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4"/>
  </p:sldMasterIdLst>
  <p:notesMasterIdLst>
    <p:notesMasterId r:id="rId87"/>
  </p:notesMasterIdLst>
  <p:handoutMasterIdLst>
    <p:handoutMasterId r:id="rId88"/>
  </p:handoutMasterIdLst>
  <p:sldIdLst>
    <p:sldId id="485" r:id="rId5"/>
    <p:sldId id="561" r:id="rId6"/>
    <p:sldId id="559" r:id="rId7"/>
    <p:sldId id="486" r:id="rId8"/>
    <p:sldId id="560" r:id="rId9"/>
    <p:sldId id="497" r:id="rId10"/>
    <p:sldId id="562" r:id="rId11"/>
    <p:sldId id="496" r:id="rId12"/>
    <p:sldId id="491" r:id="rId13"/>
    <p:sldId id="487" r:id="rId14"/>
    <p:sldId id="488" r:id="rId15"/>
    <p:sldId id="509" r:id="rId16"/>
    <p:sldId id="510" r:id="rId17"/>
    <p:sldId id="507" r:id="rId18"/>
    <p:sldId id="508" r:id="rId19"/>
    <p:sldId id="511" r:id="rId20"/>
    <p:sldId id="512" r:id="rId21"/>
    <p:sldId id="563" r:id="rId22"/>
    <p:sldId id="564" r:id="rId23"/>
    <p:sldId id="500" r:id="rId24"/>
    <p:sldId id="519" r:id="rId25"/>
    <p:sldId id="539" r:id="rId26"/>
    <p:sldId id="501" r:id="rId27"/>
    <p:sldId id="503" r:id="rId28"/>
    <p:sldId id="504" r:id="rId29"/>
    <p:sldId id="513" r:id="rId30"/>
    <p:sldId id="490" r:id="rId31"/>
    <p:sldId id="549" r:id="rId32"/>
    <p:sldId id="554" r:id="rId33"/>
    <p:sldId id="555" r:id="rId34"/>
    <p:sldId id="556" r:id="rId35"/>
    <p:sldId id="557" r:id="rId36"/>
    <p:sldId id="552" r:id="rId37"/>
    <p:sldId id="551" r:id="rId38"/>
    <p:sldId id="548" r:id="rId39"/>
    <p:sldId id="493" r:id="rId40"/>
    <p:sldId id="538" r:id="rId41"/>
    <p:sldId id="527" r:id="rId42"/>
    <p:sldId id="558" r:id="rId43"/>
    <p:sldId id="494" r:id="rId44"/>
    <p:sldId id="536" r:id="rId45"/>
    <p:sldId id="537" r:id="rId46"/>
    <p:sldId id="495" r:id="rId47"/>
    <p:sldId id="518" r:id="rId48"/>
    <p:sldId id="506" r:id="rId49"/>
    <p:sldId id="525" r:id="rId50"/>
    <p:sldId id="523" r:id="rId51"/>
    <p:sldId id="520" r:id="rId52"/>
    <p:sldId id="540" r:id="rId53"/>
    <p:sldId id="541" r:id="rId54"/>
    <p:sldId id="524" r:id="rId55"/>
    <p:sldId id="515" r:id="rId56"/>
    <p:sldId id="530" r:id="rId57"/>
    <p:sldId id="516" r:id="rId58"/>
    <p:sldId id="532" r:id="rId59"/>
    <p:sldId id="526" r:id="rId60"/>
    <p:sldId id="543" r:id="rId61"/>
    <p:sldId id="499" r:id="rId62"/>
    <p:sldId id="542" r:id="rId63"/>
    <p:sldId id="535" r:id="rId64"/>
    <p:sldId id="544" r:id="rId65"/>
    <p:sldId id="545" r:id="rId66"/>
    <p:sldId id="517" r:id="rId67"/>
    <p:sldId id="546" r:id="rId68"/>
    <p:sldId id="505" r:id="rId69"/>
    <p:sldId id="514" r:id="rId70"/>
    <p:sldId id="547" r:id="rId71"/>
    <p:sldId id="534" r:id="rId72"/>
    <p:sldId id="533" r:id="rId73"/>
    <p:sldId id="529" r:id="rId74"/>
    <p:sldId id="553" r:id="rId75"/>
    <p:sldId id="528" r:id="rId76"/>
    <p:sldId id="531" r:id="rId77"/>
    <p:sldId id="565" r:id="rId78"/>
    <p:sldId id="566" r:id="rId79"/>
    <p:sldId id="567" r:id="rId80"/>
    <p:sldId id="568" r:id="rId81"/>
    <p:sldId id="569" r:id="rId82"/>
    <p:sldId id="570" r:id="rId83"/>
    <p:sldId id="571" r:id="rId84"/>
    <p:sldId id="572" r:id="rId85"/>
    <p:sldId id="550" r:id="rId86"/>
  </p:sldIdLst>
  <p:sldSz cx="12188825" cy="6858000"/>
  <p:notesSz cx="6858000" cy="9144000"/>
  <p:defaultTextStyle>
    <a:defPPr>
      <a:defRPr lang="da-DK"/>
    </a:defPPr>
    <a:lvl1pPr algn="l" rtl="0" fontAlgn="base">
      <a:spcBef>
        <a:spcPct val="0"/>
      </a:spcBef>
      <a:spcAft>
        <a:spcPct val="0"/>
      </a:spcAft>
      <a:defRPr kern="1200">
        <a:solidFill>
          <a:schemeClr val="tx1"/>
        </a:solidFill>
        <a:latin typeface="Arial" charset="0"/>
        <a:ea typeface="ＭＳ Ｐゴシック" charset="-128"/>
        <a:cs typeface="ＭＳ Ｐゴシック" charset="-128"/>
      </a:defRPr>
    </a:lvl1pPr>
    <a:lvl2pPr marL="478596" algn="l" rtl="0" fontAlgn="base">
      <a:spcBef>
        <a:spcPct val="0"/>
      </a:spcBef>
      <a:spcAft>
        <a:spcPct val="0"/>
      </a:spcAft>
      <a:defRPr kern="1200">
        <a:solidFill>
          <a:schemeClr val="tx1"/>
        </a:solidFill>
        <a:latin typeface="Arial" charset="0"/>
        <a:ea typeface="ＭＳ Ｐゴシック" charset="-128"/>
        <a:cs typeface="ＭＳ Ｐゴシック" charset="-128"/>
      </a:defRPr>
    </a:lvl2pPr>
    <a:lvl3pPr marL="957190" algn="l" rtl="0" fontAlgn="base">
      <a:spcBef>
        <a:spcPct val="0"/>
      </a:spcBef>
      <a:spcAft>
        <a:spcPct val="0"/>
      </a:spcAft>
      <a:defRPr kern="1200">
        <a:solidFill>
          <a:schemeClr val="tx1"/>
        </a:solidFill>
        <a:latin typeface="Arial" charset="0"/>
        <a:ea typeface="ＭＳ Ｐゴシック" charset="-128"/>
        <a:cs typeface="ＭＳ Ｐゴシック" charset="-128"/>
      </a:defRPr>
    </a:lvl3pPr>
    <a:lvl4pPr marL="1435784" algn="l" rtl="0" fontAlgn="base">
      <a:spcBef>
        <a:spcPct val="0"/>
      </a:spcBef>
      <a:spcAft>
        <a:spcPct val="0"/>
      </a:spcAft>
      <a:defRPr kern="1200">
        <a:solidFill>
          <a:schemeClr val="tx1"/>
        </a:solidFill>
        <a:latin typeface="Arial" charset="0"/>
        <a:ea typeface="ＭＳ Ｐゴシック" charset="-128"/>
        <a:cs typeface="ＭＳ Ｐゴシック" charset="-128"/>
      </a:defRPr>
    </a:lvl4pPr>
    <a:lvl5pPr marL="1914379" algn="l" rtl="0" fontAlgn="base">
      <a:spcBef>
        <a:spcPct val="0"/>
      </a:spcBef>
      <a:spcAft>
        <a:spcPct val="0"/>
      </a:spcAft>
      <a:defRPr kern="1200">
        <a:solidFill>
          <a:schemeClr val="tx1"/>
        </a:solidFill>
        <a:latin typeface="Arial" charset="0"/>
        <a:ea typeface="ＭＳ Ｐゴシック" charset="-128"/>
        <a:cs typeface="ＭＳ Ｐゴシック" charset="-128"/>
      </a:defRPr>
    </a:lvl5pPr>
    <a:lvl6pPr marL="2392971" algn="l" defTabSz="478596" rtl="0" eaLnBrk="1" latinLnBrk="0" hangingPunct="1">
      <a:defRPr kern="1200">
        <a:solidFill>
          <a:schemeClr val="tx1"/>
        </a:solidFill>
        <a:latin typeface="Arial" charset="0"/>
        <a:ea typeface="ＭＳ Ｐゴシック" charset="-128"/>
        <a:cs typeface="ＭＳ Ｐゴシック" charset="-128"/>
      </a:defRPr>
    </a:lvl6pPr>
    <a:lvl7pPr marL="2871566" algn="l" defTabSz="478596" rtl="0" eaLnBrk="1" latinLnBrk="0" hangingPunct="1">
      <a:defRPr kern="1200">
        <a:solidFill>
          <a:schemeClr val="tx1"/>
        </a:solidFill>
        <a:latin typeface="Arial" charset="0"/>
        <a:ea typeface="ＭＳ Ｐゴシック" charset="-128"/>
        <a:cs typeface="ＭＳ Ｐゴシック" charset="-128"/>
      </a:defRPr>
    </a:lvl7pPr>
    <a:lvl8pPr marL="3350160" algn="l" defTabSz="478596" rtl="0" eaLnBrk="1" latinLnBrk="0" hangingPunct="1">
      <a:defRPr kern="1200">
        <a:solidFill>
          <a:schemeClr val="tx1"/>
        </a:solidFill>
        <a:latin typeface="Arial" charset="0"/>
        <a:ea typeface="ＭＳ Ｐゴシック" charset="-128"/>
        <a:cs typeface="ＭＳ Ｐゴシック" charset="-128"/>
      </a:defRPr>
    </a:lvl8pPr>
    <a:lvl9pPr marL="3828755" algn="l" defTabSz="478596" rtl="0" eaLnBrk="1" latinLnBrk="0" hangingPunct="1">
      <a:defRPr kern="1200">
        <a:solidFill>
          <a:schemeClr val="tx1"/>
        </a:solidFill>
        <a:latin typeface="Arial" charset="0"/>
        <a:ea typeface="ＭＳ Ｐゴシック" charset="-128"/>
        <a:cs typeface="ＭＳ Ｐゴシック" charset="-128"/>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DDDD"/>
    <a:srgbClr val="221C38"/>
    <a:srgbClr val="636363"/>
    <a:srgbClr val="000000"/>
    <a:srgbClr val="7F7F7F"/>
    <a:srgbClr val="FFE163"/>
    <a:srgbClr val="3B3B3B"/>
    <a:srgbClr val="0F0F0F"/>
    <a:srgbClr val="FFF100"/>
    <a:srgbClr val="87878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llemlayout 2 - Markering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llemlayou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202B0CA-FC54-4496-8BCA-5EF66A818D29}" styleName="Mørkt layout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E8034E78-7F5D-4C2E-B375-FC64B27BC917}" styleName="Mørkt layou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Mørkt layout 1 - markeringsfarve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Mørkt layout 1 - markeringsfarve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06799F8-075E-4A3A-A7F6-7FBC6576F1A4}" styleName="Tema til typografi 2 - markeringsfarve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D113A9D2-9D6B-4929-AA2D-F23B5EE8CBE7}" styleName="Tema til typografi 2 - markeringsfarve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ema til typografi 2 - markeringsfarve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2D5ABB26-0587-4C30-8999-92F81FD0307C}" styleName="Ingen typografi, intet git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301B821-A1FF-4177-AEE7-76D212191A09}" styleName="Mellemlayout 1 - markeringsfarve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9DCAF9ED-07DC-4A11-8D7F-57B35C25682E}" styleName="Mellemlayout 1 - markeringsfarve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93D81CF-94F2-401A-BA57-92F5A7B2D0C5}" styleName="Mellemlayout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69012ECD-51FC-41F1-AA8D-1B2483CD663E}" styleName="Lyst layout 2 - markeringsfarve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yst layout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99"/>
    <p:restoredTop sz="96096"/>
  </p:normalViewPr>
  <p:slideViewPr>
    <p:cSldViewPr snapToGrid="0">
      <p:cViewPr varScale="1">
        <p:scale>
          <a:sx n="117" d="100"/>
          <a:sy n="117" d="100"/>
        </p:scale>
        <p:origin x="792" y="1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p:cViewPr>
        <p:scale>
          <a:sx n="1" d="2"/>
          <a:sy n="1" d="2"/>
        </p:scale>
        <p:origin x="0" y="0"/>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presProps" Target="presProps.xml"/><Relationship Id="rId16" Type="http://schemas.openxmlformats.org/officeDocument/2006/relationships/slide" Target="slides/slide12.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5" Type="http://schemas.openxmlformats.org/officeDocument/2006/relationships/slide" Target="slides/slide1.xml"/><Relationship Id="rId90" Type="http://schemas.openxmlformats.org/officeDocument/2006/relationships/viewProps" Target="viewProps.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slide" Target="slides/slide73.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0" Type="http://schemas.openxmlformats.org/officeDocument/2006/relationships/slide" Target="slides/slide76.xml"/><Relationship Id="rId85" Type="http://schemas.openxmlformats.org/officeDocument/2006/relationships/slide" Target="slides/slide8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tableStyles" Target="tableStyles.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notesMaster" Target="notesMasters/notesMaster1.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regneark.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regneark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'Ark1'!$B$1</c:f>
              <c:strCache>
                <c:ptCount val="1"/>
                <c:pt idx="0">
                  <c:v>Serie 1</c:v>
                </c:pt>
              </c:strCache>
            </c:strRef>
          </c:tx>
          <c:spPr>
            <a:solidFill>
              <a:schemeClr val="accent1"/>
            </a:solidFill>
            <a:ln>
              <a:noFill/>
            </a:ln>
            <a:effectLst/>
          </c:spPr>
          <c:invertIfNegative val="0"/>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a:ln>
              <a:noFill/>
            </a:ln>
            <a:effectLst/>
          </c:spPr>
          <c:invertIfNegative val="0"/>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a:ln>
              <a:noFill/>
            </a:ln>
            <a:effectLst/>
          </c:spPr>
          <c:invertIfNegative val="0"/>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dLbls>
        <c:gapWidth val="219"/>
        <c:overlap val="-27"/>
        <c:axId val="1708080815"/>
        <c:axId val="382355952"/>
      </c:barChart>
      <c:catAx>
        <c:axId val="1708080815"/>
        <c:scaling>
          <c:orientation val="minMax"/>
        </c:scaling>
        <c:delete val="0"/>
        <c:axPos val="b"/>
        <c:numFmt formatCode="General" sourceLinked="1"/>
        <c:majorTickMark val="none"/>
        <c:minorTickMark val="none"/>
        <c:tickLblPos val="nextTo"/>
        <c:spPr>
          <a:noFill/>
          <a:ln w="19050" cap="flat" cmpd="sng" algn="ctr">
            <a:solidFill>
              <a:schemeClr val="bg1"/>
            </a:solidFill>
            <a:round/>
          </a:ln>
          <a:effectLst/>
        </c:spPr>
        <c:txPr>
          <a:bodyPr rot="-60000000" spcFirstLastPara="1" vertOverflow="ellipsis" vert="horz" wrap="square" anchor="ctr" anchorCtr="1"/>
          <a:lstStyle/>
          <a:p>
            <a:pPr>
              <a:defRPr sz="1197" b="1" i="0" u="none" strike="noStrike" kern="1200" baseline="0">
                <a:solidFill>
                  <a:schemeClr val="tx2"/>
                </a:solidFill>
                <a:latin typeface="+mn-lt"/>
                <a:ea typeface="+mn-ea"/>
                <a:cs typeface="+mn-cs"/>
              </a:defRPr>
            </a:pPr>
            <a:endParaRPr lang="da-DK"/>
          </a:p>
        </c:txPr>
        <c:crossAx val="382355952"/>
        <c:crosses val="autoZero"/>
        <c:auto val="1"/>
        <c:lblAlgn val="ctr"/>
        <c:lblOffset val="100"/>
        <c:noMultiLvlLbl val="0"/>
      </c:catAx>
      <c:valAx>
        <c:axId val="382355952"/>
        <c:scaling>
          <c:orientation val="minMax"/>
          <c:max val="5"/>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2"/>
                </a:solidFill>
                <a:latin typeface="+mn-lt"/>
                <a:ea typeface="+mn-ea"/>
                <a:cs typeface="+mn-cs"/>
              </a:defRPr>
            </a:pPr>
            <a:endParaRPr lang="da-DK"/>
          </a:p>
        </c:txPr>
        <c:crossAx val="1708080815"/>
        <c:crosses val="autoZero"/>
        <c:crossBetween val="between"/>
        <c:majorUnit val="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a-DK"/>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'Ark1'!$B$1</c:f>
              <c:strCache>
                <c:ptCount val="1"/>
                <c:pt idx="0">
                  <c:v>Serie 1</c:v>
                </c:pt>
              </c:strCache>
            </c:strRef>
          </c:tx>
          <c:dPt>
            <c:idx val="0"/>
            <c:bubble3D val="0"/>
            <c:spPr>
              <a:solidFill>
                <a:schemeClr val="accent1"/>
              </a:solidFill>
              <a:ln>
                <a:noFill/>
              </a:ln>
              <a:effectLst/>
            </c:spPr>
            <c:extLst>
              <c:ext xmlns:c16="http://schemas.microsoft.com/office/drawing/2014/chart" uri="{C3380CC4-5D6E-409C-BE32-E72D297353CC}">
                <c16:uniqueId val="{00000001-9D6A-4C44-A66A-7DB4B13D4B45}"/>
              </c:ext>
            </c:extLst>
          </c:dPt>
          <c:dPt>
            <c:idx val="1"/>
            <c:bubble3D val="0"/>
            <c:spPr>
              <a:solidFill>
                <a:schemeClr val="accent2"/>
              </a:solidFill>
              <a:ln>
                <a:noFill/>
              </a:ln>
              <a:effectLst/>
            </c:spPr>
            <c:extLst>
              <c:ext xmlns:c16="http://schemas.microsoft.com/office/drawing/2014/chart" uri="{C3380CC4-5D6E-409C-BE32-E72D297353CC}">
                <c16:uniqueId val="{00000003-9D6A-4C44-A66A-7DB4B13D4B45}"/>
              </c:ext>
            </c:extLst>
          </c:dPt>
          <c:dPt>
            <c:idx val="2"/>
            <c:bubble3D val="0"/>
            <c:spPr>
              <a:solidFill>
                <a:schemeClr val="accent3"/>
              </a:solidFill>
              <a:ln>
                <a:noFill/>
              </a:ln>
              <a:effectLst/>
            </c:spPr>
            <c:extLst>
              <c:ext xmlns:c16="http://schemas.microsoft.com/office/drawing/2014/chart" uri="{C3380CC4-5D6E-409C-BE32-E72D297353CC}">
                <c16:uniqueId val="{0000000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07-9D6A-4C44-A66A-7DB4B13D4B45}"/>
              </c:ext>
            </c:extLst>
          </c:dPt>
          <c:cat>
            <c:strRef>
              <c:f>'Ark1'!$A$2:$A$5</c:f>
              <c:strCache>
                <c:ptCount val="4"/>
                <c:pt idx="0">
                  <c:v>Kategori 1</c:v>
                </c:pt>
                <c:pt idx="1">
                  <c:v>Kategori 2</c:v>
                </c:pt>
                <c:pt idx="2">
                  <c:v>Kategori 3</c:v>
                </c:pt>
                <c:pt idx="3">
                  <c:v>Kategori 4</c:v>
                </c:pt>
              </c:strCache>
            </c:strRef>
          </c:cat>
          <c:val>
            <c:numRef>
              <c:f>'Ark1'!$B$2:$B$5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715C-B949-AA5D-169480C441BD}"/>
            </c:ext>
          </c:extLst>
        </c:ser>
        <c:ser>
          <c:idx val="1"/>
          <c:order val="1"/>
          <c:tx>
            <c:strRef>
              <c:f>'Ark1'!$C$1</c:f>
              <c:strCache>
                <c:ptCount val="1"/>
                <c:pt idx="0">
                  <c:v>Serie 2</c:v>
                </c:pt>
              </c:strCache>
            </c:strRef>
          </c:tx>
          <c:spPr>
            <a:solidFill>
              <a:schemeClr val="accent5"/>
            </a:solidFill>
          </c:spPr>
          <c:dPt>
            <c:idx val="0"/>
            <c:bubble3D val="0"/>
            <c:spPr>
              <a:solidFill>
                <a:schemeClr val="accent5"/>
              </a:solidFill>
              <a:ln>
                <a:noFill/>
              </a:ln>
              <a:effectLst/>
            </c:spPr>
            <c:extLst>
              <c:ext xmlns:c16="http://schemas.microsoft.com/office/drawing/2014/chart" uri="{C3380CC4-5D6E-409C-BE32-E72D297353CC}">
                <c16:uniqueId val="{00000009-9D6A-4C44-A66A-7DB4B13D4B45}"/>
              </c:ext>
            </c:extLst>
          </c:dPt>
          <c:dPt>
            <c:idx val="1"/>
            <c:bubble3D val="0"/>
            <c:spPr>
              <a:solidFill>
                <a:schemeClr val="accent5"/>
              </a:solidFill>
              <a:ln>
                <a:noFill/>
              </a:ln>
              <a:effectLst/>
            </c:spPr>
            <c:extLst>
              <c:ext xmlns:c16="http://schemas.microsoft.com/office/drawing/2014/chart" uri="{C3380CC4-5D6E-409C-BE32-E72D297353CC}">
                <c16:uniqueId val="{0000000B-9D6A-4C44-A66A-7DB4B13D4B45}"/>
              </c:ext>
            </c:extLst>
          </c:dPt>
          <c:dPt>
            <c:idx val="2"/>
            <c:bubble3D val="0"/>
            <c:spPr>
              <a:solidFill>
                <a:schemeClr val="accent5"/>
              </a:solidFill>
              <a:ln>
                <a:noFill/>
              </a:ln>
              <a:effectLst/>
            </c:spPr>
            <c:extLst>
              <c:ext xmlns:c16="http://schemas.microsoft.com/office/drawing/2014/chart" uri="{C3380CC4-5D6E-409C-BE32-E72D297353CC}">
                <c16:uniqueId val="{0000000D-9D6A-4C44-A66A-7DB4B13D4B45}"/>
              </c:ext>
            </c:extLst>
          </c:dPt>
          <c:dPt>
            <c:idx val="3"/>
            <c:bubble3D val="0"/>
            <c:spPr>
              <a:solidFill>
                <a:schemeClr val="accent5"/>
              </a:solidFill>
              <a:ln>
                <a:noFill/>
              </a:ln>
              <a:effectLst/>
            </c:spPr>
            <c:extLst>
              <c:ext xmlns:c16="http://schemas.microsoft.com/office/drawing/2014/chart" uri="{C3380CC4-5D6E-409C-BE32-E72D297353CC}">
                <c16:uniqueId val="{0000000F-9D6A-4C44-A66A-7DB4B13D4B45}"/>
              </c:ext>
            </c:extLst>
          </c:dPt>
          <c:cat>
            <c:strRef>
              <c:f>'Ark1'!$A$2:$A$5</c:f>
              <c:strCache>
                <c:ptCount val="4"/>
                <c:pt idx="0">
                  <c:v>Kategori 1</c:v>
                </c:pt>
                <c:pt idx="1">
                  <c:v>Kategori 2</c:v>
                </c:pt>
                <c:pt idx="2">
                  <c:v>Kategori 3</c:v>
                </c:pt>
                <c:pt idx="3">
                  <c:v>Kategori 4</c:v>
                </c:pt>
              </c:strCache>
            </c:strRef>
          </c:cat>
          <c:val>
            <c:numRef>
              <c:f>'Ark1'!$C$2:$C$5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715C-B949-AA5D-169480C441BD}"/>
            </c:ext>
          </c:extLst>
        </c:ser>
        <c:ser>
          <c:idx val="2"/>
          <c:order val="2"/>
          <c:tx>
            <c:strRef>
              <c:f>'Ark1'!$D$1</c:f>
              <c:strCache>
                <c:ptCount val="1"/>
                <c:pt idx="0">
                  <c:v>Serie 3</c:v>
                </c:pt>
              </c:strCache>
            </c:strRef>
          </c:tx>
          <c:spPr>
            <a:solidFill>
              <a:schemeClr val="accent4"/>
            </a:solidFill>
          </c:spPr>
          <c:dPt>
            <c:idx val="0"/>
            <c:bubble3D val="0"/>
            <c:spPr>
              <a:solidFill>
                <a:schemeClr val="accent4"/>
              </a:solidFill>
              <a:ln>
                <a:noFill/>
              </a:ln>
              <a:effectLst/>
            </c:spPr>
            <c:extLst>
              <c:ext xmlns:c16="http://schemas.microsoft.com/office/drawing/2014/chart" uri="{C3380CC4-5D6E-409C-BE32-E72D297353CC}">
                <c16:uniqueId val="{00000011-9D6A-4C44-A66A-7DB4B13D4B45}"/>
              </c:ext>
            </c:extLst>
          </c:dPt>
          <c:dPt>
            <c:idx val="1"/>
            <c:bubble3D val="0"/>
            <c:spPr>
              <a:solidFill>
                <a:schemeClr val="accent4"/>
              </a:solidFill>
              <a:ln>
                <a:noFill/>
              </a:ln>
              <a:effectLst/>
            </c:spPr>
            <c:extLst>
              <c:ext xmlns:c16="http://schemas.microsoft.com/office/drawing/2014/chart" uri="{C3380CC4-5D6E-409C-BE32-E72D297353CC}">
                <c16:uniqueId val="{00000013-9D6A-4C44-A66A-7DB4B13D4B45}"/>
              </c:ext>
            </c:extLst>
          </c:dPt>
          <c:dPt>
            <c:idx val="2"/>
            <c:bubble3D val="0"/>
            <c:spPr>
              <a:solidFill>
                <a:schemeClr val="accent4"/>
              </a:solidFill>
              <a:ln>
                <a:noFill/>
              </a:ln>
              <a:effectLst/>
            </c:spPr>
            <c:extLst>
              <c:ext xmlns:c16="http://schemas.microsoft.com/office/drawing/2014/chart" uri="{C3380CC4-5D6E-409C-BE32-E72D297353CC}">
                <c16:uniqueId val="{00000015-9D6A-4C44-A66A-7DB4B13D4B45}"/>
              </c:ext>
            </c:extLst>
          </c:dPt>
          <c:dPt>
            <c:idx val="3"/>
            <c:bubble3D val="0"/>
            <c:spPr>
              <a:solidFill>
                <a:schemeClr val="accent4"/>
              </a:solidFill>
              <a:ln>
                <a:noFill/>
              </a:ln>
              <a:effectLst/>
            </c:spPr>
            <c:extLst>
              <c:ext xmlns:c16="http://schemas.microsoft.com/office/drawing/2014/chart" uri="{C3380CC4-5D6E-409C-BE32-E72D297353CC}">
                <c16:uniqueId val="{00000017-9D6A-4C44-A66A-7DB4B13D4B45}"/>
              </c:ext>
            </c:extLst>
          </c:dPt>
          <c:cat>
            <c:strRef>
              <c:f>'Ark1'!$A$2:$A$5</c:f>
              <c:strCache>
                <c:ptCount val="4"/>
                <c:pt idx="0">
                  <c:v>Kategori 1</c:v>
                </c:pt>
                <c:pt idx="1">
                  <c:v>Kategori 2</c:v>
                </c:pt>
                <c:pt idx="2">
                  <c:v>Kategori 3</c:v>
                </c:pt>
                <c:pt idx="3">
                  <c:v>Kategori 4</c:v>
                </c:pt>
              </c:strCache>
            </c:strRef>
          </c:cat>
          <c:val>
            <c:numRef>
              <c:f>'Ark1'!$D$2:$D$5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715C-B949-AA5D-169480C441BD}"/>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a-DK"/>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atin typeface="Arial" charset="0"/>
              </a:defRPr>
            </a:lvl1pPr>
          </a:lstStyle>
          <a:p>
            <a:pPr>
              <a:defRPr/>
            </a:pPr>
            <a:endParaRPr lang="da-DK"/>
          </a:p>
        </p:txBody>
      </p:sp>
      <p:sp>
        <p:nvSpPr>
          <p:cNvPr id="3" name="Pladsholder til dato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atin typeface="Arial" charset="0"/>
              </a:defRPr>
            </a:lvl1pPr>
          </a:lstStyle>
          <a:p>
            <a:pPr>
              <a:defRPr/>
            </a:pPr>
            <a:fld id="{24572E1D-CF95-4848-BA3A-D2E4531C641A}" type="datetime5">
              <a:t>maj 2026</a:t>
            </a:fld>
            <a:endParaRPr lang="da-DK"/>
          </a:p>
        </p:txBody>
      </p:sp>
      <p:sp>
        <p:nvSpPr>
          <p:cNvPr id="4" name="Pladsholder til sidefod 3"/>
          <p:cNvSpPr>
            <a:spLocks noGrp="1"/>
          </p:cNvSpPr>
          <p:nvPr>
            <p:ph type="ftr" sz="quarter" idx="2"/>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a:latin typeface="Arial" charset="0"/>
              </a:defRPr>
            </a:lvl1pPr>
          </a:lstStyle>
          <a:p>
            <a:pPr>
              <a:defRPr/>
            </a:pPr>
            <a:r>
              <a:rPr lang="da-DK"/>
              <a:t>Projektnavn</a:t>
            </a:r>
          </a:p>
        </p:txBody>
      </p:sp>
      <p:sp>
        <p:nvSpPr>
          <p:cNvPr id="5" name="Pladsholder til diasnumm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defRPr>
            </a:lvl1pPr>
          </a:lstStyle>
          <a:p>
            <a:pPr>
              <a:defRPr/>
            </a:pPr>
            <a:fld id="{523E87F8-4FEA-3441-A4A0-56ACFEA11099}" type="slidenum">
              <a:rPr lang="da-DK"/>
              <a:pPr>
                <a:defRPr/>
              </a:pPr>
              <a:t>‹nr.›</a:t>
            </a:fld>
            <a:endParaRPr lang="da-DK"/>
          </a:p>
        </p:txBody>
      </p:sp>
    </p:spTree>
    <p:extLst>
      <p:ext uri="{BB962C8B-B14F-4D97-AF65-F5344CB8AC3E}">
        <p14:creationId xmlns:p14="http://schemas.microsoft.com/office/powerpoint/2010/main" val="580350936"/>
      </p:ext>
    </p:extLst>
  </p:cSld>
  <p:clrMap bg1="lt1" tx1="dk1" bg2="lt2" tx2="dk2" accent1="accent1" accent2="accent2" accent3="accent3" accent4="accent4" accent5="accent5" accent6="accent6" hlink="hlink" folHlink="folHlink"/>
  <p:hf hd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7200"/>
          </a:xfrm>
          <a:prstGeom prst="rect">
            <a:avLst/>
          </a:prstGeom>
        </p:spPr>
        <p:txBody>
          <a:bodyPr vert="horz" wrap="square" lIns="91440" tIns="45720" rIns="91440" bIns="45720" numCol="1" anchor="t" anchorCtr="0" compatLnSpc="1">
            <a:prstTxWarp prst="textNoShape">
              <a:avLst/>
            </a:prstTxWarp>
          </a:bodyPr>
          <a:lstStyle>
            <a:lvl1pPr>
              <a:defRPr sz="1200"/>
            </a:lvl1pPr>
          </a:lstStyle>
          <a:p>
            <a:pPr>
              <a:defRPr/>
            </a:pPr>
            <a:endParaRPr lang="da-DK"/>
          </a:p>
        </p:txBody>
      </p:sp>
      <p:sp>
        <p:nvSpPr>
          <p:cNvPr id="3" name="Pladsholder til dato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pPr>
              <a:defRPr/>
            </a:pPr>
            <a:fld id="{D1C19702-90BC-2548-8516-404239403DB6}" type="datetime5">
              <a:t>maj 2026</a:t>
            </a:fld>
            <a:endParaRPr lang="da-DK"/>
          </a:p>
        </p:txBody>
      </p:sp>
      <p:sp>
        <p:nvSpPr>
          <p:cNvPr id="4" name="Pladsholder til diasbillede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wrap="square" lIns="91440" tIns="45720" rIns="91440" bIns="45720" numCol="1" anchor="ctr" anchorCtr="0" compatLnSpc="1">
            <a:prstTxWarp prst="textNoShape">
              <a:avLst/>
            </a:prstTxWarp>
          </a:bodyPr>
          <a:lstStyle/>
          <a:p>
            <a:pPr lvl="0"/>
            <a:endParaRPr lang="da-DK" noProof="0"/>
          </a:p>
        </p:txBody>
      </p:sp>
      <p:sp>
        <p:nvSpPr>
          <p:cNvPr id="5" name="Pladsholder til noter 4"/>
          <p:cNvSpPr>
            <a:spLocks noGrp="1"/>
          </p:cNvSpPr>
          <p:nvPr>
            <p:ph type="body" sz="quarter" idx="3"/>
          </p:nvPr>
        </p:nvSpPr>
        <p:spPr>
          <a:xfrm>
            <a:off x="685800" y="4343400"/>
            <a:ext cx="5486400" cy="4114800"/>
          </a:xfrm>
          <a:prstGeom prst="rect">
            <a:avLst/>
          </a:prstGeom>
        </p:spPr>
        <p:txBody>
          <a:bodyPr vert="horz" wrap="square" lIns="91440" tIns="45720" rIns="91440" bIns="45720" numCol="1" anchor="t" anchorCtr="0" compatLnSpc="1">
            <a:prstTxWarp prst="textNoShape">
              <a:avLst/>
            </a:prstTxWarp>
            <a:normAutofit/>
          </a:bodyPr>
          <a:lstStyle/>
          <a:p>
            <a:pPr lvl="0"/>
            <a:r>
              <a:rPr lang="da-DK" noProof="0"/>
              <a:t>Klik for at redigere typografi i masteren</a:t>
            </a:r>
          </a:p>
          <a:p>
            <a:pPr lvl="1"/>
            <a:r>
              <a:rPr lang="da-DK" noProof="0"/>
              <a:t>Andet niveau</a:t>
            </a:r>
          </a:p>
          <a:p>
            <a:pPr lvl="2"/>
            <a:r>
              <a:rPr lang="da-DK" noProof="0"/>
              <a:t>Tredje niveau</a:t>
            </a:r>
          </a:p>
          <a:p>
            <a:pPr lvl="3"/>
            <a:r>
              <a:rPr lang="da-DK" noProof="0"/>
              <a:t>Fjerde niveau</a:t>
            </a:r>
          </a:p>
          <a:p>
            <a:pPr lvl="4"/>
            <a:r>
              <a:rPr lang="da-DK" noProof="0"/>
              <a:t>Femte niveau</a:t>
            </a:r>
          </a:p>
        </p:txBody>
      </p:sp>
      <p:sp>
        <p:nvSpPr>
          <p:cNvPr id="6" name="Pladsholder til sidefod 5"/>
          <p:cNvSpPr>
            <a:spLocks noGrp="1"/>
          </p:cNvSpPr>
          <p:nvPr>
            <p:ph type="ftr" sz="quarter" idx="4"/>
          </p:nvPr>
        </p:nvSpPr>
        <p:spPr>
          <a:xfrm>
            <a:off x="0" y="8685213"/>
            <a:ext cx="2971800" cy="457200"/>
          </a:xfrm>
          <a:prstGeom prst="rect">
            <a:avLst/>
          </a:prstGeom>
        </p:spPr>
        <p:txBody>
          <a:bodyPr vert="horz" wrap="square" lIns="91440" tIns="45720" rIns="91440" bIns="45720" numCol="1" anchor="b" anchorCtr="0" compatLnSpc="1">
            <a:prstTxWarp prst="textNoShape">
              <a:avLst/>
            </a:prstTxWarp>
          </a:bodyPr>
          <a:lstStyle>
            <a:lvl1pPr>
              <a:defRPr sz="1200" dirty="0">
                <a:latin typeface="Arial"/>
                <a:cs typeface="Arial"/>
              </a:defRPr>
            </a:lvl1pPr>
          </a:lstStyle>
          <a:p>
            <a:pPr>
              <a:defRPr/>
            </a:pPr>
            <a:r>
              <a:rPr lang="da-DK"/>
              <a:t>Projektnavn</a:t>
            </a:r>
          </a:p>
        </p:txBody>
      </p:sp>
      <p:sp>
        <p:nvSpPr>
          <p:cNvPr id="7" name="Pladsholder til diasnumm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atin typeface="Arial" charset="0"/>
                <a:ea typeface="Arial" charset="0"/>
                <a:cs typeface="Arial" charset="0"/>
              </a:defRPr>
            </a:lvl1pPr>
          </a:lstStyle>
          <a:p>
            <a:fld id="{50EBFF8D-63AC-9949-AABB-8E6FA0FBCE31}" type="slidenum">
              <a:rPr lang="da-DK"/>
              <a:pPr/>
              <a:t>‹nr.›</a:t>
            </a:fld>
            <a:endParaRPr lang="da-DK"/>
          </a:p>
        </p:txBody>
      </p:sp>
    </p:spTree>
    <p:extLst>
      <p:ext uri="{BB962C8B-B14F-4D97-AF65-F5344CB8AC3E}">
        <p14:creationId xmlns:p14="http://schemas.microsoft.com/office/powerpoint/2010/main" val="4267637908"/>
      </p:ext>
    </p:extLst>
  </p:cSld>
  <p:clrMap bg1="lt1" tx1="dk1" bg2="lt2" tx2="dk2" accent1="accent1" accent2="accent2" accent3="accent3" accent4="accent4" accent5="accent5" accent6="accent6" hlink="hlink" folHlink="folHlink"/>
  <p:hf hdr="0"/>
  <p:notesStyle>
    <a:lvl1pPr algn="l" rtl="0" eaLnBrk="0" fontAlgn="base" hangingPunct="0">
      <a:spcBef>
        <a:spcPct val="30000"/>
      </a:spcBef>
      <a:spcAft>
        <a:spcPct val="0"/>
      </a:spcAft>
      <a:defRPr sz="1300" kern="1200">
        <a:solidFill>
          <a:schemeClr val="tx1"/>
        </a:solidFill>
        <a:latin typeface="Arial"/>
        <a:ea typeface="Arial" pitchFamily="34" charset="0"/>
        <a:cs typeface="Arial"/>
      </a:defRPr>
    </a:lvl1pPr>
    <a:lvl2pPr marL="478596" algn="l" rtl="0" eaLnBrk="0" fontAlgn="base" hangingPunct="0">
      <a:spcBef>
        <a:spcPct val="30000"/>
      </a:spcBef>
      <a:spcAft>
        <a:spcPct val="0"/>
      </a:spcAft>
      <a:defRPr sz="1300" kern="1200">
        <a:solidFill>
          <a:schemeClr val="tx1"/>
        </a:solidFill>
        <a:latin typeface="Arial"/>
        <a:ea typeface="Arial" pitchFamily="34" charset="0"/>
        <a:cs typeface="Arial"/>
      </a:defRPr>
    </a:lvl2pPr>
    <a:lvl3pPr marL="957190" algn="l" rtl="0" eaLnBrk="0" fontAlgn="base" hangingPunct="0">
      <a:spcBef>
        <a:spcPct val="30000"/>
      </a:spcBef>
      <a:spcAft>
        <a:spcPct val="0"/>
      </a:spcAft>
      <a:defRPr sz="1300" kern="1200">
        <a:solidFill>
          <a:schemeClr val="tx1"/>
        </a:solidFill>
        <a:latin typeface="Arial"/>
        <a:ea typeface="Arial" pitchFamily="34" charset="0"/>
        <a:cs typeface="Arial"/>
      </a:defRPr>
    </a:lvl3pPr>
    <a:lvl4pPr marL="1435784" algn="l" rtl="0" eaLnBrk="0" fontAlgn="base" hangingPunct="0">
      <a:spcBef>
        <a:spcPct val="30000"/>
      </a:spcBef>
      <a:spcAft>
        <a:spcPct val="0"/>
      </a:spcAft>
      <a:defRPr sz="1300" kern="1200">
        <a:solidFill>
          <a:schemeClr val="tx1"/>
        </a:solidFill>
        <a:latin typeface="Arial"/>
        <a:ea typeface="Arial" pitchFamily="34" charset="0"/>
        <a:cs typeface="Arial"/>
      </a:defRPr>
    </a:lvl4pPr>
    <a:lvl5pPr marL="1914379" algn="l" rtl="0" eaLnBrk="0" fontAlgn="base" hangingPunct="0">
      <a:spcBef>
        <a:spcPct val="30000"/>
      </a:spcBef>
      <a:spcAft>
        <a:spcPct val="0"/>
      </a:spcAft>
      <a:defRPr sz="1300" kern="1200">
        <a:solidFill>
          <a:schemeClr val="tx1"/>
        </a:solidFill>
        <a:latin typeface="Arial"/>
        <a:ea typeface="Arial" pitchFamily="34" charset="0"/>
        <a:cs typeface="Arial"/>
      </a:defRPr>
    </a:lvl5pPr>
    <a:lvl6pPr marL="2392971" algn="l" defTabSz="957190" rtl="0" eaLnBrk="1" latinLnBrk="0" hangingPunct="1">
      <a:defRPr sz="1300" kern="1200">
        <a:solidFill>
          <a:schemeClr val="tx1"/>
        </a:solidFill>
        <a:latin typeface="+mn-lt"/>
        <a:ea typeface="+mn-ea"/>
        <a:cs typeface="+mn-cs"/>
      </a:defRPr>
    </a:lvl6pPr>
    <a:lvl7pPr marL="2871566" algn="l" defTabSz="957190" rtl="0" eaLnBrk="1" latinLnBrk="0" hangingPunct="1">
      <a:defRPr sz="1300" kern="1200">
        <a:solidFill>
          <a:schemeClr val="tx1"/>
        </a:solidFill>
        <a:latin typeface="+mn-lt"/>
        <a:ea typeface="+mn-ea"/>
        <a:cs typeface="+mn-cs"/>
      </a:defRPr>
    </a:lvl7pPr>
    <a:lvl8pPr marL="3350160" algn="l" defTabSz="957190" rtl="0" eaLnBrk="1" latinLnBrk="0" hangingPunct="1">
      <a:defRPr sz="1300" kern="1200">
        <a:solidFill>
          <a:schemeClr val="tx1"/>
        </a:solidFill>
        <a:latin typeface="+mn-lt"/>
        <a:ea typeface="+mn-ea"/>
        <a:cs typeface="+mn-cs"/>
      </a:defRPr>
    </a:lvl8pPr>
    <a:lvl9pPr marL="3828755" algn="l" defTabSz="957190" rtl="0" eaLnBrk="1" latinLnBrk="0" hangingPunct="1">
      <a:defRPr sz="13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p:sp>
      <p:sp>
        <p:nvSpPr>
          <p:cNvPr id="3" name="Pladsholder til noter 2"/>
          <p:cNvSpPr>
            <a:spLocks noGrp="1"/>
          </p:cNvSpPr>
          <p:nvPr>
            <p:ph type="body" idx="1"/>
          </p:nvPr>
        </p:nvSpPr>
        <p:spPr/>
        <p:txBody>
          <a:bodyPr/>
          <a:lstStyle/>
          <a:p>
            <a:endParaRPr lang="en-US"/>
          </a:p>
        </p:txBody>
      </p:sp>
      <p:sp>
        <p:nvSpPr>
          <p:cNvPr id="4" name="Pladsholder til dato 3"/>
          <p:cNvSpPr>
            <a:spLocks noGrp="1"/>
          </p:cNvSpPr>
          <p:nvPr>
            <p:ph type="dt" idx="1"/>
          </p:nvPr>
        </p:nvSpPr>
        <p:spPr/>
        <p:txBody>
          <a:bodyPr/>
          <a:lstStyle/>
          <a:p>
            <a:pPr>
              <a:defRPr/>
            </a:pPr>
            <a:fld id="{81E23031-3E06-6E47-9734-E480F06F6300}" type="datetime5">
              <a:t>maj 2026</a:t>
            </a:fld>
            <a:endParaRPr lang="da-DK"/>
          </a:p>
        </p:txBody>
      </p:sp>
      <p:sp>
        <p:nvSpPr>
          <p:cNvPr id="5" name="Pladsholder til sidefod 4"/>
          <p:cNvSpPr>
            <a:spLocks noGrp="1"/>
          </p:cNvSpPr>
          <p:nvPr>
            <p:ph type="ftr" sz="quarter" idx="4"/>
          </p:nvPr>
        </p:nvSpPr>
        <p:spPr/>
        <p:txBody>
          <a:bodyPr/>
          <a:lstStyle/>
          <a:p>
            <a:pPr>
              <a:defRPr/>
            </a:pPr>
            <a:r>
              <a:rPr lang="da-DK"/>
              <a:t>Projektnavn</a:t>
            </a:r>
          </a:p>
        </p:txBody>
      </p:sp>
      <p:sp>
        <p:nvSpPr>
          <p:cNvPr id="6" name="Pladsholder til slidenummer 5"/>
          <p:cNvSpPr>
            <a:spLocks noGrp="1"/>
          </p:cNvSpPr>
          <p:nvPr>
            <p:ph type="sldNum" sz="quarter" idx="5"/>
          </p:nvPr>
        </p:nvSpPr>
        <p:spPr/>
        <p:txBody>
          <a:bodyPr/>
          <a:lstStyle/>
          <a:p>
            <a:fld id="{50EBFF8D-63AC-9949-AABB-8E6FA0FBCE31}" type="slidenum">
              <a:rPr lang="da-DK"/>
              <a:pPr/>
              <a:t>60</a:t>
            </a:fld>
            <a:endParaRPr lang="da-DK"/>
          </a:p>
        </p:txBody>
      </p:sp>
    </p:spTree>
    <p:extLst>
      <p:ext uri="{BB962C8B-B14F-4D97-AF65-F5344CB8AC3E}">
        <p14:creationId xmlns:p14="http://schemas.microsoft.com/office/powerpoint/2010/main" val="322978802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3.svg"/><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4.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15.svg"/><Relationship Id="rId1" Type="http://schemas.openxmlformats.org/officeDocument/2006/relationships/slideMaster" Target="../slideMasters/slideMaster1.xml"/><Relationship Id="rId4"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17.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8.svg"/><Relationship Id="rId1" Type="http://schemas.openxmlformats.org/officeDocument/2006/relationships/slideMaster" Target="../slideMasters/slideMaster1.xml"/><Relationship Id="rId4" Type="http://schemas.openxmlformats.org/officeDocument/2006/relationships/image" Target="../media/image2.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2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4.sv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5.svg"/><Relationship Id="rId1" Type="http://schemas.openxmlformats.org/officeDocument/2006/relationships/slideMaster" Target="../slideMasters/slideMaster1.xml"/><Relationship Id="rId4" Type="http://schemas.openxmlformats.org/officeDocument/2006/relationships/image" Target="../media/image11.svg"/></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26.sv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7.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1.svg"/><Relationship Id="rId2" Type="http://schemas.openxmlformats.org/officeDocument/2006/relationships/image" Target="../media/image2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29.svg"/><Relationship Id="rId1" Type="http://schemas.openxmlformats.org/officeDocument/2006/relationships/slideMaster" Target="../slideMasters/slideMaster1.xml"/><Relationship Id="rId4" Type="http://schemas.openxmlformats.org/officeDocument/2006/relationships/image" Target="../media/image5.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23.sv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28.sv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Light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1" y="288000"/>
            <a:ext cx="11621502" cy="2181706"/>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4" name="Pladsholder til billede 6">
            <a:extLst>
              <a:ext uri="{FF2B5EF4-FFF2-40B4-BE49-F238E27FC236}">
                <a16:creationId xmlns:a16="http://schemas.microsoft.com/office/drawing/2014/main" id="{05C655AD-1715-6B97-857A-37331017D0D6}"/>
              </a:ext>
            </a:extLst>
          </p:cNvPr>
          <p:cNvSpPr>
            <a:spLocks noGrp="1"/>
          </p:cNvSpPr>
          <p:nvPr>
            <p:ph type="pic" sz="quarter" idx="15"/>
          </p:nvPr>
        </p:nvSpPr>
        <p:spPr>
          <a:xfrm>
            <a:off x="11271600" y="64764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2E20E540-4428-0061-9333-F6FC8A83C8F0}"/>
              </a:ext>
            </a:extLst>
          </p:cNvPr>
          <p:cNvSpPr>
            <a:spLocks noGrp="1"/>
          </p:cNvSpPr>
          <p:nvPr>
            <p:ph type="pic" sz="quarter" idx="16"/>
          </p:nvPr>
        </p:nvSpPr>
        <p:spPr>
          <a:xfrm>
            <a:off x="288000" y="6476852"/>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3034352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Dark image">
    <p:bg>
      <p:bgPr>
        <a:solidFill>
          <a:schemeClr val="bg1"/>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217260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5" name="Pladsholder til billede 6">
            <a:extLst>
              <a:ext uri="{FF2B5EF4-FFF2-40B4-BE49-F238E27FC236}">
                <a16:creationId xmlns:a16="http://schemas.microsoft.com/office/drawing/2014/main" id="{AE9CFF07-037C-D3CA-8B7F-A7578C7B7935}"/>
              </a:ext>
            </a:extLst>
          </p:cNvPr>
          <p:cNvSpPr>
            <a:spLocks noGrp="1"/>
          </p:cNvSpPr>
          <p:nvPr>
            <p:ph type="pic" sz="quarter" idx="15"/>
          </p:nvPr>
        </p:nvSpPr>
        <p:spPr>
          <a:xfrm>
            <a:off x="11271600" y="6476400"/>
            <a:ext cx="6300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3" name="Pladsholder til billede 6">
            <a:extLst>
              <a:ext uri="{FF2B5EF4-FFF2-40B4-BE49-F238E27FC236}">
                <a16:creationId xmlns:a16="http://schemas.microsoft.com/office/drawing/2014/main" id="{DFB45A18-B842-EAFC-1A3B-9B9C53D11045}"/>
              </a:ext>
            </a:extLst>
          </p:cNvPr>
          <p:cNvSpPr>
            <a:spLocks noGrp="1"/>
          </p:cNvSpPr>
          <p:nvPr>
            <p:ph type="pic" sz="quarter" idx="16"/>
          </p:nvPr>
        </p:nvSpPr>
        <p:spPr>
          <a:xfrm>
            <a:off x="288000" y="6476400"/>
            <a:ext cx="4716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9775841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Burgundy + image">
    <p:bg>
      <p:bgPr>
        <a:solidFill>
          <a:schemeClr val="accent3"/>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6094412" y="0"/>
            <a:ext cx="6094412" cy="6858000"/>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039259"/>
          </a:xfrm>
        </p:spPr>
        <p:txBody>
          <a:bodyPr/>
          <a:lstStyle>
            <a:lvl1pPr marL="0" marR="0" indent="0" algn="l" defTabSz="914400" rtl="0" eaLnBrk="1" fontAlgn="base" latinLnBrk="0" hangingPunct="1">
              <a:lnSpc>
                <a:spcPct val="73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3" name="Grafik 2">
            <a:extLst>
              <a:ext uri="{FF2B5EF4-FFF2-40B4-BE49-F238E27FC236}">
                <a16:creationId xmlns:a16="http://schemas.microsoft.com/office/drawing/2014/main" id="{640C5525-FBC2-3387-DD54-CEDEBA99288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sp>
        <p:nvSpPr>
          <p:cNvPr id="4" name="Pladsholder til billede 6">
            <a:extLst>
              <a:ext uri="{FF2B5EF4-FFF2-40B4-BE49-F238E27FC236}">
                <a16:creationId xmlns:a16="http://schemas.microsoft.com/office/drawing/2014/main" id="{CF1FD002-A6D8-FE7C-A626-99326E0DBD2B}"/>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26207914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Harbour Mist + image">
    <p:bg>
      <p:bgPr>
        <a:solidFill>
          <a:schemeClr val="accent6"/>
        </a:solidFill>
        <a:effectLst/>
      </p:bgPr>
    </p:bg>
    <p:spTree>
      <p:nvGrpSpPr>
        <p:cNvPr id="1" name=""/>
        <p:cNvGrpSpPr/>
        <p:nvPr/>
      </p:nvGrpSpPr>
      <p:grpSpPr>
        <a:xfrm>
          <a:off x="0" y="0"/>
          <a:ext cx="0" cy="0"/>
          <a:chOff x="0" y="0"/>
          <a:chExt cx="0" cy="0"/>
        </a:xfrm>
      </p:grpSpPr>
      <p:sp>
        <p:nvSpPr>
          <p:cNvPr id="13" name="Picture Placeholder 4">
            <a:extLst>
              <a:ext uri="{FF2B5EF4-FFF2-40B4-BE49-F238E27FC236}">
                <a16:creationId xmlns:a16="http://schemas.microsoft.com/office/drawing/2014/main" id="{DC5E1181-A109-AE63-DA1D-E61B865C40E0}"/>
              </a:ext>
            </a:extLst>
          </p:cNvPr>
          <p:cNvSpPr>
            <a:spLocks noGrp="1"/>
          </p:cNvSpPr>
          <p:nvPr>
            <p:ph type="pic" sz="quarter" idx="14" hasCustomPrompt="1"/>
          </p:nvPr>
        </p:nvSpPr>
        <p:spPr>
          <a:xfrm>
            <a:off x="0" y="3284538"/>
            <a:ext cx="12188824" cy="3573462"/>
          </a:xfrm>
          <a:prstGeom prst="rect">
            <a:avLst/>
          </a:prstGeom>
          <a:solidFill>
            <a:srgbClr val="DDDDDD"/>
          </a:solidFill>
        </p:spPr>
        <p:txBody>
          <a:bodyPr lIns="216000" tIns="216000" rIns="216000" bIns="216000" anchor="b" anchorCtr="0"/>
          <a:lstStyle>
            <a:lvl1pPr algn="ctr">
              <a:defRPr sz="1000" b="0">
                <a:solidFill>
                  <a:schemeClr val="bg1">
                    <a:lumMod val="65000"/>
                  </a:schemeClr>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373143" cy="2172609"/>
          </a:xfrm>
          <a:noFill/>
        </p:spPr>
        <p:txBody>
          <a:bodyPr/>
          <a:lstStyle>
            <a:lvl1pPr marL="0" marR="0" indent="0" algn="l" defTabSz="914400" rtl="0" eaLnBrk="1" fontAlgn="base" latinLnBrk="0" hangingPunct="1">
              <a:lnSpc>
                <a:spcPct val="73000"/>
              </a:lnSpc>
              <a:spcBef>
                <a:spcPct val="0"/>
              </a:spcBef>
              <a:spcAft>
                <a:spcPct val="0"/>
              </a:spcAft>
              <a:buClrTx/>
              <a:buSzTx/>
              <a:buFontTx/>
              <a:buNone/>
              <a:tabLst/>
              <a:defRPr sz="94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headline</a:t>
            </a:r>
            <a:endParaRPr lang="en-US"/>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5373143" cy="384465"/>
          </a:xfrm>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sp>
        <p:nvSpPr>
          <p:cNvPr id="3" name="Pladsholder til billede 6">
            <a:extLst>
              <a:ext uri="{FF2B5EF4-FFF2-40B4-BE49-F238E27FC236}">
                <a16:creationId xmlns:a16="http://schemas.microsoft.com/office/drawing/2014/main" id="{05D2A454-088D-9ADB-668A-0C02DA146B57}"/>
              </a:ext>
            </a:extLst>
          </p:cNvPr>
          <p:cNvSpPr>
            <a:spLocks noGrp="1"/>
          </p:cNvSpPr>
          <p:nvPr>
            <p:ph type="pic" sz="quarter" idx="15"/>
          </p:nvPr>
        </p:nvSpPr>
        <p:spPr>
          <a:xfrm>
            <a:off x="288000" y="6476852"/>
            <a:ext cx="471600" cy="1656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5" name="Pladsholder til billede 6">
            <a:extLst>
              <a:ext uri="{FF2B5EF4-FFF2-40B4-BE49-F238E27FC236}">
                <a16:creationId xmlns:a16="http://schemas.microsoft.com/office/drawing/2014/main" id="{708F7232-4661-49A2-846E-F1584A7CCF58}"/>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7587459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614049"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53AA85D1-5521-7BB0-19A3-8E01E96FE74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A50CE8DD-5860-6327-B0B5-D7FEE992540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30468787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11B0D7C-8A37-95E7-E721-139BAC9DDAB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CEBC8C68-33FA-4C67-D209-B8498FEF83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2110456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C0991E85-0A40-2A2A-87E0-B0E5F7EB8D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8D66167C-05B4-F482-4EFA-A1EE5DE827B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6365164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LE: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7B7102BC-5F2F-ED62-5E78-0FD68C11D1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77B109B4-CDF7-902F-BDAC-14C0DA19F89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5436923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5"/>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5"/>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5"/>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5"/>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5"/>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6" name="Grafik 5">
            <a:extLst>
              <a:ext uri="{FF2B5EF4-FFF2-40B4-BE49-F238E27FC236}">
                <a16:creationId xmlns:a16="http://schemas.microsoft.com/office/drawing/2014/main" id="{6A2675E4-048D-5B4E-B994-A6339D5DF21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62877BF0-2866-9849-6634-26A698D23882}"/>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1278148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TITLE: Burgundy + 5th element">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5999"/>
          </a:xfrm>
          <a:noFill/>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a:noFill/>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a:noFill/>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noFill/>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a:noFill/>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13" name="Grafik 12">
            <a:extLst>
              <a:ext uri="{FF2B5EF4-FFF2-40B4-BE49-F238E27FC236}">
                <a16:creationId xmlns:a16="http://schemas.microsoft.com/office/drawing/2014/main" id="{58CFA732-7548-BDA4-2294-BA15EC4273D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4966527"/>
            <a:ext cx="3476424" cy="1188521"/>
          </a:xfrm>
          <a:prstGeom prst="rect">
            <a:avLst/>
          </a:prstGeom>
        </p:spPr>
      </p:pic>
      <p:pic>
        <p:nvPicPr>
          <p:cNvPr id="6" name="Grafik 5">
            <a:extLst>
              <a:ext uri="{FF2B5EF4-FFF2-40B4-BE49-F238E27FC236}">
                <a16:creationId xmlns:a16="http://schemas.microsoft.com/office/drawing/2014/main" id="{6077DBD2-699F-7C0A-E4ED-C836233C238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11549C6B-A576-0970-ED21-B74DEEE5EBA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804469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Plum + 5th element">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6"/>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696713"/>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2178"/>
          <a:stretch>
            <a:fillRect/>
          </a:stretch>
        </p:blipFill>
        <p:spPr>
          <a:xfrm rot="5400000">
            <a:off x="9057374" y="3733046"/>
            <a:ext cx="3812533" cy="1319517"/>
          </a:xfrm>
          <a:prstGeom prst="rect">
            <a:avLst/>
          </a:prstGeom>
        </p:spPr>
      </p:pic>
      <p:pic>
        <p:nvPicPr>
          <p:cNvPr id="6" name="Grafik 5">
            <a:extLst>
              <a:ext uri="{FF2B5EF4-FFF2-40B4-BE49-F238E27FC236}">
                <a16:creationId xmlns:a16="http://schemas.microsoft.com/office/drawing/2014/main" id="{887736D1-D24D-2B04-757A-B7BEB5C6243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D53F98C-C2CC-381F-C2D7-B2B75012023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39235952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TITLE: Cream + 5th element">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45688"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16591"/>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E7732CEE-99E9-8A15-9AC5-8BC52FCE949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2928E290-1DF9-1B35-8E31-610A3CB9B9D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21405086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ITLE: Ash grey + 5th elemen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11757598" cy="183600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Enter two-line headline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2484000"/>
            <a:ext cx="9936213" cy="384465"/>
          </a:xfrm>
        </p:spPr>
        <p:txBody>
          <a:bodyPr/>
          <a:lstStyle>
            <a:lvl1pPr>
              <a:defRPr sz="2100">
                <a:solidFill>
                  <a:schemeClr val="tx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Enter sub headline here</a:t>
            </a:r>
          </a:p>
        </p:txBody>
      </p:sp>
      <p:pic>
        <p:nvPicPr>
          <p:cNvPr id="8" name="Grafik 7">
            <a:extLst>
              <a:ext uri="{FF2B5EF4-FFF2-40B4-BE49-F238E27FC236}">
                <a16:creationId xmlns:a16="http://schemas.microsoft.com/office/drawing/2014/main" id="{CD4156A5-0776-BD03-79C8-1F4EFF2FD3CB}"/>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3776225"/>
            <a:ext cx="5999705" cy="2474106"/>
          </a:xfrm>
          <a:prstGeom prst="rect">
            <a:avLst/>
          </a:prstGeom>
        </p:spPr>
      </p:pic>
      <p:pic>
        <p:nvPicPr>
          <p:cNvPr id="10" name="Grafik 9">
            <a:extLst>
              <a:ext uri="{FF2B5EF4-FFF2-40B4-BE49-F238E27FC236}">
                <a16:creationId xmlns:a16="http://schemas.microsoft.com/office/drawing/2014/main" id="{73E7C1D6-D4CF-84F3-110D-F884D4082A2D}"/>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9878"/>
          <a:stretch>
            <a:fillRect/>
          </a:stretch>
        </p:blipFill>
        <p:spPr>
          <a:xfrm>
            <a:off x="9699585" y="3900667"/>
            <a:ext cx="2489240" cy="1319517"/>
          </a:xfrm>
          <a:prstGeom prst="rect">
            <a:avLst/>
          </a:prstGeom>
        </p:spPr>
      </p:pic>
      <p:pic>
        <p:nvPicPr>
          <p:cNvPr id="6" name="Grafik 5">
            <a:extLst>
              <a:ext uri="{FF2B5EF4-FFF2-40B4-BE49-F238E27FC236}">
                <a16:creationId xmlns:a16="http://schemas.microsoft.com/office/drawing/2014/main" id="{31FE0C46-3F4C-A7C0-EF32-30BEDC29F7B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476852"/>
            <a:ext cx="471597" cy="165330"/>
          </a:xfrm>
          <a:prstGeom prst="rect">
            <a:avLst/>
          </a:prstGeom>
        </p:spPr>
      </p:pic>
      <p:pic>
        <p:nvPicPr>
          <p:cNvPr id="7" name="Picture 3">
            <a:extLst>
              <a:ext uri="{FF2B5EF4-FFF2-40B4-BE49-F238E27FC236}">
                <a16:creationId xmlns:a16="http://schemas.microsoft.com/office/drawing/2014/main" id="{064767AC-8F98-EE20-A83E-484A36B8E8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271600" y="6476852"/>
            <a:ext cx="628551" cy="163852"/>
          </a:xfrm>
          <a:prstGeom prst="rect">
            <a:avLst/>
          </a:prstGeom>
        </p:spPr>
      </p:pic>
    </p:spTree>
    <p:extLst>
      <p:ext uri="{BB962C8B-B14F-4D97-AF65-F5344CB8AC3E}">
        <p14:creationId xmlns:p14="http://schemas.microsoft.com/office/powerpoint/2010/main" val="13328335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AGENDA: Overview">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1914096"/>
          </a:xfrm>
        </p:spPr>
        <p:txBody>
          <a:bodyPr/>
          <a:lstStyle>
            <a:lvl1pPr>
              <a:defRPr sz="2800"/>
            </a:lvl1pPr>
          </a:lstStyle>
          <a:p>
            <a:r>
              <a:rPr lang="da-DK"/>
              <a:t>Agenda:</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3" y="288000"/>
            <a:ext cx="5752412" cy="5871007"/>
          </a:xfrm>
          <a:prstGeom prst="rect">
            <a:avLst/>
          </a:prstGeom>
        </p:spPr>
        <p:txBody>
          <a:bodyPr vert="horz" lIns="0" tIns="0" rIns="0" bIns="0" rtlCol="0">
            <a:noAutofit/>
          </a:bodyPr>
          <a:lstStyle>
            <a:lvl1pPr marL="0" indent="0">
              <a:lnSpc>
                <a:spcPct val="82000"/>
              </a:lnSpc>
              <a:spcAft>
                <a:spcPts val="1000"/>
              </a:spcAft>
              <a:tabLst>
                <a:tab pos="700088" algn="l"/>
              </a:tabLst>
              <a:defRPr sz="2800"/>
            </a:lvl1pPr>
          </a:lstStyle>
          <a:p>
            <a:pPr lvl="0"/>
            <a:r>
              <a:rPr lang="da-DK"/>
              <a:t>01	Insert agenda</a:t>
            </a:r>
          </a:p>
        </p:txBody>
      </p:sp>
    </p:spTree>
    <p:extLst>
      <p:ext uri="{BB962C8B-B14F-4D97-AF65-F5344CB8AC3E}">
        <p14:creationId xmlns:p14="http://schemas.microsoft.com/office/powerpoint/2010/main" val="32881033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GENDA: Chapt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88000"/>
            <a:ext cx="5752412" cy="729762"/>
          </a:xfrm>
        </p:spPr>
        <p:txBody>
          <a:bodyPr/>
          <a:lstStyle>
            <a:lvl1pPr>
              <a:defRPr sz="1400"/>
            </a:lvl1pPr>
          </a:lstStyle>
          <a:p>
            <a:r>
              <a:rPr lang="da-DK"/>
              <a:t>Lille overskrift</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45882" y="1527349"/>
            <a:ext cx="5752413" cy="4518248"/>
          </a:xfrm>
          <a:prstGeom prst="rect">
            <a:avLst/>
          </a:prstGeom>
        </p:spPr>
        <p:txBody>
          <a:bodyPr vert="horz" lIns="0" tIns="0" rIns="0" bIns="0" rtlCol="0">
            <a:noAutofit/>
          </a:bodyPr>
          <a:lstStyle>
            <a:lvl1pPr marL="0" indent="0">
              <a:lnSpc>
                <a:spcPct val="114000"/>
              </a:lnSpc>
              <a:tabLst>
                <a:tab pos="700088" algn="l"/>
              </a:tabLst>
              <a:defRPr sz="1400"/>
            </a:lvl1pPr>
          </a:lstStyle>
          <a:p>
            <a:pPr lvl="0"/>
            <a:r>
              <a:rPr lang="da-DK"/>
              <a:t>Lorem ipsum dolor</a:t>
            </a:r>
          </a:p>
        </p:txBody>
      </p:sp>
      <p:sp>
        <p:nvSpPr>
          <p:cNvPr id="11" name="Pladsholder til tekst 10">
            <a:extLst>
              <a:ext uri="{FF2B5EF4-FFF2-40B4-BE49-F238E27FC236}">
                <a16:creationId xmlns:a16="http://schemas.microsoft.com/office/drawing/2014/main" id="{EED9D04D-6128-AC4A-0414-C7A4607D566D}"/>
              </a:ext>
            </a:extLst>
          </p:cNvPr>
          <p:cNvSpPr>
            <a:spLocks noGrp="1"/>
          </p:cNvSpPr>
          <p:nvPr>
            <p:ph type="body" sz="quarter" idx="16" hasCustomPrompt="1"/>
          </p:nvPr>
        </p:nvSpPr>
        <p:spPr>
          <a:xfrm>
            <a:off x="288000" y="1366575"/>
            <a:ext cx="5752412" cy="4679021"/>
          </a:xfrm>
        </p:spPr>
        <p:txBody>
          <a:bodyPr/>
          <a:lstStyle>
            <a:lvl1pPr>
              <a:lnSpc>
                <a:spcPct val="85000"/>
              </a:lnSpc>
              <a:defRPr sz="4800"/>
            </a:lvl1pPr>
            <a:lvl2pPr>
              <a:lnSpc>
                <a:spcPct val="85000"/>
              </a:lnSpc>
              <a:defRPr sz="4800">
                <a:solidFill>
                  <a:schemeClr val="tx2">
                    <a:alpha val="30000"/>
                  </a:schemeClr>
                </a:solidFill>
              </a:defRPr>
            </a:lvl2pPr>
          </a:lstStyle>
          <a:p>
            <a:pPr lvl="0"/>
            <a:r>
              <a:rPr lang="da-DK"/>
              <a:t>Active agenda point</a:t>
            </a:r>
          </a:p>
          <a:p>
            <a:pPr lvl="1"/>
            <a:r>
              <a:rPr lang="da-DK"/>
              <a:t>Inactive agenda point</a:t>
            </a:r>
            <a:endParaRPr lang="en-US"/>
          </a:p>
        </p:txBody>
      </p:sp>
    </p:spTree>
    <p:extLst>
      <p:ext uri="{BB962C8B-B14F-4D97-AF65-F5344CB8AC3E}">
        <p14:creationId xmlns:p14="http://schemas.microsoft.com/office/powerpoint/2010/main" val="10003126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Harbour Mist">
    <p:bg>
      <p:bgPr>
        <a:solidFill>
          <a:schemeClr val="accent6"/>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Tree>
    <p:extLst>
      <p:ext uri="{BB962C8B-B14F-4D97-AF65-F5344CB8AC3E}">
        <p14:creationId xmlns:p14="http://schemas.microsoft.com/office/powerpoint/2010/main" val="4179681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HAPTER: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6"/>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6"/>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6"/>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6"/>
                </a:solidFill>
              </a:defRPr>
            </a:lvl1pPr>
          </a:lstStyle>
          <a:p>
            <a:endParaRPr lang="da-DK"/>
          </a:p>
        </p:txBody>
      </p:sp>
      <p:grpSp>
        <p:nvGrpSpPr>
          <p:cNvPr id="12" name="Gruppe 11">
            <a:extLst>
              <a:ext uri="{FF2B5EF4-FFF2-40B4-BE49-F238E27FC236}">
                <a16:creationId xmlns:a16="http://schemas.microsoft.com/office/drawing/2014/main" id="{47273FC3-7207-5CE4-6495-AE393CB521DE}"/>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7E0AE36E-72DE-C851-4E5D-1B09E158A5A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83113775-0A7B-3B6B-0F5E-02CE7634AE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18736557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HAPTER: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grpSp>
        <p:nvGrpSpPr>
          <p:cNvPr id="9" name="Gruppe 8">
            <a:extLst>
              <a:ext uri="{FF2B5EF4-FFF2-40B4-BE49-F238E27FC236}">
                <a16:creationId xmlns:a16="http://schemas.microsoft.com/office/drawing/2014/main" id="{66C087D5-DC6A-6B60-0FF3-97396BD91628}"/>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55CF8ACC-7290-04F7-C968-242A23AC2C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BF79A80E-286C-7587-3932-8161BEE657E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140129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HAPTER: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52413" cy="5871007"/>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pPr algn="l" rtl="0" fontAlgn="base">
              <a:spcBef>
                <a:spcPct val="0"/>
              </a:spcBef>
              <a:spcAft>
                <a:spcPct val="0"/>
              </a:spcAft>
            </a:pPr>
            <a:endParaRPr lang="da-DK"/>
          </a:p>
        </p:txBody>
      </p:sp>
      <p:grpSp>
        <p:nvGrpSpPr>
          <p:cNvPr id="9" name="Gruppe 8">
            <a:extLst>
              <a:ext uri="{FF2B5EF4-FFF2-40B4-BE49-F238E27FC236}">
                <a16:creationId xmlns:a16="http://schemas.microsoft.com/office/drawing/2014/main" id="{BD187628-B1D2-EDFC-EED9-37F94DF81CE0}"/>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4E8356EB-FE57-5F35-0E8D-2CB08305CFD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008099EF-E4BD-8712-7FBA-06133A6AA2E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8049847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HAPTER: White with intro">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tx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tx2"/>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spTree>
    <p:extLst>
      <p:ext uri="{BB962C8B-B14F-4D97-AF65-F5344CB8AC3E}">
        <p14:creationId xmlns:p14="http://schemas.microsoft.com/office/powerpoint/2010/main" val="3173315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CHAPTER: Burgundy with intro">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938" cy="1093915"/>
          </a:xfrm>
        </p:spPr>
        <p:txBody>
          <a:bodyPr/>
          <a:lstStyle>
            <a:lvl1pPr marL="0" marR="0" indent="0" algn="l" defTabSz="914400" rtl="0" eaLnBrk="1" fontAlgn="base" latinLnBrk="0" hangingPunct="1">
              <a:lnSpc>
                <a:spcPct val="85000"/>
              </a:lnSpc>
              <a:spcBef>
                <a:spcPct val="0"/>
              </a:spcBef>
              <a:spcAft>
                <a:spcPct val="0"/>
              </a:spcAft>
              <a:buClrTx/>
              <a:buSzTx/>
              <a:buFontTx/>
              <a:buNone/>
              <a:tabLst/>
              <a:defRPr sz="48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9" name="Pladsholder til tekst 8">
            <a:extLst>
              <a:ext uri="{FF2B5EF4-FFF2-40B4-BE49-F238E27FC236}">
                <a16:creationId xmlns:a16="http://schemas.microsoft.com/office/drawing/2014/main" id="{3914F537-4879-B017-5697-B4DB9558A4FB}"/>
              </a:ext>
            </a:extLst>
          </p:cNvPr>
          <p:cNvSpPr>
            <a:spLocks noGrp="1"/>
          </p:cNvSpPr>
          <p:nvPr>
            <p:ph type="body" sz="quarter" idx="13"/>
          </p:nvPr>
        </p:nvSpPr>
        <p:spPr>
          <a:xfrm>
            <a:off x="288000" y="1425575"/>
            <a:ext cx="5754941" cy="2003425"/>
          </a:xfrm>
        </p:spPr>
        <p:txBody>
          <a:bodyPr/>
          <a:lstStyle>
            <a:lvl1pPr>
              <a:defRPr sz="1600">
                <a:solidFill>
                  <a:schemeClr val="accent1"/>
                </a:solidFill>
              </a:defRPr>
            </a:lvl1pPr>
            <a:lvl2pPr>
              <a:defRPr sz="2400">
                <a:solidFill>
                  <a:schemeClr val="accent1"/>
                </a:solidFill>
              </a:defRPr>
            </a:lvl2pPr>
            <a:lvl3pPr>
              <a:defRPr sz="1600">
                <a:solidFill>
                  <a:schemeClr val="accent1"/>
                </a:solidFill>
              </a:defRPr>
            </a:lvl3pPr>
            <a:lvl4pPr>
              <a:defRPr sz="1600">
                <a:solidFill>
                  <a:schemeClr val="accent1"/>
                </a:solidFill>
              </a:defRPr>
            </a:lvl4pPr>
            <a:lvl5pPr>
              <a:defRPr sz="1600">
                <a:solidFill>
                  <a:schemeClr val="accent1"/>
                </a:solidFill>
              </a:defRPr>
            </a:lvl5pPr>
          </a:lstStyle>
          <a:p>
            <a:pPr lvl="0"/>
            <a:r>
              <a:rPr lang="da-DK"/>
              <a:t>Klik for at redigere teksttypografierne i masteren</a:t>
            </a:r>
          </a:p>
        </p:txBody>
      </p:sp>
      <p:grpSp>
        <p:nvGrpSpPr>
          <p:cNvPr id="10" name="Gruppe 9">
            <a:extLst>
              <a:ext uri="{FF2B5EF4-FFF2-40B4-BE49-F238E27FC236}">
                <a16:creationId xmlns:a16="http://schemas.microsoft.com/office/drawing/2014/main" id="{C937F0F9-666B-3581-C50A-9C5CE7FAAD16}"/>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6EEF6441-3C8C-67A3-1B7E-A353E5080A2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647EBEBF-D17B-FA2C-8747-C20CA1550258}"/>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6044970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EXT: Bullet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880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lvl1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22709526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Bullets Cream">
    <p:bg>
      <p:bgPr>
        <a:solidFill>
          <a:schemeClr val="accent4"/>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3"/>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09880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vl6pPr>
              <a:defRPr>
                <a:solidFill>
                  <a:schemeClr val="accent3"/>
                </a:solidFill>
              </a:defRPr>
            </a:lvl6pPr>
            <a:lvl7pPr>
              <a:defRPr>
                <a:solidFill>
                  <a:schemeClr val="accent3"/>
                </a:solidFill>
              </a:defRPr>
            </a:lvl7pPr>
            <a:lvl8pPr>
              <a:defRPr>
                <a:solidFill>
                  <a:schemeClr val="accent3"/>
                </a:solidFill>
              </a:defRPr>
            </a:lvl8pPr>
            <a:lvl9pPr>
              <a:defRPr>
                <a:solidFill>
                  <a:schemeClr val="accent3"/>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8" name="Grafik 7">
            <a:extLst>
              <a:ext uri="{FF2B5EF4-FFF2-40B4-BE49-F238E27FC236}">
                <a16:creationId xmlns:a16="http://schemas.microsoft.com/office/drawing/2014/main" id="{E47BC1D8-7841-587D-D6F2-0F4E94E77789}"/>
              </a:ext>
            </a:extLst>
          </p:cNvPr>
          <p:cNvPicPr>
            <a:picLocks noChangeAspect="1"/>
          </p:cNvPicPr>
          <p:nvPr userDrawn="1"/>
        </p:nvPicPr>
        <p:blipFill>
          <a:blip>
            <a:extLst>
              <a:ext uri="{96DAC541-7B7A-43D3-8B79-37D633B846F1}">
                <asvg:svgBlip xmlns:asvg="http://schemas.microsoft.com/office/drawing/2016/SVG/main" r:embed="rId2"/>
              </a:ext>
            </a:extLst>
          </a:blip>
          <a:srcRect t="12759"/>
          <a:stretch>
            <a:fillRect/>
          </a:stretch>
        </p:blipFill>
        <p:spPr>
          <a:xfrm>
            <a:off x="10381622" y="0"/>
            <a:ext cx="1054836" cy="4250682"/>
          </a:xfrm>
          <a:prstGeom prst="rect">
            <a:avLst/>
          </a:prstGeom>
        </p:spPr>
      </p:pic>
      <p:grpSp>
        <p:nvGrpSpPr>
          <p:cNvPr id="11" name="Gruppe 10">
            <a:extLst>
              <a:ext uri="{FF2B5EF4-FFF2-40B4-BE49-F238E27FC236}">
                <a16:creationId xmlns:a16="http://schemas.microsoft.com/office/drawing/2014/main" id="{FD5A3296-E541-09D6-852A-EB28BF3EB849}"/>
              </a:ext>
            </a:extLst>
          </p:cNvPr>
          <p:cNvGrpSpPr/>
          <p:nvPr userDrawn="1"/>
        </p:nvGrpSpPr>
        <p:grpSpPr>
          <a:xfrm>
            <a:off x="288000" y="6490800"/>
            <a:ext cx="11614351" cy="118982"/>
            <a:chOff x="288000" y="6523200"/>
            <a:chExt cx="11614351" cy="118982"/>
          </a:xfrm>
        </p:grpSpPr>
        <p:pic>
          <p:nvPicPr>
            <p:cNvPr id="6" name="Grafik 5">
              <a:extLst>
                <a:ext uri="{FF2B5EF4-FFF2-40B4-BE49-F238E27FC236}">
                  <a16:creationId xmlns:a16="http://schemas.microsoft.com/office/drawing/2014/main" id="{B18A55F3-43CE-EB26-C8D2-3CE18966E4E1}"/>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0122DFB9-F8AA-2D84-93F5-696D90AD2546}"/>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34206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Bullets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accent1"/>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spcAft>
                <a:spcPts val="1200"/>
              </a:spcAft>
              <a:buFont typeface="Arial" panose="020B0604020202020204" pitchFamily="34" charset="0"/>
              <a:buChar char="•"/>
              <a:defRPr sz="1800">
                <a:solidFill>
                  <a:schemeClr val="accent1"/>
                </a:solidFill>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vl6pPr>
              <a:defRPr>
                <a:solidFill>
                  <a:schemeClr val="accent1"/>
                </a:solidFill>
              </a:defRPr>
            </a:lvl6pPr>
            <a:lvl7pPr>
              <a:defRPr>
                <a:solidFill>
                  <a:schemeClr val="accent1"/>
                </a:solidFill>
              </a:defRPr>
            </a:lvl7pPr>
            <a:lvl8pPr>
              <a:defRPr>
                <a:solidFill>
                  <a:schemeClr val="accent1"/>
                </a:solidFill>
              </a:defRPr>
            </a:lvl8pPr>
            <a:lvl9pPr>
              <a:defRPr>
                <a:solidFill>
                  <a:schemeClr val="accent1"/>
                </a:solidFill>
              </a:defRPr>
            </a:lvl9p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pic>
        <p:nvPicPr>
          <p:cNvPr id="13" name="Grafik 12">
            <a:extLst>
              <a:ext uri="{FF2B5EF4-FFF2-40B4-BE49-F238E27FC236}">
                <a16:creationId xmlns:a16="http://schemas.microsoft.com/office/drawing/2014/main" id="{09D37294-9A68-3040-0664-F2FEE5DE5D7C}"/>
              </a:ext>
            </a:extLst>
          </p:cNvPr>
          <p:cNvPicPr>
            <a:picLocks noChangeAspect="1"/>
          </p:cNvPicPr>
          <p:nvPr userDrawn="1"/>
        </p:nvPicPr>
        <p:blipFill>
          <a:blip>
            <a:extLst>
              <a:ext uri="{96DAC541-7B7A-43D3-8B79-37D633B846F1}">
                <asvg:svgBlip xmlns:asvg="http://schemas.microsoft.com/office/drawing/2016/SVG/main" r:embed="rId2"/>
              </a:ext>
            </a:extLst>
          </a:blip>
          <a:srcRect r="3874"/>
          <a:stretch>
            <a:fillRect/>
          </a:stretch>
        </p:blipFill>
        <p:spPr>
          <a:xfrm>
            <a:off x="8422641" y="4374106"/>
            <a:ext cx="3766184" cy="1054836"/>
          </a:xfrm>
          <a:prstGeom prst="rect">
            <a:avLst/>
          </a:prstGeom>
        </p:spPr>
      </p:pic>
      <p:grpSp>
        <p:nvGrpSpPr>
          <p:cNvPr id="10" name="Gruppe 9">
            <a:extLst>
              <a:ext uri="{FF2B5EF4-FFF2-40B4-BE49-F238E27FC236}">
                <a16:creationId xmlns:a16="http://schemas.microsoft.com/office/drawing/2014/main" id="{21BCBC63-B8F9-7D87-7E7A-429AC1C5A1EA}"/>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ADD39CD-4E43-3347-4ED2-61C4B7EA49E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C2CD423B-270E-2159-48F7-5DE7C86E8DA3}"/>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5110852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ullets Ash Grey">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solidFill>
                  <a:schemeClr val="tx2"/>
                </a:solidFill>
              </a:defRPr>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288000" y="2100420"/>
            <a:ext cx="5662413" cy="4090173"/>
          </a:xfrm>
          <a:prstGeom prst="rect">
            <a:avLst/>
          </a:prstGeom>
        </p:spPr>
        <p:txBody>
          <a:bodyPr vert="horz" lIns="0" tIns="0" rIns="0" bIns="0" rtlCol="0">
            <a:noAutofit/>
          </a:bodyPr>
          <a:lstStyle>
            <a:lvl1pPr marL="285750" indent="-285750">
              <a:lnSpc>
                <a:spcPct val="100000"/>
              </a:lnSpc>
              <a:spcAft>
                <a:spcPts val="600"/>
              </a:spcAft>
              <a:buFont typeface="Arial" panose="020B0604020202020204" pitchFamily="34" charset="0"/>
              <a:buChar char="•"/>
              <a:defRPr sz="1800">
                <a:solidFill>
                  <a:schemeClr val="tx2"/>
                </a:solidFill>
              </a:defRPr>
            </a:lvl1pPr>
            <a:lvl2pPr marL="536575" indent="-225425">
              <a:lnSpc>
                <a:spcPct val="100000"/>
              </a:lnSpc>
              <a:spcAft>
                <a:spcPts val="600"/>
              </a:spcAft>
              <a:buFont typeface="Arial" panose="020B0604020202020204" pitchFamily="34" charset="0"/>
              <a:buChar char="•"/>
              <a:tabLst/>
              <a:defRPr sz="1800">
                <a:solidFill>
                  <a:schemeClr val="tx2"/>
                </a:solidFill>
              </a:defRPr>
            </a:lvl2pPr>
            <a:lvl3pPr marL="806450" indent="-215900">
              <a:spcAft>
                <a:spcPts val="600"/>
              </a:spcAft>
              <a:tabLst>
                <a:tab pos="569913" algn="l"/>
              </a:tabLst>
              <a:defRPr sz="1800">
                <a:solidFill>
                  <a:schemeClr val="tx2"/>
                </a:solidFill>
              </a:defRPr>
            </a:lvl3pPr>
            <a:lvl4pPr marL="1022350" indent="-215900">
              <a:spcAft>
                <a:spcPts val="600"/>
              </a:spcAft>
              <a:tabLst/>
              <a:defRPr sz="1800">
                <a:solidFill>
                  <a:schemeClr val="tx2"/>
                </a:solidFill>
              </a:defRPr>
            </a:lvl4pPr>
            <a:lvl5pPr>
              <a:spcAft>
                <a:spcPts val="600"/>
              </a:spcAft>
              <a:buNone/>
              <a:defRPr sz="1800">
                <a:solidFill>
                  <a:schemeClr val="tx2"/>
                </a:solidFill>
              </a:defRPr>
            </a:lvl5pPr>
            <a:lvl6pPr>
              <a:spcAft>
                <a:spcPts val="600"/>
              </a:spcAft>
              <a:defRPr sz="1800">
                <a:solidFill>
                  <a:schemeClr val="tx2"/>
                </a:solidFill>
              </a:defRPr>
            </a:lvl6pPr>
            <a:lvl7pPr>
              <a:spcAft>
                <a:spcPts val="600"/>
              </a:spcAft>
              <a:defRPr sz="1800">
                <a:solidFill>
                  <a:schemeClr val="tx2"/>
                </a:solidFill>
              </a:defRPr>
            </a:lvl7pPr>
            <a:lvl8pPr>
              <a:spcAft>
                <a:spcPts val="600"/>
              </a:spcAft>
              <a:defRPr sz="1800">
                <a:solidFill>
                  <a:schemeClr val="tx2"/>
                </a:solidFill>
              </a:defRPr>
            </a:lvl8pPr>
            <a:lvl9pPr>
              <a:spcAft>
                <a:spcPts val="600"/>
              </a:spcAft>
              <a:defRPr sz="1800">
                <a:solidFill>
                  <a:schemeClr val="tx2"/>
                </a:solidFill>
              </a:defRPr>
            </a:lvl9pPr>
          </a:lstStyle>
          <a:p>
            <a:pPr lvl="0"/>
            <a:r>
              <a:rPr lang="da-DK"/>
              <a:t>Første niveau</a:t>
            </a:r>
          </a:p>
          <a:p>
            <a:pPr lvl="1"/>
            <a:r>
              <a:rPr lang="da-DK"/>
              <a:t>Andet niveau</a:t>
            </a:r>
          </a:p>
          <a:p>
            <a:pPr lvl="2"/>
            <a:r>
              <a:rPr lang="da-DK"/>
              <a:t>Tredje niveau</a:t>
            </a:r>
          </a:p>
          <a:p>
            <a:pPr lvl="3"/>
            <a:r>
              <a:rPr lang="da-DK"/>
              <a:t>Fjerde niveau</a:t>
            </a:r>
          </a:p>
        </p:txBody>
      </p:sp>
      <p:pic>
        <p:nvPicPr>
          <p:cNvPr id="9" name="Grafik 8">
            <a:extLst>
              <a:ext uri="{FF2B5EF4-FFF2-40B4-BE49-F238E27FC236}">
                <a16:creationId xmlns:a16="http://schemas.microsoft.com/office/drawing/2014/main" id="{703FFE0B-7E4F-F6A1-8391-1A22CC8CE845}"/>
              </a:ext>
            </a:extLst>
          </p:cNvPr>
          <p:cNvPicPr>
            <a:picLocks noChangeAspect="1"/>
          </p:cNvPicPr>
          <p:nvPr userDrawn="1"/>
        </p:nvPicPr>
        <p:blipFill>
          <a:blip>
            <a:extLst>
              <a:ext uri="{96DAC541-7B7A-43D3-8B79-37D633B846F1}">
                <asvg:svgBlip xmlns:asvg="http://schemas.microsoft.com/office/drawing/2016/SVG/main" r:embed="rId2"/>
              </a:ext>
            </a:extLst>
          </a:blip>
          <a:srcRect l="38632" t="46667" r="12846"/>
          <a:stretch>
            <a:fillRect/>
          </a:stretch>
        </p:blipFill>
        <p:spPr>
          <a:xfrm>
            <a:off x="9277708" y="4475055"/>
            <a:ext cx="2911117" cy="1319517"/>
          </a:xfrm>
          <a:prstGeom prst="rect">
            <a:avLst/>
          </a:prstGeom>
        </p:spPr>
      </p:pic>
    </p:spTree>
    <p:extLst>
      <p:ext uri="{BB962C8B-B14F-4D97-AF65-F5344CB8AC3E}">
        <p14:creationId xmlns:p14="http://schemas.microsoft.com/office/powerpoint/2010/main" val="33862860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Two column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26800"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tekst 2">
            <a:extLst>
              <a:ext uri="{FF2B5EF4-FFF2-40B4-BE49-F238E27FC236}">
                <a16:creationId xmlns:a16="http://schemas.microsoft.com/office/drawing/2014/main" id="{32F48FB4-1803-D5BE-A253-06D1E0319CEE}"/>
              </a:ext>
            </a:extLst>
          </p:cNvPr>
          <p:cNvSpPr>
            <a:spLocks noGrp="1"/>
          </p:cNvSpPr>
          <p:nvPr>
            <p:ph idx="14" hasCustomPrompt="1"/>
          </p:nvPr>
        </p:nvSpPr>
        <p:spPr>
          <a:xfrm>
            <a:off x="324000" y="2289600"/>
            <a:ext cx="56268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8" name="Pladsholder til tekst 2">
            <a:extLst>
              <a:ext uri="{FF2B5EF4-FFF2-40B4-BE49-F238E27FC236}">
                <a16:creationId xmlns:a16="http://schemas.microsoft.com/office/drawing/2014/main" id="{6A5B6E34-B432-FE81-249F-DCEFB1261BA9}"/>
              </a:ext>
            </a:extLst>
          </p:cNvPr>
          <p:cNvSpPr>
            <a:spLocks noGrp="1"/>
          </p:cNvSpPr>
          <p:nvPr>
            <p:ph idx="15" hasCustomPrompt="1"/>
          </p:nvPr>
        </p:nvSpPr>
        <p:spPr>
          <a:xfrm>
            <a:off x="6165850" y="2289600"/>
            <a:ext cx="5734976"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50263481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186602"/>
            <a:ext cx="5662026" cy="4081221"/>
          </a:xfrm>
          <a:prstGeom prst="rect">
            <a:avLst/>
          </a:prstGeom>
        </p:spPr>
        <p:txBody>
          <a:bodyPr vert="horz" lIns="0" tIns="0" rIns="0" bIns="0" rtlCol="0">
            <a:noAutofit/>
          </a:bodyPr>
          <a:lstStyle/>
          <a:p>
            <a:pPr lvl="1"/>
            <a:r>
              <a:rPr lang="da-DK"/>
              <a:t>Andet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45882" y="251999"/>
            <a:ext cx="5790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419006523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6166800" y="252000"/>
            <a:ext cx="5662026"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6800" y="2186602"/>
            <a:ext cx="5662026" cy="4081221"/>
          </a:xfrm>
          <a:prstGeom prst="rect">
            <a:avLst/>
          </a:prstGeom>
        </p:spPr>
        <p:txBody>
          <a:bodyPr vert="horz" lIns="0" tIns="0" rIns="0" bIns="0" rtlCol="0">
            <a:noAutofit/>
          </a:bodyPr>
          <a:lstStyle/>
          <a:p>
            <a:pPr lvl="1"/>
            <a:r>
              <a:rPr lang="da-DK"/>
              <a:t>Andet niveau</a:t>
            </a:r>
          </a:p>
        </p:txBody>
      </p:sp>
      <p:sp>
        <p:nvSpPr>
          <p:cNvPr id="6" name="Pladsholder til billede 12">
            <a:extLst>
              <a:ext uri="{FF2B5EF4-FFF2-40B4-BE49-F238E27FC236}">
                <a16:creationId xmlns:a16="http://schemas.microsoft.com/office/drawing/2014/main" id="{539ACA65-326F-70B4-778F-F6E890B92F38}"/>
              </a:ext>
            </a:extLst>
          </p:cNvPr>
          <p:cNvSpPr>
            <a:spLocks noGrp="1"/>
          </p:cNvSpPr>
          <p:nvPr>
            <p:ph type="pic" sz="quarter" idx="16"/>
          </p:nvPr>
        </p:nvSpPr>
        <p:spPr>
          <a:xfrm>
            <a:off x="252001" y="251999"/>
            <a:ext cx="5724000"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64839112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Graph">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026" cy="1244943"/>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324000" y="1618736"/>
            <a:ext cx="5626026" cy="4649088"/>
          </a:xfrm>
          <a:prstGeom prst="rect">
            <a:avLst/>
          </a:prstGeom>
        </p:spPr>
        <p:txBody>
          <a:bodyPr vert="horz" lIns="0" tIns="0" rIns="0" bIns="0" rtlCol="0" anchor="ctr" anchorCtr="0">
            <a:noAutofit/>
          </a:bodyPr>
          <a:lstStyle/>
          <a:p>
            <a:pPr lvl="1"/>
            <a:r>
              <a:rPr lang="da-DK"/>
              <a:t>Andet niveau</a:t>
            </a:r>
          </a:p>
        </p:txBody>
      </p:sp>
      <p:sp>
        <p:nvSpPr>
          <p:cNvPr id="7" name="Rektangel 6">
            <a:extLst>
              <a:ext uri="{FF2B5EF4-FFF2-40B4-BE49-F238E27FC236}">
                <a16:creationId xmlns:a16="http://schemas.microsoft.com/office/drawing/2014/main" id="{E1B29BB0-3703-A29C-E127-3D1BAA03F064}"/>
              </a:ext>
            </a:extLst>
          </p:cNvPr>
          <p:cNvSpPr/>
          <p:nvPr userDrawn="1"/>
        </p:nvSpPr>
        <p:spPr>
          <a:xfrm>
            <a:off x="6145882" y="252000"/>
            <a:ext cx="5790943" cy="6120000"/>
          </a:xfrm>
          <a:prstGeom prst="rect">
            <a:avLst/>
          </a:prstGeom>
          <a:solidFill>
            <a:schemeClr val="bg2"/>
          </a:solidFill>
          <a:ln w="1270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00" spc="-60" baseline="0" dirty="0" err="1">
              <a:solidFill>
                <a:schemeClr val="bg2"/>
              </a:solidFill>
              <a:cs typeface="Arial"/>
            </a:endParaRPr>
          </a:p>
        </p:txBody>
      </p:sp>
    </p:spTree>
    <p:extLst>
      <p:ext uri="{BB962C8B-B14F-4D97-AF65-F5344CB8AC3E}">
        <p14:creationId xmlns:p14="http://schemas.microsoft.com/office/powerpoint/2010/main" val="386734828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Small image lef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3284538"/>
            <a:ext cx="5754941"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5852" y="3284539"/>
            <a:ext cx="5734973"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38488201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Small image righ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6165852" y="252000"/>
            <a:ext cx="5734973" cy="3025141"/>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3284538"/>
            <a:ext cx="5734973" cy="3087461"/>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288000" y="3284539"/>
            <a:ext cx="5760000" cy="3004502"/>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65405409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Small image top">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760550" cy="3025140"/>
          </a:xfrm>
        </p:spPr>
        <p:txBody>
          <a:bodyPr/>
          <a:lstStyle>
            <a:lvl1pPr>
              <a:defRPr sz="2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3458623"/>
            <a:ext cx="5760000" cy="2870546"/>
          </a:xfrm>
          <a:prstGeom prst="rect">
            <a:avLst/>
          </a:prstGeom>
        </p:spPr>
        <p:txBody>
          <a:bodyPr vert="horz" lIns="0" tIns="0" rIns="0" bIns="0" rtlCol="0">
            <a:noAutofit/>
          </a:bodyPr>
          <a:lstStyle>
            <a:lvl1pPr>
              <a:defRPr sz="2000"/>
            </a:lvl1pPr>
          </a:lstStyle>
          <a:p>
            <a:pPr lvl="0"/>
            <a:r>
              <a:rPr lang="da-DK"/>
              <a:t>Første niveau</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2" y="252000"/>
            <a:ext cx="5734973" cy="3072202"/>
          </a:xfrm>
          <a:solidFill>
            <a:srgbClr val="DDDDDD"/>
          </a:solidFill>
        </p:spPr>
        <p:txBody>
          <a:bodyPr/>
          <a:lstStyle/>
          <a:p>
            <a:r>
              <a:rPr lang="da-DK"/>
              <a:t>Klik på ikonet for at tilføje et billede</a:t>
            </a:r>
            <a:endParaRPr lang="en-US"/>
          </a:p>
        </p:txBody>
      </p:sp>
      <p:sp>
        <p:nvSpPr>
          <p:cNvPr id="6" name="Pladsholder til tekst 2">
            <a:extLst>
              <a:ext uri="{FF2B5EF4-FFF2-40B4-BE49-F238E27FC236}">
                <a16:creationId xmlns:a16="http://schemas.microsoft.com/office/drawing/2014/main" id="{685F0CB9-8FF5-1F4B-8716-157083615791}"/>
              </a:ext>
            </a:extLst>
          </p:cNvPr>
          <p:cNvSpPr>
            <a:spLocks noGrp="1"/>
          </p:cNvSpPr>
          <p:nvPr>
            <p:ph idx="17" hasCustomPrompt="1"/>
          </p:nvPr>
        </p:nvSpPr>
        <p:spPr>
          <a:xfrm>
            <a:off x="6166800" y="3458623"/>
            <a:ext cx="5734025" cy="2870546"/>
          </a:xfrm>
          <a:prstGeom prst="rect">
            <a:avLst/>
          </a:prstGeom>
        </p:spPr>
        <p:txBody>
          <a:bodyPr vert="horz" lIns="0" tIns="0" rIns="0" bIns="0" rtlCol="0">
            <a:noAutofit/>
          </a:bodyPr>
          <a:lstStyle>
            <a:lvl1pPr marL="182563" indent="-182563">
              <a:buFont typeface="Arial" panose="020B0604020202020204" pitchFamily="34" charset="0"/>
              <a:buChar char="•"/>
              <a:tabLst/>
              <a:defRPr sz="2000"/>
            </a:lvl1pPr>
          </a:lstStyle>
          <a:p>
            <a:pPr lvl="0"/>
            <a:r>
              <a:rPr lang="da-DK"/>
              <a:t>Første niveau</a:t>
            </a:r>
          </a:p>
        </p:txBody>
      </p:sp>
    </p:spTree>
    <p:extLst>
      <p:ext uri="{BB962C8B-B14F-4D97-AF65-F5344CB8AC3E}">
        <p14:creationId xmlns:p14="http://schemas.microsoft.com/office/powerpoint/2010/main" val="105049431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Two boxes + im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9" name="Pladsholder til tekst 2">
            <a:extLst>
              <a:ext uri="{FF2B5EF4-FFF2-40B4-BE49-F238E27FC236}">
                <a16:creationId xmlns:a16="http://schemas.microsoft.com/office/drawing/2014/main" id="{14094B27-424E-B105-2502-44217314E769}"/>
              </a:ext>
            </a:extLst>
          </p:cNvPr>
          <p:cNvSpPr>
            <a:spLocks noGrp="1"/>
          </p:cNvSpPr>
          <p:nvPr>
            <p:ph idx="1" hasCustomPrompt="1"/>
          </p:nvPr>
        </p:nvSpPr>
        <p:spPr>
          <a:xfrm>
            <a:off x="288000" y="252000"/>
            <a:ext cx="5760551" cy="2980095"/>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6165850" y="3284538"/>
            <a:ext cx="5734975" cy="3087461"/>
          </a:xfrm>
          <a:solidFill>
            <a:srgbClr val="DDDDDD"/>
          </a:solidFill>
        </p:spPr>
        <p:txBody>
          <a:bodyPr/>
          <a:lstStyle/>
          <a:p>
            <a:r>
              <a:rPr lang="da-DK"/>
              <a:t>Klik på ikonet for at tilføje et billede</a:t>
            </a:r>
            <a:endParaRPr lang="en-US"/>
          </a:p>
        </p:txBody>
      </p:sp>
      <p:sp>
        <p:nvSpPr>
          <p:cNvPr id="2" name="Pladsholder til tekst 2">
            <a:extLst>
              <a:ext uri="{FF2B5EF4-FFF2-40B4-BE49-F238E27FC236}">
                <a16:creationId xmlns:a16="http://schemas.microsoft.com/office/drawing/2014/main" id="{613299D2-F360-0352-E069-75CD7126B9F4}"/>
              </a:ext>
            </a:extLst>
          </p:cNvPr>
          <p:cNvSpPr>
            <a:spLocks noGrp="1"/>
          </p:cNvSpPr>
          <p:nvPr>
            <p:ph idx="17" hasCustomPrompt="1"/>
          </p:nvPr>
        </p:nvSpPr>
        <p:spPr>
          <a:xfrm>
            <a:off x="288000" y="3284539"/>
            <a:ext cx="5760551" cy="2914248"/>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Tree>
    <p:extLst>
      <p:ext uri="{BB962C8B-B14F-4D97-AF65-F5344CB8AC3E}">
        <p14:creationId xmlns:p14="http://schemas.microsoft.com/office/powerpoint/2010/main" val="10721162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Image with detail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5157418"/>
            <a:ext cx="1778306" cy="1214581"/>
          </a:xfrm>
          <a:solidFill>
            <a:srgbClr val="DDDDDD"/>
          </a:solidFill>
        </p:spPr>
        <p:txBody>
          <a:bodyPr/>
          <a:lstStyle/>
          <a:p>
            <a:r>
              <a:rPr lang="da-DK"/>
              <a:t>Klik på ikonet for at tilføje et billede</a:t>
            </a:r>
            <a:endParaRPr lang="en-US"/>
          </a:p>
        </p:txBody>
      </p:sp>
      <p:sp>
        <p:nvSpPr>
          <p:cNvPr id="8" name="Pladsholder til billede 12">
            <a:extLst>
              <a:ext uri="{FF2B5EF4-FFF2-40B4-BE49-F238E27FC236}">
                <a16:creationId xmlns:a16="http://schemas.microsoft.com/office/drawing/2014/main" id="{B992AD73-19E7-2A24-F29F-804F071E35D6}"/>
              </a:ext>
            </a:extLst>
          </p:cNvPr>
          <p:cNvSpPr>
            <a:spLocks noGrp="1"/>
          </p:cNvSpPr>
          <p:nvPr>
            <p:ph type="pic" sz="quarter" idx="18"/>
          </p:nvPr>
        </p:nvSpPr>
        <p:spPr>
          <a:xfrm>
            <a:off x="2183782" y="5157418"/>
            <a:ext cx="891927" cy="1214581"/>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2F4965D8-A64F-C5F6-6EB2-E1B0823F0BA1}"/>
              </a:ext>
            </a:extLst>
          </p:cNvPr>
          <p:cNvSpPr>
            <a:spLocks noGrp="1"/>
          </p:cNvSpPr>
          <p:nvPr>
            <p:ph type="pic" sz="quarter" idx="19"/>
          </p:nvPr>
        </p:nvSpPr>
        <p:spPr>
          <a:xfrm>
            <a:off x="3193185" y="5157418"/>
            <a:ext cx="1820385" cy="1214581"/>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F326BAE5-EDE4-6130-BC59-D41D4A98C159}"/>
              </a:ext>
            </a:extLst>
          </p:cNvPr>
          <p:cNvSpPr>
            <a:spLocks noGrp="1"/>
          </p:cNvSpPr>
          <p:nvPr>
            <p:ph type="pic" sz="quarter" idx="20"/>
          </p:nvPr>
        </p:nvSpPr>
        <p:spPr>
          <a:xfrm>
            <a:off x="5156449" y="5157418"/>
            <a:ext cx="866524" cy="1214581"/>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288000" y="252000"/>
            <a:ext cx="2787883" cy="3025140"/>
          </a:xfrm>
        </p:spPr>
        <p:txBody>
          <a:bodyPr/>
          <a:lstStyle>
            <a:lvl1pPr>
              <a:defRPr sz="1600"/>
            </a:lvl1pPr>
          </a:lstStyle>
          <a:p>
            <a:r>
              <a:rPr lang="da-DK"/>
              <a:t>Column one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29200" y="252000"/>
            <a:ext cx="2686050" cy="3019425"/>
          </a:xfrm>
        </p:spPr>
        <p:txBody>
          <a:bodyPr/>
          <a:lstStyle>
            <a:lvl1pPr>
              <a:defRPr sz="1600"/>
            </a:lvl1pPr>
          </a:lstStyle>
          <a:p>
            <a:pPr lvl="0"/>
            <a:r>
              <a:rPr lang="da-DK"/>
              <a:t>Column two</a:t>
            </a:r>
            <a:endParaRPr lang="en-US"/>
          </a:p>
        </p:txBody>
      </p:sp>
      <p:sp>
        <p:nvSpPr>
          <p:cNvPr id="2" name="Pladsholder til billede 12">
            <a:extLst>
              <a:ext uri="{FF2B5EF4-FFF2-40B4-BE49-F238E27FC236}">
                <a16:creationId xmlns:a16="http://schemas.microsoft.com/office/drawing/2014/main" id="{39DCCD2F-8975-0CC5-B0C0-791537C470AC}"/>
              </a:ext>
            </a:extLst>
          </p:cNvPr>
          <p:cNvSpPr>
            <a:spLocks noGrp="1"/>
          </p:cNvSpPr>
          <p:nvPr>
            <p:ph type="pic" sz="quarter" idx="22"/>
          </p:nvPr>
        </p:nvSpPr>
        <p:spPr>
          <a:xfrm>
            <a:off x="6145882" y="251999"/>
            <a:ext cx="5754943" cy="6120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5790569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BREAKER: Harbour Mist">
    <p:bg>
      <p:bgPr>
        <a:solidFill>
          <a:schemeClr val="accent6"/>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tx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tx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tx2"/>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156326" y="288000"/>
            <a:ext cx="57444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pic>
        <p:nvPicPr>
          <p:cNvPr id="6" name="Grafik 5">
            <a:extLst>
              <a:ext uri="{FF2B5EF4-FFF2-40B4-BE49-F238E27FC236}">
                <a16:creationId xmlns:a16="http://schemas.microsoft.com/office/drawing/2014/main" id="{0D0AFB0E-224B-F3B1-0F92-3F9383F30465}"/>
              </a:ext>
            </a:extLst>
          </p:cNvPr>
          <p:cNvPicPr>
            <a:picLocks noChangeAspect="1"/>
          </p:cNvPicPr>
          <p:nvPr userDrawn="1"/>
        </p:nvPicPr>
        <p:blipFill>
          <a:blip>
            <a:extLst>
              <a:ext uri="{96DAC541-7B7A-43D3-8B79-37D633B846F1}">
                <asvg:svgBlip xmlns:asvg="http://schemas.microsoft.com/office/drawing/2016/SVG/main" r:embed="rId2"/>
              </a:ext>
            </a:extLst>
          </a:blip>
          <a:srcRect/>
          <a:stretch/>
        </p:blipFill>
        <p:spPr>
          <a:xfrm>
            <a:off x="288000" y="4786589"/>
            <a:ext cx="3170237" cy="1307315"/>
          </a:xfrm>
          <a:prstGeom prst="rect">
            <a:avLst/>
          </a:prstGeom>
        </p:spPr>
      </p:pic>
    </p:spTree>
    <p:extLst>
      <p:ext uri="{BB962C8B-B14F-4D97-AF65-F5344CB8AC3E}">
        <p14:creationId xmlns:p14="http://schemas.microsoft.com/office/powerpoint/2010/main" val="41106113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REAKER: Image">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DDDDDD"/>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20" name="Titel 1">
            <a:extLst>
              <a:ext uri="{FF2B5EF4-FFF2-40B4-BE49-F238E27FC236}">
                <a16:creationId xmlns:a16="http://schemas.microsoft.com/office/drawing/2014/main" id="{3FBB7E3D-813F-7B7F-4743-9C749312EFE1}"/>
              </a:ext>
            </a:extLst>
          </p:cNvPr>
          <p:cNvSpPr>
            <a:spLocks noGrp="1"/>
          </p:cNvSpPr>
          <p:nvPr>
            <p:ph type="title" hasCustomPrompt="1"/>
          </p:nvPr>
        </p:nvSpPr>
        <p:spPr>
          <a:xfrm>
            <a:off x="6310026" y="288000"/>
            <a:ext cx="5590799" cy="5876606"/>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8800" baseline="0">
                <a:solidFill>
                  <a:schemeClr val="tx2"/>
                </a:solidFill>
              </a:defRPr>
            </a:lvl1pPr>
          </a:lstStyle>
          <a:p>
            <a:pPr>
              <a:lnSpc>
                <a:spcPct val="82000"/>
              </a:lnSpc>
            </a:pPr>
            <a:r>
              <a:rPr lang="en-US" sz="8800">
                <a:solidFill>
                  <a:schemeClr val="tx2"/>
                </a:solidFill>
                <a:latin typeface="+mn-lt"/>
              </a:rPr>
              <a:t>Breaker </a:t>
            </a:r>
            <a:br>
              <a:rPr lang="en-US" sz="8800">
                <a:solidFill>
                  <a:schemeClr val="tx2"/>
                </a:solidFill>
                <a:latin typeface="+mn-lt"/>
              </a:rPr>
            </a:br>
            <a:r>
              <a:rPr lang="en-US" sz="8800">
                <a:solidFill>
                  <a:schemeClr val="tx2"/>
                </a:solidFill>
                <a:latin typeface="+mn-lt"/>
              </a:rPr>
              <a:t>or one liner message</a:t>
            </a:r>
            <a:endParaRPr lang="en-US" sz="8800" kern="0" dirty="0" err="1">
              <a:solidFill>
                <a:schemeClr val="tx2"/>
              </a:solidFill>
              <a:latin typeface="+mn-lt"/>
              <a:cs typeface="Arial"/>
            </a:endParaRPr>
          </a:p>
        </p:txBody>
      </p:sp>
      <p:sp>
        <p:nvSpPr>
          <p:cNvPr id="10" name="Pladsholder til billede 8">
            <a:extLst>
              <a:ext uri="{FF2B5EF4-FFF2-40B4-BE49-F238E27FC236}">
                <a16:creationId xmlns:a16="http://schemas.microsoft.com/office/drawing/2014/main" id="{D1767FCF-1F6C-D012-6703-12BB56A75834}"/>
              </a:ext>
            </a:extLst>
          </p:cNvPr>
          <p:cNvSpPr>
            <a:spLocks noGrp="1"/>
          </p:cNvSpPr>
          <p:nvPr>
            <p:ph type="pic" sz="quarter" idx="16"/>
          </p:nvPr>
        </p:nvSpPr>
        <p:spPr>
          <a:xfrm>
            <a:off x="288000" y="4797000"/>
            <a:ext cx="3171600" cy="1306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141A87F5-AB80-40DD-3352-0F60975EBC4F}"/>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54F5F82-0381-201F-7DC3-A65D5907E03C}"/>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653295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QUOTE: Harbour Mist">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1F253BF7-DA38-DF1C-C87C-CF0DE9C37FFF}"/>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2B569CC0-97F9-1310-DA49-5EB86DF833C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19C622F4-D310-3846-5E48-592F0DA7659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531672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QUOTE: Plum">
    <p:bg>
      <p:bgPr>
        <a:solidFill>
          <a:schemeClr val="tx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bg2"/>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bg2"/>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bg2"/>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bg2"/>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bg2"/>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p:txBody>
      </p:sp>
      <p:grpSp>
        <p:nvGrpSpPr>
          <p:cNvPr id="6" name="Gruppe 5">
            <a:extLst>
              <a:ext uri="{FF2B5EF4-FFF2-40B4-BE49-F238E27FC236}">
                <a16:creationId xmlns:a16="http://schemas.microsoft.com/office/drawing/2014/main" id="{DBDFE490-3EC3-1EB3-1282-5E30BCEB2D5E}"/>
              </a:ext>
            </a:extLst>
          </p:cNvPr>
          <p:cNvGrpSpPr/>
          <p:nvPr userDrawn="1"/>
        </p:nvGrpSpPr>
        <p:grpSpPr>
          <a:xfrm>
            <a:off x="288000" y="6490800"/>
            <a:ext cx="11614351" cy="118982"/>
            <a:chOff x="288000" y="6523200"/>
            <a:chExt cx="11614351" cy="118982"/>
          </a:xfrm>
          <a:solidFill>
            <a:schemeClr val="bg2"/>
          </a:solidFill>
        </p:grpSpPr>
        <p:pic>
          <p:nvPicPr>
            <p:cNvPr id="8" name="Grafik 7">
              <a:extLst>
                <a:ext uri="{FF2B5EF4-FFF2-40B4-BE49-F238E27FC236}">
                  <a16:creationId xmlns:a16="http://schemas.microsoft.com/office/drawing/2014/main" id="{6C0E0551-08B5-AA16-E8AE-7EDF9552FE9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700EA0A7-8D58-300D-E095-0B08AD838705}"/>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48181985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QUOTE: Burgundy">
    <p:bg>
      <p:bgPr>
        <a:solidFill>
          <a:schemeClr val="accent3"/>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1"/>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1"/>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1"/>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1"/>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1"/>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8ED47651-8A35-0400-7C54-563373812249}"/>
              </a:ext>
            </a:extLst>
          </p:cNvPr>
          <p:cNvGrpSpPr/>
          <p:nvPr userDrawn="1"/>
        </p:nvGrpSpPr>
        <p:grpSpPr>
          <a:xfrm>
            <a:off x="288000" y="6490800"/>
            <a:ext cx="11614351" cy="118982"/>
            <a:chOff x="288000" y="6523200"/>
            <a:chExt cx="11614351" cy="118982"/>
          </a:xfrm>
          <a:solidFill>
            <a:schemeClr val="accent1"/>
          </a:solidFill>
        </p:grpSpPr>
        <p:pic>
          <p:nvPicPr>
            <p:cNvPr id="8" name="Grafik 7">
              <a:extLst>
                <a:ext uri="{FF2B5EF4-FFF2-40B4-BE49-F238E27FC236}">
                  <a16:creationId xmlns:a16="http://schemas.microsoft.com/office/drawing/2014/main" id="{2AC648FF-044E-9B16-6D6A-4BFCD8E11E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320BDAB3-5CCF-4365-D8D9-16B0629F840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4171324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QUOTE: Highlight">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3"/>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3"/>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grpSp>
        <p:nvGrpSpPr>
          <p:cNvPr id="6" name="Gruppe 5">
            <a:extLst>
              <a:ext uri="{FF2B5EF4-FFF2-40B4-BE49-F238E27FC236}">
                <a16:creationId xmlns:a16="http://schemas.microsoft.com/office/drawing/2014/main" id="{76DBF916-5E2A-9F99-7AA3-E2C09C63A7C5}"/>
              </a:ext>
            </a:extLst>
          </p:cNvPr>
          <p:cNvGrpSpPr/>
          <p:nvPr userDrawn="1"/>
        </p:nvGrpSpPr>
        <p:grpSpPr>
          <a:xfrm>
            <a:off x="288000" y="6490800"/>
            <a:ext cx="11614351" cy="118982"/>
            <a:chOff x="288000" y="6523200"/>
            <a:chExt cx="11614351" cy="118982"/>
          </a:xfrm>
        </p:grpSpPr>
        <p:pic>
          <p:nvPicPr>
            <p:cNvPr id="8" name="Grafik 7">
              <a:extLst>
                <a:ext uri="{FF2B5EF4-FFF2-40B4-BE49-F238E27FC236}">
                  <a16:creationId xmlns:a16="http://schemas.microsoft.com/office/drawing/2014/main" id="{C740D421-58E3-9C3D-0F9D-5E767939870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9" name="Picture 3">
              <a:extLst>
                <a:ext uri="{FF2B5EF4-FFF2-40B4-BE49-F238E27FC236}">
                  <a16:creationId xmlns:a16="http://schemas.microsoft.com/office/drawing/2014/main" id="{FC952EFE-38A7-18E9-9575-21D05575368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69425262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QUOTE: Image">
    <p:bg>
      <p:bgPr>
        <a:solidFill>
          <a:schemeClr val="bg2"/>
        </a:solidFill>
        <a:effectLst/>
      </p:bgPr>
    </p:bg>
    <p:spTree>
      <p:nvGrpSpPr>
        <p:cNvPr id="1" name=""/>
        <p:cNvGrpSpPr/>
        <p:nvPr/>
      </p:nvGrpSpPr>
      <p:grpSpPr>
        <a:xfrm>
          <a:off x="0" y="0"/>
          <a:ext cx="0" cy="0"/>
          <a:chOff x="0" y="0"/>
          <a:chExt cx="0" cy="0"/>
        </a:xfrm>
      </p:grpSpPr>
      <p:sp>
        <p:nvSpPr>
          <p:cNvPr id="7" name="Picture Placeholder 4">
            <a:extLst>
              <a:ext uri="{FF2B5EF4-FFF2-40B4-BE49-F238E27FC236}">
                <a16:creationId xmlns:a16="http://schemas.microsoft.com/office/drawing/2014/main" id="{AD2966F3-B843-9226-FDF5-DFA937C13111}"/>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2" name="Titel 1">
            <a:extLst>
              <a:ext uri="{FF2B5EF4-FFF2-40B4-BE49-F238E27FC236}">
                <a16:creationId xmlns:a16="http://schemas.microsoft.com/office/drawing/2014/main" id="{2133EB24-AE31-2A92-8C78-B1278887CC7B}"/>
              </a:ext>
            </a:extLst>
          </p:cNvPr>
          <p:cNvSpPr>
            <a:spLocks noGrp="1"/>
          </p:cNvSpPr>
          <p:nvPr>
            <p:ph type="title" hasCustomPrompt="1"/>
          </p:nvPr>
        </p:nvSpPr>
        <p:spPr>
          <a:xfrm>
            <a:off x="288000" y="252000"/>
            <a:ext cx="5914975" cy="3159840"/>
          </a:xfrm>
        </p:spPr>
        <p:txBody>
          <a:bodyPr/>
          <a:lstStyle>
            <a:lvl1pPr marL="0" marR="0" indent="0" algn="l" defTabSz="914400" rtl="0" eaLnBrk="1" fontAlgn="base" latinLnBrk="0" hangingPunct="1">
              <a:lnSpc>
                <a:spcPct val="80000"/>
              </a:lnSpc>
              <a:spcBef>
                <a:spcPct val="0"/>
              </a:spcBef>
              <a:spcAft>
                <a:spcPct val="0"/>
              </a:spcAft>
              <a:buClrTx/>
              <a:buSzTx/>
              <a:buFontTx/>
              <a:buNone/>
              <a:tabLst/>
              <a:defRPr sz="7200">
                <a:solidFill>
                  <a:schemeClr val="accent4"/>
                </a:solidFill>
              </a:defRPr>
            </a:lvl1pPr>
          </a:lstStyle>
          <a:p>
            <a:pPr marL="0" marR="0" lvl="0" indent="0" algn="l" defTabSz="914400" rtl="0" eaLnBrk="1" fontAlgn="base" latinLnBrk="0" hangingPunct="1">
              <a:lnSpc>
                <a:spcPct val="73000"/>
              </a:lnSpc>
              <a:spcBef>
                <a:spcPct val="0"/>
              </a:spcBef>
              <a:spcAft>
                <a:spcPct val="0"/>
              </a:spcAft>
              <a:buClrTx/>
              <a:buSzTx/>
              <a:buFontTx/>
              <a:buNone/>
              <a:tabLst/>
              <a:defRPr/>
            </a:pPr>
            <a:r>
              <a:rPr lang="da-DK"/>
              <a:t>Insert specific quote or interesting one liner here</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pPr algn="l" rtl="0" fontAlgn="base">
              <a:spcBef>
                <a:spcPct val="0"/>
              </a:spcBef>
              <a:spcAft>
                <a:spcPct val="0"/>
              </a:spcAft>
            </a:pPr>
            <a:endParaRPr lang="da-DK"/>
          </a:p>
        </p:txBody>
      </p:sp>
      <p:sp>
        <p:nvSpPr>
          <p:cNvPr id="12" name="Pladsholder til tekst 11">
            <a:extLst>
              <a:ext uri="{FF2B5EF4-FFF2-40B4-BE49-F238E27FC236}">
                <a16:creationId xmlns:a16="http://schemas.microsoft.com/office/drawing/2014/main" id="{8EB797B8-50DD-641D-9EC0-65DCE3DDE837}"/>
              </a:ext>
            </a:extLst>
          </p:cNvPr>
          <p:cNvSpPr>
            <a:spLocks noGrp="1"/>
          </p:cNvSpPr>
          <p:nvPr>
            <p:ph type="body" sz="quarter" idx="13" hasCustomPrompt="1"/>
          </p:nvPr>
        </p:nvSpPr>
        <p:spPr>
          <a:xfrm>
            <a:off x="324000" y="3533707"/>
            <a:ext cx="5914975" cy="384465"/>
          </a:xfrm>
        </p:spPr>
        <p:txBody>
          <a:bodyPr/>
          <a:lstStyle>
            <a:lvl1pPr>
              <a:defRPr sz="2100">
                <a:solidFill>
                  <a:schemeClr val="accent4"/>
                </a:solidFill>
              </a:defRPr>
            </a:lvl1pPr>
            <a:lvl2pPr>
              <a:defRPr>
                <a:solidFill>
                  <a:schemeClr val="accent3"/>
                </a:solidFill>
              </a:defRPr>
            </a:lvl2pPr>
            <a:lvl3pPr>
              <a:defRPr>
                <a:solidFill>
                  <a:schemeClr val="accent3"/>
                </a:solidFill>
              </a:defRPr>
            </a:lvl3pPr>
            <a:lvl4pPr>
              <a:defRPr>
                <a:solidFill>
                  <a:schemeClr val="accent3"/>
                </a:solidFill>
              </a:defRPr>
            </a:lvl4pPr>
            <a:lvl5pPr>
              <a:defRPr>
                <a:solidFill>
                  <a:schemeClr val="accent3"/>
                </a:solidFill>
              </a:defRPr>
            </a:lvl5pPr>
          </a:lstStyle>
          <a:p>
            <a:pPr lvl="0"/>
            <a:r>
              <a:rPr lang="da-DK"/>
              <a:t>Quotee or subtitle</a:t>
            </a:r>
          </a:p>
          <a:p>
            <a:pPr lvl="0"/>
            <a:endParaRPr lang="da-DK"/>
          </a:p>
        </p:txBody>
      </p:sp>
      <p:sp>
        <p:nvSpPr>
          <p:cNvPr id="6" name="Pladsholder til billede 6">
            <a:extLst>
              <a:ext uri="{FF2B5EF4-FFF2-40B4-BE49-F238E27FC236}">
                <a16:creationId xmlns:a16="http://schemas.microsoft.com/office/drawing/2014/main" id="{312C7DD5-BA92-CC80-E164-600F4116DFBB}"/>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C76FE581-625E-9921-D5A3-BAA9A8CE8C14}"/>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199353105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IMAGE: Full">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7999" y="252000"/>
            <a:ext cx="11614049"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2483126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IMAGE: Two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600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1"/>
            <a:ext cx="5734973"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84837361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IMAGE: Four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5734800" cy="6084000"/>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65852" y="252000"/>
            <a:ext cx="5734801" cy="2969538"/>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6165852" y="3347537"/>
            <a:ext cx="3539966" cy="2969539"/>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848696" y="3347539"/>
            <a:ext cx="2052129" cy="296953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6557711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IMAGE: Collag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712027"/>
            <a:ext cx="3204000" cy="3623973"/>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3607808" y="251998"/>
            <a:ext cx="5896973" cy="3386860"/>
          </a:xfrm>
          <a:solidFill>
            <a:srgbClr val="DDDDDD"/>
          </a:solidFill>
        </p:spPr>
        <p:txBody>
          <a:bodyPr/>
          <a:lstStyle/>
          <a:p>
            <a:r>
              <a:rPr lang="da-DK"/>
              <a:t>Klik på ikonet for at tilføje et billede</a:t>
            </a:r>
            <a:endParaRPr lang="en-US"/>
          </a:p>
        </p:txBody>
      </p:sp>
      <p:sp>
        <p:nvSpPr>
          <p:cNvPr id="10" name="Pladsholder til billede 12">
            <a:extLst>
              <a:ext uri="{FF2B5EF4-FFF2-40B4-BE49-F238E27FC236}">
                <a16:creationId xmlns:a16="http://schemas.microsoft.com/office/drawing/2014/main" id="{EE9DD861-5021-C5DD-7A73-9E9958A83682}"/>
              </a:ext>
            </a:extLst>
          </p:cNvPr>
          <p:cNvSpPr>
            <a:spLocks noGrp="1"/>
          </p:cNvSpPr>
          <p:nvPr>
            <p:ph type="pic" sz="quarter" idx="18"/>
          </p:nvPr>
        </p:nvSpPr>
        <p:spPr>
          <a:xfrm>
            <a:off x="3607808" y="3764857"/>
            <a:ext cx="2415167" cy="2571143"/>
          </a:xfrm>
          <a:solidFill>
            <a:srgbClr val="DDDDDD"/>
          </a:solidFill>
        </p:spPr>
        <p:txBody>
          <a:bodyPr/>
          <a:lstStyle/>
          <a:p>
            <a:r>
              <a:rPr lang="da-DK"/>
              <a:t>Klik på ikonet for at tilføje et billede</a:t>
            </a:r>
            <a:endParaRPr lang="en-US"/>
          </a:p>
        </p:txBody>
      </p:sp>
      <p:sp>
        <p:nvSpPr>
          <p:cNvPr id="15" name="Pladsholder til billede 12">
            <a:extLst>
              <a:ext uri="{FF2B5EF4-FFF2-40B4-BE49-F238E27FC236}">
                <a16:creationId xmlns:a16="http://schemas.microsoft.com/office/drawing/2014/main" id="{9089F4E9-75DE-E81B-C628-792C9D818F81}"/>
              </a:ext>
            </a:extLst>
          </p:cNvPr>
          <p:cNvSpPr>
            <a:spLocks noGrp="1"/>
          </p:cNvSpPr>
          <p:nvPr>
            <p:ph type="pic" sz="quarter" idx="19"/>
          </p:nvPr>
        </p:nvSpPr>
        <p:spPr>
          <a:xfrm>
            <a:off x="9647657" y="3763995"/>
            <a:ext cx="2253168" cy="2572006"/>
          </a:xfrm>
          <a:solidFill>
            <a:srgbClr val="DDDDDD"/>
          </a:solidFill>
        </p:spPr>
        <p:txBody>
          <a:bodyPr/>
          <a:lstStyle/>
          <a:p>
            <a:r>
              <a:rPr lang="da-DK"/>
              <a:t>Klik på ikonet for at tilføje et billede</a:t>
            </a:r>
            <a:endParaRPr lang="en-US"/>
          </a:p>
        </p:txBody>
      </p:sp>
      <p:sp>
        <p:nvSpPr>
          <p:cNvPr id="9" name="Pladsholder til billede 12">
            <a:extLst>
              <a:ext uri="{FF2B5EF4-FFF2-40B4-BE49-F238E27FC236}">
                <a16:creationId xmlns:a16="http://schemas.microsoft.com/office/drawing/2014/main" id="{EFE9F6C7-C827-340A-E36F-29B371A2ADB0}"/>
              </a:ext>
            </a:extLst>
          </p:cNvPr>
          <p:cNvSpPr>
            <a:spLocks noGrp="1"/>
          </p:cNvSpPr>
          <p:nvPr>
            <p:ph type="pic" sz="quarter" idx="20"/>
          </p:nvPr>
        </p:nvSpPr>
        <p:spPr>
          <a:xfrm>
            <a:off x="6165851" y="3764858"/>
            <a:ext cx="3338930" cy="2571142"/>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1DBA3042-D5EE-E63F-D366-C3CB08AF48D8}"/>
              </a:ext>
            </a:extLst>
          </p:cNvPr>
          <p:cNvSpPr>
            <a:spLocks noGrp="1"/>
          </p:cNvSpPr>
          <p:nvPr>
            <p:ph type="pic" sz="quarter" idx="21"/>
          </p:nvPr>
        </p:nvSpPr>
        <p:spPr>
          <a:xfrm>
            <a:off x="9647657" y="251998"/>
            <a:ext cx="2253168" cy="338685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4E7D2EB0-7BE7-BA29-DFD2-71A8B144BC33}"/>
              </a:ext>
            </a:extLst>
          </p:cNvPr>
          <p:cNvSpPr>
            <a:spLocks noGrp="1"/>
          </p:cNvSpPr>
          <p:nvPr>
            <p:ph type="pic" sz="quarter" idx="22"/>
          </p:nvPr>
        </p:nvSpPr>
        <p:spPr>
          <a:xfrm>
            <a:off x="288000" y="251999"/>
            <a:ext cx="3204000" cy="2334027"/>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3724752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IMAGE: 5th element">
    <p:bg>
      <p:bgPr>
        <a:solidFill>
          <a:schemeClr val="accent6"/>
        </a:solidFill>
        <a:effectLst/>
      </p:bgPr>
    </p:bg>
    <p:spTree>
      <p:nvGrpSpPr>
        <p:cNvPr id="1" name=""/>
        <p:cNvGrpSpPr/>
        <p:nvPr/>
      </p:nvGrpSpPr>
      <p:grpSpPr>
        <a:xfrm>
          <a:off x="0" y="0"/>
          <a:ext cx="0" cy="0"/>
          <a:chOff x="0" y="0"/>
          <a:chExt cx="0" cy="0"/>
        </a:xfrm>
      </p:grpSpPr>
      <p:sp>
        <p:nvSpPr>
          <p:cNvPr id="2" name="Picture Placeholder 4">
            <a:extLst>
              <a:ext uri="{FF2B5EF4-FFF2-40B4-BE49-F238E27FC236}">
                <a16:creationId xmlns:a16="http://schemas.microsoft.com/office/drawing/2014/main" id="{EE8F2A39-E350-22C2-7EB1-04F9CA14BA4E}"/>
              </a:ext>
            </a:extLst>
          </p:cNvPr>
          <p:cNvSpPr>
            <a:spLocks noGrp="1"/>
          </p:cNvSpPr>
          <p:nvPr>
            <p:ph type="pic" sz="quarter" idx="14" hasCustomPrompt="1"/>
          </p:nvPr>
        </p:nvSpPr>
        <p:spPr>
          <a:xfrm>
            <a:off x="-1" y="0"/>
            <a:ext cx="12188825" cy="6858000"/>
          </a:xfrm>
          <a:prstGeom prst="rect">
            <a:avLst/>
          </a:prstGeom>
          <a:solidFill>
            <a:srgbClr val="636363"/>
          </a:solidFill>
        </p:spPr>
        <p:txBody>
          <a:bodyPr lIns="216000" tIns="216000" rIns="216000" bIns="216000" anchor="b" anchorCtr="0"/>
          <a:lstStyle>
            <a:lvl1pPr algn="ctr">
              <a:defRPr sz="1000" b="0">
                <a:solidFill>
                  <a:schemeClr val="accent4"/>
                </a:solidFill>
              </a:defRPr>
            </a:lvl1pPr>
          </a:lstStyle>
          <a:p>
            <a:r>
              <a:rPr lang="da-DK"/>
              <a:t>Indsæt billede</a:t>
            </a:r>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4"/>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4"/>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4"/>
                </a:solidFill>
              </a:defRPr>
            </a:lvl1pPr>
          </a:lstStyle>
          <a:p>
            <a:endParaRPr lang="da-DK"/>
          </a:p>
        </p:txBody>
      </p:sp>
      <p:sp>
        <p:nvSpPr>
          <p:cNvPr id="18" name="Pladsholder til tekst 17">
            <a:extLst>
              <a:ext uri="{FF2B5EF4-FFF2-40B4-BE49-F238E27FC236}">
                <a16:creationId xmlns:a16="http://schemas.microsoft.com/office/drawing/2014/main" id="{4D77EA3B-C7C5-992D-3D15-98F166F4EB45}"/>
              </a:ext>
            </a:extLst>
          </p:cNvPr>
          <p:cNvSpPr>
            <a:spLocks noGrp="1"/>
          </p:cNvSpPr>
          <p:nvPr>
            <p:ph type="body" sz="quarter" idx="17" hasCustomPrompt="1"/>
          </p:nvPr>
        </p:nvSpPr>
        <p:spPr>
          <a:xfrm>
            <a:off x="288000" y="252000"/>
            <a:ext cx="2567773" cy="552965"/>
          </a:xfrm>
        </p:spPr>
        <p:txBody>
          <a:bodyPr/>
          <a:lstStyle>
            <a:lvl1pPr>
              <a:defRPr sz="1400">
                <a:solidFill>
                  <a:schemeClr val="accent4"/>
                </a:solidFill>
              </a:defRPr>
            </a:lvl1pPr>
          </a:lstStyle>
          <a:p>
            <a:pPr lvl="0"/>
            <a:r>
              <a:rPr lang="da-DK"/>
              <a:t>Small headline</a:t>
            </a:r>
            <a:endParaRPr lang="en-US"/>
          </a:p>
        </p:txBody>
      </p:sp>
      <p:sp>
        <p:nvSpPr>
          <p:cNvPr id="23" name="Pladsholder til billede 21">
            <a:extLst>
              <a:ext uri="{FF2B5EF4-FFF2-40B4-BE49-F238E27FC236}">
                <a16:creationId xmlns:a16="http://schemas.microsoft.com/office/drawing/2014/main" id="{E1C8C303-9727-CD02-4151-D127B3E961BF}"/>
              </a:ext>
            </a:extLst>
          </p:cNvPr>
          <p:cNvSpPr>
            <a:spLocks noGrp="1"/>
          </p:cNvSpPr>
          <p:nvPr>
            <p:ph type="pic" sz="quarter" idx="18"/>
          </p:nvPr>
        </p:nvSpPr>
        <p:spPr>
          <a:xfrm>
            <a:off x="0" y="2833861"/>
            <a:ext cx="12189600" cy="2890800"/>
          </a:xfrm>
          <a:blipFill>
            <a:blip>
              <a:extLst>
                <a:ext uri="{96DAC541-7B7A-43D3-8B79-37D633B846F1}">
                  <asvg:svgBlip xmlns:asvg="http://schemas.microsoft.com/office/drawing/2016/SVG/main" r:embed="rId2"/>
                </a:ext>
              </a:extLst>
            </a:blip>
            <a:stretch>
              <a:fillRect/>
            </a:stretch>
          </a:blipFill>
        </p:spPr>
        <p:txBody>
          <a:bodyPr/>
          <a:lstStyle/>
          <a:p>
            <a:r>
              <a:rPr lang="da-DK"/>
              <a:t>Klik på ikonet for at tilføje et billede</a:t>
            </a:r>
            <a:endParaRPr lang="en-US"/>
          </a:p>
        </p:txBody>
      </p:sp>
      <p:sp>
        <p:nvSpPr>
          <p:cNvPr id="6" name="Pladsholder til billede 6">
            <a:extLst>
              <a:ext uri="{FF2B5EF4-FFF2-40B4-BE49-F238E27FC236}">
                <a16:creationId xmlns:a16="http://schemas.microsoft.com/office/drawing/2014/main" id="{BF694337-AF7E-3180-7BDE-9550F6C83F65}"/>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9FF605E0-1232-0DF0-4172-75346DBFACF4}"/>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r>
              <a:rPr lang="da-DK"/>
              <a:t>Klik på ikonet for at tilføje et billede</a:t>
            </a:r>
            <a:endParaRPr lang="en-US"/>
          </a:p>
        </p:txBody>
      </p:sp>
    </p:spTree>
    <p:extLst>
      <p:ext uri="{BB962C8B-B14F-4D97-AF65-F5344CB8AC3E}">
        <p14:creationId xmlns:p14="http://schemas.microsoft.com/office/powerpoint/2010/main" val="30597686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FOCUS x 2: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88000"/>
            <a:ext cx="3581999" cy="6032476"/>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015986" y="5640078"/>
            <a:ext cx="3888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015986" y="5340103"/>
            <a:ext cx="3888000" cy="299975"/>
          </a:xfrm>
        </p:spPr>
        <p:txBody>
          <a:bodyPr/>
          <a:lstStyle>
            <a:lvl1pPr>
              <a:defRPr sz="1800"/>
            </a:lvl1pPr>
          </a:lstStyle>
          <a:p>
            <a:pPr lvl="0"/>
            <a:r>
              <a:rPr lang="da-DK"/>
              <a:t>Headline 1</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048825" y="5640078"/>
            <a:ext cx="3852000"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048726" y="5340103"/>
            <a:ext cx="3852000" cy="299975"/>
          </a:xfrm>
        </p:spPr>
        <p:txBody>
          <a:bodyPr/>
          <a:lstStyle>
            <a:lvl1pPr>
              <a:defRPr sz="1800"/>
            </a:lvl1pPr>
          </a:lstStyle>
          <a:p>
            <a:pPr lvl="0"/>
            <a:r>
              <a:rPr lang="da-DK"/>
              <a:t>Headline 2</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015986" y="251999"/>
            <a:ext cx="3887999" cy="4932000"/>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040298" y="252000"/>
            <a:ext cx="3860527" cy="4932775"/>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354081922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FOCUS x 3: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a:xfrm>
            <a:off x="4543200" y="6508644"/>
            <a:ext cx="1498029" cy="129454"/>
          </a:xfrm>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265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2600" y="3937000"/>
            <a:ext cx="3606701" cy="381000"/>
          </a:xfrm>
        </p:spPr>
        <p:txBody>
          <a:bodyPr/>
          <a:lstStyle>
            <a:lvl1pPr>
              <a:defRPr sz="1800"/>
            </a:lvl1pPr>
          </a:lstStyle>
          <a:p>
            <a:pPr lvl="0"/>
            <a:r>
              <a:rPr lang="da-DK"/>
              <a:t>Headline </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8000" y="3937000"/>
            <a:ext cx="3606701" cy="381000"/>
          </a:xfrm>
        </p:spPr>
        <p:txBody>
          <a:bodyPr/>
          <a:lstStyle>
            <a:lvl1pPr>
              <a:defRPr sz="1800"/>
            </a:lvl1pPr>
          </a:lstStyle>
          <a:p>
            <a:pPr lvl="0"/>
            <a:r>
              <a:rPr lang="da-DK"/>
              <a:t>Headline </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Tree>
    <p:extLst>
      <p:ext uri="{BB962C8B-B14F-4D97-AF65-F5344CB8AC3E}">
        <p14:creationId xmlns:p14="http://schemas.microsoft.com/office/powerpoint/2010/main" val="384873585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FOCUS x 3: Image + text">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5662414"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5340103"/>
            <a:ext cx="3712475" cy="299975"/>
          </a:xfrm>
        </p:spPr>
        <p:txBody>
          <a:bodyPr/>
          <a:lstStyle>
            <a:lvl1pPr>
              <a:defRPr sz="1800"/>
            </a:lvl1pPr>
          </a:lstStyle>
          <a:p>
            <a:pPr lvl="0"/>
            <a:r>
              <a:rPr lang="da-DK"/>
              <a:t>Headline 1</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38175"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38175" y="5340103"/>
            <a:ext cx="3712475" cy="299975"/>
          </a:xfrm>
        </p:spPr>
        <p:txBody>
          <a:bodyPr/>
          <a:lstStyle>
            <a:lvl1pPr>
              <a:defRPr sz="1800"/>
            </a:lvl1pPr>
          </a:lstStyle>
          <a:p>
            <a:pPr lvl="0"/>
            <a:r>
              <a:rPr lang="da-DK"/>
              <a:t>Headline 2</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188351" y="5640078"/>
            <a:ext cx="3712475" cy="543367"/>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188351" y="5340103"/>
            <a:ext cx="3712475" cy="299975"/>
          </a:xfrm>
        </p:spPr>
        <p:txBody>
          <a:bodyPr/>
          <a:lstStyle>
            <a:lvl1pPr>
              <a:defRPr sz="1800"/>
            </a:lvl1pPr>
          </a:lstStyle>
          <a:p>
            <a:pPr lvl="0"/>
            <a:r>
              <a:rPr lang="da-DK"/>
              <a:t>Headline 3</a:t>
            </a:r>
            <a:endParaRPr lang="en-US"/>
          </a:p>
        </p:txBody>
      </p:sp>
      <p:sp>
        <p:nvSpPr>
          <p:cNvPr id="7" name="Pladsholder til billede 6">
            <a:extLst>
              <a:ext uri="{FF2B5EF4-FFF2-40B4-BE49-F238E27FC236}">
                <a16:creationId xmlns:a16="http://schemas.microsoft.com/office/drawing/2014/main" id="{7F807AA5-D9A3-76EE-7FEE-899FC98B8EBC}"/>
              </a:ext>
            </a:extLst>
          </p:cNvPr>
          <p:cNvSpPr>
            <a:spLocks noGrp="1"/>
          </p:cNvSpPr>
          <p:nvPr>
            <p:ph type="pic" sz="quarter" idx="18"/>
          </p:nvPr>
        </p:nvSpPr>
        <p:spPr>
          <a:xfrm>
            <a:off x="288000" y="3284538"/>
            <a:ext cx="3712474" cy="1900237"/>
          </a:xfrm>
          <a:solidFill>
            <a:schemeClr val="bg1">
              <a:lumMod val="75000"/>
            </a:schemeClr>
          </a:solidFill>
        </p:spPr>
        <p:txBody>
          <a:bodyPr/>
          <a:lstStyle/>
          <a:p>
            <a:r>
              <a:rPr lang="da-DK"/>
              <a:t>Klik på ikonet for at tilføje et billede</a:t>
            </a:r>
            <a:endParaRPr lang="en-US"/>
          </a:p>
        </p:txBody>
      </p:sp>
      <p:sp>
        <p:nvSpPr>
          <p:cNvPr id="8" name="Pladsholder til billede 6">
            <a:extLst>
              <a:ext uri="{FF2B5EF4-FFF2-40B4-BE49-F238E27FC236}">
                <a16:creationId xmlns:a16="http://schemas.microsoft.com/office/drawing/2014/main" id="{87DA4EBB-0BD3-3AFB-F70A-88C4DBDDD506}"/>
              </a:ext>
            </a:extLst>
          </p:cNvPr>
          <p:cNvSpPr>
            <a:spLocks noGrp="1"/>
          </p:cNvSpPr>
          <p:nvPr>
            <p:ph type="pic" sz="quarter" idx="19"/>
          </p:nvPr>
        </p:nvSpPr>
        <p:spPr>
          <a:xfrm>
            <a:off x="4238175" y="3284538"/>
            <a:ext cx="3712474" cy="1900237"/>
          </a:xfrm>
          <a:solidFill>
            <a:schemeClr val="bg1">
              <a:lumMod val="75000"/>
            </a:schemeClr>
          </a:solidFill>
        </p:spPr>
        <p:txBody>
          <a:bodyPr/>
          <a:lstStyle/>
          <a:p>
            <a:r>
              <a:rPr lang="da-DK"/>
              <a:t>Klik på ikonet for at tilføje et billede</a:t>
            </a:r>
            <a:endParaRPr lang="en-US"/>
          </a:p>
        </p:txBody>
      </p:sp>
      <p:sp>
        <p:nvSpPr>
          <p:cNvPr id="9" name="Pladsholder til billede 6">
            <a:extLst>
              <a:ext uri="{FF2B5EF4-FFF2-40B4-BE49-F238E27FC236}">
                <a16:creationId xmlns:a16="http://schemas.microsoft.com/office/drawing/2014/main" id="{92728F66-8A86-5695-3049-5EB14F08723D}"/>
              </a:ext>
            </a:extLst>
          </p:cNvPr>
          <p:cNvSpPr>
            <a:spLocks noGrp="1"/>
          </p:cNvSpPr>
          <p:nvPr>
            <p:ph type="pic" sz="quarter" idx="20"/>
          </p:nvPr>
        </p:nvSpPr>
        <p:spPr>
          <a:xfrm>
            <a:off x="8188351" y="3284538"/>
            <a:ext cx="3712475" cy="1900237"/>
          </a:xfrm>
          <a:solidFill>
            <a:schemeClr val="bg1">
              <a:lumMod val="75000"/>
            </a:schemeClr>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89191238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FOCUS x 3: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592000" cy="468000"/>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284538"/>
            <a:ext cx="2592000" cy="3081538"/>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92000"/>
            <a:ext cx="259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32194F45-F4A0-4326-043F-D1EE1CBF7E22}"/>
              </a:ext>
            </a:extLst>
          </p:cNvPr>
          <p:cNvSpPr>
            <a:spLocks noGrp="1"/>
          </p:cNvSpPr>
          <p:nvPr>
            <p:ph type="pic" sz="quarter" idx="17"/>
          </p:nvPr>
        </p:nvSpPr>
        <p:spPr>
          <a:xfrm>
            <a:off x="3003975" y="252000"/>
            <a:ext cx="2890800" cy="5087822"/>
          </a:xfrm>
          <a:solidFill>
            <a:srgbClr val="DDDDDD"/>
          </a:solidFill>
        </p:spPr>
        <p:txBody>
          <a:bodyPr/>
          <a:lstStyle/>
          <a:p>
            <a:r>
              <a:rPr lang="da-DK"/>
              <a:t>Klik på ikonet for at tilføje et billede</a:t>
            </a:r>
            <a:endParaRPr lang="en-US"/>
          </a:p>
        </p:txBody>
      </p:sp>
      <p:sp>
        <p:nvSpPr>
          <p:cNvPr id="6" name="Pladsholder til billede 12">
            <a:extLst>
              <a:ext uri="{FF2B5EF4-FFF2-40B4-BE49-F238E27FC236}">
                <a16:creationId xmlns:a16="http://schemas.microsoft.com/office/drawing/2014/main" id="{471D0805-8333-4AA0-D1D3-E92DE2AB8ABB}"/>
              </a:ext>
            </a:extLst>
          </p:cNvPr>
          <p:cNvSpPr>
            <a:spLocks noGrp="1"/>
          </p:cNvSpPr>
          <p:nvPr>
            <p:ph type="pic" sz="quarter" idx="18"/>
          </p:nvPr>
        </p:nvSpPr>
        <p:spPr>
          <a:xfrm>
            <a:off x="6025000" y="252000"/>
            <a:ext cx="2890800" cy="5087822"/>
          </a:xfrm>
          <a:solidFill>
            <a:srgbClr val="DDDDDD"/>
          </a:solidFill>
        </p:spPr>
        <p:txBody>
          <a:bodyPr/>
          <a:lstStyle/>
          <a:p>
            <a:r>
              <a:rPr lang="da-DK"/>
              <a:t>Klik på ikonet for at tilføje et billede</a:t>
            </a:r>
            <a:endParaRPr lang="en-US"/>
          </a:p>
        </p:txBody>
      </p:sp>
      <p:sp>
        <p:nvSpPr>
          <p:cNvPr id="7" name="Pladsholder til billede 12">
            <a:extLst>
              <a:ext uri="{FF2B5EF4-FFF2-40B4-BE49-F238E27FC236}">
                <a16:creationId xmlns:a16="http://schemas.microsoft.com/office/drawing/2014/main" id="{5323E42B-C7EA-CB77-25C8-E8862E1B0820}"/>
              </a:ext>
            </a:extLst>
          </p:cNvPr>
          <p:cNvSpPr>
            <a:spLocks noGrp="1"/>
          </p:cNvSpPr>
          <p:nvPr>
            <p:ph type="pic" sz="quarter" idx="19"/>
          </p:nvPr>
        </p:nvSpPr>
        <p:spPr>
          <a:xfrm>
            <a:off x="9046025" y="252000"/>
            <a:ext cx="2854800" cy="5087822"/>
          </a:xfrm>
          <a:solidFill>
            <a:srgbClr val="DDDDDD"/>
          </a:solidFill>
        </p:spPr>
        <p:txBody>
          <a:bodyPr/>
          <a:lstStyle/>
          <a:p>
            <a:r>
              <a:rPr lang="da-DK"/>
              <a:t>Klik på ikonet for at tilføje et billede</a:t>
            </a:r>
            <a:endParaRPr lang="en-US"/>
          </a:p>
        </p:txBody>
      </p:sp>
      <p:sp>
        <p:nvSpPr>
          <p:cNvPr id="11" name="Pladsholder til tekst 19">
            <a:extLst>
              <a:ext uri="{FF2B5EF4-FFF2-40B4-BE49-F238E27FC236}">
                <a16:creationId xmlns:a16="http://schemas.microsoft.com/office/drawing/2014/main" id="{5003258C-3D4D-5597-C005-F33DCC35EE6E}"/>
              </a:ext>
            </a:extLst>
          </p:cNvPr>
          <p:cNvSpPr>
            <a:spLocks noGrp="1"/>
          </p:cNvSpPr>
          <p:nvPr>
            <p:ph type="body" sz="quarter" idx="24" hasCustomPrompt="1"/>
          </p:nvPr>
        </p:nvSpPr>
        <p:spPr>
          <a:xfrm>
            <a:off x="3004675" y="5419457"/>
            <a:ext cx="2890800" cy="946619"/>
          </a:xfrm>
        </p:spPr>
        <p:txBody>
          <a:bodyPr/>
          <a:lstStyle>
            <a:lvl1pPr>
              <a:lnSpc>
                <a:spcPct val="100000"/>
              </a:lnSpc>
              <a:defRPr sz="1200"/>
            </a:lvl1pPr>
          </a:lstStyle>
          <a:p>
            <a:pPr lvl="0"/>
            <a:r>
              <a:rPr lang="da-DK"/>
              <a:t>Title</a:t>
            </a:r>
            <a:endParaRPr lang="en-US"/>
          </a:p>
        </p:txBody>
      </p:sp>
      <p:sp>
        <p:nvSpPr>
          <p:cNvPr id="14" name="Pladsholder til tekst 19">
            <a:extLst>
              <a:ext uri="{FF2B5EF4-FFF2-40B4-BE49-F238E27FC236}">
                <a16:creationId xmlns:a16="http://schemas.microsoft.com/office/drawing/2014/main" id="{B0B2D461-2B0A-F29D-332E-08C092A3ABB1}"/>
              </a:ext>
            </a:extLst>
          </p:cNvPr>
          <p:cNvSpPr>
            <a:spLocks noGrp="1"/>
          </p:cNvSpPr>
          <p:nvPr>
            <p:ph type="body" sz="quarter" idx="25" hasCustomPrompt="1"/>
          </p:nvPr>
        </p:nvSpPr>
        <p:spPr>
          <a:xfrm>
            <a:off x="6025075" y="5419457"/>
            <a:ext cx="2890800" cy="946619"/>
          </a:xfrm>
        </p:spPr>
        <p:txBody>
          <a:bodyPr/>
          <a:lstStyle>
            <a:lvl1pPr>
              <a:lnSpc>
                <a:spcPct val="100000"/>
              </a:lnSpc>
              <a:defRPr sz="1200"/>
            </a:lvl1pPr>
          </a:lstStyle>
          <a:p>
            <a:pPr lvl="0"/>
            <a:r>
              <a:rPr lang="da-DK"/>
              <a:t>Title</a:t>
            </a:r>
            <a:endParaRPr lang="en-US"/>
          </a:p>
        </p:txBody>
      </p:sp>
      <p:sp>
        <p:nvSpPr>
          <p:cNvPr id="19" name="Pladsholder til tekst 19">
            <a:extLst>
              <a:ext uri="{FF2B5EF4-FFF2-40B4-BE49-F238E27FC236}">
                <a16:creationId xmlns:a16="http://schemas.microsoft.com/office/drawing/2014/main" id="{E9D4408E-49A2-63A3-EB35-118B2AFEAECC}"/>
              </a:ext>
            </a:extLst>
          </p:cNvPr>
          <p:cNvSpPr>
            <a:spLocks noGrp="1"/>
          </p:cNvSpPr>
          <p:nvPr>
            <p:ph type="body" sz="quarter" idx="26" hasCustomPrompt="1"/>
          </p:nvPr>
        </p:nvSpPr>
        <p:spPr>
          <a:xfrm>
            <a:off x="9045475" y="5419457"/>
            <a:ext cx="2854800" cy="946619"/>
          </a:xfrm>
        </p:spPr>
        <p:txBody>
          <a:bodyPr/>
          <a:lstStyle>
            <a:lvl1pPr>
              <a:lnSpc>
                <a:spcPct val="100000"/>
              </a:lnSpc>
              <a:defRPr sz="1200"/>
            </a:lvl1pPr>
          </a:lstStyle>
          <a:p>
            <a:pPr lvl="0"/>
            <a:r>
              <a:rPr lang="da-DK"/>
              <a:t>Title</a:t>
            </a:r>
            <a:endParaRPr lang="en-US"/>
          </a:p>
        </p:txBody>
      </p:sp>
    </p:spTree>
    <p:extLst>
      <p:ext uri="{BB962C8B-B14F-4D97-AF65-F5344CB8AC3E}">
        <p14:creationId xmlns:p14="http://schemas.microsoft.com/office/powerpoint/2010/main" val="25161314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FOCUS x 3: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bg2"/>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33438961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FOCUS x 3: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4675541"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7112908"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9550275"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985572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9854437"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498099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4980992"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741835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7418359" y="4429128"/>
            <a:ext cx="1319460" cy="381000"/>
          </a:xfrm>
        </p:spPr>
        <p:txBody>
          <a:bodyPr/>
          <a:lstStyle>
            <a:lvl1pPr>
              <a:defRPr sz="1600">
                <a:solidFill>
                  <a:schemeClr val="accent4"/>
                </a:solidFill>
              </a:defRPr>
            </a:lvl1pPr>
          </a:lstStyle>
          <a:p>
            <a:pPr lvl="0"/>
            <a:r>
              <a:rPr lang="da-DK"/>
              <a:t>Headline</a:t>
            </a:r>
            <a:endParaRPr lang="en-US"/>
          </a:p>
        </p:txBody>
      </p:sp>
      <p:sp>
        <p:nvSpPr>
          <p:cNvPr id="2" name="Titel 1">
            <a:extLst>
              <a:ext uri="{FF2B5EF4-FFF2-40B4-BE49-F238E27FC236}">
                <a16:creationId xmlns:a16="http://schemas.microsoft.com/office/drawing/2014/main" id="{67C9C632-16F6-B662-A4AF-4AFFA23431F4}"/>
              </a:ext>
            </a:extLst>
          </p:cNvPr>
          <p:cNvSpPr>
            <a:spLocks noGrp="1"/>
          </p:cNvSpPr>
          <p:nvPr>
            <p:ph type="title"/>
          </p:nvPr>
        </p:nvSpPr>
        <p:spPr>
          <a:xfrm>
            <a:off x="288000" y="252000"/>
            <a:ext cx="3599502" cy="1811099"/>
          </a:xfrm>
        </p:spPr>
        <p:txBody>
          <a:bodyPr/>
          <a:lstStyle>
            <a:lvl1pPr>
              <a:defRPr sz="4800">
                <a:solidFill>
                  <a:schemeClr val="accent3"/>
                </a:solidFill>
              </a:defRPr>
            </a:lvl1pPr>
          </a:lstStyle>
          <a:p>
            <a:r>
              <a:rPr lang="da-DK"/>
              <a:t>Klik for at redigere titeltypografien i masteren</a:t>
            </a:r>
            <a:endParaRPr lang="en-US"/>
          </a:p>
        </p:txBody>
      </p:sp>
      <p:grpSp>
        <p:nvGrpSpPr>
          <p:cNvPr id="11" name="Gruppe 10">
            <a:extLst>
              <a:ext uri="{FF2B5EF4-FFF2-40B4-BE49-F238E27FC236}">
                <a16:creationId xmlns:a16="http://schemas.microsoft.com/office/drawing/2014/main" id="{622D25D0-326D-EE0B-2613-C948BFDF6043}"/>
              </a:ext>
            </a:extLst>
          </p:cNvPr>
          <p:cNvGrpSpPr/>
          <p:nvPr userDrawn="1"/>
        </p:nvGrpSpPr>
        <p:grpSpPr>
          <a:xfrm>
            <a:off x="288000" y="6490800"/>
            <a:ext cx="11614351" cy="118982"/>
            <a:chOff x="288000" y="6523200"/>
            <a:chExt cx="11614351" cy="118982"/>
          </a:xfrm>
        </p:grpSpPr>
        <p:pic>
          <p:nvPicPr>
            <p:cNvPr id="12" name="Grafik 11">
              <a:extLst>
                <a:ext uri="{FF2B5EF4-FFF2-40B4-BE49-F238E27FC236}">
                  <a16:creationId xmlns:a16="http://schemas.microsoft.com/office/drawing/2014/main" id="{EA8FE49D-551C-7D6C-5643-7B81DE46752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3" name="Picture 3">
              <a:extLst>
                <a:ext uri="{FF2B5EF4-FFF2-40B4-BE49-F238E27FC236}">
                  <a16:creationId xmlns:a16="http://schemas.microsoft.com/office/drawing/2014/main" id="{1AAB53CD-F226-9FFE-5294-E5B3581AD79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39317630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FOCUS x 4: Images">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6083999"/>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66997ECD-8973-8BF1-61F8-BCF079637AFE}"/>
              </a:ext>
            </a:extLst>
          </p:cNvPr>
          <p:cNvSpPr>
            <a:spLocks noGrp="1"/>
          </p:cNvSpPr>
          <p:nvPr>
            <p:ph type="pic" sz="quarter" idx="17"/>
          </p:nvPr>
        </p:nvSpPr>
        <p:spPr>
          <a:xfrm>
            <a:off x="3198942" y="252000"/>
            <a:ext cx="2844000" cy="6083999"/>
          </a:xfrm>
          <a:solidFill>
            <a:srgbClr val="DDDDDD"/>
          </a:solidFill>
        </p:spPr>
        <p:txBody>
          <a:bodyPr/>
          <a:lstStyle/>
          <a:p>
            <a:r>
              <a:rPr lang="da-DK"/>
              <a:t>Klik på ikonet for at tilføje et billede</a:t>
            </a:r>
            <a:endParaRPr lang="en-US"/>
          </a:p>
        </p:txBody>
      </p:sp>
      <p:sp>
        <p:nvSpPr>
          <p:cNvPr id="12" name="Pladsholder til billede 12">
            <a:extLst>
              <a:ext uri="{FF2B5EF4-FFF2-40B4-BE49-F238E27FC236}">
                <a16:creationId xmlns:a16="http://schemas.microsoft.com/office/drawing/2014/main" id="{B3A4B443-5BFD-43A1-2E60-3554B285B77C}"/>
              </a:ext>
            </a:extLst>
          </p:cNvPr>
          <p:cNvSpPr>
            <a:spLocks noGrp="1"/>
          </p:cNvSpPr>
          <p:nvPr>
            <p:ph type="pic" sz="quarter" idx="18"/>
          </p:nvPr>
        </p:nvSpPr>
        <p:spPr>
          <a:xfrm>
            <a:off x="6145884" y="252000"/>
            <a:ext cx="2844000" cy="6083999"/>
          </a:xfrm>
          <a:solidFill>
            <a:srgbClr val="DDDDDD"/>
          </a:solidFill>
        </p:spPr>
        <p:txBody>
          <a:bodyPr/>
          <a:lstStyle/>
          <a:p>
            <a:r>
              <a:rPr lang="da-DK"/>
              <a:t>Klik på ikonet for at tilføje et billede</a:t>
            </a:r>
            <a:endParaRPr lang="en-US"/>
          </a:p>
        </p:txBody>
      </p:sp>
      <p:sp>
        <p:nvSpPr>
          <p:cNvPr id="13" name="Pladsholder til billede 12">
            <a:extLst>
              <a:ext uri="{FF2B5EF4-FFF2-40B4-BE49-F238E27FC236}">
                <a16:creationId xmlns:a16="http://schemas.microsoft.com/office/drawing/2014/main" id="{223F50DF-086F-FB84-CB1C-000E8D95B312}"/>
              </a:ext>
            </a:extLst>
          </p:cNvPr>
          <p:cNvSpPr>
            <a:spLocks noGrp="1"/>
          </p:cNvSpPr>
          <p:nvPr>
            <p:ph type="pic" sz="quarter" idx="19"/>
          </p:nvPr>
        </p:nvSpPr>
        <p:spPr>
          <a:xfrm>
            <a:off x="9092825" y="252000"/>
            <a:ext cx="2808000" cy="6084000"/>
          </a:xfrm>
          <a:solidFill>
            <a:srgbClr val="DDDDDD"/>
          </a:solidFill>
        </p:spPr>
        <p:txBody>
          <a:bodyPr/>
          <a:lstStyle/>
          <a:p>
            <a:r>
              <a:rPr lang="da-DK"/>
              <a:t>Klik på ikonet for at tilføje et billede</a:t>
            </a:r>
            <a:endParaRPr lang="en-US"/>
          </a:p>
        </p:txBody>
      </p:sp>
    </p:spTree>
    <p:extLst>
      <p:ext uri="{BB962C8B-B14F-4D97-AF65-F5344CB8AC3E}">
        <p14:creationId xmlns:p14="http://schemas.microsoft.com/office/powerpoint/2010/main" val="1648803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FOCUS x 4: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94124"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94025" y="3937000"/>
            <a:ext cx="3606701" cy="381000"/>
          </a:xfrm>
        </p:spPr>
        <p:txBody>
          <a:bodyPr/>
          <a:lstStyle>
            <a:lvl1pPr>
              <a:defRPr sz="1800"/>
            </a:lvl1pPr>
          </a:lstStyle>
          <a:p>
            <a:pPr lvl="0"/>
            <a:r>
              <a:rPr lang="da-DK"/>
              <a:t>Headline</a:t>
            </a:r>
            <a:endParaRPr lang="en-US"/>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90949"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22132"/>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94124" y="1103132"/>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94025" y="722132"/>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90949" y="232147"/>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90839187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OCUS x 4: Harbour Mist">
    <p:bg>
      <p:bgPr>
        <a:solidFill>
          <a:schemeClr val="accent6"/>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6"/>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6"/>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solidFill>
              <a:schemeClr val="tx2"/>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6"/>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bg2"/>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bg2"/>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bg2"/>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bg2"/>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bg2"/>
                </a:solidFill>
              </a:defRPr>
            </a:lvl1pPr>
          </a:lstStyle>
          <a:p>
            <a:pPr lvl="0"/>
            <a:r>
              <a:rPr lang="da-DK"/>
              <a:t>Headline</a:t>
            </a:r>
            <a:endParaRPr lang="en-US"/>
          </a:p>
        </p:txBody>
      </p:sp>
    </p:spTree>
    <p:extLst>
      <p:ext uri="{BB962C8B-B14F-4D97-AF65-F5344CB8AC3E}">
        <p14:creationId xmlns:p14="http://schemas.microsoft.com/office/powerpoint/2010/main" val="42171938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FOCUS x 4: Cream">
    <p:bg>
      <p:bgPr>
        <a:solidFill>
          <a:schemeClr val="accent4"/>
        </a:solidFill>
        <a:effectLst/>
      </p:bgPr>
    </p:bg>
    <p:spTree>
      <p:nvGrpSpPr>
        <p:cNvPr id="1" name=""/>
        <p:cNvGrpSpPr/>
        <p:nvPr/>
      </p:nvGrpSpPr>
      <p:grpSpPr>
        <a:xfrm>
          <a:off x="0" y="0"/>
          <a:ext cx="0" cy="0"/>
          <a:chOff x="0" y="0"/>
          <a:chExt cx="0" cy="0"/>
        </a:xfrm>
      </p:grpSpPr>
      <p:grpSp>
        <p:nvGrpSpPr>
          <p:cNvPr id="24" name="Gruppe 23">
            <a:extLst>
              <a:ext uri="{FF2B5EF4-FFF2-40B4-BE49-F238E27FC236}">
                <a16:creationId xmlns:a16="http://schemas.microsoft.com/office/drawing/2014/main" id="{32E39A34-F551-DD74-3B4A-8CB05B34B06B}"/>
              </a:ext>
            </a:extLst>
          </p:cNvPr>
          <p:cNvGrpSpPr/>
          <p:nvPr userDrawn="1"/>
        </p:nvGrpSpPr>
        <p:grpSpPr>
          <a:xfrm>
            <a:off x="1093012" y="544372"/>
            <a:ext cx="1930363" cy="5405016"/>
            <a:chOff x="1084210" y="428625"/>
            <a:chExt cx="2088000" cy="5846400"/>
          </a:xfrm>
          <a:solidFill>
            <a:schemeClr val="accent3"/>
          </a:solidFill>
        </p:grpSpPr>
        <p:sp>
          <p:nvSpPr>
            <p:cNvPr id="17" name="Ellipse 16">
              <a:extLst>
                <a:ext uri="{FF2B5EF4-FFF2-40B4-BE49-F238E27FC236}">
                  <a16:creationId xmlns:a16="http://schemas.microsoft.com/office/drawing/2014/main" id="{FC8D66FE-F0C5-5FA5-5346-FB148950007F}"/>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1</a:t>
              </a:r>
            </a:p>
          </p:txBody>
        </p:sp>
        <p:sp>
          <p:nvSpPr>
            <p:cNvPr id="8" name="Ellipse 7">
              <a:extLst>
                <a:ext uri="{FF2B5EF4-FFF2-40B4-BE49-F238E27FC236}">
                  <a16:creationId xmlns:a16="http://schemas.microsoft.com/office/drawing/2014/main" id="{DBD370CD-0A91-ABF9-B050-B6AA3EDEBBCA}"/>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9" name="Ellipse 8">
              <a:extLst>
                <a:ext uri="{FF2B5EF4-FFF2-40B4-BE49-F238E27FC236}">
                  <a16:creationId xmlns:a16="http://schemas.microsoft.com/office/drawing/2014/main" id="{36F1F4D1-B20E-1BC0-7CB8-E14C7C651CA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23" name="Rektangel 22">
              <a:extLst>
                <a:ext uri="{FF2B5EF4-FFF2-40B4-BE49-F238E27FC236}">
                  <a16:creationId xmlns:a16="http://schemas.microsoft.com/office/drawing/2014/main" id="{8B991A93-E3AA-7FF7-F6EE-3114857C9DE2}"/>
                </a:ext>
              </a:extLst>
            </p:cNvPr>
            <p:cNvSpPr/>
            <p:nvPr userDrawn="1"/>
          </p:nvSpPr>
          <p:spPr>
            <a:xfrm>
              <a:off x="1084210" y="3347429"/>
              <a:ext cx="2088000" cy="1884328"/>
            </a:xfrm>
            <a:prstGeom prst="rect">
              <a:avLst/>
            </a:prstGeom>
            <a:solidFill>
              <a:schemeClr val="accent3"/>
            </a:solid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35" name="Gruppe 34">
            <a:extLst>
              <a:ext uri="{FF2B5EF4-FFF2-40B4-BE49-F238E27FC236}">
                <a16:creationId xmlns:a16="http://schemas.microsoft.com/office/drawing/2014/main" id="{F7BEF383-129B-B9F3-14F3-D3089FA6023B}"/>
              </a:ext>
            </a:extLst>
          </p:cNvPr>
          <p:cNvGrpSpPr/>
          <p:nvPr userDrawn="1"/>
        </p:nvGrpSpPr>
        <p:grpSpPr>
          <a:xfrm>
            <a:off x="3783825" y="544372"/>
            <a:ext cx="1930363" cy="5405016"/>
            <a:chOff x="1084210" y="428625"/>
            <a:chExt cx="2088000" cy="5846400"/>
          </a:xfrm>
          <a:solidFill>
            <a:schemeClr val="accent3"/>
          </a:solidFill>
        </p:grpSpPr>
        <p:sp>
          <p:nvSpPr>
            <p:cNvPr id="39" name="Rektangel 38">
              <a:extLst>
                <a:ext uri="{FF2B5EF4-FFF2-40B4-BE49-F238E27FC236}">
                  <a16:creationId xmlns:a16="http://schemas.microsoft.com/office/drawing/2014/main" id="{297A0184-9F17-800C-D92F-AC420341C6C8}"/>
                </a:ext>
              </a:extLst>
            </p:cNvPr>
            <p:cNvSpPr/>
            <p:nvPr userDrawn="1"/>
          </p:nvSpPr>
          <p:spPr>
            <a:xfrm>
              <a:off x="1084210" y="1477952"/>
              <a:ext cx="2088000" cy="3753806"/>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6" name="Ellipse 35">
              <a:extLst>
                <a:ext uri="{FF2B5EF4-FFF2-40B4-BE49-F238E27FC236}">
                  <a16:creationId xmlns:a16="http://schemas.microsoft.com/office/drawing/2014/main" id="{BAE5D415-1E5B-3493-E36B-C530203BC812}"/>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2</a:t>
              </a:r>
            </a:p>
          </p:txBody>
        </p:sp>
        <p:sp>
          <p:nvSpPr>
            <p:cNvPr id="37" name="Ellipse 36">
              <a:extLst>
                <a:ext uri="{FF2B5EF4-FFF2-40B4-BE49-F238E27FC236}">
                  <a16:creationId xmlns:a16="http://schemas.microsoft.com/office/drawing/2014/main" id="{CD1937FF-7909-C157-939D-132243122017}"/>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38" name="Ellipse 37">
              <a:extLst>
                <a:ext uri="{FF2B5EF4-FFF2-40B4-BE49-F238E27FC236}">
                  <a16:creationId xmlns:a16="http://schemas.microsoft.com/office/drawing/2014/main" id="{E74EC7F2-E684-0E1E-96E7-969DAA2056A0}"/>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2" name="Gruppe 41">
            <a:extLst>
              <a:ext uri="{FF2B5EF4-FFF2-40B4-BE49-F238E27FC236}">
                <a16:creationId xmlns:a16="http://schemas.microsoft.com/office/drawing/2014/main" id="{C605EF4A-C179-8FFA-2989-BF574EB5A6A1}"/>
              </a:ext>
            </a:extLst>
          </p:cNvPr>
          <p:cNvGrpSpPr/>
          <p:nvPr userDrawn="1"/>
        </p:nvGrpSpPr>
        <p:grpSpPr>
          <a:xfrm>
            <a:off x="6474638" y="544372"/>
            <a:ext cx="1930363" cy="5405016"/>
            <a:chOff x="1084210" y="428625"/>
            <a:chExt cx="2088000" cy="5846400"/>
          </a:xfrm>
          <a:solidFill>
            <a:schemeClr val="accent3"/>
          </a:solidFill>
        </p:grpSpPr>
        <p:sp>
          <p:nvSpPr>
            <p:cNvPr id="46" name="Rektangel 45">
              <a:extLst>
                <a:ext uri="{FF2B5EF4-FFF2-40B4-BE49-F238E27FC236}">
                  <a16:creationId xmlns:a16="http://schemas.microsoft.com/office/drawing/2014/main" id="{1EAA7F3C-15C2-F259-B4CC-72067DDAC243}"/>
                </a:ext>
              </a:extLst>
            </p:cNvPr>
            <p:cNvSpPr/>
            <p:nvPr userDrawn="1"/>
          </p:nvSpPr>
          <p:spPr>
            <a:xfrm>
              <a:off x="1084210" y="1472625"/>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3" name="Ellipse 42">
              <a:extLst>
                <a:ext uri="{FF2B5EF4-FFF2-40B4-BE49-F238E27FC236}">
                  <a16:creationId xmlns:a16="http://schemas.microsoft.com/office/drawing/2014/main" id="{79F06573-A3A7-1F5A-7DA1-7B737AB03930}"/>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1500" spc="-60" baseline="0" dirty="0" err="1">
                  <a:solidFill>
                    <a:schemeClr val="accent4"/>
                  </a:solidFill>
                  <a:cs typeface="Arial"/>
                </a:rPr>
                <a:t>3</a:t>
              </a:r>
            </a:p>
          </p:txBody>
        </p:sp>
        <p:sp>
          <p:nvSpPr>
            <p:cNvPr id="44" name="Ellipse 43">
              <a:extLst>
                <a:ext uri="{FF2B5EF4-FFF2-40B4-BE49-F238E27FC236}">
                  <a16:creationId xmlns:a16="http://schemas.microsoft.com/office/drawing/2014/main" id="{DFDFD667-65BF-6034-F0C8-6BE13F983D45}"/>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45" name="Ellipse 44">
              <a:extLst>
                <a:ext uri="{FF2B5EF4-FFF2-40B4-BE49-F238E27FC236}">
                  <a16:creationId xmlns:a16="http://schemas.microsoft.com/office/drawing/2014/main" id="{68F425FD-AC45-2BD0-F1F9-CDA1327786EB}"/>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grpSp>
        <p:nvGrpSpPr>
          <p:cNvPr id="49" name="Gruppe 48">
            <a:extLst>
              <a:ext uri="{FF2B5EF4-FFF2-40B4-BE49-F238E27FC236}">
                <a16:creationId xmlns:a16="http://schemas.microsoft.com/office/drawing/2014/main" id="{A98F00D6-B127-1E58-F81A-47C2DA79EF9B}"/>
              </a:ext>
            </a:extLst>
          </p:cNvPr>
          <p:cNvGrpSpPr/>
          <p:nvPr userDrawn="1"/>
        </p:nvGrpSpPr>
        <p:grpSpPr>
          <a:xfrm>
            <a:off x="9165450" y="544372"/>
            <a:ext cx="1930363" cy="5405016"/>
            <a:chOff x="1084210" y="428625"/>
            <a:chExt cx="2088000" cy="5846400"/>
          </a:xfrm>
          <a:solidFill>
            <a:schemeClr val="accent3"/>
          </a:solidFill>
        </p:grpSpPr>
        <p:sp>
          <p:nvSpPr>
            <p:cNvPr id="50" name="Ellipse 49">
              <a:extLst>
                <a:ext uri="{FF2B5EF4-FFF2-40B4-BE49-F238E27FC236}">
                  <a16:creationId xmlns:a16="http://schemas.microsoft.com/office/drawing/2014/main" id="{41BE961C-1A9F-F84A-D970-5EAF9465CB23}"/>
                </a:ext>
              </a:extLst>
            </p:cNvPr>
            <p:cNvSpPr/>
            <p:nvPr userDrawn="1"/>
          </p:nvSpPr>
          <p:spPr>
            <a:xfrm>
              <a:off x="1084210" y="4286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08000" tIns="180000" rIns="180000" bIns="180000" rtlCol="0" anchor="ctr">
              <a:noAutofit/>
            </a:bodyPr>
            <a:lstStyle/>
            <a:p>
              <a:pPr algn="ctr">
                <a:lnSpc>
                  <a:spcPct val="100000"/>
                </a:lnSpc>
              </a:pPr>
              <a:r>
                <a:rPr lang="en-US" sz="11500" spc="-60" baseline="0" dirty="0" err="1">
                  <a:solidFill>
                    <a:schemeClr val="accent4"/>
                  </a:solidFill>
                  <a:cs typeface="Arial"/>
                </a:rPr>
                <a:t>4</a:t>
              </a:r>
            </a:p>
          </p:txBody>
        </p:sp>
        <p:sp>
          <p:nvSpPr>
            <p:cNvPr id="51" name="Ellipse 50">
              <a:extLst>
                <a:ext uri="{FF2B5EF4-FFF2-40B4-BE49-F238E27FC236}">
                  <a16:creationId xmlns:a16="http://schemas.microsoft.com/office/drawing/2014/main" id="{C2129BF2-43C2-2232-CD1D-3F236E29167C}"/>
                </a:ext>
              </a:extLst>
            </p:cNvPr>
            <p:cNvSpPr/>
            <p:nvPr userDrawn="1"/>
          </p:nvSpPr>
          <p:spPr>
            <a:xfrm>
              <a:off x="1084210" y="23078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2" name="Ellipse 51">
              <a:extLst>
                <a:ext uri="{FF2B5EF4-FFF2-40B4-BE49-F238E27FC236}">
                  <a16:creationId xmlns:a16="http://schemas.microsoft.com/office/drawing/2014/main" id="{B0C0F74E-70D8-7CC9-C095-A362D640C6C8}"/>
                </a:ext>
              </a:extLst>
            </p:cNvPr>
            <p:cNvSpPr/>
            <p:nvPr userDrawn="1"/>
          </p:nvSpPr>
          <p:spPr>
            <a:xfrm>
              <a:off x="1084210" y="4187025"/>
              <a:ext cx="2088000" cy="2088000"/>
            </a:xfrm>
            <a:prstGeom prst="ellipse">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sp>
          <p:nvSpPr>
            <p:cNvPr id="53" name="Rektangel 52">
              <a:extLst>
                <a:ext uri="{FF2B5EF4-FFF2-40B4-BE49-F238E27FC236}">
                  <a16:creationId xmlns:a16="http://schemas.microsoft.com/office/drawing/2014/main" id="{F8FCDE54-6C26-5651-D130-58910452D982}"/>
                </a:ext>
              </a:extLst>
            </p:cNvPr>
            <p:cNvSpPr/>
            <p:nvPr userDrawn="1"/>
          </p:nvSpPr>
          <p:spPr>
            <a:xfrm>
              <a:off x="1084210" y="3347429"/>
              <a:ext cx="2088000" cy="1884328"/>
            </a:xfrm>
            <a:prstGeom prst="rect">
              <a:avLst/>
            </a:prstGeom>
            <a:grpFill/>
            <a:ln w="19050">
              <a:no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endParaRPr lang="en-US" sz="11500" spc="-60" baseline="0" dirty="0" err="1">
                <a:solidFill>
                  <a:schemeClr val="accent4"/>
                </a:solidFill>
                <a:cs typeface="Arial"/>
              </a:endParaRPr>
            </a:p>
          </p:txBody>
        </p:sp>
      </p:gr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lvl1pPr>
              <a:defRPr>
                <a:solidFill>
                  <a:schemeClr val="accent3"/>
                </a:solidFill>
              </a:defRPr>
            </a:lvl1p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lvl1pPr>
              <a:defRPr>
                <a:solidFill>
                  <a:schemeClr val="accent3"/>
                </a:solidFill>
              </a:defRPr>
            </a:lvl1p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lvl1pPr>
              <a:defRPr>
                <a:solidFill>
                  <a:schemeClr val="accent3"/>
                </a:solidFill>
              </a:defRPr>
            </a:lvl1pPr>
          </a:lstStyle>
          <a:p>
            <a:endParaRPr lang="da-DK"/>
          </a:p>
        </p:txBody>
      </p:sp>
      <p:sp>
        <p:nvSpPr>
          <p:cNvPr id="47" name="Pladsholder til tekst 2">
            <a:extLst>
              <a:ext uri="{FF2B5EF4-FFF2-40B4-BE49-F238E27FC236}">
                <a16:creationId xmlns:a16="http://schemas.microsoft.com/office/drawing/2014/main" id="{316B54D1-A07F-833D-7898-046C88AF5D12}"/>
              </a:ext>
            </a:extLst>
          </p:cNvPr>
          <p:cNvSpPr>
            <a:spLocks noGrp="1"/>
          </p:cNvSpPr>
          <p:nvPr>
            <p:ph idx="19" hasCustomPrompt="1"/>
          </p:nvPr>
        </p:nvSpPr>
        <p:spPr>
          <a:xfrm>
            <a:off x="6780089"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48" name="Pladsholder til tekst 11">
            <a:extLst>
              <a:ext uri="{FF2B5EF4-FFF2-40B4-BE49-F238E27FC236}">
                <a16:creationId xmlns:a16="http://schemas.microsoft.com/office/drawing/2014/main" id="{A71B4A2F-F1BC-49AC-9666-CA6ACCD8F9C2}"/>
              </a:ext>
            </a:extLst>
          </p:cNvPr>
          <p:cNvSpPr>
            <a:spLocks noGrp="1"/>
          </p:cNvSpPr>
          <p:nvPr>
            <p:ph type="body" sz="quarter" idx="20" hasCustomPrompt="1"/>
          </p:nvPr>
        </p:nvSpPr>
        <p:spPr>
          <a:xfrm>
            <a:off x="6778800" y="4429128"/>
            <a:ext cx="1319460" cy="381000"/>
          </a:xfrm>
        </p:spPr>
        <p:txBody>
          <a:bodyPr/>
          <a:lstStyle>
            <a:lvl1pPr>
              <a:defRPr sz="1600">
                <a:solidFill>
                  <a:schemeClr val="accent4"/>
                </a:solidFill>
              </a:defRPr>
            </a:lvl1pPr>
          </a:lstStyle>
          <a:p>
            <a:pPr lvl="0"/>
            <a:r>
              <a:rPr lang="da-DK"/>
              <a:t>Headline</a:t>
            </a:r>
            <a:endParaRPr lang="en-US"/>
          </a:p>
        </p:txBody>
      </p:sp>
      <p:sp>
        <p:nvSpPr>
          <p:cNvPr id="57" name="Pladsholder til tekst 2">
            <a:extLst>
              <a:ext uri="{FF2B5EF4-FFF2-40B4-BE49-F238E27FC236}">
                <a16:creationId xmlns:a16="http://schemas.microsoft.com/office/drawing/2014/main" id="{0FB05EB1-379E-C15E-AD61-3B71F8B49E83}"/>
              </a:ext>
            </a:extLst>
          </p:cNvPr>
          <p:cNvSpPr>
            <a:spLocks noGrp="1"/>
          </p:cNvSpPr>
          <p:nvPr>
            <p:ph idx="21" hasCustomPrompt="1"/>
          </p:nvPr>
        </p:nvSpPr>
        <p:spPr>
          <a:xfrm>
            <a:off x="1398463"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58" name="Pladsholder til tekst 11">
            <a:extLst>
              <a:ext uri="{FF2B5EF4-FFF2-40B4-BE49-F238E27FC236}">
                <a16:creationId xmlns:a16="http://schemas.microsoft.com/office/drawing/2014/main" id="{B56A2666-9BC0-2361-1402-0C49E32F8548}"/>
              </a:ext>
            </a:extLst>
          </p:cNvPr>
          <p:cNvSpPr>
            <a:spLocks noGrp="1"/>
          </p:cNvSpPr>
          <p:nvPr>
            <p:ph type="body" sz="quarter" idx="22" hasCustomPrompt="1"/>
          </p:nvPr>
        </p:nvSpPr>
        <p:spPr>
          <a:xfrm>
            <a:off x="1398463" y="4429128"/>
            <a:ext cx="1319460" cy="381000"/>
          </a:xfrm>
        </p:spPr>
        <p:txBody>
          <a:bodyPr/>
          <a:lstStyle>
            <a:lvl1pPr>
              <a:defRPr sz="1600">
                <a:solidFill>
                  <a:schemeClr val="accent4"/>
                </a:solidFill>
              </a:defRPr>
            </a:lvl1pPr>
          </a:lstStyle>
          <a:p>
            <a:pPr lvl="0"/>
            <a:r>
              <a:rPr lang="da-DK"/>
              <a:t>Headline</a:t>
            </a:r>
            <a:endParaRPr lang="en-US"/>
          </a:p>
        </p:txBody>
      </p:sp>
      <p:sp>
        <p:nvSpPr>
          <p:cNvPr id="59" name="Pladsholder til tekst 2">
            <a:extLst>
              <a:ext uri="{FF2B5EF4-FFF2-40B4-BE49-F238E27FC236}">
                <a16:creationId xmlns:a16="http://schemas.microsoft.com/office/drawing/2014/main" id="{5981D693-B869-9585-D3C0-0572244D8FB4}"/>
              </a:ext>
            </a:extLst>
          </p:cNvPr>
          <p:cNvSpPr>
            <a:spLocks noGrp="1"/>
          </p:cNvSpPr>
          <p:nvPr>
            <p:ph idx="23" hasCustomPrompt="1"/>
          </p:nvPr>
        </p:nvSpPr>
        <p:spPr>
          <a:xfrm>
            <a:off x="4089276"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0" name="Pladsholder til tekst 11">
            <a:extLst>
              <a:ext uri="{FF2B5EF4-FFF2-40B4-BE49-F238E27FC236}">
                <a16:creationId xmlns:a16="http://schemas.microsoft.com/office/drawing/2014/main" id="{D3574B78-EA4F-BEED-B231-0BA84A677862}"/>
              </a:ext>
            </a:extLst>
          </p:cNvPr>
          <p:cNvSpPr>
            <a:spLocks noGrp="1"/>
          </p:cNvSpPr>
          <p:nvPr>
            <p:ph type="body" sz="quarter" idx="24" hasCustomPrompt="1"/>
          </p:nvPr>
        </p:nvSpPr>
        <p:spPr>
          <a:xfrm>
            <a:off x="4089276" y="4429128"/>
            <a:ext cx="1319460" cy="381000"/>
          </a:xfrm>
        </p:spPr>
        <p:txBody>
          <a:bodyPr/>
          <a:lstStyle>
            <a:lvl1pPr>
              <a:defRPr sz="1600">
                <a:solidFill>
                  <a:schemeClr val="accent4"/>
                </a:solidFill>
              </a:defRPr>
            </a:lvl1pPr>
          </a:lstStyle>
          <a:p>
            <a:pPr lvl="0"/>
            <a:r>
              <a:rPr lang="da-DK"/>
              <a:t>Headline</a:t>
            </a:r>
            <a:endParaRPr lang="en-US"/>
          </a:p>
        </p:txBody>
      </p:sp>
      <p:sp>
        <p:nvSpPr>
          <p:cNvPr id="61" name="Pladsholder til tekst 2">
            <a:extLst>
              <a:ext uri="{FF2B5EF4-FFF2-40B4-BE49-F238E27FC236}">
                <a16:creationId xmlns:a16="http://schemas.microsoft.com/office/drawing/2014/main" id="{8ADA7D18-8A8C-8038-78D5-DFC74CE212E0}"/>
              </a:ext>
            </a:extLst>
          </p:cNvPr>
          <p:cNvSpPr>
            <a:spLocks noGrp="1"/>
          </p:cNvSpPr>
          <p:nvPr>
            <p:ph idx="25" hasCustomPrompt="1"/>
          </p:nvPr>
        </p:nvSpPr>
        <p:spPr>
          <a:xfrm>
            <a:off x="9470902" y="4738688"/>
            <a:ext cx="1319460" cy="983941"/>
          </a:xfrm>
          <a:prstGeom prst="rect">
            <a:avLst/>
          </a:prstGeom>
        </p:spPr>
        <p:txBody>
          <a:bodyPr vert="horz" lIns="0" tIns="0" rIns="0" bIns="0" rtlCol="0">
            <a:noAutofit/>
          </a:bodyPr>
          <a:lstStyle>
            <a:lvl1pPr marL="105750" indent="-105750">
              <a:lnSpc>
                <a:spcPct val="100000"/>
              </a:lnSpc>
              <a:buFont typeface="Arial" panose="020B0604020202020204" pitchFamily="34" charset="0"/>
              <a:buChar char="•"/>
              <a:defRPr sz="1000">
                <a:solidFill>
                  <a:schemeClr val="accent4"/>
                </a:solidFill>
              </a:defRPr>
            </a:lvl1pPr>
          </a:lstStyle>
          <a:p>
            <a:pPr lvl="0"/>
            <a:r>
              <a:rPr lang="da-DK"/>
              <a:t>Bullets</a:t>
            </a:r>
          </a:p>
        </p:txBody>
      </p:sp>
      <p:sp>
        <p:nvSpPr>
          <p:cNvPr id="62" name="Pladsholder til tekst 11">
            <a:extLst>
              <a:ext uri="{FF2B5EF4-FFF2-40B4-BE49-F238E27FC236}">
                <a16:creationId xmlns:a16="http://schemas.microsoft.com/office/drawing/2014/main" id="{A9CC982F-40F9-541A-071E-22469FA13E87}"/>
              </a:ext>
            </a:extLst>
          </p:cNvPr>
          <p:cNvSpPr>
            <a:spLocks noGrp="1"/>
          </p:cNvSpPr>
          <p:nvPr>
            <p:ph type="body" sz="quarter" idx="26" hasCustomPrompt="1"/>
          </p:nvPr>
        </p:nvSpPr>
        <p:spPr>
          <a:xfrm>
            <a:off x="9469613" y="4429128"/>
            <a:ext cx="1319460" cy="381000"/>
          </a:xfrm>
        </p:spPr>
        <p:txBody>
          <a:bodyPr/>
          <a:lstStyle>
            <a:lvl1pPr>
              <a:defRPr sz="1600">
                <a:solidFill>
                  <a:schemeClr val="accent4"/>
                </a:solidFill>
              </a:defRPr>
            </a:lvl1pPr>
          </a:lstStyle>
          <a:p>
            <a:pPr lvl="0"/>
            <a:r>
              <a:rPr lang="da-DK"/>
              <a:t>Headline</a:t>
            </a:r>
            <a:endParaRPr lang="en-US"/>
          </a:p>
        </p:txBody>
      </p:sp>
      <p:grpSp>
        <p:nvGrpSpPr>
          <p:cNvPr id="6" name="Gruppe 5">
            <a:extLst>
              <a:ext uri="{FF2B5EF4-FFF2-40B4-BE49-F238E27FC236}">
                <a16:creationId xmlns:a16="http://schemas.microsoft.com/office/drawing/2014/main" id="{899D0C7E-DE30-D24B-160F-82E1B882CF52}"/>
              </a:ext>
            </a:extLst>
          </p:cNvPr>
          <p:cNvGrpSpPr/>
          <p:nvPr userDrawn="1"/>
        </p:nvGrpSpPr>
        <p:grpSpPr>
          <a:xfrm>
            <a:off x="288000" y="6490800"/>
            <a:ext cx="11614351" cy="118982"/>
            <a:chOff x="288000" y="6523200"/>
            <a:chExt cx="11614351" cy="118982"/>
          </a:xfrm>
        </p:grpSpPr>
        <p:pic>
          <p:nvPicPr>
            <p:cNvPr id="7" name="Grafik 6">
              <a:extLst>
                <a:ext uri="{FF2B5EF4-FFF2-40B4-BE49-F238E27FC236}">
                  <a16:creationId xmlns:a16="http://schemas.microsoft.com/office/drawing/2014/main" id="{B3F318FA-18FB-41CD-88F0-1DD7929D751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10" name="Picture 3">
              <a:extLst>
                <a:ext uri="{FF2B5EF4-FFF2-40B4-BE49-F238E27FC236}">
                  <a16:creationId xmlns:a16="http://schemas.microsoft.com/office/drawing/2014/main" id="{14940862-A396-EC0D-D0D9-BA7122FECE6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98259617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FOCUS x 5: Numbers">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133EB24-AE31-2A92-8C78-B1278887CC7B}"/>
              </a:ext>
            </a:extLst>
          </p:cNvPr>
          <p:cNvSpPr>
            <a:spLocks noGrp="1"/>
          </p:cNvSpPr>
          <p:nvPr>
            <p:ph type="title"/>
          </p:nvPr>
        </p:nvSpPr>
        <p:spPr>
          <a:xfrm>
            <a:off x="288000" y="252000"/>
            <a:ext cx="3606701" cy="1811099"/>
          </a:xfrm>
        </p:spPr>
        <p:txBody>
          <a:bodyPr/>
          <a:lstStyle>
            <a:lvl1pPr>
              <a:defRPr sz="4800"/>
            </a:lvl1pPr>
          </a:lstStyle>
          <a:p>
            <a:r>
              <a:rPr lang="da-DK"/>
              <a:t>Klik for at redigere titeltypografien i masteren</a:t>
            </a:r>
            <a:endParaRPr lang="en-US"/>
          </a:p>
        </p:txBody>
      </p:sp>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2">
            <a:extLst>
              <a:ext uri="{FF2B5EF4-FFF2-40B4-BE49-F238E27FC236}">
                <a16:creationId xmlns:a16="http://schemas.microsoft.com/office/drawing/2014/main" id="{B2314E3A-FECC-833F-3089-2828E7C1602F}"/>
              </a:ext>
            </a:extLst>
          </p:cNvPr>
          <p:cNvSpPr>
            <a:spLocks noGrp="1"/>
          </p:cNvSpPr>
          <p:nvPr>
            <p:ph idx="1" hasCustomPrompt="1"/>
          </p:nvPr>
        </p:nvSpPr>
        <p:spPr>
          <a:xfrm>
            <a:off x="288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2" name="Pladsholder til tekst 11">
            <a:extLst>
              <a:ext uri="{FF2B5EF4-FFF2-40B4-BE49-F238E27FC236}">
                <a16:creationId xmlns:a16="http://schemas.microsoft.com/office/drawing/2014/main" id="{156CA167-0C92-B7AA-3270-E2A1E6AC4EBD}"/>
              </a:ext>
            </a:extLst>
          </p:cNvPr>
          <p:cNvSpPr>
            <a:spLocks noGrp="1"/>
          </p:cNvSpPr>
          <p:nvPr>
            <p:ph type="body" sz="quarter" idx="13" hasCustomPrompt="1"/>
          </p:nvPr>
        </p:nvSpPr>
        <p:spPr>
          <a:xfrm>
            <a:off x="288000" y="3937000"/>
            <a:ext cx="3606701" cy="381000"/>
          </a:xfrm>
        </p:spPr>
        <p:txBody>
          <a:bodyPr/>
          <a:lstStyle>
            <a:lvl1pPr>
              <a:defRPr sz="1800"/>
            </a:lvl1pPr>
          </a:lstStyle>
          <a:p>
            <a:pPr lvl="0"/>
            <a:r>
              <a:rPr lang="da-DK"/>
              <a:t>Headline</a:t>
            </a:r>
            <a:endParaRPr lang="en-US"/>
          </a:p>
        </p:txBody>
      </p:sp>
      <p:sp>
        <p:nvSpPr>
          <p:cNvPr id="13" name="Pladsholder til tekst 2">
            <a:extLst>
              <a:ext uri="{FF2B5EF4-FFF2-40B4-BE49-F238E27FC236}">
                <a16:creationId xmlns:a16="http://schemas.microsoft.com/office/drawing/2014/main" id="{C37F8CD0-5E47-E738-9D18-5932C4549384}"/>
              </a:ext>
            </a:extLst>
          </p:cNvPr>
          <p:cNvSpPr>
            <a:spLocks noGrp="1"/>
          </p:cNvSpPr>
          <p:nvPr>
            <p:ph idx="14" hasCustomPrompt="1"/>
          </p:nvPr>
        </p:nvSpPr>
        <p:spPr>
          <a:xfrm>
            <a:off x="4291062"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4" name="Pladsholder til tekst 11">
            <a:extLst>
              <a:ext uri="{FF2B5EF4-FFF2-40B4-BE49-F238E27FC236}">
                <a16:creationId xmlns:a16="http://schemas.microsoft.com/office/drawing/2014/main" id="{3FB91753-2DA3-54F0-8189-7622E4F2A92D}"/>
              </a:ext>
            </a:extLst>
          </p:cNvPr>
          <p:cNvSpPr>
            <a:spLocks noGrp="1"/>
          </p:cNvSpPr>
          <p:nvPr>
            <p:ph type="body" sz="quarter" idx="15" hasCustomPrompt="1"/>
          </p:nvPr>
        </p:nvSpPr>
        <p:spPr>
          <a:xfrm>
            <a:off x="4291062" y="3937000"/>
            <a:ext cx="3606701" cy="381000"/>
          </a:xfrm>
        </p:spPr>
        <p:txBody>
          <a:bodyPr/>
          <a:lstStyle>
            <a:lvl1pPr>
              <a:defRPr sz="1800"/>
            </a:lvl1pPr>
          </a:lstStyle>
          <a:p>
            <a:pPr lvl="0"/>
            <a:r>
              <a:rPr lang="da-DK"/>
              <a:t>Headline</a:t>
            </a:r>
            <a:endParaRPr lang="en-US"/>
          </a:p>
        </p:txBody>
      </p:sp>
      <p:sp>
        <p:nvSpPr>
          <p:cNvPr id="15" name="Pladsholder til tekst 2">
            <a:extLst>
              <a:ext uri="{FF2B5EF4-FFF2-40B4-BE49-F238E27FC236}">
                <a16:creationId xmlns:a16="http://schemas.microsoft.com/office/drawing/2014/main" id="{B5B55939-CFB1-D166-ADB8-43E520A99908}"/>
              </a:ext>
            </a:extLst>
          </p:cNvPr>
          <p:cNvSpPr>
            <a:spLocks noGrp="1"/>
          </p:cNvSpPr>
          <p:nvPr>
            <p:ph idx="16" hasCustomPrompt="1"/>
          </p:nvPr>
        </p:nvSpPr>
        <p:spPr>
          <a:xfrm>
            <a:off x="8280000" y="4318000"/>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16" name="Pladsholder til tekst 11">
            <a:extLst>
              <a:ext uri="{FF2B5EF4-FFF2-40B4-BE49-F238E27FC236}">
                <a16:creationId xmlns:a16="http://schemas.microsoft.com/office/drawing/2014/main" id="{132B3D41-0488-9FBE-C7E7-EB46A310FA1B}"/>
              </a:ext>
            </a:extLst>
          </p:cNvPr>
          <p:cNvSpPr>
            <a:spLocks noGrp="1"/>
          </p:cNvSpPr>
          <p:nvPr>
            <p:ph type="body" sz="quarter" idx="17" hasCustomPrompt="1"/>
          </p:nvPr>
        </p:nvSpPr>
        <p:spPr>
          <a:xfrm>
            <a:off x="8280000" y="3937000"/>
            <a:ext cx="3606701" cy="381000"/>
          </a:xfrm>
        </p:spPr>
        <p:txBody>
          <a:bodyPr/>
          <a:lstStyle>
            <a:lvl1pPr>
              <a:defRPr sz="1800"/>
            </a:lvl1pPr>
          </a:lstStyle>
          <a:p>
            <a:pPr lvl="0"/>
            <a:r>
              <a:rPr lang="da-DK"/>
              <a:t>Headline</a:t>
            </a:r>
            <a:endParaRPr lang="en-US"/>
          </a:p>
        </p:txBody>
      </p:sp>
      <p:sp>
        <p:nvSpPr>
          <p:cNvPr id="17" name="Ellipse 16">
            <a:extLst>
              <a:ext uri="{FF2B5EF4-FFF2-40B4-BE49-F238E27FC236}">
                <a16:creationId xmlns:a16="http://schemas.microsoft.com/office/drawing/2014/main" id="{FC8D66FE-F0C5-5FA5-5346-FB148950007F}"/>
              </a:ext>
            </a:extLst>
          </p:cNvPr>
          <p:cNvSpPr/>
          <p:nvPr userDrawn="1"/>
        </p:nvSpPr>
        <p:spPr>
          <a:xfrm>
            <a:off x="288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3</a:t>
            </a:r>
          </a:p>
        </p:txBody>
      </p:sp>
      <p:sp>
        <p:nvSpPr>
          <p:cNvPr id="18" name="Ellipse 17">
            <a:extLst>
              <a:ext uri="{FF2B5EF4-FFF2-40B4-BE49-F238E27FC236}">
                <a16:creationId xmlns:a16="http://schemas.microsoft.com/office/drawing/2014/main" id="{4D82CC6B-C20B-D03A-1E59-D16E1BD28F4A}"/>
              </a:ext>
            </a:extLst>
          </p:cNvPr>
          <p:cNvSpPr/>
          <p:nvPr userDrawn="1"/>
        </p:nvSpPr>
        <p:spPr>
          <a:xfrm>
            <a:off x="4291062"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4</a:t>
            </a:r>
          </a:p>
        </p:txBody>
      </p:sp>
      <p:sp>
        <p:nvSpPr>
          <p:cNvPr id="19" name="Ellipse 18">
            <a:extLst>
              <a:ext uri="{FF2B5EF4-FFF2-40B4-BE49-F238E27FC236}">
                <a16:creationId xmlns:a16="http://schemas.microsoft.com/office/drawing/2014/main" id="{60E6C755-C664-E518-24E4-B404FA0842CA}"/>
              </a:ext>
            </a:extLst>
          </p:cNvPr>
          <p:cNvSpPr/>
          <p:nvPr userDrawn="1"/>
        </p:nvSpPr>
        <p:spPr>
          <a:xfrm>
            <a:off x="8280000" y="3447015"/>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5</a:t>
            </a:r>
          </a:p>
        </p:txBody>
      </p:sp>
      <p:sp>
        <p:nvSpPr>
          <p:cNvPr id="6" name="Pladsholder til tekst 2">
            <a:extLst>
              <a:ext uri="{FF2B5EF4-FFF2-40B4-BE49-F238E27FC236}">
                <a16:creationId xmlns:a16="http://schemas.microsoft.com/office/drawing/2014/main" id="{C8FF04B3-B41B-3169-6003-46666D62034E}"/>
              </a:ext>
            </a:extLst>
          </p:cNvPr>
          <p:cNvSpPr>
            <a:spLocks noGrp="1"/>
          </p:cNvSpPr>
          <p:nvPr>
            <p:ph idx="18" hasCustomPrompt="1"/>
          </p:nvPr>
        </p:nvSpPr>
        <p:spPr>
          <a:xfrm>
            <a:off x="4291062"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7" name="Pladsholder til tekst 11">
            <a:extLst>
              <a:ext uri="{FF2B5EF4-FFF2-40B4-BE49-F238E27FC236}">
                <a16:creationId xmlns:a16="http://schemas.microsoft.com/office/drawing/2014/main" id="{FB3B7F12-51AD-1154-264C-A7B6B388EED3}"/>
              </a:ext>
            </a:extLst>
          </p:cNvPr>
          <p:cNvSpPr>
            <a:spLocks noGrp="1"/>
          </p:cNvSpPr>
          <p:nvPr>
            <p:ph type="body" sz="quarter" idx="19" hasCustomPrompt="1"/>
          </p:nvPr>
        </p:nvSpPr>
        <p:spPr>
          <a:xfrm>
            <a:off x="4291062" y="732071"/>
            <a:ext cx="3606701" cy="381000"/>
          </a:xfrm>
        </p:spPr>
        <p:txBody>
          <a:bodyPr/>
          <a:lstStyle>
            <a:lvl1pPr>
              <a:defRPr sz="1800"/>
            </a:lvl1pPr>
          </a:lstStyle>
          <a:p>
            <a:pPr lvl="0"/>
            <a:r>
              <a:rPr lang="da-DK"/>
              <a:t>Headline</a:t>
            </a:r>
            <a:endParaRPr lang="en-US"/>
          </a:p>
        </p:txBody>
      </p:sp>
      <p:sp>
        <p:nvSpPr>
          <p:cNvPr id="8" name="Pladsholder til tekst 2">
            <a:extLst>
              <a:ext uri="{FF2B5EF4-FFF2-40B4-BE49-F238E27FC236}">
                <a16:creationId xmlns:a16="http://schemas.microsoft.com/office/drawing/2014/main" id="{AF478F71-503E-BE1E-8FE9-E2574DEBA735}"/>
              </a:ext>
            </a:extLst>
          </p:cNvPr>
          <p:cNvSpPr>
            <a:spLocks noGrp="1"/>
          </p:cNvSpPr>
          <p:nvPr>
            <p:ph idx="20" hasCustomPrompt="1"/>
          </p:nvPr>
        </p:nvSpPr>
        <p:spPr>
          <a:xfrm>
            <a:off x="8280000" y="1113071"/>
            <a:ext cx="3606701" cy="1651000"/>
          </a:xfrm>
          <a:prstGeom prst="rect">
            <a:avLst/>
          </a:prstGeom>
        </p:spPr>
        <p:txBody>
          <a:bodyPr vert="horz" lIns="0" tIns="0" rIns="0" bIns="0" rtlCol="0">
            <a:noAutofit/>
          </a:bodyPr>
          <a:lstStyle>
            <a:lvl1pPr>
              <a:lnSpc>
                <a:spcPct val="100000"/>
              </a:lnSpc>
              <a:defRPr sz="1300"/>
            </a:lvl1pPr>
          </a:lstStyle>
          <a:p>
            <a:pPr lvl="0"/>
            <a:r>
              <a:rPr lang="da-DK"/>
              <a:t>Text here</a:t>
            </a:r>
          </a:p>
        </p:txBody>
      </p:sp>
      <p:sp>
        <p:nvSpPr>
          <p:cNvPr id="9" name="Pladsholder til tekst 11">
            <a:extLst>
              <a:ext uri="{FF2B5EF4-FFF2-40B4-BE49-F238E27FC236}">
                <a16:creationId xmlns:a16="http://schemas.microsoft.com/office/drawing/2014/main" id="{B57EC8D4-5271-EB1B-F1DD-92949C0A5DDF}"/>
              </a:ext>
            </a:extLst>
          </p:cNvPr>
          <p:cNvSpPr>
            <a:spLocks noGrp="1"/>
          </p:cNvSpPr>
          <p:nvPr>
            <p:ph type="body" sz="quarter" idx="21" hasCustomPrompt="1"/>
          </p:nvPr>
        </p:nvSpPr>
        <p:spPr>
          <a:xfrm>
            <a:off x="8280000" y="732071"/>
            <a:ext cx="3606701" cy="381000"/>
          </a:xfrm>
        </p:spPr>
        <p:txBody>
          <a:bodyPr/>
          <a:lstStyle>
            <a:lvl1pPr>
              <a:defRPr sz="1800"/>
            </a:lvl1pPr>
          </a:lstStyle>
          <a:p>
            <a:pPr lvl="0"/>
            <a:r>
              <a:rPr lang="da-DK"/>
              <a:t>Headline</a:t>
            </a:r>
            <a:endParaRPr lang="en-US"/>
          </a:p>
        </p:txBody>
      </p:sp>
      <p:sp>
        <p:nvSpPr>
          <p:cNvPr id="11" name="Ellipse 10">
            <a:extLst>
              <a:ext uri="{FF2B5EF4-FFF2-40B4-BE49-F238E27FC236}">
                <a16:creationId xmlns:a16="http://schemas.microsoft.com/office/drawing/2014/main" id="{D4FB6324-B7E4-E17B-0345-F4C0D96128CC}"/>
              </a:ext>
            </a:extLst>
          </p:cNvPr>
          <p:cNvSpPr/>
          <p:nvPr userDrawn="1"/>
        </p:nvSpPr>
        <p:spPr>
          <a:xfrm>
            <a:off x="4291062"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1</a:t>
            </a:r>
          </a:p>
        </p:txBody>
      </p:sp>
      <p:sp>
        <p:nvSpPr>
          <p:cNvPr id="20" name="Ellipse 19">
            <a:extLst>
              <a:ext uri="{FF2B5EF4-FFF2-40B4-BE49-F238E27FC236}">
                <a16:creationId xmlns:a16="http://schemas.microsoft.com/office/drawing/2014/main" id="{C356B4CE-C542-DC3E-D820-F9584D074CB2}"/>
              </a:ext>
            </a:extLst>
          </p:cNvPr>
          <p:cNvSpPr/>
          <p:nvPr userDrawn="1"/>
        </p:nvSpPr>
        <p:spPr>
          <a:xfrm>
            <a:off x="8280000" y="242086"/>
            <a:ext cx="360000" cy="360000"/>
          </a:xfrm>
          <a:prstGeom prst="ellipse">
            <a:avLst/>
          </a:prstGeom>
          <a:noFill/>
          <a:ln w="19050">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180000" tIns="180000" rIns="180000" bIns="180000" rtlCol="0" anchor="ctr">
            <a:noAutofit/>
          </a:bodyPr>
          <a:lstStyle/>
          <a:p>
            <a:pPr algn="ctr">
              <a:lnSpc>
                <a:spcPct val="100000"/>
              </a:lnSpc>
            </a:pPr>
            <a:r>
              <a:rPr lang="en-US" sz="1800" spc="-60" baseline="0" dirty="0" err="1">
                <a:solidFill>
                  <a:schemeClr val="tx2"/>
                </a:solidFill>
                <a:cs typeface="Arial"/>
              </a:rPr>
              <a:t>2</a:t>
            </a:r>
          </a:p>
        </p:txBody>
      </p:sp>
    </p:spTree>
    <p:extLst>
      <p:ext uri="{BB962C8B-B14F-4D97-AF65-F5344CB8AC3E}">
        <p14:creationId xmlns:p14="http://schemas.microsoft.com/office/powerpoint/2010/main" val="15103953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FOCUS x 6: With intro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52000"/>
            <a:ext cx="2772000" cy="468351"/>
          </a:xfrm>
        </p:spPr>
        <p:txBody>
          <a:bodyPr/>
          <a:lstStyle>
            <a:lvl1pPr>
              <a:lnSpc>
                <a:spcPct val="100000"/>
              </a:lnSpc>
              <a:spcAft>
                <a:spcPts val="0"/>
              </a:spcAft>
              <a:defRPr sz="1400"/>
            </a:lvl1pPr>
          </a:lstStyle>
          <a:p>
            <a:pPr lvl="0"/>
            <a:r>
              <a:rPr lang="da-DK"/>
              <a:t>Title</a:t>
            </a:r>
            <a:br>
              <a:rPr lang="da-DK"/>
            </a:br>
            <a:r>
              <a:rPr lang="da-DK"/>
              <a:t>Subtitle</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3389634"/>
            <a:ext cx="2772000" cy="3058520"/>
          </a:xfrm>
        </p:spPr>
        <p:txBody>
          <a:bodyPr/>
          <a:lstStyle>
            <a:lvl1pPr>
              <a:lnSpc>
                <a:spcPct val="100000"/>
              </a:lnSpc>
              <a:spcAft>
                <a:spcPts val="400"/>
              </a:spcAft>
              <a:defRPr sz="1200"/>
            </a:lvl1pPr>
          </a:lstStyle>
          <a:p>
            <a:pPr lvl="0"/>
            <a:r>
              <a:rPr lang="da-DK"/>
              <a:t>Text</a:t>
            </a:r>
            <a:endParaRPr lang="en-US"/>
          </a:p>
        </p:txBody>
      </p:sp>
      <p:sp>
        <p:nvSpPr>
          <p:cNvPr id="8" name="Pladsholder til tekst 19">
            <a:extLst>
              <a:ext uri="{FF2B5EF4-FFF2-40B4-BE49-F238E27FC236}">
                <a16:creationId xmlns:a16="http://schemas.microsoft.com/office/drawing/2014/main" id="{4F4ADB87-6453-3879-976F-FE669ABBFB20}"/>
              </a:ext>
            </a:extLst>
          </p:cNvPr>
          <p:cNvSpPr>
            <a:spLocks noGrp="1"/>
          </p:cNvSpPr>
          <p:nvPr>
            <p:ph type="body" sz="quarter" idx="43" hasCustomPrompt="1"/>
          </p:nvPr>
        </p:nvSpPr>
        <p:spPr>
          <a:xfrm>
            <a:off x="288000" y="756000"/>
            <a:ext cx="2772000" cy="1370216"/>
          </a:xfrm>
        </p:spPr>
        <p:txBody>
          <a:bodyPr/>
          <a:lstStyle>
            <a:lvl1pPr>
              <a:lnSpc>
                <a:spcPct val="100000"/>
              </a:lnSpc>
              <a:spcAft>
                <a:spcPts val="400"/>
              </a:spcAft>
              <a:defRPr sz="1200"/>
            </a:lvl1pPr>
          </a:lstStyle>
          <a:p>
            <a:pPr lvl="0"/>
            <a:r>
              <a:rPr lang="da-DK"/>
              <a:t>Text</a:t>
            </a:r>
            <a:endParaRPr lang="en-US"/>
          </a:p>
        </p:txBody>
      </p:sp>
      <p:sp>
        <p:nvSpPr>
          <p:cNvPr id="2" name="Pladsholder til billede 12">
            <a:extLst>
              <a:ext uri="{FF2B5EF4-FFF2-40B4-BE49-F238E27FC236}">
                <a16:creationId xmlns:a16="http://schemas.microsoft.com/office/drawing/2014/main" id="{5D6B9225-FC51-36E3-D9DE-AFAC3B7E544D}"/>
              </a:ext>
            </a:extLst>
          </p:cNvPr>
          <p:cNvSpPr>
            <a:spLocks noGrp="1"/>
          </p:cNvSpPr>
          <p:nvPr>
            <p:ph type="pic" sz="quarter" idx="17"/>
          </p:nvPr>
        </p:nvSpPr>
        <p:spPr>
          <a:xfrm>
            <a:off x="3217016" y="243507"/>
            <a:ext cx="2789452" cy="2520000"/>
          </a:xfrm>
          <a:solidFill>
            <a:srgbClr val="DDDDDD"/>
          </a:solidFill>
        </p:spPr>
        <p:txBody>
          <a:bodyPr/>
          <a:lstStyle/>
          <a:p>
            <a:r>
              <a:rPr lang="da-DK"/>
              <a:t>Klik på ikonet for at tilføje et billede</a:t>
            </a:r>
            <a:endParaRPr lang="en-US"/>
          </a:p>
        </p:txBody>
      </p:sp>
      <p:sp>
        <p:nvSpPr>
          <p:cNvPr id="6" name="Pladsholder til tekst 19">
            <a:extLst>
              <a:ext uri="{FF2B5EF4-FFF2-40B4-BE49-F238E27FC236}">
                <a16:creationId xmlns:a16="http://schemas.microsoft.com/office/drawing/2014/main" id="{BC4ED422-E1F0-CDE5-6165-95CC8E81CF02}"/>
              </a:ext>
            </a:extLst>
          </p:cNvPr>
          <p:cNvSpPr>
            <a:spLocks noGrp="1"/>
          </p:cNvSpPr>
          <p:nvPr>
            <p:ph type="body" sz="quarter" idx="24" hasCustomPrompt="1"/>
          </p:nvPr>
        </p:nvSpPr>
        <p:spPr>
          <a:xfrm>
            <a:off x="3217124"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7" name="Pladsholder til billede 12">
            <a:extLst>
              <a:ext uri="{FF2B5EF4-FFF2-40B4-BE49-F238E27FC236}">
                <a16:creationId xmlns:a16="http://schemas.microsoft.com/office/drawing/2014/main" id="{53E977D3-76A6-CF30-8A57-6AF8D18BFC0B}"/>
              </a:ext>
            </a:extLst>
          </p:cNvPr>
          <p:cNvSpPr>
            <a:spLocks noGrp="1"/>
          </p:cNvSpPr>
          <p:nvPr>
            <p:ph type="pic" sz="quarter" idx="31"/>
          </p:nvPr>
        </p:nvSpPr>
        <p:spPr>
          <a:xfrm>
            <a:off x="6182032" y="243507"/>
            <a:ext cx="2789452" cy="2043273"/>
          </a:xfrm>
          <a:solidFill>
            <a:srgbClr val="DDDDDD"/>
          </a:solidFill>
        </p:spPr>
        <p:txBody>
          <a:bodyPr/>
          <a:lstStyle/>
          <a:p>
            <a:r>
              <a:rPr lang="da-DK"/>
              <a:t>Klik på ikonet for at tilføje et billede</a:t>
            </a:r>
            <a:endParaRPr lang="en-US"/>
          </a:p>
        </p:txBody>
      </p:sp>
      <p:sp>
        <p:nvSpPr>
          <p:cNvPr id="11" name="Pladsholder til billede 12">
            <a:extLst>
              <a:ext uri="{FF2B5EF4-FFF2-40B4-BE49-F238E27FC236}">
                <a16:creationId xmlns:a16="http://schemas.microsoft.com/office/drawing/2014/main" id="{D2A855AC-7402-F155-88DA-2E5D75C6E49A}"/>
              </a:ext>
            </a:extLst>
          </p:cNvPr>
          <p:cNvSpPr>
            <a:spLocks noGrp="1"/>
          </p:cNvSpPr>
          <p:nvPr>
            <p:ph type="pic" sz="quarter" idx="32"/>
          </p:nvPr>
        </p:nvSpPr>
        <p:spPr>
          <a:xfrm>
            <a:off x="9147048" y="243507"/>
            <a:ext cx="2753777" cy="2520000"/>
          </a:xfrm>
          <a:solidFill>
            <a:srgbClr val="DDDDDD"/>
          </a:solidFill>
        </p:spPr>
        <p:txBody>
          <a:bodyPr/>
          <a:lstStyle/>
          <a:p>
            <a:r>
              <a:rPr lang="da-DK"/>
              <a:t>Klik på ikonet for at tilføje et billede</a:t>
            </a:r>
            <a:endParaRPr lang="en-US"/>
          </a:p>
        </p:txBody>
      </p:sp>
      <p:sp>
        <p:nvSpPr>
          <p:cNvPr id="14" name="Pladsholder til tekst 19">
            <a:extLst>
              <a:ext uri="{FF2B5EF4-FFF2-40B4-BE49-F238E27FC236}">
                <a16:creationId xmlns:a16="http://schemas.microsoft.com/office/drawing/2014/main" id="{3AAEBD38-C296-365F-05A2-EA95952E3209}"/>
              </a:ext>
            </a:extLst>
          </p:cNvPr>
          <p:cNvSpPr>
            <a:spLocks noGrp="1"/>
          </p:cNvSpPr>
          <p:nvPr>
            <p:ph type="body" sz="quarter" idx="33" hasCustomPrompt="1"/>
          </p:nvPr>
        </p:nvSpPr>
        <p:spPr>
          <a:xfrm>
            <a:off x="6182248"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tekst 19">
            <a:extLst>
              <a:ext uri="{FF2B5EF4-FFF2-40B4-BE49-F238E27FC236}">
                <a16:creationId xmlns:a16="http://schemas.microsoft.com/office/drawing/2014/main" id="{F7FAB0B5-3497-A716-59C0-463F6F595F4E}"/>
              </a:ext>
            </a:extLst>
          </p:cNvPr>
          <p:cNvSpPr>
            <a:spLocks noGrp="1"/>
          </p:cNvSpPr>
          <p:nvPr>
            <p:ph type="body" sz="quarter" idx="34" hasCustomPrompt="1"/>
          </p:nvPr>
        </p:nvSpPr>
        <p:spPr>
          <a:xfrm>
            <a:off x="9147373" y="2833676"/>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0" name="Pladsholder til billede 12">
            <a:extLst>
              <a:ext uri="{FF2B5EF4-FFF2-40B4-BE49-F238E27FC236}">
                <a16:creationId xmlns:a16="http://schemas.microsoft.com/office/drawing/2014/main" id="{262CF417-7A67-484A-FA7E-3E9E9F77595E}"/>
              </a:ext>
            </a:extLst>
          </p:cNvPr>
          <p:cNvSpPr>
            <a:spLocks noGrp="1"/>
          </p:cNvSpPr>
          <p:nvPr>
            <p:ph type="pic" sz="quarter" idx="35"/>
          </p:nvPr>
        </p:nvSpPr>
        <p:spPr>
          <a:xfrm>
            <a:off x="3217124" y="3394431"/>
            <a:ext cx="2789452" cy="2043273"/>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FAEB25FE-956C-A36D-8315-20BA703CA18C}"/>
              </a:ext>
            </a:extLst>
          </p:cNvPr>
          <p:cNvSpPr>
            <a:spLocks noGrp="1"/>
          </p:cNvSpPr>
          <p:nvPr>
            <p:ph type="body" sz="quarter" idx="37" hasCustomPrompt="1"/>
          </p:nvPr>
        </p:nvSpPr>
        <p:spPr>
          <a:xfrm>
            <a:off x="3217124"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billede 12">
            <a:extLst>
              <a:ext uri="{FF2B5EF4-FFF2-40B4-BE49-F238E27FC236}">
                <a16:creationId xmlns:a16="http://schemas.microsoft.com/office/drawing/2014/main" id="{2C20CB4A-6186-02C0-E38D-8C3159DEDBAB}"/>
              </a:ext>
            </a:extLst>
          </p:cNvPr>
          <p:cNvSpPr>
            <a:spLocks noGrp="1"/>
          </p:cNvSpPr>
          <p:nvPr>
            <p:ph type="pic" sz="quarter" idx="39"/>
          </p:nvPr>
        </p:nvSpPr>
        <p:spPr>
          <a:xfrm>
            <a:off x="9147373" y="3394431"/>
            <a:ext cx="2753452" cy="2043273"/>
          </a:xfrm>
          <a:solidFill>
            <a:srgbClr val="DDDDDD"/>
          </a:solidFill>
        </p:spPr>
        <p:txBody>
          <a:bodyPr/>
          <a:lstStyle/>
          <a:p>
            <a:r>
              <a:rPr lang="da-DK"/>
              <a:t>Klik på ikonet for at tilføje et billede</a:t>
            </a:r>
            <a:endParaRPr lang="en-US"/>
          </a:p>
        </p:txBody>
      </p:sp>
      <p:sp>
        <p:nvSpPr>
          <p:cNvPr id="23" name="Pladsholder til billede 12">
            <a:extLst>
              <a:ext uri="{FF2B5EF4-FFF2-40B4-BE49-F238E27FC236}">
                <a16:creationId xmlns:a16="http://schemas.microsoft.com/office/drawing/2014/main" id="{6E541DD6-B806-1024-AFAC-505E81C39B41}"/>
              </a:ext>
            </a:extLst>
          </p:cNvPr>
          <p:cNvSpPr>
            <a:spLocks noGrp="1"/>
          </p:cNvSpPr>
          <p:nvPr>
            <p:ph type="pic" sz="quarter" idx="40"/>
          </p:nvPr>
        </p:nvSpPr>
        <p:spPr>
          <a:xfrm>
            <a:off x="6182248" y="3394431"/>
            <a:ext cx="2789452" cy="2520000"/>
          </a:xfrm>
          <a:solidFill>
            <a:srgbClr val="DDDDDD"/>
          </a:solidFill>
        </p:spPr>
        <p:txBody>
          <a:bodyPr/>
          <a:lstStyle/>
          <a:p>
            <a:r>
              <a:rPr lang="da-DK"/>
              <a:t>Klik på ikonet for at tilføje et billede</a:t>
            </a:r>
            <a:endParaRPr lang="en-US"/>
          </a:p>
        </p:txBody>
      </p:sp>
      <p:sp>
        <p:nvSpPr>
          <p:cNvPr id="24" name="Pladsholder til tekst 19">
            <a:extLst>
              <a:ext uri="{FF2B5EF4-FFF2-40B4-BE49-F238E27FC236}">
                <a16:creationId xmlns:a16="http://schemas.microsoft.com/office/drawing/2014/main" id="{244286C7-9550-53C0-7771-CB1F61C920FD}"/>
              </a:ext>
            </a:extLst>
          </p:cNvPr>
          <p:cNvSpPr>
            <a:spLocks noGrp="1"/>
          </p:cNvSpPr>
          <p:nvPr>
            <p:ph type="body" sz="quarter" idx="41" hasCustomPrompt="1"/>
          </p:nvPr>
        </p:nvSpPr>
        <p:spPr>
          <a:xfrm>
            <a:off x="9147373" y="5506439"/>
            <a:ext cx="2753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5" name="Pladsholder til tekst 19">
            <a:extLst>
              <a:ext uri="{FF2B5EF4-FFF2-40B4-BE49-F238E27FC236}">
                <a16:creationId xmlns:a16="http://schemas.microsoft.com/office/drawing/2014/main" id="{FB63E811-5296-4B00-370D-6BC9F0DA16D7}"/>
              </a:ext>
            </a:extLst>
          </p:cNvPr>
          <p:cNvSpPr>
            <a:spLocks noGrp="1"/>
          </p:cNvSpPr>
          <p:nvPr>
            <p:ph type="body" sz="quarter" idx="42" hasCustomPrompt="1"/>
          </p:nvPr>
        </p:nvSpPr>
        <p:spPr>
          <a:xfrm>
            <a:off x="6182248"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356701066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FOCUS x 8: Image + text">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43507"/>
            <a:ext cx="2789452" cy="2043273"/>
          </a:xfrm>
          <a:solidFill>
            <a:srgbClr val="DDDDDD"/>
          </a:solidFill>
        </p:spPr>
        <p:txBody>
          <a:bodyPr/>
          <a:lstStyle/>
          <a:p>
            <a:r>
              <a:rPr lang="da-DK"/>
              <a:t>Klik på ikonet for at tilføje et billede</a:t>
            </a:r>
            <a:endParaRPr lang="en-US"/>
          </a:p>
        </p:txBody>
      </p:sp>
      <p:sp>
        <p:nvSpPr>
          <p:cNvPr id="2" name="Pladsholder til billede 12">
            <a:extLst>
              <a:ext uri="{FF2B5EF4-FFF2-40B4-BE49-F238E27FC236}">
                <a16:creationId xmlns:a16="http://schemas.microsoft.com/office/drawing/2014/main" id="{5FCF9B46-A323-6CB5-F956-A6F4E2526C0F}"/>
              </a:ext>
            </a:extLst>
          </p:cNvPr>
          <p:cNvSpPr>
            <a:spLocks noGrp="1"/>
          </p:cNvSpPr>
          <p:nvPr>
            <p:ph type="pic" sz="quarter" idx="17"/>
          </p:nvPr>
        </p:nvSpPr>
        <p:spPr>
          <a:xfrm>
            <a:off x="3228000" y="243507"/>
            <a:ext cx="2789452" cy="2520000"/>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1" name="Pladsholder til tekst 19">
            <a:extLst>
              <a:ext uri="{FF2B5EF4-FFF2-40B4-BE49-F238E27FC236}">
                <a16:creationId xmlns:a16="http://schemas.microsoft.com/office/drawing/2014/main" id="{95F2C540-3849-6A54-F298-557907CB4F6D}"/>
              </a:ext>
            </a:extLst>
          </p:cNvPr>
          <p:cNvSpPr>
            <a:spLocks noGrp="1"/>
          </p:cNvSpPr>
          <p:nvPr>
            <p:ph type="body" sz="quarter" idx="24" hasCustomPrompt="1"/>
          </p:nvPr>
        </p:nvSpPr>
        <p:spPr>
          <a:xfrm>
            <a:off x="322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19" name="Pladsholder til billede 12">
            <a:extLst>
              <a:ext uri="{FF2B5EF4-FFF2-40B4-BE49-F238E27FC236}">
                <a16:creationId xmlns:a16="http://schemas.microsoft.com/office/drawing/2014/main" id="{7BEE026E-DF9A-40F0-8091-92052FBE95BC}"/>
              </a:ext>
            </a:extLst>
          </p:cNvPr>
          <p:cNvSpPr>
            <a:spLocks noGrp="1"/>
          </p:cNvSpPr>
          <p:nvPr>
            <p:ph type="pic" sz="quarter" idx="31"/>
          </p:nvPr>
        </p:nvSpPr>
        <p:spPr>
          <a:xfrm>
            <a:off x="6168000" y="243507"/>
            <a:ext cx="2789452" cy="2043273"/>
          </a:xfrm>
          <a:solidFill>
            <a:srgbClr val="DDDDDD"/>
          </a:solidFill>
        </p:spPr>
        <p:txBody>
          <a:bodyPr/>
          <a:lstStyle/>
          <a:p>
            <a:r>
              <a:rPr lang="da-DK"/>
              <a:t>Klik på ikonet for at tilføje et billede</a:t>
            </a:r>
            <a:endParaRPr lang="en-US"/>
          </a:p>
        </p:txBody>
      </p:sp>
      <p:sp>
        <p:nvSpPr>
          <p:cNvPr id="20" name="Pladsholder til billede 12">
            <a:extLst>
              <a:ext uri="{FF2B5EF4-FFF2-40B4-BE49-F238E27FC236}">
                <a16:creationId xmlns:a16="http://schemas.microsoft.com/office/drawing/2014/main" id="{5B23E2FA-989F-DD17-8756-9EB8C06492DE}"/>
              </a:ext>
            </a:extLst>
          </p:cNvPr>
          <p:cNvSpPr>
            <a:spLocks noGrp="1"/>
          </p:cNvSpPr>
          <p:nvPr>
            <p:ph type="pic" sz="quarter" idx="32"/>
          </p:nvPr>
        </p:nvSpPr>
        <p:spPr>
          <a:xfrm>
            <a:off x="9108000" y="243507"/>
            <a:ext cx="2789452" cy="2520000"/>
          </a:xfrm>
          <a:solidFill>
            <a:srgbClr val="DDDDDD"/>
          </a:solidFill>
        </p:spPr>
        <p:txBody>
          <a:bodyPr/>
          <a:lstStyle/>
          <a:p>
            <a:r>
              <a:rPr lang="da-DK"/>
              <a:t>Klik på ikonet for at tilføje et billede</a:t>
            </a:r>
            <a:endParaRPr lang="en-US"/>
          </a:p>
        </p:txBody>
      </p:sp>
      <p:sp>
        <p:nvSpPr>
          <p:cNvPr id="21" name="Pladsholder til tekst 19">
            <a:extLst>
              <a:ext uri="{FF2B5EF4-FFF2-40B4-BE49-F238E27FC236}">
                <a16:creationId xmlns:a16="http://schemas.microsoft.com/office/drawing/2014/main" id="{642E3B39-EC54-070C-4E98-498C1E6635CF}"/>
              </a:ext>
            </a:extLst>
          </p:cNvPr>
          <p:cNvSpPr>
            <a:spLocks noGrp="1"/>
          </p:cNvSpPr>
          <p:nvPr>
            <p:ph type="body" sz="quarter" idx="33" hasCustomPrompt="1"/>
          </p:nvPr>
        </p:nvSpPr>
        <p:spPr>
          <a:xfrm>
            <a:off x="6168000" y="2355515"/>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2" name="Pladsholder til tekst 19">
            <a:extLst>
              <a:ext uri="{FF2B5EF4-FFF2-40B4-BE49-F238E27FC236}">
                <a16:creationId xmlns:a16="http://schemas.microsoft.com/office/drawing/2014/main" id="{4B511808-F791-3A8E-A0AA-D0C5DA24601D}"/>
              </a:ext>
            </a:extLst>
          </p:cNvPr>
          <p:cNvSpPr>
            <a:spLocks noGrp="1"/>
          </p:cNvSpPr>
          <p:nvPr>
            <p:ph type="body" sz="quarter" idx="34" hasCustomPrompt="1"/>
          </p:nvPr>
        </p:nvSpPr>
        <p:spPr>
          <a:xfrm>
            <a:off x="9108000" y="2833676"/>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3" name="Pladsholder til billede 12">
            <a:extLst>
              <a:ext uri="{FF2B5EF4-FFF2-40B4-BE49-F238E27FC236}">
                <a16:creationId xmlns:a16="http://schemas.microsoft.com/office/drawing/2014/main" id="{30E582EC-EBFD-D500-77F3-CCDD28BFB9C5}"/>
              </a:ext>
            </a:extLst>
          </p:cNvPr>
          <p:cNvSpPr>
            <a:spLocks noGrp="1"/>
          </p:cNvSpPr>
          <p:nvPr>
            <p:ph type="pic" sz="quarter" idx="35"/>
          </p:nvPr>
        </p:nvSpPr>
        <p:spPr>
          <a:xfrm>
            <a:off x="3228000" y="3394431"/>
            <a:ext cx="2789452" cy="2043273"/>
          </a:xfrm>
          <a:solidFill>
            <a:srgbClr val="DDDDDD"/>
          </a:solidFill>
        </p:spPr>
        <p:txBody>
          <a:bodyPr/>
          <a:lstStyle/>
          <a:p>
            <a:r>
              <a:rPr lang="da-DK"/>
              <a:t>Klik på ikonet for at tilføje et billede</a:t>
            </a:r>
            <a:endParaRPr lang="en-US"/>
          </a:p>
        </p:txBody>
      </p:sp>
      <p:sp>
        <p:nvSpPr>
          <p:cNvPr id="24" name="Pladsholder til billede 12">
            <a:extLst>
              <a:ext uri="{FF2B5EF4-FFF2-40B4-BE49-F238E27FC236}">
                <a16:creationId xmlns:a16="http://schemas.microsoft.com/office/drawing/2014/main" id="{39CF395A-F4DA-CA29-8014-5EE21D340DD4}"/>
              </a:ext>
            </a:extLst>
          </p:cNvPr>
          <p:cNvSpPr>
            <a:spLocks noGrp="1"/>
          </p:cNvSpPr>
          <p:nvPr>
            <p:ph type="pic" sz="quarter" idx="36"/>
          </p:nvPr>
        </p:nvSpPr>
        <p:spPr>
          <a:xfrm>
            <a:off x="288000" y="3394431"/>
            <a:ext cx="2789452" cy="2520000"/>
          </a:xfrm>
          <a:solidFill>
            <a:srgbClr val="DDDDDD"/>
          </a:solidFill>
        </p:spPr>
        <p:txBody>
          <a:bodyPr/>
          <a:lstStyle/>
          <a:p>
            <a:r>
              <a:rPr lang="da-DK"/>
              <a:t>Klik på ikonet for at tilføje et billede</a:t>
            </a:r>
            <a:endParaRPr lang="en-US"/>
          </a:p>
        </p:txBody>
      </p:sp>
      <p:sp>
        <p:nvSpPr>
          <p:cNvPr id="25" name="Pladsholder til tekst 19">
            <a:extLst>
              <a:ext uri="{FF2B5EF4-FFF2-40B4-BE49-F238E27FC236}">
                <a16:creationId xmlns:a16="http://schemas.microsoft.com/office/drawing/2014/main" id="{86266058-419A-2F98-FA13-51E8DF966238}"/>
              </a:ext>
            </a:extLst>
          </p:cNvPr>
          <p:cNvSpPr>
            <a:spLocks noGrp="1"/>
          </p:cNvSpPr>
          <p:nvPr>
            <p:ph type="body" sz="quarter" idx="37" hasCustomPrompt="1"/>
          </p:nvPr>
        </p:nvSpPr>
        <p:spPr>
          <a:xfrm>
            <a:off x="322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6" name="Pladsholder til tekst 19">
            <a:extLst>
              <a:ext uri="{FF2B5EF4-FFF2-40B4-BE49-F238E27FC236}">
                <a16:creationId xmlns:a16="http://schemas.microsoft.com/office/drawing/2014/main" id="{65F999F6-7D6F-FFC9-9D32-25DD74F732D9}"/>
              </a:ext>
            </a:extLst>
          </p:cNvPr>
          <p:cNvSpPr>
            <a:spLocks noGrp="1"/>
          </p:cNvSpPr>
          <p:nvPr>
            <p:ph type="body" sz="quarter" idx="38" hasCustomPrompt="1"/>
          </p:nvPr>
        </p:nvSpPr>
        <p:spPr>
          <a:xfrm>
            <a:off x="28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27" name="Pladsholder til billede 12">
            <a:extLst>
              <a:ext uri="{FF2B5EF4-FFF2-40B4-BE49-F238E27FC236}">
                <a16:creationId xmlns:a16="http://schemas.microsoft.com/office/drawing/2014/main" id="{3F17A6A2-A366-FBD1-614F-A234296FF7F2}"/>
              </a:ext>
            </a:extLst>
          </p:cNvPr>
          <p:cNvSpPr>
            <a:spLocks noGrp="1"/>
          </p:cNvSpPr>
          <p:nvPr>
            <p:ph type="pic" sz="quarter" idx="39"/>
          </p:nvPr>
        </p:nvSpPr>
        <p:spPr>
          <a:xfrm>
            <a:off x="9108000" y="3394431"/>
            <a:ext cx="2789452" cy="2043273"/>
          </a:xfrm>
          <a:solidFill>
            <a:srgbClr val="DDDDDD"/>
          </a:solidFill>
        </p:spPr>
        <p:txBody>
          <a:bodyPr/>
          <a:lstStyle/>
          <a:p>
            <a:r>
              <a:rPr lang="da-DK"/>
              <a:t>Klik på ikonet for at tilføje et billede</a:t>
            </a:r>
            <a:endParaRPr lang="en-US"/>
          </a:p>
        </p:txBody>
      </p:sp>
      <p:sp>
        <p:nvSpPr>
          <p:cNvPr id="28" name="Pladsholder til billede 12">
            <a:extLst>
              <a:ext uri="{FF2B5EF4-FFF2-40B4-BE49-F238E27FC236}">
                <a16:creationId xmlns:a16="http://schemas.microsoft.com/office/drawing/2014/main" id="{4B70F008-ED62-0209-CAB9-7407BB6BE962}"/>
              </a:ext>
            </a:extLst>
          </p:cNvPr>
          <p:cNvSpPr>
            <a:spLocks noGrp="1"/>
          </p:cNvSpPr>
          <p:nvPr>
            <p:ph type="pic" sz="quarter" idx="40"/>
          </p:nvPr>
        </p:nvSpPr>
        <p:spPr>
          <a:xfrm>
            <a:off x="6168000" y="3394431"/>
            <a:ext cx="2789452" cy="2520000"/>
          </a:xfrm>
          <a:solidFill>
            <a:srgbClr val="DDDDDD"/>
          </a:solidFill>
        </p:spPr>
        <p:txBody>
          <a:bodyPr/>
          <a:lstStyle/>
          <a:p>
            <a:r>
              <a:rPr lang="da-DK"/>
              <a:t>Klik på ikonet for at tilføje et billede</a:t>
            </a:r>
            <a:endParaRPr lang="en-US"/>
          </a:p>
        </p:txBody>
      </p:sp>
      <p:sp>
        <p:nvSpPr>
          <p:cNvPr id="29" name="Pladsholder til tekst 19">
            <a:extLst>
              <a:ext uri="{FF2B5EF4-FFF2-40B4-BE49-F238E27FC236}">
                <a16:creationId xmlns:a16="http://schemas.microsoft.com/office/drawing/2014/main" id="{9AC1CD35-C1C2-2DB1-BCD0-E2F0A3DDDC0B}"/>
              </a:ext>
            </a:extLst>
          </p:cNvPr>
          <p:cNvSpPr>
            <a:spLocks noGrp="1"/>
          </p:cNvSpPr>
          <p:nvPr>
            <p:ph type="body" sz="quarter" idx="41" hasCustomPrompt="1"/>
          </p:nvPr>
        </p:nvSpPr>
        <p:spPr>
          <a:xfrm>
            <a:off x="9108000" y="5506439"/>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
        <p:nvSpPr>
          <p:cNvPr id="30" name="Pladsholder til tekst 19">
            <a:extLst>
              <a:ext uri="{FF2B5EF4-FFF2-40B4-BE49-F238E27FC236}">
                <a16:creationId xmlns:a16="http://schemas.microsoft.com/office/drawing/2014/main" id="{3C9D3C51-23F2-5440-8061-9163C5986695}"/>
              </a:ext>
            </a:extLst>
          </p:cNvPr>
          <p:cNvSpPr>
            <a:spLocks noGrp="1"/>
          </p:cNvSpPr>
          <p:nvPr>
            <p:ph type="body" sz="quarter" idx="42" hasCustomPrompt="1"/>
          </p:nvPr>
        </p:nvSpPr>
        <p:spPr>
          <a:xfrm>
            <a:off x="6168000" y="5984600"/>
            <a:ext cx="2789452" cy="468351"/>
          </a:xfrm>
        </p:spPr>
        <p:txBody>
          <a:bodyPr/>
          <a:lstStyle>
            <a:lvl1pPr>
              <a:lnSpc>
                <a:spcPct val="85000"/>
              </a:lnSpc>
              <a:spcAft>
                <a:spcPts val="200"/>
              </a:spcAft>
              <a:defRPr sz="1000"/>
            </a:lvl1pPr>
          </a:lstStyle>
          <a:p>
            <a:pPr lvl="0"/>
            <a:r>
              <a:rPr lang="da-DK"/>
              <a:t>Title</a:t>
            </a:r>
            <a:br>
              <a:rPr lang="da-DK"/>
            </a:br>
            <a:r>
              <a:rPr lang="da-DK"/>
              <a:t>Text</a:t>
            </a:r>
            <a:endParaRPr lang="en-US"/>
          </a:p>
        </p:txBody>
      </p:sp>
    </p:spTree>
    <p:extLst>
      <p:ext uri="{BB962C8B-B14F-4D97-AF65-F5344CB8AC3E}">
        <p14:creationId xmlns:p14="http://schemas.microsoft.com/office/powerpoint/2010/main" val="22669721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EAM: 12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icture Placeholder 2">
            <a:extLst>
              <a:ext uri="{FF2B5EF4-FFF2-40B4-BE49-F238E27FC236}">
                <a16:creationId xmlns:a16="http://schemas.microsoft.com/office/drawing/2014/main" id="{EF08FE1E-B935-F16B-DC24-C7D69049D73E}"/>
              </a:ext>
            </a:extLst>
          </p:cNvPr>
          <p:cNvSpPr>
            <a:spLocks noGrp="1"/>
          </p:cNvSpPr>
          <p:nvPr>
            <p:ph type="pic" sz="quarter" idx="22"/>
          </p:nvPr>
        </p:nvSpPr>
        <p:spPr>
          <a:xfrm>
            <a:off x="2459952" y="119443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9" name="Text Placeholder 16">
            <a:extLst>
              <a:ext uri="{FF2B5EF4-FFF2-40B4-BE49-F238E27FC236}">
                <a16:creationId xmlns:a16="http://schemas.microsoft.com/office/drawing/2014/main" id="{A53B38CE-3A8D-B9D2-B976-BF9FC5D1CC48}"/>
              </a:ext>
            </a:extLst>
          </p:cNvPr>
          <p:cNvSpPr>
            <a:spLocks noGrp="1"/>
          </p:cNvSpPr>
          <p:nvPr>
            <p:ph type="body" sz="quarter" idx="23" hasCustomPrompt="1"/>
          </p:nvPr>
        </p:nvSpPr>
        <p:spPr>
          <a:xfrm>
            <a:off x="359500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19" name="Picture Placeholder 2">
            <a:extLst>
              <a:ext uri="{FF2B5EF4-FFF2-40B4-BE49-F238E27FC236}">
                <a16:creationId xmlns:a16="http://schemas.microsoft.com/office/drawing/2014/main" id="{7AB4B59C-1124-80DF-8321-9EBAFB343588}"/>
              </a:ext>
            </a:extLst>
          </p:cNvPr>
          <p:cNvSpPr>
            <a:spLocks noGrp="1"/>
          </p:cNvSpPr>
          <p:nvPr>
            <p:ph type="pic" sz="quarter" idx="29"/>
          </p:nvPr>
        </p:nvSpPr>
        <p:spPr>
          <a:xfrm>
            <a:off x="2459952" y="2968373"/>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0" name="Text Placeholder 16">
            <a:extLst>
              <a:ext uri="{FF2B5EF4-FFF2-40B4-BE49-F238E27FC236}">
                <a16:creationId xmlns:a16="http://schemas.microsoft.com/office/drawing/2014/main" id="{FB9CAB46-89A2-E933-C2A8-A676FBE6E923}"/>
              </a:ext>
            </a:extLst>
          </p:cNvPr>
          <p:cNvSpPr>
            <a:spLocks noGrp="1"/>
          </p:cNvSpPr>
          <p:nvPr>
            <p:ph type="body" sz="quarter" idx="30" hasCustomPrompt="1"/>
          </p:nvPr>
        </p:nvSpPr>
        <p:spPr>
          <a:xfrm>
            <a:off x="359500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1" name="Text Placeholder 16">
            <a:extLst>
              <a:ext uri="{FF2B5EF4-FFF2-40B4-BE49-F238E27FC236}">
                <a16:creationId xmlns:a16="http://schemas.microsoft.com/office/drawing/2014/main" id="{92C8F4F2-7FC9-3D58-7215-CBCA8666D21E}"/>
              </a:ext>
            </a:extLst>
          </p:cNvPr>
          <p:cNvSpPr>
            <a:spLocks noGrp="1"/>
          </p:cNvSpPr>
          <p:nvPr>
            <p:ph type="body" sz="quarter" idx="41" hasCustomPrompt="1"/>
          </p:nvPr>
        </p:nvSpPr>
        <p:spPr>
          <a:xfrm>
            <a:off x="324000" y="1194437"/>
            <a:ext cx="1946927" cy="306336"/>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2" name="Text Placeholder 16">
            <a:extLst>
              <a:ext uri="{FF2B5EF4-FFF2-40B4-BE49-F238E27FC236}">
                <a16:creationId xmlns:a16="http://schemas.microsoft.com/office/drawing/2014/main" id="{D98F6050-D017-7EA6-8E30-5BA7D4944EC1}"/>
              </a:ext>
            </a:extLst>
          </p:cNvPr>
          <p:cNvSpPr>
            <a:spLocks noGrp="1"/>
          </p:cNvSpPr>
          <p:nvPr>
            <p:ph type="body" sz="quarter" idx="42" hasCustomPrompt="1"/>
          </p:nvPr>
        </p:nvSpPr>
        <p:spPr>
          <a:xfrm>
            <a:off x="324000" y="2968373"/>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3" name="Text Placeholder 16">
            <a:extLst>
              <a:ext uri="{FF2B5EF4-FFF2-40B4-BE49-F238E27FC236}">
                <a16:creationId xmlns:a16="http://schemas.microsoft.com/office/drawing/2014/main" id="{2D8D1B0E-9716-AF3E-3DDE-9A19242DCDFF}"/>
              </a:ext>
            </a:extLst>
          </p:cNvPr>
          <p:cNvSpPr>
            <a:spLocks noGrp="1"/>
          </p:cNvSpPr>
          <p:nvPr>
            <p:ph type="body" sz="quarter" idx="43" hasCustomPrompt="1"/>
          </p:nvPr>
        </p:nvSpPr>
        <p:spPr>
          <a:xfrm>
            <a:off x="324000" y="4760597"/>
            <a:ext cx="1946927" cy="332600"/>
          </a:xfrm>
        </p:spPr>
        <p:txBody>
          <a:bodyPr wrap="square" numCol="1">
            <a:noAutofit/>
          </a:bodyPr>
          <a:lstStyle>
            <a:lvl1pPr marL="0">
              <a:lnSpc>
                <a:spcPts val="1000"/>
              </a:lnSpc>
              <a:spcAft>
                <a:spcPts val="0"/>
              </a:spcAft>
              <a:defRPr sz="1600" b="0" i="0" cap="none" baseline="0">
                <a:solidFill>
                  <a:schemeClr val="tx2"/>
                </a:solidFill>
              </a:defRPr>
            </a:lvl1pPr>
            <a:lvl2pPr marL="0">
              <a:lnSpc>
                <a:spcPts val="1000"/>
              </a:lnSpc>
              <a:spcAft>
                <a:spcPts val="0"/>
              </a:spcAft>
              <a:defRPr sz="1000" b="0" cap="none" baseline="0"/>
            </a:lvl2pPr>
            <a:lvl3pPr marL="0" indent="0">
              <a:lnSpc>
                <a:spcPts val="1000"/>
              </a:lnSpc>
              <a:spcBef>
                <a:spcPts val="1000"/>
              </a:spcBef>
              <a:spcAft>
                <a:spcPts val="0"/>
              </a:spcAft>
              <a:buNone/>
              <a:defRPr sz="1000" b="1" cap="none" baseline="0"/>
            </a:lvl3pPr>
            <a:lvl4pPr marL="0" indent="0">
              <a:lnSpc>
                <a:spcPts val="1000"/>
              </a:lnSpc>
              <a:spcAft>
                <a:spcPts val="1300"/>
              </a:spcAft>
              <a:buFont typeface="Arial" charset="0"/>
              <a:buNone/>
              <a:tabLst/>
              <a:defRPr sz="1000" cap="none" baseline="0"/>
            </a:lvl4pPr>
            <a:lvl5pPr marL="0" indent="0">
              <a:lnSpc>
                <a:spcPts val="1300"/>
              </a:lnSpc>
              <a:spcAft>
                <a:spcPts val="0"/>
              </a:spcAft>
              <a:buNone/>
              <a:tabLst/>
              <a:defRPr sz="1000"/>
            </a:lvl5pPr>
          </a:lstStyle>
          <a:p>
            <a:pPr lvl="0"/>
            <a:r>
              <a:rPr lang="en-US"/>
              <a:t>Rolle</a:t>
            </a:r>
          </a:p>
        </p:txBody>
      </p:sp>
      <p:sp>
        <p:nvSpPr>
          <p:cNvPr id="24" name="Picture Placeholder 2">
            <a:extLst>
              <a:ext uri="{FF2B5EF4-FFF2-40B4-BE49-F238E27FC236}">
                <a16:creationId xmlns:a16="http://schemas.microsoft.com/office/drawing/2014/main" id="{C505DA16-8EF6-02E1-5635-06036CB6FA0F}"/>
              </a:ext>
            </a:extLst>
          </p:cNvPr>
          <p:cNvSpPr>
            <a:spLocks noGrp="1"/>
          </p:cNvSpPr>
          <p:nvPr>
            <p:ph type="pic" sz="quarter" idx="44"/>
          </p:nvPr>
        </p:nvSpPr>
        <p:spPr>
          <a:xfrm>
            <a:off x="2459952" y="4760597"/>
            <a:ext cx="1037026" cy="1458464"/>
          </a:xfrm>
          <a:solidFill>
            <a:schemeClr val="bg1">
              <a:lumMod val="85000"/>
            </a:schemeClr>
          </a:solidFill>
        </p:spPr>
        <p:txBody>
          <a:bodyPr lIns="0" tIns="180000"/>
          <a:lstStyle>
            <a:lvl1pPr algn="ctr">
              <a:defRPr sz="1000" b="0">
                <a:solidFill>
                  <a:schemeClr val="bg1">
                    <a:lumMod val="65000"/>
                  </a:schemeClr>
                </a:solidFill>
              </a:defRPr>
            </a:lvl1pPr>
          </a:lstStyle>
          <a:p>
            <a:r>
              <a:rPr lang="da-DK"/>
              <a:t>Klik på ikonet for at tilføje et billede</a:t>
            </a:r>
          </a:p>
        </p:txBody>
      </p:sp>
      <p:sp>
        <p:nvSpPr>
          <p:cNvPr id="25" name="Text Placeholder 16">
            <a:extLst>
              <a:ext uri="{FF2B5EF4-FFF2-40B4-BE49-F238E27FC236}">
                <a16:creationId xmlns:a16="http://schemas.microsoft.com/office/drawing/2014/main" id="{121681F0-E0A4-CA0A-E8A6-520D2007393C}"/>
              </a:ext>
            </a:extLst>
          </p:cNvPr>
          <p:cNvSpPr>
            <a:spLocks noGrp="1"/>
          </p:cNvSpPr>
          <p:nvPr>
            <p:ph type="body" sz="quarter" idx="47" hasCustomPrompt="1"/>
          </p:nvPr>
        </p:nvSpPr>
        <p:spPr>
          <a:xfrm>
            <a:off x="359500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6" name="Picture Placeholder 2">
            <a:extLst>
              <a:ext uri="{FF2B5EF4-FFF2-40B4-BE49-F238E27FC236}">
                <a16:creationId xmlns:a16="http://schemas.microsoft.com/office/drawing/2014/main" id="{ADF1BE00-A4D8-28A1-0F31-65459D38DBD6}"/>
              </a:ext>
            </a:extLst>
          </p:cNvPr>
          <p:cNvSpPr>
            <a:spLocks noGrp="1"/>
          </p:cNvSpPr>
          <p:nvPr>
            <p:ph type="pic" sz="quarter" idx="48"/>
          </p:nvPr>
        </p:nvSpPr>
        <p:spPr>
          <a:xfrm>
            <a:off x="4934669"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7" name="Text Placeholder 16">
            <a:extLst>
              <a:ext uri="{FF2B5EF4-FFF2-40B4-BE49-F238E27FC236}">
                <a16:creationId xmlns:a16="http://schemas.microsoft.com/office/drawing/2014/main" id="{6E64A570-7C6E-82E7-67E0-318919BC37DE}"/>
              </a:ext>
            </a:extLst>
          </p:cNvPr>
          <p:cNvSpPr>
            <a:spLocks noGrp="1"/>
          </p:cNvSpPr>
          <p:nvPr>
            <p:ph type="body" sz="quarter" idx="49" hasCustomPrompt="1"/>
          </p:nvPr>
        </p:nvSpPr>
        <p:spPr>
          <a:xfrm>
            <a:off x="6069719"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8" name="Picture Placeholder 2">
            <a:extLst>
              <a:ext uri="{FF2B5EF4-FFF2-40B4-BE49-F238E27FC236}">
                <a16:creationId xmlns:a16="http://schemas.microsoft.com/office/drawing/2014/main" id="{5B36B060-65E5-19A5-0E48-E591BE3C0AAB}"/>
              </a:ext>
            </a:extLst>
          </p:cNvPr>
          <p:cNvSpPr>
            <a:spLocks noGrp="1"/>
          </p:cNvSpPr>
          <p:nvPr>
            <p:ph type="pic" sz="quarter" idx="50"/>
          </p:nvPr>
        </p:nvSpPr>
        <p:spPr>
          <a:xfrm>
            <a:off x="4934669"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29" name="Text Placeholder 16">
            <a:extLst>
              <a:ext uri="{FF2B5EF4-FFF2-40B4-BE49-F238E27FC236}">
                <a16:creationId xmlns:a16="http://schemas.microsoft.com/office/drawing/2014/main" id="{F1E9BD65-D8E6-66A4-CF51-0738F9692ADD}"/>
              </a:ext>
            </a:extLst>
          </p:cNvPr>
          <p:cNvSpPr>
            <a:spLocks noGrp="1"/>
          </p:cNvSpPr>
          <p:nvPr>
            <p:ph type="body" sz="quarter" idx="51" hasCustomPrompt="1"/>
          </p:nvPr>
        </p:nvSpPr>
        <p:spPr>
          <a:xfrm>
            <a:off x="6069719"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0" name="Picture Placeholder 2">
            <a:extLst>
              <a:ext uri="{FF2B5EF4-FFF2-40B4-BE49-F238E27FC236}">
                <a16:creationId xmlns:a16="http://schemas.microsoft.com/office/drawing/2014/main" id="{48F54121-1DEB-725D-5177-D0B20C38F2E7}"/>
              </a:ext>
            </a:extLst>
          </p:cNvPr>
          <p:cNvSpPr>
            <a:spLocks noGrp="1"/>
          </p:cNvSpPr>
          <p:nvPr>
            <p:ph type="pic" sz="quarter" idx="52"/>
          </p:nvPr>
        </p:nvSpPr>
        <p:spPr>
          <a:xfrm>
            <a:off x="4934669"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1" name="Text Placeholder 16">
            <a:extLst>
              <a:ext uri="{FF2B5EF4-FFF2-40B4-BE49-F238E27FC236}">
                <a16:creationId xmlns:a16="http://schemas.microsoft.com/office/drawing/2014/main" id="{E28EF512-D4CD-7D62-E5C6-4B0D2C3D0868}"/>
              </a:ext>
            </a:extLst>
          </p:cNvPr>
          <p:cNvSpPr>
            <a:spLocks noGrp="1"/>
          </p:cNvSpPr>
          <p:nvPr>
            <p:ph type="body" sz="quarter" idx="53" hasCustomPrompt="1"/>
          </p:nvPr>
        </p:nvSpPr>
        <p:spPr>
          <a:xfrm>
            <a:off x="6069719"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2" name="Picture Placeholder 2">
            <a:extLst>
              <a:ext uri="{FF2B5EF4-FFF2-40B4-BE49-F238E27FC236}">
                <a16:creationId xmlns:a16="http://schemas.microsoft.com/office/drawing/2014/main" id="{4140B3FB-C30A-C75F-003E-51D1EBE528C4}"/>
              </a:ext>
            </a:extLst>
          </p:cNvPr>
          <p:cNvSpPr>
            <a:spLocks noGrp="1"/>
          </p:cNvSpPr>
          <p:nvPr>
            <p:ph type="pic" sz="quarter" idx="54"/>
          </p:nvPr>
        </p:nvSpPr>
        <p:spPr>
          <a:xfrm>
            <a:off x="7392832"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3" name="Text Placeholder 16">
            <a:extLst>
              <a:ext uri="{FF2B5EF4-FFF2-40B4-BE49-F238E27FC236}">
                <a16:creationId xmlns:a16="http://schemas.microsoft.com/office/drawing/2014/main" id="{B374D853-AA3D-0902-6B6E-D7D25DA7BCD4}"/>
              </a:ext>
            </a:extLst>
          </p:cNvPr>
          <p:cNvSpPr>
            <a:spLocks noGrp="1"/>
          </p:cNvSpPr>
          <p:nvPr>
            <p:ph type="body" sz="quarter" idx="55" hasCustomPrompt="1"/>
          </p:nvPr>
        </p:nvSpPr>
        <p:spPr>
          <a:xfrm>
            <a:off x="8527882"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4" name="Picture Placeholder 2">
            <a:extLst>
              <a:ext uri="{FF2B5EF4-FFF2-40B4-BE49-F238E27FC236}">
                <a16:creationId xmlns:a16="http://schemas.microsoft.com/office/drawing/2014/main" id="{E79FE92A-A050-2D43-20E0-D32901C960C9}"/>
              </a:ext>
            </a:extLst>
          </p:cNvPr>
          <p:cNvSpPr>
            <a:spLocks noGrp="1"/>
          </p:cNvSpPr>
          <p:nvPr>
            <p:ph type="pic" sz="quarter" idx="56"/>
          </p:nvPr>
        </p:nvSpPr>
        <p:spPr>
          <a:xfrm>
            <a:off x="7392832"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5" name="Text Placeholder 16">
            <a:extLst>
              <a:ext uri="{FF2B5EF4-FFF2-40B4-BE49-F238E27FC236}">
                <a16:creationId xmlns:a16="http://schemas.microsoft.com/office/drawing/2014/main" id="{A1B787BD-EE92-1F6B-50F6-5606560DBAF5}"/>
              </a:ext>
            </a:extLst>
          </p:cNvPr>
          <p:cNvSpPr>
            <a:spLocks noGrp="1"/>
          </p:cNvSpPr>
          <p:nvPr>
            <p:ph type="body" sz="quarter" idx="57" hasCustomPrompt="1"/>
          </p:nvPr>
        </p:nvSpPr>
        <p:spPr>
          <a:xfrm>
            <a:off x="8527882"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6" name="Picture Placeholder 2">
            <a:extLst>
              <a:ext uri="{FF2B5EF4-FFF2-40B4-BE49-F238E27FC236}">
                <a16:creationId xmlns:a16="http://schemas.microsoft.com/office/drawing/2014/main" id="{B85A979F-6851-8B14-FF17-9D26E8660B3A}"/>
              </a:ext>
            </a:extLst>
          </p:cNvPr>
          <p:cNvSpPr>
            <a:spLocks noGrp="1"/>
          </p:cNvSpPr>
          <p:nvPr>
            <p:ph type="pic" sz="quarter" idx="58"/>
          </p:nvPr>
        </p:nvSpPr>
        <p:spPr>
          <a:xfrm>
            <a:off x="7392832"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7" name="Text Placeholder 16">
            <a:extLst>
              <a:ext uri="{FF2B5EF4-FFF2-40B4-BE49-F238E27FC236}">
                <a16:creationId xmlns:a16="http://schemas.microsoft.com/office/drawing/2014/main" id="{F0F4DB09-E526-4E2B-9E17-59A780E15F0A}"/>
              </a:ext>
            </a:extLst>
          </p:cNvPr>
          <p:cNvSpPr>
            <a:spLocks noGrp="1"/>
          </p:cNvSpPr>
          <p:nvPr>
            <p:ph type="body" sz="quarter" idx="59" hasCustomPrompt="1"/>
          </p:nvPr>
        </p:nvSpPr>
        <p:spPr>
          <a:xfrm>
            <a:off x="8527882"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38" name="Picture Placeholder 2">
            <a:extLst>
              <a:ext uri="{FF2B5EF4-FFF2-40B4-BE49-F238E27FC236}">
                <a16:creationId xmlns:a16="http://schemas.microsoft.com/office/drawing/2014/main" id="{6C8DCC15-2CE6-0B7F-A7E6-524D74C42387}"/>
              </a:ext>
            </a:extLst>
          </p:cNvPr>
          <p:cNvSpPr>
            <a:spLocks noGrp="1"/>
          </p:cNvSpPr>
          <p:nvPr>
            <p:ph type="pic" sz="quarter" idx="60"/>
          </p:nvPr>
        </p:nvSpPr>
        <p:spPr>
          <a:xfrm>
            <a:off x="9817800" y="119443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39" name="Text Placeholder 16">
            <a:extLst>
              <a:ext uri="{FF2B5EF4-FFF2-40B4-BE49-F238E27FC236}">
                <a16:creationId xmlns:a16="http://schemas.microsoft.com/office/drawing/2014/main" id="{8A87B3C1-2BAA-91BA-1E16-9226944B17AB}"/>
              </a:ext>
            </a:extLst>
          </p:cNvPr>
          <p:cNvSpPr>
            <a:spLocks noGrp="1"/>
          </p:cNvSpPr>
          <p:nvPr>
            <p:ph type="body" sz="quarter" idx="61" hasCustomPrompt="1"/>
          </p:nvPr>
        </p:nvSpPr>
        <p:spPr>
          <a:xfrm>
            <a:off x="10952850" y="119443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0" name="Picture Placeholder 2">
            <a:extLst>
              <a:ext uri="{FF2B5EF4-FFF2-40B4-BE49-F238E27FC236}">
                <a16:creationId xmlns:a16="http://schemas.microsoft.com/office/drawing/2014/main" id="{07EFE124-1802-8C20-A09F-6CBB89BD5207}"/>
              </a:ext>
            </a:extLst>
          </p:cNvPr>
          <p:cNvSpPr>
            <a:spLocks noGrp="1"/>
          </p:cNvSpPr>
          <p:nvPr>
            <p:ph type="pic" sz="quarter" idx="62"/>
          </p:nvPr>
        </p:nvSpPr>
        <p:spPr>
          <a:xfrm>
            <a:off x="9817800" y="2968373"/>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1" name="Text Placeholder 16">
            <a:extLst>
              <a:ext uri="{FF2B5EF4-FFF2-40B4-BE49-F238E27FC236}">
                <a16:creationId xmlns:a16="http://schemas.microsoft.com/office/drawing/2014/main" id="{E1E947B1-0787-0763-26B3-226E8EFAB8FE}"/>
              </a:ext>
            </a:extLst>
          </p:cNvPr>
          <p:cNvSpPr>
            <a:spLocks noGrp="1"/>
          </p:cNvSpPr>
          <p:nvPr>
            <p:ph type="body" sz="quarter" idx="63" hasCustomPrompt="1"/>
          </p:nvPr>
        </p:nvSpPr>
        <p:spPr>
          <a:xfrm>
            <a:off x="10952850" y="2968373"/>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42" name="Picture Placeholder 2">
            <a:extLst>
              <a:ext uri="{FF2B5EF4-FFF2-40B4-BE49-F238E27FC236}">
                <a16:creationId xmlns:a16="http://schemas.microsoft.com/office/drawing/2014/main" id="{1D51F60E-17A4-5B31-AE95-AEFDD385DC81}"/>
              </a:ext>
            </a:extLst>
          </p:cNvPr>
          <p:cNvSpPr>
            <a:spLocks noGrp="1"/>
          </p:cNvSpPr>
          <p:nvPr>
            <p:ph type="pic" sz="quarter" idx="64"/>
          </p:nvPr>
        </p:nvSpPr>
        <p:spPr>
          <a:xfrm>
            <a:off x="9817800" y="4760597"/>
            <a:ext cx="1037026" cy="1458464"/>
          </a:xfrm>
          <a:solidFill>
            <a:schemeClr val="bg1">
              <a:lumMod val="85000"/>
            </a:schemeClr>
          </a:solidFill>
        </p:spPr>
        <p:txBody>
          <a:bodyPr lIns="0" tIns="180000"/>
          <a:lstStyle>
            <a:lvl1pPr algn="ctr">
              <a:defRPr sz="1000" b="0">
                <a:solidFill>
                  <a:schemeClr val="tx2"/>
                </a:solidFill>
              </a:defRPr>
            </a:lvl1pPr>
          </a:lstStyle>
          <a:p>
            <a:r>
              <a:rPr lang="da-DK"/>
              <a:t>Klik på ikonet for at tilføje et billede</a:t>
            </a:r>
          </a:p>
        </p:txBody>
      </p:sp>
      <p:sp>
        <p:nvSpPr>
          <p:cNvPr id="43" name="Text Placeholder 16">
            <a:extLst>
              <a:ext uri="{FF2B5EF4-FFF2-40B4-BE49-F238E27FC236}">
                <a16:creationId xmlns:a16="http://schemas.microsoft.com/office/drawing/2014/main" id="{E9E3B92A-848D-104A-AD70-198F68BCD1C5}"/>
              </a:ext>
            </a:extLst>
          </p:cNvPr>
          <p:cNvSpPr>
            <a:spLocks noGrp="1"/>
          </p:cNvSpPr>
          <p:nvPr>
            <p:ph type="body" sz="quarter" idx="65" hasCustomPrompt="1"/>
          </p:nvPr>
        </p:nvSpPr>
        <p:spPr>
          <a:xfrm>
            <a:off x="10952850" y="4760597"/>
            <a:ext cx="910680" cy="1458464"/>
          </a:xfrm>
        </p:spPr>
        <p:txBody>
          <a:bodyPr wrap="square" numCol="1">
            <a:noAutofit/>
          </a:bodyPr>
          <a:lstStyle>
            <a:lvl1pPr marL="0">
              <a:lnSpc>
                <a:spcPts val="1000"/>
              </a:lnSpc>
              <a:spcAft>
                <a:spcPts val="0"/>
              </a:spcAft>
              <a:defRPr sz="900" b="0" i="0" cap="none" baseline="0">
                <a:solidFill>
                  <a:schemeClr val="tx2"/>
                </a:solidFill>
              </a:defRPr>
            </a:lvl1pPr>
            <a:lvl2pPr marL="0">
              <a:lnSpc>
                <a:spcPts val="1000"/>
              </a:lnSpc>
              <a:spcAft>
                <a:spcPts val="0"/>
              </a:spcAft>
              <a:defRPr sz="800" b="0" cap="none" baseline="0">
                <a:solidFill>
                  <a:schemeClr val="tx2"/>
                </a:solidFill>
              </a:defRPr>
            </a:lvl2pPr>
            <a:lvl3pPr marL="0" indent="0">
              <a:lnSpc>
                <a:spcPts val="1000"/>
              </a:lnSpc>
              <a:spcBef>
                <a:spcPts val="1000"/>
              </a:spcBef>
              <a:spcAft>
                <a:spcPts val="0"/>
              </a:spcAft>
              <a:buNone/>
              <a:defRPr sz="800" b="0" cap="none" baseline="0">
                <a:solidFill>
                  <a:schemeClr val="tx2"/>
                </a:solidFill>
              </a:defRPr>
            </a:lvl3pPr>
            <a:lvl4pPr marL="0" indent="0">
              <a:lnSpc>
                <a:spcPts val="1000"/>
              </a:lnSpc>
              <a:spcAft>
                <a:spcPts val="1300"/>
              </a:spcAft>
              <a:buFont typeface="Arial" charset="0"/>
              <a:buNone/>
              <a:tabLst/>
              <a:defRPr sz="800" b="0" cap="none" baseline="0">
                <a:solidFill>
                  <a:schemeClr val="tx2"/>
                </a:solidFill>
              </a:defRPr>
            </a:lvl4pPr>
            <a:lvl5pPr marL="0" indent="0">
              <a:lnSpc>
                <a:spcPts val="1300"/>
              </a:lnSpc>
              <a:spcAft>
                <a:spcPts val="0"/>
              </a:spcAft>
              <a:buNone/>
              <a:tabLst/>
              <a:defRPr sz="1000"/>
            </a:lvl5pPr>
          </a:lstStyle>
          <a:p>
            <a:pPr lvl="0"/>
            <a:r>
              <a:rPr lang="en-US"/>
              <a:t>Navn + information</a:t>
            </a:r>
          </a:p>
          <a:p>
            <a:pPr lvl="1"/>
            <a:r>
              <a:rPr lang="en-US"/>
              <a:t>Second level</a:t>
            </a:r>
          </a:p>
          <a:p>
            <a:pPr lvl="2"/>
            <a:r>
              <a:rPr lang="en-US"/>
              <a:t>Third level</a:t>
            </a:r>
          </a:p>
          <a:p>
            <a:pPr lvl="3"/>
            <a:r>
              <a:rPr lang="en-US"/>
              <a:t>Fourth level</a:t>
            </a:r>
          </a:p>
        </p:txBody>
      </p:sp>
      <p:sp>
        <p:nvSpPr>
          <p:cNvPr id="2" name="Titel 1">
            <a:extLst>
              <a:ext uri="{FF2B5EF4-FFF2-40B4-BE49-F238E27FC236}">
                <a16:creationId xmlns:a16="http://schemas.microsoft.com/office/drawing/2014/main" id="{0A5AEDD5-2FA6-5E60-3652-36BB73E8F049}"/>
              </a:ext>
            </a:extLst>
          </p:cNvPr>
          <p:cNvSpPr>
            <a:spLocks noGrp="1"/>
          </p:cNvSpPr>
          <p:nvPr>
            <p:ph type="title"/>
          </p:nvPr>
        </p:nvSpPr>
        <p:spPr>
          <a:xfrm>
            <a:off x="288000" y="252000"/>
            <a:ext cx="11614049" cy="532651"/>
          </a:xfrm>
        </p:spPr>
        <p:txBody>
          <a:bodyPr/>
          <a:lstStyle>
            <a:lvl1pPr>
              <a:defRPr sz="4800"/>
            </a:lvl1pPr>
          </a:lstStyle>
          <a:p>
            <a:r>
              <a:rPr lang="da-DK"/>
              <a:t>Klik for at redigere titeltypografien i masteren</a:t>
            </a:r>
            <a:endParaRPr lang="en-US"/>
          </a:p>
        </p:txBody>
      </p:sp>
    </p:spTree>
    <p:extLst>
      <p:ext uri="{BB962C8B-B14F-4D97-AF65-F5344CB8AC3E}">
        <p14:creationId xmlns:p14="http://schemas.microsoft.com/office/powerpoint/2010/main" val="86500462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EAM: 4 people">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14" name="Pladsholder til billede 12">
            <a:extLst>
              <a:ext uri="{FF2B5EF4-FFF2-40B4-BE49-F238E27FC236}">
                <a16:creationId xmlns:a16="http://schemas.microsoft.com/office/drawing/2014/main" id="{F829DBCF-3BDB-AE10-FF83-CD7911F82DD9}"/>
              </a:ext>
            </a:extLst>
          </p:cNvPr>
          <p:cNvSpPr>
            <a:spLocks noGrp="1"/>
          </p:cNvSpPr>
          <p:nvPr>
            <p:ph type="pic" sz="quarter" idx="16"/>
          </p:nvPr>
        </p:nvSpPr>
        <p:spPr>
          <a:xfrm>
            <a:off x="288000" y="252000"/>
            <a:ext cx="2808000" cy="5039367"/>
          </a:xfrm>
          <a:solidFill>
            <a:srgbClr val="DDDDDD"/>
          </a:solidFill>
        </p:spPr>
        <p:txBody>
          <a:bodyPr/>
          <a:lstStyle/>
          <a:p>
            <a:r>
              <a:rPr lang="da-DK"/>
              <a:t>Klik på ikonet for at tilføje et billede</a:t>
            </a:r>
            <a:endParaRPr lang="en-US"/>
          </a:p>
        </p:txBody>
      </p:sp>
      <p:sp>
        <p:nvSpPr>
          <p:cNvPr id="10" name="Pladsholder til tekst 19">
            <a:extLst>
              <a:ext uri="{FF2B5EF4-FFF2-40B4-BE49-F238E27FC236}">
                <a16:creationId xmlns:a16="http://schemas.microsoft.com/office/drawing/2014/main" id="{4F9A999D-C9B4-9473-0B6C-B51CE97ACF5A}"/>
              </a:ext>
            </a:extLst>
          </p:cNvPr>
          <p:cNvSpPr>
            <a:spLocks noGrp="1"/>
          </p:cNvSpPr>
          <p:nvPr>
            <p:ph type="body" sz="quarter" idx="23" hasCustomPrompt="1"/>
          </p:nvPr>
        </p:nvSpPr>
        <p:spPr>
          <a:xfrm>
            <a:off x="288000" y="5399579"/>
            <a:ext cx="2808000" cy="432000"/>
          </a:xfrm>
        </p:spPr>
        <p:txBody>
          <a:bodyPr/>
          <a:lstStyle>
            <a:lvl1pPr>
              <a:defRPr sz="1100"/>
            </a:lvl1pPr>
          </a:lstStyle>
          <a:p>
            <a:pPr lvl="0"/>
            <a:r>
              <a:rPr lang="da-DK"/>
              <a:t>Name Namesen</a:t>
            </a:r>
            <a:br>
              <a:rPr lang="da-DK"/>
            </a:br>
            <a:r>
              <a:rPr lang="da-DK"/>
              <a:t>Title</a:t>
            </a:r>
            <a:endParaRPr lang="en-US"/>
          </a:p>
        </p:txBody>
      </p:sp>
      <p:sp>
        <p:nvSpPr>
          <p:cNvPr id="15" name="Pladsholder til tekst 19">
            <a:extLst>
              <a:ext uri="{FF2B5EF4-FFF2-40B4-BE49-F238E27FC236}">
                <a16:creationId xmlns:a16="http://schemas.microsoft.com/office/drawing/2014/main" id="{187E4BCE-554B-5010-BBB1-3FBEEB244FFA}"/>
              </a:ext>
            </a:extLst>
          </p:cNvPr>
          <p:cNvSpPr>
            <a:spLocks noGrp="1"/>
          </p:cNvSpPr>
          <p:nvPr>
            <p:ph type="body" sz="quarter" idx="27" hasCustomPrompt="1"/>
          </p:nvPr>
        </p:nvSpPr>
        <p:spPr>
          <a:xfrm>
            <a:off x="288000" y="5867931"/>
            <a:ext cx="2808000" cy="468352"/>
          </a:xfrm>
        </p:spPr>
        <p:txBody>
          <a:bodyPr/>
          <a:lstStyle>
            <a:lvl1pPr>
              <a:lnSpc>
                <a:spcPct val="100000"/>
              </a:lnSpc>
              <a:defRPr sz="1100"/>
            </a:lvl1pPr>
          </a:lstStyle>
          <a:p>
            <a:pPr lvl="0"/>
            <a:r>
              <a:rPr lang="da-DK"/>
              <a:t>Introduction text</a:t>
            </a:r>
            <a:endParaRPr lang="en-US"/>
          </a:p>
        </p:txBody>
      </p:sp>
      <p:sp>
        <p:nvSpPr>
          <p:cNvPr id="26" name="Pladsholder til billede 12">
            <a:extLst>
              <a:ext uri="{FF2B5EF4-FFF2-40B4-BE49-F238E27FC236}">
                <a16:creationId xmlns:a16="http://schemas.microsoft.com/office/drawing/2014/main" id="{F09ECCDB-3F7B-7B4B-7DBC-C23292D56D53}"/>
              </a:ext>
            </a:extLst>
          </p:cNvPr>
          <p:cNvSpPr>
            <a:spLocks noGrp="1"/>
          </p:cNvSpPr>
          <p:nvPr>
            <p:ph type="pic" sz="quarter" idx="28"/>
          </p:nvPr>
        </p:nvSpPr>
        <p:spPr>
          <a:xfrm>
            <a:off x="3200400" y="252000"/>
            <a:ext cx="2844000" cy="5039367"/>
          </a:xfrm>
          <a:solidFill>
            <a:srgbClr val="DDDDDD"/>
          </a:solidFill>
        </p:spPr>
        <p:txBody>
          <a:bodyPr/>
          <a:lstStyle/>
          <a:p>
            <a:r>
              <a:rPr lang="da-DK"/>
              <a:t>Klik på ikonet for at tilføje et billede</a:t>
            </a:r>
            <a:endParaRPr lang="en-US"/>
          </a:p>
        </p:txBody>
      </p:sp>
      <p:sp>
        <p:nvSpPr>
          <p:cNvPr id="27" name="Pladsholder til tekst 19">
            <a:extLst>
              <a:ext uri="{FF2B5EF4-FFF2-40B4-BE49-F238E27FC236}">
                <a16:creationId xmlns:a16="http://schemas.microsoft.com/office/drawing/2014/main" id="{C526AB29-146E-9BD4-19B3-E08E0003DA99}"/>
              </a:ext>
            </a:extLst>
          </p:cNvPr>
          <p:cNvSpPr>
            <a:spLocks noGrp="1"/>
          </p:cNvSpPr>
          <p:nvPr>
            <p:ph type="body" sz="quarter" idx="29" hasCustomPrompt="1"/>
          </p:nvPr>
        </p:nvSpPr>
        <p:spPr>
          <a:xfrm>
            <a:off x="3200400" y="5399579"/>
            <a:ext cx="2808000" cy="432000"/>
          </a:xfrm>
        </p:spPr>
        <p:txBody>
          <a:bodyPr/>
          <a:lstStyle>
            <a:lvl1pPr>
              <a:defRPr sz="1100"/>
            </a:lvl1pPr>
          </a:lstStyle>
          <a:p>
            <a:pPr lvl="0"/>
            <a:r>
              <a:rPr lang="da-DK"/>
              <a:t>Name Namesen</a:t>
            </a:r>
            <a:br>
              <a:rPr lang="da-DK"/>
            </a:br>
            <a:r>
              <a:rPr lang="da-DK"/>
              <a:t>Title</a:t>
            </a:r>
            <a:endParaRPr lang="en-US"/>
          </a:p>
        </p:txBody>
      </p:sp>
      <p:sp>
        <p:nvSpPr>
          <p:cNvPr id="28" name="Pladsholder til tekst 19">
            <a:extLst>
              <a:ext uri="{FF2B5EF4-FFF2-40B4-BE49-F238E27FC236}">
                <a16:creationId xmlns:a16="http://schemas.microsoft.com/office/drawing/2014/main" id="{A78C9130-9300-2FA3-F969-06EB6A6DE998}"/>
              </a:ext>
            </a:extLst>
          </p:cNvPr>
          <p:cNvSpPr>
            <a:spLocks noGrp="1"/>
          </p:cNvSpPr>
          <p:nvPr>
            <p:ph type="body" sz="quarter" idx="30" hasCustomPrompt="1"/>
          </p:nvPr>
        </p:nvSpPr>
        <p:spPr>
          <a:xfrm>
            <a:off x="3200400" y="5867931"/>
            <a:ext cx="2808000" cy="468352"/>
          </a:xfrm>
        </p:spPr>
        <p:txBody>
          <a:bodyPr/>
          <a:lstStyle>
            <a:lvl1pPr>
              <a:lnSpc>
                <a:spcPct val="100000"/>
              </a:lnSpc>
              <a:defRPr sz="1100"/>
            </a:lvl1pPr>
          </a:lstStyle>
          <a:p>
            <a:pPr lvl="0"/>
            <a:r>
              <a:rPr lang="da-DK"/>
              <a:t>Introduction text</a:t>
            </a:r>
            <a:endParaRPr lang="en-US"/>
          </a:p>
        </p:txBody>
      </p:sp>
      <p:sp>
        <p:nvSpPr>
          <p:cNvPr id="29" name="Pladsholder til billede 12">
            <a:extLst>
              <a:ext uri="{FF2B5EF4-FFF2-40B4-BE49-F238E27FC236}">
                <a16:creationId xmlns:a16="http://schemas.microsoft.com/office/drawing/2014/main" id="{45989680-B050-1BEA-A454-C350D682F361}"/>
              </a:ext>
            </a:extLst>
          </p:cNvPr>
          <p:cNvSpPr>
            <a:spLocks noGrp="1"/>
          </p:cNvSpPr>
          <p:nvPr>
            <p:ph type="pic" sz="quarter" idx="31"/>
          </p:nvPr>
        </p:nvSpPr>
        <p:spPr>
          <a:xfrm>
            <a:off x="6145200" y="252000"/>
            <a:ext cx="2844000" cy="5039367"/>
          </a:xfrm>
          <a:solidFill>
            <a:srgbClr val="DDDDDD"/>
          </a:solidFill>
        </p:spPr>
        <p:txBody>
          <a:bodyPr/>
          <a:lstStyle/>
          <a:p>
            <a:r>
              <a:rPr lang="da-DK"/>
              <a:t>Klik på ikonet for at tilføje et billede</a:t>
            </a:r>
            <a:endParaRPr lang="en-US"/>
          </a:p>
        </p:txBody>
      </p:sp>
      <p:sp>
        <p:nvSpPr>
          <p:cNvPr id="30" name="Pladsholder til tekst 19">
            <a:extLst>
              <a:ext uri="{FF2B5EF4-FFF2-40B4-BE49-F238E27FC236}">
                <a16:creationId xmlns:a16="http://schemas.microsoft.com/office/drawing/2014/main" id="{32B934C7-2BD3-1EE4-54BB-206A1EFBD8C8}"/>
              </a:ext>
            </a:extLst>
          </p:cNvPr>
          <p:cNvSpPr>
            <a:spLocks noGrp="1"/>
          </p:cNvSpPr>
          <p:nvPr>
            <p:ph type="body" sz="quarter" idx="32" hasCustomPrompt="1"/>
          </p:nvPr>
        </p:nvSpPr>
        <p:spPr>
          <a:xfrm>
            <a:off x="6145200" y="5399579"/>
            <a:ext cx="2808000" cy="432000"/>
          </a:xfrm>
        </p:spPr>
        <p:txBody>
          <a:bodyPr/>
          <a:lstStyle>
            <a:lvl1pPr>
              <a:defRPr sz="1100"/>
            </a:lvl1pPr>
          </a:lstStyle>
          <a:p>
            <a:pPr lvl="0"/>
            <a:r>
              <a:rPr lang="da-DK"/>
              <a:t>Name Namesen</a:t>
            </a:r>
            <a:br>
              <a:rPr lang="da-DK"/>
            </a:br>
            <a:r>
              <a:rPr lang="da-DK"/>
              <a:t>Title</a:t>
            </a:r>
            <a:endParaRPr lang="en-US"/>
          </a:p>
        </p:txBody>
      </p:sp>
      <p:sp>
        <p:nvSpPr>
          <p:cNvPr id="31" name="Pladsholder til tekst 19">
            <a:extLst>
              <a:ext uri="{FF2B5EF4-FFF2-40B4-BE49-F238E27FC236}">
                <a16:creationId xmlns:a16="http://schemas.microsoft.com/office/drawing/2014/main" id="{576BCE47-0FD9-670C-09C2-5C69CCA21ED1}"/>
              </a:ext>
            </a:extLst>
          </p:cNvPr>
          <p:cNvSpPr>
            <a:spLocks noGrp="1"/>
          </p:cNvSpPr>
          <p:nvPr>
            <p:ph type="body" sz="quarter" idx="33" hasCustomPrompt="1"/>
          </p:nvPr>
        </p:nvSpPr>
        <p:spPr>
          <a:xfrm>
            <a:off x="6145200" y="5867931"/>
            <a:ext cx="2808000" cy="468352"/>
          </a:xfrm>
        </p:spPr>
        <p:txBody>
          <a:bodyPr/>
          <a:lstStyle>
            <a:lvl1pPr>
              <a:lnSpc>
                <a:spcPct val="100000"/>
              </a:lnSpc>
              <a:defRPr sz="1100"/>
            </a:lvl1pPr>
          </a:lstStyle>
          <a:p>
            <a:pPr lvl="0"/>
            <a:r>
              <a:rPr lang="da-DK"/>
              <a:t>Introduction text</a:t>
            </a:r>
            <a:endParaRPr lang="en-US"/>
          </a:p>
        </p:txBody>
      </p:sp>
      <p:sp>
        <p:nvSpPr>
          <p:cNvPr id="32" name="Pladsholder til billede 12">
            <a:extLst>
              <a:ext uri="{FF2B5EF4-FFF2-40B4-BE49-F238E27FC236}">
                <a16:creationId xmlns:a16="http://schemas.microsoft.com/office/drawing/2014/main" id="{DD68A0F6-2A38-28FF-4F24-80DA5D0A0CAB}"/>
              </a:ext>
            </a:extLst>
          </p:cNvPr>
          <p:cNvSpPr>
            <a:spLocks noGrp="1"/>
          </p:cNvSpPr>
          <p:nvPr>
            <p:ph type="pic" sz="quarter" idx="34"/>
          </p:nvPr>
        </p:nvSpPr>
        <p:spPr>
          <a:xfrm>
            <a:off x="9093600" y="252000"/>
            <a:ext cx="2807225" cy="5039367"/>
          </a:xfrm>
          <a:solidFill>
            <a:srgbClr val="DDDDDD"/>
          </a:solidFill>
        </p:spPr>
        <p:txBody>
          <a:bodyPr/>
          <a:lstStyle/>
          <a:p>
            <a:r>
              <a:rPr lang="da-DK"/>
              <a:t>Klik på ikonet for at tilføje et billede</a:t>
            </a:r>
            <a:endParaRPr lang="en-US"/>
          </a:p>
        </p:txBody>
      </p:sp>
      <p:sp>
        <p:nvSpPr>
          <p:cNvPr id="33" name="Pladsholder til tekst 19">
            <a:extLst>
              <a:ext uri="{FF2B5EF4-FFF2-40B4-BE49-F238E27FC236}">
                <a16:creationId xmlns:a16="http://schemas.microsoft.com/office/drawing/2014/main" id="{1F466454-DD01-5DC6-9C8F-6A65FD771A60}"/>
              </a:ext>
            </a:extLst>
          </p:cNvPr>
          <p:cNvSpPr>
            <a:spLocks noGrp="1"/>
          </p:cNvSpPr>
          <p:nvPr>
            <p:ph type="body" sz="quarter" idx="35" hasCustomPrompt="1"/>
          </p:nvPr>
        </p:nvSpPr>
        <p:spPr>
          <a:xfrm>
            <a:off x="9093600" y="5399579"/>
            <a:ext cx="2807225" cy="432000"/>
          </a:xfrm>
        </p:spPr>
        <p:txBody>
          <a:bodyPr/>
          <a:lstStyle>
            <a:lvl1pPr>
              <a:defRPr sz="1100"/>
            </a:lvl1pPr>
          </a:lstStyle>
          <a:p>
            <a:pPr lvl="0"/>
            <a:r>
              <a:rPr lang="da-DK"/>
              <a:t>Name Namesen</a:t>
            </a:r>
            <a:br>
              <a:rPr lang="da-DK"/>
            </a:br>
            <a:r>
              <a:rPr lang="da-DK"/>
              <a:t>Title</a:t>
            </a:r>
            <a:endParaRPr lang="en-US"/>
          </a:p>
        </p:txBody>
      </p:sp>
      <p:sp>
        <p:nvSpPr>
          <p:cNvPr id="34" name="Pladsholder til tekst 19">
            <a:extLst>
              <a:ext uri="{FF2B5EF4-FFF2-40B4-BE49-F238E27FC236}">
                <a16:creationId xmlns:a16="http://schemas.microsoft.com/office/drawing/2014/main" id="{8DF00C1E-81F0-A0BB-B93E-BA2A898AD852}"/>
              </a:ext>
            </a:extLst>
          </p:cNvPr>
          <p:cNvSpPr>
            <a:spLocks noGrp="1"/>
          </p:cNvSpPr>
          <p:nvPr>
            <p:ph type="body" sz="quarter" idx="36" hasCustomPrompt="1"/>
          </p:nvPr>
        </p:nvSpPr>
        <p:spPr>
          <a:xfrm>
            <a:off x="9093600" y="5867931"/>
            <a:ext cx="2807225" cy="468352"/>
          </a:xfrm>
        </p:spPr>
        <p:txBody>
          <a:bodyPr/>
          <a:lstStyle>
            <a:lvl1pPr>
              <a:lnSpc>
                <a:spcPct val="100000"/>
              </a:lnSpc>
              <a:defRPr sz="1100"/>
            </a:lvl1pPr>
          </a:lstStyle>
          <a:p>
            <a:pPr lvl="0"/>
            <a:r>
              <a:rPr lang="da-DK"/>
              <a:t>Introduction text</a:t>
            </a:r>
            <a:endParaRPr lang="en-US"/>
          </a:p>
        </p:txBody>
      </p:sp>
    </p:spTree>
    <p:extLst>
      <p:ext uri="{BB962C8B-B14F-4D97-AF65-F5344CB8AC3E}">
        <p14:creationId xmlns:p14="http://schemas.microsoft.com/office/powerpoint/2010/main" val="41177183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EAM: Individual CV">
    <p:bg>
      <p:bgPr>
        <a:solidFill>
          <a:schemeClr val="bg1"/>
        </a:solidFill>
        <a:effectLst/>
      </p:bgPr>
    </p:bg>
    <p:spTree>
      <p:nvGrpSpPr>
        <p:cNvPr id="1" name=""/>
        <p:cNvGrpSpPr/>
        <p:nvPr/>
      </p:nvGrpSpPr>
      <p:grpSpPr>
        <a:xfrm>
          <a:off x="0" y="0"/>
          <a:ext cx="0" cy="0"/>
          <a:chOff x="0" y="0"/>
          <a:chExt cx="0" cy="0"/>
        </a:xfrm>
      </p:grpSpPr>
      <p:sp>
        <p:nvSpPr>
          <p:cNvPr id="3" name="Pladsholder til sidefod 2">
            <a:extLst>
              <a:ext uri="{FF2B5EF4-FFF2-40B4-BE49-F238E27FC236}">
                <a16:creationId xmlns:a16="http://schemas.microsoft.com/office/drawing/2014/main" id="{477065A1-30D7-D503-D0B3-736226860399}"/>
              </a:ext>
            </a:extLst>
          </p:cNvPr>
          <p:cNvSpPr>
            <a:spLocks noGrp="1"/>
          </p:cNvSpPr>
          <p:nvPr>
            <p:ph type="ftr" sz="quarter" idx="10"/>
          </p:nvPr>
        </p:nvSpPr>
        <p:spPr/>
        <p:txBody>
          <a:bodyPr/>
          <a:lstStyle/>
          <a:p>
            <a:endParaRPr lang="da-DK"/>
          </a:p>
        </p:txBody>
      </p:sp>
      <p:sp>
        <p:nvSpPr>
          <p:cNvPr id="4" name="Pladsholder til slidenummer 3">
            <a:extLst>
              <a:ext uri="{FF2B5EF4-FFF2-40B4-BE49-F238E27FC236}">
                <a16:creationId xmlns:a16="http://schemas.microsoft.com/office/drawing/2014/main" id="{9D5E5E8F-DC0D-A42B-0D66-76F1CCF88921}"/>
              </a:ext>
            </a:extLst>
          </p:cNvPr>
          <p:cNvSpPr>
            <a:spLocks noGrp="1"/>
          </p:cNvSpPr>
          <p:nvPr>
            <p:ph type="sldNum" sz="quarter" idx="11"/>
          </p:nvPr>
        </p:nvSpPr>
        <p:spPr/>
        <p:txBody>
          <a:bodyPr/>
          <a:lstStyle/>
          <a:p>
            <a:r>
              <a:rPr lang="en-GB"/>
              <a:t>S.</a:t>
            </a:r>
            <a:fld id="{5756700A-4FDC-43B2-BFF8-4B28CED2581C}" type="slidenum">
              <a:rPr lang="en-GB" smtClean="0"/>
              <a:pPr/>
              <a:t>‹nr.›</a:t>
            </a:fld>
            <a:endParaRPr lang="en-GB"/>
          </a:p>
        </p:txBody>
      </p:sp>
      <p:sp>
        <p:nvSpPr>
          <p:cNvPr id="5" name="Pladsholder til dato 4">
            <a:extLst>
              <a:ext uri="{FF2B5EF4-FFF2-40B4-BE49-F238E27FC236}">
                <a16:creationId xmlns:a16="http://schemas.microsoft.com/office/drawing/2014/main" id="{ACD7B1CB-4E11-AA7D-5212-B09DF2476794}"/>
              </a:ext>
            </a:extLst>
          </p:cNvPr>
          <p:cNvSpPr>
            <a:spLocks noGrp="1"/>
          </p:cNvSpPr>
          <p:nvPr>
            <p:ph type="dt" sz="half" idx="12"/>
          </p:nvPr>
        </p:nvSpPr>
        <p:spPr/>
        <p:txBody>
          <a:bodyPr/>
          <a:lstStyle/>
          <a:p>
            <a:endParaRPr lang="da-DK"/>
          </a:p>
        </p:txBody>
      </p:sp>
      <p:sp>
        <p:nvSpPr>
          <p:cNvPr id="7" name="Pladsholder til billede 12">
            <a:extLst>
              <a:ext uri="{FF2B5EF4-FFF2-40B4-BE49-F238E27FC236}">
                <a16:creationId xmlns:a16="http://schemas.microsoft.com/office/drawing/2014/main" id="{0E04D114-FFF3-3348-3415-30D0F12F6A5C}"/>
              </a:ext>
            </a:extLst>
          </p:cNvPr>
          <p:cNvSpPr>
            <a:spLocks noGrp="1"/>
          </p:cNvSpPr>
          <p:nvPr>
            <p:ph type="pic" sz="quarter" idx="17"/>
          </p:nvPr>
        </p:nvSpPr>
        <p:spPr>
          <a:xfrm>
            <a:off x="6156326" y="252000"/>
            <a:ext cx="5780499" cy="6049409"/>
          </a:xfrm>
          <a:solidFill>
            <a:srgbClr val="DDDDDD"/>
          </a:solidFill>
        </p:spPr>
        <p:txBody>
          <a:bodyPr/>
          <a:lstStyle/>
          <a:p>
            <a:r>
              <a:rPr lang="da-DK"/>
              <a:t>Klik på ikonet for at tilføje et billede</a:t>
            </a:r>
            <a:endParaRPr lang="en-US"/>
          </a:p>
        </p:txBody>
      </p:sp>
      <p:sp>
        <p:nvSpPr>
          <p:cNvPr id="12" name="Titel 1">
            <a:extLst>
              <a:ext uri="{FF2B5EF4-FFF2-40B4-BE49-F238E27FC236}">
                <a16:creationId xmlns:a16="http://schemas.microsoft.com/office/drawing/2014/main" id="{1C6219E8-DFF2-9681-BD89-6C76D43A54FF}"/>
              </a:ext>
            </a:extLst>
          </p:cNvPr>
          <p:cNvSpPr>
            <a:spLocks noGrp="1"/>
          </p:cNvSpPr>
          <p:nvPr>
            <p:ph type="title" hasCustomPrompt="1"/>
          </p:nvPr>
        </p:nvSpPr>
        <p:spPr>
          <a:xfrm>
            <a:off x="324000" y="252000"/>
            <a:ext cx="2686050" cy="546908"/>
          </a:xfrm>
        </p:spPr>
        <p:txBody>
          <a:bodyPr/>
          <a:lstStyle>
            <a:lvl1pPr>
              <a:defRPr sz="1600"/>
            </a:lvl1pPr>
          </a:lstStyle>
          <a:p>
            <a:r>
              <a:rPr lang="da-DK"/>
              <a:t>Name Namesen</a:t>
            </a:r>
            <a:br>
              <a:rPr lang="da-DK"/>
            </a:br>
            <a:r>
              <a:rPr lang="da-DK"/>
              <a:t>Title</a:t>
            </a:r>
            <a:endParaRPr lang="en-US"/>
          </a:p>
        </p:txBody>
      </p:sp>
      <p:sp>
        <p:nvSpPr>
          <p:cNvPr id="20" name="Pladsholder til tekst 19">
            <a:extLst>
              <a:ext uri="{FF2B5EF4-FFF2-40B4-BE49-F238E27FC236}">
                <a16:creationId xmlns:a16="http://schemas.microsoft.com/office/drawing/2014/main" id="{EBA53F43-94CD-FA62-97EB-AABF743ECE7E}"/>
              </a:ext>
            </a:extLst>
          </p:cNvPr>
          <p:cNvSpPr>
            <a:spLocks noGrp="1"/>
          </p:cNvSpPr>
          <p:nvPr>
            <p:ph type="body" sz="quarter" idx="21" hasCustomPrompt="1"/>
          </p:nvPr>
        </p:nvSpPr>
        <p:spPr>
          <a:xfrm>
            <a:off x="324000" y="858005"/>
            <a:ext cx="2686050" cy="729049"/>
          </a:xfrm>
        </p:spPr>
        <p:txBody>
          <a:bodyPr/>
          <a:lstStyle>
            <a:lvl1pPr>
              <a:defRPr sz="1300"/>
            </a:lvl1pPr>
          </a:lstStyle>
          <a:p>
            <a:pPr lvl="0"/>
            <a:r>
              <a:rPr lang="da-DK"/>
              <a:t>Introduction</a:t>
            </a:r>
            <a:endParaRPr lang="en-US"/>
          </a:p>
        </p:txBody>
      </p:sp>
      <p:sp>
        <p:nvSpPr>
          <p:cNvPr id="6" name="Pladsholder til tekst 19">
            <a:extLst>
              <a:ext uri="{FF2B5EF4-FFF2-40B4-BE49-F238E27FC236}">
                <a16:creationId xmlns:a16="http://schemas.microsoft.com/office/drawing/2014/main" id="{1E136226-AD47-CD99-D550-5B990E0CA46E}"/>
              </a:ext>
            </a:extLst>
          </p:cNvPr>
          <p:cNvSpPr>
            <a:spLocks noGrp="1"/>
          </p:cNvSpPr>
          <p:nvPr>
            <p:ph type="body" sz="quarter" idx="22" hasCustomPrompt="1"/>
          </p:nvPr>
        </p:nvSpPr>
        <p:spPr>
          <a:xfrm>
            <a:off x="3240000" y="2415085"/>
            <a:ext cx="2686050" cy="3701510"/>
          </a:xfrm>
        </p:spPr>
        <p:txBody>
          <a:bodyPr/>
          <a:lstStyle>
            <a:lvl1pPr>
              <a:defRPr sz="1100"/>
            </a:lvl1pPr>
          </a:lstStyle>
          <a:p>
            <a:pPr lvl="0"/>
            <a:r>
              <a:rPr lang="da-DK"/>
              <a:t>Column two</a:t>
            </a:r>
            <a:endParaRPr lang="en-US"/>
          </a:p>
        </p:txBody>
      </p:sp>
      <p:sp>
        <p:nvSpPr>
          <p:cNvPr id="10" name="Pladsholder til tekst 19">
            <a:extLst>
              <a:ext uri="{FF2B5EF4-FFF2-40B4-BE49-F238E27FC236}">
                <a16:creationId xmlns:a16="http://schemas.microsoft.com/office/drawing/2014/main" id="{34A98C06-7BAD-B742-1760-4607DFD4C7C1}"/>
              </a:ext>
            </a:extLst>
          </p:cNvPr>
          <p:cNvSpPr>
            <a:spLocks noGrp="1"/>
          </p:cNvSpPr>
          <p:nvPr>
            <p:ph type="body" sz="quarter" idx="23" hasCustomPrompt="1"/>
          </p:nvPr>
        </p:nvSpPr>
        <p:spPr>
          <a:xfrm>
            <a:off x="324000" y="2415085"/>
            <a:ext cx="2686050" cy="3701510"/>
          </a:xfrm>
        </p:spPr>
        <p:txBody>
          <a:bodyPr/>
          <a:lstStyle>
            <a:lvl1pPr>
              <a:defRPr sz="1100"/>
            </a:lvl1pPr>
          </a:lstStyle>
          <a:p>
            <a:pPr lvl="0"/>
            <a:r>
              <a:rPr lang="da-DK"/>
              <a:t>Column one</a:t>
            </a:r>
            <a:endParaRPr lang="en-US"/>
          </a:p>
        </p:txBody>
      </p:sp>
    </p:spTree>
    <p:extLst>
      <p:ext uri="{BB962C8B-B14F-4D97-AF65-F5344CB8AC3E}">
        <p14:creationId xmlns:p14="http://schemas.microsoft.com/office/powerpoint/2010/main" val="32311094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BLANK: White">
    <p:bg>
      <p:bgPr>
        <a:solidFill>
          <a:schemeClr val="bg1"/>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6827C630-92E3-A82D-9470-E438CD5119D6}"/>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endParaRPr lang="da-DK"/>
          </a:p>
        </p:txBody>
      </p:sp>
      <p:sp>
        <p:nvSpPr>
          <p:cNvPr id="3" name="Pladsholder til slidenummer 26">
            <a:extLst>
              <a:ext uri="{FF2B5EF4-FFF2-40B4-BE49-F238E27FC236}">
                <a16:creationId xmlns:a16="http://schemas.microsoft.com/office/drawing/2014/main" id="{A74ED88D-AF5E-6F03-DA18-ABAB30500033}"/>
              </a:ext>
            </a:extLst>
          </p:cNvPr>
          <p:cNvSpPr>
            <a:spLocks noGrp="1"/>
          </p:cNvSpPr>
          <p:nvPr>
            <p:ph type="sldNum" sz="quarter" idx="4"/>
          </p:nvPr>
        </p:nvSpPr>
        <p:spPr>
          <a:xfrm>
            <a:off x="5148764" y="6508800"/>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4" name="Date Placeholder 18">
            <a:extLst>
              <a:ext uri="{FF2B5EF4-FFF2-40B4-BE49-F238E27FC236}">
                <a16:creationId xmlns:a16="http://schemas.microsoft.com/office/drawing/2014/main" id="{9B5DE818-2F06-4A52-CF68-485CBC2EED38}"/>
              </a:ext>
            </a:extLst>
          </p:cNvPr>
          <p:cNvSpPr>
            <a:spLocks noGrp="1"/>
          </p:cNvSpPr>
          <p:nvPr>
            <p:ph type="dt" sz="half" idx="2"/>
          </p:nvPr>
        </p:nvSpPr>
        <p:spPr>
          <a:xfrm>
            <a:off x="4543200" y="6508800"/>
            <a:ext cx="1484413" cy="129454"/>
          </a:xfrm>
          <a:prstGeom prst="rect">
            <a:avLst/>
          </a:prstGeom>
        </p:spPr>
        <p:txBody>
          <a:bodyPr vert="horz" lIns="0" tIns="0" rIns="0" bIns="0" rtlCol="0" anchor="ctr" anchorCtr="0"/>
          <a:lstStyle>
            <a:lvl1pPr algn="r">
              <a:defRPr sz="1000">
                <a:solidFill>
                  <a:schemeClr val="tx2"/>
                </a:solidFill>
                <a:latin typeface="+mn-lt"/>
              </a:defRPr>
            </a:lvl1pPr>
          </a:lstStyle>
          <a:p>
            <a:pPr algn="l" rtl="0" fontAlgn="base">
              <a:spcBef>
                <a:spcPct val="0"/>
              </a:spcBef>
              <a:spcAft>
                <a:spcPct val="0"/>
              </a:spcAft>
            </a:pPr>
            <a:endParaRPr lang="da-DK"/>
          </a:p>
        </p:txBody>
      </p:sp>
    </p:spTree>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BLANK: Plum">
    <p:bg>
      <p:bgPr>
        <a:solidFill>
          <a:schemeClr val="tx2"/>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08E4D068-B937-27E7-BB3D-BA2EE990EECB}"/>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endParaRPr lang="da-DK"/>
          </a:p>
        </p:txBody>
      </p:sp>
      <p:sp>
        <p:nvSpPr>
          <p:cNvPr id="4" name="Pladsholder til slidenummer 26">
            <a:extLst>
              <a:ext uri="{FF2B5EF4-FFF2-40B4-BE49-F238E27FC236}">
                <a16:creationId xmlns:a16="http://schemas.microsoft.com/office/drawing/2014/main" id="{64E17C57-93BF-7671-B6AB-BC7D7249E67B}"/>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3A897B5-CE4E-B17B-5D1E-DFD8FC3D8370}"/>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l">
              <a:defRPr sz="1000">
                <a:solidFill>
                  <a:schemeClr val="bg2"/>
                </a:solidFill>
                <a:latin typeface="+mn-lt"/>
              </a:defRPr>
            </a:lvl1pPr>
          </a:lstStyle>
          <a:p>
            <a:endParaRPr lang="da-DK"/>
          </a:p>
        </p:txBody>
      </p:sp>
      <p:grpSp>
        <p:nvGrpSpPr>
          <p:cNvPr id="3" name="Gruppe 2">
            <a:extLst>
              <a:ext uri="{FF2B5EF4-FFF2-40B4-BE49-F238E27FC236}">
                <a16:creationId xmlns:a16="http://schemas.microsoft.com/office/drawing/2014/main" id="{BAB6D4D7-9F22-CDA0-A269-9C08D962845E}"/>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36B5F788-3648-F452-D8D4-06C8689A6D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1A7B82FD-24D0-5EF3-3E29-EFF174634ADA}"/>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37474308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BLANK: Burgundy">
    <p:bg>
      <p:bgPr>
        <a:solidFill>
          <a:schemeClr val="accent3"/>
        </a:solidFill>
        <a:effectLst/>
      </p:bgPr>
    </p:bg>
    <p:spTree>
      <p:nvGrpSpPr>
        <p:cNvPr id="1" name=""/>
        <p:cNvGrpSpPr/>
        <p:nvPr/>
      </p:nvGrpSpPr>
      <p:grpSpPr>
        <a:xfrm>
          <a:off x="0" y="0"/>
          <a:ext cx="0" cy="0"/>
          <a:chOff x="0" y="0"/>
          <a:chExt cx="0" cy="0"/>
        </a:xfrm>
      </p:grpSpPr>
      <p:sp>
        <p:nvSpPr>
          <p:cNvPr id="2" name="Pladsholder til sidefod 16">
            <a:extLst>
              <a:ext uri="{FF2B5EF4-FFF2-40B4-BE49-F238E27FC236}">
                <a16:creationId xmlns:a16="http://schemas.microsoft.com/office/drawing/2014/main" id="{1D4A1EA3-BC4A-6D8F-D90D-923C95BCBA68}"/>
              </a:ext>
            </a:extLst>
          </p:cNvPr>
          <p:cNvSpPr>
            <a:spLocks noGrp="1"/>
          </p:cNvSpPr>
          <p:nvPr>
            <p:ph type="ftr" sz="quarter" idx="3"/>
          </p:nvPr>
        </p:nvSpPr>
        <p:spPr>
          <a:xfrm>
            <a:off x="6145200" y="6508800"/>
            <a:ext cx="4225296" cy="129454"/>
          </a:xfrm>
          <a:prstGeom prst="rect">
            <a:avLst/>
          </a:prstGeom>
        </p:spPr>
        <p:txBody>
          <a:bodyPr vert="horz" lIns="0" tIns="0" rIns="0" bIns="0" rtlCol="0" anchor="ctr" anchorCtr="0"/>
          <a:lstStyle>
            <a:lvl1pPr algn="l">
              <a:defRPr sz="1000" b="0" kern="0" baseline="0">
                <a:solidFill>
                  <a:schemeClr val="bg2"/>
                </a:solidFill>
                <a:latin typeface="+mn-lt"/>
              </a:defRPr>
            </a:lvl1pPr>
          </a:lstStyle>
          <a:p>
            <a:endParaRPr lang="da-DK"/>
          </a:p>
        </p:txBody>
      </p:sp>
      <p:sp>
        <p:nvSpPr>
          <p:cNvPr id="4" name="Pladsholder til slidenummer 26">
            <a:extLst>
              <a:ext uri="{FF2B5EF4-FFF2-40B4-BE49-F238E27FC236}">
                <a16:creationId xmlns:a16="http://schemas.microsoft.com/office/drawing/2014/main" id="{7B017D09-EC6F-2049-6403-555AA6C1F45C}"/>
              </a:ext>
            </a:extLst>
          </p:cNvPr>
          <p:cNvSpPr>
            <a:spLocks noGrp="1"/>
          </p:cNvSpPr>
          <p:nvPr>
            <p:ph type="sldNum" sz="quarter" idx="4"/>
          </p:nvPr>
        </p:nvSpPr>
        <p:spPr>
          <a:xfrm>
            <a:off x="5150476" y="6508800"/>
            <a:ext cx="878849" cy="129454"/>
          </a:xfrm>
          <a:prstGeom prst="rect">
            <a:avLst/>
          </a:prstGeom>
        </p:spPr>
        <p:txBody>
          <a:bodyPr vert="horz" lIns="0" tIns="0" rIns="0" bIns="0" rtlCol="0" anchor="ctr" anchorCtr="0"/>
          <a:lstStyle>
            <a:lvl1pPr algn="r">
              <a:defRPr sz="1000" b="0">
                <a:solidFill>
                  <a:schemeClr val="bg2"/>
                </a:solidFill>
                <a:latin typeface="+mn-lt"/>
              </a:defRPr>
            </a:lvl1pPr>
          </a:lstStyle>
          <a:p>
            <a:r>
              <a:rPr lang="en-GB"/>
              <a:t>S.</a:t>
            </a:r>
            <a:fld id="{5756700A-4FDC-43B2-BFF8-4B28CED2581C}" type="slidenum">
              <a:rPr lang="en-GB" smtClean="0"/>
              <a:pPr/>
              <a:t>‹nr.›</a:t>
            </a:fld>
            <a:endParaRPr lang="en-GB"/>
          </a:p>
        </p:txBody>
      </p:sp>
      <p:sp>
        <p:nvSpPr>
          <p:cNvPr id="5" name="Date Placeholder 18">
            <a:extLst>
              <a:ext uri="{FF2B5EF4-FFF2-40B4-BE49-F238E27FC236}">
                <a16:creationId xmlns:a16="http://schemas.microsoft.com/office/drawing/2014/main" id="{4FF9507D-70BE-CFAB-A6C9-30204CD99959}"/>
              </a:ext>
            </a:extLst>
          </p:cNvPr>
          <p:cNvSpPr>
            <a:spLocks noGrp="1"/>
          </p:cNvSpPr>
          <p:nvPr>
            <p:ph type="dt" sz="half" idx="2"/>
          </p:nvPr>
        </p:nvSpPr>
        <p:spPr>
          <a:xfrm>
            <a:off x="4544912" y="6508800"/>
            <a:ext cx="1484413" cy="129454"/>
          </a:xfrm>
          <a:prstGeom prst="rect">
            <a:avLst/>
          </a:prstGeom>
        </p:spPr>
        <p:txBody>
          <a:bodyPr vert="horz" lIns="0" tIns="0" rIns="0" bIns="0" rtlCol="0" anchor="ctr" anchorCtr="0"/>
          <a:lstStyle>
            <a:lvl1pPr algn="r">
              <a:defRPr sz="1000">
                <a:solidFill>
                  <a:schemeClr val="bg2"/>
                </a:solidFill>
                <a:latin typeface="+mn-lt"/>
              </a:defRPr>
            </a:lvl1pPr>
          </a:lstStyle>
          <a:p>
            <a:pPr algn="l" rtl="0" fontAlgn="base">
              <a:spcBef>
                <a:spcPct val="0"/>
              </a:spcBef>
              <a:spcAft>
                <a:spcPct val="0"/>
              </a:spcAft>
            </a:pPr>
            <a:endParaRPr lang="da-DK"/>
          </a:p>
        </p:txBody>
      </p:sp>
      <p:grpSp>
        <p:nvGrpSpPr>
          <p:cNvPr id="3" name="Gruppe 2">
            <a:extLst>
              <a:ext uri="{FF2B5EF4-FFF2-40B4-BE49-F238E27FC236}">
                <a16:creationId xmlns:a16="http://schemas.microsoft.com/office/drawing/2014/main" id="{4191CD7D-F157-0BF5-5B3D-D7F2B384F662}"/>
              </a:ext>
            </a:extLst>
          </p:cNvPr>
          <p:cNvGrpSpPr/>
          <p:nvPr userDrawn="1"/>
        </p:nvGrpSpPr>
        <p:grpSpPr>
          <a:xfrm>
            <a:off x="288000" y="6490800"/>
            <a:ext cx="11614351" cy="118982"/>
            <a:chOff x="288000" y="6523200"/>
            <a:chExt cx="11614351" cy="118982"/>
          </a:xfrm>
          <a:solidFill>
            <a:schemeClr val="bg2"/>
          </a:solidFill>
        </p:grpSpPr>
        <p:pic>
          <p:nvPicPr>
            <p:cNvPr id="7" name="Grafik 6">
              <a:extLst>
                <a:ext uri="{FF2B5EF4-FFF2-40B4-BE49-F238E27FC236}">
                  <a16:creationId xmlns:a16="http://schemas.microsoft.com/office/drawing/2014/main" id="{AE7735A5-8E82-622D-1EF3-975FB5B6BD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88000" y="6523200"/>
              <a:ext cx="339391" cy="118982"/>
            </a:xfrm>
            <a:prstGeom prst="rect">
              <a:avLst/>
            </a:prstGeom>
          </p:spPr>
        </p:pic>
        <p:pic>
          <p:nvPicPr>
            <p:cNvPr id="8" name="Picture 3">
              <a:extLst>
                <a:ext uri="{FF2B5EF4-FFF2-40B4-BE49-F238E27FC236}">
                  <a16:creationId xmlns:a16="http://schemas.microsoft.com/office/drawing/2014/main" id="{45632BA4-A427-7864-37CC-9266EECE4E4C}"/>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1451600" y="6523200"/>
              <a:ext cx="450751" cy="117503"/>
            </a:xfrm>
            <a:prstGeom prst="rect">
              <a:avLst/>
            </a:prstGeom>
          </p:spPr>
        </p:pic>
      </p:grpSp>
    </p:spTree>
    <p:extLst>
      <p:ext uri="{BB962C8B-B14F-4D97-AF65-F5344CB8AC3E}">
        <p14:creationId xmlns:p14="http://schemas.microsoft.com/office/powerpoint/2010/main" val="28418671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63" Type="http://schemas.openxmlformats.org/officeDocument/2006/relationships/slideLayout" Target="../slideLayouts/slideLayout63.xml"/><Relationship Id="rId68" Type="http://schemas.openxmlformats.org/officeDocument/2006/relationships/image" Target="../media/image2.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theme" Target="../theme/theme1.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image" Target="../media/image1.svg"/><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Pladsholder til titel 1"/>
          <p:cNvSpPr>
            <a:spLocks noGrp="1"/>
          </p:cNvSpPr>
          <p:nvPr>
            <p:ph type="title"/>
          </p:nvPr>
        </p:nvSpPr>
        <p:spPr>
          <a:xfrm>
            <a:off x="288000" y="288000"/>
            <a:ext cx="11613600" cy="1811099"/>
          </a:xfrm>
          <a:prstGeom prst="rect">
            <a:avLst/>
          </a:prstGeom>
        </p:spPr>
        <p:txBody>
          <a:bodyPr vert="horz" lIns="0" tIns="0" rIns="0" bIns="0" rtlCol="0" anchor="t" anchorCtr="0">
            <a:noAutofit/>
          </a:bodyPr>
          <a:lstStyle/>
          <a:p>
            <a:r>
              <a:rPr lang="da-DK"/>
              <a:t>Tekstslide </a:t>
            </a:r>
            <a:br>
              <a:rPr lang="da-DK"/>
            </a:br>
            <a:r>
              <a:rPr lang="da-DK"/>
              <a:t>på lys baggrund</a:t>
            </a:r>
          </a:p>
        </p:txBody>
      </p:sp>
      <p:sp>
        <p:nvSpPr>
          <p:cNvPr id="3" name="Pladsholder til tekst 2"/>
          <p:cNvSpPr>
            <a:spLocks noGrp="1"/>
          </p:cNvSpPr>
          <p:nvPr>
            <p:ph type="body" idx="1"/>
          </p:nvPr>
        </p:nvSpPr>
        <p:spPr>
          <a:xfrm>
            <a:off x="288000" y="2290756"/>
            <a:ext cx="11613600" cy="3695707"/>
          </a:xfrm>
          <a:prstGeom prst="rect">
            <a:avLst/>
          </a:prstGeom>
        </p:spPr>
        <p:txBody>
          <a:bodyPr vert="horz" lIns="0" tIns="0" rIns="0" bIns="0" rtlCol="0">
            <a:noAutofit/>
          </a:bodyPr>
          <a:lstStyle/>
          <a:p>
            <a:pPr lvl="0"/>
            <a:r>
              <a:rPr lang="da-DK"/>
              <a:t>Første niveau</a:t>
            </a:r>
          </a:p>
          <a:p>
            <a:pPr lvl="1"/>
            <a:r>
              <a:rPr lang="da-DK"/>
              <a:t>Andet niveau</a:t>
            </a:r>
          </a:p>
          <a:p>
            <a:pPr lvl="2"/>
            <a:r>
              <a:rPr lang="da-DK"/>
              <a:t>Tredje niveau</a:t>
            </a:r>
          </a:p>
          <a:p>
            <a:pPr lvl="3"/>
            <a:r>
              <a:rPr lang="da-DK"/>
              <a:t>Fjerde niveau</a:t>
            </a:r>
          </a:p>
          <a:p>
            <a:pPr lvl="4"/>
            <a:r>
              <a:rPr lang="da-DK"/>
              <a:t>Femte niveau</a:t>
            </a:r>
          </a:p>
          <a:p>
            <a:pPr lvl="5"/>
            <a:r>
              <a:rPr lang="da-DK"/>
              <a:t>Sjette</a:t>
            </a:r>
          </a:p>
          <a:p>
            <a:pPr lvl="6"/>
            <a:r>
              <a:rPr lang="da-DK"/>
              <a:t>Syvende</a:t>
            </a:r>
          </a:p>
          <a:p>
            <a:pPr lvl="7"/>
            <a:r>
              <a:rPr lang="da-DK"/>
              <a:t>Ottende</a:t>
            </a:r>
          </a:p>
          <a:p>
            <a:pPr lvl="8"/>
            <a:r>
              <a:rPr lang="da-DK"/>
              <a:t>Niende</a:t>
            </a:r>
          </a:p>
        </p:txBody>
      </p:sp>
      <p:sp>
        <p:nvSpPr>
          <p:cNvPr id="17" name="Pladsholder til sidefod 16"/>
          <p:cNvSpPr>
            <a:spLocks noGrp="1"/>
          </p:cNvSpPr>
          <p:nvPr>
            <p:ph type="ftr" sz="quarter" idx="3"/>
          </p:nvPr>
        </p:nvSpPr>
        <p:spPr>
          <a:xfrm>
            <a:off x="6145882" y="6508644"/>
            <a:ext cx="4235740" cy="129454"/>
          </a:xfrm>
          <a:prstGeom prst="rect">
            <a:avLst/>
          </a:prstGeom>
        </p:spPr>
        <p:txBody>
          <a:bodyPr vert="horz" lIns="0" tIns="0" rIns="0" bIns="0" rtlCol="0" anchor="ctr" anchorCtr="0"/>
          <a:lstStyle>
            <a:lvl1pPr algn="l">
              <a:defRPr sz="1000" b="0" kern="0" baseline="0">
                <a:solidFill>
                  <a:schemeClr val="tx2"/>
                </a:solidFill>
                <a:latin typeface="+mn-lt"/>
              </a:defRPr>
            </a:lvl1pPr>
          </a:lstStyle>
          <a:p>
            <a:endParaRPr lang="da-DK"/>
          </a:p>
        </p:txBody>
      </p:sp>
      <p:sp>
        <p:nvSpPr>
          <p:cNvPr id="27" name="Pladsholder til slidenummer 26"/>
          <p:cNvSpPr>
            <a:spLocks noGrp="1"/>
          </p:cNvSpPr>
          <p:nvPr>
            <p:ph type="sldNum" sz="quarter" idx="4"/>
          </p:nvPr>
        </p:nvSpPr>
        <p:spPr>
          <a:xfrm>
            <a:off x="5164092" y="6508644"/>
            <a:ext cx="878849" cy="129454"/>
          </a:xfrm>
          <a:prstGeom prst="rect">
            <a:avLst/>
          </a:prstGeom>
        </p:spPr>
        <p:txBody>
          <a:bodyPr vert="horz" lIns="0" tIns="0" rIns="0" bIns="0" rtlCol="0" anchor="ctr" anchorCtr="0"/>
          <a:lstStyle>
            <a:lvl1pPr algn="r">
              <a:defRPr sz="1000" b="0">
                <a:solidFill>
                  <a:schemeClr val="tx2"/>
                </a:solidFill>
                <a:latin typeface="+mn-lt"/>
              </a:defRPr>
            </a:lvl1pPr>
          </a:lstStyle>
          <a:p>
            <a:r>
              <a:rPr lang="en-GB"/>
              <a:t>S.</a:t>
            </a:r>
            <a:fld id="{5756700A-4FDC-43B2-BFF8-4B28CED2581C}" type="slidenum">
              <a:rPr lang="en-GB" smtClean="0"/>
              <a:pPr/>
              <a:t>‹nr.›</a:t>
            </a:fld>
            <a:endParaRPr lang="en-GB"/>
          </a:p>
        </p:txBody>
      </p:sp>
      <p:sp>
        <p:nvSpPr>
          <p:cNvPr id="19" name="Date Placeholder 18"/>
          <p:cNvSpPr>
            <a:spLocks noGrp="1"/>
          </p:cNvSpPr>
          <p:nvPr>
            <p:ph type="dt" sz="half" idx="2"/>
          </p:nvPr>
        </p:nvSpPr>
        <p:spPr>
          <a:xfrm>
            <a:off x="4544912" y="6508644"/>
            <a:ext cx="1498029" cy="129454"/>
          </a:xfrm>
          <a:prstGeom prst="rect">
            <a:avLst/>
          </a:prstGeom>
        </p:spPr>
        <p:txBody>
          <a:bodyPr vert="horz" lIns="0" tIns="0" rIns="0" bIns="0" rtlCol="0" anchor="ctr" anchorCtr="0"/>
          <a:lstStyle>
            <a:lvl1pPr algn="l">
              <a:defRPr sz="1000">
                <a:solidFill>
                  <a:schemeClr val="tx2"/>
                </a:solidFill>
                <a:latin typeface="+mn-lt"/>
              </a:defRPr>
            </a:lvl1pPr>
          </a:lstStyle>
          <a:p>
            <a:endParaRPr lang="da-DK"/>
          </a:p>
        </p:txBody>
      </p:sp>
      <p:grpSp>
        <p:nvGrpSpPr>
          <p:cNvPr id="10" name="Gruppe 9">
            <a:extLst>
              <a:ext uri="{FF2B5EF4-FFF2-40B4-BE49-F238E27FC236}">
                <a16:creationId xmlns:a16="http://schemas.microsoft.com/office/drawing/2014/main" id="{5AC9BC21-A678-3E6C-291C-9F104741EAE6}"/>
              </a:ext>
            </a:extLst>
          </p:cNvPr>
          <p:cNvGrpSpPr/>
          <p:nvPr userDrawn="1"/>
        </p:nvGrpSpPr>
        <p:grpSpPr>
          <a:xfrm>
            <a:off x="288000" y="6491739"/>
            <a:ext cx="11614351" cy="118982"/>
            <a:chOff x="288000" y="6523200"/>
            <a:chExt cx="11614351" cy="118982"/>
          </a:xfrm>
        </p:grpSpPr>
        <p:pic>
          <p:nvPicPr>
            <p:cNvPr id="5" name="Grafik 4">
              <a:extLst>
                <a:ext uri="{FF2B5EF4-FFF2-40B4-BE49-F238E27FC236}">
                  <a16:creationId xmlns:a16="http://schemas.microsoft.com/office/drawing/2014/main" id="{D2E7732F-F6DA-0714-914E-1BCF2882966A}"/>
                </a:ext>
              </a:extLst>
            </p:cNvPr>
            <p:cNvPicPr>
              <a:picLocks noChangeAspect="1"/>
            </p:cNvPicPr>
            <p:nvPr userDrawn="1"/>
          </p:nvPicPr>
          <p:blipFill>
            <a:blip>
              <a:extLst>
                <a:ext uri="{96DAC541-7B7A-43D3-8B79-37D633B846F1}">
                  <asvg:svgBlip xmlns:asvg="http://schemas.microsoft.com/office/drawing/2016/SVG/main" r:embed="rId67"/>
                </a:ext>
              </a:extLst>
            </a:blip>
            <a:stretch>
              <a:fillRect/>
            </a:stretch>
          </p:blipFill>
          <p:spPr>
            <a:xfrm>
              <a:off x="288000" y="6523200"/>
              <a:ext cx="339391" cy="118982"/>
            </a:xfrm>
            <a:prstGeom prst="rect">
              <a:avLst/>
            </a:prstGeom>
          </p:spPr>
        </p:pic>
        <p:pic>
          <p:nvPicPr>
            <p:cNvPr id="6" name="Picture 3">
              <a:extLst>
                <a:ext uri="{FF2B5EF4-FFF2-40B4-BE49-F238E27FC236}">
                  <a16:creationId xmlns:a16="http://schemas.microsoft.com/office/drawing/2014/main" id="{664D5EE6-C129-910E-CDB1-E3E88F73BE4B}"/>
                </a:ext>
              </a:extLst>
            </p:cNvPr>
            <p:cNvPicPr>
              <a:picLocks noChangeAspect="1"/>
            </p:cNvPicPr>
            <p:nvPr userDrawn="1"/>
          </p:nvPicPr>
          <p:blipFill>
            <a:blip>
              <a:extLst>
                <a:ext uri="{96DAC541-7B7A-43D3-8B79-37D633B846F1}">
                  <asvg:svgBlip xmlns:asvg="http://schemas.microsoft.com/office/drawing/2016/SVG/main" r:embed="rId68"/>
                </a:ext>
              </a:extLst>
            </a:blip>
            <a:srcRect/>
            <a:stretch/>
          </p:blipFill>
          <p:spPr>
            <a:xfrm>
              <a:off x="11451600" y="6523200"/>
              <a:ext cx="450751" cy="117503"/>
            </a:xfrm>
            <a:prstGeom prst="rect">
              <a:avLst/>
            </a:prstGeom>
          </p:spPr>
        </p:pic>
      </p:grpSp>
    </p:spTree>
  </p:cSld>
  <p:clrMap bg1="lt1" tx1="dk1" bg2="lt2" tx2="dk2" accent1="accent1" accent2="accent2" accent3="accent3" accent4="accent4" accent5="accent5" accent6="accent6" hlink="hlink" folHlink="folHlink"/>
  <p:sldLayoutIdLst>
    <p:sldLayoutId id="2147484232" r:id="rId1"/>
    <p:sldLayoutId id="2147484234" r:id="rId2"/>
    <p:sldLayoutId id="2147484245" r:id="rId3"/>
    <p:sldLayoutId id="2147484246" r:id="rId4"/>
    <p:sldLayoutId id="2147484233" r:id="rId5"/>
    <p:sldLayoutId id="2147484243" r:id="rId6"/>
    <p:sldLayoutId id="2147484235" r:id="rId7"/>
    <p:sldLayoutId id="2147484255" r:id="rId8"/>
    <p:sldLayoutId id="2147484256" r:id="rId9"/>
    <p:sldLayoutId id="2147484253" r:id="rId10"/>
    <p:sldLayoutId id="2147484254" r:id="rId11"/>
    <p:sldLayoutId id="2147484257" r:id="rId12"/>
    <p:sldLayoutId id="2147484258" r:id="rId13"/>
    <p:sldLayoutId id="2147484248" r:id="rId14"/>
    <p:sldLayoutId id="2147484265" r:id="rId15"/>
    <p:sldLayoutId id="2147484238" r:id="rId16"/>
    <p:sldLayoutId id="2147484239" r:id="rId17"/>
    <p:sldLayoutId id="2147484240" r:id="rId18"/>
    <p:sldLayoutId id="2147484259" r:id="rId19"/>
    <p:sldLayoutId id="2147484297" r:id="rId20"/>
    <p:sldLayoutId id="2147484296" r:id="rId21"/>
    <p:sldLayoutId id="2147484291" r:id="rId22"/>
    <p:sldLayoutId id="2147484292" r:id="rId23"/>
    <p:sldLayoutId id="2147484295" r:id="rId24"/>
    <p:sldLayoutId id="2147484293" r:id="rId25"/>
    <p:sldLayoutId id="2147484236" r:id="rId26"/>
    <p:sldLayoutId id="2147484241" r:id="rId27"/>
    <p:sldLayoutId id="2147484282" r:id="rId28"/>
    <p:sldLayoutId id="2147484271" r:id="rId29"/>
    <p:sldLayoutId id="2147484242" r:id="rId30"/>
    <p:sldLayoutId id="2147484280" r:id="rId31"/>
    <p:sldLayoutId id="2147484281" r:id="rId32"/>
    <p:sldLayoutId id="2147484244" r:id="rId33"/>
    <p:sldLayoutId id="2147484264" r:id="rId34"/>
    <p:sldLayoutId id="2147484251" r:id="rId35"/>
    <p:sldLayoutId id="2147484269" r:id="rId36"/>
    <p:sldLayoutId id="2147484267" r:id="rId37"/>
    <p:sldLayoutId id="2147484266" r:id="rId38"/>
    <p:sldLayoutId id="2147484283" r:id="rId39"/>
    <p:sldLayoutId id="2147484284" r:id="rId40"/>
    <p:sldLayoutId id="2147484268" r:id="rId41"/>
    <p:sldLayoutId id="2147484263" r:id="rId42"/>
    <p:sldLayoutId id="2147484274" r:id="rId43"/>
    <p:sldLayoutId id="2147484261" r:id="rId44"/>
    <p:sldLayoutId id="2147484276" r:id="rId45"/>
    <p:sldLayoutId id="2147484270" r:id="rId46"/>
    <p:sldLayoutId id="2147484286" r:id="rId47"/>
    <p:sldLayoutId id="2147484247" r:id="rId48"/>
    <p:sldLayoutId id="2147484285" r:id="rId49"/>
    <p:sldLayoutId id="2147484279" r:id="rId50"/>
    <p:sldLayoutId id="2147484287" r:id="rId51"/>
    <p:sldLayoutId id="2147484288" r:id="rId52"/>
    <p:sldLayoutId id="2147484262" r:id="rId53"/>
    <p:sldLayoutId id="2147484290" r:id="rId54"/>
    <p:sldLayoutId id="2147484249" r:id="rId55"/>
    <p:sldLayoutId id="2147484260" r:id="rId56"/>
    <p:sldLayoutId id="2147484289" r:id="rId57"/>
    <p:sldLayoutId id="2147484278" r:id="rId58"/>
    <p:sldLayoutId id="2147484277" r:id="rId59"/>
    <p:sldLayoutId id="2147484294" r:id="rId60"/>
    <p:sldLayoutId id="2147484273" r:id="rId61"/>
    <p:sldLayoutId id="2147484272" r:id="rId62"/>
    <p:sldLayoutId id="2147484143" r:id="rId63"/>
    <p:sldLayoutId id="2147484237" r:id="rId64"/>
    <p:sldLayoutId id="2147484275" r:id="rId65"/>
  </p:sldLayoutIdLst>
  <p:transition/>
  <p:hf hdr="0" ftr="0" dt="0"/>
  <p:txStyles>
    <p:title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p:titleStyle>
    <p:bodyStyle>
      <a:lvl1pPr marL="0" indent="0" algn="l" rtl="0" eaLnBrk="1" fontAlgn="base" hangingPunct="1">
        <a:lnSpc>
          <a:spcPct val="110000"/>
        </a:lnSpc>
        <a:spcBef>
          <a:spcPts val="0"/>
        </a:spcBef>
        <a:spcAft>
          <a:spcPts val="0"/>
        </a:spcAft>
        <a:buClrTx/>
        <a:buSzPct val="108000"/>
        <a:buFont typeface="Arial" panose="020B0604020202020204" pitchFamily="34" charset="0"/>
        <a:buChar char="​"/>
        <a:tabLst/>
        <a:defRPr sz="1300" b="0" i="0" kern="0" spc="0" baseline="0">
          <a:solidFill>
            <a:schemeClr val="tx2"/>
          </a:solidFill>
          <a:latin typeface="+mn-lt"/>
          <a:ea typeface="Aptos" panose="020B0004020202020204" pitchFamily="34" charset="0"/>
          <a:cs typeface="Arial" panose="020B0604020202020204" pitchFamily="34" charset="0"/>
        </a:defRPr>
      </a:lvl1pPr>
      <a:lvl2pPr marL="0" indent="0" algn="l" rtl="0" eaLnBrk="1" fontAlgn="base" hangingPunct="1">
        <a:lnSpc>
          <a:spcPct val="100000"/>
        </a:lnSpc>
        <a:spcBef>
          <a:spcPts val="0"/>
        </a:spcBef>
        <a:spcAft>
          <a:spcPts val="0"/>
        </a:spcAft>
        <a:buClrTx/>
        <a:buSzPct val="100000"/>
        <a:buFont typeface="Arial" panose="020B0604020202020204" pitchFamily="34" charset="0"/>
        <a:buChar char="​"/>
        <a:defRPr sz="1800" b="0" i="0" kern="0" spc="0" baseline="0">
          <a:solidFill>
            <a:schemeClr val="tx2"/>
          </a:solidFill>
          <a:latin typeface="+mn-lt"/>
          <a:ea typeface="Aptos" panose="020B0004020202020204" pitchFamily="34" charset="0"/>
          <a:cs typeface="Arial" panose="020B0604020202020204" pitchFamily="34" charset="0"/>
        </a:defRPr>
      </a:lvl2pPr>
      <a:lvl3pPr marL="180000" indent="-180000" algn="l" rtl="0" eaLnBrk="1" fontAlgn="base" hangingPunct="1">
        <a:lnSpc>
          <a:spcPct val="118000"/>
        </a:lnSpc>
        <a:spcBef>
          <a:spcPts val="0"/>
        </a:spcBef>
        <a:spcAft>
          <a:spcPts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3pPr>
      <a:lvl4pPr marL="36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4pPr>
      <a:lvl5pPr marL="540000" indent="-180000" algn="l" rtl="0" eaLnBrk="1" fontAlgn="base" hangingPunct="1">
        <a:lnSpc>
          <a:spcPct val="118000"/>
        </a:lnSpc>
        <a:spcBef>
          <a:spcPts val="0"/>
        </a:spcBef>
        <a:spcAft>
          <a:spcPct val="0"/>
        </a:spcAft>
        <a:buClrTx/>
        <a:buFont typeface="Arial" panose="020B0604020202020204" pitchFamily="34" charset="0"/>
        <a:buChar char="•"/>
        <a:defRPr sz="1200" b="0" i="0" kern="0" spc="0" baseline="0">
          <a:solidFill>
            <a:schemeClr val="tx2"/>
          </a:solidFill>
          <a:latin typeface="+mn-lt"/>
          <a:ea typeface="Aptos" panose="020B0004020202020204" pitchFamily="34" charset="0"/>
          <a:cs typeface="Arial" panose="020B0604020202020204" pitchFamily="34" charset="0"/>
        </a:defRPr>
      </a:lvl5pPr>
      <a:lvl6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6pPr>
      <a:lvl7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7pPr>
      <a:lvl8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8pPr>
      <a:lvl9pPr marL="540000" indent="-180000" algn="l" defTabSz="1275934" rtl="0" eaLnBrk="1" latinLnBrk="0" hangingPunct="1">
        <a:lnSpc>
          <a:spcPct val="118000"/>
        </a:lnSpc>
        <a:spcBef>
          <a:spcPts val="0"/>
        </a:spcBef>
        <a:buClrTx/>
        <a:buFont typeface="Arial" panose="020B0604020202020204" pitchFamily="34" charset="0"/>
        <a:buChar char="•"/>
        <a:defRPr sz="1200" b="0" i="0" kern="0" spc="0">
          <a:solidFill>
            <a:schemeClr val="tx2"/>
          </a:solidFill>
          <a:latin typeface="+mn-lt"/>
          <a:ea typeface="+mn-ea"/>
          <a:cs typeface="Arial" panose="020B0604020202020204" pitchFamily="34" charset="0"/>
        </a:defRPr>
      </a:lvl9pPr>
    </p:bodyStyle>
    <p:otherStyle>
      <a:defPPr>
        <a:defRPr lang="da-DK"/>
      </a:defPPr>
      <a:lvl1pPr marL="0" algn="l" defTabSz="1275934" rtl="0" eaLnBrk="1" latinLnBrk="0" hangingPunct="1">
        <a:defRPr sz="2533" kern="1200">
          <a:solidFill>
            <a:schemeClr val="tx1"/>
          </a:solidFill>
          <a:latin typeface="+mn-lt"/>
          <a:ea typeface="+mn-ea"/>
          <a:cs typeface="+mn-cs"/>
        </a:defRPr>
      </a:lvl1pPr>
      <a:lvl2pPr marL="637968" algn="l" defTabSz="1275934" rtl="0" eaLnBrk="1" latinLnBrk="0" hangingPunct="1">
        <a:defRPr sz="2533" kern="1200">
          <a:solidFill>
            <a:schemeClr val="tx1"/>
          </a:solidFill>
          <a:latin typeface="+mn-lt"/>
          <a:ea typeface="+mn-ea"/>
          <a:cs typeface="+mn-cs"/>
        </a:defRPr>
      </a:lvl2pPr>
      <a:lvl3pPr marL="1275934" algn="l" defTabSz="1275934" rtl="0" eaLnBrk="1" latinLnBrk="0" hangingPunct="1">
        <a:defRPr sz="2533" kern="1200">
          <a:solidFill>
            <a:schemeClr val="tx1"/>
          </a:solidFill>
          <a:latin typeface="+mn-lt"/>
          <a:ea typeface="+mn-ea"/>
          <a:cs typeface="+mn-cs"/>
        </a:defRPr>
      </a:lvl3pPr>
      <a:lvl4pPr marL="1913900" algn="l" defTabSz="1275934" rtl="0" eaLnBrk="1" latinLnBrk="0" hangingPunct="1">
        <a:defRPr sz="2533" kern="1200">
          <a:solidFill>
            <a:schemeClr val="tx1"/>
          </a:solidFill>
          <a:latin typeface="+mn-lt"/>
          <a:ea typeface="+mn-ea"/>
          <a:cs typeface="+mn-cs"/>
        </a:defRPr>
      </a:lvl4pPr>
      <a:lvl5pPr marL="2551867" algn="l" defTabSz="1275934" rtl="0" eaLnBrk="1" latinLnBrk="0" hangingPunct="1">
        <a:defRPr sz="2533" kern="1200">
          <a:solidFill>
            <a:schemeClr val="tx1"/>
          </a:solidFill>
          <a:latin typeface="+mn-lt"/>
          <a:ea typeface="+mn-ea"/>
          <a:cs typeface="+mn-cs"/>
        </a:defRPr>
      </a:lvl5pPr>
      <a:lvl6pPr marL="3189830" algn="l" defTabSz="1275934" rtl="0" eaLnBrk="1" latinLnBrk="0" hangingPunct="1">
        <a:defRPr sz="2533" kern="1200">
          <a:solidFill>
            <a:schemeClr val="tx1"/>
          </a:solidFill>
          <a:latin typeface="+mn-lt"/>
          <a:ea typeface="+mn-ea"/>
          <a:cs typeface="+mn-cs"/>
        </a:defRPr>
      </a:lvl6pPr>
      <a:lvl7pPr marL="3827797" algn="l" defTabSz="1275934" rtl="0" eaLnBrk="1" latinLnBrk="0" hangingPunct="1">
        <a:defRPr sz="2533" kern="1200">
          <a:solidFill>
            <a:schemeClr val="tx1"/>
          </a:solidFill>
          <a:latin typeface="+mn-lt"/>
          <a:ea typeface="+mn-ea"/>
          <a:cs typeface="+mn-cs"/>
        </a:defRPr>
      </a:lvl7pPr>
      <a:lvl8pPr marL="4465763" algn="l" defTabSz="1275934" rtl="0" eaLnBrk="1" latinLnBrk="0" hangingPunct="1">
        <a:defRPr sz="2533" kern="1200">
          <a:solidFill>
            <a:schemeClr val="tx1"/>
          </a:solidFill>
          <a:latin typeface="+mn-lt"/>
          <a:ea typeface="+mn-ea"/>
          <a:cs typeface="+mn-cs"/>
        </a:defRPr>
      </a:lvl8pPr>
      <a:lvl9pPr marL="5103730" algn="l" defTabSz="1275934" rtl="0" eaLnBrk="1" latinLnBrk="0" hangingPunct="1">
        <a:defRPr sz="2533"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72" userDrawn="1">
          <p15:clr>
            <a:srgbClr val="F26B43"/>
          </p15:clr>
        </p15:guide>
        <p15:guide id="3" pos="74" userDrawn="1">
          <p15:clr>
            <a:srgbClr val="F26B43"/>
          </p15:clr>
        </p15:guide>
        <p15:guide id="4" pos="3794" userDrawn="1">
          <p15:clr>
            <a:srgbClr val="F26B43"/>
          </p15:clr>
        </p15:guide>
        <p15:guide id="6" pos="3884" userDrawn="1">
          <p15:clr>
            <a:srgbClr val="F26B43"/>
          </p15:clr>
        </p15:guide>
        <p15:guide id="9" pos="7604" userDrawn="1">
          <p15:clr>
            <a:srgbClr val="F26B43"/>
          </p15:clr>
        </p15:guide>
        <p15:guide id="10" orient="horz" pos="4064" userDrawn="1">
          <p15:clr>
            <a:srgbClr val="F26B43"/>
          </p15:clr>
        </p15:guide>
        <p15:guide id="11" orient="horz" pos="2069" userDrawn="1">
          <p15:clr>
            <a:srgbClr val="F26B43"/>
          </p15:clr>
        </p15:guide>
        <p15:guide id="12" pos="3839"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4.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5.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_rels/slide3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7.xml"/></Relationships>
</file>

<file path=ppt/slides/_rels/slide3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8.xml"/></Relationships>
</file>

<file path=ppt/slides/_rels/slide3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9.xml"/></Relationships>
</file>

<file path=ppt/slides/_rels/slide3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9.xml"/></Relationships>
</file>

<file path=ppt/slides/_rels/slide40.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0.xml"/></Relationships>
</file>

<file path=ppt/slides/_rels/slide41.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1.xml"/></Relationships>
</file>

<file path=ppt/slides/_rels/slide4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32.xml"/></Relationships>
</file>

<file path=ppt/slides/_rels/slide43.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33.xml"/></Relationships>
</file>

<file path=ppt/slides/_rels/slide44.xml.rels><?xml version="1.0" encoding="UTF-8" standalone="yes"?>
<Relationships xmlns="http://schemas.openxmlformats.org/package/2006/relationships"><Relationship Id="rId3" Type="http://schemas.openxmlformats.org/officeDocument/2006/relationships/image" Target="../media/image41.jpg"/><Relationship Id="rId2" Type="http://schemas.openxmlformats.org/officeDocument/2006/relationships/image" Target="../media/image39.png"/><Relationship Id="rId1" Type="http://schemas.openxmlformats.org/officeDocument/2006/relationships/slideLayout" Target="../slideLayouts/slideLayout34.xml"/><Relationship Id="rId5" Type="http://schemas.openxmlformats.org/officeDocument/2006/relationships/image" Target="../media/image38.png"/><Relationship Id="rId4"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_rels/slide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3.jpeg"/><Relationship Id="rId1" Type="http://schemas.openxmlformats.org/officeDocument/2006/relationships/slideLayout" Target="../slideLayouts/slideLayout36.xml"/><Relationship Id="rId4" Type="http://schemas.openxmlformats.org/officeDocument/2006/relationships/image" Target="../media/image5.sv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0.xml"/></Relationships>
</file>

<file path=ppt/slides/_rels/slide5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44.jpeg"/><Relationship Id="rId1" Type="http://schemas.openxmlformats.org/officeDocument/2006/relationships/slideLayout" Target="../slideLayouts/slideLayout41.xml"/><Relationship Id="rId4" Type="http://schemas.openxmlformats.org/officeDocument/2006/relationships/image" Target="../media/image5.svg"/></Relationships>
</file>

<file path=ppt/slides/_rels/slide52.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42.xml"/></Relationships>
</file>

<file path=ppt/slides/_rels/slide53.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3.xml"/></Relationships>
</file>

<file path=ppt/slides/_rels/slide5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44.xml"/><Relationship Id="rId4" Type="http://schemas.openxmlformats.org/officeDocument/2006/relationships/image" Target="../media/image42.png"/></Relationships>
</file>

<file path=ppt/slides/_rels/slide55.xml.rels><?xml version="1.0" encoding="UTF-8" standalone="yes"?>
<Relationships xmlns="http://schemas.openxmlformats.org/package/2006/relationships"><Relationship Id="rId8" Type="http://schemas.openxmlformats.org/officeDocument/2006/relationships/image" Target="../media/image51.jpg"/><Relationship Id="rId3" Type="http://schemas.openxmlformats.org/officeDocument/2006/relationships/image" Target="../media/image46.jpg"/><Relationship Id="rId7" Type="http://schemas.openxmlformats.org/officeDocument/2006/relationships/image" Target="../media/image50.jpg"/><Relationship Id="rId2" Type="http://schemas.openxmlformats.org/officeDocument/2006/relationships/image" Target="../media/image45.jpg"/><Relationship Id="rId1" Type="http://schemas.openxmlformats.org/officeDocument/2006/relationships/slideLayout" Target="../slideLayouts/slideLayout45.xml"/><Relationship Id="rId6" Type="http://schemas.openxmlformats.org/officeDocument/2006/relationships/image" Target="../media/image49.jpeg"/><Relationship Id="rId5" Type="http://schemas.openxmlformats.org/officeDocument/2006/relationships/image" Target="../media/image48.jpg"/><Relationship Id="rId4" Type="http://schemas.openxmlformats.org/officeDocument/2006/relationships/image" Target="../media/image47.jpg"/></Relationships>
</file>

<file path=ppt/slides/_rels/slide5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52.jpeg"/><Relationship Id="rId1" Type="http://schemas.openxmlformats.org/officeDocument/2006/relationships/slideLayout" Target="../slideLayouts/slideLayout46.xml"/><Relationship Id="rId4" Type="http://schemas.openxmlformats.org/officeDocument/2006/relationships/image" Target="../media/image5.svg"/></Relationships>
</file>

<file path=ppt/slides/_rels/slide5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4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8.xml"/></Relationships>
</file>

<file path=ppt/slides/_rels/slide5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49.xml"/><Relationship Id="rId4" Type="http://schemas.openxmlformats.org/officeDocument/2006/relationships/image" Target="../media/image38.png"/></Relationships>
</file>

<file path=ppt/slides/_rels/slide6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xml"/><Relationship Id="rId1" Type="http://schemas.openxmlformats.org/officeDocument/2006/relationships/slideLayout" Target="../slideLayouts/slideLayout50.xml"/><Relationship Id="rId5" Type="http://schemas.openxmlformats.org/officeDocument/2006/relationships/image" Target="../media/image42.png"/><Relationship Id="rId4" Type="http://schemas.openxmlformats.org/officeDocument/2006/relationships/image" Target="../media/image3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2.xml"/></Relationships>
</file>

<file path=ppt/slides/_rels/slide6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53.png"/><Relationship Id="rId1" Type="http://schemas.openxmlformats.org/officeDocument/2006/relationships/slideLayout" Target="../slideLayouts/slideLayout53.xml"/><Relationship Id="rId5" Type="http://schemas.openxmlformats.org/officeDocument/2006/relationships/image" Target="../media/image54.pn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7.xml"/></Relationships>
</file>

<file path=ppt/slides/_rels/slide68.xml.rels><?xml version="1.0" encoding="UTF-8" standalone="yes"?>
<Relationships xmlns="http://schemas.openxmlformats.org/package/2006/relationships"><Relationship Id="rId3" Type="http://schemas.openxmlformats.org/officeDocument/2006/relationships/image" Target="../media/image56.jpg"/><Relationship Id="rId7" Type="http://schemas.openxmlformats.org/officeDocument/2006/relationships/image" Target="../media/image53.png"/><Relationship Id="rId2" Type="http://schemas.openxmlformats.org/officeDocument/2006/relationships/image" Target="../media/image38.png"/><Relationship Id="rId1" Type="http://schemas.openxmlformats.org/officeDocument/2006/relationships/slideLayout" Target="../slideLayouts/slideLayout58.xml"/><Relationship Id="rId6" Type="http://schemas.openxmlformats.org/officeDocument/2006/relationships/image" Target="../media/image58.jpg"/><Relationship Id="rId5" Type="http://schemas.openxmlformats.org/officeDocument/2006/relationships/image" Target="../media/image57.jpg"/><Relationship Id="rId4" Type="http://schemas.openxmlformats.org/officeDocument/2006/relationships/image" Target="../media/image54.png"/></Relationships>
</file>

<file path=ppt/slides/_rels/slide69.xml.rels><?xml version="1.0" encoding="UTF-8" standalone="yes"?>
<Relationships xmlns="http://schemas.openxmlformats.org/package/2006/relationships"><Relationship Id="rId8" Type="http://schemas.openxmlformats.org/officeDocument/2006/relationships/image" Target="../media/image58.jpg"/><Relationship Id="rId3" Type="http://schemas.openxmlformats.org/officeDocument/2006/relationships/image" Target="../media/image38.png"/><Relationship Id="rId7" Type="http://schemas.openxmlformats.org/officeDocument/2006/relationships/image" Target="../media/image60.png"/><Relationship Id="rId2" Type="http://schemas.openxmlformats.org/officeDocument/2006/relationships/image" Target="../media/image59.jpg"/><Relationship Id="rId1" Type="http://schemas.openxmlformats.org/officeDocument/2006/relationships/slideLayout" Target="../slideLayouts/slideLayout59.xml"/><Relationship Id="rId6" Type="http://schemas.openxmlformats.org/officeDocument/2006/relationships/image" Target="../media/image57.jpg"/><Relationship Id="rId5" Type="http://schemas.openxmlformats.org/officeDocument/2006/relationships/image" Target="../media/image54.png"/><Relationship Id="rId4" Type="http://schemas.openxmlformats.org/officeDocument/2006/relationships/image" Target="../media/image56.jpg"/><Relationship Id="rId9" Type="http://schemas.openxmlformats.org/officeDocument/2006/relationships/image" Target="../media/image53.png"/></Relationships>
</file>

<file path=ppt/slides/_rels/slide70.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1.jpg"/><Relationship Id="rId1" Type="http://schemas.openxmlformats.org/officeDocument/2006/relationships/slideLayout" Target="../slideLayouts/slideLayout61.xml"/><Relationship Id="rId5" Type="http://schemas.openxmlformats.org/officeDocument/2006/relationships/image" Target="../media/image64.jpg"/><Relationship Id="rId4" Type="http://schemas.openxmlformats.org/officeDocument/2006/relationships/image" Target="../media/image63.jpg"/></Relationships>
</file>

<file path=ppt/slides/_rels/slide71.xml.rels><?xml version="1.0" encoding="UTF-8" standalone="yes"?>
<Relationships xmlns="http://schemas.openxmlformats.org/package/2006/relationships"><Relationship Id="rId8" Type="http://schemas.openxmlformats.org/officeDocument/2006/relationships/image" Target="../media/image70.jpg"/><Relationship Id="rId13" Type="http://schemas.openxmlformats.org/officeDocument/2006/relationships/image" Target="../media/image72.jpg"/><Relationship Id="rId3" Type="http://schemas.openxmlformats.org/officeDocument/2006/relationships/image" Target="../media/image66.jpg"/><Relationship Id="rId7" Type="http://schemas.openxmlformats.org/officeDocument/2006/relationships/image" Target="../media/image69.jpg"/><Relationship Id="rId12" Type="http://schemas.openxmlformats.org/officeDocument/2006/relationships/image" Target="../media/image64.jpg"/><Relationship Id="rId2" Type="http://schemas.openxmlformats.org/officeDocument/2006/relationships/image" Target="../media/image65.jpg"/><Relationship Id="rId1" Type="http://schemas.openxmlformats.org/officeDocument/2006/relationships/slideLayout" Target="../slideLayouts/slideLayout60.xml"/><Relationship Id="rId6" Type="http://schemas.openxmlformats.org/officeDocument/2006/relationships/image" Target="../media/image68.jpg"/><Relationship Id="rId11" Type="http://schemas.openxmlformats.org/officeDocument/2006/relationships/image" Target="../media/image63.jpg"/><Relationship Id="rId5" Type="http://schemas.openxmlformats.org/officeDocument/2006/relationships/image" Target="../media/image61.jpg"/><Relationship Id="rId10" Type="http://schemas.openxmlformats.org/officeDocument/2006/relationships/image" Target="../media/image71.jpg"/><Relationship Id="rId4" Type="http://schemas.openxmlformats.org/officeDocument/2006/relationships/image" Target="../media/image67.jpg"/><Relationship Id="rId9" Type="http://schemas.openxmlformats.org/officeDocument/2006/relationships/image" Target="../media/image62.jpg"/></Relationships>
</file>

<file path=ppt/slides/_rels/slide72.xml.rels><?xml version="1.0" encoding="UTF-8" standalone="yes"?>
<Relationships xmlns="http://schemas.openxmlformats.org/package/2006/relationships"><Relationship Id="rId2" Type="http://schemas.openxmlformats.org/officeDocument/2006/relationships/image" Target="../media/image67.jpg"/><Relationship Id="rId1" Type="http://schemas.openxmlformats.org/officeDocument/2006/relationships/slideLayout" Target="../slideLayouts/slideLayout6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6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6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6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C03DBDE2-9A6A-3724-0836-5B05D2B51ADD}"/>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3" name="Titel 2">
            <a:extLst>
              <a:ext uri="{FF2B5EF4-FFF2-40B4-BE49-F238E27FC236}">
                <a16:creationId xmlns:a16="http://schemas.microsoft.com/office/drawing/2014/main" id="{9E72C054-8D52-6941-27FE-267FC1D686F1}"/>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977B5549-4D8A-0551-9725-97CA684E6805}"/>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17" name="Pladsholder til billede 16">
            <a:extLst>
              <a:ext uri="{FF2B5EF4-FFF2-40B4-BE49-F238E27FC236}">
                <a16:creationId xmlns:a16="http://schemas.microsoft.com/office/drawing/2014/main" id="{14F28529-AFC1-763B-BF47-8C8606D2C54D}"/>
              </a:ext>
            </a:extLst>
          </p:cNvPr>
          <p:cNvSpPr>
            <a:spLocks noGrp="1"/>
          </p:cNvSpPr>
          <p:nvPr>
            <p:ph type="pic" sz="quarter" idx="15"/>
          </p:nvPr>
        </p:nvSpPr>
        <p:spPr/>
        <p:txBody>
          <a:bodyPr/>
          <a:lstStyle/>
          <a:p>
            <a:endParaRPr lang="da-DK"/>
          </a:p>
        </p:txBody>
      </p:sp>
      <p:sp>
        <p:nvSpPr>
          <p:cNvPr id="18" name="Pladsholder til billede 17">
            <a:extLst>
              <a:ext uri="{FF2B5EF4-FFF2-40B4-BE49-F238E27FC236}">
                <a16:creationId xmlns:a16="http://schemas.microsoft.com/office/drawing/2014/main" id="{342D6F99-9991-5502-272A-782D5B27782F}"/>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60888308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8A66E0-5D2A-80F0-0088-FED4EF2281E8}"/>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48EA1C12-C12B-E7D9-D787-C08248D14D2F}"/>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723" b="7723"/>
          <a:stretch/>
        </p:blipFill>
        <p:spPr>
          <a:xfrm>
            <a:off x="-1" y="0"/>
            <a:ext cx="12188825" cy="6858000"/>
          </a:xfrm>
        </p:spPr>
      </p:pic>
      <p:sp>
        <p:nvSpPr>
          <p:cNvPr id="3" name="Titel 2">
            <a:extLst>
              <a:ext uri="{FF2B5EF4-FFF2-40B4-BE49-F238E27FC236}">
                <a16:creationId xmlns:a16="http://schemas.microsoft.com/office/drawing/2014/main" id="{5C429B7D-BEE3-BE2A-2B50-432F36849A52}"/>
              </a:ext>
            </a:extLst>
          </p:cNvPr>
          <p:cNvSpPr>
            <a:spLocks noGrp="1"/>
          </p:cNvSpPr>
          <p:nvPr>
            <p:ph type="title"/>
          </p:nvPr>
        </p:nvSpPr>
        <p:spPr>
          <a:xfrm>
            <a:off x="288001" y="288000"/>
            <a:ext cx="11621502" cy="2181706"/>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4949964D-A2B0-CD9A-45AC-F18E95830BD7}"/>
              </a:ext>
            </a:extLst>
          </p:cNvPr>
          <p:cNvSpPr>
            <a:spLocks noGrp="1"/>
          </p:cNvSpPr>
          <p:nvPr>
            <p:ph type="body" sz="quarter" idx="13"/>
          </p:nvPr>
        </p:nvSpPr>
        <p:spPr>
          <a:xfrm>
            <a:off x="324000" y="2484000"/>
            <a:ext cx="9936213" cy="384465"/>
          </a:xfrm>
        </p:spPr>
        <p:txBody>
          <a:bodyPr/>
          <a:lstStyle/>
          <a:p>
            <a:r>
              <a:rPr lang="da-DK"/>
              <a:t>Client name / Project name</a:t>
            </a:r>
          </a:p>
        </p:txBody>
      </p:sp>
      <p:sp>
        <p:nvSpPr>
          <p:cNvPr id="20" name="Pladsholder til billede 19">
            <a:extLst>
              <a:ext uri="{FF2B5EF4-FFF2-40B4-BE49-F238E27FC236}">
                <a16:creationId xmlns:a16="http://schemas.microsoft.com/office/drawing/2014/main" id="{CC810CDF-53E3-4C08-071A-109F4BBBE1BD}"/>
              </a:ext>
            </a:extLst>
          </p:cNvPr>
          <p:cNvSpPr>
            <a:spLocks noGrp="1"/>
          </p:cNvSpPr>
          <p:nvPr>
            <p:ph type="pic" sz="quarter" idx="15"/>
          </p:nvPr>
        </p:nvSpPr>
        <p:spPr/>
        <p:txBody>
          <a:bodyPr/>
          <a:lstStyle/>
          <a:p>
            <a:endParaRPr lang="da-DK"/>
          </a:p>
        </p:txBody>
      </p:sp>
      <p:sp>
        <p:nvSpPr>
          <p:cNvPr id="21" name="Pladsholder til billede 20">
            <a:extLst>
              <a:ext uri="{FF2B5EF4-FFF2-40B4-BE49-F238E27FC236}">
                <a16:creationId xmlns:a16="http://schemas.microsoft.com/office/drawing/2014/main" id="{9DA745D3-9006-3D77-F303-2AF510F8BFE6}"/>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9802927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406323-D0F6-2233-D4A9-AFCF38AD4043}"/>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28109A1A-C2CB-5E8B-CE86-965B2617565E}"/>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4884" b="4884"/>
          <a:stretch/>
        </p:blipFill>
        <p:spPr>
          <a:xfrm>
            <a:off x="-1" y="0"/>
            <a:ext cx="12188825" cy="6858000"/>
          </a:xfrm>
        </p:spPr>
      </p:pic>
      <p:sp>
        <p:nvSpPr>
          <p:cNvPr id="3" name="Titel 2">
            <a:extLst>
              <a:ext uri="{FF2B5EF4-FFF2-40B4-BE49-F238E27FC236}">
                <a16:creationId xmlns:a16="http://schemas.microsoft.com/office/drawing/2014/main" id="{A6460320-5312-C398-1EAA-42686B5304E8}"/>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C595D0E6-020A-B105-2EB3-31601533E4A0}"/>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6" name="Pladsholder til billede 25">
            <a:extLst>
              <a:ext uri="{FF2B5EF4-FFF2-40B4-BE49-F238E27FC236}">
                <a16:creationId xmlns:a16="http://schemas.microsoft.com/office/drawing/2014/main" id="{47DDB6F5-0733-62BE-A685-A5683A373837}"/>
              </a:ext>
            </a:extLst>
          </p:cNvPr>
          <p:cNvSpPr>
            <a:spLocks noGrp="1"/>
          </p:cNvSpPr>
          <p:nvPr>
            <p:ph type="pic" sz="quarter" idx="15"/>
          </p:nvPr>
        </p:nvSpPr>
        <p:spPr/>
        <p:txBody>
          <a:bodyPr/>
          <a:lstStyle/>
          <a:p>
            <a:endParaRPr lang="da-DK"/>
          </a:p>
        </p:txBody>
      </p:sp>
      <p:sp>
        <p:nvSpPr>
          <p:cNvPr id="27" name="Pladsholder til billede 26">
            <a:extLst>
              <a:ext uri="{FF2B5EF4-FFF2-40B4-BE49-F238E27FC236}">
                <a16:creationId xmlns:a16="http://schemas.microsoft.com/office/drawing/2014/main" id="{8D122E7B-18A5-89E7-F989-B3E6E0784342}"/>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152574264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D708F-31D5-2A11-8B8C-84730BA2E967}"/>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EBDEF4B4-2172-6F0B-09E0-2311CAFE86E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12421" b="12421"/>
          <a:stretch/>
        </p:blipFill>
        <p:spPr>
          <a:xfrm>
            <a:off x="-1" y="0"/>
            <a:ext cx="12188825" cy="6858000"/>
          </a:xfrm>
        </p:spPr>
      </p:pic>
      <p:sp>
        <p:nvSpPr>
          <p:cNvPr id="3" name="Titel 2">
            <a:extLst>
              <a:ext uri="{FF2B5EF4-FFF2-40B4-BE49-F238E27FC236}">
                <a16:creationId xmlns:a16="http://schemas.microsoft.com/office/drawing/2014/main" id="{9E4E48FC-559E-AF12-657A-6A8E052D26F7}"/>
              </a:ext>
            </a:extLst>
          </p:cNvPr>
          <p:cNvSpPr>
            <a:spLocks noGrp="1"/>
          </p:cNvSpPr>
          <p:nvPr>
            <p:ph type="title"/>
          </p:nvPr>
        </p:nvSpPr>
        <p:spPr>
          <a:xfrm>
            <a:off x="288000" y="288000"/>
            <a:ext cx="11757598" cy="2172609"/>
          </a:xfrm>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C468114D-6553-9563-6E7B-B4ABE176E8B3}"/>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15" name="Pladsholder til billede 14">
            <a:extLst>
              <a:ext uri="{FF2B5EF4-FFF2-40B4-BE49-F238E27FC236}">
                <a16:creationId xmlns:a16="http://schemas.microsoft.com/office/drawing/2014/main" id="{8503712C-5968-A407-4305-3DC830B00536}"/>
              </a:ext>
            </a:extLst>
          </p:cNvPr>
          <p:cNvSpPr>
            <a:spLocks noGrp="1"/>
          </p:cNvSpPr>
          <p:nvPr>
            <p:ph type="pic" sz="quarter" idx="15"/>
          </p:nvPr>
        </p:nvSpPr>
        <p:spPr/>
        <p:txBody>
          <a:bodyPr/>
          <a:lstStyle/>
          <a:p>
            <a:endParaRPr lang="da-DK"/>
          </a:p>
        </p:txBody>
      </p:sp>
      <p:sp>
        <p:nvSpPr>
          <p:cNvPr id="16" name="Pladsholder til billede 15">
            <a:extLst>
              <a:ext uri="{FF2B5EF4-FFF2-40B4-BE49-F238E27FC236}">
                <a16:creationId xmlns:a16="http://schemas.microsoft.com/office/drawing/2014/main" id="{539D29A0-8C10-8A21-4D38-FB16644369F1}"/>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11745150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D6778E-1DAE-131E-DC7C-2259B1C2370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0E30C5F0-6124-A359-831E-9EC95F9EAC48}"/>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785" b="7785"/>
          <a:stretch/>
        </p:blipFill>
        <p:spPr/>
      </p:pic>
      <p:sp>
        <p:nvSpPr>
          <p:cNvPr id="3" name="Titel 2">
            <a:extLst>
              <a:ext uri="{FF2B5EF4-FFF2-40B4-BE49-F238E27FC236}">
                <a16:creationId xmlns:a16="http://schemas.microsoft.com/office/drawing/2014/main" id="{77E58C02-5DB4-A253-91F2-9FD175ACFF4F}"/>
              </a:ext>
            </a:extLst>
          </p:cNvPr>
          <p:cNvSpPr>
            <a:spLocks noGrp="1"/>
          </p:cNvSpPr>
          <p:nvPr>
            <p:ph type="title"/>
          </p:nvPr>
        </p:nvSpPr>
        <p:spPr/>
        <p:txBody>
          <a:bodyPr/>
          <a:lstStyle/>
          <a:p>
            <a:r>
              <a:rPr lang="da-DK"/>
              <a:t>Lorem amet</a:t>
            </a:r>
            <a:br>
              <a:rPr lang="da-DK"/>
            </a:br>
            <a:r>
              <a:rPr lang="da-DK"/>
              <a:t>ipsum sit</a:t>
            </a:r>
          </a:p>
        </p:txBody>
      </p:sp>
      <p:sp>
        <p:nvSpPr>
          <p:cNvPr id="4" name="Pladsholder til tekst 3">
            <a:extLst>
              <a:ext uri="{FF2B5EF4-FFF2-40B4-BE49-F238E27FC236}">
                <a16:creationId xmlns:a16="http://schemas.microsoft.com/office/drawing/2014/main" id="{31D6D66B-0816-E344-DB4A-0D27BF9AD8CF}"/>
              </a:ext>
            </a:extLst>
          </p:cNvPr>
          <p:cNvSpPr>
            <a:spLocks noGrp="1"/>
          </p:cNvSpPr>
          <p:nvPr>
            <p:ph type="body" sz="quarter" idx="13"/>
          </p:nvPr>
        </p:nvSpPr>
        <p:spPr/>
        <p:txBody>
          <a:bodyPr/>
          <a:lstStyle/>
          <a:p>
            <a:r>
              <a:rPr lang="da-DK"/>
              <a:t>Client name / Project name</a:t>
            </a:r>
          </a:p>
        </p:txBody>
      </p:sp>
      <p:sp>
        <p:nvSpPr>
          <p:cNvPr id="12" name="Pladsholder til billede 11">
            <a:extLst>
              <a:ext uri="{FF2B5EF4-FFF2-40B4-BE49-F238E27FC236}">
                <a16:creationId xmlns:a16="http://schemas.microsoft.com/office/drawing/2014/main" id="{451FCB90-C14B-83F5-BC8A-C8602788CAB9}"/>
              </a:ext>
            </a:extLst>
          </p:cNvPr>
          <p:cNvSpPr>
            <a:spLocks noGrp="1"/>
          </p:cNvSpPr>
          <p:nvPr>
            <p:ph type="pic" sz="quarter" idx="15"/>
          </p:nvPr>
        </p:nvSpPr>
        <p:spPr/>
        <p:txBody>
          <a:bodyPr/>
          <a:lstStyle/>
          <a:p>
            <a:endParaRPr lang="da-DK"/>
          </a:p>
        </p:txBody>
      </p:sp>
      <p:sp>
        <p:nvSpPr>
          <p:cNvPr id="13" name="Pladsholder til billede 12">
            <a:extLst>
              <a:ext uri="{FF2B5EF4-FFF2-40B4-BE49-F238E27FC236}">
                <a16:creationId xmlns:a16="http://schemas.microsoft.com/office/drawing/2014/main" id="{423AADBE-3C02-FBCA-4F72-A567C0134FF4}"/>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178388869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DEA4F-5D72-2698-0B2C-0366F587F0BD}"/>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BD355EB6-7812-4D8E-1155-37905466FE1C}"/>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l="20378" r="20378"/>
          <a:stretch/>
        </p:blipFill>
        <p:spPr>
          <a:xfrm>
            <a:off x="6094412" y="0"/>
            <a:ext cx="6094412" cy="6858000"/>
          </a:xfrm>
        </p:spPr>
      </p:pic>
      <p:sp>
        <p:nvSpPr>
          <p:cNvPr id="3" name="Titel 2">
            <a:extLst>
              <a:ext uri="{FF2B5EF4-FFF2-40B4-BE49-F238E27FC236}">
                <a16:creationId xmlns:a16="http://schemas.microsoft.com/office/drawing/2014/main" id="{7222EC70-A6A1-7424-0C03-2BB40D158778}"/>
              </a:ext>
            </a:extLst>
          </p:cNvPr>
          <p:cNvSpPr>
            <a:spLocks noGrp="1"/>
          </p:cNvSpPr>
          <p:nvPr>
            <p:ph type="title"/>
          </p:nvPr>
        </p:nvSpPr>
        <p:spPr>
          <a:xfrm>
            <a:off x="288000" y="288000"/>
            <a:ext cx="5373143" cy="203925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7A6F60E8-BFA4-5207-9051-77C4C3743B8B}"/>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5" name="Pladsholder til billede 6">
            <a:extLst>
              <a:ext uri="{FF2B5EF4-FFF2-40B4-BE49-F238E27FC236}">
                <a16:creationId xmlns:a16="http://schemas.microsoft.com/office/drawing/2014/main" id="{B7A4A63F-CF45-6CDE-C121-85BC316D3204}"/>
              </a:ext>
            </a:extLst>
          </p:cNvPr>
          <p:cNvSpPr>
            <a:spLocks noGrp="1"/>
          </p:cNvSpPr>
          <p:nvPr>
            <p:ph type="pic" sz="quarter" idx="16"/>
          </p:nvPr>
        </p:nvSpPr>
        <p:spPr>
          <a:xfrm>
            <a:off x="11271600" y="6476852"/>
            <a:ext cx="630000" cy="165600"/>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Tree>
    <p:extLst>
      <p:ext uri="{BB962C8B-B14F-4D97-AF65-F5344CB8AC3E}">
        <p14:creationId xmlns:p14="http://schemas.microsoft.com/office/powerpoint/2010/main" val="193606909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AC2DFB-81FF-D540-1D71-1F7A9B84D7CA}"/>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9D0AAA2D-13EC-44C8-80D9-0879E1BF585B}"/>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8053" b="28053"/>
          <a:stretch/>
        </p:blipFill>
        <p:spPr>
          <a:xfrm>
            <a:off x="0" y="3284538"/>
            <a:ext cx="12188824" cy="3573462"/>
          </a:xfrm>
        </p:spPr>
      </p:pic>
      <p:sp>
        <p:nvSpPr>
          <p:cNvPr id="3" name="Titel 2">
            <a:extLst>
              <a:ext uri="{FF2B5EF4-FFF2-40B4-BE49-F238E27FC236}">
                <a16:creationId xmlns:a16="http://schemas.microsoft.com/office/drawing/2014/main" id="{C1C6777E-AC10-9F85-0256-D782E9DEA24A}"/>
              </a:ext>
            </a:extLst>
          </p:cNvPr>
          <p:cNvSpPr>
            <a:spLocks noGrp="1"/>
          </p:cNvSpPr>
          <p:nvPr>
            <p:ph type="title"/>
          </p:nvPr>
        </p:nvSpPr>
        <p:spPr>
          <a:xfrm>
            <a:off x="288000" y="288000"/>
            <a:ext cx="5373143" cy="217260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E7B80674-A3E9-C944-FE06-16C59D584E1A}"/>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10" name="Pladsholder til billede 9">
            <a:extLst>
              <a:ext uri="{FF2B5EF4-FFF2-40B4-BE49-F238E27FC236}">
                <a16:creationId xmlns:a16="http://schemas.microsoft.com/office/drawing/2014/main" id="{5456F656-0BF2-A9E1-E1F0-96CBE0111140}"/>
              </a:ext>
            </a:extLst>
          </p:cNvPr>
          <p:cNvSpPr>
            <a:spLocks noGrp="1"/>
          </p:cNvSpPr>
          <p:nvPr>
            <p:ph type="pic" sz="quarter" idx="15"/>
          </p:nvPr>
        </p:nvSpPr>
        <p:spPr/>
        <p:txBody>
          <a:bodyPr/>
          <a:lstStyle/>
          <a:p>
            <a:endParaRPr lang="da-DK"/>
          </a:p>
        </p:txBody>
      </p:sp>
      <p:sp>
        <p:nvSpPr>
          <p:cNvPr id="11" name="Pladsholder til billede 10">
            <a:extLst>
              <a:ext uri="{FF2B5EF4-FFF2-40B4-BE49-F238E27FC236}">
                <a16:creationId xmlns:a16="http://schemas.microsoft.com/office/drawing/2014/main" id="{8051BC69-6135-0AB4-C428-F8830A76967D}"/>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71797478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B520B7-FF59-0DAB-7203-9122A8C673FC}"/>
            </a:ext>
          </a:extLst>
        </p:cNvPr>
        <p:cNvGrpSpPr/>
        <p:nvPr/>
      </p:nvGrpSpPr>
      <p:grpSpPr>
        <a:xfrm>
          <a:off x="0" y="0"/>
          <a:ext cx="0" cy="0"/>
          <a:chOff x="0" y="0"/>
          <a:chExt cx="0" cy="0"/>
        </a:xfrm>
      </p:grpSpPr>
      <p:pic>
        <p:nvPicPr>
          <p:cNvPr id="7" name="Pladsholder til billede 6">
            <a:extLst>
              <a:ext uri="{FF2B5EF4-FFF2-40B4-BE49-F238E27FC236}">
                <a16:creationId xmlns:a16="http://schemas.microsoft.com/office/drawing/2014/main" id="{817F9EE5-FB26-3C6E-95FE-086A38A507A4}"/>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7998" b="27998"/>
          <a:stretch/>
        </p:blipFill>
        <p:spPr>
          <a:xfrm>
            <a:off x="0" y="3284538"/>
            <a:ext cx="12188824" cy="3573462"/>
          </a:xfrm>
        </p:spPr>
      </p:pic>
      <p:sp>
        <p:nvSpPr>
          <p:cNvPr id="3" name="Titel 2">
            <a:extLst>
              <a:ext uri="{FF2B5EF4-FFF2-40B4-BE49-F238E27FC236}">
                <a16:creationId xmlns:a16="http://schemas.microsoft.com/office/drawing/2014/main" id="{E4452FA1-9E48-BDCC-66BE-A22572C7F851}"/>
              </a:ext>
            </a:extLst>
          </p:cNvPr>
          <p:cNvSpPr>
            <a:spLocks noGrp="1"/>
          </p:cNvSpPr>
          <p:nvPr>
            <p:ph type="title"/>
          </p:nvPr>
        </p:nvSpPr>
        <p:spPr>
          <a:xfrm>
            <a:off x="288000" y="288000"/>
            <a:ext cx="5373143" cy="2172609"/>
          </a:xfrm>
        </p:spPr>
        <p:txBody>
          <a:bodyPr/>
          <a:lstStyle/>
          <a:p>
            <a:r>
              <a:rPr lang="da-DK"/>
              <a:t>Lorem</a:t>
            </a:r>
            <a:br>
              <a:rPr lang="da-DK"/>
            </a:br>
            <a:r>
              <a:rPr lang="da-DK"/>
              <a:t>ipsum sit</a:t>
            </a:r>
          </a:p>
        </p:txBody>
      </p:sp>
      <p:sp>
        <p:nvSpPr>
          <p:cNvPr id="4" name="Pladsholder til tekst 3">
            <a:extLst>
              <a:ext uri="{FF2B5EF4-FFF2-40B4-BE49-F238E27FC236}">
                <a16:creationId xmlns:a16="http://schemas.microsoft.com/office/drawing/2014/main" id="{23CEBD40-CEC8-C7CB-A45C-2881427D1225}"/>
              </a:ext>
            </a:extLst>
          </p:cNvPr>
          <p:cNvSpPr>
            <a:spLocks noGrp="1"/>
          </p:cNvSpPr>
          <p:nvPr>
            <p:ph type="body" sz="quarter" idx="13"/>
          </p:nvPr>
        </p:nvSpPr>
        <p:spPr>
          <a:xfrm>
            <a:off x="324000" y="2484000"/>
            <a:ext cx="5373143" cy="384465"/>
          </a:xfrm>
        </p:spPr>
        <p:txBody>
          <a:bodyPr/>
          <a:lstStyle/>
          <a:p>
            <a:r>
              <a:rPr lang="da-DK"/>
              <a:t>Client name / Project name</a:t>
            </a:r>
          </a:p>
        </p:txBody>
      </p:sp>
      <p:sp>
        <p:nvSpPr>
          <p:cNvPr id="10" name="Pladsholder til billede 9">
            <a:extLst>
              <a:ext uri="{FF2B5EF4-FFF2-40B4-BE49-F238E27FC236}">
                <a16:creationId xmlns:a16="http://schemas.microsoft.com/office/drawing/2014/main" id="{627E8B9B-3BC0-52E6-6234-6C7B10B6E71A}"/>
              </a:ext>
            </a:extLst>
          </p:cNvPr>
          <p:cNvSpPr>
            <a:spLocks noGrp="1"/>
          </p:cNvSpPr>
          <p:nvPr>
            <p:ph type="pic" sz="quarter" idx="15"/>
          </p:nvPr>
        </p:nvSpPr>
        <p:spPr/>
        <p:txBody>
          <a:bodyPr/>
          <a:lstStyle/>
          <a:p>
            <a:endParaRPr lang="da-DK"/>
          </a:p>
        </p:txBody>
      </p:sp>
      <p:sp>
        <p:nvSpPr>
          <p:cNvPr id="11" name="Pladsholder til billede 10">
            <a:extLst>
              <a:ext uri="{FF2B5EF4-FFF2-40B4-BE49-F238E27FC236}">
                <a16:creationId xmlns:a16="http://schemas.microsoft.com/office/drawing/2014/main" id="{C4DF1186-8079-3628-6057-4310CD5F5B9A}"/>
              </a:ext>
            </a:extLst>
          </p:cNvPr>
          <p:cNvSpPr>
            <a:spLocks noGrp="1"/>
          </p:cNvSpPr>
          <p:nvPr>
            <p:ph type="pic" sz="quarter" idx="16"/>
          </p:nvPr>
        </p:nvSpPr>
        <p:spPr/>
        <p:txBody>
          <a:bodyPr/>
          <a:lstStyle/>
          <a:p>
            <a:endParaRPr lang="da-DK"/>
          </a:p>
        </p:txBody>
      </p:sp>
    </p:spTree>
    <p:extLst>
      <p:ext uri="{BB962C8B-B14F-4D97-AF65-F5344CB8AC3E}">
        <p14:creationId xmlns:p14="http://schemas.microsoft.com/office/powerpoint/2010/main" val="226515921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97CDA-E133-B64E-4067-6E057FAE335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E4A4D07-9C59-C0A8-0AE8-D0886450326E}"/>
              </a:ext>
            </a:extLst>
          </p:cNvPr>
          <p:cNvSpPr>
            <a:spLocks noGrp="1"/>
          </p:cNvSpPr>
          <p:nvPr>
            <p:ph type="title"/>
          </p:nvPr>
        </p:nvSpPr>
        <p:spPr>
          <a:xfrm>
            <a:off x="288000" y="288000"/>
            <a:ext cx="11614049" cy="1836000"/>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BCCCC330-412B-B635-E17A-E84636BD788A}"/>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DEA6B651-699F-0C0B-5B31-22EABA666C8A}"/>
              </a:ext>
            </a:extLst>
          </p:cNvPr>
          <p:cNvSpPr>
            <a:spLocks noGrp="1"/>
          </p:cNvSpPr>
          <p:nvPr>
            <p:ph type="sldNum" sz="quarter" idx="11"/>
          </p:nvPr>
        </p:nvSpPr>
        <p:spPr/>
        <p:txBody>
          <a:bodyPr/>
          <a:lstStyle/>
          <a:p>
            <a:r>
              <a:rPr lang="da-DK"/>
              <a:t>S.</a:t>
            </a:r>
            <a:fld id="{5756700A-4FDC-43B2-BFF8-4B28CED2581C}" type="slidenum">
              <a:rPr lang="da-DK" smtClean="0"/>
              <a:pPr/>
              <a:t>9</a:t>
            </a:fld>
            <a:endParaRPr lang="da-DK"/>
          </a:p>
        </p:txBody>
      </p:sp>
    </p:spTree>
    <p:extLst>
      <p:ext uri="{BB962C8B-B14F-4D97-AF65-F5344CB8AC3E}">
        <p14:creationId xmlns:p14="http://schemas.microsoft.com/office/powerpoint/2010/main" val="16679883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4D53EB-7B9E-FC9D-6965-7C1B218C62A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F01DF510-A33C-4CA9-DA8D-818336251485}"/>
              </a:ext>
            </a:extLst>
          </p:cNvPr>
          <p:cNvSpPr>
            <a:spLocks noGrp="1"/>
          </p:cNvSpPr>
          <p:nvPr>
            <p:ph type="title"/>
          </p:nvPr>
        </p:nvSpPr>
        <p:spPr>
          <a:xfrm>
            <a:off x="288000" y="288000"/>
            <a:ext cx="11757598" cy="1836000"/>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7C0A9CD3-5B17-9F93-FB06-9F9E7D2BA045}"/>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E910A13C-502A-2501-7835-AC4887581279}"/>
              </a:ext>
            </a:extLst>
          </p:cNvPr>
          <p:cNvSpPr>
            <a:spLocks noGrp="1"/>
          </p:cNvSpPr>
          <p:nvPr>
            <p:ph type="sldNum" sz="quarter" idx="11"/>
          </p:nvPr>
        </p:nvSpPr>
        <p:spPr/>
        <p:txBody>
          <a:bodyPr/>
          <a:lstStyle/>
          <a:p>
            <a:r>
              <a:rPr lang="da-DK"/>
              <a:t>S.</a:t>
            </a:r>
            <a:fld id="{5756700A-4FDC-43B2-BFF8-4B28CED2581C}" type="slidenum">
              <a:rPr lang="da-DK" smtClean="0"/>
              <a:pPr/>
              <a:t>10</a:t>
            </a:fld>
            <a:endParaRPr lang="da-DK"/>
          </a:p>
        </p:txBody>
      </p:sp>
    </p:spTree>
    <p:extLst>
      <p:ext uri="{BB962C8B-B14F-4D97-AF65-F5344CB8AC3E}">
        <p14:creationId xmlns:p14="http://schemas.microsoft.com/office/powerpoint/2010/main" val="33219233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DF793D-9C79-8599-0F6B-5E2CF1859363}"/>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FB0751C-0B27-331E-3609-F23D9F3BD3E4}"/>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39A96CDC-5F16-5607-2206-9F25E56BFEB4}"/>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A2DFC4CE-F270-869A-81C3-6F51EA1428C8}"/>
              </a:ext>
            </a:extLst>
          </p:cNvPr>
          <p:cNvSpPr>
            <a:spLocks noGrp="1"/>
          </p:cNvSpPr>
          <p:nvPr>
            <p:ph type="sldNum" sz="quarter" idx="11"/>
          </p:nvPr>
        </p:nvSpPr>
        <p:spPr/>
        <p:txBody>
          <a:bodyPr/>
          <a:lstStyle/>
          <a:p>
            <a:r>
              <a:rPr lang="da-DK"/>
              <a:t>S.</a:t>
            </a:r>
            <a:fld id="{5756700A-4FDC-43B2-BFF8-4B28CED2581C}" type="slidenum">
              <a:rPr lang="da-DK" smtClean="0"/>
              <a:pPr/>
              <a:t>11</a:t>
            </a:fld>
            <a:endParaRPr lang="da-DK"/>
          </a:p>
        </p:txBody>
      </p:sp>
    </p:spTree>
    <p:extLst>
      <p:ext uri="{BB962C8B-B14F-4D97-AF65-F5344CB8AC3E}">
        <p14:creationId xmlns:p14="http://schemas.microsoft.com/office/powerpoint/2010/main" val="184581140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C8F0A6-1269-3749-8D20-1EE4BC9DB8D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34FCB3B0-07A2-CABB-257F-62531524AEBC}"/>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1975A3E7-23E0-183F-4F7E-71B746E88DBE}"/>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EC959571-F72B-9AB2-4F99-B8FFC57B258A}"/>
              </a:ext>
            </a:extLst>
          </p:cNvPr>
          <p:cNvSpPr>
            <a:spLocks noGrp="1"/>
          </p:cNvSpPr>
          <p:nvPr>
            <p:ph type="sldNum" sz="quarter" idx="11"/>
          </p:nvPr>
        </p:nvSpPr>
        <p:spPr/>
        <p:txBody>
          <a:bodyPr/>
          <a:lstStyle/>
          <a:p>
            <a:r>
              <a:rPr lang="da-DK"/>
              <a:t>S.</a:t>
            </a:r>
            <a:fld id="{5756700A-4FDC-43B2-BFF8-4B28CED2581C}" type="slidenum">
              <a:rPr lang="da-DK" smtClean="0"/>
              <a:pPr/>
              <a:t>12</a:t>
            </a:fld>
            <a:endParaRPr lang="da-DK"/>
          </a:p>
        </p:txBody>
      </p:sp>
    </p:spTree>
    <p:extLst>
      <p:ext uri="{BB962C8B-B14F-4D97-AF65-F5344CB8AC3E}">
        <p14:creationId xmlns:p14="http://schemas.microsoft.com/office/powerpoint/2010/main" val="211100433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A15A99-B99E-4B06-5E71-F2FE1984C68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AA524ABA-0680-5A0A-163F-58A95DA00ACB}"/>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5812C5A7-1460-8083-C0CD-0251A7DA60D3}"/>
              </a:ext>
            </a:extLst>
          </p:cNvPr>
          <p:cNvSpPr>
            <a:spLocks noGrp="1"/>
          </p:cNvSpPr>
          <p:nvPr>
            <p:ph type="body" sz="quarter" idx="13"/>
          </p:nvPr>
        </p:nvSpPr>
        <p:spPr>
          <a:xfrm>
            <a:off x="324000" y="2484000"/>
            <a:ext cx="9945688" cy="384465"/>
          </a:xfrm>
        </p:spPr>
        <p:txBody>
          <a:bodyPr/>
          <a:lstStyle/>
          <a:p>
            <a:r>
              <a:rPr lang="da-DK"/>
              <a:t>Client name / Project name</a:t>
            </a:r>
          </a:p>
          <a:p>
            <a:endParaRPr lang="da-DK"/>
          </a:p>
        </p:txBody>
      </p:sp>
      <p:sp>
        <p:nvSpPr>
          <p:cNvPr id="2" name="Pladsholder til slidenummer 1">
            <a:extLst>
              <a:ext uri="{FF2B5EF4-FFF2-40B4-BE49-F238E27FC236}">
                <a16:creationId xmlns:a16="http://schemas.microsoft.com/office/drawing/2014/main" id="{6862A95D-A278-AC1F-20DD-87DE9D1ACDF3}"/>
              </a:ext>
            </a:extLst>
          </p:cNvPr>
          <p:cNvSpPr>
            <a:spLocks noGrp="1"/>
          </p:cNvSpPr>
          <p:nvPr>
            <p:ph type="sldNum" sz="quarter" idx="11"/>
          </p:nvPr>
        </p:nvSpPr>
        <p:spPr/>
        <p:txBody>
          <a:bodyPr/>
          <a:lstStyle/>
          <a:p>
            <a:r>
              <a:rPr lang="da-DK"/>
              <a:t>S.</a:t>
            </a:r>
            <a:fld id="{5756700A-4FDC-43B2-BFF8-4B28CED2581C}" type="slidenum">
              <a:rPr lang="da-DK" smtClean="0"/>
              <a:pPr/>
              <a:t>13</a:t>
            </a:fld>
            <a:endParaRPr lang="da-DK"/>
          </a:p>
        </p:txBody>
      </p:sp>
    </p:spTree>
    <p:extLst>
      <p:ext uri="{BB962C8B-B14F-4D97-AF65-F5344CB8AC3E}">
        <p14:creationId xmlns:p14="http://schemas.microsoft.com/office/powerpoint/2010/main" val="24883346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27988A-109E-7A7D-2B22-0E937C8C6211}"/>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C12EFD58-8C97-9539-1CE5-8B5DE16D06CA}"/>
              </a:ext>
            </a:extLst>
          </p:cNvPr>
          <p:cNvSpPr>
            <a:spLocks noGrp="1"/>
          </p:cNvSpPr>
          <p:nvPr>
            <p:ph type="title"/>
          </p:nvPr>
        </p:nvSpPr>
        <p:spPr>
          <a:xfrm>
            <a:off x="288000" y="288000"/>
            <a:ext cx="11757598" cy="1835999"/>
          </a:xfrm>
        </p:spPr>
        <p:txBody>
          <a:bodyPr/>
          <a:lstStyle/>
          <a:p>
            <a:r>
              <a:rPr lang="da-DK"/>
              <a:t>Lorem ipsum sit </a:t>
            </a:r>
            <a:br>
              <a:rPr lang="da-DK"/>
            </a:br>
            <a:r>
              <a:rPr lang="da-DK"/>
              <a:t>amet con incidunct</a:t>
            </a:r>
          </a:p>
        </p:txBody>
      </p:sp>
      <p:sp>
        <p:nvSpPr>
          <p:cNvPr id="4" name="Pladsholder til tekst 3">
            <a:extLst>
              <a:ext uri="{FF2B5EF4-FFF2-40B4-BE49-F238E27FC236}">
                <a16:creationId xmlns:a16="http://schemas.microsoft.com/office/drawing/2014/main" id="{19616A3F-872A-B09C-362A-AB99BF1A9E8A}"/>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3336B297-2B84-A456-630E-1C4D4B41E076}"/>
              </a:ext>
            </a:extLst>
          </p:cNvPr>
          <p:cNvSpPr>
            <a:spLocks noGrp="1"/>
          </p:cNvSpPr>
          <p:nvPr>
            <p:ph type="sldNum" sz="quarter" idx="11"/>
          </p:nvPr>
        </p:nvSpPr>
        <p:spPr/>
        <p:txBody>
          <a:bodyPr/>
          <a:lstStyle/>
          <a:p>
            <a:r>
              <a:rPr lang="da-DK"/>
              <a:t>S.</a:t>
            </a:r>
            <a:fld id="{5756700A-4FDC-43B2-BFF8-4B28CED2581C}" type="slidenum">
              <a:rPr lang="da-DK" smtClean="0"/>
              <a:pPr/>
              <a:t>14</a:t>
            </a:fld>
            <a:endParaRPr lang="da-DK"/>
          </a:p>
        </p:txBody>
      </p:sp>
    </p:spTree>
    <p:extLst>
      <p:ext uri="{BB962C8B-B14F-4D97-AF65-F5344CB8AC3E}">
        <p14:creationId xmlns:p14="http://schemas.microsoft.com/office/powerpoint/2010/main" val="14269033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1A8596-1FB5-C0F1-9A91-3A8CBC89147A}"/>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1B834B2-B463-D12A-2451-A5BB79606211}"/>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2EF2E91A-FA83-EAA9-EBC1-CE99DFF0F3C8}"/>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7C44F5EC-4BF6-A91A-7D70-98C16227FF96}"/>
              </a:ext>
            </a:extLst>
          </p:cNvPr>
          <p:cNvSpPr>
            <a:spLocks noGrp="1"/>
          </p:cNvSpPr>
          <p:nvPr>
            <p:ph type="sldNum" sz="quarter" idx="11"/>
          </p:nvPr>
        </p:nvSpPr>
        <p:spPr/>
        <p:txBody>
          <a:bodyPr/>
          <a:lstStyle/>
          <a:p>
            <a:r>
              <a:rPr lang="da-DK"/>
              <a:t>S.</a:t>
            </a:r>
            <a:fld id="{5756700A-4FDC-43B2-BFF8-4B28CED2581C}" type="slidenum">
              <a:rPr lang="da-DK" smtClean="0"/>
              <a:pPr/>
              <a:t>15</a:t>
            </a:fld>
            <a:endParaRPr lang="da-DK"/>
          </a:p>
        </p:txBody>
      </p:sp>
    </p:spTree>
    <p:extLst>
      <p:ext uri="{BB962C8B-B14F-4D97-AF65-F5344CB8AC3E}">
        <p14:creationId xmlns:p14="http://schemas.microsoft.com/office/powerpoint/2010/main" val="377656093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84502-32BF-3978-B362-9D104DC56B44}"/>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63A1FAC-922F-A263-9F98-60A935E0C312}"/>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4E694433-D08C-9908-3F9D-0B77B89CACEC}"/>
              </a:ext>
            </a:extLst>
          </p:cNvPr>
          <p:cNvSpPr>
            <a:spLocks noGrp="1"/>
          </p:cNvSpPr>
          <p:nvPr>
            <p:ph type="body" sz="quarter" idx="13"/>
          </p:nvPr>
        </p:nvSpPr>
        <p:spPr>
          <a:xfrm>
            <a:off x="324000" y="2484000"/>
            <a:ext cx="9945688"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10E06F8C-A2C4-1362-AB4A-9E44D83F00A0}"/>
              </a:ext>
            </a:extLst>
          </p:cNvPr>
          <p:cNvSpPr>
            <a:spLocks noGrp="1"/>
          </p:cNvSpPr>
          <p:nvPr>
            <p:ph type="sldNum" sz="quarter" idx="11"/>
          </p:nvPr>
        </p:nvSpPr>
        <p:spPr/>
        <p:txBody>
          <a:bodyPr/>
          <a:lstStyle/>
          <a:p>
            <a:r>
              <a:rPr lang="da-DK"/>
              <a:t>S.</a:t>
            </a:r>
            <a:fld id="{5756700A-4FDC-43B2-BFF8-4B28CED2581C}" type="slidenum">
              <a:rPr lang="da-DK" smtClean="0"/>
              <a:pPr/>
              <a:t>16</a:t>
            </a:fld>
            <a:endParaRPr lang="da-DK"/>
          </a:p>
        </p:txBody>
      </p:sp>
    </p:spTree>
    <p:extLst>
      <p:ext uri="{BB962C8B-B14F-4D97-AF65-F5344CB8AC3E}">
        <p14:creationId xmlns:p14="http://schemas.microsoft.com/office/powerpoint/2010/main" val="13812008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8DCB0D-D86F-5B95-682D-9B2AC9E47420}"/>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86B14657-4C69-B116-E332-6A6BC4D72B4F}"/>
              </a:ext>
            </a:extLst>
          </p:cNvPr>
          <p:cNvSpPr>
            <a:spLocks noGrp="1"/>
          </p:cNvSpPr>
          <p:nvPr>
            <p:ph type="title"/>
          </p:nvPr>
        </p:nvSpPr>
        <p:spPr>
          <a:xfrm>
            <a:off x="288000" y="288000"/>
            <a:ext cx="11757598" cy="1836000"/>
          </a:xfrm>
        </p:spPr>
        <p:txBody>
          <a:bodyPr/>
          <a:lstStyle/>
          <a:p>
            <a:r>
              <a:rPr lang="da-DK"/>
              <a:t>Lorem</a:t>
            </a:r>
            <a:br>
              <a:rPr lang="da-DK"/>
            </a:br>
            <a:r>
              <a:rPr lang="da-DK"/>
              <a:t>incidunct</a:t>
            </a:r>
          </a:p>
        </p:txBody>
      </p:sp>
      <p:sp>
        <p:nvSpPr>
          <p:cNvPr id="4" name="Pladsholder til tekst 3">
            <a:extLst>
              <a:ext uri="{FF2B5EF4-FFF2-40B4-BE49-F238E27FC236}">
                <a16:creationId xmlns:a16="http://schemas.microsoft.com/office/drawing/2014/main" id="{03F3DE11-3EB3-9858-1F64-F47D8C9CE55C}"/>
              </a:ext>
            </a:extLst>
          </p:cNvPr>
          <p:cNvSpPr>
            <a:spLocks noGrp="1"/>
          </p:cNvSpPr>
          <p:nvPr>
            <p:ph type="body" sz="quarter" idx="13"/>
          </p:nvPr>
        </p:nvSpPr>
        <p:spPr>
          <a:xfrm>
            <a:off x="324000" y="2484000"/>
            <a:ext cx="9936213" cy="384465"/>
          </a:xfrm>
        </p:spPr>
        <p:txBody>
          <a:bodyPr/>
          <a:lstStyle/>
          <a:p>
            <a:r>
              <a:rPr lang="da-DK"/>
              <a:t>Client name / Project name</a:t>
            </a:r>
          </a:p>
        </p:txBody>
      </p:sp>
      <p:sp>
        <p:nvSpPr>
          <p:cNvPr id="2" name="Pladsholder til slidenummer 1">
            <a:extLst>
              <a:ext uri="{FF2B5EF4-FFF2-40B4-BE49-F238E27FC236}">
                <a16:creationId xmlns:a16="http://schemas.microsoft.com/office/drawing/2014/main" id="{539CA3EC-25A5-D48B-B98D-79C0BDDFFC66}"/>
              </a:ext>
            </a:extLst>
          </p:cNvPr>
          <p:cNvSpPr>
            <a:spLocks noGrp="1"/>
          </p:cNvSpPr>
          <p:nvPr>
            <p:ph type="sldNum" sz="quarter" idx="11"/>
          </p:nvPr>
        </p:nvSpPr>
        <p:spPr/>
        <p:txBody>
          <a:bodyPr/>
          <a:lstStyle/>
          <a:p>
            <a:r>
              <a:rPr lang="da-DK"/>
              <a:t>S.</a:t>
            </a:r>
            <a:fld id="{5756700A-4FDC-43B2-BFF8-4B28CED2581C}" type="slidenum">
              <a:rPr lang="da-DK" smtClean="0"/>
              <a:pPr/>
              <a:t>17</a:t>
            </a:fld>
            <a:endParaRPr lang="da-DK"/>
          </a:p>
        </p:txBody>
      </p:sp>
    </p:spTree>
    <p:extLst>
      <p:ext uri="{BB962C8B-B14F-4D97-AF65-F5344CB8AC3E}">
        <p14:creationId xmlns:p14="http://schemas.microsoft.com/office/powerpoint/2010/main" val="25787123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DA6C351-07D2-0D28-B8CD-9E0434CEB8AD}"/>
              </a:ext>
            </a:extLst>
          </p:cNvPr>
          <p:cNvSpPr>
            <a:spLocks noGrp="1"/>
          </p:cNvSpPr>
          <p:nvPr>
            <p:ph type="title"/>
          </p:nvPr>
        </p:nvSpPr>
        <p:spPr>
          <a:xfrm>
            <a:off x="288000" y="252000"/>
            <a:ext cx="5760938" cy="1093915"/>
          </a:xfrm>
        </p:spPr>
        <p:txBody>
          <a:bodyPr/>
          <a:lstStyle/>
          <a:p>
            <a:r>
              <a:rPr lang="da-DK" sz="2400"/>
              <a:t>Lorem ipsum sit amet</a:t>
            </a:r>
            <a:br>
              <a:rPr lang="da-DK"/>
            </a:br>
            <a:r>
              <a:rPr lang="da-DK"/>
              <a:t>Con incidunct</a:t>
            </a:r>
          </a:p>
        </p:txBody>
      </p:sp>
      <p:sp>
        <p:nvSpPr>
          <p:cNvPr id="5" name="Pladsholder til tekst 4">
            <a:extLst>
              <a:ext uri="{FF2B5EF4-FFF2-40B4-BE49-F238E27FC236}">
                <a16:creationId xmlns:a16="http://schemas.microsoft.com/office/drawing/2014/main" id="{CA5AEEA5-FD48-DFBE-8103-C63805C3B6AC}"/>
              </a:ext>
            </a:extLst>
          </p:cNvPr>
          <p:cNvSpPr>
            <a:spLocks noGrp="1"/>
          </p:cNvSpPr>
          <p:nvPr>
            <p:ph type="body" sz="quarter" idx="13"/>
          </p:nvPr>
        </p:nvSpPr>
        <p:spPr>
          <a:xfrm>
            <a:off x="288000" y="1425575"/>
            <a:ext cx="5754941"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3" name="Pladsholder til slidenummer 2">
            <a:extLst>
              <a:ext uri="{FF2B5EF4-FFF2-40B4-BE49-F238E27FC236}">
                <a16:creationId xmlns:a16="http://schemas.microsoft.com/office/drawing/2014/main" id="{0B55FF3B-EAB0-BB5A-6513-13782BB42261}"/>
              </a:ext>
            </a:extLst>
          </p:cNvPr>
          <p:cNvSpPr>
            <a:spLocks noGrp="1"/>
          </p:cNvSpPr>
          <p:nvPr>
            <p:ph type="sldNum" sz="quarter" idx="11"/>
          </p:nvPr>
        </p:nvSpPr>
        <p:spPr/>
        <p:txBody>
          <a:bodyPr/>
          <a:lstStyle/>
          <a:p>
            <a:r>
              <a:rPr lang="da-DK"/>
              <a:t>S.</a:t>
            </a:r>
            <a:fld id="{5756700A-4FDC-43B2-BFF8-4B28CED2581C}" type="slidenum">
              <a:rPr lang="da-DK" smtClean="0"/>
              <a:pPr/>
              <a:t>18</a:t>
            </a:fld>
            <a:endParaRPr lang="da-DK"/>
          </a:p>
        </p:txBody>
      </p:sp>
    </p:spTree>
    <p:extLst>
      <p:ext uri="{BB962C8B-B14F-4D97-AF65-F5344CB8AC3E}">
        <p14:creationId xmlns:p14="http://schemas.microsoft.com/office/powerpoint/2010/main" val="7697698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CB96B1-BF95-F202-CCB8-F95D5C8446B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69B9869-44D6-FF62-FB7E-365C7BB3CEE7}"/>
              </a:ext>
            </a:extLst>
          </p:cNvPr>
          <p:cNvSpPr>
            <a:spLocks noGrp="1"/>
          </p:cNvSpPr>
          <p:nvPr>
            <p:ph type="title"/>
          </p:nvPr>
        </p:nvSpPr>
        <p:spPr>
          <a:xfrm>
            <a:off x="288000" y="252000"/>
            <a:ext cx="5760938" cy="1093915"/>
          </a:xfrm>
        </p:spPr>
        <p:txBody>
          <a:bodyPr/>
          <a:lstStyle/>
          <a:p>
            <a:r>
              <a:rPr lang="da-DK" sz="2400"/>
              <a:t>Lorem ipsum sit amet</a:t>
            </a:r>
          </a:p>
        </p:txBody>
      </p:sp>
      <p:sp>
        <p:nvSpPr>
          <p:cNvPr id="5" name="Pladsholder til tekst 4">
            <a:extLst>
              <a:ext uri="{FF2B5EF4-FFF2-40B4-BE49-F238E27FC236}">
                <a16:creationId xmlns:a16="http://schemas.microsoft.com/office/drawing/2014/main" id="{FCC4E9FD-B508-A3E7-3DC5-7C19485CAE10}"/>
              </a:ext>
            </a:extLst>
          </p:cNvPr>
          <p:cNvSpPr>
            <a:spLocks noGrp="1"/>
          </p:cNvSpPr>
          <p:nvPr>
            <p:ph type="body" sz="quarter" idx="13"/>
          </p:nvPr>
        </p:nvSpPr>
        <p:spPr>
          <a:xfrm>
            <a:off x="287338" y="736836"/>
            <a:ext cx="5756275" cy="200342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3" name="Pladsholder til slidenummer 2">
            <a:extLst>
              <a:ext uri="{FF2B5EF4-FFF2-40B4-BE49-F238E27FC236}">
                <a16:creationId xmlns:a16="http://schemas.microsoft.com/office/drawing/2014/main" id="{BC4449A4-DAFA-4D5D-B404-DC209BD71CC8}"/>
              </a:ext>
            </a:extLst>
          </p:cNvPr>
          <p:cNvSpPr>
            <a:spLocks noGrp="1"/>
          </p:cNvSpPr>
          <p:nvPr>
            <p:ph type="sldNum" sz="quarter" idx="11"/>
          </p:nvPr>
        </p:nvSpPr>
        <p:spPr/>
        <p:txBody>
          <a:bodyPr/>
          <a:lstStyle/>
          <a:p>
            <a:r>
              <a:rPr lang="da-DK"/>
              <a:t>S.</a:t>
            </a:r>
            <a:fld id="{5756700A-4FDC-43B2-BFF8-4B28CED2581C}" type="slidenum">
              <a:rPr lang="da-DK" smtClean="0"/>
              <a:pPr/>
              <a:t>19</a:t>
            </a:fld>
            <a:endParaRPr lang="da-DK"/>
          </a:p>
        </p:txBody>
      </p:sp>
    </p:spTree>
    <p:extLst>
      <p:ext uri="{BB962C8B-B14F-4D97-AF65-F5344CB8AC3E}">
        <p14:creationId xmlns:p14="http://schemas.microsoft.com/office/powerpoint/2010/main" val="124142471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 name="Tabel 14">
            <a:extLst>
              <a:ext uri="{FF2B5EF4-FFF2-40B4-BE49-F238E27FC236}">
                <a16:creationId xmlns:a16="http://schemas.microsoft.com/office/drawing/2014/main" id="{3BAE0CBC-7BDB-4D37-9AC2-A9B76FBED9ED}"/>
              </a:ext>
            </a:extLst>
          </p:cNvPr>
          <p:cNvGraphicFramePr>
            <a:graphicFrameLocks noGrp="1"/>
          </p:cNvGraphicFramePr>
          <p:nvPr>
            <p:extLst>
              <p:ext uri="{D42A27DB-BD31-4B8C-83A1-F6EECF244321}">
                <p14:modId xmlns:p14="http://schemas.microsoft.com/office/powerpoint/2010/main" val="3902779186"/>
              </p:ext>
            </p:extLst>
          </p:nvPr>
        </p:nvGraphicFramePr>
        <p:xfrm>
          <a:off x="6156325" y="181537"/>
          <a:ext cx="5780087" cy="4248472"/>
        </p:xfrm>
        <a:graphic>
          <a:graphicData uri="http://schemas.openxmlformats.org/drawingml/2006/table">
            <a:tbl>
              <a:tblPr firstRow="1" bandRow="1">
                <a:tableStyleId>{5C22544A-7EE6-4342-B048-85BDC9FD1C3A}</a:tableStyleId>
              </a:tblPr>
              <a:tblGrid>
                <a:gridCol w="733353">
                  <a:extLst>
                    <a:ext uri="{9D8B030D-6E8A-4147-A177-3AD203B41FA5}">
                      <a16:colId xmlns:a16="http://schemas.microsoft.com/office/drawing/2014/main" val="1028424974"/>
                    </a:ext>
                  </a:extLst>
                </a:gridCol>
                <a:gridCol w="5046734">
                  <a:extLst>
                    <a:ext uri="{9D8B030D-6E8A-4147-A177-3AD203B41FA5}">
                      <a16:colId xmlns:a16="http://schemas.microsoft.com/office/drawing/2014/main" val="4239876561"/>
                    </a:ext>
                  </a:extLst>
                </a:gridCol>
              </a:tblGrid>
              <a:tr h="531059">
                <a:tc>
                  <a:txBody>
                    <a:bodyPr/>
                    <a:lstStyle/>
                    <a:p>
                      <a:r>
                        <a:rPr lang="da-DK" sz="2800" b="0">
                          <a:solidFill>
                            <a:schemeClr val="tx2"/>
                          </a:solidFill>
                        </a:rPr>
                        <a:t>01</a:t>
                      </a:r>
                    </a:p>
                  </a:txBody>
                  <a:tcPr>
                    <a:lnB w="9525" cap="flat" cmpd="sng" algn="ctr">
                      <a:solidFill>
                        <a:schemeClr val="tx2"/>
                      </a:solidFill>
                      <a:prstDash val="solid"/>
                      <a:round/>
                      <a:headEnd type="none" w="med" len="med"/>
                      <a:tailEnd type="none" w="med" len="med"/>
                    </a:lnB>
                    <a:noFill/>
                  </a:tcPr>
                </a:tc>
                <a:tc>
                  <a:txBody>
                    <a:bodyPr/>
                    <a:lstStyle/>
                    <a:p>
                      <a:pPr marL="0" marR="0" lvl="0" indent="0" algn="l" defTabSz="1275934" rtl="0" eaLnBrk="1" fontAlgn="auto" latinLnBrk="0" hangingPunct="1">
                        <a:lnSpc>
                          <a:spcPct val="100000"/>
                        </a:lnSpc>
                        <a:spcBef>
                          <a:spcPts val="0"/>
                        </a:spcBef>
                        <a:spcAft>
                          <a:spcPts val="0"/>
                        </a:spcAft>
                        <a:buClrTx/>
                        <a:buSzTx/>
                        <a:buFontTx/>
                        <a:buNone/>
                        <a:tabLst/>
                        <a:defRPr/>
                      </a:pPr>
                      <a:r>
                        <a:rPr lang="da-DK" sz="2800" b="0">
                          <a:solidFill>
                            <a:schemeClr val="tx2"/>
                          </a:solidFill>
                        </a:rPr>
                        <a:t>Lorem ipsum sit amet</a:t>
                      </a:r>
                    </a:p>
                  </a:txBody>
                  <a:tcPr>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090219515"/>
                  </a:ext>
                </a:extLst>
              </a:tr>
              <a:tr h="531059">
                <a:tc>
                  <a:txBody>
                    <a:bodyPr/>
                    <a:lstStyle/>
                    <a:p>
                      <a:r>
                        <a:rPr lang="da-DK" sz="2800" b="0">
                          <a:solidFill>
                            <a:schemeClr val="tx2"/>
                          </a:solidFill>
                        </a:rPr>
                        <a:t>02</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a:t>Donec non</a:t>
                      </a:r>
                      <a:endParaRPr lang="da-DK" sz="2800" b="0">
                        <a:solidFill>
                          <a:schemeClr val="tx2"/>
                        </a:solidFill>
                      </a:endParaRP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983218592"/>
                  </a:ext>
                </a:extLst>
              </a:tr>
              <a:tr h="531059">
                <a:tc>
                  <a:txBody>
                    <a:bodyPr/>
                    <a:lstStyle/>
                    <a:p>
                      <a:r>
                        <a:rPr lang="da-DK" sz="2800" b="0">
                          <a:solidFill>
                            <a:schemeClr val="tx2"/>
                          </a:solidFill>
                        </a:rPr>
                        <a:t>03</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967947242"/>
                  </a:ext>
                </a:extLst>
              </a:tr>
              <a:tr h="531059">
                <a:tc>
                  <a:txBody>
                    <a:bodyPr/>
                    <a:lstStyle/>
                    <a:p>
                      <a:r>
                        <a:rPr lang="da-DK" sz="2800" b="0">
                          <a:solidFill>
                            <a:schemeClr val="tx2"/>
                          </a:solidFill>
                        </a:rPr>
                        <a:t>04</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Suspendisse sed</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291380250"/>
                  </a:ext>
                </a:extLst>
              </a:tr>
              <a:tr h="531059">
                <a:tc>
                  <a:txBody>
                    <a:bodyPr/>
                    <a:lstStyle/>
                    <a:p>
                      <a:r>
                        <a:rPr lang="da-DK" sz="2800" b="0">
                          <a:solidFill>
                            <a:schemeClr val="tx2"/>
                          </a:solidFill>
                        </a:rPr>
                        <a:t>05</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A ligula rutrum venenatis</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2620145121"/>
                  </a:ext>
                </a:extLst>
              </a:tr>
              <a:tr h="531059">
                <a:tc>
                  <a:txBody>
                    <a:bodyPr/>
                    <a:lstStyle/>
                    <a:p>
                      <a:r>
                        <a:rPr lang="da-DK" sz="2800" b="0">
                          <a:solidFill>
                            <a:schemeClr val="tx2"/>
                          </a:solidFill>
                        </a:rPr>
                        <a:t>06</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Onec non sem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4032045"/>
                  </a:ext>
                </a:extLst>
              </a:tr>
              <a:tr h="531059">
                <a:tc>
                  <a:txBody>
                    <a:bodyPr/>
                    <a:lstStyle/>
                    <a:p>
                      <a:r>
                        <a:rPr lang="da-DK" sz="2800" b="0">
                          <a:solidFill>
                            <a:schemeClr val="tx2"/>
                          </a:solidFill>
                        </a:rPr>
                        <a:t>07</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tc>
                  <a:txBody>
                    <a:bodyPr/>
                    <a:lstStyle/>
                    <a:p>
                      <a:r>
                        <a:rPr lang="da-DK" sz="2800" b="0">
                          <a:solidFill>
                            <a:schemeClr val="tx2"/>
                          </a:solidFill>
                        </a:rPr>
                        <a:t>Mauris pharetra lorem</a:t>
                      </a:r>
                    </a:p>
                  </a:txBody>
                  <a:tcP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0398070"/>
                  </a:ext>
                </a:extLst>
              </a:tr>
              <a:tr h="531059">
                <a:tc>
                  <a:txBody>
                    <a:bodyPr/>
                    <a:lstStyle/>
                    <a:p>
                      <a:r>
                        <a:rPr lang="da-DK" sz="2800" b="0">
                          <a:solidFill>
                            <a:schemeClr val="tx2"/>
                          </a:solidFill>
                        </a:rPr>
                        <a:t>08</a:t>
                      </a:r>
                    </a:p>
                  </a:txBody>
                  <a:tcPr>
                    <a:lnT w="9525" cap="flat" cmpd="sng" algn="ctr">
                      <a:solidFill>
                        <a:schemeClr val="tx2"/>
                      </a:solidFill>
                      <a:prstDash val="solid"/>
                      <a:round/>
                      <a:headEnd type="none" w="med" len="med"/>
                      <a:tailEnd type="none" w="med" len="med"/>
                    </a:lnT>
                    <a:noFill/>
                  </a:tcPr>
                </a:tc>
                <a:tc>
                  <a:txBody>
                    <a:bodyPr/>
                    <a:lstStyle/>
                    <a:p>
                      <a:r>
                        <a:rPr lang="da-DK" sz="2800" b="0">
                          <a:solidFill>
                            <a:schemeClr val="tx2"/>
                          </a:solidFill>
                        </a:rPr>
                        <a:t>Suspensisse sed ague</a:t>
                      </a:r>
                    </a:p>
                  </a:txBody>
                  <a:tcPr>
                    <a:lnT w="9525" cap="flat" cmpd="sng" algn="ctr">
                      <a:solidFill>
                        <a:schemeClr val="tx2"/>
                      </a:solidFill>
                      <a:prstDash val="solid"/>
                      <a:round/>
                      <a:headEnd type="none" w="med" len="med"/>
                      <a:tailEnd type="none" w="med" len="med"/>
                    </a:lnT>
                    <a:noFill/>
                  </a:tcPr>
                </a:tc>
                <a:extLst>
                  <a:ext uri="{0D108BD9-81ED-4DB2-BD59-A6C34878D82A}">
                    <a16:rowId xmlns:a16="http://schemas.microsoft.com/office/drawing/2014/main" val="1982415373"/>
                  </a:ext>
                </a:extLst>
              </a:tr>
            </a:tbl>
          </a:graphicData>
        </a:graphic>
      </p:graphicFrame>
      <p:sp>
        <p:nvSpPr>
          <p:cNvPr id="2" name="Titel 1">
            <a:extLst>
              <a:ext uri="{FF2B5EF4-FFF2-40B4-BE49-F238E27FC236}">
                <a16:creationId xmlns:a16="http://schemas.microsoft.com/office/drawing/2014/main" id="{5EA6A9F7-3665-7BCD-657F-BA7444D9B1DE}"/>
              </a:ext>
            </a:extLst>
          </p:cNvPr>
          <p:cNvSpPr>
            <a:spLocks noGrp="1"/>
          </p:cNvSpPr>
          <p:nvPr>
            <p:ph type="title"/>
          </p:nvPr>
        </p:nvSpPr>
        <p:spPr>
          <a:xfrm>
            <a:off x="288000" y="288000"/>
            <a:ext cx="5752412" cy="1914096"/>
          </a:xfrm>
        </p:spPr>
        <p:txBody>
          <a:bodyPr/>
          <a:lstStyle/>
          <a:p>
            <a:r>
              <a:rPr lang="da-DK"/>
              <a:t>Agenda:</a:t>
            </a:r>
          </a:p>
        </p:txBody>
      </p:sp>
      <p:sp>
        <p:nvSpPr>
          <p:cNvPr id="3" name="Pladsholder til slidenummer 2">
            <a:extLst>
              <a:ext uri="{FF2B5EF4-FFF2-40B4-BE49-F238E27FC236}">
                <a16:creationId xmlns:a16="http://schemas.microsoft.com/office/drawing/2014/main" id="{7668E645-BCD6-227F-A493-FB1F72AE686F}"/>
              </a:ext>
            </a:extLst>
          </p:cNvPr>
          <p:cNvSpPr>
            <a:spLocks noGrp="1"/>
          </p:cNvSpPr>
          <p:nvPr>
            <p:ph type="sldNum" sz="quarter" idx="11"/>
          </p:nvPr>
        </p:nvSpPr>
        <p:spPr/>
        <p:txBody>
          <a:bodyPr/>
          <a:lstStyle/>
          <a:p>
            <a:r>
              <a:rPr lang="da-DK"/>
              <a:t>S.</a:t>
            </a:r>
            <a:fld id="{5756700A-4FDC-43B2-BFF8-4B28CED2581C}" type="slidenum">
              <a:rPr lang="da-DK" smtClean="0"/>
              <a:pPr/>
              <a:t>20</a:t>
            </a:fld>
            <a:endParaRPr lang="da-DK"/>
          </a:p>
        </p:txBody>
      </p:sp>
    </p:spTree>
    <p:extLst>
      <p:ext uri="{BB962C8B-B14F-4D97-AF65-F5344CB8AC3E}">
        <p14:creationId xmlns:p14="http://schemas.microsoft.com/office/powerpoint/2010/main" val="42120505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1EE1D3-7799-87CB-9E78-43E786BAEB2F}"/>
              </a:ext>
            </a:extLst>
          </p:cNvPr>
          <p:cNvSpPr>
            <a:spLocks noGrp="1"/>
          </p:cNvSpPr>
          <p:nvPr>
            <p:ph type="title"/>
          </p:nvPr>
        </p:nvSpPr>
        <p:spPr>
          <a:xfrm>
            <a:off x="288000" y="288000"/>
            <a:ext cx="5752412" cy="729762"/>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F9D73B86-91A5-30EF-F358-1E6DAE77D5F8}"/>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6" name="Pladsholder til tekst 5">
            <a:extLst>
              <a:ext uri="{FF2B5EF4-FFF2-40B4-BE49-F238E27FC236}">
                <a16:creationId xmlns:a16="http://schemas.microsoft.com/office/drawing/2014/main" id="{4242973D-5C7E-AB97-5F5C-717B80DA4F45}"/>
              </a:ext>
            </a:extLst>
          </p:cNvPr>
          <p:cNvSpPr>
            <a:spLocks noGrp="1"/>
          </p:cNvSpPr>
          <p:nvPr>
            <p:ph type="body" sz="quarter" idx="16"/>
          </p:nvPr>
        </p:nvSpPr>
        <p:spPr>
          <a:xfrm>
            <a:off x="288000" y="1366575"/>
            <a:ext cx="5752412" cy="4679021"/>
          </a:xfrm>
        </p:spPr>
        <p:txBody>
          <a:bodyPr/>
          <a:lstStyle/>
          <a:p>
            <a:r>
              <a:rPr lang="da-DK"/>
              <a:t>First agenda</a:t>
            </a:r>
          </a:p>
          <a:p>
            <a:pPr lvl="1"/>
            <a:r>
              <a:rPr lang="da-DK"/>
              <a:t>Second agenda</a:t>
            </a:r>
          </a:p>
          <a:p>
            <a:pPr lvl="1"/>
            <a:r>
              <a:rPr lang="da-DK"/>
              <a:t>Third agenda</a:t>
            </a:r>
          </a:p>
          <a:p>
            <a:pPr lvl="1"/>
            <a:r>
              <a:rPr lang="da-DK"/>
              <a:t>Fourth agenda</a:t>
            </a:r>
          </a:p>
        </p:txBody>
      </p:sp>
      <p:sp>
        <p:nvSpPr>
          <p:cNvPr id="3" name="Pladsholder til slidenummer 2">
            <a:extLst>
              <a:ext uri="{FF2B5EF4-FFF2-40B4-BE49-F238E27FC236}">
                <a16:creationId xmlns:a16="http://schemas.microsoft.com/office/drawing/2014/main" id="{8CC2D1DD-96CA-29B8-7F78-D438392AB817}"/>
              </a:ext>
            </a:extLst>
          </p:cNvPr>
          <p:cNvSpPr>
            <a:spLocks noGrp="1"/>
          </p:cNvSpPr>
          <p:nvPr>
            <p:ph type="sldNum" sz="quarter" idx="11"/>
          </p:nvPr>
        </p:nvSpPr>
        <p:spPr/>
        <p:txBody>
          <a:bodyPr/>
          <a:lstStyle/>
          <a:p>
            <a:r>
              <a:rPr lang="da-DK"/>
              <a:t>S.</a:t>
            </a:r>
            <a:fld id="{5756700A-4FDC-43B2-BFF8-4B28CED2581C}" type="slidenum">
              <a:rPr lang="da-DK" smtClean="0"/>
              <a:pPr/>
              <a:t>21</a:t>
            </a:fld>
            <a:endParaRPr lang="da-DK"/>
          </a:p>
        </p:txBody>
      </p:sp>
    </p:spTree>
    <p:extLst>
      <p:ext uri="{BB962C8B-B14F-4D97-AF65-F5344CB8AC3E}">
        <p14:creationId xmlns:p14="http://schemas.microsoft.com/office/powerpoint/2010/main" val="33759517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32F66-71F1-D9AA-2660-70D5B420852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A7E5B39-EB98-A3AD-0985-DFBA3E56DDB3}"/>
              </a:ext>
            </a:extLst>
          </p:cNvPr>
          <p:cNvSpPr>
            <a:spLocks noGrp="1"/>
          </p:cNvSpPr>
          <p:nvPr>
            <p:ph type="title"/>
          </p:nvPr>
        </p:nvSpPr>
        <p:spPr>
          <a:xfrm>
            <a:off x="288000" y="288000"/>
            <a:ext cx="5752412" cy="729762"/>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D2F8CCF0-A4BE-49C8-02F5-6D018303138D}"/>
              </a:ext>
            </a:extLst>
          </p:cNvPr>
          <p:cNvSpPr>
            <a:spLocks noGrp="1"/>
          </p:cNvSpPr>
          <p:nvPr>
            <p:ph idx="15"/>
          </p:nvPr>
        </p:nvSpPr>
        <p:spPr>
          <a:xfrm>
            <a:off x="6145882" y="1527349"/>
            <a:ext cx="5752413" cy="451824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endParaRPr lang="da-DK"/>
          </a:p>
        </p:txBody>
      </p:sp>
      <p:sp>
        <p:nvSpPr>
          <p:cNvPr id="6" name="Pladsholder til tekst 5">
            <a:extLst>
              <a:ext uri="{FF2B5EF4-FFF2-40B4-BE49-F238E27FC236}">
                <a16:creationId xmlns:a16="http://schemas.microsoft.com/office/drawing/2014/main" id="{95086A41-EE3E-DDEE-5735-48D8B1A5FB9B}"/>
              </a:ext>
            </a:extLst>
          </p:cNvPr>
          <p:cNvSpPr>
            <a:spLocks noGrp="1"/>
          </p:cNvSpPr>
          <p:nvPr>
            <p:ph type="body" sz="quarter" idx="16"/>
          </p:nvPr>
        </p:nvSpPr>
        <p:spPr>
          <a:xfrm>
            <a:off x="288000" y="1366575"/>
            <a:ext cx="5752412" cy="4679021"/>
          </a:xfrm>
        </p:spPr>
        <p:txBody>
          <a:bodyPr/>
          <a:lstStyle/>
          <a:p>
            <a:pPr lvl="1"/>
            <a:r>
              <a:rPr lang="da-DK"/>
              <a:t>First agenda</a:t>
            </a:r>
          </a:p>
          <a:p>
            <a:r>
              <a:rPr lang="da-DK"/>
              <a:t>Second agenda</a:t>
            </a:r>
          </a:p>
          <a:p>
            <a:pPr lvl="1"/>
            <a:r>
              <a:rPr lang="da-DK"/>
              <a:t>Third agenda</a:t>
            </a:r>
          </a:p>
          <a:p>
            <a:pPr lvl="1"/>
            <a:r>
              <a:rPr lang="da-DK"/>
              <a:t>Fourth agenda</a:t>
            </a:r>
          </a:p>
        </p:txBody>
      </p:sp>
      <p:sp>
        <p:nvSpPr>
          <p:cNvPr id="3" name="Pladsholder til slidenummer 2">
            <a:extLst>
              <a:ext uri="{FF2B5EF4-FFF2-40B4-BE49-F238E27FC236}">
                <a16:creationId xmlns:a16="http://schemas.microsoft.com/office/drawing/2014/main" id="{5B882FCB-7D7B-2EF1-E503-AA02EFE7CBED}"/>
              </a:ext>
            </a:extLst>
          </p:cNvPr>
          <p:cNvSpPr>
            <a:spLocks noGrp="1"/>
          </p:cNvSpPr>
          <p:nvPr>
            <p:ph type="sldNum" sz="quarter" idx="11"/>
          </p:nvPr>
        </p:nvSpPr>
        <p:spPr/>
        <p:txBody>
          <a:bodyPr/>
          <a:lstStyle/>
          <a:p>
            <a:r>
              <a:rPr lang="da-DK"/>
              <a:t>S.</a:t>
            </a:r>
            <a:fld id="{5756700A-4FDC-43B2-BFF8-4B28CED2581C}" type="slidenum">
              <a:rPr lang="da-DK" smtClean="0"/>
              <a:pPr/>
              <a:t>22</a:t>
            </a:fld>
            <a:endParaRPr lang="da-DK"/>
          </a:p>
        </p:txBody>
      </p:sp>
    </p:spTree>
    <p:extLst>
      <p:ext uri="{BB962C8B-B14F-4D97-AF65-F5344CB8AC3E}">
        <p14:creationId xmlns:p14="http://schemas.microsoft.com/office/powerpoint/2010/main" val="51310053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0BB9A-0443-D37D-B729-00E42B68366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0EE3F3B-49F5-F7D0-F5F3-9A266A17B29F}"/>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C24939F5-9980-6A61-B1C3-6F6A2DC75ADF}"/>
              </a:ext>
            </a:extLst>
          </p:cNvPr>
          <p:cNvSpPr>
            <a:spLocks noGrp="1"/>
          </p:cNvSpPr>
          <p:nvPr>
            <p:ph type="sldNum" sz="quarter" idx="11"/>
          </p:nvPr>
        </p:nvSpPr>
        <p:spPr/>
        <p:txBody>
          <a:bodyPr/>
          <a:lstStyle/>
          <a:p>
            <a:r>
              <a:rPr lang="da-DK"/>
              <a:t>S.</a:t>
            </a:r>
            <a:fld id="{5756700A-4FDC-43B2-BFF8-4B28CED2581C}" type="slidenum">
              <a:rPr lang="da-DK" smtClean="0"/>
              <a:pPr/>
              <a:t>23</a:t>
            </a:fld>
            <a:endParaRPr lang="da-DK"/>
          </a:p>
        </p:txBody>
      </p:sp>
    </p:spTree>
    <p:extLst>
      <p:ext uri="{BB962C8B-B14F-4D97-AF65-F5344CB8AC3E}">
        <p14:creationId xmlns:p14="http://schemas.microsoft.com/office/powerpoint/2010/main" val="35361256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DA980B-826A-EC6F-2401-F2B27B8D4527}"/>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EABF7890-B377-CBAB-90E2-F81D98BBC622}"/>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732E2884-CFD9-C978-4E55-2145E1946A4A}"/>
              </a:ext>
            </a:extLst>
          </p:cNvPr>
          <p:cNvSpPr>
            <a:spLocks noGrp="1"/>
          </p:cNvSpPr>
          <p:nvPr>
            <p:ph type="sldNum" sz="quarter" idx="11"/>
          </p:nvPr>
        </p:nvSpPr>
        <p:spPr/>
        <p:txBody>
          <a:bodyPr/>
          <a:lstStyle/>
          <a:p>
            <a:r>
              <a:rPr lang="da-DK"/>
              <a:t>S.</a:t>
            </a:r>
            <a:fld id="{5756700A-4FDC-43B2-BFF8-4B28CED2581C}" type="slidenum">
              <a:rPr lang="da-DK" smtClean="0"/>
              <a:pPr/>
              <a:t>24</a:t>
            </a:fld>
            <a:endParaRPr lang="da-DK"/>
          </a:p>
        </p:txBody>
      </p:sp>
    </p:spTree>
    <p:extLst>
      <p:ext uri="{BB962C8B-B14F-4D97-AF65-F5344CB8AC3E}">
        <p14:creationId xmlns:p14="http://schemas.microsoft.com/office/powerpoint/2010/main" val="33274714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90D47-8665-953A-C794-1CDC1EBBD8EE}"/>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2412CF90-0E74-40C0-27F4-9F12EC0BA921}"/>
              </a:ext>
            </a:extLst>
          </p:cNvPr>
          <p:cNvSpPr>
            <a:spLocks noGrp="1"/>
          </p:cNvSpPr>
          <p:nvPr>
            <p:ph type="title"/>
          </p:nvPr>
        </p:nvSpPr>
        <p:spPr>
          <a:xfrm>
            <a:off x="288000" y="252000"/>
            <a:ext cx="5760938"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08608B3A-C234-2D79-1996-9BF18EEF81F9}"/>
              </a:ext>
            </a:extLst>
          </p:cNvPr>
          <p:cNvSpPr>
            <a:spLocks noGrp="1"/>
          </p:cNvSpPr>
          <p:nvPr>
            <p:ph type="sldNum" sz="quarter" idx="11"/>
          </p:nvPr>
        </p:nvSpPr>
        <p:spPr/>
        <p:txBody>
          <a:bodyPr/>
          <a:lstStyle/>
          <a:p>
            <a:r>
              <a:rPr lang="da-DK"/>
              <a:t>S.</a:t>
            </a:r>
            <a:fld id="{5756700A-4FDC-43B2-BFF8-4B28CED2581C}" type="slidenum">
              <a:rPr lang="da-DK" smtClean="0"/>
              <a:pPr/>
              <a:t>25</a:t>
            </a:fld>
            <a:endParaRPr lang="da-DK"/>
          </a:p>
        </p:txBody>
      </p:sp>
    </p:spTree>
    <p:extLst>
      <p:ext uri="{BB962C8B-B14F-4D97-AF65-F5344CB8AC3E}">
        <p14:creationId xmlns:p14="http://schemas.microsoft.com/office/powerpoint/2010/main" val="101910429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E0607-3329-BFAE-7930-A0BADD633DAB}"/>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9C7CF1A4-D8C2-640F-0337-31254C8EE045}"/>
              </a:ext>
            </a:extLst>
          </p:cNvPr>
          <p:cNvSpPr>
            <a:spLocks noGrp="1"/>
          </p:cNvSpPr>
          <p:nvPr>
            <p:ph type="title"/>
          </p:nvPr>
        </p:nvSpPr>
        <p:spPr>
          <a:xfrm>
            <a:off x="288000" y="252000"/>
            <a:ext cx="5752413" cy="5871007"/>
          </a:xfrm>
        </p:spPr>
        <p:txBody>
          <a:bodyPr/>
          <a:lstStyle/>
          <a:p>
            <a:r>
              <a:rPr lang="da-DK"/>
              <a:t>Caborepe porum exerume nobitio nsequos dellat ut as duntese cor aspit poris modignit </a:t>
            </a:r>
            <a:br>
              <a:rPr lang="da-DK"/>
            </a:br>
            <a:br>
              <a:rPr lang="da-DK"/>
            </a:br>
            <a:br>
              <a:rPr lang="da-DK"/>
            </a:br>
            <a:r>
              <a:rPr lang="da-DK"/>
              <a:t>Alibus vollore con</a:t>
            </a:r>
          </a:p>
        </p:txBody>
      </p:sp>
      <p:sp>
        <p:nvSpPr>
          <p:cNvPr id="2" name="Pladsholder til slidenummer 1">
            <a:extLst>
              <a:ext uri="{FF2B5EF4-FFF2-40B4-BE49-F238E27FC236}">
                <a16:creationId xmlns:a16="http://schemas.microsoft.com/office/drawing/2014/main" id="{F320EB9F-2A70-1791-007C-989FB9FD8E31}"/>
              </a:ext>
            </a:extLst>
          </p:cNvPr>
          <p:cNvSpPr>
            <a:spLocks noGrp="1"/>
          </p:cNvSpPr>
          <p:nvPr>
            <p:ph type="sldNum" sz="quarter" idx="11"/>
          </p:nvPr>
        </p:nvSpPr>
        <p:spPr/>
        <p:txBody>
          <a:bodyPr/>
          <a:lstStyle/>
          <a:p>
            <a:r>
              <a:rPr lang="da-DK"/>
              <a:t>S.</a:t>
            </a:r>
            <a:fld id="{5756700A-4FDC-43B2-BFF8-4B28CED2581C}" type="slidenum">
              <a:rPr lang="da-DK" smtClean="0"/>
              <a:pPr/>
              <a:t>26</a:t>
            </a:fld>
            <a:endParaRPr lang="da-DK"/>
          </a:p>
        </p:txBody>
      </p:sp>
    </p:spTree>
    <p:extLst>
      <p:ext uri="{BB962C8B-B14F-4D97-AF65-F5344CB8AC3E}">
        <p14:creationId xmlns:p14="http://schemas.microsoft.com/office/powerpoint/2010/main" val="26944289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112206-AE1F-184C-F336-F0A1656764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7D98D02-2D0D-41B3-4BD4-F71172259A76}"/>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3141B92F-FC01-7FCE-8C5E-BD0CFDC7750B}"/>
              </a:ext>
            </a:extLst>
          </p:cNvPr>
          <p:cNvSpPr>
            <a:spLocks noGrp="1"/>
          </p:cNvSpPr>
          <p:nvPr>
            <p:ph idx="14"/>
          </p:nvPr>
        </p:nvSpPr>
        <p:spPr>
          <a:xfrm>
            <a:off x="288000" y="20880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45D098C8-1DD0-410F-350E-A3FF3E9F99FD}"/>
              </a:ext>
            </a:extLst>
          </p:cNvPr>
          <p:cNvSpPr>
            <a:spLocks noGrp="1"/>
          </p:cNvSpPr>
          <p:nvPr>
            <p:ph type="sldNum" sz="quarter" idx="11"/>
          </p:nvPr>
        </p:nvSpPr>
        <p:spPr/>
        <p:txBody>
          <a:bodyPr/>
          <a:lstStyle/>
          <a:p>
            <a:r>
              <a:rPr lang="da-DK"/>
              <a:t>S.</a:t>
            </a:r>
            <a:fld id="{5756700A-4FDC-43B2-BFF8-4B28CED2581C}" type="slidenum">
              <a:rPr lang="da-DK" smtClean="0"/>
              <a:pPr/>
              <a:t>27</a:t>
            </a:fld>
            <a:endParaRPr lang="da-DK"/>
          </a:p>
        </p:txBody>
      </p:sp>
    </p:spTree>
    <p:extLst>
      <p:ext uri="{BB962C8B-B14F-4D97-AF65-F5344CB8AC3E}">
        <p14:creationId xmlns:p14="http://schemas.microsoft.com/office/powerpoint/2010/main" val="20957324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6D79FB-A94B-0244-C872-05F0A572BC4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F64E8E-E677-2E48-A538-A1E078927A64}"/>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026324B7-2396-55E0-FCA8-FB67A8532E20}"/>
              </a:ext>
            </a:extLst>
          </p:cNvPr>
          <p:cNvSpPr>
            <a:spLocks noGrp="1"/>
          </p:cNvSpPr>
          <p:nvPr>
            <p:ph idx="14"/>
          </p:nvPr>
        </p:nvSpPr>
        <p:spPr>
          <a:xfrm>
            <a:off x="288000" y="209880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EF707D71-5C12-3C93-5348-593AC4630DF6}"/>
              </a:ext>
            </a:extLst>
          </p:cNvPr>
          <p:cNvSpPr>
            <a:spLocks noGrp="1"/>
          </p:cNvSpPr>
          <p:nvPr>
            <p:ph type="sldNum" sz="quarter" idx="11"/>
          </p:nvPr>
        </p:nvSpPr>
        <p:spPr/>
        <p:txBody>
          <a:bodyPr/>
          <a:lstStyle/>
          <a:p>
            <a:r>
              <a:rPr lang="da-DK"/>
              <a:t>S.</a:t>
            </a:r>
            <a:fld id="{5756700A-4FDC-43B2-BFF8-4B28CED2581C}" type="slidenum">
              <a:rPr lang="da-DK" smtClean="0"/>
              <a:pPr/>
              <a:t>28</a:t>
            </a:fld>
            <a:endParaRPr lang="da-DK"/>
          </a:p>
        </p:txBody>
      </p:sp>
    </p:spTree>
    <p:extLst>
      <p:ext uri="{BB962C8B-B14F-4D97-AF65-F5344CB8AC3E}">
        <p14:creationId xmlns:p14="http://schemas.microsoft.com/office/powerpoint/2010/main" val="18099892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FC5EB-C3CD-F7A5-3081-655B380E7A6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4D31C67-29A8-4972-611A-52B474762DF4}"/>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46906078-063F-7F8C-0019-B52BD1670461}"/>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
        <p:nvSpPr>
          <p:cNvPr id="4" name="Pladsholder til slidenummer 3">
            <a:extLst>
              <a:ext uri="{FF2B5EF4-FFF2-40B4-BE49-F238E27FC236}">
                <a16:creationId xmlns:a16="http://schemas.microsoft.com/office/drawing/2014/main" id="{5B40F82B-DE80-0CA1-C9B4-BB5360343FD2}"/>
              </a:ext>
            </a:extLst>
          </p:cNvPr>
          <p:cNvSpPr>
            <a:spLocks noGrp="1"/>
          </p:cNvSpPr>
          <p:nvPr>
            <p:ph type="sldNum" sz="quarter" idx="11"/>
          </p:nvPr>
        </p:nvSpPr>
        <p:spPr/>
        <p:txBody>
          <a:bodyPr/>
          <a:lstStyle/>
          <a:p>
            <a:r>
              <a:rPr lang="da-DK"/>
              <a:t>S.</a:t>
            </a:r>
            <a:fld id="{5756700A-4FDC-43B2-BFF8-4B28CED2581C}" type="slidenum">
              <a:rPr lang="da-DK" smtClean="0"/>
              <a:pPr/>
              <a:t>29</a:t>
            </a:fld>
            <a:endParaRPr lang="da-DK"/>
          </a:p>
        </p:txBody>
      </p:sp>
    </p:spTree>
    <p:extLst>
      <p:ext uri="{BB962C8B-B14F-4D97-AF65-F5344CB8AC3E}">
        <p14:creationId xmlns:p14="http://schemas.microsoft.com/office/powerpoint/2010/main" val="36499385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CC837B-CC37-3E0D-773A-F9EDBF8864F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12830B3-9AD5-C001-4085-1971DFEE41A7}"/>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4" name="Pladsholder til slidenummer 3">
            <a:extLst>
              <a:ext uri="{FF2B5EF4-FFF2-40B4-BE49-F238E27FC236}">
                <a16:creationId xmlns:a16="http://schemas.microsoft.com/office/drawing/2014/main" id="{722E9C76-9A1C-BA0D-5F27-5EB0E32D0C90}"/>
              </a:ext>
            </a:extLst>
          </p:cNvPr>
          <p:cNvSpPr>
            <a:spLocks noGrp="1"/>
          </p:cNvSpPr>
          <p:nvPr>
            <p:ph type="sldNum" sz="quarter" idx="11"/>
          </p:nvPr>
        </p:nvSpPr>
        <p:spPr>
          <a:xfrm>
            <a:off x="5164092" y="6508644"/>
            <a:ext cx="878849" cy="129454"/>
          </a:xfrm>
        </p:spPr>
        <p:txBody>
          <a:bodyPr/>
          <a:lstStyle/>
          <a:p>
            <a:r>
              <a:rPr lang="da-DK"/>
              <a:t>S.</a:t>
            </a:r>
            <a:fld id="{5756700A-4FDC-43B2-BFF8-4B28CED2581C}" type="slidenum">
              <a:rPr lang="da-DK" smtClean="0"/>
              <a:pPr/>
              <a:t>30</a:t>
            </a:fld>
            <a:endParaRPr lang="da-DK"/>
          </a:p>
        </p:txBody>
      </p:sp>
      <p:sp>
        <p:nvSpPr>
          <p:cNvPr id="3" name="Pladsholder til indhold 2">
            <a:extLst>
              <a:ext uri="{FF2B5EF4-FFF2-40B4-BE49-F238E27FC236}">
                <a16:creationId xmlns:a16="http://schemas.microsoft.com/office/drawing/2014/main" id="{4F056EE4-B7C8-3AE5-0669-413279AA57A2}"/>
              </a:ext>
            </a:extLst>
          </p:cNvPr>
          <p:cNvSpPr>
            <a:spLocks noGrp="1"/>
          </p:cNvSpPr>
          <p:nvPr>
            <p:ph idx="14"/>
          </p:nvPr>
        </p:nvSpPr>
        <p:spPr>
          <a:xfrm>
            <a:off x="288000" y="2100420"/>
            <a:ext cx="5662413" cy="4090173"/>
          </a:xfrm>
        </p:spPr>
        <p:txBody>
          <a:bodyPr/>
          <a:lstStyle/>
          <a:p>
            <a:r>
              <a:rPr lang="da-DK"/>
              <a:t>Lorem ipsum dolor sit amet.</a:t>
            </a:r>
          </a:p>
          <a:p>
            <a:r>
              <a:rPr lang="da-DK"/>
              <a:t>Ut dapibus, turpis ac ullamcorper rhoncus, nibh purus facilisis est, sit amet molestie tortor.</a:t>
            </a:r>
          </a:p>
          <a:p>
            <a:r>
              <a:rPr lang="da-DK"/>
              <a:t>Caborepe porum exerume nobitio nsequos dellat ut duntese cor aspit poris modignit alibus vollore, sint la venditatur officia et, sequasped qui re que.</a:t>
            </a:r>
          </a:p>
          <a:p>
            <a:r>
              <a:rPr lang="da-DK"/>
              <a:t>Vollorem re dolum eument facepe premporatem reicatem faccate mpores pa quodist ereius, simus velignam dolorro ruptat aut as a at. </a:t>
            </a:r>
          </a:p>
          <a:p>
            <a:r>
              <a:rPr lang="da-DK"/>
              <a:t>Volupti ostotat aturias doluptatem ipsae ignamus nonsed explaut dolupta ecusand.</a:t>
            </a:r>
          </a:p>
          <a:p>
            <a:endParaRPr lang="da-DK"/>
          </a:p>
        </p:txBody>
      </p:sp>
    </p:spTree>
    <p:extLst>
      <p:ext uri="{BB962C8B-B14F-4D97-AF65-F5344CB8AC3E}">
        <p14:creationId xmlns:p14="http://schemas.microsoft.com/office/powerpoint/2010/main" val="37073507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5432293-BC20-8CC3-FC98-EF56839904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B6F1051-8131-87FE-4AAC-CA36F1735DBA}"/>
              </a:ext>
            </a:extLst>
          </p:cNvPr>
          <p:cNvSpPr>
            <a:spLocks noGrp="1"/>
          </p:cNvSpPr>
          <p:nvPr>
            <p:ph type="title"/>
          </p:nvPr>
        </p:nvSpPr>
        <p:spPr>
          <a:xfrm>
            <a:off x="288000" y="252000"/>
            <a:ext cx="5662414" cy="1811099"/>
          </a:xfrm>
        </p:spPr>
        <p:txBody>
          <a:bodyPr/>
          <a:lstStyle/>
          <a:p>
            <a:r>
              <a:rPr lang="da-DK"/>
              <a:t>Lorem ipsum sit amet con incidunct</a:t>
            </a:r>
          </a:p>
        </p:txBody>
      </p:sp>
      <p:graphicFrame>
        <p:nvGraphicFramePr>
          <p:cNvPr id="9" name="Tabel 8">
            <a:extLst>
              <a:ext uri="{FF2B5EF4-FFF2-40B4-BE49-F238E27FC236}">
                <a16:creationId xmlns:a16="http://schemas.microsoft.com/office/drawing/2014/main" id="{D01B2D32-18E6-3CB8-9716-7BD71F7DC548}"/>
              </a:ext>
            </a:extLst>
          </p:cNvPr>
          <p:cNvGraphicFramePr>
            <a:graphicFrameLocks noGrp="1"/>
          </p:cNvGraphicFramePr>
          <p:nvPr>
            <p:extLst>
              <p:ext uri="{D42A27DB-BD31-4B8C-83A1-F6EECF244321}">
                <p14:modId xmlns:p14="http://schemas.microsoft.com/office/powerpoint/2010/main" val="1577233225"/>
              </p:ext>
            </p:extLst>
          </p:nvPr>
        </p:nvGraphicFramePr>
        <p:xfrm>
          <a:off x="288000" y="2354379"/>
          <a:ext cx="11650022" cy="3063841"/>
        </p:xfrm>
        <a:graphic>
          <a:graphicData uri="http://schemas.openxmlformats.org/drawingml/2006/table">
            <a:tbl>
              <a:tblPr firstRow="1" bandRow="1">
                <a:tableStyleId>{5C22544A-7EE6-4342-B048-85BDC9FD1C3A}</a:tableStyleId>
              </a:tblPr>
              <a:tblGrid>
                <a:gridCol w="2501757">
                  <a:extLst>
                    <a:ext uri="{9D8B030D-6E8A-4147-A177-3AD203B41FA5}">
                      <a16:colId xmlns:a16="http://schemas.microsoft.com/office/drawing/2014/main" val="739040183"/>
                    </a:ext>
                  </a:extLst>
                </a:gridCol>
                <a:gridCol w="261379">
                  <a:extLst>
                    <a:ext uri="{9D8B030D-6E8A-4147-A177-3AD203B41FA5}">
                      <a16:colId xmlns:a16="http://schemas.microsoft.com/office/drawing/2014/main" val="3746708319"/>
                    </a:ext>
                  </a:extLst>
                </a:gridCol>
                <a:gridCol w="261379">
                  <a:extLst>
                    <a:ext uri="{9D8B030D-6E8A-4147-A177-3AD203B41FA5}">
                      <a16:colId xmlns:a16="http://schemas.microsoft.com/office/drawing/2014/main" val="3819056520"/>
                    </a:ext>
                  </a:extLst>
                </a:gridCol>
                <a:gridCol w="261379">
                  <a:extLst>
                    <a:ext uri="{9D8B030D-6E8A-4147-A177-3AD203B41FA5}">
                      <a16:colId xmlns:a16="http://schemas.microsoft.com/office/drawing/2014/main" val="3143088114"/>
                    </a:ext>
                  </a:extLst>
                </a:gridCol>
                <a:gridCol w="261379">
                  <a:extLst>
                    <a:ext uri="{9D8B030D-6E8A-4147-A177-3AD203B41FA5}">
                      <a16:colId xmlns:a16="http://schemas.microsoft.com/office/drawing/2014/main" val="742213440"/>
                    </a:ext>
                  </a:extLst>
                </a:gridCol>
                <a:gridCol w="261379">
                  <a:extLst>
                    <a:ext uri="{9D8B030D-6E8A-4147-A177-3AD203B41FA5}">
                      <a16:colId xmlns:a16="http://schemas.microsoft.com/office/drawing/2014/main" val="1994384821"/>
                    </a:ext>
                  </a:extLst>
                </a:gridCol>
                <a:gridCol w="261379">
                  <a:extLst>
                    <a:ext uri="{9D8B030D-6E8A-4147-A177-3AD203B41FA5}">
                      <a16:colId xmlns:a16="http://schemas.microsoft.com/office/drawing/2014/main" val="1492362350"/>
                    </a:ext>
                  </a:extLst>
                </a:gridCol>
                <a:gridCol w="261379">
                  <a:extLst>
                    <a:ext uri="{9D8B030D-6E8A-4147-A177-3AD203B41FA5}">
                      <a16:colId xmlns:a16="http://schemas.microsoft.com/office/drawing/2014/main" val="2721998776"/>
                    </a:ext>
                  </a:extLst>
                </a:gridCol>
                <a:gridCol w="261379">
                  <a:extLst>
                    <a:ext uri="{9D8B030D-6E8A-4147-A177-3AD203B41FA5}">
                      <a16:colId xmlns:a16="http://schemas.microsoft.com/office/drawing/2014/main" val="2796974392"/>
                    </a:ext>
                  </a:extLst>
                </a:gridCol>
                <a:gridCol w="261379">
                  <a:extLst>
                    <a:ext uri="{9D8B030D-6E8A-4147-A177-3AD203B41FA5}">
                      <a16:colId xmlns:a16="http://schemas.microsoft.com/office/drawing/2014/main" val="3439729225"/>
                    </a:ext>
                  </a:extLst>
                </a:gridCol>
                <a:gridCol w="261379">
                  <a:extLst>
                    <a:ext uri="{9D8B030D-6E8A-4147-A177-3AD203B41FA5}">
                      <a16:colId xmlns:a16="http://schemas.microsoft.com/office/drawing/2014/main" val="3256722298"/>
                    </a:ext>
                  </a:extLst>
                </a:gridCol>
                <a:gridCol w="261379">
                  <a:extLst>
                    <a:ext uri="{9D8B030D-6E8A-4147-A177-3AD203B41FA5}">
                      <a16:colId xmlns:a16="http://schemas.microsoft.com/office/drawing/2014/main" val="3459350590"/>
                    </a:ext>
                  </a:extLst>
                </a:gridCol>
                <a:gridCol w="261379">
                  <a:extLst>
                    <a:ext uri="{9D8B030D-6E8A-4147-A177-3AD203B41FA5}">
                      <a16:colId xmlns:a16="http://schemas.microsoft.com/office/drawing/2014/main" val="86828"/>
                    </a:ext>
                  </a:extLst>
                </a:gridCol>
                <a:gridCol w="261379">
                  <a:extLst>
                    <a:ext uri="{9D8B030D-6E8A-4147-A177-3AD203B41FA5}">
                      <a16:colId xmlns:a16="http://schemas.microsoft.com/office/drawing/2014/main" val="3965091568"/>
                    </a:ext>
                  </a:extLst>
                </a:gridCol>
                <a:gridCol w="261379">
                  <a:extLst>
                    <a:ext uri="{9D8B030D-6E8A-4147-A177-3AD203B41FA5}">
                      <a16:colId xmlns:a16="http://schemas.microsoft.com/office/drawing/2014/main" val="3051517092"/>
                    </a:ext>
                  </a:extLst>
                </a:gridCol>
                <a:gridCol w="261379">
                  <a:extLst>
                    <a:ext uri="{9D8B030D-6E8A-4147-A177-3AD203B41FA5}">
                      <a16:colId xmlns:a16="http://schemas.microsoft.com/office/drawing/2014/main" val="2563455335"/>
                    </a:ext>
                  </a:extLst>
                </a:gridCol>
                <a:gridCol w="261379">
                  <a:extLst>
                    <a:ext uri="{9D8B030D-6E8A-4147-A177-3AD203B41FA5}">
                      <a16:colId xmlns:a16="http://schemas.microsoft.com/office/drawing/2014/main" val="839606531"/>
                    </a:ext>
                  </a:extLst>
                </a:gridCol>
                <a:gridCol w="261379">
                  <a:extLst>
                    <a:ext uri="{9D8B030D-6E8A-4147-A177-3AD203B41FA5}">
                      <a16:colId xmlns:a16="http://schemas.microsoft.com/office/drawing/2014/main" val="4265204496"/>
                    </a:ext>
                  </a:extLst>
                </a:gridCol>
                <a:gridCol w="261379">
                  <a:extLst>
                    <a:ext uri="{9D8B030D-6E8A-4147-A177-3AD203B41FA5}">
                      <a16:colId xmlns:a16="http://schemas.microsoft.com/office/drawing/2014/main" val="587524229"/>
                    </a:ext>
                  </a:extLst>
                </a:gridCol>
                <a:gridCol w="261379">
                  <a:extLst>
                    <a:ext uri="{9D8B030D-6E8A-4147-A177-3AD203B41FA5}">
                      <a16:colId xmlns:a16="http://schemas.microsoft.com/office/drawing/2014/main" val="1594440789"/>
                    </a:ext>
                  </a:extLst>
                </a:gridCol>
                <a:gridCol w="261379">
                  <a:extLst>
                    <a:ext uri="{9D8B030D-6E8A-4147-A177-3AD203B41FA5}">
                      <a16:colId xmlns:a16="http://schemas.microsoft.com/office/drawing/2014/main" val="586589505"/>
                    </a:ext>
                  </a:extLst>
                </a:gridCol>
                <a:gridCol w="261379">
                  <a:extLst>
                    <a:ext uri="{9D8B030D-6E8A-4147-A177-3AD203B41FA5}">
                      <a16:colId xmlns:a16="http://schemas.microsoft.com/office/drawing/2014/main" val="1493452863"/>
                    </a:ext>
                  </a:extLst>
                </a:gridCol>
                <a:gridCol w="261379">
                  <a:extLst>
                    <a:ext uri="{9D8B030D-6E8A-4147-A177-3AD203B41FA5}">
                      <a16:colId xmlns:a16="http://schemas.microsoft.com/office/drawing/2014/main" val="2310262401"/>
                    </a:ext>
                  </a:extLst>
                </a:gridCol>
                <a:gridCol w="261379">
                  <a:extLst>
                    <a:ext uri="{9D8B030D-6E8A-4147-A177-3AD203B41FA5}">
                      <a16:colId xmlns:a16="http://schemas.microsoft.com/office/drawing/2014/main" val="3779816116"/>
                    </a:ext>
                  </a:extLst>
                </a:gridCol>
                <a:gridCol w="261379">
                  <a:extLst>
                    <a:ext uri="{9D8B030D-6E8A-4147-A177-3AD203B41FA5}">
                      <a16:colId xmlns:a16="http://schemas.microsoft.com/office/drawing/2014/main" val="1271897856"/>
                    </a:ext>
                  </a:extLst>
                </a:gridCol>
                <a:gridCol w="261379">
                  <a:extLst>
                    <a:ext uri="{9D8B030D-6E8A-4147-A177-3AD203B41FA5}">
                      <a16:colId xmlns:a16="http://schemas.microsoft.com/office/drawing/2014/main" val="2788434642"/>
                    </a:ext>
                  </a:extLst>
                </a:gridCol>
                <a:gridCol w="261379">
                  <a:extLst>
                    <a:ext uri="{9D8B030D-6E8A-4147-A177-3AD203B41FA5}">
                      <a16:colId xmlns:a16="http://schemas.microsoft.com/office/drawing/2014/main" val="3464217053"/>
                    </a:ext>
                  </a:extLst>
                </a:gridCol>
                <a:gridCol w="261379">
                  <a:extLst>
                    <a:ext uri="{9D8B030D-6E8A-4147-A177-3AD203B41FA5}">
                      <a16:colId xmlns:a16="http://schemas.microsoft.com/office/drawing/2014/main" val="1371427250"/>
                    </a:ext>
                  </a:extLst>
                </a:gridCol>
                <a:gridCol w="261379">
                  <a:extLst>
                    <a:ext uri="{9D8B030D-6E8A-4147-A177-3AD203B41FA5}">
                      <a16:colId xmlns:a16="http://schemas.microsoft.com/office/drawing/2014/main" val="3012667286"/>
                    </a:ext>
                  </a:extLst>
                </a:gridCol>
                <a:gridCol w="261379">
                  <a:extLst>
                    <a:ext uri="{9D8B030D-6E8A-4147-A177-3AD203B41FA5}">
                      <a16:colId xmlns:a16="http://schemas.microsoft.com/office/drawing/2014/main" val="2170705404"/>
                    </a:ext>
                  </a:extLst>
                </a:gridCol>
                <a:gridCol w="261379">
                  <a:extLst>
                    <a:ext uri="{9D8B030D-6E8A-4147-A177-3AD203B41FA5}">
                      <a16:colId xmlns:a16="http://schemas.microsoft.com/office/drawing/2014/main" val="3650316564"/>
                    </a:ext>
                  </a:extLst>
                </a:gridCol>
                <a:gridCol w="261379">
                  <a:extLst>
                    <a:ext uri="{9D8B030D-6E8A-4147-A177-3AD203B41FA5}">
                      <a16:colId xmlns:a16="http://schemas.microsoft.com/office/drawing/2014/main" val="2129905410"/>
                    </a:ext>
                  </a:extLst>
                </a:gridCol>
                <a:gridCol w="261379">
                  <a:extLst>
                    <a:ext uri="{9D8B030D-6E8A-4147-A177-3AD203B41FA5}">
                      <a16:colId xmlns:a16="http://schemas.microsoft.com/office/drawing/2014/main" val="138437768"/>
                    </a:ext>
                  </a:extLst>
                </a:gridCol>
                <a:gridCol w="261379">
                  <a:extLst>
                    <a:ext uri="{9D8B030D-6E8A-4147-A177-3AD203B41FA5}">
                      <a16:colId xmlns:a16="http://schemas.microsoft.com/office/drawing/2014/main" val="1798566234"/>
                    </a:ext>
                  </a:extLst>
                </a:gridCol>
                <a:gridCol w="261379">
                  <a:extLst>
                    <a:ext uri="{9D8B030D-6E8A-4147-A177-3AD203B41FA5}">
                      <a16:colId xmlns:a16="http://schemas.microsoft.com/office/drawing/2014/main" val="3633124971"/>
                    </a:ext>
                  </a:extLst>
                </a:gridCol>
                <a:gridCol w="261379">
                  <a:extLst>
                    <a:ext uri="{9D8B030D-6E8A-4147-A177-3AD203B41FA5}">
                      <a16:colId xmlns:a16="http://schemas.microsoft.com/office/drawing/2014/main" val="2267300268"/>
                    </a:ext>
                  </a:extLst>
                </a:gridCol>
              </a:tblGrid>
              <a:tr h="360000">
                <a:tc>
                  <a:txBody>
                    <a:bodyPr/>
                    <a:lstStyle/>
                    <a:p>
                      <a:endParaRPr lang="da-DK" sz="1200" b="0">
                        <a:solidFill>
                          <a:schemeClr val="tx2"/>
                        </a:solidFill>
                      </a:endParaRPr>
                    </a:p>
                  </a:txBody>
                  <a:tcPr>
                    <a:lnL w="12700" cmpd="sng">
                      <a:noFill/>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gridSpan="7">
                  <a:txBody>
                    <a:bodyPr/>
                    <a:lstStyle/>
                    <a:p>
                      <a:pPr algn="ctr"/>
                      <a:r>
                        <a:rPr lang="da-DK" sz="1200" b="0">
                          <a:solidFill>
                            <a:schemeClr val="tx2"/>
                          </a:solidFill>
                        </a:rPr>
                        <a:t>Uge 1</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2</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3</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4</a:t>
                      </a:r>
                    </a:p>
                  </a:txBody>
                  <a:tcP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7">
                  <a:txBody>
                    <a:bodyPr/>
                    <a:lstStyle/>
                    <a:p>
                      <a:pPr algn="ctr"/>
                      <a:r>
                        <a:rPr lang="da-DK" sz="1200" b="0">
                          <a:solidFill>
                            <a:schemeClr val="tx2"/>
                          </a:solidFill>
                        </a:rPr>
                        <a:t>Uge 5</a:t>
                      </a:r>
                    </a:p>
                  </a:txBody>
                  <a:tcPr>
                    <a:lnL w="6350" cap="flat" cmpd="sng" algn="ctr">
                      <a:solidFill>
                        <a:schemeClr val="accent6"/>
                      </a:solidFill>
                      <a:prstDash val="solid"/>
                      <a:round/>
                      <a:headEnd type="none" w="med" len="med"/>
                      <a:tailEnd type="none" w="med" len="med"/>
                    </a:lnL>
                    <a:lnR w="12700" cmpd="sng">
                      <a:noFill/>
                    </a:lnR>
                    <a:lnT w="6350" cap="flat" cmpd="sng" algn="ctr">
                      <a:no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36721186"/>
                  </a:ext>
                </a:extLst>
              </a:tr>
              <a:tr h="386263">
                <a:tc>
                  <a:txBody>
                    <a:bodyPr/>
                    <a:lstStyle/>
                    <a:p>
                      <a:r>
                        <a:rPr lang="da-DK"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da-DK"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da-DK"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da-DK"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da-DK"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da-DK"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da-DK" sz="1200" b="0">
                        <a:solidFill>
                          <a:schemeClr val="tx2"/>
                        </a:solidFill>
                      </a:endParaRPr>
                    </a:p>
                  </a:txBody>
                  <a:tcPr anchor="ctr">
                    <a:lnL w="12700" cmpd="sng">
                      <a:noFill/>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
        <p:nvSpPr>
          <p:cNvPr id="3" name="Pladsholder til slidenummer 2">
            <a:extLst>
              <a:ext uri="{FF2B5EF4-FFF2-40B4-BE49-F238E27FC236}">
                <a16:creationId xmlns:a16="http://schemas.microsoft.com/office/drawing/2014/main" id="{1F4A78D5-2732-4EA4-B33D-9F4AF65D9F3E}"/>
              </a:ext>
            </a:extLst>
          </p:cNvPr>
          <p:cNvSpPr>
            <a:spLocks noGrp="1"/>
          </p:cNvSpPr>
          <p:nvPr>
            <p:ph type="sldNum" sz="quarter" idx="11"/>
          </p:nvPr>
        </p:nvSpPr>
        <p:spPr/>
        <p:txBody>
          <a:bodyPr/>
          <a:lstStyle/>
          <a:p>
            <a:r>
              <a:rPr lang="da-DK"/>
              <a:t>S.</a:t>
            </a:r>
            <a:fld id="{5756700A-4FDC-43B2-BFF8-4B28CED2581C}" type="slidenum">
              <a:rPr lang="da-DK" smtClean="0"/>
              <a:pPr/>
              <a:t>31</a:t>
            </a:fld>
            <a:endParaRPr lang="da-DK"/>
          </a:p>
        </p:txBody>
      </p:sp>
    </p:spTree>
    <p:extLst>
      <p:ext uri="{BB962C8B-B14F-4D97-AF65-F5344CB8AC3E}">
        <p14:creationId xmlns:p14="http://schemas.microsoft.com/office/powerpoint/2010/main" val="173386960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25075F-D790-62C3-C917-01932A6CDDF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D585FA1-3F3E-D32E-5BB5-D3BF56088C7F}"/>
              </a:ext>
            </a:extLst>
          </p:cNvPr>
          <p:cNvSpPr>
            <a:spLocks noGrp="1"/>
          </p:cNvSpPr>
          <p:nvPr>
            <p:ph type="title"/>
          </p:nvPr>
        </p:nvSpPr>
        <p:spPr>
          <a:xfrm>
            <a:off x="288000" y="252000"/>
            <a:ext cx="5662414" cy="1811099"/>
          </a:xfrm>
        </p:spPr>
        <p:txBody>
          <a:bodyPr/>
          <a:lstStyle/>
          <a:p>
            <a:r>
              <a:rPr lang="da-DK"/>
              <a:t>Lorem ipsum sit amet con incidunct</a:t>
            </a:r>
          </a:p>
        </p:txBody>
      </p:sp>
      <p:graphicFrame>
        <p:nvGraphicFramePr>
          <p:cNvPr id="9" name="Tabel 8">
            <a:extLst>
              <a:ext uri="{FF2B5EF4-FFF2-40B4-BE49-F238E27FC236}">
                <a16:creationId xmlns:a16="http://schemas.microsoft.com/office/drawing/2014/main" id="{2CA18514-039F-D2D8-4713-026A57D5AE21}"/>
              </a:ext>
            </a:extLst>
          </p:cNvPr>
          <p:cNvGraphicFramePr>
            <a:graphicFrameLocks noGrp="1"/>
          </p:cNvGraphicFramePr>
          <p:nvPr>
            <p:extLst>
              <p:ext uri="{D42A27DB-BD31-4B8C-83A1-F6EECF244321}">
                <p14:modId xmlns:p14="http://schemas.microsoft.com/office/powerpoint/2010/main" val="898016834"/>
              </p:ext>
            </p:extLst>
          </p:nvPr>
        </p:nvGraphicFramePr>
        <p:xfrm>
          <a:off x="287999" y="2354379"/>
          <a:ext cx="11649994" cy="3090104"/>
        </p:xfrm>
        <a:graphic>
          <a:graphicData uri="http://schemas.openxmlformats.org/drawingml/2006/table">
            <a:tbl>
              <a:tblPr firstRow="1" bandRow="1">
                <a:tableStyleId>{5C22544A-7EE6-4342-B048-85BDC9FD1C3A}</a:tableStyleId>
              </a:tblPr>
              <a:tblGrid>
                <a:gridCol w="2568010">
                  <a:extLst>
                    <a:ext uri="{9D8B030D-6E8A-4147-A177-3AD203B41FA5}">
                      <a16:colId xmlns:a16="http://schemas.microsoft.com/office/drawing/2014/main" val="739040183"/>
                    </a:ext>
                  </a:extLst>
                </a:gridCol>
                <a:gridCol w="756832">
                  <a:extLst>
                    <a:ext uri="{9D8B030D-6E8A-4147-A177-3AD203B41FA5}">
                      <a16:colId xmlns:a16="http://schemas.microsoft.com/office/drawing/2014/main" val="3746708319"/>
                    </a:ext>
                  </a:extLst>
                </a:gridCol>
                <a:gridCol w="756832">
                  <a:extLst>
                    <a:ext uri="{9D8B030D-6E8A-4147-A177-3AD203B41FA5}">
                      <a16:colId xmlns:a16="http://schemas.microsoft.com/office/drawing/2014/main" val="3819056520"/>
                    </a:ext>
                  </a:extLst>
                </a:gridCol>
                <a:gridCol w="756832">
                  <a:extLst>
                    <a:ext uri="{9D8B030D-6E8A-4147-A177-3AD203B41FA5}">
                      <a16:colId xmlns:a16="http://schemas.microsoft.com/office/drawing/2014/main" val="3143088114"/>
                    </a:ext>
                  </a:extLst>
                </a:gridCol>
                <a:gridCol w="756832">
                  <a:extLst>
                    <a:ext uri="{9D8B030D-6E8A-4147-A177-3AD203B41FA5}">
                      <a16:colId xmlns:a16="http://schemas.microsoft.com/office/drawing/2014/main" val="742213440"/>
                    </a:ext>
                  </a:extLst>
                </a:gridCol>
                <a:gridCol w="756832">
                  <a:extLst>
                    <a:ext uri="{9D8B030D-6E8A-4147-A177-3AD203B41FA5}">
                      <a16:colId xmlns:a16="http://schemas.microsoft.com/office/drawing/2014/main" val="1994384821"/>
                    </a:ext>
                  </a:extLst>
                </a:gridCol>
                <a:gridCol w="756832">
                  <a:extLst>
                    <a:ext uri="{9D8B030D-6E8A-4147-A177-3AD203B41FA5}">
                      <a16:colId xmlns:a16="http://schemas.microsoft.com/office/drawing/2014/main" val="1492362350"/>
                    </a:ext>
                  </a:extLst>
                </a:gridCol>
                <a:gridCol w="756832">
                  <a:extLst>
                    <a:ext uri="{9D8B030D-6E8A-4147-A177-3AD203B41FA5}">
                      <a16:colId xmlns:a16="http://schemas.microsoft.com/office/drawing/2014/main" val="2721998776"/>
                    </a:ext>
                  </a:extLst>
                </a:gridCol>
                <a:gridCol w="756832">
                  <a:extLst>
                    <a:ext uri="{9D8B030D-6E8A-4147-A177-3AD203B41FA5}">
                      <a16:colId xmlns:a16="http://schemas.microsoft.com/office/drawing/2014/main" val="2796974392"/>
                    </a:ext>
                  </a:extLst>
                </a:gridCol>
                <a:gridCol w="756832">
                  <a:extLst>
                    <a:ext uri="{9D8B030D-6E8A-4147-A177-3AD203B41FA5}">
                      <a16:colId xmlns:a16="http://schemas.microsoft.com/office/drawing/2014/main" val="3439729225"/>
                    </a:ext>
                  </a:extLst>
                </a:gridCol>
                <a:gridCol w="756832">
                  <a:extLst>
                    <a:ext uri="{9D8B030D-6E8A-4147-A177-3AD203B41FA5}">
                      <a16:colId xmlns:a16="http://schemas.microsoft.com/office/drawing/2014/main" val="3256722298"/>
                    </a:ext>
                  </a:extLst>
                </a:gridCol>
                <a:gridCol w="756832">
                  <a:extLst>
                    <a:ext uri="{9D8B030D-6E8A-4147-A177-3AD203B41FA5}">
                      <a16:colId xmlns:a16="http://schemas.microsoft.com/office/drawing/2014/main" val="3459350590"/>
                    </a:ext>
                  </a:extLst>
                </a:gridCol>
                <a:gridCol w="756832">
                  <a:extLst>
                    <a:ext uri="{9D8B030D-6E8A-4147-A177-3AD203B41FA5}">
                      <a16:colId xmlns:a16="http://schemas.microsoft.com/office/drawing/2014/main" val="86828"/>
                    </a:ext>
                  </a:extLst>
                </a:gridCol>
              </a:tblGrid>
              <a:tr h="386263">
                <a:tc>
                  <a:txBody>
                    <a:bodyPr/>
                    <a:lstStyle/>
                    <a:p>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Jan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Feb</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Mar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Apr</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Maj</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Jun</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Jul</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Aug</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Sep</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Okt</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Nov</a:t>
                      </a: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a-DK" sz="1200" b="0">
                          <a:solidFill>
                            <a:schemeClr val="tx2"/>
                          </a:solidFill>
                        </a:rPr>
                        <a:t>Dec</a:t>
                      </a: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8257436"/>
                  </a:ext>
                </a:extLst>
              </a:tr>
              <a:tr h="386263">
                <a:tc>
                  <a:txBody>
                    <a:bodyPr/>
                    <a:lstStyle/>
                    <a:p>
                      <a:r>
                        <a:rPr lang="da-DK" sz="1200" b="0">
                          <a:solidFill>
                            <a:schemeClr val="tx2"/>
                          </a:solidFill>
                        </a:rPr>
                        <a:t>Lorem ipsum</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746210"/>
                  </a:ext>
                </a:extLst>
              </a:tr>
              <a:tr h="386263">
                <a:tc>
                  <a:txBody>
                    <a:bodyPr/>
                    <a:lstStyle/>
                    <a:p>
                      <a:r>
                        <a:rPr lang="da-DK" sz="1200" b="0">
                          <a:solidFill>
                            <a:schemeClr val="tx2"/>
                          </a:solidFill>
                        </a:rPr>
                        <a:t>Sit amet con 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8485871"/>
                  </a:ext>
                </a:extLst>
              </a:tr>
              <a:tr h="386263">
                <a:tc>
                  <a:txBody>
                    <a:bodyPr/>
                    <a:lstStyle/>
                    <a:p>
                      <a:r>
                        <a:rPr lang="da-DK" sz="1200" b="0">
                          <a:solidFill>
                            <a:schemeClr val="tx2"/>
                          </a:solidFill>
                        </a:rPr>
                        <a:t>Dolore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6891224"/>
                  </a:ext>
                </a:extLst>
              </a:tr>
              <a:tr h="386263">
                <a:tc>
                  <a:txBody>
                    <a:bodyPr/>
                    <a:lstStyle/>
                    <a:p>
                      <a:r>
                        <a:rPr lang="da-DK" sz="1200">
                          <a:solidFill>
                            <a:schemeClr val="tx2"/>
                          </a:solidFill>
                        </a:rPr>
                        <a:t>Quaspeles maximus </a:t>
                      </a:r>
                      <a:endParaRPr lang="da-DK" sz="1200" b="0">
                        <a:solidFill>
                          <a:schemeClr val="tx2"/>
                        </a:solidFill>
                      </a:endParaRP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36416741"/>
                  </a:ext>
                </a:extLst>
              </a:tr>
              <a:tr h="386263">
                <a:tc>
                  <a:txBody>
                    <a:bodyPr/>
                    <a:lstStyle/>
                    <a:p>
                      <a:r>
                        <a:rPr lang="da-DK" sz="1200" b="0">
                          <a:solidFill>
                            <a:schemeClr val="tx2"/>
                          </a:solidFill>
                        </a:rPr>
                        <a:t>Incidunct</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7315525"/>
                  </a:ext>
                </a:extLst>
              </a:tr>
              <a:tr h="386263">
                <a:tc>
                  <a:txBody>
                    <a:bodyPr/>
                    <a:lstStyle/>
                    <a:p>
                      <a:r>
                        <a:rPr lang="da-DK" sz="1200" b="0">
                          <a:solidFill>
                            <a:schemeClr val="tx2"/>
                          </a:solidFill>
                        </a:rPr>
                        <a:t>Ipsom majore</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solidFill>
                        <a:schemeClr val="accent6"/>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4547324"/>
                  </a:ext>
                </a:extLst>
              </a:tr>
              <a:tr h="386263">
                <a:tc>
                  <a:txBody>
                    <a:bodyPr/>
                    <a:lstStyle/>
                    <a:p>
                      <a:r>
                        <a:rPr lang="da-DK" sz="1200" b="0">
                          <a:solidFill>
                            <a:schemeClr val="tx2"/>
                          </a:solidFill>
                        </a:rPr>
                        <a:t>Espero anto</a:t>
                      </a:r>
                    </a:p>
                  </a:txBody>
                  <a:tcPr anchor="ctr">
                    <a:lnL w="12700" cmpd="sng">
                      <a:noFill/>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6350" cap="flat" cmpd="sng" algn="ctr">
                      <a:solidFill>
                        <a:schemeClr val="accent6"/>
                      </a:solidFill>
                      <a:prstDash val="solid"/>
                      <a:round/>
                      <a:headEnd type="none" w="med" len="med"/>
                      <a:tailEnd type="none" w="med" len="med"/>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endParaRPr lang="da-DK" sz="1200" b="0">
                        <a:solidFill>
                          <a:schemeClr val="tx2"/>
                        </a:solidFill>
                      </a:endParaRPr>
                    </a:p>
                  </a:txBody>
                  <a:tcPr anchor="ctr">
                    <a:lnL w="6350" cap="flat" cmpd="sng" algn="ctr">
                      <a:solidFill>
                        <a:schemeClr val="accent6"/>
                      </a:solidFill>
                      <a:prstDash val="solid"/>
                      <a:round/>
                      <a:headEnd type="none" w="med" len="med"/>
                      <a:tailEnd type="none" w="med" len="med"/>
                    </a:lnL>
                    <a:lnR w="12700" cmpd="sng">
                      <a:noFill/>
                    </a:lnR>
                    <a:lnT w="6350" cap="flat" cmpd="sng" algn="ctr">
                      <a:solidFill>
                        <a:schemeClr val="accent6"/>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729958305"/>
                  </a:ext>
                </a:extLst>
              </a:tr>
            </a:tbl>
          </a:graphicData>
        </a:graphic>
      </p:graphicFrame>
      <p:sp>
        <p:nvSpPr>
          <p:cNvPr id="3" name="Pladsholder til slidenummer 2">
            <a:extLst>
              <a:ext uri="{FF2B5EF4-FFF2-40B4-BE49-F238E27FC236}">
                <a16:creationId xmlns:a16="http://schemas.microsoft.com/office/drawing/2014/main" id="{221B7F42-9C7D-3869-05E7-48671DE3AD94}"/>
              </a:ext>
            </a:extLst>
          </p:cNvPr>
          <p:cNvSpPr>
            <a:spLocks noGrp="1"/>
          </p:cNvSpPr>
          <p:nvPr>
            <p:ph type="sldNum" sz="quarter" idx="11"/>
          </p:nvPr>
        </p:nvSpPr>
        <p:spPr/>
        <p:txBody>
          <a:bodyPr/>
          <a:lstStyle/>
          <a:p>
            <a:r>
              <a:rPr lang="da-DK"/>
              <a:t>S.</a:t>
            </a:r>
            <a:fld id="{5756700A-4FDC-43B2-BFF8-4B28CED2581C}" type="slidenum">
              <a:rPr lang="da-DK" smtClean="0"/>
              <a:pPr/>
              <a:t>32</a:t>
            </a:fld>
            <a:endParaRPr lang="da-DK"/>
          </a:p>
        </p:txBody>
      </p:sp>
    </p:spTree>
    <p:extLst>
      <p:ext uri="{BB962C8B-B14F-4D97-AF65-F5344CB8AC3E}">
        <p14:creationId xmlns:p14="http://schemas.microsoft.com/office/powerpoint/2010/main" val="39935251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C84550-E838-44C1-E8FF-5F71B22FC9D5}"/>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739EA0-1DA6-3B7E-D4F7-33BE36C3D040}"/>
              </a:ext>
            </a:extLst>
          </p:cNvPr>
          <p:cNvSpPr>
            <a:spLocks noGrp="1"/>
          </p:cNvSpPr>
          <p:nvPr>
            <p:ph type="title"/>
          </p:nvPr>
        </p:nvSpPr>
        <p:spPr>
          <a:xfrm>
            <a:off x="288000" y="252000"/>
            <a:ext cx="5662414" cy="1811099"/>
          </a:xfrm>
        </p:spPr>
        <p:txBody>
          <a:bodyPr/>
          <a:lstStyle/>
          <a:p>
            <a:r>
              <a:rPr lang="da-DK"/>
              <a:t>Budget</a:t>
            </a:r>
            <a:br>
              <a:rPr lang="da-DK"/>
            </a:br>
            <a:r>
              <a:rPr lang="da-DK" sz="1600"/>
              <a:t>I DKK</a:t>
            </a:r>
          </a:p>
        </p:txBody>
      </p:sp>
      <p:graphicFrame>
        <p:nvGraphicFramePr>
          <p:cNvPr id="12" name="Pladsholder til indhold 6">
            <a:extLst>
              <a:ext uri="{FF2B5EF4-FFF2-40B4-BE49-F238E27FC236}">
                <a16:creationId xmlns:a16="http://schemas.microsoft.com/office/drawing/2014/main" id="{D7ACCFA9-65C5-77BC-C44B-FA9DACCC5476}"/>
              </a:ext>
            </a:extLst>
          </p:cNvPr>
          <p:cNvGraphicFramePr>
            <a:graphicFrameLocks/>
          </p:cNvGraphicFramePr>
          <p:nvPr>
            <p:extLst>
              <p:ext uri="{D42A27DB-BD31-4B8C-83A1-F6EECF244321}">
                <p14:modId xmlns:p14="http://schemas.microsoft.com/office/powerpoint/2010/main" val="2459272642"/>
              </p:ext>
            </p:extLst>
          </p:nvPr>
        </p:nvGraphicFramePr>
        <p:xfrm>
          <a:off x="288000" y="1592525"/>
          <a:ext cx="5939612" cy="4275864"/>
        </p:xfrm>
        <a:graphic>
          <a:graphicData uri="http://schemas.openxmlformats.org/drawingml/2006/table">
            <a:tbl>
              <a:tblPr firstRow="1" bandRow="1">
                <a:effectLst/>
                <a:tableStyleId>{5C22544A-7EE6-4342-B048-85BDC9FD1C3A}</a:tableStyleId>
              </a:tblPr>
              <a:tblGrid>
                <a:gridCol w="5040102">
                  <a:extLst>
                    <a:ext uri="{9D8B030D-6E8A-4147-A177-3AD203B41FA5}">
                      <a16:colId xmlns:a16="http://schemas.microsoft.com/office/drawing/2014/main" val="20000"/>
                    </a:ext>
                  </a:extLst>
                </a:gridCol>
                <a:gridCol w="899510">
                  <a:extLst>
                    <a:ext uri="{9D8B030D-6E8A-4147-A177-3AD203B41FA5}">
                      <a16:colId xmlns:a16="http://schemas.microsoft.com/office/drawing/2014/main" val="20001"/>
                    </a:ext>
                  </a:extLst>
                </a:gridCol>
              </a:tblGrid>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576000">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576000">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20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2000" b="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20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2000" b="0" dirty="0">
                        <a:solidFill>
                          <a:schemeClr val="tx2"/>
                        </a:solidFill>
                        <a:latin typeface="+mn-lt"/>
                        <a:ea typeface="Arial" charset="0"/>
                        <a:cs typeface="Arial" charset="0"/>
                      </a:endParaRPr>
                    </a:p>
                  </a:txBody>
                  <a:tcPr marL="0" marR="0" marT="72000" marB="7200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
        <p:nvSpPr>
          <p:cNvPr id="3" name="Pladsholder til slidenummer 2">
            <a:extLst>
              <a:ext uri="{FF2B5EF4-FFF2-40B4-BE49-F238E27FC236}">
                <a16:creationId xmlns:a16="http://schemas.microsoft.com/office/drawing/2014/main" id="{D98B217E-6C67-C1D4-BA0A-808C8DD98116}"/>
              </a:ext>
            </a:extLst>
          </p:cNvPr>
          <p:cNvSpPr>
            <a:spLocks noGrp="1"/>
          </p:cNvSpPr>
          <p:nvPr>
            <p:ph type="sldNum" sz="quarter" idx="11"/>
          </p:nvPr>
        </p:nvSpPr>
        <p:spPr/>
        <p:txBody>
          <a:bodyPr/>
          <a:lstStyle/>
          <a:p>
            <a:r>
              <a:rPr lang="da-DK"/>
              <a:t>S.</a:t>
            </a:r>
            <a:fld id="{5756700A-4FDC-43B2-BFF8-4B28CED2581C}" type="slidenum">
              <a:rPr lang="da-DK" smtClean="0"/>
              <a:pPr/>
              <a:t>33</a:t>
            </a:fld>
            <a:endParaRPr lang="da-DK"/>
          </a:p>
        </p:txBody>
      </p:sp>
    </p:spTree>
    <p:extLst>
      <p:ext uri="{BB962C8B-B14F-4D97-AF65-F5344CB8AC3E}">
        <p14:creationId xmlns:p14="http://schemas.microsoft.com/office/powerpoint/2010/main" val="41296561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88CBDA-842A-20E2-AA85-2FBB08482BD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85D655E-4D08-30C7-F647-9F7BDBE3C105}"/>
              </a:ext>
            </a:extLst>
          </p:cNvPr>
          <p:cNvSpPr>
            <a:spLocks noGrp="1"/>
          </p:cNvSpPr>
          <p:nvPr>
            <p:ph type="title"/>
          </p:nvPr>
        </p:nvSpPr>
        <p:spPr>
          <a:xfrm>
            <a:off x="288000" y="252000"/>
            <a:ext cx="5662414" cy="1811099"/>
          </a:xfrm>
        </p:spPr>
        <p:txBody>
          <a:bodyPr/>
          <a:lstStyle/>
          <a:p>
            <a:r>
              <a:rPr lang="da-DK"/>
              <a:t>Budget</a:t>
            </a:r>
            <a:br>
              <a:rPr lang="da-DK"/>
            </a:br>
            <a:r>
              <a:rPr lang="da-DK" sz="1600"/>
              <a:t>I DKK</a:t>
            </a:r>
          </a:p>
        </p:txBody>
      </p:sp>
      <p:graphicFrame>
        <p:nvGraphicFramePr>
          <p:cNvPr id="6" name="Pladsholder til indhold 6">
            <a:extLst>
              <a:ext uri="{FF2B5EF4-FFF2-40B4-BE49-F238E27FC236}">
                <a16:creationId xmlns:a16="http://schemas.microsoft.com/office/drawing/2014/main" id="{4DEAC63C-3A13-C288-EDE2-DA31A3E7C8C8}"/>
              </a:ext>
            </a:extLst>
          </p:cNvPr>
          <p:cNvGraphicFramePr>
            <a:graphicFrameLocks/>
          </p:cNvGraphicFramePr>
          <p:nvPr>
            <p:extLst>
              <p:ext uri="{D42A27DB-BD31-4B8C-83A1-F6EECF244321}">
                <p14:modId xmlns:p14="http://schemas.microsoft.com/office/powerpoint/2010/main" val="3676457337"/>
              </p:ext>
            </p:extLst>
          </p:nvPr>
        </p:nvGraphicFramePr>
        <p:xfrm>
          <a:off x="288000" y="1311971"/>
          <a:ext cx="9259740" cy="4788001"/>
        </p:xfrm>
        <a:graphic>
          <a:graphicData uri="http://schemas.openxmlformats.org/drawingml/2006/table">
            <a:tbl>
              <a:tblPr firstRow="1" bandRow="1">
                <a:effectLst/>
                <a:tableStyleId>{5C22544A-7EE6-4342-B048-85BDC9FD1C3A}</a:tableStyleId>
              </a:tblPr>
              <a:tblGrid>
                <a:gridCol w="7857421">
                  <a:extLst>
                    <a:ext uri="{9D8B030D-6E8A-4147-A177-3AD203B41FA5}">
                      <a16:colId xmlns:a16="http://schemas.microsoft.com/office/drawing/2014/main" val="20000"/>
                    </a:ext>
                  </a:extLst>
                </a:gridCol>
                <a:gridCol w="1402319">
                  <a:extLst>
                    <a:ext uri="{9D8B030D-6E8A-4147-A177-3AD203B41FA5}">
                      <a16:colId xmlns:a16="http://schemas.microsoft.com/office/drawing/2014/main" val="20001"/>
                    </a:ext>
                  </a:extLst>
                </a:gridCol>
              </a:tblGrid>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Kreativt </a:t>
                      </a:r>
                      <a:r>
                        <a:rPr kumimoji="0" lang="da-DK" sz="1600" b="0" i="0" u="none" strike="noStrike" kern="1200" cap="none" spc="0" normalizeH="0" baseline="0" noProof="0" dirty="0" err="1">
                          <a:ln>
                            <a:noFill/>
                          </a:ln>
                          <a:solidFill>
                            <a:schemeClr val="tx2"/>
                          </a:solidFill>
                          <a:effectLst/>
                          <a:uLnTx/>
                          <a:uFillTx/>
                          <a:latin typeface="+mn-lt"/>
                          <a:ea typeface="Arial" charset="0"/>
                          <a:cs typeface="Arial" charset="0"/>
                        </a:rPr>
                        <a:t>koncet</a:t>
                      </a:r>
                    </a:p>
                    <a:p>
                      <a:pPr marL="0" marR="0" lvl="0" indent="0" algn="l" defTabSz="957190" rtl="0" eaLnBrk="1" fontAlgn="auto"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Strategisk</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platform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kreativt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koncept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inkl</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grafisk</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identitet</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navn</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og</a:t>
                      </a: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 </a:t>
                      </a:r>
                      <a:r>
                        <a:rPr kumimoji="0" lang="da-DK" sz="1200" b="0" i="0" u="none" strike="noStrike" kern="1200" cap="none" spc="0" normalizeH="0" baseline="0" noProof="0" dirty="0" err="1">
                          <a:ln>
                            <a:noFill/>
                          </a:ln>
                          <a:solidFill>
                            <a:schemeClr val="tx2"/>
                          </a:solidFill>
                          <a:effectLst/>
                          <a:uLnTx/>
                          <a:uFillTx/>
                          <a:latin typeface="+mn-lt"/>
                          <a:ea typeface="Arial" charset="0"/>
                          <a:cs typeface="Arial" charset="0"/>
                        </a:rPr>
                        <a:t>kernebudskaber</a:t>
                      </a:r>
                      <a:endParaRPr kumimoji="0" lang="da-DK" sz="1200" b="0" i="0" u="none" strike="noStrike" kern="1200" cap="none" spc="0" normalizeH="0" baseline="0" noProof="0" dirty="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160.000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0"/>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Materialebank</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Udvikling, design af spørgsmål, tekster til spilvejledning og opbygning af materialebank </a:t>
                      </a:r>
                      <a:br>
                        <a:rPr kumimoji="0" lang="da-DK" sz="1200" b="0" i="0" u="none" strike="noStrike" kern="1200" cap="none" spc="0" normalizeH="0" baseline="0" noProof="0">
                          <a:ln>
                            <a:noFill/>
                          </a:ln>
                          <a:solidFill>
                            <a:schemeClr val="tx2"/>
                          </a:solidFill>
                          <a:effectLst/>
                          <a:uLnTx/>
                          <a:uFillTx/>
                          <a:latin typeface="+mn-lt"/>
                          <a:ea typeface="Arial" charset="0"/>
                          <a:cs typeface="Arial" charset="0"/>
                        </a:rPr>
                      </a:b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herunder indsamling af links, filmklip, baggrundsartikler, interviews etc. Produktion af film inkl. post-produktion</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90.000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1"/>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Website</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Design af indhold, wireframes, tekster og grafik til webplatform</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Udvikling, kodning og implementering af website kodet i UMBRACO og implementeret på GO BASIC-platform</a:t>
                      </a:r>
                      <a:endParaRPr lang="da-DK" sz="120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100.000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2"/>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Mediestrategi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Strategisk og markedsførende PR – udvikling, planlægning og eksekvering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Annoncebudget inkl. produktion af banner til fx Facebook og relevante netværksmedier</a:t>
                      </a:r>
                      <a:endParaRPr lang="da-DK" sz="12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3"/>
                  </a:ext>
                </a:extLst>
              </a:tr>
              <a:tr h="570777">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Distribution og netværksindsats</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dirty="0">
                          <a:ln>
                            <a:noFill/>
                          </a:ln>
                          <a:solidFill>
                            <a:schemeClr val="tx2"/>
                          </a:solidFill>
                          <a:effectLst/>
                          <a:uLnTx/>
                          <a:uFillTx/>
                          <a:latin typeface="+mn-lt"/>
                          <a:ea typeface="Arial" charset="0"/>
                          <a:cs typeface="Arial" charset="0"/>
                        </a:rPr>
                        <a:t>Identificering af kanaler og platforme, samt detaljeret plan og årshjul med indsatser</a:t>
                      </a: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35.000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4"/>
                  </a:ext>
                </a:extLst>
              </a:tr>
              <a:tr h="753676">
                <a:tc>
                  <a:txBody>
                    <a:bodyPr/>
                    <a:lstStyle/>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Projektledelse og planlægning</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Generel projektledelse. Løbende kontakt inkl. deltagelse i møder samt udarbejdelse af </a:t>
                      </a:r>
                    </a:p>
                    <a:p>
                      <a:pPr marL="0" marR="0" lvl="0" indent="0" algn="l" defTabSz="914400" rtl="0" eaLnBrk="1" fontAlgn="base" latinLnBrk="0" hangingPunct="1">
                        <a:lnSpc>
                          <a:spcPct val="100000"/>
                        </a:lnSpc>
                        <a:spcBef>
                          <a:spcPts val="0"/>
                        </a:spcBef>
                        <a:spcAft>
                          <a:spcPts val="0"/>
                        </a:spcAft>
                        <a:buClrTx/>
                        <a:buSzTx/>
                        <a:buFontTx/>
                        <a:buNone/>
                        <a:tabLst>
                          <a:tab pos="6088063" algn="r"/>
                        </a:tabLst>
                        <a:defRPr/>
                      </a:pPr>
                      <a:r>
                        <a:rPr kumimoji="0" lang="da-DK" sz="1200" b="0" i="0" u="none" strike="noStrike" kern="1200" cap="none" spc="0" normalizeH="0" baseline="0" noProof="0">
                          <a:ln>
                            <a:noFill/>
                          </a:ln>
                          <a:solidFill>
                            <a:schemeClr val="tx2"/>
                          </a:solidFill>
                          <a:effectLst/>
                          <a:uLnTx/>
                          <a:uFillTx/>
                          <a:latin typeface="+mn-lt"/>
                          <a:ea typeface="Arial" charset="0"/>
                          <a:cs typeface="Arial" charset="0"/>
                        </a:rPr>
                        <a:t>statusdokumenter og præsentationer (4-5 t pr. uge frem til 31/6-2015)</a:t>
                      </a:r>
                      <a:endParaRPr kumimoji="0" lang="da-DK" sz="1200" b="1" i="0" u="none" strike="noStrike" kern="1200" cap="none" spc="0" normalizeH="0" baseline="0" noProof="0">
                        <a:ln>
                          <a:noFill/>
                        </a:ln>
                        <a:solidFill>
                          <a:schemeClr val="tx2"/>
                        </a:solidFill>
                        <a:effectLst/>
                        <a:uLnTx/>
                        <a:uFillTx/>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algn="r">
                        <a:spcAft>
                          <a:spcPts val="0"/>
                        </a:spcAft>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80.000</a:t>
                      </a:r>
                      <a:endParaRPr lang="da-DK" sz="160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28575" cap="flat" cmpd="sng" algn="ctr">
                      <a:no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5"/>
                  </a:ext>
                </a:extLst>
              </a:tr>
              <a:tr h="243864">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endParaRPr lang="da-DK" sz="12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algn="l" defTabSz="1275934" rtl="0" eaLnBrk="1" latinLnBrk="0" hangingPunct="1">
                        <a:spcAft>
                          <a:spcPts val="0"/>
                        </a:spcAft>
                      </a:pPr>
                      <a:endParaRPr lang="da-DK" sz="1600">
                        <a:solidFill>
                          <a:schemeClr val="tx2"/>
                        </a:solidFill>
                        <a:latin typeface="+mn-lt"/>
                        <a:ea typeface="Arial" charset="0"/>
                        <a:cs typeface="Arial" charset="0"/>
                      </a:endParaRPr>
                    </a:p>
                  </a:txBody>
                  <a:tcPr marL="0" marR="0" marT="0" marB="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6"/>
                  </a:ext>
                </a:extLst>
              </a:tr>
              <a:tr h="387879">
                <a:tc>
                  <a:txBody>
                    <a:bodyPr/>
                    <a:lstStyle/>
                    <a:p>
                      <a:pPr marL="0" marR="0" indent="0" algn="l"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a:ln>
                            <a:noFill/>
                          </a:ln>
                          <a:solidFill>
                            <a:schemeClr val="tx2"/>
                          </a:solidFill>
                          <a:effectLst/>
                          <a:uLnTx/>
                          <a:uFillTx/>
                          <a:latin typeface="+mn-lt"/>
                          <a:ea typeface="Arial" charset="0"/>
                          <a:cs typeface="Arial" charset="0"/>
                        </a:rPr>
                        <a:t>I alt ekskl. moms</a:t>
                      </a:r>
                      <a:endParaRPr lang="da-DK" sz="1600" b="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tc>
                  <a:txBody>
                    <a:bodyPr/>
                    <a:lstStyle/>
                    <a:p>
                      <a:pPr marL="0" marR="0" indent="0" algn="r" defTabSz="957190" rtl="0" eaLnBrk="1" fontAlgn="auto" latinLnBrk="0" hangingPunct="1">
                        <a:lnSpc>
                          <a:spcPct val="100000"/>
                        </a:lnSpc>
                        <a:spcBef>
                          <a:spcPts val="0"/>
                        </a:spcBef>
                        <a:spcAft>
                          <a:spcPts val="0"/>
                        </a:spcAft>
                        <a:buClrTx/>
                        <a:buSzTx/>
                        <a:buFontTx/>
                        <a:buNone/>
                        <a:tabLst/>
                        <a:defRPr/>
                      </a:pPr>
                      <a:r>
                        <a:rPr kumimoji="0" lang="da-DK" sz="1600" b="0" i="0" u="none" strike="noStrike" kern="1200" cap="none" spc="0" normalizeH="0" baseline="0" noProof="0" dirty="0">
                          <a:ln>
                            <a:noFill/>
                          </a:ln>
                          <a:solidFill>
                            <a:schemeClr val="tx2"/>
                          </a:solidFill>
                          <a:effectLst/>
                          <a:uLnTx/>
                          <a:uFillTx/>
                          <a:latin typeface="+mn-lt"/>
                          <a:ea typeface="Arial" charset="0"/>
                          <a:cs typeface="Arial" charset="0"/>
                        </a:rPr>
                        <a:t>495.000</a:t>
                      </a:r>
                      <a:endParaRPr lang="da-DK" sz="1600" b="0" dirty="0">
                        <a:solidFill>
                          <a:schemeClr val="tx2"/>
                        </a:solidFill>
                        <a:latin typeface="+mn-lt"/>
                        <a:ea typeface="Arial" charset="0"/>
                        <a:cs typeface="Arial" charset="0"/>
                      </a:endParaRPr>
                    </a:p>
                  </a:txBody>
                  <a:tcPr marL="0" marR="0" marT="72000" marB="72000">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BlToTr w="12700" cap="flat" cmpd="sng" algn="ctr">
                      <a:noFill/>
                      <a:prstDash val="solid"/>
                      <a:round/>
                      <a:headEnd type="none" w="med" len="med"/>
                      <a:tailEnd type="none" w="med" len="med"/>
                    </a:lnBlToTr>
                    <a:noFill/>
                  </a:tcPr>
                </a:tc>
                <a:extLst>
                  <a:ext uri="{0D108BD9-81ED-4DB2-BD59-A6C34878D82A}">
                    <a16:rowId xmlns:a16="http://schemas.microsoft.com/office/drawing/2014/main" val="10007"/>
                  </a:ext>
                </a:extLst>
              </a:tr>
            </a:tbl>
          </a:graphicData>
        </a:graphic>
      </p:graphicFrame>
      <p:sp>
        <p:nvSpPr>
          <p:cNvPr id="3" name="Pladsholder til slidenummer 2">
            <a:extLst>
              <a:ext uri="{FF2B5EF4-FFF2-40B4-BE49-F238E27FC236}">
                <a16:creationId xmlns:a16="http://schemas.microsoft.com/office/drawing/2014/main" id="{CFCC1CD5-B509-C894-0348-8C0F29064FE1}"/>
              </a:ext>
            </a:extLst>
          </p:cNvPr>
          <p:cNvSpPr>
            <a:spLocks noGrp="1"/>
          </p:cNvSpPr>
          <p:nvPr>
            <p:ph type="sldNum" sz="quarter" idx="11"/>
          </p:nvPr>
        </p:nvSpPr>
        <p:spPr/>
        <p:txBody>
          <a:bodyPr/>
          <a:lstStyle/>
          <a:p>
            <a:r>
              <a:rPr lang="da-DK"/>
              <a:t>S.</a:t>
            </a:r>
            <a:fld id="{5756700A-4FDC-43B2-BFF8-4B28CED2581C}" type="slidenum">
              <a:rPr lang="da-DK" smtClean="0"/>
              <a:pPr/>
              <a:t>34</a:t>
            </a:fld>
            <a:endParaRPr lang="da-DK"/>
          </a:p>
        </p:txBody>
      </p:sp>
    </p:spTree>
    <p:extLst>
      <p:ext uri="{BB962C8B-B14F-4D97-AF65-F5344CB8AC3E}">
        <p14:creationId xmlns:p14="http://schemas.microsoft.com/office/powerpoint/2010/main" val="12963926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E092F-5B1F-AAE5-C5F1-D0738D759F2F}"/>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9F76E35-2039-A08F-9C63-31D5D72F8555}"/>
              </a:ext>
            </a:extLst>
          </p:cNvPr>
          <p:cNvSpPr>
            <a:spLocks noGrp="1"/>
          </p:cNvSpPr>
          <p:nvPr>
            <p:ph type="title"/>
          </p:nvPr>
        </p:nvSpPr>
        <p:spPr>
          <a:xfrm>
            <a:off x="288000" y="252000"/>
            <a:ext cx="5626800"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9210AF9F-D6B1-EC09-DD64-51665B50A5CC}"/>
              </a:ext>
            </a:extLst>
          </p:cNvPr>
          <p:cNvSpPr>
            <a:spLocks noGrp="1"/>
          </p:cNvSpPr>
          <p:nvPr>
            <p:ph idx="14"/>
          </p:nvPr>
        </p:nvSpPr>
        <p:spPr>
          <a:xfrm>
            <a:off x="324000" y="2289600"/>
            <a:ext cx="5626800" cy="3695707"/>
          </a:xfrm>
        </p:spPr>
        <p:txBody>
          <a:bodyPr/>
          <a:lstStyle/>
          <a:p>
            <a:r>
              <a:rPr lang="da-DK"/>
              <a:t>Lorem ipsum dolor sit amet, consectetur adipiscing elit. Ut dapibus, turpis ac ullamcorper rhoncus, nibh purus facilisis est, sit amet molestie tortor.</a:t>
            </a:r>
          </a:p>
          <a:p>
            <a:endParaRPr lang="da-DK"/>
          </a:p>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r>
              <a:rPr lang="da-DK"/>
              <a:t>Volupti ostotat aturias doluptatem ipsae. Ignamus nonsed explaut dolupta ecusand ionsendam quunt fugiantis reptatum verum atem .</a:t>
            </a:r>
          </a:p>
          <a:p>
            <a:endParaRPr lang="da-DK"/>
          </a:p>
        </p:txBody>
      </p:sp>
      <p:sp>
        <p:nvSpPr>
          <p:cNvPr id="4" name="Pladsholder til indhold 3">
            <a:extLst>
              <a:ext uri="{FF2B5EF4-FFF2-40B4-BE49-F238E27FC236}">
                <a16:creationId xmlns:a16="http://schemas.microsoft.com/office/drawing/2014/main" id="{8CD33760-2F0F-49E0-47CF-110273BA0436}"/>
              </a:ext>
            </a:extLst>
          </p:cNvPr>
          <p:cNvSpPr>
            <a:spLocks noGrp="1"/>
          </p:cNvSpPr>
          <p:nvPr>
            <p:ph idx="15"/>
          </p:nvPr>
        </p:nvSpPr>
        <p:spPr>
          <a:xfrm>
            <a:off x="6165850" y="2289600"/>
            <a:ext cx="5734976" cy="3695707"/>
          </a:xfrm>
        </p:spPr>
        <p:txBody>
          <a:bodyPr/>
          <a:lstStyle/>
          <a:p>
            <a:r>
              <a:rPr lang="da-DK"/>
              <a:t>Iti aut quisquis dolupta porporumet odis quatem vid ut ut a pellist, suntias perferum estium voluptate vitam haritia volupti ostotat aturias doluptatem ipsae. Ignamus nonsed explaut dolupta ecusand ionsendam quunt fugiantis reptatum verum atem qui nest maiorro blandit moluptatur, consecatis sunt qui Harumqui cullacera nim in plaut. Minverestin cus aut anisimus</a:t>
            </a:r>
          </a:p>
          <a:p>
            <a:endParaRPr lang="da-DK"/>
          </a:p>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a:p>
            <a:endParaRPr lang="da-DK"/>
          </a:p>
          <a:p>
            <a:r>
              <a:rPr lang="da-DK"/>
              <a:t>Omnis sus aut aut laborios dolor aut modi to veles rerum accabor simint acium acculpario mod magnatur adis et, sequam que ducienis sitibus alictur audam autem nimporiatum quam.</a:t>
            </a:r>
          </a:p>
        </p:txBody>
      </p:sp>
      <p:sp>
        <p:nvSpPr>
          <p:cNvPr id="5" name="Pladsholder til slidenummer 4">
            <a:extLst>
              <a:ext uri="{FF2B5EF4-FFF2-40B4-BE49-F238E27FC236}">
                <a16:creationId xmlns:a16="http://schemas.microsoft.com/office/drawing/2014/main" id="{3EB7DA2A-C827-20DB-4F7A-BE38D6C0A2BF}"/>
              </a:ext>
            </a:extLst>
          </p:cNvPr>
          <p:cNvSpPr>
            <a:spLocks noGrp="1"/>
          </p:cNvSpPr>
          <p:nvPr>
            <p:ph type="sldNum" sz="quarter" idx="11"/>
          </p:nvPr>
        </p:nvSpPr>
        <p:spPr/>
        <p:txBody>
          <a:bodyPr/>
          <a:lstStyle/>
          <a:p>
            <a:r>
              <a:rPr lang="da-DK"/>
              <a:t>S.</a:t>
            </a:r>
            <a:fld id="{5756700A-4FDC-43B2-BFF8-4B28CED2581C}" type="slidenum">
              <a:rPr lang="da-DK" smtClean="0"/>
              <a:pPr/>
              <a:t>35</a:t>
            </a:fld>
            <a:endParaRPr lang="da-DK"/>
          </a:p>
        </p:txBody>
      </p:sp>
    </p:spTree>
    <p:extLst>
      <p:ext uri="{BB962C8B-B14F-4D97-AF65-F5344CB8AC3E}">
        <p14:creationId xmlns:p14="http://schemas.microsoft.com/office/powerpoint/2010/main" val="35814253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2363D4-D7DF-ED2F-7429-E0F19E277376}"/>
              </a:ext>
            </a:extLst>
          </p:cNvPr>
          <p:cNvSpPr>
            <a:spLocks noGrp="1"/>
          </p:cNvSpPr>
          <p:nvPr>
            <p:ph type="title"/>
          </p:nvPr>
        </p:nvSpPr>
        <p:spPr>
          <a:xfrm>
            <a:off x="288000" y="252000"/>
            <a:ext cx="5662026"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10F9B9BF-9964-B77F-D9B7-09E79D4B32B7}"/>
              </a:ext>
            </a:extLst>
          </p:cNvPr>
          <p:cNvSpPr>
            <a:spLocks noGrp="1"/>
          </p:cNvSpPr>
          <p:nvPr>
            <p:ph idx="1"/>
          </p:nvPr>
        </p:nvSpPr>
        <p:spPr>
          <a:xfrm>
            <a:off x="2880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87C71652-EE74-EF36-830B-78EB8522720F}"/>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476" r="18476"/>
          <a:stretch/>
        </p:blipFill>
        <p:spPr>
          <a:xfrm>
            <a:off x="6145882" y="251999"/>
            <a:ext cx="5790943" cy="6120000"/>
          </a:xfrm>
        </p:spPr>
      </p:pic>
      <p:sp>
        <p:nvSpPr>
          <p:cNvPr id="4" name="Pladsholder til slidenummer 3">
            <a:extLst>
              <a:ext uri="{FF2B5EF4-FFF2-40B4-BE49-F238E27FC236}">
                <a16:creationId xmlns:a16="http://schemas.microsoft.com/office/drawing/2014/main" id="{47EA0836-422A-3F40-E231-9F1D4801D4B8}"/>
              </a:ext>
            </a:extLst>
          </p:cNvPr>
          <p:cNvSpPr>
            <a:spLocks noGrp="1"/>
          </p:cNvSpPr>
          <p:nvPr>
            <p:ph type="sldNum" sz="quarter" idx="11"/>
          </p:nvPr>
        </p:nvSpPr>
        <p:spPr/>
        <p:txBody>
          <a:bodyPr/>
          <a:lstStyle/>
          <a:p>
            <a:r>
              <a:rPr lang="da-DK"/>
              <a:t>S.</a:t>
            </a:r>
            <a:fld id="{5756700A-4FDC-43B2-BFF8-4B28CED2581C}" type="slidenum">
              <a:rPr lang="da-DK" smtClean="0"/>
              <a:pPr/>
              <a:t>36</a:t>
            </a:fld>
            <a:endParaRPr lang="da-DK"/>
          </a:p>
        </p:txBody>
      </p:sp>
    </p:spTree>
    <p:extLst>
      <p:ext uri="{BB962C8B-B14F-4D97-AF65-F5344CB8AC3E}">
        <p14:creationId xmlns:p14="http://schemas.microsoft.com/office/powerpoint/2010/main" val="57712976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CE837-787C-37B6-51B2-D2283EC1CC93}"/>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524726BC-9F58-3B5D-D630-F8E88E381DEB}"/>
              </a:ext>
            </a:extLst>
          </p:cNvPr>
          <p:cNvSpPr>
            <a:spLocks noGrp="1"/>
          </p:cNvSpPr>
          <p:nvPr>
            <p:ph type="title"/>
          </p:nvPr>
        </p:nvSpPr>
        <p:spPr>
          <a:xfrm>
            <a:off x="6166800" y="252000"/>
            <a:ext cx="5662026" cy="1811099"/>
          </a:xfrm>
        </p:spPr>
        <p:txBody>
          <a:bodyPr/>
          <a:lstStyle/>
          <a:p>
            <a:r>
              <a:rPr lang="da-DK"/>
              <a:t>Lorem ipsum sit amet con incidunct</a:t>
            </a:r>
          </a:p>
        </p:txBody>
      </p:sp>
      <p:sp>
        <p:nvSpPr>
          <p:cNvPr id="3" name="Pladsholder til indhold 2">
            <a:extLst>
              <a:ext uri="{FF2B5EF4-FFF2-40B4-BE49-F238E27FC236}">
                <a16:creationId xmlns:a16="http://schemas.microsoft.com/office/drawing/2014/main" id="{2255DAB4-3BD7-364B-A424-C38A1FEF5D62}"/>
              </a:ext>
            </a:extLst>
          </p:cNvPr>
          <p:cNvSpPr>
            <a:spLocks noGrp="1"/>
          </p:cNvSpPr>
          <p:nvPr>
            <p:ph idx="1"/>
          </p:nvPr>
        </p:nvSpPr>
        <p:spPr>
          <a:xfrm>
            <a:off x="6166800" y="2186602"/>
            <a:ext cx="5662026" cy="4081221"/>
          </a:xfrm>
        </p:spPr>
        <p:txBody>
          <a:bodyPr/>
          <a:lstStyle/>
          <a:p>
            <a:pPr lvl="1"/>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2672389B-53E1-46B0-C40B-435717031EC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848" r="18848"/>
          <a:stretch/>
        </p:blipFill>
        <p:spPr>
          <a:xfrm>
            <a:off x="252001" y="251999"/>
            <a:ext cx="5724000" cy="6120000"/>
          </a:xfrm>
        </p:spPr>
      </p:pic>
      <p:sp>
        <p:nvSpPr>
          <p:cNvPr id="4" name="Pladsholder til slidenummer 3">
            <a:extLst>
              <a:ext uri="{FF2B5EF4-FFF2-40B4-BE49-F238E27FC236}">
                <a16:creationId xmlns:a16="http://schemas.microsoft.com/office/drawing/2014/main" id="{83DB85FD-4BDD-84BE-E7BA-0D7E2069AD6C}"/>
              </a:ext>
            </a:extLst>
          </p:cNvPr>
          <p:cNvSpPr>
            <a:spLocks noGrp="1"/>
          </p:cNvSpPr>
          <p:nvPr>
            <p:ph type="sldNum" sz="quarter" idx="11"/>
          </p:nvPr>
        </p:nvSpPr>
        <p:spPr/>
        <p:txBody>
          <a:bodyPr/>
          <a:lstStyle/>
          <a:p>
            <a:r>
              <a:rPr lang="da-DK"/>
              <a:t>S.</a:t>
            </a:r>
            <a:fld id="{5756700A-4FDC-43B2-BFF8-4B28CED2581C}" type="slidenum">
              <a:rPr lang="da-DK" smtClean="0"/>
              <a:pPr/>
              <a:t>37</a:t>
            </a:fld>
            <a:endParaRPr lang="da-DK"/>
          </a:p>
        </p:txBody>
      </p:sp>
    </p:spTree>
    <p:extLst>
      <p:ext uri="{BB962C8B-B14F-4D97-AF65-F5344CB8AC3E}">
        <p14:creationId xmlns:p14="http://schemas.microsoft.com/office/powerpoint/2010/main" val="42564452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D2F8235-31F6-CCE7-8B95-4A25AD9ABAAA}"/>
              </a:ext>
            </a:extLst>
          </p:cNvPr>
          <p:cNvSpPr>
            <a:spLocks noGrp="1"/>
          </p:cNvSpPr>
          <p:nvPr>
            <p:ph type="title"/>
          </p:nvPr>
        </p:nvSpPr>
        <p:spPr>
          <a:xfrm>
            <a:off x="288000" y="252000"/>
            <a:ext cx="5662026" cy="1244943"/>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C10357E1-5030-AA7E-6CEA-A38EB23C7CE5}"/>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da-DK"/>
          </a:p>
        </p:txBody>
      </p:sp>
      <p:graphicFrame>
        <p:nvGraphicFramePr>
          <p:cNvPr id="6" name="Diagram 5">
            <a:extLst>
              <a:ext uri="{FF2B5EF4-FFF2-40B4-BE49-F238E27FC236}">
                <a16:creationId xmlns:a16="http://schemas.microsoft.com/office/drawing/2014/main" id="{999169E8-B36E-1230-6B8F-86CAAC306D5E}"/>
              </a:ext>
            </a:extLst>
          </p:cNvPr>
          <p:cNvGraphicFramePr/>
          <p:nvPr>
            <p:extLst>
              <p:ext uri="{D42A27DB-BD31-4B8C-83A1-F6EECF244321}">
                <p14:modId xmlns:p14="http://schemas.microsoft.com/office/powerpoint/2010/main" val="298311113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
        <p:nvSpPr>
          <p:cNvPr id="3" name="Pladsholder til slidenummer 2">
            <a:extLst>
              <a:ext uri="{FF2B5EF4-FFF2-40B4-BE49-F238E27FC236}">
                <a16:creationId xmlns:a16="http://schemas.microsoft.com/office/drawing/2014/main" id="{36A40771-E720-A90B-728A-2280CE8615E0}"/>
              </a:ext>
            </a:extLst>
          </p:cNvPr>
          <p:cNvSpPr>
            <a:spLocks noGrp="1"/>
          </p:cNvSpPr>
          <p:nvPr>
            <p:ph type="sldNum" sz="quarter" idx="11"/>
          </p:nvPr>
        </p:nvSpPr>
        <p:spPr/>
        <p:txBody>
          <a:bodyPr/>
          <a:lstStyle/>
          <a:p>
            <a:r>
              <a:rPr lang="da-DK"/>
              <a:t>S.</a:t>
            </a:r>
            <a:fld id="{5756700A-4FDC-43B2-BFF8-4B28CED2581C}" type="slidenum">
              <a:rPr lang="da-DK" smtClean="0"/>
              <a:pPr/>
              <a:t>38</a:t>
            </a:fld>
            <a:endParaRPr lang="da-DK"/>
          </a:p>
        </p:txBody>
      </p:sp>
    </p:spTree>
    <p:extLst>
      <p:ext uri="{BB962C8B-B14F-4D97-AF65-F5344CB8AC3E}">
        <p14:creationId xmlns:p14="http://schemas.microsoft.com/office/powerpoint/2010/main" val="246092906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4A5284-0FA5-E5D0-626A-C73C885B7F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C49757-9197-3839-EAEF-6CF8C10E66D0}"/>
              </a:ext>
            </a:extLst>
          </p:cNvPr>
          <p:cNvSpPr>
            <a:spLocks noGrp="1"/>
          </p:cNvSpPr>
          <p:nvPr>
            <p:ph type="title"/>
          </p:nvPr>
        </p:nvSpPr>
        <p:spPr>
          <a:xfrm>
            <a:off x="288000" y="252000"/>
            <a:ext cx="5662026" cy="1244943"/>
          </a:xfrm>
        </p:spPr>
        <p:txBody>
          <a:bodyPr/>
          <a:lstStyle/>
          <a:p>
            <a:r>
              <a:rPr lang="da-DK"/>
              <a:t>Lorem ipsum </a:t>
            </a:r>
            <a:br>
              <a:rPr lang="da-DK"/>
            </a:br>
            <a:r>
              <a:rPr lang="da-DK"/>
              <a:t>sit amet</a:t>
            </a:r>
          </a:p>
        </p:txBody>
      </p:sp>
      <p:sp>
        <p:nvSpPr>
          <p:cNvPr id="5" name="Pladsholder til indhold 4">
            <a:extLst>
              <a:ext uri="{FF2B5EF4-FFF2-40B4-BE49-F238E27FC236}">
                <a16:creationId xmlns:a16="http://schemas.microsoft.com/office/drawing/2014/main" id="{6EA7FC4E-F594-2F17-8FF2-A32B37B58FCE}"/>
              </a:ext>
            </a:extLst>
          </p:cNvPr>
          <p:cNvSpPr>
            <a:spLocks noGrp="1"/>
          </p:cNvSpPr>
          <p:nvPr>
            <p:ph idx="1"/>
          </p:nvPr>
        </p:nvSpPr>
        <p:spPr>
          <a:xfrm>
            <a:off x="324000" y="1618736"/>
            <a:ext cx="5626026" cy="4649088"/>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pPr lvl="1"/>
            <a:r>
              <a:rPr lang="da-DK"/>
              <a:t>Lorem ipsum dolor sit amet</a:t>
            </a:r>
          </a:p>
          <a:p>
            <a:pPr lvl="1"/>
            <a:r>
              <a:rPr lang="da-DK"/>
              <a:t>Donec non sem luctus</a:t>
            </a:r>
          </a:p>
          <a:p>
            <a:pPr lvl="1"/>
            <a:r>
              <a:rPr lang="da-DK"/>
              <a:t>Mauris pharetra lorem at justo</a:t>
            </a:r>
            <a:br>
              <a:rPr lang="da-DK"/>
            </a:br>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a:p>
            <a:endParaRPr lang="da-DK"/>
          </a:p>
        </p:txBody>
      </p:sp>
      <p:graphicFrame>
        <p:nvGraphicFramePr>
          <p:cNvPr id="6" name="Diagram 5">
            <a:extLst>
              <a:ext uri="{FF2B5EF4-FFF2-40B4-BE49-F238E27FC236}">
                <a16:creationId xmlns:a16="http://schemas.microsoft.com/office/drawing/2014/main" id="{05EB8541-FDF2-C9D3-6865-2813032EB56C}"/>
              </a:ext>
            </a:extLst>
          </p:cNvPr>
          <p:cNvGraphicFramePr/>
          <p:nvPr>
            <p:extLst>
              <p:ext uri="{D42A27DB-BD31-4B8C-83A1-F6EECF244321}">
                <p14:modId xmlns:p14="http://schemas.microsoft.com/office/powerpoint/2010/main" val="1474430977"/>
              </p:ext>
            </p:extLst>
          </p:nvPr>
        </p:nvGraphicFramePr>
        <p:xfrm>
          <a:off x="6767290" y="908517"/>
          <a:ext cx="4652319" cy="4748490"/>
        </p:xfrm>
        <a:graphic>
          <a:graphicData uri="http://schemas.openxmlformats.org/drawingml/2006/chart">
            <c:chart xmlns:c="http://schemas.openxmlformats.org/drawingml/2006/chart" xmlns:r="http://schemas.openxmlformats.org/officeDocument/2006/relationships" r:id="rId2"/>
          </a:graphicData>
        </a:graphic>
      </p:graphicFrame>
      <p:sp>
        <p:nvSpPr>
          <p:cNvPr id="7" name="Titel 1">
            <a:extLst>
              <a:ext uri="{FF2B5EF4-FFF2-40B4-BE49-F238E27FC236}">
                <a16:creationId xmlns:a16="http://schemas.microsoft.com/office/drawing/2014/main" id="{CAE27FD0-BF06-2F1F-4D62-8E7B5E783687}"/>
              </a:ext>
            </a:extLst>
          </p:cNvPr>
          <p:cNvSpPr txBox="1">
            <a:spLocks/>
          </p:cNvSpPr>
          <p:nvPr/>
        </p:nvSpPr>
        <p:spPr>
          <a:xfrm>
            <a:off x="7566143" y="2347955"/>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t>Kategori </a:t>
            </a:r>
            <a:r>
              <a:rPr lang="da-DK" sz="1600" b="1"/>
              <a:t>19%</a:t>
            </a:r>
          </a:p>
        </p:txBody>
      </p:sp>
      <p:sp>
        <p:nvSpPr>
          <p:cNvPr id="8" name="Titel 1">
            <a:extLst>
              <a:ext uri="{FF2B5EF4-FFF2-40B4-BE49-F238E27FC236}">
                <a16:creationId xmlns:a16="http://schemas.microsoft.com/office/drawing/2014/main" id="{D2A9D624-639D-2D8A-C36F-1772DE071C22}"/>
              </a:ext>
            </a:extLst>
          </p:cNvPr>
          <p:cNvSpPr txBox="1">
            <a:spLocks/>
          </p:cNvSpPr>
          <p:nvPr/>
        </p:nvSpPr>
        <p:spPr>
          <a:xfrm>
            <a:off x="9533731" y="255682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solidFill>
                  <a:schemeClr val="accent4"/>
                </a:solidFill>
              </a:rPr>
              <a:t>Kategori </a:t>
            </a:r>
            <a:r>
              <a:rPr lang="da-DK" sz="1600" b="1">
                <a:solidFill>
                  <a:schemeClr val="accent4"/>
                </a:solidFill>
              </a:rPr>
              <a:t>19%</a:t>
            </a:r>
          </a:p>
        </p:txBody>
      </p:sp>
      <p:sp>
        <p:nvSpPr>
          <p:cNvPr id="9" name="Titel 1">
            <a:extLst>
              <a:ext uri="{FF2B5EF4-FFF2-40B4-BE49-F238E27FC236}">
                <a16:creationId xmlns:a16="http://schemas.microsoft.com/office/drawing/2014/main" id="{37710AE6-6A11-6AFF-B792-F81EB22E408D}"/>
              </a:ext>
            </a:extLst>
          </p:cNvPr>
          <p:cNvSpPr txBox="1">
            <a:spLocks/>
          </p:cNvSpPr>
          <p:nvPr/>
        </p:nvSpPr>
        <p:spPr>
          <a:xfrm>
            <a:off x="9515340" y="3965397"/>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t>Kategori </a:t>
            </a:r>
            <a:r>
              <a:rPr lang="da-DK" sz="1600" b="1"/>
              <a:t>19%</a:t>
            </a:r>
          </a:p>
        </p:txBody>
      </p:sp>
      <p:sp>
        <p:nvSpPr>
          <p:cNvPr id="10" name="Titel 1">
            <a:extLst>
              <a:ext uri="{FF2B5EF4-FFF2-40B4-BE49-F238E27FC236}">
                <a16:creationId xmlns:a16="http://schemas.microsoft.com/office/drawing/2014/main" id="{2F82A479-711B-E717-07D6-FC2B9F878F56}"/>
              </a:ext>
            </a:extLst>
          </p:cNvPr>
          <p:cNvSpPr txBox="1">
            <a:spLocks/>
          </p:cNvSpPr>
          <p:nvPr/>
        </p:nvSpPr>
        <p:spPr>
          <a:xfrm>
            <a:off x="7793929" y="4273974"/>
            <a:ext cx="1231796" cy="417743"/>
          </a:xfrm>
          <a:prstGeom prst="rect">
            <a:avLst/>
          </a:prstGeom>
        </p:spPr>
        <p:txBody>
          <a:bodyPr vert="horz" lIns="0" tIns="0" rIns="0" bIns="0" rtlCol="0" anchor="t" anchorCtr="0">
            <a:noAutofit/>
          </a:bodyPr>
          <a:lstStyle>
            <a:lvl1pPr marL="0" indent="0" algn="l" rtl="0" eaLnBrk="1" fontAlgn="base" hangingPunct="1">
              <a:lnSpc>
                <a:spcPct val="83000"/>
              </a:lnSpc>
              <a:spcBef>
                <a:spcPct val="0"/>
              </a:spcBef>
              <a:spcAft>
                <a:spcPct val="0"/>
              </a:spcAft>
              <a:defRPr sz="48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600">
                <a:solidFill>
                  <a:schemeClr val="accent4"/>
                </a:solidFill>
              </a:rPr>
              <a:t>Kategori </a:t>
            </a:r>
            <a:r>
              <a:rPr lang="da-DK" sz="1600" b="1">
                <a:solidFill>
                  <a:schemeClr val="accent4"/>
                </a:solidFill>
              </a:rPr>
              <a:t>19%</a:t>
            </a:r>
          </a:p>
        </p:txBody>
      </p:sp>
      <p:sp>
        <p:nvSpPr>
          <p:cNvPr id="3" name="Pladsholder til slidenummer 2">
            <a:extLst>
              <a:ext uri="{FF2B5EF4-FFF2-40B4-BE49-F238E27FC236}">
                <a16:creationId xmlns:a16="http://schemas.microsoft.com/office/drawing/2014/main" id="{53F20F0D-92F9-528F-6F8C-B8D79234901D}"/>
              </a:ext>
            </a:extLst>
          </p:cNvPr>
          <p:cNvSpPr>
            <a:spLocks noGrp="1"/>
          </p:cNvSpPr>
          <p:nvPr>
            <p:ph type="sldNum" sz="quarter" idx="11"/>
          </p:nvPr>
        </p:nvSpPr>
        <p:spPr/>
        <p:txBody>
          <a:bodyPr/>
          <a:lstStyle/>
          <a:p>
            <a:r>
              <a:rPr lang="da-DK"/>
              <a:t>S.</a:t>
            </a:r>
            <a:fld id="{5756700A-4FDC-43B2-BFF8-4B28CED2581C}" type="slidenum">
              <a:rPr lang="da-DK" smtClean="0"/>
              <a:pPr/>
              <a:t>39</a:t>
            </a:fld>
            <a:endParaRPr lang="da-DK"/>
          </a:p>
        </p:txBody>
      </p:sp>
    </p:spTree>
    <p:extLst>
      <p:ext uri="{BB962C8B-B14F-4D97-AF65-F5344CB8AC3E}">
        <p14:creationId xmlns:p14="http://schemas.microsoft.com/office/powerpoint/2010/main" val="385711427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CB936-7836-47FE-A88E-28CF899C7F8B}"/>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393E83-9F19-6492-E1D3-DAC8811DFBD6}"/>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D77B75E6-4156-E2E1-E7A9-D6708D08447E}"/>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CE49F209-5060-DB1B-EC45-AFAA778D88B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046" b="2046"/>
          <a:stretch/>
        </p:blipFill>
        <p:spPr>
          <a:xfrm>
            <a:off x="288000" y="3284538"/>
            <a:ext cx="5754941" cy="3087461"/>
          </a:xfrm>
        </p:spPr>
      </p:pic>
      <p:sp>
        <p:nvSpPr>
          <p:cNvPr id="17" name="Pladsholder til indhold 16">
            <a:extLst>
              <a:ext uri="{FF2B5EF4-FFF2-40B4-BE49-F238E27FC236}">
                <a16:creationId xmlns:a16="http://schemas.microsoft.com/office/drawing/2014/main" id="{A061D1A6-21A3-DA70-4B1B-4706934BE8DC}"/>
              </a:ext>
            </a:extLst>
          </p:cNvPr>
          <p:cNvSpPr>
            <a:spLocks noGrp="1"/>
          </p:cNvSpPr>
          <p:nvPr>
            <p:ph idx="17"/>
          </p:nvPr>
        </p:nvSpPr>
        <p:spPr>
          <a:xfrm>
            <a:off x="6165852" y="3284539"/>
            <a:ext cx="5734973" cy="3004502"/>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1B259961-2BE2-4C31-C958-3AC77CD5FCB4}"/>
              </a:ext>
            </a:extLst>
          </p:cNvPr>
          <p:cNvSpPr>
            <a:spLocks noGrp="1"/>
          </p:cNvSpPr>
          <p:nvPr>
            <p:ph type="sldNum" sz="quarter" idx="11"/>
          </p:nvPr>
        </p:nvSpPr>
        <p:spPr/>
        <p:txBody>
          <a:bodyPr/>
          <a:lstStyle/>
          <a:p>
            <a:r>
              <a:rPr lang="da-DK"/>
              <a:t>S.</a:t>
            </a:r>
            <a:fld id="{5756700A-4FDC-43B2-BFF8-4B28CED2581C}" type="slidenum">
              <a:rPr lang="da-DK" smtClean="0"/>
              <a:pPr/>
              <a:t>40</a:t>
            </a:fld>
            <a:endParaRPr lang="da-DK"/>
          </a:p>
        </p:txBody>
      </p:sp>
    </p:spTree>
    <p:extLst>
      <p:ext uri="{BB962C8B-B14F-4D97-AF65-F5344CB8AC3E}">
        <p14:creationId xmlns:p14="http://schemas.microsoft.com/office/powerpoint/2010/main" val="4145970847"/>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4924A-DCB2-D36A-5893-4B7FEABBA68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3EC93E3-82CD-841F-27BD-84A06F101214}"/>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B4515B5D-2A64-B7C9-4864-D99AC5358F43}"/>
              </a:ext>
            </a:extLst>
          </p:cNvPr>
          <p:cNvSpPr>
            <a:spLocks noGrp="1"/>
          </p:cNvSpPr>
          <p:nvPr>
            <p:ph idx="1"/>
          </p:nvPr>
        </p:nvSpPr>
        <p:spPr>
          <a:xfrm>
            <a:off x="6165852" y="252000"/>
            <a:ext cx="5734973" cy="3025141"/>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435FA2F4-941A-2267-3CFB-608766DE4E5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874" b="1874"/>
          <a:stretch/>
        </p:blipFill>
        <p:spPr>
          <a:xfrm>
            <a:off x="6165852" y="3284538"/>
            <a:ext cx="5734973" cy="3087461"/>
          </a:xfrm>
        </p:spPr>
      </p:pic>
      <p:sp>
        <p:nvSpPr>
          <p:cNvPr id="17" name="Pladsholder til indhold 16">
            <a:extLst>
              <a:ext uri="{FF2B5EF4-FFF2-40B4-BE49-F238E27FC236}">
                <a16:creationId xmlns:a16="http://schemas.microsoft.com/office/drawing/2014/main" id="{087ED2A0-2CBC-A349-DD07-8F4324AB7785}"/>
              </a:ext>
            </a:extLst>
          </p:cNvPr>
          <p:cNvSpPr>
            <a:spLocks noGrp="1"/>
          </p:cNvSpPr>
          <p:nvPr>
            <p:ph idx="17"/>
          </p:nvPr>
        </p:nvSpPr>
        <p:spPr>
          <a:xfrm>
            <a:off x="288000" y="3284539"/>
            <a:ext cx="5760000" cy="3004502"/>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F366EF27-797D-72EE-BC4A-FDBF3C14CB40}"/>
              </a:ext>
            </a:extLst>
          </p:cNvPr>
          <p:cNvSpPr>
            <a:spLocks noGrp="1"/>
          </p:cNvSpPr>
          <p:nvPr>
            <p:ph type="sldNum" sz="quarter" idx="11"/>
          </p:nvPr>
        </p:nvSpPr>
        <p:spPr/>
        <p:txBody>
          <a:bodyPr/>
          <a:lstStyle/>
          <a:p>
            <a:r>
              <a:rPr lang="da-DK"/>
              <a:t>S.</a:t>
            </a:r>
            <a:fld id="{5756700A-4FDC-43B2-BFF8-4B28CED2581C}" type="slidenum">
              <a:rPr lang="da-DK" smtClean="0"/>
              <a:pPr/>
              <a:t>41</a:t>
            </a:fld>
            <a:endParaRPr lang="da-DK"/>
          </a:p>
        </p:txBody>
      </p:sp>
    </p:spTree>
    <p:extLst>
      <p:ext uri="{BB962C8B-B14F-4D97-AF65-F5344CB8AC3E}">
        <p14:creationId xmlns:p14="http://schemas.microsoft.com/office/powerpoint/2010/main" val="31741251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70B64-28D5-1410-00EF-62AC8EF816E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B644049F-F7AA-CB67-EA3E-47A05BCC2DA9}"/>
              </a:ext>
            </a:extLst>
          </p:cNvPr>
          <p:cNvSpPr>
            <a:spLocks noGrp="1"/>
          </p:cNvSpPr>
          <p:nvPr>
            <p:ph type="title"/>
          </p:nvPr>
        </p:nvSpPr>
        <p:spPr>
          <a:xfrm>
            <a:off x="288000" y="252000"/>
            <a:ext cx="5760550" cy="3025140"/>
          </a:xfrm>
        </p:spPr>
        <p:txBody>
          <a:bodyPr/>
          <a:lstStyle/>
          <a:p>
            <a:r>
              <a:rPr lang="da-DK"/>
              <a:t>Lorem ipsum sit</a:t>
            </a:r>
          </a:p>
        </p:txBody>
      </p:sp>
      <p:sp>
        <p:nvSpPr>
          <p:cNvPr id="3" name="Pladsholder til indhold 2">
            <a:extLst>
              <a:ext uri="{FF2B5EF4-FFF2-40B4-BE49-F238E27FC236}">
                <a16:creationId xmlns:a16="http://schemas.microsoft.com/office/drawing/2014/main" id="{3CD66BA2-1D93-9066-E0E9-7E78C759F90B}"/>
              </a:ext>
            </a:extLst>
          </p:cNvPr>
          <p:cNvSpPr>
            <a:spLocks noGrp="1"/>
          </p:cNvSpPr>
          <p:nvPr>
            <p:ph idx="1"/>
          </p:nvPr>
        </p:nvSpPr>
        <p:spPr>
          <a:xfrm>
            <a:off x="287339" y="3459163"/>
            <a:ext cx="5470910" cy="2870200"/>
          </a:xfrm>
        </p:spPr>
        <p:txBody>
          <a:bodyPr/>
          <a:lstStyle/>
          <a:p>
            <a:r>
              <a:rPr lang="da-DK"/>
              <a:t>Lorem ipsum dolor sit amet, consectetur adipiscing elit. Ut dapibus, turpis ac ullamcorper rhoncus, nibh purus facilisis est, sit amet molestie tortor lorem vitae sapien. Vestibulum ante ipsum primis in faucibus orci luctus et ultrices posuere cubilia curae; Integer vel accumsan ipsum. Sed risus enim, sollicitudin porta aliquet nec, molestie id lorem. </a:t>
            </a:r>
          </a:p>
        </p:txBody>
      </p:sp>
      <p:pic>
        <p:nvPicPr>
          <p:cNvPr id="6" name="Pladsholder til billede 5">
            <a:extLst>
              <a:ext uri="{FF2B5EF4-FFF2-40B4-BE49-F238E27FC236}">
                <a16:creationId xmlns:a16="http://schemas.microsoft.com/office/drawing/2014/main" id="{9C107F36-10BF-0AC8-C113-CCA01D343D13}"/>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2121" b="2121"/>
          <a:stretch/>
        </p:blipFill>
        <p:spPr>
          <a:xfrm>
            <a:off x="6165852" y="252000"/>
            <a:ext cx="5734973" cy="3072202"/>
          </a:xfrm>
        </p:spPr>
      </p:pic>
      <p:sp>
        <p:nvSpPr>
          <p:cNvPr id="17" name="Pladsholder til indhold 16">
            <a:extLst>
              <a:ext uri="{FF2B5EF4-FFF2-40B4-BE49-F238E27FC236}">
                <a16:creationId xmlns:a16="http://schemas.microsoft.com/office/drawing/2014/main" id="{FDEA64B9-709F-8490-4F96-7EB1CAF7AF3D}"/>
              </a:ext>
            </a:extLst>
          </p:cNvPr>
          <p:cNvSpPr>
            <a:spLocks noGrp="1"/>
          </p:cNvSpPr>
          <p:nvPr>
            <p:ph idx="17"/>
          </p:nvPr>
        </p:nvSpPr>
        <p:spPr>
          <a:xfrm>
            <a:off x="6166800" y="3458623"/>
            <a:ext cx="5734025" cy="2870546"/>
          </a:xfrm>
        </p:spPr>
        <p:txBody>
          <a:bodyPr/>
          <a:lstStyle/>
          <a:p>
            <a:r>
              <a:rPr lang="da-DK"/>
              <a:t>Lorem ipsum dolor sit amet</a:t>
            </a:r>
          </a:p>
          <a:p>
            <a:r>
              <a:rPr lang="da-DK"/>
              <a:t>Donec non sem luctus</a:t>
            </a:r>
          </a:p>
          <a:p>
            <a:r>
              <a:rPr lang="da-DK"/>
              <a:t>Mauris pharetra lorem at justo</a:t>
            </a:r>
          </a:p>
        </p:txBody>
      </p:sp>
      <p:sp>
        <p:nvSpPr>
          <p:cNvPr id="4" name="Pladsholder til slidenummer 3">
            <a:extLst>
              <a:ext uri="{FF2B5EF4-FFF2-40B4-BE49-F238E27FC236}">
                <a16:creationId xmlns:a16="http://schemas.microsoft.com/office/drawing/2014/main" id="{5C9567DD-E0BF-2E10-8DB2-F48749940652}"/>
              </a:ext>
            </a:extLst>
          </p:cNvPr>
          <p:cNvSpPr>
            <a:spLocks noGrp="1"/>
          </p:cNvSpPr>
          <p:nvPr>
            <p:ph type="sldNum" sz="quarter" idx="11"/>
          </p:nvPr>
        </p:nvSpPr>
        <p:spPr/>
        <p:txBody>
          <a:bodyPr/>
          <a:lstStyle/>
          <a:p>
            <a:r>
              <a:rPr lang="da-DK"/>
              <a:t>S.</a:t>
            </a:r>
            <a:fld id="{5756700A-4FDC-43B2-BFF8-4B28CED2581C}" type="slidenum">
              <a:rPr lang="da-DK" smtClean="0"/>
              <a:pPr/>
              <a:t>42</a:t>
            </a:fld>
            <a:endParaRPr lang="da-DK"/>
          </a:p>
        </p:txBody>
      </p:sp>
    </p:spTree>
    <p:extLst>
      <p:ext uri="{BB962C8B-B14F-4D97-AF65-F5344CB8AC3E}">
        <p14:creationId xmlns:p14="http://schemas.microsoft.com/office/powerpoint/2010/main" val="5153045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93847-EED1-19B3-6E5B-F0F53D4AE1B3}"/>
            </a:ext>
          </a:extLst>
        </p:cNvPr>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9CBB01C2-8856-78FE-640C-729099C4CA53}"/>
              </a:ext>
            </a:extLst>
          </p:cNvPr>
          <p:cNvSpPr>
            <a:spLocks noGrp="1"/>
          </p:cNvSpPr>
          <p:nvPr>
            <p:ph idx="1"/>
          </p:nvPr>
        </p:nvSpPr>
        <p:spPr>
          <a:xfrm>
            <a:off x="288000" y="252000"/>
            <a:ext cx="5760551" cy="2980095"/>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resto tempeliquas am dunturent alibusa nihilit, saest unt porem volore ipsae vero quuntia tibusda sit pro quam, vendellit omnim autatis volupta tiatibus.</a:t>
            </a:r>
          </a:p>
        </p:txBody>
      </p:sp>
      <p:pic>
        <p:nvPicPr>
          <p:cNvPr id="6" name="Pladsholder til billede 5">
            <a:extLst>
              <a:ext uri="{FF2B5EF4-FFF2-40B4-BE49-F238E27FC236}">
                <a16:creationId xmlns:a16="http://schemas.microsoft.com/office/drawing/2014/main" id="{2C40240E-DDCC-28DC-61CE-B4D71F3C476D}"/>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686" r="1686"/>
          <a:stretch/>
        </p:blipFill>
        <p:spPr>
          <a:xfrm>
            <a:off x="6165850" y="3284538"/>
            <a:ext cx="5734975" cy="3087461"/>
          </a:xfrm>
        </p:spPr>
      </p:pic>
      <p:sp>
        <p:nvSpPr>
          <p:cNvPr id="15" name="Pladsholder til indhold 14">
            <a:extLst>
              <a:ext uri="{FF2B5EF4-FFF2-40B4-BE49-F238E27FC236}">
                <a16:creationId xmlns:a16="http://schemas.microsoft.com/office/drawing/2014/main" id="{1B8F2724-4B3C-B168-07C2-15C5A1BE161D}"/>
              </a:ext>
            </a:extLst>
          </p:cNvPr>
          <p:cNvSpPr>
            <a:spLocks noGrp="1"/>
          </p:cNvSpPr>
          <p:nvPr>
            <p:ph idx="17"/>
          </p:nvPr>
        </p:nvSpPr>
        <p:spPr>
          <a:xfrm>
            <a:off x="288000" y="3284539"/>
            <a:ext cx="5760551" cy="2914248"/>
          </a:xfrm>
        </p:spPr>
        <p:txBody>
          <a:bodyPr/>
          <a:lstStyle/>
          <a:p>
            <a:endParaRPr lang="da-DK"/>
          </a:p>
          <a:p>
            <a:endParaRPr lang="da-DK"/>
          </a:p>
          <a:p>
            <a:endParaRPr lang="da-DK"/>
          </a:p>
          <a:p>
            <a:pPr lvl="1"/>
            <a:endParaRPr lang="da-DK"/>
          </a:p>
          <a:p>
            <a:pPr lvl="1"/>
            <a:r>
              <a:rPr lang="da-DK"/>
              <a:t>Lorem ipsum dolor sit amet</a:t>
            </a:r>
          </a:p>
          <a:p>
            <a:pPr lvl="1"/>
            <a:r>
              <a:rPr lang="da-DK"/>
              <a:t>Donec non sem luctus</a:t>
            </a:r>
          </a:p>
          <a:p>
            <a:pPr lvl="1"/>
            <a:r>
              <a:rPr lang="da-DK"/>
              <a:t>Mauris pharetra lorem at justo</a:t>
            </a:r>
          </a:p>
          <a:p>
            <a:endParaRPr lang="da-DK"/>
          </a:p>
        </p:txBody>
      </p:sp>
      <p:sp>
        <p:nvSpPr>
          <p:cNvPr id="2" name="Pladsholder til slidenummer 1">
            <a:extLst>
              <a:ext uri="{FF2B5EF4-FFF2-40B4-BE49-F238E27FC236}">
                <a16:creationId xmlns:a16="http://schemas.microsoft.com/office/drawing/2014/main" id="{8CACABF4-9A7C-D126-52A3-3EF12E983394}"/>
              </a:ext>
            </a:extLst>
          </p:cNvPr>
          <p:cNvSpPr>
            <a:spLocks noGrp="1"/>
          </p:cNvSpPr>
          <p:nvPr>
            <p:ph type="sldNum" sz="quarter" idx="11"/>
          </p:nvPr>
        </p:nvSpPr>
        <p:spPr/>
        <p:txBody>
          <a:bodyPr/>
          <a:lstStyle/>
          <a:p>
            <a:r>
              <a:rPr lang="da-DK"/>
              <a:t>S.</a:t>
            </a:r>
            <a:fld id="{5756700A-4FDC-43B2-BFF8-4B28CED2581C}" type="slidenum">
              <a:rPr lang="da-DK" smtClean="0"/>
              <a:pPr/>
              <a:t>43</a:t>
            </a:fld>
            <a:endParaRPr lang="da-DK"/>
          </a:p>
        </p:txBody>
      </p:sp>
    </p:spTree>
    <p:extLst>
      <p:ext uri="{BB962C8B-B14F-4D97-AF65-F5344CB8AC3E}">
        <p14:creationId xmlns:p14="http://schemas.microsoft.com/office/powerpoint/2010/main" val="70737338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FD24E6-41E9-72AE-6A90-07501CEED139}"/>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0B8372EA-4BEA-9A85-407F-F228BFDADB32}"/>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939" t="6461" r="52166" b="36318"/>
          <a:stretch>
            <a:fillRect/>
          </a:stretch>
        </p:blipFill>
        <p:spPr>
          <a:xfrm>
            <a:off x="288000" y="5157418"/>
            <a:ext cx="1778306" cy="1214581"/>
          </a:xfrm>
        </p:spPr>
      </p:pic>
      <p:pic>
        <p:nvPicPr>
          <p:cNvPr id="17" name="Pladsholder til billede 16">
            <a:extLst>
              <a:ext uri="{FF2B5EF4-FFF2-40B4-BE49-F238E27FC236}">
                <a16:creationId xmlns:a16="http://schemas.microsoft.com/office/drawing/2014/main" id="{AD307E82-9C5B-E637-940D-368F50DA59BB}"/>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1682" r="1682"/>
          <a:stretch/>
        </p:blipFill>
        <p:spPr>
          <a:xfrm>
            <a:off x="2183782" y="5157418"/>
            <a:ext cx="891927" cy="1214581"/>
          </a:xfrm>
          <a:solidFill>
            <a:schemeClr val="bg2"/>
          </a:solidFill>
        </p:spPr>
      </p:pic>
      <p:pic>
        <p:nvPicPr>
          <p:cNvPr id="19" name="Pladsholder til billede 18">
            <a:extLst>
              <a:ext uri="{FF2B5EF4-FFF2-40B4-BE49-F238E27FC236}">
                <a16:creationId xmlns:a16="http://schemas.microsoft.com/office/drawing/2014/main" id="{1AB024CC-6321-CE0B-C95A-1DE72484D7A4}"/>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52914" t="23698" r="2974" b="23698"/>
          <a:stretch>
            <a:fillRect/>
          </a:stretch>
        </p:blipFill>
        <p:spPr>
          <a:xfrm>
            <a:off x="3193185" y="5157418"/>
            <a:ext cx="1820385" cy="1214581"/>
          </a:xfrm>
        </p:spPr>
      </p:pic>
      <p:pic>
        <p:nvPicPr>
          <p:cNvPr id="6" name="Pladsholder til billede 5">
            <a:extLst>
              <a:ext uri="{FF2B5EF4-FFF2-40B4-BE49-F238E27FC236}">
                <a16:creationId xmlns:a16="http://schemas.microsoft.com/office/drawing/2014/main" id="{DCCE820E-EC64-B4B1-BC12-A98802CE3A4B}"/>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l="9793" r="9793"/>
          <a:stretch/>
        </p:blipFill>
        <p:spPr>
          <a:xfrm>
            <a:off x="5156449" y="5157418"/>
            <a:ext cx="866524" cy="1214581"/>
          </a:xfrm>
        </p:spPr>
      </p:pic>
      <p:sp>
        <p:nvSpPr>
          <p:cNvPr id="2" name="Titel 1">
            <a:extLst>
              <a:ext uri="{FF2B5EF4-FFF2-40B4-BE49-F238E27FC236}">
                <a16:creationId xmlns:a16="http://schemas.microsoft.com/office/drawing/2014/main" id="{89D94975-D219-3695-9837-C9E8D24263BD}"/>
              </a:ext>
            </a:extLst>
          </p:cNvPr>
          <p:cNvSpPr>
            <a:spLocks noGrp="1"/>
          </p:cNvSpPr>
          <p:nvPr>
            <p:ph type="title"/>
          </p:nvPr>
        </p:nvSpPr>
        <p:spPr>
          <a:xfrm>
            <a:off x="288000" y="252000"/>
            <a:ext cx="2787883" cy="3025140"/>
          </a:xfrm>
        </p:spPr>
        <p:txBody>
          <a:bodyPr/>
          <a:lstStyle/>
          <a:p>
            <a:r>
              <a:rPr lang="da-DK"/>
              <a:t>Lorem</a:t>
            </a:r>
            <a:br>
              <a:rPr lang="da-DK"/>
            </a:br>
            <a:r>
              <a:rPr lang="da-DK"/>
              <a:t>Ipsum</a:t>
            </a:r>
            <a:br>
              <a:rPr lang="da-DK"/>
            </a:br>
            <a:br>
              <a:rPr lang="da-DK"/>
            </a:br>
            <a:r>
              <a:rPr lang="da-DK"/>
              <a:t>Lorem ipsum sit amet con incidunct dolore.</a:t>
            </a:r>
          </a:p>
        </p:txBody>
      </p:sp>
      <p:sp>
        <p:nvSpPr>
          <p:cNvPr id="4" name="Pladsholder til tekst 3">
            <a:extLst>
              <a:ext uri="{FF2B5EF4-FFF2-40B4-BE49-F238E27FC236}">
                <a16:creationId xmlns:a16="http://schemas.microsoft.com/office/drawing/2014/main" id="{666A4337-0058-B337-48F2-7B5BAFBC9F1C}"/>
              </a:ext>
            </a:extLst>
          </p:cNvPr>
          <p:cNvSpPr>
            <a:spLocks noGrp="1"/>
          </p:cNvSpPr>
          <p:nvPr>
            <p:ph type="body" sz="quarter" idx="21"/>
          </p:nvPr>
        </p:nvSpPr>
        <p:spPr>
          <a:xfrm>
            <a:off x="3229200" y="252000"/>
            <a:ext cx="2686050" cy="3019425"/>
          </a:xfrm>
        </p:spPr>
        <p:txBody>
          <a:bodyPr/>
          <a:lstStyle/>
          <a:p>
            <a:r>
              <a:rPr lang="da-DK"/>
              <a:t>Caborepe porum exerume nobitio nsequos dellat ut as duntese cor aspit poris modignit alibus vollore.</a:t>
            </a:r>
          </a:p>
          <a:p>
            <a:endParaRPr lang="da-DK"/>
          </a:p>
          <a:p>
            <a:r>
              <a:rPr lang="da-DK"/>
              <a:t>Sint la venditatur officia et, sequasped qui re que volorep erspero vidundic.</a:t>
            </a:r>
          </a:p>
        </p:txBody>
      </p:sp>
      <p:pic>
        <p:nvPicPr>
          <p:cNvPr id="15" name="Pladsholder til billede 14">
            <a:extLst>
              <a:ext uri="{FF2B5EF4-FFF2-40B4-BE49-F238E27FC236}">
                <a16:creationId xmlns:a16="http://schemas.microsoft.com/office/drawing/2014/main" id="{133D39AC-C9AD-F351-C2AA-E8A818C11E7B}"/>
              </a:ext>
            </a:extLst>
          </p:cNvPr>
          <p:cNvPicPr>
            <a:picLocks noGrp="1" noChangeAspect="1"/>
          </p:cNvPicPr>
          <p:nvPr>
            <p:ph type="pic" sz="quarter" idx="22"/>
          </p:nvPr>
        </p:nvPicPr>
        <p:blipFill>
          <a:blip r:embed="rId5">
            <a:extLst>
              <a:ext uri="{28A0092B-C50C-407E-A947-70E740481C1C}">
                <a14:useLocalDpi xmlns:a14="http://schemas.microsoft.com/office/drawing/2010/main" val="0"/>
              </a:ext>
            </a:extLst>
          </a:blip>
          <a:srcRect l="18666" r="18666"/>
          <a:stretch/>
        </p:blipFill>
        <p:spPr>
          <a:xfrm>
            <a:off x="6145882" y="251999"/>
            <a:ext cx="5754943" cy="6120000"/>
          </a:xfrm>
        </p:spPr>
      </p:pic>
      <p:grpSp>
        <p:nvGrpSpPr>
          <p:cNvPr id="9" name="Gruppe 8">
            <a:extLst>
              <a:ext uri="{FF2B5EF4-FFF2-40B4-BE49-F238E27FC236}">
                <a16:creationId xmlns:a16="http://schemas.microsoft.com/office/drawing/2014/main" id="{D2B2CABF-9A5A-3EF2-074F-EDE73716AAAB}"/>
              </a:ext>
            </a:extLst>
          </p:cNvPr>
          <p:cNvGrpSpPr/>
          <p:nvPr/>
        </p:nvGrpSpPr>
        <p:grpSpPr>
          <a:xfrm>
            <a:off x="252412" y="1481737"/>
            <a:ext cx="863765" cy="560775"/>
            <a:chOff x="260185" y="254907"/>
            <a:chExt cx="863765" cy="560775"/>
          </a:xfrm>
        </p:grpSpPr>
        <p:sp>
          <p:nvSpPr>
            <p:cNvPr id="10" name="Afrundet rektangel 9">
              <a:extLst>
                <a:ext uri="{FF2B5EF4-FFF2-40B4-BE49-F238E27FC236}">
                  <a16:creationId xmlns:a16="http://schemas.microsoft.com/office/drawing/2014/main" id="{2A6F1535-7AED-5A52-00BB-77853999266D}"/>
                </a:ext>
              </a:extLst>
            </p:cNvPr>
            <p:cNvSpPr/>
            <p:nvPr/>
          </p:nvSpPr>
          <p:spPr>
            <a:xfrm>
              <a:off x="260185" y="254907"/>
              <a:ext cx="38751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Metro</a:t>
              </a:r>
            </a:p>
          </p:txBody>
        </p:sp>
        <p:sp>
          <p:nvSpPr>
            <p:cNvPr id="11" name="Afrundet rektangel 10">
              <a:extLst>
                <a:ext uri="{FF2B5EF4-FFF2-40B4-BE49-F238E27FC236}">
                  <a16:creationId xmlns:a16="http://schemas.microsoft.com/office/drawing/2014/main" id="{ABF403C1-F183-E837-92C7-0075DBD7A40B}"/>
                </a:ext>
              </a:extLst>
            </p:cNvPr>
            <p:cNvSpPr/>
            <p:nvPr/>
          </p:nvSpPr>
          <p:spPr>
            <a:xfrm>
              <a:off x="260185" y="459694"/>
              <a:ext cx="863765"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Digitale løsninger</a:t>
              </a:r>
            </a:p>
          </p:txBody>
        </p:sp>
        <p:sp>
          <p:nvSpPr>
            <p:cNvPr id="12" name="Afrundet rektangel 11">
              <a:extLst>
                <a:ext uri="{FF2B5EF4-FFF2-40B4-BE49-F238E27FC236}">
                  <a16:creationId xmlns:a16="http://schemas.microsoft.com/office/drawing/2014/main" id="{C03586CE-9568-81F8-ECA0-77704C2DBC77}"/>
                </a:ext>
              </a:extLst>
            </p:cNvPr>
            <p:cNvSpPr/>
            <p:nvPr/>
          </p:nvSpPr>
          <p:spPr>
            <a:xfrm>
              <a:off x="288761" y="664482"/>
              <a:ext cx="320840" cy="151200"/>
            </a:xfrm>
            <a:prstGeom prst="roundRect">
              <a:avLst>
                <a:gd name="adj" fmla="val 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2024</a:t>
              </a:r>
            </a:p>
          </p:txBody>
        </p:sp>
        <p:cxnSp>
          <p:nvCxnSpPr>
            <p:cNvPr id="14" name="Lige forbindelse 13">
              <a:extLst>
                <a:ext uri="{FF2B5EF4-FFF2-40B4-BE49-F238E27FC236}">
                  <a16:creationId xmlns:a16="http://schemas.microsoft.com/office/drawing/2014/main" id="{70AB5C55-992B-F163-FF68-3E8DD9C41D30}"/>
                </a:ext>
              </a:extLst>
            </p:cNvPr>
            <p:cNvCxnSpPr/>
            <p:nvPr/>
          </p:nvCxnSpPr>
          <p:spPr>
            <a:xfrm>
              <a:off x="361950" y="405313"/>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6" name="Lige forbindelse 15">
              <a:extLst>
                <a:ext uri="{FF2B5EF4-FFF2-40B4-BE49-F238E27FC236}">
                  <a16:creationId xmlns:a16="http://schemas.microsoft.com/office/drawing/2014/main" id="{F8E39F9C-1849-C75D-C2F6-7419DA3ABB1A}"/>
                </a:ext>
              </a:extLst>
            </p:cNvPr>
            <p:cNvCxnSpPr/>
            <p:nvPr/>
          </p:nvCxnSpPr>
          <p:spPr>
            <a:xfrm>
              <a:off x="361950" y="610100"/>
              <a:ext cx="0" cy="55175"/>
            </a:xfrm>
            <a:prstGeom prst="line">
              <a:avLst/>
            </a:prstGeom>
            <a:ln w="9525" cap="flat" cmpd="sng" algn="ctr">
              <a:solidFill>
                <a:schemeClr val="tx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3" name="Pladsholder til slidenummer 2">
            <a:extLst>
              <a:ext uri="{FF2B5EF4-FFF2-40B4-BE49-F238E27FC236}">
                <a16:creationId xmlns:a16="http://schemas.microsoft.com/office/drawing/2014/main" id="{F5498548-4D89-090B-0F9F-CF917C9AA92B}"/>
              </a:ext>
            </a:extLst>
          </p:cNvPr>
          <p:cNvSpPr>
            <a:spLocks noGrp="1"/>
          </p:cNvSpPr>
          <p:nvPr>
            <p:ph type="sldNum" sz="quarter" idx="11"/>
          </p:nvPr>
        </p:nvSpPr>
        <p:spPr/>
        <p:txBody>
          <a:bodyPr/>
          <a:lstStyle/>
          <a:p>
            <a:r>
              <a:rPr lang="da-DK"/>
              <a:t>S.</a:t>
            </a:r>
            <a:fld id="{5756700A-4FDC-43B2-BFF8-4B28CED2581C}" type="slidenum">
              <a:rPr lang="da-DK" smtClean="0"/>
              <a:pPr/>
              <a:t>44</a:t>
            </a:fld>
            <a:endParaRPr lang="da-DK"/>
          </a:p>
        </p:txBody>
      </p:sp>
    </p:spTree>
    <p:extLst>
      <p:ext uri="{BB962C8B-B14F-4D97-AF65-F5344CB8AC3E}">
        <p14:creationId xmlns:p14="http://schemas.microsoft.com/office/powerpoint/2010/main" val="26926069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217C17D8-8746-B0BA-07E4-15795E4979E7}"/>
              </a:ext>
            </a:extLst>
          </p:cNvPr>
          <p:cNvSpPr>
            <a:spLocks noGrp="1"/>
          </p:cNvSpPr>
          <p:nvPr>
            <p:ph type="title"/>
          </p:nvPr>
        </p:nvSpPr>
        <p:spPr>
          <a:xfrm>
            <a:off x="6156326" y="288000"/>
            <a:ext cx="5744499" cy="5876606"/>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31B8CA3A-7F64-EAE4-8CD2-AE37E6197392}"/>
              </a:ext>
            </a:extLst>
          </p:cNvPr>
          <p:cNvSpPr>
            <a:spLocks noGrp="1"/>
          </p:cNvSpPr>
          <p:nvPr>
            <p:ph type="sldNum" sz="quarter" idx="11"/>
          </p:nvPr>
        </p:nvSpPr>
        <p:spPr/>
        <p:txBody>
          <a:bodyPr/>
          <a:lstStyle/>
          <a:p>
            <a:r>
              <a:rPr lang="da-DK"/>
              <a:t>S.</a:t>
            </a:r>
            <a:fld id="{5756700A-4FDC-43B2-BFF8-4B28CED2581C}" type="slidenum">
              <a:rPr lang="da-DK" smtClean="0"/>
              <a:pPr/>
              <a:t>45</a:t>
            </a:fld>
            <a:endParaRPr lang="da-DK"/>
          </a:p>
        </p:txBody>
      </p:sp>
    </p:spTree>
    <p:extLst>
      <p:ext uri="{BB962C8B-B14F-4D97-AF65-F5344CB8AC3E}">
        <p14:creationId xmlns:p14="http://schemas.microsoft.com/office/powerpoint/2010/main" val="321085873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F9FF2-496F-A170-DC2A-A46EFD3BD2B0}"/>
            </a:ext>
          </a:extLst>
        </p:cNvPr>
        <p:cNvGrpSpPr/>
        <p:nvPr/>
      </p:nvGrpSpPr>
      <p:grpSpPr>
        <a:xfrm>
          <a:off x="0" y="0"/>
          <a:ext cx="0" cy="0"/>
          <a:chOff x="0" y="0"/>
          <a:chExt cx="0" cy="0"/>
        </a:xfrm>
      </p:grpSpPr>
      <p:pic>
        <p:nvPicPr>
          <p:cNvPr id="12" name="Pladsholder til billede 11">
            <a:extLst>
              <a:ext uri="{FF2B5EF4-FFF2-40B4-BE49-F238E27FC236}">
                <a16:creationId xmlns:a16="http://schemas.microsoft.com/office/drawing/2014/main" id="{96F54BBB-D984-1FD2-D92F-B7D5A975B920}"/>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707"/>
          <a:stretch>
            <a:fillRect/>
          </a:stretch>
        </p:blipFill>
        <p:spPr>
          <a:xfrm>
            <a:off x="0" y="0"/>
            <a:ext cx="12188825" cy="6858000"/>
          </a:xfrm>
        </p:spPr>
      </p:pic>
      <p:sp>
        <p:nvSpPr>
          <p:cNvPr id="4" name="Titel 3">
            <a:extLst>
              <a:ext uri="{FF2B5EF4-FFF2-40B4-BE49-F238E27FC236}">
                <a16:creationId xmlns:a16="http://schemas.microsoft.com/office/drawing/2014/main" id="{C93C26E9-0500-44BB-D824-2300D54C8C79}"/>
              </a:ext>
            </a:extLst>
          </p:cNvPr>
          <p:cNvSpPr>
            <a:spLocks noGrp="1"/>
          </p:cNvSpPr>
          <p:nvPr>
            <p:ph type="title"/>
          </p:nvPr>
        </p:nvSpPr>
        <p:spPr>
          <a:xfrm>
            <a:off x="6310026" y="288000"/>
            <a:ext cx="5590799" cy="5876606"/>
          </a:xfrm>
        </p:spPr>
        <p:txBody>
          <a:bodyPr/>
          <a:lstStyle/>
          <a:p>
            <a:r>
              <a:rPr lang="da-DK"/>
              <a:t>Lorem ipsum sit amet con incidunct</a:t>
            </a:r>
          </a:p>
        </p:txBody>
      </p:sp>
      <p:sp>
        <p:nvSpPr>
          <p:cNvPr id="13" name="Pladsholder til billede 12">
            <a:extLst>
              <a:ext uri="{FF2B5EF4-FFF2-40B4-BE49-F238E27FC236}">
                <a16:creationId xmlns:a16="http://schemas.microsoft.com/office/drawing/2014/main" id="{C8202FEE-6B53-2653-E621-4767CBE96C07}"/>
              </a:ext>
            </a:extLst>
          </p:cNvPr>
          <p:cNvSpPr>
            <a:spLocks noGrp="1"/>
          </p:cNvSpPr>
          <p:nvPr>
            <p:ph type="pic" sz="quarter" idx="16"/>
          </p:nvPr>
        </p:nvSpPr>
        <p:spPr/>
        <p:txBody>
          <a:bodyPr/>
          <a:lstStyle/>
          <a:p>
            <a:endParaRPr lang="da-DK"/>
          </a:p>
        </p:txBody>
      </p:sp>
      <p:sp>
        <p:nvSpPr>
          <p:cNvPr id="5" name="Pladsholder til billede 6">
            <a:extLst>
              <a:ext uri="{FF2B5EF4-FFF2-40B4-BE49-F238E27FC236}">
                <a16:creationId xmlns:a16="http://schemas.microsoft.com/office/drawing/2014/main" id="{0D66C899-8D2C-7844-A68B-92784A2EEF41}"/>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6" name="Pladsholder til billede 6">
            <a:extLst>
              <a:ext uri="{FF2B5EF4-FFF2-40B4-BE49-F238E27FC236}">
                <a16:creationId xmlns:a16="http://schemas.microsoft.com/office/drawing/2014/main" id="{2ED7ABEB-4272-BD8F-F3D7-D73D6EA12D6A}"/>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2" name="Pladsholder til slidenummer 1">
            <a:extLst>
              <a:ext uri="{FF2B5EF4-FFF2-40B4-BE49-F238E27FC236}">
                <a16:creationId xmlns:a16="http://schemas.microsoft.com/office/drawing/2014/main" id="{4F8FD65E-8866-4842-4065-FC375BABA897}"/>
              </a:ext>
            </a:extLst>
          </p:cNvPr>
          <p:cNvSpPr>
            <a:spLocks noGrp="1"/>
          </p:cNvSpPr>
          <p:nvPr>
            <p:ph type="sldNum" sz="quarter" idx="11"/>
          </p:nvPr>
        </p:nvSpPr>
        <p:spPr/>
        <p:txBody>
          <a:bodyPr/>
          <a:lstStyle/>
          <a:p>
            <a:r>
              <a:rPr lang="da-DK"/>
              <a:t>S.</a:t>
            </a:r>
            <a:fld id="{5756700A-4FDC-43B2-BFF8-4B28CED2581C}" type="slidenum">
              <a:rPr lang="da-DK" smtClean="0"/>
              <a:pPr/>
              <a:t>46</a:t>
            </a:fld>
            <a:endParaRPr lang="da-DK"/>
          </a:p>
        </p:txBody>
      </p:sp>
    </p:spTree>
    <p:extLst>
      <p:ext uri="{BB962C8B-B14F-4D97-AF65-F5344CB8AC3E}">
        <p14:creationId xmlns:p14="http://schemas.microsoft.com/office/powerpoint/2010/main" val="17465344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1C63F1-FD27-BD62-E3EB-F5D7B0888A36}"/>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F369326-9AF2-29EF-5B7B-B63AD453E0A4}"/>
              </a:ext>
            </a:extLst>
          </p:cNvPr>
          <p:cNvSpPr>
            <a:spLocks noGrp="1"/>
          </p:cNvSpPr>
          <p:nvPr>
            <p:ph type="title"/>
          </p:nvPr>
        </p:nvSpPr>
        <p:spPr>
          <a:xfrm>
            <a:off x="287338" y="252413"/>
            <a:ext cx="10228262" cy="3159125"/>
          </a:xfrm>
        </p:spPr>
        <p:txBody>
          <a:bodyPr/>
          <a:lstStyle/>
          <a:p>
            <a:r>
              <a:rPr lang="da-DK"/>
              <a:t>“Direct quotation or data value from an expert source. With or without quotation marks”</a:t>
            </a:r>
          </a:p>
        </p:txBody>
      </p:sp>
      <p:sp>
        <p:nvSpPr>
          <p:cNvPr id="3" name="Pladsholder til slidenummer 2">
            <a:extLst>
              <a:ext uri="{FF2B5EF4-FFF2-40B4-BE49-F238E27FC236}">
                <a16:creationId xmlns:a16="http://schemas.microsoft.com/office/drawing/2014/main" id="{9EFB8F25-6654-3813-2EAA-04C17C9552FA}"/>
              </a:ext>
            </a:extLst>
          </p:cNvPr>
          <p:cNvSpPr>
            <a:spLocks noGrp="1"/>
          </p:cNvSpPr>
          <p:nvPr>
            <p:ph type="sldNum" sz="quarter" idx="11"/>
          </p:nvPr>
        </p:nvSpPr>
        <p:spPr/>
        <p:txBody>
          <a:bodyPr/>
          <a:lstStyle/>
          <a:p>
            <a:r>
              <a:rPr lang="da-DK"/>
              <a:t>S.</a:t>
            </a:r>
            <a:fld id="{5756700A-4FDC-43B2-BFF8-4B28CED2581C}" type="slidenum">
              <a:rPr lang="da-DK" smtClean="0"/>
              <a:pPr/>
              <a:t>47</a:t>
            </a:fld>
            <a:endParaRPr lang="da-DK"/>
          </a:p>
        </p:txBody>
      </p:sp>
    </p:spTree>
    <p:extLst>
      <p:ext uri="{BB962C8B-B14F-4D97-AF65-F5344CB8AC3E}">
        <p14:creationId xmlns:p14="http://schemas.microsoft.com/office/powerpoint/2010/main" val="318001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E1DD6A9-41E1-79C3-7C69-1F3F6791E6A3}"/>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5" name="Pladsholder til tekst 4">
            <a:extLst>
              <a:ext uri="{FF2B5EF4-FFF2-40B4-BE49-F238E27FC236}">
                <a16:creationId xmlns:a16="http://schemas.microsoft.com/office/drawing/2014/main" id="{D544D160-E4B5-2FC6-C5A5-758F2C1CFED8}"/>
              </a:ext>
            </a:extLst>
          </p:cNvPr>
          <p:cNvSpPr>
            <a:spLocks noGrp="1"/>
          </p:cNvSpPr>
          <p:nvPr>
            <p:ph type="body" sz="quarter" idx="13"/>
          </p:nvPr>
        </p:nvSpPr>
        <p:spPr>
          <a:xfrm>
            <a:off x="323850" y="3941548"/>
            <a:ext cx="5915025" cy="384175"/>
          </a:xfrm>
        </p:spPr>
        <p:txBody>
          <a:bodyPr/>
          <a:lstStyle/>
          <a:p>
            <a:r>
              <a:rPr lang="da-DK"/>
              <a:t>Lorem ipsum sit amet</a:t>
            </a:r>
          </a:p>
        </p:txBody>
      </p:sp>
      <p:sp>
        <p:nvSpPr>
          <p:cNvPr id="3" name="Pladsholder til slidenummer 2">
            <a:extLst>
              <a:ext uri="{FF2B5EF4-FFF2-40B4-BE49-F238E27FC236}">
                <a16:creationId xmlns:a16="http://schemas.microsoft.com/office/drawing/2014/main" id="{A679F9B1-0F50-8448-897A-67696582ECAB}"/>
              </a:ext>
            </a:extLst>
          </p:cNvPr>
          <p:cNvSpPr>
            <a:spLocks noGrp="1"/>
          </p:cNvSpPr>
          <p:nvPr>
            <p:ph type="sldNum" sz="quarter" idx="11"/>
          </p:nvPr>
        </p:nvSpPr>
        <p:spPr/>
        <p:txBody>
          <a:bodyPr/>
          <a:lstStyle/>
          <a:p>
            <a:r>
              <a:rPr lang="da-DK"/>
              <a:t>S.</a:t>
            </a:r>
            <a:fld id="{5756700A-4FDC-43B2-BFF8-4B28CED2581C}" type="slidenum">
              <a:rPr lang="da-DK" smtClean="0"/>
              <a:pPr/>
              <a:t>48</a:t>
            </a:fld>
            <a:endParaRPr lang="da-DK"/>
          </a:p>
        </p:txBody>
      </p:sp>
    </p:spTree>
    <p:extLst>
      <p:ext uri="{BB962C8B-B14F-4D97-AF65-F5344CB8AC3E}">
        <p14:creationId xmlns:p14="http://schemas.microsoft.com/office/powerpoint/2010/main" val="155737059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4AA5B9-C5F7-8F7F-156B-BE68DA871F01}"/>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9A0E5B19-25FE-A6C6-9176-B2B3EE84AD3D}"/>
              </a:ext>
            </a:extLst>
          </p:cNvPr>
          <p:cNvSpPr>
            <a:spLocks noGrp="1"/>
          </p:cNvSpPr>
          <p:nvPr>
            <p:ph type="title"/>
          </p:nvPr>
        </p:nvSpPr>
        <p:spPr>
          <a:xfrm>
            <a:off x="287338" y="252413"/>
            <a:ext cx="10094912" cy="3159125"/>
          </a:xfrm>
        </p:spPr>
        <p:txBody>
          <a:bodyPr/>
          <a:lstStyle/>
          <a:p>
            <a:r>
              <a:rPr lang="da-DK"/>
              <a:t>“Direct quotation or data value from an expert source. With or without quotation marks”</a:t>
            </a:r>
          </a:p>
        </p:txBody>
      </p:sp>
      <p:sp>
        <p:nvSpPr>
          <p:cNvPr id="5" name="Pladsholder til tekst 4">
            <a:extLst>
              <a:ext uri="{FF2B5EF4-FFF2-40B4-BE49-F238E27FC236}">
                <a16:creationId xmlns:a16="http://schemas.microsoft.com/office/drawing/2014/main" id="{C130169C-06AA-EBB6-579D-7CF46F68DAD0}"/>
              </a:ext>
            </a:extLst>
          </p:cNvPr>
          <p:cNvSpPr>
            <a:spLocks noGrp="1"/>
          </p:cNvSpPr>
          <p:nvPr>
            <p:ph type="body" sz="quarter" idx="13"/>
          </p:nvPr>
        </p:nvSpPr>
        <p:spPr>
          <a:xfrm>
            <a:off x="323850" y="3953905"/>
            <a:ext cx="5915025" cy="384175"/>
          </a:xfrm>
        </p:spPr>
        <p:txBody>
          <a:bodyPr/>
          <a:lstStyle/>
          <a:p>
            <a:r>
              <a:rPr lang="da-DK"/>
              <a:t>Name Namesen, Title</a:t>
            </a:r>
          </a:p>
        </p:txBody>
      </p:sp>
      <p:sp>
        <p:nvSpPr>
          <p:cNvPr id="3" name="Pladsholder til slidenummer 2">
            <a:extLst>
              <a:ext uri="{FF2B5EF4-FFF2-40B4-BE49-F238E27FC236}">
                <a16:creationId xmlns:a16="http://schemas.microsoft.com/office/drawing/2014/main" id="{BDF80A0E-2731-CE87-E184-D91CD7849F8B}"/>
              </a:ext>
            </a:extLst>
          </p:cNvPr>
          <p:cNvSpPr>
            <a:spLocks noGrp="1"/>
          </p:cNvSpPr>
          <p:nvPr>
            <p:ph type="sldNum" sz="quarter" idx="11"/>
          </p:nvPr>
        </p:nvSpPr>
        <p:spPr/>
        <p:txBody>
          <a:bodyPr/>
          <a:lstStyle/>
          <a:p>
            <a:r>
              <a:rPr lang="da-DK"/>
              <a:t>S.</a:t>
            </a:r>
            <a:fld id="{5756700A-4FDC-43B2-BFF8-4B28CED2581C}" type="slidenum">
              <a:rPr lang="da-DK" smtClean="0"/>
              <a:pPr/>
              <a:t>49</a:t>
            </a:fld>
            <a:endParaRPr lang="da-DK"/>
          </a:p>
        </p:txBody>
      </p:sp>
    </p:spTree>
    <p:extLst>
      <p:ext uri="{BB962C8B-B14F-4D97-AF65-F5344CB8AC3E}">
        <p14:creationId xmlns:p14="http://schemas.microsoft.com/office/powerpoint/2010/main" val="36281625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5006B-43C6-EA06-1D37-4EF6FDE35887}"/>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4E9103F0-983B-E36E-CC1A-F1123EF49F9D}"/>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3" name="Pladsholder til slidenummer 2">
            <a:extLst>
              <a:ext uri="{FF2B5EF4-FFF2-40B4-BE49-F238E27FC236}">
                <a16:creationId xmlns:a16="http://schemas.microsoft.com/office/drawing/2014/main" id="{6C5768B0-5F89-8E8B-ED67-4503E3F1B250}"/>
              </a:ext>
            </a:extLst>
          </p:cNvPr>
          <p:cNvSpPr>
            <a:spLocks noGrp="1"/>
          </p:cNvSpPr>
          <p:nvPr>
            <p:ph type="sldNum" sz="quarter" idx="11"/>
          </p:nvPr>
        </p:nvSpPr>
        <p:spPr/>
        <p:txBody>
          <a:bodyPr/>
          <a:lstStyle/>
          <a:p>
            <a:r>
              <a:rPr lang="da-DK"/>
              <a:t>S.</a:t>
            </a:r>
            <a:fld id="{5756700A-4FDC-43B2-BFF8-4B28CED2581C}" type="slidenum">
              <a:rPr lang="da-DK" smtClean="0"/>
              <a:pPr/>
              <a:t>50</a:t>
            </a:fld>
            <a:endParaRPr lang="da-DK"/>
          </a:p>
        </p:txBody>
      </p:sp>
    </p:spTree>
    <p:extLst>
      <p:ext uri="{BB962C8B-B14F-4D97-AF65-F5344CB8AC3E}">
        <p14:creationId xmlns:p14="http://schemas.microsoft.com/office/powerpoint/2010/main" val="62574958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B5E0C4-2362-F690-E2A8-F2E6A595F74B}"/>
            </a:ext>
          </a:extLst>
        </p:cNvPr>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898D0D5B-D61D-7619-BBB2-E72CB094B34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b="15812"/>
          <a:stretch>
            <a:fillRect/>
          </a:stretch>
        </p:blipFill>
        <p:spPr>
          <a:xfrm>
            <a:off x="-1" y="0"/>
            <a:ext cx="12188825" cy="6858000"/>
          </a:xfrm>
        </p:spPr>
      </p:pic>
      <p:sp>
        <p:nvSpPr>
          <p:cNvPr id="2" name="Titel 1">
            <a:extLst>
              <a:ext uri="{FF2B5EF4-FFF2-40B4-BE49-F238E27FC236}">
                <a16:creationId xmlns:a16="http://schemas.microsoft.com/office/drawing/2014/main" id="{58DBDF52-6495-95EF-F8E5-66665AB6FDBA}"/>
              </a:ext>
            </a:extLst>
          </p:cNvPr>
          <p:cNvSpPr>
            <a:spLocks noGrp="1"/>
          </p:cNvSpPr>
          <p:nvPr>
            <p:ph type="title"/>
          </p:nvPr>
        </p:nvSpPr>
        <p:spPr>
          <a:xfrm>
            <a:off x="288000" y="252000"/>
            <a:ext cx="5914975" cy="3159840"/>
          </a:xfrm>
        </p:spPr>
        <p:txBody>
          <a:bodyPr/>
          <a:lstStyle/>
          <a:p>
            <a:r>
              <a:rPr lang="da-DK"/>
              <a:t>Insert short one liner or </a:t>
            </a:r>
            <a:br>
              <a:rPr lang="da-DK"/>
            </a:br>
            <a:r>
              <a:rPr lang="da-DK"/>
              <a:t>an interesting quote here</a:t>
            </a:r>
          </a:p>
        </p:txBody>
      </p:sp>
      <p:sp>
        <p:nvSpPr>
          <p:cNvPr id="12" name="Pladsholder til billede 6">
            <a:extLst>
              <a:ext uri="{FF2B5EF4-FFF2-40B4-BE49-F238E27FC236}">
                <a16:creationId xmlns:a16="http://schemas.microsoft.com/office/drawing/2014/main" id="{01FE9187-3474-5A19-A31B-7DF0840D69CC}"/>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13" name="Pladsholder til billede 6">
            <a:extLst>
              <a:ext uri="{FF2B5EF4-FFF2-40B4-BE49-F238E27FC236}">
                <a16:creationId xmlns:a16="http://schemas.microsoft.com/office/drawing/2014/main" id="{5533808E-930B-FD7D-53E5-84610E05DC20}"/>
              </a:ext>
            </a:extLst>
          </p:cNvPr>
          <p:cNvSpPr>
            <a:spLocks noGrp="1"/>
          </p:cNvSpPr>
          <p:nvPr>
            <p:ph type="pic" sz="quarter" idx="17"/>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3" name="Pladsholder til slidenummer 2">
            <a:extLst>
              <a:ext uri="{FF2B5EF4-FFF2-40B4-BE49-F238E27FC236}">
                <a16:creationId xmlns:a16="http://schemas.microsoft.com/office/drawing/2014/main" id="{252484D2-BE3F-D479-B830-FD72EFDA4F3B}"/>
              </a:ext>
            </a:extLst>
          </p:cNvPr>
          <p:cNvSpPr>
            <a:spLocks noGrp="1"/>
          </p:cNvSpPr>
          <p:nvPr>
            <p:ph type="sldNum" sz="quarter" idx="11"/>
          </p:nvPr>
        </p:nvSpPr>
        <p:spPr/>
        <p:txBody>
          <a:bodyPr/>
          <a:lstStyle/>
          <a:p>
            <a:r>
              <a:rPr lang="da-DK"/>
              <a:t>S.</a:t>
            </a:r>
            <a:fld id="{5756700A-4FDC-43B2-BFF8-4B28CED2581C}" type="slidenum">
              <a:rPr lang="da-DK" smtClean="0"/>
              <a:pPr/>
              <a:t>51</a:t>
            </a:fld>
            <a:endParaRPr lang="da-DK"/>
          </a:p>
        </p:txBody>
      </p:sp>
    </p:spTree>
    <p:extLst>
      <p:ext uri="{BB962C8B-B14F-4D97-AF65-F5344CB8AC3E}">
        <p14:creationId xmlns:p14="http://schemas.microsoft.com/office/powerpoint/2010/main" val="261441943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B36AD260-AFCB-9722-FB59-12FC91F74B4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t="10271" b="10271"/>
          <a:stretch/>
        </p:blipFill>
        <p:spPr>
          <a:xfrm>
            <a:off x="287999" y="252000"/>
            <a:ext cx="11614049" cy="6148800"/>
          </a:xfrm>
        </p:spPr>
      </p:pic>
      <p:grpSp>
        <p:nvGrpSpPr>
          <p:cNvPr id="28" name="Gruppe 27">
            <a:extLst>
              <a:ext uri="{FF2B5EF4-FFF2-40B4-BE49-F238E27FC236}">
                <a16:creationId xmlns:a16="http://schemas.microsoft.com/office/drawing/2014/main" id="{7B7AD106-84DE-66CD-6233-9FC4E1944EA6}"/>
              </a:ext>
            </a:extLst>
          </p:cNvPr>
          <p:cNvGrpSpPr/>
          <p:nvPr/>
        </p:nvGrpSpPr>
        <p:grpSpPr>
          <a:xfrm>
            <a:off x="468000" y="416256"/>
            <a:ext cx="863765" cy="560775"/>
            <a:chOff x="260185" y="254907"/>
            <a:chExt cx="863765" cy="560775"/>
          </a:xfrm>
        </p:grpSpPr>
        <p:sp>
          <p:nvSpPr>
            <p:cNvPr id="20" name="Afrundet rektangel 19">
              <a:extLst>
                <a:ext uri="{FF2B5EF4-FFF2-40B4-BE49-F238E27FC236}">
                  <a16:creationId xmlns:a16="http://schemas.microsoft.com/office/drawing/2014/main" id="{70EED306-E23C-7DCE-F24C-6CBAD11F9C55}"/>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3" name="Afrundet rektangel 22">
              <a:extLst>
                <a:ext uri="{FF2B5EF4-FFF2-40B4-BE49-F238E27FC236}">
                  <a16:creationId xmlns:a16="http://schemas.microsoft.com/office/drawing/2014/main" id="{43B4C6A9-F5CD-5C9B-1484-8C945B70EE3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4" name="Afrundet rektangel 23">
              <a:extLst>
                <a:ext uri="{FF2B5EF4-FFF2-40B4-BE49-F238E27FC236}">
                  <a16:creationId xmlns:a16="http://schemas.microsoft.com/office/drawing/2014/main" id="{69EFB5A1-D366-4B77-BC46-ED25ED6BD989}"/>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26" name="Lige forbindelse 25">
              <a:extLst>
                <a:ext uri="{FF2B5EF4-FFF2-40B4-BE49-F238E27FC236}">
                  <a16:creationId xmlns:a16="http://schemas.microsoft.com/office/drawing/2014/main" id="{BFECFC56-E24C-A8A8-50F4-018706CEDFB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27" name="Lige forbindelse 26">
              <a:extLst>
                <a:ext uri="{FF2B5EF4-FFF2-40B4-BE49-F238E27FC236}">
                  <a16:creationId xmlns:a16="http://schemas.microsoft.com/office/drawing/2014/main" id="{353D31C7-355C-5A18-86C6-5E6550EE01F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54825D1C-A064-DBC3-4F91-0C78386349CA}"/>
              </a:ext>
            </a:extLst>
          </p:cNvPr>
          <p:cNvSpPr>
            <a:spLocks noGrp="1"/>
          </p:cNvSpPr>
          <p:nvPr>
            <p:ph type="sldNum" sz="quarter" idx="11"/>
          </p:nvPr>
        </p:nvSpPr>
        <p:spPr/>
        <p:txBody>
          <a:bodyPr/>
          <a:lstStyle/>
          <a:p>
            <a:r>
              <a:rPr lang="da-DK"/>
              <a:t>S.</a:t>
            </a:r>
            <a:fld id="{5756700A-4FDC-43B2-BFF8-4B28CED2581C}" type="slidenum">
              <a:rPr lang="da-DK" smtClean="0"/>
              <a:pPr/>
              <a:t>52</a:t>
            </a:fld>
            <a:endParaRPr lang="da-DK"/>
          </a:p>
        </p:txBody>
      </p:sp>
    </p:spTree>
    <p:extLst>
      <p:ext uri="{BB962C8B-B14F-4D97-AF65-F5344CB8AC3E}">
        <p14:creationId xmlns:p14="http://schemas.microsoft.com/office/powerpoint/2010/main" val="66357452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BEB6A-F583-D14A-DB4D-6BE4A14158BD}"/>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FF23AB0B-AEF5-4B0B-588E-44884F34FE1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624" r="18624"/>
          <a:stretch/>
        </p:blipFill>
        <p:spPr>
          <a:xfrm>
            <a:off x="288000" y="252000"/>
            <a:ext cx="5760000" cy="6116702"/>
          </a:xfrm>
        </p:spPr>
      </p:pic>
      <p:pic>
        <p:nvPicPr>
          <p:cNvPr id="15" name="Pladsholder til billede 14">
            <a:extLst>
              <a:ext uri="{FF2B5EF4-FFF2-40B4-BE49-F238E27FC236}">
                <a16:creationId xmlns:a16="http://schemas.microsoft.com/office/drawing/2014/main" id="{D527B039-40E5-EB38-549E-67E1E31964A4}"/>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51808" t="3792" b="4318"/>
          <a:stretch>
            <a:fillRect/>
          </a:stretch>
        </p:blipFill>
        <p:spPr>
          <a:xfrm>
            <a:off x="6165850" y="252413"/>
            <a:ext cx="5735638" cy="6116637"/>
          </a:xfrm>
        </p:spPr>
      </p:pic>
      <p:sp>
        <p:nvSpPr>
          <p:cNvPr id="2" name="Pladsholder til slidenummer 1">
            <a:extLst>
              <a:ext uri="{FF2B5EF4-FFF2-40B4-BE49-F238E27FC236}">
                <a16:creationId xmlns:a16="http://schemas.microsoft.com/office/drawing/2014/main" id="{833A400E-D184-76CD-5B34-6DD9DD0D025E}"/>
              </a:ext>
            </a:extLst>
          </p:cNvPr>
          <p:cNvSpPr>
            <a:spLocks noGrp="1"/>
          </p:cNvSpPr>
          <p:nvPr>
            <p:ph type="sldNum" sz="quarter" idx="11"/>
          </p:nvPr>
        </p:nvSpPr>
        <p:spPr/>
        <p:txBody>
          <a:bodyPr/>
          <a:lstStyle/>
          <a:p>
            <a:r>
              <a:rPr lang="da-DK"/>
              <a:t>S.</a:t>
            </a:r>
            <a:fld id="{5756700A-4FDC-43B2-BFF8-4B28CED2581C}" type="slidenum">
              <a:rPr lang="da-DK" smtClean="0"/>
              <a:pPr/>
              <a:t>53</a:t>
            </a:fld>
            <a:endParaRPr lang="da-DK"/>
          </a:p>
        </p:txBody>
      </p:sp>
    </p:spTree>
    <p:extLst>
      <p:ext uri="{BB962C8B-B14F-4D97-AF65-F5344CB8AC3E}">
        <p14:creationId xmlns:p14="http://schemas.microsoft.com/office/powerpoint/2010/main" val="96827407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12B22A-7EFE-E72C-9D0B-AB2EA7EEA58C}"/>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E0005630-3DC6-C2EB-33B4-5088BB501D44}"/>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8763" r="18763"/>
          <a:stretch/>
        </p:blipFill>
        <p:spPr>
          <a:xfrm>
            <a:off x="288000" y="252000"/>
            <a:ext cx="5734800" cy="6116702"/>
          </a:xfrm>
        </p:spPr>
      </p:pic>
      <p:pic>
        <p:nvPicPr>
          <p:cNvPr id="15" name="Pladsholder til billede 14">
            <a:extLst>
              <a:ext uri="{FF2B5EF4-FFF2-40B4-BE49-F238E27FC236}">
                <a16:creationId xmlns:a16="http://schemas.microsoft.com/office/drawing/2014/main" id="{A407262E-B68B-527B-1A40-5992F6B50759}"/>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7270" r="51381" b="47725"/>
          <a:stretch>
            <a:fillRect/>
          </a:stretch>
        </p:blipFill>
        <p:spPr>
          <a:xfrm>
            <a:off x="6165850" y="252413"/>
            <a:ext cx="5734050" cy="2968625"/>
          </a:xfrm>
        </p:spPr>
      </p:pic>
      <p:pic>
        <p:nvPicPr>
          <p:cNvPr id="17" name="Pladsholder til billede 16">
            <a:extLst>
              <a:ext uri="{FF2B5EF4-FFF2-40B4-BE49-F238E27FC236}">
                <a16:creationId xmlns:a16="http://schemas.microsoft.com/office/drawing/2014/main" id="{390BE733-D55D-D4E9-2325-F0843BF53864}"/>
              </a:ext>
            </a:extLst>
          </p:cNvPr>
          <p:cNvPicPr>
            <a:picLocks noGrp="1" noChangeAspect="1"/>
          </p:cNvPicPr>
          <p:nvPr>
            <p:ph type="pic" sz="quarter" idx="18"/>
          </p:nvPr>
        </p:nvPicPr>
        <p:blipFill>
          <a:blip r:embed="rId3">
            <a:extLst>
              <a:ext uri="{28A0092B-C50C-407E-A947-70E740481C1C}">
                <a14:useLocalDpi xmlns:a14="http://schemas.microsoft.com/office/drawing/2010/main" val="0"/>
              </a:ext>
            </a:extLst>
          </a:blip>
          <a:srcRect l="51601" t="13346" r="555" b="13652"/>
          <a:stretch>
            <a:fillRect/>
          </a:stretch>
        </p:blipFill>
        <p:spPr>
          <a:xfrm>
            <a:off x="6165850" y="3348038"/>
            <a:ext cx="3540125" cy="3021012"/>
          </a:xfrm>
        </p:spPr>
      </p:pic>
      <p:pic>
        <p:nvPicPr>
          <p:cNvPr id="19" name="Pladsholder til billede 18">
            <a:extLst>
              <a:ext uri="{FF2B5EF4-FFF2-40B4-BE49-F238E27FC236}">
                <a16:creationId xmlns:a16="http://schemas.microsoft.com/office/drawing/2014/main" id="{21533D45-B5F0-8546-B92D-5FA0CD56B72B}"/>
              </a:ext>
            </a:extLst>
          </p:cNvPr>
          <p:cNvPicPr>
            <a:picLocks noGrp="1" noChangeAspect="1"/>
          </p:cNvPicPr>
          <p:nvPr>
            <p:ph type="pic" sz="quarter" idx="19"/>
          </p:nvPr>
        </p:nvPicPr>
        <p:blipFill>
          <a:blip r:embed="rId4">
            <a:extLst>
              <a:ext uri="{28A0092B-C50C-407E-A947-70E740481C1C}">
                <a14:useLocalDpi xmlns:a14="http://schemas.microsoft.com/office/drawing/2010/main" val="0"/>
              </a:ext>
            </a:extLst>
          </a:blip>
          <a:srcRect l="11724" r="11724"/>
          <a:stretch/>
        </p:blipFill>
        <p:spPr>
          <a:xfrm>
            <a:off x="9848696" y="3347539"/>
            <a:ext cx="2052129" cy="3021164"/>
          </a:xfrm>
        </p:spPr>
      </p:pic>
      <p:grpSp>
        <p:nvGrpSpPr>
          <p:cNvPr id="21" name="Gruppe 20">
            <a:extLst>
              <a:ext uri="{FF2B5EF4-FFF2-40B4-BE49-F238E27FC236}">
                <a16:creationId xmlns:a16="http://schemas.microsoft.com/office/drawing/2014/main" id="{D3D66F9A-A988-E305-2D73-E05458D8C6E6}"/>
              </a:ext>
            </a:extLst>
          </p:cNvPr>
          <p:cNvGrpSpPr/>
          <p:nvPr/>
        </p:nvGrpSpPr>
        <p:grpSpPr>
          <a:xfrm>
            <a:off x="406277" y="416256"/>
            <a:ext cx="863765" cy="560775"/>
            <a:chOff x="260185" y="254907"/>
            <a:chExt cx="863765" cy="560775"/>
          </a:xfrm>
        </p:grpSpPr>
        <p:sp>
          <p:nvSpPr>
            <p:cNvPr id="22" name="Afrundet rektangel 21">
              <a:extLst>
                <a:ext uri="{FF2B5EF4-FFF2-40B4-BE49-F238E27FC236}">
                  <a16:creationId xmlns:a16="http://schemas.microsoft.com/office/drawing/2014/main" id="{A00781D7-49AC-FA7C-0AF5-4134616C04DF}"/>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5" name="Afrundet rektangel 24">
              <a:extLst>
                <a:ext uri="{FF2B5EF4-FFF2-40B4-BE49-F238E27FC236}">
                  <a16:creationId xmlns:a16="http://schemas.microsoft.com/office/drawing/2014/main" id="{2AAB1656-2A47-59A3-E72F-D990A0676C83}"/>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D159D120-D61F-8639-8EF5-C00E1CE942AF}"/>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E01FCD2-58BE-1E86-2928-FA9D0061B9EA}"/>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726BBCE8-1917-0F14-3649-C2D95C3F2146}"/>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7C059D17-66CF-7E5D-93F6-F8E12FCEFA26}"/>
              </a:ext>
            </a:extLst>
          </p:cNvPr>
          <p:cNvSpPr>
            <a:spLocks noGrp="1"/>
          </p:cNvSpPr>
          <p:nvPr>
            <p:ph type="sldNum" sz="quarter" idx="11"/>
          </p:nvPr>
        </p:nvSpPr>
        <p:spPr/>
        <p:txBody>
          <a:bodyPr/>
          <a:lstStyle/>
          <a:p>
            <a:r>
              <a:rPr lang="da-DK"/>
              <a:t>S.</a:t>
            </a:r>
            <a:fld id="{5756700A-4FDC-43B2-BFF8-4B28CED2581C}" type="slidenum">
              <a:rPr lang="da-DK" smtClean="0"/>
              <a:pPr/>
              <a:t>54</a:t>
            </a:fld>
            <a:endParaRPr lang="da-DK"/>
          </a:p>
        </p:txBody>
      </p:sp>
    </p:spTree>
    <p:extLst>
      <p:ext uri="{BB962C8B-B14F-4D97-AF65-F5344CB8AC3E}">
        <p14:creationId xmlns:p14="http://schemas.microsoft.com/office/powerpoint/2010/main" val="8234335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 name="Pladsholder til billede 25">
            <a:extLst>
              <a:ext uri="{FF2B5EF4-FFF2-40B4-BE49-F238E27FC236}">
                <a16:creationId xmlns:a16="http://schemas.microsoft.com/office/drawing/2014/main" id="{AC219EDB-70D1-73DA-AEF8-69E77D9CD4C8}"/>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1160" r="21160"/>
          <a:stretch/>
        </p:blipFill>
        <p:spPr>
          <a:xfrm>
            <a:off x="288000" y="2712027"/>
            <a:ext cx="3204000" cy="3688774"/>
          </a:xfrm>
        </p:spPr>
      </p:pic>
      <p:pic>
        <p:nvPicPr>
          <p:cNvPr id="11" name="Pladsholder til billede 10">
            <a:extLst>
              <a:ext uri="{FF2B5EF4-FFF2-40B4-BE49-F238E27FC236}">
                <a16:creationId xmlns:a16="http://schemas.microsoft.com/office/drawing/2014/main" id="{B4B0D364-A572-35B0-61D9-F50176511CAF}"/>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t="11935" b="11935"/>
          <a:stretch/>
        </p:blipFill>
        <p:spPr>
          <a:xfrm>
            <a:off x="3607808" y="251998"/>
            <a:ext cx="5896973" cy="3386860"/>
          </a:xfrm>
        </p:spPr>
      </p:pic>
      <p:pic>
        <p:nvPicPr>
          <p:cNvPr id="28" name="Pladsholder til billede 27">
            <a:extLst>
              <a:ext uri="{FF2B5EF4-FFF2-40B4-BE49-F238E27FC236}">
                <a16:creationId xmlns:a16="http://schemas.microsoft.com/office/drawing/2014/main" id="{55B7D456-5D0C-F0F5-3F29-3D13F6BAADFD}"/>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t="13770" b="13770"/>
          <a:stretch/>
        </p:blipFill>
        <p:spPr>
          <a:xfrm>
            <a:off x="3607808" y="3764857"/>
            <a:ext cx="2415167" cy="2635943"/>
          </a:xfrm>
        </p:spPr>
      </p:pic>
      <p:pic>
        <p:nvPicPr>
          <p:cNvPr id="34" name="Pladsholder til billede 33">
            <a:extLst>
              <a:ext uri="{FF2B5EF4-FFF2-40B4-BE49-F238E27FC236}">
                <a16:creationId xmlns:a16="http://schemas.microsoft.com/office/drawing/2014/main" id="{3E8414EB-0CF7-01F9-11CE-E3BC1F54F0FF}"/>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9462" r="33744"/>
          <a:stretch>
            <a:fillRect/>
          </a:stretch>
        </p:blipFill>
        <p:spPr>
          <a:xfrm>
            <a:off x="9647238" y="3763963"/>
            <a:ext cx="2254250" cy="2635250"/>
          </a:xfrm>
        </p:spPr>
      </p:pic>
      <p:pic>
        <p:nvPicPr>
          <p:cNvPr id="30" name="Pladsholder til billede 29">
            <a:extLst>
              <a:ext uri="{FF2B5EF4-FFF2-40B4-BE49-F238E27FC236}">
                <a16:creationId xmlns:a16="http://schemas.microsoft.com/office/drawing/2014/main" id="{06686BEE-E0B4-3703-2B79-2A9BCEE5D667}"/>
              </a:ext>
            </a:extLst>
          </p:cNvPr>
          <p:cNvPicPr>
            <a:picLocks noGrp="1" noChangeAspect="1"/>
          </p:cNvPicPr>
          <p:nvPr>
            <p:ph type="pic" sz="quarter" idx="20"/>
          </p:nvPr>
        </p:nvPicPr>
        <p:blipFill>
          <a:blip r:embed="rId6">
            <a:extLst>
              <a:ext uri="{28A0092B-C50C-407E-A947-70E740481C1C}">
                <a14:useLocalDpi xmlns:a14="http://schemas.microsoft.com/office/drawing/2010/main" val="0"/>
              </a:ext>
            </a:extLst>
          </a:blip>
          <a:srcRect l="683" r="14861"/>
          <a:stretch>
            <a:fillRect/>
          </a:stretch>
        </p:blipFill>
        <p:spPr>
          <a:xfrm>
            <a:off x="6165850" y="3765550"/>
            <a:ext cx="3338513" cy="2633663"/>
          </a:xfrm>
        </p:spPr>
      </p:pic>
      <p:pic>
        <p:nvPicPr>
          <p:cNvPr id="32" name="Pladsholder til billede 31">
            <a:extLst>
              <a:ext uri="{FF2B5EF4-FFF2-40B4-BE49-F238E27FC236}">
                <a16:creationId xmlns:a16="http://schemas.microsoft.com/office/drawing/2014/main" id="{34FE1516-9132-E51D-AF09-7CC3B3AFF40E}"/>
              </a:ext>
            </a:extLst>
          </p:cNvPr>
          <p:cNvPicPr>
            <a:picLocks noGrp="1" noChangeAspect="1"/>
          </p:cNvPicPr>
          <p:nvPr>
            <p:ph type="pic" sz="quarter" idx="21"/>
          </p:nvPr>
        </p:nvPicPr>
        <p:blipFill>
          <a:blip r:embed="rId7">
            <a:extLst>
              <a:ext uri="{28A0092B-C50C-407E-A947-70E740481C1C}">
                <a14:useLocalDpi xmlns:a14="http://schemas.microsoft.com/office/drawing/2010/main" val="0"/>
              </a:ext>
            </a:extLst>
          </a:blip>
          <a:srcRect l="40257" r="15543"/>
          <a:stretch>
            <a:fillRect/>
          </a:stretch>
        </p:blipFill>
        <p:spPr>
          <a:xfrm>
            <a:off x="9647238" y="252413"/>
            <a:ext cx="2254250" cy="3386137"/>
          </a:xfrm>
        </p:spPr>
      </p:pic>
      <p:pic>
        <p:nvPicPr>
          <p:cNvPr id="24" name="Pladsholder til billede 23">
            <a:extLst>
              <a:ext uri="{FF2B5EF4-FFF2-40B4-BE49-F238E27FC236}">
                <a16:creationId xmlns:a16="http://schemas.microsoft.com/office/drawing/2014/main" id="{15E59D94-88CC-614D-236D-85B8847D8814}"/>
              </a:ext>
            </a:extLst>
          </p:cNvPr>
          <p:cNvPicPr>
            <a:picLocks noGrp="1" noChangeAspect="1"/>
          </p:cNvPicPr>
          <p:nvPr>
            <p:ph type="pic" sz="quarter" idx="22"/>
          </p:nvPr>
        </p:nvPicPr>
        <p:blipFill>
          <a:blip r:embed="rId8">
            <a:extLst>
              <a:ext uri="{28A0092B-C50C-407E-A947-70E740481C1C}">
                <a14:useLocalDpi xmlns:a14="http://schemas.microsoft.com/office/drawing/2010/main" val="0"/>
              </a:ext>
            </a:extLst>
          </a:blip>
          <a:srcRect t="2716" b="2716"/>
          <a:stretch/>
        </p:blipFill>
        <p:spPr>
          <a:xfrm>
            <a:off x="288000" y="251999"/>
            <a:ext cx="3204000" cy="2334027"/>
          </a:xfrm>
        </p:spPr>
      </p:pic>
      <p:sp>
        <p:nvSpPr>
          <p:cNvPr id="2" name="Pladsholder til slidenummer 1">
            <a:extLst>
              <a:ext uri="{FF2B5EF4-FFF2-40B4-BE49-F238E27FC236}">
                <a16:creationId xmlns:a16="http://schemas.microsoft.com/office/drawing/2014/main" id="{37687F26-6D6A-137C-62EA-59A09293922F}"/>
              </a:ext>
            </a:extLst>
          </p:cNvPr>
          <p:cNvSpPr>
            <a:spLocks noGrp="1"/>
          </p:cNvSpPr>
          <p:nvPr>
            <p:ph type="sldNum" sz="quarter" idx="11"/>
          </p:nvPr>
        </p:nvSpPr>
        <p:spPr/>
        <p:txBody>
          <a:bodyPr/>
          <a:lstStyle/>
          <a:p>
            <a:r>
              <a:rPr lang="da-DK"/>
              <a:t>S.</a:t>
            </a:r>
            <a:fld id="{5756700A-4FDC-43B2-BFF8-4B28CED2581C}" type="slidenum">
              <a:rPr lang="da-DK" smtClean="0"/>
              <a:pPr/>
              <a:t>55</a:t>
            </a:fld>
            <a:endParaRPr lang="da-DK"/>
          </a:p>
        </p:txBody>
      </p:sp>
    </p:spTree>
    <p:extLst>
      <p:ext uri="{BB962C8B-B14F-4D97-AF65-F5344CB8AC3E}">
        <p14:creationId xmlns:p14="http://schemas.microsoft.com/office/powerpoint/2010/main" val="119667914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ladsholder til billede 8">
            <a:extLst>
              <a:ext uri="{FF2B5EF4-FFF2-40B4-BE49-F238E27FC236}">
                <a16:creationId xmlns:a16="http://schemas.microsoft.com/office/drawing/2014/main" id="{03BD5D1F-3F49-11EB-5830-F17166520005}"/>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7906" b="7906"/>
          <a:stretch/>
        </p:blipFill>
        <p:spPr>
          <a:xfrm>
            <a:off x="-1" y="0"/>
            <a:ext cx="12188825" cy="6858000"/>
          </a:xfrm>
        </p:spPr>
      </p:pic>
      <p:sp>
        <p:nvSpPr>
          <p:cNvPr id="6" name="Pladsholder til tekst 5">
            <a:extLst>
              <a:ext uri="{FF2B5EF4-FFF2-40B4-BE49-F238E27FC236}">
                <a16:creationId xmlns:a16="http://schemas.microsoft.com/office/drawing/2014/main" id="{4F270C23-83C9-920E-BD80-D7D4D761F4A3}"/>
              </a:ext>
            </a:extLst>
          </p:cNvPr>
          <p:cNvSpPr>
            <a:spLocks noGrp="1"/>
          </p:cNvSpPr>
          <p:nvPr>
            <p:ph type="body" sz="quarter" idx="17"/>
          </p:nvPr>
        </p:nvSpPr>
        <p:spPr>
          <a:xfrm>
            <a:off x="288000" y="252000"/>
            <a:ext cx="2567773" cy="552965"/>
          </a:xfrm>
        </p:spPr>
        <p:txBody>
          <a:bodyPr/>
          <a:lstStyle/>
          <a:p>
            <a:r>
              <a:rPr lang="da-DK"/>
              <a:t>Lorem ipsum</a:t>
            </a:r>
          </a:p>
        </p:txBody>
      </p:sp>
      <p:sp>
        <p:nvSpPr>
          <p:cNvPr id="11" name="Pladsholder til billede 10">
            <a:extLst>
              <a:ext uri="{FF2B5EF4-FFF2-40B4-BE49-F238E27FC236}">
                <a16:creationId xmlns:a16="http://schemas.microsoft.com/office/drawing/2014/main" id="{92DA0308-96C1-10D3-C10B-EB90D2520E7A}"/>
              </a:ext>
            </a:extLst>
          </p:cNvPr>
          <p:cNvSpPr>
            <a:spLocks noGrp="1"/>
          </p:cNvSpPr>
          <p:nvPr>
            <p:ph type="pic" sz="quarter" idx="18"/>
          </p:nvPr>
        </p:nvSpPr>
        <p:spPr/>
        <p:txBody>
          <a:bodyPr/>
          <a:lstStyle/>
          <a:p>
            <a:endParaRPr lang="da-DK"/>
          </a:p>
        </p:txBody>
      </p:sp>
      <p:sp>
        <p:nvSpPr>
          <p:cNvPr id="2" name="Pladsholder til billede 6">
            <a:extLst>
              <a:ext uri="{FF2B5EF4-FFF2-40B4-BE49-F238E27FC236}">
                <a16:creationId xmlns:a16="http://schemas.microsoft.com/office/drawing/2014/main" id="{451D8E45-B0E1-2087-B705-55573DAD81FE}"/>
              </a:ext>
            </a:extLst>
          </p:cNvPr>
          <p:cNvSpPr>
            <a:spLocks noGrp="1"/>
          </p:cNvSpPr>
          <p:nvPr>
            <p:ph type="pic" sz="quarter" idx="15"/>
          </p:nvPr>
        </p:nvSpPr>
        <p:spPr>
          <a:xfrm>
            <a:off x="11450848" y="6491116"/>
            <a:ext cx="450752" cy="118483"/>
          </a:xfrm>
          <a:blipFill>
            <a:blip>
              <a:extLst>
                <a:ext uri="{96DAC541-7B7A-43D3-8B79-37D633B846F1}">
                  <asvg:svgBlip xmlns:asvg="http://schemas.microsoft.com/office/drawing/2016/SVG/main" r:embed="rId3"/>
                </a:ext>
              </a:extLst>
            </a:blip>
            <a:stretch>
              <a:fillRect/>
            </a:stretch>
          </a:blipFill>
        </p:spPr>
        <p:txBody>
          <a:bodyPr/>
          <a:lstStyle/>
          <a:p>
            <a:endParaRPr lang="da-DK"/>
          </a:p>
        </p:txBody>
      </p:sp>
      <p:sp>
        <p:nvSpPr>
          <p:cNvPr id="5" name="Pladsholder til billede 6">
            <a:extLst>
              <a:ext uri="{FF2B5EF4-FFF2-40B4-BE49-F238E27FC236}">
                <a16:creationId xmlns:a16="http://schemas.microsoft.com/office/drawing/2014/main" id="{917E7802-CACC-FD59-E5BE-21966ED63588}"/>
              </a:ext>
            </a:extLst>
          </p:cNvPr>
          <p:cNvSpPr>
            <a:spLocks noGrp="1"/>
          </p:cNvSpPr>
          <p:nvPr>
            <p:ph type="pic" sz="quarter" idx="19"/>
          </p:nvPr>
        </p:nvSpPr>
        <p:spPr>
          <a:xfrm>
            <a:off x="288000" y="6490424"/>
            <a:ext cx="339391" cy="119175"/>
          </a:xfrm>
          <a:blipFill>
            <a:blip>
              <a:extLst>
                <a:ext uri="{96DAC541-7B7A-43D3-8B79-37D633B846F1}">
                  <asvg:svgBlip xmlns:asvg="http://schemas.microsoft.com/office/drawing/2016/SVG/main" r:embed="rId4"/>
                </a:ext>
              </a:extLst>
            </a:blip>
            <a:stretch>
              <a:fillRect/>
            </a:stretch>
          </a:blipFill>
        </p:spPr>
        <p:txBody>
          <a:bodyPr/>
          <a:lstStyle/>
          <a:p>
            <a:endParaRPr lang="da-DK"/>
          </a:p>
        </p:txBody>
      </p:sp>
      <p:sp>
        <p:nvSpPr>
          <p:cNvPr id="3" name="Pladsholder til slidenummer 2">
            <a:extLst>
              <a:ext uri="{FF2B5EF4-FFF2-40B4-BE49-F238E27FC236}">
                <a16:creationId xmlns:a16="http://schemas.microsoft.com/office/drawing/2014/main" id="{61272D84-AE34-B5EA-4665-4AA3E7E6B4EE}"/>
              </a:ext>
            </a:extLst>
          </p:cNvPr>
          <p:cNvSpPr>
            <a:spLocks noGrp="1"/>
          </p:cNvSpPr>
          <p:nvPr>
            <p:ph type="sldNum" sz="quarter" idx="11"/>
          </p:nvPr>
        </p:nvSpPr>
        <p:spPr/>
        <p:txBody>
          <a:bodyPr/>
          <a:lstStyle/>
          <a:p>
            <a:r>
              <a:rPr lang="da-DK"/>
              <a:t>S.</a:t>
            </a:r>
            <a:fld id="{5756700A-4FDC-43B2-BFF8-4B28CED2581C}" type="slidenum">
              <a:rPr lang="da-DK" smtClean="0"/>
              <a:pPr/>
              <a:t>56</a:t>
            </a:fld>
            <a:endParaRPr lang="da-DK"/>
          </a:p>
        </p:txBody>
      </p:sp>
    </p:spTree>
    <p:extLst>
      <p:ext uri="{BB962C8B-B14F-4D97-AF65-F5344CB8AC3E}">
        <p14:creationId xmlns:p14="http://schemas.microsoft.com/office/powerpoint/2010/main" val="197200709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D5BB66-FF07-0BFF-D468-89DB3C1319F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7FB1CF28-B993-F058-E426-CDC5D67146CD}"/>
              </a:ext>
            </a:extLst>
          </p:cNvPr>
          <p:cNvSpPr>
            <a:spLocks noGrp="1"/>
          </p:cNvSpPr>
          <p:nvPr>
            <p:ph type="title"/>
          </p:nvPr>
        </p:nvSpPr>
        <p:spPr>
          <a:xfrm>
            <a:off x="288000" y="288000"/>
            <a:ext cx="3581999" cy="6032476"/>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2FF242B7-DC2A-2B8D-B5FD-DDD1BC0F85A8}"/>
              </a:ext>
            </a:extLst>
          </p:cNvPr>
          <p:cNvSpPr>
            <a:spLocks noGrp="1"/>
          </p:cNvSpPr>
          <p:nvPr>
            <p:ph idx="14"/>
          </p:nvPr>
        </p:nvSpPr>
        <p:spPr>
          <a:xfrm>
            <a:off x="4015986" y="5640078"/>
            <a:ext cx="3888000" cy="543367"/>
          </a:xfrm>
        </p:spPr>
        <p:txBody>
          <a:bodyPr/>
          <a:lstStyle/>
          <a:p>
            <a:r>
              <a:rPr lang="da-DK"/>
              <a:t>Caborepe porum exerume nobitio nsequos dellat ut as duntese cor aspit poris exerume nobitio nsequos dellat ut as duntese cor aporis modignit alibus vollore.</a:t>
            </a:r>
          </a:p>
        </p:txBody>
      </p:sp>
      <p:sp>
        <p:nvSpPr>
          <p:cNvPr id="7" name="Pladsholder til tekst 6">
            <a:extLst>
              <a:ext uri="{FF2B5EF4-FFF2-40B4-BE49-F238E27FC236}">
                <a16:creationId xmlns:a16="http://schemas.microsoft.com/office/drawing/2014/main" id="{9388417E-7189-AE7F-749B-15DC110D0FE2}"/>
              </a:ext>
            </a:extLst>
          </p:cNvPr>
          <p:cNvSpPr>
            <a:spLocks noGrp="1"/>
          </p:cNvSpPr>
          <p:nvPr>
            <p:ph type="body" sz="quarter" idx="15"/>
          </p:nvPr>
        </p:nvSpPr>
        <p:spPr>
          <a:xfrm>
            <a:off x="4015986" y="5340103"/>
            <a:ext cx="3888000" cy="299975"/>
          </a:xfrm>
        </p:spPr>
        <p:txBody>
          <a:bodyPr/>
          <a:lstStyle/>
          <a:p>
            <a:r>
              <a:rPr lang="da-DK"/>
              <a:t>Title 1</a:t>
            </a:r>
          </a:p>
        </p:txBody>
      </p:sp>
      <p:sp>
        <p:nvSpPr>
          <p:cNvPr id="26" name="Pladsholder til indhold 25">
            <a:extLst>
              <a:ext uri="{FF2B5EF4-FFF2-40B4-BE49-F238E27FC236}">
                <a16:creationId xmlns:a16="http://schemas.microsoft.com/office/drawing/2014/main" id="{10AF5CEA-E927-273F-872F-4D5DC24DF817}"/>
              </a:ext>
            </a:extLst>
          </p:cNvPr>
          <p:cNvSpPr>
            <a:spLocks noGrp="1"/>
          </p:cNvSpPr>
          <p:nvPr>
            <p:ph idx="16"/>
          </p:nvPr>
        </p:nvSpPr>
        <p:spPr>
          <a:xfrm>
            <a:off x="8048825" y="5640078"/>
            <a:ext cx="3852000" cy="543367"/>
          </a:xfrm>
        </p:spPr>
        <p:txBody>
          <a:bodyPr/>
          <a:lstStyle/>
          <a:p>
            <a:r>
              <a:rPr lang="da-DK"/>
              <a:t>Caborepe porum exerume nobitio nsequos dellat ut as duntese porum nobitio nsequos dellat ut as duntese cor aspit poris mod.</a:t>
            </a:r>
          </a:p>
        </p:txBody>
      </p:sp>
      <p:sp>
        <p:nvSpPr>
          <p:cNvPr id="27" name="Pladsholder til tekst 26">
            <a:extLst>
              <a:ext uri="{FF2B5EF4-FFF2-40B4-BE49-F238E27FC236}">
                <a16:creationId xmlns:a16="http://schemas.microsoft.com/office/drawing/2014/main" id="{2C8D5D31-C904-4D44-46AF-10B92881DA60}"/>
              </a:ext>
            </a:extLst>
          </p:cNvPr>
          <p:cNvSpPr>
            <a:spLocks noGrp="1"/>
          </p:cNvSpPr>
          <p:nvPr>
            <p:ph type="body" sz="quarter" idx="17"/>
          </p:nvPr>
        </p:nvSpPr>
        <p:spPr>
          <a:xfrm>
            <a:off x="8048726" y="5340103"/>
            <a:ext cx="3852000" cy="299975"/>
          </a:xfrm>
        </p:spPr>
        <p:txBody>
          <a:bodyPr/>
          <a:lstStyle/>
          <a:p>
            <a:r>
              <a:rPr lang="da-DK"/>
              <a:t>Title 2</a:t>
            </a:r>
          </a:p>
        </p:txBody>
      </p:sp>
      <p:pic>
        <p:nvPicPr>
          <p:cNvPr id="13" name="Pladsholder til billede 12">
            <a:extLst>
              <a:ext uri="{FF2B5EF4-FFF2-40B4-BE49-F238E27FC236}">
                <a16:creationId xmlns:a16="http://schemas.microsoft.com/office/drawing/2014/main" id="{F11DF317-06DA-1523-5695-20A8B5BAAB13}"/>
              </a:ext>
            </a:extLst>
          </p:cNvPr>
          <p:cNvPicPr>
            <a:picLocks noGrp="1" noChangeAspect="1"/>
          </p:cNvPicPr>
          <p:nvPr>
            <p:ph type="pic" sz="quarter" idx="19"/>
          </p:nvPr>
        </p:nvPicPr>
        <p:blipFill>
          <a:blip r:embed="rId2">
            <a:extLst>
              <a:ext uri="{28A0092B-C50C-407E-A947-70E740481C1C}">
                <a14:useLocalDpi xmlns:a14="http://schemas.microsoft.com/office/drawing/2010/main" val="0"/>
              </a:ext>
            </a:extLst>
          </a:blip>
          <a:srcRect l="10383" r="10383"/>
          <a:stretch/>
        </p:blipFill>
        <p:spPr>
          <a:xfrm>
            <a:off x="4015986" y="251999"/>
            <a:ext cx="3887999" cy="4932000"/>
          </a:xfrm>
        </p:spPr>
      </p:pic>
      <p:pic>
        <p:nvPicPr>
          <p:cNvPr id="17" name="Pladsholder til billede 16">
            <a:extLst>
              <a:ext uri="{FF2B5EF4-FFF2-40B4-BE49-F238E27FC236}">
                <a16:creationId xmlns:a16="http://schemas.microsoft.com/office/drawing/2014/main" id="{29D798E8-5BE4-FEF6-5E55-ADC070DCCE9A}"/>
              </a:ext>
            </a:extLst>
          </p:cNvPr>
          <p:cNvPicPr>
            <a:picLocks noGrp="1" noChangeAspect="1"/>
          </p:cNvPicPr>
          <p:nvPr>
            <p:ph type="pic" sz="quarter" idx="20"/>
          </p:nvPr>
        </p:nvPicPr>
        <p:blipFill>
          <a:blip r:embed="rId3">
            <a:extLst>
              <a:ext uri="{28A0092B-C50C-407E-A947-70E740481C1C}">
                <a14:useLocalDpi xmlns:a14="http://schemas.microsoft.com/office/drawing/2010/main" val="0"/>
              </a:ext>
            </a:extLst>
          </a:blip>
          <a:srcRect l="23925" r="23925"/>
          <a:stretch/>
        </p:blipFill>
        <p:spPr>
          <a:xfrm>
            <a:off x="8040298" y="252000"/>
            <a:ext cx="3860527" cy="4932775"/>
          </a:xfrm>
        </p:spPr>
      </p:pic>
      <p:sp>
        <p:nvSpPr>
          <p:cNvPr id="3" name="Pladsholder til slidenummer 2">
            <a:extLst>
              <a:ext uri="{FF2B5EF4-FFF2-40B4-BE49-F238E27FC236}">
                <a16:creationId xmlns:a16="http://schemas.microsoft.com/office/drawing/2014/main" id="{6E3C784E-5548-EBF5-EB93-F52DF71711FA}"/>
              </a:ext>
            </a:extLst>
          </p:cNvPr>
          <p:cNvSpPr>
            <a:spLocks noGrp="1"/>
          </p:cNvSpPr>
          <p:nvPr>
            <p:ph type="sldNum" sz="quarter" idx="11"/>
          </p:nvPr>
        </p:nvSpPr>
        <p:spPr/>
        <p:txBody>
          <a:bodyPr/>
          <a:lstStyle/>
          <a:p>
            <a:r>
              <a:rPr lang="da-DK"/>
              <a:t>S.</a:t>
            </a:r>
            <a:fld id="{5756700A-4FDC-43B2-BFF8-4B28CED2581C}" type="slidenum">
              <a:rPr lang="da-DK" smtClean="0"/>
              <a:pPr/>
              <a:t>57</a:t>
            </a:fld>
            <a:endParaRPr lang="da-DK"/>
          </a:p>
        </p:txBody>
      </p:sp>
    </p:spTree>
    <p:extLst>
      <p:ext uri="{BB962C8B-B14F-4D97-AF65-F5344CB8AC3E}">
        <p14:creationId xmlns:p14="http://schemas.microsoft.com/office/powerpoint/2010/main" val="337370807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33FC243-1159-23AB-5ACD-ADEF04771699}"/>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DEC5F6BB-9545-3E22-CD0D-20B0CDF06812}"/>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p:txBody>
      </p:sp>
      <p:sp>
        <p:nvSpPr>
          <p:cNvPr id="7" name="Pladsholder til tekst 6">
            <a:extLst>
              <a:ext uri="{FF2B5EF4-FFF2-40B4-BE49-F238E27FC236}">
                <a16:creationId xmlns:a16="http://schemas.microsoft.com/office/drawing/2014/main" id="{A3F4B40B-0476-D9E0-2687-C518FDE60961}"/>
              </a:ext>
            </a:extLst>
          </p:cNvPr>
          <p:cNvSpPr>
            <a:spLocks noGrp="1"/>
          </p:cNvSpPr>
          <p:nvPr>
            <p:ph type="body" sz="quarter" idx="13"/>
          </p:nvPr>
        </p:nvSpPr>
        <p:spPr>
          <a:xfrm>
            <a:off x="288000" y="3937000"/>
            <a:ext cx="3606701" cy="381000"/>
          </a:xfrm>
        </p:spPr>
        <p:txBody>
          <a:bodyPr/>
          <a:lstStyle/>
          <a:p>
            <a:r>
              <a:rPr lang="da-DK"/>
              <a:t>Title 1</a:t>
            </a:r>
          </a:p>
        </p:txBody>
      </p:sp>
      <p:sp>
        <p:nvSpPr>
          <p:cNvPr id="8" name="Pladsholder til indhold 7">
            <a:extLst>
              <a:ext uri="{FF2B5EF4-FFF2-40B4-BE49-F238E27FC236}">
                <a16:creationId xmlns:a16="http://schemas.microsoft.com/office/drawing/2014/main" id="{17ECD160-C378-A02D-F546-D4EDD035F032}"/>
              </a:ext>
            </a:extLst>
          </p:cNvPr>
          <p:cNvSpPr>
            <a:spLocks noGrp="1"/>
          </p:cNvSpPr>
          <p:nvPr>
            <p:ph idx="14"/>
          </p:nvPr>
        </p:nvSpPr>
        <p:spPr>
          <a:xfrm>
            <a:off x="4292650"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5702C40D-A730-354E-0358-3CB0B1FD34FB}"/>
              </a:ext>
            </a:extLst>
          </p:cNvPr>
          <p:cNvSpPr>
            <a:spLocks noGrp="1"/>
          </p:cNvSpPr>
          <p:nvPr>
            <p:ph type="body" sz="quarter" idx="15"/>
          </p:nvPr>
        </p:nvSpPr>
        <p:spPr>
          <a:xfrm>
            <a:off x="4292600" y="3937000"/>
            <a:ext cx="3606701" cy="381000"/>
          </a:xfrm>
        </p:spPr>
        <p:txBody>
          <a:bodyPr/>
          <a:lstStyle/>
          <a:p>
            <a:r>
              <a:rPr lang="da-DK"/>
              <a:t>Title 2</a:t>
            </a:r>
          </a:p>
        </p:txBody>
      </p:sp>
      <p:sp>
        <p:nvSpPr>
          <p:cNvPr id="10" name="Pladsholder til indhold 9">
            <a:extLst>
              <a:ext uri="{FF2B5EF4-FFF2-40B4-BE49-F238E27FC236}">
                <a16:creationId xmlns:a16="http://schemas.microsoft.com/office/drawing/2014/main" id="{409CAA7F-3768-E82D-B3EA-B86B6519ED64}"/>
              </a:ext>
            </a:extLst>
          </p:cNvPr>
          <p:cNvSpPr>
            <a:spLocks noGrp="1"/>
          </p:cNvSpPr>
          <p:nvPr>
            <p:ph idx="16"/>
          </p:nvPr>
        </p:nvSpPr>
        <p:spPr>
          <a:xfrm>
            <a:off x="8298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DF16969E-146C-CB00-64FB-A439A1DFFD4D}"/>
              </a:ext>
            </a:extLst>
          </p:cNvPr>
          <p:cNvSpPr>
            <a:spLocks noGrp="1"/>
          </p:cNvSpPr>
          <p:nvPr>
            <p:ph type="body" sz="quarter" idx="17"/>
          </p:nvPr>
        </p:nvSpPr>
        <p:spPr>
          <a:xfrm>
            <a:off x="8298000" y="3937000"/>
            <a:ext cx="3606701" cy="381000"/>
          </a:xfrm>
        </p:spPr>
        <p:txBody>
          <a:bodyPr/>
          <a:lstStyle/>
          <a:p>
            <a:r>
              <a:rPr lang="da-DK"/>
              <a:t>Title 3</a:t>
            </a:r>
          </a:p>
        </p:txBody>
      </p:sp>
      <p:sp>
        <p:nvSpPr>
          <p:cNvPr id="3" name="Pladsholder til slidenummer 2">
            <a:extLst>
              <a:ext uri="{FF2B5EF4-FFF2-40B4-BE49-F238E27FC236}">
                <a16:creationId xmlns:a16="http://schemas.microsoft.com/office/drawing/2014/main" id="{43D34541-97F2-7978-2F60-FEDC471DE430}"/>
              </a:ext>
            </a:extLst>
          </p:cNvPr>
          <p:cNvSpPr>
            <a:spLocks noGrp="1"/>
          </p:cNvSpPr>
          <p:nvPr>
            <p:ph type="sldNum" sz="quarter" idx="11"/>
          </p:nvPr>
        </p:nvSpPr>
        <p:spPr/>
        <p:txBody>
          <a:bodyPr/>
          <a:lstStyle/>
          <a:p>
            <a:r>
              <a:rPr lang="da-DK"/>
              <a:t>S.</a:t>
            </a:r>
            <a:fld id="{5756700A-4FDC-43B2-BFF8-4B28CED2581C}" type="slidenum">
              <a:rPr lang="da-DK" smtClean="0"/>
              <a:pPr/>
              <a:t>58</a:t>
            </a:fld>
            <a:endParaRPr lang="da-DK"/>
          </a:p>
        </p:txBody>
      </p:sp>
    </p:spTree>
    <p:extLst>
      <p:ext uri="{BB962C8B-B14F-4D97-AF65-F5344CB8AC3E}">
        <p14:creationId xmlns:p14="http://schemas.microsoft.com/office/powerpoint/2010/main" val="325832414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3B354-1446-6ECF-5CEC-508A53E3D9B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A918CAFB-8110-DD48-8E4F-EC5D19737F09}"/>
              </a:ext>
            </a:extLst>
          </p:cNvPr>
          <p:cNvSpPr>
            <a:spLocks noGrp="1"/>
          </p:cNvSpPr>
          <p:nvPr>
            <p:ph type="title"/>
          </p:nvPr>
        </p:nvSpPr>
        <p:spPr>
          <a:xfrm>
            <a:off x="288000" y="252000"/>
            <a:ext cx="5662414" cy="1811099"/>
          </a:xfrm>
        </p:spPr>
        <p:txBody>
          <a:bodyPr/>
          <a:lstStyle/>
          <a:p>
            <a:r>
              <a:rPr lang="da-DK"/>
              <a:t>Lorem ipsum sit amet con incidunct</a:t>
            </a:r>
          </a:p>
        </p:txBody>
      </p:sp>
      <p:sp>
        <p:nvSpPr>
          <p:cNvPr id="6" name="Pladsholder til indhold 5">
            <a:extLst>
              <a:ext uri="{FF2B5EF4-FFF2-40B4-BE49-F238E27FC236}">
                <a16:creationId xmlns:a16="http://schemas.microsoft.com/office/drawing/2014/main" id="{B3591323-4850-8651-C7CF-64A268F9B717}"/>
              </a:ext>
            </a:extLst>
          </p:cNvPr>
          <p:cNvSpPr>
            <a:spLocks noGrp="1"/>
          </p:cNvSpPr>
          <p:nvPr>
            <p:ph idx="1"/>
          </p:nvPr>
        </p:nvSpPr>
        <p:spPr>
          <a:xfrm>
            <a:off x="288000" y="5640078"/>
            <a:ext cx="3712475" cy="543367"/>
          </a:xfrm>
        </p:spPr>
        <p:txBody>
          <a:bodyPr/>
          <a:lstStyle/>
          <a:p>
            <a:r>
              <a:rPr lang="da-DK"/>
              <a:t>Caborepe porum exerume nobitio nsequos dellat ut as duntese cor aspit poris modignit alibus vollore.</a:t>
            </a:r>
          </a:p>
        </p:txBody>
      </p:sp>
      <p:sp>
        <p:nvSpPr>
          <p:cNvPr id="7" name="Pladsholder til tekst 6">
            <a:extLst>
              <a:ext uri="{FF2B5EF4-FFF2-40B4-BE49-F238E27FC236}">
                <a16:creationId xmlns:a16="http://schemas.microsoft.com/office/drawing/2014/main" id="{B64FE842-1369-A172-C4E4-93EE2E201C37}"/>
              </a:ext>
            </a:extLst>
          </p:cNvPr>
          <p:cNvSpPr>
            <a:spLocks noGrp="1"/>
          </p:cNvSpPr>
          <p:nvPr>
            <p:ph type="body" sz="quarter" idx="13"/>
          </p:nvPr>
        </p:nvSpPr>
        <p:spPr>
          <a:xfrm>
            <a:off x="288000" y="5340103"/>
            <a:ext cx="3712475" cy="299975"/>
          </a:xfrm>
        </p:spPr>
        <p:txBody>
          <a:bodyPr/>
          <a:lstStyle/>
          <a:p>
            <a:r>
              <a:rPr lang="da-DK"/>
              <a:t>Title 1</a:t>
            </a:r>
          </a:p>
        </p:txBody>
      </p:sp>
      <p:sp>
        <p:nvSpPr>
          <p:cNvPr id="8" name="Pladsholder til indhold 7">
            <a:extLst>
              <a:ext uri="{FF2B5EF4-FFF2-40B4-BE49-F238E27FC236}">
                <a16:creationId xmlns:a16="http://schemas.microsoft.com/office/drawing/2014/main" id="{4E0F3F40-B267-974C-799F-A93B71A19D9A}"/>
              </a:ext>
            </a:extLst>
          </p:cNvPr>
          <p:cNvSpPr>
            <a:spLocks noGrp="1"/>
          </p:cNvSpPr>
          <p:nvPr>
            <p:ph idx="14"/>
          </p:nvPr>
        </p:nvSpPr>
        <p:spPr>
          <a:xfrm>
            <a:off x="4238175" y="5640078"/>
            <a:ext cx="3712475" cy="543367"/>
          </a:xfrm>
        </p:spPr>
        <p:txBody>
          <a:bodyPr/>
          <a:lstStyle/>
          <a:p>
            <a:r>
              <a:rPr lang="da-DK"/>
              <a:t>Omnis sus aut aut laborios dolor aut modi to veles rerum accabor simint acium acculpario mod magnatur adis et, sequam que ducienis.</a:t>
            </a:r>
          </a:p>
        </p:txBody>
      </p:sp>
      <p:sp>
        <p:nvSpPr>
          <p:cNvPr id="9" name="Pladsholder til tekst 8">
            <a:extLst>
              <a:ext uri="{FF2B5EF4-FFF2-40B4-BE49-F238E27FC236}">
                <a16:creationId xmlns:a16="http://schemas.microsoft.com/office/drawing/2014/main" id="{D84C8E07-EDD1-2DE2-FACB-369342F9783C}"/>
              </a:ext>
            </a:extLst>
          </p:cNvPr>
          <p:cNvSpPr>
            <a:spLocks noGrp="1"/>
          </p:cNvSpPr>
          <p:nvPr>
            <p:ph type="body" sz="quarter" idx="15"/>
          </p:nvPr>
        </p:nvSpPr>
        <p:spPr>
          <a:xfrm>
            <a:off x="4238175" y="5340103"/>
            <a:ext cx="3712475" cy="299975"/>
          </a:xfrm>
        </p:spPr>
        <p:txBody>
          <a:bodyPr/>
          <a:lstStyle/>
          <a:p>
            <a:r>
              <a:rPr lang="da-DK"/>
              <a:t>Title 2</a:t>
            </a:r>
          </a:p>
        </p:txBody>
      </p:sp>
      <p:sp>
        <p:nvSpPr>
          <p:cNvPr id="10" name="Pladsholder til indhold 9">
            <a:extLst>
              <a:ext uri="{FF2B5EF4-FFF2-40B4-BE49-F238E27FC236}">
                <a16:creationId xmlns:a16="http://schemas.microsoft.com/office/drawing/2014/main" id="{747AEC7B-204C-DE19-C88E-919249223511}"/>
              </a:ext>
            </a:extLst>
          </p:cNvPr>
          <p:cNvSpPr>
            <a:spLocks noGrp="1"/>
          </p:cNvSpPr>
          <p:nvPr>
            <p:ph idx="16"/>
          </p:nvPr>
        </p:nvSpPr>
        <p:spPr>
          <a:xfrm>
            <a:off x="8188351" y="5640078"/>
            <a:ext cx="3712475" cy="543367"/>
          </a:xfrm>
        </p:spPr>
        <p:txBody>
          <a:bodyPr/>
          <a:lstStyle/>
          <a:p>
            <a:r>
              <a:rPr lang="da-DK"/>
              <a:t>Nobis res eos magnam ut harchitatur? Molla cus expliqu aepella boribus.</a:t>
            </a:r>
          </a:p>
        </p:txBody>
      </p:sp>
      <p:sp>
        <p:nvSpPr>
          <p:cNvPr id="11" name="Pladsholder til tekst 10">
            <a:extLst>
              <a:ext uri="{FF2B5EF4-FFF2-40B4-BE49-F238E27FC236}">
                <a16:creationId xmlns:a16="http://schemas.microsoft.com/office/drawing/2014/main" id="{31F8AD83-84F8-E233-917D-FE758543CB72}"/>
              </a:ext>
            </a:extLst>
          </p:cNvPr>
          <p:cNvSpPr>
            <a:spLocks noGrp="1"/>
          </p:cNvSpPr>
          <p:nvPr>
            <p:ph type="body" sz="quarter" idx="17"/>
          </p:nvPr>
        </p:nvSpPr>
        <p:spPr>
          <a:xfrm>
            <a:off x="8188351" y="5340103"/>
            <a:ext cx="3712475" cy="299975"/>
          </a:xfrm>
        </p:spPr>
        <p:txBody>
          <a:bodyPr/>
          <a:lstStyle/>
          <a:p>
            <a:r>
              <a:rPr lang="da-DK"/>
              <a:t>Title 3</a:t>
            </a:r>
          </a:p>
        </p:txBody>
      </p:sp>
      <p:pic>
        <p:nvPicPr>
          <p:cNvPr id="13" name="Pladsholder til billede 12">
            <a:extLst>
              <a:ext uri="{FF2B5EF4-FFF2-40B4-BE49-F238E27FC236}">
                <a16:creationId xmlns:a16="http://schemas.microsoft.com/office/drawing/2014/main" id="{E5615BEE-C258-F96E-7CE0-970A09D9F725}"/>
              </a:ext>
            </a:extLst>
          </p:cNvPr>
          <p:cNvPicPr>
            <a:picLocks noGrp="1" noChangeAspect="1"/>
          </p:cNvPicPr>
          <p:nvPr>
            <p:ph type="pic" sz="quarter" idx="18"/>
          </p:nvPr>
        </p:nvPicPr>
        <p:blipFill>
          <a:blip r:embed="rId2">
            <a:extLst>
              <a:ext uri="{28A0092B-C50C-407E-A947-70E740481C1C}">
                <a14:useLocalDpi xmlns:a14="http://schemas.microsoft.com/office/drawing/2010/main" val="0"/>
              </a:ext>
            </a:extLst>
          </a:blip>
          <a:srcRect t="24545" b="24545"/>
          <a:stretch/>
        </p:blipFill>
        <p:spPr>
          <a:xfrm>
            <a:off x="288000" y="3284538"/>
            <a:ext cx="3712474" cy="1900237"/>
          </a:xfrm>
        </p:spPr>
      </p:pic>
      <p:pic>
        <p:nvPicPr>
          <p:cNvPr id="17" name="Pladsholder til billede 16">
            <a:extLst>
              <a:ext uri="{FF2B5EF4-FFF2-40B4-BE49-F238E27FC236}">
                <a16:creationId xmlns:a16="http://schemas.microsoft.com/office/drawing/2014/main" id="{48A0D49A-47A1-401A-FC8D-E2A29C57C8B4}"/>
              </a:ext>
            </a:extLst>
          </p:cNvPr>
          <p:cNvPicPr>
            <a:picLocks noGrp="1" noChangeAspect="1"/>
          </p:cNvPicPr>
          <p:nvPr>
            <p:ph type="pic" sz="quarter" idx="19"/>
          </p:nvPr>
        </p:nvPicPr>
        <p:blipFill>
          <a:blip r:embed="rId3">
            <a:extLst>
              <a:ext uri="{28A0092B-C50C-407E-A947-70E740481C1C}">
                <a14:useLocalDpi xmlns:a14="http://schemas.microsoft.com/office/drawing/2010/main" val="0"/>
              </a:ext>
            </a:extLst>
          </a:blip>
          <a:srcRect t="24491" b="24491"/>
          <a:stretch/>
        </p:blipFill>
        <p:spPr>
          <a:xfrm>
            <a:off x="4238175" y="3284538"/>
            <a:ext cx="3712474" cy="1900237"/>
          </a:xfrm>
        </p:spPr>
      </p:pic>
      <p:pic>
        <p:nvPicPr>
          <p:cNvPr id="18" name="Pladsholder til billede 121">
            <a:extLst>
              <a:ext uri="{FF2B5EF4-FFF2-40B4-BE49-F238E27FC236}">
                <a16:creationId xmlns:a16="http://schemas.microsoft.com/office/drawing/2014/main" id="{C592971A-622B-3728-DC9D-AEA2B0FE2115}"/>
              </a:ext>
            </a:extLst>
          </p:cNvPr>
          <p:cNvPicPr>
            <a:picLocks noGrp="1" noChangeAspect="1"/>
          </p:cNvPicPr>
          <p:nvPr>
            <p:ph type="pic" sz="quarter" idx="20"/>
          </p:nvPr>
        </p:nvPicPr>
        <p:blipFill>
          <a:blip r:embed="rId4">
            <a:extLst>
              <a:ext uri="{28A0092B-C50C-407E-A947-70E740481C1C}">
                <a14:useLocalDpi xmlns:a14="http://schemas.microsoft.com/office/drawing/2010/main" val="0"/>
              </a:ext>
            </a:extLst>
          </a:blip>
          <a:srcRect t="11594" b="11594"/>
          <a:stretch/>
        </p:blipFill>
        <p:spPr>
          <a:xfrm>
            <a:off x="8188351" y="3284538"/>
            <a:ext cx="3712475" cy="1900237"/>
          </a:xfrm>
        </p:spPr>
      </p:pic>
      <p:sp>
        <p:nvSpPr>
          <p:cNvPr id="3" name="Pladsholder til slidenummer 2">
            <a:extLst>
              <a:ext uri="{FF2B5EF4-FFF2-40B4-BE49-F238E27FC236}">
                <a16:creationId xmlns:a16="http://schemas.microsoft.com/office/drawing/2014/main" id="{32B18AC5-F4C4-2836-29A7-9B2C9C781046}"/>
              </a:ext>
            </a:extLst>
          </p:cNvPr>
          <p:cNvSpPr>
            <a:spLocks noGrp="1"/>
          </p:cNvSpPr>
          <p:nvPr>
            <p:ph type="sldNum" sz="quarter" idx="11"/>
          </p:nvPr>
        </p:nvSpPr>
        <p:spPr/>
        <p:txBody>
          <a:bodyPr/>
          <a:lstStyle/>
          <a:p>
            <a:r>
              <a:rPr lang="da-DK"/>
              <a:t>S.</a:t>
            </a:r>
            <a:fld id="{5756700A-4FDC-43B2-BFF8-4B28CED2581C}" type="slidenum">
              <a:rPr lang="da-DK" smtClean="0"/>
              <a:pPr/>
              <a:t>59</a:t>
            </a:fld>
            <a:endParaRPr lang="da-DK"/>
          </a:p>
        </p:txBody>
      </p:sp>
    </p:spTree>
    <p:extLst>
      <p:ext uri="{BB962C8B-B14F-4D97-AF65-F5344CB8AC3E}">
        <p14:creationId xmlns:p14="http://schemas.microsoft.com/office/powerpoint/2010/main" val="35893143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EEF4C-96CB-BC1E-676E-99CE5065C8EC}"/>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ACB495A2-6F61-185D-2848-37DEB4571A83}"/>
              </a:ext>
            </a:extLst>
          </p:cNvPr>
          <p:cNvSpPr>
            <a:spLocks noGrp="1"/>
          </p:cNvSpPr>
          <p:nvPr>
            <p:ph type="body" sz="quarter" idx="23"/>
          </p:nvPr>
        </p:nvSpPr>
        <p:spPr>
          <a:xfrm>
            <a:off x="288000" y="252000"/>
            <a:ext cx="2592000" cy="468000"/>
          </a:xfrm>
        </p:spPr>
        <p:txBody>
          <a:bodyPr/>
          <a:lstStyle/>
          <a:p>
            <a:r>
              <a:rPr lang="da-DK"/>
              <a:t>Title</a:t>
            </a:r>
          </a:p>
          <a:p>
            <a:r>
              <a:rPr lang="da-DK"/>
              <a:t>Subtitle</a:t>
            </a:r>
          </a:p>
        </p:txBody>
      </p:sp>
      <p:sp>
        <p:nvSpPr>
          <p:cNvPr id="108" name="Pladsholder til tekst 107">
            <a:extLst>
              <a:ext uri="{FF2B5EF4-FFF2-40B4-BE49-F238E27FC236}">
                <a16:creationId xmlns:a16="http://schemas.microsoft.com/office/drawing/2014/main" id="{7A0E69E9-5D90-7A0F-4D86-7244E9324D1C}"/>
              </a:ext>
            </a:extLst>
          </p:cNvPr>
          <p:cNvSpPr>
            <a:spLocks noGrp="1"/>
          </p:cNvSpPr>
          <p:nvPr>
            <p:ph type="body" sz="quarter" idx="38"/>
          </p:nvPr>
        </p:nvSpPr>
        <p:spPr>
          <a:xfrm>
            <a:off x="287338" y="3284538"/>
            <a:ext cx="2455863" cy="3081337"/>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a:t>
            </a:r>
          </a:p>
        </p:txBody>
      </p:sp>
      <p:sp>
        <p:nvSpPr>
          <p:cNvPr id="109" name="Pladsholder til tekst 108">
            <a:extLst>
              <a:ext uri="{FF2B5EF4-FFF2-40B4-BE49-F238E27FC236}">
                <a16:creationId xmlns:a16="http://schemas.microsoft.com/office/drawing/2014/main" id="{F49B1191-DD3D-8ECD-D6CA-2EAFAB5610E9}"/>
              </a:ext>
            </a:extLst>
          </p:cNvPr>
          <p:cNvSpPr>
            <a:spLocks noGrp="1"/>
          </p:cNvSpPr>
          <p:nvPr>
            <p:ph type="body" sz="quarter" idx="43"/>
          </p:nvPr>
        </p:nvSpPr>
        <p:spPr>
          <a:xfrm>
            <a:off x="287339" y="792163"/>
            <a:ext cx="2455862" cy="1370012"/>
          </a:xfrm>
        </p:spPr>
        <p:txBody>
          <a:bodyPr/>
          <a:lstStyle/>
          <a:p>
            <a:r>
              <a:rPr lang="da-DK"/>
              <a:t>Caborepe porum exerume nobitio nsequos dellat ut as duntese cor aspit poris modignit alibus vollore, sint la venditatur, officia et, sequasped qui re que volorep erspero vidundic tenit.</a:t>
            </a:r>
          </a:p>
        </p:txBody>
      </p:sp>
      <p:pic>
        <p:nvPicPr>
          <p:cNvPr id="116" name="Pladsholder til billede 115">
            <a:extLst>
              <a:ext uri="{FF2B5EF4-FFF2-40B4-BE49-F238E27FC236}">
                <a16:creationId xmlns:a16="http://schemas.microsoft.com/office/drawing/2014/main" id="{928DBBD2-3E8A-CC89-A1A1-514C1F2E80CA}"/>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1073" r="31073"/>
          <a:stretch/>
        </p:blipFill>
        <p:spPr>
          <a:xfrm>
            <a:off x="3003975" y="252000"/>
            <a:ext cx="2890800" cy="5087822"/>
          </a:xfrm>
        </p:spPr>
      </p:pic>
      <p:pic>
        <p:nvPicPr>
          <p:cNvPr id="120" name="Pladsholder til billede 119">
            <a:extLst>
              <a:ext uri="{FF2B5EF4-FFF2-40B4-BE49-F238E27FC236}">
                <a16:creationId xmlns:a16="http://schemas.microsoft.com/office/drawing/2014/main" id="{7BC23743-E1F2-44CB-1B70-C1E41DAD7AA8}"/>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15256" r="52966"/>
          <a:stretch>
            <a:fillRect/>
          </a:stretch>
        </p:blipFill>
        <p:spPr>
          <a:xfrm>
            <a:off x="6024563" y="252413"/>
            <a:ext cx="2890837" cy="5087937"/>
          </a:xfrm>
        </p:spPr>
      </p:pic>
      <p:pic>
        <p:nvPicPr>
          <p:cNvPr id="124" name="Pladsholder til billede 123">
            <a:extLst>
              <a:ext uri="{FF2B5EF4-FFF2-40B4-BE49-F238E27FC236}">
                <a16:creationId xmlns:a16="http://schemas.microsoft.com/office/drawing/2014/main" id="{39815D3D-4815-A0B9-B073-4827D34F29DC}"/>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18379" r="18379"/>
          <a:stretch/>
        </p:blipFill>
        <p:spPr>
          <a:xfrm>
            <a:off x="9046025" y="252000"/>
            <a:ext cx="2854800" cy="5087822"/>
          </a:xfrm>
        </p:spPr>
      </p:pic>
      <p:sp>
        <p:nvSpPr>
          <p:cNvPr id="102" name="Pladsholder til tekst 101">
            <a:extLst>
              <a:ext uri="{FF2B5EF4-FFF2-40B4-BE49-F238E27FC236}">
                <a16:creationId xmlns:a16="http://schemas.microsoft.com/office/drawing/2014/main" id="{C90F8DC5-F7CD-6CD1-484A-599D3472BA47}"/>
              </a:ext>
            </a:extLst>
          </p:cNvPr>
          <p:cNvSpPr>
            <a:spLocks noGrp="1"/>
          </p:cNvSpPr>
          <p:nvPr>
            <p:ph type="body" sz="quarter" idx="24"/>
          </p:nvPr>
        </p:nvSpPr>
        <p:spPr>
          <a:xfrm>
            <a:off x="3004675" y="5419457"/>
            <a:ext cx="2890800" cy="946619"/>
          </a:xfrm>
        </p:spPr>
        <p:txBody>
          <a:bodyPr/>
          <a:lstStyle/>
          <a:p>
            <a:r>
              <a:rPr lang="da-DK"/>
              <a:t>Titel</a:t>
            </a:r>
          </a:p>
          <a:p>
            <a:r>
              <a:rPr lang="da-DK"/>
              <a:t>Lorem ipsum sit amet um eument facepe premporatem </a:t>
            </a:r>
          </a:p>
          <a:p>
            <a:endParaRPr lang="da-DK"/>
          </a:p>
        </p:txBody>
      </p:sp>
      <p:sp>
        <p:nvSpPr>
          <p:cNvPr id="105" name="Pladsholder til tekst 104">
            <a:extLst>
              <a:ext uri="{FF2B5EF4-FFF2-40B4-BE49-F238E27FC236}">
                <a16:creationId xmlns:a16="http://schemas.microsoft.com/office/drawing/2014/main" id="{D62B7AE9-0C3F-4F98-589C-4A84D422A63C}"/>
              </a:ext>
            </a:extLst>
          </p:cNvPr>
          <p:cNvSpPr>
            <a:spLocks noGrp="1"/>
          </p:cNvSpPr>
          <p:nvPr>
            <p:ph type="body" sz="quarter" idx="25"/>
          </p:nvPr>
        </p:nvSpPr>
        <p:spPr>
          <a:xfrm>
            <a:off x="6025075" y="5419457"/>
            <a:ext cx="2890800" cy="946619"/>
          </a:xfrm>
        </p:spPr>
        <p:txBody>
          <a:bodyPr/>
          <a:lstStyle/>
          <a:p>
            <a:r>
              <a:rPr lang="da-DK"/>
              <a:t>Titel</a:t>
            </a:r>
          </a:p>
          <a:p>
            <a:r>
              <a:rPr lang="da-DK"/>
              <a:t>Lorem ipsum sit amet um eument facepe premporatem </a:t>
            </a:r>
          </a:p>
          <a:p>
            <a:endParaRPr lang="da-DK"/>
          </a:p>
        </p:txBody>
      </p:sp>
      <p:sp>
        <p:nvSpPr>
          <p:cNvPr id="106" name="Pladsholder til tekst 105">
            <a:extLst>
              <a:ext uri="{FF2B5EF4-FFF2-40B4-BE49-F238E27FC236}">
                <a16:creationId xmlns:a16="http://schemas.microsoft.com/office/drawing/2014/main" id="{32252CDD-DFA2-B0EA-692B-B8D4CEAFF1E5}"/>
              </a:ext>
            </a:extLst>
          </p:cNvPr>
          <p:cNvSpPr>
            <a:spLocks noGrp="1"/>
          </p:cNvSpPr>
          <p:nvPr>
            <p:ph type="body" sz="quarter" idx="26"/>
          </p:nvPr>
        </p:nvSpPr>
        <p:spPr>
          <a:xfrm>
            <a:off x="9045475" y="5419457"/>
            <a:ext cx="2854800" cy="946619"/>
          </a:xfrm>
        </p:spPr>
        <p:txBody>
          <a:bodyPr/>
          <a:lstStyle/>
          <a:p>
            <a:r>
              <a:rPr lang="da-DK"/>
              <a:t>Titel</a:t>
            </a:r>
          </a:p>
          <a:p>
            <a:r>
              <a:rPr lang="da-DK"/>
              <a:t>Lorem ipsum sit amet um eument facepe premporatem </a:t>
            </a:r>
          </a:p>
          <a:p>
            <a:endParaRPr lang="da-DK"/>
          </a:p>
        </p:txBody>
      </p:sp>
      <p:sp>
        <p:nvSpPr>
          <p:cNvPr id="127" name="Afrundet rektangel 126">
            <a:extLst>
              <a:ext uri="{FF2B5EF4-FFF2-40B4-BE49-F238E27FC236}">
                <a16:creationId xmlns:a16="http://schemas.microsoft.com/office/drawing/2014/main" id="{5302613F-2055-7F8C-2653-CF1A926E6731}"/>
              </a:ext>
            </a:extLst>
          </p:cNvPr>
          <p:cNvSpPr/>
          <p:nvPr/>
        </p:nvSpPr>
        <p:spPr>
          <a:xfrm>
            <a:off x="287337" y="2111857"/>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7E7915FA-EC94-11A8-DF81-41C002933BC8}"/>
              </a:ext>
            </a:extLst>
          </p:cNvPr>
          <p:cNvSpPr/>
          <p:nvPr/>
        </p:nvSpPr>
        <p:spPr>
          <a:xfrm>
            <a:off x="287337" y="2447523"/>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2" name="Pladsholder til slidenummer 1">
            <a:extLst>
              <a:ext uri="{FF2B5EF4-FFF2-40B4-BE49-F238E27FC236}">
                <a16:creationId xmlns:a16="http://schemas.microsoft.com/office/drawing/2014/main" id="{411A4E0C-2864-6355-AC99-1B304B737C45}"/>
              </a:ext>
            </a:extLst>
          </p:cNvPr>
          <p:cNvSpPr>
            <a:spLocks noGrp="1"/>
          </p:cNvSpPr>
          <p:nvPr>
            <p:ph type="sldNum" sz="quarter" idx="11"/>
          </p:nvPr>
        </p:nvSpPr>
        <p:spPr/>
        <p:txBody>
          <a:bodyPr/>
          <a:lstStyle/>
          <a:p>
            <a:r>
              <a:rPr lang="da-DK"/>
              <a:t>S.</a:t>
            </a:r>
            <a:fld id="{5756700A-4FDC-43B2-BFF8-4B28CED2581C}" type="slidenum">
              <a:rPr lang="da-DK" smtClean="0"/>
              <a:pPr/>
              <a:t>60</a:t>
            </a:fld>
            <a:endParaRPr lang="da-DK"/>
          </a:p>
        </p:txBody>
      </p:sp>
    </p:spTree>
    <p:extLst>
      <p:ext uri="{BB962C8B-B14F-4D97-AF65-F5344CB8AC3E}">
        <p14:creationId xmlns:p14="http://schemas.microsoft.com/office/powerpoint/2010/main" val="232558581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063067-4875-A29B-1251-8FD15BAF8928}"/>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B7FD959-3252-534B-0EBC-5A071921ACF4}"/>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C3968019-028D-B0EC-4ED3-7CE59CE96D5B}"/>
              </a:ext>
            </a:extLst>
          </p:cNvPr>
          <p:cNvSpPr>
            <a:spLocks noGrp="1"/>
          </p:cNvSpPr>
          <p:nvPr>
            <p:ph type="body" sz="quarter" idx="20"/>
          </p:nvPr>
        </p:nvSpPr>
        <p:spPr>
          <a:xfrm>
            <a:off x="9854437"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BC6B59F0-DAF5-1F25-334F-4AD5F34F5EBD}"/>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5BEA0A85-1BB5-0452-F4E7-6EC27FFD98C0}"/>
              </a:ext>
            </a:extLst>
          </p:cNvPr>
          <p:cNvSpPr>
            <a:spLocks noGrp="1"/>
          </p:cNvSpPr>
          <p:nvPr>
            <p:ph type="body" sz="quarter" idx="22"/>
          </p:nvPr>
        </p:nvSpPr>
        <p:spPr>
          <a:xfrm>
            <a:off x="4980992"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5E3DAB29-16D3-6738-A4BC-458C26A70708}"/>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0020C4D1-21E8-2A1F-33D5-DA88B15D7168}"/>
              </a:ext>
            </a:extLst>
          </p:cNvPr>
          <p:cNvSpPr>
            <a:spLocks noGrp="1"/>
          </p:cNvSpPr>
          <p:nvPr>
            <p:ph type="body" sz="quarter" idx="24"/>
          </p:nvPr>
        </p:nvSpPr>
        <p:spPr>
          <a:xfrm>
            <a:off x="7418359" y="4429128"/>
            <a:ext cx="1319460" cy="381000"/>
          </a:xfrm>
        </p:spPr>
        <p:txBody>
          <a:bodyPr/>
          <a:lstStyle/>
          <a:p>
            <a:r>
              <a:rPr lang="da-DK"/>
              <a:t>Lorem  ipsum</a:t>
            </a:r>
          </a:p>
          <a:p>
            <a:endParaRPr lang="da-DK"/>
          </a:p>
        </p:txBody>
      </p:sp>
      <p:sp>
        <p:nvSpPr>
          <p:cNvPr id="14" name="Titel 13">
            <a:extLst>
              <a:ext uri="{FF2B5EF4-FFF2-40B4-BE49-F238E27FC236}">
                <a16:creationId xmlns:a16="http://schemas.microsoft.com/office/drawing/2014/main" id="{3AAC85C1-5D69-3791-C8C0-9D642159479C}"/>
              </a:ext>
            </a:extLst>
          </p:cNvPr>
          <p:cNvSpPr>
            <a:spLocks noGrp="1"/>
          </p:cNvSpPr>
          <p:nvPr>
            <p:ph type="title"/>
          </p:nvPr>
        </p:nvSpPr>
        <p:spPr>
          <a:xfrm>
            <a:off x="288000" y="252000"/>
            <a:ext cx="3599502" cy="1811099"/>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542CF13E-BE22-1257-AD45-F475E5E72FB9}"/>
              </a:ext>
            </a:extLst>
          </p:cNvPr>
          <p:cNvSpPr>
            <a:spLocks noGrp="1"/>
          </p:cNvSpPr>
          <p:nvPr>
            <p:ph type="sldNum" sz="quarter" idx="11"/>
          </p:nvPr>
        </p:nvSpPr>
        <p:spPr/>
        <p:txBody>
          <a:bodyPr/>
          <a:lstStyle/>
          <a:p>
            <a:r>
              <a:rPr lang="da-DK"/>
              <a:t>S.</a:t>
            </a:r>
            <a:fld id="{5756700A-4FDC-43B2-BFF8-4B28CED2581C}" type="slidenum">
              <a:rPr lang="da-DK" smtClean="0"/>
              <a:pPr/>
              <a:t>61</a:t>
            </a:fld>
            <a:endParaRPr lang="da-DK"/>
          </a:p>
        </p:txBody>
      </p:sp>
    </p:spTree>
    <p:extLst>
      <p:ext uri="{BB962C8B-B14F-4D97-AF65-F5344CB8AC3E}">
        <p14:creationId xmlns:p14="http://schemas.microsoft.com/office/powerpoint/2010/main" val="404902670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9ED75-368B-49E4-3643-AFF42799EA91}"/>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EA337138-78B8-DC79-FB1D-5BB0F21E94B8}"/>
              </a:ext>
            </a:extLst>
          </p:cNvPr>
          <p:cNvSpPr>
            <a:spLocks noGrp="1"/>
          </p:cNvSpPr>
          <p:nvPr>
            <p:ph idx="19"/>
          </p:nvPr>
        </p:nvSpPr>
        <p:spPr>
          <a:xfrm>
            <a:off x="9855726"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5BD9FCE5-1CB4-DCD3-BE26-CD2EB492BC97}"/>
              </a:ext>
            </a:extLst>
          </p:cNvPr>
          <p:cNvSpPr>
            <a:spLocks noGrp="1"/>
          </p:cNvSpPr>
          <p:nvPr>
            <p:ph type="body" sz="quarter" idx="20"/>
          </p:nvPr>
        </p:nvSpPr>
        <p:spPr>
          <a:xfrm>
            <a:off x="9854437"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9D9A5579-5A4C-54C6-1C01-C09F4C12A738}"/>
              </a:ext>
            </a:extLst>
          </p:cNvPr>
          <p:cNvSpPr>
            <a:spLocks noGrp="1"/>
          </p:cNvSpPr>
          <p:nvPr>
            <p:ph idx="21"/>
          </p:nvPr>
        </p:nvSpPr>
        <p:spPr>
          <a:xfrm>
            <a:off x="4980992"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44A37FC2-F740-F673-8524-F29F13809A49}"/>
              </a:ext>
            </a:extLst>
          </p:cNvPr>
          <p:cNvSpPr>
            <a:spLocks noGrp="1"/>
          </p:cNvSpPr>
          <p:nvPr>
            <p:ph type="body" sz="quarter" idx="22"/>
          </p:nvPr>
        </p:nvSpPr>
        <p:spPr>
          <a:xfrm>
            <a:off x="4980992"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FB58D616-1AAC-5147-12BC-E54A1423CAAD}"/>
              </a:ext>
            </a:extLst>
          </p:cNvPr>
          <p:cNvSpPr>
            <a:spLocks noGrp="1"/>
          </p:cNvSpPr>
          <p:nvPr>
            <p:ph idx="23"/>
          </p:nvPr>
        </p:nvSpPr>
        <p:spPr>
          <a:xfrm>
            <a:off x="7418359"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F57EFF05-0018-9CF9-2F79-6E4513A46F9F}"/>
              </a:ext>
            </a:extLst>
          </p:cNvPr>
          <p:cNvSpPr>
            <a:spLocks noGrp="1"/>
          </p:cNvSpPr>
          <p:nvPr>
            <p:ph type="body" sz="quarter" idx="24"/>
          </p:nvPr>
        </p:nvSpPr>
        <p:spPr>
          <a:xfrm>
            <a:off x="7418359" y="4429128"/>
            <a:ext cx="1319460" cy="381000"/>
          </a:xfrm>
        </p:spPr>
        <p:txBody>
          <a:bodyPr/>
          <a:lstStyle/>
          <a:p>
            <a:r>
              <a:rPr lang="da-DK"/>
              <a:t>Lorem  ipsum</a:t>
            </a:r>
          </a:p>
          <a:p>
            <a:endParaRPr lang="da-DK"/>
          </a:p>
        </p:txBody>
      </p:sp>
      <p:sp>
        <p:nvSpPr>
          <p:cNvPr id="14" name="Titel 13">
            <a:extLst>
              <a:ext uri="{FF2B5EF4-FFF2-40B4-BE49-F238E27FC236}">
                <a16:creationId xmlns:a16="http://schemas.microsoft.com/office/drawing/2014/main" id="{CE09BE62-DA3B-1E41-F82D-C45D4C5BDB87}"/>
              </a:ext>
            </a:extLst>
          </p:cNvPr>
          <p:cNvSpPr>
            <a:spLocks noGrp="1"/>
          </p:cNvSpPr>
          <p:nvPr>
            <p:ph type="title"/>
          </p:nvPr>
        </p:nvSpPr>
        <p:spPr>
          <a:xfrm>
            <a:off x="288000" y="252000"/>
            <a:ext cx="3599502" cy="1811099"/>
          </a:xfrm>
        </p:spPr>
        <p:txBody>
          <a:bodyPr/>
          <a:lstStyle/>
          <a:p>
            <a:r>
              <a:rPr lang="da-DK"/>
              <a:t>Lorem ipsum sit amet con incidunct</a:t>
            </a:r>
          </a:p>
        </p:txBody>
      </p:sp>
      <p:sp>
        <p:nvSpPr>
          <p:cNvPr id="2" name="Pladsholder til slidenummer 1">
            <a:extLst>
              <a:ext uri="{FF2B5EF4-FFF2-40B4-BE49-F238E27FC236}">
                <a16:creationId xmlns:a16="http://schemas.microsoft.com/office/drawing/2014/main" id="{ACA9EAD8-DD06-2889-E3B6-72C1D48A7127}"/>
              </a:ext>
            </a:extLst>
          </p:cNvPr>
          <p:cNvSpPr>
            <a:spLocks noGrp="1"/>
          </p:cNvSpPr>
          <p:nvPr>
            <p:ph type="sldNum" sz="quarter" idx="11"/>
          </p:nvPr>
        </p:nvSpPr>
        <p:spPr/>
        <p:txBody>
          <a:bodyPr/>
          <a:lstStyle/>
          <a:p>
            <a:r>
              <a:rPr lang="da-DK"/>
              <a:t>S.</a:t>
            </a:r>
            <a:fld id="{5756700A-4FDC-43B2-BFF8-4B28CED2581C}" type="slidenum">
              <a:rPr lang="da-DK" smtClean="0"/>
              <a:pPr/>
              <a:t>62</a:t>
            </a:fld>
            <a:endParaRPr lang="da-DK"/>
          </a:p>
        </p:txBody>
      </p:sp>
    </p:spTree>
    <p:extLst>
      <p:ext uri="{BB962C8B-B14F-4D97-AF65-F5344CB8AC3E}">
        <p14:creationId xmlns:p14="http://schemas.microsoft.com/office/powerpoint/2010/main" val="2575874525"/>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ladsholder til billede 18">
            <a:extLst>
              <a:ext uri="{FF2B5EF4-FFF2-40B4-BE49-F238E27FC236}">
                <a16:creationId xmlns:a16="http://schemas.microsoft.com/office/drawing/2014/main" id="{6861FEA5-BA13-B021-B564-C15E3410D970}"/>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6786" r="26786"/>
          <a:stretch/>
        </p:blipFill>
        <p:spPr>
          <a:xfrm>
            <a:off x="288000" y="252000"/>
            <a:ext cx="2808000" cy="6080400"/>
          </a:xfrm>
        </p:spPr>
      </p:pic>
      <p:pic>
        <p:nvPicPr>
          <p:cNvPr id="21" name="Pladsholder til billede 20">
            <a:extLst>
              <a:ext uri="{FF2B5EF4-FFF2-40B4-BE49-F238E27FC236}">
                <a16:creationId xmlns:a16="http://schemas.microsoft.com/office/drawing/2014/main" id="{389BD434-3763-50AA-D1FC-A1FD10FB6037}"/>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34410" r="34410"/>
          <a:stretch/>
        </p:blipFill>
        <p:spPr>
          <a:xfrm>
            <a:off x="3198942" y="252000"/>
            <a:ext cx="2844000" cy="6079226"/>
          </a:xfrm>
        </p:spPr>
      </p:pic>
      <p:pic>
        <p:nvPicPr>
          <p:cNvPr id="23" name="Pladsholder til billede 22">
            <a:extLst>
              <a:ext uri="{FF2B5EF4-FFF2-40B4-BE49-F238E27FC236}">
                <a16:creationId xmlns:a16="http://schemas.microsoft.com/office/drawing/2014/main" id="{DFDDD751-E678-D7E2-4C9E-F7FBF4BA611B}"/>
              </a:ext>
            </a:extLst>
          </p:cNvPr>
          <p:cNvPicPr>
            <a:picLocks noGrp="1" noChangeAspect="1"/>
          </p:cNvPicPr>
          <p:nvPr>
            <p:ph type="pic" sz="quarter" idx="18"/>
          </p:nvPr>
        </p:nvPicPr>
        <p:blipFill>
          <a:blip r:embed="rId4">
            <a:extLst>
              <a:ext uri="{28A0092B-C50C-407E-A947-70E740481C1C}">
                <a14:useLocalDpi xmlns:a14="http://schemas.microsoft.com/office/drawing/2010/main" val="0"/>
              </a:ext>
            </a:extLst>
          </a:blip>
          <a:srcRect l="29132" r="29132"/>
          <a:stretch/>
        </p:blipFill>
        <p:spPr>
          <a:xfrm>
            <a:off x="6145884" y="252000"/>
            <a:ext cx="2844000" cy="6079226"/>
          </a:xfrm>
        </p:spPr>
      </p:pic>
      <p:pic>
        <p:nvPicPr>
          <p:cNvPr id="25" name="Pladsholder til billede 24">
            <a:extLst>
              <a:ext uri="{FF2B5EF4-FFF2-40B4-BE49-F238E27FC236}">
                <a16:creationId xmlns:a16="http://schemas.microsoft.com/office/drawing/2014/main" id="{D72DF837-E121-8005-FDD3-6FD5406F788B}"/>
              </a:ext>
            </a:extLst>
          </p:cNvPr>
          <p:cNvPicPr>
            <a:picLocks noGrp="1" noChangeAspect="1"/>
          </p:cNvPicPr>
          <p:nvPr>
            <p:ph type="pic" sz="quarter" idx="19"/>
          </p:nvPr>
        </p:nvPicPr>
        <p:blipFill>
          <a:blip r:embed="rId5">
            <a:extLst>
              <a:ext uri="{28A0092B-C50C-407E-A947-70E740481C1C}">
                <a14:useLocalDpi xmlns:a14="http://schemas.microsoft.com/office/drawing/2010/main" val="0"/>
              </a:ext>
            </a:extLst>
          </a:blip>
          <a:srcRect l="26819" r="26819"/>
          <a:stretch/>
        </p:blipFill>
        <p:spPr>
          <a:xfrm>
            <a:off x="9092825" y="252000"/>
            <a:ext cx="2808000" cy="6079226"/>
          </a:xfrm>
        </p:spPr>
      </p:pic>
      <p:grpSp>
        <p:nvGrpSpPr>
          <p:cNvPr id="12" name="Gruppe 11">
            <a:extLst>
              <a:ext uri="{FF2B5EF4-FFF2-40B4-BE49-F238E27FC236}">
                <a16:creationId xmlns:a16="http://schemas.microsoft.com/office/drawing/2014/main" id="{F898D2E2-552F-18A1-039E-C63EA66D8D92}"/>
              </a:ext>
            </a:extLst>
          </p:cNvPr>
          <p:cNvGrpSpPr/>
          <p:nvPr/>
        </p:nvGrpSpPr>
        <p:grpSpPr>
          <a:xfrm>
            <a:off x="436117" y="384584"/>
            <a:ext cx="641381" cy="560775"/>
            <a:chOff x="260185" y="254907"/>
            <a:chExt cx="641381" cy="560775"/>
          </a:xfrm>
        </p:grpSpPr>
        <p:sp>
          <p:nvSpPr>
            <p:cNvPr id="13" name="Afrundet rektangel 12">
              <a:extLst>
                <a:ext uri="{FF2B5EF4-FFF2-40B4-BE49-F238E27FC236}">
                  <a16:creationId xmlns:a16="http://schemas.microsoft.com/office/drawing/2014/main" id="{A8A2A22E-EABD-A54E-BBE4-522F8B30C3B8}"/>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Flokk</a:t>
              </a:r>
            </a:p>
          </p:txBody>
        </p:sp>
        <p:sp>
          <p:nvSpPr>
            <p:cNvPr id="14" name="Afrundet rektangel 13">
              <a:extLst>
                <a:ext uri="{FF2B5EF4-FFF2-40B4-BE49-F238E27FC236}">
                  <a16:creationId xmlns:a16="http://schemas.microsoft.com/office/drawing/2014/main" id="{0193F553-A953-25C3-5379-1416459FF77F}"/>
                </a:ext>
              </a:extLst>
            </p:cNvPr>
            <p:cNvSpPr/>
            <p:nvPr/>
          </p:nvSpPr>
          <p:spPr>
            <a:xfrm>
              <a:off x="260185" y="459694"/>
              <a:ext cx="641381"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Technology</a:t>
              </a:r>
            </a:p>
          </p:txBody>
        </p:sp>
        <p:sp>
          <p:nvSpPr>
            <p:cNvPr id="15" name="Afrundet rektangel 14">
              <a:extLst>
                <a:ext uri="{FF2B5EF4-FFF2-40B4-BE49-F238E27FC236}">
                  <a16:creationId xmlns:a16="http://schemas.microsoft.com/office/drawing/2014/main" id="{688B1916-F143-6D63-2683-2FE0BDDA3917}"/>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2022</a:t>
              </a:r>
            </a:p>
          </p:txBody>
        </p:sp>
        <p:cxnSp>
          <p:nvCxnSpPr>
            <p:cNvPr id="16" name="Lige forbindelse 15">
              <a:extLst>
                <a:ext uri="{FF2B5EF4-FFF2-40B4-BE49-F238E27FC236}">
                  <a16:creationId xmlns:a16="http://schemas.microsoft.com/office/drawing/2014/main" id="{761378C1-5701-76BC-2D80-A311B731995E}"/>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7" name="Lige forbindelse 16">
              <a:extLst>
                <a:ext uri="{FF2B5EF4-FFF2-40B4-BE49-F238E27FC236}">
                  <a16:creationId xmlns:a16="http://schemas.microsoft.com/office/drawing/2014/main" id="{A32FEA1F-FC01-2D50-5761-BCFECF5C244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26" name="Gruppe 25">
            <a:extLst>
              <a:ext uri="{FF2B5EF4-FFF2-40B4-BE49-F238E27FC236}">
                <a16:creationId xmlns:a16="http://schemas.microsoft.com/office/drawing/2014/main" id="{B4871F60-0B10-206E-4AEE-5411EA809CFF}"/>
              </a:ext>
            </a:extLst>
          </p:cNvPr>
          <p:cNvGrpSpPr/>
          <p:nvPr/>
        </p:nvGrpSpPr>
        <p:grpSpPr>
          <a:xfrm>
            <a:off x="3385652" y="384584"/>
            <a:ext cx="863765" cy="560775"/>
            <a:chOff x="260185" y="254907"/>
            <a:chExt cx="863765" cy="560775"/>
          </a:xfrm>
        </p:grpSpPr>
        <p:sp>
          <p:nvSpPr>
            <p:cNvPr id="27" name="Afrundet rektangel 26">
              <a:extLst>
                <a:ext uri="{FF2B5EF4-FFF2-40B4-BE49-F238E27FC236}">
                  <a16:creationId xmlns:a16="http://schemas.microsoft.com/office/drawing/2014/main" id="{40CA642F-B4F5-F4C1-2FA4-392D9C34EAB1}"/>
                </a:ext>
              </a:extLst>
            </p:cNvPr>
            <p:cNvSpPr/>
            <p:nvPr/>
          </p:nvSpPr>
          <p:spPr>
            <a:xfrm>
              <a:off x="260185" y="254907"/>
              <a:ext cx="38751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Metro</a:t>
              </a:r>
            </a:p>
          </p:txBody>
        </p:sp>
        <p:sp>
          <p:nvSpPr>
            <p:cNvPr id="28" name="Afrundet rektangel 27">
              <a:extLst>
                <a:ext uri="{FF2B5EF4-FFF2-40B4-BE49-F238E27FC236}">
                  <a16:creationId xmlns:a16="http://schemas.microsoft.com/office/drawing/2014/main" id="{036971FB-9360-4CF6-4564-6F9599C4096E}"/>
                </a:ext>
              </a:extLst>
            </p:cNvPr>
            <p:cNvSpPr/>
            <p:nvPr/>
          </p:nvSpPr>
          <p:spPr>
            <a:xfrm>
              <a:off x="260185" y="459694"/>
              <a:ext cx="863765"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Digitale løsninger</a:t>
              </a:r>
            </a:p>
          </p:txBody>
        </p:sp>
        <p:sp>
          <p:nvSpPr>
            <p:cNvPr id="29" name="Afrundet rektangel 28">
              <a:extLst>
                <a:ext uri="{FF2B5EF4-FFF2-40B4-BE49-F238E27FC236}">
                  <a16:creationId xmlns:a16="http://schemas.microsoft.com/office/drawing/2014/main" id="{612A40F0-8883-34E6-977C-DFC184B99D9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0" name="Lige forbindelse 29">
              <a:extLst>
                <a:ext uri="{FF2B5EF4-FFF2-40B4-BE49-F238E27FC236}">
                  <a16:creationId xmlns:a16="http://schemas.microsoft.com/office/drawing/2014/main" id="{0CB29841-EBF6-1613-9EC3-9DC3AADB4378}"/>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1" name="Lige forbindelse 30">
              <a:extLst>
                <a:ext uri="{FF2B5EF4-FFF2-40B4-BE49-F238E27FC236}">
                  <a16:creationId xmlns:a16="http://schemas.microsoft.com/office/drawing/2014/main" id="{43573F94-172C-3F15-9B00-3975CBC6435E}"/>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2" name="Gruppe 31">
            <a:extLst>
              <a:ext uri="{FF2B5EF4-FFF2-40B4-BE49-F238E27FC236}">
                <a16:creationId xmlns:a16="http://schemas.microsoft.com/office/drawing/2014/main" id="{EEBACDC7-0BEF-3CDA-6273-EB76B67BF5BC}"/>
              </a:ext>
            </a:extLst>
          </p:cNvPr>
          <p:cNvGrpSpPr/>
          <p:nvPr/>
        </p:nvGrpSpPr>
        <p:grpSpPr>
          <a:xfrm>
            <a:off x="6328918" y="384584"/>
            <a:ext cx="737803" cy="560775"/>
            <a:chOff x="260185" y="254907"/>
            <a:chExt cx="737803" cy="560775"/>
          </a:xfrm>
        </p:grpSpPr>
        <p:sp>
          <p:nvSpPr>
            <p:cNvPr id="33" name="Afrundet rektangel 32">
              <a:extLst>
                <a:ext uri="{FF2B5EF4-FFF2-40B4-BE49-F238E27FC236}">
                  <a16:creationId xmlns:a16="http://schemas.microsoft.com/office/drawing/2014/main" id="{F19195A7-B37B-0F39-83D4-035C09F0094B}"/>
                </a:ext>
              </a:extLst>
            </p:cNvPr>
            <p:cNvSpPr/>
            <p:nvPr/>
          </p:nvSpPr>
          <p:spPr>
            <a:xfrm>
              <a:off x="260185" y="254907"/>
              <a:ext cx="548507"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Hærvejen</a:t>
              </a:r>
            </a:p>
          </p:txBody>
        </p:sp>
        <p:sp>
          <p:nvSpPr>
            <p:cNvPr id="34" name="Afrundet rektangel 33">
              <a:extLst>
                <a:ext uri="{FF2B5EF4-FFF2-40B4-BE49-F238E27FC236}">
                  <a16:creationId xmlns:a16="http://schemas.microsoft.com/office/drawing/2014/main" id="{8075FC89-5D7C-96AE-E38D-1CF70658F513}"/>
                </a:ext>
              </a:extLst>
            </p:cNvPr>
            <p:cNvSpPr/>
            <p:nvPr/>
          </p:nvSpPr>
          <p:spPr>
            <a:xfrm>
              <a:off x="260185" y="459694"/>
              <a:ext cx="737803"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Visual identity</a:t>
              </a:r>
            </a:p>
          </p:txBody>
        </p:sp>
        <p:sp>
          <p:nvSpPr>
            <p:cNvPr id="35" name="Afrundet rektangel 34">
              <a:extLst>
                <a:ext uri="{FF2B5EF4-FFF2-40B4-BE49-F238E27FC236}">
                  <a16:creationId xmlns:a16="http://schemas.microsoft.com/office/drawing/2014/main" id="{9E3BB4DD-2539-8AC0-F1A7-5023865F1F35}"/>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2024</a:t>
              </a:r>
            </a:p>
          </p:txBody>
        </p:sp>
        <p:cxnSp>
          <p:nvCxnSpPr>
            <p:cNvPr id="36" name="Lige forbindelse 35">
              <a:extLst>
                <a:ext uri="{FF2B5EF4-FFF2-40B4-BE49-F238E27FC236}">
                  <a16:creationId xmlns:a16="http://schemas.microsoft.com/office/drawing/2014/main" id="{F0ABB261-E7C2-9B21-C748-C1DE8F78DE1F}"/>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37" name="Lige forbindelse 36">
              <a:extLst>
                <a:ext uri="{FF2B5EF4-FFF2-40B4-BE49-F238E27FC236}">
                  <a16:creationId xmlns:a16="http://schemas.microsoft.com/office/drawing/2014/main" id="{97BDB837-C4FC-A7AC-17F9-F659F7FF1687}"/>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grpSp>
        <p:nvGrpSpPr>
          <p:cNvPr id="38" name="Gruppe 37">
            <a:extLst>
              <a:ext uri="{FF2B5EF4-FFF2-40B4-BE49-F238E27FC236}">
                <a16:creationId xmlns:a16="http://schemas.microsoft.com/office/drawing/2014/main" id="{30643AE3-52E7-F7AF-BBB4-62D7D77472E9}"/>
              </a:ext>
            </a:extLst>
          </p:cNvPr>
          <p:cNvGrpSpPr/>
          <p:nvPr/>
        </p:nvGrpSpPr>
        <p:grpSpPr>
          <a:xfrm>
            <a:off x="9275318" y="384584"/>
            <a:ext cx="777367" cy="560775"/>
            <a:chOff x="260185" y="254907"/>
            <a:chExt cx="777367" cy="560775"/>
          </a:xfrm>
        </p:grpSpPr>
        <p:sp>
          <p:nvSpPr>
            <p:cNvPr id="39" name="Afrundet rektangel 38">
              <a:extLst>
                <a:ext uri="{FF2B5EF4-FFF2-40B4-BE49-F238E27FC236}">
                  <a16:creationId xmlns:a16="http://schemas.microsoft.com/office/drawing/2014/main" id="{2A856877-5FED-4B55-4312-328BC021DE78}"/>
                </a:ext>
              </a:extLst>
            </p:cNvPr>
            <p:cNvSpPr/>
            <p:nvPr/>
          </p:nvSpPr>
          <p:spPr>
            <a:xfrm>
              <a:off x="260185" y="254907"/>
              <a:ext cx="527109"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Hus Forbi</a:t>
              </a:r>
            </a:p>
          </p:txBody>
        </p:sp>
        <p:sp>
          <p:nvSpPr>
            <p:cNvPr id="40" name="Afrundet rektangel 39">
              <a:extLst>
                <a:ext uri="{FF2B5EF4-FFF2-40B4-BE49-F238E27FC236}">
                  <a16:creationId xmlns:a16="http://schemas.microsoft.com/office/drawing/2014/main" id="{2AF6B961-9A4B-8C30-E6A0-97CEBDB7928A}"/>
                </a:ext>
              </a:extLst>
            </p:cNvPr>
            <p:cNvSpPr/>
            <p:nvPr/>
          </p:nvSpPr>
          <p:spPr>
            <a:xfrm>
              <a:off x="260186" y="459694"/>
              <a:ext cx="777366" cy="151200"/>
            </a:xfrm>
            <a:prstGeom prst="roundRect">
              <a:avLst>
                <a:gd name="adj" fmla="val 5000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Agenda Setting</a:t>
              </a:r>
            </a:p>
          </p:txBody>
        </p:sp>
        <p:sp>
          <p:nvSpPr>
            <p:cNvPr id="41" name="Afrundet rektangel 40">
              <a:extLst>
                <a:ext uri="{FF2B5EF4-FFF2-40B4-BE49-F238E27FC236}">
                  <a16:creationId xmlns:a16="http://schemas.microsoft.com/office/drawing/2014/main" id="{9C6ECAB9-878A-6992-E7BB-14246AFBD624}"/>
                </a:ext>
              </a:extLst>
            </p:cNvPr>
            <p:cNvSpPr/>
            <p:nvPr/>
          </p:nvSpPr>
          <p:spPr>
            <a:xfrm>
              <a:off x="288761" y="664482"/>
              <a:ext cx="320840" cy="151200"/>
            </a:xfrm>
            <a:prstGeom prst="roundRect">
              <a:avLst>
                <a:gd name="adj" fmla="val 0"/>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bg1"/>
                  </a:solidFill>
                  <a:cs typeface="Arial"/>
                </a:rPr>
                <a:t>2021</a:t>
              </a:r>
            </a:p>
          </p:txBody>
        </p:sp>
        <p:cxnSp>
          <p:nvCxnSpPr>
            <p:cNvPr id="42" name="Lige forbindelse 41">
              <a:extLst>
                <a:ext uri="{FF2B5EF4-FFF2-40B4-BE49-F238E27FC236}">
                  <a16:creationId xmlns:a16="http://schemas.microsoft.com/office/drawing/2014/main" id="{05FB9F00-ABF4-CCB9-0E33-E2E4A641E315}"/>
                </a:ext>
              </a:extLst>
            </p:cNvPr>
            <p:cNvCxnSpPr/>
            <p:nvPr/>
          </p:nvCxnSpPr>
          <p:spPr>
            <a:xfrm>
              <a:off x="361950" y="405313"/>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43" name="Lige forbindelse 42">
              <a:extLst>
                <a:ext uri="{FF2B5EF4-FFF2-40B4-BE49-F238E27FC236}">
                  <a16:creationId xmlns:a16="http://schemas.microsoft.com/office/drawing/2014/main" id="{3BFE7B3C-EDE5-06A6-0EF5-9AD3DB416E90}"/>
                </a:ext>
              </a:extLst>
            </p:cNvPr>
            <p:cNvCxnSpPr/>
            <p:nvPr/>
          </p:nvCxnSpPr>
          <p:spPr>
            <a:xfrm>
              <a:off x="361950" y="610100"/>
              <a:ext cx="0" cy="55175"/>
            </a:xfrm>
            <a:prstGeom prst="line">
              <a:avLst/>
            </a:prstGeom>
            <a:ln w="9525" cap="flat" cmpd="sng" algn="ctr">
              <a:solidFill>
                <a:schemeClr val="bg1"/>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2" name="Pladsholder til slidenummer 1">
            <a:extLst>
              <a:ext uri="{FF2B5EF4-FFF2-40B4-BE49-F238E27FC236}">
                <a16:creationId xmlns:a16="http://schemas.microsoft.com/office/drawing/2014/main" id="{5AFAB918-4DC6-7B6C-CA2F-981A0C1E7C66}"/>
              </a:ext>
            </a:extLst>
          </p:cNvPr>
          <p:cNvSpPr>
            <a:spLocks noGrp="1"/>
          </p:cNvSpPr>
          <p:nvPr>
            <p:ph type="sldNum" sz="quarter" idx="11"/>
          </p:nvPr>
        </p:nvSpPr>
        <p:spPr/>
        <p:txBody>
          <a:bodyPr/>
          <a:lstStyle/>
          <a:p>
            <a:r>
              <a:rPr lang="da-DK"/>
              <a:t>S.</a:t>
            </a:r>
            <a:fld id="{5756700A-4FDC-43B2-BFF8-4B28CED2581C}" type="slidenum">
              <a:rPr lang="da-DK" smtClean="0"/>
              <a:pPr/>
              <a:t>63</a:t>
            </a:fld>
            <a:endParaRPr lang="da-DK"/>
          </a:p>
        </p:txBody>
      </p:sp>
    </p:spTree>
    <p:extLst>
      <p:ext uri="{BB962C8B-B14F-4D97-AF65-F5344CB8AC3E}">
        <p14:creationId xmlns:p14="http://schemas.microsoft.com/office/powerpoint/2010/main" val="11480109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71F51-68E0-2BD9-1F23-BBDDE977965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56261DB-247D-F80A-CE9A-AECF37EE3BFF}"/>
              </a:ext>
            </a:extLst>
          </p:cNvPr>
          <p:cNvSpPr>
            <a:spLocks noGrp="1"/>
          </p:cNvSpPr>
          <p:nvPr>
            <p:ph type="title"/>
          </p:nvPr>
        </p:nvSpPr>
        <p:spPr>
          <a:xfrm>
            <a:off x="288000" y="252000"/>
            <a:ext cx="3606701" cy="1811099"/>
          </a:xfrm>
        </p:spPr>
        <p:txBody>
          <a:bodyPr/>
          <a:lstStyle/>
          <a:p>
            <a:r>
              <a:rPr lang="da-DK"/>
              <a:t>Lorem ipsum sit amet</a:t>
            </a:r>
          </a:p>
        </p:txBody>
      </p:sp>
      <p:sp>
        <p:nvSpPr>
          <p:cNvPr id="6" name="Pladsholder til indhold 5">
            <a:extLst>
              <a:ext uri="{FF2B5EF4-FFF2-40B4-BE49-F238E27FC236}">
                <a16:creationId xmlns:a16="http://schemas.microsoft.com/office/drawing/2014/main" id="{F6C42463-5743-1012-AFAA-AC59E95EB173}"/>
              </a:ext>
            </a:extLst>
          </p:cNvPr>
          <p:cNvSpPr>
            <a:spLocks noGrp="1"/>
          </p:cNvSpPr>
          <p:nvPr>
            <p:ph idx="14"/>
          </p:nvPr>
        </p:nvSpPr>
        <p:spPr>
          <a:xfrm>
            <a:off x="4291062"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r>
              <a:rPr lang="da-DK"/>
              <a:t>Maximus ma serum doluptati del iuntibus nihita.</a:t>
            </a:r>
          </a:p>
        </p:txBody>
      </p:sp>
      <p:sp>
        <p:nvSpPr>
          <p:cNvPr id="7" name="Pladsholder til tekst 6">
            <a:extLst>
              <a:ext uri="{FF2B5EF4-FFF2-40B4-BE49-F238E27FC236}">
                <a16:creationId xmlns:a16="http://schemas.microsoft.com/office/drawing/2014/main" id="{0F1A4B43-A405-C440-4161-739F44E7A23F}"/>
              </a:ext>
            </a:extLst>
          </p:cNvPr>
          <p:cNvSpPr>
            <a:spLocks noGrp="1"/>
          </p:cNvSpPr>
          <p:nvPr>
            <p:ph type="body" sz="quarter" idx="15"/>
          </p:nvPr>
        </p:nvSpPr>
        <p:spPr>
          <a:xfrm>
            <a:off x="4291062" y="3937000"/>
            <a:ext cx="3606701" cy="381000"/>
          </a:xfrm>
        </p:spPr>
        <p:txBody>
          <a:bodyPr/>
          <a:lstStyle/>
          <a:p>
            <a:r>
              <a:rPr lang="da-DK"/>
              <a:t>Title 3</a:t>
            </a:r>
          </a:p>
        </p:txBody>
      </p:sp>
      <p:sp>
        <p:nvSpPr>
          <p:cNvPr id="8" name="Pladsholder til indhold 7">
            <a:extLst>
              <a:ext uri="{FF2B5EF4-FFF2-40B4-BE49-F238E27FC236}">
                <a16:creationId xmlns:a16="http://schemas.microsoft.com/office/drawing/2014/main" id="{6008B8B1-FCDF-262A-59DD-EA195784E213}"/>
              </a:ext>
            </a:extLst>
          </p:cNvPr>
          <p:cNvSpPr>
            <a:spLocks noGrp="1"/>
          </p:cNvSpPr>
          <p:nvPr>
            <p:ph idx="16"/>
          </p:nvPr>
        </p:nvSpPr>
        <p:spPr>
          <a:xfrm>
            <a:off x="8294124" y="4318000"/>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1CB5D8F9-88E5-3E86-B6C0-C649AFD81D34}"/>
              </a:ext>
            </a:extLst>
          </p:cNvPr>
          <p:cNvSpPr>
            <a:spLocks noGrp="1"/>
          </p:cNvSpPr>
          <p:nvPr>
            <p:ph type="body" sz="quarter" idx="17"/>
          </p:nvPr>
        </p:nvSpPr>
        <p:spPr>
          <a:xfrm>
            <a:off x="8294025" y="3937000"/>
            <a:ext cx="3606701" cy="381000"/>
          </a:xfrm>
        </p:spPr>
        <p:txBody>
          <a:bodyPr/>
          <a:lstStyle/>
          <a:p>
            <a:r>
              <a:rPr lang="da-DK"/>
              <a:t>Title 4</a:t>
            </a:r>
          </a:p>
        </p:txBody>
      </p:sp>
      <p:sp>
        <p:nvSpPr>
          <p:cNvPr id="10" name="Pladsholder til indhold 9">
            <a:extLst>
              <a:ext uri="{FF2B5EF4-FFF2-40B4-BE49-F238E27FC236}">
                <a16:creationId xmlns:a16="http://schemas.microsoft.com/office/drawing/2014/main" id="{F43D72BF-0FEF-5E67-697E-F52B1C3EF40A}"/>
              </a:ext>
            </a:extLst>
          </p:cNvPr>
          <p:cNvSpPr>
            <a:spLocks noGrp="1"/>
          </p:cNvSpPr>
          <p:nvPr>
            <p:ph idx="18"/>
          </p:nvPr>
        </p:nvSpPr>
        <p:spPr>
          <a:xfrm>
            <a:off x="4291062" y="1103132"/>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B0A75804-6B92-58AD-54A2-9B6DB678128C}"/>
              </a:ext>
            </a:extLst>
          </p:cNvPr>
          <p:cNvSpPr>
            <a:spLocks noGrp="1"/>
          </p:cNvSpPr>
          <p:nvPr>
            <p:ph type="body" sz="quarter" idx="19"/>
          </p:nvPr>
        </p:nvSpPr>
        <p:spPr>
          <a:xfrm>
            <a:off x="4291062" y="722132"/>
            <a:ext cx="3606701" cy="381000"/>
          </a:xfrm>
        </p:spPr>
        <p:txBody>
          <a:bodyPr/>
          <a:lstStyle/>
          <a:p>
            <a:r>
              <a:rPr lang="da-DK"/>
              <a:t>Title 5</a:t>
            </a:r>
          </a:p>
        </p:txBody>
      </p:sp>
      <p:sp>
        <p:nvSpPr>
          <p:cNvPr id="3" name="Pladsholder til indhold 2">
            <a:extLst>
              <a:ext uri="{FF2B5EF4-FFF2-40B4-BE49-F238E27FC236}">
                <a16:creationId xmlns:a16="http://schemas.microsoft.com/office/drawing/2014/main" id="{D755D956-B051-8F26-9161-A7F2EA563E86}"/>
              </a:ext>
            </a:extLst>
          </p:cNvPr>
          <p:cNvSpPr>
            <a:spLocks noGrp="1"/>
          </p:cNvSpPr>
          <p:nvPr>
            <p:ph idx="20"/>
          </p:nvPr>
        </p:nvSpPr>
        <p:spPr>
          <a:xfrm>
            <a:off x="8294124" y="1103132"/>
            <a:ext cx="3606701" cy="1651000"/>
          </a:xfrm>
        </p:spPr>
        <p:txBody>
          <a:bodyPr/>
          <a:lstStyle/>
          <a:p>
            <a:r>
              <a:rPr lang="da-DK"/>
              <a:t>Omnis sus aut aut laborios dolor aut modi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a:p>
            <a:endParaRPr lang="da-DK"/>
          </a:p>
        </p:txBody>
      </p:sp>
      <p:sp>
        <p:nvSpPr>
          <p:cNvPr id="4" name="Pladsholder til tekst 3">
            <a:extLst>
              <a:ext uri="{FF2B5EF4-FFF2-40B4-BE49-F238E27FC236}">
                <a16:creationId xmlns:a16="http://schemas.microsoft.com/office/drawing/2014/main" id="{4B8B12ED-52CC-A043-03D6-DCF90405AD09}"/>
              </a:ext>
            </a:extLst>
          </p:cNvPr>
          <p:cNvSpPr>
            <a:spLocks noGrp="1"/>
          </p:cNvSpPr>
          <p:nvPr>
            <p:ph type="body" sz="quarter" idx="21"/>
          </p:nvPr>
        </p:nvSpPr>
        <p:spPr>
          <a:xfrm>
            <a:off x="8294025" y="722132"/>
            <a:ext cx="3606701" cy="381000"/>
          </a:xfrm>
        </p:spPr>
        <p:txBody>
          <a:bodyPr/>
          <a:lstStyle/>
          <a:p>
            <a:r>
              <a:rPr lang="da-DK"/>
              <a:t>Title 1</a:t>
            </a:r>
          </a:p>
          <a:p>
            <a:endParaRPr lang="da-DK"/>
          </a:p>
        </p:txBody>
      </p:sp>
      <p:sp>
        <p:nvSpPr>
          <p:cNvPr id="5" name="Pladsholder til slidenummer 4">
            <a:extLst>
              <a:ext uri="{FF2B5EF4-FFF2-40B4-BE49-F238E27FC236}">
                <a16:creationId xmlns:a16="http://schemas.microsoft.com/office/drawing/2014/main" id="{4A0DA60A-3E09-6470-CA1F-1AE115B584F4}"/>
              </a:ext>
            </a:extLst>
          </p:cNvPr>
          <p:cNvSpPr>
            <a:spLocks noGrp="1"/>
          </p:cNvSpPr>
          <p:nvPr>
            <p:ph type="sldNum" sz="quarter" idx="11"/>
          </p:nvPr>
        </p:nvSpPr>
        <p:spPr/>
        <p:txBody>
          <a:bodyPr/>
          <a:lstStyle/>
          <a:p>
            <a:r>
              <a:rPr lang="da-DK"/>
              <a:t>S.</a:t>
            </a:r>
            <a:fld id="{5756700A-4FDC-43B2-BFF8-4B28CED2581C}" type="slidenum">
              <a:rPr lang="da-DK" smtClean="0"/>
              <a:pPr/>
              <a:t>64</a:t>
            </a:fld>
            <a:endParaRPr lang="da-DK"/>
          </a:p>
        </p:txBody>
      </p:sp>
    </p:spTree>
    <p:extLst>
      <p:ext uri="{BB962C8B-B14F-4D97-AF65-F5344CB8AC3E}">
        <p14:creationId xmlns:p14="http://schemas.microsoft.com/office/powerpoint/2010/main" val="348772158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7F20D72E-7396-28FC-8FEA-DF984B32A154}"/>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0B63DBD8-8C4D-F395-A4E8-C05ACA3EC85F}"/>
              </a:ext>
            </a:extLst>
          </p:cNvPr>
          <p:cNvSpPr>
            <a:spLocks noGrp="1"/>
          </p:cNvSpPr>
          <p:nvPr>
            <p:ph type="body" sz="quarter" idx="20"/>
          </p:nvPr>
        </p:nvSpPr>
        <p:spPr>
          <a:xfrm>
            <a:off x="6778800"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2EF7BE52-63F8-D58F-26E0-4E1BAD57CF68}"/>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B8A98375-5822-D5F7-4962-10A482175E6C}"/>
              </a:ext>
            </a:extLst>
          </p:cNvPr>
          <p:cNvSpPr>
            <a:spLocks noGrp="1"/>
          </p:cNvSpPr>
          <p:nvPr>
            <p:ph type="body" sz="quarter" idx="22"/>
          </p:nvPr>
        </p:nvSpPr>
        <p:spPr>
          <a:xfrm>
            <a:off x="1398463"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A50001E2-055D-5950-D3D1-8281C101FE2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999D2375-18A7-914A-3FB1-70C1FFFE902A}"/>
              </a:ext>
            </a:extLst>
          </p:cNvPr>
          <p:cNvSpPr>
            <a:spLocks noGrp="1"/>
          </p:cNvSpPr>
          <p:nvPr>
            <p:ph type="body" sz="quarter" idx="24"/>
          </p:nvPr>
        </p:nvSpPr>
        <p:spPr>
          <a:xfrm>
            <a:off x="4089276" y="4429128"/>
            <a:ext cx="1319460" cy="381000"/>
          </a:xfrm>
        </p:spPr>
        <p:txBody>
          <a:bodyPr/>
          <a:lstStyle/>
          <a:p>
            <a:r>
              <a:rPr lang="da-DK"/>
              <a:t>Lorem  ipsum</a:t>
            </a:r>
          </a:p>
          <a:p>
            <a:endParaRPr lang="da-DK"/>
          </a:p>
        </p:txBody>
      </p:sp>
      <p:sp>
        <p:nvSpPr>
          <p:cNvPr id="19" name="Pladsholder til indhold 18">
            <a:extLst>
              <a:ext uri="{FF2B5EF4-FFF2-40B4-BE49-F238E27FC236}">
                <a16:creationId xmlns:a16="http://schemas.microsoft.com/office/drawing/2014/main" id="{03BFD343-6D8B-4BDC-A9B4-39BB9648B7E6}"/>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da-DK"/>
          </a:p>
        </p:txBody>
      </p:sp>
      <p:sp>
        <p:nvSpPr>
          <p:cNvPr id="20" name="Pladsholder til tekst 19">
            <a:extLst>
              <a:ext uri="{FF2B5EF4-FFF2-40B4-BE49-F238E27FC236}">
                <a16:creationId xmlns:a16="http://schemas.microsoft.com/office/drawing/2014/main" id="{9105B72A-1E5D-187A-CFD0-F036C7B8D4B5}"/>
              </a:ext>
            </a:extLst>
          </p:cNvPr>
          <p:cNvSpPr>
            <a:spLocks noGrp="1"/>
          </p:cNvSpPr>
          <p:nvPr>
            <p:ph type="body" sz="quarter" idx="26"/>
          </p:nvPr>
        </p:nvSpPr>
        <p:spPr>
          <a:xfrm>
            <a:off x="9469613" y="4429128"/>
            <a:ext cx="1319460" cy="381000"/>
          </a:xfrm>
        </p:spPr>
        <p:txBody>
          <a:bodyPr/>
          <a:lstStyle/>
          <a:p>
            <a:r>
              <a:rPr lang="da-DK"/>
              <a:t>Lorem  ipsum</a:t>
            </a:r>
          </a:p>
          <a:p>
            <a:endParaRPr lang="da-DK"/>
          </a:p>
        </p:txBody>
      </p:sp>
      <p:sp>
        <p:nvSpPr>
          <p:cNvPr id="2" name="Pladsholder til slidenummer 1">
            <a:extLst>
              <a:ext uri="{FF2B5EF4-FFF2-40B4-BE49-F238E27FC236}">
                <a16:creationId xmlns:a16="http://schemas.microsoft.com/office/drawing/2014/main" id="{DBECAE26-D469-5B87-3DD4-3FEF3315C95B}"/>
              </a:ext>
            </a:extLst>
          </p:cNvPr>
          <p:cNvSpPr>
            <a:spLocks noGrp="1"/>
          </p:cNvSpPr>
          <p:nvPr>
            <p:ph type="sldNum" sz="quarter" idx="11"/>
          </p:nvPr>
        </p:nvSpPr>
        <p:spPr/>
        <p:txBody>
          <a:bodyPr/>
          <a:lstStyle/>
          <a:p>
            <a:r>
              <a:rPr lang="da-DK"/>
              <a:t>S.</a:t>
            </a:r>
            <a:fld id="{5756700A-4FDC-43B2-BFF8-4B28CED2581C}" type="slidenum">
              <a:rPr lang="da-DK" smtClean="0"/>
              <a:pPr/>
              <a:t>65</a:t>
            </a:fld>
            <a:endParaRPr lang="da-DK"/>
          </a:p>
        </p:txBody>
      </p:sp>
    </p:spTree>
    <p:extLst>
      <p:ext uri="{BB962C8B-B14F-4D97-AF65-F5344CB8AC3E}">
        <p14:creationId xmlns:p14="http://schemas.microsoft.com/office/powerpoint/2010/main" val="196063802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A26D4-6A57-8379-9E36-293F4BA8F33C}"/>
            </a:ext>
          </a:extLst>
        </p:cNvPr>
        <p:cNvGrpSpPr/>
        <p:nvPr/>
      </p:nvGrpSpPr>
      <p:grpSpPr>
        <a:xfrm>
          <a:off x="0" y="0"/>
          <a:ext cx="0" cy="0"/>
          <a:chOff x="0" y="0"/>
          <a:chExt cx="0" cy="0"/>
        </a:xfrm>
      </p:grpSpPr>
      <p:sp>
        <p:nvSpPr>
          <p:cNvPr id="15" name="Pladsholder til indhold 14">
            <a:extLst>
              <a:ext uri="{FF2B5EF4-FFF2-40B4-BE49-F238E27FC236}">
                <a16:creationId xmlns:a16="http://schemas.microsoft.com/office/drawing/2014/main" id="{BCE962D4-2C63-868C-5B4B-F6680FDE1735}"/>
              </a:ext>
            </a:extLst>
          </p:cNvPr>
          <p:cNvSpPr>
            <a:spLocks noGrp="1"/>
          </p:cNvSpPr>
          <p:nvPr>
            <p:ph idx="19"/>
          </p:nvPr>
        </p:nvSpPr>
        <p:spPr>
          <a:xfrm>
            <a:off x="6780089" y="4738688"/>
            <a:ext cx="1319460" cy="983941"/>
          </a:xfrm>
        </p:spPr>
        <p:txBody>
          <a:bodyPr/>
          <a:lstStyle/>
          <a:p>
            <a:r>
              <a:rPr lang="da-DK"/>
              <a:t>Sit amet, consectetur </a:t>
            </a:r>
          </a:p>
          <a:p>
            <a:r>
              <a:rPr lang="da-DK"/>
              <a:t>Ut dapibus</a:t>
            </a:r>
          </a:p>
          <a:p>
            <a:r>
              <a:rPr lang="da-DK"/>
              <a:t>Sed risus enim</a:t>
            </a:r>
          </a:p>
          <a:p>
            <a:endParaRPr lang="da-DK"/>
          </a:p>
        </p:txBody>
      </p:sp>
      <p:sp>
        <p:nvSpPr>
          <p:cNvPr id="16" name="Pladsholder til tekst 15">
            <a:extLst>
              <a:ext uri="{FF2B5EF4-FFF2-40B4-BE49-F238E27FC236}">
                <a16:creationId xmlns:a16="http://schemas.microsoft.com/office/drawing/2014/main" id="{66947BC5-3817-BEF8-3311-9DCEC05DBA4E}"/>
              </a:ext>
            </a:extLst>
          </p:cNvPr>
          <p:cNvSpPr>
            <a:spLocks noGrp="1"/>
          </p:cNvSpPr>
          <p:nvPr>
            <p:ph type="body" sz="quarter" idx="20"/>
          </p:nvPr>
        </p:nvSpPr>
        <p:spPr>
          <a:xfrm>
            <a:off x="6778800" y="4429128"/>
            <a:ext cx="1319460" cy="381000"/>
          </a:xfrm>
        </p:spPr>
        <p:txBody>
          <a:bodyPr/>
          <a:lstStyle/>
          <a:p>
            <a:r>
              <a:rPr lang="da-DK"/>
              <a:t>Lorem  ipsum</a:t>
            </a:r>
          </a:p>
          <a:p>
            <a:endParaRPr lang="da-DK"/>
          </a:p>
        </p:txBody>
      </p:sp>
      <p:sp>
        <p:nvSpPr>
          <p:cNvPr id="6" name="Pladsholder til indhold 5">
            <a:extLst>
              <a:ext uri="{FF2B5EF4-FFF2-40B4-BE49-F238E27FC236}">
                <a16:creationId xmlns:a16="http://schemas.microsoft.com/office/drawing/2014/main" id="{88A0F4E4-D360-4B54-66CD-743B2FC523B0}"/>
              </a:ext>
            </a:extLst>
          </p:cNvPr>
          <p:cNvSpPr>
            <a:spLocks noGrp="1"/>
          </p:cNvSpPr>
          <p:nvPr>
            <p:ph idx="21"/>
          </p:nvPr>
        </p:nvSpPr>
        <p:spPr>
          <a:xfrm>
            <a:off x="1398463" y="4738688"/>
            <a:ext cx="1319460" cy="983941"/>
          </a:xfrm>
        </p:spPr>
        <p:txBody>
          <a:bodyPr/>
          <a:lstStyle/>
          <a:p>
            <a:r>
              <a:rPr lang="da-DK"/>
              <a:t>Sit amet, consectetur </a:t>
            </a:r>
          </a:p>
          <a:p>
            <a:r>
              <a:rPr lang="da-DK"/>
              <a:t>Ut dapibus</a:t>
            </a:r>
          </a:p>
          <a:p>
            <a:r>
              <a:rPr lang="da-DK"/>
              <a:t>Sed risus enim</a:t>
            </a:r>
          </a:p>
        </p:txBody>
      </p:sp>
      <p:sp>
        <p:nvSpPr>
          <p:cNvPr id="7" name="Pladsholder til tekst 6">
            <a:extLst>
              <a:ext uri="{FF2B5EF4-FFF2-40B4-BE49-F238E27FC236}">
                <a16:creationId xmlns:a16="http://schemas.microsoft.com/office/drawing/2014/main" id="{0A53098A-6630-4B1F-998D-1B2200F60E7D}"/>
              </a:ext>
            </a:extLst>
          </p:cNvPr>
          <p:cNvSpPr>
            <a:spLocks noGrp="1"/>
          </p:cNvSpPr>
          <p:nvPr>
            <p:ph type="body" sz="quarter" idx="22"/>
          </p:nvPr>
        </p:nvSpPr>
        <p:spPr>
          <a:xfrm>
            <a:off x="1398463" y="4429128"/>
            <a:ext cx="1319460" cy="381000"/>
          </a:xfrm>
        </p:spPr>
        <p:txBody>
          <a:bodyPr/>
          <a:lstStyle/>
          <a:p>
            <a:r>
              <a:rPr lang="da-DK"/>
              <a:t>Lorem  ipsum</a:t>
            </a:r>
          </a:p>
        </p:txBody>
      </p:sp>
      <p:sp>
        <p:nvSpPr>
          <p:cNvPr id="17" name="Pladsholder til indhold 16">
            <a:extLst>
              <a:ext uri="{FF2B5EF4-FFF2-40B4-BE49-F238E27FC236}">
                <a16:creationId xmlns:a16="http://schemas.microsoft.com/office/drawing/2014/main" id="{58D23861-36AC-A798-FA85-71FDDFE1F7F8}"/>
              </a:ext>
            </a:extLst>
          </p:cNvPr>
          <p:cNvSpPr>
            <a:spLocks noGrp="1"/>
          </p:cNvSpPr>
          <p:nvPr>
            <p:ph idx="23"/>
          </p:nvPr>
        </p:nvSpPr>
        <p:spPr>
          <a:xfrm>
            <a:off x="4089276" y="4738688"/>
            <a:ext cx="1319460" cy="983941"/>
          </a:xfrm>
        </p:spPr>
        <p:txBody>
          <a:bodyPr/>
          <a:lstStyle/>
          <a:p>
            <a:r>
              <a:rPr lang="da-DK"/>
              <a:t>Sit amet, consectetur </a:t>
            </a:r>
          </a:p>
          <a:p>
            <a:r>
              <a:rPr lang="da-DK"/>
              <a:t>Ut dapibus</a:t>
            </a:r>
          </a:p>
          <a:p>
            <a:r>
              <a:rPr lang="da-DK"/>
              <a:t>Sed risus enim</a:t>
            </a:r>
          </a:p>
          <a:p>
            <a:endParaRPr lang="da-DK"/>
          </a:p>
        </p:txBody>
      </p:sp>
      <p:sp>
        <p:nvSpPr>
          <p:cNvPr id="18" name="Pladsholder til tekst 17">
            <a:extLst>
              <a:ext uri="{FF2B5EF4-FFF2-40B4-BE49-F238E27FC236}">
                <a16:creationId xmlns:a16="http://schemas.microsoft.com/office/drawing/2014/main" id="{D4A51E0C-C497-F423-9E85-4FCCE6B20417}"/>
              </a:ext>
            </a:extLst>
          </p:cNvPr>
          <p:cNvSpPr>
            <a:spLocks noGrp="1"/>
          </p:cNvSpPr>
          <p:nvPr>
            <p:ph type="body" sz="quarter" idx="24"/>
          </p:nvPr>
        </p:nvSpPr>
        <p:spPr>
          <a:xfrm>
            <a:off x="4089276" y="4429128"/>
            <a:ext cx="1319460" cy="381000"/>
          </a:xfrm>
        </p:spPr>
        <p:txBody>
          <a:bodyPr/>
          <a:lstStyle/>
          <a:p>
            <a:r>
              <a:rPr lang="da-DK"/>
              <a:t>Lorem  ipsum</a:t>
            </a:r>
          </a:p>
          <a:p>
            <a:endParaRPr lang="da-DK"/>
          </a:p>
        </p:txBody>
      </p:sp>
      <p:sp>
        <p:nvSpPr>
          <p:cNvPr id="19" name="Pladsholder til indhold 18">
            <a:extLst>
              <a:ext uri="{FF2B5EF4-FFF2-40B4-BE49-F238E27FC236}">
                <a16:creationId xmlns:a16="http://schemas.microsoft.com/office/drawing/2014/main" id="{BD14CFD6-FE57-50DE-2702-9FCC2556D1F2}"/>
              </a:ext>
            </a:extLst>
          </p:cNvPr>
          <p:cNvSpPr>
            <a:spLocks noGrp="1"/>
          </p:cNvSpPr>
          <p:nvPr>
            <p:ph idx="25"/>
          </p:nvPr>
        </p:nvSpPr>
        <p:spPr>
          <a:xfrm>
            <a:off x="9470902" y="4738688"/>
            <a:ext cx="1319460" cy="983941"/>
          </a:xfrm>
        </p:spPr>
        <p:txBody>
          <a:bodyPr/>
          <a:lstStyle/>
          <a:p>
            <a:r>
              <a:rPr lang="da-DK"/>
              <a:t>Sit amet, consectetur </a:t>
            </a:r>
          </a:p>
          <a:p>
            <a:r>
              <a:rPr lang="da-DK"/>
              <a:t>Ut dapibus</a:t>
            </a:r>
          </a:p>
          <a:p>
            <a:r>
              <a:rPr lang="da-DK"/>
              <a:t>Sed risus enim</a:t>
            </a:r>
          </a:p>
          <a:p>
            <a:endParaRPr lang="da-DK"/>
          </a:p>
        </p:txBody>
      </p:sp>
      <p:sp>
        <p:nvSpPr>
          <p:cNvPr id="20" name="Pladsholder til tekst 19">
            <a:extLst>
              <a:ext uri="{FF2B5EF4-FFF2-40B4-BE49-F238E27FC236}">
                <a16:creationId xmlns:a16="http://schemas.microsoft.com/office/drawing/2014/main" id="{D09CE66D-658D-CCB6-7804-042C088D06E0}"/>
              </a:ext>
            </a:extLst>
          </p:cNvPr>
          <p:cNvSpPr>
            <a:spLocks noGrp="1"/>
          </p:cNvSpPr>
          <p:nvPr>
            <p:ph type="body" sz="quarter" idx="26"/>
          </p:nvPr>
        </p:nvSpPr>
        <p:spPr>
          <a:xfrm>
            <a:off x="9469613" y="4429128"/>
            <a:ext cx="1319460" cy="381000"/>
          </a:xfrm>
        </p:spPr>
        <p:txBody>
          <a:bodyPr/>
          <a:lstStyle/>
          <a:p>
            <a:r>
              <a:rPr lang="da-DK"/>
              <a:t>Lorem  ipsum</a:t>
            </a:r>
          </a:p>
          <a:p>
            <a:endParaRPr lang="da-DK"/>
          </a:p>
        </p:txBody>
      </p:sp>
      <p:sp>
        <p:nvSpPr>
          <p:cNvPr id="2" name="Pladsholder til slidenummer 1">
            <a:extLst>
              <a:ext uri="{FF2B5EF4-FFF2-40B4-BE49-F238E27FC236}">
                <a16:creationId xmlns:a16="http://schemas.microsoft.com/office/drawing/2014/main" id="{4A5F57F8-FE3B-F694-5916-BD4D8717B090}"/>
              </a:ext>
            </a:extLst>
          </p:cNvPr>
          <p:cNvSpPr>
            <a:spLocks noGrp="1"/>
          </p:cNvSpPr>
          <p:nvPr>
            <p:ph type="sldNum" sz="quarter" idx="11"/>
          </p:nvPr>
        </p:nvSpPr>
        <p:spPr/>
        <p:txBody>
          <a:bodyPr/>
          <a:lstStyle/>
          <a:p>
            <a:r>
              <a:rPr lang="da-DK"/>
              <a:t>S.</a:t>
            </a:r>
            <a:fld id="{5756700A-4FDC-43B2-BFF8-4B28CED2581C}" type="slidenum">
              <a:rPr lang="da-DK" smtClean="0"/>
              <a:pPr/>
              <a:t>66</a:t>
            </a:fld>
            <a:endParaRPr lang="da-DK"/>
          </a:p>
        </p:txBody>
      </p:sp>
    </p:spTree>
    <p:extLst>
      <p:ext uri="{BB962C8B-B14F-4D97-AF65-F5344CB8AC3E}">
        <p14:creationId xmlns:p14="http://schemas.microsoft.com/office/powerpoint/2010/main" val="58614796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7C326E-9163-F987-7DBF-98C40D579E5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0A198C2-1E56-D44C-5FC3-04426D76ADDF}"/>
              </a:ext>
            </a:extLst>
          </p:cNvPr>
          <p:cNvSpPr>
            <a:spLocks noGrp="1"/>
          </p:cNvSpPr>
          <p:nvPr>
            <p:ph type="title"/>
          </p:nvPr>
        </p:nvSpPr>
        <p:spPr>
          <a:xfrm>
            <a:off x="288000" y="252000"/>
            <a:ext cx="3606701" cy="1811099"/>
          </a:xfrm>
        </p:spPr>
        <p:txBody>
          <a:bodyPr/>
          <a:lstStyle/>
          <a:p>
            <a:r>
              <a:rPr lang="da-DK"/>
              <a:t>Lorem ipsum sit amet</a:t>
            </a:r>
          </a:p>
        </p:txBody>
      </p:sp>
      <p:sp>
        <p:nvSpPr>
          <p:cNvPr id="6" name="Pladsholder til indhold 5">
            <a:extLst>
              <a:ext uri="{FF2B5EF4-FFF2-40B4-BE49-F238E27FC236}">
                <a16:creationId xmlns:a16="http://schemas.microsoft.com/office/drawing/2014/main" id="{A56FD74C-F068-1DE6-BB65-7CE0157EC16A}"/>
              </a:ext>
            </a:extLst>
          </p:cNvPr>
          <p:cNvSpPr>
            <a:spLocks noGrp="1"/>
          </p:cNvSpPr>
          <p:nvPr>
            <p:ph idx="1"/>
          </p:nvPr>
        </p:nvSpPr>
        <p:spPr>
          <a:xfrm>
            <a:off x="288000" y="4318000"/>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p:txBody>
      </p:sp>
      <p:sp>
        <p:nvSpPr>
          <p:cNvPr id="7" name="Pladsholder til tekst 6">
            <a:extLst>
              <a:ext uri="{FF2B5EF4-FFF2-40B4-BE49-F238E27FC236}">
                <a16:creationId xmlns:a16="http://schemas.microsoft.com/office/drawing/2014/main" id="{AC47EE0A-83EE-AE71-5641-1D2720AF3829}"/>
              </a:ext>
            </a:extLst>
          </p:cNvPr>
          <p:cNvSpPr>
            <a:spLocks noGrp="1"/>
          </p:cNvSpPr>
          <p:nvPr>
            <p:ph type="body" sz="quarter" idx="13"/>
          </p:nvPr>
        </p:nvSpPr>
        <p:spPr>
          <a:xfrm>
            <a:off x="288000" y="3937000"/>
            <a:ext cx="3606701" cy="381000"/>
          </a:xfrm>
        </p:spPr>
        <p:txBody>
          <a:bodyPr/>
          <a:lstStyle/>
          <a:p>
            <a:r>
              <a:rPr lang="da-DK"/>
              <a:t>Title 3</a:t>
            </a:r>
          </a:p>
        </p:txBody>
      </p:sp>
      <p:sp>
        <p:nvSpPr>
          <p:cNvPr id="8" name="Pladsholder til indhold 7">
            <a:extLst>
              <a:ext uri="{FF2B5EF4-FFF2-40B4-BE49-F238E27FC236}">
                <a16:creationId xmlns:a16="http://schemas.microsoft.com/office/drawing/2014/main" id="{3B00AE25-56CB-7E69-49A3-B6B3D5C0C032}"/>
              </a:ext>
            </a:extLst>
          </p:cNvPr>
          <p:cNvSpPr>
            <a:spLocks noGrp="1"/>
          </p:cNvSpPr>
          <p:nvPr>
            <p:ph idx="14"/>
          </p:nvPr>
        </p:nvSpPr>
        <p:spPr>
          <a:xfrm>
            <a:off x="4291062" y="4318000"/>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p:txBody>
      </p:sp>
      <p:sp>
        <p:nvSpPr>
          <p:cNvPr id="9" name="Pladsholder til tekst 8">
            <a:extLst>
              <a:ext uri="{FF2B5EF4-FFF2-40B4-BE49-F238E27FC236}">
                <a16:creationId xmlns:a16="http://schemas.microsoft.com/office/drawing/2014/main" id="{51493913-EACA-9A0D-F1C8-C8611507B940}"/>
              </a:ext>
            </a:extLst>
          </p:cNvPr>
          <p:cNvSpPr>
            <a:spLocks noGrp="1"/>
          </p:cNvSpPr>
          <p:nvPr>
            <p:ph type="body" sz="quarter" idx="15"/>
          </p:nvPr>
        </p:nvSpPr>
        <p:spPr>
          <a:xfrm>
            <a:off x="4291062" y="3937000"/>
            <a:ext cx="3606701" cy="381000"/>
          </a:xfrm>
        </p:spPr>
        <p:txBody>
          <a:bodyPr/>
          <a:lstStyle/>
          <a:p>
            <a:r>
              <a:rPr lang="da-DK"/>
              <a:t>Title 4</a:t>
            </a:r>
          </a:p>
        </p:txBody>
      </p:sp>
      <p:sp>
        <p:nvSpPr>
          <p:cNvPr id="10" name="Pladsholder til indhold 9">
            <a:extLst>
              <a:ext uri="{FF2B5EF4-FFF2-40B4-BE49-F238E27FC236}">
                <a16:creationId xmlns:a16="http://schemas.microsoft.com/office/drawing/2014/main" id="{30ADEE86-1A54-0A30-EF06-44EF47EA6FCC}"/>
              </a:ext>
            </a:extLst>
          </p:cNvPr>
          <p:cNvSpPr>
            <a:spLocks noGrp="1"/>
          </p:cNvSpPr>
          <p:nvPr>
            <p:ph idx="16"/>
          </p:nvPr>
        </p:nvSpPr>
        <p:spPr>
          <a:xfrm>
            <a:off x="8280000" y="4318000"/>
            <a:ext cx="3606701" cy="1651000"/>
          </a:xfrm>
        </p:spPr>
        <p:txBody>
          <a:bodyPr/>
          <a:lstStyle/>
          <a:p>
            <a:r>
              <a:rPr lang="da-DK"/>
              <a:t>Nobis res eos magnam ut harchitatur? Molla cus expliqu aepella boribus restis consed quam, consequi della voluptatem fugit omnis doluptinvel eos ditatemquas dolupti usaest ut quosaped qui quidele ssedis peliquias magnit porum fugitia sitat quaspeles maximus ma serum doluptati del iuntibus nihitatium dolores aut utecabori berferio core nit mos enis aceped que natet.</a:t>
            </a:r>
          </a:p>
        </p:txBody>
      </p:sp>
      <p:sp>
        <p:nvSpPr>
          <p:cNvPr id="11" name="Pladsholder til tekst 10">
            <a:extLst>
              <a:ext uri="{FF2B5EF4-FFF2-40B4-BE49-F238E27FC236}">
                <a16:creationId xmlns:a16="http://schemas.microsoft.com/office/drawing/2014/main" id="{CC9F2D56-0845-43AB-492B-8B5FF21F3CE6}"/>
              </a:ext>
            </a:extLst>
          </p:cNvPr>
          <p:cNvSpPr>
            <a:spLocks noGrp="1"/>
          </p:cNvSpPr>
          <p:nvPr>
            <p:ph type="body" sz="quarter" idx="17"/>
          </p:nvPr>
        </p:nvSpPr>
        <p:spPr>
          <a:xfrm>
            <a:off x="8280000" y="3937000"/>
            <a:ext cx="3606701" cy="381000"/>
          </a:xfrm>
        </p:spPr>
        <p:txBody>
          <a:bodyPr/>
          <a:lstStyle/>
          <a:p>
            <a:r>
              <a:rPr lang="da-DK"/>
              <a:t>Title 5</a:t>
            </a:r>
          </a:p>
        </p:txBody>
      </p:sp>
      <p:sp>
        <p:nvSpPr>
          <p:cNvPr id="3" name="Pladsholder til indhold 2">
            <a:extLst>
              <a:ext uri="{FF2B5EF4-FFF2-40B4-BE49-F238E27FC236}">
                <a16:creationId xmlns:a16="http://schemas.microsoft.com/office/drawing/2014/main" id="{18473289-064F-FFE4-7A17-BDEA2E451A2D}"/>
              </a:ext>
            </a:extLst>
          </p:cNvPr>
          <p:cNvSpPr>
            <a:spLocks noGrp="1"/>
          </p:cNvSpPr>
          <p:nvPr>
            <p:ph idx="18"/>
          </p:nvPr>
        </p:nvSpPr>
        <p:spPr>
          <a:xfrm>
            <a:off x="4291062" y="1113071"/>
            <a:ext cx="3606701" cy="1651000"/>
          </a:xfrm>
        </p:spPr>
        <p:txBody>
          <a:bodyPr/>
          <a:lstStyle/>
          <a:p>
            <a:r>
              <a:rPr lang="da-DK"/>
              <a:t>Omnis sus aut aut laborios dolor aut modi to veles rerum accabor simint acium acculpario mod magnatur adis et, sequam que ducienis sitibus alictur audam autem nimporiatum quam.</a:t>
            </a:r>
          </a:p>
          <a:p>
            <a:endParaRPr lang="da-DK"/>
          </a:p>
          <a:p>
            <a:r>
              <a:rPr lang="da-DK"/>
              <a:t>Molla cus expliqu aepella boribus restis consed quam, consequi della voluptatem fugit omnis doluptinvel eos</a:t>
            </a:r>
          </a:p>
          <a:p>
            <a:endParaRPr lang="da-DK"/>
          </a:p>
        </p:txBody>
      </p:sp>
      <p:sp>
        <p:nvSpPr>
          <p:cNvPr id="4" name="Pladsholder til tekst 3">
            <a:extLst>
              <a:ext uri="{FF2B5EF4-FFF2-40B4-BE49-F238E27FC236}">
                <a16:creationId xmlns:a16="http://schemas.microsoft.com/office/drawing/2014/main" id="{E337AB87-72B2-5880-72D3-77A379A1BA49}"/>
              </a:ext>
            </a:extLst>
          </p:cNvPr>
          <p:cNvSpPr>
            <a:spLocks noGrp="1"/>
          </p:cNvSpPr>
          <p:nvPr>
            <p:ph type="body" sz="quarter" idx="19"/>
          </p:nvPr>
        </p:nvSpPr>
        <p:spPr>
          <a:xfrm>
            <a:off x="4291062" y="732071"/>
            <a:ext cx="3606701" cy="381000"/>
          </a:xfrm>
        </p:spPr>
        <p:txBody>
          <a:bodyPr/>
          <a:lstStyle/>
          <a:p>
            <a:r>
              <a:rPr lang="da-DK"/>
              <a:t>Title 1</a:t>
            </a:r>
          </a:p>
          <a:p>
            <a:endParaRPr lang="da-DK"/>
          </a:p>
        </p:txBody>
      </p:sp>
      <p:sp>
        <p:nvSpPr>
          <p:cNvPr id="5" name="Pladsholder til indhold 4">
            <a:extLst>
              <a:ext uri="{FF2B5EF4-FFF2-40B4-BE49-F238E27FC236}">
                <a16:creationId xmlns:a16="http://schemas.microsoft.com/office/drawing/2014/main" id="{333275AE-D424-169A-509A-72B879E89B33}"/>
              </a:ext>
            </a:extLst>
          </p:cNvPr>
          <p:cNvSpPr>
            <a:spLocks noGrp="1"/>
          </p:cNvSpPr>
          <p:nvPr>
            <p:ph idx="20"/>
          </p:nvPr>
        </p:nvSpPr>
        <p:spPr>
          <a:xfrm>
            <a:off x="8280000" y="1113071"/>
            <a:ext cx="3606701" cy="165100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a:t>
            </a:r>
          </a:p>
          <a:p>
            <a:endParaRPr lang="da-DK"/>
          </a:p>
          <a:p>
            <a:r>
              <a:rPr lang="da-DK"/>
              <a:t>Maximus ma serum doluptati del iuntibus nihita.</a:t>
            </a:r>
          </a:p>
          <a:p>
            <a:endParaRPr lang="da-DK"/>
          </a:p>
        </p:txBody>
      </p:sp>
      <p:sp>
        <p:nvSpPr>
          <p:cNvPr id="12" name="Pladsholder til tekst 11">
            <a:extLst>
              <a:ext uri="{FF2B5EF4-FFF2-40B4-BE49-F238E27FC236}">
                <a16:creationId xmlns:a16="http://schemas.microsoft.com/office/drawing/2014/main" id="{90AABA33-CD13-9ACA-2E28-B9D1D279D025}"/>
              </a:ext>
            </a:extLst>
          </p:cNvPr>
          <p:cNvSpPr>
            <a:spLocks noGrp="1"/>
          </p:cNvSpPr>
          <p:nvPr>
            <p:ph type="body" sz="quarter" idx="21"/>
          </p:nvPr>
        </p:nvSpPr>
        <p:spPr>
          <a:xfrm>
            <a:off x="8280000" y="732071"/>
            <a:ext cx="3606701" cy="381000"/>
          </a:xfrm>
        </p:spPr>
        <p:txBody>
          <a:bodyPr/>
          <a:lstStyle/>
          <a:p>
            <a:r>
              <a:rPr lang="da-DK"/>
              <a:t>Title 2</a:t>
            </a:r>
          </a:p>
          <a:p>
            <a:endParaRPr lang="da-DK"/>
          </a:p>
        </p:txBody>
      </p:sp>
      <p:sp>
        <p:nvSpPr>
          <p:cNvPr id="13" name="Pladsholder til slidenummer 12">
            <a:extLst>
              <a:ext uri="{FF2B5EF4-FFF2-40B4-BE49-F238E27FC236}">
                <a16:creationId xmlns:a16="http://schemas.microsoft.com/office/drawing/2014/main" id="{10FA37DF-DB1C-E624-0842-5D91E55EB6E3}"/>
              </a:ext>
            </a:extLst>
          </p:cNvPr>
          <p:cNvSpPr>
            <a:spLocks noGrp="1"/>
          </p:cNvSpPr>
          <p:nvPr>
            <p:ph type="sldNum" sz="quarter" idx="11"/>
          </p:nvPr>
        </p:nvSpPr>
        <p:spPr/>
        <p:txBody>
          <a:bodyPr/>
          <a:lstStyle/>
          <a:p>
            <a:r>
              <a:rPr lang="da-DK"/>
              <a:t>S.</a:t>
            </a:r>
            <a:fld id="{5756700A-4FDC-43B2-BFF8-4B28CED2581C}" type="slidenum">
              <a:rPr lang="da-DK" smtClean="0"/>
              <a:pPr/>
              <a:t>67</a:t>
            </a:fld>
            <a:endParaRPr lang="da-DK"/>
          </a:p>
        </p:txBody>
      </p:sp>
    </p:spTree>
    <p:extLst>
      <p:ext uri="{BB962C8B-B14F-4D97-AF65-F5344CB8AC3E}">
        <p14:creationId xmlns:p14="http://schemas.microsoft.com/office/powerpoint/2010/main" val="113084563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DADB-D5A3-9682-26CF-49A435A29058}"/>
            </a:ext>
          </a:extLst>
        </p:cNvPr>
        <p:cNvGrpSpPr/>
        <p:nvPr/>
      </p:nvGrpSpPr>
      <p:grpSpPr>
        <a:xfrm>
          <a:off x="0" y="0"/>
          <a:ext cx="0" cy="0"/>
          <a:chOff x="0" y="0"/>
          <a:chExt cx="0" cy="0"/>
        </a:xfrm>
      </p:grpSpPr>
      <p:sp>
        <p:nvSpPr>
          <p:cNvPr id="101" name="Pladsholder til tekst 100">
            <a:extLst>
              <a:ext uri="{FF2B5EF4-FFF2-40B4-BE49-F238E27FC236}">
                <a16:creationId xmlns:a16="http://schemas.microsoft.com/office/drawing/2014/main" id="{4D180855-F1FD-A33C-4ADD-DC62C3DC9737}"/>
              </a:ext>
            </a:extLst>
          </p:cNvPr>
          <p:cNvSpPr>
            <a:spLocks noGrp="1"/>
          </p:cNvSpPr>
          <p:nvPr>
            <p:ph type="body" sz="quarter" idx="23"/>
          </p:nvPr>
        </p:nvSpPr>
        <p:spPr>
          <a:xfrm>
            <a:off x="288000" y="252000"/>
            <a:ext cx="2772000" cy="468351"/>
          </a:xfrm>
        </p:spPr>
        <p:txBody>
          <a:bodyPr/>
          <a:lstStyle/>
          <a:p>
            <a:r>
              <a:rPr lang="da-DK"/>
              <a:t>Title</a:t>
            </a:r>
          </a:p>
          <a:p>
            <a:r>
              <a:rPr lang="da-DK"/>
              <a:t>Subtitle</a:t>
            </a:r>
          </a:p>
        </p:txBody>
      </p:sp>
      <p:sp>
        <p:nvSpPr>
          <p:cNvPr id="109" name="Pladsholder til tekst 108">
            <a:extLst>
              <a:ext uri="{FF2B5EF4-FFF2-40B4-BE49-F238E27FC236}">
                <a16:creationId xmlns:a16="http://schemas.microsoft.com/office/drawing/2014/main" id="{08DA1C53-8388-0DA7-5267-7BCC40E5D410}"/>
              </a:ext>
            </a:extLst>
          </p:cNvPr>
          <p:cNvSpPr>
            <a:spLocks noGrp="1"/>
          </p:cNvSpPr>
          <p:nvPr>
            <p:ph type="body" sz="quarter" idx="38"/>
          </p:nvPr>
        </p:nvSpPr>
        <p:spPr>
          <a:xfrm>
            <a:off x="288000" y="3389634"/>
            <a:ext cx="2772000" cy="3058520"/>
          </a:xfrm>
        </p:spPr>
        <p:txBody>
          <a:bodyPr/>
          <a:lstStyle/>
          <a:p>
            <a:r>
              <a:rPr lang="da-DK"/>
              <a:t>Caborepe porum exerume nobitio nsequos dellat ut as duntese cor aspit poris modignit alibus vollore, sint la venditatur, officia et, sequasped qui re que volorep erspero vidundic tenit.</a:t>
            </a:r>
          </a:p>
          <a:p>
            <a:r>
              <a:rPr lang="da-DK"/>
              <a:t>Vollorem re dolum eument facepe premporatem reicatem faccate mpores pa quodist, ereius, simus velignam dolorro ruptat aut as a at. Olutestisto quat aut molorerum hil eos auda ducit vendele stinvera verrum resto tempeliquas am dunturent alibusa nihilit.</a:t>
            </a:r>
            <a:br>
              <a:rPr lang="da-DK"/>
            </a:br>
            <a:endParaRPr lang="da-DK"/>
          </a:p>
          <a:p>
            <a:endParaRPr lang="da-DK"/>
          </a:p>
        </p:txBody>
      </p:sp>
      <p:sp>
        <p:nvSpPr>
          <p:cNvPr id="113" name="Pladsholder til tekst 112">
            <a:extLst>
              <a:ext uri="{FF2B5EF4-FFF2-40B4-BE49-F238E27FC236}">
                <a16:creationId xmlns:a16="http://schemas.microsoft.com/office/drawing/2014/main" id="{516FB48B-9887-7FC0-0C63-49A3D7D0C00F}"/>
              </a:ext>
            </a:extLst>
          </p:cNvPr>
          <p:cNvSpPr>
            <a:spLocks noGrp="1"/>
          </p:cNvSpPr>
          <p:nvPr>
            <p:ph type="body" sz="quarter" idx="43"/>
          </p:nvPr>
        </p:nvSpPr>
        <p:spPr>
          <a:xfrm>
            <a:off x="288000" y="756000"/>
            <a:ext cx="2772000" cy="1370216"/>
          </a:xfrm>
        </p:spPr>
        <p:txBody>
          <a:bodyPr/>
          <a:lstStyle/>
          <a:p>
            <a:r>
              <a:rPr lang="da-DK"/>
              <a:t>Vestibulum ante ipsum primis in faucibus orci luctus et ultrices posuere cubilia curae; Integer vel accumsan ipsum.</a:t>
            </a:r>
          </a:p>
        </p:txBody>
      </p:sp>
      <p:pic>
        <p:nvPicPr>
          <p:cNvPr id="116" name="Pladsholder til billede 115">
            <a:extLst>
              <a:ext uri="{FF2B5EF4-FFF2-40B4-BE49-F238E27FC236}">
                <a16:creationId xmlns:a16="http://schemas.microsoft.com/office/drawing/2014/main" id="{91A55F57-E298-C5A8-5CE7-CF28383B41CD}"/>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l="13121" r="13121"/>
          <a:stretch/>
        </p:blipFill>
        <p:spPr>
          <a:xfrm>
            <a:off x="3217016" y="243507"/>
            <a:ext cx="2789452" cy="2520000"/>
          </a:xfrm>
        </p:spPr>
      </p:pic>
      <p:sp>
        <p:nvSpPr>
          <p:cNvPr id="102" name="Pladsholder til tekst 101">
            <a:extLst>
              <a:ext uri="{FF2B5EF4-FFF2-40B4-BE49-F238E27FC236}">
                <a16:creationId xmlns:a16="http://schemas.microsoft.com/office/drawing/2014/main" id="{CCEBE337-35F5-42CA-F220-79DCA3B08B0F}"/>
              </a:ext>
            </a:extLst>
          </p:cNvPr>
          <p:cNvSpPr>
            <a:spLocks noGrp="1"/>
          </p:cNvSpPr>
          <p:nvPr>
            <p:ph type="body" sz="quarter" idx="24"/>
          </p:nvPr>
        </p:nvSpPr>
        <p:spPr>
          <a:xfrm>
            <a:off x="3217124" y="2833676"/>
            <a:ext cx="2789452" cy="468351"/>
          </a:xfrm>
        </p:spPr>
        <p:txBody>
          <a:bodyPr/>
          <a:lstStyle/>
          <a:p>
            <a:r>
              <a:rPr lang="da-DK"/>
              <a:t>Titel</a:t>
            </a:r>
          </a:p>
          <a:p>
            <a:r>
              <a:rPr lang="da-DK"/>
              <a:t>Lorem ipsum sit amet um eument facepe premporatem </a:t>
            </a:r>
          </a:p>
          <a:p>
            <a:endParaRPr lang="da-DK"/>
          </a:p>
        </p:txBody>
      </p:sp>
      <p:pic>
        <p:nvPicPr>
          <p:cNvPr id="120" name="Pladsholder til billede 119">
            <a:extLst>
              <a:ext uri="{FF2B5EF4-FFF2-40B4-BE49-F238E27FC236}">
                <a16:creationId xmlns:a16="http://schemas.microsoft.com/office/drawing/2014/main" id="{CCA99B24-1524-F3B9-2281-2F982FA30BA4}"/>
              </a:ext>
            </a:extLst>
          </p:cNvPr>
          <p:cNvPicPr>
            <a:picLocks noGrp="1" noChangeAspect="1"/>
          </p:cNvPicPr>
          <p:nvPr>
            <p:ph type="pic" sz="quarter" idx="31"/>
          </p:nvPr>
        </p:nvPicPr>
        <p:blipFill>
          <a:blip r:embed="rId3">
            <a:extLst>
              <a:ext uri="{28A0092B-C50C-407E-A947-70E740481C1C}">
                <a14:useLocalDpi xmlns:a14="http://schemas.microsoft.com/office/drawing/2010/main" val="0"/>
              </a:ext>
            </a:extLst>
          </a:blip>
          <a:srcRect l="2504" r="2504"/>
          <a:stretch/>
        </p:blipFill>
        <p:spPr>
          <a:xfrm>
            <a:off x="6182032" y="243507"/>
            <a:ext cx="2789452" cy="2043273"/>
          </a:xfrm>
        </p:spPr>
      </p:pic>
      <p:pic>
        <p:nvPicPr>
          <p:cNvPr id="124" name="Pladsholder til billede 123">
            <a:extLst>
              <a:ext uri="{FF2B5EF4-FFF2-40B4-BE49-F238E27FC236}">
                <a16:creationId xmlns:a16="http://schemas.microsoft.com/office/drawing/2014/main" id="{A9F16AB4-9DA6-E54D-21A0-E223926D128F}"/>
              </a:ext>
            </a:extLst>
          </p:cNvPr>
          <p:cNvPicPr>
            <a:picLocks noGrp="1" noChangeAspect="1"/>
          </p:cNvPicPr>
          <p:nvPr>
            <p:ph type="pic" sz="quarter" idx="32"/>
          </p:nvPr>
        </p:nvPicPr>
        <p:blipFill>
          <a:blip r:embed="rId4">
            <a:extLst>
              <a:ext uri="{28A0092B-C50C-407E-A947-70E740481C1C}">
                <a14:useLocalDpi xmlns:a14="http://schemas.microsoft.com/office/drawing/2010/main" val="0"/>
              </a:ext>
            </a:extLst>
          </a:blip>
          <a:srcRect t="4396" b="4396"/>
          <a:stretch/>
        </p:blipFill>
        <p:spPr>
          <a:xfrm>
            <a:off x="9147048" y="243507"/>
            <a:ext cx="2753777" cy="2520000"/>
          </a:xfrm>
        </p:spPr>
      </p:pic>
      <p:sp>
        <p:nvSpPr>
          <p:cNvPr id="105" name="Pladsholder til tekst 104">
            <a:extLst>
              <a:ext uri="{FF2B5EF4-FFF2-40B4-BE49-F238E27FC236}">
                <a16:creationId xmlns:a16="http://schemas.microsoft.com/office/drawing/2014/main" id="{6F63D4CA-76C3-5E7B-9E09-8EC3EB18728C}"/>
              </a:ext>
            </a:extLst>
          </p:cNvPr>
          <p:cNvSpPr>
            <a:spLocks noGrp="1"/>
          </p:cNvSpPr>
          <p:nvPr>
            <p:ph type="body" sz="quarter" idx="33"/>
          </p:nvPr>
        </p:nvSpPr>
        <p:spPr>
          <a:xfrm>
            <a:off x="6182248" y="2355515"/>
            <a:ext cx="2789452" cy="468351"/>
          </a:xfrm>
        </p:spPr>
        <p:txBody>
          <a:bodyPr/>
          <a:lstStyle/>
          <a:p>
            <a:r>
              <a:rPr lang="da-DK"/>
              <a:t>Titel</a:t>
            </a:r>
          </a:p>
          <a:p>
            <a:r>
              <a:rPr lang="da-DK"/>
              <a:t>Lorem ipsum sit amet um eument facepe premporatem </a:t>
            </a:r>
          </a:p>
          <a:p>
            <a:endParaRPr lang="da-DK"/>
          </a:p>
        </p:txBody>
      </p:sp>
      <p:sp>
        <p:nvSpPr>
          <p:cNvPr id="106" name="Pladsholder til tekst 105">
            <a:extLst>
              <a:ext uri="{FF2B5EF4-FFF2-40B4-BE49-F238E27FC236}">
                <a16:creationId xmlns:a16="http://schemas.microsoft.com/office/drawing/2014/main" id="{71AC13A5-B2A1-5555-FFA4-1BC56A980A68}"/>
              </a:ext>
            </a:extLst>
          </p:cNvPr>
          <p:cNvSpPr>
            <a:spLocks noGrp="1"/>
          </p:cNvSpPr>
          <p:nvPr>
            <p:ph type="body" sz="quarter" idx="34"/>
          </p:nvPr>
        </p:nvSpPr>
        <p:spPr>
          <a:xfrm>
            <a:off x="9147373" y="2833676"/>
            <a:ext cx="2753452" cy="468351"/>
          </a:xfrm>
        </p:spPr>
        <p:txBody>
          <a:bodyPr/>
          <a:lstStyle/>
          <a:p>
            <a:r>
              <a:rPr lang="da-DK"/>
              <a:t>Titel</a:t>
            </a:r>
          </a:p>
          <a:p>
            <a:r>
              <a:rPr lang="da-DK"/>
              <a:t>Lorem ipsum sit amet um eument facepe premporatem </a:t>
            </a:r>
          </a:p>
          <a:p>
            <a:endParaRPr lang="da-DK"/>
          </a:p>
        </p:txBody>
      </p:sp>
      <p:pic>
        <p:nvPicPr>
          <p:cNvPr id="118" name="Pladsholder til billede 117">
            <a:extLst>
              <a:ext uri="{FF2B5EF4-FFF2-40B4-BE49-F238E27FC236}">
                <a16:creationId xmlns:a16="http://schemas.microsoft.com/office/drawing/2014/main" id="{EE5435E7-5E5B-8AF9-C7CE-2EBDA9B72D03}"/>
              </a:ext>
            </a:extLst>
          </p:cNvPr>
          <p:cNvPicPr>
            <a:picLocks noGrp="1" noChangeAspect="1"/>
          </p:cNvPicPr>
          <p:nvPr>
            <p:ph type="pic" sz="quarter" idx="35"/>
          </p:nvPr>
        </p:nvPicPr>
        <p:blipFill>
          <a:blip r:embed="rId5">
            <a:extLst>
              <a:ext uri="{28A0092B-C50C-407E-A947-70E740481C1C}">
                <a14:useLocalDpi xmlns:a14="http://schemas.microsoft.com/office/drawing/2010/main" val="0"/>
              </a:ext>
            </a:extLst>
          </a:blip>
          <a:srcRect l="2624" r="2624"/>
          <a:stretch/>
        </p:blipFill>
        <p:spPr>
          <a:xfrm>
            <a:off x="3217124" y="3394431"/>
            <a:ext cx="2789452" cy="2043273"/>
          </a:xfrm>
        </p:spPr>
      </p:pic>
      <p:sp>
        <p:nvSpPr>
          <p:cNvPr id="108" name="Pladsholder til tekst 107">
            <a:extLst>
              <a:ext uri="{FF2B5EF4-FFF2-40B4-BE49-F238E27FC236}">
                <a16:creationId xmlns:a16="http://schemas.microsoft.com/office/drawing/2014/main" id="{9767E400-DC49-034B-8C4C-321DB9EF0543}"/>
              </a:ext>
            </a:extLst>
          </p:cNvPr>
          <p:cNvSpPr>
            <a:spLocks noGrp="1"/>
          </p:cNvSpPr>
          <p:nvPr>
            <p:ph type="body" sz="quarter" idx="37"/>
          </p:nvPr>
        </p:nvSpPr>
        <p:spPr>
          <a:xfrm>
            <a:off x="3217124" y="5506439"/>
            <a:ext cx="2789452" cy="468351"/>
          </a:xfrm>
        </p:spPr>
        <p:txBody>
          <a:bodyPr/>
          <a:lstStyle/>
          <a:p>
            <a:r>
              <a:rPr lang="da-DK"/>
              <a:t>Titel</a:t>
            </a:r>
          </a:p>
          <a:p>
            <a:r>
              <a:rPr lang="da-DK"/>
              <a:t>Lorem ipsum sit amet um eument facepe premporatem </a:t>
            </a:r>
          </a:p>
          <a:p>
            <a:endParaRPr lang="da-DK"/>
          </a:p>
        </p:txBody>
      </p:sp>
      <p:pic>
        <p:nvPicPr>
          <p:cNvPr id="122" name="Pladsholder til billede 121">
            <a:extLst>
              <a:ext uri="{FF2B5EF4-FFF2-40B4-BE49-F238E27FC236}">
                <a16:creationId xmlns:a16="http://schemas.microsoft.com/office/drawing/2014/main" id="{A2456C13-6556-4C11-4843-FAF5C2F3DA5E}"/>
              </a:ext>
            </a:extLst>
          </p:cNvPr>
          <p:cNvPicPr>
            <a:picLocks noGrp="1" noChangeAspect="1"/>
          </p:cNvPicPr>
          <p:nvPr>
            <p:ph type="pic" sz="quarter" idx="39"/>
          </p:nvPr>
        </p:nvPicPr>
        <p:blipFill>
          <a:blip r:embed="rId6">
            <a:extLst>
              <a:ext uri="{28A0092B-C50C-407E-A947-70E740481C1C}">
                <a14:useLocalDpi xmlns:a14="http://schemas.microsoft.com/office/drawing/2010/main" val="0"/>
              </a:ext>
            </a:extLst>
          </a:blip>
          <a:srcRect l="3711" r="3711"/>
          <a:stretch/>
        </p:blipFill>
        <p:spPr>
          <a:xfrm>
            <a:off x="9147373" y="3394431"/>
            <a:ext cx="2753452" cy="2043273"/>
          </a:xfrm>
        </p:spPr>
      </p:pic>
      <p:pic>
        <p:nvPicPr>
          <p:cNvPr id="126" name="Pladsholder til billede 125">
            <a:extLst>
              <a:ext uri="{FF2B5EF4-FFF2-40B4-BE49-F238E27FC236}">
                <a16:creationId xmlns:a16="http://schemas.microsoft.com/office/drawing/2014/main" id="{A38F4323-0EB2-33AF-8DFD-06284AD48B31}"/>
              </a:ext>
            </a:extLst>
          </p:cNvPr>
          <p:cNvPicPr>
            <a:picLocks noGrp="1" noChangeAspect="1"/>
          </p:cNvPicPr>
          <p:nvPr>
            <p:ph type="pic" sz="quarter" idx="40"/>
          </p:nvPr>
        </p:nvPicPr>
        <p:blipFill>
          <a:blip r:embed="rId7">
            <a:extLst>
              <a:ext uri="{28A0092B-C50C-407E-A947-70E740481C1C}">
                <a14:useLocalDpi xmlns:a14="http://schemas.microsoft.com/office/drawing/2010/main" val="0"/>
              </a:ext>
            </a:extLst>
          </a:blip>
          <a:srcRect t="5044" b="5044"/>
          <a:stretch/>
        </p:blipFill>
        <p:spPr>
          <a:xfrm>
            <a:off x="6182248" y="3394431"/>
            <a:ext cx="2789452" cy="2520000"/>
          </a:xfrm>
        </p:spPr>
      </p:pic>
      <p:sp>
        <p:nvSpPr>
          <p:cNvPr id="112" name="Pladsholder til tekst 111">
            <a:extLst>
              <a:ext uri="{FF2B5EF4-FFF2-40B4-BE49-F238E27FC236}">
                <a16:creationId xmlns:a16="http://schemas.microsoft.com/office/drawing/2014/main" id="{4D80D9F1-B0C0-4947-9354-0821CA4D1E47}"/>
              </a:ext>
            </a:extLst>
          </p:cNvPr>
          <p:cNvSpPr>
            <a:spLocks noGrp="1"/>
          </p:cNvSpPr>
          <p:nvPr>
            <p:ph type="body" sz="quarter" idx="41"/>
          </p:nvPr>
        </p:nvSpPr>
        <p:spPr>
          <a:xfrm>
            <a:off x="9147373" y="5506439"/>
            <a:ext cx="2753452" cy="468351"/>
          </a:xfrm>
        </p:spPr>
        <p:txBody>
          <a:bodyPr/>
          <a:lstStyle/>
          <a:p>
            <a:r>
              <a:rPr lang="da-DK"/>
              <a:t>Titel</a:t>
            </a:r>
          </a:p>
          <a:p>
            <a:r>
              <a:rPr lang="da-DK"/>
              <a:t>Lorem ipsum sit amet um eument facepe premporatem </a:t>
            </a:r>
          </a:p>
          <a:p>
            <a:endParaRPr lang="da-DK"/>
          </a:p>
        </p:txBody>
      </p:sp>
      <p:sp>
        <p:nvSpPr>
          <p:cNvPr id="114" name="Pladsholder til tekst 113">
            <a:extLst>
              <a:ext uri="{FF2B5EF4-FFF2-40B4-BE49-F238E27FC236}">
                <a16:creationId xmlns:a16="http://schemas.microsoft.com/office/drawing/2014/main" id="{C0838A59-9C76-004F-2220-F658278FBB81}"/>
              </a:ext>
            </a:extLst>
          </p:cNvPr>
          <p:cNvSpPr>
            <a:spLocks noGrp="1"/>
          </p:cNvSpPr>
          <p:nvPr>
            <p:ph type="body" sz="quarter" idx="42"/>
          </p:nvPr>
        </p:nvSpPr>
        <p:spPr>
          <a:xfrm>
            <a:off x="6182248" y="5984600"/>
            <a:ext cx="2789452" cy="468351"/>
          </a:xfrm>
        </p:spPr>
        <p:txBody>
          <a:bodyPr/>
          <a:lstStyle/>
          <a:p>
            <a:r>
              <a:rPr lang="da-DK"/>
              <a:t>Titel</a:t>
            </a:r>
          </a:p>
          <a:p>
            <a:r>
              <a:rPr lang="da-DK"/>
              <a:t>Lorem ipsum sit amet um eument facepe premporatem </a:t>
            </a:r>
          </a:p>
          <a:p>
            <a:endParaRPr lang="da-DK"/>
          </a:p>
        </p:txBody>
      </p:sp>
      <p:sp>
        <p:nvSpPr>
          <p:cNvPr id="127" name="Afrundet rektangel 126">
            <a:extLst>
              <a:ext uri="{FF2B5EF4-FFF2-40B4-BE49-F238E27FC236}">
                <a16:creationId xmlns:a16="http://schemas.microsoft.com/office/drawing/2014/main" id="{CCE7DA88-F6BF-5CEC-F268-94972C2131E5}"/>
              </a:ext>
            </a:extLst>
          </p:cNvPr>
          <p:cNvSpPr/>
          <p:nvPr/>
        </p:nvSpPr>
        <p:spPr>
          <a:xfrm>
            <a:off x="287337" y="1595645"/>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130" name="Afrundet rektangel 129">
            <a:extLst>
              <a:ext uri="{FF2B5EF4-FFF2-40B4-BE49-F238E27FC236}">
                <a16:creationId xmlns:a16="http://schemas.microsoft.com/office/drawing/2014/main" id="{6123619D-1035-6C5F-D436-9EC74E3D64C5}"/>
              </a:ext>
            </a:extLst>
          </p:cNvPr>
          <p:cNvSpPr/>
          <p:nvPr/>
        </p:nvSpPr>
        <p:spPr>
          <a:xfrm>
            <a:off x="287337" y="1931311"/>
            <a:ext cx="863765" cy="2160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900" baseline="0" dirty="0" err="1">
                <a:solidFill>
                  <a:schemeClr val="tx2"/>
                </a:solidFill>
                <a:cs typeface="Arial"/>
              </a:rPr>
              <a:t>Category Tag</a:t>
            </a:r>
          </a:p>
        </p:txBody>
      </p:sp>
      <p:sp>
        <p:nvSpPr>
          <p:cNvPr id="2" name="Pladsholder til slidenummer 1">
            <a:extLst>
              <a:ext uri="{FF2B5EF4-FFF2-40B4-BE49-F238E27FC236}">
                <a16:creationId xmlns:a16="http://schemas.microsoft.com/office/drawing/2014/main" id="{F3005ECE-11C3-918B-DC46-EE39D5548CA9}"/>
              </a:ext>
            </a:extLst>
          </p:cNvPr>
          <p:cNvSpPr>
            <a:spLocks noGrp="1"/>
          </p:cNvSpPr>
          <p:nvPr>
            <p:ph type="sldNum" sz="quarter" idx="11"/>
          </p:nvPr>
        </p:nvSpPr>
        <p:spPr/>
        <p:txBody>
          <a:bodyPr/>
          <a:lstStyle/>
          <a:p>
            <a:r>
              <a:rPr lang="da-DK"/>
              <a:t>S.</a:t>
            </a:r>
            <a:fld id="{5756700A-4FDC-43B2-BFF8-4B28CED2581C}" type="slidenum">
              <a:rPr lang="da-DK" smtClean="0"/>
              <a:pPr/>
              <a:t>68</a:t>
            </a:fld>
            <a:endParaRPr lang="da-DK"/>
          </a:p>
        </p:txBody>
      </p:sp>
    </p:spTree>
    <p:extLst>
      <p:ext uri="{BB962C8B-B14F-4D97-AF65-F5344CB8AC3E}">
        <p14:creationId xmlns:p14="http://schemas.microsoft.com/office/powerpoint/2010/main" val="154406564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 name="Pladsholder til billede 20">
            <a:extLst>
              <a:ext uri="{FF2B5EF4-FFF2-40B4-BE49-F238E27FC236}">
                <a16:creationId xmlns:a16="http://schemas.microsoft.com/office/drawing/2014/main" id="{FFED73C6-18DF-423A-BF8E-1686885791B6}"/>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2472" r="2472"/>
          <a:stretch/>
        </p:blipFill>
        <p:spPr>
          <a:xfrm>
            <a:off x="288000" y="243507"/>
            <a:ext cx="2789452" cy="2043273"/>
          </a:xfrm>
        </p:spPr>
      </p:pic>
      <p:pic>
        <p:nvPicPr>
          <p:cNvPr id="23" name="Pladsholder til billede 22">
            <a:extLst>
              <a:ext uri="{FF2B5EF4-FFF2-40B4-BE49-F238E27FC236}">
                <a16:creationId xmlns:a16="http://schemas.microsoft.com/office/drawing/2014/main" id="{F812F59F-DE55-6AD9-8458-A8E918CB2952}"/>
              </a:ext>
            </a:extLst>
          </p:cNvPr>
          <p:cNvPicPr>
            <a:picLocks noGrp="1" noChangeAspect="1"/>
          </p:cNvPicPr>
          <p:nvPr>
            <p:ph type="pic" sz="quarter" idx="17"/>
          </p:nvPr>
        </p:nvPicPr>
        <p:blipFill>
          <a:blip r:embed="rId3">
            <a:extLst>
              <a:ext uri="{28A0092B-C50C-407E-A947-70E740481C1C}">
                <a14:useLocalDpi xmlns:a14="http://schemas.microsoft.com/office/drawing/2010/main" val="0"/>
              </a:ext>
            </a:extLst>
          </a:blip>
          <a:srcRect l="13121" r="13121"/>
          <a:stretch/>
        </p:blipFill>
        <p:spPr>
          <a:xfrm>
            <a:off x="3228000" y="243507"/>
            <a:ext cx="2789452" cy="2520000"/>
          </a:xfrm>
        </p:spPr>
      </p:pic>
      <p:sp>
        <p:nvSpPr>
          <p:cNvPr id="6" name="Pladsholder til tekst 5">
            <a:extLst>
              <a:ext uri="{FF2B5EF4-FFF2-40B4-BE49-F238E27FC236}">
                <a16:creationId xmlns:a16="http://schemas.microsoft.com/office/drawing/2014/main" id="{35FEAA48-A8AB-DF96-16AD-FD33F546AE27}"/>
              </a:ext>
            </a:extLst>
          </p:cNvPr>
          <p:cNvSpPr>
            <a:spLocks noGrp="1"/>
          </p:cNvSpPr>
          <p:nvPr>
            <p:ph type="body" sz="quarter" idx="23"/>
          </p:nvPr>
        </p:nvSpPr>
        <p:spPr>
          <a:xfrm>
            <a:off x="288000" y="2355515"/>
            <a:ext cx="2789452" cy="468351"/>
          </a:xfrm>
        </p:spPr>
        <p:txBody>
          <a:bodyPr/>
          <a:lstStyle/>
          <a:p>
            <a:r>
              <a:rPr lang="da-DK"/>
              <a:t>Titel</a:t>
            </a:r>
          </a:p>
          <a:p>
            <a:r>
              <a:rPr lang="da-DK"/>
              <a:t>Lorem ipsum sit amet um eument facepe premporatem </a:t>
            </a:r>
          </a:p>
        </p:txBody>
      </p:sp>
      <p:sp>
        <p:nvSpPr>
          <p:cNvPr id="7" name="Pladsholder til tekst 6">
            <a:extLst>
              <a:ext uri="{FF2B5EF4-FFF2-40B4-BE49-F238E27FC236}">
                <a16:creationId xmlns:a16="http://schemas.microsoft.com/office/drawing/2014/main" id="{0B90A4AF-4F0F-E4D2-0E41-D8C1AF375FD7}"/>
              </a:ext>
            </a:extLst>
          </p:cNvPr>
          <p:cNvSpPr>
            <a:spLocks noGrp="1"/>
          </p:cNvSpPr>
          <p:nvPr>
            <p:ph type="body" sz="quarter" idx="24"/>
          </p:nvPr>
        </p:nvSpPr>
        <p:spPr>
          <a:xfrm>
            <a:off x="3228000" y="2833676"/>
            <a:ext cx="2789452" cy="468351"/>
          </a:xfrm>
        </p:spPr>
        <p:txBody>
          <a:bodyPr/>
          <a:lstStyle/>
          <a:p>
            <a:r>
              <a:rPr lang="da-DK"/>
              <a:t>Titel</a:t>
            </a:r>
          </a:p>
          <a:p>
            <a:r>
              <a:rPr lang="da-DK"/>
              <a:t>Lorem ipsum sit amet um eument facepe premporatem </a:t>
            </a:r>
          </a:p>
        </p:txBody>
      </p:sp>
      <p:pic>
        <p:nvPicPr>
          <p:cNvPr id="33" name="Pladsholder til billede 32">
            <a:extLst>
              <a:ext uri="{FF2B5EF4-FFF2-40B4-BE49-F238E27FC236}">
                <a16:creationId xmlns:a16="http://schemas.microsoft.com/office/drawing/2014/main" id="{BA2A9CB2-31FE-F777-1D5F-B461B599FE96}"/>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2504" r="2504"/>
          <a:stretch/>
        </p:blipFill>
        <p:spPr>
          <a:xfrm>
            <a:off x="6168000" y="243507"/>
            <a:ext cx="2789452" cy="2043273"/>
          </a:xfrm>
        </p:spPr>
      </p:pic>
      <p:pic>
        <p:nvPicPr>
          <p:cNvPr id="31" name="Pladsholder til billede 30">
            <a:extLst>
              <a:ext uri="{FF2B5EF4-FFF2-40B4-BE49-F238E27FC236}">
                <a16:creationId xmlns:a16="http://schemas.microsoft.com/office/drawing/2014/main" id="{00657CA4-D3D9-3F78-16CD-D9C79B19F39C}"/>
              </a:ext>
            </a:extLst>
          </p:cNvPr>
          <p:cNvPicPr>
            <a:picLocks noGrp="1" noChangeAspect="1"/>
          </p:cNvPicPr>
          <p:nvPr>
            <p:ph type="pic" sz="quarter" idx="32"/>
          </p:nvPr>
        </p:nvPicPr>
        <p:blipFill>
          <a:blip r:embed="rId5">
            <a:extLst>
              <a:ext uri="{28A0092B-C50C-407E-A947-70E740481C1C}">
                <a14:useLocalDpi xmlns:a14="http://schemas.microsoft.com/office/drawing/2010/main" val="0"/>
              </a:ext>
            </a:extLst>
          </a:blip>
          <a:srcRect t="4967" b="4967"/>
          <a:stretch/>
        </p:blipFill>
        <p:spPr>
          <a:xfrm>
            <a:off x="9108000" y="243507"/>
            <a:ext cx="2789452" cy="2520000"/>
          </a:xfrm>
        </p:spPr>
      </p:pic>
      <p:sp>
        <p:nvSpPr>
          <p:cNvPr id="10" name="Pladsholder til tekst 9">
            <a:extLst>
              <a:ext uri="{FF2B5EF4-FFF2-40B4-BE49-F238E27FC236}">
                <a16:creationId xmlns:a16="http://schemas.microsoft.com/office/drawing/2014/main" id="{C5192B1A-EF29-A3CC-C3A7-CF7778F24B59}"/>
              </a:ext>
            </a:extLst>
          </p:cNvPr>
          <p:cNvSpPr>
            <a:spLocks noGrp="1"/>
          </p:cNvSpPr>
          <p:nvPr>
            <p:ph type="body" sz="quarter" idx="33"/>
          </p:nvPr>
        </p:nvSpPr>
        <p:spPr>
          <a:xfrm>
            <a:off x="6168000" y="2355515"/>
            <a:ext cx="2789452" cy="468351"/>
          </a:xfrm>
        </p:spPr>
        <p:txBody>
          <a:bodyPr/>
          <a:lstStyle/>
          <a:p>
            <a:r>
              <a:rPr lang="da-DK"/>
              <a:t>Titel</a:t>
            </a:r>
          </a:p>
          <a:p>
            <a:r>
              <a:rPr lang="da-DK"/>
              <a:t>Lorem ipsum sit amet um eument facepe premporatem </a:t>
            </a:r>
          </a:p>
          <a:p>
            <a:endParaRPr lang="da-DK"/>
          </a:p>
        </p:txBody>
      </p:sp>
      <p:sp>
        <p:nvSpPr>
          <p:cNvPr id="11" name="Pladsholder til tekst 10">
            <a:extLst>
              <a:ext uri="{FF2B5EF4-FFF2-40B4-BE49-F238E27FC236}">
                <a16:creationId xmlns:a16="http://schemas.microsoft.com/office/drawing/2014/main" id="{FDC20E27-883F-91EB-67CC-133D08D32EEC}"/>
              </a:ext>
            </a:extLst>
          </p:cNvPr>
          <p:cNvSpPr>
            <a:spLocks noGrp="1"/>
          </p:cNvSpPr>
          <p:nvPr>
            <p:ph type="body" sz="quarter" idx="34"/>
          </p:nvPr>
        </p:nvSpPr>
        <p:spPr>
          <a:xfrm>
            <a:off x="9108000" y="2833676"/>
            <a:ext cx="2789452" cy="468351"/>
          </a:xfrm>
        </p:spPr>
        <p:txBody>
          <a:bodyPr/>
          <a:lstStyle/>
          <a:p>
            <a:r>
              <a:rPr lang="da-DK"/>
              <a:t>Titel</a:t>
            </a:r>
          </a:p>
          <a:p>
            <a:r>
              <a:rPr lang="da-DK"/>
              <a:t>Lorem ipsum sit amet um eument facepe premporatem </a:t>
            </a:r>
          </a:p>
          <a:p>
            <a:endParaRPr lang="da-DK"/>
          </a:p>
        </p:txBody>
      </p:sp>
      <p:pic>
        <p:nvPicPr>
          <p:cNvPr id="27" name="Pladsholder til billede 26">
            <a:extLst>
              <a:ext uri="{FF2B5EF4-FFF2-40B4-BE49-F238E27FC236}">
                <a16:creationId xmlns:a16="http://schemas.microsoft.com/office/drawing/2014/main" id="{974934C2-4A32-9843-C376-BFDA08DD8F5A}"/>
              </a:ext>
            </a:extLst>
          </p:cNvPr>
          <p:cNvPicPr>
            <a:picLocks noGrp="1" noChangeAspect="1"/>
          </p:cNvPicPr>
          <p:nvPr>
            <p:ph type="pic" sz="quarter" idx="35"/>
          </p:nvPr>
        </p:nvPicPr>
        <p:blipFill>
          <a:blip r:embed="rId6">
            <a:extLst>
              <a:ext uri="{28A0092B-C50C-407E-A947-70E740481C1C}">
                <a14:useLocalDpi xmlns:a14="http://schemas.microsoft.com/office/drawing/2010/main" val="0"/>
              </a:ext>
            </a:extLst>
          </a:blip>
          <a:srcRect l="2597" r="2597"/>
          <a:stretch/>
        </p:blipFill>
        <p:spPr>
          <a:xfrm>
            <a:off x="3228000" y="3394431"/>
            <a:ext cx="2789452" cy="2043273"/>
          </a:xfrm>
        </p:spPr>
      </p:pic>
      <p:pic>
        <p:nvPicPr>
          <p:cNvPr id="25" name="Pladsholder til billede 24">
            <a:extLst>
              <a:ext uri="{FF2B5EF4-FFF2-40B4-BE49-F238E27FC236}">
                <a16:creationId xmlns:a16="http://schemas.microsoft.com/office/drawing/2014/main" id="{E910B7E8-9466-D89D-636A-972F2BAFFC45}"/>
              </a:ext>
            </a:extLst>
          </p:cNvPr>
          <p:cNvPicPr>
            <a:picLocks noGrp="1" noChangeAspect="1"/>
          </p:cNvPicPr>
          <p:nvPr>
            <p:ph type="pic" sz="quarter" idx="36"/>
          </p:nvPr>
        </p:nvPicPr>
        <p:blipFill>
          <a:blip r:embed="rId7">
            <a:extLst>
              <a:ext uri="{28A0092B-C50C-407E-A947-70E740481C1C}">
                <a14:useLocalDpi xmlns:a14="http://schemas.microsoft.com/office/drawing/2010/main" val="0"/>
              </a:ext>
            </a:extLst>
          </a:blip>
          <a:srcRect l="18910" r="18910"/>
          <a:stretch/>
        </p:blipFill>
        <p:spPr>
          <a:xfrm>
            <a:off x="288000" y="3394431"/>
            <a:ext cx="2789452" cy="2520000"/>
          </a:xfrm>
        </p:spPr>
      </p:pic>
      <p:sp>
        <p:nvSpPr>
          <p:cNvPr id="14" name="Pladsholder til tekst 13">
            <a:extLst>
              <a:ext uri="{FF2B5EF4-FFF2-40B4-BE49-F238E27FC236}">
                <a16:creationId xmlns:a16="http://schemas.microsoft.com/office/drawing/2014/main" id="{20167C1E-5798-FB4B-C420-345A1BB953A0}"/>
              </a:ext>
            </a:extLst>
          </p:cNvPr>
          <p:cNvSpPr>
            <a:spLocks noGrp="1"/>
          </p:cNvSpPr>
          <p:nvPr>
            <p:ph type="body" sz="quarter" idx="37"/>
          </p:nvPr>
        </p:nvSpPr>
        <p:spPr>
          <a:xfrm>
            <a:off x="3228000" y="5506439"/>
            <a:ext cx="2789452" cy="468351"/>
          </a:xfrm>
        </p:spPr>
        <p:txBody>
          <a:bodyPr/>
          <a:lstStyle/>
          <a:p>
            <a:r>
              <a:rPr lang="da-DK"/>
              <a:t>Titel</a:t>
            </a:r>
          </a:p>
          <a:p>
            <a:r>
              <a:rPr lang="da-DK"/>
              <a:t>Lorem ipsum sit amet um eument facepe premporatem </a:t>
            </a:r>
          </a:p>
          <a:p>
            <a:endParaRPr lang="da-DK"/>
          </a:p>
        </p:txBody>
      </p:sp>
      <p:sp>
        <p:nvSpPr>
          <p:cNvPr id="15" name="Pladsholder til tekst 14">
            <a:extLst>
              <a:ext uri="{FF2B5EF4-FFF2-40B4-BE49-F238E27FC236}">
                <a16:creationId xmlns:a16="http://schemas.microsoft.com/office/drawing/2014/main" id="{CD659323-8DD1-3D0F-5281-97BDFAEE783F}"/>
              </a:ext>
            </a:extLst>
          </p:cNvPr>
          <p:cNvSpPr>
            <a:spLocks noGrp="1"/>
          </p:cNvSpPr>
          <p:nvPr>
            <p:ph type="body" sz="quarter" idx="38"/>
          </p:nvPr>
        </p:nvSpPr>
        <p:spPr>
          <a:xfrm>
            <a:off x="288000" y="5984600"/>
            <a:ext cx="2789452" cy="468351"/>
          </a:xfrm>
        </p:spPr>
        <p:txBody>
          <a:bodyPr/>
          <a:lstStyle/>
          <a:p>
            <a:r>
              <a:rPr lang="da-DK"/>
              <a:t>Titel</a:t>
            </a:r>
          </a:p>
          <a:p>
            <a:r>
              <a:rPr lang="da-DK"/>
              <a:t>Lorem ipsum sit amet um eument facepe premporatem </a:t>
            </a:r>
          </a:p>
          <a:p>
            <a:endParaRPr lang="da-DK"/>
          </a:p>
        </p:txBody>
      </p:sp>
      <p:pic>
        <p:nvPicPr>
          <p:cNvPr id="35" name="Pladsholder til billede 34">
            <a:extLst>
              <a:ext uri="{FF2B5EF4-FFF2-40B4-BE49-F238E27FC236}">
                <a16:creationId xmlns:a16="http://schemas.microsoft.com/office/drawing/2014/main" id="{CE1A0D86-BA5A-8CEF-5F6C-E076BC49140B}"/>
              </a:ext>
            </a:extLst>
          </p:cNvPr>
          <p:cNvPicPr>
            <a:picLocks noGrp="1" noChangeAspect="1"/>
          </p:cNvPicPr>
          <p:nvPr>
            <p:ph type="pic" sz="quarter" idx="39"/>
          </p:nvPr>
        </p:nvPicPr>
        <p:blipFill>
          <a:blip r:embed="rId8">
            <a:extLst>
              <a:ext uri="{28A0092B-C50C-407E-A947-70E740481C1C}">
                <a14:useLocalDpi xmlns:a14="http://schemas.microsoft.com/office/drawing/2010/main" val="0"/>
              </a:ext>
            </a:extLst>
          </a:blip>
          <a:srcRect l="3124" r="3124"/>
          <a:stretch/>
        </p:blipFill>
        <p:spPr>
          <a:xfrm>
            <a:off x="9108000" y="3394431"/>
            <a:ext cx="2789452" cy="2043273"/>
          </a:xfrm>
        </p:spPr>
      </p:pic>
      <p:pic>
        <p:nvPicPr>
          <p:cNvPr id="29" name="Pladsholder til billede 28">
            <a:extLst>
              <a:ext uri="{FF2B5EF4-FFF2-40B4-BE49-F238E27FC236}">
                <a16:creationId xmlns:a16="http://schemas.microsoft.com/office/drawing/2014/main" id="{96C1BEB9-55F3-2797-2F4C-761D7492A65D}"/>
              </a:ext>
            </a:extLst>
          </p:cNvPr>
          <p:cNvPicPr>
            <a:picLocks noGrp="1" noChangeAspect="1"/>
          </p:cNvPicPr>
          <p:nvPr>
            <p:ph type="pic" sz="quarter" idx="40"/>
          </p:nvPr>
        </p:nvPicPr>
        <p:blipFill>
          <a:blip r:embed="rId9">
            <a:extLst>
              <a:ext uri="{28A0092B-C50C-407E-A947-70E740481C1C}">
                <a14:useLocalDpi xmlns:a14="http://schemas.microsoft.com/office/drawing/2010/main" val="0"/>
              </a:ext>
            </a:extLst>
          </a:blip>
          <a:srcRect t="5044" b="5044"/>
          <a:stretch/>
        </p:blipFill>
        <p:spPr>
          <a:xfrm>
            <a:off x="6168000" y="3394431"/>
            <a:ext cx="2789452" cy="2520000"/>
          </a:xfrm>
        </p:spPr>
      </p:pic>
      <p:sp>
        <p:nvSpPr>
          <p:cNvPr id="18" name="Pladsholder til tekst 17">
            <a:extLst>
              <a:ext uri="{FF2B5EF4-FFF2-40B4-BE49-F238E27FC236}">
                <a16:creationId xmlns:a16="http://schemas.microsoft.com/office/drawing/2014/main" id="{4B03DF40-D6F3-DA7D-02C6-CC57BC33D396}"/>
              </a:ext>
            </a:extLst>
          </p:cNvPr>
          <p:cNvSpPr>
            <a:spLocks noGrp="1"/>
          </p:cNvSpPr>
          <p:nvPr>
            <p:ph type="body" sz="quarter" idx="41"/>
          </p:nvPr>
        </p:nvSpPr>
        <p:spPr>
          <a:xfrm>
            <a:off x="9108000" y="5506439"/>
            <a:ext cx="2789452" cy="468351"/>
          </a:xfrm>
        </p:spPr>
        <p:txBody>
          <a:bodyPr/>
          <a:lstStyle/>
          <a:p>
            <a:r>
              <a:rPr lang="da-DK"/>
              <a:t>Titel</a:t>
            </a:r>
          </a:p>
          <a:p>
            <a:r>
              <a:rPr lang="da-DK"/>
              <a:t>Lorem ipsum sit amet um eument facepe premporatem </a:t>
            </a:r>
          </a:p>
          <a:p>
            <a:endParaRPr lang="da-DK"/>
          </a:p>
        </p:txBody>
      </p:sp>
      <p:sp>
        <p:nvSpPr>
          <p:cNvPr id="19" name="Pladsholder til tekst 18">
            <a:extLst>
              <a:ext uri="{FF2B5EF4-FFF2-40B4-BE49-F238E27FC236}">
                <a16:creationId xmlns:a16="http://schemas.microsoft.com/office/drawing/2014/main" id="{F3A59458-C8B1-A8F7-A9E1-BF8B9DA41268}"/>
              </a:ext>
            </a:extLst>
          </p:cNvPr>
          <p:cNvSpPr>
            <a:spLocks noGrp="1"/>
          </p:cNvSpPr>
          <p:nvPr>
            <p:ph type="body" sz="quarter" idx="42"/>
          </p:nvPr>
        </p:nvSpPr>
        <p:spPr>
          <a:xfrm>
            <a:off x="6168000" y="5984600"/>
            <a:ext cx="2789452" cy="468351"/>
          </a:xfrm>
        </p:spPr>
        <p:txBody>
          <a:bodyPr/>
          <a:lstStyle/>
          <a:p>
            <a:r>
              <a:rPr lang="da-DK"/>
              <a:t>Titel</a:t>
            </a:r>
          </a:p>
          <a:p>
            <a:r>
              <a:rPr lang="da-DK"/>
              <a:t>Lorem ipsum sit amet um eument facepe premporatem </a:t>
            </a:r>
          </a:p>
          <a:p>
            <a:endParaRPr lang="da-DK"/>
          </a:p>
        </p:txBody>
      </p:sp>
      <p:sp>
        <p:nvSpPr>
          <p:cNvPr id="2" name="Pladsholder til slidenummer 1">
            <a:extLst>
              <a:ext uri="{FF2B5EF4-FFF2-40B4-BE49-F238E27FC236}">
                <a16:creationId xmlns:a16="http://schemas.microsoft.com/office/drawing/2014/main" id="{EBED3E66-7282-DE83-993B-41896B22533E}"/>
              </a:ext>
            </a:extLst>
          </p:cNvPr>
          <p:cNvSpPr>
            <a:spLocks noGrp="1"/>
          </p:cNvSpPr>
          <p:nvPr>
            <p:ph type="sldNum" sz="quarter" idx="11"/>
          </p:nvPr>
        </p:nvSpPr>
        <p:spPr/>
        <p:txBody>
          <a:bodyPr/>
          <a:lstStyle/>
          <a:p>
            <a:r>
              <a:rPr lang="da-DK"/>
              <a:t>S.</a:t>
            </a:r>
            <a:fld id="{5756700A-4FDC-43B2-BFF8-4B28CED2581C}" type="slidenum">
              <a:rPr lang="da-DK" smtClean="0"/>
              <a:pPr/>
              <a:t>69</a:t>
            </a:fld>
            <a:endParaRPr lang="da-DK"/>
          </a:p>
        </p:txBody>
      </p:sp>
    </p:spTree>
    <p:extLst>
      <p:ext uri="{BB962C8B-B14F-4D97-AF65-F5344CB8AC3E}">
        <p14:creationId xmlns:p14="http://schemas.microsoft.com/office/powerpoint/2010/main" val="1307044364"/>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9DBD092E-31DC-BDC9-AC27-4D019426FD87}"/>
              </a:ext>
            </a:extLst>
          </p:cNvPr>
          <p:cNvPicPr>
            <a:picLocks noGrp="1" noChangeAspect="1"/>
          </p:cNvPicPr>
          <p:nvPr>
            <p:ph type="pic" sz="quarter" idx="16"/>
          </p:nvPr>
        </p:nvPicPr>
        <p:blipFill>
          <a:blip r:embed="rId2">
            <a:extLst>
              <a:ext uri="{28A0092B-C50C-407E-A947-70E740481C1C}">
                <a14:useLocalDpi xmlns:a14="http://schemas.microsoft.com/office/drawing/2010/main" val="0"/>
              </a:ext>
            </a:extLst>
          </a:blip>
          <a:srcRect l="12875" r="12875"/>
          <a:stretch/>
        </p:blipFill>
        <p:spPr>
          <a:xfrm>
            <a:off x="288000" y="252000"/>
            <a:ext cx="2808000" cy="5039367"/>
          </a:xfrm>
        </p:spPr>
      </p:pic>
      <p:sp>
        <p:nvSpPr>
          <p:cNvPr id="8" name="Pladsholder til tekst 7">
            <a:extLst>
              <a:ext uri="{FF2B5EF4-FFF2-40B4-BE49-F238E27FC236}">
                <a16:creationId xmlns:a16="http://schemas.microsoft.com/office/drawing/2014/main" id="{BEDFCEBB-9915-033C-EF22-A8282901D6AD}"/>
              </a:ext>
            </a:extLst>
          </p:cNvPr>
          <p:cNvSpPr>
            <a:spLocks noGrp="1"/>
          </p:cNvSpPr>
          <p:nvPr>
            <p:ph type="body" sz="quarter" idx="23"/>
          </p:nvPr>
        </p:nvSpPr>
        <p:spPr>
          <a:xfrm>
            <a:off x="288000" y="5399579"/>
            <a:ext cx="2808000" cy="432000"/>
          </a:xfrm>
        </p:spPr>
        <p:txBody>
          <a:bodyPr/>
          <a:lstStyle/>
          <a:p>
            <a:r>
              <a:rPr lang="da-DK"/>
              <a:t>Name Namesen</a:t>
            </a:r>
          </a:p>
          <a:p>
            <a:r>
              <a:rPr lang="da-DK"/>
              <a:t>Title</a:t>
            </a:r>
          </a:p>
        </p:txBody>
      </p:sp>
      <p:sp>
        <p:nvSpPr>
          <p:cNvPr id="30" name="Pladsholder til tekst 29">
            <a:extLst>
              <a:ext uri="{FF2B5EF4-FFF2-40B4-BE49-F238E27FC236}">
                <a16:creationId xmlns:a16="http://schemas.microsoft.com/office/drawing/2014/main" id="{CA0BC447-AA9A-6EC0-F47C-0D66F810FC8B}"/>
              </a:ext>
            </a:extLst>
          </p:cNvPr>
          <p:cNvSpPr>
            <a:spLocks noGrp="1"/>
          </p:cNvSpPr>
          <p:nvPr>
            <p:ph type="body" sz="quarter" idx="27"/>
          </p:nvPr>
        </p:nvSpPr>
        <p:spPr>
          <a:xfrm>
            <a:off x="288000" y="5867931"/>
            <a:ext cx="2808000" cy="468352"/>
          </a:xfrm>
        </p:spPr>
        <p:txBody>
          <a:bodyPr/>
          <a:lstStyle/>
          <a:p>
            <a:r>
              <a:rPr lang="da-DK"/>
              <a:t>Lorem ipsum alibusa nihilit, saest unt porem volore ipsae vero. </a:t>
            </a:r>
          </a:p>
          <a:p>
            <a:endParaRPr lang="da-DK"/>
          </a:p>
        </p:txBody>
      </p:sp>
      <p:pic>
        <p:nvPicPr>
          <p:cNvPr id="15" name="Pladsholder til billede 14">
            <a:extLst>
              <a:ext uri="{FF2B5EF4-FFF2-40B4-BE49-F238E27FC236}">
                <a16:creationId xmlns:a16="http://schemas.microsoft.com/office/drawing/2014/main" id="{3D42889F-B406-316F-51E1-D1D053595B9F}"/>
              </a:ext>
            </a:extLst>
          </p:cNvPr>
          <p:cNvPicPr>
            <a:picLocks noGrp="1" noChangeAspect="1"/>
          </p:cNvPicPr>
          <p:nvPr>
            <p:ph type="pic" sz="quarter" idx="28"/>
          </p:nvPr>
        </p:nvPicPr>
        <p:blipFill>
          <a:blip r:embed="rId3">
            <a:extLst>
              <a:ext uri="{28A0092B-C50C-407E-A947-70E740481C1C}">
                <a14:useLocalDpi xmlns:a14="http://schemas.microsoft.com/office/drawing/2010/main" val="0"/>
              </a:ext>
            </a:extLst>
          </a:blip>
          <a:srcRect l="12382" r="12382"/>
          <a:stretch/>
        </p:blipFill>
        <p:spPr>
          <a:xfrm>
            <a:off x="3200400" y="252000"/>
            <a:ext cx="2844000" cy="5039367"/>
          </a:xfrm>
        </p:spPr>
      </p:pic>
      <p:sp>
        <p:nvSpPr>
          <p:cNvPr id="9" name="Pladsholder til tekst 8">
            <a:extLst>
              <a:ext uri="{FF2B5EF4-FFF2-40B4-BE49-F238E27FC236}">
                <a16:creationId xmlns:a16="http://schemas.microsoft.com/office/drawing/2014/main" id="{B22AEB2E-98F1-0581-607C-35889A177BC9}"/>
              </a:ext>
            </a:extLst>
          </p:cNvPr>
          <p:cNvSpPr>
            <a:spLocks noGrp="1"/>
          </p:cNvSpPr>
          <p:nvPr>
            <p:ph type="body" sz="quarter" idx="29"/>
          </p:nvPr>
        </p:nvSpPr>
        <p:spPr>
          <a:xfrm>
            <a:off x="3200400" y="5399579"/>
            <a:ext cx="2808000" cy="432000"/>
          </a:xfrm>
        </p:spPr>
        <p:txBody>
          <a:bodyPr/>
          <a:lstStyle/>
          <a:p>
            <a:r>
              <a:rPr lang="da-DK"/>
              <a:t>Name Namesen</a:t>
            </a:r>
          </a:p>
          <a:p>
            <a:r>
              <a:rPr lang="da-DK"/>
              <a:t>Title</a:t>
            </a:r>
          </a:p>
        </p:txBody>
      </p:sp>
      <p:sp>
        <p:nvSpPr>
          <p:cNvPr id="10" name="Pladsholder til tekst 9">
            <a:extLst>
              <a:ext uri="{FF2B5EF4-FFF2-40B4-BE49-F238E27FC236}">
                <a16:creationId xmlns:a16="http://schemas.microsoft.com/office/drawing/2014/main" id="{29CBBB7F-3D06-05ED-65AA-F7B28AE1E5AB}"/>
              </a:ext>
            </a:extLst>
          </p:cNvPr>
          <p:cNvSpPr>
            <a:spLocks noGrp="1"/>
          </p:cNvSpPr>
          <p:nvPr>
            <p:ph type="body" sz="quarter" idx="30"/>
          </p:nvPr>
        </p:nvSpPr>
        <p:spPr>
          <a:xfrm>
            <a:off x="3200400" y="5867931"/>
            <a:ext cx="2808000" cy="468352"/>
          </a:xfrm>
        </p:spPr>
        <p:txBody>
          <a:bodyPr/>
          <a:lstStyle/>
          <a:p>
            <a:r>
              <a:rPr lang="da-DK"/>
              <a:t>Name Namesen</a:t>
            </a:r>
          </a:p>
          <a:p>
            <a:r>
              <a:rPr lang="da-DK"/>
              <a:t>Title</a:t>
            </a:r>
          </a:p>
        </p:txBody>
      </p:sp>
      <p:pic>
        <p:nvPicPr>
          <p:cNvPr id="17" name="Pladsholder til billede 16">
            <a:extLst>
              <a:ext uri="{FF2B5EF4-FFF2-40B4-BE49-F238E27FC236}">
                <a16:creationId xmlns:a16="http://schemas.microsoft.com/office/drawing/2014/main" id="{B9D4A187-EBD2-282E-C36F-D88C398316F7}"/>
              </a:ext>
            </a:extLst>
          </p:cNvPr>
          <p:cNvPicPr>
            <a:picLocks noGrp="1" noChangeAspect="1"/>
          </p:cNvPicPr>
          <p:nvPr>
            <p:ph type="pic" sz="quarter" idx="31"/>
          </p:nvPr>
        </p:nvPicPr>
        <p:blipFill>
          <a:blip r:embed="rId4">
            <a:extLst>
              <a:ext uri="{28A0092B-C50C-407E-A947-70E740481C1C}">
                <a14:useLocalDpi xmlns:a14="http://schemas.microsoft.com/office/drawing/2010/main" val="0"/>
              </a:ext>
            </a:extLst>
          </a:blip>
          <a:srcRect l="12413" r="12413"/>
          <a:stretch/>
        </p:blipFill>
        <p:spPr>
          <a:xfrm>
            <a:off x="6145200" y="252000"/>
            <a:ext cx="2844000" cy="5039367"/>
          </a:xfrm>
        </p:spPr>
      </p:pic>
      <p:sp>
        <p:nvSpPr>
          <p:cNvPr id="11" name="Pladsholder til tekst 10">
            <a:extLst>
              <a:ext uri="{FF2B5EF4-FFF2-40B4-BE49-F238E27FC236}">
                <a16:creationId xmlns:a16="http://schemas.microsoft.com/office/drawing/2014/main" id="{9FDAF856-55CD-EC7A-42F2-A66D9EF20B12}"/>
              </a:ext>
            </a:extLst>
          </p:cNvPr>
          <p:cNvSpPr>
            <a:spLocks noGrp="1"/>
          </p:cNvSpPr>
          <p:nvPr>
            <p:ph type="body" sz="quarter" idx="32"/>
          </p:nvPr>
        </p:nvSpPr>
        <p:spPr>
          <a:xfrm>
            <a:off x="6145200" y="5399579"/>
            <a:ext cx="2808000" cy="432000"/>
          </a:xfrm>
        </p:spPr>
        <p:txBody>
          <a:bodyPr/>
          <a:lstStyle/>
          <a:p>
            <a:r>
              <a:rPr lang="da-DK"/>
              <a:t>Name Namesen</a:t>
            </a:r>
          </a:p>
          <a:p>
            <a:r>
              <a:rPr lang="da-DK"/>
              <a:t>Title</a:t>
            </a:r>
          </a:p>
        </p:txBody>
      </p:sp>
      <p:sp>
        <p:nvSpPr>
          <p:cNvPr id="31" name="Pladsholder til tekst 30">
            <a:extLst>
              <a:ext uri="{FF2B5EF4-FFF2-40B4-BE49-F238E27FC236}">
                <a16:creationId xmlns:a16="http://schemas.microsoft.com/office/drawing/2014/main" id="{026A4711-0DD5-FE7D-3942-486F1FE37AC3}"/>
              </a:ext>
            </a:extLst>
          </p:cNvPr>
          <p:cNvSpPr>
            <a:spLocks noGrp="1"/>
          </p:cNvSpPr>
          <p:nvPr>
            <p:ph type="body" sz="quarter" idx="33"/>
          </p:nvPr>
        </p:nvSpPr>
        <p:spPr>
          <a:xfrm>
            <a:off x="6145200" y="5867931"/>
            <a:ext cx="2808000" cy="468352"/>
          </a:xfrm>
        </p:spPr>
        <p:txBody>
          <a:bodyPr/>
          <a:lstStyle/>
          <a:p>
            <a:r>
              <a:rPr lang="da-DK"/>
              <a:t>Lorem ipsum alibusa nihilit, saest unt porem volore ipsae vero. </a:t>
            </a:r>
          </a:p>
          <a:p>
            <a:endParaRPr lang="da-DK"/>
          </a:p>
        </p:txBody>
      </p:sp>
      <p:pic>
        <p:nvPicPr>
          <p:cNvPr id="19" name="Pladsholder til billede 18">
            <a:extLst>
              <a:ext uri="{FF2B5EF4-FFF2-40B4-BE49-F238E27FC236}">
                <a16:creationId xmlns:a16="http://schemas.microsoft.com/office/drawing/2014/main" id="{C6D9C991-545E-4B21-EAB5-416301311EF9}"/>
              </a:ext>
            </a:extLst>
          </p:cNvPr>
          <p:cNvPicPr>
            <a:picLocks noGrp="1" noChangeAspect="1"/>
          </p:cNvPicPr>
          <p:nvPr>
            <p:ph type="pic" sz="quarter" idx="34"/>
          </p:nvPr>
        </p:nvPicPr>
        <p:blipFill>
          <a:blip r:embed="rId5">
            <a:extLst>
              <a:ext uri="{28A0092B-C50C-407E-A947-70E740481C1C}">
                <a14:useLocalDpi xmlns:a14="http://schemas.microsoft.com/office/drawing/2010/main" val="0"/>
              </a:ext>
            </a:extLst>
          </a:blip>
          <a:srcRect l="12844" r="12844"/>
          <a:stretch/>
        </p:blipFill>
        <p:spPr>
          <a:xfrm>
            <a:off x="9093600" y="252000"/>
            <a:ext cx="2807225" cy="5039367"/>
          </a:xfrm>
        </p:spPr>
      </p:pic>
      <p:sp>
        <p:nvSpPr>
          <p:cNvPr id="32" name="Pladsholder til tekst 31">
            <a:extLst>
              <a:ext uri="{FF2B5EF4-FFF2-40B4-BE49-F238E27FC236}">
                <a16:creationId xmlns:a16="http://schemas.microsoft.com/office/drawing/2014/main" id="{5221AD27-6B09-8083-341D-FB86024E74DE}"/>
              </a:ext>
            </a:extLst>
          </p:cNvPr>
          <p:cNvSpPr>
            <a:spLocks noGrp="1"/>
          </p:cNvSpPr>
          <p:nvPr>
            <p:ph type="body" sz="quarter" idx="35"/>
          </p:nvPr>
        </p:nvSpPr>
        <p:spPr>
          <a:xfrm>
            <a:off x="9093600" y="5399579"/>
            <a:ext cx="2807225" cy="432000"/>
          </a:xfrm>
        </p:spPr>
        <p:txBody>
          <a:bodyPr/>
          <a:lstStyle/>
          <a:p>
            <a:r>
              <a:rPr lang="da-DK"/>
              <a:t>Name Namesen</a:t>
            </a:r>
          </a:p>
          <a:p>
            <a:r>
              <a:rPr lang="da-DK"/>
              <a:t>Title</a:t>
            </a:r>
          </a:p>
        </p:txBody>
      </p:sp>
      <p:sp>
        <p:nvSpPr>
          <p:cNvPr id="33" name="Pladsholder til tekst 32">
            <a:extLst>
              <a:ext uri="{FF2B5EF4-FFF2-40B4-BE49-F238E27FC236}">
                <a16:creationId xmlns:a16="http://schemas.microsoft.com/office/drawing/2014/main" id="{F8611EF0-8556-C3C2-E256-E0A4CD038BCB}"/>
              </a:ext>
            </a:extLst>
          </p:cNvPr>
          <p:cNvSpPr>
            <a:spLocks noGrp="1"/>
          </p:cNvSpPr>
          <p:nvPr>
            <p:ph type="body" sz="quarter" idx="36"/>
          </p:nvPr>
        </p:nvSpPr>
        <p:spPr>
          <a:xfrm>
            <a:off x="9093600" y="5867931"/>
            <a:ext cx="2807225" cy="468352"/>
          </a:xfrm>
        </p:spPr>
        <p:txBody>
          <a:bodyPr/>
          <a:lstStyle/>
          <a:p>
            <a:r>
              <a:rPr lang="da-DK"/>
              <a:t>Lorem ipsum alibusa nihilit, saest unt porem volore ipsae vero. </a:t>
            </a:r>
          </a:p>
          <a:p>
            <a:endParaRPr lang="da-DK"/>
          </a:p>
        </p:txBody>
      </p:sp>
      <p:sp>
        <p:nvSpPr>
          <p:cNvPr id="2" name="Pladsholder til slidenummer 1">
            <a:extLst>
              <a:ext uri="{FF2B5EF4-FFF2-40B4-BE49-F238E27FC236}">
                <a16:creationId xmlns:a16="http://schemas.microsoft.com/office/drawing/2014/main" id="{B4447E62-4609-16A4-5667-3F8EA57076DD}"/>
              </a:ext>
            </a:extLst>
          </p:cNvPr>
          <p:cNvSpPr>
            <a:spLocks noGrp="1"/>
          </p:cNvSpPr>
          <p:nvPr>
            <p:ph type="sldNum" sz="quarter" idx="11"/>
          </p:nvPr>
        </p:nvSpPr>
        <p:spPr/>
        <p:txBody>
          <a:bodyPr/>
          <a:lstStyle/>
          <a:p>
            <a:r>
              <a:rPr lang="da-DK"/>
              <a:t>S.</a:t>
            </a:r>
            <a:fld id="{5756700A-4FDC-43B2-BFF8-4B28CED2581C}" type="slidenum">
              <a:rPr lang="da-DK" smtClean="0"/>
              <a:pPr/>
              <a:t>70</a:t>
            </a:fld>
            <a:endParaRPr lang="da-DK"/>
          </a:p>
        </p:txBody>
      </p:sp>
    </p:spTree>
    <p:extLst>
      <p:ext uri="{BB962C8B-B14F-4D97-AF65-F5344CB8AC3E}">
        <p14:creationId xmlns:p14="http://schemas.microsoft.com/office/powerpoint/2010/main" val="3289115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B24B4-19FB-FEB5-71BD-55F9AD7A6486}"/>
            </a:ext>
          </a:extLst>
        </p:cNvPr>
        <p:cNvGrpSpPr/>
        <p:nvPr/>
      </p:nvGrpSpPr>
      <p:grpSpPr>
        <a:xfrm>
          <a:off x="0" y="0"/>
          <a:ext cx="0" cy="0"/>
          <a:chOff x="0" y="0"/>
          <a:chExt cx="0" cy="0"/>
        </a:xfrm>
      </p:grpSpPr>
      <p:pic>
        <p:nvPicPr>
          <p:cNvPr id="13" name="Pladsholder til billede 12">
            <a:extLst>
              <a:ext uri="{FF2B5EF4-FFF2-40B4-BE49-F238E27FC236}">
                <a16:creationId xmlns:a16="http://schemas.microsoft.com/office/drawing/2014/main" id="{7372B6B1-79FA-5348-C971-56C1CDAE0658}"/>
              </a:ext>
            </a:extLst>
          </p:cNvPr>
          <p:cNvPicPr>
            <a:picLocks noGrp="1" noChangeAspect="1"/>
          </p:cNvPicPr>
          <p:nvPr>
            <p:ph type="pic" sz="quarter" idx="22"/>
          </p:nvPr>
        </p:nvPicPr>
        <p:blipFill>
          <a:blip r:embed="rId2">
            <a:extLst>
              <a:ext uri="{28A0092B-C50C-407E-A947-70E740481C1C}">
                <a14:useLocalDpi xmlns:a14="http://schemas.microsoft.com/office/drawing/2010/main" val="0"/>
              </a:ext>
            </a:extLst>
          </a:blip>
          <a:srcRect l="2630" r="2630"/>
          <a:stretch/>
        </p:blipFill>
        <p:spPr>
          <a:xfrm>
            <a:off x="2459952" y="1194437"/>
            <a:ext cx="1037026" cy="1458464"/>
          </a:xfrm>
        </p:spPr>
      </p:pic>
      <p:sp>
        <p:nvSpPr>
          <p:cNvPr id="8" name="Pladsholder til tekst 7">
            <a:extLst>
              <a:ext uri="{FF2B5EF4-FFF2-40B4-BE49-F238E27FC236}">
                <a16:creationId xmlns:a16="http://schemas.microsoft.com/office/drawing/2014/main" id="{CBF49CE6-0C60-BED6-3C5C-16C0D9060A8A}"/>
              </a:ext>
            </a:extLst>
          </p:cNvPr>
          <p:cNvSpPr>
            <a:spLocks noGrp="1"/>
          </p:cNvSpPr>
          <p:nvPr>
            <p:ph type="body" sz="quarter" idx="23"/>
          </p:nvPr>
        </p:nvSpPr>
        <p:spPr>
          <a:xfrm>
            <a:off x="3595002"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5" name="Pladsholder til billede 14">
            <a:extLst>
              <a:ext uri="{FF2B5EF4-FFF2-40B4-BE49-F238E27FC236}">
                <a16:creationId xmlns:a16="http://schemas.microsoft.com/office/drawing/2014/main" id="{06E78F0B-943A-2DEB-7929-436D0C194F1B}"/>
              </a:ext>
            </a:extLst>
          </p:cNvPr>
          <p:cNvPicPr>
            <a:picLocks noGrp="1" noChangeAspect="1"/>
          </p:cNvPicPr>
          <p:nvPr>
            <p:ph type="pic" sz="quarter" idx="29"/>
          </p:nvPr>
        </p:nvPicPr>
        <p:blipFill>
          <a:blip r:embed="rId3">
            <a:extLst>
              <a:ext uri="{28A0092B-C50C-407E-A947-70E740481C1C}">
                <a14:useLocalDpi xmlns:a14="http://schemas.microsoft.com/office/drawing/2010/main" val="0"/>
              </a:ext>
            </a:extLst>
          </a:blip>
          <a:srcRect l="2630" r="2630"/>
          <a:stretch/>
        </p:blipFill>
        <p:spPr>
          <a:xfrm>
            <a:off x="2459952" y="2968373"/>
            <a:ext cx="1037026" cy="1458464"/>
          </a:xfrm>
        </p:spPr>
      </p:pic>
      <p:sp>
        <p:nvSpPr>
          <p:cNvPr id="9" name="Pladsholder til tekst 8">
            <a:extLst>
              <a:ext uri="{FF2B5EF4-FFF2-40B4-BE49-F238E27FC236}">
                <a16:creationId xmlns:a16="http://schemas.microsoft.com/office/drawing/2014/main" id="{9A9F59C4-6F85-4A42-F089-C400B80DDE0F}"/>
              </a:ext>
            </a:extLst>
          </p:cNvPr>
          <p:cNvSpPr>
            <a:spLocks noGrp="1"/>
          </p:cNvSpPr>
          <p:nvPr>
            <p:ph type="body" sz="quarter" idx="30"/>
          </p:nvPr>
        </p:nvSpPr>
        <p:spPr>
          <a:xfrm>
            <a:off x="3595002" y="2968373"/>
            <a:ext cx="910680" cy="1458464"/>
          </a:xfrm>
        </p:spPr>
        <p:txBody>
          <a:bodyPr/>
          <a:lstStyle/>
          <a:p>
            <a:r>
              <a:rPr lang="da-DK"/>
              <a:t>Name Namesen</a:t>
            </a:r>
          </a:p>
          <a:p>
            <a:r>
              <a:rPr lang="da-DK"/>
              <a:t>Title</a:t>
            </a:r>
          </a:p>
          <a:p>
            <a:endParaRPr lang="da-DK"/>
          </a:p>
          <a:p>
            <a:pPr lvl="1"/>
            <a:r>
              <a:rPr lang="da-DK"/>
              <a:t>Lorem ipsum sit amet con incidunct dolore amet</a:t>
            </a:r>
          </a:p>
        </p:txBody>
      </p:sp>
      <p:sp>
        <p:nvSpPr>
          <p:cNvPr id="10" name="Pladsholder til tekst 9">
            <a:extLst>
              <a:ext uri="{FF2B5EF4-FFF2-40B4-BE49-F238E27FC236}">
                <a16:creationId xmlns:a16="http://schemas.microsoft.com/office/drawing/2014/main" id="{43D3789A-B2CB-FF70-06BF-D17789784EB0}"/>
              </a:ext>
            </a:extLst>
          </p:cNvPr>
          <p:cNvSpPr>
            <a:spLocks noGrp="1"/>
          </p:cNvSpPr>
          <p:nvPr>
            <p:ph type="body" sz="quarter" idx="41"/>
          </p:nvPr>
        </p:nvSpPr>
        <p:spPr>
          <a:xfrm>
            <a:off x="324000" y="1194437"/>
            <a:ext cx="1946927" cy="306336"/>
          </a:xfrm>
        </p:spPr>
        <p:txBody>
          <a:bodyPr/>
          <a:lstStyle/>
          <a:p>
            <a:r>
              <a:rPr lang="da-DK"/>
              <a:t>Lorem ipsum</a:t>
            </a:r>
          </a:p>
        </p:txBody>
      </p:sp>
      <p:sp>
        <p:nvSpPr>
          <p:cNvPr id="11" name="Pladsholder til tekst 10">
            <a:extLst>
              <a:ext uri="{FF2B5EF4-FFF2-40B4-BE49-F238E27FC236}">
                <a16:creationId xmlns:a16="http://schemas.microsoft.com/office/drawing/2014/main" id="{14B95626-C9F5-137A-C5B6-82DE323D9F8E}"/>
              </a:ext>
            </a:extLst>
          </p:cNvPr>
          <p:cNvSpPr>
            <a:spLocks noGrp="1"/>
          </p:cNvSpPr>
          <p:nvPr>
            <p:ph type="body" sz="quarter" idx="42"/>
          </p:nvPr>
        </p:nvSpPr>
        <p:spPr>
          <a:xfrm>
            <a:off x="324000" y="2968373"/>
            <a:ext cx="1946927" cy="332600"/>
          </a:xfrm>
        </p:spPr>
        <p:txBody>
          <a:bodyPr/>
          <a:lstStyle/>
          <a:p>
            <a:r>
              <a:rPr lang="da-DK"/>
              <a:t>Sitamet</a:t>
            </a:r>
          </a:p>
        </p:txBody>
      </p:sp>
      <p:sp>
        <p:nvSpPr>
          <p:cNvPr id="30" name="Pladsholder til tekst 29">
            <a:extLst>
              <a:ext uri="{FF2B5EF4-FFF2-40B4-BE49-F238E27FC236}">
                <a16:creationId xmlns:a16="http://schemas.microsoft.com/office/drawing/2014/main" id="{760CBE74-3323-53B1-28EA-3D97F7C1A6EF}"/>
              </a:ext>
            </a:extLst>
          </p:cNvPr>
          <p:cNvSpPr>
            <a:spLocks noGrp="1"/>
          </p:cNvSpPr>
          <p:nvPr>
            <p:ph type="body" sz="quarter" idx="43"/>
          </p:nvPr>
        </p:nvSpPr>
        <p:spPr>
          <a:xfrm>
            <a:off x="324000" y="4760597"/>
            <a:ext cx="1946927" cy="332600"/>
          </a:xfrm>
        </p:spPr>
        <p:txBody>
          <a:bodyPr/>
          <a:lstStyle/>
          <a:p>
            <a:r>
              <a:rPr lang="da-DK"/>
              <a:t>Conincidunct</a:t>
            </a:r>
          </a:p>
        </p:txBody>
      </p:sp>
      <p:pic>
        <p:nvPicPr>
          <p:cNvPr id="17" name="Pladsholder til billede 16">
            <a:extLst>
              <a:ext uri="{FF2B5EF4-FFF2-40B4-BE49-F238E27FC236}">
                <a16:creationId xmlns:a16="http://schemas.microsoft.com/office/drawing/2014/main" id="{1773D133-9634-F087-B777-9D2EAAE50B66}"/>
              </a:ext>
            </a:extLst>
          </p:cNvPr>
          <p:cNvPicPr>
            <a:picLocks noGrp="1" noChangeAspect="1"/>
          </p:cNvPicPr>
          <p:nvPr>
            <p:ph type="pic" sz="quarter" idx="44"/>
          </p:nvPr>
        </p:nvPicPr>
        <p:blipFill>
          <a:blip r:embed="rId4">
            <a:extLst>
              <a:ext uri="{28A0092B-C50C-407E-A947-70E740481C1C}">
                <a14:useLocalDpi xmlns:a14="http://schemas.microsoft.com/office/drawing/2010/main" val="0"/>
              </a:ext>
            </a:extLst>
          </a:blip>
          <a:srcRect l="2630" r="2630"/>
          <a:stretch/>
        </p:blipFill>
        <p:spPr>
          <a:xfrm>
            <a:off x="2459952" y="4760597"/>
            <a:ext cx="1037026" cy="1458464"/>
          </a:xfrm>
        </p:spPr>
      </p:pic>
      <p:sp>
        <p:nvSpPr>
          <p:cNvPr id="31" name="Pladsholder til tekst 30">
            <a:extLst>
              <a:ext uri="{FF2B5EF4-FFF2-40B4-BE49-F238E27FC236}">
                <a16:creationId xmlns:a16="http://schemas.microsoft.com/office/drawing/2014/main" id="{8179D274-DFEE-423F-0ED8-574F72EE64E5}"/>
              </a:ext>
            </a:extLst>
          </p:cNvPr>
          <p:cNvSpPr>
            <a:spLocks noGrp="1"/>
          </p:cNvSpPr>
          <p:nvPr>
            <p:ph type="body" sz="quarter" idx="47"/>
          </p:nvPr>
        </p:nvSpPr>
        <p:spPr>
          <a:xfrm>
            <a:off x="3595002"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9" name="Pladsholder til billede 18">
            <a:extLst>
              <a:ext uri="{FF2B5EF4-FFF2-40B4-BE49-F238E27FC236}">
                <a16:creationId xmlns:a16="http://schemas.microsoft.com/office/drawing/2014/main" id="{E7D48F41-6FE5-6C0A-1CF3-D6FC572D5B32}"/>
              </a:ext>
            </a:extLst>
          </p:cNvPr>
          <p:cNvPicPr>
            <a:picLocks noGrp="1" noChangeAspect="1"/>
          </p:cNvPicPr>
          <p:nvPr>
            <p:ph type="pic" sz="quarter" idx="48"/>
          </p:nvPr>
        </p:nvPicPr>
        <p:blipFill>
          <a:blip r:embed="rId5">
            <a:extLst>
              <a:ext uri="{28A0092B-C50C-407E-A947-70E740481C1C}">
                <a14:useLocalDpi xmlns:a14="http://schemas.microsoft.com/office/drawing/2010/main" val="0"/>
              </a:ext>
            </a:extLst>
          </a:blip>
          <a:srcRect l="2596" r="2596"/>
          <a:stretch/>
        </p:blipFill>
        <p:spPr>
          <a:xfrm>
            <a:off x="4934669" y="1194437"/>
            <a:ext cx="1037026" cy="1458464"/>
          </a:xfrm>
        </p:spPr>
      </p:pic>
      <p:sp>
        <p:nvSpPr>
          <p:cNvPr id="32" name="Pladsholder til tekst 31">
            <a:extLst>
              <a:ext uri="{FF2B5EF4-FFF2-40B4-BE49-F238E27FC236}">
                <a16:creationId xmlns:a16="http://schemas.microsoft.com/office/drawing/2014/main" id="{6EABBE17-2C65-E5F8-5470-437EA5BA5416}"/>
              </a:ext>
            </a:extLst>
          </p:cNvPr>
          <p:cNvSpPr>
            <a:spLocks noGrp="1"/>
          </p:cNvSpPr>
          <p:nvPr>
            <p:ph type="body" sz="quarter" idx="49"/>
          </p:nvPr>
        </p:nvSpPr>
        <p:spPr>
          <a:xfrm>
            <a:off x="6069719"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4" name="Pladsholder til billede 12">
            <a:extLst>
              <a:ext uri="{FF2B5EF4-FFF2-40B4-BE49-F238E27FC236}">
                <a16:creationId xmlns:a16="http://schemas.microsoft.com/office/drawing/2014/main" id="{6E6D3053-412D-CFB5-6954-562DDE2D1EED}"/>
              </a:ext>
            </a:extLst>
          </p:cNvPr>
          <p:cNvPicPr>
            <a:picLocks noGrp="1" noChangeAspect="1"/>
          </p:cNvPicPr>
          <p:nvPr>
            <p:ph type="pic" sz="quarter" idx="50"/>
          </p:nvPr>
        </p:nvPicPr>
        <p:blipFill>
          <a:blip r:embed="rId6">
            <a:extLst>
              <a:ext uri="{28A0092B-C50C-407E-A947-70E740481C1C}">
                <a14:useLocalDpi xmlns:a14="http://schemas.microsoft.com/office/drawing/2010/main" val="0"/>
              </a:ext>
            </a:extLst>
          </a:blip>
          <a:srcRect l="2557" r="2557"/>
          <a:stretch/>
        </p:blipFill>
        <p:spPr>
          <a:xfrm>
            <a:off x="4934669" y="2968373"/>
            <a:ext cx="1037026" cy="1458464"/>
          </a:xfrm>
        </p:spPr>
      </p:pic>
      <p:sp>
        <p:nvSpPr>
          <p:cNvPr id="33" name="Pladsholder til tekst 32">
            <a:extLst>
              <a:ext uri="{FF2B5EF4-FFF2-40B4-BE49-F238E27FC236}">
                <a16:creationId xmlns:a16="http://schemas.microsoft.com/office/drawing/2014/main" id="{FFC76434-E9A3-FBA8-63AA-4B66A8E283D3}"/>
              </a:ext>
            </a:extLst>
          </p:cNvPr>
          <p:cNvSpPr>
            <a:spLocks noGrp="1"/>
          </p:cNvSpPr>
          <p:nvPr>
            <p:ph type="body" sz="quarter" idx="51"/>
          </p:nvPr>
        </p:nvSpPr>
        <p:spPr>
          <a:xfrm>
            <a:off x="6069719" y="2968373"/>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6" name="Pladsholder til billede 14">
            <a:extLst>
              <a:ext uri="{FF2B5EF4-FFF2-40B4-BE49-F238E27FC236}">
                <a16:creationId xmlns:a16="http://schemas.microsoft.com/office/drawing/2014/main" id="{A51A8BE8-4BCF-A2F2-2F9F-D02979ABC3B3}"/>
              </a:ext>
            </a:extLst>
          </p:cNvPr>
          <p:cNvPicPr>
            <a:picLocks noGrp="1" noChangeAspect="1"/>
          </p:cNvPicPr>
          <p:nvPr>
            <p:ph type="pic" sz="quarter" idx="52"/>
          </p:nvPr>
        </p:nvPicPr>
        <p:blipFill>
          <a:blip r:embed="rId7">
            <a:extLst>
              <a:ext uri="{28A0092B-C50C-407E-A947-70E740481C1C}">
                <a14:useLocalDpi xmlns:a14="http://schemas.microsoft.com/office/drawing/2010/main" val="0"/>
              </a:ext>
            </a:extLst>
          </a:blip>
          <a:srcRect l="2557" r="2557"/>
          <a:stretch/>
        </p:blipFill>
        <p:spPr>
          <a:xfrm>
            <a:off x="4934669" y="4760597"/>
            <a:ext cx="1037026" cy="1458464"/>
          </a:xfrm>
        </p:spPr>
      </p:pic>
      <p:sp>
        <p:nvSpPr>
          <p:cNvPr id="134" name="Pladsholder til tekst 133">
            <a:extLst>
              <a:ext uri="{FF2B5EF4-FFF2-40B4-BE49-F238E27FC236}">
                <a16:creationId xmlns:a16="http://schemas.microsoft.com/office/drawing/2014/main" id="{AAC71F03-C4A3-1952-08C0-C844E56DABA6}"/>
              </a:ext>
            </a:extLst>
          </p:cNvPr>
          <p:cNvSpPr>
            <a:spLocks noGrp="1"/>
          </p:cNvSpPr>
          <p:nvPr>
            <p:ph type="body" sz="quarter" idx="53"/>
          </p:nvPr>
        </p:nvSpPr>
        <p:spPr>
          <a:xfrm>
            <a:off x="6069719"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2" name="Pladsholder til billede 16">
            <a:extLst>
              <a:ext uri="{FF2B5EF4-FFF2-40B4-BE49-F238E27FC236}">
                <a16:creationId xmlns:a16="http://schemas.microsoft.com/office/drawing/2014/main" id="{267147B2-9840-D454-E05E-2E85984ABDB8}"/>
              </a:ext>
            </a:extLst>
          </p:cNvPr>
          <p:cNvPicPr>
            <a:picLocks noGrp="1" noChangeAspect="1"/>
          </p:cNvPicPr>
          <p:nvPr>
            <p:ph type="pic" sz="quarter" idx="54"/>
          </p:nvPr>
        </p:nvPicPr>
        <p:blipFill>
          <a:blip r:embed="rId8">
            <a:extLst>
              <a:ext uri="{28A0092B-C50C-407E-A947-70E740481C1C}">
                <a14:useLocalDpi xmlns:a14="http://schemas.microsoft.com/office/drawing/2010/main" val="0"/>
              </a:ext>
            </a:extLst>
          </a:blip>
          <a:srcRect l="2630" r="2630"/>
          <a:stretch/>
        </p:blipFill>
        <p:spPr>
          <a:xfrm>
            <a:off x="7392832" y="1194437"/>
            <a:ext cx="1037026" cy="1458464"/>
          </a:xfrm>
        </p:spPr>
      </p:pic>
      <p:sp>
        <p:nvSpPr>
          <p:cNvPr id="136" name="Pladsholder til tekst 135">
            <a:extLst>
              <a:ext uri="{FF2B5EF4-FFF2-40B4-BE49-F238E27FC236}">
                <a16:creationId xmlns:a16="http://schemas.microsoft.com/office/drawing/2014/main" id="{7037CD4C-2FB3-20C1-7BE3-D0B3C7007D1A}"/>
              </a:ext>
            </a:extLst>
          </p:cNvPr>
          <p:cNvSpPr>
            <a:spLocks noGrp="1"/>
          </p:cNvSpPr>
          <p:nvPr>
            <p:ph type="body" sz="quarter" idx="55"/>
          </p:nvPr>
        </p:nvSpPr>
        <p:spPr>
          <a:xfrm>
            <a:off x="8527882"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6" name="Pladsholder til billede 18">
            <a:extLst>
              <a:ext uri="{FF2B5EF4-FFF2-40B4-BE49-F238E27FC236}">
                <a16:creationId xmlns:a16="http://schemas.microsoft.com/office/drawing/2014/main" id="{8B96B221-BB8B-8151-AE02-390A19F21ACA}"/>
              </a:ext>
            </a:extLst>
          </p:cNvPr>
          <p:cNvPicPr>
            <a:picLocks noGrp="1" noChangeAspect="1"/>
          </p:cNvPicPr>
          <p:nvPr>
            <p:ph type="pic" sz="quarter" idx="56"/>
          </p:nvPr>
        </p:nvPicPr>
        <p:blipFill>
          <a:blip r:embed="rId9">
            <a:extLst>
              <a:ext uri="{28A0092B-C50C-407E-A947-70E740481C1C}">
                <a14:useLocalDpi xmlns:a14="http://schemas.microsoft.com/office/drawing/2010/main" val="0"/>
              </a:ext>
            </a:extLst>
          </a:blip>
          <a:srcRect l="2630" r="2630"/>
          <a:stretch/>
        </p:blipFill>
        <p:spPr>
          <a:xfrm>
            <a:off x="7392832" y="2968373"/>
            <a:ext cx="1037026" cy="1458464"/>
          </a:xfrm>
        </p:spPr>
      </p:pic>
      <p:sp>
        <p:nvSpPr>
          <p:cNvPr id="138" name="Pladsholder til tekst 137">
            <a:extLst>
              <a:ext uri="{FF2B5EF4-FFF2-40B4-BE49-F238E27FC236}">
                <a16:creationId xmlns:a16="http://schemas.microsoft.com/office/drawing/2014/main" id="{94BBC672-D198-436C-D6E6-80ECE3276B44}"/>
              </a:ext>
            </a:extLst>
          </p:cNvPr>
          <p:cNvSpPr>
            <a:spLocks noGrp="1"/>
          </p:cNvSpPr>
          <p:nvPr>
            <p:ph type="body" sz="quarter" idx="57"/>
          </p:nvPr>
        </p:nvSpPr>
        <p:spPr>
          <a:xfrm>
            <a:off x="8527882" y="2968373"/>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5" name="Pladsholder til billede 12">
            <a:extLst>
              <a:ext uri="{FF2B5EF4-FFF2-40B4-BE49-F238E27FC236}">
                <a16:creationId xmlns:a16="http://schemas.microsoft.com/office/drawing/2014/main" id="{1C9B243A-DC61-649A-9B69-E486D9E8D76C}"/>
              </a:ext>
            </a:extLst>
          </p:cNvPr>
          <p:cNvPicPr>
            <a:picLocks noGrp="1" noChangeAspect="1"/>
          </p:cNvPicPr>
          <p:nvPr>
            <p:ph type="pic" sz="quarter" idx="58"/>
          </p:nvPr>
        </p:nvPicPr>
        <p:blipFill>
          <a:blip r:embed="rId10">
            <a:extLst>
              <a:ext uri="{28A0092B-C50C-407E-A947-70E740481C1C}">
                <a14:useLocalDpi xmlns:a14="http://schemas.microsoft.com/office/drawing/2010/main" val="0"/>
              </a:ext>
            </a:extLst>
          </a:blip>
          <a:srcRect l="2630" r="2630"/>
          <a:stretch/>
        </p:blipFill>
        <p:spPr>
          <a:xfrm>
            <a:off x="7392832" y="4760597"/>
            <a:ext cx="1037026" cy="1458464"/>
          </a:xfrm>
        </p:spPr>
      </p:pic>
      <p:sp>
        <p:nvSpPr>
          <p:cNvPr id="140" name="Pladsholder til tekst 139">
            <a:extLst>
              <a:ext uri="{FF2B5EF4-FFF2-40B4-BE49-F238E27FC236}">
                <a16:creationId xmlns:a16="http://schemas.microsoft.com/office/drawing/2014/main" id="{B7399195-2C7F-6949-ED84-C46CA207BDAC}"/>
              </a:ext>
            </a:extLst>
          </p:cNvPr>
          <p:cNvSpPr>
            <a:spLocks noGrp="1"/>
          </p:cNvSpPr>
          <p:nvPr>
            <p:ph type="body" sz="quarter" idx="59"/>
          </p:nvPr>
        </p:nvSpPr>
        <p:spPr>
          <a:xfrm>
            <a:off x="8527882" y="476059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7" name="Pladsholder til billede 14">
            <a:extLst>
              <a:ext uri="{FF2B5EF4-FFF2-40B4-BE49-F238E27FC236}">
                <a16:creationId xmlns:a16="http://schemas.microsoft.com/office/drawing/2014/main" id="{044DEDE3-313A-8B7D-E2FB-9B6F488C2C41}"/>
              </a:ext>
            </a:extLst>
          </p:cNvPr>
          <p:cNvPicPr>
            <a:picLocks noGrp="1" noChangeAspect="1"/>
          </p:cNvPicPr>
          <p:nvPr>
            <p:ph type="pic" sz="quarter" idx="60"/>
          </p:nvPr>
        </p:nvPicPr>
        <p:blipFill>
          <a:blip r:embed="rId11">
            <a:extLst>
              <a:ext uri="{28A0092B-C50C-407E-A947-70E740481C1C}">
                <a14:useLocalDpi xmlns:a14="http://schemas.microsoft.com/office/drawing/2010/main" val="0"/>
              </a:ext>
            </a:extLst>
          </a:blip>
          <a:srcRect l="2596" r="2596"/>
          <a:stretch/>
        </p:blipFill>
        <p:spPr>
          <a:xfrm>
            <a:off x="9817800" y="1194437"/>
            <a:ext cx="1037026" cy="1458464"/>
          </a:xfrm>
        </p:spPr>
      </p:pic>
      <p:sp>
        <p:nvSpPr>
          <p:cNvPr id="142" name="Pladsholder til tekst 141">
            <a:extLst>
              <a:ext uri="{FF2B5EF4-FFF2-40B4-BE49-F238E27FC236}">
                <a16:creationId xmlns:a16="http://schemas.microsoft.com/office/drawing/2014/main" id="{A80C52A7-E6FC-EE80-AD82-12359B5168FB}"/>
              </a:ext>
            </a:extLst>
          </p:cNvPr>
          <p:cNvSpPr>
            <a:spLocks noGrp="1"/>
          </p:cNvSpPr>
          <p:nvPr>
            <p:ph type="body" sz="quarter" idx="61"/>
          </p:nvPr>
        </p:nvSpPr>
        <p:spPr>
          <a:xfrm>
            <a:off x="10952850" y="1194437"/>
            <a:ext cx="910680" cy="1458464"/>
          </a:xfrm>
        </p:spPr>
        <p:txBody>
          <a:bodyPr/>
          <a:lstStyle/>
          <a:p>
            <a:r>
              <a:rPr lang="da-DK"/>
              <a:t>Name Namesen</a:t>
            </a:r>
          </a:p>
          <a:p>
            <a:r>
              <a:rPr lang="da-DK"/>
              <a:t>Title</a:t>
            </a:r>
          </a:p>
          <a:p>
            <a:endParaRPr lang="da-DK"/>
          </a:p>
          <a:p>
            <a:pPr lvl="1"/>
            <a:r>
              <a:rPr lang="da-DK"/>
              <a:t>Lorem ipsum sit amet con incidunct dolore amet</a:t>
            </a:r>
          </a:p>
        </p:txBody>
      </p:sp>
      <p:pic>
        <p:nvPicPr>
          <p:cNvPr id="14" name="Pladsholder til billede 16">
            <a:extLst>
              <a:ext uri="{FF2B5EF4-FFF2-40B4-BE49-F238E27FC236}">
                <a16:creationId xmlns:a16="http://schemas.microsoft.com/office/drawing/2014/main" id="{F6068736-53A9-83DF-4728-6238D03263FF}"/>
              </a:ext>
            </a:extLst>
          </p:cNvPr>
          <p:cNvPicPr>
            <a:picLocks noGrp="1" noChangeAspect="1"/>
          </p:cNvPicPr>
          <p:nvPr>
            <p:ph type="pic" sz="quarter" idx="62"/>
          </p:nvPr>
        </p:nvPicPr>
        <p:blipFill>
          <a:blip r:embed="rId12">
            <a:extLst>
              <a:ext uri="{28A0092B-C50C-407E-A947-70E740481C1C}">
                <a14:useLocalDpi xmlns:a14="http://schemas.microsoft.com/office/drawing/2010/main" val="0"/>
              </a:ext>
            </a:extLst>
          </a:blip>
          <a:srcRect l="2557" r="2557"/>
          <a:stretch/>
        </p:blipFill>
        <p:spPr>
          <a:xfrm>
            <a:off x="9817800" y="2968373"/>
            <a:ext cx="1037026" cy="1458464"/>
          </a:xfrm>
        </p:spPr>
      </p:pic>
      <p:sp>
        <p:nvSpPr>
          <p:cNvPr id="144" name="Pladsholder til tekst 143">
            <a:extLst>
              <a:ext uri="{FF2B5EF4-FFF2-40B4-BE49-F238E27FC236}">
                <a16:creationId xmlns:a16="http://schemas.microsoft.com/office/drawing/2014/main" id="{41DEE1EE-C9E1-85B2-C1E9-BDAF3AE495EE}"/>
              </a:ext>
            </a:extLst>
          </p:cNvPr>
          <p:cNvSpPr>
            <a:spLocks noGrp="1"/>
          </p:cNvSpPr>
          <p:nvPr>
            <p:ph type="body" sz="quarter" idx="63"/>
          </p:nvPr>
        </p:nvSpPr>
        <p:spPr>
          <a:xfrm>
            <a:off x="10952850" y="2968373"/>
            <a:ext cx="910680" cy="1458464"/>
          </a:xfrm>
        </p:spPr>
        <p:txBody>
          <a:bodyPr/>
          <a:lstStyle/>
          <a:p>
            <a:r>
              <a:rPr lang="da-DK"/>
              <a:t>Name Namesen</a:t>
            </a:r>
          </a:p>
          <a:p>
            <a:r>
              <a:rPr lang="da-DK"/>
              <a:t>Title</a:t>
            </a:r>
          </a:p>
          <a:p>
            <a:endParaRPr lang="da-DK"/>
          </a:p>
          <a:p>
            <a:pPr lvl="1"/>
            <a:r>
              <a:rPr lang="da-DK"/>
              <a:t>Lorem ipsum sit amet con incidunct dolore amet</a:t>
            </a:r>
          </a:p>
          <a:p>
            <a:endParaRPr lang="da-DK"/>
          </a:p>
        </p:txBody>
      </p:sp>
      <p:pic>
        <p:nvPicPr>
          <p:cNvPr id="18" name="Pladsholder til billede 18">
            <a:extLst>
              <a:ext uri="{FF2B5EF4-FFF2-40B4-BE49-F238E27FC236}">
                <a16:creationId xmlns:a16="http://schemas.microsoft.com/office/drawing/2014/main" id="{FAEC49EA-5AD2-3377-D91C-59926C6137ED}"/>
              </a:ext>
            </a:extLst>
          </p:cNvPr>
          <p:cNvPicPr>
            <a:picLocks noGrp="1" noChangeAspect="1"/>
          </p:cNvPicPr>
          <p:nvPr>
            <p:ph type="pic" sz="quarter" idx="64"/>
          </p:nvPr>
        </p:nvPicPr>
        <p:blipFill>
          <a:blip r:embed="rId13">
            <a:extLst>
              <a:ext uri="{28A0092B-C50C-407E-A947-70E740481C1C}">
                <a14:useLocalDpi xmlns:a14="http://schemas.microsoft.com/office/drawing/2010/main" val="0"/>
              </a:ext>
            </a:extLst>
          </a:blip>
          <a:srcRect l="2557" r="2557"/>
          <a:stretch/>
        </p:blipFill>
        <p:spPr>
          <a:xfrm>
            <a:off x="9817800" y="4760597"/>
            <a:ext cx="1037026" cy="1458464"/>
          </a:xfrm>
        </p:spPr>
      </p:pic>
      <p:sp>
        <p:nvSpPr>
          <p:cNvPr id="146" name="Pladsholder til tekst 145">
            <a:extLst>
              <a:ext uri="{FF2B5EF4-FFF2-40B4-BE49-F238E27FC236}">
                <a16:creationId xmlns:a16="http://schemas.microsoft.com/office/drawing/2014/main" id="{ED6D227F-9133-5B1F-95A8-49484DC9F1F3}"/>
              </a:ext>
            </a:extLst>
          </p:cNvPr>
          <p:cNvSpPr>
            <a:spLocks noGrp="1"/>
          </p:cNvSpPr>
          <p:nvPr>
            <p:ph type="body" sz="quarter" idx="65"/>
          </p:nvPr>
        </p:nvSpPr>
        <p:spPr>
          <a:xfrm>
            <a:off x="10952850" y="4760597"/>
            <a:ext cx="910680" cy="1458464"/>
          </a:xfrm>
        </p:spPr>
        <p:txBody>
          <a:bodyPr/>
          <a:lstStyle/>
          <a:p>
            <a:r>
              <a:rPr lang="da-DK"/>
              <a:t>Name Namesen</a:t>
            </a:r>
          </a:p>
          <a:p>
            <a:r>
              <a:rPr lang="da-DK"/>
              <a:t>Title</a:t>
            </a:r>
          </a:p>
          <a:p>
            <a:endParaRPr lang="da-DK"/>
          </a:p>
          <a:p>
            <a:pPr lvl="1"/>
            <a:r>
              <a:rPr lang="da-DK"/>
              <a:t>Lorem ipsum sit amet con incidunct dolore amet</a:t>
            </a:r>
          </a:p>
          <a:p>
            <a:endParaRPr lang="da-DK"/>
          </a:p>
        </p:txBody>
      </p:sp>
      <p:sp>
        <p:nvSpPr>
          <p:cNvPr id="54" name="Titel 53">
            <a:extLst>
              <a:ext uri="{FF2B5EF4-FFF2-40B4-BE49-F238E27FC236}">
                <a16:creationId xmlns:a16="http://schemas.microsoft.com/office/drawing/2014/main" id="{3A1EC05A-9864-F71D-AE72-127B5A65D6B0}"/>
              </a:ext>
            </a:extLst>
          </p:cNvPr>
          <p:cNvSpPr>
            <a:spLocks noGrp="1"/>
          </p:cNvSpPr>
          <p:nvPr>
            <p:ph type="title"/>
          </p:nvPr>
        </p:nvSpPr>
        <p:spPr>
          <a:xfrm>
            <a:off x="288000" y="252000"/>
            <a:ext cx="11614049" cy="532651"/>
          </a:xfrm>
        </p:spPr>
        <p:txBody>
          <a:bodyPr/>
          <a:lstStyle/>
          <a:p>
            <a:r>
              <a:rPr lang="da-DK"/>
              <a:t>Lorem ipsum</a:t>
            </a:r>
          </a:p>
        </p:txBody>
      </p:sp>
      <p:sp>
        <p:nvSpPr>
          <p:cNvPr id="2" name="Pladsholder til slidenummer 1">
            <a:extLst>
              <a:ext uri="{FF2B5EF4-FFF2-40B4-BE49-F238E27FC236}">
                <a16:creationId xmlns:a16="http://schemas.microsoft.com/office/drawing/2014/main" id="{DA119F88-3EB6-533B-1370-21A429798FC1}"/>
              </a:ext>
            </a:extLst>
          </p:cNvPr>
          <p:cNvSpPr>
            <a:spLocks noGrp="1"/>
          </p:cNvSpPr>
          <p:nvPr>
            <p:ph type="sldNum" sz="quarter" idx="11"/>
          </p:nvPr>
        </p:nvSpPr>
        <p:spPr/>
        <p:txBody>
          <a:bodyPr/>
          <a:lstStyle/>
          <a:p>
            <a:r>
              <a:rPr lang="da-DK"/>
              <a:t>S.</a:t>
            </a:r>
            <a:fld id="{5756700A-4FDC-43B2-BFF8-4B28CED2581C}" type="slidenum">
              <a:rPr lang="da-DK" smtClean="0"/>
              <a:pPr/>
              <a:t>71</a:t>
            </a:fld>
            <a:endParaRPr lang="da-DK"/>
          </a:p>
        </p:txBody>
      </p:sp>
    </p:spTree>
    <p:extLst>
      <p:ext uri="{BB962C8B-B14F-4D97-AF65-F5344CB8AC3E}">
        <p14:creationId xmlns:p14="http://schemas.microsoft.com/office/powerpoint/2010/main" val="35269347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ladsholder til billede 10">
            <a:extLst>
              <a:ext uri="{FF2B5EF4-FFF2-40B4-BE49-F238E27FC236}">
                <a16:creationId xmlns:a16="http://schemas.microsoft.com/office/drawing/2014/main" id="{655EAA4A-2921-41C0-65C0-78D4685C176E}"/>
              </a:ext>
            </a:extLst>
          </p:cNvPr>
          <p:cNvPicPr>
            <a:picLocks noGrp="1" noChangeAspect="1"/>
          </p:cNvPicPr>
          <p:nvPr>
            <p:ph type="pic" sz="quarter" idx="17"/>
          </p:nvPr>
        </p:nvPicPr>
        <p:blipFill>
          <a:blip r:embed="rId2">
            <a:extLst>
              <a:ext uri="{28A0092B-C50C-407E-A947-70E740481C1C}">
                <a14:useLocalDpi xmlns:a14="http://schemas.microsoft.com/office/drawing/2010/main" val="0"/>
              </a:ext>
            </a:extLst>
          </a:blip>
          <a:srcRect t="10759" b="10759"/>
          <a:stretch/>
        </p:blipFill>
        <p:spPr>
          <a:xfrm>
            <a:off x="6156326" y="252000"/>
            <a:ext cx="5780499" cy="6049409"/>
          </a:xfrm>
        </p:spPr>
      </p:pic>
      <p:sp>
        <p:nvSpPr>
          <p:cNvPr id="5" name="Titel 4">
            <a:extLst>
              <a:ext uri="{FF2B5EF4-FFF2-40B4-BE49-F238E27FC236}">
                <a16:creationId xmlns:a16="http://schemas.microsoft.com/office/drawing/2014/main" id="{C9FA1D9C-2100-D41C-36CD-1F6CC91D281D}"/>
              </a:ext>
            </a:extLst>
          </p:cNvPr>
          <p:cNvSpPr>
            <a:spLocks noGrp="1"/>
          </p:cNvSpPr>
          <p:nvPr>
            <p:ph type="title"/>
          </p:nvPr>
        </p:nvSpPr>
        <p:spPr>
          <a:xfrm>
            <a:off x="324000" y="252000"/>
            <a:ext cx="2686050" cy="546908"/>
          </a:xfrm>
        </p:spPr>
        <p:txBody>
          <a:bodyPr/>
          <a:lstStyle/>
          <a:p>
            <a:r>
              <a:rPr lang="da-DK"/>
              <a:t>Name Namesen</a:t>
            </a:r>
            <a:br>
              <a:rPr lang="da-DK"/>
            </a:br>
            <a:r>
              <a:rPr lang="da-DK"/>
              <a:t>Title</a:t>
            </a:r>
          </a:p>
        </p:txBody>
      </p:sp>
      <p:sp>
        <p:nvSpPr>
          <p:cNvPr id="6" name="Pladsholder til tekst 5">
            <a:extLst>
              <a:ext uri="{FF2B5EF4-FFF2-40B4-BE49-F238E27FC236}">
                <a16:creationId xmlns:a16="http://schemas.microsoft.com/office/drawing/2014/main" id="{31CF6B6F-0D12-9118-9AF7-21C7C85BDF46}"/>
              </a:ext>
            </a:extLst>
          </p:cNvPr>
          <p:cNvSpPr>
            <a:spLocks noGrp="1"/>
          </p:cNvSpPr>
          <p:nvPr>
            <p:ph type="body" sz="quarter" idx="21"/>
          </p:nvPr>
        </p:nvSpPr>
        <p:spPr>
          <a:xfrm>
            <a:off x="324000" y="858005"/>
            <a:ext cx="2686050" cy="729049"/>
          </a:xfrm>
        </p:spPr>
        <p:txBody>
          <a:bodyPr/>
          <a:lstStyle/>
          <a:p>
            <a:r>
              <a:rPr lang="da-DK"/>
              <a:t>Caborepe porum exerume nobitio nsequos dellat ut as duntese.</a:t>
            </a:r>
          </a:p>
        </p:txBody>
      </p:sp>
      <p:sp>
        <p:nvSpPr>
          <p:cNvPr id="7" name="Pladsholder til tekst 6">
            <a:extLst>
              <a:ext uri="{FF2B5EF4-FFF2-40B4-BE49-F238E27FC236}">
                <a16:creationId xmlns:a16="http://schemas.microsoft.com/office/drawing/2014/main" id="{93069E42-E279-59AD-6185-38F7CEC0BD65}"/>
              </a:ext>
            </a:extLst>
          </p:cNvPr>
          <p:cNvSpPr>
            <a:spLocks noGrp="1"/>
          </p:cNvSpPr>
          <p:nvPr>
            <p:ph type="body" sz="quarter" idx="22"/>
          </p:nvPr>
        </p:nvSpPr>
        <p:spPr>
          <a:xfrm>
            <a:off x="3240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reicatem faccate mpores pa quodista at. Olutestisto quat aut molorerum hil eos auda ducit vendele stinvera verrum resto tempeliquas am dunturent alibusa nihilit, saest unt porem volore ipsae vero quuntia tibusda sit pro quam, vendellit omnim autatis volupta.</a:t>
            </a:r>
          </a:p>
          <a:p>
            <a:endParaRPr lang="da-DK"/>
          </a:p>
        </p:txBody>
      </p:sp>
      <p:sp>
        <p:nvSpPr>
          <p:cNvPr id="8" name="Pladsholder til tekst 7">
            <a:extLst>
              <a:ext uri="{FF2B5EF4-FFF2-40B4-BE49-F238E27FC236}">
                <a16:creationId xmlns:a16="http://schemas.microsoft.com/office/drawing/2014/main" id="{88BBF052-255A-ACC6-0A67-A630DEFCB9A5}"/>
              </a:ext>
            </a:extLst>
          </p:cNvPr>
          <p:cNvSpPr>
            <a:spLocks noGrp="1"/>
          </p:cNvSpPr>
          <p:nvPr>
            <p:ph type="body" sz="quarter" idx="23"/>
          </p:nvPr>
        </p:nvSpPr>
        <p:spPr>
          <a:xfrm>
            <a:off x="324000" y="2415085"/>
            <a:ext cx="2686050" cy="3701510"/>
          </a:xfrm>
        </p:spPr>
        <p:txBody>
          <a:bodyPr/>
          <a:lstStyle/>
          <a:p>
            <a:r>
              <a:rPr lang="da-DK"/>
              <a:t>Caborepe porum exerume nobitio nsequos dellat ut as duntese cor aspit poris modignit alibus vollore, sint la venditatur, officia et, sequasped qui re que volorep erspero vidundic tenit quodignim cuptasp icabore hendis dipsam, cullania eicae et moloriam, aut fugit, voluptio im voluptatume nim fugiae niet volorestis evenditati restect incitae.</a:t>
            </a:r>
          </a:p>
          <a:p>
            <a:endParaRPr lang="da-DK"/>
          </a:p>
          <a:p>
            <a:r>
              <a:rPr lang="da-DK"/>
              <a:t>Vollorem re dolum eument facepe premporatem reicatem faccate mpores pa quodist, ereius, simus velignam dolorro ruptat aut as a at. Olutestisto quat aut molorerum hil eos auda ducit vendele stinvera verrum as a at. Olutestisto quat aut molorerum hil eos auda ducit vendele stinvera verrum resto tempeliquas am dunturent alibusa nihilit, saest unt porem volore ipsae vero quuntia tibusda sit pro quam, vendellit omnim autatis volupta.</a:t>
            </a:r>
          </a:p>
        </p:txBody>
      </p:sp>
      <p:sp>
        <p:nvSpPr>
          <p:cNvPr id="12" name="Afrundet rektangel 11">
            <a:extLst>
              <a:ext uri="{FF2B5EF4-FFF2-40B4-BE49-F238E27FC236}">
                <a16:creationId xmlns:a16="http://schemas.microsoft.com/office/drawing/2014/main" id="{5FFA36DB-8AA6-1F73-104F-4FD63DAE5B2F}"/>
              </a:ext>
            </a:extLst>
          </p:cNvPr>
          <p:cNvSpPr/>
          <p:nvPr/>
        </p:nvSpPr>
        <p:spPr>
          <a:xfrm>
            <a:off x="323850" y="1436300"/>
            <a:ext cx="1418121" cy="151200"/>
          </a:xfrm>
          <a:prstGeom prst="roundRect">
            <a:avLst>
              <a:gd name="adj" fmla="val 50000"/>
            </a:avLst>
          </a:prstGeom>
          <a:noFill/>
          <a:ln w="9525">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wrap="none" lIns="180000" tIns="180000" rIns="180000" bIns="180000" rtlCol="0" anchor="ctr">
            <a:noAutofit/>
          </a:bodyPr>
          <a:lstStyle/>
          <a:p>
            <a:pPr algn="ctr">
              <a:lnSpc>
                <a:spcPct val="100000"/>
              </a:lnSpc>
            </a:pPr>
            <a:r>
              <a:rPr lang="da-DK" sz="800" baseline="0" dirty="0" err="1">
                <a:solidFill>
                  <a:schemeClr val="tx2"/>
                </a:solidFill>
                <a:cs typeface="Arial"/>
              </a:rPr>
              <a:t>name.namesen@adviceas.dk</a:t>
            </a:r>
          </a:p>
        </p:txBody>
      </p:sp>
      <p:sp>
        <p:nvSpPr>
          <p:cNvPr id="2" name="Pladsholder til slidenummer 1">
            <a:extLst>
              <a:ext uri="{FF2B5EF4-FFF2-40B4-BE49-F238E27FC236}">
                <a16:creationId xmlns:a16="http://schemas.microsoft.com/office/drawing/2014/main" id="{545CBBB3-3146-64D6-FDBE-46E9840A1EFA}"/>
              </a:ext>
            </a:extLst>
          </p:cNvPr>
          <p:cNvSpPr>
            <a:spLocks noGrp="1"/>
          </p:cNvSpPr>
          <p:nvPr>
            <p:ph type="sldNum" sz="quarter" idx="11"/>
          </p:nvPr>
        </p:nvSpPr>
        <p:spPr/>
        <p:txBody>
          <a:bodyPr/>
          <a:lstStyle/>
          <a:p>
            <a:r>
              <a:rPr lang="da-DK"/>
              <a:t>S.</a:t>
            </a:r>
            <a:fld id="{5756700A-4FDC-43B2-BFF8-4B28CED2581C}" type="slidenum">
              <a:rPr lang="da-DK" smtClean="0"/>
              <a:pPr/>
              <a:t>72</a:t>
            </a:fld>
            <a:endParaRPr lang="da-DK"/>
          </a:p>
        </p:txBody>
      </p:sp>
    </p:spTree>
    <p:extLst>
      <p:ext uri="{BB962C8B-B14F-4D97-AF65-F5344CB8AC3E}">
        <p14:creationId xmlns:p14="http://schemas.microsoft.com/office/powerpoint/2010/main" val="84849672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1">
            <a:extLst>
              <a:ext uri="{FF2B5EF4-FFF2-40B4-BE49-F238E27FC236}">
                <a16:creationId xmlns:a16="http://schemas.microsoft.com/office/drawing/2014/main" id="{51EAAB5D-E59D-B06B-C1E3-B6AC74B11A82}"/>
              </a:ext>
            </a:extLst>
          </p:cNvPr>
          <p:cNvSpPr txBox="1">
            <a:spLocks/>
          </p:cNvSpPr>
          <p:nvPr/>
        </p:nvSpPr>
        <p:spPr>
          <a:xfrm>
            <a:off x="324000" y="252000"/>
            <a:ext cx="5692311" cy="1090032"/>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2800">
                <a:solidFill>
                  <a:schemeClr val="bg2"/>
                </a:solidFill>
              </a:rPr>
              <a:t>Lorem ipsum sit amet </a:t>
            </a:r>
            <a:br>
              <a:rPr lang="da-DK" sz="2800">
                <a:solidFill>
                  <a:schemeClr val="bg2"/>
                </a:solidFill>
              </a:rPr>
            </a:br>
            <a:r>
              <a:rPr lang="da-DK" sz="2800">
                <a:solidFill>
                  <a:schemeClr val="bg2"/>
                </a:solidFill>
              </a:rPr>
              <a:t>con incidunct</a:t>
            </a:r>
          </a:p>
        </p:txBody>
      </p:sp>
      <p:grpSp>
        <p:nvGrpSpPr>
          <p:cNvPr id="8" name="Gruppe 7">
            <a:extLst>
              <a:ext uri="{FF2B5EF4-FFF2-40B4-BE49-F238E27FC236}">
                <a16:creationId xmlns:a16="http://schemas.microsoft.com/office/drawing/2014/main" id="{5287A164-12E9-CEA3-F1B6-C5AD03511E39}"/>
              </a:ext>
            </a:extLst>
          </p:cNvPr>
          <p:cNvGrpSpPr/>
          <p:nvPr/>
        </p:nvGrpSpPr>
        <p:grpSpPr>
          <a:xfrm>
            <a:off x="6078097" y="367411"/>
            <a:ext cx="5813951" cy="3824876"/>
            <a:chOff x="6122873" y="281570"/>
            <a:chExt cx="5939951" cy="3824876"/>
          </a:xfrm>
        </p:grpSpPr>
        <p:cxnSp>
          <p:nvCxnSpPr>
            <p:cNvPr id="9" name="Lige forbindelse 8">
              <a:extLst>
                <a:ext uri="{FF2B5EF4-FFF2-40B4-BE49-F238E27FC236}">
                  <a16:creationId xmlns:a16="http://schemas.microsoft.com/office/drawing/2014/main" id="{EEB1A144-353D-FD34-80C1-13122DDB8BFC}"/>
                </a:ext>
              </a:extLst>
            </p:cNvPr>
            <p:cNvCxnSpPr/>
            <p:nvPr/>
          </p:nvCxnSpPr>
          <p:spPr>
            <a:xfrm>
              <a:off x="6122873" y="281570"/>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0" name="Lige forbindelse 9">
              <a:extLst>
                <a:ext uri="{FF2B5EF4-FFF2-40B4-BE49-F238E27FC236}">
                  <a16:creationId xmlns:a16="http://schemas.microsoft.com/office/drawing/2014/main" id="{3D8584B5-7C21-D845-C4FF-C9E824D4821F}"/>
                </a:ext>
              </a:extLst>
            </p:cNvPr>
            <p:cNvCxnSpPr/>
            <p:nvPr/>
          </p:nvCxnSpPr>
          <p:spPr>
            <a:xfrm>
              <a:off x="6122873" y="1556528"/>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1" name="Lige forbindelse 10">
              <a:extLst>
                <a:ext uri="{FF2B5EF4-FFF2-40B4-BE49-F238E27FC236}">
                  <a16:creationId xmlns:a16="http://schemas.microsoft.com/office/drawing/2014/main" id="{F6CEA8AE-6994-C1A6-72BE-8A022C823477}"/>
                </a:ext>
              </a:extLst>
            </p:cNvPr>
            <p:cNvCxnSpPr/>
            <p:nvPr/>
          </p:nvCxnSpPr>
          <p:spPr>
            <a:xfrm>
              <a:off x="6122873" y="283148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cxnSp>
          <p:nvCxnSpPr>
            <p:cNvPr id="12" name="Lige forbindelse 11">
              <a:extLst>
                <a:ext uri="{FF2B5EF4-FFF2-40B4-BE49-F238E27FC236}">
                  <a16:creationId xmlns:a16="http://schemas.microsoft.com/office/drawing/2014/main" id="{9E26C14F-8802-1D21-926F-4B3EDE382FE1}"/>
                </a:ext>
              </a:extLst>
            </p:cNvPr>
            <p:cNvCxnSpPr/>
            <p:nvPr/>
          </p:nvCxnSpPr>
          <p:spPr>
            <a:xfrm>
              <a:off x="6122873" y="4106446"/>
              <a:ext cx="5939951" cy="0"/>
            </a:xfrm>
            <a:prstGeom prst="line">
              <a:avLst/>
            </a:prstGeom>
            <a:ln w="9525" cap="flat" cmpd="sng" algn="ctr">
              <a:solidFill>
                <a:schemeClr val="bg2"/>
              </a:solidFill>
              <a:prstDash val="solid"/>
              <a:round/>
              <a:headEnd type="none" w="med" len="med"/>
              <a:tailEnd type="none" w="lg" len="lg"/>
            </a:ln>
            <a:effectLst/>
          </p:spPr>
          <p:style>
            <a:lnRef idx="2">
              <a:schemeClr val="accent1"/>
            </a:lnRef>
            <a:fillRef idx="0">
              <a:schemeClr val="accent1"/>
            </a:fillRef>
            <a:effectRef idx="1">
              <a:schemeClr val="accent1"/>
            </a:effectRef>
            <a:fontRef idx="minor">
              <a:schemeClr val="tx1"/>
            </a:fontRef>
          </p:style>
        </p:cxnSp>
      </p:grpSp>
      <p:sp>
        <p:nvSpPr>
          <p:cNvPr id="7" name="Titel 1">
            <a:extLst>
              <a:ext uri="{FF2B5EF4-FFF2-40B4-BE49-F238E27FC236}">
                <a16:creationId xmlns:a16="http://schemas.microsoft.com/office/drawing/2014/main" id="{06165DCD-556D-8111-5557-4D823E0FD431}"/>
              </a:ext>
            </a:extLst>
          </p:cNvPr>
          <p:cNvSpPr txBox="1">
            <a:spLocks/>
          </p:cNvSpPr>
          <p:nvPr/>
        </p:nvSpPr>
        <p:spPr>
          <a:xfrm>
            <a:off x="6078096" y="406021"/>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45%</a:t>
            </a:r>
          </a:p>
        </p:txBody>
      </p:sp>
      <p:sp>
        <p:nvSpPr>
          <p:cNvPr id="13" name="Titel 1">
            <a:extLst>
              <a:ext uri="{FF2B5EF4-FFF2-40B4-BE49-F238E27FC236}">
                <a16:creationId xmlns:a16="http://schemas.microsoft.com/office/drawing/2014/main" id="{43B5D947-DF38-6F62-3C4C-7EBA3A30B15D}"/>
              </a:ext>
            </a:extLst>
          </p:cNvPr>
          <p:cNvSpPr txBox="1">
            <a:spLocks/>
          </p:cNvSpPr>
          <p:nvPr/>
        </p:nvSpPr>
        <p:spPr>
          <a:xfrm>
            <a:off x="10156613" y="562137"/>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Caborepe porum exerume nobitio nsequos dellat</a:t>
            </a:r>
          </a:p>
        </p:txBody>
      </p:sp>
      <p:sp>
        <p:nvSpPr>
          <p:cNvPr id="14" name="Titel 1">
            <a:extLst>
              <a:ext uri="{FF2B5EF4-FFF2-40B4-BE49-F238E27FC236}">
                <a16:creationId xmlns:a16="http://schemas.microsoft.com/office/drawing/2014/main" id="{2925F1D6-6F4A-95CE-B822-BB8DE6908E23}"/>
              </a:ext>
            </a:extLst>
          </p:cNvPr>
          <p:cNvSpPr txBox="1">
            <a:spLocks/>
          </p:cNvSpPr>
          <p:nvPr/>
        </p:nvSpPr>
        <p:spPr>
          <a:xfrm>
            <a:off x="6078096" y="1680979"/>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2 mio.</a:t>
            </a:r>
          </a:p>
        </p:txBody>
      </p:sp>
      <p:sp>
        <p:nvSpPr>
          <p:cNvPr id="15" name="Titel 1">
            <a:extLst>
              <a:ext uri="{FF2B5EF4-FFF2-40B4-BE49-F238E27FC236}">
                <a16:creationId xmlns:a16="http://schemas.microsoft.com/office/drawing/2014/main" id="{7D96F99D-1EC8-5780-E981-F9C687BC6EE3}"/>
              </a:ext>
            </a:extLst>
          </p:cNvPr>
          <p:cNvSpPr txBox="1">
            <a:spLocks/>
          </p:cNvSpPr>
          <p:nvPr/>
        </p:nvSpPr>
        <p:spPr>
          <a:xfrm>
            <a:off x="10156613" y="1837095"/>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Caborepe porum exerume nobitio nsequos dellat</a:t>
            </a:r>
          </a:p>
        </p:txBody>
      </p:sp>
      <p:sp>
        <p:nvSpPr>
          <p:cNvPr id="16" name="Titel 1">
            <a:extLst>
              <a:ext uri="{FF2B5EF4-FFF2-40B4-BE49-F238E27FC236}">
                <a16:creationId xmlns:a16="http://schemas.microsoft.com/office/drawing/2014/main" id="{B5EC11DC-E972-BA87-4C36-337C8335AF1A}"/>
              </a:ext>
            </a:extLst>
          </p:cNvPr>
          <p:cNvSpPr txBox="1">
            <a:spLocks/>
          </p:cNvSpPr>
          <p:nvPr/>
        </p:nvSpPr>
        <p:spPr>
          <a:xfrm>
            <a:off x="6078096" y="2955937"/>
            <a:ext cx="4604600" cy="1197738"/>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0500">
                <a:solidFill>
                  <a:schemeClr val="bg2"/>
                </a:solidFill>
              </a:rPr>
              <a:t>15000</a:t>
            </a:r>
          </a:p>
        </p:txBody>
      </p:sp>
      <p:sp>
        <p:nvSpPr>
          <p:cNvPr id="17" name="Titel 1">
            <a:extLst>
              <a:ext uri="{FF2B5EF4-FFF2-40B4-BE49-F238E27FC236}">
                <a16:creationId xmlns:a16="http://schemas.microsoft.com/office/drawing/2014/main" id="{43FED8EF-153F-0497-E118-F0291A281EA7}"/>
              </a:ext>
            </a:extLst>
          </p:cNvPr>
          <p:cNvSpPr txBox="1">
            <a:spLocks/>
          </p:cNvSpPr>
          <p:nvPr/>
        </p:nvSpPr>
        <p:spPr>
          <a:xfrm>
            <a:off x="10156613" y="3112053"/>
            <a:ext cx="1838787" cy="587449"/>
          </a:xfrm>
          <a:prstGeom prst="rect">
            <a:avLst/>
          </a:prstGeom>
        </p:spPr>
        <p:txBody>
          <a:bodyPr lIns="0" tIns="0" rIns="0" bIns="0"/>
          <a:lstStyle>
            <a:lvl1pPr marL="0" indent="0" algn="l" rtl="0" eaLnBrk="1" fontAlgn="base" hangingPunct="1">
              <a:lnSpc>
                <a:spcPct val="83000"/>
              </a:lnSpc>
              <a:spcBef>
                <a:spcPct val="0"/>
              </a:spcBef>
              <a:spcAft>
                <a:spcPct val="0"/>
              </a:spcAft>
              <a:defRPr sz="5300" b="0" i="0" kern="0" cap="none" spc="0" baseline="0">
                <a:solidFill>
                  <a:schemeClr val="tx2"/>
                </a:solidFill>
                <a:latin typeface="+mn-lt"/>
                <a:ea typeface="Arial" pitchFamily="34" charset="0"/>
                <a:cs typeface="Arial"/>
              </a:defRPr>
            </a:lvl1pPr>
            <a:lvl2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2pPr>
            <a:lvl3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3pPr>
            <a:lvl4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4pPr>
            <a:lvl5pPr algn="l" rtl="0" eaLnBrk="1" fontAlgn="base" hangingPunct="1">
              <a:spcBef>
                <a:spcPct val="0"/>
              </a:spcBef>
              <a:spcAft>
                <a:spcPct val="0"/>
              </a:spcAft>
              <a:defRPr sz="3333">
                <a:solidFill>
                  <a:schemeClr val="tx2"/>
                </a:solidFill>
                <a:latin typeface="Arial" charset="0"/>
                <a:ea typeface="Arial" pitchFamily="34" charset="0"/>
                <a:cs typeface="Arial" pitchFamily="34" charset="0"/>
              </a:defRPr>
            </a:lvl5pPr>
            <a:lvl6pPr marL="637968" algn="l" rtl="0" eaLnBrk="1" fontAlgn="base" hangingPunct="1">
              <a:spcBef>
                <a:spcPct val="0"/>
              </a:spcBef>
              <a:spcAft>
                <a:spcPct val="0"/>
              </a:spcAft>
              <a:defRPr sz="2133">
                <a:solidFill>
                  <a:schemeClr val="tx2"/>
                </a:solidFill>
                <a:latin typeface="Arial" pitchFamily="34" charset="0"/>
              </a:defRPr>
            </a:lvl6pPr>
            <a:lvl7pPr marL="1275934" algn="l" rtl="0" eaLnBrk="1" fontAlgn="base" hangingPunct="1">
              <a:spcBef>
                <a:spcPct val="0"/>
              </a:spcBef>
              <a:spcAft>
                <a:spcPct val="0"/>
              </a:spcAft>
              <a:defRPr sz="2133">
                <a:solidFill>
                  <a:schemeClr val="tx2"/>
                </a:solidFill>
                <a:latin typeface="Arial" pitchFamily="34" charset="0"/>
              </a:defRPr>
            </a:lvl7pPr>
            <a:lvl8pPr marL="1913900" algn="l" rtl="0" eaLnBrk="1" fontAlgn="base" hangingPunct="1">
              <a:spcBef>
                <a:spcPct val="0"/>
              </a:spcBef>
              <a:spcAft>
                <a:spcPct val="0"/>
              </a:spcAft>
              <a:defRPr sz="2133">
                <a:solidFill>
                  <a:schemeClr val="tx2"/>
                </a:solidFill>
                <a:latin typeface="Arial" pitchFamily="34" charset="0"/>
              </a:defRPr>
            </a:lvl8pPr>
            <a:lvl9pPr marL="2551867" algn="l" rtl="0" eaLnBrk="1" fontAlgn="base" hangingPunct="1">
              <a:spcBef>
                <a:spcPct val="0"/>
              </a:spcBef>
              <a:spcAft>
                <a:spcPct val="0"/>
              </a:spcAft>
              <a:defRPr sz="2133">
                <a:solidFill>
                  <a:schemeClr val="tx2"/>
                </a:solidFill>
                <a:latin typeface="Arial" pitchFamily="34" charset="0"/>
              </a:defRPr>
            </a:lvl9pPr>
          </a:lstStyle>
          <a:p>
            <a:r>
              <a:rPr lang="da-DK" sz="1200">
                <a:solidFill>
                  <a:schemeClr val="bg2"/>
                </a:solidFill>
              </a:rPr>
              <a:t>Dolorsitamet</a:t>
            </a:r>
          </a:p>
        </p:txBody>
      </p:sp>
      <p:sp>
        <p:nvSpPr>
          <p:cNvPr id="2" name="Pladsholder til slidenummer 1">
            <a:extLst>
              <a:ext uri="{FF2B5EF4-FFF2-40B4-BE49-F238E27FC236}">
                <a16:creationId xmlns:a16="http://schemas.microsoft.com/office/drawing/2014/main" id="{463C5AC0-0E0A-5702-F315-5A9981C30BAC}"/>
              </a:ext>
            </a:extLst>
          </p:cNvPr>
          <p:cNvSpPr>
            <a:spLocks noGrp="1"/>
          </p:cNvSpPr>
          <p:nvPr>
            <p:ph type="sldNum" sz="quarter" idx="4"/>
          </p:nvPr>
        </p:nvSpPr>
        <p:spPr/>
        <p:txBody>
          <a:bodyPr/>
          <a:lstStyle/>
          <a:p>
            <a:r>
              <a:rPr lang="da-DK"/>
              <a:t>S.</a:t>
            </a:r>
            <a:fld id="{5756700A-4FDC-43B2-BFF8-4B28CED2581C}" type="slidenum">
              <a:rPr lang="da-DK" smtClean="0"/>
              <a:pPr/>
              <a:t>73</a:t>
            </a:fld>
            <a:endParaRPr lang="da-DK"/>
          </a:p>
        </p:txBody>
      </p:sp>
    </p:spTree>
    <p:extLst>
      <p:ext uri="{BB962C8B-B14F-4D97-AF65-F5344CB8AC3E}">
        <p14:creationId xmlns:p14="http://schemas.microsoft.com/office/powerpoint/2010/main" val="44863063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
            <a:extLst>
              <a:ext uri="{FF2B5EF4-FFF2-40B4-BE49-F238E27FC236}">
                <a16:creationId xmlns:a16="http://schemas.microsoft.com/office/drawing/2014/main" id="{909AC6DC-2769-55F1-5291-52DCBAE67BFF}"/>
              </a:ext>
            </a:extLst>
          </p:cNvPr>
          <p:cNvGrpSpPr/>
          <p:nvPr/>
        </p:nvGrpSpPr>
        <p:grpSpPr>
          <a:xfrm>
            <a:off x="5158308" y="476672"/>
            <a:ext cx="2173287" cy="138112"/>
            <a:chOff x="4002088" y="792163"/>
            <a:chExt cx="2173287" cy="138112"/>
          </a:xfrm>
          <a:solidFill>
            <a:schemeClr val="tx2"/>
          </a:solidFill>
        </p:grpSpPr>
        <p:sp>
          <p:nvSpPr>
            <p:cNvPr id="4" name="Freeform 1">
              <a:extLst>
                <a:ext uri="{FF2B5EF4-FFF2-40B4-BE49-F238E27FC236}">
                  <a16:creationId xmlns:a16="http://schemas.microsoft.com/office/drawing/2014/main" id="{763CF5ED-4A5A-8272-6283-C29DE3ADD3E0}"/>
                </a:ext>
              </a:extLst>
            </p:cNvPr>
            <p:cNvSpPr>
              <a:spLocks noChangeArrowheads="1"/>
            </p:cNvSpPr>
            <p:nvPr/>
          </p:nvSpPr>
          <p:spPr bwMode="auto">
            <a:xfrm>
              <a:off x="4002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 name="Freeform 2">
              <a:extLst>
                <a:ext uri="{FF2B5EF4-FFF2-40B4-BE49-F238E27FC236}">
                  <a16:creationId xmlns:a16="http://schemas.microsoft.com/office/drawing/2014/main" id="{A5F473D8-8948-97F1-DCF5-D7749B70F5BD}"/>
                </a:ext>
              </a:extLst>
            </p:cNvPr>
            <p:cNvSpPr>
              <a:spLocks noChangeArrowheads="1"/>
            </p:cNvSpPr>
            <p:nvPr/>
          </p:nvSpPr>
          <p:spPr bwMode="auto">
            <a:xfrm>
              <a:off x="4094163" y="868363"/>
              <a:ext cx="50800" cy="11112"/>
            </a:xfrm>
            <a:custGeom>
              <a:avLst/>
              <a:gdLst>
                <a:gd name="T0" fmla="*/ 0 w 143"/>
                <a:gd name="T1" fmla="*/ 28 h 29"/>
                <a:gd name="T2" fmla="*/ 142 w 143"/>
                <a:gd name="T3" fmla="*/ 28 h 29"/>
                <a:gd name="T4" fmla="*/ 142 w 143"/>
                <a:gd name="T5" fmla="*/ 0 h 29"/>
                <a:gd name="T6" fmla="*/ 0 w 143"/>
                <a:gd name="T7" fmla="*/ 0 h 29"/>
                <a:gd name="T8" fmla="*/ 0 w 143"/>
                <a:gd name="T9" fmla="*/ 28 h 29"/>
              </a:gdLst>
              <a:ahLst/>
              <a:cxnLst>
                <a:cxn ang="0">
                  <a:pos x="T0" y="T1"/>
                </a:cxn>
                <a:cxn ang="0">
                  <a:pos x="T2" y="T3"/>
                </a:cxn>
                <a:cxn ang="0">
                  <a:pos x="T4" y="T5"/>
                </a:cxn>
                <a:cxn ang="0">
                  <a:pos x="T6" y="T7"/>
                </a:cxn>
                <a:cxn ang="0">
                  <a:pos x="T8" y="T9"/>
                </a:cxn>
              </a:cxnLst>
              <a:rect l="0" t="0" r="r" b="b"/>
              <a:pathLst>
                <a:path w="143" h="29">
                  <a:moveTo>
                    <a:pt x="0" y="28"/>
                  </a:moveTo>
                  <a:lnTo>
                    <a:pt x="142" y="28"/>
                  </a:lnTo>
                  <a:lnTo>
                    <a:pt x="142" y="0"/>
                  </a:lnTo>
                  <a:lnTo>
                    <a:pt x="0" y="0"/>
                  </a:lnTo>
                  <a:lnTo>
                    <a:pt x="0" y="2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 name="Freeform 3">
              <a:extLst>
                <a:ext uri="{FF2B5EF4-FFF2-40B4-BE49-F238E27FC236}">
                  <a16:creationId xmlns:a16="http://schemas.microsoft.com/office/drawing/2014/main" id="{1C801B9A-132F-8673-E12E-6A4D42578738}"/>
                </a:ext>
              </a:extLst>
            </p:cNvPr>
            <p:cNvSpPr>
              <a:spLocks noChangeArrowheads="1"/>
            </p:cNvSpPr>
            <p:nvPr/>
          </p:nvSpPr>
          <p:spPr bwMode="auto">
            <a:xfrm>
              <a:off x="4165600" y="792163"/>
              <a:ext cx="98425" cy="138112"/>
            </a:xfrm>
            <a:custGeom>
              <a:avLst/>
              <a:gdLst>
                <a:gd name="T0" fmla="*/ 47 w 272"/>
                <a:gd name="T1" fmla="*/ 332 h 385"/>
                <a:gd name="T2" fmla="*/ 47 w 272"/>
                <a:gd name="T3" fmla="*/ 332 h 385"/>
                <a:gd name="T4" fmla="*/ 101 w 272"/>
                <a:gd name="T5" fmla="*/ 370 h 385"/>
                <a:gd name="T6" fmla="*/ 173 w 272"/>
                <a:gd name="T7" fmla="*/ 384 h 385"/>
                <a:gd name="T8" fmla="*/ 271 w 272"/>
                <a:gd name="T9" fmla="*/ 365 h 385"/>
                <a:gd name="T10" fmla="*/ 271 w 272"/>
                <a:gd name="T11" fmla="*/ 330 h 385"/>
                <a:gd name="T12" fmla="*/ 177 w 272"/>
                <a:gd name="T13" fmla="*/ 354 h 385"/>
                <a:gd name="T14" fmla="*/ 117 w 272"/>
                <a:gd name="T15" fmla="*/ 341 h 385"/>
                <a:gd name="T16" fmla="*/ 72 w 272"/>
                <a:gd name="T17" fmla="*/ 307 h 385"/>
                <a:gd name="T18" fmla="*/ 45 w 272"/>
                <a:gd name="T19" fmla="*/ 257 h 385"/>
                <a:gd name="T20" fmla="*/ 36 w 272"/>
                <a:gd name="T21" fmla="*/ 198 h 385"/>
                <a:gd name="T22" fmla="*/ 46 w 272"/>
                <a:gd name="T23" fmla="*/ 131 h 385"/>
                <a:gd name="T24" fmla="*/ 75 w 272"/>
                <a:gd name="T25" fmla="*/ 79 h 385"/>
                <a:gd name="T26" fmla="*/ 122 w 272"/>
                <a:gd name="T27" fmla="*/ 44 h 385"/>
                <a:gd name="T28" fmla="*/ 187 w 272"/>
                <a:gd name="T29" fmla="*/ 32 h 385"/>
                <a:gd name="T30" fmla="*/ 271 w 272"/>
                <a:gd name="T31" fmla="*/ 51 h 385"/>
                <a:gd name="T32" fmla="*/ 271 w 272"/>
                <a:gd name="T33" fmla="*/ 15 h 385"/>
                <a:gd name="T34" fmla="*/ 187 w 272"/>
                <a:gd name="T35" fmla="*/ 0 h 385"/>
                <a:gd name="T36" fmla="*/ 110 w 272"/>
                <a:gd name="T37" fmla="*/ 15 h 385"/>
                <a:gd name="T38" fmla="*/ 50 w 272"/>
                <a:gd name="T39" fmla="*/ 58 h 385"/>
                <a:gd name="T40" fmla="*/ 13 w 272"/>
                <a:gd name="T41" fmla="*/ 122 h 385"/>
                <a:gd name="T42" fmla="*/ 0 w 272"/>
                <a:gd name="T43" fmla="*/ 199 h 385"/>
                <a:gd name="T44" fmla="*/ 12 w 272"/>
                <a:gd name="T45" fmla="*/ 274 h 385"/>
                <a:gd name="T46" fmla="*/ 47 w 272"/>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47" y="332"/>
                  </a:moveTo>
                  <a:lnTo>
                    <a:pt x="47" y="332"/>
                  </a:lnTo>
                  <a:cubicBezTo>
                    <a:pt x="63" y="348"/>
                    <a:pt x="81" y="362"/>
                    <a:pt x="101" y="370"/>
                  </a:cubicBezTo>
                  <a:cubicBezTo>
                    <a:pt x="123" y="380"/>
                    <a:pt x="147" y="384"/>
                    <a:pt x="173" y="384"/>
                  </a:cubicBezTo>
                  <a:cubicBezTo>
                    <a:pt x="210" y="384"/>
                    <a:pt x="242" y="377"/>
                    <a:pt x="271" y="365"/>
                  </a:cubicBezTo>
                  <a:cubicBezTo>
                    <a:pt x="271" y="330"/>
                    <a:pt x="271" y="330"/>
                    <a:pt x="271" y="330"/>
                  </a:cubicBezTo>
                  <a:cubicBezTo>
                    <a:pt x="245" y="345"/>
                    <a:pt x="213" y="354"/>
                    <a:pt x="177" y="354"/>
                  </a:cubicBezTo>
                  <a:cubicBezTo>
                    <a:pt x="154" y="354"/>
                    <a:pt x="133" y="350"/>
                    <a:pt x="117" y="341"/>
                  </a:cubicBezTo>
                  <a:cubicBezTo>
                    <a:pt x="99" y="333"/>
                    <a:pt x="83" y="321"/>
                    <a:pt x="72" y="307"/>
                  </a:cubicBezTo>
                  <a:cubicBezTo>
                    <a:pt x="60" y="293"/>
                    <a:pt x="52" y="276"/>
                    <a:pt x="45" y="257"/>
                  </a:cubicBezTo>
                  <a:cubicBezTo>
                    <a:pt x="39" y="239"/>
                    <a:pt x="36" y="218"/>
                    <a:pt x="36" y="198"/>
                  </a:cubicBezTo>
                  <a:cubicBezTo>
                    <a:pt x="36" y="173"/>
                    <a:pt x="39" y="151"/>
                    <a:pt x="46" y="131"/>
                  </a:cubicBezTo>
                  <a:cubicBezTo>
                    <a:pt x="53" y="111"/>
                    <a:pt x="63" y="94"/>
                    <a:pt x="75" y="79"/>
                  </a:cubicBezTo>
                  <a:cubicBezTo>
                    <a:pt x="87" y="64"/>
                    <a:pt x="104" y="53"/>
                    <a:pt x="122" y="44"/>
                  </a:cubicBezTo>
                  <a:cubicBezTo>
                    <a:pt x="141" y="36"/>
                    <a:pt x="162" y="32"/>
                    <a:pt x="187" y="32"/>
                  </a:cubicBezTo>
                  <a:cubicBezTo>
                    <a:pt x="216" y="32"/>
                    <a:pt x="245" y="39"/>
                    <a:pt x="271" y="51"/>
                  </a:cubicBezTo>
                  <a:cubicBezTo>
                    <a:pt x="271" y="15"/>
                    <a:pt x="271" y="15"/>
                    <a:pt x="271" y="15"/>
                  </a:cubicBezTo>
                  <a:cubicBezTo>
                    <a:pt x="246" y="6"/>
                    <a:pt x="219" y="0"/>
                    <a:pt x="187" y="0"/>
                  </a:cubicBezTo>
                  <a:cubicBezTo>
                    <a:pt x="158" y="0"/>
                    <a:pt x="132" y="6"/>
                    <a:pt x="110" y="15"/>
                  </a:cubicBezTo>
                  <a:cubicBezTo>
                    <a:pt x="86" y="26"/>
                    <a:pt x="67" y="40"/>
                    <a:pt x="50" y="58"/>
                  </a:cubicBezTo>
                  <a:cubicBezTo>
                    <a:pt x="34" y="76"/>
                    <a:pt x="21" y="97"/>
                    <a:pt x="13" y="122"/>
                  </a:cubicBezTo>
                  <a:cubicBezTo>
                    <a:pt x="5" y="145"/>
                    <a:pt x="0" y="171"/>
                    <a:pt x="0" y="199"/>
                  </a:cubicBezTo>
                  <a:cubicBezTo>
                    <a:pt x="0" y="227"/>
                    <a:pt x="5" y="252"/>
                    <a:pt x="12" y="274"/>
                  </a:cubicBezTo>
                  <a:cubicBezTo>
                    <a:pt x="20" y="296"/>
                    <a:pt x="32"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 name="Freeform 4">
              <a:extLst>
                <a:ext uri="{FF2B5EF4-FFF2-40B4-BE49-F238E27FC236}">
                  <a16:creationId xmlns:a16="http://schemas.microsoft.com/office/drawing/2014/main" id="{148B5C5F-AB85-28F0-9898-9A4D6A623DD4}"/>
                </a:ext>
              </a:extLst>
            </p:cNvPr>
            <p:cNvSpPr>
              <a:spLocks noChangeArrowheads="1"/>
            </p:cNvSpPr>
            <p:nvPr/>
          </p:nvSpPr>
          <p:spPr bwMode="auto">
            <a:xfrm>
              <a:off x="4281488"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2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4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8" y="311"/>
                    <a:pt x="330"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0" y="25"/>
                    <a:pt x="62" y="38"/>
                    <a:pt x="47" y="55"/>
                  </a:cubicBezTo>
                  <a:cubicBezTo>
                    <a:pt x="32" y="72"/>
                    <a:pt x="20" y="93"/>
                    <a:pt x="11" y="118"/>
                  </a:cubicBezTo>
                  <a:cubicBezTo>
                    <a:pt x="4" y="141"/>
                    <a:pt x="0" y="167"/>
                    <a:pt x="0" y="196"/>
                  </a:cubicBezTo>
                  <a:cubicBezTo>
                    <a:pt x="0" y="223"/>
                    <a:pt x="4" y="247"/>
                    <a:pt x="11" y="271"/>
                  </a:cubicBezTo>
                  <a:cubicBezTo>
                    <a:pt x="20" y="293"/>
                    <a:pt x="31" y="312"/>
                    <a:pt x="46" y="330"/>
                  </a:cubicBezTo>
                  <a:close/>
                  <a:moveTo>
                    <a:pt x="46" y="130"/>
                  </a:moveTo>
                  <a:lnTo>
                    <a:pt x="46" y="130"/>
                  </a:lnTo>
                  <a:cubicBezTo>
                    <a:pt x="51" y="111"/>
                    <a:pt x="60" y="94"/>
                    <a:pt x="72" y="79"/>
                  </a:cubicBezTo>
                  <a:cubicBezTo>
                    <a:pt x="85" y="65"/>
                    <a:pt x="98" y="53"/>
                    <a:pt x="116" y="44"/>
                  </a:cubicBezTo>
                  <a:cubicBezTo>
                    <a:pt x="133" y="36"/>
                    <a:pt x="154" y="32"/>
                    <a:pt x="176" y="32"/>
                  </a:cubicBezTo>
                  <a:cubicBezTo>
                    <a:pt x="201" y="32"/>
                    <a:pt x="221" y="36"/>
                    <a:pt x="238" y="44"/>
                  </a:cubicBezTo>
                  <a:cubicBezTo>
                    <a:pt x="256" y="53"/>
                    <a:pt x="270" y="65"/>
                    <a:pt x="281" y="79"/>
                  </a:cubicBezTo>
                  <a:cubicBezTo>
                    <a:pt x="292" y="94"/>
                    <a:pt x="300" y="111"/>
                    <a:pt x="306" y="130"/>
                  </a:cubicBezTo>
                  <a:cubicBezTo>
                    <a:pt x="311" y="149"/>
                    <a:pt x="312" y="170"/>
                    <a:pt x="312" y="192"/>
                  </a:cubicBezTo>
                  <a:cubicBezTo>
                    <a:pt x="312" y="216"/>
                    <a:pt x="310" y="238"/>
                    <a:pt x="304" y="257"/>
                  </a:cubicBezTo>
                  <a:cubicBezTo>
                    <a:pt x="299" y="276"/>
                    <a:pt x="289" y="293"/>
                    <a:pt x="278" y="308"/>
                  </a:cubicBezTo>
                  <a:cubicBezTo>
                    <a:pt x="265" y="322"/>
                    <a:pt x="252" y="333"/>
                    <a:pt x="234" y="341"/>
                  </a:cubicBezTo>
                  <a:cubicBezTo>
                    <a:pt x="216" y="350"/>
                    <a:pt x="196" y="354"/>
                    <a:pt x="173" y="354"/>
                  </a:cubicBezTo>
                  <a:cubicBezTo>
                    <a:pt x="149" y="354"/>
                    <a:pt x="129" y="348"/>
                    <a:pt x="112" y="340"/>
                  </a:cubicBezTo>
                  <a:cubicBezTo>
                    <a:pt x="94" y="332"/>
                    <a:pt x="80" y="319"/>
                    <a:pt x="69" y="304"/>
                  </a:cubicBezTo>
                  <a:cubicBezTo>
                    <a:pt x="58" y="290"/>
                    <a:pt x="50" y="272"/>
                    <a:pt x="44"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 name="Freeform 5">
              <a:extLst>
                <a:ext uri="{FF2B5EF4-FFF2-40B4-BE49-F238E27FC236}">
                  <a16:creationId xmlns:a16="http://schemas.microsoft.com/office/drawing/2014/main" id="{BB513980-1004-02AE-331A-26D6302AE674}"/>
                </a:ext>
              </a:extLst>
            </p:cNvPr>
            <p:cNvSpPr>
              <a:spLocks noChangeArrowheads="1"/>
            </p:cNvSpPr>
            <p:nvPr/>
          </p:nvSpPr>
          <p:spPr bwMode="auto">
            <a:xfrm>
              <a:off x="4433888" y="793750"/>
              <a:ext cx="131762" cy="134938"/>
            </a:xfrm>
            <a:custGeom>
              <a:avLst/>
              <a:gdLst>
                <a:gd name="T0" fmla="*/ 34 w 364"/>
                <a:gd name="T1" fmla="*/ 112 h 373"/>
                <a:gd name="T2" fmla="*/ 34 w 364"/>
                <a:gd name="T3" fmla="*/ 112 h 373"/>
                <a:gd name="T4" fmla="*/ 33 w 364"/>
                <a:gd name="T5" fmla="*/ 77 h 373"/>
                <a:gd name="T6" fmla="*/ 32 w 364"/>
                <a:gd name="T7" fmla="*/ 51 h 373"/>
                <a:gd name="T8" fmla="*/ 33 w 364"/>
                <a:gd name="T9" fmla="*/ 51 h 373"/>
                <a:gd name="T10" fmla="*/ 46 w 364"/>
                <a:gd name="T11" fmla="*/ 87 h 373"/>
                <a:gd name="T12" fmla="*/ 175 w 364"/>
                <a:gd name="T13" fmla="*/ 372 h 373"/>
                <a:gd name="T14" fmla="*/ 189 w 364"/>
                <a:gd name="T15" fmla="*/ 372 h 373"/>
                <a:gd name="T16" fmla="*/ 319 w 364"/>
                <a:gd name="T17" fmla="*/ 86 h 373"/>
                <a:gd name="T18" fmla="*/ 325 w 364"/>
                <a:gd name="T19" fmla="*/ 72 h 373"/>
                <a:gd name="T20" fmla="*/ 331 w 364"/>
                <a:gd name="T21" fmla="*/ 51 h 373"/>
                <a:gd name="T22" fmla="*/ 333 w 364"/>
                <a:gd name="T23" fmla="*/ 51 h 373"/>
                <a:gd name="T24" fmla="*/ 329 w 364"/>
                <a:gd name="T25" fmla="*/ 115 h 373"/>
                <a:gd name="T26" fmla="*/ 329 w 364"/>
                <a:gd name="T27" fmla="*/ 372 h 373"/>
                <a:gd name="T28" fmla="*/ 363 w 364"/>
                <a:gd name="T29" fmla="*/ 372 h 373"/>
                <a:gd name="T30" fmla="*/ 363 w 364"/>
                <a:gd name="T31" fmla="*/ 0 h 373"/>
                <a:gd name="T32" fmla="*/ 325 w 364"/>
                <a:gd name="T33" fmla="*/ 0 h 373"/>
                <a:gd name="T34" fmla="*/ 197 w 364"/>
                <a:gd name="T35" fmla="*/ 279 h 373"/>
                <a:gd name="T36" fmla="*/ 191 w 364"/>
                <a:gd name="T37" fmla="*/ 297 h 373"/>
                <a:gd name="T38" fmla="*/ 184 w 364"/>
                <a:gd name="T39" fmla="*/ 316 h 373"/>
                <a:gd name="T40" fmla="*/ 182 w 364"/>
                <a:gd name="T41" fmla="*/ 316 h 373"/>
                <a:gd name="T42" fmla="*/ 175 w 364"/>
                <a:gd name="T43" fmla="*/ 297 h 373"/>
                <a:gd name="T44" fmla="*/ 167 w 364"/>
                <a:gd name="T45" fmla="*/ 279 h 373"/>
                <a:gd name="T46" fmla="*/ 41 w 364"/>
                <a:gd name="T47" fmla="*/ 0 h 373"/>
                <a:gd name="T48" fmla="*/ 0 w 364"/>
                <a:gd name="T49" fmla="*/ 0 h 373"/>
                <a:gd name="T50" fmla="*/ 0 w 364"/>
                <a:gd name="T51" fmla="*/ 372 h 373"/>
                <a:gd name="T52" fmla="*/ 34 w 364"/>
                <a:gd name="T53" fmla="*/ 372 h 373"/>
                <a:gd name="T54" fmla="*/ 34 w 364"/>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3">
                  <a:moveTo>
                    <a:pt x="34" y="112"/>
                  </a:moveTo>
                  <a:lnTo>
                    <a:pt x="34" y="112"/>
                  </a:lnTo>
                  <a:cubicBezTo>
                    <a:pt x="34" y="100"/>
                    <a:pt x="34" y="88"/>
                    <a:pt x="33" y="77"/>
                  </a:cubicBezTo>
                  <a:cubicBezTo>
                    <a:pt x="33" y="68"/>
                    <a:pt x="33" y="58"/>
                    <a:pt x="32" y="51"/>
                  </a:cubicBezTo>
                  <a:cubicBezTo>
                    <a:pt x="33" y="51"/>
                    <a:pt x="33" y="51"/>
                    <a:pt x="33" y="51"/>
                  </a:cubicBezTo>
                  <a:cubicBezTo>
                    <a:pt x="37" y="66"/>
                    <a:pt x="41" y="79"/>
                    <a:pt x="46" y="87"/>
                  </a:cubicBezTo>
                  <a:cubicBezTo>
                    <a:pt x="175" y="372"/>
                    <a:pt x="175" y="372"/>
                    <a:pt x="175" y="372"/>
                  </a:cubicBezTo>
                  <a:cubicBezTo>
                    <a:pt x="189" y="372"/>
                    <a:pt x="189" y="372"/>
                    <a:pt x="189" y="372"/>
                  </a:cubicBezTo>
                  <a:cubicBezTo>
                    <a:pt x="319" y="86"/>
                    <a:pt x="319" y="86"/>
                    <a:pt x="319" y="86"/>
                  </a:cubicBezTo>
                  <a:cubicBezTo>
                    <a:pt x="320" y="82"/>
                    <a:pt x="323" y="77"/>
                    <a:pt x="325" y="72"/>
                  </a:cubicBezTo>
                  <a:cubicBezTo>
                    <a:pt x="326" y="66"/>
                    <a:pt x="329" y="59"/>
                    <a:pt x="331" y="51"/>
                  </a:cubicBezTo>
                  <a:cubicBezTo>
                    <a:pt x="333" y="51"/>
                    <a:pt x="333" y="51"/>
                    <a:pt x="333" y="51"/>
                  </a:cubicBezTo>
                  <a:cubicBezTo>
                    <a:pt x="330" y="80"/>
                    <a:pt x="329" y="101"/>
                    <a:pt x="329" y="115"/>
                  </a:cubicBezTo>
                  <a:cubicBezTo>
                    <a:pt x="329" y="372"/>
                    <a:pt x="329" y="372"/>
                    <a:pt x="329" y="372"/>
                  </a:cubicBezTo>
                  <a:cubicBezTo>
                    <a:pt x="363" y="372"/>
                    <a:pt x="363" y="372"/>
                    <a:pt x="363" y="372"/>
                  </a:cubicBezTo>
                  <a:cubicBezTo>
                    <a:pt x="363" y="0"/>
                    <a:pt x="363" y="0"/>
                    <a:pt x="363" y="0"/>
                  </a:cubicBezTo>
                  <a:cubicBezTo>
                    <a:pt x="325" y="0"/>
                    <a:pt x="325" y="0"/>
                    <a:pt x="325" y="0"/>
                  </a:cubicBezTo>
                  <a:cubicBezTo>
                    <a:pt x="197" y="279"/>
                    <a:pt x="197" y="279"/>
                    <a:pt x="197" y="279"/>
                  </a:cubicBezTo>
                  <a:cubicBezTo>
                    <a:pt x="195" y="286"/>
                    <a:pt x="192" y="292"/>
                    <a:pt x="191" y="297"/>
                  </a:cubicBezTo>
                  <a:cubicBezTo>
                    <a:pt x="188" y="303"/>
                    <a:pt x="185" y="309"/>
                    <a:pt x="184" y="316"/>
                  </a:cubicBezTo>
                  <a:cubicBezTo>
                    <a:pt x="182" y="316"/>
                    <a:pt x="182" y="316"/>
                    <a:pt x="182" y="316"/>
                  </a:cubicBezTo>
                  <a:cubicBezTo>
                    <a:pt x="179" y="309"/>
                    <a:pt x="177" y="303"/>
                    <a:pt x="175" y="297"/>
                  </a:cubicBezTo>
                  <a:cubicBezTo>
                    <a:pt x="173" y="290"/>
                    <a:pt x="170" y="285"/>
                    <a:pt x="167" y="279"/>
                  </a:cubicBezTo>
                  <a:cubicBezTo>
                    <a:pt x="41" y="0"/>
                    <a:pt x="41" y="0"/>
                    <a:pt x="41" y="0"/>
                  </a:cubicBezTo>
                  <a:cubicBezTo>
                    <a:pt x="0" y="0"/>
                    <a:pt x="0" y="0"/>
                    <a:pt x="0" y="0"/>
                  </a:cubicBezTo>
                  <a:cubicBezTo>
                    <a:pt x="0" y="372"/>
                    <a:pt x="0" y="372"/>
                    <a:pt x="0" y="372"/>
                  </a:cubicBezTo>
                  <a:cubicBezTo>
                    <a:pt x="34" y="372"/>
                    <a:pt x="34" y="372"/>
                    <a:pt x="34" y="372"/>
                  </a:cubicBezTo>
                  <a:lnTo>
                    <a:pt x="34"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 name="Freeform 6">
              <a:extLst>
                <a:ext uri="{FF2B5EF4-FFF2-40B4-BE49-F238E27FC236}">
                  <a16:creationId xmlns:a16="http://schemas.microsoft.com/office/drawing/2014/main" id="{BE7C4C08-5B0C-B373-EFC8-D536A4E22E87}"/>
                </a:ext>
              </a:extLst>
            </p:cNvPr>
            <p:cNvSpPr>
              <a:spLocks noChangeArrowheads="1"/>
            </p:cNvSpPr>
            <p:nvPr/>
          </p:nvSpPr>
          <p:spPr bwMode="auto">
            <a:xfrm>
              <a:off x="4598988" y="793750"/>
              <a:ext cx="130175" cy="134938"/>
            </a:xfrm>
            <a:custGeom>
              <a:avLst/>
              <a:gdLst>
                <a:gd name="T0" fmla="*/ 33 w 363"/>
                <a:gd name="T1" fmla="*/ 112 h 373"/>
                <a:gd name="T2" fmla="*/ 33 w 363"/>
                <a:gd name="T3" fmla="*/ 112 h 373"/>
                <a:gd name="T4" fmla="*/ 33 w 363"/>
                <a:gd name="T5" fmla="*/ 77 h 373"/>
                <a:gd name="T6" fmla="*/ 32 w 363"/>
                <a:gd name="T7" fmla="*/ 51 h 373"/>
                <a:gd name="T8" fmla="*/ 32 w 363"/>
                <a:gd name="T9" fmla="*/ 51 h 373"/>
                <a:gd name="T10" fmla="*/ 44 w 363"/>
                <a:gd name="T11" fmla="*/ 87 h 373"/>
                <a:gd name="T12" fmla="*/ 174 w 363"/>
                <a:gd name="T13" fmla="*/ 372 h 373"/>
                <a:gd name="T14" fmla="*/ 188 w 363"/>
                <a:gd name="T15" fmla="*/ 372 h 373"/>
                <a:gd name="T16" fmla="*/ 318 w 363"/>
                <a:gd name="T17" fmla="*/ 86 h 373"/>
                <a:gd name="T18" fmla="*/ 323 w 363"/>
                <a:gd name="T19" fmla="*/ 72 h 373"/>
                <a:gd name="T20" fmla="*/ 330 w 363"/>
                <a:gd name="T21" fmla="*/ 51 h 373"/>
                <a:gd name="T22" fmla="*/ 331 w 363"/>
                <a:gd name="T23" fmla="*/ 51 h 373"/>
                <a:gd name="T24" fmla="*/ 329 w 363"/>
                <a:gd name="T25" fmla="*/ 115 h 373"/>
                <a:gd name="T26" fmla="*/ 329 w 363"/>
                <a:gd name="T27" fmla="*/ 372 h 373"/>
                <a:gd name="T28" fmla="*/ 362 w 363"/>
                <a:gd name="T29" fmla="*/ 372 h 373"/>
                <a:gd name="T30" fmla="*/ 362 w 363"/>
                <a:gd name="T31" fmla="*/ 0 h 373"/>
                <a:gd name="T32" fmla="*/ 323 w 363"/>
                <a:gd name="T33" fmla="*/ 0 h 373"/>
                <a:gd name="T34" fmla="*/ 196 w 363"/>
                <a:gd name="T35" fmla="*/ 279 h 373"/>
                <a:gd name="T36" fmla="*/ 189 w 363"/>
                <a:gd name="T37" fmla="*/ 297 h 373"/>
                <a:gd name="T38" fmla="*/ 182 w 363"/>
                <a:gd name="T39" fmla="*/ 316 h 373"/>
                <a:gd name="T40" fmla="*/ 181 w 363"/>
                <a:gd name="T41" fmla="*/ 316 h 373"/>
                <a:gd name="T42" fmla="*/ 174 w 363"/>
                <a:gd name="T43" fmla="*/ 297 h 373"/>
                <a:gd name="T44" fmla="*/ 166 w 363"/>
                <a:gd name="T45" fmla="*/ 279 h 373"/>
                <a:gd name="T46" fmla="*/ 40 w 363"/>
                <a:gd name="T47" fmla="*/ 0 h 373"/>
                <a:gd name="T48" fmla="*/ 0 w 363"/>
                <a:gd name="T49" fmla="*/ 0 h 373"/>
                <a:gd name="T50" fmla="*/ 0 w 363"/>
                <a:gd name="T51" fmla="*/ 372 h 373"/>
                <a:gd name="T52" fmla="*/ 33 w 363"/>
                <a:gd name="T53" fmla="*/ 372 h 373"/>
                <a:gd name="T54" fmla="*/ 33 w 363"/>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3" h="373">
                  <a:moveTo>
                    <a:pt x="33" y="112"/>
                  </a:moveTo>
                  <a:lnTo>
                    <a:pt x="33" y="112"/>
                  </a:lnTo>
                  <a:cubicBezTo>
                    <a:pt x="33" y="100"/>
                    <a:pt x="33" y="88"/>
                    <a:pt x="33" y="77"/>
                  </a:cubicBezTo>
                  <a:cubicBezTo>
                    <a:pt x="33" y="68"/>
                    <a:pt x="32" y="58"/>
                    <a:pt x="32" y="51"/>
                  </a:cubicBezTo>
                  <a:lnTo>
                    <a:pt x="32" y="51"/>
                  </a:lnTo>
                  <a:cubicBezTo>
                    <a:pt x="36" y="66"/>
                    <a:pt x="40" y="79"/>
                    <a:pt x="44" y="87"/>
                  </a:cubicBezTo>
                  <a:cubicBezTo>
                    <a:pt x="174" y="372"/>
                    <a:pt x="174" y="372"/>
                    <a:pt x="174" y="372"/>
                  </a:cubicBezTo>
                  <a:cubicBezTo>
                    <a:pt x="188" y="372"/>
                    <a:pt x="188" y="372"/>
                    <a:pt x="188" y="372"/>
                  </a:cubicBezTo>
                  <a:cubicBezTo>
                    <a:pt x="318" y="86"/>
                    <a:pt x="318" y="86"/>
                    <a:pt x="318" y="86"/>
                  </a:cubicBezTo>
                  <a:cubicBezTo>
                    <a:pt x="319" y="82"/>
                    <a:pt x="322" y="77"/>
                    <a:pt x="323" y="72"/>
                  </a:cubicBezTo>
                  <a:cubicBezTo>
                    <a:pt x="326" y="66"/>
                    <a:pt x="327" y="59"/>
                    <a:pt x="330" y="51"/>
                  </a:cubicBezTo>
                  <a:cubicBezTo>
                    <a:pt x="331" y="51"/>
                    <a:pt x="331" y="51"/>
                    <a:pt x="331" y="51"/>
                  </a:cubicBezTo>
                  <a:cubicBezTo>
                    <a:pt x="329" y="80"/>
                    <a:pt x="329" y="101"/>
                    <a:pt x="329" y="115"/>
                  </a:cubicBezTo>
                  <a:cubicBezTo>
                    <a:pt x="329" y="372"/>
                    <a:pt x="329" y="372"/>
                    <a:pt x="329" y="372"/>
                  </a:cubicBezTo>
                  <a:cubicBezTo>
                    <a:pt x="362" y="372"/>
                    <a:pt x="362" y="372"/>
                    <a:pt x="362" y="372"/>
                  </a:cubicBezTo>
                  <a:cubicBezTo>
                    <a:pt x="362" y="0"/>
                    <a:pt x="362" y="0"/>
                    <a:pt x="362" y="0"/>
                  </a:cubicBezTo>
                  <a:cubicBezTo>
                    <a:pt x="323" y="0"/>
                    <a:pt x="323" y="0"/>
                    <a:pt x="323" y="0"/>
                  </a:cubicBezTo>
                  <a:cubicBezTo>
                    <a:pt x="196" y="279"/>
                    <a:pt x="196" y="279"/>
                    <a:pt x="196" y="279"/>
                  </a:cubicBezTo>
                  <a:cubicBezTo>
                    <a:pt x="193" y="286"/>
                    <a:pt x="190" y="292"/>
                    <a:pt x="189" y="297"/>
                  </a:cubicBezTo>
                  <a:cubicBezTo>
                    <a:pt x="186" y="303"/>
                    <a:pt x="185" y="309"/>
                    <a:pt x="182" y="316"/>
                  </a:cubicBezTo>
                  <a:cubicBezTo>
                    <a:pt x="181" y="316"/>
                    <a:pt x="181" y="316"/>
                    <a:pt x="181" y="316"/>
                  </a:cubicBezTo>
                  <a:cubicBezTo>
                    <a:pt x="178" y="309"/>
                    <a:pt x="177" y="303"/>
                    <a:pt x="174" y="297"/>
                  </a:cubicBezTo>
                  <a:cubicBezTo>
                    <a:pt x="171" y="290"/>
                    <a:pt x="168" y="285"/>
                    <a:pt x="166" y="279"/>
                  </a:cubicBezTo>
                  <a:cubicBezTo>
                    <a:pt x="40" y="0"/>
                    <a:pt x="40" y="0"/>
                    <a:pt x="40" y="0"/>
                  </a:cubicBezTo>
                  <a:cubicBezTo>
                    <a:pt x="0" y="0"/>
                    <a:pt x="0" y="0"/>
                    <a:pt x="0" y="0"/>
                  </a:cubicBezTo>
                  <a:cubicBezTo>
                    <a:pt x="0" y="372"/>
                    <a:pt x="0" y="372"/>
                    <a:pt x="0" y="372"/>
                  </a:cubicBezTo>
                  <a:cubicBezTo>
                    <a:pt x="33" y="372"/>
                    <a:pt x="33" y="372"/>
                    <a:pt x="33" y="372"/>
                  </a:cubicBezTo>
                  <a:lnTo>
                    <a:pt x="33"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 name="Freeform 7">
              <a:extLst>
                <a:ext uri="{FF2B5EF4-FFF2-40B4-BE49-F238E27FC236}">
                  <a16:creationId xmlns:a16="http://schemas.microsoft.com/office/drawing/2014/main" id="{789B660C-CA21-0A56-69A6-096D8BF0A33B}"/>
                </a:ext>
              </a:extLst>
            </p:cNvPr>
            <p:cNvSpPr>
              <a:spLocks noChangeArrowheads="1"/>
            </p:cNvSpPr>
            <p:nvPr/>
          </p:nvSpPr>
          <p:spPr bwMode="auto">
            <a:xfrm>
              <a:off x="4764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 name="Freeform 8">
              <a:extLst>
                <a:ext uri="{FF2B5EF4-FFF2-40B4-BE49-F238E27FC236}">
                  <a16:creationId xmlns:a16="http://schemas.microsoft.com/office/drawing/2014/main" id="{337C424D-FC9A-6060-93D4-87D2F5F10DF9}"/>
                </a:ext>
              </a:extLst>
            </p:cNvPr>
            <p:cNvSpPr>
              <a:spLocks noChangeArrowheads="1"/>
            </p:cNvSpPr>
            <p:nvPr/>
          </p:nvSpPr>
          <p:spPr bwMode="auto">
            <a:xfrm>
              <a:off x="4860925" y="793750"/>
              <a:ext cx="87313" cy="134938"/>
            </a:xfrm>
            <a:custGeom>
              <a:avLst/>
              <a:gdLst>
                <a:gd name="T0" fmla="*/ 35 w 244"/>
                <a:gd name="T1" fmla="*/ 210 h 373"/>
                <a:gd name="T2" fmla="*/ 35 w 244"/>
                <a:gd name="T3" fmla="*/ 210 h 373"/>
                <a:gd name="T4" fmla="*/ 76 w 244"/>
                <a:gd name="T5" fmla="*/ 210 h 373"/>
                <a:gd name="T6" fmla="*/ 97 w 244"/>
                <a:gd name="T7" fmla="*/ 213 h 373"/>
                <a:gd name="T8" fmla="*/ 115 w 244"/>
                <a:gd name="T9" fmla="*/ 221 h 373"/>
                <a:gd name="T10" fmla="*/ 130 w 244"/>
                <a:gd name="T11" fmla="*/ 238 h 373"/>
                <a:gd name="T12" fmla="*/ 146 w 244"/>
                <a:gd name="T13" fmla="*/ 265 h 373"/>
                <a:gd name="T14" fmla="*/ 202 w 244"/>
                <a:gd name="T15" fmla="*/ 372 h 373"/>
                <a:gd name="T16" fmla="*/ 243 w 244"/>
                <a:gd name="T17" fmla="*/ 372 h 373"/>
                <a:gd name="T18" fmla="*/ 180 w 244"/>
                <a:gd name="T19" fmla="*/ 256 h 373"/>
                <a:gd name="T20" fmla="*/ 169 w 244"/>
                <a:gd name="T21" fmla="*/ 235 h 373"/>
                <a:gd name="T22" fmla="*/ 157 w 244"/>
                <a:gd name="T23" fmla="*/ 220 h 373"/>
                <a:gd name="T24" fmla="*/ 145 w 244"/>
                <a:gd name="T25" fmla="*/ 207 h 373"/>
                <a:gd name="T26" fmla="*/ 131 w 244"/>
                <a:gd name="T27" fmla="*/ 199 h 373"/>
                <a:gd name="T28" fmla="*/ 131 w 244"/>
                <a:gd name="T29" fmla="*/ 199 h 373"/>
                <a:gd name="T30" fmla="*/ 166 w 244"/>
                <a:gd name="T31" fmla="*/ 185 h 373"/>
                <a:gd name="T32" fmla="*/ 193 w 244"/>
                <a:gd name="T33" fmla="*/ 163 h 373"/>
                <a:gd name="T34" fmla="*/ 210 w 244"/>
                <a:gd name="T35" fmla="*/ 134 h 373"/>
                <a:gd name="T36" fmla="*/ 215 w 244"/>
                <a:gd name="T37" fmla="*/ 98 h 373"/>
                <a:gd name="T38" fmla="*/ 207 w 244"/>
                <a:gd name="T39" fmla="*/ 55 h 373"/>
                <a:gd name="T40" fmla="*/ 182 w 244"/>
                <a:gd name="T41" fmla="*/ 25 h 373"/>
                <a:gd name="T42" fmla="*/ 148 w 244"/>
                <a:gd name="T43" fmla="*/ 6 h 373"/>
                <a:gd name="T44" fmla="*/ 106 w 244"/>
                <a:gd name="T45" fmla="*/ 0 h 373"/>
                <a:gd name="T46" fmla="*/ 0 w 244"/>
                <a:gd name="T47" fmla="*/ 0 h 373"/>
                <a:gd name="T48" fmla="*/ 0 w 244"/>
                <a:gd name="T49" fmla="*/ 372 h 373"/>
                <a:gd name="T50" fmla="*/ 35 w 244"/>
                <a:gd name="T51" fmla="*/ 372 h 373"/>
                <a:gd name="T52" fmla="*/ 35 w 244"/>
                <a:gd name="T53" fmla="*/ 210 h 373"/>
                <a:gd name="T54" fmla="*/ 35 w 244"/>
                <a:gd name="T55" fmla="*/ 32 h 373"/>
                <a:gd name="T56" fmla="*/ 35 w 244"/>
                <a:gd name="T57" fmla="*/ 32 h 373"/>
                <a:gd name="T58" fmla="*/ 99 w 244"/>
                <a:gd name="T59" fmla="*/ 32 h 373"/>
                <a:gd name="T60" fmla="*/ 159 w 244"/>
                <a:gd name="T61" fmla="*/ 50 h 373"/>
                <a:gd name="T62" fmla="*/ 180 w 244"/>
                <a:gd name="T63" fmla="*/ 101 h 373"/>
                <a:gd name="T64" fmla="*/ 174 w 244"/>
                <a:gd name="T65" fmla="*/ 133 h 373"/>
                <a:gd name="T66" fmla="*/ 157 w 244"/>
                <a:gd name="T67" fmla="*/ 158 h 373"/>
                <a:gd name="T68" fmla="*/ 130 w 244"/>
                <a:gd name="T69" fmla="*/ 173 h 373"/>
                <a:gd name="T70" fmla="*/ 97 w 244"/>
                <a:gd name="T71" fmla="*/ 178 h 373"/>
                <a:gd name="T72" fmla="*/ 35 w 244"/>
                <a:gd name="T73" fmla="*/ 178 h 373"/>
                <a:gd name="T74" fmla="*/ 35 w 244"/>
                <a:gd name="T7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35" y="210"/>
                  </a:moveTo>
                  <a:lnTo>
                    <a:pt x="35" y="210"/>
                  </a:lnTo>
                  <a:cubicBezTo>
                    <a:pt x="76" y="210"/>
                    <a:pt x="76" y="210"/>
                    <a:pt x="76" y="210"/>
                  </a:cubicBezTo>
                  <a:cubicBezTo>
                    <a:pt x="83" y="210"/>
                    <a:pt x="90" y="210"/>
                    <a:pt x="97" y="213"/>
                  </a:cubicBezTo>
                  <a:cubicBezTo>
                    <a:pt x="102" y="214"/>
                    <a:pt x="109" y="217"/>
                    <a:pt x="115" y="221"/>
                  </a:cubicBezTo>
                  <a:cubicBezTo>
                    <a:pt x="120" y="225"/>
                    <a:pt x="126" y="231"/>
                    <a:pt x="130" y="238"/>
                  </a:cubicBezTo>
                  <a:cubicBezTo>
                    <a:pt x="135" y="246"/>
                    <a:pt x="141" y="254"/>
                    <a:pt x="146" y="265"/>
                  </a:cubicBezTo>
                  <a:cubicBezTo>
                    <a:pt x="202" y="372"/>
                    <a:pt x="202" y="372"/>
                    <a:pt x="202" y="372"/>
                  </a:cubicBezTo>
                  <a:cubicBezTo>
                    <a:pt x="243" y="372"/>
                    <a:pt x="243" y="372"/>
                    <a:pt x="243" y="372"/>
                  </a:cubicBezTo>
                  <a:cubicBezTo>
                    <a:pt x="180" y="256"/>
                    <a:pt x="180" y="256"/>
                    <a:pt x="180" y="256"/>
                  </a:cubicBezTo>
                  <a:cubicBezTo>
                    <a:pt x="175" y="249"/>
                    <a:pt x="173" y="242"/>
                    <a:pt x="169" y="235"/>
                  </a:cubicBezTo>
                  <a:cubicBezTo>
                    <a:pt x="164" y="229"/>
                    <a:pt x="160" y="224"/>
                    <a:pt x="157" y="220"/>
                  </a:cubicBezTo>
                  <a:cubicBezTo>
                    <a:pt x="153" y="214"/>
                    <a:pt x="149" y="210"/>
                    <a:pt x="145" y="207"/>
                  </a:cubicBezTo>
                  <a:cubicBezTo>
                    <a:pt x="141" y="205"/>
                    <a:pt x="135" y="202"/>
                    <a:pt x="131" y="199"/>
                  </a:cubicBezTo>
                  <a:lnTo>
                    <a:pt x="131" y="199"/>
                  </a:lnTo>
                  <a:cubicBezTo>
                    <a:pt x="144" y="195"/>
                    <a:pt x="156" y="191"/>
                    <a:pt x="166" y="185"/>
                  </a:cubicBezTo>
                  <a:cubicBezTo>
                    <a:pt x="177" y="180"/>
                    <a:pt x="185" y="171"/>
                    <a:pt x="193" y="163"/>
                  </a:cubicBezTo>
                  <a:cubicBezTo>
                    <a:pt x="200" y="155"/>
                    <a:pt x="206" y="145"/>
                    <a:pt x="210" y="134"/>
                  </a:cubicBezTo>
                  <a:cubicBezTo>
                    <a:pt x="214" y="123"/>
                    <a:pt x="215" y="111"/>
                    <a:pt x="215" y="98"/>
                  </a:cubicBezTo>
                  <a:cubicBezTo>
                    <a:pt x="215" y="82"/>
                    <a:pt x="213" y="68"/>
                    <a:pt x="207" y="55"/>
                  </a:cubicBezTo>
                  <a:cubicBezTo>
                    <a:pt x="200" y="43"/>
                    <a:pt x="192" y="32"/>
                    <a:pt x="182" y="25"/>
                  </a:cubicBezTo>
                  <a:cubicBezTo>
                    <a:pt x="173" y="17"/>
                    <a:pt x="160" y="10"/>
                    <a:pt x="148" y="6"/>
                  </a:cubicBezTo>
                  <a:cubicBezTo>
                    <a:pt x="134" y="1"/>
                    <a:pt x="122" y="0"/>
                    <a:pt x="106" y="0"/>
                  </a:cubicBezTo>
                  <a:cubicBezTo>
                    <a:pt x="0" y="0"/>
                    <a:pt x="0" y="0"/>
                    <a:pt x="0" y="0"/>
                  </a:cubicBezTo>
                  <a:cubicBezTo>
                    <a:pt x="0" y="372"/>
                    <a:pt x="0" y="372"/>
                    <a:pt x="0" y="372"/>
                  </a:cubicBezTo>
                  <a:cubicBezTo>
                    <a:pt x="35" y="372"/>
                    <a:pt x="35" y="372"/>
                    <a:pt x="35" y="372"/>
                  </a:cubicBezTo>
                  <a:lnTo>
                    <a:pt x="35" y="210"/>
                  </a:lnTo>
                  <a:close/>
                  <a:moveTo>
                    <a:pt x="35" y="32"/>
                  </a:moveTo>
                  <a:lnTo>
                    <a:pt x="35" y="32"/>
                  </a:lnTo>
                  <a:cubicBezTo>
                    <a:pt x="99" y="32"/>
                    <a:pt x="99" y="32"/>
                    <a:pt x="99" y="32"/>
                  </a:cubicBezTo>
                  <a:cubicBezTo>
                    <a:pt x="126" y="32"/>
                    <a:pt x="145" y="37"/>
                    <a:pt x="159" y="50"/>
                  </a:cubicBezTo>
                  <a:cubicBezTo>
                    <a:pt x="173" y="62"/>
                    <a:pt x="180" y="79"/>
                    <a:pt x="180" y="101"/>
                  </a:cubicBezTo>
                  <a:cubicBezTo>
                    <a:pt x="180" y="112"/>
                    <a:pt x="178" y="123"/>
                    <a:pt x="174" y="133"/>
                  </a:cubicBezTo>
                  <a:cubicBezTo>
                    <a:pt x="170" y="142"/>
                    <a:pt x="164" y="151"/>
                    <a:pt x="157" y="158"/>
                  </a:cubicBezTo>
                  <a:cubicBezTo>
                    <a:pt x="149" y="164"/>
                    <a:pt x="141" y="169"/>
                    <a:pt x="130" y="173"/>
                  </a:cubicBezTo>
                  <a:cubicBezTo>
                    <a:pt x="120" y="177"/>
                    <a:pt x="109" y="178"/>
                    <a:pt x="97" y="178"/>
                  </a:cubicBezTo>
                  <a:cubicBezTo>
                    <a:pt x="35" y="178"/>
                    <a:pt x="35" y="178"/>
                    <a:pt x="35" y="17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 name="Freeform 9">
              <a:extLst>
                <a:ext uri="{FF2B5EF4-FFF2-40B4-BE49-F238E27FC236}">
                  <a16:creationId xmlns:a16="http://schemas.microsoft.com/office/drawing/2014/main" id="{CB19834E-3EF8-00A1-155B-1DFE37EDEDDA}"/>
                </a:ext>
              </a:extLst>
            </p:cNvPr>
            <p:cNvSpPr>
              <a:spLocks noChangeArrowheads="1"/>
            </p:cNvSpPr>
            <p:nvPr/>
          </p:nvSpPr>
          <p:spPr bwMode="auto">
            <a:xfrm>
              <a:off x="4959350" y="792163"/>
              <a:ext cx="98425" cy="138112"/>
            </a:xfrm>
            <a:custGeom>
              <a:avLst/>
              <a:gdLst>
                <a:gd name="T0" fmla="*/ 109 w 273"/>
                <a:gd name="T1" fmla="*/ 15 h 385"/>
                <a:gd name="T2" fmla="*/ 109 w 273"/>
                <a:gd name="T3" fmla="*/ 15 h 385"/>
                <a:gd name="T4" fmla="*/ 51 w 273"/>
                <a:gd name="T5" fmla="*/ 58 h 385"/>
                <a:gd name="T6" fmla="*/ 14 w 273"/>
                <a:gd name="T7" fmla="*/ 122 h 385"/>
                <a:gd name="T8" fmla="*/ 0 w 273"/>
                <a:gd name="T9" fmla="*/ 199 h 385"/>
                <a:gd name="T10" fmla="*/ 13 w 273"/>
                <a:gd name="T11" fmla="*/ 274 h 385"/>
                <a:gd name="T12" fmla="*/ 47 w 273"/>
                <a:gd name="T13" fmla="*/ 332 h 385"/>
                <a:gd name="T14" fmla="*/ 102 w 273"/>
                <a:gd name="T15" fmla="*/ 370 h 385"/>
                <a:gd name="T16" fmla="*/ 174 w 273"/>
                <a:gd name="T17" fmla="*/ 384 h 385"/>
                <a:gd name="T18" fmla="*/ 272 w 273"/>
                <a:gd name="T19" fmla="*/ 365 h 385"/>
                <a:gd name="T20" fmla="*/ 272 w 273"/>
                <a:gd name="T21" fmla="*/ 330 h 385"/>
                <a:gd name="T22" fmla="*/ 177 w 273"/>
                <a:gd name="T23" fmla="*/ 354 h 385"/>
                <a:gd name="T24" fmla="*/ 116 w 273"/>
                <a:gd name="T25" fmla="*/ 341 h 385"/>
                <a:gd name="T26" fmla="*/ 72 w 273"/>
                <a:gd name="T27" fmla="*/ 307 h 385"/>
                <a:gd name="T28" fmla="*/ 46 w 273"/>
                <a:gd name="T29" fmla="*/ 257 h 385"/>
                <a:gd name="T30" fmla="*/ 36 w 273"/>
                <a:gd name="T31" fmla="*/ 198 h 385"/>
                <a:gd name="T32" fmla="*/ 46 w 273"/>
                <a:gd name="T33" fmla="*/ 131 h 385"/>
                <a:gd name="T34" fmla="*/ 76 w 273"/>
                <a:gd name="T35" fmla="*/ 79 h 385"/>
                <a:gd name="T36" fmla="*/ 123 w 273"/>
                <a:gd name="T37" fmla="*/ 44 h 385"/>
                <a:gd name="T38" fmla="*/ 187 w 273"/>
                <a:gd name="T39" fmla="*/ 32 h 385"/>
                <a:gd name="T40" fmla="*/ 272 w 273"/>
                <a:gd name="T41" fmla="*/ 51 h 385"/>
                <a:gd name="T42" fmla="*/ 272 w 273"/>
                <a:gd name="T43" fmla="*/ 15 h 385"/>
                <a:gd name="T44" fmla="*/ 187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6"/>
                    <a:pt x="67" y="40"/>
                    <a:pt x="51" y="58"/>
                  </a:cubicBezTo>
                  <a:cubicBezTo>
                    <a:pt x="35" y="76"/>
                    <a:pt x="22" y="97"/>
                    <a:pt x="14" y="122"/>
                  </a:cubicBezTo>
                  <a:cubicBezTo>
                    <a:pt x="4" y="145"/>
                    <a:pt x="0" y="171"/>
                    <a:pt x="0" y="199"/>
                  </a:cubicBezTo>
                  <a:cubicBezTo>
                    <a:pt x="0" y="227"/>
                    <a:pt x="4" y="252"/>
                    <a:pt x="13" y="274"/>
                  </a:cubicBezTo>
                  <a:cubicBezTo>
                    <a:pt x="21" y="296"/>
                    <a:pt x="32" y="316"/>
                    <a:pt x="47" y="332"/>
                  </a:cubicBezTo>
                  <a:cubicBezTo>
                    <a:pt x="62" y="348"/>
                    <a:pt x="80" y="362"/>
                    <a:pt x="102" y="370"/>
                  </a:cubicBezTo>
                  <a:cubicBezTo>
                    <a:pt x="123" y="380"/>
                    <a:pt x="148" y="384"/>
                    <a:pt x="174" y="384"/>
                  </a:cubicBezTo>
                  <a:cubicBezTo>
                    <a:pt x="210" y="384"/>
                    <a:pt x="243" y="377"/>
                    <a:pt x="272" y="365"/>
                  </a:cubicBezTo>
                  <a:cubicBezTo>
                    <a:pt x="272" y="330"/>
                    <a:pt x="272" y="330"/>
                    <a:pt x="272" y="330"/>
                  </a:cubicBezTo>
                  <a:cubicBezTo>
                    <a:pt x="245" y="345"/>
                    <a:pt x="213" y="354"/>
                    <a:pt x="177" y="354"/>
                  </a:cubicBezTo>
                  <a:cubicBezTo>
                    <a:pt x="155" y="354"/>
                    <a:pt x="134" y="350"/>
                    <a:pt x="116" y="341"/>
                  </a:cubicBezTo>
                  <a:cubicBezTo>
                    <a:pt x="98" y="333"/>
                    <a:pt x="85" y="321"/>
                    <a:pt x="72" y="307"/>
                  </a:cubicBezTo>
                  <a:cubicBezTo>
                    <a:pt x="61" y="293"/>
                    <a:pt x="51" y="276"/>
                    <a:pt x="46" y="257"/>
                  </a:cubicBezTo>
                  <a:cubicBezTo>
                    <a:pt x="39" y="239"/>
                    <a:pt x="36" y="218"/>
                    <a:pt x="36" y="198"/>
                  </a:cubicBezTo>
                  <a:cubicBezTo>
                    <a:pt x="36" y="173"/>
                    <a:pt x="40" y="151"/>
                    <a:pt x="46" y="131"/>
                  </a:cubicBezTo>
                  <a:cubicBezTo>
                    <a:pt x="53" y="111"/>
                    <a:pt x="62" y="94"/>
                    <a:pt x="76" y="79"/>
                  </a:cubicBezTo>
                  <a:cubicBezTo>
                    <a:pt x="89" y="64"/>
                    <a:pt x="104" y="53"/>
                    <a:pt x="123" y="44"/>
                  </a:cubicBezTo>
                  <a:cubicBezTo>
                    <a:pt x="141" y="36"/>
                    <a:pt x="163" y="32"/>
                    <a:pt x="187" y="32"/>
                  </a:cubicBezTo>
                  <a:cubicBezTo>
                    <a:pt x="217" y="32"/>
                    <a:pt x="245" y="39"/>
                    <a:pt x="272" y="51"/>
                  </a:cubicBezTo>
                  <a:cubicBezTo>
                    <a:pt x="272" y="15"/>
                    <a:pt x="272" y="15"/>
                    <a:pt x="272" y="15"/>
                  </a:cubicBezTo>
                  <a:cubicBezTo>
                    <a:pt x="248" y="6"/>
                    <a:pt x="218" y="0"/>
                    <a:pt x="187" y="0"/>
                  </a:cubicBezTo>
                  <a:cubicBezTo>
                    <a:pt x="159"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 name="Freeform 10">
              <a:extLst>
                <a:ext uri="{FF2B5EF4-FFF2-40B4-BE49-F238E27FC236}">
                  <a16:creationId xmlns:a16="http://schemas.microsoft.com/office/drawing/2014/main" id="{6D43EB1F-F015-237A-7B40-AABFBC910956}"/>
                </a:ext>
              </a:extLst>
            </p:cNvPr>
            <p:cNvSpPr>
              <a:spLocks noChangeArrowheads="1"/>
            </p:cNvSpPr>
            <p:nvPr/>
          </p:nvSpPr>
          <p:spPr bwMode="auto">
            <a:xfrm>
              <a:off x="5086350" y="793750"/>
              <a:ext cx="68263" cy="134938"/>
            </a:xfrm>
            <a:custGeom>
              <a:avLst/>
              <a:gdLst>
                <a:gd name="T0" fmla="*/ 189 w 190"/>
                <a:gd name="T1" fmla="*/ 340 h 373"/>
                <a:gd name="T2" fmla="*/ 35 w 190"/>
                <a:gd name="T3" fmla="*/ 340 h 373"/>
                <a:gd name="T4" fmla="*/ 35 w 190"/>
                <a:gd name="T5" fmla="*/ 199 h 373"/>
                <a:gd name="T6" fmla="*/ 170 w 190"/>
                <a:gd name="T7" fmla="*/ 199 h 373"/>
                <a:gd name="T8" fmla="*/ 170 w 190"/>
                <a:gd name="T9" fmla="*/ 167 h 373"/>
                <a:gd name="T10" fmla="*/ 35 w 190"/>
                <a:gd name="T11" fmla="*/ 167 h 373"/>
                <a:gd name="T12" fmla="*/ 35 w 190"/>
                <a:gd name="T13" fmla="*/ 32 h 373"/>
                <a:gd name="T14" fmla="*/ 181 w 190"/>
                <a:gd name="T15" fmla="*/ 32 h 373"/>
                <a:gd name="T16" fmla="*/ 181 w 190"/>
                <a:gd name="T17" fmla="*/ 0 h 373"/>
                <a:gd name="T18" fmla="*/ 0 w 190"/>
                <a:gd name="T19" fmla="*/ 0 h 373"/>
                <a:gd name="T20" fmla="*/ 0 w 190"/>
                <a:gd name="T21" fmla="*/ 372 h 373"/>
                <a:gd name="T22" fmla="*/ 189 w 190"/>
                <a:gd name="T23" fmla="*/ 372 h 373"/>
                <a:gd name="T24" fmla="*/ 189 w 190"/>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9" y="340"/>
                  </a:moveTo>
                  <a:lnTo>
                    <a:pt x="35" y="340"/>
                  </a:lnTo>
                  <a:lnTo>
                    <a:pt x="35" y="199"/>
                  </a:lnTo>
                  <a:lnTo>
                    <a:pt x="170" y="199"/>
                  </a:lnTo>
                  <a:lnTo>
                    <a:pt x="170" y="167"/>
                  </a:lnTo>
                  <a:lnTo>
                    <a:pt x="35" y="167"/>
                  </a:lnTo>
                  <a:lnTo>
                    <a:pt x="35" y="32"/>
                  </a:lnTo>
                  <a:lnTo>
                    <a:pt x="181" y="32"/>
                  </a:lnTo>
                  <a:lnTo>
                    <a:pt x="181" y="0"/>
                  </a:lnTo>
                  <a:lnTo>
                    <a:pt x="0" y="0"/>
                  </a:lnTo>
                  <a:lnTo>
                    <a:pt x="0" y="372"/>
                  </a:lnTo>
                  <a:lnTo>
                    <a:pt x="189" y="372"/>
                  </a:lnTo>
                  <a:lnTo>
                    <a:pt x="189"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 name="Freeform 11">
              <a:extLst>
                <a:ext uri="{FF2B5EF4-FFF2-40B4-BE49-F238E27FC236}">
                  <a16:creationId xmlns:a16="http://schemas.microsoft.com/office/drawing/2014/main" id="{0777BEB8-DC36-6F9C-4528-2FE6B499106E}"/>
                </a:ext>
              </a:extLst>
            </p:cNvPr>
            <p:cNvSpPr>
              <a:spLocks noChangeArrowheads="1"/>
            </p:cNvSpPr>
            <p:nvPr/>
          </p:nvSpPr>
          <p:spPr bwMode="auto">
            <a:xfrm>
              <a:off x="5233988" y="793750"/>
              <a:ext cx="66675" cy="134938"/>
            </a:xfrm>
            <a:custGeom>
              <a:avLst/>
              <a:gdLst>
                <a:gd name="T0" fmla="*/ 183 w 184"/>
                <a:gd name="T1" fmla="*/ 340 h 373"/>
                <a:gd name="T2" fmla="*/ 34 w 184"/>
                <a:gd name="T3" fmla="*/ 340 h 373"/>
                <a:gd name="T4" fmla="*/ 34 w 184"/>
                <a:gd name="T5" fmla="*/ 0 h 373"/>
                <a:gd name="T6" fmla="*/ 0 w 184"/>
                <a:gd name="T7" fmla="*/ 0 h 373"/>
                <a:gd name="T8" fmla="*/ 0 w 184"/>
                <a:gd name="T9" fmla="*/ 372 h 373"/>
                <a:gd name="T10" fmla="*/ 183 w 184"/>
                <a:gd name="T11" fmla="*/ 372 h 373"/>
                <a:gd name="T12" fmla="*/ 183 w 184"/>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4" h="373">
                  <a:moveTo>
                    <a:pt x="183" y="340"/>
                  </a:moveTo>
                  <a:lnTo>
                    <a:pt x="34" y="340"/>
                  </a:lnTo>
                  <a:lnTo>
                    <a:pt x="34" y="0"/>
                  </a:lnTo>
                  <a:lnTo>
                    <a:pt x="0" y="0"/>
                  </a:lnTo>
                  <a:lnTo>
                    <a:pt x="0" y="372"/>
                  </a:lnTo>
                  <a:lnTo>
                    <a:pt x="183" y="372"/>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 name="Freeform 12">
              <a:extLst>
                <a:ext uri="{FF2B5EF4-FFF2-40B4-BE49-F238E27FC236}">
                  <a16:creationId xmlns:a16="http://schemas.microsoft.com/office/drawing/2014/main" id="{2443A916-F8F9-D66C-B750-A0927A0018D8}"/>
                </a:ext>
              </a:extLst>
            </p:cNvPr>
            <p:cNvSpPr>
              <a:spLocks noChangeArrowheads="1"/>
            </p:cNvSpPr>
            <p:nvPr/>
          </p:nvSpPr>
          <p:spPr bwMode="auto">
            <a:xfrm>
              <a:off x="5322888" y="793750"/>
              <a:ext cx="12700" cy="134938"/>
            </a:xfrm>
            <a:custGeom>
              <a:avLst/>
              <a:gdLst>
                <a:gd name="T0" fmla="*/ 34 w 35"/>
                <a:gd name="T1" fmla="*/ 0 h 373"/>
                <a:gd name="T2" fmla="*/ 0 w 35"/>
                <a:gd name="T3" fmla="*/ 0 h 373"/>
                <a:gd name="T4" fmla="*/ 0 w 35"/>
                <a:gd name="T5" fmla="*/ 372 h 373"/>
                <a:gd name="T6" fmla="*/ 34 w 35"/>
                <a:gd name="T7" fmla="*/ 372 h 373"/>
                <a:gd name="T8" fmla="*/ 34 w 35"/>
                <a:gd name="T9" fmla="*/ 0 h 373"/>
              </a:gdLst>
              <a:ahLst/>
              <a:cxnLst>
                <a:cxn ang="0">
                  <a:pos x="T0" y="T1"/>
                </a:cxn>
                <a:cxn ang="0">
                  <a:pos x="T2" y="T3"/>
                </a:cxn>
                <a:cxn ang="0">
                  <a:pos x="T4" y="T5"/>
                </a:cxn>
                <a:cxn ang="0">
                  <a:pos x="T6" y="T7"/>
                </a:cxn>
                <a:cxn ang="0">
                  <a:pos x="T8" y="T9"/>
                </a:cxn>
              </a:cxnLst>
              <a:rect l="0" t="0" r="r" b="b"/>
              <a:pathLst>
                <a:path w="35" h="373">
                  <a:moveTo>
                    <a:pt x="34" y="0"/>
                  </a:moveTo>
                  <a:lnTo>
                    <a:pt x="0" y="0"/>
                  </a:lnTo>
                  <a:lnTo>
                    <a:pt x="0" y="372"/>
                  </a:lnTo>
                  <a:lnTo>
                    <a:pt x="34" y="372"/>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 name="Freeform 13">
              <a:extLst>
                <a:ext uri="{FF2B5EF4-FFF2-40B4-BE49-F238E27FC236}">
                  <a16:creationId xmlns:a16="http://schemas.microsoft.com/office/drawing/2014/main" id="{9E046F67-C1D9-D9E1-CC4A-62BF985DAA85}"/>
                </a:ext>
              </a:extLst>
            </p:cNvPr>
            <p:cNvSpPr>
              <a:spLocks noChangeArrowheads="1"/>
            </p:cNvSpPr>
            <p:nvPr/>
          </p:nvSpPr>
          <p:spPr bwMode="auto">
            <a:xfrm>
              <a:off x="5370513" y="793750"/>
              <a:ext cx="104775" cy="134938"/>
            </a:xfrm>
            <a:custGeom>
              <a:avLst/>
              <a:gdLst>
                <a:gd name="T0" fmla="*/ 35 w 291"/>
                <a:gd name="T1" fmla="*/ 83 h 373"/>
                <a:gd name="T2" fmla="*/ 35 w 291"/>
                <a:gd name="T3" fmla="*/ 83 h 373"/>
                <a:gd name="T4" fmla="*/ 33 w 291"/>
                <a:gd name="T5" fmla="*/ 62 h 373"/>
                <a:gd name="T6" fmla="*/ 33 w 291"/>
                <a:gd name="T7" fmla="*/ 50 h 373"/>
                <a:gd name="T8" fmla="*/ 35 w 291"/>
                <a:gd name="T9" fmla="*/ 50 h 373"/>
                <a:gd name="T10" fmla="*/ 40 w 291"/>
                <a:gd name="T11" fmla="*/ 61 h 373"/>
                <a:gd name="T12" fmla="*/ 48 w 291"/>
                <a:gd name="T13" fmla="*/ 73 h 373"/>
                <a:gd name="T14" fmla="*/ 254 w 291"/>
                <a:gd name="T15" fmla="*/ 372 h 373"/>
                <a:gd name="T16" fmla="*/ 290 w 291"/>
                <a:gd name="T17" fmla="*/ 372 h 373"/>
                <a:gd name="T18" fmla="*/ 290 w 291"/>
                <a:gd name="T19" fmla="*/ 0 h 373"/>
                <a:gd name="T20" fmla="*/ 256 w 291"/>
                <a:gd name="T21" fmla="*/ 0 h 373"/>
                <a:gd name="T22" fmla="*/ 256 w 291"/>
                <a:gd name="T23" fmla="*/ 276 h 373"/>
                <a:gd name="T24" fmla="*/ 256 w 291"/>
                <a:gd name="T25" fmla="*/ 300 h 373"/>
                <a:gd name="T26" fmla="*/ 257 w 291"/>
                <a:gd name="T27" fmla="*/ 319 h 373"/>
                <a:gd name="T28" fmla="*/ 256 w 291"/>
                <a:gd name="T29" fmla="*/ 319 h 373"/>
                <a:gd name="T30" fmla="*/ 249 w 291"/>
                <a:gd name="T31" fmla="*/ 307 h 373"/>
                <a:gd name="T32" fmla="*/ 240 w 291"/>
                <a:gd name="T33" fmla="*/ 294 h 373"/>
                <a:gd name="T34" fmla="*/ 37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3" y="68"/>
                    <a:pt x="33" y="62"/>
                  </a:cubicBezTo>
                  <a:cubicBezTo>
                    <a:pt x="33" y="57"/>
                    <a:pt x="33" y="53"/>
                    <a:pt x="33" y="50"/>
                  </a:cubicBezTo>
                  <a:cubicBezTo>
                    <a:pt x="35" y="50"/>
                    <a:pt x="35" y="50"/>
                    <a:pt x="35" y="50"/>
                  </a:cubicBezTo>
                  <a:cubicBezTo>
                    <a:pt x="36" y="54"/>
                    <a:pt x="37" y="57"/>
                    <a:pt x="40" y="61"/>
                  </a:cubicBezTo>
                  <a:cubicBezTo>
                    <a:pt x="43" y="65"/>
                    <a:pt x="46" y="69"/>
                    <a:pt x="48" y="73"/>
                  </a:cubicBezTo>
                  <a:cubicBezTo>
                    <a:pt x="254" y="372"/>
                    <a:pt x="254" y="372"/>
                    <a:pt x="254"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6" y="300"/>
                  </a:cubicBezTo>
                  <a:cubicBezTo>
                    <a:pt x="256" y="307"/>
                    <a:pt x="257" y="312"/>
                    <a:pt x="257" y="319"/>
                  </a:cubicBezTo>
                  <a:cubicBezTo>
                    <a:pt x="256" y="319"/>
                    <a:pt x="256" y="319"/>
                    <a:pt x="256" y="319"/>
                  </a:cubicBezTo>
                  <a:cubicBezTo>
                    <a:pt x="254" y="315"/>
                    <a:pt x="252" y="311"/>
                    <a:pt x="249" y="307"/>
                  </a:cubicBezTo>
                  <a:cubicBezTo>
                    <a:pt x="246" y="303"/>
                    <a:pt x="243" y="298"/>
                    <a:pt x="240" y="294"/>
                  </a:cubicBezTo>
                  <a:cubicBezTo>
                    <a:pt x="37" y="0"/>
                    <a:pt x="37" y="0"/>
                    <a:pt x="37"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 name="Freeform 14">
              <a:extLst>
                <a:ext uri="{FF2B5EF4-FFF2-40B4-BE49-F238E27FC236}">
                  <a16:creationId xmlns:a16="http://schemas.microsoft.com/office/drawing/2014/main" id="{855A5A37-E598-A502-25E7-A9D54EFE70E9}"/>
                </a:ext>
              </a:extLst>
            </p:cNvPr>
            <p:cNvSpPr>
              <a:spLocks noChangeArrowheads="1"/>
            </p:cNvSpPr>
            <p:nvPr/>
          </p:nvSpPr>
          <p:spPr bwMode="auto">
            <a:xfrm>
              <a:off x="5508625" y="793750"/>
              <a:ext cx="68263" cy="134938"/>
            </a:xfrm>
            <a:custGeom>
              <a:avLst/>
              <a:gdLst>
                <a:gd name="T0" fmla="*/ 190 w 191"/>
                <a:gd name="T1" fmla="*/ 340 h 373"/>
                <a:gd name="T2" fmla="*/ 35 w 191"/>
                <a:gd name="T3" fmla="*/ 340 h 373"/>
                <a:gd name="T4" fmla="*/ 35 w 191"/>
                <a:gd name="T5" fmla="*/ 199 h 373"/>
                <a:gd name="T6" fmla="*/ 172 w 191"/>
                <a:gd name="T7" fmla="*/ 199 h 373"/>
                <a:gd name="T8" fmla="*/ 172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2" y="199"/>
                  </a:lnTo>
                  <a:lnTo>
                    <a:pt x="172"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 name="Freeform 15">
              <a:extLst>
                <a:ext uri="{FF2B5EF4-FFF2-40B4-BE49-F238E27FC236}">
                  <a16:creationId xmlns:a16="http://schemas.microsoft.com/office/drawing/2014/main" id="{3DF7FDB4-F223-8D00-E6CE-C83A2E400A4C}"/>
                </a:ext>
              </a:extLst>
            </p:cNvPr>
            <p:cNvSpPr>
              <a:spLocks noChangeArrowheads="1"/>
            </p:cNvSpPr>
            <p:nvPr/>
          </p:nvSpPr>
          <p:spPr bwMode="auto">
            <a:xfrm>
              <a:off x="5657850" y="7937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 name="Freeform 16">
              <a:extLst>
                <a:ext uri="{FF2B5EF4-FFF2-40B4-BE49-F238E27FC236}">
                  <a16:creationId xmlns:a16="http://schemas.microsoft.com/office/drawing/2014/main" id="{2C6C6199-288D-E455-9A8D-3920841DA5D4}"/>
                </a:ext>
              </a:extLst>
            </p:cNvPr>
            <p:cNvSpPr>
              <a:spLocks noChangeArrowheads="1"/>
            </p:cNvSpPr>
            <p:nvPr/>
          </p:nvSpPr>
          <p:spPr bwMode="auto">
            <a:xfrm>
              <a:off x="5697538" y="792163"/>
              <a:ext cx="96837" cy="138112"/>
            </a:xfrm>
            <a:custGeom>
              <a:avLst/>
              <a:gdLst>
                <a:gd name="T0" fmla="*/ 47 w 271"/>
                <a:gd name="T1" fmla="*/ 332 h 385"/>
                <a:gd name="T2" fmla="*/ 47 w 271"/>
                <a:gd name="T3" fmla="*/ 332 h 385"/>
                <a:gd name="T4" fmla="*/ 102 w 271"/>
                <a:gd name="T5" fmla="*/ 370 h 385"/>
                <a:gd name="T6" fmla="*/ 172 w 271"/>
                <a:gd name="T7" fmla="*/ 384 h 385"/>
                <a:gd name="T8" fmla="*/ 270 w 271"/>
                <a:gd name="T9" fmla="*/ 365 h 385"/>
                <a:gd name="T10" fmla="*/ 270 w 271"/>
                <a:gd name="T11" fmla="*/ 330 h 385"/>
                <a:gd name="T12" fmla="*/ 176 w 271"/>
                <a:gd name="T13" fmla="*/ 354 h 385"/>
                <a:gd name="T14" fmla="*/ 116 w 271"/>
                <a:gd name="T15" fmla="*/ 341 h 385"/>
                <a:gd name="T16" fmla="*/ 71 w 271"/>
                <a:gd name="T17" fmla="*/ 307 h 385"/>
                <a:gd name="T18" fmla="*/ 44 w 271"/>
                <a:gd name="T19" fmla="*/ 257 h 385"/>
                <a:gd name="T20" fmla="*/ 36 w 271"/>
                <a:gd name="T21" fmla="*/ 198 h 385"/>
                <a:gd name="T22" fmla="*/ 45 w 271"/>
                <a:gd name="T23" fmla="*/ 131 h 385"/>
                <a:gd name="T24" fmla="*/ 74 w 271"/>
                <a:gd name="T25" fmla="*/ 79 h 385"/>
                <a:gd name="T26" fmla="*/ 121 w 271"/>
                <a:gd name="T27" fmla="*/ 44 h 385"/>
                <a:gd name="T28" fmla="*/ 186 w 271"/>
                <a:gd name="T29" fmla="*/ 32 h 385"/>
                <a:gd name="T30" fmla="*/ 270 w 271"/>
                <a:gd name="T31" fmla="*/ 51 h 385"/>
                <a:gd name="T32" fmla="*/ 270 w 271"/>
                <a:gd name="T33" fmla="*/ 15 h 385"/>
                <a:gd name="T34" fmla="*/ 186 w 271"/>
                <a:gd name="T35" fmla="*/ 0 h 385"/>
                <a:gd name="T36" fmla="*/ 109 w 271"/>
                <a:gd name="T37" fmla="*/ 15 h 385"/>
                <a:gd name="T38" fmla="*/ 49 w 271"/>
                <a:gd name="T39" fmla="*/ 58 h 385"/>
                <a:gd name="T40" fmla="*/ 12 w 271"/>
                <a:gd name="T41" fmla="*/ 122 h 385"/>
                <a:gd name="T42" fmla="*/ 0 w 271"/>
                <a:gd name="T43" fmla="*/ 199 h 385"/>
                <a:gd name="T44" fmla="*/ 12 w 271"/>
                <a:gd name="T45" fmla="*/ 274 h 385"/>
                <a:gd name="T46" fmla="*/ 47 w 271"/>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5">
                  <a:moveTo>
                    <a:pt x="47" y="332"/>
                  </a:moveTo>
                  <a:lnTo>
                    <a:pt x="47" y="332"/>
                  </a:lnTo>
                  <a:cubicBezTo>
                    <a:pt x="62" y="348"/>
                    <a:pt x="80" y="362"/>
                    <a:pt x="102" y="370"/>
                  </a:cubicBezTo>
                  <a:cubicBezTo>
                    <a:pt x="123" y="380"/>
                    <a:pt x="146" y="384"/>
                    <a:pt x="172" y="384"/>
                  </a:cubicBezTo>
                  <a:cubicBezTo>
                    <a:pt x="210" y="384"/>
                    <a:pt x="243" y="377"/>
                    <a:pt x="270" y="365"/>
                  </a:cubicBezTo>
                  <a:cubicBezTo>
                    <a:pt x="270" y="330"/>
                    <a:pt x="270" y="330"/>
                    <a:pt x="270" y="330"/>
                  </a:cubicBezTo>
                  <a:cubicBezTo>
                    <a:pt x="244" y="345"/>
                    <a:pt x="212" y="354"/>
                    <a:pt x="176" y="354"/>
                  </a:cubicBezTo>
                  <a:cubicBezTo>
                    <a:pt x="153" y="354"/>
                    <a:pt x="132" y="350"/>
                    <a:pt x="116" y="341"/>
                  </a:cubicBezTo>
                  <a:cubicBezTo>
                    <a:pt x="98" y="333"/>
                    <a:pt x="82" y="321"/>
                    <a:pt x="71" y="307"/>
                  </a:cubicBezTo>
                  <a:cubicBezTo>
                    <a:pt x="59" y="293"/>
                    <a:pt x="51" y="276"/>
                    <a:pt x="44" y="257"/>
                  </a:cubicBezTo>
                  <a:cubicBezTo>
                    <a:pt x="38" y="239"/>
                    <a:pt x="36" y="218"/>
                    <a:pt x="36" y="198"/>
                  </a:cubicBezTo>
                  <a:cubicBezTo>
                    <a:pt x="36" y="173"/>
                    <a:pt x="38" y="151"/>
                    <a:pt x="45" y="131"/>
                  </a:cubicBezTo>
                  <a:cubicBezTo>
                    <a:pt x="52" y="111"/>
                    <a:pt x="62" y="94"/>
                    <a:pt x="74" y="79"/>
                  </a:cubicBezTo>
                  <a:cubicBezTo>
                    <a:pt x="87" y="64"/>
                    <a:pt x="103" y="53"/>
                    <a:pt x="121" y="44"/>
                  </a:cubicBezTo>
                  <a:cubicBezTo>
                    <a:pt x="140" y="36"/>
                    <a:pt x="161" y="32"/>
                    <a:pt x="186" y="32"/>
                  </a:cubicBezTo>
                  <a:cubicBezTo>
                    <a:pt x="216" y="32"/>
                    <a:pt x="244" y="39"/>
                    <a:pt x="270" y="51"/>
                  </a:cubicBezTo>
                  <a:cubicBezTo>
                    <a:pt x="270" y="15"/>
                    <a:pt x="270" y="15"/>
                    <a:pt x="270" y="15"/>
                  </a:cubicBezTo>
                  <a:cubicBezTo>
                    <a:pt x="245" y="6"/>
                    <a:pt x="218" y="0"/>
                    <a:pt x="186" y="0"/>
                  </a:cubicBezTo>
                  <a:cubicBezTo>
                    <a:pt x="157" y="0"/>
                    <a:pt x="132" y="6"/>
                    <a:pt x="109" y="15"/>
                  </a:cubicBezTo>
                  <a:cubicBezTo>
                    <a:pt x="85" y="26"/>
                    <a:pt x="66" y="40"/>
                    <a:pt x="49" y="58"/>
                  </a:cubicBezTo>
                  <a:cubicBezTo>
                    <a:pt x="33" y="76"/>
                    <a:pt x="20" y="97"/>
                    <a:pt x="12" y="122"/>
                  </a:cubicBezTo>
                  <a:cubicBezTo>
                    <a:pt x="4" y="145"/>
                    <a:pt x="0" y="171"/>
                    <a:pt x="0" y="199"/>
                  </a:cubicBezTo>
                  <a:cubicBezTo>
                    <a:pt x="0" y="227"/>
                    <a:pt x="4" y="252"/>
                    <a:pt x="12" y="274"/>
                  </a:cubicBezTo>
                  <a:cubicBezTo>
                    <a:pt x="19" y="296"/>
                    <a:pt x="31"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 name="Freeform 17">
              <a:extLst>
                <a:ext uri="{FF2B5EF4-FFF2-40B4-BE49-F238E27FC236}">
                  <a16:creationId xmlns:a16="http://schemas.microsoft.com/office/drawing/2014/main" id="{87D82779-678A-AE08-0FC7-23170D28DEA8}"/>
                </a:ext>
              </a:extLst>
            </p:cNvPr>
            <p:cNvSpPr>
              <a:spLocks noChangeArrowheads="1"/>
            </p:cNvSpPr>
            <p:nvPr/>
          </p:nvSpPr>
          <p:spPr bwMode="auto">
            <a:xfrm>
              <a:off x="5813425"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4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5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9" y="311"/>
                    <a:pt x="331"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2" y="25"/>
                    <a:pt x="63" y="38"/>
                    <a:pt x="47" y="55"/>
                  </a:cubicBezTo>
                  <a:cubicBezTo>
                    <a:pt x="32" y="72"/>
                    <a:pt x="20" y="93"/>
                    <a:pt x="11" y="118"/>
                  </a:cubicBezTo>
                  <a:cubicBezTo>
                    <a:pt x="5" y="141"/>
                    <a:pt x="0" y="167"/>
                    <a:pt x="0" y="196"/>
                  </a:cubicBezTo>
                  <a:cubicBezTo>
                    <a:pt x="0" y="223"/>
                    <a:pt x="5" y="247"/>
                    <a:pt x="11" y="271"/>
                  </a:cubicBezTo>
                  <a:cubicBezTo>
                    <a:pt x="20" y="293"/>
                    <a:pt x="32" y="312"/>
                    <a:pt x="46" y="330"/>
                  </a:cubicBezTo>
                  <a:close/>
                  <a:moveTo>
                    <a:pt x="46" y="130"/>
                  </a:moveTo>
                  <a:lnTo>
                    <a:pt x="46" y="130"/>
                  </a:lnTo>
                  <a:cubicBezTo>
                    <a:pt x="52" y="111"/>
                    <a:pt x="61" y="94"/>
                    <a:pt x="72" y="79"/>
                  </a:cubicBezTo>
                  <a:cubicBezTo>
                    <a:pt x="85" y="65"/>
                    <a:pt x="99" y="53"/>
                    <a:pt x="116" y="44"/>
                  </a:cubicBezTo>
                  <a:cubicBezTo>
                    <a:pt x="134" y="36"/>
                    <a:pt x="154" y="32"/>
                    <a:pt x="176" y="32"/>
                  </a:cubicBezTo>
                  <a:cubicBezTo>
                    <a:pt x="201" y="32"/>
                    <a:pt x="221" y="36"/>
                    <a:pt x="238" y="44"/>
                  </a:cubicBezTo>
                  <a:cubicBezTo>
                    <a:pt x="256" y="53"/>
                    <a:pt x="270" y="65"/>
                    <a:pt x="281" y="79"/>
                  </a:cubicBezTo>
                  <a:cubicBezTo>
                    <a:pt x="292" y="94"/>
                    <a:pt x="300" y="111"/>
                    <a:pt x="306" y="130"/>
                  </a:cubicBezTo>
                  <a:cubicBezTo>
                    <a:pt x="311" y="149"/>
                    <a:pt x="314" y="170"/>
                    <a:pt x="314" y="192"/>
                  </a:cubicBezTo>
                  <a:cubicBezTo>
                    <a:pt x="314" y="216"/>
                    <a:pt x="310" y="238"/>
                    <a:pt x="304" y="257"/>
                  </a:cubicBezTo>
                  <a:cubicBezTo>
                    <a:pt x="299" y="276"/>
                    <a:pt x="289" y="293"/>
                    <a:pt x="278" y="308"/>
                  </a:cubicBezTo>
                  <a:cubicBezTo>
                    <a:pt x="266" y="322"/>
                    <a:pt x="252" y="333"/>
                    <a:pt x="234" y="341"/>
                  </a:cubicBezTo>
                  <a:cubicBezTo>
                    <a:pt x="216" y="350"/>
                    <a:pt x="197" y="354"/>
                    <a:pt x="173" y="354"/>
                  </a:cubicBezTo>
                  <a:cubicBezTo>
                    <a:pt x="150" y="354"/>
                    <a:pt x="130" y="348"/>
                    <a:pt x="112" y="340"/>
                  </a:cubicBezTo>
                  <a:cubicBezTo>
                    <a:pt x="96" y="332"/>
                    <a:pt x="81" y="319"/>
                    <a:pt x="69" y="304"/>
                  </a:cubicBezTo>
                  <a:cubicBezTo>
                    <a:pt x="58" y="290"/>
                    <a:pt x="50" y="272"/>
                    <a:pt x="45"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 name="Freeform 18">
              <a:extLst>
                <a:ext uri="{FF2B5EF4-FFF2-40B4-BE49-F238E27FC236}">
                  <a16:creationId xmlns:a16="http://schemas.microsoft.com/office/drawing/2014/main" id="{3ADAA30A-02FB-CD01-9917-5E170C69B4A2}"/>
                </a:ext>
              </a:extLst>
            </p:cNvPr>
            <p:cNvSpPr>
              <a:spLocks noChangeArrowheads="1"/>
            </p:cNvSpPr>
            <p:nvPr/>
          </p:nvSpPr>
          <p:spPr bwMode="auto">
            <a:xfrm>
              <a:off x="5965825" y="793750"/>
              <a:ext cx="104775" cy="134938"/>
            </a:xfrm>
            <a:custGeom>
              <a:avLst/>
              <a:gdLst>
                <a:gd name="T0" fmla="*/ 35 w 291"/>
                <a:gd name="T1" fmla="*/ 83 h 373"/>
                <a:gd name="T2" fmla="*/ 35 w 291"/>
                <a:gd name="T3" fmla="*/ 83 h 373"/>
                <a:gd name="T4" fmla="*/ 35 w 291"/>
                <a:gd name="T5" fmla="*/ 62 h 373"/>
                <a:gd name="T6" fmla="*/ 33 w 291"/>
                <a:gd name="T7" fmla="*/ 50 h 373"/>
                <a:gd name="T8" fmla="*/ 35 w 291"/>
                <a:gd name="T9" fmla="*/ 50 h 373"/>
                <a:gd name="T10" fmla="*/ 42 w 291"/>
                <a:gd name="T11" fmla="*/ 61 h 373"/>
                <a:gd name="T12" fmla="*/ 48 w 291"/>
                <a:gd name="T13" fmla="*/ 73 h 373"/>
                <a:gd name="T14" fmla="*/ 256 w 291"/>
                <a:gd name="T15" fmla="*/ 372 h 373"/>
                <a:gd name="T16" fmla="*/ 290 w 291"/>
                <a:gd name="T17" fmla="*/ 372 h 373"/>
                <a:gd name="T18" fmla="*/ 290 w 291"/>
                <a:gd name="T19" fmla="*/ 0 h 373"/>
                <a:gd name="T20" fmla="*/ 256 w 291"/>
                <a:gd name="T21" fmla="*/ 0 h 373"/>
                <a:gd name="T22" fmla="*/ 256 w 291"/>
                <a:gd name="T23" fmla="*/ 276 h 373"/>
                <a:gd name="T24" fmla="*/ 257 w 291"/>
                <a:gd name="T25" fmla="*/ 300 h 373"/>
                <a:gd name="T26" fmla="*/ 258 w 291"/>
                <a:gd name="T27" fmla="*/ 319 h 373"/>
                <a:gd name="T28" fmla="*/ 257 w 291"/>
                <a:gd name="T29" fmla="*/ 319 h 373"/>
                <a:gd name="T30" fmla="*/ 250 w 291"/>
                <a:gd name="T31" fmla="*/ 307 h 373"/>
                <a:gd name="T32" fmla="*/ 242 w 291"/>
                <a:gd name="T33" fmla="*/ 294 h 373"/>
                <a:gd name="T34" fmla="*/ 39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5" y="68"/>
                    <a:pt x="35" y="62"/>
                  </a:cubicBezTo>
                  <a:cubicBezTo>
                    <a:pt x="35" y="57"/>
                    <a:pt x="35" y="53"/>
                    <a:pt x="33" y="50"/>
                  </a:cubicBezTo>
                  <a:cubicBezTo>
                    <a:pt x="35" y="50"/>
                    <a:pt x="35" y="50"/>
                    <a:pt x="35" y="50"/>
                  </a:cubicBezTo>
                  <a:cubicBezTo>
                    <a:pt x="37" y="54"/>
                    <a:pt x="39" y="57"/>
                    <a:pt x="42" y="61"/>
                  </a:cubicBezTo>
                  <a:cubicBezTo>
                    <a:pt x="44" y="65"/>
                    <a:pt x="46" y="69"/>
                    <a:pt x="48" y="73"/>
                  </a:cubicBezTo>
                  <a:cubicBezTo>
                    <a:pt x="256" y="372"/>
                    <a:pt x="256" y="372"/>
                    <a:pt x="256"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7" y="300"/>
                  </a:cubicBezTo>
                  <a:cubicBezTo>
                    <a:pt x="257" y="307"/>
                    <a:pt x="257" y="312"/>
                    <a:pt x="258" y="319"/>
                  </a:cubicBezTo>
                  <a:cubicBezTo>
                    <a:pt x="257" y="319"/>
                    <a:pt x="257" y="319"/>
                    <a:pt x="257" y="319"/>
                  </a:cubicBezTo>
                  <a:cubicBezTo>
                    <a:pt x="254" y="315"/>
                    <a:pt x="253" y="311"/>
                    <a:pt x="250" y="307"/>
                  </a:cubicBezTo>
                  <a:cubicBezTo>
                    <a:pt x="247" y="303"/>
                    <a:pt x="245" y="298"/>
                    <a:pt x="242" y="294"/>
                  </a:cubicBezTo>
                  <a:cubicBezTo>
                    <a:pt x="39" y="0"/>
                    <a:pt x="39" y="0"/>
                    <a:pt x="39"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 name="Freeform 19">
              <a:extLst>
                <a:ext uri="{FF2B5EF4-FFF2-40B4-BE49-F238E27FC236}">
                  <a16:creationId xmlns:a16="http://schemas.microsoft.com/office/drawing/2014/main" id="{7CB5C310-59EC-BB85-7471-7BB99B2F41E1}"/>
                </a:ext>
              </a:extLst>
            </p:cNvPr>
            <p:cNvSpPr>
              <a:spLocks noChangeArrowheads="1"/>
            </p:cNvSpPr>
            <p:nvPr/>
          </p:nvSpPr>
          <p:spPr bwMode="auto">
            <a:xfrm>
              <a:off x="6099175" y="792163"/>
              <a:ext cx="76200" cy="138112"/>
            </a:xfrm>
            <a:custGeom>
              <a:avLst/>
              <a:gdLst>
                <a:gd name="T0" fmla="*/ 175 w 211"/>
                <a:gd name="T1" fmla="*/ 359 h 385"/>
                <a:gd name="T2" fmla="*/ 175 w 211"/>
                <a:gd name="T3" fmla="*/ 359 h 385"/>
                <a:gd name="T4" fmla="*/ 200 w 211"/>
                <a:gd name="T5" fmla="*/ 329 h 385"/>
                <a:gd name="T6" fmla="*/ 210 w 211"/>
                <a:gd name="T7" fmla="*/ 286 h 385"/>
                <a:gd name="T8" fmla="*/ 204 w 211"/>
                <a:gd name="T9" fmla="*/ 254 h 385"/>
                <a:gd name="T10" fmla="*/ 186 w 211"/>
                <a:gd name="T11" fmla="*/ 227 h 385"/>
                <a:gd name="T12" fmla="*/ 157 w 211"/>
                <a:gd name="T13" fmla="*/ 202 h 385"/>
                <a:gd name="T14" fmla="*/ 117 w 211"/>
                <a:gd name="T15" fmla="*/ 178 h 385"/>
                <a:gd name="T16" fmla="*/ 80 w 211"/>
                <a:gd name="T17" fmla="*/ 158 h 385"/>
                <a:gd name="T18" fmla="*/ 55 w 211"/>
                <a:gd name="T19" fmla="*/ 138 h 385"/>
                <a:gd name="T20" fmla="*/ 41 w 211"/>
                <a:gd name="T21" fmla="*/ 119 h 385"/>
                <a:gd name="T22" fmla="*/ 37 w 211"/>
                <a:gd name="T23" fmla="*/ 94 h 385"/>
                <a:gd name="T24" fmla="*/ 43 w 211"/>
                <a:gd name="T25" fmla="*/ 66 h 385"/>
                <a:gd name="T26" fmla="*/ 61 w 211"/>
                <a:gd name="T27" fmla="*/ 47 h 385"/>
                <a:gd name="T28" fmla="*/ 86 w 211"/>
                <a:gd name="T29" fmla="*/ 36 h 385"/>
                <a:gd name="T30" fmla="*/ 117 w 211"/>
                <a:gd name="T31" fmla="*/ 32 h 385"/>
                <a:gd name="T32" fmla="*/ 195 w 211"/>
                <a:gd name="T33" fmla="*/ 51 h 385"/>
                <a:gd name="T34" fmla="*/ 195 w 211"/>
                <a:gd name="T35" fmla="*/ 13 h 385"/>
                <a:gd name="T36" fmla="*/ 122 w 211"/>
                <a:gd name="T37" fmla="*/ 0 h 385"/>
                <a:gd name="T38" fmla="*/ 75 w 211"/>
                <a:gd name="T39" fmla="*/ 7 h 385"/>
                <a:gd name="T40" fmla="*/ 36 w 211"/>
                <a:gd name="T41" fmla="*/ 26 h 385"/>
                <a:gd name="T42" fmla="*/ 11 w 211"/>
                <a:gd name="T43" fmla="*/ 57 h 385"/>
                <a:gd name="T44" fmla="*/ 1 w 211"/>
                <a:gd name="T45" fmla="*/ 97 h 385"/>
                <a:gd name="T46" fmla="*/ 6 w 211"/>
                <a:gd name="T47" fmla="*/ 129 h 385"/>
                <a:gd name="T48" fmla="*/ 22 w 211"/>
                <a:gd name="T49" fmla="*/ 155 h 385"/>
                <a:gd name="T50" fmla="*/ 50 w 211"/>
                <a:gd name="T51" fmla="*/ 178 h 385"/>
                <a:gd name="T52" fmla="*/ 90 w 211"/>
                <a:gd name="T53" fmla="*/ 203 h 385"/>
                <a:gd name="T54" fmla="*/ 127 w 211"/>
                <a:gd name="T55" fmla="*/ 225 h 385"/>
                <a:gd name="T56" fmla="*/ 153 w 211"/>
                <a:gd name="T57" fmla="*/ 243 h 385"/>
                <a:gd name="T58" fmla="*/ 168 w 211"/>
                <a:gd name="T59" fmla="*/ 264 h 385"/>
                <a:gd name="T60" fmla="*/ 174 w 211"/>
                <a:gd name="T61" fmla="*/ 290 h 385"/>
                <a:gd name="T62" fmla="*/ 153 w 211"/>
                <a:gd name="T63" fmla="*/ 337 h 385"/>
                <a:gd name="T64" fmla="*/ 90 w 211"/>
                <a:gd name="T65" fmla="*/ 354 h 385"/>
                <a:gd name="T66" fmla="*/ 66 w 211"/>
                <a:gd name="T67" fmla="*/ 351 h 385"/>
                <a:gd name="T68" fmla="*/ 43 w 211"/>
                <a:gd name="T69" fmla="*/ 345 h 385"/>
                <a:gd name="T70" fmla="*/ 21 w 211"/>
                <a:gd name="T71" fmla="*/ 336 h 385"/>
                <a:gd name="T72" fmla="*/ 0 w 211"/>
                <a:gd name="T73" fmla="*/ 323 h 385"/>
                <a:gd name="T74" fmla="*/ 0 w 211"/>
                <a:gd name="T75" fmla="*/ 363 h 385"/>
                <a:gd name="T76" fmla="*/ 18 w 211"/>
                <a:gd name="T77" fmla="*/ 372 h 385"/>
                <a:gd name="T78" fmla="*/ 41 w 211"/>
                <a:gd name="T79" fmla="*/ 379 h 385"/>
                <a:gd name="T80" fmla="*/ 66 w 211"/>
                <a:gd name="T81" fmla="*/ 383 h 385"/>
                <a:gd name="T82" fmla="*/ 87 w 211"/>
                <a:gd name="T83" fmla="*/ 384 h 385"/>
                <a:gd name="T84" fmla="*/ 137 w 211"/>
                <a:gd name="T85" fmla="*/ 379 h 385"/>
                <a:gd name="T86" fmla="*/ 175 w 211"/>
                <a:gd name="T87" fmla="*/ 35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175" y="359"/>
                  </a:moveTo>
                  <a:lnTo>
                    <a:pt x="175" y="359"/>
                  </a:lnTo>
                  <a:cubicBezTo>
                    <a:pt x="186" y="351"/>
                    <a:pt x="195" y="341"/>
                    <a:pt x="200" y="329"/>
                  </a:cubicBezTo>
                  <a:cubicBezTo>
                    <a:pt x="207" y="316"/>
                    <a:pt x="210" y="303"/>
                    <a:pt x="210" y="286"/>
                  </a:cubicBezTo>
                  <a:cubicBezTo>
                    <a:pt x="210" y="275"/>
                    <a:pt x="209" y="264"/>
                    <a:pt x="204" y="254"/>
                  </a:cubicBezTo>
                  <a:cubicBezTo>
                    <a:pt x="200" y="245"/>
                    <a:pt x="195" y="235"/>
                    <a:pt x="186" y="227"/>
                  </a:cubicBezTo>
                  <a:cubicBezTo>
                    <a:pt x="180" y="218"/>
                    <a:pt x="170" y="210"/>
                    <a:pt x="157" y="202"/>
                  </a:cubicBezTo>
                  <a:cubicBezTo>
                    <a:pt x="146" y="195"/>
                    <a:pt x="133" y="187"/>
                    <a:pt x="117" y="178"/>
                  </a:cubicBezTo>
                  <a:cubicBezTo>
                    <a:pt x="102" y="170"/>
                    <a:pt x="90" y="163"/>
                    <a:pt x="80" y="158"/>
                  </a:cubicBezTo>
                  <a:cubicBezTo>
                    <a:pt x="69" y="151"/>
                    <a:pt x="61" y="145"/>
                    <a:pt x="55" y="138"/>
                  </a:cubicBezTo>
                  <a:cubicBezTo>
                    <a:pt x="48" y="133"/>
                    <a:pt x="44" y="126"/>
                    <a:pt x="41" y="119"/>
                  </a:cubicBezTo>
                  <a:cubicBezTo>
                    <a:pt x="39" y="112"/>
                    <a:pt x="37" y="104"/>
                    <a:pt x="37" y="94"/>
                  </a:cubicBezTo>
                  <a:cubicBezTo>
                    <a:pt x="37" y="83"/>
                    <a:pt x="39" y="75"/>
                    <a:pt x="43" y="66"/>
                  </a:cubicBezTo>
                  <a:cubicBezTo>
                    <a:pt x="47" y="60"/>
                    <a:pt x="54" y="53"/>
                    <a:pt x="61" y="47"/>
                  </a:cubicBezTo>
                  <a:cubicBezTo>
                    <a:pt x="68" y="43"/>
                    <a:pt x="76" y="39"/>
                    <a:pt x="86" y="36"/>
                  </a:cubicBezTo>
                  <a:cubicBezTo>
                    <a:pt x="95" y="33"/>
                    <a:pt x="106" y="32"/>
                    <a:pt x="117" y="32"/>
                  </a:cubicBezTo>
                  <a:cubicBezTo>
                    <a:pt x="146" y="32"/>
                    <a:pt x="173" y="38"/>
                    <a:pt x="195" y="51"/>
                  </a:cubicBezTo>
                  <a:cubicBezTo>
                    <a:pt x="195" y="13"/>
                    <a:pt x="195" y="13"/>
                    <a:pt x="195" y="13"/>
                  </a:cubicBezTo>
                  <a:cubicBezTo>
                    <a:pt x="175" y="4"/>
                    <a:pt x="151" y="0"/>
                    <a:pt x="122" y="0"/>
                  </a:cubicBezTo>
                  <a:cubicBezTo>
                    <a:pt x="105" y="0"/>
                    <a:pt x="90" y="3"/>
                    <a:pt x="75" y="7"/>
                  </a:cubicBezTo>
                  <a:cubicBezTo>
                    <a:pt x="59" y="11"/>
                    <a:pt x="47" y="18"/>
                    <a:pt x="36" y="26"/>
                  </a:cubicBezTo>
                  <a:cubicBezTo>
                    <a:pt x="25" y="35"/>
                    <a:pt x="17" y="44"/>
                    <a:pt x="11" y="57"/>
                  </a:cubicBezTo>
                  <a:cubicBezTo>
                    <a:pt x="4" y="69"/>
                    <a:pt x="1" y="82"/>
                    <a:pt x="1" y="97"/>
                  </a:cubicBezTo>
                  <a:cubicBezTo>
                    <a:pt x="1" y="109"/>
                    <a:pt x="3" y="120"/>
                    <a:pt x="6" y="129"/>
                  </a:cubicBezTo>
                  <a:cubicBezTo>
                    <a:pt x="10" y="138"/>
                    <a:pt x="15" y="147"/>
                    <a:pt x="22" y="155"/>
                  </a:cubicBezTo>
                  <a:cubicBezTo>
                    <a:pt x="29" y="163"/>
                    <a:pt x="39" y="171"/>
                    <a:pt x="50" y="178"/>
                  </a:cubicBezTo>
                  <a:cubicBezTo>
                    <a:pt x="61" y="187"/>
                    <a:pt x="75" y="195"/>
                    <a:pt x="90" y="203"/>
                  </a:cubicBezTo>
                  <a:cubicBezTo>
                    <a:pt x="105" y="212"/>
                    <a:pt x="117" y="218"/>
                    <a:pt x="127" y="225"/>
                  </a:cubicBezTo>
                  <a:cubicBezTo>
                    <a:pt x="138" y="231"/>
                    <a:pt x="146" y="238"/>
                    <a:pt x="153" y="243"/>
                  </a:cubicBezTo>
                  <a:cubicBezTo>
                    <a:pt x="160" y="250"/>
                    <a:pt x="166" y="257"/>
                    <a:pt x="168" y="264"/>
                  </a:cubicBezTo>
                  <a:cubicBezTo>
                    <a:pt x="173" y="272"/>
                    <a:pt x="174" y="281"/>
                    <a:pt x="174" y="290"/>
                  </a:cubicBezTo>
                  <a:cubicBezTo>
                    <a:pt x="174" y="311"/>
                    <a:pt x="167" y="326"/>
                    <a:pt x="153" y="337"/>
                  </a:cubicBezTo>
                  <a:cubicBezTo>
                    <a:pt x="139" y="348"/>
                    <a:pt x="117" y="354"/>
                    <a:pt x="90" y="354"/>
                  </a:cubicBezTo>
                  <a:cubicBezTo>
                    <a:pt x="83" y="354"/>
                    <a:pt x="75" y="352"/>
                    <a:pt x="66" y="351"/>
                  </a:cubicBezTo>
                  <a:cubicBezTo>
                    <a:pt x="59" y="350"/>
                    <a:pt x="51" y="348"/>
                    <a:pt x="43" y="345"/>
                  </a:cubicBezTo>
                  <a:cubicBezTo>
                    <a:pt x="36" y="343"/>
                    <a:pt x="28" y="340"/>
                    <a:pt x="21" y="336"/>
                  </a:cubicBezTo>
                  <a:cubicBezTo>
                    <a:pt x="12" y="333"/>
                    <a:pt x="6" y="329"/>
                    <a:pt x="0" y="323"/>
                  </a:cubicBezTo>
                  <a:cubicBezTo>
                    <a:pt x="0" y="363"/>
                    <a:pt x="0" y="363"/>
                    <a:pt x="0" y="363"/>
                  </a:cubicBezTo>
                  <a:cubicBezTo>
                    <a:pt x="4" y="368"/>
                    <a:pt x="10" y="370"/>
                    <a:pt x="18" y="372"/>
                  </a:cubicBezTo>
                  <a:cubicBezTo>
                    <a:pt x="25" y="375"/>
                    <a:pt x="33" y="377"/>
                    <a:pt x="41" y="379"/>
                  </a:cubicBezTo>
                  <a:cubicBezTo>
                    <a:pt x="50" y="380"/>
                    <a:pt x="58" y="381"/>
                    <a:pt x="66" y="383"/>
                  </a:cubicBezTo>
                  <a:cubicBezTo>
                    <a:pt x="75" y="384"/>
                    <a:pt x="82" y="384"/>
                    <a:pt x="87" y="384"/>
                  </a:cubicBezTo>
                  <a:cubicBezTo>
                    <a:pt x="105" y="384"/>
                    <a:pt x="122" y="383"/>
                    <a:pt x="137" y="379"/>
                  </a:cubicBezTo>
                  <a:cubicBezTo>
                    <a:pt x="152" y="375"/>
                    <a:pt x="164" y="368"/>
                    <a:pt x="175" y="3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 name="Group 25">
            <a:extLst>
              <a:ext uri="{FF2B5EF4-FFF2-40B4-BE49-F238E27FC236}">
                <a16:creationId xmlns:a16="http://schemas.microsoft.com/office/drawing/2014/main" id="{0578916B-3B84-F5F6-32CD-9164B6B5A30C}"/>
              </a:ext>
            </a:extLst>
          </p:cNvPr>
          <p:cNvGrpSpPr/>
          <p:nvPr/>
        </p:nvGrpSpPr>
        <p:grpSpPr>
          <a:xfrm>
            <a:off x="6342583" y="1398216"/>
            <a:ext cx="255587" cy="223837"/>
            <a:chOff x="5186363" y="1716088"/>
            <a:chExt cx="255587" cy="223837"/>
          </a:xfrm>
          <a:solidFill>
            <a:schemeClr val="tx2"/>
          </a:solidFill>
        </p:grpSpPr>
        <p:sp>
          <p:nvSpPr>
            <p:cNvPr id="24" name="Freeform 20">
              <a:extLst>
                <a:ext uri="{FF2B5EF4-FFF2-40B4-BE49-F238E27FC236}">
                  <a16:creationId xmlns:a16="http://schemas.microsoft.com/office/drawing/2014/main" id="{81078C4B-9F13-0DCB-28B0-0A3EAEB6EB2E}"/>
                </a:ext>
              </a:extLst>
            </p:cNvPr>
            <p:cNvSpPr>
              <a:spLocks noChangeArrowheads="1"/>
            </p:cNvSpPr>
            <p:nvPr/>
          </p:nvSpPr>
          <p:spPr bwMode="auto">
            <a:xfrm>
              <a:off x="5186363" y="1716088"/>
              <a:ext cx="201612" cy="201612"/>
            </a:xfrm>
            <a:custGeom>
              <a:avLst/>
              <a:gdLst>
                <a:gd name="T0" fmla="*/ 44 w 560"/>
                <a:gd name="T1" fmla="*/ 413 h 562"/>
                <a:gd name="T2" fmla="*/ 44 w 560"/>
                <a:gd name="T3" fmla="*/ 413 h 562"/>
                <a:gd name="T4" fmla="*/ 117 w 560"/>
                <a:gd name="T5" fmla="*/ 413 h 562"/>
                <a:gd name="T6" fmla="*/ 117 w 560"/>
                <a:gd name="T7" fmla="*/ 545 h 562"/>
                <a:gd name="T8" fmla="*/ 125 w 560"/>
                <a:gd name="T9" fmla="*/ 559 h 562"/>
                <a:gd name="T10" fmla="*/ 141 w 560"/>
                <a:gd name="T11" fmla="*/ 558 h 562"/>
                <a:gd name="T12" fmla="*/ 344 w 560"/>
                <a:gd name="T13" fmla="*/ 413 h 562"/>
                <a:gd name="T14" fmla="*/ 515 w 560"/>
                <a:gd name="T15" fmla="*/ 413 h 562"/>
                <a:gd name="T16" fmla="*/ 559 w 560"/>
                <a:gd name="T17" fmla="*/ 369 h 562"/>
                <a:gd name="T18" fmla="*/ 559 w 560"/>
                <a:gd name="T19" fmla="*/ 44 h 562"/>
                <a:gd name="T20" fmla="*/ 515 w 560"/>
                <a:gd name="T21" fmla="*/ 0 h 562"/>
                <a:gd name="T22" fmla="*/ 44 w 560"/>
                <a:gd name="T23" fmla="*/ 0 h 562"/>
                <a:gd name="T24" fmla="*/ 0 w 560"/>
                <a:gd name="T25" fmla="*/ 44 h 562"/>
                <a:gd name="T26" fmla="*/ 0 w 560"/>
                <a:gd name="T27" fmla="*/ 369 h 562"/>
                <a:gd name="T28" fmla="*/ 44 w 560"/>
                <a:gd name="T29" fmla="*/ 413 h 562"/>
                <a:gd name="T30" fmla="*/ 29 w 560"/>
                <a:gd name="T31" fmla="*/ 44 h 562"/>
                <a:gd name="T32" fmla="*/ 29 w 560"/>
                <a:gd name="T33" fmla="*/ 44 h 562"/>
                <a:gd name="T34" fmla="*/ 44 w 560"/>
                <a:gd name="T35" fmla="*/ 30 h 562"/>
                <a:gd name="T36" fmla="*/ 515 w 560"/>
                <a:gd name="T37" fmla="*/ 30 h 562"/>
                <a:gd name="T38" fmla="*/ 515 w 560"/>
                <a:gd name="T39" fmla="*/ 30 h 562"/>
                <a:gd name="T40" fmla="*/ 530 w 560"/>
                <a:gd name="T41" fmla="*/ 44 h 562"/>
                <a:gd name="T42" fmla="*/ 530 w 560"/>
                <a:gd name="T43" fmla="*/ 369 h 562"/>
                <a:gd name="T44" fmla="*/ 515 w 560"/>
                <a:gd name="T45" fmla="*/ 384 h 562"/>
                <a:gd name="T46" fmla="*/ 338 w 560"/>
                <a:gd name="T47" fmla="*/ 384 h 562"/>
                <a:gd name="T48" fmla="*/ 330 w 560"/>
                <a:gd name="T49" fmla="*/ 387 h 562"/>
                <a:gd name="T50" fmla="*/ 147 w 560"/>
                <a:gd name="T51" fmla="*/ 516 h 562"/>
                <a:gd name="T52" fmla="*/ 147 w 560"/>
                <a:gd name="T53" fmla="*/ 398 h 562"/>
                <a:gd name="T54" fmla="*/ 143 w 560"/>
                <a:gd name="T55" fmla="*/ 388 h 562"/>
                <a:gd name="T56" fmla="*/ 132 w 560"/>
                <a:gd name="T57" fmla="*/ 384 h 562"/>
                <a:gd name="T58" fmla="*/ 44 w 560"/>
                <a:gd name="T59" fmla="*/ 384 h 562"/>
                <a:gd name="T60" fmla="*/ 29 w 560"/>
                <a:gd name="T61" fmla="*/ 369 h 562"/>
                <a:gd name="T62" fmla="*/ 29 w 560"/>
                <a:gd name="T63" fmla="*/ 44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0" h="562">
                  <a:moveTo>
                    <a:pt x="44" y="413"/>
                  </a:moveTo>
                  <a:lnTo>
                    <a:pt x="44" y="413"/>
                  </a:lnTo>
                  <a:cubicBezTo>
                    <a:pt x="117" y="413"/>
                    <a:pt x="117" y="413"/>
                    <a:pt x="117" y="413"/>
                  </a:cubicBezTo>
                  <a:cubicBezTo>
                    <a:pt x="117" y="545"/>
                    <a:pt x="117" y="545"/>
                    <a:pt x="117" y="545"/>
                  </a:cubicBezTo>
                  <a:cubicBezTo>
                    <a:pt x="117" y="551"/>
                    <a:pt x="121" y="556"/>
                    <a:pt x="125" y="559"/>
                  </a:cubicBezTo>
                  <a:cubicBezTo>
                    <a:pt x="131" y="561"/>
                    <a:pt x="136" y="561"/>
                    <a:pt x="141" y="558"/>
                  </a:cubicBezTo>
                  <a:cubicBezTo>
                    <a:pt x="344" y="413"/>
                    <a:pt x="344" y="413"/>
                    <a:pt x="344" y="413"/>
                  </a:cubicBezTo>
                  <a:cubicBezTo>
                    <a:pt x="515" y="413"/>
                    <a:pt x="515" y="413"/>
                    <a:pt x="515" y="413"/>
                  </a:cubicBezTo>
                  <a:cubicBezTo>
                    <a:pt x="540" y="413"/>
                    <a:pt x="559" y="393"/>
                    <a:pt x="559" y="369"/>
                  </a:cubicBezTo>
                  <a:cubicBezTo>
                    <a:pt x="559" y="44"/>
                    <a:pt x="559" y="44"/>
                    <a:pt x="559" y="44"/>
                  </a:cubicBezTo>
                  <a:cubicBezTo>
                    <a:pt x="559" y="20"/>
                    <a:pt x="540" y="0"/>
                    <a:pt x="515" y="0"/>
                  </a:cubicBezTo>
                  <a:cubicBezTo>
                    <a:pt x="44" y="0"/>
                    <a:pt x="44" y="0"/>
                    <a:pt x="44" y="0"/>
                  </a:cubicBezTo>
                  <a:cubicBezTo>
                    <a:pt x="19" y="0"/>
                    <a:pt x="0" y="20"/>
                    <a:pt x="0" y="44"/>
                  </a:cubicBezTo>
                  <a:cubicBezTo>
                    <a:pt x="0" y="369"/>
                    <a:pt x="0" y="369"/>
                    <a:pt x="0" y="369"/>
                  </a:cubicBezTo>
                  <a:cubicBezTo>
                    <a:pt x="0" y="393"/>
                    <a:pt x="19" y="413"/>
                    <a:pt x="44" y="413"/>
                  </a:cubicBezTo>
                  <a:close/>
                  <a:moveTo>
                    <a:pt x="29" y="44"/>
                  </a:moveTo>
                  <a:lnTo>
                    <a:pt x="29" y="44"/>
                  </a:lnTo>
                  <a:cubicBezTo>
                    <a:pt x="29" y="37"/>
                    <a:pt x="36" y="30"/>
                    <a:pt x="44" y="30"/>
                  </a:cubicBezTo>
                  <a:cubicBezTo>
                    <a:pt x="515" y="30"/>
                    <a:pt x="515" y="30"/>
                    <a:pt x="515" y="30"/>
                  </a:cubicBezTo>
                  <a:lnTo>
                    <a:pt x="515" y="30"/>
                  </a:lnTo>
                  <a:cubicBezTo>
                    <a:pt x="523" y="30"/>
                    <a:pt x="530" y="37"/>
                    <a:pt x="530" y="44"/>
                  </a:cubicBezTo>
                  <a:cubicBezTo>
                    <a:pt x="530" y="369"/>
                    <a:pt x="530" y="369"/>
                    <a:pt x="530" y="369"/>
                  </a:cubicBezTo>
                  <a:cubicBezTo>
                    <a:pt x="530" y="377"/>
                    <a:pt x="523" y="384"/>
                    <a:pt x="515" y="384"/>
                  </a:cubicBezTo>
                  <a:cubicBezTo>
                    <a:pt x="338" y="384"/>
                    <a:pt x="338" y="384"/>
                    <a:pt x="338" y="384"/>
                  </a:cubicBezTo>
                  <a:cubicBezTo>
                    <a:pt x="335" y="384"/>
                    <a:pt x="333" y="384"/>
                    <a:pt x="330" y="387"/>
                  </a:cubicBezTo>
                  <a:cubicBezTo>
                    <a:pt x="147" y="516"/>
                    <a:pt x="147" y="516"/>
                    <a:pt x="147" y="516"/>
                  </a:cubicBezTo>
                  <a:cubicBezTo>
                    <a:pt x="147" y="398"/>
                    <a:pt x="147" y="398"/>
                    <a:pt x="147" y="398"/>
                  </a:cubicBezTo>
                  <a:cubicBezTo>
                    <a:pt x="147" y="395"/>
                    <a:pt x="146" y="391"/>
                    <a:pt x="143" y="388"/>
                  </a:cubicBezTo>
                  <a:cubicBezTo>
                    <a:pt x="141" y="385"/>
                    <a:pt x="136" y="384"/>
                    <a:pt x="132" y="384"/>
                  </a:cubicBezTo>
                  <a:cubicBezTo>
                    <a:pt x="44" y="384"/>
                    <a:pt x="44" y="384"/>
                    <a:pt x="44" y="384"/>
                  </a:cubicBezTo>
                  <a:cubicBezTo>
                    <a:pt x="36" y="384"/>
                    <a:pt x="29" y="377"/>
                    <a:pt x="29" y="36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 name="Freeform 21">
              <a:extLst>
                <a:ext uri="{FF2B5EF4-FFF2-40B4-BE49-F238E27FC236}">
                  <a16:creationId xmlns:a16="http://schemas.microsoft.com/office/drawing/2014/main" id="{1F3A1DC3-11E2-E1C4-F453-5CEF69DDDA77}"/>
                </a:ext>
              </a:extLst>
            </p:cNvPr>
            <p:cNvSpPr>
              <a:spLocks noChangeArrowheads="1"/>
            </p:cNvSpPr>
            <p:nvPr/>
          </p:nvSpPr>
          <p:spPr bwMode="auto">
            <a:xfrm>
              <a:off x="5313363" y="1747838"/>
              <a:ext cx="128587" cy="192087"/>
            </a:xfrm>
            <a:custGeom>
              <a:avLst/>
              <a:gdLst>
                <a:gd name="T0" fmla="*/ 310 w 355"/>
                <a:gd name="T1" fmla="*/ 384 h 533"/>
                <a:gd name="T2" fmla="*/ 310 w 355"/>
                <a:gd name="T3" fmla="*/ 384 h 533"/>
                <a:gd name="T4" fmla="*/ 221 w 355"/>
                <a:gd name="T5" fmla="*/ 384 h 533"/>
                <a:gd name="T6" fmla="*/ 212 w 355"/>
                <a:gd name="T7" fmla="*/ 388 h 533"/>
                <a:gd name="T8" fmla="*/ 206 w 355"/>
                <a:gd name="T9" fmla="*/ 398 h 533"/>
                <a:gd name="T10" fmla="*/ 206 w 355"/>
                <a:gd name="T11" fmla="*/ 486 h 533"/>
                <a:gd name="T12" fmla="*/ 83 w 355"/>
                <a:gd name="T13" fmla="*/ 387 h 533"/>
                <a:gd name="T14" fmla="*/ 74 w 355"/>
                <a:gd name="T15" fmla="*/ 384 h 533"/>
                <a:gd name="T16" fmla="*/ 15 w 355"/>
                <a:gd name="T17" fmla="*/ 384 h 533"/>
                <a:gd name="T18" fmla="*/ 0 w 355"/>
                <a:gd name="T19" fmla="*/ 398 h 533"/>
                <a:gd name="T20" fmla="*/ 15 w 355"/>
                <a:gd name="T21" fmla="*/ 413 h 533"/>
                <a:gd name="T22" fmla="*/ 69 w 355"/>
                <a:gd name="T23" fmla="*/ 413 h 533"/>
                <a:gd name="T24" fmla="*/ 212 w 355"/>
                <a:gd name="T25" fmla="*/ 528 h 533"/>
                <a:gd name="T26" fmla="*/ 228 w 355"/>
                <a:gd name="T27" fmla="*/ 529 h 533"/>
                <a:gd name="T28" fmla="*/ 236 w 355"/>
                <a:gd name="T29" fmla="*/ 517 h 533"/>
                <a:gd name="T30" fmla="*/ 236 w 355"/>
                <a:gd name="T31" fmla="*/ 413 h 533"/>
                <a:gd name="T32" fmla="*/ 310 w 355"/>
                <a:gd name="T33" fmla="*/ 413 h 533"/>
                <a:gd name="T34" fmla="*/ 354 w 355"/>
                <a:gd name="T35" fmla="*/ 369 h 533"/>
                <a:gd name="T36" fmla="*/ 354 w 355"/>
                <a:gd name="T37" fmla="*/ 44 h 533"/>
                <a:gd name="T38" fmla="*/ 310 w 355"/>
                <a:gd name="T39" fmla="*/ 0 h 533"/>
                <a:gd name="T40" fmla="*/ 281 w 355"/>
                <a:gd name="T41" fmla="*/ 0 h 533"/>
                <a:gd name="T42" fmla="*/ 266 w 355"/>
                <a:gd name="T43" fmla="*/ 15 h 533"/>
                <a:gd name="T44" fmla="*/ 281 w 355"/>
                <a:gd name="T45" fmla="*/ 31 h 533"/>
                <a:gd name="T46" fmla="*/ 310 w 355"/>
                <a:gd name="T47" fmla="*/ 31 h 533"/>
                <a:gd name="T48" fmla="*/ 325 w 355"/>
                <a:gd name="T49" fmla="*/ 44 h 533"/>
                <a:gd name="T50" fmla="*/ 325 w 355"/>
                <a:gd name="T51" fmla="*/ 369 h 533"/>
                <a:gd name="T52" fmla="*/ 310 w 355"/>
                <a:gd name="T53" fmla="*/ 384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5" h="533">
                  <a:moveTo>
                    <a:pt x="310" y="384"/>
                  </a:moveTo>
                  <a:lnTo>
                    <a:pt x="310" y="384"/>
                  </a:lnTo>
                  <a:cubicBezTo>
                    <a:pt x="221" y="384"/>
                    <a:pt x="221" y="384"/>
                    <a:pt x="221" y="384"/>
                  </a:cubicBezTo>
                  <a:cubicBezTo>
                    <a:pt x="217" y="384"/>
                    <a:pt x="214" y="386"/>
                    <a:pt x="212" y="388"/>
                  </a:cubicBezTo>
                  <a:cubicBezTo>
                    <a:pt x="209" y="391"/>
                    <a:pt x="206" y="395"/>
                    <a:pt x="206" y="398"/>
                  </a:cubicBezTo>
                  <a:cubicBezTo>
                    <a:pt x="206" y="486"/>
                    <a:pt x="206" y="486"/>
                    <a:pt x="206" y="486"/>
                  </a:cubicBezTo>
                  <a:cubicBezTo>
                    <a:pt x="83" y="387"/>
                    <a:pt x="83" y="387"/>
                    <a:pt x="83" y="387"/>
                  </a:cubicBezTo>
                  <a:cubicBezTo>
                    <a:pt x="80" y="386"/>
                    <a:pt x="78" y="384"/>
                    <a:pt x="74" y="384"/>
                  </a:cubicBezTo>
                  <a:cubicBezTo>
                    <a:pt x="15" y="384"/>
                    <a:pt x="15" y="384"/>
                    <a:pt x="15" y="384"/>
                  </a:cubicBezTo>
                  <a:cubicBezTo>
                    <a:pt x="7" y="384"/>
                    <a:pt x="0" y="391"/>
                    <a:pt x="0" y="398"/>
                  </a:cubicBezTo>
                  <a:cubicBezTo>
                    <a:pt x="0" y="406"/>
                    <a:pt x="7" y="413"/>
                    <a:pt x="15" y="413"/>
                  </a:cubicBezTo>
                  <a:cubicBezTo>
                    <a:pt x="69" y="413"/>
                    <a:pt x="69" y="413"/>
                    <a:pt x="69" y="413"/>
                  </a:cubicBezTo>
                  <a:cubicBezTo>
                    <a:pt x="212" y="528"/>
                    <a:pt x="212" y="528"/>
                    <a:pt x="212" y="528"/>
                  </a:cubicBezTo>
                  <a:cubicBezTo>
                    <a:pt x="217" y="532"/>
                    <a:pt x="223" y="532"/>
                    <a:pt x="228" y="529"/>
                  </a:cubicBezTo>
                  <a:cubicBezTo>
                    <a:pt x="232" y="528"/>
                    <a:pt x="236" y="522"/>
                    <a:pt x="236" y="517"/>
                  </a:cubicBezTo>
                  <a:cubicBezTo>
                    <a:pt x="236" y="413"/>
                    <a:pt x="236" y="413"/>
                    <a:pt x="236" y="413"/>
                  </a:cubicBezTo>
                  <a:cubicBezTo>
                    <a:pt x="310" y="413"/>
                    <a:pt x="310" y="413"/>
                    <a:pt x="310" y="413"/>
                  </a:cubicBezTo>
                  <a:cubicBezTo>
                    <a:pt x="335" y="413"/>
                    <a:pt x="354" y="394"/>
                    <a:pt x="354" y="369"/>
                  </a:cubicBezTo>
                  <a:cubicBezTo>
                    <a:pt x="354" y="44"/>
                    <a:pt x="354" y="44"/>
                    <a:pt x="354" y="44"/>
                  </a:cubicBezTo>
                  <a:cubicBezTo>
                    <a:pt x="354" y="21"/>
                    <a:pt x="335" y="0"/>
                    <a:pt x="310" y="0"/>
                  </a:cubicBezTo>
                  <a:cubicBezTo>
                    <a:pt x="281" y="0"/>
                    <a:pt x="281" y="0"/>
                    <a:pt x="281" y="0"/>
                  </a:cubicBezTo>
                  <a:cubicBezTo>
                    <a:pt x="272" y="0"/>
                    <a:pt x="266" y="7"/>
                    <a:pt x="266" y="15"/>
                  </a:cubicBezTo>
                  <a:cubicBezTo>
                    <a:pt x="266" y="24"/>
                    <a:pt x="272" y="31"/>
                    <a:pt x="281" y="31"/>
                  </a:cubicBezTo>
                  <a:cubicBezTo>
                    <a:pt x="310" y="31"/>
                    <a:pt x="310" y="31"/>
                    <a:pt x="310" y="31"/>
                  </a:cubicBezTo>
                  <a:cubicBezTo>
                    <a:pt x="318" y="31"/>
                    <a:pt x="325" y="37"/>
                    <a:pt x="325" y="44"/>
                  </a:cubicBezTo>
                  <a:cubicBezTo>
                    <a:pt x="325" y="369"/>
                    <a:pt x="325" y="369"/>
                    <a:pt x="325" y="369"/>
                  </a:cubicBezTo>
                  <a:cubicBezTo>
                    <a:pt x="325" y="377"/>
                    <a:pt x="318" y="384"/>
                    <a:pt x="310"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26" name="Freeform 22">
            <a:extLst>
              <a:ext uri="{FF2B5EF4-FFF2-40B4-BE49-F238E27FC236}">
                <a16:creationId xmlns:a16="http://schemas.microsoft.com/office/drawing/2014/main" id="{75C44C7B-CBA0-42B3-CD05-635BFAA44CB6}"/>
              </a:ext>
            </a:extLst>
          </p:cNvPr>
          <p:cNvSpPr>
            <a:spLocks noChangeArrowheads="1"/>
          </p:cNvSpPr>
          <p:nvPr/>
        </p:nvSpPr>
        <p:spPr bwMode="auto">
          <a:xfrm>
            <a:off x="5324995" y="954509"/>
            <a:ext cx="255588" cy="106362"/>
          </a:xfrm>
          <a:custGeom>
            <a:avLst/>
            <a:gdLst>
              <a:gd name="T0" fmla="*/ 15 w 708"/>
              <a:gd name="T1" fmla="*/ 0 h 295"/>
              <a:gd name="T2" fmla="*/ 15 w 708"/>
              <a:gd name="T3" fmla="*/ 0 h 295"/>
              <a:gd name="T4" fmla="*/ 4 w 708"/>
              <a:gd name="T5" fmla="*/ 4 h 295"/>
              <a:gd name="T6" fmla="*/ 0 w 708"/>
              <a:gd name="T7" fmla="*/ 13 h 295"/>
              <a:gd name="T8" fmla="*/ 0 w 708"/>
              <a:gd name="T9" fmla="*/ 250 h 295"/>
              <a:gd name="T10" fmla="*/ 44 w 708"/>
              <a:gd name="T11" fmla="*/ 294 h 295"/>
              <a:gd name="T12" fmla="*/ 663 w 708"/>
              <a:gd name="T13" fmla="*/ 294 h 295"/>
              <a:gd name="T14" fmla="*/ 707 w 708"/>
              <a:gd name="T15" fmla="*/ 250 h 295"/>
              <a:gd name="T16" fmla="*/ 707 w 708"/>
              <a:gd name="T17" fmla="*/ 13 h 295"/>
              <a:gd name="T18" fmla="*/ 703 w 708"/>
              <a:gd name="T19" fmla="*/ 4 h 295"/>
              <a:gd name="T20" fmla="*/ 692 w 708"/>
              <a:gd name="T21" fmla="*/ 0 h 295"/>
              <a:gd name="T22" fmla="*/ 15 w 708"/>
              <a:gd name="T23" fmla="*/ 0 h 295"/>
              <a:gd name="T24" fmla="*/ 678 w 708"/>
              <a:gd name="T25" fmla="*/ 250 h 295"/>
              <a:gd name="T26" fmla="*/ 678 w 708"/>
              <a:gd name="T27" fmla="*/ 250 h 295"/>
              <a:gd name="T28" fmla="*/ 663 w 708"/>
              <a:gd name="T29" fmla="*/ 265 h 295"/>
              <a:gd name="T30" fmla="*/ 44 w 708"/>
              <a:gd name="T31" fmla="*/ 265 h 295"/>
              <a:gd name="T32" fmla="*/ 29 w 708"/>
              <a:gd name="T33" fmla="*/ 250 h 295"/>
              <a:gd name="T34" fmla="*/ 29 w 708"/>
              <a:gd name="T35" fmla="*/ 29 h 295"/>
              <a:gd name="T36" fmla="*/ 117 w 708"/>
              <a:gd name="T37" fmla="*/ 29 h 295"/>
              <a:gd name="T38" fmla="*/ 117 w 708"/>
              <a:gd name="T39" fmla="*/ 102 h 295"/>
              <a:gd name="T40" fmla="*/ 133 w 708"/>
              <a:gd name="T41" fmla="*/ 117 h 295"/>
              <a:gd name="T42" fmla="*/ 148 w 708"/>
              <a:gd name="T43" fmla="*/ 102 h 295"/>
              <a:gd name="T44" fmla="*/ 148 w 708"/>
              <a:gd name="T45" fmla="*/ 29 h 295"/>
              <a:gd name="T46" fmla="*/ 236 w 708"/>
              <a:gd name="T47" fmla="*/ 29 h 295"/>
              <a:gd name="T48" fmla="*/ 236 w 708"/>
              <a:gd name="T49" fmla="*/ 161 h 295"/>
              <a:gd name="T50" fmla="*/ 250 w 708"/>
              <a:gd name="T51" fmla="*/ 176 h 295"/>
              <a:gd name="T52" fmla="*/ 265 w 708"/>
              <a:gd name="T53" fmla="*/ 161 h 295"/>
              <a:gd name="T54" fmla="*/ 265 w 708"/>
              <a:gd name="T55" fmla="*/ 29 h 295"/>
              <a:gd name="T56" fmla="*/ 354 w 708"/>
              <a:gd name="T57" fmla="*/ 29 h 295"/>
              <a:gd name="T58" fmla="*/ 354 w 708"/>
              <a:gd name="T59" fmla="*/ 102 h 295"/>
              <a:gd name="T60" fmla="*/ 369 w 708"/>
              <a:gd name="T61" fmla="*/ 117 h 295"/>
              <a:gd name="T62" fmla="*/ 383 w 708"/>
              <a:gd name="T63" fmla="*/ 102 h 295"/>
              <a:gd name="T64" fmla="*/ 383 w 708"/>
              <a:gd name="T65" fmla="*/ 29 h 295"/>
              <a:gd name="T66" fmla="*/ 471 w 708"/>
              <a:gd name="T67" fmla="*/ 29 h 295"/>
              <a:gd name="T68" fmla="*/ 471 w 708"/>
              <a:gd name="T69" fmla="*/ 161 h 295"/>
              <a:gd name="T70" fmla="*/ 486 w 708"/>
              <a:gd name="T71" fmla="*/ 176 h 295"/>
              <a:gd name="T72" fmla="*/ 501 w 708"/>
              <a:gd name="T73" fmla="*/ 161 h 295"/>
              <a:gd name="T74" fmla="*/ 501 w 708"/>
              <a:gd name="T75" fmla="*/ 29 h 295"/>
              <a:gd name="T76" fmla="*/ 590 w 708"/>
              <a:gd name="T77" fmla="*/ 29 h 295"/>
              <a:gd name="T78" fmla="*/ 590 w 708"/>
              <a:gd name="T79" fmla="*/ 102 h 295"/>
              <a:gd name="T80" fmla="*/ 604 w 708"/>
              <a:gd name="T81" fmla="*/ 117 h 295"/>
              <a:gd name="T82" fmla="*/ 619 w 708"/>
              <a:gd name="T83" fmla="*/ 102 h 295"/>
              <a:gd name="T84" fmla="*/ 619 w 708"/>
              <a:gd name="T85" fmla="*/ 29 h 295"/>
              <a:gd name="T86" fmla="*/ 678 w 708"/>
              <a:gd name="T87" fmla="*/ 29 h 295"/>
              <a:gd name="T88" fmla="*/ 678 w 708"/>
              <a:gd name="T89" fmla="*/ 25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295">
                <a:moveTo>
                  <a:pt x="15" y="0"/>
                </a:moveTo>
                <a:lnTo>
                  <a:pt x="15" y="0"/>
                </a:lnTo>
                <a:cubicBezTo>
                  <a:pt x="11" y="0"/>
                  <a:pt x="7" y="1"/>
                  <a:pt x="4" y="4"/>
                </a:cubicBezTo>
                <a:cubicBezTo>
                  <a:pt x="1" y="7"/>
                  <a:pt x="0" y="11"/>
                  <a:pt x="0" y="13"/>
                </a:cubicBezTo>
                <a:cubicBezTo>
                  <a:pt x="0" y="250"/>
                  <a:pt x="0" y="250"/>
                  <a:pt x="0" y="250"/>
                </a:cubicBezTo>
                <a:cubicBezTo>
                  <a:pt x="0" y="275"/>
                  <a:pt x="19" y="294"/>
                  <a:pt x="44" y="294"/>
                </a:cubicBezTo>
                <a:cubicBezTo>
                  <a:pt x="663" y="294"/>
                  <a:pt x="663" y="294"/>
                  <a:pt x="663" y="294"/>
                </a:cubicBezTo>
                <a:cubicBezTo>
                  <a:pt x="688" y="294"/>
                  <a:pt x="707" y="275"/>
                  <a:pt x="707" y="250"/>
                </a:cubicBezTo>
                <a:cubicBezTo>
                  <a:pt x="707" y="13"/>
                  <a:pt x="707" y="13"/>
                  <a:pt x="707" y="13"/>
                </a:cubicBezTo>
                <a:cubicBezTo>
                  <a:pt x="707" y="11"/>
                  <a:pt x="706" y="7"/>
                  <a:pt x="703" y="4"/>
                </a:cubicBezTo>
                <a:cubicBezTo>
                  <a:pt x="700" y="1"/>
                  <a:pt x="696" y="0"/>
                  <a:pt x="692" y="0"/>
                </a:cubicBezTo>
                <a:lnTo>
                  <a:pt x="15" y="0"/>
                </a:lnTo>
                <a:close/>
                <a:moveTo>
                  <a:pt x="678" y="250"/>
                </a:moveTo>
                <a:lnTo>
                  <a:pt x="678" y="250"/>
                </a:lnTo>
                <a:cubicBezTo>
                  <a:pt x="678" y="258"/>
                  <a:pt x="671" y="265"/>
                  <a:pt x="663" y="265"/>
                </a:cubicBezTo>
                <a:cubicBezTo>
                  <a:pt x="44" y="265"/>
                  <a:pt x="44" y="265"/>
                  <a:pt x="44" y="265"/>
                </a:cubicBezTo>
                <a:cubicBezTo>
                  <a:pt x="36" y="265"/>
                  <a:pt x="29" y="258"/>
                  <a:pt x="29" y="250"/>
                </a:cubicBezTo>
                <a:cubicBezTo>
                  <a:pt x="29" y="29"/>
                  <a:pt x="29" y="29"/>
                  <a:pt x="29" y="29"/>
                </a:cubicBezTo>
                <a:cubicBezTo>
                  <a:pt x="117" y="29"/>
                  <a:pt x="117" y="29"/>
                  <a:pt x="117" y="29"/>
                </a:cubicBezTo>
                <a:cubicBezTo>
                  <a:pt x="117" y="102"/>
                  <a:pt x="117" y="102"/>
                  <a:pt x="117" y="102"/>
                </a:cubicBezTo>
                <a:cubicBezTo>
                  <a:pt x="117" y="110"/>
                  <a:pt x="124" y="117"/>
                  <a:pt x="133" y="117"/>
                </a:cubicBezTo>
                <a:cubicBezTo>
                  <a:pt x="141" y="117"/>
                  <a:pt x="148" y="110"/>
                  <a:pt x="148" y="102"/>
                </a:cubicBezTo>
                <a:cubicBezTo>
                  <a:pt x="148" y="29"/>
                  <a:pt x="148" y="29"/>
                  <a:pt x="148" y="29"/>
                </a:cubicBezTo>
                <a:cubicBezTo>
                  <a:pt x="236" y="29"/>
                  <a:pt x="236" y="29"/>
                  <a:pt x="236" y="29"/>
                </a:cubicBezTo>
                <a:cubicBezTo>
                  <a:pt x="236" y="161"/>
                  <a:pt x="236" y="161"/>
                  <a:pt x="236" y="161"/>
                </a:cubicBezTo>
                <a:cubicBezTo>
                  <a:pt x="236" y="170"/>
                  <a:pt x="243" y="176"/>
                  <a:pt x="250" y="176"/>
                </a:cubicBezTo>
                <a:cubicBezTo>
                  <a:pt x="258" y="176"/>
                  <a:pt x="265" y="170"/>
                  <a:pt x="265" y="161"/>
                </a:cubicBezTo>
                <a:cubicBezTo>
                  <a:pt x="265" y="29"/>
                  <a:pt x="265" y="29"/>
                  <a:pt x="265" y="29"/>
                </a:cubicBezTo>
                <a:cubicBezTo>
                  <a:pt x="354" y="29"/>
                  <a:pt x="354" y="29"/>
                  <a:pt x="354" y="29"/>
                </a:cubicBezTo>
                <a:cubicBezTo>
                  <a:pt x="354" y="102"/>
                  <a:pt x="354" y="102"/>
                  <a:pt x="354" y="102"/>
                </a:cubicBezTo>
                <a:cubicBezTo>
                  <a:pt x="354" y="110"/>
                  <a:pt x="360" y="117"/>
                  <a:pt x="369" y="117"/>
                </a:cubicBezTo>
                <a:cubicBezTo>
                  <a:pt x="377" y="117"/>
                  <a:pt x="383" y="110"/>
                  <a:pt x="383" y="102"/>
                </a:cubicBezTo>
                <a:cubicBezTo>
                  <a:pt x="383" y="29"/>
                  <a:pt x="383" y="29"/>
                  <a:pt x="383" y="29"/>
                </a:cubicBezTo>
                <a:cubicBezTo>
                  <a:pt x="471" y="29"/>
                  <a:pt x="471" y="29"/>
                  <a:pt x="471" y="29"/>
                </a:cubicBezTo>
                <a:cubicBezTo>
                  <a:pt x="471" y="161"/>
                  <a:pt x="471" y="161"/>
                  <a:pt x="471" y="161"/>
                </a:cubicBezTo>
                <a:cubicBezTo>
                  <a:pt x="471" y="170"/>
                  <a:pt x="478" y="176"/>
                  <a:pt x="486" y="176"/>
                </a:cubicBezTo>
                <a:cubicBezTo>
                  <a:pt x="494" y="176"/>
                  <a:pt x="501" y="170"/>
                  <a:pt x="501" y="161"/>
                </a:cubicBezTo>
                <a:cubicBezTo>
                  <a:pt x="501" y="29"/>
                  <a:pt x="501" y="29"/>
                  <a:pt x="501" y="29"/>
                </a:cubicBezTo>
                <a:cubicBezTo>
                  <a:pt x="590" y="29"/>
                  <a:pt x="590" y="29"/>
                  <a:pt x="590" y="29"/>
                </a:cubicBezTo>
                <a:cubicBezTo>
                  <a:pt x="590" y="102"/>
                  <a:pt x="590" y="102"/>
                  <a:pt x="590" y="102"/>
                </a:cubicBezTo>
                <a:cubicBezTo>
                  <a:pt x="590" y="110"/>
                  <a:pt x="597" y="117"/>
                  <a:pt x="604" y="117"/>
                </a:cubicBezTo>
                <a:cubicBezTo>
                  <a:pt x="612" y="117"/>
                  <a:pt x="619" y="110"/>
                  <a:pt x="619" y="102"/>
                </a:cubicBezTo>
                <a:cubicBezTo>
                  <a:pt x="619" y="29"/>
                  <a:pt x="619" y="29"/>
                  <a:pt x="619" y="29"/>
                </a:cubicBezTo>
                <a:cubicBezTo>
                  <a:pt x="678" y="29"/>
                  <a:pt x="678" y="29"/>
                  <a:pt x="678" y="29"/>
                </a:cubicBezTo>
                <a:lnTo>
                  <a:pt x="678" y="250"/>
                </a:lnTo>
                <a:close/>
              </a:path>
            </a:pathLst>
          </a:custGeom>
          <a:solidFill>
            <a:schemeClr val="tx2"/>
          </a:solidFill>
          <a:ln>
            <a:noFill/>
          </a:ln>
          <a:effectLst/>
        </p:spPr>
        <p:txBody>
          <a:bodyPr wrap="none" anchor="ctr"/>
          <a:lstStyle/>
          <a:p>
            <a:endParaRPr lang="da-DK">
              <a:solidFill>
                <a:schemeClr val="tx2"/>
              </a:solidFill>
            </a:endParaRPr>
          </a:p>
        </p:txBody>
      </p:sp>
      <p:grpSp>
        <p:nvGrpSpPr>
          <p:cNvPr id="27" name="Group 29">
            <a:extLst>
              <a:ext uri="{FF2B5EF4-FFF2-40B4-BE49-F238E27FC236}">
                <a16:creationId xmlns:a16="http://schemas.microsoft.com/office/drawing/2014/main" id="{4DC5D79C-B143-9597-9E4D-DDD0886E93E1}"/>
              </a:ext>
            </a:extLst>
          </p:cNvPr>
          <p:cNvGrpSpPr/>
          <p:nvPr/>
        </p:nvGrpSpPr>
        <p:grpSpPr>
          <a:xfrm>
            <a:off x="5324995" y="1906216"/>
            <a:ext cx="244475" cy="220662"/>
            <a:chOff x="4168775" y="2227263"/>
            <a:chExt cx="244475" cy="220662"/>
          </a:xfrm>
          <a:solidFill>
            <a:schemeClr val="tx2"/>
          </a:solidFill>
        </p:grpSpPr>
        <p:sp>
          <p:nvSpPr>
            <p:cNvPr id="28" name="Freeform 24">
              <a:extLst>
                <a:ext uri="{FF2B5EF4-FFF2-40B4-BE49-F238E27FC236}">
                  <a16:creationId xmlns:a16="http://schemas.microsoft.com/office/drawing/2014/main" id="{8D984B24-E20A-6A0E-1567-683129936927}"/>
                </a:ext>
              </a:extLst>
            </p:cNvPr>
            <p:cNvSpPr>
              <a:spLocks noChangeArrowheads="1"/>
            </p:cNvSpPr>
            <p:nvPr/>
          </p:nvSpPr>
          <p:spPr bwMode="auto">
            <a:xfrm>
              <a:off x="4316413" y="2332038"/>
              <a:ext cx="74612" cy="74612"/>
            </a:xfrm>
            <a:custGeom>
              <a:avLst/>
              <a:gdLst>
                <a:gd name="T0" fmla="*/ 102 w 207"/>
                <a:gd name="T1" fmla="*/ 0 h 206"/>
                <a:gd name="T2" fmla="*/ 102 w 207"/>
                <a:gd name="T3" fmla="*/ 0 h 206"/>
                <a:gd name="T4" fmla="*/ 88 w 207"/>
                <a:gd name="T5" fmla="*/ 14 h 206"/>
                <a:gd name="T6" fmla="*/ 88 w 207"/>
                <a:gd name="T7" fmla="*/ 88 h 206"/>
                <a:gd name="T8" fmla="*/ 14 w 207"/>
                <a:gd name="T9" fmla="*/ 88 h 206"/>
                <a:gd name="T10" fmla="*/ 0 w 207"/>
                <a:gd name="T11" fmla="*/ 102 h 206"/>
                <a:gd name="T12" fmla="*/ 14 w 207"/>
                <a:gd name="T13" fmla="*/ 117 h 206"/>
                <a:gd name="T14" fmla="*/ 88 w 207"/>
                <a:gd name="T15" fmla="*/ 117 h 206"/>
                <a:gd name="T16" fmla="*/ 88 w 207"/>
                <a:gd name="T17" fmla="*/ 190 h 206"/>
                <a:gd name="T18" fmla="*/ 102 w 207"/>
                <a:gd name="T19" fmla="*/ 205 h 206"/>
                <a:gd name="T20" fmla="*/ 117 w 207"/>
                <a:gd name="T21" fmla="*/ 190 h 206"/>
                <a:gd name="T22" fmla="*/ 117 w 207"/>
                <a:gd name="T23" fmla="*/ 117 h 206"/>
                <a:gd name="T24" fmla="*/ 191 w 207"/>
                <a:gd name="T25" fmla="*/ 117 h 206"/>
                <a:gd name="T26" fmla="*/ 206 w 207"/>
                <a:gd name="T27" fmla="*/ 102 h 206"/>
                <a:gd name="T28" fmla="*/ 191 w 207"/>
                <a:gd name="T29" fmla="*/ 88 h 206"/>
                <a:gd name="T30" fmla="*/ 117 w 207"/>
                <a:gd name="T31" fmla="*/ 88 h 206"/>
                <a:gd name="T32" fmla="*/ 117 w 207"/>
                <a:gd name="T33" fmla="*/ 14 h 206"/>
                <a:gd name="T34" fmla="*/ 102 w 207"/>
                <a:gd name="T35" fmla="*/ 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02" y="0"/>
                  </a:moveTo>
                  <a:lnTo>
                    <a:pt x="102" y="0"/>
                  </a:lnTo>
                  <a:cubicBezTo>
                    <a:pt x="95" y="0"/>
                    <a:pt x="88" y="7"/>
                    <a:pt x="88" y="14"/>
                  </a:cubicBezTo>
                  <a:cubicBezTo>
                    <a:pt x="88" y="88"/>
                    <a:pt x="88" y="88"/>
                    <a:pt x="88" y="88"/>
                  </a:cubicBezTo>
                  <a:cubicBezTo>
                    <a:pt x="14" y="88"/>
                    <a:pt x="14" y="88"/>
                    <a:pt x="14" y="88"/>
                  </a:cubicBezTo>
                  <a:cubicBezTo>
                    <a:pt x="7" y="88"/>
                    <a:pt x="0" y="95"/>
                    <a:pt x="0" y="102"/>
                  </a:cubicBezTo>
                  <a:cubicBezTo>
                    <a:pt x="0" y="110"/>
                    <a:pt x="7" y="117"/>
                    <a:pt x="14" y="117"/>
                  </a:cubicBezTo>
                  <a:cubicBezTo>
                    <a:pt x="88" y="117"/>
                    <a:pt x="88" y="117"/>
                    <a:pt x="88" y="117"/>
                  </a:cubicBezTo>
                  <a:cubicBezTo>
                    <a:pt x="88" y="190"/>
                    <a:pt x="88" y="190"/>
                    <a:pt x="88" y="190"/>
                  </a:cubicBezTo>
                  <a:cubicBezTo>
                    <a:pt x="88" y="199"/>
                    <a:pt x="95" y="205"/>
                    <a:pt x="102" y="205"/>
                  </a:cubicBezTo>
                  <a:cubicBezTo>
                    <a:pt x="110" y="205"/>
                    <a:pt x="117" y="199"/>
                    <a:pt x="117" y="190"/>
                  </a:cubicBezTo>
                  <a:cubicBezTo>
                    <a:pt x="117" y="117"/>
                    <a:pt x="117" y="117"/>
                    <a:pt x="117" y="117"/>
                  </a:cubicBezTo>
                  <a:cubicBezTo>
                    <a:pt x="191" y="117"/>
                    <a:pt x="191" y="117"/>
                    <a:pt x="191" y="117"/>
                  </a:cubicBezTo>
                  <a:cubicBezTo>
                    <a:pt x="199" y="117"/>
                    <a:pt x="206" y="110"/>
                    <a:pt x="206" y="102"/>
                  </a:cubicBezTo>
                  <a:cubicBezTo>
                    <a:pt x="206" y="95"/>
                    <a:pt x="199" y="88"/>
                    <a:pt x="191" y="88"/>
                  </a:cubicBezTo>
                  <a:cubicBezTo>
                    <a:pt x="117" y="88"/>
                    <a:pt x="117" y="88"/>
                    <a:pt x="117" y="88"/>
                  </a:cubicBezTo>
                  <a:cubicBezTo>
                    <a:pt x="117" y="14"/>
                    <a:pt x="117" y="14"/>
                    <a:pt x="117" y="14"/>
                  </a:cubicBezTo>
                  <a:cubicBezTo>
                    <a:pt x="117" y="7"/>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 name="Freeform 25">
              <a:extLst>
                <a:ext uri="{FF2B5EF4-FFF2-40B4-BE49-F238E27FC236}">
                  <a16:creationId xmlns:a16="http://schemas.microsoft.com/office/drawing/2014/main" id="{5F7DDF7A-5B81-059C-3A77-C152F4EDC5A1}"/>
                </a:ext>
              </a:extLst>
            </p:cNvPr>
            <p:cNvSpPr>
              <a:spLocks noChangeArrowheads="1"/>
            </p:cNvSpPr>
            <p:nvPr/>
          </p:nvSpPr>
          <p:spPr bwMode="auto">
            <a:xfrm>
              <a:off x="44100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 name="Freeform 26">
              <a:extLst>
                <a:ext uri="{FF2B5EF4-FFF2-40B4-BE49-F238E27FC236}">
                  <a16:creationId xmlns:a16="http://schemas.microsoft.com/office/drawing/2014/main" id="{E7635A6B-1485-DF00-D84E-6FC9C1AF5F71}"/>
                </a:ext>
              </a:extLst>
            </p:cNvPr>
            <p:cNvSpPr>
              <a:spLocks noChangeArrowheads="1"/>
            </p:cNvSpPr>
            <p:nvPr/>
          </p:nvSpPr>
          <p:spPr bwMode="auto">
            <a:xfrm>
              <a:off x="4168775" y="2227263"/>
              <a:ext cx="244475" cy="220662"/>
            </a:xfrm>
            <a:custGeom>
              <a:avLst/>
              <a:gdLst>
                <a:gd name="T0" fmla="*/ 36 w 679"/>
                <a:gd name="T1" fmla="*/ 282 h 613"/>
                <a:gd name="T2" fmla="*/ 36 w 679"/>
                <a:gd name="T3" fmla="*/ 282 h 613"/>
                <a:gd name="T4" fmla="*/ 37 w 679"/>
                <a:gd name="T5" fmla="*/ 283 h 613"/>
                <a:gd name="T6" fmla="*/ 302 w 679"/>
                <a:gd name="T7" fmla="*/ 595 h 613"/>
                <a:gd name="T8" fmla="*/ 302 w 679"/>
                <a:gd name="T9" fmla="*/ 595 h 613"/>
                <a:gd name="T10" fmla="*/ 338 w 679"/>
                <a:gd name="T11" fmla="*/ 612 h 613"/>
                <a:gd name="T12" fmla="*/ 374 w 679"/>
                <a:gd name="T13" fmla="*/ 595 h 613"/>
                <a:gd name="T14" fmla="*/ 374 w 679"/>
                <a:gd name="T15" fmla="*/ 595 h 613"/>
                <a:gd name="T16" fmla="*/ 421 w 679"/>
                <a:gd name="T17" fmla="*/ 540 h 613"/>
                <a:gd name="T18" fmla="*/ 420 w 679"/>
                <a:gd name="T19" fmla="*/ 519 h 613"/>
                <a:gd name="T20" fmla="*/ 399 w 679"/>
                <a:gd name="T21" fmla="*/ 522 h 613"/>
                <a:gd name="T22" fmla="*/ 352 w 679"/>
                <a:gd name="T23" fmla="*/ 576 h 613"/>
                <a:gd name="T24" fmla="*/ 352 w 679"/>
                <a:gd name="T25" fmla="*/ 576 h 613"/>
                <a:gd name="T26" fmla="*/ 338 w 679"/>
                <a:gd name="T27" fmla="*/ 581 h 613"/>
                <a:gd name="T28" fmla="*/ 326 w 679"/>
                <a:gd name="T29" fmla="*/ 576 h 613"/>
                <a:gd name="T30" fmla="*/ 59 w 679"/>
                <a:gd name="T31" fmla="*/ 265 h 613"/>
                <a:gd name="T32" fmla="*/ 29 w 679"/>
                <a:gd name="T33" fmla="*/ 177 h 613"/>
                <a:gd name="T34" fmla="*/ 33 w 679"/>
                <a:gd name="T35" fmla="*/ 144 h 613"/>
                <a:gd name="T36" fmla="*/ 33 w 679"/>
                <a:gd name="T37" fmla="*/ 144 h 613"/>
                <a:gd name="T38" fmla="*/ 146 w 679"/>
                <a:gd name="T39" fmla="*/ 32 h 613"/>
                <a:gd name="T40" fmla="*/ 177 w 679"/>
                <a:gd name="T41" fmla="*/ 29 h 613"/>
                <a:gd name="T42" fmla="*/ 280 w 679"/>
                <a:gd name="T43" fmla="*/ 72 h 613"/>
                <a:gd name="T44" fmla="*/ 325 w 679"/>
                <a:gd name="T45" fmla="*/ 177 h 613"/>
                <a:gd name="T46" fmla="*/ 329 w 679"/>
                <a:gd name="T47" fmla="*/ 186 h 613"/>
                <a:gd name="T48" fmla="*/ 338 w 679"/>
                <a:gd name="T49" fmla="*/ 191 h 613"/>
                <a:gd name="T50" fmla="*/ 349 w 679"/>
                <a:gd name="T51" fmla="*/ 186 h 613"/>
                <a:gd name="T52" fmla="*/ 354 w 679"/>
                <a:gd name="T53" fmla="*/ 177 h 613"/>
                <a:gd name="T54" fmla="*/ 396 w 679"/>
                <a:gd name="T55" fmla="*/ 72 h 613"/>
                <a:gd name="T56" fmla="*/ 501 w 679"/>
                <a:gd name="T57" fmla="*/ 29 h 613"/>
                <a:gd name="T58" fmla="*/ 532 w 679"/>
                <a:gd name="T59" fmla="*/ 32 h 613"/>
                <a:gd name="T60" fmla="*/ 645 w 679"/>
                <a:gd name="T61" fmla="*/ 144 h 613"/>
                <a:gd name="T62" fmla="*/ 645 w 679"/>
                <a:gd name="T63" fmla="*/ 144 h 613"/>
                <a:gd name="T64" fmla="*/ 648 w 679"/>
                <a:gd name="T65" fmla="*/ 177 h 613"/>
                <a:gd name="T66" fmla="*/ 619 w 679"/>
                <a:gd name="T67" fmla="*/ 265 h 613"/>
                <a:gd name="T68" fmla="*/ 616 w 679"/>
                <a:gd name="T69" fmla="*/ 271 h 613"/>
                <a:gd name="T70" fmla="*/ 616 w 679"/>
                <a:gd name="T71" fmla="*/ 272 h 613"/>
                <a:gd name="T72" fmla="*/ 616 w 679"/>
                <a:gd name="T73" fmla="*/ 272 h 613"/>
                <a:gd name="T74" fmla="*/ 622 w 679"/>
                <a:gd name="T75" fmla="*/ 286 h 613"/>
                <a:gd name="T76" fmla="*/ 642 w 679"/>
                <a:gd name="T77" fmla="*/ 283 h 613"/>
                <a:gd name="T78" fmla="*/ 642 w 679"/>
                <a:gd name="T79" fmla="*/ 283 h 613"/>
                <a:gd name="T80" fmla="*/ 642 w 679"/>
                <a:gd name="T81" fmla="*/ 282 h 613"/>
                <a:gd name="T82" fmla="*/ 645 w 679"/>
                <a:gd name="T83" fmla="*/ 279 h 613"/>
                <a:gd name="T84" fmla="*/ 678 w 679"/>
                <a:gd name="T85" fmla="*/ 177 h 613"/>
                <a:gd name="T86" fmla="*/ 674 w 679"/>
                <a:gd name="T87" fmla="*/ 137 h 613"/>
                <a:gd name="T88" fmla="*/ 537 w 679"/>
                <a:gd name="T89" fmla="*/ 3 h 613"/>
                <a:gd name="T90" fmla="*/ 537 w 679"/>
                <a:gd name="T91" fmla="*/ 3 h 613"/>
                <a:gd name="T92" fmla="*/ 501 w 679"/>
                <a:gd name="T93" fmla="*/ 0 h 613"/>
                <a:gd name="T94" fmla="*/ 338 w 679"/>
                <a:gd name="T95" fmla="*/ 106 h 613"/>
                <a:gd name="T96" fmla="*/ 177 w 679"/>
                <a:gd name="T97" fmla="*/ 0 h 613"/>
                <a:gd name="T98" fmla="*/ 141 w 679"/>
                <a:gd name="T99" fmla="*/ 3 h 613"/>
                <a:gd name="T100" fmla="*/ 141 w 679"/>
                <a:gd name="T101" fmla="*/ 3 h 613"/>
                <a:gd name="T102" fmla="*/ 4 w 679"/>
                <a:gd name="T103" fmla="*/ 137 h 613"/>
                <a:gd name="T104" fmla="*/ 0 w 679"/>
                <a:gd name="T105" fmla="*/ 177 h 613"/>
                <a:gd name="T106" fmla="*/ 36 w 679"/>
                <a:gd name="T107" fmla="*/ 282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613">
                  <a:moveTo>
                    <a:pt x="36" y="282"/>
                  </a:moveTo>
                  <a:lnTo>
                    <a:pt x="36" y="282"/>
                  </a:lnTo>
                  <a:cubicBezTo>
                    <a:pt x="37" y="283"/>
                    <a:pt x="37" y="283"/>
                    <a:pt x="37" y="283"/>
                  </a:cubicBezTo>
                  <a:cubicBezTo>
                    <a:pt x="302" y="595"/>
                    <a:pt x="302" y="595"/>
                    <a:pt x="302" y="595"/>
                  </a:cubicBezTo>
                  <a:lnTo>
                    <a:pt x="302" y="595"/>
                  </a:lnTo>
                  <a:cubicBezTo>
                    <a:pt x="312" y="606"/>
                    <a:pt x="326" y="612"/>
                    <a:pt x="338" y="612"/>
                  </a:cubicBezTo>
                  <a:cubicBezTo>
                    <a:pt x="352" y="612"/>
                    <a:pt x="366" y="606"/>
                    <a:pt x="374" y="595"/>
                  </a:cubicBezTo>
                  <a:lnTo>
                    <a:pt x="374" y="595"/>
                  </a:lnTo>
                  <a:cubicBezTo>
                    <a:pt x="421" y="540"/>
                    <a:pt x="421" y="540"/>
                    <a:pt x="421" y="540"/>
                  </a:cubicBezTo>
                  <a:cubicBezTo>
                    <a:pt x="427" y="535"/>
                    <a:pt x="425" y="525"/>
                    <a:pt x="420" y="519"/>
                  </a:cubicBezTo>
                  <a:cubicBezTo>
                    <a:pt x="413" y="515"/>
                    <a:pt x="405" y="515"/>
                    <a:pt x="399" y="522"/>
                  </a:cubicBezTo>
                  <a:cubicBezTo>
                    <a:pt x="352" y="576"/>
                    <a:pt x="352" y="576"/>
                    <a:pt x="352" y="576"/>
                  </a:cubicBezTo>
                  <a:lnTo>
                    <a:pt x="352" y="576"/>
                  </a:lnTo>
                  <a:cubicBezTo>
                    <a:pt x="349" y="580"/>
                    <a:pt x="344" y="581"/>
                    <a:pt x="338" y="581"/>
                  </a:cubicBezTo>
                  <a:cubicBezTo>
                    <a:pt x="334" y="581"/>
                    <a:pt x="329" y="580"/>
                    <a:pt x="326" y="576"/>
                  </a:cubicBezTo>
                  <a:cubicBezTo>
                    <a:pt x="59" y="265"/>
                    <a:pt x="59" y="265"/>
                    <a:pt x="59" y="265"/>
                  </a:cubicBezTo>
                  <a:cubicBezTo>
                    <a:pt x="41" y="239"/>
                    <a:pt x="29" y="210"/>
                    <a:pt x="29" y="177"/>
                  </a:cubicBezTo>
                  <a:cubicBezTo>
                    <a:pt x="29" y="166"/>
                    <a:pt x="30" y="155"/>
                    <a:pt x="33" y="144"/>
                  </a:cubicBezTo>
                  <a:lnTo>
                    <a:pt x="33" y="144"/>
                  </a:lnTo>
                  <a:cubicBezTo>
                    <a:pt x="46" y="88"/>
                    <a:pt x="91" y="43"/>
                    <a:pt x="146" y="32"/>
                  </a:cubicBezTo>
                  <a:cubicBezTo>
                    <a:pt x="157" y="30"/>
                    <a:pt x="167" y="29"/>
                    <a:pt x="177" y="29"/>
                  </a:cubicBezTo>
                  <a:cubicBezTo>
                    <a:pt x="218" y="29"/>
                    <a:pt x="254" y="46"/>
                    <a:pt x="280" y="72"/>
                  </a:cubicBezTo>
                  <a:cubicBezTo>
                    <a:pt x="308" y="99"/>
                    <a:pt x="325" y="135"/>
                    <a:pt x="325" y="177"/>
                  </a:cubicBezTo>
                  <a:cubicBezTo>
                    <a:pt x="325" y="180"/>
                    <a:pt x="326" y="184"/>
                    <a:pt x="329" y="186"/>
                  </a:cubicBezTo>
                  <a:cubicBezTo>
                    <a:pt x="331" y="189"/>
                    <a:pt x="336" y="191"/>
                    <a:pt x="338" y="191"/>
                  </a:cubicBezTo>
                  <a:cubicBezTo>
                    <a:pt x="343" y="191"/>
                    <a:pt x="347" y="189"/>
                    <a:pt x="349" y="186"/>
                  </a:cubicBezTo>
                  <a:cubicBezTo>
                    <a:pt x="352" y="184"/>
                    <a:pt x="354" y="180"/>
                    <a:pt x="354" y="177"/>
                  </a:cubicBezTo>
                  <a:cubicBezTo>
                    <a:pt x="354" y="135"/>
                    <a:pt x="370" y="99"/>
                    <a:pt x="396" y="72"/>
                  </a:cubicBezTo>
                  <a:cubicBezTo>
                    <a:pt x="424" y="46"/>
                    <a:pt x="460" y="29"/>
                    <a:pt x="501" y="29"/>
                  </a:cubicBezTo>
                  <a:cubicBezTo>
                    <a:pt x="511" y="29"/>
                    <a:pt x="521" y="30"/>
                    <a:pt x="532" y="32"/>
                  </a:cubicBezTo>
                  <a:cubicBezTo>
                    <a:pt x="587" y="43"/>
                    <a:pt x="633" y="88"/>
                    <a:pt x="645" y="144"/>
                  </a:cubicBezTo>
                  <a:lnTo>
                    <a:pt x="645" y="144"/>
                  </a:lnTo>
                  <a:cubicBezTo>
                    <a:pt x="648" y="155"/>
                    <a:pt x="648" y="166"/>
                    <a:pt x="648" y="177"/>
                  </a:cubicBezTo>
                  <a:cubicBezTo>
                    <a:pt x="648" y="210"/>
                    <a:pt x="637" y="240"/>
                    <a:pt x="619" y="265"/>
                  </a:cubicBezTo>
                  <a:cubicBezTo>
                    <a:pt x="617" y="267"/>
                    <a:pt x="616" y="268"/>
                    <a:pt x="616" y="271"/>
                  </a:cubicBezTo>
                  <a:lnTo>
                    <a:pt x="616" y="272"/>
                  </a:lnTo>
                  <a:lnTo>
                    <a:pt x="616" y="272"/>
                  </a:lnTo>
                  <a:cubicBezTo>
                    <a:pt x="615" y="278"/>
                    <a:pt x="616" y="283"/>
                    <a:pt x="622" y="286"/>
                  </a:cubicBezTo>
                  <a:cubicBezTo>
                    <a:pt x="627" y="291"/>
                    <a:pt x="637" y="290"/>
                    <a:pt x="642" y="283"/>
                  </a:cubicBezTo>
                  <a:lnTo>
                    <a:pt x="642" y="283"/>
                  </a:lnTo>
                  <a:cubicBezTo>
                    <a:pt x="642" y="282"/>
                    <a:pt x="642" y="282"/>
                    <a:pt x="642" y="282"/>
                  </a:cubicBezTo>
                  <a:cubicBezTo>
                    <a:pt x="644" y="282"/>
                    <a:pt x="644" y="280"/>
                    <a:pt x="645" y="279"/>
                  </a:cubicBezTo>
                  <a:cubicBezTo>
                    <a:pt x="664" y="250"/>
                    <a:pt x="678" y="215"/>
                    <a:pt x="678" y="177"/>
                  </a:cubicBezTo>
                  <a:cubicBezTo>
                    <a:pt x="678" y="164"/>
                    <a:pt x="677" y="151"/>
                    <a:pt x="674" y="137"/>
                  </a:cubicBezTo>
                  <a:cubicBezTo>
                    <a:pt x="659" y="70"/>
                    <a:pt x="605" y="17"/>
                    <a:pt x="537" y="3"/>
                  </a:cubicBezTo>
                  <a:lnTo>
                    <a:pt x="537" y="3"/>
                  </a:lnTo>
                  <a:cubicBezTo>
                    <a:pt x="525" y="0"/>
                    <a:pt x="512" y="0"/>
                    <a:pt x="501" y="0"/>
                  </a:cubicBezTo>
                  <a:cubicBezTo>
                    <a:pt x="428" y="0"/>
                    <a:pt x="366" y="43"/>
                    <a:pt x="338" y="106"/>
                  </a:cubicBezTo>
                  <a:cubicBezTo>
                    <a:pt x="312" y="43"/>
                    <a:pt x="250" y="0"/>
                    <a:pt x="177" y="0"/>
                  </a:cubicBezTo>
                  <a:cubicBezTo>
                    <a:pt x="164" y="0"/>
                    <a:pt x="153" y="0"/>
                    <a:pt x="141" y="3"/>
                  </a:cubicBezTo>
                  <a:lnTo>
                    <a:pt x="141" y="3"/>
                  </a:lnTo>
                  <a:cubicBezTo>
                    <a:pt x="73" y="17"/>
                    <a:pt x="19" y="70"/>
                    <a:pt x="4" y="137"/>
                  </a:cubicBezTo>
                  <a:cubicBezTo>
                    <a:pt x="1" y="151"/>
                    <a:pt x="0" y="164"/>
                    <a:pt x="0" y="177"/>
                  </a:cubicBezTo>
                  <a:cubicBezTo>
                    <a:pt x="0" y="217"/>
                    <a:pt x="14" y="253"/>
                    <a:pt x="36" y="2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 name="Freeform 27">
              <a:extLst>
                <a:ext uri="{FF2B5EF4-FFF2-40B4-BE49-F238E27FC236}">
                  <a16:creationId xmlns:a16="http://schemas.microsoft.com/office/drawing/2014/main" id="{77E7C17B-E2FB-C335-7854-B368ED898C42}"/>
                </a:ext>
              </a:extLst>
            </p:cNvPr>
            <p:cNvSpPr>
              <a:spLocks noChangeArrowheads="1"/>
            </p:cNvSpPr>
            <p:nvPr/>
          </p:nvSpPr>
          <p:spPr bwMode="auto">
            <a:xfrm>
              <a:off x="41687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2" name="Freeform 28">
            <a:extLst>
              <a:ext uri="{FF2B5EF4-FFF2-40B4-BE49-F238E27FC236}">
                <a16:creationId xmlns:a16="http://schemas.microsoft.com/office/drawing/2014/main" id="{B57BBB79-A422-F7D3-669F-1D9268D2F881}"/>
              </a:ext>
            </a:extLst>
          </p:cNvPr>
          <p:cNvSpPr>
            <a:spLocks noChangeArrowheads="1"/>
          </p:cNvSpPr>
          <p:nvPr/>
        </p:nvSpPr>
        <p:spPr bwMode="auto">
          <a:xfrm>
            <a:off x="4815408" y="1906216"/>
            <a:ext cx="244475" cy="220662"/>
          </a:xfrm>
          <a:custGeom>
            <a:avLst/>
            <a:gdLst>
              <a:gd name="T0" fmla="*/ 37 w 679"/>
              <a:gd name="T1" fmla="*/ 283 h 613"/>
              <a:gd name="T2" fmla="*/ 37 w 679"/>
              <a:gd name="T3" fmla="*/ 283 h 613"/>
              <a:gd name="T4" fmla="*/ 302 w 679"/>
              <a:gd name="T5" fmla="*/ 595 h 613"/>
              <a:gd name="T6" fmla="*/ 338 w 679"/>
              <a:gd name="T7" fmla="*/ 612 h 613"/>
              <a:gd name="T8" fmla="*/ 374 w 679"/>
              <a:gd name="T9" fmla="*/ 595 h 613"/>
              <a:gd name="T10" fmla="*/ 641 w 679"/>
              <a:gd name="T11" fmla="*/ 283 h 613"/>
              <a:gd name="T12" fmla="*/ 642 w 679"/>
              <a:gd name="T13" fmla="*/ 282 h 613"/>
              <a:gd name="T14" fmla="*/ 678 w 679"/>
              <a:gd name="T15" fmla="*/ 177 h 613"/>
              <a:gd name="T16" fmla="*/ 674 w 679"/>
              <a:gd name="T17" fmla="*/ 137 h 613"/>
              <a:gd name="T18" fmla="*/ 537 w 679"/>
              <a:gd name="T19" fmla="*/ 3 h 613"/>
              <a:gd name="T20" fmla="*/ 501 w 679"/>
              <a:gd name="T21" fmla="*/ 0 h 613"/>
              <a:gd name="T22" fmla="*/ 338 w 679"/>
              <a:gd name="T23" fmla="*/ 106 h 613"/>
              <a:gd name="T24" fmla="*/ 176 w 679"/>
              <a:gd name="T25" fmla="*/ 0 h 613"/>
              <a:gd name="T26" fmla="*/ 141 w 679"/>
              <a:gd name="T27" fmla="*/ 3 h 613"/>
              <a:gd name="T28" fmla="*/ 143 w 679"/>
              <a:gd name="T29" fmla="*/ 18 h 613"/>
              <a:gd name="T30" fmla="*/ 141 w 679"/>
              <a:gd name="T31" fmla="*/ 3 h 613"/>
              <a:gd name="T32" fmla="*/ 4 w 679"/>
              <a:gd name="T33" fmla="*/ 137 h 613"/>
              <a:gd name="T34" fmla="*/ 0 w 679"/>
              <a:gd name="T35" fmla="*/ 177 h 613"/>
              <a:gd name="T36" fmla="*/ 36 w 679"/>
              <a:gd name="T37" fmla="*/ 282 h 613"/>
              <a:gd name="T38" fmla="*/ 37 w 679"/>
              <a:gd name="T39" fmla="*/ 283 h 613"/>
              <a:gd name="T40" fmla="*/ 33 w 679"/>
              <a:gd name="T41" fmla="*/ 144 h 613"/>
              <a:gd name="T42" fmla="*/ 33 w 679"/>
              <a:gd name="T43" fmla="*/ 144 h 613"/>
              <a:gd name="T44" fmla="*/ 146 w 679"/>
              <a:gd name="T45" fmla="*/ 32 h 613"/>
              <a:gd name="T46" fmla="*/ 146 w 679"/>
              <a:gd name="T47" fmla="*/ 32 h 613"/>
              <a:gd name="T48" fmla="*/ 176 w 679"/>
              <a:gd name="T49" fmla="*/ 29 h 613"/>
              <a:gd name="T50" fmla="*/ 280 w 679"/>
              <a:gd name="T51" fmla="*/ 72 h 613"/>
              <a:gd name="T52" fmla="*/ 324 w 679"/>
              <a:gd name="T53" fmla="*/ 177 h 613"/>
              <a:gd name="T54" fmla="*/ 328 w 679"/>
              <a:gd name="T55" fmla="*/ 186 h 613"/>
              <a:gd name="T56" fmla="*/ 338 w 679"/>
              <a:gd name="T57" fmla="*/ 191 h 613"/>
              <a:gd name="T58" fmla="*/ 349 w 679"/>
              <a:gd name="T59" fmla="*/ 186 h 613"/>
              <a:gd name="T60" fmla="*/ 353 w 679"/>
              <a:gd name="T61" fmla="*/ 177 h 613"/>
              <a:gd name="T62" fmla="*/ 396 w 679"/>
              <a:gd name="T63" fmla="*/ 72 h 613"/>
              <a:gd name="T64" fmla="*/ 501 w 679"/>
              <a:gd name="T65" fmla="*/ 29 h 613"/>
              <a:gd name="T66" fmla="*/ 531 w 679"/>
              <a:gd name="T67" fmla="*/ 32 h 613"/>
              <a:gd name="T68" fmla="*/ 645 w 679"/>
              <a:gd name="T69" fmla="*/ 144 h 613"/>
              <a:gd name="T70" fmla="*/ 647 w 679"/>
              <a:gd name="T71" fmla="*/ 177 h 613"/>
              <a:gd name="T72" fmla="*/ 618 w 679"/>
              <a:gd name="T73" fmla="*/ 264 h 613"/>
              <a:gd name="T74" fmla="*/ 352 w 679"/>
              <a:gd name="T75" fmla="*/ 576 h 613"/>
              <a:gd name="T76" fmla="*/ 338 w 679"/>
              <a:gd name="T77" fmla="*/ 581 h 613"/>
              <a:gd name="T78" fmla="*/ 326 w 679"/>
              <a:gd name="T79" fmla="*/ 576 h 613"/>
              <a:gd name="T80" fmla="*/ 59 w 679"/>
              <a:gd name="T81" fmla="*/ 264 h 613"/>
              <a:gd name="T82" fmla="*/ 29 w 679"/>
              <a:gd name="T83" fmla="*/ 177 h 613"/>
              <a:gd name="T84" fmla="*/ 33 w 679"/>
              <a:gd name="T85" fmla="*/ 144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9" h="613">
                <a:moveTo>
                  <a:pt x="37" y="283"/>
                </a:moveTo>
                <a:lnTo>
                  <a:pt x="37" y="283"/>
                </a:lnTo>
                <a:cubicBezTo>
                  <a:pt x="302" y="595"/>
                  <a:pt x="302" y="595"/>
                  <a:pt x="302" y="595"/>
                </a:cubicBezTo>
                <a:cubicBezTo>
                  <a:pt x="312" y="606"/>
                  <a:pt x="326" y="612"/>
                  <a:pt x="338" y="612"/>
                </a:cubicBezTo>
                <a:cubicBezTo>
                  <a:pt x="352" y="612"/>
                  <a:pt x="366" y="606"/>
                  <a:pt x="374" y="595"/>
                </a:cubicBezTo>
                <a:cubicBezTo>
                  <a:pt x="641" y="283"/>
                  <a:pt x="641" y="283"/>
                  <a:pt x="641" y="283"/>
                </a:cubicBezTo>
                <a:cubicBezTo>
                  <a:pt x="642" y="282"/>
                  <a:pt x="642" y="282"/>
                  <a:pt x="642" y="282"/>
                </a:cubicBezTo>
                <a:cubicBezTo>
                  <a:pt x="664" y="253"/>
                  <a:pt x="678" y="217"/>
                  <a:pt x="678" y="177"/>
                </a:cubicBezTo>
                <a:cubicBezTo>
                  <a:pt x="678" y="163"/>
                  <a:pt x="676" y="151"/>
                  <a:pt x="674" y="137"/>
                </a:cubicBezTo>
                <a:cubicBezTo>
                  <a:pt x="658" y="70"/>
                  <a:pt x="605" y="17"/>
                  <a:pt x="537" y="3"/>
                </a:cubicBezTo>
                <a:cubicBezTo>
                  <a:pt x="525" y="1"/>
                  <a:pt x="512" y="0"/>
                  <a:pt x="501" y="0"/>
                </a:cubicBezTo>
                <a:cubicBezTo>
                  <a:pt x="428" y="0"/>
                  <a:pt x="366" y="43"/>
                  <a:pt x="338" y="106"/>
                </a:cubicBezTo>
                <a:cubicBezTo>
                  <a:pt x="312" y="43"/>
                  <a:pt x="250" y="0"/>
                  <a:pt x="176" y="0"/>
                </a:cubicBezTo>
                <a:cubicBezTo>
                  <a:pt x="165" y="0"/>
                  <a:pt x="153" y="1"/>
                  <a:pt x="141" y="3"/>
                </a:cubicBezTo>
                <a:cubicBezTo>
                  <a:pt x="143" y="18"/>
                  <a:pt x="143" y="18"/>
                  <a:pt x="143" y="18"/>
                </a:cubicBezTo>
                <a:cubicBezTo>
                  <a:pt x="141" y="3"/>
                  <a:pt x="141" y="3"/>
                  <a:pt x="141" y="3"/>
                </a:cubicBezTo>
                <a:cubicBezTo>
                  <a:pt x="73" y="17"/>
                  <a:pt x="19" y="70"/>
                  <a:pt x="4" y="137"/>
                </a:cubicBezTo>
                <a:cubicBezTo>
                  <a:pt x="1" y="151"/>
                  <a:pt x="0" y="163"/>
                  <a:pt x="0" y="177"/>
                </a:cubicBezTo>
                <a:cubicBezTo>
                  <a:pt x="0" y="217"/>
                  <a:pt x="13" y="253"/>
                  <a:pt x="36" y="282"/>
                </a:cubicBezTo>
                <a:lnTo>
                  <a:pt x="37" y="283"/>
                </a:lnTo>
                <a:close/>
                <a:moveTo>
                  <a:pt x="33" y="144"/>
                </a:moveTo>
                <a:lnTo>
                  <a:pt x="33" y="144"/>
                </a:lnTo>
                <a:cubicBezTo>
                  <a:pt x="45" y="88"/>
                  <a:pt x="91" y="43"/>
                  <a:pt x="146" y="32"/>
                </a:cubicBezTo>
                <a:lnTo>
                  <a:pt x="146" y="32"/>
                </a:lnTo>
                <a:cubicBezTo>
                  <a:pt x="157" y="30"/>
                  <a:pt x="167" y="29"/>
                  <a:pt x="176" y="29"/>
                </a:cubicBezTo>
                <a:cubicBezTo>
                  <a:pt x="218" y="29"/>
                  <a:pt x="254" y="46"/>
                  <a:pt x="280" y="72"/>
                </a:cubicBezTo>
                <a:cubicBezTo>
                  <a:pt x="308" y="99"/>
                  <a:pt x="324" y="135"/>
                  <a:pt x="324" y="177"/>
                </a:cubicBezTo>
                <a:cubicBezTo>
                  <a:pt x="324" y="180"/>
                  <a:pt x="326" y="184"/>
                  <a:pt x="328" y="186"/>
                </a:cubicBezTo>
                <a:cubicBezTo>
                  <a:pt x="331" y="189"/>
                  <a:pt x="335" y="191"/>
                  <a:pt x="338" y="191"/>
                </a:cubicBezTo>
                <a:cubicBezTo>
                  <a:pt x="342" y="191"/>
                  <a:pt x="346" y="189"/>
                  <a:pt x="349" y="186"/>
                </a:cubicBezTo>
                <a:cubicBezTo>
                  <a:pt x="352" y="184"/>
                  <a:pt x="353" y="180"/>
                  <a:pt x="353" y="177"/>
                </a:cubicBezTo>
                <a:cubicBezTo>
                  <a:pt x="353" y="135"/>
                  <a:pt x="370" y="99"/>
                  <a:pt x="396" y="72"/>
                </a:cubicBezTo>
                <a:cubicBezTo>
                  <a:pt x="424" y="46"/>
                  <a:pt x="460" y="29"/>
                  <a:pt x="501" y="29"/>
                </a:cubicBezTo>
                <a:cubicBezTo>
                  <a:pt x="511" y="29"/>
                  <a:pt x="520" y="30"/>
                  <a:pt x="531" y="32"/>
                </a:cubicBezTo>
                <a:cubicBezTo>
                  <a:pt x="587" y="43"/>
                  <a:pt x="632" y="88"/>
                  <a:pt x="645" y="144"/>
                </a:cubicBezTo>
                <a:cubicBezTo>
                  <a:pt x="647" y="155"/>
                  <a:pt x="647" y="166"/>
                  <a:pt x="647" y="177"/>
                </a:cubicBezTo>
                <a:cubicBezTo>
                  <a:pt x="647" y="210"/>
                  <a:pt x="636" y="239"/>
                  <a:pt x="618" y="264"/>
                </a:cubicBezTo>
                <a:cubicBezTo>
                  <a:pt x="352" y="576"/>
                  <a:pt x="352" y="576"/>
                  <a:pt x="352" y="576"/>
                </a:cubicBezTo>
                <a:cubicBezTo>
                  <a:pt x="349" y="580"/>
                  <a:pt x="344" y="581"/>
                  <a:pt x="338" y="581"/>
                </a:cubicBezTo>
                <a:cubicBezTo>
                  <a:pt x="334" y="581"/>
                  <a:pt x="328" y="580"/>
                  <a:pt x="326" y="576"/>
                </a:cubicBezTo>
                <a:cubicBezTo>
                  <a:pt x="59" y="264"/>
                  <a:pt x="59" y="264"/>
                  <a:pt x="59" y="264"/>
                </a:cubicBezTo>
                <a:cubicBezTo>
                  <a:pt x="41" y="239"/>
                  <a:pt x="29" y="210"/>
                  <a:pt x="29" y="177"/>
                </a:cubicBezTo>
                <a:cubicBezTo>
                  <a:pt x="29" y="166"/>
                  <a:pt x="30" y="155"/>
                  <a:pt x="33" y="144"/>
                </a:cubicBezTo>
                <a:close/>
              </a:path>
            </a:pathLst>
          </a:custGeom>
          <a:solidFill>
            <a:schemeClr val="tx2"/>
          </a:solidFill>
          <a:ln>
            <a:noFill/>
          </a:ln>
          <a:effectLst/>
        </p:spPr>
        <p:txBody>
          <a:bodyPr wrap="none" anchor="ctr"/>
          <a:lstStyle/>
          <a:p>
            <a:endParaRPr lang="da-DK">
              <a:solidFill>
                <a:schemeClr val="tx2"/>
              </a:solidFill>
            </a:endParaRPr>
          </a:p>
        </p:txBody>
      </p:sp>
      <p:sp>
        <p:nvSpPr>
          <p:cNvPr id="33" name="Freeform 29">
            <a:extLst>
              <a:ext uri="{FF2B5EF4-FFF2-40B4-BE49-F238E27FC236}">
                <a16:creationId xmlns:a16="http://schemas.microsoft.com/office/drawing/2014/main" id="{B9F10D62-2FD0-0570-03A6-BE42A13079F3}"/>
              </a:ext>
            </a:extLst>
          </p:cNvPr>
          <p:cNvSpPr>
            <a:spLocks noChangeArrowheads="1"/>
          </p:cNvSpPr>
          <p:nvPr/>
        </p:nvSpPr>
        <p:spPr bwMode="auto">
          <a:xfrm>
            <a:off x="4840808" y="2400722"/>
            <a:ext cx="204787" cy="255587"/>
          </a:xfrm>
          <a:custGeom>
            <a:avLst/>
            <a:gdLst>
              <a:gd name="T0" fmla="*/ 505 w 570"/>
              <a:gd name="T1" fmla="*/ 147 h 709"/>
              <a:gd name="T2" fmla="*/ 505 w 570"/>
              <a:gd name="T3" fmla="*/ 147 h 709"/>
              <a:gd name="T4" fmla="*/ 432 w 570"/>
              <a:gd name="T5" fmla="*/ 147 h 709"/>
              <a:gd name="T6" fmla="*/ 284 w 570"/>
              <a:gd name="T7" fmla="*/ 0 h 709"/>
              <a:gd name="T8" fmla="*/ 136 w 570"/>
              <a:gd name="T9" fmla="*/ 147 h 709"/>
              <a:gd name="T10" fmla="*/ 63 w 570"/>
              <a:gd name="T11" fmla="*/ 147 h 709"/>
              <a:gd name="T12" fmla="*/ 48 w 570"/>
              <a:gd name="T13" fmla="*/ 161 h 709"/>
              <a:gd name="T14" fmla="*/ 1 w 570"/>
              <a:gd name="T15" fmla="*/ 593 h 709"/>
              <a:gd name="T16" fmla="*/ 0 w 570"/>
              <a:gd name="T17" fmla="*/ 604 h 709"/>
              <a:gd name="T18" fmla="*/ 103 w 570"/>
              <a:gd name="T19" fmla="*/ 708 h 709"/>
              <a:gd name="T20" fmla="*/ 465 w 570"/>
              <a:gd name="T21" fmla="*/ 708 h 709"/>
              <a:gd name="T22" fmla="*/ 569 w 570"/>
              <a:gd name="T23" fmla="*/ 604 h 709"/>
              <a:gd name="T24" fmla="*/ 567 w 570"/>
              <a:gd name="T25" fmla="*/ 593 h 709"/>
              <a:gd name="T26" fmla="*/ 520 w 570"/>
              <a:gd name="T27" fmla="*/ 161 h 709"/>
              <a:gd name="T28" fmla="*/ 505 w 570"/>
              <a:gd name="T29" fmla="*/ 147 h 709"/>
              <a:gd name="T30" fmla="*/ 201 w 570"/>
              <a:gd name="T31" fmla="*/ 64 h 709"/>
              <a:gd name="T32" fmla="*/ 201 w 570"/>
              <a:gd name="T33" fmla="*/ 64 h 709"/>
              <a:gd name="T34" fmla="*/ 284 w 570"/>
              <a:gd name="T35" fmla="*/ 29 h 709"/>
              <a:gd name="T36" fmla="*/ 367 w 570"/>
              <a:gd name="T37" fmla="*/ 64 h 709"/>
              <a:gd name="T38" fmla="*/ 402 w 570"/>
              <a:gd name="T39" fmla="*/ 147 h 709"/>
              <a:gd name="T40" fmla="*/ 167 w 570"/>
              <a:gd name="T41" fmla="*/ 147 h 709"/>
              <a:gd name="T42" fmla="*/ 201 w 570"/>
              <a:gd name="T43" fmla="*/ 64 h 709"/>
              <a:gd name="T44" fmla="*/ 540 w 570"/>
              <a:gd name="T45" fmla="*/ 604 h 709"/>
              <a:gd name="T46" fmla="*/ 540 w 570"/>
              <a:gd name="T47" fmla="*/ 604 h 709"/>
              <a:gd name="T48" fmla="*/ 518 w 570"/>
              <a:gd name="T49" fmla="*/ 656 h 709"/>
              <a:gd name="T50" fmla="*/ 465 w 570"/>
              <a:gd name="T51" fmla="*/ 677 h 709"/>
              <a:gd name="T52" fmla="*/ 103 w 570"/>
              <a:gd name="T53" fmla="*/ 677 h 709"/>
              <a:gd name="T54" fmla="*/ 51 w 570"/>
              <a:gd name="T55" fmla="*/ 656 h 709"/>
              <a:gd name="T56" fmla="*/ 30 w 570"/>
              <a:gd name="T57" fmla="*/ 604 h 709"/>
              <a:gd name="T58" fmla="*/ 30 w 570"/>
              <a:gd name="T59" fmla="*/ 596 h 709"/>
              <a:gd name="T60" fmla="*/ 77 w 570"/>
              <a:gd name="T61" fmla="*/ 177 h 709"/>
              <a:gd name="T62" fmla="*/ 136 w 570"/>
              <a:gd name="T63" fmla="*/ 177 h 709"/>
              <a:gd name="T64" fmla="*/ 136 w 570"/>
              <a:gd name="T65" fmla="*/ 250 h 709"/>
              <a:gd name="T66" fmla="*/ 152 w 570"/>
              <a:gd name="T67" fmla="*/ 266 h 709"/>
              <a:gd name="T68" fmla="*/ 167 w 570"/>
              <a:gd name="T69" fmla="*/ 250 h 709"/>
              <a:gd name="T70" fmla="*/ 167 w 570"/>
              <a:gd name="T71" fmla="*/ 177 h 709"/>
              <a:gd name="T72" fmla="*/ 402 w 570"/>
              <a:gd name="T73" fmla="*/ 177 h 709"/>
              <a:gd name="T74" fmla="*/ 402 w 570"/>
              <a:gd name="T75" fmla="*/ 250 h 709"/>
              <a:gd name="T76" fmla="*/ 417 w 570"/>
              <a:gd name="T77" fmla="*/ 266 h 709"/>
              <a:gd name="T78" fmla="*/ 432 w 570"/>
              <a:gd name="T79" fmla="*/ 250 h 709"/>
              <a:gd name="T80" fmla="*/ 432 w 570"/>
              <a:gd name="T81" fmla="*/ 177 h 709"/>
              <a:gd name="T82" fmla="*/ 493 w 570"/>
              <a:gd name="T83" fmla="*/ 177 h 709"/>
              <a:gd name="T84" fmla="*/ 538 w 570"/>
              <a:gd name="T85" fmla="*/ 596 h 709"/>
              <a:gd name="T86" fmla="*/ 540 w 570"/>
              <a:gd name="T87" fmla="*/ 60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70" h="709">
                <a:moveTo>
                  <a:pt x="505" y="147"/>
                </a:moveTo>
                <a:lnTo>
                  <a:pt x="505" y="147"/>
                </a:lnTo>
                <a:cubicBezTo>
                  <a:pt x="432" y="147"/>
                  <a:pt x="432" y="147"/>
                  <a:pt x="432" y="147"/>
                </a:cubicBezTo>
                <a:cubicBezTo>
                  <a:pt x="432" y="65"/>
                  <a:pt x="366" y="0"/>
                  <a:pt x="284" y="0"/>
                </a:cubicBezTo>
                <a:cubicBezTo>
                  <a:pt x="203" y="0"/>
                  <a:pt x="136" y="65"/>
                  <a:pt x="136" y="147"/>
                </a:cubicBezTo>
                <a:cubicBezTo>
                  <a:pt x="63" y="147"/>
                  <a:pt x="63" y="147"/>
                  <a:pt x="63" y="147"/>
                </a:cubicBezTo>
                <a:cubicBezTo>
                  <a:pt x="56" y="147"/>
                  <a:pt x="49" y="152"/>
                  <a:pt x="48" y="161"/>
                </a:cubicBezTo>
                <a:cubicBezTo>
                  <a:pt x="1" y="593"/>
                  <a:pt x="1" y="593"/>
                  <a:pt x="1" y="593"/>
                </a:cubicBezTo>
                <a:cubicBezTo>
                  <a:pt x="0" y="597"/>
                  <a:pt x="0" y="600"/>
                  <a:pt x="0" y="604"/>
                </a:cubicBezTo>
                <a:cubicBezTo>
                  <a:pt x="0" y="661"/>
                  <a:pt x="45" y="708"/>
                  <a:pt x="103" y="708"/>
                </a:cubicBezTo>
                <a:cubicBezTo>
                  <a:pt x="465" y="708"/>
                  <a:pt x="465" y="708"/>
                  <a:pt x="465" y="708"/>
                </a:cubicBezTo>
                <a:cubicBezTo>
                  <a:pt x="523" y="708"/>
                  <a:pt x="569" y="661"/>
                  <a:pt x="569" y="604"/>
                </a:cubicBezTo>
                <a:cubicBezTo>
                  <a:pt x="569" y="600"/>
                  <a:pt x="569" y="597"/>
                  <a:pt x="567" y="593"/>
                </a:cubicBezTo>
                <a:cubicBezTo>
                  <a:pt x="520" y="161"/>
                  <a:pt x="520" y="161"/>
                  <a:pt x="520" y="161"/>
                </a:cubicBezTo>
                <a:cubicBezTo>
                  <a:pt x="519" y="152"/>
                  <a:pt x="513" y="147"/>
                  <a:pt x="505" y="147"/>
                </a:cubicBezTo>
                <a:close/>
                <a:moveTo>
                  <a:pt x="201" y="64"/>
                </a:moveTo>
                <a:lnTo>
                  <a:pt x="201" y="64"/>
                </a:lnTo>
                <a:cubicBezTo>
                  <a:pt x="222" y="43"/>
                  <a:pt x="251" y="29"/>
                  <a:pt x="284" y="29"/>
                </a:cubicBezTo>
                <a:cubicBezTo>
                  <a:pt x="317" y="29"/>
                  <a:pt x="346" y="43"/>
                  <a:pt x="367" y="64"/>
                </a:cubicBezTo>
                <a:cubicBezTo>
                  <a:pt x="389" y="86"/>
                  <a:pt x="402" y="115"/>
                  <a:pt x="402" y="147"/>
                </a:cubicBezTo>
                <a:cubicBezTo>
                  <a:pt x="167" y="147"/>
                  <a:pt x="167" y="147"/>
                  <a:pt x="167" y="147"/>
                </a:cubicBezTo>
                <a:cubicBezTo>
                  <a:pt x="167" y="115"/>
                  <a:pt x="179" y="86"/>
                  <a:pt x="201" y="64"/>
                </a:cubicBezTo>
                <a:close/>
                <a:moveTo>
                  <a:pt x="540" y="604"/>
                </a:moveTo>
                <a:lnTo>
                  <a:pt x="540" y="604"/>
                </a:lnTo>
                <a:cubicBezTo>
                  <a:pt x="540" y="625"/>
                  <a:pt x="531" y="643"/>
                  <a:pt x="518" y="656"/>
                </a:cubicBezTo>
                <a:cubicBezTo>
                  <a:pt x="504" y="669"/>
                  <a:pt x="486" y="677"/>
                  <a:pt x="465" y="677"/>
                </a:cubicBezTo>
                <a:cubicBezTo>
                  <a:pt x="103" y="677"/>
                  <a:pt x="103" y="677"/>
                  <a:pt x="103" y="677"/>
                </a:cubicBezTo>
                <a:cubicBezTo>
                  <a:pt x="83" y="677"/>
                  <a:pt x="65" y="669"/>
                  <a:pt x="51" y="656"/>
                </a:cubicBezTo>
                <a:cubicBezTo>
                  <a:pt x="37" y="643"/>
                  <a:pt x="30" y="625"/>
                  <a:pt x="30" y="604"/>
                </a:cubicBezTo>
                <a:cubicBezTo>
                  <a:pt x="30" y="601"/>
                  <a:pt x="30" y="598"/>
                  <a:pt x="30" y="596"/>
                </a:cubicBezTo>
                <a:cubicBezTo>
                  <a:pt x="77" y="177"/>
                  <a:pt x="77" y="177"/>
                  <a:pt x="77" y="177"/>
                </a:cubicBezTo>
                <a:cubicBezTo>
                  <a:pt x="136" y="177"/>
                  <a:pt x="136" y="177"/>
                  <a:pt x="136" y="177"/>
                </a:cubicBezTo>
                <a:cubicBezTo>
                  <a:pt x="136" y="250"/>
                  <a:pt x="136" y="250"/>
                  <a:pt x="136" y="250"/>
                </a:cubicBezTo>
                <a:cubicBezTo>
                  <a:pt x="136" y="259"/>
                  <a:pt x="143" y="266"/>
                  <a:pt x="152" y="266"/>
                </a:cubicBezTo>
                <a:cubicBezTo>
                  <a:pt x="160" y="266"/>
                  <a:pt x="167" y="259"/>
                  <a:pt x="167" y="250"/>
                </a:cubicBezTo>
                <a:cubicBezTo>
                  <a:pt x="167" y="177"/>
                  <a:pt x="167" y="177"/>
                  <a:pt x="167" y="177"/>
                </a:cubicBezTo>
                <a:cubicBezTo>
                  <a:pt x="402" y="177"/>
                  <a:pt x="402" y="177"/>
                  <a:pt x="402" y="177"/>
                </a:cubicBezTo>
                <a:cubicBezTo>
                  <a:pt x="402" y="250"/>
                  <a:pt x="402" y="250"/>
                  <a:pt x="402" y="250"/>
                </a:cubicBezTo>
                <a:cubicBezTo>
                  <a:pt x="402" y="259"/>
                  <a:pt x="409" y="266"/>
                  <a:pt x="417" y="266"/>
                </a:cubicBezTo>
                <a:cubicBezTo>
                  <a:pt x="425" y="266"/>
                  <a:pt x="432" y="259"/>
                  <a:pt x="432" y="250"/>
                </a:cubicBezTo>
                <a:cubicBezTo>
                  <a:pt x="432" y="177"/>
                  <a:pt x="432" y="177"/>
                  <a:pt x="432" y="177"/>
                </a:cubicBezTo>
                <a:cubicBezTo>
                  <a:pt x="493" y="177"/>
                  <a:pt x="493" y="177"/>
                  <a:pt x="493" y="177"/>
                </a:cubicBezTo>
                <a:cubicBezTo>
                  <a:pt x="538" y="596"/>
                  <a:pt x="538" y="596"/>
                  <a:pt x="538" y="596"/>
                </a:cubicBezTo>
                <a:cubicBezTo>
                  <a:pt x="538" y="598"/>
                  <a:pt x="540" y="601"/>
                  <a:pt x="540" y="60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34" name="Group 36">
            <a:extLst>
              <a:ext uri="{FF2B5EF4-FFF2-40B4-BE49-F238E27FC236}">
                <a16:creationId xmlns:a16="http://schemas.microsoft.com/office/drawing/2014/main" id="{F68164D2-CD54-8B93-5FD2-A4915E4851C1}"/>
              </a:ext>
            </a:extLst>
          </p:cNvPr>
          <p:cNvGrpSpPr/>
          <p:nvPr/>
        </p:nvGrpSpPr>
        <p:grpSpPr>
          <a:xfrm>
            <a:off x="5339283" y="2400722"/>
            <a:ext cx="228600" cy="255587"/>
            <a:chOff x="4183063" y="2713038"/>
            <a:chExt cx="228600" cy="255587"/>
          </a:xfrm>
          <a:solidFill>
            <a:schemeClr val="tx2"/>
          </a:solidFill>
        </p:grpSpPr>
        <p:sp>
          <p:nvSpPr>
            <p:cNvPr id="35" name="Freeform 30">
              <a:extLst>
                <a:ext uri="{FF2B5EF4-FFF2-40B4-BE49-F238E27FC236}">
                  <a16:creationId xmlns:a16="http://schemas.microsoft.com/office/drawing/2014/main" id="{875CBA62-765D-9F8C-6DFD-1B37B51D7F4E}"/>
                </a:ext>
              </a:extLst>
            </p:cNvPr>
            <p:cNvSpPr>
              <a:spLocks noChangeArrowheads="1"/>
            </p:cNvSpPr>
            <p:nvPr/>
          </p:nvSpPr>
          <p:spPr bwMode="auto">
            <a:xfrm>
              <a:off x="4337050" y="2862263"/>
              <a:ext cx="74613" cy="74612"/>
            </a:xfrm>
            <a:custGeom>
              <a:avLst/>
              <a:gdLst>
                <a:gd name="T0" fmla="*/ 119 w 208"/>
                <a:gd name="T1" fmla="*/ 192 h 208"/>
                <a:gd name="T2" fmla="*/ 119 w 208"/>
                <a:gd name="T3" fmla="*/ 192 h 208"/>
                <a:gd name="T4" fmla="*/ 119 w 208"/>
                <a:gd name="T5" fmla="*/ 119 h 208"/>
                <a:gd name="T6" fmla="*/ 192 w 208"/>
                <a:gd name="T7" fmla="*/ 119 h 208"/>
                <a:gd name="T8" fmla="*/ 207 w 208"/>
                <a:gd name="T9" fmla="*/ 104 h 208"/>
                <a:gd name="T10" fmla="*/ 192 w 208"/>
                <a:gd name="T11" fmla="*/ 88 h 208"/>
                <a:gd name="T12" fmla="*/ 119 w 208"/>
                <a:gd name="T13" fmla="*/ 88 h 208"/>
                <a:gd name="T14" fmla="*/ 119 w 208"/>
                <a:gd name="T15" fmla="*/ 15 h 208"/>
                <a:gd name="T16" fmla="*/ 104 w 208"/>
                <a:gd name="T17" fmla="*/ 0 h 208"/>
                <a:gd name="T18" fmla="*/ 88 w 208"/>
                <a:gd name="T19" fmla="*/ 15 h 208"/>
                <a:gd name="T20" fmla="*/ 88 w 208"/>
                <a:gd name="T21" fmla="*/ 88 h 208"/>
                <a:gd name="T22" fmla="*/ 15 w 208"/>
                <a:gd name="T23" fmla="*/ 88 h 208"/>
                <a:gd name="T24" fmla="*/ 0 w 208"/>
                <a:gd name="T25" fmla="*/ 104 h 208"/>
                <a:gd name="T26" fmla="*/ 15 w 208"/>
                <a:gd name="T27" fmla="*/ 119 h 208"/>
                <a:gd name="T28" fmla="*/ 88 w 208"/>
                <a:gd name="T29" fmla="*/ 119 h 208"/>
                <a:gd name="T30" fmla="*/ 88 w 208"/>
                <a:gd name="T31" fmla="*/ 192 h 208"/>
                <a:gd name="T32" fmla="*/ 104 w 208"/>
                <a:gd name="T33" fmla="*/ 207 h 208"/>
                <a:gd name="T34" fmla="*/ 119 w 208"/>
                <a:gd name="T35" fmla="*/ 19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119" y="192"/>
                  </a:moveTo>
                  <a:lnTo>
                    <a:pt x="119" y="192"/>
                  </a:lnTo>
                  <a:cubicBezTo>
                    <a:pt x="119" y="119"/>
                    <a:pt x="119" y="119"/>
                    <a:pt x="119" y="119"/>
                  </a:cubicBezTo>
                  <a:cubicBezTo>
                    <a:pt x="192" y="119"/>
                    <a:pt x="192" y="119"/>
                    <a:pt x="192" y="119"/>
                  </a:cubicBezTo>
                  <a:cubicBezTo>
                    <a:pt x="200" y="119"/>
                    <a:pt x="207" y="112"/>
                    <a:pt x="207" y="104"/>
                  </a:cubicBezTo>
                  <a:cubicBezTo>
                    <a:pt x="207" y="95"/>
                    <a:pt x="200" y="88"/>
                    <a:pt x="192" y="88"/>
                  </a:cubicBezTo>
                  <a:cubicBezTo>
                    <a:pt x="119" y="88"/>
                    <a:pt x="119" y="88"/>
                    <a:pt x="119" y="88"/>
                  </a:cubicBezTo>
                  <a:cubicBezTo>
                    <a:pt x="119" y="15"/>
                    <a:pt x="119" y="15"/>
                    <a:pt x="119" y="15"/>
                  </a:cubicBezTo>
                  <a:cubicBezTo>
                    <a:pt x="119" y="7"/>
                    <a:pt x="112" y="0"/>
                    <a:pt x="104" y="0"/>
                  </a:cubicBezTo>
                  <a:cubicBezTo>
                    <a:pt x="95" y="0"/>
                    <a:pt x="88" y="7"/>
                    <a:pt x="88" y="15"/>
                  </a:cubicBezTo>
                  <a:cubicBezTo>
                    <a:pt x="88" y="88"/>
                    <a:pt x="88" y="88"/>
                    <a:pt x="88" y="88"/>
                  </a:cubicBezTo>
                  <a:cubicBezTo>
                    <a:pt x="15" y="88"/>
                    <a:pt x="15" y="88"/>
                    <a:pt x="15" y="88"/>
                  </a:cubicBezTo>
                  <a:cubicBezTo>
                    <a:pt x="7" y="88"/>
                    <a:pt x="0" y="95"/>
                    <a:pt x="0" y="104"/>
                  </a:cubicBezTo>
                  <a:cubicBezTo>
                    <a:pt x="0" y="112"/>
                    <a:pt x="7" y="119"/>
                    <a:pt x="15" y="119"/>
                  </a:cubicBezTo>
                  <a:cubicBezTo>
                    <a:pt x="88" y="119"/>
                    <a:pt x="88" y="119"/>
                    <a:pt x="88" y="119"/>
                  </a:cubicBezTo>
                  <a:cubicBezTo>
                    <a:pt x="88" y="192"/>
                    <a:pt x="88" y="192"/>
                    <a:pt x="88" y="192"/>
                  </a:cubicBezTo>
                  <a:cubicBezTo>
                    <a:pt x="88" y="200"/>
                    <a:pt x="95" y="207"/>
                    <a:pt x="104" y="207"/>
                  </a:cubicBezTo>
                  <a:cubicBezTo>
                    <a:pt x="112" y="207"/>
                    <a:pt x="119" y="200"/>
                    <a:pt x="11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 name="Freeform 31">
              <a:extLst>
                <a:ext uri="{FF2B5EF4-FFF2-40B4-BE49-F238E27FC236}">
                  <a16:creationId xmlns:a16="http://schemas.microsoft.com/office/drawing/2014/main" id="{684B4102-84A1-531F-33AD-1377BA8CD6EC}"/>
                </a:ext>
              </a:extLst>
            </p:cNvPr>
            <p:cNvSpPr>
              <a:spLocks noChangeArrowheads="1"/>
            </p:cNvSpPr>
            <p:nvPr/>
          </p:nvSpPr>
          <p:spPr bwMode="auto">
            <a:xfrm>
              <a:off x="4183063" y="2713038"/>
              <a:ext cx="193675" cy="255587"/>
            </a:xfrm>
            <a:custGeom>
              <a:avLst/>
              <a:gdLst>
                <a:gd name="T0" fmla="*/ 30 w 538"/>
                <a:gd name="T1" fmla="*/ 677 h 709"/>
                <a:gd name="T2" fmla="*/ 30 w 538"/>
                <a:gd name="T3" fmla="*/ 677 h 709"/>
                <a:gd name="T4" fmla="*/ 104 w 538"/>
                <a:gd name="T5" fmla="*/ 708 h 709"/>
                <a:gd name="T6" fmla="*/ 457 w 538"/>
                <a:gd name="T7" fmla="*/ 708 h 709"/>
                <a:gd name="T8" fmla="*/ 472 w 538"/>
                <a:gd name="T9" fmla="*/ 692 h 709"/>
                <a:gd name="T10" fmla="*/ 457 w 538"/>
                <a:gd name="T11" fmla="*/ 677 h 709"/>
                <a:gd name="T12" fmla="*/ 457 w 538"/>
                <a:gd name="T13" fmla="*/ 677 h 709"/>
                <a:gd name="T14" fmla="*/ 104 w 538"/>
                <a:gd name="T15" fmla="*/ 677 h 709"/>
                <a:gd name="T16" fmla="*/ 51 w 538"/>
                <a:gd name="T17" fmla="*/ 656 h 709"/>
                <a:gd name="T18" fmla="*/ 29 w 538"/>
                <a:gd name="T19" fmla="*/ 604 h 709"/>
                <a:gd name="T20" fmla="*/ 30 w 538"/>
                <a:gd name="T21" fmla="*/ 596 h 709"/>
                <a:gd name="T22" fmla="*/ 30 w 538"/>
                <a:gd name="T23" fmla="*/ 596 h 709"/>
                <a:gd name="T24" fmla="*/ 76 w 538"/>
                <a:gd name="T25" fmla="*/ 177 h 709"/>
                <a:gd name="T26" fmla="*/ 137 w 538"/>
                <a:gd name="T27" fmla="*/ 177 h 709"/>
                <a:gd name="T28" fmla="*/ 137 w 538"/>
                <a:gd name="T29" fmla="*/ 250 h 709"/>
                <a:gd name="T30" fmla="*/ 152 w 538"/>
                <a:gd name="T31" fmla="*/ 266 h 709"/>
                <a:gd name="T32" fmla="*/ 166 w 538"/>
                <a:gd name="T33" fmla="*/ 250 h 709"/>
                <a:gd name="T34" fmla="*/ 166 w 538"/>
                <a:gd name="T35" fmla="*/ 250 h 709"/>
                <a:gd name="T36" fmla="*/ 166 w 538"/>
                <a:gd name="T37" fmla="*/ 177 h 709"/>
                <a:gd name="T38" fmla="*/ 402 w 538"/>
                <a:gd name="T39" fmla="*/ 177 h 709"/>
                <a:gd name="T40" fmla="*/ 402 w 538"/>
                <a:gd name="T41" fmla="*/ 250 h 709"/>
                <a:gd name="T42" fmla="*/ 417 w 538"/>
                <a:gd name="T43" fmla="*/ 266 h 709"/>
                <a:gd name="T44" fmla="*/ 431 w 538"/>
                <a:gd name="T45" fmla="*/ 250 h 709"/>
                <a:gd name="T46" fmla="*/ 431 w 538"/>
                <a:gd name="T47" fmla="*/ 177 h 709"/>
                <a:gd name="T48" fmla="*/ 492 w 538"/>
                <a:gd name="T49" fmla="*/ 177 h 709"/>
                <a:gd name="T50" fmla="*/ 507 w 538"/>
                <a:gd name="T51" fmla="*/ 313 h 709"/>
                <a:gd name="T52" fmla="*/ 524 w 538"/>
                <a:gd name="T53" fmla="*/ 325 h 709"/>
                <a:gd name="T54" fmla="*/ 536 w 538"/>
                <a:gd name="T55" fmla="*/ 308 h 709"/>
                <a:gd name="T56" fmla="*/ 519 w 538"/>
                <a:gd name="T57" fmla="*/ 161 h 709"/>
                <a:gd name="T58" fmla="*/ 506 w 538"/>
                <a:gd name="T59" fmla="*/ 147 h 709"/>
                <a:gd name="T60" fmla="*/ 431 w 538"/>
                <a:gd name="T61" fmla="*/ 147 h 709"/>
                <a:gd name="T62" fmla="*/ 285 w 538"/>
                <a:gd name="T63" fmla="*/ 0 h 709"/>
                <a:gd name="T64" fmla="*/ 137 w 538"/>
                <a:gd name="T65" fmla="*/ 147 h 709"/>
                <a:gd name="T66" fmla="*/ 64 w 538"/>
                <a:gd name="T67" fmla="*/ 147 h 709"/>
                <a:gd name="T68" fmla="*/ 48 w 538"/>
                <a:gd name="T69" fmla="*/ 161 h 709"/>
                <a:gd name="T70" fmla="*/ 0 w 538"/>
                <a:gd name="T71" fmla="*/ 593 h 709"/>
                <a:gd name="T72" fmla="*/ 0 w 538"/>
                <a:gd name="T73" fmla="*/ 604 h 709"/>
                <a:gd name="T74" fmla="*/ 30 w 538"/>
                <a:gd name="T75" fmla="*/ 677 h 709"/>
                <a:gd name="T76" fmla="*/ 200 w 538"/>
                <a:gd name="T77" fmla="*/ 64 h 709"/>
                <a:gd name="T78" fmla="*/ 200 w 538"/>
                <a:gd name="T79" fmla="*/ 64 h 709"/>
                <a:gd name="T80" fmla="*/ 285 w 538"/>
                <a:gd name="T81" fmla="*/ 29 h 709"/>
                <a:gd name="T82" fmla="*/ 367 w 538"/>
                <a:gd name="T83" fmla="*/ 64 h 709"/>
                <a:gd name="T84" fmla="*/ 402 w 538"/>
                <a:gd name="T85" fmla="*/ 147 h 709"/>
                <a:gd name="T86" fmla="*/ 166 w 538"/>
                <a:gd name="T87" fmla="*/ 147 h 709"/>
                <a:gd name="T88" fmla="*/ 200 w 538"/>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8" h="709">
                  <a:moveTo>
                    <a:pt x="30" y="677"/>
                  </a:moveTo>
                  <a:lnTo>
                    <a:pt x="30" y="677"/>
                  </a:lnTo>
                  <a:cubicBezTo>
                    <a:pt x="48" y="695"/>
                    <a:pt x="75" y="708"/>
                    <a:pt x="104" y="708"/>
                  </a:cubicBezTo>
                  <a:cubicBezTo>
                    <a:pt x="457" y="708"/>
                    <a:pt x="457" y="708"/>
                    <a:pt x="457" y="708"/>
                  </a:cubicBezTo>
                  <a:cubicBezTo>
                    <a:pt x="466" y="708"/>
                    <a:pt x="472" y="701"/>
                    <a:pt x="472" y="692"/>
                  </a:cubicBezTo>
                  <a:cubicBezTo>
                    <a:pt x="472" y="684"/>
                    <a:pt x="466" y="677"/>
                    <a:pt x="457" y="677"/>
                  </a:cubicBezTo>
                  <a:lnTo>
                    <a:pt x="457" y="677"/>
                  </a:lnTo>
                  <a:cubicBezTo>
                    <a:pt x="104" y="677"/>
                    <a:pt x="104" y="677"/>
                    <a:pt x="104" y="677"/>
                  </a:cubicBezTo>
                  <a:cubicBezTo>
                    <a:pt x="83" y="677"/>
                    <a:pt x="64" y="669"/>
                    <a:pt x="51" y="656"/>
                  </a:cubicBezTo>
                  <a:cubicBezTo>
                    <a:pt x="37" y="643"/>
                    <a:pt x="29" y="625"/>
                    <a:pt x="29" y="604"/>
                  </a:cubicBezTo>
                  <a:cubicBezTo>
                    <a:pt x="29" y="601"/>
                    <a:pt x="29" y="598"/>
                    <a:pt x="30" y="596"/>
                  </a:cubicBezTo>
                  <a:lnTo>
                    <a:pt x="30"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0"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7" y="266"/>
                  </a:cubicBezTo>
                  <a:cubicBezTo>
                    <a:pt x="425" y="266"/>
                    <a:pt x="431" y="259"/>
                    <a:pt x="431" y="250"/>
                  </a:cubicBezTo>
                  <a:cubicBezTo>
                    <a:pt x="431" y="177"/>
                    <a:pt x="431" y="177"/>
                    <a:pt x="431" y="177"/>
                  </a:cubicBezTo>
                  <a:cubicBezTo>
                    <a:pt x="492" y="177"/>
                    <a:pt x="492" y="177"/>
                    <a:pt x="492" y="177"/>
                  </a:cubicBezTo>
                  <a:cubicBezTo>
                    <a:pt x="507" y="313"/>
                    <a:pt x="507" y="313"/>
                    <a:pt x="507" y="313"/>
                  </a:cubicBezTo>
                  <a:cubicBezTo>
                    <a:pt x="508" y="319"/>
                    <a:pt x="515" y="326"/>
                    <a:pt x="524" y="325"/>
                  </a:cubicBezTo>
                  <a:cubicBezTo>
                    <a:pt x="532" y="324"/>
                    <a:pt x="537" y="317"/>
                    <a:pt x="536" y="308"/>
                  </a:cubicBezTo>
                  <a:cubicBezTo>
                    <a:pt x="519" y="161"/>
                    <a:pt x="519" y="161"/>
                    <a:pt x="519" y="161"/>
                  </a:cubicBezTo>
                  <a:cubicBezTo>
                    <a:pt x="519" y="152"/>
                    <a:pt x="512"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5" y="147"/>
                    <a:pt x="50" y="152"/>
                    <a:pt x="48" y="161"/>
                  </a:cubicBezTo>
                  <a:cubicBezTo>
                    <a:pt x="0" y="593"/>
                    <a:pt x="0" y="593"/>
                    <a:pt x="0" y="593"/>
                  </a:cubicBezTo>
                  <a:cubicBezTo>
                    <a:pt x="0" y="597"/>
                    <a:pt x="0" y="601"/>
                    <a:pt x="0" y="604"/>
                  </a:cubicBezTo>
                  <a:cubicBezTo>
                    <a:pt x="0" y="633"/>
                    <a:pt x="11" y="658"/>
                    <a:pt x="30" y="677"/>
                  </a:cubicBezTo>
                  <a:close/>
                  <a:moveTo>
                    <a:pt x="200" y="64"/>
                  </a:moveTo>
                  <a:lnTo>
                    <a:pt x="200" y="64"/>
                  </a:lnTo>
                  <a:cubicBezTo>
                    <a:pt x="222" y="43"/>
                    <a:pt x="251" y="29"/>
                    <a:pt x="285" y="29"/>
                  </a:cubicBezTo>
                  <a:cubicBezTo>
                    <a:pt x="316" y="29"/>
                    <a:pt x="347" y="43"/>
                    <a:pt x="367" y="64"/>
                  </a:cubicBezTo>
                  <a:cubicBezTo>
                    <a:pt x="390" y="86"/>
                    <a:pt x="402" y="115"/>
                    <a:pt x="402" y="147"/>
                  </a:cubicBezTo>
                  <a:cubicBezTo>
                    <a:pt x="166" y="147"/>
                    <a:pt x="166" y="147"/>
                    <a:pt x="166" y="147"/>
                  </a:cubicBezTo>
                  <a:cubicBezTo>
                    <a:pt x="166" y="115"/>
                    <a:pt x="180" y="86"/>
                    <a:pt x="20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 name="Freeform 32">
              <a:extLst>
                <a:ext uri="{FF2B5EF4-FFF2-40B4-BE49-F238E27FC236}">
                  <a16:creationId xmlns:a16="http://schemas.microsoft.com/office/drawing/2014/main" id="{9604A295-99B0-CBCD-BDDB-75720C1D4B25}"/>
                </a:ext>
              </a:extLst>
            </p:cNvPr>
            <p:cNvSpPr>
              <a:spLocks noChangeArrowheads="1"/>
            </p:cNvSpPr>
            <p:nvPr/>
          </p:nvSpPr>
          <p:spPr bwMode="auto">
            <a:xfrm>
              <a:off x="4183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 name="Group 40">
            <a:extLst>
              <a:ext uri="{FF2B5EF4-FFF2-40B4-BE49-F238E27FC236}">
                <a16:creationId xmlns:a16="http://schemas.microsoft.com/office/drawing/2014/main" id="{D5AB309D-DD8D-C9F7-9176-560054BECC6F}"/>
              </a:ext>
            </a:extLst>
          </p:cNvPr>
          <p:cNvGrpSpPr/>
          <p:nvPr/>
        </p:nvGrpSpPr>
        <p:grpSpPr>
          <a:xfrm>
            <a:off x="5847283" y="2400722"/>
            <a:ext cx="230187" cy="255587"/>
            <a:chOff x="4691063" y="2713038"/>
            <a:chExt cx="230187" cy="255587"/>
          </a:xfrm>
          <a:solidFill>
            <a:schemeClr val="tx2"/>
          </a:solidFill>
        </p:grpSpPr>
        <p:sp>
          <p:nvSpPr>
            <p:cNvPr id="39" name="Freeform 33">
              <a:extLst>
                <a:ext uri="{FF2B5EF4-FFF2-40B4-BE49-F238E27FC236}">
                  <a16:creationId xmlns:a16="http://schemas.microsoft.com/office/drawing/2014/main" id="{AF4A89A5-3977-AE39-C94F-1A558EB4F60C}"/>
                </a:ext>
              </a:extLst>
            </p:cNvPr>
            <p:cNvSpPr>
              <a:spLocks noChangeArrowheads="1"/>
            </p:cNvSpPr>
            <p:nvPr/>
          </p:nvSpPr>
          <p:spPr bwMode="auto">
            <a:xfrm>
              <a:off x="4846638" y="2894013"/>
              <a:ext cx="74612" cy="11112"/>
            </a:xfrm>
            <a:custGeom>
              <a:avLst/>
              <a:gdLst>
                <a:gd name="T0" fmla="*/ 208 w 209"/>
                <a:gd name="T1" fmla="*/ 16 h 32"/>
                <a:gd name="T2" fmla="*/ 208 w 209"/>
                <a:gd name="T3" fmla="*/ 16 h 32"/>
                <a:gd name="T4" fmla="*/ 192 w 209"/>
                <a:gd name="T5" fmla="*/ 0 h 32"/>
                <a:gd name="T6" fmla="*/ 16 w 209"/>
                <a:gd name="T7" fmla="*/ 0 h 32"/>
                <a:gd name="T8" fmla="*/ 0 w 209"/>
                <a:gd name="T9" fmla="*/ 16 h 32"/>
                <a:gd name="T10" fmla="*/ 16 w 209"/>
                <a:gd name="T11" fmla="*/ 31 h 32"/>
                <a:gd name="T12" fmla="*/ 192 w 209"/>
                <a:gd name="T13" fmla="*/ 31 h 32"/>
                <a:gd name="T14" fmla="*/ 208 w 209"/>
                <a:gd name="T15" fmla="*/ 16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9" h="32">
                  <a:moveTo>
                    <a:pt x="208" y="16"/>
                  </a:moveTo>
                  <a:lnTo>
                    <a:pt x="208" y="16"/>
                  </a:lnTo>
                  <a:cubicBezTo>
                    <a:pt x="208" y="7"/>
                    <a:pt x="201" y="0"/>
                    <a:pt x="192" y="0"/>
                  </a:cubicBezTo>
                  <a:cubicBezTo>
                    <a:pt x="16" y="0"/>
                    <a:pt x="16" y="0"/>
                    <a:pt x="16" y="0"/>
                  </a:cubicBezTo>
                  <a:cubicBezTo>
                    <a:pt x="7" y="0"/>
                    <a:pt x="0" y="7"/>
                    <a:pt x="0" y="16"/>
                  </a:cubicBezTo>
                  <a:cubicBezTo>
                    <a:pt x="0" y="24"/>
                    <a:pt x="7" y="31"/>
                    <a:pt x="16" y="31"/>
                  </a:cubicBezTo>
                  <a:cubicBezTo>
                    <a:pt x="192" y="31"/>
                    <a:pt x="192" y="31"/>
                    <a:pt x="192" y="31"/>
                  </a:cubicBezTo>
                  <a:cubicBezTo>
                    <a:pt x="201" y="31"/>
                    <a:pt x="208" y="24"/>
                    <a:pt x="208"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 name="Freeform 34">
              <a:extLst>
                <a:ext uri="{FF2B5EF4-FFF2-40B4-BE49-F238E27FC236}">
                  <a16:creationId xmlns:a16="http://schemas.microsoft.com/office/drawing/2014/main" id="{1A2F7DEE-0809-3107-CCCC-4201B5E89740}"/>
                </a:ext>
              </a:extLst>
            </p:cNvPr>
            <p:cNvSpPr>
              <a:spLocks noChangeArrowheads="1"/>
            </p:cNvSpPr>
            <p:nvPr/>
          </p:nvSpPr>
          <p:spPr bwMode="auto">
            <a:xfrm>
              <a:off x="4691063" y="2713038"/>
              <a:ext cx="193675" cy="255587"/>
            </a:xfrm>
            <a:custGeom>
              <a:avLst/>
              <a:gdLst>
                <a:gd name="T0" fmla="*/ 473 w 539"/>
                <a:gd name="T1" fmla="*/ 692 h 709"/>
                <a:gd name="T2" fmla="*/ 473 w 539"/>
                <a:gd name="T3" fmla="*/ 692 h 709"/>
                <a:gd name="T4" fmla="*/ 458 w 539"/>
                <a:gd name="T5" fmla="*/ 677 h 709"/>
                <a:gd name="T6" fmla="*/ 458 w 539"/>
                <a:gd name="T7" fmla="*/ 677 h 709"/>
                <a:gd name="T8" fmla="*/ 104 w 539"/>
                <a:gd name="T9" fmla="*/ 677 h 709"/>
                <a:gd name="T10" fmla="*/ 52 w 539"/>
                <a:gd name="T11" fmla="*/ 656 h 709"/>
                <a:gd name="T12" fmla="*/ 29 w 539"/>
                <a:gd name="T13" fmla="*/ 604 h 709"/>
                <a:gd name="T14" fmla="*/ 31 w 539"/>
                <a:gd name="T15" fmla="*/ 596 h 709"/>
                <a:gd name="T16" fmla="*/ 31 w 539"/>
                <a:gd name="T17" fmla="*/ 596 h 709"/>
                <a:gd name="T18" fmla="*/ 76 w 539"/>
                <a:gd name="T19" fmla="*/ 177 h 709"/>
                <a:gd name="T20" fmla="*/ 137 w 539"/>
                <a:gd name="T21" fmla="*/ 177 h 709"/>
                <a:gd name="T22" fmla="*/ 137 w 539"/>
                <a:gd name="T23" fmla="*/ 250 h 709"/>
                <a:gd name="T24" fmla="*/ 152 w 539"/>
                <a:gd name="T25" fmla="*/ 266 h 709"/>
                <a:gd name="T26" fmla="*/ 166 w 539"/>
                <a:gd name="T27" fmla="*/ 250 h 709"/>
                <a:gd name="T28" fmla="*/ 166 w 539"/>
                <a:gd name="T29" fmla="*/ 250 h 709"/>
                <a:gd name="T30" fmla="*/ 166 w 539"/>
                <a:gd name="T31" fmla="*/ 177 h 709"/>
                <a:gd name="T32" fmla="*/ 402 w 539"/>
                <a:gd name="T33" fmla="*/ 177 h 709"/>
                <a:gd name="T34" fmla="*/ 402 w 539"/>
                <a:gd name="T35" fmla="*/ 250 h 709"/>
                <a:gd name="T36" fmla="*/ 418 w 539"/>
                <a:gd name="T37" fmla="*/ 266 h 709"/>
                <a:gd name="T38" fmla="*/ 431 w 539"/>
                <a:gd name="T39" fmla="*/ 250 h 709"/>
                <a:gd name="T40" fmla="*/ 431 w 539"/>
                <a:gd name="T41" fmla="*/ 177 h 709"/>
                <a:gd name="T42" fmla="*/ 492 w 539"/>
                <a:gd name="T43" fmla="*/ 177 h 709"/>
                <a:gd name="T44" fmla="*/ 507 w 539"/>
                <a:gd name="T45" fmla="*/ 313 h 709"/>
                <a:gd name="T46" fmla="*/ 524 w 539"/>
                <a:gd name="T47" fmla="*/ 325 h 709"/>
                <a:gd name="T48" fmla="*/ 536 w 539"/>
                <a:gd name="T49" fmla="*/ 308 h 709"/>
                <a:gd name="T50" fmla="*/ 520 w 539"/>
                <a:gd name="T51" fmla="*/ 161 h 709"/>
                <a:gd name="T52" fmla="*/ 506 w 539"/>
                <a:gd name="T53" fmla="*/ 147 h 709"/>
                <a:gd name="T54" fmla="*/ 431 w 539"/>
                <a:gd name="T55" fmla="*/ 147 h 709"/>
                <a:gd name="T56" fmla="*/ 285 w 539"/>
                <a:gd name="T57" fmla="*/ 0 h 709"/>
                <a:gd name="T58" fmla="*/ 137 w 539"/>
                <a:gd name="T59" fmla="*/ 147 h 709"/>
                <a:gd name="T60" fmla="*/ 64 w 539"/>
                <a:gd name="T61" fmla="*/ 147 h 709"/>
                <a:gd name="T62" fmla="*/ 49 w 539"/>
                <a:gd name="T63" fmla="*/ 161 h 709"/>
                <a:gd name="T64" fmla="*/ 0 w 539"/>
                <a:gd name="T65" fmla="*/ 593 h 709"/>
                <a:gd name="T66" fmla="*/ 0 w 539"/>
                <a:gd name="T67" fmla="*/ 604 h 709"/>
                <a:gd name="T68" fmla="*/ 31 w 539"/>
                <a:gd name="T69" fmla="*/ 677 h 709"/>
                <a:gd name="T70" fmla="*/ 104 w 539"/>
                <a:gd name="T71" fmla="*/ 708 h 709"/>
                <a:gd name="T72" fmla="*/ 458 w 539"/>
                <a:gd name="T73" fmla="*/ 708 h 709"/>
                <a:gd name="T74" fmla="*/ 473 w 539"/>
                <a:gd name="T75" fmla="*/ 692 h 709"/>
                <a:gd name="T76" fmla="*/ 201 w 539"/>
                <a:gd name="T77" fmla="*/ 64 h 709"/>
                <a:gd name="T78" fmla="*/ 201 w 539"/>
                <a:gd name="T79" fmla="*/ 64 h 709"/>
                <a:gd name="T80" fmla="*/ 285 w 539"/>
                <a:gd name="T81" fmla="*/ 29 h 709"/>
                <a:gd name="T82" fmla="*/ 368 w 539"/>
                <a:gd name="T83" fmla="*/ 64 h 709"/>
                <a:gd name="T84" fmla="*/ 402 w 539"/>
                <a:gd name="T85" fmla="*/ 147 h 709"/>
                <a:gd name="T86" fmla="*/ 166 w 539"/>
                <a:gd name="T87" fmla="*/ 147 h 709"/>
                <a:gd name="T88" fmla="*/ 201 w 539"/>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9" h="709">
                  <a:moveTo>
                    <a:pt x="473" y="692"/>
                  </a:moveTo>
                  <a:lnTo>
                    <a:pt x="473" y="692"/>
                  </a:lnTo>
                  <a:cubicBezTo>
                    <a:pt x="473" y="684"/>
                    <a:pt x="466" y="677"/>
                    <a:pt x="458" y="677"/>
                  </a:cubicBezTo>
                  <a:lnTo>
                    <a:pt x="458" y="677"/>
                  </a:lnTo>
                  <a:cubicBezTo>
                    <a:pt x="104" y="677"/>
                    <a:pt x="104" y="677"/>
                    <a:pt x="104" y="677"/>
                  </a:cubicBezTo>
                  <a:cubicBezTo>
                    <a:pt x="83" y="677"/>
                    <a:pt x="64" y="669"/>
                    <a:pt x="52" y="656"/>
                  </a:cubicBezTo>
                  <a:cubicBezTo>
                    <a:pt x="38" y="643"/>
                    <a:pt x="29" y="625"/>
                    <a:pt x="29" y="604"/>
                  </a:cubicBezTo>
                  <a:cubicBezTo>
                    <a:pt x="29" y="601"/>
                    <a:pt x="29" y="598"/>
                    <a:pt x="31" y="596"/>
                  </a:cubicBezTo>
                  <a:lnTo>
                    <a:pt x="31"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1"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8" y="266"/>
                  </a:cubicBezTo>
                  <a:cubicBezTo>
                    <a:pt x="426" y="266"/>
                    <a:pt x="431" y="259"/>
                    <a:pt x="431" y="250"/>
                  </a:cubicBezTo>
                  <a:cubicBezTo>
                    <a:pt x="431" y="177"/>
                    <a:pt x="431" y="177"/>
                    <a:pt x="431" y="177"/>
                  </a:cubicBezTo>
                  <a:cubicBezTo>
                    <a:pt x="492" y="177"/>
                    <a:pt x="492" y="177"/>
                    <a:pt x="492" y="177"/>
                  </a:cubicBezTo>
                  <a:cubicBezTo>
                    <a:pt x="507" y="313"/>
                    <a:pt x="507" y="313"/>
                    <a:pt x="507" y="313"/>
                  </a:cubicBezTo>
                  <a:cubicBezTo>
                    <a:pt x="509" y="319"/>
                    <a:pt x="516" y="326"/>
                    <a:pt x="524" y="325"/>
                  </a:cubicBezTo>
                  <a:cubicBezTo>
                    <a:pt x="532" y="324"/>
                    <a:pt x="538" y="317"/>
                    <a:pt x="536" y="308"/>
                  </a:cubicBezTo>
                  <a:cubicBezTo>
                    <a:pt x="520" y="161"/>
                    <a:pt x="520" y="161"/>
                    <a:pt x="520" y="161"/>
                  </a:cubicBezTo>
                  <a:cubicBezTo>
                    <a:pt x="520" y="152"/>
                    <a:pt x="513"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6" y="147"/>
                    <a:pt x="50" y="152"/>
                    <a:pt x="49" y="161"/>
                  </a:cubicBezTo>
                  <a:cubicBezTo>
                    <a:pt x="0" y="593"/>
                    <a:pt x="0" y="593"/>
                    <a:pt x="0" y="593"/>
                  </a:cubicBezTo>
                  <a:cubicBezTo>
                    <a:pt x="0" y="597"/>
                    <a:pt x="0" y="601"/>
                    <a:pt x="0" y="604"/>
                  </a:cubicBezTo>
                  <a:cubicBezTo>
                    <a:pt x="0" y="633"/>
                    <a:pt x="11" y="658"/>
                    <a:pt x="31" y="677"/>
                  </a:cubicBezTo>
                  <a:cubicBezTo>
                    <a:pt x="49" y="695"/>
                    <a:pt x="75" y="708"/>
                    <a:pt x="104" y="708"/>
                  </a:cubicBezTo>
                  <a:cubicBezTo>
                    <a:pt x="458" y="708"/>
                    <a:pt x="458" y="708"/>
                    <a:pt x="458" y="708"/>
                  </a:cubicBezTo>
                  <a:cubicBezTo>
                    <a:pt x="466" y="708"/>
                    <a:pt x="473" y="701"/>
                    <a:pt x="473" y="692"/>
                  </a:cubicBezTo>
                  <a:close/>
                  <a:moveTo>
                    <a:pt x="201" y="64"/>
                  </a:moveTo>
                  <a:lnTo>
                    <a:pt x="201" y="64"/>
                  </a:lnTo>
                  <a:cubicBezTo>
                    <a:pt x="223" y="43"/>
                    <a:pt x="252" y="29"/>
                    <a:pt x="285" y="29"/>
                  </a:cubicBezTo>
                  <a:cubicBezTo>
                    <a:pt x="317" y="29"/>
                    <a:pt x="347" y="43"/>
                    <a:pt x="368" y="64"/>
                  </a:cubicBezTo>
                  <a:cubicBezTo>
                    <a:pt x="390" y="86"/>
                    <a:pt x="402" y="115"/>
                    <a:pt x="402" y="147"/>
                  </a:cubicBezTo>
                  <a:cubicBezTo>
                    <a:pt x="166" y="147"/>
                    <a:pt x="166" y="147"/>
                    <a:pt x="166" y="147"/>
                  </a:cubicBezTo>
                  <a:cubicBezTo>
                    <a:pt x="166" y="115"/>
                    <a:pt x="180" y="86"/>
                    <a:pt x="201"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1" name="Freeform 35">
              <a:extLst>
                <a:ext uri="{FF2B5EF4-FFF2-40B4-BE49-F238E27FC236}">
                  <a16:creationId xmlns:a16="http://schemas.microsoft.com/office/drawing/2014/main" id="{86463201-C3BC-A362-D13C-3DF7B610207B}"/>
                </a:ext>
              </a:extLst>
            </p:cNvPr>
            <p:cNvSpPr>
              <a:spLocks noChangeArrowheads="1"/>
            </p:cNvSpPr>
            <p:nvPr/>
          </p:nvSpPr>
          <p:spPr bwMode="auto">
            <a:xfrm>
              <a:off x="4691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2" name="Group 44">
            <a:extLst>
              <a:ext uri="{FF2B5EF4-FFF2-40B4-BE49-F238E27FC236}">
                <a16:creationId xmlns:a16="http://schemas.microsoft.com/office/drawing/2014/main" id="{10BCB05E-67E6-1685-46BC-4FECC0FA55AF}"/>
              </a:ext>
            </a:extLst>
          </p:cNvPr>
          <p:cNvGrpSpPr/>
          <p:nvPr/>
        </p:nvGrpSpPr>
        <p:grpSpPr>
          <a:xfrm>
            <a:off x="5832995" y="885453"/>
            <a:ext cx="255588" cy="244475"/>
            <a:chOff x="4676775" y="1185863"/>
            <a:chExt cx="255588" cy="244475"/>
          </a:xfrm>
          <a:solidFill>
            <a:schemeClr val="tx2"/>
          </a:solidFill>
        </p:grpSpPr>
        <p:sp>
          <p:nvSpPr>
            <p:cNvPr id="43" name="Freeform 36">
              <a:extLst>
                <a:ext uri="{FF2B5EF4-FFF2-40B4-BE49-F238E27FC236}">
                  <a16:creationId xmlns:a16="http://schemas.microsoft.com/office/drawing/2014/main" id="{9E7B699C-2C3A-EF5B-0003-1E9DFE322ED6}"/>
                </a:ext>
              </a:extLst>
            </p:cNvPr>
            <p:cNvSpPr>
              <a:spLocks noChangeArrowheads="1"/>
            </p:cNvSpPr>
            <p:nvPr/>
          </p:nvSpPr>
          <p:spPr bwMode="auto">
            <a:xfrm>
              <a:off x="4676775" y="1185863"/>
              <a:ext cx="255588" cy="244475"/>
            </a:xfrm>
            <a:custGeom>
              <a:avLst/>
              <a:gdLst>
                <a:gd name="T0" fmla="*/ 127 w 709"/>
                <a:gd name="T1" fmla="*/ 105 h 678"/>
                <a:gd name="T2" fmla="*/ 65 w 709"/>
                <a:gd name="T3" fmla="*/ 235 h 678"/>
                <a:gd name="T4" fmla="*/ 0 w 709"/>
                <a:gd name="T5" fmla="*/ 279 h 678"/>
                <a:gd name="T6" fmla="*/ 32 w 709"/>
                <a:gd name="T7" fmla="*/ 351 h 678"/>
                <a:gd name="T8" fmla="*/ 105 w 709"/>
                <a:gd name="T9" fmla="*/ 629 h 678"/>
                <a:gd name="T10" fmla="*/ 533 w 709"/>
                <a:gd name="T11" fmla="*/ 677 h 678"/>
                <a:gd name="T12" fmla="*/ 604 w 709"/>
                <a:gd name="T13" fmla="*/ 628 h 678"/>
                <a:gd name="T14" fmla="*/ 708 w 709"/>
                <a:gd name="T15" fmla="*/ 310 h 678"/>
                <a:gd name="T16" fmla="*/ 663 w 709"/>
                <a:gd name="T17" fmla="*/ 235 h 678"/>
                <a:gd name="T18" fmla="*/ 580 w 709"/>
                <a:gd name="T19" fmla="*/ 105 h 678"/>
                <a:gd name="T20" fmla="*/ 513 w 709"/>
                <a:gd name="T21" fmla="*/ 58 h 678"/>
                <a:gd name="T22" fmla="*/ 413 w 709"/>
                <a:gd name="T23" fmla="*/ 0 h 678"/>
                <a:gd name="T24" fmla="*/ 237 w 709"/>
                <a:gd name="T25" fmla="*/ 58 h 678"/>
                <a:gd name="T26" fmla="*/ 127 w 709"/>
                <a:gd name="T27" fmla="*/ 105 h 678"/>
                <a:gd name="T28" fmla="*/ 575 w 709"/>
                <a:gd name="T29" fmla="*/ 619 h 678"/>
                <a:gd name="T30" fmla="*/ 174 w 709"/>
                <a:gd name="T31" fmla="*/ 648 h 678"/>
                <a:gd name="T32" fmla="*/ 64 w 709"/>
                <a:gd name="T33" fmla="*/ 354 h 678"/>
                <a:gd name="T34" fmla="*/ 575 w 709"/>
                <a:gd name="T35" fmla="*/ 619 h 678"/>
                <a:gd name="T36" fmla="*/ 679 w 709"/>
                <a:gd name="T37" fmla="*/ 279 h 678"/>
                <a:gd name="T38" fmla="*/ 663 w 709"/>
                <a:gd name="T39" fmla="*/ 324 h 678"/>
                <a:gd name="T40" fmla="*/ 29 w 709"/>
                <a:gd name="T41" fmla="*/ 310 h 678"/>
                <a:gd name="T42" fmla="*/ 45 w 709"/>
                <a:gd name="T43" fmla="*/ 266 h 678"/>
                <a:gd name="T44" fmla="*/ 634 w 709"/>
                <a:gd name="T45" fmla="*/ 266 h 678"/>
                <a:gd name="T46" fmla="*/ 679 w 709"/>
                <a:gd name="T47" fmla="*/ 279 h 678"/>
                <a:gd name="T48" fmla="*/ 295 w 709"/>
                <a:gd name="T49" fmla="*/ 29 h 678"/>
                <a:gd name="T50" fmla="*/ 442 w 709"/>
                <a:gd name="T51" fmla="*/ 58 h 678"/>
                <a:gd name="T52" fmla="*/ 295 w 709"/>
                <a:gd name="T53" fmla="*/ 89 h 678"/>
                <a:gd name="T54" fmla="*/ 295 w 709"/>
                <a:gd name="T55" fmla="*/ 29 h 678"/>
                <a:gd name="T56" fmla="*/ 155 w 709"/>
                <a:gd name="T57" fmla="*/ 116 h 678"/>
                <a:gd name="T58" fmla="*/ 245 w 709"/>
                <a:gd name="T59" fmla="*/ 89 h 678"/>
                <a:gd name="T60" fmla="*/ 413 w 709"/>
                <a:gd name="T61" fmla="*/ 118 h 678"/>
                <a:gd name="T62" fmla="*/ 513 w 709"/>
                <a:gd name="T63" fmla="*/ 89 h 678"/>
                <a:gd name="T64" fmla="*/ 554 w 709"/>
                <a:gd name="T65" fmla="*/ 118 h 678"/>
                <a:gd name="T66" fmla="*/ 97 w 709"/>
                <a:gd name="T67" fmla="*/ 235 h 678"/>
                <a:gd name="T68" fmla="*/ 155 w 709"/>
                <a:gd name="T69" fmla="*/ 116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678">
                  <a:moveTo>
                    <a:pt x="127" y="105"/>
                  </a:moveTo>
                  <a:lnTo>
                    <a:pt x="127" y="105"/>
                  </a:lnTo>
                  <a:lnTo>
                    <a:pt x="127" y="105"/>
                  </a:lnTo>
                  <a:cubicBezTo>
                    <a:pt x="65" y="235"/>
                    <a:pt x="65" y="235"/>
                    <a:pt x="65" y="235"/>
                  </a:cubicBezTo>
                  <a:cubicBezTo>
                    <a:pt x="45" y="235"/>
                    <a:pt x="45" y="235"/>
                    <a:pt x="45" y="235"/>
                  </a:cubicBezTo>
                  <a:cubicBezTo>
                    <a:pt x="20" y="235"/>
                    <a:pt x="0" y="256"/>
                    <a:pt x="0" y="279"/>
                  </a:cubicBezTo>
                  <a:cubicBezTo>
                    <a:pt x="0" y="310"/>
                    <a:pt x="0" y="310"/>
                    <a:pt x="0" y="310"/>
                  </a:cubicBezTo>
                  <a:cubicBezTo>
                    <a:pt x="0" y="329"/>
                    <a:pt x="14" y="347"/>
                    <a:pt x="32" y="351"/>
                  </a:cubicBezTo>
                  <a:cubicBezTo>
                    <a:pt x="105" y="628"/>
                    <a:pt x="105" y="628"/>
                    <a:pt x="105" y="628"/>
                  </a:cubicBezTo>
                  <a:cubicBezTo>
                    <a:pt x="105" y="629"/>
                    <a:pt x="105" y="629"/>
                    <a:pt x="105" y="629"/>
                  </a:cubicBezTo>
                  <a:cubicBezTo>
                    <a:pt x="116" y="658"/>
                    <a:pt x="144" y="677"/>
                    <a:pt x="174" y="677"/>
                  </a:cubicBezTo>
                  <a:cubicBezTo>
                    <a:pt x="533" y="677"/>
                    <a:pt x="533" y="677"/>
                    <a:pt x="533" y="677"/>
                  </a:cubicBezTo>
                  <a:cubicBezTo>
                    <a:pt x="565" y="677"/>
                    <a:pt x="593" y="658"/>
                    <a:pt x="603" y="629"/>
                  </a:cubicBezTo>
                  <a:cubicBezTo>
                    <a:pt x="604" y="628"/>
                    <a:pt x="604" y="628"/>
                    <a:pt x="604" y="628"/>
                  </a:cubicBezTo>
                  <a:cubicBezTo>
                    <a:pt x="676" y="351"/>
                    <a:pt x="676" y="351"/>
                    <a:pt x="676" y="351"/>
                  </a:cubicBezTo>
                  <a:cubicBezTo>
                    <a:pt x="694" y="347"/>
                    <a:pt x="708" y="329"/>
                    <a:pt x="708" y="310"/>
                  </a:cubicBezTo>
                  <a:cubicBezTo>
                    <a:pt x="708" y="279"/>
                    <a:pt x="708" y="279"/>
                    <a:pt x="708" y="279"/>
                  </a:cubicBezTo>
                  <a:cubicBezTo>
                    <a:pt x="708" y="256"/>
                    <a:pt x="688" y="235"/>
                    <a:pt x="663" y="235"/>
                  </a:cubicBezTo>
                  <a:cubicBezTo>
                    <a:pt x="643" y="235"/>
                    <a:pt x="643" y="235"/>
                    <a:pt x="643" y="235"/>
                  </a:cubicBezTo>
                  <a:cubicBezTo>
                    <a:pt x="580" y="105"/>
                    <a:pt x="580" y="105"/>
                    <a:pt x="580" y="105"/>
                  </a:cubicBezTo>
                  <a:lnTo>
                    <a:pt x="580" y="105"/>
                  </a:lnTo>
                  <a:cubicBezTo>
                    <a:pt x="569" y="78"/>
                    <a:pt x="542" y="58"/>
                    <a:pt x="513" y="58"/>
                  </a:cubicBezTo>
                  <a:cubicBezTo>
                    <a:pt x="471" y="58"/>
                    <a:pt x="471" y="58"/>
                    <a:pt x="471" y="58"/>
                  </a:cubicBezTo>
                  <a:cubicBezTo>
                    <a:pt x="471" y="27"/>
                    <a:pt x="445" y="0"/>
                    <a:pt x="413" y="0"/>
                  </a:cubicBezTo>
                  <a:cubicBezTo>
                    <a:pt x="295" y="0"/>
                    <a:pt x="295" y="0"/>
                    <a:pt x="295" y="0"/>
                  </a:cubicBezTo>
                  <a:cubicBezTo>
                    <a:pt x="263" y="0"/>
                    <a:pt x="237" y="27"/>
                    <a:pt x="237" y="58"/>
                  </a:cubicBezTo>
                  <a:cubicBezTo>
                    <a:pt x="196" y="58"/>
                    <a:pt x="196" y="58"/>
                    <a:pt x="196" y="58"/>
                  </a:cubicBezTo>
                  <a:cubicBezTo>
                    <a:pt x="166" y="58"/>
                    <a:pt x="138" y="78"/>
                    <a:pt x="127" y="105"/>
                  </a:cubicBezTo>
                  <a:close/>
                  <a:moveTo>
                    <a:pt x="575" y="619"/>
                  </a:moveTo>
                  <a:lnTo>
                    <a:pt x="575" y="619"/>
                  </a:lnTo>
                  <a:cubicBezTo>
                    <a:pt x="568" y="637"/>
                    <a:pt x="553" y="648"/>
                    <a:pt x="533" y="648"/>
                  </a:cubicBezTo>
                  <a:cubicBezTo>
                    <a:pt x="174" y="648"/>
                    <a:pt x="174" y="648"/>
                    <a:pt x="174" y="648"/>
                  </a:cubicBezTo>
                  <a:cubicBezTo>
                    <a:pt x="156" y="648"/>
                    <a:pt x="140" y="637"/>
                    <a:pt x="133" y="619"/>
                  </a:cubicBezTo>
                  <a:cubicBezTo>
                    <a:pt x="64" y="354"/>
                    <a:pt x="64" y="354"/>
                    <a:pt x="64" y="354"/>
                  </a:cubicBezTo>
                  <a:cubicBezTo>
                    <a:pt x="644" y="354"/>
                    <a:pt x="644" y="354"/>
                    <a:pt x="644" y="354"/>
                  </a:cubicBezTo>
                  <a:lnTo>
                    <a:pt x="575" y="619"/>
                  </a:lnTo>
                  <a:close/>
                  <a:moveTo>
                    <a:pt x="679" y="279"/>
                  </a:moveTo>
                  <a:lnTo>
                    <a:pt x="679" y="279"/>
                  </a:lnTo>
                  <a:cubicBezTo>
                    <a:pt x="679" y="310"/>
                    <a:pt x="679" y="310"/>
                    <a:pt x="679" y="310"/>
                  </a:cubicBezTo>
                  <a:cubicBezTo>
                    <a:pt x="679" y="318"/>
                    <a:pt x="672" y="324"/>
                    <a:pt x="663" y="324"/>
                  </a:cubicBezTo>
                  <a:cubicBezTo>
                    <a:pt x="45" y="324"/>
                    <a:pt x="45" y="324"/>
                    <a:pt x="45" y="324"/>
                  </a:cubicBezTo>
                  <a:cubicBezTo>
                    <a:pt x="36" y="324"/>
                    <a:pt x="29" y="318"/>
                    <a:pt x="29" y="310"/>
                  </a:cubicBezTo>
                  <a:cubicBezTo>
                    <a:pt x="29" y="279"/>
                    <a:pt x="29" y="279"/>
                    <a:pt x="29" y="279"/>
                  </a:cubicBezTo>
                  <a:cubicBezTo>
                    <a:pt x="29" y="273"/>
                    <a:pt x="36" y="266"/>
                    <a:pt x="45" y="266"/>
                  </a:cubicBezTo>
                  <a:cubicBezTo>
                    <a:pt x="74" y="266"/>
                    <a:pt x="74" y="266"/>
                    <a:pt x="74" y="266"/>
                  </a:cubicBezTo>
                  <a:cubicBezTo>
                    <a:pt x="634" y="266"/>
                    <a:pt x="634" y="266"/>
                    <a:pt x="634" y="266"/>
                  </a:cubicBezTo>
                  <a:cubicBezTo>
                    <a:pt x="663" y="266"/>
                    <a:pt x="663" y="266"/>
                    <a:pt x="663" y="266"/>
                  </a:cubicBezTo>
                  <a:cubicBezTo>
                    <a:pt x="672" y="266"/>
                    <a:pt x="679" y="273"/>
                    <a:pt x="679" y="279"/>
                  </a:cubicBezTo>
                  <a:close/>
                  <a:moveTo>
                    <a:pt x="295" y="29"/>
                  </a:moveTo>
                  <a:lnTo>
                    <a:pt x="295" y="29"/>
                  </a:lnTo>
                  <a:cubicBezTo>
                    <a:pt x="413" y="29"/>
                    <a:pt x="413" y="29"/>
                    <a:pt x="413" y="29"/>
                  </a:cubicBezTo>
                  <a:cubicBezTo>
                    <a:pt x="430" y="29"/>
                    <a:pt x="442" y="43"/>
                    <a:pt x="442" y="58"/>
                  </a:cubicBezTo>
                  <a:cubicBezTo>
                    <a:pt x="442" y="75"/>
                    <a:pt x="430" y="89"/>
                    <a:pt x="413" y="89"/>
                  </a:cubicBezTo>
                  <a:cubicBezTo>
                    <a:pt x="295" y="89"/>
                    <a:pt x="295" y="89"/>
                    <a:pt x="295" y="89"/>
                  </a:cubicBezTo>
                  <a:cubicBezTo>
                    <a:pt x="279" y="89"/>
                    <a:pt x="266" y="75"/>
                    <a:pt x="266" y="58"/>
                  </a:cubicBezTo>
                  <a:cubicBezTo>
                    <a:pt x="266" y="43"/>
                    <a:pt x="279" y="29"/>
                    <a:pt x="295" y="29"/>
                  </a:cubicBezTo>
                  <a:close/>
                  <a:moveTo>
                    <a:pt x="155" y="116"/>
                  </a:moveTo>
                  <a:lnTo>
                    <a:pt x="155" y="116"/>
                  </a:lnTo>
                  <a:cubicBezTo>
                    <a:pt x="162" y="100"/>
                    <a:pt x="177" y="89"/>
                    <a:pt x="196" y="89"/>
                  </a:cubicBezTo>
                  <a:cubicBezTo>
                    <a:pt x="245" y="89"/>
                    <a:pt x="245" y="89"/>
                    <a:pt x="245" y="89"/>
                  </a:cubicBezTo>
                  <a:cubicBezTo>
                    <a:pt x="255" y="105"/>
                    <a:pt x="274" y="118"/>
                    <a:pt x="295" y="118"/>
                  </a:cubicBezTo>
                  <a:cubicBezTo>
                    <a:pt x="413" y="118"/>
                    <a:pt x="413" y="118"/>
                    <a:pt x="413" y="118"/>
                  </a:cubicBezTo>
                  <a:cubicBezTo>
                    <a:pt x="435" y="118"/>
                    <a:pt x="453" y="105"/>
                    <a:pt x="463" y="89"/>
                  </a:cubicBezTo>
                  <a:cubicBezTo>
                    <a:pt x="513" y="89"/>
                    <a:pt x="513" y="89"/>
                    <a:pt x="513" y="89"/>
                  </a:cubicBezTo>
                  <a:cubicBezTo>
                    <a:pt x="531" y="89"/>
                    <a:pt x="547" y="100"/>
                    <a:pt x="553" y="116"/>
                  </a:cubicBezTo>
                  <a:cubicBezTo>
                    <a:pt x="554" y="118"/>
                    <a:pt x="554" y="118"/>
                    <a:pt x="554" y="118"/>
                  </a:cubicBezTo>
                  <a:cubicBezTo>
                    <a:pt x="611" y="235"/>
                    <a:pt x="611" y="235"/>
                    <a:pt x="611" y="235"/>
                  </a:cubicBezTo>
                  <a:cubicBezTo>
                    <a:pt x="97" y="235"/>
                    <a:pt x="97" y="235"/>
                    <a:pt x="97" y="235"/>
                  </a:cubicBezTo>
                  <a:cubicBezTo>
                    <a:pt x="154" y="118"/>
                    <a:pt x="154" y="118"/>
                    <a:pt x="154" y="118"/>
                  </a:cubicBezTo>
                  <a:lnTo>
                    <a:pt x="155" y="11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 name="Freeform 37">
              <a:extLst>
                <a:ext uri="{FF2B5EF4-FFF2-40B4-BE49-F238E27FC236}">
                  <a16:creationId xmlns:a16="http://schemas.microsoft.com/office/drawing/2014/main" id="{244CADBF-8550-08ED-E318-B304E1C6A4DE}"/>
                </a:ext>
              </a:extLst>
            </p:cNvPr>
            <p:cNvSpPr>
              <a:spLocks noChangeArrowheads="1"/>
            </p:cNvSpPr>
            <p:nvPr/>
          </p:nvSpPr>
          <p:spPr bwMode="auto">
            <a:xfrm>
              <a:off x="4751388" y="1333500"/>
              <a:ext cx="11112" cy="63500"/>
            </a:xfrm>
            <a:custGeom>
              <a:avLst/>
              <a:gdLst>
                <a:gd name="T0" fmla="*/ 15 w 32"/>
                <a:gd name="T1" fmla="*/ 177 h 178"/>
                <a:gd name="T2" fmla="*/ 15 w 32"/>
                <a:gd name="T3" fmla="*/ 177 h 178"/>
                <a:gd name="T4" fmla="*/ 31 w 32"/>
                <a:gd name="T5" fmla="*/ 163 h 178"/>
                <a:gd name="T6" fmla="*/ 31 w 32"/>
                <a:gd name="T7" fmla="*/ 15 h 178"/>
                <a:gd name="T8" fmla="*/ 15 w 32"/>
                <a:gd name="T9" fmla="*/ 0 h 178"/>
                <a:gd name="T10" fmla="*/ 0 w 32"/>
                <a:gd name="T11" fmla="*/ 15 h 178"/>
                <a:gd name="T12" fmla="*/ 0 w 32"/>
                <a:gd name="T13" fmla="*/ 163 h 178"/>
                <a:gd name="T14" fmla="*/ 15 w 32"/>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78">
                  <a:moveTo>
                    <a:pt x="15" y="177"/>
                  </a:moveTo>
                  <a:lnTo>
                    <a:pt x="15" y="177"/>
                  </a:lnTo>
                  <a:cubicBezTo>
                    <a:pt x="24" y="177"/>
                    <a:pt x="31" y="171"/>
                    <a:pt x="31" y="163"/>
                  </a:cubicBezTo>
                  <a:cubicBezTo>
                    <a:pt x="31" y="15"/>
                    <a:pt x="31" y="15"/>
                    <a:pt x="31" y="15"/>
                  </a:cubicBezTo>
                  <a:cubicBezTo>
                    <a:pt x="31" y="7"/>
                    <a:pt x="24"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 name="Freeform 38">
              <a:extLst>
                <a:ext uri="{FF2B5EF4-FFF2-40B4-BE49-F238E27FC236}">
                  <a16:creationId xmlns:a16="http://schemas.microsoft.com/office/drawing/2014/main" id="{01378C32-6066-D095-710D-FB3F1B74CB4F}"/>
                </a:ext>
              </a:extLst>
            </p:cNvPr>
            <p:cNvSpPr>
              <a:spLocks noChangeArrowheads="1"/>
            </p:cNvSpPr>
            <p:nvPr/>
          </p:nvSpPr>
          <p:spPr bwMode="auto">
            <a:xfrm>
              <a:off x="4803775" y="1333500"/>
              <a:ext cx="11113" cy="63500"/>
            </a:xfrm>
            <a:custGeom>
              <a:avLst/>
              <a:gdLst>
                <a:gd name="T0" fmla="*/ 15 w 30"/>
                <a:gd name="T1" fmla="*/ 177 h 178"/>
                <a:gd name="T2" fmla="*/ 15 w 30"/>
                <a:gd name="T3" fmla="*/ 177 h 178"/>
                <a:gd name="T4" fmla="*/ 29 w 30"/>
                <a:gd name="T5" fmla="*/ 163 h 178"/>
                <a:gd name="T6" fmla="*/ 29 w 30"/>
                <a:gd name="T7" fmla="*/ 15 h 178"/>
                <a:gd name="T8" fmla="*/ 15 w 30"/>
                <a:gd name="T9" fmla="*/ 0 h 178"/>
                <a:gd name="T10" fmla="*/ 0 w 30"/>
                <a:gd name="T11" fmla="*/ 15 h 178"/>
                <a:gd name="T12" fmla="*/ 0 w 30"/>
                <a:gd name="T13" fmla="*/ 163 h 178"/>
                <a:gd name="T14" fmla="*/ 15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5" y="177"/>
                  </a:moveTo>
                  <a:lnTo>
                    <a:pt x="15" y="177"/>
                  </a:lnTo>
                  <a:cubicBezTo>
                    <a:pt x="23" y="177"/>
                    <a:pt x="29" y="171"/>
                    <a:pt x="29" y="163"/>
                  </a:cubicBezTo>
                  <a:cubicBezTo>
                    <a:pt x="29" y="15"/>
                    <a:pt x="29" y="15"/>
                    <a:pt x="29" y="15"/>
                  </a:cubicBezTo>
                  <a:cubicBezTo>
                    <a:pt x="29" y="7"/>
                    <a:pt x="23"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 name="Freeform 39">
              <a:extLst>
                <a:ext uri="{FF2B5EF4-FFF2-40B4-BE49-F238E27FC236}">
                  <a16:creationId xmlns:a16="http://schemas.microsoft.com/office/drawing/2014/main" id="{0AF29CB7-0CA4-6D66-14BD-618C0F45D19A}"/>
                </a:ext>
              </a:extLst>
            </p:cNvPr>
            <p:cNvSpPr>
              <a:spLocks noChangeArrowheads="1"/>
            </p:cNvSpPr>
            <p:nvPr/>
          </p:nvSpPr>
          <p:spPr bwMode="auto">
            <a:xfrm>
              <a:off x="4857750" y="1333500"/>
              <a:ext cx="11113" cy="63500"/>
            </a:xfrm>
            <a:custGeom>
              <a:avLst/>
              <a:gdLst>
                <a:gd name="T0" fmla="*/ 14 w 30"/>
                <a:gd name="T1" fmla="*/ 177 h 178"/>
                <a:gd name="T2" fmla="*/ 14 w 30"/>
                <a:gd name="T3" fmla="*/ 177 h 178"/>
                <a:gd name="T4" fmla="*/ 29 w 30"/>
                <a:gd name="T5" fmla="*/ 163 h 178"/>
                <a:gd name="T6" fmla="*/ 29 w 30"/>
                <a:gd name="T7" fmla="*/ 15 h 178"/>
                <a:gd name="T8" fmla="*/ 14 w 30"/>
                <a:gd name="T9" fmla="*/ 0 h 178"/>
                <a:gd name="T10" fmla="*/ 0 w 30"/>
                <a:gd name="T11" fmla="*/ 15 h 178"/>
                <a:gd name="T12" fmla="*/ 0 w 30"/>
                <a:gd name="T13" fmla="*/ 163 h 178"/>
                <a:gd name="T14" fmla="*/ 14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4" y="177"/>
                  </a:moveTo>
                  <a:lnTo>
                    <a:pt x="14" y="177"/>
                  </a:lnTo>
                  <a:cubicBezTo>
                    <a:pt x="22" y="177"/>
                    <a:pt x="29" y="171"/>
                    <a:pt x="29" y="163"/>
                  </a:cubicBezTo>
                  <a:cubicBezTo>
                    <a:pt x="29" y="15"/>
                    <a:pt x="29" y="15"/>
                    <a:pt x="29" y="15"/>
                  </a:cubicBezTo>
                  <a:cubicBezTo>
                    <a:pt x="29" y="7"/>
                    <a:pt x="22" y="0"/>
                    <a:pt x="14" y="0"/>
                  </a:cubicBezTo>
                  <a:cubicBezTo>
                    <a:pt x="7" y="0"/>
                    <a:pt x="0" y="7"/>
                    <a:pt x="0" y="15"/>
                  </a:cubicBezTo>
                  <a:cubicBezTo>
                    <a:pt x="0" y="163"/>
                    <a:pt x="0" y="163"/>
                    <a:pt x="0" y="163"/>
                  </a:cubicBezTo>
                  <a:cubicBezTo>
                    <a:pt x="0" y="171"/>
                    <a:pt x="7" y="177"/>
                    <a:pt x="14"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7" name="Group 49">
            <a:extLst>
              <a:ext uri="{FF2B5EF4-FFF2-40B4-BE49-F238E27FC236}">
                <a16:creationId xmlns:a16="http://schemas.microsoft.com/office/drawing/2014/main" id="{E1410938-1D6E-5CCE-129F-8A505974FBE9}"/>
              </a:ext>
            </a:extLst>
          </p:cNvPr>
          <p:cNvGrpSpPr/>
          <p:nvPr/>
        </p:nvGrpSpPr>
        <p:grpSpPr>
          <a:xfrm>
            <a:off x="6342583" y="885453"/>
            <a:ext cx="265112" cy="244475"/>
            <a:chOff x="5186363" y="1185863"/>
            <a:chExt cx="265112" cy="244475"/>
          </a:xfrm>
          <a:solidFill>
            <a:schemeClr val="tx2"/>
          </a:solidFill>
        </p:grpSpPr>
        <p:sp>
          <p:nvSpPr>
            <p:cNvPr id="48" name="Freeform 40">
              <a:extLst>
                <a:ext uri="{FF2B5EF4-FFF2-40B4-BE49-F238E27FC236}">
                  <a16:creationId xmlns:a16="http://schemas.microsoft.com/office/drawing/2014/main" id="{EDC14759-C6AB-9600-E09D-BD8EAB606613}"/>
                </a:ext>
              </a:extLst>
            </p:cNvPr>
            <p:cNvSpPr>
              <a:spLocks noChangeArrowheads="1"/>
            </p:cNvSpPr>
            <p:nvPr/>
          </p:nvSpPr>
          <p:spPr bwMode="auto">
            <a:xfrm>
              <a:off x="5376863" y="1333500"/>
              <a:ext cx="74612" cy="74613"/>
            </a:xfrm>
            <a:custGeom>
              <a:avLst/>
              <a:gdLst>
                <a:gd name="T0" fmla="*/ 206 w 207"/>
                <a:gd name="T1" fmla="*/ 104 h 208"/>
                <a:gd name="T2" fmla="*/ 206 w 207"/>
                <a:gd name="T3" fmla="*/ 104 h 208"/>
                <a:gd name="T4" fmla="*/ 192 w 207"/>
                <a:gd name="T5" fmla="*/ 88 h 208"/>
                <a:gd name="T6" fmla="*/ 118 w 207"/>
                <a:gd name="T7" fmla="*/ 88 h 208"/>
                <a:gd name="T8" fmla="*/ 118 w 207"/>
                <a:gd name="T9" fmla="*/ 15 h 208"/>
                <a:gd name="T10" fmla="*/ 104 w 207"/>
                <a:gd name="T11" fmla="*/ 0 h 208"/>
                <a:gd name="T12" fmla="*/ 89 w 207"/>
                <a:gd name="T13" fmla="*/ 15 h 208"/>
                <a:gd name="T14" fmla="*/ 89 w 207"/>
                <a:gd name="T15" fmla="*/ 88 h 208"/>
                <a:gd name="T16" fmla="*/ 15 w 207"/>
                <a:gd name="T17" fmla="*/ 88 h 208"/>
                <a:gd name="T18" fmla="*/ 0 w 207"/>
                <a:gd name="T19" fmla="*/ 104 h 208"/>
                <a:gd name="T20" fmla="*/ 15 w 207"/>
                <a:gd name="T21" fmla="*/ 119 h 208"/>
                <a:gd name="T22" fmla="*/ 89 w 207"/>
                <a:gd name="T23" fmla="*/ 119 h 208"/>
                <a:gd name="T24" fmla="*/ 89 w 207"/>
                <a:gd name="T25" fmla="*/ 192 h 208"/>
                <a:gd name="T26" fmla="*/ 104 w 207"/>
                <a:gd name="T27" fmla="*/ 207 h 208"/>
                <a:gd name="T28" fmla="*/ 118 w 207"/>
                <a:gd name="T29" fmla="*/ 192 h 208"/>
                <a:gd name="T30" fmla="*/ 118 w 207"/>
                <a:gd name="T31" fmla="*/ 119 h 208"/>
                <a:gd name="T32" fmla="*/ 192 w 207"/>
                <a:gd name="T33" fmla="*/ 119 h 208"/>
                <a:gd name="T34" fmla="*/ 206 w 207"/>
                <a:gd name="T35" fmla="*/ 10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206" y="104"/>
                  </a:moveTo>
                  <a:lnTo>
                    <a:pt x="206" y="104"/>
                  </a:lnTo>
                  <a:cubicBezTo>
                    <a:pt x="206" y="95"/>
                    <a:pt x="200" y="88"/>
                    <a:pt x="192" y="88"/>
                  </a:cubicBezTo>
                  <a:cubicBezTo>
                    <a:pt x="118" y="88"/>
                    <a:pt x="118" y="88"/>
                    <a:pt x="118" y="88"/>
                  </a:cubicBezTo>
                  <a:cubicBezTo>
                    <a:pt x="118" y="15"/>
                    <a:pt x="118" y="15"/>
                    <a:pt x="118" y="15"/>
                  </a:cubicBezTo>
                  <a:cubicBezTo>
                    <a:pt x="118" y="7"/>
                    <a:pt x="112" y="0"/>
                    <a:pt x="104" y="0"/>
                  </a:cubicBezTo>
                  <a:cubicBezTo>
                    <a:pt x="95" y="0"/>
                    <a:pt x="89" y="7"/>
                    <a:pt x="89" y="15"/>
                  </a:cubicBezTo>
                  <a:cubicBezTo>
                    <a:pt x="89" y="88"/>
                    <a:pt x="89" y="88"/>
                    <a:pt x="89" y="88"/>
                  </a:cubicBezTo>
                  <a:cubicBezTo>
                    <a:pt x="15" y="88"/>
                    <a:pt x="15" y="88"/>
                    <a:pt x="15" y="88"/>
                  </a:cubicBezTo>
                  <a:cubicBezTo>
                    <a:pt x="7" y="88"/>
                    <a:pt x="0" y="95"/>
                    <a:pt x="0" y="104"/>
                  </a:cubicBezTo>
                  <a:cubicBezTo>
                    <a:pt x="0" y="112"/>
                    <a:pt x="7" y="119"/>
                    <a:pt x="15" y="119"/>
                  </a:cubicBezTo>
                  <a:cubicBezTo>
                    <a:pt x="89" y="119"/>
                    <a:pt x="89" y="119"/>
                    <a:pt x="89" y="119"/>
                  </a:cubicBezTo>
                  <a:cubicBezTo>
                    <a:pt x="89" y="192"/>
                    <a:pt x="89" y="192"/>
                    <a:pt x="89" y="192"/>
                  </a:cubicBezTo>
                  <a:cubicBezTo>
                    <a:pt x="89" y="200"/>
                    <a:pt x="95" y="207"/>
                    <a:pt x="104" y="207"/>
                  </a:cubicBezTo>
                  <a:cubicBezTo>
                    <a:pt x="112" y="207"/>
                    <a:pt x="118" y="200"/>
                    <a:pt x="118" y="192"/>
                  </a:cubicBezTo>
                  <a:cubicBezTo>
                    <a:pt x="118" y="119"/>
                    <a:pt x="118" y="119"/>
                    <a:pt x="118" y="119"/>
                  </a:cubicBezTo>
                  <a:cubicBezTo>
                    <a:pt x="192" y="119"/>
                    <a:pt x="192" y="119"/>
                    <a:pt x="192" y="119"/>
                  </a:cubicBezTo>
                  <a:cubicBezTo>
                    <a:pt x="200" y="119"/>
                    <a:pt x="206" y="112"/>
                    <a:pt x="206" y="10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 name="Freeform 41">
              <a:extLst>
                <a:ext uri="{FF2B5EF4-FFF2-40B4-BE49-F238E27FC236}">
                  <a16:creationId xmlns:a16="http://schemas.microsoft.com/office/drawing/2014/main" id="{7F100D6A-1898-31D8-538E-D4C6C99A055E}"/>
                </a:ext>
              </a:extLst>
            </p:cNvPr>
            <p:cNvSpPr>
              <a:spLocks noChangeArrowheads="1"/>
            </p:cNvSpPr>
            <p:nvPr/>
          </p:nvSpPr>
          <p:spPr bwMode="auto">
            <a:xfrm>
              <a:off x="5186363" y="1185863"/>
              <a:ext cx="255587" cy="244475"/>
            </a:xfrm>
            <a:custGeom>
              <a:avLst/>
              <a:gdLst>
                <a:gd name="T0" fmla="*/ 105 w 709"/>
                <a:gd name="T1" fmla="*/ 628 h 678"/>
                <a:gd name="T2" fmla="*/ 105 w 709"/>
                <a:gd name="T3" fmla="*/ 628 h 678"/>
                <a:gd name="T4" fmla="*/ 105 w 709"/>
                <a:gd name="T5" fmla="*/ 629 h 678"/>
                <a:gd name="T6" fmla="*/ 174 w 709"/>
                <a:gd name="T7" fmla="*/ 677 h 678"/>
                <a:gd name="T8" fmla="*/ 531 w 709"/>
                <a:gd name="T9" fmla="*/ 677 h 678"/>
                <a:gd name="T10" fmla="*/ 547 w 709"/>
                <a:gd name="T11" fmla="*/ 663 h 678"/>
                <a:gd name="T12" fmla="*/ 531 w 709"/>
                <a:gd name="T13" fmla="*/ 648 h 678"/>
                <a:gd name="T14" fmla="*/ 174 w 709"/>
                <a:gd name="T15" fmla="*/ 648 h 678"/>
                <a:gd name="T16" fmla="*/ 132 w 709"/>
                <a:gd name="T17" fmla="*/ 619 h 678"/>
                <a:gd name="T18" fmla="*/ 34 w 709"/>
                <a:gd name="T19" fmla="*/ 266 h 678"/>
                <a:gd name="T20" fmla="*/ 73 w 709"/>
                <a:gd name="T21" fmla="*/ 266 h 678"/>
                <a:gd name="T22" fmla="*/ 634 w 709"/>
                <a:gd name="T23" fmla="*/ 266 h 678"/>
                <a:gd name="T24" fmla="*/ 672 w 709"/>
                <a:gd name="T25" fmla="*/ 266 h 678"/>
                <a:gd name="T26" fmla="*/ 660 w 709"/>
                <a:gd name="T27" fmla="*/ 313 h 678"/>
                <a:gd name="T28" fmla="*/ 670 w 709"/>
                <a:gd name="T29" fmla="*/ 331 h 678"/>
                <a:gd name="T30" fmla="*/ 688 w 709"/>
                <a:gd name="T31" fmla="*/ 321 h 678"/>
                <a:gd name="T32" fmla="*/ 707 w 709"/>
                <a:gd name="T33" fmla="*/ 255 h 678"/>
                <a:gd name="T34" fmla="*/ 704 w 709"/>
                <a:gd name="T35" fmla="*/ 242 h 678"/>
                <a:gd name="T36" fmla="*/ 692 w 709"/>
                <a:gd name="T37" fmla="*/ 235 h 678"/>
                <a:gd name="T38" fmla="*/ 642 w 709"/>
                <a:gd name="T39" fmla="*/ 235 h 678"/>
                <a:gd name="T40" fmla="*/ 580 w 709"/>
                <a:gd name="T41" fmla="*/ 105 h 678"/>
                <a:gd name="T42" fmla="*/ 580 w 709"/>
                <a:gd name="T43" fmla="*/ 105 h 678"/>
                <a:gd name="T44" fmla="*/ 512 w 709"/>
                <a:gd name="T45" fmla="*/ 58 h 678"/>
                <a:gd name="T46" fmla="*/ 471 w 709"/>
                <a:gd name="T47" fmla="*/ 58 h 678"/>
                <a:gd name="T48" fmla="*/ 413 w 709"/>
                <a:gd name="T49" fmla="*/ 0 h 678"/>
                <a:gd name="T50" fmla="*/ 294 w 709"/>
                <a:gd name="T51" fmla="*/ 0 h 678"/>
                <a:gd name="T52" fmla="*/ 236 w 709"/>
                <a:gd name="T53" fmla="*/ 58 h 678"/>
                <a:gd name="T54" fmla="*/ 196 w 709"/>
                <a:gd name="T55" fmla="*/ 58 h 678"/>
                <a:gd name="T56" fmla="*/ 127 w 709"/>
                <a:gd name="T57" fmla="*/ 105 h 678"/>
                <a:gd name="T58" fmla="*/ 127 w 709"/>
                <a:gd name="T59" fmla="*/ 105 h 678"/>
                <a:gd name="T60" fmla="*/ 65 w 709"/>
                <a:gd name="T61" fmla="*/ 235 h 678"/>
                <a:gd name="T62" fmla="*/ 15 w 709"/>
                <a:gd name="T63" fmla="*/ 235 h 678"/>
                <a:gd name="T64" fmla="*/ 2 w 709"/>
                <a:gd name="T65" fmla="*/ 242 h 678"/>
                <a:gd name="T66" fmla="*/ 0 w 709"/>
                <a:gd name="T67" fmla="*/ 255 h 678"/>
                <a:gd name="T68" fmla="*/ 105 w 709"/>
                <a:gd name="T69" fmla="*/ 628 h 678"/>
                <a:gd name="T70" fmla="*/ 294 w 709"/>
                <a:gd name="T71" fmla="*/ 29 h 678"/>
                <a:gd name="T72" fmla="*/ 294 w 709"/>
                <a:gd name="T73" fmla="*/ 29 h 678"/>
                <a:gd name="T74" fmla="*/ 413 w 709"/>
                <a:gd name="T75" fmla="*/ 29 h 678"/>
                <a:gd name="T76" fmla="*/ 442 w 709"/>
                <a:gd name="T77" fmla="*/ 58 h 678"/>
                <a:gd name="T78" fmla="*/ 413 w 709"/>
                <a:gd name="T79" fmla="*/ 89 h 678"/>
                <a:gd name="T80" fmla="*/ 294 w 709"/>
                <a:gd name="T81" fmla="*/ 89 h 678"/>
                <a:gd name="T82" fmla="*/ 265 w 709"/>
                <a:gd name="T83" fmla="*/ 58 h 678"/>
                <a:gd name="T84" fmla="*/ 294 w 709"/>
                <a:gd name="T85" fmla="*/ 29 h 678"/>
                <a:gd name="T86" fmla="*/ 153 w 709"/>
                <a:gd name="T87" fmla="*/ 118 h 678"/>
                <a:gd name="T88" fmla="*/ 153 w 709"/>
                <a:gd name="T89" fmla="*/ 118 h 678"/>
                <a:gd name="T90" fmla="*/ 154 w 709"/>
                <a:gd name="T91" fmla="*/ 116 h 678"/>
                <a:gd name="T92" fmla="*/ 196 w 709"/>
                <a:gd name="T93" fmla="*/ 89 h 678"/>
                <a:gd name="T94" fmla="*/ 244 w 709"/>
                <a:gd name="T95" fmla="*/ 89 h 678"/>
                <a:gd name="T96" fmla="*/ 294 w 709"/>
                <a:gd name="T97" fmla="*/ 118 h 678"/>
                <a:gd name="T98" fmla="*/ 413 w 709"/>
                <a:gd name="T99" fmla="*/ 118 h 678"/>
                <a:gd name="T100" fmla="*/ 464 w 709"/>
                <a:gd name="T101" fmla="*/ 89 h 678"/>
                <a:gd name="T102" fmla="*/ 512 w 709"/>
                <a:gd name="T103" fmla="*/ 89 h 678"/>
                <a:gd name="T104" fmla="*/ 552 w 709"/>
                <a:gd name="T105" fmla="*/ 116 h 678"/>
                <a:gd name="T106" fmla="*/ 554 w 709"/>
                <a:gd name="T107" fmla="*/ 118 h 678"/>
                <a:gd name="T108" fmla="*/ 610 w 709"/>
                <a:gd name="T109" fmla="*/ 235 h 678"/>
                <a:gd name="T110" fmla="*/ 96 w 709"/>
                <a:gd name="T111" fmla="*/ 235 h 678"/>
                <a:gd name="T112" fmla="*/ 153 w 709"/>
                <a:gd name="T113" fmla="*/ 11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9" h="678">
                  <a:moveTo>
                    <a:pt x="105" y="628"/>
                  </a:moveTo>
                  <a:lnTo>
                    <a:pt x="105" y="628"/>
                  </a:lnTo>
                  <a:cubicBezTo>
                    <a:pt x="105" y="629"/>
                    <a:pt x="105" y="629"/>
                    <a:pt x="105" y="629"/>
                  </a:cubicBezTo>
                  <a:cubicBezTo>
                    <a:pt x="116" y="658"/>
                    <a:pt x="143" y="677"/>
                    <a:pt x="174" y="677"/>
                  </a:cubicBezTo>
                  <a:cubicBezTo>
                    <a:pt x="531" y="677"/>
                    <a:pt x="531" y="677"/>
                    <a:pt x="531" y="677"/>
                  </a:cubicBezTo>
                  <a:cubicBezTo>
                    <a:pt x="540" y="677"/>
                    <a:pt x="547" y="672"/>
                    <a:pt x="547" y="663"/>
                  </a:cubicBezTo>
                  <a:cubicBezTo>
                    <a:pt x="547" y="655"/>
                    <a:pt x="540" y="648"/>
                    <a:pt x="531" y="648"/>
                  </a:cubicBezTo>
                  <a:cubicBezTo>
                    <a:pt x="174" y="648"/>
                    <a:pt x="174" y="648"/>
                    <a:pt x="174" y="648"/>
                  </a:cubicBezTo>
                  <a:cubicBezTo>
                    <a:pt x="156" y="648"/>
                    <a:pt x="139" y="637"/>
                    <a:pt x="132" y="619"/>
                  </a:cubicBezTo>
                  <a:cubicBezTo>
                    <a:pt x="34" y="266"/>
                    <a:pt x="34" y="266"/>
                    <a:pt x="34" y="266"/>
                  </a:cubicBezTo>
                  <a:cubicBezTo>
                    <a:pt x="73" y="266"/>
                    <a:pt x="73" y="266"/>
                    <a:pt x="73" y="266"/>
                  </a:cubicBezTo>
                  <a:cubicBezTo>
                    <a:pt x="634" y="266"/>
                    <a:pt x="634" y="266"/>
                    <a:pt x="634" y="266"/>
                  </a:cubicBezTo>
                  <a:cubicBezTo>
                    <a:pt x="672" y="266"/>
                    <a:pt x="672" y="266"/>
                    <a:pt x="672" y="266"/>
                  </a:cubicBezTo>
                  <a:cubicBezTo>
                    <a:pt x="660" y="313"/>
                    <a:pt x="660" y="313"/>
                    <a:pt x="660" y="313"/>
                  </a:cubicBezTo>
                  <a:cubicBezTo>
                    <a:pt x="657" y="321"/>
                    <a:pt x="663" y="329"/>
                    <a:pt x="670" y="331"/>
                  </a:cubicBezTo>
                  <a:cubicBezTo>
                    <a:pt x="678" y="333"/>
                    <a:pt x="686" y="329"/>
                    <a:pt x="688" y="321"/>
                  </a:cubicBezTo>
                  <a:cubicBezTo>
                    <a:pt x="707" y="255"/>
                    <a:pt x="707" y="255"/>
                    <a:pt x="707" y="255"/>
                  </a:cubicBezTo>
                  <a:cubicBezTo>
                    <a:pt x="708" y="250"/>
                    <a:pt x="707" y="245"/>
                    <a:pt x="704" y="242"/>
                  </a:cubicBezTo>
                  <a:cubicBezTo>
                    <a:pt x="701" y="238"/>
                    <a:pt x="697" y="235"/>
                    <a:pt x="692" y="235"/>
                  </a:cubicBezTo>
                  <a:cubicBezTo>
                    <a:pt x="642" y="235"/>
                    <a:pt x="642" y="235"/>
                    <a:pt x="642" y="235"/>
                  </a:cubicBezTo>
                  <a:cubicBezTo>
                    <a:pt x="580" y="105"/>
                    <a:pt x="580" y="105"/>
                    <a:pt x="580" y="105"/>
                  </a:cubicBezTo>
                  <a:lnTo>
                    <a:pt x="580" y="105"/>
                  </a:lnTo>
                  <a:cubicBezTo>
                    <a:pt x="569" y="78"/>
                    <a:pt x="541" y="58"/>
                    <a:pt x="512" y="58"/>
                  </a:cubicBezTo>
                  <a:cubicBezTo>
                    <a:pt x="471" y="58"/>
                    <a:pt x="471" y="58"/>
                    <a:pt x="471" y="58"/>
                  </a:cubicBezTo>
                  <a:cubicBezTo>
                    <a:pt x="471" y="27"/>
                    <a:pt x="444" y="0"/>
                    <a:pt x="413" y="0"/>
                  </a:cubicBezTo>
                  <a:cubicBezTo>
                    <a:pt x="294" y="0"/>
                    <a:pt x="294" y="0"/>
                    <a:pt x="294" y="0"/>
                  </a:cubicBezTo>
                  <a:cubicBezTo>
                    <a:pt x="262" y="0"/>
                    <a:pt x="236" y="27"/>
                    <a:pt x="236" y="58"/>
                  </a:cubicBezTo>
                  <a:cubicBezTo>
                    <a:pt x="196" y="58"/>
                    <a:pt x="196" y="58"/>
                    <a:pt x="196" y="58"/>
                  </a:cubicBezTo>
                  <a:cubicBezTo>
                    <a:pt x="165" y="58"/>
                    <a:pt x="138" y="78"/>
                    <a:pt x="127" y="105"/>
                  </a:cubicBezTo>
                  <a:lnTo>
                    <a:pt x="127" y="105"/>
                  </a:lnTo>
                  <a:cubicBezTo>
                    <a:pt x="65" y="235"/>
                    <a:pt x="65" y="235"/>
                    <a:pt x="65" y="235"/>
                  </a:cubicBezTo>
                  <a:cubicBezTo>
                    <a:pt x="15" y="235"/>
                    <a:pt x="15" y="235"/>
                    <a:pt x="15" y="235"/>
                  </a:cubicBezTo>
                  <a:cubicBezTo>
                    <a:pt x="9" y="235"/>
                    <a:pt x="5" y="238"/>
                    <a:pt x="2" y="242"/>
                  </a:cubicBezTo>
                  <a:cubicBezTo>
                    <a:pt x="0" y="245"/>
                    <a:pt x="0" y="250"/>
                    <a:pt x="0" y="255"/>
                  </a:cubicBezTo>
                  <a:lnTo>
                    <a:pt x="105" y="628"/>
                  </a:lnTo>
                  <a:close/>
                  <a:moveTo>
                    <a:pt x="294" y="29"/>
                  </a:moveTo>
                  <a:lnTo>
                    <a:pt x="294" y="29"/>
                  </a:lnTo>
                  <a:cubicBezTo>
                    <a:pt x="413" y="29"/>
                    <a:pt x="413" y="29"/>
                    <a:pt x="413" y="29"/>
                  </a:cubicBezTo>
                  <a:cubicBezTo>
                    <a:pt x="429" y="29"/>
                    <a:pt x="442" y="43"/>
                    <a:pt x="442" y="58"/>
                  </a:cubicBezTo>
                  <a:cubicBezTo>
                    <a:pt x="442" y="75"/>
                    <a:pt x="429" y="89"/>
                    <a:pt x="413" y="89"/>
                  </a:cubicBezTo>
                  <a:cubicBezTo>
                    <a:pt x="294" y="89"/>
                    <a:pt x="294" y="89"/>
                    <a:pt x="294" y="89"/>
                  </a:cubicBezTo>
                  <a:cubicBezTo>
                    <a:pt x="279" y="89"/>
                    <a:pt x="265" y="75"/>
                    <a:pt x="265" y="58"/>
                  </a:cubicBezTo>
                  <a:cubicBezTo>
                    <a:pt x="265" y="43"/>
                    <a:pt x="279" y="29"/>
                    <a:pt x="294" y="29"/>
                  </a:cubicBezTo>
                  <a:close/>
                  <a:moveTo>
                    <a:pt x="153" y="118"/>
                  </a:moveTo>
                  <a:lnTo>
                    <a:pt x="153" y="118"/>
                  </a:lnTo>
                  <a:cubicBezTo>
                    <a:pt x="154" y="116"/>
                    <a:pt x="154" y="116"/>
                    <a:pt x="154" y="116"/>
                  </a:cubicBezTo>
                  <a:cubicBezTo>
                    <a:pt x="161" y="100"/>
                    <a:pt x="177" y="89"/>
                    <a:pt x="196" y="89"/>
                  </a:cubicBezTo>
                  <a:cubicBezTo>
                    <a:pt x="244" y="89"/>
                    <a:pt x="244" y="89"/>
                    <a:pt x="244" y="89"/>
                  </a:cubicBezTo>
                  <a:cubicBezTo>
                    <a:pt x="254" y="105"/>
                    <a:pt x="273" y="118"/>
                    <a:pt x="294" y="118"/>
                  </a:cubicBezTo>
                  <a:cubicBezTo>
                    <a:pt x="413" y="118"/>
                    <a:pt x="413" y="118"/>
                    <a:pt x="413" y="118"/>
                  </a:cubicBezTo>
                  <a:cubicBezTo>
                    <a:pt x="435" y="118"/>
                    <a:pt x="453" y="105"/>
                    <a:pt x="464" y="89"/>
                  </a:cubicBezTo>
                  <a:cubicBezTo>
                    <a:pt x="512" y="89"/>
                    <a:pt x="512" y="89"/>
                    <a:pt x="512" y="89"/>
                  </a:cubicBezTo>
                  <a:cubicBezTo>
                    <a:pt x="530" y="89"/>
                    <a:pt x="547" y="100"/>
                    <a:pt x="552" y="116"/>
                  </a:cubicBezTo>
                  <a:cubicBezTo>
                    <a:pt x="554" y="118"/>
                    <a:pt x="554" y="118"/>
                    <a:pt x="554" y="118"/>
                  </a:cubicBezTo>
                  <a:cubicBezTo>
                    <a:pt x="610" y="235"/>
                    <a:pt x="610" y="235"/>
                    <a:pt x="610" y="235"/>
                  </a:cubicBezTo>
                  <a:cubicBezTo>
                    <a:pt x="96" y="235"/>
                    <a:pt x="96" y="235"/>
                    <a:pt x="96" y="235"/>
                  </a:cubicBezTo>
                  <a:lnTo>
                    <a:pt x="153" y="11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 name="Freeform 42">
            <a:extLst>
              <a:ext uri="{FF2B5EF4-FFF2-40B4-BE49-F238E27FC236}">
                <a16:creationId xmlns:a16="http://schemas.microsoft.com/office/drawing/2014/main" id="{CF6A5E28-9E48-268A-D973-097C07438518}"/>
              </a:ext>
            </a:extLst>
          </p:cNvPr>
          <p:cNvSpPr>
            <a:spLocks noChangeArrowheads="1"/>
          </p:cNvSpPr>
          <p:nvPr/>
        </p:nvSpPr>
        <p:spPr bwMode="auto">
          <a:xfrm>
            <a:off x="7360170" y="1888754"/>
            <a:ext cx="246063" cy="255587"/>
          </a:xfrm>
          <a:custGeom>
            <a:avLst/>
            <a:gdLst>
              <a:gd name="T0" fmla="*/ 678 w 682"/>
              <a:gd name="T1" fmla="*/ 275 h 709"/>
              <a:gd name="T2" fmla="*/ 678 w 682"/>
              <a:gd name="T3" fmla="*/ 275 h 709"/>
              <a:gd name="T4" fmla="*/ 664 w 682"/>
              <a:gd name="T5" fmla="*/ 266 h 709"/>
              <a:gd name="T6" fmla="*/ 439 w 682"/>
              <a:gd name="T7" fmla="*/ 266 h 709"/>
              <a:gd name="T8" fmla="*/ 355 w 682"/>
              <a:gd name="T9" fmla="*/ 10 h 709"/>
              <a:gd name="T10" fmla="*/ 340 w 682"/>
              <a:gd name="T11" fmla="*/ 0 h 709"/>
              <a:gd name="T12" fmla="*/ 326 w 682"/>
              <a:gd name="T13" fmla="*/ 10 h 709"/>
              <a:gd name="T14" fmla="*/ 242 w 682"/>
              <a:gd name="T15" fmla="*/ 266 h 709"/>
              <a:gd name="T16" fmla="*/ 17 w 682"/>
              <a:gd name="T17" fmla="*/ 266 h 709"/>
              <a:gd name="T18" fmla="*/ 3 w 682"/>
              <a:gd name="T19" fmla="*/ 275 h 709"/>
              <a:gd name="T20" fmla="*/ 7 w 682"/>
              <a:gd name="T21" fmla="*/ 292 h 709"/>
              <a:gd name="T22" fmla="*/ 175 w 682"/>
              <a:gd name="T23" fmla="*/ 433 h 709"/>
              <a:gd name="T24" fmla="*/ 91 w 682"/>
              <a:gd name="T25" fmla="*/ 688 h 709"/>
              <a:gd name="T26" fmla="*/ 97 w 682"/>
              <a:gd name="T27" fmla="*/ 705 h 709"/>
              <a:gd name="T28" fmla="*/ 113 w 682"/>
              <a:gd name="T29" fmla="*/ 705 h 709"/>
              <a:gd name="T30" fmla="*/ 340 w 682"/>
              <a:gd name="T31" fmla="*/ 534 h 709"/>
              <a:gd name="T32" fmla="*/ 568 w 682"/>
              <a:gd name="T33" fmla="*/ 705 h 709"/>
              <a:gd name="T34" fmla="*/ 584 w 682"/>
              <a:gd name="T35" fmla="*/ 705 h 709"/>
              <a:gd name="T36" fmla="*/ 590 w 682"/>
              <a:gd name="T37" fmla="*/ 688 h 709"/>
              <a:gd name="T38" fmla="*/ 506 w 682"/>
              <a:gd name="T39" fmla="*/ 433 h 709"/>
              <a:gd name="T40" fmla="*/ 674 w 682"/>
              <a:gd name="T41" fmla="*/ 292 h 709"/>
              <a:gd name="T42" fmla="*/ 678 w 682"/>
              <a:gd name="T43" fmla="*/ 275 h 709"/>
              <a:gd name="T44" fmla="*/ 478 w 682"/>
              <a:gd name="T45" fmla="*/ 416 h 709"/>
              <a:gd name="T46" fmla="*/ 478 w 682"/>
              <a:gd name="T47" fmla="*/ 416 h 709"/>
              <a:gd name="T48" fmla="*/ 474 w 682"/>
              <a:gd name="T49" fmla="*/ 431 h 709"/>
              <a:gd name="T50" fmla="*/ 547 w 682"/>
              <a:gd name="T51" fmla="*/ 652 h 709"/>
              <a:gd name="T52" fmla="*/ 350 w 682"/>
              <a:gd name="T53" fmla="*/ 505 h 709"/>
              <a:gd name="T54" fmla="*/ 332 w 682"/>
              <a:gd name="T55" fmla="*/ 505 h 709"/>
              <a:gd name="T56" fmla="*/ 134 w 682"/>
              <a:gd name="T57" fmla="*/ 652 h 709"/>
              <a:gd name="T58" fmla="*/ 207 w 682"/>
              <a:gd name="T59" fmla="*/ 431 h 709"/>
              <a:gd name="T60" fmla="*/ 203 w 682"/>
              <a:gd name="T61" fmla="*/ 416 h 709"/>
              <a:gd name="T62" fmla="*/ 57 w 682"/>
              <a:gd name="T63" fmla="*/ 295 h 709"/>
              <a:gd name="T64" fmla="*/ 251 w 682"/>
              <a:gd name="T65" fmla="*/ 295 h 709"/>
              <a:gd name="T66" fmla="*/ 267 w 682"/>
              <a:gd name="T67" fmla="*/ 285 h 709"/>
              <a:gd name="T68" fmla="*/ 340 w 682"/>
              <a:gd name="T69" fmla="*/ 61 h 709"/>
              <a:gd name="T70" fmla="*/ 414 w 682"/>
              <a:gd name="T71" fmla="*/ 285 h 709"/>
              <a:gd name="T72" fmla="*/ 428 w 682"/>
              <a:gd name="T73" fmla="*/ 295 h 709"/>
              <a:gd name="T74" fmla="*/ 624 w 682"/>
              <a:gd name="T75" fmla="*/ 295 h 709"/>
              <a:gd name="T76" fmla="*/ 478 w 682"/>
              <a:gd name="T77" fmla="*/ 41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2" h="709">
                <a:moveTo>
                  <a:pt x="678" y="275"/>
                </a:moveTo>
                <a:lnTo>
                  <a:pt x="678" y="275"/>
                </a:lnTo>
                <a:cubicBezTo>
                  <a:pt x="677" y="270"/>
                  <a:pt x="671" y="266"/>
                  <a:pt x="664" y="266"/>
                </a:cubicBezTo>
                <a:cubicBezTo>
                  <a:pt x="439" y="266"/>
                  <a:pt x="439" y="266"/>
                  <a:pt x="439" y="266"/>
                </a:cubicBezTo>
                <a:cubicBezTo>
                  <a:pt x="355" y="10"/>
                  <a:pt x="355" y="10"/>
                  <a:pt x="355" y="10"/>
                </a:cubicBezTo>
                <a:cubicBezTo>
                  <a:pt x="352" y="5"/>
                  <a:pt x="347" y="0"/>
                  <a:pt x="340" y="0"/>
                </a:cubicBezTo>
                <a:cubicBezTo>
                  <a:pt x="334" y="0"/>
                  <a:pt x="329" y="5"/>
                  <a:pt x="326" y="10"/>
                </a:cubicBezTo>
                <a:cubicBezTo>
                  <a:pt x="242" y="266"/>
                  <a:pt x="242" y="266"/>
                  <a:pt x="242" y="266"/>
                </a:cubicBezTo>
                <a:cubicBezTo>
                  <a:pt x="17" y="266"/>
                  <a:pt x="17" y="266"/>
                  <a:pt x="17" y="266"/>
                </a:cubicBezTo>
                <a:cubicBezTo>
                  <a:pt x="10" y="266"/>
                  <a:pt x="4" y="270"/>
                  <a:pt x="3" y="275"/>
                </a:cubicBezTo>
                <a:cubicBezTo>
                  <a:pt x="0" y="281"/>
                  <a:pt x="1" y="288"/>
                  <a:pt x="7" y="292"/>
                </a:cubicBezTo>
                <a:cubicBezTo>
                  <a:pt x="175" y="433"/>
                  <a:pt x="175" y="433"/>
                  <a:pt x="175" y="433"/>
                </a:cubicBezTo>
                <a:cubicBezTo>
                  <a:pt x="91" y="688"/>
                  <a:pt x="91" y="688"/>
                  <a:pt x="91" y="688"/>
                </a:cubicBezTo>
                <a:cubicBezTo>
                  <a:pt x="88" y="694"/>
                  <a:pt x="91" y="701"/>
                  <a:pt x="97" y="705"/>
                </a:cubicBezTo>
                <a:cubicBezTo>
                  <a:pt x="101" y="708"/>
                  <a:pt x="108" y="708"/>
                  <a:pt x="113" y="705"/>
                </a:cubicBezTo>
                <a:cubicBezTo>
                  <a:pt x="340" y="534"/>
                  <a:pt x="340" y="534"/>
                  <a:pt x="340" y="534"/>
                </a:cubicBezTo>
                <a:cubicBezTo>
                  <a:pt x="568" y="705"/>
                  <a:pt x="568" y="705"/>
                  <a:pt x="568" y="705"/>
                </a:cubicBezTo>
                <a:cubicBezTo>
                  <a:pt x="572" y="708"/>
                  <a:pt x="580" y="708"/>
                  <a:pt x="584" y="705"/>
                </a:cubicBezTo>
                <a:cubicBezTo>
                  <a:pt x="590" y="701"/>
                  <a:pt x="593" y="694"/>
                  <a:pt x="590" y="688"/>
                </a:cubicBezTo>
                <a:cubicBezTo>
                  <a:pt x="506" y="433"/>
                  <a:pt x="506" y="433"/>
                  <a:pt x="506" y="433"/>
                </a:cubicBezTo>
                <a:cubicBezTo>
                  <a:pt x="674" y="292"/>
                  <a:pt x="674" y="292"/>
                  <a:pt x="674" y="292"/>
                </a:cubicBezTo>
                <a:cubicBezTo>
                  <a:pt x="678" y="288"/>
                  <a:pt x="681" y="281"/>
                  <a:pt x="678" y="275"/>
                </a:cubicBezTo>
                <a:close/>
                <a:moveTo>
                  <a:pt x="478" y="416"/>
                </a:moveTo>
                <a:lnTo>
                  <a:pt x="478" y="416"/>
                </a:lnTo>
                <a:cubicBezTo>
                  <a:pt x="474" y="420"/>
                  <a:pt x="472" y="426"/>
                  <a:pt x="474" y="431"/>
                </a:cubicBezTo>
                <a:cubicBezTo>
                  <a:pt x="547" y="652"/>
                  <a:pt x="547" y="652"/>
                  <a:pt x="547" y="652"/>
                </a:cubicBezTo>
                <a:cubicBezTo>
                  <a:pt x="350" y="505"/>
                  <a:pt x="350" y="505"/>
                  <a:pt x="350" y="505"/>
                </a:cubicBezTo>
                <a:cubicBezTo>
                  <a:pt x="344" y="500"/>
                  <a:pt x="337" y="500"/>
                  <a:pt x="332" y="505"/>
                </a:cubicBezTo>
                <a:cubicBezTo>
                  <a:pt x="134" y="652"/>
                  <a:pt x="134" y="652"/>
                  <a:pt x="134" y="652"/>
                </a:cubicBezTo>
                <a:cubicBezTo>
                  <a:pt x="207" y="431"/>
                  <a:pt x="207" y="431"/>
                  <a:pt x="207" y="431"/>
                </a:cubicBezTo>
                <a:cubicBezTo>
                  <a:pt x="209" y="426"/>
                  <a:pt x="207" y="420"/>
                  <a:pt x="203" y="416"/>
                </a:cubicBezTo>
                <a:cubicBezTo>
                  <a:pt x="57" y="295"/>
                  <a:pt x="57" y="295"/>
                  <a:pt x="57" y="295"/>
                </a:cubicBezTo>
                <a:cubicBezTo>
                  <a:pt x="251" y="295"/>
                  <a:pt x="251" y="295"/>
                  <a:pt x="251" y="295"/>
                </a:cubicBezTo>
                <a:cubicBezTo>
                  <a:pt x="258" y="295"/>
                  <a:pt x="264" y="290"/>
                  <a:pt x="267" y="285"/>
                </a:cubicBezTo>
                <a:cubicBezTo>
                  <a:pt x="340" y="61"/>
                  <a:pt x="340" y="61"/>
                  <a:pt x="340" y="61"/>
                </a:cubicBezTo>
                <a:cubicBezTo>
                  <a:pt x="414" y="285"/>
                  <a:pt x="414" y="285"/>
                  <a:pt x="414" y="285"/>
                </a:cubicBezTo>
                <a:cubicBezTo>
                  <a:pt x="417" y="290"/>
                  <a:pt x="423" y="295"/>
                  <a:pt x="428" y="295"/>
                </a:cubicBezTo>
                <a:cubicBezTo>
                  <a:pt x="624" y="295"/>
                  <a:pt x="624" y="295"/>
                  <a:pt x="624" y="295"/>
                </a:cubicBezTo>
                <a:lnTo>
                  <a:pt x="478" y="416"/>
                </a:lnTo>
                <a:close/>
              </a:path>
            </a:pathLst>
          </a:custGeom>
          <a:solidFill>
            <a:schemeClr val="tx2"/>
          </a:solidFill>
          <a:ln>
            <a:noFill/>
          </a:ln>
          <a:effectLst/>
        </p:spPr>
        <p:txBody>
          <a:bodyPr wrap="none" anchor="ctr"/>
          <a:lstStyle/>
          <a:p>
            <a:endParaRPr lang="da-DK">
              <a:solidFill>
                <a:schemeClr val="tx2"/>
              </a:solidFill>
            </a:endParaRPr>
          </a:p>
        </p:txBody>
      </p:sp>
      <p:grpSp>
        <p:nvGrpSpPr>
          <p:cNvPr id="51" name="Group 53">
            <a:extLst>
              <a:ext uri="{FF2B5EF4-FFF2-40B4-BE49-F238E27FC236}">
                <a16:creationId xmlns:a16="http://schemas.microsoft.com/office/drawing/2014/main" id="{731A0063-CA53-FC92-66C2-FAE120161B90}"/>
              </a:ext>
            </a:extLst>
          </p:cNvPr>
          <p:cNvGrpSpPr/>
          <p:nvPr/>
        </p:nvGrpSpPr>
        <p:grpSpPr>
          <a:xfrm>
            <a:off x="5324995" y="1383134"/>
            <a:ext cx="254000" cy="254000"/>
            <a:chOff x="4168775" y="1695450"/>
            <a:chExt cx="254000" cy="254000"/>
          </a:xfrm>
          <a:solidFill>
            <a:schemeClr val="tx2"/>
          </a:solidFill>
        </p:grpSpPr>
        <p:sp>
          <p:nvSpPr>
            <p:cNvPr id="52" name="Freeform 43">
              <a:extLst>
                <a:ext uri="{FF2B5EF4-FFF2-40B4-BE49-F238E27FC236}">
                  <a16:creationId xmlns:a16="http://schemas.microsoft.com/office/drawing/2014/main" id="{FBE9B6CA-D6EE-B5A3-23AA-F173CF947B57}"/>
                </a:ext>
              </a:extLst>
            </p:cNvPr>
            <p:cNvSpPr>
              <a:spLocks noChangeArrowheads="1"/>
            </p:cNvSpPr>
            <p:nvPr/>
          </p:nvSpPr>
          <p:spPr bwMode="auto">
            <a:xfrm>
              <a:off x="4168775" y="1695450"/>
              <a:ext cx="71438" cy="71438"/>
            </a:xfrm>
            <a:custGeom>
              <a:avLst/>
              <a:gdLst>
                <a:gd name="T0" fmla="*/ 184 w 200"/>
                <a:gd name="T1" fmla="*/ 0 h 200"/>
                <a:gd name="T2" fmla="*/ 184 w 200"/>
                <a:gd name="T3" fmla="*/ 0 h 200"/>
                <a:gd name="T4" fmla="*/ 44 w 200"/>
                <a:gd name="T5" fmla="*/ 0 h 200"/>
                <a:gd name="T6" fmla="*/ 0 w 200"/>
                <a:gd name="T7" fmla="*/ 44 h 200"/>
                <a:gd name="T8" fmla="*/ 0 w 200"/>
                <a:gd name="T9" fmla="*/ 183 h 200"/>
                <a:gd name="T10" fmla="*/ 15 w 200"/>
                <a:gd name="T11" fmla="*/ 199 h 200"/>
                <a:gd name="T12" fmla="*/ 29 w 200"/>
                <a:gd name="T13" fmla="*/ 183 h 200"/>
                <a:gd name="T14" fmla="*/ 29 w 200"/>
                <a:gd name="T15" fmla="*/ 183 h 200"/>
                <a:gd name="T16" fmla="*/ 29 w 200"/>
                <a:gd name="T17" fmla="*/ 44 h 200"/>
                <a:gd name="T18" fmla="*/ 44 w 200"/>
                <a:gd name="T19" fmla="*/ 29 h 200"/>
                <a:gd name="T20" fmla="*/ 184 w 200"/>
                <a:gd name="T21" fmla="*/ 29 h 200"/>
                <a:gd name="T22" fmla="*/ 199 w 200"/>
                <a:gd name="T23" fmla="*/ 14 h 200"/>
                <a:gd name="T24" fmla="*/ 184 w 200"/>
                <a:gd name="T25"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0"/>
                  </a:moveTo>
                  <a:lnTo>
                    <a:pt x="184" y="0"/>
                  </a:lnTo>
                  <a:cubicBezTo>
                    <a:pt x="44" y="0"/>
                    <a:pt x="44" y="0"/>
                    <a:pt x="44" y="0"/>
                  </a:cubicBezTo>
                  <a:cubicBezTo>
                    <a:pt x="19" y="0"/>
                    <a:pt x="0" y="19"/>
                    <a:pt x="0" y="44"/>
                  </a:cubicBezTo>
                  <a:cubicBezTo>
                    <a:pt x="0" y="183"/>
                    <a:pt x="0" y="183"/>
                    <a:pt x="0" y="183"/>
                  </a:cubicBezTo>
                  <a:cubicBezTo>
                    <a:pt x="0" y="192"/>
                    <a:pt x="7" y="199"/>
                    <a:pt x="15" y="199"/>
                  </a:cubicBezTo>
                  <a:cubicBezTo>
                    <a:pt x="23" y="199"/>
                    <a:pt x="29" y="192"/>
                    <a:pt x="29" y="183"/>
                  </a:cubicBezTo>
                  <a:lnTo>
                    <a:pt x="29" y="183"/>
                  </a:lnTo>
                  <a:cubicBezTo>
                    <a:pt x="29" y="44"/>
                    <a:pt x="29" y="44"/>
                    <a:pt x="29" y="44"/>
                  </a:cubicBezTo>
                  <a:cubicBezTo>
                    <a:pt x="29" y="36"/>
                    <a:pt x="36" y="29"/>
                    <a:pt x="44" y="29"/>
                  </a:cubicBezTo>
                  <a:cubicBezTo>
                    <a:pt x="184" y="29"/>
                    <a:pt x="184" y="29"/>
                    <a:pt x="184" y="29"/>
                  </a:cubicBezTo>
                  <a:cubicBezTo>
                    <a:pt x="192" y="29"/>
                    <a:pt x="199" y="22"/>
                    <a:pt x="199" y="14"/>
                  </a:cubicBezTo>
                  <a:cubicBezTo>
                    <a:pt x="199" y="7"/>
                    <a:pt x="192" y="0"/>
                    <a:pt x="18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 name="Freeform 44">
              <a:extLst>
                <a:ext uri="{FF2B5EF4-FFF2-40B4-BE49-F238E27FC236}">
                  <a16:creationId xmlns:a16="http://schemas.microsoft.com/office/drawing/2014/main" id="{0D588BEE-FFCA-7E7C-BB10-E58CB6A62297}"/>
                </a:ext>
              </a:extLst>
            </p:cNvPr>
            <p:cNvSpPr>
              <a:spLocks noChangeArrowheads="1"/>
            </p:cNvSpPr>
            <p:nvPr/>
          </p:nvSpPr>
          <p:spPr bwMode="auto">
            <a:xfrm>
              <a:off x="4168775" y="1878013"/>
              <a:ext cx="71438" cy="71437"/>
            </a:xfrm>
            <a:custGeom>
              <a:avLst/>
              <a:gdLst>
                <a:gd name="T0" fmla="*/ 44 w 200"/>
                <a:gd name="T1" fmla="*/ 199 h 200"/>
                <a:gd name="T2" fmla="*/ 44 w 200"/>
                <a:gd name="T3" fmla="*/ 199 h 200"/>
                <a:gd name="T4" fmla="*/ 184 w 200"/>
                <a:gd name="T5" fmla="*/ 199 h 200"/>
                <a:gd name="T6" fmla="*/ 199 w 200"/>
                <a:gd name="T7" fmla="*/ 184 h 200"/>
                <a:gd name="T8" fmla="*/ 184 w 200"/>
                <a:gd name="T9" fmla="*/ 169 h 200"/>
                <a:gd name="T10" fmla="*/ 44 w 200"/>
                <a:gd name="T11" fmla="*/ 169 h 200"/>
                <a:gd name="T12" fmla="*/ 29 w 200"/>
                <a:gd name="T13" fmla="*/ 155 h 200"/>
                <a:gd name="T14" fmla="*/ 29 w 200"/>
                <a:gd name="T15" fmla="*/ 14 h 200"/>
                <a:gd name="T16" fmla="*/ 15 w 200"/>
                <a:gd name="T17" fmla="*/ 0 h 200"/>
                <a:gd name="T18" fmla="*/ 0 w 200"/>
                <a:gd name="T19" fmla="*/ 14 h 200"/>
                <a:gd name="T20" fmla="*/ 0 w 200"/>
                <a:gd name="T21" fmla="*/ 155 h 200"/>
                <a:gd name="T22" fmla="*/ 44 w 200"/>
                <a:gd name="T23"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200">
                  <a:moveTo>
                    <a:pt x="44" y="199"/>
                  </a:moveTo>
                  <a:lnTo>
                    <a:pt x="44" y="199"/>
                  </a:lnTo>
                  <a:cubicBezTo>
                    <a:pt x="184" y="199"/>
                    <a:pt x="184" y="199"/>
                    <a:pt x="184" y="199"/>
                  </a:cubicBezTo>
                  <a:cubicBezTo>
                    <a:pt x="192" y="199"/>
                    <a:pt x="199" y="192"/>
                    <a:pt x="199" y="184"/>
                  </a:cubicBezTo>
                  <a:cubicBezTo>
                    <a:pt x="199" y="175"/>
                    <a:pt x="192" y="169"/>
                    <a:pt x="184" y="169"/>
                  </a:cubicBezTo>
                  <a:cubicBezTo>
                    <a:pt x="44" y="169"/>
                    <a:pt x="44" y="169"/>
                    <a:pt x="44" y="169"/>
                  </a:cubicBezTo>
                  <a:cubicBezTo>
                    <a:pt x="36" y="169"/>
                    <a:pt x="29" y="163"/>
                    <a:pt x="29" y="155"/>
                  </a:cubicBezTo>
                  <a:cubicBezTo>
                    <a:pt x="29" y="14"/>
                    <a:pt x="29" y="14"/>
                    <a:pt x="29" y="14"/>
                  </a:cubicBezTo>
                  <a:cubicBezTo>
                    <a:pt x="29" y="7"/>
                    <a:pt x="23" y="0"/>
                    <a:pt x="15" y="0"/>
                  </a:cubicBezTo>
                  <a:cubicBezTo>
                    <a:pt x="7" y="0"/>
                    <a:pt x="0" y="7"/>
                    <a:pt x="0" y="14"/>
                  </a:cubicBezTo>
                  <a:cubicBezTo>
                    <a:pt x="0" y="155"/>
                    <a:pt x="0" y="155"/>
                    <a:pt x="0" y="155"/>
                  </a:cubicBezTo>
                  <a:cubicBezTo>
                    <a:pt x="0" y="178"/>
                    <a:pt x="19" y="199"/>
                    <a:pt x="4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 name="Freeform 45">
              <a:extLst>
                <a:ext uri="{FF2B5EF4-FFF2-40B4-BE49-F238E27FC236}">
                  <a16:creationId xmlns:a16="http://schemas.microsoft.com/office/drawing/2014/main" id="{ADACA3BD-B402-5001-0604-0077A6BB525E}"/>
                </a:ext>
              </a:extLst>
            </p:cNvPr>
            <p:cNvSpPr>
              <a:spLocks noChangeArrowheads="1"/>
            </p:cNvSpPr>
            <p:nvPr/>
          </p:nvSpPr>
          <p:spPr bwMode="auto">
            <a:xfrm>
              <a:off x="4351338" y="1878013"/>
              <a:ext cx="71437" cy="71437"/>
            </a:xfrm>
            <a:custGeom>
              <a:avLst/>
              <a:gdLst>
                <a:gd name="T0" fmla="*/ 15 w 200"/>
                <a:gd name="T1" fmla="*/ 199 h 200"/>
                <a:gd name="T2" fmla="*/ 15 w 200"/>
                <a:gd name="T3" fmla="*/ 199 h 200"/>
                <a:gd name="T4" fmla="*/ 155 w 200"/>
                <a:gd name="T5" fmla="*/ 199 h 200"/>
                <a:gd name="T6" fmla="*/ 199 w 200"/>
                <a:gd name="T7" fmla="*/ 155 h 200"/>
                <a:gd name="T8" fmla="*/ 199 w 200"/>
                <a:gd name="T9" fmla="*/ 14 h 200"/>
                <a:gd name="T10" fmla="*/ 184 w 200"/>
                <a:gd name="T11" fmla="*/ 0 h 200"/>
                <a:gd name="T12" fmla="*/ 170 w 200"/>
                <a:gd name="T13" fmla="*/ 14 h 200"/>
                <a:gd name="T14" fmla="*/ 170 w 200"/>
                <a:gd name="T15" fmla="*/ 14 h 200"/>
                <a:gd name="T16" fmla="*/ 170 w 200"/>
                <a:gd name="T17" fmla="*/ 155 h 200"/>
                <a:gd name="T18" fmla="*/ 155 w 200"/>
                <a:gd name="T19" fmla="*/ 169 h 200"/>
                <a:gd name="T20" fmla="*/ 15 w 200"/>
                <a:gd name="T21" fmla="*/ 169 h 200"/>
                <a:gd name="T22" fmla="*/ 0 w 200"/>
                <a:gd name="T23" fmla="*/ 184 h 200"/>
                <a:gd name="T24" fmla="*/ 15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5" y="199"/>
                  </a:moveTo>
                  <a:lnTo>
                    <a:pt x="15" y="199"/>
                  </a:lnTo>
                  <a:cubicBezTo>
                    <a:pt x="155" y="199"/>
                    <a:pt x="155" y="199"/>
                    <a:pt x="155" y="199"/>
                  </a:cubicBezTo>
                  <a:cubicBezTo>
                    <a:pt x="180" y="199"/>
                    <a:pt x="199" y="178"/>
                    <a:pt x="199" y="155"/>
                  </a:cubicBezTo>
                  <a:cubicBezTo>
                    <a:pt x="199" y="14"/>
                    <a:pt x="199" y="14"/>
                    <a:pt x="199" y="14"/>
                  </a:cubicBezTo>
                  <a:cubicBezTo>
                    <a:pt x="199" y="7"/>
                    <a:pt x="192" y="0"/>
                    <a:pt x="184" y="0"/>
                  </a:cubicBezTo>
                  <a:cubicBezTo>
                    <a:pt x="177" y="0"/>
                    <a:pt x="170" y="7"/>
                    <a:pt x="170" y="14"/>
                  </a:cubicBezTo>
                  <a:lnTo>
                    <a:pt x="170" y="14"/>
                  </a:lnTo>
                  <a:cubicBezTo>
                    <a:pt x="170" y="155"/>
                    <a:pt x="170" y="155"/>
                    <a:pt x="170" y="155"/>
                  </a:cubicBezTo>
                  <a:cubicBezTo>
                    <a:pt x="170" y="163"/>
                    <a:pt x="163" y="169"/>
                    <a:pt x="155" y="169"/>
                  </a:cubicBezTo>
                  <a:cubicBezTo>
                    <a:pt x="15" y="169"/>
                    <a:pt x="15" y="169"/>
                    <a:pt x="15" y="169"/>
                  </a:cubicBezTo>
                  <a:cubicBezTo>
                    <a:pt x="7" y="169"/>
                    <a:pt x="0" y="175"/>
                    <a:pt x="0" y="184"/>
                  </a:cubicBezTo>
                  <a:cubicBezTo>
                    <a:pt x="0" y="192"/>
                    <a:pt x="7" y="199"/>
                    <a:pt x="15"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 name="Freeform 46">
              <a:extLst>
                <a:ext uri="{FF2B5EF4-FFF2-40B4-BE49-F238E27FC236}">
                  <a16:creationId xmlns:a16="http://schemas.microsoft.com/office/drawing/2014/main" id="{81E3C758-9C7D-E56B-E0AF-809412234257}"/>
                </a:ext>
              </a:extLst>
            </p:cNvPr>
            <p:cNvSpPr>
              <a:spLocks noChangeArrowheads="1"/>
            </p:cNvSpPr>
            <p:nvPr/>
          </p:nvSpPr>
          <p:spPr bwMode="auto">
            <a:xfrm>
              <a:off x="4351338" y="1695450"/>
              <a:ext cx="71437" cy="71438"/>
            </a:xfrm>
            <a:custGeom>
              <a:avLst/>
              <a:gdLst>
                <a:gd name="T0" fmla="*/ 184 w 200"/>
                <a:gd name="T1" fmla="*/ 199 h 200"/>
                <a:gd name="T2" fmla="*/ 184 w 200"/>
                <a:gd name="T3" fmla="*/ 199 h 200"/>
                <a:gd name="T4" fmla="*/ 199 w 200"/>
                <a:gd name="T5" fmla="*/ 183 h 200"/>
                <a:gd name="T6" fmla="*/ 199 w 200"/>
                <a:gd name="T7" fmla="*/ 44 h 200"/>
                <a:gd name="T8" fmla="*/ 155 w 200"/>
                <a:gd name="T9" fmla="*/ 0 h 200"/>
                <a:gd name="T10" fmla="*/ 15 w 200"/>
                <a:gd name="T11" fmla="*/ 0 h 200"/>
                <a:gd name="T12" fmla="*/ 0 w 200"/>
                <a:gd name="T13" fmla="*/ 14 h 200"/>
                <a:gd name="T14" fmla="*/ 15 w 200"/>
                <a:gd name="T15" fmla="*/ 29 h 200"/>
                <a:gd name="T16" fmla="*/ 15 w 200"/>
                <a:gd name="T17" fmla="*/ 29 h 200"/>
                <a:gd name="T18" fmla="*/ 155 w 200"/>
                <a:gd name="T19" fmla="*/ 29 h 200"/>
                <a:gd name="T20" fmla="*/ 170 w 200"/>
                <a:gd name="T21" fmla="*/ 44 h 200"/>
                <a:gd name="T22" fmla="*/ 170 w 200"/>
                <a:gd name="T23" fmla="*/ 183 h 200"/>
                <a:gd name="T24" fmla="*/ 184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199"/>
                  </a:moveTo>
                  <a:lnTo>
                    <a:pt x="184" y="199"/>
                  </a:lnTo>
                  <a:cubicBezTo>
                    <a:pt x="192" y="199"/>
                    <a:pt x="199" y="192"/>
                    <a:pt x="199" y="183"/>
                  </a:cubicBezTo>
                  <a:cubicBezTo>
                    <a:pt x="199" y="44"/>
                    <a:pt x="199" y="44"/>
                    <a:pt x="199" y="44"/>
                  </a:cubicBezTo>
                  <a:cubicBezTo>
                    <a:pt x="199" y="19"/>
                    <a:pt x="180" y="0"/>
                    <a:pt x="155" y="0"/>
                  </a:cubicBezTo>
                  <a:cubicBezTo>
                    <a:pt x="15" y="0"/>
                    <a:pt x="15" y="0"/>
                    <a:pt x="15" y="0"/>
                  </a:cubicBezTo>
                  <a:cubicBezTo>
                    <a:pt x="7" y="0"/>
                    <a:pt x="0" y="7"/>
                    <a:pt x="0" y="14"/>
                  </a:cubicBezTo>
                  <a:cubicBezTo>
                    <a:pt x="0" y="22"/>
                    <a:pt x="7" y="29"/>
                    <a:pt x="15" y="29"/>
                  </a:cubicBezTo>
                  <a:lnTo>
                    <a:pt x="15" y="29"/>
                  </a:lnTo>
                  <a:cubicBezTo>
                    <a:pt x="155" y="29"/>
                    <a:pt x="155" y="29"/>
                    <a:pt x="155" y="29"/>
                  </a:cubicBezTo>
                  <a:cubicBezTo>
                    <a:pt x="163" y="29"/>
                    <a:pt x="170" y="36"/>
                    <a:pt x="170" y="44"/>
                  </a:cubicBezTo>
                  <a:cubicBezTo>
                    <a:pt x="170" y="183"/>
                    <a:pt x="170" y="183"/>
                    <a:pt x="170" y="183"/>
                  </a:cubicBezTo>
                  <a:cubicBezTo>
                    <a:pt x="170" y="192"/>
                    <a:pt x="177" y="199"/>
                    <a:pt x="18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 name="Freeform 47">
              <a:extLst>
                <a:ext uri="{FF2B5EF4-FFF2-40B4-BE49-F238E27FC236}">
                  <a16:creationId xmlns:a16="http://schemas.microsoft.com/office/drawing/2014/main" id="{9C97C5AC-E1CE-77E5-352B-F4D63395B547}"/>
                </a:ext>
              </a:extLst>
            </p:cNvPr>
            <p:cNvSpPr>
              <a:spLocks noChangeArrowheads="1"/>
            </p:cNvSpPr>
            <p:nvPr/>
          </p:nvSpPr>
          <p:spPr bwMode="auto">
            <a:xfrm>
              <a:off x="4200525" y="1736725"/>
              <a:ext cx="11113" cy="169863"/>
            </a:xfrm>
            <a:custGeom>
              <a:avLst/>
              <a:gdLst>
                <a:gd name="T0" fmla="*/ 0 w 30"/>
                <a:gd name="T1" fmla="*/ 15 h 472"/>
                <a:gd name="T2" fmla="*/ 0 w 30"/>
                <a:gd name="T3" fmla="*/ 15 h 472"/>
                <a:gd name="T4" fmla="*/ 0 w 30"/>
                <a:gd name="T5" fmla="*/ 457 h 472"/>
                <a:gd name="T6" fmla="*/ 16 w 30"/>
                <a:gd name="T7" fmla="*/ 471 h 472"/>
                <a:gd name="T8" fmla="*/ 29 w 30"/>
                <a:gd name="T9" fmla="*/ 457 h 472"/>
                <a:gd name="T10" fmla="*/ 29 w 30"/>
                <a:gd name="T11" fmla="*/ 15 h 472"/>
                <a:gd name="T12" fmla="*/ 16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6" y="471"/>
                  </a:cubicBezTo>
                  <a:cubicBezTo>
                    <a:pt x="24" y="471"/>
                    <a:pt x="29" y="466"/>
                    <a:pt x="29" y="457"/>
                  </a:cubicBezTo>
                  <a:cubicBezTo>
                    <a:pt x="29" y="15"/>
                    <a:pt x="29" y="15"/>
                    <a:pt x="29" y="15"/>
                  </a:cubicBezTo>
                  <a:cubicBezTo>
                    <a:pt x="29" y="7"/>
                    <a:pt x="24"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 name="Freeform 48">
              <a:extLst>
                <a:ext uri="{FF2B5EF4-FFF2-40B4-BE49-F238E27FC236}">
                  <a16:creationId xmlns:a16="http://schemas.microsoft.com/office/drawing/2014/main" id="{38BBA5F8-B482-7758-8C98-C466BAE047CF}"/>
                </a:ext>
              </a:extLst>
            </p:cNvPr>
            <p:cNvSpPr>
              <a:spLocks noChangeArrowheads="1"/>
            </p:cNvSpPr>
            <p:nvPr/>
          </p:nvSpPr>
          <p:spPr bwMode="auto">
            <a:xfrm>
              <a:off x="4232275" y="1736725"/>
              <a:ext cx="11113" cy="169863"/>
            </a:xfrm>
            <a:custGeom>
              <a:avLst/>
              <a:gdLst>
                <a:gd name="T0" fmla="*/ 0 w 30"/>
                <a:gd name="T1" fmla="*/ 15 h 472"/>
                <a:gd name="T2" fmla="*/ 0 w 30"/>
                <a:gd name="T3" fmla="*/ 15 h 472"/>
                <a:gd name="T4" fmla="*/ 0 w 30"/>
                <a:gd name="T5" fmla="*/ 457 h 472"/>
                <a:gd name="T6" fmla="*/ 15 w 30"/>
                <a:gd name="T7" fmla="*/ 471 h 472"/>
                <a:gd name="T8" fmla="*/ 29 w 30"/>
                <a:gd name="T9" fmla="*/ 457 h 472"/>
                <a:gd name="T10" fmla="*/ 29 w 30"/>
                <a:gd name="T11" fmla="*/ 15 h 472"/>
                <a:gd name="T12" fmla="*/ 15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5" y="471"/>
                  </a:cubicBezTo>
                  <a:cubicBezTo>
                    <a:pt x="23" y="471"/>
                    <a:pt x="29" y="466"/>
                    <a:pt x="29" y="457"/>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 name="Freeform 49">
              <a:extLst>
                <a:ext uri="{FF2B5EF4-FFF2-40B4-BE49-F238E27FC236}">
                  <a16:creationId xmlns:a16="http://schemas.microsoft.com/office/drawing/2014/main" id="{8D70C4F2-8ACF-7530-85E2-113F20D2CF23}"/>
                </a:ext>
              </a:extLst>
            </p:cNvPr>
            <p:cNvSpPr>
              <a:spLocks noChangeArrowheads="1"/>
            </p:cNvSpPr>
            <p:nvPr/>
          </p:nvSpPr>
          <p:spPr bwMode="auto">
            <a:xfrm>
              <a:off x="4273550" y="1736725"/>
              <a:ext cx="11113" cy="169863"/>
            </a:xfrm>
            <a:custGeom>
              <a:avLst/>
              <a:gdLst>
                <a:gd name="T0" fmla="*/ 31 w 32"/>
                <a:gd name="T1" fmla="*/ 457 h 472"/>
                <a:gd name="T2" fmla="*/ 31 w 32"/>
                <a:gd name="T3" fmla="*/ 457 h 472"/>
                <a:gd name="T4" fmla="*/ 31 w 32"/>
                <a:gd name="T5" fmla="*/ 15 h 472"/>
                <a:gd name="T6" fmla="*/ 15 w 32"/>
                <a:gd name="T7" fmla="*/ 0 h 472"/>
                <a:gd name="T8" fmla="*/ 0 w 32"/>
                <a:gd name="T9" fmla="*/ 15 h 472"/>
                <a:gd name="T10" fmla="*/ 0 w 32"/>
                <a:gd name="T11" fmla="*/ 457 h 472"/>
                <a:gd name="T12" fmla="*/ 15 w 32"/>
                <a:gd name="T13" fmla="*/ 471 h 472"/>
                <a:gd name="T14" fmla="*/ 31 w 32"/>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2">
                  <a:moveTo>
                    <a:pt x="31" y="457"/>
                  </a:moveTo>
                  <a:lnTo>
                    <a:pt x="31" y="457"/>
                  </a:lnTo>
                  <a:cubicBezTo>
                    <a:pt x="31" y="15"/>
                    <a:pt x="31" y="15"/>
                    <a:pt x="31" y="15"/>
                  </a:cubicBezTo>
                  <a:cubicBezTo>
                    <a:pt x="31" y="7"/>
                    <a:pt x="24" y="0"/>
                    <a:pt x="15" y="0"/>
                  </a:cubicBezTo>
                  <a:cubicBezTo>
                    <a:pt x="7" y="0"/>
                    <a:pt x="0" y="7"/>
                    <a:pt x="0" y="15"/>
                  </a:cubicBezTo>
                  <a:cubicBezTo>
                    <a:pt x="0" y="457"/>
                    <a:pt x="0" y="457"/>
                    <a:pt x="0" y="457"/>
                  </a:cubicBezTo>
                  <a:cubicBezTo>
                    <a:pt x="0" y="466"/>
                    <a:pt x="7" y="471"/>
                    <a:pt x="15" y="471"/>
                  </a:cubicBezTo>
                  <a:cubicBezTo>
                    <a:pt x="24" y="471"/>
                    <a:pt x="31" y="466"/>
                    <a:pt x="31"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 name="Freeform 50">
              <a:extLst>
                <a:ext uri="{FF2B5EF4-FFF2-40B4-BE49-F238E27FC236}">
                  <a16:creationId xmlns:a16="http://schemas.microsoft.com/office/drawing/2014/main" id="{D5F915C3-1D76-D238-0D50-0C91991E4BB3}"/>
                </a:ext>
              </a:extLst>
            </p:cNvPr>
            <p:cNvSpPr>
              <a:spLocks noChangeArrowheads="1"/>
            </p:cNvSpPr>
            <p:nvPr/>
          </p:nvSpPr>
          <p:spPr bwMode="auto">
            <a:xfrm>
              <a:off x="430530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6" y="0"/>
                    <a:pt x="0" y="7"/>
                    <a:pt x="0" y="15"/>
                  </a:cubicBezTo>
                  <a:cubicBezTo>
                    <a:pt x="0" y="457"/>
                    <a:pt x="0" y="457"/>
                    <a:pt x="0" y="457"/>
                  </a:cubicBezTo>
                  <a:cubicBezTo>
                    <a:pt x="0" y="466"/>
                    <a:pt x="6"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 name="Freeform 51">
              <a:extLst>
                <a:ext uri="{FF2B5EF4-FFF2-40B4-BE49-F238E27FC236}">
                  <a16:creationId xmlns:a16="http://schemas.microsoft.com/office/drawing/2014/main" id="{CF8031AB-E9D8-B3F6-27EF-03F86E75086C}"/>
                </a:ext>
              </a:extLst>
            </p:cNvPr>
            <p:cNvSpPr>
              <a:spLocks noChangeArrowheads="1"/>
            </p:cNvSpPr>
            <p:nvPr/>
          </p:nvSpPr>
          <p:spPr bwMode="auto">
            <a:xfrm>
              <a:off x="433705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7" y="0"/>
                    <a:pt x="0" y="7"/>
                    <a:pt x="0" y="15"/>
                  </a:cubicBezTo>
                  <a:cubicBezTo>
                    <a:pt x="0" y="457"/>
                    <a:pt x="0" y="457"/>
                    <a:pt x="0" y="457"/>
                  </a:cubicBezTo>
                  <a:cubicBezTo>
                    <a:pt x="0" y="466"/>
                    <a:pt x="7"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 name="Freeform 52">
              <a:extLst>
                <a:ext uri="{FF2B5EF4-FFF2-40B4-BE49-F238E27FC236}">
                  <a16:creationId xmlns:a16="http://schemas.microsoft.com/office/drawing/2014/main" id="{475699C8-9AC8-44AC-2E22-F876C1BDCAE9}"/>
                </a:ext>
              </a:extLst>
            </p:cNvPr>
            <p:cNvSpPr>
              <a:spLocks noChangeArrowheads="1"/>
            </p:cNvSpPr>
            <p:nvPr/>
          </p:nvSpPr>
          <p:spPr bwMode="auto">
            <a:xfrm>
              <a:off x="4379913" y="1736725"/>
              <a:ext cx="11112" cy="169863"/>
            </a:xfrm>
            <a:custGeom>
              <a:avLst/>
              <a:gdLst>
                <a:gd name="T0" fmla="*/ 0 w 30"/>
                <a:gd name="T1" fmla="*/ 15 h 472"/>
                <a:gd name="T2" fmla="*/ 0 w 30"/>
                <a:gd name="T3" fmla="*/ 15 h 472"/>
                <a:gd name="T4" fmla="*/ 0 w 30"/>
                <a:gd name="T5" fmla="*/ 457 h 472"/>
                <a:gd name="T6" fmla="*/ 14 w 30"/>
                <a:gd name="T7" fmla="*/ 471 h 472"/>
                <a:gd name="T8" fmla="*/ 29 w 30"/>
                <a:gd name="T9" fmla="*/ 457 h 472"/>
                <a:gd name="T10" fmla="*/ 29 w 30"/>
                <a:gd name="T11" fmla="*/ 15 h 472"/>
                <a:gd name="T12" fmla="*/ 14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4" y="471"/>
                  </a:cubicBezTo>
                  <a:cubicBezTo>
                    <a:pt x="22" y="471"/>
                    <a:pt x="29" y="466"/>
                    <a:pt x="29" y="457"/>
                  </a:cubicBezTo>
                  <a:cubicBezTo>
                    <a:pt x="29" y="15"/>
                    <a:pt x="29" y="15"/>
                    <a:pt x="29" y="15"/>
                  </a:cubicBezTo>
                  <a:cubicBezTo>
                    <a:pt x="29" y="7"/>
                    <a:pt x="22"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2" name="Group 64">
            <a:extLst>
              <a:ext uri="{FF2B5EF4-FFF2-40B4-BE49-F238E27FC236}">
                <a16:creationId xmlns:a16="http://schemas.microsoft.com/office/drawing/2014/main" id="{24680530-E528-CA97-B8B0-CABBC8348623}"/>
              </a:ext>
            </a:extLst>
          </p:cNvPr>
          <p:cNvGrpSpPr/>
          <p:nvPr/>
        </p:nvGrpSpPr>
        <p:grpSpPr>
          <a:xfrm>
            <a:off x="7371283" y="885453"/>
            <a:ext cx="244475" cy="244475"/>
            <a:chOff x="6215063" y="1181100"/>
            <a:chExt cx="244475" cy="244475"/>
          </a:xfrm>
          <a:solidFill>
            <a:schemeClr val="tx2"/>
          </a:solidFill>
        </p:grpSpPr>
        <p:sp>
          <p:nvSpPr>
            <p:cNvPr id="63" name="Freeform 53">
              <a:extLst>
                <a:ext uri="{FF2B5EF4-FFF2-40B4-BE49-F238E27FC236}">
                  <a16:creationId xmlns:a16="http://schemas.microsoft.com/office/drawing/2014/main" id="{411918BB-A28E-2CDA-0A8C-4CAE44CD356F}"/>
                </a:ext>
              </a:extLst>
            </p:cNvPr>
            <p:cNvSpPr>
              <a:spLocks noChangeArrowheads="1"/>
            </p:cNvSpPr>
            <p:nvPr/>
          </p:nvSpPr>
          <p:spPr bwMode="auto">
            <a:xfrm>
              <a:off x="6215063" y="1181100"/>
              <a:ext cx="244475" cy="244475"/>
            </a:xfrm>
            <a:custGeom>
              <a:avLst/>
              <a:gdLst>
                <a:gd name="T0" fmla="*/ 340 w 680"/>
                <a:gd name="T1" fmla="*/ 678 h 679"/>
                <a:gd name="T2" fmla="*/ 340 w 680"/>
                <a:gd name="T3" fmla="*/ 678 h 679"/>
                <a:gd name="T4" fmla="*/ 679 w 680"/>
                <a:gd name="T5" fmla="*/ 339 h 679"/>
                <a:gd name="T6" fmla="*/ 340 w 680"/>
                <a:gd name="T7" fmla="*/ 0 h 679"/>
                <a:gd name="T8" fmla="*/ 0 w 680"/>
                <a:gd name="T9" fmla="*/ 339 h 679"/>
                <a:gd name="T10" fmla="*/ 340 w 680"/>
                <a:gd name="T11" fmla="*/ 678 h 679"/>
                <a:gd name="T12" fmla="*/ 121 w 680"/>
                <a:gd name="T13" fmla="*/ 120 h 679"/>
                <a:gd name="T14" fmla="*/ 121 w 680"/>
                <a:gd name="T15" fmla="*/ 120 h 679"/>
                <a:gd name="T16" fmla="*/ 340 w 680"/>
                <a:gd name="T17" fmla="*/ 29 h 679"/>
                <a:gd name="T18" fmla="*/ 558 w 680"/>
                <a:gd name="T19" fmla="*/ 120 h 679"/>
                <a:gd name="T20" fmla="*/ 650 w 680"/>
                <a:gd name="T21" fmla="*/ 339 h 679"/>
                <a:gd name="T22" fmla="*/ 558 w 680"/>
                <a:gd name="T23" fmla="*/ 558 h 679"/>
                <a:gd name="T24" fmla="*/ 340 w 680"/>
                <a:gd name="T25" fmla="*/ 648 h 679"/>
                <a:gd name="T26" fmla="*/ 121 w 680"/>
                <a:gd name="T27" fmla="*/ 558 h 679"/>
                <a:gd name="T28" fmla="*/ 31 w 680"/>
                <a:gd name="T29" fmla="*/ 339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7"/>
                    <a:pt x="679" y="339"/>
                  </a:cubicBezTo>
                  <a:cubicBezTo>
                    <a:pt x="679" y="152"/>
                    <a:pt x="527" y="0"/>
                    <a:pt x="340" y="0"/>
                  </a:cubicBezTo>
                  <a:cubicBezTo>
                    <a:pt x="152" y="0"/>
                    <a:pt x="0" y="152"/>
                    <a:pt x="0" y="339"/>
                  </a:cubicBezTo>
                  <a:cubicBezTo>
                    <a:pt x="0" y="527"/>
                    <a:pt x="152" y="678"/>
                    <a:pt x="340" y="678"/>
                  </a:cubicBezTo>
                  <a:close/>
                  <a:moveTo>
                    <a:pt x="121" y="120"/>
                  </a:moveTo>
                  <a:lnTo>
                    <a:pt x="121" y="120"/>
                  </a:lnTo>
                  <a:cubicBezTo>
                    <a:pt x="177" y="64"/>
                    <a:pt x="255" y="29"/>
                    <a:pt x="340" y="29"/>
                  </a:cubicBezTo>
                  <a:cubicBezTo>
                    <a:pt x="426" y="29"/>
                    <a:pt x="503" y="64"/>
                    <a:pt x="558" y="120"/>
                  </a:cubicBezTo>
                  <a:cubicBezTo>
                    <a:pt x="615" y="177"/>
                    <a:pt x="650" y="254"/>
                    <a:pt x="650" y="339"/>
                  </a:cubicBezTo>
                  <a:cubicBezTo>
                    <a:pt x="650" y="424"/>
                    <a:pt x="615" y="502"/>
                    <a:pt x="558" y="558"/>
                  </a:cubicBezTo>
                  <a:cubicBezTo>
                    <a:pt x="503" y="613"/>
                    <a:pt x="426" y="648"/>
                    <a:pt x="340" y="648"/>
                  </a:cubicBezTo>
                  <a:cubicBezTo>
                    <a:pt x="255" y="648"/>
                    <a:pt x="177" y="613"/>
                    <a:pt x="121" y="558"/>
                  </a:cubicBezTo>
                  <a:cubicBezTo>
                    <a:pt x="65" y="502"/>
                    <a:pt x="31" y="424"/>
                    <a:pt x="31" y="339"/>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 name="Freeform 54">
              <a:extLst>
                <a:ext uri="{FF2B5EF4-FFF2-40B4-BE49-F238E27FC236}">
                  <a16:creationId xmlns:a16="http://schemas.microsoft.com/office/drawing/2014/main" id="{5267EFFD-C422-BF88-1DB9-4A459306C95F}"/>
                </a:ext>
              </a:extLst>
            </p:cNvPr>
            <p:cNvSpPr>
              <a:spLocks noChangeArrowheads="1"/>
            </p:cNvSpPr>
            <p:nvPr/>
          </p:nvSpPr>
          <p:spPr bwMode="auto">
            <a:xfrm>
              <a:off x="6330950" y="1265238"/>
              <a:ext cx="11113" cy="128587"/>
            </a:xfrm>
            <a:custGeom>
              <a:avLst/>
              <a:gdLst>
                <a:gd name="T0" fmla="*/ 29 w 30"/>
                <a:gd name="T1" fmla="*/ 147 h 355"/>
                <a:gd name="T2" fmla="*/ 29 w 30"/>
                <a:gd name="T3" fmla="*/ 147 h 355"/>
                <a:gd name="T4" fmla="*/ 29 w 30"/>
                <a:gd name="T5" fmla="*/ 14 h 355"/>
                <a:gd name="T6" fmla="*/ 15 w 30"/>
                <a:gd name="T7" fmla="*/ 0 h 355"/>
                <a:gd name="T8" fmla="*/ 0 w 30"/>
                <a:gd name="T9" fmla="*/ 14 h 355"/>
                <a:gd name="T10" fmla="*/ 0 w 30"/>
                <a:gd name="T11" fmla="*/ 147 h 355"/>
                <a:gd name="T12" fmla="*/ 0 w 30"/>
                <a:gd name="T13" fmla="*/ 339 h 355"/>
                <a:gd name="T14" fmla="*/ 15 w 30"/>
                <a:gd name="T15" fmla="*/ 354 h 355"/>
                <a:gd name="T16" fmla="*/ 29 w 30"/>
                <a:gd name="T17" fmla="*/ 339 h 355"/>
                <a:gd name="T18" fmla="*/ 29 w 30"/>
                <a:gd name="T19" fmla="*/ 339 h 355"/>
                <a:gd name="T20" fmla="*/ 29 w 30"/>
                <a:gd name="T21" fmla="*/ 147 h 3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355">
                  <a:moveTo>
                    <a:pt x="29" y="147"/>
                  </a:moveTo>
                  <a:lnTo>
                    <a:pt x="29" y="147"/>
                  </a:lnTo>
                  <a:cubicBezTo>
                    <a:pt x="29" y="14"/>
                    <a:pt x="29" y="14"/>
                    <a:pt x="29" y="14"/>
                  </a:cubicBezTo>
                  <a:cubicBezTo>
                    <a:pt x="29" y="7"/>
                    <a:pt x="24" y="0"/>
                    <a:pt x="15" y="0"/>
                  </a:cubicBezTo>
                  <a:cubicBezTo>
                    <a:pt x="7" y="0"/>
                    <a:pt x="0" y="7"/>
                    <a:pt x="0" y="14"/>
                  </a:cubicBezTo>
                  <a:cubicBezTo>
                    <a:pt x="0" y="147"/>
                    <a:pt x="0" y="147"/>
                    <a:pt x="0" y="147"/>
                  </a:cubicBezTo>
                  <a:cubicBezTo>
                    <a:pt x="0" y="339"/>
                    <a:pt x="0" y="339"/>
                    <a:pt x="0" y="339"/>
                  </a:cubicBezTo>
                  <a:cubicBezTo>
                    <a:pt x="0" y="347"/>
                    <a:pt x="7" y="354"/>
                    <a:pt x="15" y="354"/>
                  </a:cubicBezTo>
                  <a:cubicBezTo>
                    <a:pt x="24" y="354"/>
                    <a:pt x="29" y="347"/>
                    <a:pt x="29" y="339"/>
                  </a:cubicBezTo>
                  <a:lnTo>
                    <a:pt x="29" y="339"/>
                  </a:lnTo>
                  <a:lnTo>
                    <a:pt x="29" y="1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 name="Freeform 55">
              <a:extLst>
                <a:ext uri="{FF2B5EF4-FFF2-40B4-BE49-F238E27FC236}">
                  <a16:creationId xmlns:a16="http://schemas.microsoft.com/office/drawing/2014/main" id="{68AE3F26-583A-C294-0299-F62A7D0461B6}"/>
                </a:ext>
              </a:extLst>
            </p:cNvPr>
            <p:cNvSpPr>
              <a:spLocks noChangeArrowheads="1"/>
            </p:cNvSpPr>
            <p:nvPr/>
          </p:nvSpPr>
          <p:spPr bwMode="auto">
            <a:xfrm>
              <a:off x="6321425" y="1212850"/>
              <a:ext cx="31750" cy="31750"/>
            </a:xfrm>
            <a:custGeom>
              <a:avLst/>
              <a:gdLst>
                <a:gd name="T0" fmla="*/ 44 w 89"/>
                <a:gd name="T1" fmla="*/ 88 h 89"/>
                <a:gd name="T2" fmla="*/ 44 w 89"/>
                <a:gd name="T3" fmla="*/ 88 h 89"/>
                <a:gd name="T4" fmla="*/ 88 w 89"/>
                <a:gd name="T5" fmla="*/ 44 h 89"/>
                <a:gd name="T6" fmla="*/ 44 w 89"/>
                <a:gd name="T7" fmla="*/ 0 h 89"/>
                <a:gd name="T8" fmla="*/ 0 w 89"/>
                <a:gd name="T9" fmla="*/ 44 h 89"/>
                <a:gd name="T10" fmla="*/ 44 w 89"/>
                <a:gd name="T11" fmla="*/ 88 h 89"/>
                <a:gd name="T12" fmla="*/ 44 w 89"/>
                <a:gd name="T13" fmla="*/ 29 h 89"/>
                <a:gd name="T14" fmla="*/ 44 w 89"/>
                <a:gd name="T15" fmla="*/ 29 h 89"/>
                <a:gd name="T16" fmla="*/ 58 w 89"/>
                <a:gd name="T17" fmla="*/ 44 h 89"/>
                <a:gd name="T18" fmla="*/ 44 w 89"/>
                <a:gd name="T19" fmla="*/ 59 h 89"/>
                <a:gd name="T20" fmla="*/ 29 w 89"/>
                <a:gd name="T21" fmla="*/ 44 h 89"/>
                <a:gd name="T22" fmla="*/ 44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88"/>
                  </a:moveTo>
                  <a:lnTo>
                    <a:pt x="44" y="88"/>
                  </a:lnTo>
                  <a:cubicBezTo>
                    <a:pt x="68" y="88"/>
                    <a:pt x="88" y="69"/>
                    <a:pt x="88" y="44"/>
                  </a:cubicBezTo>
                  <a:cubicBezTo>
                    <a:pt x="88" y="19"/>
                    <a:pt x="68" y="0"/>
                    <a:pt x="44" y="0"/>
                  </a:cubicBezTo>
                  <a:cubicBezTo>
                    <a:pt x="19" y="0"/>
                    <a:pt x="0" y="19"/>
                    <a:pt x="0" y="44"/>
                  </a:cubicBezTo>
                  <a:cubicBezTo>
                    <a:pt x="0" y="69"/>
                    <a:pt x="19" y="88"/>
                    <a:pt x="44" y="88"/>
                  </a:cubicBezTo>
                  <a:close/>
                  <a:moveTo>
                    <a:pt x="44" y="29"/>
                  </a:moveTo>
                  <a:lnTo>
                    <a:pt x="44" y="29"/>
                  </a:lnTo>
                  <a:cubicBezTo>
                    <a:pt x="53" y="29"/>
                    <a:pt x="58" y="36"/>
                    <a:pt x="58" y="44"/>
                  </a:cubicBezTo>
                  <a:cubicBezTo>
                    <a:pt x="58" y="52"/>
                    <a:pt x="53" y="59"/>
                    <a:pt x="44" y="59"/>
                  </a:cubicBezTo>
                  <a:cubicBezTo>
                    <a:pt x="36" y="59"/>
                    <a:pt x="29" y="52"/>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6" name="Group 68">
            <a:extLst>
              <a:ext uri="{FF2B5EF4-FFF2-40B4-BE49-F238E27FC236}">
                <a16:creationId xmlns:a16="http://schemas.microsoft.com/office/drawing/2014/main" id="{2DEA3C81-91CD-2C0C-3D29-12E5FE5A6D30}"/>
              </a:ext>
            </a:extLst>
          </p:cNvPr>
          <p:cNvGrpSpPr/>
          <p:nvPr/>
        </p:nvGrpSpPr>
        <p:grpSpPr>
          <a:xfrm>
            <a:off x="7360170" y="1382340"/>
            <a:ext cx="255588" cy="255588"/>
            <a:chOff x="6203950" y="1689100"/>
            <a:chExt cx="255588" cy="255588"/>
          </a:xfrm>
          <a:solidFill>
            <a:schemeClr val="tx2"/>
          </a:solidFill>
        </p:grpSpPr>
        <p:sp>
          <p:nvSpPr>
            <p:cNvPr id="67" name="Freeform 56">
              <a:extLst>
                <a:ext uri="{FF2B5EF4-FFF2-40B4-BE49-F238E27FC236}">
                  <a16:creationId xmlns:a16="http://schemas.microsoft.com/office/drawing/2014/main" id="{A1D0A2E0-483E-2756-1516-DA919C88F6FB}"/>
                </a:ext>
              </a:extLst>
            </p:cNvPr>
            <p:cNvSpPr>
              <a:spLocks noChangeArrowheads="1"/>
            </p:cNvSpPr>
            <p:nvPr/>
          </p:nvSpPr>
          <p:spPr bwMode="auto">
            <a:xfrm>
              <a:off x="6257925" y="1755775"/>
              <a:ext cx="53975" cy="53975"/>
            </a:xfrm>
            <a:custGeom>
              <a:avLst/>
              <a:gdLst>
                <a:gd name="T0" fmla="*/ 73 w 148"/>
                <a:gd name="T1" fmla="*/ 148 h 149"/>
                <a:gd name="T2" fmla="*/ 73 w 148"/>
                <a:gd name="T3" fmla="*/ 148 h 149"/>
                <a:gd name="T4" fmla="*/ 147 w 148"/>
                <a:gd name="T5" fmla="*/ 74 h 149"/>
                <a:gd name="T6" fmla="*/ 73 w 148"/>
                <a:gd name="T7" fmla="*/ 0 h 149"/>
                <a:gd name="T8" fmla="*/ 0 w 148"/>
                <a:gd name="T9" fmla="*/ 74 h 149"/>
                <a:gd name="T10" fmla="*/ 73 w 148"/>
                <a:gd name="T11" fmla="*/ 148 h 149"/>
                <a:gd name="T12" fmla="*/ 73 w 148"/>
                <a:gd name="T13" fmla="*/ 30 h 149"/>
                <a:gd name="T14" fmla="*/ 73 w 148"/>
                <a:gd name="T15" fmla="*/ 30 h 149"/>
                <a:gd name="T16" fmla="*/ 118 w 148"/>
                <a:gd name="T17" fmla="*/ 74 h 149"/>
                <a:gd name="T18" fmla="*/ 73 w 148"/>
                <a:gd name="T19" fmla="*/ 119 h 149"/>
                <a:gd name="T20" fmla="*/ 29 w 148"/>
                <a:gd name="T21" fmla="*/ 74 h 149"/>
                <a:gd name="T22" fmla="*/ 73 w 148"/>
                <a:gd name="T23"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3" y="148"/>
                  </a:moveTo>
                  <a:lnTo>
                    <a:pt x="73" y="148"/>
                  </a:lnTo>
                  <a:cubicBezTo>
                    <a:pt x="115" y="148"/>
                    <a:pt x="147" y="115"/>
                    <a:pt x="147" y="74"/>
                  </a:cubicBezTo>
                  <a:cubicBezTo>
                    <a:pt x="147" y="33"/>
                    <a:pt x="115" y="0"/>
                    <a:pt x="73" y="0"/>
                  </a:cubicBezTo>
                  <a:cubicBezTo>
                    <a:pt x="33" y="0"/>
                    <a:pt x="0" y="33"/>
                    <a:pt x="0" y="74"/>
                  </a:cubicBezTo>
                  <a:cubicBezTo>
                    <a:pt x="0" y="115"/>
                    <a:pt x="33" y="148"/>
                    <a:pt x="73" y="148"/>
                  </a:cubicBezTo>
                  <a:close/>
                  <a:moveTo>
                    <a:pt x="73" y="30"/>
                  </a:moveTo>
                  <a:lnTo>
                    <a:pt x="73" y="30"/>
                  </a:lnTo>
                  <a:cubicBezTo>
                    <a:pt x="98" y="30"/>
                    <a:pt x="118" y="50"/>
                    <a:pt x="118" y="74"/>
                  </a:cubicBezTo>
                  <a:cubicBezTo>
                    <a:pt x="118" y="98"/>
                    <a:pt x="98" y="119"/>
                    <a:pt x="73" y="119"/>
                  </a:cubicBezTo>
                  <a:cubicBezTo>
                    <a:pt x="49" y="119"/>
                    <a:pt x="29" y="98"/>
                    <a:pt x="29" y="74"/>
                  </a:cubicBezTo>
                  <a:cubicBezTo>
                    <a:pt x="29" y="50"/>
                    <a:pt x="49" y="30"/>
                    <a:pt x="7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 name="Freeform 57">
              <a:extLst>
                <a:ext uri="{FF2B5EF4-FFF2-40B4-BE49-F238E27FC236}">
                  <a16:creationId xmlns:a16="http://schemas.microsoft.com/office/drawing/2014/main" id="{70AD3767-28FC-C6C1-EE00-171BF1236AC0}"/>
                </a:ext>
              </a:extLst>
            </p:cNvPr>
            <p:cNvSpPr>
              <a:spLocks noChangeArrowheads="1"/>
            </p:cNvSpPr>
            <p:nvPr/>
          </p:nvSpPr>
          <p:spPr bwMode="auto">
            <a:xfrm>
              <a:off x="6346825" y="1824038"/>
              <a:ext cx="53975" cy="53975"/>
            </a:xfrm>
            <a:custGeom>
              <a:avLst/>
              <a:gdLst>
                <a:gd name="T0" fmla="*/ 0 w 149"/>
                <a:gd name="T1" fmla="*/ 73 h 149"/>
                <a:gd name="T2" fmla="*/ 0 w 149"/>
                <a:gd name="T3" fmla="*/ 73 h 149"/>
                <a:gd name="T4" fmla="*/ 73 w 149"/>
                <a:gd name="T5" fmla="*/ 148 h 149"/>
                <a:gd name="T6" fmla="*/ 148 w 149"/>
                <a:gd name="T7" fmla="*/ 73 h 149"/>
                <a:gd name="T8" fmla="*/ 73 w 149"/>
                <a:gd name="T9" fmla="*/ 0 h 149"/>
                <a:gd name="T10" fmla="*/ 0 w 149"/>
                <a:gd name="T11" fmla="*/ 73 h 149"/>
                <a:gd name="T12" fmla="*/ 118 w 149"/>
                <a:gd name="T13" fmla="*/ 73 h 149"/>
                <a:gd name="T14" fmla="*/ 118 w 149"/>
                <a:gd name="T15" fmla="*/ 73 h 149"/>
                <a:gd name="T16" fmla="*/ 73 w 149"/>
                <a:gd name="T17" fmla="*/ 117 h 149"/>
                <a:gd name="T18" fmla="*/ 29 w 149"/>
                <a:gd name="T19" fmla="*/ 73 h 149"/>
                <a:gd name="T20" fmla="*/ 73 w 149"/>
                <a:gd name="T21" fmla="*/ 29 h 149"/>
                <a:gd name="T22" fmla="*/ 118 w 149"/>
                <a:gd name="T23" fmla="*/ 7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0" y="73"/>
                  </a:moveTo>
                  <a:lnTo>
                    <a:pt x="0" y="73"/>
                  </a:lnTo>
                  <a:cubicBezTo>
                    <a:pt x="0" y="115"/>
                    <a:pt x="33" y="148"/>
                    <a:pt x="73" y="148"/>
                  </a:cubicBezTo>
                  <a:cubicBezTo>
                    <a:pt x="115" y="148"/>
                    <a:pt x="148" y="115"/>
                    <a:pt x="148" y="73"/>
                  </a:cubicBezTo>
                  <a:cubicBezTo>
                    <a:pt x="148" y="33"/>
                    <a:pt x="115" y="0"/>
                    <a:pt x="73" y="0"/>
                  </a:cubicBezTo>
                  <a:cubicBezTo>
                    <a:pt x="33" y="0"/>
                    <a:pt x="0" y="33"/>
                    <a:pt x="0" y="73"/>
                  </a:cubicBezTo>
                  <a:close/>
                  <a:moveTo>
                    <a:pt x="118" y="73"/>
                  </a:moveTo>
                  <a:lnTo>
                    <a:pt x="118" y="73"/>
                  </a:lnTo>
                  <a:cubicBezTo>
                    <a:pt x="118" y="98"/>
                    <a:pt x="98" y="117"/>
                    <a:pt x="73" y="117"/>
                  </a:cubicBezTo>
                  <a:cubicBezTo>
                    <a:pt x="50" y="117"/>
                    <a:pt x="29" y="98"/>
                    <a:pt x="29" y="73"/>
                  </a:cubicBezTo>
                  <a:cubicBezTo>
                    <a:pt x="29" y="50"/>
                    <a:pt x="50" y="29"/>
                    <a:pt x="73" y="29"/>
                  </a:cubicBezTo>
                  <a:cubicBezTo>
                    <a:pt x="98" y="29"/>
                    <a:pt x="118" y="50"/>
                    <a:pt x="118"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 name="Freeform 58">
              <a:extLst>
                <a:ext uri="{FF2B5EF4-FFF2-40B4-BE49-F238E27FC236}">
                  <a16:creationId xmlns:a16="http://schemas.microsoft.com/office/drawing/2014/main" id="{50D114D1-DFDD-9BDB-3A17-F69CDFEF58AA}"/>
                </a:ext>
              </a:extLst>
            </p:cNvPr>
            <p:cNvSpPr>
              <a:spLocks noChangeArrowheads="1"/>
            </p:cNvSpPr>
            <p:nvPr/>
          </p:nvSpPr>
          <p:spPr bwMode="auto">
            <a:xfrm>
              <a:off x="6278563" y="1752600"/>
              <a:ext cx="107950" cy="128588"/>
            </a:xfrm>
            <a:custGeom>
              <a:avLst/>
              <a:gdLst>
                <a:gd name="T0" fmla="*/ 7 w 299"/>
                <a:gd name="T1" fmla="*/ 352 h 357"/>
                <a:gd name="T2" fmla="*/ 7 w 299"/>
                <a:gd name="T3" fmla="*/ 352 h 357"/>
                <a:gd name="T4" fmla="*/ 27 w 299"/>
                <a:gd name="T5" fmla="*/ 349 h 357"/>
                <a:gd name="T6" fmla="*/ 293 w 299"/>
                <a:gd name="T7" fmla="*/ 25 h 357"/>
                <a:gd name="T8" fmla="*/ 291 w 299"/>
                <a:gd name="T9" fmla="*/ 4 h 357"/>
                <a:gd name="T10" fmla="*/ 271 w 299"/>
                <a:gd name="T11" fmla="*/ 7 h 357"/>
                <a:gd name="T12" fmla="*/ 5 w 299"/>
                <a:gd name="T13" fmla="*/ 331 h 357"/>
                <a:gd name="T14" fmla="*/ 7 w 299"/>
                <a:gd name="T15" fmla="*/ 352 h 3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57">
                  <a:moveTo>
                    <a:pt x="7" y="352"/>
                  </a:moveTo>
                  <a:lnTo>
                    <a:pt x="7" y="352"/>
                  </a:lnTo>
                  <a:cubicBezTo>
                    <a:pt x="14" y="356"/>
                    <a:pt x="23" y="356"/>
                    <a:pt x="27" y="349"/>
                  </a:cubicBezTo>
                  <a:cubicBezTo>
                    <a:pt x="293" y="25"/>
                    <a:pt x="293" y="25"/>
                    <a:pt x="293" y="25"/>
                  </a:cubicBezTo>
                  <a:cubicBezTo>
                    <a:pt x="298" y="19"/>
                    <a:pt x="297" y="10"/>
                    <a:pt x="291" y="4"/>
                  </a:cubicBezTo>
                  <a:cubicBezTo>
                    <a:pt x="284" y="0"/>
                    <a:pt x="276" y="0"/>
                    <a:pt x="271" y="7"/>
                  </a:cubicBezTo>
                  <a:cubicBezTo>
                    <a:pt x="5" y="331"/>
                    <a:pt x="5" y="331"/>
                    <a:pt x="5" y="331"/>
                  </a:cubicBezTo>
                  <a:cubicBezTo>
                    <a:pt x="0" y="337"/>
                    <a:pt x="1" y="347"/>
                    <a:pt x="7" y="35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 name="Freeform 59">
              <a:extLst>
                <a:ext uri="{FF2B5EF4-FFF2-40B4-BE49-F238E27FC236}">
                  <a16:creationId xmlns:a16="http://schemas.microsoft.com/office/drawing/2014/main" id="{927C1E40-D539-0C65-BAEE-1D92E5AC4313}"/>
                </a:ext>
              </a:extLst>
            </p:cNvPr>
            <p:cNvSpPr>
              <a:spLocks noChangeArrowheads="1"/>
            </p:cNvSpPr>
            <p:nvPr/>
          </p:nvSpPr>
          <p:spPr bwMode="auto">
            <a:xfrm>
              <a:off x="6203950" y="1689100"/>
              <a:ext cx="255588" cy="255588"/>
            </a:xfrm>
            <a:custGeom>
              <a:avLst/>
              <a:gdLst>
                <a:gd name="T0" fmla="*/ 354 w 709"/>
                <a:gd name="T1" fmla="*/ 707 h 708"/>
                <a:gd name="T2" fmla="*/ 354 w 709"/>
                <a:gd name="T3" fmla="*/ 707 h 708"/>
                <a:gd name="T4" fmla="*/ 708 w 709"/>
                <a:gd name="T5" fmla="*/ 353 h 708"/>
                <a:gd name="T6" fmla="*/ 354 w 709"/>
                <a:gd name="T7" fmla="*/ 0 h 708"/>
                <a:gd name="T8" fmla="*/ 0 w 709"/>
                <a:gd name="T9" fmla="*/ 353 h 708"/>
                <a:gd name="T10" fmla="*/ 354 w 709"/>
                <a:gd name="T11" fmla="*/ 707 h 708"/>
                <a:gd name="T12" fmla="*/ 125 w 709"/>
                <a:gd name="T13" fmla="*/ 124 h 708"/>
                <a:gd name="T14" fmla="*/ 125 w 709"/>
                <a:gd name="T15" fmla="*/ 124 h 708"/>
                <a:gd name="T16" fmla="*/ 354 w 709"/>
                <a:gd name="T17" fmla="*/ 29 h 708"/>
                <a:gd name="T18" fmla="*/ 583 w 709"/>
                <a:gd name="T19" fmla="*/ 124 h 708"/>
                <a:gd name="T20" fmla="*/ 679 w 709"/>
                <a:gd name="T21" fmla="*/ 353 h 708"/>
                <a:gd name="T22" fmla="*/ 583 w 709"/>
                <a:gd name="T23" fmla="*/ 582 h 708"/>
                <a:gd name="T24" fmla="*/ 354 w 709"/>
                <a:gd name="T25" fmla="*/ 678 h 708"/>
                <a:gd name="T26" fmla="*/ 125 w 709"/>
                <a:gd name="T27" fmla="*/ 582 h 708"/>
                <a:gd name="T28" fmla="*/ 29 w 709"/>
                <a:gd name="T29" fmla="*/ 353 h 708"/>
                <a:gd name="T30" fmla="*/ 125 w 709"/>
                <a:gd name="T31" fmla="*/ 12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707"/>
                  </a:moveTo>
                  <a:lnTo>
                    <a:pt x="354" y="707"/>
                  </a:lnTo>
                  <a:cubicBezTo>
                    <a:pt x="549" y="707"/>
                    <a:pt x="708" y="548"/>
                    <a:pt x="708" y="353"/>
                  </a:cubicBezTo>
                  <a:cubicBezTo>
                    <a:pt x="708" y="158"/>
                    <a:pt x="549" y="0"/>
                    <a:pt x="354" y="0"/>
                  </a:cubicBezTo>
                  <a:cubicBezTo>
                    <a:pt x="159" y="0"/>
                    <a:pt x="0" y="158"/>
                    <a:pt x="0" y="353"/>
                  </a:cubicBezTo>
                  <a:cubicBezTo>
                    <a:pt x="0" y="548"/>
                    <a:pt x="159" y="707"/>
                    <a:pt x="354" y="707"/>
                  </a:cubicBezTo>
                  <a:close/>
                  <a:moveTo>
                    <a:pt x="125" y="124"/>
                  </a:moveTo>
                  <a:lnTo>
                    <a:pt x="125" y="124"/>
                  </a:lnTo>
                  <a:cubicBezTo>
                    <a:pt x="184" y="66"/>
                    <a:pt x="264" y="29"/>
                    <a:pt x="354" y="29"/>
                  </a:cubicBezTo>
                  <a:cubicBezTo>
                    <a:pt x="444" y="29"/>
                    <a:pt x="525" y="66"/>
                    <a:pt x="583" y="124"/>
                  </a:cubicBezTo>
                  <a:cubicBezTo>
                    <a:pt x="643" y="183"/>
                    <a:pt x="679" y="263"/>
                    <a:pt x="679" y="353"/>
                  </a:cubicBezTo>
                  <a:cubicBezTo>
                    <a:pt x="679" y="443"/>
                    <a:pt x="643" y="524"/>
                    <a:pt x="583" y="582"/>
                  </a:cubicBezTo>
                  <a:cubicBezTo>
                    <a:pt x="525" y="640"/>
                    <a:pt x="444" y="678"/>
                    <a:pt x="354" y="678"/>
                  </a:cubicBezTo>
                  <a:cubicBezTo>
                    <a:pt x="264" y="678"/>
                    <a:pt x="184" y="640"/>
                    <a:pt x="125" y="582"/>
                  </a:cubicBezTo>
                  <a:cubicBezTo>
                    <a:pt x="67" y="524"/>
                    <a:pt x="29" y="443"/>
                    <a:pt x="29" y="353"/>
                  </a:cubicBezTo>
                  <a:cubicBezTo>
                    <a:pt x="29" y="263"/>
                    <a:pt x="67" y="183"/>
                    <a:pt x="125"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1" name="Group 73">
            <a:extLst>
              <a:ext uri="{FF2B5EF4-FFF2-40B4-BE49-F238E27FC236}">
                <a16:creationId xmlns:a16="http://schemas.microsoft.com/office/drawing/2014/main" id="{9B87CAF4-D010-E6F4-0BF9-CA1FB69B8B62}"/>
              </a:ext>
            </a:extLst>
          </p:cNvPr>
          <p:cNvGrpSpPr/>
          <p:nvPr/>
        </p:nvGrpSpPr>
        <p:grpSpPr>
          <a:xfrm>
            <a:off x="4824933" y="1382340"/>
            <a:ext cx="244475" cy="255588"/>
            <a:chOff x="3668713" y="1695450"/>
            <a:chExt cx="244475" cy="255588"/>
          </a:xfrm>
          <a:solidFill>
            <a:schemeClr val="tx2"/>
          </a:solidFill>
        </p:grpSpPr>
        <p:sp>
          <p:nvSpPr>
            <p:cNvPr id="72" name="Freeform 60">
              <a:extLst>
                <a:ext uri="{FF2B5EF4-FFF2-40B4-BE49-F238E27FC236}">
                  <a16:creationId xmlns:a16="http://schemas.microsoft.com/office/drawing/2014/main" id="{64124E1F-C70A-9FB9-B743-42283B35EF5C}"/>
                </a:ext>
              </a:extLst>
            </p:cNvPr>
            <p:cNvSpPr>
              <a:spLocks noChangeArrowheads="1"/>
            </p:cNvSpPr>
            <p:nvPr/>
          </p:nvSpPr>
          <p:spPr bwMode="auto">
            <a:xfrm>
              <a:off x="3668713" y="1695450"/>
              <a:ext cx="244475" cy="255588"/>
            </a:xfrm>
            <a:custGeom>
              <a:avLst/>
              <a:gdLst>
                <a:gd name="T0" fmla="*/ 330 w 680"/>
                <a:gd name="T1" fmla="*/ 703 h 709"/>
                <a:gd name="T2" fmla="*/ 330 w 680"/>
                <a:gd name="T3" fmla="*/ 703 h 709"/>
                <a:gd name="T4" fmla="*/ 349 w 680"/>
                <a:gd name="T5" fmla="*/ 703 h 709"/>
                <a:gd name="T6" fmla="*/ 674 w 680"/>
                <a:gd name="T7" fmla="*/ 409 h 709"/>
                <a:gd name="T8" fmla="*/ 676 w 680"/>
                <a:gd name="T9" fmla="*/ 392 h 709"/>
                <a:gd name="T10" fmla="*/ 663 w 680"/>
                <a:gd name="T11" fmla="*/ 382 h 709"/>
                <a:gd name="T12" fmla="*/ 560 w 680"/>
                <a:gd name="T13" fmla="*/ 382 h 709"/>
                <a:gd name="T14" fmla="*/ 560 w 680"/>
                <a:gd name="T15" fmla="*/ 44 h 709"/>
                <a:gd name="T16" fmla="*/ 516 w 680"/>
                <a:gd name="T17" fmla="*/ 0 h 709"/>
                <a:gd name="T18" fmla="*/ 163 w 680"/>
                <a:gd name="T19" fmla="*/ 0 h 709"/>
                <a:gd name="T20" fmla="*/ 118 w 680"/>
                <a:gd name="T21" fmla="*/ 44 h 709"/>
                <a:gd name="T22" fmla="*/ 118 w 680"/>
                <a:gd name="T23" fmla="*/ 382 h 709"/>
                <a:gd name="T24" fmla="*/ 15 w 680"/>
                <a:gd name="T25" fmla="*/ 382 h 709"/>
                <a:gd name="T26" fmla="*/ 1 w 680"/>
                <a:gd name="T27" fmla="*/ 392 h 709"/>
                <a:gd name="T28" fmla="*/ 5 w 680"/>
                <a:gd name="T29" fmla="*/ 409 h 709"/>
                <a:gd name="T30" fmla="*/ 330 w 680"/>
                <a:gd name="T31" fmla="*/ 703 h 709"/>
                <a:gd name="T32" fmla="*/ 132 w 680"/>
                <a:gd name="T33" fmla="*/ 411 h 709"/>
                <a:gd name="T34" fmla="*/ 132 w 680"/>
                <a:gd name="T35" fmla="*/ 411 h 709"/>
                <a:gd name="T36" fmla="*/ 143 w 680"/>
                <a:gd name="T37" fmla="*/ 407 h 709"/>
                <a:gd name="T38" fmla="*/ 147 w 680"/>
                <a:gd name="T39" fmla="*/ 398 h 709"/>
                <a:gd name="T40" fmla="*/ 147 w 680"/>
                <a:gd name="T41" fmla="*/ 44 h 709"/>
                <a:gd name="T42" fmla="*/ 163 w 680"/>
                <a:gd name="T43" fmla="*/ 29 h 709"/>
                <a:gd name="T44" fmla="*/ 516 w 680"/>
                <a:gd name="T45" fmla="*/ 29 h 709"/>
                <a:gd name="T46" fmla="*/ 530 w 680"/>
                <a:gd name="T47" fmla="*/ 44 h 709"/>
                <a:gd name="T48" fmla="*/ 530 w 680"/>
                <a:gd name="T49" fmla="*/ 398 h 709"/>
                <a:gd name="T50" fmla="*/ 536 w 680"/>
                <a:gd name="T51" fmla="*/ 407 h 709"/>
                <a:gd name="T52" fmla="*/ 545 w 680"/>
                <a:gd name="T53" fmla="*/ 411 h 709"/>
                <a:gd name="T54" fmla="*/ 625 w 680"/>
                <a:gd name="T55" fmla="*/ 411 h 709"/>
                <a:gd name="T56" fmla="*/ 339 w 680"/>
                <a:gd name="T57" fmla="*/ 672 h 709"/>
                <a:gd name="T58" fmla="*/ 54 w 680"/>
                <a:gd name="T59" fmla="*/ 411 h 709"/>
                <a:gd name="T60" fmla="*/ 132 w 680"/>
                <a:gd name="T61" fmla="*/ 41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80" h="709">
                  <a:moveTo>
                    <a:pt x="330" y="703"/>
                  </a:moveTo>
                  <a:lnTo>
                    <a:pt x="330" y="703"/>
                  </a:lnTo>
                  <a:cubicBezTo>
                    <a:pt x="335" y="708"/>
                    <a:pt x="344" y="708"/>
                    <a:pt x="349" y="703"/>
                  </a:cubicBezTo>
                  <a:cubicBezTo>
                    <a:pt x="674" y="409"/>
                    <a:pt x="674" y="409"/>
                    <a:pt x="674" y="409"/>
                  </a:cubicBezTo>
                  <a:cubicBezTo>
                    <a:pt x="678" y="404"/>
                    <a:pt x="679" y="398"/>
                    <a:pt x="676" y="392"/>
                  </a:cubicBezTo>
                  <a:cubicBezTo>
                    <a:pt x="675" y="387"/>
                    <a:pt x="670" y="382"/>
                    <a:pt x="663" y="382"/>
                  </a:cubicBezTo>
                  <a:cubicBezTo>
                    <a:pt x="560" y="382"/>
                    <a:pt x="560" y="382"/>
                    <a:pt x="560" y="382"/>
                  </a:cubicBezTo>
                  <a:cubicBezTo>
                    <a:pt x="560" y="44"/>
                    <a:pt x="560" y="44"/>
                    <a:pt x="560" y="44"/>
                  </a:cubicBezTo>
                  <a:cubicBezTo>
                    <a:pt x="560" y="19"/>
                    <a:pt x="540" y="0"/>
                    <a:pt x="516" y="0"/>
                  </a:cubicBezTo>
                  <a:cubicBezTo>
                    <a:pt x="163" y="0"/>
                    <a:pt x="163" y="0"/>
                    <a:pt x="163" y="0"/>
                  </a:cubicBezTo>
                  <a:cubicBezTo>
                    <a:pt x="138" y="0"/>
                    <a:pt x="118" y="19"/>
                    <a:pt x="118" y="44"/>
                  </a:cubicBezTo>
                  <a:cubicBezTo>
                    <a:pt x="118" y="382"/>
                    <a:pt x="118" y="382"/>
                    <a:pt x="118" y="382"/>
                  </a:cubicBezTo>
                  <a:cubicBezTo>
                    <a:pt x="15" y="382"/>
                    <a:pt x="15" y="382"/>
                    <a:pt x="15" y="382"/>
                  </a:cubicBezTo>
                  <a:cubicBezTo>
                    <a:pt x="9" y="382"/>
                    <a:pt x="4" y="387"/>
                    <a:pt x="1" y="392"/>
                  </a:cubicBezTo>
                  <a:cubicBezTo>
                    <a:pt x="0" y="398"/>
                    <a:pt x="1" y="404"/>
                    <a:pt x="5" y="409"/>
                  </a:cubicBezTo>
                  <a:lnTo>
                    <a:pt x="330" y="703"/>
                  </a:lnTo>
                  <a:close/>
                  <a:moveTo>
                    <a:pt x="132" y="411"/>
                  </a:moveTo>
                  <a:lnTo>
                    <a:pt x="132" y="411"/>
                  </a:lnTo>
                  <a:cubicBezTo>
                    <a:pt x="136" y="411"/>
                    <a:pt x="140" y="410"/>
                    <a:pt x="143" y="407"/>
                  </a:cubicBezTo>
                  <a:cubicBezTo>
                    <a:pt x="146" y="404"/>
                    <a:pt x="147" y="402"/>
                    <a:pt x="147" y="398"/>
                  </a:cubicBezTo>
                  <a:cubicBezTo>
                    <a:pt x="147" y="44"/>
                    <a:pt x="147" y="44"/>
                    <a:pt x="147" y="44"/>
                  </a:cubicBezTo>
                  <a:cubicBezTo>
                    <a:pt x="147" y="36"/>
                    <a:pt x="154" y="29"/>
                    <a:pt x="163" y="29"/>
                  </a:cubicBezTo>
                  <a:cubicBezTo>
                    <a:pt x="516" y="29"/>
                    <a:pt x="516" y="29"/>
                    <a:pt x="516" y="29"/>
                  </a:cubicBezTo>
                  <a:cubicBezTo>
                    <a:pt x="524" y="29"/>
                    <a:pt x="530" y="36"/>
                    <a:pt x="530" y="44"/>
                  </a:cubicBezTo>
                  <a:cubicBezTo>
                    <a:pt x="530" y="398"/>
                    <a:pt x="530" y="398"/>
                    <a:pt x="530" y="398"/>
                  </a:cubicBezTo>
                  <a:cubicBezTo>
                    <a:pt x="530" y="402"/>
                    <a:pt x="533" y="404"/>
                    <a:pt x="536" y="407"/>
                  </a:cubicBezTo>
                  <a:cubicBezTo>
                    <a:pt x="538" y="410"/>
                    <a:pt x="541" y="411"/>
                    <a:pt x="545" y="411"/>
                  </a:cubicBezTo>
                  <a:cubicBezTo>
                    <a:pt x="625" y="411"/>
                    <a:pt x="625" y="411"/>
                    <a:pt x="625" y="411"/>
                  </a:cubicBezTo>
                  <a:cubicBezTo>
                    <a:pt x="339" y="672"/>
                    <a:pt x="339" y="672"/>
                    <a:pt x="339" y="672"/>
                  </a:cubicBezTo>
                  <a:cubicBezTo>
                    <a:pt x="54" y="411"/>
                    <a:pt x="54" y="411"/>
                    <a:pt x="54" y="411"/>
                  </a:cubicBezTo>
                  <a:lnTo>
                    <a:pt x="132"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3" name="Freeform 61">
              <a:extLst>
                <a:ext uri="{FF2B5EF4-FFF2-40B4-BE49-F238E27FC236}">
                  <a16:creationId xmlns:a16="http://schemas.microsoft.com/office/drawing/2014/main" id="{61FA0B9C-373E-28AC-7739-347E69619BF0}"/>
                </a:ext>
              </a:extLst>
            </p:cNvPr>
            <p:cNvSpPr>
              <a:spLocks noChangeArrowheads="1"/>
            </p:cNvSpPr>
            <p:nvPr/>
          </p:nvSpPr>
          <p:spPr bwMode="auto">
            <a:xfrm>
              <a:off x="3738563" y="1731963"/>
              <a:ext cx="42862" cy="42862"/>
            </a:xfrm>
            <a:custGeom>
              <a:avLst/>
              <a:gdLst>
                <a:gd name="T0" fmla="*/ 117 w 118"/>
                <a:gd name="T1" fmla="*/ 59 h 120"/>
                <a:gd name="T2" fmla="*/ 117 w 118"/>
                <a:gd name="T3" fmla="*/ 59 h 120"/>
                <a:gd name="T4" fmla="*/ 59 w 118"/>
                <a:gd name="T5" fmla="*/ 0 h 120"/>
                <a:gd name="T6" fmla="*/ 0 w 118"/>
                <a:gd name="T7" fmla="*/ 59 h 120"/>
                <a:gd name="T8" fmla="*/ 59 w 118"/>
                <a:gd name="T9" fmla="*/ 119 h 120"/>
                <a:gd name="T10" fmla="*/ 117 w 118"/>
                <a:gd name="T11" fmla="*/ 59 h 120"/>
                <a:gd name="T12" fmla="*/ 29 w 118"/>
                <a:gd name="T13" fmla="*/ 59 h 120"/>
                <a:gd name="T14" fmla="*/ 29 w 118"/>
                <a:gd name="T15" fmla="*/ 59 h 120"/>
                <a:gd name="T16" fmla="*/ 59 w 118"/>
                <a:gd name="T17" fmla="*/ 30 h 120"/>
                <a:gd name="T18" fmla="*/ 88 w 118"/>
                <a:gd name="T19" fmla="*/ 59 h 120"/>
                <a:gd name="T20" fmla="*/ 59 w 118"/>
                <a:gd name="T21" fmla="*/ 88 h 120"/>
                <a:gd name="T22" fmla="*/ 29 w 118"/>
                <a:gd name="T23" fmla="*/ 5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20">
                  <a:moveTo>
                    <a:pt x="117" y="59"/>
                  </a:moveTo>
                  <a:lnTo>
                    <a:pt x="117" y="59"/>
                  </a:lnTo>
                  <a:cubicBezTo>
                    <a:pt x="117" y="26"/>
                    <a:pt x="91" y="0"/>
                    <a:pt x="59" y="0"/>
                  </a:cubicBezTo>
                  <a:cubicBezTo>
                    <a:pt x="26" y="0"/>
                    <a:pt x="0" y="26"/>
                    <a:pt x="0" y="59"/>
                  </a:cubicBezTo>
                  <a:cubicBezTo>
                    <a:pt x="0" y="93"/>
                    <a:pt x="26" y="119"/>
                    <a:pt x="59" y="119"/>
                  </a:cubicBezTo>
                  <a:cubicBezTo>
                    <a:pt x="91" y="119"/>
                    <a:pt x="117" y="93"/>
                    <a:pt x="117" y="59"/>
                  </a:cubicBezTo>
                  <a:close/>
                  <a:moveTo>
                    <a:pt x="29" y="59"/>
                  </a:moveTo>
                  <a:lnTo>
                    <a:pt x="29" y="59"/>
                  </a:lnTo>
                  <a:cubicBezTo>
                    <a:pt x="29" y="43"/>
                    <a:pt x="42" y="30"/>
                    <a:pt x="59" y="30"/>
                  </a:cubicBezTo>
                  <a:cubicBezTo>
                    <a:pt x="76" y="30"/>
                    <a:pt x="88" y="43"/>
                    <a:pt x="88" y="59"/>
                  </a:cubicBezTo>
                  <a:cubicBezTo>
                    <a:pt x="88" y="76"/>
                    <a:pt x="76" y="88"/>
                    <a:pt x="59" y="88"/>
                  </a:cubicBezTo>
                  <a:cubicBezTo>
                    <a:pt x="42" y="88"/>
                    <a:pt x="29" y="76"/>
                    <a:pt x="2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4" name="Freeform 62">
              <a:extLst>
                <a:ext uri="{FF2B5EF4-FFF2-40B4-BE49-F238E27FC236}">
                  <a16:creationId xmlns:a16="http://schemas.microsoft.com/office/drawing/2014/main" id="{CDED5E13-E796-5895-64BF-D268CA5ED617}"/>
                </a:ext>
              </a:extLst>
            </p:cNvPr>
            <p:cNvSpPr>
              <a:spLocks noChangeArrowheads="1"/>
            </p:cNvSpPr>
            <p:nvPr/>
          </p:nvSpPr>
          <p:spPr bwMode="auto">
            <a:xfrm>
              <a:off x="3808413" y="1792288"/>
              <a:ext cx="42862" cy="42862"/>
            </a:xfrm>
            <a:custGeom>
              <a:avLst/>
              <a:gdLst>
                <a:gd name="T0" fmla="*/ 0 w 118"/>
                <a:gd name="T1" fmla="*/ 60 h 119"/>
                <a:gd name="T2" fmla="*/ 0 w 118"/>
                <a:gd name="T3" fmla="*/ 60 h 119"/>
                <a:gd name="T4" fmla="*/ 58 w 118"/>
                <a:gd name="T5" fmla="*/ 118 h 119"/>
                <a:gd name="T6" fmla="*/ 117 w 118"/>
                <a:gd name="T7" fmla="*/ 60 h 119"/>
                <a:gd name="T8" fmla="*/ 58 w 118"/>
                <a:gd name="T9" fmla="*/ 0 h 119"/>
                <a:gd name="T10" fmla="*/ 0 w 118"/>
                <a:gd name="T11" fmla="*/ 60 h 119"/>
                <a:gd name="T12" fmla="*/ 88 w 118"/>
                <a:gd name="T13" fmla="*/ 60 h 119"/>
                <a:gd name="T14" fmla="*/ 88 w 118"/>
                <a:gd name="T15" fmla="*/ 60 h 119"/>
                <a:gd name="T16" fmla="*/ 58 w 118"/>
                <a:gd name="T17" fmla="*/ 89 h 119"/>
                <a:gd name="T18" fmla="*/ 29 w 118"/>
                <a:gd name="T19" fmla="*/ 60 h 119"/>
                <a:gd name="T20" fmla="*/ 58 w 118"/>
                <a:gd name="T21" fmla="*/ 29 h 119"/>
                <a:gd name="T22" fmla="*/ 88 w 118"/>
                <a:gd name="T23" fmla="*/ 60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0" y="60"/>
                  </a:moveTo>
                  <a:lnTo>
                    <a:pt x="0" y="60"/>
                  </a:lnTo>
                  <a:cubicBezTo>
                    <a:pt x="0" y="92"/>
                    <a:pt x="26" y="118"/>
                    <a:pt x="58" y="118"/>
                  </a:cubicBezTo>
                  <a:cubicBezTo>
                    <a:pt x="91" y="118"/>
                    <a:pt x="117" y="92"/>
                    <a:pt x="117" y="60"/>
                  </a:cubicBezTo>
                  <a:cubicBezTo>
                    <a:pt x="117" y="27"/>
                    <a:pt x="91" y="0"/>
                    <a:pt x="58" y="0"/>
                  </a:cubicBezTo>
                  <a:cubicBezTo>
                    <a:pt x="26" y="0"/>
                    <a:pt x="0" y="27"/>
                    <a:pt x="0" y="60"/>
                  </a:cubicBezTo>
                  <a:close/>
                  <a:moveTo>
                    <a:pt x="88" y="60"/>
                  </a:moveTo>
                  <a:lnTo>
                    <a:pt x="88" y="60"/>
                  </a:lnTo>
                  <a:cubicBezTo>
                    <a:pt x="88" y="75"/>
                    <a:pt x="74" y="89"/>
                    <a:pt x="58" y="89"/>
                  </a:cubicBezTo>
                  <a:cubicBezTo>
                    <a:pt x="42" y="89"/>
                    <a:pt x="29" y="75"/>
                    <a:pt x="29" y="60"/>
                  </a:cubicBezTo>
                  <a:cubicBezTo>
                    <a:pt x="29" y="43"/>
                    <a:pt x="42" y="29"/>
                    <a:pt x="58" y="29"/>
                  </a:cubicBezTo>
                  <a:cubicBezTo>
                    <a:pt x="74" y="29"/>
                    <a:pt x="88" y="43"/>
                    <a:pt x="88"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5" name="Freeform 63">
              <a:extLst>
                <a:ext uri="{FF2B5EF4-FFF2-40B4-BE49-F238E27FC236}">
                  <a16:creationId xmlns:a16="http://schemas.microsoft.com/office/drawing/2014/main" id="{6776E25E-FCAB-3DFD-41C3-B5857FD54444}"/>
                </a:ext>
              </a:extLst>
            </p:cNvPr>
            <p:cNvSpPr>
              <a:spLocks noChangeArrowheads="1"/>
            </p:cNvSpPr>
            <p:nvPr/>
          </p:nvSpPr>
          <p:spPr bwMode="auto">
            <a:xfrm>
              <a:off x="3754438" y="1725613"/>
              <a:ext cx="85725" cy="107950"/>
            </a:xfrm>
            <a:custGeom>
              <a:avLst/>
              <a:gdLst>
                <a:gd name="T0" fmla="*/ 232 w 240"/>
                <a:gd name="T1" fmla="*/ 6 h 300"/>
                <a:gd name="T2" fmla="*/ 232 w 240"/>
                <a:gd name="T3" fmla="*/ 6 h 300"/>
                <a:gd name="T4" fmla="*/ 212 w 240"/>
                <a:gd name="T5" fmla="*/ 9 h 300"/>
                <a:gd name="T6" fmla="*/ 5 w 240"/>
                <a:gd name="T7" fmla="*/ 274 h 300"/>
                <a:gd name="T8" fmla="*/ 7 w 240"/>
                <a:gd name="T9" fmla="*/ 295 h 300"/>
                <a:gd name="T10" fmla="*/ 28 w 240"/>
                <a:gd name="T11" fmla="*/ 292 h 300"/>
                <a:gd name="T12" fmla="*/ 235 w 240"/>
                <a:gd name="T13" fmla="*/ 27 h 300"/>
                <a:gd name="T14" fmla="*/ 232 w 240"/>
                <a:gd name="T15" fmla="*/ 6 h 3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00">
                  <a:moveTo>
                    <a:pt x="232" y="6"/>
                  </a:moveTo>
                  <a:lnTo>
                    <a:pt x="232" y="6"/>
                  </a:lnTo>
                  <a:cubicBezTo>
                    <a:pt x="226" y="0"/>
                    <a:pt x="216" y="2"/>
                    <a:pt x="212" y="9"/>
                  </a:cubicBezTo>
                  <a:cubicBezTo>
                    <a:pt x="5" y="274"/>
                    <a:pt x="5" y="274"/>
                    <a:pt x="5" y="274"/>
                  </a:cubicBezTo>
                  <a:cubicBezTo>
                    <a:pt x="0" y="281"/>
                    <a:pt x="2" y="289"/>
                    <a:pt x="7" y="295"/>
                  </a:cubicBezTo>
                  <a:cubicBezTo>
                    <a:pt x="14" y="299"/>
                    <a:pt x="24" y="299"/>
                    <a:pt x="28" y="292"/>
                  </a:cubicBezTo>
                  <a:cubicBezTo>
                    <a:pt x="235" y="27"/>
                    <a:pt x="235" y="27"/>
                    <a:pt x="235" y="27"/>
                  </a:cubicBezTo>
                  <a:cubicBezTo>
                    <a:pt x="239" y="20"/>
                    <a:pt x="238" y="11"/>
                    <a:pt x="23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6" name="Group 78">
            <a:extLst>
              <a:ext uri="{FF2B5EF4-FFF2-40B4-BE49-F238E27FC236}">
                <a16:creationId xmlns:a16="http://schemas.microsoft.com/office/drawing/2014/main" id="{94333DB0-E82F-27F2-380E-E18DB6CC3153}"/>
              </a:ext>
            </a:extLst>
          </p:cNvPr>
          <p:cNvGrpSpPr/>
          <p:nvPr/>
        </p:nvGrpSpPr>
        <p:grpSpPr>
          <a:xfrm>
            <a:off x="5790133" y="2885703"/>
            <a:ext cx="225425" cy="250825"/>
            <a:chOff x="4633913" y="3159125"/>
            <a:chExt cx="225425" cy="250825"/>
          </a:xfrm>
          <a:solidFill>
            <a:schemeClr val="tx2"/>
          </a:solidFill>
        </p:grpSpPr>
        <p:sp>
          <p:nvSpPr>
            <p:cNvPr id="77" name="Freeform 64">
              <a:extLst>
                <a:ext uri="{FF2B5EF4-FFF2-40B4-BE49-F238E27FC236}">
                  <a16:creationId xmlns:a16="http://schemas.microsoft.com/office/drawing/2014/main" id="{8D3C210D-4F94-170E-CD48-2021CF7C2D69}"/>
                </a:ext>
              </a:extLst>
            </p:cNvPr>
            <p:cNvSpPr>
              <a:spLocks noChangeArrowheads="1"/>
            </p:cNvSpPr>
            <p:nvPr/>
          </p:nvSpPr>
          <p:spPr bwMode="auto">
            <a:xfrm>
              <a:off x="4633913" y="3159125"/>
              <a:ext cx="225425" cy="250825"/>
            </a:xfrm>
            <a:custGeom>
              <a:avLst/>
              <a:gdLst>
                <a:gd name="T0" fmla="*/ 621 w 624"/>
                <a:gd name="T1" fmla="*/ 337 h 696"/>
                <a:gd name="T2" fmla="*/ 621 w 624"/>
                <a:gd name="T3" fmla="*/ 337 h 696"/>
                <a:gd name="T4" fmla="*/ 603 w 624"/>
                <a:gd name="T5" fmla="*/ 133 h 696"/>
                <a:gd name="T6" fmla="*/ 592 w 624"/>
                <a:gd name="T7" fmla="*/ 106 h 696"/>
                <a:gd name="T8" fmla="*/ 592 w 624"/>
                <a:gd name="T9" fmla="*/ 102 h 696"/>
                <a:gd name="T10" fmla="*/ 570 w 624"/>
                <a:gd name="T11" fmla="*/ 32 h 696"/>
                <a:gd name="T12" fmla="*/ 512 w 624"/>
                <a:gd name="T13" fmla="*/ 0 h 696"/>
                <a:gd name="T14" fmla="*/ 453 w 624"/>
                <a:gd name="T15" fmla="*/ 32 h 696"/>
                <a:gd name="T16" fmla="*/ 433 w 624"/>
                <a:gd name="T17" fmla="*/ 80 h 696"/>
                <a:gd name="T18" fmla="*/ 359 w 624"/>
                <a:gd name="T19" fmla="*/ 73 h 696"/>
                <a:gd name="T20" fmla="*/ 346 w 624"/>
                <a:gd name="T21" fmla="*/ 79 h 696"/>
                <a:gd name="T22" fmla="*/ 14 w 624"/>
                <a:gd name="T23" fmla="*/ 412 h 696"/>
                <a:gd name="T24" fmla="*/ 0 w 624"/>
                <a:gd name="T25" fmla="*/ 442 h 696"/>
                <a:gd name="T26" fmla="*/ 14 w 624"/>
                <a:gd name="T27" fmla="*/ 474 h 696"/>
                <a:gd name="T28" fmla="*/ 222 w 624"/>
                <a:gd name="T29" fmla="*/ 682 h 696"/>
                <a:gd name="T30" fmla="*/ 222 w 624"/>
                <a:gd name="T31" fmla="*/ 682 h 696"/>
                <a:gd name="T32" fmla="*/ 253 w 624"/>
                <a:gd name="T33" fmla="*/ 695 h 696"/>
                <a:gd name="T34" fmla="*/ 284 w 624"/>
                <a:gd name="T35" fmla="*/ 682 h 696"/>
                <a:gd name="T36" fmla="*/ 617 w 624"/>
                <a:gd name="T37" fmla="*/ 349 h 696"/>
                <a:gd name="T38" fmla="*/ 621 w 624"/>
                <a:gd name="T39" fmla="*/ 337 h 696"/>
                <a:gd name="T40" fmla="*/ 476 w 624"/>
                <a:gd name="T41" fmla="*/ 50 h 696"/>
                <a:gd name="T42" fmla="*/ 476 w 624"/>
                <a:gd name="T43" fmla="*/ 50 h 696"/>
                <a:gd name="T44" fmla="*/ 512 w 624"/>
                <a:gd name="T45" fmla="*/ 29 h 696"/>
                <a:gd name="T46" fmla="*/ 547 w 624"/>
                <a:gd name="T47" fmla="*/ 50 h 696"/>
                <a:gd name="T48" fmla="*/ 563 w 624"/>
                <a:gd name="T49" fmla="*/ 92 h 696"/>
                <a:gd name="T50" fmla="*/ 462 w 624"/>
                <a:gd name="T51" fmla="*/ 83 h 696"/>
                <a:gd name="T52" fmla="*/ 476 w 624"/>
                <a:gd name="T53" fmla="*/ 50 h 696"/>
                <a:gd name="T54" fmla="*/ 264 w 624"/>
                <a:gd name="T55" fmla="*/ 662 h 696"/>
                <a:gd name="T56" fmla="*/ 264 w 624"/>
                <a:gd name="T57" fmla="*/ 662 h 696"/>
                <a:gd name="T58" fmla="*/ 253 w 624"/>
                <a:gd name="T59" fmla="*/ 666 h 696"/>
                <a:gd name="T60" fmla="*/ 243 w 624"/>
                <a:gd name="T61" fmla="*/ 662 h 696"/>
                <a:gd name="T62" fmla="*/ 232 w 624"/>
                <a:gd name="T63" fmla="*/ 671 h 696"/>
                <a:gd name="T64" fmla="*/ 243 w 624"/>
                <a:gd name="T65" fmla="*/ 662 h 696"/>
                <a:gd name="T66" fmla="*/ 34 w 624"/>
                <a:gd name="T67" fmla="*/ 453 h 696"/>
                <a:gd name="T68" fmla="*/ 30 w 624"/>
                <a:gd name="T69" fmla="*/ 442 h 696"/>
                <a:gd name="T70" fmla="*/ 34 w 624"/>
                <a:gd name="T71" fmla="*/ 432 h 696"/>
                <a:gd name="T72" fmla="*/ 363 w 624"/>
                <a:gd name="T73" fmla="*/ 104 h 696"/>
                <a:gd name="T74" fmla="*/ 431 w 624"/>
                <a:gd name="T75" fmla="*/ 110 h 696"/>
                <a:gd name="T76" fmla="*/ 453 w 624"/>
                <a:gd name="T77" fmla="*/ 174 h 696"/>
                <a:gd name="T78" fmla="*/ 512 w 624"/>
                <a:gd name="T79" fmla="*/ 206 h 696"/>
                <a:gd name="T80" fmla="*/ 526 w 624"/>
                <a:gd name="T81" fmla="*/ 191 h 696"/>
                <a:gd name="T82" fmla="*/ 512 w 624"/>
                <a:gd name="T83" fmla="*/ 177 h 696"/>
                <a:gd name="T84" fmla="*/ 512 w 624"/>
                <a:gd name="T85" fmla="*/ 177 h 696"/>
                <a:gd name="T86" fmla="*/ 476 w 624"/>
                <a:gd name="T87" fmla="*/ 156 h 696"/>
                <a:gd name="T88" fmla="*/ 461 w 624"/>
                <a:gd name="T89" fmla="*/ 113 h 696"/>
                <a:gd name="T90" fmla="*/ 561 w 624"/>
                <a:gd name="T91" fmla="*/ 121 h 696"/>
                <a:gd name="T92" fmla="*/ 574 w 624"/>
                <a:gd name="T93" fmla="*/ 135 h 696"/>
                <a:gd name="T94" fmla="*/ 592 w 624"/>
                <a:gd name="T95" fmla="*/ 333 h 696"/>
                <a:gd name="T96" fmla="*/ 264 w 624"/>
                <a:gd name="T97" fmla="*/ 662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24" h="696">
                  <a:moveTo>
                    <a:pt x="621" y="337"/>
                  </a:moveTo>
                  <a:lnTo>
                    <a:pt x="621" y="337"/>
                  </a:lnTo>
                  <a:cubicBezTo>
                    <a:pt x="603" y="133"/>
                    <a:pt x="603" y="133"/>
                    <a:pt x="603" y="133"/>
                  </a:cubicBezTo>
                  <a:cubicBezTo>
                    <a:pt x="602" y="123"/>
                    <a:pt x="598" y="113"/>
                    <a:pt x="592" y="106"/>
                  </a:cubicBezTo>
                  <a:cubicBezTo>
                    <a:pt x="592" y="105"/>
                    <a:pt x="592" y="104"/>
                    <a:pt x="592" y="102"/>
                  </a:cubicBezTo>
                  <a:cubicBezTo>
                    <a:pt x="592" y="76"/>
                    <a:pt x="584" y="50"/>
                    <a:pt x="570" y="32"/>
                  </a:cubicBezTo>
                  <a:cubicBezTo>
                    <a:pt x="556" y="12"/>
                    <a:pt x="536" y="0"/>
                    <a:pt x="512" y="0"/>
                  </a:cubicBezTo>
                  <a:cubicBezTo>
                    <a:pt x="487" y="0"/>
                    <a:pt x="467" y="12"/>
                    <a:pt x="453" y="32"/>
                  </a:cubicBezTo>
                  <a:cubicBezTo>
                    <a:pt x="443" y="45"/>
                    <a:pt x="436" y="62"/>
                    <a:pt x="433" y="80"/>
                  </a:cubicBezTo>
                  <a:cubicBezTo>
                    <a:pt x="359" y="73"/>
                    <a:pt x="359" y="73"/>
                    <a:pt x="359" y="73"/>
                  </a:cubicBezTo>
                  <a:cubicBezTo>
                    <a:pt x="355" y="73"/>
                    <a:pt x="349" y="75"/>
                    <a:pt x="346" y="79"/>
                  </a:cubicBezTo>
                  <a:cubicBezTo>
                    <a:pt x="14" y="412"/>
                    <a:pt x="14" y="412"/>
                    <a:pt x="14" y="412"/>
                  </a:cubicBezTo>
                  <a:cubicBezTo>
                    <a:pt x="5" y="420"/>
                    <a:pt x="0" y="431"/>
                    <a:pt x="0" y="442"/>
                  </a:cubicBezTo>
                  <a:cubicBezTo>
                    <a:pt x="0" y="454"/>
                    <a:pt x="5" y="465"/>
                    <a:pt x="14" y="474"/>
                  </a:cubicBezTo>
                  <a:cubicBezTo>
                    <a:pt x="222" y="682"/>
                    <a:pt x="222" y="682"/>
                    <a:pt x="222" y="682"/>
                  </a:cubicBezTo>
                  <a:lnTo>
                    <a:pt x="222" y="682"/>
                  </a:lnTo>
                  <a:cubicBezTo>
                    <a:pt x="230" y="691"/>
                    <a:pt x="241" y="695"/>
                    <a:pt x="253" y="695"/>
                  </a:cubicBezTo>
                  <a:cubicBezTo>
                    <a:pt x="264" y="695"/>
                    <a:pt x="276" y="691"/>
                    <a:pt x="284" y="682"/>
                  </a:cubicBezTo>
                  <a:cubicBezTo>
                    <a:pt x="617" y="349"/>
                    <a:pt x="617" y="349"/>
                    <a:pt x="617" y="349"/>
                  </a:cubicBezTo>
                  <a:cubicBezTo>
                    <a:pt x="621" y="345"/>
                    <a:pt x="623" y="341"/>
                    <a:pt x="621" y="337"/>
                  </a:cubicBezTo>
                  <a:close/>
                  <a:moveTo>
                    <a:pt x="476" y="50"/>
                  </a:moveTo>
                  <a:lnTo>
                    <a:pt x="476" y="50"/>
                  </a:lnTo>
                  <a:cubicBezTo>
                    <a:pt x="487" y="36"/>
                    <a:pt x="500" y="29"/>
                    <a:pt x="512" y="29"/>
                  </a:cubicBezTo>
                  <a:cubicBezTo>
                    <a:pt x="525" y="29"/>
                    <a:pt x="537" y="36"/>
                    <a:pt x="547" y="50"/>
                  </a:cubicBezTo>
                  <a:cubicBezTo>
                    <a:pt x="555" y="59"/>
                    <a:pt x="561" y="75"/>
                    <a:pt x="563" y="92"/>
                  </a:cubicBezTo>
                  <a:cubicBezTo>
                    <a:pt x="462" y="83"/>
                    <a:pt x="462" y="83"/>
                    <a:pt x="462" y="83"/>
                  </a:cubicBezTo>
                  <a:cubicBezTo>
                    <a:pt x="465" y="70"/>
                    <a:pt x="469" y="58"/>
                    <a:pt x="476" y="50"/>
                  </a:cubicBezTo>
                  <a:close/>
                  <a:moveTo>
                    <a:pt x="264" y="662"/>
                  </a:moveTo>
                  <a:lnTo>
                    <a:pt x="264" y="662"/>
                  </a:lnTo>
                  <a:cubicBezTo>
                    <a:pt x="261" y="664"/>
                    <a:pt x="257" y="666"/>
                    <a:pt x="253" y="666"/>
                  </a:cubicBezTo>
                  <a:cubicBezTo>
                    <a:pt x="250" y="666"/>
                    <a:pt x="246" y="664"/>
                    <a:pt x="243" y="662"/>
                  </a:cubicBezTo>
                  <a:cubicBezTo>
                    <a:pt x="232" y="671"/>
                    <a:pt x="232" y="671"/>
                    <a:pt x="232" y="671"/>
                  </a:cubicBezTo>
                  <a:cubicBezTo>
                    <a:pt x="243" y="662"/>
                    <a:pt x="243" y="662"/>
                    <a:pt x="243" y="662"/>
                  </a:cubicBezTo>
                  <a:cubicBezTo>
                    <a:pt x="34" y="453"/>
                    <a:pt x="34" y="453"/>
                    <a:pt x="34" y="453"/>
                  </a:cubicBezTo>
                  <a:cubicBezTo>
                    <a:pt x="32" y="450"/>
                    <a:pt x="30" y="446"/>
                    <a:pt x="30" y="442"/>
                  </a:cubicBezTo>
                  <a:cubicBezTo>
                    <a:pt x="30" y="439"/>
                    <a:pt x="32" y="435"/>
                    <a:pt x="34" y="432"/>
                  </a:cubicBezTo>
                  <a:cubicBezTo>
                    <a:pt x="363" y="104"/>
                    <a:pt x="363" y="104"/>
                    <a:pt x="363" y="104"/>
                  </a:cubicBezTo>
                  <a:cubicBezTo>
                    <a:pt x="431" y="110"/>
                    <a:pt x="431" y="110"/>
                    <a:pt x="431" y="110"/>
                  </a:cubicBezTo>
                  <a:cubicBezTo>
                    <a:pt x="432" y="134"/>
                    <a:pt x="440" y="157"/>
                    <a:pt x="453" y="174"/>
                  </a:cubicBezTo>
                  <a:cubicBezTo>
                    <a:pt x="467" y="193"/>
                    <a:pt x="489" y="206"/>
                    <a:pt x="512" y="206"/>
                  </a:cubicBezTo>
                  <a:cubicBezTo>
                    <a:pt x="521" y="206"/>
                    <a:pt x="526" y="199"/>
                    <a:pt x="526" y="191"/>
                  </a:cubicBezTo>
                  <a:cubicBezTo>
                    <a:pt x="526" y="184"/>
                    <a:pt x="521" y="177"/>
                    <a:pt x="512" y="177"/>
                  </a:cubicBezTo>
                  <a:lnTo>
                    <a:pt x="512" y="177"/>
                  </a:lnTo>
                  <a:cubicBezTo>
                    <a:pt x="500" y="177"/>
                    <a:pt x="487" y="170"/>
                    <a:pt x="476" y="156"/>
                  </a:cubicBezTo>
                  <a:cubicBezTo>
                    <a:pt x="468" y="145"/>
                    <a:pt x="462" y="130"/>
                    <a:pt x="461" y="113"/>
                  </a:cubicBezTo>
                  <a:cubicBezTo>
                    <a:pt x="561" y="121"/>
                    <a:pt x="561" y="121"/>
                    <a:pt x="561" y="121"/>
                  </a:cubicBezTo>
                  <a:cubicBezTo>
                    <a:pt x="567" y="123"/>
                    <a:pt x="573" y="128"/>
                    <a:pt x="574" y="135"/>
                  </a:cubicBezTo>
                  <a:cubicBezTo>
                    <a:pt x="592" y="333"/>
                    <a:pt x="592" y="333"/>
                    <a:pt x="592" y="333"/>
                  </a:cubicBezTo>
                  <a:lnTo>
                    <a:pt x="264" y="6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8" name="Freeform 65">
              <a:extLst>
                <a:ext uri="{FF2B5EF4-FFF2-40B4-BE49-F238E27FC236}">
                  <a16:creationId xmlns:a16="http://schemas.microsoft.com/office/drawing/2014/main" id="{D0DC0780-1D63-5CF1-7DDC-C4FE4C2EEB54}"/>
                </a:ext>
              </a:extLst>
            </p:cNvPr>
            <p:cNvSpPr>
              <a:spLocks noChangeArrowheads="1"/>
            </p:cNvSpPr>
            <p:nvPr/>
          </p:nvSpPr>
          <p:spPr bwMode="auto">
            <a:xfrm>
              <a:off x="4687888" y="3244850"/>
              <a:ext cx="79375" cy="79375"/>
            </a:xfrm>
            <a:custGeom>
              <a:avLst/>
              <a:gdLst>
                <a:gd name="T0" fmla="*/ 214 w 221"/>
                <a:gd name="T1" fmla="*/ 5 h 220"/>
                <a:gd name="T2" fmla="*/ 214 w 221"/>
                <a:gd name="T3" fmla="*/ 5 h 220"/>
                <a:gd name="T4" fmla="*/ 193 w 221"/>
                <a:gd name="T5" fmla="*/ 5 h 220"/>
                <a:gd name="T6" fmla="*/ 6 w 221"/>
                <a:gd name="T7" fmla="*/ 193 h 220"/>
                <a:gd name="T8" fmla="*/ 6 w 221"/>
                <a:gd name="T9" fmla="*/ 214 h 220"/>
                <a:gd name="T10" fmla="*/ 28 w 221"/>
                <a:gd name="T11" fmla="*/ 214 h 220"/>
                <a:gd name="T12" fmla="*/ 214 w 221"/>
                <a:gd name="T13" fmla="*/ 26 h 220"/>
                <a:gd name="T14" fmla="*/ 214 w 221"/>
                <a:gd name="T15" fmla="*/ 5 h 2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0">
                  <a:moveTo>
                    <a:pt x="214" y="5"/>
                  </a:moveTo>
                  <a:lnTo>
                    <a:pt x="214" y="5"/>
                  </a:lnTo>
                  <a:cubicBezTo>
                    <a:pt x="209" y="0"/>
                    <a:pt x="199" y="0"/>
                    <a:pt x="193" y="5"/>
                  </a:cubicBezTo>
                  <a:cubicBezTo>
                    <a:pt x="6" y="193"/>
                    <a:pt x="6" y="193"/>
                    <a:pt x="6" y="193"/>
                  </a:cubicBezTo>
                  <a:cubicBezTo>
                    <a:pt x="0" y="199"/>
                    <a:pt x="0" y="208"/>
                    <a:pt x="6" y="214"/>
                  </a:cubicBezTo>
                  <a:cubicBezTo>
                    <a:pt x="13" y="219"/>
                    <a:pt x="21" y="219"/>
                    <a:pt x="28" y="214"/>
                  </a:cubicBezTo>
                  <a:cubicBezTo>
                    <a:pt x="214" y="26"/>
                    <a:pt x="214" y="26"/>
                    <a:pt x="214" y="26"/>
                  </a:cubicBezTo>
                  <a:cubicBezTo>
                    <a:pt x="220" y="21"/>
                    <a:pt x="220" y="11"/>
                    <a:pt x="21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9" name="Freeform 66">
              <a:extLst>
                <a:ext uri="{FF2B5EF4-FFF2-40B4-BE49-F238E27FC236}">
                  <a16:creationId xmlns:a16="http://schemas.microsoft.com/office/drawing/2014/main" id="{789076B8-F1C8-8266-B79C-702DD43F8B8C}"/>
                </a:ext>
              </a:extLst>
            </p:cNvPr>
            <p:cNvSpPr>
              <a:spLocks noChangeArrowheads="1"/>
            </p:cNvSpPr>
            <p:nvPr/>
          </p:nvSpPr>
          <p:spPr bwMode="auto">
            <a:xfrm>
              <a:off x="4719638" y="3275013"/>
              <a:ext cx="79375" cy="79375"/>
            </a:xfrm>
            <a:custGeom>
              <a:avLst/>
              <a:gdLst>
                <a:gd name="T0" fmla="*/ 194 w 221"/>
                <a:gd name="T1" fmla="*/ 7 h 222"/>
                <a:gd name="T2" fmla="*/ 194 w 221"/>
                <a:gd name="T3" fmla="*/ 7 h 222"/>
                <a:gd name="T4" fmla="*/ 6 w 221"/>
                <a:gd name="T5" fmla="*/ 193 h 222"/>
                <a:gd name="T6" fmla="*/ 6 w 221"/>
                <a:gd name="T7" fmla="*/ 214 h 222"/>
                <a:gd name="T8" fmla="*/ 27 w 221"/>
                <a:gd name="T9" fmla="*/ 214 h 222"/>
                <a:gd name="T10" fmla="*/ 214 w 221"/>
                <a:gd name="T11" fmla="*/ 27 h 222"/>
                <a:gd name="T12" fmla="*/ 214 w 221"/>
                <a:gd name="T13" fmla="*/ 7 h 222"/>
                <a:gd name="T14" fmla="*/ 194 w 221"/>
                <a:gd name="T15" fmla="*/ 7 h 2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2">
                  <a:moveTo>
                    <a:pt x="194" y="7"/>
                  </a:moveTo>
                  <a:lnTo>
                    <a:pt x="194" y="7"/>
                  </a:lnTo>
                  <a:cubicBezTo>
                    <a:pt x="6" y="193"/>
                    <a:pt x="6" y="193"/>
                    <a:pt x="6" y="193"/>
                  </a:cubicBezTo>
                  <a:cubicBezTo>
                    <a:pt x="0" y="199"/>
                    <a:pt x="0" y="208"/>
                    <a:pt x="6" y="214"/>
                  </a:cubicBezTo>
                  <a:cubicBezTo>
                    <a:pt x="11" y="221"/>
                    <a:pt x="21" y="221"/>
                    <a:pt x="27" y="214"/>
                  </a:cubicBezTo>
                  <a:cubicBezTo>
                    <a:pt x="214" y="27"/>
                    <a:pt x="214" y="27"/>
                    <a:pt x="214" y="27"/>
                  </a:cubicBezTo>
                  <a:cubicBezTo>
                    <a:pt x="220" y="20"/>
                    <a:pt x="220" y="12"/>
                    <a:pt x="214" y="7"/>
                  </a:cubicBezTo>
                  <a:cubicBezTo>
                    <a:pt x="208" y="0"/>
                    <a:pt x="199" y="0"/>
                    <a:pt x="194"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80" name="Group 82">
            <a:extLst>
              <a:ext uri="{FF2B5EF4-FFF2-40B4-BE49-F238E27FC236}">
                <a16:creationId xmlns:a16="http://schemas.microsoft.com/office/drawing/2014/main" id="{A39831C7-4CDE-C37A-77B0-A05ACC294553}"/>
              </a:ext>
            </a:extLst>
          </p:cNvPr>
          <p:cNvGrpSpPr/>
          <p:nvPr/>
        </p:nvGrpSpPr>
        <p:grpSpPr>
          <a:xfrm>
            <a:off x="1635645" y="3791372"/>
            <a:ext cx="1895475" cy="138113"/>
            <a:chOff x="479425" y="4111625"/>
            <a:chExt cx="1895475" cy="138113"/>
          </a:xfrm>
          <a:solidFill>
            <a:schemeClr val="tx2"/>
          </a:solidFill>
        </p:grpSpPr>
        <p:sp>
          <p:nvSpPr>
            <p:cNvPr id="81" name="Freeform 67">
              <a:extLst>
                <a:ext uri="{FF2B5EF4-FFF2-40B4-BE49-F238E27FC236}">
                  <a16:creationId xmlns:a16="http://schemas.microsoft.com/office/drawing/2014/main" id="{9B0FE952-1918-255F-A048-D32C705A5038}"/>
                </a:ext>
              </a:extLst>
            </p:cNvPr>
            <p:cNvSpPr>
              <a:spLocks noChangeArrowheads="1"/>
            </p:cNvSpPr>
            <p:nvPr/>
          </p:nvSpPr>
          <p:spPr bwMode="auto">
            <a:xfrm>
              <a:off x="47942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2" name="Freeform 68">
              <a:extLst>
                <a:ext uri="{FF2B5EF4-FFF2-40B4-BE49-F238E27FC236}">
                  <a16:creationId xmlns:a16="http://schemas.microsoft.com/office/drawing/2014/main" id="{7BA1C273-1D52-62CF-13D9-12C2570011A9}"/>
                </a:ext>
              </a:extLst>
            </p:cNvPr>
            <p:cNvSpPr>
              <a:spLocks noChangeArrowheads="1"/>
            </p:cNvSpPr>
            <p:nvPr/>
          </p:nvSpPr>
          <p:spPr bwMode="auto">
            <a:xfrm>
              <a:off x="527050" y="4113213"/>
              <a:ext cx="104775" cy="134937"/>
            </a:xfrm>
            <a:custGeom>
              <a:avLst/>
              <a:gdLst>
                <a:gd name="T0" fmla="*/ 290 w 291"/>
                <a:gd name="T1" fmla="*/ 372 h 373"/>
                <a:gd name="T2" fmla="*/ 290 w 291"/>
                <a:gd name="T3" fmla="*/ 372 h 373"/>
                <a:gd name="T4" fmla="*/ 290 w 291"/>
                <a:gd name="T5" fmla="*/ 0 h 373"/>
                <a:gd name="T6" fmla="*/ 256 w 291"/>
                <a:gd name="T7" fmla="*/ 0 h 373"/>
                <a:gd name="T8" fmla="*/ 256 w 291"/>
                <a:gd name="T9" fmla="*/ 276 h 373"/>
                <a:gd name="T10" fmla="*/ 256 w 291"/>
                <a:gd name="T11" fmla="*/ 300 h 373"/>
                <a:gd name="T12" fmla="*/ 258 w 291"/>
                <a:gd name="T13" fmla="*/ 319 h 373"/>
                <a:gd name="T14" fmla="*/ 257 w 291"/>
                <a:gd name="T15" fmla="*/ 319 h 373"/>
                <a:gd name="T16" fmla="*/ 250 w 291"/>
                <a:gd name="T17" fmla="*/ 308 h 373"/>
                <a:gd name="T18" fmla="*/ 242 w 291"/>
                <a:gd name="T19" fmla="*/ 294 h 373"/>
                <a:gd name="T20" fmla="*/ 39 w 291"/>
                <a:gd name="T21" fmla="*/ 0 h 373"/>
                <a:gd name="T22" fmla="*/ 0 w 291"/>
                <a:gd name="T23" fmla="*/ 0 h 373"/>
                <a:gd name="T24" fmla="*/ 0 w 291"/>
                <a:gd name="T25" fmla="*/ 372 h 373"/>
                <a:gd name="T26" fmla="*/ 35 w 291"/>
                <a:gd name="T27" fmla="*/ 372 h 373"/>
                <a:gd name="T28" fmla="*/ 35 w 291"/>
                <a:gd name="T29" fmla="*/ 84 h 373"/>
                <a:gd name="T30" fmla="*/ 35 w 291"/>
                <a:gd name="T31" fmla="*/ 64 h 373"/>
                <a:gd name="T32" fmla="*/ 33 w 291"/>
                <a:gd name="T33" fmla="*/ 50 h 373"/>
                <a:gd name="T34" fmla="*/ 35 w 291"/>
                <a:gd name="T35" fmla="*/ 50 h 373"/>
                <a:gd name="T36" fmla="*/ 41 w 291"/>
                <a:gd name="T37" fmla="*/ 62 h 373"/>
                <a:gd name="T38" fmla="*/ 48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6" y="0"/>
                    <a:pt x="256" y="0"/>
                    <a:pt x="256" y="0"/>
                  </a:cubicBezTo>
                  <a:cubicBezTo>
                    <a:pt x="256" y="276"/>
                    <a:pt x="256" y="276"/>
                    <a:pt x="256" y="276"/>
                  </a:cubicBezTo>
                  <a:cubicBezTo>
                    <a:pt x="256" y="285"/>
                    <a:pt x="256" y="293"/>
                    <a:pt x="256" y="300"/>
                  </a:cubicBezTo>
                  <a:cubicBezTo>
                    <a:pt x="257" y="307"/>
                    <a:pt x="257" y="314"/>
                    <a:pt x="258" y="319"/>
                  </a:cubicBezTo>
                  <a:cubicBezTo>
                    <a:pt x="257" y="319"/>
                    <a:pt x="257" y="319"/>
                    <a:pt x="257" y="319"/>
                  </a:cubicBezTo>
                  <a:cubicBezTo>
                    <a:pt x="254" y="315"/>
                    <a:pt x="251" y="312"/>
                    <a:pt x="250" y="308"/>
                  </a:cubicBezTo>
                  <a:cubicBezTo>
                    <a:pt x="247" y="304"/>
                    <a:pt x="244" y="300"/>
                    <a:pt x="242" y="294"/>
                  </a:cubicBezTo>
                  <a:cubicBezTo>
                    <a:pt x="39" y="0"/>
                    <a:pt x="39" y="0"/>
                    <a:pt x="39" y="0"/>
                  </a:cubicBezTo>
                  <a:cubicBezTo>
                    <a:pt x="0" y="0"/>
                    <a:pt x="0" y="0"/>
                    <a:pt x="0" y="0"/>
                  </a:cubicBezTo>
                  <a:cubicBezTo>
                    <a:pt x="0" y="372"/>
                    <a:pt x="0" y="372"/>
                    <a:pt x="0" y="372"/>
                  </a:cubicBezTo>
                  <a:cubicBezTo>
                    <a:pt x="35" y="372"/>
                    <a:pt x="35" y="372"/>
                    <a:pt x="35" y="372"/>
                  </a:cubicBezTo>
                  <a:cubicBezTo>
                    <a:pt x="35" y="84"/>
                    <a:pt x="35" y="84"/>
                    <a:pt x="35" y="84"/>
                  </a:cubicBezTo>
                  <a:cubicBezTo>
                    <a:pt x="35" y="76"/>
                    <a:pt x="35" y="69"/>
                    <a:pt x="35" y="64"/>
                  </a:cubicBezTo>
                  <a:cubicBezTo>
                    <a:pt x="35" y="58"/>
                    <a:pt x="33" y="54"/>
                    <a:pt x="33" y="50"/>
                  </a:cubicBezTo>
                  <a:cubicBezTo>
                    <a:pt x="35" y="50"/>
                    <a:pt x="35" y="50"/>
                    <a:pt x="35" y="50"/>
                  </a:cubicBezTo>
                  <a:cubicBezTo>
                    <a:pt x="36" y="54"/>
                    <a:pt x="39" y="58"/>
                    <a:pt x="41" y="62"/>
                  </a:cubicBezTo>
                  <a:cubicBezTo>
                    <a:pt x="43" y="66"/>
                    <a:pt x="46" y="69"/>
                    <a:pt x="48"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3" name="Freeform 69">
              <a:extLst>
                <a:ext uri="{FF2B5EF4-FFF2-40B4-BE49-F238E27FC236}">
                  <a16:creationId xmlns:a16="http://schemas.microsoft.com/office/drawing/2014/main" id="{C0613A29-F0DF-ED54-2583-BF5F22851AFA}"/>
                </a:ext>
              </a:extLst>
            </p:cNvPr>
            <p:cNvSpPr>
              <a:spLocks noChangeArrowheads="1"/>
            </p:cNvSpPr>
            <p:nvPr/>
          </p:nvSpPr>
          <p:spPr bwMode="auto">
            <a:xfrm>
              <a:off x="652463" y="4113213"/>
              <a:ext cx="88900" cy="134937"/>
            </a:xfrm>
            <a:custGeom>
              <a:avLst/>
              <a:gdLst>
                <a:gd name="T0" fmla="*/ 0 w 249"/>
                <a:gd name="T1" fmla="*/ 32 h 373"/>
                <a:gd name="T2" fmla="*/ 108 w 249"/>
                <a:gd name="T3" fmla="*/ 32 h 373"/>
                <a:gd name="T4" fmla="*/ 108 w 249"/>
                <a:gd name="T5" fmla="*/ 372 h 373"/>
                <a:gd name="T6" fmla="*/ 142 w 249"/>
                <a:gd name="T7" fmla="*/ 372 h 373"/>
                <a:gd name="T8" fmla="*/ 142 w 249"/>
                <a:gd name="T9" fmla="*/ 32 h 373"/>
                <a:gd name="T10" fmla="*/ 248 w 249"/>
                <a:gd name="T11" fmla="*/ 32 h 373"/>
                <a:gd name="T12" fmla="*/ 248 w 249"/>
                <a:gd name="T13" fmla="*/ 0 h 373"/>
                <a:gd name="T14" fmla="*/ 0 w 249"/>
                <a:gd name="T15" fmla="*/ 0 h 373"/>
                <a:gd name="T16" fmla="*/ 0 w 249"/>
                <a:gd name="T17"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 h="373">
                  <a:moveTo>
                    <a:pt x="0" y="32"/>
                  </a:moveTo>
                  <a:lnTo>
                    <a:pt x="108" y="32"/>
                  </a:lnTo>
                  <a:lnTo>
                    <a:pt x="108" y="372"/>
                  </a:lnTo>
                  <a:lnTo>
                    <a:pt x="142" y="372"/>
                  </a:lnTo>
                  <a:lnTo>
                    <a:pt x="142" y="32"/>
                  </a:lnTo>
                  <a:lnTo>
                    <a:pt x="248" y="32"/>
                  </a:lnTo>
                  <a:lnTo>
                    <a:pt x="248"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4" name="Freeform 70">
              <a:extLst>
                <a:ext uri="{FF2B5EF4-FFF2-40B4-BE49-F238E27FC236}">
                  <a16:creationId xmlns:a16="http://schemas.microsoft.com/office/drawing/2014/main" id="{3093C494-9C01-8D99-666B-6BEA1900AB38}"/>
                </a:ext>
              </a:extLst>
            </p:cNvPr>
            <p:cNvSpPr>
              <a:spLocks noChangeArrowheads="1"/>
            </p:cNvSpPr>
            <p:nvPr/>
          </p:nvSpPr>
          <p:spPr bwMode="auto">
            <a:xfrm>
              <a:off x="765175" y="4113213"/>
              <a:ext cx="68263" cy="134937"/>
            </a:xfrm>
            <a:custGeom>
              <a:avLst/>
              <a:gdLst>
                <a:gd name="T0" fmla="*/ 34 w 190"/>
                <a:gd name="T1" fmla="*/ 199 h 373"/>
                <a:gd name="T2" fmla="*/ 169 w 190"/>
                <a:gd name="T3" fmla="*/ 199 h 373"/>
                <a:gd name="T4" fmla="*/ 169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69" y="199"/>
                  </a:lnTo>
                  <a:lnTo>
                    <a:pt x="169"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5" name="Freeform 71">
              <a:extLst>
                <a:ext uri="{FF2B5EF4-FFF2-40B4-BE49-F238E27FC236}">
                  <a16:creationId xmlns:a16="http://schemas.microsoft.com/office/drawing/2014/main" id="{BCFF6B78-5170-FE32-319A-C4A3E4E68DB8}"/>
                </a:ext>
              </a:extLst>
            </p:cNvPr>
            <p:cNvSpPr>
              <a:spLocks noChangeArrowheads="1"/>
            </p:cNvSpPr>
            <p:nvPr/>
          </p:nvSpPr>
          <p:spPr bwMode="auto">
            <a:xfrm>
              <a:off x="860425" y="4113213"/>
              <a:ext cx="87313" cy="134937"/>
            </a:xfrm>
            <a:custGeom>
              <a:avLst/>
              <a:gdLst>
                <a:gd name="T0" fmla="*/ 169 w 244"/>
                <a:gd name="T1" fmla="*/ 236 h 373"/>
                <a:gd name="T2" fmla="*/ 169 w 244"/>
                <a:gd name="T3" fmla="*/ 236 h 373"/>
                <a:gd name="T4" fmla="*/ 156 w 244"/>
                <a:gd name="T5" fmla="*/ 220 h 373"/>
                <a:gd name="T6" fmla="*/ 145 w 244"/>
                <a:gd name="T7" fmla="*/ 207 h 373"/>
                <a:gd name="T8" fmla="*/ 131 w 244"/>
                <a:gd name="T9" fmla="*/ 200 h 373"/>
                <a:gd name="T10" fmla="*/ 131 w 244"/>
                <a:gd name="T11" fmla="*/ 199 h 373"/>
                <a:gd name="T12" fmla="*/ 166 w 244"/>
                <a:gd name="T13" fmla="*/ 185 h 373"/>
                <a:gd name="T14" fmla="*/ 194 w 244"/>
                <a:gd name="T15" fmla="*/ 163 h 373"/>
                <a:gd name="T16" fmla="*/ 210 w 244"/>
                <a:gd name="T17" fmla="*/ 134 h 373"/>
                <a:gd name="T18" fmla="*/ 216 w 244"/>
                <a:gd name="T19" fmla="*/ 98 h 373"/>
                <a:gd name="T20" fmla="*/ 207 w 244"/>
                <a:gd name="T21" fmla="*/ 55 h 373"/>
                <a:gd name="T22" fmla="*/ 182 w 244"/>
                <a:gd name="T23" fmla="*/ 25 h 373"/>
                <a:gd name="T24" fmla="*/ 148 w 244"/>
                <a:gd name="T25" fmla="*/ 7 h 373"/>
                <a:gd name="T26" fmla="*/ 107 w 244"/>
                <a:gd name="T27" fmla="*/ 0 h 373"/>
                <a:gd name="T28" fmla="*/ 0 w 244"/>
                <a:gd name="T29" fmla="*/ 0 h 373"/>
                <a:gd name="T30" fmla="*/ 0 w 244"/>
                <a:gd name="T31" fmla="*/ 372 h 373"/>
                <a:gd name="T32" fmla="*/ 35 w 244"/>
                <a:gd name="T33" fmla="*/ 372 h 373"/>
                <a:gd name="T34" fmla="*/ 35 w 244"/>
                <a:gd name="T35" fmla="*/ 210 h 373"/>
                <a:gd name="T36" fmla="*/ 75 w 244"/>
                <a:gd name="T37" fmla="*/ 210 h 373"/>
                <a:gd name="T38" fmla="*/ 97 w 244"/>
                <a:gd name="T39" fmla="*/ 213 h 373"/>
                <a:gd name="T40" fmla="*/ 115 w 244"/>
                <a:gd name="T41" fmla="*/ 221 h 373"/>
                <a:gd name="T42" fmla="*/ 130 w 244"/>
                <a:gd name="T43" fmla="*/ 239 h 373"/>
                <a:gd name="T44" fmla="*/ 147 w 244"/>
                <a:gd name="T45" fmla="*/ 265 h 373"/>
                <a:gd name="T46" fmla="*/ 202 w 244"/>
                <a:gd name="T47" fmla="*/ 372 h 373"/>
                <a:gd name="T48" fmla="*/ 243 w 244"/>
                <a:gd name="T49" fmla="*/ 372 h 373"/>
                <a:gd name="T50" fmla="*/ 180 w 244"/>
                <a:gd name="T51" fmla="*/ 257 h 373"/>
                <a:gd name="T52" fmla="*/ 169 w 244"/>
                <a:gd name="T53" fmla="*/ 236 h 373"/>
                <a:gd name="T54" fmla="*/ 95 w 244"/>
                <a:gd name="T55" fmla="*/ 178 h 373"/>
                <a:gd name="T56" fmla="*/ 95 w 244"/>
                <a:gd name="T57" fmla="*/ 178 h 373"/>
                <a:gd name="T58" fmla="*/ 35 w 244"/>
                <a:gd name="T59" fmla="*/ 178 h 373"/>
                <a:gd name="T60" fmla="*/ 35 w 244"/>
                <a:gd name="T61" fmla="*/ 32 h 373"/>
                <a:gd name="T62" fmla="*/ 98 w 244"/>
                <a:gd name="T63" fmla="*/ 32 h 373"/>
                <a:gd name="T64" fmla="*/ 159 w 244"/>
                <a:gd name="T65" fmla="*/ 50 h 373"/>
                <a:gd name="T66" fmla="*/ 180 w 244"/>
                <a:gd name="T67" fmla="*/ 101 h 373"/>
                <a:gd name="T68" fmla="*/ 174 w 244"/>
                <a:gd name="T69" fmla="*/ 133 h 373"/>
                <a:gd name="T70" fmla="*/ 156 w 244"/>
                <a:gd name="T71" fmla="*/ 158 h 373"/>
                <a:gd name="T72" fmla="*/ 130 w 244"/>
                <a:gd name="T73" fmla="*/ 173 h 373"/>
                <a:gd name="T74" fmla="*/ 95 w 244"/>
                <a:gd name="T75" fmla="*/ 17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69" y="236"/>
                  </a:moveTo>
                  <a:lnTo>
                    <a:pt x="169" y="236"/>
                  </a:lnTo>
                  <a:cubicBezTo>
                    <a:pt x="165" y="229"/>
                    <a:pt x="160" y="224"/>
                    <a:pt x="156" y="220"/>
                  </a:cubicBezTo>
                  <a:cubicBezTo>
                    <a:pt x="153" y="216"/>
                    <a:pt x="149" y="211"/>
                    <a:pt x="145" y="207"/>
                  </a:cubicBezTo>
                  <a:cubicBezTo>
                    <a:pt x="141" y="205"/>
                    <a:pt x="136" y="202"/>
                    <a:pt x="131" y="200"/>
                  </a:cubicBezTo>
                  <a:cubicBezTo>
                    <a:pt x="131" y="199"/>
                    <a:pt x="131" y="199"/>
                    <a:pt x="131" y="199"/>
                  </a:cubicBezTo>
                  <a:cubicBezTo>
                    <a:pt x="144" y="196"/>
                    <a:pt x="156" y="192"/>
                    <a:pt x="166" y="185"/>
                  </a:cubicBezTo>
                  <a:cubicBezTo>
                    <a:pt x="177" y="180"/>
                    <a:pt x="185" y="173"/>
                    <a:pt x="194" y="163"/>
                  </a:cubicBezTo>
                  <a:cubicBezTo>
                    <a:pt x="200" y="155"/>
                    <a:pt x="206" y="145"/>
                    <a:pt x="210" y="134"/>
                  </a:cubicBezTo>
                  <a:cubicBezTo>
                    <a:pt x="214" y="123"/>
                    <a:pt x="216" y="111"/>
                    <a:pt x="216" y="98"/>
                  </a:cubicBezTo>
                  <a:cubicBezTo>
                    <a:pt x="216" y="82"/>
                    <a:pt x="213" y="68"/>
                    <a:pt x="207" y="55"/>
                  </a:cubicBezTo>
                  <a:cubicBezTo>
                    <a:pt x="200" y="43"/>
                    <a:pt x="192" y="33"/>
                    <a:pt x="182" y="25"/>
                  </a:cubicBezTo>
                  <a:cubicBezTo>
                    <a:pt x="171" y="17"/>
                    <a:pt x="160" y="11"/>
                    <a:pt x="148" y="7"/>
                  </a:cubicBezTo>
                  <a:cubicBezTo>
                    <a:pt x="134" y="3"/>
                    <a:pt x="120" y="0"/>
                    <a:pt x="107" y="0"/>
                  </a:cubicBezTo>
                  <a:cubicBezTo>
                    <a:pt x="0" y="0"/>
                    <a:pt x="0" y="0"/>
                    <a:pt x="0" y="0"/>
                  </a:cubicBezTo>
                  <a:cubicBezTo>
                    <a:pt x="0" y="372"/>
                    <a:pt x="0" y="372"/>
                    <a:pt x="0" y="372"/>
                  </a:cubicBezTo>
                  <a:cubicBezTo>
                    <a:pt x="35" y="372"/>
                    <a:pt x="35" y="372"/>
                    <a:pt x="35" y="372"/>
                  </a:cubicBezTo>
                  <a:cubicBezTo>
                    <a:pt x="35" y="210"/>
                    <a:pt x="35" y="210"/>
                    <a:pt x="35" y="210"/>
                  </a:cubicBezTo>
                  <a:cubicBezTo>
                    <a:pt x="75" y="210"/>
                    <a:pt x="75" y="210"/>
                    <a:pt x="75" y="210"/>
                  </a:cubicBezTo>
                  <a:cubicBezTo>
                    <a:pt x="83" y="210"/>
                    <a:pt x="90" y="211"/>
                    <a:pt x="97" y="213"/>
                  </a:cubicBezTo>
                  <a:cubicBezTo>
                    <a:pt x="102" y="214"/>
                    <a:pt x="109" y="217"/>
                    <a:pt x="115" y="221"/>
                  </a:cubicBezTo>
                  <a:cubicBezTo>
                    <a:pt x="120" y="227"/>
                    <a:pt x="124" y="232"/>
                    <a:pt x="130" y="239"/>
                  </a:cubicBezTo>
                  <a:cubicBezTo>
                    <a:pt x="136" y="246"/>
                    <a:pt x="141" y="254"/>
                    <a:pt x="147" y="265"/>
                  </a:cubicBezTo>
                  <a:cubicBezTo>
                    <a:pt x="202" y="372"/>
                    <a:pt x="202" y="372"/>
                    <a:pt x="202" y="372"/>
                  </a:cubicBezTo>
                  <a:cubicBezTo>
                    <a:pt x="243" y="372"/>
                    <a:pt x="243" y="372"/>
                    <a:pt x="243" y="372"/>
                  </a:cubicBezTo>
                  <a:cubicBezTo>
                    <a:pt x="180" y="257"/>
                    <a:pt x="180" y="257"/>
                    <a:pt x="180" y="257"/>
                  </a:cubicBezTo>
                  <a:cubicBezTo>
                    <a:pt x="176" y="249"/>
                    <a:pt x="171" y="242"/>
                    <a:pt x="169" y="236"/>
                  </a:cubicBezTo>
                  <a:close/>
                  <a:moveTo>
                    <a:pt x="95" y="178"/>
                  </a:moveTo>
                  <a:lnTo>
                    <a:pt x="95" y="178"/>
                  </a:lnTo>
                  <a:cubicBezTo>
                    <a:pt x="35" y="178"/>
                    <a:pt x="35" y="178"/>
                    <a:pt x="35" y="178"/>
                  </a:cubicBezTo>
                  <a:cubicBezTo>
                    <a:pt x="35" y="32"/>
                    <a:pt x="35" y="32"/>
                    <a:pt x="35" y="32"/>
                  </a:cubicBezTo>
                  <a:cubicBezTo>
                    <a:pt x="98" y="32"/>
                    <a:pt x="98" y="32"/>
                    <a:pt x="98" y="32"/>
                  </a:cubicBezTo>
                  <a:cubicBezTo>
                    <a:pt x="124" y="32"/>
                    <a:pt x="145" y="37"/>
                    <a:pt x="159" y="50"/>
                  </a:cubicBezTo>
                  <a:cubicBezTo>
                    <a:pt x="173" y="62"/>
                    <a:pt x="180" y="80"/>
                    <a:pt x="180" y="101"/>
                  </a:cubicBezTo>
                  <a:cubicBezTo>
                    <a:pt x="180" y="113"/>
                    <a:pt x="178" y="124"/>
                    <a:pt x="174" y="133"/>
                  </a:cubicBezTo>
                  <a:cubicBezTo>
                    <a:pt x="170" y="142"/>
                    <a:pt x="165" y="151"/>
                    <a:pt x="156" y="158"/>
                  </a:cubicBezTo>
                  <a:cubicBezTo>
                    <a:pt x="149" y="165"/>
                    <a:pt x="141" y="170"/>
                    <a:pt x="130" y="173"/>
                  </a:cubicBezTo>
                  <a:cubicBezTo>
                    <a:pt x="120" y="177"/>
                    <a:pt x="108" y="178"/>
                    <a:pt x="95"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6" name="Freeform 72">
              <a:extLst>
                <a:ext uri="{FF2B5EF4-FFF2-40B4-BE49-F238E27FC236}">
                  <a16:creationId xmlns:a16="http://schemas.microsoft.com/office/drawing/2014/main" id="{CAC20418-E08A-4D60-006F-B68166B347A3}"/>
                </a:ext>
              </a:extLst>
            </p:cNvPr>
            <p:cNvSpPr>
              <a:spLocks noChangeArrowheads="1"/>
            </p:cNvSpPr>
            <p:nvPr/>
          </p:nvSpPr>
          <p:spPr bwMode="auto">
            <a:xfrm>
              <a:off x="969963" y="4113213"/>
              <a:ext cx="65087" cy="134937"/>
            </a:xfrm>
            <a:custGeom>
              <a:avLst/>
              <a:gdLst>
                <a:gd name="T0" fmla="*/ 35 w 182"/>
                <a:gd name="T1" fmla="*/ 32 h 373"/>
                <a:gd name="T2" fmla="*/ 181 w 182"/>
                <a:gd name="T3" fmla="*/ 32 h 373"/>
                <a:gd name="T4" fmla="*/ 181 w 182"/>
                <a:gd name="T5" fmla="*/ 0 h 373"/>
                <a:gd name="T6" fmla="*/ 0 w 182"/>
                <a:gd name="T7" fmla="*/ 0 h 373"/>
                <a:gd name="T8" fmla="*/ 0 w 182"/>
                <a:gd name="T9" fmla="*/ 372 h 373"/>
                <a:gd name="T10" fmla="*/ 35 w 182"/>
                <a:gd name="T11" fmla="*/ 372 h 373"/>
                <a:gd name="T12" fmla="*/ 35 w 182"/>
                <a:gd name="T13" fmla="*/ 203 h 373"/>
                <a:gd name="T14" fmla="*/ 170 w 182"/>
                <a:gd name="T15" fmla="*/ 203 h 373"/>
                <a:gd name="T16" fmla="*/ 170 w 182"/>
                <a:gd name="T17" fmla="*/ 171 h 373"/>
                <a:gd name="T18" fmla="*/ 35 w 182"/>
                <a:gd name="T19" fmla="*/ 171 h 373"/>
                <a:gd name="T20" fmla="*/ 35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5" y="32"/>
                  </a:moveTo>
                  <a:lnTo>
                    <a:pt x="181" y="32"/>
                  </a:lnTo>
                  <a:lnTo>
                    <a:pt x="181" y="0"/>
                  </a:lnTo>
                  <a:lnTo>
                    <a:pt x="0" y="0"/>
                  </a:lnTo>
                  <a:lnTo>
                    <a:pt x="0" y="372"/>
                  </a:lnTo>
                  <a:lnTo>
                    <a:pt x="35" y="372"/>
                  </a:lnTo>
                  <a:lnTo>
                    <a:pt x="35" y="203"/>
                  </a:lnTo>
                  <a:lnTo>
                    <a:pt x="170" y="203"/>
                  </a:lnTo>
                  <a:lnTo>
                    <a:pt x="170" y="171"/>
                  </a:lnTo>
                  <a:lnTo>
                    <a:pt x="35" y="171"/>
                  </a:lnTo>
                  <a:lnTo>
                    <a:pt x="35"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7" name="Freeform 73">
              <a:extLst>
                <a:ext uri="{FF2B5EF4-FFF2-40B4-BE49-F238E27FC236}">
                  <a16:creationId xmlns:a16="http://schemas.microsoft.com/office/drawing/2014/main" id="{E841B5A4-1EE0-531E-2CB6-F8118BA1E0FF}"/>
                </a:ext>
              </a:extLst>
            </p:cNvPr>
            <p:cNvSpPr>
              <a:spLocks noChangeArrowheads="1"/>
            </p:cNvSpPr>
            <p:nvPr/>
          </p:nvSpPr>
          <p:spPr bwMode="auto">
            <a:xfrm>
              <a:off x="1035050" y="4113213"/>
              <a:ext cx="114300" cy="134937"/>
            </a:xfrm>
            <a:custGeom>
              <a:avLst/>
              <a:gdLst>
                <a:gd name="T0" fmla="*/ 238 w 318"/>
                <a:gd name="T1" fmla="*/ 261 h 373"/>
                <a:gd name="T2" fmla="*/ 238 w 318"/>
                <a:gd name="T3" fmla="*/ 261 h 373"/>
                <a:gd name="T4" fmla="*/ 279 w 318"/>
                <a:gd name="T5" fmla="*/ 372 h 373"/>
                <a:gd name="T6" fmla="*/ 317 w 318"/>
                <a:gd name="T7" fmla="*/ 372 h 373"/>
                <a:gd name="T8" fmla="*/ 176 w 318"/>
                <a:gd name="T9" fmla="*/ 0 h 373"/>
                <a:gd name="T10" fmla="*/ 141 w 318"/>
                <a:gd name="T11" fmla="*/ 0 h 373"/>
                <a:gd name="T12" fmla="*/ 0 w 318"/>
                <a:gd name="T13" fmla="*/ 372 h 373"/>
                <a:gd name="T14" fmla="*/ 39 w 318"/>
                <a:gd name="T15" fmla="*/ 372 h 373"/>
                <a:gd name="T16" fmla="*/ 79 w 318"/>
                <a:gd name="T17" fmla="*/ 261 h 373"/>
                <a:gd name="T18" fmla="*/ 238 w 318"/>
                <a:gd name="T19" fmla="*/ 261 h 373"/>
                <a:gd name="T20" fmla="*/ 151 w 318"/>
                <a:gd name="T21" fmla="*/ 65 h 373"/>
                <a:gd name="T22" fmla="*/ 151 w 318"/>
                <a:gd name="T23" fmla="*/ 65 h 373"/>
                <a:gd name="T24" fmla="*/ 154 w 318"/>
                <a:gd name="T25" fmla="*/ 54 h 373"/>
                <a:gd name="T26" fmla="*/ 158 w 318"/>
                <a:gd name="T27" fmla="*/ 39 h 373"/>
                <a:gd name="T28" fmla="*/ 159 w 318"/>
                <a:gd name="T29" fmla="*/ 39 h 373"/>
                <a:gd name="T30" fmla="*/ 162 w 318"/>
                <a:gd name="T31" fmla="*/ 54 h 373"/>
                <a:gd name="T32" fmla="*/ 166 w 318"/>
                <a:gd name="T33" fmla="*/ 65 h 373"/>
                <a:gd name="T34" fmla="*/ 225 w 318"/>
                <a:gd name="T35" fmla="*/ 231 h 373"/>
                <a:gd name="T36" fmla="*/ 90 w 318"/>
                <a:gd name="T37" fmla="*/ 231 h 373"/>
                <a:gd name="T38" fmla="*/ 151 w 318"/>
                <a:gd name="T39" fmla="*/ 65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8" h="373">
                  <a:moveTo>
                    <a:pt x="238" y="261"/>
                  </a:moveTo>
                  <a:lnTo>
                    <a:pt x="238" y="261"/>
                  </a:lnTo>
                  <a:cubicBezTo>
                    <a:pt x="279" y="372"/>
                    <a:pt x="279" y="372"/>
                    <a:pt x="279" y="372"/>
                  </a:cubicBezTo>
                  <a:cubicBezTo>
                    <a:pt x="317" y="372"/>
                    <a:pt x="317" y="372"/>
                    <a:pt x="317" y="372"/>
                  </a:cubicBezTo>
                  <a:cubicBezTo>
                    <a:pt x="176" y="0"/>
                    <a:pt x="176" y="0"/>
                    <a:pt x="176" y="0"/>
                  </a:cubicBezTo>
                  <a:cubicBezTo>
                    <a:pt x="141" y="0"/>
                    <a:pt x="141" y="0"/>
                    <a:pt x="141" y="0"/>
                  </a:cubicBezTo>
                  <a:cubicBezTo>
                    <a:pt x="0" y="372"/>
                    <a:pt x="0" y="372"/>
                    <a:pt x="0" y="372"/>
                  </a:cubicBezTo>
                  <a:cubicBezTo>
                    <a:pt x="39" y="372"/>
                    <a:pt x="39" y="372"/>
                    <a:pt x="39" y="372"/>
                  </a:cubicBezTo>
                  <a:cubicBezTo>
                    <a:pt x="79" y="261"/>
                    <a:pt x="79" y="261"/>
                    <a:pt x="79" y="261"/>
                  </a:cubicBezTo>
                  <a:lnTo>
                    <a:pt x="238" y="261"/>
                  </a:lnTo>
                  <a:close/>
                  <a:moveTo>
                    <a:pt x="151" y="65"/>
                  </a:moveTo>
                  <a:lnTo>
                    <a:pt x="151" y="65"/>
                  </a:lnTo>
                  <a:cubicBezTo>
                    <a:pt x="151" y="62"/>
                    <a:pt x="152" y="58"/>
                    <a:pt x="154" y="54"/>
                  </a:cubicBezTo>
                  <a:cubicBezTo>
                    <a:pt x="155" y="50"/>
                    <a:pt x="156" y="44"/>
                    <a:pt x="158" y="39"/>
                  </a:cubicBezTo>
                  <a:cubicBezTo>
                    <a:pt x="159" y="39"/>
                    <a:pt x="159" y="39"/>
                    <a:pt x="159" y="39"/>
                  </a:cubicBezTo>
                  <a:cubicBezTo>
                    <a:pt x="159" y="44"/>
                    <a:pt x="161" y="50"/>
                    <a:pt x="162" y="54"/>
                  </a:cubicBezTo>
                  <a:cubicBezTo>
                    <a:pt x="163" y="58"/>
                    <a:pt x="165" y="62"/>
                    <a:pt x="166" y="65"/>
                  </a:cubicBezTo>
                  <a:cubicBezTo>
                    <a:pt x="225" y="231"/>
                    <a:pt x="225" y="231"/>
                    <a:pt x="225" y="231"/>
                  </a:cubicBezTo>
                  <a:cubicBezTo>
                    <a:pt x="90" y="231"/>
                    <a:pt x="90" y="231"/>
                    <a:pt x="90" y="231"/>
                  </a:cubicBezTo>
                  <a:lnTo>
                    <a:pt x="151"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8" name="Freeform 74">
              <a:extLst>
                <a:ext uri="{FF2B5EF4-FFF2-40B4-BE49-F238E27FC236}">
                  <a16:creationId xmlns:a16="http://schemas.microsoft.com/office/drawing/2014/main" id="{303C3360-4DA6-9791-1297-6EC98C95C23B}"/>
                </a:ext>
              </a:extLst>
            </p:cNvPr>
            <p:cNvSpPr>
              <a:spLocks noChangeArrowheads="1"/>
            </p:cNvSpPr>
            <p:nvPr/>
          </p:nvSpPr>
          <p:spPr bwMode="auto">
            <a:xfrm>
              <a:off x="1160463" y="4111625"/>
              <a:ext cx="98425" cy="138113"/>
            </a:xfrm>
            <a:custGeom>
              <a:avLst/>
              <a:gdLst>
                <a:gd name="T0" fmla="*/ 75 w 272"/>
                <a:gd name="T1" fmla="*/ 77 h 385"/>
                <a:gd name="T2" fmla="*/ 75 w 272"/>
                <a:gd name="T3" fmla="*/ 77 h 385"/>
                <a:gd name="T4" fmla="*/ 122 w 272"/>
                <a:gd name="T5" fmla="*/ 42 h 385"/>
                <a:gd name="T6" fmla="*/ 186 w 272"/>
                <a:gd name="T7" fmla="*/ 30 h 385"/>
                <a:gd name="T8" fmla="*/ 271 w 272"/>
                <a:gd name="T9" fmla="*/ 51 h 385"/>
                <a:gd name="T10" fmla="*/ 271 w 272"/>
                <a:gd name="T11" fmla="*/ 13 h 385"/>
                <a:gd name="T12" fmla="*/ 186 w 272"/>
                <a:gd name="T13" fmla="*/ 0 h 385"/>
                <a:gd name="T14" fmla="*/ 109 w 272"/>
                <a:gd name="T15" fmla="*/ 15 h 385"/>
                <a:gd name="T16" fmla="*/ 50 w 272"/>
                <a:gd name="T17" fmla="*/ 56 h 385"/>
                <a:gd name="T18" fmla="*/ 12 w 272"/>
                <a:gd name="T19" fmla="*/ 120 h 385"/>
                <a:gd name="T20" fmla="*/ 0 w 272"/>
                <a:gd name="T21" fmla="*/ 199 h 385"/>
                <a:gd name="T22" fmla="*/ 12 w 272"/>
                <a:gd name="T23" fmla="*/ 272 h 385"/>
                <a:gd name="T24" fmla="*/ 47 w 272"/>
                <a:gd name="T25" fmla="*/ 331 h 385"/>
                <a:gd name="T26" fmla="*/ 102 w 272"/>
                <a:gd name="T27" fmla="*/ 370 h 385"/>
                <a:gd name="T28" fmla="*/ 173 w 272"/>
                <a:gd name="T29" fmla="*/ 384 h 385"/>
                <a:gd name="T30" fmla="*/ 271 w 272"/>
                <a:gd name="T31" fmla="*/ 363 h 385"/>
                <a:gd name="T32" fmla="*/ 271 w 272"/>
                <a:gd name="T33" fmla="*/ 330 h 385"/>
                <a:gd name="T34" fmla="*/ 177 w 272"/>
                <a:gd name="T35" fmla="*/ 352 h 385"/>
                <a:gd name="T36" fmla="*/ 116 w 272"/>
                <a:gd name="T37" fmla="*/ 339 h 385"/>
                <a:gd name="T38" fmla="*/ 72 w 272"/>
                <a:gd name="T39" fmla="*/ 306 h 385"/>
                <a:gd name="T40" fmla="*/ 44 w 272"/>
                <a:gd name="T41" fmla="*/ 257 h 385"/>
                <a:gd name="T42" fmla="*/ 36 w 272"/>
                <a:gd name="T43" fmla="*/ 196 h 385"/>
                <a:gd name="T44" fmla="*/ 46 w 272"/>
                <a:gd name="T45" fmla="*/ 129 h 385"/>
                <a:gd name="T46" fmla="*/ 75 w 272"/>
                <a:gd name="T47" fmla="*/ 7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75" y="77"/>
                  </a:moveTo>
                  <a:lnTo>
                    <a:pt x="75" y="77"/>
                  </a:lnTo>
                  <a:cubicBezTo>
                    <a:pt x="87" y="63"/>
                    <a:pt x="104" y="51"/>
                    <a:pt x="122" y="42"/>
                  </a:cubicBezTo>
                  <a:cubicBezTo>
                    <a:pt x="141" y="34"/>
                    <a:pt x="162" y="30"/>
                    <a:pt x="186" y="30"/>
                  </a:cubicBezTo>
                  <a:cubicBezTo>
                    <a:pt x="217" y="30"/>
                    <a:pt x="245" y="37"/>
                    <a:pt x="271" y="51"/>
                  </a:cubicBezTo>
                  <a:cubicBezTo>
                    <a:pt x="271" y="13"/>
                    <a:pt x="271" y="13"/>
                    <a:pt x="271" y="13"/>
                  </a:cubicBezTo>
                  <a:cubicBezTo>
                    <a:pt x="246" y="4"/>
                    <a:pt x="218" y="0"/>
                    <a:pt x="186" y="0"/>
                  </a:cubicBezTo>
                  <a:cubicBezTo>
                    <a:pt x="157" y="0"/>
                    <a:pt x="133" y="4"/>
                    <a:pt x="109" y="15"/>
                  </a:cubicBezTo>
                  <a:cubicBezTo>
                    <a:pt x="86" y="24"/>
                    <a:pt x="66" y="38"/>
                    <a:pt x="50" y="56"/>
                  </a:cubicBezTo>
                  <a:cubicBezTo>
                    <a:pt x="33" y="74"/>
                    <a:pt x="21" y="95"/>
                    <a:pt x="12" y="120"/>
                  </a:cubicBezTo>
                  <a:cubicBezTo>
                    <a:pt x="4" y="143"/>
                    <a:pt x="0" y="170"/>
                    <a:pt x="0" y="199"/>
                  </a:cubicBezTo>
                  <a:cubicBezTo>
                    <a:pt x="0" y="225"/>
                    <a:pt x="4" y="250"/>
                    <a:pt x="12" y="272"/>
                  </a:cubicBezTo>
                  <a:cubicBezTo>
                    <a:pt x="19" y="295"/>
                    <a:pt x="32" y="315"/>
                    <a:pt x="47" y="331"/>
                  </a:cubicBezTo>
                  <a:cubicBezTo>
                    <a:pt x="62" y="348"/>
                    <a:pt x="80" y="360"/>
                    <a:pt x="102" y="370"/>
                  </a:cubicBezTo>
                  <a:cubicBezTo>
                    <a:pt x="123" y="378"/>
                    <a:pt x="146" y="384"/>
                    <a:pt x="173" y="384"/>
                  </a:cubicBezTo>
                  <a:cubicBezTo>
                    <a:pt x="210" y="384"/>
                    <a:pt x="243" y="377"/>
                    <a:pt x="271" y="363"/>
                  </a:cubicBezTo>
                  <a:cubicBezTo>
                    <a:pt x="271" y="330"/>
                    <a:pt x="271" y="330"/>
                    <a:pt x="271" y="330"/>
                  </a:cubicBezTo>
                  <a:cubicBezTo>
                    <a:pt x="245" y="345"/>
                    <a:pt x="213" y="352"/>
                    <a:pt x="177" y="352"/>
                  </a:cubicBezTo>
                  <a:cubicBezTo>
                    <a:pt x="153" y="352"/>
                    <a:pt x="133" y="348"/>
                    <a:pt x="116" y="339"/>
                  </a:cubicBezTo>
                  <a:cubicBezTo>
                    <a:pt x="98" y="331"/>
                    <a:pt x="83" y="320"/>
                    <a:pt x="72" y="306"/>
                  </a:cubicBezTo>
                  <a:cubicBezTo>
                    <a:pt x="59" y="291"/>
                    <a:pt x="51" y="274"/>
                    <a:pt x="44" y="257"/>
                  </a:cubicBezTo>
                  <a:cubicBezTo>
                    <a:pt x="39" y="237"/>
                    <a:pt x="36" y="216"/>
                    <a:pt x="36" y="196"/>
                  </a:cubicBezTo>
                  <a:cubicBezTo>
                    <a:pt x="36" y="172"/>
                    <a:pt x="39" y="150"/>
                    <a:pt x="46" y="129"/>
                  </a:cubicBezTo>
                  <a:cubicBezTo>
                    <a:pt x="53" y="110"/>
                    <a:pt x="62" y="92"/>
                    <a:pt x="75"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9" name="Freeform 75">
              <a:extLst>
                <a:ext uri="{FF2B5EF4-FFF2-40B4-BE49-F238E27FC236}">
                  <a16:creationId xmlns:a16="http://schemas.microsoft.com/office/drawing/2014/main" id="{937E9426-3432-3F3D-A191-ED8F84F818DD}"/>
                </a:ext>
              </a:extLst>
            </p:cNvPr>
            <p:cNvSpPr>
              <a:spLocks noChangeArrowheads="1"/>
            </p:cNvSpPr>
            <p:nvPr/>
          </p:nvSpPr>
          <p:spPr bwMode="auto">
            <a:xfrm>
              <a:off x="1285875" y="4113213"/>
              <a:ext cx="68263" cy="134937"/>
            </a:xfrm>
            <a:custGeom>
              <a:avLst/>
              <a:gdLst>
                <a:gd name="T0" fmla="*/ 34 w 190"/>
                <a:gd name="T1" fmla="*/ 199 h 373"/>
                <a:gd name="T2" fmla="*/ 170 w 190"/>
                <a:gd name="T3" fmla="*/ 199 h 373"/>
                <a:gd name="T4" fmla="*/ 170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70" y="199"/>
                  </a:lnTo>
                  <a:lnTo>
                    <a:pt x="170"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0" name="Freeform 76">
              <a:extLst>
                <a:ext uri="{FF2B5EF4-FFF2-40B4-BE49-F238E27FC236}">
                  <a16:creationId xmlns:a16="http://schemas.microsoft.com/office/drawing/2014/main" id="{D39A393F-2867-C19E-C519-367E845AD137}"/>
                </a:ext>
              </a:extLst>
            </p:cNvPr>
            <p:cNvSpPr>
              <a:spLocks noChangeArrowheads="1"/>
            </p:cNvSpPr>
            <p:nvPr/>
          </p:nvSpPr>
          <p:spPr bwMode="auto">
            <a:xfrm>
              <a:off x="1435100" y="4113213"/>
              <a:ext cx="66675" cy="134937"/>
            </a:xfrm>
            <a:custGeom>
              <a:avLst/>
              <a:gdLst>
                <a:gd name="T0" fmla="*/ 35 w 185"/>
                <a:gd name="T1" fmla="*/ 0 h 373"/>
                <a:gd name="T2" fmla="*/ 0 w 185"/>
                <a:gd name="T3" fmla="*/ 0 h 373"/>
                <a:gd name="T4" fmla="*/ 0 w 185"/>
                <a:gd name="T5" fmla="*/ 372 h 373"/>
                <a:gd name="T6" fmla="*/ 184 w 185"/>
                <a:gd name="T7" fmla="*/ 372 h 373"/>
                <a:gd name="T8" fmla="*/ 184 w 185"/>
                <a:gd name="T9" fmla="*/ 340 h 373"/>
                <a:gd name="T10" fmla="*/ 35 w 185"/>
                <a:gd name="T11" fmla="*/ 340 h 373"/>
                <a:gd name="T12" fmla="*/ 35 w 185"/>
                <a:gd name="T13" fmla="*/ 0 h 373"/>
              </a:gdLst>
              <a:ahLst/>
              <a:cxnLst>
                <a:cxn ang="0">
                  <a:pos x="T0" y="T1"/>
                </a:cxn>
                <a:cxn ang="0">
                  <a:pos x="T2" y="T3"/>
                </a:cxn>
                <a:cxn ang="0">
                  <a:pos x="T4" y="T5"/>
                </a:cxn>
                <a:cxn ang="0">
                  <a:pos x="T6" y="T7"/>
                </a:cxn>
                <a:cxn ang="0">
                  <a:pos x="T8" y="T9"/>
                </a:cxn>
                <a:cxn ang="0">
                  <a:pos x="T10" y="T11"/>
                </a:cxn>
                <a:cxn ang="0">
                  <a:pos x="T12" y="T13"/>
                </a:cxn>
              </a:cxnLst>
              <a:rect l="0" t="0" r="r" b="b"/>
              <a:pathLst>
                <a:path w="185" h="373">
                  <a:moveTo>
                    <a:pt x="35" y="0"/>
                  </a:moveTo>
                  <a:lnTo>
                    <a:pt x="0" y="0"/>
                  </a:lnTo>
                  <a:lnTo>
                    <a:pt x="0" y="372"/>
                  </a:lnTo>
                  <a:lnTo>
                    <a:pt x="184" y="372"/>
                  </a:lnTo>
                  <a:lnTo>
                    <a:pt x="184" y="340"/>
                  </a:lnTo>
                  <a:lnTo>
                    <a:pt x="35" y="34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1" name="Freeform 77">
              <a:extLst>
                <a:ext uri="{FF2B5EF4-FFF2-40B4-BE49-F238E27FC236}">
                  <a16:creationId xmlns:a16="http://schemas.microsoft.com/office/drawing/2014/main" id="{0070DCD7-3365-95E5-7744-B89BE1CE64C1}"/>
                </a:ext>
              </a:extLst>
            </p:cNvPr>
            <p:cNvSpPr>
              <a:spLocks noChangeArrowheads="1"/>
            </p:cNvSpPr>
            <p:nvPr/>
          </p:nvSpPr>
          <p:spPr bwMode="auto">
            <a:xfrm>
              <a:off x="1522413" y="4113213"/>
              <a:ext cx="12700" cy="134937"/>
            </a:xfrm>
            <a:custGeom>
              <a:avLst/>
              <a:gdLst>
                <a:gd name="T0" fmla="*/ 0 w 36"/>
                <a:gd name="T1" fmla="*/ 372 h 373"/>
                <a:gd name="T2" fmla="*/ 35 w 36"/>
                <a:gd name="T3" fmla="*/ 372 h 373"/>
                <a:gd name="T4" fmla="*/ 35 w 36"/>
                <a:gd name="T5" fmla="*/ 0 h 373"/>
                <a:gd name="T6" fmla="*/ 0 w 36"/>
                <a:gd name="T7" fmla="*/ 0 h 373"/>
                <a:gd name="T8" fmla="*/ 0 w 36"/>
                <a:gd name="T9" fmla="*/ 372 h 373"/>
              </a:gdLst>
              <a:ahLst/>
              <a:cxnLst>
                <a:cxn ang="0">
                  <a:pos x="T0" y="T1"/>
                </a:cxn>
                <a:cxn ang="0">
                  <a:pos x="T2" y="T3"/>
                </a:cxn>
                <a:cxn ang="0">
                  <a:pos x="T4" y="T5"/>
                </a:cxn>
                <a:cxn ang="0">
                  <a:pos x="T6" y="T7"/>
                </a:cxn>
                <a:cxn ang="0">
                  <a:pos x="T8" y="T9"/>
                </a:cxn>
              </a:cxnLst>
              <a:rect l="0" t="0" r="r" b="b"/>
              <a:pathLst>
                <a:path w="36" h="373">
                  <a:moveTo>
                    <a:pt x="0" y="372"/>
                  </a:moveTo>
                  <a:lnTo>
                    <a:pt x="35" y="372"/>
                  </a:lnTo>
                  <a:lnTo>
                    <a:pt x="35"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2" name="Freeform 78">
              <a:extLst>
                <a:ext uri="{FF2B5EF4-FFF2-40B4-BE49-F238E27FC236}">
                  <a16:creationId xmlns:a16="http://schemas.microsoft.com/office/drawing/2014/main" id="{362AC904-7022-ADE8-49E1-482B2CC893F9}"/>
                </a:ext>
              </a:extLst>
            </p:cNvPr>
            <p:cNvSpPr>
              <a:spLocks noChangeArrowheads="1"/>
            </p:cNvSpPr>
            <p:nvPr/>
          </p:nvSpPr>
          <p:spPr bwMode="auto">
            <a:xfrm>
              <a:off x="1570038" y="4113213"/>
              <a:ext cx="104775" cy="134937"/>
            </a:xfrm>
            <a:custGeom>
              <a:avLst/>
              <a:gdLst>
                <a:gd name="T0" fmla="*/ 250 w 291"/>
                <a:gd name="T1" fmla="*/ 308 h 373"/>
                <a:gd name="T2" fmla="*/ 250 w 291"/>
                <a:gd name="T3" fmla="*/ 308 h 373"/>
                <a:gd name="T4" fmla="*/ 241 w 291"/>
                <a:gd name="T5" fmla="*/ 294 h 373"/>
                <a:gd name="T6" fmla="*/ 38 w 291"/>
                <a:gd name="T7" fmla="*/ 0 h 373"/>
                <a:gd name="T8" fmla="*/ 0 w 291"/>
                <a:gd name="T9" fmla="*/ 0 h 373"/>
                <a:gd name="T10" fmla="*/ 0 w 291"/>
                <a:gd name="T11" fmla="*/ 372 h 373"/>
                <a:gd name="T12" fmla="*/ 34 w 291"/>
                <a:gd name="T13" fmla="*/ 372 h 373"/>
                <a:gd name="T14" fmla="*/ 34 w 291"/>
                <a:gd name="T15" fmla="*/ 84 h 373"/>
                <a:gd name="T16" fmla="*/ 34 w 291"/>
                <a:gd name="T17" fmla="*/ 64 h 373"/>
                <a:gd name="T18" fmla="*/ 33 w 291"/>
                <a:gd name="T19" fmla="*/ 50 h 373"/>
                <a:gd name="T20" fmla="*/ 34 w 291"/>
                <a:gd name="T21" fmla="*/ 50 h 373"/>
                <a:gd name="T22" fmla="*/ 41 w 291"/>
                <a:gd name="T23" fmla="*/ 62 h 373"/>
                <a:gd name="T24" fmla="*/ 48 w 291"/>
                <a:gd name="T25" fmla="*/ 73 h 373"/>
                <a:gd name="T26" fmla="*/ 254 w 291"/>
                <a:gd name="T27" fmla="*/ 372 h 373"/>
                <a:gd name="T28" fmla="*/ 290 w 291"/>
                <a:gd name="T29" fmla="*/ 372 h 373"/>
                <a:gd name="T30" fmla="*/ 290 w 291"/>
                <a:gd name="T31" fmla="*/ 0 h 373"/>
                <a:gd name="T32" fmla="*/ 255 w 291"/>
                <a:gd name="T33" fmla="*/ 0 h 373"/>
                <a:gd name="T34" fmla="*/ 255 w 291"/>
                <a:gd name="T35" fmla="*/ 276 h 373"/>
                <a:gd name="T36" fmla="*/ 255 w 291"/>
                <a:gd name="T37" fmla="*/ 300 h 373"/>
                <a:gd name="T38" fmla="*/ 258 w 291"/>
                <a:gd name="T39" fmla="*/ 319 h 373"/>
                <a:gd name="T40" fmla="*/ 256 w 291"/>
                <a:gd name="T41" fmla="*/ 319 h 373"/>
                <a:gd name="T42" fmla="*/ 250 w 291"/>
                <a:gd name="T43" fmla="*/ 30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0" y="308"/>
                  </a:moveTo>
                  <a:lnTo>
                    <a:pt x="250" y="308"/>
                  </a:lnTo>
                  <a:cubicBezTo>
                    <a:pt x="247" y="304"/>
                    <a:pt x="244" y="300"/>
                    <a:pt x="241" y="294"/>
                  </a:cubicBezTo>
                  <a:cubicBezTo>
                    <a:pt x="38" y="0"/>
                    <a:pt x="38" y="0"/>
                    <a:pt x="38"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4" y="58"/>
                    <a:pt x="33" y="54"/>
                    <a:pt x="33" y="50"/>
                  </a:cubicBezTo>
                  <a:cubicBezTo>
                    <a:pt x="34" y="50"/>
                    <a:pt x="34" y="50"/>
                    <a:pt x="34" y="50"/>
                  </a:cubicBezTo>
                  <a:cubicBezTo>
                    <a:pt x="35" y="54"/>
                    <a:pt x="38" y="58"/>
                    <a:pt x="41" y="62"/>
                  </a:cubicBezTo>
                  <a:cubicBezTo>
                    <a:pt x="42"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6" y="307"/>
                    <a:pt x="256" y="314"/>
                    <a:pt x="258" y="319"/>
                  </a:cubicBezTo>
                  <a:cubicBezTo>
                    <a:pt x="256" y="319"/>
                    <a:pt x="256" y="319"/>
                    <a:pt x="256" y="319"/>
                  </a:cubicBezTo>
                  <a:cubicBezTo>
                    <a:pt x="254" y="315"/>
                    <a:pt x="251" y="312"/>
                    <a:pt x="250" y="3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3" name="Freeform 79">
              <a:extLst>
                <a:ext uri="{FF2B5EF4-FFF2-40B4-BE49-F238E27FC236}">
                  <a16:creationId xmlns:a16="http://schemas.microsoft.com/office/drawing/2014/main" id="{6A1778AB-001B-E1EE-284E-1DA296C2A70B}"/>
                </a:ext>
              </a:extLst>
            </p:cNvPr>
            <p:cNvSpPr>
              <a:spLocks noChangeArrowheads="1"/>
            </p:cNvSpPr>
            <p:nvPr/>
          </p:nvSpPr>
          <p:spPr bwMode="auto">
            <a:xfrm>
              <a:off x="1709738" y="4113213"/>
              <a:ext cx="68262" cy="134937"/>
            </a:xfrm>
            <a:custGeom>
              <a:avLst/>
              <a:gdLst>
                <a:gd name="T0" fmla="*/ 181 w 191"/>
                <a:gd name="T1" fmla="*/ 32 h 373"/>
                <a:gd name="T2" fmla="*/ 181 w 191"/>
                <a:gd name="T3" fmla="*/ 0 h 373"/>
                <a:gd name="T4" fmla="*/ 0 w 191"/>
                <a:gd name="T5" fmla="*/ 0 h 373"/>
                <a:gd name="T6" fmla="*/ 0 w 191"/>
                <a:gd name="T7" fmla="*/ 372 h 373"/>
                <a:gd name="T8" fmla="*/ 190 w 191"/>
                <a:gd name="T9" fmla="*/ 372 h 373"/>
                <a:gd name="T10" fmla="*/ 190 w 191"/>
                <a:gd name="T11" fmla="*/ 340 h 373"/>
                <a:gd name="T12" fmla="*/ 35 w 191"/>
                <a:gd name="T13" fmla="*/ 340 h 373"/>
                <a:gd name="T14" fmla="*/ 35 w 191"/>
                <a:gd name="T15" fmla="*/ 199 h 373"/>
                <a:gd name="T16" fmla="*/ 170 w 191"/>
                <a:gd name="T17" fmla="*/ 199 h 373"/>
                <a:gd name="T18" fmla="*/ 170 w 191"/>
                <a:gd name="T19" fmla="*/ 169 h 373"/>
                <a:gd name="T20" fmla="*/ 35 w 191"/>
                <a:gd name="T21" fmla="*/ 169 h 373"/>
                <a:gd name="T22" fmla="*/ 35 w 191"/>
                <a:gd name="T23" fmla="*/ 32 h 373"/>
                <a:gd name="T24" fmla="*/ 181 w 191"/>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81" y="32"/>
                  </a:moveTo>
                  <a:lnTo>
                    <a:pt x="181" y="0"/>
                  </a:lnTo>
                  <a:lnTo>
                    <a:pt x="0" y="0"/>
                  </a:lnTo>
                  <a:lnTo>
                    <a:pt x="0" y="372"/>
                  </a:lnTo>
                  <a:lnTo>
                    <a:pt x="190" y="372"/>
                  </a:lnTo>
                  <a:lnTo>
                    <a:pt x="190" y="340"/>
                  </a:lnTo>
                  <a:lnTo>
                    <a:pt x="35" y="340"/>
                  </a:lnTo>
                  <a:lnTo>
                    <a:pt x="35" y="199"/>
                  </a:lnTo>
                  <a:lnTo>
                    <a:pt x="170" y="199"/>
                  </a:lnTo>
                  <a:lnTo>
                    <a:pt x="170" y="169"/>
                  </a:lnTo>
                  <a:lnTo>
                    <a:pt x="35" y="169"/>
                  </a:lnTo>
                  <a:lnTo>
                    <a:pt x="35"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4" name="Freeform 80">
              <a:extLst>
                <a:ext uri="{FF2B5EF4-FFF2-40B4-BE49-F238E27FC236}">
                  <a16:creationId xmlns:a16="http://schemas.microsoft.com/office/drawing/2014/main" id="{32427EA5-A88E-CB54-DC77-C6A1FDB442B4}"/>
                </a:ext>
              </a:extLst>
            </p:cNvPr>
            <p:cNvSpPr>
              <a:spLocks noChangeArrowheads="1"/>
            </p:cNvSpPr>
            <p:nvPr/>
          </p:nvSpPr>
          <p:spPr bwMode="auto">
            <a:xfrm>
              <a:off x="185737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5" name="Freeform 81">
              <a:extLst>
                <a:ext uri="{FF2B5EF4-FFF2-40B4-BE49-F238E27FC236}">
                  <a16:creationId xmlns:a16="http://schemas.microsoft.com/office/drawing/2014/main" id="{10135DBD-1F56-FFA4-9DA5-D71C029D36AF}"/>
                </a:ext>
              </a:extLst>
            </p:cNvPr>
            <p:cNvSpPr>
              <a:spLocks noChangeArrowheads="1"/>
            </p:cNvSpPr>
            <p:nvPr/>
          </p:nvSpPr>
          <p:spPr bwMode="auto">
            <a:xfrm>
              <a:off x="1897063" y="4111625"/>
              <a:ext cx="98425" cy="138113"/>
            </a:xfrm>
            <a:custGeom>
              <a:avLst/>
              <a:gdLst>
                <a:gd name="T0" fmla="*/ 109 w 273"/>
                <a:gd name="T1" fmla="*/ 15 h 385"/>
                <a:gd name="T2" fmla="*/ 109 w 273"/>
                <a:gd name="T3" fmla="*/ 15 h 385"/>
                <a:gd name="T4" fmla="*/ 51 w 273"/>
                <a:gd name="T5" fmla="*/ 56 h 385"/>
                <a:gd name="T6" fmla="*/ 14 w 273"/>
                <a:gd name="T7" fmla="*/ 120 h 385"/>
                <a:gd name="T8" fmla="*/ 0 w 273"/>
                <a:gd name="T9" fmla="*/ 199 h 385"/>
                <a:gd name="T10" fmla="*/ 12 w 273"/>
                <a:gd name="T11" fmla="*/ 272 h 385"/>
                <a:gd name="T12" fmla="*/ 47 w 273"/>
                <a:gd name="T13" fmla="*/ 331 h 385"/>
                <a:gd name="T14" fmla="*/ 102 w 273"/>
                <a:gd name="T15" fmla="*/ 370 h 385"/>
                <a:gd name="T16" fmla="*/ 174 w 273"/>
                <a:gd name="T17" fmla="*/ 384 h 385"/>
                <a:gd name="T18" fmla="*/ 272 w 273"/>
                <a:gd name="T19" fmla="*/ 363 h 385"/>
                <a:gd name="T20" fmla="*/ 272 w 273"/>
                <a:gd name="T21" fmla="*/ 330 h 385"/>
                <a:gd name="T22" fmla="*/ 178 w 273"/>
                <a:gd name="T23" fmla="*/ 352 h 385"/>
                <a:gd name="T24" fmla="*/ 116 w 273"/>
                <a:gd name="T25" fmla="*/ 339 h 385"/>
                <a:gd name="T26" fmla="*/ 72 w 273"/>
                <a:gd name="T27" fmla="*/ 306 h 385"/>
                <a:gd name="T28" fmla="*/ 46 w 273"/>
                <a:gd name="T29" fmla="*/ 257 h 385"/>
                <a:gd name="T30" fmla="*/ 36 w 273"/>
                <a:gd name="T31" fmla="*/ 196 h 385"/>
                <a:gd name="T32" fmla="*/ 47 w 273"/>
                <a:gd name="T33" fmla="*/ 129 h 385"/>
                <a:gd name="T34" fmla="*/ 76 w 273"/>
                <a:gd name="T35" fmla="*/ 77 h 385"/>
                <a:gd name="T36" fmla="*/ 123 w 273"/>
                <a:gd name="T37" fmla="*/ 42 h 385"/>
                <a:gd name="T38" fmla="*/ 186 w 273"/>
                <a:gd name="T39" fmla="*/ 30 h 385"/>
                <a:gd name="T40" fmla="*/ 272 w 273"/>
                <a:gd name="T41" fmla="*/ 51 h 385"/>
                <a:gd name="T42" fmla="*/ 272 w 273"/>
                <a:gd name="T43" fmla="*/ 13 h 385"/>
                <a:gd name="T44" fmla="*/ 188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4"/>
                    <a:pt x="68" y="38"/>
                    <a:pt x="51" y="56"/>
                  </a:cubicBezTo>
                  <a:cubicBezTo>
                    <a:pt x="35" y="74"/>
                    <a:pt x="22" y="95"/>
                    <a:pt x="14" y="120"/>
                  </a:cubicBezTo>
                  <a:cubicBezTo>
                    <a:pt x="4" y="143"/>
                    <a:pt x="0" y="170"/>
                    <a:pt x="0" y="199"/>
                  </a:cubicBezTo>
                  <a:cubicBezTo>
                    <a:pt x="0" y="225"/>
                    <a:pt x="4" y="250"/>
                    <a:pt x="12" y="272"/>
                  </a:cubicBezTo>
                  <a:cubicBezTo>
                    <a:pt x="21" y="295"/>
                    <a:pt x="32" y="315"/>
                    <a:pt x="47" y="331"/>
                  </a:cubicBezTo>
                  <a:cubicBezTo>
                    <a:pt x="62" y="348"/>
                    <a:pt x="81" y="360"/>
                    <a:pt x="102" y="370"/>
                  </a:cubicBezTo>
                  <a:cubicBezTo>
                    <a:pt x="124" y="378"/>
                    <a:pt x="148" y="384"/>
                    <a:pt x="174" y="384"/>
                  </a:cubicBezTo>
                  <a:cubicBezTo>
                    <a:pt x="210" y="384"/>
                    <a:pt x="243" y="377"/>
                    <a:pt x="272" y="363"/>
                  </a:cubicBezTo>
                  <a:cubicBezTo>
                    <a:pt x="272" y="330"/>
                    <a:pt x="272" y="330"/>
                    <a:pt x="272" y="330"/>
                  </a:cubicBezTo>
                  <a:cubicBezTo>
                    <a:pt x="244" y="345"/>
                    <a:pt x="214" y="352"/>
                    <a:pt x="178" y="352"/>
                  </a:cubicBezTo>
                  <a:cubicBezTo>
                    <a:pt x="155" y="352"/>
                    <a:pt x="134" y="348"/>
                    <a:pt x="116" y="339"/>
                  </a:cubicBezTo>
                  <a:cubicBezTo>
                    <a:pt x="98" y="331"/>
                    <a:pt x="84" y="320"/>
                    <a:pt x="72" y="306"/>
                  </a:cubicBezTo>
                  <a:cubicBezTo>
                    <a:pt x="61" y="291"/>
                    <a:pt x="51" y="274"/>
                    <a:pt x="46" y="257"/>
                  </a:cubicBezTo>
                  <a:cubicBezTo>
                    <a:pt x="39" y="237"/>
                    <a:pt x="36" y="216"/>
                    <a:pt x="36" y="196"/>
                  </a:cubicBezTo>
                  <a:cubicBezTo>
                    <a:pt x="36" y="172"/>
                    <a:pt x="40" y="150"/>
                    <a:pt x="47" y="129"/>
                  </a:cubicBezTo>
                  <a:cubicBezTo>
                    <a:pt x="52" y="110"/>
                    <a:pt x="64" y="92"/>
                    <a:pt x="76" y="77"/>
                  </a:cubicBezTo>
                  <a:cubicBezTo>
                    <a:pt x="88" y="63"/>
                    <a:pt x="104" y="51"/>
                    <a:pt x="123" y="42"/>
                  </a:cubicBezTo>
                  <a:cubicBezTo>
                    <a:pt x="141" y="34"/>
                    <a:pt x="163" y="30"/>
                    <a:pt x="186" y="30"/>
                  </a:cubicBezTo>
                  <a:cubicBezTo>
                    <a:pt x="217" y="30"/>
                    <a:pt x="246" y="37"/>
                    <a:pt x="272" y="51"/>
                  </a:cubicBezTo>
                  <a:cubicBezTo>
                    <a:pt x="272" y="13"/>
                    <a:pt x="272" y="13"/>
                    <a:pt x="272" y="13"/>
                  </a:cubicBezTo>
                  <a:cubicBezTo>
                    <a:pt x="247" y="4"/>
                    <a:pt x="218" y="0"/>
                    <a:pt x="188" y="0"/>
                  </a:cubicBezTo>
                  <a:cubicBezTo>
                    <a:pt x="159" y="0"/>
                    <a:pt x="133" y="4"/>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6" name="Freeform 82">
              <a:extLst>
                <a:ext uri="{FF2B5EF4-FFF2-40B4-BE49-F238E27FC236}">
                  <a16:creationId xmlns:a16="http://schemas.microsoft.com/office/drawing/2014/main" id="{ECF83077-99B9-E7A4-6E48-825967A71D6C}"/>
                </a:ext>
              </a:extLst>
            </p:cNvPr>
            <p:cNvSpPr>
              <a:spLocks noChangeArrowheads="1"/>
            </p:cNvSpPr>
            <p:nvPr/>
          </p:nvSpPr>
          <p:spPr bwMode="auto">
            <a:xfrm>
              <a:off x="2012950" y="4111625"/>
              <a:ext cx="125413" cy="138113"/>
            </a:xfrm>
            <a:custGeom>
              <a:avLst/>
              <a:gdLst>
                <a:gd name="T0" fmla="*/ 304 w 350"/>
                <a:gd name="T1" fmla="*/ 327 h 385"/>
                <a:gd name="T2" fmla="*/ 304 w 350"/>
                <a:gd name="T3" fmla="*/ 327 h 385"/>
                <a:gd name="T4" fmla="*/ 338 w 350"/>
                <a:gd name="T5" fmla="*/ 263 h 385"/>
                <a:gd name="T6" fmla="*/ 349 w 350"/>
                <a:gd name="T7" fmla="*/ 186 h 385"/>
                <a:gd name="T8" fmla="*/ 338 w 350"/>
                <a:gd name="T9" fmla="*/ 112 h 385"/>
                <a:gd name="T10" fmla="*/ 304 w 350"/>
                <a:gd name="T11" fmla="*/ 52 h 385"/>
                <a:gd name="T12" fmla="*/ 251 w 350"/>
                <a:gd name="T13" fmla="*/ 13 h 385"/>
                <a:gd name="T14" fmla="*/ 179 w 350"/>
                <a:gd name="T15" fmla="*/ 0 h 385"/>
                <a:gd name="T16" fmla="*/ 103 w 350"/>
                <a:gd name="T17" fmla="*/ 13 h 385"/>
                <a:gd name="T18" fmla="*/ 47 w 350"/>
                <a:gd name="T19" fmla="*/ 53 h 385"/>
                <a:gd name="T20" fmla="*/ 12 w 350"/>
                <a:gd name="T21" fmla="*/ 116 h 385"/>
                <a:gd name="T22" fmla="*/ 0 w 350"/>
                <a:gd name="T23" fmla="*/ 196 h 385"/>
                <a:gd name="T24" fmla="*/ 12 w 350"/>
                <a:gd name="T25" fmla="*/ 269 h 385"/>
                <a:gd name="T26" fmla="*/ 47 w 350"/>
                <a:gd name="T27" fmla="*/ 328 h 385"/>
                <a:gd name="T28" fmla="*/ 101 w 350"/>
                <a:gd name="T29" fmla="*/ 368 h 385"/>
                <a:gd name="T30" fmla="*/ 174 w 350"/>
                <a:gd name="T31" fmla="*/ 384 h 385"/>
                <a:gd name="T32" fmla="*/ 248 w 350"/>
                <a:gd name="T33" fmla="*/ 368 h 385"/>
                <a:gd name="T34" fmla="*/ 304 w 350"/>
                <a:gd name="T35" fmla="*/ 327 h 385"/>
                <a:gd name="T36" fmla="*/ 174 w 350"/>
                <a:gd name="T37" fmla="*/ 352 h 385"/>
                <a:gd name="T38" fmla="*/ 174 w 350"/>
                <a:gd name="T39" fmla="*/ 352 h 385"/>
                <a:gd name="T40" fmla="*/ 113 w 350"/>
                <a:gd name="T41" fmla="*/ 338 h 385"/>
                <a:gd name="T42" fmla="*/ 70 w 350"/>
                <a:gd name="T43" fmla="*/ 303 h 385"/>
                <a:gd name="T44" fmla="*/ 44 w 350"/>
                <a:gd name="T45" fmla="*/ 252 h 385"/>
                <a:gd name="T46" fmla="*/ 36 w 350"/>
                <a:gd name="T47" fmla="*/ 192 h 385"/>
                <a:gd name="T48" fmla="*/ 45 w 350"/>
                <a:gd name="T49" fmla="*/ 129 h 385"/>
                <a:gd name="T50" fmla="*/ 73 w 350"/>
                <a:gd name="T51" fmla="*/ 78 h 385"/>
                <a:gd name="T52" fmla="*/ 117 w 350"/>
                <a:gd name="T53" fmla="*/ 44 h 385"/>
                <a:gd name="T54" fmla="*/ 177 w 350"/>
                <a:gd name="T55" fmla="*/ 30 h 385"/>
                <a:gd name="T56" fmla="*/ 239 w 350"/>
                <a:gd name="T57" fmla="*/ 44 h 385"/>
                <a:gd name="T58" fmla="*/ 282 w 350"/>
                <a:gd name="T59" fmla="*/ 78 h 385"/>
                <a:gd name="T60" fmla="*/ 305 w 350"/>
                <a:gd name="T61" fmla="*/ 129 h 385"/>
                <a:gd name="T62" fmla="*/ 313 w 350"/>
                <a:gd name="T63" fmla="*/ 192 h 385"/>
                <a:gd name="T64" fmla="*/ 305 w 350"/>
                <a:gd name="T65" fmla="*/ 255 h 385"/>
                <a:gd name="T66" fmla="*/ 277 w 350"/>
                <a:gd name="T67" fmla="*/ 306 h 385"/>
                <a:gd name="T68" fmla="*/ 235 w 350"/>
                <a:gd name="T69" fmla="*/ 339 h 385"/>
                <a:gd name="T70" fmla="*/ 174 w 350"/>
                <a:gd name="T71" fmla="*/ 35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304" y="327"/>
                  </a:moveTo>
                  <a:lnTo>
                    <a:pt x="304" y="327"/>
                  </a:lnTo>
                  <a:cubicBezTo>
                    <a:pt x="319" y="309"/>
                    <a:pt x="330" y="288"/>
                    <a:pt x="338" y="263"/>
                  </a:cubicBezTo>
                  <a:cubicBezTo>
                    <a:pt x="345" y="240"/>
                    <a:pt x="349" y="214"/>
                    <a:pt x="349" y="186"/>
                  </a:cubicBezTo>
                  <a:cubicBezTo>
                    <a:pt x="349" y="158"/>
                    <a:pt x="345" y="134"/>
                    <a:pt x="338" y="112"/>
                  </a:cubicBezTo>
                  <a:cubicBezTo>
                    <a:pt x="330" y="88"/>
                    <a:pt x="319" y="69"/>
                    <a:pt x="304" y="52"/>
                  </a:cubicBezTo>
                  <a:cubicBezTo>
                    <a:pt x="290" y="36"/>
                    <a:pt x="272" y="23"/>
                    <a:pt x="251" y="13"/>
                  </a:cubicBezTo>
                  <a:cubicBezTo>
                    <a:pt x="229" y="4"/>
                    <a:pt x="206" y="0"/>
                    <a:pt x="179" y="0"/>
                  </a:cubicBezTo>
                  <a:cubicBezTo>
                    <a:pt x="152" y="0"/>
                    <a:pt x="126" y="4"/>
                    <a:pt x="103" y="13"/>
                  </a:cubicBezTo>
                  <a:cubicBezTo>
                    <a:pt x="81" y="23"/>
                    <a:pt x="63" y="37"/>
                    <a:pt x="47" y="53"/>
                  </a:cubicBezTo>
                  <a:cubicBezTo>
                    <a:pt x="32" y="70"/>
                    <a:pt x="21" y="91"/>
                    <a:pt x="12" y="116"/>
                  </a:cubicBezTo>
                  <a:cubicBezTo>
                    <a:pt x="4" y="139"/>
                    <a:pt x="0" y="167"/>
                    <a:pt x="0" y="196"/>
                  </a:cubicBezTo>
                  <a:cubicBezTo>
                    <a:pt x="0" y="222"/>
                    <a:pt x="4" y="245"/>
                    <a:pt x="12" y="269"/>
                  </a:cubicBezTo>
                  <a:cubicBezTo>
                    <a:pt x="21" y="291"/>
                    <a:pt x="32" y="312"/>
                    <a:pt x="47" y="328"/>
                  </a:cubicBezTo>
                  <a:cubicBezTo>
                    <a:pt x="62" y="345"/>
                    <a:pt x="80" y="359"/>
                    <a:pt x="101" y="368"/>
                  </a:cubicBezTo>
                  <a:cubicBezTo>
                    <a:pt x="123" y="378"/>
                    <a:pt x="146" y="384"/>
                    <a:pt x="174" y="384"/>
                  </a:cubicBezTo>
                  <a:cubicBezTo>
                    <a:pt x="201" y="384"/>
                    <a:pt x="228" y="378"/>
                    <a:pt x="248" y="368"/>
                  </a:cubicBezTo>
                  <a:cubicBezTo>
                    <a:pt x="271" y="359"/>
                    <a:pt x="288" y="345"/>
                    <a:pt x="304" y="327"/>
                  </a:cubicBezTo>
                  <a:close/>
                  <a:moveTo>
                    <a:pt x="174" y="352"/>
                  </a:moveTo>
                  <a:lnTo>
                    <a:pt x="174" y="352"/>
                  </a:lnTo>
                  <a:cubicBezTo>
                    <a:pt x="150" y="352"/>
                    <a:pt x="130" y="348"/>
                    <a:pt x="113" y="338"/>
                  </a:cubicBezTo>
                  <a:cubicBezTo>
                    <a:pt x="95" y="330"/>
                    <a:pt x="81" y="317"/>
                    <a:pt x="70" y="303"/>
                  </a:cubicBezTo>
                  <a:cubicBezTo>
                    <a:pt x="58" y="288"/>
                    <a:pt x="50" y="272"/>
                    <a:pt x="44" y="252"/>
                  </a:cubicBezTo>
                  <a:cubicBezTo>
                    <a:pt x="38" y="233"/>
                    <a:pt x="36" y="212"/>
                    <a:pt x="36" y="192"/>
                  </a:cubicBezTo>
                  <a:cubicBezTo>
                    <a:pt x="36" y="170"/>
                    <a:pt x="40" y="149"/>
                    <a:pt x="45" y="129"/>
                  </a:cubicBezTo>
                  <a:cubicBezTo>
                    <a:pt x="52" y="110"/>
                    <a:pt x="61" y="92"/>
                    <a:pt x="73" y="78"/>
                  </a:cubicBezTo>
                  <a:cubicBezTo>
                    <a:pt x="84" y="63"/>
                    <a:pt x="99" y="52"/>
                    <a:pt x="117" y="44"/>
                  </a:cubicBezTo>
                  <a:cubicBezTo>
                    <a:pt x="134" y="34"/>
                    <a:pt x="154" y="30"/>
                    <a:pt x="177" y="30"/>
                  </a:cubicBezTo>
                  <a:cubicBezTo>
                    <a:pt x="200" y="30"/>
                    <a:pt x="221" y="34"/>
                    <a:pt x="239" y="44"/>
                  </a:cubicBezTo>
                  <a:cubicBezTo>
                    <a:pt x="255" y="52"/>
                    <a:pt x="271" y="63"/>
                    <a:pt x="282" y="78"/>
                  </a:cubicBezTo>
                  <a:cubicBezTo>
                    <a:pt x="293" y="92"/>
                    <a:pt x="301" y="110"/>
                    <a:pt x="305" y="129"/>
                  </a:cubicBezTo>
                  <a:cubicBezTo>
                    <a:pt x="311" y="149"/>
                    <a:pt x="313" y="170"/>
                    <a:pt x="313" y="192"/>
                  </a:cubicBezTo>
                  <a:cubicBezTo>
                    <a:pt x="313" y="214"/>
                    <a:pt x="311" y="236"/>
                    <a:pt x="305" y="255"/>
                  </a:cubicBezTo>
                  <a:cubicBezTo>
                    <a:pt x="298" y="274"/>
                    <a:pt x="290" y="292"/>
                    <a:pt x="277" y="306"/>
                  </a:cubicBezTo>
                  <a:cubicBezTo>
                    <a:pt x="266" y="320"/>
                    <a:pt x="251" y="331"/>
                    <a:pt x="235" y="339"/>
                  </a:cubicBezTo>
                  <a:cubicBezTo>
                    <a:pt x="217" y="348"/>
                    <a:pt x="196" y="352"/>
                    <a:pt x="174" y="3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7" name="Freeform 83">
              <a:extLst>
                <a:ext uri="{FF2B5EF4-FFF2-40B4-BE49-F238E27FC236}">
                  <a16:creationId xmlns:a16="http://schemas.microsoft.com/office/drawing/2014/main" id="{B0539474-2DA6-877D-5AE8-C153073E2FD5}"/>
                </a:ext>
              </a:extLst>
            </p:cNvPr>
            <p:cNvSpPr>
              <a:spLocks noChangeArrowheads="1"/>
            </p:cNvSpPr>
            <p:nvPr/>
          </p:nvSpPr>
          <p:spPr bwMode="auto">
            <a:xfrm>
              <a:off x="2165350" y="4113213"/>
              <a:ext cx="104775" cy="134937"/>
            </a:xfrm>
            <a:custGeom>
              <a:avLst/>
              <a:gdLst>
                <a:gd name="T0" fmla="*/ 40 w 291"/>
                <a:gd name="T1" fmla="*/ 62 h 373"/>
                <a:gd name="T2" fmla="*/ 40 w 291"/>
                <a:gd name="T3" fmla="*/ 62 h 373"/>
                <a:gd name="T4" fmla="*/ 48 w 291"/>
                <a:gd name="T5" fmla="*/ 73 h 373"/>
                <a:gd name="T6" fmla="*/ 254 w 291"/>
                <a:gd name="T7" fmla="*/ 372 h 373"/>
                <a:gd name="T8" fmla="*/ 290 w 291"/>
                <a:gd name="T9" fmla="*/ 372 h 373"/>
                <a:gd name="T10" fmla="*/ 290 w 291"/>
                <a:gd name="T11" fmla="*/ 0 h 373"/>
                <a:gd name="T12" fmla="*/ 255 w 291"/>
                <a:gd name="T13" fmla="*/ 0 h 373"/>
                <a:gd name="T14" fmla="*/ 255 w 291"/>
                <a:gd name="T15" fmla="*/ 276 h 373"/>
                <a:gd name="T16" fmla="*/ 255 w 291"/>
                <a:gd name="T17" fmla="*/ 300 h 373"/>
                <a:gd name="T18" fmla="*/ 257 w 291"/>
                <a:gd name="T19" fmla="*/ 319 h 373"/>
                <a:gd name="T20" fmla="*/ 255 w 291"/>
                <a:gd name="T21" fmla="*/ 319 h 373"/>
                <a:gd name="T22" fmla="*/ 248 w 291"/>
                <a:gd name="T23" fmla="*/ 308 h 373"/>
                <a:gd name="T24" fmla="*/ 240 w 291"/>
                <a:gd name="T25" fmla="*/ 294 h 373"/>
                <a:gd name="T26" fmla="*/ 39 w 291"/>
                <a:gd name="T27" fmla="*/ 0 h 373"/>
                <a:gd name="T28" fmla="*/ 0 w 291"/>
                <a:gd name="T29" fmla="*/ 0 h 373"/>
                <a:gd name="T30" fmla="*/ 0 w 291"/>
                <a:gd name="T31" fmla="*/ 372 h 373"/>
                <a:gd name="T32" fmla="*/ 34 w 291"/>
                <a:gd name="T33" fmla="*/ 372 h 373"/>
                <a:gd name="T34" fmla="*/ 34 w 291"/>
                <a:gd name="T35" fmla="*/ 84 h 373"/>
                <a:gd name="T36" fmla="*/ 34 w 291"/>
                <a:gd name="T37" fmla="*/ 64 h 373"/>
                <a:gd name="T38" fmla="*/ 33 w 291"/>
                <a:gd name="T39" fmla="*/ 50 h 373"/>
                <a:gd name="T40" fmla="*/ 34 w 291"/>
                <a:gd name="T41" fmla="*/ 50 h 373"/>
                <a:gd name="T42" fmla="*/ 40 w 291"/>
                <a:gd name="T43" fmla="*/ 6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40" y="62"/>
                  </a:moveTo>
                  <a:lnTo>
                    <a:pt x="40" y="62"/>
                  </a:lnTo>
                  <a:cubicBezTo>
                    <a:pt x="43"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7" y="307"/>
                    <a:pt x="257" y="314"/>
                    <a:pt x="257" y="319"/>
                  </a:cubicBezTo>
                  <a:cubicBezTo>
                    <a:pt x="255" y="319"/>
                    <a:pt x="255" y="319"/>
                    <a:pt x="255" y="319"/>
                  </a:cubicBezTo>
                  <a:cubicBezTo>
                    <a:pt x="254" y="315"/>
                    <a:pt x="251" y="312"/>
                    <a:pt x="248" y="308"/>
                  </a:cubicBezTo>
                  <a:cubicBezTo>
                    <a:pt x="247" y="304"/>
                    <a:pt x="244" y="300"/>
                    <a:pt x="240" y="294"/>
                  </a:cubicBezTo>
                  <a:cubicBezTo>
                    <a:pt x="39" y="0"/>
                    <a:pt x="39" y="0"/>
                    <a:pt x="39"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3" y="58"/>
                    <a:pt x="33" y="54"/>
                    <a:pt x="33" y="50"/>
                  </a:cubicBezTo>
                  <a:cubicBezTo>
                    <a:pt x="34" y="50"/>
                    <a:pt x="34" y="50"/>
                    <a:pt x="34" y="50"/>
                  </a:cubicBezTo>
                  <a:cubicBezTo>
                    <a:pt x="36" y="54"/>
                    <a:pt x="39"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8" name="Freeform 84">
              <a:extLst>
                <a:ext uri="{FF2B5EF4-FFF2-40B4-BE49-F238E27FC236}">
                  <a16:creationId xmlns:a16="http://schemas.microsoft.com/office/drawing/2014/main" id="{FA119E0D-6A57-9ED7-535E-7FBDDF87A2A1}"/>
                </a:ext>
              </a:extLst>
            </p:cNvPr>
            <p:cNvSpPr>
              <a:spLocks noChangeArrowheads="1"/>
            </p:cNvSpPr>
            <p:nvPr/>
          </p:nvSpPr>
          <p:spPr bwMode="auto">
            <a:xfrm>
              <a:off x="2298700" y="4111625"/>
              <a:ext cx="76200" cy="138113"/>
            </a:xfrm>
            <a:custGeom>
              <a:avLst/>
              <a:gdLst>
                <a:gd name="T0" fmla="*/ 188 w 213"/>
                <a:gd name="T1" fmla="*/ 226 h 383"/>
                <a:gd name="T2" fmla="*/ 188 w 213"/>
                <a:gd name="T3" fmla="*/ 226 h 383"/>
                <a:gd name="T4" fmla="*/ 159 w 213"/>
                <a:gd name="T5" fmla="*/ 201 h 383"/>
                <a:gd name="T6" fmla="*/ 119 w 213"/>
                <a:gd name="T7" fmla="*/ 176 h 383"/>
                <a:gd name="T8" fmla="*/ 81 w 213"/>
                <a:gd name="T9" fmla="*/ 156 h 383"/>
                <a:gd name="T10" fmla="*/ 56 w 213"/>
                <a:gd name="T11" fmla="*/ 138 h 383"/>
                <a:gd name="T12" fmla="*/ 42 w 213"/>
                <a:gd name="T13" fmla="*/ 117 h 383"/>
                <a:gd name="T14" fmla="*/ 38 w 213"/>
                <a:gd name="T15" fmla="*/ 92 h 383"/>
                <a:gd name="T16" fmla="*/ 45 w 213"/>
                <a:gd name="T17" fmla="*/ 66 h 383"/>
                <a:gd name="T18" fmla="*/ 61 w 213"/>
                <a:gd name="T19" fmla="*/ 47 h 383"/>
                <a:gd name="T20" fmla="*/ 87 w 213"/>
                <a:gd name="T21" fmla="*/ 34 h 383"/>
                <a:gd name="T22" fmla="*/ 119 w 213"/>
                <a:gd name="T23" fmla="*/ 30 h 383"/>
                <a:gd name="T24" fmla="*/ 195 w 213"/>
                <a:gd name="T25" fmla="*/ 49 h 383"/>
                <a:gd name="T26" fmla="*/ 195 w 213"/>
                <a:gd name="T27" fmla="*/ 11 h 383"/>
                <a:gd name="T28" fmla="*/ 122 w 213"/>
                <a:gd name="T29" fmla="*/ 0 h 383"/>
                <a:gd name="T30" fmla="*/ 76 w 213"/>
                <a:gd name="T31" fmla="*/ 5 h 383"/>
                <a:gd name="T32" fmla="*/ 38 w 213"/>
                <a:gd name="T33" fmla="*/ 24 h 383"/>
                <a:gd name="T34" fmla="*/ 11 w 213"/>
                <a:gd name="T35" fmla="*/ 55 h 383"/>
                <a:gd name="T36" fmla="*/ 2 w 213"/>
                <a:gd name="T37" fmla="*/ 96 h 383"/>
                <a:gd name="T38" fmla="*/ 7 w 213"/>
                <a:gd name="T39" fmla="*/ 128 h 383"/>
                <a:gd name="T40" fmla="*/ 22 w 213"/>
                <a:gd name="T41" fmla="*/ 154 h 383"/>
                <a:gd name="T42" fmla="*/ 50 w 213"/>
                <a:gd name="T43" fmla="*/ 178 h 383"/>
                <a:gd name="T44" fmla="*/ 92 w 213"/>
                <a:gd name="T45" fmla="*/ 201 h 383"/>
                <a:gd name="T46" fmla="*/ 129 w 213"/>
                <a:gd name="T47" fmla="*/ 223 h 383"/>
                <a:gd name="T48" fmla="*/ 155 w 213"/>
                <a:gd name="T49" fmla="*/ 243 h 383"/>
                <a:gd name="T50" fmla="*/ 170 w 213"/>
                <a:gd name="T51" fmla="*/ 263 h 383"/>
                <a:gd name="T52" fmla="*/ 174 w 213"/>
                <a:gd name="T53" fmla="*/ 288 h 383"/>
                <a:gd name="T54" fmla="*/ 154 w 213"/>
                <a:gd name="T55" fmla="*/ 335 h 383"/>
                <a:gd name="T56" fmla="*/ 92 w 213"/>
                <a:gd name="T57" fmla="*/ 352 h 383"/>
                <a:gd name="T58" fmla="*/ 68 w 213"/>
                <a:gd name="T59" fmla="*/ 350 h 383"/>
                <a:gd name="T60" fmla="*/ 45 w 213"/>
                <a:gd name="T61" fmla="*/ 344 h 383"/>
                <a:gd name="T62" fmla="*/ 21 w 213"/>
                <a:gd name="T63" fmla="*/ 335 h 383"/>
                <a:gd name="T64" fmla="*/ 0 w 213"/>
                <a:gd name="T65" fmla="*/ 323 h 383"/>
                <a:gd name="T66" fmla="*/ 0 w 213"/>
                <a:gd name="T67" fmla="*/ 363 h 383"/>
                <a:gd name="T68" fmla="*/ 18 w 213"/>
                <a:gd name="T69" fmla="*/ 371 h 383"/>
                <a:gd name="T70" fmla="*/ 43 w 213"/>
                <a:gd name="T71" fmla="*/ 377 h 383"/>
                <a:gd name="T72" fmla="*/ 67 w 213"/>
                <a:gd name="T73" fmla="*/ 381 h 383"/>
                <a:gd name="T74" fmla="*/ 89 w 213"/>
                <a:gd name="T75" fmla="*/ 382 h 383"/>
                <a:gd name="T76" fmla="*/ 137 w 213"/>
                <a:gd name="T77" fmla="*/ 377 h 383"/>
                <a:gd name="T78" fmla="*/ 177 w 213"/>
                <a:gd name="T79" fmla="*/ 359 h 383"/>
                <a:gd name="T80" fmla="*/ 202 w 213"/>
                <a:gd name="T81" fmla="*/ 327 h 383"/>
                <a:gd name="T82" fmla="*/ 212 w 213"/>
                <a:gd name="T83" fmla="*/ 284 h 383"/>
                <a:gd name="T84" fmla="*/ 205 w 213"/>
                <a:gd name="T85" fmla="*/ 252 h 383"/>
                <a:gd name="T86" fmla="*/ 188 w 213"/>
                <a:gd name="T87" fmla="*/ 22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3">
                  <a:moveTo>
                    <a:pt x="188" y="226"/>
                  </a:moveTo>
                  <a:lnTo>
                    <a:pt x="188" y="226"/>
                  </a:lnTo>
                  <a:cubicBezTo>
                    <a:pt x="180" y="216"/>
                    <a:pt x="170" y="208"/>
                    <a:pt x="159" y="201"/>
                  </a:cubicBezTo>
                  <a:cubicBezTo>
                    <a:pt x="148" y="193"/>
                    <a:pt x="134" y="185"/>
                    <a:pt x="119" y="176"/>
                  </a:cubicBezTo>
                  <a:cubicBezTo>
                    <a:pt x="104" y="168"/>
                    <a:pt x="92" y="161"/>
                    <a:pt x="81" y="156"/>
                  </a:cubicBezTo>
                  <a:cubicBezTo>
                    <a:pt x="71" y="149"/>
                    <a:pt x="63" y="143"/>
                    <a:pt x="56" y="138"/>
                  </a:cubicBezTo>
                  <a:cubicBezTo>
                    <a:pt x="50" y="131"/>
                    <a:pt x="45" y="124"/>
                    <a:pt x="42" y="117"/>
                  </a:cubicBezTo>
                  <a:cubicBezTo>
                    <a:pt x="39" y="110"/>
                    <a:pt x="38" y="102"/>
                    <a:pt x="38" y="92"/>
                  </a:cubicBezTo>
                  <a:cubicBezTo>
                    <a:pt x="38" y="82"/>
                    <a:pt x="40" y="73"/>
                    <a:pt x="45" y="66"/>
                  </a:cubicBezTo>
                  <a:cubicBezTo>
                    <a:pt x="49" y="58"/>
                    <a:pt x="54" y="51"/>
                    <a:pt x="61" y="47"/>
                  </a:cubicBezTo>
                  <a:cubicBezTo>
                    <a:pt x="69" y="41"/>
                    <a:pt x="78" y="37"/>
                    <a:pt x="87" y="34"/>
                  </a:cubicBezTo>
                  <a:cubicBezTo>
                    <a:pt x="97" y="31"/>
                    <a:pt x="108" y="30"/>
                    <a:pt x="119" y="30"/>
                  </a:cubicBezTo>
                  <a:cubicBezTo>
                    <a:pt x="148" y="30"/>
                    <a:pt x="174" y="37"/>
                    <a:pt x="195" y="49"/>
                  </a:cubicBezTo>
                  <a:cubicBezTo>
                    <a:pt x="195" y="11"/>
                    <a:pt x="195" y="11"/>
                    <a:pt x="195" y="11"/>
                  </a:cubicBezTo>
                  <a:cubicBezTo>
                    <a:pt x="176" y="4"/>
                    <a:pt x="152" y="0"/>
                    <a:pt x="122" y="0"/>
                  </a:cubicBezTo>
                  <a:cubicBezTo>
                    <a:pt x="105" y="0"/>
                    <a:pt x="90" y="1"/>
                    <a:pt x="76" y="5"/>
                  </a:cubicBezTo>
                  <a:cubicBezTo>
                    <a:pt x="61" y="11"/>
                    <a:pt x="49" y="16"/>
                    <a:pt x="38" y="24"/>
                  </a:cubicBezTo>
                  <a:cubicBezTo>
                    <a:pt x="27" y="33"/>
                    <a:pt x="18" y="44"/>
                    <a:pt x="11" y="55"/>
                  </a:cubicBezTo>
                  <a:cubicBezTo>
                    <a:pt x="6" y="67"/>
                    <a:pt x="2" y="81"/>
                    <a:pt x="2" y="96"/>
                  </a:cubicBezTo>
                  <a:cubicBezTo>
                    <a:pt x="2" y="107"/>
                    <a:pt x="3" y="118"/>
                    <a:pt x="7" y="128"/>
                  </a:cubicBezTo>
                  <a:cubicBezTo>
                    <a:pt x="10" y="138"/>
                    <a:pt x="16" y="146"/>
                    <a:pt x="22" y="154"/>
                  </a:cubicBezTo>
                  <a:cubicBezTo>
                    <a:pt x="29" y="161"/>
                    <a:pt x="39" y="170"/>
                    <a:pt x="50" y="178"/>
                  </a:cubicBezTo>
                  <a:cubicBezTo>
                    <a:pt x="63" y="185"/>
                    <a:pt x="75" y="193"/>
                    <a:pt x="92" y="201"/>
                  </a:cubicBezTo>
                  <a:cubicBezTo>
                    <a:pt x="105" y="210"/>
                    <a:pt x="118" y="216"/>
                    <a:pt x="129" y="223"/>
                  </a:cubicBezTo>
                  <a:cubicBezTo>
                    <a:pt x="140" y="229"/>
                    <a:pt x="148" y="236"/>
                    <a:pt x="155" y="243"/>
                  </a:cubicBezTo>
                  <a:cubicBezTo>
                    <a:pt x="162" y="248"/>
                    <a:pt x="167" y="255"/>
                    <a:pt x="170" y="263"/>
                  </a:cubicBezTo>
                  <a:cubicBezTo>
                    <a:pt x="173" y="270"/>
                    <a:pt x="174" y="279"/>
                    <a:pt x="174" y="288"/>
                  </a:cubicBezTo>
                  <a:cubicBezTo>
                    <a:pt x="174" y="309"/>
                    <a:pt x="167" y="324"/>
                    <a:pt x="154" y="335"/>
                  </a:cubicBezTo>
                  <a:cubicBezTo>
                    <a:pt x="140" y="346"/>
                    <a:pt x="119" y="352"/>
                    <a:pt x="92" y="352"/>
                  </a:cubicBezTo>
                  <a:cubicBezTo>
                    <a:pt x="83" y="352"/>
                    <a:pt x="76" y="350"/>
                    <a:pt x="68" y="350"/>
                  </a:cubicBezTo>
                  <a:cubicBezTo>
                    <a:pt x="60" y="349"/>
                    <a:pt x="53" y="346"/>
                    <a:pt x="45" y="344"/>
                  </a:cubicBezTo>
                  <a:cubicBezTo>
                    <a:pt x="36" y="342"/>
                    <a:pt x="29" y="338"/>
                    <a:pt x="21" y="335"/>
                  </a:cubicBezTo>
                  <a:cubicBezTo>
                    <a:pt x="14" y="331"/>
                    <a:pt x="7" y="327"/>
                    <a:pt x="0" y="323"/>
                  </a:cubicBezTo>
                  <a:cubicBezTo>
                    <a:pt x="0" y="363"/>
                    <a:pt x="0" y="363"/>
                    <a:pt x="0" y="363"/>
                  </a:cubicBezTo>
                  <a:cubicBezTo>
                    <a:pt x="6" y="366"/>
                    <a:pt x="11" y="368"/>
                    <a:pt x="18" y="371"/>
                  </a:cubicBezTo>
                  <a:cubicBezTo>
                    <a:pt x="27" y="374"/>
                    <a:pt x="35" y="375"/>
                    <a:pt x="43" y="377"/>
                  </a:cubicBezTo>
                  <a:cubicBezTo>
                    <a:pt x="51" y="379"/>
                    <a:pt x="60" y="381"/>
                    <a:pt x="67" y="381"/>
                  </a:cubicBezTo>
                  <a:cubicBezTo>
                    <a:pt x="75" y="382"/>
                    <a:pt x="82" y="382"/>
                    <a:pt x="89" y="382"/>
                  </a:cubicBezTo>
                  <a:cubicBezTo>
                    <a:pt x="107" y="382"/>
                    <a:pt x="123" y="381"/>
                    <a:pt x="137" y="377"/>
                  </a:cubicBezTo>
                  <a:cubicBezTo>
                    <a:pt x="152" y="373"/>
                    <a:pt x="166" y="367"/>
                    <a:pt x="177" y="359"/>
                  </a:cubicBezTo>
                  <a:cubicBezTo>
                    <a:pt x="187" y="350"/>
                    <a:pt x="197" y="339"/>
                    <a:pt x="202" y="327"/>
                  </a:cubicBezTo>
                  <a:cubicBezTo>
                    <a:pt x="208" y="315"/>
                    <a:pt x="212" y="301"/>
                    <a:pt x="212" y="284"/>
                  </a:cubicBezTo>
                  <a:cubicBezTo>
                    <a:pt x="212" y="273"/>
                    <a:pt x="209" y="262"/>
                    <a:pt x="205" y="252"/>
                  </a:cubicBezTo>
                  <a:cubicBezTo>
                    <a:pt x="202" y="243"/>
                    <a:pt x="195" y="234"/>
                    <a:pt x="188"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99" name="Freeform 85">
            <a:extLst>
              <a:ext uri="{FF2B5EF4-FFF2-40B4-BE49-F238E27FC236}">
                <a16:creationId xmlns:a16="http://schemas.microsoft.com/office/drawing/2014/main" id="{E9319883-8283-A98A-CFFA-4DDCA2758F66}"/>
              </a:ext>
            </a:extLst>
          </p:cNvPr>
          <p:cNvSpPr>
            <a:spLocks noChangeArrowheads="1"/>
          </p:cNvSpPr>
          <p:nvPr/>
        </p:nvSpPr>
        <p:spPr bwMode="auto">
          <a:xfrm>
            <a:off x="2246833" y="6227391"/>
            <a:ext cx="190500" cy="255587"/>
          </a:xfrm>
          <a:custGeom>
            <a:avLst/>
            <a:gdLst>
              <a:gd name="T0" fmla="*/ 457 w 531"/>
              <a:gd name="T1" fmla="*/ 265 h 708"/>
              <a:gd name="T2" fmla="*/ 369 w 531"/>
              <a:gd name="T3" fmla="*/ 206 h 708"/>
              <a:gd name="T4" fmla="*/ 280 w 531"/>
              <a:gd name="T5" fmla="*/ 148 h 708"/>
              <a:gd name="T6" fmla="*/ 265 w 531"/>
              <a:gd name="T7" fmla="*/ 59 h 708"/>
              <a:gd name="T8" fmla="*/ 207 w 531"/>
              <a:gd name="T9" fmla="*/ 0 h 708"/>
              <a:gd name="T10" fmla="*/ 148 w 531"/>
              <a:gd name="T11" fmla="*/ 59 h 708"/>
              <a:gd name="T12" fmla="*/ 148 w 531"/>
              <a:gd name="T13" fmla="*/ 338 h 708"/>
              <a:gd name="T14" fmla="*/ 119 w 531"/>
              <a:gd name="T15" fmla="*/ 338 h 708"/>
              <a:gd name="T16" fmla="*/ 44 w 531"/>
              <a:gd name="T17" fmla="*/ 177 h 708"/>
              <a:gd name="T18" fmla="*/ 0 w 531"/>
              <a:gd name="T19" fmla="*/ 338 h 708"/>
              <a:gd name="T20" fmla="*/ 0 w 531"/>
              <a:gd name="T21" fmla="*/ 427 h 708"/>
              <a:gd name="T22" fmla="*/ 36 w 531"/>
              <a:gd name="T23" fmla="*/ 500 h 708"/>
              <a:gd name="T24" fmla="*/ 119 w 531"/>
              <a:gd name="T25" fmla="*/ 663 h 708"/>
              <a:gd name="T26" fmla="*/ 123 w 531"/>
              <a:gd name="T27" fmla="*/ 703 h 708"/>
              <a:gd name="T28" fmla="*/ 457 w 531"/>
              <a:gd name="T29" fmla="*/ 707 h 708"/>
              <a:gd name="T30" fmla="*/ 472 w 531"/>
              <a:gd name="T31" fmla="*/ 692 h 708"/>
              <a:gd name="T32" fmla="*/ 530 w 531"/>
              <a:gd name="T33" fmla="*/ 427 h 708"/>
              <a:gd name="T34" fmla="*/ 457 w 531"/>
              <a:gd name="T35" fmla="*/ 265 h 708"/>
              <a:gd name="T36" fmla="*/ 472 w 531"/>
              <a:gd name="T37" fmla="*/ 554 h 708"/>
              <a:gd name="T38" fmla="*/ 148 w 531"/>
              <a:gd name="T39" fmla="*/ 678 h 708"/>
              <a:gd name="T40" fmla="*/ 128 w 531"/>
              <a:gd name="T41" fmla="*/ 578 h 708"/>
              <a:gd name="T42" fmla="*/ 39 w 531"/>
              <a:gd name="T43" fmla="*/ 453 h 708"/>
              <a:gd name="T44" fmla="*/ 30 w 531"/>
              <a:gd name="T45" fmla="*/ 369 h 708"/>
              <a:gd name="T46" fmla="*/ 30 w 531"/>
              <a:gd name="T47" fmla="*/ 221 h 708"/>
              <a:gd name="T48" fmla="*/ 76 w 531"/>
              <a:gd name="T49" fmla="*/ 219 h 708"/>
              <a:gd name="T50" fmla="*/ 88 w 531"/>
              <a:gd name="T51" fmla="*/ 338 h 708"/>
              <a:gd name="T52" fmla="*/ 177 w 531"/>
              <a:gd name="T53" fmla="*/ 338 h 708"/>
              <a:gd name="T54" fmla="*/ 177 w 531"/>
              <a:gd name="T55" fmla="*/ 59 h 708"/>
              <a:gd name="T56" fmla="*/ 236 w 531"/>
              <a:gd name="T57" fmla="*/ 59 h 708"/>
              <a:gd name="T58" fmla="*/ 236 w 531"/>
              <a:gd name="T59" fmla="*/ 161 h 708"/>
              <a:gd name="T60" fmla="*/ 251 w 531"/>
              <a:gd name="T61" fmla="*/ 382 h 708"/>
              <a:gd name="T62" fmla="*/ 265 w 531"/>
              <a:gd name="T63" fmla="*/ 177 h 708"/>
              <a:gd name="T64" fmla="*/ 312 w 531"/>
              <a:gd name="T65" fmla="*/ 189 h 708"/>
              <a:gd name="T66" fmla="*/ 325 w 531"/>
              <a:gd name="T67" fmla="*/ 369 h 708"/>
              <a:gd name="T68" fmla="*/ 354 w 531"/>
              <a:gd name="T69" fmla="*/ 369 h 708"/>
              <a:gd name="T70" fmla="*/ 369 w 531"/>
              <a:gd name="T71" fmla="*/ 236 h 708"/>
              <a:gd name="T72" fmla="*/ 413 w 531"/>
              <a:gd name="T73" fmla="*/ 280 h 708"/>
              <a:gd name="T74" fmla="*/ 428 w 531"/>
              <a:gd name="T75" fmla="*/ 382 h 708"/>
              <a:gd name="T76" fmla="*/ 442 w 531"/>
              <a:gd name="T77" fmla="*/ 294 h 708"/>
              <a:gd name="T78" fmla="*/ 489 w 531"/>
              <a:gd name="T79" fmla="*/ 308 h 708"/>
              <a:gd name="T80" fmla="*/ 501 w 531"/>
              <a:gd name="T81" fmla="*/ 42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1" h="708">
                <a:moveTo>
                  <a:pt x="457" y="265"/>
                </a:moveTo>
                <a:lnTo>
                  <a:pt x="457" y="265"/>
                </a:lnTo>
                <a:cubicBezTo>
                  <a:pt x="441" y="265"/>
                  <a:pt x="441" y="265"/>
                  <a:pt x="441" y="265"/>
                </a:cubicBezTo>
                <a:cubicBezTo>
                  <a:pt x="434" y="232"/>
                  <a:pt x="405" y="206"/>
                  <a:pt x="369" y="206"/>
                </a:cubicBezTo>
                <a:cubicBezTo>
                  <a:pt x="352" y="206"/>
                  <a:pt x="352" y="206"/>
                  <a:pt x="352" y="206"/>
                </a:cubicBezTo>
                <a:cubicBezTo>
                  <a:pt x="345" y="172"/>
                  <a:pt x="316" y="148"/>
                  <a:pt x="280" y="148"/>
                </a:cubicBezTo>
                <a:cubicBezTo>
                  <a:pt x="265" y="148"/>
                  <a:pt x="265" y="148"/>
                  <a:pt x="265" y="148"/>
                </a:cubicBezTo>
                <a:cubicBezTo>
                  <a:pt x="265" y="59"/>
                  <a:pt x="265" y="59"/>
                  <a:pt x="265" y="59"/>
                </a:cubicBezTo>
                <a:cubicBezTo>
                  <a:pt x="265" y="43"/>
                  <a:pt x="258" y="27"/>
                  <a:pt x="249" y="18"/>
                </a:cubicBezTo>
                <a:cubicBezTo>
                  <a:pt x="238" y="7"/>
                  <a:pt x="222" y="0"/>
                  <a:pt x="207" y="0"/>
                </a:cubicBezTo>
                <a:cubicBezTo>
                  <a:pt x="191" y="0"/>
                  <a:pt x="175" y="7"/>
                  <a:pt x="164" y="18"/>
                </a:cubicBezTo>
                <a:cubicBezTo>
                  <a:pt x="155" y="27"/>
                  <a:pt x="148" y="43"/>
                  <a:pt x="148" y="59"/>
                </a:cubicBezTo>
                <a:cubicBezTo>
                  <a:pt x="148" y="280"/>
                  <a:pt x="148" y="280"/>
                  <a:pt x="148" y="280"/>
                </a:cubicBezTo>
                <a:cubicBezTo>
                  <a:pt x="148" y="338"/>
                  <a:pt x="148" y="338"/>
                  <a:pt x="148" y="338"/>
                </a:cubicBezTo>
                <a:cubicBezTo>
                  <a:pt x="148" y="346"/>
                  <a:pt x="141" y="353"/>
                  <a:pt x="133" y="353"/>
                </a:cubicBezTo>
                <a:cubicBezTo>
                  <a:pt x="124" y="353"/>
                  <a:pt x="119" y="346"/>
                  <a:pt x="119" y="338"/>
                </a:cubicBezTo>
                <a:cubicBezTo>
                  <a:pt x="119" y="250"/>
                  <a:pt x="119" y="250"/>
                  <a:pt x="119" y="250"/>
                </a:cubicBezTo>
                <a:cubicBezTo>
                  <a:pt x="119" y="210"/>
                  <a:pt x="86" y="177"/>
                  <a:pt x="44" y="177"/>
                </a:cubicBezTo>
                <a:cubicBezTo>
                  <a:pt x="21" y="177"/>
                  <a:pt x="0" y="196"/>
                  <a:pt x="0" y="221"/>
                </a:cubicBezTo>
                <a:cubicBezTo>
                  <a:pt x="0" y="338"/>
                  <a:pt x="0" y="338"/>
                  <a:pt x="0" y="338"/>
                </a:cubicBezTo>
                <a:cubicBezTo>
                  <a:pt x="0" y="369"/>
                  <a:pt x="0" y="369"/>
                  <a:pt x="0" y="369"/>
                </a:cubicBezTo>
                <a:cubicBezTo>
                  <a:pt x="0" y="427"/>
                  <a:pt x="0" y="427"/>
                  <a:pt x="0" y="427"/>
                </a:cubicBezTo>
                <a:cubicBezTo>
                  <a:pt x="0" y="438"/>
                  <a:pt x="3" y="446"/>
                  <a:pt x="7" y="456"/>
                </a:cubicBezTo>
                <a:cubicBezTo>
                  <a:pt x="14" y="471"/>
                  <a:pt x="24" y="485"/>
                  <a:pt x="36" y="500"/>
                </a:cubicBezTo>
                <a:cubicBezTo>
                  <a:pt x="54" y="522"/>
                  <a:pt x="75" y="545"/>
                  <a:pt x="91" y="572"/>
                </a:cubicBezTo>
                <a:cubicBezTo>
                  <a:pt x="106" y="598"/>
                  <a:pt x="119" y="627"/>
                  <a:pt x="119" y="663"/>
                </a:cubicBezTo>
                <a:cubicBezTo>
                  <a:pt x="119" y="692"/>
                  <a:pt x="119" y="692"/>
                  <a:pt x="119" y="692"/>
                </a:cubicBezTo>
                <a:cubicBezTo>
                  <a:pt x="119" y="696"/>
                  <a:pt x="120" y="700"/>
                  <a:pt x="123" y="703"/>
                </a:cubicBezTo>
                <a:cubicBezTo>
                  <a:pt x="126" y="706"/>
                  <a:pt x="128" y="707"/>
                  <a:pt x="133" y="707"/>
                </a:cubicBezTo>
                <a:cubicBezTo>
                  <a:pt x="457" y="707"/>
                  <a:pt x="457" y="707"/>
                  <a:pt x="457" y="707"/>
                </a:cubicBezTo>
                <a:cubicBezTo>
                  <a:pt x="461" y="707"/>
                  <a:pt x="464" y="706"/>
                  <a:pt x="467" y="703"/>
                </a:cubicBezTo>
                <a:cubicBezTo>
                  <a:pt x="470" y="700"/>
                  <a:pt x="472" y="696"/>
                  <a:pt x="472" y="692"/>
                </a:cubicBezTo>
                <a:cubicBezTo>
                  <a:pt x="472" y="637"/>
                  <a:pt x="485" y="602"/>
                  <a:pt x="500" y="565"/>
                </a:cubicBezTo>
                <a:cubicBezTo>
                  <a:pt x="515" y="529"/>
                  <a:pt x="530" y="489"/>
                  <a:pt x="530" y="427"/>
                </a:cubicBezTo>
                <a:cubicBezTo>
                  <a:pt x="530" y="338"/>
                  <a:pt x="530" y="338"/>
                  <a:pt x="530" y="338"/>
                </a:cubicBezTo>
                <a:cubicBezTo>
                  <a:pt x="530" y="298"/>
                  <a:pt x="497" y="265"/>
                  <a:pt x="457" y="265"/>
                </a:cubicBezTo>
                <a:close/>
                <a:moveTo>
                  <a:pt x="472" y="554"/>
                </a:moveTo>
                <a:lnTo>
                  <a:pt x="472" y="554"/>
                </a:lnTo>
                <a:cubicBezTo>
                  <a:pt x="460" y="588"/>
                  <a:pt x="445" y="624"/>
                  <a:pt x="443" y="678"/>
                </a:cubicBezTo>
                <a:cubicBezTo>
                  <a:pt x="148" y="678"/>
                  <a:pt x="148" y="678"/>
                  <a:pt x="148" y="678"/>
                </a:cubicBezTo>
                <a:cubicBezTo>
                  <a:pt x="148" y="663"/>
                  <a:pt x="148" y="663"/>
                  <a:pt x="148" y="663"/>
                </a:cubicBezTo>
                <a:cubicBezTo>
                  <a:pt x="148" y="631"/>
                  <a:pt x="140" y="603"/>
                  <a:pt x="128" y="578"/>
                </a:cubicBezTo>
                <a:cubicBezTo>
                  <a:pt x="111" y="541"/>
                  <a:pt x="84" y="512"/>
                  <a:pt x="64" y="487"/>
                </a:cubicBezTo>
                <a:cubicBezTo>
                  <a:pt x="54" y="475"/>
                  <a:pt x="44" y="464"/>
                  <a:pt x="39" y="453"/>
                </a:cubicBezTo>
                <a:cubicBezTo>
                  <a:pt x="33" y="443"/>
                  <a:pt x="30" y="435"/>
                  <a:pt x="30" y="427"/>
                </a:cubicBezTo>
                <a:cubicBezTo>
                  <a:pt x="30" y="369"/>
                  <a:pt x="30" y="369"/>
                  <a:pt x="30" y="369"/>
                </a:cubicBezTo>
                <a:cubicBezTo>
                  <a:pt x="30" y="338"/>
                  <a:pt x="30" y="338"/>
                  <a:pt x="30" y="338"/>
                </a:cubicBezTo>
                <a:cubicBezTo>
                  <a:pt x="30" y="221"/>
                  <a:pt x="30" y="221"/>
                  <a:pt x="30" y="221"/>
                </a:cubicBezTo>
                <a:cubicBezTo>
                  <a:pt x="30" y="212"/>
                  <a:pt x="36" y="206"/>
                  <a:pt x="44" y="206"/>
                </a:cubicBezTo>
                <a:cubicBezTo>
                  <a:pt x="57" y="206"/>
                  <a:pt x="68" y="211"/>
                  <a:pt x="76" y="219"/>
                </a:cubicBezTo>
                <a:cubicBezTo>
                  <a:pt x="84" y="228"/>
                  <a:pt x="88" y="239"/>
                  <a:pt x="88" y="250"/>
                </a:cubicBezTo>
                <a:cubicBezTo>
                  <a:pt x="88" y="338"/>
                  <a:pt x="88" y="338"/>
                  <a:pt x="88" y="338"/>
                </a:cubicBezTo>
                <a:cubicBezTo>
                  <a:pt x="88" y="363"/>
                  <a:pt x="109" y="382"/>
                  <a:pt x="133" y="382"/>
                </a:cubicBezTo>
                <a:cubicBezTo>
                  <a:pt x="157" y="382"/>
                  <a:pt x="177" y="363"/>
                  <a:pt x="177" y="338"/>
                </a:cubicBezTo>
                <a:cubicBezTo>
                  <a:pt x="177" y="280"/>
                  <a:pt x="177" y="280"/>
                  <a:pt x="177" y="280"/>
                </a:cubicBezTo>
                <a:cubicBezTo>
                  <a:pt x="177" y="59"/>
                  <a:pt x="177" y="59"/>
                  <a:pt x="177" y="59"/>
                </a:cubicBezTo>
                <a:cubicBezTo>
                  <a:pt x="177" y="43"/>
                  <a:pt x="191" y="29"/>
                  <a:pt x="207" y="29"/>
                </a:cubicBezTo>
                <a:cubicBezTo>
                  <a:pt x="222" y="29"/>
                  <a:pt x="236" y="43"/>
                  <a:pt x="236" y="59"/>
                </a:cubicBezTo>
                <a:cubicBezTo>
                  <a:pt x="236" y="148"/>
                  <a:pt x="236" y="148"/>
                  <a:pt x="236" y="148"/>
                </a:cubicBezTo>
                <a:cubicBezTo>
                  <a:pt x="236" y="161"/>
                  <a:pt x="236" y="161"/>
                  <a:pt x="236" y="161"/>
                </a:cubicBezTo>
                <a:cubicBezTo>
                  <a:pt x="236" y="369"/>
                  <a:pt x="236" y="369"/>
                  <a:pt x="236" y="369"/>
                </a:cubicBezTo>
                <a:cubicBezTo>
                  <a:pt x="236" y="377"/>
                  <a:pt x="243" y="382"/>
                  <a:pt x="251" y="382"/>
                </a:cubicBezTo>
                <a:cubicBezTo>
                  <a:pt x="258" y="382"/>
                  <a:pt x="265" y="377"/>
                  <a:pt x="265" y="369"/>
                </a:cubicBezTo>
                <a:cubicBezTo>
                  <a:pt x="265" y="177"/>
                  <a:pt x="265" y="177"/>
                  <a:pt x="265" y="177"/>
                </a:cubicBezTo>
                <a:cubicBezTo>
                  <a:pt x="280" y="177"/>
                  <a:pt x="280" y="177"/>
                  <a:pt x="280" y="177"/>
                </a:cubicBezTo>
                <a:cubicBezTo>
                  <a:pt x="293" y="177"/>
                  <a:pt x="304" y="182"/>
                  <a:pt x="312" y="189"/>
                </a:cubicBezTo>
                <a:cubicBezTo>
                  <a:pt x="319" y="197"/>
                  <a:pt x="325" y="208"/>
                  <a:pt x="325" y="221"/>
                </a:cubicBezTo>
                <a:cubicBezTo>
                  <a:pt x="325" y="369"/>
                  <a:pt x="325" y="369"/>
                  <a:pt x="325" y="369"/>
                </a:cubicBezTo>
                <a:cubicBezTo>
                  <a:pt x="325" y="377"/>
                  <a:pt x="332" y="382"/>
                  <a:pt x="340" y="382"/>
                </a:cubicBezTo>
                <a:cubicBezTo>
                  <a:pt x="347" y="382"/>
                  <a:pt x="354" y="377"/>
                  <a:pt x="354" y="369"/>
                </a:cubicBezTo>
                <a:cubicBezTo>
                  <a:pt x="354" y="236"/>
                  <a:pt x="354" y="236"/>
                  <a:pt x="354" y="236"/>
                </a:cubicBezTo>
                <a:cubicBezTo>
                  <a:pt x="369" y="236"/>
                  <a:pt x="369" y="236"/>
                  <a:pt x="369" y="236"/>
                </a:cubicBezTo>
                <a:cubicBezTo>
                  <a:pt x="381" y="236"/>
                  <a:pt x="392" y="240"/>
                  <a:pt x="401" y="248"/>
                </a:cubicBezTo>
                <a:cubicBezTo>
                  <a:pt x="407" y="257"/>
                  <a:pt x="413" y="268"/>
                  <a:pt x="413" y="280"/>
                </a:cubicBezTo>
                <a:cubicBezTo>
                  <a:pt x="413" y="369"/>
                  <a:pt x="413" y="369"/>
                  <a:pt x="413" y="369"/>
                </a:cubicBezTo>
                <a:cubicBezTo>
                  <a:pt x="413" y="377"/>
                  <a:pt x="420" y="382"/>
                  <a:pt x="428" y="382"/>
                </a:cubicBezTo>
                <a:cubicBezTo>
                  <a:pt x="435" y="382"/>
                  <a:pt x="442" y="377"/>
                  <a:pt x="442" y="369"/>
                </a:cubicBezTo>
                <a:cubicBezTo>
                  <a:pt x="442" y="294"/>
                  <a:pt x="442" y="294"/>
                  <a:pt x="442" y="294"/>
                </a:cubicBezTo>
                <a:cubicBezTo>
                  <a:pt x="457" y="294"/>
                  <a:pt x="457" y="294"/>
                  <a:pt x="457" y="294"/>
                </a:cubicBezTo>
                <a:cubicBezTo>
                  <a:pt x="470" y="294"/>
                  <a:pt x="481" y="300"/>
                  <a:pt x="489" y="308"/>
                </a:cubicBezTo>
                <a:cubicBezTo>
                  <a:pt x="496" y="316"/>
                  <a:pt x="501" y="327"/>
                  <a:pt x="501" y="338"/>
                </a:cubicBezTo>
                <a:cubicBezTo>
                  <a:pt x="501" y="427"/>
                  <a:pt x="501" y="427"/>
                  <a:pt x="501" y="427"/>
                </a:cubicBezTo>
                <a:cubicBezTo>
                  <a:pt x="501" y="483"/>
                  <a:pt x="488" y="518"/>
                  <a:pt x="472" y="55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100" name="Group 102">
            <a:extLst>
              <a:ext uri="{FF2B5EF4-FFF2-40B4-BE49-F238E27FC236}">
                <a16:creationId xmlns:a16="http://schemas.microsoft.com/office/drawing/2014/main" id="{12A5B2A9-C3C4-BB19-C627-0872833D8A43}"/>
              </a:ext>
            </a:extLst>
          </p:cNvPr>
          <p:cNvGrpSpPr/>
          <p:nvPr/>
        </p:nvGrpSpPr>
        <p:grpSpPr>
          <a:xfrm>
            <a:off x="1218133" y="5718597"/>
            <a:ext cx="223837" cy="244475"/>
            <a:chOff x="61913" y="6043613"/>
            <a:chExt cx="223837" cy="244475"/>
          </a:xfrm>
          <a:solidFill>
            <a:schemeClr val="tx2"/>
          </a:solidFill>
        </p:grpSpPr>
        <p:sp>
          <p:nvSpPr>
            <p:cNvPr id="101" name="Freeform 86">
              <a:extLst>
                <a:ext uri="{FF2B5EF4-FFF2-40B4-BE49-F238E27FC236}">
                  <a16:creationId xmlns:a16="http://schemas.microsoft.com/office/drawing/2014/main" id="{356E8ECA-B2B8-C6A4-8DD5-8EFEFD7962C6}"/>
                </a:ext>
              </a:extLst>
            </p:cNvPr>
            <p:cNvSpPr>
              <a:spLocks noChangeArrowheads="1"/>
            </p:cNvSpPr>
            <p:nvPr/>
          </p:nvSpPr>
          <p:spPr bwMode="auto">
            <a:xfrm>
              <a:off x="168275" y="6043613"/>
              <a:ext cx="11113" cy="85725"/>
            </a:xfrm>
            <a:custGeom>
              <a:avLst/>
              <a:gdLst>
                <a:gd name="T0" fmla="*/ 0 w 31"/>
                <a:gd name="T1" fmla="*/ 16 h 238"/>
                <a:gd name="T2" fmla="*/ 0 w 31"/>
                <a:gd name="T3" fmla="*/ 16 h 238"/>
                <a:gd name="T4" fmla="*/ 0 w 31"/>
                <a:gd name="T5" fmla="*/ 221 h 238"/>
                <a:gd name="T6" fmla="*/ 15 w 31"/>
                <a:gd name="T7" fmla="*/ 237 h 238"/>
                <a:gd name="T8" fmla="*/ 30 w 31"/>
                <a:gd name="T9" fmla="*/ 221 h 238"/>
                <a:gd name="T10" fmla="*/ 30 w 31"/>
                <a:gd name="T11" fmla="*/ 16 h 238"/>
                <a:gd name="T12" fmla="*/ 15 w 31"/>
                <a:gd name="T13" fmla="*/ 0 h 238"/>
                <a:gd name="T14" fmla="*/ 0 w 31"/>
                <a:gd name="T15" fmla="*/ 16 h 23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38">
                  <a:moveTo>
                    <a:pt x="0" y="16"/>
                  </a:moveTo>
                  <a:lnTo>
                    <a:pt x="0" y="16"/>
                  </a:lnTo>
                  <a:cubicBezTo>
                    <a:pt x="0" y="221"/>
                    <a:pt x="0" y="221"/>
                    <a:pt x="0" y="221"/>
                  </a:cubicBezTo>
                  <a:cubicBezTo>
                    <a:pt x="0" y="230"/>
                    <a:pt x="6" y="237"/>
                    <a:pt x="15" y="237"/>
                  </a:cubicBezTo>
                  <a:cubicBezTo>
                    <a:pt x="23" y="237"/>
                    <a:pt x="30" y="230"/>
                    <a:pt x="30" y="221"/>
                  </a:cubicBezTo>
                  <a:cubicBezTo>
                    <a:pt x="30" y="16"/>
                    <a:pt x="30" y="16"/>
                    <a:pt x="30" y="16"/>
                  </a:cubicBezTo>
                  <a:cubicBezTo>
                    <a:pt x="30" y="7"/>
                    <a:pt x="23" y="0"/>
                    <a:pt x="15" y="0"/>
                  </a:cubicBezTo>
                  <a:cubicBezTo>
                    <a:pt x="6"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2" name="Freeform 87">
              <a:extLst>
                <a:ext uri="{FF2B5EF4-FFF2-40B4-BE49-F238E27FC236}">
                  <a16:creationId xmlns:a16="http://schemas.microsoft.com/office/drawing/2014/main" id="{2DA5E4D2-E1CE-BACD-29CF-49D77E4FDAB7}"/>
                </a:ext>
              </a:extLst>
            </p:cNvPr>
            <p:cNvSpPr>
              <a:spLocks noChangeArrowheads="1"/>
            </p:cNvSpPr>
            <p:nvPr/>
          </p:nvSpPr>
          <p:spPr bwMode="auto">
            <a:xfrm>
              <a:off x="61913" y="6070600"/>
              <a:ext cx="223837" cy="217488"/>
            </a:xfrm>
            <a:custGeom>
              <a:avLst/>
              <a:gdLst>
                <a:gd name="T0" fmla="*/ 619 w 620"/>
                <a:gd name="T1" fmla="*/ 293 h 604"/>
                <a:gd name="T2" fmla="*/ 619 w 620"/>
                <a:gd name="T3" fmla="*/ 293 h 604"/>
                <a:gd name="T4" fmla="*/ 417 w 620"/>
                <a:gd name="T5" fmla="*/ 3 h 604"/>
                <a:gd name="T6" fmla="*/ 399 w 620"/>
                <a:gd name="T7" fmla="*/ 11 h 604"/>
                <a:gd name="T8" fmla="*/ 408 w 620"/>
                <a:gd name="T9" fmla="*/ 31 h 604"/>
                <a:gd name="T10" fmla="*/ 408 w 620"/>
                <a:gd name="T11" fmla="*/ 31 h 604"/>
                <a:gd name="T12" fmla="*/ 590 w 620"/>
                <a:gd name="T13" fmla="*/ 293 h 604"/>
                <a:gd name="T14" fmla="*/ 507 w 620"/>
                <a:gd name="T15" fmla="*/ 491 h 604"/>
                <a:gd name="T16" fmla="*/ 310 w 620"/>
                <a:gd name="T17" fmla="*/ 574 h 604"/>
                <a:gd name="T18" fmla="*/ 112 w 620"/>
                <a:gd name="T19" fmla="*/ 491 h 604"/>
                <a:gd name="T20" fmla="*/ 29 w 620"/>
                <a:gd name="T21" fmla="*/ 293 h 604"/>
                <a:gd name="T22" fmla="*/ 212 w 620"/>
                <a:gd name="T23" fmla="*/ 31 h 604"/>
                <a:gd name="T24" fmla="*/ 220 w 620"/>
                <a:gd name="T25" fmla="*/ 11 h 604"/>
                <a:gd name="T26" fmla="*/ 202 w 620"/>
                <a:gd name="T27" fmla="*/ 3 h 604"/>
                <a:gd name="T28" fmla="*/ 0 w 620"/>
                <a:gd name="T29" fmla="*/ 293 h 604"/>
                <a:gd name="T30" fmla="*/ 310 w 620"/>
                <a:gd name="T31" fmla="*/ 603 h 604"/>
                <a:gd name="T32" fmla="*/ 619 w 620"/>
                <a:gd name="T33" fmla="*/ 293 h 6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604">
                  <a:moveTo>
                    <a:pt x="619" y="293"/>
                  </a:moveTo>
                  <a:lnTo>
                    <a:pt x="619" y="293"/>
                  </a:lnTo>
                  <a:cubicBezTo>
                    <a:pt x="619" y="161"/>
                    <a:pt x="535" y="47"/>
                    <a:pt x="417" y="3"/>
                  </a:cubicBezTo>
                  <a:cubicBezTo>
                    <a:pt x="411" y="0"/>
                    <a:pt x="402" y="5"/>
                    <a:pt x="399" y="11"/>
                  </a:cubicBezTo>
                  <a:cubicBezTo>
                    <a:pt x="397" y="20"/>
                    <a:pt x="399" y="28"/>
                    <a:pt x="408" y="31"/>
                  </a:cubicBezTo>
                  <a:lnTo>
                    <a:pt x="408" y="31"/>
                  </a:lnTo>
                  <a:cubicBezTo>
                    <a:pt x="514" y="71"/>
                    <a:pt x="590" y="173"/>
                    <a:pt x="590" y="293"/>
                  </a:cubicBezTo>
                  <a:cubicBezTo>
                    <a:pt x="590" y="371"/>
                    <a:pt x="558" y="441"/>
                    <a:pt x="507" y="491"/>
                  </a:cubicBezTo>
                  <a:cubicBezTo>
                    <a:pt x="456" y="542"/>
                    <a:pt x="387" y="574"/>
                    <a:pt x="310" y="574"/>
                  </a:cubicBezTo>
                  <a:cubicBezTo>
                    <a:pt x="232" y="574"/>
                    <a:pt x="162" y="542"/>
                    <a:pt x="112" y="491"/>
                  </a:cubicBezTo>
                  <a:cubicBezTo>
                    <a:pt x="61" y="441"/>
                    <a:pt x="29" y="371"/>
                    <a:pt x="29" y="293"/>
                  </a:cubicBezTo>
                  <a:cubicBezTo>
                    <a:pt x="29" y="173"/>
                    <a:pt x="105" y="71"/>
                    <a:pt x="212" y="31"/>
                  </a:cubicBezTo>
                  <a:cubicBezTo>
                    <a:pt x="220" y="28"/>
                    <a:pt x="223" y="20"/>
                    <a:pt x="220" y="11"/>
                  </a:cubicBezTo>
                  <a:cubicBezTo>
                    <a:pt x="217" y="5"/>
                    <a:pt x="209" y="0"/>
                    <a:pt x="202" y="3"/>
                  </a:cubicBezTo>
                  <a:cubicBezTo>
                    <a:pt x="85" y="47"/>
                    <a:pt x="0" y="161"/>
                    <a:pt x="0" y="293"/>
                  </a:cubicBezTo>
                  <a:cubicBezTo>
                    <a:pt x="0" y="464"/>
                    <a:pt x="138" y="603"/>
                    <a:pt x="310" y="603"/>
                  </a:cubicBezTo>
                  <a:cubicBezTo>
                    <a:pt x="481" y="603"/>
                    <a:pt x="619" y="464"/>
                    <a:pt x="619"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03" name="Group 105">
            <a:extLst>
              <a:ext uri="{FF2B5EF4-FFF2-40B4-BE49-F238E27FC236}">
                <a16:creationId xmlns:a16="http://schemas.microsoft.com/office/drawing/2014/main" id="{E4F181EE-C0CE-0856-E731-1ACAC9033291}"/>
              </a:ext>
            </a:extLst>
          </p:cNvPr>
          <p:cNvGrpSpPr/>
          <p:nvPr/>
        </p:nvGrpSpPr>
        <p:grpSpPr>
          <a:xfrm>
            <a:off x="1224483" y="5198690"/>
            <a:ext cx="212725" cy="255588"/>
            <a:chOff x="68263" y="5524500"/>
            <a:chExt cx="212725" cy="255588"/>
          </a:xfrm>
          <a:solidFill>
            <a:schemeClr val="tx2"/>
          </a:solidFill>
        </p:grpSpPr>
        <p:sp>
          <p:nvSpPr>
            <p:cNvPr id="104" name="Freeform 88">
              <a:extLst>
                <a:ext uri="{FF2B5EF4-FFF2-40B4-BE49-F238E27FC236}">
                  <a16:creationId xmlns:a16="http://schemas.microsoft.com/office/drawing/2014/main" id="{E4AF3161-221F-FE2B-32C4-469EC6012A71}"/>
                </a:ext>
              </a:extLst>
            </p:cNvPr>
            <p:cNvSpPr>
              <a:spLocks noChangeArrowheads="1"/>
            </p:cNvSpPr>
            <p:nvPr/>
          </p:nvSpPr>
          <p:spPr bwMode="auto">
            <a:xfrm>
              <a:off x="168275" y="5597525"/>
              <a:ext cx="11113" cy="138113"/>
            </a:xfrm>
            <a:custGeom>
              <a:avLst/>
              <a:gdLst>
                <a:gd name="T0" fmla="*/ 15 w 31"/>
                <a:gd name="T1" fmla="*/ 0 h 385"/>
                <a:gd name="T2" fmla="*/ 15 w 31"/>
                <a:gd name="T3" fmla="*/ 0 h 385"/>
                <a:gd name="T4" fmla="*/ 0 w 31"/>
                <a:gd name="T5" fmla="*/ 15 h 385"/>
                <a:gd name="T6" fmla="*/ 0 w 31"/>
                <a:gd name="T7" fmla="*/ 369 h 385"/>
                <a:gd name="T8" fmla="*/ 15 w 31"/>
                <a:gd name="T9" fmla="*/ 384 h 385"/>
                <a:gd name="T10" fmla="*/ 30 w 31"/>
                <a:gd name="T11" fmla="*/ 369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6" y="0"/>
                    <a:pt x="0" y="7"/>
                    <a:pt x="0" y="15"/>
                  </a:cubicBezTo>
                  <a:cubicBezTo>
                    <a:pt x="0" y="369"/>
                    <a:pt x="0" y="369"/>
                    <a:pt x="0" y="369"/>
                  </a:cubicBezTo>
                  <a:cubicBezTo>
                    <a:pt x="0" y="377"/>
                    <a:pt x="6" y="384"/>
                    <a:pt x="15" y="384"/>
                  </a:cubicBezTo>
                  <a:cubicBezTo>
                    <a:pt x="23" y="384"/>
                    <a:pt x="30" y="377"/>
                    <a:pt x="30" y="369"/>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5" name="Freeform 89">
              <a:extLst>
                <a:ext uri="{FF2B5EF4-FFF2-40B4-BE49-F238E27FC236}">
                  <a16:creationId xmlns:a16="http://schemas.microsoft.com/office/drawing/2014/main" id="{82945FBD-1596-E4EA-DA84-EF4F5E421EA2}"/>
                </a:ext>
              </a:extLst>
            </p:cNvPr>
            <p:cNvSpPr>
              <a:spLocks noChangeArrowheads="1"/>
            </p:cNvSpPr>
            <p:nvPr/>
          </p:nvSpPr>
          <p:spPr bwMode="auto">
            <a:xfrm>
              <a:off x="125413" y="5597525"/>
              <a:ext cx="11112" cy="138113"/>
            </a:xfrm>
            <a:custGeom>
              <a:avLst/>
              <a:gdLst>
                <a:gd name="T0" fmla="*/ 15 w 30"/>
                <a:gd name="T1" fmla="*/ 0 h 385"/>
                <a:gd name="T2" fmla="*/ 15 w 30"/>
                <a:gd name="T3" fmla="*/ 0 h 385"/>
                <a:gd name="T4" fmla="*/ 0 w 30"/>
                <a:gd name="T5" fmla="*/ 15 h 385"/>
                <a:gd name="T6" fmla="*/ 0 w 30"/>
                <a:gd name="T7" fmla="*/ 369 h 385"/>
                <a:gd name="T8" fmla="*/ 15 w 30"/>
                <a:gd name="T9" fmla="*/ 384 h 385"/>
                <a:gd name="T10" fmla="*/ 29 w 30"/>
                <a:gd name="T11" fmla="*/ 369 h 385"/>
                <a:gd name="T12" fmla="*/ 29 w 30"/>
                <a:gd name="T13" fmla="*/ 15 h 385"/>
                <a:gd name="T14" fmla="*/ 15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5" y="0"/>
                  </a:moveTo>
                  <a:lnTo>
                    <a:pt x="15" y="0"/>
                  </a:lnTo>
                  <a:cubicBezTo>
                    <a:pt x="7" y="0"/>
                    <a:pt x="0" y="7"/>
                    <a:pt x="0" y="15"/>
                  </a:cubicBezTo>
                  <a:cubicBezTo>
                    <a:pt x="0" y="369"/>
                    <a:pt x="0" y="369"/>
                    <a:pt x="0" y="369"/>
                  </a:cubicBezTo>
                  <a:cubicBezTo>
                    <a:pt x="0" y="377"/>
                    <a:pt x="7" y="384"/>
                    <a:pt x="15" y="384"/>
                  </a:cubicBezTo>
                  <a:cubicBezTo>
                    <a:pt x="22" y="384"/>
                    <a:pt x="29" y="377"/>
                    <a:pt x="29" y="369"/>
                  </a:cubicBezTo>
                  <a:cubicBezTo>
                    <a:pt x="29" y="15"/>
                    <a:pt x="29" y="15"/>
                    <a:pt x="29" y="15"/>
                  </a:cubicBezTo>
                  <a:cubicBezTo>
                    <a:pt x="29" y="7"/>
                    <a:pt x="22"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6" name="Freeform 90">
              <a:extLst>
                <a:ext uri="{FF2B5EF4-FFF2-40B4-BE49-F238E27FC236}">
                  <a16:creationId xmlns:a16="http://schemas.microsoft.com/office/drawing/2014/main" id="{9F761C8C-3F35-CB48-C25C-DB765700A6C8}"/>
                </a:ext>
              </a:extLst>
            </p:cNvPr>
            <p:cNvSpPr>
              <a:spLocks noChangeArrowheads="1"/>
            </p:cNvSpPr>
            <p:nvPr/>
          </p:nvSpPr>
          <p:spPr bwMode="auto">
            <a:xfrm>
              <a:off x="211138" y="5597525"/>
              <a:ext cx="11112" cy="138113"/>
            </a:xfrm>
            <a:custGeom>
              <a:avLst/>
              <a:gdLst>
                <a:gd name="T0" fmla="*/ 29 w 30"/>
                <a:gd name="T1" fmla="*/ 369 h 385"/>
                <a:gd name="T2" fmla="*/ 29 w 30"/>
                <a:gd name="T3" fmla="*/ 369 h 385"/>
                <a:gd name="T4" fmla="*/ 29 w 30"/>
                <a:gd name="T5" fmla="*/ 15 h 385"/>
                <a:gd name="T6" fmla="*/ 14 w 30"/>
                <a:gd name="T7" fmla="*/ 0 h 385"/>
                <a:gd name="T8" fmla="*/ 0 w 30"/>
                <a:gd name="T9" fmla="*/ 15 h 385"/>
                <a:gd name="T10" fmla="*/ 0 w 30"/>
                <a:gd name="T11" fmla="*/ 369 h 385"/>
                <a:gd name="T12" fmla="*/ 14 w 30"/>
                <a:gd name="T13" fmla="*/ 384 h 385"/>
                <a:gd name="T14" fmla="*/ 29 w 30"/>
                <a:gd name="T15" fmla="*/ 369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29" y="369"/>
                  </a:moveTo>
                  <a:lnTo>
                    <a:pt x="29" y="369"/>
                  </a:lnTo>
                  <a:cubicBezTo>
                    <a:pt x="29" y="15"/>
                    <a:pt x="29" y="15"/>
                    <a:pt x="29" y="15"/>
                  </a:cubicBezTo>
                  <a:cubicBezTo>
                    <a:pt x="29" y="7"/>
                    <a:pt x="22" y="0"/>
                    <a:pt x="14" y="0"/>
                  </a:cubicBezTo>
                  <a:cubicBezTo>
                    <a:pt x="6" y="0"/>
                    <a:pt x="0" y="7"/>
                    <a:pt x="0" y="15"/>
                  </a:cubicBezTo>
                  <a:cubicBezTo>
                    <a:pt x="0" y="369"/>
                    <a:pt x="0" y="369"/>
                    <a:pt x="0" y="369"/>
                  </a:cubicBezTo>
                  <a:cubicBezTo>
                    <a:pt x="0" y="377"/>
                    <a:pt x="6" y="384"/>
                    <a:pt x="14" y="384"/>
                  </a:cubicBezTo>
                  <a:cubicBezTo>
                    <a:pt x="22" y="384"/>
                    <a:pt x="29" y="377"/>
                    <a:pt x="29"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7" name="Freeform 91">
              <a:extLst>
                <a:ext uri="{FF2B5EF4-FFF2-40B4-BE49-F238E27FC236}">
                  <a16:creationId xmlns:a16="http://schemas.microsoft.com/office/drawing/2014/main" id="{FC44DB77-FB4C-F7AB-B797-A5FADDB26012}"/>
                </a:ext>
              </a:extLst>
            </p:cNvPr>
            <p:cNvSpPr>
              <a:spLocks noChangeArrowheads="1"/>
            </p:cNvSpPr>
            <p:nvPr/>
          </p:nvSpPr>
          <p:spPr bwMode="auto">
            <a:xfrm>
              <a:off x="68263" y="5524500"/>
              <a:ext cx="212725" cy="255588"/>
            </a:xfrm>
            <a:custGeom>
              <a:avLst/>
              <a:gdLst>
                <a:gd name="T0" fmla="*/ 520 w 590"/>
                <a:gd name="T1" fmla="*/ 609 h 708"/>
                <a:gd name="T2" fmla="*/ 520 w 590"/>
                <a:gd name="T3" fmla="*/ 609 h 708"/>
                <a:gd name="T4" fmla="*/ 545 w 590"/>
                <a:gd name="T5" fmla="*/ 118 h 708"/>
                <a:gd name="T6" fmla="*/ 575 w 590"/>
                <a:gd name="T7" fmla="*/ 118 h 708"/>
                <a:gd name="T8" fmla="*/ 589 w 590"/>
                <a:gd name="T9" fmla="*/ 104 h 708"/>
                <a:gd name="T10" fmla="*/ 575 w 590"/>
                <a:gd name="T11" fmla="*/ 89 h 708"/>
                <a:gd name="T12" fmla="*/ 531 w 590"/>
                <a:gd name="T13" fmla="*/ 89 h 708"/>
                <a:gd name="T14" fmla="*/ 427 w 590"/>
                <a:gd name="T15" fmla="*/ 89 h 708"/>
                <a:gd name="T16" fmla="*/ 427 w 590"/>
                <a:gd name="T17" fmla="*/ 83 h 708"/>
                <a:gd name="T18" fmla="*/ 344 w 590"/>
                <a:gd name="T19" fmla="*/ 0 h 708"/>
                <a:gd name="T20" fmla="*/ 245 w 590"/>
                <a:gd name="T21" fmla="*/ 0 h 708"/>
                <a:gd name="T22" fmla="*/ 162 w 590"/>
                <a:gd name="T23" fmla="*/ 83 h 708"/>
                <a:gd name="T24" fmla="*/ 162 w 590"/>
                <a:gd name="T25" fmla="*/ 89 h 708"/>
                <a:gd name="T26" fmla="*/ 59 w 590"/>
                <a:gd name="T27" fmla="*/ 89 h 708"/>
                <a:gd name="T28" fmla="*/ 14 w 590"/>
                <a:gd name="T29" fmla="*/ 89 h 708"/>
                <a:gd name="T30" fmla="*/ 0 w 590"/>
                <a:gd name="T31" fmla="*/ 104 h 708"/>
                <a:gd name="T32" fmla="*/ 14 w 590"/>
                <a:gd name="T33" fmla="*/ 118 h 708"/>
                <a:gd name="T34" fmla="*/ 45 w 590"/>
                <a:gd name="T35" fmla="*/ 118 h 708"/>
                <a:gd name="T36" fmla="*/ 70 w 590"/>
                <a:gd name="T37" fmla="*/ 609 h 708"/>
                <a:gd name="T38" fmla="*/ 172 w 590"/>
                <a:gd name="T39" fmla="*/ 707 h 708"/>
                <a:gd name="T40" fmla="*/ 416 w 590"/>
                <a:gd name="T41" fmla="*/ 707 h 708"/>
                <a:gd name="T42" fmla="*/ 520 w 590"/>
                <a:gd name="T43" fmla="*/ 609 h 708"/>
                <a:gd name="T44" fmla="*/ 191 w 590"/>
                <a:gd name="T45" fmla="*/ 83 h 708"/>
                <a:gd name="T46" fmla="*/ 191 w 590"/>
                <a:gd name="T47" fmla="*/ 83 h 708"/>
                <a:gd name="T48" fmla="*/ 208 w 590"/>
                <a:gd name="T49" fmla="*/ 46 h 708"/>
                <a:gd name="T50" fmla="*/ 245 w 590"/>
                <a:gd name="T51" fmla="*/ 29 h 708"/>
                <a:gd name="T52" fmla="*/ 344 w 590"/>
                <a:gd name="T53" fmla="*/ 29 h 708"/>
                <a:gd name="T54" fmla="*/ 382 w 590"/>
                <a:gd name="T55" fmla="*/ 46 h 708"/>
                <a:gd name="T56" fmla="*/ 398 w 590"/>
                <a:gd name="T57" fmla="*/ 83 h 708"/>
                <a:gd name="T58" fmla="*/ 398 w 590"/>
                <a:gd name="T59" fmla="*/ 89 h 708"/>
                <a:gd name="T60" fmla="*/ 191 w 590"/>
                <a:gd name="T61" fmla="*/ 89 h 708"/>
                <a:gd name="T62" fmla="*/ 191 w 590"/>
                <a:gd name="T63" fmla="*/ 83 h 708"/>
                <a:gd name="T64" fmla="*/ 172 w 590"/>
                <a:gd name="T65" fmla="*/ 678 h 708"/>
                <a:gd name="T66" fmla="*/ 172 w 590"/>
                <a:gd name="T67" fmla="*/ 678 h 708"/>
                <a:gd name="T68" fmla="*/ 99 w 590"/>
                <a:gd name="T69" fmla="*/ 608 h 708"/>
                <a:gd name="T70" fmla="*/ 74 w 590"/>
                <a:gd name="T71" fmla="*/ 118 h 708"/>
                <a:gd name="T72" fmla="*/ 177 w 590"/>
                <a:gd name="T73" fmla="*/ 118 h 708"/>
                <a:gd name="T74" fmla="*/ 412 w 590"/>
                <a:gd name="T75" fmla="*/ 118 h 708"/>
                <a:gd name="T76" fmla="*/ 514 w 590"/>
                <a:gd name="T77" fmla="*/ 118 h 708"/>
                <a:gd name="T78" fmla="*/ 491 w 590"/>
                <a:gd name="T79" fmla="*/ 608 h 708"/>
                <a:gd name="T80" fmla="*/ 416 w 590"/>
                <a:gd name="T81" fmla="*/ 678 h 708"/>
                <a:gd name="T82" fmla="*/ 172 w 590"/>
                <a:gd name="T83"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0" h="708">
                  <a:moveTo>
                    <a:pt x="520" y="609"/>
                  </a:moveTo>
                  <a:lnTo>
                    <a:pt x="520" y="609"/>
                  </a:lnTo>
                  <a:cubicBezTo>
                    <a:pt x="545" y="118"/>
                    <a:pt x="545" y="118"/>
                    <a:pt x="545" y="118"/>
                  </a:cubicBezTo>
                  <a:cubicBezTo>
                    <a:pt x="575" y="118"/>
                    <a:pt x="575" y="118"/>
                    <a:pt x="575" y="118"/>
                  </a:cubicBezTo>
                  <a:cubicBezTo>
                    <a:pt x="582" y="118"/>
                    <a:pt x="589" y="112"/>
                    <a:pt x="589" y="104"/>
                  </a:cubicBezTo>
                  <a:cubicBezTo>
                    <a:pt x="589" y="95"/>
                    <a:pt x="582" y="89"/>
                    <a:pt x="575" y="89"/>
                  </a:cubicBezTo>
                  <a:cubicBezTo>
                    <a:pt x="531" y="89"/>
                    <a:pt x="531" y="89"/>
                    <a:pt x="531" y="89"/>
                  </a:cubicBezTo>
                  <a:cubicBezTo>
                    <a:pt x="427" y="89"/>
                    <a:pt x="427" y="89"/>
                    <a:pt x="427" y="89"/>
                  </a:cubicBezTo>
                  <a:cubicBezTo>
                    <a:pt x="427" y="83"/>
                    <a:pt x="427" y="83"/>
                    <a:pt x="427" y="83"/>
                  </a:cubicBezTo>
                  <a:cubicBezTo>
                    <a:pt x="427" y="37"/>
                    <a:pt x="390" y="0"/>
                    <a:pt x="344" y="0"/>
                  </a:cubicBezTo>
                  <a:cubicBezTo>
                    <a:pt x="245" y="0"/>
                    <a:pt x="245" y="0"/>
                    <a:pt x="245" y="0"/>
                  </a:cubicBezTo>
                  <a:cubicBezTo>
                    <a:pt x="199" y="0"/>
                    <a:pt x="162" y="37"/>
                    <a:pt x="162" y="83"/>
                  </a:cubicBezTo>
                  <a:cubicBezTo>
                    <a:pt x="162" y="89"/>
                    <a:pt x="162" y="89"/>
                    <a:pt x="162" y="89"/>
                  </a:cubicBezTo>
                  <a:cubicBezTo>
                    <a:pt x="59" y="89"/>
                    <a:pt x="59" y="89"/>
                    <a:pt x="59" y="89"/>
                  </a:cubicBezTo>
                  <a:cubicBezTo>
                    <a:pt x="14" y="89"/>
                    <a:pt x="14" y="89"/>
                    <a:pt x="14" y="89"/>
                  </a:cubicBezTo>
                  <a:cubicBezTo>
                    <a:pt x="6" y="89"/>
                    <a:pt x="0" y="95"/>
                    <a:pt x="0" y="104"/>
                  </a:cubicBezTo>
                  <a:cubicBezTo>
                    <a:pt x="0" y="112"/>
                    <a:pt x="6" y="118"/>
                    <a:pt x="14" y="118"/>
                  </a:cubicBezTo>
                  <a:cubicBezTo>
                    <a:pt x="45" y="118"/>
                    <a:pt x="45" y="118"/>
                    <a:pt x="45" y="118"/>
                  </a:cubicBezTo>
                  <a:cubicBezTo>
                    <a:pt x="70" y="609"/>
                    <a:pt x="70" y="609"/>
                    <a:pt x="70" y="609"/>
                  </a:cubicBezTo>
                  <a:cubicBezTo>
                    <a:pt x="72" y="665"/>
                    <a:pt x="118" y="707"/>
                    <a:pt x="172" y="707"/>
                  </a:cubicBezTo>
                  <a:cubicBezTo>
                    <a:pt x="416" y="707"/>
                    <a:pt x="416" y="707"/>
                    <a:pt x="416" y="707"/>
                  </a:cubicBezTo>
                  <a:cubicBezTo>
                    <a:pt x="471" y="707"/>
                    <a:pt x="517" y="665"/>
                    <a:pt x="520" y="609"/>
                  </a:cubicBezTo>
                  <a:close/>
                  <a:moveTo>
                    <a:pt x="191" y="83"/>
                  </a:moveTo>
                  <a:lnTo>
                    <a:pt x="191" y="83"/>
                  </a:lnTo>
                  <a:cubicBezTo>
                    <a:pt x="191" y="68"/>
                    <a:pt x="198" y="55"/>
                    <a:pt x="208" y="46"/>
                  </a:cubicBezTo>
                  <a:cubicBezTo>
                    <a:pt x="217" y="36"/>
                    <a:pt x="230" y="29"/>
                    <a:pt x="245" y="29"/>
                  </a:cubicBezTo>
                  <a:cubicBezTo>
                    <a:pt x="344" y="29"/>
                    <a:pt x="344" y="29"/>
                    <a:pt x="344" y="29"/>
                  </a:cubicBezTo>
                  <a:cubicBezTo>
                    <a:pt x="360" y="29"/>
                    <a:pt x="372" y="36"/>
                    <a:pt x="382" y="46"/>
                  </a:cubicBezTo>
                  <a:cubicBezTo>
                    <a:pt x="391" y="55"/>
                    <a:pt x="398" y="68"/>
                    <a:pt x="398" y="83"/>
                  </a:cubicBezTo>
                  <a:cubicBezTo>
                    <a:pt x="398" y="89"/>
                    <a:pt x="398" y="89"/>
                    <a:pt x="398" y="89"/>
                  </a:cubicBezTo>
                  <a:cubicBezTo>
                    <a:pt x="191" y="89"/>
                    <a:pt x="191" y="89"/>
                    <a:pt x="191" y="89"/>
                  </a:cubicBezTo>
                  <a:lnTo>
                    <a:pt x="191" y="83"/>
                  </a:lnTo>
                  <a:close/>
                  <a:moveTo>
                    <a:pt x="172" y="678"/>
                  </a:moveTo>
                  <a:lnTo>
                    <a:pt x="172" y="678"/>
                  </a:lnTo>
                  <a:cubicBezTo>
                    <a:pt x="133" y="678"/>
                    <a:pt x="101" y="647"/>
                    <a:pt x="99" y="608"/>
                  </a:cubicBezTo>
                  <a:cubicBezTo>
                    <a:pt x="74" y="118"/>
                    <a:pt x="74" y="118"/>
                    <a:pt x="74" y="118"/>
                  </a:cubicBezTo>
                  <a:cubicBezTo>
                    <a:pt x="177" y="118"/>
                    <a:pt x="177" y="118"/>
                    <a:pt x="177" y="118"/>
                  </a:cubicBezTo>
                  <a:cubicBezTo>
                    <a:pt x="412" y="118"/>
                    <a:pt x="412" y="118"/>
                    <a:pt x="412" y="118"/>
                  </a:cubicBezTo>
                  <a:cubicBezTo>
                    <a:pt x="514" y="118"/>
                    <a:pt x="514" y="118"/>
                    <a:pt x="514" y="118"/>
                  </a:cubicBezTo>
                  <a:cubicBezTo>
                    <a:pt x="491" y="608"/>
                    <a:pt x="491" y="608"/>
                    <a:pt x="491" y="608"/>
                  </a:cubicBezTo>
                  <a:cubicBezTo>
                    <a:pt x="488" y="647"/>
                    <a:pt x="456" y="678"/>
                    <a:pt x="416" y="678"/>
                  </a:cubicBezTo>
                  <a:lnTo>
                    <a:pt x="172"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08" name="Freeform 92">
            <a:extLst>
              <a:ext uri="{FF2B5EF4-FFF2-40B4-BE49-F238E27FC236}">
                <a16:creationId xmlns:a16="http://schemas.microsoft.com/office/drawing/2014/main" id="{0B28F8D7-FB48-2893-3802-40022538600E}"/>
              </a:ext>
            </a:extLst>
          </p:cNvPr>
          <p:cNvSpPr>
            <a:spLocks noChangeArrowheads="1"/>
          </p:cNvSpPr>
          <p:nvPr/>
        </p:nvSpPr>
        <p:spPr bwMode="auto">
          <a:xfrm>
            <a:off x="3775595" y="5713040"/>
            <a:ext cx="192088" cy="255588"/>
          </a:xfrm>
          <a:custGeom>
            <a:avLst/>
            <a:gdLst>
              <a:gd name="T0" fmla="*/ 486 w 532"/>
              <a:gd name="T1" fmla="*/ 0 h 710"/>
              <a:gd name="T2" fmla="*/ 486 w 532"/>
              <a:gd name="T3" fmla="*/ 0 h 710"/>
              <a:gd name="T4" fmla="*/ 44 w 532"/>
              <a:gd name="T5" fmla="*/ 0 h 710"/>
              <a:gd name="T6" fmla="*/ 0 w 532"/>
              <a:gd name="T7" fmla="*/ 45 h 710"/>
              <a:gd name="T8" fmla="*/ 0 w 532"/>
              <a:gd name="T9" fmla="*/ 692 h 710"/>
              <a:gd name="T10" fmla="*/ 10 w 532"/>
              <a:gd name="T11" fmla="*/ 706 h 710"/>
              <a:gd name="T12" fmla="*/ 25 w 532"/>
              <a:gd name="T13" fmla="*/ 703 h 710"/>
              <a:gd name="T14" fmla="*/ 256 w 532"/>
              <a:gd name="T15" fmla="*/ 487 h 710"/>
              <a:gd name="T16" fmla="*/ 265 w 532"/>
              <a:gd name="T17" fmla="*/ 483 h 710"/>
              <a:gd name="T18" fmla="*/ 276 w 532"/>
              <a:gd name="T19" fmla="*/ 487 h 710"/>
              <a:gd name="T20" fmla="*/ 506 w 532"/>
              <a:gd name="T21" fmla="*/ 703 h 710"/>
              <a:gd name="T22" fmla="*/ 522 w 532"/>
              <a:gd name="T23" fmla="*/ 706 h 710"/>
              <a:gd name="T24" fmla="*/ 531 w 532"/>
              <a:gd name="T25" fmla="*/ 692 h 710"/>
              <a:gd name="T26" fmla="*/ 531 w 532"/>
              <a:gd name="T27" fmla="*/ 45 h 710"/>
              <a:gd name="T28" fmla="*/ 486 w 532"/>
              <a:gd name="T29" fmla="*/ 0 h 710"/>
              <a:gd name="T30" fmla="*/ 265 w 532"/>
              <a:gd name="T31" fmla="*/ 453 h 710"/>
              <a:gd name="T32" fmla="*/ 265 w 532"/>
              <a:gd name="T33" fmla="*/ 453 h 710"/>
              <a:gd name="T34" fmla="*/ 235 w 532"/>
              <a:gd name="T35" fmla="*/ 466 h 710"/>
              <a:gd name="T36" fmla="*/ 31 w 532"/>
              <a:gd name="T37" fmla="*/ 659 h 710"/>
              <a:gd name="T38" fmla="*/ 31 w 532"/>
              <a:gd name="T39" fmla="*/ 45 h 710"/>
              <a:gd name="T40" fmla="*/ 44 w 532"/>
              <a:gd name="T41" fmla="*/ 29 h 710"/>
              <a:gd name="T42" fmla="*/ 486 w 532"/>
              <a:gd name="T43" fmla="*/ 29 h 710"/>
              <a:gd name="T44" fmla="*/ 501 w 532"/>
              <a:gd name="T45" fmla="*/ 45 h 710"/>
              <a:gd name="T46" fmla="*/ 501 w 532"/>
              <a:gd name="T47" fmla="*/ 659 h 710"/>
              <a:gd name="T48" fmla="*/ 296 w 532"/>
              <a:gd name="T49" fmla="*/ 466 h 710"/>
              <a:gd name="T50" fmla="*/ 265 w 532"/>
              <a:gd name="T51" fmla="*/ 453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32" h="710">
                <a:moveTo>
                  <a:pt x="486" y="0"/>
                </a:moveTo>
                <a:lnTo>
                  <a:pt x="486" y="0"/>
                </a:lnTo>
                <a:cubicBezTo>
                  <a:pt x="44" y="0"/>
                  <a:pt x="44" y="0"/>
                  <a:pt x="44" y="0"/>
                </a:cubicBezTo>
                <a:cubicBezTo>
                  <a:pt x="21" y="0"/>
                  <a:pt x="0" y="20"/>
                  <a:pt x="0" y="45"/>
                </a:cubicBezTo>
                <a:cubicBezTo>
                  <a:pt x="0" y="692"/>
                  <a:pt x="0" y="692"/>
                  <a:pt x="0" y="692"/>
                </a:cubicBezTo>
                <a:cubicBezTo>
                  <a:pt x="0" y="699"/>
                  <a:pt x="4" y="705"/>
                  <a:pt x="10" y="706"/>
                </a:cubicBezTo>
                <a:cubicBezTo>
                  <a:pt x="15" y="709"/>
                  <a:pt x="21" y="708"/>
                  <a:pt x="25" y="703"/>
                </a:cubicBezTo>
                <a:cubicBezTo>
                  <a:pt x="256" y="487"/>
                  <a:pt x="256" y="487"/>
                  <a:pt x="256" y="487"/>
                </a:cubicBezTo>
                <a:cubicBezTo>
                  <a:pt x="258" y="484"/>
                  <a:pt x="263" y="483"/>
                  <a:pt x="265" y="483"/>
                </a:cubicBezTo>
                <a:cubicBezTo>
                  <a:pt x="269" y="483"/>
                  <a:pt x="272" y="484"/>
                  <a:pt x="276" y="487"/>
                </a:cubicBezTo>
                <a:cubicBezTo>
                  <a:pt x="506" y="703"/>
                  <a:pt x="506" y="703"/>
                  <a:pt x="506" y="703"/>
                </a:cubicBezTo>
                <a:cubicBezTo>
                  <a:pt x="510" y="708"/>
                  <a:pt x="517" y="709"/>
                  <a:pt x="522" y="706"/>
                </a:cubicBezTo>
                <a:cubicBezTo>
                  <a:pt x="528" y="705"/>
                  <a:pt x="531" y="699"/>
                  <a:pt x="531" y="692"/>
                </a:cubicBezTo>
                <a:cubicBezTo>
                  <a:pt x="531" y="45"/>
                  <a:pt x="531" y="45"/>
                  <a:pt x="531" y="45"/>
                </a:cubicBezTo>
                <a:cubicBezTo>
                  <a:pt x="531" y="20"/>
                  <a:pt x="511" y="0"/>
                  <a:pt x="486" y="0"/>
                </a:cubicBezTo>
                <a:close/>
                <a:moveTo>
                  <a:pt x="265" y="453"/>
                </a:moveTo>
                <a:lnTo>
                  <a:pt x="265" y="453"/>
                </a:lnTo>
                <a:cubicBezTo>
                  <a:pt x="254" y="453"/>
                  <a:pt x="243" y="458"/>
                  <a:pt x="235" y="466"/>
                </a:cubicBezTo>
                <a:cubicBezTo>
                  <a:pt x="31" y="659"/>
                  <a:pt x="31" y="659"/>
                  <a:pt x="31" y="659"/>
                </a:cubicBezTo>
                <a:cubicBezTo>
                  <a:pt x="31" y="45"/>
                  <a:pt x="31" y="45"/>
                  <a:pt x="31" y="45"/>
                </a:cubicBezTo>
                <a:cubicBezTo>
                  <a:pt x="31" y="36"/>
                  <a:pt x="36" y="29"/>
                  <a:pt x="44" y="29"/>
                </a:cubicBezTo>
                <a:cubicBezTo>
                  <a:pt x="486" y="29"/>
                  <a:pt x="486" y="29"/>
                  <a:pt x="486" y="29"/>
                </a:cubicBezTo>
                <a:cubicBezTo>
                  <a:pt x="495" y="29"/>
                  <a:pt x="501" y="36"/>
                  <a:pt x="501" y="45"/>
                </a:cubicBezTo>
                <a:cubicBezTo>
                  <a:pt x="501" y="659"/>
                  <a:pt x="501" y="659"/>
                  <a:pt x="501" y="659"/>
                </a:cubicBezTo>
                <a:cubicBezTo>
                  <a:pt x="296" y="466"/>
                  <a:pt x="296" y="466"/>
                  <a:pt x="296" y="466"/>
                </a:cubicBezTo>
                <a:cubicBezTo>
                  <a:pt x="287" y="458"/>
                  <a:pt x="276" y="453"/>
                  <a:pt x="265" y="453"/>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109" name="Group 111">
            <a:extLst>
              <a:ext uri="{FF2B5EF4-FFF2-40B4-BE49-F238E27FC236}">
                <a16:creationId xmlns:a16="http://schemas.microsoft.com/office/drawing/2014/main" id="{93F09C21-1682-A7DC-CC33-4FC1286E17B5}"/>
              </a:ext>
            </a:extLst>
          </p:cNvPr>
          <p:cNvGrpSpPr/>
          <p:nvPr/>
        </p:nvGrpSpPr>
        <p:grpSpPr>
          <a:xfrm>
            <a:off x="1707083" y="4223966"/>
            <a:ext cx="255587" cy="180975"/>
            <a:chOff x="550863" y="4548188"/>
            <a:chExt cx="255587" cy="180975"/>
          </a:xfrm>
          <a:solidFill>
            <a:schemeClr val="tx2"/>
          </a:solidFill>
        </p:grpSpPr>
        <p:sp>
          <p:nvSpPr>
            <p:cNvPr id="110" name="Freeform 93">
              <a:extLst>
                <a:ext uri="{FF2B5EF4-FFF2-40B4-BE49-F238E27FC236}">
                  <a16:creationId xmlns:a16="http://schemas.microsoft.com/office/drawing/2014/main" id="{84E5657B-A842-68D2-EA90-DBDA2352C062}"/>
                </a:ext>
              </a:extLst>
            </p:cNvPr>
            <p:cNvSpPr>
              <a:spLocks noChangeArrowheads="1"/>
            </p:cNvSpPr>
            <p:nvPr/>
          </p:nvSpPr>
          <p:spPr bwMode="auto">
            <a:xfrm>
              <a:off x="550863" y="4548188"/>
              <a:ext cx="255587" cy="11112"/>
            </a:xfrm>
            <a:custGeom>
              <a:avLst/>
              <a:gdLst>
                <a:gd name="T0" fmla="*/ 694 w 708"/>
                <a:gd name="T1" fmla="*/ 0 h 31"/>
                <a:gd name="T2" fmla="*/ 694 w 708"/>
                <a:gd name="T3" fmla="*/ 0 h 31"/>
                <a:gd name="T4" fmla="*/ 15 w 708"/>
                <a:gd name="T5" fmla="*/ 0 h 31"/>
                <a:gd name="T6" fmla="*/ 0 w 708"/>
                <a:gd name="T7" fmla="*/ 15 h 31"/>
                <a:gd name="T8" fmla="*/ 15 w 708"/>
                <a:gd name="T9" fmla="*/ 30 h 31"/>
                <a:gd name="T10" fmla="*/ 694 w 708"/>
                <a:gd name="T11" fmla="*/ 30 h 31"/>
                <a:gd name="T12" fmla="*/ 707 w 708"/>
                <a:gd name="T13" fmla="*/ 15 h 31"/>
                <a:gd name="T14" fmla="*/ 694 w 70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1">
                  <a:moveTo>
                    <a:pt x="694" y="0"/>
                  </a:moveTo>
                  <a:lnTo>
                    <a:pt x="694" y="0"/>
                  </a:lnTo>
                  <a:cubicBezTo>
                    <a:pt x="15" y="0"/>
                    <a:pt x="15" y="0"/>
                    <a:pt x="15" y="0"/>
                  </a:cubicBezTo>
                  <a:cubicBezTo>
                    <a:pt x="7" y="0"/>
                    <a:pt x="0" y="7"/>
                    <a:pt x="0" y="15"/>
                  </a:cubicBezTo>
                  <a:cubicBezTo>
                    <a:pt x="0" y="23"/>
                    <a:pt x="7" y="30"/>
                    <a:pt x="15" y="30"/>
                  </a:cubicBezTo>
                  <a:cubicBezTo>
                    <a:pt x="694" y="30"/>
                    <a:pt x="694" y="30"/>
                    <a:pt x="694" y="30"/>
                  </a:cubicBezTo>
                  <a:cubicBezTo>
                    <a:pt x="701" y="30"/>
                    <a:pt x="707" y="23"/>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1" name="Freeform 94">
              <a:extLst>
                <a:ext uri="{FF2B5EF4-FFF2-40B4-BE49-F238E27FC236}">
                  <a16:creationId xmlns:a16="http://schemas.microsoft.com/office/drawing/2014/main" id="{C106EA9F-1FE2-E42E-52A9-C6451A5FBD27}"/>
                </a:ext>
              </a:extLst>
            </p:cNvPr>
            <p:cNvSpPr>
              <a:spLocks noChangeArrowheads="1"/>
            </p:cNvSpPr>
            <p:nvPr/>
          </p:nvSpPr>
          <p:spPr bwMode="auto">
            <a:xfrm>
              <a:off x="550863" y="4718050"/>
              <a:ext cx="255587" cy="11113"/>
            </a:xfrm>
            <a:custGeom>
              <a:avLst/>
              <a:gdLst>
                <a:gd name="T0" fmla="*/ 694 w 708"/>
                <a:gd name="T1" fmla="*/ 0 h 30"/>
                <a:gd name="T2" fmla="*/ 694 w 708"/>
                <a:gd name="T3" fmla="*/ 0 h 30"/>
                <a:gd name="T4" fmla="*/ 15 w 708"/>
                <a:gd name="T5" fmla="*/ 0 h 30"/>
                <a:gd name="T6" fmla="*/ 0 w 708"/>
                <a:gd name="T7" fmla="*/ 14 h 30"/>
                <a:gd name="T8" fmla="*/ 15 w 708"/>
                <a:gd name="T9" fmla="*/ 29 h 30"/>
                <a:gd name="T10" fmla="*/ 694 w 708"/>
                <a:gd name="T11" fmla="*/ 29 h 30"/>
                <a:gd name="T12" fmla="*/ 707 w 708"/>
                <a:gd name="T13" fmla="*/ 14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4"/>
                  </a:cubicBezTo>
                  <a:cubicBezTo>
                    <a:pt x="0" y="22"/>
                    <a:pt x="7" y="29"/>
                    <a:pt x="15" y="29"/>
                  </a:cubicBezTo>
                  <a:cubicBezTo>
                    <a:pt x="694" y="29"/>
                    <a:pt x="694" y="29"/>
                    <a:pt x="694" y="29"/>
                  </a:cubicBezTo>
                  <a:cubicBezTo>
                    <a:pt x="701" y="29"/>
                    <a:pt x="707" y="22"/>
                    <a:pt x="707" y="14"/>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2" name="Freeform 95">
              <a:extLst>
                <a:ext uri="{FF2B5EF4-FFF2-40B4-BE49-F238E27FC236}">
                  <a16:creationId xmlns:a16="http://schemas.microsoft.com/office/drawing/2014/main" id="{27F15487-614F-B818-5F5B-F2CD8C358FF4}"/>
                </a:ext>
              </a:extLst>
            </p:cNvPr>
            <p:cNvSpPr>
              <a:spLocks noChangeArrowheads="1"/>
            </p:cNvSpPr>
            <p:nvPr/>
          </p:nvSpPr>
          <p:spPr bwMode="auto">
            <a:xfrm>
              <a:off x="550863" y="4632325"/>
              <a:ext cx="255587" cy="11113"/>
            </a:xfrm>
            <a:custGeom>
              <a:avLst/>
              <a:gdLst>
                <a:gd name="T0" fmla="*/ 694 w 708"/>
                <a:gd name="T1" fmla="*/ 0 h 30"/>
                <a:gd name="T2" fmla="*/ 694 w 708"/>
                <a:gd name="T3" fmla="*/ 0 h 30"/>
                <a:gd name="T4" fmla="*/ 15 w 708"/>
                <a:gd name="T5" fmla="*/ 0 h 30"/>
                <a:gd name="T6" fmla="*/ 0 w 708"/>
                <a:gd name="T7" fmla="*/ 15 h 30"/>
                <a:gd name="T8" fmla="*/ 15 w 708"/>
                <a:gd name="T9" fmla="*/ 29 h 30"/>
                <a:gd name="T10" fmla="*/ 694 w 708"/>
                <a:gd name="T11" fmla="*/ 29 h 30"/>
                <a:gd name="T12" fmla="*/ 707 w 708"/>
                <a:gd name="T13" fmla="*/ 15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5"/>
                  </a:cubicBezTo>
                  <a:cubicBezTo>
                    <a:pt x="0" y="24"/>
                    <a:pt x="7" y="29"/>
                    <a:pt x="15" y="29"/>
                  </a:cubicBezTo>
                  <a:cubicBezTo>
                    <a:pt x="694" y="29"/>
                    <a:pt x="694" y="29"/>
                    <a:pt x="694" y="29"/>
                  </a:cubicBezTo>
                  <a:cubicBezTo>
                    <a:pt x="701" y="29"/>
                    <a:pt x="707" y="24"/>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13" name="Freeform 96">
            <a:extLst>
              <a:ext uri="{FF2B5EF4-FFF2-40B4-BE49-F238E27FC236}">
                <a16:creationId xmlns:a16="http://schemas.microsoft.com/office/drawing/2014/main" id="{1C2E0B78-6981-037D-A01E-212DC30C44F4}"/>
              </a:ext>
            </a:extLst>
          </p:cNvPr>
          <p:cNvSpPr>
            <a:spLocks noChangeArrowheads="1"/>
          </p:cNvSpPr>
          <p:nvPr/>
        </p:nvSpPr>
        <p:spPr bwMode="auto">
          <a:xfrm>
            <a:off x="2237308" y="4208091"/>
            <a:ext cx="212725" cy="212725"/>
          </a:xfrm>
          <a:custGeom>
            <a:avLst/>
            <a:gdLst>
              <a:gd name="T0" fmla="*/ 585 w 593"/>
              <a:gd name="T1" fmla="*/ 5 h 592"/>
              <a:gd name="T2" fmla="*/ 585 w 593"/>
              <a:gd name="T3" fmla="*/ 5 h 592"/>
              <a:gd name="T4" fmla="*/ 565 w 593"/>
              <a:gd name="T5" fmla="*/ 5 h 592"/>
              <a:gd name="T6" fmla="*/ 295 w 593"/>
              <a:gd name="T7" fmla="*/ 274 h 592"/>
              <a:gd name="T8" fmla="*/ 26 w 593"/>
              <a:gd name="T9" fmla="*/ 5 h 592"/>
              <a:gd name="T10" fmla="*/ 5 w 593"/>
              <a:gd name="T11" fmla="*/ 5 h 592"/>
              <a:gd name="T12" fmla="*/ 5 w 593"/>
              <a:gd name="T13" fmla="*/ 26 h 592"/>
              <a:gd name="T14" fmla="*/ 275 w 593"/>
              <a:gd name="T15" fmla="*/ 295 h 592"/>
              <a:gd name="T16" fmla="*/ 5 w 593"/>
              <a:gd name="T17" fmla="*/ 564 h 592"/>
              <a:gd name="T18" fmla="*/ 5 w 593"/>
              <a:gd name="T19" fmla="*/ 585 h 592"/>
              <a:gd name="T20" fmla="*/ 26 w 593"/>
              <a:gd name="T21" fmla="*/ 585 h 592"/>
              <a:gd name="T22" fmla="*/ 295 w 593"/>
              <a:gd name="T23" fmla="*/ 316 h 592"/>
              <a:gd name="T24" fmla="*/ 565 w 593"/>
              <a:gd name="T25" fmla="*/ 585 h 592"/>
              <a:gd name="T26" fmla="*/ 585 w 593"/>
              <a:gd name="T27" fmla="*/ 585 h 592"/>
              <a:gd name="T28" fmla="*/ 585 w 593"/>
              <a:gd name="T29" fmla="*/ 564 h 592"/>
              <a:gd name="T30" fmla="*/ 316 w 593"/>
              <a:gd name="T31" fmla="*/ 295 h 592"/>
              <a:gd name="T32" fmla="*/ 585 w 593"/>
              <a:gd name="T33" fmla="*/ 26 h 592"/>
              <a:gd name="T34" fmla="*/ 585 w 593"/>
              <a:gd name="T35" fmla="*/ 5 h 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3" h="592">
                <a:moveTo>
                  <a:pt x="585" y="5"/>
                </a:moveTo>
                <a:lnTo>
                  <a:pt x="585" y="5"/>
                </a:lnTo>
                <a:cubicBezTo>
                  <a:pt x="580" y="0"/>
                  <a:pt x="571" y="0"/>
                  <a:pt x="565" y="5"/>
                </a:cubicBezTo>
                <a:cubicBezTo>
                  <a:pt x="295" y="274"/>
                  <a:pt x="295" y="274"/>
                  <a:pt x="295" y="274"/>
                </a:cubicBezTo>
                <a:cubicBezTo>
                  <a:pt x="26" y="5"/>
                  <a:pt x="26" y="5"/>
                  <a:pt x="26" y="5"/>
                </a:cubicBezTo>
                <a:cubicBezTo>
                  <a:pt x="20" y="0"/>
                  <a:pt x="11" y="0"/>
                  <a:pt x="5" y="5"/>
                </a:cubicBezTo>
                <a:cubicBezTo>
                  <a:pt x="0" y="11"/>
                  <a:pt x="0" y="20"/>
                  <a:pt x="5" y="26"/>
                </a:cubicBezTo>
                <a:cubicBezTo>
                  <a:pt x="275" y="295"/>
                  <a:pt x="275" y="295"/>
                  <a:pt x="275" y="295"/>
                </a:cubicBezTo>
                <a:cubicBezTo>
                  <a:pt x="5" y="564"/>
                  <a:pt x="5" y="564"/>
                  <a:pt x="5" y="564"/>
                </a:cubicBezTo>
                <a:cubicBezTo>
                  <a:pt x="0" y="570"/>
                  <a:pt x="0" y="580"/>
                  <a:pt x="5" y="585"/>
                </a:cubicBezTo>
                <a:cubicBezTo>
                  <a:pt x="11" y="591"/>
                  <a:pt x="20" y="591"/>
                  <a:pt x="26" y="585"/>
                </a:cubicBezTo>
                <a:cubicBezTo>
                  <a:pt x="295" y="316"/>
                  <a:pt x="295" y="316"/>
                  <a:pt x="295" y="316"/>
                </a:cubicBezTo>
                <a:cubicBezTo>
                  <a:pt x="565" y="585"/>
                  <a:pt x="565" y="585"/>
                  <a:pt x="565" y="585"/>
                </a:cubicBezTo>
                <a:cubicBezTo>
                  <a:pt x="571" y="591"/>
                  <a:pt x="580" y="591"/>
                  <a:pt x="585" y="585"/>
                </a:cubicBezTo>
                <a:cubicBezTo>
                  <a:pt x="592" y="580"/>
                  <a:pt x="592" y="570"/>
                  <a:pt x="585" y="564"/>
                </a:cubicBezTo>
                <a:cubicBezTo>
                  <a:pt x="316" y="295"/>
                  <a:pt x="316" y="295"/>
                  <a:pt x="316" y="295"/>
                </a:cubicBezTo>
                <a:cubicBezTo>
                  <a:pt x="585" y="26"/>
                  <a:pt x="585" y="26"/>
                  <a:pt x="585" y="26"/>
                </a:cubicBezTo>
                <a:cubicBezTo>
                  <a:pt x="592" y="20"/>
                  <a:pt x="592" y="11"/>
                  <a:pt x="585" y="5"/>
                </a:cubicBezTo>
              </a:path>
            </a:pathLst>
          </a:custGeom>
          <a:solidFill>
            <a:schemeClr val="tx2"/>
          </a:solidFill>
          <a:ln>
            <a:noFill/>
          </a:ln>
          <a:effectLst/>
        </p:spPr>
        <p:txBody>
          <a:bodyPr wrap="none" anchor="ctr"/>
          <a:lstStyle/>
          <a:p>
            <a:endParaRPr lang="da-DK">
              <a:solidFill>
                <a:schemeClr val="tx2"/>
              </a:solidFill>
            </a:endParaRPr>
          </a:p>
        </p:txBody>
      </p:sp>
      <p:sp>
        <p:nvSpPr>
          <p:cNvPr id="114" name="Freeform 97">
            <a:extLst>
              <a:ext uri="{FF2B5EF4-FFF2-40B4-BE49-F238E27FC236}">
                <a16:creationId xmlns:a16="http://schemas.microsoft.com/office/drawing/2014/main" id="{888547C1-E927-AB98-03E7-9576261670AF}"/>
              </a:ext>
            </a:extLst>
          </p:cNvPr>
          <p:cNvSpPr>
            <a:spLocks noChangeArrowheads="1"/>
          </p:cNvSpPr>
          <p:nvPr/>
        </p:nvSpPr>
        <p:spPr bwMode="auto">
          <a:xfrm>
            <a:off x="2724670" y="4223172"/>
            <a:ext cx="255588" cy="182562"/>
          </a:xfrm>
          <a:custGeom>
            <a:avLst/>
            <a:gdLst>
              <a:gd name="T0" fmla="*/ 683 w 711"/>
              <a:gd name="T1" fmla="*/ 7 h 505"/>
              <a:gd name="T2" fmla="*/ 683 w 711"/>
              <a:gd name="T3" fmla="*/ 7 h 505"/>
              <a:gd name="T4" fmla="*/ 280 w 711"/>
              <a:gd name="T5" fmla="*/ 468 h 505"/>
              <a:gd name="T6" fmla="*/ 26 w 711"/>
              <a:gd name="T7" fmla="*/ 242 h 505"/>
              <a:gd name="T8" fmla="*/ 5 w 711"/>
              <a:gd name="T9" fmla="*/ 243 h 505"/>
              <a:gd name="T10" fmla="*/ 7 w 711"/>
              <a:gd name="T11" fmla="*/ 264 h 505"/>
              <a:gd name="T12" fmla="*/ 7 w 711"/>
              <a:gd name="T13" fmla="*/ 264 h 505"/>
              <a:gd name="T14" fmla="*/ 272 w 711"/>
              <a:gd name="T15" fmla="*/ 500 h 505"/>
              <a:gd name="T16" fmla="*/ 283 w 711"/>
              <a:gd name="T17" fmla="*/ 503 h 505"/>
              <a:gd name="T18" fmla="*/ 292 w 711"/>
              <a:gd name="T19" fmla="*/ 499 h 505"/>
              <a:gd name="T20" fmla="*/ 705 w 711"/>
              <a:gd name="T21" fmla="*/ 26 h 505"/>
              <a:gd name="T22" fmla="*/ 704 w 711"/>
              <a:gd name="T23" fmla="*/ 6 h 505"/>
              <a:gd name="T24" fmla="*/ 683 w 711"/>
              <a:gd name="T25" fmla="*/ 7 h 5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1" h="505">
                <a:moveTo>
                  <a:pt x="683" y="7"/>
                </a:moveTo>
                <a:lnTo>
                  <a:pt x="683" y="7"/>
                </a:lnTo>
                <a:cubicBezTo>
                  <a:pt x="280" y="468"/>
                  <a:pt x="280" y="468"/>
                  <a:pt x="280" y="468"/>
                </a:cubicBezTo>
                <a:cubicBezTo>
                  <a:pt x="26" y="242"/>
                  <a:pt x="26" y="242"/>
                  <a:pt x="26" y="242"/>
                </a:cubicBezTo>
                <a:cubicBezTo>
                  <a:pt x="20" y="236"/>
                  <a:pt x="11" y="238"/>
                  <a:pt x="5" y="243"/>
                </a:cubicBezTo>
                <a:cubicBezTo>
                  <a:pt x="0" y="249"/>
                  <a:pt x="0" y="258"/>
                  <a:pt x="7" y="264"/>
                </a:cubicBezTo>
                <a:lnTo>
                  <a:pt x="7" y="264"/>
                </a:lnTo>
                <a:cubicBezTo>
                  <a:pt x="272" y="500"/>
                  <a:pt x="272" y="500"/>
                  <a:pt x="272" y="500"/>
                </a:cubicBezTo>
                <a:cubicBezTo>
                  <a:pt x="274" y="503"/>
                  <a:pt x="279" y="504"/>
                  <a:pt x="283" y="503"/>
                </a:cubicBezTo>
                <a:cubicBezTo>
                  <a:pt x="286" y="503"/>
                  <a:pt x="290" y="501"/>
                  <a:pt x="292" y="499"/>
                </a:cubicBezTo>
                <a:cubicBezTo>
                  <a:pt x="705" y="26"/>
                  <a:pt x="705" y="26"/>
                  <a:pt x="705" y="26"/>
                </a:cubicBezTo>
                <a:cubicBezTo>
                  <a:pt x="710" y="21"/>
                  <a:pt x="710" y="11"/>
                  <a:pt x="704" y="6"/>
                </a:cubicBezTo>
                <a:cubicBezTo>
                  <a:pt x="697" y="0"/>
                  <a:pt x="687" y="2"/>
                  <a:pt x="683" y="7"/>
                </a:cubicBezTo>
              </a:path>
            </a:pathLst>
          </a:custGeom>
          <a:solidFill>
            <a:schemeClr val="tx2"/>
          </a:solidFill>
          <a:ln>
            <a:noFill/>
          </a:ln>
          <a:effectLst/>
        </p:spPr>
        <p:txBody>
          <a:bodyPr wrap="none" anchor="ctr"/>
          <a:lstStyle/>
          <a:p>
            <a:endParaRPr lang="da-DK">
              <a:solidFill>
                <a:schemeClr val="tx2"/>
              </a:solidFill>
            </a:endParaRPr>
          </a:p>
        </p:txBody>
      </p:sp>
      <p:grpSp>
        <p:nvGrpSpPr>
          <p:cNvPr id="115" name="Group 117">
            <a:extLst>
              <a:ext uri="{FF2B5EF4-FFF2-40B4-BE49-F238E27FC236}">
                <a16:creationId xmlns:a16="http://schemas.microsoft.com/office/drawing/2014/main" id="{F2BE9661-A761-CE1C-2836-85D5F0D2A433}"/>
              </a:ext>
            </a:extLst>
          </p:cNvPr>
          <p:cNvGrpSpPr/>
          <p:nvPr/>
        </p:nvGrpSpPr>
        <p:grpSpPr>
          <a:xfrm>
            <a:off x="3234258" y="4186659"/>
            <a:ext cx="255587" cy="255588"/>
            <a:chOff x="2078038" y="4505325"/>
            <a:chExt cx="255587" cy="255588"/>
          </a:xfrm>
          <a:solidFill>
            <a:schemeClr val="tx2"/>
          </a:solidFill>
        </p:grpSpPr>
        <p:sp>
          <p:nvSpPr>
            <p:cNvPr id="116" name="Freeform 98">
              <a:extLst>
                <a:ext uri="{FF2B5EF4-FFF2-40B4-BE49-F238E27FC236}">
                  <a16:creationId xmlns:a16="http://schemas.microsoft.com/office/drawing/2014/main" id="{0F7AC57F-FB70-C341-7B51-5130164CFFC8}"/>
                </a:ext>
              </a:extLst>
            </p:cNvPr>
            <p:cNvSpPr>
              <a:spLocks noChangeArrowheads="1"/>
            </p:cNvSpPr>
            <p:nvPr/>
          </p:nvSpPr>
          <p:spPr bwMode="auto">
            <a:xfrm>
              <a:off x="2078038" y="4505325"/>
              <a:ext cx="255587" cy="255588"/>
            </a:xfrm>
            <a:custGeom>
              <a:avLst/>
              <a:gdLst>
                <a:gd name="T0" fmla="*/ 354 w 709"/>
                <a:gd name="T1" fmla="*/ 0 h 708"/>
                <a:gd name="T2" fmla="*/ 354 w 709"/>
                <a:gd name="T3" fmla="*/ 0 h 708"/>
                <a:gd name="T4" fmla="*/ 0 w 709"/>
                <a:gd name="T5" fmla="*/ 353 h 708"/>
                <a:gd name="T6" fmla="*/ 354 w 709"/>
                <a:gd name="T7" fmla="*/ 707 h 708"/>
                <a:gd name="T8" fmla="*/ 708 w 709"/>
                <a:gd name="T9" fmla="*/ 353 h 708"/>
                <a:gd name="T10" fmla="*/ 354 w 709"/>
                <a:gd name="T11" fmla="*/ 0 h 708"/>
                <a:gd name="T12" fmla="*/ 583 w 709"/>
                <a:gd name="T13" fmla="*/ 582 h 708"/>
                <a:gd name="T14" fmla="*/ 583 w 709"/>
                <a:gd name="T15" fmla="*/ 582 h 708"/>
                <a:gd name="T16" fmla="*/ 354 w 709"/>
                <a:gd name="T17" fmla="*/ 678 h 708"/>
                <a:gd name="T18" fmla="*/ 125 w 709"/>
                <a:gd name="T19" fmla="*/ 582 h 708"/>
                <a:gd name="T20" fmla="*/ 31 w 709"/>
                <a:gd name="T21" fmla="*/ 353 h 708"/>
                <a:gd name="T22" fmla="*/ 125 w 709"/>
                <a:gd name="T23" fmla="*/ 124 h 708"/>
                <a:gd name="T24" fmla="*/ 354 w 709"/>
                <a:gd name="T25" fmla="*/ 29 h 708"/>
                <a:gd name="T26" fmla="*/ 583 w 709"/>
                <a:gd name="T27" fmla="*/ 124 h 708"/>
                <a:gd name="T28" fmla="*/ 679 w 709"/>
                <a:gd name="T29" fmla="*/ 353 h 708"/>
                <a:gd name="T30" fmla="*/ 583 w 709"/>
                <a:gd name="T31" fmla="*/ 58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0"/>
                  </a:moveTo>
                  <a:lnTo>
                    <a:pt x="354" y="0"/>
                  </a:lnTo>
                  <a:cubicBezTo>
                    <a:pt x="159" y="0"/>
                    <a:pt x="0" y="158"/>
                    <a:pt x="0" y="353"/>
                  </a:cubicBezTo>
                  <a:cubicBezTo>
                    <a:pt x="0" y="548"/>
                    <a:pt x="159" y="707"/>
                    <a:pt x="354" y="707"/>
                  </a:cubicBezTo>
                  <a:cubicBezTo>
                    <a:pt x="550" y="707"/>
                    <a:pt x="708" y="548"/>
                    <a:pt x="708" y="353"/>
                  </a:cubicBezTo>
                  <a:cubicBezTo>
                    <a:pt x="708" y="158"/>
                    <a:pt x="550" y="0"/>
                    <a:pt x="354" y="0"/>
                  </a:cubicBezTo>
                  <a:close/>
                  <a:moveTo>
                    <a:pt x="583" y="582"/>
                  </a:moveTo>
                  <a:lnTo>
                    <a:pt x="583" y="582"/>
                  </a:lnTo>
                  <a:cubicBezTo>
                    <a:pt x="525" y="640"/>
                    <a:pt x="444" y="678"/>
                    <a:pt x="354" y="678"/>
                  </a:cubicBezTo>
                  <a:cubicBezTo>
                    <a:pt x="264" y="678"/>
                    <a:pt x="184" y="640"/>
                    <a:pt x="125" y="582"/>
                  </a:cubicBezTo>
                  <a:cubicBezTo>
                    <a:pt x="67" y="524"/>
                    <a:pt x="31" y="443"/>
                    <a:pt x="31" y="353"/>
                  </a:cubicBezTo>
                  <a:cubicBezTo>
                    <a:pt x="31" y="263"/>
                    <a:pt x="67" y="183"/>
                    <a:pt x="125" y="124"/>
                  </a:cubicBezTo>
                  <a:cubicBezTo>
                    <a:pt x="184" y="66"/>
                    <a:pt x="264" y="29"/>
                    <a:pt x="354" y="29"/>
                  </a:cubicBezTo>
                  <a:cubicBezTo>
                    <a:pt x="444" y="29"/>
                    <a:pt x="525" y="66"/>
                    <a:pt x="583" y="124"/>
                  </a:cubicBezTo>
                  <a:cubicBezTo>
                    <a:pt x="643" y="183"/>
                    <a:pt x="679" y="263"/>
                    <a:pt x="679" y="353"/>
                  </a:cubicBezTo>
                  <a:cubicBezTo>
                    <a:pt x="679" y="443"/>
                    <a:pt x="643" y="524"/>
                    <a:pt x="583" y="5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7" name="Freeform 99">
              <a:extLst>
                <a:ext uri="{FF2B5EF4-FFF2-40B4-BE49-F238E27FC236}">
                  <a16:creationId xmlns:a16="http://schemas.microsoft.com/office/drawing/2014/main" id="{FDA6F291-3ADA-2B31-2181-6D5C740D5E55}"/>
                </a:ext>
              </a:extLst>
            </p:cNvPr>
            <p:cNvSpPr>
              <a:spLocks noChangeArrowheads="1"/>
            </p:cNvSpPr>
            <p:nvPr/>
          </p:nvSpPr>
          <p:spPr bwMode="auto">
            <a:xfrm>
              <a:off x="2130425" y="4579938"/>
              <a:ext cx="150813" cy="107950"/>
            </a:xfrm>
            <a:custGeom>
              <a:avLst/>
              <a:gdLst>
                <a:gd name="T0" fmla="*/ 388 w 417"/>
                <a:gd name="T1" fmla="*/ 7 h 298"/>
                <a:gd name="T2" fmla="*/ 388 w 417"/>
                <a:gd name="T3" fmla="*/ 7 h 298"/>
                <a:gd name="T4" fmla="*/ 161 w 417"/>
                <a:gd name="T5" fmla="*/ 261 h 298"/>
                <a:gd name="T6" fmla="*/ 25 w 417"/>
                <a:gd name="T7" fmla="*/ 152 h 298"/>
                <a:gd name="T8" fmla="*/ 4 w 417"/>
                <a:gd name="T9" fmla="*/ 155 h 298"/>
                <a:gd name="T10" fmla="*/ 7 w 417"/>
                <a:gd name="T11" fmla="*/ 175 h 298"/>
                <a:gd name="T12" fmla="*/ 154 w 417"/>
                <a:gd name="T13" fmla="*/ 293 h 298"/>
                <a:gd name="T14" fmla="*/ 156 w 417"/>
                <a:gd name="T15" fmla="*/ 294 h 298"/>
                <a:gd name="T16" fmla="*/ 159 w 417"/>
                <a:gd name="T17" fmla="*/ 296 h 298"/>
                <a:gd name="T18" fmla="*/ 161 w 417"/>
                <a:gd name="T19" fmla="*/ 296 h 298"/>
                <a:gd name="T20" fmla="*/ 164 w 417"/>
                <a:gd name="T21" fmla="*/ 297 h 298"/>
                <a:gd name="T22" fmla="*/ 167 w 417"/>
                <a:gd name="T23" fmla="*/ 296 h 298"/>
                <a:gd name="T24" fmla="*/ 170 w 417"/>
                <a:gd name="T25" fmla="*/ 296 h 298"/>
                <a:gd name="T26" fmla="*/ 172 w 417"/>
                <a:gd name="T27" fmla="*/ 293 h 298"/>
                <a:gd name="T28" fmla="*/ 174 w 417"/>
                <a:gd name="T29" fmla="*/ 291 h 298"/>
                <a:gd name="T30" fmla="*/ 410 w 417"/>
                <a:gd name="T31" fmla="*/ 26 h 298"/>
                <a:gd name="T32" fmla="*/ 409 w 417"/>
                <a:gd name="T33" fmla="*/ 5 h 298"/>
                <a:gd name="T34" fmla="*/ 388 w 417"/>
                <a:gd name="T35" fmla="*/ 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298">
                  <a:moveTo>
                    <a:pt x="388" y="7"/>
                  </a:moveTo>
                  <a:lnTo>
                    <a:pt x="388" y="7"/>
                  </a:lnTo>
                  <a:cubicBezTo>
                    <a:pt x="161" y="261"/>
                    <a:pt x="161" y="261"/>
                    <a:pt x="161" y="261"/>
                  </a:cubicBezTo>
                  <a:cubicBezTo>
                    <a:pt x="25" y="152"/>
                    <a:pt x="25" y="152"/>
                    <a:pt x="25" y="152"/>
                  </a:cubicBezTo>
                  <a:cubicBezTo>
                    <a:pt x="19" y="148"/>
                    <a:pt x="9" y="148"/>
                    <a:pt x="4" y="155"/>
                  </a:cubicBezTo>
                  <a:cubicBezTo>
                    <a:pt x="0" y="162"/>
                    <a:pt x="0" y="170"/>
                    <a:pt x="7" y="175"/>
                  </a:cubicBezTo>
                  <a:cubicBezTo>
                    <a:pt x="154" y="293"/>
                    <a:pt x="154" y="293"/>
                    <a:pt x="154" y="293"/>
                  </a:cubicBezTo>
                  <a:cubicBezTo>
                    <a:pt x="154" y="294"/>
                    <a:pt x="156" y="294"/>
                    <a:pt x="156" y="294"/>
                  </a:cubicBezTo>
                  <a:cubicBezTo>
                    <a:pt x="157" y="296"/>
                    <a:pt x="157" y="296"/>
                    <a:pt x="159" y="296"/>
                  </a:cubicBezTo>
                  <a:cubicBezTo>
                    <a:pt x="160" y="296"/>
                    <a:pt x="160" y="296"/>
                    <a:pt x="161" y="296"/>
                  </a:cubicBezTo>
                  <a:cubicBezTo>
                    <a:pt x="163" y="297"/>
                    <a:pt x="163" y="297"/>
                    <a:pt x="164" y="297"/>
                  </a:cubicBezTo>
                  <a:cubicBezTo>
                    <a:pt x="166" y="297"/>
                    <a:pt x="166" y="296"/>
                    <a:pt x="167" y="296"/>
                  </a:cubicBezTo>
                  <a:cubicBezTo>
                    <a:pt x="168" y="296"/>
                    <a:pt x="168" y="296"/>
                    <a:pt x="170" y="296"/>
                  </a:cubicBezTo>
                  <a:cubicBezTo>
                    <a:pt x="171" y="294"/>
                    <a:pt x="171" y="294"/>
                    <a:pt x="172" y="293"/>
                  </a:cubicBezTo>
                  <a:cubicBezTo>
                    <a:pt x="172" y="293"/>
                    <a:pt x="174" y="293"/>
                    <a:pt x="174" y="291"/>
                  </a:cubicBezTo>
                  <a:cubicBezTo>
                    <a:pt x="410" y="26"/>
                    <a:pt x="410" y="26"/>
                    <a:pt x="410" y="26"/>
                  </a:cubicBezTo>
                  <a:cubicBezTo>
                    <a:pt x="416" y="21"/>
                    <a:pt x="414" y="11"/>
                    <a:pt x="409" y="5"/>
                  </a:cubicBezTo>
                  <a:cubicBezTo>
                    <a:pt x="403" y="0"/>
                    <a:pt x="393" y="1"/>
                    <a:pt x="388"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18" name="Group 120">
            <a:extLst>
              <a:ext uri="{FF2B5EF4-FFF2-40B4-BE49-F238E27FC236}">
                <a16:creationId xmlns:a16="http://schemas.microsoft.com/office/drawing/2014/main" id="{8D1DDB86-62FA-DF02-43C9-946C5D82D0C8}"/>
              </a:ext>
            </a:extLst>
          </p:cNvPr>
          <p:cNvGrpSpPr/>
          <p:nvPr/>
        </p:nvGrpSpPr>
        <p:grpSpPr>
          <a:xfrm>
            <a:off x="3742258" y="4239047"/>
            <a:ext cx="257175" cy="150812"/>
            <a:chOff x="2586038" y="4557713"/>
            <a:chExt cx="257175" cy="150812"/>
          </a:xfrm>
          <a:solidFill>
            <a:schemeClr val="tx2"/>
          </a:solidFill>
        </p:grpSpPr>
        <p:sp>
          <p:nvSpPr>
            <p:cNvPr id="119" name="Freeform 100">
              <a:extLst>
                <a:ext uri="{FF2B5EF4-FFF2-40B4-BE49-F238E27FC236}">
                  <a16:creationId xmlns:a16="http://schemas.microsoft.com/office/drawing/2014/main" id="{802DC257-70E2-9FEA-7427-5B5DC507F2AB}"/>
                </a:ext>
              </a:extLst>
            </p:cNvPr>
            <p:cNvSpPr>
              <a:spLocks noChangeArrowheads="1"/>
            </p:cNvSpPr>
            <p:nvPr/>
          </p:nvSpPr>
          <p:spPr bwMode="auto">
            <a:xfrm>
              <a:off x="2692400" y="4557713"/>
              <a:ext cx="150813" cy="150812"/>
            </a:xfrm>
            <a:custGeom>
              <a:avLst/>
              <a:gdLst>
                <a:gd name="T0" fmla="*/ 388 w 418"/>
                <a:gd name="T1" fmla="*/ 8 h 418"/>
                <a:gd name="T2" fmla="*/ 388 w 418"/>
                <a:gd name="T3" fmla="*/ 8 h 418"/>
                <a:gd name="T4" fmla="*/ 102 w 418"/>
                <a:gd name="T5" fmla="*/ 379 h 418"/>
                <a:gd name="T6" fmla="*/ 24 w 418"/>
                <a:gd name="T7" fmla="*/ 328 h 418"/>
                <a:gd name="T8" fmla="*/ 4 w 418"/>
                <a:gd name="T9" fmla="*/ 332 h 418"/>
                <a:gd name="T10" fmla="*/ 8 w 418"/>
                <a:gd name="T11" fmla="*/ 353 h 418"/>
                <a:gd name="T12" fmla="*/ 8 w 418"/>
                <a:gd name="T13" fmla="*/ 353 h 418"/>
                <a:gd name="T14" fmla="*/ 96 w 418"/>
                <a:gd name="T15" fmla="*/ 412 h 418"/>
                <a:gd name="T16" fmla="*/ 117 w 418"/>
                <a:gd name="T17" fmla="*/ 408 h 418"/>
                <a:gd name="T18" fmla="*/ 411 w 418"/>
                <a:gd name="T19" fmla="*/ 26 h 418"/>
                <a:gd name="T20" fmla="*/ 408 w 418"/>
                <a:gd name="T21" fmla="*/ 5 h 418"/>
                <a:gd name="T22" fmla="*/ 388 w 418"/>
                <a:gd name="T23" fmla="*/ 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8" h="418">
                  <a:moveTo>
                    <a:pt x="388" y="8"/>
                  </a:moveTo>
                  <a:lnTo>
                    <a:pt x="388" y="8"/>
                  </a:lnTo>
                  <a:cubicBezTo>
                    <a:pt x="102" y="379"/>
                    <a:pt x="102" y="379"/>
                    <a:pt x="102" y="379"/>
                  </a:cubicBezTo>
                  <a:cubicBezTo>
                    <a:pt x="24" y="328"/>
                    <a:pt x="24" y="328"/>
                    <a:pt x="24" y="328"/>
                  </a:cubicBezTo>
                  <a:cubicBezTo>
                    <a:pt x="18" y="324"/>
                    <a:pt x="9" y="326"/>
                    <a:pt x="4" y="332"/>
                  </a:cubicBezTo>
                  <a:cubicBezTo>
                    <a:pt x="0" y="339"/>
                    <a:pt x="1" y="349"/>
                    <a:pt x="8" y="353"/>
                  </a:cubicBezTo>
                  <a:lnTo>
                    <a:pt x="8" y="353"/>
                  </a:lnTo>
                  <a:cubicBezTo>
                    <a:pt x="96" y="412"/>
                    <a:pt x="96" y="412"/>
                    <a:pt x="96" y="412"/>
                  </a:cubicBezTo>
                  <a:cubicBezTo>
                    <a:pt x="103" y="417"/>
                    <a:pt x="111" y="415"/>
                    <a:pt x="117" y="408"/>
                  </a:cubicBezTo>
                  <a:cubicBezTo>
                    <a:pt x="411" y="26"/>
                    <a:pt x="411" y="26"/>
                    <a:pt x="411" y="26"/>
                  </a:cubicBezTo>
                  <a:cubicBezTo>
                    <a:pt x="417" y="19"/>
                    <a:pt x="415" y="11"/>
                    <a:pt x="408" y="5"/>
                  </a:cubicBezTo>
                  <a:cubicBezTo>
                    <a:pt x="401" y="0"/>
                    <a:pt x="393" y="1"/>
                    <a:pt x="388"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0" name="Freeform 101">
              <a:extLst>
                <a:ext uri="{FF2B5EF4-FFF2-40B4-BE49-F238E27FC236}">
                  <a16:creationId xmlns:a16="http://schemas.microsoft.com/office/drawing/2014/main" id="{3C42155E-1CE6-7AC3-3E69-273E58648AB5}"/>
                </a:ext>
              </a:extLst>
            </p:cNvPr>
            <p:cNvSpPr>
              <a:spLocks noChangeArrowheads="1"/>
            </p:cNvSpPr>
            <p:nvPr/>
          </p:nvSpPr>
          <p:spPr bwMode="auto">
            <a:xfrm>
              <a:off x="2586038" y="4557713"/>
              <a:ext cx="182562" cy="149225"/>
            </a:xfrm>
            <a:custGeom>
              <a:avLst/>
              <a:gdLst>
                <a:gd name="T0" fmla="*/ 6 w 506"/>
                <a:gd name="T1" fmla="*/ 243 h 416"/>
                <a:gd name="T2" fmla="*/ 6 w 506"/>
                <a:gd name="T3" fmla="*/ 243 h 416"/>
                <a:gd name="T4" fmla="*/ 7 w 506"/>
                <a:gd name="T5" fmla="*/ 263 h 416"/>
                <a:gd name="T6" fmla="*/ 7 w 506"/>
                <a:gd name="T7" fmla="*/ 263 h 416"/>
                <a:gd name="T8" fmla="*/ 184 w 506"/>
                <a:gd name="T9" fmla="*/ 411 h 416"/>
                <a:gd name="T10" fmla="*/ 195 w 506"/>
                <a:gd name="T11" fmla="*/ 414 h 416"/>
                <a:gd name="T12" fmla="*/ 205 w 506"/>
                <a:gd name="T13" fmla="*/ 408 h 416"/>
                <a:gd name="T14" fmla="*/ 500 w 506"/>
                <a:gd name="T15" fmla="*/ 26 h 416"/>
                <a:gd name="T16" fmla="*/ 498 w 506"/>
                <a:gd name="T17" fmla="*/ 5 h 416"/>
                <a:gd name="T18" fmla="*/ 477 w 506"/>
                <a:gd name="T19" fmla="*/ 8 h 416"/>
                <a:gd name="T20" fmla="*/ 191 w 506"/>
                <a:gd name="T21" fmla="*/ 378 h 416"/>
                <a:gd name="T22" fmla="*/ 27 w 506"/>
                <a:gd name="T23" fmla="*/ 241 h 416"/>
                <a:gd name="T24" fmla="*/ 6 w 506"/>
                <a:gd name="T25" fmla="*/ 243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06" h="416">
                  <a:moveTo>
                    <a:pt x="6" y="243"/>
                  </a:moveTo>
                  <a:lnTo>
                    <a:pt x="6" y="243"/>
                  </a:lnTo>
                  <a:cubicBezTo>
                    <a:pt x="0" y="250"/>
                    <a:pt x="2" y="258"/>
                    <a:pt x="7" y="263"/>
                  </a:cubicBezTo>
                  <a:lnTo>
                    <a:pt x="7" y="263"/>
                  </a:lnTo>
                  <a:cubicBezTo>
                    <a:pt x="184" y="411"/>
                    <a:pt x="184" y="411"/>
                    <a:pt x="184" y="411"/>
                  </a:cubicBezTo>
                  <a:cubicBezTo>
                    <a:pt x="187" y="414"/>
                    <a:pt x="191" y="415"/>
                    <a:pt x="195" y="414"/>
                  </a:cubicBezTo>
                  <a:cubicBezTo>
                    <a:pt x="199" y="414"/>
                    <a:pt x="203" y="412"/>
                    <a:pt x="205" y="408"/>
                  </a:cubicBezTo>
                  <a:cubicBezTo>
                    <a:pt x="500" y="26"/>
                    <a:pt x="500" y="26"/>
                    <a:pt x="500" y="26"/>
                  </a:cubicBezTo>
                  <a:cubicBezTo>
                    <a:pt x="505" y="19"/>
                    <a:pt x="503" y="11"/>
                    <a:pt x="498" y="5"/>
                  </a:cubicBezTo>
                  <a:cubicBezTo>
                    <a:pt x="491" y="0"/>
                    <a:pt x="481" y="1"/>
                    <a:pt x="477" y="8"/>
                  </a:cubicBezTo>
                  <a:cubicBezTo>
                    <a:pt x="191" y="378"/>
                    <a:pt x="191" y="378"/>
                    <a:pt x="191" y="378"/>
                  </a:cubicBezTo>
                  <a:cubicBezTo>
                    <a:pt x="27" y="241"/>
                    <a:pt x="27" y="241"/>
                    <a:pt x="27" y="241"/>
                  </a:cubicBezTo>
                  <a:cubicBezTo>
                    <a:pt x="20" y="236"/>
                    <a:pt x="10" y="237"/>
                    <a:pt x="6" y="2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1" name="Group 123">
            <a:extLst>
              <a:ext uri="{FF2B5EF4-FFF2-40B4-BE49-F238E27FC236}">
                <a16:creationId xmlns:a16="http://schemas.microsoft.com/office/drawing/2014/main" id="{7C1962EE-8811-C8B9-3790-257454296301}"/>
              </a:ext>
            </a:extLst>
          </p:cNvPr>
          <p:cNvGrpSpPr/>
          <p:nvPr/>
        </p:nvGrpSpPr>
        <p:grpSpPr>
          <a:xfrm>
            <a:off x="1813445" y="4693071"/>
            <a:ext cx="63500" cy="254000"/>
            <a:chOff x="657225" y="5014913"/>
            <a:chExt cx="63500" cy="254000"/>
          </a:xfrm>
          <a:solidFill>
            <a:schemeClr val="tx2"/>
          </a:solidFill>
        </p:grpSpPr>
        <p:sp>
          <p:nvSpPr>
            <p:cNvPr id="122" name="Freeform 102">
              <a:extLst>
                <a:ext uri="{FF2B5EF4-FFF2-40B4-BE49-F238E27FC236}">
                  <a16:creationId xmlns:a16="http://schemas.microsoft.com/office/drawing/2014/main" id="{1F54D44F-29A0-DD0B-5062-BED15AD40A8C}"/>
                </a:ext>
              </a:extLst>
            </p:cNvPr>
            <p:cNvSpPr>
              <a:spLocks noChangeArrowheads="1"/>
            </p:cNvSpPr>
            <p:nvPr/>
          </p:nvSpPr>
          <p:spPr bwMode="auto">
            <a:xfrm>
              <a:off x="657225" y="5014913"/>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29 w 178"/>
                <a:gd name="T13" fmla="*/ 88 h 178"/>
                <a:gd name="T14" fmla="*/ 29 w 178"/>
                <a:gd name="T15" fmla="*/ 88 h 178"/>
                <a:gd name="T16" fmla="*/ 45 w 178"/>
                <a:gd name="T17" fmla="*/ 47 h 178"/>
                <a:gd name="T18" fmla="*/ 88 w 178"/>
                <a:gd name="T19" fmla="*/ 29 h 178"/>
                <a:gd name="T20" fmla="*/ 130 w 178"/>
                <a:gd name="T21" fmla="*/ 47 h 178"/>
                <a:gd name="T22" fmla="*/ 146 w 178"/>
                <a:gd name="T23" fmla="*/ 88 h 178"/>
                <a:gd name="T24" fmla="*/ 130 w 178"/>
                <a:gd name="T25" fmla="*/ 130 h 178"/>
                <a:gd name="T26" fmla="*/ 88 w 178"/>
                <a:gd name="T27" fmla="*/ 148 h 178"/>
                <a:gd name="T28" fmla="*/ 45 w 178"/>
                <a:gd name="T29" fmla="*/ 130 h 178"/>
                <a:gd name="T30" fmla="*/ 29 w 178"/>
                <a:gd name="T31" fmla="*/ 88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40"/>
                    <a:pt x="137" y="0"/>
                    <a:pt x="88" y="0"/>
                  </a:cubicBezTo>
                  <a:cubicBezTo>
                    <a:pt x="39" y="0"/>
                    <a:pt x="0" y="40"/>
                    <a:pt x="0" y="88"/>
                  </a:cubicBezTo>
                  <a:cubicBezTo>
                    <a:pt x="0" y="137"/>
                    <a:pt x="39" y="177"/>
                    <a:pt x="88" y="177"/>
                  </a:cubicBezTo>
                  <a:cubicBezTo>
                    <a:pt x="137" y="177"/>
                    <a:pt x="177" y="137"/>
                    <a:pt x="177" y="88"/>
                  </a:cubicBezTo>
                  <a:close/>
                  <a:moveTo>
                    <a:pt x="29" y="88"/>
                  </a:moveTo>
                  <a:lnTo>
                    <a:pt x="29" y="88"/>
                  </a:lnTo>
                  <a:cubicBezTo>
                    <a:pt x="29" y="72"/>
                    <a:pt x="36" y="58"/>
                    <a:pt x="45" y="47"/>
                  </a:cubicBez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3" name="Freeform 103">
              <a:extLst>
                <a:ext uri="{FF2B5EF4-FFF2-40B4-BE49-F238E27FC236}">
                  <a16:creationId xmlns:a16="http://schemas.microsoft.com/office/drawing/2014/main" id="{4C72A4E8-7ABC-2E7D-BFA2-52561C82D01B}"/>
                </a:ext>
              </a:extLst>
            </p:cNvPr>
            <p:cNvSpPr>
              <a:spLocks noChangeArrowheads="1"/>
            </p:cNvSpPr>
            <p:nvPr/>
          </p:nvSpPr>
          <p:spPr bwMode="auto">
            <a:xfrm>
              <a:off x="657225" y="5205413"/>
              <a:ext cx="63500" cy="63500"/>
            </a:xfrm>
            <a:custGeom>
              <a:avLst/>
              <a:gdLst>
                <a:gd name="T0" fmla="*/ 88 w 178"/>
                <a:gd name="T1" fmla="*/ 177 h 178"/>
                <a:gd name="T2" fmla="*/ 88 w 178"/>
                <a:gd name="T3" fmla="*/ 177 h 178"/>
                <a:gd name="T4" fmla="*/ 177 w 178"/>
                <a:gd name="T5" fmla="*/ 89 h 178"/>
                <a:gd name="T6" fmla="*/ 88 w 178"/>
                <a:gd name="T7" fmla="*/ 0 h 178"/>
                <a:gd name="T8" fmla="*/ 0 w 178"/>
                <a:gd name="T9" fmla="*/ 89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9 h 178"/>
                <a:gd name="T22" fmla="*/ 130 w 178"/>
                <a:gd name="T23" fmla="*/ 130 h 178"/>
                <a:gd name="T24" fmla="*/ 88 w 178"/>
                <a:gd name="T25" fmla="*/ 148 h 178"/>
                <a:gd name="T26" fmla="*/ 45 w 178"/>
                <a:gd name="T27" fmla="*/ 130 h 178"/>
                <a:gd name="T28" fmla="*/ 29 w 178"/>
                <a:gd name="T29" fmla="*/ 89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9"/>
                  </a:cubicBezTo>
                  <a:cubicBezTo>
                    <a:pt x="177" y="40"/>
                    <a:pt x="137" y="0"/>
                    <a:pt x="88" y="0"/>
                  </a:cubicBezTo>
                  <a:cubicBezTo>
                    <a:pt x="39" y="0"/>
                    <a:pt x="0" y="40"/>
                    <a:pt x="0" y="89"/>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9"/>
                  </a:cubicBezTo>
                  <a:cubicBezTo>
                    <a:pt x="146" y="105"/>
                    <a:pt x="139" y="119"/>
                    <a:pt x="130" y="130"/>
                  </a:cubicBezTo>
                  <a:cubicBezTo>
                    <a:pt x="119" y="141"/>
                    <a:pt x="103" y="148"/>
                    <a:pt x="88" y="148"/>
                  </a:cubicBezTo>
                  <a:cubicBezTo>
                    <a:pt x="72" y="148"/>
                    <a:pt x="56" y="141"/>
                    <a:pt x="45" y="130"/>
                  </a:cubicBezTo>
                  <a:cubicBezTo>
                    <a:pt x="36" y="119"/>
                    <a:pt x="29" y="105"/>
                    <a:pt x="29" y="89"/>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4" name="Freeform 104">
              <a:extLst>
                <a:ext uri="{FF2B5EF4-FFF2-40B4-BE49-F238E27FC236}">
                  <a16:creationId xmlns:a16="http://schemas.microsoft.com/office/drawing/2014/main" id="{5597D662-7D0F-F00F-F360-5491D75DEC7D}"/>
                </a:ext>
              </a:extLst>
            </p:cNvPr>
            <p:cNvSpPr>
              <a:spLocks noChangeArrowheads="1"/>
            </p:cNvSpPr>
            <p:nvPr/>
          </p:nvSpPr>
          <p:spPr bwMode="auto">
            <a:xfrm>
              <a:off x="657225" y="5110163"/>
              <a:ext cx="63500" cy="63500"/>
            </a:xfrm>
            <a:custGeom>
              <a:avLst/>
              <a:gdLst>
                <a:gd name="T0" fmla="*/ 88 w 178"/>
                <a:gd name="T1" fmla="*/ 177 h 178"/>
                <a:gd name="T2" fmla="*/ 88 w 178"/>
                <a:gd name="T3" fmla="*/ 177 h 178"/>
                <a:gd name="T4" fmla="*/ 177 w 178"/>
                <a:gd name="T5" fmla="*/ 88 h 178"/>
                <a:gd name="T6" fmla="*/ 88 w 178"/>
                <a:gd name="T7" fmla="*/ 0 h 178"/>
                <a:gd name="T8" fmla="*/ 0 w 178"/>
                <a:gd name="T9" fmla="*/ 88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8 h 178"/>
                <a:gd name="T22" fmla="*/ 130 w 178"/>
                <a:gd name="T23" fmla="*/ 130 h 178"/>
                <a:gd name="T24" fmla="*/ 88 w 178"/>
                <a:gd name="T25" fmla="*/ 148 h 178"/>
                <a:gd name="T26" fmla="*/ 45 w 178"/>
                <a:gd name="T27" fmla="*/ 130 h 178"/>
                <a:gd name="T28" fmla="*/ 29 w 178"/>
                <a:gd name="T29" fmla="*/ 88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8"/>
                  </a:cubicBezTo>
                  <a:cubicBezTo>
                    <a:pt x="177" y="40"/>
                    <a:pt x="137" y="0"/>
                    <a:pt x="88" y="0"/>
                  </a:cubicBezTo>
                  <a:cubicBezTo>
                    <a:pt x="39" y="0"/>
                    <a:pt x="0" y="40"/>
                    <a:pt x="0" y="88"/>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5" name="Group 127">
            <a:extLst>
              <a:ext uri="{FF2B5EF4-FFF2-40B4-BE49-F238E27FC236}">
                <a16:creationId xmlns:a16="http://schemas.microsoft.com/office/drawing/2014/main" id="{86498D07-B88B-3947-FF9B-2841F523B712}"/>
              </a:ext>
            </a:extLst>
          </p:cNvPr>
          <p:cNvGrpSpPr/>
          <p:nvPr/>
        </p:nvGrpSpPr>
        <p:grpSpPr>
          <a:xfrm>
            <a:off x="2215083" y="4788321"/>
            <a:ext cx="255587" cy="63500"/>
            <a:chOff x="1058863" y="5108575"/>
            <a:chExt cx="255587" cy="63500"/>
          </a:xfrm>
          <a:solidFill>
            <a:schemeClr val="tx2"/>
          </a:solidFill>
        </p:grpSpPr>
        <p:sp>
          <p:nvSpPr>
            <p:cNvPr id="126" name="Freeform 105">
              <a:extLst>
                <a:ext uri="{FF2B5EF4-FFF2-40B4-BE49-F238E27FC236}">
                  <a16:creationId xmlns:a16="http://schemas.microsoft.com/office/drawing/2014/main" id="{30C2C898-44E5-47F7-E2EB-C5F45F80A452}"/>
                </a:ext>
              </a:extLst>
            </p:cNvPr>
            <p:cNvSpPr>
              <a:spLocks noChangeArrowheads="1"/>
            </p:cNvSpPr>
            <p:nvPr/>
          </p:nvSpPr>
          <p:spPr bwMode="auto">
            <a:xfrm>
              <a:off x="1250950" y="5108575"/>
              <a:ext cx="63500" cy="63500"/>
            </a:xfrm>
            <a:custGeom>
              <a:avLst/>
              <a:gdLst>
                <a:gd name="T0" fmla="*/ 88 w 178"/>
                <a:gd name="T1" fmla="*/ 0 h 178"/>
                <a:gd name="T2" fmla="*/ 88 w 178"/>
                <a:gd name="T3" fmla="*/ 0 h 178"/>
                <a:gd name="T4" fmla="*/ 0 w 178"/>
                <a:gd name="T5" fmla="*/ 88 h 178"/>
                <a:gd name="T6" fmla="*/ 88 w 178"/>
                <a:gd name="T7" fmla="*/ 177 h 178"/>
                <a:gd name="T8" fmla="*/ 177 w 178"/>
                <a:gd name="T9" fmla="*/ 88 h 178"/>
                <a:gd name="T10" fmla="*/ 88 w 178"/>
                <a:gd name="T11" fmla="*/ 0 h 178"/>
                <a:gd name="T12" fmla="*/ 130 w 178"/>
                <a:gd name="T13" fmla="*/ 130 h 178"/>
                <a:gd name="T14" fmla="*/ 130 w 178"/>
                <a:gd name="T15" fmla="*/ 130 h 178"/>
                <a:gd name="T16" fmla="*/ 88 w 178"/>
                <a:gd name="T17" fmla="*/ 146 h 178"/>
                <a:gd name="T18" fmla="*/ 47 w 178"/>
                <a:gd name="T19" fmla="*/ 130 h 178"/>
                <a:gd name="T20" fmla="*/ 30 w 178"/>
                <a:gd name="T21" fmla="*/ 88 h 178"/>
                <a:gd name="T22" fmla="*/ 47 w 178"/>
                <a:gd name="T23" fmla="*/ 45 h 178"/>
                <a:gd name="T24" fmla="*/ 88 w 178"/>
                <a:gd name="T25" fmla="*/ 29 h 178"/>
                <a:gd name="T26" fmla="*/ 130 w 178"/>
                <a:gd name="T27" fmla="*/ 45 h 178"/>
                <a:gd name="T28" fmla="*/ 148 w 178"/>
                <a:gd name="T29" fmla="*/ 88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39"/>
                    <a:pt x="0" y="88"/>
                  </a:cubicBezTo>
                  <a:cubicBezTo>
                    <a:pt x="0" y="137"/>
                    <a:pt x="40" y="177"/>
                    <a:pt x="88" y="177"/>
                  </a:cubicBezTo>
                  <a:cubicBezTo>
                    <a:pt x="138" y="177"/>
                    <a:pt x="177" y="137"/>
                    <a:pt x="177" y="88"/>
                  </a:cubicBezTo>
                  <a:cubicBezTo>
                    <a:pt x="177" y="39"/>
                    <a:pt x="138" y="0"/>
                    <a:pt x="88" y="0"/>
                  </a:cubicBezTo>
                  <a:close/>
                  <a:moveTo>
                    <a:pt x="130" y="130"/>
                  </a:moveTo>
                  <a:lnTo>
                    <a:pt x="130" y="130"/>
                  </a:lnTo>
                  <a:cubicBezTo>
                    <a:pt x="120" y="139"/>
                    <a:pt x="105" y="146"/>
                    <a:pt x="88" y="146"/>
                  </a:cubicBezTo>
                  <a:cubicBezTo>
                    <a:pt x="72" y="146"/>
                    <a:pt x="58" y="139"/>
                    <a:pt x="47" y="130"/>
                  </a:cubicBez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7" name="Freeform 106">
              <a:extLst>
                <a:ext uri="{FF2B5EF4-FFF2-40B4-BE49-F238E27FC236}">
                  <a16:creationId xmlns:a16="http://schemas.microsoft.com/office/drawing/2014/main" id="{916DDA41-D310-9AB6-346C-CA87B17F295F}"/>
                </a:ext>
              </a:extLst>
            </p:cNvPr>
            <p:cNvSpPr>
              <a:spLocks noChangeArrowheads="1"/>
            </p:cNvSpPr>
            <p:nvPr/>
          </p:nvSpPr>
          <p:spPr bwMode="auto">
            <a:xfrm>
              <a:off x="1058863" y="5108575"/>
              <a:ext cx="63500" cy="63500"/>
            </a:xfrm>
            <a:custGeom>
              <a:avLst/>
              <a:gdLst>
                <a:gd name="T0" fmla="*/ 176 w 177"/>
                <a:gd name="T1" fmla="*/ 88 h 178"/>
                <a:gd name="T2" fmla="*/ 176 w 177"/>
                <a:gd name="T3" fmla="*/ 88 h 178"/>
                <a:gd name="T4" fmla="*/ 88 w 177"/>
                <a:gd name="T5" fmla="*/ 0 h 178"/>
                <a:gd name="T6" fmla="*/ 0 w 177"/>
                <a:gd name="T7" fmla="*/ 88 h 178"/>
                <a:gd name="T8" fmla="*/ 88 w 177"/>
                <a:gd name="T9" fmla="*/ 177 h 178"/>
                <a:gd name="T10" fmla="*/ 176 w 177"/>
                <a:gd name="T11" fmla="*/ 88 h 178"/>
                <a:gd name="T12" fmla="*/ 47 w 177"/>
                <a:gd name="T13" fmla="*/ 130 h 178"/>
                <a:gd name="T14" fmla="*/ 47 w 177"/>
                <a:gd name="T15" fmla="*/ 130 h 178"/>
                <a:gd name="T16" fmla="*/ 30 w 177"/>
                <a:gd name="T17" fmla="*/ 88 h 178"/>
                <a:gd name="T18" fmla="*/ 47 w 177"/>
                <a:gd name="T19" fmla="*/ 45 h 178"/>
                <a:gd name="T20" fmla="*/ 88 w 177"/>
                <a:gd name="T21" fmla="*/ 29 h 178"/>
                <a:gd name="T22" fmla="*/ 129 w 177"/>
                <a:gd name="T23" fmla="*/ 45 h 178"/>
                <a:gd name="T24" fmla="*/ 147 w 177"/>
                <a:gd name="T25" fmla="*/ 88 h 178"/>
                <a:gd name="T26" fmla="*/ 129 w 177"/>
                <a:gd name="T27" fmla="*/ 130 h 178"/>
                <a:gd name="T28" fmla="*/ 88 w 177"/>
                <a:gd name="T29" fmla="*/ 146 h 178"/>
                <a:gd name="T30" fmla="*/ 47 w 177"/>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8">
                  <a:moveTo>
                    <a:pt x="176" y="88"/>
                  </a:moveTo>
                  <a:lnTo>
                    <a:pt x="176" y="88"/>
                  </a:lnTo>
                  <a:cubicBezTo>
                    <a:pt x="176" y="39"/>
                    <a:pt x="138" y="0"/>
                    <a:pt x="88" y="0"/>
                  </a:cubicBezTo>
                  <a:cubicBezTo>
                    <a:pt x="40" y="0"/>
                    <a:pt x="0" y="39"/>
                    <a:pt x="0" y="88"/>
                  </a:cubicBezTo>
                  <a:cubicBezTo>
                    <a:pt x="0" y="137"/>
                    <a:pt x="40" y="177"/>
                    <a:pt x="88" y="177"/>
                  </a:cubicBezTo>
                  <a:cubicBezTo>
                    <a:pt x="138" y="177"/>
                    <a:pt x="176" y="137"/>
                    <a:pt x="176" y="88"/>
                  </a:cubicBezTo>
                  <a:close/>
                  <a:moveTo>
                    <a:pt x="47" y="130"/>
                  </a:moveTo>
                  <a:lnTo>
                    <a:pt x="47" y="130"/>
                  </a:lnTo>
                  <a:cubicBezTo>
                    <a:pt x="36" y="119"/>
                    <a:pt x="30" y="103"/>
                    <a:pt x="30" y="88"/>
                  </a:cubicBezTo>
                  <a:cubicBezTo>
                    <a:pt x="30" y="72"/>
                    <a:pt x="36" y="57"/>
                    <a:pt x="47" y="45"/>
                  </a:cubicBezTo>
                  <a:cubicBezTo>
                    <a:pt x="58" y="36"/>
                    <a:pt x="71" y="29"/>
                    <a:pt x="88" y="29"/>
                  </a:cubicBezTo>
                  <a:cubicBezTo>
                    <a:pt x="105" y="29"/>
                    <a:pt x="120" y="36"/>
                    <a:pt x="129" y="45"/>
                  </a:cubicBezTo>
                  <a:cubicBezTo>
                    <a:pt x="141" y="57"/>
                    <a:pt x="147" y="72"/>
                    <a:pt x="147" y="88"/>
                  </a:cubicBezTo>
                  <a:cubicBezTo>
                    <a:pt x="147" y="103"/>
                    <a:pt x="141" y="119"/>
                    <a:pt x="129" y="130"/>
                  </a:cubicBezTo>
                  <a:cubicBezTo>
                    <a:pt x="120" y="139"/>
                    <a:pt x="105" y="146"/>
                    <a:pt x="88" y="146"/>
                  </a:cubicBezTo>
                  <a:cubicBezTo>
                    <a:pt x="71"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8" name="Freeform 107">
              <a:extLst>
                <a:ext uri="{FF2B5EF4-FFF2-40B4-BE49-F238E27FC236}">
                  <a16:creationId xmlns:a16="http://schemas.microsoft.com/office/drawing/2014/main" id="{B420BC40-AC7A-4F77-323B-9C31EAF8F139}"/>
                </a:ext>
              </a:extLst>
            </p:cNvPr>
            <p:cNvSpPr>
              <a:spLocks noChangeArrowheads="1"/>
            </p:cNvSpPr>
            <p:nvPr/>
          </p:nvSpPr>
          <p:spPr bwMode="auto">
            <a:xfrm>
              <a:off x="1154113" y="5108575"/>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47 w 178"/>
                <a:gd name="T13" fmla="*/ 130 h 178"/>
                <a:gd name="T14" fmla="*/ 47 w 178"/>
                <a:gd name="T15" fmla="*/ 130 h 178"/>
                <a:gd name="T16" fmla="*/ 30 w 178"/>
                <a:gd name="T17" fmla="*/ 88 h 178"/>
                <a:gd name="T18" fmla="*/ 47 w 178"/>
                <a:gd name="T19" fmla="*/ 45 h 178"/>
                <a:gd name="T20" fmla="*/ 88 w 178"/>
                <a:gd name="T21" fmla="*/ 29 h 178"/>
                <a:gd name="T22" fmla="*/ 130 w 178"/>
                <a:gd name="T23" fmla="*/ 45 h 178"/>
                <a:gd name="T24" fmla="*/ 148 w 178"/>
                <a:gd name="T25" fmla="*/ 88 h 178"/>
                <a:gd name="T26" fmla="*/ 130 w 178"/>
                <a:gd name="T27" fmla="*/ 130 h 178"/>
                <a:gd name="T28" fmla="*/ 88 w 178"/>
                <a:gd name="T29" fmla="*/ 146 h 178"/>
                <a:gd name="T30" fmla="*/ 47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39"/>
                    <a:pt x="138" y="0"/>
                    <a:pt x="88" y="0"/>
                  </a:cubicBezTo>
                  <a:cubicBezTo>
                    <a:pt x="40" y="0"/>
                    <a:pt x="0" y="39"/>
                    <a:pt x="0" y="88"/>
                  </a:cubicBezTo>
                  <a:cubicBezTo>
                    <a:pt x="0" y="137"/>
                    <a:pt x="40" y="177"/>
                    <a:pt x="88" y="177"/>
                  </a:cubicBezTo>
                  <a:cubicBezTo>
                    <a:pt x="138" y="177"/>
                    <a:pt x="177" y="137"/>
                    <a:pt x="177" y="88"/>
                  </a:cubicBezTo>
                  <a:close/>
                  <a:moveTo>
                    <a:pt x="47" y="130"/>
                  </a:moveTo>
                  <a:lnTo>
                    <a:pt x="47" y="130"/>
                  </a:ln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ubicBezTo>
                    <a:pt x="120" y="139"/>
                    <a:pt x="105" y="146"/>
                    <a:pt x="88" y="146"/>
                  </a:cubicBezTo>
                  <a:cubicBezTo>
                    <a:pt x="72"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29" name="Freeform 108">
            <a:extLst>
              <a:ext uri="{FF2B5EF4-FFF2-40B4-BE49-F238E27FC236}">
                <a16:creationId xmlns:a16="http://schemas.microsoft.com/office/drawing/2014/main" id="{CC7A0141-02D1-B155-7212-C4EC9164D502}"/>
              </a:ext>
            </a:extLst>
          </p:cNvPr>
          <p:cNvSpPr>
            <a:spLocks noChangeArrowheads="1"/>
          </p:cNvSpPr>
          <p:nvPr/>
        </p:nvSpPr>
        <p:spPr bwMode="auto">
          <a:xfrm>
            <a:off x="2724670" y="4697834"/>
            <a:ext cx="244475" cy="244475"/>
          </a:xfrm>
          <a:custGeom>
            <a:avLst/>
            <a:gdLst>
              <a:gd name="T0" fmla="*/ 340 w 679"/>
              <a:gd name="T1" fmla="*/ 0 h 679"/>
              <a:gd name="T2" fmla="*/ 340 w 679"/>
              <a:gd name="T3" fmla="*/ 0 h 679"/>
              <a:gd name="T4" fmla="*/ 325 w 679"/>
              <a:gd name="T5" fmla="*/ 15 h 679"/>
              <a:gd name="T6" fmla="*/ 325 w 679"/>
              <a:gd name="T7" fmla="*/ 324 h 679"/>
              <a:gd name="T8" fmla="*/ 15 w 679"/>
              <a:gd name="T9" fmla="*/ 324 h 679"/>
              <a:gd name="T10" fmla="*/ 0 w 679"/>
              <a:gd name="T11" fmla="*/ 340 h 679"/>
              <a:gd name="T12" fmla="*/ 15 w 679"/>
              <a:gd name="T13" fmla="*/ 353 h 679"/>
              <a:gd name="T14" fmla="*/ 325 w 679"/>
              <a:gd name="T15" fmla="*/ 353 h 679"/>
              <a:gd name="T16" fmla="*/ 325 w 679"/>
              <a:gd name="T17" fmla="*/ 663 h 679"/>
              <a:gd name="T18" fmla="*/ 340 w 679"/>
              <a:gd name="T19" fmla="*/ 678 h 679"/>
              <a:gd name="T20" fmla="*/ 354 w 679"/>
              <a:gd name="T21" fmla="*/ 663 h 679"/>
              <a:gd name="T22" fmla="*/ 354 w 679"/>
              <a:gd name="T23" fmla="*/ 353 h 679"/>
              <a:gd name="T24" fmla="*/ 663 w 679"/>
              <a:gd name="T25" fmla="*/ 353 h 679"/>
              <a:gd name="T26" fmla="*/ 678 w 679"/>
              <a:gd name="T27" fmla="*/ 340 h 679"/>
              <a:gd name="T28" fmla="*/ 663 w 679"/>
              <a:gd name="T29" fmla="*/ 324 h 679"/>
              <a:gd name="T30" fmla="*/ 354 w 679"/>
              <a:gd name="T31" fmla="*/ 324 h 679"/>
              <a:gd name="T32" fmla="*/ 354 w 679"/>
              <a:gd name="T33" fmla="*/ 15 h 679"/>
              <a:gd name="T34" fmla="*/ 340 w 679"/>
              <a:gd name="T35" fmla="*/ 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79" h="679">
                <a:moveTo>
                  <a:pt x="340" y="0"/>
                </a:moveTo>
                <a:lnTo>
                  <a:pt x="340" y="0"/>
                </a:lnTo>
                <a:cubicBezTo>
                  <a:pt x="332" y="0"/>
                  <a:pt x="325" y="7"/>
                  <a:pt x="325" y="15"/>
                </a:cubicBezTo>
                <a:cubicBezTo>
                  <a:pt x="325" y="324"/>
                  <a:pt x="325" y="324"/>
                  <a:pt x="325" y="324"/>
                </a:cubicBezTo>
                <a:cubicBezTo>
                  <a:pt x="15" y="324"/>
                  <a:pt x="15" y="324"/>
                  <a:pt x="15" y="324"/>
                </a:cubicBezTo>
                <a:cubicBezTo>
                  <a:pt x="7" y="324"/>
                  <a:pt x="0" y="331"/>
                  <a:pt x="0" y="340"/>
                </a:cubicBezTo>
                <a:cubicBezTo>
                  <a:pt x="0" y="348"/>
                  <a:pt x="7" y="353"/>
                  <a:pt x="15" y="353"/>
                </a:cubicBezTo>
                <a:cubicBezTo>
                  <a:pt x="325" y="353"/>
                  <a:pt x="325" y="353"/>
                  <a:pt x="325" y="353"/>
                </a:cubicBezTo>
                <a:cubicBezTo>
                  <a:pt x="325" y="663"/>
                  <a:pt x="325" y="663"/>
                  <a:pt x="325" y="663"/>
                </a:cubicBezTo>
                <a:cubicBezTo>
                  <a:pt x="325" y="671"/>
                  <a:pt x="332" y="678"/>
                  <a:pt x="340" y="678"/>
                </a:cubicBezTo>
                <a:cubicBezTo>
                  <a:pt x="347" y="678"/>
                  <a:pt x="354" y="671"/>
                  <a:pt x="354" y="663"/>
                </a:cubicBezTo>
                <a:cubicBezTo>
                  <a:pt x="354" y="353"/>
                  <a:pt x="354" y="353"/>
                  <a:pt x="354" y="353"/>
                </a:cubicBezTo>
                <a:cubicBezTo>
                  <a:pt x="663" y="353"/>
                  <a:pt x="663" y="353"/>
                  <a:pt x="663" y="353"/>
                </a:cubicBezTo>
                <a:cubicBezTo>
                  <a:pt x="671" y="353"/>
                  <a:pt x="678" y="348"/>
                  <a:pt x="678" y="340"/>
                </a:cubicBezTo>
                <a:cubicBezTo>
                  <a:pt x="678" y="331"/>
                  <a:pt x="671" y="324"/>
                  <a:pt x="663" y="324"/>
                </a:cubicBezTo>
                <a:cubicBezTo>
                  <a:pt x="354" y="324"/>
                  <a:pt x="354" y="324"/>
                  <a:pt x="354" y="324"/>
                </a:cubicBezTo>
                <a:cubicBezTo>
                  <a:pt x="354" y="15"/>
                  <a:pt x="354" y="15"/>
                  <a:pt x="354" y="15"/>
                </a:cubicBezTo>
                <a:cubicBezTo>
                  <a:pt x="354" y="7"/>
                  <a:pt x="347" y="0"/>
                  <a:pt x="340" y="0"/>
                </a:cubicBezTo>
              </a:path>
            </a:pathLst>
          </a:custGeom>
          <a:solidFill>
            <a:schemeClr val="tx2"/>
          </a:solidFill>
          <a:ln>
            <a:noFill/>
          </a:ln>
          <a:effectLst/>
        </p:spPr>
        <p:txBody>
          <a:bodyPr wrap="none" anchor="ctr"/>
          <a:lstStyle/>
          <a:p>
            <a:endParaRPr lang="da-DK">
              <a:solidFill>
                <a:schemeClr val="tx2"/>
              </a:solidFill>
            </a:endParaRPr>
          </a:p>
        </p:txBody>
      </p:sp>
      <p:sp>
        <p:nvSpPr>
          <p:cNvPr id="130" name="Freeform 109">
            <a:extLst>
              <a:ext uri="{FF2B5EF4-FFF2-40B4-BE49-F238E27FC236}">
                <a16:creationId xmlns:a16="http://schemas.microsoft.com/office/drawing/2014/main" id="{0F40BBD9-A455-6E99-5C39-8846C8A9F7E8}"/>
              </a:ext>
            </a:extLst>
          </p:cNvPr>
          <p:cNvSpPr>
            <a:spLocks noChangeArrowheads="1"/>
          </p:cNvSpPr>
          <p:nvPr/>
        </p:nvSpPr>
        <p:spPr bwMode="auto">
          <a:xfrm>
            <a:off x="2724670" y="5198690"/>
            <a:ext cx="255588" cy="255588"/>
          </a:xfrm>
          <a:custGeom>
            <a:avLst/>
            <a:gdLst>
              <a:gd name="T0" fmla="*/ 0 w 708"/>
              <a:gd name="T1" fmla="*/ 663 h 708"/>
              <a:gd name="T2" fmla="*/ 0 w 708"/>
              <a:gd name="T3" fmla="*/ 663 h 708"/>
              <a:gd name="T4" fmla="*/ 44 w 708"/>
              <a:gd name="T5" fmla="*/ 707 h 708"/>
              <a:gd name="T6" fmla="*/ 133 w 708"/>
              <a:gd name="T7" fmla="*/ 707 h 708"/>
              <a:gd name="T8" fmla="*/ 575 w 708"/>
              <a:gd name="T9" fmla="*/ 707 h 708"/>
              <a:gd name="T10" fmla="*/ 663 w 708"/>
              <a:gd name="T11" fmla="*/ 707 h 708"/>
              <a:gd name="T12" fmla="*/ 707 w 708"/>
              <a:gd name="T13" fmla="*/ 663 h 708"/>
              <a:gd name="T14" fmla="*/ 707 w 708"/>
              <a:gd name="T15" fmla="*/ 162 h 708"/>
              <a:gd name="T16" fmla="*/ 703 w 708"/>
              <a:gd name="T17" fmla="*/ 152 h 708"/>
              <a:gd name="T18" fmla="*/ 555 w 708"/>
              <a:gd name="T19" fmla="*/ 4 h 708"/>
              <a:gd name="T20" fmla="*/ 546 w 708"/>
              <a:gd name="T21" fmla="*/ 0 h 708"/>
              <a:gd name="T22" fmla="*/ 428 w 708"/>
              <a:gd name="T23" fmla="*/ 0 h 708"/>
              <a:gd name="T24" fmla="*/ 192 w 708"/>
              <a:gd name="T25" fmla="*/ 0 h 708"/>
              <a:gd name="T26" fmla="*/ 44 w 708"/>
              <a:gd name="T27" fmla="*/ 0 h 708"/>
              <a:gd name="T28" fmla="*/ 0 w 708"/>
              <a:gd name="T29" fmla="*/ 44 h 708"/>
              <a:gd name="T30" fmla="*/ 0 w 708"/>
              <a:gd name="T31" fmla="*/ 663 h 708"/>
              <a:gd name="T32" fmla="*/ 148 w 708"/>
              <a:gd name="T33" fmla="*/ 678 h 708"/>
              <a:gd name="T34" fmla="*/ 148 w 708"/>
              <a:gd name="T35" fmla="*/ 678 h 708"/>
              <a:gd name="T36" fmla="*/ 148 w 708"/>
              <a:gd name="T37" fmla="*/ 459 h 708"/>
              <a:gd name="T38" fmla="*/ 163 w 708"/>
              <a:gd name="T39" fmla="*/ 442 h 708"/>
              <a:gd name="T40" fmla="*/ 546 w 708"/>
              <a:gd name="T41" fmla="*/ 442 h 708"/>
              <a:gd name="T42" fmla="*/ 561 w 708"/>
              <a:gd name="T43" fmla="*/ 457 h 708"/>
              <a:gd name="T44" fmla="*/ 561 w 708"/>
              <a:gd name="T45" fmla="*/ 678 h 708"/>
              <a:gd name="T46" fmla="*/ 148 w 708"/>
              <a:gd name="T47" fmla="*/ 678 h 708"/>
              <a:gd name="T48" fmla="*/ 207 w 708"/>
              <a:gd name="T49" fmla="*/ 29 h 708"/>
              <a:gd name="T50" fmla="*/ 207 w 708"/>
              <a:gd name="T51" fmla="*/ 29 h 708"/>
              <a:gd name="T52" fmla="*/ 413 w 708"/>
              <a:gd name="T53" fmla="*/ 29 h 708"/>
              <a:gd name="T54" fmla="*/ 413 w 708"/>
              <a:gd name="T55" fmla="*/ 192 h 708"/>
              <a:gd name="T56" fmla="*/ 398 w 708"/>
              <a:gd name="T57" fmla="*/ 206 h 708"/>
              <a:gd name="T58" fmla="*/ 221 w 708"/>
              <a:gd name="T59" fmla="*/ 206 h 708"/>
              <a:gd name="T60" fmla="*/ 207 w 708"/>
              <a:gd name="T61" fmla="*/ 192 h 708"/>
              <a:gd name="T62" fmla="*/ 207 w 708"/>
              <a:gd name="T63" fmla="*/ 29 h 708"/>
              <a:gd name="T64" fmla="*/ 30 w 708"/>
              <a:gd name="T65" fmla="*/ 44 h 708"/>
              <a:gd name="T66" fmla="*/ 30 w 708"/>
              <a:gd name="T67" fmla="*/ 44 h 708"/>
              <a:gd name="T68" fmla="*/ 44 w 708"/>
              <a:gd name="T69" fmla="*/ 29 h 708"/>
              <a:gd name="T70" fmla="*/ 177 w 708"/>
              <a:gd name="T71" fmla="*/ 29 h 708"/>
              <a:gd name="T72" fmla="*/ 177 w 708"/>
              <a:gd name="T73" fmla="*/ 192 h 708"/>
              <a:gd name="T74" fmla="*/ 221 w 708"/>
              <a:gd name="T75" fmla="*/ 236 h 708"/>
              <a:gd name="T76" fmla="*/ 398 w 708"/>
              <a:gd name="T77" fmla="*/ 236 h 708"/>
              <a:gd name="T78" fmla="*/ 442 w 708"/>
              <a:gd name="T79" fmla="*/ 192 h 708"/>
              <a:gd name="T80" fmla="*/ 442 w 708"/>
              <a:gd name="T81" fmla="*/ 29 h 708"/>
              <a:gd name="T82" fmla="*/ 539 w 708"/>
              <a:gd name="T83" fmla="*/ 29 h 708"/>
              <a:gd name="T84" fmla="*/ 678 w 708"/>
              <a:gd name="T85" fmla="*/ 169 h 708"/>
              <a:gd name="T86" fmla="*/ 678 w 708"/>
              <a:gd name="T87" fmla="*/ 663 h 708"/>
              <a:gd name="T88" fmla="*/ 663 w 708"/>
              <a:gd name="T89" fmla="*/ 678 h 708"/>
              <a:gd name="T90" fmla="*/ 590 w 708"/>
              <a:gd name="T91" fmla="*/ 678 h 708"/>
              <a:gd name="T92" fmla="*/ 590 w 708"/>
              <a:gd name="T93" fmla="*/ 457 h 708"/>
              <a:gd name="T94" fmla="*/ 546 w 708"/>
              <a:gd name="T95" fmla="*/ 413 h 708"/>
              <a:gd name="T96" fmla="*/ 163 w 708"/>
              <a:gd name="T97" fmla="*/ 413 h 708"/>
              <a:gd name="T98" fmla="*/ 119 w 708"/>
              <a:gd name="T99" fmla="*/ 459 h 708"/>
              <a:gd name="T100" fmla="*/ 119 w 708"/>
              <a:gd name="T101" fmla="*/ 678 h 708"/>
              <a:gd name="T102" fmla="*/ 44 w 708"/>
              <a:gd name="T103" fmla="*/ 678 h 708"/>
              <a:gd name="T104" fmla="*/ 30 w 708"/>
              <a:gd name="T105" fmla="*/ 663 h 708"/>
              <a:gd name="T106" fmla="*/ 30 w 708"/>
              <a:gd name="T107" fmla="*/ 4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08" h="708">
                <a:moveTo>
                  <a:pt x="0" y="663"/>
                </a:moveTo>
                <a:lnTo>
                  <a:pt x="0" y="663"/>
                </a:lnTo>
                <a:cubicBezTo>
                  <a:pt x="0" y="688"/>
                  <a:pt x="21" y="707"/>
                  <a:pt x="44" y="707"/>
                </a:cubicBezTo>
                <a:cubicBezTo>
                  <a:pt x="133" y="707"/>
                  <a:pt x="133" y="707"/>
                  <a:pt x="133" y="707"/>
                </a:cubicBezTo>
                <a:cubicBezTo>
                  <a:pt x="575" y="707"/>
                  <a:pt x="575" y="707"/>
                  <a:pt x="575" y="707"/>
                </a:cubicBezTo>
                <a:cubicBezTo>
                  <a:pt x="663" y="707"/>
                  <a:pt x="663" y="707"/>
                  <a:pt x="663" y="707"/>
                </a:cubicBezTo>
                <a:cubicBezTo>
                  <a:pt x="688" y="707"/>
                  <a:pt x="707" y="688"/>
                  <a:pt x="707" y="663"/>
                </a:cubicBezTo>
                <a:cubicBezTo>
                  <a:pt x="707" y="162"/>
                  <a:pt x="707" y="162"/>
                  <a:pt x="707" y="162"/>
                </a:cubicBezTo>
                <a:cubicBezTo>
                  <a:pt x="707" y="159"/>
                  <a:pt x="706" y="155"/>
                  <a:pt x="703" y="152"/>
                </a:cubicBezTo>
                <a:cubicBezTo>
                  <a:pt x="555" y="4"/>
                  <a:pt x="555" y="4"/>
                  <a:pt x="555" y="4"/>
                </a:cubicBezTo>
                <a:cubicBezTo>
                  <a:pt x="553" y="2"/>
                  <a:pt x="550" y="0"/>
                  <a:pt x="546" y="0"/>
                </a:cubicBezTo>
                <a:cubicBezTo>
                  <a:pt x="428" y="0"/>
                  <a:pt x="428" y="0"/>
                  <a:pt x="428" y="0"/>
                </a:cubicBezTo>
                <a:cubicBezTo>
                  <a:pt x="192" y="0"/>
                  <a:pt x="192" y="0"/>
                  <a:pt x="192" y="0"/>
                </a:cubicBezTo>
                <a:cubicBezTo>
                  <a:pt x="44" y="0"/>
                  <a:pt x="44" y="0"/>
                  <a:pt x="44" y="0"/>
                </a:cubicBezTo>
                <a:cubicBezTo>
                  <a:pt x="21" y="0"/>
                  <a:pt x="0" y="19"/>
                  <a:pt x="0" y="44"/>
                </a:cubicBezTo>
                <a:lnTo>
                  <a:pt x="0" y="663"/>
                </a:lnTo>
                <a:close/>
                <a:moveTo>
                  <a:pt x="148" y="678"/>
                </a:moveTo>
                <a:lnTo>
                  <a:pt x="148" y="678"/>
                </a:lnTo>
                <a:cubicBezTo>
                  <a:pt x="148" y="459"/>
                  <a:pt x="148" y="459"/>
                  <a:pt x="148" y="459"/>
                </a:cubicBezTo>
                <a:cubicBezTo>
                  <a:pt x="148" y="449"/>
                  <a:pt x="155" y="442"/>
                  <a:pt x="163" y="442"/>
                </a:cubicBezTo>
                <a:cubicBezTo>
                  <a:pt x="546" y="442"/>
                  <a:pt x="546" y="442"/>
                  <a:pt x="546" y="442"/>
                </a:cubicBezTo>
                <a:cubicBezTo>
                  <a:pt x="554" y="442"/>
                  <a:pt x="561" y="449"/>
                  <a:pt x="561" y="457"/>
                </a:cubicBezTo>
                <a:cubicBezTo>
                  <a:pt x="561" y="678"/>
                  <a:pt x="561" y="678"/>
                  <a:pt x="561" y="678"/>
                </a:cubicBezTo>
                <a:lnTo>
                  <a:pt x="148" y="678"/>
                </a:lnTo>
                <a:close/>
                <a:moveTo>
                  <a:pt x="207" y="29"/>
                </a:moveTo>
                <a:lnTo>
                  <a:pt x="207" y="29"/>
                </a:lnTo>
                <a:cubicBezTo>
                  <a:pt x="413" y="29"/>
                  <a:pt x="413" y="29"/>
                  <a:pt x="413" y="29"/>
                </a:cubicBezTo>
                <a:cubicBezTo>
                  <a:pt x="413" y="192"/>
                  <a:pt x="413" y="192"/>
                  <a:pt x="413" y="192"/>
                </a:cubicBezTo>
                <a:cubicBezTo>
                  <a:pt x="413" y="200"/>
                  <a:pt x="406" y="206"/>
                  <a:pt x="398" y="206"/>
                </a:cubicBezTo>
                <a:cubicBezTo>
                  <a:pt x="221" y="206"/>
                  <a:pt x="221" y="206"/>
                  <a:pt x="221" y="206"/>
                </a:cubicBezTo>
                <a:cubicBezTo>
                  <a:pt x="213" y="206"/>
                  <a:pt x="207" y="200"/>
                  <a:pt x="207" y="192"/>
                </a:cubicBezTo>
                <a:lnTo>
                  <a:pt x="207" y="29"/>
                </a:lnTo>
                <a:close/>
                <a:moveTo>
                  <a:pt x="30" y="44"/>
                </a:moveTo>
                <a:lnTo>
                  <a:pt x="30" y="44"/>
                </a:lnTo>
                <a:cubicBezTo>
                  <a:pt x="30" y="36"/>
                  <a:pt x="36" y="29"/>
                  <a:pt x="44" y="29"/>
                </a:cubicBezTo>
                <a:cubicBezTo>
                  <a:pt x="177" y="29"/>
                  <a:pt x="177" y="29"/>
                  <a:pt x="177" y="29"/>
                </a:cubicBezTo>
                <a:cubicBezTo>
                  <a:pt x="177" y="192"/>
                  <a:pt x="177" y="192"/>
                  <a:pt x="177" y="192"/>
                </a:cubicBezTo>
                <a:cubicBezTo>
                  <a:pt x="177" y="216"/>
                  <a:pt x="198" y="236"/>
                  <a:pt x="221" y="236"/>
                </a:cubicBezTo>
                <a:cubicBezTo>
                  <a:pt x="398" y="236"/>
                  <a:pt x="398" y="236"/>
                  <a:pt x="398" y="236"/>
                </a:cubicBezTo>
                <a:cubicBezTo>
                  <a:pt x="423" y="236"/>
                  <a:pt x="442" y="216"/>
                  <a:pt x="442" y="192"/>
                </a:cubicBezTo>
                <a:cubicBezTo>
                  <a:pt x="442" y="29"/>
                  <a:pt x="442" y="29"/>
                  <a:pt x="442" y="29"/>
                </a:cubicBezTo>
                <a:cubicBezTo>
                  <a:pt x="539" y="29"/>
                  <a:pt x="539" y="29"/>
                  <a:pt x="539" y="29"/>
                </a:cubicBezTo>
                <a:cubicBezTo>
                  <a:pt x="678" y="169"/>
                  <a:pt x="678" y="169"/>
                  <a:pt x="678" y="169"/>
                </a:cubicBezTo>
                <a:cubicBezTo>
                  <a:pt x="678" y="663"/>
                  <a:pt x="678" y="663"/>
                  <a:pt x="678" y="663"/>
                </a:cubicBezTo>
                <a:cubicBezTo>
                  <a:pt x="678" y="671"/>
                  <a:pt x="671" y="678"/>
                  <a:pt x="663" y="678"/>
                </a:cubicBezTo>
                <a:cubicBezTo>
                  <a:pt x="590" y="678"/>
                  <a:pt x="590" y="678"/>
                  <a:pt x="590" y="678"/>
                </a:cubicBezTo>
                <a:cubicBezTo>
                  <a:pt x="590" y="457"/>
                  <a:pt x="590" y="457"/>
                  <a:pt x="590" y="457"/>
                </a:cubicBezTo>
                <a:cubicBezTo>
                  <a:pt x="590" y="432"/>
                  <a:pt x="570" y="413"/>
                  <a:pt x="546" y="413"/>
                </a:cubicBezTo>
                <a:cubicBezTo>
                  <a:pt x="163" y="413"/>
                  <a:pt x="163" y="413"/>
                  <a:pt x="163" y="413"/>
                </a:cubicBezTo>
                <a:cubicBezTo>
                  <a:pt x="138" y="413"/>
                  <a:pt x="119" y="432"/>
                  <a:pt x="119" y="459"/>
                </a:cubicBezTo>
                <a:cubicBezTo>
                  <a:pt x="119" y="678"/>
                  <a:pt x="119" y="678"/>
                  <a:pt x="119" y="678"/>
                </a:cubicBezTo>
                <a:cubicBezTo>
                  <a:pt x="44" y="678"/>
                  <a:pt x="44" y="678"/>
                  <a:pt x="44" y="678"/>
                </a:cubicBezTo>
                <a:cubicBezTo>
                  <a:pt x="36" y="678"/>
                  <a:pt x="30" y="671"/>
                  <a:pt x="30" y="663"/>
                </a:cubicBezTo>
                <a:lnTo>
                  <a:pt x="30" y="44"/>
                </a:lnTo>
                <a:close/>
              </a:path>
            </a:pathLst>
          </a:custGeom>
          <a:solidFill>
            <a:schemeClr val="tx2"/>
          </a:solidFill>
          <a:ln>
            <a:noFill/>
          </a:ln>
          <a:effectLst/>
        </p:spPr>
        <p:txBody>
          <a:bodyPr wrap="none" anchor="ctr"/>
          <a:lstStyle/>
          <a:p>
            <a:endParaRPr lang="da-DK">
              <a:solidFill>
                <a:schemeClr val="tx2"/>
              </a:solidFill>
            </a:endParaRPr>
          </a:p>
        </p:txBody>
      </p:sp>
      <p:grpSp>
        <p:nvGrpSpPr>
          <p:cNvPr id="131" name="Group 133">
            <a:extLst>
              <a:ext uri="{FF2B5EF4-FFF2-40B4-BE49-F238E27FC236}">
                <a16:creationId xmlns:a16="http://schemas.microsoft.com/office/drawing/2014/main" id="{F46AC063-2E8A-EC41-F917-6625D5A56B9A}"/>
              </a:ext>
            </a:extLst>
          </p:cNvPr>
          <p:cNvGrpSpPr/>
          <p:nvPr/>
        </p:nvGrpSpPr>
        <p:grpSpPr>
          <a:xfrm>
            <a:off x="1707083" y="6253584"/>
            <a:ext cx="254000" cy="203200"/>
            <a:chOff x="550863" y="6573838"/>
            <a:chExt cx="254000" cy="203200"/>
          </a:xfrm>
          <a:solidFill>
            <a:schemeClr val="tx2"/>
          </a:solidFill>
        </p:grpSpPr>
        <p:sp>
          <p:nvSpPr>
            <p:cNvPr id="132" name="Freeform 110">
              <a:extLst>
                <a:ext uri="{FF2B5EF4-FFF2-40B4-BE49-F238E27FC236}">
                  <a16:creationId xmlns:a16="http://schemas.microsoft.com/office/drawing/2014/main" id="{AB562B71-1686-D227-429E-6801E97AC885}"/>
                </a:ext>
              </a:extLst>
            </p:cNvPr>
            <p:cNvSpPr>
              <a:spLocks noChangeArrowheads="1"/>
            </p:cNvSpPr>
            <p:nvPr/>
          </p:nvSpPr>
          <p:spPr bwMode="auto">
            <a:xfrm>
              <a:off x="623888" y="6596063"/>
              <a:ext cx="180975" cy="11112"/>
            </a:xfrm>
            <a:custGeom>
              <a:avLst/>
              <a:gdLst>
                <a:gd name="T0" fmla="*/ 487 w 501"/>
                <a:gd name="T1" fmla="*/ 0 h 30"/>
                <a:gd name="T2" fmla="*/ 487 w 501"/>
                <a:gd name="T3" fmla="*/ 0 h 30"/>
                <a:gd name="T4" fmla="*/ 14 w 501"/>
                <a:gd name="T5" fmla="*/ 0 h 30"/>
                <a:gd name="T6" fmla="*/ 0 w 501"/>
                <a:gd name="T7" fmla="*/ 13 h 30"/>
                <a:gd name="T8" fmla="*/ 14 w 501"/>
                <a:gd name="T9" fmla="*/ 29 h 30"/>
                <a:gd name="T10" fmla="*/ 487 w 501"/>
                <a:gd name="T11" fmla="*/ 29 h 30"/>
                <a:gd name="T12" fmla="*/ 500 w 501"/>
                <a:gd name="T13" fmla="*/ 13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6"/>
                    <a:pt x="0" y="13"/>
                  </a:cubicBezTo>
                  <a:cubicBezTo>
                    <a:pt x="0" y="22"/>
                    <a:pt x="6" y="29"/>
                    <a:pt x="14" y="29"/>
                  </a:cubicBezTo>
                  <a:cubicBezTo>
                    <a:pt x="487" y="29"/>
                    <a:pt x="487" y="29"/>
                    <a:pt x="487" y="29"/>
                  </a:cubicBezTo>
                  <a:cubicBezTo>
                    <a:pt x="494" y="29"/>
                    <a:pt x="500" y="22"/>
                    <a:pt x="500" y="13"/>
                  </a:cubicBezTo>
                  <a:cubicBezTo>
                    <a:pt x="500" y="6"/>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3" name="Freeform 111">
              <a:extLst>
                <a:ext uri="{FF2B5EF4-FFF2-40B4-BE49-F238E27FC236}">
                  <a16:creationId xmlns:a16="http://schemas.microsoft.com/office/drawing/2014/main" id="{1CF8AE2C-E135-B40A-A9E4-404CD8654C50}"/>
                </a:ext>
              </a:extLst>
            </p:cNvPr>
            <p:cNvSpPr>
              <a:spLocks noChangeArrowheads="1"/>
            </p:cNvSpPr>
            <p:nvPr/>
          </p:nvSpPr>
          <p:spPr bwMode="auto">
            <a:xfrm>
              <a:off x="550863" y="6573838"/>
              <a:ext cx="53975" cy="53975"/>
            </a:xfrm>
            <a:custGeom>
              <a:avLst/>
              <a:gdLst>
                <a:gd name="T0" fmla="*/ 75 w 149"/>
                <a:gd name="T1" fmla="*/ 0 h 149"/>
                <a:gd name="T2" fmla="*/ 75 w 149"/>
                <a:gd name="T3" fmla="*/ 0 h 149"/>
                <a:gd name="T4" fmla="*/ 0 w 149"/>
                <a:gd name="T5" fmla="*/ 73 h 149"/>
                <a:gd name="T6" fmla="*/ 75 w 149"/>
                <a:gd name="T7" fmla="*/ 148 h 149"/>
                <a:gd name="T8" fmla="*/ 148 w 149"/>
                <a:gd name="T9" fmla="*/ 73 h 149"/>
                <a:gd name="T10" fmla="*/ 75 w 149"/>
                <a:gd name="T11" fmla="*/ 0 h 149"/>
                <a:gd name="T12" fmla="*/ 75 w 149"/>
                <a:gd name="T13" fmla="*/ 118 h 149"/>
                <a:gd name="T14" fmla="*/ 75 w 149"/>
                <a:gd name="T15" fmla="*/ 118 h 149"/>
                <a:gd name="T16" fmla="*/ 31 w 149"/>
                <a:gd name="T17" fmla="*/ 73 h 149"/>
                <a:gd name="T18" fmla="*/ 75 w 149"/>
                <a:gd name="T19" fmla="*/ 29 h 149"/>
                <a:gd name="T20" fmla="*/ 119 w 149"/>
                <a:gd name="T21" fmla="*/ 73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3"/>
                  </a:cubicBezTo>
                  <a:cubicBezTo>
                    <a:pt x="0" y="115"/>
                    <a:pt x="33" y="148"/>
                    <a:pt x="75" y="148"/>
                  </a:cubicBezTo>
                  <a:cubicBezTo>
                    <a:pt x="115" y="148"/>
                    <a:pt x="148" y="115"/>
                    <a:pt x="148" y="73"/>
                  </a:cubicBezTo>
                  <a:cubicBezTo>
                    <a:pt x="148" y="33"/>
                    <a:pt x="115" y="0"/>
                    <a:pt x="75" y="0"/>
                  </a:cubicBezTo>
                  <a:close/>
                  <a:moveTo>
                    <a:pt x="75" y="118"/>
                  </a:moveTo>
                  <a:lnTo>
                    <a:pt x="75" y="118"/>
                  </a:lnTo>
                  <a:cubicBezTo>
                    <a:pt x="50" y="118"/>
                    <a:pt x="31" y="98"/>
                    <a:pt x="31" y="73"/>
                  </a:cubicBezTo>
                  <a:cubicBezTo>
                    <a:pt x="31" y="50"/>
                    <a:pt x="50" y="29"/>
                    <a:pt x="75" y="29"/>
                  </a:cubicBezTo>
                  <a:cubicBezTo>
                    <a:pt x="98" y="29"/>
                    <a:pt x="119" y="50"/>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4" name="Freeform 112">
              <a:extLst>
                <a:ext uri="{FF2B5EF4-FFF2-40B4-BE49-F238E27FC236}">
                  <a16:creationId xmlns:a16="http://schemas.microsoft.com/office/drawing/2014/main" id="{0DA22A44-877E-5FA6-797B-B83CD945761D}"/>
                </a:ext>
              </a:extLst>
            </p:cNvPr>
            <p:cNvSpPr>
              <a:spLocks noChangeArrowheads="1"/>
            </p:cNvSpPr>
            <p:nvPr/>
          </p:nvSpPr>
          <p:spPr bwMode="auto">
            <a:xfrm>
              <a:off x="623888" y="6669088"/>
              <a:ext cx="180975" cy="11112"/>
            </a:xfrm>
            <a:custGeom>
              <a:avLst/>
              <a:gdLst>
                <a:gd name="T0" fmla="*/ 487 w 501"/>
                <a:gd name="T1" fmla="*/ 0 h 30"/>
                <a:gd name="T2" fmla="*/ 487 w 501"/>
                <a:gd name="T3" fmla="*/ 0 h 30"/>
                <a:gd name="T4" fmla="*/ 14 w 501"/>
                <a:gd name="T5" fmla="*/ 0 h 30"/>
                <a:gd name="T6" fmla="*/ 0 w 501"/>
                <a:gd name="T7" fmla="*/ 16 h 30"/>
                <a:gd name="T8" fmla="*/ 14 w 501"/>
                <a:gd name="T9" fmla="*/ 29 h 30"/>
                <a:gd name="T10" fmla="*/ 487 w 501"/>
                <a:gd name="T11" fmla="*/ 29 h 30"/>
                <a:gd name="T12" fmla="*/ 500 w 501"/>
                <a:gd name="T13" fmla="*/ 16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7"/>
                    <a:pt x="0" y="16"/>
                  </a:cubicBezTo>
                  <a:cubicBezTo>
                    <a:pt x="0" y="24"/>
                    <a:pt x="6" y="29"/>
                    <a:pt x="14" y="29"/>
                  </a:cubicBezTo>
                  <a:cubicBezTo>
                    <a:pt x="487" y="29"/>
                    <a:pt x="487" y="29"/>
                    <a:pt x="487" y="29"/>
                  </a:cubicBezTo>
                  <a:cubicBezTo>
                    <a:pt x="494" y="29"/>
                    <a:pt x="500" y="24"/>
                    <a:pt x="500" y="16"/>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5" name="Freeform 113">
              <a:extLst>
                <a:ext uri="{FF2B5EF4-FFF2-40B4-BE49-F238E27FC236}">
                  <a16:creationId xmlns:a16="http://schemas.microsoft.com/office/drawing/2014/main" id="{0776FAF9-4219-DDD0-B7AA-D66EAAFDC98A}"/>
                </a:ext>
              </a:extLst>
            </p:cNvPr>
            <p:cNvSpPr>
              <a:spLocks noChangeArrowheads="1"/>
            </p:cNvSpPr>
            <p:nvPr/>
          </p:nvSpPr>
          <p:spPr bwMode="auto">
            <a:xfrm>
              <a:off x="550863" y="6648450"/>
              <a:ext cx="53975" cy="53975"/>
            </a:xfrm>
            <a:custGeom>
              <a:avLst/>
              <a:gdLst>
                <a:gd name="T0" fmla="*/ 75 w 149"/>
                <a:gd name="T1" fmla="*/ 0 h 149"/>
                <a:gd name="T2" fmla="*/ 75 w 149"/>
                <a:gd name="T3" fmla="*/ 0 h 149"/>
                <a:gd name="T4" fmla="*/ 0 w 149"/>
                <a:gd name="T5" fmla="*/ 75 h 149"/>
                <a:gd name="T6" fmla="*/ 75 w 149"/>
                <a:gd name="T7" fmla="*/ 148 h 149"/>
                <a:gd name="T8" fmla="*/ 148 w 149"/>
                <a:gd name="T9" fmla="*/ 75 h 149"/>
                <a:gd name="T10" fmla="*/ 75 w 149"/>
                <a:gd name="T11" fmla="*/ 0 h 149"/>
                <a:gd name="T12" fmla="*/ 75 w 149"/>
                <a:gd name="T13" fmla="*/ 119 h 149"/>
                <a:gd name="T14" fmla="*/ 75 w 149"/>
                <a:gd name="T15" fmla="*/ 119 h 149"/>
                <a:gd name="T16" fmla="*/ 31 w 149"/>
                <a:gd name="T17" fmla="*/ 75 h 149"/>
                <a:gd name="T18" fmla="*/ 75 w 149"/>
                <a:gd name="T19" fmla="*/ 30 h 149"/>
                <a:gd name="T20" fmla="*/ 119 w 149"/>
                <a:gd name="T21" fmla="*/ 75 h 149"/>
                <a:gd name="T22" fmla="*/ 75 w 149"/>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5"/>
                  </a:cubicBezTo>
                  <a:cubicBezTo>
                    <a:pt x="0" y="115"/>
                    <a:pt x="33" y="148"/>
                    <a:pt x="75" y="148"/>
                  </a:cubicBezTo>
                  <a:cubicBezTo>
                    <a:pt x="115" y="148"/>
                    <a:pt x="148" y="115"/>
                    <a:pt x="148" y="75"/>
                  </a:cubicBezTo>
                  <a:cubicBezTo>
                    <a:pt x="148" y="33"/>
                    <a:pt x="115" y="0"/>
                    <a:pt x="75" y="0"/>
                  </a:cubicBezTo>
                  <a:close/>
                  <a:moveTo>
                    <a:pt x="75" y="119"/>
                  </a:moveTo>
                  <a:lnTo>
                    <a:pt x="75" y="119"/>
                  </a:lnTo>
                  <a:cubicBezTo>
                    <a:pt x="50" y="119"/>
                    <a:pt x="31" y="98"/>
                    <a:pt x="31" y="75"/>
                  </a:cubicBezTo>
                  <a:cubicBezTo>
                    <a:pt x="31" y="50"/>
                    <a:pt x="50" y="30"/>
                    <a:pt x="75" y="30"/>
                  </a:cubicBezTo>
                  <a:cubicBezTo>
                    <a:pt x="98" y="30"/>
                    <a:pt x="119" y="50"/>
                    <a:pt x="119" y="75"/>
                  </a:cubicBezTo>
                  <a:cubicBezTo>
                    <a:pt x="119" y="98"/>
                    <a:pt x="98" y="119"/>
                    <a:pt x="75"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6" name="Freeform 114">
              <a:extLst>
                <a:ext uri="{FF2B5EF4-FFF2-40B4-BE49-F238E27FC236}">
                  <a16:creationId xmlns:a16="http://schemas.microsoft.com/office/drawing/2014/main" id="{81F19EE9-3992-91DD-EBF3-A7D84324D748}"/>
                </a:ext>
              </a:extLst>
            </p:cNvPr>
            <p:cNvSpPr>
              <a:spLocks noChangeArrowheads="1"/>
            </p:cNvSpPr>
            <p:nvPr/>
          </p:nvSpPr>
          <p:spPr bwMode="auto">
            <a:xfrm>
              <a:off x="623888" y="6743700"/>
              <a:ext cx="180975" cy="11113"/>
            </a:xfrm>
            <a:custGeom>
              <a:avLst/>
              <a:gdLst>
                <a:gd name="T0" fmla="*/ 487 w 501"/>
                <a:gd name="T1" fmla="*/ 0 h 32"/>
                <a:gd name="T2" fmla="*/ 487 w 501"/>
                <a:gd name="T3" fmla="*/ 0 h 32"/>
                <a:gd name="T4" fmla="*/ 14 w 501"/>
                <a:gd name="T5" fmla="*/ 0 h 32"/>
                <a:gd name="T6" fmla="*/ 0 w 501"/>
                <a:gd name="T7" fmla="*/ 15 h 32"/>
                <a:gd name="T8" fmla="*/ 14 w 501"/>
                <a:gd name="T9" fmla="*/ 31 h 32"/>
                <a:gd name="T10" fmla="*/ 487 w 501"/>
                <a:gd name="T11" fmla="*/ 31 h 32"/>
                <a:gd name="T12" fmla="*/ 500 w 501"/>
                <a:gd name="T13" fmla="*/ 15 h 32"/>
                <a:gd name="T14" fmla="*/ 487 w 501"/>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2">
                  <a:moveTo>
                    <a:pt x="487" y="0"/>
                  </a:moveTo>
                  <a:lnTo>
                    <a:pt x="487" y="0"/>
                  </a:lnTo>
                  <a:cubicBezTo>
                    <a:pt x="14" y="0"/>
                    <a:pt x="14" y="0"/>
                    <a:pt x="14" y="0"/>
                  </a:cubicBezTo>
                  <a:cubicBezTo>
                    <a:pt x="6" y="0"/>
                    <a:pt x="0" y="7"/>
                    <a:pt x="0" y="15"/>
                  </a:cubicBezTo>
                  <a:cubicBezTo>
                    <a:pt x="0" y="24"/>
                    <a:pt x="6" y="31"/>
                    <a:pt x="14" y="31"/>
                  </a:cubicBezTo>
                  <a:cubicBezTo>
                    <a:pt x="487" y="31"/>
                    <a:pt x="487" y="31"/>
                    <a:pt x="487" y="31"/>
                  </a:cubicBezTo>
                  <a:cubicBezTo>
                    <a:pt x="494" y="31"/>
                    <a:pt x="500" y="24"/>
                    <a:pt x="500" y="15"/>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7" name="Freeform 115">
              <a:extLst>
                <a:ext uri="{FF2B5EF4-FFF2-40B4-BE49-F238E27FC236}">
                  <a16:creationId xmlns:a16="http://schemas.microsoft.com/office/drawing/2014/main" id="{1A4EBEEC-8048-87E0-7CD5-6E197810D3A0}"/>
                </a:ext>
              </a:extLst>
            </p:cNvPr>
            <p:cNvSpPr>
              <a:spLocks noChangeArrowheads="1"/>
            </p:cNvSpPr>
            <p:nvPr/>
          </p:nvSpPr>
          <p:spPr bwMode="auto">
            <a:xfrm>
              <a:off x="550863" y="6723063"/>
              <a:ext cx="53975" cy="53975"/>
            </a:xfrm>
            <a:custGeom>
              <a:avLst/>
              <a:gdLst>
                <a:gd name="T0" fmla="*/ 75 w 149"/>
                <a:gd name="T1" fmla="*/ 0 h 148"/>
                <a:gd name="T2" fmla="*/ 75 w 149"/>
                <a:gd name="T3" fmla="*/ 0 h 148"/>
                <a:gd name="T4" fmla="*/ 0 w 149"/>
                <a:gd name="T5" fmla="*/ 73 h 148"/>
                <a:gd name="T6" fmla="*/ 75 w 149"/>
                <a:gd name="T7" fmla="*/ 147 h 148"/>
                <a:gd name="T8" fmla="*/ 148 w 149"/>
                <a:gd name="T9" fmla="*/ 73 h 148"/>
                <a:gd name="T10" fmla="*/ 75 w 149"/>
                <a:gd name="T11" fmla="*/ 0 h 148"/>
                <a:gd name="T12" fmla="*/ 75 w 149"/>
                <a:gd name="T13" fmla="*/ 118 h 148"/>
                <a:gd name="T14" fmla="*/ 75 w 149"/>
                <a:gd name="T15" fmla="*/ 118 h 148"/>
                <a:gd name="T16" fmla="*/ 31 w 149"/>
                <a:gd name="T17" fmla="*/ 73 h 148"/>
                <a:gd name="T18" fmla="*/ 75 w 149"/>
                <a:gd name="T19" fmla="*/ 29 h 148"/>
                <a:gd name="T20" fmla="*/ 119 w 149"/>
                <a:gd name="T21" fmla="*/ 73 h 148"/>
                <a:gd name="T22" fmla="*/ 75 w 149"/>
                <a:gd name="T23" fmla="*/ 11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8">
                  <a:moveTo>
                    <a:pt x="75" y="0"/>
                  </a:moveTo>
                  <a:lnTo>
                    <a:pt x="75" y="0"/>
                  </a:lnTo>
                  <a:cubicBezTo>
                    <a:pt x="33" y="0"/>
                    <a:pt x="0" y="33"/>
                    <a:pt x="0" y="73"/>
                  </a:cubicBezTo>
                  <a:cubicBezTo>
                    <a:pt x="0" y="115"/>
                    <a:pt x="33" y="147"/>
                    <a:pt x="75" y="147"/>
                  </a:cubicBezTo>
                  <a:cubicBezTo>
                    <a:pt x="115" y="147"/>
                    <a:pt x="148" y="115"/>
                    <a:pt x="148" y="73"/>
                  </a:cubicBezTo>
                  <a:cubicBezTo>
                    <a:pt x="148" y="33"/>
                    <a:pt x="115" y="0"/>
                    <a:pt x="75" y="0"/>
                  </a:cubicBezTo>
                  <a:close/>
                  <a:moveTo>
                    <a:pt x="75" y="118"/>
                  </a:moveTo>
                  <a:lnTo>
                    <a:pt x="75" y="118"/>
                  </a:lnTo>
                  <a:cubicBezTo>
                    <a:pt x="50" y="118"/>
                    <a:pt x="31" y="98"/>
                    <a:pt x="31" y="73"/>
                  </a:cubicBezTo>
                  <a:cubicBezTo>
                    <a:pt x="31" y="48"/>
                    <a:pt x="50" y="29"/>
                    <a:pt x="75" y="29"/>
                  </a:cubicBezTo>
                  <a:cubicBezTo>
                    <a:pt x="98" y="29"/>
                    <a:pt x="119" y="48"/>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38" name="Freeform 116">
            <a:extLst>
              <a:ext uri="{FF2B5EF4-FFF2-40B4-BE49-F238E27FC236}">
                <a16:creationId xmlns:a16="http://schemas.microsoft.com/office/drawing/2014/main" id="{2991555C-DD14-716D-8CA8-1DA01DC43EBD}"/>
              </a:ext>
            </a:extLst>
          </p:cNvPr>
          <p:cNvSpPr>
            <a:spLocks noChangeArrowheads="1"/>
          </p:cNvSpPr>
          <p:nvPr/>
        </p:nvSpPr>
        <p:spPr bwMode="auto">
          <a:xfrm>
            <a:off x="3234258" y="5713040"/>
            <a:ext cx="255587" cy="255588"/>
          </a:xfrm>
          <a:custGeom>
            <a:avLst/>
            <a:gdLst>
              <a:gd name="T0" fmla="*/ 586 w 709"/>
              <a:gd name="T1" fmla="*/ 6 h 710"/>
              <a:gd name="T2" fmla="*/ 586 w 709"/>
              <a:gd name="T3" fmla="*/ 6 h 710"/>
              <a:gd name="T4" fmla="*/ 565 w 709"/>
              <a:gd name="T5" fmla="*/ 6 h 710"/>
              <a:gd name="T6" fmla="*/ 64 w 709"/>
              <a:gd name="T7" fmla="*/ 507 h 710"/>
              <a:gd name="T8" fmla="*/ 64 w 709"/>
              <a:gd name="T9" fmla="*/ 507 h 710"/>
              <a:gd name="T10" fmla="*/ 61 w 709"/>
              <a:gd name="T11" fmla="*/ 511 h 710"/>
              <a:gd name="T12" fmla="*/ 61 w 709"/>
              <a:gd name="T13" fmla="*/ 512 h 710"/>
              <a:gd name="T14" fmla="*/ 60 w 709"/>
              <a:gd name="T15" fmla="*/ 512 h 710"/>
              <a:gd name="T16" fmla="*/ 2 w 709"/>
              <a:gd name="T17" fmla="*/ 689 h 710"/>
              <a:gd name="T18" fmla="*/ 2 w 709"/>
              <a:gd name="T19" fmla="*/ 691 h 710"/>
              <a:gd name="T20" fmla="*/ 0 w 709"/>
              <a:gd name="T21" fmla="*/ 693 h 710"/>
              <a:gd name="T22" fmla="*/ 2 w 709"/>
              <a:gd name="T23" fmla="*/ 698 h 710"/>
              <a:gd name="T24" fmla="*/ 2 w 709"/>
              <a:gd name="T25" fmla="*/ 699 h 710"/>
              <a:gd name="T26" fmla="*/ 2 w 709"/>
              <a:gd name="T27" fmla="*/ 699 h 710"/>
              <a:gd name="T28" fmla="*/ 3 w 709"/>
              <a:gd name="T29" fmla="*/ 702 h 710"/>
              <a:gd name="T30" fmla="*/ 4 w 709"/>
              <a:gd name="T31" fmla="*/ 704 h 710"/>
              <a:gd name="T32" fmla="*/ 7 w 709"/>
              <a:gd name="T33" fmla="*/ 706 h 710"/>
              <a:gd name="T34" fmla="*/ 10 w 709"/>
              <a:gd name="T35" fmla="*/ 707 h 710"/>
              <a:gd name="T36" fmla="*/ 11 w 709"/>
              <a:gd name="T37" fmla="*/ 709 h 710"/>
              <a:gd name="T38" fmla="*/ 13 w 709"/>
              <a:gd name="T39" fmla="*/ 709 h 710"/>
              <a:gd name="T40" fmla="*/ 16 w 709"/>
              <a:gd name="T41" fmla="*/ 709 h 710"/>
              <a:gd name="T42" fmla="*/ 18 w 709"/>
              <a:gd name="T43" fmla="*/ 709 h 710"/>
              <a:gd name="T44" fmla="*/ 20 w 709"/>
              <a:gd name="T45" fmla="*/ 709 h 710"/>
              <a:gd name="T46" fmla="*/ 20 w 709"/>
              <a:gd name="T47" fmla="*/ 709 h 710"/>
              <a:gd name="T48" fmla="*/ 196 w 709"/>
              <a:gd name="T49" fmla="*/ 649 h 710"/>
              <a:gd name="T50" fmla="*/ 198 w 709"/>
              <a:gd name="T51" fmla="*/ 649 h 710"/>
              <a:gd name="T52" fmla="*/ 198 w 709"/>
              <a:gd name="T53" fmla="*/ 648 h 710"/>
              <a:gd name="T54" fmla="*/ 202 w 709"/>
              <a:gd name="T55" fmla="*/ 646 h 710"/>
              <a:gd name="T56" fmla="*/ 202 w 709"/>
              <a:gd name="T57" fmla="*/ 645 h 710"/>
              <a:gd name="T58" fmla="*/ 703 w 709"/>
              <a:gd name="T59" fmla="*/ 145 h 710"/>
              <a:gd name="T60" fmla="*/ 708 w 709"/>
              <a:gd name="T61" fmla="*/ 134 h 710"/>
              <a:gd name="T62" fmla="*/ 703 w 709"/>
              <a:gd name="T63" fmla="*/ 124 h 710"/>
              <a:gd name="T64" fmla="*/ 586 w 709"/>
              <a:gd name="T65" fmla="*/ 6 h 710"/>
              <a:gd name="T66" fmla="*/ 487 w 709"/>
              <a:gd name="T67" fmla="*/ 126 h 710"/>
              <a:gd name="T68" fmla="*/ 487 w 709"/>
              <a:gd name="T69" fmla="*/ 126 h 710"/>
              <a:gd name="T70" fmla="*/ 583 w 709"/>
              <a:gd name="T71" fmla="*/ 222 h 710"/>
              <a:gd name="T72" fmla="*/ 192 w 709"/>
              <a:gd name="T73" fmla="*/ 615 h 710"/>
              <a:gd name="T74" fmla="*/ 96 w 709"/>
              <a:gd name="T75" fmla="*/ 517 h 710"/>
              <a:gd name="T76" fmla="*/ 487 w 709"/>
              <a:gd name="T77" fmla="*/ 126 h 710"/>
              <a:gd name="T78" fmla="*/ 80 w 709"/>
              <a:gd name="T79" fmla="*/ 544 h 710"/>
              <a:gd name="T80" fmla="*/ 80 w 709"/>
              <a:gd name="T81" fmla="*/ 544 h 710"/>
              <a:gd name="T82" fmla="*/ 165 w 709"/>
              <a:gd name="T83" fmla="*/ 629 h 710"/>
              <a:gd name="T84" fmla="*/ 39 w 709"/>
              <a:gd name="T85" fmla="*/ 671 h 710"/>
              <a:gd name="T86" fmla="*/ 80 w 709"/>
              <a:gd name="T87" fmla="*/ 544 h 710"/>
              <a:gd name="T88" fmla="*/ 605 w 709"/>
              <a:gd name="T89" fmla="*/ 202 h 710"/>
              <a:gd name="T90" fmla="*/ 605 w 709"/>
              <a:gd name="T91" fmla="*/ 202 h 710"/>
              <a:gd name="T92" fmla="*/ 507 w 709"/>
              <a:gd name="T93" fmla="*/ 105 h 710"/>
              <a:gd name="T94" fmla="*/ 575 w 709"/>
              <a:gd name="T95" fmla="*/ 37 h 710"/>
              <a:gd name="T96" fmla="*/ 672 w 709"/>
              <a:gd name="T97" fmla="*/ 134 h 710"/>
              <a:gd name="T98" fmla="*/ 605 w 709"/>
              <a:gd name="T99" fmla="*/ 20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9" h="710">
                <a:moveTo>
                  <a:pt x="586" y="6"/>
                </a:moveTo>
                <a:lnTo>
                  <a:pt x="586" y="6"/>
                </a:lnTo>
                <a:cubicBezTo>
                  <a:pt x="580" y="0"/>
                  <a:pt x="571" y="0"/>
                  <a:pt x="565" y="6"/>
                </a:cubicBezTo>
                <a:cubicBezTo>
                  <a:pt x="64" y="507"/>
                  <a:pt x="64" y="507"/>
                  <a:pt x="64" y="507"/>
                </a:cubicBezTo>
                <a:lnTo>
                  <a:pt x="64" y="507"/>
                </a:lnTo>
                <a:cubicBezTo>
                  <a:pt x="63" y="508"/>
                  <a:pt x="61" y="510"/>
                  <a:pt x="61" y="511"/>
                </a:cubicBezTo>
                <a:cubicBezTo>
                  <a:pt x="61" y="511"/>
                  <a:pt x="61" y="511"/>
                  <a:pt x="61" y="512"/>
                </a:cubicBezTo>
                <a:cubicBezTo>
                  <a:pt x="61" y="512"/>
                  <a:pt x="61" y="512"/>
                  <a:pt x="60" y="512"/>
                </a:cubicBezTo>
                <a:cubicBezTo>
                  <a:pt x="2" y="689"/>
                  <a:pt x="2" y="689"/>
                  <a:pt x="2" y="689"/>
                </a:cubicBezTo>
                <a:lnTo>
                  <a:pt x="2" y="691"/>
                </a:lnTo>
                <a:cubicBezTo>
                  <a:pt x="0" y="692"/>
                  <a:pt x="0" y="693"/>
                  <a:pt x="0" y="693"/>
                </a:cubicBezTo>
                <a:cubicBezTo>
                  <a:pt x="0" y="695"/>
                  <a:pt x="0" y="696"/>
                  <a:pt x="2" y="698"/>
                </a:cubicBezTo>
                <a:cubicBezTo>
                  <a:pt x="2" y="698"/>
                  <a:pt x="2" y="698"/>
                  <a:pt x="2" y="699"/>
                </a:cubicBezTo>
                <a:lnTo>
                  <a:pt x="2" y="699"/>
                </a:lnTo>
                <a:cubicBezTo>
                  <a:pt x="2" y="700"/>
                  <a:pt x="3" y="702"/>
                  <a:pt x="3" y="702"/>
                </a:cubicBezTo>
                <a:cubicBezTo>
                  <a:pt x="4" y="703"/>
                  <a:pt x="4" y="703"/>
                  <a:pt x="4" y="704"/>
                </a:cubicBezTo>
                <a:cubicBezTo>
                  <a:pt x="6" y="704"/>
                  <a:pt x="6" y="706"/>
                  <a:pt x="7" y="706"/>
                </a:cubicBezTo>
                <a:cubicBezTo>
                  <a:pt x="9" y="706"/>
                  <a:pt x="9" y="707"/>
                  <a:pt x="10" y="707"/>
                </a:cubicBezTo>
                <a:cubicBezTo>
                  <a:pt x="10" y="707"/>
                  <a:pt x="10" y="707"/>
                  <a:pt x="11" y="709"/>
                </a:cubicBezTo>
                <a:cubicBezTo>
                  <a:pt x="11" y="709"/>
                  <a:pt x="11" y="709"/>
                  <a:pt x="13" y="709"/>
                </a:cubicBezTo>
                <a:cubicBezTo>
                  <a:pt x="13" y="709"/>
                  <a:pt x="14" y="709"/>
                  <a:pt x="16" y="709"/>
                </a:cubicBezTo>
                <a:cubicBezTo>
                  <a:pt x="17" y="709"/>
                  <a:pt x="17" y="709"/>
                  <a:pt x="18" y="709"/>
                </a:cubicBezTo>
                <a:lnTo>
                  <a:pt x="20" y="709"/>
                </a:lnTo>
                <a:lnTo>
                  <a:pt x="20" y="709"/>
                </a:lnTo>
                <a:cubicBezTo>
                  <a:pt x="196" y="649"/>
                  <a:pt x="196" y="649"/>
                  <a:pt x="196" y="649"/>
                </a:cubicBezTo>
                <a:lnTo>
                  <a:pt x="198" y="649"/>
                </a:lnTo>
                <a:lnTo>
                  <a:pt x="198" y="648"/>
                </a:lnTo>
                <a:cubicBezTo>
                  <a:pt x="199" y="648"/>
                  <a:pt x="201" y="646"/>
                  <a:pt x="202" y="646"/>
                </a:cubicBezTo>
                <a:cubicBezTo>
                  <a:pt x="202" y="645"/>
                  <a:pt x="202" y="645"/>
                  <a:pt x="202" y="645"/>
                </a:cubicBezTo>
                <a:cubicBezTo>
                  <a:pt x="703" y="145"/>
                  <a:pt x="703" y="145"/>
                  <a:pt x="703" y="145"/>
                </a:cubicBezTo>
                <a:cubicBezTo>
                  <a:pt x="706" y="142"/>
                  <a:pt x="708" y="138"/>
                  <a:pt x="708" y="134"/>
                </a:cubicBezTo>
                <a:cubicBezTo>
                  <a:pt x="708" y="130"/>
                  <a:pt x="706" y="127"/>
                  <a:pt x="703" y="124"/>
                </a:cubicBezTo>
                <a:lnTo>
                  <a:pt x="586" y="6"/>
                </a:lnTo>
                <a:close/>
                <a:moveTo>
                  <a:pt x="487" y="126"/>
                </a:moveTo>
                <a:lnTo>
                  <a:pt x="487" y="126"/>
                </a:lnTo>
                <a:cubicBezTo>
                  <a:pt x="583" y="222"/>
                  <a:pt x="583" y="222"/>
                  <a:pt x="583" y="222"/>
                </a:cubicBezTo>
                <a:cubicBezTo>
                  <a:pt x="192" y="615"/>
                  <a:pt x="192" y="615"/>
                  <a:pt x="192" y="615"/>
                </a:cubicBezTo>
                <a:cubicBezTo>
                  <a:pt x="96" y="517"/>
                  <a:pt x="96" y="517"/>
                  <a:pt x="96" y="517"/>
                </a:cubicBezTo>
                <a:lnTo>
                  <a:pt x="487" y="126"/>
                </a:lnTo>
                <a:close/>
                <a:moveTo>
                  <a:pt x="80" y="544"/>
                </a:moveTo>
                <a:lnTo>
                  <a:pt x="80" y="544"/>
                </a:lnTo>
                <a:cubicBezTo>
                  <a:pt x="165" y="629"/>
                  <a:pt x="165" y="629"/>
                  <a:pt x="165" y="629"/>
                </a:cubicBezTo>
                <a:cubicBezTo>
                  <a:pt x="39" y="671"/>
                  <a:pt x="39" y="671"/>
                  <a:pt x="39" y="671"/>
                </a:cubicBezTo>
                <a:lnTo>
                  <a:pt x="80" y="544"/>
                </a:lnTo>
                <a:close/>
                <a:moveTo>
                  <a:pt x="605" y="202"/>
                </a:moveTo>
                <a:lnTo>
                  <a:pt x="605" y="202"/>
                </a:lnTo>
                <a:cubicBezTo>
                  <a:pt x="507" y="105"/>
                  <a:pt x="507" y="105"/>
                  <a:pt x="507" y="105"/>
                </a:cubicBezTo>
                <a:cubicBezTo>
                  <a:pt x="575" y="37"/>
                  <a:pt x="575" y="37"/>
                  <a:pt x="575" y="37"/>
                </a:cubicBezTo>
                <a:cubicBezTo>
                  <a:pt x="672" y="134"/>
                  <a:pt x="672" y="134"/>
                  <a:pt x="672" y="134"/>
                </a:cubicBezTo>
                <a:lnTo>
                  <a:pt x="605" y="202"/>
                </a:lnTo>
                <a:close/>
              </a:path>
            </a:pathLst>
          </a:custGeom>
          <a:solidFill>
            <a:schemeClr val="tx2"/>
          </a:solidFill>
          <a:ln>
            <a:noFill/>
          </a:ln>
          <a:effectLst/>
        </p:spPr>
        <p:txBody>
          <a:bodyPr wrap="none" anchor="ctr"/>
          <a:lstStyle/>
          <a:p>
            <a:endParaRPr lang="da-DK">
              <a:solidFill>
                <a:schemeClr val="tx2"/>
              </a:solidFill>
            </a:endParaRPr>
          </a:p>
        </p:txBody>
      </p:sp>
      <p:grpSp>
        <p:nvGrpSpPr>
          <p:cNvPr id="139" name="Group 141">
            <a:extLst>
              <a:ext uri="{FF2B5EF4-FFF2-40B4-BE49-F238E27FC236}">
                <a16:creationId xmlns:a16="http://schemas.microsoft.com/office/drawing/2014/main" id="{E6FE456C-E696-09CC-A18B-7F693A9C7F8B}"/>
              </a:ext>
            </a:extLst>
          </p:cNvPr>
          <p:cNvGrpSpPr/>
          <p:nvPr/>
        </p:nvGrpSpPr>
        <p:grpSpPr>
          <a:xfrm>
            <a:off x="2215083" y="5713040"/>
            <a:ext cx="255587" cy="255588"/>
            <a:chOff x="1058863" y="6032500"/>
            <a:chExt cx="255587" cy="255588"/>
          </a:xfrm>
          <a:solidFill>
            <a:schemeClr val="tx2"/>
          </a:solidFill>
        </p:grpSpPr>
        <p:sp>
          <p:nvSpPr>
            <p:cNvPr id="140" name="Freeform 117">
              <a:extLst>
                <a:ext uri="{FF2B5EF4-FFF2-40B4-BE49-F238E27FC236}">
                  <a16:creationId xmlns:a16="http://schemas.microsoft.com/office/drawing/2014/main" id="{1F3F7A5B-39A9-DE91-8A2A-72E9C1835DAD}"/>
                </a:ext>
              </a:extLst>
            </p:cNvPr>
            <p:cNvSpPr>
              <a:spLocks noChangeArrowheads="1"/>
            </p:cNvSpPr>
            <p:nvPr/>
          </p:nvSpPr>
          <p:spPr bwMode="auto">
            <a:xfrm>
              <a:off x="1058863" y="6032500"/>
              <a:ext cx="255587" cy="255588"/>
            </a:xfrm>
            <a:custGeom>
              <a:avLst/>
              <a:gdLst>
                <a:gd name="T0" fmla="*/ 353 w 708"/>
                <a:gd name="T1" fmla="*/ 0 h 709"/>
                <a:gd name="T2" fmla="*/ 353 w 708"/>
                <a:gd name="T3" fmla="*/ 0 h 709"/>
                <a:gd name="T4" fmla="*/ 0 w 708"/>
                <a:gd name="T5" fmla="*/ 354 h 709"/>
                <a:gd name="T6" fmla="*/ 353 w 708"/>
                <a:gd name="T7" fmla="*/ 708 h 709"/>
                <a:gd name="T8" fmla="*/ 707 w 708"/>
                <a:gd name="T9" fmla="*/ 354 h 709"/>
                <a:gd name="T10" fmla="*/ 353 w 708"/>
                <a:gd name="T11" fmla="*/ 0 h 709"/>
                <a:gd name="T12" fmla="*/ 583 w 708"/>
                <a:gd name="T13" fmla="*/ 583 h 709"/>
                <a:gd name="T14" fmla="*/ 583 w 708"/>
                <a:gd name="T15" fmla="*/ 583 h 709"/>
                <a:gd name="T16" fmla="*/ 353 w 708"/>
                <a:gd name="T17" fmla="*/ 679 h 709"/>
                <a:gd name="T18" fmla="*/ 124 w 708"/>
                <a:gd name="T19" fmla="*/ 583 h 709"/>
                <a:gd name="T20" fmla="*/ 30 w 708"/>
                <a:gd name="T21" fmla="*/ 354 h 709"/>
                <a:gd name="T22" fmla="*/ 124 w 708"/>
                <a:gd name="T23" fmla="*/ 125 h 709"/>
                <a:gd name="T24" fmla="*/ 353 w 708"/>
                <a:gd name="T25" fmla="*/ 29 h 709"/>
                <a:gd name="T26" fmla="*/ 583 w 708"/>
                <a:gd name="T27" fmla="*/ 125 h 709"/>
                <a:gd name="T28" fmla="*/ 678 w 708"/>
                <a:gd name="T29" fmla="*/ 354 h 709"/>
                <a:gd name="T30" fmla="*/ 583 w 708"/>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9">
                  <a:moveTo>
                    <a:pt x="353" y="0"/>
                  </a:moveTo>
                  <a:lnTo>
                    <a:pt x="353" y="0"/>
                  </a:lnTo>
                  <a:cubicBezTo>
                    <a:pt x="158" y="0"/>
                    <a:pt x="0" y="159"/>
                    <a:pt x="0" y="354"/>
                  </a:cubicBezTo>
                  <a:cubicBezTo>
                    <a:pt x="0" y="549"/>
                    <a:pt x="158" y="708"/>
                    <a:pt x="353" y="708"/>
                  </a:cubicBezTo>
                  <a:cubicBezTo>
                    <a:pt x="549" y="708"/>
                    <a:pt x="707" y="549"/>
                    <a:pt x="707" y="354"/>
                  </a:cubicBezTo>
                  <a:cubicBezTo>
                    <a:pt x="707" y="159"/>
                    <a:pt x="549" y="0"/>
                    <a:pt x="353" y="0"/>
                  </a:cubicBezTo>
                  <a:close/>
                  <a:moveTo>
                    <a:pt x="583" y="583"/>
                  </a:moveTo>
                  <a:lnTo>
                    <a:pt x="583" y="583"/>
                  </a:lnTo>
                  <a:cubicBezTo>
                    <a:pt x="525" y="641"/>
                    <a:pt x="443" y="679"/>
                    <a:pt x="353" y="679"/>
                  </a:cubicBezTo>
                  <a:cubicBezTo>
                    <a:pt x="263" y="679"/>
                    <a:pt x="183" y="641"/>
                    <a:pt x="124" y="583"/>
                  </a:cubicBezTo>
                  <a:cubicBezTo>
                    <a:pt x="66" y="525"/>
                    <a:pt x="30" y="444"/>
                    <a:pt x="30" y="354"/>
                  </a:cubicBezTo>
                  <a:cubicBezTo>
                    <a:pt x="30" y="264"/>
                    <a:pt x="66" y="184"/>
                    <a:pt x="124" y="125"/>
                  </a:cubicBezTo>
                  <a:cubicBezTo>
                    <a:pt x="183" y="67"/>
                    <a:pt x="263" y="29"/>
                    <a:pt x="353" y="29"/>
                  </a:cubicBezTo>
                  <a:cubicBezTo>
                    <a:pt x="443" y="29"/>
                    <a:pt x="525" y="67"/>
                    <a:pt x="583" y="125"/>
                  </a:cubicBezTo>
                  <a:cubicBezTo>
                    <a:pt x="642" y="184"/>
                    <a:pt x="678" y="264"/>
                    <a:pt x="678" y="354"/>
                  </a:cubicBezTo>
                  <a:cubicBezTo>
                    <a:pt x="678" y="444"/>
                    <a:pt x="642" y="525"/>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1" name="Freeform 118">
              <a:extLst>
                <a:ext uri="{FF2B5EF4-FFF2-40B4-BE49-F238E27FC236}">
                  <a16:creationId xmlns:a16="http://schemas.microsoft.com/office/drawing/2014/main" id="{ED943A4E-AABE-0148-9A4F-3B3C4D552D6C}"/>
                </a:ext>
              </a:extLst>
            </p:cNvPr>
            <p:cNvSpPr>
              <a:spLocks noChangeArrowheads="1"/>
            </p:cNvSpPr>
            <p:nvPr/>
          </p:nvSpPr>
          <p:spPr bwMode="auto">
            <a:xfrm>
              <a:off x="1109663" y="6089650"/>
              <a:ext cx="150812" cy="149225"/>
            </a:xfrm>
            <a:custGeom>
              <a:avLst/>
              <a:gdLst>
                <a:gd name="T0" fmla="*/ 410 w 417"/>
                <a:gd name="T1" fmla="*/ 5 h 416"/>
                <a:gd name="T2" fmla="*/ 410 w 417"/>
                <a:gd name="T3" fmla="*/ 5 h 416"/>
                <a:gd name="T4" fmla="*/ 390 w 417"/>
                <a:gd name="T5" fmla="*/ 5 h 416"/>
                <a:gd name="T6" fmla="*/ 209 w 417"/>
                <a:gd name="T7" fmla="*/ 186 h 416"/>
                <a:gd name="T8" fmla="*/ 28 w 417"/>
                <a:gd name="T9" fmla="*/ 5 h 416"/>
                <a:gd name="T10" fmla="*/ 7 w 417"/>
                <a:gd name="T11" fmla="*/ 5 h 416"/>
                <a:gd name="T12" fmla="*/ 7 w 417"/>
                <a:gd name="T13" fmla="*/ 26 h 416"/>
                <a:gd name="T14" fmla="*/ 188 w 417"/>
                <a:gd name="T15" fmla="*/ 207 h 416"/>
                <a:gd name="T16" fmla="*/ 7 w 417"/>
                <a:gd name="T17" fmla="*/ 388 h 416"/>
                <a:gd name="T18" fmla="*/ 7 w 417"/>
                <a:gd name="T19" fmla="*/ 408 h 416"/>
                <a:gd name="T20" fmla="*/ 28 w 417"/>
                <a:gd name="T21" fmla="*/ 408 h 416"/>
                <a:gd name="T22" fmla="*/ 209 w 417"/>
                <a:gd name="T23" fmla="*/ 227 h 416"/>
                <a:gd name="T24" fmla="*/ 390 w 417"/>
                <a:gd name="T25" fmla="*/ 408 h 416"/>
                <a:gd name="T26" fmla="*/ 410 w 417"/>
                <a:gd name="T27" fmla="*/ 408 h 416"/>
                <a:gd name="T28" fmla="*/ 410 w 417"/>
                <a:gd name="T29" fmla="*/ 388 h 416"/>
                <a:gd name="T30" fmla="*/ 229 w 417"/>
                <a:gd name="T31" fmla="*/ 207 h 416"/>
                <a:gd name="T32" fmla="*/ 410 w 417"/>
                <a:gd name="T33" fmla="*/ 26 h 416"/>
                <a:gd name="T34" fmla="*/ 410 w 417"/>
                <a:gd name="T35" fmla="*/ 5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416">
                  <a:moveTo>
                    <a:pt x="410" y="5"/>
                  </a:moveTo>
                  <a:lnTo>
                    <a:pt x="410" y="5"/>
                  </a:lnTo>
                  <a:cubicBezTo>
                    <a:pt x="405" y="0"/>
                    <a:pt x="395" y="0"/>
                    <a:pt x="390" y="5"/>
                  </a:cubicBezTo>
                  <a:cubicBezTo>
                    <a:pt x="209" y="186"/>
                    <a:pt x="209" y="186"/>
                    <a:pt x="209" y="186"/>
                  </a:cubicBezTo>
                  <a:cubicBezTo>
                    <a:pt x="28" y="5"/>
                    <a:pt x="28" y="5"/>
                    <a:pt x="28" y="5"/>
                  </a:cubicBezTo>
                  <a:cubicBezTo>
                    <a:pt x="22" y="0"/>
                    <a:pt x="13" y="0"/>
                    <a:pt x="7" y="5"/>
                  </a:cubicBezTo>
                  <a:cubicBezTo>
                    <a:pt x="0" y="11"/>
                    <a:pt x="0" y="20"/>
                    <a:pt x="7" y="26"/>
                  </a:cubicBezTo>
                  <a:cubicBezTo>
                    <a:pt x="188" y="207"/>
                    <a:pt x="188" y="207"/>
                    <a:pt x="188" y="207"/>
                  </a:cubicBezTo>
                  <a:cubicBezTo>
                    <a:pt x="7" y="388"/>
                    <a:pt x="7" y="388"/>
                    <a:pt x="7" y="388"/>
                  </a:cubicBezTo>
                  <a:cubicBezTo>
                    <a:pt x="0" y="393"/>
                    <a:pt x="0" y="403"/>
                    <a:pt x="7" y="408"/>
                  </a:cubicBezTo>
                  <a:cubicBezTo>
                    <a:pt x="13" y="415"/>
                    <a:pt x="22" y="415"/>
                    <a:pt x="28" y="408"/>
                  </a:cubicBezTo>
                  <a:cubicBezTo>
                    <a:pt x="209" y="227"/>
                    <a:pt x="209" y="227"/>
                    <a:pt x="209" y="227"/>
                  </a:cubicBezTo>
                  <a:cubicBezTo>
                    <a:pt x="390" y="408"/>
                    <a:pt x="390" y="408"/>
                    <a:pt x="390" y="408"/>
                  </a:cubicBezTo>
                  <a:cubicBezTo>
                    <a:pt x="395" y="415"/>
                    <a:pt x="405" y="415"/>
                    <a:pt x="410" y="408"/>
                  </a:cubicBezTo>
                  <a:cubicBezTo>
                    <a:pt x="416" y="403"/>
                    <a:pt x="416" y="393"/>
                    <a:pt x="410" y="388"/>
                  </a:cubicBezTo>
                  <a:cubicBezTo>
                    <a:pt x="229" y="207"/>
                    <a:pt x="229" y="207"/>
                    <a:pt x="229" y="207"/>
                  </a:cubicBezTo>
                  <a:cubicBezTo>
                    <a:pt x="410" y="26"/>
                    <a:pt x="410" y="26"/>
                    <a:pt x="410" y="26"/>
                  </a:cubicBezTo>
                  <a:cubicBezTo>
                    <a:pt x="416" y="20"/>
                    <a:pt x="416" y="11"/>
                    <a:pt x="41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2" name="Group 144">
            <a:extLst>
              <a:ext uri="{FF2B5EF4-FFF2-40B4-BE49-F238E27FC236}">
                <a16:creationId xmlns:a16="http://schemas.microsoft.com/office/drawing/2014/main" id="{010D316E-EFA1-0CE1-4440-81F2014B7C0A}"/>
              </a:ext>
            </a:extLst>
          </p:cNvPr>
          <p:cNvGrpSpPr/>
          <p:nvPr/>
        </p:nvGrpSpPr>
        <p:grpSpPr>
          <a:xfrm>
            <a:off x="1707083" y="5713040"/>
            <a:ext cx="255587" cy="255588"/>
            <a:chOff x="550863" y="6032500"/>
            <a:chExt cx="255587" cy="255588"/>
          </a:xfrm>
          <a:solidFill>
            <a:schemeClr val="tx2"/>
          </a:solidFill>
        </p:grpSpPr>
        <p:sp>
          <p:nvSpPr>
            <p:cNvPr id="143" name="Freeform 119">
              <a:extLst>
                <a:ext uri="{FF2B5EF4-FFF2-40B4-BE49-F238E27FC236}">
                  <a16:creationId xmlns:a16="http://schemas.microsoft.com/office/drawing/2014/main" id="{CDE19569-8697-F9B0-E083-317DCC8E0196}"/>
                </a:ext>
              </a:extLst>
            </p:cNvPr>
            <p:cNvSpPr>
              <a:spLocks noChangeArrowheads="1"/>
            </p:cNvSpPr>
            <p:nvPr/>
          </p:nvSpPr>
          <p:spPr bwMode="auto">
            <a:xfrm>
              <a:off x="550863" y="6032500"/>
              <a:ext cx="255587"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5 w 708"/>
                <a:gd name="T29" fmla="*/ 583 h 709"/>
                <a:gd name="T30" fmla="*/ 31 w 708"/>
                <a:gd name="T31" fmla="*/ 354 h 709"/>
                <a:gd name="T32" fmla="*/ 125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7" y="520"/>
                    <a:pt x="583" y="583"/>
                  </a:cubicBezTo>
                  <a:cubicBezTo>
                    <a:pt x="520" y="647"/>
                    <a:pt x="437" y="679"/>
                    <a:pt x="354" y="679"/>
                  </a:cubicBezTo>
                  <a:cubicBezTo>
                    <a:pt x="271" y="679"/>
                    <a:pt x="188" y="647"/>
                    <a:pt x="125" y="583"/>
                  </a:cubicBezTo>
                  <a:cubicBezTo>
                    <a:pt x="61" y="520"/>
                    <a:pt x="31" y="437"/>
                    <a:pt x="31" y="354"/>
                  </a:cubicBezTo>
                  <a:cubicBezTo>
                    <a:pt x="31" y="271"/>
                    <a:pt x="61" y="188"/>
                    <a:pt x="125" y="125"/>
                  </a:cubicBezTo>
                  <a:cubicBezTo>
                    <a:pt x="188" y="61"/>
                    <a:pt x="271" y="29"/>
                    <a:pt x="354" y="29"/>
                  </a:cubicBezTo>
                  <a:cubicBezTo>
                    <a:pt x="437" y="29"/>
                    <a:pt x="520" y="61"/>
                    <a:pt x="583" y="125"/>
                  </a:cubicBezTo>
                  <a:cubicBezTo>
                    <a:pt x="594" y="115"/>
                    <a:pt x="594" y="115"/>
                    <a:pt x="594" y="115"/>
                  </a:cubicBezTo>
                  <a:cubicBezTo>
                    <a:pt x="583" y="125"/>
                    <a:pt x="583" y="125"/>
                    <a:pt x="583" y="125"/>
                  </a:cubicBezTo>
                  <a:cubicBezTo>
                    <a:pt x="647"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4" name="Freeform 120">
              <a:extLst>
                <a:ext uri="{FF2B5EF4-FFF2-40B4-BE49-F238E27FC236}">
                  <a16:creationId xmlns:a16="http://schemas.microsoft.com/office/drawing/2014/main" id="{7333FA80-AD83-1A5E-C2E3-79B041E5B740}"/>
                </a:ext>
              </a:extLst>
            </p:cNvPr>
            <p:cNvSpPr>
              <a:spLocks noChangeArrowheads="1"/>
            </p:cNvSpPr>
            <p:nvPr/>
          </p:nvSpPr>
          <p:spPr bwMode="auto">
            <a:xfrm>
              <a:off x="592138" y="6073775"/>
              <a:ext cx="169862" cy="180975"/>
            </a:xfrm>
            <a:custGeom>
              <a:avLst/>
              <a:gdLst>
                <a:gd name="T0" fmla="*/ 250 w 472"/>
                <a:gd name="T1" fmla="*/ 225 h 501"/>
                <a:gd name="T2" fmla="*/ 250 w 472"/>
                <a:gd name="T3" fmla="*/ 225 h 501"/>
                <a:gd name="T4" fmla="*/ 250 w 472"/>
                <a:gd name="T5" fmla="*/ 14 h 501"/>
                <a:gd name="T6" fmla="*/ 235 w 472"/>
                <a:gd name="T7" fmla="*/ 0 h 501"/>
                <a:gd name="T8" fmla="*/ 221 w 472"/>
                <a:gd name="T9" fmla="*/ 14 h 501"/>
                <a:gd name="T10" fmla="*/ 221 w 472"/>
                <a:gd name="T11" fmla="*/ 225 h 501"/>
                <a:gd name="T12" fmla="*/ 14 w 472"/>
                <a:gd name="T13" fmla="*/ 225 h 501"/>
                <a:gd name="T14" fmla="*/ 0 w 472"/>
                <a:gd name="T15" fmla="*/ 240 h 501"/>
                <a:gd name="T16" fmla="*/ 14 w 472"/>
                <a:gd name="T17" fmla="*/ 255 h 501"/>
                <a:gd name="T18" fmla="*/ 221 w 472"/>
                <a:gd name="T19" fmla="*/ 255 h 501"/>
                <a:gd name="T20" fmla="*/ 221 w 472"/>
                <a:gd name="T21" fmla="*/ 486 h 501"/>
                <a:gd name="T22" fmla="*/ 235 w 472"/>
                <a:gd name="T23" fmla="*/ 500 h 501"/>
                <a:gd name="T24" fmla="*/ 250 w 472"/>
                <a:gd name="T25" fmla="*/ 486 h 501"/>
                <a:gd name="T26" fmla="*/ 250 w 472"/>
                <a:gd name="T27" fmla="*/ 255 h 501"/>
                <a:gd name="T28" fmla="*/ 456 w 472"/>
                <a:gd name="T29" fmla="*/ 255 h 501"/>
                <a:gd name="T30" fmla="*/ 471 w 472"/>
                <a:gd name="T31" fmla="*/ 240 h 501"/>
                <a:gd name="T32" fmla="*/ 456 w 472"/>
                <a:gd name="T33" fmla="*/ 225 h 501"/>
                <a:gd name="T34" fmla="*/ 250 w 472"/>
                <a:gd name="T35" fmla="*/ 22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501">
                  <a:moveTo>
                    <a:pt x="250" y="225"/>
                  </a:moveTo>
                  <a:lnTo>
                    <a:pt x="250" y="225"/>
                  </a:lnTo>
                  <a:cubicBezTo>
                    <a:pt x="250" y="14"/>
                    <a:pt x="250" y="14"/>
                    <a:pt x="250" y="14"/>
                  </a:cubicBezTo>
                  <a:cubicBezTo>
                    <a:pt x="250" y="7"/>
                    <a:pt x="243" y="0"/>
                    <a:pt x="235" y="0"/>
                  </a:cubicBezTo>
                  <a:cubicBezTo>
                    <a:pt x="227" y="0"/>
                    <a:pt x="221" y="7"/>
                    <a:pt x="221" y="14"/>
                  </a:cubicBezTo>
                  <a:cubicBezTo>
                    <a:pt x="221" y="225"/>
                    <a:pt x="221" y="225"/>
                    <a:pt x="221" y="225"/>
                  </a:cubicBezTo>
                  <a:cubicBezTo>
                    <a:pt x="14" y="225"/>
                    <a:pt x="14" y="225"/>
                    <a:pt x="14" y="225"/>
                  </a:cubicBezTo>
                  <a:cubicBezTo>
                    <a:pt x="6" y="225"/>
                    <a:pt x="0" y="232"/>
                    <a:pt x="0" y="240"/>
                  </a:cubicBezTo>
                  <a:cubicBezTo>
                    <a:pt x="0" y="248"/>
                    <a:pt x="6" y="255"/>
                    <a:pt x="14" y="255"/>
                  </a:cubicBezTo>
                  <a:cubicBezTo>
                    <a:pt x="221" y="255"/>
                    <a:pt x="221" y="255"/>
                    <a:pt x="221" y="255"/>
                  </a:cubicBezTo>
                  <a:cubicBezTo>
                    <a:pt x="221" y="486"/>
                    <a:pt x="221" y="486"/>
                    <a:pt x="221" y="486"/>
                  </a:cubicBezTo>
                  <a:cubicBezTo>
                    <a:pt x="221" y="494"/>
                    <a:pt x="227" y="500"/>
                    <a:pt x="235" y="500"/>
                  </a:cubicBezTo>
                  <a:cubicBezTo>
                    <a:pt x="243" y="500"/>
                    <a:pt x="250" y="494"/>
                    <a:pt x="250" y="486"/>
                  </a:cubicBezTo>
                  <a:cubicBezTo>
                    <a:pt x="250" y="255"/>
                    <a:pt x="250" y="255"/>
                    <a:pt x="250" y="255"/>
                  </a:cubicBezTo>
                  <a:cubicBezTo>
                    <a:pt x="456" y="255"/>
                    <a:pt x="456" y="255"/>
                    <a:pt x="456" y="255"/>
                  </a:cubicBezTo>
                  <a:cubicBezTo>
                    <a:pt x="464" y="255"/>
                    <a:pt x="471" y="248"/>
                    <a:pt x="471" y="240"/>
                  </a:cubicBezTo>
                  <a:cubicBezTo>
                    <a:pt x="471" y="232"/>
                    <a:pt x="464" y="225"/>
                    <a:pt x="456" y="225"/>
                  </a:cubicBezTo>
                  <a:lnTo>
                    <a:pt x="250" y="2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5" name="Group 147">
            <a:extLst>
              <a:ext uri="{FF2B5EF4-FFF2-40B4-BE49-F238E27FC236}">
                <a16:creationId xmlns:a16="http://schemas.microsoft.com/office/drawing/2014/main" id="{A3BB1A6E-8917-E586-1F31-D660DB928360}"/>
              </a:ext>
            </a:extLst>
          </p:cNvPr>
          <p:cNvGrpSpPr/>
          <p:nvPr/>
        </p:nvGrpSpPr>
        <p:grpSpPr>
          <a:xfrm>
            <a:off x="2724670" y="5713040"/>
            <a:ext cx="255588" cy="255588"/>
            <a:chOff x="1568450" y="6032500"/>
            <a:chExt cx="255588" cy="255588"/>
          </a:xfrm>
          <a:solidFill>
            <a:schemeClr val="tx2"/>
          </a:solidFill>
        </p:grpSpPr>
        <p:sp>
          <p:nvSpPr>
            <p:cNvPr id="146" name="Freeform 121">
              <a:extLst>
                <a:ext uri="{FF2B5EF4-FFF2-40B4-BE49-F238E27FC236}">
                  <a16:creationId xmlns:a16="http://schemas.microsoft.com/office/drawing/2014/main" id="{0458E3BE-68E0-9922-3410-FEABC83096FF}"/>
                </a:ext>
              </a:extLst>
            </p:cNvPr>
            <p:cNvSpPr>
              <a:spLocks noChangeArrowheads="1"/>
            </p:cNvSpPr>
            <p:nvPr/>
          </p:nvSpPr>
          <p:spPr bwMode="auto">
            <a:xfrm>
              <a:off x="1568450" y="6032500"/>
              <a:ext cx="255588"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4 w 708"/>
                <a:gd name="T29" fmla="*/ 583 h 709"/>
                <a:gd name="T30" fmla="*/ 30 w 708"/>
                <a:gd name="T31" fmla="*/ 354 h 709"/>
                <a:gd name="T32" fmla="*/ 124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6" y="520"/>
                    <a:pt x="583" y="583"/>
                  </a:cubicBezTo>
                  <a:cubicBezTo>
                    <a:pt x="519" y="647"/>
                    <a:pt x="436" y="679"/>
                    <a:pt x="354" y="679"/>
                  </a:cubicBezTo>
                  <a:cubicBezTo>
                    <a:pt x="271" y="679"/>
                    <a:pt x="188" y="647"/>
                    <a:pt x="124" y="583"/>
                  </a:cubicBezTo>
                  <a:cubicBezTo>
                    <a:pt x="61" y="520"/>
                    <a:pt x="30" y="437"/>
                    <a:pt x="30" y="354"/>
                  </a:cubicBezTo>
                  <a:cubicBezTo>
                    <a:pt x="30" y="271"/>
                    <a:pt x="61" y="188"/>
                    <a:pt x="124" y="125"/>
                  </a:cubicBezTo>
                  <a:cubicBezTo>
                    <a:pt x="188" y="61"/>
                    <a:pt x="271" y="29"/>
                    <a:pt x="354" y="29"/>
                  </a:cubicBezTo>
                  <a:cubicBezTo>
                    <a:pt x="436" y="29"/>
                    <a:pt x="519" y="61"/>
                    <a:pt x="583" y="125"/>
                  </a:cubicBezTo>
                  <a:cubicBezTo>
                    <a:pt x="594" y="115"/>
                    <a:pt x="594" y="115"/>
                    <a:pt x="594" y="115"/>
                  </a:cubicBezTo>
                  <a:cubicBezTo>
                    <a:pt x="583" y="125"/>
                    <a:pt x="583" y="125"/>
                    <a:pt x="583" y="125"/>
                  </a:cubicBezTo>
                  <a:cubicBezTo>
                    <a:pt x="646"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7" name="Freeform 122">
              <a:extLst>
                <a:ext uri="{FF2B5EF4-FFF2-40B4-BE49-F238E27FC236}">
                  <a16:creationId xmlns:a16="http://schemas.microsoft.com/office/drawing/2014/main" id="{20BB0F4C-EA72-1002-3317-1CD51A90539B}"/>
                </a:ext>
              </a:extLst>
            </p:cNvPr>
            <p:cNvSpPr>
              <a:spLocks noChangeArrowheads="1"/>
            </p:cNvSpPr>
            <p:nvPr/>
          </p:nvSpPr>
          <p:spPr bwMode="auto">
            <a:xfrm>
              <a:off x="1611313" y="6161088"/>
              <a:ext cx="169862" cy="11112"/>
            </a:xfrm>
            <a:custGeom>
              <a:avLst/>
              <a:gdLst>
                <a:gd name="T0" fmla="*/ 14 w 472"/>
                <a:gd name="T1" fmla="*/ 0 h 30"/>
                <a:gd name="T2" fmla="*/ 14 w 472"/>
                <a:gd name="T3" fmla="*/ 0 h 30"/>
                <a:gd name="T4" fmla="*/ 0 w 472"/>
                <a:gd name="T5" fmla="*/ 15 h 30"/>
                <a:gd name="T6" fmla="*/ 14 w 472"/>
                <a:gd name="T7" fmla="*/ 29 h 30"/>
                <a:gd name="T8" fmla="*/ 456 w 472"/>
                <a:gd name="T9" fmla="*/ 29 h 30"/>
                <a:gd name="T10" fmla="*/ 471 w 472"/>
                <a:gd name="T11" fmla="*/ 15 h 30"/>
                <a:gd name="T12" fmla="*/ 456 w 472"/>
                <a:gd name="T13" fmla="*/ 0 h 30"/>
                <a:gd name="T14" fmla="*/ 14 w 472"/>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2" h="30">
                  <a:moveTo>
                    <a:pt x="14" y="0"/>
                  </a:moveTo>
                  <a:lnTo>
                    <a:pt x="14" y="0"/>
                  </a:lnTo>
                  <a:cubicBezTo>
                    <a:pt x="5" y="0"/>
                    <a:pt x="0" y="7"/>
                    <a:pt x="0" y="15"/>
                  </a:cubicBezTo>
                  <a:cubicBezTo>
                    <a:pt x="0" y="24"/>
                    <a:pt x="5" y="29"/>
                    <a:pt x="14" y="29"/>
                  </a:cubicBezTo>
                  <a:cubicBezTo>
                    <a:pt x="456" y="29"/>
                    <a:pt x="456" y="29"/>
                    <a:pt x="456" y="29"/>
                  </a:cubicBezTo>
                  <a:cubicBezTo>
                    <a:pt x="464" y="29"/>
                    <a:pt x="471" y="24"/>
                    <a:pt x="471" y="15"/>
                  </a:cubicBezTo>
                  <a:cubicBezTo>
                    <a:pt x="471" y="7"/>
                    <a:pt x="464" y="0"/>
                    <a:pt x="456"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48" name="Freeform 123">
            <a:extLst>
              <a:ext uri="{FF2B5EF4-FFF2-40B4-BE49-F238E27FC236}">
                <a16:creationId xmlns:a16="http://schemas.microsoft.com/office/drawing/2014/main" id="{C19A794C-78AE-DC3A-FA62-C81DADFD697E}"/>
              </a:ext>
            </a:extLst>
          </p:cNvPr>
          <p:cNvSpPr>
            <a:spLocks noChangeArrowheads="1"/>
          </p:cNvSpPr>
          <p:nvPr/>
        </p:nvSpPr>
        <p:spPr bwMode="auto">
          <a:xfrm>
            <a:off x="2240483" y="5240759"/>
            <a:ext cx="206375" cy="171450"/>
          </a:xfrm>
          <a:custGeom>
            <a:avLst/>
            <a:gdLst>
              <a:gd name="T0" fmla="*/ 451 w 573"/>
              <a:gd name="T1" fmla="*/ 4 h 478"/>
              <a:gd name="T2" fmla="*/ 451 w 573"/>
              <a:gd name="T3" fmla="*/ 4 h 478"/>
              <a:gd name="T4" fmla="*/ 430 w 573"/>
              <a:gd name="T5" fmla="*/ 8 h 478"/>
              <a:gd name="T6" fmla="*/ 286 w 573"/>
              <a:gd name="T7" fmla="*/ 213 h 478"/>
              <a:gd name="T8" fmla="*/ 144 w 573"/>
              <a:gd name="T9" fmla="*/ 8 h 478"/>
              <a:gd name="T10" fmla="*/ 123 w 573"/>
              <a:gd name="T11" fmla="*/ 4 h 478"/>
              <a:gd name="T12" fmla="*/ 119 w 573"/>
              <a:gd name="T13" fmla="*/ 25 h 478"/>
              <a:gd name="T14" fmla="*/ 259 w 573"/>
              <a:gd name="T15" fmla="*/ 224 h 478"/>
              <a:gd name="T16" fmla="*/ 16 w 573"/>
              <a:gd name="T17" fmla="*/ 224 h 478"/>
              <a:gd name="T18" fmla="*/ 0 w 573"/>
              <a:gd name="T19" fmla="*/ 238 h 478"/>
              <a:gd name="T20" fmla="*/ 16 w 573"/>
              <a:gd name="T21" fmla="*/ 253 h 478"/>
              <a:gd name="T22" fmla="*/ 259 w 573"/>
              <a:gd name="T23" fmla="*/ 253 h 478"/>
              <a:gd name="T24" fmla="*/ 119 w 573"/>
              <a:gd name="T25" fmla="*/ 452 h 478"/>
              <a:gd name="T26" fmla="*/ 123 w 573"/>
              <a:gd name="T27" fmla="*/ 473 h 478"/>
              <a:gd name="T28" fmla="*/ 144 w 573"/>
              <a:gd name="T29" fmla="*/ 468 h 478"/>
              <a:gd name="T30" fmla="*/ 286 w 573"/>
              <a:gd name="T31" fmla="*/ 264 h 478"/>
              <a:gd name="T32" fmla="*/ 430 w 573"/>
              <a:gd name="T33" fmla="*/ 468 h 478"/>
              <a:gd name="T34" fmla="*/ 451 w 573"/>
              <a:gd name="T35" fmla="*/ 473 h 478"/>
              <a:gd name="T36" fmla="*/ 453 w 573"/>
              <a:gd name="T37" fmla="*/ 452 h 478"/>
              <a:gd name="T38" fmla="*/ 315 w 573"/>
              <a:gd name="T39" fmla="*/ 253 h 478"/>
              <a:gd name="T40" fmla="*/ 557 w 573"/>
              <a:gd name="T41" fmla="*/ 253 h 478"/>
              <a:gd name="T42" fmla="*/ 572 w 573"/>
              <a:gd name="T43" fmla="*/ 238 h 478"/>
              <a:gd name="T44" fmla="*/ 557 w 573"/>
              <a:gd name="T45" fmla="*/ 224 h 478"/>
              <a:gd name="T46" fmla="*/ 315 w 573"/>
              <a:gd name="T47" fmla="*/ 224 h 478"/>
              <a:gd name="T48" fmla="*/ 453 w 573"/>
              <a:gd name="T49" fmla="*/ 25 h 478"/>
              <a:gd name="T50" fmla="*/ 451 w 573"/>
              <a:gd name="T51" fmla="*/ 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73" h="478">
                <a:moveTo>
                  <a:pt x="451" y="4"/>
                </a:moveTo>
                <a:lnTo>
                  <a:pt x="451" y="4"/>
                </a:lnTo>
                <a:cubicBezTo>
                  <a:pt x="444" y="0"/>
                  <a:pt x="434" y="2"/>
                  <a:pt x="430" y="8"/>
                </a:cubicBezTo>
                <a:cubicBezTo>
                  <a:pt x="286" y="213"/>
                  <a:pt x="286" y="213"/>
                  <a:pt x="286" y="213"/>
                </a:cubicBezTo>
                <a:cubicBezTo>
                  <a:pt x="144" y="8"/>
                  <a:pt x="144" y="8"/>
                  <a:pt x="144" y="8"/>
                </a:cubicBezTo>
                <a:cubicBezTo>
                  <a:pt x="138" y="2"/>
                  <a:pt x="129" y="0"/>
                  <a:pt x="123" y="4"/>
                </a:cubicBezTo>
                <a:cubicBezTo>
                  <a:pt x="116" y="8"/>
                  <a:pt x="115" y="18"/>
                  <a:pt x="119" y="25"/>
                </a:cubicBezTo>
                <a:cubicBezTo>
                  <a:pt x="259" y="224"/>
                  <a:pt x="259" y="224"/>
                  <a:pt x="259" y="224"/>
                </a:cubicBezTo>
                <a:cubicBezTo>
                  <a:pt x="16" y="224"/>
                  <a:pt x="16" y="224"/>
                  <a:pt x="16" y="224"/>
                </a:cubicBezTo>
                <a:cubicBezTo>
                  <a:pt x="7" y="224"/>
                  <a:pt x="0" y="231"/>
                  <a:pt x="0" y="238"/>
                </a:cubicBezTo>
                <a:cubicBezTo>
                  <a:pt x="0" y="246"/>
                  <a:pt x="7" y="253"/>
                  <a:pt x="16" y="253"/>
                </a:cubicBezTo>
                <a:cubicBezTo>
                  <a:pt x="259" y="253"/>
                  <a:pt x="259" y="253"/>
                  <a:pt x="259" y="253"/>
                </a:cubicBezTo>
                <a:cubicBezTo>
                  <a:pt x="119" y="452"/>
                  <a:pt x="119" y="452"/>
                  <a:pt x="119" y="452"/>
                </a:cubicBezTo>
                <a:cubicBezTo>
                  <a:pt x="115" y="459"/>
                  <a:pt x="116" y="467"/>
                  <a:pt x="123" y="473"/>
                </a:cubicBezTo>
                <a:cubicBezTo>
                  <a:pt x="129" y="477"/>
                  <a:pt x="138" y="475"/>
                  <a:pt x="144" y="468"/>
                </a:cubicBezTo>
                <a:cubicBezTo>
                  <a:pt x="286" y="264"/>
                  <a:pt x="286" y="264"/>
                  <a:pt x="286" y="264"/>
                </a:cubicBezTo>
                <a:cubicBezTo>
                  <a:pt x="430" y="468"/>
                  <a:pt x="430" y="468"/>
                  <a:pt x="430" y="468"/>
                </a:cubicBezTo>
                <a:cubicBezTo>
                  <a:pt x="434" y="475"/>
                  <a:pt x="444" y="477"/>
                  <a:pt x="451" y="473"/>
                </a:cubicBezTo>
                <a:cubicBezTo>
                  <a:pt x="458" y="467"/>
                  <a:pt x="459" y="459"/>
                  <a:pt x="453" y="452"/>
                </a:cubicBezTo>
                <a:cubicBezTo>
                  <a:pt x="315" y="253"/>
                  <a:pt x="315" y="253"/>
                  <a:pt x="315" y="253"/>
                </a:cubicBezTo>
                <a:cubicBezTo>
                  <a:pt x="557" y="253"/>
                  <a:pt x="557" y="253"/>
                  <a:pt x="557" y="253"/>
                </a:cubicBezTo>
                <a:cubicBezTo>
                  <a:pt x="565" y="253"/>
                  <a:pt x="572" y="246"/>
                  <a:pt x="572" y="238"/>
                </a:cubicBezTo>
                <a:cubicBezTo>
                  <a:pt x="572" y="231"/>
                  <a:pt x="565" y="224"/>
                  <a:pt x="557" y="224"/>
                </a:cubicBezTo>
                <a:cubicBezTo>
                  <a:pt x="315" y="224"/>
                  <a:pt x="315" y="224"/>
                  <a:pt x="315" y="224"/>
                </a:cubicBezTo>
                <a:cubicBezTo>
                  <a:pt x="453" y="25"/>
                  <a:pt x="453" y="25"/>
                  <a:pt x="453" y="25"/>
                </a:cubicBezTo>
                <a:cubicBezTo>
                  <a:pt x="459" y="18"/>
                  <a:pt x="458" y="8"/>
                  <a:pt x="451" y="4"/>
                </a:cubicBezTo>
              </a:path>
            </a:pathLst>
          </a:custGeom>
          <a:solidFill>
            <a:schemeClr val="tx2"/>
          </a:solidFill>
          <a:ln>
            <a:noFill/>
          </a:ln>
          <a:effectLst/>
        </p:spPr>
        <p:txBody>
          <a:bodyPr wrap="none" anchor="ctr"/>
          <a:lstStyle/>
          <a:p>
            <a:endParaRPr lang="da-DK">
              <a:solidFill>
                <a:schemeClr val="tx2"/>
              </a:solidFill>
            </a:endParaRPr>
          </a:p>
        </p:txBody>
      </p:sp>
      <p:grpSp>
        <p:nvGrpSpPr>
          <p:cNvPr id="149" name="Group 151">
            <a:extLst>
              <a:ext uri="{FF2B5EF4-FFF2-40B4-BE49-F238E27FC236}">
                <a16:creationId xmlns:a16="http://schemas.microsoft.com/office/drawing/2014/main" id="{F9C137B7-5E79-C464-50C3-F007EEDA91FB}"/>
              </a:ext>
            </a:extLst>
          </p:cNvPr>
          <p:cNvGrpSpPr/>
          <p:nvPr/>
        </p:nvGrpSpPr>
        <p:grpSpPr>
          <a:xfrm>
            <a:off x="2756420" y="6228978"/>
            <a:ext cx="200025" cy="252413"/>
            <a:chOff x="1600200" y="6543675"/>
            <a:chExt cx="200025" cy="252413"/>
          </a:xfrm>
          <a:solidFill>
            <a:schemeClr val="tx2"/>
          </a:solidFill>
        </p:grpSpPr>
        <p:sp>
          <p:nvSpPr>
            <p:cNvPr id="150" name="Freeform 124">
              <a:extLst>
                <a:ext uri="{FF2B5EF4-FFF2-40B4-BE49-F238E27FC236}">
                  <a16:creationId xmlns:a16="http://schemas.microsoft.com/office/drawing/2014/main" id="{50BFBCC1-7508-8426-8194-6FC87C0B066A}"/>
                </a:ext>
              </a:extLst>
            </p:cNvPr>
            <p:cNvSpPr>
              <a:spLocks noChangeArrowheads="1"/>
            </p:cNvSpPr>
            <p:nvPr/>
          </p:nvSpPr>
          <p:spPr bwMode="auto">
            <a:xfrm>
              <a:off x="1697038" y="65436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1" name="Freeform 125">
              <a:extLst>
                <a:ext uri="{FF2B5EF4-FFF2-40B4-BE49-F238E27FC236}">
                  <a16:creationId xmlns:a16="http://schemas.microsoft.com/office/drawing/2014/main" id="{61D59F73-6324-306F-4696-A7F404CD2960}"/>
                </a:ext>
              </a:extLst>
            </p:cNvPr>
            <p:cNvSpPr>
              <a:spLocks noChangeArrowheads="1"/>
            </p:cNvSpPr>
            <p:nvPr/>
          </p:nvSpPr>
          <p:spPr bwMode="auto">
            <a:xfrm>
              <a:off x="1600200" y="6543675"/>
              <a:ext cx="200025" cy="252413"/>
            </a:xfrm>
            <a:custGeom>
              <a:avLst/>
              <a:gdLst>
                <a:gd name="T0" fmla="*/ 525 w 557"/>
                <a:gd name="T1" fmla="*/ 441 h 703"/>
                <a:gd name="T2" fmla="*/ 480 w 557"/>
                <a:gd name="T3" fmla="*/ 381 h 703"/>
                <a:gd name="T4" fmla="*/ 471 w 557"/>
                <a:gd name="T5" fmla="*/ 245 h 703"/>
                <a:gd name="T6" fmla="*/ 362 w 557"/>
                <a:gd name="T7" fmla="*/ 22 h 703"/>
                <a:gd name="T8" fmla="*/ 268 w 557"/>
                <a:gd name="T9" fmla="*/ 0 h 703"/>
                <a:gd name="T10" fmla="*/ 87 w 557"/>
                <a:gd name="T11" fmla="*/ 202 h 703"/>
                <a:gd name="T12" fmla="*/ 77 w 557"/>
                <a:gd name="T13" fmla="*/ 381 h 703"/>
                <a:gd name="T14" fmla="*/ 33 w 557"/>
                <a:gd name="T15" fmla="*/ 441 h 703"/>
                <a:gd name="T16" fmla="*/ 0 w 557"/>
                <a:gd name="T17" fmla="*/ 533 h 703"/>
                <a:gd name="T18" fmla="*/ 45 w 557"/>
                <a:gd name="T19" fmla="*/ 614 h 703"/>
                <a:gd name="T20" fmla="*/ 206 w 557"/>
                <a:gd name="T21" fmla="*/ 629 h 703"/>
                <a:gd name="T22" fmla="*/ 352 w 557"/>
                <a:gd name="T23" fmla="*/ 629 h 703"/>
                <a:gd name="T24" fmla="*/ 512 w 557"/>
                <a:gd name="T25" fmla="*/ 614 h 703"/>
                <a:gd name="T26" fmla="*/ 556 w 557"/>
                <a:gd name="T27" fmla="*/ 533 h 703"/>
                <a:gd name="T28" fmla="*/ 525 w 557"/>
                <a:gd name="T29" fmla="*/ 441 h 703"/>
                <a:gd name="T30" fmla="*/ 323 w 557"/>
                <a:gd name="T31" fmla="*/ 629 h 703"/>
                <a:gd name="T32" fmla="*/ 235 w 557"/>
                <a:gd name="T33" fmla="*/ 629 h 703"/>
                <a:gd name="T34" fmla="*/ 323 w 557"/>
                <a:gd name="T35" fmla="*/ 614 h 703"/>
                <a:gd name="T36" fmla="*/ 526 w 557"/>
                <a:gd name="T37" fmla="*/ 571 h 703"/>
                <a:gd name="T38" fmla="*/ 512 w 557"/>
                <a:gd name="T39" fmla="*/ 585 h 703"/>
                <a:gd name="T40" fmla="*/ 279 w 557"/>
                <a:gd name="T41" fmla="*/ 585 h 703"/>
                <a:gd name="T42" fmla="*/ 45 w 557"/>
                <a:gd name="T43" fmla="*/ 585 h 703"/>
                <a:gd name="T44" fmla="*/ 30 w 557"/>
                <a:gd name="T45" fmla="*/ 533 h 703"/>
                <a:gd name="T46" fmla="*/ 54 w 557"/>
                <a:gd name="T47" fmla="*/ 462 h 703"/>
                <a:gd name="T48" fmla="*/ 103 w 557"/>
                <a:gd name="T49" fmla="*/ 394 h 703"/>
                <a:gd name="T50" fmla="*/ 117 w 557"/>
                <a:gd name="T51" fmla="*/ 202 h 703"/>
                <a:gd name="T52" fmla="*/ 269 w 557"/>
                <a:gd name="T53" fmla="*/ 29 h 703"/>
                <a:gd name="T54" fmla="*/ 279 w 557"/>
                <a:gd name="T55" fmla="*/ 29 h 703"/>
                <a:gd name="T56" fmla="*/ 416 w 557"/>
                <a:gd name="T57" fmla="*/ 132 h 703"/>
                <a:gd name="T58" fmla="*/ 440 w 557"/>
                <a:gd name="T59" fmla="*/ 333 h 703"/>
                <a:gd name="T60" fmla="*/ 504 w 557"/>
                <a:gd name="T61" fmla="*/ 462 h 703"/>
                <a:gd name="T62" fmla="*/ 504 w 557"/>
                <a:gd name="T63" fmla="*/ 462 h 703"/>
                <a:gd name="T64" fmla="*/ 527 w 557"/>
                <a:gd name="T65" fmla="*/ 53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57" h="703">
                  <a:moveTo>
                    <a:pt x="525" y="441"/>
                  </a:moveTo>
                  <a:lnTo>
                    <a:pt x="525" y="441"/>
                  </a:lnTo>
                  <a:lnTo>
                    <a:pt x="525" y="441"/>
                  </a:lnTo>
                  <a:cubicBezTo>
                    <a:pt x="503" y="419"/>
                    <a:pt x="489" y="399"/>
                    <a:pt x="480" y="381"/>
                  </a:cubicBezTo>
                  <a:cubicBezTo>
                    <a:pt x="472" y="364"/>
                    <a:pt x="471" y="348"/>
                    <a:pt x="471" y="333"/>
                  </a:cubicBezTo>
                  <a:cubicBezTo>
                    <a:pt x="471" y="245"/>
                    <a:pt x="471" y="245"/>
                    <a:pt x="471" y="245"/>
                  </a:cubicBezTo>
                  <a:cubicBezTo>
                    <a:pt x="471" y="188"/>
                    <a:pt x="454" y="129"/>
                    <a:pt x="421" y="82"/>
                  </a:cubicBezTo>
                  <a:cubicBezTo>
                    <a:pt x="406" y="58"/>
                    <a:pt x="385" y="38"/>
                    <a:pt x="362" y="22"/>
                  </a:cubicBezTo>
                  <a:cubicBezTo>
                    <a:pt x="338" y="9"/>
                    <a:pt x="309" y="0"/>
                    <a:pt x="279" y="0"/>
                  </a:cubicBezTo>
                  <a:cubicBezTo>
                    <a:pt x="275" y="0"/>
                    <a:pt x="272" y="0"/>
                    <a:pt x="268" y="0"/>
                  </a:cubicBezTo>
                  <a:cubicBezTo>
                    <a:pt x="215" y="3"/>
                    <a:pt x="171" y="28"/>
                    <a:pt x="138" y="65"/>
                  </a:cubicBezTo>
                  <a:cubicBezTo>
                    <a:pt x="106" y="103"/>
                    <a:pt x="87" y="151"/>
                    <a:pt x="87" y="202"/>
                  </a:cubicBezTo>
                  <a:cubicBezTo>
                    <a:pt x="87" y="333"/>
                    <a:pt x="87" y="333"/>
                    <a:pt x="87" y="333"/>
                  </a:cubicBezTo>
                  <a:cubicBezTo>
                    <a:pt x="87" y="348"/>
                    <a:pt x="84" y="364"/>
                    <a:pt x="77" y="381"/>
                  </a:cubicBezTo>
                  <a:cubicBezTo>
                    <a:pt x="69" y="399"/>
                    <a:pt x="55" y="419"/>
                    <a:pt x="33" y="441"/>
                  </a:cubicBezTo>
                  <a:lnTo>
                    <a:pt x="33" y="441"/>
                  </a:lnTo>
                  <a:cubicBezTo>
                    <a:pt x="21" y="453"/>
                    <a:pt x="11" y="467"/>
                    <a:pt x="7" y="482"/>
                  </a:cubicBezTo>
                  <a:cubicBezTo>
                    <a:pt x="1" y="498"/>
                    <a:pt x="0" y="514"/>
                    <a:pt x="0" y="533"/>
                  </a:cubicBezTo>
                  <a:cubicBezTo>
                    <a:pt x="0" y="544"/>
                    <a:pt x="1" y="557"/>
                    <a:pt x="1" y="571"/>
                  </a:cubicBezTo>
                  <a:cubicBezTo>
                    <a:pt x="3" y="594"/>
                    <a:pt x="22" y="614"/>
                    <a:pt x="45" y="614"/>
                  </a:cubicBezTo>
                  <a:cubicBezTo>
                    <a:pt x="206" y="614"/>
                    <a:pt x="206" y="614"/>
                    <a:pt x="206" y="614"/>
                  </a:cubicBezTo>
                  <a:cubicBezTo>
                    <a:pt x="206" y="629"/>
                    <a:pt x="206" y="629"/>
                    <a:pt x="206" y="629"/>
                  </a:cubicBezTo>
                  <a:cubicBezTo>
                    <a:pt x="206" y="669"/>
                    <a:pt x="237" y="702"/>
                    <a:pt x="279" y="702"/>
                  </a:cubicBezTo>
                  <a:cubicBezTo>
                    <a:pt x="319" y="702"/>
                    <a:pt x="352" y="669"/>
                    <a:pt x="352" y="629"/>
                  </a:cubicBezTo>
                  <a:cubicBezTo>
                    <a:pt x="352" y="614"/>
                    <a:pt x="352" y="614"/>
                    <a:pt x="352" y="614"/>
                  </a:cubicBezTo>
                  <a:cubicBezTo>
                    <a:pt x="512" y="614"/>
                    <a:pt x="512" y="614"/>
                    <a:pt x="512" y="614"/>
                  </a:cubicBezTo>
                  <a:cubicBezTo>
                    <a:pt x="536" y="614"/>
                    <a:pt x="555" y="594"/>
                    <a:pt x="556" y="571"/>
                  </a:cubicBezTo>
                  <a:cubicBezTo>
                    <a:pt x="556" y="557"/>
                    <a:pt x="556" y="544"/>
                    <a:pt x="556" y="533"/>
                  </a:cubicBezTo>
                  <a:cubicBezTo>
                    <a:pt x="556" y="514"/>
                    <a:pt x="555" y="498"/>
                    <a:pt x="551" y="482"/>
                  </a:cubicBezTo>
                  <a:cubicBezTo>
                    <a:pt x="545" y="467"/>
                    <a:pt x="537" y="453"/>
                    <a:pt x="525" y="441"/>
                  </a:cubicBezTo>
                  <a:close/>
                  <a:moveTo>
                    <a:pt x="323" y="629"/>
                  </a:moveTo>
                  <a:lnTo>
                    <a:pt x="323" y="629"/>
                  </a:lnTo>
                  <a:cubicBezTo>
                    <a:pt x="323" y="652"/>
                    <a:pt x="304" y="673"/>
                    <a:pt x="279" y="673"/>
                  </a:cubicBezTo>
                  <a:cubicBezTo>
                    <a:pt x="254" y="673"/>
                    <a:pt x="235" y="652"/>
                    <a:pt x="235" y="629"/>
                  </a:cubicBezTo>
                  <a:cubicBezTo>
                    <a:pt x="235" y="614"/>
                    <a:pt x="235" y="614"/>
                    <a:pt x="235" y="614"/>
                  </a:cubicBezTo>
                  <a:cubicBezTo>
                    <a:pt x="323" y="614"/>
                    <a:pt x="323" y="614"/>
                    <a:pt x="323" y="614"/>
                  </a:cubicBezTo>
                  <a:lnTo>
                    <a:pt x="323" y="629"/>
                  </a:lnTo>
                  <a:close/>
                  <a:moveTo>
                    <a:pt x="526" y="571"/>
                  </a:moveTo>
                  <a:lnTo>
                    <a:pt x="526" y="571"/>
                  </a:lnTo>
                  <a:cubicBezTo>
                    <a:pt x="526" y="578"/>
                    <a:pt x="519" y="585"/>
                    <a:pt x="512" y="585"/>
                  </a:cubicBezTo>
                  <a:cubicBezTo>
                    <a:pt x="338" y="585"/>
                    <a:pt x="338" y="585"/>
                    <a:pt x="338" y="585"/>
                  </a:cubicBezTo>
                  <a:cubicBezTo>
                    <a:pt x="279" y="585"/>
                    <a:pt x="279" y="585"/>
                    <a:pt x="279" y="585"/>
                  </a:cubicBezTo>
                  <a:cubicBezTo>
                    <a:pt x="219" y="585"/>
                    <a:pt x="219" y="585"/>
                    <a:pt x="219" y="585"/>
                  </a:cubicBezTo>
                  <a:cubicBezTo>
                    <a:pt x="45" y="585"/>
                    <a:pt x="45" y="585"/>
                    <a:pt x="45" y="585"/>
                  </a:cubicBezTo>
                  <a:cubicBezTo>
                    <a:pt x="38" y="585"/>
                    <a:pt x="32" y="578"/>
                    <a:pt x="32" y="571"/>
                  </a:cubicBezTo>
                  <a:cubicBezTo>
                    <a:pt x="30" y="556"/>
                    <a:pt x="30" y="543"/>
                    <a:pt x="30" y="533"/>
                  </a:cubicBezTo>
                  <a:cubicBezTo>
                    <a:pt x="30" y="515"/>
                    <a:pt x="32" y="503"/>
                    <a:pt x="34" y="492"/>
                  </a:cubicBezTo>
                  <a:cubicBezTo>
                    <a:pt x="38" y="481"/>
                    <a:pt x="44" y="473"/>
                    <a:pt x="54" y="462"/>
                  </a:cubicBezTo>
                  <a:lnTo>
                    <a:pt x="54" y="462"/>
                  </a:lnTo>
                  <a:cubicBezTo>
                    <a:pt x="77" y="438"/>
                    <a:pt x="94" y="415"/>
                    <a:pt x="103" y="394"/>
                  </a:cubicBezTo>
                  <a:cubicBezTo>
                    <a:pt x="113" y="372"/>
                    <a:pt x="117" y="352"/>
                    <a:pt x="117" y="333"/>
                  </a:cubicBezTo>
                  <a:cubicBezTo>
                    <a:pt x="117" y="202"/>
                    <a:pt x="117" y="202"/>
                    <a:pt x="117" y="202"/>
                  </a:cubicBezTo>
                  <a:cubicBezTo>
                    <a:pt x="117" y="158"/>
                    <a:pt x="134" y="116"/>
                    <a:pt x="160" y="85"/>
                  </a:cubicBezTo>
                  <a:cubicBezTo>
                    <a:pt x="188" y="53"/>
                    <a:pt x="226" y="32"/>
                    <a:pt x="269" y="29"/>
                  </a:cubicBezTo>
                  <a:lnTo>
                    <a:pt x="269" y="29"/>
                  </a:lnTo>
                  <a:cubicBezTo>
                    <a:pt x="273" y="29"/>
                    <a:pt x="276" y="29"/>
                    <a:pt x="279" y="29"/>
                  </a:cubicBezTo>
                  <a:cubicBezTo>
                    <a:pt x="304" y="29"/>
                    <a:pt x="327" y="36"/>
                    <a:pt x="346" y="49"/>
                  </a:cubicBezTo>
                  <a:cubicBezTo>
                    <a:pt x="375" y="65"/>
                    <a:pt x="400" y="96"/>
                    <a:pt x="416" y="132"/>
                  </a:cubicBezTo>
                  <a:cubicBezTo>
                    <a:pt x="432" y="166"/>
                    <a:pt x="440" y="207"/>
                    <a:pt x="440" y="245"/>
                  </a:cubicBezTo>
                  <a:cubicBezTo>
                    <a:pt x="440" y="333"/>
                    <a:pt x="440" y="333"/>
                    <a:pt x="440" y="333"/>
                  </a:cubicBezTo>
                  <a:cubicBezTo>
                    <a:pt x="440" y="352"/>
                    <a:pt x="445" y="372"/>
                    <a:pt x="454" y="394"/>
                  </a:cubicBezTo>
                  <a:cubicBezTo>
                    <a:pt x="464" y="415"/>
                    <a:pt x="479" y="438"/>
                    <a:pt x="504" y="462"/>
                  </a:cubicBezTo>
                  <a:cubicBezTo>
                    <a:pt x="515" y="452"/>
                    <a:pt x="515" y="452"/>
                    <a:pt x="515" y="452"/>
                  </a:cubicBezTo>
                  <a:cubicBezTo>
                    <a:pt x="504" y="462"/>
                    <a:pt x="504" y="462"/>
                    <a:pt x="504" y="462"/>
                  </a:cubicBezTo>
                  <a:cubicBezTo>
                    <a:pt x="514" y="473"/>
                    <a:pt x="519" y="481"/>
                    <a:pt x="523" y="492"/>
                  </a:cubicBezTo>
                  <a:cubicBezTo>
                    <a:pt x="526" y="503"/>
                    <a:pt x="527" y="515"/>
                    <a:pt x="527" y="533"/>
                  </a:cubicBezTo>
                  <a:cubicBezTo>
                    <a:pt x="527" y="543"/>
                    <a:pt x="527" y="556"/>
                    <a:pt x="526" y="5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2" name="Group 154">
            <a:extLst>
              <a:ext uri="{FF2B5EF4-FFF2-40B4-BE49-F238E27FC236}">
                <a16:creationId xmlns:a16="http://schemas.microsoft.com/office/drawing/2014/main" id="{611A9185-8B3E-30BD-E89C-711A0AA3C6A0}"/>
              </a:ext>
            </a:extLst>
          </p:cNvPr>
          <p:cNvGrpSpPr/>
          <p:nvPr/>
        </p:nvGrpSpPr>
        <p:grpSpPr>
          <a:xfrm>
            <a:off x="1197495" y="6227391"/>
            <a:ext cx="255588" cy="255587"/>
            <a:chOff x="41275" y="6542088"/>
            <a:chExt cx="255588" cy="255587"/>
          </a:xfrm>
          <a:solidFill>
            <a:schemeClr val="tx2"/>
          </a:solidFill>
        </p:grpSpPr>
        <p:sp>
          <p:nvSpPr>
            <p:cNvPr id="153" name="Freeform 126">
              <a:extLst>
                <a:ext uri="{FF2B5EF4-FFF2-40B4-BE49-F238E27FC236}">
                  <a16:creationId xmlns:a16="http://schemas.microsoft.com/office/drawing/2014/main" id="{65B54A01-5A11-99F9-0D64-647A4FB2207D}"/>
                </a:ext>
              </a:extLst>
            </p:cNvPr>
            <p:cNvSpPr>
              <a:spLocks noChangeArrowheads="1"/>
            </p:cNvSpPr>
            <p:nvPr/>
          </p:nvSpPr>
          <p:spPr bwMode="auto">
            <a:xfrm>
              <a:off x="41275" y="6542088"/>
              <a:ext cx="106363" cy="106362"/>
            </a:xfrm>
            <a:custGeom>
              <a:avLst/>
              <a:gdLst>
                <a:gd name="T0" fmla="*/ 280 w 296"/>
                <a:gd name="T1" fmla="*/ 0 h 295"/>
                <a:gd name="T2" fmla="*/ 280 w 296"/>
                <a:gd name="T3" fmla="*/ 0 h 295"/>
                <a:gd name="T4" fmla="*/ 15 w 296"/>
                <a:gd name="T5" fmla="*/ 0 h 295"/>
                <a:gd name="T6" fmla="*/ 10 w 296"/>
                <a:gd name="T7" fmla="*/ 1 h 295"/>
                <a:gd name="T8" fmla="*/ 4 w 296"/>
                <a:gd name="T9" fmla="*/ 4 h 295"/>
                <a:gd name="T10" fmla="*/ 1 w 296"/>
                <a:gd name="T11" fmla="*/ 9 h 295"/>
                <a:gd name="T12" fmla="*/ 0 w 296"/>
                <a:gd name="T13" fmla="*/ 15 h 295"/>
                <a:gd name="T14" fmla="*/ 0 w 296"/>
                <a:gd name="T15" fmla="*/ 15 h 295"/>
                <a:gd name="T16" fmla="*/ 0 w 296"/>
                <a:gd name="T17" fmla="*/ 280 h 295"/>
                <a:gd name="T18" fmla="*/ 15 w 296"/>
                <a:gd name="T19" fmla="*/ 294 h 295"/>
                <a:gd name="T20" fmla="*/ 30 w 296"/>
                <a:gd name="T21" fmla="*/ 280 h 295"/>
                <a:gd name="T22" fmla="*/ 30 w 296"/>
                <a:gd name="T23" fmla="*/ 49 h 295"/>
                <a:gd name="T24" fmla="*/ 240 w 296"/>
                <a:gd name="T25" fmla="*/ 261 h 295"/>
                <a:gd name="T26" fmla="*/ 261 w 296"/>
                <a:gd name="T27" fmla="*/ 261 h 295"/>
                <a:gd name="T28" fmla="*/ 261 w 296"/>
                <a:gd name="T29" fmla="*/ 240 h 295"/>
                <a:gd name="T30" fmla="*/ 51 w 296"/>
                <a:gd name="T31" fmla="*/ 29 h 295"/>
                <a:gd name="T32" fmla="*/ 280 w 296"/>
                <a:gd name="T33" fmla="*/ 29 h 295"/>
                <a:gd name="T34" fmla="*/ 295 w 296"/>
                <a:gd name="T35" fmla="*/ 15 h 295"/>
                <a:gd name="T36" fmla="*/ 280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0" y="0"/>
                  </a:moveTo>
                  <a:lnTo>
                    <a:pt x="280" y="0"/>
                  </a:lnTo>
                  <a:cubicBezTo>
                    <a:pt x="15" y="0"/>
                    <a:pt x="15" y="0"/>
                    <a:pt x="15" y="0"/>
                  </a:cubicBezTo>
                  <a:cubicBezTo>
                    <a:pt x="14" y="0"/>
                    <a:pt x="11" y="0"/>
                    <a:pt x="10" y="1"/>
                  </a:cubicBezTo>
                  <a:cubicBezTo>
                    <a:pt x="8" y="1"/>
                    <a:pt x="5" y="3"/>
                    <a:pt x="4" y="4"/>
                  </a:cubicBezTo>
                  <a:cubicBezTo>
                    <a:pt x="3" y="5"/>
                    <a:pt x="3" y="7"/>
                    <a:pt x="1" y="9"/>
                  </a:cubicBezTo>
                  <a:cubicBezTo>
                    <a:pt x="1" y="11"/>
                    <a:pt x="0" y="12"/>
                    <a:pt x="0" y="15"/>
                  </a:cubicBezTo>
                  <a:lnTo>
                    <a:pt x="0" y="15"/>
                  </a:lnTo>
                  <a:cubicBezTo>
                    <a:pt x="0" y="280"/>
                    <a:pt x="0" y="280"/>
                    <a:pt x="0" y="280"/>
                  </a:cubicBezTo>
                  <a:cubicBezTo>
                    <a:pt x="0" y="288"/>
                    <a:pt x="7" y="294"/>
                    <a:pt x="15" y="294"/>
                  </a:cubicBezTo>
                  <a:cubicBezTo>
                    <a:pt x="23" y="294"/>
                    <a:pt x="30" y="288"/>
                    <a:pt x="30" y="280"/>
                  </a:cubicBezTo>
                  <a:cubicBezTo>
                    <a:pt x="30" y="49"/>
                    <a:pt x="30" y="49"/>
                    <a:pt x="30" y="49"/>
                  </a:cubicBezTo>
                  <a:cubicBezTo>
                    <a:pt x="240" y="261"/>
                    <a:pt x="240" y="261"/>
                    <a:pt x="240" y="261"/>
                  </a:cubicBezTo>
                  <a:cubicBezTo>
                    <a:pt x="246" y="266"/>
                    <a:pt x="255" y="266"/>
                    <a:pt x="261" y="261"/>
                  </a:cubicBezTo>
                  <a:cubicBezTo>
                    <a:pt x="266" y="255"/>
                    <a:pt x="266" y="246"/>
                    <a:pt x="261" y="240"/>
                  </a:cubicBezTo>
                  <a:cubicBezTo>
                    <a:pt x="51" y="29"/>
                    <a:pt x="51" y="29"/>
                    <a:pt x="51" y="29"/>
                  </a:cubicBezTo>
                  <a:cubicBezTo>
                    <a:pt x="280" y="29"/>
                    <a:pt x="280" y="29"/>
                    <a:pt x="280" y="29"/>
                  </a:cubicBezTo>
                  <a:cubicBezTo>
                    <a:pt x="289" y="29"/>
                    <a:pt x="295" y="23"/>
                    <a:pt x="295" y="15"/>
                  </a:cubicBezTo>
                  <a:cubicBezTo>
                    <a:pt x="295" y="7"/>
                    <a:pt x="289"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4" name="Freeform 127">
              <a:extLst>
                <a:ext uri="{FF2B5EF4-FFF2-40B4-BE49-F238E27FC236}">
                  <a16:creationId xmlns:a16="http://schemas.microsoft.com/office/drawing/2014/main" id="{4C5120E5-3742-495F-4424-36AD6C1A4104}"/>
                </a:ext>
              </a:extLst>
            </p:cNvPr>
            <p:cNvSpPr>
              <a:spLocks noChangeArrowheads="1"/>
            </p:cNvSpPr>
            <p:nvPr/>
          </p:nvSpPr>
          <p:spPr bwMode="auto">
            <a:xfrm>
              <a:off x="190500" y="6691313"/>
              <a:ext cx="106363" cy="106362"/>
            </a:xfrm>
            <a:custGeom>
              <a:avLst/>
              <a:gdLst>
                <a:gd name="T0" fmla="*/ 280 w 295"/>
                <a:gd name="T1" fmla="*/ 0 h 295"/>
                <a:gd name="T2" fmla="*/ 280 w 295"/>
                <a:gd name="T3" fmla="*/ 0 h 295"/>
                <a:gd name="T4" fmla="*/ 265 w 295"/>
                <a:gd name="T5" fmla="*/ 14 h 295"/>
                <a:gd name="T6" fmla="*/ 265 w 295"/>
                <a:gd name="T7" fmla="*/ 244 h 295"/>
                <a:gd name="T8" fmla="*/ 54 w 295"/>
                <a:gd name="T9" fmla="*/ 33 h 295"/>
                <a:gd name="T10" fmla="*/ 33 w 295"/>
                <a:gd name="T11" fmla="*/ 33 h 295"/>
                <a:gd name="T12" fmla="*/ 33 w 295"/>
                <a:gd name="T13" fmla="*/ 54 h 295"/>
                <a:gd name="T14" fmla="*/ 244 w 295"/>
                <a:gd name="T15" fmla="*/ 265 h 295"/>
                <a:gd name="T16" fmla="*/ 15 w 295"/>
                <a:gd name="T17" fmla="*/ 265 h 295"/>
                <a:gd name="T18" fmla="*/ 0 w 295"/>
                <a:gd name="T19" fmla="*/ 279 h 295"/>
                <a:gd name="T20" fmla="*/ 15 w 295"/>
                <a:gd name="T21" fmla="*/ 294 h 295"/>
                <a:gd name="T22" fmla="*/ 280 w 295"/>
                <a:gd name="T23" fmla="*/ 294 h 295"/>
                <a:gd name="T24" fmla="*/ 286 w 295"/>
                <a:gd name="T25" fmla="*/ 293 h 295"/>
                <a:gd name="T26" fmla="*/ 290 w 295"/>
                <a:gd name="T27" fmla="*/ 290 h 295"/>
                <a:gd name="T28" fmla="*/ 293 w 295"/>
                <a:gd name="T29" fmla="*/ 284 h 295"/>
                <a:gd name="T30" fmla="*/ 294 w 295"/>
                <a:gd name="T31" fmla="*/ 279 h 295"/>
                <a:gd name="T32" fmla="*/ 294 w 295"/>
                <a:gd name="T33" fmla="*/ 279 h 295"/>
                <a:gd name="T34" fmla="*/ 294 w 295"/>
                <a:gd name="T35" fmla="*/ 14 h 295"/>
                <a:gd name="T36" fmla="*/ 280 w 295"/>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5" h="295">
                  <a:moveTo>
                    <a:pt x="280" y="0"/>
                  </a:moveTo>
                  <a:lnTo>
                    <a:pt x="280" y="0"/>
                  </a:lnTo>
                  <a:cubicBezTo>
                    <a:pt x="272" y="0"/>
                    <a:pt x="265" y="7"/>
                    <a:pt x="265" y="14"/>
                  </a:cubicBezTo>
                  <a:cubicBezTo>
                    <a:pt x="265" y="244"/>
                    <a:pt x="265" y="244"/>
                    <a:pt x="265" y="244"/>
                  </a:cubicBezTo>
                  <a:cubicBezTo>
                    <a:pt x="54" y="33"/>
                    <a:pt x="54" y="33"/>
                    <a:pt x="54" y="33"/>
                  </a:cubicBezTo>
                  <a:cubicBezTo>
                    <a:pt x="48" y="27"/>
                    <a:pt x="40" y="27"/>
                    <a:pt x="33" y="33"/>
                  </a:cubicBezTo>
                  <a:cubicBezTo>
                    <a:pt x="28" y="38"/>
                    <a:pt x="28" y="48"/>
                    <a:pt x="33" y="54"/>
                  </a:cubicBezTo>
                  <a:cubicBezTo>
                    <a:pt x="244" y="265"/>
                    <a:pt x="244" y="265"/>
                    <a:pt x="244" y="265"/>
                  </a:cubicBezTo>
                  <a:cubicBezTo>
                    <a:pt x="15" y="265"/>
                    <a:pt x="15" y="265"/>
                    <a:pt x="15" y="265"/>
                  </a:cubicBezTo>
                  <a:cubicBezTo>
                    <a:pt x="7" y="265"/>
                    <a:pt x="0" y="272"/>
                    <a:pt x="0" y="279"/>
                  </a:cubicBezTo>
                  <a:cubicBezTo>
                    <a:pt x="0" y="287"/>
                    <a:pt x="7" y="294"/>
                    <a:pt x="15" y="294"/>
                  </a:cubicBezTo>
                  <a:cubicBezTo>
                    <a:pt x="280" y="294"/>
                    <a:pt x="280" y="294"/>
                    <a:pt x="280" y="294"/>
                  </a:cubicBezTo>
                  <a:cubicBezTo>
                    <a:pt x="282" y="294"/>
                    <a:pt x="283" y="294"/>
                    <a:pt x="286" y="293"/>
                  </a:cubicBezTo>
                  <a:cubicBezTo>
                    <a:pt x="287" y="293"/>
                    <a:pt x="289" y="291"/>
                    <a:pt x="290" y="290"/>
                  </a:cubicBezTo>
                  <a:cubicBezTo>
                    <a:pt x="291" y="288"/>
                    <a:pt x="293" y="287"/>
                    <a:pt x="293" y="284"/>
                  </a:cubicBezTo>
                  <a:cubicBezTo>
                    <a:pt x="294" y="283"/>
                    <a:pt x="294" y="281"/>
                    <a:pt x="294" y="279"/>
                  </a:cubicBezTo>
                  <a:lnTo>
                    <a:pt x="294" y="279"/>
                  </a:lnTo>
                  <a:cubicBezTo>
                    <a:pt x="294" y="14"/>
                    <a:pt x="294" y="14"/>
                    <a:pt x="294" y="14"/>
                  </a:cubicBezTo>
                  <a:cubicBezTo>
                    <a:pt x="294" y="7"/>
                    <a:pt x="287"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5" name="Freeform 128">
              <a:extLst>
                <a:ext uri="{FF2B5EF4-FFF2-40B4-BE49-F238E27FC236}">
                  <a16:creationId xmlns:a16="http://schemas.microsoft.com/office/drawing/2014/main" id="{D75F6EF7-7C0C-39D8-244E-5B9158C5E277}"/>
                </a:ext>
              </a:extLst>
            </p:cNvPr>
            <p:cNvSpPr>
              <a:spLocks noChangeArrowheads="1"/>
            </p:cNvSpPr>
            <p:nvPr/>
          </p:nvSpPr>
          <p:spPr bwMode="auto">
            <a:xfrm>
              <a:off x="190500" y="6564313"/>
              <a:ext cx="85725" cy="85725"/>
            </a:xfrm>
            <a:custGeom>
              <a:avLst/>
              <a:gdLst>
                <a:gd name="T0" fmla="*/ 221 w 237"/>
                <a:gd name="T1" fmla="*/ 235 h 236"/>
                <a:gd name="T2" fmla="*/ 221 w 237"/>
                <a:gd name="T3" fmla="*/ 235 h 236"/>
                <a:gd name="T4" fmla="*/ 236 w 237"/>
                <a:gd name="T5" fmla="*/ 221 h 236"/>
                <a:gd name="T6" fmla="*/ 236 w 237"/>
                <a:gd name="T7" fmla="*/ 14 h 236"/>
                <a:gd name="T8" fmla="*/ 231 w 237"/>
                <a:gd name="T9" fmla="*/ 4 h 236"/>
                <a:gd name="T10" fmla="*/ 221 w 237"/>
                <a:gd name="T11" fmla="*/ 0 h 236"/>
                <a:gd name="T12" fmla="*/ 15 w 237"/>
                <a:gd name="T13" fmla="*/ 0 h 236"/>
                <a:gd name="T14" fmla="*/ 0 w 237"/>
                <a:gd name="T15" fmla="*/ 14 h 236"/>
                <a:gd name="T16" fmla="*/ 15 w 237"/>
                <a:gd name="T17" fmla="*/ 29 h 236"/>
                <a:gd name="T18" fmla="*/ 15 w 237"/>
                <a:gd name="T19" fmla="*/ 29 h 236"/>
                <a:gd name="T20" fmla="*/ 206 w 237"/>
                <a:gd name="T21" fmla="*/ 29 h 236"/>
                <a:gd name="T22" fmla="*/ 206 w 237"/>
                <a:gd name="T23" fmla="*/ 221 h 236"/>
                <a:gd name="T24" fmla="*/ 221 w 237"/>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35"/>
                  </a:moveTo>
                  <a:lnTo>
                    <a:pt x="221" y="235"/>
                  </a:lnTo>
                  <a:cubicBezTo>
                    <a:pt x="229" y="235"/>
                    <a:pt x="236" y="229"/>
                    <a:pt x="236" y="221"/>
                  </a:cubicBezTo>
                  <a:cubicBezTo>
                    <a:pt x="236" y="14"/>
                    <a:pt x="236" y="14"/>
                    <a:pt x="236" y="14"/>
                  </a:cubicBezTo>
                  <a:cubicBezTo>
                    <a:pt x="236" y="11"/>
                    <a:pt x="233" y="7"/>
                    <a:pt x="231" y="4"/>
                  </a:cubicBezTo>
                  <a:cubicBezTo>
                    <a:pt x="228" y="2"/>
                    <a:pt x="225" y="0"/>
                    <a:pt x="221" y="0"/>
                  </a:cubicBezTo>
                  <a:cubicBezTo>
                    <a:pt x="15" y="0"/>
                    <a:pt x="15" y="0"/>
                    <a:pt x="15" y="0"/>
                  </a:cubicBezTo>
                  <a:cubicBezTo>
                    <a:pt x="7" y="0"/>
                    <a:pt x="0" y="7"/>
                    <a:pt x="0" y="14"/>
                  </a:cubicBezTo>
                  <a:cubicBezTo>
                    <a:pt x="0" y="22"/>
                    <a:pt x="7" y="29"/>
                    <a:pt x="15" y="29"/>
                  </a:cubicBezTo>
                  <a:lnTo>
                    <a:pt x="15"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6" name="Freeform 129">
              <a:extLst>
                <a:ext uri="{FF2B5EF4-FFF2-40B4-BE49-F238E27FC236}">
                  <a16:creationId xmlns:a16="http://schemas.microsoft.com/office/drawing/2014/main" id="{5EF01B56-30AE-D4E4-E839-BE3D0CC151D6}"/>
                </a:ext>
              </a:extLst>
            </p:cNvPr>
            <p:cNvSpPr>
              <a:spLocks noChangeArrowheads="1"/>
            </p:cNvSpPr>
            <p:nvPr/>
          </p:nvSpPr>
          <p:spPr bwMode="auto">
            <a:xfrm>
              <a:off x="61913"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2" y="228"/>
                    <a:pt x="4" y="230"/>
                  </a:cubicBezTo>
                  <a:cubicBezTo>
                    <a:pt x="7" y="233"/>
                    <a:pt x="11" y="235"/>
                    <a:pt x="15" y="235"/>
                  </a:cubicBezTo>
                  <a:cubicBezTo>
                    <a:pt x="221" y="235"/>
                    <a:pt x="221" y="235"/>
                    <a:pt x="221" y="235"/>
                  </a:cubicBezTo>
                  <a:cubicBezTo>
                    <a:pt x="230" y="235"/>
                    <a:pt x="236" y="229"/>
                    <a:pt x="236" y="221"/>
                  </a:cubicBezTo>
                  <a:cubicBezTo>
                    <a:pt x="236" y="212"/>
                    <a:pt x="230"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7" name="Group 159">
            <a:extLst>
              <a:ext uri="{FF2B5EF4-FFF2-40B4-BE49-F238E27FC236}">
                <a16:creationId xmlns:a16="http://schemas.microsoft.com/office/drawing/2014/main" id="{61D30B6A-011F-40F2-3AFE-056AE161DCA6}"/>
              </a:ext>
            </a:extLst>
          </p:cNvPr>
          <p:cNvGrpSpPr/>
          <p:nvPr/>
        </p:nvGrpSpPr>
        <p:grpSpPr>
          <a:xfrm>
            <a:off x="3234258" y="6227391"/>
            <a:ext cx="254000" cy="255587"/>
            <a:chOff x="2078038" y="6542088"/>
            <a:chExt cx="254000" cy="255587"/>
          </a:xfrm>
          <a:solidFill>
            <a:schemeClr val="tx2"/>
          </a:solidFill>
        </p:grpSpPr>
        <p:sp>
          <p:nvSpPr>
            <p:cNvPr id="158" name="Freeform 130">
              <a:extLst>
                <a:ext uri="{FF2B5EF4-FFF2-40B4-BE49-F238E27FC236}">
                  <a16:creationId xmlns:a16="http://schemas.microsoft.com/office/drawing/2014/main" id="{60D5693D-2295-7096-A785-F6902F6D1466}"/>
                </a:ext>
              </a:extLst>
            </p:cNvPr>
            <p:cNvSpPr>
              <a:spLocks noChangeArrowheads="1"/>
            </p:cNvSpPr>
            <p:nvPr/>
          </p:nvSpPr>
          <p:spPr bwMode="auto">
            <a:xfrm>
              <a:off x="2225675" y="6564313"/>
              <a:ext cx="85725" cy="85725"/>
            </a:xfrm>
            <a:custGeom>
              <a:avLst/>
              <a:gdLst>
                <a:gd name="T0" fmla="*/ 221 w 238"/>
                <a:gd name="T1" fmla="*/ 235 h 236"/>
                <a:gd name="T2" fmla="*/ 221 w 238"/>
                <a:gd name="T3" fmla="*/ 235 h 236"/>
                <a:gd name="T4" fmla="*/ 237 w 238"/>
                <a:gd name="T5" fmla="*/ 221 h 236"/>
                <a:gd name="T6" fmla="*/ 237 w 238"/>
                <a:gd name="T7" fmla="*/ 14 h 236"/>
                <a:gd name="T8" fmla="*/ 231 w 238"/>
                <a:gd name="T9" fmla="*/ 4 h 236"/>
                <a:gd name="T10" fmla="*/ 221 w 238"/>
                <a:gd name="T11" fmla="*/ 0 h 236"/>
                <a:gd name="T12" fmla="*/ 16 w 238"/>
                <a:gd name="T13" fmla="*/ 0 h 236"/>
                <a:gd name="T14" fmla="*/ 0 w 238"/>
                <a:gd name="T15" fmla="*/ 14 h 236"/>
                <a:gd name="T16" fmla="*/ 16 w 238"/>
                <a:gd name="T17" fmla="*/ 29 h 236"/>
                <a:gd name="T18" fmla="*/ 16 w 238"/>
                <a:gd name="T19" fmla="*/ 29 h 236"/>
                <a:gd name="T20" fmla="*/ 206 w 238"/>
                <a:gd name="T21" fmla="*/ 29 h 236"/>
                <a:gd name="T22" fmla="*/ 206 w 238"/>
                <a:gd name="T23" fmla="*/ 221 h 236"/>
                <a:gd name="T24" fmla="*/ 221 w 238"/>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8" h="236">
                  <a:moveTo>
                    <a:pt x="221" y="235"/>
                  </a:moveTo>
                  <a:lnTo>
                    <a:pt x="221" y="235"/>
                  </a:lnTo>
                  <a:cubicBezTo>
                    <a:pt x="230" y="235"/>
                    <a:pt x="237" y="229"/>
                    <a:pt x="237" y="221"/>
                  </a:cubicBezTo>
                  <a:cubicBezTo>
                    <a:pt x="237" y="14"/>
                    <a:pt x="237" y="14"/>
                    <a:pt x="237" y="14"/>
                  </a:cubicBezTo>
                  <a:cubicBezTo>
                    <a:pt x="237" y="11"/>
                    <a:pt x="234" y="7"/>
                    <a:pt x="231" y="4"/>
                  </a:cubicBezTo>
                  <a:cubicBezTo>
                    <a:pt x="228" y="2"/>
                    <a:pt x="225" y="0"/>
                    <a:pt x="221" y="0"/>
                  </a:cubicBezTo>
                  <a:cubicBezTo>
                    <a:pt x="16" y="0"/>
                    <a:pt x="16" y="0"/>
                    <a:pt x="16" y="0"/>
                  </a:cubicBezTo>
                  <a:cubicBezTo>
                    <a:pt x="7" y="0"/>
                    <a:pt x="0" y="7"/>
                    <a:pt x="0" y="14"/>
                  </a:cubicBezTo>
                  <a:cubicBezTo>
                    <a:pt x="0" y="22"/>
                    <a:pt x="7" y="29"/>
                    <a:pt x="16" y="29"/>
                  </a:cubicBezTo>
                  <a:lnTo>
                    <a:pt x="16"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9" name="Freeform 131">
              <a:extLst>
                <a:ext uri="{FF2B5EF4-FFF2-40B4-BE49-F238E27FC236}">
                  <a16:creationId xmlns:a16="http://schemas.microsoft.com/office/drawing/2014/main" id="{08092A08-FCF4-D78B-AE55-C814CD828B50}"/>
                </a:ext>
              </a:extLst>
            </p:cNvPr>
            <p:cNvSpPr>
              <a:spLocks noChangeArrowheads="1"/>
            </p:cNvSpPr>
            <p:nvPr/>
          </p:nvSpPr>
          <p:spPr bwMode="auto">
            <a:xfrm>
              <a:off x="2098675"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1" y="228"/>
                    <a:pt x="4" y="230"/>
                  </a:cubicBezTo>
                  <a:cubicBezTo>
                    <a:pt x="7" y="233"/>
                    <a:pt x="11" y="235"/>
                    <a:pt x="15" y="235"/>
                  </a:cubicBezTo>
                  <a:cubicBezTo>
                    <a:pt x="221" y="235"/>
                    <a:pt x="221" y="235"/>
                    <a:pt x="221" y="235"/>
                  </a:cubicBezTo>
                  <a:cubicBezTo>
                    <a:pt x="229" y="235"/>
                    <a:pt x="236" y="229"/>
                    <a:pt x="236" y="221"/>
                  </a:cubicBezTo>
                  <a:cubicBezTo>
                    <a:pt x="236" y="212"/>
                    <a:pt x="229"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0" name="Freeform 132">
              <a:extLst>
                <a:ext uri="{FF2B5EF4-FFF2-40B4-BE49-F238E27FC236}">
                  <a16:creationId xmlns:a16="http://schemas.microsoft.com/office/drawing/2014/main" id="{873D1D3B-C2FA-3444-C203-AA0F6D4CCBF3}"/>
                </a:ext>
              </a:extLst>
            </p:cNvPr>
            <p:cNvSpPr>
              <a:spLocks noChangeArrowheads="1"/>
            </p:cNvSpPr>
            <p:nvPr/>
          </p:nvSpPr>
          <p:spPr bwMode="auto">
            <a:xfrm>
              <a:off x="2078038" y="6542088"/>
              <a:ext cx="106362" cy="106362"/>
            </a:xfrm>
            <a:custGeom>
              <a:avLst/>
              <a:gdLst>
                <a:gd name="T0" fmla="*/ 281 w 297"/>
                <a:gd name="T1" fmla="*/ 0 h 295"/>
                <a:gd name="T2" fmla="*/ 281 w 297"/>
                <a:gd name="T3" fmla="*/ 0 h 295"/>
                <a:gd name="T4" fmla="*/ 266 w 297"/>
                <a:gd name="T5" fmla="*/ 15 h 295"/>
                <a:gd name="T6" fmla="*/ 266 w 297"/>
                <a:gd name="T7" fmla="*/ 244 h 295"/>
                <a:gd name="T8" fmla="*/ 56 w 297"/>
                <a:gd name="T9" fmla="*/ 34 h 295"/>
                <a:gd name="T10" fmla="*/ 35 w 297"/>
                <a:gd name="T11" fmla="*/ 34 h 295"/>
                <a:gd name="T12" fmla="*/ 35 w 297"/>
                <a:gd name="T13" fmla="*/ 55 h 295"/>
                <a:gd name="T14" fmla="*/ 245 w 297"/>
                <a:gd name="T15" fmla="*/ 265 h 295"/>
                <a:gd name="T16" fmla="*/ 16 w 297"/>
                <a:gd name="T17" fmla="*/ 265 h 295"/>
                <a:gd name="T18" fmla="*/ 0 w 297"/>
                <a:gd name="T19" fmla="*/ 280 h 295"/>
                <a:gd name="T20" fmla="*/ 16 w 297"/>
                <a:gd name="T21" fmla="*/ 294 h 295"/>
                <a:gd name="T22" fmla="*/ 281 w 297"/>
                <a:gd name="T23" fmla="*/ 294 h 295"/>
                <a:gd name="T24" fmla="*/ 286 w 297"/>
                <a:gd name="T25" fmla="*/ 294 h 295"/>
                <a:gd name="T26" fmla="*/ 290 w 297"/>
                <a:gd name="T27" fmla="*/ 290 h 295"/>
                <a:gd name="T28" fmla="*/ 295 w 297"/>
                <a:gd name="T29" fmla="*/ 286 h 295"/>
                <a:gd name="T30" fmla="*/ 296 w 297"/>
                <a:gd name="T31" fmla="*/ 280 h 295"/>
                <a:gd name="T32" fmla="*/ 296 w 297"/>
                <a:gd name="T33" fmla="*/ 280 h 295"/>
                <a:gd name="T34" fmla="*/ 296 w 297"/>
                <a:gd name="T35" fmla="*/ 15 h 295"/>
                <a:gd name="T36" fmla="*/ 281 w 297"/>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7" h="295">
                  <a:moveTo>
                    <a:pt x="281" y="0"/>
                  </a:moveTo>
                  <a:lnTo>
                    <a:pt x="281" y="0"/>
                  </a:lnTo>
                  <a:cubicBezTo>
                    <a:pt x="272" y="0"/>
                    <a:pt x="266" y="7"/>
                    <a:pt x="266" y="15"/>
                  </a:cubicBezTo>
                  <a:cubicBezTo>
                    <a:pt x="266" y="244"/>
                    <a:pt x="266" y="244"/>
                    <a:pt x="266" y="244"/>
                  </a:cubicBezTo>
                  <a:cubicBezTo>
                    <a:pt x="56" y="34"/>
                    <a:pt x="56" y="34"/>
                    <a:pt x="56" y="34"/>
                  </a:cubicBezTo>
                  <a:cubicBezTo>
                    <a:pt x="50" y="27"/>
                    <a:pt x="40" y="27"/>
                    <a:pt x="35" y="34"/>
                  </a:cubicBezTo>
                  <a:cubicBezTo>
                    <a:pt x="29" y="40"/>
                    <a:pt x="29" y="48"/>
                    <a:pt x="35" y="55"/>
                  </a:cubicBezTo>
                  <a:cubicBezTo>
                    <a:pt x="245" y="265"/>
                    <a:pt x="245" y="265"/>
                    <a:pt x="245" y="265"/>
                  </a:cubicBezTo>
                  <a:cubicBezTo>
                    <a:pt x="16" y="265"/>
                    <a:pt x="16" y="265"/>
                    <a:pt x="16" y="265"/>
                  </a:cubicBezTo>
                  <a:cubicBezTo>
                    <a:pt x="7" y="265"/>
                    <a:pt x="0" y="272"/>
                    <a:pt x="0" y="280"/>
                  </a:cubicBezTo>
                  <a:cubicBezTo>
                    <a:pt x="0" y="288"/>
                    <a:pt x="7" y="294"/>
                    <a:pt x="16" y="294"/>
                  </a:cubicBezTo>
                  <a:cubicBezTo>
                    <a:pt x="281" y="294"/>
                    <a:pt x="281" y="294"/>
                    <a:pt x="281" y="294"/>
                  </a:cubicBezTo>
                  <a:cubicBezTo>
                    <a:pt x="282" y="294"/>
                    <a:pt x="285" y="294"/>
                    <a:pt x="286" y="294"/>
                  </a:cubicBezTo>
                  <a:cubicBezTo>
                    <a:pt x="288" y="293"/>
                    <a:pt x="289" y="291"/>
                    <a:pt x="290" y="290"/>
                  </a:cubicBezTo>
                  <a:cubicBezTo>
                    <a:pt x="292" y="288"/>
                    <a:pt x="293" y="287"/>
                    <a:pt x="295" y="286"/>
                  </a:cubicBezTo>
                  <a:cubicBezTo>
                    <a:pt x="295" y="284"/>
                    <a:pt x="296" y="282"/>
                    <a:pt x="296" y="280"/>
                  </a:cubicBezTo>
                  <a:lnTo>
                    <a:pt x="296" y="280"/>
                  </a:lnTo>
                  <a:cubicBezTo>
                    <a:pt x="296" y="15"/>
                    <a:pt x="296" y="15"/>
                    <a:pt x="296" y="15"/>
                  </a:cubicBezTo>
                  <a:cubicBezTo>
                    <a:pt x="296" y="7"/>
                    <a:pt x="289"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1" name="Freeform 133">
              <a:extLst>
                <a:ext uri="{FF2B5EF4-FFF2-40B4-BE49-F238E27FC236}">
                  <a16:creationId xmlns:a16="http://schemas.microsoft.com/office/drawing/2014/main" id="{50085614-FF85-A186-5C9F-27A9767EBB08}"/>
                </a:ext>
              </a:extLst>
            </p:cNvPr>
            <p:cNvSpPr>
              <a:spLocks noChangeArrowheads="1"/>
            </p:cNvSpPr>
            <p:nvPr/>
          </p:nvSpPr>
          <p:spPr bwMode="auto">
            <a:xfrm>
              <a:off x="2225675" y="6691313"/>
              <a:ext cx="106363" cy="106362"/>
            </a:xfrm>
            <a:custGeom>
              <a:avLst/>
              <a:gdLst>
                <a:gd name="T0" fmla="*/ 281 w 296"/>
                <a:gd name="T1" fmla="*/ 0 h 295"/>
                <a:gd name="T2" fmla="*/ 281 w 296"/>
                <a:gd name="T3" fmla="*/ 0 h 295"/>
                <a:gd name="T4" fmla="*/ 16 w 296"/>
                <a:gd name="T5" fmla="*/ 0 h 295"/>
                <a:gd name="T6" fmla="*/ 10 w 296"/>
                <a:gd name="T7" fmla="*/ 1 h 295"/>
                <a:gd name="T8" fmla="*/ 4 w 296"/>
                <a:gd name="T9" fmla="*/ 4 h 295"/>
                <a:gd name="T10" fmla="*/ 2 w 296"/>
                <a:gd name="T11" fmla="*/ 8 h 295"/>
                <a:gd name="T12" fmla="*/ 0 w 296"/>
                <a:gd name="T13" fmla="*/ 14 h 295"/>
                <a:gd name="T14" fmla="*/ 0 w 296"/>
                <a:gd name="T15" fmla="*/ 14 h 295"/>
                <a:gd name="T16" fmla="*/ 0 w 296"/>
                <a:gd name="T17" fmla="*/ 279 h 295"/>
                <a:gd name="T18" fmla="*/ 16 w 296"/>
                <a:gd name="T19" fmla="*/ 294 h 295"/>
                <a:gd name="T20" fmla="*/ 29 w 296"/>
                <a:gd name="T21" fmla="*/ 279 h 295"/>
                <a:gd name="T22" fmla="*/ 29 w 296"/>
                <a:gd name="T23" fmla="*/ 49 h 295"/>
                <a:gd name="T24" fmla="*/ 241 w 296"/>
                <a:gd name="T25" fmla="*/ 261 h 295"/>
                <a:gd name="T26" fmla="*/ 261 w 296"/>
                <a:gd name="T27" fmla="*/ 261 h 295"/>
                <a:gd name="T28" fmla="*/ 261 w 296"/>
                <a:gd name="T29" fmla="*/ 240 h 295"/>
                <a:gd name="T30" fmla="*/ 50 w 296"/>
                <a:gd name="T31" fmla="*/ 29 h 295"/>
                <a:gd name="T32" fmla="*/ 281 w 296"/>
                <a:gd name="T33" fmla="*/ 29 h 295"/>
                <a:gd name="T34" fmla="*/ 295 w 296"/>
                <a:gd name="T35" fmla="*/ 14 h 295"/>
                <a:gd name="T36" fmla="*/ 281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1" y="0"/>
                  </a:moveTo>
                  <a:lnTo>
                    <a:pt x="281" y="0"/>
                  </a:lnTo>
                  <a:cubicBezTo>
                    <a:pt x="16" y="0"/>
                    <a:pt x="16" y="0"/>
                    <a:pt x="16" y="0"/>
                  </a:cubicBezTo>
                  <a:cubicBezTo>
                    <a:pt x="13" y="0"/>
                    <a:pt x="11" y="0"/>
                    <a:pt x="10" y="1"/>
                  </a:cubicBezTo>
                  <a:cubicBezTo>
                    <a:pt x="7" y="1"/>
                    <a:pt x="6" y="3"/>
                    <a:pt x="4" y="4"/>
                  </a:cubicBezTo>
                  <a:cubicBezTo>
                    <a:pt x="3" y="5"/>
                    <a:pt x="2" y="7"/>
                    <a:pt x="2" y="8"/>
                  </a:cubicBezTo>
                  <a:cubicBezTo>
                    <a:pt x="0" y="11"/>
                    <a:pt x="0" y="12"/>
                    <a:pt x="0" y="14"/>
                  </a:cubicBezTo>
                  <a:lnTo>
                    <a:pt x="0" y="14"/>
                  </a:lnTo>
                  <a:cubicBezTo>
                    <a:pt x="0" y="279"/>
                    <a:pt x="0" y="279"/>
                    <a:pt x="0" y="279"/>
                  </a:cubicBezTo>
                  <a:cubicBezTo>
                    <a:pt x="0" y="287"/>
                    <a:pt x="7" y="294"/>
                    <a:pt x="16" y="294"/>
                  </a:cubicBezTo>
                  <a:cubicBezTo>
                    <a:pt x="22" y="294"/>
                    <a:pt x="29" y="287"/>
                    <a:pt x="29" y="279"/>
                  </a:cubicBezTo>
                  <a:cubicBezTo>
                    <a:pt x="29" y="49"/>
                    <a:pt x="29" y="49"/>
                    <a:pt x="29" y="49"/>
                  </a:cubicBezTo>
                  <a:cubicBezTo>
                    <a:pt x="241" y="261"/>
                    <a:pt x="241" y="261"/>
                    <a:pt x="241" y="261"/>
                  </a:cubicBezTo>
                  <a:cubicBezTo>
                    <a:pt x="246" y="266"/>
                    <a:pt x="256" y="266"/>
                    <a:pt x="261" y="261"/>
                  </a:cubicBezTo>
                  <a:cubicBezTo>
                    <a:pt x="267" y="254"/>
                    <a:pt x="267" y="246"/>
                    <a:pt x="261" y="240"/>
                  </a:cubicBezTo>
                  <a:cubicBezTo>
                    <a:pt x="50" y="29"/>
                    <a:pt x="50" y="29"/>
                    <a:pt x="50" y="29"/>
                  </a:cubicBezTo>
                  <a:cubicBezTo>
                    <a:pt x="281" y="29"/>
                    <a:pt x="281" y="29"/>
                    <a:pt x="281" y="29"/>
                  </a:cubicBezTo>
                  <a:cubicBezTo>
                    <a:pt x="288" y="29"/>
                    <a:pt x="295" y="22"/>
                    <a:pt x="295" y="14"/>
                  </a:cubicBezTo>
                  <a:cubicBezTo>
                    <a:pt x="295" y="7"/>
                    <a:pt x="288"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2" name="Group 164">
            <a:extLst>
              <a:ext uri="{FF2B5EF4-FFF2-40B4-BE49-F238E27FC236}">
                <a16:creationId xmlns:a16="http://schemas.microsoft.com/office/drawing/2014/main" id="{4946BFB8-0700-C1E3-7C5E-5AC3C46F156B}"/>
              </a:ext>
            </a:extLst>
          </p:cNvPr>
          <p:cNvGrpSpPr/>
          <p:nvPr/>
        </p:nvGrpSpPr>
        <p:grpSpPr>
          <a:xfrm>
            <a:off x="1707083" y="5198690"/>
            <a:ext cx="255587" cy="255588"/>
            <a:chOff x="550863" y="5524500"/>
            <a:chExt cx="255587" cy="255588"/>
          </a:xfrm>
          <a:solidFill>
            <a:schemeClr val="tx2"/>
          </a:solidFill>
        </p:grpSpPr>
        <p:sp>
          <p:nvSpPr>
            <p:cNvPr id="163" name="Freeform 134">
              <a:extLst>
                <a:ext uri="{FF2B5EF4-FFF2-40B4-BE49-F238E27FC236}">
                  <a16:creationId xmlns:a16="http://schemas.microsoft.com/office/drawing/2014/main" id="{BB4EA71D-E4AC-EAEA-D5E5-499B0FCAA770}"/>
                </a:ext>
              </a:extLst>
            </p:cNvPr>
            <p:cNvSpPr>
              <a:spLocks noChangeArrowheads="1"/>
            </p:cNvSpPr>
            <p:nvPr/>
          </p:nvSpPr>
          <p:spPr bwMode="auto">
            <a:xfrm>
              <a:off x="550863" y="5524500"/>
              <a:ext cx="255587" cy="255588"/>
            </a:xfrm>
            <a:custGeom>
              <a:avLst/>
              <a:gdLst>
                <a:gd name="T0" fmla="*/ 0 w 708"/>
                <a:gd name="T1" fmla="*/ 354 h 708"/>
                <a:gd name="T2" fmla="*/ 0 w 708"/>
                <a:gd name="T3" fmla="*/ 354 h 708"/>
                <a:gd name="T4" fmla="*/ 354 w 708"/>
                <a:gd name="T5" fmla="*/ 707 h 708"/>
                <a:gd name="T6" fmla="*/ 707 w 708"/>
                <a:gd name="T7" fmla="*/ 354 h 708"/>
                <a:gd name="T8" fmla="*/ 354 w 708"/>
                <a:gd name="T9" fmla="*/ 0 h 708"/>
                <a:gd name="T10" fmla="*/ 0 w 708"/>
                <a:gd name="T11" fmla="*/ 354 h 708"/>
                <a:gd name="T12" fmla="*/ 354 w 708"/>
                <a:gd name="T13" fmla="*/ 29 h 708"/>
                <a:gd name="T14" fmla="*/ 354 w 708"/>
                <a:gd name="T15" fmla="*/ 29 h 708"/>
                <a:gd name="T16" fmla="*/ 583 w 708"/>
                <a:gd name="T17" fmla="*/ 124 h 708"/>
                <a:gd name="T18" fmla="*/ 678 w 708"/>
                <a:gd name="T19" fmla="*/ 354 h 708"/>
                <a:gd name="T20" fmla="*/ 583 w 708"/>
                <a:gd name="T21" fmla="*/ 583 h 708"/>
                <a:gd name="T22" fmla="*/ 354 w 708"/>
                <a:gd name="T23" fmla="*/ 678 h 708"/>
                <a:gd name="T24" fmla="*/ 125 w 708"/>
                <a:gd name="T25" fmla="*/ 583 h 708"/>
                <a:gd name="T26" fmla="*/ 31 w 708"/>
                <a:gd name="T27" fmla="*/ 354 h 708"/>
                <a:gd name="T28" fmla="*/ 125 w 708"/>
                <a:gd name="T29" fmla="*/ 124 h 708"/>
                <a:gd name="T30" fmla="*/ 354 w 708"/>
                <a:gd name="T31" fmla="*/ 2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8">
                  <a:moveTo>
                    <a:pt x="0" y="354"/>
                  </a:moveTo>
                  <a:lnTo>
                    <a:pt x="0" y="354"/>
                  </a:lnTo>
                  <a:cubicBezTo>
                    <a:pt x="0" y="548"/>
                    <a:pt x="159" y="707"/>
                    <a:pt x="354" y="707"/>
                  </a:cubicBezTo>
                  <a:cubicBezTo>
                    <a:pt x="550" y="707"/>
                    <a:pt x="707" y="548"/>
                    <a:pt x="707" y="354"/>
                  </a:cubicBezTo>
                  <a:cubicBezTo>
                    <a:pt x="707" y="159"/>
                    <a:pt x="550" y="0"/>
                    <a:pt x="354" y="0"/>
                  </a:cubicBezTo>
                  <a:cubicBezTo>
                    <a:pt x="159" y="0"/>
                    <a:pt x="0" y="159"/>
                    <a:pt x="0" y="354"/>
                  </a:cubicBezTo>
                  <a:close/>
                  <a:moveTo>
                    <a:pt x="354" y="29"/>
                  </a:moveTo>
                  <a:lnTo>
                    <a:pt x="354" y="29"/>
                  </a:lnTo>
                  <a:cubicBezTo>
                    <a:pt x="444" y="29"/>
                    <a:pt x="525" y="66"/>
                    <a:pt x="583" y="124"/>
                  </a:cubicBezTo>
                  <a:cubicBezTo>
                    <a:pt x="643" y="184"/>
                    <a:pt x="678" y="264"/>
                    <a:pt x="678" y="354"/>
                  </a:cubicBezTo>
                  <a:cubicBezTo>
                    <a:pt x="678" y="444"/>
                    <a:pt x="643" y="525"/>
                    <a:pt x="583" y="583"/>
                  </a:cubicBezTo>
                  <a:cubicBezTo>
                    <a:pt x="525" y="641"/>
                    <a:pt x="444" y="678"/>
                    <a:pt x="354" y="678"/>
                  </a:cubicBezTo>
                  <a:cubicBezTo>
                    <a:pt x="264" y="678"/>
                    <a:pt x="184" y="641"/>
                    <a:pt x="125" y="583"/>
                  </a:cubicBezTo>
                  <a:cubicBezTo>
                    <a:pt x="67" y="525"/>
                    <a:pt x="31" y="444"/>
                    <a:pt x="31" y="354"/>
                  </a:cubicBezTo>
                  <a:cubicBezTo>
                    <a:pt x="31" y="264"/>
                    <a:pt x="67" y="184"/>
                    <a:pt x="125" y="124"/>
                  </a:cubicBezTo>
                  <a:cubicBezTo>
                    <a:pt x="184" y="66"/>
                    <a:pt x="264" y="29"/>
                    <a:pt x="35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4" name="Freeform 135">
              <a:extLst>
                <a:ext uri="{FF2B5EF4-FFF2-40B4-BE49-F238E27FC236}">
                  <a16:creationId xmlns:a16="http://schemas.microsoft.com/office/drawing/2014/main" id="{C391FB54-8ACC-CA45-3F0B-C04EF9ADA753}"/>
                </a:ext>
              </a:extLst>
            </p:cNvPr>
            <p:cNvSpPr>
              <a:spLocks noChangeArrowheads="1"/>
            </p:cNvSpPr>
            <p:nvPr/>
          </p:nvSpPr>
          <p:spPr bwMode="auto">
            <a:xfrm>
              <a:off x="635000" y="5581650"/>
              <a:ext cx="106363" cy="138113"/>
            </a:xfrm>
            <a:custGeom>
              <a:avLst/>
              <a:gdLst>
                <a:gd name="T0" fmla="*/ 9 w 296"/>
                <a:gd name="T1" fmla="*/ 381 h 385"/>
                <a:gd name="T2" fmla="*/ 9 w 296"/>
                <a:gd name="T3" fmla="*/ 381 h 385"/>
                <a:gd name="T4" fmla="*/ 23 w 296"/>
                <a:gd name="T5" fmla="*/ 381 h 385"/>
                <a:gd name="T6" fmla="*/ 288 w 296"/>
                <a:gd name="T7" fmla="*/ 204 h 385"/>
                <a:gd name="T8" fmla="*/ 295 w 296"/>
                <a:gd name="T9" fmla="*/ 192 h 385"/>
                <a:gd name="T10" fmla="*/ 288 w 296"/>
                <a:gd name="T11" fmla="*/ 179 h 385"/>
                <a:gd name="T12" fmla="*/ 23 w 296"/>
                <a:gd name="T13" fmla="*/ 3 h 385"/>
                <a:gd name="T14" fmla="*/ 9 w 296"/>
                <a:gd name="T15" fmla="*/ 3 h 385"/>
                <a:gd name="T16" fmla="*/ 0 w 296"/>
                <a:gd name="T17" fmla="*/ 15 h 385"/>
                <a:gd name="T18" fmla="*/ 0 w 296"/>
                <a:gd name="T19" fmla="*/ 368 h 385"/>
                <a:gd name="T20" fmla="*/ 9 w 296"/>
                <a:gd name="T21" fmla="*/ 381 h 385"/>
                <a:gd name="T22" fmla="*/ 29 w 296"/>
                <a:gd name="T23" fmla="*/ 43 h 385"/>
                <a:gd name="T24" fmla="*/ 29 w 296"/>
                <a:gd name="T25" fmla="*/ 43 h 385"/>
                <a:gd name="T26" fmla="*/ 253 w 296"/>
                <a:gd name="T27" fmla="*/ 192 h 385"/>
                <a:gd name="T28" fmla="*/ 29 w 296"/>
                <a:gd name="T29" fmla="*/ 341 h 385"/>
                <a:gd name="T30" fmla="*/ 29 w 296"/>
                <a:gd name="T31" fmla="*/ 43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385">
                  <a:moveTo>
                    <a:pt x="9" y="381"/>
                  </a:moveTo>
                  <a:lnTo>
                    <a:pt x="9" y="381"/>
                  </a:lnTo>
                  <a:cubicBezTo>
                    <a:pt x="13" y="384"/>
                    <a:pt x="18" y="384"/>
                    <a:pt x="23" y="381"/>
                  </a:cubicBezTo>
                  <a:cubicBezTo>
                    <a:pt x="288" y="204"/>
                    <a:pt x="288" y="204"/>
                    <a:pt x="288" y="204"/>
                  </a:cubicBezTo>
                  <a:cubicBezTo>
                    <a:pt x="292" y="201"/>
                    <a:pt x="295" y="197"/>
                    <a:pt x="295" y="192"/>
                  </a:cubicBezTo>
                  <a:cubicBezTo>
                    <a:pt x="295" y="186"/>
                    <a:pt x="292" y="182"/>
                    <a:pt x="288" y="179"/>
                  </a:cubicBezTo>
                  <a:cubicBezTo>
                    <a:pt x="23" y="3"/>
                    <a:pt x="23" y="3"/>
                    <a:pt x="23" y="3"/>
                  </a:cubicBezTo>
                  <a:cubicBezTo>
                    <a:pt x="18" y="0"/>
                    <a:pt x="13" y="0"/>
                    <a:pt x="9" y="3"/>
                  </a:cubicBezTo>
                  <a:cubicBezTo>
                    <a:pt x="3" y="5"/>
                    <a:pt x="0" y="9"/>
                    <a:pt x="0" y="15"/>
                  </a:cubicBezTo>
                  <a:cubicBezTo>
                    <a:pt x="0" y="368"/>
                    <a:pt x="0" y="368"/>
                    <a:pt x="0" y="368"/>
                  </a:cubicBezTo>
                  <a:cubicBezTo>
                    <a:pt x="0" y="374"/>
                    <a:pt x="3" y="380"/>
                    <a:pt x="9" y="381"/>
                  </a:cubicBezTo>
                  <a:close/>
                  <a:moveTo>
                    <a:pt x="29" y="43"/>
                  </a:moveTo>
                  <a:lnTo>
                    <a:pt x="29" y="43"/>
                  </a:lnTo>
                  <a:cubicBezTo>
                    <a:pt x="253" y="192"/>
                    <a:pt x="253" y="192"/>
                    <a:pt x="253" y="192"/>
                  </a:cubicBezTo>
                  <a:cubicBezTo>
                    <a:pt x="29" y="341"/>
                    <a:pt x="29" y="341"/>
                    <a:pt x="29" y="341"/>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5" name="Group 167">
            <a:extLst>
              <a:ext uri="{FF2B5EF4-FFF2-40B4-BE49-F238E27FC236}">
                <a16:creationId xmlns:a16="http://schemas.microsoft.com/office/drawing/2014/main" id="{0A050B40-360C-A043-4E5D-8302739FD4F2}"/>
              </a:ext>
            </a:extLst>
          </p:cNvPr>
          <p:cNvGrpSpPr/>
          <p:nvPr/>
        </p:nvGrpSpPr>
        <p:grpSpPr>
          <a:xfrm>
            <a:off x="3234258" y="5209803"/>
            <a:ext cx="255587" cy="233363"/>
            <a:chOff x="2078038" y="5534025"/>
            <a:chExt cx="255587" cy="233363"/>
          </a:xfrm>
          <a:solidFill>
            <a:schemeClr val="tx2"/>
          </a:solidFill>
        </p:grpSpPr>
        <p:sp>
          <p:nvSpPr>
            <p:cNvPr id="166" name="Freeform 136">
              <a:extLst>
                <a:ext uri="{FF2B5EF4-FFF2-40B4-BE49-F238E27FC236}">
                  <a16:creationId xmlns:a16="http://schemas.microsoft.com/office/drawing/2014/main" id="{808EACF5-4297-30DE-2E7D-BEFED8426F06}"/>
                </a:ext>
              </a:extLst>
            </p:cNvPr>
            <p:cNvSpPr>
              <a:spLocks noChangeArrowheads="1"/>
            </p:cNvSpPr>
            <p:nvPr/>
          </p:nvSpPr>
          <p:spPr bwMode="auto">
            <a:xfrm>
              <a:off x="2163763" y="5538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7" name="Freeform 137">
              <a:extLst>
                <a:ext uri="{FF2B5EF4-FFF2-40B4-BE49-F238E27FC236}">
                  <a16:creationId xmlns:a16="http://schemas.microsoft.com/office/drawing/2014/main" id="{FB2DB92E-1DE6-7B82-A077-5E9F5CA6721D}"/>
                </a:ext>
              </a:extLst>
            </p:cNvPr>
            <p:cNvSpPr>
              <a:spLocks noChangeArrowheads="1"/>
            </p:cNvSpPr>
            <p:nvPr/>
          </p:nvSpPr>
          <p:spPr bwMode="auto">
            <a:xfrm>
              <a:off x="2078038" y="5534025"/>
              <a:ext cx="255587" cy="233363"/>
            </a:xfrm>
            <a:custGeom>
              <a:avLst/>
              <a:gdLst>
                <a:gd name="T0" fmla="*/ 663 w 709"/>
                <a:gd name="T1" fmla="*/ 89 h 650"/>
                <a:gd name="T2" fmla="*/ 663 w 709"/>
                <a:gd name="T3" fmla="*/ 89 h 650"/>
                <a:gd name="T4" fmla="*/ 333 w 709"/>
                <a:gd name="T5" fmla="*/ 89 h 650"/>
                <a:gd name="T6" fmla="*/ 324 w 709"/>
                <a:gd name="T7" fmla="*/ 86 h 650"/>
                <a:gd name="T8" fmla="*/ 324 w 709"/>
                <a:gd name="T9" fmla="*/ 86 h 650"/>
                <a:gd name="T10" fmla="*/ 239 w 709"/>
                <a:gd name="T11" fmla="*/ 11 h 650"/>
                <a:gd name="T12" fmla="*/ 210 w 709"/>
                <a:gd name="T13" fmla="*/ 0 h 650"/>
                <a:gd name="T14" fmla="*/ 45 w 709"/>
                <a:gd name="T15" fmla="*/ 0 h 650"/>
                <a:gd name="T16" fmla="*/ 0 w 709"/>
                <a:gd name="T17" fmla="*/ 44 h 650"/>
                <a:gd name="T18" fmla="*/ 0 w 709"/>
                <a:gd name="T19" fmla="*/ 605 h 650"/>
                <a:gd name="T20" fmla="*/ 45 w 709"/>
                <a:gd name="T21" fmla="*/ 649 h 650"/>
                <a:gd name="T22" fmla="*/ 663 w 709"/>
                <a:gd name="T23" fmla="*/ 649 h 650"/>
                <a:gd name="T24" fmla="*/ 708 w 709"/>
                <a:gd name="T25" fmla="*/ 605 h 650"/>
                <a:gd name="T26" fmla="*/ 708 w 709"/>
                <a:gd name="T27" fmla="*/ 133 h 650"/>
                <a:gd name="T28" fmla="*/ 663 w 709"/>
                <a:gd name="T29" fmla="*/ 89 h 650"/>
                <a:gd name="T30" fmla="*/ 45 w 709"/>
                <a:gd name="T31" fmla="*/ 31 h 650"/>
                <a:gd name="T32" fmla="*/ 45 w 709"/>
                <a:gd name="T33" fmla="*/ 31 h 650"/>
                <a:gd name="T34" fmla="*/ 210 w 709"/>
                <a:gd name="T35" fmla="*/ 31 h 650"/>
                <a:gd name="T36" fmla="*/ 220 w 709"/>
                <a:gd name="T37" fmla="*/ 33 h 650"/>
                <a:gd name="T38" fmla="*/ 220 w 709"/>
                <a:gd name="T39" fmla="*/ 33 h 650"/>
                <a:gd name="T40" fmla="*/ 304 w 709"/>
                <a:gd name="T41" fmla="*/ 108 h 650"/>
                <a:gd name="T42" fmla="*/ 333 w 709"/>
                <a:gd name="T43" fmla="*/ 119 h 650"/>
                <a:gd name="T44" fmla="*/ 663 w 709"/>
                <a:gd name="T45" fmla="*/ 119 h 650"/>
                <a:gd name="T46" fmla="*/ 679 w 709"/>
                <a:gd name="T47" fmla="*/ 133 h 650"/>
                <a:gd name="T48" fmla="*/ 679 w 709"/>
                <a:gd name="T49" fmla="*/ 236 h 650"/>
                <a:gd name="T50" fmla="*/ 31 w 709"/>
                <a:gd name="T51" fmla="*/ 236 h 650"/>
                <a:gd name="T52" fmla="*/ 31 w 709"/>
                <a:gd name="T53" fmla="*/ 44 h 650"/>
                <a:gd name="T54" fmla="*/ 45 w 709"/>
                <a:gd name="T55" fmla="*/ 31 h 650"/>
                <a:gd name="T56" fmla="*/ 663 w 709"/>
                <a:gd name="T57" fmla="*/ 619 h 650"/>
                <a:gd name="T58" fmla="*/ 663 w 709"/>
                <a:gd name="T59" fmla="*/ 619 h 650"/>
                <a:gd name="T60" fmla="*/ 45 w 709"/>
                <a:gd name="T61" fmla="*/ 619 h 650"/>
                <a:gd name="T62" fmla="*/ 31 w 709"/>
                <a:gd name="T63" fmla="*/ 605 h 650"/>
                <a:gd name="T64" fmla="*/ 31 w 709"/>
                <a:gd name="T65" fmla="*/ 265 h 650"/>
                <a:gd name="T66" fmla="*/ 679 w 709"/>
                <a:gd name="T67" fmla="*/ 265 h 650"/>
                <a:gd name="T68" fmla="*/ 679 w 709"/>
                <a:gd name="T69" fmla="*/ 605 h 650"/>
                <a:gd name="T70" fmla="*/ 663 w 709"/>
                <a:gd name="T71" fmla="*/ 61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9" h="650">
                  <a:moveTo>
                    <a:pt x="663" y="89"/>
                  </a:moveTo>
                  <a:lnTo>
                    <a:pt x="663" y="89"/>
                  </a:lnTo>
                  <a:cubicBezTo>
                    <a:pt x="333" y="89"/>
                    <a:pt x="333" y="89"/>
                    <a:pt x="333" y="89"/>
                  </a:cubicBezTo>
                  <a:cubicBezTo>
                    <a:pt x="329" y="89"/>
                    <a:pt x="326" y="87"/>
                    <a:pt x="324" y="86"/>
                  </a:cubicBezTo>
                  <a:lnTo>
                    <a:pt x="324" y="86"/>
                  </a:lnTo>
                  <a:cubicBezTo>
                    <a:pt x="239" y="11"/>
                    <a:pt x="239" y="11"/>
                    <a:pt x="239" y="11"/>
                  </a:cubicBezTo>
                  <a:cubicBezTo>
                    <a:pt x="231" y="4"/>
                    <a:pt x="221" y="0"/>
                    <a:pt x="210" y="0"/>
                  </a:cubicBezTo>
                  <a:cubicBezTo>
                    <a:pt x="45" y="0"/>
                    <a:pt x="45" y="0"/>
                    <a:pt x="45" y="0"/>
                  </a:cubicBezTo>
                  <a:cubicBezTo>
                    <a:pt x="21" y="0"/>
                    <a:pt x="0" y="21"/>
                    <a:pt x="0" y="44"/>
                  </a:cubicBezTo>
                  <a:cubicBezTo>
                    <a:pt x="0" y="605"/>
                    <a:pt x="0" y="605"/>
                    <a:pt x="0" y="605"/>
                  </a:cubicBezTo>
                  <a:cubicBezTo>
                    <a:pt x="0" y="629"/>
                    <a:pt x="21" y="649"/>
                    <a:pt x="45" y="649"/>
                  </a:cubicBezTo>
                  <a:cubicBezTo>
                    <a:pt x="663" y="649"/>
                    <a:pt x="663" y="649"/>
                    <a:pt x="663" y="649"/>
                  </a:cubicBezTo>
                  <a:cubicBezTo>
                    <a:pt x="688" y="649"/>
                    <a:pt x="708" y="629"/>
                    <a:pt x="708" y="605"/>
                  </a:cubicBezTo>
                  <a:cubicBezTo>
                    <a:pt x="708" y="133"/>
                    <a:pt x="708" y="133"/>
                    <a:pt x="708" y="133"/>
                  </a:cubicBezTo>
                  <a:cubicBezTo>
                    <a:pt x="708" y="109"/>
                    <a:pt x="688" y="89"/>
                    <a:pt x="663" y="89"/>
                  </a:cubicBezTo>
                  <a:close/>
                  <a:moveTo>
                    <a:pt x="45" y="31"/>
                  </a:moveTo>
                  <a:lnTo>
                    <a:pt x="45" y="31"/>
                  </a:lnTo>
                  <a:cubicBezTo>
                    <a:pt x="210" y="31"/>
                    <a:pt x="210" y="31"/>
                    <a:pt x="210" y="31"/>
                  </a:cubicBezTo>
                  <a:cubicBezTo>
                    <a:pt x="214" y="31"/>
                    <a:pt x="217" y="32"/>
                    <a:pt x="220" y="33"/>
                  </a:cubicBezTo>
                  <a:lnTo>
                    <a:pt x="220" y="33"/>
                  </a:lnTo>
                  <a:cubicBezTo>
                    <a:pt x="304" y="108"/>
                    <a:pt x="304" y="108"/>
                    <a:pt x="304" y="108"/>
                  </a:cubicBezTo>
                  <a:cubicBezTo>
                    <a:pt x="313" y="115"/>
                    <a:pt x="322" y="119"/>
                    <a:pt x="333" y="119"/>
                  </a:cubicBezTo>
                  <a:cubicBezTo>
                    <a:pt x="663" y="119"/>
                    <a:pt x="663" y="119"/>
                    <a:pt x="663" y="119"/>
                  </a:cubicBezTo>
                  <a:cubicBezTo>
                    <a:pt x="672" y="119"/>
                    <a:pt x="679" y="126"/>
                    <a:pt x="679" y="133"/>
                  </a:cubicBezTo>
                  <a:cubicBezTo>
                    <a:pt x="679" y="236"/>
                    <a:pt x="679" y="236"/>
                    <a:pt x="679" y="236"/>
                  </a:cubicBezTo>
                  <a:cubicBezTo>
                    <a:pt x="31" y="236"/>
                    <a:pt x="31" y="236"/>
                    <a:pt x="31" y="236"/>
                  </a:cubicBezTo>
                  <a:cubicBezTo>
                    <a:pt x="31" y="44"/>
                    <a:pt x="31" y="44"/>
                    <a:pt x="31" y="44"/>
                  </a:cubicBezTo>
                  <a:cubicBezTo>
                    <a:pt x="31" y="37"/>
                    <a:pt x="36" y="31"/>
                    <a:pt x="45" y="31"/>
                  </a:cubicBezTo>
                  <a:close/>
                  <a:moveTo>
                    <a:pt x="663" y="619"/>
                  </a:moveTo>
                  <a:lnTo>
                    <a:pt x="663" y="619"/>
                  </a:lnTo>
                  <a:cubicBezTo>
                    <a:pt x="45" y="619"/>
                    <a:pt x="45" y="619"/>
                    <a:pt x="45" y="619"/>
                  </a:cubicBezTo>
                  <a:cubicBezTo>
                    <a:pt x="36" y="619"/>
                    <a:pt x="31" y="613"/>
                    <a:pt x="31" y="605"/>
                  </a:cubicBezTo>
                  <a:cubicBezTo>
                    <a:pt x="31" y="265"/>
                    <a:pt x="31" y="265"/>
                    <a:pt x="31" y="265"/>
                  </a:cubicBezTo>
                  <a:cubicBezTo>
                    <a:pt x="679" y="265"/>
                    <a:pt x="679" y="265"/>
                    <a:pt x="679" y="265"/>
                  </a:cubicBezTo>
                  <a:cubicBezTo>
                    <a:pt x="679" y="605"/>
                    <a:pt x="679" y="605"/>
                    <a:pt x="679" y="605"/>
                  </a:cubicBezTo>
                  <a:cubicBezTo>
                    <a:pt x="679" y="613"/>
                    <a:pt x="672" y="619"/>
                    <a:pt x="663"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8" name="Freeform 138">
              <a:extLst>
                <a:ext uri="{FF2B5EF4-FFF2-40B4-BE49-F238E27FC236}">
                  <a16:creationId xmlns:a16="http://schemas.microsoft.com/office/drawing/2014/main" id="{ABE3139D-3421-1C7B-9238-C0057724B2D4}"/>
                </a:ext>
              </a:extLst>
            </p:cNvPr>
            <p:cNvSpPr>
              <a:spLocks noChangeArrowheads="1"/>
            </p:cNvSpPr>
            <p:nvPr/>
          </p:nvSpPr>
          <p:spPr bwMode="auto">
            <a:xfrm>
              <a:off x="2187575" y="557371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9" name="Group 171">
            <a:extLst>
              <a:ext uri="{FF2B5EF4-FFF2-40B4-BE49-F238E27FC236}">
                <a16:creationId xmlns:a16="http://schemas.microsoft.com/office/drawing/2014/main" id="{8FA5A1A0-6D6A-FEED-BFD6-C897E40C123D}"/>
              </a:ext>
            </a:extLst>
          </p:cNvPr>
          <p:cNvGrpSpPr/>
          <p:nvPr/>
        </p:nvGrpSpPr>
        <p:grpSpPr>
          <a:xfrm>
            <a:off x="6363220" y="2412628"/>
            <a:ext cx="255588" cy="231775"/>
            <a:chOff x="5207000" y="2732088"/>
            <a:chExt cx="255588" cy="231775"/>
          </a:xfrm>
          <a:solidFill>
            <a:schemeClr val="tx2"/>
          </a:solidFill>
        </p:grpSpPr>
        <p:sp>
          <p:nvSpPr>
            <p:cNvPr id="170" name="Freeform 139">
              <a:extLst>
                <a:ext uri="{FF2B5EF4-FFF2-40B4-BE49-F238E27FC236}">
                  <a16:creationId xmlns:a16="http://schemas.microsoft.com/office/drawing/2014/main" id="{97FDA0D5-7571-FF0A-C1AA-D18F3D2F3E84}"/>
                </a:ext>
              </a:extLst>
            </p:cNvPr>
            <p:cNvSpPr>
              <a:spLocks noChangeArrowheads="1"/>
            </p:cNvSpPr>
            <p:nvPr/>
          </p:nvSpPr>
          <p:spPr bwMode="auto">
            <a:xfrm>
              <a:off x="5270500" y="2911475"/>
              <a:ext cx="52388" cy="52388"/>
            </a:xfrm>
            <a:custGeom>
              <a:avLst/>
              <a:gdLst>
                <a:gd name="T0" fmla="*/ 146 w 147"/>
                <a:gd name="T1" fmla="*/ 73 h 147"/>
                <a:gd name="T2" fmla="*/ 146 w 147"/>
                <a:gd name="T3" fmla="*/ 73 h 147"/>
                <a:gd name="T4" fmla="*/ 73 w 147"/>
                <a:gd name="T5" fmla="*/ 0 h 147"/>
                <a:gd name="T6" fmla="*/ 0 w 147"/>
                <a:gd name="T7" fmla="*/ 73 h 147"/>
                <a:gd name="T8" fmla="*/ 73 w 147"/>
                <a:gd name="T9" fmla="*/ 146 h 147"/>
                <a:gd name="T10" fmla="*/ 146 w 147"/>
                <a:gd name="T11" fmla="*/ 73 h 147"/>
                <a:gd name="T12" fmla="*/ 29 w 147"/>
                <a:gd name="T13" fmla="*/ 73 h 147"/>
                <a:gd name="T14" fmla="*/ 29 w 147"/>
                <a:gd name="T15" fmla="*/ 73 h 147"/>
                <a:gd name="T16" fmla="*/ 73 w 147"/>
                <a:gd name="T17" fmla="*/ 28 h 147"/>
                <a:gd name="T18" fmla="*/ 117 w 147"/>
                <a:gd name="T19" fmla="*/ 73 h 147"/>
                <a:gd name="T20" fmla="*/ 73 w 147"/>
                <a:gd name="T21" fmla="*/ 117 h 147"/>
                <a:gd name="T22" fmla="*/ 29 w 147"/>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146" y="73"/>
                  </a:moveTo>
                  <a:lnTo>
                    <a:pt x="146" y="73"/>
                  </a:lnTo>
                  <a:cubicBezTo>
                    <a:pt x="146" y="33"/>
                    <a:pt x="115" y="0"/>
                    <a:pt x="73" y="0"/>
                  </a:cubicBezTo>
                  <a:cubicBezTo>
                    <a:pt x="33" y="0"/>
                    <a:pt x="0" y="33"/>
                    <a:pt x="0" y="73"/>
                  </a:cubicBezTo>
                  <a:cubicBezTo>
                    <a:pt x="0" y="114"/>
                    <a:pt x="33" y="146"/>
                    <a:pt x="73" y="146"/>
                  </a:cubicBezTo>
                  <a:cubicBezTo>
                    <a:pt x="115" y="146"/>
                    <a:pt x="146" y="114"/>
                    <a:pt x="146" y="73"/>
                  </a:cubicBezTo>
                  <a:close/>
                  <a:moveTo>
                    <a:pt x="29" y="73"/>
                  </a:moveTo>
                  <a:lnTo>
                    <a:pt x="29" y="73"/>
                  </a:lnTo>
                  <a:cubicBezTo>
                    <a:pt x="29" y="48"/>
                    <a:pt x="48" y="28"/>
                    <a:pt x="73" y="28"/>
                  </a:cubicBezTo>
                  <a:cubicBezTo>
                    <a:pt x="98" y="28"/>
                    <a:pt x="117" y="48"/>
                    <a:pt x="117" y="73"/>
                  </a:cubicBezTo>
                  <a:cubicBezTo>
                    <a:pt x="117" y="98"/>
                    <a:pt x="98" y="117"/>
                    <a:pt x="73" y="117"/>
                  </a:cubicBezTo>
                  <a:cubicBezTo>
                    <a:pt x="48"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1" name="Freeform 140">
              <a:extLst>
                <a:ext uri="{FF2B5EF4-FFF2-40B4-BE49-F238E27FC236}">
                  <a16:creationId xmlns:a16="http://schemas.microsoft.com/office/drawing/2014/main" id="{2FEBC952-9F2C-A6BE-692A-1684D5117CA7}"/>
                </a:ext>
              </a:extLst>
            </p:cNvPr>
            <p:cNvSpPr>
              <a:spLocks noChangeArrowheads="1"/>
            </p:cNvSpPr>
            <p:nvPr/>
          </p:nvSpPr>
          <p:spPr bwMode="auto">
            <a:xfrm>
              <a:off x="5387975" y="2911475"/>
              <a:ext cx="53975" cy="52388"/>
            </a:xfrm>
            <a:custGeom>
              <a:avLst/>
              <a:gdLst>
                <a:gd name="T0" fmla="*/ 148 w 149"/>
                <a:gd name="T1" fmla="*/ 73 h 147"/>
                <a:gd name="T2" fmla="*/ 148 w 149"/>
                <a:gd name="T3" fmla="*/ 73 h 147"/>
                <a:gd name="T4" fmla="*/ 75 w 149"/>
                <a:gd name="T5" fmla="*/ 0 h 147"/>
                <a:gd name="T6" fmla="*/ 0 w 149"/>
                <a:gd name="T7" fmla="*/ 73 h 147"/>
                <a:gd name="T8" fmla="*/ 75 w 149"/>
                <a:gd name="T9" fmla="*/ 146 h 147"/>
                <a:gd name="T10" fmla="*/ 148 w 149"/>
                <a:gd name="T11" fmla="*/ 73 h 147"/>
                <a:gd name="T12" fmla="*/ 30 w 149"/>
                <a:gd name="T13" fmla="*/ 73 h 147"/>
                <a:gd name="T14" fmla="*/ 30 w 149"/>
                <a:gd name="T15" fmla="*/ 73 h 147"/>
                <a:gd name="T16" fmla="*/ 75 w 149"/>
                <a:gd name="T17" fmla="*/ 28 h 147"/>
                <a:gd name="T18" fmla="*/ 119 w 149"/>
                <a:gd name="T19" fmla="*/ 73 h 147"/>
                <a:gd name="T20" fmla="*/ 75 w 149"/>
                <a:gd name="T21" fmla="*/ 117 h 147"/>
                <a:gd name="T22" fmla="*/ 30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5" y="0"/>
                    <a:pt x="75" y="0"/>
                  </a:cubicBezTo>
                  <a:cubicBezTo>
                    <a:pt x="33" y="0"/>
                    <a:pt x="0" y="33"/>
                    <a:pt x="0" y="73"/>
                  </a:cubicBezTo>
                  <a:cubicBezTo>
                    <a:pt x="0" y="114"/>
                    <a:pt x="33" y="146"/>
                    <a:pt x="75" y="146"/>
                  </a:cubicBezTo>
                  <a:cubicBezTo>
                    <a:pt x="115" y="146"/>
                    <a:pt x="148" y="114"/>
                    <a:pt x="148" y="73"/>
                  </a:cubicBezTo>
                  <a:close/>
                  <a:moveTo>
                    <a:pt x="30" y="73"/>
                  </a:moveTo>
                  <a:lnTo>
                    <a:pt x="30" y="73"/>
                  </a:lnTo>
                  <a:cubicBezTo>
                    <a:pt x="30" y="48"/>
                    <a:pt x="50" y="28"/>
                    <a:pt x="75" y="28"/>
                  </a:cubicBezTo>
                  <a:cubicBezTo>
                    <a:pt x="98" y="28"/>
                    <a:pt x="119" y="48"/>
                    <a:pt x="119" y="73"/>
                  </a:cubicBezTo>
                  <a:cubicBezTo>
                    <a:pt x="119" y="98"/>
                    <a:pt x="98" y="117"/>
                    <a:pt x="75" y="117"/>
                  </a:cubicBezTo>
                  <a:cubicBezTo>
                    <a:pt x="50" y="117"/>
                    <a:pt x="30" y="98"/>
                    <a:pt x="30"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2" name="Freeform 141">
              <a:extLst>
                <a:ext uri="{FF2B5EF4-FFF2-40B4-BE49-F238E27FC236}">
                  <a16:creationId xmlns:a16="http://schemas.microsoft.com/office/drawing/2014/main" id="{7B5BF6C0-6B9F-6A32-4659-904E69B249B4}"/>
                </a:ext>
              </a:extLst>
            </p:cNvPr>
            <p:cNvSpPr>
              <a:spLocks noChangeArrowheads="1"/>
            </p:cNvSpPr>
            <p:nvPr/>
          </p:nvSpPr>
          <p:spPr bwMode="auto">
            <a:xfrm>
              <a:off x="5207000" y="2732088"/>
              <a:ext cx="255588" cy="169862"/>
            </a:xfrm>
            <a:custGeom>
              <a:avLst/>
              <a:gdLst>
                <a:gd name="T0" fmla="*/ 14 w 708"/>
                <a:gd name="T1" fmla="*/ 29 h 472"/>
                <a:gd name="T2" fmla="*/ 14 w 708"/>
                <a:gd name="T3" fmla="*/ 29 h 472"/>
                <a:gd name="T4" fmla="*/ 80 w 708"/>
                <a:gd name="T5" fmla="*/ 29 h 472"/>
                <a:gd name="T6" fmla="*/ 94 w 708"/>
                <a:gd name="T7" fmla="*/ 40 h 472"/>
                <a:gd name="T8" fmla="*/ 195 w 708"/>
                <a:gd name="T9" fmla="*/ 417 h 472"/>
                <a:gd name="T10" fmla="*/ 267 w 708"/>
                <a:gd name="T11" fmla="*/ 471 h 472"/>
                <a:gd name="T12" fmla="*/ 633 w 708"/>
                <a:gd name="T13" fmla="*/ 471 h 472"/>
                <a:gd name="T14" fmla="*/ 648 w 708"/>
                <a:gd name="T15" fmla="*/ 457 h 472"/>
                <a:gd name="T16" fmla="*/ 633 w 708"/>
                <a:gd name="T17" fmla="*/ 442 h 472"/>
                <a:gd name="T18" fmla="*/ 267 w 708"/>
                <a:gd name="T19" fmla="*/ 442 h 472"/>
                <a:gd name="T20" fmla="*/ 224 w 708"/>
                <a:gd name="T21" fmla="*/ 409 h 472"/>
                <a:gd name="T22" fmla="*/ 217 w 708"/>
                <a:gd name="T23" fmla="*/ 383 h 472"/>
                <a:gd name="T24" fmla="*/ 609 w 708"/>
                <a:gd name="T25" fmla="*/ 383 h 472"/>
                <a:gd name="T26" fmla="*/ 652 w 708"/>
                <a:gd name="T27" fmla="*/ 347 h 472"/>
                <a:gd name="T28" fmla="*/ 652 w 708"/>
                <a:gd name="T29" fmla="*/ 347 h 472"/>
                <a:gd name="T30" fmla="*/ 707 w 708"/>
                <a:gd name="T31" fmla="*/ 76 h 472"/>
                <a:gd name="T32" fmla="*/ 703 w 708"/>
                <a:gd name="T33" fmla="*/ 65 h 472"/>
                <a:gd name="T34" fmla="*/ 692 w 708"/>
                <a:gd name="T35" fmla="*/ 60 h 472"/>
                <a:gd name="T36" fmla="*/ 130 w 708"/>
                <a:gd name="T37" fmla="*/ 60 h 472"/>
                <a:gd name="T38" fmla="*/ 123 w 708"/>
                <a:gd name="T39" fmla="*/ 33 h 472"/>
                <a:gd name="T40" fmla="*/ 80 w 708"/>
                <a:gd name="T41" fmla="*/ 0 h 472"/>
                <a:gd name="T42" fmla="*/ 14 w 708"/>
                <a:gd name="T43" fmla="*/ 0 h 472"/>
                <a:gd name="T44" fmla="*/ 0 w 708"/>
                <a:gd name="T45" fmla="*/ 15 h 472"/>
                <a:gd name="T46" fmla="*/ 14 w 708"/>
                <a:gd name="T47" fmla="*/ 29 h 472"/>
                <a:gd name="T48" fmla="*/ 674 w 708"/>
                <a:gd name="T49" fmla="*/ 89 h 472"/>
                <a:gd name="T50" fmla="*/ 674 w 708"/>
                <a:gd name="T51" fmla="*/ 89 h 472"/>
                <a:gd name="T52" fmla="*/ 623 w 708"/>
                <a:gd name="T53" fmla="*/ 341 h 472"/>
                <a:gd name="T54" fmla="*/ 623 w 708"/>
                <a:gd name="T55" fmla="*/ 341 h 472"/>
                <a:gd name="T56" fmla="*/ 609 w 708"/>
                <a:gd name="T57" fmla="*/ 354 h 472"/>
                <a:gd name="T58" fmla="*/ 209 w 708"/>
                <a:gd name="T59" fmla="*/ 354 h 472"/>
                <a:gd name="T60" fmla="*/ 138 w 708"/>
                <a:gd name="T61" fmla="*/ 89 h 472"/>
                <a:gd name="T62" fmla="*/ 674 w 708"/>
                <a:gd name="T63"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472">
                  <a:moveTo>
                    <a:pt x="14" y="29"/>
                  </a:move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707" y="76"/>
                    <a:pt x="707" y="76"/>
                    <a:pt x="707" y="76"/>
                  </a:cubicBezTo>
                  <a:cubicBezTo>
                    <a:pt x="707" y="72"/>
                    <a:pt x="706" y="68"/>
                    <a:pt x="703" y="65"/>
                  </a:cubicBezTo>
                  <a:cubicBezTo>
                    <a:pt x="700" y="61"/>
                    <a:pt x="696" y="60"/>
                    <a:pt x="692"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close/>
                  <a:moveTo>
                    <a:pt x="674" y="89"/>
                  </a:moveTo>
                  <a:lnTo>
                    <a:pt x="674" y="89"/>
                  </a:ln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674" y="8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3" name="Group 175">
            <a:extLst>
              <a:ext uri="{FF2B5EF4-FFF2-40B4-BE49-F238E27FC236}">
                <a16:creationId xmlns:a16="http://schemas.microsoft.com/office/drawing/2014/main" id="{AC5A3D64-B4E4-B156-4DA4-A1BBAD0A1FB3}"/>
              </a:ext>
            </a:extLst>
          </p:cNvPr>
          <p:cNvGrpSpPr/>
          <p:nvPr/>
        </p:nvGrpSpPr>
        <p:grpSpPr>
          <a:xfrm>
            <a:off x="6856933" y="2407071"/>
            <a:ext cx="280987" cy="242888"/>
            <a:chOff x="5700713" y="2720975"/>
            <a:chExt cx="280987" cy="242888"/>
          </a:xfrm>
          <a:solidFill>
            <a:schemeClr val="tx2"/>
          </a:solidFill>
        </p:grpSpPr>
        <p:sp>
          <p:nvSpPr>
            <p:cNvPr id="174" name="Freeform 23">
              <a:extLst>
                <a:ext uri="{FF2B5EF4-FFF2-40B4-BE49-F238E27FC236}">
                  <a16:creationId xmlns:a16="http://schemas.microsoft.com/office/drawing/2014/main" id="{ED4ABCC6-3F16-ADFF-64DB-18AF74D00E7F}"/>
                </a:ext>
              </a:extLst>
            </p:cNvPr>
            <p:cNvSpPr>
              <a:spLocks noChangeArrowheads="1"/>
            </p:cNvSpPr>
            <p:nvPr/>
          </p:nvSpPr>
          <p:spPr bwMode="auto">
            <a:xfrm>
              <a:off x="5907088" y="2720975"/>
              <a:ext cx="74612" cy="74613"/>
            </a:xfrm>
            <a:custGeom>
              <a:avLst/>
              <a:gdLst>
                <a:gd name="T0" fmla="*/ 102 w 207"/>
                <a:gd name="T1" fmla="*/ 0 h 207"/>
                <a:gd name="T2" fmla="*/ 102 w 207"/>
                <a:gd name="T3" fmla="*/ 0 h 207"/>
                <a:gd name="T4" fmla="*/ 88 w 207"/>
                <a:gd name="T5" fmla="*/ 14 h 207"/>
                <a:gd name="T6" fmla="*/ 88 w 207"/>
                <a:gd name="T7" fmla="*/ 89 h 207"/>
                <a:gd name="T8" fmla="*/ 14 w 207"/>
                <a:gd name="T9" fmla="*/ 89 h 207"/>
                <a:gd name="T10" fmla="*/ 0 w 207"/>
                <a:gd name="T11" fmla="*/ 102 h 207"/>
                <a:gd name="T12" fmla="*/ 14 w 207"/>
                <a:gd name="T13" fmla="*/ 118 h 207"/>
                <a:gd name="T14" fmla="*/ 88 w 207"/>
                <a:gd name="T15" fmla="*/ 118 h 207"/>
                <a:gd name="T16" fmla="*/ 88 w 207"/>
                <a:gd name="T17" fmla="*/ 191 h 207"/>
                <a:gd name="T18" fmla="*/ 102 w 207"/>
                <a:gd name="T19" fmla="*/ 206 h 207"/>
                <a:gd name="T20" fmla="*/ 117 w 207"/>
                <a:gd name="T21" fmla="*/ 191 h 207"/>
                <a:gd name="T22" fmla="*/ 117 w 207"/>
                <a:gd name="T23" fmla="*/ 118 h 207"/>
                <a:gd name="T24" fmla="*/ 190 w 207"/>
                <a:gd name="T25" fmla="*/ 118 h 207"/>
                <a:gd name="T26" fmla="*/ 206 w 207"/>
                <a:gd name="T27" fmla="*/ 102 h 207"/>
                <a:gd name="T28" fmla="*/ 190 w 207"/>
                <a:gd name="T29" fmla="*/ 89 h 207"/>
                <a:gd name="T30" fmla="*/ 117 w 207"/>
                <a:gd name="T31" fmla="*/ 89 h 207"/>
                <a:gd name="T32" fmla="*/ 117 w 207"/>
                <a:gd name="T33" fmla="*/ 14 h 207"/>
                <a:gd name="T34" fmla="*/ 102 w 207"/>
                <a:gd name="T35"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7">
                  <a:moveTo>
                    <a:pt x="102" y="0"/>
                  </a:moveTo>
                  <a:lnTo>
                    <a:pt x="102" y="0"/>
                  </a:lnTo>
                  <a:cubicBezTo>
                    <a:pt x="95" y="0"/>
                    <a:pt x="88" y="6"/>
                    <a:pt x="88" y="14"/>
                  </a:cubicBezTo>
                  <a:cubicBezTo>
                    <a:pt x="88" y="89"/>
                    <a:pt x="88" y="89"/>
                    <a:pt x="88" y="89"/>
                  </a:cubicBezTo>
                  <a:cubicBezTo>
                    <a:pt x="14" y="89"/>
                    <a:pt x="14" y="89"/>
                    <a:pt x="14" y="89"/>
                  </a:cubicBezTo>
                  <a:cubicBezTo>
                    <a:pt x="7" y="89"/>
                    <a:pt x="0" y="94"/>
                    <a:pt x="0" y="102"/>
                  </a:cubicBezTo>
                  <a:cubicBezTo>
                    <a:pt x="0" y="111"/>
                    <a:pt x="7" y="118"/>
                    <a:pt x="14" y="118"/>
                  </a:cubicBezTo>
                  <a:cubicBezTo>
                    <a:pt x="88" y="118"/>
                    <a:pt x="88" y="118"/>
                    <a:pt x="88" y="118"/>
                  </a:cubicBezTo>
                  <a:cubicBezTo>
                    <a:pt x="88" y="191"/>
                    <a:pt x="88" y="191"/>
                    <a:pt x="88" y="191"/>
                  </a:cubicBezTo>
                  <a:cubicBezTo>
                    <a:pt x="88" y="199"/>
                    <a:pt x="95" y="206"/>
                    <a:pt x="102" y="206"/>
                  </a:cubicBezTo>
                  <a:cubicBezTo>
                    <a:pt x="110" y="206"/>
                    <a:pt x="117" y="199"/>
                    <a:pt x="117" y="191"/>
                  </a:cubicBezTo>
                  <a:cubicBezTo>
                    <a:pt x="117" y="118"/>
                    <a:pt x="117" y="118"/>
                    <a:pt x="117" y="118"/>
                  </a:cubicBezTo>
                  <a:cubicBezTo>
                    <a:pt x="190" y="118"/>
                    <a:pt x="190" y="118"/>
                    <a:pt x="190" y="118"/>
                  </a:cubicBezTo>
                  <a:cubicBezTo>
                    <a:pt x="199" y="118"/>
                    <a:pt x="206" y="111"/>
                    <a:pt x="206" y="102"/>
                  </a:cubicBezTo>
                  <a:cubicBezTo>
                    <a:pt x="206" y="94"/>
                    <a:pt x="199" y="89"/>
                    <a:pt x="190" y="89"/>
                  </a:cubicBezTo>
                  <a:cubicBezTo>
                    <a:pt x="117" y="89"/>
                    <a:pt x="117" y="89"/>
                    <a:pt x="117" y="89"/>
                  </a:cubicBezTo>
                  <a:cubicBezTo>
                    <a:pt x="117" y="14"/>
                    <a:pt x="117" y="14"/>
                    <a:pt x="117" y="14"/>
                  </a:cubicBezTo>
                  <a:cubicBezTo>
                    <a:pt x="117" y="6"/>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5" name="Freeform 142">
              <a:extLst>
                <a:ext uri="{FF2B5EF4-FFF2-40B4-BE49-F238E27FC236}">
                  <a16:creationId xmlns:a16="http://schemas.microsoft.com/office/drawing/2014/main" id="{68822130-92E3-B332-210F-9FFADB6E6AF9}"/>
                </a:ext>
              </a:extLst>
            </p:cNvPr>
            <p:cNvSpPr>
              <a:spLocks noChangeArrowheads="1"/>
            </p:cNvSpPr>
            <p:nvPr/>
          </p:nvSpPr>
          <p:spPr bwMode="auto">
            <a:xfrm>
              <a:off x="5700713" y="2732088"/>
              <a:ext cx="244475" cy="169862"/>
            </a:xfrm>
            <a:custGeom>
              <a:avLst/>
              <a:gdLst>
                <a:gd name="T0" fmla="*/ 500 w 677"/>
                <a:gd name="T1" fmla="*/ 89 h 472"/>
                <a:gd name="T2" fmla="*/ 500 w 677"/>
                <a:gd name="T3" fmla="*/ 89 h 472"/>
                <a:gd name="T4" fmla="*/ 515 w 677"/>
                <a:gd name="T5" fmla="*/ 73 h 472"/>
                <a:gd name="T6" fmla="*/ 500 w 677"/>
                <a:gd name="T7" fmla="*/ 60 h 472"/>
                <a:gd name="T8" fmla="*/ 130 w 677"/>
                <a:gd name="T9" fmla="*/ 60 h 472"/>
                <a:gd name="T10" fmla="*/ 123 w 677"/>
                <a:gd name="T11" fmla="*/ 33 h 472"/>
                <a:gd name="T12" fmla="*/ 80 w 677"/>
                <a:gd name="T13" fmla="*/ 0 h 472"/>
                <a:gd name="T14" fmla="*/ 14 w 677"/>
                <a:gd name="T15" fmla="*/ 0 h 472"/>
                <a:gd name="T16" fmla="*/ 0 w 677"/>
                <a:gd name="T17" fmla="*/ 15 h 472"/>
                <a:gd name="T18" fmla="*/ 14 w 677"/>
                <a:gd name="T19" fmla="*/ 29 h 472"/>
                <a:gd name="T20" fmla="*/ 14 w 677"/>
                <a:gd name="T21" fmla="*/ 29 h 472"/>
                <a:gd name="T22" fmla="*/ 80 w 677"/>
                <a:gd name="T23" fmla="*/ 29 h 472"/>
                <a:gd name="T24" fmla="*/ 94 w 677"/>
                <a:gd name="T25" fmla="*/ 40 h 472"/>
                <a:gd name="T26" fmla="*/ 195 w 677"/>
                <a:gd name="T27" fmla="*/ 417 h 472"/>
                <a:gd name="T28" fmla="*/ 267 w 677"/>
                <a:gd name="T29" fmla="*/ 471 h 472"/>
                <a:gd name="T30" fmla="*/ 633 w 677"/>
                <a:gd name="T31" fmla="*/ 471 h 472"/>
                <a:gd name="T32" fmla="*/ 648 w 677"/>
                <a:gd name="T33" fmla="*/ 457 h 472"/>
                <a:gd name="T34" fmla="*/ 633 w 677"/>
                <a:gd name="T35" fmla="*/ 442 h 472"/>
                <a:gd name="T36" fmla="*/ 267 w 677"/>
                <a:gd name="T37" fmla="*/ 442 h 472"/>
                <a:gd name="T38" fmla="*/ 224 w 677"/>
                <a:gd name="T39" fmla="*/ 409 h 472"/>
                <a:gd name="T40" fmla="*/ 217 w 677"/>
                <a:gd name="T41" fmla="*/ 383 h 472"/>
                <a:gd name="T42" fmla="*/ 609 w 677"/>
                <a:gd name="T43" fmla="*/ 383 h 472"/>
                <a:gd name="T44" fmla="*/ 652 w 677"/>
                <a:gd name="T45" fmla="*/ 347 h 472"/>
                <a:gd name="T46" fmla="*/ 652 w 677"/>
                <a:gd name="T47" fmla="*/ 347 h 472"/>
                <a:gd name="T48" fmla="*/ 674 w 677"/>
                <a:gd name="T49" fmla="*/ 240 h 472"/>
                <a:gd name="T50" fmla="*/ 662 w 677"/>
                <a:gd name="T51" fmla="*/ 224 h 472"/>
                <a:gd name="T52" fmla="*/ 645 w 677"/>
                <a:gd name="T53" fmla="*/ 235 h 472"/>
                <a:gd name="T54" fmla="*/ 623 w 677"/>
                <a:gd name="T55" fmla="*/ 341 h 472"/>
                <a:gd name="T56" fmla="*/ 623 w 677"/>
                <a:gd name="T57" fmla="*/ 341 h 472"/>
                <a:gd name="T58" fmla="*/ 609 w 677"/>
                <a:gd name="T59" fmla="*/ 354 h 472"/>
                <a:gd name="T60" fmla="*/ 209 w 677"/>
                <a:gd name="T61" fmla="*/ 354 h 472"/>
                <a:gd name="T62" fmla="*/ 138 w 677"/>
                <a:gd name="T63" fmla="*/ 89 h 472"/>
                <a:gd name="T64" fmla="*/ 500 w 677"/>
                <a:gd name="T65"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500" y="89"/>
                  </a:moveTo>
                  <a:lnTo>
                    <a:pt x="500" y="89"/>
                  </a:lnTo>
                  <a:cubicBezTo>
                    <a:pt x="509" y="89"/>
                    <a:pt x="515" y="82"/>
                    <a:pt x="515" y="73"/>
                  </a:cubicBezTo>
                  <a:cubicBezTo>
                    <a:pt x="515" y="65"/>
                    <a:pt x="509" y="60"/>
                    <a:pt x="500"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674" y="240"/>
                    <a:pt x="674" y="240"/>
                    <a:pt x="674" y="240"/>
                  </a:cubicBezTo>
                  <a:cubicBezTo>
                    <a:pt x="676" y="232"/>
                    <a:pt x="670" y="225"/>
                    <a:pt x="662" y="224"/>
                  </a:cubicBezTo>
                  <a:cubicBezTo>
                    <a:pt x="655" y="222"/>
                    <a:pt x="647" y="227"/>
                    <a:pt x="645" y="235"/>
                  </a:cubicBez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500" y="8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6" name="Freeform 143">
              <a:extLst>
                <a:ext uri="{FF2B5EF4-FFF2-40B4-BE49-F238E27FC236}">
                  <a16:creationId xmlns:a16="http://schemas.microsoft.com/office/drawing/2014/main" id="{15AA5616-5D1F-6704-08EB-4951BAFF9E44}"/>
                </a:ext>
              </a:extLst>
            </p:cNvPr>
            <p:cNvSpPr>
              <a:spLocks noChangeArrowheads="1"/>
            </p:cNvSpPr>
            <p:nvPr/>
          </p:nvSpPr>
          <p:spPr bwMode="auto">
            <a:xfrm>
              <a:off x="5764213" y="2911475"/>
              <a:ext cx="52387" cy="52388"/>
            </a:xfrm>
            <a:custGeom>
              <a:avLst/>
              <a:gdLst>
                <a:gd name="T0" fmla="*/ 73 w 147"/>
                <a:gd name="T1" fmla="*/ 146 h 147"/>
                <a:gd name="T2" fmla="*/ 73 w 147"/>
                <a:gd name="T3" fmla="*/ 146 h 147"/>
                <a:gd name="T4" fmla="*/ 146 w 147"/>
                <a:gd name="T5" fmla="*/ 73 h 147"/>
                <a:gd name="T6" fmla="*/ 73 w 147"/>
                <a:gd name="T7" fmla="*/ 0 h 147"/>
                <a:gd name="T8" fmla="*/ 0 w 147"/>
                <a:gd name="T9" fmla="*/ 73 h 147"/>
                <a:gd name="T10" fmla="*/ 73 w 147"/>
                <a:gd name="T11" fmla="*/ 146 h 147"/>
                <a:gd name="T12" fmla="*/ 73 w 147"/>
                <a:gd name="T13" fmla="*/ 28 h 147"/>
                <a:gd name="T14" fmla="*/ 73 w 147"/>
                <a:gd name="T15" fmla="*/ 28 h 147"/>
                <a:gd name="T16" fmla="*/ 117 w 147"/>
                <a:gd name="T17" fmla="*/ 73 h 147"/>
                <a:gd name="T18" fmla="*/ 73 w 147"/>
                <a:gd name="T19" fmla="*/ 117 h 147"/>
                <a:gd name="T20" fmla="*/ 29 w 147"/>
                <a:gd name="T21" fmla="*/ 73 h 147"/>
                <a:gd name="T22" fmla="*/ 73 w 147"/>
                <a:gd name="T23" fmla="*/ 2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73" y="146"/>
                  </a:moveTo>
                  <a:lnTo>
                    <a:pt x="73" y="146"/>
                  </a:lnTo>
                  <a:cubicBezTo>
                    <a:pt x="115" y="146"/>
                    <a:pt x="146" y="114"/>
                    <a:pt x="146" y="73"/>
                  </a:cubicBezTo>
                  <a:cubicBezTo>
                    <a:pt x="146" y="33"/>
                    <a:pt x="115" y="0"/>
                    <a:pt x="73" y="0"/>
                  </a:cubicBezTo>
                  <a:cubicBezTo>
                    <a:pt x="33" y="0"/>
                    <a:pt x="0" y="33"/>
                    <a:pt x="0" y="73"/>
                  </a:cubicBezTo>
                  <a:cubicBezTo>
                    <a:pt x="0" y="114"/>
                    <a:pt x="33" y="146"/>
                    <a:pt x="73" y="146"/>
                  </a:cubicBezTo>
                  <a:close/>
                  <a:moveTo>
                    <a:pt x="73" y="28"/>
                  </a:moveTo>
                  <a:lnTo>
                    <a:pt x="73" y="28"/>
                  </a:lnTo>
                  <a:cubicBezTo>
                    <a:pt x="98" y="28"/>
                    <a:pt x="117" y="48"/>
                    <a:pt x="117" y="73"/>
                  </a:cubicBezTo>
                  <a:cubicBezTo>
                    <a:pt x="117" y="98"/>
                    <a:pt x="98" y="117"/>
                    <a:pt x="73" y="117"/>
                  </a:cubicBezTo>
                  <a:cubicBezTo>
                    <a:pt x="48" y="117"/>
                    <a:pt x="29" y="98"/>
                    <a:pt x="29" y="73"/>
                  </a:cubicBezTo>
                  <a:cubicBezTo>
                    <a:pt x="29" y="48"/>
                    <a:pt x="48" y="28"/>
                    <a:pt x="73"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7" name="Freeform 144">
              <a:extLst>
                <a:ext uri="{FF2B5EF4-FFF2-40B4-BE49-F238E27FC236}">
                  <a16:creationId xmlns:a16="http://schemas.microsoft.com/office/drawing/2014/main" id="{F24BCEB3-ECCB-394C-828A-7849538C978A}"/>
                </a:ext>
              </a:extLst>
            </p:cNvPr>
            <p:cNvSpPr>
              <a:spLocks noChangeArrowheads="1"/>
            </p:cNvSpPr>
            <p:nvPr/>
          </p:nvSpPr>
          <p:spPr bwMode="auto">
            <a:xfrm>
              <a:off x="5880100" y="2911475"/>
              <a:ext cx="53975" cy="52388"/>
            </a:xfrm>
            <a:custGeom>
              <a:avLst/>
              <a:gdLst>
                <a:gd name="T0" fmla="*/ 75 w 149"/>
                <a:gd name="T1" fmla="*/ 0 h 147"/>
                <a:gd name="T2" fmla="*/ 75 w 149"/>
                <a:gd name="T3" fmla="*/ 0 h 147"/>
                <a:gd name="T4" fmla="*/ 0 w 149"/>
                <a:gd name="T5" fmla="*/ 73 h 147"/>
                <a:gd name="T6" fmla="*/ 75 w 149"/>
                <a:gd name="T7" fmla="*/ 146 h 147"/>
                <a:gd name="T8" fmla="*/ 148 w 149"/>
                <a:gd name="T9" fmla="*/ 73 h 147"/>
                <a:gd name="T10" fmla="*/ 75 w 149"/>
                <a:gd name="T11" fmla="*/ 0 h 147"/>
                <a:gd name="T12" fmla="*/ 75 w 149"/>
                <a:gd name="T13" fmla="*/ 117 h 147"/>
                <a:gd name="T14" fmla="*/ 75 w 149"/>
                <a:gd name="T15" fmla="*/ 117 h 147"/>
                <a:gd name="T16" fmla="*/ 31 w 149"/>
                <a:gd name="T17" fmla="*/ 73 h 147"/>
                <a:gd name="T18" fmla="*/ 75 w 149"/>
                <a:gd name="T19" fmla="*/ 28 h 147"/>
                <a:gd name="T20" fmla="*/ 119 w 149"/>
                <a:gd name="T21" fmla="*/ 73 h 147"/>
                <a:gd name="T22" fmla="*/ 75 w 149"/>
                <a:gd name="T23" fmla="*/ 117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75" y="0"/>
                  </a:moveTo>
                  <a:lnTo>
                    <a:pt x="75" y="0"/>
                  </a:lnTo>
                  <a:cubicBezTo>
                    <a:pt x="33" y="0"/>
                    <a:pt x="0" y="33"/>
                    <a:pt x="0" y="73"/>
                  </a:cubicBezTo>
                  <a:cubicBezTo>
                    <a:pt x="0" y="114"/>
                    <a:pt x="33" y="146"/>
                    <a:pt x="75" y="146"/>
                  </a:cubicBezTo>
                  <a:cubicBezTo>
                    <a:pt x="115" y="146"/>
                    <a:pt x="148" y="114"/>
                    <a:pt x="148" y="73"/>
                  </a:cubicBezTo>
                  <a:cubicBezTo>
                    <a:pt x="148" y="33"/>
                    <a:pt x="115" y="0"/>
                    <a:pt x="75" y="0"/>
                  </a:cubicBezTo>
                  <a:close/>
                  <a:moveTo>
                    <a:pt x="75" y="117"/>
                  </a:moveTo>
                  <a:lnTo>
                    <a:pt x="75" y="117"/>
                  </a:lnTo>
                  <a:cubicBezTo>
                    <a:pt x="50" y="117"/>
                    <a:pt x="31" y="98"/>
                    <a:pt x="31" y="73"/>
                  </a:cubicBezTo>
                  <a:cubicBezTo>
                    <a:pt x="31" y="48"/>
                    <a:pt x="50" y="28"/>
                    <a:pt x="75" y="28"/>
                  </a:cubicBezTo>
                  <a:cubicBezTo>
                    <a:pt x="98" y="28"/>
                    <a:pt x="119" y="48"/>
                    <a:pt x="119" y="73"/>
                  </a:cubicBezTo>
                  <a:cubicBezTo>
                    <a:pt x="119" y="98"/>
                    <a:pt x="98" y="117"/>
                    <a:pt x="75"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8" name="Group 180">
            <a:extLst>
              <a:ext uri="{FF2B5EF4-FFF2-40B4-BE49-F238E27FC236}">
                <a16:creationId xmlns:a16="http://schemas.microsoft.com/office/drawing/2014/main" id="{0312E1CA-4870-0C38-F9DE-B18744137FB0}"/>
              </a:ext>
            </a:extLst>
          </p:cNvPr>
          <p:cNvGrpSpPr/>
          <p:nvPr/>
        </p:nvGrpSpPr>
        <p:grpSpPr>
          <a:xfrm>
            <a:off x="7371283" y="2412628"/>
            <a:ext cx="280987" cy="231775"/>
            <a:chOff x="6215063" y="2732088"/>
            <a:chExt cx="280987" cy="231775"/>
          </a:xfrm>
          <a:solidFill>
            <a:schemeClr val="tx2"/>
          </a:solidFill>
        </p:grpSpPr>
        <p:sp>
          <p:nvSpPr>
            <p:cNvPr id="179" name="Freeform 145">
              <a:extLst>
                <a:ext uri="{FF2B5EF4-FFF2-40B4-BE49-F238E27FC236}">
                  <a16:creationId xmlns:a16="http://schemas.microsoft.com/office/drawing/2014/main" id="{7AE4C4DE-18C8-94AD-3D58-B011E99B1F8F}"/>
                </a:ext>
              </a:extLst>
            </p:cNvPr>
            <p:cNvSpPr>
              <a:spLocks noChangeArrowheads="1"/>
            </p:cNvSpPr>
            <p:nvPr/>
          </p:nvSpPr>
          <p:spPr bwMode="auto">
            <a:xfrm>
              <a:off x="6421438" y="2752725"/>
              <a:ext cx="74612" cy="11113"/>
            </a:xfrm>
            <a:custGeom>
              <a:avLst/>
              <a:gdLst>
                <a:gd name="T0" fmla="*/ 0 w 208"/>
                <a:gd name="T1" fmla="*/ 13 h 30"/>
                <a:gd name="T2" fmla="*/ 0 w 208"/>
                <a:gd name="T3" fmla="*/ 13 h 30"/>
                <a:gd name="T4" fmla="*/ 15 w 208"/>
                <a:gd name="T5" fmla="*/ 29 h 30"/>
                <a:gd name="T6" fmla="*/ 192 w 208"/>
                <a:gd name="T7" fmla="*/ 29 h 30"/>
                <a:gd name="T8" fmla="*/ 207 w 208"/>
                <a:gd name="T9" fmla="*/ 13 h 30"/>
                <a:gd name="T10" fmla="*/ 192 w 208"/>
                <a:gd name="T11" fmla="*/ 0 h 30"/>
                <a:gd name="T12" fmla="*/ 15 w 208"/>
                <a:gd name="T13" fmla="*/ 0 h 30"/>
                <a:gd name="T14" fmla="*/ 0 w 208"/>
                <a:gd name="T15" fmla="*/ 13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8" h="30">
                  <a:moveTo>
                    <a:pt x="0" y="13"/>
                  </a:moveTo>
                  <a:lnTo>
                    <a:pt x="0" y="13"/>
                  </a:lnTo>
                  <a:cubicBezTo>
                    <a:pt x="0" y="22"/>
                    <a:pt x="7" y="29"/>
                    <a:pt x="15" y="29"/>
                  </a:cubicBezTo>
                  <a:cubicBezTo>
                    <a:pt x="192" y="29"/>
                    <a:pt x="192" y="29"/>
                    <a:pt x="192" y="29"/>
                  </a:cubicBezTo>
                  <a:cubicBezTo>
                    <a:pt x="200" y="29"/>
                    <a:pt x="207" y="22"/>
                    <a:pt x="207" y="13"/>
                  </a:cubicBezTo>
                  <a:cubicBezTo>
                    <a:pt x="207" y="5"/>
                    <a:pt x="200" y="0"/>
                    <a:pt x="192" y="0"/>
                  </a:cubicBezTo>
                  <a:cubicBezTo>
                    <a:pt x="15" y="0"/>
                    <a:pt x="15"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0" name="Freeform 146">
              <a:extLst>
                <a:ext uri="{FF2B5EF4-FFF2-40B4-BE49-F238E27FC236}">
                  <a16:creationId xmlns:a16="http://schemas.microsoft.com/office/drawing/2014/main" id="{F4690FFF-693C-494D-1B61-614D540D4944}"/>
                </a:ext>
              </a:extLst>
            </p:cNvPr>
            <p:cNvSpPr>
              <a:spLocks noChangeArrowheads="1"/>
            </p:cNvSpPr>
            <p:nvPr/>
          </p:nvSpPr>
          <p:spPr bwMode="auto">
            <a:xfrm>
              <a:off x="6278563" y="2911475"/>
              <a:ext cx="53975" cy="52388"/>
            </a:xfrm>
            <a:custGeom>
              <a:avLst/>
              <a:gdLst>
                <a:gd name="T0" fmla="*/ 0 w 149"/>
                <a:gd name="T1" fmla="*/ 73 h 147"/>
                <a:gd name="T2" fmla="*/ 0 w 149"/>
                <a:gd name="T3" fmla="*/ 73 h 147"/>
                <a:gd name="T4" fmla="*/ 75 w 149"/>
                <a:gd name="T5" fmla="*/ 146 h 147"/>
                <a:gd name="T6" fmla="*/ 148 w 149"/>
                <a:gd name="T7" fmla="*/ 73 h 147"/>
                <a:gd name="T8" fmla="*/ 75 w 149"/>
                <a:gd name="T9" fmla="*/ 0 h 147"/>
                <a:gd name="T10" fmla="*/ 0 w 149"/>
                <a:gd name="T11" fmla="*/ 73 h 147"/>
                <a:gd name="T12" fmla="*/ 119 w 149"/>
                <a:gd name="T13" fmla="*/ 73 h 147"/>
                <a:gd name="T14" fmla="*/ 119 w 149"/>
                <a:gd name="T15" fmla="*/ 73 h 147"/>
                <a:gd name="T16" fmla="*/ 75 w 149"/>
                <a:gd name="T17" fmla="*/ 117 h 147"/>
                <a:gd name="T18" fmla="*/ 31 w 149"/>
                <a:gd name="T19" fmla="*/ 73 h 147"/>
                <a:gd name="T20" fmla="*/ 75 w 149"/>
                <a:gd name="T21" fmla="*/ 28 h 147"/>
                <a:gd name="T22" fmla="*/ 11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0" y="73"/>
                  </a:moveTo>
                  <a:lnTo>
                    <a:pt x="0" y="73"/>
                  </a:lnTo>
                  <a:cubicBezTo>
                    <a:pt x="0" y="114"/>
                    <a:pt x="33" y="146"/>
                    <a:pt x="75" y="146"/>
                  </a:cubicBezTo>
                  <a:cubicBezTo>
                    <a:pt x="115" y="146"/>
                    <a:pt x="148" y="114"/>
                    <a:pt x="148" y="73"/>
                  </a:cubicBezTo>
                  <a:cubicBezTo>
                    <a:pt x="148" y="33"/>
                    <a:pt x="115" y="0"/>
                    <a:pt x="75" y="0"/>
                  </a:cubicBezTo>
                  <a:cubicBezTo>
                    <a:pt x="33" y="0"/>
                    <a:pt x="0" y="33"/>
                    <a:pt x="0" y="73"/>
                  </a:cubicBezTo>
                  <a:close/>
                  <a:moveTo>
                    <a:pt x="119" y="73"/>
                  </a:moveTo>
                  <a:lnTo>
                    <a:pt x="119" y="73"/>
                  </a:lnTo>
                  <a:cubicBezTo>
                    <a:pt x="119" y="98"/>
                    <a:pt x="98" y="117"/>
                    <a:pt x="75" y="117"/>
                  </a:cubicBezTo>
                  <a:cubicBezTo>
                    <a:pt x="50" y="117"/>
                    <a:pt x="31" y="98"/>
                    <a:pt x="31" y="73"/>
                  </a:cubicBezTo>
                  <a:cubicBezTo>
                    <a:pt x="31" y="48"/>
                    <a:pt x="50" y="28"/>
                    <a:pt x="75" y="28"/>
                  </a:cubicBezTo>
                  <a:cubicBezTo>
                    <a:pt x="98" y="28"/>
                    <a:pt x="119" y="48"/>
                    <a:pt x="11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1" name="Freeform 147">
              <a:extLst>
                <a:ext uri="{FF2B5EF4-FFF2-40B4-BE49-F238E27FC236}">
                  <a16:creationId xmlns:a16="http://schemas.microsoft.com/office/drawing/2014/main" id="{BCEEB425-1DC1-B3A0-9E10-5CF47F290F5A}"/>
                </a:ext>
              </a:extLst>
            </p:cNvPr>
            <p:cNvSpPr>
              <a:spLocks noChangeArrowheads="1"/>
            </p:cNvSpPr>
            <p:nvPr/>
          </p:nvSpPr>
          <p:spPr bwMode="auto">
            <a:xfrm>
              <a:off x="6396038" y="2911475"/>
              <a:ext cx="53975" cy="52388"/>
            </a:xfrm>
            <a:custGeom>
              <a:avLst/>
              <a:gdLst>
                <a:gd name="T0" fmla="*/ 148 w 149"/>
                <a:gd name="T1" fmla="*/ 73 h 147"/>
                <a:gd name="T2" fmla="*/ 148 w 149"/>
                <a:gd name="T3" fmla="*/ 73 h 147"/>
                <a:gd name="T4" fmla="*/ 73 w 149"/>
                <a:gd name="T5" fmla="*/ 0 h 147"/>
                <a:gd name="T6" fmla="*/ 0 w 149"/>
                <a:gd name="T7" fmla="*/ 73 h 147"/>
                <a:gd name="T8" fmla="*/ 73 w 149"/>
                <a:gd name="T9" fmla="*/ 146 h 147"/>
                <a:gd name="T10" fmla="*/ 148 w 149"/>
                <a:gd name="T11" fmla="*/ 73 h 147"/>
                <a:gd name="T12" fmla="*/ 29 w 149"/>
                <a:gd name="T13" fmla="*/ 73 h 147"/>
                <a:gd name="T14" fmla="*/ 29 w 149"/>
                <a:gd name="T15" fmla="*/ 73 h 147"/>
                <a:gd name="T16" fmla="*/ 73 w 149"/>
                <a:gd name="T17" fmla="*/ 28 h 147"/>
                <a:gd name="T18" fmla="*/ 117 w 149"/>
                <a:gd name="T19" fmla="*/ 73 h 147"/>
                <a:gd name="T20" fmla="*/ 73 w 149"/>
                <a:gd name="T21" fmla="*/ 117 h 147"/>
                <a:gd name="T22" fmla="*/ 2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4" y="0"/>
                    <a:pt x="73" y="0"/>
                  </a:cubicBezTo>
                  <a:cubicBezTo>
                    <a:pt x="33" y="0"/>
                    <a:pt x="0" y="33"/>
                    <a:pt x="0" y="73"/>
                  </a:cubicBezTo>
                  <a:cubicBezTo>
                    <a:pt x="0" y="114"/>
                    <a:pt x="33" y="146"/>
                    <a:pt x="73" y="146"/>
                  </a:cubicBezTo>
                  <a:cubicBezTo>
                    <a:pt x="114" y="146"/>
                    <a:pt x="148" y="114"/>
                    <a:pt x="148" y="73"/>
                  </a:cubicBezTo>
                  <a:close/>
                  <a:moveTo>
                    <a:pt x="29" y="73"/>
                  </a:moveTo>
                  <a:lnTo>
                    <a:pt x="29" y="73"/>
                  </a:lnTo>
                  <a:cubicBezTo>
                    <a:pt x="29" y="48"/>
                    <a:pt x="50" y="28"/>
                    <a:pt x="73" y="28"/>
                  </a:cubicBezTo>
                  <a:cubicBezTo>
                    <a:pt x="98" y="28"/>
                    <a:pt x="117" y="48"/>
                    <a:pt x="117" y="73"/>
                  </a:cubicBezTo>
                  <a:cubicBezTo>
                    <a:pt x="117" y="98"/>
                    <a:pt x="98" y="117"/>
                    <a:pt x="73" y="117"/>
                  </a:cubicBezTo>
                  <a:cubicBezTo>
                    <a:pt x="50"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2" name="Freeform 148">
              <a:extLst>
                <a:ext uri="{FF2B5EF4-FFF2-40B4-BE49-F238E27FC236}">
                  <a16:creationId xmlns:a16="http://schemas.microsoft.com/office/drawing/2014/main" id="{2BCABBC0-4B1E-9303-A5A4-C6B76EB00EED}"/>
                </a:ext>
              </a:extLst>
            </p:cNvPr>
            <p:cNvSpPr>
              <a:spLocks noChangeArrowheads="1"/>
            </p:cNvSpPr>
            <p:nvPr/>
          </p:nvSpPr>
          <p:spPr bwMode="auto">
            <a:xfrm>
              <a:off x="6215063" y="2732088"/>
              <a:ext cx="244475" cy="169862"/>
            </a:xfrm>
            <a:custGeom>
              <a:avLst/>
              <a:gdLst>
                <a:gd name="T0" fmla="*/ 267 w 677"/>
                <a:gd name="T1" fmla="*/ 471 h 472"/>
                <a:gd name="T2" fmla="*/ 267 w 677"/>
                <a:gd name="T3" fmla="*/ 471 h 472"/>
                <a:gd name="T4" fmla="*/ 634 w 677"/>
                <a:gd name="T5" fmla="*/ 471 h 472"/>
                <a:gd name="T6" fmla="*/ 650 w 677"/>
                <a:gd name="T7" fmla="*/ 457 h 472"/>
                <a:gd name="T8" fmla="*/ 634 w 677"/>
                <a:gd name="T9" fmla="*/ 442 h 472"/>
                <a:gd name="T10" fmla="*/ 267 w 677"/>
                <a:gd name="T11" fmla="*/ 442 h 472"/>
                <a:gd name="T12" fmla="*/ 224 w 677"/>
                <a:gd name="T13" fmla="*/ 409 h 472"/>
                <a:gd name="T14" fmla="*/ 217 w 677"/>
                <a:gd name="T15" fmla="*/ 383 h 472"/>
                <a:gd name="T16" fmla="*/ 610 w 677"/>
                <a:gd name="T17" fmla="*/ 383 h 472"/>
                <a:gd name="T18" fmla="*/ 654 w 677"/>
                <a:gd name="T19" fmla="*/ 347 h 472"/>
                <a:gd name="T20" fmla="*/ 654 w 677"/>
                <a:gd name="T21" fmla="*/ 347 h 472"/>
                <a:gd name="T22" fmla="*/ 674 w 677"/>
                <a:gd name="T23" fmla="*/ 240 h 472"/>
                <a:gd name="T24" fmla="*/ 663 w 677"/>
                <a:gd name="T25" fmla="*/ 224 h 472"/>
                <a:gd name="T26" fmla="*/ 645 w 677"/>
                <a:gd name="T27" fmla="*/ 235 h 472"/>
                <a:gd name="T28" fmla="*/ 625 w 677"/>
                <a:gd name="T29" fmla="*/ 341 h 472"/>
                <a:gd name="T30" fmla="*/ 625 w 677"/>
                <a:gd name="T31" fmla="*/ 341 h 472"/>
                <a:gd name="T32" fmla="*/ 610 w 677"/>
                <a:gd name="T33" fmla="*/ 354 h 472"/>
                <a:gd name="T34" fmla="*/ 210 w 677"/>
                <a:gd name="T35" fmla="*/ 354 h 472"/>
                <a:gd name="T36" fmla="*/ 139 w 677"/>
                <a:gd name="T37" fmla="*/ 89 h 472"/>
                <a:gd name="T38" fmla="*/ 502 w 677"/>
                <a:gd name="T39" fmla="*/ 89 h 472"/>
                <a:gd name="T40" fmla="*/ 517 w 677"/>
                <a:gd name="T41" fmla="*/ 73 h 472"/>
                <a:gd name="T42" fmla="*/ 502 w 677"/>
                <a:gd name="T43" fmla="*/ 60 h 472"/>
                <a:gd name="T44" fmla="*/ 132 w 677"/>
                <a:gd name="T45" fmla="*/ 60 h 472"/>
                <a:gd name="T46" fmla="*/ 125 w 677"/>
                <a:gd name="T47" fmla="*/ 33 h 472"/>
                <a:gd name="T48" fmla="*/ 82 w 677"/>
                <a:gd name="T49" fmla="*/ 0 h 472"/>
                <a:gd name="T50" fmla="*/ 16 w 677"/>
                <a:gd name="T51" fmla="*/ 0 h 472"/>
                <a:gd name="T52" fmla="*/ 0 w 677"/>
                <a:gd name="T53" fmla="*/ 15 h 472"/>
                <a:gd name="T54" fmla="*/ 16 w 677"/>
                <a:gd name="T55" fmla="*/ 29 h 472"/>
                <a:gd name="T56" fmla="*/ 16 w 677"/>
                <a:gd name="T57" fmla="*/ 29 h 472"/>
                <a:gd name="T58" fmla="*/ 82 w 677"/>
                <a:gd name="T59" fmla="*/ 29 h 472"/>
                <a:gd name="T60" fmla="*/ 96 w 677"/>
                <a:gd name="T61" fmla="*/ 40 h 472"/>
                <a:gd name="T62" fmla="*/ 197 w 677"/>
                <a:gd name="T63" fmla="*/ 417 h 472"/>
                <a:gd name="T64" fmla="*/ 267 w 677"/>
                <a:gd name="T65" fmla="*/ 471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267" y="471"/>
                  </a:moveTo>
                  <a:lnTo>
                    <a:pt x="267" y="471"/>
                  </a:lnTo>
                  <a:cubicBezTo>
                    <a:pt x="634" y="471"/>
                    <a:pt x="634" y="471"/>
                    <a:pt x="634" y="471"/>
                  </a:cubicBezTo>
                  <a:cubicBezTo>
                    <a:pt x="643" y="471"/>
                    <a:pt x="650" y="466"/>
                    <a:pt x="650" y="457"/>
                  </a:cubicBezTo>
                  <a:cubicBezTo>
                    <a:pt x="650" y="449"/>
                    <a:pt x="643" y="442"/>
                    <a:pt x="634" y="442"/>
                  </a:cubicBezTo>
                  <a:cubicBezTo>
                    <a:pt x="267" y="442"/>
                    <a:pt x="267" y="442"/>
                    <a:pt x="267" y="442"/>
                  </a:cubicBezTo>
                  <a:cubicBezTo>
                    <a:pt x="248" y="442"/>
                    <a:pt x="230" y="428"/>
                    <a:pt x="224" y="409"/>
                  </a:cubicBezTo>
                  <a:cubicBezTo>
                    <a:pt x="217" y="383"/>
                    <a:pt x="217" y="383"/>
                    <a:pt x="217" y="383"/>
                  </a:cubicBezTo>
                  <a:cubicBezTo>
                    <a:pt x="610" y="383"/>
                    <a:pt x="610" y="383"/>
                    <a:pt x="610" y="383"/>
                  </a:cubicBezTo>
                  <a:cubicBezTo>
                    <a:pt x="632" y="383"/>
                    <a:pt x="650" y="368"/>
                    <a:pt x="654" y="347"/>
                  </a:cubicBezTo>
                  <a:lnTo>
                    <a:pt x="654" y="347"/>
                  </a:lnTo>
                  <a:cubicBezTo>
                    <a:pt x="674" y="240"/>
                    <a:pt x="674" y="240"/>
                    <a:pt x="674" y="240"/>
                  </a:cubicBezTo>
                  <a:cubicBezTo>
                    <a:pt x="676" y="232"/>
                    <a:pt x="672" y="225"/>
                    <a:pt x="663" y="224"/>
                  </a:cubicBezTo>
                  <a:cubicBezTo>
                    <a:pt x="655" y="222"/>
                    <a:pt x="648" y="227"/>
                    <a:pt x="645" y="235"/>
                  </a:cubicBezTo>
                  <a:cubicBezTo>
                    <a:pt x="625" y="341"/>
                    <a:pt x="625" y="341"/>
                    <a:pt x="625" y="341"/>
                  </a:cubicBezTo>
                  <a:lnTo>
                    <a:pt x="625" y="341"/>
                  </a:lnTo>
                  <a:cubicBezTo>
                    <a:pt x="623" y="348"/>
                    <a:pt x="616" y="354"/>
                    <a:pt x="610" y="354"/>
                  </a:cubicBezTo>
                  <a:cubicBezTo>
                    <a:pt x="210" y="354"/>
                    <a:pt x="210" y="354"/>
                    <a:pt x="210" y="354"/>
                  </a:cubicBezTo>
                  <a:cubicBezTo>
                    <a:pt x="139" y="89"/>
                    <a:pt x="139" y="89"/>
                    <a:pt x="139" y="89"/>
                  </a:cubicBezTo>
                  <a:cubicBezTo>
                    <a:pt x="502" y="89"/>
                    <a:pt x="502" y="89"/>
                    <a:pt x="502" y="89"/>
                  </a:cubicBezTo>
                  <a:cubicBezTo>
                    <a:pt x="510" y="89"/>
                    <a:pt x="517" y="82"/>
                    <a:pt x="517" y="73"/>
                  </a:cubicBezTo>
                  <a:cubicBezTo>
                    <a:pt x="517" y="65"/>
                    <a:pt x="510" y="60"/>
                    <a:pt x="502" y="60"/>
                  </a:cubicBezTo>
                  <a:cubicBezTo>
                    <a:pt x="132" y="60"/>
                    <a:pt x="132" y="60"/>
                    <a:pt x="132" y="60"/>
                  </a:cubicBezTo>
                  <a:cubicBezTo>
                    <a:pt x="125" y="33"/>
                    <a:pt x="125" y="33"/>
                    <a:pt x="125" y="33"/>
                  </a:cubicBezTo>
                  <a:cubicBezTo>
                    <a:pt x="119" y="14"/>
                    <a:pt x="101" y="0"/>
                    <a:pt x="82" y="0"/>
                  </a:cubicBezTo>
                  <a:cubicBezTo>
                    <a:pt x="16" y="0"/>
                    <a:pt x="16" y="0"/>
                    <a:pt x="16" y="0"/>
                  </a:cubicBezTo>
                  <a:cubicBezTo>
                    <a:pt x="7" y="0"/>
                    <a:pt x="0" y="7"/>
                    <a:pt x="0" y="15"/>
                  </a:cubicBezTo>
                  <a:cubicBezTo>
                    <a:pt x="0" y="24"/>
                    <a:pt x="7" y="29"/>
                    <a:pt x="16" y="29"/>
                  </a:cubicBezTo>
                  <a:lnTo>
                    <a:pt x="16" y="29"/>
                  </a:lnTo>
                  <a:cubicBezTo>
                    <a:pt x="82" y="29"/>
                    <a:pt x="82" y="29"/>
                    <a:pt x="82" y="29"/>
                  </a:cubicBezTo>
                  <a:cubicBezTo>
                    <a:pt x="89" y="29"/>
                    <a:pt x="94" y="35"/>
                    <a:pt x="96" y="40"/>
                  </a:cubicBezTo>
                  <a:cubicBezTo>
                    <a:pt x="197" y="417"/>
                    <a:pt x="197" y="417"/>
                    <a:pt x="197" y="417"/>
                  </a:cubicBezTo>
                  <a:cubicBezTo>
                    <a:pt x="205" y="449"/>
                    <a:pt x="234" y="471"/>
                    <a:pt x="267" y="4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83" name="Group 185">
            <a:extLst>
              <a:ext uri="{FF2B5EF4-FFF2-40B4-BE49-F238E27FC236}">
                <a16:creationId xmlns:a16="http://schemas.microsoft.com/office/drawing/2014/main" id="{85235A32-CC33-7D45-71AD-F5EA27776945}"/>
              </a:ext>
            </a:extLst>
          </p:cNvPr>
          <p:cNvGrpSpPr/>
          <p:nvPr/>
        </p:nvGrpSpPr>
        <p:grpSpPr>
          <a:xfrm>
            <a:off x="8858770" y="3791372"/>
            <a:ext cx="2035175" cy="138112"/>
            <a:chOff x="7702550" y="4100513"/>
            <a:chExt cx="2035175" cy="138112"/>
          </a:xfrm>
          <a:solidFill>
            <a:schemeClr val="tx2"/>
          </a:solidFill>
        </p:grpSpPr>
        <p:sp>
          <p:nvSpPr>
            <p:cNvPr id="184" name="Freeform 149">
              <a:extLst>
                <a:ext uri="{FF2B5EF4-FFF2-40B4-BE49-F238E27FC236}">
                  <a16:creationId xmlns:a16="http://schemas.microsoft.com/office/drawing/2014/main" id="{C08DFC12-3D80-0F6E-B96E-C80761D7BEFA}"/>
                </a:ext>
              </a:extLst>
            </p:cNvPr>
            <p:cNvSpPr>
              <a:spLocks noChangeArrowheads="1"/>
            </p:cNvSpPr>
            <p:nvPr/>
          </p:nvSpPr>
          <p:spPr bwMode="auto">
            <a:xfrm>
              <a:off x="7702550" y="4103688"/>
              <a:ext cx="68263" cy="133350"/>
            </a:xfrm>
            <a:custGeom>
              <a:avLst/>
              <a:gdLst>
                <a:gd name="T0" fmla="*/ 35 w 191"/>
                <a:gd name="T1" fmla="*/ 199 h 372"/>
                <a:gd name="T2" fmla="*/ 170 w 191"/>
                <a:gd name="T3" fmla="*/ 199 h 372"/>
                <a:gd name="T4" fmla="*/ 170 w 191"/>
                <a:gd name="T5" fmla="*/ 168 h 372"/>
                <a:gd name="T6" fmla="*/ 35 w 191"/>
                <a:gd name="T7" fmla="*/ 168 h 372"/>
                <a:gd name="T8" fmla="*/ 35 w 191"/>
                <a:gd name="T9" fmla="*/ 32 h 372"/>
                <a:gd name="T10" fmla="*/ 181 w 191"/>
                <a:gd name="T11" fmla="*/ 32 h 372"/>
                <a:gd name="T12" fmla="*/ 181 w 191"/>
                <a:gd name="T13" fmla="*/ 0 h 372"/>
                <a:gd name="T14" fmla="*/ 0 w 191"/>
                <a:gd name="T15" fmla="*/ 0 h 372"/>
                <a:gd name="T16" fmla="*/ 0 w 191"/>
                <a:gd name="T17" fmla="*/ 371 h 372"/>
                <a:gd name="T18" fmla="*/ 190 w 191"/>
                <a:gd name="T19" fmla="*/ 371 h 372"/>
                <a:gd name="T20" fmla="*/ 190 w 191"/>
                <a:gd name="T21" fmla="*/ 340 h 372"/>
                <a:gd name="T22" fmla="*/ 35 w 191"/>
                <a:gd name="T23" fmla="*/ 340 h 372"/>
                <a:gd name="T24" fmla="*/ 35 w 191"/>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2">
                  <a:moveTo>
                    <a:pt x="35" y="199"/>
                  </a:moveTo>
                  <a:lnTo>
                    <a:pt x="170" y="199"/>
                  </a:lnTo>
                  <a:lnTo>
                    <a:pt x="170" y="168"/>
                  </a:lnTo>
                  <a:lnTo>
                    <a:pt x="35" y="168"/>
                  </a:lnTo>
                  <a:lnTo>
                    <a:pt x="35" y="32"/>
                  </a:lnTo>
                  <a:lnTo>
                    <a:pt x="181" y="32"/>
                  </a:lnTo>
                  <a:lnTo>
                    <a:pt x="181" y="0"/>
                  </a:lnTo>
                  <a:lnTo>
                    <a:pt x="0" y="0"/>
                  </a:lnTo>
                  <a:lnTo>
                    <a:pt x="0" y="371"/>
                  </a:lnTo>
                  <a:lnTo>
                    <a:pt x="190" y="371"/>
                  </a:lnTo>
                  <a:lnTo>
                    <a:pt x="190"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5" name="Freeform 150">
              <a:extLst>
                <a:ext uri="{FF2B5EF4-FFF2-40B4-BE49-F238E27FC236}">
                  <a16:creationId xmlns:a16="http://schemas.microsoft.com/office/drawing/2014/main" id="{EB282EE9-C0A4-B128-4A34-58C1676296B6}"/>
                </a:ext>
              </a:extLst>
            </p:cNvPr>
            <p:cNvSpPr>
              <a:spLocks noChangeArrowheads="1"/>
            </p:cNvSpPr>
            <p:nvPr/>
          </p:nvSpPr>
          <p:spPr bwMode="auto">
            <a:xfrm>
              <a:off x="7799388" y="4103688"/>
              <a:ext cx="131762" cy="133350"/>
            </a:xfrm>
            <a:custGeom>
              <a:avLst/>
              <a:gdLst>
                <a:gd name="T0" fmla="*/ 44 w 364"/>
                <a:gd name="T1" fmla="*/ 87 h 372"/>
                <a:gd name="T2" fmla="*/ 44 w 364"/>
                <a:gd name="T3" fmla="*/ 87 h 372"/>
                <a:gd name="T4" fmla="*/ 174 w 364"/>
                <a:gd name="T5" fmla="*/ 371 h 372"/>
                <a:gd name="T6" fmla="*/ 189 w 364"/>
                <a:gd name="T7" fmla="*/ 371 h 372"/>
                <a:gd name="T8" fmla="*/ 319 w 364"/>
                <a:gd name="T9" fmla="*/ 85 h 372"/>
                <a:gd name="T10" fmla="*/ 325 w 364"/>
                <a:gd name="T11" fmla="*/ 72 h 372"/>
                <a:gd name="T12" fmla="*/ 331 w 364"/>
                <a:gd name="T13" fmla="*/ 51 h 372"/>
                <a:gd name="T14" fmla="*/ 331 w 364"/>
                <a:gd name="T15" fmla="*/ 51 h 372"/>
                <a:gd name="T16" fmla="*/ 329 w 364"/>
                <a:gd name="T17" fmla="*/ 114 h 372"/>
                <a:gd name="T18" fmla="*/ 329 w 364"/>
                <a:gd name="T19" fmla="*/ 371 h 372"/>
                <a:gd name="T20" fmla="*/ 363 w 364"/>
                <a:gd name="T21" fmla="*/ 371 h 372"/>
                <a:gd name="T22" fmla="*/ 363 w 364"/>
                <a:gd name="T23" fmla="*/ 0 h 372"/>
                <a:gd name="T24" fmla="*/ 325 w 364"/>
                <a:gd name="T25" fmla="*/ 0 h 372"/>
                <a:gd name="T26" fmla="*/ 197 w 364"/>
                <a:gd name="T27" fmla="*/ 279 h 372"/>
                <a:gd name="T28" fmla="*/ 189 w 364"/>
                <a:gd name="T29" fmla="*/ 298 h 372"/>
                <a:gd name="T30" fmla="*/ 182 w 364"/>
                <a:gd name="T31" fmla="*/ 316 h 372"/>
                <a:gd name="T32" fmla="*/ 181 w 364"/>
                <a:gd name="T33" fmla="*/ 316 h 372"/>
                <a:gd name="T34" fmla="*/ 174 w 364"/>
                <a:gd name="T35" fmla="*/ 297 h 372"/>
                <a:gd name="T36" fmla="*/ 167 w 364"/>
                <a:gd name="T37" fmla="*/ 279 h 372"/>
                <a:gd name="T38" fmla="*/ 41 w 364"/>
                <a:gd name="T39" fmla="*/ 0 h 372"/>
                <a:gd name="T40" fmla="*/ 0 w 364"/>
                <a:gd name="T41" fmla="*/ 0 h 372"/>
                <a:gd name="T42" fmla="*/ 0 w 364"/>
                <a:gd name="T43" fmla="*/ 371 h 372"/>
                <a:gd name="T44" fmla="*/ 33 w 364"/>
                <a:gd name="T45" fmla="*/ 371 h 372"/>
                <a:gd name="T46" fmla="*/ 33 w 364"/>
                <a:gd name="T47" fmla="*/ 112 h 372"/>
                <a:gd name="T48" fmla="*/ 33 w 364"/>
                <a:gd name="T49" fmla="*/ 78 h 372"/>
                <a:gd name="T50" fmla="*/ 32 w 364"/>
                <a:gd name="T51" fmla="*/ 51 h 372"/>
                <a:gd name="T52" fmla="*/ 33 w 364"/>
                <a:gd name="T53" fmla="*/ 51 h 372"/>
                <a:gd name="T54" fmla="*/ 44 w 364"/>
                <a:gd name="T55" fmla="*/ 87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2">
                  <a:moveTo>
                    <a:pt x="44" y="87"/>
                  </a:moveTo>
                  <a:lnTo>
                    <a:pt x="44" y="87"/>
                  </a:lnTo>
                  <a:cubicBezTo>
                    <a:pt x="174" y="371"/>
                    <a:pt x="174" y="371"/>
                    <a:pt x="174" y="371"/>
                  </a:cubicBezTo>
                  <a:cubicBezTo>
                    <a:pt x="189" y="371"/>
                    <a:pt x="189" y="371"/>
                    <a:pt x="189" y="371"/>
                  </a:cubicBezTo>
                  <a:cubicBezTo>
                    <a:pt x="319" y="85"/>
                    <a:pt x="319" y="85"/>
                    <a:pt x="319" y="85"/>
                  </a:cubicBezTo>
                  <a:cubicBezTo>
                    <a:pt x="320" y="83"/>
                    <a:pt x="322" y="77"/>
                    <a:pt x="325" y="72"/>
                  </a:cubicBezTo>
                  <a:cubicBezTo>
                    <a:pt x="326" y="66"/>
                    <a:pt x="329" y="59"/>
                    <a:pt x="331" y="51"/>
                  </a:cubicBezTo>
                  <a:lnTo>
                    <a:pt x="331" y="51"/>
                  </a:lnTo>
                  <a:cubicBezTo>
                    <a:pt x="330" y="81"/>
                    <a:pt x="329" y="102"/>
                    <a:pt x="329" y="114"/>
                  </a:cubicBezTo>
                  <a:cubicBezTo>
                    <a:pt x="329" y="371"/>
                    <a:pt x="329" y="371"/>
                    <a:pt x="329" y="371"/>
                  </a:cubicBezTo>
                  <a:cubicBezTo>
                    <a:pt x="363" y="371"/>
                    <a:pt x="363" y="371"/>
                    <a:pt x="363" y="371"/>
                  </a:cubicBezTo>
                  <a:cubicBezTo>
                    <a:pt x="363" y="0"/>
                    <a:pt x="363" y="0"/>
                    <a:pt x="363" y="0"/>
                  </a:cubicBezTo>
                  <a:cubicBezTo>
                    <a:pt x="325" y="0"/>
                    <a:pt x="325" y="0"/>
                    <a:pt x="325" y="0"/>
                  </a:cubicBezTo>
                  <a:cubicBezTo>
                    <a:pt x="197" y="279"/>
                    <a:pt x="197" y="279"/>
                    <a:pt x="197" y="279"/>
                  </a:cubicBezTo>
                  <a:cubicBezTo>
                    <a:pt x="193" y="286"/>
                    <a:pt x="192" y="293"/>
                    <a:pt x="189" y="298"/>
                  </a:cubicBezTo>
                  <a:cubicBezTo>
                    <a:pt x="188" y="304"/>
                    <a:pt x="185" y="309"/>
                    <a:pt x="182" y="316"/>
                  </a:cubicBezTo>
                  <a:cubicBezTo>
                    <a:pt x="181" y="316"/>
                    <a:pt x="181" y="316"/>
                    <a:pt x="181" y="316"/>
                  </a:cubicBezTo>
                  <a:cubicBezTo>
                    <a:pt x="180" y="309"/>
                    <a:pt x="177" y="304"/>
                    <a:pt x="174" y="297"/>
                  </a:cubicBezTo>
                  <a:cubicBezTo>
                    <a:pt x="173" y="291"/>
                    <a:pt x="170" y="284"/>
                    <a:pt x="167" y="279"/>
                  </a:cubicBezTo>
                  <a:cubicBezTo>
                    <a:pt x="41" y="0"/>
                    <a:pt x="41" y="0"/>
                    <a:pt x="41" y="0"/>
                  </a:cubicBezTo>
                  <a:cubicBezTo>
                    <a:pt x="0" y="0"/>
                    <a:pt x="0" y="0"/>
                    <a:pt x="0" y="0"/>
                  </a:cubicBezTo>
                  <a:cubicBezTo>
                    <a:pt x="0" y="371"/>
                    <a:pt x="0" y="371"/>
                    <a:pt x="0" y="371"/>
                  </a:cubicBezTo>
                  <a:cubicBezTo>
                    <a:pt x="33" y="371"/>
                    <a:pt x="33" y="371"/>
                    <a:pt x="33" y="371"/>
                  </a:cubicBezTo>
                  <a:cubicBezTo>
                    <a:pt x="33" y="112"/>
                    <a:pt x="33" y="112"/>
                    <a:pt x="33" y="112"/>
                  </a:cubicBezTo>
                  <a:cubicBezTo>
                    <a:pt x="33" y="99"/>
                    <a:pt x="33" y="88"/>
                    <a:pt x="33" y="78"/>
                  </a:cubicBezTo>
                  <a:cubicBezTo>
                    <a:pt x="33" y="67"/>
                    <a:pt x="33" y="59"/>
                    <a:pt x="32" y="51"/>
                  </a:cubicBezTo>
                  <a:cubicBezTo>
                    <a:pt x="33" y="51"/>
                    <a:pt x="33" y="51"/>
                    <a:pt x="33" y="51"/>
                  </a:cubicBezTo>
                  <a:cubicBezTo>
                    <a:pt x="37" y="66"/>
                    <a:pt x="41" y="78"/>
                    <a:pt x="44"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6" name="Freeform 151">
              <a:extLst>
                <a:ext uri="{FF2B5EF4-FFF2-40B4-BE49-F238E27FC236}">
                  <a16:creationId xmlns:a16="http://schemas.microsoft.com/office/drawing/2014/main" id="{676FF5E9-798D-D2C9-DDF7-04E8018265B0}"/>
                </a:ext>
              </a:extLst>
            </p:cNvPr>
            <p:cNvSpPr>
              <a:spLocks noChangeArrowheads="1"/>
            </p:cNvSpPr>
            <p:nvPr/>
          </p:nvSpPr>
          <p:spPr bwMode="auto">
            <a:xfrm>
              <a:off x="7956550" y="4100513"/>
              <a:ext cx="127000" cy="138112"/>
            </a:xfrm>
            <a:custGeom>
              <a:avLst/>
              <a:gdLst>
                <a:gd name="T0" fmla="*/ 304 w 351"/>
                <a:gd name="T1" fmla="*/ 53 h 385"/>
                <a:gd name="T2" fmla="*/ 304 w 351"/>
                <a:gd name="T3" fmla="*/ 53 h 385"/>
                <a:gd name="T4" fmla="*/ 252 w 351"/>
                <a:gd name="T5" fmla="*/ 14 h 385"/>
                <a:gd name="T6" fmla="*/ 181 w 351"/>
                <a:gd name="T7" fmla="*/ 0 h 385"/>
                <a:gd name="T8" fmla="*/ 104 w 351"/>
                <a:gd name="T9" fmla="*/ 14 h 385"/>
                <a:gd name="T10" fmla="*/ 49 w 351"/>
                <a:gd name="T11" fmla="*/ 54 h 385"/>
                <a:gd name="T12" fmla="*/ 13 w 351"/>
                <a:gd name="T13" fmla="*/ 116 h 385"/>
                <a:gd name="T14" fmla="*/ 0 w 351"/>
                <a:gd name="T15" fmla="*/ 196 h 385"/>
                <a:gd name="T16" fmla="*/ 13 w 351"/>
                <a:gd name="T17" fmla="*/ 270 h 385"/>
                <a:gd name="T18" fmla="*/ 47 w 351"/>
                <a:gd name="T19" fmla="*/ 329 h 385"/>
                <a:gd name="T20" fmla="*/ 103 w 351"/>
                <a:gd name="T21" fmla="*/ 369 h 385"/>
                <a:gd name="T22" fmla="*/ 174 w 351"/>
                <a:gd name="T23" fmla="*/ 384 h 385"/>
                <a:gd name="T24" fmla="*/ 249 w 351"/>
                <a:gd name="T25" fmla="*/ 369 h 385"/>
                <a:gd name="T26" fmla="*/ 304 w 351"/>
                <a:gd name="T27" fmla="*/ 328 h 385"/>
                <a:gd name="T28" fmla="*/ 339 w 351"/>
                <a:gd name="T29" fmla="*/ 264 h 385"/>
                <a:gd name="T30" fmla="*/ 350 w 351"/>
                <a:gd name="T31" fmla="*/ 187 h 385"/>
                <a:gd name="T32" fmla="*/ 339 w 351"/>
                <a:gd name="T33" fmla="*/ 112 h 385"/>
                <a:gd name="T34" fmla="*/ 304 w 351"/>
                <a:gd name="T35" fmla="*/ 53 h 385"/>
                <a:gd name="T36" fmla="*/ 306 w 351"/>
                <a:gd name="T37" fmla="*/ 256 h 385"/>
                <a:gd name="T38" fmla="*/ 306 w 351"/>
                <a:gd name="T39" fmla="*/ 256 h 385"/>
                <a:gd name="T40" fmla="*/ 279 w 351"/>
                <a:gd name="T41" fmla="*/ 307 h 385"/>
                <a:gd name="T42" fmla="*/ 235 w 351"/>
                <a:gd name="T43" fmla="*/ 340 h 385"/>
                <a:gd name="T44" fmla="*/ 174 w 351"/>
                <a:gd name="T45" fmla="*/ 352 h 385"/>
                <a:gd name="T46" fmla="*/ 114 w 351"/>
                <a:gd name="T47" fmla="*/ 339 h 385"/>
                <a:gd name="T48" fmla="*/ 71 w 351"/>
                <a:gd name="T49" fmla="*/ 304 h 385"/>
                <a:gd name="T50" fmla="*/ 45 w 351"/>
                <a:gd name="T51" fmla="*/ 253 h 385"/>
                <a:gd name="T52" fmla="*/ 36 w 351"/>
                <a:gd name="T53" fmla="*/ 192 h 385"/>
                <a:gd name="T54" fmla="*/ 46 w 351"/>
                <a:gd name="T55" fmla="*/ 130 h 385"/>
                <a:gd name="T56" fmla="*/ 74 w 351"/>
                <a:gd name="T57" fmla="*/ 79 h 385"/>
                <a:gd name="T58" fmla="*/ 118 w 351"/>
                <a:gd name="T59" fmla="*/ 44 h 385"/>
                <a:gd name="T60" fmla="*/ 177 w 351"/>
                <a:gd name="T61" fmla="*/ 31 h 385"/>
                <a:gd name="T62" fmla="*/ 239 w 351"/>
                <a:gd name="T63" fmla="*/ 44 h 385"/>
                <a:gd name="T64" fmla="*/ 282 w 351"/>
                <a:gd name="T65" fmla="*/ 79 h 385"/>
                <a:gd name="T66" fmla="*/ 307 w 351"/>
                <a:gd name="T67" fmla="*/ 130 h 385"/>
                <a:gd name="T68" fmla="*/ 314 w 351"/>
                <a:gd name="T69" fmla="*/ 192 h 385"/>
                <a:gd name="T70" fmla="*/ 306 w 351"/>
                <a:gd name="T71" fmla="*/ 256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3"/>
                  </a:moveTo>
                  <a:lnTo>
                    <a:pt x="304" y="53"/>
                  </a:lnTo>
                  <a:cubicBezTo>
                    <a:pt x="291" y="36"/>
                    <a:pt x="273" y="24"/>
                    <a:pt x="252" y="14"/>
                  </a:cubicBezTo>
                  <a:cubicBezTo>
                    <a:pt x="231" y="4"/>
                    <a:pt x="208" y="0"/>
                    <a:pt x="181" y="0"/>
                  </a:cubicBezTo>
                  <a:cubicBezTo>
                    <a:pt x="152" y="0"/>
                    <a:pt x="128" y="4"/>
                    <a:pt x="104" y="14"/>
                  </a:cubicBezTo>
                  <a:cubicBezTo>
                    <a:pt x="82" y="24"/>
                    <a:pt x="64" y="38"/>
                    <a:pt x="49" y="54"/>
                  </a:cubicBezTo>
                  <a:cubicBezTo>
                    <a:pt x="32" y="71"/>
                    <a:pt x="21" y="91"/>
                    <a:pt x="13" y="116"/>
                  </a:cubicBezTo>
                  <a:cubicBezTo>
                    <a:pt x="5" y="140"/>
                    <a:pt x="0" y="167"/>
                    <a:pt x="0" y="196"/>
                  </a:cubicBezTo>
                  <a:cubicBezTo>
                    <a:pt x="0" y="223"/>
                    <a:pt x="5" y="246"/>
                    <a:pt x="13" y="270"/>
                  </a:cubicBezTo>
                  <a:cubicBezTo>
                    <a:pt x="21" y="292"/>
                    <a:pt x="32" y="312"/>
                    <a:pt x="47" y="329"/>
                  </a:cubicBezTo>
                  <a:cubicBezTo>
                    <a:pt x="63" y="346"/>
                    <a:pt x="81" y="359"/>
                    <a:pt x="103" y="369"/>
                  </a:cubicBezTo>
                  <a:cubicBezTo>
                    <a:pt x="123" y="379"/>
                    <a:pt x="147" y="384"/>
                    <a:pt x="174" y="384"/>
                  </a:cubicBezTo>
                  <a:cubicBezTo>
                    <a:pt x="202" y="384"/>
                    <a:pt x="228" y="379"/>
                    <a:pt x="249" y="369"/>
                  </a:cubicBezTo>
                  <a:cubicBezTo>
                    <a:pt x="271" y="359"/>
                    <a:pt x="291" y="346"/>
                    <a:pt x="304" y="328"/>
                  </a:cubicBezTo>
                  <a:cubicBezTo>
                    <a:pt x="320" y="310"/>
                    <a:pt x="331" y="289"/>
                    <a:pt x="339" y="264"/>
                  </a:cubicBezTo>
                  <a:cubicBezTo>
                    <a:pt x="347" y="241"/>
                    <a:pt x="350" y="214"/>
                    <a:pt x="350" y="187"/>
                  </a:cubicBezTo>
                  <a:cubicBezTo>
                    <a:pt x="350" y="159"/>
                    <a:pt x="346" y="134"/>
                    <a:pt x="339" y="112"/>
                  </a:cubicBezTo>
                  <a:cubicBezTo>
                    <a:pt x="331" y="89"/>
                    <a:pt x="320" y="69"/>
                    <a:pt x="304" y="53"/>
                  </a:cubicBezTo>
                  <a:close/>
                  <a:moveTo>
                    <a:pt x="306" y="256"/>
                  </a:moveTo>
                  <a:lnTo>
                    <a:pt x="306" y="256"/>
                  </a:lnTo>
                  <a:cubicBezTo>
                    <a:pt x="299" y="275"/>
                    <a:pt x="291" y="293"/>
                    <a:pt x="279" y="307"/>
                  </a:cubicBezTo>
                  <a:cubicBezTo>
                    <a:pt x="267" y="321"/>
                    <a:pt x="252" y="332"/>
                    <a:pt x="235" y="340"/>
                  </a:cubicBezTo>
                  <a:cubicBezTo>
                    <a:pt x="217" y="348"/>
                    <a:pt x="197" y="352"/>
                    <a:pt x="174" y="352"/>
                  </a:cubicBezTo>
                  <a:cubicBezTo>
                    <a:pt x="151" y="352"/>
                    <a:pt x="130" y="348"/>
                    <a:pt x="114" y="339"/>
                  </a:cubicBezTo>
                  <a:cubicBezTo>
                    <a:pt x="96" y="330"/>
                    <a:pt x="82" y="318"/>
                    <a:pt x="71" y="304"/>
                  </a:cubicBezTo>
                  <a:cubicBezTo>
                    <a:pt x="60" y="289"/>
                    <a:pt x="50" y="272"/>
                    <a:pt x="45" y="253"/>
                  </a:cubicBezTo>
                  <a:cubicBezTo>
                    <a:pt x="39" y="234"/>
                    <a:pt x="36" y="213"/>
                    <a:pt x="36" y="192"/>
                  </a:cubicBezTo>
                  <a:cubicBezTo>
                    <a:pt x="38" y="170"/>
                    <a:pt x="41" y="149"/>
                    <a:pt x="46" y="130"/>
                  </a:cubicBezTo>
                  <a:cubicBezTo>
                    <a:pt x="53" y="111"/>
                    <a:pt x="61" y="93"/>
                    <a:pt x="74" y="79"/>
                  </a:cubicBezTo>
                  <a:cubicBezTo>
                    <a:pt x="86" y="64"/>
                    <a:pt x="100" y="53"/>
                    <a:pt x="118" y="44"/>
                  </a:cubicBezTo>
                  <a:cubicBezTo>
                    <a:pt x="134" y="35"/>
                    <a:pt x="155" y="31"/>
                    <a:pt x="177" y="31"/>
                  </a:cubicBezTo>
                  <a:cubicBezTo>
                    <a:pt x="201" y="31"/>
                    <a:pt x="221" y="35"/>
                    <a:pt x="239" y="44"/>
                  </a:cubicBezTo>
                  <a:cubicBezTo>
                    <a:pt x="256" y="53"/>
                    <a:pt x="271" y="64"/>
                    <a:pt x="282" y="79"/>
                  </a:cubicBezTo>
                  <a:cubicBezTo>
                    <a:pt x="293" y="93"/>
                    <a:pt x="302" y="111"/>
                    <a:pt x="307" y="130"/>
                  </a:cubicBezTo>
                  <a:cubicBezTo>
                    <a:pt x="311" y="149"/>
                    <a:pt x="314" y="170"/>
                    <a:pt x="314" y="192"/>
                  </a:cubicBezTo>
                  <a:cubicBezTo>
                    <a:pt x="314" y="214"/>
                    <a:pt x="311" y="236"/>
                    <a:pt x="306"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7" name="Freeform 152">
              <a:extLst>
                <a:ext uri="{FF2B5EF4-FFF2-40B4-BE49-F238E27FC236}">
                  <a16:creationId xmlns:a16="http://schemas.microsoft.com/office/drawing/2014/main" id="{3B5E1178-ACA6-B742-DAC7-E5BB5A359714}"/>
                </a:ext>
              </a:extLst>
            </p:cNvPr>
            <p:cNvSpPr>
              <a:spLocks noChangeArrowheads="1"/>
            </p:cNvSpPr>
            <p:nvPr/>
          </p:nvSpPr>
          <p:spPr bwMode="auto">
            <a:xfrm>
              <a:off x="8086725" y="4103688"/>
              <a:ext cx="90488" cy="133350"/>
            </a:xfrm>
            <a:custGeom>
              <a:avLst/>
              <a:gdLst>
                <a:gd name="T0" fmla="*/ 0 w 250"/>
                <a:gd name="T1" fmla="*/ 32 h 372"/>
                <a:gd name="T2" fmla="*/ 108 w 250"/>
                <a:gd name="T3" fmla="*/ 32 h 372"/>
                <a:gd name="T4" fmla="*/ 108 w 250"/>
                <a:gd name="T5" fmla="*/ 371 h 372"/>
                <a:gd name="T6" fmla="*/ 142 w 250"/>
                <a:gd name="T7" fmla="*/ 371 h 372"/>
                <a:gd name="T8" fmla="*/ 142 w 250"/>
                <a:gd name="T9" fmla="*/ 32 h 372"/>
                <a:gd name="T10" fmla="*/ 249 w 250"/>
                <a:gd name="T11" fmla="*/ 32 h 372"/>
                <a:gd name="T12" fmla="*/ 249 w 250"/>
                <a:gd name="T13" fmla="*/ 0 h 372"/>
                <a:gd name="T14" fmla="*/ 0 w 250"/>
                <a:gd name="T15" fmla="*/ 0 h 372"/>
                <a:gd name="T16" fmla="*/ 0 w 250"/>
                <a:gd name="T17" fmla="*/ 3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2">
                  <a:moveTo>
                    <a:pt x="0" y="32"/>
                  </a:moveTo>
                  <a:lnTo>
                    <a:pt x="108" y="32"/>
                  </a:lnTo>
                  <a:lnTo>
                    <a:pt x="108" y="371"/>
                  </a:lnTo>
                  <a:lnTo>
                    <a:pt x="142" y="371"/>
                  </a:lnTo>
                  <a:lnTo>
                    <a:pt x="142" y="32"/>
                  </a:lnTo>
                  <a:lnTo>
                    <a:pt x="249" y="32"/>
                  </a:lnTo>
                  <a:lnTo>
                    <a:pt x="249"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8" name="Freeform 153">
              <a:extLst>
                <a:ext uri="{FF2B5EF4-FFF2-40B4-BE49-F238E27FC236}">
                  <a16:creationId xmlns:a16="http://schemas.microsoft.com/office/drawing/2014/main" id="{39387085-3E84-0ABF-93EC-F62AE4D4153F}"/>
                </a:ext>
              </a:extLst>
            </p:cNvPr>
            <p:cNvSpPr>
              <a:spLocks noChangeArrowheads="1"/>
            </p:cNvSpPr>
            <p:nvPr/>
          </p:nvSpPr>
          <p:spPr bwMode="auto">
            <a:xfrm>
              <a:off x="8199438" y="4103688"/>
              <a:ext cx="12700" cy="133350"/>
            </a:xfrm>
            <a:custGeom>
              <a:avLst/>
              <a:gdLst>
                <a:gd name="T0" fmla="*/ 0 w 35"/>
                <a:gd name="T1" fmla="*/ 371 h 372"/>
                <a:gd name="T2" fmla="*/ 34 w 35"/>
                <a:gd name="T3" fmla="*/ 371 h 372"/>
                <a:gd name="T4" fmla="*/ 34 w 35"/>
                <a:gd name="T5" fmla="*/ 0 h 372"/>
                <a:gd name="T6" fmla="*/ 0 w 35"/>
                <a:gd name="T7" fmla="*/ 0 h 372"/>
                <a:gd name="T8" fmla="*/ 0 w 35"/>
                <a:gd name="T9" fmla="*/ 371 h 372"/>
              </a:gdLst>
              <a:ahLst/>
              <a:cxnLst>
                <a:cxn ang="0">
                  <a:pos x="T0" y="T1"/>
                </a:cxn>
                <a:cxn ang="0">
                  <a:pos x="T2" y="T3"/>
                </a:cxn>
                <a:cxn ang="0">
                  <a:pos x="T4" y="T5"/>
                </a:cxn>
                <a:cxn ang="0">
                  <a:pos x="T6" y="T7"/>
                </a:cxn>
                <a:cxn ang="0">
                  <a:pos x="T8" y="T9"/>
                </a:cxn>
              </a:cxnLst>
              <a:rect l="0" t="0" r="r" b="b"/>
              <a:pathLst>
                <a:path w="35" h="372">
                  <a:moveTo>
                    <a:pt x="0" y="371"/>
                  </a:moveTo>
                  <a:lnTo>
                    <a:pt x="34" y="371"/>
                  </a:lnTo>
                  <a:lnTo>
                    <a:pt x="34"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9" name="Freeform 154">
              <a:extLst>
                <a:ext uri="{FF2B5EF4-FFF2-40B4-BE49-F238E27FC236}">
                  <a16:creationId xmlns:a16="http://schemas.microsoft.com/office/drawing/2014/main" id="{DE7BD655-4CAD-9472-2D0A-86ED10AD76FB}"/>
                </a:ext>
              </a:extLst>
            </p:cNvPr>
            <p:cNvSpPr>
              <a:spLocks noChangeArrowheads="1"/>
            </p:cNvSpPr>
            <p:nvPr/>
          </p:nvSpPr>
          <p:spPr bwMode="auto">
            <a:xfrm>
              <a:off x="8239125" y="4100513"/>
              <a:ext cx="98425" cy="138112"/>
            </a:xfrm>
            <a:custGeom>
              <a:avLst/>
              <a:gdLst>
                <a:gd name="T0" fmla="*/ 271 w 272"/>
                <a:gd name="T1" fmla="*/ 330 h 385"/>
                <a:gd name="T2" fmla="*/ 271 w 272"/>
                <a:gd name="T3" fmla="*/ 330 h 385"/>
                <a:gd name="T4" fmla="*/ 177 w 272"/>
                <a:gd name="T5" fmla="*/ 352 h 385"/>
                <a:gd name="T6" fmla="*/ 116 w 272"/>
                <a:gd name="T7" fmla="*/ 340 h 385"/>
                <a:gd name="T8" fmla="*/ 72 w 272"/>
                <a:gd name="T9" fmla="*/ 307 h 385"/>
                <a:gd name="T10" fmla="*/ 44 w 272"/>
                <a:gd name="T11" fmla="*/ 257 h 385"/>
                <a:gd name="T12" fmla="*/ 36 w 272"/>
                <a:gd name="T13" fmla="*/ 196 h 385"/>
                <a:gd name="T14" fmla="*/ 46 w 272"/>
                <a:gd name="T15" fmla="*/ 130 h 385"/>
                <a:gd name="T16" fmla="*/ 75 w 272"/>
                <a:gd name="T17" fmla="*/ 78 h 385"/>
                <a:gd name="T18" fmla="*/ 122 w 272"/>
                <a:gd name="T19" fmla="*/ 43 h 385"/>
                <a:gd name="T20" fmla="*/ 186 w 272"/>
                <a:gd name="T21" fmla="*/ 31 h 385"/>
                <a:gd name="T22" fmla="*/ 271 w 272"/>
                <a:gd name="T23" fmla="*/ 51 h 385"/>
                <a:gd name="T24" fmla="*/ 271 w 272"/>
                <a:gd name="T25" fmla="*/ 14 h 385"/>
                <a:gd name="T26" fmla="*/ 186 w 272"/>
                <a:gd name="T27" fmla="*/ 0 h 385"/>
                <a:gd name="T28" fmla="*/ 109 w 272"/>
                <a:gd name="T29" fmla="*/ 15 h 385"/>
                <a:gd name="T30" fmla="*/ 50 w 272"/>
                <a:gd name="T31" fmla="*/ 57 h 385"/>
                <a:gd name="T32" fmla="*/ 12 w 272"/>
                <a:gd name="T33" fmla="*/ 120 h 385"/>
                <a:gd name="T34" fmla="*/ 0 w 272"/>
                <a:gd name="T35" fmla="*/ 199 h 385"/>
                <a:gd name="T36" fmla="*/ 11 w 272"/>
                <a:gd name="T37" fmla="*/ 272 h 385"/>
                <a:gd name="T38" fmla="*/ 47 w 272"/>
                <a:gd name="T39" fmla="*/ 332 h 385"/>
                <a:gd name="T40" fmla="*/ 101 w 272"/>
                <a:gd name="T41" fmla="*/ 370 h 385"/>
                <a:gd name="T42" fmla="*/ 173 w 272"/>
                <a:gd name="T43" fmla="*/ 384 h 385"/>
                <a:gd name="T44" fmla="*/ 271 w 272"/>
                <a:gd name="T45" fmla="*/ 364 h 385"/>
                <a:gd name="T46" fmla="*/ 271 w 272"/>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271" y="330"/>
                  </a:moveTo>
                  <a:lnTo>
                    <a:pt x="271" y="330"/>
                  </a:lnTo>
                  <a:cubicBezTo>
                    <a:pt x="244" y="346"/>
                    <a:pt x="213" y="352"/>
                    <a:pt x="177" y="352"/>
                  </a:cubicBezTo>
                  <a:cubicBezTo>
                    <a:pt x="153" y="352"/>
                    <a:pt x="133" y="348"/>
                    <a:pt x="116" y="340"/>
                  </a:cubicBezTo>
                  <a:cubicBezTo>
                    <a:pt x="98" y="332"/>
                    <a:pt x="83" y="321"/>
                    <a:pt x="72" y="307"/>
                  </a:cubicBezTo>
                  <a:cubicBezTo>
                    <a:pt x="59" y="292"/>
                    <a:pt x="51" y="275"/>
                    <a:pt x="44" y="257"/>
                  </a:cubicBezTo>
                  <a:cubicBezTo>
                    <a:pt x="39" y="238"/>
                    <a:pt x="36" y="217"/>
                    <a:pt x="36" y="196"/>
                  </a:cubicBezTo>
                  <a:cubicBezTo>
                    <a:pt x="36" y="173"/>
                    <a:pt x="39" y="151"/>
                    <a:pt x="46" y="130"/>
                  </a:cubicBezTo>
                  <a:cubicBezTo>
                    <a:pt x="52" y="111"/>
                    <a:pt x="62" y="93"/>
                    <a:pt x="75" y="78"/>
                  </a:cubicBezTo>
                  <a:cubicBezTo>
                    <a:pt x="87" y="64"/>
                    <a:pt x="104" y="51"/>
                    <a:pt x="122" y="43"/>
                  </a:cubicBezTo>
                  <a:cubicBezTo>
                    <a:pt x="141" y="35"/>
                    <a:pt x="162" y="31"/>
                    <a:pt x="186" y="31"/>
                  </a:cubicBezTo>
                  <a:cubicBezTo>
                    <a:pt x="215" y="31"/>
                    <a:pt x="244" y="38"/>
                    <a:pt x="271" y="51"/>
                  </a:cubicBezTo>
                  <a:cubicBezTo>
                    <a:pt x="271" y="14"/>
                    <a:pt x="271" y="14"/>
                    <a:pt x="271" y="14"/>
                  </a:cubicBezTo>
                  <a:cubicBezTo>
                    <a:pt x="246" y="4"/>
                    <a:pt x="218" y="0"/>
                    <a:pt x="186" y="0"/>
                  </a:cubicBezTo>
                  <a:cubicBezTo>
                    <a:pt x="157" y="0"/>
                    <a:pt x="131" y="4"/>
                    <a:pt x="109" y="15"/>
                  </a:cubicBezTo>
                  <a:cubicBezTo>
                    <a:pt x="86" y="25"/>
                    <a:pt x="66" y="39"/>
                    <a:pt x="50" y="57"/>
                  </a:cubicBezTo>
                  <a:cubicBezTo>
                    <a:pt x="33" y="75"/>
                    <a:pt x="21" y="96"/>
                    <a:pt x="12" y="120"/>
                  </a:cubicBezTo>
                  <a:cubicBezTo>
                    <a:pt x="4" y="144"/>
                    <a:pt x="0" y="170"/>
                    <a:pt x="0" y="199"/>
                  </a:cubicBezTo>
                  <a:cubicBezTo>
                    <a:pt x="0" y="225"/>
                    <a:pt x="4" y="250"/>
                    <a:pt x="11" y="272"/>
                  </a:cubicBezTo>
                  <a:cubicBezTo>
                    <a:pt x="19" y="296"/>
                    <a:pt x="32" y="315"/>
                    <a:pt x="47" y="332"/>
                  </a:cubicBezTo>
                  <a:cubicBezTo>
                    <a:pt x="62" y="348"/>
                    <a:pt x="80" y="361"/>
                    <a:pt x="101" y="370"/>
                  </a:cubicBezTo>
                  <a:cubicBezTo>
                    <a:pt x="123" y="379"/>
                    <a:pt x="146" y="384"/>
                    <a:pt x="173" y="384"/>
                  </a:cubicBezTo>
                  <a:cubicBezTo>
                    <a:pt x="210" y="384"/>
                    <a:pt x="243" y="377"/>
                    <a:pt x="271" y="364"/>
                  </a:cubicBezTo>
                  <a:lnTo>
                    <a:pt x="271"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0" name="Freeform 155">
              <a:extLst>
                <a:ext uri="{FF2B5EF4-FFF2-40B4-BE49-F238E27FC236}">
                  <a16:creationId xmlns:a16="http://schemas.microsoft.com/office/drawing/2014/main" id="{FAC60165-4B9C-E9B3-FFA7-5378BC3592DB}"/>
                </a:ext>
              </a:extLst>
            </p:cNvPr>
            <p:cNvSpPr>
              <a:spLocks noChangeArrowheads="1"/>
            </p:cNvSpPr>
            <p:nvPr/>
          </p:nvSpPr>
          <p:spPr bwMode="auto">
            <a:xfrm>
              <a:off x="8355013" y="4100513"/>
              <a:ext cx="125412" cy="138112"/>
            </a:xfrm>
            <a:custGeom>
              <a:avLst/>
              <a:gdLst>
                <a:gd name="T0" fmla="*/ 250 w 350"/>
                <a:gd name="T1" fmla="*/ 14 h 385"/>
                <a:gd name="T2" fmla="*/ 250 w 350"/>
                <a:gd name="T3" fmla="*/ 14 h 385"/>
                <a:gd name="T4" fmla="*/ 179 w 350"/>
                <a:gd name="T5" fmla="*/ 0 h 385"/>
                <a:gd name="T6" fmla="*/ 103 w 350"/>
                <a:gd name="T7" fmla="*/ 14 h 385"/>
                <a:gd name="T8" fmla="*/ 47 w 350"/>
                <a:gd name="T9" fmla="*/ 54 h 385"/>
                <a:gd name="T10" fmla="*/ 11 w 350"/>
                <a:gd name="T11" fmla="*/ 116 h 385"/>
                <a:gd name="T12" fmla="*/ 0 w 350"/>
                <a:gd name="T13" fmla="*/ 196 h 385"/>
                <a:gd name="T14" fmla="*/ 11 w 350"/>
                <a:gd name="T15" fmla="*/ 270 h 385"/>
                <a:gd name="T16" fmla="*/ 45 w 350"/>
                <a:gd name="T17" fmla="*/ 329 h 385"/>
                <a:gd name="T18" fmla="*/ 101 w 350"/>
                <a:gd name="T19" fmla="*/ 369 h 385"/>
                <a:gd name="T20" fmla="*/ 172 w 350"/>
                <a:gd name="T21" fmla="*/ 384 h 385"/>
                <a:gd name="T22" fmla="*/ 248 w 350"/>
                <a:gd name="T23" fmla="*/ 369 h 385"/>
                <a:gd name="T24" fmla="*/ 304 w 350"/>
                <a:gd name="T25" fmla="*/ 328 h 385"/>
                <a:gd name="T26" fmla="*/ 337 w 350"/>
                <a:gd name="T27" fmla="*/ 264 h 385"/>
                <a:gd name="T28" fmla="*/ 349 w 350"/>
                <a:gd name="T29" fmla="*/ 187 h 385"/>
                <a:gd name="T30" fmla="*/ 337 w 350"/>
                <a:gd name="T31" fmla="*/ 112 h 385"/>
                <a:gd name="T32" fmla="*/ 304 w 350"/>
                <a:gd name="T33" fmla="*/ 53 h 385"/>
                <a:gd name="T34" fmla="*/ 250 w 350"/>
                <a:gd name="T35" fmla="*/ 14 h 385"/>
                <a:gd name="T36" fmla="*/ 313 w 350"/>
                <a:gd name="T37" fmla="*/ 192 h 385"/>
                <a:gd name="T38" fmla="*/ 313 w 350"/>
                <a:gd name="T39" fmla="*/ 192 h 385"/>
                <a:gd name="T40" fmla="*/ 304 w 350"/>
                <a:gd name="T41" fmla="*/ 256 h 385"/>
                <a:gd name="T42" fmla="*/ 277 w 350"/>
                <a:gd name="T43" fmla="*/ 307 h 385"/>
                <a:gd name="T44" fmla="*/ 233 w 350"/>
                <a:gd name="T45" fmla="*/ 340 h 385"/>
                <a:gd name="T46" fmla="*/ 172 w 350"/>
                <a:gd name="T47" fmla="*/ 352 h 385"/>
                <a:gd name="T48" fmla="*/ 112 w 350"/>
                <a:gd name="T49" fmla="*/ 339 h 385"/>
                <a:gd name="T50" fmla="*/ 69 w 350"/>
                <a:gd name="T51" fmla="*/ 304 h 385"/>
                <a:gd name="T52" fmla="*/ 44 w 350"/>
                <a:gd name="T53" fmla="*/ 253 h 385"/>
                <a:gd name="T54" fmla="*/ 36 w 350"/>
                <a:gd name="T55" fmla="*/ 192 h 385"/>
                <a:gd name="T56" fmla="*/ 45 w 350"/>
                <a:gd name="T57" fmla="*/ 130 h 385"/>
                <a:gd name="T58" fmla="*/ 72 w 350"/>
                <a:gd name="T59" fmla="*/ 79 h 385"/>
                <a:gd name="T60" fmla="*/ 116 w 350"/>
                <a:gd name="T61" fmla="*/ 44 h 385"/>
                <a:gd name="T62" fmla="*/ 175 w 350"/>
                <a:gd name="T63" fmla="*/ 31 h 385"/>
                <a:gd name="T64" fmla="*/ 237 w 350"/>
                <a:gd name="T65" fmla="*/ 44 h 385"/>
                <a:gd name="T66" fmla="*/ 280 w 350"/>
                <a:gd name="T67" fmla="*/ 79 h 385"/>
                <a:gd name="T68" fmla="*/ 305 w 350"/>
                <a:gd name="T69" fmla="*/ 130 h 385"/>
                <a:gd name="T70" fmla="*/ 313 w 350"/>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250" y="14"/>
                  </a:moveTo>
                  <a:lnTo>
                    <a:pt x="250" y="14"/>
                  </a:lnTo>
                  <a:cubicBezTo>
                    <a:pt x="229" y="4"/>
                    <a:pt x="206" y="0"/>
                    <a:pt x="179" y="0"/>
                  </a:cubicBezTo>
                  <a:cubicBezTo>
                    <a:pt x="150" y="0"/>
                    <a:pt x="125" y="4"/>
                    <a:pt x="103" y="14"/>
                  </a:cubicBezTo>
                  <a:cubicBezTo>
                    <a:pt x="81" y="24"/>
                    <a:pt x="62" y="38"/>
                    <a:pt x="47" y="54"/>
                  </a:cubicBezTo>
                  <a:cubicBezTo>
                    <a:pt x="32" y="71"/>
                    <a:pt x="19" y="91"/>
                    <a:pt x="11" y="116"/>
                  </a:cubicBezTo>
                  <a:cubicBezTo>
                    <a:pt x="4" y="140"/>
                    <a:pt x="0" y="167"/>
                    <a:pt x="0" y="196"/>
                  </a:cubicBezTo>
                  <a:cubicBezTo>
                    <a:pt x="0" y="223"/>
                    <a:pt x="4" y="246"/>
                    <a:pt x="11" y="270"/>
                  </a:cubicBezTo>
                  <a:cubicBezTo>
                    <a:pt x="19" y="292"/>
                    <a:pt x="30" y="312"/>
                    <a:pt x="45" y="329"/>
                  </a:cubicBezTo>
                  <a:cubicBezTo>
                    <a:pt x="61" y="346"/>
                    <a:pt x="79" y="359"/>
                    <a:pt x="101" y="369"/>
                  </a:cubicBezTo>
                  <a:cubicBezTo>
                    <a:pt x="121" y="379"/>
                    <a:pt x="146" y="384"/>
                    <a:pt x="172" y="384"/>
                  </a:cubicBezTo>
                  <a:cubicBezTo>
                    <a:pt x="201" y="384"/>
                    <a:pt x="226" y="379"/>
                    <a:pt x="248" y="369"/>
                  </a:cubicBezTo>
                  <a:cubicBezTo>
                    <a:pt x="271" y="359"/>
                    <a:pt x="288" y="346"/>
                    <a:pt x="304" y="328"/>
                  </a:cubicBezTo>
                  <a:cubicBezTo>
                    <a:pt x="317" y="310"/>
                    <a:pt x="330" y="289"/>
                    <a:pt x="337" y="264"/>
                  </a:cubicBezTo>
                  <a:cubicBezTo>
                    <a:pt x="345" y="241"/>
                    <a:pt x="349" y="214"/>
                    <a:pt x="349" y="187"/>
                  </a:cubicBezTo>
                  <a:cubicBezTo>
                    <a:pt x="349" y="159"/>
                    <a:pt x="345" y="134"/>
                    <a:pt x="337" y="112"/>
                  </a:cubicBezTo>
                  <a:cubicBezTo>
                    <a:pt x="329" y="89"/>
                    <a:pt x="317" y="69"/>
                    <a:pt x="304" y="53"/>
                  </a:cubicBezTo>
                  <a:cubicBezTo>
                    <a:pt x="288" y="36"/>
                    <a:pt x="271" y="24"/>
                    <a:pt x="250" y="14"/>
                  </a:cubicBezTo>
                  <a:close/>
                  <a:moveTo>
                    <a:pt x="313" y="192"/>
                  </a:moveTo>
                  <a:lnTo>
                    <a:pt x="313" y="192"/>
                  </a:lnTo>
                  <a:cubicBezTo>
                    <a:pt x="313" y="214"/>
                    <a:pt x="309" y="236"/>
                    <a:pt x="304" y="256"/>
                  </a:cubicBezTo>
                  <a:cubicBezTo>
                    <a:pt x="298" y="275"/>
                    <a:pt x="288" y="293"/>
                    <a:pt x="277" y="307"/>
                  </a:cubicBezTo>
                  <a:cubicBezTo>
                    <a:pt x="265" y="321"/>
                    <a:pt x="251" y="332"/>
                    <a:pt x="233" y="340"/>
                  </a:cubicBezTo>
                  <a:cubicBezTo>
                    <a:pt x="215" y="348"/>
                    <a:pt x="196" y="352"/>
                    <a:pt x="172" y="352"/>
                  </a:cubicBezTo>
                  <a:cubicBezTo>
                    <a:pt x="149" y="352"/>
                    <a:pt x="130" y="348"/>
                    <a:pt x="112" y="339"/>
                  </a:cubicBezTo>
                  <a:cubicBezTo>
                    <a:pt x="95" y="330"/>
                    <a:pt x="80" y="318"/>
                    <a:pt x="69" y="304"/>
                  </a:cubicBezTo>
                  <a:cubicBezTo>
                    <a:pt x="58" y="289"/>
                    <a:pt x="50" y="272"/>
                    <a:pt x="44" y="253"/>
                  </a:cubicBezTo>
                  <a:cubicBezTo>
                    <a:pt x="38" y="234"/>
                    <a:pt x="36" y="213"/>
                    <a:pt x="36" y="192"/>
                  </a:cubicBezTo>
                  <a:cubicBezTo>
                    <a:pt x="36" y="170"/>
                    <a:pt x="38" y="149"/>
                    <a:pt x="45" y="130"/>
                  </a:cubicBezTo>
                  <a:cubicBezTo>
                    <a:pt x="51" y="111"/>
                    <a:pt x="61" y="93"/>
                    <a:pt x="72" y="79"/>
                  </a:cubicBezTo>
                  <a:cubicBezTo>
                    <a:pt x="84" y="64"/>
                    <a:pt x="98" y="53"/>
                    <a:pt x="116" y="44"/>
                  </a:cubicBezTo>
                  <a:cubicBezTo>
                    <a:pt x="132" y="35"/>
                    <a:pt x="153" y="31"/>
                    <a:pt x="175" y="31"/>
                  </a:cubicBezTo>
                  <a:cubicBezTo>
                    <a:pt x="200" y="31"/>
                    <a:pt x="221" y="35"/>
                    <a:pt x="237" y="44"/>
                  </a:cubicBezTo>
                  <a:cubicBezTo>
                    <a:pt x="255" y="53"/>
                    <a:pt x="269" y="64"/>
                    <a:pt x="280" y="79"/>
                  </a:cubicBezTo>
                  <a:cubicBezTo>
                    <a:pt x="291" y="93"/>
                    <a:pt x="300" y="111"/>
                    <a:pt x="305" y="130"/>
                  </a:cubicBezTo>
                  <a:cubicBezTo>
                    <a:pt x="311" y="149"/>
                    <a:pt x="313" y="170"/>
                    <a:pt x="313"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1" name="Freeform 156">
              <a:extLst>
                <a:ext uri="{FF2B5EF4-FFF2-40B4-BE49-F238E27FC236}">
                  <a16:creationId xmlns:a16="http://schemas.microsoft.com/office/drawing/2014/main" id="{057932B6-44F4-04B3-5EB4-94BA4154F089}"/>
                </a:ext>
              </a:extLst>
            </p:cNvPr>
            <p:cNvSpPr>
              <a:spLocks noChangeArrowheads="1"/>
            </p:cNvSpPr>
            <p:nvPr/>
          </p:nvSpPr>
          <p:spPr bwMode="auto">
            <a:xfrm>
              <a:off x="8505825" y="4103688"/>
              <a:ext cx="104775" cy="133350"/>
            </a:xfrm>
            <a:custGeom>
              <a:avLst/>
              <a:gdLst>
                <a:gd name="T0" fmla="*/ 256 w 292"/>
                <a:gd name="T1" fmla="*/ 276 h 372"/>
                <a:gd name="T2" fmla="*/ 256 w 292"/>
                <a:gd name="T3" fmla="*/ 276 h 372"/>
                <a:gd name="T4" fmla="*/ 257 w 292"/>
                <a:gd name="T5" fmla="*/ 299 h 372"/>
                <a:gd name="T6" fmla="*/ 259 w 292"/>
                <a:gd name="T7" fmla="*/ 319 h 372"/>
                <a:gd name="T8" fmla="*/ 257 w 292"/>
                <a:gd name="T9" fmla="*/ 319 h 372"/>
                <a:gd name="T10" fmla="*/ 250 w 292"/>
                <a:gd name="T11" fmla="*/ 308 h 372"/>
                <a:gd name="T12" fmla="*/ 242 w 292"/>
                <a:gd name="T13" fmla="*/ 294 h 372"/>
                <a:gd name="T14" fmla="*/ 39 w 292"/>
                <a:gd name="T15" fmla="*/ 0 h 372"/>
                <a:gd name="T16" fmla="*/ 0 w 292"/>
                <a:gd name="T17" fmla="*/ 0 h 372"/>
                <a:gd name="T18" fmla="*/ 0 w 292"/>
                <a:gd name="T19" fmla="*/ 371 h 372"/>
                <a:gd name="T20" fmla="*/ 35 w 292"/>
                <a:gd name="T21" fmla="*/ 371 h 372"/>
                <a:gd name="T22" fmla="*/ 35 w 292"/>
                <a:gd name="T23" fmla="*/ 84 h 372"/>
                <a:gd name="T24" fmla="*/ 35 w 292"/>
                <a:gd name="T25" fmla="*/ 63 h 372"/>
                <a:gd name="T26" fmla="*/ 34 w 292"/>
                <a:gd name="T27" fmla="*/ 49 h 372"/>
                <a:gd name="T28" fmla="*/ 35 w 292"/>
                <a:gd name="T29" fmla="*/ 49 h 372"/>
                <a:gd name="T30" fmla="*/ 42 w 292"/>
                <a:gd name="T31" fmla="*/ 62 h 372"/>
                <a:gd name="T32" fmla="*/ 49 w 292"/>
                <a:gd name="T33" fmla="*/ 73 h 372"/>
                <a:gd name="T34" fmla="*/ 256 w 292"/>
                <a:gd name="T35" fmla="*/ 371 h 372"/>
                <a:gd name="T36" fmla="*/ 291 w 292"/>
                <a:gd name="T37" fmla="*/ 371 h 372"/>
                <a:gd name="T38" fmla="*/ 291 w 292"/>
                <a:gd name="T39" fmla="*/ 0 h 372"/>
                <a:gd name="T40" fmla="*/ 256 w 292"/>
                <a:gd name="T41" fmla="*/ 0 h 372"/>
                <a:gd name="T42" fmla="*/ 256 w 292"/>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2" h="372">
                  <a:moveTo>
                    <a:pt x="256" y="276"/>
                  </a:moveTo>
                  <a:lnTo>
                    <a:pt x="256" y="276"/>
                  </a:lnTo>
                  <a:cubicBezTo>
                    <a:pt x="256" y="284"/>
                    <a:pt x="256" y="293"/>
                    <a:pt x="257" y="299"/>
                  </a:cubicBezTo>
                  <a:cubicBezTo>
                    <a:pt x="257" y="306"/>
                    <a:pt x="257" y="313"/>
                    <a:pt x="259" y="319"/>
                  </a:cubicBezTo>
                  <a:cubicBezTo>
                    <a:pt x="257" y="319"/>
                    <a:pt x="257" y="319"/>
                    <a:pt x="257" y="319"/>
                  </a:cubicBezTo>
                  <a:cubicBezTo>
                    <a:pt x="255" y="315"/>
                    <a:pt x="253" y="312"/>
                    <a:pt x="250" y="308"/>
                  </a:cubicBezTo>
                  <a:cubicBezTo>
                    <a:pt x="248" y="304"/>
                    <a:pt x="245" y="299"/>
                    <a:pt x="242" y="294"/>
                  </a:cubicBezTo>
                  <a:cubicBezTo>
                    <a:pt x="39" y="0"/>
                    <a:pt x="39" y="0"/>
                    <a:pt x="39"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5" y="63"/>
                  </a:cubicBezTo>
                  <a:cubicBezTo>
                    <a:pt x="35" y="58"/>
                    <a:pt x="35" y="54"/>
                    <a:pt x="34" y="49"/>
                  </a:cubicBezTo>
                  <a:cubicBezTo>
                    <a:pt x="35" y="49"/>
                    <a:pt x="35" y="49"/>
                    <a:pt x="35" y="49"/>
                  </a:cubicBezTo>
                  <a:cubicBezTo>
                    <a:pt x="36" y="54"/>
                    <a:pt x="39" y="58"/>
                    <a:pt x="42" y="62"/>
                  </a:cubicBezTo>
                  <a:cubicBezTo>
                    <a:pt x="45" y="66"/>
                    <a:pt x="46" y="69"/>
                    <a:pt x="49" y="73"/>
                  </a:cubicBezTo>
                  <a:cubicBezTo>
                    <a:pt x="256" y="371"/>
                    <a:pt x="256" y="371"/>
                    <a:pt x="256" y="371"/>
                  </a:cubicBezTo>
                  <a:cubicBezTo>
                    <a:pt x="291" y="371"/>
                    <a:pt x="291" y="371"/>
                    <a:pt x="291" y="371"/>
                  </a:cubicBezTo>
                  <a:cubicBezTo>
                    <a:pt x="291" y="0"/>
                    <a:pt x="291" y="0"/>
                    <a:pt x="291"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2" name="Freeform 157">
              <a:extLst>
                <a:ext uri="{FF2B5EF4-FFF2-40B4-BE49-F238E27FC236}">
                  <a16:creationId xmlns:a16="http://schemas.microsoft.com/office/drawing/2014/main" id="{E20F22AF-FF1E-74CC-2347-6641E51B2C7E}"/>
                </a:ext>
              </a:extLst>
            </p:cNvPr>
            <p:cNvSpPr>
              <a:spLocks noChangeArrowheads="1"/>
            </p:cNvSpPr>
            <p:nvPr/>
          </p:nvSpPr>
          <p:spPr bwMode="auto">
            <a:xfrm>
              <a:off x="8640763" y="4100513"/>
              <a:ext cx="76200" cy="138112"/>
            </a:xfrm>
            <a:custGeom>
              <a:avLst/>
              <a:gdLst>
                <a:gd name="T0" fmla="*/ 187 w 211"/>
                <a:gd name="T1" fmla="*/ 227 h 384"/>
                <a:gd name="T2" fmla="*/ 187 w 211"/>
                <a:gd name="T3" fmla="*/ 227 h 384"/>
                <a:gd name="T4" fmla="*/ 158 w 211"/>
                <a:gd name="T5" fmla="*/ 202 h 384"/>
                <a:gd name="T6" fmla="*/ 118 w 211"/>
                <a:gd name="T7" fmla="*/ 177 h 384"/>
                <a:gd name="T8" fmla="*/ 80 w 211"/>
                <a:gd name="T9" fmla="*/ 156 h 384"/>
                <a:gd name="T10" fmla="*/ 56 w 211"/>
                <a:gd name="T11" fmla="*/ 138 h 384"/>
                <a:gd name="T12" fmla="*/ 42 w 211"/>
                <a:gd name="T13" fmla="*/ 118 h 384"/>
                <a:gd name="T14" fmla="*/ 38 w 211"/>
                <a:gd name="T15" fmla="*/ 93 h 384"/>
                <a:gd name="T16" fmla="*/ 43 w 211"/>
                <a:gd name="T17" fmla="*/ 67 h 384"/>
                <a:gd name="T18" fmla="*/ 61 w 211"/>
                <a:gd name="T19" fmla="*/ 47 h 384"/>
                <a:gd name="T20" fmla="*/ 86 w 211"/>
                <a:gd name="T21" fmla="*/ 35 h 384"/>
                <a:gd name="T22" fmla="*/ 118 w 211"/>
                <a:gd name="T23" fmla="*/ 31 h 384"/>
                <a:gd name="T24" fmla="*/ 195 w 211"/>
                <a:gd name="T25" fmla="*/ 50 h 384"/>
                <a:gd name="T26" fmla="*/ 195 w 211"/>
                <a:gd name="T27" fmla="*/ 11 h 384"/>
                <a:gd name="T28" fmla="*/ 122 w 211"/>
                <a:gd name="T29" fmla="*/ 0 h 384"/>
                <a:gd name="T30" fmla="*/ 75 w 211"/>
                <a:gd name="T31" fmla="*/ 6 h 384"/>
                <a:gd name="T32" fmla="*/ 36 w 211"/>
                <a:gd name="T33" fmla="*/ 25 h 384"/>
                <a:gd name="T34" fmla="*/ 11 w 211"/>
                <a:gd name="T35" fmla="*/ 55 h 384"/>
                <a:gd name="T36" fmla="*/ 2 w 211"/>
                <a:gd name="T37" fmla="*/ 97 h 384"/>
                <a:gd name="T38" fmla="*/ 6 w 211"/>
                <a:gd name="T39" fmla="*/ 129 h 384"/>
                <a:gd name="T40" fmla="*/ 22 w 211"/>
                <a:gd name="T41" fmla="*/ 155 h 384"/>
                <a:gd name="T42" fmla="*/ 50 w 211"/>
                <a:gd name="T43" fmla="*/ 178 h 384"/>
                <a:gd name="T44" fmla="*/ 90 w 211"/>
                <a:gd name="T45" fmla="*/ 202 h 384"/>
                <a:gd name="T46" fmla="*/ 127 w 211"/>
                <a:gd name="T47" fmla="*/ 224 h 384"/>
                <a:gd name="T48" fmla="*/ 154 w 211"/>
                <a:gd name="T49" fmla="*/ 243 h 384"/>
                <a:gd name="T50" fmla="*/ 169 w 211"/>
                <a:gd name="T51" fmla="*/ 264 h 384"/>
                <a:gd name="T52" fmla="*/ 174 w 211"/>
                <a:gd name="T53" fmla="*/ 289 h 384"/>
                <a:gd name="T54" fmla="*/ 154 w 211"/>
                <a:gd name="T55" fmla="*/ 336 h 384"/>
                <a:gd name="T56" fmla="*/ 90 w 211"/>
                <a:gd name="T57" fmla="*/ 352 h 384"/>
                <a:gd name="T58" fmla="*/ 67 w 211"/>
                <a:gd name="T59" fmla="*/ 351 h 384"/>
                <a:gd name="T60" fmla="*/ 43 w 211"/>
                <a:gd name="T61" fmla="*/ 344 h 384"/>
                <a:gd name="T62" fmla="*/ 21 w 211"/>
                <a:gd name="T63" fmla="*/ 336 h 384"/>
                <a:gd name="T64" fmla="*/ 0 w 211"/>
                <a:gd name="T65" fmla="*/ 323 h 384"/>
                <a:gd name="T66" fmla="*/ 0 w 211"/>
                <a:gd name="T67" fmla="*/ 364 h 384"/>
                <a:gd name="T68" fmla="*/ 18 w 211"/>
                <a:gd name="T69" fmla="*/ 372 h 384"/>
                <a:gd name="T70" fmla="*/ 42 w 211"/>
                <a:gd name="T71" fmla="*/ 377 h 384"/>
                <a:gd name="T72" fmla="*/ 67 w 211"/>
                <a:gd name="T73" fmla="*/ 381 h 384"/>
                <a:gd name="T74" fmla="*/ 87 w 211"/>
                <a:gd name="T75" fmla="*/ 383 h 384"/>
                <a:gd name="T76" fmla="*/ 137 w 211"/>
                <a:gd name="T77" fmla="*/ 377 h 384"/>
                <a:gd name="T78" fmla="*/ 176 w 211"/>
                <a:gd name="T79" fmla="*/ 359 h 384"/>
                <a:gd name="T80" fmla="*/ 201 w 211"/>
                <a:gd name="T81" fmla="*/ 328 h 384"/>
                <a:gd name="T82" fmla="*/ 210 w 211"/>
                <a:gd name="T83" fmla="*/ 285 h 384"/>
                <a:gd name="T84" fmla="*/ 205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80" y="217"/>
                    <a:pt x="170" y="209"/>
                    <a:pt x="158" y="202"/>
                  </a:cubicBezTo>
                  <a:cubicBezTo>
                    <a:pt x="147" y="194"/>
                    <a:pt x="133" y="185"/>
                    <a:pt x="118" y="177"/>
                  </a:cubicBezTo>
                  <a:cubicBezTo>
                    <a:pt x="103" y="169"/>
                    <a:pt x="90" y="162"/>
                    <a:pt x="80" y="156"/>
                  </a:cubicBezTo>
                  <a:cubicBezTo>
                    <a:pt x="69" y="149"/>
                    <a:pt x="61" y="144"/>
                    <a:pt x="56" y="138"/>
                  </a:cubicBezTo>
                  <a:cubicBezTo>
                    <a:pt x="49" y="131"/>
                    <a:pt x="45" y="125"/>
                    <a:pt x="42" y="118"/>
                  </a:cubicBezTo>
                  <a:cubicBezTo>
                    <a:pt x="39" y="111"/>
                    <a:pt x="38" y="102"/>
                    <a:pt x="38" y="93"/>
                  </a:cubicBezTo>
                  <a:cubicBezTo>
                    <a:pt x="38" y="83"/>
                    <a:pt x="39" y="73"/>
                    <a:pt x="43" y="67"/>
                  </a:cubicBezTo>
                  <a:cubicBezTo>
                    <a:pt x="47" y="58"/>
                    <a:pt x="53" y="51"/>
                    <a:pt x="61" y="47"/>
                  </a:cubicBezTo>
                  <a:cubicBezTo>
                    <a:pt x="68" y="42"/>
                    <a:pt x="76" y="38"/>
                    <a:pt x="86" y="35"/>
                  </a:cubicBezTo>
                  <a:cubicBezTo>
                    <a:pt x="96" y="32"/>
                    <a:pt x="107" y="31"/>
                    <a:pt x="118" y="31"/>
                  </a:cubicBezTo>
                  <a:cubicBezTo>
                    <a:pt x="147" y="31"/>
                    <a:pt x="173" y="38"/>
                    <a:pt x="195" y="50"/>
                  </a:cubicBezTo>
                  <a:cubicBezTo>
                    <a:pt x="195" y="11"/>
                    <a:pt x="195" y="11"/>
                    <a:pt x="195" y="11"/>
                  </a:cubicBezTo>
                  <a:cubicBezTo>
                    <a:pt x="176" y="4"/>
                    <a:pt x="151" y="0"/>
                    <a:pt x="122" y="0"/>
                  </a:cubicBezTo>
                  <a:cubicBezTo>
                    <a:pt x="105" y="0"/>
                    <a:pt x="89" y="2"/>
                    <a:pt x="75" y="6"/>
                  </a:cubicBezTo>
                  <a:cubicBezTo>
                    <a:pt x="60" y="11"/>
                    <a:pt x="47" y="17"/>
                    <a:pt x="36" y="25"/>
                  </a:cubicBezTo>
                  <a:cubicBezTo>
                    <a:pt x="25" y="33"/>
                    <a:pt x="17" y="44"/>
                    <a:pt x="11" y="55"/>
                  </a:cubicBezTo>
                  <a:cubicBezTo>
                    <a:pt x="5" y="68"/>
                    <a:pt x="2" y="82"/>
                    <a:pt x="2" y="97"/>
                  </a:cubicBezTo>
                  <a:cubicBezTo>
                    <a:pt x="2" y="108"/>
                    <a:pt x="3" y="119"/>
                    <a:pt x="6" y="129"/>
                  </a:cubicBezTo>
                  <a:cubicBezTo>
                    <a:pt x="10" y="138"/>
                    <a:pt x="14" y="147"/>
                    <a:pt x="22" y="155"/>
                  </a:cubicBezTo>
                  <a:cubicBezTo>
                    <a:pt x="29" y="162"/>
                    <a:pt x="39" y="170"/>
                    <a:pt x="50" y="178"/>
                  </a:cubicBezTo>
                  <a:cubicBezTo>
                    <a:pt x="61" y="185"/>
                    <a:pt x="75" y="194"/>
                    <a:pt x="90" y="202"/>
                  </a:cubicBezTo>
                  <a:cubicBezTo>
                    <a:pt x="105" y="210"/>
                    <a:pt x="118" y="217"/>
                    <a:pt x="127" y="224"/>
                  </a:cubicBezTo>
                  <a:cubicBezTo>
                    <a:pt x="139" y="230"/>
                    <a:pt x="147" y="236"/>
                    <a:pt x="154" y="243"/>
                  </a:cubicBezTo>
                  <a:cubicBezTo>
                    <a:pt x="161" y="249"/>
                    <a:pt x="166" y="256"/>
                    <a:pt x="169" y="264"/>
                  </a:cubicBezTo>
                  <a:cubicBezTo>
                    <a:pt x="173" y="271"/>
                    <a:pt x="174" y="279"/>
                    <a:pt x="174" y="289"/>
                  </a:cubicBezTo>
                  <a:cubicBezTo>
                    <a:pt x="174" y="310"/>
                    <a:pt x="168" y="325"/>
                    <a:pt x="154" y="336"/>
                  </a:cubicBezTo>
                  <a:cubicBezTo>
                    <a:pt x="140" y="347"/>
                    <a:pt x="118" y="352"/>
                    <a:pt x="90" y="352"/>
                  </a:cubicBezTo>
                  <a:cubicBezTo>
                    <a:pt x="83" y="352"/>
                    <a:pt x="75" y="351"/>
                    <a:pt x="67" y="351"/>
                  </a:cubicBezTo>
                  <a:cubicBezTo>
                    <a:pt x="60" y="350"/>
                    <a:pt x="51" y="347"/>
                    <a:pt x="43" y="344"/>
                  </a:cubicBezTo>
                  <a:cubicBezTo>
                    <a:pt x="36" y="343"/>
                    <a:pt x="28" y="339"/>
                    <a:pt x="21" y="336"/>
                  </a:cubicBezTo>
                  <a:cubicBezTo>
                    <a:pt x="13" y="332"/>
                    <a:pt x="6" y="328"/>
                    <a:pt x="0" y="323"/>
                  </a:cubicBezTo>
                  <a:cubicBezTo>
                    <a:pt x="0" y="364"/>
                    <a:pt x="0" y="364"/>
                    <a:pt x="0" y="364"/>
                  </a:cubicBezTo>
                  <a:cubicBezTo>
                    <a:pt x="5" y="366"/>
                    <a:pt x="10" y="369"/>
                    <a:pt x="18" y="372"/>
                  </a:cubicBezTo>
                  <a:cubicBezTo>
                    <a:pt x="25" y="375"/>
                    <a:pt x="34" y="376"/>
                    <a:pt x="42" y="377"/>
                  </a:cubicBezTo>
                  <a:cubicBezTo>
                    <a:pt x="50" y="380"/>
                    <a:pt x="58" y="381"/>
                    <a:pt x="67" y="381"/>
                  </a:cubicBezTo>
                  <a:cubicBezTo>
                    <a:pt x="75" y="383"/>
                    <a:pt x="82" y="383"/>
                    <a:pt x="87" y="383"/>
                  </a:cubicBezTo>
                  <a:cubicBezTo>
                    <a:pt x="105" y="383"/>
                    <a:pt x="122" y="381"/>
                    <a:pt x="137" y="377"/>
                  </a:cubicBezTo>
                  <a:cubicBezTo>
                    <a:pt x="152" y="373"/>
                    <a:pt x="165" y="368"/>
                    <a:pt x="176" y="359"/>
                  </a:cubicBezTo>
                  <a:cubicBezTo>
                    <a:pt x="187" y="351"/>
                    <a:pt x="195" y="340"/>
                    <a:pt x="201" y="328"/>
                  </a:cubicBezTo>
                  <a:cubicBezTo>
                    <a:pt x="208" y="315"/>
                    <a:pt x="210" y="301"/>
                    <a:pt x="210" y="285"/>
                  </a:cubicBezTo>
                  <a:cubicBezTo>
                    <a:pt x="210" y="274"/>
                    <a:pt x="209" y="263"/>
                    <a:pt x="205" y="253"/>
                  </a:cubicBezTo>
                  <a:cubicBezTo>
                    <a:pt x="201" y="243"/>
                    <a:pt x="195"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3" name="Freeform 158">
              <a:extLst>
                <a:ext uri="{FF2B5EF4-FFF2-40B4-BE49-F238E27FC236}">
                  <a16:creationId xmlns:a16="http://schemas.microsoft.com/office/drawing/2014/main" id="{03CCEF8D-7859-6D1D-FCDE-2320D1DF9721}"/>
                </a:ext>
              </a:extLst>
            </p:cNvPr>
            <p:cNvSpPr>
              <a:spLocks noChangeArrowheads="1"/>
            </p:cNvSpPr>
            <p:nvPr/>
          </p:nvSpPr>
          <p:spPr bwMode="auto">
            <a:xfrm>
              <a:off x="8796338" y="4103688"/>
              <a:ext cx="66675" cy="133350"/>
            </a:xfrm>
            <a:custGeom>
              <a:avLst/>
              <a:gdLst>
                <a:gd name="T0" fmla="*/ 183 w 184"/>
                <a:gd name="T1" fmla="*/ 340 h 372"/>
                <a:gd name="T2" fmla="*/ 34 w 184"/>
                <a:gd name="T3" fmla="*/ 340 h 372"/>
                <a:gd name="T4" fmla="*/ 34 w 184"/>
                <a:gd name="T5" fmla="*/ 0 h 372"/>
                <a:gd name="T6" fmla="*/ 0 w 184"/>
                <a:gd name="T7" fmla="*/ 0 h 372"/>
                <a:gd name="T8" fmla="*/ 0 w 184"/>
                <a:gd name="T9" fmla="*/ 371 h 372"/>
                <a:gd name="T10" fmla="*/ 183 w 184"/>
                <a:gd name="T11" fmla="*/ 371 h 372"/>
                <a:gd name="T12" fmla="*/ 183 w 184"/>
                <a:gd name="T13" fmla="*/ 340 h 372"/>
              </a:gdLst>
              <a:ahLst/>
              <a:cxnLst>
                <a:cxn ang="0">
                  <a:pos x="T0" y="T1"/>
                </a:cxn>
                <a:cxn ang="0">
                  <a:pos x="T2" y="T3"/>
                </a:cxn>
                <a:cxn ang="0">
                  <a:pos x="T4" y="T5"/>
                </a:cxn>
                <a:cxn ang="0">
                  <a:pos x="T6" y="T7"/>
                </a:cxn>
                <a:cxn ang="0">
                  <a:pos x="T8" y="T9"/>
                </a:cxn>
                <a:cxn ang="0">
                  <a:pos x="T10" y="T11"/>
                </a:cxn>
                <a:cxn ang="0">
                  <a:pos x="T12" y="T13"/>
                </a:cxn>
              </a:cxnLst>
              <a:rect l="0" t="0" r="r" b="b"/>
              <a:pathLst>
                <a:path w="184" h="372">
                  <a:moveTo>
                    <a:pt x="183" y="340"/>
                  </a:moveTo>
                  <a:lnTo>
                    <a:pt x="34" y="340"/>
                  </a:lnTo>
                  <a:lnTo>
                    <a:pt x="34" y="0"/>
                  </a:lnTo>
                  <a:lnTo>
                    <a:pt x="0" y="0"/>
                  </a:lnTo>
                  <a:lnTo>
                    <a:pt x="0" y="371"/>
                  </a:lnTo>
                  <a:lnTo>
                    <a:pt x="183" y="371"/>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4" name="Freeform 159">
              <a:extLst>
                <a:ext uri="{FF2B5EF4-FFF2-40B4-BE49-F238E27FC236}">
                  <a16:creationId xmlns:a16="http://schemas.microsoft.com/office/drawing/2014/main" id="{E0214016-BDAC-9E08-2F81-BBF362AB3E49}"/>
                </a:ext>
              </a:extLst>
            </p:cNvPr>
            <p:cNvSpPr>
              <a:spLocks noChangeArrowheads="1"/>
            </p:cNvSpPr>
            <p:nvPr/>
          </p:nvSpPr>
          <p:spPr bwMode="auto">
            <a:xfrm>
              <a:off x="8885238" y="4103688"/>
              <a:ext cx="12700" cy="133350"/>
            </a:xfrm>
            <a:custGeom>
              <a:avLst/>
              <a:gdLst>
                <a:gd name="T0" fmla="*/ 34 w 35"/>
                <a:gd name="T1" fmla="*/ 371 h 372"/>
                <a:gd name="T2" fmla="*/ 34 w 35"/>
                <a:gd name="T3" fmla="*/ 0 h 372"/>
                <a:gd name="T4" fmla="*/ 0 w 35"/>
                <a:gd name="T5" fmla="*/ 0 h 372"/>
                <a:gd name="T6" fmla="*/ 0 w 35"/>
                <a:gd name="T7" fmla="*/ 371 h 372"/>
                <a:gd name="T8" fmla="*/ 34 w 35"/>
                <a:gd name="T9" fmla="*/ 371 h 372"/>
              </a:gdLst>
              <a:ahLst/>
              <a:cxnLst>
                <a:cxn ang="0">
                  <a:pos x="T0" y="T1"/>
                </a:cxn>
                <a:cxn ang="0">
                  <a:pos x="T2" y="T3"/>
                </a:cxn>
                <a:cxn ang="0">
                  <a:pos x="T4" y="T5"/>
                </a:cxn>
                <a:cxn ang="0">
                  <a:pos x="T6" y="T7"/>
                </a:cxn>
                <a:cxn ang="0">
                  <a:pos x="T8" y="T9"/>
                </a:cxn>
              </a:cxnLst>
              <a:rect l="0" t="0" r="r" b="b"/>
              <a:pathLst>
                <a:path w="35" h="372">
                  <a:moveTo>
                    <a:pt x="34" y="371"/>
                  </a:moveTo>
                  <a:lnTo>
                    <a:pt x="34" y="0"/>
                  </a:lnTo>
                  <a:lnTo>
                    <a:pt x="0" y="0"/>
                  </a:lnTo>
                  <a:lnTo>
                    <a:pt x="0" y="371"/>
                  </a:lnTo>
                  <a:lnTo>
                    <a:pt x="34"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5" name="Freeform 160">
              <a:extLst>
                <a:ext uri="{FF2B5EF4-FFF2-40B4-BE49-F238E27FC236}">
                  <a16:creationId xmlns:a16="http://schemas.microsoft.com/office/drawing/2014/main" id="{9C3D9CCD-7BBD-426A-CA28-A63F45BEE3C0}"/>
                </a:ext>
              </a:extLst>
            </p:cNvPr>
            <p:cNvSpPr>
              <a:spLocks noChangeArrowheads="1"/>
            </p:cNvSpPr>
            <p:nvPr/>
          </p:nvSpPr>
          <p:spPr bwMode="auto">
            <a:xfrm>
              <a:off x="8932863" y="4103688"/>
              <a:ext cx="104775" cy="133350"/>
            </a:xfrm>
            <a:custGeom>
              <a:avLst/>
              <a:gdLst>
                <a:gd name="T0" fmla="*/ 40 w 291"/>
                <a:gd name="T1" fmla="*/ 62 h 372"/>
                <a:gd name="T2" fmla="*/ 40 w 291"/>
                <a:gd name="T3" fmla="*/ 62 h 372"/>
                <a:gd name="T4" fmla="*/ 48 w 291"/>
                <a:gd name="T5" fmla="*/ 73 h 372"/>
                <a:gd name="T6" fmla="*/ 254 w 291"/>
                <a:gd name="T7" fmla="*/ 371 h 372"/>
                <a:gd name="T8" fmla="*/ 290 w 291"/>
                <a:gd name="T9" fmla="*/ 371 h 372"/>
                <a:gd name="T10" fmla="*/ 290 w 291"/>
                <a:gd name="T11" fmla="*/ 0 h 372"/>
                <a:gd name="T12" fmla="*/ 255 w 291"/>
                <a:gd name="T13" fmla="*/ 0 h 372"/>
                <a:gd name="T14" fmla="*/ 255 w 291"/>
                <a:gd name="T15" fmla="*/ 276 h 372"/>
                <a:gd name="T16" fmla="*/ 255 w 291"/>
                <a:gd name="T17" fmla="*/ 299 h 372"/>
                <a:gd name="T18" fmla="*/ 257 w 291"/>
                <a:gd name="T19" fmla="*/ 319 h 372"/>
                <a:gd name="T20" fmla="*/ 255 w 291"/>
                <a:gd name="T21" fmla="*/ 319 h 372"/>
                <a:gd name="T22" fmla="*/ 248 w 291"/>
                <a:gd name="T23" fmla="*/ 308 h 372"/>
                <a:gd name="T24" fmla="*/ 240 w 291"/>
                <a:gd name="T25" fmla="*/ 294 h 372"/>
                <a:gd name="T26" fmla="*/ 38 w 291"/>
                <a:gd name="T27" fmla="*/ 0 h 372"/>
                <a:gd name="T28" fmla="*/ 0 w 291"/>
                <a:gd name="T29" fmla="*/ 0 h 372"/>
                <a:gd name="T30" fmla="*/ 0 w 291"/>
                <a:gd name="T31" fmla="*/ 371 h 372"/>
                <a:gd name="T32" fmla="*/ 34 w 291"/>
                <a:gd name="T33" fmla="*/ 371 h 372"/>
                <a:gd name="T34" fmla="*/ 34 w 291"/>
                <a:gd name="T35" fmla="*/ 84 h 372"/>
                <a:gd name="T36" fmla="*/ 34 w 291"/>
                <a:gd name="T37" fmla="*/ 63 h 372"/>
                <a:gd name="T38" fmla="*/ 33 w 291"/>
                <a:gd name="T39" fmla="*/ 49 h 372"/>
                <a:gd name="T40" fmla="*/ 34 w 291"/>
                <a:gd name="T41" fmla="*/ 49 h 372"/>
                <a:gd name="T42" fmla="*/ 40 w 291"/>
                <a:gd name="T43" fmla="*/ 6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40" y="62"/>
                  </a:moveTo>
                  <a:lnTo>
                    <a:pt x="40" y="62"/>
                  </a:lnTo>
                  <a:cubicBezTo>
                    <a:pt x="43" y="66"/>
                    <a:pt x="45" y="69"/>
                    <a:pt x="48" y="73"/>
                  </a:cubicBezTo>
                  <a:cubicBezTo>
                    <a:pt x="254" y="371"/>
                    <a:pt x="254" y="371"/>
                    <a:pt x="254" y="371"/>
                  </a:cubicBezTo>
                  <a:cubicBezTo>
                    <a:pt x="290" y="371"/>
                    <a:pt x="290" y="371"/>
                    <a:pt x="290" y="371"/>
                  </a:cubicBezTo>
                  <a:cubicBezTo>
                    <a:pt x="290" y="0"/>
                    <a:pt x="290" y="0"/>
                    <a:pt x="290" y="0"/>
                  </a:cubicBezTo>
                  <a:cubicBezTo>
                    <a:pt x="255" y="0"/>
                    <a:pt x="255" y="0"/>
                    <a:pt x="255" y="0"/>
                  </a:cubicBezTo>
                  <a:cubicBezTo>
                    <a:pt x="255" y="276"/>
                    <a:pt x="255" y="276"/>
                    <a:pt x="255" y="276"/>
                  </a:cubicBezTo>
                  <a:cubicBezTo>
                    <a:pt x="255" y="284"/>
                    <a:pt x="255" y="293"/>
                    <a:pt x="255" y="299"/>
                  </a:cubicBezTo>
                  <a:cubicBezTo>
                    <a:pt x="255" y="306"/>
                    <a:pt x="257" y="313"/>
                    <a:pt x="257" y="319"/>
                  </a:cubicBezTo>
                  <a:cubicBezTo>
                    <a:pt x="255" y="319"/>
                    <a:pt x="255" y="319"/>
                    <a:pt x="255" y="319"/>
                  </a:cubicBezTo>
                  <a:cubicBezTo>
                    <a:pt x="254" y="315"/>
                    <a:pt x="251" y="312"/>
                    <a:pt x="248" y="308"/>
                  </a:cubicBezTo>
                  <a:cubicBezTo>
                    <a:pt x="247" y="304"/>
                    <a:pt x="244" y="299"/>
                    <a:pt x="240" y="294"/>
                  </a:cubicBezTo>
                  <a:cubicBezTo>
                    <a:pt x="38" y="0"/>
                    <a:pt x="38" y="0"/>
                    <a:pt x="38" y="0"/>
                  </a:cubicBezTo>
                  <a:cubicBezTo>
                    <a:pt x="0" y="0"/>
                    <a:pt x="0" y="0"/>
                    <a:pt x="0" y="0"/>
                  </a:cubicBezTo>
                  <a:cubicBezTo>
                    <a:pt x="0" y="371"/>
                    <a:pt x="0" y="371"/>
                    <a:pt x="0" y="371"/>
                  </a:cubicBezTo>
                  <a:cubicBezTo>
                    <a:pt x="34" y="371"/>
                    <a:pt x="34" y="371"/>
                    <a:pt x="34" y="371"/>
                  </a:cubicBezTo>
                  <a:cubicBezTo>
                    <a:pt x="34" y="84"/>
                    <a:pt x="34" y="84"/>
                    <a:pt x="34" y="84"/>
                  </a:cubicBezTo>
                  <a:cubicBezTo>
                    <a:pt x="34" y="76"/>
                    <a:pt x="34" y="69"/>
                    <a:pt x="34" y="63"/>
                  </a:cubicBezTo>
                  <a:cubicBezTo>
                    <a:pt x="33" y="58"/>
                    <a:pt x="33" y="54"/>
                    <a:pt x="33" y="49"/>
                  </a:cubicBezTo>
                  <a:cubicBezTo>
                    <a:pt x="34" y="49"/>
                    <a:pt x="34" y="49"/>
                    <a:pt x="34" y="49"/>
                  </a:cubicBezTo>
                  <a:cubicBezTo>
                    <a:pt x="36" y="54"/>
                    <a:pt x="37"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6" name="Freeform 161">
              <a:extLst>
                <a:ext uri="{FF2B5EF4-FFF2-40B4-BE49-F238E27FC236}">
                  <a16:creationId xmlns:a16="http://schemas.microsoft.com/office/drawing/2014/main" id="{E3C976CD-5476-9848-2E8A-CA55A5BB2181}"/>
                </a:ext>
              </a:extLst>
            </p:cNvPr>
            <p:cNvSpPr>
              <a:spLocks noChangeArrowheads="1"/>
            </p:cNvSpPr>
            <p:nvPr/>
          </p:nvSpPr>
          <p:spPr bwMode="auto">
            <a:xfrm>
              <a:off x="9070975" y="4103688"/>
              <a:ext cx="68263" cy="133350"/>
            </a:xfrm>
            <a:custGeom>
              <a:avLst/>
              <a:gdLst>
                <a:gd name="T0" fmla="*/ 34 w 190"/>
                <a:gd name="T1" fmla="*/ 199 h 372"/>
                <a:gd name="T2" fmla="*/ 169 w 190"/>
                <a:gd name="T3" fmla="*/ 199 h 372"/>
                <a:gd name="T4" fmla="*/ 169 w 190"/>
                <a:gd name="T5" fmla="*/ 168 h 372"/>
                <a:gd name="T6" fmla="*/ 34 w 190"/>
                <a:gd name="T7" fmla="*/ 168 h 372"/>
                <a:gd name="T8" fmla="*/ 34 w 190"/>
                <a:gd name="T9" fmla="*/ 32 h 372"/>
                <a:gd name="T10" fmla="*/ 180 w 190"/>
                <a:gd name="T11" fmla="*/ 32 h 372"/>
                <a:gd name="T12" fmla="*/ 180 w 190"/>
                <a:gd name="T13" fmla="*/ 0 h 372"/>
                <a:gd name="T14" fmla="*/ 0 w 190"/>
                <a:gd name="T15" fmla="*/ 0 h 372"/>
                <a:gd name="T16" fmla="*/ 0 w 190"/>
                <a:gd name="T17" fmla="*/ 371 h 372"/>
                <a:gd name="T18" fmla="*/ 189 w 190"/>
                <a:gd name="T19" fmla="*/ 371 h 372"/>
                <a:gd name="T20" fmla="*/ 189 w 190"/>
                <a:gd name="T21" fmla="*/ 340 h 372"/>
                <a:gd name="T22" fmla="*/ 34 w 190"/>
                <a:gd name="T23" fmla="*/ 340 h 372"/>
                <a:gd name="T24" fmla="*/ 34 w 190"/>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2">
                  <a:moveTo>
                    <a:pt x="34" y="199"/>
                  </a:moveTo>
                  <a:lnTo>
                    <a:pt x="169" y="199"/>
                  </a:lnTo>
                  <a:lnTo>
                    <a:pt x="169" y="168"/>
                  </a:lnTo>
                  <a:lnTo>
                    <a:pt x="34" y="168"/>
                  </a:lnTo>
                  <a:lnTo>
                    <a:pt x="34" y="32"/>
                  </a:lnTo>
                  <a:lnTo>
                    <a:pt x="180" y="32"/>
                  </a:lnTo>
                  <a:lnTo>
                    <a:pt x="180" y="0"/>
                  </a:lnTo>
                  <a:lnTo>
                    <a:pt x="0" y="0"/>
                  </a:lnTo>
                  <a:lnTo>
                    <a:pt x="0" y="371"/>
                  </a:lnTo>
                  <a:lnTo>
                    <a:pt x="189" y="371"/>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7" name="Freeform 162">
              <a:extLst>
                <a:ext uri="{FF2B5EF4-FFF2-40B4-BE49-F238E27FC236}">
                  <a16:creationId xmlns:a16="http://schemas.microsoft.com/office/drawing/2014/main" id="{6C0CBC37-902C-1136-1AF0-F9B99B6EBA5F}"/>
                </a:ext>
              </a:extLst>
            </p:cNvPr>
            <p:cNvSpPr>
              <a:spLocks noChangeArrowheads="1"/>
            </p:cNvSpPr>
            <p:nvPr/>
          </p:nvSpPr>
          <p:spPr bwMode="auto">
            <a:xfrm>
              <a:off x="9220200" y="4103688"/>
              <a:ext cx="12700" cy="133350"/>
            </a:xfrm>
            <a:custGeom>
              <a:avLst/>
              <a:gdLst>
                <a:gd name="T0" fmla="*/ 0 w 36"/>
                <a:gd name="T1" fmla="*/ 371 h 372"/>
                <a:gd name="T2" fmla="*/ 35 w 36"/>
                <a:gd name="T3" fmla="*/ 371 h 372"/>
                <a:gd name="T4" fmla="*/ 35 w 36"/>
                <a:gd name="T5" fmla="*/ 0 h 372"/>
                <a:gd name="T6" fmla="*/ 0 w 36"/>
                <a:gd name="T7" fmla="*/ 0 h 372"/>
                <a:gd name="T8" fmla="*/ 0 w 36"/>
                <a:gd name="T9" fmla="*/ 371 h 372"/>
              </a:gdLst>
              <a:ahLst/>
              <a:cxnLst>
                <a:cxn ang="0">
                  <a:pos x="T0" y="T1"/>
                </a:cxn>
                <a:cxn ang="0">
                  <a:pos x="T2" y="T3"/>
                </a:cxn>
                <a:cxn ang="0">
                  <a:pos x="T4" y="T5"/>
                </a:cxn>
                <a:cxn ang="0">
                  <a:pos x="T6" y="T7"/>
                </a:cxn>
                <a:cxn ang="0">
                  <a:pos x="T8" y="T9"/>
                </a:cxn>
              </a:cxnLst>
              <a:rect l="0" t="0" r="r" b="b"/>
              <a:pathLst>
                <a:path w="36" h="372">
                  <a:moveTo>
                    <a:pt x="0" y="371"/>
                  </a:moveTo>
                  <a:lnTo>
                    <a:pt x="35" y="371"/>
                  </a:lnTo>
                  <a:lnTo>
                    <a:pt x="35"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8" name="Freeform 163">
              <a:extLst>
                <a:ext uri="{FF2B5EF4-FFF2-40B4-BE49-F238E27FC236}">
                  <a16:creationId xmlns:a16="http://schemas.microsoft.com/office/drawing/2014/main" id="{261126F8-25BD-1186-2411-2F4E54B6B54A}"/>
                </a:ext>
              </a:extLst>
            </p:cNvPr>
            <p:cNvSpPr>
              <a:spLocks noChangeArrowheads="1"/>
            </p:cNvSpPr>
            <p:nvPr/>
          </p:nvSpPr>
          <p:spPr bwMode="auto">
            <a:xfrm>
              <a:off x="9258300" y="4100513"/>
              <a:ext cx="98425" cy="138112"/>
            </a:xfrm>
            <a:custGeom>
              <a:avLst/>
              <a:gdLst>
                <a:gd name="T0" fmla="*/ 272 w 273"/>
                <a:gd name="T1" fmla="*/ 330 h 385"/>
                <a:gd name="T2" fmla="*/ 272 w 273"/>
                <a:gd name="T3" fmla="*/ 330 h 385"/>
                <a:gd name="T4" fmla="*/ 177 w 273"/>
                <a:gd name="T5" fmla="*/ 352 h 385"/>
                <a:gd name="T6" fmla="*/ 116 w 273"/>
                <a:gd name="T7" fmla="*/ 340 h 385"/>
                <a:gd name="T8" fmla="*/ 72 w 273"/>
                <a:gd name="T9" fmla="*/ 307 h 385"/>
                <a:gd name="T10" fmla="*/ 46 w 273"/>
                <a:gd name="T11" fmla="*/ 257 h 385"/>
                <a:gd name="T12" fmla="*/ 36 w 273"/>
                <a:gd name="T13" fmla="*/ 196 h 385"/>
                <a:gd name="T14" fmla="*/ 46 w 273"/>
                <a:gd name="T15" fmla="*/ 130 h 385"/>
                <a:gd name="T16" fmla="*/ 76 w 273"/>
                <a:gd name="T17" fmla="*/ 78 h 385"/>
                <a:gd name="T18" fmla="*/ 123 w 273"/>
                <a:gd name="T19" fmla="*/ 43 h 385"/>
                <a:gd name="T20" fmla="*/ 187 w 273"/>
                <a:gd name="T21" fmla="*/ 31 h 385"/>
                <a:gd name="T22" fmla="*/ 272 w 273"/>
                <a:gd name="T23" fmla="*/ 51 h 385"/>
                <a:gd name="T24" fmla="*/ 272 w 273"/>
                <a:gd name="T25" fmla="*/ 14 h 385"/>
                <a:gd name="T26" fmla="*/ 187 w 273"/>
                <a:gd name="T27" fmla="*/ 0 h 385"/>
                <a:gd name="T28" fmla="*/ 109 w 273"/>
                <a:gd name="T29" fmla="*/ 15 h 385"/>
                <a:gd name="T30" fmla="*/ 51 w 273"/>
                <a:gd name="T31" fmla="*/ 57 h 385"/>
                <a:gd name="T32" fmla="*/ 13 w 273"/>
                <a:gd name="T33" fmla="*/ 120 h 385"/>
                <a:gd name="T34" fmla="*/ 0 w 273"/>
                <a:gd name="T35" fmla="*/ 199 h 385"/>
                <a:gd name="T36" fmla="*/ 13 w 273"/>
                <a:gd name="T37" fmla="*/ 272 h 385"/>
                <a:gd name="T38" fmla="*/ 47 w 273"/>
                <a:gd name="T39" fmla="*/ 332 h 385"/>
                <a:gd name="T40" fmla="*/ 102 w 273"/>
                <a:gd name="T41" fmla="*/ 370 h 385"/>
                <a:gd name="T42" fmla="*/ 174 w 273"/>
                <a:gd name="T43" fmla="*/ 384 h 385"/>
                <a:gd name="T44" fmla="*/ 272 w 273"/>
                <a:gd name="T45" fmla="*/ 364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5" y="346"/>
                    <a:pt x="213" y="352"/>
                    <a:pt x="177" y="352"/>
                  </a:cubicBezTo>
                  <a:cubicBezTo>
                    <a:pt x="155" y="352"/>
                    <a:pt x="134" y="348"/>
                    <a:pt x="116" y="340"/>
                  </a:cubicBezTo>
                  <a:cubicBezTo>
                    <a:pt x="98" y="332"/>
                    <a:pt x="85" y="321"/>
                    <a:pt x="72" y="307"/>
                  </a:cubicBezTo>
                  <a:cubicBezTo>
                    <a:pt x="60" y="292"/>
                    <a:pt x="51" y="275"/>
                    <a:pt x="46" y="257"/>
                  </a:cubicBezTo>
                  <a:cubicBezTo>
                    <a:pt x="39" y="238"/>
                    <a:pt x="36" y="217"/>
                    <a:pt x="36" y="196"/>
                  </a:cubicBezTo>
                  <a:cubicBezTo>
                    <a:pt x="36" y="173"/>
                    <a:pt x="39" y="151"/>
                    <a:pt x="46" y="130"/>
                  </a:cubicBezTo>
                  <a:cubicBezTo>
                    <a:pt x="53" y="111"/>
                    <a:pt x="62" y="93"/>
                    <a:pt x="76" y="78"/>
                  </a:cubicBezTo>
                  <a:cubicBezTo>
                    <a:pt x="89" y="64"/>
                    <a:pt x="104" y="51"/>
                    <a:pt x="123" y="43"/>
                  </a:cubicBezTo>
                  <a:cubicBezTo>
                    <a:pt x="141" y="35"/>
                    <a:pt x="163" y="31"/>
                    <a:pt x="187" y="31"/>
                  </a:cubicBezTo>
                  <a:cubicBezTo>
                    <a:pt x="217" y="31"/>
                    <a:pt x="245" y="38"/>
                    <a:pt x="272" y="51"/>
                  </a:cubicBezTo>
                  <a:cubicBezTo>
                    <a:pt x="272" y="14"/>
                    <a:pt x="272" y="14"/>
                    <a:pt x="272" y="14"/>
                  </a:cubicBezTo>
                  <a:cubicBezTo>
                    <a:pt x="247" y="4"/>
                    <a:pt x="218" y="0"/>
                    <a:pt x="187" y="0"/>
                  </a:cubicBezTo>
                  <a:cubicBezTo>
                    <a:pt x="159" y="0"/>
                    <a:pt x="133" y="4"/>
                    <a:pt x="109" y="15"/>
                  </a:cubicBezTo>
                  <a:cubicBezTo>
                    <a:pt x="86" y="25"/>
                    <a:pt x="67" y="39"/>
                    <a:pt x="51" y="57"/>
                  </a:cubicBezTo>
                  <a:cubicBezTo>
                    <a:pt x="35" y="75"/>
                    <a:pt x="22" y="96"/>
                    <a:pt x="13" y="120"/>
                  </a:cubicBezTo>
                  <a:cubicBezTo>
                    <a:pt x="4" y="144"/>
                    <a:pt x="0" y="170"/>
                    <a:pt x="0" y="199"/>
                  </a:cubicBezTo>
                  <a:cubicBezTo>
                    <a:pt x="0" y="225"/>
                    <a:pt x="4" y="250"/>
                    <a:pt x="13" y="272"/>
                  </a:cubicBezTo>
                  <a:cubicBezTo>
                    <a:pt x="21" y="296"/>
                    <a:pt x="32" y="315"/>
                    <a:pt x="47" y="332"/>
                  </a:cubicBezTo>
                  <a:cubicBezTo>
                    <a:pt x="62" y="348"/>
                    <a:pt x="80" y="361"/>
                    <a:pt x="102" y="370"/>
                  </a:cubicBezTo>
                  <a:cubicBezTo>
                    <a:pt x="123" y="379"/>
                    <a:pt x="148" y="384"/>
                    <a:pt x="174" y="384"/>
                  </a:cubicBezTo>
                  <a:cubicBezTo>
                    <a:pt x="210" y="384"/>
                    <a:pt x="243" y="377"/>
                    <a:pt x="272" y="364"/>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9" name="Freeform 164">
              <a:extLst>
                <a:ext uri="{FF2B5EF4-FFF2-40B4-BE49-F238E27FC236}">
                  <a16:creationId xmlns:a16="http://schemas.microsoft.com/office/drawing/2014/main" id="{7FB5BF3D-FA1E-E103-2887-B35259B3ADC9}"/>
                </a:ext>
              </a:extLst>
            </p:cNvPr>
            <p:cNvSpPr>
              <a:spLocks noChangeArrowheads="1"/>
            </p:cNvSpPr>
            <p:nvPr/>
          </p:nvSpPr>
          <p:spPr bwMode="auto">
            <a:xfrm>
              <a:off x="9374188" y="4100513"/>
              <a:ext cx="127000" cy="138112"/>
            </a:xfrm>
            <a:custGeom>
              <a:avLst/>
              <a:gdLst>
                <a:gd name="T0" fmla="*/ 101 w 351"/>
                <a:gd name="T1" fmla="*/ 369 h 385"/>
                <a:gd name="T2" fmla="*/ 101 w 351"/>
                <a:gd name="T3" fmla="*/ 369 h 385"/>
                <a:gd name="T4" fmla="*/ 173 w 351"/>
                <a:gd name="T5" fmla="*/ 384 h 385"/>
                <a:gd name="T6" fmla="*/ 249 w 351"/>
                <a:gd name="T7" fmla="*/ 369 h 385"/>
                <a:gd name="T8" fmla="*/ 304 w 351"/>
                <a:gd name="T9" fmla="*/ 328 h 385"/>
                <a:gd name="T10" fmla="*/ 338 w 351"/>
                <a:gd name="T11" fmla="*/ 264 h 385"/>
                <a:gd name="T12" fmla="*/ 350 w 351"/>
                <a:gd name="T13" fmla="*/ 187 h 385"/>
                <a:gd name="T14" fmla="*/ 337 w 351"/>
                <a:gd name="T15" fmla="*/ 112 h 385"/>
                <a:gd name="T16" fmla="*/ 304 w 351"/>
                <a:gd name="T17" fmla="*/ 53 h 385"/>
                <a:gd name="T18" fmla="*/ 250 w 351"/>
                <a:gd name="T19" fmla="*/ 14 h 385"/>
                <a:gd name="T20" fmla="*/ 180 w 351"/>
                <a:gd name="T21" fmla="*/ 0 h 385"/>
                <a:gd name="T22" fmla="*/ 104 w 351"/>
                <a:gd name="T23" fmla="*/ 14 h 385"/>
                <a:gd name="T24" fmla="*/ 47 w 351"/>
                <a:gd name="T25" fmla="*/ 54 h 385"/>
                <a:gd name="T26" fmla="*/ 12 w 351"/>
                <a:gd name="T27" fmla="*/ 116 h 385"/>
                <a:gd name="T28" fmla="*/ 0 w 351"/>
                <a:gd name="T29" fmla="*/ 196 h 385"/>
                <a:gd name="T30" fmla="*/ 12 w 351"/>
                <a:gd name="T31" fmla="*/ 270 h 385"/>
                <a:gd name="T32" fmla="*/ 47 w 351"/>
                <a:gd name="T33" fmla="*/ 329 h 385"/>
                <a:gd name="T34" fmla="*/ 101 w 351"/>
                <a:gd name="T35" fmla="*/ 369 h 385"/>
                <a:gd name="T36" fmla="*/ 36 w 351"/>
                <a:gd name="T37" fmla="*/ 192 h 385"/>
                <a:gd name="T38" fmla="*/ 36 w 351"/>
                <a:gd name="T39" fmla="*/ 192 h 385"/>
                <a:gd name="T40" fmla="*/ 46 w 351"/>
                <a:gd name="T41" fmla="*/ 130 h 385"/>
                <a:gd name="T42" fmla="*/ 73 w 351"/>
                <a:gd name="T43" fmla="*/ 79 h 385"/>
                <a:gd name="T44" fmla="*/ 116 w 351"/>
                <a:gd name="T45" fmla="*/ 44 h 385"/>
                <a:gd name="T46" fmla="*/ 177 w 351"/>
                <a:gd name="T47" fmla="*/ 31 h 385"/>
                <a:gd name="T48" fmla="*/ 239 w 351"/>
                <a:gd name="T49" fmla="*/ 44 h 385"/>
                <a:gd name="T50" fmla="*/ 280 w 351"/>
                <a:gd name="T51" fmla="*/ 79 h 385"/>
                <a:gd name="T52" fmla="*/ 305 w 351"/>
                <a:gd name="T53" fmla="*/ 130 h 385"/>
                <a:gd name="T54" fmla="*/ 314 w 351"/>
                <a:gd name="T55" fmla="*/ 192 h 385"/>
                <a:gd name="T56" fmla="*/ 304 w 351"/>
                <a:gd name="T57" fmla="*/ 256 h 385"/>
                <a:gd name="T58" fmla="*/ 278 w 351"/>
                <a:gd name="T59" fmla="*/ 307 h 385"/>
                <a:gd name="T60" fmla="*/ 233 w 351"/>
                <a:gd name="T61" fmla="*/ 340 h 385"/>
                <a:gd name="T62" fmla="*/ 173 w 351"/>
                <a:gd name="T63" fmla="*/ 352 h 385"/>
                <a:gd name="T64" fmla="*/ 112 w 351"/>
                <a:gd name="T65" fmla="*/ 339 h 385"/>
                <a:gd name="T66" fmla="*/ 69 w 351"/>
                <a:gd name="T67" fmla="*/ 304 h 385"/>
                <a:gd name="T68" fmla="*/ 44 w 351"/>
                <a:gd name="T69" fmla="*/ 253 h 385"/>
                <a:gd name="T70" fmla="*/ 36 w 351"/>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101" y="369"/>
                  </a:moveTo>
                  <a:lnTo>
                    <a:pt x="101" y="369"/>
                  </a:lnTo>
                  <a:cubicBezTo>
                    <a:pt x="123" y="379"/>
                    <a:pt x="146" y="384"/>
                    <a:pt x="173" y="384"/>
                  </a:cubicBezTo>
                  <a:cubicBezTo>
                    <a:pt x="202" y="384"/>
                    <a:pt x="227" y="379"/>
                    <a:pt x="249" y="369"/>
                  </a:cubicBezTo>
                  <a:cubicBezTo>
                    <a:pt x="271" y="359"/>
                    <a:pt x="289" y="346"/>
                    <a:pt x="304" y="328"/>
                  </a:cubicBezTo>
                  <a:cubicBezTo>
                    <a:pt x="319" y="310"/>
                    <a:pt x="330" y="289"/>
                    <a:pt x="338" y="264"/>
                  </a:cubicBezTo>
                  <a:cubicBezTo>
                    <a:pt x="345" y="241"/>
                    <a:pt x="350" y="214"/>
                    <a:pt x="350" y="187"/>
                  </a:cubicBezTo>
                  <a:cubicBezTo>
                    <a:pt x="350" y="159"/>
                    <a:pt x="345" y="134"/>
                    <a:pt x="337" y="112"/>
                  </a:cubicBezTo>
                  <a:cubicBezTo>
                    <a:pt x="330" y="89"/>
                    <a:pt x="319" y="69"/>
                    <a:pt x="304" y="53"/>
                  </a:cubicBezTo>
                  <a:cubicBezTo>
                    <a:pt x="289" y="36"/>
                    <a:pt x="271" y="24"/>
                    <a:pt x="250" y="14"/>
                  </a:cubicBezTo>
                  <a:cubicBezTo>
                    <a:pt x="229" y="4"/>
                    <a:pt x="206" y="0"/>
                    <a:pt x="180" y="0"/>
                  </a:cubicBezTo>
                  <a:cubicBezTo>
                    <a:pt x="152" y="0"/>
                    <a:pt x="126" y="4"/>
                    <a:pt x="104" y="14"/>
                  </a:cubicBezTo>
                  <a:cubicBezTo>
                    <a:pt x="82" y="24"/>
                    <a:pt x="62" y="38"/>
                    <a:pt x="47" y="54"/>
                  </a:cubicBezTo>
                  <a:cubicBezTo>
                    <a:pt x="32" y="71"/>
                    <a:pt x="21" y="91"/>
                    <a:pt x="12" y="116"/>
                  </a:cubicBezTo>
                  <a:cubicBezTo>
                    <a:pt x="4" y="140"/>
                    <a:pt x="0" y="167"/>
                    <a:pt x="0" y="196"/>
                  </a:cubicBezTo>
                  <a:cubicBezTo>
                    <a:pt x="0" y="223"/>
                    <a:pt x="4" y="246"/>
                    <a:pt x="12" y="270"/>
                  </a:cubicBezTo>
                  <a:cubicBezTo>
                    <a:pt x="21" y="292"/>
                    <a:pt x="32" y="312"/>
                    <a:pt x="47" y="329"/>
                  </a:cubicBezTo>
                  <a:cubicBezTo>
                    <a:pt x="61" y="346"/>
                    <a:pt x="80" y="359"/>
                    <a:pt x="101" y="369"/>
                  </a:cubicBezTo>
                  <a:close/>
                  <a:moveTo>
                    <a:pt x="36" y="192"/>
                  </a:moveTo>
                  <a:lnTo>
                    <a:pt x="36" y="192"/>
                  </a:lnTo>
                  <a:cubicBezTo>
                    <a:pt x="36" y="170"/>
                    <a:pt x="39" y="149"/>
                    <a:pt x="46" y="130"/>
                  </a:cubicBezTo>
                  <a:cubicBezTo>
                    <a:pt x="51" y="111"/>
                    <a:pt x="61" y="93"/>
                    <a:pt x="73" y="79"/>
                  </a:cubicBezTo>
                  <a:cubicBezTo>
                    <a:pt x="84" y="64"/>
                    <a:pt x="100" y="53"/>
                    <a:pt x="116" y="44"/>
                  </a:cubicBezTo>
                  <a:cubicBezTo>
                    <a:pt x="134" y="35"/>
                    <a:pt x="153" y="31"/>
                    <a:pt x="177" y="31"/>
                  </a:cubicBezTo>
                  <a:cubicBezTo>
                    <a:pt x="200" y="31"/>
                    <a:pt x="221" y="35"/>
                    <a:pt x="239" y="44"/>
                  </a:cubicBezTo>
                  <a:cubicBezTo>
                    <a:pt x="256" y="53"/>
                    <a:pt x="269" y="64"/>
                    <a:pt x="280" y="79"/>
                  </a:cubicBezTo>
                  <a:cubicBezTo>
                    <a:pt x="291" y="93"/>
                    <a:pt x="300" y="111"/>
                    <a:pt x="305" y="130"/>
                  </a:cubicBezTo>
                  <a:cubicBezTo>
                    <a:pt x="311" y="149"/>
                    <a:pt x="314" y="170"/>
                    <a:pt x="314" y="192"/>
                  </a:cubicBezTo>
                  <a:cubicBezTo>
                    <a:pt x="314" y="214"/>
                    <a:pt x="311" y="236"/>
                    <a:pt x="304" y="256"/>
                  </a:cubicBezTo>
                  <a:cubicBezTo>
                    <a:pt x="298" y="275"/>
                    <a:pt x="290" y="293"/>
                    <a:pt x="278" y="307"/>
                  </a:cubicBezTo>
                  <a:cubicBezTo>
                    <a:pt x="267" y="321"/>
                    <a:pt x="251" y="332"/>
                    <a:pt x="233" y="340"/>
                  </a:cubicBezTo>
                  <a:cubicBezTo>
                    <a:pt x="217" y="348"/>
                    <a:pt x="196" y="352"/>
                    <a:pt x="173" y="352"/>
                  </a:cubicBezTo>
                  <a:cubicBezTo>
                    <a:pt x="151" y="352"/>
                    <a:pt x="130" y="348"/>
                    <a:pt x="112" y="339"/>
                  </a:cubicBezTo>
                  <a:cubicBezTo>
                    <a:pt x="95" y="330"/>
                    <a:pt x="82" y="318"/>
                    <a:pt x="69" y="304"/>
                  </a:cubicBezTo>
                  <a:cubicBezTo>
                    <a:pt x="58" y="289"/>
                    <a:pt x="50" y="272"/>
                    <a:pt x="44" y="253"/>
                  </a:cubicBezTo>
                  <a:cubicBezTo>
                    <a:pt x="39" y="234"/>
                    <a:pt x="36" y="213"/>
                    <a:pt x="36"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0" name="Freeform 165">
              <a:extLst>
                <a:ext uri="{FF2B5EF4-FFF2-40B4-BE49-F238E27FC236}">
                  <a16:creationId xmlns:a16="http://schemas.microsoft.com/office/drawing/2014/main" id="{F8DB37E1-E755-C4D9-E15D-988EE6A50C85}"/>
                </a:ext>
              </a:extLst>
            </p:cNvPr>
            <p:cNvSpPr>
              <a:spLocks noChangeArrowheads="1"/>
            </p:cNvSpPr>
            <p:nvPr/>
          </p:nvSpPr>
          <p:spPr bwMode="auto">
            <a:xfrm>
              <a:off x="9528175" y="4103688"/>
              <a:ext cx="104775" cy="133350"/>
            </a:xfrm>
            <a:custGeom>
              <a:avLst/>
              <a:gdLst>
                <a:gd name="T0" fmla="*/ 256 w 291"/>
                <a:gd name="T1" fmla="*/ 276 h 372"/>
                <a:gd name="T2" fmla="*/ 256 w 291"/>
                <a:gd name="T3" fmla="*/ 276 h 372"/>
                <a:gd name="T4" fmla="*/ 256 w 291"/>
                <a:gd name="T5" fmla="*/ 299 h 372"/>
                <a:gd name="T6" fmla="*/ 257 w 291"/>
                <a:gd name="T7" fmla="*/ 319 h 372"/>
                <a:gd name="T8" fmla="*/ 256 w 291"/>
                <a:gd name="T9" fmla="*/ 319 h 372"/>
                <a:gd name="T10" fmla="*/ 249 w 291"/>
                <a:gd name="T11" fmla="*/ 308 h 372"/>
                <a:gd name="T12" fmla="*/ 240 w 291"/>
                <a:gd name="T13" fmla="*/ 294 h 372"/>
                <a:gd name="T14" fmla="*/ 37 w 291"/>
                <a:gd name="T15" fmla="*/ 0 h 372"/>
                <a:gd name="T16" fmla="*/ 0 w 291"/>
                <a:gd name="T17" fmla="*/ 0 h 372"/>
                <a:gd name="T18" fmla="*/ 0 w 291"/>
                <a:gd name="T19" fmla="*/ 371 h 372"/>
                <a:gd name="T20" fmla="*/ 35 w 291"/>
                <a:gd name="T21" fmla="*/ 371 h 372"/>
                <a:gd name="T22" fmla="*/ 35 w 291"/>
                <a:gd name="T23" fmla="*/ 84 h 372"/>
                <a:gd name="T24" fmla="*/ 33 w 291"/>
                <a:gd name="T25" fmla="*/ 63 h 372"/>
                <a:gd name="T26" fmla="*/ 33 w 291"/>
                <a:gd name="T27" fmla="*/ 49 h 372"/>
                <a:gd name="T28" fmla="*/ 35 w 291"/>
                <a:gd name="T29" fmla="*/ 49 h 372"/>
                <a:gd name="T30" fmla="*/ 40 w 291"/>
                <a:gd name="T31" fmla="*/ 62 h 372"/>
                <a:gd name="T32" fmla="*/ 48 w 291"/>
                <a:gd name="T33" fmla="*/ 73 h 372"/>
                <a:gd name="T34" fmla="*/ 254 w 291"/>
                <a:gd name="T35" fmla="*/ 371 h 372"/>
                <a:gd name="T36" fmla="*/ 290 w 291"/>
                <a:gd name="T37" fmla="*/ 371 h 372"/>
                <a:gd name="T38" fmla="*/ 290 w 291"/>
                <a:gd name="T39" fmla="*/ 0 h 372"/>
                <a:gd name="T40" fmla="*/ 256 w 291"/>
                <a:gd name="T41" fmla="*/ 0 h 372"/>
                <a:gd name="T42" fmla="*/ 256 w 291"/>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256" y="276"/>
                  </a:moveTo>
                  <a:lnTo>
                    <a:pt x="256" y="276"/>
                  </a:lnTo>
                  <a:cubicBezTo>
                    <a:pt x="256" y="284"/>
                    <a:pt x="256" y="293"/>
                    <a:pt x="256" y="299"/>
                  </a:cubicBezTo>
                  <a:cubicBezTo>
                    <a:pt x="256" y="306"/>
                    <a:pt x="257" y="313"/>
                    <a:pt x="257" y="319"/>
                  </a:cubicBezTo>
                  <a:cubicBezTo>
                    <a:pt x="256" y="319"/>
                    <a:pt x="256" y="319"/>
                    <a:pt x="256" y="319"/>
                  </a:cubicBezTo>
                  <a:cubicBezTo>
                    <a:pt x="254" y="315"/>
                    <a:pt x="251" y="312"/>
                    <a:pt x="249" y="308"/>
                  </a:cubicBezTo>
                  <a:cubicBezTo>
                    <a:pt x="246" y="304"/>
                    <a:pt x="243" y="299"/>
                    <a:pt x="240" y="294"/>
                  </a:cubicBezTo>
                  <a:cubicBezTo>
                    <a:pt x="37" y="0"/>
                    <a:pt x="37" y="0"/>
                    <a:pt x="37"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3" y="63"/>
                  </a:cubicBezTo>
                  <a:cubicBezTo>
                    <a:pt x="33" y="58"/>
                    <a:pt x="33" y="54"/>
                    <a:pt x="33" y="49"/>
                  </a:cubicBezTo>
                  <a:cubicBezTo>
                    <a:pt x="35" y="49"/>
                    <a:pt x="35" y="49"/>
                    <a:pt x="35" y="49"/>
                  </a:cubicBezTo>
                  <a:cubicBezTo>
                    <a:pt x="36" y="54"/>
                    <a:pt x="37" y="58"/>
                    <a:pt x="40" y="62"/>
                  </a:cubicBezTo>
                  <a:cubicBezTo>
                    <a:pt x="43" y="66"/>
                    <a:pt x="46" y="69"/>
                    <a:pt x="48" y="73"/>
                  </a:cubicBezTo>
                  <a:cubicBezTo>
                    <a:pt x="254" y="371"/>
                    <a:pt x="254" y="371"/>
                    <a:pt x="254" y="371"/>
                  </a:cubicBezTo>
                  <a:cubicBezTo>
                    <a:pt x="290" y="371"/>
                    <a:pt x="290" y="371"/>
                    <a:pt x="290" y="371"/>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1" name="Freeform 166">
              <a:extLst>
                <a:ext uri="{FF2B5EF4-FFF2-40B4-BE49-F238E27FC236}">
                  <a16:creationId xmlns:a16="http://schemas.microsoft.com/office/drawing/2014/main" id="{94F461FF-F3FD-DC1C-063A-8B3136CB397E}"/>
                </a:ext>
              </a:extLst>
            </p:cNvPr>
            <p:cNvSpPr>
              <a:spLocks noChangeArrowheads="1"/>
            </p:cNvSpPr>
            <p:nvPr/>
          </p:nvSpPr>
          <p:spPr bwMode="auto">
            <a:xfrm>
              <a:off x="9661525" y="4100513"/>
              <a:ext cx="76200" cy="138112"/>
            </a:xfrm>
            <a:custGeom>
              <a:avLst/>
              <a:gdLst>
                <a:gd name="T0" fmla="*/ 187 w 211"/>
                <a:gd name="T1" fmla="*/ 227 h 384"/>
                <a:gd name="T2" fmla="*/ 187 w 211"/>
                <a:gd name="T3" fmla="*/ 227 h 384"/>
                <a:gd name="T4" fmla="*/ 158 w 211"/>
                <a:gd name="T5" fmla="*/ 202 h 384"/>
                <a:gd name="T6" fmla="*/ 117 w 211"/>
                <a:gd name="T7" fmla="*/ 177 h 384"/>
                <a:gd name="T8" fmla="*/ 80 w 211"/>
                <a:gd name="T9" fmla="*/ 156 h 384"/>
                <a:gd name="T10" fmla="*/ 55 w 211"/>
                <a:gd name="T11" fmla="*/ 138 h 384"/>
                <a:gd name="T12" fmla="*/ 41 w 211"/>
                <a:gd name="T13" fmla="*/ 118 h 384"/>
                <a:gd name="T14" fmla="*/ 37 w 211"/>
                <a:gd name="T15" fmla="*/ 93 h 384"/>
                <a:gd name="T16" fmla="*/ 44 w 211"/>
                <a:gd name="T17" fmla="*/ 67 h 384"/>
                <a:gd name="T18" fmla="*/ 60 w 211"/>
                <a:gd name="T19" fmla="*/ 47 h 384"/>
                <a:gd name="T20" fmla="*/ 87 w 211"/>
                <a:gd name="T21" fmla="*/ 35 h 384"/>
                <a:gd name="T22" fmla="*/ 117 w 211"/>
                <a:gd name="T23" fmla="*/ 31 h 384"/>
                <a:gd name="T24" fmla="*/ 194 w 211"/>
                <a:gd name="T25" fmla="*/ 50 h 384"/>
                <a:gd name="T26" fmla="*/ 194 w 211"/>
                <a:gd name="T27" fmla="*/ 11 h 384"/>
                <a:gd name="T28" fmla="*/ 121 w 211"/>
                <a:gd name="T29" fmla="*/ 0 h 384"/>
                <a:gd name="T30" fmla="*/ 74 w 211"/>
                <a:gd name="T31" fmla="*/ 6 h 384"/>
                <a:gd name="T32" fmla="*/ 37 w 211"/>
                <a:gd name="T33" fmla="*/ 25 h 384"/>
                <a:gd name="T34" fmla="*/ 11 w 211"/>
                <a:gd name="T35" fmla="*/ 55 h 384"/>
                <a:gd name="T36" fmla="*/ 1 w 211"/>
                <a:gd name="T37" fmla="*/ 97 h 384"/>
                <a:gd name="T38" fmla="*/ 7 w 211"/>
                <a:gd name="T39" fmla="*/ 129 h 384"/>
                <a:gd name="T40" fmla="*/ 22 w 211"/>
                <a:gd name="T41" fmla="*/ 155 h 384"/>
                <a:gd name="T42" fmla="*/ 49 w 211"/>
                <a:gd name="T43" fmla="*/ 178 h 384"/>
                <a:gd name="T44" fmla="*/ 91 w 211"/>
                <a:gd name="T45" fmla="*/ 202 h 384"/>
                <a:gd name="T46" fmla="*/ 128 w 211"/>
                <a:gd name="T47" fmla="*/ 224 h 384"/>
                <a:gd name="T48" fmla="*/ 154 w 211"/>
                <a:gd name="T49" fmla="*/ 243 h 384"/>
                <a:gd name="T50" fmla="*/ 170 w 211"/>
                <a:gd name="T51" fmla="*/ 264 h 384"/>
                <a:gd name="T52" fmla="*/ 174 w 211"/>
                <a:gd name="T53" fmla="*/ 289 h 384"/>
                <a:gd name="T54" fmla="*/ 153 w 211"/>
                <a:gd name="T55" fmla="*/ 336 h 384"/>
                <a:gd name="T56" fmla="*/ 89 w 211"/>
                <a:gd name="T57" fmla="*/ 352 h 384"/>
                <a:gd name="T58" fmla="*/ 67 w 211"/>
                <a:gd name="T59" fmla="*/ 351 h 384"/>
                <a:gd name="T60" fmla="*/ 44 w 211"/>
                <a:gd name="T61" fmla="*/ 344 h 384"/>
                <a:gd name="T62" fmla="*/ 20 w 211"/>
                <a:gd name="T63" fmla="*/ 336 h 384"/>
                <a:gd name="T64" fmla="*/ 0 w 211"/>
                <a:gd name="T65" fmla="*/ 323 h 384"/>
                <a:gd name="T66" fmla="*/ 0 w 211"/>
                <a:gd name="T67" fmla="*/ 364 h 384"/>
                <a:gd name="T68" fmla="*/ 18 w 211"/>
                <a:gd name="T69" fmla="*/ 372 h 384"/>
                <a:gd name="T70" fmla="*/ 41 w 211"/>
                <a:gd name="T71" fmla="*/ 377 h 384"/>
                <a:gd name="T72" fmla="*/ 66 w 211"/>
                <a:gd name="T73" fmla="*/ 381 h 384"/>
                <a:gd name="T74" fmla="*/ 87 w 211"/>
                <a:gd name="T75" fmla="*/ 383 h 384"/>
                <a:gd name="T76" fmla="*/ 136 w 211"/>
                <a:gd name="T77" fmla="*/ 377 h 384"/>
                <a:gd name="T78" fmla="*/ 175 w 211"/>
                <a:gd name="T79" fmla="*/ 359 h 384"/>
                <a:gd name="T80" fmla="*/ 201 w 211"/>
                <a:gd name="T81" fmla="*/ 328 h 384"/>
                <a:gd name="T82" fmla="*/ 210 w 211"/>
                <a:gd name="T83" fmla="*/ 285 h 384"/>
                <a:gd name="T84" fmla="*/ 204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79" y="217"/>
                    <a:pt x="170" y="209"/>
                    <a:pt x="158" y="202"/>
                  </a:cubicBezTo>
                  <a:cubicBezTo>
                    <a:pt x="146" y="194"/>
                    <a:pt x="134" y="185"/>
                    <a:pt x="117" y="177"/>
                  </a:cubicBezTo>
                  <a:cubicBezTo>
                    <a:pt x="103" y="169"/>
                    <a:pt x="89" y="162"/>
                    <a:pt x="80" y="156"/>
                  </a:cubicBezTo>
                  <a:cubicBezTo>
                    <a:pt x="70" y="149"/>
                    <a:pt x="62" y="144"/>
                    <a:pt x="55" y="138"/>
                  </a:cubicBezTo>
                  <a:cubicBezTo>
                    <a:pt x="48" y="131"/>
                    <a:pt x="44" y="125"/>
                    <a:pt x="41" y="118"/>
                  </a:cubicBezTo>
                  <a:cubicBezTo>
                    <a:pt x="38" y="111"/>
                    <a:pt x="37" y="102"/>
                    <a:pt x="37" y="93"/>
                  </a:cubicBezTo>
                  <a:cubicBezTo>
                    <a:pt x="37" y="83"/>
                    <a:pt x="40" y="73"/>
                    <a:pt x="44" y="67"/>
                  </a:cubicBezTo>
                  <a:cubicBezTo>
                    <a:pt x="48" y="58"/>
                    <a:pt x="53" y="51"/>
                    <a:pt x="60" y="47"/>
                  </a:cubicBezTo>
                  <a:cubicBezTo>
                    <a:pt x="67" y="42"/>
                    <a:pt x="77" y="38"/>
                    <a:pt x="87" y="35"/>
                  </a:cubicBezTo>
                  <a:cubicBezTo>
                    <a:pt x="96" y="32"/>
                    <a:pt x="106" y="31"/>
                    <a:pt x="117" y="31"/>
                  </a:cubicBezTo>
                  <a:cubicBezTo>
                    <a:pt x="147" y="31"/>
                    <a:pt x="172" y="38"/>
                    <a:pt x="194" y="50"/>
                  </a:cubicBezTo>
                  <a:cubicBezTo>
                    <a:pt x="194" y="11"/>
                    <a:pt x="194" y="11"/>
                    <a:pt x="194" y="11"/>
                  </a:cubicBezTo>
                  <a:cubicBezTo>
                    <a:pt x="175" y="4"/>
                    <a:pt x="150" y="0"/>
                    <a:pt x="121" y="0"/>
                  </a:cubicBezTo>
                  <a:cubicBezTo>
                    <a:pt x="105" y="0"/>
                    <a:pt x="89" y="2"/>
                    <a:pt x="74" y="6"/>
                  </a:cubicBezTo>
                  <a:cubicBezTo>
                    <a:pt x="60" y="11"/>
                    <a:pt x="48" y="17"/>
                    <a:pt x="37" y="25"/>
                  </a:cubicBezTo>
                  <a:cubicBezTo>
                    <a:pt x="26" y="33"/>
                    <a:pt x="18" y="44"/>
                    <a:pt x="11" y="55"/>
                  </a:cubicBezTo>
                  <a:cubicBezTo>
                    <a:pt x="4" y="68"/>
                    <a:pt x="1" y="82"/>
                    <a:pt x="1" y="97"/>
                  </a:cubicBezTo>
                  <a:cubicBezTo>
                    <a:pt x="1" y="108"/>
                    <a:pt x="2" y="119"/>
                    <a:pt x="7" y="129"/>
                  </a:cubicBezTo>
                  <a:cubicBezTo>
                    <a:pt x="9" y="138"/>
                    <a:pt x="15" y="147"/>
                    <a:pt x="22" y="155"/>
                  </a:cubicBezTo>
                  <a:cubicBezTo>
                    <a:pt x="29" y="162"/>
                    <a:pt x="38" y="170"/>
                    <a:pt x="49" y="178"/>
                  </a:cubicBezTo>
                  <a:cubicBezTo>
                    <a:pt x="60" y="185"/>
                    <a:pt x="74" y="194"/>
                    <a:pt x="91" y="202"/>
                  </a:cubicBezTo>
                  <a:cubicBezTo>
                    <a:pt x="105" y="210"/>
                    <a:pt x="117" y="217"/>
                    <a:pt x="128" y="224"/>
                  </a:cubicBezTo>
                  <a:cubicBezTo>
                    <a:pt x="138" y="230"/>
                    <a:pt x="147" y="236"/>
                    <a:pt x="154" y="243"/>
                  </a:cubicBezTo>
                  <a:cubicBezTo>
                    <a:pt x="161" y="249"/>
                    <a:pt x="165" y="256"/>
                    <a:pt x="170" y="264"/>
                  </a:cubicBezTo>
                  <a:cubicBezTo>
                    <a:pt x="172" y="271"/>
                    <a:pt x="174" y="279"/>
                    <a:pt x="174" y="289"/>
                  </a:cubicBezTo>
                  <a:cubicBezTo>
                    <a:pt x="174" y="310"/>
                    <a:pt x="167" y="325"/>
                    <a:pt x="153" y="336"/>
                  </a:cubicBezTo>
                  <a:cubicBezTo>
                    <a:pt x="139" y="347"/>
                    <a:pt x="118" y="352"/>
                    <a:pt x="89" y="352"/>
                  </a:cubicBezTo>
                  <a:cubicBezTo>
                    <a:pt x="83" y="352"/>
                    <a:pt x="76" y="351"/>
                    <a:pt x="67" y="351"/>
                  </a:cubicBezTo>
                  <a:cubicBezTo>
                    <a:pt x="59" y="350"/>
                    <a:pt x="51" y="347"/>
                    <a:pt x="44" y="344"/>
                  </a:cubicBezTo>
                  <a:cubicBezTo>
                    <a:pt x="36" y="343"/>
                    <a:pt x="27" y="339"/>
                    <a:pt x="20" y="336"/>
                  </a:cubicBezTo>
                  <a:cubicBezTo>
                    <a:pt x="12" y="332"/>
                    <a:pt x="7" y="328"/>
                    <a:pt x="0" y="323"/>
                  </a:cubicBezTo>
                  <a:cubicBezTo>
                    <a:pt x="0" y="364"/>
                    <a:pt x="0" y="364"/>
                    <a:pt x="0" y="364"/>
                  </a:cubicBezTo>
                  <a:cubicBezTo>
                    <a:pt x="4" y="366"/>
                    <a:pt x="11" y="369"/>
                    <a:pt x="18" y="372"/>
                  </a:cubicBezTo>
                  <a:cubicBezTo>
                    <a:pt x="26" y="375"/>
                    <a:pt x="33" y="376"/>
                    <a:pt x="41" y="377"/>
                  </a:cubicBezTo>
                  <a:cubicBezTo>
                    <a:pt x="49" y="380"/>
                    <a:pt x="58" y="381"/>
                    <a:pt x="66" y="381"/>
                  </a:cubicBezTo>
                  <a:cubicBezTo>
                    <a:pt x="74" y="383"/>
                    <a:pt x="81" y="383"/>
                    <a:pt x="87" y="383"/>
                  </a:cubicBezTo>
                  <a:cubicBezTo>
                    <a:pt x="105" y="383"/>
                    <a:pt x="121" y="381"/>
                    <a:pt x="136" y="377"/>
                  </a:cubicBezTo>
                  <a:cubicBezTo>
                    <a:pt x="152" y="373"/>
                    <a:pt x="164" y="368"/>
                    <a:pt x="175" y="359"/>
                  </a:cubicBezTo>
                  <a:cubicBezTo>
                    <a:pt x="186" y="351"/>
                    <a:pt x="194" y="340"/>
                    <a:pt x="201" y="328"/>
                  </a:cubicBezTo>
                  <a:cubicBezTo>
                    <a:pt x="207" y="315"/>
                    <a:pt x="210" y="301"/>
                    <a:pt x="210" y="285"/>
                  </a:cubicBezTo>
                  <a:cubicBezTo>
                    <a:pt x="210" y="274"/>
                    <a:pt x="208" y="263"/>
                    <a:pt x="204" y="253"/>
                  </a:cubicBezTo>
                  <a:cubicBezTo>
                    <a:pt x="200" y="243"/>
                    <a:pt x="194"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2" name="Group 204">
            <a:extLst>
              <a:ext uri="{FF2B5EF4-FFF2-40B4-BE49-F238E27FC236}">
                <a16:creationId xmlns:a16="http://schemas.microsoft.com/office/drawing/2014/main" id="{617EE9ED-83EF-651A-DF5C-F5B89C16858E}"/>
              </a:ext>
            </a:extLst>
          </p:cNvPr>
          <p:cNvGrpSpPr/>
          <p:nvPr/>
        </p:nvGrpSpPr>
        <p:grpSpPr>
          <a:xfrm>
            <a:off x="8973070" y="6232947"/>
            <a:ext cx="244475" cy="244475"/>
            <a:chOff x="7816850" y="6542088"/>
            <a:chExt cx="244475" cy="244475"/>
          </a:xfrm>
          <a:solidFill>
            <a:schemeClr val="tx2"/>
          </a:solidFill>
        </p:grpSpPr>
        <p:sp>
          <p:nvSpPr>
            <p:cNvPr id="203" name="Freeform 167">
              <a:extLst>
                <a:ext uri="{FF2B5EF4-FFF2-40B4-BE49-F238E27FC236}">
                  <a16:creationId xmlns:a16="http://schemas.microsoft.com/office/drawing/2014/main" id="{EA85B403-2094-032C-7BAC-F9ADF961EB65}"/>
                </a:ext>
              </a:extLst>
            </p:cNvPr>
            <p:cNvSpPr>
              <a:spLocks noChangeArrowheads="1"/>
            </p:cNvSpPr>
            <p:nvPr/>
          </p:nvSpPr>
          <p:spPr bwMode="auto">
            <a:xfrm>
              <a:off x="7816850" y="6542088"/>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4" y="650"/>
                    <a:pt x="177" y="615"/>
                    <a:pt x="121" y="558"/>
                  </a:cubicBezTo>
                  <a:cubicBezTo>
                    <a:pt x="65" y="503"/>
                    <a:pt x="31" y="426"/>
                    <a:pt x="31" y="340"/>
                  </a:cubicBezTo>
                  <a:cubicBezTo>
                    <a:pt x="31" y="255"/>
                    <a:pt x="65" y="177"/>
                    <a:pt x="121" y="121"/>
                  </a:cubicBezTo>
                  <a:cubicBezTo>
                    <a:pt x="177" y="65"/>
                    <a:pt x="254"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4" name="Freeform 168">
              <a:extLst>
                <a:ext uri="{FF2B5EF4-FFF2-40B4-BE49-F238E27FC236}">
                  <a16:creationId xmlns:a16="http://schemas.microsoft.com/office/drawing/2014/main" id="{CE3780ED-4056-A23F-DACC-EF2A8636D08E}"/>
                </a:ext>
              </a:extLst>
            </p:cNvPr>
            <p:cNvSpPr>
              <a:spLocks noChangeArrowheads="1"/>
            </p:cNvSpPr>
            <p:nvPr/>
          </p:nvSpPr>
          <p:spPr bwMode="auto">
            <a:xfrm>
              <a:off x="7880350" y="6689725"/>
              <a:ext cx="117475" cy="33338"/>
            </a:xfrm>
            <a:custGeom>
              <a:avLst/>
              <a:gdLst>
                <a:gd name="T0" fmla="*/ 163 w 326"/>
                <a:gd name="T1" fmla="*/ 0 h 92"/>
                <a:gd name="T2" fmla="*/ 163 w 326"/>
                <a:gd name="T3" fmla="*/ 0 h 92"/>
                <a:gd name="T4" fmla="*/ 6 w 326"/>
                <a:gd name="T5" fmla="*/ 65 h 92"/>
                <a:gd name="T6" fmla="*/ 6 w 326"/>
                <a:gd name="T7" fmla="*/ 86 h 92"/>
                <a:gd name="T8" fmla="*/ 26 w 326"/>
                <a:gd name="T9" fmla="*/ 86 h 92"/>
                <a:gd name="T10" fmla="*/ 26 w 326"/>
                <a:gd name="T11" fmla="*/ 86 h 92"/>
                <a:gd name="T12" fmla="*/ 163 w 326"/>
                <a:gd name="T13" fmla="*/ 29 h 92"/>
                <a:gd name="T14" fmla="*/ 298 w 326"/>
                <a:gd name="T15" fmla="*/ 86 h 92"/>
                <a:gd name="T16" fmla="*/ 319 w 326"/>
                <a:gd name="T17" fmla="*/ 86 h 92"/>
                <a:gd name="T18" fmla="*/ 319 w 326"/>
                <a:gd name="T19" fmla="*/ 65 h 92"/>
                <a:gd name="T20" fmla="*/ 163 w 326"/>
                <a:gd name="T21" fmla="*/ 0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163" y="0"/>
                  </a:moveTo>
                  <a:lnTo>
                    <a:pt x="163" y="0"/>
                  </a:lnTo>
                  <a:cubicBezTo>
                    <a:pt x="101" y="0"/>
                    <a:pt x="46" y="25"/>
                    <a:pt x="6" y="65"/>
                  </a:cubicBezTo>
                  <a:cubicBezTo>
                    <a:pt x="0" y="70"/>
                    <a:pt x="0" y="80"/>
                    <a:pt x="6" y="86"/>
                  </a:cubicBezTo>
                  <a:cubicBezTo>
                    <a:pt x="13" y="91"/>
                    <a:pt x="21" y="91"/>
                    <a:pt x="26" y="86"/>
                  </a:cubicBezTo>
                  <a:lnTo>
                    <a:pt x="26" y="86"/>
                  </a:lnTo>
                  <a:cubicBezTo>
                    <a:pt x="62" y="51"/>
                    <a:pt x="109" y="29"/>
                    <a:pt x="163" y="29"/>
                  </a:cubicBezTo>
                  <a:cubicBezTo>
                    <a:pt x="216" y="29"/>
                    <a:pt x="263" y="51"/>
                    <a:pt x="298" y="86"/>
                  </a:cubicBezTo>
                  <a:cubicBezTo>
                    <a:pt x="304" y="91"/>
                    <a:pt x="312" y="91"/>
                    <a:pt x="319" y="86"/>
                  </a:cubicBezTo>
                  <a:cubicBezTo>
                    <a:pt x="325" y="80"/>
                    <a:pt x="325" y="70"/>
                    <a:pt x="319" y="65"/>
                  </a:cubicBezTo>
                  <a:cubicBezTo>
                    <a:pt x="279" y="25"/>
                    <a:pt x="22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5" name="Freeform 169">
              <a:extLst>
                <a:ext uri="{FF2B5EF4-FFF2-40B4-BE49-F238E27FC236}">
                  <a16:creationId xmlns:a16="http://schemas.microsoft.com/office/drawing/2014/main" id="{E40082D4-9FD1-DB78-5471-A5240BAB0C6A}"/>
                </a:ext>
              </a:extLst>
            </p:cNvPr>
            <p:cNvSpPr>
              <a:spLocks noChangeArrowheads="1"/>
            </p:cNvSpPr>
            <p:nvPr/>
          </p:nvSpPr>
          <p:spPr bwMode="auto">
            <a:xfrm>
              <a:off x="7880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6" name="Freeform 170">
              <a:extLst>
                <a:ext uri="{FF2B5EF4-FFF2-40B4-BE49-F238E27FC236}">
                  <a16:creationId xmlns:a16="http://schemas.microsoft.com/office/drawing/2014/main" id="{BDFB841E-4AC4-2AD7-4EDD-004F8E59BD47}"/>
                </a:ext>
              </a:extLst>
            </p:cNvPr>
            <p:cNvSpPr>
              <a:spLocks noChangeArrowheads="1"/>
            </p:cNvSpPr>
            <p:nvPr/>
          </p:nvSpPr>
          <p:spPr bwMode="auto">
            <a:xfrm>
              <a:off x="7975600" y="6626225"/>
              <a:ext cx="22225" cy="22225"/>
            </a:xfrm>
            <a:custGeom>
              <a:avLst/>
              <a:gdLst>
                <a:gd name="T0" fmla="*/ 31 w 61"/>
                <a:gd name="T1" fmla="*/ 0 h 60"/>
                <a:gd name="T2" fmla="*/ 31 w 61"/>
                <a:gd name="T3" fmla="*/ 0 h 60"/>
                <a:gd name="T4" fmla="*/ 0 w 61"/>
                <a:gd name="T5" fmla="*/ 29 h 60"/>
                <a:gd name="T6" fmla="*/ 31 w 61"/>
                <a:gd name="T7" fmla="*/ 59 h 60"/>
                <a:gd name="T8" fmla="*/ 60 w 61"/>
                <a:gd name="T9" fmla="*/ 29 h 60"/>
                <a:gd name="T10" fmla="*/ 31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31" y="0"/>
                  </a:moveTo>
                  <a:lnTo>
                    <a:pt x="31" y="0"/>
                  </a:lnTo>
                  <a:cubicBezTo>
                    <a:pt x="14" y="0"/>
                    <a:pt x="0" y="13"/>
                    <a:pt x="0" y="29"/>
                  </a:cubicBezTo>
                  <a:cubicBezTo>
                    <a:pt x="0" y="45"/>
                    <a:pt x="14" y="59"/>
                    <a:pt x="31" y="59"/>
                  </a:cubicBezTo>
                  <a:cubicBezTo>
                    <a:pt x="46" y="59"/>
                    <a:pt x="60" y="45"/>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7" name="Group 209">
            <a:extLst>
              <a:ext uri="{FF2B5EF4-FFF2-40B4-BE49-F238E27FC236}">
                <a16:creationId xmlns:a16="http://schemas.microsoft.com/office/drawing/2014/main" id="{2FC387A2-999A-624B-CC52-1A6E1E3984A8}"/>
              </a:ext>
            </a:extLst>
          </p:cNvPr>
          <p:cNvGrpSpPr/>
          <p:nvPr/>
        </p:nvGrpSpPr>
        <p:grpSpPr>
          <a:xfrm>
            <a:off x="8973070" y="4192216"/>
            <a:ext cx="244475" cy="244475"/>
            <a:chOff x="7816850" y="4505325"/>
            <a:chExt cx="244475" cy="244475"/>
          </a:xfrm>
          <a:solidFill>
            <a:schemeClr val="tx2"/>
          </a:solidFill>
        </p:grpSpPr>
        <p:sp>
          <p:nvSpPr>
            <p:cNvPr id="208" name="Freeform 171">
              <a:extLst>
                <a:ext uri="{FF2B5EF4-FFF2-40B4-BE49-F238E27FC236}">
                  <a16:creationId xmlns:a16="http://schemas.microsoft.com/office/drawing/2014/main" id="{E62CEE16-3581-7F33-75EB-95B704C2B6C9}"/>
                </a:ext>
              </a:extLst>
            </p:cNvPr>
            <p:cNvSpPr>
              <a:spLocks noChangeArrowheads="1"/>
            </p:cNvSpPr>
            <p:nvPr/>
          </p:nvSpPr>
          <p:spPr bwMode="auto">
            <a:xfrm>
              <a:off x="7816850" y="4505325"/>
              <a:ext cx="244475" cy="244475"/>
            </a:xfrm>
            <a:custGeom>
              <a:avLst/>
              <a:gdLst>
                <a:gd name="T0" fmla="*/ 0 w 680"/>
                <a:gd name="T1" fmla="*/ 340 h 679"/>
                <a:gd name="T2" fmla="*/ 0 w 680"/>
                <a:gd name="T3" fmla="*/ 340 h 679"/>
                <a:gd name="T4" fmla="*/ 340 w 680"/>
                <a:gd name="T5" fmla="*/ 678 h 679"/>
                <a:gd name="T6" fmla="*/ 679 w 680"/>
                <a:gd name="T7" fmla="*/ 340 h 679"/>
                <a:gd name="T8" fmla="*/ 340 w 680"/>
                <a:gd name="T9" fmla="*/ 0 h 679"/>
                <a:gd name="T10" fmla="*/ 0 w 680"/>
                <a:gd name="T11" fmla="*/ 340 h 679"/>
                <a:gd name="T12" fmla="*/ 340 w 680"/>
                <a:gd name="T13" fmla="*/ 31 h 679"/>
                <a:gd name="T14" fmla="*/ 340 w 680"/>
                <a:gd name="T15" fmla="*/ 31 h 679"/>
                <a:gd name="T16" fmla="*/ 558 w 680"/>
                <a:gd name="T17" fmla="*/ 120 h 679"/>
                <a:gd name="T18" fmla="*/ 650 w 680"/>
                <a:gd name="T19" fmla="*/ 340 h 679"/>
                <a:gd name="T20" fmla="*/ 558 w 680"/>
                <a:gd name="T21" fmla="*/ 558 h 679"/>
                <a:gd name="T22" fmla="*/ 340 w 680"/>
                <a:gd name="T23" fmla="*/ 649 h 679"/>
                <a:gd name="T24" fmla="*/ 121 w 680"/>
                <a:gd name="T25" fmla="*/ 558 h 679"/>
                <a:gd name="T26" fmla="*/ 31 w 680"/>
                <a:gd name="T27" fmla="*/ 340 h 679"/>
                <a:gd name="T28" fmla="*/ 121 w 680"/>
                <a:gd name="T29" fmla="*/ 120 h 679"/>
                <a:gd name="T30" fmla="*/ 340 w 680"/>
                <a:gd name="T31" fmla="*/ 31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0" y="340"/>
                  </a:moveTo>
                  <a:lnTo>
                    <a:pt x="0" y="340"/>
                  </a:lnTo>
                  <a:cubicBezTo>
                    <a:pt x="0" y="526"/>
                    <a:pt x="152" y="678"/>
                    <a:pt x="340" y="678"/>
                  </a:cubicBezTo>
                  <a:cubicBezTo>
                    <a:pt x="527" y="678"/>
                    <a:pt x="679" y="526"/>
                    <a:pt x="679" y="340"/>
                  </a:cubicBezTo>
                  <a:cubicBezTo>
                    <a:pt x="679" y="152"/>
                    <a:pt x="527" y="0"/>
                    <a:pt x="340" y="0"/>
                  </a:cubicBezTo>
                  <a:cubicBezTo>
                    <a:pt x="152" y="0"/>
                    <a:pt x="0" y="152"/>
                    <a:pt x="0" y="340"/>
                  </a:cubicBezTo>
                  <a:close/>
                  <a:moveTo>
                    <a:pt x="340" y="31"/>
                  </a:moveTo>
                  <a:lnTo>
                    <a:pt x="340" y="31"/>
                  </a:lnTo>
                  <a:cubicBezTo>
                    <a:pt x="424" y="31"/>
                    <a:pt x="502" y="65"/>
                    <a:pt x="558" y="120"/>
                  </a:cubicBezTo>
                  <a:cubicBezTo>
                    <a:pt x="614" y="177"/>
                    <a:pt x="650" y="254"/>
                    <a:pt x="650" y="340"/>
                  </a:cubicBezTo>
                  <a:cubicBezTo>
                    <a:pt x="650" y="426"/>
                    <a:pt x="614" y="503"/>
                    <a:pt x="558" y="558"/>
                  </a:cubicBezTo>
                  <a:cubicBezTo>
                    <a:pt x="502" y="615"/>
                    <a:pt x="424" y="649"/>
                    <a:pt x="340" y="649"/>
                  </a:cubicBezTo>
                  <a:cubicBezTo>
                    <a:pt x="254" y="649"/>
                    <a:pt x="177" y="615"/>
                    <a:pt x="121" y="558"/>
                  </a:cubicBezTo>
                  <a:cubicBezTo>
                    <a:pt x="65" y="503"/>
                    <a:pt x="31" y="426"/>
                    <a:pt x="31" y="340"/>
                  </a:cubicBezTo>
                  <a:cubicBezTo>
                    <a:pt x="31" y="254"/>
                    <a:pt x="65" y="177"/>
                    <a:pt x="121" y="120"/>
                  </a:cubicBezTo>
                  <a:cubicBezTo>
                    <a:pt x="177" y="65"/>
                    <a:pt x="254" y="31"/>
                    <a:pt x="340"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9" name="Freeform 172">
              <a:extLst>
                <a:ext uri="{FF2B5EF4-FFF2-40B4-BE49-F238E27FC236}">
                  <a16:creationId xmlns:a16="http://schemas.microsoft.com/office/drawing/2014/main" id="{B5F270E6-901A-AC24-6E4B-3CA13C9529A6}"/>
                </a:ext>
              </a:extLst>
            </p:cNvPr>
            <p:cNvSpPr>
              <a:spLocks noChangeArrowheads="1"/>
            </p:cNvSpPr>
            <p:nvPr/>
          </p:nvSpPr>
          <p:spPr bwMode="auto">
            <a:xfrm>
              <a:off x="7880350" y="4662488"/>
              <a:ext cx="117475" cy="33337"/>
            </a:xfrm>
            <a:custGeom>
              <a:avLst/>
              <a:gdLst>
                <a:gd name="T0" fmla="*/ 6 w 326"/>
                <a:gd name="T1" fmla="*/ 6 h 92"/>
                <a:gd name="T2" fmla="*/ 6 w 326"/>
                <a:gd name="T3" fmla="*/ 6 h 92"/>
                <a:gd name="T4" fmla="*/ 6 w 326"/>
                <a:gd name="T5" fmla="*/ 28 h 92"/>
                <a:gd name="T6" fmla="*/ 163 w 326"/>
                <a:gd name="T7" fmla="*/ 91 h 92"/>
                <a:gd name="T8" fmla="*/ 319 w 326"/>
                <a:gd name="T9" fmla="*/ 28 h 92"/>
                <a:gd name="T10" fmla="*/ 319 w 326"/>
                <a:gd name="T11" fmla="*/ 6 h 92"/>
                <a:gd name="T12" fmla="*/ 298 w 326"/>
                <a:gd name="T13" fmla="*/ 6 h 92"/>
                <a:gd name="T14" fmla="*/ 298 w 326"/>
                <a:gd name="T15" fmla="*/ 6 h 92"/>
                <a:gd name="T16" fmla="*/ 163 w 326"/>
                <a:gd name="T17" fmla="*/ 63 h 92"/>
                <a:gd name="T18" fmla="*/ 26 w 326"/>
                <a:gd name="T19" fmla="*/ 6 h 92"/>
                <a:gd name="T20" fmla="*/ 6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6" y="6"/>
                  </a:moveTo>
                  <a:lnTo>
                    <a:pt x="6" y="6"/>
                  </a:lnTo>
                  <a:cubicBezTo>
                    <a:pt x="0" y="13"/>
                    <a:pt x="0" y="21"/>
                    <a:pt x="6" y="28"/>
                  </a:cubicBezTo>
                  <a:cubicBezTo>
                    <a:pt x="46" y="67"/>
                    <a:pt x="101" y="91"/>
                    <a:pt x="163" y="91"/>
                  </a:cubicBezTo>
                  <a:cubicBezTo>
                    <a:pt x="224" y="91"/>
                    <a:pt x="279" y="67"/>
                    <a:pt x="319" y="28"/>
                  </a:cubicBezTo>
                  <a:cubicBezTo>
                    <a:pt x="325" y="21"/>
                    <a:pt x="325" y="13"/>
                    <a:pt x="319" y="6"/>
                  </a:cubicBezTo>
                  <a:cubicBezTo>
                    <a:pt x="312" y="0"/>
                    <a:pt x="304" y="0"/>
                    <a:pt x="298" y="6"/>
                  </a:cubicBezTo>
                  <a:lnTo>
                    <a:pt x="298" y="6"/>
                  </a:lnTo>
                  <a:cubicBezTo>
                    <a:pt x="263" y="42"/>
                    <a:pt x="216" y="63"/>
                    <a:pt x="163" y="63"/>
                  </a:cubicBezTo>
                  <a:cubicBezTo>
                    <a:pt x="109" y="63"/>
                    <a:pt x="62" y="42"/>
                    <a:pt x="26" y="6"/>
                  </a:cubicBezTo>
                  <a:cubicBezTo>
                    <a:pt x="21" y="0"/>
                    <a:pt x="13"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0" name="Freeform 173">
              <a:extLst>
                <a:ext uri="{FF2B5EF4-FFF2-40B4-BE49-F238E27FC236}">
                  <a16:creationId xmlns:a16="http://schemas.microsoft.com/office/drawing/2014/main" id="{3A8FF281-30AA-5509-C187-A4CCF3185A6D}"/>
                </a:ext>
              </a:extLst>
            </p:cNvPr>
            <p:cNvSpPr>
              <a:spLocks noChangeArrowheads="1"/>
            </p:cNvSpPr>
            <p:nvPr/>
          </p:nvSpPr>
          <p:spPr bwMode="auto">
            <a:xfrm>
              <a:off x="788035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1" name="Freeform 174">
              <a:extLst>
                <a:ext uri="{FF2B5EF4-FFF2-40B4-BE49-F238E27FC236}">
                  <a16:creationId xmlns:a16="http://schemas.microsoft.com/office/drawing/2014/main" id="{3D5A9783-D18B-126D-A6C3-E223F9CF9271}"/>
                </a:ext>
              </a:extLst>
            </p:cNvPr>
            <p:cNvSpPr>
              <a:spLocks noChangeArrowheads="1"/>
            </p:cNvSpPr>
            <p:nvPr/>
          </p:nvSpPr>
          <p:spPr bwMode="auto">
            <a:xfrm>
              <a:off x="797560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2" name="Group 214">
            <a:extLst>
              <a:ext uri="{FF2B5EF4-FFF2-40B4-BE49-F238E27FC236}">
                <a16:creationId xmlns:a16="http://schemas.microsoft.com/office/drawing/2014/main" id="{DA584E49-CDF1-4907-E2CD-A77389DBBDBC}"/>
              </a:ext>
            </a:extLst>
          </p:cNvPr>
          <p:cNvGrpSpPr/>
          <p:nvPr/>
        </p:nvGrpSpPr>
        <p:grpSpPr>
          <a:xfrm>
            <a:off x="8463483" y="4697834"/>
            <a:ext cx="244475" cy="244475"/>
            <a:chOff x="7307263" y="5013325"/>
            <a:chExt cx="244475" cy="244475"/>
          </a:xfrm>
          <a:solidFill>
            <a:schemeClr val="tx2"/>
          </a:solidFill>
        </p:grpSpPr>
        <p:sp>
          <p:nvSpPr>
            <p:cNvPr id="213" name="Freeform 175">
              <a:extLst>
                <a:ext uri="{FF2B5EF4-FFF2-40B4-BE49-F238E27FC236}">
                  <a16:creationId xmlns:a16="http://schemas.microsoft.com/office/drawing/2014/main" id="{F617E9B3-C954-37A9-5584-9D6E87C1CDCA}"/>
                </a:ext>
              </a:extLst>
            </p:cNvPr>
            <p:cNvSpPr>
              <a:spLocks noChangeArrowheads="1"/>
            </p:cNvSpPr>
            <p:nvPr/>
          </p:nvSpPr>
          <p:spPr bwMode="auto">
            <a:xfrm>
              <a:off x="7307263" y="5013325"/>
              <a:ext cx="244475" cy="244475"/>
            </a:xfrm>
            <a:custGeom>
              <a:avLst/>
              <a:gdLst>
                <a:gd name="T0" fmla="*/ 340 w 679"/>
                <a:gd name="T1" fmla="*/ 679 h 680"/>
                <a:gd name="T2" fmla="*/ 340 w 679"/>
                <a:gd name="T3" fmla="*/ 679 h 680"/>
                <a:gd name="T4" fmla="*/ 678 w 679"/>
                <a:gd name="T5" fmla="*/ 340 h 680"/>
                <a:gd name="T6" fmla="*/ 340 w 679"/>
                <a:gd name="T7" fmla="*/ 0 h 680"/>
                <a:gd name="T8" fmla="*/ 0 w 679"/>
                <a:gd name="T9" fmla="*/ 340 h 680"/>
                <a:gd name="T10" fmla="*/ 340 w 679"/>
                <a:gd name="T11" fmla="*/ 679 h 680"/>
                <a:gd name="T12" fmla="*/ 120 w 679"/>
                <a:gd name="T13" fmla="*/ 121 h 680"/>
                <a:gd name="T14" fmla="*/ 120 w 679"/>
                <a:gd name="T15" fmla="*/ 121 h 680"/>
                <a:gd name="T16" fmla="*/ 340 w 679"/>
                <a:gd name="T17" fmla="*/ 31 h 680"/>
                <a:gd name="T18" fmla="*/ 558 w 679"/>
                <a:gd name="T19" fmla="*/ 121 h 680"/>
                <a:gd name="T20" fmla="*/ 649 w 679"/>
                <a:gd name="T21" fmla="*/ 340 h 680"/>
                <a:gd name="T22" fmla="*/ 558 w 679"/>
                <a:gd name="T23" fmla="*/ 558 h 680"/>
                <a:gd name="T24" fmla="*/ 340 w 679"/>
                <a:gd name="T25" fmla="*/ 650 h 680"/>
                <a:gd name="T26" fmla="*/ 120 w 679"/>
                <a:gd name="T27" fmla="*/ 558 h 680"/>
                <a:gd name="T28" fmla="*/ 30 w 679"/>
                <a:gd name="T29" fmla="*/ 340 h 680"/>
                <a:gd name="T30" fmla="*/ 120 w 679"/>
                <a:gd name="T31" fmla="*/ 121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679"/>
                  </a:moveTo>
                  <a:lnTo>
                    <a:pt x="340" y="679"/>
                  </a:lnTo>
                  <a:cubicBezTo>
                    <a:pt x="526" y="679"/>
                    <a:pt x="678" y="527"/>
                    <a:pt x="678" y="340"/>
                  </a:cubicBezTo>
                  <a:cubicBezTo>
                    <a:pt x="678" y="152"/>
                    <a:pt x="526" y="0"/>
                    <a:pt x="340" y="0"/>
                  </a:cubicBezTo>
                  <a:cubicBezTo>
                    <a:pt x="152" y="0"/>
                    <a:pt x="0" y="152"/>
                    <a:pt x="0" y="340"/>
                  </a:cubicBezTo>
                  <a:cubicBezTo>
                    <a:pt x="0" y="527"/>
                    <a:pt x="152" y="679"/>
                    <a:pt x="340" y="679"/>
                  </a:cubicBezTo>
                  <a:close/>
                  <a:moveTo>
                    <a:pt x="120" y="121"/>
                  </a:moveTo>
                  <a:lnTo>
                    <a:pt x="120" y="121"/>
                  </a:lnTo>
                  <a:cubicBezTo>
                    <a:pt x="177" y="65"/>
                    <a:pt x="254" y="31"/>
                    <a:pt x="340" y="31"/>
                  </a:cubicBezTo>
                  <a:cubicBezTo>
                    <a:pt x="424" y="31"/>
                    <a:pt x="501" y="65"/>
                    <a:pt x="558" y="121"/>
                  </a:cubicBezTo>
                  <a:cubicBezTo>
                    <a:pt x="613" y="177"/>
                    <a:pt x="649" y="255"/>
                    <a:pt x="649" y="340"/>
                  </a:cubicBezTo>
                  <a:cubicBezTo>
                    <a:pt x="649" y="426"/>
                    <a:pt x="613" y="503"/>
                    <a:pt x="558" y="558"/>
                  </a:cubicBezTo>
                  <a:cubicBezTo>
                    <a:pt x="501" y="615"/>
                    <a:pt x="424" y="650"/>
                    <a:pt x="340" y="650"/>
                  </a:cubicBezTo>
                  <a:cubicBezTo>
                    <a:pt x="254" y="650"/>
                    <a:pt x="177" y="615"/>
                    <a:pt x="120" y="558"/>
                  </a:cubicBezTo>
                  <a:cubicBezTo>
                    <a:pt x="65" y="503"/>
                    <a:pt x="30" y="426"/>
                    <a:pt x="30" y="340"/>
                  </a:cubicBezTo>
                  <a:cubicBezTo>
                    <a:pt x="30" y="255"/>
                    <a:pt x="65" y="177"/>
                    <a:pt x="120"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4" name="Freeform 176">
              <a:extLst>
                <a:ext uri="{FF2B5EF4-FFF2-40B4-BE49-F238E27FC236}">
                  <a16:creationId xmlns:a16="http://schemas.microsoft.com/office/drawing/2014/main" id="{C01E58B2-4509-787E-EB7F-7FF8A2241A77}"/>
                </a:ext>
              </a:extLst>
            </p:cNvPr>
            <p:cNvSpPr>
              <a:spLocks noChangeArrowheads="1"/>
            </p:cNvSpPr>
            <p:nvPr/>
          </p:nvSpPr>
          <p:spPr bwMode="auto">
            <a:xfrm>
              <a:off x="7370763" y="5183188"/>
              <a:ext cx="117475" cy="33337"/>
            </a:xfrm>
            <a:custGeom>
              <a:avLst/>
              <a:gdLst>
                <a:gd name="T0" fmla="*/ 5 w 325"/>
                <a:gd name="T1" fmla="*/ 6 h 92"/>
                <a:gd name="T2" fmla="*/ 5 w 325"/>
                <a:gd name="T3" fmla="*/ 6 h 92"/>
                <a:gd name="T4" fmla="*/ 5 w 325"/>
                <a:gd name="T5" fmla="*/ 26 h 92"/>
                <a:gd name="T6" fmla="*/ 163 w 325"/>
                <a:gd name="T7" fmla="*/ 91 h 92"/>
                <a:gd name="T8" fmla="*/ 319 w 325"/>
                <a:gd name="T9" fmla="*/ 26 h 92"/>
                <a:gd name="T10" fmla="*/ 319 w 325"/>
                <a:gd name="T11" fmla="*/ 6 h 92"/>
                <a:gd name="T12" fmla="*/ 298 w 325"/>
                <a:gd name="T13" fmla="*/ 6 h 92"/>
                <a:gd name="T14" fmla="*/ 298 w 325"/>
                <a:gd name="T15" fmla="*/ 6 h 92"/>
                <a:gd name="T16" fmla="*/ 163 w 325"/>
                <a:gd name="T17" fmla="*/ 61 h 92"/>
                <a:gd name="T18" fmla="*/ 26 w 325"/>
                <a:gd name="T19" fmla="*/ 6 h 92"/>
                <a:gd name="T20" fmla="*/ 5 w 325"/>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5" h="92">
                  <a:moveTo>
                    <a:pt x="5" y="6"/>
                  </a:moveTo>
                  <a:lnTo>
                    <a:pt x="5" y="6"/>
                  </a:lnTo>
                  <a:cubicBezTo>
                    <a:pt x="0" y="11"/>
                    <a:pt x="0" y="21"/>
                    <a:pt x="5" y="26"/>
                  </a:cubicBezTo>
                  <a:cubicBezTo>
                    <a:pt x="45" y="66"/>
                    <a:pt x="101" y="91"/>
                    <a:pt x="163" y="91"/>
                  </a:cubicBezTo>
                  <a:cubicBezTo>
                    <a:pt x="224" y="91"/>
                    <a:pt x="279" y="66"/>
                    <a:pt x="319" y="26"/>
                  </a:cubicBezTo>
                  <a:cubicBezTo>
                    <a:pt x="324" y="21"/>
                    <a:pt x="324" y="11"/>
                    <a:pt x="319" y="6"/>
                  </a:cubicBezTo>
                  <a:cubicBezTo>
                    <a:pt x="312" y="0"/>
                    <a:pt x="304" y="0"/>
                    <a:pt x="298" y="6"/>
                  </a:cubicBezTo>
                  <a:lnTo>
                    <a:pt x="298" y="6"/>
                  </a:lnTo>
                  <a:cubicBezTo>
                    <a:pt x="262" y="40"/>
                    <a:pt x="215" y="61"/>
                    <a:pt x="163" y="61"/>
                  </a:cubicBezTo>
                  <a:cubicBezTo>
                    <a:pt x="109" y="61"/>
                    <a:pt x="62" y="40"/>
                    <a:pt x="26" y="6"/>
                  </a:cubicBezTo>
                  <a:cubicBezTo>
                    <a:pt x="20" y="0"/>
                    <a:pt x="12"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5" name="Freeform 177">
              <a:extLst>
                <a:ext uri="{FF2B5EF4-FFF2-40B4-BE49-F238E27FC236}">
                  <a16:creationId xmlns:a16="http://schemas.microsoft.com/office/drawing/2014/main" id="{58ACAAF1-6424-8C66-E25B-C74F854FD626}"/>
                </a:ext>
              </a:extLst>
            </p:cNvPr>
            <p:cNvSpPr>
              <a:spLocks noChangeArrowheads="1"/>
            </p:cNvSpPr>
            <p:nvPr/>
          </p:nvSpPr>
          <p:spPr bwMode="auto">
            <a:xfrm>
              <a:off x="745648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5" y="146"/>
                    <a:pt x="148" y="114"/>
                    <a:pt x="148" y="73"/>
                  </a:cubicBezTo>
                  <a:cubicBezTo>
                    <a:pt x="148" y="33"/>
                    <a:pt x="115"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5" y="88"/>
                    <a:pt x="88" y="74"/>
                    <a:pt x="88" y="58"/>
                  </a:cubicBezTo>
                  <a:cubicBezTo>
                    <a:pt x="88" y="44"/>
                    <a:pt x="79" y="33"/>
                    <a:pt x="65" y="30"/>
                  </a:cubicBezTo>
                  <a:cubicBezTo>
                    <a:pt x="68" y="29"/>
                    <a:pt x="70" y="29"/>
                    <a:pt x="73" y="29"/>
                  </a:cubicBezTo>
                  <a:cubicBezTo>
                    <a:pt x="98" y="29"/>
                    <a:pt x="117" y="48"/>
                    <a:pt x="117" y="73"/>
                  </a:cubicBezTo>
                  <a:cubicBezTo>
                    <a:pt x="117" y="98"/>
                    <a:pt x="98" y="117"/>
                    <a:pt x="73" y="117"/>
                  </a:cubicBezTo>
                  <a:cubicBezTo>
                    <a:pt x="50"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6" name="Freeform 178">
              <a:extLst>
                <a:ext uri="{FF2B5EF4-FFF2-40B4-BE49-F238E27FC236}">
                  <a16:creationId xmlns:a16="http://schemas.microsoft.com/office/drawing/2014/main" id="{EC1CC8B7-0846-6670-45AB-84D07FC1791C}"/>
                </a:ext>
              </a:extLst>
            </p:cNvPr>
            <p:cNvSpPr>
              <a:spLocks noChangeArrowheads="1"/>
            </p:cNvSpPr>
            <p:nvPr/>
          </p:nvSpPr>
          <p:spPr bwMode="auto">
            <a:xfrm>
              <a:off x="736123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4" y="146"/>
                    <a:pt x="148" y="114"/>
                    <a:pt x="148" y="73"/>
                  </a:cubicBezTo>
                  <a:cubicBezTo>
                    <a:pt x="148" y="33"/>
                    <a:pt x="114"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4" y="88"/>
                    <a:pt x="88" y="74"/>
                    <a:pt x="88" y="58"/>
                  </a:cubicBezTo>
                  <a:cubicBezTo>
                    <a:pt x="88" y="44"/>
                    <a:pt x="78" y="33"/>
                    <a:pt x="65" y="30"/>
                  </a:cubicBezTo>
                  <a:cubicBezTo>
                    <a:pt x="67" y="29"/>
                    <a:pt x="70" y="29"/>
                    <a:pt x="73" y="29"/>
                  </a:cubicBezTo>
                  <a:cubicBezTo>
                    <a:pt x="98" y="29"/>
                    <a:pt x="117" y="48"/>
                    <a:pt x="117" y="73"/>
                  </a:cubicBezTo>
                  <a:cubicBezTo>
                    <a:pt x="117" y="98"/>
                    <a:pt x="98" y="117"/>
                    <a:pt x="73" y="117"/>
                  </a:cubicBezTo>
                  <a:cubicBezTo>
                    <a:pt x="49"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7" name="Group 219">
            <a:extLst>
              <a:ext uri="{FF2B5EF4-FFF2-40B4-BE49-F238E27FC236}">
                <a16:creationId xmlns:a16="http://schemas.microsoft.com/office/drawing/2014/main" id="{DD99C336-591E-E8D3-6479-867E57EE78BD}"/>
              </a:ext>
            </a:extLst>
          </p:cNvPr>
          <p:cNvGrpSpPr/>
          <p:nvPr/>
        </p:nvGrpSpPr>
        <p:grpSpPr>
          <a:xfrm>
            <a:off x="9482658" y="6232947"/>
            <a:ext cx="244475" cy="244475"/>
            <a:chOff x="8326438" y="6542088"/>
            <a:chExt cx="244475" cy="244475"/>
          </a:xfrm>
          <a:solidFill>
            <a:schemeClr val="tx2"/>
          </a:solidFill>
        </p:grpSpPr>
        <p:sp>
          <p:nvSpPr>
            <p:cNvPr id="218" name="Freeform 179">
              <a:extLst>
                <a:ext uri="{FF2B5EF4-FFF2-40B4-BE49-F238E27FC236}">
                  <a16:creationId xmlns:a16="http://schemas.microsoft.com/office/drawing/2014/main" id="{82A3020B-CF8D-CCC2-2270-8607D8863136}"/>
                </a:ext>
              </a:extLst>
            </p:cNvPr>
            <p:cNvSpPr>
              <a:spLocks noChangeArrowheads="1"/>
            </p:cNvSpPr>
            <p:nvPr/>
          </p:nvSpPr>
          <p:spPr bwMode="auto">
            <a:xfrm>
              <a:off x="8378825" y="6696075"/>
              <a:ext cx="138113" cy="58738"/>
            </a:xfrm>
            <a:custGeom>
              <a:avLst/>
              <a:gdLst>
                <a:gd name="T0" fmla="*/ 366 w 384"/>
                <a:gd name="T1" fmla="*/ 8 h 162"/>
                <a:gd name="T2" fmla="*/ 366 w 384"/>
                <a:gd name="T3" fmla="*/ 8 h 162"/>
                <a:gd name="T4" fmla="*/ 344 w 384"/>
                <a:gd name="T5" fmla="*/ 0 h 162"/>
                <a:gd name="T6" fmla="*/ 344 w 384"/>
                <a:gd name="T7" fmla="*/ 13 h 162"/>
                <a:gd name="T8" fmla="*/ 344 w 384"/>
                <a:gd name="T9" fmla="*/ 0 h 162"/>
                <a:gd name="T10" fmla="*/ 309 w 384"/>
                <a:gd name="T11" fmla="*/ 6 h 162"/>
                <a:gd name="T12" fmla="*/ 253 w 384"/>
                <a:gd name="T13" fmla="*/ 30 h 162"/>
                <a:gd name="T14" fmla="*/ 192 w 384"/>
                <a:gd name="T15" fmla="*/ 44 h 162"/>
                <a:gd name="T16" fmla="*/ 112 w 384"/>
                <a:gd name="T17" fmla="*/ 23 h 162"/>
                <a:gd name="T18" fmla="*/ 75 w 384"/>
                <a:gd name="T19" fmla="*/ 6 h 162"/>
                <a:gd name="T20" fmla="*/ 39 w 384"/>
                <a:gd name="T21" fmla="*/ 0 h 162"/>
                <a:gd name="T22" fmla="*/ 17 w 384"/>
                <a:gd name="T23" fmla="*/ 8 h 162"/>
                <a:gd name="T24" fmla="*/ 3 w 384"/>
                <a:gd name="T25" fmla="*/ 34 h 162"/>
                <a:gd name="T26" fmla="*/ 0 w 384"/>
                <a:gd name="T27" fmla="*/ 58 h 162"/>
                <a:gd name="T28" fmla="*/ 17 w 384"/>
                <a:gd name="T29" fmla="*/ 102 h 162"/>
                <a:gd name="T30" fmla="*/ 89 w 384"/>
                <a:gd name="T31" fmla="*/ 146 h 162"/>
                <a:gd name="T32" fmla="*/ 192 w 384"/>
                <a:gd name="T33" fmla="*/ 161 h 162"/>
                <a:gd name="T34" fmla="*/ 324 w 384"/>
                <a:gd name="T35" fmla="*/ 134 h 162"/>
                <a:gd name="T36" fmla="*/ 366 w 384"/>
                <a:gd name="T37" fmla="*/ 102 h 162"/>
                <a:gd name="T38" fmla="*/ 383 w 384"/>
                <a:gd name="T39" fmla="*/ 58 h 162"/>
                <a:gd name="T40" fmla="*/ 378 w 384"/>
                <a:gd name="T41" fmla="*/ 24 h 162"/>
                <a:gd name="T42" fmla="*/ 366 w 384"/>
                <a:gd name="T43" fmla="*/ 8 h 162"/>
                <a:gd name="T44" fmla="*/ 343 w 384"/>
                <a:gd name="T45" fmla="*/ 82 h 162"/>
                <a:gd name="T46" fmla="*/ 343 w 384"/>
                <a:gd name="T47" fmla="*/ 82 h 162"/>
                <a:gd name="T48" fmla="*/ 286 w 384"/>
                <a:gd name="T49" fmla="*/ 117 h 162"/>
                <a:gd name="T50" fmla="*/ 192 w 384"/>
                <a:gd name="T51" fmla="*/ 132 h 162"/>
                <a:gd name="T52" fmla="*/ 74 w 384"/>
                <a:gd name="T53" fmla="*/ 107 h 162"/>
                <a:gd name="T54" fmla="*/ 41 w 384"/>
                <a:gd name="T55" fmla="*/ 82 h 162"/>
                <a:gd name="T56" fmla="*/ 29 w 384"/>
                <a:gd name="T57" fmla="*/ 58 h 162"/>
                <a:gd name="T58" fmla="*/ 34 w 384"/>
                <a:gd name="T59" fmla="*/ 35 h 162"/>
                <a:gd name="T60" fmla="*/ 36 w 384"/>
                <a:gd name="T61" fmla="*/ 30 h 162"/>
                <a:gd name="T62" fmla="*/ 39 w 384"/>
                <a:gd name="T63" fmla="*/ 29 h 162"/>
                <a:gd name="T64" fmla="*/ 65 w 384"/>
                <a:gd name="T65" fmla="*/ 34 h 162"/>
                <a:gd name="T66" fmla="*/ 121 w 384"/>
                <a:gd name="T67" fmla="*/ 58 h 162"/>
                <a:gd name="T68" fmla="*/ 192 w 384"/>
                <a:gd name="T69" fmla="*/ 73 h 162"/>
                <a:gd name="T70" fmla="*/ 284 w 384"/>
                <a:gd name="T71" fmla="*/ 49 h 162"/>
                <a:gd name="T72" fmla="*/ 318 w 384"/>
                <a:gd name="T73" fmla="*/ 34 h 162"/>
                <a:gd name="T74" fmla="*/ 344 w 384"/>
                <a:gd name="T75" fmla="*/ 29 h 162"/>
                <a:gd name="T76" fmla="*/ 347 w 384"/>
                <a:gd name="T77" fmla="*/ 30 h 162"/>
                <a:gd name="T78" fmla="*/ 351 w 384"/>
                <a:gd name="T79" fmla="*/ 41 h 162"/>
                <a:gd name="T80" fmla="*/ 354 w 384"/>
                <a:gd name="T81" fmla="*/ 58 h 162"/>
                <a:gd name="T82" fmla="*/ 343 w 384"/>
                <a:gd name="T83" fmla="*/ 8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84" h="162">
                  <a:moveTo>
                    <a:pt x="366" y="8"/>
                  </a:moveTo>
                  <a:lnTo>
                    <a:pt x="366" y="8"/>
                  </a:lnTo>
                  <a:cubicBezTo>
                    <a:pt x="361" y="2"/>
                    <a:pt x="353" y="0"/>
                    <a:pt x="344" y="0"/>
                  </a:cubicBezTo>
                  <a:cubicBezTo>
                    <a:pt x="344" y="13"/>
                    <a:pt x="344" y="13"/>
                    <a:pt x="344" y="13"/>
                  </a:cubicBezTo>
                  <a:cubicBezTo>
                    <a:pt x="344" y="0"/>
                    <a:pt x="344" y="0"/>
                    <a:pt x="344" y="0"/>
                  </a:cubicBezTo>
                  <a:cubicBezTo>
                    <a:pt x="332" y="0"/>
                    <a:pt x="320" y="2"/>
                    <a:pt x="309" y="6"/>
                  </a:cubicBezTo>
                  <a:cubicBezTo>
                    <a:pt x="291" y="13"/>
                    <a:pt x="273" y="23"/>
                    <a:pt x="253" y="30"/>
                  </a:cubicBezTo>
                  <a:cubicBezTo>
                    <a:pt x="234" y="38"/>
                    <a:pt x="213" y="44"/>
                    <a:pt x="192" y="44"/>
                  </a:cubicBezTo>
                  <a:cubicBezTo>
                    <a:pt x="162" y="44"/>
                    <a:pt x="137" y="34"/>
                    <a:pt x="112" y="23"/>
                  </a:cubicBezTo>
                  <a:cubicBezTo>
                    <a:pt x="100" y="18"/>
                    <a:pt x="88" y="12"/>
                    <a:pt x="75" y="6"/>
                  </a:cubicBezTo>
                  <a:cubicBezTo>
                    <a:pt x="64" y="2"/>
                    <a:pt x="52" y="0"/>
                    <a:pt x="39" y="0"/>
                  </a:cubicBezTo>
                  <a:cubicBezTo>
                    <a:pt x="31" y="0"/>
                    <a:pt x="23" y="2"/>
                    <a:pt x="17" y="8"/>
                  </a:cubicBezTo>
                  <a:cubicBezTo>
                    <a:pt x="9" y="15"/>
                    <a:pt x="5" y="24"/>
                    <a:pt x="3" y="34"/>
                  </a:cubicBezTo>
                  <a:cubicBezTo>
                    <a:pt x="0" y="42"/>
                    <a:pt x="0" y="51"/>
                    <a:pt x="0" y="58"/>
                  </a:cubicBezTo>
                  <a:cubicBezTo>
                    <a:pt x="0" y="74"/>
                    <a:pt x="7" y="89"/>
                    <a:pt x="17" y="102"/>
                  </a:cubicBezTo>
                  <a:cubicBezTo>
                    <a:pt x="34" y="121"/>
                    <a:pt x="58" y="135"/>
                    <a:pt x="89" y="146"/>
                  </a:cubicBezTo>
                  <a:cubicBezTo>
                    <a:pt x="118" y="156"/>
                    <a:pt x="154" y="161"/>
                    <a:pt x="192" y="161"/>
                  </a:cubicBezTo>
                  <a:cubicBezTo>
                    <a:pt x="242" y="161"/>
                    <a:pt x="289" y="151"/>
                    <a:pt x="324" y="134"/>
                  </a:cubicBezTo>
                  <a:cubicBezTo>
                    <a:pt x="340" y="125"/>
                    <a:pt x="355" y="114"/>
                    <a:pt x="366" y="102"/>
                  </a:cubicBezTo>
                  <a:cubicBezTo>
                    <a:pt x="376" y="89"/>
                    <a:pt x="383" y="74"/>
                    <a:pt x="383" y="58"/>
                  </a:cubicBezTo>
                  <a:cubicBezTo>
                    <a:pt x="383" y="49"/>
                    <a:pt x="383" y="37"/>
                    <a:pt x="378" y="24"/>
                  </a:cubicBezTo>
                  <a:cubicBezTo>
                    <a:pt x="376" y="19"/>
                    <a:pt x="372" y="13"/>
                    <a:pt x="366" y="8"/>
                  </a:cubicBezTo>
                  <a:close/>
                  <a:moveTo>
                    <a:pt x="343" y="82"/>
                  </a:moveTo>
                  <a:lnTo>
                    <a:pt x="343" y="82"/>
                  </a:lnTo>
                  <a:cubicBezTo>
                    <a:pt x="333" y="96"/>
                    <a:pt x="313" y="109"/>
                    <a:pt x="286" y="117"/>
                  </a:cubicBezTo>
                  <a:cubicBezTo>
                    <a:pt x="260" y="127"/>
                    <a:pt x="227" y="132"/>
                    <a:pt x="192" y="132"/>
                  </a:cubicBezTo>
                  <a:cubicBezTo>
                    <a:pt x="146" y="132"/>
                    <a:pt x="103" y="122"/>
                    <a:pt x="74" y="107"/>
                  </a:cubicBezTo>
                  <a:cubicBezTo>
                    <a:pt x="58" y="100"/>
                    <a:pt x="47" y="92"/>
                    <a:pt x="41" y="82"/>
                  </a:cubicBezTo>
                  <a:cubicBezTo>
                    <a:pt x="32" y="74"/>
                    <a:pt x="29" y="66"/>
                    <a:pt x="29" y="58"/>
                  </a:cubicBezTo>
                  <a:cubicBezTo>
                    <a:pt x="29" y="51"/>
                    <a:pt x="31" y="41"/>
                    <a:pt x="34" y="35"/>
                  </a:cubicBezTo>
                  <a:cubicBezTo>
                    <a:pt x="35" y="33"/>
                    <a:pt x="36" y="30"/>
                    <a:pt x="36" y="30"/>
                  </a:cubicBezTo>
                  <a:cubicBezTo>
                    <a:pt x="38" y="29"/>
                    <a:pt x="38" y="29"/>
                    <a:pt x="39" y="29"/>
                  </a:cubicBezTo>
                  <a:cubicBezTo>
                    <a:pt x="46" y="29"/>
                    <a:pt x="56" y="31"/>
                    <a:pt x="65" y="34"/>
                  </a:cubicBezTo>
                  <a:cubicBezTo>
                    <a:pt x="81" y="41"/>
                    <a:pt x="99" y="49"/>
                    <a:pt x="121" y="58"/>
                  </a:cubicBezTo>
                  <a:cubicBezTo>
                    <a:pt x="141" y="66"/>
                    <a:pt x="165" y="73"/>
                    <a:pt x="192" y="73"/>
                  </a:cubicBezTo>
                  <a:cubicBezTo>
                    <a:pt x="228" y="73"/>
                    <a:pt x="259" y="60"/>
                    <a:pt x="284" y="49"/>
                  </a:cubicBezTo>
                  <a:cubicBezTo>
                    <a:pt x="296" y="44"/>
                    <a:pt x="309" y="38"/>
                    <a:pt x="318" y="34"/>
                  </a:cubicBezTo>
                  <a:cubicBezTo>
                    <a:pt x="328" y="31"/>
                    <a:pt x="338" y="29"/>
                    <a:pt x="344" y="29"/>
                  </a:cubicBezTo>
                  <a:cubicBezTo>
                    <a:pt x="346" y="29"/>
                    <a:pt x="346" y="29"/>
                    <a:pt x="347" y="30"/>
                  </a:cubicBezTo>
                  <a:cubicBezTo>
                    <a:pt x="349" y="30"/>
                    <a:pt x="351" y="34"/>
                    <a:pt x="351" y="41"/>
                  </a:cubicBezTo>
                  <a:cubicBezTo>
                    <a:pt x="353" y="47"/>
                    <a:pt x="354" y="53"/>
                    <a:pt x="354" y="58"/>
                  </a:cubicBezTo>
                  <a:cubicBezTo>
                    <a:pt x="354" y="66"/>
                    <a:pt x="351" y="74"/>
                    <a:pt x="343"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9" name="Freeform 180">
              <a:extLst>
                <a:ext uri="{FF2B5EF4-FFF2-40B4-BE49-F238E27FC236}">
                  <a16:creationId xmlns:a16="http://schemas.microsoft.com/office/drawing/2014/main" id="{C2B46307-E09C-701B-0DD1-8288A00DF22A}"/>
                </a:ext>
              </a:extLst>
            </p:cNvPr>
            <p:cNvSpPr>
              <a:spLocks noChangeArrowheads="1"/>
            </p:cNvSpPr>
            <p:nvPr/>
          </p:nvSpPr>
          <p:spPr bwMode="auto">
            <a:xfrm>
              <a:off x="8326438" y="6542088"/>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0" name="Freeform 181">
              <a:extLst>
                <a:ext uri="{FF2B5EF4-FFF2-40B4-BE49-F238E27FC236}">
                  <a16:creationId xmlns:a16="http://schemas.microsoft.com/office/drawing/2014/main" id="{268CF2AC-E4B8-C35E-57AB-3CFFC457F88C}"/>
                </a:ext>
              </a:extLst>
            </p:cNvPr>
            <p:cNvSpPr>
              <a:spLocks noChangeArrowheads="1"/>
            </p:cNvSpPr>
            <p:nvPr/>
          </p:nvSpPr>
          <p:spPr bwMode="auto">
            <a:xfrm>
              <a:off x="8388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1" name="Freeform 182">
              <a:extLst>
                <a:ext uri="{FF2B5EF4-FFF2-40B4-BE49-F238E27FC236}">
                  <a16:creationId xmlns:a16="http://schemas.microsoft.com/office/drawing/2014/main" id="{76195A7C-9658-0042-7243-EC3C41CD6222}"/>
                </a:ext>
              </a:extLst>
            </p:cNvPr>
            <p:cNvSpPr>
              <a:spLocks noChangeArrowheads="1"/>
            </p:cNvSpPr>
            <p:nvPr/>
          </p:nvSpPr>
          <p:spPr bwMode="auto">
            <a:xfrm>
              <a:off x="8485188" y="6626225"/>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2" name="Group 224">
            <a:extLst>
              <a:ext uri="{FF2B5EF4-FFF2-40B4-BE49-F238E27FC236}">
                <a16:creationId xmlns:a16="http://schemas.microsoft.com/office/drawing/2014/main" id="{1A8A0644-1F18-4244-7646-CC9CDCD35883}"/>
              </a:ext>
            </a:extLst>
          </p:cNvPr>
          <p:cNvGrpSpPr/>
          <p:nvPr/>
        </p:nvGrpSpPr>
        <p:grpSpPr>
          <a:xfrm>
            <a:off x="8984183" y="4697834"/>
            <a:ext cx="244475" cy="244475"/>
            <a:chOff x="7827963" y="5013325"/>
            <a:chExt cx="244475" cy="244475"/>
          </a:xfrm>
          <a:solidFill>
            <a:schemeClr val="tx2"/>
          </a:solidFill>
        </p:grpSpPr>
        <p:sp>
          <p:nvSpPr>
            <p:cNvPr id="223" name="Freeform 183">
              <a:extLst>
                <a:ext uri="{FF2B5EF4-FFF2-40B4-BE49-F238E27FC236}">
                  <a16:creationId xmlns:a16="http://schemas.microsoft.com/office/drawing/2014/main" id="{25FBC0BD-79CB-90D7-C2A8-09C8A863EC6D}"/>
                </a:ext>
              </a:extLst>
            </p:cNvPr>
            <p:cNvSpPr>
              <a:spLocks noChangeArrowheads="1"/>
            </p:cNvSpPr>
            <p:nvPr/>
          </p:nvSpPr>
          <p:spPr bwMode="auto">
            <a:xfrm>
              <a:off x="7827963" y="5013325"/>
              <a:ext cx="244475" cy="244475"/>
            </a:xfrm>
            <a:custGeom>
              <a:avLst/>
              <a:gdLst>
                <a:gd name="T0" fmla="*/ 338 w 678"/>
                <a:gd name="T1" fmla="*/ 0 h 680"/>
                <a:gd name="T2" fmla="*/ 338 w 678"/>
                <a:gd name="T3" fmla="*/ 0 h 680"/>
                <a:gd name="T4" fmla="*/ 0 w 678"/>
                <a:gd name="T5" fmla="*/ 340 h 680"/>
                <a:gd name="T6" fmla="*/ 338 w 678"/>
                <a:gd name="T7" fmla="*/ 679 h 680"/>
                <a:gd name="T8" fmla="*/ 677 w 678"/>
                <a:gd name="T9" fmla="*/ 340 h 680"/>
                <a:gd name="T10" fmla="*/ 338 w 678"/>
                <a:gd name="T11" fmla="*/ 0 h 680"/>
                <a:gd name="T12" fmla="*/ 556 w 678"/>
                <a:gd name="T13" fmla="*/ 558 h 680"/>
                <a:gd name="T14" fmla="*/ 556 w 678"/>
                <a:gd name="T15" fmla="*/ 558 h 680"/>
                <a:gd name="T16" fmla="*/ 338 w 678"/>
                <a:gd name="T17" fmla="*/ 650 h 680"/>
                <a:gd name="T18" fmla="*/ 118 w 678"/>
                <a:gd name="T19" fmla="*/ 558 h 680"/>
                <a:gd name="T20" fmla="*/ 29 w 678"/>
                <a:gd name="T21" fmla="*/ 340 h 680"/>
                <a:gd name="T22" fmla="*/ 118 w 678"/>
                <a:gd name="T23" fmla="*/ 121 h 680"/>
                <a:gd name="T24" fmla="*/ 338 w 678"/>
                <a:gd name="T25" fmla="*/ 31 h 680"/>
                <a:gd name="T26" fmla="*/ 556 w 678"/>
                <a:gd name="T27" fmla="*/ 121 h 680"/>
                <a:gd name="T28" fmla="*/ 648 w 678"/>
                <a:gd name="T29" fmla="*/ 340 h 680"/>
                <a:gd name="T30" fmla="*/ 556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8" y="0"/>
                  </a:moveTo>
                  <a:lnTo>
                    <a:pt x="338" y="0"/>
                  </a:lnTo>
                  <a:cubicBezTo>
                    <a:pt x="150" y="0"/>
                    <a:pt x="0" y="152"/>
                    <a:pt x="0" y="340"/>
                  </a:cubicBezTo>
                  <a:cubicBezTo>
                    <a:pt x="0" y="527"/>
                    <a:pt x="150" y="679"/>
                    <a:pt x="338" y="679"/>
                  </a:cubicBezTo>
                  <a:cubicBezTo>
                    <a:pt x="525" y="679"/>
                    <a:pt x="677" y="527"/>
                    <a:pt x="677" y="340"/>
                  </a:cubicBezTo>
                  <a:cubicBezTo>
                    <a:pt x="677" y="152"/>
                    <a:pt x="525" y="0"/>
                    <a:pt x="338" y="0"/>
                  </a:cubicBezTo>
                  <a:close/>
                  <a:moveTo>
                    <a:pt x="556" y="558"/>
                  </a:moveTo>
                  <a:lnTo>
                    <a:pt x="556" y="558"/>
                  </a:lnTo>
                  <a:cubicBezTo>
                    <a:pt x="501" y="615"/>
                    <a:pt x="424" y="650"/>
                    <a:pt x="338" y="650"/>
                  </a:cubicBezTo>
                  <a:cubicBezTo>
                    <a:pt x="252" y="650"/>
                    <a:pt x="175" y="615"/>
                    <a:pt x="118" y="558"/>
                  </a:cubicBezTo>
                  <a:cubicBezTo>
                    <a:pt x="63" y="503"/>
                    <a:pt x="29" y="426"/>
                    <a:pt x="29" y="340"/>
                  </a:cubicBezTo>
                  <a:cubicBezTo>
                    <a:pt x="29" y="255"/>
                    <a:pt x="63" y="177"/>
                    <a:pt x="118" y="121"/>
                  </a:cubicBezTo>
                  <a:cubicBezTo>
                    <a:pt x="175" y="65"/>
                    <a:pt x="252" y="31"/>
                    <a:pt x="338" y="31"/>
                  </a:cubicBezTo>
                  <a:cubicBezTo>
                    <a:pt x="424" y="31"/>
                    <a:pt x="501" y="65"/>
                    <a:pt x="556" y="121"/>
                  </a:cubicBezTo>
                  <a:cubicBezTo>
                    <a:pt x="613" y="177"/>
                    <a:pt x="648" y="255"/>
                    <a:pt x="648" y="340"/>
                  </a:cubicBezTo>
                  <a:cubicBezTo>
                    <a:pt x="648" y="426"/>
                    <a:pt x="613" y="503"/>
                    <a:pt x="556"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4" name="Freeform 184">
              <a:extLst>
                <a:ext uri="{FF2B5EF4-FFF2-40B4-BE49-F238E27FC236}">
                  <a16:creationId xmlns:a16="http://schemas.microsoft.com/office/drawing/2014/main" id="{FD0B5D54-E513-F098-7849-9D9D8A084163}"/>
                </a:ext>
              </a:extLst>
            </p:cNvPr>
            <p:cNvSpPr>
              <a:spLocks noChangeArrowheads="1"/>
            </p:cNvSpPr>
            <p:nvPr/>
          </p:nvSpPr>
          <p:spPr bwMode="auto">
            <a:xfrm>
              <a:off x="7891463" y="5099050"/>
              <a:ext cx="20637"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5" y="59"/>
                    <a:pt x="58" y="45"/>
                    <a:pt x="58" y="29"/>
                  </a:cubicBezTo>
                  <a:cubicBezTo>
                    <a:pt x="58" y="13"/>
                    <a:pt x="45" y="0"/>
                    <a:pt x="29" y="0"/>
                  </a:cubicBezTo>
                  <a:cubicBezTo>
                    <a:pt x="12" y="0"/>
                    <a:pt x="0" y="13"/>
                    <a:pt x="0" y="29"/>
                  </a:cubicBezTo>
                  <a:cubicBezTo>
                    <a:pt x="0" y="45"/>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5" name="Freeform 185">
              <a:extLst>
                <a:ext uri="{FF2B5EF4-FFF2-40B4-BE49-F238E27FC236}">
                  <a16:creationId xmlns:a16="http://schemas.microsoft.com/office/drawing/2014/main" id="{7D2E0768-D9A0-BEFD-D04A-364337BBE407}"/>
                </a:ext>
              </a:extLst>
            </p:cNvPr>
            <p:cNvSpPr>
              <a:spLocks noChangeArrowheads="1"/>
            </p:cNvSpPr>
            <p:nvPr/>
          </p:nvSpPr>
          <p:spPr bwMode="auto">
            <a:xfrm>
              <a:off x="7986713" y="5099050"/>
              <a:ext cx="20637" cy="22225"/>
            </a:xfrm>
            <a:custGeom>
              <a:avLst/>
              <a:gdLst>
                <a:gd name="T0" fmla="*/ 29 w 59"/>
                <a:gd name="T1" fmla="*/ 0 h 60"/>
                <a:gd name="T2" fmla="*/ 29 w 59"/>
                <a:gd name="T3" fmla="*/ 0 h 60"/>
                <a:gd name="T4" fmla="*/ 0 w 59"/>
                <a:gd name="T5" fmla="*/ 29 h 60"/>
                <a:gd name="T6" fmla="*/ 29 w 59"/>
                <a:gd name="T7" fmla="*/ 59 h 60"/>
                <a:gd name="T8" fmla="*/ 58 w 59"/>
                <a:gd name="T9" fmla="*/ 29 h 60"/>
                <a:gd name="T10" fmla="*/ 29 w 59"/>
                <a:gd name="T11" fmla="*/ 0 h 60"/>
              </a:gdLst>
              <a:ahLst/>
              <a:cxnLst>
                <a:cxn ang="0">
                  <a:pos x="T0" y="T1"/>
                </a:cxn>
                <a:cxn ang="0">
                  <a:pos x="T2" y="T3"/>
                </a:cxn>
                <a:cxn ang="0">
                  <a:pos x="T4" y="T5"/>
                </a:cxn>
                <a:cxn ang="0">
                  <a:pos x="T6" y="T7"/>
                </a:cxn>
                <a:cxn ang="0">
                  <a:pos x="T8" y="T9"/>
                </a:cxn>
                <a:cxn ang="0">
                  <a:pos x="T10" y="T11"/>
                </a:cxn>
              </a:cxnLst>
              <a:rect l="0" t="0" r="r" b="b"/>
              <a:pathLst>
                <a:path w="59" h="60">
                  <a:moveTo>
                    <a:pt x="29" y="0"/>
                  </a:moveTo>
                  <a:lnTo>
                    <a:pt x="29" y="0"/>
                  </a:lnTo>
                  <a:cubicBezTo>
                    <a:pt x="12" y="0"/>
                    <a:pt x="0" y="13"/>
                    <a:pt x="0" y="29"/>
                  </a:cubicBezTo>
                  <a:cubicBezTo>
                    <a:pt x="0" y="45"/>
                    <a:pt x="12" y="59"/>
                    <a:pt x="29" y="59"/>
                  </a:cubicBezTo>
                  <a:cubicBezTo>
                    <a:pt x="45" y="59"/>
                    <a:pt x="58" y="45"/>
                    <a:pt x="58" y="29"/>
                  </a:cubicBezTo>
                  <a:cubicBezTo>
                    <a:pt x="58"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6" name="Freeform 186">
              <a:extLst>
                <a:ext uri="{FF2B5EF4-FFF2-40B4-BE49-F238E27FC236}">
                  <a16:creationId xmlns:a16="http://schemas.microsoft.com/office/drawing/2014/main" id="{36134EDF-59EF-4800-CB7E-01D9CCC781F8}"/>
                </a:ext>
              </a:extLst>
            </p:cNvPr>
            <p:cNvSpPr>
              <a:spLocks noChangeArrowheads="1"/>
            </p:cNvSpPr>
            <p:nvPr/>
          </p:nvSpPr>
          <p:spPr bwMode="auto">
            <a:xfrm>
              <a:off x="7889875" y="5173663"/>
              <a:ext cx="117475" cy="42862"/>
            </a:xfrm>
            <a:custGeom>
              <a:avLst/>
              <a:gdLst>
                <a:gd name="T0" fmla="*/ 311 w 327"/>
                <a:gd name="T1" fmla="*/ 0 h 120"/>
                <a:gd name="T2" fmla="*/ 311 w 327"/>
                <a:gd name="T3" fmla="*/ 0 h 120"/>
                <a:gd name="T4" fmla="*/ 15 w 327"/>
                <a:gd name="T5" fmla="*/ 0 h 120"/>
                <a:gd name="T6" fmla="*/ 3 w 327"/>
                <a:gd name="T7" fmla="*/ 9 h 120"/>
                <a:gd name="T8" fmla="*/ 4 w 327"/>
                <a:gd name="T9" fmla="*/ 24 h 120"/>
                <a:gd name="T10" fmla="*/ 79 w 327"/>
                <a:gd name="T11" fmla="*/ 94 h 120"/>
                <a:gd name="T12" fmla="*/ 163 w 327"/>
                <a:gd name="T13" fmla="*/ 119 h 120"/>
                <a:gd name="T14" fmla="*/ 247 w 327"/>
                <a:gd name="T15" fmla="*/ 94 h 120"/>
                <a:gd name="T16" fmla="*/ 322 w 327"/>
                <a:gd name="T17" fmla="*/ 24 h 120"/>
                <a:gd name="T18" fmla="*/ 323 w 327"/>
                <a:gd name="T19" fmla="*/ 9 h 120"/>
                <a:gd name="T20" fmla="*/ 311 w 327"/>
                <a:gd name="T21" fmla="*/ 0 h 120"/>
                <a:gd name="T22" fmla="*/ 232 w 327"/>
                <a:gd name="T23" fmla="*/ 69 h 120"/>
                <a:gd name="T24" fmla="*/ 232 w 327"/>
                <a:gd name="T25" fmla="*/ 69 h 120"/>
                <a:gd name="T26" fmla="*/ 163 w 327"/>
                <a:gd name="T27" fmla="*/ 89 h 120"/>
                <a:gd name="T28" fmla="*/ 94 w 327"/>
                <a:gd name="T29" fmla="*/ 69 h 120"/>
                <a:gd name="T30" fmla="*/ 47 w 327"/>
                <a:gd name="T31" fmla="*/ 31 h 120"/>
                <a:gd name="T32" fmla="*/ 279 w 327"/>
                <a:gd name="T33" fmla="*/ 31 h 120"/>
                <a:gd name="T34" fmla="*/ 232 w 327"/>
                <a:gd name="T35" fmla="*/ 6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7" h="120">
                  <a:moveTo>
                    <a:pt x="311" y="0"/>
                  </a:moveTo>
                  <a:lnTo>
                    <a:pt x="311" y="0"/>
                  </a:lnTo>
                  <a:cubicBezTo>
                    <a:pt x="15" y="0"/>
                    <a:pt x="15" y="0"/>
                    <a:pt x="15" y="0"/>
                  </a:cubicBezTo>
                  <a:cubicBezTo>
                    <a:pt x="10" y="0"/>
                    <a:pt x="4" y="5"/>
                    <a:pt x="3" y="9"/>
                  </a:cubicBezTo>
                  <a:cubicBezTo>
                    <a:pt x="0" y="14"/>
                    <a:pt x="0" y="20"/>
                    <a:pt x="4" y="24"/>
                  </a:cubicBezTo>
                  <a:cubicBezTo>
                    <a:pt x="26" y="56"/>
                    <a:pt x="53" y="79"/>
                    <a:pt x="79" y="94"/>
                  </a:cubicBezTo>
                  <a:cubicBezTo>
                    <a:pt x="107" y="111"/>
                    <a:pt x="134" y="119"/>
                    <a:pt x="163" y="119"/>
                  </a:cubicBezTo>
                  <a:cubicBezTo>
                    <a:pt x="192" y="119"/>
                    <a:pt x="220" y="111"/>
                    <a:pt x="247" y="94"/>
                  </a:cubicBezTo>
                  <a:cubicBezTo>
                    <a:pt x="274" y="79"/>
                    <a:pt x="298" y="56"/>
                    <a:pt x="322" y="24"/>
                  </a:cubicBezTo>
                  <a:cubicBezTo>
                    <a:pt x="325" y="20"/>
                    <a:pt x="326" y="14"/>
                    <a:pt x="323" y="9"/>
                  </a:cubicBezTo>
                  <a:cubicBezTo>
                    <a:pt x="321" y="5"/>
                    <a:pt x="316" y="0"/>
                    <a:pt x="311" y="0"/>
                  </a:cubicBezTo>
                  <a:close/>
                  <a:moveTo>
                    <a:pt x="232" y="69"/>
                  </a:moveTo>
                  <a:lnTo>
                    <a:pt x="232" y="69"/>
                  </a:lnTo>
                  <a:cubicBezTo>
                    <a:pt x="209" y="83"/>
                    <a:pt x="185" y="89"/>
                    <a:pt x="163" y="89"/>
                  </a:cubicBezTo>
                  <a:cubicBezTo>
                    <a:pt x="140" y="89"/>
                    <a:pt x="118" y="83"/>
                    <a:pt x="94" y="69"/>
                  </a:cubicBezTo>
                  <a:cubicBezTo>
                    <a:pt x="77" y="60"/>
                    <a:pt x="62" y="47"/>
                    <a:pt x="47" y="31"/>
                  </a:cubicBezTo>
                  <a:cubicBezTo>
                    <a:pt x="279" y="31"/>
                    <a:pt x="279" y="31"/>
                    <a:pt x="279" y="31"/>
                  </a:cubicBezTo>
                  <a:cubicBezTo>
                    <a:pt x="264" y="47"/>
                    <a:pt x="247" y="60"/>
                    <a:pt x="232"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7" name="Group 229">
            <a:extLst>
              <a:ext uri="{FF2B5EF4-FFF2-40B4-BE49-F238E27FC236}">
                <a16:creationId xmlns:a16="http://schemas.microsoft.com/office/drawing/2014/main" id="{1067315B-A35F-F861-F43A-52A52E4920CE}"/>
              </a:ext>
            </a:extLst>
          </p:cNvPr>
          <p:cNvGrpSpPr/>
          <p:nvPr/>
        </p:nvGrpSpPr>
        <p:grpSpPr>
          <a:xfrm>
            <a:off x="9482658" y="4697834"/>
            <a:ext cx="244475" cy="244475"/>
            <a:chOff x="8326438" y="5013325"/>
            <a:chExt cx="244475" cy="244475"/>
          </a:xfrm>
          <a:solidFill>
            <a:schemeClr val="tx2"/>
          </a:solidFill>
        </p:grpSpPr>
        <p:sp>
          <p:nvSpPr>
            <p:cNvPr id="228" name="Freeform 187">
              <a:extLst>
                <a:ext uri="{FF2B5EF4-FFF2-40B4-BE49-F238E27FC236}">
                  <a16:creationId xmlns:a16="http://schemas.microsoft.com/office/drawing/2014/main" id="{6CEBCD2B-CFA2-C1E3-0C4B-E96CCADDFADA}"/>
                </a:ext>
              </a:extLst>
            </p:cNvPr>
            <p:cNvSpPr>
              <a:spLocks noChangeArrowheads="1"/>
            </p:cNvSpPr>
            <p:nvPr/>
          </p:nvSpPr>
          <p:spPr bwMode="auto">
            <a:xfrm>
              <a:off x="8388350" y="5099050"/>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9" name="Freeform 188">
              <a:extLst>
                <a:ext uri="{FF2B5EF4-FFF2-40B4-BE49-F238E27FC236}">
                  <a16:creationId xmlns:a16="http://schemas.microsoft.com/office/drawing/2014/main" id="{E1B0892B-91B8-83E0-9C77-7566550360FC}"/>
                </a:ext>
              </a:extLst>
            </p:cNvPr>
            <p:cNvSpPr>
              <a:spLocks noChangeArrowheads="1"/>
            </p:cNvSpPr>
            <p:nvPr/>
          </p:nvSpPr>
          <p:spPr bwMode="auto">
            <a:xfrm>
              <a:off x="8485188" y="5099050"/>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0" name="Freeform 189">
              <a:extLst>
                <a:ext uri="{FF2B5EF4-FFF2-40B4-BE49-F238E27FC236}">
                  <a16:creationId xmlns:a16="http://schemas.microsoft.com/office/drawing/2014/main" id="{E0F3A4ED-1A40-BD58-EB22-D6E87C4D8767}"/>
                </a:ext>
              </a:extLst>
            </p:cNvPr>
            <p:cNvSpPr>
              <a:spLocks noChangeArrowheads="1"/>
            </p:cNvSpPr>
            <p:nvPr/>
          </p:nvSpPr>
          <p:spPr bwMode="auto">
            <a:xfrm>
              <a:off x="8326438" y="5013325"/>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1" name="Freeform 190">
              <a:extLst>
                <a:ext uri="{FF2B5EF4-FFF2-40B4-BE49-F238E27FC236}">
                  <a16:creationId xmlns:a16="http://schemas.microsoft.com/office/drawing/2014/main" id="{105DE13C-EE5C-0A0D-E79C-033E2352EA2A}"/>
                </a:ext>
              </a:extLst>
            </p:cNvPr>
            <p:cNvSpPr>
              <a:spLocks noChangeArrowheads="1"/>
            </p:cNvSpPr>
            <p:nvPr/>
          </p:nvSpPr>
          <p:spPr bwMode="auto">
            <a:xfrm>
              <a:off x="8378825" y="5153025"/>
              <a:ext cx="138113" cy="74613"/>
            </a:xfrm>
            <a:custGeom>
              <a:avLst/>
              <a:gdLst>
                <a:gd name="T0" fmla="*/ 369 w 384"/>
                <a:gd name="T1" fmla="*/ 0 h 207"/>
                <a:gd name="T2" fmla="*/ 369 w 384"/>
                <a:gd name="T3" fmla="*/ 0 h 207"/>
                <a:gd name="T4" fmla="*/ 16 w 384"/>
                <a:gd name="T5" fmla="*/ 0 h 207"/>
                <a:gd name="T6" fmla="*/ 5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6 w 384"/>
                <a:gd name="T19" fmla="*/ 129 h 207"/>
                <a:gd name="T20" fmla="*/ 306 w 384"/>
                <a:gd name="T21" fmla="*/ 129 h 207"/>
                <a:gd name="T22" fmla="*/ 192 w 384"/>
                <a:gd name="T23" fmla="*/ 177 h 207"/>
                <a:gd name="T24" fmla="*/ 78 w 384"/>
                <a:gd name="T25" fmla="*/ 129 h 207"/>
                <a:gd name="T26" fmla="*/ 31 w 384"/>
                <a:gd name="T27" fmla="*/ 29 h 207"/>
                <a:gd name="T28" fmla="*/ 353 w 384"/>
                <a:gd name="T29" fmla="*/ 29 h 207"/>
                <a:gd name="T30" fmla="*/ 306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6" y="0"/>
                    <a:pt x="16" y="0"/>
                    <a:pt x="16" y="0"/>
                  </a:cubicBezTo>
                  <a:cubicBezTo>
                    <a:pt x="12" y="0"/>
                    <a:pt x="7" y="2"/>
                    <a:pt x="5" y="5"/>
                  </a:cubicBezTo>
                  <a:cubicBezTo>
                    <a:pt x="2" y="7"/>
                    <a:pt x="0" y="11"/>
                    <a:pt x="0" y="14"/>
                  </a:cubicBezTo>
                  <a:cubicBezTo>
                    <a:pt x="0" y="121"/>
                    <a:pt x="86" y="206"/>
                    <a:pt x="192" y="206"/>
                  </a:cubicBezTo>
                  <a:cubicBezTo>
                    <a:pt x="297" y="206"/>
                    <a:pt x="383" y="121"/>
                    <a:pt x="383" y="14"/>
                  </a:cubicBezTo>
                  <a:cubicBezTo>
                    <a:pt x="383" y="11"/>
                    <a:pt x="382" y="7"/>
                    <a:pt x="379" y="5"/>
                  </a:cubicBezTo>
                  <a:cubicBezTo>
                    <a:pt x="376" y="2"/>
                    <a:pt x="372" y="0"/>
                    <a:pt x="369" y="0"/>
                  </a:cubicBezTo>
                  <a:close/>
                  <a:moveTo>
                    <a:pt x="306" y="129"/>
                  </a:moveTo>
                  <a:lnTo>
                    <a:pt x="306" y="129"/>
                  </a:lnTo>
                  <a:cubicBezTo>
                    <a:pt x="277" y="159"/>
                    <a:pt x="237" y="177"/>
                    <a:pt x="192" y="177"/>
                  </a:cubicBezTo>
                  <a:cubicBezTo>
                    <a:pt x="147" y="177"/>
                    <a:pt x="107" y="159"/>
                    <a:pt x="78" y="129"/>
                  </a:cubicBezTo>
                  <a:cubicBezTo>
                    <a:pt x="52" y="103"/>
                    <a:pt x="34" y="68"/>
                    <a:pt x="31" y="29"/>
                  </a:cubicBezTo>
                  <a:cubicBezTo>
                    <a:pt x="353" y="29"/>
                    <a:pt x="353" y="29"/>
                    <a:pt x="353" y="29"/>
                  </a:cubicBezTo>
                  <a:cubicBezTo>
                    <a:pt x="350" y="68"/>
                    <a:pt x="332" y="103"/>
                    <a:pt x="306"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2" name="Group 234">
            <a:extLst>
              <a:ext uri="{FF2B5EF4-FFF2-40B4-BE49-F238E27FC236}">
                <a16:creationId xmlns:a16="http://schemas.microsoft.com/office/drawing/2014/main" id="{15323CA1-AC4E-B307-2AC9-DAFB76B984DF}"/>
              </a:ext>
            </a:extLst>
          </p:cNvPr>
          <p:cNvGrpSpPr/>
          <p:nvPr/>
        </p:nvGrpSpPr>
        <p:grpSpPr>
          <a:xfrm>
            <a:off x="9990658" y="4697834"/>
            <a:ext cx="244475" cy="244475"/>
            <a:chOff x="8834438" y="5013325"/>
            <a:chExt cx="244475" cy="244475"/>
          </a:xfrm>
          <a:solidFill>
            <a:schemeClr val="tx2"/>
          </a:solidFill>
        </p:grpSpPr>
        <p:sp>
          <p:nvSpPr>
            <p:cNvPr id="233" name="Freeform 191">
              <a:extLst>
                <a:ext uri="{FF2B5EF4-FFF2-40B4-BE49-F238E27FC236}">
                  <a16:creationId xmlns:a16="http://schemas.microsoft.com/office/drawing/2014/main" id="{4906132B-C975-A16D-7D4D-D85ABAA7845D}"/>
                </a:ext>
              </a:extLst>
            </p:cNvPr>
            <p:cNvSpPr>
              <a:spLocks noChangeArrowheads="1"/>
            </p:cNvSpPr>
            <p:nvPr/>
          </p:nvSpPr>
          <p:spPr bwMode="auto">
            <a:xfrm>
              <a:off x="8834438"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4" name="Freeform 192">
              <a:extLst>
                <a:ext uri="{FF2B5EF4-FFF2-40B4-BE49-F238E27FC236}">
                  <a16:creationId xmlns:a16="http://schemas.microsoft.com/office/drawing/2014/main" id="{9E9E297E-C769-FC18-464D-F37E75DF04C2}"/>
                </a:ext>
              </a:extLst>
            </p:cNvPr>
            <p:cNvSpPr>
              <a:spLocks noChangeArrowheads="1"/>
            </p:cNvSpPr>
            <p:nvPr/>
          </p:nvSpPr>
          <p:spPr bwMode="auto">
            <a:xfrm>
              <a:off x="8888413" y="5153025"/>
              <a:ext cx="138112" cy="74613"/>
            </a:xfrm>
            <a:custGeom>
              <a:avLst/>
              <a:gdLst>
                <a:gd name="T0" fmla="*/ 369 w 383"/>
                <a:gd name="T1" fmla="*/ 0 h 207"/>
                <a:gd name="T2" fmla="*/ 369 w 383"/>
                <a:gd name="T3" fmla="*/ 0 h 207"/>
                <a:gd name="T4" fmla="*/ 15 w 383"/>
                <a:gd name="T5" fmla="*/ 0 h 207"/>
                <a:gd name="T6" fmla="*/ 4 w 383"/>
                <a:gd name="T7" fmla="*/ 5 h 207"/>
                <a:gd name="T8" fmla="*/ 0 w 383"/>
                <a:gd name="T9" fmla="*/ 14 h 207"/>
                <a:gd name="T10" fmla="*/ 192 w 383"/>
                <a:gd name="T11" fmla="*/ 206 h 207"/>
                <a:gd name="T12" fmla="*/ 382 w 383"/>
                <a:gd name="T13" fmla="*/ 14 h 207"/>
                <a:gd name="T14" fmla="*/ 378 w 383"/>
                <a:gd name="T15" fmla="*/ 5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5"/>
                  </a:cubicBezTo>
                  <a:cubicBezTo>
                    <a:pt x="1" y="7"/>
                    <a:pt x="0" y="11"/>
                    <a:pt x="0" y="14"/>
                  </a:cubicBezTo>
                  <a:cubicBezTo>
                    <a:pt x="0" y="121"/>
                    <a:pt x="85" y="206"/>
                    <a:pt x="192" y="206"/>
                  </a:cubicBezTo>
                  <a:cubicBezTo>
                    <a:pt x="297" y="206"/>
                    <a:pt x="382" y="121"/>
                    <a:pt x="382" y="14"/>
                  </a:cubicBezTo>
                  <a:cubicBezTo>
                    <a:pt x="382" y="11"/>
                    <a:pt x="381" y="7"/>
                    <a:pt x="378" y="5"/>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5" name="Freeform 193">
              <a:extLst>
                <a:ext uri="{FF2B5EF4-FFF2-40B4-BE49-F238E27FC236}">
                  <a16:creationId xmlns:a16="http://schemas.microsoft.com/office/drawing/2014/main" id="{D044DBD9-3C03-8CB2-1404-C6FEE854AFF0}"/>
                </a:ext>
              </a:extLst>
            </p:cNvPr>
            <p:cNvSpPr>
              <a:spLocks noChangeArrowheads="1"/>
            </p:cNvSpPr>
            <p:nvPr/>
          </p:nvSpPr>
          <p:spPr bwMode="auto">
            <a:xfrm>
              <a:off x="8886825" y="5076825"/>
              <a:ext cx="33338" cy="53975"/>
            </a:xfrm>
            <a:custGeom>
              <a:avLst/>
              <a:gdLst>
                <a:gd name="T0" fmla="*/ 6 w 91"/>
                <a:gd name="T1" fmla="*/ 145 h 151"/>
                <a:gd name="T2" fmla="*/ 6 w 91"/>
                <a:gd name="T3" fmla="*/ 145 h 151"/>
                <a:gd name="T4" fmla="*/ 27 w 91"/>
                <a:gd name="T5" fmla="*/ 145 h 151"/>
                <a:gd name="T6" fmla="*/ 27 w 91"/>
                <a:gd name="T7" fmla="*/ 145 h 151"/>
                <a:gd name="T8" fmla="*/ 86 w 91"/>
                <a:gd name="T9" fmla="*/ 85 h 151"/>
                <a:gd name="T10" fmla="*/ 90 w 91"/>
                <a:gd name="T11" fmla="*/ 76 h 151"/>
                <a:gd name="T12" fmla="*/ 86 w 91"/>
                <a:gd name="T13" fmla="*/ 65 h 151"/>
                <a:gd name="T14" fmla="*/ 27 w 91"/>
                <a:gd name="T15" fmla="*/ 7 h 151"/>
                <a:gd name="T16" fmla="*/ 6 w 91"/>
                <a:gd name="T17" fmla="*/ 7 h 151"/>
                <a:gd name="T18" fmla="*/ 6 w 91"/>
                <a:gd name="T19" fmla="*/ 27 h 151"/>
                <a:gd name="T20" fmla="*/ 54 w 91"/>
                <a:gd name="T21" fmla="*/ 76 h 151"/>
                <a:gd name="T22" fmla="*/ 6 w 91"/>
                <a:gd name="T23" fmla="*/ 124 h 151"/>
                <a:gd name="T24" fmla="*/ 6 w 91"/>
                <a:gd name="T25"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6" y="145"/>
                  </a:moveTo>
                  <a:lnTo>
                    <a:pt x="6" y="145"/>
                  </a:lnTo>
                  <a:cubicBezTo>
                    <a:pt x="12" y="150"/>
                    <a:pt x="21" y="150"/>
                    <a:pt x="27" y="145"/>
                  </a:cubicBezTo>
                  <a:lnTo>
                    <a:pt x="27" y="145"/>
                  </a:lnTo>
                  <a:cubicBezTo>
                    <a:pt x="86" y="85"/>
                    <a:pt x="86" y="85"/>
                    <a:pt x="86" y="85"/>
                  </a:cubicBezTo>
                  <a:cubicBezTo>
                    <a:pt x="89" y="83"/>
                    <a:pt x="90" y="80"/>
                    <a:pt x="90" y="76"/>
                  </a:cubicBezTo>
                  <a:cubicBezTo>
                    <a:pt x="90" y="72"/>
                    <a:pt x="89" y="68"/>
                    <a:pt x="86" y="65"/>
                  </a:cubicBezTo>
                  <a:cubicBezTo>
                    <a:pt x="27" y="7"/>
                    <a:pt x="27" y="7"/>
                    <a:pt x="27" y="7"/>
                  </a:cubicBezTo>
                  <a:cubicBezTo>
                    <a:pt x="21" y="0"/>
                    <a:pt x="12" y="0"/>
                    <a:pt x="6" y="7"/>
                  </a:cubicBezTo>
                  <a:cubicBezTo>
                    <a:pt x="0" y="12"/>
                    <a:pt x="0" y="21"/>
                    <a:pt x="6" y="27"/>
                  </a:cubicBezTo>
                  <a:cubicBezTo>
                    <a:pt x="54" y="76"/>
                    <a:pt x="54" y="76"/>
                    <a:pt x="54" y="76"/>
                  </a:cubicBezTo>
                  <a:cubicBezTo>
                    <a:pt x="6" y="124"/>
                    <a:pt x="6" y="124"/>
                    <a:pt x="6" y="124"/>
                  </a:cubicBezTo>
                  <a:cubicBezTo>
                    <a:pt x="0" y="130"/>
                    <a:pt x="0" y="139"/>
                    <a:pt x="6"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6" name="Freeform 194">
              <a:extLst>
                <a:ext uri="{FF2B5EF4-FFF2-40B4-BE49-F238E27FC236}">
                  <a16:creationId xmlns:a16="http://schemas.microsoft.com/office/drawing/2014/main" id="{30AF0785-045C-4C20-BD7A-17C5E432FB18}"/>
                </a:ext>
              </a:extLst>
            </p:cNvPr>
            <p:cNvSpPr>
              <a:spLocks noChangeArrowheads="1"/>
            </p:cNvSpPr>
            <p:nvPr/>
          </p:nvSpPr>
          <p:spPr bwMode="auto">
            <a:xfrm>
              <a:off x="8993188" y="5076825"/>
              <a:ext cx="33337" cy="53975"/>
            </a:xfrm>
            <a:custGeom>
              <a:avLst/>
              <a:gdLst>
                <a:gd name="T0" fmla="*/ 85 w 92"/>
                <a:gd name="T1" fmla="*/ 124 h 151"/>
                <a:gd name="T2" fmla="*/ 85 w 92"/>
                <a:gd name="T3" fmla="*/ 124 h 151"/>
                <a:gd name="T4" fmla="*/ 37 w 92"/>
                <a:gd name="T5" fmla="*/ 76 h 151"/>
                <a:gd name="T6" fmla="*/ 85 w 92"/>
                <a:gd name="T7" fmla="*/ 27 h 151"/>
                <a:gd name="T8" fmla="*/ 85 w 92"/>
                <a:gd name="T9" fmla="*/ 7 h 151"/>
                <a:gd name="T10" fmla="*/ 65 w 92"/>
                <a:gd name="T11" fmla="*/ 7 h 151"/>
                <a:gd name="T12" fmla="*/ 5 w 92"/>
                <a:gd name="T13" fmla="*/ 65 h 151"/>
                <a:gd name="T14" fmla="*/ 5 w 92"/>
                <a:gd name="T15" fmla="*/ 85 h 151"/>
                <a:gd name="T16" fmla="*/ 65 w 92"/>
                <a:gd name="T17" fmla="*/ 145 h 151"/>
                <a:gd name="T18" fmla="*/ 85 w 92"/>
                <a:gd name="T19" fmla="*/ 145 h 151"/>
                <a:gd name="T20" fmla="*/ 85 w 92"/>
                <a:gd name="T21"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51">
                  <a:moveTo>
                    <a:pt x="85" y="124"/>
                  </a:moveTo>
                  <a:lnTo>
                    <a:pt x="85" y="124"/>
                  </a:lnTo>
                  <a:cubicBezTo>
                    <a:pt x="37" y="76"/>
                    <a:pt x="37" y="76"/>
                    <a:pt x="37" y="76"/>
                  </a:cubicBezTo>
                  <a:cubicBezTo>
                    <a:pt x="85" y="27"/>
                    <a:pt x="85" y="27"/>
                    <a:pt x="85" y="27"/>
                  </a:cubicBezTo>
                  <a:cubicBezTo>
                    <a:pt x="91" y="21"/>
                    <a:pt x="91" y="12"/>
                    <a:pt x="85" y="7"/>
                  </a:cubicBezTo>
                  <a:cubicBezTo>
                    <a:pt x="80" y="0"/>
                    <a:pt x="70" y="0"/>
                    <a:pt x="65" y="7"/>
                  </a:cubicBezTo>
                  <a:cubicBezTo>
                    <a:pt x="5" y="65"/>
                    <a:pt x="5" y="65"/>
                    <a:pt x="5" y="65"/>
                  </a:cubicBezTo>
                  <a:cubicBezTo>
                    <a:pt x="0" y="70"/>
                    <a:pt x="0" y="80"/>
                    <a:pt x="5" y="85"/>
                  </a:cubicBezTo>
                  <a:cubicBezTo>
                    <a:pt x="65" y="145"/>
                    <a:pt x="65" y="145"/>
                    <a:pt x="65" y="145"/>
                  </a:cubicBezTo>
                  <a:cubicBezTo>
                    <a:pt x="70" y="150"/>
                    <a:pt x="80" y="150"/>
                    <a:pt x="85" y="145"/>
                  </a:cubicBezTo>
                  <a:cubicBezTo>
                    <a:pt x="91" y="139"/>
                    <a:pt x="91" y="130"/>
                    <a:pt x="8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7" name="Group 239">
            <a:extLst>
              <a:ext uri="{FF2B5EF4-FFF2-40B4-BE49-F238E27FC236}">
                <a16:creationId xmlns:a16="http://schemas.microsoft.com/office/drawing/2014/main" id="{F518D3EB-6D7C-3A5C-6E8B-4508A6E42DB9}"/>
              </a:ext>
            </a:extLst>
          </p:cNvPr>
          <p:cNvGrpSpPr/>
          <p:nvPr/>
        </p:nvGrpSpPr>
        <p:grpSpPr>
          <a:xfrm>
            <a:off x="9990658" y="4192216"/>
            <a:ext cx="244475" cy="244475"/>
            <a:chOff x="8834438" y="4505325"/>
            <a:chExt cx="244475" cy="244475"/>
          </a:xfrm>
          <a:solidFill>
            <a:schemeClr val="tx2"/>
          </a:solidFill>
        </p:grpSpPr>
        <p:sp>
          <p:nvSpPr>
            <p:cNvPr id="238" name="Freeform 195">
              <a:extLst>
                <a:ext uri="{FF2B5EF4-FFF2-40B4-BE49-F238E27FC236}">
                  <a16:creationId xmlns:a16="http://schemas.microsoft.com/office/drawing/2014/main" id="{30A675D4-4FAE-E4C3-5E93-06CF7D8A28DE}"/>
                </a:ext>
              </a:extLst>
            </p:cNvPr>
            <p:cNvSpPr>
              <a:spLocks noChangeArrowheads="1"/>
            </p:cNvSpPr>
            <p:nvPr/>
          </p:nvSpPr>
          <p:spPr bwMode="auto">
            <a:xfrm>
              <a:off x="8834438" y="4505325"/>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6"/>
                    <a:pt x="30" y="340"/>
                  </a:cubicBezTo>
                  <a:cubicBezTo>
                    <a:pt x="30" y="254"/>
                    <a:pt x="65" y="177"/>
                    <a:pt x="120" y="120"/>
                  </a:cubicBezTo>
                  <a:cubicBezTo>
                    <a:pt x="177" y="65"/>
                    <a:pt x="254" y="31"/>
                    <a:pt x="340"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9" name="Freeform 196">
              <a:extLst>
                <a:ext uri="{FF2B5EF4-FFF2-40B4-BE49-F238E27FC236}">
                  <a16:creationId xmlns:a16="http://schemas.microsoft.com/office/drawing/2014/main" id="{EA2127E8-985B-6764-4B18-9932D3888256}"/>
                </a:ext>
              </a:extLst>
            </p:cNvPr>
            <p:cNvSpPr>
              <a:spLocks noChangeArrowheads="1"/>
            </p:cNvSpPr>
            <p:nvPr/>
          </p:nvSpPr>
          <p:spPr bwMode="auto">
            <a:xfrm>
              <a:off x="8905875" y="4664075"/>
              <a:ext cx="101600" cy="30163"/>
            </a:xfrm>
            <a:custGeom>
              <a:avLst/>
              <a:gdLst>
                <a:gd name="T0" fmla="*/ 142 w 284"/>
                <a:gd name="T1" fmla="*/ 0 h 84"/>
                <a:gd name="T2" fmla="*/ 142 w 284"/>
                <a:gd name="T3" fmla="*/ 0 h 84"/>
                <a:gd name="T4" fmla="*/ 5 w 284"/>
                <a:gd name="T5" fmla="*/ 57 h 84"/>
                <a:gd name="T6" fmla="*/ 5 w 284"/>
                <a:gd name="T7" fmla="*/ 77 h 84"/>
                <a:gd name="T8" fmla="*/ 27 w 284"/>
                <a:gd name="T9" fmla="*/ 77 h 84"/>
                <a:gd name="T10" fmla="*/ 27 w 284"/>
                <a:gd name="T11" fmla="*/ 77 h 84"/>
                <a:gd name="T12" fmla="*/ 142 w 284"/>
                <a:gd name="T13" fmla="*/ 31 h 84"/>
                <a:gd name="T14" fmla="*/ 255 w 284"/>
                <a:gd name="T15" fmla="*/ 77 h 84"/>
                <a:gd name="T16" fmla="*/ 277 w 284"/>
                <a:gd name="T17" fmla="*/ 77 h 84"/>
                <a:gd name="T18" fmla="*/ 277 w 284"/>
                <a:gd name="T19" fmla="*/ 57 h 84"/>
                <a:gd name="T20" fmla="*/ 142 w 284"/>
                <a:gd name="T21"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84">
                  <a:moveTo>
                    <a:pt x="142" y="0"/>
                  </a:moveTo>
                  <a:lnTo>
                    <a:pt x="142" y="0"/>
                  </a:lnTo>
                  <a:cubicBezTo>
                    <a:pt x="88" y="0"/>
                    <a:pt x="41" y="22"/>
                    <a:pt x="5" y="57"/>
                  </a:cubicBezTo>
                  <a:cubicBezTo>
                    <a:pt x="0" y="62"/>
                    <a:pt x="0" y="72"/>
                    <a:pt x="5" y="77"/>
                  </a:cubicBezTo>
                  <a:cubicBezTo>
                    <a:pt x="12" y="83"/>
                    <a:pt x="20" y="83"/>
                    <a:pt x="27" y="77"/>
                  </a:cubicBezTo>
                  <a:lnTo>
                    <a:pt x="27" y="77"/>
                  </a:lnTo>
                  <a:cubicBezTo>
                    <a:pt x="56" y="48"/>
                    <a:pt x="96" y="31"/>
                    <a:pt x="142" y="31"/>
                  </a:cubicBezTo>
                  <a:cubicBezTo>
                    <a:pt x="186" y="31"/>
                    <a:pt x="226" y="48"/>
                    <a:pt x="255" y="77"/>
                  </a:cubicBezTo>
                  <a:cubicBezTo>
                    <a:pt x="262" y="83"/>
                    <a:pt x="270" y="83"/>
                    <a:pt x="277" y="77"/>
                  </a:cubicBezTo>
                  <a:cubicBezTo>
                    <a:pt x="283" y="72"/>
                    <a:pt x="283" y="62"/>
                    <a:pt x="277" y="57"/>
                  </a:cubicBezTo>
                  <a:cubicBezTo>
                    <a:pt x="243" y="22"/>
                    <a:pt x="194"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0" name="Freeform 197">
              <a:extLst>
                <a:ext uri="{FF2B5EF4-FFF2-40B4-BE49-F238E27FC236}">
                  <a16:creationId xmlns:a16="http://schemas.microsoft.com/office/drawing/2014/main" id="{E9A9B7A9-81EA-292D-6A1A-B8023D44852B}"/>
                </a:ext>
              </a:extLst>
            </p:cNvPr>
            <p:cNvSpPr>
              <a:spLocks noChangeArrowheads="1"/>
            </p:cNvSpPr>
            <p:nvPr/>
          </p:nvSpPr>
          <p:spPr bwMode="auto">
            <a:xfrm>
              <a:off x="8886825" y="4568825"/>
              <a:ext cx="53975" cy="53975"/>
            </a:xfrm>
            <a:custGeom>
              <a:avLst/>
              <a:gdLst>
                <a:gd name="T0" fmla="*/ 75 w 152"/>
                <a:gd name="T1" fmla="*/ 96 h 151"/>
                <a:gd name="T2" fmla="*/ 75 w 152"/>
                <a:gd name="T3" fmla="*/ 96 h 151"/>
                <a:gd name="T4" fmla="*/ 123 w 152"/>
                <a:gd name="T5" fmla="*/ 145 h 151"/>
                <a:gd name="T6" fmla="*/ 144 w 152"/>
                <a:gd name="T7" fmla="*/ 145 h 151"/>
                <a:gd name="T8" fmla="*/ 144 w 152"/>
                <a:gd name="T9" fmla="*/ 124 h 151"/>
                <a:gd name="T10" fmla="*/ 144 w 152"/>
                <a:gd name="T11" fmla="*/ 124 h 151"/>
                <a:gd name="T12" fmla="*/ 96 w 152"/>
                <a:gd name="T13" fmla="*/ 76 h 151"/>
                <a:gd name="T14" fmla="*/ 144 w 152"/>
                <a:gd name="T15" fmla="*/ 27 h 151"/>
                <a:gd name="T16" fmla="*/ 144 w 152"/>
                <a:gd name="T17" fmla="*/ 6 h 151"/>
                <a:gd name="T18" fmla="*/ 123 w 152"/>
                <a:gd name="T19" fmla="*/ 6 h 151"/>
                <a:gd name="T20" fmla="*/ 75 w 152"/>
                <a:gd name="T21" fmla="*/ 55 h 151"/>
                <a:gd name="T22" fmla="*/ 27 w 152"/>
                <a:gd name="T23" fmla="*/ 6 h 151"/>
                <a:gd name="T24" fmla="*/ 6 w 152"/>
                <a:gd name="T25" fmla="*/ 6 h 151"/>
                <a:gd name="T26" fmla="*/ 6 w 152"/>
                <a:gd name="T27" fmla="*/ 27 h 151"/>
                <a:gd name="T28" fmla="*/ 54 w 152"/>
                <a:gd name="T29" fmla="*/ 76 h 151"/>
                <a:gd name="T30" fmla="*/ 6 w 152"/>
                <a:gd name="T31" fmla="*/ 124 h 151"/>
                <a:gd name="T32" fmla="*/ 6 w 152"/>
                <a:gd name="T33" fmla="*/ 145 h 151"/>
                <a:gd name="T34" fmla="*/ 27 w 152"/>
                <a:gd name="T35" fmla="*/ 145 h 151"/>
                <a:gd name="T36" fmla="*/ 27 w 152"/>
                <a:gd name="T37" fmla="*/ 145 h 151"/>
                <a:gd name="T38" fmla="*/ 75 w 152"/>
                <a:gd name="T39" fmla="*/ 96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6"/>
                  </a:moveTo>
                  <a:lnTo>
                    <a:pt x="75" y="96"/>
                  </a:lnTo>
                  <a:cubicBezTo>
                    <a:pt x="123" y="145"/>
                    <a:pt x="123" y="145"/>
                    <a:pt x="123" y="145"/>
                  </a:cubicBezTo>
                  <a:cubicBezTo>
                    <a:pt x="129" y="150"/>
                    <a:pt x="139" y="150"/>
                    <a:pt x="144" y="145"/>
                  </a:cubicBezTo>
                  <a:cubicBezTo>
                    <a:pt x="151" y="139"/>
                    <a:pt x="151" y="129"/>
                    <a:pt x="144" y="124"/>
                  </a:cubicBezTo>
                  <a:lnTo>
                    <a:pt x="144" y="124"/>
                  </a:lnTo>
                  <a:cubicBezTo>
                    <a:pt x="96" y="76"/>
                    <a:pt x="96" y="76"/>
                    <a:pt x="96" y="76"/>
                  </a:cubicBezTo>
                  <a:cubicBezTo>
                    <a:pt x="144" y="27"/>
                    <a:pt x="144" y="27"/>
                    <a:pt x="144" y="27"/>
                  </a:cubicBezTo>
                  <a:cubicBezTo>
                    <a:pt x="151" y="20"/>
                    <a:pt x="151" y="12"/>
                    <a:pt x="144" y="6"/>
                  </a:cubicBezTo>
                  <a:cubicBezTo>
                    <a:pt x="139" y="0"/>
                    <a:pt x="129" y="0"/>
                    <a:pt x="123" y="6"/>
                  </a:cubicBezTo>
                  <a:cubicBezTo>
                    <a:pt x="75" y="55"/>
                    <a:pt x="75" y="55"/>
                    <a:pt x="75" y="55"/>
                  </a:cubicBezTo>
                  <a:cubicBezTo>
                    <a:pt x="27" y="6"/>
                    <a:pt x="27" y="6"/>
                    <a:pt x="27" y="6"/>
                  </a:cubicBezTo>
                  <a:cubicBezTo>
                    <a:pt x="21" y="0"/>
                    <a:pt x="12" y="0"/>
                    <a:pt x="6" y="6"/>
                  </a:cubicBezTo>
                  <a:cubicBezTo>
                    <a:pt x="0" y="12"/>
                    <a:pt x="0" y="20"/>
                    <a:pt x="6" y="27"/>
                  </a:cubicBezTo>
                  <a:cubicBezTo>
                    <a:pt x="54" y="76"/>
                    <a:pt x="54" y="76"/>
                    <a:pt x="54" y="76"/>
                  </a:cubicBezTo>
                  <a:cubicBezTo>
                    <a:pt x="6" y="124"/>
                    <a:pt x="6" y="124"/>
                    <a:pt x="6" y="124"/>
                  </a:cubicBezTo>
                  <a:cubicBezTo>
                    <a:pt x="0" y="129"/>
                    <a:pt x="0" y="139"/>
                    <a:pt x="6" y="145"/>
                  </a:cubicBezTo>
                  <a:cubicBezTo>
                    <a:pt x="12" y="150"/>
                    <a:pt x="21" y="150"/>
                    <a:pt x="27" y="145"/>
                  </a:cubicBezTo>
                  <a:lnTo>
                    <a:pt x="27" y="145"/>
                  </a:lnTo>
                  <a:lnTo>
                    <a:pt x="75"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1" name="Freeform 198">
              <a:extLst>
                <a:ext uri="{FF2B5EF4-FFF2-40B4-BE49-F238E27FC236}">
                  <a16:creationId xmlns:a16="http://schemas.microsoft.com/office/drawing/2014/main" id="{626A25C0-D89F-FCD7-F6B9-5829C3AB5FE6}"/>
                </a:ext>
              </a:extLst>
            </p:cNvPr>
            <p:cNvSpPr>
              <a:spLocks noChangeArrowheads="1"/>
            </p:cNvSpPr>
            <p:nvPr/>
          </p:nvSpPr>
          <p:spPr bwMode="auto">
            <a:xfrm>
              <a:off x="8972550" y="4568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6 h 151"/>
                <a:gd name="T10" fmla="*/ 125 w 152"/>
                <a:gd name="T11" fmla="*/ 6 h 151"/>
                <a:gd name="T12" fmla="*/ 76 w 152"/>
                <a:gd name="T13" fmla="*/ 55 h 151"/>
                <a:gd name="T14" fmla="*/ 28 w 152"/>
                <a:gd name="T15" fmla="*/ 6 h 151"/>
                <a:gd name="T16" fmla="*/ 7 w 152"/>
                <a:gd name="T17" fmla="*/ 6 h 151"/>
                <a:gd name="T18" fmla="*/ 7 w 152"/>
                <a:gd name="T19" fmla="*/ 27 h 151"/>
                <a:gd name="T20" fmla="*/ 7 w 152"/>
                <a:gd name="T21" fmla="*/ 27 h 151"/>
                <a:gd name="T22" fmla="*/ 56 w 152"/>
                <a:gd name="T23" fmla="*/ 76 h 151"/>
                <a:gd name="T24" fmla="*/ 7 w 152"/>
                <a:gd name="T25" fmla="*/ 124 h 151"/>
                <a:gd name="T26" fmla="*/ 7 w 152"/>
                <a:gd name="T27" fmla="*/ 145 h 151"/>
                <a:gd name="T28" fmla="*/ 28 w 152"/>
                <a:gd name="T29" fmla="*/ 145 h 151"/>
                <a:gd name="T30" fmla="*/ 76 w 152"/>
                <a:gd name="T31" fmla="*/ 96 h 151"/>
                <a:gd name="T32" fmla="*/ 125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0"/>
                    <a:pt x="151" y="12"/>
                    <a:pt x="145" y="6"/>
                  </a:cubicBezTo>
                  <a:cubicBezTo>
                    <a:pt x="140" y="0"/>
                    <a:pt x="130" y="0"/>
                    <a:pt x="125" y="6"/>
                  </a:cubicBezTo>
                  <a:cubicBezTo>
                    <a:pt x="76" y="55"/>
                    <a:pt x="76" y="55"/>
                    <a:pt x="76" y="55"/>
                  </a:cubicBezTo>
                  <a:cubicBezTo>
                    <a:pt x="28" y="6"/>
                    <a:pt x="28" y="6"/>
                    <a:pt x="28" y="6"/>
                  </a:cubicBezTo>
                  <a:cubicBezTo>
                    <a:pt x="22" y="0"/>
                    <a:pt x="13" y="0"/>
                    <a:pt x="7" y="6"/>
                  </a:cubicBezTo>
                  <a:cubicBezTo>
                    <a:pt x="0" y="12"/>
                    <a:pt x="0" y="20"/>
                    <a:pt x="7" y="27"/>
                  </a:cubicBezTo>
                  <a:lnTo>
                    <a:pt x="7" y="27"/>
                  </a:lnTo>
                  <a:cubicBezTo>
                    <a:pt x="56" y="76"/>
                    <a:pt x="56" y="76"/>
                    <a:pt x="56" y="76"/>
                  </a:cubicBezTo>
                  <a:cubicBezTo>
                    <a:pt x="7" y="124"/>
                    <a:pt x="7" y="124"/>
                    <a:pt x="7" y="124"/>
                  </a:cubicBezTo>
                  <a:cubicBezTo>
                    <a:pt x="0" y="129"/>
                    <a:pt x="0" y="139"/>
                    <a:pt x="7" y="145"/>
                  </a:cubicBezTo>
                  <a:cubicBezTo>
                    <a:pt x="13" y="150"/>
                    <a:pt x="22" y="150"/>
                    <a:pt x="28" y="145"/>
                  </a:cubicBezTo>
                  <a:cubicBezTo>
                    <a:pt x="76" y="96"/>
                    <a:pt x="76" y="96"/>
                    <a:pt x="76" y="96"/>
                  </a:cubicBezTo>
                  <a:cubicBezTo>
                    <a:pt x="125" y="145"/>
                    <a:pt x="125" y="145"/>
                    <a:pt x="125" y="145"/>
                  </a:cubicBezTo>
                  <a:cubicBezTo>
                    <a:pt x="130" y="150"/>
                    <a:pt x="140" y="150"/>
                    <a:pt x="145" y="145"/>
                  </a:cubicBezTo>
                  <a:cubicBezTo>
                    <a:pt x="151" y="139"/>
                    <a:pt x="151" y="129"/>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2" name="Group 244">
            <a:extLst>
              <a:ext uri="{FF2B5EF4-FFF2-40B4-BE49-F238E27FC236}">
                <a16:creationId xmlns:a16="http://schemas.microsoft.com/office/drawing/2014/main" id="{5BB6DC12-F1C5-777F-D872-DB1DC37B228F}"/>
              </a:ext>
            </a:extLst>
          </p:cNvPr>
          <p:cNvGrpSpPr/>
          <p:nvPr/>
        </p:nvGrpSpPr>
        <p:grpSpPr>
          <a:xfrm>
            <a:off x="10500245" y="5718597"/>
            <a:ext cx="244475" cy="244475"/>
            <a:chOff x="9344025" y="6032500"/>
            <a:chExt cx="244475" cy="244475"/>
          </a:xfrm>
          <a:solidFill>
            <a:schemeClr val="tx2"/>
          </a:solidFill>
        </p:grpSpPr>
        <p:sp>
          <p:nvSpPr>
            <p:cNvPr id="243" name="Freeform 199">
              <a:extLst>
                <a:ext uri="{FF2B5EF4-FFF2-40B4-BE49-F238E27FC236}">
                  <a16:creationId xmlns:a16="http://schemas.microsoft.com/office/drawing/2014/main" id="{53A49F78-506A-F88F-4481-CEEC3911EA8E}"/>
                </a:ext>
              </a:extLst>
            </p:cNvPr>
            <p:cNvSpPr>
              <a:spLocks noChangeArrowheads="1"/>
            </p:cNvSpPr>
            <p:nvPr/>
          </p:nvSpPr>
          <p:spPr bwMode="auto">
            <a:xfrm>
              <a:off x="9344025" y="6032500"/>
              <a:ext cx="244475" cy="244475"/>
            </a:xfrm>
            <a:custGeom>
              <a:avLst/>
              <a:gdLst>
                <a:gd name="T0" fmla="*/ 340 w 680"/>
                <a:gd name="T1" fmla="*/ 678 h 679"/>
                <a:gd name="T2" fmla="*/ 340 w 680"/>
                <a:gd name="T3" fmla="*/ 678 h 679"/>
                <a:gd name="T4" fmla="*/ 679 w 680"/>
                <a:gd name="T5" fmla="*/ 340 h 679"/>
                <a:gd name="T6" fmla="*/ 340 w 680"/>
                <a:gd name="T7" fmla="*/ 0 h 679"/>
                <a:gd name="T8" fmla="*/ 0 w 680"/>
                <a:gd name="T9" fmla="*/ 340 h 679"/>
                <a:gd name="T10" fmla="*/ 340 w 680"/>
                <a:gd name="T11" fmla="*/ 678 h 679"/>
                <a:gd name="T12" fmla="*/ 121 w 680"/>
                <a:gd name="T13" fmla="*/ 120 h 679"/>
                <a:gd name="T14" fmla="*/ 121 w 680"/>
                <a:gd name="T15" fmla="*/ 120 h 679"/>
                <a:gd name="T16" fmla="*/ 340 w 680"/>
                <a:gd name="T17" fmla="*/ 30 h 679"/>
                <a:gd name="T18" fmla="*/ 558 w 680"/>
                <a:gd name="T19" fmla="*/ 120 h 679"/>
                <a:gd name="T20" fmla="*/ 650 w 680"/>
                <a:gd name="T21" fmla="*/ 340 h 679"/>
                <a:gd name="T22" fmla="*/ 558 w 680"/>
                <a:gd name="T23" fmla="*/ 558 h 679"/>
                <a:gd name="T24" fmla="*/ 340 w 680"/>
                <a:gd name="T25" fmla="*/ 649 h 679"/>
                <a:gd name="T26" fmla="*/ 121 w 680"/>
                <a:gd name="T27" fmla="*/ 558 h 679"/>
                <a:gd name="T28" fmla="*/ 31 w 680"/>
                <a:gd name="T29" fmla="*/ 340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6"/>
                    <a:pt x="679" y="340"/>
                  </a:cubicBezTo>
                  <a:cubicBezTo>
                    <a:pt x="679" y="152"/>
                    <a:pt x="527" y="0"/>
                    <a:pt x="340" y="0"/>
                  </a:cubicBezTo>
                  <a:cubicBezTo>
                    <a:pt x="152" y="0"/>
                    <a:pt x="0" y="152"/>
                    <a:pt x="0" y="340"/>
                  </a:cubicBezTo>
                  <a:cubicBezTo>
                    <a:pt x="0" y="526"/>
                    <a:pt x="152" y="678"/>
                    <a:pt x="340" y="678"/>
                  </a:cubicBezTo>
                  <a:close/>
                  <a:moveTo>
                    <a:pt x="121" y="120"/>
                  </a:moveTo>
                  <a:lnTo>
                    <a:pt x="121" y="120"/>
                  </a:lnTo>
                  <a:cubicBezTo>
                    <a:pt x="177" y="65"/>
                    <a:pt x="255" y="30"/>
                    <a:pt x="340" y="30"/>
                  </a:cubicBezTo>
                  <a:cubicBezTo>
                    <a:pt x="424" y="30"/>
                    <a:pt x="502" y="65"/>
                    <a:pt x="558" y="120"/>
                  </a:cubicBezTo>
                  <a:cubicBezTo>
                    <a:pt x="614" y="177"/>
                    <a:pt x="650" y="254"/>
                    <a:pt x="650" y="340"/>
                  </a:cubicBezTo>
                  <a:cubicBezTo>
                    <a:pt x="650" y="425"/>
                    <a:pt x="614" y="503"/>
                    <a:pt x="558" y="558"/>
                  </a:cubicBezTo>
                  <a:cubicBezTo>
                    <a:pt x="502" y="615"/>
                    <a:pt x="424" y="649"/>
                    <a:pt x="340" y="649"/>
                  </a:cubicBezTo>
                  <a:cubicBezTo>
                    <a:pt x="255" y="649"/>
                    <a:pt x="177" y="615"/>
                    <a:pt x="121" y="558"/>
                  </a:cubicBezTo>
                  <a:cubicBezTo>
                    <a:pt x="65" y="503"/>
                    <a:pt x="31" y="425"/>
                    <a:pt x="31" y="340"/>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4" name="Freeform 200">
              <a:extLst>
                <a:ext uri="{FF2B5EF4-FFF2-40B4-BE49-F238E27FC236}">
                  <a16:creationId xmlns:a16="http://schemas.microsoft.com/office/drawing/2014/main" id="{215D5D7B-6406-EC37-D27B-E9F2A0BA82CB}"/>
                </a:ext>
              </a:extLst>
            </p:cNvPr>
            <p:cNvSpPr>
              <a:spLocks noChangeArrowheads="1"/>
            </p:cNvSpPr>
            <p:nvPr/>
          </p:nvSpPr>
          <p:spPr bwMode="auto">
            <a:xfrm>
              <a:off x="9429750" y="6213475"/>
              <a:ext cx="74613" cy="11113"/>
            </a:xfrm>
            <a:custGeom>
              <a:avLst/>
              <a:gdLst>
                <a:gd name="T0" fmla="*/ 0 w 206"/>
                <a:gd name="T1" fmla="*/ 16 h 30"/>
                <a:gd name="T2" fmla="*/ 0 w 206"/>
                <a:gd name="T3" fmla="*/ 16 h 30"/>
                <a:gd name="T4" fmla="*/ 15 w 206"/>
                <a:gd name="T5" fmla="*/ 29 h 30"/>
                <a:gd name="T6" fmla="*/ 192 w 206"/>
                <a:gd name="T7" fmla="*/ 29 h 30"/>
                <a:gd name="T8" fmla="*/ 205 w 206"/>
                <a:gd name="T9" fmla="*/ 16 h 30"/>
                <a:gd name="T10" fmla="*/ 192 w 206"/>
                <a:gd name="T11" fmla="*/ 0 h 30"/>
                <a:gd name="T12" fmla="*/ 15 w 206"/>
                <a:gd name="T13" fmla="*/ 0 h 30"/>
                <a:gd name="T14" fmla="*/ 0 w 206"/>
                <a:gd name="T15" fmla="*/ 16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6" h="30">
                  <a:moveTo>
                    <a:pt x="0" y="16"/>
                  </a:moveTo>
                  <a:lnTo>
                    <a:pt x="0" y="16"/>
                  </a:lnTo>
                  <a:cubicBezTo>
                    <a:pt x="0" y="24"/>
                    <a:pt x="7" y="29"/>
                    <a:pt x="15" y="29"/>
                  </a:cubicBezTo>
                  <a:cubicBezTo>
                    <a:pt x="192" y="29"/>
                    <a:pt x="192" y="29"/>
                    <a:pt x="192" y="29"/>
                  </a:cubicBezTo>
                  <a:cubicBezTo>
                    <a:pt x="199" y="29"/>
                    <a:pt x="205" y="24"/>
                    <a:pt x="205" y="16"/>
                  </a:cubicBezTo>
                  <a:cubicBezTo>
                    <a:pt x="205" y="7"/>
                    <a:pt x="199" y="0"/>
                    <a:pt x="192" y="0"/>
                  </a:cubicBezTo>
                  <a:cubicBezTo>
                    <a:pt x="15" y="0"/>
                    <a:pt x="15"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5" name="Freeform 201">
              <a:extLst>
                <a:ext uri="{FF2B5EF4-FFF2-40B4-BE49-F238E27FC236}">
                  <a16:creationId xmlns:a16="http://schemas.microsoft.com/office/drawing/2014/main" id="{2013850F-9982-3FBA-B8DB-670A2FB0720F}"/>
                </a:ext>
              </a:extLst>
            </p:cNvPr>
            <p:cNvSpPr>
              <a:spLocks noChangeArrowheads="1"/>
            </p:cNvSpPr>
            <p:nvPr/>
          </p:nvSpPr>
          <p:spPr bwMode="auto">
            <a:xfrm>
              <a:off x="9396413" y="6096000"/>
              <a:ext cx="53975" cy="53975"/>
            </a:xfrm>
            <a:custGeom>
              <a:avLst/>
              <a:gdLst>
                <a:gd name="T0" fmla="*/ 5 w 151"/>
                <a:gd name="T1" fmla="*/ 146 h 152"/>
                <a:gd name="T2" fmla="*/ 5 w 151"/>
                <a:gd name="T3" fmla="*/ 146 h 152"/>
                <a:gd name="T4" fmla="*/ 26 w 151"/>
                <a:gd name="T5" fmla="*/ 146 h 152"/>
                <a:gd name="T6" fmla="*/ 26 w 151"/>
                <a:gd name="T7" fmla="*/ 146 h 152"/>
                <a:gd name="T8" fmla="*/ 74 w 151"/>
                <a:gd name="T9" fmla="*/ 97 h 152"/>
                <a:gd name="T10" fmla="*/ 123 w 151"/>
                <a:gd name="T11" fmla="*/ 146 h 152"/>
                <a:gd name="T12" fmla="*/ 143 w 151"/>
                <a:gd name="T13" fmla="*/ 146 h 152"/>
                <a:gd name="T14" fmla="*/ 143 w 151"/>
                <a:gd name="T15" fmla="*/ 125 h 152"/>
                <a:gd name="T16" fmla="*/ 143 w 151"/>
                <a:gd name="T17" fmla="*/ 125 h 152"/>
                <a:gd name="T18" fmla="*/ 95 w 151"/>
                <a:gd name="T19" fmla="*/ 76 h 152"/>
                <a:gd name="T20" fmla="*/ 143 w 151"/>
                <a:gd name="T21" fmla="*/ 28 h 152"/>
                <a:gd name="T22" fmla="*/ 143 w 151"/>
                <a:gd name="T23" fmla="*/ 7 h 152"/>
                <a:gd name="T24" fmla="*/ 123 w 151"/>
                <a:gd name="T25" fmla="*/ 7 h 152"/>
                <a:gd name="T26" fmla="*/ 74 w 151"/>
                <a:gd name="T27" fmla="*/ 56 h 152"/>
                <a:gd name="T28" fmla="*/ 26 w 151"/>
                <a:gd name="T29" fmla="*/ 7 h 152"/>
                <a:gd name="T30" fmla="*/ 5 w 151"/>
                <a:gd name="T31" fmla="*/ 7 h 152"/>
                <a:gd name="T32" fmla="*/ 5 w 151"/>
                <a:gd name="T33" fmla="*/ 28 h 152"/>
                <a:gd name="T34" fmla="*/ 54 w 151"/>
                <a:gd name="T35" fmla="*/ 76 h 152"/>
                <a:gd name="T36" fmla="*/ 5 w 151"/>
                <a:gd name="T37" fmla="*/ 125 h 152"/>
                <a:gd name="T38" fmla="*/ 5 w 151"/>
                <a:gd name="T39"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1" h="152">
                  <a:moveTo>
                    <a:pt x="5" y="146"/>
                  </a:moveTo>
                  <a:lnTo>
                    <a:pt x="5" y="146"/>
                  </a:lnTo>
                  <a:cubicBezTo>
                    <a:pt x="11" y="151"/>
                    <a:pt x="21" y="151"/>
                    <a:pt x="26" y="146"/>
                  </a:cubicBezTo>
                  <a:lnTo>
                    <a:pt x="26" y="146"/>
                  </a:lnTo>
                  <a:cubicBezTo>
                    <a:pt x="74" y="97"/>
                    <a:pt x="74" y="97"/>
                    <a:pt x="74" y="97"/>
                  </a:cubicBezTo>
                  <a:cubicBezTo>
                    <a:pt x="123" y="146"/>
                    <a:pt x="123" y="146"/>
                    <a:pt x="123" y="146"/>
                  </a:cubicBezTo>
                  <a:cubicBezTo>
                    <a:pt x="128" y="151"/>
                    <a:pt x="138" y="151"/>
                    <a:pt x="143" y="146"/>
                  </a:cubicBezTo>
                  <a:cubicBezTo>
                    <a:pt x="150" y="140"/>
                    <a:pt x="150" y="130"/>
                    <a:pt x="143" y="125"/>
                  </a:cubicBezTo>
                  <a:lnTo>
                    <a:pt x="143" y="125"/>
                  </a:lnTo>
                  <a:cubicBezTo>
                    <a:pt x="95" y="76"/>
                    <a:pt x="95" y="76"/>
                    <a:pt x="95" y="76"/>
                  </a:cubicBezTo>
                  <a:cubicBezTo>
                    <a:pt x="143" y="28"/>
                    <a:pt x="143" y="28"/>
                    <a:pt x="143" y="28"/>
                  </a:cubicBezTo>
                  <a:cubicBezTo>
                    <a:pt x="150" y="21"/>
                    <a:pt x="150" y="13"/>
                    <a:pt x="143" y="7"/>
                  </a:cubicBezTo>
                  <a:cubicBezTo>
                    <a:pt x="138" y="0"/>
                    <a:pt x="128" y="0"/>
                    <a:pt x="123" y="7"/>
                  </a:cubicBezTo>
                  <a:cubicBezTo>
                    <a:pt x="74" y="56"/>
                    <a:pt x="74" y="56"/>
                    <a:pt x="74" y="56"/>
                  </a:cubicBezTo>
                  <a:cubicBezTo>
                    <a:pt x="26" y="7"/>
                    <a:pt x="26" y="7"/>
                    <a:pt x="26" y="7"/>
                  </a:cubicBezTo>
                  <a:cubicBezTo>
                    <a:pt x="21" y="0"/>
                    <a:pt x="11" y="0"/>
                    <a:pt x="5" y="7"/>
                  </a:cubicBezTo>
                  <a:cubicBezTo>
                    <a:pt x="0" y="13"/>
                    <a:pt x="0" y="21"/>
                    <a:pt x="5" y="28"/>
                  </a:cubicBezTo>
                  <a:cubicBezTo>
                    <a:pt x="54" y="76"/>
                    <a:pt x="54" y="76"/>
                    <a:pt x="54" y="76"/>
                  </a:cubicBezTo>
                  <a:cubicBezTo>
                    <a:pt x="5" y="125"/>
                    <a:pt x="5" y="125"/>
                    <a:pt x="5" y="125"/>
                  </a:cubicBezTo>
                  <a:cubicBezTo>
                    <a:pt x="0" y="130"/>
                    <a:pt x="0" y="140"/>
                    <a:pt x="5"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6" name="Freeform 202">
              <a:extLst>
                <a:ext uri="{FF2B5EF4-FFF2-40B4-BE49-F238E27FC236}">
                  <a16:creationId xmlns:a16="http://schemas.microsoft.com/office/drawing/2014/main" id="{B9A26DE2-6EC0-51A8-1246-94E294A2E4BE}"/>
                </a:ext>
              </a:extLst>
            </p:cNvPr>
            <p:cNvSpPr>
              <a:spLocks noChangeArrowheads="1"/>
            </p:cNvSpPr>
            <p:nvPr/>
          </p:nvSpPr>
          <p:spPr bwMode="auto">
            <a:xfrm>
              <a:off x="9480550" y="6096000"/>
              <a:ext cx="53975" cy="53975"/>
            </a:xfrm>
            <a:custGeom>
              <a:avLst/>
              <a:gdLst>
                <a:gd name="T0" fmla="*/ 7 w 151"/>
                <a:gd name="T1" fmla="*/ 146 h 152"/>
                <a:gd name="T2" fmla="*/ 7 w 151"/>
                <a:gd name="T3" fmla="*/ 146 h 152"/>
                <a:gd name="T4" fmla="*/ 27 w 151"/>
                <a:gd name="T5" fmla="*/ 146 h 152"/>
                <a:gd name="T6" fmla="*/ 76 w 151"/>
                <a:gd name="T7" fmla="*/ 97 h 152"/>
                <a:gd name="T8" fmla="*/ 124 w 151"/>
                <a:gd name="T9" fmla="*/ 146 h 152"/>
                <a:gd name="T10" fmla="*/ 145 w 151"/>
                <a:gd name="T11" fmla="*/ 146 h 152"/>
                <a:gd name="T12" fmla="*/ 145 w 151"/>
                <a:gd name="T13" fmla="*/ 125 h 152"/>
                <a:gd name="T14" fmla="*/ 145 w 151"/>
                <a:gd name="T15" fmla="*/ 125 h 152"/>
                <a:gd name="T16" fmla="*/ 96 w 151"/>
                <a:gd name="T17" fmla="*/ 76 h 152"/>
                <a:gd name="T18" fmla="*/ 145 w 151"/>
                <a:gd name="T19" fmla="*/ 28 h 152"/>
                <a:gd name="T20" fmla="*/ 145 w 151"/>
                <a:gd name="T21" fmla="*/ 7 h 152"/>
                <a:gd name="T22" fmla="*/ 124 w 151"/>
                <a:gd name="T23" fmla="*/ 7 h 152"/>
                <a:gd name="T24" fmla="*/ 76 w 151"/>
                <a:gd name="T25" fmla="*/ 56 h 152"/>
                <a:gd name="T26" fmla="*/ 27 w 151"/>
                <a:gd name="T27" fmla="*/ 7 h 152"/>
                <a:gd name="T28" fmla="*/ 7 w 151"/>
                <a:gd name="T29" fmla="*/ 7 h 152"/>
                <a:gd name="T30" fmla="*/ 7 w 151"/>
                <a:gd name="T31" fmla="*/ 28 h 152"/>
                <a:gd name="T32" fmla="*/ 55 w 151"/>
                <a:gd name="T33" fmla="*/ 76 h 152"/>
                <a:gd name="T34" fmla="*/ 7 w 151"/>
                <a:gd name="T35" fmla="*/ 125 h 152"/>
                <a:gd name="T36" fmla="*/ 7 w 151"/>
                <a:gd name="T37"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152">
                  <a:moveTo>
                    <a:pt x="7" y="146"/>
                  </a:moveTo>
                  <a:lnTo>
                    <a:pt x="7" y="146"/>
                  </a:lnTo>
                  <a:cubicBezTo>
                    <a:pt x="12" y="151"/>
                    <a:pt x="22" y="151"/>
                    <a:pt x="27" y="146"/>
                  </a:cubicBezTo>
                  <a:cubicBezTo>
                    <a:pt x="76" y="97"/>
                    <a:pt x="76" y="97"/>
                    <a:pt x="76" y="97"/>
                  </a:cubicBezTo>
                  <a:cubicBezTo>
                    <a:pt x="124" y="146"/>
                    <a:pt x="124" y="146"/>
                    <a:pt x="124" y="146"/>
                  </a:cubicBezTo>
                  <a:cubicBezTo>
                    <a:pt x="129" y="151"/>
                    <a:pt x="139" y="151"/>
                    <a:pt x="145" y="146"/>
                  </a:cubicBezTo>
                  <a:cubicBezTo>
                    <a:pt x="150" y="140"/>
                    <a:pt x="150" y="130"/>
                    <a:pt x="145" y="125"/>
                  </a:cubicBezTo>
                  <a:lnTo>
                    <a:pt x="145" y="125"/>
                  </a:lnTo>
                  <a:cubicBezTo>
                    <a:pt x="96" y="76"/>
                    <a:pt x="96" y="76"/>
                    <a:pt x="96" y="76"/>
                  </a:cubicBezTo>
                  <a:cubicBezTo>
                    <a:pt x="145" y="28"/>
                    <a:pt x="145" y="28"/>
                    <a:pt x="145" y="28"/>
                  </a:cubicBezTo>
                  <a:cubicBezTo>
                    <a:pt x="150" y="21"/>
                    <a:pt x="150" y="13"/>
                    <a:pt x="145" y="7"/>
                  </a:cubicBezTo>
                  <a:cubicBezTo>
                    <a:pt x="139" y="0"/>
                    <a:pt x="129" y="0"/>
                    <a:pt x="124" y="7"/>
                  </a:cubicBezTo>
                  <a:cubicBezTo>
                    <a:pt x="76" y="56"/>
                    <a:pt x="76" y="56"/>
                    <a:pt x="76" y="56"/>
                  </a:cubicBezTo>
                  <a:cubicBezTo>
                    <a:pt x="27" y="7"/>
                    <a:pt x="27" y="7"/>
                    <a:pt x="27" y="7"/>
                  </a:cubicBezTo>
                  <a:cubicBezTo>
                    <a:pt x="22" y="0"/>
                    <a:pt x="12" y="0"/>
                    <a:pt x="7" y="7"/>
                  </a:cubicBezTo>
                  <a:cubicBezTo>
                    <a:pt x="0" y="13"/>
                    <a:pt x="0" y="21"/>
                    <a:pt x="7" y="28"/>
                  </a:cubicBezTo>
                  <a:cubicBezTo>
                    <a:pt x="55" y="76"/>
                    <a:pt x="55" y="76"/>
                    <a:pt x="55" y="76"/>
                  </a:cubicBezTo>
                  <a:cubicBezTo>
                    <a:pt x="7" y="125"/>
                    <a:pt x="7" y="125"/>
                    <a:pt x="7" y="125"/>
                  </a:cubicBezTo>
                  <a:cubicBezTo>
                    <a:pt x="0" y="130"/>
                    <a:pt x="0" y="140"/>
                    <a:pt x="7"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7" name="Group 249">
            <a:extLst>
              <a:ext uri="{FF2B5EF4-FFF2-40B4-BE49-F238E27FC236}">
                <a16:creationId xmlns:a16="http://schemas.microsoft.com/office/drawing/2014/main" id="{3B597D27-95B5-4655-0EA8-36C374C7E7FB}"/>
              </a:ext>
            </a:extLst>
          </p:cNvPr>
          <p:cNvGrpSpPr/>
          <p:nvPr/>
        </p:nvGrpSpPr>
        <p:grpSpPr>
          <a:xfrm>
            <a:off x="10500245" y="4697834"/>
            <a:ext cx="244475" cy="244475"/>
            <a:chOff x="9344025" y="5013325"/>
            <a:chExt cx="244475" cy="244475"/>
          </a:xfrm>
          <a:solidFill>
            <a:schemeClr val="tx2"/>
          </a:solidFill>
        </p:grpSpPr>
        <p:sp>
          <p:nvSpPr>
            <p:cNvPr id="248" name="Freeform 203">
              <a:extLst>
                <a:ext uri="{FF2B5EF4-FFF2-40B4-BE49-F238E27FC236}">
                  <a16:creationId xmlns:a16="http://schemas.microsoft.com/office/drawing/2014/main" id="{1CB07672-B204-A29B-CF16-DB1E265E1CDA}"/>
                </a:ext>
              </a:extLst>
            </p:cNvPr>
            <p:cNvSpPr>
              <a:spLocks noChangeArrowheads="1"/>
            </p:cNvSpPr>
            <p:nvPr/>
          </p:nvSpPr>
          <p:spPr bwMode="auto">
            <a:xfrm>
              <a:off x="9344025" y="5013325"/>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5" y="650"/>
                    <a:pt x="177" y="615"/>
                    <a:pt x="121" y="558"/>
                  </a:cubicBezTo>
                  <a:cubicBezTo>
                    <a:pt x="65" y="503"/>
                    <a:pt x="31" y="426"/>
                    <a:pt x="31" y="340"/>
                  </a:cubicBezTo>
                  <a:cubicBezTo>
                    <a:pt x="31" y="255"/>
                    <a:pt x="65" y="177"/>
                    <a:pt x="121" y="121"/>
                  </a:cubicBezTo>
                  <a:cubicBezTo>
                    <a:pt x="177" y="65"/>
                    <a:pt x="255"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9" name="Freeform 204">
              <a:extLst>
                <a:ext uri="{FF2B5EF4-FFF2-40B4-BE49-F238E27FC236}">
                  <a16:creationId xmlns:a16="http://schemas.microsoft.com/office/drawing/2014/main" id="{47CC724A-677F-5A1F-05BB-8C23D4FB6623}"/>
                </a:ext>
              </a:extLst>
            </p:cNvPr>
            <p:cNvSpPr>
              <a:spLocks noChangeArrowheads="1"/>
            </p:cNvSpPr>
            <p:nvPr/>
          </p:nvSpPr>
          <p:spPr bwMode="auto">
            <a:xfrm>
              <a:off x="9396413" y="5153025"/>
              <a:ext cx="138112" cy="74613"/>
            </a:xfrm>
            <a:custGeom>
              <a:avLst/>
              <a:gdLst>
                <a:gd name="T0" fmla="*/ 369 w 384"/>
                <a:gd name="T1" fmla="*/ 0 h 207"/>
                <a:gd name="T2" fmla="*/ 369 w 384"/>
                <a:gd name="T3" fmla="*/ 0 h 207"/>
                <a:gd name="T4" fmla="*/ 15 w 384"/>
                <a:gd name="T5" fmla="*/ 0 h 207"/>
                <a:gd name="T6" fmla="*/ 4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5 w 384"/>
                <a:gd name="T19" fmla="*/ 129 h 207"/>
                <a:gd name="T20" fmla="*/ 305 w 384"/>
                <a:gd name="T21" fmla="*/ 129 h 207"/>
                <a:gd name="T22" fmla="*/ 192 w 384"/>
                <a:gd name="T23" fmla="*/ 177 h 207"/>
                <a:gd name="T24" fmla="*/ 78 w 384"/>
                <a:gd name="T25" fmla="*/ 129 h 207"/>
                <a:gd name="T26" fmla="*/ 31 w 384"/>
                <a:gd name="T27" fmla="*/ 29 h 207"/>
                <a:gd name="T28" fmla="*/ 352 w 384"/>
                <a:gd name="T29" fmla="*/ 29 h 207"/>
                <a:gd name="T30" fmla="*/ 305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5" y="0"/>
                    <a:pt x="15" y="0"/>
                    <a:pt x="15" y="0"/>
                  </a:cubicBezTo>
                  <a:cubicBezTo>
                    <a:pt x="11" y="0"/>
                    <a:pt x="7" y="2"/>
                    <a:pt x="4" y="5"/>
                  </a:cubicBezTo>
                  <a:cubicBezTo>
                    <a:pt x="2" y="7"/>
                    <a:pt x="0" y="11"/>
                    <a:pt x="0" y="14"/>
                  </a:cubicBezTo>
                  <a:cubicBezTo>
                    <a:pt x="0" y="121"/>
                    <a:pt x="86" y="206"/>
                    <a:pt x="192" y="206"/>
                  </a:cubicBezTo>
                  <a:cubicBezTo>
                    <a:pt x="297" y="206"/>
                    <a:pt x="383" y="121"/>
                    <a:pt x="383" y="14"/>
                  </a:cubicBezTo>
                  <a:cubicBezTo>
                    <a:pt x="383" y="11"/>
                    <a:pt x="381" y="7"/>
                    <a:pt x="379" y="5"/>
                  </a:cubicBezTo>
                  <a:cubicBezTo>
                    <a:pt x="376" y="2"/>
                    <a:pt x="372" y="0"/>
                    <a:pt x="369" y="0"/>
                  </a:cubicBezTo>
                  <a:close/>
                  <a:moveTo>
                    <a:pt x="305" y="129"/>
                  </a:moveTo>
                  <a:lnTo>
                    <a:pt x="305" y="129"/>
                  </a:lnTo>
                  <a:cubicBezTo>
                    <a:pt x="276" y="159"/>
                    <a:pt x="236" y="177"/>
                    <a:pt x="192" y="177"/>
                  </a:cubicBezTo>
                  <a:cubicBezTo>
                    <a:pt x="147" y="177"/>
                    <a:pt x="107" y="159"/>
                    <a:pt x="78" y="129"/>
                  </a:cubicBezTo>
                  <a:cubicBezTo>
                    <a:pt x="51" y="103"/>
                    <a:pt x="33" y="68"/>
                    <a:pt x="31" y="29"/>
                  </a:cubicBezTo>
                  <a:cubicBezTo>
                    <a:pt x="352" y="29"/>
                    <a:pt x="352" y="29"/>
                    <a:pt x="352" y="29"/>
                  </a:cubicBezTo>
                  <a:cubicBezTo>
                    <a:pt x="350" y="68"/>
                    <a:pt x="332"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0" name="Freeform 205">
              <a:extLst>
                <a:ext uri="{FF2B5EF4-FFF2-40B4-BE49-F238E27FC236}">
                  <a16:creationId xmlns:a16="http://schemas.microsoft.com/office/drawing/2014/main" id="{8AD1938E-A3C8-23BB-AE10-64D6C37510A7}"/>
                </a:ext>
              </a:extLst>
            </p:cNvPr>
            <p:cNvSpPr>
              <a:spLocks noChangeArrowheads="1"/>
            </p:cNvSpPr>
            <p:nvPr/>
          </p:nvSpPr>
          <p:spPr bwMode="auto">
            <a:xfrm>
              <a:off x="9375775" y="5086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9 h 66"/>
                <a:gd name="T10" fmla="*/ 145 w 152"/>
                <a:gd name="T11" fmla="*/ 39 h 66"/>
                <a:gd name="T12" fmla="*/ 128 w 152"/>
                <a:gd name="T13" fmla="*/ 22 h 66"/>
                <a:gd name="T14" fmla="*/ 76 w 152"/>
                <a:gd name="T15" fmla="*/ 0 h 66"/>
                <a:gd name="T16" fmla="*/ 24 w 152"/>
                <a:gd name="T17" fmla="*/ 22 h 66"/>
                <a:gd name="T18" fmla="*/ 6 w 152"/>
                <a:gd name="T19" fmla="*/ 39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9"/>
                  </a:cubicBezTo>
                  <a:lnTo>
                    <a:pt x="145" y="39"/>
                  </a:lnTo>
                  <a:cubicBezTo>
                    <a:pt x="128" y="22"/>
                    <a:pt x="128" y="22"/>
                    <a:pt x="128" y="22"/>
                  </a:cubicBezTo>
                  <a:cubicBezTo>
                    <a:pt x="114" y="7"/>
                    <a:pt x="94" y="0"/>
                    <a:pt x="76" y="0"/>
                  </a:cubicBezTo>
                  <a:cubicBezTo>
                    <a:pt x="57" y="0"/>
                    <a:pt x="38" y="7"/>
                    <a:pt x="24" y="22"/>
                  </a:cubicBezTo>
                  <a:cubicBezTo>
                    <a:pt x="6" y="39"/>
                    <a:pt x="6" y="39"/>
                    <a:pt x="6" y="39"/>
                  </a:cubicBezTo>
                  <a:cubicBezTo>
                    <a:pt x="0" y="44"/>
                    <a:pt x="0" y="54"/>
                    <a:pt x="6" y="59"/>
                  </a:cubicBezTo>
                  <a:cubicBezTo>
                    <a:pt x="11" y="65"/>
                    <a:pt x="21" y="65"/>
                    <a:pt x="27" y="59"/>
                  </a:cubicBezTo>
                  <a:cubicBezTo>
                    <a:pt x="45" y="43"/>
                    <a:pt x="45" y="43"/>
                    <a:pt x="45" y="43"/>
                  </a:cubicBezTo>
                  <a:cubicBezTo>
                    <a:pt x="53" y="35"/>
                    <a:pt x="64" y="29"/>
                    <a:pt x="76" y="29"/>
                  </a:cubicBezTo>
                  <a:cubicBezTo>
                    <a:pt x="87" y="29"/>
                    <a:pt x="99" y="35"/>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1" name="Freeform 206">
              <a:extLst>
                <a:ext uri="{FF2B5EF4-FFF2-40B4-BE49-F238E27FC236}">
                  <a16:creationId xmlns:a16="http://schemas.microsoft.com/office/drawing/2014/main" id="{311D6186-8D69-2CF4-A209-33F3AFA842A7}"/>
                </a:ext>
              </a:extLst>
            </p:cNvPr>
            <p:cNvSpPr>
              <a:spLocks noChangeArrowheads="1"/>
            </p:cNvSpPr>
            <p:nvPr/>
          </p:nvSpPr>
          <p:spPr bwMode="auto">
            <a:xfrm>
              <a:off x="9502775" y="5086350"/>
              <a:ext cx="53975" cy="23813"/>
            </a:xfrm>
            <a:custGeom>
              <a:avLst/>
              <a:gdLst>
                <a:gd name="T0" fmla="*/ 23 w 152"/>
                <a:gd name="T1" fmla="*/ 22 h 66"/>
                <a:gd name="T2" fmla="*/ 23 w 152"/>
                <a:gd name="T3" fmla="*/ 22 h 66"/>
                <a:gd name="T4" fmla="*/ 6 w 152"/>
                <a:gd name="T5" fmla="*/ 39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9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9"/>
                    <a:pt x="6" y="39"/>
                    <a:pt x="6" y="39"/>
                  </a:cubicBezTo>
                  <a:cubicBezTo>
                    <a:pt x="0" y="44"/>
                    <a:pt x="0" y="54"/>
                    <a:pt x="6" y="59"/>
                  </a:cubicBezTo>
                  <a:cubicBezTo>
                    <a:pt x="11" y="65"/>
                    <a:pt x="21" y="65"/>
                    <a:pt x="26" y="59"/>
                  </a:cubicBezTo>
                  <a:lnTo>
                    <a:pt x="26" y="59"/>
                  </a:lnTo>
                  <a:cubicBezTo>
                    <a:pt x="44" y="43"/>
                    <a:pt x="44" y="43"/>
                    <a:pt x="44" y="43"/>
                  </a:cubicBezTo>
                  <a:cubicBezTo>
                    <a:pt x="52" y="35"/>
                    <a:pt x="64" y="29"/>
                    <a:pt x="76" y="29"/>
                  </a:cubicBezTo>
                  <a:cubicBezTo>
                    <a:pt x="87" y="29"/>
                    <a:pt x="98" y="35"/>
                    <a:pt x="106" y="43"/>
                  </a:cubicBezTo>
                  <a:cubicBezTo>
                    <a:pt x="124" y="59"/>
                    <a:pt x="124" y="59"/>
                    <a:pt x="124" y="59"/>
                  </a:cubicBezTo>
                  <a:cubicBezTo>
                    <a:pt x="130" y="65"/>
                    <a:pt x="140" y="65"/>
                    <a:pt x="145" y="59"/>
                  </a:cubicBezTo>
                  <a:cubicBezTo>
                    <a:pt x="151" y="54"/>
                    <a:pt x="151" y="44"/>
                    <a:pt x="145" y="39"/>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2" name="Group 254">
            <a:extLst>
              <a:ext uri="{FF2B5EF4-FFF2-40B4-BE49-F238E27FC236}">
                <a16:creationId xmlns:a16="http://schemas.microsoft.com/office/drawing/2014/main" id="{94110B53-3659-A68D-42A0-B49679278464}"/>
              </a:ext>
            </a:extLst>
          </p:cNvPr>
          <p:cNvGrpSpPr/>
          <p:nvPr/>
        </p:nvGrpSpPr>
        <p:grpSpPr>
          <a:xfrm>
            <a:off x="11009833" y="4697834"/>
            <a:ext cx="244475" cy="244475"/>
            <a:chOff x="9853613" y="5013325"/>
            <a:chExt cx="244475" cy="244475"/>
          </a:xfrm>
          <a:solidFill>
            <a:schemeClr val="tx2"/>
          </a:solidFill>
        </p:grpSpPr>
        <p:sp>
          <p:nvSpPr>
            <p:cNvPr id="253" name="Freeform 207">
              <a:extLst>
                <a:ext uri="{FF2B5EF4-FFF2-40B4-BE49-F238E27FC236}">
                  <a16:creationId xmlns:a16="http://schemas.microsoft.com/office/drawing/2014/main" id="{E711B44A-C201-9C12-23C1-DC5EF1607F3B}"/>
                </a:ext>
              </a:extLst>
            </p:cNvPr>
            <p:cNvSpPr>
              <a:spLocks noChangeArrowheads="1"/>
            </p:cNvSpPr>
            <p:nvPr/>
          </p:nvSpPr>
          <p:spPr bwMode="auto">
            <a:xfrm>
              <a:off x="9853613"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4" name="Freeform 208">
              <a:extLst>
                <a:ext uri="{FF2B5EF4-FFF2-40B4-BE49-F238E27FC236}">
                  <a16:creationId xmlns:a16="http://schemas.microsoft.com/office/drawing/2014/main" id="{4822E0AC-23CF-34F4-8A24-339F1814B7B4}"/>
                </a:ext>
              </a:extLst>
            </p:cNvPr>
            <p:cNvSpPr>
              <a:spLocks noChangeArrowheads="1"/>
            </p:cNvSpPr>
            <p:nvPr/>
          </p:nvSpPr>
          <p:spPr bwMode="auto">
            <a:xfrm>
              <a:off x="9906000" y="5076825"/>
              <a:ext cx="53975" cy="53975"/>
            </a:xfrm>
            <a:custGeom>
              <a:avLst/>
              <a:gdLst>
                <a:gd name="T0" fmla="*/ 75 w 152"/>
                <a:gd name="T1" fmla="*/ 97 h 151"/>
                <a:gd name="T2" fmla="*/ 75 w 152"/>
                <a:gd name="T3" fmla="*/ 97 h 151"/>
                <a:gd name="T4" fmla="*/ 123 w 152"/>
                <a:gd name="T5" fmla="*/ 145 h 151"/>
                <a:gd name="T6" fmla="*/ 144 w 152"/>
                <a:gd name="T7" fmla="*/ 145 h 151"/>
                <a:gd name="T8" fmla="*/ 144 w 152"/>
                <a:gd name="T9" fmla="*/ 124 h 151"/>
                <a:gd name="T10" fmla="*/ 144 w 152"/>
                <a:gd name="T11" fmla="*/ 124 h 151"/>
                <a:gd name="T12" fmla="*/ 95 w 152"/>
                <a:gd name="T13" fmla="*/ 76 h 151"/>
                <a:gd name="T14" fmla="*/ 144 w 152"/>
                <a:gd name="T15" fmla="*/ 27 h 151"/>
                <a:gd name="T16" fmla="*/ 144 w 152"/>
                <a:gd name="T17" fmla="*/ 7 h 151"/>
                <a:gd name="T18" fmla="*/ 123 w 152"/>
                <a:gd name="T19" fmla="*/ 7 h 151"/>
                <a:gd name="T20" fmla="*/ 75 w 152"/>
                <a:gd name="T21" fmla="*/ 55 h 151"/>
                <a:gd name="T22" fmla="*/ 26 w 152"/>
                <a:gd name="T23" fmla="*/ 7 h 151"/>
                <a:gd name="T24" fmla="*/ 6 w 152"/>
                <a:gd name="T25" fmla="*/ 7 h 151"/>
                <a:gd name="T26" fmla="*/ 6 w 152"/>
                <a:gd name="T27" fmla="*/ 27 h 151"/>
                <a:gd name="T28" fmla="*/ 54 w 152"/>
                <a:gd name="T29" fmla="*/ 76 h 151"/>
                <a:gd name="T30" fmla="*/ 6 w 152"/>
                <a:gd name="T31" fmla="*/ 124 h 151"/>
                <a:gd name="T32" fmla="*/ 6 w 152"/>
                <a:gd name="T33" fmla="*/ 145 h 151"/>
                <a:gd name="T34" fmla="*/ 26 w 152"/>
                <a:gd name="T35" fmla="*/ 145 h 151"/>
                <a:gd name="T36" fmla="*/ 26 w 152"/>
                <a:gd name="T37" fmla="*/ 145 h 151"/>
                <a:gd name="T38" fmla="*/ 75 w 152"/>
                <a:gd name="T39" fmla="*/ 97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7"/>
                  </a:moveTo>
                  <a:lnTo>
                    <a:pt x="75" y="97"/>
                  </a:lnTo>
                  <a:cubicBezTo>
                    <a:pt x="123" y="145"/>
                    <a:pt x="123" y="145"/>
                    <a:pt x="123" y="145"/>
                  </a:cubicBezTo>
                  <a:cubicBezTo>
                    <a:pt x="129" y="150"/>
                    <a:pt x="138" y="150"/>
                    <a:pt x="144" y="145"/>
                  </a:cubicBezTo>
                  <a:cubicBezTo>
                    <a:pt x="151" y="139"/>
                    <a:pt x="151" y="130"/>
                    <a:pt x="144" y="124"/>
                  </a:cubicBezTo>
                  <a:lnTo>
                    <a:pt x="144" y="124"/>
                  </a:lnTo>
                  <a:cubicBezTo>
                    <a:pt x="95" y="76"/>
                    <a:pt x="95" y="76"/>
                    <a:pt x="95" y="76"/>
                  </a:cubicBezTo>
                  <a:cubicBezTo>
                    <a:pt x="144" y="27"/>
                    <a:pt x="144" y="27"/>
                    <a:pt x="144" y="27"/>
                  </a:cubicBezTo>
                  <a:cubicBezTo>
                    <a:pt x="151" y="21"/>
                    <a:pt x="151" y="12"/>
                    <a:pt x="144" y="7"/>
                  </a:cubicBezTo>
                  <a:cubicBezTo>
                    <a:pt x="138" y="0"/>
                    <a:pt x="129" y="0"/>
                    <a:pt x="123" y="7"/>
                  </a:cubicBezTo>
                  <a:cubicBezTo>
                    <a:pt x="75" y="55"/>
                    <a:pt x="75" y="55"/>
                    <a:pt x="75" y="55"/>
                  </a:cubicBezTo>
                  <a:cubicBezTo>
                    <a:pt x="26" y="7"/>
                    <a:pt x="26" y="7"/>
                    <a:pt x="26" y="7"/>
                  </a:cubicBezTo>
                  <a:cubicBezTo>
                    <a:pt x="21" y="0"/>
                    <a:pt x="11" y="0"/>
                    <a:pt x="6" y="7"/>
                  </a:cubicBezTo>
                  <a:cubicBezTo>
                    <a:pt x="0" y="12"/>
                    <a:pt x="0" y="21"/>
                    <a:pt x="6" y="27"/>
                  </a:cubicBezTo>
                  <a:cubicBezTo>
                    <a:pt x="54" y="76"/>
                    <a:pt x="54" y="76"/>
                    <a:pt x="54" y="76"/>
                  </a:cubicBezTo>
                  <a:cubicBezTo>
                    <a:pt x="6" y="124"/>
                    <a:pt x="6" y="124"/>
                    <a:pt x="6" y="124"/>
                  </a:cubicBezTo>
                  <a:cubicBezTo>
                    <a:pt x="0" y="130"/>
                    <a:pt x="0" y="139"/>
                    <a:pt x="6" y="145"/>
                  </a:cubicBezTo>
                  <a:cubicBezTo>
                    <a:pt x="11" y="150"/>
                    <a:pt x="21" y="150"/>
                    <a:pt x="26" y="145"/>
                  </a:cubicBezTo>
                  <a:lnTo>
                    <a:pt x="26" y="145"/>
                  </a:lnTo>
                  <a:lnTo>
                    <a:pt x="75" y="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5" name="Freeform 209">
              <a:extLst>
                <a:ext uri="{FF2B5EF4-FFF2-40B4-BE49-F238E27FC236}">
                  <a16:creationId xmlns:a16="http://schemas.microsoft.com/office/drawing/2014/main" id="{2100D428-0D2B-2D61-2B1F-211C76212869}"/>
                </a:ext>
              </a:extLst>
            </p:cNvPr>
            <p:cNvSpPr>
              <a:spLocks noChangeArrowheads="1"/>
            </p:cNvSpPr>
            <p:nvPr/>
          </p:nvSpPr>
          <p:spPr bwMode="auto">
            <a:xfrm>
              <a:off x="9990138" y="5076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7 h 151"/>
                <a:gd name="T10" fmla="*/ 124 w 152"/>
                <a:gd name="T11" fmla="*/ 7 h 151"/>
                <a:gd name="T12" fmla="*/ 76 w 152"/>
                <a:gd name="T13" fmla="*/ 55 h 151"/>
                <a:gd name="T14" fmla="*/ 28 w 152"/>
                <a:gd name="T15" fmla="*/ 7 h 151"/>
                <a:gd name="T16" fmla="*/ 7 w 152"/>
                <a:gd name="T17" fmla="*/ 7 h 151"/>
                <a:gd name="T18" fmla="*/ 7 w 152"/>
                <a:gd name="T19" fmla="*/ 27 h 151"/>
                <a:gd name="T20" fmla="*/ 7 w 152"/>
                <a:gd name="T21" fmla="*/ 27 h 151"/>
                <a:gd name="T22" fmla="*/ 55 w 152"/>
                <a:gd name="T23" fmla="*/ 76 h 151"/>
                <a:gd name="T24" fmla="*/ 7 w 152"/>
                <a:gd name="T25" fmla="*/ 124 h 151"/>
                <a:gd name="T26" fmla="*/ 7 w 152"/>
                <a:gd name="T27" fmla="*/ 145 h 151"/>
                <a:gd name="T28" fmla="*/ 28 w 152"/>
                <a:gd name="T29" fmla="*/ 145 h 151"/>
                <a:gd name="T30" fmla="*/ 76 w 152"/>
                <a:gd name="T31" fmla="*/ 97 h 151"/>
                <a:gd name="T32" fmla="*/ 124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1"/>
                    <a:pt x="151" y="12"/>
                    <a:pt x="145" y="7"/>
                  </a:cubicBezTo>
                  <a:cubicBezTo>
                    <a:pt x="139" y="0"/>
                    <a:pt x="130" y="0"/>
                    <a:pt x="124" y="7"/>
                  </a:cubicBezTo>
                  <a:cubicBezTo>
                    <a:pt x="76" y="55"/>
                    <a:pt x="76" y="55"/>
                    <a:pt x="76" y="55"/>
                  </a:cubicBezTo>
                  <a:cubicBezTo>
                    <a:pt x="28" y="7"/>
                    <a:pt x="28" y="7"/>
                    <a:pt x="28" y="7"/>
                  </a:cubicBezTo>
                  <a:cubicBezTo>
                    <a:pt x="22" y="0"/>
                    <a:pt x="12" y="0"/>
                    <a:pt x="7" y="7"/>
                  </a:cubicBezTo>
                  <a:cubicBezTo>
                    <a:pt x="0" y="12"/>
                    <a:pt x="0" y="21"/>
                    <a:pt x="7" y="27"/>
                  </a:cubicBezTo>
                  <a:lnTo>
                    <a:pt x="7" y="27"/>
                  </a:lnTo>
                  <a:cubicBezTo>
                    <a:pt x="55" y="76"/>
                    <a:pt x="55" y="76"/>
                    <a:pt x="55" y="76"/>
                  </a:cubicBezTo>
                  <a:cubicBezTo>
                    <a:pt x="7" y="124"/>
                    <a:pt x="7" y="124"/>
                    <a:pt x="7" y="124"/>
                  </a:cubicBezTo>
                  <a:cubicBezTo>
                    <a:pt x="0" y="130"/>
                    <a:pt x="0" y="139"/>
                    <a:pt x="7" y="145"/>
                  </a:cubicBezTo>
                  <a:cubicBezTo>
                    <a:pt x="12" y="150"/>
                    <a:pt x="22" y="150"/>
                    <a:pt x="28" y="145"/>
                  </a:cubicBezTo>
                  <a:cubicBezTo>
                    <a:pt x="76" y="97"/>
                    <a:pt x="76" y="97"/>
                    <a:pt x="76" y="97"/>
                  </a:cubicBezTo>
                  <a:cubicBezTo>
                    <a:pt x="124" y="145"/>
                    <a:pt x="124" y="145"/>
                    <a:pt x="124" y="145"/>
                  </a:cubicBezTo>
                  <a:cubicBezTo>
                    <a:pt x="130" y="150"/>
                    <a:pt x="139" y="150"/>
                    <a:pt x="145" y="145"/>
                  </a:cubicBezTo>
                  <a:cubicBezTo>
                    <a:pt x="151" y="139"/>
                    <a:pt x="151" y="130"/>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6" name="Freeform 210">
              <a:extLst>
                <a:ext uri="{FF2B5EF4-FFF2-40B4-BE49-F238E27FC236}">
                  <a16:creationId xmlns:a16="http://schemas.microsoft.com/office/drawing/2014/main" id="{3C35313B-E840-7028-42C8-5CB582C9054E}"/>
                </a:ext>
              </a:extLst>
            </p:cNvPr>
            <p:cNvSpPr>
              <a:spLocks noChangeArrowheads="1"/>
            </p:cNvSpPr>
            <p:nvPr/>
          </p:nvSpPr>
          <p:spPr bwMode="auto">
            <a:xfrm>
              <a:off x="9948863" y="5181600"/>
              <a:ext cx="53975" cy="23813"/>
            </a:xfrm>
            <a:custGeom>
              <a:avLst/>
              <a:gdLst>
                <a:gd name="T0" fmla="*/ 127 w 151"/>
                <a:gd name="T1" fmla="*/ 22 h 66"/>
                <a:gd name="T2" fmla="*/ 127 w 151"/>
                <a:gd name="T3" fmla="*/ 22 h 66"/>
                <a:gd name="T4" fmla="*/ 76 w 151"/>
                <a:gd name="T5" fmla="*/ 0 h 66"/>
                <a:gd name="T6" fmla="*/ 23 w 151"/>
                <a:gd name="T7" fmla="*/ 22 h 66"/>
                <a:gd name="T8" fmla="*/ 5 w 151"/>
                <a:gd name="T9" fmla="*/ 39 h 66"/>
                <a:gd name="T10" fmla="*/ 5 w 151"/>
                <a:gd name="T11" fmla="*/ 60 h 66"/>
                <a:gd name="T12" fmla="*/ 26 w 151"/>
                <a:gd name="T13" fmla="*/ 60 h 66"/>
                <a:gd name="T14" fmla="*/ 26 w 151"/>
                <a:gd name="T15" fmla="*/ 60 h 66"/>
                <a:gd name="T16" fmla="*/ 44 w 151"/>
                <a:gd name="T17" fmla="*/ 43 h 66"/>
                <a:gd name="T18" fmla="*/ 76 w 151"/>
                <a:gd name="T19" fmla="*/ 29 h 66"/>
                <a:gd name="T20" fmla="*/ 106 w 151"/>
                <a:gd name="T21" fmla="*/ 43 h 66"/>
                <a:gd name="T22" fmla="*/ 124 w 151"/>
                <a:gd name="T23" fmla="*/ 60 h 66"/>
                <a:gd name="T24" fmla="*/ 145 w 151"/>
                <a:gd name="T25" fmla="*/ 60 h 66"/>
                <a:gd name="T26" fmla="*/ 145 w 151"/>
                <a:gd name="T27" fmla="*/ 39 h 66"/>
                <a:gd name="T28" fmla="*/ 127 w 151"/>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22"/>
                  </a:moveTo>
                  <a:lnTo>
                    <a:pt x="127" y="22"/>
                  </a:lnTo>
                  <a:cubicBezTo>
                    <a:pt x="113" y="7"/>
                    <a:pt x="94" y="0"/>
                    <a:pt x="76" y="0"/>
                  </a:cubicBezTo>
                  <a:cubicBezTo>
                    <a:pt x="56" y="0"/>
                    <a:pt x="37" y="7"/>
                    <a:pt x="23" y="22"/>
                  </a:cubicBezTo>
                  <a:cubicBezTo>
                    <a:pt x="5" y="39"/>
                    <a:pt x="5" y="39"/>
                    <a:pt x="5" y="39"/>
                  </a:cubicBezTo>
                  <a:cubicBezTo>
                    <a:pt x="0" y="44"/>
                    <a:pt x="0" y="54"/>
                    <a:pt x="5" y="60"/>
                  </a:cubicBezTo>
                  <a:cubicBezTo>
                    <a:pt x="11" y="65"/>
                    <a:pt x="20" y="65"/>
                    <a:pt x="26" y="60"/>
                  </a:cubicBezTo>
                  <a:lnTo>
                    <a:pt x="26" y="60"/>
                  </a:lnTo>
                  <a:cubicBezTo>
                    <a:pt x="44" y="43"/>
                    <a:pt x="44" y="43"/>
                    <a:pt x="44" y="43"/>
                  </a:cubicBezTo>
                  <a:cubicBezTo>
                    <a:pt x="52" y="35"/>
                    <a:pt x="63" y="29"/>
                    <a:pt x="76" y="29"/>
                  </a:cubicBezTo>
                  <a:cubicBezTo>
                    <a:pt x="87" y="29"/>
                    <a:pt x="98" y="35"/>
                    <a:pt x="106" y="43"/>
                  </a:cubicBezTo>
                  <a:cubicBezTo>
                    <a:pt x="124" y="60"/>
                    <a:pt x="124" y="60"/>
                    <a:pt x="124" y="60"/>
                  </a:cubicBezTo>
                  <a:cubicBezTo>
                    <a:pt x="129" y="65"/>
                    <a:pt x="139" y="65"/>
                    <a:pt x="145" y="60"/>
                  </a:cubicBezTo>
                  <a:cubicBezTo>
                    <a:pt x="150" y="54"/>
                    <a:pt x="150" y="44"/>
                    <a:pt x="145" y="39"/>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7" name="Group 259">
            <a:extLst>
              <a:ext uri="{FF2B5EF4-FFF2-40B4-BE49-F238E27FC236}">
                <a16:creationId xmlns:a16="http://schemas.microsoft.com/office/drawing/2014/main" id="{9827B4C7-D670-CFAE-CC80-980633D10EAE}"/>
              </a:ext>
            </a:extLst>
          </p:cNvPr>
          <p:cNvGrpSpPr/>
          <p:nvPr/>
        </p:nvGrpSpPr>
        <p:grpSpPr>
          <a:xfrm>
            <a:off x="10520883" y="6232947"/>
            <a:ext cx="244475" cy="244475"/>
            <a:chOff x="9364663" y="6562725"/>
            <a:chExt cx="244475" cy="244475"/>
          </a:xfrm>
          <a:solidFill>
            <a:schemeClr val="tx2"/>
          </a:solidFill>
        </p:grpSpPr>
        <p:sp>
          <p:nvSpPr>
            <p:cNvPr id="258" name="Freeform 211">
              <a:extLst>
                <a:ext uri="{FF2B5EF4-FFF2-40B4-BE49-F238E27FC236}">
                  <a16:creationId xmlns:a16="http://schemas.microsoft.com/office/drawing/2014/main" id="{8E753D5E-712D-7D2C-FA21-E14FEDD95508}"/>
                </a:ext>
              </a:extLst>
            </p:cNvPr>
            <p:cNvSpPr>
              <a:spLocks noChangeArrowheads="1"/>
            </p:cNvSpPr>
            <p:nvPr/>
          </p:nvSpPr>
          <p:spPr bwMode="auto">
            <a:xfrm>
              <a:off x="9364663" y="6562725"/>
              <a:ext cx="244475" cy="244475"/>
            </a:xfrm>
            <a:custGeom>
              <a:avLst/>
              <a:gdLst>
                <a:gd name="T0" fmla="*/ 338 w 679"/>
                <a:gd name="T1" fmla="*/ 0 h 679"/>
                <a:gd name="T2" fmla="*/ 338 w 679"/>
                <a:gd name="T3" fmla="*/ 0 h 679"/>
                <a:gd name="T4" fmla="*/ 0 w 679"/>
                <a:gd name="T5" fmla="*/ 338 h 679"/>
                <a:gd name="T6" fmla="*/ 338 w 679"/>
                <a:gd name="T7" fmla="*/ 678 h 679"/>
                <a:gd name="T8" fmla="*/ 678 w 679"/>
                <a:gd name="T9" fmla="*/ 338 h 679"/>
                <a:gd name="T10" fmla="*/ 338 w 679"/>
                <a:gd name="T11" fmla="*/ 0 h 679"/>
                <a:gd name="T12" fmla="*/ 558 w 679"/>
                <a:gd name="T13" fmla="*/ 558 h 679"/>
                <a:gd name="T14" fmla="*/ 558 w 679"/>
                <a:gd name="T15" fmla="*/ 558 h 679"/>
                <a:gd name="T16" fmla="*/ 338 w 679"/>
                <a:gd name="T17" fmla="*/ 648 h 679"/>
                <a:gd name="T18" fmla="*/ 120 w 679"/>
                <a:gd name="T19" fmla="*/ 558 h 679"/>
                <a:gd name="T20" fmla="*/ 29 w 679"/>
                <a:gd name="T21" fmla="*/ 338 h 679"/>
                <a:gd name="T22" fmla="*/ 120 w 679"/>
                <a:gd name="T23" fmla="*/ 120 h 679"/>
                <a:gd name="T24" fmla="*/ 338 w 679"/>
                <a:gd name="T25" fmla="*/ 29 h 679"/>
                <a:gd name="T26" fmla="*/ 558 w 679"/>
                <a:gd name="T27" fmla="*/ 120 h 679"/>
                <a:gd name="T28" fmla="*/ 648 w 679"/>
                <a:gd name="T29" fmla="*/ 338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8" y="0"/>
                  </a:moveTo>
                  <a:lnTo>
                    <a:pt x="338" y="0"/>
                  </a:lnTo>
                  <a:cubicBezTo>
                    <a:pt x="152" y="0"/>
                    <a:pt x="0" y="152"/>
                    <a:pt x="0" y="338"/>
                  </a:cubicBezTo>
                  <a:cubicBezTo>
                    <a:pt x="0" y="526"/>
                    <a:pt x="152" y="678"/>
                    <a:pt x="338" y="678"/>
                  </a:cubicBezTo>
                  <a:cubicBezTo>
                    <a:pt x="526" y="678"/>
                    <a:pt x="678" y="526"/>
                    <a:pt x="678" y="338"/>
                  </a:cubicBezTo>
                  <a:cubicBezTo>
                    <a:pt x="678" y="152"/>
                    <a:pt x="526" y="0"/>
                    <a:pt x="338" y="0"/>
                  </a:cubicBezTo>
                  <a:close/>
                  <a:moveTo>
                    <a:pt x="558" y="558"/>
                  </a:moveTo>
                  <a:lnTo>
                    <a:pt x="558" y="558"/>
                  </a:lnTo>
                  <a:cubicBezTo>
                    <a:pt x="501" y="613"/>
                    <a:pt x="424" y="648"/>
                    <a:pt x="338" y="648"/>
                  </a:cubicBezTo>
                  <a:cubicBezTo>
                    <a:pt x="253" y="648"/>
                    <a:pt x="175" y="613"/>
                    <a:pt x="120" y="558"/>
                  </a:cubicBezTo>
                  <a:cubicBezTo>
                    <a:pt x="63" y="501"/>
                    <a:pt x="29" y="424"/>
                    <a:pt x="29" y="338"/>
                  </a:cubicBezTo>
                  <a:cubicBezTo>
                    <a:pt x="29" y="254"/>
                    <a:pt x="63" y="177"/>
                    <a:pt x="120" y="120"/>
                  </a:cubicBezTo>
                  <a:cubicBezTo>
                    <a:pt x="175" y="63"/>
                    <a:pt x="253" y="29"/>
                    <a:pt x="338" y="29"/>
                  </a:cubicBezTo>
                  <a:cubicBezTo>
                    <a:pt x="424" y="29"/>
                    <a:pt x="501" y="63"/>
                    <a:pt x="558" y="120"/>
                  </a:cubicBezTo>
                  <a:cubicBezTo>
                    <a:pt x="613" y="177"/>
                    <a:pt x="648" y="254"/>
                    <a:pt x="648" y="338"/>
                  </a:cubicBezTo>
                  <a:cubicBezTo>
                    <a:pt x="648" y="424"/>
                    <a:pt x="613" y="501"/>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9" name="Freeform 212">
              <a:extLst>
                <a:ext uri="{FF2B5EF4-FFF2-40B4-BE49-F238E27FC236}">
                  <a16:creationId xmlns:a16="http://schemas.microsoft.com/office/drawing/2014/main" id="{B770E566-CC6C-C7DC-D815-E1F890B1669C}"/>
                </a:ext>
              </a:extLst>
            </p:cNvPr>
            <p:cNvSpPr>
              <a:spLocks noChangeArrowheads="1"/>
            </p:cNvSpPr>
            <p:nvPr/>
          </p:nvSpPr>
          <p:spPr bwMode="auto">
            <a:xfrm>
              <a:off x="942975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0" name="Freeform 213">
              <a:extLst>
                <a:ext uri="{FF2B5EF4-FFF2-40B4-BE49-F238E27FC236}">
                  <a16:creationId xmlns:a16="http://schemas.microsoft.com/office/drawing/2014/main" id="{7AC9A8F8-F5E2-442B-AC78-F44517BB62AE}"/>
                </a:ext>
              </a:extLst>
            </p:cNvPr>
            <p:cNvSpPr>
              <a:spLocks noChangeArrowheads="1"/>
            </p:cNvSpPr>
            <p:nvPr/>
          </p:nvSpPr>
          <p:spPr bwMode="auto">
            <a:xfrm>
              <a:off x="952500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1" name="Freeform 214">
              <a:extLst>
                <a:ext uri="{FF2B5EF4-FFF2-40B4-BE49-F238E27FC236}">
                  <a16:creationId xmlns:a16="http://schemas.microsoft.com/office/drawing/2014/main" id="{E83E997E-1B3B-29D6-68E7-EC6AB71135C5}"/>
                </a:ext>
              </a:extLst>
            </p:cNvPr>
            <p:cNvSpPr>
              <a:spLocks noChangeArrowheads="1"/>
            </p:cNvSpPr>
            <p:nvPr/>
          </p:nvSpPr>
          <p:spPr bwMode="auto">
            <a:xfrm>
              <a:off x="9459913" y="6719888"/>
              <a:ext cx="53975" cy="23812"/>
            </a:xfrm>
            <a:custGeom>
              <a:avLst/>
              <a:gdLst>
                <a:gd name="T0" fmla="*/ 127 w 151"/>
                <a:gd name="T1" fmla="*/ 22 h 68"/>
                <a:gd name="T2" fmla="*/ 127 w 151"/>
                <a:gd name="T3" fmla="*/ 22 h 68"/>
                <a:gd name="T4" fmla="*/ 74 w 151"/>
                <a:gd name="T5" fmla="*/ 0 h 68"/>
                <a:gd name="T6" fmla="*/ 22 w 151"/>
                <a:gd name="T7" fmla="*/ 22 h 68"/>
                <a:gd name="T8" fmla="*/ 5 w 151"/>
                <a:gd name="T9" fmla="*/ 40 h 68"/>
                <a:gd name="T10" fmla="*/ 5 w 151"/>
                <a:gd name="T11" fmla="*/ 61 h 68"/>
                <a:gd name="T12" fmla="*/ 26 w 151"/>
                <a:gd name="T13" fmla="*/ 61 h 68"/>
                <a:gd name="T14" fmla="*/ 26 w 151"/>
                <a:gd name="T15" fmla="*/ 61 h 68"/>
                <a:gd name="T16" fmla="*/ 44 w 151"/>
                <a:gd name="T17" fmla="*/ 43 h 68"/>
                <a:gd name="T18" fmla="*/ 74 w 151"/>
                <a:gd name="T19" fmla="*/ 31 h 68"/>
                <a:gd name="T20" fmla="*/ 106 w 151"/>
                <a:gd name="T21" fmla="*/ 43 h 68"/>
                <a:gd name="T22" fmla="*/ 123 w 151"/>
                <a:gd name="T23" fmla="*/ 61 h 68"/>
                <a:gd name="T24" fmla="*/ 143 w 151"/>
                <a:gd name="T25" fmla="*/ 61 h 68"/>
                <a:gd name="T26" fmla="*/ 143 w 151"/>
                <a:gd name="T27" fmla="*/ 40 h 68"/>
                <a:gd name="T28" fmla="*/ 127 w 151"/>
                <a:gd name="T29" fmla="*/ 2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8">
                  <a:moveTo>
                    <a:pt x="127" y="22"/>
                  </a:moveTo>
                  <a:lnTo>
                    <a:pt x="127" y="22"/>
                  </a:lnTo>
                  <a:cubicBezTo>
                    <a:pt x="113" y="9"/>
                    <a:pt x="94" y="0"/>
                    <a:pt x="74" y="0"/>
                  </a:cubicBezTo>
                  <a:cubicBezTo>
                    <a:pt x="56" y="0"/>
                    <a:pt x="37" y="9"/>
                    <a:pt x="22" y="22"/>
                  </a:cubicBezTo>
                  <a:cubicBezTo>
                    <a:pt x="5" y="40"/>
                    <a:pt x="5" y="40"/>
                    <a:pt x="5" y="40"/>
                  </a:cubicBezTo>
                  <a:cubicBezTo>
                    <a:pt x="0" y="46"/>
                    <a:pt x="0" y="54"/>
                    <a:pt x="5" y="61"/>
                  </a:cubicBezTo>
                  <a:cubicBezTo>
                    <a:pt x="11" y="67"/>
                    <a:pt x="20" y="67"/>
                    <a:pt x="26" y="61"/>
                  </a:cubicBezTo>
                  <a:lnTo>
                    <a:pt x="26" y="61"/>
                  </a:lnTo>
                  <a:cubicBezTo>
                    <a:pt x="44" y="43"/>
                    <a:pt x="44" y="43"/>
                    <a:pt x="44" y="43"/>
                  </a:cubicBezTo>
                  <a:cubicBezTo>
                    <a:pt x="52" y="35"/>
                    <a:pt x="63" y="31"/>
                    <a:pt x="74" y="31"/>
                  </a:cubicBezTo>
                  <a:cubicBezTo>
                    <a:pt x="85" y="31"/>
                    <a:pt x="98" y="35"/>
                    <a:pt x="106" y="43"/>
                  </a:cubicBezTo>
                  <a:cubicBezTo>
                    <a:pt x="123" y="61"/>
                    <a:pt x="123" y="61"/>
                    <a:pt x="123" y="61"/>
                  </a:cubicBezTo>
                  <a:cubicBezTo>
                    <a:pt x="128" y="67"/>
                    <a:pt x="138" y="67"/>
                    <a:pt x="143" y="61"/>
                  </a:cubicBezTo>
                  <a:cubicBezTo>
                    <a:pt x="150" y="54"/>
                    <a:pt x="150" y="46"/>
                    <a:pt x="143" y="40"/>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2" name="Group 264">
            <a:extLst>
              <a:ext uri="{FF2B5EF4-FFF2-40B4-BE49-F238E27FC236}">
                <a16:creationId xmlns:a16="http://schemas.microsoft.com/office/drawing/2014/main" id="{770925CF-6E3D-3253-82F0-73D34284E3C5}"/>
              </a:ext>
            </a:extLst>
          </p:cNvPr>
          <p:cNvGrpSpPr/>
          <p:nvPr/>
        </p:nvGrpSpPr>
        <p:grpSpPr>
          <a:xfrm>
            <a:off x="9990658" y="6232947"/>
            <a:ext cx="244475" cy="244475"/>
            <a:chOff x="8834438" y="6542088"/>
            <a:chExt cx="244475" cy="244475"/>
          </a:xfrm>
          <a:solidFill>
            <a:schemeClr val="tx2"/>
          </a:solidFill>
        </p:grpSpPr>
        <p:sp>
          <p:nvSpPr>
            <p:cNvPr id="263" name="Freeform 215">
              <a:extLst>
                <a:ext uri="{FF2B5EF4-FFF2-40B4-BE49-F238E27FC236}">
                  <a16:creationId xmlns:a16="http://schemas.microsoft.com/office/drawing/2014/main" id="{45AAC1A3-7682-0EED-C4A3-789641502C4A}"/>
                </a:ext>
              </a:extLst>
            </p:cNvPr>
            <p:cNvSpPr>
              <a:spLocks noChangeArrowheads="1"/>
            </p:cNvSpPr>
            <p:nvPr/>
          </p:nvSpPr>
          <p:spPr bwMode="auto">
            <a:xfrm>
              <a:off x="8834438" y="6542088"/>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4" name="Freeform 216">
              <a:extLst>
                <a:ext uri="{FF2B5EF4-FFF2-40B4-BE49-F238E27FC236}">
                  <a16:creationId xmlns:a16="http://schemas.microsoft.com/office/drawing/2014/main" id="{B16AC6DD-98CA-8FF2-AED3-D9F716EFB5F0}"/>
                </a:ext>
              </a:extLst>
            </p:cNvPr>
            <p:cNvSpPr>
              <a:spLocks noChangeArrowheads="1"/>
            </p:cNvSpPr>
            <p:nvPr/>
          </p:nvSpPr>
          <p:spPr bwMode="auto">
            <a:xfrm>
              <a:off x="8888413" y="6680200"/>
              <a:ext cx="138112" cy="74613"/>
            </a:xfrm>
            <a:custGeom>
              <a:avLst/>
              <a:gdLst>
                <a:gd name="T0" fmla="*/ 369 w 383"/>
                <a:gd name="T1" fmla="*/ 0 h 207"/>
                <a:gd name="T2" fmla="*/ 369 w 383"/>
                <a:gd name="T3" fmla="*/ 0 h 207"/>
                <a:gd name="T4" fmla="*/ 15 w 383"/>
                <a:gd name="T5" fmla="*/ 0 h 207"/>
                <a:gd name="T6" fmla="*/ 4 w 383"/>
                <a:gd name="T7" fmla="*/ 4 h 207"/>
                <a:gd name="T8" fmla="*/ 0 w 383"/>
                <a:gd name="T9" fmla="*/ 14 h 207"/>
                <a:gd name="T10" fmla="*/ 192 w 383"/>
                <a:gd name="T11" fmla="*/ 206 h 207"/>
                <a:gd name="T12" fmla="*/ 382 w 383"/>
                <a:gd name="T13" fmla="*/ 14 h 207"/>
                <a:gd name="T14" fmla="*/ 378 w 383"/>
                <a:gd name="T15" fmla="*/ 4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4"/>
                  </a:cubicBezTo>
                  <a:cubicBezTo>
                    <a:pt x="1" y="7"/>
                    <a:pt x="0" y="11"/>
                    <a:pt x="0" y="14"/>
                  </a:cubicBezTo>
                  <a:cubicBezTo>
                    <a:pt x="0" y="121"/>
                    <a:pt x="85" y="206"/>
                    <a:pt x="192" y="206"/>
                  </a:cubicBezTo>
                  <a:cubicBezTo>
                    <a:pt x="297" y="206"/>
                    <a:pt x="382" y="121"/>
                    <a:pt x="382" y="14"/>
                  </a:cubicBezTo>
                  <a:cubicBezTo>
                    <a:pt x="382" y="11"/>
                    <a:pt x="381" y="7"/>
                    <a:pt x="378" y="4"/>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5" name="Freeform 217">
              <a:extLst>
                <a:ext uri="{FF2B5EF4-FFF2-40B4-BE49-F238E27FC236}">
                  <a16:creationId xmlns:a16="http://schemas.microsoft.com/office/drawing/2014/main" id="{CC9A40AA-0C4B-BF16-ECFE-6A16E5E8BDE3}"/>
                </a:ext>
              </a:extLst>
            </p:cNvPr>
            <p:cNvSpPr>
              <a:spLocks noChangeArrowheads="1"/>
            </p:cNvSpPr>
            <p:nvPr/>
          </p:nvSpPr>
          <p:spPr bwMode="auto">
            <a:xfrm>
              <a:off x="8866188" y="6626225"/>
              <a:ext cx="53975" cy="23813"/>
            </a:xfrm>
            <a:custGeom>
              <a:avLst/>
              <a:gdLst>
                <a:gd name="T0" fmla="*/ 127 w 152"/>
                <a:gd name="T1" fmla="*/ 44 h 66"/>
                <a:gd name="T2" fmla="*/ 127 w 152"/>
                <a:gd name="T3" fmla="*/ 44 h 66"/>
                <a:gd name="T4" fmla="*/ 145 w 152"/>
                <a:gd name="T5" fmla="*/ 26 h 66"/>
                <a:gd name="T6" fmla="*/ 145 w 152"/>
                <a:gd name="T7" fmla="*/ 6 h 66"/>
                <a:gd name="T8" fmla="*/ 124 w 152"/>
                <a:gd name="T9" fmla="*/ 6 h 66"/>
                <a:gd name="T10" fmla="*/ 106 w 152"/>
                <a:gd name="T11" fmla="*/ 24 h 66"/>
                <a:gd name="T12" fmla="*/ 76 w 152"/>
                <a:gd name="T13" fmla="*/ 36 h 66"/>
                <a:gd name="T14" fmla="*/ 44 w 152"/>
                <a:gd name="T15" fmla="*/ 24 h 66"/>
                <a:gd name="T16" fmla="*/ 26 w 152"/>
                <a:gd name="T17" fmla="*/ 6 h 66"/>
                <a:gd name="T18" fmla="*/ 6 w 152"/>
                <a:gd name="T19" fmla="*/ 6 h 66"/>
                <a:gd name="T20" fmla="*/ 6 w 152"/>
                <a:gd name="T21" fmla="*/ 26 h 66"/>
                <a:gd name="T22" fmla="*/ 6 w 152"/>
                <a:gd name="T23" fmla="*/ 26 h 66"/>
                <a:gd name="T24" fmla="*/ 24 w 152"/>
                <a:gd name="T25" fmla="*/ 44 h 66"/>
                <a:gd name="T26" fmla="*/ 76 w 152"/>
                <a:gd name="T27" fmla="*/ 65 h 66"/>
                <a:gd name="T28" fmla="*/ 127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7" y="44"/>
                  </a:moveTo>
                  <a:lnTo>
                    <a:pt x="127" y="44"/>
                  </a:lnTo>
                  <a:cubicBezTo>
                    <a:pt x="145" y="26"/>
                    <a:pt x="145" y="26"/>
                    <a:pt x="145" y="26"/>
                  </a:cubicBezTo>
                  <a:cubicBezTo>
                    <a:pt x="151" y="21"/>
                    <a:pt x="151" y="11"/>
                    <a:pt x="145" y="6"/>
                  </a:cubicBezTo>
                  <a:cubicBezTo>
                    <a:pt x="140" y="0"/>
                    <a:pt x="130" y="0"/>
                    <a:pt x="124" y="6"/>
                  </a:cubicBezTo>
                  <a:cubicBezTo>
                    <a:pt x="106" y="24"/>
                    <a:pt x="106" y="24"/>
                    <a:pt x="106" y="24"/>
                  </a:cubicBezTo>
                  <a:cubicBezTo>
                    <a:pt x="98" y="32"/>
                    <a:pt x="87" y="36"/>
                    <a:pt x="76" y="36"/>
                  </a:cubicBezTo>
                  <a:cubicBezTo>
                    <a:pt x="64" y="36"/>
                    <a:pt x="53" y="32"/>
                    <a:pt x="44" y="24"/>
                  </a:cubicBezTo>
                  <a:cubicBezTo>
                    <a:pt x="26" y="6"/>
                    <a:pt x="26" y="6"/>
                    <a:pt x="26" y="6"/>
                  </a:cubicBezTo>
                  <a:cubicBezTo>
                    <a:pt x="21" y="0"/>
                    <a:pt x="11" y="0"/>
                    <a:pt x="6" y="6"/>
                  </a:cubicBezTo>
                  <a:cubicBezTo>
                    <a:pt x="0" y="11"/>
                    <a:pt x="0" y="21"/>
                    <a:pt x="6" y="26"/>
                  </a:cubicBezTo>
                  <a:lnTo>
                    <a:pt x="6" y="26"/>
                  </a:lnTo>
                  <a:cubicBezTo>
                    <a:pt x="24" y="44"/>
                    <a:pt x="24" y="44"/>
                    <a:pt x="24" y="44"/>
                  </a:cubicBezTo>
                  <a:cubicBezTo>
                    <a:pt x="37" y="58"/>
                    <a:pt x="57"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6" name="Freeform 218">
              <a:extLst>
                <a:ext uri="{FF2B5EF4-FFF2-40B4-BE49-F238E27FC236}">
                  <a16:creationId xmlns:a16="http://schemas.microsoft.com/office/drawing/2014/main" id="{C34CDACE-4B55-0A46-13A1-18AC527E2294}"/>
                </a:ext>
              </a:extLst>
            </p:cNvPr>
            <p:cNvSpPr>
              <a:spLocks noChangeArrowheads="1"/>
            </p:cNvSpPr>
            <p:nvPr/>
          </p:nvSpPr>
          <p:spPr bwMode="auto">
            <a:xfrm>
              <a:off x="8993188" y="6626225"/>
              <a:ext cx="53975" cy="23813"/>
            </a:xfrm>
            <a:custGeom>
              <a:avLst/>
              <a:gdLst>
                <a:gd name="T0" fmla="*/ 76 w 151"/>
                <a:gd name="T1" fmla="*/ 36 h 66"/>
                <a:gd name="T2" fmla="*/ 76 w 151"/>
                <a:gd name="T3" fmla="*/ 36 h 66"/>
                <a:gd name="T4" fmla="*/ 44 w 151"/>
                <a:gd name="T5" fmla="*/ 24 h 66"/>
                <a:gd name="T6" fmla="*/ 26 w 151"/>
                <a:gd name="T7" fmla="*/ 6 h 66"/>
                <a:gd name="T8" fmla="*/ 5 w 151"/>
                <a:gd name="T9" fmla="*/ 6 h 66"/>
                <a:gd name="T10" fmla="*/ 5 w 151"/>
                <a:gd name="T11" fmla="*/ 26 h 66"/>
                <a:gd name="T12" fmla="*/ 23 w 151"/>
                <a:gd name="T13" fmla="*/ 44 h 66"/>
                <a:gd name="T14" fmla="*/ 76 w 151"/>
                <a:gd name="T15" fmla="*/ 65 h 66"/>
                <a:gd name="T16" fmla="*/ 127 w 151"/>
                <a:gd name="T17" fmla="*/ 44 h 66"/>
                <a:gd name="T18" fmla="*/ 145 w 151"/>
                <a:gd name="T19" fmla="*/ 26 h 66"/>
                <a:gd name="T20" fmla="*/ 145 w 151"/>
                <a:gd name="T21" fmla="*/ 6 h 66"/>
                <a:gd name="T22" fmla="*/ 124 w 151"/>
                <a:gd name="T23" fmla="*/ 6 h 66"/>
                <a:gd name="T24" fmla="*/ 124 w 151"/>
                <a:gd name="T25" fmla="*/ 6 h 66"/>
                <a:gd name="T26" fmla="*/ 106 w 151"/>
                <a:gd name="T27" fmla="*/ 24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3" y="36"/>
                    <a:pt x="52" y="32"/>
                    <a:pt x="44" y="24"/>
                  </a:cubicBezTo>
                  <a:cubicBezTo>
                    <a:pt x="26" y="6"/>
                    <a:pt x="26" y="6"/>
                    <a:pt x="26" y="6"/>
                  </a:cubicBezTo>
                  <a:cubicBezTo>
                    <a:pt x="20" y="0"/>
                    <a:pt x="11" y="0"/>
                    <a:pt x="5" y="6"/>
                  </a:cubicBezTo>
                  <a:cubicBezTo>
                    <a:pt x="0" y="11"/>
                    <a:pt x="0" y="21"/>
                    <a:pt x="5" y="26"/>
                  </a:cubicBezTo>
                  <a:cubicBezTo>
                    <a:pt x="23" y="44"/>
                    <a:pt x="23" y="44"/>
                    <a:pt x="23" y="44"/>
                  </a:cubicBezTo>
                  <a:cubicBezTo>
                    <a:pt x="37" y="58"/>
                    <a:pt x="56" y="65"/>
                    <a:pt x="76" y="65"/>
                  </a:cubicBezTo>
                  <a:cubicBezTo>
                    <a:pt x="94" y="65"/>
                    <a:pt x="113" y="58"/>
                    <a:pt x="127" y="44"/>
                  </a:cubicBezTo>
                  <a:cubicBezTo>
                    <a:pt x="145" y="26"/>
                    <a:pt x="145" y="26"/>
                    <a:pt x="145" y="26"/>
                  </a:cubicBezTo>
                  <a:cubicBezTo>
                    <a:pt x="150" y="21"/>
                    <a:pt x="150" y="11"/>
                    <a:pt x="145" y="6"/>
                  </a:cubicBezTo>
                  <a:cubicBezTo>
                    <a:pt x="139" y="0"/>
                    <a:pt x="129" y="0"/>
                    <a:pt x="124" y="6"/>
                  </a:cubicBezTo>
                  <a:lnTo>
                    <a:pt x="124" y="6"/>
                  </a:lnTo>
                  <a:cubicBezTo>
                    <a:pt x="106" y="24"/>
                    <a:pt x="106" y="24"/>
                    <a:pt x="106"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7" name="Group 269">
            <a:extLst>
              <a:ext uri="{FF2B5EF4-FFF2-40B4-BE49-F238E27FC236}">
                <a16:creationId xmlns:a16="http://schemas.microsoft.com/office/drawing/2014/main" id="{315AB795-6867-7BF3-DF97-3AA30F149E9F}"/>
              </a:ext>
            </a:extLst>
          </p:cNvPr>
          <p:cNvGrpSpPr/>
          <p:nvPr/>
        </p:nvGrpSpPr>
        <p:grpSpPr>
          <a:xfrm>
            <a:off x="10500245" y="4192216"/>
            <a:ext cx="244475" cy="244475"/>
            <a:chOff x="9344025" y="4505325"/>
            <a:chExt cx="244475" cy="244475"/>
          </a:xfrm>
          <a:solidFill>
            <a:schemeClr val="tx2"/>
          </a:solidFill>
        </p:grpSpPr>
        <p:sp>
          <p:nvSpPr>
            <p:cNvPr id="268" name="Freeform 219">
              <a:extLst>
                <a:ext uri="{FF2B5EF4-FFF2-40B4-BE49-F238E27FC236}">
                  <a16:creationId xmlns:a16="http://schemas.microsoft.com/office/drawing/2014/main" id="{3FB8956F-E5BD-AF4C-ED6C-F7BD3DB21507}"/>
                </a:ext>
              </a:extLst>
            </p:cNvPr>
            <p:cNvSpPr>
              <a:spLocks noChangeArrowheads="1"/>
            </p:cNvSpPr>
            <p:nvPr/>
          </p:nvSpPr>
          <p:spPr bwMode="auto">
            <a:xfrm>
              <a:off x="9344025" y="4505325"/>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1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5" y="649"/>
                    <a:pt x="177" y="615"/>
                    <a:pt x="121" y="558"/>
                  </a:cubicBezTo>
                  <a:cubicBezTo>
                    <a:pt x="65" y="503"/>
                    <a:pt x="31" y="426"/>
                    <a:pt x="31" y="340"/>
                  </a:cubicBezTo>
                  <a:cubicBezTo>
                    <a:pt x="31" y="254"/>
                    <a:pt x="65" y="177"/>
                    <a:pt x="121" y="120"/>
                  </a:cubicBezTo>
                  <a:cubicBezTo>
                    <a:pt x="177" y="65"/>
                    <a:pt x="255" y="31"/>
                    <a:pt x="340" y="31"/>
                  </a:cubicBezTo>
                  <a:cubicBezTo>
                    <a:pt x="424" y="31"/>
                    <a:pt x="502" y="65"/>
                    <a:pt x="558" y="120"/>
                  </a:cubicBezTo>
                  <a:cubicBezTo>
                    <a:pt x="614" y="177"/>
                    <a:pt x="650" y="254"/>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9" name="Freeform 220">
              <a:extLst>
                <a:ext uri="{FF2B5EF4-FFF2-40B4-BE49-F238E27FC236}">
                  <a16:creationId xmlns:a16="http://schemas.microsoft.com/office/drawing/2014/main" id="{7A4A6757-A5AA-AA46-E2D9-8FB749B10D5F}"/>
                </a:ext>
              </a:extLst>
            </p:cNvPr>
            <p:cNvSpPr>
              <a:spLocks noChangeArrowheads="1"/>
            </p:cNvSpPr>
            <p:nvPr/>
          </p:nvSpPr>
          <p:spPr bwMode="auto">
            <a:xfrm>
              <a:off x="9396413" y="4643438"/>
              <a:ext cx="138112" cy="74612"/>
            </a:xfrm>
            <a:custGeom>
              <a:avLst/>
              <a:gdLst>
                <a:gd name="T0" fmla="*/ 375 w 384"/>
                <a:gd name="T1" fmla="*/ 2 h 208"/>
                <a:gd name="T2" fmla="*/ 375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5 w 384"/>
                <a:gd name="T19" fmla="*/ 2 h 208"/>
                <a:gd name="T20" fmla="*/ 305 w 384"/>
                <a:gd name="T21" fmla="*/ 130 h 208"/>
                <a:gd name="T22" fmla="*/ 305 w 384"/>
                <a:gd name="T23" fmla="*/ 130 h 208"/>
                <a:gd name="T24" fmla="*/ 192 w 384"/>
                <a:gd name="T25" fmla="*/ 178 h 208"/>
                <a:gd name="T26" fmla="*/ 78 w 384"/>
                <a:gd name="T27" fmla="*/ 130 h 208"/>
                <a:gd name="T28" fmla="*/ 32 w 384"/>
                <a:gd name="T29" fmla="*/ 44 h 208"/>
                <a:gd name="T30" fmla="*/ 192 w 384"/>
                <a:gd name="T31" fmla="*/ 92 h 208"/>
                <a:gd name="T32" fmla="*/ 351 w 384"/>
                <a:gd name="T33" fmla="*/ 44 h 208"/>
                <a:gd name="T34" fmla="*/ 305 w 384"/>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5" y="2"/>
                  </a:moveTo>
                  <a:lnTo>
                    <a:pt x="375" y="2"/>
                  </a:lnTo>
                  <a:cubicBezTo>
                    <a:pt x="370" y="0"/>
                    <a:pt x="365" y="0"/>
                    <a:pt x="359" y="4"/>
                  </a:cubicBezTo>
                  <a:cubicBezTo>
                    <a:pt x="303" y="44"/>
                    <a:pt x="247" y="63"/>
                    <a:pt x="192" y="63"/>
                  </a:cubicBezTo>
                  <a:cubicBezTo>
                    <a:pt x="136"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5" y="2"/>
                  </a:cubicBezTo>
                  <a:close/>
                  <a:moveTo>
                    <a:pt x="305" y="130"/>
                  </a:moveTo>
                  <a:lnTo>
                    <a:pt x="305" y="130"/>
                  </a:lnTo>
                  <a:cubicBezTo>
                    <a:pt x="276" y="160"/>
                    <a:pt x="236" y="178"/>
                    <a:pt x="192" y="178"/>
                  </a:cubicBezTo>
                  <a:cubicBezTo>
                    <a:pt x="147" y="178"/>
                    <a:pt x="107" y="160"/>
                    <a:pt x="78" y="130"/>
                  </a:cubicBezTo>
                  <a:cubicBezTo>
                    <a:pt x="54" y="107"/>
                    <a:pt x="39" y="77"/>
                    <a:pt x="32" y="44"/>
                  </a:cubicBezTo>
                  <a:cubicBezTo>
                    <a:pt x="84" y="76"/>
                    <a:pt x="138" y="92"/>
                    <a:pt x="192" y="92"/>
                  </a:cubicBezTo>
                  <a:cubicBezTo>
                    <a:pt x="245" y="92"/>
                    <a:pt x="299" y="76"/>
                    <a:pt x="351" y="44"/>
                  </a:cubicBezTo>
                  <a:cubicBezTo>
                    <a:pt x="345" y="77"/>
                    <a:pt x="329" y="107"/>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0" name="Freeform 221">
              <a:extLst>
                <a:ext uri="{FF2B5EF4-FFF2-40B4-BE49-F238E27FC236}">
                  <a16:creationId xmlns:a16="http://schemas.microsoft.com/office/drawing/2014/main" id="{0A9ED19E-BF58-9E9D-C4A5-AACD9C6DBEAD}"/>
                </a:ext>
              </a:extLst>
            </p:cNvPr>
            <p:cNvSpPr>
              <a:spLocks noChangeArrowheads="1"/>
            </p:cNvSpPr>
            <p:nvPr/>
          </p:nvSpPr>
          <p:spPr bwMode="auto">
            <a:xfrm>
              <a:off x="9375775" y="4578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8 h 66"/>
                <a:gd name="T10" fmla="*/ 145 w 152"/>
                <a:gd name="T11" fmla="*/ 38 h 66"/>
                <a:gd name="T12" fmla="*/ 128 w 152"/>
                <a:gd name="T13" fmla="*/ 22 h 66"/>
                <a:gd name="T14" fmla="*/ 76 w 152"/>
                <a:gd name="T15" fmla="*/ 0 h 66"/>
                <a:gd name="T16" fmla="*/ 24 w 152"/>
                <a:gd name="T17" fmla="*/ 22 h 66"/>
                <a:gd name="T18" fmla="*/ 6 w 152"/>
                <a:gd name="T19" fmla="*/ 38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8"/>
                  </a:cubicBezTo>
                  <a:lnTo>
                    <a:pt x="145" y="38"/>
                  </a:lnTo>
                  <a:cubicBezTo>
                    <a:pt x="128" y="22"/>
                    <a:pt x="128" y="22"/>
                    <a:pt x="128" y="22"/>
                  </a:cubicBezTo>
                  <a:cubicBezTo>
                    <a:pt x="114" y="7"/>
                    <a:pt x="94" y="0"/>
                    <a:pt x="76" y="0"/>
                  </a:cubicBezTo>
                  <a:cubicBezTo>
                    <a:pt x="57" y="0"/>
                    <a:pt x="38" y="7"/>
                    <a:pt x="24" y="22"/>
                  </a:cubicBezTo>
                  <a:cubicBezTo>
                    <a:pt x="6" y="38"/>
                    <a:pt x="6" y="38"/>
                    <a:pt x="6" y="38"/>
                  </a:cubicBezTo>
                  <a:cubicBezTo>
                    <a:pt x="0" y="44"/>
                    <a:pt x="0" y="54"/>
                    <a:pt x="6" y="59"/>
                  </a:cubicBezTo>
                  <a:cubicBezTo>
                    <a:pt x="11" y="65"/>
                    <a:pt x="21" y="65"/>
                    <a:pt x="27" y="59"/>
                  </a:cubicBezTo>
                  <a:cubicBezTo>
                    <a:pt x="45" y="43"/>
                    <a:pt x="45" y="43"/>
                    <a:pt x="45" y="43"/>
                  </a:cubicBezTo>
                  <a:cubicBezTo>
                    <a:pt x="53" y="34"/>
                    <a:pt x="64" y="29"/>
                    <a:pt x="76" y="29"/>
                  </a:cubicBezTo>
                  <a:cubicBezTo>
                    <a:pt x="87" y="29"/>
                    <a:pt x="99" y="34"/>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1" name="Freeform 222">
              <a:extLst>
                <a:ext uri="{FF2B5EF4-FFF2-40B4-BE49-F238E27FC236}">
                  <a16:creationId xmlns:a16="http://schemas.microsoft.com/office/drawing/2014/main" id="{6FE3DCBC-168E-8215-37FB-3B6EB9431099}"/>
                </a:ext>
              </a:extLst>
            </p:cNvPr>
            <p:cNvSpPr>
              <a:spLocks noChangeArrowheads="1"/>
            </p:cNvSpPr>
            <p:nvPr/>
          </p:nvSpPr>
          <p:spPr bwMode="auto">
            <a:xfrm>
              <a:off x="9502775" y="4578350"/>
              <a:ext cx="53975" cy="23813"/>
            </a:xfrm>
            <a:custGeom>
              <a:avLst/>
              <a:gdLst>
                <a:gd name="T0" fmla="*/ 23 w 152"/>
                <a:gd name="T1" fmla="*/ 22 h 66"/>
                <a:gd name="T2" fmla="*/ 23 w 152"/>
                <a:gd name="T3" fmla="*/ 22 h 66"/>
                <a:gd name="T4" fmla="*/ 6 w 152"/>
                <a:gd name="T5" fmla="*/ 38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8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8"/>
                    <a:pt x="6" y="38"/>
                    <a:pt x="6" y="38"/>
                  </a:cubicBezTo>
                  <a:cubicBezTo>
                    <a:pt x="0" y="44"/>
                    <a:pt x="0" y="54"/>
                    <a:pt x="6" y="59"/>
                  </a:cubicBezTo>
                  <a:cubicBezTo>
                    <a:pt x="11" y="65"/>
                    <a:pt x="21" y="65"/>
                    <a:pt x="26" y="59"/>
                  </a:cubicBezTo>
                  <a:lnTo>
                    <a:pt x="26" y="59"/>
                  </a:lnTo>
                  <a:cubicBezTo>
                    <a:pt x="44" y="43"/>
                    <a:pt x="44" y="43"/>
                    <a:pt x="44" y="43"/>
                  </a:cubicBezTo>
                  <a:cubicBezTo>
                    <a:pt x="52" y="34"/>
                    <a:pt x="64" y="29"/>
                    <a:pt x="76" y="29"/>
                  </a:cubicBezTo>
                  <a:cubicBezTo>
                    <a:pt x="87" y="29"/>
                    <a:pt x="98" y="34"/>
                    <a:pt x="106" y="43"/>
                  </a:cubicBezTo>
                  <a:cubicBezTo>
                    <a:pt x="124" y="59"/>
                    <a:pt x="124" y="59"/>
                    <a:pt x="124" y="59"/>
                  </a:cubicBezTo>
                  <a:cubicBezTo>
                    <a:pt x="130" y="65"/>
                    <a:pt x="140" y="65"/>
                    <a:pt x="145" y="59"/>
                  </a:cubicBezTo>
                  <a:cubicBezTo>
                    <a:pt x="151" y="54"/>
                    <a:pt x="151" y="44"/>
                    <a:pt x="145" y="38"/>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2" name="Group 274">
            <a:extLst>
              <a:ext uri="{FF2B5EF4-FFF2-40B4-BE49-F238E27FC236}">
                <a16:creationId xmlns:a16="http://schemas.microsoft.com/office/drawing/2014/main" id="{2EBF0F95-8100-E5AA-3FB4-BB94B4CFC136}"/>
              </a:ext>
            </a:extLst>
          </p:cNvPr>
          <p:cNvGrpSpPr/>
          <p:nvPr/>
        </p:nvGrpSpPr>
        <p:grpSpPr>
          <a:xfrm>
            <a:off x="8474595" y="4192216"/>
            <a:ext cx="244475" cy="244475"/>
            <a:chOff x="7318375" y="4505325"/>
            <a:chExt cx="244475" cy="244475"/>
          </a:xfrm>
          <a:solidFill>
            <a:schemeClr val="tx2"/>
          </a:solidFill>
        </p:grpSpPr>
        <p:sp>
          <p:nvSpPr>
            <p:cNvPr id="273" name="Freeform 223">
              <a:extLst>
                <a:ext uri="{FF2B5EF4-FFF2-40B4-BE49-F238E27FC236}">
                  <a16:creationId xmlns:a16="http://schemas.microsoft.com/office/drawing/2014/main" id="{DBBD4E41-4153-8857-0671-E5879D36B401}"/>
                </a:ext>
              </a:extLst>
            </p:cNvPr>
            <p:cNvSpPr>
              <a:spLocks noChangeArrowheads="1"/>
            </p:cNvSpPr>
            <p:nvPr/>
          </p:nvSpPr>
          <p:spPr bwMode="auto">
            <a:xfrm>
              <a:off x="7318375" y="4505325"/>
              <a:ext cx="244475" cy="244475"/>
            </a:xfrm>
            <a:custGeom>
              <a:avLst/>
              <a:gdLst>
                <a:gd name="T0" fmla="*/ 339 w 678"/>
                <a:gd name="T1" fmla="*/ 0 h 679"/>
                <a:gd name="T2" fmla="*/ 339 w 678"/>
                <a:gd name="T3" fmla="*/ 0 h 679"/>
                <a:gd name="T4" fmla="*/ 0 w 678"/>
                <a:gd name="T5" fmla="*/ 340 h 679"/>
                <a:gd name="T6" fmla="*/ 339 w 678"/>
                <a:gd name="T7" fmla="*/ 678 h 679"/>
                <a:gd name="T8" fmla="*/ 677 w 678"/>
                <a:gd name="T9" fmla="*/ 340 h 679"/>
                <a:gd name="T10" fmla="*/ 339 w 678"/>
                <a:gd name="T11" fmla="*/ 0 h 679"/>
                <a:gd name="T12" fmla="*/ 557 w 678"/>
                <a:gd name="T13" fmla="*/ 558 h 679"/>
                <a:gd name="T14" fmla="*/ 557 w 678"/>
                <a:gd name="T15" fmla="*/ 558 h 679"/>
                <a:gd name="T16" fmla="*/ 339 w 678"/>
                <a:gd name="T17" fmla="*/ 649 h 679"/>
                <a:gd name="T18" fmla="*/ 119 w 678"/>
                <a:gd name="T19" fmla="*/ 558 h 679"/>
                <a:gd name="T20" fmla="*/ 29 w 678"/>
                <a:gd name="T21" fmla="*/ 340 h 679"/>
                <a:gd name="T22" fmla="*/ 119 w 678"/>
                <a:gd name="T23" fmla="*/ 120 h 679"/>
                <a:gd name="T24" fmla="*/ 339 w 678"/>
                <a:gd name="T25" fmla="*/ 31 h 679"/>
                <a:gd name="T26" fmla="*/ 557 w 678"/>
                <a:gd name="T27" fmla="*/ 120 h 679"/>
                <a:gd name="T28" fmla="*/ 648 w 678"/>
                <a:gd name="T29" fmla="*/ 340 h 679"/>
                <a:gd name="T30" fmla="*/ 557 w 678"/>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79">
                  <a:moveTo>
                    <a:pt x="339" y="0"/>
                  </a:moveTo>
                  <a:lnTo>
                    <a:pt x="339" y="0"/>
                  </a:lnTo>
                  <a:cubicBezTo>
                    <a:pt x="151" y="0"/>
                    <a:pt x="0" y="152"/>
                    <a:pt x="0" y="340"/>
                  </a:cubicBezTo>
                  <a:cubicBezTo>
                    <a:pt x="0" y="526"/>
                    <a:pt x="151" y="678"/>
                    <a:pt x="339" y="678"/>
                  </a:cubicBezTo>
                  <a:cubicBezTo>
                    <a:pt x="525" y="678"/>
                    <a:pt x="677" y="526"/>
                    <a:pt x="677" y="340"/>
                  </a:cubicBezTo>
                  <a:cubicBezTo>
                    <a:pt x="677" y="152"/>
                    <a:pt x="525" y="0"/>
                    <a:pt x="339" y="0"/>
                  </a:cubicBezTo>
                  <a:close/>
                  <a:moveTo>
                    <a:pt x="557" y="558"/>
                  </a:moveTo>
                  <a:lnTo>
                    <a:pt x="557" y="558"/>
                  </a:lnTo>
                  <a:cubicBezTo>
                    <a:pt x="502" y="615"/>
                    <a:pt x="424" y="649"/>
                    <a:pt x="339" y="649"/>
                  </a:cubicBezTo>
                  <a:cubicBezTo>
                    <a:pt x="253" y="649"/>
                    <a:pt x="176" y="615"/>
                    <a:pt x="119" y="558"/>
                  </a:cubicBezTo>
                  <a:cubicBezTo>
                    <a:pt x="64" y="503"/>
                    <a:pt x="29" y="426"/>
                    <a:pt x="29" y="340"/>
                  </a:cubicBezTo>
                  <a:cubicBezTo>
                    <a:pt x="29" y="254"/>
                    <a:pt x="64" y="177"/>
                    <a:pt x="119" y="120"/>
                  </a:cubicBezTo>
                  <a:cubicBezTo>
                    <a:pt x="176" y="65"/>
                    <a:pt x="253" y="31"/>
                    <a:pt x="339" y="31"/>
                  </a:cubicBezTo>
                  <a:cubicBezTo>
                    <a:pt x="424" y="31"/>
                    <a:pt x="502" y="65"/>
                    <a:pt x="557" y="120"/>
                  </a:cubicBezTo>
                  <a:cubicBezTo>
                    <a:pt x="614" y="177"/>
                    <a:pt x="648" y="254"/>
                    <a:pt x="648" y="340"/>
                  </a:cubicBezTo>
                  <a:cubicBezTo>
                    <a:pt x="648" y="426"/>
                    <a:pt x="614"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4" name="Freeform 224">
              <a:extLst>
                <a:ext uri="{FF2B5EF4-FFF2-40B4-BE49-F238E27FC236}">
                  <a16:creationId xmlns:a16="http://schemas.microsoft.com/office/drawing/2014/main" id="{D54143CC-51F8-7E54-6D3B-A424F885A1ED}"/>
                </a:ext>
              </a:extLst>
            </p:cNvPr>
            <p:cNvSpPr>
              <a:spLocks noChangeArrowheads="1"/>
            </p:cNvSpPr>
            <p:nvPr/>
          </p:nvSpPr>
          <p:spPr bwMode="auto">
            <a:xfrm>
              <a:off x="7370763" y="4643438"/>
              <a:ext cx="138112" cy="74612"/>
            </a:xfrm>
            <a:custGeom>
              <a:avLst/>
              <a:gdLst>
                <a:gd name="T0" fmla="*/ 375 w 385"/>
                <a:gd name="T1" fmla="*/ 2 h 208"/>
                <a:gd name="T2" fmla="*/ 375 w 385"/>
                <a:gd name="T3" fmla="*/ 2 h 208"/>
                <a:gd name="T4" fmla="*/ 360 w 385"/>
                <a:gd name="T5" fmla="*/ 4 h 208"/>
                <a:gd name="T6" fmla="*/ 192 w 385"/>
                <a:gd name="T7" fmla="*/ 63 h 208"/>
                <a:gd name="T8" fmla="*/ 23 w 385"/>
                <a:gd name="T9" fmla="*/ 4 h 208"/>
                <a:gd name="T10" fmla="*/ 8 w 385"/>
                <a:gd name="T11" fmla="*/ 2 h 208"/>
                <a:gd name="T12" fmla="*/ 0 w 385"/>
                <a:gd name="T13" fmla="*/ 15 h 208"/>
                <a:gd name="T14" fmla="*/ 192 w 385"/>
                <a:gd name="T15" fmla="*/ 207 h 208"/>
                <a:gd name="T16" fmla="*/ 384 w 385"/>
                <a:gd name="T17" fmla="*/ 15 h 208"/>
                <a:gd name="T18" fmla="*/ 375 w 385"/>
                <a:gd name="T19" fmla="*/ 2 h 208"/>
                <a:gd name="T20" fmla="*/ 306 w 385"/>
                <a:gd name="T21" fmla="*/ 130 h 208"/>
                <a:gd name="T22" fmla="*/ 306 w 385"/>
                <a:gd name="T23" fmla="*/ 130 h 208"/>
                <a:gd name="T24" fmla="*/ 192 w 385"/>
                <a:gd name="T25" fmla="*/ 178 h 208"/>
                <a:gd name="T26" fmla="*/ 77 w 385"/>
                <a:gd name="T27" fmla="*/ 130 h 208"/>
                <a:gd name="T28" fmla="*/ 33 w 385"/>
                <a:gd name="T29" fmla="*/ 44 h 208"/>
                <a:gd name="T30" fmla="*/ 192 w 385"/>
                <a:gd name="T31" fmla="*/ 92 h 208"/>
                <a:gd name="T32" fmla="*/ 351 w 385"/>
                <a:gd name="T33" fmla="*/ 44 h 208"/>
                <a:gd name="T34" fmla="*/ 306 w 385"/>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5" h="208">
                  <a:moveTo>
                    <a:pt x="375" y="2"/>
                  </a:moveTo>
                  <a:lnTo>
                    <a:pt x="375" y="2"/>
                  </a:lnTo>
                  <a:cubicBezTo>
                    <a:pt x="370" y="0"/>
                    <a:pt x="364" y="0"/>
                    <a:pt x="360" y="4"/>
                  </a:cubicBezTo>
                  <a:cubicBezTo>
                    <a:pt x="302" y="44"/>
                    <a:pt x="247" y="63"/>
                    <a:pt x="192" y="63"/>
                  </a:cubicBezTo>
                  <a:cubicBezTo>
                    <a:pt x="137" y="63"/>
                    <a:pt x="80" y="44"/>
                    <a:pt x="23" y="4"/>
                  </a:cubicBezTo>
                  <a:cubicBezTo>
                    <a:pt x="19" y="0"/>
                    <a:pt x="12" y="0"/>
                    <a:pt x="8" y="2"/>
                  </a:cubicBezTo>
                  <a:cubicBezTo>
                    <a:pt x="3" y="5"/>
                    <a:pt x="0" y="9"/>
                    <a:pt x="0" y="15"/>
                  </a:cubicBezTo>
                  <a:cubicBezTo>
                    <a:pt x="0" y="121"/>
                    <a:pt x="85" y="207"/>
                    <a:pt x="192" y="207"/>
                  </a:cubicBezTo>
                  <a:cubicBezTo>
                    <a:pt x="297" y="207"/>
                    <a:pt x="384" y="121"/>
                    <a:pt x="384" y="15"/>
                  </a:cubicBezTo>
                  <a:cubicBezTo>
                    <a:pt x="384" y="9"/>
                    <a:pt x="380" y="5"/>
                    <a:pt x="375" y="2"/>
                  </a:cubicBezTo>
                  <a:close/>
                  <a:moveTo>
                    <a:pt x="306" y="130"/>
                  </a:moveTo>
                  <a:lnTo>
                    <a:pt x="306" y="130"/>
                  </a:lnTo>
                  <a:cubicBezTo>
                    <a:pt x="277" y="160"/>
                    <a:pt x="236" y="178"/>
                    <a:pt x="192" y="178"/>
                  </a:cubicBezTo>
                  <a:cubicBezTo>
                    <a:pt x="146" y="178"/>
                    <a:pt x="106" y="160"/>
                    <a:pt x="77" y="130"/>
                  </a:cubicBezTo>
                  <a:cubicBezTo>
                    <a:pt x="54" y="107"/>
                    <a:pt x="38" y="77"/>
                    <a:pt x="33" y="44"/>
                  </a:cubicBezTo>
                  <a:cubicBezTo>
                    <a:pt x="84" y="76"/>
                    <a:pt x="138" y="92"/>
                    <a:pt x="192" y="92"/>
                  </a:cubicBezTo>
                  <a:cubicBezTo>
                    <a:pt x="246" y="92"/>
                    <a:pt x="298" y="76"/>
                    <a:pt x="351" y="44"/>
                  </a:cubicBezTo>
                  <a:cubicBezTo>
                    <a:pt x="345" y="77"/>
                    <a:pt x="329" y="107"/>
                    <a:pt x="30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5" name="Freeform 225">
              <a:extLst>
                <a:ext uri="{FF2B5EF4-FFF2-40B4-BE49-F238E27FC236}">
                  <a16:creationId xmlns:a16="http://schemas.microsoft.com/office/drawing/2014/main" id="{AD73AD3B-3A0A-9E54-7FBD-03CA92D2C0BA}"/>
                </a:ext>
              </a:extLst>
            </p:cNvPr>
            <p:cNvSpPr>
              <a:spLocks noChangeArrowheads="1"/>
            </p:cNvSpPr>
            <p:nvPr/>
          </p:nvSpPr>
          <p:spPr bwMode="auto">
            <a:xfrm>
              <a:off x="7348538" y="4589463"/>
              <a:ext cx="53975" cy="23812"/>
            </a:xfrm>
            <a:custGeom>
              <a:avLst/>
              <a:gdLst>
                <a:gd name="T0" fmla="*/ 128 w 152"/>
                <a:gd name="T1" fmla="*/ 44 h 66"/>
                <a:gd name="T2" fmla="*/ 128 w 152"/>
                <a:gd name="T3" fmla="*/ 44 h 66"/>
                <a:gd name="T4" fmla="*/ 145 w 152"/>
                <a:gd name="T5" fmla="*/ 26 h 66"/>
                <a:gd name="T6" fmla="*/ 145 w 152"/>
                <a:gd name="T7" fmla="*/ 5 h 66"/>
                <a:gd name="T8" fmla="*/ 124 w 152"/>
                <a:gd name="T9" fmla="*/ 5 h 66"/>
                <a:gd name="T10" fmla="*/ 106 w 152"/>
                <a:gd name="T11" fmla="*/ 23 h 66"/>
                <a:gd name="T12" fmla="*/ 76 w 152"/>
                <a:gd name="T13" fmla="*/ 36 h 66"/>
                <a:gd name="T14" fmla="*/ 44 w 152"/>
                <a:gd name="T15" fmla="*/ 23 h 66"/>
                <a:gd name="T16" fmla="*/ 28 w 152"/>
                <a:gd name="T17" fmla="*/ 5 h 66"/>
                <a:gd name="T18" fmla="*/ 7 w 152"/>
                <a:gd name="T19" fmla="*/ 5 h 66"/>
                <a:gd name="T20" fmla="*/ 7 w 152"/>
                <a:gd name="T21" fmla="*/ 26 h 66"/>
                <a:gd name="T22" fmla="*/ 7 w 152"/>
                <a:gd name="T23" fmla="*/ 26 h 66"/>
                <a:gd name="T24" fmla="*/ 23 w 152"/>
                <a:gd name="T25" fmla="*/ 44 h 66"/>
                <a:gd name="T26" fmla="*/ 76 w 152"/>
                <a:gd name="T27" fmla="*/ 65 h 66"/>
                <a:gd name="T28" fmla="*/ 128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8" y="44"/>
                  </a:moveTo>
                  <a:lnTo>
                    <a:pt x="128" y="44"/>
                  </a:lnTo>
                  <a:cubicBezTo>
                    <a:pt x="145" y="26"/>
                    <a:pt x="145" y="26"/>
                    <a:pt x="145" y="26"/>
                  </a:cubicBezTo>
                  <a:cubicBezTo>
                    <a:pt x="151" y="21"/>
                    <a:pt x="151" y="11"/>
                    <a:pt x="145" y="5"/>
                  </a:cubicBezTo>
                  <a:cubicBezTo>
                    <a:pt x="139" y="0"/>
                    <a:pt x="130" y="0"/>
                    <a:pt x="124" y="5"/>
                  </a:cubicBezTo>
                  <a:cubicBezTo>
                    <a:pt x="106" y="23"/>
                    <a:pt x="106" y="23"/>
                    <a:pt x="106" y="23"/>
                  </a:cubicBezTo>
                  <a:cubicBezTo>
                    <a:pt x="98" y="32"/>
                    <a:pt x="87" y="36"/>
                    <a:pt x="76" y="36"/>
                  </a:cubicBezTo>
                  <a:cubicBezTo>
                    <a:pt x="65" y="36"/>
                    <a:pt x="54" y="32"/>
                    <a:pt x="44" y="23"/>
                  </a:cubicBezTo>
                  <a:cubicBezTo>
                    <a:pt x="28" y="5"/>
                    <a:pt x="28" y="5"/>
                    <a:pt x="28" y="5"/>
                  </a:cubicBezTo>
                  <a:cubicBezTo>
                    <a:pt x="22" y="0"/>
                    <a:pt x="12" y="0"/>
                    <a:pt x="7" y="5"/>
                  </a:cubicBezTo>
                  <a:cubicBezTo>
                    <a:pt x="0" y="11"/>
                    <a:pt x="0" y="21"/>
                    <a:pt x="7" y="26"/>
                  </a:cubicBezTo>
                  <a:lnTo>
                    <a:pt x="7" y="26"/>
                  </a:lnTo>
                  <a:cubicBezTo>
                    <a:pt x="23" y="44"/>
                    <a:pt x="23" y="44"/>
                    <a:pt x="23" y="44"/>
                  </a:cubicBezTo>
                  <a:cubicBezTo>
                    <a:pt x="39" y="58"/>
                    <a:pt x="57" y="65"/>
                    <a:pt x="76" y="65"/>
                  </a:cubicBezTo>
                  <a:cubicBezTo>
                    <a:pt x="94" y="65"/>
                    <a:pt x="113" y="58"/>
                    <a:pt x="128"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6" name="Freeform 226">
              <a:extLst>
                <a:ext uri="{FF2B5EF4-FFF2-40B4-BE49-F238E27FC236}">
                  <a16:creationId xmlns:a16="http://schemas.microsoft.com/office/drawing/2014/main" id="{D5A323E8-47C9-2137-3905-72F2326FC5FA}"/>
                </a:ext>
              </a:extLst>
            </p:cNvPr>
            <p:cNvSpPr>
              <a:spLocks noChangeArrowheads="1"/>
            </p:cNvSpPr>
            <p:nvPr/>
          </p:nvSpPr>
          <p:spPr bwMode="auto">
            <a:xfrm>
              <a:off x="7477125" y="4589463"/>
              <a:ext cx="53975" cy="23812"/>
            </a:xfrm>
            <a:custGeom>
              <a:avLst/>
              <a:gdLst>
                <a:gd name="T0" fmla="*/ 76 w 151"/>
                <a:gd name="T1" fmla="*/ 36 h 66"/>
                <a:gd name="T2" fmla="*/ 76 w 151"/>
                <a:gd name="T3" fmla="*/ 36 h 66"/>
                <a:gd name="T4" fmla="*/ 44 w 151"/>
                <a:gd name="T5" fmla="*/ 23 h 66"/>
                <a:gd name="T6" fmla="*/ 27 w 151"/>
                <a:gd name="T7" fmla="*/ 5 h 66"/>
                <a:gd name="T8" fmla="*/ 6 w 151"/>
                <a:gd name="T9" fmla="*/ 5 h 66"/>
                <a:gd name="T10" fmla="*/ 6 w 151"/>
                <a:gd name="T11" fmla="*/ 26 h 66"/>
                <a:gd name="T12" fmla="*/ 23 w 151"/>
                <a:gd name="T13" fmla="*/ 44 h 66"/>
                <a:gd name="T14" fmla="*/ 76 w 151"/>
                <a:gd name="T15" fmla="*/ 65 h 66"/>
                <a:gd name="T16" fmla="*/ 128 w 151"/>
                <a:gd name="T17" fmla="*/ 44 h 66"/>
                <a:gd name="T18" fmla="*/ 145 w 151"/>
                <a:gd name="T19" fmla="*/ 26 h 66"/>
                <a:gd name="T20" fmla="*/ 145 w 151"/>
                <a:gd name="T21" fmla="*/ 5 h 66"/>
                <a:gd name="T22" fmla="*/ 124 w 151"/>
                <a:gd name="T23" fmla="*/ 5 h 66"/>
                <a:gd name="T24" fmla="*/ 124 w 151"/>
                <a:gd name="T25" fmla="*/ 5 h 66"/>
                <a:gd name="T26" fmla="*/ 106 w 151"/>
                <a:gd name="T27" fmla="*/ 23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5" y="36"/>
                    <a:pt x="53" y="32"/>
                    <a:pt x="44" y="23"/>
                  </a:cubicBezTo>
                  <a:cubicBezTo>
                    <a:pt x="27" y="5"/>
                    <a:pt x="27" y="5"/>
                    <a:pt x="27" y="5"/>
                  </a:cubicBezTo>
                  <a:cubicBezTo>
                    <a:pt x="22" y="0"/>
                    <a:pt x="12" y="0"/>
                    <a:pt x="6" y="5"/>
                  </a:cubicBezTo>
                  <a:cubicBezTo>
                    <a:pt x="0" y="11"/>
                    <a:pt x="0" y="21"/>
                    <a:pt x="6" y="26"/>
                  </a:cubicBezTo>
                  <a:cubicBezTo>
                    <a:pt x="23" y="44"/>
                    <a:pt x="23" y="44"/>
                    <a:pt x="23" y="44"/>
                  </a:cubicBezTo>
                  <a:cubicBezTo>
                    <a:pt x="38" y="58"/>
                    <a:pt x="56" y="65"/>
                    <a:pt x="76" y="65"/>
                  </a:cubicBezTo>
                  <a:cubicBezTo>
                    <a:pt x="93" y="65"/>
                    <a:pt x="113" y="58"/>
                    <a:pt x="128" y="44"/>
                  </a:cubicBezTo>
                  <a:cubicBezTo>
                    <a:pt x="145" y="26"/>
                    <a:pt x="145" y="26"/>
                    <a:pt x="145" y="26"/>
                  </a:cubicBezTo>
                  <a:cubicBezTo>
                    <a:pt x="150" y="21"/>
                    <a:pt x="150" y="11"/>
                    <a:pt x="145" y="5"/>
                  </a:cubicBezTo>
                  <a:cubicBezTo>
                    <a:pt x="139" y="0"/>
                    <a:pt x="129" y="0"/>
                    <a:pt x="124" y="5"/>
                  </a:cubicBezTo>
                  <a:lnTo>
                    <a:pt x="124" y="5"/>
                  </a:lnTo>
                  <a:cubicBezTo>
                    <a:pt x="106" y="23"/>
                    <a:pt x="106" y="23"/>
                    <a:pt x="106" y="23"/>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7" name="Group 279">
            <a:extLst>
              <a:ext uri="{FF2B5EF4-FFF2-40B4-BE49-F238E27FC236}">
                <a16:creationId xmlns:a16="http://schemas.microsoft.com/office/drawing/2014/main" id="{CC8B09DB-2ECA-B021-EB82-923AF19750A8}"/>
              </a:ext>
            </a:extLst>
          </p:cNvPr>
          <p:cNvGrpSpPr/>
          <p:nvPr/>
        </p:nvGrpSpPr>
        <p:grpSpPr>
          <a:xfrm>
            <a:off x="8452370" y="6232947"/>
            <a:ext cx="244475" cy="244475"/>
            <a:chOff x="7296150" y="6530975"/>
            <a:chExt cx="244475" cy="244475"/>
          </a:xfrm>
          <a:solidFill>
            <a:schemeClr val="tx2"/>
          </a:solidFill>
        </p:grpSpPr>
        <p:sp>
          <p:nvSpPr>
            <p:cNvPr id="278" name="Freeform 227">
              <a:extLst>
                <a:ext uri="{FF2B5EF4-FFF2-40B4-BE49-F238E27FC236}">
                  <a16:creationId xmlns:a16="http://schemas.microsoft.com/office/drawing/2014/main" id="{856586C9-D6FB-2822-73D3-C6CF0FD219A4}"/>
                </a:ext>
              </a:extLst>
            </p:cNvPr>
            <p:cNvSpPr>
              <a:spLocks noChangeArrowheads="1"/>
            </p:cNvSpPr>
            <p:nvPr/>
          </p:nvSpPr>
          <p:spPr bwMode="auto">
            <a:xfrm>
              <a:off x="7296150" y="6530975"/>
              <a:ext cx="244475" cy="244475"/>
            </a:xfrm>
            <a:custGeom>
              <a:avLst/>
              <a:gdLst>
                <a:gd name="T0" fmla="*/ 338 w 679"/>
                <a:gd name="T1" fmla="*/ 0 h 680"/>
                <a:gd name="T2" fmla="*/ 338 w 679"/>
                <a:gd name="T3" fmla="*/ 0 h 680"/>
                <a:gd name="T4" fmla="*/ 0 w 679"/>
                <a:gd name="T5" fmla="*/ 339 h 680"/>
                <a:gd name="T6" fmla="*/ 338 w 679"/>
                <a:gd name="T7" fmla="*/ 679 h 680"/>
                <a:gd name="T8" fmla="*/ 678 w 679"/>
                <a:gd name="T9" fmla="*/ 339 h 680"/>
                <a:gd name="T10" fmla="*/ 338 w 679"/>
                <a:gd name="T11" fmla="*/ 0 h 680"/>
                <a:gd name="T12" fmla="*/ 558 w 679"/>
                <a:gd name="T13" fmla="*/ 558 h 680"/>
                <a:gd name="T14" fmla="*/ 558 w 679"/>
                <a:gd name="T15" fmla="*/ 558 h 680"/>
                <a:gd name="T16" fmla="*/ 338 w 679"/>
                <a:gd name="T17" fmla="*/ 648 h 680"/>
                <a:gd name="T18" fmla="*/ 120 w 679"/>
                <a:gd name="T19" fmla="*/ 558 h 680"/>
                <a:gd name="T20" fmla="*/ 29 w 679"/>
                <a:gd name="T21" fmla="*/ 339 h 680"/>
                <a:gd name="T22" fmla="*/ 120 w 679"/>
                <a:gd name="T23" fmla="*/ 121 h 680"/>
                <a:gd name="T24" fmla="*/ 338 w 679"/>
                <a:gd name="T25" fmla="*/ 29 h 680"/>
                <a:gd name="T26" fmla="*/ 558 w 679"/>
                <a:gd name="T27" fmla="*/ 121 h 680"/>
                <a:gd name="T28" fmla="*/ 648 w 679"/>
                <a:gd name="T29" fmla="*/ 339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8" y="0"/>
                  </a:moveTo>
                  <a:lnTo>
                    <a:pt x="338" y="0"/>
                  </a:lnTo>
                  <a:cubicBezTo>
                    <a:pt x="152" y="0"/>
                    <a:pt x="0" y="152"/>
                    <a:pt x="0" y="339"/>
                  </a:cubicBezTo>
                  <a:cubicBezTo>
                    <a:pt x="0" y="527"/>
                    <a:pt x="152" y="679"/>
                    <a:pt x="338" y="679"/>
                  </a:cubicBezTo>
                  <a:cubicBezTo>
                    <a:pt x="526" y="679"/>
                    <a:pt x="678" y="527"/>
                    <a:pt x="678" y="339"/>
                  </a:cubicBezTo>
                  <a:cubicBezTo>
                    <a:pt x="678" y="152"/>
                    <a:pt x="526" y="0"/>
                    <a:pt x="338" y="0"/>
                  </a:cubicBezTo>
                  <a:close/>
                  <a:moveTo>
                    <a:pt x="558" y="558"/>
                  </a:moveTo>
                  <a:lnTo>
                    <a:pt x="558" y="558"/>
                  </a:lnTo>
                  <a:cubicBezTo>
                    <a:pt x="501" y="614"/>
                    <a:pt x="424" y="648"/>
                    <a:pt x="338" y="648"/>
                  </a:cubicBezTo>
                  <a:cubicBezTo>
                    <a:pt x="253" y="648"/>
                    <a:pt x="175" y="614"/>
                    <a:pt x="120" y="558"/>
                  </a:cubicBezTo>
                  <a:cubicBezTo>
                    <a:pt x="63" y="502"/>
                    <a:pt x="29" y="424"/>
                    <a:pt x="29" y="339"/>
                  </a:cubicBezTo>
                  <a:cubicBezTo>
                    <a:pt x="29" y="255"/>
                    <a:pt x="63" y="177"/>
                    <a:pt x="120" y="121"/>
                  </a:cubicBezTo>
                  <a:cubicBezTo>
                    <a:pt x="175" y="64"/>
                    <a:pt x="253" y="29"/>
                    <a:pt x="338" y="29"/>
                  </a:cubicBezTo>
                  <a:cubicBezTo>
                    <a:pt x="424" y="29"/>
                    <a:pt x="501" y="64"/>
                    <a:pt x="558" y="121"/>
                  </a:cubicBezTo>
                  <a:cubicBezTo>
                    <a:pt x="613" y="177"/>
                    <a:pt x="648" y="255"/>
                    <a:pt x="648" y="339"/>
                  </a:cubicBezTo>
                  <a:cubicBezTo>
                    <a:pt x="648" y="424"/>
                    <a:pt x="613" y="502"/>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9" name="Freeform 228">
              <a:extLst>
                <a:ext uri="{FF2B5EF4-FFF2-40B4-BE49-F238E27FC236}">
                  <a16:creationId xmlns:a16="http://schemas.microsoft.com/office/drawing/2014/main" id="{DA28C27C-2333-5287-127A-DC28C64A92BA}"/>
                </a:ext>
              </a:extLst>
            </p:cNvPr>
            <p:cNvSpPr>
              <a:spLocks noChangeArrowheads="1"/>
            </p:cNvSpPr>
            <p:nvPr/>
          </p:nvSpPr>
          <p:spPr bwMode="auto">
            <a:xfrm>
              <a:off x="7348538" y="6673850"/>
              <a:ext cx="139700" cy="74613"/>
            </a:xfrm>
            <a:custGeom>
              <a:avLst/>
              <a:gdLst>
                <a:gd name="T0" fmla="*/ 362 w 388"/>
                <a:gd name="T1" fmla="*/ 4 h 208"/>
                <a:gd name="T2" fmla="*/ 362 w 388"/>
                <a:gd name="T3" fmla="*/ 4 h 208"/>
                <a:gd name="T4" fmla="*/ 193 w 388"/>
                <a:gd name="T5" fmla="*/ 63 h 208"/>
                <a:gd name="T6" fmla="*/ 25 w 388"/>
                <a:gd name="T7" fmla="*/ 4 h 208"/>
                <a:gd name="T8" fmla="*/ 4 w 388"/>
                <a:gd name="T9" fmla="*/ 8 h 208"/>
                <a:gd name="T10" fmla="*/ 8 w 388"/>
                <a:gd name="T11" fmla="*/ 27 h 208"/>
                <a:gd name="T12" fmla="*/ 193 w 388"/>
                <a:gd name="T13" fmla="*/ 94 h 208"/>
                <a:gd name="T14" fmla="*/ 209 w 388"/>
                <a:gd name="T15" fmla="*/ 92 h 208"/>
                <a:gd name="T16" fmla="*/ 209 w 388"/>
                <a:gd name="T17" fmla="*/ 134 h 208"/>
                <a:gd name="T18" fmla="*/ 282 w 388"/>
                <a:gd name="T19" fmla="*/ 207 h 208"/>
                <a:gd name="T20" fmla="*/ 356 w 388"/>
                <a:gd name="T21" fmla="*/ 134 h 208"/>
                <a:gd name="T22" fmla="*/ 356 w 388"/>
                <a:gd name="T23" fmla="*/ 44 h 208"/>
                <a:gd name="T24" fmla="*/ 378 w 388"/>
                <a:gd name="T25" fmla="*/ 27 h 208"/>
                <a:gd name="T26" fmla="*/ 383 w 388"/>
                <a:gd name="T27" fmla="*/ 8 h 208"/>
                <a:gd name="T28" fmla="*/ 362 w 388"/>
                <a:gd name="T29" fmla="*/ 4 h 208"/>
                <a:gd name="T30" fmla="*/ 326 w 388"/>
                <a:gd name="T31" fmla="*/ 134 h 208"/>
                <a:gd name="T32" fmla="*/ 326 w 388"/>
                <a:gd name="T33" fmla="*/ 134 h 208"/>
                <a:gd name="T34" fmla="*/ 314 w 388"/>
                <a:gd name="T35" fmla="*/ 166 h 208"/>
                <a:gd name="T36" fmla="*/ 282 w 388"/>
                <a:gd name="T37" fmla="*/ 178 h 208"/>
                <a:gd name="T38" fmla="*/ 251 w 388"/>
                <a:gd name="T39" fmla="*/ 166 h 208"/>
                <a:gd name="T40" fmla="*/ 238 w 388"/>
                <a:gd name="T41" fmla="*/ 134 h 208"/>
                <a:gd name="T42" fmla="*/ 238 w 388"/>
                <a:gd name="T43" fmla="*/ 90 h 208"/>
                <a:gd name="T44" fmla="*/ 326 w 388"/>
                <a:gd name="T45" fmla="*/ 59 h 208"/>
                <a:gd name="T46" fmla="*/ 326 w 388"/>
                <a:gd name="T47" fmla="*/ 13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8" h="208">
                  <a:moveTo>
                    <a:pt x="362" y="4"/>
                  </a:moveTo>
                  <a:lnTo>
                    <a:pt x="362" y="4"/>
                  </a:lnTo>
                  <a:cubicBezTo>
                    <a:pt x="305" y="44"/>
                    <a:pt x="249" y="63"/>
                    <a:pt x="193" y="63"/>
                  </a:cubicBezTo>
                  <a:cubicBezTo>
                    <a:pt x="138" y="63"/>
                    <a:pt x="83" y="44"/>
                    <a:pt x="25" y="4"/>
                  </a:cubicBezTo>
                  <a:cubicBezTo>
                    <a:pt x="19" y="0"/>
                    <a:pt x="10" y="1"/>
                    <a:pt x="4" y="8"/>
                  </a:cubicBezTo>
                  <a:cubicBezTo>
                    <a:pt x="0" y="14"/>
                    <a:pt x="1" y="23"/>
                    <a:pt x="8" y="27"/>
                  </a:cubicBezTo>
                  <a:cubicBezTo>
                    <a:pt x="69" y="72"/>
                    <a:pt x="131" y="94"/>
                    <a:pt x="193" y="94"/>
                  </a:cubicBezTo>
                  <a:cubicBezTo>
                    <a:pt x="199" y="94"/>
                    <a:pt x="203" y="92"/>
                    <a:pt x="209" y="92"/>
                  </a:cubicBezTo>
                  <a:cubicBezTo>
                    <a:pt x="209" y="134"/>
                    <a:pt x="209" y="134"/>
                    <a:pt x="209" y="134"/>
                  </a:cubicBezTo>
                  <a:cubicBezTo>
                    <a:pt x="209" y="174"/>
                    <a:pt x="242" y="207"/>
                    <a:pt x="282" y="207"/>
                  </a:cubicBezTo>
                  <a:cubicBezTo>
                    <a:pt x="323" y="207"/>
                    <a:pt x="355" y="174"/>
                    <a:pt x="356" y="134"/>
                  </a:cubicBezTo>
                  <a:cubicBezTo>
                    <a:pt x="356" y="44"/>
                    <a:pt x="356" y="44"/>
                    <a:pt x="356" y="44"/>
                  </a:cubicBezTo>
                  <a:cubicBezTo>
                    <a:pt x="363" y="38"/>
                    <a:pt x="372" y="33"/>
                    <a:pt x="378" y="27"/>
                  </a:cubicBezTo>
                  <a:cubicBezTo>
                    <a:pt x="385" y="23"/>
                    <a:pt x="387" y="14"/>
                    <a:pt x="383" y="8"/>
                  </a:cubicBezTo>
                  <a:cubicBezTo>
                    <a:pt x="377" y="1"/>
                    <a:pt x="369" y="0"/>
                    <a:pt x="362" y="4"/>
                  </a:cubicBezTo>
                  <a:close/>
                  <a:moveTo>
                    <a:pt x="326" y="134"/>
                  </a:moveTo>
                  <a:lnTo>
                    <a:pt x="326" y="134"/>
                  </a:lnTo>
                  <a:cubicBezTo>
                    <a:pt x="326" y="146"/>
                    <a:pt x="322" y="157"/>
                    <a:pt x="314" y="166"/>
                  </a:cubicBezTo>
                  <a:cubicBezTo>
                    <a:pt x="305" y="174"/>
                    <a:pt x="294" y="178"/>
                    <a:pt x="282" y="178"/>
                  </a:cubicBezTo>
                  <a:cubicBezTo>
                    <a:pt x="269" y="178"/>
                    <a:pt x="258" y="174"/>
                    <a:pt x="251" y="166"/>
                  </a:cubicBezTo>
                  <a:cubicBezTo>
                    <a:pt x="243" y="157"/>
                    <a:pt x="238" y="146"/>
                    <a:pt x="238" y="134"/>
                  </a:cubicBezTo>
                  <a:cubicBezTo>
                    <a:pt x="238" y="90"/>
                    <a:pt x="238" y="90"/>
                    <a:pt x="238" y="90"/>
                  </a:cubicBezTo>
                  <a:cubicBezTo>
                    <a:pt x="268" y="84"/>
                    <a:pt x="297" y="74"/>
                    <a:pt x="326" y="59"/>
                  </a:cubicBezTo>
                  <a:lnTo>
                    <a:pt x="326"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0" name="Freeform 229">
              <a:extLst>
                <a:ext uri="{FF2B5EF4-FFF2-40B4-BE49-F238E27FC236}">
                  <a16:creationId xmlns:a16="http://schemas.microsoft.com/office/drawing/2014/main" id="{E0D98C8B-EB7E-1114-8AE2-1080A7EEDE0D}"/>
                </a:ext>
              </a:extLst>
            </p:cNvPr>
            <p:cNvSpPr>
              <a:spLocks noChangeArrowheads="1"/>
            </p:cNvSpPr>
            <p:nvPr/>
          </p:nvSpPr>
          <p:spPr bwMode="auto">
            <a:xfrm>
              <a:off x="7351713" y="6683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1" name="Freeform 230">
              <a:extLst>
                <a:ext uri="{FF2B5EF4-FFF2-40B4-BE49-F238E27FC236}">
                  <a16:creationId xmlns:a16="http://schemas.microsoft.com/office/drawing/2014/main" id="{E888B2F6-64D4-38ED-C882-CCF3B661C34F}"/>
                </a:ext>
              </a:extLst>
            </p:cNvPr>
            <p:cNvSpPr>
              <a:spLocks noChangeArrowheads="1"/>
            </p:cNvSpPr>
            <p:nvPr/>
          </p:nvSpPr>
          <p:spPr bwMode="auto">
            <a:xfrm>
              <a:off x="7327900" y="6604000"/>
              <a:ext cx="53975" cy="23813"/>
            </a:xfrm>
            <a:custGeom>
              <a:avLst/>
              <a:gdLst>
                <a:gd name="T0" fmla="*/ 106 w 152"/>
                <a:gd name="T1" fmla="*/ 41 h 66"/>
                <a:gd name="T2" fmla="*/ 106 w 152"/>
                <a:gd name="T3" fmla="*/ 41 h 66"/>
                <a:gd name="T4" fmla="*/ 123 w 152"/>
                <a:gd name="T5" fmla="*/ 59 h 66"/>
                <a:gd name="T6" fmla="*/ 144 w 152"/>
                <a:gd name="T7" fmla="*/ 59 h 66"/>
                <a:gd name="T8" fmla="*/ 144 w 152"/>
                <a:gd name="T9" fmla="*/ 39 h 66"/>
                <a:gd name="T10" fmla="*/ 144 w 152"/>
                <a:gd name="T11" fmla="*/ 39 h 66"/>
                <a:gd name="T12" fmla="*/ 127 w 152"/>
                <a:gd name="T13" fmla="*/ 21 h 66"/>
                <a:gd name="T14" fmla="*/ 75 w 152"/>
                <a:gd name="T15" fmla="*/ 0 h 66"/>
                <a:gd name="T16" fmla="*/ 22 w 152"/>
                <a:gd name="T17" fmla="*/ 21 h 66"/>
                <a:gd name="T18" fmla="*/ 6 w 152"/>
                <a:gd name="T19" fmla="*/ 39 h 66"/>
                <a:gd name="T20" fmla="*/ 6 w 152"/>
                <a:gd name="T21" fmla="*/ 59 h 66"/>
                <a:gd name="T22" fmla="*/ 26 w 152"/>
                <a:gd name="T23" fmla="*/ 59 h 66"/>
                <a:gd name="T24" fmla="*/ 44 w 152"/>
                <a:gd name="T25" fmla="*/ 41 h 66"/>
                <a:gd name="T26" fmla="*/ 75 w 152"/>
                <a:gd name="T27" fmla="*/ 29 h 66"/>
                <a:gd name="T28" fmla="*/ 106 w 152"/>
                <a:gd name="T29" fmla="*/ 4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6" y="41"/>
                  </a:moveTo>
                  <a:lnTo>
                    <a:pt x="106" y="41"/>
                  </a:lnTo>
                  <a:cubicBezTo>
                    <a:pt x="123" y="59"/>
                    <a:pt x="123" y="59"/>
                    <a:pt x="123" y="59"/>
                  </a:cubicBezTo>
                  <a:cubicBezTo>
                    <a:pt x="128" y="65"/>
                    <a:pt x="138" y="65"/>
                    <a:pt x="144" y="59"/>
                  </a:cubicBezTo>
                  <a:cubicBezTo>
                    <a:pt x="151" y="54"/>
                    <a:pt x="151" y="44"/>
                    <a:pt x="144" y="39"/>
                  </a:cubicBezTo>
                  <a:lnTo>
                    <a:pt x="144" y="39"/>
                  </a:lnTo>
                  <a:cubicBezTo>
                    <a:pt x="127" y="21"/>
                    <a:pt x="127" y="21"/>
                    <a:pt x="127" y="21"/>
                  </a:cubicBezTo>
                  <a:cubicBezTo>
                    <a:pt x="113" y="7"/>
                    <a:pt x="94" y="0"/>
                    <a:pt x="75" y="0"/>
                  </a:cubicBezTo>
                  <a:cubicBezTo>
                    <a:pt x="57" y="0"/>
                    <a:pt x="37" y="7"/>
                    <a:pt x="22" y="21"/>
                  </a:cubicBezTo>
                  <a:cubicBezTo>
                    <a:pt x="6" y="39"/>
                    <a:pt x="6" y="39"/>
                    <a:pt x="6" y="39"/>
                  </a:cubicBezTo>
                  <a:cubicBezTo>
                    <a:pt x="0" y="44"/>
                    <a:pt x="0" y="54"/>
                    <a:pt x="6" y="59"/>
                  </a:cubicBezTo>
                  <a:cubicBezTo>
                    <a:pt x="11" y="65"/>
                    <a:pt x="21" y="65"/>
                    <a:pt x="26" y="59"/>
                  </a:cubicBezTo>
                  <a:cubicBezTo>
                    <a:pt x="44" y="41"/>
                    <a:pt x="44" y="41"/>
                    <a:pt x="44" y="41"/>
                  </a:cubicBezTo>
                  <a:cubicBezTo>
                    <a:pt x="52" y="33"/>
                    <a:pt x="64" y="29"/>
                    <a:pt x="75" y="29"/>
                  </a:cubicBezTo>
                  <a:cubicBezTo>
                    <a:pt x="86" y="29"/>
                    <a:pt x="98" y="33"/>
                    <a:pt x="106" y="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2" name="Freeform 231">
              <a:extLst>
                <a:ext uri="{FF2B5EF4-FFF2-40B4-BE49-F238E27FC236}">
                  <a16:creationId xmlns:a16="http://schemas.microsoft.com/office/drawing/2014/main" id="{75B88D15-3A8D-F14C-FD92-F7B6E831BD68}"/>
                </a:ext>
              </a:extLst>
            </p:cNvPr>
            <p:cNvSpPr>
              <a:spLocks noChangeArrowheads="1"/>
            </p:cNvSpPr>
            <p:nvPr/>
          </p:nvSpPr>
          <p:spPr bwMode="auto">
            <a:xfrm>
              <a:off x="7454900" y="6604000"/>
              <a:ext cx="53975" cy="23813"/>
            </a:xfrm>
            <a:custGeom>
              <a:avLst/>
              <a:gdLst>
                <a:gd name="T0" fmla="*/ 22 w 151"/>
                <a:gd name="T1" fmla="*/ 21 h 66"/>
                <a:gd name="T2" fmla="*/ 22 w 151"/>
                <a:gd name="T3" fmla="*/ 21 h 66"/>
                <a:gd name="T4" fmla="*/ 5 w 151"/>
                <a:gd name="T5" fmla="*/ 39 h 66"/>
                <a:gd name="T6" fmla="*/ 5 w 151"/>
                <a:gd name="T7" fmla="*/ 59 h 66"/>
                <a:gd name="T8" fmla="*/ 26 w 151"/>
                <a:gd name="T9" fmla="*/ 59 h 66"/>
                <a:gd name="T10" fmla="*/ 26 w 151"/>
                <a:gd name="T11" fmla="*/ 59 h 66"/>
                <a:gd name="T12" fmla="*/ 44 w 151"/>
                <a:gd name="T13" fmla="*/ 41 h 66"/>
                <a:gd name="T14" fmla="*/ 74 w 151"/>
                <a:gd name="T15" fmla="*/ 29 h 66"/>
                <a:gd name="T16" fmla="*/ 106 w 151"/>
                <a:gd name="T17" fmla="*/ 41 h 66"/>
                <a:gd name="T18" fmla="*/ 123 w 151"/>
                <a:gd name="T19" fmla="*/ 59 h 66"/>
                <a:gd name="T20" fmla="*/ 143 w 151"/>
                <a:gd name="T21" fmla="*/ 59 h 66"/>
                <a:gd name="T22" fmla="*/ 143 w 151"/>
                <a:gd name="T23" fmla="*/ 39 h 66"/>
                <a:gd name="T24" fmla="*/ 127 w 151"/>
                <a:gd name="T25" fmla="*/ 21 h 66"/>
                <a:gd name="T26" fmla="*/ 74 w 151"/>
                <a:gd name="T27" fmla="*/ 0 h 66"/>
                <a:gd name="T28" fmla="*/ 22 w 151"/>
                <a:gd name="T29" fmla="*/ 2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22" y="21"/>
                  </a:moveTo>
                  <a:lnTo>
                    <a:pt x="22" y="21"/>
                  </a:lnTo>
                  <a:cubicBezTo>
                    <a:pt x="5" y="39"/>
                    <a:pt x="5" y="39"/>
                    <a:pt x="5" y="39"/>
                  </a:cubicBezTo>
                  <a:cubicBezTo>
                    <a:pt x="0" y="44"/>
                    <a:pt x="0" y="54"/>
                    <a:pt x="5" y="59"/>
                  </a:cubicBezTo>
                  <a:cubicBezTo>
                    <a:pt x="11" y="65"/>
                    <a:pt x="20" y="65"/>
                    <a:pt x="26" y="59"/>
                  </a:cubicBezTo>
                  <a:lnTo>
                    <a:pt x="26" y="59"/>
                  </a:lnTo>
                  <a:cubicBezTo>
                    <a:pt x="44" y="41"/>
                    <a:pt x="44" y="41"/>
                    <a:pt x="44" y="41"/>
                  </a:cubicBezTo>
                  <a:cubicBezTo>
                    <a:pt x="52" y="33"/>
                    <a:pt x="63" y="29"/>
                    <a:pt x="74" y="29"/>
                  </a:cubicBezTo>
                  <a:cubicBezTo>
                    <a:pt x="85" y="29"/>
                    <a:pt x="98" y="33"/>
                    <a:pt x="106" y="41"/>
                  </a:cubicBezTo>
                  <a:cubicBezTo>
                    <a:pt x="123" y="59"/>
                    <a:pt x="123" y="59"/>
                    <a:pt x="123" y="59"/>
                  </a:cubicBezTo>
                  <a:cubicBezTo>
                    <a:pt x="128" y="65"/>
                    <a:pt x="138" y="65"/>
                    <a:pt x="143" y="59"/>
                  </a:cubicBezTo>
                  <a:cubicBezTo>
                    <a:pt x="150" y="54"/>
                    <a:pt x="150" y="44"/>
                    <a:pt x="143" y="39"/>
                  </a:cubicBezTo>
                  <a:cubicBezTo>
                    <a:pt x="127" y="21"/>
                    <a:pt x="127" y="21"/>
                    <a:pt x="127" y="21"/>
                  </a:cubicBezTo>
                  <a:cubicBezTo>
                    <a:pt x="113" y="7"/>
                    <a:pt x="94" y="0"/>
                    <a:pt x="74" y="0"/>
                  </a:cubicBezTo>
                  <a:cubicBezTo>
                    <a:pt x="56" y="0"/>
                    <a:pt x="37" y="7"/>
                    <a:pt x="22"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3" name="Group 285">
            <a:extLst>
              <a:ext uri="{FF2B5EF4-FFF2-40B4-BE49-F238E27FC236}">
                <a16:creationId xmlns:a16="http://schemas.microsoft.com/office/drawing/2014/main" id="{6D9FE831-E682-E4F3-0B51-5B0EDE3B690D}"/>
              </a:ext>
            </a:extLst>
          </p:cNvPr>
          <p:cNvGrpSpPr/>
          <p:nvPr/>
        </p:nvGrpSpPr>
        <p:grpSpPr>
          <a:xfrm>
            <a:off x="11009833" y="4186660"/>
            <a:ext cx="244475" cy="255587"/>
            <a:chOff x="9853613" y="4494213"/>
            <a:chExt cx="244475" cy="255587"/>
          </a:xfrm>
          <a:solidFill>
            <a:schemeClr val="tx2"/>
          </a:solidFill>
        </p:grpSpPr>
        <p:sp>
          <p:nvSpPr>
            <p:cNvPr id="284" name="Freeform 232">
              <a:extLst>
                <a:ext uri="{FF2B5EF4-FFF2-40B4-BE49-F238E27FC236}">
                  <a16:creationId xmlns:a16="http://schemas.microsoft.com/office/drawing/2014/main" id="{30788421-B73B-23DD-600C-0B244EF3DB50}"/>
                </a:ext>
              </a:extLst>
            </p:cNvPr>
            <p:cNvSpPr>
              <a:spLocks noChangeArrowheads="1"/>
            </p:cNvSpPr>
            <p:nvPr/>
          </p:nvSpPr>
          <p:spPr bwMode="auto">
            <a:xfrm>
              <a:off x="9906000" y="4557713"/>
              <a:ext cx="33338" cy="53975"/>
            </a:xfrm>
            <a:custGeom>
              <a:avLst/>
              <a:gdLst>
                <a:gd name="T0" fmla="*/ 26 w 91"/>
                <a:gd name="T1" fmla="*/ 5 h 151"/>
                <a:gd name="T2" fmla="*/ 26 w 91"/>
                <a:gd name="T3" fmla="*/ 5 h 151"/>
                <a:gd name="T4" fmla="*/ 6 w 91"/>
                <a:gd name="T5" fmla="*/ 5 h 151"/>
                <a:gd name="T6" fmla="*/ 6 w 91"/>
                <a:gd name="T7" fmla="*/ 26 h 151"/>
                <a:gd name="T8" fmla="*/ 54 w 91"/>
                <a:gd name="T9" fmla="*/ 74 h 151"/>
                <a:gd name="T10" fmla="*/ 6 w 91"/>
                <a:gd name="T11" fmla="*/ 124 h 151"/>
                <a:gd name="T12" fmla="*/ 6 w 91"/>
                <a:gd name="T13" fmla="*/ 145 h 151"/>
                <a:gd name="T14" fmla="*/ 26 w 91"/>
                <a:gd name="T15" fmla="*/ 145 h 151"/>
                <a:gd name="T16" fmla="*/ 26 w 91"/>
                <a:gd name="T17" fmla="*/ 145 h 151"/>
                <a:gd name="T18" fmla="*/ 86 w 91"/>
                <a:gd name="T19" fmla="*/ 85 h 151"/>
                <a:gd name="T20" fmla="*/ 90 w 91"/>
                <a:gd name="T21" fmla="*/ 74 h 151"/>
                <a:gd name="T22" fmla="*/ 86 w 91"/>
                <a:gd name="T23" fmla="*/ 64 h 151"/>
                <a:gd name="T24" fmla="*/ 26 w 91"/>
                <a:gd name="T2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26" y="5"/>
                  </a:moveTo>
                  <a:lnTo>
                    <a:pt x="26" y="5"/>
                  </a:lnTo>
                  <a:cubicBezTo>
                    <a:pt x="21" y="0"/>
                    <a:pt x="11" y="0"/>
                    <a:pt x="6" y="5"/>
                  </a:cubicBezTo>
                  <a:cubicBezTo>
                    <a:pt x="0" y="11"/>
                    <a:pt x="0" y="20"/>
                    <a:pt x="6" y="26"/>
                  </a:cubicBezTo>
                  <a:cubicBezTo>
                    <a:pt x="54" y="74"/>
                    <a:pt x="54" y="74"/>
                    <a:pt x="54" y="74"/>
                  </a:cubicBezTo>
                  <a:cubicBezTo>
                    <a:pt x="6" y="124"/>
                    <a:pt x="6" y="124"/>
                    <a:pt x="6" y="124"/>
                  </a:cubicBezTo>
                  <a:cubicBezTo>
                    <a:pt x="0" y="129"/>
                    <a:pt x="0" y="138"/>
                    <a:pt x="6" y="145"/>
                  </a:cubicBezTo>
                  <a:cubicBezTo>
                    <a:pt x="11" y="150"/>
                    <a:pt x="21" y="150"/>
                    <a:pt x="26" y="145"/>
                  </a:cubicBezTo>
                  <a:lnTo>
                    <a:pt x="26" y="145"/>
                  </a:lnTo>
                  <a:cubicBezTo>
                    <a:pt x="86" y="85"/>
                    <a:pt x="86" y="85"/>
                    <a:pt x="86" y="85"/>
                  </a:cubicBezTo>
                  <a:cubicBezTo>
                    <a:pt x="89" y="82"/>
                    <a:pt x="90" y="78"/>
                    <a:pt x="90" y="74"/>
                  </a:cubicBezTo>
                  <a:cubicBezTo>
                    <a:pt x="90" y="71"/>
                    <a:pt x="89" y="67"/>
                    <a:pt x="86" y="64"/>
                  </a:cubicBezTo>
                  <a:lnTo>
                    <a:pt x="26"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5" name="Freeform 233">
              <a:extLst>
                <a:ext uri="{FF2B5EF4-FFF2-40B4-BE49-F238E27FC236}">
                  <a16:creationId xmlns:a16="http://schemas.microsoft.com/office/drawing/2014/main" id="{8C699B17-85E5-3A4E-5329-2931FE61B3B3}"/>
                </a:ext>
              </a:extLst>
            </p:cNvPr>
            <p:cNvSpPr>
              <a:spLocks noChangeArrowheads="1"/>
            </p:cNvSpPr>
            <p:nvPr/>
          </p:nvSpPr>
          <p:spPr bwMode="auto">
            <a:xfrm>
              <a:off x="10012363" y="4557713"/>
              <a:ext cx="33337" cy="53975"/>
            </a:xfrm>
            <a:custGeom>
              <a:avLst/>
              <a:gdLst>
                <a:gd name="T0" fmla="*/ 65 w 93"/>
                <a:gd name="T1" fmla="*/ 145 h 151"/>
                <a:gd name="T2" fmla="*/ 65 w 93"/>
                <a:gd name="T3" fmla="*/ 145 h 151"/>
                <a:gd name="T4" fmla="*/ 86 w 93"/>
                <a:gd name="T5" fmla="*/ 145 h 151"/>
                <a:gd name="T6" fmla="*/ 86 w 93"/>
                <a:gd name="T7" fmla="*/ 124 h 151"/>
                <a:gd name="T8" fmla="*/ 86 w 93"/>
                <a:gd name="T9" fmla="*/ 124 h 151"/>
                <a:gd name="T10" fmla="*/ 38 w 93"/>
                <a:gd name="T11" fmla="*/ 74 h 151"/>
                <a:gd name="T12" fmla="*/ 86 w 93"/>
                <a:gd name="T13" fmla="*/ 26 h 151"/>
                <a:gd name="T14" fmla="*/ 86 w 93"/>
                <a:gd name="T15" fmla="*/ 5 h 151"/>
                <a:gd name="T16" fmla="*/ 65 w 93"/>
                <a:gd name="T17" fmla="*/ 5 h 151"/>
                <a:gd name="T18" fmla="*/ 6 w 93"/>
                <a:gd name="T19" fmla="*/ 64 h 151"/>
                <a:gd name="T20" fmla="*/ 6 w 93"/>
                <a:gd name="T21" fmla="*/ 85 h 151"/>
                <a:gd name="T22" fmla="*/ 65 w 93"/>
                <a:gd name="T23"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3" h="151">
                  <a:moveTo>
                    <a:pt x="65" y="145"/>
                  </a:moveTo>
                  <a:lnTo>
                    <a:pt x="65" y="145"/>
                  </a:lnTo>
                  <a:cubicBezTo>
                    <a:pt x="71" y="150"/>
                    <a:pt x="80" y="150"/>
                    <a:pt x="86" y="145"/>
                  </a:cubicBezTo>
                  <a:cubicBezTo>
                    <a:pt x="92" y="138"/>
                    <a:pt x="92" y="129"/>
                    <a:pt x="86" y="124"/>
                  </a:cubicBezTo>
                  <a:lnTo>
                    <a:pt x="86" y="124"/>
                  </a:lnTo>
                  <a:cubicBezTo>
                    <a:pt x="38" y="74"/>
                    <a:pt x="38" y="74"/>
                    <a:pt x="38" y="74"/>
                  </a:cubicBezTo>
                  <a:cubicBezTo>
                    <a:pt x="86" y="26"/>
                    <a:pt x="86" y="26"/>
                    <a:pt x="86" y="26"/>
                  </a:cubicBezTo>
                  <a:cubicBezTo>
                    <a:pt x="92" y="20"/>
                    <a:pt x="92" y="11"/>
                    <a:pt x="86" y="5"/>
                  </a:cubicBezTo>
                  <a:cubicBezTo>
                    <a:pt x="80" y="0"/>
                    <a:pt x="71" y="0"/>
                    <a:pt x="65" y="5"/>
                  </a:cubicBezTo>
                  <a:cubicBezTo>
                    <a:pt x="6" y="64"/>
                    <a:pt x="6" y="64"/>
                    <a:pt x="6" y="64"/>
                  </a:cubicBezTo>
                  <a:cubicBezTo>
                    <a:pt x="0" y="70"/>
                    <a:pt x="0" y="80"/>
                    <a:pt x="6" y="85"/>
                  </a:cubicBezTo>
                  <a:lnTo>
                    <a:pt x="65" y="1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6" name="Freeform 234">
              <a:extLst>
                <a:ext uri="{FF2B5EF4-FFF2-40B4-BE49-F238E27FC236}">
                  <a16:creationId xmlns:a16="http://schemas.microsoft.com/office/drawing/2014/main" id="{8B52BAD7-A298-0159-DEC0-42452F07E44D}"/>
                </a:ext>
              </a:extLst>
            </p:cNvPr>
            <p:cNvSpPr>
              <a:spLocks noChangeArrowheads="1"/>
            </p:cNvSpPr>
            <p:nvPr/>
          </p:nvSpPr>
          <p:spPr bwMode="auto">
            <a:xfrm>
              <a:off x="9853613" y="4494213"/>
              <a:ext cx="244475" cy="255587"/>
            </a:xfrm>
            <a:custGeom>
              <a:avLst/>
              <a:gdLst>
                <a:gd name="T0" fmla="*/ 0 w 679"/>
                <a:gd name="T1" fmla="*/ 339 h 708"/>
                <a:gd name="T2" fmla="*/ 0 w 679"/>
                <a:gd name="T3" fmla="*/ 339 h 708"/>
                <a:gd name="T4" fmla="*/ 208 w 679"/>
                <a:gd name="T5" fmla="*/ 652 h 708"/>
                <a:gd name="T6" fmla="*/ 280 w 679"/>
                <a:gd name="T7" fmla="*/ 707 h 708"/>
                <a:gd name="T8" fmla="*/ 398 w 679"/>
                <a:gd name="T9" fmla="*/ 707 h 708"/>
                <a:gd name="T10" fmla="*/ 398 w 679"/>
                <a:gd name="T11" fmla="*/ 707 h 708"/>
                <a:gd name="T12" fmla="*/ 469 w 679"/>
                <a:gd name="T13" fmla="*/ 652 h 708"/>
                <a:gd name="T14" fmla="*/ 678 w 679"/>
                <a:gd name="T15" fmla="*/ 339 h 708"/>
                <a:gd name="T16" fmla="*/ 340 w 679"/>
                <a:gd name="T17" fmla="*/ 0 h 708"/>
                <a:gd name="T18" fmla="*/ 0 w 679"/>
                <a:gd name="T19" fmla="*/ 339 h 708"/>
                <a:gd name="T20" fmla="*/ 467 w 679"/>
                <a:gd name="T21" fmla="*/ 446 h 708"/>
                <a:gd name="T22" fmla="*/ 467 w 679"/>
                <a:gd name="T23" fmla="*/ 446 h 708"/>
                <a:gd name="T24" fmla="*/ 457 w 679"/>
                <a:gd name="T25" fmla="*/ 442 h 708"/>
                <a:gd name="T26" fmla="*/ 221 w 679"/>
                <a:gd name="T27" fmla="*/ 442 h 708"/>
                <a:gd name="T28" fmla="*/ 211 w 679"/>
                <a:gd name="T29" fmla="*/ 446 h 708"/>
                <a:gd name="T30" fmla="*/ 207 w 679"/>
                <a:gd name="T31" fmla="*/ 457 h 708"/>
                <a:gd name="T32" fmla="*/ 207 w 679"/>
                <a:gd name="T33" fmla="*/ 466 h 708"/>
                <a:gd name="T34" fmla="*/ 183 w 679"/>
                <a:gd name="T35" fmla="*/ 453 h 708"/>
                <a:gd name="T36" fmla="*/ 177 w 679"/>
                <a:gd name="T37" fmla="*/ 441 h 708"/>
                <a:gd name="T38" fmla="*/ 177 w 679"/>
                <a:gd name="T39" fmla="*/ 427 h 708"/>
                <a:gd name="T40" fmla="*/ 192 w 679"/>
                <a:gd name="T41" fmla="*/ 413 h 708"/>
                <a:gd name="T42" fmla="*/ 486 w 679"/>
                <a:gd name="T43" fmla="*/ 413 h 708"/>
                <a:gd name="T44" fmla="*/ 501 w 679"/>
                <a:gd name="T45" fmla="*/ 427 h 708"/>
                <a:gd name="T46" fmla="*/ 501 w 679"/>
                <a:gd name="T47" fmla="*/ 439 h 708"/>
                <a:gd name="T48" fmla="*/ 493 w 679"/>
                <a:gd name="T49" fmla="*/ 452 h 708"/>
                <a:gd name="T50" fmla="*/ 472 w 679"/>
                <a:gd name="T51" fmla="*/ 463 h 708"/>
                <a:gd name="T52" fmla="*/ 472 w 679"/>
                <a:gd name="T53" fmla="*/ 457 h 708"/>
                <a:gd name="T54" fmla="*/ 467 w 679"/>
                <a:gd name="T55" fmla="*/ 446 h 708"/>
                <a:gd name="T56" fmla="*/ 398 w 679"/>
                <a:gd name="T57" fmla="*/ 678 h 708"/>
                <a:gd name="T58" fmla="*/ 398 w 679"/>
                <a:gd name="T59" fmla="*/ 678 h 708"/>
                <a:gd name="T60" fmla="*/ 280 w 679"/>
                <a:gd name="T61" fmla="*/ 678 h 708"/>
                <a:gd name="T62" fmla="*/ 236 w 679"/>
                <a:gd name="T63" fmla="*/ 634 h 708"/>
                <a:gd name="T64" fmla="*/ 236 w 679"/>
                <a:gd name="T65" fmla="*/ 471 h 708"/>
                <a:gd name="T66" fmla="*/ 442 w 679"/>
                <a:gd name="T67" fmla="*/ 471 h 708"/>
                <a:gd name="T68" fmla="*/ 442 w 679"/>
                <a:gd name="T69" fmla="*/ 634 h 708"/>
                <a:gd name="T70" fmla="*/ 398 w 679"/>
                <a:gd name="T71" fmla="*/ 678 h 708"/>
                <a:gd name="T72" fmla="*/ 649 w 679"/>
                <a:gd name="T73" fmla="*/ 339 h 708"/>
                <a:gd name="T74" fmla="*/ 649 w 679"/>
                <a:gd name="T75" fmla="*/ 339 h 708"/>
                <a:gd name="T76" fmla="*/ 472 w 679"/>
                <a:gd name="T77" fmla="*/ 619 h 708"/>
                <a:gd name="T78" fmla="*/ 472 w 679"/>
                <a:gd name="T79" fmla="*/ 496 h 708"/>
                <a:gd name="T80" fmla="*/ 505 w 679"/>
                <a:gd name="T81" fmla="*/ 478 h 708"/>
                <a:gd name="T82" fmla="*/ 530 w 679"/>
                <a:gd name="T83" fmla="*/ 439 h 708"/>
                <a:gd name="T84" fmla="*/ 530 w 679"/>
                <a:gd name="T85" fmla="*/ 427 h 708"/>
                <a:gd name="T86" fmla="*/ 486 w 679"/>
                <a:gd name="T87" fmla="*/ 383 h 708"/>
                <a:gd name="T88" fmla="*/ 192 w 679"/>
                <a:gd name="T89" fmla="*/ 383 h 708"/>
                <a:gd name="T90" fmla="*/ 148 w 679"/>
                <a:gd name="T91" fmla="*/ 427 h 708"/>
                <a:gd name="T92" fmla="*/ 148 w 679"/>
                <a:gd name="T93" fmla="*/ 441 h 708"/>
                <a:gd name="T94" fmla="*/ 170 w 679"/>
                <a:gd name="T95" fmla="*/ 478 h 708"/>
                <a:gd name="T96" fmla="*/ 207 w 679"/>
                <a:gd name="T97" fmla="*/ 500 h 708"/>
                <a:gd name="T98" fmla="*/ 207 w 679"/>
                <a:gd name="T99" fmla="*/ 619 h 708"/>
                <a:gd name="T100" fmla="*/ 30 w 679"/>
                <a:gd name="T101" fmla="*/ 339 h 708"/>
                <a:gd name="T102" fmla="*/ 120 w 679"/>
                <a:gd name="T103" fmla="*/ 120 h 708"/>
                <a:gd name="T104" fmla="*/ 340 w 679"/>
                <a:gd name="T105" fmla="*/ 29 h 708"/>
                <a:gd name="T106" fmla="*/ 558 w 679"/>
                <a:gd name="T107" fmla="*/ 120 h 708"/>
                <a:gd name="T108" fmla="*/ 649 w 679"/>
                <a:gd name="T109" fmla="*/ 33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679" h="708">
                  <a:moveTo>
                    <a:pt x="0" y="339"/>
                  </a:moveTo>
                  <a:lnTo>
                    <a:pt x="0" y="339"/>
                  </a:lnTo>
                  <a:cubicBezTo>
                    <a:pt x="0" y="481"/>
                    <a:pt x="87" y="601"/>
                    <a:pt x="208" y="652"/>
                  </a:cubicBezTo>
                  <a:cubicBezTo>
                    <a:pt x="217" y="684"/>
                    <a:pt x="246" y="707"/>
                    <a:pt x="280" y="707"/>
                  </a:cubicBezTo>
                  <a:cubicBezTo>
                    <a:pt x="398" y="707"/>
                    <a:pt x="398" y="707"/>
                    <a:pt x="398" y="707"/>
                  </a:cubicBezTo>
                  <a:lnTo>
                    <a:pt x="398" y="707"/>
                  </a:lnTo>
                  <a:cubicBezTo>
                    <a:pt x="432" y="707"/>
                    <a:pt x="461" y="684"/>
                    <a:pt x="469" y="652"/>
                  </a:cubicBezTo>
                  <a:cubicBezTo>
                    <a:pt x="592" y="601"/>
                    <a:pt x="678" y="481"/>
                    <a:pt x="678" y="339"/>
                  </a:cubicBezTo>
                  <a:cubicBezTo>
                    <a:pt x="678" y="152"/>
                    <a:pt x="526" y="0"/>
                    <a:pt x="340" y="0"/>
                  </a:cubicBezTo>
                  <a:cubicBezTo>
                    <a:pt x="152" y="0"/>
                    <a:pt x="0" y="152"/>
                    <a:pt x="0" y="339"/>
                  </a:cubicBezTo>
                  <a:close/>
                  <a:moveTo>
                    <a:pt x="467" y="446"/>
                  </a:moveTo>
                  <a:lnTo>
                    <a:pt x="467" y="446"/>
                  </a:lnTo>
                  <a:cubicBezTo>
                    <a:pt x="464" y="443"/>
                    <a:pt x="461" y="442"/>
                    <a:pt x="457" y="442"/>
                  </a:cubicBezTo>
                  <a:cubicBezTo>
                    <a:pt x="221" y="442"/>
                    <a:pt x="221" y="442"/>
                    <a:pt x="221" y="442"/>
                  </a:cubicBezTo>
                  <a:cubicBezTo>
                    <a:pt x="217" y="442"/>
                    <a:pt x="214" y="443"/>
                    <a:pt x="211" y="446"/>
                  </a:cubicBezTo>
                  <a:cubicBezTo>
                    <a:pt x="208" y="449"/>
                    <a:pt x="207" y="453"/>
                    <a:pt x="207" y="457"/>
                  </a:cubicBezTo>
                  <a:cubicBezTo>
                    <a:pt x="207" y="466"/>
                    <a:pt x="207" y="466"/>
                    <a:pt x="207" y="466"/>
                  </a:cubicBezTo>
                  <a:cubicBezTo>
                    <a:pt x="183" y="453"/>
                    <a:pt x="183" y="453"/>
                    <a:pt x="183" y="453"/>
                  </a:cubicBezTo>
                  <a:cubicBezTo>
                    <a:pt x="179" y="450"/>
                    <a:pt x="177" y="445"/>
                    <a:pt x="177" y="441"/>
                  </a:cubicBezTo>
                  <a:cubicBezTo>
                    <a:pt x="177" y="427"/>
                    <a:pt x="177" y="427"/>
                    <a:pt x="177" y="427"/>
                  </a:cubicBezTo>
                  <a:cubicBezTo>
                    <a:pt x="177" y="420"/>
                    <a:pt x="183" y="413"/>
                    <a:pt x="192" y="413"/>
                  </a:cubicBezTo>
                  <a:cubicBezTo>
                    <a:pt x="486" y="413"/>
                    <a:pt x="486" y="413"/>
                    <a:pt x="486" y="413"/>
                  </a:cubicBezTo>
                  <a:cubicBezTo>
                    <a:pt x="494" y="413"/>
                    <a:pt x="501" y="420"/>
                    <a:pt x="501" y="427"/>
                  </a:cubicBezTo>
                  <a:cubicBezTo>
                    <a:pt x="501" y="439"/>
                    <a:pt x="501" y="439"/>
                    <a:pt x="501" y="439"/>
                  </a:cubicBezTo>
                  <a:cubicBezTo>
                    <a:pt x="501" y="445"/>
                    <a:pt x="498" y="449"/>
                    <a:pt x="493" y="452"/>
                  </a:cubicBezTo>
                  <a:cubicBezTo>
                    <a:pt x="472" y="463"/>
                    <a:pt x="472" y="463"/>
                    <a:pt x="472" y="463"/>
                  </a:cubicBezTo>
                  <a:cubicBezTo>
                    <a:pt x="472" y="457"/>
                    <a:pt x="472" y="457"/>
                    <a:pt x="472" y="457"/>
                  </a:cubicBezTo>
                  <a:cubicBezTo>
                    <a:pt x="472" y="453"/>
                    <a:pt x="469" y="449"/>
                    <a:pt x="467" y="446"/>
                  </a:cubicBezTo>
                  <a:close/>
                  <a:moveTo>
                    <a:pt x="398" y="678"/>
                  </a:moveTo>
                  <a:lnTo>
                    <a:pt x="398" y="678"/>
                  </a:lnTo>
                  <a:cubicBezTo>
                    <a:pt x="280" y="678"/>
                    <a:pt x="280" y="678"/>
                    <a:pt x="280" y="678"/>
                  </a:cubicBezTo>
                  <a:cubicBezTo>
                    <a:pt x="255" y="678"/>
                    <a:pt x="236" y="658"/>
                    <a:pt x="236" y="634"/>
                  </a:cubicBezTo>
                  <a:cubicBezTo>
                    <a:pt x="236" y="471"/>
                    <a:pt x="236" y="471"/>
                    <a:pt x="236" y="471"/>
                  </a:cubicBezTo>
                  <a:cubicBezTo>
                    <a:pt x="442" y="471"/>
                    <a:pt x="442" y="471"/>
                    <a:pt x="442" y="471"/>
                  </a:cubicBezTo>
                  <a:cubicBezTo>
                    <a:pt x="442" y="634"/>
                    <a:pt x="442" y="634"/>
                    <a:pt x="442" y="634"/>
                  </a:cubicBezTo>
                  <a:cubicBezTo>
                    <a:pt x="442" y="658"/>
                    <a:pt x="422" y="678"/>
                    <a:pt x="398" y="678"/>
                  </a:cubicBezTo>
                  <a:close/>
                  <a:moveTo>
                    <a:pt x="649" y="339"/>
                  </a:moveTo>
                  <a:lnTo>
                    <a:pt x="649" y="339"/>
                  </a:lnTo>
                  <a:cubicBezTo>
                    <a:pt x="649" y="463"/>
                    <a:pt x="576" y="569"/>
                    <a:pt x="472" y="619"/>
                  </a:cubicBezTo>
                  <a:cubicBezTo>
                    <a:pt x="472" y="496"/>
                    <a:pt x="472" y="496"/>
                    <a:pt x="472" y="496"/>
                  </a:cubicBezTo>
                  <a:cubicBezTo>
                    <a:pt x="505" y="478"/>
                    <a:pt x="505" y="478"/>
                    <a:pt x="505" y="478"/>
                  </a:cubicBezTo>
                  <a:cubicBezTo>
                    <a:pt x="520" y="471"/>
                    <a:pt x="530" y="456"/>
                    <a:pt x="530" y="439"/>
                  </a:cubicBezTo>
                  <a:cubicBezTo>
                    <a:pt x="530" y="427"/>
                    <a:pt x="530" y="427"/>
                    <a:pt x="530" y="427"/>
                  </a:cubicBezTo>
                  <a:cubicBezTo>
                    <a:pt x="530" y="403"/>
                    <a:pt x="511" y="383"/>
                    <a:pt x="486" y="383"/>
                  </a:cubicBezTo>
                  <a:cubicBezTo>
                    <a:pt x="192" y="383"/>
                    <a:pt x="192" y="383"/>
                    <a:pt x="192" y="383"/>
                  </a:cubicBezTo>
                  <a:cubicBezTo>
                    <a:pt x="167" y="383"/>
                    <a:pt x="148" y="403"/>
                    <a:pt x="148" y="427"/>
                  </a:cubicBezTo>
                  <a:cubicBezTo>
                    <a:pt x="148" y="441"/>
                    <a:pt x="148" y="441"/>
                    <a:pt x="148" y="441"/>
                  </a:cubicBezTo>
                  <a:cubicBezTo>
                    <a:pt x="148" y="456"/>
                    <a:pt x="156" y="470"/>
                    <a:pt x="170" y="478"/>
                  </a:cubicBezTo>
                  <a:cubicBezTo>
                    <a:pt x="207" y="500"/>
                    <a:pt x="207" y="500"/>
                    <a:pt x="207" y="500"/>
                  </a:cubicBezTo>
                  <a:cubicBezTo>
                    <a:pt x="207" y="619"/>
                    <a:pt x="207" y="619"/>
                    <a:pt x="207" y="619"/>
                  </a:cubicBezTo>
                  <a:cubicBezTo>
                    <a:pt x="102" y="569"/>
                    <a:pt x="30" y="463"/>
                    <a:pt x="30" y="339"/>
                  </a:cubicBezTo>
                  <a:cubicBezTo>
                    <a:pt x="30" y="253"/>
                    <a:pt x="65" y="177"/>
                    <a:pt x="120" y="120"/>
                  </a:cubicBezTo>
                  <a:cubicBezTo>
                    <a:pt x="177" y="64"/>
                    <a:pt x="254" y="29"/>
                    <a:pt x="340" y="29"/>
                  </a:cubicBezTo>
                  <a:cubicBezTo>
                    <a:pt x="424" y="29"/>
                    <a:pt x="501" y="64"/>
                    <a:pt x="558" y="120"/>
                  </a:cubicBezTo>
                  <a:cubicBezTo>
                    <a:pt x="613" y="177"/>
                    <a:pt x="649" y="253"/>
                    <a:pt x="649"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7" name="Group 289">
            <a:extLst>
              <a:ext uri="{FF2B5EF4-FFF2-40B4-BE49-F238E27FC236}">
                <a16:creationId xmlns:a16="http://schemas.microsoft.com/office/drawing/2014/main" id="{8FAC170F-FFCE-F11B-28FF-D817FD33713E}"/>
              </a:ext>
            </a:extLst>
          </p:cNvPr>
          <p:cNvGrpSpPr/>
          <p:nvPr/>
        </p:nvGrpSpPr>
        <p:grpSpPr>
          <a:xfrm>
            <a:off x="10500245" y="5198691"/>
            <a:ext cx="244475" cy="255587"/>
            <a:chOff x="9344025" y="5513388"/>
            <a:chExt cx="244475" cy="255587"/>
          </a:xfrm>
          <a:solidFill>
            <a:schemeClr val="tx2"/>
          </a:solidFill>
        </p:grpSpPr>
        <p:sp>
          <p:nvSpPr>
            <p:cNvPr id="288" name="Freeform 235">
              <a:extLst>
                <a:ext uri="{FF2B5EF4-FFF2-40B4-BE49-F238E27FC236}">
                  <a16:creationId xmlns:a16="http://schemas.microsoft.com/office/drawing/2014/main" id="{2782726F-9A4F-C3BC-ABFA-14B47916DD0E}"/>
                </a:ext>
              </a:extLst>
            </p:cNvPr>
            <p:cNvSpPr>
              <a:spLocks noChangeArrowheads="1"/>
            </p:cNvSpPr>
            <p:nvPr/>
          </p:nvSpPr>
          <p:spPr bwMode="auto">
            <a:xfrm>
              <a:off x="9439275" y="5681663"/>
              <a:ext cx="53975" cy="23812"/>
            </a:xfrm>
            <a:custGeom>
              <a:avLst/>
              <a:gdLst>
                <a:gd name="T0" fmla="*/ 6 w 152"/>
                <a:gd name="T1" fmla="*/ 38 h 66"/>
                <a:gd name="T2" fmla="*/ 6 w 152"/>
                <a:gd name="T3" fmla="*/ 38 h 66"/>
                <a:gd name="T4" fmla="*/ 6 w 152"/>
                <a:gd name="T5" fmla="*/ 59 h 66"/>
                <a:gd name="T6" fmla="*/ 26 w 152"/>
                <a:gd name="T7" fmla="*/ 59 h 66"/>
                <a:gd name="T8" fmla="*/ 26 w 152"/>
                <a:gd name="T9" fmla="*/ 59 h 66"/>
                <a:gd name="T10" fmla="*/ 44 w 152"/>
                <a:gd name="T11" fmla="*/ 41 h 66"/>
                <a:gd name="T12" fmla="*/ 76 w 152"/>
                <a:gd name="T13" fmla="*/ 29 h 66"/>
                <a:gd name="T14" fmla="*/ 107 w 152"/>
                <a:gd name="T15" fmla="*/ 41 h 66"/>
                <a:gd name="T16" fmla="*/ 125 w 152"/>
                <a:gd name="T17" fmla="*/ 59 h 66"/>
                <a:gd name="T18" fmla="*/ 145 w 152"/>
                <a:gd name="T19" fmla="*/ 59 h 66"/>
                <a:gd name="T20" fmla="*/ 145 w 152"/>
                <a:gd name="T21" fmla="*/ 38 h 66"/>
                <a:gd name="T22" fmla="*/ 127 w 152"/>
                <a:gd name="T23" fmla="*/ 20 h 66"/>
                <a:gd name="T24" fmla="*/ 76 w 152"/>
                <a:gd name="T25" fmla="*/ 0 h 66"/>
                <a:gd name="T26" fmla="*/ 24 w 152"/>
                <a:gd name="T27" fmla="*/ 20 h 66"/>
                <a:gd name="T28" fmla="*/ 6 w 152"/>
                <a:gd name="T29" fmla="*/ 38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6" y="38"/>
                  </a:moveTo>
                  <a:lnTo>
                    <a:pt x="6" y="38"/>
                  </a:lnTo>
                  <a:cubicBezTo>
                    <a:pt x="0" y="44"/>
                    <a:pt x="0" y="53"/>
                    <a:pt x="6" y="59"/>
                  </a:cubicBezTo>
                  <a:cubicBezTo>
                    <a:pt x="11" y="65"/>
                    <a:pt x="21" y="65"/>
                    <a:pt x="26" y="59"/>
                  </a:cubicBezTo>
                  <a:lnTo>
                    <a:pt x="26" y="59"/>
                  </a:lnTo>
                  <a:cubicBezTo>
                    <a:pt x="44" y="41"/>
                    <a:pt x="44" y="41"/>
                    <a:pt x="44" y="41"/>
                  </a:cubicBezTo>
                  <a:cubicBezTo>
                    <a:pt x="53" y="33"/>
                    <a:pt x="64" y="29"/>
                    <a:pt x="76" y="29"/>
                  </a:cubicBezTo>
                  <a:cubicBezTo>
                    <a:pt x="87" y="29"/>
                    <a:pt x="98" y="33"/>
                    <a:pt x="107" y="41"/>
                  </a:cubicBezTo>
                  <a:cubicBezTo>
                    <a:pt x="125" y="59"/>
                    <a:pt x="125" y="59"/>
                    <a:pt x="125" y="59"/>
                  </a:cubicBezTo>
                  <a:cubicBezTo>
                    <a:pt x="130" y="65"/>
                    <a:pt x="140" y="65"/>
                    <a:pt x="145" y="59"/>
                  </a:cubicBezTo>
                  <a:cubicBezTo>
                    <a:pt x="151" y="53"/>
                    <a:pt x="151" y="44"/>
                    <a:pt x="145" y="38"/>
                  </a:cubicBezTo>
                  <a:cubicBezTo>
                    <a:pt x="127" y="20"/>
                    <a:pt x="127" y="20"/>
                    <a:pt x="127" y="20"/>
                  </a:cubicBezTo>
                  <a:cubicBezTo>
                    <a:pt x="113" y="7"/>
                    <a:pt x="94" y="0"/>
                    <a:pt x="76" y="0"/>
                  </a:cubicBezTo>
                  <a:cubicBezTo>
                    <a:pt x="57" y="0"/>
                    <a:pt x="38" y="7"/>
                    <a:pt x="24" y="20"/>
                  </a:cubicBezTo>
                  <a:lnTo>
                    <a:pt x="6" y="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9" name="Freeform 236">
              <a:extLst>
                <a:ext uri="{FF2B5EF4-FFF2-40B4-BE49-F238E27FC236}">
                  <a16:creationId xmlns:a16="http://schemas.microsoft.com/office/drawing/2014/main" id="{02492EE4-13C8-F8CF-50ED-8CEEFADA8673}"/>
                </a:ext>
              </a:extLst>
            </p:cNvPr>
            <p:cNvSpPr>
              <a:spLocks noChangeArrowheads="1"/>
            </p:cNvSpPr>
            <p:nvPr/>
          </p:nvSpPr>
          <p:spPr bwMode="auto">
            <a:xfrm>
              <a:off x="9344025" y="5513388"/>
              <a:ext cx="244475" cy="255587"/>
            </a:xfrm>
            <a:custGeom>
              <a:avLst/>
              <a:gdLst>
                <a:gd name="T0" fmla="*/ 177 w 680"/>
                <a:gd name="T1" fmla="*/ 707 h 708"/>
                <a:gd name="T2" fmla="*/ 177 w 680"/>
                <a:gd name="T3" fmla="*/ 707 h 708"/>
                <a:gd name="T4" fmla="*/ 235 w 680"/>
                <a:gd name="T5" fmla="*/ 661 h 708"/>
                <a:gd name="T6" fmla="*/ 340 w 680"/>
                <a:gd name="T7" fmla="*/ 678 h 708"/>
                <a:gd name="T8" fmla="*/ 473 w 680"/>
                <a:gd name="T9" fmla="*/ 650 h 708"/>
                <a:gd name="T10" fmla="*/ 531 w 680"/>
                <a:gd name="T11" fmla="*/ 707 h 708"/>
                <a:gd name="T12" fmla="*/ 590 w 680"/>
                <a:gd name="T13" fmla="*/ 648 h 708"/>
                <a:gd name="T14" fmla="*/ 590 w 680"/>
                <a:gd name="T15" fmla="*/ 566 h 708"/>
                <a:gd name="T16" fmla="*/ 679 w 680"/>
                <a:gd name="T17" fmla="*/ 338 h 708"/>
                <a:gd name="T18" fmla="*/ 340 w 680"/>
                <a:gd name="T19" fmla="*/ 0 h 708"/>
                <a:gd name="T20" fmla="*/ 0 w 680"/>
                <a:gd name="T21" fmla="*/ 338 h 708"/>
                <a:gd name="T22" fmla="*/ 119 w 680"/>
                <a:gd name="T23" fmla="*/ 595 h 708"/>
                <a:gd name="T24" fmla="*/ 119 w 680"/>
                <a:gd name="T25" fmla="*/ 648 h 708"/>
                <a:gd name="T26" fmla="*/ 177 w 680"/>
                <a:gd name="T27" fmla="*/ 707 h 708"/>
                <a:gd name="T28" fmla="*/ 177 w 680"/>
                <a:gd name="T29" fmla="*/ 678 h 708"/>
                <a:gd name="T30" fmla="*/ 177 w 680"/>
                <a:gd name="T31" fmla="*/ 678 h 708"/>
                <a:gd name="T32" fmla="*/ 148 w 680"/>
                <a:gd name="T33" fmla="*/ 648 h 708"/>
                <a:gd name="T34" fmla="*/ 148 w 680"/>
                <a:gd name="T35" fmla="*/ 265 h 708"/>
                <a:gd name="T36" fmla="*/ 208 w 680"/>
                <a:gd name="T37" fmla="*/ 265 h 708"/>
                <a:gd name="T38" fmla="*/ 208 w 680"/>
                <a:gd name="T39" fmla="*/ 648 h 708"/>
                <a:gd name="T40" fmla="*/ 177 w 680"/>
                <a:gd name="T41" fmla="*/ 678 h 708"/>
                <a:gd name="T42" fmla="*/ 531 w 680"/>
                <a:gd name="T43" fmla="*/ 678 h 708"/>
                <a:gd name="T44" fmla="*/ 531 w 680"/>
                <a:gd name="T45" fmla="*/ 678 h 708"/>
                <a:gd name="T46" fmla="*/ 502 w 680"/>
                <a:gd name="T47" fmla="*/ 648 h 708"/>
                <a:gd name="T48" fmla="*/ 502 w 680"/>
                <a:gd name="T49" fmla="*/ 265 h 708"/>
                <a:gd name="T50" fmla="*/ 561 w 680"/>
                <a:gd name="T51" fmla="*/ 265 h 708"/>
                <a:gd name="T52" fmla="*/ 561 w 680"/>
                <a:gd name="T53" fmla="*/ 648 h 708"/>
                <a:gd name="T54" fmla="*/ 531 w 680"/>
                <a:gd name="T55" fmla="*/ 678 h 708"/>
                <a:gd name="T56" fmla="*/ 31 w 680"/>
                <a:gd name="T57" fmla="*/ 338 h 708"/>
                <a:gd name="T58" fmla="*/ 31 w 680"/>
                <a:gd name="T59" fmla="*/ 338 h 708"/>
                <a:gd name="T60" fmla="*/ 121 w 680"/>
                <a:gd name="T61" fmla="*/ 120 h 708"/>
                <a:gd name="T62" fmla="*/ 340 w 680"/>
                <a:gd name="T63" fmla="*/ 29 h 708"/>
                <a:gd name="T64" fmla="*/ 558 w 680"/>
                <a:gd name="T65" fmla="*/ 120 h 708"/>
                <a:gd name="T66" fmla="*/ 650 w 680"/>
                <a:gd name="T67" fmla="*/ 338 h 708"/>
                <a:gd name="T68" fmla="*/ 590 w 680"/>
                <a:gd name="T69" fmla="*/ 520 h 708"/>
                <a:gd name="T70" fmla="*/ 590 w 680"/>
                <a:gd name="T71" fmla="*/ 265 h 708"/>
                <a:gd name="T72" fmla="*/ 605 w 680"/>
                <a:gd name="T73" fmla="*/ 265 h 708"/>
                <a:gd name="T74" fmla="*/ 619 w 680"/>
                <a:gd name="T75" fmla="*/ 250 h 708"/>
                <a:gd name="T76" fmla="*/ 605 w 680"/>
                <a:gd name="T77" fmla="*/ 236 h 708"/>
                <a:gd name="T78" fmla="*/ 575 w 680"/>
                <a:gd name="T79" fmla="*/ 236 h 708"/>
                <a:gd name="T80" fmla="*/ 575 w 680"/>
                <a:gd name="T81" fmla="*/ 236 h 708"/>
                <a:gd name="T82" fmla="*/ 493 w 680"/>
                <a:gd name="T83" fmla="*/ 236 h 708"/>
                <a:gd name="T84" fmla="*/ 467 w 680"/>
                <a:gd name="T85" fmla="*/ 211 h 708"/>
                <a:gd name="T86" fmla="*/ 447 w 680"/>
                <a:gd name="T87" fmla="*/ 211 h 708"/>
                <a:gd name="T88" fmla="*/ 447 w 680"/>
                <a:gd name="T89" fmla="*/ 232 h 708"/>
                <a:gd name="T90" fmla="*/ 447 w 680"/>
                <a:gd name="T91" fmla="*/ 232 h 708"/>
                <a:gd name="T92" fmla="*/ 473 w 680"/>
                <a:gd name="T93" fmla="*/ 257 h 708"/>
                <a:gd name="T94" fmla="*/ 473 w 680"/>
                <a:gd name="T95" fmla="*/ 619 h 708"/>
                <a:gd name="T96" fmla="*/ 340 w 680"/>
                <a:gd name="T97" fmla="*/ 648 h 708"/>
                <a:gd name="T98" fmla="*/ 237 w 680"/>
                <a:gd name="T99" fmla="*/ 630 h 708"/>
                <a:gd name="T100" fmla="*/ 237 w 680"/>
                <a:gd name="T101" fmla="*/ 259 h 708"/>
                <a:gd name="T102" fmla="*/ 288 w 680"/>
                <a:gd name="T103" fmla="*/ 235 h 708"/>
                <a:gd name="T104" fmla="*/ 293 w 680"/>
                <a:gd name="T105" fmla="*/ 214 h 708"/>
                <a:gd name="T106" fmla="*/ 274 w 680"/>
                <a:gd name="T107" fmla="*/ 208 h 708"/>
                <a:gd name="T108" fmla="*/ 219 w 680"/>
                <a:gd name="T109" fmla="*/ 236 h 708"/>
                <a:gd name="T110" fmla="*/ 104 w 680"/>
                <a:gd name="T111" fmla="*/ 236 h 708"/>
                <a:gd name="T112" fmla="*/ 89 w 680"/>
                <a:gd name="T113" fmla="*/ 250 h 708"/>
                <a:gd name="T114" fmla="*/ 104 w 680"/>
                <a:gd name="T115" fmla="*/ 265 h 708"/>
                <a:gd name="T116" fmla="*/ 119 w 680"/>
                <a:gd name="T117" fmla="*/ 265 h 708"/>
                <a:gd name="T118" fmla="*/ 119 w 680"/>
                <a:gd name="T119" fmla="*/ 555 h 708"/>
                <a:gd name="T120" fmla="*/ 31 w 680"/>
                <a:gd name="T121" fmla="*/ 33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80" h="708">
                  <a:moveTo>
                    <a:pt x="177" y="707"/>
                  </a:moveTo>
                  <a:lnTo>
                    <a:pt x="177" y="707"/>
                  </a:lnTo>
                  <a:cubicBezTo>
                    <a:pt x="206" y="707"/>
                    <a:pt x="230" y="688"/>
                    <a:pt x="235" y="661"/>
                  </a:cubicBezTo>
                  <a:cubicBezTo>
                    <a:pt x="268" y="671"/>
                    <a:pt x="303" y="678"/>
                    <a:pt x="340" y="678"/>
                  </a:cubicBezTo>
                  <a:cubicBezTo>
                    <a:pt x="387" y="678"/>
                    <a:pt x="431" y="668"/>
                    <a:pt x="473" y="650"/>
                  </a:cubicBezTo>
                  <a:cubicBezTo>
                    <a:pt x="474" y="682"/>
                    <a:pt x="499" y="707"/>
                    <a:pt x="531" y="707"/>
                  </a:cubicBezTo>
                  <a:cubicBezTo>
                    <a:pt x="564" y="707"/>
                    <a:pt x="590" y="681"/>
                    <a:pt x="590" y="648"/>
                  </a:cubicBezTo>
                  <a:cubicBezTo>
                    <a:pt x="590" y="566"/>
                    <a:pt x="590" y="566"/>
                    <a:pt x="590" y="566"/>
                  </a:cubicBezTo>
                  <a:cubicBezTo>
                    <a:pt x="645" y="507"/>
                    <a:pt x="679" y="427"/>
                    <a:pt x="679" y="338"/>
                  </a:cubicBezTo>
                  <a:cubicBezTo>
                    <a:pt x="679" y="152"/>
                    <a:pt x="527" y="0"/>
                    <a:pt x="340" y="0"/>
                  </a:cubicBezTo>
                  <a:cubicBezTo>
                    <a:pt x="152" y="0"/>
                    <a:pt x="0" y="152"/>
                    <a:pt x="0" y="338"/>
                  </a:cubicBezTo>
                  <a:cubicBezTo>
                    <a:pt x="0" y="442"/>
                    <a:pt x="46" y="533"/>
                    <a:pt x="119" y="595"/>
                  </a:cubicBezTo>
                  <a:cubicBezTo>
                    <a:pt x="119" y="648"/>
                    <a:pt x="119" y="648"/>
                    <a:pt x="119" y="648"/>
                  </a:cubicBezTo>
                  <a:cubicBezTo>
                    <a:pt x="119" y="681"/>
                    <a:pt x="145" y="707"/>
                    <a:pt x="177" y="707"/>
                  </a:cubicBezTo>
                  <a:close/>
                  <a:moveTo>
                    <a:pt x="177" y="678"/>
                  </a:moveTo>
                  <a:lnTo>
                    <a:pt x="177" y="678"/>
                  </a:lnTo>
                  <a:cubicBezTo>
                    <a:pt x="161" y="678"/>
                    <a:pt x="148" y="664"/>
                    <a:pt x="148" y="648"/>
                  </a:cubicBezTo>
                  <a:cubicBezTo>
                    <a:pt x="148" y="265"/>
                    <a:pt x="148" y="265"/>
                    <a:pt x="148" y="265"/>
                  </a:cubicBezTo>
                  <a:cubicBezTo>
                    <a:pt x="208" y="265"/>
                    <a:pt x="208" y="265"/>
                    <a:pt x="208" y="265"/>
                  </a:cubicBezTo>
                  <a:cubicBezTo>
                    <a:pt x="208" y="648"/>
                    <a:pt x="208" y="648"/>
                    <a:pt x="208" y="648"/>
                  </a:cubicBezTo>
                  <a:cubicBezTo>
                    <a:pt x="208" y="664"/>
                    <a:pt x="194" y="678"/>
                    <a:pt x="177" y="678"/>
                  </a:cubicBezTo>
                  <a:close/>
                  <a:moveTo>
                    <a:pt x="531" y="678"/>
                  </a:moveTo>
                  <a:lnTo>
                    <a:pt x="531" y="678"/>
                  </a:lnTo>
                  <a:cubicBezTo>
                    <a:pt x="514" y="678"/>
                    <a:pt x="502" y="664"/>
                    <a:pt x="502" y="648"/>
                  </a:cubicBezTo>
                  <a:cubicBezTo>
                    <a:pt x="502" y="265"/>
                    <a:pt x="502" y="265"/>
                    <a:pt x="502" y="265"/>
                  </a:cubicBezTo>
                  <a:cubicBezTo>
                    <a:pt x="561" y="265"/>
                    <a:pt x="561" y="265"/>
                    <a:pt x="561" y="265"/>
                  </a:cubicBezTo>
                  <a:cubicBezTo>
                    <a:pt x="561" y="648"/>
                    <a:pt x="561" y="648"/>
                    <a:pt x="561" y="648"/>
                  </a:cubicBezTo>
                  <a:cubicBezTo>
                    <a:pt x="561" y="664"/>
                    <a:pt x="547" y="678"/>
                    <a:pt x="531" y="678"/>
                  </a:cubicBezTo>
                  <a:close/>
                  <a:moveTo>
                    <a:pt x="31" y="338"/>
                  </a:moveTo>
                  <a:lnTo>
                    <a:pt x="31" y="338"/>
                  </a:lnTo>
                  <a:cubicBezTo>
                    <a:pt x="31" y="253"/>
                    <a:pt x="65" y="177"/>
                    <a:pt x="121" y="120"/>
                  </a:cubicBezTo>
                  <a:cubicBezTo>
                    <a:pt x="177" y="63"/>
                    <a:pt x="255" y="29"/>
                    <a:pt x="340" y="29"/>
                  </a:cubicBezTo>
                  <a:cubicBezTo>
                    <a:pt x="424" y="29"/>
                    <a:pt x="502" y="63"/>
                    <a:pt x="558" y="120"/>
                  </a:cubicBezTo>
                  <a:cubicBezTo>
                    <a:pt x="614" y="177"/>
                    <a:pt x="650" y="253"/>
                    <a:pt x="650" y="338"/>
                  </a:cubicBezTo>
                  <a:cubicBezTo>
                    <a:pt x="650" y="406"/>
                    <a:pt x="628" y="469"/>
                    <a:pt x="590" y="520"/>
                  </a:cubicBezTo>
                  <a:cubicBezTo>
                    <a:pt x="590" y="265"/>
                    <a:pt x="590" y="265"/>
                    <a:pt x="590" y="265"/>
                  </a:cubicBezTo>
                  <a:cubicBezTo>
                    <a:pt x="605" y="265"/>
                    <a:pt x="605" y="265"/>
                    <a:pt x="605" y="265"/>
                  </a:cubicBezTo>
                  <a:cubicBezTo>
                    <a:pt x="612" y="265"/>
                    <a:pt x="619" y="258"/>
                    <a:pt x="619" y="250"/>
                  </a:cubicBezTo>
                  <a:cubicBezTo>
                    <a:pt x="619" y="243"/>
                    <a:pt x="612" y="236"/>
                    <a:pt x="605" y="236"/>
                  </a:cubicBezTo>
                  <a:cubicBezTo>
                    <a:pt x="575" y="236"/>
                    <a:pt x="575" y="236"/>
                    <a:pt x="575" y="236"/>
                  </a:cubicBezTo>
                  <a:lnTo>
                    <a:pt x="575" y="236"/>
                  </a:lnTo>
                  <a:cubicBezTo>
                    <a:pt x="493" y="236"/>
                    <a:pt x="493" y="236"/>
                    <a:pt x="493" y="236"/>
                  </a:cubicBezTo>
                  <a:cubicBezTo>
                    <a:pt x="467" y="211"/>
                    <a:pt x="467" y="211"/>
                    <a:pt x="467" y="211"/>
                  </a:cubicBezTo>
                  <a:cubicBezTo>
                    <a:pt x="462" y="204"/>
                    <a:pt x="452" y="204"/>
                    <a:pt x="447" y="211"/>
                  </a:cubicBezTo>
                  <a:cubicBezTo>
                    <a:pt x="441" y="217"/>
                    <a:pt x="441" y="225"/>
                    <a:pt x="447" y="232"/>
                  </a:cubicBezTo>
                  <a:lnTo>
                    <a:pt x="447" y="232"/>
                  </a:lnTo>
                  <a:cubicBezTo>
                    <a:pt x="473" y="257"/>
                    <a:pt x="473" y="257"/>
                    <a:pt x="473" y="257"/>
                  </a:cubicBezTo>
                  <a:cubicBezTo>
                    <a:pt x="473" y="619"/>
                    <a:pt x="473" y="619"/>
                    <a:pt x="473" y="619"/>
                  </a:cubicBezTo>
                  <a:cubicBezTo>
                    <a:pt x="431" y="638"/>
                    <a:pt x="387" y="648"/>
                    <a:pt x="340" y="648"/>
                  </a:cubicBezTo>
                  <a:cubicBezTo>
                    <a:pt x="303" y="648"/>
                    <a:pt x="268" y="642"/>
                    <a:pt x="237" y="630"/>
                  </a:cubicBezTo>
                  <a:cubicBezTo>
                    <a:pt x="237" y="259"/>
                    <a:pt x="237" y="259"/>
                    <a:pt x="237" y="259"/>
                  </a:cubicBezTo>
                  <a:cubicBezTo>
                    <a:pt x="288" y="235"/>
                    <a:pt x="288" y="235"/>
                    <a:pt x="288" y="235"/>
                  </a:cubicBezTo>
                  <a:cubicBezTo>
                    <a:pt x="295" y="230"/>
                    <a:pt x="297" y="222"/>
                    <a:pt x="293" y="214"/>
                  </a:cubicBezTo>
                  <a:cubicBezTo>
                    <a:pt x="290" y="207"/>
                    <a:pt x="281" y="204"/>
                    <a:pt x="274" y="208"/>
                  </a:cubicBezTo>
                  <a:cubicBezTo>
                    <a:pt x="219" y="236"/>
                    <a:pt x="219" y="236"/>
                    <a:pt x="219" y="236"/>
                  </a:cubicBezTo>
                  <a:cubicBezTo>
                    <a:pt x="104" y="236"/>
                    <a:pt x="104" y="236"/>
                    <a:pt x="104" y="236"/>
                  </a:cubicBezTo>
                  <a:cubicBezTo>
                    <a:pt x="96" y="236"/>
                    <a:pt x="89" y="243"/>
                    <a:pt x="89" y="250"/>
                  </a:cubicBezTo>
                  <a:cubicBezTo>
                    <a:pt x="89" y="258"/>
                    <a:pt x="96" y="265"/>
                    <a:pt x="104" y="265"/>
                  </a:cubicBezTo>
                  <a:cubicBezTo>
                    <a:pt x="119" y="265"/>
                    <a:pt x="119" y="265"/>
                    <a:pt x="119" y="265"/>
                  </a:cubicBezTo>
                  <a:cubicBezTo>
                    <a:pt x="119" y="555"/>
                    <a:pt x="119" y="555"/>
                    <a:pt x="119" y="555"/>
                  </a:cubicBezTo>
                  <a:cubicBezTo>
                    <a:pt x="64" y="500"/>
                    <a:pt x="31" y="424"/>
                    <a:pt x="31" y="3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0" name="Group 292">
            <a:extLst>
              <a:ext uri="{FF2B5EF4-FFF2-40B4-BE49-F238E27FC236}">
                <a16:creationId xmlns:a16="http://schemas.microsoft.com/office/drawing/2014/main" id="{36EB677B-B0FA-5C60-525F-14A98955C70C}"/>
              </a:ext>
            </a:extLst>
          </p:cNvPr>
          <p:cNvGrpSpPr/>
          <p:nvPr/>
        </p:nvGrpSpPr>
        <p:grpSpPr>
          <a:xfrm>
            <a:off x="9990658" y="5718597"/>
            <a:ext cx="244475" cy="244475"/>
            <a:chOff x="8834438" y="6032500"/>
            <a:chExt cx="244475" cy="244475"/>
          </a:xfrm>
          <a:solidFill>
            <a:schemeClr val="tx2"/>
          </a:solidFill>
        </p:grpSpPr>
        <p:sp>
          <p:nvSpPr>
            <p:cNvPr id="291" name="Freeform 237">
              <a:extLst>
                <a:ext uri="{FF2B5EF4-FFF2-40B4-BE49-F238E27FC236}">
                  <a16:creationId xmlns:a16="http://schemas.microsoft.com/office/drawing/2014/main" id="{2DD5541A-1D4F-8C98-6CF6-A49B3D4E0B25}"/>
                </a:ext>
              </a:extLst>
            </p:cNvPr>
            <p:cNvSpPr>
              <a:spLocks noChangeArrowheads="1"/>
            </p:cNvSpPr>
            <p:nvPr/>
          </p:nvSpPr>
          <p:spPr bwMode="auto">
            <a:xfrm>
              <a:off x="8905875" y="6181725"/>
              <a:ext cx="101600" cy="34925"/>
            </a:xfrm>
            <a:custGeom>
              <a:avLst/>
              <a:gdLst>
                <a:gd name="T0" fmla="*/ 142 w 284"/>
                <a:gd name="T1" fmla="*/ 0 h 98"/>
                <a:gd name="T2" fmla="*/ 142 w 284"/>
                <a:gd name="T3" fmla="*/ 0 h 98"/>
                <a:gd name="T4" fmla="*/ 5 w 284"/>
                <a:gd name="T5" fmla="*/ 71 h 98"/>
                <a:gd name="T6" fmla="*/ 6 w 284"/>
                <a:gd name="T7" fmla="*/ 91 h 98"/>
                <a:gd name="T8" fmla="*/ 27 w 284"/>
                <a:gd name="T9" fmla="*/ 88 h 98"/>
                <a:gd name="T10" fmla="*/ 27 w 284"/>
                <a:gd name="T11" fmla="*/ 88 h 98"/>
                <a:gd name="T12" fmla="*/ 142 w 284"/>
                <a:gd name="T13" fmla="*/ 29 h 98"/>
                <a:gd name="T14" fmla="*/ 255 w 284"/>
                <a:gd name="T15" fmla="*/ 88 h 98"/>
                <a:gd name="T16" fmla="*/ 276 w 284"/>
                <a:gd name="T17" fmla="*/ 91 h 98"/>
                <a:gd name="T18" fmla="*/ 277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8" y="28"/>
                    <a:pt x="5" y="71"/>
                  </a:cubicBezTo>
                  <a:cubicBezTo>
                    <a:pt x="0" y="77"/>
                    <a:pt x="1" y="86"/>
                    <a:pt x="6" y="91"/>
                  </a:cubicBezTo>
                  <a:cubicBezTo>
                    <a:pt x="13" y="97"/>
                    <a:pt x="23" y="95"/>
                    <a:pt x="27" y="88"/>
                  </a:cubicBezTo>
                  <a:lnTo>
                    <a:pt x="27" y="88"/>
                  </a:lnTo>
                  <a:cubicBezTo>
                    <a:pt x="58" y="51"/>
                    <a:pt x="98" y="29"/>
                    <a:pt x="142" y="29"/>
                  </a:cubicBezTo>
                  <a:cubicBezTo>
                    <a:pt x="185" y="29"/>
                    <a:pt x="225" y="51"/>
                    <a:pt x="255" y="88"/>
                  </a:cubicBezTo>
                  <a:cubicBezTo>
                    <a:pt x="259" y="95"/>
                    <a:pt x="269" y="97"/>
                    <a:pt x="276" y="91"/>
                  </a:cubicBezTo>
                  <a:cubicBezTo>
                    <a:pt x="281" y="86"/>
                    <a:pt x="283" y="77"/>
                    <a:pt x="277" y="71"/>
                  </a:cubicBezTo>
                  <a:cubicBezTo>
                    <a:pt x="244"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2" name="Freeform 238">
              <a:extLst>
                <a:ext uri="{FF2B5EF4-FFF2-40B4-BE49-F238E27FC236}">
                  <a16:creationId xmlns:a16="http://schemas.microsoft.com/office/drawing/2014/main" id="{8C1D382E-0E19-93CC-CB3A-15F57C01C031}"/>
                </a:ext>
              </a:extLst>
            </p:cNvPr>
            <p:cNvSpPr>
              <a:spLocks noChangeArrowheads="1"/>
            </p:cNvSpPr>
            <p:nvPr/>
          </p:nvSpPr>
          <p:spPr bwMode="auto">
            <a:xfrm>
              <a:off x="8834438" y="6032500"/>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3" name="Freeform 239">
              <a:extLst>
                <a:ext uri="{FF2B5EF4-FFF2-40B4-BE49-F238E27FC236}">
                  <a16:creationId xmlns:a16="http://schemas.microsoft.com/office/drawing/2014/main" id="{979DBDF6-138E-A685-CB23-493AB4A463BB}"/>
                </a:ext>
              </a:extLst>
            </p:cNvPr>
            <p:cNvSpPr>
              <a:spLocks noChangeArrowheads="1"/>
            </p:cNvSpPr>
            <p:nvPr/>
          </p:nvSpPr>
          <p:spPr bwMode="auto">
            <a:xfrm>
              <a:off x="8877300" y="6107113"/>
              <a:ext cx="53975" cy="23812"/>
            </a:xfrm>
            <a:custGeom>
              <a:avLst/>
              <a:gdLst>
                <a:gd name="T0" fmla="*/ 145 w 152"/>
                <a:gd name="T1" fmla="*/ 26 h 66"/>
                <a:gd name="T2" fmla="*/ 145 w 152"/>
                <a:gd name="T3" fmla="*/ 26 h 66"/>
                <a:gd name="T4" fmla="*/ 145 w 152"/>
                <a:gd name="T5" fmla="*/ 5 h 66"/>
                <a:gd name="T6" fmla="*/ 124 w 152"/>
                <a:gd name="T7" fmla="*/ 5 h 66"/>
                <a:gd name="T8" fmla="*/ 106 w 152"/>
                <a:gd name="T9" fmla="*/ 22 h 66"/>
                <a:gd name="T10" fmla="*/ 76 w 152"/>
                <a:gd name="T11" fmla="*/ 36 h 66"/>
                <a:gd name="T12" fmla="*/ 44 w 152"/>
                <a:gd name="T13" fmla="*/ 22 h 66"/>
                <a:gd name="T14" fmla="*/ 28 w 152"/>
                <a:gd name="T15" fmla="*/ 5 h 66"/>
                <a:gd name="T16" fmla="*/ 7 w 152"/>
                <a:gd name="T17" fmla="*/ 5 h 66"/>
                <a:gd name="T18" fmla="*/ 7 w 152"/>
                <a:gd name="T19" fmla="*/ 26 h 66"/>
                <a:gd name="T20" fmla="*/ 7 w 152"/>
                <a:gd name="T21" fmla="*/ 26 h 66"/>
                <a:gd name="T22" fmla="*/ 24 w 152"/>
                <a:gd name="T23" fmla="*/ 43 h 66"/>
                <a:gd name="T24" fmla="*/ 76 w 152"/>
                <a:gd name="T25" fmla="*/ 65 h 66"/>
                <a:gd name="T26" fmla="*/ 129 w 152"/>
                <a:gd name="T27" fmla="*/ 43 h 66"/>
                <a:gd name="T28" fmla="*/ 145 w 152"/>
                <a:gd name="T29"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45" y="26"/>
                  </a:moveTo>
                  <a:lnTo>
                    <a:pt x="145" y="26"/>
                  </a:lnTo>
                  <a:cubicBezTo>
                    <a:pt x="151" y="21"/>
                    <a:pt x="151" y="11"/>
                    <a:pt x="145" y="5"/>
                  </a:cubicBezTo>
                  <a:cubicBezTo>
                    <a:pt x="140" y="0"/>
                    <a:pt x="130" y="0"/>
                    <a:pt x="124" y="5"/>
                  </a:cubicBezTo>
                  <a:cubicBezTo>
                    <a:pt x="106" y="22"/>
                    <a:pt x="106" y="22"/>
                    <a:pt x="106" y="22"/>
                  </a:cubicBezTo>
                  <a:cubicBezTo>
                    <a:pt x="98" y="32"/>
                    <a:pt x="87" y="36"/>
                    <a:pt x="76" y="36"/>
                  </a:cubicBezTo>
                  <a:cubicBezTo>
                    <a:pt x="65" y="36"/>
                    <a:pt x="54" y="32"/>
                    <a:pt x="44" y="22"/>
                  </a:cubicBezTo>
                  <a:cubicBezTo>
                    <a:pt x="28" y="5"/>
                    <a:pt x="28" y="5"/>
                    <a:pt x="28" y="5"/>
                  </a:cubicBezTo>
                  <a:cubicBezTo>
                    <a:pt x="22" y="0"/>
                    <a:pt x="12" y="0"/>
                    <a:pt x="7" y="5"/>
                  </a:cubicBezTo>
                  <a:cubicBezTo>
                    <a:pt x="0" y="11"/>
                    <a:pt x="0" y="21"/>
                    <a:pt x="7" y="26"/>
                  </a:cubicBezTo>
                  <a:lnTo>
                    <a:pt x="7" y="26"/>
                  </a:lnTo>
                  <a:cubicBezTo>
                    <a:pt x="24" y="43"/>
                    <a:pt x="24" y="43"/>
                    <a:pt x="24" y="43"/>
                  </a:cubicBezTo>
                  <a:cubicBezTo>
                    <a:pt x="39" y="58"/>
                    <a:pt x="57" y="65"/>
                    <a:pt x="76" y="65"/>
                  </a:cubicBezTo>
                  <a:cubicBezTo>
                    <a:pt x="94" y="65"/>
                    <a:pt x="113" y="58"/>
                    <a:pt x="129" y="43"/>
                  </a:cubicBezTo>
                  <a:lnTo>
                    <a:pt x="145" y="2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4" name="Freeform 240">
              <a:extLst>
                <a:ext uri="{FF2B5EF4-FFF2-40B4-BE49-F238E27FC236}">
                  <a16:creationId xmlns:a16="http://schemas.microsoft.com/office/drawing/2014/main" id="{18A99363-90F5-72DB-A9D3-A4DFADE00D41}"/>
                </a:ext>
              </a:extLst>
            </p:cNvPr>
            <p:cNvSpPr>
              <a:spLocks noChangeArrowheads="1"/>
            </p:cNvSpPr>
            <p:nvPr/>
          </p:nvSpPr>
          <p:spPr bwMode="auto">
            <a:xfrm>
              <a:off x="8983663" y="6107113"/>
              <a:ext cx="53975" cy="23812"/>
            </a:xfrm>
            <a:custGeom>
              <a:avLst/>
              <a:gdLst>
                <a:gd name="T0" fmla="*/ 123 w 151"/>
                <a:gd name="T1" fmla="*/ 5 h 66"/>
                <a:gd name="T2" fmla="*/ 123 w 151"/>
                <a:gd name="T3" fmla="*/ 5 h 66"/>
                <a:gd name="T4" fmla="*/ 123 w 151"/>
                <a:gd name="T5" fmla="*/ 5 h 66"/>
                <a:gd name="T6" fmla="*/ 106 w 151"/>
                <a:gd name="T7" fmla="*/ 22 h 66"/>
                <a:gd name="T8" fmla="*/ 74 w 151"/>
                <a:gd name="T9" fmla="*/ 36 h 66"/>
                <a:gd name="T10" fmla="*/ 44 w 151"/>
                <a:gd name="T11" fmla="*/ 22 h 66"/>
                <a:gd name="T12" fmla="*/ 26 w 151"/>
                <a:gd name="T13" fmla="*/ 5 h 66"/>
                <a:gd name="T14" fmla="*/ 5 w 151"/>
                <a:gd name="T15" fmla="*/ 5 h 66"/>
                <a:gd name="T16" fmla="*/ 5 w 151"/>
                <a:gd name="T17" fmla="*/ 26 h 66"/>
                <a:gd name="T18" fmla="*/ 22 w 151"/>
                <a:gd name="T19" fmla="*/ 43 h 66"/>
                <a:gd name="T20" fmla="*/ 74 w 151"/>
                <a:gd name="T21" fmla="*/ 65 h 66"/>
                <a:gd name="T22" fmla="*/ 127 w 151"/>
                <a:gd name="T23" fmla="*/ 43 h 66"/>
                <a:gd name="T24" fmla="*/ 143 w 151"/>
                <a:gd name="T25" fmla="*/ 26 h 66"/>
                <a:gd name="T26" fmla="*/ 143 w 151"/>
                <a:gd name="T27" fmla="*/ 5 h 66"/>
                <a:gd name="T28" fmla="*/ 123 w 151"/>
                <a:gd name="T29"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3" y="5"/>
                  </a:moveTo>
                  <a:lnTo>
                    <a:pt x="123" y="5"/>
                  </a:lnTo>
                  <a:lnTo>
                    <a:pt x="123" y="5"/>
                  </a:lnTo>
                  <a:cubicBezTo>
                    <a:pt x="106" y="22"/>
                    <a:pt x="106" y="22"/>
                    <a:pt x="106" y="22"/>
                  </a:cubicBezTo>
                  <a:cubicBezTo>
                    <a:pt x="98" y="32"/>
                    <a:pt x="85" y="36"/>
                    <a:pt x="74" y="36"/>
                  </a:cubicBezTo>
                  <a:cubicBezTo>
                    <a:pt x="63" y="36"/>
                    <a:pt x="52" y="32"/>
                    <a:pt x="44" y="22"/>
                  </a:cubicBezTo>
                  <a:cubicBezTo>
                    <a:pt x="26" y="5"/>
                    <a:pt x="26" y="5"/>
                    <a:pt x="26" y="5"/>
                  </a:cubicBezTo>
                  <a:cubicBezTo>
                    <a:pt x="20" y="0"/>
                    <a:pt x="11" y="0"/>
                    <a:pt x="5" y="5"/>
                  </a:cubicBezTo>
                  <a:cubicBezTo>
                    <a:pt x="0" y="11"/>
                    <a:pt x="0" y="21"/>
                    <a:pt x="5" y="26"/>
                  </a:cubicBezTo>
                  <a:cubicBezTo>
                    <a:pt x="22" y="43"/>
                    <a:pt x="22" y="43"/>
                    <a:pt x="22" y="43"/>
                  </a:cubicBezTo>
                  <a:cubicBezTo>
                    <a:pt x="37" y="58"/>
                    <a:pt x="56" y="65"/>
                    <a:pt x="74" y="65"/>
                  </a:cubicBezTo>
                  <a:cubicBezTo>
                    <a:pt x="94" y="65"/>
                    <a:pt x="113" y="58"/>
                    <a:pt x="127" y="43"/>
                  </a:cubicBezTo>
                  <a:cubicBezTo>
                    <a:pt x="143" y="26"/>
                    <a:pt x="143" y="26"/>
                    <a:pt x="143" y="26"/>
                  </a:cubicBezTo>
                  <a:cubicBezTo>
                    <a:pt x="150" y="21"/>
                    <a:pt x="150" y="11"/>
                    <a:pt x="143" y="5"/>
                  </a:cubicBezTo>
                  <a:cubicBezTo>
                    <a:pt x="138" y="0"/>
                    <a:pt x="128" y="0"/>
                    <a:pt x="12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5" name="Freeform 241">
              <a:extLst>
                <a:ext uri="{FF2B5EF4-FFF2-40B4-BE49-F238E27FC236}">
                  <a16:creationId xmlns:a16="http://schemas.microsoft.com/office/drawing/2014/main" id="{10A75283-64FD-EB74-ED20-1DA82C14D127}"/>
                </a:ext>
              </a:extLst>
            </p:cNvPr>
            <p:cNvSpPr>
              <a:spLocks noChangeArrowheads="1"/>
            </p:cNvSpPr>
            <p:nvPr/>
          </p:nvSpPr>
          <p:spPr bwMode="auto">
            <a:xfrm>
              <a:off x="9004300" y="6127750"/>
              <a:ext cx="42863" cy="53975"/>
            </a:xfrm>
            <a:custGeom>
              <a:avLst/>
              <a:gdLst>
                <a:gd name="T0" fmla="*/ 69 w 119"/>
                <a:gd name="T1" fmla="*/ 6 h 149"/>
                <a:gd name="T2" fmla="*/ 69 w 119"/>
                <a:gd name="T3" fmla="*/ 6 h 149"/>
                <a:gd name="T4" fmla="*/ 58 w 119"/>
                <a:gd name="T5" fmla="*/ 0 h 149"/>
                <a:gd name="T6" fmla="*/ 47 w 119"/>
                <a:gd name="T7" fmla="*/ 6 h 149"/>
                <a:gd name="T8" fmla="*/ 25 w 119"/>
                <a:gd name="T9" fmla="*/ 35 h 149"/>
                <a:gd name="T10" fmla="*/ 9 w 119"/>
                <a:gd name="T11" fmla="*/ 61 h 149"/>
                <a:gd name="T12" fmla="*/ 0 w 119"/>
                <a:gd name="T13" fmla="*/ 89 h 149"/>
                <a:gd name="T14" fmla="*/ 58 w 119"/>
                <a:gd name="T15" fmla="*/ 148 h 149"/>
                <a:gd name="T16" fmla="*/ 118 w 119"/>
                <a:gd name="T17" fmla="*/ 89 h 149"/>
                <a:gd name="T18" fmla="*/ 110 w 119"/>
                <a:gd name="T19" fmla="*/ 61 h 149"/>
                <a:gd name="T20" fmla="*/ 85 w 119"/>
                <a:gd name="T21" fmla="*/ 24 h 149"/>
                <a:gd name="T22" fmla="*/ 69 w 119"/>
                <a:gd name="T23" fmla="*/ 6 h 149"/>
                <a:gd name="T24" fmla="*/ 58 w 119"/>
                <a:gd name="T25" fmla="*/ 119 h 149"/>
                <a:gd name="T26" fmla="*/ 58 w 119"/>
                <a:gd name="T27" fmla="*/ 119 h 149"/>
                <a:gd name="T28" fmla="*/ 29 w 119"/>
                <a:gd name="T29" fmla="*/ 89 h 149"/>
                <a:gd name="T30" fmla="*/ 35 w 119"/>
                <a:gd name="T31" fmla="*/ 75 h 149"/>
                <a:gd name="T32" fmla="*/ 56 w 119"/>
                <a:gd name="T33" fmla="*/ 42 h 149"/>
                <a:gd name="T34" fmla="*/ 58 w 119"/>
                <a:gd name="T35" fmla="*/ 39 h 149"/>
                <a:gd name="T36" fmla="*/ 71 w 119"/>
                <a:gd name="T37" fmla="*/ 54 h 149"/>
                <a:gd name="T38" fmla="*/ 83 w 119"/>
                <a:gd name="T39" fmla="*/ 75 h 149"/>
                <a:gd name="T40" fmla="*/ 89 w 119"/>
                <a:gd name="T41" fmla="*/ 89 h 149"/>
                <a:gd name="T42" fmla="*/ 58 w 119"/>
                <a:gd name="T4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9" h="149">
                  <a:moveTo>
                    <a:pt x="69" y="6"/>
                  </a:moveTo>
                  <a:lnTo>
                    <a:pt x="69" y="6"/>
                  </a:lnTo>
                  <a:cubicBezTo>
                    <a:pt x="67" y="3"/>
                    <a:pt x="63" y="0"/>
                    <a:pt x="58" y="0"/>
                  </a:cubicBezTo>
                  <a:cubicBezTo>
                    <a:pt x="54" y="0"/>
                    <a:pt x="50" y="3"/>
                    <a:pt x="47" y="6"/>
                  </a:cubicBezTo>
                  <a:cubicBezTo>
                    <a:pt x="47" y="6"/>
                    <a:pt x="36" y="18"/>
                    <a:pt x="25" y="35"/>
                  </a:cubicBezTo>
                  <a:cubicBezTo>
                    <a:pt x="18" y="43"/>
                    <a:pt x="13" y="51"/>
                    <a:pt x="9" y="61"/>
                  </a:cubicBezTo>
                  <a:cubicBezTo>
                    <a:pt x="3" y="69"/>
                    <a:pt x="0" y="79"/>
                    <a:pt x="0" y="89"/>
                  </a:cubicBezTo>
                  <a:cubicBezTo>
                    <a:pt x="0" y="122"/>
                    <a:pt x="27" y="148"/>
                    <a:pt x="58" y="148"/>
                  </a:cubicBezTo>
                  <a:cubicBezTo>
                    <a:pt x="92" y="148"/>
                    <a:pt x="118" y="122"/>
                    <a:pt x="118" y="89"/>
                  </a:cubicBezTo>
                  <a:cubicBezTo>
                    <a:pt x="118" y="79"/>
                    <a:pt x="114" y="69"/>
                    <a:pt x="110" y="61"/>
                  </a:cubicBezTo>
                  <a:cubicBezTo>
                    <a:pt x="103" y="47"/>
                    <a:pt x="93" y="33"/>
                    <a:pt x="85" y="24"/>
                  </a:cubicBezTo>
                  <a:cubicBezTo>
                    <a:pt x="76" y="13"/>
                    <a:pt x="69" y="6"/>
                    <a:pt x="69" y="6"/>
                  </a:cubicBezTo>
                  <a:close/>
                  <a:moveTo>
                    <a:pt x="58" y="119"/>
                  </a:moveTo>
                  <a:lnTo>
                    <a:pt x="58" y="119"/>
                  </a:lnTo>
                  <a:cubicBezTo>
                    <a:pt x="42" y="119"/>
                    <a:pt x="29" y="105"/>
                    <a:pt x="29" y="89"/>
                  </a:cubicBezTo>
                  <a:cubicBezTo>
                    <a:pt x="29" y="87"/>
                    <a:pt x="31" y="82"/>
                    <a:pt x="35" y="75"/>
                  </a:cubicBezTo>
                  <a:cubicBezTo>
                    <a:pt x="40" y="64"/>
                    <a:pt x="49" y="51"/>
                    <a:pt x="56" y="42"/>
                  </a:cubicBezTo>
                  <a:cubicBezTo>
                    <a:pt x="57" y="40"/>
                    <a:pt x="58" y="39"/>
                    <a:pt x="58" y="39"/>
                  </a:cubicBezTo>
                  <a:cubicBezTo>
                    <a:pt x="63" y="43"/>
                    <a:pt x="67" y="49"/>
                    <a:pt x="71" y="54"/>
                  </a:cubicBezTo>
                  <a:cubicBezTo>
                    <a:pt x="75" y="61"/>
                    <a:pt x="81" y="69"/>
                    <a:pt x="83" y="75"/>
                  </a:cubicBezTo>
                  <a:cubicBezTo>
                    <a:pt x="87" y="82"/>
                    <a:pt x="89" y="87"/>
                    <a:pt x="89" y="89"/>
                  </a:cubicBezTo>
                  <a:cubicBezTo>
                    <a:pt x="89" y="105"/>
                    <a:pt x="75" y="119"/>
                    <a:pt x="58"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6" name="Group 298">
            <a:extLst>
              <a:ext uri="{FF2B5EF4-FFF2-40B4-BE49-F238E27FC236}">
                <a16:creationId xmlns:a16="http://schemas.microsoft.com/office/drawing/2014/main" id="{01D7D89A-F5C0-ABFE-5812-2D2B61E4E7D3}"/>
              </a:ext>
            </a:extLst>
          </p:cNvPr>
          <p:cNvGrpSpPr/>
          <p:nvPr/>
        </p:nvGrpSpPr>
        <p:grpSpPr>
          <a:xfrm>
            <a:off x="8973070" y="5204247"/>
            <a:ext cx="244475" cy="244475"/>
            <a:chOff x="7816850" y="5522913"/>
            <a:chExt cx="244475" cy="244475"/>
          </a:xfrm>
          <a:solidFill>
            <a:schemeClr val="tx2"/>
          </a:solidFill>
        </p:grpSpPr>
        <p:sp>
          <p:nvSpPr>
            <p:cNvPr id="297" name="Freeform 242">
              <a:extLst>
                <a:ext uri="{FF2B5EF4-FFF2-40B4-BE49-F238E27FC236}">
                  <a16:creationId xmlns:a16="http://schemas.microsoft.com/office/drawing/2014/main" id="{79DBC1C5-66F4-57E7-4313-B1019F3AB0C5}"/>
                </a:ext>
              </a:extLst>
            </p:cNvPr>
            <p:cNvSpPr>
              <a:spLocks noChangeArrowheads="1"/>
            </p:cNvSpPr>
            <p:nvPr/>
          </p:nvSpPr>
          <p:spPr bwMode="auto">
            <a:xfrm>
              <a:off x="7816850" y="5522913"/>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4"/>
                    <a:pt x="424" y="649"/>
                    <a:pt x="340" y="649"/>
                  </a:cubicBezTo>
                  <a:cubicBezTo>
                    <a:pt x="254" y="649"/>
                    <a:pt x="177" y="614"/>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8" name="Freeform 243">
              <a:extLst>
                <a:ext uri="{FF2B5EF4-FFF2-40B4-BE49-F238E27FC236}">
                  <a16:creationId xmlns:a16="http://schemas.microsoft.com/office/drawing/2014/main" id="{CAB1CDAC-3F4E-C546-AD3C-B978CFE5824A}"/>
                </a:ext>
              </a:extLst>
            </p:cNvPr>
            <p:cNvSpPr>
              <a:spLocks noChangeArrowheads="1"/>
            </p:cNvSpPr>
            <p:nvPr/>
          </p:nvSpPr>
          <p:spPr bwMode="auto">
            <a:xfrm>
              <a:off x="7880350" y="5681663"/>
              <a:ext cx="117475" cy="33337"/>
            </a:xfrm>
            <a:custGeom>
              <a:avLst/>
              <a:gdLst>
                <a:gd name="T0" fmla="*/ 298 w 326"/>
                <a:gd name="T1" fmla="*/ 6 h 92"/>
                <a:gd name="T2" fmla="*/ 298 w 326"/>
                <a:gd name="T3" fmla="*/ 6 h 92"/>
                <a:gd name="T4" fmla="*/ 298 w 326"/>
                <a:gd name="T5" fmla="*/ 6 h 92"/>
                <a:gd name="T6" fmla="*/ 163 w 326"/>
                <a:gd name="T7" fmla="*/ 62 h 92"/>
                <a:gd name="T8" fmla="*/ 26 w 326"/>
                <a:gd name="T9" fmla="*/ 6 h 92"/>
                <a:gd name="T10" fmla="*/ 6 w 326"/>
                <a:gd name="T11" fmla="*/ 6 h 92"/>
                <a:gd name="T12" fmla="*/ 6 w 326"/>
                <a:gd name="T13" fmla="*/ 28 h 92"/>
                <a:gd name="T14" fmla="*/ 163 w 326"/>
                <a:gd name="T15" fmla="*/ 91 h 92"/>
                <a:gd name="T16" fmla="*/ 319 w 326"/>
                <a:gd name="T17" fmla="*/ 28 h 92"/>
                <a:gd name="T18" fmla="*/ 319 w 326"/>
                <a:gd name="T19" fmla="*/ 6 h 92"/>
                <a:gd name="T20" fmla="*/ 298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298" y="6"/>
                  </a:moveTo>
                  <a:lnTo>
                    <a:pt x="298" y="6"/>
                  </a:lnTo>
                  <a:lnTo>
                    <a:pt x="298" y="6"/>
                  </a:lnTo>
                  <a:cubicBezTo>
                    <a:pt x="263" y="41"/>
                    <a:pt x="216" y="62"/>
                    <a:pt x="163" y="62"/>
                  </a:cubicBezTo>
                  <a:cubicBezTo>
                    <a:pt x="109" y="62"/>
                    <a:pt x="62" y="41"/>
                    <a:pt x="26" y="6"/>
                  </a:cubicBezTo>
                  <a:cubicBezTo>
                    <a:pt x="21" y="0"/>
                    <a:pt x="13" y="0"/>
                    <a:pt x="6" y="6"/>
                  </a:cubicBezTo>
                  <a:cubicBezTo>
                    <a:pt x="0" y="12"/>
                    <a:pt x="0" y="21"/>
                    <a:pt x="6" y="28"/>
                  </a:cubicBezTo>
                  <a:cubicBezTo>
                    <a:pt x="46" y="66"/>
                    <a:pt x="101" y="91"/>
                    <a:pt x="163" y="91"/>
                  </a:cubicBezTo>
                  <a:cubicBezTo>
                    <a:pt x="224" y="91"/>
                    <a:pt x="279" y="66"/>
                    <a:pt x="319" y="28"/>
                  </a:cubicBezTo>
                  <a:cubicBezTo>
                    <a:pt x="325" y="21"/>
                    <a:pt x="325" y="12"/>
                    <a:pt x="319" y="6"/>
                  </a:cubicBezTo>
                  <a:cubicBezTo>
                    <a:pt x="312" y="0"/>
                    <a:pt x="304" y="0"/>
                    <a:pt x="29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9" name="Freeform 244">
              <a:extLst>
                <a:ext uri="{FF2B5EF4-FFF2-40B4-BE49-F238E27FC236}">
                  <a16:creationId xmlns:a16="http://schemas.microsoft.com/office/drawing/2014/main" id="{50DE2840-0B01-75CA-4833-6D474662D909}"/>
                </a:ext>
              </a:extLst>
            </p:cNvPr>
            <p:cNvSpPr>
              <a:spLocks noChangeArrowheads="1"/>
            </p:cNvSpPr>
            <p:nvPr/>
          </p:nvSpPr>
          <p:spPr bwMode="auto">
            <a:xfrm>
              <a:off x="7880350" y="560863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6"/>
                    <a:pt x="60" y="29"/>
                  </a:cubicBezTo>
                  <a:cubicBezTo>
                    <a:pt x="60" y="14"/>
                    <a:pt x="46" y="0"/>
                    <a:pt x="31" y="0"/>
                  </a:cubicBezTo>
                  <a:cubicBezTo>
                    <a:pt x="14" y="0"/>
                    <a:pt x="0" y="14"/>
                    <a:pt x="0" y="29"/>
                  </a:cubicBezTo>
                  <a:cubicBezTo>
                    <a:pt x="0" y="46"/>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0" name="Freeform 245">
              <a:extLst>
                <a:ext uri="{FF2B5EF4-FFF2-40B4-BE49-F238E27FC236}">
                  <a16:creationId xmlns:a16="http://schemas.microsoft.com/office/drawing/2014/main" id="{BCE239F1-89CE-438C-49CE-2D058A6C4832}"/>
                </a:ext>
              </a:extLst>
            </p:cNvPr>
            <p:cNvSpPr>
              <a:spLocks noChangeArrowheads="1"/>
            </p:cNvSpPr>
            <p:nvPr/>
          </p:nvSpPr>
          <p:spPr bwMode="auto">
            <a:xfrm>
              <a:off x="7964488" y="5607050"/>
              <a:ext cx="53975" cy="23813"/>
            </a:xfrm>
            <a:custGeom>
              <a:avLst/>
              <a:gdLst>
                <a:gd name="T0" fmla="*/ 144 w 151"/>
                <a:gd name="T1" fmla="*/ 40 h 68"/>
                <a:gd name="T2" fmla="*/ 144 w 151"/>
                <a:gd name="T3" fmla="*/ 40 h 68"/>
                <a:gd name="T4" fmla="*/ 127 w 151"/>
                <a:gd name="T5" fmla="*/ 23 h 68"/>
                <a:gd name="T6" fmla="*/ 75 w 151"/>
                <a:gd name="T7" fmla="*/ 0 h 68"/>
                <a:gd name="T8" fmla="*/ 22 w 151"/>
                <a:gd name="T9" fmla="*/ 23 h 68"/>
                <a:gd name="T10" fmla="*/ 5 w 151"/>
                <a:gd name="T11" fmla="*/ 40 h 68"/>
                <a:gd name="T12" fmla="*/ 5 w 151"/>
                <a:gd name="T13" fmla="*/ 61 h 68"/>
                <a:gd name="T14" fmla="*/ 26 w 151"/>
                <a:gd name="T15" fmla="*/ 61 h 68"/>
                <a:gd name="T16" fmla="*/ 44 w 151"/>
                <a:gd name="T17" fmla="*/ 43 h 68"/>
                <a:gd name="T18" fmla="*/ 75 w 151"/>
                <a:gd name="T19" fmla="*/ 31 h 68"/>
                <a:gd name="T20" fmla="*/ 106 w 151"/>
                <a:gd name="T21" fmla="*/ 43 h 68"/>
                <a:gd name="T22" fmla="*/ 123 w 151"/>
                <a:gd name="T23" fmla="*/ 61 h 68"/>
                <a:gd name="T24" fmla="*/ 144 w 151"/>
                <a:gd name="T25" fmla="*/ 61 h 68"/>
                <a:gd name="T26" fmla="*/ 144 w 151"/>
                <a:gd name="T27" fmla="*/ 4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1" h="68">
                  <a:moveTo>
                    <a:pt x="144" y="40"/>
                  </a:moveTo>
                  <a:lnTo>
                    <a:pt x="144" y="40"/>
                  </a:lnTo>
                  <a:cubicBezTo>
                    <a:pt x="127" y="23"/>
                    <a:pt x="127" y="23"/>
                    <a:pt x="127" y="23"/>
                  </a:cubicBezTo>
                  <a:cubicBezTo>
                    <a:pt x="113" y="9"/>
                    <a:pt x="94" y="0"/>
                    <a:pt x="75" y="0"/>
                  </a:cubicBezTo>
                  <a:cubicBezTo>
                    <a:pt x="57" y="0"/>
                    <a:pt x="37" y="9"/>
                    <a:pt x="22" y="23"/>
                  </a:cubicBezTo>
                  <a:cubicBezTo>
                    <a:pt x="5" y="40"/>
                    <a:pt x="5" y="40"/>
                    <a:pt x="5" y="40"/>
                  </a:cubicBezTo>
                  <a:cubicBezTo>
                    <a:pt x="0" y="46"/>
                    <a:pt x="0" y="54"/>
                    <a:pt x="5" y="61"/>
                  </a:cubicBezTo>
                  <a:cubicBezTo>
                    <a:pt x="11" y="67"/>
                    <a:pt x="21" y="67"/>
                    <a:pt x="26" y="61"/>
                  </a:cubicBezTo>
                  <a:cubicBezTo>
                    <a:pt x="44" y="43"/>
                    <a:pt x="44" y="43"/>
                    <a:pt x="44" y="43"/>
                  </a:cubicBezTo>
                  <a:cubicBezTo>
                    <a:pt x="52" y="35"/>
                    <a:pt x="63" y="31"/>
                    <a:pt x="75" y="31"/>
                  </a:cubicBezTo>
                  <a:cubicBezTo>
                    <a:pt x="86" y="31"/>
                    <a:pt x="98" y="35"/>
                    <a:pt x="106" y="43"/>
                  </a:cubicBezTo>
                  <a:cubicBezTo>
                    <a:pt x="123" y="61"/>
                    <a:pt x="123" y="61"/>
                    <a:pt x="123" y="61"/>
                  </a:cubicBezTo>
                  <a:cubicBezTo>
                    <a:pt x="128" y="67"/>
                    <a:pt x="138" y="67"/>
                    <a:pt x="144" y="61"/>
                  </a:cubicBezTo>
                  <a:cubicBezTo>
                    <a:pt x="150" y="54"/>
                    <a:pt x="150" y="46"/>
                    <a:pt x="144" y="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1" name="Group 303">
            <a:extLst>
              <a:ext uri="{FF2B5EF4-FFF2-40B4-BE49-F238E27FC236}">
                <a16:creationId xmlns:a16="http://schemas.microsoft.com/office/drawing/2014/main" id="{E39AEB97-E70A-C70C-1AAB-C92DD80A8478}"/>
              </a:ext>
            </a:extLst>
          </p:cNvPr>
          <p:cNvGrpSpPr/>
          <p:nvPr/>
        </p:nvGrpSpPr>
        <p:grpSpPr>
          <a:xfrm>
            <a:off x="9482658" y="5204247"/>
            <a:ext cx="244475" cy="244475"/>
            <a:chOff x="8326438" y="5522913"/>
            <a:chExt cx="244475" cy="244475"/>
          </a:xfrm>
          <a:solidFill>
            <a:schemeClr val="tx2"/>
          </a:solidFill>
        </p:grpSpPr>
        <p:sp>
          <p:nvSpPr>
            <p:cNvPr id="302" name="Freeform 246">
              <a:extLst>
                <a:ext uri="{FF2B5EF4-FFF2-40B4-BE49-F238E27FC236}">
                  <a16:creationId xmlns:a16="http://schemas.microsoft.com/office/drawing/2014/main" id="{670D3CA9-9459-13CD-E5CD-C6CF5B40D54B}"/>
                </a:ext>
              </a:extLst>
            </p:cNvPr>
            <p:cNvSpPr>
              <a:spLocks noChangeArrowheads="1"/>
            </p:cNvSpPr>
            <p:nvPr/>
          </p:nvSpPr>
          <p:spPr bwMode="auto">
            <a:xfrm>
              <a:off x="8326438" y="5522913"/>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4"/>
                    <a:pt x="424" y="649"/>
                    <a:pt x="339" y="649"/>
                  </a:cubicBezTo>
                  <a:cubicBezTo>
                    <a:pt x="254" y="649"/>
                    <a:pt x="176" y="614"/>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3" name="Freeform 247">
              <a:extLst>
                <a:ext uri="{FF2B5EF4-FFF2-40B4-BE49-F238E27FC236}">
                  <a16:creationId xmlns:a16="http://schemas.microsoft.com/office/drawing/2014/main" id="{4B1A5CCC-BC90-2D35-171B-27838AB9A837}"/>
                </a:ext>
              </a:extLst>
            </p:cNvPr>
            <p:cNvSpPr>
              <a:spLocks noChangeArrowheads="1"/>
            </p:cNvSpPr>
            <p:nvPr/>
          </p:nvSpPr>
          <p:spPr bwMode="auto">
            <a:xfrm>
              <a:off x="8399463" y="5692775"/>
              <a:ext cx="95250" cy="11113"/>
            </a:xfrm>
            <a:custGeom>
              <a:avLst/>
              <a:gdLst>
                <a:gd name="T0" fmla="*/ 250 w 266"/>
                <a:gd name="T1" fmla="*/ 0 h 30"/>
                <a:gd name="T2" fmla="*/ 250 w 266"/>
                <a:gd name="T3" fmla="*/ 0 h 30"/>
                <a:gd name="T4" fmla="*/ 14 w 266"/>
                <a:gd name="T5" fmla="*/ 0 h 30"/>
                <a:gd name="T6" fmla="*/ 0 w 266"/>
                <a:gd name="T7" fmla="*/ 14 h 30"/>
                <a:gd name="T8" fmla="*/ 14 w 266"/>
                <a:gd name="T9" fmla="*/ 29 h 30"/>
                <a:gd name="T10" fmla="*/ 250 w 266"/>
                <a:gd name="T11" fmla="*/ 29 h 30"/>
                <a:gd name="T12" fmla="*/ 265 w 266"/>
                <a:gd name="T13" fmla="*/ 14 h 30"/>
                <a:gd name="T14" fmla="*/ 250 w 26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6" h="30">
                  <a:moveTo>
                    <a:pt x="250" y="0"/>
                  </a:moveTo>
                  <a:lnTo>
                    <a:pt x="250" y="0"/>
                  </a:lnTo>
                  <a:cubicBezTo>
                    <a:pt x="14" y="0"/>
                    <a:pt x="14" y="0"/>
                    <a:pt x="14" y="0"/>
                  </a:cubicBezTo>
                  <a:cubicBezTo>
                    <a:pt x="5" y="0"/>
                    <a:pt x="0" y="7"/>
                    <a:pt x="0" y="14"/>
                  </a:cubicBezTo>
                  <a:cubicBezTo>
                    <a:pt x="0" y="22"/>
                    <a:pt x="5" y="29"/>
                    <a:pt x="14" y="29"/>
                  </a:cubicBezTo>
                  <a:cubicBezTo>
                    <a:pt x="250" y="29"/>
                    <a:pt x="250" y="29"/>
                    <a:pt x="250" y="29"/>
                  </a:cubicBezTo>
                  <a:cubicBezTo>
                    <a:pt x="258" y="29"/>
                    <a:pt x="265" y="22"/>
                    <a:pt x="265" y="14"/>
                  </a:cubicBezTo>
                  <a:cubicBezTo>
                    <a:pt x="265"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4" name="Freeform 248">
              <a:extLst>
                <a:ext uri="{FF2B5EF4-FFF2-40B4-BE49-F238E27FC236}">
                  <a16:creationId xmlns:a16="http://schemas.microsoft.com/office/drawing/2014/main" id="{D8F9B2EB-481A-78B8-3D56-56A792A341F9}"/>
                </a:ext>
              </a:extLst>
            </p:cNvPr>
            <p:cNvSpPr>
              <a:spLocks noChangeArrowheads="1"/>
            </p:cNvSpPr>
            <p:nvPr/>
          </p:nvSpPr>
          <p:spPr bwMode="auto">
            <a:xfrm>
              <a:off x="8388350" y="5608638"/>
              <a:ext cx="22225" cy="22225"/>
            </a:xfrm>
            <a:custGeom>
              <a:avLst/>
              <a:gdLst>
                <a:gd name="T0" fmla="*/ 60 w 61"/>
                <a:gd name="T1" fmla="*/ 29 h 60"/>
                <a:gd name="T2" fmla="*/ 60 w 61"/>
                <a:gd name="T3" fmla="*/ 29 h 60"/>
                <a:gd name="T4" fmla="*/ 31 w 61"/>
                <a:gd name="T5" fmla="*/ 0 h 60"/>
                <a:gd name="T6" fmla="*/ 0 w 61"/>
                <a:gd name="T7" fmla="*/ 29 h 60"/>
                <a:gd name="T8" fmla="*/ 31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4"/>
                    <a:pt x="46" y="0"/>
                    <a:pt x="31" y="0"/>
                  </a:cubicBezTo>
                  <a:cubicBezTo>
                    <a:pt x="14" y="0"/>
                    <a:pt x="0" y="14"/>
                    <a:pt x="0" y="29"/>
                  </a:cubicBezTo>
                  <a:cubicBezTo>
                    <a:pt x="0" y="46"/>
                    <a:pt x="14" y="59"/>
                    <a:pt x="31"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5" name="Freeform 249">
              <a:extLst>
                <a:ext uri="{FF2B5EF4-FFF2-40B4-BE49-F238E27FC236}">
                  <a16:creationId xmlns:a16="http://schemas.microsoft.com/office/drawing/2014/main" id="{0B0473F7-D443-2FF6-5497-615B562A3463}"/>
                </a:ext>
              </a:extLst>
            </p:cNvPr>
            <p:cNvSpPr>
              <a:spLocks noChangeArrowheads="1"/>
            </p:cNvSpPr>
            <p:nvPr/>
          </p:nvSpPr>
          <p:spPr bwMode="auto">
            <a:xfrm>
              <a:off x="8485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5" y="59"/>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6" name="Freeform 250">
              <a:extLst>
                <a:ext uri="{FF2B5EF4-FFF2-40B4-BE49-F238E27FC236}">
                  <a16:creationId xmlns:a16="http://schemas.microsoft.com/office/drawing/2014/main" id="{CEA78DC1-D24C-8948-6D90-F4063E300A4D}"/>
                </a:ext>
              </a:extLst>
            </p:cNvPr>
            <p:cNvSpPr>
              <a:spLocks noChangeArrowheads="1"/>
            </p:cNvSpPr>
            <p:nvPr/>
          </p:nvSpPr>
          <p:spPr bwMode="auto">
            <a:xfrm>
              <a:off x="8377238" y="5575300"/>
              <a:ext cx="33337" cy="22225"/>
            </a:xfrm>
            <a:custGeom>
              <a:avLst/>
              <a:gdLst>
                <a:gd name="T0" fmla="*/ 90 w 93"/>
                <a:gd name="T1" fmla="*/ 10 h 63"/>
                <a:gd name="T2" fmla="*/ 90 w 93"/>
                <a:gd name="T3" fmla="*/ 10 h 63"/>
                <a:gd name="T4" fmla="*/ 69 w 93"/>
                <a:gd name="T5" fmla="*/ 3 h 63"/>
                <a:gd name="T6" fmla="*/ 11 w 93"/>
                <a:gd name="T7" fmla="*/ 33 h 63"/>
                <a:gd name="T8" fmla="*/ 4 w 93"/>
                <a:gd name="T9" fmla="*/ 53 h 63"/>
                <a:gd name="T10" fmla="*/ 23 w 93"/>
                <a:gd name="T11" fmla="*/ 60 h 63"/>
                <a:gd name="T12" fmla="*/ 83 w 93"/>
                <a:gd name="T13" fmla="*/ 29 h 63"/>
                <a:gd name="T14" fmla="*/ 90 w 93"/>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90" y="10"/>
                  </a:moveTo>
                  <a:lnTo>
                    <a:pt x="90" y="10"/>
                  </a:lnTo>
                  <a:cubicBezTo>
                    <a:pt x="85" y="3"/>
                    <a:pt x="77" y="0"/>
                    <a:pt x="69" y="3"/>
                  </a:cubicBezTo>
                  <a:cubicBezTo>
                    <a:pt x="11" y="33"/>
                    <a:pt x="11" y="33"/>
                    <a:pt x="11" y="33"/>
                  </a:cubicBezTo>
                  <a:cubicBezTo>
                    <a:pt x="2" y="36"/>
                    <a:pt x="0" y="46"/>
                    <a:pt x="4" y="53"/>
                  </a:cubicBezTo>
                  <a:cubicBezTo>
                    <a:pt x="8" y="60"/>
                    <a:pt x="16" y="62"/>
                    <a:pt x="23" y="60"/>
                  </a:cubicBezTo>
                  <a:cubicBezTo>
                    <a:pt x="83" y="29"/>
                    <a:pt x="83" y="29"/>
                    <a:pt x="83" y="29"/>
                  </a:cubicBezTo>
                  <a:cubicBezTo>
                    <a:pt x="90" y="26"/>
                    <a:pt x="92"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7" name="Freeform 251">
              <a:extLst>
                <a:ext uri="{FF2B5EF4-FFF2-40B4-BE49-F238E27FC236}">
                  <a16:creationId xmlns:a16="http://schemas.microsoft.com/office/drawing/2014/main" id="{EC68BE20-0F2F-9F57-0EBE-46D6F1333F4E}"/>
                </a:ext>
              </a:extLst>
            </p:cNvPr>
            <p:cNvSpPr>
              <a:spLocks noChangeArrowheads="1"/>
            </p:cNvSpPr>
            <p:nvPr/>
          </p:nvSpPr>
          <p:spPr bwMode="auto">
            <a:xfrm>
              <a:off x="8483600" y="5575300"/>
              <a:ext cx="33338" cy="22225"/>
            </a:xfrm>
            <a:custGeom>
              <a:avLst/>
              <a:gdLst>
                <a:gd name="T0" fmla="*/ 82 w 94"/>
                <a:gd name="T1" fmla="*/ 33 h 63"/>
                <a:gd name="T2" fmla="*/ 82 w 94"/>
                <a:gd name="T3" fmla="*/ 33 h 63"/>
                <a:gd name="T4" fmla="*/ 24 w 94"/>
                <a:gd name="T5" fmla="*/ 3 h 63"/>
                <a:gd name="T6" fmla="*/ 3 w 94"/>
                <a:gd name="T7" fmla="*/ 10 h 63"/>
                <a:gd name="T8" fmla="*/ 10 w 94"/>
                <a:gd name="T9" fmla="*/ 29 h 63"/>
                <a:gd name="T10" fmla="*/ 69 w 94"/>
                <a:gd name="T11" fmla="*/ 60 h 63"/>
                <a:gd name="T12" fmla="*/ 89 w 94"/>
                <a:gd name="T13" fmla="*/ 53 h 63"/>
                <a:gd name="T14" fmla="*/ 82 w 94"/>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82" y="33"/>
                  </a:moveTo>
                  <a:lnTo>
                    <a:pt x="82" y="33"/>
                  </a:lnTo>
                  <a:cubicBezTo>
                    <a:pt x="24" y="3"/>
                    <a:pt x="24" y="3"/>
                    <a:pt x="24" y="3"/>
                  </a:cubicBezTo>
                  <a:cubicBezTo>
                    <a:pt x="16" y="0"/>
                    <a:pt x="7" y="3"/>
                    <a:pt x="3" y="10"/>
                  </a:cubicBezTo>
                  <a:cubicBezTo>
                    <a:pt x="0" y="17"/>
                    <a:pt x="3" y="26"/>
                    <a:pt x="10" y="29"/>
                  </a:cubicBezTo>
                  <a:cubicBezTo>
                    <a:pt x="69" y="60"/>
                    <a:pt x="69" y="60"/>
                    <a:pt x="69" y="60"/>
                  </a:cubicBezTo>
                  <a:cubicBezTo>
                    <a:pt x="76" y="62"/>
                    <a:pt x="85" y="60"/>
                    <a:pt x="89" y="53"/>
                  </a:cubicBezTo>
                  <a:cubicBezTo>
                    <a:pt x="93" y="46"/>
                    <a:pt x="90" y="36"/>
                    <a:pt x="82"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8" name="Group 310">
            <a:extLst>
              <a:ext uri="{FF2B5EF4-FFF2-40B4-BE49-F238E27FC236}">
                <a16:creationId xmlns:a16="http://schemas.microsoft.com/office/drawing/2014/main" id="{53F8CF09-AD77-940B-AEB9-937D1ACB0027}"/>
              </a:ext>
            </a:extLst>
          </p:cNvPr>
          <p:cNvGrpSpPr/>
          <p:nvPr/>
        </p:nvGrpSpPr>
        <p:grpSpPr>
          <a:xfrm>
            <a:off x="9990658" y="5204247"/>
            <a:ext cx="244475" cy="244475"/>
            <a:chOff x="8834438" y="5522913"/>
            <a:chExt cx="244475" cy="244475"/>
          </a:xfrm>
          <a:solidFill>
            <a:schemeClr val="tx2"/>
          </a:solidFill>
        </p:grpSpPr>
        <p:sp>
          <p:nvSpPr>
            <p:cNvPr id="309" name="Freeform 252">
              <a:extLst>
                <a:ext uri="{FF2B5EF4-FFF2-40B4-BE49-F238E27FC236}">
                  <a16:creationId xmlns:a16="http://schemas.microsoft.com/office/drawing/2014/main" id="{B43194F8-47A7-68A6-DF72-6BB516F7770D}"/>
                </a:ext>
              </a:extLst>
            </p:cNvPr>
            <p:cNvSpPr>
              <a:spLocks noChangeArrowheads="1"/>
            </p:cNvSpPr>
            <p:nvPr/>
          </p:nvSpPr>
          <p:spPr bwMode="auto">
            <a:xfrm>
              <a:off x="8905875" y="5672138"/>
              <a:ext cx="101600" cy="34925"/>
            </a:xfrm>
            <a:custGeom>
              <a:avLst/>
              <a:gdLst>
                <a:gd name="T0" fmla="*/ 142 w 284"/>
                <a:gd name="T1" fmla="*/ 0 h 97"/>
                <a:gd name="T2" fmla="*/ 142 w 284"/>
                <a:gd name="T3" fmla="*/ 0 h 97"/>
                <a:gd name="T4" fmla="*/ 5 w 284"/>
                <a:gd name="T5" fmla="*/ 70 h 97"/>
                <a:gd name="T6" fmla="*/ 6 w 284"/>
                <a:gd name="T7" fmla="*/ 91 h 97"/>
                <a:gd name="T8" fmla="*/ 27 w 284"/>
                <a:gd name="T9" fmla="*/ 88 h 97"/>
                <a:gd name="T10" fmla="*/ 27 w 284"/>
                <a:gd name="T11" fmla="*/ 88 h 97"/>
                <a:gd name="T12" fmla="*/ 142 w 284"/>
                <a:gd name="T13" fmla="*/ 29 h 97"/>
                <a:gd name="T14" fmla="*/ 255 w 284"/>
                <a:gd name="T15" fmla="*/ 88 h 97"/>
                <a:gd name="T16" fmla="*/ 276 w 284"/>
                <a:gd name="T17" fmla="*/ 91 h 97"/>
                <a:gd name="T18" fmla="*/ 277 w 284"/>
                <a:gd name="T19" fmla="*/ 70 h 97"/>
                <a:gd name="T20" fmla="*/ 142 w 284"/>
                <a:gd name="T21"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7">
                  <a:moveTo>
                    <a:pt x="142" y="0"/>
                  </a:moveTo>
                  <a:lnTo>
                    <a:pt x="142" y="0"/>
                  </a:lnTo>
                  <a:cubicBezTo>
                    <a:pt x="87" y="0"/>
                    <a:pt x="38" y="27"/>
                    <a:pt x="5" y="70"/>
                  </a:cubicBezTo>
                  <a:cubicBezTo>
                    <a:pt x="0" y="77"/>
                    <a:pt x="1" y="85"/>
                    <a:pt x="6" y="91"/>
                  </a:cubicBezTo>
                  <a:cubicBezTo>
                    <a:pt x="13" y="96"/>
                    <a:pt x="23" y="95"/>
                    <a:pt x="27" y="88"/>
                  </a:cubicBezTo>
                  <a:lnTo>
                    <a:pt x="27" y="88"/>
                  </a:lnTo>
                  <a:cubicBezTo>
                    <a:pt x="58" y="51"/>
                    <a:pt x="98" y="29"/>
                    <a:pt x="142" y="29"/>
                  </a:cubicBezTo>
                  <a:cubicBezTo>
                    <a:pt x="185" y="29"/>
                    <a:pt x="225" y="51"/>
                    <a:pt x="255" y="88"/>
                  </a:cubicBezTo>
                  <a:cubicBezTo>
                    <a:pt x="259" y="95"/>
                    <a:pt x="269" y="96"/>
                    <a:pt x="276" y="91"/>
                  </a:cubicBezTo>
                  <a:cubicBezTo>
                    <a:pt x="281" y="85"/>
                    <a:pt x="283" y="77"/>
                    <a:pt x="277" y="70"/>
                  </a:cubicBezTo>
                  <a:cubicBezTo>
                    <a:pt x="244" y="27"/>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0" name="Freeform 253">
              <a:extLst>
                <a:ext uri="{FF2B5EF4-FFF2-40B4-BE49-F238E27FC236}">
                  <a16:creationId xmlns:a16="http://schemas.microsoft.com/office/drawing/2014/main" id="{9C4C126B-0426-1A6B-D4FD-2F751E7DFC74}"/>
                </a:ext>
              </a:extLst>
            </p:cNvPr>
            <p:cNvSpPr>
              <a:spLocks noChangeArrowheads="1"/>
            </p:cNvSpPr>
            <p:nvPr/>
          </p:nvSpPr>
          <p:spPr bwMode="auto">
            <a:xfrm>
              <a:off x="8834438"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1" name="Freeform 254">
              <a:extLst>
                <a:ext uri="{FF2B5EF4-FFF2-40B4-BE49-F238E27FC236}">
                  <a16:creationId xmlns:a16="http://schemas.microsoft.com/office/drawing/2014/main" id="{2EDD1A75-AEFC-9E60-E713-873757964A8A}"/>
                </a:ext>
              </a:extLst>
            </p:cNvPr>
            <p:cNvSpPr>
              <a:spLocks noChangeArrowheads="1"/>
            </p:cNvSpPr>
            <p:nvPr/>
          </p:nvSpPr>
          <p:spPr bwMode="auto">
            <a:xfrm>
              <a:off x="8897938" y="5608638"/>
              <a:ext cx="22225" cy="22225"/>
            </a:xfrm>
            <a:custGeom>
              <a:avLst/>
              <a:gdLst>
                <a:gd name="T0" fmla="*/ 59 w 60"/>
                <a:gd name="T1" fmla="*/ 29 h 60"/>
                <a:gd name="T2" fmla="*/ 59 w 60"/>
                <a:gd name="T3" fmla="*/ 29 h 60"/>
                <a:gd name="T4" fmla="*/ 30 w 60"/>
                <a:gd name="T5" fmla="*/ 0 h 60"/>
                <a:gd name="T6" fmla="*/ 0 w 60"/>
                <a:gd name="T7" fmla="*/ 29 h 60"/>
                <a:gd name="T8" fmla="*/ 30 w 60"/>
                <a:gd name="T9" fmla="*/ 59 h 60"/>
                <a:gd name="T10" fmla="*/ 59 w 60"/>
                <a:gd name="T11" fmla="*/ 29 h 60"/>
              </a:gdLst>
              <a:ahLst/>
              <a:cxnLst>
                <a:cxn ang="0">
                  <a:pos x="T0" y="T1"/>
                </a:cxn>
                <a:cxn ang="0">
                  <a:pos x="T2" y="T3"/>
                </a:cxn>
                <a:cxn ang="0">
                  <a:pos x="T4" y="T5"/>
                </a:cxn>
                <a:cxn ang="0">
                  <a:pos x="T6" y="T7"/>
                </a:cxn>
                <a:cxn ang="0">
                  <a:pos x="T8" y="T9"/>
                </a:cxn>
                <a:cxn ang="0">
                  <a:pos x="T10" y="T11"/>
                </a:cxn>
              </a:cxnLst>
              <a:rect l="0" t="0" r="r" b="b"/>
              <a:pathLst>
                <a:path w="60" h="60">
                  <a:moveTo>
                    <a:pt x="59" y="29"/>
                  </a:moveTo>
                  <a:lnTo>
                    <a:pt x="59" y="29"/>
                  </a:lnTo>
                  <a:cubicBezTo>
                    <a:pt x="59" y="14"/>
                    <a:pt x="45" y="0"/>
                    <a:pt x="30" y="0"/>
                  </a:cubicBezTo>
                  <a:cubicBezTo>
                    <a:pt x="14" y="0"/>
                    <a:pt x="0" y="14"/>
                    <a:pt x="0" y="29"/>
                  </a:cubicBezTo>
                  <a:cubicBezTo>
                    <a:pt x="0" y="46"/>
                    <a:pt x="14" y="59"/>
                    <a:pt x="30" y="59"/>
                  </a:cubicBezTo>
                  <a:cubicBezTo>
                    <a:pt x="45" y="59"/>
                    <a:pt x="59" y="46"/>
                    <a:pt x="59"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2" name="Freeform 255">
              <a:extLst>
                <a:ext uri="{FF2B5EF4-FFF2-40B4-BE49-F238E27FC236}">
                  <a16:creationId xmlns:a16="http://schemas.microsoft.com/office/drawing/2014/main" id="{014C085D-E70F-B61F-0DE1-98689DC300AB}"/>
                </a:ext>
              </a:extLst>
            </p:cNvPr>
            <p:cNvSpPr>
              <a:spLocks noChangeArrowheads="1"/>
            </p:cNvSpPr>
            <p:nvPr/>
          </p:nvSpPr>
          <p:spPr bwMode="auto">
            <a:xfrm>
              <a:off x="8993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6" y="59"/>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3" name="Freeform 256">
              <a:extLst>
                <a:ext uri="{FF2B5EF4-FFF2-40B4-BE49-F238E27FC236}">
                  <a16:creationId xmlns:a16="http://schemas.microsoft.com/office/drawing/2014/main" id="{0F226657-C48F-DCAD-4D23-BD585C9C5437}"/>
                </a:ext>
              </a:extLst>
            </p:cNvPr>
            <p:cNvSpPr>
              <a:spLocks noChangeArrowheads="1"/>
            </p:cNvSpPr>
            <p:nvPr/>
          </p:nvSpPr>
          <p:spPr bwMode="auto">
            <a:xfrm>
              <a:off x="8886825" y="5575300"/>
              <a:ext cx="33338" cy="22225"/>
            </a:xfrm>
            <a:custGeom>
              <a:avLst/>
              <a:gdLst>
                <a:gd name="T0" fmla="*/ 90 w 94"/>
                <a:gd name="T1" fmla="*/ 10 h 63"/>
                <a:gd name="T2" fmla="*/ 90 w 94"/>
                <a:gd name="T3" fmla="*/ 10 h 63"/>
                <a:gd name="T4" fmla="*/ 69 w 94"/>
                <a:gd name="T5" fmla="*/ 3 h 63"/>
                <a:gd name="T6" fmla="*/ 11 w 94"/>
                <a:gd name="T7" fmla="*/ 33 h 63"/>
                <a:gd name="T8" fmla="*/ 4 w 94"/>
                <a:gd name="T9" fmla="*/ 53 h 63"/>
                <a:gd name="T10" fmla="*/ 24 w 94"/>
                <a:gd name="T11" fmla="*/ 60 h 63"/>
                <a:gd name="T12" fmla="*/ 83 w 94"/>
                <a:gd name="T13" fmla="*/ 29 h 63"/>
                <a:gd name="T14" fmla="*/ 90 w 94"/>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90" y="10"/>
                  </a:moveTo>
                  <a:lnTo>
                    <a:pt x="90" y="10"/>
                  </a:lnTo>
                  <a:cubicBezTo>
                    <a:pt x="86" y="3"/>
                    <a:pt x="77" y="0"/>
                    <a:pt x="69" y="3"/>
                  </a:cubicBezTo>
                  <a:cubicBezTo>
                    <a:pt x="11" y="33"/>
                    <a:pt x="11" y="33"/>
                    <a:pt x="11" y="33"/>
                  </a:cubicBezTo>
                  <a:cubicBezTo>
                    <a:pt x="3" y="36"/>
                    <a:pt x="0" y="46"/>
                    <a:pt x="4" y="53"/>
                  </a:cubicBezTo>
                  <a:cubicBezTo>
                    <a:pt x="8" y="60"/>
                    <a:pt x="17" y="62"/>
                    <a:pt x="24" y="60"/>
                  </a:cubicBezTo>
                  <a:cubicBezTo>
                    <a:pt x="83" y="29"/>
                    <a:pt x="83" y="29"/>
                    <a:pt x="83" y="29"/>
                  </a:cubicBezTo>
                  <a:cubicBezTo>
                    <a:pt x="90" y="26"/>
                    <a:pt x="93"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4" name="Freeform 257">
              <a:extLst>
                <a:ext uri="{FF2B5EF4-FFF2-40B4-BE49-F238E27FC236}">
                  <a16:creationId xmlns:a16="http://schemas.microsoft.com/office/drawing/2014/main" id="{B0C87A6F-1654-1CD0-9A1E-114FAEC62F69}"/>
                </a:ext>
              </a:extLst>
            </p:cNvPr>
            <p:cNvSpPr>
              <a:spLocks noChangeArrowheads="1"/>
            </p:cNvSpPr>
            <p:nvPr/>
          </p:nvSpPr>
          <p:spPr bwMode="auto">
            <a:xfrm>
              <a:off x="8993188" y="5575300"/>
              <a:ext cx="33337" cy="22225"/>
            </a:xfrm>
            <a:custGeom>
              <a:avLst/>
              <a:gdLst>
                <a:gd name="T0" fmla="*/ 81 w 93"/>
                <a:gd name="T1" fmla="*/ 33 h 63"/>
                <a:gd name="T2" fmla="*/ 81 w 93"/>
                <a:gd name="T3" fmla="*/ 33 h 63"/>
                <a:gd name="T4" fmla="*/ 23 w 93"/>
                <a:gd name="T5" fmla="*/ 3 h 63"/>
                <a:gd name="T6" fmla="*/ 2 w 93"/>
                <a:gd name="T7" fmla="*/ 10 h 63"/>
                <a:gd name="T8" fmla="*/ 9 w 93"/>
                <a:gd name="T9" fmla="*/ 29 h 63"/>
                <a:gd name="T10" fmla="*/ 69 w 93"/>
                <a:gd name="T11" fmla="*/ 60 h 63"/>
                <a:gd name="T12" fmla="*/ 88 w 93"/>
                <a:gd name="T13" fmla="*/ 53 h 63"/>
                <a:gd name="T14" fmla="*/ 81 w 93"/>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81" y="33"/>
                  </a:moveTo>
                  <a:lnTo>
                    <a:pt x="81" y="33"/>
                  </a:lnTo>
                  <a:cubicBezTo>
                    <a:pt x="23" y="3"/>
                    <a:pt x="23" y="3"/>
                    <a:pt x="23" y="3"/>
                  </a:cubicBezTo>
                  <a:cubicBezTo>
                    <a:pt x="15" y="0"/>
                    <a:pt x="7" y="3"/>
                    <a:pt x="2" y="10"/>
                  </a:cubicBezTo>
                  <a:cubicBezTo>
                    <a:pt x="0" y="17"/>
                    <a:pt x="2" y="26"/>
                    <a:pt x="9" y="29"/>
                  </a:cubicBezTo>
                  <a:cubicBezTo>
                    <a:pt x="69" y="60"/>
                    <a:pt x="69" y="60"/>
                    <a:pt x="69" y="60"/>
                  </a:cubicBezTo>
                  <a:cubicBezTo>
                    <a:pt x="76" y="62"/>
                    <a:pt x="84" y="60"/>
                    <a:pt x="88" y="53"/>
                  </a:cubicBezTo>
                  <a:cubicBezTo>
                    <a:pt x="92" y="46"/>
                    <a:pt x="89" y="36"/>
                    <a:pt x="81"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15" name="Group 317">
            <a:extLst>
              <a:ext uri="{FF2B5EF4-FFF2-40B4-BE49-F238E27FC236}">
                <a16:creationId xmlns:a16="http://schemas.microsoft.com/office/drawing/2014/main" id="{179F030C-D824-ABDF-3E03-035BF7AE02E7}"/>
              </a:ext>
            </a:extLst>
          </p:cNvPr>
          <p:cNvGrpSpPr/>
          <p:nvPr/>
        </p:nvGrpSpPr>
        <p:grpSpPr>
          <a:xfrm>
            <a:off x="8973070" y="5718597"/>
            <a:ext cx="244475" cy="244475"/>
            <a:chOff x="7816850" y="6032500"/>
            <a:chExt cx="244475" cy="244475"/>
          </a:xfrm>
          <a:solidFill>
            <a:schemeClr val="tx2"/>
          </a:solidFill>
        </p:grpSpPr>
        <p:sp>
          <p:nvSpPr>
            <p:cNvPr id="316" name="Freeform 258">
              <a:extLst>
                <a:ext uri="{FF2B5EF4-FFF2-40B4-BE49-F238E27FC236}">
                  <a16:creationId xmlns:a16="http://schemas.microsoft.com/office/drawing/2014/main" id="{E2904AC4-998E-F51E-2035-160C54F19A46}"/>
                </a:ext>
              </a:extLst>
            </p:cNvPr>
            <p:cNvSpPr>
              <a:spLocks noChangeArrowheads="1"/>
            </p:cNvSpPr>
            <p:nvPr/>
          </p:nvSpPr>
          <p:spPr bwMode="auto">
            <a:xfrm>
              <a:off x="7816850" y="6032500"/>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4" y="649"/>
                    <a:pt x="177" y="615"/>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7" name="Freeform 259">
              <a:extLst>
                <a:ext uri="{FF2B5EF4-FFF2-40B4-BE49-F238E27FC236}">
                  <a16:creationId xmlns:a16="http://schemas.microsoft.com/office/drawing/2014/main" id="{3A09BA47-866B-85D1-65E0-533DC74BC501}"/>
                </a:ext>
              </a:extLst>
            </p:cNvPr>
            <p:cNvSpPr>
              <a:spLocks noChangeArrowheads="1"/>
            </p:cNvSpPr>
            <p:nvPr/>
          </p:nvSpPr>
          <p:spPr bwMode="auto">
            <a:xfrm>
              <a:off x="7869238" y="6170613"/>
              <a:ext cx="138112" cy="74612"/>
            </a:xfrm>
            <a:custGeom>
              <a:avLst/>
              <a:gdLst>
                <a:gd name="T0" fmla="*/ 374 w 384"/>
                <a:gd name="T1" fmla="*/ 2 h 208"/>
                <a:gd name="T2" fmla="*/ 374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4 w 384"/>
                <a:gd name="T19" fmla="*/ 2 h 208"/>
                <a:gd name="T20" fmla="*/ 305 w 384"/>
                <a:gd name="T21" fmla="*/ 129 h 208"/>
                <a:gd name="T22" fmla="*/ 305 w 384"/>
                <a:gd name="T23" fmla="*/ 129 h 208"/>
                <a:gd name="T24" fmla="*/ 192 w 384"/>
                <a:gd name="T25" fmla="*/ 178 h 208"/>
                <a:gd name="T26" fmla="*/ 77 w 384"/>
                <a:gd name="T27" fmla="*/ 129 h 208"/>
                <a:gd name="T28" fmla="*/ 32 w 384"/>
                <a:gd name="T29" fmla="*/ 44 h 208"/>
                <a:gd name="T30" fmla="*/ 192 w 384"/>
                <a:gd name="T31" fmla="*/ 92 h 208"/>
                <a:gd name="T32" fmla="*/ 351 w 384"/>
                <a:gd name="T33" fmla="*/ 44 h 208"/>
                <a:gd name="T34" fmla="*/ 305 w 384"/>
                <a:gd name="T35" fmla="*/ 12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4" y="2"/>
                  </a:moveTo>
                  <a:lnTo>
                    <a:pt x="374" y="2"/>
                  </a:lnTo>
                  <a:cubicBezTo>
                    <a:pt x="370" y="0"/>
                    <a:pt x="365" y="0"/>
                    <a:pt x="359" y="4"/>
                  </a:cubicBezTo>
                  <a:cubicBezTo>
                    <a:pt x="303" y="44"/>
                    <a:pt x="247" y="63"/>
                    <a:pt x="192" y="63"/>
                  </a:cubicBezTo>
                  <a:cubicBezTo>
                    <a:pt x="135"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4" y="2"/>
                  </a:cubicBezTo>
                  <a:close/>
                  <a:moveTo>
                    <a:pt x="305" y="129"/>
                  </a:moveTo>
                  <a:lnTo>
                    <a:pt x="305" y="129"/>
                  </a:lnTo>
                  <a:cubicBezTo>
                    <a:pt x="276" y="160"/>
                    <a:pt x="236" y="178"/>
                    <a:pt x="192" y="178"/>
                  </a:cubicBezTo>
                  <a:cubicBezTo>
                    <a:pt x="147" y="178"/>
                    <a:pt x="106" y="160"/>
                    <a:pt x="77" y="129"/>
                  </a:cubicBezTo>
                  <a:cubicBezTo>
                    <a:pt x="54" y="107"/>
                    <a:pt x="39" y="77"/>
                    <a:pt x="32" y="44"/>
                  </a:cubicBezTo>
                  <a:cubicBezTo>
                    <a:pt x="84" y="76"/>
                    <a:pt x="138" y="92"/>
                    <a:pt x="192" y="92"/>
                  </a:cubicBezTo>
                  <a:cubicBezTo>
                    <a:pt x="245" y="92"/>
                    <a:pt x="298" y="76"/>
                    <a:pt x="351" y="44"/>
                  </a:cubicBezTo>
                  <a:cubicBezTo>
                    <a:pt x="345" y="77"/>
                    <a:pt x="329" y="107"/>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8" name="Freeform 260">
              <a:extLst>
                <a:ext uri="{FF2B5EF4-FFF2-40B4-BE49-F238E27FC236}">
                  <a16:creationId xmlns:a16="http://schemas.microsoft.com/office/drawing/2014/main" id="{07B516DF-2D31-DEAC-CA22-427A3D0B0D28}"/>
                </a:ext>
              </a:extLst>
            </p:cNvPr>
            <p:cNvSpPr>
              <a:spLocks noChangeArrowheads="1"/>
            </p:cNvSpPr>
            <p:nvPr/>
          </p:nvSpPr>
          <p:spPr bwMode="auto">
            <a:xfrm>
              <a:off x="7859713" y="6086475"/>
              <a:ext cx="53975" cy="53975"/>
            </a:xfrm>
            <a:custGeom>
              <a:avLst/>
              <a:gdLst>
                <a:gd name="T0" fmla="*/ 62 w 148"/>
                <a:gd name="T1" fmla="*/ 144 h 149"/>
                <a:gd name="T2" fmla="*/ 62 w 148"/>
                <a:gd name="T3" fmla="*/ 144 h 149"/>
                <a:gd name="T4" fmla="*/ 73 w 148"/>
                <a:gd name="T5" fmla="*/ 148 h 149"/>
                <a:gd name="T6" fmla="*/ 83 w 148"/>
                <a:gd name="T7" fmla="*/ 144 h 149"/>
                <a:gd name="T8" fmla="*/ 126 w 148"/>
                <a:gd name="T9" fmla="*/ 97 h 149"/>
                <a:gd name="T10" fmla="*/ 141 w 148"/>
                <a:gd name="T11" fmla="*/ 72 h 149"/>
                <a:gd name="T12" fmla="*/ 147 w 148"/>
                <a:gd name="T13" fmla="*/ 44 h 149"/>
                <a:gd name="T14" fmla="*/ 102 w 148"/>
                <a:gd name="T15" fmla="*/ 0 h 149"/>
                <a:gd name="T16" fmla="*/ 86 w 148"/>
                <a:gd name="T17" fmla="*/ 3 h 149"/>
                <a:gd name="T18" fmla="*/ 73 w 148"/>
                <a:gd name="T19" fmla="*/ 5 h 149"/>
                <a:gd name="T20" fmla="*/ 59 w 148"/>
                <a:gd name="T21" fmla="*/ 3 h 149"/>
                <a:gd name="T22" fmla="*/ 44 w 148"/>
                <a:gd name="T23" fmla="*/ 0 h 149"/>
                <a:gd name="T24" fmla="*/ 0 w 148"/>
                <a:gd name="T25" fmla="*/ 44 h 149"/>
                <a:gd name="T26" fmla="*/ 6 w 148"/>
                <a:gd name="T27" fmla="*/ 72 h 149"/>
                <a:gd name="T28" fmla="*/ 30 w 148"/>
                <a:gd name="T29" fmla="*/ 109 h 149"/>
                <a:gd name="T30" fmla="*/ 62 w 148"/>
                <a:gd name="T31" fmla="*/ 144 h 149"/>
                <a:gd name="T32" fmla="*/ 44 w 148"/>
                <a:gd name="T33" fmla="*/ 29 h 149"/>
                <a:gd name="T34" fmla="*/ 44 w 148"/>
                <a:gd name="T35" fmla="*/ 29 h 149"/>
                <a:gd name="T36" fmla="*/ 54 w 148"/>
                <a:gd name="T37" fmla="*/ 30 h 149"/>
                <a:gd name="T38" fmla="*/ 68 w 148"/>
                <a:gd name="T39" fmla="*/ 34 h 149"/>
                <a:gd name="T40" fmla="*/ 77 w 148"/>
                <a:gd name="T41" fmla="*/ 34 h 149"/>
                <a:gd name="T42" fmla="*/ 93 w 148"/>
                <a:gd name="T43" fmla="*/ 30 h 149"/>
                <a:gd name="T44" fmla="*/ 102 w 148"/>
                <a:gd name="T45" fmla="*/ 29 h 149"/>
                <a:gd name="T46" fmla="*/ 118 w 148"/>
                <a:gd name="T47" fmla="*/ 44 h 149"/>
                <a:gd name="T48" fmla="*/ 113 w 148"/>
                <a:gd name="T49" fmla="*/ 61 h 149"/>
                <a:gd name="T50" fmla="*/ 94 w 148"/>
                <a:gd name="T51" fmla="*/ 90 h 149"/>
                <a:gd name="T52" fmla="*/ 73 w 148"/>
                <a:gd name="T53" fmla="*/ 112 h 149"/>
                <a:gd name="T54" fmla="*/ 44 w 148"/>
                <a:gd name="T55" fmla="*/ 80 h 149"/>
                <a:gd name="T56" fmla="*/ 33 w 148"/>
                <a:gd name="T57" fmla="*/ 61 h 149"/>
                <a:gd name="T58" fmla="*/ 29 w 148"/>
                <a:gd name="T59" fmla="*/ 44 h 149"/>
                <a:gd name="T60" fmla="*/ 44 w 148"/>
                <a:gd name="T61"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8" h="149">
                  <a:moveTo>
                    <a:pt x="62" y="144"/>
                  </a:moveTo>
                  <a:lnTo>
                    <a:pt x="62" y="144"/>
                  </a:lnTo>
                  <a:cubicBezTo>
                    <a:pt x="65" y="146"/>
                    <a:pt x="69" y="148"/>
                    <a:pt x="73" y="148"/>
                  </a:cubicBezTo>
                  <a:cubicBezTo>
                    <a:pt x="77" y="148"/>
                    <a:pt x="80" y="146"/>
                    <a:pt x="83" y="144"/>
                  </a:cubicBezTo>
                  <a:cubicBezTo>
                    <a:pt x="98" y="128"/>
                    <a:pt x="113" y="113"/>
                    <a:pt x="126" y="97"/>
                  </a:cubicBezTo>
                  <a:cubicBezTo>
                    <a:pt x="131" y="90"/>
                    <a:pt x="137" y="81"/>
                    <a:pt x="141" y="72"/>
                  </a:cubicBezTo>
                  <a:cubicBezTo>
                    <a:pt x="144" y="63"/>
                    <a:pt x="147" y="54"/>
                    <a:pt x="147" y="44"/>
                  </a:cubicBezTo>
                  <a:cubicBezTo>
                    <a:pt x="147" y="19"/>
                    <a:pt x="127" y="0"/>
                    <a:pt x="102" y="0"/>
                  </a:cubicBezTo>
                  <a:cubicBezTo>
                    <a:pt x="97" y="0"/>
                    <a:pt x="93" y="1"/>
                    <a:pt x="86" y="3"/>
                  </a:cubicBezTo>
                  <a:cubicBezTo>
                    <a:pt x="82" y="3"/>
                    <a:pt x="77" y="4"/>
                    <a:pt x="73" y="5"/>
                  </a:cubicBezTo>
                  <a:cubicBezTo>
                    <a:pt x="69" y="4"/>
                    <a:pt x="64" y="3"/>
                    <a:pt x="59" y="3"/>
                  </a:cubicBezTo>
                  <a:cubicBezTo>
                    <a:pt x="54" y="1"/>
                    <a:pt x="48" y="0"/>
                    <a:pt x="44" y="0"/>
                  </a:cubicBezTo>
                  <a:cubicBezTo>
                    <a:pt x="19" y="0"/>
                    <a:pt x="0" y="19"/>
                    <a:pt x="0" y="44"/>
                  </a:cubicBezTo>
                  <a:cubicBezTo>
                    <a:pt x="0" y="54"/>
                    <a:pt x="2" y="63"/>
                    <a:pt x="6" y="72"/>
                  </a:cubicBezTo>
                  <a:cubicBezTo>
                    <a:pt x="11" y="85"/>
                    <a:pt x="21" y="98"/>
                    <a:pt x="30" y="109"/>
                  </a:cubicBezTo>
                  <a:cubicBezTo>
                    <a:pt x="40" y="120"/>
                    <a:pt x="51" y="132"/>
                    <a:pt x="62" y="144"/>
                  </a:cubicBezTo>
                  <a:close/>
                  <a:moveTo>
                    <a:pt x="44" y="29"/>
                  </a:moveTo>
                  <a:lnTo>
                    <a:pt x="44" y="29"/>
                  </a:lnTo>
                  <a:cubicBezTo>
                    <a:pt x="46" y="29"/>
                    <a:pt x="50" y="30"/>
                    <a:pt x="54" y="30"/>
                  </a:cubicBezTo>
                  <a:cubicBezTo>
                    <a:pt x="58" y="32"/>
                    <a:pt x="64" y="33"/>
                    <a:pt x="68" y="34"/>
                  </a:cubicBezTo>
                  <a:cubicBezTo>
                    <a:pt x="72" y="36"/>
                    <a:pt x="75" y="36"/>
                    <a:pt x="77" y="34"/>
                  </a:cubicBezTo>
                  <a:cubicBezTo>
                    <a:pt x="83" y="33"/>
                    <a:pt x="89" y="32"/>
                    <a:pt x="93" y="30"/>
                  </a:cubicBezTo>
                  <a:cubicBezTo>
                    <a:pt x="97" y="30"/>
                    <a:pt x="101" y="29"/>
                    <a:pt x="102" y="29"/>
                  </a:cubicBezTo>
                  <a:cubicBezTo>
                    <a:pt x="111" y="29"/>
                    <a:pt x="118" y="36"/>
                    <a:pt x="118" y="44"/>
                  </a:cubicBezTo>
                  <a:cubicBezTo>
                    <a:pt x="118" y="50"/>
                    <a:pt x="116" y="54"/>
                    <a:pt x="113" y="61"/>
                  </a:cubicBezTo>
                  <a:cubicBezTo>
                    <a:pt x="109" y="69"/>
                    <a:pt x="102" y="80"/>
                    <a:pt x="94" y="90"/>
                  </a:cubicBezTo>
                  <a:cubicBezTo>
                    <a:pt x="87" y="97"/>
                    <a:pt x="80" y="105"/>
                    <a:pt x="73" y="112"/>
                  </a:cubicBezTo>
                  <a:cubicBezTo>
                    <a:pt x="62" y="101"/>
                    <a:pt x="53" y="90"/>
                    <a:pt x="44" y="80"/>
                  </a:cubicBezTo>
                  <a:cubicBezTo>
                    <a:pt x="39" y="73"/>
                    <a:pt x="36" y="66"/>
                    <a:pt x="33" y="61"/>
                  </a:cubicBezTo>
                  <a:cubicBezTo>
                    <a:pt x="30" y="54"/>
                    <a:pt x="29" y="50"/>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9" name="Freeform 261">
              <a:extLst>
                <a:ext uri="{FF2B5EF4-FFF2-40B4-BE49-F238E27FC236}">
                  <a16:creationId xmlns:a16="http://schemas.microsoft.com/office/drawing/2014/main" id="{3C44BC1D-2AED-EF03-BD85-E1E371D28D72}"/>
                </a:ext>
              </a:extLst>
            </p:cNvPr>
            <p:cNvSpPr>
              <a:spLocks noChangeArrowheads="1"/>
            </p:cNvSpPr>
            <p:nvPr/>
          </p:nvSpPr>
          <p:spPr bwMode="auto">
            <a:xfrm>
              <a:off x="7964488" y="6086475"/>
              <a:ext cx="53975" cy="53975"/>
            </a:xfrm>
            <a:custGeom>
              <a:avLst/>
              <a:gdLst>
                <a:gd name="T0" fmla="*/ 104 w 149"/>
                <a:gd name="T1" fmla="*/ 0 h 149"/>
                <a:gd name="T2" fmla="*/ 104 w 149"/>
                <a:gd name="T3" fmla="*/ 0 h 149"/>
                <a:gd name="T4" fmla="*/ 87 w 149"/>
                <a:gd name="T5" fmla="*/ 3 h 149"/>
                <a:gd name="T6" fmla="*/ 74 w 149"/>
                <a:gd name="T7" fmla="*/ 5 h 149"/>
                <a:gd name="T8" fmla="*/ 61 w 149"/>
                <a:gd name="T9" fmla="*/ 3 h 149"/>
                <a:gd name="T10" fmla="*/ 45 w 149"/>
                <a:gd name="T11" fmla="*/ 0 h 149"/>
                <a:gd name="T12" fmla="*/ 0 w 149"/>
                <a:gd name="T13" fmla="*/ 44 h 149"/>
                <a:gd name="T14" fmla="*/ 6 w 149"/>
                <a:gd name="T15" fmla="*/ 72 h 149"/>
                <a:gd name="T16" fmla="*/ 31 w 149"/>
                <a:gd name="T17" fmla="*/ 109 h 149"/>
                <a:gd name="T18" fmla="*/ 64 w 149"/>
                <a:gd name="T19" fmla="*/ 144 h 149"/>
                <a:gd name="T20" fmla="*/ 74 w 149"/>
                <a:gd name="T21" fmla="*/ 148 h 149"/>
                <a:gd name="T22" fmla="*/ 85 w 149"/>
                <a:gd name="T23" fmla="*/ 144 h 149"/>
                <a:gd name="T24" fmla="*/ 126 w 149"/>
                <a:gd name="T25" fmla="*/ 97 h 149"/>
                <a:gd name="T26" fmla="*/ 141 w 149"/>
                <a:gd name="T27" fmla="*/ 72 h 149"/>
                <a:gd name="T28" fmla="*/ 148 w 149"/>
                <a:gd name="T29" fmla="*/ 44 h 149"/>
                <a:gd name="T30" fmla="*/ 104 w 149"/>
                <a:gd name="T31" fmla="*/ 0 h 149"/>
                <a:gd name="T32" fmla="*/ 114 w 149"/>
                <a:gd name="T33" fmla="*/ 61 h 149"/>
                <a:gd name="T34" fmla="*/ 114 w 149"/>
                <a:gd name="T35" fmla="*/ 61 h 149"/>
                <a:gd name="T36" fmla="*/ 94 w 149"/>
                <a:gd name="T37" fmla="*/ 90 h 149"/>
                <a:gd name="T38" fmla="*/ 74 w 149"/>
                <a:gd name="T39" fmla="*/ 112 h 149"/>
                <a:gd name="T40" fmla="*/ 45 w 149"/>
                <a:gd name="T41" fmla="*/ 80 h 149"/>
                <a:gd name="T42" fmla="*/ 33 w 149"/>
                <a:gd name="T43" fmla="*/ 61 h 149"/>
                <a:gd name="T44" fmla="*/ 29 w 149"/>
                <a:gd name="T45" fmla="*/ 44 h 149"/>
                <a:gd name="T46" fmla="*/ 45 w 149"/>
                <a:gd name="T47" fmla="*/ 29 h 149"/>
                <a:gd name="T48" fmla="*/ 54 w 149"/>
                <a:gd name="T49" fmla="*/ 30 h 149"/>
                <a:gd name="T50" fmla="*/ 69 w 149"/>
                <a:gd name="T51" fmla="*/ 34 h 149"/>
                <a:gd name="T52" fmla="*/ 79 w 149"/>
                <a:gd name="T53" fmla="*/ 34 h 149"/>
                <a:gd name="T54" fmla="*/ 93 w 149"/>
                <a:gd name="T55" fmla="*/ 30 h 149"/>
                <a:gd name="T56" fmla="*/ 104 w 149"/>
                <a:gd name="T57" fmla="*/ 29 h 149"/>
                <a:gd name="T58" fmla="*/ 118 w 149"/>
                <a:gd name="T59" fmla="*/ 44 h 149"/>
                <a:gd name="T60" fmla="*/ 114 w 149"/>
                <a:gd name="T61" fmla="*/ 61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9" h="149">
                  <a:moveTo>
                    <a:pt x="104" y="0"/>
                  </a:moveTo>
                  <a:lnTo>
                    <a:pt x="104" y="0"/>
                  </a:lnTo>
                  <a:cubicBezTo>
                    <a:pt x="98" y="0"/>
                    <a:pt x="93" y="1"/>
                    <a:pt x="87" y="3"/>
                  </a:cubicBezTo>
                  <a:cubicBezTo>
                    <a:pt x="83" y="3"/>
                    <a:pt x="78" y="4"/>
                    <a:pt x="74" y="5"/>
                  </a:cubicBezTo>
                  <a:cubicBezTo>
                    <a:pt x="69" y="4"/>
                    <a:pt x="65" y="3"/>
                    <a:pt x="61" y="3"/>
                  </a:cubicBezTo>
                  <a:cubicBezTo>
                    <a:pt x="54" y="1"/>
                    <a:pt x="50" y="0"/>
                    <a:pt x="45" y="0"/>
                  </a:cubicBezTo>
                  <a:cubicBezTo>
                    <a:pt x="20" y="0"/>
                    <a:pt x="0" y="19"/>
                    <a:pt x="0" y="44"/>
                  </a:cubicBezTo>
                  <a:cubicBezTo>
                    <a:pt x="0" y="54"/>
                    <a:pt x="3" y="63"/>
                    <a:pt x="6" y="72"/>
                  </a:cubicBezTo>
                  <a:cubicBezTo>
                    <a:pt x="13" y="85"/>
                    <a:pt x="21" y="98"/>
                    <a:pt x="31" y="109"/>
                  </a:cubicBezTo>
                  <a:cubicBezTo>
                    <a:pt x="40" y="120"/>
                    <a:pt x="53" y="132"/>
                    <a:pt x="64" y="144"/>
                  </a:cubicBezTo>
                  <a:cubicBezTo>
                    <a:pt x="67" y="146"/>
                    <a:pt x="69" y="148"/>
                    <a:pt x="74" y="148"/>
                  </a:cubicBezTo>
                  <a:cubicBezTo>
                    <a:pt x="78" y="148"/>
                    <a:pt x="82" y="146"/>
                    <a:pt x="85" y="144"/>
                  </a:cubicBezTo>
                  <a:cubicBezTo>
                    <a:pt x="98" y="128"/>
                    <a:pt x="114" y="113"/>
                    <a:pt x="126" y="97"/>
                  </a:cubicBezTo>
                  <a:cubicBezTo>
                    <a:pt x="132" y="90"/>
                    <a:pt x="137" y="81"/>
                    <a:pt x="141" y="72"/>
                  </a:cubicBezTo>
                  <a:cubicBezTo>
                    <a:pt x="145" y="63"/>
                    <a:pt x="148" y="54"/>
                    <a:pt x="148" y="44"/>
                  </a:cubicBezTo>
                  <a:cubicBezTo>
                    <a:pt x="148" y="19"/>
                    <a:pt x="127" y="0"/>
                    <a:pt x="104" y="0"/>
                  </a:cubicBezTo>
                  <a:close/>
                  <a:moveTo>
                    <a:pt x="114" y="61"/>
                  </a:moveTo>
                  <a:lnTo>
                    <a:pt x="114" y="61"/>
                  </a:lnTo>
                  <a:cubicBezTo>
                    <a:pt x="111" y="69"/>
                    <a:pt x="103" y="80"/>
                    <a:pt x="94" y="90"/>
                  </a:cubicBezTo>
                  <a:cubicBezTo>
                    <a:pt x="89" y="97"/>
                    <a:pt x="80" y="105"/>
                    <a:pt x="74" y="112"/>
                  </a:cubicBezTo>
                  <a:cubicBezTo>
                    <a:pt x="62" y="101"/>
                    <a:pt x="53" y="90"/>
                    <a:pt x="45" y="80"/>
                  </a:cubicBezTo>
                  <a:cubicBezTo>
                    <a:pt x="40" y="73"/>
                    <a:pt x="36" y="66"/>
                    <a:pt x="33" y="61"/>
                  </a:cubicBezTo>
                  <a:cubicBezTo>
                    <a:pt x="31" y="54"/>
                    <a:pt x="29" y="50"/>
                    <a:pt x="29" y="44"/>
                  </a:cubicBezTo>
                  <a:cubicBezTo>
                    <a:pt x="29" y="36"/>
                    <a:pt x="36" y="29"/>
                    <a:pt x="45" y="29"/>
                  </a:cubicBezTo>
                  <a:cubicBezTo>
                    <a:pt x="46" y="29"/>
                    <a:pt x="50" y="30"/>
                    <a:pt x="54" y="30"/>
                  </a:cubicBezTo>
                  <a:cubicBezTo>
                    <a:pt x="58" y="32"/>
                    <a:pt x="64" y="33"/>
                    <a:pt x="69" y="34"/>
                  </a:cubicBezTo>
                  <a:cubicBezTo>
                    <a:pt x="72" y="36"/>
                    <a:pt x="75" y="36"/>
                    <a:pt x="79" y="34"/>
                  </a:cubicBezTo>
                  <a:cubicBezTo>
                    <a:pt x="83" y="33"/>
                    <a:pt x="89" y="32"/>
                    <a:pt x="93" y="30"/>
                  </a:cubicBezTo>
                  <a:cubicBezTo>
                    <a:pt x="97" y="30"/>
                    <a:pt x="101" y="29"/>
                    <a:pt x="104" y="29"/>
                  </a:cubicBezTo>
                  <a:cubicBezTo>
                    <a:pt x="111" y="29"/>
                    <a:pt x="118" y="36"/>
                    <a:pt x="118" y="44"/>
                  </a:cubicBezTo>
                  <a:cubicBezTo>
                    <a:pt x="118" y="50"/>
                    <a:pt x="116" y="54"/>
                    <a:pt x="114"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0" name="Group 322">
            <a:extLst>
              <a:ext uri="{FF2B5EF4-FFF2-40B4-BE49-F238E27FC236}">
                <a16:creationId xmlns:a16="http://schemas.microsoft.com/office/drawing/2014/main" id="{65C13DBB-2C72-79CA-101D-347096AE6212}"/>
              </a:ext>
            </a:extLst>
          </p:cNvPr>
          <p:cNvGrpSpPr/>
          <p:nvPr/>
        </p:nvGrpSpPr>
        <p:grpSpPr>
          <a:xfrm>
            <a:off x="9482658" y="5718597"/>
            <a:ext cx="244475" cy="244475"/>
            <a:chOff x="8326438" y="6032500"/>
            <a:chExt cx="244475" cy="244475"/>
          </a:xfrm>
          <a:solidFill>
            <a:schemeClr val="tx2"/>
          </a:solidFill>
        </p:grpSpPr>
        <p:sp>
          <p:nvSpPr>
            <p:cNvPr id="321" name="Freeform 262">
              <a:extLst>
                <a:ext uri="{FF2B5EF4-FFF2-40B4-BE49-F238E27FC236}">
                  <a16:creationId xmlns:a16="http://schemas.microsoft.com/office/drawing/2014/main" id="{82735212-56E9-78DC-C0F3-9E26CF803B65}"/>
                </a:ext>
              </a:extLst>
            </p:cNvPr>
            <p:cNvSpPr>
              <a:spLocks noChangeArrowheads="1"/>
            </p:cNvSpPr>
            <p:nvPr/>
          </p:nvSpPr>
          <p:spPr bwMode="auto">
            <a:xfrm>
              <a:off x="8326438" y="6032500"/>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2" name="Freeform 263">
              <a:extLst>
                <a:ext uri="{FF2B5EF4-FFF2-40B4-BE49-F238E27FC236}">
                  <a16:creationId xmlns:a16="http://schemas.microsoft.com/office/drawing/2014/main" id="{93EFF5C6-49DC-EE63-ADCD-59539E9370BE}"/>
                </a:ext>
              </a:extLst>
            </p:cNvPr>
            <p:cNvSpPr>
              <a:spLocks noChangeArrowheads="1"/>
            </p:cNvSpPr>
            <p:nvPr/>
          </p:nvSpPr>
          <p:spPr bwMode="auto">
            <a:xfrm>
              <a:off x="8388350" y="6107113"/>
              <a:ext cx="22225" cy="20637"/>
            </a:xfrm>
            <a:custGeom>
              <a:avLst/>
              <a:gdLst>
                <a:gd name="T0" fmla="*/ 31 w 61"/>
                <a:gd name="T1" fmla="*/ 0 h 59"/>
                <a:gd name="T2" fmla="*/ 31 w 61"/>
                <a:gd name="T3" fmla="*/ 0 h 59"/>
                <a:gd name="T4" fmla="*/ 0 w 61"/>
                <a:gd name="T5" fmla="*/ 29 h 59"/>
                <a:gd name="T6" fmla="*/ 31 w 61"/>
                <a:gd name="T7" fmla="*/ 58 h 59"/>
                <a:gd name="T8" fmla="*/ 60 w 61"/>
                <a:gd name="T9" fmla="*/ 29 h 59"/>
                <a:gd name="T10" fmla="*/ 31 w 61"/>
                <a:gd name="T11" fmla="*/ 0 h 59"/>
              </a:gdLst>
              <a:ahLst/>
              <a:cxnLst>
                <a:cxn ang="0">
                  <a:pos x="T0" y="T1"/>
                </a:cxn>
                <a:cxn ang="0">
                  <a:pos x="T2" y="T3"/>
                </a:cxn>
                <a:cxn ang="0">
                  <a:pos x="T4" y="T5"/>
                </a:cxn>
                <a:cxn ang="0">
                  <a:pos x="T6" y="T7"/>
                </a:cxn>
                <a:cxn ang="0">
                  <a:pos x="T8" y="T9"/>
                </a:cxn>
                <a:cxn ang="0">
                  <a:pos x="T10" y="T11"/>
                </a:cxn>
              </a:cxnLst>
              <a:rect l="0" t="0" r="r" b="b"/>
              <a:pathLst>
                <a:path w="61" h="59">
                  <a:moveTo>
                    <a:pt x="31" y="0"/>
                  </a:moveTo>
                  <a:lnTo>
                    <a:pt x="31" y="0"/>
                  </a:lnTo>
                  <a:cubicBezTo>
                    <a:pt x="14" y="0"/>
                    <a:pt x="0" y="13"/>
                    <a:pt x="0" y="29"/>
                  </a:cubicBezTo>
                  <a:cubicBezTo>
                    <a:pt x="0" y="46"/>
                    <a:pt x="14" y="58"/>
                    <a:pt x="31" y="58"/>
                  </a:cubicBezTo>
                  <a:cubicBezTo>
                    <a:pt x="46" y="58"/>
                    <a:pt x="60" y="46"/>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3" name="Freeform 264">
              <a:extLst>
                <a:ext uri="{FF2B5EF4-FFF2-40B4-BE49-F238E27FC236}">
                  <a16:creationId xmlns:a16="http://schemas.microsoft.com/office/drawing/2014/main" id="{C532CCB8-A875-5558-3FF0-10C5F1D936EC}"/>
                </a:ext>
              </a:extLst>
            </p:cNvPr>
            <p:cNvSpPr>
              <a:spLocks noChangeArrowheads="1"/>
            </p:cNvSpPr>
            <p:nvPr/>
          </p:nvSpPr>
          <p:spPr bwMode="auto">
            <a:xfrm>
              <a:off x="8485188" y="6107113"/>
              <a:ext cx="22225" cy="20637"/>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3"/>
                    <a:pt x="0" y="29"/>
                  </a:cubicBezTo>
                  <a:cubicBezTo>
                    <a:pt x="0" y="46"/>
                    <a:pt x="14" y="58"/>
                    <a:pt x="30" y="58"/>
                  </a:cubicBezTo>
                  <a:cubicBezTo>
                    <a:pt x="45" y="58"/>
                    <a:pt x="59" y="46"/>
                    <a:pt x="59" y="29"/>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4" name="Freeform 265">
              <a:extLst>
                <a:ext uri="{FF2B5EF4-FFF2-40B4-BE49-F238E27FC236}">
                  <a16:creationId xmlns:a16="http://schemas.microsoft.com/office/drawing/2014/main" id="{9FB84630-B67F-3507-CED8-07D5D12CFB1E}"/>
                </a:ext>
              </a:extLst>
            </p:cNvPr>
            <p:cNvSpPr>
              <a:spLocks noChangeArrowheads="1"/>
            </p:cNvSpPr>
            <p:nvPr/>
          </p:nvSpPr>
          <p:spPr bwMode="auto">
            <a:xfrm>
              <a:off x="8410575" y="6149975"/>
              <a:ext cx="74613" cy="95250"/>
            </a:xfrm>
            <a:custGeom>
              <a:avLst/>
              <a:gdLst>
                <a:gd name="T0" fmla="*/ 103 w 207"/>
                <a:gd name="T1" fmla="*/ 0 h 266"/>
                <a:gd name="T2" fmla="*/ 103 w 207"/>
                <a:gd name="T3" fmla="*/ 0 h 266"/>
                <a:gd name="T4" fmla="*/ 29 w 207"/>
                <a:gd name="T5" fmla="*/ 40 h 266"/>
                <a:gd name="T6" fmla="*/ 0 w 207"/>
                <a:gd name="T7" fmla="*/ 132 h 266"/>
                <a:gd name="T8" fmla="*/ 29 w 207"/>
                <a:gd name="T9" fmla="*/ 225 h 266"/>
                <a:gd name="T10" fmla="*/ 103 w 207"/>
                <a:gd name="T11" fmla="*/ 265 h 266"/>
                <a:gd name="T12" fmla="*/ 177 w 207"/>
                <a:gd name="T13" fmla="*/ 225 h 266"/>
                <a:gd name="T14" fmla="*/ 206 w 207"/>
                <a:gd name="T15" fmla="*/ 132 h 266"/>
                <a:gd name="T16" fmla="*/ 177 w 207"/>
                <a:gd name="T17" fmla="*/ 40 h 266"/>
                <a:gd name="T18" fmla="*/ 103 w 207"/>
                <a:gd name="T19" fmla="*/ 0 h 266"/>
                <a:gd name="T20" fmla="*/ 153 w 207"/>
                <a:gd name="T21" fmla="*/ 207 h 266"/>
                <a:gd name="T22" fmla="*/ 153 w 207"/>
                <a:gd name="T23" fmla="*/ 207 h 266"/>
                <a:gd name="T24" fmla="*/ 103 w 207"/>
                <a:gd name="T25" fmla="*/ 236 h 266"/>
                <a:gd name="T26" fmla="*/ 52 w 207"/>
                <a:gd name="T27" fmla="*/ 207 h 266"/>
                <a:gd name="T28" fmla="*/ 29 w 207"/>
                <a:gd name="T29" fmla="*/ 132 h 266"/>
                <a:gd name="T30" fmla="*/ 52 w 207"/>
                <a:gd name="T31" fmla="*/ 58 h 266"/>
                <a:gd name="T32" fmla="*/ 103 w 207"/>
                <a:gd name="T33" fmla="*/ 29 h 266"/>
                <a:gd name="T34" fmla="*/ 153 w 207"/>
                <a:gd name="T35" fmla="*/ 58 h 266"/>
                <a:gd name="T36" fmla="*/ 177 w 207"/>
                <a:gd name="T37" fmla="*/ 132 h 266"/>
                <a:gd name="T38" fmla="*/ 153 w 207"/>
                <a:gd name="T39" fmla="*/ 20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7" h="266">
                  <a:moveTo>
                    <a:pt x="103" y="0"/>
                  </a:moveTo>
                  <a:lnTo>
                    <a:pt x="103" y="0"/>
                  </a:lnTo>
                  <a:cubicBezTo>
                    <a:pt x="73" y="0"/>
                    <a:pt x="47" y="16"/>
                    <a:pt x="29" y="40"/>
                  </a:cubicBezTo>
                  <a:cubicBezTo>
                    <a:pt x="11" y="65"/>
                    <a:pt x="0" y="96"/>
                    <a:pt x="0" y="132"/>
                  </a:cubicBezTo>
                  <a:cubicBezTo>
                    <a:pt x="0" y="168"/>
                    <a:pt x="11" y="200"/>
                    <a:pt x="29" y="225"/>
                  </a:cubicBezTo>
                  <a:cubicBezTo>
                    <a:pt x="47" y="248"/>
                    <a:pt x="73" y="265"/>
                    <a:pt x="103" y="265"/>
                  </a:cubicBezTo>
                  <a:cubicBezTo>
                    <a:pt x="132" y="265"/>
                    <a:pt x="159" y="248"/>
                    <a:pt x="177" y="225"/>
                  </a:cubicBezTo>
                  <a:cubicBezTo>
                    <a:pt x="195" y="200"/>
                    <a:pt x="206" y="168"/>
                    <a:pt x="206" y="132"/>
                  </a:cubicBezTo>
                  <a:cubicBezTo>
                    <a:pt x="206" y="96"/>
                    <a:pt x="195" y="65"/>
                    <a:pt x="177" y="40"/>
                  </a:cubicBezTo>
                  <a:cubicBezTo>
                    <a:pt x="159" y="16"/>
                    <a:pt x="132" y="0"/>
                    <a:pt x="103" y="0"/>
                  </a:cubicBezTo>
                  <a:close/>
                  <a:moveTo>
                    <a:pt x="153" y="207"/>
                  </a:moveTo>
                  <a:lnTo>
                    <a:pt x="153" y="207"/>
                  </a:lnTo>
                  <a:cubicBezTo>
                    <a:pt x="139" y="225"/>
                    <a:pt x="121" y="236"/>
                    <a:pt x="103" y="236"/>
                  </a:cubicBezTo>
                  <a:cubicBezTo>
                    <a:pt x="84" y="236"/>
                    <a:pt x="66" y="225"/>
                    <a:pt x="52" y="207"/>
                  </a:cubicBezTo>
                  <a:cubicBezTo>
                    <a:pt x="39" y="189"/>
                    <a:pt x="29" y="161"/>
                    <a:pt x="29" y="132"/>
                  </a:cubicBezTo>
                  <a:cubicBezTo>
                    <a:pt x="29" y="103"/>
                    <a:pt x="39" y="76"/>
                    <a:pt x="52" y="58"/>
                  </a:cubicBezTo>
                  <a:cubicBezTo>
                    <a:pt x="66" y="40"/>
                    <a:pt x="84" y="29"/>
                    <a:pt x="103" y="29"/>
                  </a:cubicBezTo>
                  <a:cubicBezTo>
                    <a:pt x="121" y="29"/>
                    <a:pt x="139" y="40"/>
                    <a:pt x="153" y="58"/>
                  </a:cubicBezTo>
                  <a:cubicBezTo>
                    <a:pt x="167" y="76"/>
                    <a:pt x="177" y="103"/>
                    <a:pt x="177" y="132"/>
                  </a:cubicBezTo>
                  <a:cubicBezTo>
                    <a:pt x="177" y="161"/>
                    <a:pt x="167" y="189"/>
                    <a:pt x="153" y="20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5" name="Group 327">
            <a:extLst>
              <a:ext uri="{FF2B5EF4-FFF2-40B4-BE49-F238E27FC236}">
                <a16:creationId xmlns:a16="http://schemas.microsoft.com/office/drawing/2014/main" id="{0A6F5FF9-44C8-FC82-8AB5-E01EE1E6A04C}"/>
              </a:ext>
            </a:extLst>
          </p:cNvPr>
          <p:cNvGrpSpPr/>
          <p:nvPr/>
        </p:nvGrpSpPr>
        <p:grpSpPr>
          <a:xfrm>
            <a:off x="11009833" y="5204247"/>
            <a:ext cx="244475" cy="244475"/>
            <a:chOff x="9853613" y="5522913"/>
            <a:chExt cx="244475" cy="244475"/>
          </a:xfrm>
          <a:solidFill>
            <a:schemeClr val="tx2"/>
          </a:solidFill>
        </p:grpSpPr>
        <p:sp>
          <p:nvSpPr>
            <p:cNvPr id="326" name="Freeform 266">
              <a:extLst>
                <a:ext uri="{FF2B5EF4-FFF2-40B4-BE49-F238E27FC236}">
                  <a16:creationId xmlns:a16="http://schemas.microsoft.com/office/drawing/2014/main" id="{4F9DED91-358D-9AFD-8950-1BF60391653D}"/>
                </a:ext>
              </a:extLst>
            </p:cNvPr>
            <p:cNvSpPr>
              <a:spLocks noChangeArrowheads="1"/>
            </p:cNvSpPr>
            <p:nvPr/>
          </p:nvSpPr>
          <p:spPr bwMode="auto">
            <a:xfrm>
              <a:off x="9853613"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7" name="Freeform 267">
              <a:extLst>
                <a:ext uri="{FF2B5EF4-FFF2-40B4-BE49-F238E27FC236}">
                  <a16:creationId xmlns:a16="http://schemas.microsoft.com/office/drawing/2014/main" id="{C0F8AFBC-5B39-BC49-1BA1-4A33141953D4}"/>
                </a:ext>
              </a:extLst>
            </p:cNvPr>
            <p:cNvSpPr>
              <a:spLocks noChangeArrowheads="1"/>
            </p:cNvSpPr>
            <p:nvPr/>
          </p:nvSpPr>
          <p:spPr bwMode="auto">
            <a:xfrm>
              <a:off x="9906000" y="5661025"/>
              <a:ext cx="138113" cy="74613"/>
            </a:xfrm>
            <a:custGeom>
              <a:avLst/>
              <a:gdLst>
                <a:gd name="T0" fmla="*/ 374 w 383"/>
                <a:gd name="T1" fmla="*/ 3 h 209"/>
                <a:gd name="T2" fmla="*/ 374 w 383"/>
                <a:gd name="T3" fmla="*/ 3 h 209"/>
                <a:gd name="T4" fmla="*/ 359 w 383"/>
                <a:gd name="T5" fmla="*/ 4 h 209"/>
                <a:gd name="T6" fmla="*/ 192 w 383"/>
                <a:gd name="T7" fmla="*/ 64 h 209"/>
                <a:gd name="T8" fmla="*/ 23 w 383"/>
                <a:gd name="T9" fmla="*/ 4 h 209"/>
                <a:gd name="T10" fmla="*/ 8 w 383"/>
                <a:gd name="T11" fmla="*/ 3 h 209"/>
                <a:gd name="T12" fmla="*/ 0 w 383"/>
                <a:gd name="T13" fmla="*/ 16 h 209"/>
                <a:gd name="T14" fmla="*/ 192 w 383"/>
                <a:gd name="T15" fmla="*/ 208 h 209"/>
                <a:gd name="T16" fmla="*/ 382 w 383"/>
                <a:gd name="T17" fmla="*/ 16 h 209"/>
                <a:gd name="T18" fmla="*/ 374 w 383"/>
                <a:gd name="T19" fmla="*/ 3 h 209"/>
                <a:gd name="T20" fmla="*/ 305 w 383"/>
                <a:gd name="T21" fmla="*/ 130 h 209"/>
                <a:gd name="T22" fmla="*/ 305 w 383"/>
                <a:gd name="T23" fmla="*/ 130 h 209"/>
                <a:gd name="T24" fmla="*/ 192 w 383"/>
                <a:gd name="T25" fmla="*/ 179 h 209"/>
                <a:gd name="T26" fmla="*/ 77 w 383"/>
                <a:gd name="T27" fmla="*/ 130 h 209"/>
                <a:gd name="T28" fmla="*/ 31 w 383"/>
                <a:gd name="T29" fmla="*/ 45 h 209"/>
                <a:gd name="T30" fmla="*/ 192 w 383"/>
                <a:gd name="T31" fmla="*/ 93 h 209"/>
                <a:gd name="T32" fmla="*/ 350 w 383"/>
                <a:gd name="T33" fmla="*/ 45 h 209"/>
                <a:gd name="T34" fmla="*/ 305 w 383"/>
                <a:gd name="T35" fmla="*/ 13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3" h="209">
                  <a:moveTo>
                    <a:pt x="374" y="3"/>
                  </a:moveTo>
                  <a:lnTo>
                    <a:pt x="374" y="3"/>
                  </a:lnTo>
                  <a:cubicBezTo>
                    <a:pt x="370" y="0"/>
                    <a:pt x="364" y="0"/>
                    <a:pt x="359" y="4"/>
                  </a:cubicBezTo>
                  <a:cubicBezTo>
                    <a:pt x="302" y="45"/>
                    <a:pt x="247" y="64"/>
                    <a:pt x="192" y="64"/>
                  </a:cubicBezTo>
                  <a:cubicBezTo>
                    <a:pt x="135" y="64"/>
                    <a:pt x="80" y="45"/>
                    <a:pt x="23" y="4"/>
                  </a:cubicBezTo>
                  <a:cubicBezTo>
                    <a:pt x="18" y="0"/>
                    <a:pt x="12" y="0"/>
                    <a:pt x="8" y="3"/>
                  </a:cubicBezTo>
                  <a:cubicBezTo>
                    <a:pt x="2" y="6"/>
                    <a:pt x="0" y="10"/>
                    <a:pt x="0" y="16"/>
                  </a:cubicBezTo>
                  <a:cubicBezTo>
                    <a:pt x="0" y="122"/>
                    <a:pt x="85" y="208"/>
                    <a:pt x="192" y="208"/>
                  </a:cubicBezTo>
                  <a:cubicBezTo>
                    <a:pt x="297" y="208"/>
                    <a:pt x="382" y="122"/>
                    <a:pt x="382" y="16"/>
                  </a:cubicBezTo>
                  <a:cubicBezTo>
                    <a:pt x="382" y="10"/>
                    <a:pt x="379" y="6"/>
                    <a:pt x="374" y="3"/>
                  </a:cubicBezTo>
                  <a:close/>
                  <a:moveTo>
                    <a:pt x="305" y="130"/>
                  </a:moveTo>
                  <a:lnTo>
                    <a:pt x="305" y="130"/>
                  </a:lnTo>
                  <a:cubicBezTo>
                    <a:pt x="276" y="161"/>
                    <a:pt x="236" y="179"/>
                    <a:pt x="192" y="179"/>
                  </a:cubicBezTo>
                  <a:cubicBezTo>
                    <a:pt x="146" y="179"/>
                    <a:pt x="106" y="161"/>
                    <a:pt x="77" y="130"/>
                  </a:cubicBezTo>
                  <a:cubicBezTo>
                    <a:pt x="53" y="108"/>
                    <a:pt x="38" y="78"/>
                    <a:pt x="31" y="45"/>
                  </a:cubicBezTo>
                  <a:cubicBezTo>
                    <a:pt x="84" y="76"/>
                    <a:pt x="138" y="93"/>
                    <a:pt x="192" y="93"/>
                  </a:cubicBezTo>
                  <a:cubicBezTo>
                    <a:pt x="244" y="93"/>
                    <a:pt x="298" y="76"/>
                    <a:pt x="350" y="45"/>
                  </a:cubicBezTo>
                  <a:cubicBezTo>
                    <a:pt x="345" y="78"/>
                    <a:pt x="328" y="108"/>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8" name="Freeform 268">
              <a:extLst>
                <a:ext uri="{FF2B5EF4-FFF2-40B4-BE49-F238E27FC236}">
                  <a16:creationId xmlns:a16="http://schemas.microsoft.com/office/drawing/2014/main" id="{44678ED1-EE15-0A76-4AB0-0C23491D7BE7}"/>
                </a:ext>
              </a:extLst>
            </p:cNvPr>
            <p:cNvSpPr>
              <a:spLocks noChangeArrowheads="1"/>
            </p:cNvSpPr>
            <p:nvPr/>
          </p:nvSpPr>
          <p:spPr bwMode="auto">
            <a:xfrm>
              <a:off x="9906000" y="5586413"/>
              <a:ext cx="44450" cy="22225"/>
            </a:xfrm>
            <a:custGeom>
              <a:avLst/>
              <a:gdLst>
                <a:gd name="T0" fmla="*/ 11 w 123"/>
                <a:gd name="T1" fmla="*/ 31 h 63"/>
                <a:gd name="T2" fmla="*/ 11 w 123"/>
                <a:gd name="T3" fmla="*/ 31 h 63"/>
                <a:gd name="T4" fmla="*/ 100 w 123"/>
                <a:gd name="T5" fmla="*/ 61 h 63"/>
                <a:gd name="T6" fmla="*/ 119 w 123"/>
                <a:gd name="T7" fmla="*/ 51 h 63"/>
                <a:gd name="T8" fmla="*/ 109 w 123"/>
                <a:gd name="T9" fmla="*/ 32 h 63"/>
                <a:gd name="T10" fmla="*/ 21 w 123"/>
                <a:gd name="T11" fmla="*/ 3 h 63"/>
                <a:gd name="T12" fmla="*/ 2 w 123"/>
                <a:gd name="T13" fmla="*/ 13 h 63"/>
                <a:gd name="T14" fmla="*/ 11 w 123"/>
                <a:gd name="T15" fmla="*/ 3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11" y="31"/>
                  </a:moveTo>
                  <a:lnTo>
                    <a:pt x="11" y="31"/>
                  </a:lnTo>
                  <a:cubicBezTo>
                    <a:pt x="100" y="61"/>
                    <a:pt x="100" y="61"/>
                    <a:pt x="100" y="61"/>
                  </a:cubicBezTo>
                  <a:cubicBezTo>
                    <a:pt x="108" y="62"/>
                    <a:pt x="116" y="58"/>
                    <a:pt x="119" y="51"/>
                  </a:cubicBezTo>
                  <a:cubicBezTo>
                    <a:pt x="122" y="43"/>
                    <a:pt x="116" y="35"/>
                    <a:pt x="109" y="32"/>
                  </a:cubicBezTo>
                  <a:cubicBezTo>
                    <a:pt x="21" y="3"/>
                    <a:pt x="21" y="3"/>
                    <a:pt x="21" y="3"/>
                  </a:cubicBezTo>
                  <a:cubicBezTo>
                    <a:pt x="13" y="0"/>
                    <a:pt x="4" y="4"/>
                    <a:pt x="2" y="13"/>
                  </a:cubicBezTo>
                  <a:cubicBezTo>
                    <a:pt x="0" y="19"/>
                    <a:pt x="4" y="28"/>
                    <a:pt x="11"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9" name="Freeform 269">
              <a:extLst>
                <a:ext uri="{FF2B5EF4-FFF2-40B4-BE49-F238E27FC236}">
                  <a16:creationId xmlns:a16="http://schemas.microsoft.com/office/drawing/2014/main" id="{9B589B5F-63FB-D785-E825-2B9B645C6A63}"/>
                </a:ext>
              </a:extLst>
            </p:cNvPr>
            <p:cNvSpPr>
              <a:spLocks noChangeArrowheads="1"/>
            </p:cNvSpPr>
            <p:nvPr/>
          </p:nvSpPr>
          <p:spPr bwMode="auto">
            <a:xfrm>
              <a:off x="10001250" y="5586413"/>
              <a:ext cx="44450" cy="22225"/>
            </a:xfrm>
            <a:custGeom>
              <a:avLst/>
              <a:gdLst>
                <a:gd name="T0" fmla="*/ 21 w 123"/>
                <a:gd name="T1" fmla="*/ 61 h 63"/>
                <a:gd name="T2" fmla="*/ 21 w 123"/>
                <a:gd name="T3" fmla="*/ 61 h 63"/>
                <a:gd name="T4" fmla="*/ 109 w 123"/>
                <a:gd name="T5" fmla="*/ 31 h 63"/>
                <a:gd name="T6" fmla="*/ 119 w 123"/>
                <a:gd name="T7" fmla="*/ 13 h 63"/>
                <a:gd name="T8" fmla="*/ 100 w 123"/>
                <a:gd name="T9" fmla="*/ 3 h 63"/>
                <a:gd name="T10" fmla="*/ 11 w 123"/>
                <a:gd name="T11" fmla="*/ 32 h 63"/>
                <a:gd name="T12" fmla="*/ 2 w 123"/>
                <a:gd name="T13" fmla="*/ 51 h 63"/>
                <a:gd name="T14" fmla="*/ 21 w 123"/>
                <a:gd name="T15" fmla="*/ 6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21" y="61"/>
                  </a:moveTo>
                  <a:lnTo>
                    <a:pt x="21" y="61"/>
                  </a:lnTo>
                  <a:cubicBezTo>
                    <a:pt x="109" y="31"/>
                    <a:pt x="109" y="31"/>
                    <a:pt x="109" y="31"/>
                  </a:cubicBezTo>
                  <a:cubicBezTo>
                    <a:pt x="116" y="28"/>
                    <a:pt x="122" y="19"/>
                    <a:pt x="119" y="13"/>
                  </a:cubicBezTo>
                  <a:cubicBezTo>
                    <a:pt x="116" y="4"/>
                    <a:pt x="108" y="0"/>
                    <a:pt x="100" y="3"/>
                  </a:cubicBezTo>
                  <a:cubicBezTo>
                    <a:pt x="11" y="32"/>
                    <a:pt x="11" y="32"/>
                    <a:pt x="11" y="32"/>
                  </a:cubicBezTo>
                  <a:cubicBezTo>
                    <a:pt x="5" y="35"/>
                    <a:pt x="0" y="43"/>
                    <a:pt x="2" y="51"/>
                  </a:cubicBezTo>
                  <a:cubicBezTo>
                    <a:pt x="5" y="58"/>
                    <a:pt x="13" y="62"/>
                    <a:pt x="21"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0" name="Group 332">
            <a:extLst>
              <a:ext uri="{FF2B5EF4-FFF2-40B4-BE49-F238E27FC236}">
                <a16:creationId xmlns:a16="http://schemas.microsoft.com/office/drawing/2014/main" id="{6F24C917-58BC-E9BD-A027-447DA21DEB59}"/>
              </a:ext>
            </a:extLst>
          </p:cNvPr>
          <p:cNvGrpSpPr/>
          <p:nvPr/>
        </p:nvGrpSpPr>
        <p:grpSpPr>
          <a:xfrm>
            <a:off x="11009833" y="5718597"/>
            <a:ext cx="252412" cy="244475"/>
            <a:chOff x="9853613" y="6032500"/>
            <a:chExt cx="252412" cy="244475"/>
          </a:xfrm>
          <a:solidFill>
            <a:schemeClr val="tx2"/>
          </a:solidFill>
        </p:grpSpPr>
        <p:sp>
          <p:nvSpPr>
            <p:cNvPr id="331" name="Freeform 270">
              <a:extLst>
                <a:ext uri="{FF2B5EF4-FFF2-40B4-BE49-F238E27FC236}">
                  <a16:creationId xmlns:a16="http://schemas.microsoft.com/office/drawing/2014/main" id="{AC8D9701-F91D-3FCB-01DC-BC2F76A33D14}"/>
                </a:ext>
              </a:extLst>
            </p:cNvPr>
            <p:cNvSpPr>
              <a:spLocks noChangeArrowheads="1"/>
            </p:cNvSpPr>
            <p:nvPr/>
          </p:nvSpPr>
          <p:spPr bwMode="auto">
            <a:xfrm>
              <a:off x="9853613" y="6032500"/>
              <a:ext cx="252412" cy="244475"/>
            </a:xfrm>
            <a:custGeom>
              <a:avLst/>
              <a:gdLst>
                <a:gd name="T0" fmla="*/ 340 w 702"/>
                <a:gd name="T1" fmla="*/ 678 h 679"/>
                <a:gd name="T2" fmla="*/ 340 w 702"/>
                <a:gd name="T3" fmla="*/ 678 h 679"/>
                <a:gd name="T4" fmla="*/ 558 w 702"/>
                <a:gd name="T5" fmla="*/ 598 h 679"/>
                <a:gd name="T6" fmla="*/ 570 w 702"/>
                <a:gd name="T7" fmla="*/ 600 h 679"/>
                <a:gd name="T8" fmla="*/ 598 w 702"/>
                <a:gd name="T9" fmla="*/ 590 h 679"/>
                <a:gd name="T10" fmla="*/ 668 w 702"/>
                <a:gd name="T11" fmla="*/ 525 h 679"/>
                <a:gd name="T12" fmla="*/ 692 w 702"/>
                <a:gd name="T13" fmla="*/ 489 h 679"/>
                <a:gd name="T14" fmla="*/ 701 w 702"/>
                <a:gd name="T15" fmla="*/ 448 h 679"/>
                <a:gd name="T16" fmla="*/ 701 w 702"/>
                <a:gd name="T17" fmla="*/ 446 h 679"/>
                <a:gd name="T18" fmla="*/ 701 w 702"/>
                <a:gd name="T19" fmla="*/ 446 h 679"/>
                <a:gd name="T20" fmla="*/ 674 w 702"/>
                <a:gd name="T21" fmla="*/ 388 h 679"/>
                <a:gd name="T22" fmla="*/ 678 w 702"/>
                <a:gd name="T23" fmla="*/ 340 h 679"/>
                <a:gd name="T24" fmla="*/ 340 w 702"/>
                <a:gd name="T25" fmla="*/ 0 h 679"/>
                <a:gd name="T26" fmla="*/ 0 w 702"/>
                <a:gd name="T27" fmla="*/ 340 h 679"/>
                <a:gd name="T28" fmla="*/ 340 w 702"/>
                <a:gd name="T29" fmla="*/ 678 h 679"/>
                <a:gd name="T30" fmla="*/ 666 w 702"/>
                <a:gd name="T31" fmla="*/ 477 h 679"/>
                <a:gd name="T32" fmla="*/ 666 w 702"/>
                <a:gd name="T33" fmla="*/ 477 h 679"/>
                <a:gd name="T34" fmla="*/ 632 w 702"/>
                <a:gd name="T35" fmla="*/ 521 h 679"/>
                <a:gd name="T36" fmla="*/ 579 w 702"/>
                <a:gd name="T37" fmla="*/ 566 h 679"/>
                <a:gd name="T38" fmla="*/ 570 w 702"/>
                <a:gd name="T39" fmla="*/ 570 h 679"/>
                <a:gd name="T40" fmla="*/ 562 w 702"/>
                <a:gd name="T41" fmla="*/ 568 h 679"/>
                <a:gd name="T42" fmla="*/ 562 w 702"/>
                <a:gd name="T43" fmla="*/ 568 h 679"/>
                <a:gd name="T44" fmla="*/ 561 w 702"/>
                <a:gd name="T45" fmla="*/ 566 h 679"/>
                <a:gd name="T46" fmla="*/ 494 w 702"/>
                <a:gd name="T47" fmla="*/ 507 h 679"/>
                <a:gd name="T48" fmla="*/ 474 w 702"/>
                <a:gd name="T49" fmla="*/ 478 h 679"/>
                <a:gd name="T50" fmla="*/ 467 w 702"/>
                <a:gd name="T51" fmla="*/ 450 h 679"/>
                <a:gd name="T52" fmla="*/ 467 w 702"/>
                <a:gd name="T53" fmla="*/ 448 h 679"/>
                <a:gd name="T54" fmla="*/ 467 w 702"/>
                <a:gd name="T55" fmla="*/ 446 h 679"/>
                <a:gd name="T56" fmla="*/ 511 w 702"/>
                <a:gd name="T57" fmla="*/ 402 h 679"/>
                <a:gd name="T58" fmla="*/ 555 w 702"/>
                <a:gd name="T59" fmla="*/ 446 h 679"/>
                <a:gd name="T60" fmla="*/ 559 w 702"/>
                <a:gd name="T61" fmla="*/ 457 h 679"/>
                <a:gd name="T62" fmla="*/ 569 w 702"/>
                <a:gd name="T63" fmla="*/ 461 h 679"/>
                <a:gd name="T64" fmla="*/ 580 w 702"/>
                <a:gd name="T65" fmla="*/ 457 h 679"/>
                <a:gd name="T66" fmla="*/ 584 w 702"/>
                <a:gd name="T67" fmla="*/ 446 h 679"/>
                <a:gd name="T68" fmla="*/ 628 w 702"/>
                <a:gd name="T69" fmla="*/ 402 h 679"/>
                <a:gd name="T70" fmla="*/ 672 w 702"/>
                <a:gd name="T71" fmla="*/ 446 h 679"/>
                <a:gd name="T72" fmla="*/ 672 w 702"/>
                <a:gd name="T73" fmla="*/ 446 h 679"/>
                <a:gd name="T74" fmla="*/ 672 w 702"/>
                <a:gd name="T75" fmla="*/ 448 h 679"/>
                <a:gd name="T76" fmla="*/ 666 w 702"/>
                <a:gd name="T77" fmla="*/ 477 h 679"/>
                <a:gd name="T78" fmla="*/ 120 w 702"/>
                <a:gd name="T79" fmla="*/ 120 h 679"/>
                <a:gd name="T80" fmla="*/ 120 w 702"/>
                <a:gd name="T81" fmla="*/ 120 h 679"/>
                <a:gd name="T82" fmla="*/ 340 w 702"/>
                <a:gd name="T83" fmla="*/ 30 h 679"/>
                <a:gd name="T84" fmla="*/ 558 w 702"/>
                <a:gd name="T85" fmla="*/ 120 h 679"/>
                <a:gd name="T86" fmla="*/ 649 w 702"/>
                <a:gd name="T87" fmla="*/ 340 h 679"/>
                <a:gd name="T88" fmla="*/ 646 w 702"/>
                <a:gd name="T89" fmla="*/ 374 h 679"/>
                <a:gd name="T90" fmla="*/ 628 w 702"/>
                <a:gd name="T91" fmla="*/ 373 h 679"/>
                <a:gd name="T92" fmla="*/ 569 w 702"/>
                <a:gd name="T93" fmla="*/ 402 h 679"/>
                <a:gd name="T94" fmla="*/ 511 w 702"/>
                <a:gd name="T95" fmla="*/ 373 h 679"/>
                <a:gd name="T96" fmla="*/ 438 w 702"/>
                <a:gd name="T97" fmla="*/ 445 h 679"/>
                <a:gd name="T98" fmla="*/ 436 w 702"/>
                <a:gd name="T99" fmla="*/ 445 h 679"/>
                <a:gd name="T100" fmla="*/ 436 w 702"/>
                <a:gd name="T101" fmla="*/ 446 h 679"/>
                <a:gd name="T102" fmla="*/ 436 w 702"/>
                <a:gd name="T103" fmla="*/ 446 h 679"/>
                <a:gd name="T104" fmla="*/ 436 w 702"/>
                <a:gd name="T105" fmla="*/ 446 h 679"/>
                <a:gd name="T106" fmla="*/ 436 w 702"/>
                <a:gd name="T107" fmla="*/ 450 h 679"/>
                <a:gd name="T108" fmla="*/ 447 w 702"/>
                <a:gd name="T109" fmla="*/ 490 h 679"/>
                <a:gd name="T110" fmla="*/ 487 w 702"/>
                <a:gd name="T111" fmla="*/ 543 h 679"/>
                <a:gd name="T112" fmla="*/ 532 w 702"/>
                <a:gd name="T113" fmla="*/ 582 h 679"/>
                <a:gd name="T114" fmla="*/ 340 w 702"/>
                <a:gd name="T115" fmla="*/ 649 h 679"/>
                <a:gd name="T116" fmla="*/ 120 w 702"/>
                <a:gd name="T117" fmla="*/ 558 h 679"/>
                <a:gd name="T118" fmla="*/ 30 w 702"/>
                <a:gd name="T119" fmla="*/ 340 h 679"/>
                <a:gd name="T120" fmla="*/ 120 w 702"/>
                <a:gd name="T12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02" h="679">
                  <a:moveTo>
                    <a:pt x="340" y="678"/>
                  </a:moveTo>
                  <a:lnTo>
                    <a:pt x="340" y="678"/>
                  </a:lnTo>
                  <a:cubicBezTo>
                    <a:pt x="422" y="678"/>
                    <a:pt x="498" y="648"/>
                    <a:pt x="558" y="598"/>
                  </a:cubicBezTo>
                  <a:cubicBezTo>
                    <a:pt x="562" y="600"/>
                    <a:pt x="566" y="600"/>
                    <a:pt x="570" y="600"/>
                  </a:cubicBezTo>
                  <a:cubicBezTo>
                    <a:pt x="580" y="600"/>
                    <a:pt x="590" y="597"/>
                    <a:pt x="598" y="590"/>
                  </a:cubicBezTo>
                  <a:cubicBezTo>
                    <a:pt x="624" y="569"/>
                    <a:pt x="649" y="548"/>
                    <a:pt x="668" y="525"/>
                  </a:cubicBezTo>
                  <a:cubicBezTo>
                    <a:pt x="678" y="514"/>
                    <a:pt x="686" y="501"/>
                    <a:pt x="692" y="489"/>
                  </a:cubicBezTo>
                  <a:cubicBezTo>
                    <a:pt x="699" y="477"/>
                    <a:pt x="701" y="463"/>
                    <a:pt x="701" y="448"/>
                  </a:cubicBezTo>
                  <a:cubicBezTo>
                    <a:pt x="701" y="446"/>
                    <a:pt x="701" y="446"/>
                    <a:pt x="701" y="446"/>
                  </a:cubicBezTo>
                  <a:lnTo>
                    <a:pt x="701" y="446"/>
                  </a:lnTo>
                  <a:cubicBezTo>
                    <a:pt x="701" y="423"/>
                    <a:pt x="690" y="402"/>
                    <a:pt x="674" y="388"/>
                  </a:cubicBezTo>
                  <a:cubicBezTo>
                    <a:pt x="677" y="373"/>
                    <a:pt x="678" y="356"/>
                    <a:pt x="678" y="340"/>
                  </a:cubicBezTo>
                  <a:cubicBezTo>
                    <a:pt x="678" y="152"/>
                    <a:pt x="526" y="0"/>
                    <a:pt x="340" y="0"/>
                  </a:cubicBezTo>
                  <a:cubicBezTo>
                    <a:pt x="152" y="0"/>
                    <a:pt x="0" y="152"/>
                    <a:pt x="0" y="340"/>
                  </a:cubicBezTo>
                  <a:cubicBezTo>
                    <a:pt x="0" y="526"/>
                    <a:pt x="152" y="678"/>
                    <a:pt x="340" y="678"/>
                  </a:cubicBezTo>
                  <a:close/>
                  <a:moveTo>
                    <a:pt x="666" y="477"/>
                  </a:moveTo>
                  <a:lnTo>
                    <a:pt x="666" y="477"/>
                  </a:lnTo>
                  <a:cubicBezTo>
                    <a:pt x="659" y="490"/>
                    <a:pt x="648" y="506"/>
                    <a:pt x="632" y="521"/>
                  </a:cubicBezTo>
                  <a:cubicBezTo>
                    <a:pt x="617" y="536"/>
                    <a:pt x="598" y="551"/>
                    <a:pt x="579" y="566"/>
                  </a:cubicBezTo>
                  <a:cubicBezTo>
                    <a:pt x="576" y="569"/>
                    <a:pt x="573" y="570"/>
                    <a:pt x="570" y="570"/>
                  </a:cubicBezTo>
                  <a:cubicBezTo>
                    <a:pt x="567" y="570"/>
                    <a:pt x="565" y="569"/>
                    <a:pt x="562" y="568"/>
                  </a:cubicBezTo>
                  <a:lnTo>
                    <a:pt x="562" y="568"/>
                  </a:lnTo>
                  <a:cubicBezTo>
                    <a:pt x="561" y="568"/>
                    <a:pt x="561" y="568"/>
                    <a:pt x="561" y="566"/>
                  </a:cubicBezTo>
                  <a:cubicBezTo>
                    <a:pt x="536" y="547"/>
                    <a:pt x="511" y="526"/>
                    <a:pt x="494" y="507"/>
                  </a:cubicBezTo>
                  <a:cubicBezTo>
                    <a:pt x="485" y="496"/>
                    <a:pt x="478" y="486"/>
                    <a:pt x="474" y="478"/>
                  </a:cubicBezTo>
                  <a:cubicBezTo>
                    <a:pt x="468" y="468"/>
                    <a:pt x="467" y="459"/>
                    <a:pt x="467" y="450"/>
                  </a:cubicBezTo>
                  <a:cubicBezTo>
                    <a:pt x="467" y="448"/>
                    <a:pt x="467" y="448"/>
                    <a:pt x="467" y="448"/>
                  </a:cubicBezTo>
                  <a:cubicBezTo>
                    <a:pt x="467" y="446"/>
                    <a:pt x="467" y="446"/>
                    <a:pt x="467" y="446"/>
                  </a:cubicBezTo>
                  <a:cubicBezTo>
                    <a:pt x="467" y="421"/>
                    <a:pt x="486" y="402"/>
                    <a:pt x="511" y="402"/>
                  </a:cubicBezTo>
                  <a:cubicBezTo>
                    <a:pt x="534" y="402"/>
                    <a:pt x="555" y="421"/>
                    <a:pt x="555" y="446"/>
                  </a:cubicBezTo>
                  <a:cubicBezTo>
                    <a:pt x="555" y="450"/>
                    <a:pt x="556" y="454"/>
                    <a:pt x="559" y="457"/>
                  </a:cubicBezTo>
                  <a:cubicBezTo>
                    <a:pt x="562" y="460"/>
                    <a:pt x="566" y="461"/>
                    <a:pt x="569" y="461"/>
                  </a:cubicBezTo>
                  <a:cubicBezTo>
                    <a:pt x="573" y="461"/>
                    <a:pt x="577" y="460"/>
                    <a:pt x="580" y="457"/>
                  </a:cubicBezTo>
                  <a:cubicBezTo>
                    <a:pt x="583" y="454"/>
                    <a:pt x="584" y="450"/>
                    <a:pt x="584" y="446"/>
                  </a:cubicBezTo>
                  <a:cubicBezTo>
                    <a:pt x="584" y="421"/>
                    <a:pt x="603" y="402"/>
                    <a:pt x="628" y="402"/>
                  </a:cubicBezTo>
                  <a:cubicBezTo>
                    <a:pt x="653" y="402"/>
                    <a:pt x="672" y="421"/>
                    <a:pt x="672" y="446"/>
                  </a:cubicBezTo>
                  <a:lnTo>
                    <a:pt x="672" y="446"/>
                  </a:lnTo>
                  <a:cubicBezTo>
                    <a:pt x="672" y="448"/>
                    <a:pt x="672" y="448"/>
                    <a:pt x="672" y="448"/>
                  </a:cubicBezTo>
                  <a:cubicBezTo>
                    <a:pt x="672" y="457"/>
                    <a:pt x="670" y="467"/>
                    <a:pt x="666" y="477"/>
                  </a:cubicBezTo>
                  <a:close/>
                  <a:moveTo>
                    <a:pt x="120" y="120"/>
                  </a:moveTo>
                  <a:lnTo>
                    <a:pt x="120" y="120"/>
                  </a:lnTo>
                  <a:cubicBezTo>
                    <a:pt x="177" y="65"/>
                    <a:pt x="254" y="30"/>
                    <a:pt x="340" y="30"/>
                  </a:cubicBezTo>
                  <a:cubicBezTo>
                    <a:pt x="424" y="30"/>
                    <a:pt x="501" y="65"/>
                    <a:pt x="558" y="120"/>
                  </a:cubicBezTo>
                  <a:cubicBezTo>
                    <a:pt x="613" y="177"/>
                    <a:pt x="649" y="254"/>
                    <a:pt x="649" y="340"/>
                  </a:cubicBezTo>
                  <a:cubicBezTo>
                    <a:pt x="649" y="351"/>
                    <a:pt x="648" y="363"/>
                    <a:pt x="646" y="374"/>
                  </a:cubicBezTo>
                  <a:cubicBezTo>
                    <a:pt x="641" y="373"/>
                    <a:pt x="635" y="373"/>
                    <a:pt x="628" y="373"/>
                  </a:cubicBezTo>
                  <a:cubicBezTo>
                    <a:pt x="605" y="373"/>
                    <a:pt x="583" y="384"/>
                    <a:pt x="569" y="402"/>
                  </a:cubicBezTo>
                  <a:cubicBezTo>
                    <a:pt x="556" y="384"/>
                    <a:pt x="534" y="373"/>
                    <a:pt x="511" y="373"/>
                  </a:cubicBezTo>
                  <a:cubicBezTo>
                    <a:pt x="471" y="373"/>
                    <a:pt x="438" y="405"/>
                    <a:pt x="438" y="445"/>
                  </a:cubicBezTo>
                  <a:cubicBezTo>
                    <a:pt x="436" y="445"/>
                    <a:pt x="436" y="445"/>
                    <a:pt x="436" y="445"/>
                  </a:cubicBezTo>
                  <a:cubicBezTo>
                    <a:pt x="436" y="446"/>
                    <a:pt x="436" y="446"/>
                    <a:pt x="436" y="446"/>
                  </a:cubicBezTo>
                  <a:lnTo>
                    <a:pt x="436" y="446"/>
                  </a:lnTo>
                  <a:lnTo>
                    <a:pt x="436" y="446"/>
                  </a:lnTo>
                  <a:cubicBezTo>
                    <a:pt x="436" y="448"/>
                    <a:pt x="436" y="449"/>
                    <a:pt x="436" y="450"/>
                  </a:cubicBezTo>
                  <a:cubicBezTo>
                    <a:pt x="436" y="464"/>
                    <a:pt x="440" y="478"/>
                    <a:pt x="447" y="490"/>
                  </a:cubicBezTo>
                  <a:cubicBezTo>
                    <a:pt x="456" y="510"/>
                    <a:pt x="471" y="526"/>
                    <a:pt x="487" y="543"/>
                  </a:cubicBezTo>
                  <a:cubicBezTo>
                    <a:pt x="501" y="555"/>
                    <a:pt x="516" y="569"/>
                    <a:pt x="532" y="582"/>
                  </a:cubicBezTo>
                  <a:cubicBezTo>
                    <a:pt x="479" y="623"/>
                    <a:pt x="411" y="649"/>
                    <a:pt x="340" y="649"/>
                  </a:cubicBezTo>
                  <a:cubicBezTo>
                    <a:pt x="254" y="649"/>
                    <a:pt x="177" y="615"/>
                    <a:pt x="120" y="558"/>
                  </a:cubicBezTo>
                  <a:cubicBezTo>
                    <a:pt x="65" y="503"/>
                    <a:pt x="30" y="425"/>
                    <a:pt x="30" y="340"/>
                  </a:cubicBezTo>
                  <a:cubicBezTo>
                    <a:pt x="30" y="254"/>
                    <a:pt x="65" y="177"/>
                    <a:pt x="120"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2" name="Freeform 271">
              <a:extLst>
                <a:ext uri="{FF2B5EF4-FFF2-40B4-BE49-F238E27FC236}">
                  <a16:creationId xmlns:a16="http://schemas.microsoft.com/office/drawing/2014/main" id="{FAEE02C1-3EDC-A94B-7384-0A30B3E43273}"/>
                </a:ext>
              </a:extLst>
            </p:cNvPr>
            <p:cNvSpPr>
              <a:spLocks noChangeArrowheads="1"/>
            </p:cNvSpPr>
            <p:nvPr/>
          </p:nvSpPr>
          <p:spPr bwMode="auto">
            <a:xfrm>
              <a:off x="9883775" y="6116638"/>
              <a:ext cx="53975" cy="23812"/>
            </a:xfrm>
            <a:custGeom>
              <a:avLst/>
              <a:gdLst>
                <a:gd name="T0" fmla="*/ 127 w 151"/>
                <a:gd name="T1" fmla="*/ 44 h 66"/>
                <a:gd name="T2" fmla="*/ 127 w 151"/>
                <a:gd name="T3" fmla="*/ 44 h 66"/>
                <a:gd name="T4" fmla="*/ 145 w 151"/>
                <a:gd name="T5" fmla="*/ 26 h 66"/>
                <a:gd name="T6" fmla="*/ 145 w 151"/>
                <a:gd name="T7" fmla="*/ 5 h 66"/>
                <a:gd name="T8" fmla="*/ 124 w 151"/>
                <a:gd name="T9" fmla="*/ 5 h 66"/>
                <a:gd name="T10" fmla="*/ 106 w 151"/>
                <a:gd name="T11" fmla="*/ 23 h 66"/>
                <a:gd name="T12" fmla="*/ 76 w 151"/>
                <a:gd name="T13" fmla="*/ 36 h 66"/>
                <a:gd name="T14" fmla="*/ 44 w 151"/>
                <a:gd name="T15" fmla="*/ 23 h 66"/>
                <a:gd name="T16" fmla="*/ 26 w 151"/>
                <a:gd name="T17" fmla="*/ 5 h 66"/>
                <a:gd name="T18" fmla="*/ 5 w 151"/>
                <a:gd name="T19" fmla="*/ 5 h 66"/>
                <a:gd name="T20" fmla="*/ 5 w 151"/>
                <a:gd name="T21" fmla="*/ 26 h 66"/>
                <a:gd name="T22" fmla="*/ 5 w 151"/>
                <a:gd name="T23" fmla="*/ 26 h 66"/>
                <a:gd name="T24" fmla="*/ 23 w 151"/>
                <a:gd name="T25" fmla="*/ 44 h 66"/>
                <a:gd name="T26" fmla="*/ 76 w 151"/>
                <a:gd name="T27" fmla="*/ 65 h 66"/>
                <a:gd name="T28" fmla="*/ 127 w 151"/>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44"/>
                  </a:moveTo>
                  <a:lnTo>
                    <a:pt x="127" y="44"/>
                  </a:lnTo>
                  <a:cubicBezTo>
                    <a:pt x="145" y="26"/>
                    <a:pt x="145" y="26"/>
                    <a:pt x="145" y="26"/>
                  </a:cubicBezTo>
                  <a:cubicBezTo>
                    <a:pt x="150" y="21"/>
                    <a:pt x="150" y="11"/>
                    <a:pt x="145" y="5"/>
                  </a:cubicBezTo>
                  <a:cubicBezTo>
                    <a:pt x="139" y="0"/>
                    <a:pt x="130" y="0"/>
                    <a:pt x="124" y="5"/>
                  </a:cubicBezTo>
                  <a:cubicBezTo>
                    <a:pt x="106" y="23"/>
                    <a:pt x="106" y="23"/>
                    <a:pt x="106" y="23"/>
                  </a:cubicBezTo>
                  <a:cubicBezTo>
                    <a:pt x="98" y="32"/>
                    <a:pt x="87" y="36"/>
                    <a:pt x="76" y="36"/>
                  </a:cubicBezTo>
                  <a:cubicBezTo>
                    <a:pt x="63" y="36"/>
                    <a:pt x="52" y="32"/>
                    <a:pt x="44" y="23"/>
                  </a:cubicBezTo>
                  <a:cubicBezTo>
                    <a:pt x="26" y="5"/>
                    <a:pt x="26" y="5"/>
                    <a:pt x="26" y="5"/>
                  </a:cubicBezTo>
                  <a:cubicBezTo>
                    <a:pt x="21" y="0"/>
                    <a:pt x="11" y="0"/>
                    <a:pt x="5" y="5"/>
                  </a:cubicBezTo>
                  <a:cubicBezTo>
                    <a:pt x="0" y="11"/>
                    <a:pt x="0" y="21"/>
                    <a:pt x="5" y="26"/>
                  </a:cubicBezTo>
                  <a:lnTo>
                    <a:pt x="5" y="26"/>
                  </a:lnTo>
                  <a:cubicBezTo>
                    <a:pt x="23" y="44"/>
                    <a:pt x="23" y="44"/>
                    <a:pt x="23" y="44"/>
                  </a:cubicBezTo>
                  <a:cubicBezTo>
                    <a:pt x="37" y="58"/>
                    <a:pt x="56"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3" name="Freeform 272">
              <a:extLst>
                <a:ext uri="{FF2B5EF4-FFF2-40B4-BE49-F238E27FC236}">
                  <a16:creationId xmlns:a16="http://schemas.microsoft.com/office/drawing/2014/main" id="{57FD4D60-F73C-3D68-C6B7-6537E3100BD6}"/>
                </a:ext>
              </a:extLst>
            </p:cNvPr>
            <p:cNvSpPr>
              <a:spLocks noChangeArrowheads="1"/>
            </p:cNvSpPr>
            <p:nvPr/>
          </p:nvSpPr>
          <p:spPr bwMode="auto">
            <a:xfrm>
              <a:off x="10012363" y="6116638"/>
              <a:ext cx="53975" cy="23812"/>
            </a:xfrm>
            <a:custGeom>
              <a:avLst/>
              <a:gdLst>
                <a:gd name="T0" fmla="*/ 24 w 152"/>
                <a:gd name="T1" fmla="*/ 44 h 66"/>
                <a:gd name="T2" fmla="*/ 24 w 152"/>
                <a:gd name="T3" fmla="*/ 44 h 66"/>
                <a:gd name="T4" fmla="*/ 76 w 152"/>
                <a:gd name="T5" fmla="*/ 65 h 66"/>
                <a:gd name="T6" fmla="*/ 127 w 152"/>
                <a:gd name="T7" fmla="*/ 44 h 66"/>
                <a:gd name="T8" fmla="*/ 145 w 152"/>
                <a:gd name="T9" fmla="*/ 26 h 66"/>
                <a:gd name="T10" fmla="*/ 145 w 152"/>
                <a:gd name="T11" fmla="*/ 5 h 66"/>
                <a:gd name="T12" fmla="*/ 125 w 152"/>
                <a:gd name="T13" fmla="*/ 5 h 66"/>
                <a:gd name="T14" fmla="*/ 125 w 152"/>
                <a:gd name="T15" fmla="*/ 5 h 66"/>
                <a:gd name="T16" fmla="*/ 107 w 152"/>
                <a:gd name="T17" fmla="*/ 23 h 66"/>
                <a:gd name="T18" fmla="*/ 76 w 152"/>
                <a:gd name="T19" fmla="*/ 36 h 66"/>
                <a:gd name="T20" fmla="*/ 45 w 152"/>
                <a:gd name="T21" fmla="*/ 23 h 66"/>
                <a:gd name="T22" fmla="*/ 27 w 152"/>
                <a:gd name="T23" fmla="*/ 5 h 66"/>
                <a:gd name="T24" fmla="*/ 6 w 152"/>
                <a:gd name="T25" fmla="*/ 5 h 66"/>
                <a:gd name="T26" fmla="*/ 6 w 152"/>
                <a:gd name="T27" fmla="*/ 26 h 66"/>
                <a:gd name="T28" fmla="*/ 24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4" y="44"/>
                  </a:moveTo>
                  <a:lnTo>
                    <a:pt x="24" y="44"/>
                  </a:lnTo>
                  <a:cubicBezTo>
                    <a:pt x="38" y="58"/>
                    <a:pt x="57" y="65"/>
                    <a:pt x="76" y="65"/>
                  </a:cubicBezTo>
                  <a:cubicBezTo>
                    <a:pt x="94" y="65"/>
                    <a:pt x="114" y="58"/>
                    <a:pt x="127" y="44"/>
                  </a:cubicBezTo>
                  <a:cubicBezTo>
                    <a:pt x="145" y="26"/>
                    <a:pt x="145" y="26"/>
                    <a:pt x="145" y="26"/>
                  </a:cubicBezTo>
                  <a:cubicBezTo>
                    <a:pt x="151" y="21"/>
                    <a:pt x="151" y="11"/>
                    <a:pt x="145" y="5"/>
                  </a:cubicBezTo>
                  <a:cubicBezTo>
                    <a:pt x="140" y="0"/>
                    <a:pt x="130" y="0"/>
                    <a:pt x="125" y="5"/>
                  </a:cubicBezTo>
                  <a:lnTo>
                    <a:pt x="125" y="5"/>
                  </a:lnTo>
                  <a:cubicBezTo>
                    <a:pt x="107" y="23"/>
                    <a:pt x="107" y="23"/>
                    <a:pt x="107" y="23"/>
                  </a:cubicBezTo>
                  <a:cubicBezTo>
                    <a:pt x="98" y="32"/>
                    <a:pt x="87" y="36"/>
                    <a:pt x="76" y="36"/>
                  </a:cubicBezTo>
                  <a:cubicBezTo>
                    <a:pt x="64" y="36"/>
                    <a:pt x="53" y="32"/>
                    <a:pt x="45" y="23"/>
                  </a:cubicBezTo>
                  <a:cubicBezTo>
                    <a:pt x="27" y="5"/>
                    <a:pt x="27" y="5"/>
                    <a:pt x="27" y="5"/>
                  </a:cubicBezTo>
                  <a:cubicBezTo>
                    <a:pt x="21" y="0"/>
                    <a:pt x="11" y="0"/>
                    <a:pt x="6" y="5"/>
                  </a:cubicBezTo>
                  <a:cubicBezTo>
                    <a:pt x="0" y="11"/>
                    <a:pt x="0" y="21"/>
                    <a:pt x="6" y="26"/>
                  </a:cubicBezTo>
                  <a:lnTo>
                    <a:pt x="24"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4" name="Freeform 273">
              <a:extLst>
                <a:ext uri="{FF2B5EF4-FFF2-40B4-BE49-F238E27FC236}">
                  <a16:creationId xmlns:a16="http://schemas.microsoft.com/office/drawing/2014/main" id="{3E027279-32B8-4757-80F4-8F9304C539D0}"/>
                </a:ext>
              </a:extLst>
            </p:cNvPr>
            <p:cNvSpPr>
              <a:spLocks noChangeArrowheads="1"/>
            </p:cNvSpPr>
            <p:nvPr/>
          </p:nvSpPr>
          <p:spPr bwMode="auto">
            <a:xfrm>
              <a:off x="9969500" y="6159500"/>
              <a:ext cx="26988" cy="74613"/>
            </a:xfrm>
            <a:custGeom>
              <a:avLst/>
              <a:gdLst>
                <a:gd name="T0" fmla="*/ 16 w 75"/>
                <a:gd name="T1" fmla="*/ 176 h 208"/>
                <a:gd name="T2" fmla="*/ 16 w 75"/>
                <a:gd name="T3" fmla="*/ 176 h 208"/>
                <a:gd name="T4" fmla="*/ 0 w 75"/>
                <a:gd name="T5" fmla="*/ 192 h 208"/>
                <a:gd name="T6" fmla="*/ 16 w 75"/>
                <a:gd name="T7" fmla="*/ 207 h 208"/>
                <a:gd name="T8" fmla="*/ 58 w 75"/>
                <a:gd name="T9" fmla="*/ 187 h 208"/>
                <a:gd name="T10" fmla="*/ 74 w 75"/>
                <a:gd name="T11" fmla="*/ 147 h 208"/>
                <a:gd name="T12" fmla="*/ 58 w 75"/>
                <a:gd name="T13" fmla="*/ 107 h 208"/>
                <a:gd name="T14" fmla="*/ 54 w 75"/>
                <a:gd name="T15" fmla="*/ 103 h 208"/>
                <a:gd name="T16" fmla="*/ 58 w 75"/>
                <a:gd name="T17" fmla="*/ 99 h 208"/>
                <a:gd name="T18" fmla="*/ 74 w 75"/>
                <a:gd name="T19" fmla="*/ 59 h 208"/>
                <a:gd name="T20" fmla="*/ 58 w 75"/>
                <a:gd name="T21" fmla="*/ 19 h 208"/>
                <a:gd name="T22" fmla="*/ 16 w 75"/>
                <a:gd name="T23" fmla="*/ 0 h 208"/>
                <a:gd name="T24" fmla="*/ 0 w 75"/>
                <a:gd name="T25" fmla="*/ 15 h 208"/>
                <a:gd name="T26" fmla="*/ 16 w 75"/>
                <a:gd name="T27" fmla="*/ 30 h 208"/>
                <a:gd name="T28" fmla="*/ 16 w 75"/>
                <a:gd name="T29" fmla="*/ 30 h 208"/>
                <a:gd name="T30" fmla="*/ 38 w 75"/>
                <a:gd name="T31" fmla="*/ 38 h 208"/>
                <a:gd name="T32" fmla="*/ 45 w 75"/>
                <a:gd name="T33" fmla="*/ 59 h 208"/>
                <a:gd name="T34" fmla="*/ 38 w 75"/>
                <a:gd name="T35" fmla="*/ 80 h 208"/>
                <a:gd name="T36" fmla="*/ 16 w 75"/>
                <a:gd name="T37" fmla="*/ 88 h 208"/>
                <a:gd name="T38" fmla="*/ 0 w 75"/>
                <a:gd name="T39" fmla="*/ 103 h 208"/>
                <a:gd name="T40" fmla="*/ 16 w 75"/>
                <a:gd name="T41" fmla="*/ 118 h 208"/>
                <a:gd name="T42" fmla="*/ 16 w 75"/>
                <a:gd name="T43" fmla="*/ 118 h 208"/>
                <a:gd name="T44" fmla="*/ 38 w 75"/>
                <a:gd name="T45" fmla="*/ 127 h 208"/>
                <a:gd name="T46" fmla="*/ 45 w 75"/>
                <a:gd name="T47" fmla="*/ 147 h 208"/>
                <a:gd name="T48" fmla="*/ 38 w 75"/>
                <a:gd name="T49" fmla="*/ 168 h 208"/>
                <a:gd name="T50" fmla="*/ 16 w 75"/>
                <a:gd name="T51" fmla="*/ 17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5" h="208">
                  <a:moveTo>
                    <a:pt x="16" y="176"/>
                  </a:moveTo>
                  <a:lnTo>
                    <a:pt x="16" y="176"/>
                  </a:lnTo>
                  <a:cubicBezTo>
                    <a:pt x="7" y="176"/>
                    <a:pt x="0" y="183"/>
                    <a:pt x="0" y="192"/>
                  </a:cubicBezTo>
                  <a:cubicBezTo>
                    <a:pt x="0" y="200"/>
                    <a:pt x="7" y="207"/>
                    <a:pt x="16" y="207"/>
                  </a:cubicBezTo>
                  <a:cubicBezTo>
                    <a:pt x="34" y="207"/>
                    <a:pt x="49" y="199"/>
                    <a:pt x="58" y="187"/>
                  </a:cubicBezTo>
                  <a:cubicBezTo>
                    <a:pt x="69" y="176"/>
                    <a:pt x="74" y="161"/>
                    <a:pt x="74" y="147"/>
                  </a:cubicBezTo>
                  <a:cubicBezTo>
                    <a:pt x="74" y="134"/>
                    <a:pt x="69" y="118"/>
                    <a:pt x="58" y="107"/>
                  </a:cubicBezTo>
                  <a:cubicBezTo>
                    <a:pt x="58" y="106"/>
                    <a:pt x="56" y="105"/>
                    <a:pt x="54" y="103"/>
                  </a:cubicBezTo>
                  <a:cubicBezTo>
                    <a:pt x="56" y="102"/>
                    <a:pt x="58" y="100"/>
                    <a:pt x="58" y="99"/>
                  </a:cubicBezTo>
                  <a:cubicBezTo>
                    <a:pt x="69" y="88"/>
                    <a:pt x="74" y="73"/>
                    <a:pt x="74" y="59"/>
                  </a:cubicBezTo>
                  <a:cubicBezTo>
                    <a:pt x="74" y="45"/>
                    <a:pt x="69" y="30"/>
                    <a:pt x="58" y="19"/>
                  </a:cubicBezTo>
                  <a:cubicBezTo>
                    <a:pt x="49" y="8"/>
                    <a:pt x="34" y="0"/>
                    <a:pt x="16" y="0"/>
                  </a:cubicBezTo>
                  <a:cubicBezTo>
                    <a:pt x="7" y="0"/>
                    <a:pt x="0" y="7"/>
                    <a:pt x="0" y="15"/>
                  </a:cubicBezTo>
                  <a:cubicBezTo>
                    <a:pt x="0" y="23"/>
                    <a:pt x="7" y="30"/>
                    <a:pt x="16" y="30"/>
                  </a:cubicBezTo>
                  <a:lnTo>
                    <a:pt x="16" y="30"/>
                  </a:lnTo>
                  <a:cubicBezTo>
                    <a:pt x="27" y="30"/>
                    <a:pt x="32" y="33"/>
                    <a:pt x="38" y="38"/>
                  </a:cubicBezTo>
                  <a:cubicBezTo>
                    <a:pt x="42" y="44"/>
                    <a:pt x="45" y="51"/>
                    <a:pt x="45" y="59"/>
                  </a:cubicBezTo>
                  <a:cubicBezTo>
                    <a:pt x="45" y="67"/>
                    <a:pt x="42" y="74"/>
                    <a:pt x="38" y="80"/>
                  </a:cubicBezTo>
                  <a:cubicBezTo>
                    <a:pt x="32" y="85"/>
                    <a:pt x="27" y="88"/>
                    <a:pt x="16" y="88"/>
                  </a:cubicBezTo>
                  <a:cubicBezTo>
                    <a:pt x="7" y="88"/>
                    <a:pt x="0" y="95"/>
                    <a:pt x="0" y="103"/>
                  </a:cubicBezTo>
                  <a:cubicBezTo>
                    <a:pt x="0" y="112"/>
                    <a:pt x="7" y="118"/>
                    <a:pt x="16" y="118"/>
                  </a:cubicBezTo>
                  <a:lnTo>
                    <a:pt x="16" y="118"/>
                  </a:lnTo>
                  <a:cubicBezTo>
                    <a:pt x="27" y="118"/>
                    <a:pt x="32" y="121"/>
                    <a:pt x="38" y="127"/>
                  </a:cubicBezTo>
                  <a:cubicBezTo>
                    <a:pt x="42" y="132"/>
                    <a:pt x="45" y="139"/>
                    <a:pt x="45" y="147"/>
                  </a:cubicBezTo>
                  <a:cubicBezTo>
                    <a:pt x="45" y="156"/>
                    <a:pt x="42" y="163"/>
                    <a:pt x="38" y="168"/>
                  </a:cubicBezTo>
                  <a:cubicBezTo>
                    <a:pt x="32" y="174"/>
                    <a:pt x="27" y="176"/>
                    <a:pt x="16"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5" name="Group 337">
            <a:extLst>
              <a:ext uri="{FF2B5EF4-FFF2-40B4-BE49-F238E27FC236}">
                <a16:creationId xmlns:a16="http://schemas.microsoft.com/office/drawing/2014/main" id="{505EE1D4-AD23-081A-944C-031091382EC8}"/>
              </a:ext>
            </a:extLst>
          </p:cNvPr>
          <p:cNvGrpSpPr/>
          <p:nvPr/>
        </p:nvGrpSpPr>
        <p:grpSpPr>
          <a:xfrm>
            <a:off x="8474595" y="5204247"/>
            <a:ext cx="244475" cy="244475"/>
            <a:chOff x="7318375" y="5513388"/>
            <a:chExt cx="244475" cy="244475"/>
          </a:xfrm>
          <a:solidFill>
            <a:schemeClr val="tx2"/>
          </a:solidFill>
        </p:grpSpPr>
        <p:sp>
          <p:nvSpPr>
            <p:cNvPr id="336" name="Freeform 274">
              <a:extLst>
                <a:ext uri="{FF2B5EF4-FFF2-40B4-BE49-F238E27FC236}">
                  <a16:creationId xmlns:a16="http://schemas.microsoft.com/office/drawing/2014/main" id="{08F94A7F-2E67-D63F-5378-D4CCDD3F7DCB}"/>
                </a:ext>
              </a:extLst>
            </p:cNvPr>
            <p:cNvSpPr>
              <a:spLocks noChangeArrowheads="1"/>
            </p:cNvSpPr>
            <p:nvPr/>
          </p:nvSpPr>
          <p:spPr bwMode="auto">
            <a:xfrm>
              <a:off x="7318375" y="5513388"/>
              <a:ext cx="244475" cy="244475"/>
            </a:xfrm>
            <a:custGeom>
              <a:avLst/>
              <a:gdLst>
                <a:gd name="T0" fmla="*/ 661 w 678"/>
                <a:gd name="T1" fmla="*/ 446 h 679"/>
                <a:gd name="T2" fmla="*/ 667 w 678"/>
                <a:gd name="T3" fmla="*/ 421 h 679"/>
                <a:gd name="T4" fmla="*/ 673 w 678"/>
                <a:gd name="T5" fmla="*/ 393 h 679"/>
                <a:gd name="T6" fmla="*/ 676 w 678"/>
                <a:gd name="T7" fmla="*/ 364 h 679"/>
                <a:gd name="T8" fmla="*/ 339 w 678"/>
                <a:gd name="T9" fmla="*/ 0 h 679"/>
                <a:gd name="T10" fmla="*/ 0 w 678"/>
                <a:gd name="T11" fmla="*/ 364 h 679"/>
                <a:gd name="T12" fmla="*/ 4 w 678"/>
                <a:gd name="T13" fmla="*/ 393 h 679"/>
                <a:gd name="T14" fmla="*/ 10 w 678"/>
                <a:gd name="T15" fmla="*/ 421 h 679"/>
                <a:gd name="T16" fmla="*/ 17 w 678"/>
                <a:gd name="T17" fmla="*/ 446 h 679"/>
                <a:gd name="T18" fmla="*/ 28 w 678"/>
                <a:gd name="T19" fmla="*/ 474 h 679"/>
                <a:gd name="T20" fmla="*/ 39 w 678"/>
                <a:gd name="T21" fmla="*/ 497 h 679"/>
                <a:gd name="T22" fmla="*/ 51 w 678"/>
                <a:gd name="T23" fmla="*/ 519 h 679"/>
                <a:gd name="T24" fmla="*/ 68 w 678"/>
                <a:gd name="T25" fmla="*/ 543 h 679"/>
                <a:gd name="T26" fmla="*/ 85 w 678"/>
                <a:gd name="T27" fmla="*/ 563 h 679"/>
                <a:gd name="T28" fmla="*/ 103 w 678"/>
                <a:gd name="T29" fmla="*/ 583 h 679"/>
                <a:gd name="T30" fmla="*/ 125 w 678"/>
                <a:gd name="T31" fmla="*/ 602 h 679"/>
                <a:gd name="T32" fmla="*/ 147 w 678"/>
                <a:gd name="T33" fmla="*/ 619 h 679"/>
                <a:gd name="T34" fmla="*/ 169 w 678"/>
                <a:gd name="T35" fmla="*/ 632 h 679"/>
                <a:gd name="T36" fmla="*/ 339 w 678"/>
                <a:gd name="T37" fmla="*/ 678 h 679"/>
                <a:gd name="T38" fmla="*/ 507 w 678"/>
                <a:gd name="T39" fmla="*/ 632 h 679"/>
                <a:gd name="T40" fmla="*/ 531 w 678"/>
                <a:gd name="T41" fmla="*/ 619 h 679"/>
                <a:gd name="T42" fmla="*/ 553 w 678"/>
                <a:gd name="T43" fmla="*/ 602 h 679"/>
                <a:gd name="T44" fmla="*/ 574 w 678"/>
                <a:gd name="T45" fmla="*/ 583 h 679"/>
                <a:gd name="T46" fmla="*/ 593 w 678"/>
                <a:gd name="T47" fmla="*/ 563 h 679"/>
                <a:gd name="T48" fmla="*/ 609 w 678"/>
                <a:gd name="T49" fmla="*/ 543 h 679"/>
                <a:gd name="T50" fmla="*/ 625 w 678"/>
                <a:gd name="T51" fmla="*/ 519 h 679"/>
                <a:gd name="T52" fmla="*/ 638 w 678"/>
                <a:gd name="T53" fmla="*/ 497 h 679"/>
                <a:gd name="T54" fmla="*/ 650 w 678"/>
                <a:gd name="T55" fmla="*/ 474 h 679"/>
                <a:gd name="T56" fmla="*/ 661 w 678"/>
                <a:gd name="T57" fmla="*/ 446 h 679"/>
                <a:gd name="T58" fmla="*/ 252 w 678"/>
                <a:gd name="T59" fmla="*/ 635 h 679"/>
                <a:gd name="T60" fmla="*/ 225 w 678"/>
                <a:gd name="T61" fmla="*/ 627 h 679"/>
                <a:gd name="T62" fmla="*/ 199 w 678"/>
                <a:gd name="T63" fmla="*/ 614 h 679"/>
                <a:gd name="T64" fmla="*/ 172 w 678"/>
                <a:gd name="T65" fmla="*/ 599 h 679"/>
                <a:gd name="T66" fmla="*/ 143 w 678"/>
                <a:gd name="T67" fmla="*/ 578 h 679"/>
                <a:gd name="T68" fmla="*/ 122 w 678"/>
                <a:gd name="T69" fmla="*/ 559 h 679"/>
                <a:gd name="T70" fmla="*/ 103 w 678"/>
                <a:gd name="T71" fmla="*/ 538 h 679"/>
                <a:gd name="T72" fmla="*/ 85 w 678"/>
                <a:gd name="T73" fmla="*/ 515 h 679"/>
                <a:gd name="T74" fmla="*/ 54 w 678"/>
                <a:gd name="T75" fmla="*/ 461 h 679"/>
                <a:gd name="T76" fmla="*/ 45 w 678"/>
                <a:gd name="T77" fmla="*/ 435 h 679"/>
                <a:gd name="T78" fmla="*/ 36 w 678"/>
                <a:gd name="T79" fmla="*/ 406 h 679"/>
                <a:gd name="T80" fmla="*/ 32 w 678"/>
                <a:gd name="T81" fmla="*/ 377 h 679"/>
                <a:gd name="T82" fmla="*/ 29 w 678"/>
                <a:gd name="T83" fmla="*/ 338 h 679"/>
                <a:gd name="T84" fmla="*/ 339 w 678"/>
                <a:gd name="T85" fmla="*/ 29 h 679"/>
                <a:gd name="T86" fmla="*/ 648 w 678"/>
                <a:gd name="T87" fmla="*/ 338 h 679"/>
                <a:gd name="T88" fmla="*/ 645 w 678"/>
                <a:gd name="T89" fmla="*/ 377 h 679"/>
                <a:gd name="T90" fmla="*/ 640 w 678"/>
                <a:gd name="T91" fmla="*/ 406 h 679"/>
                <a:gd name="T92" fmla="*/ 633 w 678"/>
                <a:gd name="T93" fmla="*/ 435 h 679"/>
                <a:gd name="T94" fmla="*/ 623 w 678"/>
                <a:gd name="T95" fmla="*/ 461 h 679"/>
                <a:gd name="T96" fmla="*/ 593 w 678"/>
                <a:gd name="T97" fmla="*/ 515 h 679"/>
                <a:gd name="T98" fmla="*/ 575 w 678"/>
                <a:gd name="T99" fmla="*/ 538 h 679"/>
                <a:gd name="T100" fmla="*/ 556 w 678"/>
                <a:gd name="T101" fmla="*/ 559 h 679"/>
                <a:gd name="T102" fmla="*/ 535 w 678"/>
                <a:gd name="T103" fmla="*/ 578 h 679"/>
                <a:gd name="T104" fmla="*/ 506 w 678"/>
                <a:gd name="T105" fmla="*/ 599 h 679"/>
                <a:gd name="T106" fmla="*/ 478 w 678"/>
                <a:gd name="T107" fmla="*/ 614 h 679"/>
                <a:gd name="T108" fmla="*/ 452 w 678"/>
                <a:gd name="T109" fmla="*/ 627 h 679"/>
                <a:gd name="T110" fmla="*/ 424 w 678"/>
                <a:gd name="T111" fmla="*/ 635 h 679"/>
                <a:gd name="T112" fmla="*/ 252 w 678"/>
                <a:gd name="T113" fmla="*/ 63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78" h="679">
                  <a:moveTo>
                    <a:pt x="661" y="446"/>
                  </a:moveTo>
                  <a:lnTo>
                    <a:pt x="661" y="446"/>
                  </a:lnTo>
                  <a:cubicBezTo>
                    <a:pt x="662" y="439"/>
                    <a:pt x="665" y="431"/>
                    <a:pt x="666" y="424"/>
                  </a:cubicBezTo>
                  <a:cubicBezTo>
                    <a:pt x="667" y="422"/>
                    <a:pt x="667" y="422"/>
                    <a:pt x="667" y="421"/>
                  </a:cubicBezTo>
                  <a:cubicBezTo>
                    <a:pt x="669" y="414"/>
                    <a:pt x="670" y="406"/>
                    <a:pt x="672" y="399"/>
                  </a:cubicBezTo>
                  <a:cubicBezTo>
                    <a:pt x="672" y="398"/>
                    <a:pt x="673" y="395"/>
                    <a:pt x="673" y="393"/>
                  </a:cubicBezTo>
                  <a:cubicBezTo>
                    <a:pt x="674" y="385"/>
                    <a:pt x="676" y="378"/>
                    <a:pt x="676" y="370"/>
                  </a:cubicBezTo>
                  <a:cubicBezTo>
                    <a:pt x="676" y="369"/>
                    <a:pt x="676" y="366"/>
                    <a:pt x="676" y="364"/>
                  </a:cubicBezTo>
                  <a:cubicBezTo>
                    <a:pt x="677" y="356"/>
                    <a:pt x="677" y="348"/>
                    <a:pt x="677" y="338"/>
                  </a:cubicBezTo>
                  <a:cubicBezTo>
                    <a:pt x="677" y="152"/>
                    <a:pt x="525" y="0"/>
                    <a:pt x="339" y="0"/>
                  </a:cubicBezTo>
                  <a:cubicBezTo>
                    <a:pt x="151" y="0"/>
                    <a:pt x="0" y="152"/>
                    <a:pt x="0" y="338"/>
                  </a:cubicBezTo>
                  <a:cubicBezTo>
                    <a:pt x="0" y="348"/>
                    <a:pt x="0" y="356"/>
                    <a:pt x="0" y="364"/>
                  </a:cubicBezTo>
                  <a:cubicBezTo>
                    <a:pt x="0" y="366"/>
                    <a:pt x="0" y="369"/>
                    <a:pt x="2" y="370"/>
                  </a:cubicBezTo>
                  <a:cubicBezTo>
                    <a:pt x="2" y="378"/>
                    <a:pt x="3" y="385"/>
                    <a:pt x="4" y="393"/>
                  </a:cubicBezTo>
                  <a:cubicBezTo>
                    <a:pt x="4" y="395"/>
                    <a:pt x="4" y="398"/>
                    <a:pt x="4" y="399"/>
                  </a:cubicBezTo>
                  <a:cubicBezTo>
                    <a:pt x="6" y="406"/>
                    <a:pt x="9" y="414"/>
                    <a:pt x="10" y="421"/>
                  </a:cubicBezTo>
                  <a:cubicBezTo>
                    <a:pt x="10" y="422"/>
                    <a:pt x="10" y="422"/>
                    <a:pt x="10" y="424"/>
                  </a:cubicBezTo>
                  <a:cubicBezTo>
                    <a:pt x="13" y="431"/>
                    <a:pt x="14" y="439"/>
                    <a:pt x="17" y="446"/>
                  </a:cubicBezTo>
                  <a:cubicBezTo>
                    <a:pt x="18" y="449"/>
                    <a:pt x="18" y="450"/>
                    <a:pt x="20" y="451"/>
                  </a:cubicBezTo>
                  <a:cubicBezTo>
                    <a:pt x="21" y="460"/>
                    <a:pt x="24" y="467"/>
                    <a:pt x="28" y="474"/>
                  </a:cubicBezTo>
                  <a:cubicBezTo>
                    <a:pt x="28" y="475"/>
                    <a:pt x="29" y="476"/>
                    <a:pt x="29" y="479"/>
                  </a:cubicBezTo>
                  <a:cubicBezTo>
                    <a:pt x="32" y="485"/>
                    <a:pt x="36" y="490"/>
                    <a:pt x="39" y="497"/>
                  </a:cubicBezTo>
                  <a:cubicBezTo>
                    <a:pt x="39" y="498"/>
                    <a:pt x="40" y="500"/>
                    <a:pt x="40" y="501"/>
                  </a:cubicBezTo>
                  <a:cubicBezTo>
                    <a:pt x="45" y="507"/>
                    <a:pt x="49" y="514"/>
                    <a:pt x="51" y="519"/>
                  </a:cubicBezTo>
                  <a:cubicBezTo>
                    <a:pt x="53" y="522"/>
                    <a:pt x="54" y="523"/>
                    <a:pt x="56" y="526"/>
                  </a:cubicBezTo>
                  <a:cubicBezTo>
                    <a:pt x="60" y="532"/>
                    <a:pt x="64" y="537"/>
                    <a:pt x="68" y="543"/>
                  </a:cubicBezTo>
                  <a:cubicBezTo>
                    <a:pt x="69" y="545"/>
                    <a:pt x="71" y="547"/>
                    <a:pt x="72" y="548"/>
                  </a:cubicBezTo>
                  <a:cubicBezTo>
                    <a:pt x="76" y="554"/>
                    <a:pt x="80" y="558"/>
                    <a:pt x="85" y="563"/>
                  </a:cubicBezTo>
                  <a:cubicBezTo>
                    <a:pt x="86" y="565"/>
                    <a:pt x="86" y="565"/>
                    <a:pt x="87" y="566"/>
                  </a:cubicBezTo>
                  <a:cubicBezTo>
                    <a:pt x="93" y="572"/>
                    <a:pt x="98" y="577"/>
                    <a:pt x="103" y="583"/>
                  </a:cubicBezTo>
                  <a:cubicBezTo>
                    <a:pt x="105" y="584"/>
                    <a:pt x="107" y="585"/>
                    <a:pt x="108" y="587"/>
                  </a:cubicBezTo>
                  <a:cubicBezTo>
                    <a:pt x="114" y="592"/>
                    <a:pt x="119" y="596"/>
                    <a:pt x="125" y="602"/>
                  </a:cubicBezTo>
                  <a:cubicBezTo>
                    <a:pt x="126" y="602"/>
                    <a:pt x="127" y="603"/>
                    <a:pt x="129" y="605"/>
                  </a:cubicBezTo>
                  <a:cubicBezTo>
                    <a:pt x="134" y="609"/>
                    <a:pt x="140" y="613"/>
                    <a:pt x="147" y="619"/>
                  </a:cubicBezTo>
                  <a:lnTo>
                    <a:pt x="148" y="619"/>
                  </a:lnTo>
                  <a:cubicBezTo>
                    <a:pt x="155" y="624"/>
                    <a:pt x="162" y="628"/>
                    <a:pt x="169" y="632"/>
                  </a:cubicBezTo>
                  <a:cubicBezTo>
                    <a:pt x="170" y="632"/>
                    <a:pt x="170" y="634"/>
                    <a:pt x="172" y="634"/>
                  </a:cubicBezTo>
                  <a:cubicBezTo>
                    <a:pt x="221" y="661"/>
                    <a:pt x="278" y="678"/>
                    <a:pt x="339" y="678"/>
                  </a:cubicBezTo>
                  <a:cubicBezTo>
                    <a:pt x="400" y="678"/>
                    <a:pt x="456" y="661"/>
                    <a:pt x="506" y="634"/>
                  </a:cubicBezTo>
                  <a:lnTo>
                    <a:pt x="507" y="632"/>
                  </a:lnTo>
                  <a:cubicBezTo>
                    <a:pt x="516" y="628"/>
                    <a:pt x="522" y="624"/>
                    <a:pt x="529" y="619"/>
                  </a:cubicBezTo>
                  <a:cubicBezTo>
                    <a:pt x="529" y="619"/>
                    <a:pt x="529" y="619"/>
                    <a:pt x="531" y="619"/>
                  </a:cubicBezTo>
                  <a:cubicBezTo>
                    <a:pt x="536" y="613"/>
                    <a:pt x="543" y="609"/>
                    <a:pt x="549" y="605"/>
                  </a:cubicBezTo>
                  <a:cubicBezTo>
                    <a:pt x="550" y="603"/>
                    <a:pt x="551" y="602"/>
                    <a:pt x="553" y="602"/>
                  </a:cubicBezTo>
                  <a:cubicBezTo>
                    <a:pt x="558" y="596"/>
                    <a:pt x="564" y="592"/>
                    <a:pt x="569" y="587"/>
                  </a:cubicBezTo>
                  <a:cubicBezTo>
                    <a:pt x="571" y="585"/>
                    <a:pt x="572" y="584"/>
                    <a:pt x="574" y="583"/>
                  </a:cubicBezTo>
                  <a:cubicBezTo>
                    <a:pt x="579" y="577"/>
                    <a:pt x="585" y="572"/>
                    <a:pt x="590" y="566"/>
                  </a:cubicBezTo>
                  <a:cubicBezTo>
                    <a:pt x="590" y="565"/>
                    <a:pt x="592" y="565"/>
                    <a:pt x="593" y="563"/>
                  </a:cubicBezTo>
                  <a:cubicBezTo>
                    <a:pt x="597" y="558"/>
                    <a:pt x="601" y="554"/>
                    <a:pt x="605" y="548"/>
                  </a:cubicBezTo>
                  <a:cubicBezTo>
                    <a:pt x="607" y="547"/>
                    <a:pt x="608" y="545"/>
                    <a:pt x="609" y="543"/>
                  </a:cubicBezTo>
                  <a:cubicBezTo>
                    <a:pt x="614" y="537"/>
                    <a:pt x="618" y="532"/>
                    <a:pt x="622" y="526"/>
                  </a:cubicBezTo>
                  <a:cubicBezTo>
                    <a:pt x="623" y="523"/>
                    <a:pt x="623" y="522"/>
                    <a:pt x="625" y="519"/>
                  </a:cubicBezTo>
                  <a:cubicBezTo>
                    <a:pt x="629" y="514"/>
                    <a:pt x="633" y="507"/>
                    <a:pt x="636" y="501"/>
                  </a:cubicBezTo>
                  <a:cubicBezTo>
                    <a:pt x="637" y="500"/>
                    <a:pt x="637" y="498"/>
                    <a:pt x="638" y="497"/>
                  </a:cubicBezTo>
                  <a:cubicBezTo>
                    <a:pt x="641" y="490"/>
                    <a:pt x="644" y="485"/>
                    <a:pt x="647" y="479"/>
                  </a:cubicBezTo>
                  <a:cubicBezTo>
                    <a:pt x="648" y="476"/>
                    <a:pt x="650" y="475"/>
                    <a:pt x="650" y="474"/>
                  </a:cubicBezTo>
                  <a:cubicBezTo>
                    <a:pt x="652" y="467"/>
                    <a:pt x="655" y="460"/>
                    <a:pt x="658" y="451"/>
                  </a:cubicBezTo>
                  <a:cubicBezTo>
                    <a:pt x="659" y="450"/>
                    <a:pt x="659" y="449"/>
                    <a:pt x="661" y="446"/>
                  </a:cubicBezTo>
                  <a:close/>
                  <a:moveTo>
                    <a:pt x="252" y="635"/>
                  </a:moveTo>
                  <a:lnTo>
                    <a:pt x="252" y="635"/>
                  </a:lnTo>
                  <a:cubicBezTo>
                    <a:pt x="248" y="634"/>
                    <a:pt x="242" y="632"/>
                    <a:pt x="237" y="631"/>
                  </a:cubicBezTo>
                  <a:cubicBezTo>
                    <a:pt x="232" y="630"/>
                    <a:pt x="230" y="628"/>
                    <a:pt x="225" y="627"/>
                  </a:cubicBezTo>
                  <a:cubicBezTo>
                    <a:pt x="221" y="624"/>
                    <a:pt x="216" y="623"/>
                    <a:pt x="212" y="621"/>
                  </a:cubicBezTo>
                  <a:cubicBezTo>
                    <a:pt x="208" y="619"/>
                    <a:pt x="203" y="617"/>
                    <a:pt x="199" y="614"/>
                  </a:cubicBezTo>
                  <a:cubicBezTo>
                    <a:pt x="195" y="613"/>
                    <a:pt x="191" y="610"/>
                    <a:pt x="188" y="609"/>
                  </a:cubicBezTo>
                  <a:cubicBezTo>
                    <a:pt x="183" y="606"/>
                    <a:pt x="177" y="602"/>
                    <a:pt x="172" y="599"/>
                  </a:cubicBezTo>
                  <a:cubicBezTo>
                    <a:pt x="169" y="598"/>
                    <a:pt x="167" y="596"/>
                    <a:pt x="165" y="595"/>
                  </a:cubicBezTo>
                  <a:cubicBezTo>
                    <a:pt x="158" y="590"/>
                    <a:pt x="150" y="584"/>
                    <a:pt x="143" y="578"/>
                  </a:cubicBezTo>
                  <a:cubicBezTo>
                    <a:pt x="141" y="577"/>
                    <a:pt x="140" y="576"/>
                    <a:pt x="138" y="574"/>
                  </a:cubicBezTo>
                  <a:cubicBezTo>
                    <a:pt x="133" y="569"/>
                    <a:pt x="127" y="565"/>
                    <a:pt x="122" y="559"/>
                  </a:cubicBezTo>
                  <a:cubicBezTo>
                    <a:pt x="121" y="558"/>
                    <a:pt x="118" y="555"/>
                    <a:pt x="116" y="554"/>
                  </a:cubicBezTo>
                  <a:cubicBezTo>
                    <a:pt x="112" y="549"/>
                    <a:pt x="107" y="544"/>
                    <a:pt x="103" y="538"/>
                  </a:cubicBezTo>
                  <a:cubicBezTo>
                    <a:pt x="101" y="537"/>
                    <a:pt x="100" y="534"/>
                    <a:pt x="97" y="533"/>
                  </a:cubicBezTo>
                  <a:cubicBezTo>
                    <a:pt x="93" y="527"/>
                    <a:pt x="89" y="522"/>
                    <a:pt x="85" y="515"/>
                  </a:cubicBezTo>
                  <a:cubicBezTo>
                    <a:pt x="83" y="514"/>
                    <a:pt x="82" y="512"/>
                    <a:pt x="80" y="511"/>
                  </a:cubicBezTo>
                  <a:cubicBezTo>
                    <a:pt x="71" y="494"/>
                    <a:pt x="61" y="478"/>
                    <a:pt x="54" y="461"/>
                  </a:cubicBezTo>
                  <a:cubicBezTo>
                    <a:pt x="53" y="458"/>
                    <a:pt x="53" y="457"/>
                    <a:pt x="51" y="454"/>
                  </a:cubicBezTo>
                  <a:cubicBezTo>
                    <a:pt x="49" y="447"/>
                    <a:pt x="46" y="442"/>
                    <a:pt x="45" y="435"/>
                  </a:cubicBezTo>
                  <a:cubicBezTo>
                    <a:pt x="43" y="431"/>
                    <a:pt x="43" y="428"/>
                    <a:pt x="42" y="425"/>
                  </a:cubicBezTo>
                  <a:cubicBezTo>
                    <a:pt x="40" y="420"/>
                    <a:pt x="38" y="413"/>
                    <a:pt x="36" y="406"/>
                  </a:cubicBezTo>
                  <a:cubicBezTo>
                    <a:pt x="36" y="403"/>
                    <a:pt x="35" y="400"/>
                    <a:pt x="35" y="398"/>
                  </a:cubicBezTo>
                  <a:cubicBezTo>
                    <a:pt x="34" y="391"/>
                    <a:pt x="32" y="384"/>
                    <a:pt x="32" y="377"/>
                  </a:cubicBezTo>
                  <a:cubicBezTo>
                    <a:pt x="31" y="374"/>
                    <a:pt x="31" y="371"/>
                    <a:pt x="31" y="369"/>
                  </a:cubicBezTo>
                  <a:cubicBezTo>
                    <a:pt x="29" y="359"/>
                    <a:pt x="29" y="349"/>
                    <a:pt x="29" y="338"/>
                  </a:cubicBezTo>
                  <a:cubicBezTo>
                    <a:pt x="29" y="254"/>
                    <a:pt x="64" y="177"/>
                    <a:pt x="119" y="120"/>
                  </a:cubicBezTo>
                  <a:cubicBezTo>
                    <a:pt x="176" y="63"/>
                    <a:pt x="253" y="29"/>
                    <a:pt x="339" y="29"/>
                  </a:cubicBezTo>
                  <a:cubicBezTo>
                    <a:pt x="424" y="29"/>
                    <a:pt x="502" y="63"/>
                    <a:pt x="557" y="120"/>
                  </a:cubicBezTo>
                  <a:cubicBezTo>
                    <a:pt x="614" y="177"/>
                    <a:pt x="648" y="254"/>
                    <a:pt x="648" y="338"/>
                  </a:cubicBezTo>
                  <a:cubicBezTo>
                    <a:pt x="648" y="349"/>
                    <a:pt x="647" y="359"/>
                    <a:pt x="647" y="369"/>
                  </a:cubicBezTo>
                  <a:cubicBezTo>
                    <a:pt x="647" y="371"/>
                    <a:pt x="645" y="374"/>
                    <a:pt x="645" y="377"/>
                  </a:cubicBezTo>
                  <a:cubicBezTo>
                    <a:pt x="644" y="384"/>
                    <a:pt x="644" y="391"/>
                    <a:pt x="643" y="398"/>
                  </a:cubicBezTo>
                  <a:cubicBezTo>
                    <a:pt x="641" y="400"/>
                    <a:pt x="641" y="403"/>
                    <a:pt x="640" y="406"/>
                  </a:cubicBezTo>
                  <a:cubicBezTo>
                    <a:pt x="638" y="413"/>
                    <a:pt x="637" y="420"/>
                    <a:pt x="636" y="425"/>
                  </a:cubicBezTo>
                  <a:cubicBezTo>
                    <a:pt x="634" y="428"/>
                    <a:pt x="634" y="431"/>
                    <a:pt x="633" y="435"/>
                  </a:cubicBezTo>
                  <a:cubicBezTo>
                    <a:pt x="630" y="442"/>
                    <a:pt x="627" y="447"/>
                    <a:pt x="625" y="454"/>
                  </a:cubicBezTo>
                  <a:cubicBezTo>
                    <a:pt x="625" y="457"/>
                    <a:pt x="623" y="458"/>
                    <a:pt x="623" y="461"/>
                  </a:cubicBezTo>
                  <a:cubicBezTo>
                    <a:pt x="615" y="478"/>
                    <a:pt x="607" y="494"/>
                    <a:pt x="596" y="511"/>
                  </a:cubicBezTo>
                  <a:cubicBezTo>
                    <a:pt x="594" y="512"/>
                    <a:pt x="593" y="514"/>
                    <a:pt x="593" y="515"/>
                  </a:cubicBezTo>
                  <a:cubicBezTo>
                    <a:pt x="589" y="522"/>
                    <a:pt x="585" y="527"/>
                    <a:pt x="579" y="533"/>
                  </a:cubicBezTo>
                  <a:cubicBezTo>
                    <a:pt x="578" y="534"/>
                    <a:pt x="576" y="537"/>
                    <a:pt x="575" y="538"/>
                  </a:cubicBezTo>
                  <a:cubicBezTo>
                    <a:pt x="569" y="544"/>
                    <a:pt x="565" y="549"/>
                    <a:pt x="561" y="554"/>
                  </a:cubicBezTo>
                  <a:cubicBezTo>
                    <a:pt x="558" y="555"/>
                    <a:pt x="557" y="558"/>
                    <a:pt x="556" y="559"/>
                  </a:cubicBezTo>
                  <a:cubicBezTo>
                    <a:pt x="550" y="565"/>
                    <a:pt x="545" y="569"/>
                    <a:pt x="539" y="574"/>
                  </a:cubicBezTo>
                  <a:cubicBezTo>
                    <a:pt x="538" y="576"/>
                    <a:pt x="536" y="577"/>
                    <a:pt x="535" y="578"/>
                  </a:cubicBezTo>
                  <a:cubicBezTo>
                    <a:pt x="527" y="584"/>
                    <a:pt x="520" y="590"/>
                    <a:pt x="513" y="595"/>
                  </a:cubicBezTo>
                  <a:cubicBezTo>
                    <a:pt x="510" y="596"/>
                    <a:pt x="507" y="598"/>
                    <a:pt x="506" y="599"/>
                  </a:cubicBezTo>
                  <a:cubicBezTo>
                    <a:pt x="500" y="602"/>
                    <a:pt x="495" y="606"/>
                    <a:pt x="489" y="609"/>
                  </a:cubicBezTo>
                  <a:cubicBezTo>
                    <a:pt x="485" y="610"/>
                    <a:pt x="482" y="613"/>
                    <a:pt x="478" y="614"/>
                  </a:cubicBezTo>
                  <a:cubicBezTo>
                    <a:pt x="474" y="617"/>
                    <a:pt x="470" y="619"/>
                    <a:pt x="466" y="621"/>
                  </a:cubicBezTo>
                  <a:cubicBezTo>
                    <a:pt x="460" y="623"/>
                    <a:pt x="456" y="624"/>
                    <a:pt x="452" y="627"/>
                  </a:cubicBezTo>
                  <a:cubicBezTo>
                    <a:pt x="448" y="628"/>
                    <a:pt x="444" y="630"/>
                    <a:pt x="441" y="631"/>
                  </a:cubicBezTo>
                  <a:cubicBezTo>
                    <a:pt x="435" y="632"/>
                    <a:pt x="430" y="634"/>
                    <a:pt x="424" y="635"/>
                  </a:cubicBezTo>
                  <a:cubicBezTo>
                    <a:pt x="397" y="643"/>
                    <a:pt x="369" y="648"/>
                    <a:pt x="339" y="648"/>
                  </a:cubicBezTo>
                  <a:cubicBezTo>
                    <a:pt x="308" y="648"/>
                    <a:pt x="279" y="643"/>
                    <a:pt x="252" y="6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7" name="Freeform 275">
              <a:extLst>
                <a:ext uri="{FF2B5EF4-FFF2-40B4-BE49-F238E27FC236}">
                  <a16:creationId xmlns:a16="http://schemas.microsoft.com/office/drawing/2014/main" id="{AD68C5C7-CF45-A8CD-318E-6AD41217654F}"/>
                </a:ext>
              </a:extLst>
            </p:cNvPr>
            <p:cNvSpPr>
              <a:spLocks noChangeArrowheads="1"/>
            </p:cNvSpPr>
            <p:nvPr/>
          </p:nvSpPr>
          <p:spPr bwMode="auto">
            <a:xfrm>
              <a:off x="738187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8" name="Freeform 276">
              <a:extLst>
                <a:ext uri="{FF2B5EF4-FFF2-40B4-BE49-F238E27FC236}">
                  <a16:creationId xmlns:a16="http://schemas.microsoft.com/office/drawing/2014/main" id="{1D346A04-056F-43A7-1F64-9BFA9F7352FA}"/>
                </a:ext>
              </a:extLst>
            </p:cNvPr>
            <p:cNvSpPr>
              <a:spLocks noChangeArrowheads="1"/>
            </p:cNvSpPr>
            <p:nvPr/>
          </p:nvSpPr>
          <p:spPr bwMode="auto">
            <a:xfrm>
              <a:off x="747712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9" name="Freeform 277">
              <a:extLst>
                <a:ext uri="{FF2B5EF4-FFF2-40B4-BE49-F238E27FC236}">
                  <a16:creationId xmlns:a16="http://schemas.microsoft.com/office/drawing/2014/main" id="{090326BE-FC37-2997-B830-D5F34BD97410}"/>
                </a:ext>
              </a:extLst>
            </p:cNvPr>
            <p:cNvSpPr>
              <a:spLocks noChangeArrowheads="1"/>
            </p:cNvSpPr>
            <p:nvPr/>
          </p:nvSpPr>
          <p:spPr bwMode="auto">
            <a:xfrm>
              <a:off x="7402513" y="5649913"/>
              <a:ext cx="74612" cy="85725"/>
            </a:xfrm>
            <a:custGeom>
              <a:avLst/>
              <a:gdLst>
                <a:gd name="T0" fmla="*/ 207 w 208"/>
                <a:gd name="T1" fmla="*/ 192 h 238"/>
                <a:gd name="T2" fmla="*/ 207 w 208"/>
                <a:gd name="T3" fmla="*/ 192 h 238"/>
                <a:gd name="T4" fmla="*/ 207 w 208"/>
                <a:gd name="T5" fmla="*/ 104 h 238"/>
                <a:gd name="T6" fmla="*/ 104 w 208"/>
                <a:gd name="T7" fmla="*/ 0 h 238"/>
                <a:gd name="T8" fmla="*/ 0 w 208"/>
                <a:gd name="T9" fmla="*/ 104 h 238"/>
                <a:gd name="T10" fmla="*/ 0 w 208"/>
                <a:gd name="T11" fmla="*/ 192 h 238"/>
                <a:gd name="T12" fmla="*/ 44 w 208"/>
                <a:gd name="T13" fmla="*/ 237 h 238"/>
                <a:gd name="T14" fmla="*/ 163 w 208"/>
                <a:gd name="T15" fmla="*/ 237 h 238"/>
                <a:gd name="T16" fmla="*/ 163 w 208"/>
                <a:gd name="T17" fmla="*/ 237 h 238"/>
                <a:gd name="T18" fmla="*/ 207 w 208"/>
                <a:gd name="T19" fmla="*/ 192 h 238"/>
                <a:gd name="T20" fmla="*/ 44 w 208"/>
                <a:gd name="T21" fmla="*/ 208 h 238"/>
                <a:gd name="T22" fmla="*/ 44 w 208"/>
                <a:gd name="T23" fmla="*/ 208 h 238"/>
                <a:gd name="T24" fmla="*/ 31 w 208"/>
                <a:gd name="T25" fmla="*/ 192 h 238"/>
                <a:gd name="T26" fmla="*/ 31 w 208"/>
                <a:gd name="T27" fmla="*/ 104 h 238"/>
                <a:gd name="T28" fmla="*/ 51 w 208"/>
                <a:gd name="T29" fmla="*/ 51 h 238"/>
                <a:gd name="T30" fmla="*/ 104 w 208"/>
                <a:gd name="T31" fmla="*/ 31 h 238"/>
                <a:gd name="T32" fmla="*/ 156 w 208"/>
                <a:gd name="T33" fmla="*/ 51 h 238"/>
                <a:gd name="T34" fmla="*/ 177 w 208"/>
                <a:gd name="T35" fmla="*/ 104 h 238"/>
                <a:gd name="T36" fmla="*/ 177 w 208"/>
                <a:gd name="T37" fmla="*/ 192 h 238"/>
                <a:gd name="T38" fmla="*/ 163 w 208"/>
                <a:gd name="T39" fmla="*/ 208 h 238"/>
                <a:gd name="T40" fmla="*/ 44 w 208"/>
                <a:gd name="T41" fmla="*/ 20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8" h="238">
                  <a:moveTo>
                    <a:pt x="207" y="192"/>
                  </a:moveTo>
                  <a:lnTo>
                    <a:pt x="207" y="192"/>
                  </a:lnTo>
                  <a:cubicBezTo>
                    <a:pt x="207" y="104"/>
                    <a:pt x="207" y="104"/>
                    <a:pt x="207" y="104"/>
                  </a:cubicBezTo>
                  <a:cubicBezTo>
                    <a:pt x="207" y="47"/>
                    <a:pt x="160" y="0"/>
                    <a:pt x="104" y="0"/>
                  </a:cubicBezTo>
                  <a:cubicBezTo>
                    <a:pt x="47" y="0"/>
                    <a:pt x="0" y="47"/>
                    <a:pt x="0" y="104"/>
                  </a:cubicBezTo>
                  <a:cubicBezTo>
                    <a:pt x="0" y="192"/>
                    <a:pt x="0" y="192"/>
                    <a:pt x="0" y="192"/>
                  </a:cubicBezTo>
                  <a:cubicBezTo>
                    <a:pt x="0" y="217"/>
                    <a:pt x="21" y="237"/>
                    <a:pt x="44" y="237"/>
                  </a:cubicBezTo>
                  <a:cubicBezTo>
                    <a:pt x="163" y="237"/>
                    <a:pt x="163" y="237"/>
                    <a:pt x="163" y="237"/>
                  </a:cubicBezTo>
                  <a:lnTo>
                    <a:pt x="163" y="237"/>
                  </a:lnTo>
                  <a:cubicBezTo>
                    <a:pt x="187" y="237"/>
                    <a:pt x="207" y="217"/>
                    <a:pt x="207" y="192"/>
                  </a:cubicBezTo>
                  <a:close/>
                  <a:moveTo>
                    <a:pt x="44" y="208"/>
                  </a:moveTo>
                  <a:lnTo>
                    <a:pt x="44" y="208"/>
                  </a:lnTo>
                  <a:cubicBezTo>
                    <a:pt x="36" y="208"/>
                    <a:pt x="31" y="201"/>
                    <a:pt x="31" y="192"/>
                  </a:cubicBezTo>
                  <a:cubicBezTo>
                    <a:pt x="31" y="104"/>
                    <a:pt x="31" y="104"/>
                    <a:pt x="31" y="104"/>
                  </a:cubicBezTo>
                  <a:cubicBezTo>
                    <a:pt x="31" y="83"/>
                    <a:pt x="37" y="65"/>
                    <a:pt x="51" y="51"/>
                  </a:cubicBezTo>
                  <a:cubicBezTo>
                    <a:pt x="65" y="39"/>
                    <a:pt x="83" y="31"/>
                    <a:pt x="104" y="31"/>
                  </a:cubicBezTo>
                  <a:cubicBezTo>
                    <a:pt x="124" y="31"/>
                    <a:pt x="142" y="39"/>
                    <a:pt x="156" y="51"/>
                  </a:cubicBezTo>
                  <a:cubicBezTo>
                    <a:pt x="169" y="65"/>
                    <a:pt x="177" y="83"/>
                    <a:pt x="177" y="104"/>
                  </a:cubicBezTo>
                  <a:cubicBezTo>
                    <a:pt x="177" y="192"/>
                    <a:pt x="177" y="192"/>
                    <a:pt x="177" y="192"/>
                  </a:cubicBezTo>
                  <a:cubicBezTo>
                    <a:pt x="177" y="201"/>
                    <a:pt x="170" y="208"/>
                    <a:pt x="163" y="208"/>
                  </a:cubicBezTo>
                  <a:lnTo>
                    <a:pt x="44" y="2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0" name="Freeform 278">
              <a:extLst>
                <a:ext uri="{FF2B5EF4-FFF2-40B4-BE49-F238E27FC236}">
                  <a16:creationId xmlns:a16="http://schemas.microsoft.com/office/drawing/2014/main" id="{FD164600-59CA-81FF-7B1A-E9DF3DE725CA}"/>
                </a:ext>
              </a:extLst>
            </p:cNvPr>
            <p:cNvSpPr>
              <a:spLocks noChangeArrowheads="1"/>
            </p:cNvSpPr>
            <p:nvPr/>
          </p:nvSpPr>
          <p:spPr bwMode="auto">
            <a:xfrm>
              <a:off x="7369175" y="5565775"/>
              <a:ext cx="33338" cy="20638"/>
            </a:xfrm>
            <a:custGeom>
              <a:avLst/>
              <a:gdLst>
                <a:gd name="T0" fmla="*/ 78 w 93"/>
                <a:gd name="T1" fmla="*/ 29 h 57"/>
                <a:gd name="T2" fmla="*/ 78 w 93"/>
                <a:gd name="T3" fmla="*/ 29 h 57"/>
                <a:gd name="T4" fmla="*/ 92 w 93"/>
                <a:gd name="T5" fmla="*/ 13 h 57"/>
                <a:gd name="T6" fmla="*/ 78 w 93"/>
                <a:gd name="T7" fmla="*/ 0 h 57"/>
                <a:gd name="T8" fmla="*/ 5 w 93"/>
                <a:gd name="T9" fmla="*/ 30 h 57"/>
                <a:gd name="T10" fmla="*/ 5 w 93"/>
                <a:gd name="T11" fmla="*/ 51 h 57"/>
                <a:gd name="T12" fmla="*/ 26 w 93"/>
                <a:gd name="T13" fmla="*/ 51 h 57"/>
                <a:gd name="T14" fmla="*/ 26 w 93"/>
                <a:gd name="T15" fmla="*/ 51 h 57"/>
                <a:gd name="T16" fmla="*/ 78 w 93"/>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3" h="57">
                  <a:moveTo>
                    <a:pt x="78" y="29"/>
                  </a:moveTo>
                  <a:lnTo>
                    <a:pt x="78" y="29"/>
                  </a:lnTo>
                  <a:cubicBezTo>
                    <a:pt x="85" y="29"/>
                    <a:pt x="92" y="22"/>
                    <a:pt x="92" y="13"/>
                  </a:cubicBezTo>
                  <a:cubicBezTo>
                    <a:pt x="92" y="6"/>
                    <a:pt x="85" y="0"/>
                    <a:pt x="78" y="0"/>
                  </a:cubicBezTo>
                  <a:cubicBezTo>
                    <a:pt x="49" y="0"/>
                    <a:pt x="23" y="11"/>
                    <a:pt x="5" y="30"/>
                  </a:cubicBezTo>
                  <a:cubicBezTo>
                    <a:pt x="0" y="35"/>
                    <a:pt x="0" y="45"/>
                    <a:pt x="5" y="51"/>
                  </a:cubicBezTo>
                  <a:cubicBezTo>
                    <a:pt x="11" y="56"/>
                    <a:pt x="20" y="56"/>
                    <a:pt x="26" y="51"/>
                  </a:cubicBezTo>
                  <a:lnTo>
                    <a:pt x="26" y="51"/>
                  </a:lnTo>
                  <a:cubicBezTo>
                    <a:pt x="38" y="37"/>
                    <a:pt x="58" y="29"/>
                    <a:pt x="7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1" name="Freeform 279">
              <a:extLst>
                <a:ext uri="{FF2B5EF4-FFF2-40B4-BE49-F238E27FC236}">
                  <a16:creationId xmlns:a16="http://schemas.microsoft.com/office/drawing/2014/main" id="{BE1D4E2E-175D-485E-BE0E-DF8211F96AE1}"/>
                </a:ext>
              </a:extLst>
            </p:cNvPr>
            <p:cNvSpPr>
              <a:spLocks noChangeArrowheads="1"/>
            </p:cNvSpPr>
            <p:nvPr/>
          </p:nvSpPr>
          <p:spPr bwMode="auto">
            <a:xfrm>
              <a:off x="7475538" y="5565775"/>
              <a:ext cx="34925" cy="20638"/>
            </a:xfrm>
            <a:custGeom>
              <a:avLst/>
              <a:gdLst>
                <a:gd name="T0" fmla="*/ 15 w 95"/>
                <a:gd name="T1" fmla="*/ 29 h 57"/>
                <a:gd name="T2" fmla="*/ 15 w 95"/>
                <a:gd name="T3" fmla="*/ 29 h 57"/>
                <a:gd name="T4" fmla="*/ 67 w 95"/>
                <a:gd name="T5" fmla="*/ 51 h 57"/>
                <a:gd name="T6" fmla="*/ 87 w 95"/>
                <a:gd name="T7" fmla="*/ 51 h 57"/>
                <a:gd name="T8" fmla="*/ 87 w 95"/>
                <a:gd name="T9" fmla="*/ 30 h 57"/>
                <a:gd name="T10" fmla="*/ 87 w 95"/>
                <a:gd name="T11" fmla="*/ 30 h 57"/>
                <a:gd name="T12" fmla="*/ 15 w 95"/>
                <a:gd name="T13" fmla="*/ 0 h 57"/>
                <a:gd name="T14" fmla="*/ 0 w 95"/>
                <a:gd name="T15" fmla="*/ 13 h 57"/>
                <a:gd name="T16" fmla="*/ 15 w 95"/>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5" h="57">
                  <a:moveTo>
                    <a:pt x="15" y="29"/>
                  </a:moveTo>
                  <a:lnTo>
                    <a:pt x="15" y="29"/>
                  </a:lnTo>
                  <a:cubicBezTo>
                    <a:pt x="35" y="29"/>
                    <a:pt x="54" y="37"/>
                    <a:pt x="67" y="51"/>
                  </a:cubicBezTo>
                  <a:cubicBezTo>
                    <a:pt x="72" y="56"/>
                    <a:pt x="82" y="56"/>
                    <a:pt x="87" y="51"/>
                  </a:cubicBezTo>
                  <a:cubicBezTo>
                    <a:pt x="94" y="45"/>
                    <a:pt x="94" y="35"/>
                    <a:pt x="87" y="30"/>
                  </a:cubicBezTo>
                  <a:lnTo>
                    <a:pt x="87" y="30"/>
                  </a:lnTo>
                  <a:cubicBezTo>
                    <a:pt x="69" y="11"/>
                    <a:pt x="43" y="0"/>
                    <a:pt x="15" y="0"/>
                  </a:cubicBezTo>
                  <a:cubicBezTo>
                    <a:pt x="7" y="0"/>
                    <a:pt x="0" y="6"/>
                    <a:pt x="0" y="13"/>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2" name="Group 344">
            <a:extLst>
              <a:ext uri="{FF2B5EF4-FFF2-40B4-BE49-F238E27FC236}">
                <a16:creationId xmlns:a16="http://schemas.microsoft.com/office/drawing/2014/main" id="{7D72203B-6AEA-8F77-6DD6-18D7FB64B1F7}"/>
              </a:ext>
            </a:extLst>
          </p:cNvPr>
          <p:cNvGrpSpPr/>
          <p:nvPr/>
        </p:nvGrpSpPr>
        <p:grpSpPr>
          <a:xfrm>
            <a:off x="9482658" y="4192216"/>
            <a:ext cx="244475" cy="244475"/>
            <a:chOff x="8326438" y="4505325"/>
            <a:chExt cx="244475" cy="244475"/>
          </a:xfrm>
          <a:solidFill>
            <a:schemeClr val="tx2"/>
          </a:solidFill>
        </p:grpSpPr>
        <p:sp>
          <p:nvSpPr>
            <p:cNvPr id="343" name="Freeform 280">
              <a:extLst>
                <a:ext uri="{FF2B5EF4-FFF2-40B4-BE49-F238E27FC236}">
                  <a16:creationId xmlns:a16="http://schemas.microsoft.com/office/drawing/2014/main" id="{11ACE5AD-55B4-5ABA-C184-3E27A59E10B8}"/>
                </a:ext>
              </a:extLst>
            </p:cNvPr>
            <p:cNvSpPr>
              <a:spLocks noChangeArrowheads="1"/>
            </p:cNvSpPr>
            <p:nvPr/>
          </p:nvSpPr>
          <p:spPr bwMode="auto">
            <a:xfrm>
              <a:off x="8326438" y="4505325"/>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6"/>
                    <a:pt x="30" y="340"/>
                  </a:cubicBezTo>
                  <a:cubicBezTo>
                    <a:pt x="30" y="254"/>
                    <a:pt x="65" y="177"/>
                    <a:pt x="120" y="120"/>
                  </a:cubicBezTo>
                  <a:cubicBezTo>
                    <a:pt x="176" y="65"/>
                    <a:pt x="254" y="31"/>
                    <a:pt x="339"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4" name="Freeform 281">
              <a:extLst>
                <a:ext uri="{FF2B5EF4-FFF2-40B4-BE49-F238E27FC236}">
                  <a16:creationId xmlns:a16="http://schemas.microsoft.com/office/drawing/2014/main" id="{F109C9CA-8156-B293-6ADB-D2E604BA1312}"/>
                </a:ext>
              </a:extLst>
            </p:cNvPr>
            <p:cNvSpPr>
              <a:spLocks noChangeArrowheads="1"/>
            </p:cNvSpPr>
            <p:nvPr/>
          </p:nvSpPr>
          <p:spPr bwMode="auto">
            <a:xfrm>
              <a:off x="8388350" y="4589463"/>
              <a:ext cx="22225" cy="22225"/>
            </a:xfrm>
            <a:custGeom>
              <a:avLst/>
              <a:gdLst>
                <a:gd name="T0" fmla="*/ 60 w 61"/>
                <a:gd name="T1" fmla="*/ 29 h 61"/>
                <a:gd name="T2" fmla="*/ 60 w 61"/>
                <a:gd name="T3" fmla="*/ 29 h 61"/>
                <a:gd name="T4" fmla="*/ 31 w 61"/>
                <a:gd name="T5" fmla="*/ 0 h 61"/>
                <a:gd name="T6" fmla="*/ 0 w 61"/>
                <a:gd name="T7" fmla="*/ 29 h 61"/>
                <a:gd name="T8" fmla="*/ 31 w 61"/>
                <a:gd name="T9" fmla="*/ 60 h 61"/>
                <a:gd name="T10" fmla="*/ 6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60" y="29"/>
                  </a:moveTo>
                  <a:lnTo>
                    <a:pt x="60" y="29"/>
                  </a:lnTo>
                  <a:cubicBezTo>
                    <a:pt x="60" y="14"/>
                    <a:pt x="46" y="0"/>
                    <a:pt x="31" y="0"/>
                  </a:cubicBezTo>
                  <a:cubicBezTo>
                    <a:pt x="14" y="0"/>
                    <a:pt x="0" y="14"/>
                    <a:pt x="0" y="29"/>
                  </a:cubicBezTo>
                  <a:cubicBezTo>
                    <a:pt x="0" y="46"/>
                    <a:pt x="14" y="60"/>
                    <a:pt x="31" y="60"/>
                  </a:cubicBezTo>
                  <a:cubicBezTo>
                    <a:pt x="46" y="60"/>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5" name="Freeform 282">
              <a:extLst>
                <a:ext uri="{FF2B5EF4-FFF2-40B4-BE49-F238E27FC236}">
                  <a16:creationId xmlns:a16="http://schemas.microsoft.com/office/drawing/2014/main" id="{6004B9DA-B39A-6D80-6679-90E047DD1DB4}"/>
                </a:ext>
              </a:extLst>
            </p:cNvPr>
            <p:cNvSpPr>
              <a:spLocks noChangeArrowheads="1"/>
            </p:cNvSpPr>
            <p:nvPr/>
          </p:nvSpPr>
          <p:spPr bwMode="auto">
            <a:xfrm>
              <a:off x="8485188" y="4589463"/>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5" y="60"/>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6" name="Freeform 283">
              <a:extLst>
                <a:ext uri="{FF2B5EF4-FFF2-40B4-BE49-F238E27FC236}">
                  <a16:creationId xmlns:a16="http://schemas.microsoft.com/office/drawing/2014/main" id="{13C306B5-2BA0-374D-175E-7DF39D1C4A3E}"/>
                </a:ext>
              </a:extLst>
            </p:cNvPr>
            <p:cNvSpPr>
              <a:spLocks noChangeArrowheads="1"/>
            </p:cNvSpPr>
            <p:nvPr/>
          </p:nvSpPr>
          <p:spPr bwMode="auto">
            <a:xfrm>
              <a:off x="8396288" y="4652963"/>
              <a:ext cx="101600" cy="34925"/>
            </a:xfrm>
            <a:custGeom>
              <a:avLst/>
              <a:gdLst>
                <a:gd name="T0" fmla="*/ 142 w 284"/>
                <a:gd name="T1" fmla="*/ 0 h 98"/>
                <a:gd name="T2" fmla="*/ 142 w 284"/>
                <a:gd name="T3" fmla="*/ 0 h 98"/>
                <a:gd name="T4" fmla="*/ 6 w 284"/>
                <a:gd name="T5" fmla="*/ 71 h 98"/>
                <a:gd name="T6" fmla="*/ 7 w 284"/>
                <a:gd name="T7" fmla="*/ 91 h 98"/>
                <a:gd name="T8" fmla="*/ 28 w 284"/>
                <a:gd name="T9" fmla="*/ 89 h 98"/>
                <a:gd name="T10" fmla="*/ 28 w 284"/>
                <a:gd name="T11" fmla="*/ 89 h 98"/>
                <a:gd name="T12" fmla="*/ 142 w 284"/>
                <a:gd name="T13" fmla="*/ 29 h 98"/>
                <a:gd name="T14" fmla="*/ 256 w 284"/>
                <a:gd name="T15" fmla="*/ 89 h 98"/>
                <a:gd name="T16" fmla="*/ 276 w 284"/>
                <a:gd name="T17" fmla="*/ 91 h 98"/>
                <a:gd name="T18" fmla="*/ 278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9" y="28"/>
                    <a:pt x="6" y="71"/>
                  </a:cubicBezTo>
                  <a:cubicBezTo>
                    <a:pt x="0" y="77"/>
                    <a:pt x="2" y="86"/>
                    <a:pt x="7" y="91"/>
                  </a:cubicBezTo>
                  <a:cubicBezTo>
                    <a:pt x="14" y="97"/>
                    <a:pt x="24" y="95"/>
                    <a:pt x="28" y="89"/>
                  </a:cubicBezTo>
                  <a:lnTo>
                    <a:pt x="28" y="89"/>
                  </a:lnTo>
                  <a:cubicBezTo>
                    <a:pt x="58" y="51"/>
                    <a:pt x="98" y="29"/>
                    <a:pt x="142" y="29"/>
                  </a:cubicBezTo>
                  <a:cubicBezTo>
                    <a:pt x="185" y="29"/>
                    <a:pt x="225" y="51"/>
                    <a:pt x="256" y="89"/>
                  </a:cubicBezTo>
                  <a:cubicBezTo>
                    <a:pt x="260" y="95"/>
                    <a:pt x="270" y="97"/>
                    <a:pt x="276" y="91"/>
                  </a:cubicBezTo>
                  <a:cubicBezTo>
                    <a:pt x="282" y="86"/>
                    <a:pt x="283" y="77"/>
                    <a:pt x="278" y="71"/>
                  </a:cubicBezTo>
                  <a:cubicBezTo>
                    <a:pt x="245"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7" name="Freeform 284">
              <a:extLst>
                <a:ext uri="{FF2B5EF4-FFF2-40B4-BE49-F238E27FC236}">
                  <a16:creationId xmlns:a16="http://schemas.microsoft.com/office/drawing/2014/main" id="{68299338-B2EF-B7B7-ADDF-DDE95C100690}"/>
                </a:ext>
              </a:extLst>
            </p:cNvPr>
            <p:cNvSpPr>
              <a:spLocks noChangeArrowheads="1"/>
            </p:cNvSpPr>
            <p:nvPr/>
          </p:nvSpPr>
          <p:spPr bwMode="auto">
            <a:xfrm>
              <a:off x="8388350" y="4557713"/>
              <a:ext cx="33338" cy="22225"/>
            </a:xfrm>
            <a:custGeom>
              <a:avLst/>
              <a:gdLst>
                <a:gd name="T0" fmla="*/ 10 w 94"/>
                <a:gd name="T1" fmla="*/ 29 h 63"/>
                <a:gd name="T2" fmla="*/ 10 w 94"/>
                <a:gd name="T3" fmla="*/ 29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9"/>
                  </a:moveTo>
                  <a:lnTo>
                    <a:pt x="10" y="29"/>
                  </a:lnTo>
                  <a:cubicBezTo>
                    <a:pt x="69" y="59"/>
                    <a:pt x="69" y="59"/>
                    <a:pt x="69" y="59"/>
                  </a:cubicBezTo>
                  <a:cubicBezTo>
                    <a:pt x="76" y="62"/>
                    <a:pt x="84" y="59"/>
                    <a:pt x="89" y="52"/>
                  </a:cubicBezTo>
                  <a:cubicBezTo>
                    <a:pt x="93" y="45"/>
                    <a:pt x="90" y="35"/>
                    <a:pt x="82" y="33"/>
                  </a:cubicBezTo>
                  <a:cubicBezTo>
                    <a:pt x="24" y="2"/>
                    <a:pt x="24" y="2"/>
                    <a:pt x="24" y="2"/>
                  </a:cubicBezTo>
                  <a:cubicBezTo>
                    <a:pt x="15" y="0"/>
                    <a:pt x="7" y="2"/>
                    <a:pt x="3" y="9"/>
                  </a:cubicBezTo>
                  <a:cubicBezTo>
                    <a:pt x="0" y="16"/>
                    <a:pt x="3" y="26"/>
                    <a:pt x="1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8" name="Freeform 285">
              <a:extLst>
                <a:ext uri="{FF2B5EF4-FFF2-40B4-BE49-F238E27FC236}">
                  <a16:creationId xmlns:a16="http://schemas.microsoft.com/office/drawing/2014/main" id="{DE78FB8F-5FAE-A212-09D9-D651B9FC3E14}"/>
                </a:ext>
              </a:extLst>
            </p:cNvPr>
            <p:cNvSpPr>
              <a:spLocks noChangeArrowheads="1"/>
            </p:cNvSpPr>
            <p:nvPr/>
          </p:nvSpPr>
          <p:spPr bwMode="auto">
            <a:xfrm>
              <a:off x="8474075" y="4557713"/>
              <a:ext cx="33338" cy="22225"/>
            </a:xfrm>
            <a:custGeom>
              <a:avLst/>
              <a:gdLst>
                <a:gd name="T0" fmla="*/ 23 w 93"/>
                <a:gd name="T1" fmla="*/ 59 h 63"/>
                <a:gd name="T2" fmla="*/ 23 w 93"/>
                <a:gd name="T3" fmla="*/ 59 h 63"/>
                <a:gd name="T4" fmla="*/ 83 w 93"/>
                <a:gd name="T5" fmla="*/ 29 h 63"/>
                <a:gd name="T6" fmla="*/ 90 w 93"/>
                <a:gd name="T7" fmla="*/ 9 h 63"/>
                <a:gd name="T8" fmla="*/ 69 w 93"/>
                <a:gd name="T9" fmla="*/ 2 h 63"/>
                <a:gd name="T10" fmla="*/ 11 w 93"/>
                <a:gd name="T11" fmla="*/ 33 h 63"/>
                <a:gd name="T12" fmla="*/ 4 w 93"/>
                <a:gd name="T13" fmla="*/ 52 h 63"/>
                <a:gd name="T14" fmla="*/ 23 w 93"/>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23" y="59"/>
                  </a:moveTo>
                  <a:lnTo>
                    <a:pt x="23" y="59"/>
                  </a:lnTo>
                  <a:cubicBezTo>
                    <a:pt x="83" y="29"/>
                    <a:pt x="83" y="29"/>
                    <a:pt x="83" y="29"/>
                  </a:cubicBezTo>
                  <a:cubicBezTo>
                    <a:pt x="90" y="26"/>
                    <a:pt x="92" y="16"/>
                    <a:pt x="90" y="9"/>
                  </a:cubicBezTo>
                  <a:cubicBezTo>
                    <a:pt x="86" y="2"/>
                    <a:pt x="77" y="0"/>
                    <a:pt x="69" y="2"/>
                  </a:cubicBezTo>
                  <a:cubicBezTo>
                    <a:pt x="11" y="33"/>
                    <a:pt x="11" y="33"/>
                    <a:pt x="11" y="33"/>
                  </a:cubicBezTo>
                  <a:cubicBezTo>
                    <a:pt x="3" y="35"/>
                    <a:pt x="0" y="45"/>
                    <a:pt x="4" y="52"/>
                  </a:cubicBezTo>
                  <a:cubicBezTo>
                    <a:pt x="8" y="59"/>
                    <a:pt x="16" y="62"/>
                    <a:pt x="23"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9" name="Group 351">
            <a:extLst>
              <a:ext uri="{FF2B5EF4-FFF2-40B4-BE49-F238E27FC236}">
                <a16:creationId xmlns:a16="http://schemas.microsoft.com/office/drawing/2014/main" id="{41177585-C681-2FC4-7580-9B30767B5BC3}"/>
              </a:ext>
            </a:extLst>
          </p:cNvPr>
          <p:cNvGrpSpPr/>
          <p:nvPr/>
        </p:nvGrpSpPr>
        <p:grpSpPr>
          <a:xfrm>
            <a:off x="8463483" y="5713041"/>
            <a:ext cx="244475" cy="255587"/>
            <a:chOff x="7307263" y="6021388"/>
            <a:chExt cx="244475" cy="255587"/>
          </a:xfrm>
          <a:solidFill>
            <a:schemeClr val="tx2"/>
          </a:solidFill>
        </p:grpSpPr>
        <p:sp>
          <p:nvSpPr>
            <p:cNvPr id="350" name="Freeform 286">
              <a:extLst>
                <a:ext uri="{FF2B5EF4-FFF2-40B4-BE49-F238E27FC236}">
                  <a16:creationId xmlns:a16="http://schemas.microsoft.com/office/drawing/2014/main" id="{F8A2B862-6961-D33C-5E97-D1DBDF54B6E0}"/>
                </a:ext>
              </a:extLst>
            </p:cNvPr>
            <p:cNvSpPr>
              <a:spLocks noChangeArrowheads="1"/>
            </p:cNvSpPr>
            <p:nvPr/>
          </p:nvSpPr>
          <p:spPr bwMode="auto">
            <a:xfrm>
              <a:off x="7370763" y="6118225"/>
              <a:ext cx="22225" cy="22225"/>
            </a:xfrm>
            <a:custGeom>
              <a:avLst/>
              <a:gdLst>
                <a:gd name="T0" fmla="*/ 30 w 60"/>
                <a:gd name="T1" fmla="*/ 60 h 61"/>
                <a:gd name="T2" fmla="*/ 30 w 60"/>
                <a:gd name="T3" fmla="*/ 60 h 61"/>
                <a:gd name="T4" fmla="*/ 59 w 60"/>
                <a:gd name="T5" fmla="*/ 29 h 61"/>
                <a:gd name="T6" fmla="*/ 30 w 60"/>
                <a:gd name="T7" fmla="*/ 0 h 61"/>
                <a:gd name="T8" fmla="*/ 0 w 60"/>
                <a:gd name="T9" fmla="*/ 29 h 61"/>
                <a:gd name="T10" fmla="*/ 30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30" y="60"/>
                  </a:moveTo>
                  <a:lnTo>
                    <a:pt x="30" y="60"/>
                  </a:lnTo>
                  <a:cubicBezTo>
                    <a:pt x="45" y="60"/>
                    <a:pt x="59" y="46"/>
                    <a:pt x="59" y="29"/>
                  </a:cubicBezTo>
                  <a:cubicBezTo>
                    <a:pt x="59" y="14"/>
                    <a:pt x="45" y="0"/>
                    <a:pt x="30" y="0"/>
                  </a:cubicBezTo>
                  <a:cubicBezTo>
                    <a:pt x="14" y="0"/>
                    <a:pt x="0" y="14"/>
                    <a:pt x="0" y="29"/>
                  </a:cubicBezTo>
                  <a:cubicBezTo>
                    <a:pt x="0" y="46"/>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1" name="Freeform 287">
              <a:extLst>
                <a:ext uri="{FF2B5EF4-FFF2-40B4-BE49-F238E27FC236}">
                  <a16:creationId xmlns:a16="http://schemas.microsoft.com/office/drawing/2014/main" id="{7A7CBE90-28FC-7BF8-BEF9-00DB08F1213C}"/>
                </a:ext>
              </a:extLst>
            </p:cNvPr>
            <p:cNvSpPr>
              <a:spLocks noChangeArrowheads="1"/>
            </p:cNvSpPr>
            <p:nvPr/>
          </p:nvSpPr>
          <p:spPr bwMode="auto">
            <a:xfrm>
              <a:off x="7466013" y="6118225"/>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6" y="60"/>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2" name="Freeform 288">
              <a:extLst>
                <a:ext uri="{FF2B5EF4-FFF2-40B4-BE49-F238E27FC236}">
                  <a16:creationId xmlns:a16="http://schemas.microsoft.com/office/drawing/2014/main" id="{FDE6F97D-450A-F6F2-00B8-F7BA2353910F}"/>
                </a:ext>
              </a:extLst>
            </p:cNvPr>
            <p:cNvSpPr>
              <a:spLocks noChangeArrowheads="1"/>
            </p:cNvSpPr>
            <p:nvPr/>
          </p:nvSpPr>
          <p:spPr bwMode="auto">
            <a:xfrm>
              <a:off x="7370763" y="6084888"/>
              <a:ext cx="33337" cy="22225"/>
            </a:xfrm>
            <a:custGeom>
              <a:avLst/>
              <a:gdLst>
                <a:gd name="T0" fmla="*/ 10 w 94"/>
                <a:gd name="T1" fmla="*/ 28 h 63"/>
                <a:gd name="T2" fmla="*/ 10 w 94"/>
                <a:gd name="T3" fmla="*/ 28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8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8"/>
                  </a:moveTo>
                  <a:lnTo>
                    <a:pt x="10" y="28"/>
                  </a:lnTo>
                  <a:cubicBezTo>
                    <a:pt x="69" y="59"/>
                    <a:pt x="69" y="59"/>
                    <a:pt x="69" y="59"/>
                  </a:cubicBezTo>
                  <a:cubicBezTo>
                    <a:pt x="76" y="62"/>
                    <a:pt x="85" y="59"/>
                    <a:pt x="89" y="52"/>
                  </a:cubicBezTo>
                  <a:cubicBezTo>
                    <a:pt x="93" y="45"/>
                    <a:pt x="90" y="35"/>
                    <a:pt x="82" y="33"/>
                  </a:cubicBezTo>
                  <a:cubicBezTo>
                    <a:pt x="24" y="2"/>
                    <a:pt x="24" y="2"/>
                    <a:pt x="24" y="2"/>
                  </a:cubicBezTo>
                  <a:cubicBezTo>
                    <a:pt x="16" y="0"/>
                    <a:pt x="7" y="2"/>
                    <a:pt x="3" y="9"/>
                  </a:cubicBezTo>
                  <a:cubicBezTo>
                    <a:pt x="0" y="16"/>
                    <a:pt x="3" y="26"/>
                    <a:pt x="10"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3" name="Freeform 289">
              <a:extLst>
                <a:ext uri="{FF2B5EF4-FFF2-40B4-BE49-F238E27FC236}">
                  <a16:creationId xmlns:a16="http://schemas.microsoft.com/office/drawing/2014/main" id="{05D4AD9E-4ABF-8496-7946-33D00CC90767}"/>
                </a:ext>
              </a:extLst>
            </p:cNvPr>
            <p:cNvSpPr>
              <a:spLocks noChangeArrowheads="1"/>
            </p:cNvSpPr>
            <p:nvPr/>
          </p:nvSpPr>
          <p:spPr bwMode="auto">
            <a:xfrm>
              <a:off x="7454900" y="6084888"/>
              <a:ext cx="33338" cy="22225"/>
            </a:xfrm>
            <a:custGeom>
              <a:avLst/>
              <a:gdLst>
                <a:gd name="T0" fmla="*/ 24 w 94"/>
                <a:gd name="T1" fmla="*/ 59 h 63"/>
                <a:gd name="T2" fmla="*/ 24 w 94"/>
                <a:gd name="T3" fmla="*/ 59 h 63"/>
                <a:gd name="T4" fmla="*/ 83 w 94"/>
                <a:gd name="T5" fmla="*/ 28 h 63"/>
                <a:gd name="T6" fmla="*/ 90 w 94"/>
                <a:gd name="T7" fmla="*/ 9 h 63"/>
                <a:gd name="T8" fmla="*/ 69 w 94"/>
                <a:gd name="T9" fmla="*/ 2 h 63"/>
                <a:gd name="T10" fmla="*/ 11 w 94"/>
                <a:gd name="T11" fmla="*/ 33 h 63"/>
                <a:gd name="T12" fmla="*/ 4 w 94"/>
                <a:gd name="T13" fmla="*/ 52 h 63"/>
                <a:gd name="T14" fmla="*/ 24 w 94"/>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24" y="59"/>
                  </a:moveTo>
                  <a:lnTo>
                    <a:pt x="24" y="59"/>
                  </a:lnTo>
                  <a:cubicBezTo>
                    <a:pt x="83" y="28"/>
                    <a:pt x="83" y="28"/>
                    <a:pt x="83" y="28"/>
                  </a:cubicBezTo>
                  <a:cubicBezTo>
                    <a:pt x="90" y="26"/>
                    <a:pt x="93" y="16"/>
                    <a:pt x="90" y="9"/>
                  </a:cubicBezTo>
                  <a:cubicBezTo>
                    <a:pt x="86" y="2"/>
                    <a:pt x="78" y="0"/>
                    <a:pt x="69" y="2"/>
                  </a:cubicBezTo>
                  <a:cubicBezTo>
                    <a:pt x="11" y="33"/>
                    <a:pt x="11" y="33"/>
                    <a:pt x="11" y="33"/>
                  </a:cubicBezTo>
                  <a:cubicBezTo>
                    <a:pt x="3" y="35"/>
                    <a:pt x="0" y="45"/>
                    <a:pt x="4" y="52"/>
                  </a:cubicBezTo>
                  <a:cubicBezTo>
                    <a:pt x="8" y="59"/>
                    <a:pt x="17" y="62"/>
                    <a:pt x="24"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4" name="Freeform 290">
              <a:extLst>
                <a:ext uri="{FF2B5EF4-FFF2-40B4-BE49-F238E27FC236}">
                  <a16:creationId xmlns:a16="http://schemas.microsoft.com/office/drawing/2014/main" id="{EE57FF8F-DDE8-2A2E-B4B3-F6F44B451849}"/>
                </a:ext>
              </a:extLst>
            </p:cNvPr>
            <p:cNvSpPr>
              <a:spLocks noChangeArrowheads="1"/>
            </p:cNvSpPr>
            <p:nvPr/>
          </p:nvSpPr>
          <p:spPr bwMode="auto">
            <a:xfrm>
              <a:off x="7307263" y="6021388"/>
              <a:ext cx="244475" cy="255587"/>
            </a:xfrm>
            <a:custGeom>
              <a:avLst/>
              <a:gdLst>
                <a:gd name="T0" fmla="*/ 662 w 679"/>
                <a:gd name="T1" fmla="*/ 236 h 709"/>
                <a:gd name="T2" fmla="*/ 662 w 679"/>
                <a:gd name="T3" fmla="*/ 236 h 709"/>
                <a:gd name="T4" fmla="*/ 638 w 679"/>
                <a:gd name="T5" fmla="*/ 120 h 709"/>
                <a:gd name="T6" fmla="*/ 587 w 679"/>
                <a:gd name="T7" fmla="*/ 8 h 709"/>
                <a:gd name="T8" fmla="*/ 570 w 679"/>
                <a:gd name="T9" fmla="*/ 2 h 709"/>
                <a:gd name="T10" fmla="*/ 561 w 679"/>
                <a:gd name="T11" fmla="*/ 16 h 709"/>
                <a:gd name="T12" fmla="*/ 561 w 679"/>
                <a:gd name="T13" fmla="*/ 26 h 709"/>
                <a:gd name="T14" fmla="*/ 552 w 679"/>
                <a:gd name="T15" fmla="*/ 106 h 709"/>
                <a:gd name="T16" fmla="*/ 340 w 679"/>
                <a:gd name="T17" fmla="*/ 30 h 709"/>
                <a:gd name="T18" fmla="*/ 127 w 679"/>
                <a:gd name="T19" fmla="*/ 106 h 709"/>
                <a:gd name="T20" fmla="*/ 117 w 679"/>
                <a:gd name="T21" fmla="*/ 26 h 709"/>
                <a:gd name="T22" fmla="*/ 119 w 679"/>
                <a:gd name="T23" fmla="*/ 16 h 709"/>
                <a:gd name="T24" fmla="*/ 108 w 679"/>
                <a:gd name="T25" fmla="*/ 2 h 709"/>
                <a:gd name="T26" fmla="*/ 91 w 679"/>
                <a:gd name="T27" fmla="*/ 8 h 709"/>
                <a:gd name="T28" fmla="*/ 40 w 679"/>
                <a:gd name="T29" fmla="*/ 120 h 709"/>
                <a:gd name="T30" fmla="*/ 17 w 679"/>
                <a:gd name="T31" fmla="*/ 236 h 709"/>
                <a:gd name="T32" fmla="*/ 19 w 679"/>
                <a:gd name="T33" fmla="*/ 259 h 709"/>
                <a:gd name="T34" fmla="*/ 0 w 679"/>
                <a:gd name="T35" fmla="*/ 370 h 709"/>
                <a:gd name="T36" fmla="*/ 340 w 679"/>
                <a:gd name="T37" fmla="*/ 708 h 709"/>
                <a:gd name="T38" fmla="*/ 678 w 679"/>
                <a:gd name="T39" fmla="*/ 370 h 709"/>
                <a:gd name="T40" fmla="*/ 660 w 679"/>
                <a:gd name="T41" fmla="*/ 261 h 709"/>
                <a:gd name="T42" fmla="*/ 662 w 679"/>
                <a:gd name="T43" fmla="*/ 236 h 709"/>
                <a:gd name="T44" fmla="*/ 558 w 679"/>
                <a:gd name="T45" fmla="*/ 588 h 709"/>
                <a:gd name="T46" fmla="*/ 558 w 679"/>
                <a:gd name="T47" fmla="*/ 588 h 709"/>
                <a:gd name="T48" fmla="*/ 340 w 679"/>
                <a:gd name="T49" fmla="*/ 679 h 709"/>
                <a:gd name="T50" fmla="*/ 120 w 679"/>
                <a:gd name="T51" fmla="*/ 588 h 709"/>
                <a:gd name="T52" fmla="*/ 30 w 679"/>
                <a:gd name="T53" fmla="*/ 370 h 709"/>
                <a:gd name="T54" fmla="*/ 39 w 679"/>
                <a:gd name="T55" fmla="*/ 295 h 709"/>
                <a:gd name="T56" fmla="*/ 55 w 679"/>
                <a:gd name="T57" fmla="*/ 291 h 709"/>
                <a:gd name="T58" fmla="*/ 55 w 679"/>
                <a:gd name="T59" fmla="*/ 270 h 709"/>
                <a:gd name="T60" fmla="*/ 48 w 679"/>
                <a:gd name="T61" fmla="*/ 258 h 709"/>
                <a:gd name="T62" fmla="*/ 46 w 679"/>
                <a:gd name="T63" fmla="*/ 236 h 709"/>
                <a:gd name="T64" fmla="*/ 68 w 679"/>
                <a:gd name="T65" fmla="*/ 130 h 709"/>
                <a:gd name="T66" fmla="*/ 91 w 679"/>
                <a:gd name="T67" fmla="*/ 72 h 709"/>
                <a:gd name="T68" fmla="*/ 120 w 679"/>
                <a:gd name="T69" fmla="*/ 171 h 709"/>
                <a:gd name="T70" fmla="*/ 139 w 679"/>
                <a:gd name="T71" fmla="*/ 177 h 709"/>
                <a:gd name="T72" fmla="*/ 145 w 679"/>
                <a:gd name="T73" fmla="*/ 156 h 709"/>
                <a:gd name="T74" fmla="*/ 145 w 679"/>
                <a:gd name="T75" fmla="*/ 156 h 709"/>
                <a:gd name="T76" fmla="*/ 137 w 679"/>
                <a:gd name="T77" fmla="*/ 136 h 709"/>
                <a:gd name="T78" fmla="*/ 340 w 679"/>
                <a:gd name="T79" fmla="*/ 60 h 709"/>
                <a:gd name="T80" fmla="*/ 541 w 679"/>
                <a:gd name="T81" fmla="*/ 136 h 709"/>
                <a:gd name="T82" fmla="*/ 533 w 679"/>
                <a:gd name="T83" fmla="*/ 156 h 709"/>
                <a:gd name="T84" fmla="*/ 539 w 679"/>
                <a:gd name="T85" fmla="*/ 177 h 709"/>
                <a:gd name="T86" fmla="*/ 558 w 679"/>
                <a:gd name="T87" fmla="*/ 171 h 709"/>
                <a:gd name="T88" fmla="*/ 587 w 679"/>
                <a:gd name="T89" fmla="*/ 72 h 709"/>
                <a:gd name="T90" fmla="*/ 610 w 679"/>
                <a:gd name="T91" fmla="*/ 130 h 709"/>
                <a:gd name="T92" fmla="*/ 633 w 679"/>
                <a:gd name="T93" fmla="*/ 236 h 709"/>
                <a:gd name="T94" fmla="*/ 630 w 679"/>
                <a:gd name="T95" fmla="*/ 258 h 709"/>
                <a:gd name="T96" fmla="*/ 624 w 679"/>
                <a:gd name="T97" fmla="*/ 270 h 709"/>
                <a:gd name="T98" fmla="*/ 623 w 679"/>
                <a:gd name="T99" fmla="*/ 291 h 709"/>
                <a:gd name="T100" fmla="*/ 639 w 679"/>
                <a:gd name="T101" fmla="*/ 295 h 709"/>
                <a:gd name="T102" fmla="*/ 649 w 679"/>
                <a:gd name="T103" fmla="*/ 370 h 709"/>
                <a:gd name="T104" fmla="*/ 558 w 679"/>
                <a:gd name="T105" fmla="*/ 58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9" h="709">
                  <a:moveTo>
                    <a:pt x="662" y="236"/>
                  </a:moveTo>
                  <a:lnTo>
                    <a:pt x="662" y="236"/>
                  </a:lnTo>
                  <a:cubicBezTo>
                    <a:pt x="662" y="201"/>
                    <a:pt x="652" y="160"/>
                    <a:pt x="638" y="120"/>
                  </a:cubicBezTo>
                  <a:cubicBezTo>
                    <a:pt x="624" y="78"/>
                    <a:pt x="606" y="38"/>
                    <a:pt x="587" y="8"/>
                  </a:cubicBezTo>
                  <a:cubicBezTo>
                    <a:pt x="584" y="2"/>
                    <a:pt x="577" y="0"/>
                    <a:pt x="570" y="2"/>
                  </a:cubicBezTo>
                  <a:cubicBezTo>
                    <a:pt x="565" y="4"/>
                    <a:pt x="561" y="9"/>
                    <a:pt x="561" y="16"/>
                  </a:cubicBezTo>
                  <a:cubicBezTo>
                    <a:pt x="561" y="19"/>
                    <a:pt x="561" y="23"/>
                    <a:pt x="561" y="26"/>
                  </a:cubicBezTo>
                  <a:cubicBezTo>
                    <a:pt x="561" y="56"/>
                    <a:pt x="558" y="83"/>
                    <a:pt x="552" y="106"/>
                  </a:cubicBezTo>
                  <a:cubicBezTo>
                    <a:pt x="493" y="59"/>
                    <a:pt x="420" y="30"/>
                    <a:pt x="340" y="30"/>
                  </a:cubicBezTo>
                  <a:cubicBezTo>
                    <a:pt x="258" y="30"/>
                    <a:pt x="185" y="59"/>
                    <a:pt x="127" y="106"/>
                  </a:cubicBezTo>
                  <a:cubicBezTo>
                    <a:pt x="122" y="83"/>
                    <a:pt x="117" y="56"/>
                    <a:pt x="117" y="26"/>
                  </a:cubicBezTo>
                  <a:cubicBezTo>
                    <a:pt x="117" y="23"/>
                    <a:pt x="117" y="19"/>
                    <a:pt x="119" y="16"/>
                  </a:cubicBezTo>
                  <a:cubicBezTo>
                    <a:pt x="119" y="9"/>
                    <a:pt x="113" y="4"/>
                    <a:pt x="108" y="2"/>
                  </a:cubicBezTo>
                  <a:cubicBezTo>
                    <a:pt x="101" y="0"/>
                    <a:pt x="94" y="2"/>
                    <a:pt x="91" y="8"/>
                  </a:cubicBezTo>
                  <a:cubicBezTo>
                    <a:pt x="73" y="38"/>
                    <a:pt x="54" y="78"/>
                    <a:pt x="40" y="120"/>
                  </a:cubicBezTo>
                  <a:cubicBezTo>
                    <a:pt x="26" y="160"/>
                    <a:pt x="17" y="201"/>
                    <a:pt x="17" y="236"/>
                  </a:cubicBezTo>
                  <a:cubicBezTo>
                    <a:pt x="17" y="244"/>
                    <a:pt x="17" y="252"/>
                    <a:pt x="19" y="259"/>
                  </a:cubicBezTo>
                  <a:cubicBezTo>
                    <a:pt x="7" y="294"/>
                    <a:pt x="0" y="331"/>
                    <a:pt x="0" y="370"/>
                  </a:cubicBezTo>
                  <a:cubicBezTo>
                    <a:pt x="0" y="556"/>
                    <a:pt x="152" y="708"/>
                    <a:pt x="340" y="708"/>
                  </a:cubicBezTo>
                  <a:cubicBezTo>
                    <a:pt x="526" y="708"/>
                    <a:pt x="678" y="556"/>
                    <a:pt x="678" y="370"/>
                  </a:cubicBezTo>
                  <a:cubicBezTo>
                    <a:pt x="678" y="331"/>
                    <a:pt x="671" y="294"/>
                    <a:pt x="660" y="261"/>
                  </a:cubicBezTo>
                  <a:cubicBezTo>
                    <a:pt x="662" y="252"/>
                    <a:pt x="662" y="244"/>
                    <a:pt x="662" y="236"/>
                  </a:cubicBezTo>
                  <a:close/>
                  <a:moveTo>
                    <a:pt x="558" y="588"/>
                  </a:moveTo>
                  <a:lnTo>
                    <a:pt x="558" y="588"/>
                  </a:lnTo>
                  <a:cubicBezTo>
                    <a:pt x="501" y="645"/>
                    <a:pt x="424" y="679"/>
                    <a:pt x="340" y="679"/>
                  </a:cubicBezTo>
                  <a:cubicBezTo>
                    <a:pt x="254" y="679"/>
                    <a:pt x="177" y="645"/>
                    <a:pt x="120" y="588"/>
                  </a:cubicBezTo>
                  <a:cubicBezTo>
                    <a:pt x="65" y="533"/>
                    <a:pt x="30" y="455"/>
                    <a:pt x="30" y="370"/>
                  </a:cubicBezTo>
                  <a:cubicBezTo>
                    <a:pt x="30" y="344"/>
                    <a:pt x="33" y="319"/>
                    <a:pt x="39" y="295"/>
                  </a:cubicBezTo>
                  <a:cubicBezTo>
                    <a:pt x="44" y="297"/>
                    <a:pt x="51" y="295"/>
                    <a:pt x="55" y="291"/>
                  </a:cubicBezTo>
                  <a:cubicBezTo>
                    <a:pt x="61" y="286"/>
                    <a:pt x="61" y="276"/>
                    <a:pt x="55" y="270"/>
                  </a:cubicBezTo>
                  <a:cubicBezTo>
                    <a:pt x="52" y="268"/>
                    <a:pt x="50" y="265"/>
                    <a:pt x="48" y="258"/>
                  </a:cubicBezTo>
                  <a:cubicBezTo>
                    <a:pt x="47" y="252"/>
                    <a:pt x="46" y="244"/>
                    <a:pt x="46" y="236"/>
                  </a:cubicBezTo>
                  <a:cubicBezTo>
                    <a:pt x="46" y="207"/>
                    <a:pt x="54" y="168"/>
                    <a:pt x="68" y="130"/>
                  </a:cubicBezTo>
                  <a:cubicBezTo>
                    <a:pt x="75" y="109"/>
                    <a:pt x="83" y="89"/>
                    <a:pt x="91" y="72"/>
                  </a:cubicBezTo>
                  <a:cubicBezTo>
                    <a:pt x="95" y="110"/>
                    <a:pt x="105" y="143"/>
                    <a:pt x="120" y="171"/>
                  </a:cubicBezTo>
                  <a:cubicBezTo>
                    <a:pt x="124" y="178"/>
                    <a:pt x="133" y="181"/>
                    <a:pt x="139" y="177"/>
                  </a:cubicBezTo>
                  <a:cubicBezTo>
                    <a:pt x="148" y="172"/>
                    <a:pt x="149" y="163"/>
                    <a:pt x="145" y="156"/>
                  </a:cubicBezTo>
                  <a:lnTo>
                    <a:pt x="145" y="156"/>
                  </a:lnTo>
                  <a:cubicBezTo>
                    <a:pt x="142" y="150"/>
                    <a:pt x="139" y="143"/>
                    <a:pt x="137" y="136"/>
                  </a:cubicBezTo>
                  <a:cubicBezTo>
                    <a:pt x="191" y="89"/>
                    <a:pt x="261" y="60"/>
                    <a:pt x="340" y="60"/>
                  </a:cubicBezTo>
                  <a:cubicBezTo>
                    <a:pt x="417" y="60"/>
                    <a:pt x="488" y="89"/>
                    <a:pt x="541" y="136"/>
                  </a:cubicBezTo>
                  <a:cubicBezTo>
                    <a:pt x="539" y="143"/>
                    <a:pt x="536" y="150"/>
                    <a:pt x="533" y="156"/>
                  </a:cubicBezTo>
                  <a:cubicBezTo>
                    <a:pt x="529" y="163"/>
                    <a:pt x="532" y="172"/>
                    <a:pt x="539" y="177"/>
                  </a:cubicBezTo>
                  <a:cubicBezTo>
                    <a:pt x="546" y="181"/>
                    <a:pt x="554" y="178"/>
                    <a:pt x="558" y="171"/>
                  </a:cubicBezTo>
                  <a:cubicBezTo>
                    <a:pt x="575" y="143"/>
                    <a:pt x="583" y="110"/>
                    <a:pt x="587" y="72"/>
                  </a:cubicBezTo>
                  <a:cubicBezTo>
                    <a:pt x="595" y="89"/>
                    <a:pt x="604" y="109"/>
                    <a:pt x="610" y="130"/>
                  </a:cubicBezTo>
                  <a:cubicBezTo>
                    <a:pt x="624" y="168"/>
                    <a:pt x="633" y="207"/>
                    <a:pt x="633" y="236"/>
                  </a:cubicBezTo>
                  <a:cubicBezTo>
                    <a:pt x="633" y="244"/>
                    <a:pt x="631" y="252"/>
                    <a:pt x="630" y="258"/>
                  </a:cubicBezTo>
                  <a:cubicBezTo>
                    <a:pt x="628" y="265"/>
                    <a:pt x="626" y="268"/>
                    <a:pt x="624" y="270"/>
                  </a:cubicBezTo>
                  <a:cubicBezTo>
                    <a:pt x="617" y="276"/>
                    <a:pt x="617" y="286"/>
                    <a:pt x="623" y="291"/>
                  </a:cubicBezTo>
                  <a:cubicBezTo>
                    <a:pt x="627" y="295"/>
                    <a:pt x="634" y="297"/>
                    <a:pt x="639" y="295"/>
                  </a:cubicBezTo>
                  <a:cubicBezTo>
                    <a:pt x="645" y="319"/>
                    <a:pt x="649" y="344"/>
                    <a:pt x="649" y="370"/>
                  </a:cubicBezTo>
                  <a:cubicBezTo>
                    <a:pt x="649" y="455"/>
                    <a:pt x="613" y="533"/>
                    <a:pt x="558"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5" name="Freeform 291">
              <a:extLst>
                <a:ext uri="{FF2B5EF4-FFF2-40B4-BE49-F238E27FC236}">
                  <a16:creationId xmlns:a16="http://schemas.microsoft.com/office/drawing/2014/main" id="{64819373-0804-225C-5903-C3F37A3FD25C}"/>
                </a:ext>
              </a:extLst>
            </p:cNvPr>
            <p:cNvSpPr>
              <a:spLocks noChangeArrowheads="1"/>
            </p:cNvSpPr>
            <p:nvPr/>
          </p:nvSpPr>
          <p:spPr bwMode="auto">
            <a:xfrm>
              <a:off x="7361238" y="6175375"/>
              <a:ext cx="138112" cy="69850"/>
            </a:xfrm>
            <a:custGeom>
              <a:avLst/>
              <a:gdLst>
                <a:gd name="T0" fmla="*/ 366 w 383"/>
                <a:gd name="T1" fmla="*/ 3 h 195"/>
                <a:gd name="T2" fmla="*/ 366 w 383"/>
                <a:gd name="T3" fmla="*/ 3 h 195"/>
                <a:gd name="T4" fmla="*/ 355 w 383"/>
                <a:gd name="T5" fmla="*/ 0 h 195"/>
                <a:gd name="T6" fmla="*/ 340 w 383"/>
                <a:gd name="T7" fmla="*/ 3 h 195"/>
                <a:gd name="T8" fmla="*/ 275 w 383"/>
                <a:gd name="T9" fmla="*/ 29 h 195"/>
                <a:gd name="T10" fmla="*/ 192 w 383"/>
                <a:gd name="T11" fmla="*/ 46 h 195"/>
                <a:gd name="T12" fmla="*/ 96 w 383"/>
                <a:gd name="T13" fmla="*/ 25 h 195"/>
                <a:gd name="T14" fmla="*/ 59 w 383"/>
                <a:gd name="T15" fmla="*/ 9 h 195"/>
                <a:gd name="T16" fmla="*/ 43 w 383"/>
                <a:gd name="T17" fmla="*/ 3 h 195"/>
                <a:gd name="T18" fmla="*/ 27 w 383"/>
                <a:gd name="T19" fmla="*/ 0 h 195"/>
                <a:gd name="T20" fmla="*/ 16 w 383"/>
                <a:gd name="T21" fmla="*/ 3 h 195"/>
                <a:gd name="T22" fmla="*/ 3 w 383"/>
                <a:gd name="T23" fmla="*/ 16 h 195"/>
                <a:gd name="T24" fmla="*/ 0 w 383"/>
                <a:gd name="T25" fmla="*/ 32 h 195"/>
                <a:gd name="T26" fmla="*/ 15 w 383"/>
                <a:gd name="T27" fmla="*/ 83 h 195"/>
                <a:gd name="T28" fmla="*/ 84 w 383"/>
                <a:gd name="T29" fmla="*/ 158 h 195"/>
                <a:gd name="T30" fmla="*/ 192 w 383"/>
                <a:gd name="T31" fmla="*/ 194 h 195"/>
                <a:gd name="T32" fmla="*/ 326 w 383"/>
                <a:gd name="T33" fmla="*/ 134 h 195"/>
                <a:gd name="T34" fmla="*/ 367 w 383"/>
                <a:gd name="T35" fmla="*/ 83 h 195"/>
                <a:gd name="T36" fmla="*/ 382 w 383"/>
                <a:gd name="T37" fmla="*/ 32 h 195"/>
                <a:gd name="T38" fmla="*/ 375 w 383"/>
                <a:gd name="T39" fmla="*/ 10 h 195"/>
                <a:gd name="T40" fmla="*/ 366 w 383"/>
                <a:gd name="T41" fmla="*/ 3 h 195"/>
                <a:gd name="T42" fmla="*/ 341 w 383"/>
                <a:gd name="T43" fmla="*/ 68 h 195"/>
                <a:gd name="T44" fmla="*/ 341 w 383"/>
                <a:gd name="T45" fmla="*/ 68 h 195"/>
                <a:gd name="T46" fmla="*/ 282 w 383"/>
                <a:gd name="T47" fmla="*/ 133 h 195"/>
                <a:gd name="T48" fmla="*/ 192 w 383"/>
                <a:gd name="T49" fmla="*/ 165 h 195"/>
                <a:gd name="T50" fmla="*/ 76 w 383"/>
                <a:gd name="T51" fmla="*/ 114 h 195"/>
                <a:gd name="T52" fmla="*/ 41 w 383"/>
                <a:gd name="T53" fmla="*/ 68 h 195"/>
                <a:gd name="T54" fmla="*/ 29 w 383"/>
                <a:gd name="T55" fmla="*/ 32 h 195"/>
                <a:gd name="T56" fmla="*/ 29 w 383"/>
                <a:gd name="T57" fmla="*/ 31 h 195"/>
                <a:gd name="T58" fmla="*/ 34 w 383"/>
                <a:gd name="T59" fmla="*/ 32 h 195"/>
                <a:gd name="T60" fmla="*/ 96 w 383"/>
                <a:gd name="T61" fmla="*/ 57 h 195"/>
                <a:gd name="T62" fmla="*/ 192 w 383"/>
                <a:gd name="T63" fmla="*/ 76 h 195"/>
                <a:gd name="T64" fmla="*/ 297 w 383"/>
                <a:gd name="T65" fmla="*/ 53 h 195"/>
                <a:gd name="T66" fmla="*/ 334 w 383"/>
                <a:gd name="T67" fmla="*/ 36 h 195"/>
                <a:gd name="T68" fmla="*/ 348 w 383"/>
                <a:gd name="T69" fmla="*/ 32 h 195"/>
                <a:gd name="T70" fmla="*/ 353 w 383"/>
                <a:gd name="T71" fmla="*/ 31 h 195"/>
                <a:gd name="T72" fmla="*/ 353 w 383"/>
                <a:gd name="T73" fmla="*/ 32 h 195"/>
                <a:gd name="T74" fmla="*/ 341 w 383"/>
                <a:gd name="T75" fmla="*/ 68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3" h="195">
                  <a:moveTo>
                    <a:pt x="366" y="3"/>
                  </a:moveTo>
                  <a:lnTo>
                    <a:pt x="366" y="3"/>
                  </a:lnTo>
                  <a:cubicBezTo>
                    <a:pt x="362" y="2"/>
                    <a:pt x="359" y="0"/>
                    <a:pt x="355" y="0"/>
                  </a:cubicBezTo>
                  <a:cubicBezTo>
                    <a:pt x="349" y="0"/>
                    <a:pt x="345" y="2"/>
                    <a:pt x="340" y="3"/>
                  </a:cubicBezTo>
                  <a:cubicBezTo>
                    <a:pt x="322" y="9"/>
                    <a:pt x="301" y="20"/>
                    <a:pt x="275" y="29"/>
                  </a:cubicBezTo>
                  <a:cubicBezTo>
                    <a:pt x="250" y="39"/>
                    <a:pt x="221" y="46"/>
                    <a:pt x="192" y="46"/>
                  </a:cubicBezTo>
                  <a:cubicBezTo>
                    <a:pt x="157" y="46"/>
                    <a:pt x="124" y="36"/>
                    <a:pt x="96" y="25"/>
                  </a:cubicBezTo>
                  <a:cubicBezTo>
                    <a:pt x="83" y="20"/>
                    <a:pt x="70" y="14"/>
                    <a:pt x="59" y="9"/>
                  </a:cubicBezTo>
                  <a:cubicBezTo>
                    <a:pt x="52" y="7"/>
                    <a:pt x="48" y="5"/>
                    <a:pt x="43" y="3"/>
                  </a:cubicBezTo>
                  <a:cubicBezTo>
                    <a:pt x="37" y="2"/>
                    <a:pt x="33" y="0"/>
                    <a:pt x="27" y="0"/>
                  </a:cubicBezTo>
                  <a:cubicBezTo>
                    <a:pt x="23" y="0"/>
                    <a:pt x="20" y="2"/>
                    <a:pt x="16" y="3"/>
                  </a:cubicBezTo>
                  <a:cubicBezTo>
                    <a:pt x="11" y="5"/>
                    <a:pt x="5" y="10"/>
                    <a:pt x="3" y="16"/>
                  </a:cubicBezTo>
                  <a:cubicBezTo>
                    <a:pt x="0" y="21"/>
                    <a:pt x="0" y="27"/>
                    <a:pt x="0" y="32"/>
                  </a:cubicBezTo>
                  <a:cubicBezTo>
                    <a:pt x="0" y="47"/>
                    <a:pt x="5" y="65"/>
                    <a:pt x="15" y="83"/>
                  </a:cubicBezTo>
                  <a:cubicBezTo>
                    <a:pt x="30" y="110"/>
                    <a:pt x="54" y="136"/>
                    <a:pt x="84" y="158"/>
                  </a:cubicBezTo>
                  <a:cubicBezTo>
                    <a:pt x="114" y="179"/>
                    <a:pt x="150" y="194"/>
                    <a:pt x="192" y="194"/>
                  </a:cubicBezTo>
                  <a:cubicBezTo>
                    <a:pt x="246" y="194"/>
                    <a:pt x="293" y="168"/>
                    <a:pt x="326" y="134"/>
                  </a:cubicBezTo>
                  <a:cubicBezTo>
                    <a:pt x="344" y="118"/>
                    <a:pt x="358" y="100"/>
                    <a:pt x="367" y="83"/>
                  </a:cubicBezTo>
                  <a:cubicBezTo>
                    <a:pt x="377" y="65"/>
                    <a:pt x="382" y="47"/>
                    <a:pt x="382" y="32"/>
                  </a:cubicBezTo>
                  <a:cubicBezTo>
                    <a:pt x="382" y="24"/>
                    <a:pt x="381" y="17"/>
                    <a:pt x="375" y="10"/>
                  </a:cubicBezTo>
                  <a:cubicBezTo>
                    <a:pt x="373" y="7"/>
                    <a:pt x="370" y="5"/>
                    <a:pt x="366" y="3"/>
                  </a:cubicBezTo>
                  <a:close/>
                  <a:moveTo>
                    <a:pt x="341" y="68"/>
                  </a:moveTo>
                  <a:lnTo>
                    <a:pt x="341" y="68"/>
                  </a:lnTo>
                  <a:cubicBezTo>
                    <a:pt x="328" y="90"/>
                    <a:pt x="308" y="115"/>
                    <a:pt x="282" y="133"/>
                  </a:cubicBezTo>
                  <a:cubicBezTo>
                    <a:pt x="255" y="152"/>
                    <a:pt x="223" y="165"/>
                    <a:pt x="192" y="165"/>
                  </a:cubicBezTo>
                  <a:cubicBezTo>
                    <a:pt x="148" y="165"/>
                    <a:pt x="106" y="143"/>
                    <a:pt x="76" y="114"/>
                  </a:cubicBezTo>
                  <a:cubicBezTo>
                    <a:pt x="62" y="99"/>
                    <a:pt x="49" y="83"/>
                    <a:pt x="41" y="68"/>
                  </a:cubicBezTo>
                  <a:cubicBezTo>
                    <a:pt x="33" y="54"/>
                    <a:pt x="29" y="41"/>
                    <a:pt x="29" y="32"/>
                  </a:cubicBezTo>
                  <a:cubicBezTo>
                    <a:pt x="29" y="31"/>
                    <a:pt x="29" y="31"/>
                    <a:pt x="29" y="31"/>
                  </a:cubicBezTo>
                  <a:cubicBezTo>
                    <a:pt x="30" y="31"/>
                    <a:pt x="32" y="31"/>
                    <a:pt x="34" y="32"/>
                  </a:cubicBezTo>
                  <a:cubicBezTo>
                    <a:pt x="47" y="35"/>
                    <a:pt x="70" y="46"/>
                    <a:pt x="96" y="57"/>
                  </a:cubicBezTo>
                  <a:cubicBezTo>
                    <a:pt x="124" y="67"/>
                    <a:pt x="156" y="76"/>
                    <a:pt x="192" y="76"/>
                  </a:cubicBezTo>
                  <a:cubicBezTo>
                    <a:pt x="232" y="76"/>
                    <a:pt x="268" y="64"/>
                    <a:pt x="297" y="53"/>
                  </a:cubicBezTo>
                  <a:cubicBezTo>
                    <a:pt x="312" y="46"/>
                    <a:pt x="324" y="41"/>
                    <a:pt x="334" y="36"/>
                  </a:cubicBezTo>
                  <a:cubicBezTo>
                    <a:pt x="340" y="35"/>
                    <a:pt x="344" y="34"/>
                    <a:pt x="348" y="32"/>
                  </a:cubicBezTo>
                  <a:cubicBezTo>
                    <a:pt x="351" y="31"/>
                    <a:pt x="352" y="31"/>
                    <a:pt x="353" y="31"/>
                  </a:cubicBezTo>
                  <a:cubicBezTo>
                    <a:pt x="353" y="32"/>
                    <a:pt x="353" y="32"/>
                    <a:pt x="353" y="32"/>
                  </a:cubicBezTo>
                  <a:cubicBezTo>
                    <a:pt x="353" y="41"/>
                    <a:pt x="349" y="54"/>
                    <a:pt x="341"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56" name="Group 358">
            <a:extLst>
              <a:ext uri="{FF2B5EF4-FFF2-40B4-BE49-F238E27FC236}">
                <a16:creationId xmlns:a16="http://schemas.microsoft.com/office/drawing/2014/main" id="{6DBA23AB-10BB-2A06-AD78-694A2556AD5F}"/>
              </a:ext>
            </a:extLst>
          </p:cNvPr>
          <p:cNvGrpSpPr/>
          <p:nvPr/>
        </p:nvGrpSpPr>
        <p:grpSpPr>
          <a:xfrm>
            <a:off x="11020945" y="6232947"/>
            <a:ext cx="244475" cy="244475"/>
            <a:chOff x="9864725" y="6542088"/>
            <a:chExt cx="244475" cy="244475"/>
          </a:xfrm>
          <a:solidFill>
            <a:schemeClr val="tx2"/>
          </a:solidFill>
        </p:grpSpPr>
        <p:sp>
          <p:nvSpPr>
            <p:cNvPr id="357" name="Freeform 292">
              <a:extLst>
                <a:ext uri="{FF2B5EF4-FFF2-40B4-BE49-F238E27FC236}">
                  <a16:creationId xmlns:a16="http://schemas.microsoft.com/office/drawing/2014/main" id="{4326ACD3-00DD-6FDF-4503-6425B2A47206}"/>
                </a:ext>
              </a:extLst>
            </p:cNvPr>
            <p:cNvSpPr>
              <a:spLocks noChangeArrowheads="1"/>
            </p:cNvSpPr>
            <p:nvPr/>
          </p:nvSpPr>
          <p:spPr bwMode="auto">
            <a:xfrm>
              <a:off x="9864725" y="6542088"/>
              <a:ext cx="244475" cy="244475"/>
            </a:xfrm>
            <a:custGeom>
              <a:avLst/>
              <a:gdLst>
                <a:gd name="T0" fmla="*/ 339 w 678"/>
                <a:gd name="T1" fmla="*/ 0 h 680"/>
                <a:gd name="T2" fmla="*/ 339 w 678"/>
                <a:gd name="T3" fmla="*/ 0 h 680"/>
                <a:gd name="T4" fmla="*/ 0 w 678"/>
                <a:gd name="T5" fmla="*/ 340 h 680"/>
                <a:gd name="T6" fmla="*/ 339 w 678"/>
                <a:gd name="T7" fmla="*/ 679 h 680"/>
                <a:gd name="T8" fmla="*/ 677 w 678"/>
                <a:gd name="T9" fmla="*/ 340 h 680"/>
                <a:gd name="T10" fmla="*/ 339 w 678"/>
                <a:gd name="T11" fmla="*/ 0 h 680"/>
                <a:gd name="T12" fmla="*/ 557 w 678"/>
                <a:gd name="T13" fmla="*/ 558 h 680"/>
                <a:gd name="T14" fmla="*/ 557 w 678"/>
                <a:gd name="T15" fmla="*/ 558 h 680"/>
                <a:gd name="T16" fmla="*/ 339 w 678"/>
                <a:gd name="T17" fmla="*/ 650 h 680"/>
                <a:gd name="T18" fmla="*/ 119 w 678"/>
                <a:gd name="T19" fmla="*/ 558 h 680"/>
                <a:gd name="T20" fmla="*/ 29 w 678"/>
                <a:gd name="T21" fmla="*/ 340 h 680"/>
                <a:gd name="T22" fmla="*/ 119 w 678"/>
                <a:gd name="T23" fmla="*/ 121 h 680"/>
                <a:gd name="T24" fmla="*/ 339 w 678"/>
                <a:gd name="T25" fmla="*/ 31 h 680"/>
                <a:gd name="T26" fmla="*/ 557 w 678"/>
                <a:gd name="T27" fmla="*/ 121 h 680"/>
                <a:gd name="T28" fmla="*/ 648 w 678"/>
                <a:gd name="T29" fmla="*/ 340 h 680"/>
                <a:gd name="T30" fmla="*/ 557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9" y="0"/>
                  </a:moveTo>
                  <a:lnTo>
                    <a:pt x="339" y="0"/>
                  </a:lnTo>
                  <a:cubicBezTo>
                    <a:pt x="151" y="0"/>
                    <a:pt x="0" y="152"/>
                    <a:pt x="0" y="340"/>
                  </a:cubicBezTo>
                  <a:cubicBezTo>
                    <a:pt x="0" y="527"/>
                    <a:pt x="151" y="679"/>
                    <a:pt x="339" y="679"/>
                  </a:cubicBezTo>
                  <a:cubicBezTo>
                    <a:pt x="525" y="679"/>
                    <a:pt x="677" y="527"/>
                    <a:pt x="677" y="340"/>
                  </a:cubicBezTo>
                  <a:cubicBezTo>
                    <a:pt x="677" y="152"/>
                    <a:pt x="525" y="0"/>
                    <a:pt x="339" y="0"/>
                  </a:cubicBezTo>
                  <a:close/>
                  <a:moveTo>
                    <a:pt x="557" y="558"/>
                  </a:moveTo>
                  <a:lnTo>
                    <a:pt x="557" y="558"/>
                  </a:lnTo>
                  <a:cubicBezTo>
                    <a:pt x="502" y="615"/>
                    <a:pt x="424" y="650"/>
                    <a:pt x="339" y="650"/>
                  </a:cubicBezTo>
                  <a:cubicBezTo>
                    <a:pt x="253" y="650"/>
                    <a:pt x="176" y="615"/>
                    <a:pt x="119" y="558"/>
                  </a:cubicBezTo>
                  <a:cubicBezTo>
                    <a:pt x="64" y="503"/>
                    <a:pt x="29" y="426"/>
                    <a:pt x="29" y="340"/>
                  </a:cubicBezTo>
                  <a:cubicBezTo>
                    <a:pt x="29" y="255"/>
                    <a:pt x="64" y="177"/>
                    <a:pt x="119" y="121"/>
                  </a:cubicBezTo>
                  <a:cubicBezTo>
                    <a:pt x="176" y="65"/>
                    <a:pt x="253" y="31"/>
                    <a:pt x="339" y="31"/>
                  </a:cubicBezTo>
                  <a:cubicBezTo>
                    <a:pt x="424" y="31"/>
                    <a:pt x="502" y="65"/>
                    <a:pt x="557" y="121"/>
                  </a:cubicBezTo>
                  <a:cubicBezTo>
                    <a:pt x="613" y="177"/>
                    <a:pt x="648" y="255"/>
                    <a:pt x="648" y="340"/>
                  </a:cubicBezTo>
                  <a:cubicBezTo>
                    <a:pt x="648" y="426"/>
                    <a:pt x="613"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8" name="Freeform 293">
              <a:extLst>
                <a:ext uri="{FF2B5EF4-FFF2-40B4-BE49-F238E27FC236}">
                  <a16:creationId xmlns:a16="http://schemas.microsoft.com/office/drawing/2014/main" id="{11C89857-D3DB-7459-A4B3-4957C3966BC0}"/>
                </a:ext>
              </a:extLst>
            </p:cNvPr>
            <p:cNvSpPr>
              <a:spLocks noChangeArrowheads="1"/>
            </p:cNvSpPr>
            <p:nvPr/>
          </p:nvSpPr>
          <p:spPr bwMode="auto">
            <a:xfrm>
              <a:off x="9894888" y="6626225"/>
              <a:ext cx="53975" cy="23813"/>
            </a:xfrm>
            <a:custGeom>
              <a:avLst/>
              <a:gdLst>
                <a:gd name="T0" fmla="*/ 124 w 151"/>
                <a:gd name="T1" fmla="*/ 6 h 66"/>
                <a:gd name="T2" fmla="*/ 124 w 151"/>
                <a:gd name="T3" fmla="*/ 6 h 66"/>
                <a:gd name="T4" fmla="*/ 106 w 151"/>
                <a:gd name="T5" fmla="*/ 24 h 66"/>
                <a:gd name="T6" fmla="*/ 76 w 151"/>
                <a:gd name="T7" fmla="*/ 36 h 66"/>
                <a:gd name="T8" fmla="*/ 44 w 151"/>
                <a:gd name="T9" fmla="*/ 24 h 66"/>
                <a:gd name="T10" fmla="*/ 27 w 151"/>
                <a:gd name="T11" fmla="*/ 6 h 66"/>
                <a:gd name="T12" fmla="*/ 7 w 151"/>
                <a:gd name="T13" fmla="*/ 6 h 66"/>
                <a:gd name="T14" fmla="*/ 7 w 151"/>
                <a:gd name="T15" fmla="*/ 26 h 66"/>
                <a:gd name="T16" fmla="*/ 7 w 151"/>
                <a:gd name="T17" fmla="*/ 26 h 66"/>
                <a:gd name="T18" fmla="*/ 23 w 151"/>
                <a:gd name="T19" fmla="*/ 44 h 66"/>
                <a:gd name="T20" fmla="*/ 76 w 151"/>
                <a:gd name="T21" fmla="*/ 65 h 66"/>
                <a:gd name="T22" fmla="*/ 128 w 151"/>
                <a:gd name="T23" fmla="*/ 44 h 66"/>
                <a:gd name="T24" fmla="*/ 145 w 151"/>
                <a:gd name="T25" fmla="*/ 26 h 66"/>
                <a:gd name="T26" fmla="*/ 145 w 151"/>
                <a:gd name="T27" fmla="*/ 6 h 66"/>
                <a:gd name="T28" fmla="*/ 124 w 151"/>
                <a:gd name="T29" fmla="*/ 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4" y="6"/>
                  </a:moveTo>
                  <a:lnTo>
                    <a:pt x="124" y="6"/>
                  </a:lnTo>
                  <a:cubicBezTo>
                    <a:pt x="106" y="24"/>
                    <a:pt x="106" y="24"/>
                    <a:pt x="106" y="24"/>
                  </a:cubicBezTo>
                  <a:cubicBezTo>
                    <a:pt x="98" y="32"/>
                    <a:pt x="87" y="36"/>
                    <a:pt x="76" y="36"/>
                  </a:cubicBezTo>
                  <a:cubicBezTo>
                    <a:pt x="65" y="36"/>
                    <a:pt x="54" y="32"/>
                    <a:pt x="44" y="24"/>
                  </a:cubicBezTo>
                  <a:cubicBezTo>
                    <a:pt x="27" y="6"/>
                    <a:pt x="27" y="6"/>
                    <a:pt x="27" y="6"/>
                  </a:cubicBezTo>
                  <a:cubicBezTo>
                    <a:pt x="22" y="0"/>
                    <a:pt x="12" y="0"/>
                    <a:pt x="7" y="6"/>
                  </a:cubicBezTo>
                  <a:cubicBezTo>
                    <a:pt x="0" y="11"/>
                    <a:pt x="0" y="21"/>
                    <a:pt x="7" y="26"/>
                  </a:cubicBezTo>
                  <a:lnTo>
                    <a:pt x="7" y="26"/>
                  </a:lnTo>
                  <a:cubicBezTo>
                    <a:pt x="23" y="44"/>
                    <a:pt x="23" y="44"/>
                    <a:pt x="23" y="44"/>
                  </a:cubicBezTo>
                  <a:cubicBezTo>
                    <a:pt x="38" y="58"/>
                    <a:pt x="56" y="65"/>
                    <a:pt x="76" y="65"/>
                  </a:cubicBezTo>
                  <a:cubicBezTo>
                    <a:pt x="94" y="65"/>
                    <a:pt x="113" y="58"/>
                    <a:pt x="128" y="44"/>
                  </a:cubicBezTo>
                  <a:cubicBezTo>
                    <a:pt x="145" y="26"/>
                    <a:pt x="145" y="26"/>
                    <a:pt x="145" y="26"/>
                  </a:cubicBezTo>
                  <a:cubicBezTo>
                    <a:pt x="150" y="21"/>
                    <a:pt x="150" y="11"/>
                    <a:pt x="145" y="6"/>
                  </a:cubicBezTo>
                  <a:cubicBezTo>
                    <a:pt x="139" y="0"/>
                    <a:pt x="130" y="0"/>
                    <a:pt x="12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9" name="Freeform 294">
              <a:extLst>
                <a:ext uri="{FF2B5EF4-FFF2-40B4-BE49-F238E27FC236}">
                  <a16:creationId xmlns:a16="http://schemas.microsoft.com/office/drawing/2014/main" id="{95E8E27D-D991-903F-4A44-86C94970439F}"/>
                </a:ext>
              </a:extLst>
            </p:cNvPr>
            <p:cNvSpPr>
              <a:spLocks noChangeArrowheads="1"/>
            </p:cNvSpPr>
            <p:nvPr/>
          </p:nvSpPr>
          <p:spPr bwMode="auto">
            <a:xfrm>
              <a:off x="10021888" y="6626225"/>
              <a:ext cx="53975" cy="23813"/>
            </a:xfrm>
            <a:custGeom>
              <a:avLst/>
              <a:gdLst>
                <a:gd name="T0" fmla="*/ 76 w 152"/>
                <a:gd name="T1" fmla="*/ 36 h 66"/>
                <a:gd name="T2" fmla="*/ 76 w 152"/>
                <a:gd name="T3" fmla="*/ 36 h 66"/>
                <a:gd name="T4" fmla="*/ 45 w 152"/>
                <a:gd name="T5" fmla="*/ 24 h 66"/>
                <a:gd name="T6" fmla="*/ 28 w 152"/>
                <a:gd name="T7" fmla="*/ 6 h 66"/>
                <a:gd name="T8" fmla="*/ 7 w 152"/>
                <a:gd name="T9" fmla="*/ 6 h 66"/>
                <a:gd name="T10" fmla="*/ 7 w 152"/>
                <a:gd name="T11" fmla="*/ 26 h 66"/>
                <a:gd name="T12" fmla="*/ 24 w 152"/>
                <a:gd name="T13" fmla="*/ 44 h 66"/>
                <a:gd name="T14" fmla="*/ 76 w 152"/>
                <a:gd name="T15" fmla="*/ 65 h 66"/>
                <a:gd name="T16" fmla="*/ 129 w 152"/>
                <a:gd name="T17" fmla="*/ 44 h 66"/>
                <a:gd name="T18" fmla="*/ 145 w 152"/>
                <a:gd name="T19" fmla="*/ 26 h 66"/>
                <a:gd name="T20" fmla="*/ 145 w 152"/>
                <a:gd name="T21" fmla="*/ 6 h 66"/>
                <a:gd name="T22" fmla="*/ 125 w 152"/>
                <a:gd name="T23" fmla="*/ 6 h 66"/>
                <a:gd name="T24" fmla="*/ 125 w 152"/>
                <a:gd name="T25" fmla="*/ 6 h 66"/>
                <a:gd name="T26" fmla="*/ 107 w 152"/>
                <a:gd name="T27" fmla="*/ 24 h 66"/>
                <a:gd name="T28" fmla="*/ 76 w 152"/>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76" y="36"/>
                  </a:moveTo>
                  <a:lnTo>
                    <a:pt x="76" y="36"/>
                  </a:lnTo>
                  <a:cubicBezTo>
                    <a:pt x="65" y="36"/>
                    <a:pt x="54" y="32"/>
                    <a:pt x="45" y="24"/>
                  </a:cubicBezTo>
                  <a:cubicBezTo>
                    <a:pt x="28" y="6"/>
                    <a:pt x="28" y="6"/>
                    <a:pt x="28" y="6"/>
                  </a:cubicBezTo>
                  <a:cubicBezTo>
                    <a:pt x="22" y="0"/>
                    <a:pt x="13" y="0"/>
                    <a:pt x="7" y="6"/>
                  </a:cubicBezTo>
                  <a:cubicBezTo>
                    <a:pt x="0" y="11"/>
                    <a:pt x="0" y="21"/>
                    <a:pt x="7" y="26"/>
                  </a:cubicBezTo>
                  <a:cubicBezTo>
                    <a:pt x="24" y="44"/>
                    <a:pt x="24" y="44"/>
                    <a:pt x="24" y="44"/>
                  </a:cubicBezTo>
                  <a:cubicBezTo>
                    <a:pt x="39" y="58"/>
                    <a:pt x="57" y="65"/>
                    <a:pt x="76" y="65"/>
                  </a:cubicBezTo>
                  <a:cubicBezTo>
                    <a:pt x="94" y="65"/>
                    <a:pt x="114" y="58"/>
                    <a:pt x="129" y="44"/>
                  </a:cubicBezTo>
                  <a:cubicBezTo>
                    <a:pt x="145" y="26"/>
                    <a:pt x="145" y="26"/>
                    <a:pt x="145" y="26"/>
                  </a:cubicBezTo>
                  <a:cubicBezTo>
                    <a:pt x="151" y="21"/>
                    <a:pt x="151" y="11"/>
                    <a:pt x="145" y="6"/>
                  </a:cubicBezTo>
                  <a:cubicBezTo>
                    <a:pt x="140" y="0"/>
                    <a:pt x="130" y="0"/>
                    <a:pt x="125" y="6"/>
                  </a:cubicBezTo>
                  <a:lnTo>
                    <a:pt x="125" y="6"/>
                  </a:lnTo>
                  <a:cubicBezTo>
                    <a:pt x="107" y="24"/>
                    <a:pt x="107" y="24"/>
                    <a:pt x="107"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0" name="Freeform 295">
              <a:extLst>
                <a:ext uri="{FF2B5EF4-FFF2-40B4-BE49-F238E27FC236}">
                  <a16:creationId xmlns:a16="http://schemas.microsoft.com/office/drawing/2014/main" id="{4BAB4DB4-0FAB-C28D-059C-51BB3344DF70}"/>
                </a:ext>
              </a:extLst>
            </p:cNvPr>
            <p:cNvSpPr>
              <a:spLocks noChangeArrowheads="1"/>
            </p:cNvSpPr>
            <p:nvPr/>
          </p:nvSpPr>
          <p:spPr bwMode="auto">
            <a:xfrm>
              <a:off x="9959975" y="6689725"/>
              <a:ext cx="53975" cy="53975"/>
            </a:xfrm>
            <a:custGeom>
              <a:avLst/>
              <a:gdLst>
                <a:gd name="T0" fmla="*/ 74 w 148"/>
                <a:gd name="T1" fmla="*/ 0 h 149"/>
                <a:gd name="T2" fmla="*/ 74 w 148"/>
                <a:gd name="T3" fmla="*/ 0 h 149"/>
                <a:gd name="T4" fmla="*/ 0 w 148"/>
                <a:gd name="T5" fmla="*/ 74 h 149"/>
                <a:gd name="T6" fmla="*/ 74 w 148"/>
                <a:gd name="T7" fmla="*/ 148 h 149"/>
                <a:gd name="T8" fmla="*/ 147 w 148"/>
                <a:gd name="T9" fmla="*/ 74 h 149"/>
                <a:gd name="T10" fmla="*/ 74 w 148"/>
                <a:gd name="T11" fmla="*/ 0 h 149"/>
                <a:gd name="T12" fmla="*/ 74 w 148"/>
                <a:gd name="T13" fmla="*/ 118 h 149"/>
                <a:gd name="T14" fmla="*/ 74 w 148"/>
                <a:gd name="T15" fmla="*/ 118 h 149"/>
                <a:gd name="T16" fmla="*/ 29 w 148"/>
                <a:gd name="T17" fmla="*/ 74 h 149"/>
                <a:gd name="T18" fmla="*/ 74 w 148"/>
                <a:gd name="T19" fmla="*/ 29 h 149"/>
                <a:gd name="T20" fmla="*/ 118 w 148"/>
                <a:gd name="T21" fmla="*/ 74 h 149"/>
                <a:gd name="T22" fmla="*/ 74 w 148"/>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2" y="0"/>
                    <a:pt x="0" y="34"/>
                    <a:pt x="0" y="74"/>
                  </a:cubicBezTo>
                  <a:cubicBezTo>
                    <a:pt x="0" y="115"/>
                    <a:pt x="32" y="148"/>
                    <a:pt x="74" y="148"/>
                  </a:cubicBezTo>
                  <a:cubicBezTo>
                    <a:pt x="114" y="148"/>
                    <a:pt x="147" y="115"/>
                    <a:pt x="147" y="74"/>
                  </a:cubicBezTo>
                  <a:cubicBezTo>
                    <a:pt x="147" y="34"/>
                    <a:pt x="114" y="0"/>
                    <a:pt x="74" y="0"/>
                  </a:cubicBezTo>
                  <a:close/>
                  <a:moveTo>
                    <a:pt x="74" y="118"/>
                  </a:moveTo>
                  <a:lnTo>
                    <a:pt x="74" y="118"/>
                  </a:lnTo>
                  <a:cubicBezTo>
                    <a:pt x="49" y="118"/>
                    <a:pt x="29" y="98"/>
                    <a:pt x="29" y="74"/>
                  </a:cubicBezTo>
                  <a:cubicBezTo>
                    <a:pt x="29" y="50"/>
                    <a:pt x="49" y="29"/>
                    <a:pt x="74" y="29"/>
                  </a:cubicBezTo>
                  <a:cubicBezTo>
                    <a:pt x="98" y="29"/>
                    <a:pt x="118" y="50"/>
                    <a:pt x="118" y="74"/>
                  </a:cubicBezTo>
                  <a:cubicBezTo>
                    <a:pt x="118" y="98"/>
                    <a:pt x="98" y="118"/>
                    <a:pt x="74"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1" name="Group 363">
            <a:extLst>
              <a:ext uri="{FF2B5EF4-FFF2-40B4-BE49-F238E27FC236}">
                <a16:creationId xmlns:a16="http://schemas.microsoft.com/office/drawing/2014/main" id="{3498E018-E606-B572-78D8-706C89E777A4}"/>
              </a:ext>
            </a:extLst>
          </p:cNvPr>
          <p:cNvGrpSpPr/>
          <p:nvPr/>
        </p:nvGrpSpPr>
        <p:grpSpPr>
          <a:xfrm>
            <a:off x="6887095" y="5734472"/>
            <a:ext cx="255588" cy="212725"/>
            <a:chOff x="5730875" y="6043613"/>
            <a:chExt cx="255588" cy="212725"/>
          </a:xfrm>
          <a:solidFill>
            <a:schemeClr val="tx2"/>
          </a:solidFill>
        </p:grpSpPr>
        <p:sp>
          <p:nvSpPr>
            <p:cNvPr id="362" name="Freeform 296">
              <a:extLst>
                <a:ext uri="{FF2B5EF4-FFF2-40B4-BE49-F238E27FC236}">
                  <a16:creationId xmlns:a16="http://schemas.microsoft.com/office/drawing/2014/main" id="{70A0A393-847C-C485-FA0F-8906D426A7CF}"/>
                </a:ext>
              </a:extLst>
            </p:cNvPr>
            <p:cNvSpPr>
              <a:spLocks noChangeArrowheads="1"/>
            </p:cNvSpPr>
            <p:nvPr/>
          </p:nvSpPr>
          <p:spPr bwMode="auto">
            <a:xfrm>
              <a:off x="5730875" y="6043613"/>
              <a:ext cx="255588" cy="212725"/>
            </a:xfrm>
            <a:custGeom>
              <a:avLst/>
              <a:gdLst>
                <a:gd name="T0" fmla="*/ 663 w 708"/>
                <a:gd name="T1" fmla="*/ 0 h 591"/>
                <a:gd name="T2" fmla="*/ 663 w 708"/>
                <a:gd name="T3" fmla="*/ 0 h 591"/>
                <a:gd name="T4" fmla="*/ 44 w 708"/>
                <a:gd name="T5" fmla="*/ 0 h 591"/>
                <a:gd name="T6" fmla="*/ 0 w 708"/>
                <a:gd name="T7" fmla="*/ 44 h 591"/>
                <a:gd name="T8" fmla="*/ 0 w 708"/>
                <a:gd name="T9" fmla="*/ 545 h 591"/>
                <a:gd name="T10" fmla="*/ 44 w 708"/>
                <a:gd name="T11" fmla="*/ 590 h 591"/>
                <a:gd name="T12" fmla="*/ 426 w 708"/>
                <a:gd name="T13" fmla="*/ 590 h 591"/>
                <a:gd name="T14" fmla="*/ 426 w 708"/>
                <a:gd name="T15" fmla="*/ 590 h 591"/>
                <a:gd name="T16" fmla="*/ 426 w 708"/>
                <a:gd name="T17" fmla="*/ 590 h 591"/>
                <a:gd name="T18" fmla="*/ 633 w 708"/>
                <a:gd name="T19" fmla="*/ 590 h 591"/>
                <a:gd name="T20" fmla="*/ 663 w 708"/>
                <a:gd name="T21" fmla="*/ 590 h 591"/>
                <a:gd name="T22" fmla="*/ 707 w 708"/>
                <a:gd name="T23" fmla="*/ 545 h 591"/>
                <a:gd name="T24" fmla="*/ 707 w 708"/>
                <a:gd name="T25" fmla="*/ 44 h 591"/>
                <a:gd name="T26" fmla="*/ 663 w 708"/>
                <a:gd name="T27" fmla="*/ 0 h 591"/>
                <a:gd name="T28" fmla="*/ 435 w 708"/>
                <a:gd name="T29" fmla="*/ 561 h 591"/>
                <a:gd name="T30" fmla="*/ 435 w 708"/>
                <a:gd name="T31" fmla="*/ 561 h 591"/>
                <a:gd name="T32" fmla="*/ 296 w 708"/>
                <a:gd name="T33" fmla="*/ 342 h 591"/>
                <a:gd name="T34" fmla="*/ 368 w 708"/>
                <a:gd name="T35" fmla="*/ 246 h 591"/>
                <a:gd name="T36" fmla="*/ 603 w 708"/>
                <a:gd name="T37" fmla="*/ 561 h 591"/>
                <a:gd name="T38" fmla="*/ 435 w 708"/>
                <a:gd name="T39" fmla="*/ 561 h 591"/>
                <a:gd name="T40" fmla="*/ 265 w 708"/>
                <a:gd name="T41" fmla="*/ 348 h 591"/>
                <a:gd name="T42" fmla="*/ 265 w 708"/>
                <a:gd name="T43" fmla="*/ 348 h 591"/>
                <a:gd name="T44" fmla="*/ 266 w 708"/>
                <a:gd name="T45" fmla="*/ 349 h 591"/>
                <a:gd name="T46" fmla="*/ 400 w 708"/>
                <a:gd name="T47" fmla="*/ 561 h 591"/>
                <a:gd name="T48" fmla="*/ 69 w 708"/>
                <a:gd name="T49" fmla="*/ 561 h 591"/>
                <a:gd name="T50" fmla="*/ 222 w 708"/>
                <a:gd name="T51" fmla="*/ 280 h 591"/>
                <a:gd name="T52" fmla="*/ 265 w 708"/>
                <a:gd name="T53" fmla="*/ 348 h 591"/>
                <a:gd name="T54" fmla="*/ 678 w 708"/>
                <a:gd name="T55" fmla="*/ 545 h 591"/>
                <a:gd name="T56" fmla="*/ 678 w 708"/>
                <a:gd name="T57" fmla="*/ 545 h 591"/>
                <a:gd name="T58" fmla="*/ 663 w 708"/>
                <a:gd name="T59" fmla="*/ 561 h 591"/>
                <a:gd name="T60" fmla="*/ 640 w 708"/>
                <a:gd name="T61" fmla="*/ 561 h 591"/>
                <a:gd name="T62" fmla="*/ 379 w 708"/>
                <a:gd name="T63" fmla="*/ 213 h 591"/>
                <a:gd name="T64" fmla="*/ 368 w 708"/>
                <a:gd name="T65" fmla="*/ 207 h 591"/>
                <a:gd name="T66" fmla="*/ 356 w 708"/>
                <a:gd name="T67" fmla="*/ 213 h 591"/>
                <a:gd name="T68" fmla="*/ 279 w 708"/>
                <a:gd name="T69" fmla="*/ 315 h 591"/>
                <a:gd name="T70" fmla="*/ 233 w 708"/>
                <a:gd name="T71" fmla="*/ 243 h 591"/>
                <a:gd name="T72" fmla="*/ 221 w 708"/>
                <a:gd name="T73" fmla="*/ 236 h 591"/>
                <a:gd name="T74" fmla="*/ 208 w 708"/>
                <a:gd name="T75" fmla="*/ 244 h 591"/>
                <a:gd name="T76" fmla="*/ 37 w 708"/>
                <a:gd name="T77" fmla="*/ 558 h 591"/>
                <a:gd name="T78" fmla="*/ 29 w 708"/>
                <a:gd name="T79" fmla="*/ 545 h 591"/>
                <a:gd name="T80" fmla="*/ 29 w 708"/>
                <a:gd name="T81" fmla="*/ 44 h 591"/>
                <a:gd name="T82" fmla="*/ 44 w 708"/>
                <a:gd name="T83" fmla="*/ 30 h 591"/>
                <a:gd name="T84" fmla="*/ 663 w 708"/>
                <a:gd name="T85" fmla="*/ 30 h 591"/>
                <a:gd name="T86" fmla="*/ 678 w 708"/>
                <a:gd name="T87" fmla="*/ 44 h 591"/>
                <a:gd name="T88" fmla="*/ 678 w 708"/>
                <a:gd name="T89" fmla="*/ 545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1">
                  <a:moveTo>
                    <a:pt x="663" y="0"/>
                  </a:moveTo>
                  <a:lnTo>
                    <a:pt x="663" y="0"/>
                  </a:lnTo>
                  <a:cubicBezTo>
                    <a:pt x="44" y="0"/>
                    <a:pt x="44" y="0"/>
                    <a:pt x="44" y="0"/>
                  </a:cubicBezTo>
                  <a:cubicBezTo>
                    <a:pt x="19" y="0"/>
                    <a:pt x="0" y="21"/>
                    <a:pt x="0" y="44"/>
                  </a:cubicBezTo>
                  <a:cubicBezTo>
                    <a:pt x="0" y="545"/>
                    <a:pt x="0" y="545"/>
                    <a:pt x="0" y="545"/>
                  </a:cubicBezTo>
                  <a:cubicBezTo>
                    <a:pt x="0" y="570"/>
                    <a:pt x="19" y="590"/>
                    <a:pt x="44" y="590"/>
                  </a:cubicBezTo>
                  <a:cubicBezTo>
                    <a:pt x="426" y="590"/>
                    <a:pt x="426" y="590"/>
                    <a:pt x="426" y="590"/>
                  </a:cubicBezTo>
                  <a:lnTo>
                    <a:pt x="426" y="590"/>
                  </a:lnTo>
                  <a:lnTo>
                    <a:pt x="426" y="590"/>
                  </a:lnTo>
                  <a:cubicBezTo>
                    <a:pt x="633" y="590"/>
                    <a:pt x="633" y="590"/>
                    <a:pt x="633" y="590"/>
                  </a:cubicBezTo>
                  <a:cubicBezTo>
                    <a:pt x="663" y="590"/>
                    <a:pt x="663" y="590"/>
                    <a:pt x="663" y="590"/>
                  </a:cubicBezTo>
                  <a:cubicBezTo>
                    <a:pt x="687" y="590"/>
                    <a:pt x="707" y="570"/>
                    <a:pt x="707" y="545"/>
                  </a:cubicBezTo>
                  <a:cubicBezTo>
                    <a:pt x="707" y="44"/>
                    <a:pt x="707" y="44"/>
                    <a:pt x="707" y="44"/>
                  </a:cubicBezTo>
                  <a:cubicBezTo>
                    <a:pt x="707" y="21"/>
                    <a:pt x="687" y="0"/>
                    <a:pt x="663" y="0"/>
                  </a:cubicBezTo>
                  <a:close/>
                  <a:moveTo>
                    <a:pt x="435" y="561"/>
                  </a:moveTo>
                  <a:lnTo>
                    <a:pt x="435" y="561"/>
                  </a:lnTo>
                  <a:cubicBezTo>
                    <a:pt x="296" y="342"/>
                    <a:pt x="296" y="342"/>
                    <a:pt x="296" y="342"/>
                  </a:cubicBezTo>
                  <a:cubicBezTo>
                    <a:pt x="368" y="246"/>
                    <a:pt x="368" y="246"/>
                    <a:pt x="368" y="246"/>
                  </a:cubicBezTo>
                  <a:cubicBezTo>
                    <a:pt x="603" y="561"/>
                    <a:pt x="603" y="561"/>
                    <a:pt x="603" y="561"/>
                  </a:cubicBezTo>
                  <a:lnTo>
                    <a:pt x="435" y="561"/>
                  </a:lnTo>
                  <a:close/>
                  <a:moveTo>
                    <a:pt x="265" y="348"/>
                  </a:moveTo>
                  <a:lnTo>
                    <a:pt x="265" y="348"/>
                  </a:lnTo>
                  <a:cubicBezTo>
                    <a:pt x="265" y="349"/>
                    <a:pt x="266" y="349"/>
                    <a:pt x="266" y="349"/>
                  </a:cubicBezTo>
                  <a:cubicBezTo>
                    <a:pt x="400" y="561"/>
                    <a:pt x="400" y="561"/>
                    <a:pt x="400" y="561"/>
                  </a:cubicBezTo>
                  <a:cubicBezTo>
                    <a:pt x="69" y="561"/>
                    <a:pt x="69" y="561"/>
                    <a:pt x="69" y="561"/>
                  </a:cubicBezTo>
                  <a:cubicBezTo>
                    <a:pt x="222" y="280"/>
                    <a:pt x="222" y="280"/>
                    <a:pt x="222" y="280"/>
                  </a:cubicBezTo>
                  <a:lnTo>
                    <a:pt x="265" y="348"/>
                  </a:lnTo>
                  <a:close/>
                  <a:moveTo>
                    <a:pt x="678" y="545"/>
                  </a:moveTo>
                  <a:lnTo>
                    <a:pt x="678" y="545"/>
                  </a:lnTo>
                  <a:cubicBezTo>
                    <a:pt x="678" y="554"/>
                    <a:pt x="671" y="561"/>
                    <a:pt x="663" y="561"/>
                  </a:cubicBezTo>
                  <a:cubicBezTo>
                    <a:pt x="640" y="561"/>
                    <a:pt x="640" y="561"/>
                    <a:pt x="640" y="561"/>
                  </a:cubicBezTo>
                  <a:cubicBezTo>
                    <a:pt x="379" y="213"/>
                    <a:pt x="379" y="213"/>
                    <a:pt x="379" y="213"/>
                  </a:cubicBezTo>
                  <a:cubicBezTo>
                    <a:pt x="377" y="208"/>
                    <a:pt x="372" y="207"/>
                    <a:pt x="368" y="207"/>
                  </a:cubicBezTo>
                  <a:cubicBezTo>
                    <a:pt x="363" y="207"/>
                    <a:pt x="359" y="208"/>
                    <a:pt x="356" y="213"/>
                  </a:cubicBezTo>
                  <a:cubicBezTo>
                    <a:pt x="279" y="315"/>
                    <a:pt x="279" y="315"/>
                    <a:pt x="279" y="315"/>
                  </a:cubicBezTo>
                  <a:cubicBezTo>
                    <a:pt x="233" y="243"/>
                    <a:pt x="233" y="243"/>
                    <a:pt x="233" y="243"/>
                  </a:cubicBezTo>
                  <a:cubicBezTo>
                    <a:pt x="230" y="239"/>
                    <a:pt x="226" y="236"/>
                    <a:pt x="221" y="236"/>
                  </a:cubicBezTo>
                  <a:cubicBezTo>
                    <a:pt x="215" y="236"/>
                    <a:pt x="211" y="239"/>
                    <a:pt x="208" y="244"/>
                  </a:cubicBezTo>
                  <a:cubicBezTo>
                    <a:pt x="37" y="558"/>
                    <a:pt x="37" y="558"/>
                    <a:pt x="37" y="558"/>
                  </a:cubicBezTo>
                  <a:cubicBezTo>
                    <a:pt x="33" y="555"/>
                    <a:pt x="29" y="551"/>
                    <a:pt x="29" y="545"/>
                  </a:cubicBezTo>
                  <a:cubicBezTo>
                    <a:pt x="29" y="44"/>
                    <a:pt x="29" y="44"/>
                    <a:pt x="29" y="44"/>
                  </a:cubicBezTo>
                  <a:cubicBezTo>
                    <a:pt x="29" y="37"/>
                    <a:pt x="35" y="30"/>
                    <a:pt x="44" y="30"/>
                  </a:cubicBezTo>
                  <a:cubicBezTo>
                    <a:pt x="663" y="30"/>
                    <a:pt x="663" y="30"/>
                    <a:pt x="663" y="30"/>
                  </a:cubicBezTo>
                  <a:cubicBezTo>
                    <a:pt x="671" y="30"/>
                    <a:pt x="678" y="37"/>
                    <a:pt x="678" y="44"/>
                  </a:cubicBezTo>
                  <a:lnTo>
                    <a:pt x="678" y="5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3" name="Freeform 297">
              <a:extLst>
                <a:ext uri="{FF2B5EF4-FFF2-40B4-BE49-F238E27FC236}">
                  <a16:creationId xmlns:a16="http://schemas.microsoft.com/office/drawing/2014/main" id="{1A38EADB-B873-BAEA-C58E-29213FFD2EA3}"/>
                </a:ext>
              </a:extLst>
            </p:cNvPr>
            <p:cNvSpPr>
              <a:spLocks noChangeArrowheads="1"/>
            </p:cNvSpPr>
            <p:nvPr/>
          </p:nvSpPr>
          <p:spPr bwMode="auto">
            <a:xfrm>
              <a:off x="5900738" y="6075363"/>
              <a:ext cx="53975" cy="53975"/>
            </a:xfrm>
            <a:custGeom>
              <a:avLst/>
              <a:gdLst>
                <a:gd name="T0" fmla="*/ 74 w 148"/>
                <a:gd name="T1" fmla="*/ 0 h 149"/>
                <a:gd name="T2" fmla="*/ 74 w 148"/>
                <a:gd name="T3" fmla="*/ 0 h 149"/>
                <a:gd name="T4" fmla="*/ 0 w 148"/>
                <a:gd name="T5" fmla="*/ 75 h 149"/>
                <a:gd name="T6" fmla="*/ 74 w 148"/>
                <a:gd name="T7" fmla="*/ 148 h 149"/>
                <a:gd name="T8" fmla="*/ 147 w 148"/>
                <a:gd name="T9" fmla="*/ 75 h 149"/>
                <a:gd name="T10" fmla="*/ 74 w 148"/>
                <a:gd name="T11" fmla="*/ 0 h 149"/>
                <a:gd name="T12" fmla="*/ 74 w 148"/>
                <a:gd name="T13" fmla="*/ 119 h 149"/>
                <a:gd name="T14" fmla="*/ 74 w 148"/>
                <a:gd name="T15" fmla="*/ 119 h 149"/>
                <a:gd name="T16" fmla="*/ 30 w 148"/>
                <a:gd name="T17" fmla="*/ 75 h 149"/>
                <a:gd name="T18" fmla="*/ 74 w 148"/>
                <a:gd name="T19" fmla="*/ 31 h 149"/>
                <a:gd name="T20" fmla="*/ 118 w 148"/>
                <a:gd name="T21" fmla="*/ 75 h 149"/>
                <a:gd name="T22" fmla="*/ 74 w 148"/>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3" y="0"/>
                    <a:pt x="0" y="33"/>
                    <a:pt x="0" y="75"/>
                  </a:cubicBezTo>
                  <a:cubicBezTo>
                    <a:pt x="0" y="115"/>
                    <a:pt x="33" y="148"/>
                    <a:pt x="74" y="148"/>
                  </a:cubicBezTo>
                  <a:cubicBezTo>
                    <a:pt x="114" y="148"/>
                    <a:pt x="147" y="115"/>
                    <a:pt x="147" y="75"/>
                  </a:cubicBezTo>
                  <a:cubicBezTo>
                    <a:pt x="147" y="33"/>
                    <a:pt x="114" y="0"/>
                    <a:pt x="74" y="0"/>
                  </a:cubicBezTo>
                  <a:close/>
                  <a:moveTo>
                    <a:pt x="74" y="119"/>
                  </a:moveTo>
                  <a:lnTo>
                    <a:pt x="74" y="119"/>
                  </a:lnTo>
                  <a:cubicBezTo>
                    <a:pt x="49" y="119"/>
                    <a:pt x="30" y="98"/>
                    <a:pt x="30" y="75"/>
                  </a:cubicBezTo>
                  <a:cubicBezTo>
                    <a:pt x="30" y="50"/>
                    <a:pt x="49" y="31"/>
                    <a:pt x="74" y="31"/>
                  </a:cubicBezTo>
                  <a:cubicBezTo>
                    <a:pt x="98" y="31"/>
                    <a:pt x="118" y="50"/>
                    <a:pt x="118" y="75"/>
                  </a:cubicBezTo>
                  <a:cubicBezTo>
                    <a:pt x="118" y="98"/>
                    <a:pt x="98" y="119"/>
                    <a:pt x="74"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4" name="Group 366">
            <a:extLst>
              <a:ext uri="{FF2B5EF4-FFF2-40B4-BE49-F238E27FC236}">
                <a16:creationId xmlns:a16="http://schemas.microsoft.com/office/drawing/2014/main" id="{32031184-28DA-92A6-969D-44B1770D4AB9}"/>
              </a:ext>
            </a:extLst>
          </p:cNvPr>
          <p:cNvGrpSpPr/>
          <p:nvPr/>
        </p:nvGrpSpPr>
        <p:grpSpPr>
          <a:xfrm>
            <a:off x="8420620" y="2883322"/>
            <a:ext cx="222250" cy="255587"/>
            <a:chOff x="7264400" y="3211513"/>
            <a:chExt cx="222250" cy="255587"/>
          </a:xfrm>
          <a:solidFill>
            <a:schemeClr val="tx2"/>
          </a:solidFill>
        </p:grpSpPr>
        <p:sp>
          <p:nvSpPr>
            <p:cNvPr id="365" name="Freeform 298">
              <a:extLst>
                <a:ext uri="{FF2B5EF4-FFF2-40B4-BE49-F238E27FC236}">
                  <a16:creationId xmlns:a16="http://schemas.microsoft.com/office/drawing/2014/main" id="{3DF39C61-8D82-A64B-7916-0DBE602A84F0}"/>
                </a:ext>
              </a:extLst>
            </p:cNvPr>
            <p:cNvSpPr>
              <a:spLocks noChangeArrowheads="1"/>
            </p:cNvSpPr>
            <p:nvPr/>
          </p:nvSpPr>
          <p:spPr bwMode="auto">
            <a:xfrm>
              <a:off x="7327900" y="3211513"/>
              <a:ext cx="96838" cy="117475"/>
            </a:xfrm>
            <a:custGeom>
              <a:avLst/>
              <a:gdLst>
                <a:gd name="T0" fmla="*/ 0 w 267"/>
                <a:gd name="T1" fmla="*/ 132 h 325"/>
                <a:gd name="T2" fmla="*/ 0 w 267"/>
                <a:gd name="T3" fmla="*/ 132 h 325"/>
                <a:gd name="T4" fmla="*/ 0 w 267"/>
                <a:gd name="T5" fmla="*/ 192 h 325"/>
                <a:gd name="T6" fmla="*/ 133 w 267"/>
                <a:gd name="T7" fmla="*/ 324 h 325"/>
                <a:gd name="T8" fmla="*/ 266 w 267"/>
                <a:gd name="T9" fmla="*/ 192 h 325"/>
                <a:gd name="T10" fmla="*/ 266 w 267"/>
                <a:gd name="T11" fmla="*/ 132 h 325"/>
                <a:gd name="T12" fmla="*/ 133 w 267"/>
                <a:gd name="T13" fmla="*/ 0 h 325"/>
                <a:gd name="T14" fmla="*/ 0 w 267"/>
                <a:gd name="T15" fmla="*/ 132 h 325"/>
                <a:gd name="T16" fmla="*/ 237 w 267"/>
                <a:gd name="T17" fmla="*/ 132 h 325"/>
                <a:gd name="T18" fmla="*/ 237 w 267"/>
                <a:gd name="T19" fmla="*/ 132 h 325"/>
                <a:gd name="T20" fmla="*/ 237 w 267"/>
                <a:gd name="T21" fmla="*/ 192 h 325"/>
                <a:gd name="T22" fmla="*/ 206 w 267"/>
                <a:gd name="T23" fmla="*/ 265 h 325"/>
                <a:gd name="T24" fmla="*/ 133 w 267"/>
                <a:gd name="T25" fmla="*/ 295 h 325"/>
                <a:gd name="T26" fmla="*/ 60 w 267"/>
                <a:gd name="T27" fmla="*/ 265 h 325"/>
                <a:gd name="T28" fmla="*/ 29 w 267"/>
                <a:gd name="T29" fmla="*/ 192 h 325"/>
                <a:gd name="T30" fmla="*/ 29 w 267"/>
                <a:gd name="T31" fmla="*/ 132 h 325"/>
                <a:gd name="T32" fmla="*/ 60 w 267"/>
                <a:gd name="T33" fmla="*/ 60 h 325"/>
                <a:gd name="T34" fmla="*/ 133 w 267"/>
                <a:gd name="T35" fmla="*/ 30 h 325"/>
                <a:gd name="T36" fmla="*/ 206 w 267"/>
                <a:gd name="T37" fmla="*/ 60 h 325"/>
                <a:gd name="T38" fmla="*/ 237 w 267"/>
                <a:gd name="T39" fmla="*/ 13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7" h="325">
                  <a:moveTo>
                    <a:pt x="0" y="132"/>
                  </a:moveTo>
                  <a:lnTo>
                    <a:pt x="0" y="132"/>
                  </a:lnTo>
                  <a:cubicBezTo>
                    <a:pt x="0" y="192"/>
                    <a:pt x="0" y="192"/>
                    <a:pt x="0" y="192"/>
                  </a:cubicBezTo>
                  <a:cubicBezTo>
                    <a:pt x="0" y="265"/>
                    <a:pt x="60" y="324"/>
                    <a:pt x="133" y="324"/>
                  </a:cubicBezTo>
                  <a:cubicBezTo>
                    <a:pt x="206" y="324"/>
                    <a:pt x="266" y="265"/>
                    <a:pt x="266" y="192"/>
                  </a:cubicBezTo>
                  <a:cubicBezTo>
                    <a:pt x="266" y="132"/>
                    <a:pt x="266" y="132"/>
                    <a:pt x="266" y="132"/>
                  </a:cubicBezTo>
                  <a:cubicBezTo>
                    <a:pt x="266" y="59"/>
                    <a:pt x="206" y="0"/>
                    <a:pt x="133" y="0"/>
                  </a:cubicBezTo>
                  <a:cubicBezTo>
                    <a:pt x="60" y="0"/>
                    <a:pt x="0" y="59"/>
                    <a:pt x="0" y="132"/>
                  </a:cubicBezTo>
                  <a:close/>
                  <a:moveTo>
                    <a:pt x="237" y="132"/>
                  </a:moveTo>
                  <a:lnTo>
                    <a:pt x="237" y="132"/>
                  </a:lnTo>
                  <a:cubicBezTo>
                    <a:pt x="237" y="192"/>
                    <a:pt x="237" y="192"/>
                    <a:pt x="237" y="192"/>
                  </a:cubicBezTo>
                  <a:cubicBezTo>
                    <a:pt x="237" y="221"/>
                    <a:pt x="224" y="246"/>
                    <a:pt x="206" y="265"/>
                  </a:cubicBezTo>
                  <a:cubicBezTo>
                    <a:pt x="187" y="283"/>
                    <a:pt x="162" y="295"/>
                    <a:pt x="133" y="295"/>
                  </a:cubicBezTo>
                  <a:cubicBezTo>
                    <a:pt x="104" y="295"/>
                    <a:pt x="79" y="283"/>
                    <a:pt x="60" y="265"/>
                  </a:cubicBezTo>
                  <a:cubicBezTo>
                    <a:pt x="42" y="246"/>
                    <a:pt x="29" y="221"/>
                    <a:pt x="29" y="192"/>
                  </a:cubicBezTo>
                  <a:cubicBezTo>
                    <a:pt x="29" y="132"/>
                    <a:pt x="29" y="132"/>
                    <a:pt x="29" y="132"/>
                  </a:cubicBezTo>
                  <a:cubicBezTo>
                    <a:pt x="29" y="105"/>
                    <a:pt x="42" y="78"/>
                    <a:pt x="60" y="60"/>
                  </a:cubicBezTo>
                  <a:cubicBezTo>
                    <a:pt x="79" y="41"/>
                    <a:pt x="104" y="30"/>
                    <a:pt x="133" y="30"/>
                  </a:cubicBezTo>
                  <a:cubicBezTo>
                    <a:pt x="162" y="30"/>
                    <a:pt x="187" y="41"/>
                    <a:pt x="206" y="60"/>
                  </a:cubicBezTo>
                  <a:cubicBezTo>
                    <a:pt x="224" y="78"/>
                    <a:pt x="237" y="105"/>
                    <a:pt x="23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6" name="Freeform 299">
              <a:extLst>
                <a:ext uri="{FF2B5EF4-FFF2-40B4-BE49-F238E27FC236}">
                  <a16:creationId xmlns:a16="http://schemas.microsoft.com/office/drawing/2014/main" id="{22188DBA-7817-9C75-5A6C-15A0D1E82BC1}"/>
                </a:ext>
              </a:extLst>
            </p:cNvPr>
            <p:cNvSpPr>
              <a:spLocks noChangeArrowheads="1"/>
            </p:cNvSpPr>
            <p:nvPr/>
          </p:nvSpPr>
          <p:spPr bwMode="auto">
            <a:xfrm>
              <a:off x="7264400" y="3351213"/>
              <a:ext cx="222250" cy="115887"/>
            </a:xfrm>
            <a:custGeom>
              <a:avLst/>
              <a:gdLst>
                <a:gd name="T0" fmla="*/ 618 w 619"/>
                <a:gd name="T1" fmla="*/ 279 h 324"/>
                <a:gd name="T2" fmla="*/ 618 w 619"/>
                <a:gd name="T3" fmla="*/ 279 h 324"/>
                <a:gd name="T4" fmla="*/ 618 w 619"/>
                <a:gd name="T5" fmla="*/ 196 h 324"/>
                <a:gd name="T6" fmla="*/ 422 w 619"/>
                <a:gd name="T7" fmla="*/ 0 h 324"/>
                <a:gd name="T8" fmla="*/ 422 w 619"/>
                <a:gd name="T9" fmla="*/ 0 h 324"/>
                <a:gd name="T10" fmla="*/ 393 w 619"/>
                <a:gd name="T11" fmla="*/ 15 h 324"/>
                <a:gd name="T12" fmla="*/ 309 w 619"/>
                <a:gd name="T13" fmla="*/ 58 h 324"/>
                <a:gd name="T14" fmla="*/ 225 w 619"/>
                <a:gd name="T15" fmla="*/ 15 h 324"/>
                <a:gd name="T16" fmla="*/ 196 w 619"/>
                <a:gd name="T17" fmla="*/ 0 h 324"/>
                <a:gd name="T18" fmla="*/ 196 w 619"/>
                <a:gd name="T19" fmla="*/ 0 h 324"/>
                <a:gd name="T20" fmla="*/ 0 w 619"/>
                <a:gd name="T21" fmla="*/ 196 h 324"/>
                <a:gd name="T22" fmla="*/ 0 w 619"/>
                <a:gd name="T23" fmla="*/ 279 h 324"/>
                <a:gd name="T24" fmla="*/ 44 w 619"/>
                <a:gd name="T25" fmla="*/ 323 h 324"/>
                <a:gd name="T26" fmla="*/ 573 w 619"/>
                <a:gd name="T27" fmla="*/ 323 h 324"/>
                <a:gd name="T28" fmla="*/ 618 w 619"/>
                <a:gd name="T29" fmla="*/ 279 h 324"/>
                <a:gd name="T30" fmla="*/ 29 w 619"/>
                <a:gd name="T31" fmla="*/ 279 h 324"/>
                <a:gd name="T32" fmla="*/ 29 w 619"/>
                <a:gd name="T33" fmla="*/ 279 h 324"/>
                <a:gd name="T34" fmla="*/ 29 w 619"/>
                <a:gd name="T35" fmla="*/ 196 h 324"/>
                <a:gd name="T36" fmla="*/ 78 w 619"/>
                <a:gd name="T37" fmla="*/ 77 h 324"/>
                <a:gd name="T38" fmla="*/ 196 w 619"/>
                <a:gd name="T39" fmla="*/ 29 h 324"/>
                <a:gd name="T40" fmla="*/ 196 w 619"/>
                <a:gd name="T41" fmla="*/ 29 h 324"/>
                <a:gd name="T42" fmla="*/ 201 w 619"/>
                <a:gd name="T43" fmla="*/ 31 h 324"/>
                <a:gd name="T44" fmla="*/ 309 w 619"/>
                <a:gd name="T45" fmla="*/ 88 h 324"/>
                <a:gd name="T46" fmla="*/ 417 w 619"/>
                <a:gd name="T47" fmla="*/ 31 h 324"/>
                <a:gd name="T48" fmla="*/ 422 w 619"/>
                <a:gd name="T49" fmla="*/ 29 h 324"/>
                <a:gd name="T50" fmla="*/ 422 w 619"/>
                <a:gd name="T51" fmla="*/ 29 h 324"/>
                <a:gd name="T52" fmla="*/ 540 w 619"/>
                <a:gd name="T53" fmla="*/ 77 h 324"/>
                <a:gd name="T54" fmla="*/ 589 w 619"/>
                <a:gd name="T55" fmla="*/ 196 h 324"/>
                <a:gd name="T56" fmla="*/ 589 w 619"/>
                <a:gd name="T57" fmla="*/ 279 h 324"/>
                <a:gd name="T58" fmla="*/ 573 w 619"/>
                <a:gd name="T59" fmla="*/ 294 h 324"/>
                <a:gd name="T60" fmla="*/ 44 w 619"/>
                <a:gd name="T61" fmla="*/ 294 h 324"/>
                <a:gd name="T62" fmla="*/ 29 w 619"/>
                <a:gd name="T63" fmla="*/ 27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9" h="324">
                  <a:moveTo>
                    <a:pt x="618" y="279"/>
                  </a:moveTo>
                  <a:lnTo>
                    <a:pt x="618" y="279"/>
                  </a:lnTo>
                  <a:cubicBezTo>
                    <a:pt x="618" y="196"/>
                    <a:pt x="618" y="196"/>
                    <a:pt x="618" y="196"/>
                  </a:cubicBezTo>
                  <a:cubicBezTo>
                    <a:pt x="618" y="87"/>
                    <a:pt x="530" y="0"/>
                    <a:pt x="422" y="0"/>
                  </a:cubicBezTo>
                  <a:lnTo>
                    <a:pt x="422" y="0"/>
                  </a:lnTo>
                  <a:cubicBezTo>
                    <a:pt x="410" y="0"/>
                    <a:pt x="399" y="7"/>
                    <a:pt x="393" y="15"/>
                  </a:cubicBezTo>
                  <a:cubicBezTo>
                    <a:pt x="374" y="41"/>
                    <a:pt x="343" y="58"/>
                    <a:pt x="309" y="58"/>
                  </a:cubicBezTo>
                  <a:cubicBezTo>
                    <a:pt x="274" y="58"/>
                    <a:pt x="244" y="41"/>
                    <a:pt x="225" y="15"/>
                  </a:cubicBezTo>
                  <a:cubicBezTo>
                    <a:pt x="219" y="7"/>
                    <a:pt x="208" y="0"/>
                    <a:pt x="196" y="0"/>
                  </a:cubicBezTo>
                  <a:lnTo>
                    <a:pt x="196" y="0"/>
                  </a:lnTo>
                  <a:cubicBezTo>
                    <a:pt x="87" y="0"/>
                    <a:pt x="0" y="87"/>
                    <a:pt x="0" y="196"/>
                  </a:cubicBezTo>
                  <a:cubicBezTo>
                    <a:pt x="0" y="279"/>
                    <a:pt x="0" y="279"/>
                    <a:pt x="0" y="279"/>
                  </a:cubicBezTo>
                  <a:cubicBezTo>
                    <a:pt x="0" y="304"/>
                    <a:pt x="19" y="323"/>
                    <a:pt x="44" y="323"/>
                  </a:cubicBezTo>
                  <a:cubicBezTo>
                    <a:pt x="573" y="323"/>
                    <a:pt x="573" y="323"/>
                    <a:pt x="573" y="323"/>
                  </a:cubicBezTo>
                  <a:cubicBezTo>
                    <a:pt x="598" y="323"/>
                    <a:pt x="618" y="304"/>
                    <a:pt x="618" y="279"/>
                  </a:cubicBezTo>
                  <a:close/>
                  <a:moveTo>
                    <a:pt x="29" y="279"/>
                  </a:moveTo>
                  <a:lnTo>
                    <a:pt x="29" y="279"/>
                  </a:lnTo>
                  <a:cubicBezTo>
                    <a:pt x="29" y="196"/>
                    <a:pt x="29" y="196"/>
                    <a:pt x="29" y="196"/>
                  </a:cubicBezTo>
                  <a:cubicBezTo>
                    <a:pt x="29" y="149"/>
                    <a:pt x="48" y="107"/>
                    <a:pt x="78" y="77"/>
                  </a:cubicBezTo>
                  <a:cubicBezTo>
                    <a:pt x="107" y="48"/>
                    <a:pt x="150" y="29"/>
                    <a:pt x="196" y="29"/>
                  </a:cubicBezTo>
                  <a:lnTo>
                    <a:pt x="196" y="29"/>
                  </a:lnTo>
                  <a:cubicBezTo>
                    <a:pt x="197" y="29"/>
                    <a:pt x="198" y="30"/>
                    <a:pt x="201" y="31"/>
                  </a:cubicBezTo>
                  <a:cubicBezTo>
                    <a:pt x="225" y="66"/>
                    <a:pt x="265" y="88"/>
                    <a:pt x="309" y="88"/>
                  </a:cubicBezTo>
                  <a:cubicBezTo>
                    <a:pt x="353" y="88"/>
                    <a:pt x="393" y="66"/>
                    <a:pt x="417" y="31"/>
                  </a:cubicBezTo>
                  <a:cubicBezTo>
                    <a:pt x="418" y="30"/>
                    <a:pt x="421" y="29"/>
                    <a:pt x="422" y="29"/>
                  </a:cubicBezTo>
                  <a:lnTo>
                    <a:pt x="422" y="29"/>
                  </a:lnTo>
                  <a:cubicBezTo>
                    <a:pt x="468" y="29"/>
                    <a:pt x="509" y="48"/>
                    <a:pt x="540" y="77"/>
                  </a:cubicBezTo>
                  <a:cubicBezTo>
                    <a:pt x="570" y="107"/>
                    <a:pt x="589" y="149"/>
                    <a:pt x="589" y="196"/>
                  </a:cubicBezTo>
                  <a:cubicBezTo>
                    <a:pt x="589" y="279"/>
                    <a:pt x="589" y="279"/>
                    <a:pt x="589" y="279"/>
                  </a:cubicBezTo>
                  <a:cubicBezTo>
                    <a:pt x="589" y="287"/>
                    <a:pt x="581" y="294"/>
                    <a:pt x="573" y="294"/>
                  </a:cubicBezTo>
                  <a:cubicBezTo>
                    <a:pt x="44" y="294"/>
                    <a:pt x="44" y="294"/>
                    <a:pt x="44" y="294"/>
                  </a:cubicBezTo>
                  <a:cubicBezTo>
                    <a:pt x="35"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7" name="Group 369">
            <a:extLst>
              <a:ext uri="{FF2B5EF4-FFF2-40B4-BE49-F238E27FC236}">
                <a16:creationId xmlns:a16="http://schemas.microsoft.com/office/drawing/2014/main" id="{6909A34D-A31B-1C25-627B-E17532F81D8C}"/>
              </a:ext>
            </a:extLst>
          </p:cNvPr>
          <p:cNvGrpSpPr/>
          <p:nvPr/>
        </p:nvGrpSpPr>
        <p:grpSpPr>
          <a:xfrm>
            <a:off x="8925445" y="476672"/>
            <a:ext cx="1782763" cy="138112"/>
            <a:chOff x="7769225" y="785813"/>
            <a:chExt cx="1782763" cy="138112"/>
          </a:xfrm>
          <a:solidFill>
            <a:schemeClr val="tx2"/>
          </a:solidFill>
        </p:grpSpPr>
        <p:sp>
          <p:nvSpPr>
            <p:cNvPr id="368" name="Freeform 300">
              <a:extLst>
                <a:ext uri="{FF2B5EF4-FFF2-40B4-BE49-F238E27FC236}">
                  <a16:creationId xmlns:a16="http://schemas.microsoft.com/office/drawing/2014/main" id="{F9FFF192-1837-EA43-2771-71913F9ACFE1}"/>
                </a:ext>
              </a:extLst>
            </p:cNvPr>
            <p:cNvSpPr>
              <a:spLocks noChangeArrowheads="1"/>
            </p:cNvSpPr>
            <p:nvPr/>
          </p:nvSpPr>
          <p:spPr bwMode="auto">
            <a:xfrm>
              <a:off x="7769225" y="785813"/>
              <a:ext cx="106363" cy="138112"/>
            </a:xfrm>
            <a:custGeom>
              <a:avLst/>
              <a:gdLst>
                <a:gd name="T0" fmla="*/ 47 w 297"/>
                <a:gd name="T1" fmla="*/ 330 h 384"/>
                <a:gd name="T2" fmla="*/ 47 w 297"/>
                <a:gd name="T3" fmla="*/ 330 h 384"/>
                <a:gd name="T4" fmla="*/ 102 w 297"/>
                <a:gd name="T5" fmla="*/ 369 h 384"/>
                <a:gd name="T6" fmla="*/ 174 w 297"/>
                <a:gd name="T7" fmla="*/ 383 h 384"/>
                <a:gd name="T8" fmla="*/ 296 w 297"/>
                <a:gd name="T9" fmla="*/ 351 h 384"/>
                <a:gd name="T10" fmla="*/ 296 w 297"/>
                <a:gd name="T11" fmla="*/ 188 h 384"/>
                <a:gd name="T12" fmla="*/ 177 w 297"/>
                <a:gd name="T13" fmla="*/ 188 h 384"/>
                <a:gd name="T14" fmla="*/ 177 w 297"/>
                <a:gd name="T15" fmla="*/ 220 h 384"/>
                <a:gd name="T16" fmla="*/ 261 w 297"/>
                <a:gd name="T17" fmla="*/ 220 h 384"/>
                <a:gd name="T18" fmla="*/ 261 w 297"/>
                <a:gd name="T19" fmla="*/ 331 h 384"/>
                <a:gd name="T20" fmla="*/ 180 w 297"/>
                <a:gd name="T21" fmla="*/ 351 h 384"/>
                <a:gd name="T22" fmla="*/ 118 w 297"/>
                <a:gd name="T23" fmla="*/ 340 h 384"/>
                <a:gd name="T24" fmla="*/ 73 w 297"/>
                <a:gd name="T25" fmla="*/ 307 h 384"/>
                <a:gd name="T26" fmla="*/ 46 w 297"/>
                <a:gd name="T27" fmla="*/ 257 h 384"/>
                <a:gd name="T28" fmla="*/ 36 w 297"/>
                <a:gd name="T29" fmla="*/ 193 h 384"/>
                <a:gd name="T30" fmla="*/ 47 w 297"/>
                <a:gd name="T31" fmla="*/ 128 h 384"/>
                <a:gd name="T32" fmla="*/ 77 w 297"/>
                <a:gd name="T33" fmla="*/ 77 h 384"/>
                <a:gd name="T34" fmla="*/ 124 w 297"/>
                <a:gd name="T35" fmla="*/ 44 h 384"/>
                <a:gd name="T36" fmla="*/ 185 w 297"/>
                <a:gd name="T37" fmla="*/ 32 h 384"/>
                <a:gd name="T38" fmla="*/ 287 w 297"/>
                <a:gd name="T39" fmla="*/ 58 h 384"/>
                <a:gd name="T40" fmla="*/ 287 w 297"/>
                <a:gd name="T41" fmla="*/ 19 h 384"/>
                <a:gd name="T42" fmla="*/ 189 w 297"/>
                <a:gd name="T43" fmla="*/ 0 h 384"/>
                <a:gd name="T44" fmla="*/ 135 w 297"/>
                <a:gd name="T45" fmla="*/ 7 h 384"/>
                <a:gd name="T46" fmla="*/ 88 w 297"/>
                <a:gd name="T47" fmla="*/ 26 h 384"/>
                <a:gd name="T48" fmla="*/ 51 w 297"/>
                <a:gd name="T49" fmla="*/ 58 h 384"/>
                <a:gd name="T50" fmla="*/ 24 w 297"/>
                <a:gd name="T51" fmla="*/ 97 h 384"/>
                <a:gd name="T52" fmla="*/ 7 w 297"/>
                <a:gd name="T53" fmla="*/ 144 h 384"/>
                <a:gd name="T54" fmla="*/ 0 w 297"/>
                <a:gd name="T55" fmla="*/ 196 h 384"/>
                <a:gd name="T56" fmla="*/ 13 w 297"/>
                <a:gd name="T57" fmla="*/ 272 h 384"/>
                <a:gd name="T58" fmla="*/ 47 w 297"/>
                <a:gd name="T59" fmla="*/ 33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7" h="384">
                  <a:moveTo>
                    <a:pt x="47" y="330"/>
                  </a:moveTo>
                  <a:lnTo>
                    <a:pt x="47" y="330"/>
                  </a:lnTo>
                  <a:cubicBezTo>
                    <a:pt x="62" y="347"/>
                    <a:pt x="80" y="359"/>
                    <a:pt x="102" y="369"/>
                  </a:cubicBezTo>
                  <a:cubicBezTo>
                    <a:pt x="123" y="378"/>
                    <a:pt x="148" y="383"/>
                    <a:pt x="174" y="383"/>
                  </a:cubicBezTo>
                  <a:cubicBezTo>
                    <a:pt x="217" y="383"/>
                    <a:pt x="257" y="372"/>
                    <a:pt x="296" y="351"/>
                  </a:cubicBezTo>
                  <a:cubicBezTo>
                    <a:pt x="296" y="188"/>
                    <a:pt x="296" y="188"/>
                    <a:pt x="296" y="188"/>
                  </a:cubicBezTo>
                  <a:cubicBezTo>
                    <a:pt x="177" y="188"/>
                    <a:pt x="177" y="188"/>
                    <a:pt x="177" y="188"/>
                  </a:cubicBezTo>
                  <a:cubicBezTo>
                    <a:pt x="177" y="220"/>
                    <a:pt x="177" y="220"/>
                    <a:pt x="177" y="220"/>
                  </a:cubicBezTo>
                  <a:cubicBezTo>
                    <a:pt x="261" y="220"/>
                    <a:pt x="261" y="220"/>
                    <a:pt x="261" y="220"/>
                  </a:cubicBezTo>
                  <a:cubicBezTo>
                    <a:pt x="261" y="331"/>
                    <a:pt x="261" y="331"/>
                    <a:pt x="261" y="331"/>
                  </a:cubicBezTo>
                  <a:cubicBezTo>
                    <a:pt x="238" y="345"/>
                    <a:pt x="210" y="351"/>
                    <a:pt x="180" y="351"/>
                  </a:cubicBezTo>
                  <a:cubicBezTo>
                    <a:pt x="156" y="351"/>
                    <a:pt x="135" y="348"/>
                    <a:pt x="118" y="340"/>
                  </a:cubicBezTo>
                  <a:cubicBezTo>
                    <a:pt x="100" y="331"/>
                    <a:pt x="84" y="320"/>
                    <a:pt x="73" y="307"/>
                  </a:cubicBezTo>
                  <a:cubicBezTo>
                    <a:pt x="61" y="293"/>
                    <a:pt x="51" y="276"/>
                    <a:pt x="46" y="257"/>
                  </a:cubicBezTo>
                  <a:cubicBezTo>
                    <a:pt x="39" y="238"/>
                    <a:pt x="36" y="215"/>
                    <a:pt x="36" y="193"/>
                  </a:cubicBezTo>
                  <a:cubicBezTo>
                    <a:pt x="37" y="170"/>
                    <a:pt x="40" y="149"/>
                    <a:pt x="47" y="128"/>
                  </a:cubicBezTo>
                  <a:cubicBezTo>
                    <a:pt x="54" y="109"/>
                    <a:pt x="65" y="93"/>
                    <a:pt x="77" y="77"/>
                  </a:cubicBezTo>
                  <a:cubicBezTo>
                    <a:pt x="90" y="64"/>
                    <a:pt x="106" y="51"/>
                    <a:pt x="124" y="44"/>
                  </a:cubicBezTo>
                  <a:cubicBezTo>
                    <a:pt x="142" y="36"/>
                    <a:pt x="163" y="32"/>
                    <a:pt x="185" y="32"/>
                  </a:cubicBezTo>
                  <a:cubicBezTo>
                    <a:pt x="223" y="32"/>
                    <a:pt x="256" y="40"/>
                    <a:pt x="287" y="58"/>
                  </a:cubicBezTo>
                  <a:cubicBezTo>
                    <a:pt x="287" y="19"/>
                    <a:pt x="287" y="19"/>
                    <a:pt x="287" y="19"/>
                  </a:cubicBezTo>
                  <a:cubicBezTo>
                    <a:pt x="260" y="7"/>
                    <a:pt x="227" y="0"/>
                    <a:pt x="189" y="0"/>
                  </a:cubicBezTo>
                  <a:cubicBezTo>
                    <a:pt x="170" y="0"/>
                    <a:pt x="152" y="3"/>
                    <a:pt x="135" y="7"/>
                  </a:cubicBezTo>
                  <a:cubicBezTo>
                    <a:pt x="118" y="11"/>
                    <a:pt x="102" y="18"/>
                    <a:pt x="88" y="26"/>
                  </a:cubicBezTo>
                  <a:cubicBezTo>
                    <a:pt x="75" y="36"/>
                    <a:pt x="62" y="46"/>
                    <a:pt x="51" y="58"/>
                  </a:cubicBezTo>
                  <a:cubicBezTo>
                    <a:pt x="40" y="69"/>
                    <a:pt x="31" y="83"/>
                    <a:pt x="24" y="97"/>
                  </a:cubicBezTo>
                  <a:cubicBezTo>
                    <a:pt x="17" y="112"/>
                    <a:pt x="10" y="127"/>
                    <a:pt x="7" y="144"/>
                  </a:cubicBezTo>
                  <a:cubicBezTo>
                    <a:pt x="3" y="160"/>
                    <a:pt x="0" y="178"/>
                    <a:pt x="0" y="196"/>
                  </a:cubicBezTo>
                  <a:cubicBezTo>
                    <a:pt x="0" y="224"/>
                    <a:pt x="4" y="249"/>
                    <a:pt x="13" y="272"/>
                  </a:cubicBezTo>
                  <a:cubicBezTo>
                    <a:pt x="21" y="294"/>
                    <a:pt x="32" y="314"/>
                    <a:pt x="47" y="3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9" name="Freeform 301">
              <a:extLst>
                <a:ext uri="{FF2B5EF4-FFF2-40B4-BE49-F238E27FC236}">
                  <a16:creationId xmlns:a16="http://schemas.microsoft.com/office/drawing/2014/main" id="{A911AFD4-D233-0B9B-41B9-539EB19F28E5}"/>
                </a:ext>
              </a:extLst>
            </p:cNvPr>
            <p:cNvSpPr>
              <a:spLocks noChangeArrowheads="1"/>
            </p:cNvSpPr>
            <p:nvPr/>
          </p:nvSpPr>
          <p:spPr bwMode="auto">
            <a:xfrm>
              <a:off x="7905750" y="788988"/>
              <a:ext cx="68263" cy="133350"/>
            </a:xfrm>
            <a:custGeom>
              <a:avLst/>
              <a:gdLst>
                <a:gd name="T0" fmla="*/ 190 w 191"/>
                <a:gd name="T1" fmla="*/ 339 h 371"/>
                <a:gd name="T2" fmla="*/ 35 w 191"/>
                <a:gd name="T3" fmla="*/ 339 h 371"/>
                <a:gd name="T4" fmla="*/ 35 w 191"/>
                <a:gd name="T5" fmla="*/ 198 h 371"/>
                <a:gd name="T6" fmla="*/ 170 w 191"/>
                <a:gd name="T7" fmla="*/ 198 h 371"/>
                <a:gd name="T8" fmla="*/ 170 w 191"/>
                <a:gd name="T9" fmla="*/ 168 h 371"/>
                <a:gd name="T10" fmla="*/ 35 w 191"/>
                <a:gd name="T11" fmla="*/ 168 h 371"/>
                <a:gd name="T12" fmla="*/ 35 w 191"/>
                <a:gd name="T13" fmla="*/ 31 h 371"/>
                <a:gd name="T14" fmla="*/ 181 w 191"/>
                <a:gd name="T15" fmla="*/ 31 h 371"/>
                <a:gd name="T16" fmla="*/ 181 w 191"/>
                <a:gd name="T17" fmla="*/ 0 h 371"/>
                <a:gd name="T18" fmla="*/ 0 w 191"/>
                <a:gd name="T19" fmla="*/ 0 h 371"/>
                <a:gd name="T20" fmla="*/ 0 w 191"/>
                <a:gd name="T21" fmla="*/ 370 h 371"/>
                <a:gd name="T22" fmla="*/ 190 w 191"/>
                <a:gd name="T23" fmla="*/ 370 h 371"/>
                <a:gd name="T24" fmla="*/ 190 w 191"/>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1">
                  <a:moveTo>
                    <a:pt x="190" y="339"/>
                  </a:moveTo>
                  <a:lnTo>
                    <a:pt x="35" y="339"/>
                  </a:lnTo>
                  <a:lnTo>
                    <a:pt x="35" y="198"/>
                  </a:lnTo>
                  <a:lnTo>
                    <a:pt x="170" y="198"/>
                  </a:lnTo>
                  <a:lnTo>
                    <a:pt x="170" y="168"/>
                  </a:lnTo>
                  <a:lnTo>
                    <a:pt x="35" y="168"/>
                  </a:lnTo>
                  <a:lnTo>
                    <a:pt x="35" y="31"/>
                  </a:lnTo>
                  <a:lnTo>
                    <a:pt x="181" y="31"/>
                  </a:lnTo>
                  <a:lnTo>
                    <a:pt x="181" y="0"/>
                  </a:lnTo>
                  <a:lnTo>
                    <a:pt x="0" y="0"/>
                  </a:lnTo>
                  <a:lnTo>
                    <a:pt x="0" y="370"/>
                  </a:lnTo>
                  <a:lnTo>
                    <a:pt x="190" y="370"/>
                  </a:lnTo>
                  <a:lnTo>
                    <a:pt x="190"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0" name="Freeform 302">
              <a:extLst>
                <a:ext uri="{FF2B5EF4-FFF2-40B4-BE49-F238E27FC236}">
                  <a16:creationId xmlns:a16="http://schemas.microsoft.com/office/drawing/2014/main" id="{0A05A8FB-E0A1-1FC0-5A86-ABA413DBE51F}"/>
                </a:ext>
              </a:extLst>
            </p:cNvPr>
            <p:cNvSpPr>
              <a:spLocks noChangeArrowheads="1"/>
            </p:cNvSpPr>
            <p:nvPr/>
          </p:nvSpPr>
          <p:spPr bwMode="auto">
            <a:xfrm>
              <a:off x="8002588" y="788988"/>
              <a:ext cx="104775" cy="133350"/>
            </a:xfrm>
            <a:custGeom>
              <a:avLst/>
              <a:gdLst>
                <a:gd name="T0" fmla="*/ 34 w 291"/>
                <a:gd name="T1" fmla="*/ 84 h 371"/>
                <a:gd name="T2" fmla="*/ 34 w 291"/>
                <a:gd name="T3" fmla="*/ 84 h 371"/>
                <a:gd name="T4" fmla="*/ 34 w 291"/>
                <a:gd name="T5" fmla="*/ 63 h 371"/>
                <a:gd name="T6" fmla="*/ 33 w 291"/>
                <a:gd name="T7" fmla="*/ 49 h 371"/>
                <a:gd name="T8" fmla="*/ 34 w 291"/>
                <a:gd name="T9" fmla="*/ 49 h 371"/>
                <a:gd name="T10" fmla="*/ 41 w 291"/>
                <a:gd name="T11" fmla="*/ 62 h 371"/>
                <a:gd name="T12" fmla="*/ 48 w 291"/>
                <a:gd name="T13" fmla="*/ 73 h 371"/>
                <a:gd name="T14" fmla="*/ 254 w 291"/>
                <a:gd name="T15" fmla="*/ 370 h 371"/>
                <a:gd name="T16" fmla="*/ 290 w 291"/>
                <a:gd name="T17" fmla="*/ 370 h 371"/>
                <a:gd name="T18" fmla="*/ 290 w 291"/>
                <a:gd name="T19" fmla="*/ 0 h 371"/>
                <a:gd name="T20" fmla="*/ 255 w 291"/>
                <a:gd name="T21" fmla="*/ 0 h 371"/>
                <a:gd name="T22" fmla="*/ 255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4 w 291"/>
                <a:gd name="T41" fmla="*/ 370 h 371"/>
                <a:gd name="T42" fmla="*/ 34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4" y="84"/>
                  </a:moveTo>
                  <a:lnTo>
                    <a:pt x="34" y="84"/>
                  </a:lnTo>
                  <a:cubicBezTo>
                    <a:pt x="34" y="75"/>
                    <a:pt x="34" y="69"/>
                    <a:pt x="34" y="63"/>
                  </a:cubicBezTo>
                  <a:cubicBezTo>
                    <a:pt x="34" y="58"/>
                    <a:pt x="34" y="53"/>
                    <a:pt x="33" y="49"/>
                  </a:cubicBezTo>
                  <a:cubicBezTo>
                    <a:pt x="34" y="49"/>
                    <a:pt x="34" y="49"/>
                    <a:pt x="34" y="49"/>
                  </a:cubicBezTo>
                  <a:cubicBezTo>
                    <a:pt x="36" y="53"/>
                    <a:pt x="39" y="58"/>
                    <a:pt x="41" y="62"/>
                  </a:cubicBezTo>
                  <a:cubicBezTo>
                    <a:pt x="43" y="66"/>
                    <a:pt x="45" y="70"/>
                    <a:pt x="48" y="73"/>
                  </a:cubicBezTo>
                  <a:cubicBezTo>
                    <a:pt x="254" y="370"/>
                    <a:pt x="254" y="370"/>
                    <a:pt x="254" y="370"/>
                  </a:cubicBezTo>
                  <a:cubicBezTo>
                    <a:pt x="290" y="370"/>
                    <a:pt x="290" y="370"/>
                    <a:pt x="290" y="370"/>
                  </a:cubicBezTo>
                  <a:cubicBezTo>
                    <a:pt x="290" y="0"/>
                    <a:pt x="290" y="0"/>
                    <a:pt x="290" y="0"/>
                  </a:cubicBezTo>
                  <a:cubicBezTo>
                    <a:pt x="255" y="0"/>
                    <a:pt x="255" y="0"/>
                    <a:pt x="255" y="0"/>
                  </a:cubicBezTo>
                  <a:cubicBezTo>
                    <a:pt x="255" y="276"/>
                    <a:pt x="255" y="276"/>
                    <a:pt x="255" y="276"/>
                  </a:cubicBezTo>
                  <a:cubicBezTo>
                    <a:pt x="255" y="284"/>
                    <a:pt x="255" y="292"/>
                    <a:pt x="257" y="299"/>
                  </a:cubicBezTo>
                  <a:cubicBezTo>
                    <a:pt x="257" y="306"/>
                    <a:pt x="257" y="312"/>
                    <a:pt x="258" y="317"/>
                  </a:cubicBezTo>
                  <a:cubicBezTo>
                    <a:pt x="257" y="317"/>
                    <a:pt x="257" y="317"/>
                    <a:pt x="257" y="317"/>
                  </a:cubicBezTo>
                  <a:cubicBezTo>
                    <a:pt x="254" y="314"/>
                    <a:pt x="253" y="310"/>
                    <a:pt x="250" y="306"/>
                  </a:cubicBezTo>
                  <a:cubicBezTo>
                    <a:pt x="247" y="302"/>
                    <a:pt x="244" y="298"/>
                    <a:pt x="242" y="294"/>
                  </a:cubicBezTo>
                  <a:cubicBezTo>
                    <a:pt x="39" y="0"/>
                    <a:pt x="39" y="0"/>
                    <a:pt x="39" y="0"/>
                  </a:cubicBezTo>
                  <a:cubicBezTo>
                    <a:pt x="0" y="0"/>
                    <a:pt x="0" y="0"/>
                    <a:pt x="0" y="0"/>
                  </a:cubicBezTo>
                  <a:cubicBezTo>
                    <a:pt x="0" y="370"/>
                    <a:pt x="0" y="370"/>
                    <a:pt x="0" y="370"/>
                  </a:cubicBezTo>
                  <a:cubicBezTo>
                    <a:pt x="34" y="370"/>
                    <a:pt x="34" y="370"/>
                    <a:pt x="34" y="370"/>
                  </a:cubicBezTo>
                  <a:lnTo>
                    <a:pt x="34"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1" name="Freeform 303">
              <a:extLst>
                <a:ext uri="{FF2B5EF4-FFF2-40B4-BE49-F238E27FC236}">
                  <a16:creationId xmlns:a16="http://schemas.microsoft.com/office/drawing/2014/main" id="{FC2EDEC8-F33F-C914-ABD7-D9561FF37CAB}"/>
                </a:ext>
              </a:extLst>
            </p:cNvPr>
            <p:cNvSpPr>
              <a:spLocks noChangeArrowheads="1"/>
            </p:cNvSpPr>
            <p:nvPr/>
          </p:nvSpPr>
          <p:spPr bwMode="auto">
            <a:xfrm>
              <a:off x="8142288" y="788988"/>
              <a:ext cx="68262" cy="133350"/>
            </a:xfrm>
            <a:custGeom>
              <a:avLst/>
              <a:gdLst>
                <a:gd name="T0" fmla="*/ 189 w 190"/>
                <a:gd name="T1" fmla="*/ 339 h 371"/>
                <a:gd name="T2" fmla="*/ 34 w 190"/>
                <a:gd name="T3" fmla="*/ 339 h 371"/>
                <a:gd name="T4" fmla="*/ 34 w 190"/>
                <a:gd name="T5" fmla="*/ 198 h 371"/>
                <a:gd name="T6" fmla="*/ 170 w 190"/>
                <a:gd name="T7" fmla="*/ 198 h 371"/>
                <a:gd name="T8" fmla="*/ 170 w 190"/>
                <a:gd name="T9" fmla="*/ 168 h 371"/>
                <a:gd name="T10" fmla="*/ 34 w 190"/>
                <a:gd name="T11" fmla="*/ 168 h 371"/>
                <a:gd name="T12" fmla="*/ 34 w 190"/>
                <a:gd name="T13" fmla="*/ 31 h 371"/>
                <a:gd name="T14" fmla="*/ 181 w 190"/>
                <a:gd name="T15" fmla="*/ 31 h 371"/>
                <a:gd name="T16" fmla="*/ 181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0" y="198"/>
                  </a:lnTo>
                  <a:lnTo>
                    <a:pt x="170" y="168"/>
                  </a:lnTo>
                  <a:lnTo>
                    <a:pt x="34" y="168"/>
                  </a:lnTo>
                  <a:lnTo>
                    <a:pt x="34" y="31"/>
                  </a:lnTo>
                  <a:lnTo>
                    <a:pt x="181" y="31"/>
                  </a:lnTo>
                  <a:lnTo>
                    <a:pt x="181"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2" name="Freeform 304">
              <a:extLst>
                <a:ext uri="{FF2B5EF4-FFF2-40B4-BE49-F238E27FC236}">
                  <a16:creationId xmlns:a16="http://schemas.microsoft.com/office/drawing/2014/main" id="{9923D79B-D8CA-1810-5D34-2397035B6229}"/>
                </a:ext>
              </a:extLst>
            </p:cNvPr>
            <p:cNvSpPr>
              <a:spLocks noChangeArrowheads="1"/>
            </p:cNvSpPr>
            <p:nvPr/>
          </p:nvSpPr>
          <p:spPr bwMode="auto">
            <a:xfrm>
              <a:off x="8237538" y="788988"/>
              <a:ext cx="87312" cy="133350"/>
            </a:xfrm>
            <a:custGeom>
              <a:avLst/>
              <a:gdLst>
                <a:gd name="T0" fmla="*/ 35 w 244"/>
                <a:gd name="T1" fmla="*/ 209 h 371"/>
                <a:gd name="T2" fmla="*/ 35 w 244"/>
                <a:gd name="T3" fmla="*/ 209 h 371"/>
                <a:gd name="T4" fmla="*/ 76 w 244"/>
                <a:gd name="T5" fmla="*/ 209 h 371"/>
                <a:gd name="T6" fmla="*/ 97 w 244"/>
                <a:gd name="T7" fmla="*/ 212 h 371"/>
                <a:gd name="T8" fmla="*/ 115 w 244"/>
                <a:gd name="T9" fmla="*/ 221 h 371"/>
                <a:gd name="T10" fmla="*/ 130 w 244"/>
                <a:gd name="T11" fmla="*/ 238 h 371"/>
                <a:gd name="T12" fmla="*/ 147 w 244"/>
                <a:gd name="T13" fmla="*/ 265 h 371"/>
                <a:gd name="T14" fmla="*/ 203 w 244"/>
                <a:gd name="T15" fmla="*/ 370 h 371"/>
                <a:gd name="T16" fmla="*/ 243 w 244"/>
                <a:gd name="T17" fmla="*/ 370 h 371"/>
                <a:gd name="T18" fmla="*/ 181 w 244"/>
                <a:gd name="T19" fmla="*/ 255 h 371"/>
                <a:gd name="T20" fmla="*/ 169 w 244"/>
                <a:gd name="T21" fmla="*/ 234 h 371"/>
                <a:gd name="T22" fmla="*/ 158 w 244"/>
                <a:gd name="T23" fmla="*/ 219 h 371"/>
                <a:gd name="T24" fmla="*/ 145 w 244"/>
                <a:gd name="T25" fmla="*/ 207 h 371"/>
                <a:gd name="T26" fmla="*/ 131 w 244"/>
                <a:gd name="T27" fmla="*/ 200 h 371"/>
                <a:gd name="T28" fmla="*/ 131 w 244"/>
                <a:gd name="T29" fmla="*/ 198 h 371"/>
                <a:gd name="T30" fmla="*/ 167 w 244"/>
                <a:gd name="T31" fmla="*/ 185 h 371"/>
                <a:gd name="T32" fmla="*/ 194 w 244"/>
                <a:gd name="T33" fmla="*/ 163 h 371"/>
                <a:gd name="T34" fmla="*/ 210 w 244"/>
                <a:gd name="T35" fmla="*/ 133 h 371"/>
                <a:gd name="T36" fmla="*/ 217 w 244"/>
                <a:gd name="T37" fmla="*/ 98 h 371"/>
                <a:gd name="T38" fmla="*/ 207 w 244"/>
                <a:gd name="T39" fmla="*/ 55 h 371"/>
                <a:gd name="T40" fmla="*/ 183 w 244"/>
                <a:gd name="T41" fmla="*/ 24 h 371"/>
                <a:gd name="T42" fmla="*/ 148 w 244"/>
                <a:gd name="T43" fmla="*/ 6 h 371"/>
                <a:gd name="T44" fmla="*/ 108 w 244"/>
                <a:gd name="T45" fmla="*/ 0 h 371"/>
                <a:gd name="T46" fmla="*/ 0 w 244"/>
                <a:gd name="T47" fmla="*/ 0 h 371"/>
                <a:gd name="T48" fmla="*/ 0 w 244"/>
                <a:gd name="T49" fmla="*/ 370 h 371"/>
                <a:gd name="T50" fmla="*/ 35 w 244"/>
                <a:gd name="T51" fmla="*/ 370 h 371"/>
                <a:gd name="T52" fmla="*/ 35 w 244"/>
                <a:gd name="T53" fmla="*/ 209 h 371"/>
                <a:gd name="T54" fmla="*/ 35 w 244"/>
                <a:gd name="T55" fmla="*/ 31 h 371"/>
                <a:gd name="T56" fmla="*/ 35 w 244"/>
                <a:gd name="T57" fmla="*/ 31 h 371"/>
                <a:gd name="T58" fmla="*/ 100 w 244"/>
                <a:gd name="T59" fmla="*/ 31 h 371"/>
                <a:gd name="T60" fmla="*/ 159 w 244"/>
                <a:gd name="T61" fmla="*/ 51 h 371"/>
                <a:gd name="T62" fmla="*/ 180 w 244"/>
                <a:gd name="T63" fmla="*/ 100 h 371"/>
                <a:gd name="T64" fmla="*/ 174 w 244"/>
                <a:gd name="T65" fmla="*/ 132 h 371"/>
                <a:gd name="T66" fmla="*/ 158 w 244"/>
                <a:gd name="T67" fmla="*/ 157 h 371"/>
                <a:gd name="T68" fmla="*/ 130 w 244"/>
                <a:gd name="T69" fmla="*/ 172 h 371"/>
                <a:gd name="T70" fmla="*/ 97 w 244"/>
                <a:gd name="T71" fmla="*/ 178 h 371"/>
                <a:gd name="T72" fmla="*/ 35 w 244"/>
                <a:gd name="T73" fmla="*/ 178 h 371"/>
                <a:gd name="T74" fmla="*/ 35 w 244"/>
                <a:gd name="T75" fmla="*/ 31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1">
                  <a:moveTo>
                    <a:pt x="35" y="209"/>
                  </a:moveTo>
                  <a:lnTo>
                    <a:pt x="35" y="209"/>
                  </a:lnTo>
                  <a:cubicBezTo>
                    <a:pt x="76" y="209"/>
                    <a:pt x="76" y="209"/>
                    <a:pt x="76" y="209"/>
                  </a:cubicBezTo>
                  <a:cubicBezTo>
                    <a:pt x="83" y="209"/>
                    <a:pt x="90" y="209"/>
                    <a:pt x="97" y="212"/>
                  </a:cubicBezTo>
                  <a:cubicBezTo>
                    <a:pt x="104" y="214"/>
                    <a:pt x="109" y="216"/>
                    <a:pt x="115" y="221"/>
                  </a:cubicBezTo>
                  <a:cubicBezTo>
                    <a:pt x="120" y="225"/>
                    <a:pt x="126" y="230"/>
                    <a:pt x="130" y="238"/>
                  </a:cubicBezTo>
                  <a:cubicBezTo>
                    <a:pt x="136" y="245"/>
                    <a:pt x="141" y="254"/>
                    <a:pt x="147" y="265"/>
                  </a:cubicBezTo>
                  <a:cubicBezTo>
                    <a:pt x="203" y="370"/>
                    <a:pt x="203" y="370"/>
                    <a:pt x="203" y="370"/>
                  </a:cubicBezTo>
                  <a:cubicBezTo>
                    <a:pt x="243" y="370"/>
                    <a:pt x="243" y="370"/>
                    <a:pt x="243" y="370"/>
                  </a:cubicBezTo>
                  <a:cubicBezTo>
                    <a:pt x="181" y="255"/>
                    <a:pt x="181" y="255"/>
                    <a:pt x="181" y="255"/>
                  </a:cubicBezTo>
                  <a:cubicBezTo>
                    <a:pt x="177" y="248"/>
                    <a:pt x="173" y="241"/>
                    <a:pt x="169" y="234"/>
                  </a:cubicBezTo>
                  <a:cubicBezTo>
                    <a:pt x="165" y="229"/>
                    <a:pt x="162" y="223"/>
                    <a:pt x="158" y="219"/>
                  </a:cubicBezTo>
                  <a:cubicBezTo>
                    <a:pt x="154" y="215"/>
                    <a:pt x="149" y="211"/>
                    <a:pt x="145" y="207"/>
                  </a:cubicBezTo>
                  <a:cubicBezTo>
                    <a:pt x="141" y="204"/>
                    <a:pt x="137" y="201"/>
                    <a:pt x="131" y="200"/>
                  </a:cubicBezTo>
                  <a:cubicBezTo>
                    <a:pt x="131" y="198"/>
                    <a:pt x="131" y="198"/>
                    <a:pt x="131" y="198"/>
                  </a:cubicBezTo>
                  <a:cubicBezTo>
                    <a:pt x="145" y="196"/>
                    <a:pt x="156" y="190"/>
                    <a:pt x="167" y="185"/>
                  </a:cubicBezTo>
                  <a:cubicBezTo>
                    <a:pt x="177" y="179"/>
                    <a:pt x="187" y="172"/>
                    <a:pt x="194" y="163"/>
                  </a:cubicBezTo>
                  <a:cubicBezTo>
                    <a:pt x="200" y="154"/>
                    <a:pt x="206" y="145"/>
                    <a:pt x="210" y="133"/>
                  </a:cubicBezTo>
                  <a:cubicBezTo>
                    <a:pt x="214" y="122"/>
                    <a:pt x="217" y="111"/>
                    <a:pt x="217" y="98"/>
                  </a:cubicBezTo>
                  <a:cubicBezTo>
                    <a:pt x="217" y="81"/>
                    <a:pt x="213" y="67"/>
                    <a:pt x="207" y="55"/>
                  </a:cubicBezTo>
                  <a:cubicBezTo>
                    <a:pt x="200" y="42"/>
                    <a:pt x="194" y="33"/>
                    <a:pt x="183" y="24"/>
                  </a:cubicBezTo>
                  <a:cubicBezTo>
                    <a:pt x="173" y="16"/>
                    <a:pt x="160" y="11"/>
                    <a:pt x="148" y="6"/>
                  </a:cubicBezTo>
                  <a:cubicBezTo>
                    <a:pt x="136" y="2"/>
                    <a:pt x="122" y="0"/>
                    <a:pt x="108" y="0"/>
                  </a:cubicBezTo>
                  <a:cubicBezTo>
                    <a:pt x="0" y="0"/>
                    <a:pt x="0" y="0"/>
                    <a:pt x="0" y="0"/>
                  </a:cubicBezTo>
                  <a:cubicBezTo>
                    <a:pt x="0" y="370"/>
                    <a:pt x="0" y="370"/>
                    <a:pt x="0" y="370"/>
                  </a:cubicBezTo>
                  <a:cubicBezTo>
                    <a:pt x="35" y="370"/>
                    <a:pt x="35" y="370"/>
                    <a:pt x="35" y="370"/>
                  </a:cubicBezTo>
                  <a:lnTo>
                    <a:pt x="35" y="209"/>
                  </a:lnTo>
                  <a:close/>
                  <a:moveTo>
                    <a:pt x="35" y="31"/>
                  </a:moveTo>
                  <a:lnTo>
                    <a:pt x="35" y="31"/>
                  </a:lnTo>
                  <a:cubicBezTo>
                    <a:pt x="100" y="31"/>
                    <a:pt x="100" y="31"/>
                    <a:pt x="100" y="31"/>
                  </a:cubicBezTo>
                  <a:cubicBezTo>
                    <a:pt x="126" y="31"/>
                    <a:pt x="145" y="38"/>
                    <a:pt x="159" y="51"/>
                  </a:cubicBezTo>
                  <a:cubicBezTo>
                    <a:pt x="173" y="62"/>
                    <a:pt x="180" y="80"/>
                    <a:pt x="180" y="100"/>
                  </a:cubicBezTo>
                  <a:cubicBezTo>
                    <a:pt x="180" y="113"/>
                    <a:pt x="178" y="124"/>
                    <a:pt x="174" y="132"/>
                  </a:cubicBezTo>
                  <a:cubicBezTo>
                    <a:pt x="170" y="142"/>
                    <a:pt x="165" y="150"/>
                    <a:pt x="158" y="157"/>
                  </a:cubicBezTo>
                  <a:cubicBezTo>
                    <a:pt x="149" y="164"/>
                    <a:pt x="141" y="169"/>
                    <a:pt x="130" y="172"/>
                  </a:cubicBezTo>
                  <a:cubicBezTo>
                    <a:pt x="120" y="176"/>
                    <a:pt x="109" y="178"/>
                    <a:pt x="97" y="178"/>
                  </a:cubicBezTo>
                  <a:cubicBezTo>
                    <a:pt x="35" y="178"/>
                    <a:pt x="35" y="178"/>
                    <a:pt x="35" y="178"/>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3" name="Freeform 305">
              <a:extLst>
                <a:ext uri="{FF2B5EF4-FFF2-40B4-BE49-F238E27FC236}">
                  <a16:creationId xmlns:a16="http://schemas.microsoft.com/office/drawing/2014/main" id="{2565A3C6-D3E4-CC0C-F166-8F3D4242A472}"/>
                </a:ext>
              </a:extLst>
            </p:cNvPr>
            <p:cNvSpPr>
              <a:spLocks noChangeArrowheads="1"/>
            </p:cNvSpPr>
            <p:nvPr/>
          </p:nvSpPr>
          <p:spPr bwMode="auto">
            <a:xfrm>
              <a:off x="8334375" y="788988"/>
              <a:ext cx="114300" cy="133350"/>
            </a:xfrm>
            <a:custGeom>
              <a:avLst/>
              <a:gdLst>
                <a:gd name="T0" fmla="*/ 79 w 319"/>
                <a:gd name="T1" fmla="*/ 261 h 371"/>
                <a:gd name="T2" fmla="*/ 79 w 319"/>
                <a:gd name="T3" fmla="*/ 261 h 371"/>
                <a:gd name="T4" fmla="*/ 238 w 319"/>
                <a:gd name="T5" fmla="*/ 261 h 371"/>
                <a:gd name="T6" fmla="*/ 279 w 319"/>
                <a:gd name="T7" fmla="*/ 370 h 371"/>
                <a:gd name="T8" fmla="*/ 318 w 319"/>
                <a:gd name="T9" fmla="*/ 370 h 371"/>
                <a:gd name="T10" fmla="*/ 177 w 319"/>
                <a:gd name="T11" fmla="*/ 0 h 371"/>
                <a:gd name="T12" fmla="*/ 142 w 319"/>
                <a:gd name="T13" fmla="*/ 0 h 371"/>
                <a:gd name="T14" fmla="*/ 0 w 319"/>
                <a:gd name="T15" fmla="*/ 370 h 371"/>
                <a:gd name="T16" fmla="*/ 39 w 319"/>
                <a:gd name="T17" fmla="*/ 370 h 371"/>
                <a:gd name="T18" fmla="*/ 79 w 319"/>
                <a:gd name="T19" fmla="*/ 261 h 371"/>
                <a:gd name="T20" fmla="*/ 151 w 319"/>
                <a:gd name="T21" fmla="*/ 64 h 371"/>
                <a:gd name="T22" fmla="*/ 151 w 319"/>
                <a:gd name="T23" fmla="*/ 64 h 371"/>
                <a:gd name="T24" fmla="*/ 155 w 319"/>
                <a:gd name="T25" fmla="*/ 53 h 371"/>
                <a:gd name="T26" fmla="*/ 158 w 319"/>
                <a:gd name="T27" fmla="*/ 38 h 371"/>
                <a:gd name="T28" fmla="*/ 159 w 319"/>
                <a:gd name="T29" fmla="*/ 38 h 371"/>
                <a:gd name="T30" fmla="*/ 162 w 319"/>
                <a:gd name="T31" fmla="*/ 53 h 371"/>
                <a:gd name="T32" fmla="*/ 166 w 319"/>
                <a:gd name="T33" fmla="*/ 64 h 371"/>
                <a:gd name="T34" fmla="*/ 227 w 319"/>
                <a:gd name="T35" fmla="*/ 230 h 371"/>
                <a:gd name="T36" fmla="*/ 90 w 319"/>
                <a:gd name="T37" fmla="*/ 230 h 371"/>
                <a:gd name="T38" fmla="*/ 151 w 319"/>
                <a:gd name="T39" fmla="*/ 6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1">
                  <a:moveTo>
                    <a:pt x="79" y="261"/>
                  </a:moveTo>
                  <a:lnTo>
                    <a:pt x="79" y="261"/>
                  </a:lnTo>
                  <a:cubicBezTo>
                    <a:pt x="238" y="261"/>
                    <a:pt x="238" y="261"/>
                    <a:pt x="238" y="261"/>
                  </a:cubicBezTo>
                  <a:cubicBezTo>
                    <a:pt x="279" y="370"/>
                    <a:pt x="279" y="370"/>
                    <a:pt x="279" y="370"/>
                  </a:cubicBezTo>
                  <a:cubicBezTo>
                    <a:pt x="318" y="370"/>
                    <a:pt x="318" y="370"/>
                    <a:pt x="318" y="370"/>
                  </a:cubicBezTo>
                  <a:cubicBezTo>
                    <a:pt x="177" y="0"/>
                    <a:pt x="177" y="0"/>
                    <a:pt x="177" y="0"/>
                  </a:cubicBezTo>
                  <a:cubicBezTo>
                    <a:pt x="142" y="0"/>
                    <a:pt x="142" y="0"/>
                    <a:pt x="142" y="0"/>
                  </a:cubicBezTo>
                  <a:cubicBezTo>
                    <a:pt x="0" y="370"/>
                    <a:pt x="0" y="370"/>
                    <a:pt x="0" y="370"/>
                  </a:cubicBezTo>
                  <a:cubicBezTo>
                    <a:pt x="39" y="370"/>
                    <a:pt x="39" y="370"/>
                    <a:pt x="39" y="370"/>
                  </a:cubicBezTo>
                  <a:lnTo>
                    <a:pt x="79" y="261"/>
                  </a:lnTo>
                  <a:close/>
                  <a:moveTo>
                    <a:pt x="151" y="64"/>
                  </a:moveTo>
                  <a:lnTo>
                    <a:pt x="151" y="64"/>
                  </a:lnTo>
                  <a:cubicBezTo>
                    <a:pt x="152" y="62"/>
                    <a:pt x="153" y="58"/>
                    <a:pt x="155" y="53"/>
                  </a:cubicBezTo>
                  <a:cubicBezTo>
                    <a:pt x="155" y="49"/>
                    <a:pt x="156" y="44"/>
                    <a:pt x="158" y="38"/>
                  </a:cubicBezTo>
                  <a:cubicBezTo>
                    <a:pt x="159" y="38"/>
                    <a:pt x="159" y="38"/>
                    <a:pt x="159" y="38"/>
                  </a:cubicBezTo>
                  <a:cubicBezTo>
                    <a:pt x="159" y="44"/>
                    <a:pt x="160" y="49"/>
                    <a:pt x="162" y="53"/>
                  </a:cubicBezTo>
                  <a:cubicBezTo>
                    <a:pt x="163" y="58"/>
                    <a:pt x="165" y="62"/>
                    <a:pt x="166" y="64"/>
                  </a:cubicBezTo>
                  <a:cubicBezTo>
                    <a:pt x="227" y="230"/>
                    <a:pt x="227" y="230"/>
                    <a:pt x="227" y="230"/>
                  </a:cubicBezTo>
                  <a:cubicBezTo>
                    <a:pt x="90" y="230"/>
                    <a:pt x="90" y="230"/>
                    <a:pt x="90" y="230"/>
                  </a:cubicBezTo>
                  <a:lnTo>
                    <a:pt x="151"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4" name="Freeform 306">
              <a:extLst>
                <a:ext uri="{FF2B5EF4-FFF2-40B4-BE49-F238E27FC236}">
                  <a16:creationId xmlns:a16="http://schemas.microsoft.com/office/drawing/2014/main" id="{D7CEAD79-41F2-61E2-25BE-37EBC330C799}"/>
                </a:ext>
              </a:extLst>
            </p:cNvPr>
            <p:cNvSpPr>
              <a:spLocks noChangeArrowheads="1"/>
            </p:cNvSpPr>
            <p:nvPr/>
          </p:nvSpPr>
          <p:spPr bwMode="auto">
            <a:xfrm>
              <a:off x="8469313" y="788988"/>
              <a:ext cx="66675" cy="133350"/>
            </a:xfrm>
            <a:custGeom>
              <a:avLst/>
              <a:gdLst>
                <a:gd name="T0" fmla="*/ 184 w 185"/>
                <a:gd name="T1" fmla="*/ 339 h 371"/>
                <a:gd name="T2" fmla="*/ 34 w 185"/>
                <a:gd name="T3" fmla="*/ 339 h 371"/>
                <a:gd name="T4" fmla="*/ 34 w 185"/>
                <a:gd name="T5" fmla="*/ 0 h 371"/>
                <a:gd name="T6" fmla="*/ 0 w 185"/>
                <a:gd name="T7" fmla="*/ 0 h 371"/>
                <a:gd name="T8" fmla="*/ 0 w 185"/>
                <a:gd name="T9" fmla="*/ 370 h 371"/>
                <a:gd name="T10" fmla="*/ 184 w 185"/>
                <a:gd name="T11" fmla="*/ 370 h 371"/>
                <a:gd name="T12" fmla="*/ 184 w 185"/>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5" h="371">
                  <a:moveTo>
                    <a:pt x="184" y="339"/>
                  </a:moveTo>
                  <a:lnTo>
                    <a:pt x="34" y="339"/>
                  </a:lnTo>
                  <a:lnTo>
                    <a:pt x="34" y="0"/>
                  </a:lnTo>
                  <a:lnTo>
                    <a:pt x="0" y="0"/>
                  </a:lnTo>
                  <a:lnTo>
                    <a:pt x="0" y="370"/>
                  </a:lnTo>
                  <a:lnTo>
                    <a:pt x="184" y="370"/>
                  </a:lnTo>
                  <a:lnTo>
                    <a:pt x="184"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5" name="Freeform 307">
              <a:extLst>
                <a:ext uri="{FF2B5EF4-FFF2-40B4-BE49-F238E27FC236}">
                  <a16:creationId xmlns:a16="http://schemas.microsoft.com/office/drawing/2014/main" id="{8BC214E4-08A4-87A5-BAEB-E7CDCE1E0C14}"/>
                </a:ext>
              </a:extLst>
            </p:cNvPr>
            <p:cNvSpPr>
              <a:spLocks noChangeArrowheads="1"/>
            </p:cNvSpPr>
            <p:nvPr/>
          </p:nvSpPr>
          <p:spPr bwMode="auto">
            <a:xfrm>
              <a:off x="8610600" y="788988"/>
              <a:ext cx="66675" cy="133350"/>
            </a:xfrm>
            <a:custGeom>
              <a:avLst/>
              <a:gdLst>
                <a:gd name="T0" fmla="*/ 183 w 184"/>
                <a:gd name="T1" fmla="*/ 339 h 371"/>
                <a:gd name="T2" fmla="*/ 34 w 184"/>
                <a:gd name="T3" fmla="*/ 339 h 371"/>
                <a:gd name="T4" fmla="*/ 34 w 184"/>
                <a:gd name="T5" fmla="*/ 0 h 371"/>
                <a:gd name="T6" fmla="*/ 0 w 184"/>
                <a:gd name="T7" fmla="*/ 0 h 371"/>
                <a:gd name="T8" fmla="*/ 0 w 184"/>
                <a:gd name="T9" fmla="*/ 370 h 371"/>
                <a:gd name="T10" fmla="*/ 183 w 184"/>
                <a:gd name="T11" fmla="*/ 370 h 371"/>
                <a:gd name="T12" fmla="*/ 183 w 184"/>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9"/>
                  </a:moveTo>
                  <a:lnTo>
                    <a:pt x="34" y="339"/>
                  </a:lnTo>
                  <a:lnTo>
                    <a:pt x="34" y="0"/>
                  </a:lnTo>
                  <a:lnTo>
                    <a:pt x="0" y="0"/>
                  </a:lnTo>
                  <a:lnTo>
                    <a:pt x="0" y="370"/>
                  </a:lnTo>
                  <a:lnTo>
                    <a:pt x="183" y="370"/>
                  </a:lnTo>
                  <a:lnTo>
                    <a:pt x="183"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6" name="Freeform 308">
              <a:extLst>
                <a:ext uri="{FF2B5EF4-FFF2-40B4-BE49-F238E27FC236}">
                  <a16:creationId xmlns:a16="http://schemas.microsoft.com/office/drawing/2014/main" id="{67DF1639-D1F0-6650-C425-C6264BD41855}"/>
                </a:ext>
              </a:extLst>
            </p:cNvPr>
            <p:cNvSpPr>
              <a:spLocks noChangeArrowheads="1"/>
            </p:cNvSpPr>
            <p:nvPr/>
          </p:nvSpPr>
          <p:spPr bwMode="auto">
            <a:xfrm>
              <a:off x="8699500" y="788988"/>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7" name="Freeform 309">
              <a:extLst>
                <a:ext uri="{FF2B5EF4-FFF2-40B4-BE49-F238E27FC236}">
                  <a16:creationId xmlns:a16="http://schemas.microsoft.com/office/drawing/2014/main" id="{2A502128-AF88-16DF-BFC2-89FBECB16806}"/>
                </a:ext>
              </a:extLst>
            </p:cNvPr>
            <p:cNvSpPr>
              <a:spLocks noChangeArrowheads="1"/>
            </p:cNvSpPr>
            <p:nvPr/>
          </p:nvSpPr>
          <p:spPr bwMode="auto">
            <a:xfrm>
              <a:off x="8745538" y="788988"/>
              <a:ext cx="104775" cy="133350"/>
            </a:xfrm>
            <a:custGeom>
              <a:avLst/>
              <a:gdLst>
                <a:gd name="T0" fmla="*/ 290 w 291"/>
                <a:gd name="T1" fmla="*/ 370 h 371"/>
                <a:gd name="T2" fmla="*/ 290 w 291"/>
                <a:gd name="T3" fmla="*/ 370 h 371"/>
                <a:gd name="T4" fmla="*/ 290 w 291"/>
                <a:gd name="T5" fmla="*/ 0 h 371"/>
                <a:gd name="T6" fmla="*/ 254 w 291"/>
                <a:gd name="T7" fmla="*/ 0 h 371"/>
                <a:gd name="T8" fmla="*/ 254 w 291"/>
                <a:gd name="T9" fmla="*/ 276 h 371"/>
                <a:gd name="T10" fmla="*/ 256 w 291"/>
                <a:gd name="T11" fmla="*/ 299 h 371"/>
                <a:gd name="T12" fmla="*/ 257 w 291"/>
                <a:gd name="T13" fmla="*/ 317 h 371"/>
                <a:gd name="T14" fmla="*/ 256 w 291"/>
                <a:gd name="T15" fmla="*/ 317 h 371"/>
                <a:gd name="T16" fmla="*/ 249 w 291"/>
                <a:gd name="T17" fmla="*/ 306 h 371"/>
                <a:gd name="T18" fmla="*/ 241 w 291"/>
                <a:gd name="T19" fmla="*/ 294 h 371"/>
                <a:gd name="T20" fmla="*/ 37 w 291"/>
                <a:gd name="T21" fmla="*/ 0 h 371"/>
                <a:gd name="T22" fmla="*/ 0 w 291"/>
                <a:gd name="T23" fmla="*/ 0 h 371"/>
                <a:gd name="T24" fmla="*/ 0 w 291"/>
                <a:gd name="T25" fmla="*/ 370 h 371"/>
                <a:gd name="T26" fmla="*/ 35 w 291"/>
                <a:gd name="T27" fmla="*/ 370 h 371"/>
                <a:gd name="T28" fmla="*/ 35 w 291"/>
                <a:gd name="T29" fmla="*/ 84 h 371"/>
                <a:gd name="T30" fmla="*/ 33 w 291"/>
                <a:gd name="T31" fmla="*/ 63 h 371"/>
                <a:gd name="T32" fmla="*/ 33 w 291"/>
                <a:gd name="T33" fmla="*/ 49 h 371"/>
                <a:gd name="T34" fmla="*/ 35 w 291"/>
                <a:gd name="T35" fmla="*/ 49 h 371"/>
                <a:gd name="T36" fmla="*/ 40 w 291"/>
                <a:gd name="T37" fmla="*/ 62 h 371"/>
                <a:gd name="T38" fmla="*/ 47 w 291"/>
                <a:gd name="T39" fmla="*/ 73 h 371"/>
                <a:gd name="T40" fmla="*/ 254 w 291"/>
                <a:gd name="T41" fmla="*/ 370 h 371"/>
                <a:gd name="T42" fmla="*/ 290 w 291"/>
                <a:gd name="T43" fmla="*/ 37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290" y="370"/>
                  </a:moveTo>
                  <a:lnTo>
                    <a:pt x="290" y="370"/>
                  </a:lnTo>
                  <a:cubicBezTo>
                    <a:pt x="290" y="0"/>
                    <a:pt x="290" y="0"/>
                    <a:pt x="290" y="0"/>
                  </a:cubicBezTo>
                  <a:cubicBezTo>
                    <a:pt x="254" y="0"/>
                    <a:pt x="254" y="0"/>
                    <a:pt x="254" y="0"/>
                  </a:cubicBezTo>
                  <a:cubicBezTo>
                    <a:pt x="254" y="276"/>
                    <a:pt x="254" y="276"/>
                    <a:pt x="254" y="276"/>
                  </a:cubicBezTo>
                  <a:cubicBezTo>
                    <a:pt x="254" y="284"/>
                    <a:pt x="256" y="292"/>
                    <a:pt x="256" y="299"/>
                  </a:cubicBezTo>
                  <a:cubicBezTo>
                    <a:pt x="256" y="306"/>
                    <a:pt x="256" y="312"/>
                    <a:pt x="257" y="317"/>
                  </a:cubicBezTo>
                  <a:cubicBezTo>
                    <a:pt x="256" y="317"/>
                    <a:pt x="256" y="317"/>
                    <a:pt x="256" y="317"/>
                  </a:cubicBezTo>
                  <a:cubicBezTo>
                    <a:pt x="254" y="314"/>
                    <a:pt x="252" y="310"/>
                    <a:pt x="249" y="306"/>
                  </a:cubicBezTo>
                  <a:cubicBezTo>
                    <a:pt x="246" y="302"/>
                    <a:pt x="243" y="298"/>
                    <a:pt x="241" y="294"/>
                  </a:cubicBezTo>
                  <a:cubicBezTo>
                    <a:pt x="37" y="0"/>
                    <a:pt x="37" y="0"/>
                    <a:pt x="37" y="0"/>
                  </a:cubicBezTo>
                  <a:cubicBezTo>
                    <a:pt x="0" y="0"/>
                    <a:pt x="0" y="0"/>
                    <a:pt x="0" y="0"/>
                  </a:cubicBezTo>
                  <a:cubicBezTo>
                    <a:pt x="0" y="370"/>
                    <a:pt x="0" y="370"/>
                    <a:pt x="0" y="370"/>
                  </a:cubicBezTo>
                  <a:cubicBezTo>
                    <a:pt x="35" y="370"/>
                    <a:pt x="35" y="370"/>
                    <a:pt x="35" y="370"/>
                  </a:cubicBezTo>
                  <a:cubicBezTo>
                    <a:pt x="35" y="84"/>
                    <a:pt x="35" y="84"/>
                    <a:pt x="35" y="84"/>
                  </a:cubicBezTo>
                  <a:cubicBezTo>
                    <a:pt x="35" y="75"/>
                    <a:pt x="33" y="69"/>
                    <a:pt x="33" y="63"/>
                  </a:cubicBezTo>
                  <a:cubicBezTo>
                    <a:pt x="33" y="58"/>
                    <a:pt x="33" y="53"/>
                    <a:pt x="33" y="49"/>
                  </a:cubicBezTo>
                  <a:cubicBezTo>
                    <a:pt x="35" y="49"/>
                    <a:pt x="35" y="49"/>
                    <a:pt x="35" y="49"/>
                  </a:cubicBezTo>
                  <a:cubicBezTo>
                    <a:pt x="36" y="53"/>
                    <a:pt x="37" y="58"/>
                    <a:pt x="40" y="62"/>
                  </a:cubicBezTo>
                  <a:cubicBezTo>
                    <a:pt x="43" y="66"/>
                    <a:pt x="46" y="70"/>
                    <a:pt x="47" y="73"/>
                  </a:cubicBezTo>
                  <a:cubicBezTo>
                    <a:pt x="254" y="370"/>
                    <a:pt x="254" y="370"/>
                    <a:pt x="254" y="370"/>
                  </a:cubicBezTo>
                  <a:lnTo>
                    <a:pt x="290" y="37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8" name="Freeform 310">
              <a:extLst>
                <a:ext uri="{FF2B5EF4-FFF2-40B4-BE49-F238E27FC236}">
                  <a16:creationId xmlns:a16="http://schemas.microsoft.com/office/drawing/2014/main" id="{8145C690-0AF7-15CD-BD70-2F6EF6DBFC95}"/>
                </a:ext>
              </a:extLst>
            </p:cNvPr>
            <p:cNvSpPr>
              <a:spLocks noChangeArrowheads="1"/>
            </p:cNvSpPr>
            <p:nvPr/>
          </p:nvSpPr>
          <p:spPr bwMode="auto">
            <a:xfrm>
              <a:off x="8885238" y="788988"/>
              <a:ext cx="68262" cy="133350"/>
            </a:xfrm>
            <a:custGeom>
              <a:avLst/>
              <a:gdLst>
                <a:gd name="T0" fmla="*/ 189 w 190"/>
                <a:gd name="T1" fmla="*/ 339 h 371"/>
                <a:gd name="T2" fmla="*/ 34 w 190"/>
                <a:gd name="T3" fmla="*/ 339 h 371"/>
                <a:gd name="T4" fmla="*/ 34 w 190"/>
                <a:gd name="T5" fmla="*/ 198 h 371"/>
                <a:gd name="T6" fmla="*/ 171 w 190"/>
                <a:gd name="T7" fmla="*/ 198 h 371"/>
                <a:gd name="T8" fmla="*/ 171 w 190"/>
                <a:gd name="T9" fmla="*/ 168 h 371"/>
                <a:gd name="T10" fmla="*/ 34 w 190"/>
                <a:gd name="T11" fmla="*/ 168 h 371"/>
                <a:gd name="T12" fmla="*/ 34 w 190"/>
                <a:gd name="T13" fmla="*/ 31 h 371"/>
                <a:gd name="T14" fmla="*/ 180 w 190"/>
                <a:gd name="T15" fmla="*/ 31 h 371"/>
                <a:gd name="T16" fmla="*/ 180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1" y="198"/>
                  </a:lnTo>
                  <a:lnTo>
                    <a:pt x="171" y="168"/>
                  </a:lnTo>
                  <a:lnTo>
                    <a:pt x="34" y="168"/>
                  </a:lnTo>
                  <a:lnTo>
                    <a:pt x="34" y="31"/>
                  </a:lnTo>
                  <a:lnTo>
                    <a:pt x="180" y="31"/>
                  </a:lnTo>
                  <a:lnTo>
                    <a:pt x="180"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9" name="Freeform 311">
              <a:extLst>
                <a:ext uri="{FF2B5EF4-FFF2-40B4-BE49-F238E27FC236}">
                  <a16:creationId xmlns:a16="http://schemas.microsoft.com/office/drawing/2014/main" id="{EFCBAA3D-F11C-463E-3DF7-68ADBF6B574E}"/>
                </a:ext>
              </a:extLst>
            </p:cNvPr>
            <p:cNvSpPr>
              <a:spLocks noChangeArrowheads="1"/>
            </p:cNvSpPr>
            <p:nvPr/>
          </p:nvSpPr>
          <p:spPr bwMode="auto">
            <a:xfrm>
              <a:off x="9034463" y="788988"/>
              <a:ext cx="12700" cy="133350"/>
            </a:xfrm>
            <a:custGeom>
              <a:avLst/>
              <a:gdLst>
                <a:gd name="T0" fmla="*/ 34 w 35"/>
                <a:gd name="T1" fmla="*/ 0 h 371"/>
                <a:gd name="T2" fmla="*/ 0 w 35"/>
                <a:gd name="T3" fmla="*/ 0 h 371"/>
                <a:gd name="T4" fmla="*/ 0 w 35"/>
                <a:gd name="T5" fmla="*/ 370 h 371"/>
                <a:gd name="T6" fmla="*/ 34 w 35"/>
                <a:gd name="T7" fmla="*/ 370 h 371"/>
                <a:gd name="T8" fmla="*/ 34 w 35"/>
                <a:gd name="T9" fmla="*/ 0 h 371"/>
              </a:gdLst>
              <a:ahLst/>
              <a:cxnLst>
                <a:cxn ang="0">
                  <a:pos x="T0" y="T1"/>
                </a:cxn>
                <a:cxn ang="0">
                  <a:pos x="T2" y="T3"/>
                </a:cxn>
                <a:cxn ang="0">
                  <a:pos x="T4" y="T5"/>
                </a:cxn>
                <a:cxn ang="0">
                  <a:pos x="T6" y="T7"/>
                </a:cxn>
                <a:cxn ang="0">
                  <a:pos x="T8" y="T9"/>
                </a:cxn>
              </a:cxnLst>
              <a:rect l="0" t="0" r="r" b="b"/>
              <a:pathLst>
                <a:path w="35" h="371">
                  <a:moveTo>
                    <a:pt x="34" y="0"/>
                  </a:moveTo>
                  <a:lnTo>
                    <a:pt x="0" y="0"/>
                  </a:lnTo>
                  <a:lnTo>
                    <a:pt x="0" y="370"/>
                  </a:lnTo>
                  <a:lnTo>
                    <a:pt x="34" y="370"/>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0" name="Freeform 312">
              <a:extLst>
                <a:ext uri="{FF2B5EF4-FFF2-40B4-BE49-F238E27FC236}">
                  <a16:creationId xmlns:a16="http://schemas.microsoft.com/office/drawing/2014/main" id="{B99A8D66-FCCA-13F7-70FD-5E15A14F1FDD}"/>
                </a:ext>
              </a:extLst>
            </p:cNvPr>
            <p:cNvSpPr>
              <a:spLocks noChangeArrowheads="1"/>
            </p:cNvSpPr>
            <p:nvPr/>
          </p:nvSpPr>
          <p:spPr bwMode="auto">
            <a:xfrm>
              <a:off x="9072563" y="785813"/>
              <a:ext cx="96837" cy="138112"/>
            </a:xfrm>
            <a:custGeom>
              <a:avLst/>
              <a:gdLst>
                <a:gd name="T0" fmla="*/ 109 w 271"/>
                <a:gd name="T1" fmla="*/ 15 h 384"/>
                <a:gd name="T2" fmla="*/ 109 w 271"/>
                <a:gd name="T3" fmla="*/ 15 h 384"/>
                <a:gd name="T4" fmla="*/ 49 w 271"/>
                <a:gd name="T5" fmla="*/ 57 h 384"/>
                <a:gd name="T6" fmla="*/ 12 w 271"/>
                <a:gd name="T7" fmla="*/ 120 h 384"/>
                <a:gd name="T8" fmla="*/ 0 w 271"/>
                <a:gd name="T9" fmla="*/ 199 h 384"/>
                <a:gd name="T10" fmla="*/ 12 w 271"/>
                <a:gd name="T11" fmla="*/ 272 h 384"/>
                <a:gd name="T12" fmla="*/ 47 w 271"/>
                <a:gd name="T13" fmla="*/ 330 h 384"/>
                <a:gd name="T14" fmla="*/ 100 w 271"/>
                <a:gd name="T15" fmla="*/ 369 h 384"/>
                <a:gd name="T16" fmla="*/ 172 w 271"/>
                <a:gd name="T17" fmla="*/ 383 h 384"/>
                <a:gd name="T18" fmla="*/ 270 w 271"/>
                <a:gd name="T19" fmla="*/ 363 h 384"/>
                <a:gd name="T20" fmla="*/ 270 w 271"/>
                <a:gd name="T21" fmla="*/ 329 h 384"/>
                <a:gd name="T22" fmla="*/ 176 w 271"/>
                <a:gd name="T23" fmla="*/ 351 h 384"/>
                <a:gd name="T24" fmla="*/ 116 w 271"/>
                <a:gd name="T25" fmla="*/ 340 h 384"/>
                <a:gd name="T26" fmla="*/ 71 w 271"/>
                <a:gd name="T27" fmla="*/ 305 h 384"/>
                <a:gd name="T28" fmla="*/ 44 w 271"/>
                <a:gd name="T29" fmla="*/ 256 h 384"/>
                <a:gd name="T30" fmla="*/ 36 w 271"/>
                <a:gd name="T31" fmla="*/ 196 h 384"/>
                <a:gd name="T32" fmla="*/ 45 w 271"/>
                <a:gd name="T33" fmla="*/ 130 h 384"/>
                <a:gd name="T34" fmla="*/ 74 w 271"/>
                <a:gd name="T35" fmla="*/ 77 h 384"/>
                <a:gd name="T36" fmla="*/ 121 w 271"/>
                <a:gd name="T37" fmla="*/ 44 h 384"/>
                <a:gd name="T38" fmla="*/ 186 w 271"/>
                <a:gd name="T39" fmla="*/ 32 h 384"/>
                <a:gd name="T40" fmla="*/ 270 w 271"/>
                <a:gd name="T41" fmla="*/ 51 h 384"/>
                <a:gd name="T42" fmla="*/ 270 w 271"/>
                <a:gd name="T43" fmla="*/ 14 h 384"/>
                <a:gd name="T44" fmla="*/ 186 w 271"/>
                <a:gd name="T45" fmla="*/ 0 h 384"/>
                <a:gd name="T46" fmla="*/ 109 w 271"/>
                <a:gd name="T47" fmla="*/ 15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4">
                  <a:moveTo>
                    <a:pt x="109" y="15"/>
                  </a:moveTo>
                  <a:lnTo>
                    <a:pt x="109" y="15"/>
                  </a:lnTo>
                  <a:cubicBezTo>
                    <a:pt x="85" y="25"/>
                    <a:pt x="66" y="39"/>
                    <a:pt x="49" y="57"/>
                  </a:cubicBezTo>
                  <a:cubicBezTo>
                    <a:pt x="33" y="75"/>
                    <a:pt x="20" y="95"/>
                    <a:pt x="12" y="120"/>
                  </a:cubicBezTo>
                  <a:cubicBezTo>
                    <a:pt x="4" y="144"/>
                    <a:pt x="0" y="170"/>
                    <a:pt x="0" y="199"/>
                  </a:cubicBezTo>
                  <a:cubicBezTo>
                    <a:pt x="0" y="225"/>
                    <a:pt x="4" y="250"/>
                    <a:pt x="12" y="272"/>
                  </a:cubicBezTo>
                  <a:cubicBezTo>
                    <a:pt x="19" y="294"/>
                    <a:pt x="31" y="315"/>
                    <a:pt x="47" y="330"/>
                  </a:cubicBezTo>
                  <a:cubicBezTo>
                    <a:pt x="62" y="347"/>
                    <a:pt x="80" y="359"/>
                    <a:pt x="100" y="369"/>
                  </a:cubicBezTo>
                  <a:cubicBezTo>
                    <a:pt x="123" y="378"/>
                    <a:pt x="146" y="383"/>
                    <a:pt x="172" y="383"/>
                  </a:cubicBezTo>
                  <a:cubicBezTo>
                    <a:pt x="210" y="383"/>
                    <a:pt x="243" y="376"/>
                    <a:pt x="270" y="363"/>
                  </a:cubicBezTo>
                  <a:cubicBezTo>
                    <a:pt x="270" y="329"/>
                    <a:pt x="270" y="329"/>
                    <a:pt x="270" y="329"/>
                  </a:cubicBezTo>
                  <a:cubicBezTo>
                    <a:pt x="244" y="344"/>
                    <a:pt x="212" y="351"/>
                    <a:pt x="176" y="351"/>
                  </a:cubicBezTo>
                  <a:cubicBezTo>
                    <a:pt x="153" y="351"/>
                    <a:pt x="132" y="347"/>
                    <a:pt x="116" y="340"/>
                  </a:cubicBezTo>
                  <a:cubicBezTo>
                    <a:pt x="98" y="331"/>
                    <a:pt x="83" y="319"/>
                    <a:pt x="71" y="305"/>
                  </a:cubicBezTo>
                  <a:cubicBezTo>
                    <a:pt x="59" y="291"/>
                    <a:pt x="51" y="275"/>
                    <a:pt x="44" y="256"/>
                  </a:cubicBezTo>
                  <a:cubicBezTo>
                    <a:pt x="38" y="238"/>
                    <a:pt x="36" y="217"/>
                    <a:pt x="36" y="196"/>
                  </a:cubicBezTo>
                  <a:cubicBezTo>
                    <a:pt x="36" y="173"/>
                    <a:pt x="38" y="151"/>
                    <a:pt x="45" y="130"/>
                  </a:cubicBezTo>
                  <a:cubicBezTo>
                    <a:pt x="52" y="110"/>
                    <a:pt x="62" y="93"/>
                    <a:pt x="74" y="77"/>
                  </a:cubicBezTo>
                  <a:cubicBezTo>
                    <a:pt x="87" y="64"/>
                    <a:pt x="103" y="51"/>
                    <a:pt x="121" y="44"/>
                  </a:cubicBezTo>
                  <a:cubicBezTo>
                    <a:pt x="141" y="36"/>
                    <a:pt x="161" y="32"/>
                    <a:pt x="186" y="32"/>
                  </a:cubicBezTo>
                  <a:cubicBezTo>
                    <a:pt x="215" y="32"/>
                    <a:pt x="244" y="37"/>
                    <a:pt x="270" y="51"/>
                  </a:cubicBezTo>
                  <a:cubicBezTo>
                    <a:pt x="270" y="14"/>
                    <a:pt x="270" y="14"/>
                    <a:pt x="270" y="14"/>
                  </a:cubicBezTo>
                  <a:cubicBezTo>
                    <a:pt x="245" y="4"/>
                    <a:pt x="218"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1" name="Freeform 313">
              <a:extLst>
                <a:ext uri="{FF2B5EF4-FFF2-40B4-BE49-F238E27FC236}">
                  <a16:creationId xmlns:a16="http://schemas.microsoft.com/office/drawing/2014/main" id="{CB76C9BC-E935-39F9-A9DB-C9EB6449A6AC}"/>
                </a:ext>
              </a:extLst>
            </p:cNvPr>
            <p:cNvSpPr>
              <a:spLocks noChangeArrowheads="1"/>
            </p:cNvSpPr>
            <p:nvPr/>
          </p:nvSpPr>
          <p:spPr bwMode="auto">
            <a:xfrm>
              <a:off x="9188450" y="785813"/>
              <a:ext cx="127000" cy="138112"/>
            </a:xfrm>
            <a:custGeom>
              <a:avLst/>
              <a:gdLst>
                <a:gd name="T0" fmla="*/ 304 w 351"/>
                <a:gd name="T1" fmla="*/ 326 h 384"/>
                <a:gd name="T2" fmla="*/ 304 w 351"/>
                <a:gd name="T3" fmla="*/ 326 h 384"/>
                <a:gd name="T4" fmla="*/ 337 w 351"/>
                <a:gd name="T5" fmla="*/ 264 h 384"/>
                <a:gd name="T6" fmla="*/ 350 w 351"/>
                <a:gd name="T7" fmla="*/ 186 h 384"/>
                <a:gd name="T8" fmla="*/ 337 w 351"/>
                <a:gd name="T9" fmla="*/ 112 h 384"/>
                <a:gd name="T10" fmla="*/ 304 w 351"/>
                <a:gd name="T11" fmla="*/ 53 h 384"/>
                <a:gd name="T12" fmla="*/ 250 w 351"/>
                <a:gd name="T13" fmla="*/ 14 h 384"/>
                <a:gd name="T14" fmla="*/ 180 w 351"/>
                <a:gd name="T15" fmla="*/ 0 h 384"/>
                <a:gd name="T16" fmla="*/ 104 w 351"/>
                <a:gd name="T17" fmla="*/ 14 h 384"/>
                <a:gd name="T18" fmla="*/ 47 w 351"/>
                <a:gd name="T19" fmla="*/ 54 h 384"/>
                <a:gd name="T20" fmla="*/ 12 w 351"/>
                <a:gd name="T21" fmla="*/ 116 h 384"/>
                <a:gd name="T22" fmla="*/ 0 w 351"/>
                <a:gd name="T23" fmla="*/ 195 h 384"/>
                <a:gd name="T24" fmla="*/ 12 w 351"/>
                <a:gd name="T25" fmla="*/ 269 h 384"/>
                <a:gd name="T26" fmla="*/ 46 w 351"/>
                <a:gd name="T27" fmla="*/ 329 h 384"/>
                <a:gd name="T28" fmla="*/ 101 w 351"/>
                <a:gd name="T29" fmla="*/ 369 h 384"/>
                <a:gd name="T30" fmla="*/ 173 w 351"/>
                <a:gd name="T31" fmla="*/ 383 h 384"/>
                <a:gd name="T32" fmla="*/ 249 w 351"/>
                <a:gd name="T33" fmla="*/ 367 h 384"/>
                <a:gd name="T34" fmla="*/ 304 w 351"/>
                <a:gd name="T35" fmla="*/ 326 h 384"/>
                <a:gd name="T36" fmla="*/ 173 w 351"/>
                <a:gd name="T37" fmla="*/ 351 h 384"/>
                <a:gd name="T38" fmla="*/ 173 w 351"/>
                <a:gd name="T39" fmla="*/ 351 h 384"/>
                <a:gd name="T40" fmla="*/ 112 w 351"/>
                <a:gd name="T41" fmla="*/ 338 h 384"/>
                <a:gd name="T42" fmla="*/ 70 w 351"/>
                <a:gd name="T43" fmla="*/ 302 h 384"/>
                <a:gd name="T44" fmla="*/ 45 w 351"/>
                <a:gd name="T45" fmla="*/ 253 h 384"/>
                <a:gd name="T46" fmla="*/ 36 w 351"/>
                <a:gd name="T47" fmla="*/ 192 h 384"/>
                <a:gd name="T48" fmla="*/ 46 w 351"/>
                <a:gd name="T49" fmla="*/ 130 h 384"/>
                <a:gd name="T50" fmla="*/ 72 w 351"/>
                <a:gd name="T51" fmla="*/ 79 h 384"/>
                <a:gd name="T52" fmla="*/ 116 w 351"/>
                <a:gd name="T53" fmla="*/ 44 h 384"/>
                <a:gd name="T54" fmla="*/ 176 w 351"/>
                <a:gd name="T55" fmla="*/ 32 h 384"/>
                <a:gd name="T56" fmla="*/ 238 w 351"/>
                <a:gd name="T57" fmla="*/ 44 h 384"/>
                <a:gd name="T58" fmla="*/ 281 w 351"/>
                <a:gd name="T59" fmla="*/ 79 h 384"/>
                <a:gd name="T60" fmla="*/ 306 w 351"/>
                <a:gd name="T61" fmla="*/ 130 h 384"/>
                <a:gd name="T62" fmla="*/ 314 w 351"/>
                <a:gd name="T63" fmla="*/ 191 h 384"/>
                <a:gd name="T64" fmla="*/ 304 w 351"/>
                <a:gd name="T65" fmla="*/ 256 h 384"/>
                <a:gd name="T66" fmla="*/ 278 w 351"/>
                <a:gd name="T67" fmla="*/ 307 h 384"/>
                <a:gd name="T68" fmla="*/ 234 w 351"/>
                <a:gd name="T69" fmla="*/ 340 h 384"/>
                <a:gd name="T70" fmla="*/ 173 w 351"/>
                <a:gd name="T71" fmla="*/ 351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4">
                  <a:moveTo>
                    <a:pt x="304" y="326"/>
                  </a:moveTo>
                  <a:lnTo>
                    <a:pt x="304" y="326"/>
                  </a:lnTo>
                  <a:cubicBezTo>
                    <a:pt x="320" y="309"/>
                    <a:pt x="331" y="289"/>
                    <a:pt x="337" y="264"/>
                  </a:cubicBezTo>
                  <a:cubicBezTo>
                    <a:pt x="346" y="240"/>
                    <a:pt x="350" y="214"/>
                    <a:pt x="350" y="186"/>
                  </a:cubicBezTo>
                  <a:cubicBezTo>
                    <a:pt x="350" y="159"/>
                    <a:pt x="346" y="134"/>
                    <a:pt x="337" y="112"/>
                  </a:cubicBezTo>
                  <a:cubicBezTo>
                    <a:pt x="329" y="90"/>
                    <a:pt x="318" y="69"/>
                    <a:pt x="304" y="53"/>
                  </a:cubicBezTo>
                  <a:cubicBezTo>
                    <a:pt x="289" y="36"/>
                    <a:pt x="271" y="23"/>
                    <a:pt x="250" y="14"/>
                  </a:cubicBezTo>
                  <a:cubicBezTo>
                    <a:pt x="230" y="4"/>
                    <a:pt x="206" y="0"/>
                    <a:pt x="180" y="0"/>
                  </a:cubicBezTo>
                  <a:cubicBezTo>
                    <a:pt x="151" y="0"/>
                    <a:pt x="126" y="4"/>
                    <a:pt x="104" y="14"/>
                  </a:cubicBezTo>
                  <a:cubicBezTo>
                    <a:pt x="82" y="23"/>
                    <a:pt x="63" y="37"/>
                    <a:pt x="47" y="54"/>
                  </a:cubicBezTo>
                  <a:cubicBezTo>
                    <a:pt x="32" y="72"/>
                    <a:pt x="20" y="93"/>
                    <a:pt x="12" y="116"/>
                  </a:cubicBezTo>
                  <a:cubicBezTo>
                    <a:pt x="5" y="139"/>
                    <a:pt x="0" y="166"/>
                    <a:pt x="0" y="195"/>
                  </a:cubicBezTo>
                  <a:cubicBezTo>
                    <a:pt x="0" y="221"/>
                    <a:pt x="5" y="246"/>
                    <a:pt x="12" y="269"/>
                  </a:cubicBezTo>
                  <a:cubicBezTo>
                    <a:pt x="20" y="291"/>
                    <a:pt x="32" y="311"/>
                    <a:pt x="46" y="329"/>
                  </a:cubicBezTo>
                  <a:cubicBezTo>
                    <a:pt x="61" y="345"/>
                    <a:pt x="79" y="359"/>
                    <a:pt x="101" y="369"/>
                  </a:cubicBezTo>
                  <a:cubicBezTo>
                    <a:pt x="122" y="378"/>
                    <a:pt x="147" y="383"/>
                    <a:pt x="173" y="383"/>
                  </a:cubicBezTo>
                  <a:cubicBezTo>
                    <a:pt x="202" y="383"/>
                    <a:pt x="227" y="377"/>
                    <a:pt x="249" y="367"/>
                  </a:cubicBezTo>
                  <a:cubicBezTo>
                    <a:pt x="271" y="358"/>
                    <a:pt x="289" y="344"/>
                    <a:pt x="304" y="326"/>
                  </a:cubicBezTo>
                  <a:close/>
                  <a:moveTo>
                    <a:pt x="173" y="351"/>
                  </a:moveTo>
                  <a:lnTo>
                    <a:pt x="173" y="351"/>
                  </a:lnTo>
                  <a:cubicBezTo>
                    <a:pt x="150" y="351"/>
                    <a:pt x="130" y="347"/>
                    <a:pt x="112" y="338"/>
                  </a:cubicBezTo>
                  <a:cubicBezTo>
                    <a:pt x="96" y="330"/>
                    <a:pt x="81" y="318"/>
                    <a:pt x="70" y="302"/>
                  </a:cubicBezTo>
                  <a:cubicBezTo>
                    <a:pt x="59" y="289"/>
                    <a:pt x="50" y="272"/>
                    <a:pt x="45" y="253"/>
                  </a:cubicBezTo>
                  <a:cubicBezTo>
                    <a:pt x="39" y="233"/>
                    <a:pt x="36" y="213"/>
                    <a:pt x="36" y="192"/>
                  </a:cubicBezTo>
                  <a:cubicBezTo>
                    <a:pt x="36" y="170"/>
                    <a:pt x="39" y="149"/>
                    <a:pt x="46" y="130"/>
                  </a:cubicBezTo>
                  <a:cubicBezTo>
                    <a:pt x="52" y="110"/>
                    <a:pt x="61" y="93"/>
                    <a:pt x="72" y="79"/>
                  </a:cubicBezTo>
                  <a:cubicBezTo>
                    <a:pt x="85" y="64"/>
                    <a:pt x="99" y="53"/>
                    <a:pt x="116" y="44"/>
                  </a:cubicBezTo>
                  <a:cubicBezTo>
                    <a:pt x="134" y="36"/>
                    <a:pt x="154" y="32"/>
                    <a:pt x="176" y="32"/>
                  </a:cubicBezTo>
                  <a:cubicBezTo>
                    <a:pt x="201" y="32"/>
                    <a:pt x="221" y="36"/>
                    <a:pt x="238" y="44"/>
                  </a:cubicBezTo>
                  <a:cubicBezTo>
                    <a:pt x="256" y="53"/>
                    <a:pt x="270" y="64"/>
                    <a:pt x="281" y="79"/>
                  </a:cubicBezTo>
                  <a:cubicBezTo>
                    <a:pt x="292" y="93"/>
                    <a:pt x="300" y="110"/>
                    <a:pt x="306" y="130"/>
                  </a:cubicBezTo>
                  <a:cubicBezTo>
                    <a:pt x="311" y="149"/>
                    <a:pt x="314" y="170"/>
                    <a:pt x="314" y="191"/>
                  </a:cubicBezTo>
                  <a:cubicBezTo>
                    <a:pt x="314" y="214"/>
                    <a:pt x="310" y="236"/>
                    <a:pt x="304" y="256"/>
                  </a:cubicBezTo>
                  <a:cubicBezTo>
                    <a:pt x="299" y="275"/>
                    <a:pt x="289" y="291"/>
                    <a:pt x="278" y="307"/>
                  </a:cubicBezTo>
                  <a:cubicBezTo>
                    <a:pt x="266" y="320"/>
                    <a:pt x="252" y="331"/>
                    <a:pt x="234" y="340"/>
                  </a:cubicBezTo>
                  <a:cubicBezTo>
                    <a:pt x="216" y="348"/>
                    <a:pt x="197" y="351"/>
                    <a:pt x="173" y="3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2" name="Freeform 314">
              <a:extLst>
                <a:ext uri="{FF2B5EF4-FFF2-40B4-BE49-F238E27FC236}">
                  <a16:creationId xmlns:a16="http://schemas.microsoft.com/office/drawing/2014/main" id="{2E0B2D4B-61D0-4BAD-C72F-6EA6F2F5175E}"/>
                </a:ext>
              </a:extLst>
            </p:cNvPr>
            <p:cNvSpPr>
              <a:spLocks noChangeArrowheads="1"/>
            </p:cNvSpPr>
            <p:nvPr/>
          </p:nvSpPr>
          <p:spPr bwMode="auto">
            <a:xfrm>
              <a:off x="9340850" y="788988"/>
              <a:ext cx="104775" cy="133350"/>
            </a:xfrm>
            <a:custGeom>
              <a:avLst/>
              <a:gdLst>
                <a:gd name="T0" fmla="*/ 35 w 291"/>
                <a:gd name="T1" fmla="*/ 84 h 371"/>
                <a:gd name="T2" fmla="*/ 35 w 291"/>
                <a:gd name="T3" fmla="*/ 84 h 371"/>
                <a:gd name="T4" fmla="*/ 35 w 291"/>
                <a:gd name="T5" fmla="*/ 63 h 371"/>
                <a:gd name="T6" fmla="*/ 33 w 291"/>
                <a:gd name="T7" fmla="*/ 49 h 371"/>
                <a:gd name="T8" fmla="*/ 35 w 291"/>
                <a:gd name="T9" fmla="*/ 49 h 371"/>
                <a:gd name="T10" fmla="*/ 42 w 291"/>
                <a:gd name="T11" fmla="*/ 62 h 371"/>
                <a:gd name="T12" fmla="*/ 48 w 291"/>
                <a:gd name="T13" fmla="*/ 73 h 371"/>
                <a:gd name="T14" fmla="*/ 256 w 291"/>
                <a:gd name="T15" fmla="*/ 370 h 371"/>
                <a:gd name="T16" fmla="*/ 290 w 291"/>
                <a:gd name="T17" fmla="*/ 370 h 371"/>
                <a:gd name="T18" fmla="*/ 290 w 291"/>
                <a:gd name="T19" fmla="*/ 0 h 371"/>
                <a:gd name="T20" fmla="*/ 256 w 291"/>
                <a:gd name="T21" fmla="*/ 0 h 371"/>
                <a:gd name="T22" fmla="*/ 256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5 w 291"/>
                <a:gd name="T41" fmla="*/ 370 h 371"/>
                <a:gd name="T42" fmla="*/ 35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5" y="84"/>
                  </a:moveTo>
                  <a:lnTo>
                    <a:pt x="35" y="84"/>
                  </a:lnTo>
                  <a:cubicBezTo>
                    <a:pt x="35" y="75"/>
                    <a:pt x="35" y="69"/>
                    <a:pt x="35" y="63"/>
                  </a:cubicBezTo>
                  <a:cubicBezTo>
                    <a:pt x="35" y="58"/>
                    <a:pt x="35" y="53"/>
                    <a:pt x="33" y="49"/>
                  </a:cubicBezTo>
                  <a:cubicBezTo>
                    <a:pt x="35" y="49"/>
                    <a:pt x="35" y="49"/>
                    <a:pt x="35" y="49"/>
                  </a:cubicBezTo>
                  <a:cubicBezTo>
                    <a:pt x="36" y="53"/>
                    <a:pt x="39" y="58"/>
                    <a:pt x="42" y="62"/>
                  </a:cubicBezTo>
                  <a:cubicBezTo>
                    <a:pt x="44" y="66"/>
                    <a:pt x="46" y="70"/>
                    <a:pt x="48" y="73"/>
                  </a:cubicBezTo>
                  <a:cubicBezTo>
                    <a:pt x="256" y="370"/>
                    <a:pt x="256" y="370"/>
                    <a:pt x="256" y="370"/>
                  </a:cubicBezTo>
                  <a:cubicBezTo>
                    <a:pt x="290" y="370"/>
                    <a:pt x="290" y="370"/>
                    <a:pt x="290" y="370"/>
                  </a:cubicBezTo>
                  <a:cubicBezTo>
                    <a:pt x="290" y="0"/>
                    <a:pt x="290" y="0"/>
                    <a:pt x="290" y="0"/>
                  </a:cubicBezTo>
                  <a:cubicBezTo>
                    <a:pt x="256" y="0"/>
                    <a:pt x="256" y="0"/>
                    <a:pt x="256" y="0"/>
                  </a:cubicBezTo>
                  <a:cubicBezTo>
                    <a:pt x="256" y="276"/>
                    <a:pt x="256" y="276"/>
                    <a:pt x="256" y="276"/>
                  </a:cubicBezTo>
                  <a:cubicBezTo>
                    <a:pt x="256" y="284"/>
                    <a:pt x="256" y="292"/>
                    <a:pt x="257" y="299"/>
                  </a:cubicBezTo>
                  <a:cubicBezTo>
                    <a:pt x="257" y="306"/>
                    <a:pt x="257" y="312"/>
                    <a:pt x="258" y="317"/>
                  </a:cubicBezTo>
                  <a:cubicBezTo>
                    <a:pt x="257" y="317"/>
                    <a:pt x="257" y="317"/>
                    <a:pt x="257" y="317"/>
                  </a:cubicBezTo>
                  <a:cubicBezTo>
                    <a:pt x="254" y="314"/>
                    <a:pt x="253" y="310"/>
                    <a:pt x="250" y="306"/>
                  </a:cubicBezTo>
                  <a:cubicBezTo>
                    <a:pt x="247" y="302"/>
                    <a:pt x="245" y="298"/>
                    <a:pt x="242" y="294"/>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3" name="Freeform 315">
              <a:extLst>
                <a:ext uri="{FF2B5EF4-FFF2-40B4-BE49-F238E27FC236}">
                  <a16:creationId xmlns:a16="http://schemas.microsoft.com/office/drawing/2014/main" id="{6E04B568-975F-38C5-6CB8-844308A408FC}"/>
                </a:ext>
              </a:extLst>
            </p:cNvPr>
            <p:cNvSpPr>
              <a:spLocks noChangeArrowheads="1"/>
            </p:cNvSpPr>
            <p:nvPr/>
          </p:nvSpPr>
          <p:spPr bwMode="auto">
            <a:xfrm>
              <a:off x="9475788" y="785813"/>
              <a:ext cx="76200" cy="138112"/>
            </a:xfrm>
            <a:custGeom>
              <a:avLst/>
              <a:gdLst>
                <a:gd name="T0" fmla="*/ 42 w 211"/>
                <a:gd name="T1" fmla="*/ 377 h 384"/>
                <a:gd name="T2" fmla="*/ 42 w 211"/>
                <a:gd name="T3" fmla="*/ 377 h 384"/>
                <a:gd name="T4" fmla="*/ 66 w 211"/>
                <a:gd name="T5" fmla="*/ 381 h 384"/>
                <a:gd name="T6" fmla="*/ 87 w 211"/>
                <a:gd name="T7" fmla="*/ 383 h 384"/>
                <a:gd name="T8" fmla="*/ 137 w 211"/>
                <a:gd name="T9" fmla="*/ 376 h 384"/>
                <a:gd name="T10" fmla="*/ 175 w 211"/>
                <a:gd name="T11" fmla="*/ 358 h 384"/>
                <a:gd name="T12" fmla="*/ 200 w 211"/>
                <a:gd name="T13" fmla="*/ 327 h 384"/>
                <a:gd name="T14" fmla="*/ 210 w 211"/>
                <a:gd name="T15" fmla="*/ 285 h 384"/>
                <a:gd name="T16" fmla="*/ 204 w 211"/>
                <a:gd name="T17" fmla="*/ 253 h 384"/>
                <a:gd name="T18" fmla="*/ 187 w 211"/>
                <a:gd name="T19" fmla="*/ 225 h 384"/>
                <a:gd name="T20" fmla="*/ 158 w 211"/>
                <a:gd name="T21" fmla="*/ 202 h 384"/>
                <a:gd name="T22" fmla="*/ 117 w 211"/>
                <a:gd name="T23" fmla="*/ 177 h 384"/>
                <a:gd name="T24" fmla="*/ 80 w 211"/>
                <a:gd name="T25" fmla="*/ 156 h 384"/>
                <a:gd name="T26" fmla="*/ 55 w 211"/>
                <a:gd name="T27" fmla="*/ 138 h 384"/>
                <a:gd name="T28" fmla="*/ 42 w 211"/>
                <a:gd name="T29" fmla="*/ 117 h 384"/>
                <a:gd name="T30" fmla="*/ 37 w 211"/>
                <a:gd name="T31" fmla="*/ 93 h 384"/>
                <a:gd name="T32" fmla="*/ 43 w 211"/>
                <a:gd name="T33" fmla="*/ 66 h 384"/>
                <a:gd name="T34" fmla="*/ 61 w 211"/>
                <a:gd name="T35" fmla="*/ 47 h 384"/>
                <a:gd name="T36" fmla="*/ 86 w 211"/>
                <a:gd name="T37" fmla="*/ 35 h 384"/>
                <a:gd name="T38" fmla="*/ 117 w 211"/>
                <a:gd name="T39" fmla="*/ 32 h 384"/>
                <a:gd name="T40" fmla="*/ 195 w 211"/>
                <a:gd name="T41" fmla="*/ 50 h 384"/>
                <a:gd name="T42" fmla="*/ 195 w 211"/>
                <a:gd name="T43" fmla="*/ 12 h 384"/>
                <a:gd name="T44" fmla="*/ 122 w 211"/>
                <a:gd name="T45" fmla="*/ 0 h 384"/>
                <a:gd name="T46" fmla="*/ 75 w 211"/>
                <a:gd name="T47" fmla="*/ 7 h 384"/>
                <a:gd name="T48" fmla="*/ 36 w 211"/>
                <a:gd name="T49" fmla="*/ 26 h 384"/>
                <a:gd name="T50" fmla="*/ 11 w 211"/>
                <a:gd name="T51" fmla="*/ 57 h 384"/>
                <a:gd name="T52" fmla="*/ 1 w 211"/>
                <a:gd name="T53" fmla="*/ 97 h 384"/>
                <a:gd name="T54" fmla="*/ 6 w 211"/>
                <a:gd name="T55" fmla="*/ 128 h 384"/>
                <a:gd name="T56" fmla="*/ 22 w 211"/>
                <a:gd name="T57" fmla="*/ 155 h 384"/>
                <a:gd name="T58" fmla="*/ 50 w 211"/>
                <a:gd name="T59" fmla="*/ 178 h 384"/>
                <a:gd name="T60" fmla="*/ 90 w 211"/>
                <a:gd name="T61" fmla="*/ 202 h 384"/>
                <a:gd name="T62" fmla="*/ 127 w 211"/>
                <a:gd name="T63" fmla="*/ 224 h 384"/>
                <a:gd name="T64" fmla="*/ 153 w 211"/>
                <a:gd name="T65" fmla="*/ 242 h 384"/>
                <a:gd name="T66" fmla="*/ 169 w 211"/>
                <a:gd name="T67" fmla="*/ 262 h 384"/>
                <a:gd name="T68" fmla="*/ 174 w 211"/>
                <a:gd name="T69" fmla="*/ 289 h 384"/>
                <a:gd name="T70" fmla="*/ 153 w 211"/>
                <a:gd name="T71" fmla="*/ 336 h 384"/>
                <a:gd name="T72" fmla="*/ 90 w 211"/>
                <a:gd name="T73" fmla="*/ 351 h 384"/>
                <a:gd name="T74" fmla="*/ 66 w 211"/>
                <a:gd name="T75" fmla="*/ 349 h 384"/>
                <a:gd name="T76" fmla="*/ 43 w 211"/>
                <a:gd name="T77" fmla="*/ 344 h 384"/>
                <a:gd name="T78" fmla="*/ 21 w 211"/>
                <a:gd name="T79" fmla="*/ 334 h 384"/>
                <a:gd name="T80" fmla="*/ 0 w 211"/>
                <a:gd name="T81" fmla="*/ 322 h 384"/>
                <a:gd name="T82" fmla="*/ 0 w 211"/>
                <a:gd name="T83" fmla="*/ 362 h 384"/>
                <a:gd name="T84" fmla="*/ 18 w 211"/>
                <a:gd name="T85" fmla="*/ 370 h 384"/>
                <a:gd name="T86" fmla="*/ 42 w 211"/>
                <a:gd name="T87" fmla="*/ 37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42" y="377"/>
                  </a:moveTo>
                  <a:lnTo>
                    <a:pt x="42" y="377"/>
                  </a:lnTo>
                  <a:cubicBezTo>
                    <a:pt x="50" y="378"/>
                    <a:pt x="58" y="380"/>
                    <a:pt x="66" y="381"/>
                  </a:cubicBezTo>
                  <a:cubicBezTo>
                    <a:pt x="75" y="383"/>
                    <a:pt x="82" y="383"/>
                    <a:pt x="87" y="383"/>
                  </a:cubicBezTo>
                  <a:cubicBezTo>
                    <a:pt x="105" y="383"/>
                    <a:pt x="122" y="380"/>
                    <a:pt x="137" y="376"/>
                  </a:cubicBezTo>
                  <a:cubicBezTo>
                    <a:pt x="152" y="372"/>
                    <a:pt x="164" y="366"/>
                    <a:pt x="175" y="358"/>
                  </a:cubicBezTo>
                  <a:cubicBezTo>
                    <a:pt x="187" y="349"/>
                    <a:pt x="195" y="340"/>
                    <a:pt x="200" y="327"/>
                  </a:cubicBezTo>
                  <a:cubicBezTo>
                    <a:pt x="207" y="315"/>
                    <a:pt x="210" y="301"/>
                    <a:pt x="210" y="285"/>
                  </a:cubicBezTo>
                  <a:cubicBezTo>
                    <a:pt x="210" y="273"/>
                    <a:pt x="209" y="262"/>
                    <a:pt x="204" y="253"/>
                  </a:cubicBezTo>
                  <a:cubicBezTo>
                    <a:pt x="200" y="243"/>
                    <a:pt x="195" y="235"/>
                    <a:pt x="187" y="225"/>
                  </a:cubicBezTo>
                  <a:cubicBezTo>
                    <a:pt x="180" y="217"/>
                    <a:pt x="170" y="209"/>
                    <a:pt x="158" y="202"/>
                  </a:cubicBezTo>
                  <a:cubicBezTo>
                    <a:pt x="146" y="193"/>
                    <a:pt x="133" y="185"/>
                    <a:pt x="117" y="177"/>
                  </a:cubicBezTo>
                  <a:cubicBezTo>
                    <a:pt x="102" y="169"/>
                    <a:pt x="90" y="162"/>
                    <a:pt x="80" y="156"/>
                  </a:cubicBezTo>
                  <a:cubicBezTo>
                    <a:pt x="69" y="149"/>
                    <a:pt x="61" y="144"/>
                    <a:pt x="55" y="138"/>
                  </a:cubicBezTo>
                  <a:cubicBezTo>
                    <a:pt x="48" y="131"/>
                    <a:pt x="44" y="124"/>
                    <a:pt x="42" y="117"/>
                  </a:cubicBezTo>
                  <a:cubicBezTo>
                    <a:pt x="39" y="110"/>
                    <a:pt x="37" y="102"/>
                    <a:pt x="37" y="93"/>
                  </a:cubicBezTo>
                  <a:cubicBezTo>
                    <a:pt x="37" y="83"/>
                    <a:pt x="39" y="73"/>
                    <a:pt x="43" y="66"/>
                  </a:cubicBezTo>
                  <a:cubicBezTo>
                    <a:pt x="47" y="58"/>
                    <a:pt x="54" y="53"/>
                    <a:pt x="61" y="47"/>
                  </a:cubicBezTo>
                  <a:cubicBezTo>
                    <a:pt x="68" y="41"/>
                    <a:pt x="76" y="37"/>
                    <a:pt x="86" y="35"/>
                  </a:cubicBezTo>
                  <a:cubicBezTo>
                    <a:pt x="95" y="33"/>
                    <a:pt x="106" y="32"/>
                    <a:pt x="117" y="32"/>
                  </a:cubicBezTo>
                  <a:cubicBezTo>
                    <a:pt x="146" y="32"/>
                    <a:pt x="173" y="37"/>
                    <a:pt x="195" y="50"/>
                  </a:cubicBezTo>
                  <a:cubicBezTo>
                    <a:pt x="195" y="12"/>
                    <a:pt x="195" y="12"/>
                    <a:pt x="195" y="12"/>
                  </a:cubicBezTo>
                  <a:cubicBezTo>
                    <a:pt x="175" y="4"/>
                    <a:pt x="151" y="0"/>
                    <a:pt x="122" y="0"/>
                  </a:cubicBezTo>
                  <a:cubicBezTo>
                    <a:pt x="105" y="0"/>
                    <a:pt x="90" y="3"/>
                    <a:pt x="75" y="7"/>
                  </a:cubicBezTo>
                  <a:cubicBezTo>
                    <a:pt x="59" y="11"/>
                    <a:pt x="47" y="18"/>
                    <a:pt x="36" y="26"/>
                  </a:cubicBezTo>
                  <a:cubicBezTo>
                    <a:pt x="25" y="35"/>
                    <a:pt x="17" y="44"/>
                    <a:pt x="11" y="57"/>
                  </a:cubicBezTo>
                  <a:cubicBezTo>
                    <a:pt x="4" y="68"/>
                    <a:pt x="1" y="81"/>
                    <a:pt x="1" y="97"/>
                  </a:cubicBezTo>
                  <a:cubicBezTo>
                    <a:pt x="1" y="108"/>
                    <a:pt x="3" y="119"/>
                    <a:pt x="6" y="128"/>
                  </a:cubicBezTo>
                  <a:cubicBezTo>
                    <a:pt x="10" y="138"/>
                    <a:pt x="15" y="146"/>
                    <a:pt x="22" y="155"/>
                  </a:cubicBezTo>
                  <a:cubicBezTo>
                    <a:pt x="29" y="162"/>
                    <a:pt x="39" y="170"/>
                    <a:pt x="50" y="178"/>
                  </a:cubicBezTo>
                  <a:cubicBezTo>
                    <a:pt x="61" y="185"/>
                    <a:pt x="75" y="193"/>
                    <a:pt x="90" y="202"/>
                  </a:cubicBezTo>
                  <a:cubicBezTo>
                    <a:pt x="105" y="210"/>
                    <a:pt x="117" y="217"/>
                    <a:pt x="127" y="224"/>
                  </a:cubicBezTo>
                  <a:cubicBezTo>
                    <a:pt x="138" y="229"/>
                    <a:pt x="146" y="236"/>
                    <a:pt x="153" y="242"/>
                  </a:cubicBezTo>
                  <a:cubicBezTo>
                    <a:pt x="160" y="249"/>
                    <a:pt x="166" y="256"/>
                    <a:pt x="169" y="262"/>
                  </a:cubicBezTo>
                  <a:cubicBezTo>
                    <a:pt x="173" y="271"/>
                    <a:pt x="174" y="279"/>
                    <a:pt x="174" y="289"/>
                  </a:cubicBezTo>
                  <a:cubicBezTo>
                    <a:pt x="174" y="309"/>
                    <a:pt x="167" y="325"/>
                    <a:pt x="153" y="336"/>
                  </a:cubicBezTo>
                  <a:cubicBezTo>
                    <a:pt x="140" y="347"/>
                    <a:pt x="117" y="351"/>
                    <a:pt x="90" y="351"/>
                  </a:cubicBezTo>
                  <a:cubicBezTo>
                    <a:pt x="83" y="351"/>
                    <a:pt x="75" y="351"/>
                    <a:pt x="66" y="349"/>
                  </a:cubicBezTo>
                  <a:cubicBezTo>
                    <a:pt x="59" y="348"/>
                    <a:pt x="51" y="347"/>
                    <a:pt x="43" y="344"/>
                  </a:cubicBezTo>
                  <a:cubicBezTo>
                    <a:pt x="36" y="341"/>
                    <a:pt x="28" y="338"/>
                    <a:pt x="21" y="334"/>
                  </a:cubicBezTo>
                  <a:cubicBezTo>
                    <a:pt x="12" y="331"/>
                    <a:pt x="6" y="327"/>
                    <a:pt x="0" y="322"/>
                  </a:cubicBezTo>
                  <a:cubicBezTo>
                    <a:pt x="0" y="362"/>
                    <a:pt x="0" y="362"/>
                    <a:pt x="0" y="362"/>
                  </a:cubicBezTo>
                  <a:cubicBezTo>
                    <a:pt x="4" y="365"/>
                    <a:pt x="10" y="367"/>
                    <a:pt x="18" y="370"/>
                  </a:cubicBezTo>
                  <a:cubicBezTo>
                    <a:pt x="25" y="373"/>
                    <a:pt x="33" y="376"/>
                    <a:pt x="42" y="3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84" name="Freeform 316">
            <a:extLst>
              <a:ext uri="{FF2B5EF4-FFF2-40B4-BE49-F238E27FC236}">
                <a16:creationId xmlns:a16="http://schemas.microsoft.com/office/drawing/2014/main" id="{53E708D5-EC4E-A1F8-FDF6-C804E493CF1D}"/>
              </a:ext>
            </a:extLst>
          </p:cNvPr>
          <p:cNvSpPr>
            <a:spLocks noChangeArrowheads="1"/>
          </p:cNvSpPr>
          <p:nvPr/>
        </p:nvSpPr>
        <p:spPr bwMode="auto">
          <a:xfrm>
            <a:off x="9417570" y="891009"/>
            <a:ext cx="255588" cy="233362"/>
          </a:xfrm>
          <a:custGeom>
            <a:avLst/>
            <a:gdLst>
              <a:gd name="T0" fmla="*/ 44 w 708"/>
              <a:gd name="T1" fmla="*/ 0 h 649"/>
              <a:gd name="T2" fmla="*/ 44 w 708"/>
              <a:gd name="T3" fmla="*/ 0 h 649"/>
              <a:gd name="T4" fmla="*/ 0 w 708"/>
              <a:gd name="T5" fmla="*/ 44 h 649"/>
              <a:gd name="T6" fmla="*/ 0 w 708"/>
              <a:gd name="T7" fmla="*/ 574 h 649"/>
              <a:gd name="T8" fmla="*/ 74 w 708"/>
              <a:gd name="T9" fmla="*/ 648 h 649"/>
              <a:gd name="T10" fmla="*/ 74 w 708"/>
              <a:gd name="T11" fmla="*/ 648 h 649"/>
              <a:gd name="T12" fmla="*/ 132 w 708"/>
              <a:gd name="T13" fmla="*/ 648 h 649"/>
              <a:gd name="T14" fmla="*/ 663 w 708"/>
              <a:gd name="T15" fmla="*/ 648 h 649"/>
              <a:gd name="T16" fmla="*/ 707 w 708"/>
              <a:gd name="T17" fmla="*/ 603 h 649"/>
              <a:gd name="T18" fmla="*/ 707 w 708"/>
              <a:gd name="T19" fmla="*/ 279 h 649"/>
              <a:gd name="T20" fmla="*/ 649 w 708"/>
              <a:gd name="T21" fmla="*/ 207 h 649"/>
              <a:gd name="T22" fmla="*/ 649 w 708"/>
              <a:gd name="T23" fmla="*/ 161 h 649"/>
              <a:gd name="T24" fmla="*/ 574 w 708"/>
              <a:gd name="T25" fmla="*/ 88 h 649"/>
              <a:gd name="T26" fmla="*/ 242 w 708"/>
              <a:gd name="T27" fmla="*/ 88 h 649"/>
              <a:gd name="T28" fmla="*/ 228 w 708"/>
              <a:gd name="T29" fmla="*/ 79 h 649"/>
              <a:gd name="T30" fmla="*/ 208 w 708"/>
              <a:gd name="T31" fmla="*/ 29 h 649"/>
              <a:gd name="T32" fmla="*/ 167 w 708"/>
              <a:gd name="T33" fmla="*/ 0 h 649"/>
              <a:gd name="T34" fmla="*/ 44 w 708"/>
              <a:gd name="T35" fmla="*/ 0 h 649"/>
              <a:gd name="T36" fmla="*/ 678 w 708"/>
              <a:gd name="T37" fmla="*/ 279 h 649"/>
              <a:gd name="T38" fmla="*/ 678 w 708"/>
              <a:gd name="T39" fmla="*/ 279 h 649"/>
              <a:gd name="T40" fmla="*/ 678 w 708"/>
              <a:gd name="T41" fmla="*/ 603 h 649"/>
              <a:gd name="T42" fmla="*/ 663 w 708"/>
              <a:gd name="T43" fmla="*/ 619 h 649"/>
              <a:gd name="T44" fmla="*/ 132 w 708"/>
              <a:gd name="T45" fmla="*/ 619 h 649"/>
              <a:gd name="T46" fmla="*/ 132 w 708"/>
              <a:gd name="T47" fmla="*/ 619 h 649"/>
              <a:gd name="T48" fmla="*/ 148 w 708"/>
              <a:gd name="T49" fmla="*/ 574 h 649"/>
              <a:gd name="T50" fmla="*/ 148 w 708"/>
              <a:gd name="T51" fmla="*/ 544 h 649"/>
              <a:gd name="T52" fmla="*/ 148 w 708"/>
              <a:gd name="T53" fmla="*/ 544 h 649"/>
              <a:gd name="T54" fmla="*/ 148 w 708"/>
              <a:gd name="T55" fmla="*/ 279 h 649"/>
              <a:gd name="T56" fmla="*/ 148 w 708"/>
              <a:gd name="T57" fmla="*/ 279 h 649"/>
              <a:gd name="T58" fmla="*/ 148 w 708"/>
              <a:gd name="T59" fmla="*/ 279 h 649"/>
              <a:gd name="T60" fmla="*/ 148 w 708"/>
              <a:gd name="T61" fmla="*/ 279 h 649"/>
              <a:gd name="T62" fmla="*/ 149 w 708"/>
              <a:gd name="T63" fmla="*/ 271 h 649"/>
              <a:gd name="T64" fmla="*/ 149 w 708"/>
              <a:gd name="T65" fmla="*/ 268 h 649"/>
              <a:gd name="T66" fmla="*/ 150 w 708"/>
              <a:gd name="T67" fmla="*/ 262 h 649"/>
              <a:gd name="T68" fmla="*/ 160 w 708"/>
              <a:gd name="T69" fmla="*/ 248 h 649"/>
              <a:gd name="T70" fmla="*/ 174 w 708"/>
              <a:gd name="T71" fmla="*/ 239 h 649"/>
              <a:gd name="T72" fmla="*/ 192 w 708"/>
              <a:gd name="T73" fmla="*/ 235 h 649"/>
              <a:gd name="T74" fmla="*/ 634 w 708"/>
              <a:gd name="T75" fmla="*/ 235 h 649"/>
              <a:gd name="T76" fmla="*/ 634 w 708"/>
              <a:gd name="T77" fmla="*/ 235 h 649"/>
              <a:gd name="T78" fmla="*/ 678 w 708"/>
              <a:gd name="T79" fmla="*/ 279 h 649"/>
              <a:gd name="T80" fmla="*/ 181 w 708"/>
              <a:gd name="T81" fmla="*/ 39 h 649"/>
              <a:gd name="T82" fmla="*/ 181 w 708"/>
              <a:gd name="T83" fmla="*/ 39 h 649"/>
              <a:gd name="T84" fmla="*/ 200 w 708"/>
              <a:gd name="T85" fmla="*/ 88 h 649"/>
              <a:gd name="T86" fmla="*/ 242 w 708"/>
              <a:gd name="T87" fmla="*/ 117 h 649"/>
              <a:gd name="T88" fmla="*/ 574 w 708"/>
              <a:gd name="T89" fmla="*/ 117 h 649"/>
              <a:gd name="T90" fmla="*/ 619 w 708"/>
              <a:gd name="T91" fmla="*/ 161 h 649"/>
              <a:gd name="T92" fmla="*/ 619 w 708"/>
              <a:gd name="T93" fmla="*/ 206 h 649"/>
              <a:gd name="T94" fmla="*/ 192 w 708"/>
              <a:gd name="T95" fmla="*/ 206 h 649"/>
              <a:gd name="T96" fmla="*/ 163 w 708"/>
              <a:gd name="T97" fmla="*/ 211 h 649"/>
              <a:gd name="T98" fmla="*/ 119 w 708"/>
              <a:gd name="T99" fmla="*/ 279 h 649"/>
              <a:gd name="T100" fmla="*/ 119 w 708"/>
              <a:gd name="T101" fmla="*/ 279 h 649"/>
              <a:gd name="T102" fmla="*/ 119 w 708"/>
              <a:gd name="T103" fmla="*/ 279 h 649"/>
              <a:gd name="T104" fmla="*/ 119 w 708"/>
              <a:gd name="T105" fmla="*/ 427 h 649"/>
              <a:gd name="T106" fmla="*/ 119 w 708"/>
              <a:gd name="T107" fmla="*/ 544 h 649"/>
              <a:gd name="T108" fmla="*/ 119 w 708"/>
              <a:gd name="T109" fmla="*/ 544 h 649"/>
              <a:gd name="T110" fmla="*/ 119 w 708"/>
              <a:gd name="T111" fmla="*/ 574 h 649"/>
              <a:gd name="T112" fmla="*/ 74 w 708"/>
              <a:gd name="T113" fmla="*/ 619 h 649"/>
              <a:gd name="T114" fmla="*/ 30 w 708"/>
              <a:gd name="T115" fmla="*/ 574 h 649"/>
              <a:gd name="T116" fmla="*/ 30 w 708"/>
              <a:gd name="T117" fmla="*/ 44 h 649"/>
              <a:gd name="T118" fmla="*/ 44 w 708"/>
              <a:gd name="T119" fmla="*/ 29 h 649"/>
              <a:gd name="T120" fmla="*/ 167 w 708"/>
              <a:gd name="T121" fmla="*/ 29 h 649"/>
              <a:gd name="T122" fmla="*/ 181 w 708"/>
              <a:gd name="T123" fmla="*/ 3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8" h="649">
                <a:moveTo>
                  <a:pt x="44" y="0"/>
                </a:moveTo>
                <a:lnTo>
                  <a:pt x="44" y="0"/>
                </a:lnTo>
                <a:cubicBezTo>
                  <a:pt x="21" y="0"/>
                  <a:pt x="0" y="19"/>
                  <a:pt x="0" y="44"/>
                </a:cubicBezTo>
                <a:cubicBezTo>
                  <a:pt x="0" y="574"/>
                  <a:pt x="0" y="574"/>
                  <a:pt x="0" y="574"/>
                </a:cubicBezTo>
                <a:cubicBezTo>
                  <a:pt x="0" y="614"/>
                  <a:pt x="33" y="648"/>
                  <a:pt x="74" y="648"/>
                </a:cubicBezTo>
                <a:lnTo>
                  <a:pt x="74" y="648"/>
                </a:lnTo>
                <a:cubicBezTo>
                  <a:pt x="132" y="648"/>
                  <a:pt x="132" y="648"/>
                  <a:pt x="132" y="648"/>
                </a:cubicBezTo>
                <a:cubicBezTo>
                  <a:pt x="663" y="648"/>
                  <a:pt x="663" y="648"/>
                  <a:pt x="663" y="648"/>
                </a:cubicBezTo>
                <a:cubicBezTo>
                  <a:pt x="688" y="648"/>
                  <a:pt x="707" y="628"/>
                  <a:pt x="707" y="603"/>
                </a:cubicBezTo>
                <a:cubicBezTo>
                  <a:pt x="707" y="279"/>
                  <a:pt x="707" y="279"/>
                  <a:pt x="707" y="279"/>
                </a:cubicBezTo>
                <a:cubicBezTo>
                  <a:pt x="707" y="244"/>
                  <a:pt x="682" y="214"/>
                  <a:pt x="649" y="207"/>
                </a:cubicBezTo>
                <a:cubicBezTo>
                  <a:pt x="649" y="161"/>
                  <a:pt x="649" y="161"/>
                  <a:pt x="649" y="161"/>
                </a:cubicBezTo>
                <a:cubicBezTo>
                  <a:pt x="649" y="121"/>
                  <a:pt x="616" y="88"/>
                  <a:pt x="574" y="88"/>
                </a:cubicBezTo>
                <a:cubicBezTo>
                  <a:pt x="242" y="88"/>
                  <a:pt x="242" y="88"/>
                  <a:pt x="242" y="88"/>
                </a:cubicBezTo>
                <a:cubicBezTo>
                  <a:pt x="236" y="88"/>
                  <a:pt x="231" y="84"/>
                  <a:pt x="228" y="79"/>
                </a:cubicBezTo>
                <a:cubicBezTo>
                  <a:pt x="208" y="29"/>
                  <a:pt x="208" y="29"/>
                  <a:pt x="208" y="29"/>
                </a:cubicBezTo>
                <a:cubicBezTo>
                  <a:pt x="203" y="11"/>
                  <a:pt x="186" y="0"/>
                  <a:pt x="167" y="0"/>
                </a:cubicBezTo>
                <a:lnTo>
                  <a:pt x="44" y="0"/>
                </a:lnTo>
                <a:close/>
                <a:moveTo>
                  <a:pt x="678" y="279"/>
                </a:moveTo>
                <a:lnTo>
                  <a:pt x="678" y="279"/>
                </a:lnTo>
                <a:cubicBezTo>
                  <a:pt x="678" y="603"/>
                  <a:pt x="678" y="603"/>
                  <a:pt x="678" y="603"/>
                </a:cubicBezTo>
                <a:cubicBezTo>
                  <a:pt x="678" y="612"/>
                  <a:pt x="671" y="619"/>
                  <a:pt x="663" y="619"/>
                </a:cubicBezTo>
                <a:cubicBezTo>
                  <a:pt x="132" y="619"/>
                  <a:pt x="132" y="619"/>
                  <a:pt x="132" y="619"/>
                </a:cubicBezTo>
                <a:lnTo>
                  <a:pt x="132" y="619"/>
                </a:lnTo>
                <a:cubicBezTo>
                  <a:pt x="142" y="606"/>
                  <a:pt x="148" y="591"/>
                  <a:pt x="148" y="574"/>
                </a:cubicBezTo>
                <a:cubicBezTo>
                  <a:pt x="148" y="544"/>
                  <a:pt x="148" y="544"/>
                  <a:pt x="148" y="544"/>
                </a:cubicBezTo>
                <a:lnTo>
                  <a:pt x="148" y="544"/>
                </a:lnTo>
                <a:cubicBezTo>
                  <a:pt x="148" y="279"/>
                  <a:pt x="148" y="279"/>
                  <a:pt x="148" y="279"/>
                </a:cubicBezTo>
                <a:lnTo>
                  <a:pt x="148" y="279"/>
                </a:lnTo>
                <a:lnTo>
                  <a:pt x="148" y="279"/>
                </a:lnTo>
                <a:lnTo>
                  <a:pt x="148" y="279"/>
                </a:lnTo>
                <a:cubicBezTo>
                  <a:pt x="148" y="276"/>
                  <a:pt x="148" y="273"/>
                  <a:pt x="149" y="271"/>
                </a:cubicBezTo>
                <a:cubicBezTo>
                  <a:pt x="149" y="269"/>
                  <a:pt x="149" y="268"/>
                  <a:pt x="149" y="268"/>
                </a:cubicBezTo>
                <a:cubicBezTo>
                  <a:pt x="150" y="265"/>
                  <a:pt x="150" y="264"/>
                  <a:pt x="150" y="262"/>
                </a:cubicBezTo>
                <a:cubicBezTo>
                  <a:pt x="153" y="257"/>
                  <a:pt x="156" y="253"/>
                  <a:pt x="160" y="248"/>
                </a:cubicBezTo>
                <a:cubicBezTo>
                  <a:pt x="164" y="244"/>
                  <a:pt x="170" y="242"/>
                  <a:pt x="174" y="239"/>
                </a:cubicBezTo>
                <a:cubicBezTo>
                  <a:pt x="179" y="236"/>
                  <a:pt x="185" y="235"/>
                  <a:pt x="192" y="235"/>
                </a:cubicBezTo>
                <a:cubicBezTo>
                  <a:pt x="634" y="235"/>
                  <a:pt x="634" y="235"/>
                  <a:pt x="634" y="235"/>
                </a:cubicBezTo>
                <a:lnTo>
                  <a:pt x="634" y="235"/>
                </a:lnTo>
                <a:cubicBezTo>
                  <a:pt x="659" y="235"/>
                  <a:pt x="678" y="255"/>
                  <a:pt x="678" y="279"/>
                </a:cubicBezTo>
                <a:close/>
                <a:moveTo>
                  <a:pt x="181" y="39"/>
                </a:moveTo>
                <a:lnTo>
                  <a:pt x="181" y="39"/>
                </a:lnTo>
                <a:cubicBezTo>
                  <a:pt x="200" y="88"/>
                  <a:pt x="200" y="88"/>
                  <a:pt x="200" y="88"/>
                </a:cubicBezTo>
                <a:cubicBezTo>
                  <a:pt x="207" y="106"/>
                  <a:pt x="224" y="117"/>
                  <a:pt x="242" y="117"/>
                </a:cubicBezTo>
                <a:cubicBezTo>
                  <a:pt x="574" y="117"/>
                  <a:pt x="574" y="117"/>
                  <a:pt x="574" y="117"/>
                </a:cubicBezTo>
                <a:cubicBezTo>
                  <a:pt x="599" y="117"/>
                  <a:pt x="619" y="137"/>
                  <a:pt x="619" y="161"/>
                </a:cubicBezTo>
                <a:cubicBezTo>
                  <a:pt x="619" y="206"/>
                  <a:pt x="619" y="206"/>
                  <a:pt x="619" y="206"/>
                </a:cubicBezTo>
                <a:cubicBezTo>
                  <a:pt x="192" y="206"/>
                  <a:pt x="192" y="206"/>
                  <a:pt x="192" y="206"/>
                </a:cubicBezTo>
                <a:cubicBezTo>
                  <a:pt x="181" y="206"/>
                  <a:pt x="171" y="208"/>
                  <a:pt x="163" y="211"/>
                </a:cubicBezTo>
                <a:cubicBezTo>
                  <a:pt x="137" y="222"/>
                  <a:pt x="119" y="248"/>
                  <a:pt x="119" y="279"/>
                </a:cubicBezTo>
                <a:lnTo>
                  <a:pt x="119" y="279"/>
                </a:lnTo>
                <a:lnTo>
                  <a:pt x="119" y="279"/>
                </a:lnTo>
                <a:cubicBezTo>
                  <a:pt x="119" y="427"/>
                  <a:pt x="119" y="427"/>
                  <a:pt x="119" y="427"/>
                </a:cubicBezTo>
                <a:cubicBezTo>
                  <a:pt x="119" y="544"/>
                  <a:pt x="119" y="544"/>
                  <a:pt x="119" y="544"/>
                </a:cubicBezTo>
                <a:lnTo>
                  <a:pt x="119" y="544"/>
                </a:lnTo>
                <a:cubicBezTo>
                  <a:pt x="119" y="574"/>
                  <a:pt x="119" y="574"/>
                  <a:pt x="119" y="574"/>
                </a:cubicBezTo>
                <a:cubicBezTo>
                  <a:pt x="117" y="598"/>
                  <a:pt x="98" y="619"/>
                  <a:pt x="74" y="619"/>
                </a:cubicBezTo>
                <a:cubicBezTo>
                  <a:pt x="50" y="619"/>
                  <a:pt x="30" y="598"/>
                  <a:pt x="30" y="574"/>
                </a:cubicBezTo>
                <a:cubicBezTo>
                  <a:pt x="30" y="44"/>
                  <a:pt x="30" y="44"/>
                  <a:pt x="30" y="44"/>
                </a:cubicBezTo>
                <a:cubicBezTo>
                  <a:pt x="30" y="36"/>
                  <a:pt x="36" y="29"/>
                  <a:pt x="44" y="29"/>
                </a:cubicBezTo>
                <a:cubicBezTo>
                  <a:pt x="167" y="29"/>
                  <a:pt x="167" y="29"/>
                  <a:pt x="167" y="29"/>
                </a:cubicBezTo>
                <a:cubicBezTo>
                  <a:pt x="174" y="29"/>
                  <a:pt x="179" y="33"/>
                  <a:pt x="181" y="3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385" name="Group 387">
            <a:extLst>
              <a:ext uri="{FF2B5EF4-FFF2-40B4-BE49-F238E27FC236}">
                <a16:creationId xmlns:a16="http://schemas.microsoft.com/office/drawing/2014/main" id="{CFC47440-AC90-6EE6-B4C8-BD756EA43300}"/>
              </a:ext>
            </a:extLst>
          </p:cNvPr>
          <p:cNvGrpSpPr/>
          <p:nvPr/>
        </p:nvGrpSpPr>
        <p:grpSpPr>
          <a:xfrm>
            <a:off x="9981133" y="883071"/>
            <a:ext cx="158750" cy="249238"/>
            <a:chOff x="8824913" y="1181100"/>
            <a:chExt cx="158750" cy="249238"/>
          </a:xfrm>
          <a:solidFill>
            <a:schemeClr val="tx2"/>
          </a:solidFill>
        </p:grpSpPr>
        <p:sp>
          <p:nvSpPr>
            <p:cNvPr id="386" name="Freeform 317">
              <a:extLst>
                <a:ext uri="{FF2B5EF4-FFF2-40B4-BE49-F238E27FC236}">
                  <a16:creationId xmlns:a16="http://schemas.microsoft.com/office/drawing/2014/main" id="{D042D0CD-8CE3-EAC1-EBE1-C7206E2767A3}"/>
                </a:ext>
              </a:extLst>
            </p:cNvPr>
            <p:cNvSpPr>
              <a:spLocks noChangeArrowheads="1"/>
            </p:cNvSpPr>
            <p:nvPr/>
          </p:nvSpPr>
          <p:spPr bwMode="auto">
            <a:xfrm>
              <a:off x="8824913" y="1181100"/>
              <a:ext cx="158750" cy="249238"/>
            </a:xfrm>
            <a:custGeom>
              <a:avLst/>
              <a:gdLst>
                <a:gd name="T0" fmla="*/ 59 w 443"/>
                <a:gd name="T1" fmla="*/ 321 h 693"/>
                <a:gd name="T2" fmla="*/ 59 w 443"/>
                <a:gd name="T3" fmla="*/ 321 h 693"/>
                <a:gd name="T4" fmla="*/ 0 w 443"/>
                <a:gd name="T5" fmla="*/ 471 h 693"/>
                <a:gd name="T6" fmla="*/ 221 w 443"/>
                <a:gd name="T7" fmla="*/ 692 h 693"/>
                <a:gd name="T8" fmla="*/ 442 w 443"/>
                <a:gd name="T9" fmla="*/ 471 h 693"/>
                <a:gd name="T10" fmla="*/ 383 w 443"/>
                <a:gd name="T11" fmla="*/ 321 h 693"/>
                <a:gd name="T12" fmla="*/ 383 w 443"/>
                <a:gd name="T13" fmla="*/ 161 h 693"/>
                <a:gd name="T14" fmla="*/ 336 w 443"/>
                <a:gd name="T15" fmla="*/ 47 h 693"/>
                <a:gd name="T16" fmla="*/ 336 w 443"/>
                <a:gd name="T17" fmla="*/ 47 h 693"/>
                <a:gd name="T18" fmla="*/ 221 w 443"/>
                <a:gd name="T19" fmla="*/ 0 h 693"/>
                <a:gd name="T20" fmla="*/ 59 w 443"/>
                <a:gd name="T21" fmla="*/ 161 h 693"/>
                <a:gd name="T22" fmla="*/ 59 w 443"/>
                <a:gd name="T23" fmla="*/ 321 h 693"/>
                <a:gd name="T24" fmla="*/ 356 w 443"/>
                <a:gd name="T25" fmla="*/ 606 h 693"/>
                <a:gd name="T26" fmla="*/ 356 w 443"/>
                <a:gd name="T27" fmla="*/ 606 h 693"/>
                <a:gd name="T28" fmla="*/ 221 w 443"/>
                <a:gd name="T29" fmla="*/ 663 h 693"/>
                <a:gd name="T30" fmla="*/ 86 w 443"/>
                <a:gd name="T31" fmla="*/ 606 h 693"/>
                <a:gd name="T32" fmla="*/ 29 w 443"/>
                <a:gd name="T33" fmla="*/ 471 h 693"/>
                <a:gd name="T34" fmla="*/ 84 w 443"/>
                <a:gd name="T35" fmla="*/ 338 h 693"/>
                <a:gd name="T36" fmla="*/ 84 w 443"/>
                <a:gd name="T37" fmla="*/ 337 h 693"/>
                <a:gd name="T38" fmla="*/ 86 w 443"/>
                <a:gd name="T39" fmla="*/ 335 h 693"/>
                <a:gd name="T40" fmla="*/ 221 w 443"/>
                <a:gd name="T41" fmla="*/ 280 h 693"/>
                <a:gd name="T42" fmla="*/ 356 w 443"/>
                <a:gd name="T43" fmla="*/ 335 h 693"/>
                <a:gd name="T44" fmla="*/ 358 w 443"/>
                <a:gd name="T45" fmla="*/ 337 h 693"/>
                <a:gd name="T46" fmla="*/ 358 w 443"/>
                <a:gd name="T47" fmla="*/ 338 h 693"/>
                <a:gd name="T48" fmla="*/ 413 w 443"/>
                <a:gd name="T49" fmla="*/ 471 h 693"/>
                <a:gd name="T50" fmla="*/ 356 w 443"/>
                <a:gd name="T51" fmla="*/ 606 h 693"/>
                <a:gd name="T52" fmla="*/ 127 w 443"/>
                <a:gd name="T53" fmla="*/ 69 h 693"/>
                <a:gd name="T54" fmla="*/ 127 w 443"/>
                <a:gd name="T55" fmla="*/ 69 h 693"/>
                <a:gd name="T56" fmla="*/ 221 w 443"/>
                <a:gd name="T57" fmla="*/ 29 h 693"/>
                <a:gd name="T58" fmla="*/ 315 w 443"/>
                <a:gd name="T59" fmla="*/ 67 h 693"/>
                <a:gd name="T60" fmla="*/ 354 w 443"/>
                <a:gd name="T61" fmla="*/ 161 h 693"/>
                <a:gd name="T62" fmla="*/ 354 w 443"/>
                <a:gd name="T63" fmla="*/ 295 h 693"/>
                <a:gd name="T64" fmla="*/ 221 w 443"/>
                <a:gd name="T65" fmla="*/ 250 h 693"/>
                <a:gd name="T66" fmla="*/ 88 w 443"/>
                <a:gd name="T67" fmla="*/ 295 h 693"/>
                <a:gd name="T68" fmla="*/ 88 w 443"/>
                <a:gd name="T69" fmla="*/ 161 h 693"/>
                <a:gd name="T70" fmla="*/ 127 w 443"/>
                <a:gd name="T71" fmla="*/ 6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3" h="693">
                  <a:moveTo>
                    <a:pt x="59" y="321"/>
                  </a:moveTo>
                  <a:lnTo>
                    <a:pt x="59" y="321"/>
                  </a:lnTo>
                  <a:cubicBezTo>
                    <a:pt x="22" y="360"/>
                    <a:pt x="0" y="414"/>
                    <a:pt x="0" y="471"/>
                  </a:cubicBezTo>
                  <a:cubicBezTo>
                    <a:pt x="0" y="594"/>
                    <a:pt x="98" y="692"/>
                    <a:pt x="221" y="692"/>
                  </a:cubicBezTo>
                  <a:cubicBezTo>
                    <a:pt x="343" y="692"/>
                    <a:pt x="442" y="594"/>
                    <a:pt x="442" y="471"/>
                  </a:cubicBezTo>
                  <a:cubicBezTo>
                    <a:pt x="442" y="414"/>
                    <a:pt x="420" y="360"/>
                    <a:pt x="383" y="321"/>
                  </a:cubicBezTo>
                  <a:cubicBezTo>
                    <a:pt x="383" y="161"/>
                    <a:pt x="383" y="161"/>
                    <a:pt x="383" y="161"/>
                  </a:cubicBezTo>
                  <a:cubicBezTo>
                    <a:pt x="383" y="117"/>
                    <a:pt x="365" y="77"/>
                    <a:pt x="336" y="47"/>
                  </a:cubicBezTo>
                  <a:lnTo>
                    <a:pt x="336" y="47"/>
                  </a:lnTo>
                  <a:cubicBezTo>
                    <a:pt x="307" y="18"/>
                    <a:pt x="265" y="0"/>
                    <a:pt x="221" y="0"/>
                  </a:cubicBezTo>
                  <a:cubicBezTo>
                    <a:pt x="131" y="0"/>
                    <a:pt x="59" y="73"/>
                    <a:pt x="59" y="161"/>
                  </a:cubicBezTo>
                  <a:lnTo>
                    <a:pt x="59" y="321"/>
                  </a:lnTo>
                  <a:close/>
                  <a:moveTo>
                    <a:pt x="356" y="606"/>
                  </a:moveTo>
                  <a:lnTo>
                    <a:pt x="356" y="606"/>
                  </a:lnTo>
                  <a:cubicBezTo>
                    <a:pt x="322" y="642"/>
                    <a:pt x="274" y="663"/>
                    <a:pt x="221" y="663"/>
                  </a:cubicBezTo>
                  <a:cubicBezTo>
                    <a:pt x="169" y="663"/>
                    <a:pt x="120" y="642"/>
                    <a:pt x="86" y="606"/>
                  </a:cubicBezTo>
                  <a:cubicBezTo>
                    <a:pt x="51" y="571"/>
                    <a:pt x="29" y="525"/>
                    <a:pt x="29" y="471"/>
                  </a:cubicBezTo>
                  <a:cubicBezTo>
                    <a:pt x="29" y="420"/>
                    <a:pt x="50" y="373"/>
                    <a:pt x="84" y="338"/>
                  </a:cubicBezTo>
                  <a:lnTo>
                    <a:pt x="84" y="337"/>
                  </a:lnTo>
                  <a:cubicBezTo>
                    <a:pt x="84" y="337"/>
                    <a:pt x="86" y="337"/>
                    <a:pt x="86" y="335"/>
                  </a:cubicBezTo>
                  <a:cubicBezTo>
                    <a:pt x="120" y="301"/>
                    <a:pt x="169" y="280"/>
                    <a:pt x="221" y="280"/>
                  </a:cubicBezTo>
                  <a:cubicBezTo>
                    <a:pt x="274" y="280"/>
                    <a:pt x="322" y="301"/>
                    <a:pt x="356" y="335"/>
                  </a:cubicBezTo>
                  <a:cubicBezTo>
                    <a:pt x="356" y="337"/>
                    <a:pt x="356" y="337"/>
                    <a:pt x="358" y="337"/>
                  </a:cubicBezTo>
                  <a:lnTo>
                    <a:pt x="358" y="338"/>
                  </a:lnTo>
                  <a:cubicBezTo>
                    <a:pt x="392" y="373"/>
                    <a:pt x="413" y="420"/>
                    <a:pt x="413" y="471"/>
                  </a:cubicBezTo>
                  <a:cubicBezTo>
                    <a:pt x="413" y="525"/>
                    <a:pt x="391" y="571"/>
                    <a:pt x="356" y="606"/>
                  </a:cubicBezTo>
                  <a:close/>
                  <a:moveTo>
                    <a:pt x="127" y="69"/>
                  </a:moveTo>
                  <a:lnTo>
                    <a:pt x="127" y="69"/>
                  </a:lnTo>
                  <a:cubicBezTo>
                    <a:pt x="151" y="44"/>
                    <a:pt x="184" y="29"/>
                    <a:pt x="221" y="29"/>
                  </a:cubicBezTo>
                  <a:cubicBezTo>
                    <a:pt x="257" y="29"/>
                    <a:pt x="290" y="44"/>
                    <a:pt x="315" y="67"/>
                  </a:cubicBezTo>
                  <a:cubicBezTo>
                    <a:pt x="338" y="92"/>
                    <a:pt x="354" y="125"/>
                    <a:pt x="354" y="161"/>
                  </a:cubicBezTo>
                  <a:cubicBezTo>
                    <a:pt x="354" y="295"/>
                    <a:pt x="354" y="295"/>
                    <a:pt x="354" y="295"/>
                  </a:cubicBezTo>
                  <a:cubicBezTo>
                    <a:pt x="316" y="268"/>
                    <a:pt x="271" y="250"/>
                    <a:pt x="221" y="250"/>
                  </a:cubicBezTo>
                  <a:cubicBezTo>
                    <a:pt x="171" y="250"/>
                    <a:pt x="126" y="268"/>
                    <a:pt x="88" y="295"/>
                  </a:cubicBezTo>
                  <a:cubicBezTo>
                    <a:pt x="88" y="161"/>
                    <a:pt x="88" y="161"/>
                    <a:pt x="88" y="161"/>
                  </a:cubicBezTo>
                  <a:cubicBezTo>
                    <a:pt x="88" y="125"/>
                    <a:pt x="104" y="92"/>
                    <a:pt x="127"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7" name="Freeform 318">
              <a:extLst>
                <a:ext uri="{FF2B5EF4-FFF2-40B4-BE49-F238E27FC236}">
                  <a16:creationId xmlns:a16="http://schemas.microsoft.com/office/drawing/2014/main" id="{9BB480C7-A7C6-65DA-2440-0B9C70BC505A}"/>
                </a:ext>
              </a:extLst>
            </p:cNvPr>
            <p:cNvSpPr>
              <a:spLocks noChangeArrowheads="1"/>
            </p:cNvSpPr>
            <p:nvPr/>
          </p:nvSpPr>
          <p:spPr bwMode="auto">
            <a:xfrm>
              <a:off x="8888413" y="1323975"/>
              <a:ext cx="31750" cy="53975"/>
            </a:xfrm>
            <a:custGeom>
              <a:avLst/>
              <a:gdLst>
                <a:gd name="T0" fmla="*/ 44 w 89"/>
                <a:gd name="T1" fmla="*/ 0 h 149"/>
                <a:gd name="T2" fmla="*/ 44 w 89"/>
                <a:gd name="T3" fmla="*/ 0 h 149"/>
                <a:gd name="T4" fmla="*/ 0 w 89"/>
                <a:gd name="T5" fmla="*/ 45 h 149"/>
                <a:gd name="T6" fmla="*/ 29 w 89"/>
                <a:gd name="T7" fmla="*/ 86 h 149"/>
                <a:gd name="T8" fmla="*/ 29 w 89"/>
                <a:gd name="T9" fmla="*/ 133 h 149"/>
                <a:gd name="T10" fmla="*/ 44 w 89"/>
                <a:gd name="T11" fmla="*/ 148 h 149"/>
                <a:gd name="T12" fmla="*/ 59 w 89"/>
                <a:gd name="T13" fmla="*/ 133 h 149"/>
                <a:gd name="T14" fmla="*/ 59 w 89"/>
                <a:gd name="T15" fmla="*/ 86 h 149"/>
                <a:gd name="T16" fmla="*/ 88 w 89"/>
                <a:gd name="T17" fmla="*/ 45 h 149"/>
                <a:gd name="T18" fmla="*/ 44 w 89"/>
                <a:gd name="T19" fmla="*/ 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44" y="0"/>
                  </a:moveTo>
                  <a:lnTo>
                    <a:pt x="44" y="0"/>
                  </a:lnTo>
                  <a:cubicBezTo>
                    <a:pt x="19" y="0"/>
                    <a:pt x="0" y="20"/>
                    <a:pt x="0" y="45"/>
                  </a:cubicBezTo>
                  <a:cubicBezTo>
                    <a:pt x="0" y="64"/>
                    <a:pt x="12" y="81"/>
                    <a:pt x="29" y="86"/>
                  </a:cubicBezTo>
                  <a:cubicBezTo>
                    <a:pt x="29" y="133"/>
                    <a:pt x="29" y="133"/>
                    <a:pt x="29" y="133"/>
                  </a:cubicBezTo>
                  <a:cubicBezTo>
                    <a:pt x="29" y="141"/>
                    <a:pt x="36" y="148"/>
                    <a:pt x="44" y="148"/>
                  </a:cubicBezTo>
                  <a:cubicBezTo>
                    <a:pt x="52" y="148"/>
                    <a:pt x="59" y="141"/>
                    <a:pt x="59" y="133"/>
                  </a:cubicBezTo>
                  <a:cubicBezTo>
                    <a:pt x="59" y="86"/>
                    <a:pt x="59" y="86"/>
                    <a:pt x="59" y="86"/>
                  </a:cubicBezTo>
                  <a:cubicBezTo>
                    <a:pt x="76" y="81"/>
                    <a:pt x="88" y="64"/>
                    <a:pt x="88" y="45"/>
                  </a:cubicBezTo>
                  <a:cubicBezTo>
                    <a:pt x="88" y="20"/>
                    <a:pt x="69"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8" name="Group 390">
            <a:extLst>
              <a:ext uri="{FF2B5EF4-FFF2-40B4-BE49-F238E27FC236}">
                <a16:creationId xmlns:a16="http://schemas.microsoft.com/office/drawing/2014/main" id="{AACC4529-532F-21E7-9DA3-7FF9349CB924}"/>
              </a:ext>
            </a:extLst>
          </p:cNvPr>
          <p:cNvGrpSpPr/>
          <p:nvPr/>
        </p:nvGrpSpPr>
        <p:grpSpPr>
          <a:xfrm>
            <a:off x="9981133" y="1385516"/>
            <a:ext cx="158750" cy="249237"/>
            <a:chOff x="8824913" y="1690688"/>
            <a:chExt cx="158750" cy="249237"/>
          </a:xfrm>
          <a:solidFill>
            <a:schemeClr val="tx2"/>
          </a:solidFill>
        </p:grpSpPr>
        <p:sp>
          <p:nvSpPr>
            <p:cNvPr id="389" name="Freeform 319">
              <a:extLst>
                <a:ext uri="{FF2B5EF4-FFF2-40B4-BE49-F238E27FC236}">
                  <a16:creationId xmlns:a16="http://schemas.microsoft.com/office/drawing/2014/main" id="{887D6FD6-B5C8-425A-C787-CB43A75C46C3}"/>
                </a:ext>
              </a:extLst>
            </p:cNvPr>
            <p:cNvSpPr>
              <a:spLocks noChangeArrowheads="1"/>
            </p:cNvSpPr>
            <p:nvPr/>
          </p:nvSpPr>
          <p:spPr bwMode="auto">
            <a:xfrm>
              <a:off x="8824913" y="1690688"/>
              <a:ext cx="158750" cy="249237"/>
            </a:xfrm>
            <a:custGeom>
              <a:avLst/>
              <a:gdLst>
                <a:gd name="T0" fmla="*/ 369 w 443"/>
                <a:gd name="T1" fmla="*/ 206 h 693"/>
                <a:gd name="T2" fmla="*/ 369 w 443"/>
                <a:gd name="T3" fmla="*/ 206 h 693"/>
                <a:gd name="T4" fmla="*/ 383 w 443"/>
                <a:gd name="T5" fmla="*/ 192 h 693"/>
                <a:gd name="T6" fmla="*/ 383 w 443"/>
                <a:gd name="T7" fmla="*/ 162 h 693"/>
                <a:gd name="T8" fmla="*/ 336 w 443"/>
                <a:gd name="T9" fmla="*/ 47 h 693"/>
                <a:gd name="T10" fmla="*/ 336 w 443"/>
                <a:gd name="T11" fmla="*/ 47 h 693"/>
                <a:gd name="T12" fmla="*/ 221 w 443"/>
                <a:gd name="T13" fmla="*/ 0 h 693"/>
                <a:gd name="T14" fmla="*/ 59 w 443"/>
                <a:gd name="T15" fmla="*/ 162 h 693"/>
                <a:gd name="T16" fmla="*/ 59 w 443"/>
                <a:gd name="T17" fmla="*/ 322 h 693"/>
                <a:gd name="T18" fmla="*/ 0 w 443"/>
                <a:gd name="T19" fmla="*/ 471 h 693"/>
                <a:gd name="T20" fmla="*/ 221 w 443"/>
                <a:gd name="T21" fmla="*/ 692 h 693"/>
                <a:gd name="T22" fmla="*/ 442 w 443"/>
                <a:gd name="T23" fmla="*/ 471 h 693"/>
                <a:gd name="T24" fmla="*/ 221 w 443"/>
                <a:gd name="T25" fmla="*/ 250 h 693"/>
                <a:gd name="T26" fmla="*/ 88 w 443"/>
                <a:gd name="T27" fmla="*/ 296 h 693"/>
                <a:gd name="T28" fmla="*/ 88 w 443"/>
                <a:gd name="T29" fmla="*/ 162 h 693"/>
                <a:gd name="T30" fmla="*/ 127 w 443"/>
                <a:gd name="T31" fmla="*/ 69 h 693"/>
                <a:gd name="T32" fmla="*/ 221 w 443"/>
                <a:gd name="T33" fmla="*/ 29 h 693"/>
                <a:gd name="T34" fmla="*/ 315 w 443"/>
                <a:gd name="T35" fmla="*/ 68 h 693"/>
                <a:gd name="T36" fmla="*/ 354 w 443"/>
                <a:gd name="T37" fmla="*/ 162 h 693"/>
                <a:gd name="T38" fmla="*/ 354 w 443"/>
                <a:gd name="T39" fmla="*/ 192 h 693"/>
                <a:gd name="T40" fmla="*/ 369 w 443"/>
                <a:gd name="T41" fmla="*/ 206 h 693"/>
                <a:gd name="T42" fmla="*/ 356 w 443"/>
                <a:gd name="T43" fmla="*/ 336 h 693"/>
                <a:gd name="T44" fmla="*/ 356 w 443"/>
                <a:gd name="T45" fmla="*/ 336 h 693"/>
                <a:gd name="T46" fmla="*/ 413 w 443"/>
                <a:gd name="T47" fmla="*/ 471 h 693"/>
                <a:gd name="T48" fmla="*/ 356 w 443"/>
                <a:gd name="T49" fmla="*/ 606 h 693"/>
                <a:gd name="T50" fmla="*/ 221 w 443"/>
                <a:gd name="T51" fmla="*/ 663 h 693"/>
                <a:gd name="T52" fmla="*/ 86 w 443"/>
                <a:gd name="T53" fmla="*/ 606 h 693"/>
                <a:gd name="T54" fmla="*/ 29 w 443"/>
                <a:gd name="T55" fmla="*/ 471 h 693"/>
                <a:gd name="T56" fmla="*/ 84 w 443"/>
                <a:gd name="T57" fmla="*/ 338 h 693"/>
                <a:gd name="T58" fmla="*/ 84 w 443"/>
                <a:gd name="T59" fmla="*/ 337 h 693"/>
                <a:gd name="T60" fmla="*/ 86 w 443"/>
                <a:gd name="T61" fmla="*/ 336 h 693"/>
                <a:gd name="T62" fmla="*/ 221 w 443"/>
                <a:gd name="T63" fmla="*/ 280 h 693"/>
                <a:gd name="T64" fmla="*/ 356 w 443"/>
                <a:gd name="T65" fmla="*/ 336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3" h="693">
                  <a:moveTo>
                    <a:pt x="369" y="206"/>
                  </a:moveTo>
                  <a:lnTo>
                    <a:pt x="369" y="206"/>
                  </a:lnTo>
                  <a:cubicBezTo>
                    <a:pt x="376" y="206"/>
                    <a:pt x="383" y="200"/>
                    <a:pt x="383" y="192"/>
                  </a:cubicBezTo>
                  <a:cubicBezTo>
                    <a:pt x="383" y="162"/>
                    <a:pt x="383" y="162"/>
                    <a:pt x="383" y="162"/>
                  </a:cubicBezTo>
                  <a:cubicBezTo>
                    <a:pt x="383" y="117"/>
                    <a:pt x="365" y="77"/>
                    <a:pt x="336" y="47"/>
                  </a:cubicBezTo>
                  <a:lnTo>
                    <a:pt x="336" y="47"/>
                  </a:lnTo>
                  <a:cubicBezTo>
                    <a:pt x="307" y="18"/>
                    <a:pt x="265" y="0"/>
                    <a:pt x="221" y="0"/>
                  </a:cubicBezTo>
                  <a:cubicBezTo>
                    <a:pt x="131" y="0"/>
                    <a:pt x="59" y="73"/>
                    <a:pt x="59" y="162"/>
                  </a:cubicBezTo>
                  <a:cubicBezTo>
                    <a:pt x="59" y="322"/>
                    <a:pt x="59" y="322"/>
                    <a:pt x="59" y="322"/>
                  </a:cubicBezTo>
                  <a:cubicBezTo>
                    <a:pt x="22" y="360"/>
                    <a:pt x="0" y="414"/>
                    <a:pt x="0" y="471"/>
                  </a:cubicBezTo>
                  <a:cubicBezTo>
                    <a:pt x="0" y="594"/>
                    <a:pt x="98" y="692"/>
                    <a:pt x="221" y="692"/>
                  </a:cubicBezTo>
                  <a:cubicBezTo>
                    <a:pt x="343" y="692"/>
                    <a:pt x="442" y="594"/>
                    <a:pt x="442" y="471"/>
                  </a:cubicBezTo>
                  <a:cubicBezTo>
                    <a:pt x="442" y="349"/>
                    <a:pt x="343" y="250"/>
                    <a:pt x="221" y="250"/>
                  </a:cubicBezTo>
                  <a:cubicBezTo>
                    <a:pt x="171" y="250"/>
                    <a:pt x="126" y="268"/>
                    <a:pt x="88" y="296"/>
                  </a:cubicBezTo>
                  <a:cubicBezTo>
                    <a:pt x="88" y="162"/>
                    <a:pt x="88" y="162"/>
                    <a:pt x="88" y="162"/>
                  </a:cubicBezTo>
                  <a:cubicBezTo>
                    <a:pt x="88" y="126"/>
                    <a:pt x="104" y="92"/>
                    <a:pt x="127" y="69"/>
                  </a:cubicBezTo>
                  <a:cubicBezTo>
                    <a:pt x="151" y="44"/>
                    <a:pt x="184" y="29"/>
                    <a:pt x="221" y="29"/>
                  </a:cubicBezTo>
                  <a:cubicBezTo>
                    <a:pt x="257" y="29"/>
                    <a:pt x="290" y="44"/>
                    <a:pt x="315" y="68"/>
                  </a:cubicBezTo>
                  <a:cubicBezTo>
                    <a:pt x="338" y="92"/>
                    <a:pt x="354" y="126"/>
                    <a:pt x="354" y="162"/>
                  </a:cubicBezTo>
                  <a:cubicBezTo>
                    <a:pt x="354" y="192"/>
                    <a:pt x="354" y="192"/>
                    <a:pt x="354" y="192"/>
                  </a:cubicBezTo>
                  <a:cubicBezTo>
                    <a:pt x="354" y="200"/>
                    <a:pt x="361" y="206"/>
                    <a:pt x="369" y="206"/>
                  </a:cubicBezTo>
                  <a:close/>
                  <a:moveTo>
                    <a:pt x="356" y="336"/>
                  </a:moveTo>
                  <a:lnTo>
                    <a:pt x="356" y="336"/>
                  </a:lnTo>
                  <a:cubicBezTo>
                    <a:pt x="391" y="372"/>
                    <a:pt x="413" y="418"/>
                    <a:pt x="413" y="471"/>
                  </a:cubicBezTo>
                  <a:cubicBezTo>
                    <a:pt x="413" y="525"/>
                    <a:pt x="391" y="572"/>
                    <a:pt x="356" y="606"/>
                  </a:cubicBezTo>
                  <a:cubicBezTo>
                    <a:pt x="322" y="642"/>
                    <a:pt x="274" y="663"/>
                    <a:pt x="221" y="663"/>
                  </a:cubicBezTo>
                  <a:cubicBezTo>
                    <a:pt x="169" y="663"/>
                    <a:pt x="120" y="642"/>
                    <a:pt x="86" y="606"/>
                  </a:cubicBezTo>
                  <a:cubicBezTo>
                    <a:pt x="51" y="572"/>
                    <a:pt x="29" y="525"/>
                    <a:pt x="29" y="471"/>
                  </a:cubicBezTo>
                  <a:cubicBezTo>
                    <a:pt x="29" y="420"/>
                    <a:pt x="50" y="373"/>
                    <a:pt x="84" y="338"/>
                  </a:cubicBezTo>
                  <a:lnTo>
                    <a:pt x="84" y="337"/>
                  </a:lnTo>
                  <a:cubicBezTo>
                    <a:pt x="84" y="337"/>
                    <a:pt x="86" y="337"/>
                    <a:pt x="86" y="336"/>
                  </a:cubicBezTo>
                  <a:cubicBezTo>
                    <a:pt x="120" y="301"/>
                    <a:pt x="169" y="280"/>
                    <a:pt x="221" y="280"/>
                  </a:cubicBezTo>
                  <a:cubicBezTo>
                    <a:pt x="274" y="280"/>
                    <a:pt x="322" y="301"/>
                    <a:pt x="356" y="3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0" name="Freeform 320">
              <a:extLst>
                <a:ext uri="{FF2B5EF4-FFF2-40B4-BE49-F238E27FC236}">
                  <a16:creationId xmlns:a16="http://schemas.microsoft.com/office/drawing/2014/main" id="{7A1879CD-4783-1632-E475-8F412985503C}"/>
                </a:ext>
              </a:extLst>
            </p:cNvPr>
            <p:cNvSpPr>
              <a:spLocks noChangeArrowheads="1"/>
            </p:cNvSpPr>
            <p:nvPr/>
          </p:nvSpPr>
          <p:spPr bwMode="auto">
            <a:xfrm>
              <a:off x="8888413" y="1833563"/>
              <a:ext cx="31750" cy="53975"/>
            </a:xfrm>
            <a:custGeom>
              <a:avLst/>
              <a:gdLst>
                <a:gd name="T0" fmla="*/ 29 w 89"/>
                <a:gd name="T1" fmla="*/ 85 h 149"/>
                <a:gd name="T2" fmla="*/ 29 w 89"/>
                <a:gd name="T3" fmla="*/ 85 h 149"/>
                <a:gd name="T4" fmla="*/ 29 w 89"/>
                <a:gd name="T5" fmla="*/ 132 h 149"/>
                <a:gd name="T6" fmla="*/ 44 w 89"/>
                <a:gd name="T7" fmla="*/ 148 h 149"/>
                <a:gd name="T8" fmla="*/ 59 w 89"/>
                <a:gd name="T9" fmla="*/ 132 h 149"/>
                <a:gd name="T10" fmla="*/ 59 w 89"/>
                <a:gd name="T11" fmla="*/ 85 h 149"/>
                <a:gd name="T12" fmla="*/ 88 w 89"/>
                <a:gd name="T13" fmla="*/ 44 h 149"/>
                <a:gd name="T14" fmla="*/ 44 w 89"/>
                <a:gd name="T15" fmla="*/ 0 h 149"/>
                <a:gd name="T16" fmla="*/ 0 w 89"/>
                <a:gd name="T17" fmla="*/ 44 h 149"/>
                <a:gd name="T18" fmla="*/ 29 w 89"/>
                <a:gd name="T19"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29" y="85"/>
                  </a:moveTo>
                  <a:lnTo>
                    <a:pt x="29" y="85"/>
                  </a:lnTo>
                  <a:cubicBezTo>
                    <a:pt x="29" y="132"/>
                    <a:pt x="29" y="132"/>
                    <a:pt x="29" y="132"/>
                  </a:cubicBezTo>
                  <a:cubicBezTo>
                    <a:pt x="29" y="141"/>
                    <a:pt x="36" y="148"/>
                    <a:pt x="44" y="148"/>
                  </a:cubicBezTo>
                  <a:cubicBezTo>
                    <a:pt x="52" y="148"/>
                    <a:pt x="59" y="141"/>
                    <a:pt x="59" y="132"/>
                  </a:cubicBezTo>
                  <a:cubicBezTo>
                    <a:pt x="59" y="85"/>
                    <a:pt x="59" y="85"/>
                    <a:pt x="59" y="85"/>
                  </a:cubicBezTo>
                  <a:cubicBezTo>
                    <a:pt x="76" y="80"/>
                    <a:pt x="88" y="63"/>
                    <a:pt x="88" y="44"/>
                  </a:cubicBezTo>
                  <a:cubicBezTo>
                    <a:pt x="88" y="19"/>
                    <a:pt x="69" y="0"/>
                    <a:pt x="44" y="0"/>
                  </a:cubicBezTo>
                  <a:cubicBezTo>
                    <a:pt x="19" y="0"/>
                    <a:pt x="0" y="19"/>
                    <a:pt x="0" y="44"/>
                  </a:cubicBezTo>
                  <a:cubicBezTo>
                    <a:pt x="0" y="63"/>
                    <a:pt x="12" y="80"/>
                    <a:pt x="29"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1" name="Group 393">
            <a:extLst>
              <a:ext uri="{FF2B5EF4-FFF2-40B4-BE49-F238E27FC236}">
                <a16:creationId xmlns:a16="http://schemas.microsoft.com/office/drawing/2014/main" id="{81DAA8B6-C131-601F-FCD4-17DBAF31ABCE}"/>
              </a:ext>
            </a:extLst>
          </p:cNvPr>
          <p:cNvGrpSpPr/>
          <p:nvPr/>
        </p:nvGrpSpPr>
        <p:grpSpPr>
          <a:xfrm>
            <a:off x="10457383" y="879896"/>
            <a:ext cx="234950" cy="255588"/>
            <a:chOff x="9301163" y="1174750"/>
            <a:chExt cx="234950" cy="255588"/>
          </a:xfrm>
          <a:solidFill>
            <a:schemeClr val="tx2"/>
          </a:solidFill>
        </p:grpSpPr>
        <p:sp>
          <p:nvSpPr>
            <p:cNvPr id="392" name="Freeform 321">
              <a:extLst>
                <a:ext uri="{FF2B5EF4-FFF2-40B4-BE49-F238E27FC236}">
                  <a16:creationId xmlns:a16="http://schemas.microsoft.com/office/drawing/2014/main" id="{B328637F-A1F6-EBA1-9DFA-5A7B495AC95C}"/>
                </a:ext>
              </a:extLst>
            </p:cNvPr>
            <p:cNvSpPr>
              <a:spLocks noChangeArrowheads="1"/>
            </p:cNvSpPr>
            <p:nvPr/>
          </p:nvSpPr>
          <p:spPr bwMode="auto">
            <a:xfrm>
              <a:off x="9301163" y="1174750"/>
              <a:ext cx="74612" cy="74613"/>
            </a:xfrm>
            <a:custGeom>
              <a:avLst/>
              <a:gdLst>
                <a:gd name="T0" fmla="*/ 16 w 208"/>
                <a:gd name="T1" fmla="*/ 208 h 209"/>
                <a:gd name="T2" fmla="*/ 16 w 208"/>
                <a:gd name="T3" fmla="*/ 208 h 209"/>
                <a:gd name="T4" fmla="*/ 163 w 208"/>
                <a:gd name="T5" fmla="*/ 208 h 209"/>
                <a:gd name="T6" fmla="*/ 207 w 208"/>
                <a:gd name="T7" fmla="*/ 163 h 209"/>
                <a:gd name="T8" fmla="*/ 207 w 208"/>
                <a:gd name="T9" fmla="*/ 16 h 209"/>
                <a:gd name="T10" fmla="*/ 199 w 208"/>
                <a:gd name="T11" fmla="*/ 2 h 209"/>
                <a:gd name="T12" fmla="*/ 182 w 208"/>
                <a:gd name="T13" fmla="*/ 6 h 209"/>
                <a:gd name="T14" fmla="*/ 5 w 208"/>
                <a:gd name="T15" fmla="*/ 183 h 209"/>
                <a:gd name="T16" fmla="*/ 2 w 208"/>
                <a:gd name="T17" fmla="*/ 198 h 209"/>
                <a:gd name="T18" fmla="*/ 16 w 208"/>
                <a:gd name="T19" fmla="*/ 208 h 209"/>
                <a:gd name="T20" fmla="*/ 178 w 208"/>
                <a:gd name="T21" fmla="*/ 52 h 209"/>
                <a:gd name="T22" fmla="*/ 178 w 208"/>
                <a:gd name="T23" fmla="*/ 52 h 209"/>
                <a:gd name="T24" fmla="*/ 178 w 208"/>
                <a:gd name="T25" fmla="*/ 163 h 209"/>
                <a:gd name="T26" fmla="*/ 163 w 208"/>
                <a:gd name="T27" fmla="*/ 177 h 209"/>
                <a:gd name="T28" fmla="*/ 51 w 208"/>
                <a:gd name="T29" fmla="*/ 177 h 209"/>
                <a:gd name="T30" fmla="*/ 178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6" y="208"/>
                  </a:moveTo>
                  <a:lnTo>
                    <a:pt x="16" y="208"/>
                  </a:lnTo>
                  <a:cubicBezTo>
                    <a:pt x="163" y="208"/>
                    <a:pt x="163" y="208"/>
                    <a:pt x="163" y="208"/>
                  </a:cubicBezTo>
                  <a:cubicBezTo>
                    <a:pt x="187" y="208"/>
                    <a:pt x="207" y="187"/>
                    <a:pt x="207" y="163"/>
                  </a:cubicBezTo>
                  <a:cubicBezTo>
                    <a:pt x="207" y="16"/>
                    <a:pt x="207" y="16"/>
                    <a:pt x="207" y="16"/>
                  </a:cubicBezTo>
                  <a:cubicBezTo>
                    <a:pt x="207" y="10"/>
                    <a:pt x="204" y="5"/>
                    <a:pt x="199" y="2"/>
                  </a:cubicBezTo>
                  <a:cubicBezTo>
                    <a:pt x="193" y="0"/>
                    <a:pt x="186" y="2"/>
                    <a:pt x="182" y="6"/>
                  </a:cubicBezTo>
                  <a:cubicBezTo>
                    <a:pt x="5" y="183"/>
                    <a:pt x="5" y="183"/>
                    <a:pt x="5" y="183"/>
                  </a:cubicBezTo>
                  <a:cubicBezTo>
                    <a:pt x="1" y="187"/>
                    <a:pt x="0" y="192"/>
                    <a:pt x="2" y="198"/>
                  </a:cubicBezTo>
                  <a:cubicBezTo>
                    <a:pt x="4" y="204"/>
                    <a:pt x="9" y="208"/>
                    <a:pt x="16" y="208"/>
                  </a:cubicBezTo>
                  <a:close/>
                  <a:moveTo>
                    <a:pt x="178" y="52"/>
                  </a:moveTo>
                  <a:lnTo>
                    <a:pt x="178" y="52"/>
                  </a:lnTo>
                  <a:cubicBezTo>
                    <a:pt x="178" y="163"/>
                    <a:pt x="178" y="163"/>
                    <a:pt x="178" y="163"/>
                  </a:cubicBezTo>
                  <a:cubicBezTo>
                    <a:pt x="178" y="172"/>
                    <a:pt x="171" y="177"/>
                    <a:pt x="163" y="177"/>
                  </a:cubicBezTo>
                  <a:cubicBezTo>
                    <a:pt x="51" y="177"/>
                    <a:pt x="51" y="177"/>
                    <a:pt x="51" y="177"/>
                  </a:cubicBezTo>
                  <a:lnTo>
                    <a:pt x="178" y="5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3" name="Freeform 322">
              <a:extLst>
                <a:ext uri="{FF2B5EF4-FFF2-40B4-BE49-F238E27FC236}">
                  <a16:creationId xmlns:a16="http://schemas.microsoft.com/office/drawing/2014/main" id="{A9C7F7EC-AE96-3A02-4860-9D9503E4F266}"/>
                </a:ext>
              </a:extLst>
            </p:cNvPr>
            <p:cNvSpPr>
              <a:spLocks noChangeArrowheads="1"/>
            </p:cNvSpPr>
            <p:nvPr/>
          </p:nvSpPr>
          <p:spPr bwMode="auto">
            <a:xfrm>
              <a:off x="9301163" y="1260475"/>
              <a:ext cx="212725" cy="169863"/>
            </a:xfrm>
            <a:custGeom>
              <a:avLst/>
              <a:gdLst>
                <a:gd name="T0" fmla="*/ 0 w 591"/>
                <a:gd name="T1" fmla="*/ 425 h 471"/>
                <a:gd name="T2" fmla="*/ 0 w 591"/>
                <a:gd name="T3" fmla="*/ 425 h 471"/>
                <a:gd name="T4" fmla="*/ 44 w 591"/>
                <a:gd name="T5" fmla="*/ 470 h 471"/>
                <a:gd name="T6" fmla="*/ 546 w 591"/>
                <a:gd name="T7" fmla="*/ 470 h 471"/>
                <a:gd name="T8" fmla="*/ 590 w 591"/>
                <a:gd name="T9" fmla="*/ 425 h 471"/>
                <a:gd name="T10" fmla="*/ 590 w 591"/>
                <a:gd name="T11" fmla="*/ 192 h 471"/>
                <a:gd name="T12" fmla="*/ 575 w 591"/>
                <a:gd name="T13" fmla="*/ 177 h 471"/>
                <a:gd name="T14" fmla="*/ 559 w 591"/>
                <a:gd name="T15" fmla="*/ 192 h 471"/>
                <a:gd name="T16" fmla="*/ 559 w 591"/>
                <a:gd name="T17" fmla="*/ 192 h 471"/>
                <a:gd name="T18" fmla="*/ 559 w 591"/>
                <a:gd name="T19" fmla="*/ 425 h 471"/>
                <a:gd name="T20" fmla="*/ 546 w 591"/>
                <a:gd name="T21" fmla="*/ 441 h 471"/>
                <a:gd name="T22" fmla="*/ 44 w 591"/>
                <a:gd name="T23" fmla="*/ 441 h 471"/>
                <a:gd name="T24" fmla="*/ 29 w 591"/>
                <a:gd name="T25" fmla="*/ 425 h 471"/>
                <a:gd name="T26" fmla="*/ 29 w 591"/>
                <a:gd name="T27" fmla="*/ 15 h 471"/>
                <a:gd name="T28" fmla="*/ 15 w 591"/>
                <a:gd name="T29" fmla="*/ 0 h 471"/>
                <a:gd name="T30" fmla="*/ 0 w 591"/>
                <a:gd name="T31" fmla="*/ 15 h 471"/>
                <a:gd name="T32" fmla="*/ 0 w 591"/>
                <a:gd name="T33" fmla="*/ 425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91" h="471">
                  <a:moveTo>
                    <a:pt x="0" y="425"/>
                  </a:moveTo>
                  <a:lnTo>
                    <a:pt x="0" y="425"/>
                  </a:lnTo>
                  <a:cubicBezTo>
                    <a:pt x="0" y="450"/>
                    <a:pt x="19" y="470"/>
                    <a:pt x="44" y="470"/>
                  </a:cubicBezTo>
                  <a:cubicBezTo>
                    <a:pt x="546" y="470"/>
                    <a:pt x="546" y="470"/>
                    <a:pt x="546" y="470"/>
                  </a:cubicBezTo>
                  <a:cubicBezTo>
                    <a:pt x="569" y="470"/>
                    <a:pt x="590" y="450"/>
                    <a:pt x="590" y="425"/>
                  </a:cubicBezTo>
                  <a:cubicBezTo>
                    <a:pt x="590" y="192"/>
                    <a:pt x="590" y="192"/>
                    <a:pt x="590" y="192"/>
                  </a:cubicBezTo>
                  <a:cubicBezTo>
                    <a:pt x="590" y="184"/>
                    <a:pt x="583" y="177"/>
                    <a:pt x="575" y="177"/>
                  </a:cubicBezTo>
                  <a:cubicBezTo>
                    <a:pt x="566" y="177"/>
                    <a:pt x="559" y="184"/>
                    <a:pt x="559" y="192"/>
                  </a:cubicBezTo>
                  <a:lnTo>
                    <a:pt x="559" y="192"/>
                  </a:lnTo>
                  <a:cubicBezTo>
                    <a:pt x="559" y="425"/>
                    <a:pt x="559" y="425"/>
                    <a:pt x="559" y="425"/>
                  </a:cubicBezTo>
                  <a:cubicBezTo>
                    <a:pt x="559" y="434"/>
                    <a:pt x="553" y="441"/>
                    <a:pt x="546" y="441"/>
                  </a:cubicBezTo>
                  <a:cubicBezTo>
                    <a:pt x="44" y="441"/>
                    <a:pt x="44" y="441"/>
                    <a:pt x="44" y="441"/>
                  </a:cubicBezTo>
                  <a:cubicBezTo>
                    <a:pt x="36" y="441"/>
                    <a:pt x="29" y="434"/>
                    <a:pt x="29" y="425"/>
                  </a:cubicBezTo>
                  <a:cubicBezTo>
                    <a:pt x="29" y="15"/>
                    <a:pt x="29" y="15"/>
                    <a:pt x="29" y="15"/>
                  </a:cubicBezTo>
                  <a:cubicBezTo>
                    <a:pt x="29" y="7"/>
                    <a:pt x="22" y="0"/>
                    <a:pt x="15" y="0"/>
                  </a:cubicBezTo>
                  <a:cubicBezTo>
                    <a:pt x="7" y="0"/>
                    <a:pt x="0" y="7"/>
                    <a:pt x="0" y="15"/>
                  </a:cubicBezTo>
                  <a:lnTo>
                    <a:pt x="0" y="4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4" name="Freeform 323">
              <a:extLst>
                <a:ext uri="{FF2B5EF4-FFF2-40B4-BE49-F238E27FC236}">
                  <a16:creationId xmlns:a16="http://schemas.microsoft.com/office/drawing/2014/main" id="{430A59EC-FB66-3978-BF4C-681CA379915D}"/>
                </a:ext>
              </a:extLst>
            </p:cNvPr>
            <p:cNvSpPr>
              <a:spLocks noChangeArrowheads="1"/>
            </p:cNvSpPr>
            <p:nvPr/>
          </p:nvSpPr>
          <p:spPr bwMode="auto">
            <a:xfrm>
              <a:off x="9386888" y="1174750"/>
              <a:ext cx="128587" cy="74613"/>
            </a:xfrm>
            <a:custGeom>
              <a:avLst/>
              <a:gdLst>
                <a:gd name="T0" fmla="*/ 339 w 355"/>
                <a:gd name="T1" fmla="*/ 208 h 209"/>
                <a:gd name="T2" fmla="*/ 339 w 355"/>
                <a:gd name="T3" fmla="*/ 208 h 209"/>
                <a:gd name="T4" fmla="*/ 354 w 355"/>
                <a:gd name="T5" fmla="*/ 192 h 209"/>
                <a:gd name="T6" fmla="*/ 354 w 355"/>
                <a:gd name="T7" fmla="*/ 45 h 209"/>
                <a:gd name="T8" fmla="*/ 310 w 355"/>
                <a:gd name="T9" fmla="*/ 0 h 209"/>
                <a:gd name="T10" fmla="*/ 14 w 355"/>
                <a:gd name="T11" fmla="*/ 0 h 209"/>
                <a:gd name="T12" fmla="*/ 0 w 355"/>
                <a:gd name="T13" fmla="*/ 16 h 209"/>
                <a:gd name="T14" fmla="*/ 14 w 355"/>
                <a:gd name="T15" fmla="*/ 31 h 209"/>
                <a:gd name="T16" fmla="*/ 310 w 355"/>
                <a:gd name="T17" fmla="*/ 31 h 209"/>
                <a:gd name="T18" fmla="*/ 323 w 355"/>
                <a:gd name="T19" fmla="*/ 45 h 209"/>
                <a:gd name="T20" fmla="*/ 323 w 355"/>
                <a:gd name="T21" fmla="*/ 192 h 209"/>
                <a:gd name="T22" fmla="*/ 339 w 355"/>
                <a:gd name="T23" fmla="*/ 20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209">
                  <a:moveTo>
                    <a:pt x="339" y="208"/>
                  </a:moveTo>
                  <a:lnTo>
                    <a:pt x="339" y="208"/>
                  </a:lnTo>
                  <a:cubicBezTo>
                    <a:pt x="347" y="208"/>
                    <a:pt x="354" y="201"/>
                    <a:pt x="354" y="192"/>
                  </a:cubicBezTo>
                  <a:cubicBezTo>
                    <a:pt x="354" y="45"/>
                    <a:pt x="354" y="45"/>
                    <a:pt x="354" y="45"/>
                  </a:cubicBezTo>
                  <a:cubicBezTo>
                    <a:pt x="354" y="21"/>
                    <a:pt x="333" y="0"/>
                    <a:pt x="310" y="0"/>
                  </a:cubicBezTo>
                  <a:cubicBezTo>
                    <a:pt x="14" y="0"/>
                    <a:pt x="14" y="0"/>
                    <a:pt x="14" y="0"/>
                  </a:cubicBezTo>
                  <a:cubicBezTo>
                    <a:pt x="6" y="0"/>
                    <a:pt x="0" y="7"/>
                    <a:pt x="0" y="16"/>
                  </a:cubicBezTo>
                  <a:cubicBezTo>
                    <a:pt x="0" y="24"/>
                    <a:pt x="6" y="31"/>
                    <a:pt x="14" y="31"/>
                  </a:cubicBezTo>
                  <a:cubicBezTo>
                    <a:pt x="310" y="31"/>
                    <a:pt x="310" y="31"/>
                    <a:pt x="310" y="31"/>
                  </a:cubicBezTo>
                  <a:cubicBezTo>
                    <a:pt x="317" y="31"/>
                    <a:pt x="323" y="38"/>
                    <a:pt x="323" y="45"/>
                  </a:cubicBezTo>
                  <a:cubicBezTo>
                    <a:pt x="323" y="192"/>
                    <a:pt x="323" y="192"/>
                    <a:pt x="323" y="192"/>
                  </a:cubicBezTo>
                  <a:cubicBezTo>
                    <a:pt x="323" y="201"/>
                    <a:pt x="330" y="208"/>
                    <a:pt x="339" y="2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5" name="Freeform 324">
              <a:extLst>
                <a:ext uri="{FF2B5EF4-FFF2-40B4-BE49-F238E27FC236}">
                  <a16:creationId xmlns:a16="http://schemas.microsoft.com/office/drawing/2014/main" id="{DBA83E90-EAFA-4D5A-6D27-A017F60E52AC}"/>
                </a:ext>
              </a:extLst>
            </p:cNvPr>
            <p:cNvSpPr>
              <a:spLocks noChangeArrowheads="1"/>
            </p:cNvSpPr>
            <p:nvPr/>
          </p:nvSpPr>
          <p:spPr bwMode="auto">
            <a:xfrm>
              <a:off x="9393238" y="1257300"/>
              <a:ext cx="142875" cy="142875"/>
            </a:xfrm>
            <a:custGeom>
              <a:avLst/>
              <a:gdLst>
                <a:gd name="T0" fmla="*/ 391 w 396"/>
                <a:gd name="T1" fmla="*/ 67 h 397"/>
                <a:gd name="T2" fmla="*/ 391 w 396"/>
                <a:gd name="T3" fmla="*/ 67 h 397"/>
                <a:gd name="T4" fmla="*/ 328 w 396"/>
                <a:gd name="T5" fmla="*/ 5 h 397"/>
                <a:gd name="T6" fmla="*/ 319 w 396"/>
                <a:gd name="T7" fmla="*/ 0 h 397"/>
                <a:gd name="T8" fmla="*/ 308 w 396"/>
                <a:gd name="T9" fmla="*/ 5 h 397"/>
                <a:gd name="T10" fmla="*/ 58 w 396"/>
                <a:gd name="T11" fmla="*/ 255 h 397"/>
                <a:gd name="T12" fmla="*/ 55 w 396"/>
                <a:gd name="T13" fmla="*/ 259 h 397"/>
                <a:gd name="T14" fmla="*/ 3 w 396"/>
                <a:gd name="T15" fmla="*/ 374 h 397"/>
                <a:gd name="T16" fmla="*/ 5 w 396"/>
                <a:gd name="T17" fmla="*/ 390 h 397"/>
                <a:gd name="T18" fmla="*/ 22 w 396"/>
                <a:gd name="T19" fmla="*/ 393 h 397"/>
                <a:gd name="T20" fmla="*/ 137 w 396"/>
                <a:gd name="T21" fmla="*/ 341 h 397"/>
                <a:gd name="T22" fmla="*/ 141 w 396"/>
                <a:gd name="T23" fmla="*/ 338 h 397"/>
                <a:gd name="T24" fmla="*/ 391 w 396"/>
                <a:gd name="T25" fmla="*/ 88 h 397"/>
                <a:gd name="T26" fmla="*/ 395 w 396"/>
                <a:gd name="T27" fmla="*/ 77 h 397"/>
                <a:gd name="T28" fmla="*/ 391 w 396"/>
                <a:gd name="T29" fmla="*/ 67 h 397"/>
                <a:gd name="T30" fmla="*/ 73 w 396"/>
                <a:gd name="T31" fmla="*/ 291 h 397"/>
                <a:gd name="T32" fmla="*/ 73 w 396"/>
                <a:gd name="T33" fmla="*/ 291 h 397"/>
                <a:gd name="T34" fmla="*/ 105 w 396"/>
                <a:gd name="T35" fmla="*/ 323 h 397"/>
                <a:gd name="T36" fmla="*/ 45 w 396"/>
                <a:gd name="T37" fmla="*/ 350 h 397"/>
                <a:gd name="T38" fmla="*/ 73 w 396"/>
                <a:gd name="T39" fmla="*/ 291 h 397"/>
                <a:gd name="T40" fmla="*/ 131 w 396"/>
                <a:gd name="T41" fmla="*/ 306 h 397"/>
                <a:gd name="T42" fmla="*/ 131 w 396"/>
                <a:gd name="T43" fmla="*/ 306 h 397"/>
                <a:gd name="T44" fmla="*/ 90 w 396"/>
                <a:gd name="T45" fmla="*/ 265 h 397"/>
                <a:gd name="T46" fmla="*/ 269 w 396"/>
                <a:gd name="T47" fmla="*/ 85 h 397"/>
                <a:gd name="T48" fmla="*/ 311 w 396"/>
                <a:gd name="T49" fmla="*/ 127 h 397"/>
                <a:gd name="T50" fmla="*/ 131 w 396"/>
                <a:gd name="T51" fmla="*/ 306 h 397"/>
                <a:gd name="T52" fmla="*/ 331 w 396"/>
                <a:gd name="T53" fmla="*/ 106 h 397"/>
                <a:gd name="T54" fmla="*/ 331 w 396"/>
                <a:gd name="T55" fmla="*/ 106 h 397"/>
                <a:gd name="T56" fmla="*/ 290 w 396"/>
                <a:gd name="T57" fmla="*/ 64 h 397"/>
                <a:gd name="T58" fmla="*/ 319 w 396"/>
                <a:gd name="T59" fmla="*/ 35 h 397"/>
                <a:gd name="T60" fmla="*/ 360 w 396"/>
                <a:gd name="T61" fmla="*/ 77 h 397"/>
                <a:gd name="T62" fmla="*/ 331 w 396"/>
                <a:gd name="T63" fmla="*/ 106 h 3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96" h="397">
                  <a:moveTo>
                    <a:pt x="391" y="67"/>
                  </a:moveTo>
                  <a:lnTo>
                    <a:pt x="391" y="67"/>
                  </a:lnTo>
                  <a:cubicBezTo>
                    <a:pt x="328" y="5"/>
                    <a:pt x="328" y="5"/>
                    <a:pt x="328" y="5"/>
                  </a:cubicBezTo>
                  <a:cubicBezTo>
                    <a:pt x="326" y="2"/>
                    <a:pt x="322" y="0"/>
                    <a:pt x="319" y="0"/>
                  </a:cubicBezTo>
                  <a:cubicBezTo>
                    <a:pt x="315" y="0"/>
                    <a:pt x="311" y="2"/>
                    <a:pt x="308" y="5"/>
                  </a:cubicBezTo>
                  <a:cubicBezTo>
                    <a:pt x="58" y="255"/>
                    <a:pt x="58" y="255"/>
                    <a:pt x="58" y="255"/>
                  </a:cubicBezTo>
                  <a:cubicBezTo>
                    <a:pt x="56" y="255"/>
                    <a:pt x="55" y="258"/>
                    <a:pt x="55" y="259"/>
                  </a:cubicBezTo>
                  <a:cubicBezTo>
                    <a:pt x="3" y="374"/>
                    <a:pt x="3" y="374"/>
                    <a:pt x="3" y="374"/>
                  </a:cubicBezTo>
                  <a:cubicBezTo>
                    <a:pt x="0" y="379"/>
                    <a:pt x="1" y="385"/>
                    <a:pt x="5" y="390"/>
                  </a:cubicBezTo>
                  <a:cubicBezTo>
                    <a:pt x="9" y="395"/>
                    <a:pt x="16" y="396"/>
                    <a:pt x="22" y="393"/>
                  </a:cubicBezTo>
                  <a:cubicBezTo>
                    <a:pt x="137" y="341"/>
                    <a:pt x="137" y="341"/>
                    <a:pt x="137" y="341"/>
                  </a:cubicBezTo>
                  <a:cubicBezTo>
                    <a:pt x="138" y="341"/>
                    <a:pt x="139" y="339"/>
                    <a:pt x="141" y="338"/>
                  </a:cubicBezTo>
                  <a:cubicBezTo>
                    <a:pt x="391" y="88"/>
                    <a:pt x="391" y="88"/>
                    <a:pt x="391" y="88"/>
                  </a:cubicBezTo>
                  <a:cubicBezTo>
                    <a:pt x="393" y="85"/>
                    <a:pt x="395" y="81"/>
                    <a:pt x="395" y="77"/>
                  </a:cubicBezTo>
                  <a:cubicBezTo>
                    <a:pt x="395" y="73"/>
                    <a:pt x="393" y="70"/>
                    <a:pt x="391" y="67"/>
                  </a:cubicBezTo>
                  <a:close/>
                  <a:moveTo>
                    <a:pt x="73" y="291"/>
                  </a:moveTo>
                  <a:lnTo>
                    <a:pt x="73" y="291"/>
                  </a:lnTo>
                  <a:cubicBezTo>
                    <a:pt x="105" y="323"/>
                    <a:pt x="105" y="323"/>
                    <a:pt x="105" y="323"/>
                  </a:cubicBezTo>
                  <a:cubicBezTo>
                    <a:pt x="45" y="350"/>
                    <a:pt x="45" y="350"/>
                    <a:pt x="45" y="350"/>
                  </a:cubicBezTo>
                  <a:lnTo>
                    <a:pt x="73" y="291"/>
                  </a:lnTo>
                  <a:close/>
                  <a:moveTo>
                    <a:pt x="131" y="306"/>
                  </a:moveTo>
                  <a:lnTo>
                    <a:pt x="131" y="306"/>
                  </a:lnTo>
                  <a:cubicBezTo>
                    <a:pt x="90" y="265"/>
                    <a:pt x="90" y="265"/>
                    <a:pt x="90" y="265"/>
                  </a:cubicBezTo>
                  <a:cubicBezTo>
                    <a:pt x="269" y="85"/>
                    <a:pt x="269" y="85"/>
                    <a:pt x="269" y="85"/>
                  </a:cubicBezTo>
                  <a:cubicBezTo>
                    <a:pt x="311" y="127"/>
                    <a:pt x="311" y="127"/>
                    <a:pt x="311" y="127"/>
                  </a:cubicBezTo>
                  <a:lnTo>
                    <a:pt x="131" y="306"/>
                  </a:lnTo>
                  <a:close/>
                  <a:moveTo>
                    <a:pt x="331" y="106"/>
                  </a:moveTo>
                  <a:lnTo>
                    <a:pt x="331" y="106"/>
                  </a:lnTo>
                  <a:cubicBezTo>
                    <a:pt x="290" y="64"/>
                    <a:pt x="290" y="64"/>
                    <a:pt x="290" y="64"/>
                  </a:cubicBezTo>
                  <a:cubicBezTo>
                    <a:pt x="319" y="35"/>
                    <a:pt x="319" y="35"/>
                    <a:pt x="319" y="35"/>
                  </a:cubicBezTo>
                  <a:cubicBezTo>
                    <a:pt x="360" y="77"/>
                    <a:pt x="360" y="77"/>
                    <a:pt x="360" y="77"/>
                  </a:cubicBezTo>
                  <a:lnTo>
                    <a:pt x="331" y="1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6" name="Group 398">
            <a:extLst>
              <a:ext uri="{FF2B5EF4-FFF2-40B4-BE49-F238E27FC236}">
                <a16:creationId xmlns:a16="http://schemas.microsoft.com/office/drawing/2014/main" id="{9A929BBF-22CF-70B3-EDF5-892691018DE6}"/>
              </a:ext>
            </a:extLst>
          </p:cNvPr>
          <p:cNvGrpSpPr/>
          <p:nvPr/>
        </p:nvGrpSpPr>
        <p:grpSpPr>
          <a:xfrm>
            <a:off x="9417570" y="1382341"/>
            <a:ext cx="255588" cy="255587"/>
            <a:chOff x="8261350" y="1684338"/>
            <a:chExt cx="255588" cy="255587"/>
          </a:xfrm>
          <a:solidFill>
            <a:schemeClr val="tx2"/>
          </a:solidFill>
        </p:grpSpPr>
        <p:sp>
          <p:nvSpPr>
            <p:cNvPr id="397" name="Freeform 327">
              <a:extLst>
                <a:ext uri="{FF2B5EF4-FFF2-40B4-BE49-F238E27FC236}">
                  <a16:creationId xmlns:a16="http://schemas.microsoft.com/office/drawing/2014/main" id="{60F18053-974D-6AAC-06E4-926C65DCC640}"/>
                </a:ext>
              </a:extLst>
            </p:cNvPr>
            <p:cNvSpPr>
              <a:spLocks noChangeArrowheads="1"/>
            </p:cNvSpPr>
            <p:nvPr/>
          </p:nvSpPr>
          <p:spPr bwMode="auto">
            <a:xfrm>
              <a:off x="8261350" y="1684338"/>
              <a:ext cx="255588" cy="255587"/>
            </a:xfrm>
            <a:custGeom>
              <a:avLst/>
              <a:gdLst>
                <a:gd name="T0" fmla="*/ 354 w 709"/>
                <a:gd name="T1" fmla="*/ 0 h 709"/>
                <a:gd name="T2" fmla="*/ 354 w 709"/>
                <a:gd name="T3" fmla="*/ 0 h 709"/>
                <a:gd name="T4" fmla="*/ 1 w 709"/>
                <a:gd name="T5" fmla="*/ 353 h 709"/>
                <a:gd name="T6" fmla="*/ 52 w 709"/>
                <a:gd name="T7" fmla="*/ 537 h 709"/>
                <a:gd name="T8" fmla="*/ 2 w 709"/>
                <a:gd name="T9" fmla="*/ 688 h 709"/>
                <a:gd name="T10" fmla="*/ 5 w 709"/>
                <a:gd name="T11" fmla="*/ 703 h 709"/>
                <a:gd name="T12" fmla="*/ 20 w 709"/>
                <a:gd name="T13" fmla="*/ 707 h 709"/>
                <a:gd name="T14" fmla="*/ 180 w 709"/>
                <a:gd name="T15" fmla="*/ 661 h 709"/>
                <a:gd name="T16" fmla="*/ 354 w 709"/>
                <a:gd name="T17" fmla="*/ 707 h 709"/>
                <a:gd name="T18" fmla="*/ 708 w 709"/>
                <a:gd name="T19" fmla="*/ 353 h 709"/>
                <a:gd name="T20" fmla="*/ 354 w 709"/>
                <a:gd name="T21" fmla="*/ 0 h 709"/>
                <a:gd name="T22" fmla="*/ 584 w 709"/>
                <a:gd name="T23" fmla="*/ 583 h 709"/>
                <a:gd name="T24" fmla="*/ 584 w 709"/>
                <a:gd name="T25" fmla="*/ 583 h 709"/>
                <a:gd name="T26" fmla="*/ 354 w 709"/>
                <a:gd name="T27" fmla="*/ 678 h 709"/>
                <a:gd name="T28" fmla="*/ 190 w 709"/>
                <a:gd name="T29" fmla="*/ 632 h 709"/>
                <a:gd name="T30" fmla="*/ 178 w 709"/>
                <a:gd name="T31" fmla="*/ 631 h 709"/>
                <a:gd name="T32" fmla="*/ 38 w 709"/>
                <a:gd name="T33" fmla="*/ 671 h 709"/>
                <a:gd name="T34" fmla="*/ 82 w 709"/>
                <a:gd name="T35" fmla="*/ 540 h 709"/>
                <a:gd name="T36" fmla="*/ 81 w 709"/>
                <a:gd name="T37" fmla="*/ 527 h 709"/>
                <a:gd name="T38" fmla="*/ 31 w 709"/>
                <a:gd name="T39" fmla="*/ 353 h 709"/>
                <a:gd name="T40" fmla="*/ 125 w 709"/>
                <a:gd name="T41" fmla="*/ 125 h 709"/>
                <a:gd name="T42" fmla="*/ 354 w 709"/>
                <a:gd name="T43" fmla="*/ 30 h 709"/>
                <a:gd name="T44" fmla="*/ 584 w 709"/>
                <a:gd name="T45" fmla="*/ 125 h 709"/>
                <a:gd name="T46" fmla="*/ 679 w 709"/>
                <a:gd name="T47" fmla="*/ 353 h 709"/>
                <a:gd name="T48" fmla="*/ 584 w 709"/>
                <a:gd name="T49"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9" h="709">
                  <a:moveTo>
                    <a:pt x="354" y="0"/>
                  </a:moveTo>
                  <a:lnTo>
                    <a:pt x="354" y="0"/>
                  </a:lnTo>
                  <a:cubicBezTo>
                    <a:pt x="160" y="0"/>
                    <a:pt x="1" y="159"/>
                    <a:pt x="1" y="353"/>
                  </a:cubicBezTo>
                  <a:cubicBezTo>
                    <a:pt x="1" y="421"/>
                    <a:pt x="20" y="483"/>
                    <a:pt x="52" y="537"/>
                  </a:cubicBezTo>
                  <a:cubicBezTo>
                    <a:pt x="2" y="688"/>
                    <a:pt x="2" y="688"/>
                    <a:pt x="2" y="688"/>
                  </a:cubicBezTo>
                  <a:cubicBezTo>
                    <a:pt x="0" y="693"/>
                    <a:pt x="1" y="699"/>
                    <a:pt x="5" y="703"/>
                  </a:cubicBezTo>
                  <a:cubicBezTo>
                    <a:pt x="9" y="707"/>
                    <a:pt x="15" y="708"/>
                    <a:pt x="20" y="707"/>
                  </a:cubicBezTo>
                  <a:cubicBezTo>
                    <a:pt x="180" y="661"/>
                    <a:pt x="180" y="661"/>
                    <a:pt x="180" y="661"/>
                  </a:cubicBezTo>
                  <a:cubicBezTo>
                    <a:pt x="232" y="690"/>
                    <a:pt x="291" y="707"/>
                    <a:pt x="354" y="707"/>
                  </a:cubicBezTo>
                  <a:cubicBezTo>
                    <a:pt x="551" y="707"/>
                    <a:pt x="708" y="549"/>
                    <a:pt x="708" y="353"/>
                  </a:cubicBezTo>
                  <a:cubicBezTo>
                    <a:pt x="708" y="159"/>
                    <a:pt x="551" y="0"/>
                    <a:pt x="354" y="0"/>
                  </a:cubicBezTo>
                  <a:close/>
                  <a:moveTo>
                    <a:pt x="584" y="583"/>
                  </a:moveTo>
                  <a:lnTo>
                    <a:pt x="584" y="583"/>
                  </a:lnTo>
                  <a:cubicBezTo>
                    <a:pt x="526" y="642"/>
                    <a:pt x="444" y="678"/>
                    <a:pt x="354" y="678"/>
                  </a:cubicBezTo>
                  <a:cubicBezTo>
                    <a:pt x="295" y="678"/>
                    <a:pt x="238" y="661"/>
                    <a:pt x="190" y="632"/>
                  </a:cubicBezTo>
                  <a:cubicBezTo>
                    <a:pt x="186" y="631"/>
                    <a:pt x="182" y="630"/>
                    <a:pt x="178" y="631"/>
                  </a:cubicBezTo>
                  <a:cubicBezTo>
                    <a:pt x="38" y="671"/>
                    <a:pt x="38" y="671"/>
                    <a:pt x="38" y="671"/>
                  </a:cubicBezTo>
                  <a:cubicBezTo>
                    <a:pt x="82" y="540"/>
                    <a:pt x="82" y="540"/>
                    <a:pt x="82" y="540"/>
                  </a:cubicBezTo>
                  <a:cubicBezTo>
                    <a:pt x="84" y="536"/>
                    <a:pt x="84" y="530"/>
                    <a:pt x="81" y="527"/>
                  </a:cubicBezTo>
                  <a:cubicBezTo>
                    <a:pt x="49" y="478"/>
                    <a:pt x="31" y="418"/>
                    <a:pt x="31" y="353"/>
                  </a:cubicBezTo>
                  <a:cubicBezTo>
                    <a:pt x="31" y="265"/>
                    <a:pt x="67" y="183"/>
                    <a:pt x="125" y="125"/>
                  </a:cubicBezTo>
                  <a:cubicBezTo>
                    <a:pt x="185" y="66"/>
                    <a:pt x="265" y="30"/>
                    <a:pt x="354" y="30"/>
                  </a:cubicBezTo>
                  <a:cubicBezTo>
                    <a:pt x="444" y="30"/>
                    <a:pt x="526" y="66"/>
                    <a:pt x="584" y="125"/>
                  </a:cubicBezTo>
                  <a:cubicBezTo>
                    <a:pt x="643" y="183"/>
                    <a:pt x="679" y="265"/>
                    <a:pt x="679" y="353"/>
                  </a:cubicBezTo>
                  <a:cubicBezTo>
                    <a:pt x="679" y="443"/>
                    <a:pt x="643" y="525"/>
                    <a:pt x="584"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8" name="Freeform 328">
              <a:extLst>
                <a:ext uri="{FF2B5EF4-FFF2-40B4-BE49-F238E27FC236}">
                  <a16:creationId xmlns:a16="http://schemas.microsoft.com/office/drawing/2014/main" id="{E0A51236-2DC3-8785-48E7-D54A936D2C0F}"/>
                </a:ext>
              </a:extLst>
            </p:cNvPr>
            <p:cNvSpPr>
              <a:spLocks noChangeArrowheads="1"/>
            </p:cNvSpPr>
            <p:nvPr/>
          </p:nvSpPr>
          <p:spPr bwMode="auto">
            <a:xfrm>
              <a:off x="8326438" y="1779588"/>
              <a:ext cx="127000" cy="11112"/>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9" name="Freeform 329">
              <a:extLst>
                <a:ext uri="{FF2B5EF4-FFF2-40B4-BE49-F238E27FC236}">
                  <a16:creationId xmlns:a16="http://schemas.microsoft.com/office/drawing/2014/main" id="{242D29E3-6644-E471-2DF6-B953CC879AEA}"/>
                </a:ext>
              </a:extLst>
            </p:cNvPr>
            <p:cNvSpPr>
              <a:spLocks noChangeArrowheads="1"/>
            </p:cNvSpPr>
            <p:nvPr/>
          </p:nvSpPr>
          <p:spPr bwMode="auto">
            <a:xfrm>
              <a:off x="8326438" y="1811338"/>
              <a:ext cx="127000" cy="11112"/>
            </a:xfrm>
            <a:custGeom>
              <a:avLst/>
              <a:gdLst>
                <a:gd name="T0" fmla="*/ 339 w 354"/>
                <a:gd name="T1" fmla="*/ 0 h 32"/>
                <a:gd name="T2" fmla="*/ 339 w 354"/>
                <a:gd name="T3" fmla="*/ 0 h 32"/>
                <a:gd name="T4" fmla="*/ 15 w 354"/>
                <a:gd name="T5" fmla="*/ 0 h 32"/>
                <a:gd name="T6" fmla="*/ 0 w 354"/>
                <a:gd name="T7" fmla="*/ 16 h 32"/>
                <a:gd name="T8" fmla="*/ 15 w 354"/>
                <a:gd name="T9" fmla="*/ 31 h 32"/>
                <a:gd name="T10" fmla="*/ 339 w 354"/>
                <a:gd name="T11" fmla="*/ 31 h 32"/>
                <a:gd name="T12" fmla="*/ 353 w 354"/>
                <a:gd name="T13" fmla="*/ 16 h 32"/>
                <a:gd name="T14" fmla="*/ 339 w 35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2">
                  <a:moveTo>
                    <a:pt x="339" y="0"/>
                  </a:moveTo>
                  <a:lnTo>
                    <a:pt x="339" y="0"/>
                  </a:lnTo>
                  <a:cubicBezTo>
                    <a:pt x="15" y="0"/>
                    <a:pt x="15" y="0"/>
                    <a:pt x="15" y="0"/>
                  </a:cubicBezTo>
                  <a:cubicBezTo>
                    <a:pt x="7" y="0"/>
                    <a:pt x="0" y="7"/>
                    <a:pt x="0" y="16"/>
                  </a:cubicBezTo>
                  <a:cubicBezTo>
                    <a:pt x="0" y="24"/>
                    <a:pt x="7" y="31"/>
                    <a:pt x="15" y="31"/>
                  </a:cubicBezTo>
                  <a:cubicBezTo>
                    <a:pt x="339" y="31"/>
                    <a:pt x="339" y="31"/>
                    <a:pt x="339" y="31"/>
                  </a:cubicBezTo>
                  <a:cubicBezTo>
                    <a:pt x="346" y="31"/>
                    <a:pt x="353" y="24"/>
                    <a:pt x="353" y="16"/>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0" name="Freeform 330">
              <a:extLst>
                <a:ext uri="{FF2B5EF4-FFF2-40B4-BE49-F238E27FC236}">
                  <a16:creationId xmlns:a16="http://schemas.microsoft.com/office/drawing/2014/main" id="{F557A30E-231F-813C-1A46-697286E251D8}"/>
                </a:ext>
              </a:extLst>
            </p:cNvPr>
            <p:cNvSpPr>
              <a:spLocks noChangeArrowheads="1"/>
            </p:cNvSpPr>
            <p:nvPr/>
          </p:nvSpPr>
          <p:spPr bwMode="auto">
            <a:xfrm>
              <a:off x="8326438" y="1844675"/>
              <a:ext cx="127000" cy="11113"/>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01" name="Group 403">
            <a:extLst>
              <a:ext uri="{FF2B5EF4-FFF2-40B4-BE49-F238E27FC236}">
                <a16:creationId xmlns:a16="http://schemas.microsoft.com/office/drawing/2014/main" id="{FC450319-9ACD-E17B-11D3-63BBEECFC0B6}"/>
              </a:ext>
            </a:extLst>
          </p:cNvPr>
          <p:cNvGrpSpPr/>
          <p:nvPr/>
        </p:nvGrpSpPr>
        <p:grpSpPr>
          <a:xfrm>
            <a:off x="8399983" y="2443584"/>
            <a:ext cx="255587" cy="169863"/>
            <a:chOff x="7243763" y="2746375"/>
            <a:chExt cx="255587" cy="169863"/>
          </a:xfrm>
          <a:solidFill>
            <a:schemeClr val="tx2"/>
          </a:solidFill>
        </p:grpSpPr>
        <p:sp>
          <p:nvSpPr>
            <p:cNvPr id="402" name="Freeform 331">
              <a:extLst>
                <a:ext uri="{FF2B5EF4-FFF2-40B4-BE49-F238E27FC236}">
                  <a16:creationId xmlns:a16="http://schemas.microsoft.com/office/drawing/2014/main" id="{1D2DBB72-7ADB-D425-4005-87D38DB1EFCA}"/>
                </a:ext>
              </a:extLst>
            </p:cNvPr>
            <p:cNvSpPr>
              <a:spLocks noChangeArrowheads="1"/>
            </p:cNvSpPr>
            <p:nvPr/>
          </p:nvSpPr>
          <p:spPr bwMode="auto">
            <a:xfrm>
              <a:off x="7243763" y="2746375"/>
              <a:ext cx="255587" cy="169863"/>
            </a:xfrm>
            <a:custGeom>
              <a:avLst/>
              <a:gdLst>
                <a:gd name="T0" fmla="*/ 91 w 710"/>
                <a:gd name="T1" fmla="*/ 357 h 472"/>
                <a:gd name="T2" fmla="*/ 91 w 710"/>
                <a:gd name="T3" fmla="*/ 357 h 472"/>
                <a:gd name="T4" fmla="*/ 202 w 710"/>
                <a:gd name="T5" fmla="*/ 435 h 472"/>
                <a:gd name="T6" fmla="*/ 354 w 710"/>
                <a:gd name="T7" fmla="*/ 471 h 472"/>
                <a:gd name="T8" fmla="*/ 507 w 710"/>
                <a:gd name="T9" fmla="*/ 435 h 472"/>
                <a:gd name="T10" fmla="*/ 655 w 710"/>
                <a:gd name="T11" fmla="*/ 315 h 472"/>
                <a:gd name="T12" fmla="*/ 706 w 710"/>
                <a:gd name="T13" fmla="*/ 242 h 472"/>
                <a:gd name="T14" fmla="*/ 706 w 710"/>
                <a:gd name="T15" fmla="*/ 228 h 472"/>
                <a:gd name="T16" fmla="*/ 616 w 710"/>
                <a:gd name="T17" fmla="*/ 115 h 472"/>
                <a:gd name="T18" fmla="*/ 507 w 710"/>
                <a:gd name="T19" fmla="*/ 36 h 472"/>
                <a:gd name="T20" fmla="*/ 354 w 710"/>
                <a:gd name="T21" fmla="*/ 0 h 472"/>
                <a:gd name="T22" fmla="*/ 202 w 710"/>
                <a:gd name="T23" fmla="*/ 36 h 472"/>
                <a:gd name="T24" fmla="*/ 53 w 710"/>
                <a:gd name="T25" fmla="*/ 156 h 472"/>
                <a:gd name="T26" fmla="*/ 2 w 710"/>
                <a:gd name="T27" fmla="*/ 228 h 472"/>
                <a:gd name="T28" fmla="*/ 2 w 710"/>
                <a:gd name="T29" fmla="*/ 242 h 472"/>
                <a:gd name="T30" fmla="*/ 91 w 710"/>
                <a:gd name="T31" fmla="*/ 357 h 472"/>
                <a:gd name="T32" fmla="*/ 40 w 710"/>
                <a:gd name="T33" fmla="*/ 247 h 472"/>
                <a:gd name="T34" fmla="*/ 40 w 710"/>
                <a:gd name="T35" fmla="*/ 247 h 472"/>
                <a:gd name="T36" fmla="*/ 32 w 710"/>
                <a:gd name="T37" fmla="*/ 235 h 472"/>
                <a:gd name="T38" fmla="*/ 118 w 710"/>
                <a:gd name="T39" fmla="*/ 130 h 472"/>
                <a:gd name="T40" fmla="*/ 354 w 710"/>
                <a:gd name="T41" fmla="*/ 29 h 472"/>
                <a:gd name="T42" fmla="*/ 493 w 710"/>
                <a:gd name="T43" fmla="*/ 62 h 472"/>
                <a:gd name="T44" fmla="*/ 633 w 710"/>
                <a:gd name="T45" fmla="*/ 176 h 472"/>
                <a:gd name="T46" fmla="*/ 669 w 710"/>
                <a:gd name="T47" fmla="*/ 223 h 472"/>
                <a:gd name="T48" fmla="*/ 676 w 710"/>
                <a:gd name="T49" fmla="*/ 235 h 472"/>
                <a:gd name="T50" fmla="*/ 591 w 710"/>
                <a:gd name="T51" fmla="*/ 340 h 472"/>
                <a:gd name="T52" fmla="*/ 354 w 710"/>
                <a:gd name="T53" fmla="*/ 442 h 472"/>
                <a:gd name="T54" fmla="*/ 214 w 710"/>
                <a:gd name="T55" fmla="*/ 409 h 472"/>
                <a:gd name="T56" fmla="*/ 75 w 710"/>
                <a:gd name="T57" fmla="*/ 296 h 472"/>
                <a:gd name="T58" fmla="*/ 40 w 710"/>
                <a:gd name="T59" fmla="*/ 247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472">
                  <a:moveTo>
                    <a:pt x="91" y="357"/>
                  </a:moveTo>
                  <a:lnTo>
                    <a:pt x="91" y="357"/>
                  </a:lnTo>
                  <a:cubicBezTo>
                    <a:pt x="120" y="386"/>
                    <a:pt x="158" y="413"/>
                    <a:pt x="202" y="435"/>
                  </a:cubicBezTo>
                  <a:cubicBezTo>
                    <a:pt x="245" y="457"/>
                    <a:pt x="296" y="471"/>
                    <a:pt x="354" y="471"/>
                  </a:cubicBezTo>
                  <a:cubicBezTo>
                    <a:pt x="412" y="471"/>
                    <a:pt x="463" y="457"/>
                    <a:pt x="507" y="435"/>
                  </a:cubicBezTo>
                  <a:cubicBezTo>
                    <a:pt x="572" y="403"/>
                    <a:pt x="622" y="355"/>
                    <a:pt x="655" y="315"/>
                  </a:cubicBezTo>
                  <a:cubicBezTo>
                    <a:pt x="688" y="275"/>
                    <a:pt x="706" y="243"/>
                    <a:pt x="706" y="242"/>
                  </a:cubicBezTo>
                  <a:cubicBezTo>
                    <a:pt x="709" y="238"/>
                    <a:pt x="709" y="234"/>
                    <a:pt x="706" y="228"/>
                  </a:cubicBezTo>
                  <a:cubicBezTo>
                    <a:pt x="706" y="228"/>
                    <a:pt x="676" y="171"/>
                    <a:pt x="616" y="115"/>
                  </a:cubicBezTo>
                  <a:cubicBezTo>
                    <a:pt x="587" y="86"/>
                    <a:pt x="550" y="57"/>
                    <a:pt x="507" y="36"/>
                  </a:cubicBezTo>
                  <a:cubicBezTo>
                    <a:pt x="463" y="14"/>
                    <a:pt x="412" y="0"/>
                    <a:pt x="354" y="0"/>
                  </a:cubicBezTo>
                  <a:cubicBezTo>
                    <a:pt x="296" y="0"/>
                    <a:pt x="245" y="14"/>
                    <a:pt x="202" y="36"/>
                  </a:cubicBezTo>
                  <a:cubicBezTo>
                    <a:pt x="136" y="68"/>
                    <a:pt x="86" y="116"/>
                    <a:pt x="53" y="156"/>
                  </a:cubicBezTo>
                  <a:cubicBezTo>
                    <a:pt x="20" y="196"/>
                    <a:pt x="3" y="228"/>
                    <a:pt x="2" y="228"/>
                  </a:cubicBezTo>
                  <a:cubicBezTo>
                    <a:pt x="0" y="234"/>
                    <a:pt x="0" y="238"/>
                    <a:pt x="2" y="242"/>
                  </a:cubicBezTo>
                  <a:cubicBezTo>
                    <a:pt x="3" y="243"/>
                    <a:pt x="33" y="300"/>
                    <a:pt x="91" y="357"/>
                  </a:cubicBezTo>
                  <a:close/>
                  <a:moveTo>
                    <a:pt x="40" y="247"/>
                  </a:moveTo>
                  <a:lnTo>
                    <a:pt x="40" y="247"/>
                  </a:lnTo>
                  <a:cubicBezTo>
                    <a:pt x="36" y="243"/>
                    <a:pt x="35" y="239"/>
                    <a:pt x="32" y="235"/>
                  </a:cubicBezTo>
                  <a:cubicBezTo>
                    <a:pt x="42" y="218"/>
                    <a:pt x="71" y="174"/>
                    <a:pt x="118" y="130"/>
                  </a:cubicBezTo>
                  <a:cubicBezTo>
                    <a:pt x="173" y="79"/>
                    <a:pt x="252" y="29"/>
                    <a:pt x="354" y="29"/>
                  </a:cubicBezTo>
                  <a:cubicBezTo>
                    <a:pt x="406" y="29"/>
                    <a:pt x="453" y="43"/>
                    <a:pt x="493" y="62"/>
                  </a:cubicBezTo>
                  <a:cubicBezTo>
                    <a:pt x="554" y="93"/>
                    <a:pt x="601" y="137"/>
                    <a:pt x="633" y="176"/>
                  </a:cubicBezTo>
                  <a:cubicBezTo>
                    <a:pt x="648" y="194"/>
                    <a:pt x="660" y="212"/>
                    <a:pt x="669" y="223"/>
                  </a:cubicBezTo>
                  <a:cubicBezTo>
                    <a:pt x="671" y="228"/>
                    <a:pt x="674" y="232"/>
                    <a:pt x="676" y="235"/>
                  </a:cubicBezTo>
                  <a:cubicBezTo>
                    <a:pt x="666" y="253"/>
                    <a:pt x="637" y="297"/>
                    <a:pt x="591" y="340"/>
                  </a:cubicBezTo>
                  <a:cubicBezTo>
                    <a:pt x="536" y="392"/>
                    <a:pt x="456" y="442"/>
                    <a:pt x="354" y="442"/>
                  </a:cubicBezTo>
                  <a:cubicBezTo>
                    <a:pt x="301" y="442"/>
                    <a:pt x="254" y="428"/>
                    <a:pt x="214" y="409"/>
                  </a:cubicBezTo>
                  <a:cubicBezTo>
                    <a:pt x="153" y="379"/>
                    <a:pt x="107" y="334"/>
                    <a:pt x="75" y="296"/>
                  </a:cubicBezTo>
                  <a:cubicBezTo>
                    <a:pt x="60" y="278"/>
                    <a:pt x="47" y="260"/>
                    <a:pt x="40"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3" name="Freeform 332">
              <a:extLst>
                <a:ext uri="{FF2B5EF4-FFF2-40B4-BE49-F238E27FC236}">
                  <a16:creationId xmlns:a16="http://schemas.microsoft.com/office/drawing/2014/main" id="{4A0E86B4-416E-4217-27BA-2DABB8400120}"/>
                </a:ext>
              </a:extLst>
            </p:cNvPr>
            <p:cNvSpPr>
              <a:spLocks noChangeArrowheads="1"/>
            </p:cNvSpPr>
            <p:nvPr/>
          </p:nvSpPr>
          <p:spPr bwMode="auto">
            <a:xfrm>
              <a:off x="7318375" y="2778125"/>
              <a:ext cx="106363" cy="106363"/>
            </a:xfrm>
            <a:custGeom>
              <a:avLst/>
              <a:gdLst>
                <a:gd name="T0" fmla="*/ 147 w 296"/>
                <a:gd name="T1" fmla="*/ 294 h 295"/>
                <a:gd name="T2" fmla="*/ 147 w 296"/>
                <a:gd name="T3" fmla="*/ 294 h 295"/>
                <a:gd name="T4" fmla="*/ 295 w 296"/>
                <a:gd name="T5" fmla="*/ 146 h 295"/>
                <a:gd name="T6" fmla="*/ 147 w 296"/>
                <a:gd name="T7" fmla="*/ 0 h 295"/>
                <a:gd name="T8" fmla="*/ 0 w 296"/>
                <a:gd name="T9" fmla="*/ 146 h 295"/>
                <a:gd name="T10" fmla="*/ 147 w 296"/>
                <a:gd name="T11" fmla="*/ 294 h 295"/>
                <a:gd name="T12" fmla="*/ 64 w 296"/>
                <a:gd name="T13" fmla="*/ 63 h 295"/>
                <a:gd name="T14" fmla="*/ 64 w 296"/>
                <a:gd name="T15" fmla="*/ 63 h 295"/>
                <a:gd name="T16" fmla="*/ 147 w 296"/>
                <a:gd name="T17" fmla="*/ 29 h 295"/>
                <a:gd name="T18" fmla="*/ 231 w 296"/>
                <a:gd name="T19" fmla="*/ 63 h 295"/>
                <a:gd name="T20" fmla="*/ 266 w 296"/>
                <a:gd name="T21" fmla="*/ 146 h 295"/>
                <a:gd name="T22" fmla="*/ 231 w 296"/>
                <a:gd name="T23" fmla="*/ 230 h 295"/>
                <a:gd name="T24" fmla="*/ 147 w 296"/>
                <a:gd name="T25" fmla="*/ 265 h 295"/>
                <a:gd name="T26" fmla="*/ 64 w 296"/>
                <a:gd name="T27" fmla="*/ 230 h 295"/>
                <a:gd name="T28" fmla="*/ 29 w 296"/>
                <a:gd name="T29" fmla="*/ 146 h 295"/>
                <a:gd name="T30" fmla="*/ 64 w 296"/>
                <a:gd name="T31" fmla="*/ 6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295">
                  <a:moveTo>
                    <a:pt x="147" y="294"/>
                  </a:moveTo>
                  <a:lnTo>
                    <a:pt x="147" y="294"/>
                  </a:lnTo>
                  <a:cubicBezTo>
                    <a:pt x="228" y="294"/>
                    <a:pt x="295" y="227"/>
                    <a:pt x="295" y="146"/>
                  </a:cubicBezTo>
                  <a:cubicBezTo>
                    <a:pt x="295" y="66"/>
                    <a:pt x="228" y="0"/>
                    <a:pt x="147" y="0"/>
                  </a:cubicBezTo>
                  <a:cubicBezTo>
                    <a:pt x="65" y="0"/>
                    <a:pt x="0" y="66"/>
                    <a:pt x="0" y="146"/>
                  </a:cubicBezTo>
                  <a:cubicBezTo>
                    <a:pt x="0" y="227"/>
                    <a:pt x="65" y="294"/>
                    <a:pt x="147" y="294"/>
                  </a:cubicBezTo>
                  <a:close/>
                  <a:moveTo>
                    <a:pt x="64" y="63"/>
                  </a:moveTo>
                  <a:lnTo>
                    <a:pt x="64" y="63"/>
                  </a:lnTo>
                  <a:cubicBezTo>
                    <a:pt x="85" y="42"/>
                    <a:pt x="115" y="29"/>
                    <a:pt x="147" y="29"/>
                  </a:cubicBezTo>
                  <a:cubicBezTo>
                    <a:pt x="180" y="29"/>
                    <a:pt x="209" y="42"/>
                    <a:pt x="231" y="63"/>
                  </a:cubicBezTo>
                  <a:cubicBezTo>
                    <a:pt x="252" y="85"/>
                    <a:pt x="266" y="114"/>
                    <a:pt x="266" y="146"/>
                  </a:cubicBezTo>
                  <a:cubicBezTo>
                    <a:pt x="266" y="179"/>
                    <a:pt x="252" y="208"/>
                    <a:pt x="231" y="230"/>
                  </a:cubicBezTo>
                  <a:cubicBezTo>
                    <a:pt x="209" y="251"/>
                    <a:pt x="180" y="265"/>
                    <a:pt x="147" y="265"/>
                  </a:cubicBezTo>
                  <a:cubicBezTo>
                    <a:pt x="115" y="265"/>
                    <a:pt x="85" y="251"/>
                    <a:pt x="64" y="230"/>
                  </a:cubicBezTo>
                  <a:cubicBezTo>
                    <a:pt x="42" y="208"/>
                    <a:pt x="29" y="179"/>
                    <a:pt x="29" y="146"/>
                  </a:cubicBezTo>
                  <a:cubicBezTo>
                    <a:pt x="29" y="114"/>
                    <a:pt x="42" y="85"/>
                    <a:pt x="64"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4" name="Freeform 333">
            <a:extLst>
              <a:ext uri="{FF2B5EF4-FFF2-40B4-BE49-F238E27FC236}">
                <a16:creationId xmlns:a16="http://schemas.microsoft.com/office/drawing/2014/main" id="{157F460E-A587-CF85-09E8-B6688BE7A23A}"/>
              </a:ext>
            </a:extLst>
          </p:cNvPr>
          <p:cNvSpPr>
            <a:spLocks noChangeArrowheads="1"/>
          </p:cNvSpPr>
          <p:nvPr/>
        </p:nvSpPr>
        <p:spPr bwMode="auto">
          <a:xfrm>
            <a:off x="8399983" y="1403772"/>
            <a:ext cx="255587" cy="212725"/>
          </a:xfrm>
          <a:custGeom>
            <a:avLst/>
            <a:gdLst>
              <a:gd name="T0" fmla="*/ 91 w 710"/>
              <a:gd name="T1" fmla="*/ 417 h 593"/>
              <a:gd name="T2" fmla="*/ 93 w 710"/>
              <a:gd name="T3" fmla="*/ 566 h 593"/>
              <a:gd name="T4" fmla="*/ 115 w 710"/>
              <a:gd name="T5" fmla="*/ 585 h 593"/>
              <a:gd name="T6" fmla="*/ 202 w 710"/>
              <a:gd name="T7" fmla="*/ 496 h 593"/>
              <a:gd name="T8" fmla="*/ 507 w 710"/>
              <a:gd name="T9" fmla="*/ 496 h 593"/>
              <a:gd name="T10" fmla="*/ 706 w 710"/>
              <a:gd name="T11" fmla="*/ 302 h 593"/>
              <a:gd name="T12" fmla="*/ 616 w 710"/>
              <a:gd name="T13" fmla="*/ 175 h 593"/>
              <a:gd name="T14" fmla="*/ 615 w 710"/>
              <a:gd name="T15" fmla="*/ 26 h 593"/>
              <a:gd name="T16" fmla="*/ 594 w 710"/>
              <a:gd name="T17" fmla="*/ 7 h 593"/>
              <a:gd name="T18" fmla="*/ 507 w 710"/>
              <a:gd name="T19" fmla="*/ 96 h 593"/>
              <a:gd name="T20" fmla="*/ 202 w 710"/>
              <a:gd name="T21" fmla="*/ 96 h 593"/>
              <a:gd name="T22" fmla="*/ 2 w 710"/>
              <a:gd name="T23" fmla="*/ 288 h 593"/>
              <a:gd name="T24" fmla="*/ 91 w 710"/>
              <a:gd name="T25" fmla="*/ 417 h 593"/>
              <a:gd name="T26" fmla="*/ 633 w 710"/>
              <a:gd name="T27" fmla="*/ 236 h 593"/>
              <a:gd name="T28" fmla="*/ 676 w 710"/>
              <a:gd name="T29" fmla="*/ 295 h 593"/>
              <a:gd name="T30" fmla="*/ 354 w 710"/>
              <a:gd name="T31" fmla="*/ 503 h 593"/>
              <a:gd name="T32" fmla="*/ 267 w 710"/>
              <a:gd name="T33" fmla="*/ 416 h 593"/>
              <a:gd name="T34" fmla="*/ 502 w 710"/>
              <a:gd name="T35" fmla="*/ 295 h 593"/>
              <a:gd name="T36" fmla="*/ 517 w 710"/>
              <a:gd name="T37" fmla="*/ 135 h 593"/>
              <a:gd name="T38" fmla="*/ 444 w 710"/>
              <a:gd name="T39" fmla="*/ 219 h 593"/>
              <a:gd name="T40" fmla="*/ 473 w 710"/>
              <a:gd name="T41" fmla="*/ 295 h 593"/>
              <a:gd name="T42" fmla="*/ 354 w 710"/>
              <a:gd name="T43" fmla="*/ 414 h 593"/>
              <a:gd name="T44" fmla="*/ 444 w 710"/>
              <a:gd name="T45" fmla="*/ 219 h 593"/>
              <a:gd name="T46" fmla="*/ 265 w 710"/>
              <a:gd name="T47" fmla="*/ 373 h 593"/>
              <a:gd name="T48" fmla="*/ 271 w 710"/>
              <a:gd name="T49" fmla="*/ 212 h 593"/>
              <a:gd name="T50" fmla="*/ 421 w 710"/>
              <a:gd name="T51" fmla="*/ 199 h 593"/>
              <a:gd name="T52" fmla="*/ 118 w 710"/>
              <a:gd name="T53" fmla="*/ 190 h 593"/>
              <a:gd name="T54" fmla="*/ 354 w 710"/>
              <a:gd name="T55" fmla="*/ 90 h 593"/>
              <a:gd name="T56" fmla="*/ 441 w 710"/>
              <a:gd name="T57" fmla="*/ 177 h 593"/>
              <a:gd name="T58" fmla="*/ 207 w 710"/>
              <a:gd name="T59" fmla="*/ 295 h 593"/>
              <a:gd name="T60" fmla="*/ 191 w 710"/>
              <a:gd name="T61" fmla="*/ 457 h 593"/>
              <a:gd name="T62" fmla="*/ 40 w 710"/>
              <a:gd name="T63" fmla="*/ 308 h 593"/>
              <a:gd name="T64" fmla="*/ 118 w 710"/>
              <a:gd name="T65" fmla="*/ 190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0" h="593">
                <a:moveTo>
                  <a:pt x="91" y="417"/>
                </a:moveTo>
                <a:lnTo>
                  <a:pt x="91" y="417"/>
                </a:lnTo>
                <a:cubicBezTo>
                  <a:pt x="113" y="439"/>
                  <a:pt x="140" y="460"/>
                  <a:pt x="170" y="479"/>
                </a:cubicBezTo>
                <a:cubicBezTo>
                  <a:pt x="93" y="566"/>
                  <a:pt x="93" y="566"/>
                  <a:pt x="93" y="566"/>
                </a:cubicBezTo>
                <a:cubicBezTo>
                  <a:pt x="87" y="572"/>
                  <a:pt x="87" y="581"/>
                  <a:pt x="94" y="587"/>
                </a:cubicBezTo>
                <a:cubicBezTo>
                  <a:pt x="100" y="592"/>
                  <a:pt x="109" y="592"/>
                  <a:pt x="115" y="585"/>
                </a:cubicBezTo>
                <a:cubicBezTo>
                  <a:pt x="198" y="493"/>
                  <a:pt x="198" y="493"/>
                  <a:pt x="198" y="493"/>
                </a:cubicBezTo>
                <a:cubicBezTo>
                  <a:pt x="199" y="494"/>
                  <a:pt x="200" y="496"/>
                  <a:pt x="202" y="496"/>
                </a:cubicBezTo>
                <a:cubicBezTo>
                  <a:pt x="245" y="518"/>
                  <a:pt x="296" y="532"/>
                  <a:pt x="354" y="532"/>
                </a:cubicBezTo>
                <a:cubicBezTo>
                  <a:pt x="412" y="532"/>
                  <a:pt x="463" y="518"/>
                  <a:pt x="507" y="496"/>
                </a:cubicBezTo>
                <a:cubicBezTo>
                  <a:pt x="572" y="464"/>
                  <a:pt x="622" y="416"/>
                  <a:pt x="655" y="375"/>
                </a:cubicBezTo>
                <a:cubicBezTo>
                  <a:pt x="688" y="335"/>
                  <a:pt x="706" y="304"/>
                  <a:pt x="706" y="302"/>
                </a:cubicBezTo>
                <a:cubicBezTo>
                  <a:pt x="709" y="298"/>
                  <a:pt x="709" y="294"/>
                  <a:pt x="706" y="288"/>
                </a:cubicBezTo>
                <a:cubicBezTo>
                  <a:pt x="706" y="288"/>
                  <a:pt x="676" y="232"/>
                  <a:pt x="616" y="175"/>
                </a:cubicBezTo>
                <a:cubicBezTo>
                  <a:pt x="594" y="153"/>
                  <a:pt x="568" y="132"/>
                  <a:pt x="537" y="113"/>
                </a:cubicBezTo>
                <a:cubicBezTo>
                  <a:pt x="615" y="26"/>
                  <a:pt x="615" y="26"/>
                  <a:pt x="615" y="26"/>
                </a:cubicBezTo>
                <a:cubicBezTo>
                  <a:pt x="620" y="20"/>
                  <a:pt x="620" y="11"/>
                  <a:pt x="615" y="5"/>
                </a:cubicBezTo>
                <a:cubicBezTo>
                  <a:pt x="608" y="0"/>
                  <a:pt x="600" y="0"/>
                  <a:pt x="594" y="7"/>
                </a:cubicBezTo>
                <a:cubicBezTo>
                  <a:pt x="511" y="99"/>
                  <a:pt x="511" y="99"/>
                  <a:pt x="511" y="99"/>
                </a:cubicBezTo>
                <a:cubicBezTo>
                  <a:pt x="510" y="98"/>
                  <a:pt x="508" y="96"/>
                  <a:pt x="507" y="96"/>
                </a:cubicBezTo>
                <a:cubicBezTo>
                  <a:pt x="463" y="74"/>
                  <a:pt x="412" y="61"/>
                  <a:pt x="354" y="61"/>
                </a:cubicBezTo>
                <a:cubicBezTo>
                  <a:pt x="296" y="61"/>
                  <a:pt x="245" y="74"/>
                  <a:pt x="202" y="96"/>
                </a:cubicBezTo>
                <a:cubicBezTo>
                  <a:pt x="136" y="128"/>
                  <a:pt x="86" y="177"/>
                  <a:pt x="53" y="217"/>
                </a:cubicBezTo>
                <a:cubicBezTo>
                  <a:pt x="20" y="257"/>
                  <a:pt x="3" y="288"/>
                  <a:pt x="2" y="288"/>
                </a:cubicBezTo>
                <a:cubicBezTo>
                  <a:pt x="0" y="294"/>
                  <a:pt x="0" y="298"/>
                  <a:pt x="2" y="302"/>
                </a:cubicBezTo>
                <a:cubicBezTo>
                  <a:pt x="3" y="304"/>
                  <a:pt x="33" y="360"/>
                  <a:pt x="91" y="417"/>
                </a:cubicBezTo>
                <a:close/>
                <a:moveTo>
                  <a:pt x="633" y="236"/>
                </a:moveTo>
                <a:lnTo>
                  <a:pt x="633" y="236"/>
                </a:lnTo>
                <a:cubicBezTo>
                  <a:pt x="648" y="254"/>
                  <a:pt x="660" y="272"/>
                  <a:pt x="669" y="283"/>
                </a:cubicBezTo>
                <a:cubicBezTo>
                  <a:pt x="671" y="288"/>
                  <a:pt x="674" y="293"/>
                  <a:pt x="676" y="295"/>
                </a:cubicBezTo>
                <a:cubicBezTo>
                  <a:pt x="666" y="313"/>
                  <a:pt x="637" y="358"/>
                  <a:pt x="591" y="400"/>
                </a:cubicBezTo>
                <a:cubicBezTo>
                  <a:pt x="536" y="453"/>
                  <a:pt x="456" y="503"/>
                  <a:pt x="354" y="503"/>
                </a:cubicBezTo>
                <a:cubicBezTo>
                  <a:pt x="303" y="503"/>
                  <a:pt x="257" y="490"/>
                  <a:pt x="217" y="471"/>
                </a:cubicBezTo>
                <a:cubicBezTo>
                  <a:pt x="267" y="416"/>
                  <a:pt x="267" y="416"/>
                  <a:pt x="267" y="416"/>
                </a:cubicBezTo>
                <a:cubicBezTo>
                  <a:pt x="292" y="432"/>
                  <a:pt x="322" y="443"/>
                  <a:pt x="354" y="443"/>
                </a:cubicBezTo>
                <a:cubicBezTo>
                  <a:pt x="435" y="443"/>
                  <a:pt x="502" y="377"/>
                  <a:pt x="502" y="295"/>
                </a:cubicBezTo>
                <a:cubicBezTo>
                  <a:pt x="502" y="258"/>
                  <a:pt x="486" y="224"/>
                  <a:pt x="463" y="197"/>
                </a:cubicBezTo>
                <a:cubicBezTo>
                  <a:pt x="517" y="135"/>
                  <a:pt x="517" y="135"/>
                  <a:pt x="517" y="135"/>
                </a:cubicBezTo>
                <a:cubicBezTo>
                  <a:pt x="566" y="164"/>
                  <a:pt x="605" y="203"/>
                  <a:pt x="633" y="236"/>
                </a:cubicBezTo>
                <a:close/>
                <a:moveTo>
                  <a:pt x="444" y="219"/>
                </a:moveTo>
                <a:lnTo>
                  <a:pt x="444" y="219"/>
                </a:lnTo>
                <a:cubicBezTo>
                  <a:pt x="462" y="240"/>
                  <a:pt x="473" y="266"/>
                  <a:pt x="473" y="295"/>
                </a:cubicBezTo>
                <a:cubicBezTo>
                  <a:pt x="473" y="329"/>
                  <a:pt x="459" y="358"/>
                  <a:pt x="438" y="380"/>
                </a:cubicBezTo>
                <a:cubicBezTo>
                  <a:pt x="416" y="400"/>
                  <a:pt x="387" y="414"/>
                  <a:pt x="354" y="414"/>
                </a:cubicBezTo>
                <a:cubicBezTo>
                  <a:pt x="329" y="414"/>
                  <a:pt x="305" y="406"/>
                  <a:pt x="287" y="393"/>
                </a:cubicBezTo>
                <a:lnTo>
                  <a:pt x="444" y="219"/>
                </a:lnTo>
                <a:close/>
                <a:moveTo>
                  <a:pt x="265" y="373"/>
                </a:moveTo>
                <a:lnTo>
                  <a:pt x="265" y="373"/>
                </a:lnTo>
                <a:cubicBezTo>
                  <a:pt x="247" y="352"/>
                  <a:pt x="236" y="326"/>
                  <a:pt x="236" y="295"/>
                </a:cubicBezTo>
                <a:cubicBezTo>
                  <a:pt x="236" y="264"/>
                  <a:pt x="249" y="235"/>
                  <a:pt x="271" y="212"/>
                </a:cubicBezTo>
                <a:cubicBezTo>
                  <a:pt x="292" y="192"/>
                  <a:pt x="322" y="178"/>
                  <a:pt x="354" y="178"/>
                </a:cubicBezTo>
                <a:cubicBezTo>
                  <a:pt x="379" y="178"/>
                  <a:pt x="402" y="186"/>
                  <a:pt x="421" y="199"/>
                </a:cubicBezTo>
                <a:lnTo>
                  <a:pt x="265" y="373"/>
                </a:lnTo>
                <a:close/>
                <a:moveTo>
                  <a:pt x="118" y="190"/>
                </a:moveTo>
                <a:lnTo>
                  <a:pt x="118" y="190"/>
                </a:lnTo>
                <a:cubicBezTo>
                  <a:pt x="173" y="139"/>
                  <a:pt x="252" y="90"/>
                  <a:pt x="354" y="90"/>
                </a:cubicBezTo>
                <a:cubicBezTo>
                  <a:pt x="405" y="90"/>
                  <a:pt x="450" y="102"/>
                  <a:pt x="491" y="121"/>
                </a:cubicBezTo>
                <a:cubicBezTo>
                  <a:pt x="441" y="177"/>
                  <a:pt x="441" y="177"/>
                  <a:pt x="441" y="177"/>
                </a:cubicBezTo>
                <a:cubicBezTo>
                  <a:pt x="416" y="159"/>
                  <a:pt x="387" y="149"/>
                  <a:pt x="354" y="149"/>
                </a:cubicBezTo>
                <a:cubicBezTo>
                  <a:pt x="272" y="149"/>
                  <a:pt x="207" y="215"/>
                  <a:pt x="207" y="295"/>
                </a:cubicBezTo>
                <a:cubicBezTo>
                  <a:pt x="207" y="334"/>
                  <a:pt x="221" y="369"/>
                  <a:pt x="246" y="395"/>
                </a:cubicBezTo>
                <a:cubicBezTo>
                  <a:pt x="191" y="457"/>
                  <a:pt x="191" y="457"/>
                  <a:pt x="191" y="457"/>
                </a:cubicBezTo>
                <a:cubicBezTo>
                  <a:pt x="141" y="428"/>
                  <a:pt x="102" y="389"/>
                  <a:pt x="75" y="356"/>
                </a:cubicBezTo>
                <a:cubicBezTo>
                  <a:pt x="60" y="338"/>
                  <a:pt x="47" y="320"/>
                  <a:pt x="40" y="308"/>
                </a:cubicBezTo>
                <a:cubicBezTo>
                  <a:pt x="36" y="304"/>
                  <a:pt x="35" y="300"/>
                  <a:pt x="32" y="295"/>
                </a:cubicBezTo>
                <a:cubicBezTo>
                  <a:pt x="42" y="279"/>
                  <a:pt x="71" y="235"/>
                  <a:pt x="118" y="190"/>
                </a:cubicBezTo>
                <a:close/>
              </a:path>
            </a:pathLst>
          </a:custGeom>
          <a:solidFill>
            <a:schemeClr val="tx2"/>
          </a:solidFill>
          <a:ln>
            <a:noFill/>
          </a:ln>
          <a:effectLst/>
        </p:spPr>
        <p:txBody>
          <a:bodyPr wrap="none" anchor="ctr"/>
          <a:lstStyle/>
          <a:p>
            <a:endParaRPr lang="da-DK">
              <a:solidFill>
                <a:schemeClr val="tx2"/>
              </a:solidFill>
            </a:endParaRPr>
          </a:p>
        </p:txBody>
      </p:sp>
      <p:sp>
        <p:nvSpPr>
          <p:cNvPr id="405" name="Freeform 334">
            <a:extLst>
              <a:ext uri="{FF2B5EF4-FFF2-40B4-BE49-F238E27FC236}">
                <a16:creationId xmlns:a16="http://schemas.microsoft.com/office/drawing/2014/main" id="{44BF121D-279E-15D4-A856-451BEC52AE89}"/>
              </a:ext>
            </a:extLst>
          </p:cNvPr>
          <p:cNvSpPr>
            <a:spLocks noChangeArrowheads="1"/>
          </p:cNvSpPr>
          <p:nvPr/>
        </p:nvSpPr>
        <p:spPr bwMode="auto">
          <a:xfrm>
            <a:off x="8909570" y="1888753"/>
            <a:ext cx="255588" cy="255588"/>
          </a:xfrm>
          <a:custGeom>
            <a:avLst/>
            <a:gdLst>
              <a:gd name="T0" fmla="*/ 678 w 708"/>
              <a:gd name="T1" fmla="*/ 124 h 708"/>
              <a:gd name="T2" fmla="*/ 582 w 708"/>
              <a:gd name="T3" fmla="*/ 30 h 708"/>
              <a:gd name="T4" fmla="*/ 174 w 708"/>
              <a:gd name="T5" fmla="*/ 50 h 708"/>
              <a:gd name="T6" fmla="*/ 51 w 708"/>
              <a:gd name="T7" fmla="*/ 73 h 708"/>
              <a:gd name="T8" fmla="*/ 0 w 708"/>
              <a:gd name="T9" fmla="*/ 354 h 708"/>
              <a:gd name="T10" fmla="*/ 51 w 708"/>
              <a:gd name="T11" fmla="*/ 635 h 708"/>
              <a:gd name="T12" fmla="*/ 174 w 708"/>
              <a:gd name="T13" fmla="*/ 659 h 708"/>
              <a:gd name="T14" fmla="*/ 582 w 708"/>
              <a:gd name="T15" fmla="*/ 678 h 708"/>
              <a:gd name="T16" fmla="*/ 678 w 708"/>
              <a:gd name="T17" fmla="*/ 583 h 708"/>
              <a:gd name="T18" fmla="*/ 657 w 708"/>
              <a:gd name="T19" fmla="*/ 176 h 708"/>
              <a:gd name="T20" fmla="*/ 524 w 708"/>
              <a:gd name="T21" fmla="*/ 399 h 708"/>
              <a:gd name="T22" fmla="*/ 636 w 708"/>
              <a:gd name="T23" fmla="*/ 196 h 708"/>
              <a:gd name="T24" fmla="*/ 399 w 708"/>
              <a:gd name="T25" fmla="*/ 495 h 708"/>
              <a:gd name="T26" fmla="*/ 353 w 708"/>
              <a:gd name="T27" fmla="*/ 501 h 708"/>
              <a:gd name="T28" fmla="*/ 250 w 708"/>
              <a:gd name="T29" fmla="*/ 459 h 708"/>
              <a:gd name="T30" fmla="*/ 207 w 708"/>
              <a:gd name="T31" fmla="*/ 354 h 708"/>
              <a:gd name="T32" fmla="*/ 250 w 708"/>
              <a:gd name="T33" fmla="*/ 250 h 708"/>
              <a:gd name="T34" fmla="*/ 353 w 708"/>
              <a:gd name="T35" fmla="*/ 207 h 708"/>
              <a:gd name="T36" fmla="*/ 458 w 708"/>
              <a:gd name="T37" fmla="*/ 250 h 708"/>
              <a:gd name="T38" fmla="*/ 501 w 708"/>
              <a:gd name="T39" fmla="*/ 354 h 708"/>
              <a:gd name="T40" fmla="*/ 458 w 708"/>
              <a:gd name="T41" fmla="*/ 459 h 708"/>
              <a:gd name="T42" fmla="*/ 614 w 708"/>
              <a:gd name="T43" fmla="*/ 73 h 708"/>
              <a:gd name="T44" fmla="*/ 635 w 708"/>
              <a:gd name="T45" fmla="*/ 156 h 708"/>
              <a:gd name="T46" fmla="*/ 429 w 708"/>
              <a:gd name="T47" fmla="*/ 195 h 708"/>
              <a:gd name="T48" fmla="*/ 614 w 708"/>
              <a:gd name="T49" fmla="*/ 73 h 708"/>
              <a:gd name="T50" fmla="*/ 399 w 708"/>
              <a:gd name="T51" fmla="*/ 184 h 708"/>
              <a:gd name="T52" fmla="*/ 196 w 708"/>
              <a:gd name="T53" fmla="*/ 72 h 708"/>
              <a:gd name="T54" fmla="*/ 73 w 708"/>
              <a:gd name="T55" fmla="*/ 94 h 708"/>
              <a:gd name="T56" fmla="*/ 124 w 708"/>
              <a:gd name="T57" fmla="*/ 59 h 708"/>
              <a:gd name="T58" fmla="*/ 194 w 708"/>
              <a:gd name="T59" fmla="*/ 278 h 708"/>
              <a:gd name="T60" fmla="*/ 73 w 708"/>
              <a:gd name="T61" fmla="*/ 94 h 708"/>
              <a:gd name="T62" fmla="*/ 183 w 708"/>
              <a:gd name="T63" fmla="*/ 308 h 708"/>
              <a:gd name="T64" fmla="*/ 70 w 708"/>
              <a:gd name="T65" fmla="*/ 513 h 708"/>
              <a:gd name="T66" fmla="*/ 124 w 708"/>
              <a:gd name="T67" fmla="*/ 648 h 708"/>
              <a:gd name="T68" fmla="*/ 73 w 708"/>
              <a:gd name="T69" fmla="*/ 615 h 708"/>
              <a:gd name="T70" fmla="*/ 194 w 708"/>
              <a:gd name="T71" fmla="*/ 430 h 708"/>
              <a:gd name="T72" fmla="*/ 156 w 708"/>
              <a:gd name="T73" fmla="*/ 635 h 708"/>
              <a:gd name="T74" fmla="*/ 196 w 708"/>
              <a:gd name="T75" fmla="*/ 637 h 708"/>
              <a:gd name="T76" fmla="*/ 399 w 708"/>
              <a:gd name="T77" fmla="*/ 525 h 708"/>
              <a:gd name="T78" fmla="*/ 196 w 708"/>
              <a:gd name="T79" fmla="*/ 637 h 708"/>
              <a:gd name="T80" fmla="*/ 614 w 708"/>
              <a:gd name="T81" fmla="*/ 635 h 708"/>
              <a:gd name="T82" fmla="*/ 429 w 708"/>
              <a:gd name="T83" fmla="*/ 514 h 708"/>
              <a:gd name="T84" fmla="*/ 647 w 708"/>
              <a:gd name="T85"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708">
                <a:moveTo>
                  <a:pt x="657" y="176"/>
                </a:moveTo>
                <a:lnTo>
                  <a:pt x="657" y="176"/>
                </a:lnTo>
                <a:cubicBezTo>
                  <a:pt x="671" y="160"/>
                  <a:pt x="678" y="142"/>
                  <a:pt x="678" y="124"/>
                </a:cubicBezTo>
                <a:cubicBezTo>
                  <a:pt x="678" y="106"/>
                  <a:pt x="669" y="87"/>
                  <a:pt x="656" y="73"/>
                </a:cubicBezTo>
                <a:cubicBezTo>
                  <a:pt x="635" y="53"/>
                  <a:pt x="635" y="53"/>
                  <a:pt x="635" y="53"/>
                </a:cubicBezTo>
                <a:cubicBezTo>
                  <a:pt x="620" y="37"/>
                  <a:pt x="602" y="30"/>
                  <a:pt x="582" y="30"/>
                </a:cubicBezTo>
                <a:cubicBezTo>
                  <a:pt x="564" y="30"/>
                  <a:pt x="546" y="37"/>
                  <a:pt x="533" y="50"/>
                </a:cubicBezTo>
                <a:cubicBezTo>
                  <a:pt x="480" y="19"/>
                  <a:pt x="419" y="0"/>
                  <a:pt x="353" y="0"/>
                </a:cubicBezTo>
                <a:cubicBezTo>
                  <a:pt x="288" y="0"/>
                  <a:pt x="226" y="19"/>
                  <a:pt x="174" y="50"/>
                </a:cubicBezTo>
                <a:cubicBezTo>
                  <a:pt x="160" y="37"/>
                  <a:pt x="142" y="30"/>
                  <a:pt x="124" y="30"/>
                </a:cubicBezTo>
                <a:cubicBezTo>
                  <a:pt x="106" y="30"/>
                  <a:pt x="87" y="37"/>
                  <a:pt x="73" y="53"/>
                </a:cubicBezTo>
                <a:cubicBezTo>
                  <a:pt x="51" y="73"/>
                  <a:pt x="51" y="73"/>
                  <a:pt x="51" y="73"/>
                </a:cubicBezTo>
                <a:cubicBezTo>
                  <a:pt x="37" y="87"/>
                  <a:pt x="30" y="106"/>
                  <a:pt x="30" y="124"/>
                </a:cubicBezTo>
                <a:cubicBezTo>
                  <a:pt x="30" y="142"/>
                  <a:pt x="37" y="160"/>
                  <a:pt x="49" y="176"/>
                </a:cubicBezTo>
                <a:cubicBezTo>
                  <a:pt x="17" y="228"/>
                  <a:pt x="0" y="289"/>
                  <a:pt x="0" y="354"/>
                </a:cubicBezTo>
                <a:cubicBezTo>
                  <a:pt x="0" y="420"/>
                  <a:pt x="17" y="481"/>
                  <a:pt x="49" y="533"/>
                </a:cubicBezTo>
                <a:cubicBezTo>
                  <a:pt x="37" y="548"/>
                  <a:pt x="30" y="565"/>
                  <a:pt x="30" y="583"/>
                </a:cubicBezTo>
                <a:cubicBezTo>
                  <a:pt x="30" y="602"/>
                  <a:pt x="37" y="622"/>
                  <a:pt x="51" y="635"/>
                </a:cubicBezTo>
                <a:cubicBezTo>
                  <a:pt x="73" y="656"/>
                  <a:pt x="73" y="656"/>
                  <a:pt x="73" y="656"/>
                </a:cubicBezTo>
                <a:cubicBezTo>
                  <a:pt x="87" y="671"/>
                  <a:pt x="106" y="678"/>
                  <a:pt x="124" y="678"/>
                </a:cubicBezTo>
                <a:cubicBezTo>
                  <a:pt x="142" y="678"/>
                  <a:pt x="160" y="671"/>
                  <a:pt x="174" y="659"/>
                </a:cubicBezTo>
                <a:cubicBezTo>
                  <a:pt x="226" y="689"/>
                  <a:pt x="288" y="707"/>
                  <a:pt x="353" y="707"/>
                </a:cubicBezTo>
                <a:cubicBezTo>
                  <a:pt x="419" y="707"/>
                  <a:pt x="480" y="689"/>
                  <a:pt x="533" y="659"/>
                </a:cubicBezTo>
                <a:cubicBezTo>
                  <a:pt x="546" y="671"/>
                  <a:pt x="564" y="678"/>
                  <a:pt x="582" y="678"/>
                </a:cubicBezTo>
                <a:cubicBezTo>
                  <a:pt x="602" y="678"/>
                  <a:pt x="620" y="671"/>
                  <a:pt x="635" y="656"/>
                </a:cubicBezTo>
                <a:cubicBezTo>
                  <a:pt x="656" y="635"/>
                  <a:pt x="656" y="635"/>
                  <a:pt x="656" y="635"/>
                </a:cubicBezTo>
                <a:cubicBezTo>
                  <a:pt x="669" y="622"/>
                  <a:pt x="678" y="602"/>
                  <a:pt x="678" y="583"/>
                </a:cubicBezTo>
                <a:cubicBezTo>
                  <a:pt x="678" y="565"/>
                  <a:pt x="671" y="548"/>
                  <a:pt x="657" y="533"/>
                </a:cubicBezTo>
                <a:cubicBezTo>
                  <a:pt x="689" y="481"/>
                  <a:pt x="707" y="420"/>
                  <a:pt x="707" y="354"/>
                </a:cubicBezTo>
                <a:cubicBezTo>
                  <a:pt x="707" y="289"/>
                  <a:pt x="689" y="228"/>
                  <a:pt x="657" y="176"/>
                </a:cubicBezTo>
                <a:close/>
                <a:moveTo>
                  <a:pt x="636" y="513"/>
                </a:moveTo>
                <a:lnTo>
                  <a:pt x="636" y="513"/>
                </a:lnTo>
                <a:cubicBezTo>
                  <a:pt x="524" y="399"/>
                  <a:pt x="524" y="399"/>
                  <a:pt x="524" y="399"/>
                </a:cubicBezTo>
                <a:cubicBezTo>
                  <a:pt x="529" y="385"/>
                  <a:pt x="530" y="370"/>
                  <a:pt x="530" y="354"/>
                </a:cubicBezTo>
                <a:cubicBezTo>
                  <a:pt x="530" y="338"/>
                  <a:pt x="529" y="323"/>
                  <a:pt x="524" y="308"/>
                </a:cubicBezTo>
                <a:cubicBezTo>
                  <a:pt x="636" y="196"/>
                  <a:pt x="636" y="196"/>
                  <a:pt x="636" y="196"/>
                </a:cubicBezTo>
                <a:cubicBezTo>
                  <a:pt x="663" y="243"/>
                  <a:pt x="678" y="297"/>
                  <a:pt x="678" y="354"/>
                </a:cubicBezTo>
                <a:cubicBezTo>
                  <a:pt x="678" y="412"/>
                  <a:pt x="663" y="466"/>
                  <a:pt x="636" y="513"/>
                </a:cubicBezTo>
                <a:close/>
                <a:moveTo>
                  <a:pt x="399" y="495"/>
                </a:moveTo>
                <a:lnTo>
                  <a:pt x="399" y="495"/>
                </a:lnTo>
                <a:cubicBezTo>
                  <a:pt x="397" y="495"/>
                  <a:pt x="397" y="495"/>
                  <a:pt x="397" y="495"/>
                </a:cubicBezTo>
                <a:cubicBezTo>
                  <a:pt x="384" y="499"/>
                  <a:pt x="368" y="501"/>
                  <a:pt x="353" y="501"/>
                </a:cubicBezTo>
                <a:cubicBezTo>
                  <a:pt x="338" y="501"/>
                  <a:pt x="323" y="499"/>
                  <a:pt x="309" y="495"/>
                </a:cubicBezTo>
                <a:lnTo>
                  <a:pt x="309" y="495"/>
                </a:lnTo>
                <a:cubicBezTo>
                  <a:pt x="285" y="488"/>
                  <a:pt x="266" y="475"/>
                  <a:pt x="250" y="459"/>
                </a:cubicBezTo>
                <a:cubicBezTo>
                  <a:pt x="233" y="442"/>
                  <a:pt x="221" y="421"/>
                  <a:pt x="214" y="399"/>
                </a:cubicBezTo>
                <a:lnTo>
                  <a:pt x="212" y="398"/>
                </a:lnTo>
                <a:cubicBezTo>
                  <a:pt x="208" y="384"/>
                  <a:pt x="207" y="370"/>
                  <a:pt x="207" y="354"/>
                </a:cubicBezTo>
                <a:cubicBezTo>
                  <a:pt x="207" y="338"/>
                  <a:pt x="208" y="325"/>
                  <a:pt x="212" y="311"/>
                </a:cubicBezTo>
                <a:cubicBezTo>
                  <a:pt x="212" y="309"/>
                  <a:pt x="214" y="309"/>
                  <a:pt x="214" y="309"/>
                </a:cubicBezTo>
                <a:cubicBezTo>
                  <a:pt x="221" y="287"/>
                  <a:pt x="233" y="267"/>
                  <a:pt x="250" y="250"/>
                </a:cubicBezTo>
                <a:cubicBezTo>
                  <a:pt x="266" y="234"/>
                  <a:pt x="285" y="221"/>
                  <a:pt x="309" y="214"/>
                </a:cubicBezTo>
                <a:lnTo>
                  <a:pt x="309" y="214"/>
                </a:lnTo>
                <a:cubicBezTo>
                  <a:pt x="323" y="209"/>
                  <a:pt x="338" y="207"/>
                  <a:pt x="353" y="207"/>
                </a:cubicBezTo>
                <a:cubicBezTo>
                  <a:pt x="368" y="207"/>
                  <a:pt x="384" y="209"/>
                  <a:pt x="397" y="214"/>
                </a:cubicBezTo>
                <a:cubicBezTo>
                  <a:pt x="397" y="214"/>
                  <a:pt x="397" y="214"/>
                  <a:pt x="399" y="214"/>
                </a:cubicBezTo>
                <a:cubicBezTo>
                  <a:pt x="421" y="221"/>
                  <a:pt x="442" y="234"/>
                  <a:pt x="458" y="250"/>
                </a:cubicBezTo>
                <a:cubicBezTo>
                  <a:pt x="475" y="267"/>
                  <a:pt x="487" y="287"/>
                  <a:pt x="494" y="309"/>
                </a:cubicBezTo>
                <a:cubicBezTo>
                  <a:pt x="494" y="309"/>
                  <a:pt x="494" y="309"/>
                  <a:pt x="494" y="311"/>
                </a:cubicBezTo>
                <a:cubicBezTo>
                  <a:pt x="498" y="325"/>
                  <a:pt x="501" y="338"/>
                  <a:pt x="501" y="354"/>
                </a:cubicBezTo>
                <a:cubicBezTo>
                  <a:pt x="501" y="370"/>
                  <a:pt x="498" y="384"/>
                  <a:pt x="494" y="398"/>
                </a:cubicBezTo>
                <a:lnTo>
                  <a:pt x="494" y="399"/>
                </a:lnTo>
                <a:cubicBezTo>
                  <a:pt x="487" y="421"/>
                  <a:pt x="475" y="442"/>
                  <a:pt x="458" y="459"/>
                </a:cubicBezTo>
                <a:cubicBezTo>
                  <a:pt x="442" y="475"/>
                  <a:pt x="421" y="488"/>
                  <a:pt x="399" y="495"/>
                </a:cubicBezTo>
                <a:close/>
                <a:moveTo>
                  <a:pt x="614" y="73"/>
                </a:moveTo>
                <a:lnTo>
                  <a:pt x="614" y="73"/>
                </a:lnTo>
                <a:cubicBezTo>
                  <a:pt x="635" y="94"/>
                  <a:pt x="635" y="94"/>
                  <a:pt x="635" y="94"/>
                </a:cubicBezTo>
                <a:cubicBezTo>
                  <a:pt x="643" y="102"/>
                  <a:pt x="647" y="113"/>
                  <a:pt x="647" y="124"/>
                </a:cubicBezTo>
                <a:cubicBezTo>
                  <a:pt x="647" y="137"/>
                  <a:pt x="643" y="148"/>
                  <a:pt x="635" y="156"/>
                </a:cubicBezTo>
                <a:lnTo>
                  <a:pt x="635" y="156"/>
                </a:lnTo>
                <a:cubicBezTo>
                  <a:pt x="513" y="278"/>
                  <a:pt x="513" y="278"/>
                  <a:pt x="513" y="278"/>
                </a:cubicBezTo>
                <a:cubicBezTo>
                  <a:pt x="495" y="242"/>
                  <a:pt x="466" y="213"/>
                  <a:pt x="429" y="195"/>
                </a:cubicBezTo>
                <a:cubicBezTo>
                  <a:pt x="551" y="73"/>
                  <a:pt x="551" y="73"/>
                  <a:pt x="551" y="73"/>
                </a:cubicBezTo>
                <a:cubicBezTo>
                  <a:pt x="560" y="65"/>
                  <a:pt x="571" y="59"/>
                  <a:pt x="582" y="59"/>
                </a:cubicBezTo>
                <a:cubicBezTo>
                  <a:pt x="593" y="59"/>
                  <a:pt x="605" y="65"/>
                  <a:pt x="614" y="73"/>
                </a:cubicBezTo>
                <a:close/>
                <a:moveTo>
                  <a:pt x="511" y="72"/>
                </a:moveTo>
                <a:lnTo>
                  <a:pt x="511" y="72"/>
                </a:lnTo>
                <a:cubicBezTo>
                  <a:pt x="399" y="184"/>
                  <a:pt x="399" y="184"/>
                  <a:pt x="399" y="184"/>
                </a:cubicBezTo>
                <a:cubicBezTo>
                  <a:pt x="385" y="180"/>
                  <a:pt x="370" y="177"/>
                  <a:pt x="353" y="177"/>
                </a:cubicBezTo>
                <a:cubicBezTo>
                  <a:pt x="338" y="177"/>
                  <a:pt x="323" y="180"/>
                  <a:pt x="308" y="184"/>
                </a:cubicBezTo>
                <a:cubicBezTo>
                  <a:pt x="196" y="72"/>
                  <a:pt x="196" y="72"/>
                  <a:pt x="196" y="72"/>
                </a:cubicBezTo>
                <a:cubicBezTo>
                  <a:pt x="243" y="46"/>
                  <a:pt x="297" y="30"/>
                  <a:pt x="353" y="30"/>
                </a:cubicBezTo>
                <a:cubicBezTo>
                  <a:pt x="411" y="30"/>
                  <a:pt x="465" y="46"/>
                  <a:pt x="511" y="72"/>
                </a:cubicBezTo>
                <a:close/>
                <a:moveTo>
                  <a:pt x="73" y="94"/>
                </a:moveTo>
                <a:lnTo>
                  <a:pt x="73" y="94"/>
                </a:lnTo>
                <a:cubicBezTo>
                  <a:pt x="93" y="73"/>
                  <a:pt x="93" y="73"/>
                  <a:pt x="93" y="73"/>
                </a:cubicBezTo>
                <a:cubicBezTo>
                  <a:pt x="102" y="65"/>
                  <a:pt x="113" y="59"/>
                  <a:pt x="124" y="59"/>
                </a:cubicBezTo>
                <a:cubicBezTo>
                  <a:pt x="135" y="59"/>
                  <a:pt x="147" y="65"/>
                  <a:pt x="156" y="73"/>
                </a:cubicBezTo>
                <a:cubicBezTo>
                  <a:pt x="277" y="195"/>
                  <a:pt x="277" y="195"/>
                  <a:pt x="277" y="195"/>
                </a:cubicBezTo>
                <a:cubicBezTo>
                  <a:pt x="241" y="213"/>
                  <a:pt x="211" y="242"/>
                  <a:pt x="194" y="278"/>
                </a:cubicBezTo>
                <a:cubicBezTo>
                  <a:pt x="73" y="156"/>
                  <a:pt x="73" y="156"/>
                  <a:pt x="73" y="156"/>
                </a:cubicBezTo>
                <a:cubicBezTo>
                  <a:pt x="63" y="148"/>
                  <a:pt x="59" y="137"/>
                  <a:pt x="59" y="124"/>
                </a:cubicBezTo>
                <a:cubicBezTo>
                  <a:pt x="59" y="113"/>
                  <a:pt x="63" y="102"/>
                  <a:pt x="73" y="94"/>
                </a:cubicBezTo>
                <a:close/>
                <a:moveTo>
                  <a:pt x="70" y="196"/>
                </a:moveTo>
                <a:lnTo>
                  <a:pt x="70" y="196"/>
                </a:lnTo>
                <a:cubicBezTo>
                  <a:pt x="183" y="308"/>
                  <a:pt x="183" y="308"/>
                  <a:pt x="183" y="308"/>
                </a:cubicBezTo>
                <a:cubicBezTo>
                  <a:pt x="179" y="323"/>
                  <a:pt x="176" y="338"/>
                  <a:pt x="176" y="354"/>
                </a:cubicBezTo>
                <a:cubicBezTo>
                  <a:pt x="176" y="370"/>
                  <a:pt x="179" y="385"/>
                  <a:pt x="183" y="399"/>
                </a:cubicBezTo>
                <a:cubicBezTo>
                  <a:pt x="70" y="513"/>
                  <a:pt x="70" y="513"/>
                  <a:pt x="70" y="513"/>
                </a:cubicBezTo>
                <a:cubicBezTo>
                  <a:pt x="44" y="466"/>
                  <a:pt x="30" y="412"/>
                  <a:pt x="30" y="354"/>
                </a:cubicBezTo>
                <a:cubicBezTo>
                  <a:pt x="30" y="297"/>
                  <a:pt x="44" y="243"/>
                  <a:pt x="70" y="196"/>
                </a:cubicBezTo>
                <a:close/>
                <a:moveTo>
                  <a:pt x="124" y="648"/>
                </a:moveTo>
                <a:lnTo>
                  <a:pt x="124" y="648"/>
                </a:lnTo>
                <a:cubicBezTo>
                  <a:pt x="113" y="648"/>
                  <a:pt x="102" y="644"/>
                  <a:pt x="93" y="635"/>
                </a:cubicBezTo>
                <a:cubicBezTo>
                  <a:pt x="73" y="615"/>
                  <a:pt x="73" y="615"/>
                  <a:pt x="73" y="615"/>
                </a:cubicBezTo>
                <a:cubicBezTo>
                  <a:pt x="63" y="606"/>
                  <a:pt x="59" y="595"/>
                  <a:pt x="59" y="583"/>
                </a:cubicBezTo>
                <a:cubicBezTo>
                  <a:pt x="59" y="572"/>
                  <a:pt x="63" y="561"/>
                  <a:pt x="73" y="553"/>
                </a:cubicBezTo>
                <a:cubicBezTo>
                  <a:pt x="194" y="430"/>
                  <a:pt x="194" y="430"/>
                  <a:pt x="194" y="430"/>
                </a:cubicBezTo>
                <a:cubicBezTo>
                  <a:pt x="211" y="467"/>
                  <a:pt x="241" y="496"/>
                  <a:pt x="277" y="514"/>
                </a:cubicBezTo>
                <a:cubicBezTo>
                  <a:pt x="156" y="635"/>
                  <a:pt x="156" y="635"/>
                  <a:pt x="156" y="635"/>
                </a:cubicBezTo>
                <a:lnTo>
                  <a:pt x="156" y="635"/>
                </a:lnTo>
                <a:cubicBezTo>
                  <a:pt x="147" y="644"/>
                  <a:pt x="135" y="648"/>
                  <a:pt x="124" y="648"/>
                </a:cubicBezTo>
                <a:close/>
                <a:moveTo>
                  <a:pt x="196" y="637"/>
                </a:moveTo>
                <a:lnTo>
                  <a:pt x="196" y="637"/>
                </a:lnTo>
                <a:cubicBezTo>
                  <a:pt x="308" y="525"/>
                  <a:pt x="308" y="525"/>
                  <a:pt x="308" y="525"/>
                </a:cubicBezTo>
                <a:cubicBezTo>
                  <a:pt x="323" y="529"/>
                  <a:pt x="338" y="530"/>
                  <a:pt x="353" y="530"/>
                </a:cubicBezTo>
                <a:cubicBezTo>
                  <a:pt x="370" y="530"/>
                  <a:pt x="385" y="529"/>
                  <a:pt x="399" y="525"/>
                </a:cubicBezTo>
                <a:cubicBezTo>
                  <a:pt x="511" y="637"/>
                  <a:pt x="511" y="637"/>
                  <a:pt x="511" y="637"/>
                </a:cubicBezTo>
                <a:cubicBezTo>
                  <a:pt x="465" y="663"/>
                  <a:pt x="411" y="678"/>
                  <a:pt x="353" y="678"/>
                </a:cubicBezTo>
                <a:cubicBezTo>
                  <a:pt x="297" y="678"/>
                  <a:pt x="243" y="663"/>
                  <a:pt x="196" y="637"/>
                </a:cubicBezTo>
                <a:close/>
                <a:moveTo>
                  <a:pt x="635" y="615"/>
                </a:moveTo>
                <a:lnTo>
                  <a:pt x="635" y="615"/>
                </a:lnTo>
                <a:cubicBezTo>
                  <a:pt x="614" y="635"/>
                  <a:pt x="614" y="635"/>
                  <a:pt x="614" y="635"/>
                </a:cubicBezTo>
                <a:cubicBezTo>
                  <a:pt x="605" y="644"/>
                  <a:pt x="593" y="648"/>
                  <a:pt x="582" y="648"/>
                </a:cubicBezTo>
                <a:cubicBezTo>
                  <a:pt x="571" y="648"/>
                  <a:pt x="560" y="644"/>
                  <a:pt x="551" y="635"/>
                </a:cubicBezTo>
                <a:cubicBezTo>
                  <a:pt x="429" y="514"/>
                  <a:pt x="429" y="514"/>
                  <a:pt x="429" y="514"/>
                </a:cubicBezTo>
                <a:cubicBezTo>
                  <a:pt x="466" y="496"/>
                  <a:pt x="495" y="467"/>
                  <a:pt x="513" y="430"/>
                </a:cubicBezTo>
                <a:cubicBezTo>
                  <a:pt x="635" y="553"/>
                  <a:pt x="635" y="553"/>
                  <a:pt x="635" y="553"/>
                </a:cubicBezTo>
                <a:cubicBezTo>
                  <a:pt x="643" y="561"/>
                  <a:pt x="647" y="572"/>
                  <a:pt x="647" y="583"/>
                </a:cubicBezTo>
                <a:cubicBezTo>
                  <a:pt x="647" y="595"/>
                  <a:pt x="643" y="606"/>
                  <a:pt x="635" y="615"/>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06" name="Group 408">
            <a:extLst>
              <a:ext uri="{FF2B5EF4-FFF2-40B4-BE49-F238E27FC236}">
                <a16:creationId xmlns:a16="http://schemas.microsoft.com/office/drawing/2014/main" id="{DA774E8D-C084-3980-8BA2-C7CDE1A16068}"/>
              </a:ext>
            </a:extLst>
          </p:cNvPr>
          <p:cNvGrpSpPr/>
          <p:nvPr/>
        </p:nvGrpSpPr>
        <p:grpSpPr>
          <a:xfrm>
            <a:off x="9439795" y="1888753"/>
            <a:ext cx="212725" cy="255588"/>
            <a:chOff x="8283575" y="2193925"/>
            <a:chExt cx="212725" cy="255588"/>
          </a:xfrm>
          <a:solidFill>
            <a:schemeClr val="tx2"/>
          </a:solidFill>
        </p:grpSpPr>
        <p:sp>
          <p:nvSpPr>
            <p:cNvPr id="407" name="Freeform 335">
              <a:extLst>
                <a:ext uri="{FF2B5EF4-FFF2-40B4-BE49-F238E27FC236}">
                  <a16:creationId xmlns:a16="http://schemas.microsoft.com/office/drawing/2014/main" id="{CFA20CAD-7DC3-8756-84A1-D78BBEB0A6B2}"/>
                </a:ext>
              </a:extLst>
            </p:cNvPr>
            <p:cNvSpPr>
              <a:spLocks noChangeArrowheads="1"/>
            </p:cNvSpPr>
            <p:nvPr/>
          </p:nvSpPr>
          <p:spPr bwMode="auto">
            <a:xfrm>
              <a:off x="8283575" y="2193925"/>
              <a:ext cx="169863" cy="212725"/>
            </a:xfrm>
            <a:custGeom>
              <a:avLst/>
              <a:gdLst>
                <a:gd name="T0" fmla="*/ 427 w 472"/>
                <a:gd name="T1" fmla="*/ 0 h 591"/>
                <a:gd name="T2" fmla="*/ 427 w 472"/>
                <a:gd name="T3" fmla="*/ 0 h 591"/>
                <a:gd name="T4" fmla="*/ 44 w 472"/>
                <a:gd name="T5" fmla="*/ 0 h 591"/>
                <a:gd name="T6" fmla="*/ 0 w 472"/>
                <a:gd name="T7" fmla="*/ 44 h 591"/>
                <a:gd name="T8" fmla="*/ 0 w 472"/>
                <a:gd name="T9" fmla="*/ 546 h 591"/>
                <a:gd name="T10" fmla="*/ 44 w 472"/>
                <a:gd name="T11" fmla="*/ 590 h 591"/>
                <a:gd name="T12" fmla="*/ 427 w 472"/>
                <a:gd name="T13" fmla="*/ 590 h 591"/>
                <a:gd name="T14" fmla="*/ 471 w 472"/>
                <a:gd name="T15" fmla="*/ 546 h 591"/>
                <a:gd name="T16" fmla="*/ 471 w 472"/>
                <a:gd name="T17" fmla="*/ 44 h 591"/>
                <a:gd name="T18" fmla="*/ 427 w 472"/>
                <a:gd name="T19" fmla="*/ 0 h 591"/>
                <a:gd name="T20" fmla="*/ 442 w 472"/>
                <a:gd name="T21" fmla="*/ 546 h 591"/>
                <a:gd name="T22" fmla="*/ 442 w 472"/>
                <a:gd name="T23" fmla="*/ 546 h 591"/>
                <a:gd name="T24" fmla="*/ 427 w 472"/>
                <a:gd name="T25" fmla="*/ 561 h 591"/>
                <a:gd name="T26" fmla="*/ 44 w 472"/>
                <a:gd name="T27" fmla="*/ 561 h 591"/>
                <a:gd name="T28" fmla="*/ 29 w 472"/>
                <a:gd name="T29" fmla="*/ 546 h 591"/>
                <a:gd name="T30" fmla="*/ 29 w 472"/>
                <a:gd name="T31" fmla="*/ 44 h 591"/>
                <a:gd name="T32" fmla="*/ 44 w 472"/>
                <a:gd name="T33" fmla="*/ 30 h 591"/>
                <a:gd name="T34" fmla="*/ 427 w 472"/>
                <a:gd name="T35" fmla="*/ 30 h 591"/>
                <a:gd name="T36" fmla="*/ 442 w 472"/>
                <a:gd name="T37" fmla="*/ 44 h 591"/>
                <a:gd name="T38" fmla="*/ 442 w 472"/>
                <a:gd name="T39" fmla="*/ 546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72" h="591">
                  <a:moveTo>
                    <a:pt x="427" y="0"/>
                  </a:moveTo>
                  <a:lnTo>
                    <a:pt x="427" y="0"/>
                  </a:lnTo>
                  <a:cubicBezTo>
                    <a:pt x="44" y="0"/>
                    <a:pt x="44" y="0"/>
                    <a:pt x="44" y="0"/>
                  </a:cubicBezTo>
                  <a:cubicBezTo>
                    <a:pt x="20" y="0"/>
                    <a:pt x="0" y="21"/>
                    <a:pt x="0" y="44"/>
                  </a:cubicBezTo>
                  <a:cubicBezTo>
                    <a:pt x="0" y="546"/>
                    <a:pt x="0" y="546"/>
                    <a:pt x="0" y="546"/>
                  </a:cubicBezTo>
                  <a:cubicBezTo>
                    <a:pt x="0" y="571"/>
                    <a:pt x="20" y="590"/>
                    <a:pt x="44" y="590"/>
                  </a:cubicBezTo>
                  <a:cubicBezTo>
                    <a:pt x="427" y="590"/>
                    <a:pt x="427" y="590"/>
                    <a:pt x="427" y="590"/>
                  </a:cubicBezTo>
                  <a:cubicBezTo>
                    <a:pt x="452" y="590"/>
                    <a:pt x="471" y="571"/>
                    <a:pt x="471" y="546"/>
                  </a:cubicBezTo>
                  <a:cubicBezTo>
                    <a:pt x="471" y="44"/>
                    <a:pt x="471" y="44"/>
                    <a:pt x="471" y="44"/>
                  </a:cubicBezTo>
                  <a:cubicBezTo>
                    <a:pt x="471" y="21"/>
                    <a:pt x="452" y="0"/>
                    <a:pt x="427" y="0"/>
                  </a:cubicBezTo>
                  <a:close/>
                  <a:moveTo>
                    <a:pt x="442" y="546"/>
                  </a:moveTo>
                  <a:lnTo>
                    <a:pt x="442" y="546"/>
                  </a:lnTo>
                  <a:cubicBezTo>
                    <a:pt x="442" y="554"/>
                    <a:pt x="435" y="561"/>
                    <a:pt x="427" y="561"/>
                  </a:cubicBezTo>
                  <a:cubicBezTo>
                    <a:pt x="44" y="561"/>
                    <a:pt x="44" y="561"/>
                    <a:pt x="44" y="561"/>
                  </a:cubicBezTo>
                  <a:cubicBezTo>
                    <a:pt x="36" y="561"/>
                    <a:pt x="29" y="554"/>
                    <a:pt x="29" y="546"/>
                  </a:cubicBezTo>
                  <a:cubicBezTo>
                    <a:pt x="29" y="44"/>
                    <a:pt x="29" y="44"/>
                    <a:pt x="29" y="44"/>
                  </a:cubicBezTo>
                  <a:cubicBezTo>
                    <a:pt x="29" y="37"/>
                    <a:pt x="36" y="30"/>
                    <a:pt x="44" y="30"/>
                  </a:cubicBezTo>
                  <a:cubicBezTo>
                    <a:pt x="427" y="30"/>
                    <a:pt x="427" y="30"/>
                    <a:pt x="427" y="30"/>
                  </a:cubicBezTo>
                  <a:cubicBezTo>
                    <a:pt x="435" y="30"/>
                    <a:pt x="442" y="37"/>
                    <a:pt x="442" y="44"/>
                  </a:cubicBezTo>
                  <a:lnTo>
                    <a:pt x="442" y="5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8" name="Freeform 336">
              <a:extLst>
                <a:ext uri="{FF2B5EF4-FFF2-40B4-BE49-F238E27FC236}">
                  <a16:creationId xmlns:a16="http://schemas.microsoft.com/office/drawing/2014/main" id="{A9C3CD98-9184-4D5E-806E-65B72C8BE89D}"/>
                </a:ext>
              </a:extLst>
            </p:cNvPr>
            <p:cNvSpPr>
              <a:spLocks noChangeArrowheads="1"/>
            </p:cNvSpPr>
            <p:nvPr/>
          </p:nvSpPr>
          <p:spPr bwMode="auto">
            <a:xfrm>
              <a:off x="8326438" y="2236788"/>
              <a:ext cx="169862" cy="212725"/>
            </a:xfrm>
            <a:custGeom>
              <a:avLst/>
              <a:gdLst>
                <a:gd name="T0" fmla="*/ 438 w 473"/>
                <a:gd name="T1" fmla="*/ 555 h 589"/>
                <a:gd name="T2" fmla="*/ 438 w 473"/>
                <a:gd name="T3" fmla="*/ 555 h 589"/>
                <a:gd name="T4" fmla="*/ 428 w 473"/>
                <a:gd name="T5" fmla="*/ 559 h 589"/>
                <a:gd name="T6" fmla="*/ 44 w 473"/>
                <a:gd name="T7" fmla="*/ 559 h 589"/>
                <a:gd name="T8" fmla="*/ 34 w 473"/>
                <a:gd name="T9" fmla="*/ 555 h 589"/>
                <a:gd name="T10" fmla="*/ 30 w 473"/>
                <a:gd name="T11" fmla="*/ 544 h 589"/>
                <a:gd name="T12" fmla="*/ 30 w 473"/>
                <a:gd name="T13" fmla="*/ 515 h 589"/>
                <a:gd name="T14" fmla="*/ 15 w 473"/>
                <a:gd name="T15" fmla="*/ 500 h 589"/>
                <a:gd name="T16" fmla="*/ 0 w 473"/>
                <a:gd name="T17" fmla="*/ 515 h 589"/>
                <a:gd name="T18" fmla="*/ 0 w 473"/>
                <a:gd name="T19" fmla="*/ 544 h 589"/>
                <a:gd name="T20" fmla="*/ 44 w 473"/>
                <a:gd name="T21" fmla="*/ 588 h 589"/>
                <a:gd name="T22" fmla="*/ 428 w 473"/>
                <a:gd name="T23" fmla="*/ 588 h 589"/>
                <a:gd name="T24" fmla="*/ 472 w 473"/>
                <a:gd name="T25" fmla="*/ 544 h 589"/>
                <a:gd name="T26" fmla="*/ 472 w 473"/>
                <a:gd name="T27" fmla="*/ 44 h 589"/>
                <a:gd name="T28" fmla="*/ 428 w 473"/>
                <a:gd name="T29" fmla="*/ 0 h 589"/>
                <a:gd name="T30" fmla="*/ 397 w 473"/>
                <a:gd name="T31" fmla="*/ 0 h 589"/>
                <a:gd name="T32" fmla="*/ 384 w 473"/>
                <a:gd name="T33" fmla="*/ 14 h 589"/>
                <a:gd name="T34" fmla="*/ 397 w 473"/>
                <a:gd name="T35" fmla="*/ 29 h 589"/>
                <a:gd name="T36" fmla="*/ 428 w 473"/>
                <a:gd name="T37" fmla="*/ 29 h 589"/>
                <a:gd name="T38" fmla="*/ 438 w 473"/>
                <a:gd name="T39" fmla="*/ 33 h 589"/>
                <a:gd name="T40" fmla="*/ 442 w 473"/>
                <a:gd name="T41" fmla="*/ 44 h 589"/>
                <a:gd name="T42" fmla="*/ 442 w 473"/>
                <a:gd name="T43" fmla="*/ 544 h 589"/>
                <a:gd name="T44" fmla="*/ 438 w 473"/>
                <a:gd name="T45" fmla="*/ 55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73" h="589">
                  <a:moveTo>
                    <a:pt x="438" y="555"/>
                  </a:moveTo>
                  <a:lnTo>
                    <a:pt x="438" y="555"/>
                  </a:lnTo>
                  <a:cubicBezTo>
                    <a:pt x="435" y="558"/>
                    <a:pt x="431" y="559"/>
                    <a:pt x="428" y="559"/>
                  </a:cubicBezTo>
                  <a:cubicBezTo>
                    <a:pt x="44" y="559"/>
                    <a:pt x="44" y="559"/>
                    <a:pt x="44" y="559"/>
                  </a:cubicBezTo>
                  <a:cubicBezTo>
                    <a:pt x="40" y="559"/>
                    <a:pt x="37" y="558"/>
                    <a:pt x="34" y="555"/>
                  </a:cubicBezTo>
                  <a:cubicBezTo>
                    <a:pt x="31" y="552"/>
                    <a:pt x="30" y="548"/>
                    <a:pt x="30" y="544"/>
                  </a:cubicBezTo>
                  <a:cubicBezTo>
                    <a:pt x="30" y="515"/>
                    <a:pt x="30" y="515"/>
                    <a:pt x="30" y="515"/>
                  </a:cubicBezTo>
                  <a:cubicBezTo>
                    <a:pt x="30" y="507"/>
                    <a:pt x="23" y="500"/>
                    <a:pt x="15" y="500"/>
                  </a:cubicBezTo>
                  <a:cubicBezTo>
                    <a:pt x="7" y="500"/>
                    <a:pt x="0" y="507"/>
                    <a:pt x="0" y="515"/>
                  </a:cubicBezTo>
                  <a:cubicBezTo>
                    <a:pt x="0" y="544"/>
                    <a:pt x="0" y="544"/>
                    <a:pt x="0" y="544"/>
                  </a:cubicBezTo>
                  <a:cubicBezTo>
                    <a:pt x="0" y="569"/>
                    <a:pt x="20" y="588"/>
                    <a:pt x="44" y="588"/>
                  </a:cubicBezTo>
                  <a:cubicBezTo>
                    <a:pt x="428" y="588"/>
                    <a:pt x="428" y="588"/>
                    <a:pt x="428" y="588"/>
                  </a:cubicBezTo>
                  <a:cubicBezTo>
                    <a:pt x="451" y="588"/>
                    <a:pt x="471" y="569"/>
                    <a:pt x="472" y="544"/>
                  </a:cubicBezTo>
                  <a:cubicBezTo>
                    <a:pt x="472" y="44"/>
                    <a:pt x="472" y="44"/>
                    <a:pt x="472" y="44"/>
                  </a:cubicBezTo>
                  <a:cubicBezTo>
                    <a:pt x="471" y="19"/>
                    <a:pt x="451" y="0"/>
                    <a:pt x="428" y="0"/>
                  </a:cubicBezTo>
                  <a:cubicBezTo>
                    <a:pt x="397" y="0"/>
                    <a:pt x="397" y="0"/>
                    <a:pt x="397" y="0"/>
                  </a:cubicBezTo>
                  <a:cubicBezTo>
                    <a:pt x="389" y="0"/>
                    <a:pt x="384" y="7"/>
                    <a:pt x="384" y="14"/>
                  </a:cubicBezTo>
                  <a:cubicBezTo>
                    <a:pt x="384" y="22"/>
                    <a:pt x="389" y="29"/>
                    <a:pt x="397" y="29"/>
                  </a:cubicBezTo>
                  <a:cubicBezTo>
                    <a:pt x="428" y="29"/>
                    <a:pt x="428" y="29"/>
                    <a:pt x="428" y="29"/>
                  </a:cubicBezTo>
                  <a:cubicBezTo>
                    <a:pt x="431" y="29"/>
                    <a:pt x="435" y="30"/>
                    <a:pt x="438" y="33"/>
                  </a:cubicBezTo>
                  <a:cubicBezTo>
                    <a:pt x="440" y="36"/>
                    <a:pt x="442" y="40"/>
                    <a:pt x="442" y="44"/>
                  </a:cubicBezTo>
                  <a:cubicBezTo>
                    <a:pt x="442" y="544"/>
                    <a:pt x="442" y="544"/>
                    <a:pt x="442" y="544"/>
                  </a:cubicBezTo>
                  <a:cubicBezTo>
                    <a:pt x="442" y="548"/>
                    <a:pt x="440" y="552"/>
                    <a:pt x="438" y="5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9" name="Freeform 337">
            <a:extLst>
              <a:ext uri="{FF2B5EF4-FFF2-40B4-BE49-F238E27FC236}">
                <a16:creationId xmlns:a16="http://schemas.microsoft.com/office/drawing/2014/main" id="{25F4B6CB-83E9-A022-FDB9-0A7016D5815F}"/>
              </a:ext>
            </a:extLst>
          </p:cNvPr>
          <p:cNvSpPr>
            <a:spLocks noChangeArrowheads="1"/>
          </p:cNvSpPr>
          <p:nvPr/>
        </p:nvSpPr>
        <p:spPr bwMode="auto">
          <a:xfrm>
            <a:off x="10446270" y="1890341"/>
            <a:ext cx="234950" cy="252413"/>
          </a:xfrm>
          <a:custGeom>
            <a:avLst/>
            <a:gdLst>
              <a:gd name="T0" fmla="*/ 578 w 653"/>
              <a:gd name="T1" fmla="*/ 603 h 702"/>
              <a:gd name="T2" fmla="*/ 594 w 653"/>
              <a:gd name="T3" fmla="*/ 533 h 702"/>
              <a:gd name="T4" fmla="*/ 561 w 653"/>
              <a:gd name="T5" fmla="*/ 442 h 702"/>
              <a:gd name="T6" fmla="*/ 561 w 653"/>
              <a:gd name="T7" fmla="*/ 442 h 702"/>
              <a:gd name="T8" fmla="*/ 507 w 653"/>
              <a:gd name="T9" fmla="*/ 334 h 702"/>
              <a:gd name="T10" fmla="*/ 459 w 653"/>
              <a:gd name="T11" fmla="*/ 81 h 702"/>
              <a:gd name="T12" fmla="*/ 315 w 653"/>
              <a:gd name="T13" fmla="*/ 0 h 702"/>
              <a:gd name="T14" fmla="*/ 176 w 653"/>
              <a:gd name="T15" fmla="*/ 65 h 702"/>
              <a:gd name="T16" fmla="*/ 28 w 653"/>
              <a:gd name="T17" fmla="*/ 54 h 702"/>
              <a:gd name="T18" fmla="*/ 7 w 653"/>
              <a:gd name="T19" fmla="*/ 74 h 702"/>
              <a:gd name="T20" fmla="*/ 125 w 653"/>
              <a:gd name="T21" fmla="*/ 203 h 702"/>
              <a:gd name="T22" fmla="*/ 114 w 653"/>
              <a:gd name="T23" fmla="*/ 381 h 702"/>
              <a:gd name="T24" fmla="*/ 43 w 653"/>
              <a:gd name="T25" fmla="*/ 483 h 702"/>
              <a:gd name="T26" fmla="*/ 39 w 653"/>
              <a:gd name="T27" fmla="*/ 572 h 702"/>
              <a:gd name="T28" fmla="*/ 242 w 653"/>
              <a:gd name="T29" fmla="*/ 613 h 702"/>
              <a:gd name="T30" fmla="*/ 315 w 653"/>
              <a:gd name="T31" fmla="*/ 701 h 702"/>
              <a:gd name="T32" fmla="*/ 390 w 653"/>
              <a:gd name="T33" fmla="*/ 613 h 702"/>
              <a:gd name="T34" fmla="*/ 626 w 653"/>
              <a:gd name="T35" fmla="*/ 693 h 702"/>
              <a:gd name="T36" fmla="*/ 647 w 653"/>
              <a:gd name="T37" fmla="*/ 672 h 702"/>
              <a:gd name="T38" fmla="*/ 198 w 653"/>
              <a:gd name="T39" fmla="*/ 84 h 702"/>
              <a:gd name="T40" fmla="*/ 307 w 653"/>
              <a:gd name="T41" fmla="*/ 29 h 702"/>
              <a:gd name="T42" fmla="*/ 383 w 653"/>
              <a:gd name="T43" fmla="*/ 48 h 702"/>
              <a:gd name="T44" fmla="*/ 478 w 653"/>
              <a:gd name="T45" fmla="*/ 246 h 702"/>
              <a:gd name="T46" fmla="*/ 491 w 653"/>
              <a:gd name="T47" fmla="*/ 393 h 702"/>
              <a:gd name="T48" fmla="*/ 540 w 653"/>
              <a:gd name="T49" fmla="*/ 462 h 702"/>
              <a:gd name="T50" fmla="*/ 564 w 653"/>
              <a:gd name="T51" fmla="*/ 533 h 702"/>
              <a:gd name="T52" fmla="*/ 556 w 653"/>
              <a:gd name="T53" fmla="*/ 581 h 702"/>
              <a:gd name="T54" fmla="*/ 198 w 653"/>
              <a:gd name="T55" fmla="*/ 84 h 702"/>
              <a:gd name="T56" fmla="*/ 315 w 653"/>
              <a:gd name="T57" fmla="*/ 672 h 702"/>
              <a:gd name="T58" fmla="*/ 271 w 653"/>
              <a:gd name="T59" fmla="*/ 613 h 702"/>
              <a:gd name="T60" fmla="*/ 359 w 653"/>
              <a:gd name="T61" fmla="*/ 628 h 702"/>
              <a:gd name="T62" fmla="*/ 375 w 653"/>
              <a:gd name="T63" fmla="*/ 584 h 702"/>
              <a:gd name="T64" fmla="*/ 315 w 653"/>
              <a:gd name="T65" fmla="*/ 584 h 702"/>
              <a:gd name="T66" fmla="*/ 82 w 653"/>
              <a:gd name="T67" fmla="*/ 584 h 702"/>
              <a:gd name="T68" fmla="*/ 67 w 653"/>
              <a:gd name="T69" fmla="*/ 533 h 702"/>
              <a:gd name="T70" fmla="*/ 90 w 653"/>
              <a:gd name="T71" fmla="*/ 462 h 702"/>
              <a:gd name="T72" fmla="*/ 154 w 653"/>
              <a:gd name="T73" fmla="*/ 334 h 702"/>
              <a:gd name="T74" fmla="*/ 517 w 653"/>
              <a:gd name="T75" fmla="*/ 58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53" h="702">
                <a:moveTo>
                  <a:pt x="578" y="603"/>
                </a:moveTo>
                <a:lnTo>
                  <a:pt x="578" y="603"/>
                </a:lnTo>
                <a:cubicBezTo>
                  <a:pt x="586" y="595"/>
                  <a:pt x="591" y="584"/>
                  <a:pt x="593" y="572"/>
                </a:cubicBezTo>
                <a:cubicBezTo>
                  <a:pt x="593" y="558"/>
                  <a:pt x="594" y="544"/>
                  <a:pt x="594" y="533"/>
                </a:cubicBezTo>
                <a:cubicBezTo>
                  <a:pt x="594" y="514"/>
                  <a:pt x="593" y="498"/>
                  <a:pt x="587" y="483"/>
                </a:cubicBezTo>
                <a:cubicBezTo>
                  <a:pt x="583" y="468"/>
                  <a:pt x="575" y="454"/>
                  <a:pt x="561" y="442"/>
                </a:cubicBezTo>
                <a:cubicBezTo>
                  <a:pt x="551" y="451"/>
                  <a:pt x="551" y="451"/>
                  <a:pt x="551" y="451"/>
                </a:cubicBezTo>
                <a:cubicBezTo>
                  <a:pt x="561" y="442"/>
                  <a:pt x="561" y="442"/>
                  <a:pt x="561" y="442"/>
                </a:cubicBezTo>
                <a:cubicBezTo>
                  <a:pt x="539" y="418"/>
                  <a:pt x="525" y="399"/>
                  <a:pt x="518" y="381"/>
                </a:cubicBezTo>
                <a:cubicBezTo>
                  <a:pt x="510" y="363"/>
                  <a:pt x="507" y="348"/>
                  <a:pt x="507" y="334"/>
                </a:cubicBezTo>
                <a:cubicBezTo>
                  <a:pt x="507" y="246"/>
                  <a:pt x="507" y="246"/>
                  <a:pt x="507" y="246"/>
                </a:cubicBezTo>
                <a:cubicBezTo>
                  <a:pt x="507" y="189"/>
                  <a:pt x="491" y="128"/>
                  <a:pt x="459" y="81"/>
                </a:cubicBezTo>
                <a:cubicBezTo>
                  <a:pt x="442" y="58"/>
                  <a:pt x="423" y="37"/>
                  <a:pt x="398" y="23"/>
                </a:cubicBezTo>
                <a:cubicBezTo>
                  <a:pt x="375" y="8"/>
                  <a:pt x="347" y="0"/>
                  <a:pt x="315" y="0"/>
                </a:cubicBezTo>
                <a:cubicBezTo>
                  <a:pt x="312" y="0"/>
                  <a:pt x="308" y="0"/>
                  <a:pt x="304" y="0"/>
                </a:cubicBezTo>
                <a:cubicBezTo>
                  <a:pt x="253" y="3"/>
                  <a:pt x="207" y="29"/>
                  <a:pt x="176" y="65"/>
                </a:cubicBezTo>
                <a:cubicBezTo>
                  <a:pt x="154" y="91"/>
                  <a:pt x="137" y="121"/>
                  <a:pt x="130" y="156"/>
                </a:cubicBezTo>
                <a:cubicBezTo>
                  <a:pt x="28" y="54"/>
                  <a:pt x="28" y="54"/>
                  <a:pt x="28" y="54"/>
                </a:cubicBezTo>
                <a:cubicBezTo>
                  <a:pt x="22" y="48"/>
                  <a:pt x="13" y="48"/>
                  <a:pt x="7" y="54"/>
                </a:cubicBezTo>
                <a:cubicBezTo>
                  <a:pt x="0" y="59"/>
                  <a:pt x="0" y="69"/>
                  <a:pt x="7" y="74"/>
                </a:cubicBezTo>
                <a:cubicBezTo>
                  <a:pt x="125" y="192"/>
                  <a:pt x="125" y="192"/>
                  <a:pt x="125" y="192"/>
                </a:cubicBezTo>
                <a:cubicBezTo>
                  <a:pt x="125" y="196"/>
                  <a:pt x="125" y="199"/>
                  <a:pt x="125" y="203"/>
                </a:cubicBezTo>
                <a:cubicBezTo>
                  <a:pt x="125" y="334"/>
                  <a:pt x="125" y="334"/>
                  <a:pt x="125" y="334"/>
                </a:cubicBezTo>
                <a:cubicBezTo>
                  <a:pt x="125" y="348"/>
                  <a:pt x="122" y="363"/>
                  <a:pt x="114" y="381"/>
                </a:cubicBezTo>
                <a:cubicBezTo>
                  <a:pt x="105" y="399"/>
                  <a:pt x="91" y="418"/>
                  <a:pt x="69" y="442"/>
                </a:cubicBezTo>
                <a:cubicBezTo>
                  <a:pt x="57" y="454"/>
                  <a:pt x="49" y="468"/>
                  <a:pt x="43" y="483"/>
                </a:cubicBezTo>
                <a:cubicBezTo>
                  <a:pt x="39" y="498"/>
                  <a:pt x="38" y="514"/>
                  <a:pt x="38" y="533"/>
                </a:cubicBezTo>
                <a:cubicBezTo>
                  <a:pt x="38" y="544"/>
                  <a:pt x="38" y="558"/>
                  <a:pt x="39" y="572"/>
                </a:cubicBezTo>
                <a:cubicBezTo>
                  <a:pt x="39" y="595"/>
                  <a:pt x="58" y="613"/>
                  <a:pt x="82" y="613"/>
                </a:cubicBezTo>
                <a:cubicBezTo>
                  <a:pt x="242" y="613"/>
                  <a:pt x="242" y="613"/>
                  <a:pt x="242" y="613"/>
                </a:cubicBezTo>
                <a:cubicBezTo>
                  <a:pt x="242" y="628"/>
                  <a:pt x="242" y="628"/>
                  <a:pt x="242" y="628"/>
                </a:cubicBezTo>
                <a:cubicBezTo>
                  <a:pt x="242" y="670"/>
                  <a:pt x="275" y="701"/>
                  <a:pt x="315" y="701"/>
                </a:cubicBezTo>
                <a:cubicBezTo>
                  <a:pt x="357" y="701"/>
                  <a:pt x="390" y="670"/>
                  <a:pt x="390" y="628"/>
                </a:cubicBezTo>
                <a:cubicBezTo>
                  <a:pt x="390" y="613"/>
                  <a:pt x="390" y="613"/>
                  <a:pt x="390" y="613"/>
                </a:cubicBezTo>
                <a:cubicBezTo>
                  <a:pt x="546" y="613"/>
                  <a:pt x="546" y="613"/>
                  <a:pt x="546" y="613"/>
                </a:cubicBezTo>
                <a:cubicBezTo>
                  <a:pt x="626" y="693"/>
                  <a:pt x="626" y="693"/>
                  <a:pt x="626" y="693"/>
                </a:cubicBezTo>
                <a:cubicBezTo>
                  <a:pt x="631" y="699"/>
                  <a:pt x="641" y="699"/>
                  <a:pt x="647" y="693"/>
                </a:cubicBezTo>
                <a:cubicBezTo>
                  <a:pt x="652" y="688"/>
                  <a:pt x="652" y="678"/>
                  <a:pt x="647" y="672"/>
                </a:cubicBezTo>
                <a:lnTo>
                  <a:pt x="578" y="603"/>
                </a:lnTo>
                <a:close/>
                <a:moveTo>
                  <a:pt x="198" y="84"/>
                </a:moveTo>
                <a:lnTo>
                  <a:pt x="198" y="84"/>
                </a:lnTo>
                <a:cubicBezTo>
                  <a:pt x="225" y="52"/>
                  <a:pt x="263" y="32"/>
                  <a:pt x="307" y="29"/>
                </a:cubicBezTo>
                <a:cubicBezTo>
                  <a:pt x="310" y="29"/>
                  <a:pt x="312" y="29"/>
                  <a:pt x="315" y="29"/>
                </a:cubicBezTo>
                <a:cubicBezTo>
                  <a:pt x="341" y="29"/>
                  <a:pt x="364" y="36"/>
                  <a:pt x="383" y="48"/>
                </a:cubicBezTo>
                <a:cubicBezTo>
                  <a:pt x="413" y="66"/>
                  <a:pt x="437" y="95"/>
                  <a:pt x="453" y="131"/>
                </a:cubicBezTo>
                <a:cubicBezTo>
                  <a:pt x="468" y="167"/>
                  <a:pt x="478" y="207"/>
                  <a:pt x="478" y="246"/>
                </a:cubicBezTo>
                <a:cubicBezTo>
                  <a:pt x="478" y="334"/>
                  <a:pt x="478" y="334"/>
                  <a:pt x="478" y="334"/>
                </a:cubicBezTo>
                <a:cubicBezTo>
                  <a:pt x="478" y="352"/>
                  <a:pt x="481" y="371"/>
                  <a:pt x="491" y="393"/>
                </a:cubicBezTo>
                <a:cubicBezTo>
                  <a:pt x="500" y="416"/>
                  <a:pt x="517" y="438"/>
                  <a:pt x="540" y="462"/>
                </a:cubicBezTo>
                <a:lnTo>
                  <a:pt x="540" y="462"/>
                </a:lnTo>
                <a:cubicBezTo>
                  <a:pt x="551" y="472"/>
                  <a:pt x="556" y="480"/>
                  <a:pt x="560" y="491"/>
                </a:cubicBezTo>
                <a:cubicBezTo>
                  <a:pt x="562" y="502"/>
                  <a:pt x="564" y="515"/>
                  <a:pt x="564" y="533"/>
                </a:cubicBezTo>
                <a:cubicBezTo>
                  <a:pt x="564" y="544"/>
                  <a:pt x="564" y="556"/>
                  <a:pt x="564" y="570"/>
                </a:cubicBezTo>
                <a:cubicBezTo>
                  <a:pt x="562" y="576"/>
                  <a:pt x="560" y="580"/>
                  <a:pt x="556" y="581"/>
                </a:cubicBezTo>
                <a:cubicBezTo>
                  <a:pt x="155" y="181"/>
                  <a:pt x="155" y="181"/>
                  <a:pt x="155" y="181"/>
                </a:cubicBezTo>
                <a:cubicBezTo>
                  <a:pt x="159" y="145"/>
                  <a:pt x="174" y="110"/>
                  <a:pt x="198" y="84"/>
                </a:cubicBezTo>
                <a:close/>
                <a:moveTo>
                  <a:pt x="315" y="672"/>
                </a:moveTo>
                <a:lnTo>
                  <a:pt x="315" y="672"/>
                </a:lnTo>
                <a:cubicBezTo>
                  <a:pt x="292" y="672"/>
                  <a:pt x="271" y="653"/>
                  <a:pt x="271" y="628"/>
                </a:cubicBezTo>
                <a:cubicBezTo>
                  <a:pt x="271" y="613"/>
                  <a:pt x="271" y="613"/>
                  <a:pt x="271" y="613"/>
                </a:cubicBezTo>
                <a:cubicBezTo>
                  <a:pt x="359" y="613"/>
                  <a:pt x="359" y="613"/>
                  <a:pt x="359" y="613"/>
                </a:cubicBezTo>
                <a:cubicBezTo>
                  <a:pt x="359" y="628"/>
                  <a:pt x="359" y="628"/>
                  <a:pt x="359" y="628"/>
                </a:cubicBezTo>
                <a:cubicBezTo>
                  <a:pt x="359" y="653"/>
                  <a:pt x="340" y="672"/>
                  <a:pt x="315" y="672"/>
                </a:cubicBezTo>
                <a:close/>
                <a:moveTo>
                  <a:pt x="375" y="584"/>
                </a:moveTo>
                <a:lnTo>
                  <a:pt x="375" y="584"/>
                </a:lnTo>
                <a:cubicBezTo>
                  <a:pt x="315" y="584"/>
                  <a:pt x="315" y="584"/>
                  <a:pt x="315" y="584"/>
                </a:cubicBezTo>
                <a:cubicBezTo>
                  <a:pt x="257" y="584"/>
                  <a:pt x="257" y="584"/>
                  <a:pt x="257" y="584"/>
                </a:cubicBezTo>
                <a:cubicBezTo>
                  <a:pt x="82" y="584"/>
                  <a:pt x="82" y="584"/>
                  <a:pt x="82" y="584"/>
                </a:cubicBezTo>
                <a:cubicBezTo>
                  <a:pt x="75" y="584"/>
                  <a:pt x="68" y="578"/>
                  <a:pt x="68" y="570"/>
                </a:cubicBezTo>
                <a:cubicBezTo>
                  <a:pt x="67" y="556"/>
                  <a:pt x="67" y="544"/>
                  <a:pt x="67" y="533"/>
                </a:cubicBezTo>
                <a:cubicBezTo>
                  <a:pt x="67" y="515"/>
                  <a:pt x="68" y="502"/>
                  <a:pt x="71" y="491"/>
                </a:cubicBezTo>
                <a:cubicBezTo>
                  <a:pt x="75" y="480"/>
                  <a:pt x="80" y="472"/>
                  <a:pt x="90" y="462"/>
                </a:cubicBezTo>
                <a:cubicBezTo>
                  <a:pt x="115" y="438"/>
                  <a:pt x="130" y="416"/>
                  <a:pt x="140" y="393"/>
                </a:cubicBezTo>
                <a:cubicBezTo>
                  <a:pt x="149" y="371"/>
                  <a:pt x="154" y="352"/>
                  <a:pt x="154" y="334"/>
                </a:cubicBezTo>
                <a:cubicBezTo>
                  <a:pt x="154" y="221"/>
                  <a:pt x="154" y="221"/>
                  <a:pt x="154" y="221"/>
                </a:cubicBezTo>
                <a:cubicBezTo>
                  <a:pt x="517" y="584"/>
                  <a:pt x="517" y="584"/>
                  <a:pt x="517" y="584"/>
                </a:cubicBezTo>
                <a:lnTo>
                  <a:pt x="375" y="584"/>
                </a:lnTo>
                <a:close/>
              </a:path>
            </a:pathLst>
          </a:custGeom>
          <a:solidFill>
            <a:schemeClr val="tx2"/>
          </a:solidFill>
          <a:ln>
            <a:noFill/>
          </a:ln>
          <a:effectLst/>
        </p:spPr>
        <p:txBody>
          <a:bodyPr wrap="none" anchor="ctr"/>
          <a:lstStyle/>
          <a:p>
            <a:endParaRPr lang="da-DK">
              <a:solidFill>
                <a:schemeClr val="tx2"/>
              </a:solidFill>
            </a:endParaRPr>
          </a:p>
        </p:txBody>
      </p:sp>
      <p:sp>
        <p:nvSpPr>
          <p:cNvPr id="410" name="Freeform 338">
            <a:extLst>
              <a:ext uri="{FF2B5EF4-FFF2-40B4-BE49-F238E27FC236}">
                <a16:creationId xmlns:a16="http://schemas.microsoft.com/office/drawing/2014/main" id="{2F76548A-1D69-B825-7B92-710ECDC6BE19}"/>
              </a:ext>
            </a:extLst>
          </p:cNvPr>
          <p:cNvSpPr>
            <a:spLocks noChangeArrowheads="1"/>
          </p:cNvSpPr>
          <p:nvPr/>
        </p:nvSpPr>
        <p:spPr bwMode="auto">
          <a:xfrm>
            <a:off x="8941320" y="2400722"/>
            <a:ext cx="192088" cy="255587"/>
          </a:xfrm>
          <a:custGeom>
            <a:avLst/>
            <a:gdLst>
              <a:gd name="T0" fmla="*/ 530 w 533"/>
              <a:gd name="T1" fmla="*/ 75 h 709"/>
              <a:gd name="T2" fmla="*/ 530 w 533"/>
              <a:gd name="T3" fmla="*/ 75 h 709"/>
              <a:gd name="T4" fmla="*/ 457 w 533"/>
              <a:gd name="T5" fmla="*/ 0 h 709"/>
              <a:gd name="T6" fmla="*/ 428 w 533"/>
              <a:gd name="T7" fmla="*/ 0 h 709"/>
              <a:gd name="T8" fmla="*/ 251 w 533"/>
              <a:gd name="T9" fmla="*/ 0 h 709"/>
              <a:gd name="T10" fmla="*/ 75 w 533"/>
              <a:gd name="T11" fmla="*/ 0 h 709"/>
              <a:gd name="T12" fmla="*/ 0 w 533"/>
              <a:gd name="T13" fmla="*/ 75 h 709"/>
              <a:gd name="T14" fmla="*/ 0 w 533"/>
              <a:gd name="T15" fmla="*/ 634 h 709"/>
              <a:gd name="T16" fmla="*/ 75 w 533"/>
              <a:gd name="T17" fmla="*/ 708 h 709"/>
              <a:gd name="T18" fmla="*/ 517 w 533"/>
              <a:gd name="T19" fmla="*/ 708 h 709"/>
              <a:gd name="T20" fmla="*/ 530 w 533"/>
              <a:gd name="T21" fmla="*/ 697 h 709"/>
              <a:gd name="T22" fmla="*/ 522 w 533"/>
              <a:gd name="T23" fmla="*/ 680 h 709"/>
              <a:gd name="T24" fmla="*/ 494 w 533"/>
              <a:gd name="T25" fmla="*/ 658 h 709"/>
              <a:gd name="T26" fmla="*/ 486 w 533"/>
              <a:gd name="T27" fmla="*/ 634 h 709"/>
              <a:gd name="T28" fmla="*/ 494 w 533"/>
              <a:gd name="T29" fmla="*/ 611 h 709"/>
              <a:gd name="T30" fmla="*/ 522 w 533"/>
              <a:gd name="T31" fmla="*/ 589 h 709"/>
              <a:gd name="T32" fmla="*/ 526 w 533"/>
              <a:gd name="T33" fmla="*/ 586 h 709"/>
              <a:gd name="T34" fmla="*/ 526 w 533"/>
              <a:gd name="T35" fmla="*/ 586 h 709"/>
              <a:gd name="T36" fmla="*/ 526 w 533"/>
              <a:gd name="T37" fmla="*/ 586 h 709"/>
              <a:gd name="T38" fmla="*/ 529 w 533"/>
              <a:gd name="T39" fmla="*/ 582 h 709"/>
              <a:gd name="T40" fmla="*/ 530 w 533"/>
              <a:gd name="T41" fmla="*/ 581 h 709"/>
              <a:gd name="T42" fmla="*/ 530 w 533"/>
              <a:gd name="T43" fmla="*/ 576 h 709"/>
              <a:gd name="T44" fmla="*/ 530 w 533"/>
              <a:gd name="T45" fmla="*/ 575 h 709"/>
              <a:gd name="T46" fmla="*/ 530 w 533"/>
              <a:gd name="T47" fmla="*/ 75 h 709"/>
              <a:gd name="T48" fmla="*/ 413 w 533"/>
              <a:gd name="T49" fmla="*/ 31 h 709"/>
              <a:gd name="T50" fmla="*/ 413 w 533"/>
              <a:gd name="T51" fmla="*/ 31 h 709"/>
              <a:gd name="T52" fmla="*/ 413 w 533"/>
              <a:gd name="T53" fmla="*/ 304 h 709"/>
              <a:gd name="T54" fmla="*/ 349 w 533"/>
              <a:gd name="T55" fmla="*/ 241 h 709"/>
              <a:gd name="T56" fmla="*/ 329 w 533"/>
              <a:gd name="T57" fmla="*/ 241 h 709"/>
              <a:gd name="T58" fmla="*/ 265 w 533"/>
              <a:gd name="T59" fmla="*/ 304 h 709"/>
              <a:gd name="T60" fmla="*/ 265 w 533"/>
              <a:gd name="T61" fmla="*/ 31 h 709"/>
              <a:gd name="T62" fmla="*/ 413 w 533"/>
              <a:gd name="T63" fmla="*/ 31 h 709"/>
              <a:gd name="T64" fmla="*/ 75 w 533"/>
              <a:gd name="T65" fmla="*/ 31 h 709"/>
              <a:gd name="T66" fmla="*/ 75 w 533"/>
              <a:gd name="T67" fmla="*/ 31 h 709"/>
              <a:gd name="T68" fmla="*/ 236 w 533"/>
              <a:gd name="T69" fmla="*/ 31 h 709"/>
              <a:gd name="T70" fmla="*/ 236 w 533"/>
              <a:gd name="T71" fmla="*/ 340 h 709"/>
              <a:gd name="T72" fmla="*/ 244 w 533"/>
              <a:gd name="T73" fmla="*/ 354 h 709"/>
              <a:gd name="T74" fmla="*/ 261 w 533"/>
              <a:gd name="T75" fmla="*/ 350 h 709"/>
              <a:gd name="T76" fmla="*/ 340 w 533"/>
              <a:gd name="T77" fmla="*/ 272 h 709"/>
              <a:gd name="T78" fmla="*/ 417 w 533"/>
              <a:gd name="T79" fmla="*/ 350 h 709"/>
              <a:gd name="T80" fmla="*/ 434 w 533"/>
              <a:gd name="T81" fmla="*/ 354 h 709"/>
              <a:gd name="T82" fmla="*/ 442 w 533"/>
              <a:gd name="T83" fmla="*/ 340 h 709"/>
              <a:gd name="T84" fmla="*/ 442 w 533"/>
              <a:gd name="T85" fmla="*/ 31 h 709"/>
              <a:gd name="T86" fmla="*/ 457 w 533"/>
              <a:gd name="T87" fmla="*/ 31 h 709"/>
              <a:gd name="T88" fmla="*/ 501 w 533"/>
              <a:gd name="T89" fmla="*/ 75 h 709"/>
              <a:gd name="T90" fmla="*/ 501 w 533"/>
              <a:gd name="T91" fmla="*/ 561 h 709"/>
              <a:gd name="T92" fmla="*/ 75 w 533"/>
              <a:gd name="T93" fmla="*/ 561 h 709"/>
              <a:gd name="T94" fmla="*/ 30 w 533"/>
              <a:gd name="T95" fmla="*/ 576 h 709"/>
              <a:gd name="T96" fmla="*/ 30 w 533"/>
              <a:gd name="T97" fmla="*/ 75 h 709"/>
              <a:gd name="T98" fmla="*/ 75 w 533"/>
              <a:gd name="T99" fmla="*/ 31 h 709"/>
              <a:gd name="T100" fmla="*/ 30 w 533"/>
              <a:gd name="T101" fmla="*/ 634 h 709"/>
              <a:gd name="T102" fmla="*/ 30 w 533"/>
              <a:gd name="T103" fmla="*/ 634 h 709"/>
              <a:gd name="T104" fmla="*/ 30 w 533"/>
              <a:gd name="T105" fmla="*/ 634 h 709"/>
              <a:gd name="T106" fmla="*/ 30 w 533"/>
              <a:gd name="T107" fmla="*/ 634 h 709"/>
              <a:gd name="T108" fmla="*/ 75 w 533"/>
              <a:gd name="T109" fmla="*/ 590 h 709"/>
              <a:gd name="T110" fmla="*/ 75 w 533"/>
              <a:gd name="T111" fmla="*/ 590 h 709"/>
              <a:gd name="T112" fmla="*/ 474 w 533"/>
              <a:gd name="T113" fmla="*/ 590 h 709"/>
              <a:gd name="T114" fmla="*/ 471 w 533"/>
              <a:gd name="T115" fmla="*/ 594 h 709"/>
              <a:gd name="T116" fmla="*/ 457 w 533"/>
              <a:gd name="T117" fmla="*/ 634 h 709"/>
              <a:gd name="T118" fmla="*/ 471 w 533"/>
              <a:gd name="T119" fmla="*/ 676 h 709"/>
              <a:gd name="T120" fmla="*/ 474 w 533"/>
              <a:gd name="T121" fmla="*/ 679 h 709"/>
              <a:gd name="T122" fmla="*/ 75 w 533"/>
              <a:gd name="T123" fmla="*/ 679 h 709"/>
              <a:gd name="T124" fmla="*/ 30 w 533"/>
              <a:gd name="T125" fmla="*/ 63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33" h="709">
                <a:moveTo>
                  <a:pt x="530" y="75"/>
                </a:moveTo>
                <a:lnTo>
                  <a:pt x="530" y="75"/>
                </a:lnTo>
                <a:cubicBezTo>
                  <a:pt x="530" y="34"/>
                  <a:pt x="497" y="0"/>
                  <a:pt x="457" y="0"/>
                </a:cubicBezTo>
                <a:cubicBezTo>
                  <a:pt x="428" y="0"/>
                  <a:pt x="428" y="0"/>
                  <a:pt x="428" y="0"/>
                </a:cubicBezTo>
                <a:cubicBezTo>
                  <a:pt x="251" y="0"/>
                  <a:pt x="251" y="0"/>
                  <a:pt x="251" y="0"/>
                </a:cubicBezTo>
                <a:cubicBezTo>
                  <a:pt x="75" y="0"/>
                  <a:pt x="75" y="0"/>
                  <a:pt x="75" y="0"/>
                </a:cubicBezTo>
                <a:cubicBezTo>
                  <a:pt x="33" y="0"/>
                  <a:pt x="0" y="34"/>
                  <a:pt x="0" y="75"/>
                </a:cubicBezTo>
                <a:cubicBezTo>
                  <a:pt x="0" y="634"/>
                  <a:pt x="0" y="634"/>
                  <a:pt x="0" y="634"/>
                </a:cubicBezTo>
                <a:cubicBezTo>
                  <a:pt x="0" y="676"/>
                  <a:pt x="33" y="708"/>
                  <a:pt x="75" y="708"/>
                </a:cubicBezTo>
                <a:cubicBezTo>
                  <a:pt x="517" y="708"/>
                  <a:pt x="517" y="708"/>
                  <a:pt x="517" y="708"/>
                </a:cubicBezTo>
                <a:cubicBezTo>
                  <a:pt x="522" y="708"/>
                  <a:pt x="529" y="703"/>
                  <a:pt x="530" y="697"/>
                </a:cubicBezTo>
                <a:cubicBezTo>
                  <a:pt x="532" y="690"/>
                  <a:pt x="529" y="683"/>
                  <a:pt x="522" y="680"/>
                </a:cubicBezTo>
                <a:cubicBezTo>
                  <a:pt x="510" y="674"/>
                  <a:pt x="500" y="666"/>
                  <a:pt x="494" y="658"/>
                </a:cubicBezTo>
                <a:cubicBezTo>
                  <a:pt x="489" y="650"/>
                  <a:pt x="486" y="643"/>
                  <a:pt x="486" y="634"/>
                </a:cubicBezTo>
                <a:cubicBezTo>
                  <a:pt x="486" y="627"/>
                  <a:pt x="489" y="619"/>
                  <a:pt x="494" y="611"/>
                </a:cubicBezTo>
                <a:cubicBezTo>
                  <a:pt x="500" y="603"/>
                  <a:pt x="510" y="596"/>
                  <a:pt x="522" y="589"/>
                </a:cubicBezTo>
                <a:cubicBezTo>
                  <a:pt x="523" y="589"/>
                  <a:pt x="525" y="587"/>
                  <a:pt x="526" y="586"/>
                </a:cubicBezTo>
                <a:lnTo>
                  <a:pt x="526" y="586"/>
                </a:lnTo>
                <a:lnTo>
                  <a:pt x="526" y="586"/>
                </a:lnTo>
                <a:cubicBezTo>
                  <a:pt x="528" y="585"/>
                  <a:pt x="529" y="583"/>
                  <a:pt x="529" y="582"/>
                </a:cubicBezTo>
                <a:cubicBezTo>
                  <a:pt x="529" y="581"/>
                  <a:pt x="529" y="581"/>
                  <a:pt x="530" y="581"/>
                </a:cubicBezTo>
                <a:cubicBezTo>
                  <a:pt x="530" y="579"/>
                  <a:pt x="530" y="578"/>
                  <a:pt x="530" y="576"/>
                </a:cubicBezTo>
                <a:cubicBezTo>
                  <a:pt x="530" y="576"/>
                  <a:pt x="530" y="576"/>
                  <a:pt x="530" y="575"/>
                </a:cubicBezTo>
                <a:lnTo>
                  <a:pt x="530" y="75"/>
                </a:lnTo>
                <a:close/>
                <a:moveTo>
                  <a:pt x="413" y="31"/>
                </a:moveTo>
                <a:lnTo>
                  <a:pt x="413" y="31"/>
                </a:lnTo>
                <a:cubicBezTo>
                  <a:pt x="413" y="304"/>
                  <a:pt x="413" y="304"/>
                  <a:pt x="413" y="304"/>
                </a:cubicBezTo>
                <a:cubicBezTo>
                  <a:pt x="349" y="241"/>
                  <a:pt x="349" y="241"/>
                  <a:pt x="349" y="241"/>
                </a:cubicBezTo>
                <a:cubicBezTo>
                  <a:pt x="344" y="235"/>
                  <a:pt x="334" y="235"/>
                  <a:pt x="329" y="241"/>
                </a:cubicBezTo>
                <a:cubicBezTo>
                  <a:pt x="265" y="304"/>
                  <a:pt x="265" y="304"/>
                  <a:pt x="265" y="304"/>
                </a:cubicBezTo>
                <a:cubicBezTo>
                  <a:pt x="265" y="31"/>
                  <a:pt x="265" y="31"/>
                  <a:pt x="265" y="31"/>
                </a:cubicBezTo>
                <a:lnTo>
                  <a:pt x="413" y="31"/>
                </a:lnTo>
                <a:close/>
                <a:moveTo>
                  <a:pt x="75" y="31"/>
                </a:moveTo>
                <a:lnTo>
                  <a:pt x="75" y="31"/>
                </a:lnTo>
                <a:cubicBezTo>
                  <a:pt x="236" y="31"/>
                  <a:pt x="236" y="31"/>
                  <a:pt x="236" y="31"/>
                </a:cubicBezTo>
                <a:cubicBezTo>
                  <a:pt x="236" y="340"/>
                  <a:pt x="236" y="340"/>
                  <a:pt x="236" y="340"/>
                </a:cubicBezTo>
                <a:cubicBezTo>
                  <a:pt x="236" y="346"/>
                  <a:pt x="239" y="351"/>
                  <a:pt x="244" y="354"/>
                </a:cubicBezTo>
                <a:cubicBezTo>
                  <a:pt x="250" y="355"/>
                  <a:pt x="257" y="354"/>
                  <a:pt x="261" y="350"/>
                </a:cubicBezTo>
                <a:cubicBezTo>
                  <a:pt x="340" y="272"/>
                  <a:pt x="340" y="272"/>
                  <a:pt x="340" y="272"/>
                </a:cubicBezTo>
                <a:cubicBezTo>
                  <a:pt x="417" y="350"/>
                  <a:pt x="417" y="350"/>
                  <a:pt x="417" y="350"/>
                </a:cubicBezTo>
                <a:cubicBezTo>
                  <a:pt x="421" y="354"/>
                  <a:pt x="428" y="355"/>
                  <a:pt x="434" y="354"/>
                </a:cubicBezTo>
                <a:cubicBezTo>
                  <a:pt x="439" y="351"/>
                  <a:pt x="442" y="346"/>
                  <a:pt x="442" y="340"/>
                </a:cubicBezTo>
                <a:cubicBezTo>
                  <a:pt x="442" y="31"/>
                  <a:pt x="442" y="31"/>
                  <a:pt x="442" y="31"/>
                </a:cubicBezTo>
                <a:cubicBezTo>
                  <a:pt x="457" y="31"/>
                  <a:pt x="457" y="31"/>
                  <a:pt x="457" y="31"/>
                </a:cubicBezTo>
                <a:cubicBezTo>
                  <a:pt x="482" y="31"/>
                  <a:pt x="501" y="50"/>
                  <a:pt x="501" y="75"/>
                </a:cubicBezTo>
                <a:cubicBezTo>
                  <a:pt x="501" y="561"/>
                  <a:pt x="501" y="561"/>
                  <a:pt x="501" y="561"/>
                </a:cubicBezTo>
                <a:cubicBezTo>
                  <a:pt x="75" y="561"/>
                  <a:pt x="75" y="561"/>
                  <a:pt x="75" y="561"/>
                </a:cubicBezTo>
                <a:cubicBezTo>
                  <a:pt x="57" y="561"/>
                  <a:pt x="41" y="567"/>
                  <a:pt x="30" y="576"/>
                </a:cubicBezTo>
                <a:cubicBezTo>
                  <a:pt x="30" y="75"/>
                  <a:pt x="30" y="75"/>
                  <a:pt x="30" y="75"/>
                </a:cubicBezTo>
                <a:cubicBezTo>
                  <a:pt x="30" y="50"/>
                  <a:pt x="50" y="31"/>
                  <a:pt x="75" y="31"/>
                </a:cubicBezTo>
                <a:close/>
                <a:moveTo>
                  <a:pt x="30" y="634"/>
                </a:moveTo>
                <a:lnTo>
                  <a:pt x="30" y="634"/>
                </a:lnTo>
                <a:lnTo>
                  <a:pt x="30" y="634"/>
                </a:lnTo>
                <a:lnTo>
                  <a:pt x="30" y="634"/>
                </a:lnTo>
                <a:cubicBezTo>
                  <a:pt x="30" y="609"/>
                  <a:pt x="50" y="590"/>
                  <a:pt x="75" y="590"/>
                </a:cubicBezTo>
                <a:lnTo>
                  <a:pt x="75" y="590"/>
                </a:lnTo>
                <a:cubicBezTo>
                  <a:pt x="474" y="590"/>
                  <a:pt x="474" y="590"/>
                  <a:pt x="474" y="590"/>
                </a:cubicBezTo>
                <a:cubicBezTo>
                  <a:pt x="472" y="592"/>
                  <a:pt x="472" y="593"/>
                  <a:pt x="471" y="594"/>
                </a:cubicBezTo>
                <a:cubicBezTo>
                  <a:pt x="461" y="605"/>
                  <a:pt x="457" y="621"/>
                  <a:pt x="457" y="634"/>
                </a:cubicBezTo>
                <a:cubicBezTo>
                  <a:pt x="457" y="650"/>
                  <a:pt x="461" y="663"/>
                  <a:pt x="471" y="676"/>
                </a:cubicBezTo>
                <a:cubicBezTo>
                  <a:pt x="472" y="677"/>
                  <a:pt x="472" y="677"/>
                  <a:pt x="474" y="679"/>
                </a:cubicBezTo>
                <a:cubicBezTo>
                  <a:pt x="75" y="679"/>
                  <a:pt x="75" y="679"/>
                  <a:pt x="75" y="679"/>
                </a:cubicBezTo>
                <a:cubicBezTo>
                  <a:pt x="50" y="679"/>
                  <a:pt x="30" y="659"/>
                  <a:pt x="30" y="634"/>
                </a:cubicBezTo>
                <a:close/>
              </a:path>
            </a:pathLst>
          </a:custGeom>
          <a:solidFill>
            <a:schemeClr val="tx2"/>
          </a:solidFill>
          <a:ln>
            <a:noFill/>
          </a:ln>
          <a:effectLst/>
        </p:spPr>
        <p:txBody>
          <a:bodyPr wrap="none" anchor="ctr"/>
          <a:lstStyle/>
          <a:p>
            <a:endParaRPr lang="da-DK">
              <a:solidFill>
                <a:schemeClr val="tx2"/>
              </a:solidFill>
            </a:endParaRPr>
          </a:p>
        </p:txBody>
      </p:sp>
      <p:sp>
        <p:nvSpPr>
          <p:cNvPr id="411" name="Freeform 339">
            <a:extLst>
              <a:ext uri="{FF2B5EF4-FFF2-40B4-BE49-F238E27FC236}">
                <a16:creationId xmlns:a16="http://schemas.microsoft.com/office/drawing/2014/main" id="{5F05E276-F940-4D5A-E7B2-B718A8F64466}"/>
              </a:ext>
            </a:extLst>
          </p:cNvPr>
          <p:cNvSpPr>
            <a:spLocks noChangeArrowheads="1"/>
          </p:cNvSpPr>
          <p:nvPr/>
        </p:nvSpPr>
        <p:spPr bwMode="auto">
          <a:xfrm>
            <a:off x="9439795" y="2400722"/>
            <a:ext cx="192088" cy="255587"/>
          </a:xfrm>
          <a:custGeom>
            <a:avLst/>
            <a:gdLst>
              <a:gd name="T0" fmla="*/ 0 w 532"/>
              <a:gd name="T1" fmla="*/ 663 h 709"/>
              <a:gd name="T2" fmla="*/ 0 w 532"/>
              <a:gd name="T3" fmla="*/ 663 h 709"/>
              <a:gd name="T4" fmla="*/ 44 w 532"/>
              <a:gd name="T5" fmla="*/ 708 h 709"/>
              <a:gd name="T6" fmla="*/ 486 w 532"/>
              <a:gd name="T7" fmla="*/ 708 h 709"/>
              <a:gd name="T8" fmla="*/ 531 w 532"/>
              <a:gd name="T9" fmla="*/ 663 h 709"/>
              <a:gd name="T10" fmla="*/ 531 w 532"/>
              <a:gd name="T11" fmla="*/ 45 h 709"/>
              <a:gd name="T12" fmla="*/ 486 w 532"/>
              <a:gd name="T13" fmla="*/ 0 h 709"/>
              <a:gd name="T14" fmla="*/ 44 w 532"/>
              <a:gd name="T15" fmla="*/ 0 h 709"/>
              <a:gd name="T16" fmla="*/ 0 w 532"/>
              <a:gd name="T17" fmla="*/ 45 h 709"/>
              <a:gd name="T18" fmla="*/ 0 w 532"/>
              <a:gd name="T19" fmla="*/ 663 h 709"/>
              <a:gd name="T20" fmla="*/ 29 w 532"/>
              <a:gd name="T21" fmla="*/ 45 h 709"/>
              <a:gd name="T22" fmla="*/ 29 w 532"/>
              <a:gd name="T23" fmla="*/ 45 h 709"/>
              <a:gd name="T24" fmla="*/ 44 w 532"/>
              <a:gd name="T25" fmla="*/ 31 h 709"/>
              <a:gd name="T26" fmla="*/ 486 w 532"/>
              <a:gd name="T27" fmla="*/ 31 h 709"/>
              <a:gd name="T28" fmla="*/ 502 w 532"/>
              <a:gd name="T29" fmla="*/ 45 h 709"/>
              <a:gd name="T30" fmla="*/ 502 w 532"/>
              <a:gd name="T31" fmla="*/ 663 h 709"/>
              <a:gd name="T32" fmla="*/ 486 w 532"/>
              <a:gd name="T33" fmla="*/ 679 h 709"/>
              <a:gd name="T34" fmla="*/ 44 w 532"/>
              <a:gd name="T35" fmla="*/ 679 h 709"/>
              <a:gd name="T36" fmla="*/ 29 w 532"/>
              <a:gd name="T37" fmla="*/ 663 h 709"/>
              <a:gd name="T38" fmla="*/ 29 w 532"/>
              <a:gd name="T39" fmla="*/ 45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32" h="709">
                <a:moveTo>
                  <a:pt x="0" y="663"/>
                </a:moveTo>
                <a:lnTo>
                  <a:pt x="0" y="663"/>
                </a:lnTo>
                <a:cubicBezTo>
                  <a:pt x="0" y="688"/>
                  <a:pt x="20" y="708"/>
                  <a:pt x="44" y="708"/>
                </a:cubicBezTo>
                <a:cubicBezTo>
                  <a:pt x="486" y="708"/>
                  <a:pt x="486" y="708"/>
                  <a:pt x="486" y="708"/>
                </a:cubicBezTo>
                <a:cubicBezTo>
                  <a:pt x="511" y="708"/>
                  <a:pt x="531" y="688"/>
                  <a:pt x="531" y="663"/>
                </a:cubicBezTo>
                <a:cubicBezTo>
                  <a:pt x="531" y="45"/>
                  <a:pt x="531" y="45"/>
                  <a:pt x="531" y="45"/>
                </a:cubicBezTo>
                <a:cubicBezTo>
                  <a:pt x="531" y="21"/>
                  <a:pt x="511" y="0"/>
                  <a:pt x="486" y="0"/>
                </a:cubicBezTo>
                <a:cubicBezTo>
                  <a:pt x="44" y="0"/>
                  <a:pt x="44" y="0"/>
                  <a:pt x="44" y="0"/>
                </a:cubicBezTo>
                <a:cubicBezTo>
                  <a:pt x="20" y="0"/>
                  <a:pt x="0" y="21"/>
                  <a:pt x="0" y="45"/>
                </a:cubicBezTo>
                <a:lnTo>
                  <a:pt x="0" y="663"/>
                </a:lnTo>
                <a:close/>
                <a:moveTo>
                  <a:pt x="29" y="45"/>
                </a:moveTo>
                <a:lnTo>
                  <a:pt x="29" y="45"/>
                </a:lnTo>
                <a:cubicBezTo>
                  <a:pt x="29" y="38"/>
                  <a:pt x="36" y="31"/>
                  <a:pt x="44" y="31"/>
                </a:cubicBezTo>
                <a:cubicBezTo>
                  <a:pt x="486" y="31"/>
                  <a:pt x="486" y="31"/>
                  <a:pt x="486" y="31"/>
                </a:cubicBezTo>
                <a:cubicBezTo>
                  <a:pt x="495" y="31"/>
                  <a:pt x="502" y="38"/>
                  <a:pt x="502" y="45"/>
                </a:cubicBezTo>
                <a:cubicBezTo>
                  <a:pt x="502" y="663"/>
                  <a:pt x="502" y="663"/>
                  <a:pt x="502" y="663"/>
                </a:cubicBezTo>
                <a:cubicBezTo>
                  <a:pt x="502" y="672"/>
                  <a:pt x="495" y="679"/>
                  <a:pt x="486" y="679"/>
                </a:cubicBezTo>
                <a:cubicBezTo>
                  <a:pt x="44" y="679"/>
                  <a:pt x="44" y="679"/>
                  <a:pt x="44" y="679"/>
                </a:cubicBezTo>
                <a:cubicBezTo>
                  <a:pt x="36" y="679"/>
                  <a:pt x="29" y="672"/>
                  <a:pt x="29" y="663"/>
                </a:cubicBezTo>
                <a:lnTo>
                  <a:pt x="29" y="45"/>
                </a:lnTo>
                <a:close/>
              </a:path>
            </a:pathLst>
          </a:custGeom>
          <a:solidFill>
            <a:schemeClr val="tx2"/>
          </a:solidFill>
          <a:ln>
            <a:noFill/>
          </a:ln>
          <a:effectLst/>
        </p:spPr>
        <p:txBody>
          <a:bodyPr wrap="none" anchor="ctr"/>
          <a:lstStyle/>
          <a:p>
            <a:endParaRPr lang="da-DK">
              <a:solidFill>
                <a:schemeClr val="tx2"/>
              </a:solidFill>
            </a:endParaRPr>
          </a:p>
        </p:txBody>
      </p:sp>
      <p:sp>
        <p:nvSpPr>
          <p:cNvPr id="412" name="Freeform 340">
            <a:extLst>
              <a:ext uri="{FF2B5EF4-FFF2-40B4-BE49-F238E27FC236}">
                <a16:creationId xmlns:a16="http://schemas.microsoft.com/office/drawing/2014/main" id="{FEEBF2DD-2069-79F2-6FC7-E79002BB569D}"/>
              </a:ext>
            </a:extLst>
          </p:cNvPr>
          <p:cNvSpPr>
            <a:spLocks noChangeArrowheads="1"/>
          </p:cNvSpPr>
          <p:nvPr/>
        </p:nvSpPr>
        <p:spPr bwMode="auto">
          <a:xfrm>
            <a:off x="9471545" y="2501528"/>
            <a:ext cx="127000" cy="53975"/>
          </a:xfrm>
          <a:custGeom>
            <a:avLst/>
            <a:gdLst>
              <a:gd name="T0" fmla="*/ 15 w 354"/>
              <a:gd name="T1" fmla="*/ 148 h 149"/>
              <a:gd name="T2" fmla="*/ 15 w 354"/>
              <a:gd name="T3" fmla="*/ 148 h 149"/>
              <a:gd name="T4" fmla="*/ 338 w 354"/>
              <a:gd name="T5" fmla="*/ 148 h 149"/>
              <a:gd name="T6" fmla="*/ 349 w 354"/>
              <a:gd name="T7" fmla="*/ 143 h 149"/>
              <a:gd name="T8" fmla="*/ 353 w 354"/>
              <a:gd name="T9" fmla="*/ 132 h 149"/>
              <a:gd name="T10" fmla="*/ 353 w 354"/>
              <a:gd name="T11" fmla="*/ 15 h 149"/>
              <a:gd name="T12" fmla="*/ 349 w 354"/>
              <a:gd name="T13" fmla="*/ 5 h 149"/>
              <a:gd name="T14" fmla="*/ 338 w 354"/>
              <a:gd name="T15" fmla="*/ 0 h 149"/>
              <a:gd name="T16" fmla="*/ 15 w 354"/>
              <a:gd name="T17" fmla="*/ 0 h 149"/>
              <a:gd name="T18" fmla="*/ 4 w 354"/>
              <a:gd name="T19" fmla="*/ 5 h 149"/>
              <a:gd name="T20" fmla="*/ 0 w 354"/>
              <a:gd name="T21" fmla="*/ 15 h 149"/>
              <a:gd name="T22" fmla="*/ 0 w 354"/>
              <a:gd name="T23" fmla="*/ 132 h 149"/>
              <a:gd name="T24" fmla="*/ 4 w 354"/>
              <a:gd name="T25" fmla="*/ 143 h 149"/>
              <a:gd name="T26" fmla="*/ 15 w 354"/>
              <a:gd name="T27" fmla="*/ 148 h 149"/>
              <a:gd name="T28" fmla="*/ 29 w 354"/>
              <a:gd name="T29" fmla="*/ 30 h 149"/>
              <a:gd name="T30" fmla="*/ 29 w 354"/>
              <a:gd name="T31" fmla="*/ 30 h 149"/>
              <a:gd name="T32" fmla="*/ 324 w 354"/>
              <a:gd name="T33" fmla="*/ 30 h 149"/>
              <a:gd name="T34" fmla="*/ 324 w 354"/>
              <a:gd name="T35" fmla="*/ 119 h 149"/>
              <a:gd name="T36" fmla="*/ 29 w 354"/>
              <a:gd name="T37" fmla="*/ 119 h 149"/>
              <a:gd name="T38" fmla="*/ 29 w 354"/>
              <a:gd name="T39"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4" h="149">
                <a:moveTo>
                  <a:pt x="15" y="148"/>
                </a:moveTo>
                <a:lnTo>
                  <a:pt x="15" y="148"/>
                </a:lnTo>
                <a:cubicBezTo>
                  <a:pt x="338" y="148"/>
                  <a:pt x="338" y="148"/>
                  <a:pt x="338" y="148"/>
                </a:cubicBezTo>
                <a:cubicBezTo>
                  <a:pt x="342" y="148"/>
                  <a:pt x="346" y="146"/>
                  <a:pt x="349" y="143"/>
                </a:cubicBezTo>
                <a:cubicBezTo>
                  <a:pt x="352" y="141"/>
                  <a:pt x="353" y="137"/>
                  <a:pt x="353" y="132"/>
                </a:cubicBezTo>
                <a:cubicBezTo>
                  <a:pt x="353" y="15"/>
                  <a:pt x="353" y="15"/>
                  <a:pt x="353" y="15"/>
                </a:cubicBezTo>
                <a:cubicBezTo>
                  <a:pt x="353" y="11"/>
                  <a:pt x="352" y="8"/>
                  <a:pt x="349" y="5"/>
                </a:cubicBezTo>
                <a:cubicBezTo>
                  <a:pt x="346" y="3"/>
                  <a:pt x="342" y="0"/>
                  <a:pt x="338" y="0"/>
                </a:cubicBezTo>
                <a:cubicBezTo>
                  <a:pt x="15" y="0"/>
                  <a:pt x="15" y="0"/>
                  <a:pt x="15" y="0"/>
                </a:cubicBezTo>
                <a:cubicBezTo>
                  <a:pt x="11" y="0"/>
                  <a:pt x="7" y="3"/>
                  <a:pt x="4" y="5"/>
                </a:cubicBezTo>
                <a:cubicBezTo>
                  <a:pt x="1" y="8"/>
                  <a:pt x="0" y="11"/>
                  <a:pt x="0" y="15"/>
                </a:cubicBezTo>
                <a:cubicBezTo>
                  <a:pt x="0" y="132"/>
                  <a:pt x="0" y="132"/>
                  <a:pt x="0" y="132"/>
                </a:cubicBezTo>
                <a:cubicBezTo>
                  <a:pt x="0" y="137"/>
                  <a:pt x="1" y="141"/>
                  <a:pt x="4" y="143"/>
                </a:cubicBezTo>
                <a:cubicBezTo>
                  <a:pt x="7" y="146"/>
                  <a:pt x="11" y="148"/>
                  <a:pt x="15" y="148"/>
                </a:cubicBezTo>
                <a:close/>
                <a:moveTo>
                  <a:pt x="29" y="30"/>
                </a:moveTo>
                <a:lnTo>
                  <a:pt x="29" y="30"/>
                </a:lnTo>
                <a:cubicBezTo>
                  <a:pt x="324" y="30"/>
                  <a:pt x="324" y="30"/>
                  <a:pt x="324" y="30"/>
                </a:cubicBezTo>
                <a:cubicBezTo>
                  <a:pt x="324" y="119"/>
                  <a:pt x="324" y="119"/>
                  <a:pt x="324" y="119"/>
                </a:cubicBezTo>
                <a:cubicBezTo>
                  <a:pt x="29" y="119"/>
                  <a:pt x="29" y="119"/>
                  <a:pt x="29" y="119"/>
                </a:cubicBezTo>
                <a:lnTo>
                  <a:pt x="29" y="30"/>
                </a:lnTo>
                <a:close/>
              </a:path>
            </a:pathLst>
          </a:custGeom>
          <a:solidFill>
            <a:schemeClr val="tx2"/>
          </a:solidFill>
          <a:ln>
            <a:noFill/>
          </a:ln>
          <a:effectLst/>
        </p:spPr>
        <p:txBody>
          <a:bodyPr wrap="none" anchor="ctr"/>
          <a:lstStyle/>
          <a:p>
            <a:endParaRPr lang="da-DK">
              <a:solidFill>
                <a:schemeClr val="tx2"/>
              </a:solidFill>
            </a:endParaRPr>
          </a:p>
        </p:txBody>
      </p:sp>
      <p:sp>
        <p:nvSpPr>
          <p:cNvPr id="413" name="Freeform 341">
            <a:extLst>
              <a:ext uri="{FF2B5EF4-FFF2-40B4-BE49-F238E27FC236}">
                <a16:creationId xmlns:a16="http://schemas.microsoft.com/office/drawing/2014/main" id="{4C8E3435-1DB1-101B-32BB-CE4FB6AA3AFE}"/>
              </a:ext>
            </a:extLst>
          </p:cNvPr>
          <p:cNvSpPr>
            <a:spLocks noChangeArrowheads="1"/>
          </p:cNvSpPr>
          <p:nvPr/>
        </p:nvSpPr>
        <p:spPr bwMode="auto">
          <a:xfrm>
            <a:off x="9471545" y="2502321"/>
            <a:ext cx="53975" cy="52388"/>
          </a:xfrm>
          <a:custGeom>
            <a:avLst/>
            <a:gdLst>
              <a:gd name="T0" fmla="*/ 15 w 148"/>
              <a:gd name="T1" fmla="*/ 88 h 147"/>
              <a:gd name="T2" fmla="*/ 15 w 148"/>
              <a:gd name="T3" fmla="*/ 88 h 147"/>
              <a:gd name="T4" fmla="*/ 59 w 148"/>
              <a:gd name="T5" fmla="*/ 88 h 147"/>
              <a:gd name="T6" fmla="*/ 59 w 148"/>
              <a:gd name="T7" fmla="*/ 133 h 147"/>
              <a:gd name="T8" fmla="*/ 73 w 148"/>
              <a:gd name="T9" fmla="*/ 146 h 147"/>
              <a:gd name="T10" fmla="*/ 88 w 148"/>
              <a:gd name="T11" fmla="*/ 133 h 147"/>
              <a:gd name="T12" fmla="*/ 88 w 148"/>
              <a:gd name="T13" fmla="*/ 88 h 147"/>
              <a:gd name="T14" fmla="*/ 132 w 148"/>
              <a:gd name="T15" fmla="*/ 88 h 147"/>
              <a:gd name="T16" fmla="*/ 147 w 148"/>
              <a:gd name="T17" fmla="*/ 73 h 147"/>
              <a:gd name="T18" fmla="*/ 132 w 148"/>
              <a:gd name="T19" fmla="*/ 58 h 147"/>
              <a:gd name="T20" fmla="*/ 88 w 148"/>
              <a:gd name="T21" fmla="*/ 58 h 147"/>
              <a:gd name="T22" fmla="*/ 88 w 148"/>
              <a:gd name="T23" fmla="*/ 14 h 147"/>
              <a:gd name="T24" fmla="*/ 73 w 148"/>
              <a:gd name="T25" fmla="*/ 0 h 147"/>
              <a:gd name="T26" fmla="*/ 59 w 148"/>
              <a:gd name="T27" fmla="*/ 14 h 147"/>
              <a:gd name="T28" fmla="*/ 59 w 148"/>
              <a:gd name="T29" fmla="*/ 58 h 147"/>
              <a:gd name="T30" fmla="*/ 15 w 148"/>
              <a:gd name="T31" fmla="*/ 58 h 147"/>
              <a:gd name="T32" fmla="*/ 0 w 148"/>
              <a:gd name="T33" fmla="*/ 73 h 147"/>
              <a:gd name="T34" fmla="*/ 15 w 148"/>
              <a:gd name="T35" fmla="*/ 8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147">
                <a:moveTo>
                  <a:pt x="15" y="88"/>
                </a:moveTo>
                <a:lnTo>
                  <a:pt x="15" y="88"/>
                </a:lnTo>
                <a:cubicBezTo>
                  <a:pt x="59" y="88"/>
                  <a:pt x="59" y="88"/>
                  <a:pt x="59" y="88"/>
                </a:cubicBezTo>
                <a:cubicBezTo>
                  <a:pt x="59" y="133"/>
                  <a:pt x="59" y="133"/>
                  <a:pt x="59" y="133"/>
                </a:cubicBezTo>
                <a:cubicBezTo>
                  <a:pt x="59" y="141"/>
                  <a:pt x="65" y="146"/>
                  <a:pt x="73" y="146"/>
                </a:cubicBezTo>
                <a:cubicBezTo>
                  <a:pt x="81" y="146"/>
                  <a:pt x="88" y="141"/>
                  <a:pt x="88" y="133"/>
                </a:cubicBezTo>
                <a:cubicBezTo>
                  <a:pt x="88" y="88"/>
                  <a:pt x="88" y="88"/>
                  <a:pt x="88" y="88"/>
                </a:cubicBezTo>
                <a:cubicBezTo>
                  <a:pt x="132" y="88"/>
                  <a:pt x="132" y="88"/>
                  <a:pt x="132" y="88"/>
                </a:cubicBezTo>
                <a:cubicBezTo>
                  <a:pt x="141" y="88"/>
                  <a:pt x="147" y="81"/>
                  <a:pt x="147" y="73"/>
                </a:cubicBezTo>
                <a:cubicBezTo>
                  <a:pt x="147" y="65"/>
                  <a:pt x="141" y="58"/>
                  <a:pt x="132" y="58"/>
                </a:cubicBezTo>
                <a:cubicBezTo>
                  <a:pt x="88" y="58"/>
                  <a:pt x="88" y="58"/>
                  <a:pt x="88" y="58"/>
                </a:cubicBezTo>
                <a:cubicBezTo>
                  <a:pt x="88" y="14"/>
                  <a:pt x="88" y="14"/>
                  <a:pt x="88" y="14"/>
                </a:cubicBezTo>
                <a:cubicBezTo>
                  <a:pt x="88" y="7"/>
                  <a:pt x="81" y="0"/>
                  <a:pt x="73" y="0"/>
                </a:cubicBezTo>
                <a:cubicBezTo>
                  <a:pt x="65" y="0"/>
                  <a:pt x="59" y="7"/>
                  <a:pt x="59" y="14"/>
                </a:cubicBezTo>
                <a:cubicBezTo>
                  <a:pt x="59" y="58"/>
                  <a:pt x="59" y="58"/>
                  <a:pt x="59" y="58"/>
                </a:cubicBezTo>
                <a:cubicBezTo>
                  <a:pt x="15" y="58"/>
                  <a:pt x="15" y="58"/>
                  <a:pt x="15" y="58"/>
                </a:cubicBezTo>
                <a:cubicBezTo>
                  <a:pt x="7" y="58"/>
                  <a:pt x="0" y="65"/>
                  <a:pt x="0" y="73"/>
                </a:cubicBezTo>
                <a:cubicBezTo>
                  <a:pt x="0" y="81"/>
                  <a:pt x="7" y="88"/>
                  <a:pt x="15" y="88"/>
                </a:cubicBezTo>
              </a:path>
            </a:pathLst>
          </a:custGeom>
          <a:solidFill>
            <a:schemeClr val="tx2"/>
          </a:solidFill>
          <a:ln>
            <a:noFill/>
          </a:ln>
          <a:effectLst/>
        </p:spPr>
        <p:txBody>
          <a:bodyPr wrap="none" anchor="ctr"/>
          <a:lstStyle/>
          <a:p>
            <a:endParaRPr lang="da-DK">
              <a:solidFill>
                <a:schemeClr val="tx2"/>
              </a:solidFill>
            </a:endParaRPr>
          </a:p>
        </p:txBody>
      </p:sp>
      <p:sp>
        <p:nvSpPr>
          <p:cNvPr id="414" name="Freeform 342">
            <a:extLst>
              <a:ext uri="{FF2B5EF4-FFF2-40B4-BE49-F238E27FC236}">
                <a16:creationId xmlns:a16="http://schemas.microsoft.com/office/drawing/2014/main" id="{1AEE4E7E-A76D-0118-FFFF-763A6F4E52AE}"/>
              </a:ext>
            </a:extLst>
          </p:cNvPr>
          <p:cNvSpPr>
            <a:spLocks noChangeArrowheads="1"/>
          </p:cNvSpPr>
          <p:nvPr/>
        </p:nvSpPr>
        <p:spPr bwMode="auto">
          <a:xfrm>
            <a:off x="9555683" y="2522959"/>
            <a:ext cx="42862" cy="11113"/>
          </a:xfrm>
          <a:custGeom>
            <a:avLst/>
            <a:gdLst>
              <a:gd name="T0" fmla="*/ 102 w 118"/>
              <a:gd name="T1" fmla="*/ 0 h 30"/>
              <a:gd name="T2" fmla="*/ 102 w 118"/>
              <a:gd name="T3" fmla="*/ 0 h 30"/>
              <a:gd name="T4" fmla="*/ 14 w 118"/>
              <a:gd name="T5" fmla="*/ 0 h 30"/>
              <a:gd name="T6" fmla="*/ 0 w 118"/>
              <a:gd name="T7" fmla="*/ 14 h 30"/>
              <a:gd name="T8" fmla="*/ 14 w 118"/>
              <a:gd name="T9" fmla="*/ 29 h 30"/>
              <a:gd name="T10" fmla="*/ 102 w 118"/>
              <a:gd name="T11" fmla="*/ 29 h 30"/>
              <a:gd name="T12" fmla="*/ 117 w 118"/>
              <a:gd name="T13" fmla="*/ 14 h 30"/>
              <a:gd name="T14" fmla="*/ 102 w 11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0">
                <a:moveTo>
                  <a:pt x="102" y="0"/>
                </a:moveTo>
                <a:lnTo>
                  <a:pt x="102" y="0"/>
                </a:lnTo>
                <a:cubicBezTo>
                  <a:pt x="14" y="0"/>
                  <a:pt x="14" y="0"/>
                  <a:pt x="14" y="0"/>
                </a:cubicBezTo>
                <a:cubicBezTo>
                  <a:pt x="5" y="0"/>
                  <a:pt x="0" y="7"/>
                  <a:pt x="0" y="14"/>
                </a:cubicBezTo>
                <a:cubicBezTo>
                  <a:pt x="0" y="22"/>
                  <a:pt x="5" y="29"/>
                  <a:pt x="14" y="29"/>
                </a:cubicBezTo>
                <a:cubicBezTo>
                  <a:pt x="102" y="29"/>
                  <a:pt x="102" y="29"/>
                  <a:pt x="102" y="29"/>
                </a:cubicBezTo>
                <a:cubicBezTo>
                  <a:pt x="110" y="29"/>
                  <a:pt x="117" y="22"/>
                  <a:pt x="117" y="14"/>
                </a:cubicBezTo>
                <a:cubicBezTo>
                  <a:pt x="117" y="7"/>
                  <a:pt x="110" y="0"/>
                  <a:pt x="102" y="0"/>
                </a:cubicBezTo>
              </a:path>
            </a:pathLst>
          </a:custGeom>
          <a:solidFill>
            <a:schemeClr val="tx2"/>
          </a:solidFill>
          <a:ln>
            <a:noFill/>
          </a:ln>
          <a:effectLst/>
        </p:spPr>
        <p:txBody>
          <a:bodyPr wrap="none" anchor="ctr"/>
          <a:lstStyle/>
          <a:p>
            <a:endParaRPr lang="da-DK">
              <a:solidFill>
                <a:schemeClr val="tx2"/>
              </a:solidFill>
            </a:endParaRPr>
          </a:p>
        </p:txBody>
      </p:sp>
      <p:sp>
        <p:nvSpPr>
          <p:cNvPr id="415" name="Freeform 343">
            <a:extLst>
              <a:ext uri="{FF2B5EF4-FFF2-40B4-BE49-F238E27FC236}">
                <a16:creationId xmlns:a16="http://schemas.microsoft.com/office/drawing/2014/main" id="{1E72E26C-6028-E2F1-B10E-2F807284857E}"/>
              </a:ext>
            </a:extLst>
          </p:cNvPr>
          <p:cNvSpPr>
            <a:spLocks noChangeArrowheads="1"/>
          </p:cNvSpPr>
          <p:nvPr/>
        </p:nvSpPr>
        <p:spPr bwMode="auto">
          <a:xfrm>
            <a:off x="9481070" y="2485653"/>
            <a:ext cx="107950" cy="85725"/>
          </a:xfrm>
          <a:custGeom>
            <a:avLst/>
            <a:gdLst>
              <a:gd name="T0" fmla="*/ 293 w 300"/>
              <a:gd name="T1" fmla="*/ 8 h 240"/>
              <a:gd name="T2" fmla="*/ 293 w 300"/>
              <a:gd name="T3" fmla="*/ 8 h 240"/>
              <a:gd name="T4" fmla="*/ 272 w 300"/>
              <a:gd name="T5" fmla="*/ 5 h 240"/>
              <a:gd name="T6" fmla="*/ 7 w 300"/>
              <a:gd name="T7" fmla="*/ 211 h 240"/>
              <a:gd name="T8" fmla="*/ 4 w 300"/>
              <a:gd name="T9" fmla="*/ 232 h 240"/>
              <a:gd name="T10" fmla="*/ 25 w 300"/>
              <a:gd name="T11" fmla="*/ 234 h 240"/>
              <a:gd name="T12" fmla="*/ 290 w 300"/>
              <a:gd name="T13" fmla="*/ 29 h 240"/>
              <a:gd name="T14" fmla="*/ 293 w 300"/>
              <a:gd name="T15" fmla="*/ 8 h 2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240">
                <a:moveTo>
                  <a:pt x="293" y="8"/>
                </a:moveTo>
                <a:lnTo>
                  <a:pt x="293" y="8"/>
                </a:lnTo>
                <a:cubicBezTo>
                  <a:pt x="289" y="1"/>
                  <a:pt x="279" y="0"/>
                  <a:pt x="272" y="5"/>
                </a:cubicBezTo>
                <a:cubicBezTo>
                  <a:pt x="7" y="211"/>
                  <a:pt x="7" y="211"/>
                  <a:pt x="7" y="211"/>
                </a:cubicBezTo>
                <a:cubicBezTo>
                  <a:pt x="2" y="216"/>
                  <a:pt x="0" y="225"/>
                  <a:pt x="4" y="232"/>
                </a:cubicBezTo>
                <a:cubicBezTo>
                  <a:pt x="10" y="239"/>
                  <a:pt x="20" y="239"/>
                  <a:pt x="25" y="234"/>
                </a:cubicBezTo>
                <a:cubicBezTo>
                  <a:pt x="290" y="29"/>
                  <a:pt x="290" y="29"/>
                  <a:pt x="290" y="29"/>
                </a:cubicBezTo>
                <a:cubicBezTo>
                  <a:pt x="297" y="23"/>
                  <a:pt x="299" y="13"/>
                  <a:pt x="293" y="8"/>
                </a:cubicBezTo>
              </a:path>
            </a:pathLst>
          </a:custGeom>
          <a:solidFill>
            <a:schemeClr val="tx2"/>
          </a:solidFill>
          <a:ln>
            <a:noFill/>
          </a:ln>
          <a:effectLst/>
        </p:spPr>
        <p:txBody>
          <a:bodyPr wrap="none" anchor="ctr"/>
          <a:lstStyle/>
          <a:p>
            <a:endParaRPr lang="da-DK">
              <a:solidFill>
                <a:schemeClr val="tx2"/>
              </a:solidFill>
            </a:endParaRPr>
          </a:p>
        </p:txBody>
      </p:sp>
      <p:sp>
        <p:nvSpPr>
          <p:cNvPr id="416" name="Freeform 344">
            <a:extLst>
              <a:ext uri="{FF2B5EF4-FFF2-40B4-BE49-F238E27FC236}">
                <a16:creationId xmlns:a16="http://schemas.microsoft.com/office/drawing/2014/main" id="{4F760149-104D-B645-F3C2-CD876FDFEA2D}"/>
              </a:ext>
            </a:extLst>
          </p:cNvPr>
          <p:cNvSpPr>
            <a:spLocks noChangeArrowheads="1"/>
          </p:cNvSpPr>
          <p:nvPr/>
        </p:nvSpPr>
        <p:spPr bwMode="auto">
          <a:xfrm>
            <a:off x="9446145" y="2886496"/>
            <a:ext cx="227013" cy="249238"/>
          </a:xfrm>
          <a:custGeom>
            <a:avLst/>
            <a:gdLst>
              <a:gd name="T0" fmla="*/ 630 w 631"/>
              <a:gd name="T1" fmla="*/ 191 h 693"/>
              <a:gd name="T2" fmla="*/ 630 w 631"/>
              <a:gd name="T3" fmla="*/ 191 h 693"/>
              <a:gd name="T4" fmla="*/ 574 w 631"/>
              <a:gd name="T5" fmla="*/ 56 h 693"/>
              <a:gd name="T6" fmla="*/ 438 w 631"/>
              <a:gd name="T7" fmla="*/ 0 h 693"/>
              <a:gd name="T8" fmla="*/ 302 w 631"/>
              <a:gd name="T9" fmla="*/ 56 h 693"/>
              <a:gd name="T10" fmla="*/ 32 w 631"/>
              <a:gd name="T11" fmla="*/ 326 h 693"/>
              <a:gd name="T12" fmla="*/ 32 w 631"/>
              <a:gd name="T13" fmla="*/ 347 h 693"/>
              <a:gd name="T14" fmla="*/ 52 w 631"/>
              <a:gd name="T15" fmla="*/ 347 h 693"/>
              <a:gd name="T16" fmla="*/ 52 w 631"/>
              <a:gd name="T17" fmla="*/ 347 h 693"/>
              <a:gd name="T18" fmla="*/ 323 w 631"/>
              <a:gd name="T19" fmla="*/ 76 h 693"/>
              <a:gd name="T20" fmla="*/ 438 w 631"/>
              <a:gd name="T21" fmla="*/ 30 h 693"/>
              <a:gd name="T22" fmla="*/ 552 w 631"/>
              <a:gd name="T23" fmla="*/ 76 h 693"/>
              <a:gd name="T24" fmla="*/ 601 w 631"/>
              <a:gd name="T25" fmla="*/ 191 h 693"/>
              <a:gd name="T26" fmla="*/ 552 w 631"/>
              <a:gd name="T27" fmla="*/ 306 h 693"/>
              <a:gd name="T28" fmla="*/ 231 w 631"/>
              <a:gd name="T29" fmla="*/ 629 h 693"/>
              <a:gd name="T30" fmla="*/ 146 w 631"/>
              <a:gd name="T31" fmla="*/ 663 h 693"/>
              <a:gd name="T32" fmla="*/ 63 w 631"/>
              <a:gd name="T33" fmla="*/ 629 h 693"/>
              <a:gd name="T34" fmla="*/ 29 w 631"/>
              <a:gd name="T35" fmla="*/ 546 h 693"/>
              <a:gd name="T36" fmla="*/ 63 w 631"/>
              <a:gd name="T37" fmla="*/ 462 h 693"/>
              <a:gd name="T38" fmla="*/ 387 w 631"/>
              <a:gd name="T39" fmla="*/ 139 h 693"/>
              <a:gd name="T40" fmla="*/ 438 w 631"/>
              <a:gd name="T41" fmla="*/ 118 h 693"/>
              <a:gd name="T42" fmla="*/ 490 w 631"/>
              <a:gd name="T43" fmla="*/ 139 h 693"/>
              <a:gd name="T44" fmla="*/ 512 w 631"/>
              <a:gd name="T45" fmla="*/ 191 h 693"/>
              <a:gd name="T46" fmla="*/ 490 w 631"/>
              <a:gd name="T47" fmla="*/ 244 h 693"/>
              <a:gd name="T48" fmla="*/ 199 w 631"/>
              <a:gd name="T49" fmla="*/ 535 h 693"/>
              <a:gd name="T50" fmla="*/ 199 w 631"/>
              <a:gd name="T51" fmla="*/ 556 h 693"/>
              <a:gd name="T52" fmla="*/ 219 w 631"/>
              <a:gd name="T53" fmla="*/ 556 h 693"/>
              <a:gd name="T54" fmla="*/ 511 w 631"/>
              <a:gd name="T55" fmla="*/ 264 h 693"/>
              <a:gd name="T56" fmla="*/ 541 w 631"/>
              <a:gd name="T57" fmla="*/ 191 h 693"/>
              <a:gd name="T58" fmla="*/ 511 w 631"/>
              <a:gd name="T59" fmla="*/ 118 h 693"/>
              <a:gd name="T60" fmla="*/ 438 w 631"/>
              <a:gd name="T61" fmla="*/ 89 h 693"/>
              <a:gd name="T62" fmla="*/ 366 w 631"/>
              <a:gd name="T63" fmla="*/ 118 h 693"/>
              <a:gd name="T64" fmla="*/ 43 w 631"/>
              <a:gd name="T65" fmla="*/ 441 h 693"/>
              <a:gd name="T66" fmla="*/ 0 w 631"/>
              <a:gd name="T67" fmla="*/ 546 h 693"/>
              <a:gd name="T68" fmla="*/ 43 w 631"/>
              <a:gd name="T69" fmla="*/ 650 h 693"/>
              <a:gd name="T70" fmla="*/ 146 w 631"/>
              <a:gd name="T71" fmla="*/ 692 h 693"/>
              <a:gd name="T72" fmla="*/ 251 w 631"/>
              <a:gd name="T73" fmla="*/ 650 h 693"/>
              <a:gd name="T74" fmla="*/ 574 w 631"/>
              <a:gd name="T75" fmla="*/ 326 h 693"/>
              <a:gd name="T76" fmla="*/ 630 w 631"/>
              <a:gd name="T77" fmla="*/ 191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1" h="693">
                <a:moveTo>
                  <a:pt x="630" y="191"/>
                </a:moveTo>
                <a:lnTo>
                  <a:pt x="630" y="191"/>
                </a:lnTo>
                <a:cubicBezTo>
                  <a:pt x="630" y="143"/>
                  <a:pt x="612" y="93"/>
                  <a:pt x="574" y="56"/>
                </a:cubicBezTo>
                <a:cubicBezTo>
                  <a:pt x="536" y="18"/>
                  <a:pt x="487" y="0"/>
                  <a:pt x="438" y="0"/>
                </a:cubicBezTo>
                <a:cubicBezTo>
                  <a:pt x="389" y="0"/>
                  <a:pt x="340" y="18"/>
                  <a:pt x="302" y="56"/>
                </a:cubicBezTo>
                <a:cubicBezTo>
                  <a:pt x="32" y="326"/>
                  <a:pt x="32" y="326"/>
                  <a:pt x="32" y="326"/>
                </a:cubicBezTo>
                <a:cubicBezTo>
                  <a:pt x="26" y="332"/>
                  <a:pt x="26" y="342"/>
                  <a:pt x="32" y="347"/>
                </a:cubicBezTo>
                <a:cubicBezTo>
                  <a:pt x="37" y="353"/>
                  <a:pt x="47" y="353"/>
                  <a:pt x="52" y="347"/>
                </a:cubicBezTo>
                <a:lnTo>
                  <a:pt x="52" y="347"/>
                </a:lnTo>
                <a:cubicBezTo>
                  <a:pt x="323" y="76"/>
                  <a:pt x="323" y="76"/>
                  <a:pt x="323" y="76"/>
                </a:cubicBezTo>
                <a:cubicBezTo>
                  <a:pt x="355" y="45"/>
                  <a:pt x="396" y="30"/>
                  <a:pt x="438" y="30"/>
                </a:cubicBezTo>
                <a:cubicBezTo>
                  <a:pt x="481" y="30"/>
                  <a:pt x="521" y="45"/>
                  <a:pt x="552" y="76"/>
                </a:cubicBezTo>
                <a:cubicBezTo>
                  <a:pt x="584" y="108"/>
                  <a:pt x="601" y="150"/>
                  <a:pt x="601" y="191"/>
                </a:cubicBezTo>
                <a:cubicBezTo>
                  <a:pt x="601" y="233"/>
                  <a:pt x="584" y="274"/>
                  <a:pt x="552" y="306"/>
                </a:cubicBezTo>
                <a:cubicBezTo>
                  <a:pt x="231" y="629"/>
                  <a:pt x="231" y="629"/>
                  <a:pt x="231" y="629"/>
                </a:cubicBezTo>
                <a:cubicBezTo>
                  <a:pt x="207" y="652"/>
                  <a:pt x="177" y="663"/>
                  <a:pt x="146" y="663"/>
                </a:cubicBezTo>
                <a:cubicBezTo>
                  <a:pt x="116" y="663"/>
                  <a:pt x="87" y="652"/>
                  <a:pt x="63" y="629"/>
                </a:cubicBezTo>
                <a:cubicBezTo>
                  <a:pt x="40" y="605"/>
                  <a:pt x="29" y="576"/>
                  <a:pt x="29" y="546"/>
                </a:cubicBezTo>
                <a:cubicBezTo>
                  <a:pt x="29" y="516"/>
                  <a:pt x="40" y="485"/>
                  <a:pt x="63" y="462"/>
                </a:cubicBezTo>
                <a:cubicBezTo>
                  <a:pt x="387" y="139"/>
                  <a:pt x="387" y="139"/>
                  <a:pt x="387" y="139"/>
                </a:cubicBezTo>
                <a:cubicBezTo>
                  <a:pt x="400" y="125"/>
                  <a:pt x="420" y="118"/>
                  <a:pt x="438" y="118"/>
                </a:cubicBezTo>
                <a:cubicBezTo>
                  <a:pt x="457" y="118"/>
                  <a:pt x="476" y="125"/>
                  <a:pt x="490" y="139"/>
                </a:cubicBezTo>
                <a:cubicBezTo>
                  <a:pt x="505" y="154"/>
                  <a:pt x="512" y="173"/>
                  <a:pt x="512" y="191"/>
                </a:cubicBezTo>
                <a:cubicBezTo>
                  <a:pt x="512" y="210"/>
                  <a:pt x="505" y="228"/>
                  <a:pt x="490" y="244"/>
                </a:cubicBezTo>
                <a:cubicBezTo>
                  <a:pt x="199" y="535"/>
                  <a:pt x="199" y="535"/>
                  <a:pt x="199" y="535"/>
                </a:cubicBezTo>
                <a:cubicBezTo>
                  <a:pt x="193" y="541"/>
                  <a:pt x="193" y="550"/>
                  <a:pt x="199" y="556"/>
                </a:cubicBezTo>
                <a:cubicBezTo>
                  <a:pt x="204" y="561"/>
                  <a:pt x="214" y="561"/>
                  <a:pt x="219" y="556"/>
                </a:cubicBezTo>
                <a:cubicBezTo>
                  <a:pt x="511" y="264"/>
                  <a:pt x="511" y="264"/>
                  <a:pt x="511" y="264"/>
                </a:cubicBezTo>
                <a:cubicBezTo>
                  <a:pt x="532" y="244"/>
                  <a:pt x="541" y="217"/>
                  <a:pt x="541" y="191"/>
                </a:cubicBezTo>
                <a:cubicBezTo>
                  <a:pt x="541" y="165"/>
                  <a:pt x="532" y="139"/>
                  <a:pt x="511" y="118"/>
                </a:cubicBezTo>
                <a:cubicBezTo>
                  <a:pt x="492" y="99"/>
                  <a:pt x="465" y="89"/>
                  <a:pt x="438" y="89"/>
                </a:cubicBezTo>
                <a:cubicBezTo>
                  <a:pt x="411" y="89"/>
                  <a:pt x="385" y="99"/>
                  <a:pt x="366" y="118"/>
                </a:cubicBezTo>
                <a:cubicBezTo>
                  <a:pt x="43" y="441"/>
                  <a:pt x="43" y="441"/>
                  <a:pt x="43" y="441"/>
                </a:cubicBezTo>
                <a:cubicBezTo>
                  <a:pt x="14" y="470"/>
                  <a:pt x="0" y="507"/>
                  <a:pt x="0" y="546"/>
                </a:cubicBezTo>
                <a:cubicBezTo>
                  <a:pt x="0" y="583"/>
                  <a:pt x="14" y="621"/>
                  <a:pt x="43" y="650"/>
                </a:cubicBezTo>
                <a:cubicBezTo>
                  <a:pt x="72" y="679"/>
                  <a:pt x="109" y="692"/>
                  <a:pt x="146" y="692"/>
                </a:cubicBezTo>
                <a:cubicBezTo>
                  <a:pt x="185" y="692"/>
                  <a:pt x="222" y="679"/>
                  <a:pt x="251" y="650"/>
                </a:cubicBezTo>
                <a:cubicBezTo>
                  <a:pt x="574" y="326"/>
                  <a:pt x="574" y="326"/>
                  <a:pt x="574" y="326"/>
                </a:cubicBezTo>
                <a:cubicBezTo>
                  <a:pt x="612" y="289"/>
                  <a:pt x="630" y="241"/>
                  <a:pt x="630" y="191"/>
                </a:cubicBezTo>
              </a:path>
            </a:pathLst>
          </a:custGeom>
          <a:solidFill>
            <a:schemeClr val="tx2"/>
          </a:solidFill>
          <a:ln>
            <a:noFill/>
          </a:ln>
          <a:effectLst/>
        </p:spPr>
        <p:txBody>
          <a:bodyPr wrap="none" anchor="ctr"/>
          <a:lstStyle/>
          <a:p>
            <a:endParaRPr lang="da-DK">
              <a:solidFill>
                <a:schemeClr val="tx2"/>
              </a:solidFill>
            </a:endParaRPr>
          </a:p>
        </p:txBody>
      </p:sp>
      <p:sp>
        <p:nvSpPr>
          <p:cNvPr id="417" name="Freeform 345">
            <a:extLst>
              <a:ext uri="{FF2B5EF4-FFF2-40B4-BE49-F238E27FC236}">
                <a16:creationId xmlns:a16="http://schemas.microsoft.com/office/drawing/2014/main" id="{25B9A0DC-D971-1828-902A-11E83714A57F}"/>
              </a:ext>
            </a:extLst>
          </p:cNvPr>
          <p:cNvSpPr>
            <a:spLocks noChangeArrowheads="1"/>
          </p:cNvSpPr>
          <p:nvPr/>
        </p:nvSpPr>
        <p:spPr bwMode="auto">
          <a:xfrm>
            <a:off x="10436745" y="2883322"/>
            <a:ext cx="255588" cy="255587"/>
          </a:xfrm>
          <a:custGeom>
            <a:avLst/>
            <a:gdLst>
              <a:gd name="T0" fmla="*/ 693 w 708"/>
              <a:gd name="T1" fmla="*/ 618 h 708"/>
              <a:gd name="T2" fmla="*/ 707 w 708"/>
              <a:gd name="T3" fmla="*/ 605 h 708"/>
              <a:gd name="T4" fmla="*/ 634 w 708"/>
              <a:gd name="T5" fmla="*/ 442 h 708"/>
              <a:gd name="T6" fmla="*/ 500 w 708"/>
              <a:gd name="T7" fmla="*/ 435 h 708"/>
              <a:gd name="T8" fmla="*/ 465 w 708"/>
              <a:gd name="T9" fmla="*/ 391 h 708"/>
              <a:gd name="T10" fmla="*/ 472 w 708"/>
              <a:gd name="T11" fmla="*/ 118 h 708"/>
              <a:gd name="T12" fmla="*/ 418 w 708"/>
              <a:gd name="T13" fmla="*/ 15 h 708"/>
              <a:gd name="T14" fmla="*/ 270 w 708"/>
              <a:gd name="T15" fmla="*/ 27 h 708"/>
              <a:gd name="T16" fmla="*/ 236 w 708"/>
              <a:gd name="T17" fmla="*/ 118 h 708"/>
              <a:gd name="T18" fmla="*/ 244 w 708"/>
              <a:gd name="T19" fmla="*/ 385 h 708"/>
              <a:gd name="T20" fmla="*/ 211 w 708"/>
              <a:gd name="T21" fmla="*/ 433 h 708"/>
              <a:gd name="T22" fmla="*/ 74 w 708"/>
              <a:gd name="T23" fmla="*/ 442 h 708"/>
              <a:gd name="T24" fmla="*/ 0 w 708"/>
              <a:gd name="T25" fmla="*/ 605 h 708"/>
              <a:gd name="T26" fmla="*/ 15 w 708"/>
              <a:gd name="T27" fmla="*/ 618 h 708"/>
              <a:gd name="T28" fmla="*/ 59 w 708"/>
              <a:gd name="T29" fmla="*/ 663 h 708"/>
              <a:gd name="T30" fmla="*/ 605 w 708"/>
              <a:gd name="T31" fmla="*/ 707 h 708"/>
              <a:gd name="T32" fmla="*/ 649 w 708"/>
              <a:gd name="T33" fmla="*/ 618 h 708"/>
              <a:gd name="T34" fmla="*/ 30 w 708"/>
              <a:gd name="T35" fmla="*/ 516 h 708"/>
              <a:gd name="T36" fmla="*/ 74 w 708"/>
              <a:gd name="T37" fmla="*/ 472 h 708"/>
              <a:gd name="T38" fmla="*/ 218 w 708"/>
              <a:gd name="T39" fmla="*/ 462 h 708"/>
              <a:gd name="T40" fmla="*/ 270 w 708"/>
              <a:gd name="T41" fmla="*/ 396 h 708"/>
              <a:gd name="T42" fmla="*/ 265 w 708"/>
              <a:gd name="T43" fmla="*/ 118 h 708"/>
              <a:gd name="T44" fmla="*/ 303 w 708"/>
              <a:gd name="T45" fmla="*/ 41 h 708"/>
              <a:gd name="T46" fmla="*/ 417 w 708"/>
              <a:gd name="T47" fmla="*/ 49 h 708"/>
              <a:gd name="T48" fmla="*/ 442 w 708"/>
              <a:gd name="T49" fmla="*/ 118 h 708"/>
              <a:gd name="T50" fmla="*/ 435 w 708"/>
              <a:gd name="T51" fmla="*/ 391 h 708"/>
              <a:gd name="T52" fmla="*/ 483 w 708"/>
              <a:gd name="T53" fmla="*/ 460 h 708"/>
              <a:gd name="T54" fmla="*/ 634 w 708"/>
              <a:gd name="T55" fmla="*/ 472 h 708"/>
              <a:gd name="T56" fmla="*/ 678 w 708"/>
              <a:gd name="T57" fmla="*/ 589 h 708"/>
              <a:gd name="T58" fmla="*/ 30 w 708"/>
              <a:gd name="T59" fmla="*/ 516 h 708"/>
              <a:gd name="T60" fmla="*/ 618 w 708"/>
              <a:gd name="T61" fmla="*/ 663 h 708"/>
              <a:gd name="T62" fmla="*/ 103 w 708"/>
              <a:gd name="T63" fmla="*/ 678 h 708"/>
              <a:gd name="T64" fmla="*/ 88 w 708"/>
              <a:gd name="T65" fmla="*/ 618 h 708"/>
              <a:gd name="T66" fmla="*/ 618 w 708"/>
              <a:gd name="T67" fmla="*/ 66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8" h="708">
                <a:moveTo>
                  <a:pt x="693" y="618"/>
                </a:moveTo>
                <a:lnTo>
                  <a:pt x="693" y="618"/>
                </a:lnTo>
                <a:cubicBezTo>
                  <a:pt x="696" y="618"/>
                  <a:pt x="700" y="617"/>
                  <a:pt x="703" y="614"/>
                </a:cubicBezTo>
                <a:cubicBezTo>
                  <a:pt x="705" y="612"/>
                  <a:pt x="707" y="609"/>
                  <a:pt x="707" y="605"/>
                </a:cubicBezTo>
                <a:cubicBezTo>
                  <a:pt x="707" y="516"/>
                  <a:pt x="707" y="516"/>
                  <a:pt x="707" y="516"/>
                </a:cubicBezTo>
                <a:cubicBezTo>
                  <a:pt x="707" y="475"/>
                  <a:pt x="674" y="442"/>
                  <a:pt x="634" y="442"/>
                </a:cubicBezTo>
                <a:cubicBezTo>
                  <a:pt x="544" y="442"/>
                  <a:pt x="544" y="442"/>
                  <a:pt x="544" y="442"/>
                </a:cubicBezTo>
                <a:cubicBezTo>
                  <a:pt x="524" y="442"/>
                  <a:pt x="511" y="440"/>
                  <a:pt x="500" y="435"/>
                </a:cubicBezTo>
                <a:cubicBezTo>
                  <a:pt x="491" y="432"/>
                  <a:pt x="486" y="428"/>
                  <a:pt x="480" y="422"/>
                </a:cubicBezTo>
                <a:cubicBezTo>
                  <a:pt x="473" y="414"/>
                  <a:pt x="468" y="404"/>
                  <a:pt x="465" y="391"/>
                </a:cubicBezTo>
                <a:cubicBezTo>
                  <a:pt x="461" y="375"/>
                  <a:pt x="460" y="359"/>
                  <a:pt x="460" y="339"/>
                </a:cubicBezTo>
                <a:cubicBezTo>
                  <a:pt x="460" y="281"/>
                  <a:pt x="471" y="206"/>
                  <a:pt x="472" y="118"/>
                </a:cubicBezTo>
                <a:cubicBezTo>
                  <a:pt x="472" y="98"/>
                  <a:pt x="468" y="81"/>
                  <a:pt x="462" y="66"/>
                </a:cubicBezTo>
                <a:cubicBezTo>
                  <a:pt x="453" y="43"/>
                  <a:pt x="437" y="26"/>
                  <a:pt x="418" y="15"/>
                </a:cubicBezTo>
                <a:cubicBezTo>
                  <a:pt x="399" y="5"/>
                  <a:pt x="377" y="0"/>
                  <a:pt x="353" y="0"/>
                </a:cubicBezTo>
                <a:cubicBezTo>
                  <a:pt x="323" y="0"/>
                  <a:pt x="292" y="8"/>
                  <a:pt x="270" y="27"/>
                </a:cubicBezTo>
                <a:cubicBezTo>
                  <a:pt x="259" y="38"/>
                  <a:pt x="251" y="51"/>
                  <a:pt x="244" y="66"/>
                </a:cubicBezTo>
                <a:cubicBezTo>
                  <a:pt x="239" y="81"/>
                  <a:pt x="236" y="98"/>
                  <a:pt x="236" y="118"/>
                </a:cubicBezTo>
                <a:cubicBezTo>
                  <a:pt x="236" y="204"/>
                  <a:pt x="247" y="281"/>
                  <a:pt x="247" y="338"/>
                </a:cubicBezTo>
                <a:cubicBezTo>
                  <a:pt x="247" y="356"/>
                  <a:pt x="245" y="371"/>
                  <a:pt x="244" y="385"/>
                </a:cubicBezTo>
                <a:cubicBezTo>
                  <a:pt x="241" y="395"/>
                  <a:pt x="239" y="403"/>
                  <a:pt x="234" y="410"/>
                </a:cubicBezTo>
                <a:cubicBezTo>
                  <a:pt x="229" y="421"/>
                  <a:pt x="222" y="428"/>
                  <a:pt x="211" y="433"/>
                </a:cubicBezTo>
                <a:cubicBezTo>
                  <a:pt x="199" y="439"/>
                  <a:pt x="183" y="442"/>
                  <a:pt x="163" y="442"/>
                </a:cubicBezTo>
                <a:cubicBezTo>
                  <a:pt x="74" y="442"/>
                  <a:pt x="74" y="442"/>
                  <a:pt x="74" y="442"/>
                </a:cubicBezTo>
                <a:cubicBezTo>
                  <a:pt x="33" y="442"/>
                  <a:pt x="0" y="475"/>
                  <a:pt x="0" y="516"/>
                </a:cubicBezTo>
                <a:cubicBezTo>
                  <a:pt x="0" y="605"/>
                  <a:pt x="0" y="605"/>
                  <a:pt x="0" y="605"/>
                </a:cubicBezTo>
                <a:cubicBezTo>
                  <a:pt x="0" y="609"/>
                  <a:pt x="1" y="612"/>
                  <a:pt x="4" y="614"/>
                </a:cubicBezTo>
                <a:cubicBezTo>
                  <a:pt x="7" y="617"/>
                  <a:pt x="11" y="618"/>
                  <a:pt x="15" y="618"/>
                </a:cubicBezTo>
                <a:cubicBezTo>
                  <a:pt x="59" y="618"/>
                  <a:pt x="59" y="618"/>
                  <a:pt x="59" y="618"/>
                </a:cubicBezTo>
                <a:cubicBezTo>
                  <a:pt x="59" y="663"/>
                  <a:pt x="59" y="663"/>
                  <a:pt x="59" y="663"/>
                </a:cubicBezTo>
                <a:cubicBezTo>
                  <a:pt x="59" y="688"/>
                  <a:pt x="78" y="707"/>
                  <a:pt x="103" y="707"/>
                </a:cubicBezTo>
                <a:cubicBezTo>
                  <a:pt x="605" y="707"/>
                  <a:pt x="605" y="707"/>
                  <a:pt x="605" y="707"/>
                </a:cubicBezTo>
                <a:cubicBezTo>
                  <a:pt x="628" y="707"/>
                  <a:pt x="649" y="688"/>
                  <a:pt x="649" y="663"/>
                </a:cubicBezTo>
                <a:cubicBezTo>
                  <a:pt x="649" y="618"/>
                  <a:pt x="649" y="618"/>
                  <a:pt x="649" y="618"/>
                </a:cubicBezTo>
                <a:lnTo>
                  <a:pt x="693" y="618"/>
                </a:lnTo>
                <a:close/>
                <a:moveTo>
                  <a:pt x="30" y="516"/>
                </a:moveTo>
                <a:lnTo>
                  <a:pt x="30" y="516"/>
                </a:lnTo>
                <a:cubicBezTo>
                  <a:pt x="30" y="491"/>
                  <a:pt x="49" y="472"/>
                  <a:pt x="74" y="472"/>
                </a:cubicBezTo>
                <a:cubicBezTo>
                  <a:pt x="163" y="472"/>
                  <a:pt x="163" y="472"/>
                  <a:pt x="163" y="472"/>
                </a:cubicBezTo>
                <a:cubicBezTo>
                  <a:pt x="183" y="472"/>
                  <a:pt x="203" y="469"/>
                  <a:pt x="218" y="462"/>
                </a:cubicBezTo>
                <a:cubicBezTo>
                  <a:pt x="229" y="458"/>
                  <a:pt x="240" y="451"/>
                  <a:pt x="247" y="443"/>
                </a:cubicBezTo>
                <a:cubicBezTo>
                  <a:pt x="259" y="431"/>
                  <a:pt x="266" y="414"/>
                  <a:pt x="270" y="396"/>
                </a:cubicBezTo>
                <a:cubicBezTo>
                  <a:pt x="276" y="380"/>
                  <a:pt x="277" y="360"/>
                  <a:pt x="277" y="338"/>
                </a:cubicBezTo>
                <a:cubicBezTo>
                  <a:pt x="277" y="277"/>
                  <a:pt x="265" y="201"/>
                  <a:pt x="265" y="118"/>
                </a:cubicBezTo>
                <a:cubicBezTo>
                  <a:pt x="265" y="102"/>
                  <a:pt x="268" y="88"/>
                  <a:pt x="272" y="77"/>
                </a:cubicBezTo>
                <a:cubicBezTo>
                  <a:pt x="279" y="60"/>
                  <a:pt x="290" y="49"/>
                  <a:pt x="303" y="41"/>
                </a:cubicBezTo>
                <a:cubicBezTo>
                  <a:pt x="317" y="34"/>
                  <a:pt x="334" y="30"/>
                  <a:pt x="353" y="30"/>
                </a:cubicBezTo>
                <a:cubicBezTo>
                  <a:pt x="379" y="30"/>
                  <a:pt x="402" y="37"/>
                  <a:pt x="417" y="49"/>
                </a:cubicBezTo>
                <a:cubicBezTo>
                  <a:pt x="424" y="56"/>
                  <a:pt x="431" y="66"/>
                  <a:pt x="435" y="77"/>
                </a:cubicBezTo>
                <a:cubicBezTo>
                  <a:pt x="439" y="88"/>
                  <a:pt x="442" y="102"/>
                  <a:pt x="442" y="118"/>
                </a:cubicBezTo>
                <a:cubicBezTo>
                  <a:pt x="442" y="203"/>
                  <a:pt x="431" y="279"/>
                  <a:pt x="431" y="339"/>
                </a:cubicBezTo>
                <a:cubicBezTo>
                  <a:pt x="431" y="357"/>
                  <a:pt x="432" y="375"/>
                  <a:pt x="435" y="391"/>
                </a:cubicBezTo>
                <a:cubicBezTo>
                  <a:pt x="437" y="403"/>
                  <a:pt x="440" y="414"/>
                  <a:pt x="446" y="424"/>
                </a:cubicBezTo>
                <a:cubicBezTo>
                  <a:pt x="454" y="439"/>
                  <a:pt x="466" y="451"/>
                  <a:pt x="483" y="460"/>
                </a:cubicBezTo>
                <a:cubicBezTo>
                  <a:pt x="500" y="468"/>
                  <a:pt x="520" y="472"/>
                  <a:pt x="544" y="472"/>
                </a:cubicBezTo>
                <a:cubicBezTo>
                  <a:pt x="634" y="472"/>
                  <a:pt x="634" y="472"/>
                  <a:pt x="634" y="472"/>
                </a:cubicBezTo>
                <a:cubicBezTo>
                  <a:pt x="658" y="472"/>
                  <a:pt x="678" y="491"/>
                  <a:pt x="678" y="516"/>
                </a:cubicBezTo>
                <a:cubicBezTo>
                  <a:pt x="678" y="589"/>
                  <a:pt x="678" y="589"/>
                  <a:pt x="678" y="589"/>
                </a:cubicBezTo>
                <a:cubicBezTo>
                  <a:pt x="30" y="589"/>
                  <a:pt x="30" y="589"/>
                  <a:pt x="30" y="589"/>
                </a:cubicBezTo>
                <a:lnTo>
                  <a:pt x="30" y="516"/>
                </a:lnTo>
                <a:close/>
                <a:moveTo>
                  <a:pt x="618" y="663"/>
                </a:moveTo>
                <a:lnTo>
                  <a:pt x="618" y="663"/>
                </a:lnTo>
                <a:cubicBezTo>
                  <a:pt x="618" y="671"/>
                  <a:pt x="612" y="678"/>
                  <a:pt x="605" y="678"/>
                </a:cubicBezTo>
                <a:cubicBezTo>
                  <a:pt x="103" y="678"/>
                  <a:pt x="103" y="678"/>
                  <a:pt x="103" y="678"/>
                </a:cubicBezTo>
                <a:cubicBezTo>
                  <a:pt x="95" y="678"/>
                  <a:pt x="88" y="671"/>
                  <a:pt x="88" y="663"/>
                </a:cubicBezTo>
                <a:cubicBezTo>
                  <a:pt x="88" y="618"/>
                  <a:pt x="88" y="618"/>
                  <a:pt x="88" y="618"/>
                </a:cubicBezTo>
                <a:cubicBezTo>
                  <a:pt x="618" y="618"/>
                  <a:pt x="618" y="618"/>
                  <a:pt x="618" y="618"/>
                </a:cubicBezTo>
                <a:lnTo>
                  <a:pt x="618" y="663"/>
                </a:lnTo>
                <a:close/>
              </a:path>
            </a:pathLst>
          </a:custGeom>
          <a:solidFill>
            <a:schemeClr val="tx2"/>
          </a:solidFill>
          <a:ln>
            <a:noFill/>
          </a:ln>
          <a:effectLst/>
        </p:spPr>
        <p:txBody>
          <a:bodyPr wrap="none" anchor="ctr"/>
          <a:lstStyle/>
          <a:p>
            <a:endParaRPr lang="da-DK">
              <a:solidFill>
                <a:schemeClr val="tx2"/>
              </a:solidFill>
            </a:endParaRPr>
          </a:p>
        </p:txBody>
      </p:sp>
      <p:sp>
        <p:nvSpPr>
          <p:cNvPr id="418" name="Freeform 346">
            <a:extLst>
              <a:ext uri="{FF2B5EF4-FFF2-40B4-BE49-F238E27FC236}">
                <a16:creationId xmlns:a16="http://schemas.microsoft.com/office/drawing/2014/main" id="{49613782-6457-3B8A-4EC0-156B055024F5}"/>
              </a:ext>
            </a:extLst>
          </p:cNvPr>
          <p:cNvSpPr>
            <a:spLocks noChangeArrowheads="1"/>
          </p:cNvSpPr>
          <p:nvPr/>
        </p:nvSpPr>
        <p:spPr bwMode="auto">
          <a:xfrm>
            <a:off x="10946333" y="2920628"/>
            <a:ext cx="255587" cy="180975"/>
          </a:xfrm>
          <a:custGeom>
            <a:avLst/>
            <a:gdLst>
              <a:gd name="T0" fmla="*/ 663 w 708"/>
              <a:gd name="T1" fmla="*/ 501 h 502"/>
              <a:gd name="T2" fmla="*/ 663 w 708"/>
              <a:gd name="T3" fmla="*/ 501 h 502"/>
              <a:gd name="T4" fmla="*/ 693 w 708"/>
              <a:gd name="T5" fmla="*/ 488 h 502"/>
              <a:gd name="T6" fmla="*/ 695 w 708"/>
              <a:gd name="T7" fmla="*/ 487 h 502"/>
              <a:gd name="T8" fmla="*/ 695 w 708"/>
              <a:gd name="T9" fmla="*/ 487 h 502"/>
              <a:gd name="T10" fmla="*/ 707 w 708"/>
              <a:gd name="T11" fmla="*/ 457 h 502"/>
              <a:gd name="T12" fmla="*/ 707 w 708"/>
              <a:gd name="T13" fmla="*/ 44 h 502"/>
              <a:gd name="T14" fmla="*/ 663 w 708"/>
              <a:gd name="T15" fmla="*/ 0 h 502"/>
              <a:gd name="T16" fmla="*/ 44 w 708"/>
              <a:gd name="T17" fmla="*/ 0 h 502"/>
              <a:gd name="T18" fmla="*/ 0 w 708"/>
              <a:gd name="T19" fmla="*/ 44 h 502"/>
              <a:gd name="T20" fmla="*/ 0 w 708"/>
              <a:gd name="T21" fmla="*/ 457 h 502"/>
              <a:gd name="T22" fmla="*/ 12 w 708"/>
              <a:gd name="T23" fmla="*/ 487 h 502"/>
              <a:gd name="T24" fmla="*/ 14 w 708"/>
              <a:gd name="T25" fmla="*/ 487 h 502"/>
              <a:gd name="T26" fmla="*/ 14 w 708"/>
              <a:gd name="T27" fmla="*/ 488 h 502"/>
              <a:gd name="T28" fmla="*/ 44 w 708"/>
              <a:gd name="T29" fmla="*/ 501 h 502"/>
              <a:gd name="T30" fmla="*/ 663 w 708"/>
              <a:gd name="T31" fmla="*/ 501 h 502"/>
              <a:gd name="T32" fmla="*/ 325 w 708"/>
              <a:gd name="T33" fmla="*/ 274 h 502"/>
              <a:gd name="T34" fmla="*/ 325 w 708"/>
              <a:gd name="T35" fmla="*/ 274 h 502"/>
              <a:gd name="T36" fmla="*/ 354 w 708"/>
              <a:gd name="T37" fmla="*/ 285 h 502"/>
              <a:gd name="T38" fmla="*/ 383 w 708"/>
              <a:gd name="T39" fmla="*/ 274 h 502"/>
              <a:gd name="T40" fmla="*/ 424 w 708"/>
              <a:gd name="T41" fmla="*/ 238 h 502"/>
              <a:gd name="T42" fmla="*/ 657 w 708"/>
              <a:gd name="T43" fmla="*/ 470 h 502"/>
              <a:gd name="T44" fmla="*/ 51 w 708"/>
              <a:gd name="T45" fmla="*/ 470 h 502"/>
              <a:gd name="T46" fmla="*/ 283 w 708"/>
              <a:gd name="T47" fmla="*/ 238 h 502"/>
              <a:gd name="T48" fmla="*/ 325 w 708"/>
              <a:gd name="T49" fmla="*/ 274 h 502"/>
              <a:gd name="T50" fmla="*/ 678 w 708"/>
              <a:gd name="T51" fmla="*/ 450 h 502"/>
              <a:gd name="T52" fmla="*/ 678 w 708"/>
              <a:gd name="T53" fmla="*/ 450 h 502"/>
              <a:gd name="T54" fmla="*/ 447 w 708"/>
              <a:gd name="T55" fmla="*/ 219 h 502"/>
              <a:gd name="T56" fmla="*/ 667 w 708"/>
              <a:gd name="T57" fmla="*/ 30 h 502"/>
              <a:gd name="T58" fmla="*/ 678 w 708"/>
              <a:gd name="T59" fmla="*/ 44 h 502"/>
              <a:gd name="T60" fmla="*/ 678 w 708"/>
              <a:gd name="T61" fmla="*/ 450 h 502"/>
              <a:gd name="T62" fmla="*/ 363 w 708"/>
              <a:gd name="T63" fmla="*/ 252 h 502"/>
              <a:gd name="T64" fmla="*/ 363 w 708"/>
              <a:gd name="T65" fmla="*/ 252 h 502"/>
              <a:gd name="T66" fmla="*/ 354 w 708"/>
              <a:gd name="T67" fmla="*/ 255 h 502"/>
              <a:gd name="T68" fmla="*/ 344 w 708"/>
              <a:gd name="T69" fmla="*/ 252 h 502"/>
              <a:gd name="T70" fmla="*/ 84 w 708"/>
              <a:gd name="T71" fmla="*/ 29 h 502"/>
              <a:gd name="T72" fmla="*/ 623 w 708"/>
              <a:gd name="T73" fmla="*/ 29 h 502"/>
              <a:gd name="T74" fmla="*/ 363 w 708"/>
              <a:gd name="T75" fmla="*/ 252 h 502"/>
              <a:gd name="T76" fmla="*/ 40 w 708"/>
              <a:gd name="T77" fmla="*/ 30 h 502"/>
              <a:gd name="T78" fmla="*/ 40 w 708"/>
              <a:gd name="T79" fmla="*/ 30 h 502"/>
              <a:gd name="T80" fmla="*/ 261 w 708"/>
              <a:gd name="T81" fmla="*/ 219 h 502"/>
              <a:gd name="T82" fmla="*/ 30 w 708"/>
              <a:gd name="T83" fmla="*/ 450 h 502"/>
              <a:gd name="T84" fmla="*/ 30 w 708"/>
              <a:gd name="T85" fmla="*/ 44 h 502"/>
              <a:gd name="T86" fmla="*/ 40 w 708"/>
              <a:gd name="T87" fmla="*/ 3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502">
                <a:moveTo>
                  <a:pt x="663" y="501"/>
                </a:moveTo>
                <a:lnTo>
                  <a:pt x="663" y="501"/>
                </a:lnTo>
                <a:cubicBezTo>
                  <a:pt x="675" y="501"/>
                  <a:pt x="685" y="495"/>
                  <a:pt x="693" y="488"/>
                </a:cubicBezTo>
                <a:cubicBezTo>
                  <a:pt x="693" y="488"/>
                  <a:pt x="695" y="488"/>
                  <a:pt x="695" y="487"/>
                </a:cubicBezTo>
                <a:lnTo>
                  <a:pt x="695" y="487"/>
                </a:lnTo>
                <a:cubicBezTo>
                  <a:pt x="703" y="479"/>
                  <a:pt x="707" y="468"/>
                  <a:pt x="707" y="457"/>
                </a:cubicBezTo>
                <a:cubicBezTo>
                  <a:pt x="707" y="44"/>
                  <a:pt x="707" y="44"/>
                  <a:pt x="707" y="44"/>
                </a:cubicBezTo>
                <a:cubicBezTo>
                  <a:pt x="707" y="19"/>
                  <a:pt x="688" y="0"/>
                  <a:pt x="663" y="0"/>
                </a:cubicBezTo>
                <a:cubicBezTo>
                  <a:pt x="44" y="0"/>
                  <a:pt x="44" y="0"/>
                  <a:pt x="44" y="0"/>
                </a:cubicBezTo>
                <a:cubicBezTo>
                  <a:pt x="21" y="0"/>
                  <a:pt x="0" y="19"/>
                  <a:pt x="0" y="44"/>
                </a:cubicBezTo>
                <a:cubicBezTo>
                  <a:pt x="0" y="457"/>
                  <a:pt x="0" y="457"/>
                  <a:pt x="0" y="457"/>
                </a:cubicBezTo>
                <a:cubicBezTo>
                  <a:pt x="0" y="468"/>
                  <a:pt x="6" y="479"/>
                  <a:pt x="12" y="487"/>
                </a:cubicBezTo>
                <a:cubicBezTo>
                  <a:pt x="12" y="487"/>
                  <a:pt x="12" y="487"/>
                  <a:pt x="14" y="487"/>
                </a:cubicBezTo>
                <a:cubicBezTo>
                  <a:pt x="14" y="488"/>
                  <a:pt x="14" y="488"/>
                  <a:pt x="14" y="488"/>
                </a:cubicBezTo>
                <a:cubicBezTo>
                  <a:pt x="22" y="495"/>
                  <a:pt x="33" y="501"/>
                  <a:pt x="44" y="501"/>
                </a:cubicBezTo>
                <a:lnTo>
                  <a:pt x="663" y="501"/>
                </a:lnTo>
                <a:close/>
                <a:moveTo>
                  <a:pt x="325" y="274"/>
                </a:moveTo>
                <a:lnTo>
                  <a:pt x="325" y="274"/>
                </a:lnTo>
                <a:cubicBezTo>
                  <a:pt x="333" y="281"/>
                  <a:pt x="344" y="285"/>
                  <a:pt x="354" y="285"/>
                </a:cubicBezTo>
                <a:cubicBezTo>
                  <a:pt x="365" y="285"/>
                  <a:pt x="374" y="281"/>
                  <a:pt x="383" y="274"/>
                </a:cubicBezTo>
                <a:cubicBezTo>
                  <a:pt x="424" y="238"/>
                  <a:pt x="424" y="238"/>
                  <a:pt x="424" y="238"/>
                </a:cubicBezTo>
                <a:cubicBezTo>
                  <a:pt x="657" y="470"/>
                  <a:pt x="657" y="470"/>
                  <a:pt x="657" y="470"/>
                </a:cubicBezTo>
                <a:cubicBezTo>
                  <a:pt x="51" y="470"/>
                  <a:pt x="51" y="470"/>
                  <a:pt x="51" y="470"/>
                </a:cubicBezTo>
                <a:cubicBezTo>
                  <a:pt x="283" y="238"/>
                  <a:pt x="283" y="238"/>
                  <a:pt x="283" y="238"/>
                </a:cubicBezTo>
                <a:lnTo>
                  <a:pt x="325" y="274"/>
                </a:lnTo>
                <a:close/>
                <a:moveTo>
                  <a:pt x="678" y="450"/>
                </a:moveTo>
                <a:lnTo>
                  <a:pt x="678" y="450"/>
                </a:lnTo>
                <a:cubicBezTo>
                  <a:pt x="447" y="219"/>
                  <a:pt x="447" y="219"/>
                  <a:pt x="447" y="219"/>
                </a:cubicBezTo>
                <a:cubicBezTo>
                  <a:pt x="667" y="30"/>
                  <a:pt x="667" y="30"/>
                  <a:pt x="667" y="30"/>
                </a:cubicBezTo>
                <a:cubicBezTo>
                  <a:pt x="674" y="31"/>
                  <a:pt x="678" y="37"/>
                  <a:pt x="678" y="44"/>
                </a:cubicBezTo>
                <a:lnTo>
                  <a:pt x="678" y="450"/>
                </a:lnTo>
                <a:close/>
                <a:moveTo>
                  <a:pt x="363" y="252"/>
                </a:moveTo>
                <a:lnTo>
                  <a:pt x="363" y="252"/>
                </a:lnTo>
                <a:cubicBezTo>
                  <a:pt x="360" y="255"/>
                  <a:pt x="358" y="255"/>
                  <a:pt x="354" y="255"/>
                </a:cubicBezTo>
                <a:cubicBezTo>
                  <a:pt x="351" y="255"/>
                  <a:pt x="347" y="255"/>
                  <a:pt x="344" y="252"/>
                </a:cubicBezTo>
                <a:cubicBezTo>
                  <a:pt x="84" y="29"/>
                  <a:pt x="84" y="29"/>
                  <a:pt x="84" y="29"/>
                </a:cubicBezTo>
                <a:cubicBezTo>
                  <a:pt x="623" y="29"/>
                  <a:pt x="623" y="29"/>
                  <a:pt x="623" y="29"/>
                </a:cubicBezTo>
                <a:lnTo>
                  <a:pt x="363" y="252"/>
                </a:lnTo>
                <a:close/>
                <a:moveTo>
                  <a:pt x="40" y="30"/>
                </a:moveTo>
                <a:lnTo>
                  <a:pt x="40" y="30"/>
                </a:lnTo>
                <a:cubicBezTo>
                  <a:pt x="261" y="219"/>
                  <a:pt x="261" y="219"/>
                  <a:pt x="261" y="219"/>
                </a:cubicBezTo>
                <a:cubicBezTo>
                  <a:pt x="30" y="450"/>
                  <a:pt x="30" y="450"/>
                  <a:pt x="30" y="450"/>
                </a:cubicBezTo>
                <a:cubicBezTo>
                  <a:pt x="30" y="44"/>
                  <a:pt x="30" y="44"/>
                  <a:pt x="30" y="44"/>
                </a:cubicBezTo>
                <a:cubicBezTo>
                  <a:pt x="30" y="37"/>
                  <a:pt x="34" y="31"/>
                  <a:pt x="40" y="30"/>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19" name="Group 421">
            <a:extLst>
              <a:ext uri="{FF2B5EF4-FFF2-40B4-BE49-F238E27FC236}">
                <a16:creationId xmlns:a16="http://schemas.microsoft.com/office/drawing/2014/main" id="{F18C01C1-86F0-654D-A413-DC3C90AC548B}"/>
              </a:ext>
            </a:extLst>
          </p:cNvPr>
          <p:cNvGrpSpPr/>
          <p:nvPr/>
        </p:nvGrpSpPr>
        <p:grpSpPr>
          <a:xfrm>
            <a:off x="5136083" y="3791372"/>
            <a:ext cx="2368550" cy="138113"/>
            <a:chOff x="3979863" y="4105275"/>
            <a:chExt cx="2368550" cy="138113"/>
          </a:xfrm>
          <a:solidFill>
            <a:schemeClr val="tx2"/>
          </a:solidFill>
        </p:grpSpPr>
        <p:sp>
          <p:nvSpPr>
            <p:cNvPr id="420" name="Freeform 347">
              <a:extLst>
                <a:ext uri="{FF2B5EF4-FFF2-40B4-BE49-F238E27FC236}">
                  <a16:creationId xmlns:a16="http://schemas.microsoft.com/office/drawing/2014/main" id="{A4E73998-E70F-24D8-0F49-AFA4EBFFB42B}"/>
                </a:ext>
              </a:extLst>
            </p:cNvPr>
            <p:cNvSpPr>
              <a:spLocks noChangeArrowheads="1"/>
            </p:cNvSpPr>
            <p:nvPr/>
          </p:nvSpPr>
          <p:spPr bwMode="auto">
            <a:xfrm>
              <a:off x="397986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1" name="Freeform 348">
              <a:extLst>
                <a:ext uri="{FF2B5EF4-FFF2-40B4-BE49-F238E27FC236}">
                  <a16:creationId xmlns:a16="http://schemas.microsoft.com/office/drawing/2014/main" id="{45F5D9BA-523F-0358-D9EF-13F5F84A9691}"/>
                </a:ext>
              </a:extLst>
            </p:cNvPr>
            <p:cNvSpPr>
              <a:spLocks noChangeArrowheads="1"/>
            </p:cNvSpPr>
            <p:nvPr/>
          </p:nvSpPr>
          <p:spPr bwMode="auto">
            <a:xfrm>
              <a:off x="4025900" y="4108450"/>
              <a:ext cx="104775" cy="134938"/>
            </a:xfrm>
            <a:custGeom>
              <a:avLst/>
              <a:gdLst>
                <a:gd name="T0" fmla="*/ 256 w 291"/>
                <a:gd name="T1" fmla="*/ 276 h 373"/>
                <a:gd name="T2" fmla="*/ 256 w 291"/>
                <a:gd name="T3" fmla="*/ 276 h 373"/>
                <a:gd name="T4" fmla="*/ 256 w 291"/>
                <a:gd name="T5" fmla="*/ 300 h 373"/>
                <a:gd name="T6" fmla="*/ 257 w 291"/>
                <a:gd name="T7" fmla="*/ 319 h 373"/>
                <a:gd name="T8" fmla="*/ 256 w 291"/>
                <a:gd name="T9" fmla="*/ 319 h 373"/>
                <a:gd name="T10" fmla="*/ 249 w 291"/>
                <a:gd name="T11" fmla="*/ 307 h 373"/>
                <a:gd name="T12" fmla="*/ 241 w 291"/>
                <a:gd name="T13" fmla="*/ 294 h 373"/>
                <a:gd name="T14" fmla="*/ 38 w 291"/>
                <a:gd name="T15" fmla="*/ 0 h 373"/>
                <a:gd name="T16" fmla="*/ 0 w 291"/>
                <a:gd name="T17" fmla="*/ 0 h 373"/>
                <a:gd name="T18" fmla="*/ 0 w 291"/>
                <a:gd name="T19" fmla="*/ 372 h 373"/>
                <a:gd name="T20" fmla="*/ 35 w 291"/>
                <a:gd name="T21" fmla="*/ 372 h 373"/>
                <a:gd name="T22" fmla="*/ 35 w 291"/>
                <a:gd name="T23" fmla="*/ 83 h 373"/>
                <a:gd name="T24" fmla="*/ 33 w 291"/>
                <a:gd name="T25" fmla="*/ 62 h 373"/>
                <a:gd name="T26" fmla="*/ 33 w 291"/>
                <a:gd name="T27" fmla="*/ 50 h 373"/>
                <a:gd name="T28" fmla="*/ 35 w 291"/>
                <a:gd name="T29" fmla="*/ 50 h 373"/>
                <a:gd name="T30" fmla="*/ 40 w 291"/>
                <a:gd name="T31" fmla="*/ 61 h 373"/>
                <a:gd name="T32" fmla="*/ 49 w 291"/>
                <a:gd name="T33" fmla="*/ 73 h 373"/>
                <a:gd name="T34" fmla="*/ 254 w 291"/>
                <a:gd name="T35" fmla="*/ 372 h 373"/>
                <a:gd name="T36" fmla="*/ 290 w 291"/>
                <a:gd name="T37" fmla="*/ 372 h 373"/>
                <a:gd name="T38" fmla="*/ 290 w 291"/>
                <a:gd name="T39" fmla="*/ 0 h 373"/>
                <a:gd name="T40" fmla="*/ 256 w 291"/>
                <a:gd name="T41" fmla="*/ 0 h 373"/>
                <a:gd name="T42" fmla="*/ 256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6" y="276"/>
                  </a:moveTo>
                  <a:lnTo>
                    <a:pt x="256" y="276"/>
                  </a:lnTo>
                  <a:cubicBezTo>
                    <a:pt x="256" y="284"/>
                    <a:pt x="256" y="293"/>
                    <a:pt x="256" y="300"/>
                  </a:cubicBezTo>
                  <a:cubicBezTo>
                    <a:pt x="256" y="307"/>
                    <a:pt x="257" y="312"/>
                    <a:pt x="257" y="319"/>
                  </a:cubicBezTo>
                  <a:cubicBezTo>
                    <a:pt x="256" y="319"/>
                    <a:pt x="256" y="319"/>
                    <a:pt x="256" y="319"/>
                  </a:cubicBezTo>
                  <a:cubicBezTo>
                    <a:pt x="254" y="315"/>
                    <a:pt x="252" y="311"/>
                    <a:pt x="249" y="307"/>
                  </a:cubicBezTo>
                  <a:cubicBezTo>
                    <a:pt x="246" y="302"/>
                    <a:pt x="243" y="298"/>
                    <a:pt x="241" y="294"/>
                  </a:cubicBezTo>
                  <a:cubicBezTo>
                    <a:pt x="38" y="0"/>
                    <a:pt x="38" y="0"/>
                    <a:pt x="38" y="0"/>
                  </a:cubicBezTo>
                  <a:cubicBezTo>
                    <a:pt x="0" y="0"/>
                    <a:pt x="0" y="0"/>
                    <a:pt x="0" y="0"/>
                  </a:cubicBezTo>
                  <a:cubicBezTo>
                    <a:pt x="0" y="372"/>
                    <a:pt x="0" y="372"/>
                    <a:pt x="0" y="372"/>
                  </a:cubicBezTo>
                  <a:cubicBezTo>
                    <a:pt x="35" y="372"/>
                    <a:pt x="35" y="372"/>
                    <a:pt x="35" y="372"/>
                  </a:cubicBezTo>
                  <a:cubicBezTo>
                    <a:pt x="35" y="83"/>
                    <a:pt x="35" y="83"/>
                    <a:pt x="35" y="83"/>
                  </a:cubicBezTo>
                  <a:cubicBezTo>
                    <a:pt x="35" y="75"/>
                    <a:pt x="35" y="68"/>
                    <a:pt x="33" y="62"/>
                  </a:cubicBezTo>
                  <a:cubicBezTo>
                    <a:pt x="33" y="57"/>
                    <a:pt x="33" y="52"/>
                    <a:pt x="33" y="50"/>
                  </a:cubicBezTo>
                  <a:cubicBezTo>
                    <a:pt x="35" y="50"/>
                    <a:pt x="35" y="50"/>
                    <a:pt x="35" y="50"/>
                  </a:cubicBezTo>
                  <a:cubicBezTo>
                    <a:pt x="36" y="54"/>
                    <a:pt x="38" y="58"/>
                    <a:pt x="40" y="61"/>
                  </a:cubicBezTo>
                  <a:cubicBezTo>
                    <a:pt x="43" y="65"/>
                    <a:pt x="46" y="69"/>
                    <a:pt x="49" y="73"/>
                  </a:cubicBezTo>
                  <a:cubicBezTo>
                    <a:pt x="254" y="372"/>
                    <a:pt x="254" y="372"/>
                    <a:pt x="254" y="372"/>
                  </a:cubicBezTo>
                  <a:cubicBezTo>
                    <a:pt x="290" y="372"/>
                    <a:pt x="290" y="372"/>
                    <a:pt x="290" y="372"/>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2" name="Freeform 349">
              <a:extLst>
                <a:ext uri="{FF2B5EF4-FFF2-40B4-BE49-F238E27FC236}">
                  <a16:creationId xmlns:a16="http://schemas.microsoft.com/office/drawing/2014/main" id="{1D88B77B-8E28-EB16-F4FC-B2FB1EEA689A}"/>
                </a:ext>
              </a:extLst>
            </p:cNvPr>
            <p:cNvSpPr>
              <a:spLocks noChangeArrowheads="1"/>
            </p:cNvSpPr>
            <p:nvPr/>
          </p:nvSpPr>
          <p:spPr bwMode="auto">
            <a:xfrm>
              <a:off x="4152900" y="4108450"/>
              <a:ext cx="90488" cy="134938"/>
            </a:xfrm>
            <a:custGeom>
              <a:avLst/>
              <a:gdLst>
                <a:gd name="T0" fmla="*/ 141 w 250"/>
                <a:gd name="T1" fmla="*/ 372 h 373"/>
                <a:gd name="T2" fmla="*/ 141 w 250"/>
                <a:gd name="T3" fmla="*/ 32 h 373"/>
                <a:gd name="T4" fmla="*/ 249 w 250"/>
                <a:gd name="T5" fmla="*/ 32 h 373"/>
                <a:gd name="T6" fmla="*/ 249 w 250"/>
                <a:gd name="T7" fmla="*/ 0 h 373"/>
                <a:gd name="T8" fmla="*/ 0 w 250"/>
                <a:gd name="T9" fmla="*/ 0 h 373"/>
                <a:gd name="T10" fmla="*/ 0 w 250"/>
                <a:gd name="T11" fmla="*/ 32 h 373"/>
                <a:gd name="T12" fmla="*/ 107 w 250"/>
                <a:gd name="T13" fmla="*/ 32 h 373"/>
                <a:gd name="T14" fmla="*/ 107 w 250"/>
                <a:gd name="T15" fmla="*/ 372 h 373"/>
                <a:gd name="T16" fmla="*/ 141 w 250"/>
                <a:gd name="T17"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3">
                  <a:moveTo>
                    <a:pt x="141" y="372"/>
                  </a:moveTo>
                  <a:lnTo>
                    <a:pt x="141" y="32"/>
                  </a:lnTo>
                  <a:lnTo>
                    <a:pt x="249" y="32"/>
                  </a:lnTo>
                  <a:lnTo>
                    <a:pt x="249" y="0"/>
                  </a:lnTo>
                  <a:lnTo>
                    <a:pt x="0" y="0"/>
                  </a:lnTo>
                  <a:lnTo>
                    <a:pt x="0" y="32"/>
                  </a:lnTo>
                  <a:lnTo>
                    <a:pt x="107" y="32"/>
                  </a:lnTo>
                  <a:lnTo>
                    <a:pt x="107" y="372"/>
                  </a:lnTo>
                  <a:lnTo>
                    <a:pt x="141"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3" name="Freeform 350">
              <a:extLst>
                <a:ext uri="{FF2B5EF4-FFF2-40B4-BE49-F238E27FC236}">
                  <a16:creationId xmlns:a16="http://schemas.microsoft.com/office/drawing/2014/main" id="{F8090997-5447-32E4-41C8-5EC4AE331A13}"/>
                </a:ext>
              </a:extLst>
            </p:cNvPr>
            <p:cNvSpPr>
              <a:spLocks noChangeArrowheads="1"/>
            </p:cNvSpPr>
            <p:nvPr/>
          </p:nvSpPr>
          <p:spPr bwMode="auto">
            <a:xfrm>
              <a:off x="4264025" y="4108450"/>
              <a:ext cx="68263"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69 w 190"/>
                <a:gd name="T17" fmla="*/ 199 h 373"/>
                <a:gd name="T18" fmla="*/ 169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69" y="199"/>
                  </a:lnTo>
                  <a:lnTo>
                    <a:pt x="169"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4" name="Freeform 351">
              <a:extLst>
                <a:ext uri="{FF2B5EF4-FFF2-40B4-BE49-F238E27FC236}">
                  <a16:creationId xmlns:a16="http://schemas.microsoft.com/office/drawing/2014/main" id="{3579F239-AB82-A84B-B669-69FC8B96BD33}"/>
                </a:ext>
              </a:extLst>
            </p:cNvPr>
            <p:cNvSpPr>
              <a:spLocks noChangeArrowheads="1"/>
            </p:cNvSpPr>
            <p:nvPr/>
          </p:nvSpPr>
          <p:spPr bwMode="auto">
            <a:xfrm>
              <a:off x="4359275" y="4108450"/>
              <a:ext cx="87313" cy="134938"/>
            </a:xfrm>
            <a:custGeom>
              <a:avLst/>
              <a:gdLst>
                <a:gd name="T0" fmla="*/ 148 w 244"/>
                <a:gd name="T1" fmla="*/ 6 h 373"/>
                <a:gd name="T2" fmla="*/ 148 w 244"/>
                <a:gd name="T3" fmla="*/ 6 h 373"/>
                <a:gd name="T4" fmla="*/ 108 w 244"/>
                <a:gd name="T5" fmla="*/ 0 h 373"/>
                <a:gd name="T6" fmla="*/ 0 w 244"/>
                <a:gd name="T7" fmla="*/ 0 h 373"/>
                <a:gd name="T8" fmla="*/ 0 w 244"/>
                <a:gd name="T9" fmla="*/ 372 h 373"/>
                <a:gd name="T10" fmla="*/ 35 w 244"/>
                <a:gd name="T11" fmla="*/ 372 h 373"/>
                <a:gd name="T12" fmla="*/ 35 w 244"/>
                <a:gd name="T13" fmla="*/ 210 h 373"/>
                <a:gd name="T14" fmla="*/ 76 w 244"/>
                <a:gd name="T15" fmla="*/ 210 h 373"/>
                <a:gd name="T16" fmla="*/ 97 w 244"/>
                <a:gd name="T17" fmla="*/ 213 h 373"/>
                <a:gd name="T18" fmla="*/ 115 w 244"/>
                <a:gd name="T19" fmla="*/ 221 h 373"/>
                <a:gd name="T20" fmla="*/ 131 w 244"/>
                <a:gd name="T21" fmla="*/ 238 h 373"/>
                <a:gd name="T22" fmla="*/ 147 w 244"/>
                <a:gd name="T23" fmla="*/ 265 h 373"/>
                <a:gd name="T24" fmla="*/ 203 w 244"/>
                <a:gd name="T25" fmla="*/ 372 h 373"/>
                <a:gd name="T26" fmla="*/ 243 w 244"/>
                <a:gd name="T27" fmla="*/ 372 h 373"/>
                <a:gd name="T28" fmla="*/ 181 w 244"/>
                <a:gd name="T29" fmla="*/ 255 h 373"/>
                <a:gd name="T30" fmla="*/ 169 w 244"/>
                <a:gd name="T31" fmla="*/ 235 h 373"/>
                <a:gd name="T32" fmla="*/ 158 w 244"/>
                <a:gd name="T33" fmla="*/ 220 h 373"/>
                <a:gd name="T34" fmla="*/ 145 w 244"/>
                <a:gd name="T35" fmla="*/ 207 h 373"/>
                <a:gd name="T36" fmla="*/ 131 w 244"/>
                <a:gd name="T37" fmla="*/ 199 h 373"/>
                <a:gd name="T38" fmla="*/ 131 w 244"/>
                <a:gd name="T39" fmla="*/ 199 h 373"/>
                <a:gd name="T40" fmla="*/ 167 w 244"/>
                <a:gd name="T41" fmla="*/ 185 h 373"/>
                <a:gd name="T42" fmla="*/ 194 w 244"/>
                <a:gd name="T43" fmla="*/ 163 h 373"/>
                <a:gd name="T44" fmla="*/ 210 w 244"/>
                <a:gd name="T45" fmla="*/ 134 h 373"/>
                <a:gd name="T46" fmla="*/ 217 w 244"/>
                <a:gd name="T47" fmla="*/ 98 h 373"/>
                <a:gd name="T48" fmla="*/ 207 w 244"/>
                <a:gd name="T49" fmla="*/ 55 h 373"/>
                <a:gd name="T50" fmla="*/ 182 w 244"/>
                <a:gd name="T51" fmla="*/ 25 h 373"/>
                <a:gd name="T52" fmla="*/ 148 w 244"/>
                <a:gd name="T53" fmla="*/ 6 h 373"/>
                <a:gd name="T54" fmla="*/ 174 w 244"/>
                <a:gd name="T55" fmla="*/ 133 h 373"/>
                <a:gd name="T56" fmla="*/ 174 w 244"/>
                <a:gd name="T57" fmla="*/ 133 h 373"/>
                <a:gd name="T58" fmla="*/ 158 w 244"/>
                <a:gd name="T59" fmla="*/ 157 h 373"/>
                <a:gd name="T60" fmla="*/ 131 w 244"/>
                <a:gd name="T61" fmla="*/ 173 h 373"/>
                <a:gd name="T62" fmla="*/ 97 w 244"/>
                <a:gd name="T63" fmla="*/ 178 h 373"/>
                <a:gd name="T64" fmla="*/ 35 w 244"/>
                <a:gd name="T65" fmla="*/ 178 h 373"/>
                <a:gd name="T66" fmla="*/ 35 w 244"/>
                <a:gd name="T67" fmla="*/ 32 h 373"/>
                <a:gd name="T68" fmla="*/ 100 w 244"/>
                <a:gd name="T69" fmla="*/ 32 h 373"/>
                <a:gd name="T70" fmla="*/ 160 w 244"/>
                <a:gd name="T71" fmla="*/ 50 h 373"/>
                <a:gd name="T72" fmla="*/ 181 w 244"/>
                <a:gd name="T73" fmla="*/ 101 h 373"/>
                <a:gd name="T74" fmla="*/ 174 w 244"/>
                <a:gd name="T75" fmla="*/ 13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48" y="6"/>
                  </a:moveTo>
                  <a:lnTo>
                    <a:pt x="148" y="6"/>
                  </a:lnTo>
                  <a:cubicBezTo>
                    <a:pt x="136" y="1"/>
                    <a:pt x="122" y="0"/>
                    <a:pt x="108" y="0"/>
                  </a:cubicBezTo>
                  <a:cubicBezTo>
                    <a:pt x="0" y="0"/>
                    <a:pt x="0" y="0"/>
                    <a:pt x="0" y="0"/>
                  </a:cubicBezTo>
                  <a:cubicBezTo>
                    <a:pt x="0" y="372"/>
                    <a:pt x="0" y="372"/>
                    <a:pt x="0" y="372"/>
                  </a:cubicBezTo>
                  <a:cubicBezTo>
                    <a:pt x="35" y="372"/>
                    <a:pt x="35" y="372"/>
                    <a:pt x="35" y="372"/>
                  </a:cubicBezTo>
                  <a:cubicBezTo>
                    <a:pt x="35" y="210"/>
                    <a:pt x="35" y="210"/>
                    <a:pt x="35" y="210"/>
                  </a:cubicBezTo>
                  <a:cubicBezTo>
                    <a:pt x="76" y="210"/>
                    <a:pt x="76" y="210"/>
                    <a:pt x="76" y="210"/>
                  </a:cubicBezTo>
                  <a:cubicBezTo>
                    <a:pt x="84" y="210"/>
                    <a:pt x="91" y="210"/>
                    <a:pt x="97" y="213"/>
                  </a:cubicBezTo>
                  <a:cubicBezTo>
                    <a:pt x="104" y="214"/>
                    <a:pt x="109" y="217"/>
                    <a:pt x="115" y="221"/>
                  </a:cubicBezTo>
                  <a:cubicBezTo>
                    <a:pt x="120" y="225"/>
                    <a:pt x="126" y="231"/>
                    <a:pt x="131" y="238"/>
                  </a:cubicBezTo>
                  <a:cubicBezTo>
                    <a:pt x="136" y="246"/>
                    <a:pt x="141" y="254"/>
                    <a:pt x="147" y="265"/>
                  </a:cubicBezTo>
                  <a:cubicBezTo>
                    <a:pt x="203" y="372"/>
                    <a:pt x="203" y="372"/>
                    <a:pt x="203" y="372"/>
                  </a:cubicBezTo>
                  <a:cubicBezTo>
                    <a:pt x="243" y="372"/>
                    <a:pt x="243" y="372"/>
                    <a:pt x="243" y="372"/>
                  </a:cubicBezTo>
                  <a:cubicBezTo>
                    <a:pt x="181" y="255"/>
                    <a:pt x="181" y="255"/>
                    <a:pt x="181" y="255"/>
                  </a:cubicBezTo>
                  <a:cubicBezTo>
                    <a:pt x="177" y="249"/>
                    <a:pt x="173" y="242"/>
                    <a:pt x="169" y="235"/>
                  </a:cubicBezTo>
                  <a:cubicBezTo>
                    <a:pt x="165" y="229"/>
                    <a:pt x="162" y="224"/>
                    <a:pt x="158" y="220"/>
                  </a:cubicBezTo>
                  <a:cubicBezTo>
                    <a:pt x="153" y="214"/>
                    <a:pt x="149" y="211"/>
                    <a:pt x="145" y="207"/>
                  </a:cubicBezTo>
                  <a:cubicBezTo>
                    <a:pt x="141" y="204"/>
                    <a:pt x="137" y="202"/>
                    <a:pt x="131" y="199"/>
                  </a:cubicBezTo>
                  <a:lnTo>
                    <a:pt x="131" y="199"/>
                  </a:lnTo>
                  <a:cubicBezTo>
                    <a:pt x="145" y="195"/>
                    <a:pt x="156" y="191"/>
                    <a:pt x="167" y="185"/>
                  </a:cubicBezTo>
                  <a:cubicBezTo>
                    <a:pt x="177" y="180"/>
                    <a:pt x="187" y="171"/>
                    <a:pt x="194" y="163"/>
                  </a:cubicBezTo>
                  <a:cubicBezTo>
                    <a:pt x="200" y="155"/>
                    <a:pt x="207" y="145"/>
                    <a:pt x="210" y="134"/>
                  </a:cubicBezTo>
                  <a:cubicBezTo>
                    <a:pt x="214" y="123"/>
                    <a:pt x="217" y="110"/>
                    <a:pt x="217" y="98"/>
                  </a:cubicBezTo>
                  <a:cubicBezTo>
                    <a:pt x="217" y="81"/>
                    <a:pt x="214" y="68"/>
                    <a:pt x="207" y="55"/>
                  </a:cubicBezTo>
                  <a:cubicBezTo>
                    <a:pt x="202" y="43"/>
                    <a:pt x="194" y="32"/>
                    <a:pt x="182" y="25"/>
                  </a:cubicBezTo>
                  <a:cubicBezTo>
                    <a:pt x="173" y="17"/>
                    <a:pt x="162" y="10"/>
                    <a:pt x="148" y="6"/>
                  </a:cubicBezTo>
                  <a:close/>
                  <a:moveTo>
                    <a:pt x="174" y="133"/>
                  </a:moveTo>
                  <a:lnTo>
                    <a:pt x="174" y="133"/>
                  </a:lnTo>
                  <a:cubicBezTo>
                    <a:pt x="170" y="142"/>
                    <a:pt x="165" y="151"/>
                    <a:pt x="158" y="157"/>
                  </a:cubicBezTo>
                  <a:cubicBezTo>
                    <a:pt x="151" y="164"/>
                    <a:pt x="141" y="168"/>
                    <a:pt x="131" y="173"/>
                  </a:cubicBezTo>
                  <a:cubicBezTo>
                    <a:pt x="120" y="177"/>
                    <a:pt x="109" y="178"/>
                    <a:pt x="97" y="178"/>
                  </a:cubicBezTo>
                  <a:cubicBezTo>
                    <a:pt x="35" y="178"/>
                    <a:pt x="35" y="178"/>
                    <a:pt x="35" y="178"/>
                  </a:cubicBezTo>
                  <a:cubicBezTo>
                    <a:pt x="35" y="32"/>
                    <a:pt x="35" y="32"/>
                    <a:pt x="35" y="32"/>
                  </a:cubicBezTo>
                  <a:cubicBezTo>
                    <a:pt x="100" y="32"/>
                    <a:pt x="100" y="32"/>
                    <a:pt x="100" y="32"/>
                  </a:cubicBezTo>
                  <a:cubicBezTo>
                    <a:pt x="126" y="32"/>
                    <a:pt x="147" y="37"/>
                    <a:pt x="160" y="50"/>
                  </a:cubicBezTo>
                  <a:cubicBezTo>
                    <a:pt x="174" y="62"/>
                    <a:pt x="181" y="79"/>
                    <a:pt x="181" y="101"/>
                  </a:cubicBezTo>
                  <a:cubicBezTo>
                    <a:pt x="181" y="113"/>
                    <a:pt x="178" y="123"/>
                    <a:pt x="174" y="1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5" name="Freeform 352">
              <a:extLst>
                <a:ext uri="{FF2B5EF4-FFF2-40B4-BE49-F238E27FC236}">
                  <a16:creationId xmlns:a16="http://schemas.microsoft.com/office/drawing/2014/main" id="{D689BB60-577E-2358-C320-869FE0EE480C}"/>
                </a:ext>
              </a:extLst>
            </p:cNvPr>
            <p:cNvSpPr>
              <a:spLocks noChangeArrowheads="1"/>
            </p:cNvSpPr>
            <p:nvPr/>
          </p:nvSpPr>
          <p:spPr bwMode="auto">
            <a:xfrm>
              <a:off x="4470400" y="4108450"/>
              <a:ext cx="65088" cy="134938"/>
            </a:xfrm>
            <a:custGeom>
              <a:avLst/>
              <a:gdLst>
                <a:gd name="T0" fmla="*/ 34 w 182"/>
                <a:gd name="T1" fmla="*/ 32 h 373"/>
                <a:gd name="T2" fmla="*/ 181 w 182"/>
                <a:gd name="T3" fmla="*/ 32 h 373"/>
                <a:gd name="T4" fmla="*/ 181 w 182"/>
                <a:gd name="T5" fmla="*/ 0 h 373"/>
                <a:gd name="T6" fmla="*/ 0 w 182"/>
                <a:gd name="T7" fmla="*/ 0 h 373"/>
                <a:gd name="T8" fmla="*/ 0 w 182"/>
                <a:gd name="T9" fmla="*/ 372 h 373"/>
                <a:gd name="T10" fmla="*/ 34 w 182"/>
                <a:gd name="T11" fmla="*/ 372 h 373"/>
                <a:gd name="T12" fmla="*/ 34 w 182"/>
                <a:gd name="T13" fmla="*/ 203 h 373"/>
                <a:gd name="T14" fmla="*/ 170 w 182"/>
                <a:gd name="T15" fmla="*/ 203 h 373"/>
                <a:gd name="T16" fmla="*/ 170 w 182"/>
                <a:gd name="T17" fmla="*/ 171 h 373"/>
                <a:gd name="T18" fmla="*/ 34 w 182"/>
                <a:gd name="T19" fmla="*/ 171 h 373"/>
                <a:gd name="T20" fmla="*/ 34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4" y="32"/>
                  </a:moveTo>
                  <a:lnTo>
                    <a:pt x="181" y="32"/>
                  </a:lnTo>
                  <a:lnTo>
                    <a:pt x="181" y="0"/>
                  </a:lnTo>
                  <a:lnTo>
                    <a:pt x="0" y="0"/>
                  </a:lnTo>
                  <a:lnTo>
                    <a:pt x="0" y="372"/>
                  </a:lnTo>
                  <a:lnTo>
                    <a:pt x="34" y="372"/>
                  </a:lnTo>
                  <a:lnTo>
                    <a:pt x="34" y="203"/>
                  </a:lnTo>
                  <a:lnTo>
                    <a:pt x="170" y="203"/>
                  </a:lnTo>
                  <a:lnTo>
                    <a:pt x="170" y="171"/>
                  </a:lnTo>
                  <a:lnTo>
                    <a:pt x="34" y="171"/>
                  </a:lnTo>
                  <a:lnTo>
                    <a:pt x="34"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6" name="Freeform 353">
              <a:extLst>
                <a:ext uri="{FF2B5EF4-FFF2-40B4-BE49-F238E27FC236}">
                  <a16:creationId xmlns:a16="http://schemas.microsoft.com/office/drawing/2014/main" id="{D8F0965C-4114-2390-729F-01D7932FA0B2}"/>
                </a:ext>
              </a:extLst>
            </p:cNvPr>
            <p:cNvSpPr>
              <a:spLocks noChangeArrowheads="1"/>
            </p:cNvSpPr>
            <p:nvPr/>
          </p:nvSpPr>
          <p:spPr bwMode="auto">
            <a:xfrm>
              <a:off x="4535488" y="4108450"/>
              <a:ext cx="114300" cy="134938"/>
            </a:xfrm>
            <a:custGeom>
              <a:avLst/>
              <a:gdLst>
                <a:gd name="T0" fmla="*/ 143 w 319"/>
                <a:gd name="T1" fmla="*/ 0 h 373"/>
                <a:gd name="T2" fmla="*/ 143 w 319"/>
                <a:gd name="T3" fmla="*/ 0 h 373"/>
                <a:gd name="T4" fmla="*/ 0 w 319"/>
                <a:gd name="T5" fmla="*/ 372 h 373"/>
                <a:gd name="T6" fmla="*/ 39 w 319"/>
                <a:gd name="T7" fmla="*/ 372 h 373"/>
                <a:gd name="T8" fmla="*/ 79 w 319"/>
                <a:gd name="T9" fmla="*/ 261 h 373"/>
                <a:gd name="T10" fmla="*/ 238 w 319"/>
                <a:gd name="T11" fmla="*/ 261 h 373"/>
                <a:gd name="T12" fmla="*/ 279 w 319"/>
                <a:gd name="T13" fmla="*/ 372 h 373"/>
                <a:gd name="T14" fmla="*/ 318 w 319"/>
                <a:gd name="T15" fmla="*/ 372 h 373"/>
                <a:gd name="T16" fmla="*/ 177 w 319"/>
                <a:gd name="T17" fmla="*/ 0 h 373"/>
                <a:gd name="T18" fmla="*/ 143 w 319"/>
                <a:gd name="T19" fmla="*/ 0 h 373"/>
                <a:gd name="T20" fmla="*/ 91 w 319"/>
                <a:gd name="T21" fmla="*/ 229 h 373"/>
                <a:gd name="T22" fmla="*/ 91 w 319"/>
                <a:gd name="T23" fmla="*/ 229 h 373"/>
                <a:gd name="T24" fmla="*/ 151 w 319"/>
                <a:gd name="T25" fmla="*/ 65 h 373"/>
                <a:gd name="T26" fmla="*/ 155 w 319"/>
                <a:gd name="T27" fmla="*/ 54 h 373"/>
                <a:gd name="T28" fmla="*/ 158 w 319"/>
                <a:gd name="T29" fmla="*/ 39 h 373"/>
                <a:gd name="T30" fmla="*/ 159 w 319"/>
                <a:gd name="T31" fmla="*/ 39 h 373"/>
                <a:gd name="T32" fmla="*/ 162 w 319"/>
                <a:gd name="T33" fmla="*/ 54 h 373"/>
                <a:gd name="T34" fmla="*/ 166 w 319"/>
                <a:gd name="T35" fmla="*/ 65 h 373"/>
                <a:gd name="T36" fmla="*/ 227 w 319"/>
                <a:gd name="T37" fmla="*/ 229 h 373"/>
                <a:gd name="T38" fmla="*/ 91 w 319"/>
                <a:gd name="T39" fmla="*/ 22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3">
                  <a:moveTo>
                    <a:pt x="143" y="0"/>
                  </a:moveTo>
                  <a:lnTo>
                    <a:pt x="143" y="0"/>
                  </a:lnTo>
                  <a:cubicBezTo>
                    <a:pt x="0" y="372"/>
                    <a:pt x="0" y="372"/>
                    <a:pt x="0" y="372"/>
                  </a:cubicBezTo>
                  <a:cubicBezTo>
                    <a:pt x="39" y="372"/>
                    <a:pt x="39" y="372"/>
                    <a:pt x="39" y="372"/>
                  </a:cubicBezTo>
                  <a:cubicBezTo>
                    <a:pt x="79" y="261"/>
                    <a:pt x="79" y="261"/>
                    <a:pt x="79" y="261"/>
                  </a:cubicBezTo>
                  <a:cubicBezTo>
                    <a:pt x="238" y="261"/>
                    <a:pt x="238" y="261"/>
                    <a:pt x="238" y="261"/>
                  </a:cubicBezTo>
                  <a:cubicBezTo>
                    <a:pt x="279" y="372"/>
                    <a:pt x="279" y="372"/>
                    <a:pt x="279" y="372"/>
                  </a:cubicBezTo>
                  <a:cubicBezTo>
                    <a:pt x="318" y="372"/>
                    <a:pt x="318" y="372"/>
                    <a:pt x="318" y="372"/>
                  </a:cubicBezTo>
                  <a:cubicBezTo>
                    <a:pt x="177" y="0"/>
                    <a:pt x="177" y="0"/>
                    <a:pt x="177" y="0"/>
                  </a:cubicBezTo>
                  <a:lnTo>
                    <a:pt x="143" y="0"/>
                  </a:lnTo>
                  <a:close/>
                  <a:moveTo>
                    <a:pt x="91" y="229"/>
                  </a:moveTo>
                  <a:lnTo>
                    <a:pt x="91" y="229"/>
                  </a:lnTo>
                  <a:cubicBezTo>
                    <a:pt x="151" y="65"/>
                    <a:pt x="151" y="65"/>
                    <a:pt x="151" y="65"/>
                  </a:cubicBezTo>
                  <a:cubicBezTo>
                    <a:pt x="152" y="61"/>
                    <a:pt x="154" y="58"/>
                    <a:pt x="155" y="54"/>
                  </a:cubicBezTo>
                  <a:cubicBezTo>
                    <a:pt x="156" y="48"/>
                    <a:pt x="158" y="44"/>
                    <a:pt x="158" y="39"/>
                  </a:cubicBezTo>
                  <a:cubicBezTo>
                    <a:pt x="159" y="39"/>
                    <a:pt x="159" y="39"/>
                    <a:pt x="159" y="39"/>
                  </a:cubicBezTo>
                  <a:cubicBezTo>
                    <a:pt x="161" y="44"/>
                    <a:pt x="161" y="48"/>
                    <a:pt x="162" y="54"/>
                  </a:cubicBezTo>
                  <a:cubicBezTo>
                    <a:pt x="163" y="58"/>
                    <a:pt x="165" y="61"/>
                    <a:pt x="166" y="65"/>
                  </a:cubicBezTo>
                  <a:cubicBezTo>
                    <a:pt x="227" y="229"/>
                    <a:pt x="227" y="229"/>
                    <a:pt x="227" y="229"/>
                  </a:cubicBezTo>
                  <a:lnTo>
                    <a:pt x="91"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7" name="Freeform 354">
              <a:extLst>
                <a:ext uri="{FF2B5EF4-FFF2-40B4-BE49-F238E27FC236}">
                  <a16:creationId xmlns:a16="http://schemas.microsoft.com/office/drawing/2014/main" id="{DFE9D173-67E6-5CCB-48F6-8E09C16E8A29}"/>
                </a:ext>
              </a:extLst>
            </p:cNvPr>
            <p:cNvSpPr>
              <a:spLocks noChangeArrowheads="1"/>
            </p:cNvSpPr>
            <p:nvPr/>
          </p:nvSpPr>
          <p:spPr bwMode="auto">
            <a:xfrm>
              <a:off x="4659313" y="4105275"/>
              <a:ext cx="98425" cy="138113"/>
            </a:xfrm>
            <a:custGeom>
              <a:avLst/>
              <a:gdLst>
                <a:gd name="T0" fmla="*/ 272 w 273"/>
                <a:gd name="T1" fmla="*/ 330 h 385"/>
                <a:gd name="T2" fmla="*/ 272 w 273"/>
                <a:gd name="T3" fmla="*/ 330 h 385"/>
                <a:gd name="T4" fmla="*/ 178 w 273"/>
                <a:gd name="T5" fmla="*/ 354 h 385"/>
                <a:gd name="T6" fmla="*/ 116 w 273"/>
                <a:gd name="T7" fmla="*/ 341 h 385"/>
                <a:gd name="T8" fmla="*/ 72 w 273"/>
                <a:gd name="T9" fmla="*/ 307 h 385"/>
                <a:gd name="T10" fmla="*/ 46 w 273"/>
                <a:gd name="T11" fmla="*/ 257 h 385"/>
                <a:gd name="T12" fmla="*/ 36 w 273"/>
                <a:gd name="T13" fmla="*/ 198 h 385"/>
                <a:gd name="T14" fmla="*/ 47 w 273"/>
                <a:gd name="T15" fmla="*/ 131 h 385"/>
                <a:gd name="T16" fmla="*/ 76 w 273"/>
                <a:gd name="T17" fmla="*/ 79 h 385"/>
                <a:gd name="T18" fmla="*/ 123 w 273"/>
                <a:gd name="T19" fmla="*/ 44 h 385"/>
                <a:gd name="T20" fmla="*/ 186 w 273"/>
                <a:gd name="T21" fmla="*/ 32 h 385"/>
                <a:gd name="T22" fmla="*/ 272 w 273"/>
                <a:gd name="T23" fmla="*/ 51 h 385"/>
                <a:gd name="T24" fmla="*/ 272 w 273"/>
                <a:gd name="T25" fmla="*/ 15 h 385"/>
                <a:gd name="T26" fmla="*/ 188 w 273"/>
                <a:gd name="T27" fmla="*/ 0 h 385"/>
                <a:gd name="T28" fmla="*/ 109 w 273"/>
                <a:gd name="T29" fmla="*/ 15 h 385"/>
                <a:gd name="T30" fmla="*/ 51 w 273"/>
                <a:gd name="T31" fmla="*/ 58 h 385"/>
                <a:gd name="T32" fmla="*/ 14 w 273"/>
                <a:gd name="T33" fmla="*/ 122 h 385"/>
                <a:gd name="T34" fmla="*/ 0 w 273"/>
                <a:gd name="T35" fmla="*/ 199 h 385"/>
                <a:gd name="T36" fmla="*/ 12 w 273"/>
                <a:gd name="T37" fmla="*/ 274 h 385"/>
                <a:gd name="T38" fmla="*/ 47 w 273"/>
                <a:gd name="T39" fmla="*/ 332 h 385"/>
                <a:gd name="T40" fmla="*/ 102 w 273"/>
                <a:gd name="T41" fmla="*/ 370 h 385"/>
                <a:gd name="T42" fmla="*/ 174 w 273"/>
                <a:gd name="T43" fmla="*/ 384 h 385"/>
                <a:gd name="T44" fmla="*/ 272 w 273"/>
                <a:gd name="T45" fmla="*/ 365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4" y="345"/>
                    <a:pt x="213" y="354"/>
                    <a:pt x="178" y="354"/>
                  </a:cubicBezTo>
                  <a:cubicBezTo>
                    <a:pt x="155" y="354"/>
                    <a:pt x="134" y="350"/>
                    <a:pt x="116" y="341"/>
                  </a:cubicBezTo>
                  <a:cubicBezTo>
                    <a:pt x="98" y="333"/>
                    <a:pt x="84" y="322"/>
                    <a:pt x="72" y="307"/>
                  </a:cubicBezTo>
                  <a:cubicBezTo>
                    <a:pt x="61" y="293"/>
                    <a:pt x="51" y="276"/>
                    <a:pt x="46" y="257"/>
                  </a:cubicBezTo>
                  <a:cubicBezTo>
                    <a:pt x="39" y="239"/>
                    <a:pt x="36" y="218"/>
                    <a:pt x="36" y="198"/>
                  </a:cubicBezTo>
                  <a:cubicBezTo>
                    <a:pt x="36" y="173"/>
                    <a:pt x="40" y="151"/>
                    <a:pt x="47" y="131"/>
                  </a:cubicBezTo>
                  <a:cubicBezTo>
                    <a:pt x="52" y="111"/>
                    <a:pt x="62" y="94"/>
                    <a:pt x="76" y="79"/>
                  </a:cubicBezTo>
                  <a:cubicBezTo>
                    <a:pt x="88" y="64"/>
                    <a:pt x="104" y="53"/>
                    <a:pt x="123" y="44"/>
                  </a:cubicBezTo>
                  <a:cubicBezTo>
                    <a:pt x="141" y="36"/>
                    <a:pt x="163" y="32"/>
                    <a:pt x="186" y="32"/>
                  </a:cubicBezTo>
                  <a:cubicBezTo>
                    <a:pt x="217" y="32"/>
                    <a:pt x="246" y="39"/>
                    <a:pt x="272" y="51"/>
                  </a:cubicBezTo>
                  <a:cubicBezTo>
                    <a:pt x="272" y="15"/>
                    <a:pt x="272" y="15"/>
                    <a:pt x="272" y="15"/>
                  </a:cubicBezTo>
                  <a:cubicBezTo>
                    <a:pt x="247" y="6"/>
                    <a:pt x="218" y="0"/>
                    <a:pt x="188" y="0"/>
                  </a:cubicBezTo>
                  <a:cubicBezTo>
                    <a:pt x="159" y="0"/>
                    <a:pt x="133" y="6"/>
                    <a:pt x="109" y="15"/>
                  </a:cubicBezTo>
                  <a:cubicBezTo>
                    <a:pt x="87" y="26"/>
                    <a:pt x="66" y="40"/>
                    <a:pt x="51" y="58"/>
                  </a:cubicBezTo>
                  <a:cubicBezTo>
                    <a:pt x="35" y="76"/>
                    <a:pt x="22" y="97"/>
                    <a:pt x="14" y="122"/>
                  </a:cubicBezTo>
                  <a:cubicBezTo>
                    <a:pt x="4" y="145"/>
                    <a:pt x="0" y="171"/>
                    <a:pt x="0" y="199"/>
                  </a:cubicBezTo>
                  <a:cubicBezTo>
                    <a:pt x="0" y="227"/>
                    <a:pt x="4" y="251"/>
                    <a:pt x="12" y="274"/>
                  </a:cubicBezTo>
                  <a:cubicBezTo>
                    <a:pt x="21" y="296"/>
                    <a:pt x="32" y="316"/>
                    <a:pt x="47" y="332"/>
                  </a:cubicBezTo>
                  <a:cubicBezTo>
                    <a:pt x="62" y="348"/>
                    <a:pt x="82" y="362"/>
                    <a:pt x="102" y="370"/>
                  </a:cubicBezTo>
                  <a:cubicBezTo>
                    <a:pt x="124" y="380"/>
                    <a:pt x="148" y="384"/>
                    <a:pt x="174" y="384"/>
                  </a:cubicBezTo>
                  <a:cubicBezTo>
                    <a:pt x="210" y="384"/>
                    <a:pt x="243" y="377"/>
                    <a:pt x="272" y="365"/>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8" name="Freeform 355">
              <a:extLst>
                <a:ext uri="{FF2B5EF4-FFF2-40B4-BE49-F238E27FC236}">
                  <a16:creationId xmlns:a16="http://schemas.microsoft.com/office/drawing/2014/main" id="{BFFD5670-E60D-A1E3-6987-69209659FDA3}"/>
                </a:ext>
              </a:extLst>
            </p:cNvPr>
            <p:cNvSpPr>
              <a:spLocks noChangeArrowheads="1"/>
            </p:cNvSpPr>
            <p:nvPr/>
          </p:nvSpPr>
          <p:spPr bwMode="auto">
            <a:xfrm>
              <a:off x="4786313" y="4108450"/>
              <a:ext cx="68262"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70 w 190"/>
                <a:gd name="T17" fmla="*/ 199 h 373"/>
                <a:gd name="T18" fmla="*/ 170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70" y="199"/>
                  </a:lnTo>
                  <a:lnTo>
                    <a:pt x="170"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9" name="Freeform 356">
              <a:extLst>
                <a:ext uri="{FF2B5EF4-FFF2-40B4-BE49-F238E27FC236}">
                  <a16:creationId xmlns:a16="http://schemas.microsoft.com/office/drawing/2014/main" id="{55342F4B-AC70-3795-066F-929B6295C4DE}"/>
                </a:ext>
              </a:extLst>
            </p:cNvPr>
            <p:cNvSpPr>
              <a:spLocks noChangeArrowheads="1"/>
            </p:cNvSpPr>
            <p:nvPr/>
          </p:nvSpPr>
          <p:spPr bwMode="auto">
            <a:xfrm>
              <a:off x="4935538" y="4108450"/>
              <a:ext cx="65087" cy="134938"/>
            </a:xfrm>
            <a:custGeom>
              <a:avLst/>
              <a:gdLst>
                <a:gd name="T0" fmla="*/ 182 w 183"/>
                <a:gd name="T1" fmla="*/ 340 h 373"/>
                <a:gd name="T2" fmla="*/ 33 w 183"/>
                <a:gd name="T3" fmla="*/ 340 h 373"/>
                <a:gd name="T4" fmla="*/ 33 w 183"/>
                <a:gd name="T5" fmla="*/ 0 h 373"/>
                <a:gd name="T6" fmla="*/ 0 w 183"/>
                <a:gd name="T7" fmla="*/ 0 h 373"/>
                <a:gd name="T8" fmla="*/ 0 w 183"/>
                <a:gd name="T9" fmla="*/ 372 h 373"/>
                <a:gd name="T10" fmla="*/ 182 w 183"/>
                <a:gd name="T11" fmla="*/ 372 h 373"/>
                <a:gd name="T12" fmla="*/ 182 w 183"/>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3" h="373">
                  <a:moveTo>
                    <a:pt x="182" y="340"/>
                  </a:moveTo>
                  <a:lnTo>
                    <a:pt x="33" y="340"/>
                  </a:lnTo>
                  <a:lnTo>
                    <a:pt x="33" y="0"/>
                  </a:lnTo>
                  <a:lnTo>
                    <a:pt x="0" y="0"/>
                  </a:lnTo>
                  <a:lnTo>
                    <a:pt x="0" y="372"/>
                  </a:lnTo>
                  <a:lnTo>
                    <a:pt x="182" y="372"/>
                  </a:lnTo>
                  <a:lnTo>
                    <a:pt x="182"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0" name="Freeform 357">
              <a:extLst>
                <a:ext uri="{FF2B5EF4-FFF2-40B4-BE49-F238E27FC236}">
                  <a16:creationId xmlns:a16="http://schemas.microsoft.com/office/drawing/2014/main" id="{A50A36B6-E33F-DA89-C2CD-6DF51DA7D745}"/>
                </a:ext>
              </a:extLst>
            </p:cNvPr>
            <p:cNvSpPr>
              <a:spLocks noChangeArrowheads="1"/>
            </p:cNvSpPr>
            <p:nvPr/>
          </p:nvSpPr>
          <p:spPr bwMode="auto">
            <a:xfrm>
              <a:off x="5022850" y="4108450"/>
              <a:ext cx="12700" cy="134938"/>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1" name="Freeform 358">
              <a:extLst>
                <a:ext uri="{FF2B5EF4-FFF2-40B4-BE49-F238E27FC236}">
                  <a16:creationId xmlns:a16="http://schemas.microsoft.com/office/drawing/2014/main" id="{41D6A480-69BF-E99F-4D64-C17447BF0209}"/>
                </a:ext>
              </a:extLst>
            </p:cNvPr>
            <p:cNvSpPr>
              <a:spLocks noChangeArrowheads="1"/>
            </p:cNvSpPr>
            <p:nvPr/>
          </p:nvSpPr>
          <p:spPr bwMode="auto">
            <a:xfrm>
              <a:off x="5070475" y="4108450"/>
              <a:ext cx="104775" cy="134938"/>
            </a:xfrm>
            <a:custGeom>
              <a:avLst/>
              <a:gdLst>
                <a:gd name="T0" fmla="*/ 255 w 291"/>
                <a:gd name="T1" fmla="*/ 276 h 373"/>
                <a:gd name="T2" fmla="*/ 255 w 291"/>
                <a:gd name="T3" fmla="*/ 276 h 373"/>
                <a:gd name="T4" fmla="*/ 255 w 291"/>
                <a:gd name="T5" fmla="*/ 300 h 373"/>
                <a:gd name="T6" fmla="*/ 257 w 291"/>
                <a:gd name="T7" fmla="*/ 319 h 373"/>
                <a:gd name="T8" fmla="*/ 255 w 291"/>
                <a:gd name="T9" fmla="*/ 319 h 373"/>
                <a:gd name="T10" fmla="*/ 248 w 291"/>
                <a:gd name="T11" fmla="*/ 307 h 373"/>
                <a:gd name="T12" fmla="*/ 240 w 291"/>
                <a:gd name="T13" fmla="*/ 294 h 373"/>
                <a:gd name="T14" fmla="*/ 37 w 291"/>
                <a:gd name="T15" fmla="*/ 0 h 373"/>
                <a:gd name="T16" fmla="*/ 0 w 291"/>
                <a:gd name="T17" fmla="*/ 0 h 373"/>
                <a:gd name="T18" fmla="*/ 0 w 291"/>
                <a:gd name="T19" fmla="*/ 372 h 373"/>
                <a:gd name="T20" fmla="*/ 34 w 291"/>
                <a:gd name="T21" fmla="*/ 372 h 373"/>
                <a:gd name="T22" fmla="*/ 34 w 291"/>
                <a:gd name="T23" fmla="*/ 83 h 373"/>
                <a:gd name="T24" fmla="*/ 33 w 291"/>
                <a:gd name="T25" fmla="*/ 62 h 373"/>
                <a:gd name="T26" fmla="*/ 33 w 291"/>
                <a:gd name="T27" fmla="*/ 50 h 373"/>
                <a:gd name="T28" fmla="*/ 34 w 291"/>
                <a:gd name="T29" fmla="*/ 50 h 373"/>
                <a:gd name="T30" fmla="*/ 40 w 291"/>
                <a:gd name="T31" fmla="*/ 61 h 373"/>
                <a:gd name="T32" fmla="*/ 48 w 291"/>
                <a:gd name="T33" fmla="*/ 73 h 373"/>
                <a:gd name="T34" fmla="*/ 254 w 291"/>
                <a:gd name="T35" fmla="*/ 372 h 373"/>
                <a:gd name="T36" fmla="*/ 290 w 291"/>
                <a:gd name="T37" fmla="*/ 372 h 373"/>
                <a:gd name="T38" fmla="*/ 290 w 291"/>
                <a:gd name="T39" fmla="*/ 0 h 373"/>
                <a:gd name="T40" fmla="*/ 255 w 291"/>
                <a:gd name="T41" fmla="*/ 0 h 373"/>
                <a:gd name="T42" fmla="*/ 255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5" y="276"/>
                  </a:moveTo>
                  <a:lnTo>
                    <a:pt x="255" y="276"/>
                  </a:lnTo>
                  <a:cubicBezTo>
                    <a:pt x="255" y="284"/>
                    <a:pt x="255" y="293"/>
                    <a:pt x="255" y="300"/>
                  </a:cubicBezTo>
                  <a:cubicBezTo>
                    <a:pt x="255" y="307"/>
                    <a:pt x="257" y="312"/>
                    <a:pt x="257" y="319"/>
                  </a:cubicBezTo>
                  <a:cubicBezTo>
                    <a:pt x="255" y="319"/>
                    <a:pt x="255" y="319"/>
                    <a:pt x="255" y="319"/>
                  </a:cubicBezTo>
                  <a:cubicBezTo>
                    <a:pt x="254" y="315"/>
                    <a:pt x="251" y="311"/>
                    <a:pt x="248" y="307"/>
                  </a:cubicBezTo>
                  <a:cubicBezTo>
                    <a:pt x="246" y="302"/>
                    <a:pt x="243" y="298"/>
                    <a:pt x="240" y="294"/>
                  </a:cubicBezTo>
                  <a:cubicBezTo>
                    <a:pt x="37" y="0"/>
                    <a:pt x="37" y="0"/>
                    <a:pt x="37" y="0"/>
                  </a:cubicBezTo>
                  <a:cubicBezTo>
                    <a:pt x="0" y="0"/>
                    <a:pt x="0" y="0"/>
                    <a:pt x="0" y="0"/>
                  </a:cubicBezTo>
                  <a:cubicBezTo>
                    <a:pt x="0" y="372"/>
                    <a:pt x="0" y="372"/>
                    <a:pt x="0" y="372"/>
                  </a:cubicBezTo>
                  <a:cubicBezTo>
                    <a:pt x="34" y="372"/>
                    <a:pt x="34" y="372"/>
                    <a:pt x="34" y="372"/>
                  </a:cubicBezTo>
                  <a:cubicBezTo>
                    <a:pt x="34" y="83"/>
                    <a:pt x="34" y="83"/>
                    <a:pt x="34" y="83"/>
                  </a:cubicBezTo>
                  <a:cubicBezTo>
                    <a:pt x="34" y="75"/>
                    <a:pt x="34" y="68"/>
                    <a:pt x="33" y="62"/>
                  </a:cubicBezTo>
                  <a:cubicBezTo>
                    <a:pt x="33" y="57"/>
                    <a:pt x="33" y="52"/>
                    <a:pt x="33" y="50"/>
                  </a:cubicBezTo>
                  <a:cubicBezTo>
                    <a:pt x="34" y="50"/>
                    <a:pt x="34" y="50"/>
                    <a:pt x="34" y="50"/>
                  </a:cubicBezTo>
                  <a:cubicBezTo>
                    <a:pt x="36" y="54"/>
                    <a:pt x="37" y="58"/>
                    <a:pt x="40" y="61"/>
                  </a:cubicBezTo>
                  <a:cubicBezTo>
                    <a:pt x="43" y="65"/>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lnTo>
                    <a:pt x="255"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2" name="Freeform 359">
              <a:extLst>
                <a:ext uri="{FF2B5EF4-FFF2-40B4-BE49-F238E27FC236}">
                  <a16:creationId xmlns:a16="http://schemas.microsoft.com/office/drawing/2014/main" id="{3A291961-7347-5699-8FB5-6FD5BD708118}"/>
                </a:ext>
              </a:extLst>
            </p:cNvPr>
            <p:cNvSpPr>
              <a:spLocks noChangeArrowheads="1"/>
            </p:cNvSpPr>
            <p:nvPr/>
          </p:nvSpPr>
          <p:spPr bwMode="auto">
            <a:xfrm>
              <a:off x="5208588" y="4108450"/>
              <a:ext cx="69850" cy="134938"/>
            </a:xfrm>
            <a:custGeom>
              <a:avLst/>
              <a:gdLst>
                <a:gd name="T0" fmla="*/ 35 w 192"/>
                <a:gd name="T1" fmla="*/ 199 h 373"/>
                <a:gd name="T2" fmla="*/ 172 w 192"/>
                <a:gd name="T3" fmla="*/ 199 h 373"/>
                <a:gd name="T4" fmla="*/ 172 w 192"/>
                <a:gd name="T5" fmla="*/ 167 h 373"/>
                <a:gd name="T6" fmla="*/ 35 w 192"/>
                <a:gd name="T7" fmla="*/ 167 h 373"/>
                <a:gd name="T8" fmla="*/ 35 w 192"/>
                <a:gd name="T9" fmla="*/ 32 h 373"/>
                <a:gd name="T10" fmla="*/ 183 w 192"/>
                <a:gd name="T11" fmla="*/ 32 h 373"/>
                <a:gd name="T12" fmla="*/ 183 w 192"/>
                <a:gd name="T13" fmla="*/ 0 h 373"/>
                <a:gd name="T14" fmla="*/ 0 w 192"/>
                <a:gd name="T15" fmla="*/ 0 h 373"/>
                <a:gd name="T16" fmla="*/ 0 w 192"/>
                <a:gd name="T17" fmla="*/ 372 h 373"/>
                <a:gd name="T18" fmla="*/ 191 w 192"/>
                <a:gd name="T19" fmla="*/ 372 h 373"/>
                <a:gd name="T20" fmla="*/ 191 w 192"/>
                <a:gd name="T21" fmla="*/ 340 h 373"/>
                <a:gd name="T22" fmla="*/ 35 w 192"/>
                <a:gd name="T23" fmla="*/ 340 h 373"/>
                <a:gd name="T24" fmla="*/ 35 w 192"/>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3">
                  <a:moveTo>
                    <a:pt x="35" y="199"/>
                  </a:moveTo>
                  <a:lnTo>
                    <a:pt x="172" y="199"/>
                  </a:lnTo>
                  <a:lnTo>
                    <a:pt x="172" y="167"/>
                  </a:lnTo>
                  <a:lnTo>
                    <a:pt x="35" y="167"/>
                  </a:lnTo>
                  <a:lnTo>
                    <a:pt x="35" y="32"/>
                  </a:lnTo>
                  <a:lnTo>
                    <a:pt x="183" y="32"/>
                  </a:lnTo>
                  <a:lnTo>
                    <a:pt x="183" y="0"/>
                  </a:lnTo>
                  <a:lnTo>
                    <a:pt x="0" y="0"/>
                  </a:lnTo>
                  <a:lnTo>
                    <a:pt x="0" y="372"/>
                  </a:lnTo>
                  <a:lnTo>
                    <a:pt x="191" y="372"/>
                  </a:lnTo>
                  <a:lnTo>
                    <a:pt x="191"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3" name="Freeform 360">
              <a:extLst>
                <a:ext uri="{FF2B5EF4-FFF2-40B4-BE49-F238E27FC236}">
                  <a16:creationId xmlns:a16="http://schemas.microsoft.com/office/drawing/2014/main" id="{0ED0DDFC-DE70-C171-7A00-F6EA7F73068D}"/>
                </a:ext>
              </a:extLst>
            </p:cNvPr>
            <p:cNvSpPr>
              <a:spLocks noChangeArrowheads="1"/>
            </p:cNvSpPr>
            <p:nvPr/>
          </p:nvSpPr>
          <p:spPr bwMode="auto">
            <a:xfrm>
              <a:off x="535781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4" name="Freeform 361">
              <a:extLst>
                <a:ext uri="{FF2B5EF4-FFF2-40B4-BE49-F238E27FC236}">
                  <a16:creationId xmlns:a16="http://schemas.microsoft.com/office/drawing/2014/main" id="{34A7D6CD-A65F-3C2B-4A7C-74434A4A27C5}"/>
                </a:ext>
              </a:extLst>
            </p:cNvPr>
            <p:cNvSpPr>
              <a:spLocks noChangeArrowheads="1"/>
            </p:cNvSpPr>
            <p:nvPr/>
          </p:nvSpPr>
          <p:spPr bwMode="auto">
            <a:xfrm>
              <a:off x="5397500" y="4105275"/>
              <a:ext cx="98425" cy="138113"/>
            </a:xfrm>
            <a:custGeom>
              <a:avLst/>
              <a:gdLst>
                <a:gd name="T0" fmla="*/ 109 w 272"/>
                <a:gd name="T1" fmla="*/ 15 h 385"/>
                <a:gd name="T2" fmla="*/ 109 w 272"/>
                <a:gd name="T3" fmla="*/ 15 h 385"/>
                <a:gd name="T4" fmla="*/ 50 w 272"/>
                <a:gd name="T5" fmla="*/ 58 h 385"/>
                <a:gd name="T6" fmla="*/ 13 w 272"/>
                <a:gd name="T7" fmla="*/ 122 h 385"/>
                <a:gd name="T8" fmla="*/ 0 w 272"/>
                <a:gd name="T9" fmla="*/ 199 h 385"/>
                <a:gd name="T10" fmla="*/ 13 w 272"/>
                <a:gd name="T11" fmla="*/ 274 h 385"/>
                <a:gd name="T12" fmla="*/ 47 w 272"/>
                <a:gd name="T13" fmla="*/ 332 h 385"/>
                <a:gd name="T14" fmla="*/ 103 w 272"/>
                <a:gd name="T15" fmla="*/ 370 h 385"/>
                <a:gd name="T16" fmla="*/ 173 w 272"/>
                <a:gd name="T17" fmla="*/ 384 h 385"/>
                <a:gd name="T18" fmla="*/ 271 w 272"/>
                <a:gd name="T19" fmla="*/ 365 h 385"/>
                <a:gd name="T20" fmla="*/ 271 w 272"/>
                <a:gd name="T21" fmla="*/ 330 h 385"/>
                <a:gd name="T22" fmla="*/ 177 w 272"/>
                <a:gd name="T23" fmla="*/ 354 h 385"/>
                <a:gd name="T24" fmla="*/ 116 w 272"/>
                <a:gd name="T25" fmla="*/ 341 h 385"/>
                <a:gd name="T26" fmla="*/ 72 w 272"/>
                <a:gd name="T27" fmla="*/ 307 h 385"/>
                <a:gd name="T28" fmla="*/ 45 w 272"/>
                <a:gd name="T29" fmla="*/ 257 h 385"/>
                <a:gd name="T30" fmla="*/ 36 w 272"/>
                <a:gd name="T31" fmla="*/ 198 h 385"/>
                <a:gd name="T32" fmla="*/ 46 w 272"/>
                <a:gd name="T33" fmla="*/ 131 h 385"/>
                <a:gd name="T34" fmla="*/ 75 w 272"/>
                <a:gd name="T35" fmla="*/ 79 h 385"/>
                <a:gd name="T36" fmla="*/ 122 w 272"/>
                <a:gd name="T37" fmla="*/ 44 h 385"/>
                <a:gd name="T38" fmla="*/ 187 w 272"/>
                <a:gd name="T39" fmla="*/ 32 h 385"/>
                <a:gd name="T40" fmla="*/ 271 w 272"/>
                <a:gd name="T41" fmla="*/ 51 h 385"/>
                <a:gd name="T42" fmla="*/ 271 w 272"/>
                <a:gd name="T43" fmla="*/ 15 h 385"/>
                <a:gd name="T44" fmla="*/ 187 w 272"/>
                <a:gd name="T45" fmla="*/ 0 h 385"/>
                <a:gd name="T46" fmla="*/ 109 w 272"/>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109" y="15"/>
                  </a:moveTo>
                  <a:lnTo>
                    <a:pt x="109" y="15"/>
                  </a:lnTo>
                  <a:cubicBezTo>
                    <a:pt x="86" y="26"/>
                    <a:pt x="67" y="40"/>
                    <a:pt x="50" y="58"/>
                  </a:cubicBezTo>
                  <a:cubicBezTo>
                    <a:pt x="35" y="76"/>
                    <a:pt x="22" y="97"/>
                    <a:pt x="13" y="122"/>
                  </a:cubicBezTo>
                  <a:cubicBezTo>
                    <a:pt x="4" y="145"/>
                    <a:pt x="0" y="171"/>
                    <a:pt x="0" y="199"/>
                  </a:cubicBezTo>
                  <a:cubicBezTo>
                    <a:pt x="0" y="227"/>
                    <a:pt x="4" y="251"/>
                    <a:pt x="13" y="274"/>
                  </a:cubicBezTo>
                  <a:cubicBezTo>
                    <a:pt x="21" y="296"/>
                    <a:pt x="32" y="316"/>
                    <a:pt x="47" y="332"/>
                  </a:cubicBezTo>
                  <a:cubicBezTo>
                    <a:pt x="63" y="348"/>
                    <a:pt x="80" y="362"/>
                    <a:pt x="103" y="370"/>
                  </a:cubicBezTo>
                  <a:cubicBezTo>
                    <a:pt x="123" y="380"/>
                    <a:pt x="147" y="384"/>
                    <a:pt x="173" y="384"/>
                  </a:cubicBezTo>
                  <a:cubicBezTo>
                    <a:pt x="210" y="384"/>
                    <a:pt x="243" y="377"/>
                    <a:pt x="271" y="365"/>
                  </a:cubicBezTo>
                  <a:cubicBezTo>
                    <a:pt x="271" y="330"/>
                    <a:pt x="271" y="330"/>
                    <a:pt x="271" y="330"/>
                  </a:cubicBezTo>
                  <a:cubicBezTo>
                    <a:pt x="245" y="345"/>
                    <a:pt x="213" y="354"/>
                    <a:pt x="177" y="354"/>
                  </a:cubicBezTo>
                  <a:cubicBezTo>
                    <a:pt x="154" y="354"/>
                    <a:pt x="133" y="350"/>
                    <a:pt x="116" y="341"/>
                  </a:cubicBezTo>
                  <a:cubicBezTo>
                    <a:pt x="98" y="333"/>
                    <a:pt x="83" y="322"/>
                    <a:pt x="72" y="307"/>
                  </a:cubicBezTo>
                  <a:cubicBezTo>
                    <a:pt x="60" y="293"/>
                    <a:pt x="51" y="276"/>
                    <a:pt x="45" y="257"/>
                  </a:cubicBezTo>
                  <a:cubicBezTo>
                    <a:pt x="39" y="239"/>
                    <a:pt x="36" y="218"/>
                    <a:pt x="36" y="198"/>
                  </a:cubicBezTo>
                  <a:cubicBezTo>
                    <a:pt x="36" y="173"/>
                    <a:pt x="39" y="151"/>
                    <a:pt x="46" y="131"/>
                  </a:cubicBezTo>
                  <a:cubicBezTo>
                    <a:pt x="53" y="111"/>
                    <a:pt x="63" y="94"/>
                    <a:pt x="75" y="79"/>
                  </a:cubicBezTo>
                  <a:cubicBezTo>
                    <a:pt x="89" y="64"/>
                    <a:pt x="104" y="53"/>
                    <a:pt x="122" y="44"/>
                  </a:cubicBezTo>
                  <a:cubicBezTo>
                    <a:pt x="141" y="36"/>
                    <a:pt x="162" y="32"/>
                    <a:pt x="187" y="32"/>
                  </a:cubicBezTo>
                  <a:cubicBezTo>
                    <a:pt x="217" y="32"/>
                    <a:pt x="245" y="39"/>
                    <a:pt x="271" y="51"/>
                  </a:cubicBezTo>
                  <a:cubicBezTo>
                    <a:pt x="271" y="15"/>
                    <a:pt x="271" y="15"/>
                    <a:pt x="271" y="15"/>
                  </a:cubicBezTo>
                  <a:cubicBezTo>
                    <a:pt x="246" y="6"/>
                    <a:pt x="219" y="0"/>
                    <a:pt x="187" y="0"/>
                  </a:cubicBezTo>
                  <a:cubicBezTo>
                    <a:pt x="158"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5" name="Freeform 362">
              <a:extLst>
                <a:ext uri="{FF2B5EF4-FFF2-40B4-BE49-F238E27FC236}">
                  <a16:creationId xmlns:a16="http://schemas.microsoft.com/office/drawing/2014/main" id="{8611E0E7-9683-B9D7-8D46-55E45F4AF6FC}"/>
                </a:ext>
              </a:extLst>
            </p:cNvPr>
            <p:cNvSpPr>
              <a:spLocks noChangeArrowheads="1"/>
            </p:cNvSpPr>
            <p:nvPr/>
          </p:nvSpPr>
          <p:spPr bwMode="auto">
            <a:xfrm>
              <a:off x="5513388" y="4105275"/>
              <a:ext cx="127000" cy="138113"/>
            </a:xfrm>
            <a:custGeom>
              <a:avLst/>
              <a:gdLst>
                <a:gd name="T0" fmla="*/ 304 w 351"/>
                <a:gd name="T1" fmla="*/ 54 h 385"/>
                <a:gd name="T2" fmla="*/ 304 w 351"/>
                <a:gd name="T3" fmla="*/ 54 h 385"/>
                <a:gd name="T4" fmla="*/ 250 w 351"/>
                <a:gd name="T5" fmla="*/ 14 h 385"/>
                <a:gd name="T6" fmla="*/ 180 w 351"/>
                <a:gd name="T7" fmla="*/ 0 h 385"/>
                <a:gd name="T8" fmla="*/ 104 w 351"/>
                <a:gd name="T9" fmla="*/ 15 h 385"/>
                <a:gd name="T10" fmla="*/ 47 w 351"/>
                <a:gd name="T11" fmla="*/ 55 h 385"/>
                <a:gd name="T12" fmla="*/ 13 w 351"/>
                <a:gd name="T13" fmla="*/ 117 h 385"/>
                <a:gd name="T14" fmla="*/ 0 w 351"/>
                <a:gd name="T15" fmla="*/ 196 h 385"/>
                <a:gd name="T16" fmla="*/ 13 w 351"/>
                <a:gd name="T17" fmla="*/ 271 h 385"/>
                <a:gd name="T18" fmla="*/ 46 w 351"/>
                <a:gd name="T19" fmla="*/ 330 h 385"/>
                <a:gd name="T20" fmla="*/ 101 w 351"/>
                <a:gd name="T21" fmla="*/ 370 h 385"/>
                <a:gd name="T22" fmla="*/ 173 w 351"/>
                <a:gd name="T23" fmla="*/ 384 h 385"/>
                <a:gd name="T24" fmla="*/ 249 w 351"/>
                <a:gd name="T25" fmla="*/ 369 h 385"/>
                <a:gd name="T26" fmla="*/ 304 w 351"/>
                <a:gd name="T27" fmla="*/ 327 h 385"/>
                <a:gd name="T28" fmla="*/ 337 w 351"/>
                <a:gd name="T29" fmla="*/ 265 h 385"/>
                <a:gd name="T30" fmla="*/ 350 w 351"/>
                <a:gd name="T31" fmla="*/ 187 h 385"/>
                <a:gd name="T32" fmla="*/ 337 w 351"/>
                <a:gd name="T33" fmla="*/ 113 h 385"/>
                <a:gd name="T34" fmla="*/ 304 w 351"/>
                <a:gd name="T35" fmla="*/ 54 h 385"/>
                <a:gd name="T36" fmla="*/ 304 w 351"/>
                <a:gd name="T37" fmla="*/ 257 h 385"/>
                <a:gd name="T38" fmla="*/ 304 w 351"/>
                <a:gd name="T39" fmla="*/ 257 h 385"/>
                <a:gd name="T40" fmla="*/ 278 w 351"/>
                <a:gd name="T41" fmla="*/ 308 h 385"/>
                <a:gd name="T42" fmla="*/ 234 w 351"/>
                <a:gd name="T43" fmla="*/ 341 h 385"/>
                <a:gd name="T44" fmla="*/ 173 w 351"/>
                <a:gd name="T45" fmla="*/ 354 h 385"/>
                <a:gd name="T46" fmla="*/ 112 w 351"/>
                <a:gd name="T47" fmla="*/ 340 h 385"/>
                <a:gd name="T48" fmla="*/ 69 w 351"/>
                <a:gd name="T49" fmla="*/ 304 h 385"/>
                <a:gd name="T50" fmla="*/ 44 w 351"/>
                <a:gd name="T51" fmla="*/ 254 h 385"/>
                <a:gd name="T52" fmla="*/ 36 w 351"/>
                <a:gd name="T53" fmla="*/ 193 h 385"/>
                <a:gd name="T54" fmla="*/ 46 w 351"/>
                <a:gd name="T55" fmla="*/ 130 h 385"/>
                <a:gd name="T56" fmla="*/ 72 w 351"/>
                <a:gd name="T57" fmla="*/ 79 h 385"/>
                <a:gd name="T58" fmla="*/ 116 w 351"/>
                <a:gd name="T59" fmla="*/ 44 h 385"/>
                <a:gd name="T60" fmla="*/ 176 w 351"/>
                <a:gd name="T61" fmla="*/ 32 h 385"/>
                <a:gd name="T62" fmla="*/ 238 w 351"/>
                <a:gd name="T63" fmla="*/ 44 h 385"/>
                <a:gd name="T64" fmla="*/ 281 w 351"/>
                <a:gd name="T65" fmla="*/ 79 h 385"/>
                <a:gd name="T66" fmla="*/ 305 w 351"/>
                <a:gd name="T67" fmla="*/ 130 h 385"/>
                <a:gd name="T68" fmla="*/ 314 w 351"/>
                <a:gd name="T69" fmla="*/ 192 h 385"/>
                <a:gd name="T70" fmla="*/ 304 w 351"/>
                <a:gd name="T71" fmla="*/ 25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4"/>
                  </a:moveTo>
                  <a:lnTo>
                    <a:pt x="304" y="54"/>
                  </a:lnTo>
                  <a:cubicBezTo>
                    <a:pt x="289" y="37"/>
                    <a:pt x="271" y="24"/>
                    <a:pt x="250" y="14"/>
                  </a:cubicBezTo>
                  <a:cubicBezTo>
                    <a:pt x="229" y="6"/>
                    <a:pt x="206" y="0"/>
                    <a:pt x="180" y="0"/>
                  </a:cubicBezTo>
                  <a:cubicBezTo>
                    <a:pt x="151" y="0"/>
                    <a:pt x="126" y="6"/>
                    <a:pt x="104" y="15"/>
                  </a:cubicBezTo>
                  <a:cubicBezTo>
                    <a:pt x="82" y="25"/>
                    <a:pt x="62" y="37"/>
                    <a:pt x="47" y="55"/>
                  </a:cubicBezTo>
                  <a:cubicBezTo>
                    <a:pt x="32" y="72"/>
                    <a:pt x="19" y="93"/>
                    <a:pt x="13" y="117"/>
                  </a:cubicBezTo>
                  <a:cubicBezTo>
                    <a:pt x="4" y="141"/>
                    <a:pt x="0" y="167"/>
                    <a:pt x="0" y="196"/>
                  </a:cubicBezTo>
                  <a:cubicBezTo>
                    <a:pt x="0" y="222"/>
                    <a:pt x="4" y="247"/>
                    <a:pt x="13" y="271"/>
                  </a:cubicBezTo>
                  <a:cubicBezTo>
                    <a:pt x="19" y="293"/>
                    <a:pt x="32" y="314"/>
                    <a:pt x="46" y="330"/>
                  </a:cubicBezTo>
                  <a:cubicBezTo>
                    <a:pt x="61" y="347"/>
                    <a:pt x="79" y="361"/>
                    <a:pt x="101" y="370"/>
                  </a:cubicBezTo>
                  <a:cubicBezTo>
                    <a:pt x="122" y="380"/>
                    <a:pt x="147" y="384"/>
                    <a:pt x="173" y="384"/>
                  </a:cubicBezTo>
                  <a:cubicBezTo>
                    <a:pt x="202" y="384"/>
                    <a:pt x="227" y="380"/>
                    <a:pt x="249" y="369"/>
                  </a:cubicBezTo>
                  <a:cubicBezTo>
                    <a:pt x="271" y="359"/>
                    <a:pt x="289" y="345"/>
                    <a:pt x="304" y="327"/>
                  </a:cubicBezTo>
                  <a:cubicBezTo>
                    <a:pt x="319" y="311"/>
                    <a:pt x="330" y="290"/>
                    <a:pt x="337" y="265"/>
                  </a:cubicBezTo>
                  <a:cubicBezTo>
                    <a:pt x="345" y="242"/>
                    <a:pt x="350" y="216"/>
                    <a:pt x="350" y="187"/>
                  </a:cubicBezTo>
                  <a:cubicBezTo>
                    <a:pt x="350" y="160"/>
                    <a:pt x="345" y="135"/>
                    <a:pt x="337" y="113"/>
                  </a:cubicBezTo>
                  <a:cubicBezTo>
                    <a:pt x="330" y="90"/>
                    <a:pt x="318" y="70"/>
                    <a:pt x="304" y="54"/>
                  </a:cubicBezTo>
                  <a:close/>
                  <a:moveTo>
                    <a:pt x="304" y="257"/>
                  </a:moveTo>
                  <a:lnTo>
                    <a:pt x="304" y="257"/>
                  </a:lnTo>
                  <a:cubicBezTo>
                    <a:pt x="299" y="276"/>
                    <a:pt x="289" y="293"/>
                    <a:pt x="278" y="308"/>
                  </a:cubicBezTo>
                  <a:cubicBezTo>
                    <a:pt x="265" y="322"/>
                    <a:pt x="252" y="333"/>
                    <a:pt x="234" y="341"/>
                  </a:cubicBezTo>
                  <a:cubicBezTo>
                    <a:pt x="217" y="350"/>
                    <a:pt x="196" y="354"/>
                    <a:pt x="173" y="354"/>
                  </a:cubicBezTo>
                  <a:cubicBezTo>
                    <a:pt x="149" y="354"/>
                    <a:pt x="130" y="348"/>
                    <a:pt x="112" y="340"/>
                  </a:cubicBezTo>
                  <a:cubicBezTo>
                    <a:pt x="95" y="332"/>
                    <a:pt x="80" y="319"/>
                    <a:pt x="69" y="304"/>
                  </a:cubicBezTo>
                  <a:cubicBezTo>
                    <a:pt x="58" y="290"/>
                    <a:pt x="50" y="272"/>
                    <a:pt x="44" y="254"/>
                  </a:cubicBezTo>
                  <a:cubicBezTo>
                    <a:pt x="39" y="235"/>
                    <a:pt x="36" y="214"/>
                    <a:pt x="36" y="193"/>
                  </a:cubicBezTo>
                  <a:cubicBezTo>
                    <a:pt x="36" y="171"/>
                    <a:pt x="39" y="151"/>
                    <a:pt x="46" y="130"/>
                  </a:cubicBezTo>
                  <a:cubicBezTo>
                    <a:pt x="51" y="111"/>
                    <a:pt x="61" y="94"/>
                    <a:pt x="72" y="79"/>
                  </a:cubicBezTo>
                  <a:cubicBezTo>
                    <a:pt x="84" y="65"/>
                    <a:pt x="100" y="53"/>
                    <a:pt x="116" y="44"/>
                  </a:cubicBezTo>
                  <a:cubicBezTo>
                    <a:pt x="134" y="36"/>
                    <a:pt x="154" y="32"/>
                    <a:pt x="176" y="32"/>
                  </a:cubicBezTo>
                  <a:cubicBezTo>
                    <a:pt x="200" y="32"/>
                    <a:pt x="221" y="36"/>
                    <a:pt x="238" y="44"/>
                  </a:cubicBezTo>
                  <a:cubicBezTo>
                    <a:pt x="256" y="53"/>
                    <a:pt x="270" y="65"/>
                    <a:pt x="281" y="79"/>
                  </a:cubicBezTo>
                  <a:cubicBezTo>
                    <a:pt x="292" y="94"/>
                    <a:pt x="300" y="111"/>
                    <a:pt x="305" y="130"/>
                  </a:cubicBezTo>
                  <a:cubicBezTo>
                    <a:pt x="311" y="151"/>
                    <a:pt x="314" y="170"/>
                    <a:pt x="314" y="192"/>
                  </a:cubicBezTo>
                  <a:cubicBezTo>
                    <a:pt x="314" y="216"/>
                    <a:pt x="311" y="238"/>
                    <a:pt x="304"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6" name="Freeform 363">
              <a:extLst>
                <a:ext uri="{FF2B5EF4-FFF2-40B4-BE49-F238E27FC236}">
                  <a16:creationId xmlns:a16="http://schemas.microsoft.com/office/drawing/2014/main" id="{957F7CBF-4CD4-3705-26A7-4A49E173AC44}"/>
                </a:ext>
              </a:extLst>
            </p:cNvPr>
            <p:cNvSpPr>
              <a:spLocks noChangeArrowheads="1"/>
            </p:cNvSpPr>
            <p:nvPr/>
          </p:nvSpPr>
          <p:spPr bwMode="auto">
            <a:xfrm>
              <a:off x="5665788" y="4108450"/>
              <a:ext cx="104775" cy="134938"/>
            </a:xfrm>
            <a:custGeom>
              <a:avLst/>
              <a:gdLst>
                <a:gd name="T0" fmla="*/ 290 w 291"/>
                <a:gd name="T1" fmla="*/ 372 h 373"/>
                <a:gd name="T2" fmla="*/ 290 w 291"/>
                <a:gd name="T3" fmla="*/ 372 h 373"/>
                <a:gd name="T4" fmla="*/ 290 w 291"/>
                <a:gd name="T5" fmla="*/ 0 h 373"/>
                <a:gd name="T6" fmla="*/ 254 w 291"/>
                <a:gd name="T7" fmla="*/ 0 h 373"/>
                <a:gd name="T8" fmla="*/ 254 w 291"/>
                <a:gd name="T9" fmla="*/ 276 h 373"/>
                <a:gd name="T10" fmla="*/ 256 w 291"/>
                <a:gd name="T11" fmla="*/ 300 h 373"/>
                <a:gd name="T12" fmla="*/ 257 w 291"/>
                <a:gd name="T13" fmla="*/ 319 h 373"/>
                <a:gd name="T14" fmla="*/ 256 w 291"/>
                <a:gd name="T15" fmla="*/ 319 h 373"/>
                <a:gd name="T16" fmla="*/ 249 w 291"/>
                <a:gd name="T17" fmla="*/ 307 h 373"/>
                <a:gd name="T18" fmla="*/ 241 w 291"/>
                <a:gd name="T19" fmla="*/ 294 h 373"/>
                <a:gd name="T20" fmla="*/ 37 w 291"/>
                <a:gd name="T21" fmla="*/ 0 h 373"/>
                <a:gd name="T22" fmla="*/ 0 w 291"/>
                <a:gd name="T23" fmla="*/ 0 h 373"/>
                <a:gd name="T24" fmla="*/ 0 w 291"/>
                <a:gd name="T25" fmla="*/ 372 h 373"/>
                <a:gd name="T26" fmla="*/ 33 w 291"/>
                <a:gd name="T27" fmla="*/ 372 h 373"/>
                <a:gd name="T28" fmla="*/ 33 w 291"/>
                <a:gd name="T29" fmla="*/ 83 h 373"/>
                <a:gd name="T30" fmla="*/ 33 w 291"/>
                <a:gd name="T31" fmla="*/ 62 h 373"/>
                <a:gd name="T32" fmla="*/ 33 w 291"/>
                <a:gd name="T33" fmla="*/ 50 h 373"/>
                <a:gd name="T34" fmla="*/ 33 w 291"/>
                <a:gd name="T35" fmla="*/ 50 h 373"/>
                <a:gd name="T36" fmla="*/ 40 w 291"/>
                <a:gd name="T37" fmla="*/ 61 h 373"/>
                <a:gd name="T38" fmla="*/ 47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4" y="0"/>
                    <a:pt x="254" y="0"/>
                    <a:pt x="254" y="0"/>
                  </a:cubicBezTo>
                  <a:cubicBezTo>
                    <a:pt x="254" y="276"/>
                    <a:pt x="254" y="276"/>
                    <a:pt x="254" y="276"/>
                  </a:cubicBezTo>
                  <a:cubicBezTo>
                    <a:pt x="254" y="284"/>
                    <a:pt x="256" y="293"/>
                    <a:pt x="256" y="300"/>
                  </a:cubicBezTo>
                  <a:cubicBezTo>
                    <a:pt x="256" y="307"/>
                    <a:pt x="256" y="312"/>
                    <a:pt x="257" y="319"/>
                  </a:cubicBezTo>
                  <a:cubicBezTo>
                    <a:pt x="256" y="319"/>
                    <a:pt x="256" y="319"/>
                    <a:pt x="256" y="319"/>
                  </a:cubicBezTo>
                  <a:cubicBezTo>
                    <a:pt x="253" y="315"/>
                    <a:pt x="252" y="311"/>
                    <a:pt x="249" y="307"/>
                  </a:cubicBezTo>
                  <a:cubicBezTo>
                    <a:pt x="246" y="302"/>
                    <a:pt x="243" y="298"/>
                    <a:pt x="241" y="294"/>
                  </a:cubicBezTo>
                  <a:cubicBezTo>
                    <a:pt x="37" y="0"/>
                    <a:pt x="37" y="0"/>
                    <a:pt x="37" y="0"/>
                  </a:cubicBezTo>
                  <a:cubicBezTo>
                    <a:pt x="0" y="0"/>
                    <a:pt x="0" y="0"/>
                    <a:pt x="0" y="0"/>
                  </a:cubicBezTo>
                  <a:cubicBezTo>
                    <a:pt x="0" y="372"/>
                    <a:pt x="0" y="372"/>
                    <a:pt x="0" y="372"/>
                  </a:cubicBezTo>
                  <a:cubicBezTo>
                    <a:pt x="33" y="372"/>
                    <a:pt x="33" y="372"/>
                    <a:pt x="33" y="372"/>
                  </a:cubicBezTo>
                  <a:cubicBezTo>
                    <a:pt x="33" y="83"/>
                    <a:pt x="33" y="83"/>
                    <a:pt x="33" y="83"/>
                  </a:cubicBezTo>
                  <a:cubicBezTo>
                    <a:pt x="33" y="75"/>
                    <a:pt x="33" y="68"/>
                    <a:pt x="33" y="62"/>
                  </a:cubicBezTo>
                  <a:cubicBezTo>
                    <a:pt x="33" y="57"/>
                    <a:pt x="33" y="52"/>
                    <a:pt x="33" y="50"/>
                  </a:cubicBezTo>
                  <a:lnTo>
                    <a:pt x="33" y="50"/>
                  </a:lnTo>
                  <a:cubicBezTo>
                    <a:pt x="36" y="54"/>
                    <a:pt x="37" y="58"/>
                    <a:pt x="40" y="61"/>
                  </a:cubicBezTo>
                  <a:cubicBezTo>
                    <a:pt x="43" y="65"/>
                    <a:pt x="46" y="69"/>
                    <a:pt x="47"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7" name="Freeform 364">
              <a:extLst>
                <a:ext uri="{FF2B5EF4-FFF2-40B4-BE49-F238E27FC236}">
                  <a16:creationId xmlns:a16="http://schemas.microsoft.com/office/drawing/2014/main" id="{F3275721-C3E4-826B-863E-31DB80D10957}"/>
                </a:ext>
              </a:extLst>
            </p:cNvPr>
            <p:cNvSpPr>
              <a:spLocks noChangeArrowheads="1"/>
            </p:cNvSpPr>
            <p:nvPr/>
          </p:nvSpPr>
          <p:spPr bwMode="auto">
            <a:xfrm>
              <a:off x="5799138" y="4105275"/>
              <a:ext cx="76200" cy="138113"/>
            </a:xfrm>
            <a:custGeom>
              <a:avLst/>
              <a:gdLst>
                <a:gd name="T0" fmla="*/ 41 w 211"/>
                <a:gd name="T1" fmla="*/ 379 h 385"/>
                <a:gd name="T2" fmla="*/ 41 w 211"/>
                <a:gd name="T3" fmla="*/ 379 h 385"/>
                <a:gd name="T4" fmla="*/ 66 w 211"/>
                <a:gd name="T5" fmla="*/ 383 h 385"/>
                <a:gd name="T6" fmla="*/ 87 w 211"/>
                <a:gd name="T7" fmla="*/ 384 h 385"/>
                <a:gd name="T8" fmla="*/ 137 w 211"/>
                <a:gd name="T9" fmla="*/ 379 h 385"/>
                <a:gd name="T10" fmla="*/ 175 w 211"/>
                <a:gd name="T11" fmla="*/ 359 h 385"/>
                <a:gd name="T12" fmla="*/ 200 w 211"/>
                <a:gd name="T13" fmla="*/ 329 h 385"/>
                <a:gd name="T14" fmla="*/ 210 w 211"/>
                <a:gd name="T15" fmla="*/ 286 h 385"/>
                <a:gd name="T16" fmla="*/ 204 w 211"/>
                <a:gd name="T17" fmla="*/ 254 h 385"/>
                <a:gd name="T18" fmla="*/ 186 w 211"/>
                <a:gd name="T19" fmla="*/ 227 h 385"/>
                <a:gd name="T20" fmla="*/ 159 w 211"/>
                <a:gd name="T21" fmla="*/ 202 h 385"/>
                <a:gd name="T22" fmla="*/ 117 w 211"/>
                <a:gd name="T23" fmla="*/ 178 h 385"/>
                <a:gd name="T24" fmla="*/ 80 w 211"/>
                <a:gd name="T25" fmla="*/ 158 h 385"/>
                <a:gd name="T26" fmla="*/ 55 w 211"/>
                <a:gd name="T27" fmla="*/ 138 h 385"/>
                <a:gd name="T28" fmla="*/ 41 w 211"/>
                <a:gd name="T29" fmla="*/ 119 h 385"/>
                <a:gd name="T30" fmla="*/ 37 w 211"/>
                <a:gd name="T31" fmla="*/ 94 h 385"/>
                <a:gd name="T32" fmla="*/ 43 w 211"/>
                <a:gd name="T33" fmla="*/ 66 h 385"/>
                <a:gd name="T34" fmla="*/ 61 w 211"/>
                <a:gd name="T35" fmla="*/ 47 h 385"/>
                <a:gd name="T36" fmla="*/ 87 w 211"/>
                <a:gd name="T37" fmla="*/ 36 h 385"/>
                <a:gd name="T38" fmla="*/ 117 w 211"/>
                <a:gd name="T39" fmla="*/ 32 h 385"/>
                <a:gd name="T40" fmla="*/ 194 w 211"/>
                <a:gd name="T41" fmla="*/ 51 h 385"/>
                <a:gd name="T42" fmla="*/ 194 w 211"/>
                <a:gd name="T43" fmla="*/ 13 h 385"/>
                <a:gd name="T44" fmla="*/ 121 w 211"/>
                <a:gd name="T45" fmla="*/ 0 h 385"/>
                <a:gd name="T46" fmla="*/ 74 w 211"/>
                <a:gd name="T47" fmla="*/ 7 h 385"/>
                <a:gd name="T48" fmla="*/ 36 w 211"/>
                <a:gd name="T49" fmla="*/ 26 h 385"/>
                <a:gd name="T50" fmla="*/ 11 w 211"/>
                <a:gd name="T51" fmla="*/ 57 h 385"/>
                <a:gd name="T52" fmla="*/ 1 w 211"/>
                <a:gd name="T53" fmla="*/ 97 h 385"/>
                <a:gd name="T54" fmla="*/ 5 w 211"/>
                <a:gd name="T55" fmla="*/ 129 h 385"/>
                <a:gd name="T56" fmla="*/ 22 w 211"/>
                <a:gd name="T57" fmla="*/ 155 h 385"/>
                <a:gd name="T58" fmla="*/ 49 w 211"/>
                <a:gd name="T59" fmla="*/ 178 h 385"/>
                <a:gd name="T60" fmla="*/ 90 w 211"/>
                <a:gd name="T61" fmla="*/ 203 h 385"/>
                <a:gd name="T62" fmla="*/ 127 w 211"/>
                <a:gd name="T63" fmla="*/ 225 h 385"/>
                <a:gd name="T64" fmla="*/ 153 w 211"/>
                <a:gd name="T65" fmla="*/ 243 h 385"/>
                <a:gd name="T66" fmla="*/ 168 w 211"/>
                <a:gd name="T67" fmla="*/ 264 h 385"/>
                <a:gd name="T68" fmla="*/ 174 w 211"/>
                <a:gd name="T69" fmla="*/ 290 h 385"/>
                <a:gd name="T70" fmla="*/ 153 w 211"/>
                <a:gd name="T71" fmla="*/ 337 h 385"/>
                <a:gd name="T72" fmla="*/ 90 w 211"/>
                <a:gd name="T73" fmla="*/ 354 h 385"/>
                <a:gd name="T74" fmla="*/ 67 w 211"/>
                <a:gd name="T75" fmla="*/ 351 h 385"/>
                <a:gd name="T76" fmla="*/ 43 w 211"/>
                <a:gd name="T77" fmla="*/ 345 h 385"/>
                <a:gd name="T78" fmla="*/ 20 w 211"/>
                <a:gd name="T79" fmla="*/ 336 h 385"/>
                <a:gd name="T80" fmla="*/ 0 w 211"/>
                <a:gd name="T81" fmla="*/ 323 h 385"/>
                <a:gd name="T82" fmla="*/ 0 w 211"/>
                <a:gd name="T83" fmla="*/ 365 h 385"/>
                <a:gd name="T84" fmla="*/ 18 w 211"/>
                <a:gd name="T85" fmla="*/ 372 h 385"/>
                <a:gd name="T86" fmla="*/ 41 w 211"/>
                <a:gd name="T87" fmla="*/ 37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41" y="379"/>
                  </a:moveTo>
                  <a:lnTo>
                    <a:pt x="41" y="379"/>
                  </a:lnTo>
                  <a:cubicBezTo>
                    <a:pt x="49" y="380"/>
                    <a:pt x="58" y="381"/>
                    <a:pt x="66" y="383"/>
                  </a:cubicBezTo>
                  <a:cubicBezTo>
                    <a:pt x="74" y="384"/>
                    <a:pt x="81" y="384"/>
                    <a:pt x="87" y="384"/>
                  </a:cubicBezTo>
                  <a:cubicBezTo>
                    <a:pt x="105" y="384"/>
                    <a:pt x="121" y="383"/>
                    <a:pt x="137" y="379"/>
                  </a:cubicBezTo>
                  <a:cubicBezTo>
                    <a:pt x="152" y="374"/>
                    <a:pt x="164" y="367"/>
                    <a:pt x="175" y="359"/>
                  </a:cubicBezTo>
                  <a:cubicBezTo>
                    <a:pt x="186" y="351"/>
                    <a:pt x="194" y="341"/>
                    <a:pt x="200" y="329"/>
                  </a:cubicBezTo>
                  <a:cubicBezTo>
                    <a:pt x="207" y="316"/>
                    <a:pt x="210" y="303"/>
                    <a:pt x="210" y="286"/>
                  </a:cubicBezTo>
                  <a:cubicBezTo>
                    <a:pt x="210" y="275"/>
                    <a:pt x="208" y="264"/>
                    <a:pt x="204" y="254"/>
                  </a:cubicBezTo>
                  <a:cubicBezTo>
                    <a:pt x="200" y="245"/>
                    <a:pt x="194" y="235"/>
                    <a:pt x="186" y="227"/>
                  </a:cubicBezTo>
                  <a:cubicBezTo>
                    <a:pt x="179" y="218"/>
                    <a:pt x="170" y="210"/>
                    <a:pt x="159" y="202"/>
                  </a:cubicBezTo>
                  <a:cubicBezTo>
                    <a:pt x="146" y="195"/>
                    <a:pt x="132" y="187"/>
                    <a:pt x="117" y="178"/>
                  </a:cubicBezTo>
                  <a:cubicBezTo>
                    <a:pt x="102" y="170"/>
                    <a:pt x="90" y="163"/>
                    <a:pt x="80" y="158"/>
                  </a:cubicBezTo>
                  <a:cubicBezTo>
                    <a:pt x="69" y="151"/>
                    <a:pt x="61" y="145"/>
                    <a:pt x="55" y="138"/>
                  </a:cubicBezTo>
                  <a:cubicBezTo>
                    <a:pt x="48" y="133"/>
                    <a:pt x="44" y="126"/>
                    <a:pt x="41" y="119"/>
                  </a:cubicBezTo>
                  <a:cubicBezTo>
                    <a:pt x="38" y="112"/>
                    <a:pt x="37" y="104"/>
                    <a:pt x="37" y="94"/>
                  </a:cubicBezTo>
                  <a:cubicBezTo>
                    <a:pt x="37" y="83"/>
                    <a:pt x="38" y="75"/>
                    <a:pt x="43" y="66"/>
                  </a:cubicBezTo>
                  <a:cubicBezTo>
                    <a:pt x="47" y="59"/>
                    <a:pt x="54" y="53"/>
                    <a:pt x="61" y="47"/>
                  </a:cubicBezTo>
                  <a:cubicBezTo>
                    <a:pt x="67" y="43"/>
                    <a:pt x="76" y="39"/>
                    <a:pt x="87" y="36"/>
                  </a:cubicBezTo>
                  <a:cubicBezTo>
                    <a:pt x="96" y="33"/>
                    <a:pt x="106" y="32"/>
                    <a:pt x="117" y="32"/>
                  </a:cubicBezTo>
                  <a:cubicBezTo>
                    <a:pt x="146" y="32"/>
                    <a:pt x="172" y="39"/>
                    <a:pt x="194" y="51"/>
                  </a:cubicBezTo>
                  <a:cubicBezTo>
                    <a:pt x="194" y="13"/>
                    <a:pt x="194" y="13"/>
                    <a:pt x="194" y="13"/>
                  </a:cubicBezTo>
                  <a:cubicBezTo>
                    <a:pt x="175" y="4"/>
                    <a:pt x="150" y="0"/>
                    <a:pt x="121" y="0"/>
                  </a:cubicBezTo>
                  <a:cubicBezTo>
                    <a:pt x="105" y="0"/>
                    <a:pt x="90" y="3"/>
                    <a:pt x="74" y="7"/>
                  </a:cubicBezTo>
                  <a:cubicBezTo>
                    <a:pt x="61" y="11"/>
                    <a:pt x="47" y="18"/>
                    <a:pt x="36" y="26"/>
                  </a:cubicBezTo>
                  <a:cubicBezTo>
                    <a:pt x="26" y="35"/>
                    <a:pt x="16" y="46"/>
                    <a:pt x="11" y="57"/>
                  </a:cubicBezTo>
                  <a:cubicBezTo>
                    <a:pt x="4" y="69"/>
                    <a:pt x="1" y="83"/>
                    <a:pt x="1" y="97"/>
                  </a:cubicBezTo>
                  <a:cubicBezTo>
                    <a:pt x="1" y="109"/>
                    <a:pt x="2" y="120"/>
                    <a:pt x="5" y="129"/>
                  </a:cubicBezTo>
                  <a:cubicBezTo>
                    <a:pt x="9" y="138"/>
                    <a:pt x="15" y="146"/>
                    <a:pt x="22" y="155"/>
                  </a:cubicBezTo>
                  <a:cubicBezTo>
                    <a:pt x="29" y="163"/>
                    <a:pt x="38" y="171"/>
                    <a:pt x="49" y="178"/>
                  </a:cubicBezTo>
                  <a:cubicBezTo>
                    <a:pt x="61" y="187"/>
                    <a:pt x="74" y="195"/>
                    <a:pt x="90" y="203"/>
                  </a:cubicBezTo>
                  <a:cubicBezTo>
                    <a:pt x="105" y="211"/>
                    <a:pt x="117" y="218"/>
                    <a:pt x="127" y="225"/>
                  </a:cubicBezTo>
                  <a:cubicBezTo>
                    <a:pt x="138" y="231"/>
                    <a:pt x="146" y="238"/>
                    <a:pt x="153" y="243"/>
                  </a:cubicBezTo>
                  <a:cubicBezTo>
                    <a:pt x="160" y="250"/>
                    <a:pt x="165" y="257"/>
                    <a:pt x="168" y="264"/>
                  </a:cubicBezTo>
                  <a:cubicBezTo>
                    <a:pt x="172" y="272"/>
                    <a:pt x="174" y="280"/>
                    <a:pt x="174" y="290"/>
                  </a:cubicBezTo>
                  <a:cubicBezTo>
                    <a:pt x="174" y="311"/>
                    <a:pt x="167" y="326"/>
                    <a:pt x="153" y="337"/>
                  </a:cubicBezTo>
                  <a:cubicBezTo>
                    <a:pt x="139" y="348"/>
                    <a:pt x="117" y="354"/>
                    <a:pt x="90" y="354"/>
                  </a:cubicBezTo>
                  <a:cubicBezTo>
                    <a:pt x="83" y="354"/>
                    <a:pt x="74" y="352"/>
                    <a:pt x="67" y="351"/>
                  </a:cubicBezTo>
                  <a:cubicBezTo>
                    <a:pt x="59" y="350"/>
                    <a:pt x="51" y="348"/>
                    <a:pt x="43" y="345"/>
                  </a:cubicBezTo>
                  <a:cubicBezTo>
                    <a:pt x="36" y="343"/>
                    <a:pt x="27" y="340"/>
                    <a:pt x="20" y="336"/>
                  </a:cubicBezTo>
                  <a:cubicBezTo>
                    <a:pt x="12" y="333"/>
                    <a:pt x="5" y="329"/>
                    <a:pt x="0" y="323"/>
                  </a:cubicBezTo>
                  <a:cubicBezTo>
                    <a:pt x="0" y="365"/>
                    <a:pt x="0" y="365"/>
                    <a:pt x="0" y="365"/>
                  </a:cubicBezTo>
                  <a:cubicBezTo>
                    <a:pt x="4" y="367"/>
                    <a:pt x="11" y="370"/>
                    <a:pt x="18" y="372"/>
                  </a:cubicBezTo>
                  <a:cubicBezTo>
                    <a:pt x="25" y="374"/>
                    <a:pt x="33" y="377"/>
                    <a:pt x="41" y="37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8" name="Freeform 365">
              <a:extLst>
                <a:ext uri="{FF2B5EF4-FFF2-40B4-BE49-F238E27FC236}">
                  <a16:creationId xmlns:a16="http://schemas.microsoft.com/office/drawing/2014/main" id="{89D6C511-5431-618D-93B2-DC5E703020FD}"/>
                </a:ext>
              </a:extLst>
            </p:cNvPr>
            <p:cNvSpPr>
              <a:spLocks noChangeArrowheads="1"/>
            </p:cNvSpPr>
            <p:nvPr/>
          </p:nvSpPr>
          <p:spPr bwMode="auto">
            <a:xfrm>
              <a:off x="5973763" y="4113213"/>
              <a:ext cx="66675" cy="123825"/>
            </a:xfrm>
            <a:custGeom>
              <a:avLst/>
              <a:gdLst>
                <a:gd name="T0" fmla="*/ 178 w 187"/>
                <a:gd name="T1" fmla="*/ 293 h 342"/>
                <a:gd name="T2" fmla="*/ 178 w 187"/>
                <a:gd name="T3" fmla="*/ 293 h 342"/>
                <a:gd name="T4" fmla="*/ 186 w 187"/>
                <a:gd name="T5" fmla="*/ 254 h 342"/>
                <a:gd name="T6" fmla="*/ 180 w 187"/>
                <a:gd name="T7" fmla="*/ 227 h 342"/>
                <a:gd name="T8" fmla="*/ 165 w 187"/>
                <a:gd name="T9" fmla="*/ 202 h 342"/>
                <a:gd name="T10" fmla="*/ 140 w 187"/>
                <a:gd name="T11" fmla="*/ 180 h 342"/>
                <a:gd name="T12" fmla="*/ 103 w 187"/>
                <a:gd name="T13" fmla="*/ 159 h 342"/>
                <a:gd name="T14" fmla="*/ 70 w 187"/>
                <a:gd name="T15" fmla="*/ 140 h 342"/>
                <a:gd name="T16" fmla="*/ 48 w 187"/>
                <a:gd name="T17" fmla="*/ 123 h 342"/>
                <a:gd name="T18" fmla="*/ 35 w 187"/>
                <a:gd name="T19" fmla="*/ 105 h 342"/>
                <a:gd name="T20" fmla="*/ 33 w 187"/>
                <a:gd name="T21" fmla="*/ 83 h 342"/>
                <a:gd name="T22" fmla="*/ 38 w 187"/>
                <a:gd name="T23" fmla="*/ 60 h 342"/>
                <a:gd name="T24" fmla="*/ 53 w 187"/>
                <a:gd name="T25" fmla="*/ 43 h 342"/>
                <a:gd name="T26" fmla="*/ 76 w 187"/>
                <a:gd name="T27" fmla="*/ 32 h 342"/>
                <a:gd name="T28" fmla="*/ 103 w 187"/>
                <a:gd name="T29" fmla="*/ 29 h 342"/>
                <a:gd name="T30" fmla="*/ 172 w 187"/>
                <a:gd name="T31" fmla="*/ 46 h 342"/>
                <a:gd name="T32" fmla="*/ 172 w 187"/>
                <a:gd name="T33" fmla="*/ 11 h 342"/>
                <a:gd name="T34" fmla="*/ 107 w 187"/>
                <a:gd name="T35" fmla="*/ 0 h 342"/>
                <a:gd name="T36" fmla="*/ 66 w 187"/>
                <a:gd name="T37" fmla="*/ 7 h 342"/>
                <a:gd name="T38" fmla="*/ 31 w 187"/>
                <a:gd name="T39" fmla="*/ 24 h 342"/>
                <a:gd name="T40" fmla="*/ 9 w 187"/>
                <a:gd name="T41" fmla="*/ 51 h 342"/>
                <a:gd name="T42" fmla="*/ 0 w 187"/>
                <a:gd name="T43" fmla="*/ 87 h 342"/>
                <a:gd name="T44" fmla="*/ 5 w 187"/>
                <a:gd name="T45" fmla="*/ 115 h 342"/>
                <a:gd name="T46" fmla="*/ 19 w 187"/>
                <a:gd name="T47" fmla="*/ 138 h 342"/>
                <a:gd name="T48" fmla="*/ 44 w 187"/>
                <a:gd name="T49" fmla="*/ 159 h 342"/>
                <a:gd name="T50" fmla="*/ 80 w 187"/>
                <a:gd name="T51" fmla="*/ 181 h 342"/>
                <a:gd name="T52" fmla="*/ 113 w 187"/>
                <a:gd name="T53" fmla="*/ 200 h 342"/>
                <a:gd name="T54" fmla="*/ 136 w 187"/>
                <a:gd name="T55" fmla="*/ 217 h 342"/>
                <a:gd name="T56" fmla="*/ 150 w 187"/>
                <a:gd name="T57" fmla="*/ 235 h 342"/>
                <a:gd name="T58" fmla="*/ 154 w 187"/>
                <a:gd name="T59" fmla="*/ 258 h 342"/>
                <a:gd name="T60" fmla="*/ 135 w 187"/>
                <a:gd name="T61" fmla="*/ 300 h 342"/>
                <a:gd name="T62" fmla="*/ 80 w 187"/>
                <a:gd name="T63" fmla="*/ 314 h 342"/>
                <a:gd name="T64" fmla="*/ 59 w 187"/>
                <a:gd name="T65" fmla="*/ 312 h 342"/>
                <a:gd name="T66" fmla="*/ 38 w 187"/>
                <a:gd name="T67" fmla="*/ 307 h 342"/>
                <a:gd name="T68" fmla="*/ 18 w 187"/>
                <a:gd name="T69" fmla="*/ 298 h 342"/>
                <a:gd name="T70" fmla="*/ 0 w 187"/>
                <a:gd name="T71" fmla="*/ 287 h 342"/>
                <a:gd name="T72" fmla="*/ 0 w 187"/>
                <a:gd name="T73" fmla="*/ 323 h 342"/>
                <a:gd name="T74" fmla="*/ 15 w 187"/>
                <a:gd name="T75" fmla="*/ 332 h 342"/>
                <a:gd name="T76" fmla="*/ 37 w 187"/>
                <a:gd name="T77" fmla="*/ 337 h 342"/>
                <a:gd name="T78" fmla="*/ 58 w 187"/>
                <a:gd name="T79" fmla="*/ 340 h 342"/>
                <a:gd name="T80" fmla="*/ 77 w 187"/>
                <a:gd name="T81" fmla="*/ 341 h 342"/>
                <a:gd name="T82" fmla="*/ 121 w 187"/>
                <a:gd name="T83" fmla="*/ 336 h 342"/>
                <a:gd name="T84" fmla="*/ 156 w 187"/>
                <a:gd name="T85" fmla="*/ 321 h 342"/>
                <a:gd name="T86" fmla="*/ 178 w 187"/>
                <a:gd name="T87" fmla="*/ 293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78" y="293"/>
                  </a:moveTo>
                  <a:lnTo>
                    <a:pt x="178" y="293"/>
                  </a:lnTo>
                  <a:cubicBezTo>
                    <a:pt x="183" y="282"/>
                    <a:pt x="186" y="269"/>
                    <a:pt x="186" y="254"/>
                  </a:cubicBezTo>
                  <a:cubicBezTo>
                    <a:pt x="186" y="245"/>
                    <a:pt x="185" y="235"/>
                    <a:pt x="180" y="227"/>
                  </a:cubicBezTo>
                  <a:cubicBezTo>
                    <a:pt x="178" y="217"/>
                    <a:pt x="172" y="210"/>
                    <a:pt x="165" y="202"/>
                  </a:cubicBezTo>
                  <a:cubicBezTo>
                    <a:pt x="158" y="195"/>
                    <a:pt x="150" y="187"/>
                    <a:pt x="140" y="180"/>
                  </a:cubicBezTo>
                  <a:cubicBezTo>
                    <a:pt x="129" y="173"/>
                    <a:pt x="117" y="166"/>
                    <a:pt x="103" y="159"/>
                  </a:cubicBezTo>
                  <a:cubicBezTo>
                    <a:pt x="91" y="152"/>
                    <a:pt x="80" y="145"/>
                    <a:pt x="70" y="140"/>
                  </a:cubicBezTo>
                  <a:cubicBezTo>
                    <a:pt x="62" y="134"/>
                    <a:pt x="53" y="129"/>
                    <a:pt x="48" y="123"/>
                  </a:cubicBezTo>
                  <a:cubicBezTo>
                    <a:pt x="42" y="118"/>
                    <a:pt x="38" y="112"/>
                    <a:pt x="35" y="105"/>
                  </a:cubicBezTo>
                  <a:cubicBezTo>
                    <a:pt x="33" y="100"/>
                    <a:pt x="33" y="93"/>
                    <a:pt x="33" y="83"/>
                  </a:cubicBezTo>
                  <a:cubicBezTo>
                    <a:pt x="33" y="75"/>
                    <a:pt x="34" y="66"/>
                    <a:pt x="38" y="60"/>
                  </a:cubicBezTo>
                  <a:cubicBezTo>
                    <a:pt x="41" y="53"/>
                    <a:pt x="47" y="47"/>
                    <a:pt x="53" y="43"/>
                  </a:cubicBezTo>
                  <a:cubicBezTo>
                    <a:pt x="60" y="37"/>
                    <a:pt x="67" y="35"/>
                    <a:pt x="76" y="32"/>
                  </a:cubicBezTo>
                  <a:cubicBezTo>
                    <a:pt x="85" y="29"/>
                    <a:pt x="93" y="29"/>
                    <a:pt x="103" y="29"/>
                  </a:cubicBezTo>
                  <a:cubicBezTo>
                    <a:pt x="129" y="29"/>
                    <a:pt x="153" y="35"/>
                    <a:pt x="172" y="46"/>
                  </a:cubicBezTo>
                  <a:cubicBezTo>
                    <a:pt x="172" y="11"/>
                    <a:pt x="172" y="11"/>
                    <a:pt x="172" y="11"/>
                  </a:cubicBezTo>
                  <a:cubicBezTo>
                    <a:pt x="154" y="4"/>
                    <a:pt x="134" y="0"/>
                    <a:pt x="107" y="0"/>
                  </a:cubicBezTo>
                  <a:cubicBezTo>
                    <a:pt x="92" y="0"/>
                    <a:pt x="78" y="3"/>
                    <a:pt x="66" y="7"/>
                  </a:cubicBezTo>
                  <a:cubicBezTo>
                    <a:pt x="52" y="11"/>
                    <a:pt x="41" y="17"/>
                    <a:pt x="31" y="24"/>
                  </a:cubicBezTo>
                  <a:cubicBezTo>
                    <a:pt x="22" y="32"/>
                    <a:pt x="15" y="40"/>
                    <a:pt x="9" y="51"/>
                  </a:cubicBezTo>
                  <a:cubicBezTo>
                    <a:pt x="2" y="61"/>
                    <a:pt x="0" y="73"/>
                    <a:pt x="0" y="87"/>
                  </a:cubicBezTo>
                  <a:cubicBezTo>
                    <a:pt x="0" y="97"/>
                    <a:pt x="1" y="107"/>
                    <a:pt x="5" y="115"/>
                  </a:cubicBezTo>
                  <a:cubicBezTo>
                    <a:pt x="8" y="123"/>
                    <a:pt x="12" y="131"/>
                    <a:pt x="19" y="138"/>
                  </a:cubicBezTo>
                  <a:cubicBezTo>
                    <a:pt x="24" y="145"/>
                    <a:pt x="33" y="152"/>
                    <a:pt x="44" y="159"/>
                  </a:cubicBezTo>
                  <a:cubicBezTo>
                    <a:pt x="53" y="166"/>
                    <a:pt x="66" y="173"/>
                    <a:pt x="80" y="181"/>
                  </a:cubicBezTo>
                  <a:cubicBezTo>
                    <a:pt x="92" y="188"/>
                    <a:pt x="103" y="195"/>
                    <a:pt x="113" y="200"/>
                  </a:cubicBezTo>
                  <a:cubicBezTo>
                    <a:pt x="122" y="206"/>
                    <a:pt x="129" y="211"/>
                    <a:pt x="136" y="217"/>
                  </a:cubicBezTo>
                  <a:cubicBezTo>
                    <a:pt x="142" y="223"/>
                    <a:pt x="146" y="228"/>
                    <a:pt x="150" y="235"/>
                  </a:cubicBezTo>
                  <a:cubicBezTo>
                    <a:pt x="153" y="242"/>
                    <a:pt x="154" y="249"/>
                    <a:pt x="154" y="258"/>
                  </a:cubicBezTo>
                  <a:cubicBezTo>
                    <a:pt x="154" y="276"/>
                    <a:pt x="147" y="290"/>
                    <a:pt x="135" y="300"/>
                  </a:cubicBezTo>
                  <a:cubicBezTo>
                    <a:pt x="122" y="310"/>
                    <a:pt x="105" y="314"/>
                    <a:pt x="80" y="314"/>
                  </a:cubicBezTo>
                  <a:cubicBezTo>
                    <a:pt x="73" y="314"/>
                    <a:pt x="66" y="314"/>
                    <a:pt x="59" y="312"/>
                  </a:cubicBezTo>
                  <a:cubicBezTo>
                    <a:pt x="52" y="311"/>
                    <a:pt x="45" y="310"/>
                    <a:pt x="38" y="307"/>
                  </a:cubicBezTo>
                  <a:cubicBezTo>
                    <a:pt x="31" y="305"/>
                    <a:pt x="24" y="303"/>
                    <a:pt x="18" y="298"/>
                  </a:cubicBezTo>
                  <a:cubicBezTo>
                    <a:pt x="11" y="296"/>
                    <a:pt x="5" y="292"/>
                    <a:pt x="0" y="287"/>
                  </a:cubicBezTo>
                  <a:cubicBezTo>
                    <a:pt x="0" y="323"/>
                    <a:pt x="0" y="323"/>
                    <a:pt x="0" y="323"/>
                  </a:cubicBezTo>
                  <a:cubicBezTo>
                    <a:pt x="4" y="326"/>
                    <a:pt x="8" y="329"/>
                    <a:pt x="15" y="332"/>
                  </a:cubicBezTo>
                  <a:cubicBezTo>
                    <a:pt x="22" y="333"/>
                    <a:pt x="29" y="336"/>
                    <a:pt x="37" y="337"/>
                  </a:cubicBezTo>
                  <a:cubicBezTo>
                    <a:pt x="44" y="339"/>
                    <a:pt x="51" y="340"/>
                    <a:pt x="58" y="340"/>
                  </a:cubicBezTo>
                  <a:cubicBezTo>
                    <a:pt x="66" y="341"/>
                    <a:pt x="71" y="341"/>
                    <a:pt x="77" y="341"/>
                  </a:cubicBezTo>
                  <a:cubicBezTo>
                    <a:pt x="92" y="341"/>
                    <a:pt x="107" y="340"/>
                    <a:pt x="121" y="336"/>
                  </a:cubicBezTo>
                  <a:cubicBezTo>
                    <a:pt x="134" y="333"/>
                    <a:pt x="146" y="328"/>
                    <a:pt x="156" y="321"/>
                  </a:cubicBezTo>
                  <a:cubicBezTo>
                    <a:pt x="165" y="312"/>
                    <a:pt x="172" y="304"/>
                    <a:pt x="178"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9" name="Freeform 366">
              <a:extLst>
                <a:ext uri="{FF2B5EF4-FFF2-40B4-BE49-F238E27FC236}">
                  <a16:creationId xmlns:a16="http://schemas.microsoft.com/office/drawing/2014/main" id="{072DB2F3-20BF-CF4C-B23F-CE3165F4828B}"/>
                </a:ext>
              </a:extLst>
            </p:cNvPr>
            <p:cNvSpPr>
              <a:spLocks noChangeArrowheads="1"/>
            </p:cNvSpPr>
            <p:nvPr/>
          </p:nvSpPr>
          <p:spPr bwMode="auto">
            <a:xfrm>
              <a:off x="6065838" y="4116388"/>
              <a:ext cx="60325" cy="119062"/>
            </a:xfrm>
            <a:custGeom>
              <a:avLst/>
              <a:gdLst>
                <a:gd name="T0" fmla="*/ 31 w 169"/>
                <a:gd name="T1" fmla="*/ 176 h 331"/>
                <a:gd name="T2" fmla="*/ 152 w 169"/>
                <a:gd name="T3" fmla="*/ 176 h 331"/>
                <a:gd name="T4" fmla="*/ 152 w 169"/>
                <a:gd name="T5" fmla="*/ 149 h 331"/>
                <a:gd name="T6" fmla="*/ 31 w 169"/>
                <a:gd name="T7" fmla="*/ 149 h 331"/>
                <a:gd name="T8" fmla="*/ 31 w 169"/>
                <a:gd name="T9" fmla="*/ 29 h 331"/>
                <a:gd name="T10" fmla="*/ 161 w 169"/>
                <a:gd name="T11" fmla="*/ 29 h 331"/>
                <a:gd name="T12" fmla="*/ 161 w 169"/>
                <a:gd name="T13" fmla="*/ 0 h 331"/>
                <a:gd name="T14" fmla="*/ 0 w 169"/>
                <a:gd name="T15" fmla="*/ 0 h 331"/>
                <a:gd name="T16" fmla="*/ 0 w 169"/>
                <a:gd name="T17" fmla="*/ 330 h 331"/>
                <a:gd name="T18" fmla="*/ 168 w 169"/>
                <a:gd name="T19" fmla="*/ 330 h 331"/>
                <a:gd name="T20" fmla="*/ 168 w 169"/>
                <a:gd name="T21" fmla="*/ 302 h 331"/>
                <a:gd name="T22" fmla="*/ 31 w 169"/>
                <a:gd name="T23" fmla="*/ 302 h 331"/>
                <a:gd name="T24" fmla="*/ 31 w 169"/>
                <a:gd name="T25" fmla="*/ 176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331">
                  <a:moveTo>
                    <a:pt x="31" y="176"/>
                  </a:moveTo>
                  <a:lnTo>
                    <a:pt x="152" y="176"/>
                  </a:lnTo>
                  <a:lnTo>
                    <a:pt x="152" y="149"/>
                  </a:lnTo>
                  <a:lnTo>
                    <a:pt x="31" y="149"/>
                  </a:lnTo>
                  <a:lnTo>
                    <a:pt x="31" y="29"/>
                  </a:lnTo>
                  <a:lnTo>
                    <a:pt x="161" y="29"/>
                  </a:lnTo>
                  <a:lnTo>
                    <a:pt x="161" y="0"/>
                  </a:lnTo>
                  <a:lnTo>
                    <a:pt x="0" y="0"/>
                  </a:lnTo>
                  <a:lnTo>
                    <a:pt x="0" y="330"/>
                  </a:lnTo>
                  <a:lnTo>
                    <a:pt x="168" y="330"/>
                  </a:lnTo>
                  <a:lnTo>
                    <a:pt x="168" y="302"/>
                  </a:lnTo>
                  <a:lnTo>
                    <a:pt x="31" y="302"/>
                  </a:lnTo>
                  <a:lnTo>
                    <a:pt x="31" y="1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0" name="Freeform 367">
              <a:extLst>
                <a:ext uri="{FF2B5EF4-FFF2-40B4-BE49-F238E27FC236}">
                  <a16:creationId xmlns:a16="http://schemas.microsoft.com/office/drawing/2014/main" id="{A664FDA1-378E-F0D1-3B77-F7E95FA02F6D}"/>
                </a:ext>
              </a:extLst>
            </p:cNvPr>
            <p:cNvSpPr>
              <a:spLocks noChangeArrowheads="1"/>
            </p:cNvSpPr>
            <p:nvPr/>
          </p:nvSpPr>
          <p:spPr bwMode="auto">
            <a:xfrm>
              <a:off x="6140450" y="4116388"/>
              <a:ext cx="79375" cy="119062"/>
            </a:xfrm>
            <a:custGeom>
              <a:avLst/>
              <a:gdLst>
                <a:gd name="T0" fmla="*/ 0 w 222"/>
                <a:gd name="T1" fmla="*/ 29 h 331"/>
                <a:gd name="T2" fmla="*/ 95 w 222"/>
                <a:gd name="T3" fmla="*/ 29 h 331"/>
                <a:gd name="T4" fmla="*/ 95 w 222"/>
                <a:gd name="T5" fmla="*/ 330 h 331"/>
                <a:gd name="T6" fmla="*/ 126 w 222"/>
                <a:gd name="T7" fmla="*/ 330 h 331"/>
                <a:gd name="T8" fmla="*/ 126 w 222"/>
                <a:gd name="T9" fmla="*/ 29 h 331"/>
                <a:gd name="T10" fmla="*/ 221 w 222"/>
                <a:gd name="T11" fmla="*/ 29 h 331"/>
                <a:gd name="T12" fmla="*/ 221 w 222"/>
                <a:gd name="T13" fmla="*/ 0 h 331"/>
                <a:gd name="T14" fmla="*/ 0 w 222"/>
                <a:gd name="T15" fmla="*/ 0 h 331"/>
                <a:gd name="T16" fmla="*/ 0 w 222"/>
                <a:gd name="T17" fmla="*/ 29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1">
                  <a:moveTo>
                    <a:pt x="0" y="29"/>
                  </a:moveTo>
                  <a:lnTo>
                    <a:pt x="95" y="29"/>
                  </a:lnTo>
                  <a:lnTo>
                    <a:pt x="95" y="330"/>
                  </a:lnTo>
                  <a:lnTo>
                    <a:pt x="126" y="330"/>
                  </a:lnTo>
                  <a:lnTo>
                    <a:pt x="126" y="29"/>
                  </a:lnTo>
                  <a:lnTo>
                    <a:pt x="221" y="29"/>
                  </a:lnTo>
                  <a:lnTo>
                    <a:pt x="221" y="0"/>
                  </a:lnTo>
                  <a:lnTo>
                    <a:pt x="0" y="0"/>
                  </a:lnTo>
                  <a:lnTo>
                    <a:pt x="0"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1" name="Freeform 368">
              <a:extLst>
                <a:ext uri="{FF2B5EF4-FFF2-40B4-BE49-F238E27FC236}">
                  <a16:creationId xmlns:a16="http://schemas.microsoft.com/office/drawing/2014/main" id="{7E76E261-DAC7-7A50-800C-8989BCD483F4}"/>
                </a:ext>
              </a:extLst>
            </p:cNvPr>
            <p:cNvSpPr>
              <a:spLocks noChangeArrowheads="1"/>
            </p:cNvSpPr>
            <p:nvPr/>
          </p:nvSpPr>
          <p:spPr bwMode="auto">
            <a:xfrm>
              <a:off x="6278563" y="4113213"/>
              <a:ext cx="69850" cy="120650"/>
            </a:xfrm>
            <a:custGeom>
              <a:avLst/>
              <a:gdLst>
                <a:gd name="T0" fmla="*/ 195 w 196"/>
                <a:gd name="T1" fmla="*/ 310 h 337"/>
                <a:gd name="T2" fmla="*/ 195 w 196"/>
                <a:gd name="T3" fmla="*/ 310 h 337"/>
                <a:gd name="T4" fmla="*/ 31 w 196"/>
                <a:gd name="T5" fmla="*/ 310 h 337"/>
                <a:gd name="T6" fmla="*/ 32 w 196"/>
                <a:gd name="T7" fmla="*/ 303 h 337"/>
                <a:gd name="T8" fmla="*/ 33 w 196"/>
                <a:gd name="T9" fmla="*/ 296 h 337"/>
                <a:gd name="T10" fmla="*/ 39 w 196"/>
                <a:gd name="T11" fmla="*/ 274 h 337"/>
                <a:gd name="T12" fmla="*/ 53 w 196"/>
                <a:gd name="T13" fmla="*/ 254 h 337"/>
                <a:gd name="T14" fmla="*/ 76 w 196"/>
                <a:gd name="T15" fmla="*/ 234 h 337"/>
                <a:gd name="T16" fmla="*/ 111 w 196"/>
                <a:gd name="T17" fmla="*/ 209 h 337"/>
                <a:gd name="T18" fmla="*/ 143 w 196"/>
                <a:gd name="T19" fmla="*/ 182 h 337"/>
                <a:gd name="T20" fmla="*/ 167 w 196"/>
                <a:gd name="T21" fmla="*/ 156 h 337"/>
                <a:gd name="T22" fmla="*/ 184 w 196"/>
                <a:gd name="T23" fmla="*/ 126 h 337"/>
                <a:gd name="T24" fmla="*/ 189 w 196"/>
                <a:gd name="T25" fmla="*/ 87 h 337"/>
                <a:gd name="T26" fmla="*/ 184 w 196"/>
                <a:gd name="T27" fmla="*/ 54 h 337"/>
                <a:gd name="T28" fmla="*/ 169 w 196"/>
                <a:gd name="T29" fmla="*/ 29 h 337"/>
                <a:gd name="T30" fmla="*/ 144 w 196"/>
                <a:gd name="T31" fmla="*/ 11 h 337"/>
                <a:gd name="T32" fmla="*/ 113 w 196"/>
                <a:gd name="T33" fmla="*/ 3 h 337"/>
                <a:gd name="T34" fmla="*/ 105 w 196"/>
                <a:gd name="T35" fmla="*/ 2 h 337"/>
                <a:gd name="T36" fmla="*/ 98 w 196"/>
                <a:gd name="T37" fmla="*/ 0 h 337"/>
                <a:gd name="T38" fmla="*/ 51 w 196"/>
                <a:gd name="T39" fmla="*/ 8 h 337"/>
                <a:gd name="T40" fmla="*/ 13 w 196"/>
                <a:gd name="T41" fmla="*/ 32 h 337"/>
                <a:gd name="T42" fmla="*/ 13 w 196"/>
                <a:gd name="T43" fmla="*/ 65 h 337"/>
                <a:gd name="T44" fmla="*/ 51 w 196"/>
                <a:gd name="T45" fmla="*/ 37 h 337"/>
                <a:gd name="T46" fmla="*/ 94 w 196"/>
                <a:gd name="T47" fmla="*/ 26 h 337"/>
                <a:gd name="T48" fmla="*/ 120 w 196"/>
                <a:gd name="T49" fmla="*/ 31 h 337"/>
                <a:gd name="T50" fmla="*/ 141 w 196"/>
                <a:gd name="T51" fmla="*/ 43 h 337"/>
                <a:gd name="T52" fmla="*/ 154 w 196"/>
                <a:gd name="T53" fmla="*/ 64 h 337"/>
                <a:gd name="T54" fmla="*/ 159 w 196"/>
                <a:gd name="T55" fmla="*/ 91 h 337"/>
                <a:gd name="T56" fmla="*/ 155 w 196"/>
                <a:gd name="T57" fmla="*/ 120 h 337"/>
                <a:gd name="T58" fmla="*/ 141 w 196"/>
                <a:gd name="T59" fmla="*/ 145 h 337"/>
                <a:gd name="T60" fmla="*/ 120 w 196"/>
                <a:gd name="T61" fmla="*/ 169 h 337"/>
                <a:gd name="T62" fmla="*/ 91 w 196"/>
                <a:gd name="T63" fmla="*/ 192 h 337"/>
                <a:gd name="T64" fmla="*/ 50 w 196"/>
                <a:gd name="T65" fmla="*/ 224 h 337"/>
                <a:gd name="T66" fmla="*/ 21 w 196"/>
                <a:gd name="T67" fmla="*/ 252 h 337"/>
                <a:gd name="T68" fmla="*/ 6 w 196"/>
                <a:gd name="T69" fmla="*/ 282 h 337"/>
                <a:gd name="T70" fmla="*/ 0 w 196"/>
                <a:gd name="T71" fmla="*/ 321 h 337"/>
                <a:gd name="T72" fmla="*/ 0 w 196"/>
                <a:gd name="T73" fmla="*/ 336 h 337"/>
                <a:gd name="T74" fmla="*/ 195 w 196"/>
                <a:gd name="T75" fmla="*/ 336 h 337"/>
                <a:gd name="T76" fmla="*/ 195 w 196"/>
                <a:gd name="T77" fmla="*/ 310 h 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337">
                  <a:moveTo>
                    <a:pt x="195" y="310"/>
                  </a:moveTo>
                  <a:lnTo>
                    <a:pt x="195" y="310"/>
                  </a:lnTo>
                  <a:cubicBezTo>
                    <a:pt x="31" y="310"/>
                    <a:pt x="31" y="310"/>
                    <a:pt x="31" y="310"/>
                  </a:cubicBezTo>
                  <a:cubicBezTo>
                    <a:pt x="31" y="307"/>
                    <a:pt x="31" y="305"/>
                    <a:pt x="32" y="303"/>
                  </a:cubicBezTo>
                  <a:cubicBezTo>
                    <a:pt x="32" y="301"/>
                    <a:pt x="32" y="298"/>
                    <a:pt x="33" y="296"/>
                  </a:cubicBezTo>
                  <a:cubicBezTo>
                    <a:pt x="33" y="289"/>
                    <a:pt x="36" y="281"/>
                    <a:pt x="39" y="274"/>
                  </a:cubicBezTo>
                  <a:cubicBezTo>
                    <a:pt x="43" y="268"/>
                    <a:pt x="47" y="261"/>
                    <a:pt x="53" y="254"/>
                  </a:cubicBezTo>
                  <a:cubicBezTo>
                    <a:pt x="60" y="247"/>
                    <a:pt x="68" y="240"/>
                    <a:pt x="76" y="234"/>
                  </a:cubicBezTo>
                  <a:cubicBezTo>
                    <a:pt x="86" y="227"/>
                    <a:pt x="97" y="218"/>
                    <a:pt x="111" y="209"/>
                  </a:cubicBezTo>
                  <a:cubicBezTo>
                    <a:pt x="123" y="200"/>
                    <a:pt x="133" y="192"/>
                    <a:pt x="143" y="182"/>
                  </a:cubicBezTo>
                  <a:cubicBezTo>
                    <a:pt x="152" y="174"/>
                    <a:pt x="160" y="166"/>
                    <a:pt x="167" y="156"/>
                  </a:cubicBezTo>
                  <a:cubicBezTo>
                    <a:pt x="174" y="147"/>
                    <a:pt x="180" y="137"/>
                    <a:pt x="184" y="126"/>
                  </a:cubicBezTo>
                  <a:cubicBezTo>
                    <a:pt x="187" y="115"/>
                    <a:pt x="189" y="101"/>
                    <a:pt x="189" y="87"/>
                  </a:cubicBezTo>
                  <a:cubicBezTo>
                    <a:pt x="189" y="75"/>
                    <a:pt x="187" y="64"/>
                    <a:pt x="184" y="54"/>
                  </a:cubicBezTo>
                  <a:cubicBezTo>
                    <a:pt x="180" y="44"/>
                    <a:pt x="174" y="36"/>
                    <a:pt x="169" y="29"/>
                  </a:cubicBezTo>
                  <a:cubicBezTo>
                    <a:pt x="162" y="22"/>
                    <a:pt x="154" y="15"/>
                    <a:pt x="144" y="11"/>
                  </a:cubicBezTo>
                  <a:cubicBezTo>
                    <a:pt x="136" y="7"/>
                    <a:pt x="125" y="4"/>
                    <a:pt x="113" y="3"/>
                  </a:cubicBezTo>
                  <a:cubicBezTo>
                    <a:pt x="111" y="2"/>
                    <a:pt x="108" y="2"/>
                    <a:pt x="105" y="2"/>
                  </a:cubicBezTo>
                  <a:cubicBezTo>
                    <a:pt x="104" y="2"/>
                    <a:pt x="101" y="0"/>
                    <a:pt x="98" y="0"/>
                  </a:cubicBezTo>
                  <a:cubicBezTo>
                    <a:pt x="80" y="0"/>
                    <a:pt x="65" y="3"/>
                    <a:pt x="51" y="8"/>
                  </a:cubicBezTo>
                  <a:cubicBezTo>
                    <a:pt x="38" y="14"/>
                    <a:pt x="25" y="22"/>
                    <a:pt x="13" y="32"/>
                  </a:cubicBezTo>
                  <a:cubicBezTo>
                    <a:pt x="13" y="65"/>
                    <a:pt x="13" y="65"/>
                    <a:pt x="13" y="65"/>
                  </a:cubicBezTo>
                  <a:cubicBezTo>
                    <a:pt x="25" y="53"/>
                    <a:pt x="38" y="44"/>
                    <a:pt x="51" y="37"/>
                  </a:cubicBezTo>
                  <a:cubicBezTo>
                    <a:pt x="65" y="31"/>
                    <a:pt x="79" y="26"/>
                    <a:pt x="94" y="26"/>
                  </a:cubicBezTo>
                  <a:cubicBezTo>
                    <a:pt x="104" y="26"/>
                    <a:pt x="112" y="28"/>
                    <a:pt x="120" y="31"/>
                  </a:cubicBezTo>
                  <a:cubicBezTo>
                    <a:pt x="129" y="33"/>
                    <a:pt x="136" y="37"/>
                    <a:pt x="141" y="43"/>
                  </a:cubicBezTo>
                  <a:cubicBezTo>
                    <a:pt x="147" y="48"/>
                    <a:pt x="151" y="55"/>
                    <a:pt x="154" y="64"/>
                  </a:cubicBezTo>
                  <a:cubicBezTo>
                    <a:pt x="158" y="71"/>
                    <a:pt x="159" y="80"/>
                    <a:pt x="159" y="91"/>
                  </a:cubicBezTo>
                  <a:cubicBezTo>
                    <a:pt x="159" y="102"/>
                    <a:pt x="158" y="112"/>
                    <a:pt x="155" y="120"/>
                  </a:cubicBezTo>
                  <a:cubicBezTo>
                    <a:pt x="151" y="130"/>
                    <a:pt x="147" y="138"/>
                    <a:pt x="141" y="145"/>
                  </a:cubicBezTo>
                  <a:cubicBezTo>
                    <a:pt x="136" y="153"/>
                    <a:pt x="129" y="162"/>
                    <a:pt x="120" y="169"/>
                  </a:cubicBezTo>
                  <a:cubicBezTo>
                    <a:pt x="112" y="177"/>
                    <a:pt x="102" y="184"/>
                    <a:pt x="91" y="192"/>
                  </a:cubicBezTo>
                  <a:cubicBezTo>
                    <a:pt x="75" y="203"/>
                    <a:pt x="61" y="214"/>
                    <a:pt x="50" y="224"/>
                  </a:cubicBezTo>
                  <a:cubicBezTo>
                    <a:pt x="39" y="234"/>
                    <a:pt x="29" y="242"/>
                    <a:pt x="21" y="252"/>
                  </a:cubicBezTo>
                  <a:cubicBezTo>
                    <a:pt x="14" y="261"/>
                    <a:pt x="9" y="271"/>
                    <a:pt x="6" y="282"/>
                  </a:cubicBezTo>
                  <a:cubicBezTo>
                    <a:pt x="2" y="293"/>
                    <a:pt x="0" y="305"/>
                    <a:pt x="0" y="321"/>
                  </a:cubicBezTo>
                  <a:cubicBezTo>
                    <a:pt x="0" y="336"/>
                    <a:pt x="0" y="336"/>
                    <a:pt x="0" y="336"/>
                  </a:cubicBezTo>
                  <a:cubicBezTo>
                    <a:pt x="195" y="336"/>
                    <a:pt x="195" y="336"/>
                    <a:pt x="195" y="336"/>
                  </a:cubicBezTo>
                  <a:lnTo>
                    <a:pt x="195" y="31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42" name="Freeform 369">
            <a:extLst>
              <a:ext uri="{FF2B5EF4-FFF2-40B4-BE49-F238E27FC236}">
                <a16:creationId xmlns:a16="http://schemas.microsoft.com/office/drawing/2014/main" id="{77C0DD97-C9E9-B038-DA97-D0F3C415D264}"/>
              </a:ext>
            </a:extLst>
          </p:cNvPr>
          <p:cNvSpPr>
            <a:spLocks noChangeArrowheads="1"/>
          </p:cNvSpPr>
          <p:nvPr/>
        </p:nvSpPr>
        <p:spPr bwMode="auto">
          <a:xfrm>
            <a:off x="7491933" y="5713040"/>
            <a:ext cx="187325" cy="255588"/>
          </a:xfrm>
          <a:custGeom>
            <a:avLst/>
            <a:gdLst>
              <a:gd name="T0" fmla="*/ 305 w 520"/>
              <a:gd name="T1" fmla="*/ 80 h 711"/>
              <a:gd name="T2" fmla="*/ 200 w 520"/>
              <a:gd name="T3" fmla="*/ 3 h 711"/>
              <a:gd name="T4" fmla="*/ 164 w 520"/>
              <a:gd name="T5" fmla="*/ 113 h 711"/>
              <a:gd name="T6" fmla="*/ 0 w 520"/>
              <a:gd name="T7" fmla="*/ 494 h 711"/>
              <a:gd name="T8" fmla="*/ 99 w 520"/>
              <a:gd name="T9" fmla="*/ 671 h 711"/>
              <a:gd name="T10" fmla="*/ 221 w 520"/>
              <a:gd name="T11" fmla="*/ 700 h 711"/>
              <a:gd name="T12" fmla="*/ 164 w 520"/>
              <a:gd name="T13" fmla="*/ 631 h 711"/>
              <a:gd name="T14" fmla="*/ 141 w 520"/>
              <a:gd name="T15" fmla="*/ 580 h 711"/>
              <a:gd name="T16" fmla="*/ 139 w 520"/>
              <a:gd name="T17" fmla="*/ 574 h 711"/>
              <a:gd name="T18" fmla="*/ 186 w 520"/>
              <a:gd name="T19" fmla="*/ 443 h 711"/>
              <a:gd name="T20" fmla="*/ 233 w 520"/>
              <a:gd name="T21" fmla="*/ 529 h 711"/>
              <a:gd name="T22" fmla="*/ 304 w 520"/>
              <a:gd name="T23" fmla="*/ 336 h 711"/>
              <a:gd name="T24" fmla="*/ 404 w 520"/>
              <a:gd name="T25" fmla="*/ 503 h 711"/>
              <a:gd name="T26" fmla="*/ 393 w 520"/>
              <a:gd name="T27" fmla="*/ 616 h 711"/>
              <a:gd name="T28" fmla="*/ 342 w 520"/>
              <a:gd name="T29" fmla="*/ 702 h 711"/>
              <a:gd name="T30" fmla="*/ 483 w 520"/>
              <a:gd name="T31" fmla="*/ 614 h 711"/>
              <a:gd name="T32" fmla="*/ 403 w 520"/>
              <a:gd name="T33" fmla="*/ 200 h 711"/>
              <a:gd name="T34" fmla="*/ 490 w 520"/>
              <a:gd name="T35" fmla="*/ 492 h 711"/>
              <a:gd name="T36" fmla="*/ 458 w 520"/>
              <a:gd name="T37" fmla="*/ 598 h 711"/>
              <a:gd name="T38" fmla="*/ 420 w 520"/>
              <a:gd name="T39" fmla="*/ 630 h 711"/>
              <a:gd name="T40" fmla="*/ 433 w 520"/>
              <a:gd name="T41" fmla="*/ 497 h 711"/>
              <a:gd name="T42" fmla="*/ 298 w 520"/>
              <a:gd name="T43" fmla="*/ 282 h 711"/>
              <a:gd name="T44" fmla="*/ 273 w 520"/>
              <a:gd name="T45" fmla="*/ 293 h 711"/>
              <a:gd name="T46" fmla="*/ 243 w 520"/>
              <a:gd name="T47" fmla="*/ 481 h 711"/>
              <a:gd name="T48" fmla="*/ 178 w 520"/>
              <a:gd name="T49" fmla="*/ 405 h 711"/>
              <a:gd name="T50" fmla="*/ 130 w 520"/>
              <a:gd name="T51" fmla="*/ 501 h 711"/>
              <a:gd name="T52" fmla="*/ 110 w 520"/>
              <a:gd name="T53" fmla="*/ 574 h 711"/>
              <a:gd name="T54" fmla="*/ 110 w 520"/>
              <a:gd name="T55" fmla="*/ 581 h 711"/>
              <a:gd name="T56" fmla="*/ 110 w 520"/>
              <a:gd name="T57" fmla="*/ 583 h 711"/>
              <a:gd name="T58" fmla="*/ 120 w 520"/>
              <a:gd name="T59" fmla="*/ 620 h 711"/>
              <a:gd name="T60" fmla="*/ 113 w 520"/>
              <a:gd name="T61" fmla="*/ 645 h 711"/>
              <a:gd name="T62" fmla="*/ 30 w 520"/>
              <a:gd name="T63" fmla="*/ 494 h 711"/>
              <a:gd name="T64" fmla="*/ 160 w 520"/>
              <a:gd name="T65" fmla="*/ 185 h 711"/>
              <a:gd name="T66" fmla="*/ 219 w 520"/>
              <a:gd name="T67" fmla="*/ 43 h 711"/>
              <a:gd name="T68" fmla="*/ 422 w 520"/>
              <a:gd name="T69" fmla="*/ 28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711">
                <a:moveTo>
                  <a:pt x="305" y="80"/>
                </a:moveTo>
                <a:lnTo>
                  <a:pt x="305" y="80"/>
                </a:lnTo>
                <a:cubicBezTo>
                  <a:pt x="272" y="47"/>
                  <a:pt x="240" y="21"/>
                  <a:pt x="215" y="3"/>
                </a:cubicBezTo>
                <a:cubicBezTo>
                  <a:pt x="211" y="0"/>
                  <a:pt x="206" y="0"/>
                  <a:pt x="200" y="3"/>
                </a:cubicBezTo>
                <a:cubicBezTo>
                  <a:pt x="196" y="4"/>
                  <a:pt x="193" y="10"/>
                  <a:pt x="193" y="15"/>
                </a:cubicBezTo>
                <a:cubicBezTo>
                  <a:pt x="193" y="43"/>
                  <a:pt x="182" y="77"/>
                  <a:pt x="164" y="113"/>
                </a:cubicBezTo>
                <a:cubicBezTo>
                  <a:pt x="138" y="168"/>
                  <a:pt x="96" y="229"/>
                  <a:pt x="63" y="294"/>
                </a:cubicBezTo>
                <a:cubicBezTo>
                  <a:pt x="29" y="358"/>
                  <a:pt x="0" y="425"/>
                  <a:pt x="0" y="494"/>
                </a:cubicBezTo>
                <a:cubicBezTo>
                  <a:pt x="0" y="523"/>
                  <a:pt x="5" y="552"/>
                  <a:pt x="18" y="581"/>
                </a:cubicBezTo>
                <a:cubicBezTo>
                  <a:pt x="36" y="626"/>
                  <a:pt x="66" y="653"/>
                  <a:pt x="99" y="671"/>
                </a:cubicBezTo>
                <a:cubicBezTo>
                  <a:pt x="132" y="689"/>
                  <a:pt x="170" y="699"/>
                  <a:pt x="204" y="707"/>
                </a:cubicBezTo>
                <a:cubicBezTo>
                  <a:pt x="211" y="708"/>
                  <a:pt x="217" y="706"/>
                  <a:pt x="221" y="700"/>
                </a:cubicBezTo>
                <a:cubicBezTo>
                  <a:pt x="223" y="695"/>
                  <a:pt x="222" y="688"/>
                  <a:pt x="218" y="682"/>
                </a:cubicBezTo>
                <a:cubicBezTo>
                  <a:pt x="199" y="663"/>
                  <a:pt x="178" y="648"/>
                  <a:pt x="164" y="631"/>
                </a:cubicBezTo>
                <a:cubicBezTo>
                  <a:pt x="157" y="623"/>
                  <a:pt x="150" y="616"/>
                  <a:pt x="147" y="608"/>
                </a:cubicBezTo>
                <a:cubicBezTo>
                  <a:pt x="143" y="599"/>
                  <a:pt x="141" y="591"/>
                  <a:pt x="141" y="580"/>
                </a:cubicBezTo>
                <a:cubicBezTo>
                  <a:pt x="141" y="579"/>
                  <a:pt x="141" y="579"/>
                  <a:pt x="141" y="579"/>
                </a:cubicBezTo>
                <a:cubicBezTo>
                  <a:pt x="139" y="577"/>
                  <a:pt x="139" y="576"/>
                  <a:pt x="139" y="574"/>
                </a:cubicBezTo>
                <a:cubicBezTo>
                  <a:pt x="139" y="568"/>
                  <a:pt x="141" y="558"/>
                  <a:pt x="145" y="548"/>
                </a:cubicBezTo>
                <a:cubicBezTo>
                  <a:pt x="152" y="519"/>
                  <a:pt x="168" y="482"/>
                  <a:pt x="186" y="443"/>
                </a:cubicBezTo>
                <a:cubicBezTo>
                  <a:pt x="206" y="463"/>
                  <a:pt x="217" y="487"/>
                  <a:pt x="222" y="518"/>
                </a:cubicBezTo>
                <a:cubicBezTo>
                  <a:pt x="223" y="523"/>
                  <a:pt x="228" y="528"/>
                  <a:pt x="233" y="529"/>
                </a:cubicBezTo>
                <a:cubicBezTo>
                  <a:pt x="239" y="530"/>
                  <a:pt x="244" y="529"/>
                  <a:pt x="248" y="525"/>
                </a:cubicBezTo>
                <a:cubicBezTo>
                  <a:pt x="287" y="481"/>
                  <a:pt x="304" y="417"/>
                  <a:pt x="304" y="336"/>
                </a:cubicBezTo>
                <a:cubicBezTo>
                  <a:pt x="304" y="334"/>
                  <a:pt x="304" y="331"/>
                  <a:pt x="304" y="330"/>
                </a:cubicBezTo>
                <a:cubicBezTo>
                  <a:pt x="351" y="380"/>
                  <a:pt x="388" y="434"/>
                  <a:pt x="404" y="503"/>
                </a:cubicBezTo>
                <a:cubicBezTo>
                  <a:pt x="407" y="519"/>
                  <a:pt x="410" y="533"/>
                  <a:pt x="410" y="547"/>
                </a:cubicBezTo>
                <a:cubicBezTo>
                  <a:pt x="410" y="573"/>
                  <a:pt x="404" y="594"/>
                  <a:pt x="393" y="616"/>
                </a:cubicBezTo>
                <a:cubicBezTo>
                  <a:pt x="382" y="638"/>
                  <a:pt x="366" y="660"/>
                  <a:pt x="344" y="682"/>
                </a:cubicBezTo>
                <a:cubicBezTo>
                  <a:pt x="339" y="688"/>
                  <a:pt x="338" y="696"/>
                  <a:pt x="342" y="702"/>
                </a:cubicBezTo>
                <a:cubicBezTo>
                  <a:pt x="346" y="707"/>
                  <a:pt x="355" y="710"/>
                  <a:pt x="360" y="707"/>
                </a:cubicBezTo>
                <a:cubicBezTo>
                  <a:pt x="417" y="684"/>
                  <a:pt x="457" y="652"/>
                  <a:pt x="483" y="614"/>
                </a:cubicBezTo>
                <a:cubicBezTo>
                  <a:pt x="509" y="577"/>
                  <a:pt x="519" y="536"/>
                  <a:pt x="519" y="492"/>
                </a:cubicBezTo>
                <a:cubicBezTo>
                  <a:pt x="519" y="395"/>
                  <a:pt x="467" y="290"/>
                  <a:pt x="403" y="200"/>
                </a:cubicBezTo>
                <a:cubicBezTo>
                  <a:pt x="371" y="156"/>
                  <a:pt x="337" y="115"/>
                  <a:pt x="305" y="80"/>
                </a:cubicBezTo>
                <a:close/>
                <a:moveTo>
                  <a:pt x="490" y="492"/>
                </a:moveTo>
                <a:lnTo>
                  <a:pt x="490" y="492"/>
                </a:lnTo>
                <a:cubicBezTo>
                  <a:pt x="490" y="530"/>
                  <a:pt x="480" y="566"/>
                  <a:pt x="458" y="598"/>
                </a:cubicBezTo>
                <a:cubicBezTo>
                  <a:pt x="447" y="614"/>
                  <a:pt x="431" y="631"/>
                  <a:pt x="411" y="645"/>
                </a:cubicBezTo>
                <a:cubicBezTo>
                  <a:pt x="414" y="639"/>
                  <a:pt x="417" y="635"/>
                  <a:pt x="420" y="630"/>
                </a:cubicBezTo>
                <a:cubicBezTo>
                  <a:pt x="432" y="603"/>
                  <a:pt x="439" y="577"/>
                  <a:pt x="439" y="547"/>
                </a:cubicBezTo>
                <a:cubicBezTo>
                  <a:pt x="439" y="532"/>
                  <a:pt x="438" y="515"/>
                  <a:pt x="433" y="497"/>
                </a:cubicBezTo>
                <a:cubicBezTo>
                  <a:pt x="433" y="496"/>
                  <a:pt x="433" y="496"/>
                  <a:pt x="433" y="496"/>
                </a:cubicBezTo>
                <a:cubicBezTo>
                  <a:pt x="411" y="407"/>
                  <a:pt x="357" y="340"/>
                  <a:pt x="298" y="282"/>
                </a:cubicBezTo>
                <a:cubicBezTo>
                  <a:pt x="294" y="277"/>
                  <a:pt x="287" y="276"/>
                  <a:pt x="281" y="279"/>
                </a:cubicBezTo>
                <a:cubicBezTo>
                  <a:pt x="276" y="282"/>
                  <a:pt x="272" y="287"/>
                  <a:pt x="273" y="293"/>
                </a:cubicBezTo>
                <a:cubicBezTo>
                  <a:pt x="273" y="308"/>
                  <a:pt x="275" y="322"/>
                  <a:pt x="275" y="336"/>
                </a:cubicBezTo>
                <a:cubicBezTo>
                  <a:pt x="275" y="398"/>
                  <a:pt x="264" y="446"/>
                  <a:pt x="243" y="481"/>
                </a:cubicBezTo>
                <a:cubicBezTo>
                  <a:pt x="233" y="452"/>
                  <a:pt x="215" y="427"/>
                  <a:pt x="190" y="407"/>
                </a:cubicBezTo>
                <a:cubicBezTo>
                  <a:pt x="186" y="405"/>
                  <a:pt x="182" y="403"/>
                  <a:pt x="178" y="405"/>
                </a:cubicBezTo>
                <a:cubicBezTo>
                  <a:pt x="174" y="406"/>
                  <a:pt x="170" y="409"/>
                  <a:pt x="168" y="413"/>
                </a:cubicBezTo>
                <a:cubicBezTo>
                  <a:pt x="154" y="442"/>
                  <a:pt x="141" y="472"/>
                  <a:pt x="130" y="501"/>
                </a:cubicBezTo>
                <a:cubicBezTo>
                  <a:pt x="124" y="515"/>
                  <a:pt x="118" y="528"/>
                  <a:pt x="116" y="540"/>
                </a:cubicBezTo>
                <a:cubicBezTo>
                  <a:pt x="113" y="552"/>
                  <a:pt x="110" y="563"/>
                  <a:pt x="110" y="574"/>
                </a:cubicBezTo>
                <a:cubicBezTo>
                  <a:pt x="110" y="577"/>
                  <a:pt x="110" y="579"/>
                  <a:pt x="110" y="581"/>
                </a:cubicBezTo>
                <a:lnTo>
                  <a:pt x="110" y="581"/>
                </a:lnTo>
                <a:lnTo>
                  <a:pt x="110" y="583"/>
                </a:lnTo>
                <a:lnTo>
                  <a:pt x="110" y="583"/>
                </a:lnTo>
                <a:lnTo>
                  <a:pt x="110" y="583"/>
                </a:lnTo>
                <a:cubicBezTo>
                  <a:pt x="112" y="597"/>
                  <a:pt x="114" y="609"/>
                  <a:pt x="120" y="620"/>
                </a:cubicBezTo>
                <a:cubicBezTo>
                  <a:pt x="128" y="637"/>
                  <a:pt x="141" y="650"/>
                  <a:pt x="153" y="663"/>
                </a:cubicBezTo>
                <a:cubicBezTo>
                  <a:pt x="139" y="657"/>
                  <a:pt x="125" y="652"/>
                  <a:pt x="113" y="645"/>
                </a:cubicBezTo>
                <a:cubicBezTo>
                  <a:pt x="84" y="630"/>
                  <a:pt x="60" y="608"/>
                  <a:pt x="44" y="569"/>
                </a:cubicBezTo>
                <a:cubicBezTo>
                  <a:pt x="34" y="544"/>
                  <a:pt x="30" y="519"/>
                  <a:pt x="30" y="494"/>
                </a:cubicBezTo>
                <a:cubicBezTo>
                  <a:pt x="30" y="454"/>
                  <a:pt x="41" y="411"/>
                  <a:pt x="59" y="370"/>
                </a:cubicBezTo>
                <a:cubicBezTo>
                  <a:pt x="85" y="307"/>
                  <a:pt x="125" y="244"/>
                  <a:pt x="160" y="185"/>
                </a:cubicBezTo>
                <a:cubicBezTo>
                  <a:pt x="176" y="155"/>
                  <a:pt x="192" y="126"/>
                  <a:pt x="203" y="98"/>
                </a:cubicBezTo>
                <a:cubicBezTo>
                  <a:pt x="211" y="79"/>
                  <a:pt x="217" y="61"/>
                  <a:pt x="219" y="43"/>
                </a:cubicBezTo>
                <a:cubicBezTo>
                  <a:pt x="239" y="58"/>
                  <a:pt x="261" y="77"/>
                  <a:pt x="283" y="101"/>
                </a:cubicBezTo>
                <a:cubicBezTo>
                  <a:pt x="331" y="150"/>
                  <a:pt x="384" y="215"/>
                  <a:pt x="422" y="284"/>
                </a:cubicBezTo>
                <a:cubicBezTo>
                  <a:pt x="462" y="353"/>
                  <a:pt x="490" y="427"/>
                  <a:pt x="490" y="492"/>
                </a:cubicBezTo>
                <a:close/>
              </a:path>
            </a:pathLst>
          </a:custGeom>
          <a:solidFill>
            <a:schemeClr val="tx2"/>
          </a:solidFill>
          <a:ln>
            <a:noFill/>
          </a:ln>
          <a:effectLst/>
        </p:spPr>
        <p:txBody>
          <a:bodyPr wrap="none" anchor="ctr"/>
          <a:lstStyle/>
          <a:p>
            <a:endParaRPr lang="da-DK">
              <a:solidFill>
                <a:schemeClr val="tx2"/>
              </a:solidFill>
            </a:endParaRPr>
          </a:p>
        </p:txBody>
      </p:sp>
      <p:sp>
        <p:nvSpPr>
          <p:cNvPr id="443" name="Freeform 370">
            <a:extLst>
              <a:ext uri="{FF2B5EF4-FFF2-40B4-BE49-F238E27FC236}">
                <a16:creationId xmlns:a16="http://schemas.microsoft.com/office/drawing/2014/main" id="{47C137FB-29E1-1657-5EB4-B46923558F0F}"/>
              </a:ext>
            </a:extLst>
          </p:cNvPr>
          <p:cNvSpPr>
            <a:spLocks noChangeArrowheads="1"/>
          </p:cNvSpPr>
          <p:nvPr/>
        </p:nvSpPr>
        <p:spPr bwMode="auto">
          <a:xfrm>
            <a:off x="5980633" y="5198690"/>
            <a:ext cx="117475" cy="255588"/>
          </a:xfrm>
          <a:custGeom>
            <a:avLst/>
            <a:gdLst>
              <a:gd name="T0" fmla="*/ 5 w 327"/>
              <a:gd name="T1" fmla="*/ 469 h 711"/>
              <a:gd name="T2" fmla="*/ 5 w 327"/>
              <a:gd name="T3" fmla="*/ 469 h 711"/>
              <a:gd name="T4" fmla="*/ 26 w 327"/>
              <a:gd name="T5" fmla="*/ 469 h 711"/>
              <a:gd name="T6" fmla="*/ 119 w 327"/>
              <a:gd name="T7" fmla="*/ 376 h 711"/>
              <a:gd name="T8" fmla="*/ 119 w 327"/>
              <a:gd name="T9" fmla="*/ 694 h 711"/>
              <a:gd name="T10" fmla="*/ 128 w 327"/>
              <a:gd name="T11" fmla="*/ 708 h 711"/>
              <a:gd name="T12" fmla="*/ 145 w 327"/>
              <a:gd name="T13" fmla="*/ 705 h 711"/>
              <a:gd name="T14" fmla="*/ 322 w 327"/>
              <a:gd name="T15" fmla="*/ 529 h 711"/>
              <a:gd name="T16" fmla="*/ 326 w 327"/>
              <a:gd name="T17" fmla="*/ 518 h 711"/>
              <a:gd name="T18" fmla="*/ 322 w 327"/>
              <a:gd name="T19" fmla="*/ 509 h 711"/>
              <a:gd name="T20" fmla="*/ 154 w 327"/>
              <a:gd name="T21" fmla="*/ 340 h 711"/>
              <a:gd name="T22" fmla="*/ 322 w 327"/>
              <a:gd name="T23" fmla="*/ 174 h 711"/>
              <a:gd name="T24" fmla="*/ 326 w 327"/>
              <a:gd name="T25" fmla="*/ 163 h 711"/>
              <a:gd name="T26" fmla="*/ 320 w 327"/>
              <a:gd name="T27" fmla="*/ 152 h 711"/>
              <a:gd name="T28" fmla="*/ 143 w 327"/>
              <a:gd name="T29" fmla="*/ 5 h 711"/>
              <a:gd name="T30" fmla="*/ 128 w 327"/>
              <a:gd name="T31" fmla="*/ 3 h 711"/>
              <a:gd name="T32" fmla="*/ 119 w 327"/>
              <a:gd name="T33" fmla="*/ 16 h 711"/>
              <a:gd name="T34" fmla="*/ 119 w 327"/>
              <a:gd name="T35" fmla="*/ 304 h 711"/>
              <a:gd name="T36" fmla="*/ 26 w 327"/>
              <a:gd name="T37" fmla="*/ 212 h 711"/>
              <a:gd name="T38" fmla="*/ 5 w 327"/>
              <a:gd name="T39" fmla="*/ 212 h 711"/>
              <a:gd name="T40" fmla="*/ 5 w 327"/>
              <a:gd name="T41" fmla="*/ 232 h 711"/>
              <a:gd name="T42" fmla="*/ 113 w 327"/>
              <a:gd name="T43" fmla="*/ 340 h 711"/>
              <a:gd name="T44" fmla="*/ 5 w 327"/>
              <a:gd name="T45" fmla="*/ 448 h 711"/>
              <a:gd name="T46" fmla="*/ 5 w 327"/>
              <a:gd name="T47" fmla="*/ 469 h 711"/>
              <a:gd name="T48" fmla="*/ 149 w 327"/>
              <a:gd name="T49" fmla="*/ 658 h 711"/>
              <a:gd name="T50" fmla="*/ 149 w 327"/>
              <a:gd name="T51" fmla="*/ 658 h 711"/>
              <a:gd name="T52" fmla="*/ 149 w 327"/>
              <a:gd name="T53" fmla="*/ 376 h 711"/>
              <a:gd name="T54" fmla="*/ 290 w 327"/>
              <a:gd name="T55" fmla="*/ 518 h 711"/>
              <a:gd name="T56" fmla="*/ 149 w 327"/>
              <a:gd name="T57" fmla="*/ 658 h 711"/>
              <a:gd name="T58" fmla="*/ 149 w 327"/>
              <a:gd name="T59" fmla="*/ 47 h 711"/>
              <a:gd name="T60" fmla="*/ 149 w 327"/>
              <a:gd name="T61" fmla="*/ 47 h 711"/>
              <a:gd name="T62" fmla="*/ 288 w 327"/>
              <a:gd name="T63" fmla="*/ 165 h 711"/>
              <a:gd name="T64" fmla="*/ 149 w 327"/>
              <a:gd name="T65" fmla="*/ 304 h 711"/>
              <a:gd name="T66" fmla="*/ 149 w 327"/>
              <a:gd name="T67" fmla="*/ 47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7" h="711">
                <a:moveTo>
                  <a:pt x="5" y="469"/>
                </a:moveTo>
                <a:lnTo>
                  <a:pt x="5" y="469"/>
                </a:lnTo>
                <a:cubicBezTo>
                  <a:pt x="11" y="474"/>
                  <a:pt x="21" y="474"/>
                  <a:pt x="26" y="469"/>
                </a:cubicBezTo>
                <a:cubicBezTo>
                  <a:pt x="119" y="376"/>
                  <a:pt x="119" y="376"/>
                  <a:pt x="119" y="376"/>
                </a:cubicBezTo>
                <a:cubicBezTo>
                  <a:pt x="119" y="694"/>
                  <a:pt x="119" y="694"/>
                  <a:pt x="119" y="694"/>
                </a:cubicBezTo>
                <a:cubicBezTo>
                  <a:pt x="119" y="699"/>
                  <a:pt x="123" y="705"/>
                  <a:pt x="128" y="708"/>
                </a:cubicBezTo>
                <a:cubicBezTo>
                  <a:pt x="134" y="710"/>
                  <a:pt x="141" y="709"/>
                  <a:pt x="145" y="705"/>
                </a:cubicBezTo>
                <a:cubicBezTo>
                  <a:pt x="322" y="529"/>
                  <a:pt x="322" y="529"/>
                  <a:pt x="322" y="529"/>
                </a:cubicBezTo>
                <a:cubicBezTo>
                  <a:pt x="324" y="527"/>
                  <a:pt x="326" y="522"/>
                  <a:pt x="326" y="518"/>
                </a:cubicBezTo>
                <a:cubicBezTo>
                  <a:pt x="326" y="514"/>
                  <a:pt x="324" y="511"/>
                  <a:pt x="322" y="509"/>
                </a:cubicBezTo>
                <a:cubicBezTo>
                  <a:pt x="154" y="340"/>
                  <a:pt x="154" y="340"/>
                  <a:pt x="154" y="340"/>
                </a:cubicBezTo>
                <a:cubicBezTo>
                  <a:pt x="322" y="174"/>
                  <a:pt x="322" y="174"/>
                  <a:pt x="322" y="174"/>
                </a:cubicBezTo>
                <a:cubicBezTo>
                  <a:pt x="324" y="170"/>
                  <a:pt x="326" y="168"/>
                  <a:pt x="326" y="163"/>
                </a:cubicBezTo>
                <a:cubicBezTo>
                  <a:pt x="326" y="159"/>
                  <a:pt x="323" y="155"/>
                  <a:pt x="320" y="152"/>
                </a:cubicBezTo>
                <a:cubicBezTo>
                  <a:pt x="143" y="5"/>
                  <a:pt x="143" y="5"/>
                  <a:pt x="143" y="5"/>
                </a:cubicBezTo>
                <a:cubicBezTo>
                  <a:pt x="139" y="2"/>
                  <a:pt x="132" y="0"/>
                  <a:pt x="128" y="3"/>
                </a:cubicBezTo>
                <a:cubicBezTo>
                  <a:pt x="123" y="6"/>
                  <a:pt x="119" y="10"/>
                  <a:pt x="119" y="16"/>
                </a:cubicBezTo>
                <a:cubicBezTo>
                  <a:pt x="119" y="304"/>
                  <a:pt x="119" y="304"/>
                  <a:pt x="119" y="304"/>
                </a:cubicBezTo>
                <a:cubicBezTo>
                  <a:pt x="26" y="212"/>
                  <a:pt x="26" y="212"/>
                  <a:pt x="26" y="212"/>
                </a:cubicBezTo>
                <a:cubicBezTo>
                  <a:pt x="21" y="206"/>
                  <a:pt x="11" y="206"/>
                  <a:pt x="5" y="212"/>
                </a:cubicBezTo>
                <a:cubicBezTo>
                  <a:pt x="0" y="217"/>
                  <a:pt x="0" y="227"/>
                  <a:pt x="5" y="232"/>
                </a:cubicBezTo>
                <a:cubicBezTo>
                  <a:pt x="113" y="340"/>
                  <a:pt x="113" y="340"/>
                  <a:pt x="113" y="340"/>
                </a:cubicBezTo>
                <a:cubicBezTo>
                  <a:pt x="5" y="448"/>
                  <a:pt x="5" y="448"/>
                  <a:pt x="5" y="448"/>
                </a:cubicBezTo>
                <a:cubicBezTo>
                  <a:pt x="0" y="453"/>
                  <a:pt x="0" y="463"/>
                  <a:pt x="5" y="469"/>
                </a:cubicBezTo>
                <a:close/>
                <a:moveTo>
                  <a:pt x="149" y="658"/>
                </a:moveTo>
                <a:lnTo>
                  <a:pt x="149" y="658"/>
                </a:lnTo>
                <a:cubicBezTo>
                  <a:pt x="149" y="376"/>
                  <a:pt x="149" y="376"/>
                  <a:pt x="149" y="376"/>
                </a:cubicBezTo>
                <a:cubicBezTo>
                  <a:pt x="290" y="518"/>
                  <a:pt x="290" y="518"/>
                  <a:pt x="290" y="518"/>
                </a:cubicBezTo>
                <a:lnTo>
                  <a:pt x="149" y="658"/>
                </a:lnTo>
                <a:close/>
                <a:moveTo>
                  <a:pt x="149" y="47"/>
                </a:moveTo>
                <a:lnTo>
                  <a:pt x="149" y="47"/>
                </a:lnTo>
                <a:cubicBezTo>
                  <a:pt x="288" y="165"/>
                  <a:pt x="288" y="165"/>
                  <a:pt x="288" y="165"/>
                </a:cubicBezTo>
                <a:cubicBezTo>
                  <a:pt x="149" y="304"/>
                  <a:pt x="149" y="304"/>
                  <a:pt x="149" y="304"/>
                </a:cubicBezTo>
                <a:lnTo>
                  <a:pt x="149" y="47"/>
                </a:lnTo>
                <a:close/>
              </a:path>
            </a:pathLst>
          </a:custGeom>
          <a:solidFill>
            <a:schemeClr val="tx2"/>
          </a:solidFill>
          <a:ln>
            <a:noFill/>
          </a:ln>
          <a:effectLst/>
        </p:spPr>
        <p:txBody>
          <a:bodyPr wrap="none" anchor="ctr"/>
          <a:lstStyle/>
          <a:p>
            <a:endParaRPr lang="da-DK">
              <a:solidFill>
                <a:schemeClr val="tx2"/>
              </a:solidFill>
            </a:endParaRPr>
          </a:p>
        </p:txBody>
      </p:sp>
      <p:sp>
        <p:nvSpPr>
          <p:cNvPr id="444" name="Freeform 371">
            <a:extLst>
              <a:ext uri="{FF2B5EF4-FFF2-40B4-BE49-F238E27FC236}">
                <a16:creationId xmlns:a16="http://schemas.microsoft.com/office/drawing/2014/main" id="{F374FD5E-56F3-6D70-E045-B523954E42C1}"/>
              </a:ext>
            </a:extLst>
          </p:cNvPr>
          <p:cNvSpPr>
            <a:spLocks noChangeArrowheads="1"/>
          </p:cNvSpPr>
          <p:nvPr/>
        </p:nvSpPr>
        <p:spPr bwMode="auto">
          <a:xfrm>
            <a:off x="4961458" y="5713041"/>
            <a:ext cx="128587" cy="255587"/>
          </a:xfrm>
          <a:custGeom>
            <a:avLst/>
            <a:gdLst>
              <a:gd name="T0" fmla="*/ 281 w 355"/>
              <a:gd name="T1" fmla="*/ 146 h 708"/>
              <a:gd name="T2" fmla="*/ 281 w 355"/>
              <a:gd name="T3" fmla="*/ 146 h 708"/>
              <a:gd name="T4" fmla="*/ 354 w 355"/>
              <a:gd name="T5" fmla="*/ 73 h 708"/>
              <a:gd name="T6" fmla="*/ 281 w 355"/>
              <a:gd name="T7" fmla="*/ 0 h 708"/>
              <a:gd name="T8" fmla="*/ 74 w 355"/>
              <a:gd name="T9" fmla="*/ 0 h 708"/>
              <a:gd name="T10" fmla="*/ 0 w 355"/>
              <a:gd name="T11" fmla="*/ 73 h 708"/>
              <a:gd name="T12" fmla="*/ 74 w 355"/>
              <a:gd name="T13" fmla="*/ 146 h 708"/>
              <a:gd name="T14" fmla="*/ 89 w 355"/>
              <a:gd name="T15" fmla="*/ 146 h 708"/>
              <a:gd name="T16" fmla="*/ 89 w 355"/>
              <a:gd name="T17" fmla="*/ 303 h 708"/>
              <a:gd name="T18" fmla="*/ 0 w 355"/>
              <a:gd name="T19" fmla="*/ 427 h 708"/>
              <a:gd name="T20" fmla="*/ 5 w 355"/>
              <a:gd name="T21" fmla="*/ 438 h 708"/>
              <a:gd name="T22" fmla="*/ 16 w 355"/>
              <a:gd name="T23" fmla="*/ 442 h 708"/>
              <a:gd name="T24" fmla="*/ 121 w 355"/>
              <a:gd name="T25" fmla="*/ 442 h 708"/>
              <a:gd name="T26" fmla="*/ 163 w 355"/>
              <a:gd name="T27" fmla="*/ 695 h 708"/>
              <a:gd name="T28" fmla="*/ 177 w 355"/>
              <a:gd name="T29" fmla="*/ 707 h 708"/>
              <a:gd name="T30" fmla="*/ 192 w 355"/>
              <a:gd name="T31" fmla="*/ 695 h 708"/>
              <a:gd name="T32" fmla="*/ 234 w 355"/>
              <a:gd name="T33" fmla="*/ 442 h 708"/>
              <a:gd name="T34" fmla="*/ 339 w 355"/>
              <a:gd name="T35" fmla="*/ 442 h 708"/>
              <a:gd name="T36" fmla="*/ 350 w 355"/>
              <a:gd name="T37" fmla="*/ 438 h 708"/>
              <a:gd name="T38" fmla="*/ 354 w 355"/>
              <a:gd name="T39" fmla="*/ 427 h 708"/>
              <a:gd name="T40" fmla="*/ 266 w 355"/>
              <a:gd name="T41" fmla="*/ 303 h 708"/>
              <a:gd name="T42" fmla="*/ 266 w 355"/>
              <a:gd name="T43" fmla="*/ 146 h 708"/>
              <a:gd name="T44" fmla="*/ 281 w 355"/>
              <a:gd name="T45" fmla="*/ 146 h 708"/>
              <a:gd name="T46" fmla="*/ 177 w 355"/>
              <a:gd name="T47" fmla="*/ 602 h 708"/>
              <a:gd name="T48" fmla="*/ 177 w 355"/>
              <a:gd name="T49" fmla="*/ 602 h 708"/>
              <a:gd name="T50" fmla="*/ 151 w 355"/>
              <a:gd name="T51" fmla="*/ 442 h 708"/>
              <a:gd name="T52" fmla="*/ 203 w 355"/>
              <a:gd name="T53" fmla="*/ 442 h 708"/>
              <a:gd name="T54" fmla="*/ 177 w 355"/>
              <a:gd name="T55" fmla="*/ 602 h 708"/>
              <a:gd name="T56" fmla="*/ 324 w 355"/>
              <a:gd name="T57" fmla="*/ 412 h 708"/>
              <a:gd name="T58" fmla="*/ 324 w 355"/>
              <a:gd name="T59" fmla="*/ 412 h 708"/>
              <a:gd name="T60" fmla="*/ 221 w 355"/>
              <a:gd name="T61" fmla="*/ 412 h 708"/>
              <a:gd name="T62" fmla="*/ 133 w 355"/>
              <a:gd name="T63" fmla="*/ 412 h 708"/>
              <a:gd name="T64" fmla="*/ 31 w 355"/>
              <a:gd name="T65" fmla="*/ 412 h 708"/>
              <a:gd name="T66" fmla="*/ 107 w 355"/>
              <a:gd name="T67" fmla="*/ 327 h 708"/>
              <a:gd name="T68" fmla="*/ 118 w 355"/>
              <a:gd name="T69" fmla="*/ 314 h 708"/>
              <a:gd name="T70" fmla="*/ 118 w 355"/>
              <a:gd name="T71" fmla="*/ 133 h 708"/>
              <a:gd name="T72" fmla="*/ 114 w 355"/>
              <a:gd name="T73" fmla="*/ 122 h 708"/>
              <a:gd name="T74" fmla="*/ 104 w 355"/>
              <a:gd name="T75" fmla="*/ 117 h 708"/>
              <a:gd name="T76" fmla="*/ 74 w 355"/>
              <a:gd name="T77" fmla="*/ 117 h 708"/>
              <a:gd name="T78" fmla="*/ 29 w 355"/>
              <a:gd name="T79" fmla="*/ 73 h 708"/>
              <a:gd name="T80" fmla="*/ 74 w 355"/>
              <a:gd name="T81" fmla="*/ 29 h 708"/>
              <a:gd name="T82" fmla="*/ 281 w 355"/>
              <a:gd name="T83" fmla="*/ 29 h 708"/>
              <a:gd name="T84" fmla="*/ 325 w 355"/>
              <a:gd name="T85" fmla="*/ 73 h 708"/>
              <a:gd name="T86" fmla="*/ 281 w 355"/>
              <a:gd name="T87" fmla="*/ 117 h 708"/>
              <a:gd name="T88" fmla="*/ 250 w 355"/>
              <a:gd name="T89" fmla="*/ 117 h 708"/>
              <a:gd name="T90" fmla="*/ 241 w 355"/>
              <a:gd name="T91" fmla="*/ 122 h 708"/>
              <a:gd name="T92" fmla="*/ 237 w 355"/>
              <a:gd name="T93" fmla="*/ 133 h 708"/>
              <a:gd name="T94" fmla="*/ 237 w 355"/>
              <a:gd name="T95" fmla="*/ 314 h 708"/>
              <a:gd name="T96" fmla="*/ 248 w 355"/>
              <a:gd name="T97" fmla="*/ 327 h 708"/>
              <a:gd name="T98" fmla="*/ 324 w 355"/>
              <a:gd name="T99" fmla="*/ 41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5" h="708">
                <a:moveTo>
                  <a:pt x="281" y="146"/>
                </a:moveTo>
                <a:lnTo>
                  <a:pt x="281" y="146"/>
                </a:lnTo>
                <a:cubicBezTo>
                  <a:pt x="321" y="146"/>
                  <a:pt x="354" y="115"/>
                  <a:pt x="354" y="73"/>
                </a:cubicBezTo>
                <a:cubicBezTo>
                  <a:pt x="354" y="33"/>
                  <a:pt x="321" y="0"/>
                  <a:pt x="281" y="0"/>
                </a:cubicBezTo>
                <a:cubicBezTo>
                  <a:pt x="74" y="0"/>
                  <a:pt x="74" y="0"/>
                  <a:pt x="74" y="0"/>
                </a:cubicBezTo>
                <a:cubicBezTo>
                  <a:pt x="34" y="0"/>
                  <a:pt x="0" y="33"/>
                  <a:pt x="0" y="73"/>
                </a:cubicBezTo>
                <a:cubicBezTo>
                  <a:pt x="0" y="115"/>
                  <a:pt x="34" y="146"/>
                  <a:pt x="74" y="146"/>
                </a:cubicBezTo>
                <a:cubicBezTo>
                  <a:pt x="89" y="146"/>
                  <a:pt x="89" y="146"/>
                  <a:pt x="89" y="146"/>
                </a:cubicBezTo>
                <a:cubicBezTo>
                  <a:pt x="89" y="303"/>
                  <a:pt x="89" y="303"/>
                  <a:pt x="89" y="303"/>
                </a:cubicBezTo>
                <a:cubicBezTo>
                  <a:pt x="38" y="321"/>
                  <a:pt x="0" y="369"/>
                  <a:pt x="0" y="427"/>
                </a:cubicBezTo>
                <a:cubicBezTo>
                  <a:pt x="0" y="431"/>
                  <a:pt x="2" y="435"/>
                  <a:pt x="5" y="438"/>
                </a:cubicBezTo>
                <a:cubicBezTo>
                  <a:pt x="7" y="441"/>
                  <a:pt x="12" y="442"/>
                  <a:pt x="16" y="442"/>
                </a:cubicBezTo>
                <a:cubicBezTo>
                  <a:pt x="121" y="442"/>
                  <a:pt x="121" y="442"/>
                  <a:pt x="121" y="442"/>
                </a:cubicBezTo>
                <a:cubicBezTo>
                  <a:pt x="163" y="695"/>
                  <a:pt x="163" y="695"/>
                  <a:pt x="163" y="695"/>
                </a:cubicBezTo>
                <a:cubicBezTo>
                  <a:pt x="163" y="702"/>
                  <a:pt x="170" y="707"/>
                  <a:pt x="177" y="707"/>
                </a:cubicBezTo>
                <a:cubicBezTo>
                  <a:pt x="184" y="707"/>
                  <a:pt x="191" y="702"/>
                  <a:pt x="192" y="695"/>
                </a:cubicBezTo>
                <a:cubicBezTo>
                  <a:pt x="234" y="442"/>
                  <a:pt x="234" y="442"/>
                  <a:pt x="234" y="442"/>
                </a:cubicBezTo>
                <a:cubicBezTo>
                  <a:pt x="339" y="442"/>
                  <a:pt x="339" y="442"/>
                  <a:pt x="339" y="442"/>
                </a:cubicBezTo>
                <a:cubicBezTo>
                  <a:pt x="343" y="442"/>
                  <a:pt x="347" y="441"/>
                  <a:pt x="350" y="438"/>
                </a:cubicBezTo>
                <a:cubicBezTo>
                  <a:pt x="353" y="435"/>
                  <a:pt x="354" y="431"/>
                  <a:pt x="354" y="427"/>
                </a:cubicBezTo>
                <a:cubicBezTo>
                  <a:pt x="354" y="369"/>
                  <a:pt x="317" y="321"/>
                  <a:pt x="266" y="303"/>
                </a:cubicBezTo>
                <a:cubicBezTo>
                  <a:pt x="266" y="146"/>
                  <a:pt x="266" y="146"/>
                  <a:pt x="266" y="146"/>
                </a:cubicBezTo>
                <a:lnTo>
                  <a:pt x="281" y="146"/>
                </a:lnTo>
                <a:close/>
                <a:moveTo>
                  <a:pt x="177" y="602"/>
                </a:moveTo>
                <a:lnTo>
                  <a:pt x="177" y="602"/>
                </a:lnTo>
                <a:cubicBezTo>
                  <a:pt x="151" y="442"/>
                  <a:pt x="151" y="442"/>
                  <a:pt x="151" y="442"/>
                </a:cubicBezTo>
                <a:cubicBezTo>
                  <a:pt x="203" y="442"/>
                  <a:pt x="203" y="442"/>
                  <a:pt x="203" y="442"/>
                </a:cubicBezTo>
                <a:lnTo>
                  <a:pt x="177" y="602"/>
                </a:lnTo>
                <a:close/>
                <a:moveTo>
                  <a:pt x="324" y="412"/>
                </a:moveTo>
                <a:lnTo>
                  <a:pt x="324" y="412"/>
                </a:lnTo>
                <a:cubicBezTo>
                  <a:pt x="221" y="412"/>
                  <a:pt x="221" y="412"/>
                  <a:pt x="221" y="412"/>
                </a:cubicBezTo>
                <a:cubicBezTo>
                  <a:pt x="133" y="412"/>
                  <a:pt x="133" y="412"/>
                  <a:pt x="133" y="412"/>
                </a:cubicBezTo>
                <a:cubicBezTo>
                  <a:pt x="31" y="412"/>
                  <a:pt x="31" y="412"/>
                  <a:pt x="31" y="412"/>
                </a:cubicBezTo>
                <a:cubicBezTo>
                  <a:pt x="38" y="372"/>
                  <a:pt x="68" y="338"/>
                  <a:pt x="107" y="327"/>
                </a:cubicBezTo>
                <a:cubicBezTo>
                  <a:pt x="114" y="326"/>
                  <a:pt x="118" y="321"/>
                  <a:pt x="118" y="314"/>
                </a:cubicBezTo>
                <a:cubicBezTo>
                  <a:pt x="118" y="133"/>
                  <a:pt x="118" y="133"/>
                  <a:pt x="118" y="133"/>
                </a:cubicBezTo>
                <a:cubicBezTo>
                  <a:pt x="118" y="129"/>
                  <a:pt x="117" y="124"/>
                  <a:pt x="114" y="122"/>
                </a:cubicBezTo>
                <a:cubicBezTo>
                  <a:pt x="111" y="119"/>
                  <a:pt x="108" y="117"/>
                  <a:pt x="104" y="117"/>
                </a:cubicBezTo>
                <a:cubicBezTo>
                  <a:pt x="74" y="117"/>
                  <a:pt x="74" y="117"/>
                  <a:pt x="74" y="117"/>
                </a:cubicBezTo>
                <a:cubicBezTo>
                  <a:pt x="50" y="117"/>
                  <a:pt x="29" y="98"/>
                  <a:pt x="29" y="73"/>
                </a:cubicBezTo>
                <a:cubicBezTo>
                  <a:pt x="29" y="48"/>
                  <a:pt x="50" y="29"/>
                  <a:pt x="74" y="29"/>
                </a:cubicBezTo>
                <a:cubicBezTo>
                  <a:pt x="281" y="29"/>
                  <a:pt x="281" y="29"/>
                  <a:pt x="281" y="29"/>
                </a:cubicBezTo>
                <a:cubicBezTo>
                  <a:pt x="304" y="29"/>
                  <a:pt x="325" y="48"/>
                  <a:pt x="325" y="73"/>
                </a:cubicBezTo>
                <a:cubicBezTo>
                  <a:pt x="325" y="98"/>
                  <a:pt x="304" y="117"/>
                  <a:pt x="281" y="117"/>
                </a:cubicBezTo>
                <a:cubicBezTo>
                  <a:pt x="250" y="117"/>
                  <a:pt x="250" y="117"/>
                  <a:pt x="250" y="117"/>
                </a:cubicBezTo>
                <a:cubicBezTo>
                  <a:pt x="248" y="117"/>
                  <a:pt x="244" y="119"/>
                  <a:pt x="241" y="122"/>
                </a:cubicBezTo>
                <a:cubicBezTo>
                  <a:pt x="238" y="124"/>
                  <a:pt x="237" y="129"/>
                  <a:pt x="237" y="133"/>
                </a:cubicBezTo>
                <a:cubicBezTo>
                  <a:pt x="237" y="314"/>
                  <a:pt x="237" y="314"/>
                  <a:pt x="237" y="314"/>
                </a:cubicBezTo>
                <a:cubicBezTo>
                  <a:pt x="237" y="321"/>
                  <a:pt x="241" y="326"/>
                  <a:pt x="248" y="327"/>
                </a:cubicBezTo>
                <a:cubicBezTo>
                  <a:pt x="288" y="338"/>
                  <a:pt x="318" y="372"/>
                  <a:pt x="324" y="41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45" name="Group 447">
            <a:extLst>
              <a:ext uri="{FF2B5EF4-FFF2-40B4-BE49-F238E27FC236}">
                <a16:creationId xmlns:a16="http://schemas.microsoft.com/office/drawing/2014/main" id="{8E63D2BB-F2F1-EFC8-2A9A-22E523089743}"/>
              </a:ext>
            </a:extLst>
          </p:cNvPr>
          <p:cNvGrpSpPr/>
          <p:nvPr/>
        </p:nvGrpSpPr>
        <p:grpSpPr>
          <a:xfrm>
            <a:off x="4909070" y="4186660"/>
            <a:ext cx="255588" cy="255587"/>
            <a:chOff x="3752850" y="4484688"/>
            <a:chExt cx="255588" cy="255587"/>
          </a:xfrm>
          <a:solidFill>
            <a:schemeClr val="tx2"/>
          </a:solidFill>
        </p:grpSpPr>
        <p:sp>
          <p:nvSpPr>
            <p:cNvPr id="446" name="Freeform 372">
              <a:extLst>
                <a:ext uri="{FF2B5EF4-FFF2-40B4-BE49-F238E27FC236}">
                  <a16:creationId xmlns:a16="http://schemas.microsoft.com/office/drawing/2014/main" id="{2ABA6B32-27D2-D422-04F6-A78A3ABF9221}"/>
                </a:ext>
              </a:extLst>
            </p:cNvPr>
            <p:cNvSpPr>
              <a:spLocks noChangeArrowheads="1"/>
            </p:cNvSpPr>
            <p:nvPr/>
          </p:nvSpPr>
          <p:spPr bwMode="auto">
            <a:xfrm>
              <a:off x="3795713" y="4484688"/>
              <a:ext cx="169862" cy="138112"/>
            </a:xfrm>
            <a:custGeom>
              <a:avLst/>
              <a:gdLst>
                <a:gd name="T0" fmla="*/ 368 w 472"/>
                <a:gd name="T1" fmla="*/ 0 h 384"/>
                <a:gd name="T2" fmla="*/ 368 w 472"/>
                <a:gd name="T3" fmla="*/ 0 h 384"/>
                <a:gd name="T4" fmla="*/ 14 w 472"/>
                <a:gd name="T5" fmla="*/ 0 h 384"/>
                <a:gd name="T6" fmla="*/ 5 w 472"/>
                <a:gd name="T7" fmla="*/ 4 h 384"/>
                <a:gd name="T8" fmla="*/ 0 w 472"/>
                <a:gd name="T9" fmla="*/ 14 h 384"/>
                <a:gd name="T10" fmla="*/ 0 w 472"/>
                <a:gd name="T11" fmla="*/ 368 h 384"/>
                <a:gd name="T12" fmla="*/ 14 w 472"/>
                <a:gd name="T13" fmla="*/ 383 h 384"/>
                <a:gd name="T14" fmla="*/ 29 w 472"/>
                <a:gd name="T15" fmla="*/ 368 h 384"/>
                <a:gd name="T16" fmla="*/ 29 w 472"/>
                <a:gd name="T17" fmla="*/ 29 h 384"/>
                <a:gd name="T18" fmla="*/ 361 w 472"/>
                <a:gd name="T19" fmla="*/ 29 h 384"/>
                <a:gd name="T20" fmla="*/ 442 w 472"/>
                <a:gd name="T21" fmla="*/ 111 h 384"/>
                <a:gd name="T22" fmla="*/ 442 w 472"/>
                <a:gd name="T23" fmla="*/ 368 h 384"/>
                <a:gd name="T24" fmla="*/ 456 w 472"/>
                <a:gd name="T25" fmla="*/ 383 h 384"/>
                <a:gd name="T26" fmla="*/ 471 w 472"/>
                <a:gd name="T27" fmla="*/ 368 h 384"/>
                <a:gd name="T28" fmla="*/ 471 w 472"/>
                <a:gd name="T29" fmla="*/ 105 h 384"/>
                <a:gd name="T30" fmla="*/ 467 w 472"/>
                <a:gd name="T31" fmla="*/ 94 h 384"/>
                <a:gd name="T32" fmla="*/ 378 w 472"/>
                <a:gd name="T33" fmla="*/ 4 h 384"/>
                <a:gd name="T34" fmla="*/ 368 w 472"/>
                <a:gd name="T35" fmla="*/ 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384">
                  <a:moveTo>
                    <a:pt x="368" y="0"/>
                  </a:moveTo>
                  <a:lnTo>
                    <a:pt x="368" y="0"/>
                  </a:lnTo>
                  <a:cubicBezTo>
                    <a:pt x="14" y="0"/>
                    <a:pt x="14" y="0"/>
                    <a:pt x="14" y="0"/>
                  </a:cubicBezTo>
                  <a:cubicBezTo>
                    <a:pt x="11" y="0"/>
                    <a:pt x="7" y="2"/>
                    <a:pt x="5" y="4"/>
                  </a:cubicBezTo>
                  <a:cubicBezTo>
                    <a:pt x="2" y="7"/>
                    <a:pt x="0" y="11"/>
                    <a:pt x="0" y="14"/>
                  </a:cubicBezTo>
                  <a:cubicBezTo>
                    <a:pt x="0" y="368"/>
                    <a:pt x="0" y="368"/>
                    <a:pt x="0" y="368"/>
                  </a:cubicBezTo>
                  <a:cubicBezTo>
                    <a:pt x="0" y="376"/>
                    <a:pt x="7" y="383"/>
                    <a:pt x="14" y="383"/>
                  </a:cubicBezTo>
                  <a:cubicBezTo>
                    <a:pt x="23" y="383"/>
                    <a:pt x="29" y="376"/>
                    <a:pt x="29" y="368"/>
                  </a:cubicBezTo>
                  <a:cubicBezTo>
                    <a:pt x="29" y="29"/>
                    <a:pt x="29" y="29"/>
                    <a:pt x="29" y="29"/>
                  </a:cubicBezTo>
                  <a:cubicBezTo>
                    <a:pt x="361" y="29"/>
                    <a:pt x="361" y="29"/>
                    <a:pt x="361" y="29"/>
                  </a:cubicBezTo>
                  <a:cubicBezTo>
                    <a:pt x="442" y="111"/>
                    <a:pt x="442" y="111"/>
                    <a:pt x="442" y="111"/>
                  </a:cubicBezTo>
                  <a:cubicBezTo>
                    <a:pt x="442" y="368"/>
                    <a:pt x="442" y="368"/>
                    <a:pt x="442" y="368"/>
                  </a:cubicBezTo>
                  <a:cubicBezTo>
                    <a:pt x="442" y="376"/>
                    <a:pt x="449" y="383"/>
                    <a:pt x="456" y="383"/>
                  </a:cubicBezTo>
                  <a:cubicBezTo>
                    <a:pt x="465" y="383"/>
                    <a:pt x="471" y="376"/>
                    <a:pt x="471" y="368"/>
                  </a:cubicBezTo>
                  <a:cubicBezTo>
                    <a:pt x="471" y="105"/>
                    <a:pt x="471" y="105"/>
                    <a:pt x="471" y="105"/>
                  </a:cubicBezTo>
                  <a:cubicBezTo>
                    <a:pt x="471" y="101"/>
                    <a:pt x="470" y="97"/>
                    <a:pt x="467" y="94"/>
                  </a:cubicBezTo>
                  <a:cubicBezTo>
                    <a:pt x="378" y="4"/>
                    <a:pt x="378" y="4"/>
                    <a:pt x="378" y="4"/>
                  </a:cubicBezTo>
                  <a:cubicBezTo>
                    <a:pt x="375" y="2"/>
                    <a:pt x="372" y="0"/>
                    <a:pt x="36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7" name="Freeform 373">
              <a:extLst>
                <a:ext uri="{FF2B5EF4-FFF2-40B4-BE49-F238E27FC236}">
                  <a16:creationId xmlns:a16="http://schemas.microsoft.com/office/drawing/2014/main" id="{A69A24B9-294B-2606-06DC-5F21A84E0597}"/>
                </a:ext>
              </a:extLst>
            </p:cNvPr>
            <p:cNvSpPr>
              <a:spLocks noChangeArrowheads="1"/>
            </p:cNvSpPr>
            <p:nvPr/>
          </p:nvSpPr>
          <p:spPr bwMode="auto">
            <a:xfrm>
              <a:off x="3843338" y="4541838"/>
              <a:ext cx="74612" cy="11112"/>
            </a:xfrm>
            <a:custGeom>
              <a:avLst/>
              <a:gdLst>
                <a:gd name="T0" fmla="*/ 14 w 207"/>
                <a:gd name="T1" fmla="*/ 29 h 30"/>
                <a:gd name="T2" fmla="*/ 14 w 207"/>
                <a:gd name="T3" fmla="*/ 29 h 30"/>
                <a:gd name="T4" fmla="*/ 191 w 207"/>
                <a:gd name="T5" fmla="*/ 29 h 30"/>
                <a:gd name="T6" fmla="*/ 206 w 207"/>
                <a:gd name="T7" fmla="*/ 15 h 30"/>
                <a:gd name="T8" fmla="*/ 191 w 207"/>
                <a:gd name="T9" fmla="*/ 0 h 30"/>
                <a:gd name="T10" fmla="*/ 14 w 207"/>
                <a:gd name="T11" fmla="*/ 0 h 30"/>
                <a:gd name="T12" fmla="*/ 0 w 207"/>
                <a:gd name="T13" fmla="*/ 15 h 30"/>
                <a:gd name="T14" fmla="*/ 14 w 20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4" y="29"/>
                  </a:moveTo>
                  <a:lnTo>
                    <a:pt x="14" y="29"/>
                  </a:lnTo>
                  <a:cubicBezTo>
                    <a:pt x="191" y="29"/>
                    <a:pt x="191" y="29"/>
                    <a:pt x="191" y="29"/>
                  </a:cubicBezTo>
                  <a:cubicBezTo>
                    <a:pt x="199" y="29"/>
                    <a:pt x="206" y="23"/>
                    <a:pt x="206" y="15"/>
                  </a:cubicBezTo>
                  <a:cubicBezTo>
                    <a:pt x="206" y="7"/>
                    <a:pt x="199" y="0"/>
                    <a:pt x="191" y="0"/>
                  </a:cubicBezTo>
                  <a:cubicBezTo>
                    <a:pt x="14" y="0"/>
                    <a:pt x="14" y="0"/>
                    <a:pt x="14" y="0"/>
                  </a:cubicBezTo>
                  <a:cubicBezTo>
                    <a:pt x="7" y="0"/>
                    <a:pt x="0" y="7"/>
                    <a:pt x="0" y="15"/>
                  </a:cubicBezTo>
                  <a:cubicBezTo>
                    <a:pt x="0" y="23"/>
                    <a:pt x="7"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8" name="Freeform 374">
              <a:extLst>
                <a:ext uri="{FF2B5EF4-FFF2-40B4-BE49-F238E27FC236}">
                  <a16:creationId xmlns:a16="http://schemas.microsoft.com/office/drawing/2014/main" id="{9B5ED703-ECAE-C1E9-AC72-FF6226C34D3C}"/>
                </a:ext>
              </a:extLst>
            </p:cNvPr>
            <p:cNvSpPr>
              <a:spLocks noChangeArrowheads="1"/>
            </p:cNvSpPr>
            <p:nvPr/>
          </p:nvSpPr>
          <p:spPr bwMode="auto">
            <a:xfrm>
              <a:off x="3843338" y="4584700"/>
              <a:ext cx="74612" cy="11113"/>
            </a:xfrm>
            <a:custGeom>
              <a:avLst/>
              <a:gdLst>
                <a:gd name="T0" fmla="*/ 14 w 207"/>
                <a:gd name="T1" fmla="*/ 31 h 32"/>
                <a:gd name="T2" fmla="*/ 14 w 207"/>
                <a:gd name="T3" fmla="*/ 31 h 32"/>
                <a:gd name="T4" fmla="*/ 191 w 207"/>
                <a:gd name="T5" fmla="*/ 31 h 32"/>
                <a:gd name="T6" fmla="*/ 206 w 207"/>
                <a:gd name="T7" fmla="*/ 15 h 32"/>
                <a:gd name="T8" fmla="*/ 191 w 207"/>
                <a:gd name="T9" fmla="*/ 0 h 32"/>
                <a:gd name="T10" fmla="*/ 14 w 207"/>
                <a:gd name="T11" fmla="*/ 0 h 32"/>
                <a:gd name="T12" fmla="*/ 0 w 207"/>
                <a:gd name="T13" fmla="*/ 15 h 32"/>
                <a:gd name="T14" fmla="*/ 14 w 207"/>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2">
                  <a:moveTo>
                    <a:pt x="14" y="31"/>
                  </a:moveTo>
                  <a:lnTo>
                    <a:pt x="14" y="31"/>
                  </a:lnTo>
                  <a:cubicBezTo>
                    <a:pt x="191" y="31"/>
                    <a:pt x="191" y="31"/>
                    <a:pt x="191" y="31"/>
                  </a:cubicBezTo>
                  <a:cubicBezTo>
                    <a:pt x="199" y="31"/>
                    <a:pt x="206" y="24"/>
                    <a:pt x="206" y="15"/>
                  </a:cubicBezTo>
                  <a:cubicBezTo>
                    <a:pt x="206" y="7"/>
                    <a:pt x="199" y="0"/>
                    <a:pt x="191" y="0"/>
                  </a:cubicBezTo>
                  <a:cubicBezTo>
                    <a:pt x="14" y="0"/>
                    <a:pt x="14" y="0"/>
                    <a:pt x="14" y="0"/>
                  </a:cubicBezTo>
                  <a:cubicBezTo>
                    <a:pt x="7" y="0"/>
                    <a:pt x="0" y="7"/>
                    <a:pt x="0" y="15"/>
                  </a:cubicBezTo>
                  <a:cubicBezTo>
                    <a:pt x="0" y="24"/>
                    <a:pt x="7"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9" name="Freeform 375">
              <a:extLst>
                <a:ext uri="{FF2B5EF4-FFF2-40B4-BE49-F238E27FC236}">
                  <a16:creationId xmlns:a16="http://schemas.microsoft.com/office/drawing/2014/main" id="{D1542F63-8DAF-1051-0E3B-BF48E8985BAE}"/>
                </a:ext>
              </a:extLst>
            </p:cNvPr>
            <p:cNvSpPr>
              <a:spLocks noChangeArrowheads="1"/>
            </p:cNvSpPr>
            <p:nvPr/>
          </p:nvSpPr>
          <p:spPr bwMode="auto">
            <a:xfrm>
              <a:off x="3752850" y="4548188"/>
              <a:ext cx="255588" cy="192087"/>
            </a:xfrm>
            <a:custGeom>
              <a:avLst/>
              <a:gdLst>
                <a:gd name="T0" fmla="*/ 649 w 708"/>
                <a:gd name="T1" fmla="*/ 18 h 532"/>
                <a:gd name="T2" fmla="*/ 649 w 708"/>
                <a:gd name="T3" fmla="*/ 18 h 532"/>
                <a:gd name="T4" fmla="*/ 649 w 708"/>
                <a:gd name="T5" fmla="*/ 18 h 532"/>
                <a:gd name="T6" fmla="*/ 676 w 708"/>
                <a:gd name="T7" fmla="*/ 266 h 532"/>
                <a:gd name="T8" fmla="*/ 512 w 708"/>
                <a:gd name="T9" fmla="*/ 266 h 532"/>
                <a:gd name="T10" fmla="*/ 484 w 708"/>
                <a:gd name="T11" fmla="*/ 276 h 532"/>
                <a:gd name="T12" fmla="*/ 469 w 708"/>
                <a:gd name="T13" fmla="*/ 301 h 532"/>
                <a:gd name="T14" fmla="*/ 397 w 708"/>
                <a:gd name="T15" fmla="*/ 355 h 532"/>
                <a:gd name="T16" fmla="*/ 309 w 708"/>
                <a:gd name="T17" fmla="*/ 355 h 532"/>
                <a:gd name="T18" fmla="*/ 239 w 708"/>
                <a:gd name="T19" fmla="*/ 301 h 532"/>
                <a:gd name="T20" fmla="*/ 223 w 708"/>
                <a:gd name="T21" fmla="*/ 276 h 532"/>
                <a:gd name="T22" fmla="*/ 196 w 708"/>
                <a:gd name="T23" fmla="*/ 266 h 532"/>
                <a:gd name="T24" fmla="*/ 31 w 708"/>
                <a:gd name="T25" fmla="*/ 266 h 532"/>
                <a:gd name="T26" fmla="*/ 59 w 708"/>
                <a:gd name="T27" fmla="*/ 18 h 532"/>
                <a:gd name="T28" fmla="*/ 47 w 708"/>
                <a:gd name="T29" fmla="*/ 1 h 532"/>
                <a:gd name="T30" fmla="*/ 30 w 708"/>
                <a:gd name="T31" fmla="*/ 13 h 532"/>
                <a:gd name="T32" fmla="*/ 0 w 708"/>
                <a:gd name="T33" fmla="*/ 279 h 532"/>
                <a:gd name="T34" fmla="*/ 0 w 708"/>
                <a:gd name="T35" fmla="*/ 280 h 532"/>
                <a:gd name="T36" fmla="*/ 0 w 708"/>
                <a:gd name="T37" fmla="*/ 457 h 532"/>
                <a:gd name="T38" fmla="*/ 74 w 708"/>
                <a:gd name="T39" fmla="*/ 531 h 532"/>
                <a:gd name="T40" fmla="*/ 634 w 708"/>
                <a:gd name="T41" fmla="*/ 531 h 532"/>
                <a:gd name="T42" fmla="*/ 707 w 708"/>
                <a:gd name="T43" fmla="*/ 457 h 532"/>
                <a:gd name="T44" fmla="*/ 707 w 708"/>
                <a:gd name="T45" fmla="*/ 280 h 532"/>
                <a:gd name="T46" fmla="*/ 707 w 708"/>
                <a:gd name="T47" fmla="*/ 279 h 532"/>
                <a:gd name="T48" fmla="*/ 678 w 708"/>
                <a:gd name="T49" fmla="*/ 13 h 532"/>
                <a:gd name="T50" fmla="*/ 661 w 708"/>
                <a:gd name="T51" fmla="*/ 1 h 532"/>
                <a:gd name="T52" fmla="*/ 649 w 708"/>
                <a:gd name="T53" fmla="*/ 18 h 532"/>
                <a:gd name="T54" fmla="*/ 634 w 708"/>
                <a:gd name="T55" fmla="*/ 501 h 532"/>
                <a:gd name="T56" fmla="*/ 634 w 708"/>
                <a:gd name="T57" fmla="*/ 501 h 532"/>
                <a:gd name="T58" fmla="*/ 74 w 708"/>
                <a:gd name="T59" fmla="*/ 501 h 532"/>
                <a:gd name="T60" fmla="*/ 30 w 708"/>
                <a:gd name="T61" fmla="*/ 457 h 532"/>
                <a:gd name="T62" fmla="*/ 30 w 708"/>
                <a:gd name="T63" fmla="*/ 295 h 532"/>
                <a:gd name="T64" fmla="*/ 196 w 708"/>
                <a:gd name="T65" fmla="*/ 295 h 532"/>
                <a:gd name="T66" fmla="*/ 204 w 708"/>
                <a:gd name="T67" fmla="*/ 298 h 532"/>
                <a:gd name="T68" fmla="*/ 210 w 708"/>
                <a:gd name="T69" fmla="*/ 308 h 532"/>
                <a:gd name="T70" fmla="*/ 309 w 708"/>
                <a:gd name="T71" fmla="*/ 384 h 532"/>
                <a:gd name="T72" fmla="*/ 397 w 708"/>
                <a:gd name="T73" fmla="*/ 384 h 532"/>
                <a:gd name="T74" fmla="*/ 497 w 708"/>
                <a:gd name="T75" fmla="*/ 308 h 532"/>
                <a:gd name="T76" fmla="*/ 504 w 708"/>
                <a:gd name="T77" fmla="*/ 298 h 532"/>
                <a:gd name="T78" fmla="*/ 512 w 708"/>
                <a:gd name="T79" fmla="*/ 295 h 532"/>
                <a:gd name="T80" fmla="*/ 678 w 708"/>
                <a:gd name="T81" fmla="*/ 295 h 532"/>
                <a:gd name="T82" fmla="*/ 678 w 708"/>
                <a:gd name="T83" fmla="*/ 457 h 532"/>
                <a:gd name="T84" fmla="*/ 634 w 708"/>
                <a:gd name="T85" fmla="*/ 501 h 5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532">
                  <a:moveTo>
                    <a:pt x="649" y="18"/>
                  </a:moveTo>
                  <a:lnTo>
                    <a:pt x="649" y="18"/>
                  </a:lnTo>
                  <a:lnTo>
                    <a:pt x="649" y="18"/>
                  </a:lnTo>
                  <a:cubicBezTo>
                    <a:pt x="676" y="266"/>
                    <a:pt x="676" y="266"/>
                    <a:pt x="676" y="266"/>
                  </a:cubicBezTo>
                  <a:cubicBezTo>
                    <a:pt x="512" y="266"/>
                    <a:pt x="512" y="266"/>
                    <a:pt x="512" y="266"/>
                  </a:cubicBezTo>
                  <a:cubicBezTo>
                    <a:pt x="501" y="266"/>
                    <a:pt x="491" y="270"/>
                    <a:pt x="484" y="276"/>
                  </a:cubicBezTo>
                  <a:cubicBezTo>
                    <a:pt x="478" y="283"/>
                    <a:pt x="472" y="291"/>
                    <a:pt x="469" y="301"/>
                  </a:cubicBezTo>
                  <a:cubicBezTo>
                    <a:pt x="461" y="331"/>
                    <a:pt x="432" y="355"/>
                    <a:pt x="397" y="355"/>
                  </a:cubicBezTo>
                  <a:cubicBezTo>
                    <a:pt x="309" y="355"/>
                    <a:pt x="309" y="355"/>
                    <a:pt x="309" y="355"/>
                  </a:cubicBezTo>
                  <a:cubicBezTo>
                    <a:pt x="276" y="355"/>
                    <a:pt x="247" y="331"/>
                    <a:pt x="239" y="301"/>
                  </a:cubicBezTo>
                  <a:cubicBezTo>
                    <a:pt x="236" y="291"/>
                    <a:pt x="230" y="283"/>
                    <a:pt x="223" y="276"/>
                  </a:cubicBezTo>
                  <a:cubicBezTo>
                    <a:pt x="217" y="270"/>
                    <a:pt x="207" y="266"/>
                    <a:pt x="196" y="266"/>
                  </a:cubicBezTo>
                  <a:cubicBezTo>
                    <a:pt x="31" y="266"/>
                    <a:pt x="31" y="266"/>
                    <a:pt x="31" y="266"/>
                  </a:cubicBezTo>
                  <a:cubicBezTo>
                    <a:pt x="59" y="18"/>
                    <a:pt x="59" y="18"/>
                    <a:pt x="59" y="18"/>
                  </a:cubicBezTo>
                  <a:cubicBezTo>
                    <a:pt x="60" y="9"/>
                    <a:pt x="54" y="1"/>
                    <a:pt x="47" y="1"/>
                  </a:cubicBezTo>
                  <a:cubicBezTo>
                    <a:pt x="38" y="0"/>
                    <a:pt x="30" y="5"/>
                    <a:pt x="30" y="13"/>
                  </a:cubicBezTo>
                  <a:cubicBezTo>
                    <a:pt x="0" y="279"/>
                    <a:pt x="0" y="279"/>
                    <a:pt x="0" y="279"/>
                  </a:cubicBezTo>
                  <a:cubicBezTo>
                    <a:pt x="0" y="280"/>
                    <a:pt x="0" y="280"/>
                    <a:pt x="0" y="280"/>
                  </a:cubicBezTo>
                  <a:cubicBezTo>
                    <a:pt x="0" y="457"/>
                    <a:pt x="0" y="457"/>
                    <a:pt x="0" y="457"/>
                  </a:cubicBezTo>
                  <a:cubicBezTo>
                    <a:pt x="0" y="498"/>
                    <a:pt x="33" y="531"/>
                    <a:pt x="74" y="531"/>
                  </a:cubicBezTo>
                  <a:cubicBezTo>
                    <a:pt x="634" y="531"/>
                    <a:pt x="634" y="531"/>
                    <a:pt x="634" y="531"/>
                  </a:cubicBezTo>
                  <a:cubicBezTo>
                    <a:pt x="675" y="531"/>
                    <a:pt x="707" y="498"/>
                    <a:pt x="707" y="457"/>
                  </a:cubicBezTo>
                  <a:cubicBezTo>
                    <a:pt x="707" y="280"/>
                    <a:pt x="707" y="280"/>
                    <a:pt x="707" y="280"/>
                  </a:cubicBezTo>
                  <a:cubicBezTo>
                    <a:pt x="707" y="279"/>
                    <a:pt x="707" y="279"/>
                    <a:pt x="707" y="279"/>
                  </a:cubicBezTo>
                  <a:cubicBezTo>
                    <a:pt x="678" y="13"/>
                    <a:pt x="678" y="13"/>
                    <a:pt x="678" y="13"/>
                  </a:cubicBezTo>
                  <a:cubicBezTo>
                    <a:pt x="676" y="5"/>
                    <a:pt x="670" y="0"/>
                    <a:pt x="661" y="1"/>
                  </a:cubicBezTo>
                  <a:cubicBezTo>
                    <a:pt x="653" y="1"/>
                    <a:pt x="647" y="9"/>
                    <a:pt x="649" y="18"/>
                  </a:cubicBezTo>
                  <a:close/>
                  <a:moveTo>
                    <a:pt x="634" y="501"/>
                  </a:moveTo>
                  <a:lnTo>
                    <a:pt x="634" y="501"/>
                  </a:lnTo>
                  <a:cubicBezTo>
                    <a:pt x="74" y="501"/>
                    <a:pt x="74" y="501"/>
                    <a:pt x="74" y="501"/>
                  </a:cubicBezTo>
                  <a:cubicBezTo>
                    <a:pt x="49" y="501"/>
                    <a:pt x="30" y="482"/>
                    <a:pt x="30" y="457"/>
                  </a:cubicBezTo>
                  <a:cubicBezTo>
                    <a:pt x="30" y="295"/>
                    <a:pt x="30" y="295"/>
                    <a:pt x="30" y="295"/>
                  </a:cubicBezTo>
                  <a:cubicBezTo>
                    <a:pt x="196" y="295"/>
                    <a:pt x="196" y="295"/>
                    <a:pt x="196" y="295"/>
                  </a:cubicBezTo>
                  <a:cubicBezTo>
                    <a:pt x="199" y="295"/>
                    <a:pt x="201" y="296"/>
                    <a:pt x="204" y="298"/>
                  </a:cubicBezTo>
                  <a:cubicBezTo>
                    <a:pt x="207" y="301"/>
                    <a:pt x="210" y="303"/>
                    <a:pt x="210" y="308"/>
                  </a:cubicBezTo>
                  <a:cubicBezTo>
                    <a:pt x="222" y="352"/>
                    <a:pt x="262" y="384"/>
                    <a:pt x="309" y="384"/>
                  </a:cubicBezTo>
                  <a:cubicBezTo>
                    <a:pt x="397" y="384"/>
                    <a:pt x="397" y="384"/>
                    <a:pt x="397" y="384"/>
                  </a:cubicBezTo>
                  <a:cubicBezTo>
                    <a:pt x="446" y="384"/>
                    <a:pt x="486" y="352"/>
                    <a:pt x="497" y="308"/>
                  </a:cubicBezTo>
                  <a:cubicBezTo>
                    <a:pt x="498" y="303"/>
                    <a:pt x="501" y="301"/>
                    <a:pt x="504" y="298"/>
                  </a:cubicBezTo>
                  <a:cubicBezTo>
                    <a:pt x="507" y="296"/>
                    <a:pt x="509" y="295"/>
                    <a:pt x="512" y="295"/>
                  </a:cubicBezTo>
                  <a:cubicBezTo>
                    <a:pt x="678" y="295"/>
                    <a:pt x="678" y="295"/>
                    <a:pt x="678" y="295"/>
                  </a:cubicBezTo>
                  <a:cubicBezTo>
                    <a:pt x="678" y="457"/>
                    <a:pt x="678" y="457"/>
                    <a:pt x="678" y="457"/>
                  </a:cubicBezTo>
                  <a:cubicBezTo>
                    <a:pt x="678" y="482"/>
                    <a:pt x="659" y="501"/>
                    <a:pt x="634" y="5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0" name="Group 452">
            <a:extLst>
              <a:ext uri="{FF2B5EF4-FFF2-40B4-BE49-F238E27FC236}">
                <a16:creationId xmlns:a16="http://schemas.microsoft.com/office/drawing/2014/main" id="{48FA3945-DE55-51D3-C50E-0A107A53137F}"/>
              </a:ext>
            </a:extLst>
          </p:cNvPr>
          <p:cNvGrpSpPr/>
          <p:nvPr/>
        </p:nvGrpSpPr>
        <p:grpSpPr>
          <a:xfrm>
            <a:off x="7496695" y="4187453"/>
            <a:ext cx="158750" cy="254000"/>
            <a:chOff x="6340475" y="4484688"/>
            <a:chExt cx="158750" cy="254000"/>
          </a:xfrm>
          <a:solidFill>
            <a:schemeClr val="tx2"/>
          </a:solidFill>
        </p:grpSpPr>
        <p:sp>
          <p:nvSpPr>
            <p:cNvPr id="451" name="Freeform 376">
              <a:extLst>
                <a:ext uri="{FF2B5EF4-FFF2-40B4-BE49-F238E27FC236}">
                  <a16:creationId xmlns:a16="http://schemas.microsoft.com/office/drawing/2014/main" id="{D39556BE-A510-4619-61C1-5295BDF20A3E}"/>
                </a:ext>
              </a:extLst>
            </p:cNvPr>
            <p:cNvSpPr>
              <a:spLocks noChangeArrowheads="1"/>
            </p:cNvSpPr>
            <p:nvPr/>
          </p:nvSpPr>
          <p:spPr bwMode="auto">
            <a:xfrm>
              <a:off x="6394450" y="4706938"/>
              <a:ext cx="53975" cy="11112"/>
            </a:xfrm>
            <a:custGeom>
              <a:avLst/>
              <a:gdLst>
                <a:gd name="T0" fmla="*/ 132 w 148"/>
                <a:gd name="T1" fmla="*/ 0 h 30"/>
                <a:gd name="T2" fmla="*/ 132 w 148"/>
                <a:gd name="T3" fmla="*/ 0 h 30"/>
                <a:gd name="T4" fmla="*/ 15 w 148"/>
                <a:gd name="T5" fmla="*/ 0 h 30"/>
                <a:gd name="T6" fmla="*/ 0 w 148"/>
                <a:gd name="T7" fmla="*/ 14 h 30"/>
                <a:gd name="T8" fmla="*/ 15 w 148"/>
                <a:gd name="T9" fmla="*/ 29 h 30"/>
                <a:gd name="T10" fmla="*/ 132 w 148"/>
                <a:gd name="T11" fmla="*/ 29 h 30"/>
                <a:gd name="T12" fmla="*/ 147 w 148"/>
                <a:gd name="T13" fmla="*/ 14 h 30"/>
                <a:gd name="T14" fmla="*/ 132 w 1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0">
                  <a:moveTo>
                    <a:pt x="132" y="0"/>
                  </a:moveTo>
                  <a:lnTo>
                    <a:pt x="132" y="0"/>
                  </a:lnTo>
                  <a:cubicBezTo>
                    <a:pt x="15" y="0"/>
                    <a:pt x="15" y="0"/>
                    <a:pt x="15" y="0"/>
                  </a:cubicBezTo>
                  <a:cubicBezTo>
                    <a:pt x="7" y="0"/>
                    <a:pt x="0" y="7"/>
                    <a:pt x="0" y="14"/>
                  </a:cubicBezTo>
                  <a:cubicBezTo>
                    <a:pt x="0" y="22"/>
                    <a:pt x="7" y="29"/>
                    <a:pt x="15" y="29"/>
                  </a:cubicBezTo>
                  <a:cubicBezTo>
                    <a:pt x="132" y="29"/>
                    <a:pt x="132" y="29"/>
                    <a:pt x="132" y="29"/>
                  </a:cubicBezTo>
                  <a:cubicBezTo>
                    <a:pt x="141" y="29"/>
                    <a:pt x="147" y="22"/>
                    <a:pt x="147" y="14"/>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2" name="Freeform 377">
              <a:extLst>
                <a:ext uri="{FF2B5EF4-FFF2-40B4-BE49-F238E27FC236}">
                  <a16:creationId xmlns:a16="http://schemas.microsoft.com/office/drawing/2014/main" id="{7A1585BB-88EC-16EF-8D78-D67DA18A50E2}"/>
                </a:ext>
              </a:extLst>
            </p:cNvPr>
            <p:cNvSpPr>
              <a:spLocks noChangeArrowheads="1"/>
            </p:cNvSpPr>
            <p:nvPr/>
          </p:nvSpPr>
          <p:spPr bwMode="auto">
            <a:xfrm>
              <a:off x="6394450" y="4727575"/>
              <a:ext cx="53975" cy="11113"/>
            </a:xfrm>
            <a:custGeom>
              <a:avLst/>
              <a:gdLst>
                <a:gd name="T0" fmla="*/ 132 w 148"/>
                <a:gd name="T1" fmla="*/ 0 h 31"/>
                <a:gd name="T2" fmla="*/ 132 w 148"/>
                <a:gd name="T3" fmla="*/ 0 h 31"/>
                <a:gd name="T4" fmla="*/ 15 w 148"/>
                <a:gd name="T5" fmla="*/ 0 h 31"/>
                <a:gd name="T6" fmla="*/ 0 w 148"/>
                <a:gd name="T7" fmla="*/ 15 h 31"/>
                <a:gd name="T8" fmla="*/ 15 w 148"/>
                <a:gd name="T9" fmla="*/ 30 h 31"/>
                <a:gd name="T10" fmla="*/ 132 w 148"/>
                <a:gd name="T11" fmla="*/ 30 h 31"/>
                <a:gd name="T12" fmla="*/ 147 w 148"/>
                <a:gd name="T13" fmla="*/ 15 h 31"/>
                <a:gd name="T14" fmla="*/ 132 w 14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1">
                  <a:moveTo>
                    <a:pt x="132" y="0"/>
                  </a:moveTo>
                  <a:lnTo>
                    <a:pt x="132" y="0"/>
                  </a:lnTo>
                  <a:cubicBezTo>
                    <a:pt x="15" y="0"/>
                    <a:pt x="15" y="0"/>
                    <a:pt x="15" y="0"/>
                  </a:cubicBezTo>
                  <a:cubicBezTo>
                    <a:pt x="7" y="0"/>
                    <a:pt x="0" y="7"/>
                    <a:pt x="0" y="15"/>
                  </a:cubicBezTo>
                  <a:cubicBezTo>
                    <a:pt x="0" y="23"/>
                    <a:pt x="7" y="30"/>
                    <a:pt x="15" y="30"/>
                  </a:cubicBezTo>
                  <a:cubicBezTo>
                    <a:pt x="132" y="30"/>
                    <a:pt x="132" y="30"/>
                    <a:pt x="132" y="30"/>
                  </a:cubicBezTo>
                  <a:cubicBezTo>
                    <a:pt x="141" y="30"/>
                    <a:pt x="147" y="23"/>
                    <a:pt x="147" y="15"/>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3" name="Freeform 378">
              <a:extLst>
                <a:ext uri="{FF2B5EF4-FFF2-40B4-BE49-F238E27FC236}">
                  <a16:creationId xmlns:a16="http://schemas.microsoft.com/office/drawing/2014/main" id="{2FA63436-23B2-5F9E-9FF8-0606F52D02DD}"/>
                </a:ext>
              </a:extLst>
            </p:cNvPr>
            <p:cNvSpPr>
              <a:spLocks noChangeArrowheads="1"/>
            </p:cNvSpPr>
            <p:nvPr/>
          </p:nvSpPr>
          <p:spPr bwMode="auto">
            <a:xfrm>
              <a:off x="6340475" y="4484688"/>
              <a:ext cx="158750" cy="212725"/>
            </a:xfrm>
            <a:custGeom>
              <a:avLst/>
              <a:gdLst>
                <a:gd name="T0" fmla="*/ 323 w 443"/>
                <a:gd name="T1" fmla="*/ 544 h 589"/>
                <a:gd name="T2" fmla="*/ 323 w 443"/>
                <a:gd name="T3" fmla="*/ 544 h 589"/>
                <a:gd name="T4" fmla="*/ 323 w 443"/>
                <a:gd name="T5" fmla="*/ 456 h 589"/>
                <a:gd name="T6" fmla="*/ 351 w 443"/>
                <a:gd name="T7" fmla="*/ 399 h 589"/>
                <a:gd name="T8" fmla="*/ 442 w 443"/>
                <a:gd name="T9" fmla="*/ 221 h 589"/>
                <a:gd name="T10" fmla="*/ 221 w 443"/>
                <a:gd name="T11" fmla="*/ 0 h 589"/>
                <a:gd name="T12" fmla="*/ 217 w 443"/>
                <a:gd name="T13" fmla="*/ 0 h 589"/>
                <a:gd name="T14" fmla="*/ 0 w 443"/>
                <a:gd name="T15" fmla="*/ 213 h 589"/>
                <a:gd name="T16" fmla="*/ 0 w 443"/>
                <a:gd name="T17" fmla="*/ 221 h 589"/>
                <a:gd name="T18" fmla="*/ 90 w 443"/>
                <a:gd name="T19" fmla="*/ 398 h 589"/>
                <a:gd name="T20" fmla="*/ 118 w 443"/>
                <a:gd name="T21" fmla="*/ 456 h 589"/>
                <a:gd name="T22" fmla="*/ 118 w 443"/>
                <a:gd name="T23" fmla="*/ 537 h 589"/>
                <a:gd name="T24" fmla="*/ 130 w 443"/>
                <a:gd name="T25" fmla="*/ 575 h 589"/>
                <a:gd name="T26" fmla="*/ 162 w 443"/>
                <a:gd name="T27" fmla="*/ 588 h 589"/>
                <a:gd name="T28" fmla="*/ 221 w 443"/>
                <a:gd name="T29" fmla="*/ 588 h 589"/>
                <a:gd name="T30" fmla="*/ 221 w 443"/>
                <a:gd name="T31" fmla="*/ 588 h 589"/>
                <a:gd name="T32" fmla="*/ 221 w 443"/>
                <a:gd name="T33" fmla="*/ 588 h 589"/>
                <a:gd name="T34" fmla="*/ 279 w 443"/>
                <a:gd name="T35" fmla="*/ 588 h 589"/>
                <a:gd name="T36" fmla="*/ 323 w 443"/>
                <a:gd name="T37" fmla="*/ 544 h 589"/>
                <a:gd name="T38" fmla="*/ 294 w 443"/>
                <a:gd name="T39" fmla="*/ 544 h 589"/>
                <a:gd name="T40" fmla="*/ 294 w 443"/>
                <a:gd name="T41" fmla="*/ 544 h 589"/>
                <a:gd name="T42" fmla="*/ 279 w 443"/>
                <a:gd name="T43" fmla="*/ 560 h 589"/>
                <a:gd name="T44" fmla="*/ 235 w 443"/>
                <a:gd name="T45" fmla="*/ 560 h 589"/>
                <a:gd name="T46" fmla="*/ 235 w 443"/>
                <a:gd name="T47" fmla="*/ 315 h 589"/>
                <a:gd name="T48" fmla="*/ 290 w 443"/>
                <a:gd name="T49" fmla="*/ 261 h 589"/>
                <a:gd name="T50" fmla="*/ 290 w 443"/>
                <a:gd name="T51" fmla="*/ 240 h 589"/>
                <a:gd name="T52" fmla="*/ 270 w 443"/>
                <a:gd name="T53" fmla="*/ 240 h 589"/>
                <a:gd name="T54" fmla="*/ 221 w 443"/>
                <a:gd name="T55" fmla="*/ 289 h 589"/>
                <a:gd name="T56" fmla="*/ 173 w 443"/>
                <a:gd name="T57" fmla="*/ 240 h 589"/>
                <a:gd name="T58" fmla="*/ 152 w 443"/>
                <a:gd name="T59" fmla="*/ 240 h 589"/>
                <a:gd name="T60" fmla="*/ 152 w 443"/>
                <a:gd name="T61" fmla="*/ 261 h 589"/>
                <a:gd name="T62" fmla="*/ 206 w 443"/>
                <a:gd name="T63" fmla="*/ 315 h 589"/>
                <a:gd name="T64" fmla="*/ 206 w 443"/>
                <a:gd name="T65" fmla="*/ 560 h 589"/>
                <a:gd name="T66" fmla="*/ 162 w 443"/>
                <a:gd name="T67" fmla="*/ 560 h 589"/>
                <a:gd name="T68" fmla="*/ 152 w 443"/>
                <a:gd name="T69" fmla="*/ 555 h 589"/>
                <a:gd name="T70" fmla="*/ 147 w 443"/>
                <a:gd name="T71" fmla="*/ 537 h 589"/>
                <a:gd name="T72" fmla="*/ 147 w 443"/>
                <a:gd name="T73" fmla="*/ 456 h 589"/>
                <a:gd name="T74" fmla="*/ 107 w 443"/>
                <a:gd name="T75" fmla="*/ 374 h 589"/>
                <a:gd name="T76" fmla="*/ 29 w 443"/>
                <a:gd name="T77" fmla="*/ 221 h 589"/>
                <a:gd name="T78" fmla="*/ 29 w 443"/>
                <a:gd name="T79" fmla="*/ 214 h 589"/>
                <a:gd name="T80" fmla="*/ 217 w 443"/>
                <a:gd name="T81" fmla="*/ 29 h 589"/>
                <a:gd name="T82" fmla="*/ 221 w 443"/>
                <a:gd name="T83" fmla="*/ 29 h 589"/>
                <a:gd name="T84" fmla="*/ 357 w 443"/>
                <a:gd name="T85" fmla="*/ 86 h 589"/>
                <a:gd name="T86" fmla="*/ 412 w 443"/>
                <a:gd name="T87" fmla="*/ 221 h 589"/>
                <a:gd name="T88" fmla="*/ 333 w 443"/>
                <a:gd name="T89" fmla="*/ 376 h 589"/>
                <a:gd name="T90" fmla="*/ 294 w 443"/>
                <a:gd name="T91" fmla="*/ 456 h 589"/>
                <a:gd name="T92" fmla="*/ 294 w 443"/>
                <a:gd name="T93" fmla="*/ 544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43" h="589">
                  <a:moveTo>
                    <a:pt x="323" y="544"/>
                  </a:moveTo>
                  <a:lnTo>
                    <a:pt x="323" y="544"/>
                  </a:lnTo>
                  <a:cubicBezTo>
                    <a:pt x="323" y="456"/>
                    <a:pt x="323" y="456"/>
                    <a:pt x="323" y="456"/>
                  </a:cubicBezTo>
                  <a:cubicBezTo>
                    <a:pt x="323" y="434"/>
                    <a:pt x="335" y="412"/>
                    <a:pt x="351" y="399"/>
                  </a:cubicBezTo>
                  <a:cubicBezTo>
                    <a:pt x="406" y="359"/>
                    <a:pt x="442" y="294"/>
                    <a:pt x="442" y="221"/>
                  </a:cubicBezTo>
                  <a:cubicBezTo>
                    <a:pt x="442" y="98"/>
                    <a:pt x="343" y="0"/>
                    <a:pt x="221" y="0"/>
                  </a:cubicBezTo>
                  <a:cubicBezTo>
                    <a:pt x="217" y="0"/>
                    <a:pt x="217" y="0"/>
                    <a:pt x="217" y="0"/>
                  </a:cubicBezTo>
                  <a:cubicBezTo>
                    <a:pt x="101" y="2"/>
                    <a:pt x="4" y="97"/>
                    <a:pt x="0" y="213"/>
                  </a:cubicBezTo>
                  <a:cubicBezTo>
                    <a:pt x="0" y="216"/>
                    <a:pt x="0" y="218"/>
                    <a:pt x="0" y="221"/>
                  </a:cubicBezTo>
                  <a:cubicBezTo>
                    <a:pt x="0" y="294"/>
                    <a:pt x="35" y="358"/>
                    <a:pt x="90" y="398"/>
                  </a:cubicBezTo>
                  <a:cubicBezTo>
                    <a:pt x="108" y="412"/>
                    <a:pt x="118" y="434"/>
                    <a:pt x="118" y="456"/>
                  </a:cubicBezTo>
                  <a:cubicBezTo>
                    <a:pt x="118" y="537"/>
                    <a:pt x="118" y="537"/>
                    <a:pt x="118" y="537"/>
                  </a:cubicBezTo>
                  <a:cubicBezTo>
                    <a:pt x="118" y="553"/>
                    <a:pt x="122" y="565"/>
                    <a:pt x="130" y="575"/>
                  </a:cubicBezTo>
                  <a:cubicBezTo>
                    <a:pt x="138" y="584"/>
                    <a:pt x="149" y="588"/>
                    <a:pt x="162" y="588"/>
                  </a:cubicBezTo>
                  <a:cubicBezTo>
                    <a:pt x="221" y="588"/>
                    <a:pt x="221" y="588"/>
                    <a:pt x="221" y="588"/>
                  </a:cubicBezTo>
                  <a:lnTo>
                    <a:pt x="221" y="588"/>
                  </a:lnTo>
                  <a:lnTo>
                    <a:pt x="221" y="588"/>
                  </a:lnTo>
                  <a:cubicBezTo>
                    <a:pt x="279" y="588"/>
                    <a:pt x="279" y="588"/>
                    <a:pt x="279" y="588"/>
                  </a:cubicBezTo>
                  <a:cubicBezTo>
                    <a:pt x="304" y="588"/>
                    <a:pt x="323" y="569"/>
                    <a:pt x="323" y="544"/>
                  </a:cubicBezTo>
                  <a:close/>
                  <a:moveTo>
                    <a:pt x="294" y="544"/>
                  </a:moveTo>
                  <a:lnTo>
                    <a:pt x="294" y="544"/>
                  </a:lnTo>
                  <a:cubicBezTo>
                    <a:pt x="294" y="553"/>
                    <a:pt x="288" y="560"/>
                    <a:pt x="279" y="560"/>
                  </a:cubicBezTo>
                  <a:cubicBezTo>
                    <a:pt x="235" y="560"/>
                    <a:pt x="235" y="560"/>
                    <a:pt x="235" y="560"/>
                  </a:cubicBezTo>
                  <a:cubicBezTo>
                    <a:pt x="235" y="315"/>
                    <a:pt x="235" y="315"/>
                    <a:pt x="235" y="315"/>
                  </a:cubicBezTo>
                  <a:cubicBezTo>
                    <a:pt x="290" y="261"/>
                    <a:pt x="290" y="261"/>
                    <a:pt x="290" y="261"/>
                  </a:cubicBezTo>
                  <a:cubicBezTo>
                    <a:pt x="296" y="254"/>
                    <a:pt x="296" y="246"/>
                    <a:pt x="290" y="240"/>
                  </a:cubicBezTo>
                  <a:cubicBezTo>
                    <a:pt x="285" y="234"/>
                    <a:pt x="275" y="234"/>
                    <a:pt x="270" y="240"/>
                  </a:cubicBezTo>
                  <a:cubicBezTo>
                    <a:pt x="221" y="289"/>
                    <a:pt x="221" y="289"/>
                    <a:pt x="221" y="289"/>
                  </a:cubicBezTo>
                  <a:cubicBezTo>
                    <a:pt x="173" y="240"/>
                    <a:pt x="173" y="240"/>
                    <a:pt x="173" y="240"/>
                  </a:cubicBezTo>
                  <a:cubicBezTo>
                    <a:pt x="166" y="234"/>
                    <a:pt x="158" y="234"/>
                    <a:pt x="152" y="240"/>
                  </a:cubicBezTo>
                  <a:cubicBezTo>
                    <a:pt x="145" y="246"/>
                    <a:pt x="145" y="254"/>
                    <a:pt x="152" y="261"/>
                  </a:cubicBezTo>
                  <a:cubicBezTo>
                    <a:pt x="206" y="315"/>
                    <a:pt x="206" y="315"/>
                    <a:pt x="206" y="315"/>
                  </a:cubicBezTo>
                  <a:cubicBezTo>
                    <a:pt x="206" y="560"/>
                    <a:pt x="206" y="560"/>
                    <a:pt x="206" y="560"/>
                  </a:cubicBezTo>
                  <a:cubicBezTo>
                    <a:pt x="162" y="560"/>
                    <a:pt x="162" y="560"/>
                    <a:pt x="162" y="560"/>
                  </a:cubicBezTo>
                  <a:cubicBezTo>
                    <a:pt x="158" y="560"/>
                    <a:pt x="155" y="558"/>
                    <a:pt x="152" y="555"/>
                  </a:cubicBezTo>
                  <a:cubicBezTo>
                    <a:pt x="149" y="553"/>
                    <a:pt x="147" y="547"/>
                    <a:pt x="147" y="537"/>
                  </a:cubicBezTo>
                  <a:cubicBezTo>
                    <a:pt x="147" y="456"/>
                    <a:pt x="147" y="456"/>
                    <a:pt x="147" y="456"/>
                  </a:cubicBezTo>
                  <a:cubicBezTo>
                    <a:pt x="147" y="424"/>
                    <a:pt x="133" y="394"/>
                    <a:pt x="107" y="374"/>
                  </a:cubicBezTo>
                  <a:cubicBezTo>
                    <a:pt x="60" y="340"/>
                    <a:pt x="29" y="285"/>
                    <a:pt x="29" y="221"/>
                  </a:cubicBezTo>
                  <a:cubicBezTo>
                    <a:pt x="29" y="218"/>
                    <a:pt x="29" y="216"/>
                    <a:pt x="29" y="214"/>
                  </a:cubicBezTo>
                  <a:cubicBezTo>
                    <a:pt x="33" y="115"/>
                    <a:pt x="118" y="31"/>
                    <a:pt x="217" y="29"/>
                  </a:cubicBezTo>
                  <a:cubicBezTo>
                    <a:pt x="221" y="29"/>
                    <a:pt x="221" y="29"/>
                    <a:pt x="221" y="29"/>
                  </a:cubicBezTo>
                  <a:cubicBezTo>
                    <a:pt x="274" y="29"/>
                    <a:pt x="322" y="51"/>
                    <a:pt x="357" y="86"/>
                  </a:cubicBezTo>
                  <a:cubicBezTo>
                    <a:pt x="391" y="120"/>
                    <a:pt x="412" y="167"/>
                    <a:pt x="412" y="221"/>
                  </a:cubicBezTo>
                  <a:cubicBezTo>
                    <a:pt x="412" y="285"/>
                    <a:pt x="381" y="340"/>
                    <a:pt x="333" y="376"/>
                  </a:cubicBezTo>
                  <a:cubicBezTo>
                    <a:pt x="308" y="394"/>
                    <a:pt x="294" y="426"/>
                    <a:pt x="294" y="456"/>
                  </a:cubicBezTo>
                  <a:lnTo>
                    <a:pt x="294" y="5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4" name="Group 456">
            <a:extLst>
              <a:ext uri="{FF2B5EF4-FFF2-40B4-BE49-F238E27FC236}">
                <a16:creationId xmlns:a16="http://schemas.microsoft.com/office/drawing/2014/main" id="{38A4538C-22DC-36E4-C5B2-5923E4590396}"/>
              </a:ext>
            </a:extLst>
          </p:cNvPr>
          <p:cNvGrpSpPr/>
          <p:nvPr/>
        </p:nvGrpSpPr>
        <p:grpSpPr>
          <a:xfrm>
            <a:off x="4909070" y="4692278"/>
            <a:ext cx="255588" cy="255587"/>
            <a:chOff x="3752850" y="4992688"/>
            <a:chExt cx="255588" cy="255587"/>
          </a:xfrm>
          <a:solidFill>
            <a:schemeClr val="tx2"/>
          </a:solidFill>
        </p:grpSpPr>
        <p:sp>
          <p:nvSpPr>
            <p:cNvPr id="455" name="Freeform 379">
              <a:extLst>
                <a:ext uri="{FF2B5EF4-FFF2-40B4-BE49-F238E27FC236}">
                  <a16:creationId xmlns:a16="http://schemas.microsoft.com/office/drawing/2014/main" id="{3445E0EC-CDE4-9F7C-D10F-B01FF2564CC0}"/>
                </a:ext>
              </a:extLst>
            </p:cNvPr>
            <p:cNvSpPr>
              <a:spLocks noChangeArrowheads="1"/>
            </p:cNvSpPr>
            <p:nvPr/>
          </p:nvSpPr>
          <p:spPr bwMode="auto">
            <a:xfrm>
              <a:off x="3752850" y="5076825"/>
              <a:ext cx="171450" cy="171450"/>
            </a:xfrm>
            <a:custGeom>
              <a:avLst/>
              <a:gdLst>
                <a:gd name="T0" fmla="*/ 7 w 476"/>
                <a:gd name="T1" fmla="*/ 469 h 476"/>
                <a:gd name="T2" fmla="*/ 7 w 476"/>
                <a:gd name="T3" fmla="*/ 469 h 476"/>
                <a:gd name="T4" fmla="*/ 28 w 476"/>
                <a:gd name="T5" fmla="*/ 469 h 476"/>
                <a:gd name="T6" fmla="*/ 303 w 476"/>
                <a:gd name="T7" fmla="*/ 193 h 476"/>
                <a:gd name="T8" fmla="*/ 303 w 476"/>
                <a:gd name="T9" fmla="*/ 193 h 476"/>
                <a:gd name="T10" fmla="*/ 365 w 476"/>
                <a:gd name="T11" fmla="*/ 131 h 476"/>
                <a:gd name="T12" fmla="*/ 365 w 476"/>
                <a:gd name="T13" fmla="*/ 131 h 476"/>
                <a:gd name="T14" fmla="*/ 470 w 476"/>
                <a:gd name="T15" fmla="*/ 27 h 476"/>
                <a:gd name="T16" fmla="*/ 470 w 476"/>
                <a:gd name="T17" fmla="*/ 7 h 476"/>
                <a:gd name="T18" fmla="*/ 449 w 476"/>
                <a:gd name="T19" fmla="*/ 7 h 476"/>
                <a:gd name="T20" fmla="*/ 7 w 476"/>
                <a:gd name="T21" fmla="*/ 449 h 476"/>
                <a:gd name="T22" fmla="*/ 7 w 476"/>
                <a:gd name="T23" fmla="*/ 469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76" h="476">
                  <a:moveTo>
                    <a:pt x="7" y="469"/>
                  </a:moveTo>
                  <a:lnTo>
                    <a:pt x="7" y="469"/>
                  </a:lnTo>
                  <a:cubicBezTo>
                    <a:pt x="13" y="475"/>
                    <a:pt x="21" y="475"/>
                    <a:pt x="28" y="469"/>
                  </a:cubicBezTo>
                  <a:cubicBezTo>
                    <a:pt x="303" y="193"/>
                    <a:pt x="303" y="193"/>
                    <a:pt x="303" y="193"/>
                  </a:cubicBezTo>
                  <a:lnTo>
                    <a:pt x="303" y="193"/>
                  </a:lnTo>
                  <a:cubicBezTo>
                    <a:pt x="365" y="131"/>
                    <a:pt x="365" y="131"/>
                    <a:pt x="365" y="131"/>
                  </a:cubicBezTo>
                  <a:lnTo>
                    <a:pt x="365" y="131"/>
                  </a:lnTo>
                  <a:cubicBezTo>
                    <a:pt x="470" y="27"/>
                    <a:pt x="470" y="27"/>
                    <a:pt x="470" y="27"/>
                  </a:cubicBezTo>
                  <a:cubicBezTo>
                    <a:pt x="475" y="21"/>
                    <a:pt x="475" y="12"/>
                    <a:pt x="470" y="7"/>
                  </a:cubicBezTo>
                  <a:cubicBezTo>
                    <a:pt x="463" y="0"/>
                    <a:pt x="455" y="0"/>
                    <a:pt x="449" y="7"/>
                  </a:cubicBezTo>
                  <a:cubicBezTo>
                    <a:pt x="7" y="449"/>
                    <a:pt x="7" y="449"/>
                    <a:pt x="7" y="449"/>
                  </a:cubicBezTo>
                  <a:cubicBezTo>
                    <a:pt x="0" y="454"/>
                    <a:pt x="0" y="463"/>
                    <a:pt x="7" y="4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6" name="Freeform 380">
              <a:extLst>
                <a:ext uri="{FF2B5EF4-FFF2-40B4-BE49-F238E27FC236}">
                  <a16:creationId xmlns:a16="http://schemas.microsoft.com/office/drawing/2014/main" id="{06EFCAC1-D50D-C96C-6296-B42ADE4CAC22}"/>
                </a:ext>
              </a:extLst>
            </p:cNvPr>
            <p:cNvSpPr>
              <a:spLocks noChangeArrowheads="1"/>
            </p:cNvSpPr>
            <p:nvPr/>
          </p:nvSpPr>
          <p:spPr bwMode="auto">
            <a:xfrm>
              <a:off x="3911600" y="4992688"/>
              <a:ext cx="11113" cy="42862"/>
            </a:xfrm>
            <a:custGeom>
              <a:avLst/>
              <a:gdLst>
                <a:gd name="T0" fmla="*/ 15 w 31"/>
                <a:gd name="T1" fmla="*/ 118 h 119"/>
                <a:gd name="T2" fmla="*/ 15 w 31"/>
                <a:gd name="T3" fmla="*/ 118 h 119"/>
                <a:gd name="T4" fmla="*/ 30 w 31"/>
                <a:gd name="T5" fmla="*/ 103 h 119"/>
                <a:gd name="T6" fmla="*/ 30 w 31"/>
                <a:gd name="T7" fmla="*/ 14 h 119"/>
                <a:gd name="T8" fmla="*/ 15 w 31"/>
                <a:gd name="T9" fmla="*/ 0 h 119"/>
                <a:gd name="T10" fmla="*/ 0 w 31"/>
                <a:gd name="T11" fmla="*/ 14 h 119"/>
                <a:gd name="T12" fmla="*/ 0 w 31"/>
                <a:gd name="T13" fmla="*/ 103 h 119"/>
                <a:gd name="T14" fmla="*/ 15 w 31"/>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9">
                  <a:moveTo>
                    <a:pt x="15" y="118"/>
                  </a:moveTo>
                  <a:lnTo>
                    <a:pt x="15" y="118"/>
                  </a:lnTo>
                  <a:cubicBezTo>
                    <a:pt x="23" y="118"/>
                    <a:pt x="30" y="111"/>
                    <a:pt x="30" y="103"/>
                  </a:cubicBezTo>
                  <a:cubicBezTo>
                    <a:pt x="30" y="14"/>
                    <a:pt x="30" y="14"/>
                    <a:pt x="30" y="14"/>
                  </a:cubicBezTo>
                  <a:cubicBezTo>
                    <a:pt x="30" y="7"/>
                    <a:pt x="23" y="0"/>
                    <a:pt x="15" y="0"/>
                  </a:cubicBezTo>
                  <a:cubicBezTo>
                    <a:pt x="7" y="0"/>
                    <a:pt x="0" y="7"/>
                    <a:pt x="0" y="14"/>
                  </a:cubicBezTo>
                  <a:cubicBezTo>
                    <a:pt x="0" y="103"/>
                    <a:pt x="0" y="103"/>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7" name="Freeform 381">
              <a:extLst>
                <a:ext uri="{FF2B5EF4-FFF2-40B4-BE49-F238E27FC236}">
                  <a16:creationId xmlns:a16="http://schemas.microsoft.com/office/drawing/2014/main" id="{FB253147-90A1-8536-F194-EE612D1E0A55}"/>
                </a:ext>
              </a:extLst>
            </p:cNvPr>
            <p:cNvSpPr>
              <a:spLocks noChangeArrowheads="1"/>
            </p:cNvSpPr>
            <p:nvPr/>
          </p:nvSpPr>
          <p:spPr bwMode="auto">
            <a:xfrm>
              <a:off x="3911600" y="5130800"/>
              <a:ext cx="11113" cy="42863"/>
            </a:xfrm>
            <a:custGeom>
              <a:avLst/>
              <a:gdLst>
                <a:gd name="T0" fmla="*/ 15 w 31"/>
                <a:gd name="T1" fmla="*/ 0 h 118"/>
                <a:gd name="T2" fmla="*/ 15 w 31"/>
                <a:gd name="T3" fmla="*/ 0 h 118"/>
                <a:gd name="T4" fmla="*/ 0 w 31"/>
                <a:gd name="T5" fmla="*/ 15 h 118"/>
                <a:gd name="T6" fmla="*/ 0 w 31"/>
                <a:gd name="T7" fmla="*/ 104 h 118"/>
                <a:gd name="T8" fmla="*/ 15 w 31"/>
                <a:gd name="T9" fmla="*/ 117 h 118"/>
                <a:gd name="T10" fmla="*/ 30 w 31"/>
                <a:gd name="T11" fmla="*/ 104 h 118"/>
                <a:gd name="T12" fmla="*/ 30 w 31"/>
                <a:gd name="T13" fmla="*/ 15 h 118"/>
                <a:gd name="T14" fmla="*/ 15 w 31"/>
                <a:gd name="T15" fmla="*/ 0 h 1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8">
                  <a:moveTo>
                    <a:pt x="15" y="0"/>
                  </a:moveTo>
                  <a:lnTo>
                    <a:pt x="15" y="0"/>
                  </a:lnTo>
                  <a:cubicBezTo>
                    <a:pt x="7" y="0"/>
                    <a:pt x="0" y="7"/>
                    <a:pt x="0" y="15"/>
                  </a:cubicBezTo>
                  <a:cubicBezTo>
                    <a:pt x="0" y="104"/>
                    <a:pt x="0" y="104"/>
                    <a:pt x="0" y="104"/>
                  </a:cubicBezTo>
                  <a:cubicBezTo>
                    <a:pt x="0" y="112"/>
                    <a:pt x="7" y="117"/>
                    <a:pt x="15" y="117"/>
                  </a:cubicBezTo>
                  <a:cubicBezTo>
                    <a:pt x="23" y="117"/>
                    <a:pt x="30" y="112"/>
                    <a:pt x="30" y="104"/>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8" name="Freeform 382">
              <a:extLst>
                <a:ext uri="{FF2B5EF4-FFF2-40B4-BE49-F238E27FC236}">
                  <a16:creationId xmlns:a16="http://schemas.microsoft.com/office/drawing/2014/main" id="{F1E1CEC5-02C1-1520-0FBE-58505B106B71}"/>
                </a:ext>
              </a:extLst>
            </p:cNvPr>
            <p:cNvSpPr>
              <a:spLocks noChangeArrowheads="1"/>
            </p:cNvSpPr>
            <p:nvPr/>
          </p:nvSpPr>
          <p:spPr bwMode="auto">
            <a:xfrm>
              <a:off x="3949700" y="5018088"/>
              <a:ext cx="34925" cy="34925"/>
            </a:xfrm>
            <a:custGeom>
              <a:avLst/>
              <a:gdLst>
                <a:gd name="T0" fmla="*/ 68 w 95"/>
                <a:gd name="T1" fmla="*/ 6 h 95"/>
                <a:gd name="T2" fmla="*/ 68 w 95"/>
                <a:gd name="T3" fmla="*/ 6 h 95"/>
                <a:gd name="T4" fmla="*/ 6 w 95"/>
                <a:gd name="T5" fmla="*/ 68 h 95"/>
                <a:gd name="T6" fmla="*/ 6 w 95"/>
                <a:gd name="T7" fmla="*/ 89 h 95"/>
                <a:gd name="T8" fmla="*/ 26 w 95"/>
                <a:gd name="T9" fmla="*/ 89 h 95"/>
                <a:gd name="T10" fmla="*/ 89 w 95"/>
                <a:gd name="T11" fmla="*/ 26 h 95"/>
                <a:gd name="T12" fmla="*/ 89 w 95"/>
                <a:gd name="T13" fmla="*/ 6 h 95"/>
                <a:gd name="T14" fmla="*/ 68 w 95"/>
                <a:gd name="T15" fmla="*/ 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8" y="6"/>
                  </a:moveTo>
                  <a:lnTo>
                    <a:pt x="68" y="6"/>
                  </a:lnTo>
                  <a:cubicBezTo>
                    <a:pt x="6" y="68"/>
                    <a:pt x="6" y="68"/>
                    <a:pt x="6" y="68"/>
                  </a:cubicBezTo>
                  <a:cubicBezTo>
                    <a:pt x="0" y="73"/>
                    <a:pt x="0" y="83"/>
                    <a:pt x="6" y="89"/>
                  </a:cubicBezTo>
                  <a:cubicBezTo>
                    <a:pt x="11" y="94"/>
                    <a:pt x="21" y="94"/>
                    <a:pt x="26" y="89"/>
                  </a:cubicBezTo>
                  <a:cubicBezTo>
                    <a:pt x="89" y="26"/>
                    <a:pt x="89" y="26"/>
                    <a:pt x="89" y="26"/>
                  </a:cubicBezTo>
                  <a:cubicBezTo>
                    <a:pt x="94" y="21"/>
                    <a:pt x="94" y="11"/>
                    <a:pt x="89" y="6"/>
                  </a:cubicBezTo>
                  <a:cubicBezTo>
                    <a:pt x="83" y="0"/>
                    <a:pt x="73" y="0"/>
                    <a:pt x="6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9" name="Freeform 383">
              <a:extLst>
                <a:ext uri="{FF2B5EF4-FFF2-40B4-BE49-F238E27FC236}">
                  <a16:creationId xmlns:a16="http://schemas.microsoft.com/office/drawing/2014/main" id="{2BCF1457-1B2C-353C-F512-3BDE613DD436}"/>
                </a:ext>
              </a:extLst>
            </p:cNvPr>
            <p:cNvSpPr>
              <a:spLocks noChangeArrowheads="1"/>
            </p:cNvSpPr>
            <p:nvPr/>
          </p:nvSpPr>
          <p:spPr bwMode="auto">
            <a:xfrm>
              <a:off x="3965575" y="5078413"/>
              <a:ext cx="42863" cy="11112"/>
            </a:xfrm>
            <a:custGeom>
              <a:avLst/>
              <a:gdLst>
                <a:gd name="T0" fmla="*/ 0 w 119"/>
                <a:gd name="T1" fmla="*/ 15 h 32"/>
                <a:gd name="T2" fmla="*/ 0 w 119"/>
                <a:gd name="T3" fmla="*/ 15 h 32"/>
                <a:gd name="T4" fmla="*/ 16 w 119"/>
                <a:gd name="T5" fmla="*/ 31 h 32"/>
                <a:gd name="T6" fmla="*/ 104 w 119"/>
                <a:gd name="T7" fmla="*/ 31 h 32"/>
                <a:gd name="T8" fmla="*/ 118 w 119"/>
                <a:gd name="T9" fmla="*/ 15 h 32"/>
                <a:gd name="T10" fmla="*/ 104 w 119"/>
                <a:gd name="T11" fmla="*/ 0 h 32"/>
                <a:gd name="T12" fmla="*/ 16 w 119"/>
                <a:gd name="T13" fmla="*/ 0 h 32"/>
                <a:gd name="T14" fmla="*/ 0 w 119"/>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9" h="32">
                  <a:moveTo>
                    <a:pt x="0" y="15"/>
                  </a:moveTo>
                  <a:lnTo>
                    <a:pt x="0" y="15"/>
                  </a:lnTo>
                  <a:cubicBezTo>
                    <a:pt x="0" y="24"/>
                    <a:pt x="7" y="31"/>
                    <a:pt x="16" y="31"/>
                  </a:cubicBezTo>
                  <a:cubicBezTo>
                    <a:pt x="104" y="31"/>
                    <a:pt x="104" y="31"/>
                    <a:pt x="104" y="31"/>
                  </a:cubicBezTo>
                  <a:cubicBezTo>
                    <a:pt x="112" y="31"/>
                    <a:pt x="118" y="24"/>
                    <a:pt x="118" y="15"/>
                  </a:cubicBezTo>
                  <a:cubicBezTo>
                    <a:pt x="118" y="7"/>
                    <a:pt x="112" y="0"/>
                    <a:pt x="104" y="0"/>
                  </a:cubicBezTo>
                  <a:cubicBezTo>
                    <a:pt x="16" y="0"/>
                    <a:pt x="16"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0" name="Freeform 384">
              <a:extLst>
                <a:ext uri="{FF2B5EF4-FFF2-40B4-BE49-F238E27FC236}">
                  <a16:creationId xmlns:a16="http://schemas.microsoft.com/office/drawing/2014/main" id="{107574D4-2105-1DA4-917F-C182FC077970}"/>
                </a:ext>
              </a:extLst>
            </p:cNvPr>
            <p:cNvSpPr>
              <a:spLocks noChangeArrowheads="1"/>
            </p:cNvSpPr>
            <p:nvPr/>
          </p:nvSpPr>
          <p:spPr bwMode="auto">
            <a:xfrm>
              <a:off x="3827463" y="5078413"/>
              <a:ext cx="42862" cy="11112"/>
            </a:xfrm>
            <a:custGeom>
              <a:avLst/>
              <a:gdLst>
                <a:gd name="T0" fmla="*/ 0 w 118"/>
                <a:gd name="T1" fmla="*/ 15 h 32"/>
                <a:gd name="T2" fmla="*/ 0 w 118"/>
                <a:gd name="T3" fmla="*/ 15 h 32"/>
                <a:gd name="T4" fmla="*/ 14 w 118"/>
                <a:gd name="T5" fmla="*/ 31 h 32"/>
                <a:gd name="T6" fmla="*/ 102 w 118"/>
                <a:gd name="T7" fmla="*/ 31 h 32"/>
                <a:gd name="T8" fmla="*/ 117 w 118"/>
                <a:gd name="T9" fmla="*/ 15 h 32"/>
                <a:gd name="T10" fmla="*/ 102 w 118"/>
                <a:gd name="T11" fmla="*/ 0 h 32"/>
                <a:gd name="T12" fmla="*/ 14 w 118"/>
                <a:gd name="T13" fmla="*/ 0 h 32"/>
                <a:gd name="T14" fmla="*/ 0 w 11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2">
                  <a:moveTo>
                    <a:pt x="0" y="15"/>
                  </a:moveTo>
                  <a:lnTo>
                    <a:pt x="0" y="15"/>
                  </a:lnTo>
                  <a:cubicBezTo>
                    <a:pt x="0" y="24"/>
                    <a:pt x="7" y="31"/>
                    <a:pt x="14" y="31"/>
                  </a:cubicBezTo>
                  <a:cubicBezTo>
                    <a:pt x="102" y="31"/>
                    <a:pt x="102" y="31"/>
                    <a:pt x="102" y="31"/>
                  </a:cubicBezTo>
                  <a:cubicBezTo>
                    <a:pt x="110" y="31"/>
                    <a:pt x="117" y="24"/>
                    <a:pt x="117" y="15"/>
                  </a:cubicBezTo>
                  <a:cubicBezTo>
                    <a:pt x="117" y="7"/>
                    <a:pt x="110" y="0"/>
                    <a:pt x="102" y="0"/>
                  </a:cubicBezTo>
                  <a:cubicBezTo>
                    <a:pt x="14" y="0"/>
                    <a:pt x="14"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1" name="Freeform 385">
              <a:extLst>
                <a:ext uri="{FF2B5EF4-FFF2-40B4-BE49-F238E27FC236}">
                  <a16:creationId xmlns:a16="http://schemas.microsoft.com/office/drawing/2014/main" id="{8843DE5B-8987-80B0-9618-38E4D367A513}"/>
                </a:ext>
              </a:extLst>
            </p:cNvPr>
            <p:cNvSpPr>
              <a:spLocks noChangeArrowheads="1"/>
            </p:cNvSpPr>
            <p:nvPr/>
          </p:nvSpPr>
          <p:spPr bwMode="auto">
            <a:xfrm>
              <a:off x="3949700" y="5114925"/>
              <a:ext cx="34925" cy="34925"/>
            </a:xfrm>
            <a:custGeom>
              <a:avLst/>
              <a:gdLst>
                <a:gd name="T0" fmla="*/ 6 w 95"/>
                <a:gd name="T1" fmla="*/ 26 h 95"/>
                <a:gd name="T2" fmla="*/ 6 w 95"/>
                <a:gd name="T3" fmla="*/ 26 h 95"/>
                <a:gd name="T4" fmla="*/ 68 w 95"/>
                <a:gd name="T5" fmla="*/ 88 h 95"/>
                <a:gd name="T6" fmla="*/ 89 w 95"/>
                <a:gd name="T7" fmla="*/ 88 h 95"/>
                <a:gd name="T8" fmla="*/ 89 w 95"/>
                <a:gd name="T9" fmla="*/ 67 h 95"/>
                <a:gd name="T10" fmla="*/ 26 w 95"/>
                <a:gd name="T11" fmla="*/ 5 h 95"/>
                <a:gd name="T12" fmla="*/ 6 w 95"/>
                <a:gd name="T13" fmla="*/ 5 h 95"/>
                <a:gd name="T14" fmla="*/ 6 w 95"/>
                <a:gd name="T15" fmla="*/ 2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 y="26"/>
                  </a:moveTo>
                  <a:lnTo>
                    <a:pt x="6" y="26"/>
                  </a:lnTo>
                  <a:cubicBezTo>
                    <a:pt x="68" y="88"/>
                    <a:pt x="68" y="88"/>
                    <a:pt x="68" y="88"/>
                  </a:cubicBezTo>
                  <a:cubicBezTo>
                    <a:pt x="73" y="94"/>
                    <a:pt x="83" y="94"/>
                    <a:pt x="89" y="88"/>
                  </a:cubicBezTo>
                  <a:cubicBezTo>
                    <a:pt x="94" y="83"/>
                    <a:pt x="94" y="73"/>
                    <a:pt x="89" y="67"/>
                  </a:cubicBezTo>
                  <a:cubicBezTo>
                    <a:pt x="26" y="5"/>
                    <a:pt x="26" y="5"/>
                    <a:pt x="26" y="5"/>
                  </a:cubicBezTo>
                  <a:cubicBezTo>
                    <a:pt x="21" y="0"/>
                    <a:pt x="11" y="0"/>
                    <a:pt x="6" y="5"/>
                  </a:cubicBezTo>
                  <a:cubicBezTo>
                    <a:pt x="0" y="11"/>
                    <a:pt x="0" y="21"/>
                    <a:pt x="6"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2" name="Freeform 386">
              <a:extLst>
                <a:ext uri="{FF2B5EF4-FFF2-40B4-BE49-F238E27FC236}">
                  <a16:creationId xmlns:a16="http://schemas.microsoft.com/office/drawing/2014/main" id="{9B3ACC6D-953B-DECE-1D10-49DE06F279B9}"/>
                </a:ext>
              </a:extLst>
            </p:cNvPr>
            <p:cNvSpPr>
              <a:spLocks noChangeArrowheads="1"/>
            </p:cNvSpPr>
            <p:nvPr/>
          </p:nvSpPr>
          <p:spPr bwMode="auto">
            <a:xfrm>
              <a:off x="3851275" y="5018088"/>
              <a:ext cx="33338" cy="34925"/>
            </a:xfrm>
            <a:custGeom>
              <a:avLst/>
              <a:gdLst>
                <a:gd name="T0" fmla="*/ 88 w 94"/>
                <a:gd name="T1" fmla="*/ 89 h 95"/>
                <a:gd name="T2" fmla="*/ 88 w 94"/>
                <a:gd name="T3" fmla="*/ 89 h 95"/>
                <a:gd name="T4" fmla="*/ 88 w 94"/>
                <a:gd name="T5" fmla="*/ 68 h 95"/>
                <a:gd name="T6" fmla="*/ 26 w 94"/>
                <a:gd name="T7" fmla="*/ 6 h 95"/>
                <a:gd name="T8" fmla="*/ 5 w 94"/>
                <a:gd name="T9" fmla="*/ 6 h 95"/>
                <a:gd name="T10" fmla="*/ 5 w 94"/>
                <a:gd name="T11" fmla="*/ 26 h 95"/>
                <a:gd name="T12" fmla="*/ 67 w 94"/>
                <a:gd name="T13" fmla="*/ 89 h 95"/>
                <a:gd name="T14" fmla="*/ 88 w 94"/>
                <a:gd name="T15" fmla="*/ 89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95">
                  <a:moveTo>
                    <a:pt x="88" y="89"/>
                  </a:moveTo>
                  <a:lnTo>
                    <a:pt x="88" y="89"/>
                  </a:lnTo>
                  <a:cubicBezTo>
                    <a:pt x="93" y="83"/>
                    <a:pt x="93" y="73"/>
                    <a:pt x="88" y="68"/>
                  </a:cubicBezTo>
                  <a:cubicBezTo>
                    <a:pt x="26" y="6"/>
                    <a:pt x="26" y="6"/>
                    <a:pt x="26" y="6"/>
                  </a:cubicBezTo>
                  <a:cubicBezTo>
                    <a:pt x="20" y="0"/>
                    <a:pt x="11" y="0"/>
                    <a:pt x="5" y="6"/>
                  </a:cubicBezTo>
                  <a:cubicBezTo>
                    <a:pt x="0" y="11"/>
                    <a:pt x="0" y="21"/>
                    <a:pt x="5" y="26"/>
                  </a:cubicBezTo>
                  <a:cubicBezTo>
                    <a:pt x="67" y="89"/>
                    <a:pt x="67" y="89"/>
                    <a:pt x="67" y="89"/>
                  </a:cubicBezTo>
                  <a:cubicBezTo>
                    <a:pt x="73" y="94"/>
                    <a:pt x="82" y="94"/>
                    <a:pt x="88"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3" name="Group 465">
            <a:extLst>
              <a:ext uri="{FF2B5EF4-FFF2-40B4-BE49-F238E27FC236}">
                <a16:creationId xmlns:a16="http://schemas.microsoft.com/office/drawing/2014/main" id="{45BD4813-8A78-F56C-A6C9-1EB08113BDD3}"/>
              </a:ext>
            </a:extLst>
          </p:cNvPr>
          <p:cNvGrpSpPr/>
          <p:nvPr/>
        </p:nvGrpSpPr>
        <p:grpSpPr>
          <a:xfrm>
            <a:off x="7453833" y="5204247"/>
            <a:ext cx="244475" cy="244475"/>
            <a:chOff x="6297613" y="5507038"/>
            <a:chExt cx="244475" cy="244475"/>
          </a:xfrm>
          <a:solidFill>
            <a:schemeClr val="tx2"/>
          </a:solidFill>
        </p:grpSpPr>
        <p:sp>
          <p:nvSpPr>
            <p:cNvPr id="464" name="Freeform 387">
              <a:extLst>
                <a:ext uri="{FF2B5EF4-FFF2-40B4-BE49-F238E27FC236}">
                  <a16:creationId xmlns:a16="http://schemas.microsoft.com/office/drawing/2014/main" id="{5D5A9C40-8E7B-BB06-F760-A46DD40F9D1B}"/>
                </a:ext>
              </a:extLst>
            </p:cNvPr>
            <p:cNvSpPr>
              <a:spLocks noChangeArrowheads="1"/>
            </p:cNvSpPr>
            <p:nvPr/>
          </p:nvSpPr>
          <p:spPr bwMode="auto">
            <a:xfrm>
              <a:off x="6297613" y="5507038"/>
              <a:ext cx="244475" cy="244475"/>
            </a:xfrm>
            <a:custGeom>
              <a:avLst/>
              <a:gdLst>
                <a:gd name="T0" fmla="*/ 340 w 680"/>
                <a:gd name="T1" fmla="*/ 0 h 679"/>
                <a:gd name="T2" fmla="*/ 340 w 680"/>
                <a:gd name="T3" fmla="*/ 0 h 679"/>
                <a:gd name="T4" fmla="*/ 0 w 680"/>
                <a:gd name="T5" fmla="*/ 339 h 679"/>
                <a:gd name="T6" fmla="*/ 340 w 680"/>
                <a:gd name="T7" fmla="*/ 678 h 679"/>
                <a:gd name="T8" fmla="*/ 679 w 680"/>
                <a:gd name="T9" fmla="*/ 339 h 679"/>
                <a:gd name="T10" fmla="*/ 340 w 680"/>
                <a:gd name="T11" fmla="*/ 0 h 679"/>
                <a:gd name="T12" fmla="*/ 143 w 680"/>
                <a:gd name="T13" fmla="*/ 577 h 679"/>
                <a:gd name="T14" fmla="*/ 143 w 680"/>
                <a:gd name="T15" fmla="*/ 577 h 679"/>
                <a:gd name="T16" fmla="*/ 340 w 680"/>
                <a:gd name="T17" fmla="*/ 472 h 679"/>
                <a:gd name="T18" fmla="*/ 538 w 680"/>
                <a:gd name="T19" fmla="*/ 577 h 679"/>
                <a:gd name="T20" fmla="*/ 340 w 680"/>
                <a:gd name="T21" fmla="*/ 649 h 679"/>
                <a:gd name="T22" fmla="*/ 143 w 680"/>
                <a:gd name="T23" fmla="*/ 577 h 679"/>
                <a:gd name="T24" fmla="*/ 560 w 680"/>
                <a:gd name="T25" fmla="*/ 558 h 679"/>
                <a:gd name="T26" fmla="*/ 560 w 680"/>
                <a:gd name="T27" fmla="*/ 558 h 679"/>
                <a:gd name="T28" fmla="*/ 340 w 680"/>
                <a:gd name="T29" fmla="*/ 442 h 679"/>
                <a:gd name="T30" fmla="*/ 121 w 680"/>
                <a:gd name="T31" fmla="*/ 558 h 679"/>
                <a:gd name="T32" fmla="*/ 31 w 680"/>
                <a:gd name="T33" fmla="*/ 339 h 679"/>
                <a:gd name="T34" fmla="*/ 121 w 680"/>
                <a:gd name="T35" fmla="*/ 120 h 679"/>
                <a:gd name="T36" fmla="*/ 340 w 680"/>
                <a:gd name="T37" fmla="*/ 30 h 679"/>
                <a:gd name="T38" fmla="*/ 559 w 680"/>
                <a:gd name="T39" fmla="*/ 120 h 679"/>
                <a:gd name="T40" fmla="*/ 650 w 680"/>
                <a:gd name="T41" fmla="*/ 339 h 679"/>
                <a:gd name="T42" fmla="*/ 560 w 680"/>
                <a:gd name="T43"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80" h="679">
                  <a:moveTo>
                    <a:pt x="340" y="0"/>
                  </a:moveTo>
                  <a:lnTo>
                    <a:pt x="340" y="0"/>
                  </a:lnTo>
                  <a:cubicBezTo>
                    <a:pt x="152" y="0"/>
                    <a:pt x="0" y="152"/>
                    <a:pt x="0" y="339"/>
                  </a:cubicBezTo>
                  <a:cubicBezTo>
                    <a:pt x="0" y="526"/>
                    <a:pt x="152" y="678"/>
                    <a:pt x="340" y="678"/>
                  </a:cubicBezTo>
                  <a:cubicBezTo>
                    <a:pt x="527" y="678"/>
                    <a:pt x="679" y="526"/>
                    <a:pt x="679" y="339"/>
                  </a:cubicBezTo>
                  <a:cubicBezTo>
                    <a:pt x="679" y="152"/>
                    <a:pt x="527" y="0"/>
                    <a:pt x="340" y="0"/>
                  </a:cubicBezTo>
                  <a:close/>
                  <a:moveTo>
                    <a:pt x="143" y="577"/>
                  </a:moveTo>
                  <a:lnTo>
                    <a:pt x="143" y="577"/>
                  </a:lnTo>
                  <a:cubicBezTo>
                    <a:pt x="179" y="515"/>
                    <a:pt x="253" y="472"/>
                    <a:pt x="340" y="472"/>
                  </a:cubicBezTo>
                  <a:cubicBezTo>
                    <a:pt x="427" y="472"/>
                    <a:pt x="502" y="515"/>
                    <a:pt x="538" y="577"/>
                  </a:cubicBezTo>
                  <a:cubicBezTo>
                    <a:pt x="484" y="621"/>
                    <a:pt x="415" y="649"/>
                    <a:pt x="340" y="649"/>
                  </a:cubicBezTo>
                  <a:cubicBezTo>
                    <a:pt x="264" y="649"/>
                    <a:pt x="197" y="621"/>
                    <a:pt x="143" y="577"/>
                  </a:cubicBezTo>
                  <a:close/>
                  <a:moveTo>
                    <a:pt x="560" y="558"/>
                  </a:moveTo>
                  <a:lnTo>
                    <a:pt x="560" y="558"/>
                  </a:lnTo>
                  <a:cubicBezTo>
                    <a:pt x="517" y="489"/>
                    <a:pt x="434" y="442"/>
                    <a:pt x="340" y="442"/>
                  </a:cubicBezTo>
                  <a:cubicBezTo>
                    <a:pt x="246" y="442"/>
                    <a:pt x="163" y="489"/>
                    <a:pt x="121" y="558"/>
                  </a:cubicBezTo>
                  <a:cubicBezTo>
                    <a:pt x="65" y="501"/>
                    <a:pt x="31" y="424"/>
                    <a:pt x="31" y="339"/>
                  </a:cubicBezTo>
                  <a:cubicBezTo>
                    <a:pt x="31" y="254"/>
                    <a:pt x="65" y="176"/>
                    <a:pt x="121" y="120"/>
                  </a:cubicBezTo>
                  <a:cubicBezTo>
                    <a:pt x="177" y="64"/>
                    <a:pt x="255" y="30"/>
                    <a:pt x="340" y="30"/>
                  </a:cubicBezTo>
                  <a:cubicBezTo>
                    <a:pt x="426" y="30"/>
                    <a:pt x="503" y="64"/>
                    <a:pt x="559" y="120"/>
                  </a:cubicBezTo>
                  <a:cubicBezTo>
                    <a:pt x="615" y="176"/>
                    <a:pt x="650" y="254"/>
                    <a:pt x="650" y="339"/>
                  </a:cubicBezTo>
                  <a:cubicBezTo>
                    <a:pt x="650" y="424"/>
                    <a:pt x="615" y="501"/>
                    <a:pt x="560"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5" name="Freeform 388">
              <a:extLst>
                <a:ext uri="{FF2B5EF4-FFF2-40B4-BE49-F238E27FC236}">
                  <a16:creationId xmlns:a16="http://schemas.microsoft.com/office/drawing/2014/main" id="{07D535A5-6D31-14B1-BCC5-2BBE928B86C8}"/>
                </a:ext>
              </a:extLst>
            </p:cNvPr>
            <p:cNvSpPr>
              <a:spLocks noChangeArrowheads="1"/>
            </p:cNvSpPr>
            <p:nvPr/>
          </p:nvSpPr>
          <p:spPr bwMode="auto">
            <a:xfrm>
              <a:off x="6383338" y="5549900"/>
              <a:ext cx="74612" cy="96838"/>
            </a:xfrm>
            <a:custGeom>
              <a:avLst/>
              <a:gdLst>
                <a:gd name="T0" fmla="*/ 103 w 208"/>
                <a:gd name="T1" fmla="*/ 0 h 268"/>
                <a:gd name="T2" fmla="*/ 103 w 208"/>
                <a:gd name="T3" fmla="*/ 0 h 268"/>
                <a:gd name="T4" fmla="*/ 29 w 208"/>
                <a:gd name="T5" fmla="*/ 32 h 268"/>
                <a:gd name="T6" fmla="*/ 0 w 208"/>
                <a:gd name="T7" fmla="*/ 108 h 268"/>
                <a:gd name="T8" fmla="*/ 0 w 208"/>
                <a:gd name="T9" fmla="*/ 160 h 268"/>
                <a:gd name="T10" fmla="*/ 29 w 208"/>
                <a:gd name="T11" fmla="*/ 235 h 268"/>
                <a:gd name="T12" fmla="*/ 103 w 208"/>
                <a:gd name="T13" fmla="*/ 267 h 268"/>
                <a:gd name="T14" fmla="*/ 176 w 208"/>
                <a:gd name="T15" fmla="*/ 235 h 268"/>
                <a:gd name="T16" fmla="*/ 207 w 208"/>
                <a:gd name="T17" fmla="*/ 160 h 268"/>
                <a:gd name="T18" fmla="*/ 207 w 208"/>
                <a:gd name="T19" fmla="*/ 108 h 268"/>
                <a:gd name="T20" fmla="*/ 176 w 208"/>
                <a:gd name="T21" fmla="*/ 32 h 268"/>
                <a:gd name="T22" fmla="*/ 103 w 208"/>
                <a:gd name="T23" fmla="*/ 0 h 268"/>
                <a:gd name="T24" fmla="*/ 154 w 208"/>
                <a:gd name="T25" fmla="*/ 214 h 268"/>
                <a:gd name="T26" fmla="*/ 154 w 208"/>
                <a:gd name="T27" fmla="*/ 214 h 268"/>
                <a:gd name="T28" fmla="*/ 103 w 208"/>
                <a:gd name="T29" fmla="*/ 236 h 268"/>
                <a:gd name="T30" fmla="*/ 52 w 208"/>
                <a:gd name="T31" fmla="*/ 214 h 268"/>
                <a:gd name="T32" fmla="*/ 30 w 208"/>
                <a:gd name="T33" fmla="*/ 160 h 268"/>
                <a:gd name="T34" fmla="*/ 30 w 208"/>
                <a:gd name="T35" fmla="*/ 108 h 268"/>
                <a:gd name="T36" fmla="*/ 52 w 208"/>
                <a:gd name="T37" fmla="*/ 54 h 268"/>
                <a:gd name="T38" fmla="*/ 103 w 208"/>
                <a:gd name="T39" fmla="*/ 32 h 268"/>
                <a:gd name="T40" fmla="*/ 154 w 208"/>
                <a:gd name="T41" fmla="*/ 54 h 268"/>
                <a:gd name="T42" fmla="*/ 176 w 208"/>
                <a:gd name="T43" fmla="*/ 108 h 268"/>
                <a:gd name="T44" fmla="*/ 176 w 208"/>
                <a:gd name="T45" fmla="*/ 160 h 268"/>
                <a:gd name="T46" fmla="*/ 154 w 208"/>
                <a:gd name="T47" fmla="*/ 214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8" h="268">
                  <a:moveTo>
                    <a:pt x="103" y="0"/>
                  </a:moveTo>
                  <a:lnTo>
                    <a:pt x="103" y="0"/>
                  </a:lnTo>
                  <a:cubicBezTo>
                    <a:pt x="74" y="0"/>
                    <a:pt x="48" y="12"/>
                    <a:pt x="29" y="32"/>
                  </a:cubicBezTo>
                  <a:cubicBezTo>
                    <a:pt x="11" y="51"/>
                    <a:pt x="0" y="79"/>
                    <a:pt x="0" y="108"/>
                  </a:cubicBezTo>
                  <a:cubicBezTo>
                    <a:pt x="0" y="160"/>
                    <a:pt x="0" y="160"/>
                    <a:pt x="0" y="160"/>
                  </a:cubicBezTo>
                  <a:cubicBezTo>
                    <a:pt x="0" y="189"/>
                    <a:pt x="11" y="215"/>
                    <a:pt x="29" y="235"/>
                  </a:cubicBezTo>
                  <a:cubicBezTo>
                    <a:pt x="48" y="254"/>
                    <a:pt x="74" y="267"/>
                    <a:pt x="103" y="267"/>
                  </a:cubicBezTo>
                  <a:cubicBezTo>
                    <a:pt x="132" y="267"/>
                    <a:pt x="158" y="254"/>
                    <a:pt x="176" y="235"/>
                  </a:cubicBezTo>
                  <a:cubicBezTo>
                    <a:pt x="196" y="215"/>
                    <a:pt x="207" y="189"/>
                    <a:pt x="207" y="160"/>
                  </a:cubicBezTo>
                  <a:cubicBezTo>
                    <a:pt x="207" y="108"/>
                    <a:pt x="207" y="108"/>
                    <a:pt x="207" y="108"/>
                  </a:cubicBezTo>
                  <a:cubicBezTo>
                    <a:pt x="207" y="79"/>
                    <a:pt x="196" y="51"/>
                    <a:pt x="176" y="32"/>
                  </a:cubicBezTo>
                  <a:cubicBezTo>
                    <a:pt x="158" y="12"/>
                    <a:pt x="132" y="0"/>
                    <a:pt x="103" y="0"/>
                  </a:cubicBezTo>
                  <a:close/>
                  <a:moveTo>
                    <a:pt x="154" y="214"/>
                  </a:moveTo>
                  <a:lnTo>
                    <a:pt x="154" y="214"/>
                  </a:lnTo>
                  <a:cubicBezTo>
                    <a:pt x="141" y="228"/>
                    <a:pt x="123" y="236"/>
                    <a:pt x="103" y="236"/>
                  </a:cubicBezTo>
                  <a:cubicBezTo>
                    <a:pt x="83" y="236"/>
                    <a:pt x="65" y="228"/>
                    <a:pt x="52" y="214"/>
                  </a:cubicBezTo>
                  <a:cubicBezTo>
                    <a:pt x="38" y="200"/>
                    <a:pt x="30" y="181"/>
                    <a:pt x="30" y="160"/>
                  </a:cubicBezTo>
                  <a:cubicBezTo>
                    <a:pt x="30" y="108"/>
                    <a:pt x="30" y="108"/>
                    <a:pt x="30" y="108"/>
                  </a:cubicBezTo>
                  <a:cubicBezTo>
                    <a:pt x="30" y="86"/>
                    <a:pt x="38" y="68"/>
                    <a:pt x="52" y="54"/>
                  </a:cubicBezTo>
                  <a:cubicBezTo>
                    <a:pt x="65" y="40"/>
                    <a:pt x="83" y="32"/>
                    <a:pt x="103" y="32"/>
                  </a:cubicBezTo>
                  <a:cubicBezTo>
                    <a:pt x="123" y="32"/>
                    <a:pt x="141" y="40"/>
                    <a:pt x="154" y="54"/>
                  </a:cubicBezTo>
                  <a:cubicBezTo>
                    <a:pt x="168" y="68"/>
                    <a:pt x="176" y="86"/>
                    <a:pt x="176" y="108"/>
                  </a:cubicBezTo>
                  <a:cubicBezTo>
                    <a:pt x="176" y="160"/>
                    <a:pt x="176" y="160"/>
                    <a:pt x="176" y="160"/>
                  </a:cubicBezTo>
                  <a:cubicBezTo>
                    <a:pt x="176" y="181"/>
                    <a:pt x="168" y="200"/>
                    <a:pt x="154"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6" name="Group 468">
            <a:extLst>
              <a:ext uri="{FF2B5EF4-FFF2-40B4-BE49-F238E27FC236}">
                <a16:creationId xmlns:a16="http://schemas.microsoft.com/office/drawing/2014/main" id="{FD46E99C-5489-5550-AE75-D915B31F84F8}"/>
              </a:ext>
            </a:extLst>
          </p:cNvPr>
          <p:cNvGrpSpPr/>
          <p:nvPr/>
        </p:nvGrpSpPr>
        <p:grpSpPr>
          <a:xfrm>
            <a:off x="6531495" y="5713041"/>
            <a:ext cx="53975" cy="255587"/>
            <a:chOff x="5375275" y="6011863"/>
            <a:chExt cx="53975" cy="255587"/>
          </a:xfrm>
          <a:solidFill>
            <a:schemeClr val="tx2"/>
          </a:solidFill>
        </p:grpSpPr>
        <p:sp>
          <p:nvSpPr>
            <p:cNvPr id="467" name="Freeform 389">
              <a:extLst>
                <a:ext uri="{FF2B5EF4-FFF2-40B4-BE49-F238E27FC236}">
                  <a16:creationId xmlns:a16="http://schemas.microsoft.com/office/drawing/2014/main" id="{059F4278-26AD-4DDC-F4BC-445B6B5E6CA8}"/>
                </a:ext>
              </a:extLst>
            </p:cNvPr>
            <p:cNvSpPr>
              <a:spLocks noChangeArrowheads="1"/>
            </p:cNvSpPr>
            <p:nvPr/>
          </p:nvSpPr>
          <p:spPr bwMode="auto">
            <a:xfrm>
              <a:off x="5375275" y="6213475"/>
              <a:ext cx="53975" cy="53975"/>
            </a:xfrm>
            <a:custGeom>
              <a:avLst/>
              <a:gdLst>
                <a:gd name="T0" fmla="*/ 75 w 149"/>
                <a:gd name="T1" fmla="*/ 0 h 149"/>
                <a:gd name="T2" fmla="*/ 75 w 149"/>
                <a:gd name="T3" fmla="*/ 0 h 149"/>
                <a:gd name="T4" fmla="*/ 0 w 149"/>
                <a:gd name="T5" fmla="*/ 74 h 149"/>
                <a:gd name="T6" fmla="*/ 75 w 149"/>
                <a:gd name="T7" fmla="*/ 148 h 149"/>
                <a:gd name="T8" fmla="*/ 148 w 149"/>
                <a:gd name="T9" fmla="*/ 74 h 149"/>
                <a:gd name="T10" fmla="*/ 75 w 149"/>
                <a:gd name="T11" fmla="*/ 0 h 149"/>
                <a:gd name="T12" fmla="*/ 75 w 149"/>
                <a:gd name="T13" fmla="*/ 118 h 149"/>
                <a:gd name="T14" fmla="*/ 75 w 149"/>
                <a:gd name="T15" fmla="*/ 118 h 149"/>
                <a:gd name="T16" fmla="*/ 30 w 149"/>
                <a:gd name="T17" fmla="*/ 74 h 149"/>
                <a:gd name="T18" fmla="*/ 75 w 149"/>
                <a:gd name="T19" fmla="*/ 29 h 149"/>
                <a:gd name="T20" fmla="*/ 119 w 149"/>
                <a:gd name="T21" fmla="*/ 74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4"/>
                    <a:pt x="0" y="74"/>
                  </a:cubicBezTo>
                  <a:cubicBezTo>
                    <a:pt x="0" y="115"/>
                    <a:pt x="33" y="148"/>
                    <a:pt x="75" y="148"/>
                  </a:cubicBezTo>
                  <a:cubicBezTo>
                    <a:pt x="115" y="148"/>
                    <a:pt x="148" y="115"/>
                    <a:pt x="148" y="74"/>
                  </a:cubicBezTo>
                  <a:cubicBezTo>
                    <a:pt x="148" y="34"/>
                    <a:pt x="115" y="0"/>
                    <a:pt x="75" y="0"/>
                  </a:cubicBezTo>
                  <a:close/>
                  <a:moveTo>
                    <a:pt x="75" y="118"/>
                  </a:moveTo>
                  <a:lnTo>
                    <a:pt x="75" y="118"/>
                  </a:lnTo>
                  <a:cubicBezTo>
                    <a:pt x="50" y="118"/>
                    <a:pt x="30" y="99"/>
                    <a:pt x="30" y="74"/>
                  </a:cubicBezTo>
                  <a:cubicBezTo>
                    <a:pt x="30" y="50"/>
                    <a:pt x="50" y="29"/>
                    <a:pt x="75" y="29"/>
                  </a:cubicBezTo>
                  <a:cubicBezTo>
                    <a:pt x="98" y="29"/>
                    <a:pt x="119" y="50"/>
                    <a:pt x="119" y="74"/>
                  </a:cubicBezTo>
                  <a:cubicBezTo>
                    <a:pt x="119" y="99"/>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8" name="Freeform 390">
              <a:extLst>
                <a:ext uri="{FF2B5EF4-FFF2-40B4-BE49-F238E27FC236}">
                  <a16:creationId xmlns:a16="http://schemas.microsoft.com/office/drawing/2014/main" id="{B422D035-40C5-6187-61CA-2B8A54972329}"/>
                </a:ext>
              </a:extLst>
            </p:cNvPr>
            <p:cNvSpPr>
              <a:spLocks noChangeArrowheads="1"/>
            </p:cNvSpPr>
            <p:nvPr/>
          </p:nvSpPr>
          <p:spPr bwMode="auto">
            <a:xfrm>
              <a:off x="5376863" y="6011863"/>
              <a:ext cx="50800" cy="180975"/>
            </a:xfrm>
            <a:custGeom>
              <a:avLst/>
              <a:gdLst>
                <a:gd name="T0" fmla="*/ 71 w 141"/>
                <a:gd name="T1" fmla="*/ 500 h 501"/>
                <a:gd name="T2" fmla="*/ 71 w 141"/>
                <a:gd name="T3" fmla="*/ 500 h 501"/>
                <a:gd name="T4" fmla="*/ 84 w 141"/>
                <a:gd name="T5" fmla="*/ 488 h 501"/>
                <a:gd name="T6" fmla="*/ 140 w 141"/>
                <a:gd name="T7" fmla="*/ 50 h 501"/>
                <a:gd name="T8" fmla="*/ 140 w 141"/>
                <a:gd name="T9" fmla="*/ 44 h 501"/>
                <a:gd name="T10" fmla="*/ 95 w 141"/>
                <a:gd name="T11" fmla="*/ 0 h 501"/>
                <a:gd name="T12" fmla="*/ 44 w 141"/>
                <a:gd name="T13" fmla="*/ 0 h 501"/>
                <a:gd name="T14" fmla="*/ 0 w 141"/>
                <a:gd name="T15" fmla="*/ 44 h 501"/>
                <a:gd name="T16" fmla="*/ 0 w 141"/>
                <a:gd name="T17" fmla="*/ 50 h 501"/>
                <a:gd name="T18" fmla="*/ 55 w 141"/>
                <a:gd name="T19" fmla="*/ 488 h 501"/>
                <a:gd name="T20" fmla="*/ 71 w 141"/>
                <a:gd name="T21" fmla="*/ 500 h 501"/>
                <a:gd name="T22" fmla="*/ 30 w 141"/>
                <a:gd name="T23" fmla="*/ 44 h 501"/>
                <a:gd name="T24" fmla="*/ 30 w 141"/>
                <a:gd name="T25" fmla="*/ 44 h 501"/>
                <a:gd name="T26" fmla="*/ 35 w 141"/>
                <a:gd name="T27" fmla="*/ 33 h 501"/>
                <a:gd name="T28" fmla="*/ 44 w 141"/>
                <a:gd name="T29" fmla="*/ 29 h 501"/>
                <a:gd name="T30" fmla="*/ 95 w 141"/>
                <a:gd name="T31" fmla="*/ 29 h 501"/>
                <a:gd name="T32" fmla="*/ 111 w 141"/>
                <a:gd name="T33" fmla="*/ 44 h 501"/>
                <a:gd name="T34" fmla="*/ 111 w 141"/>
                <a:gd name="T35" fmla="*/ 46 h 501"/>
                <a:gd name="T36" fmla="*/ 71 w 141"/>
                <a:gd name="T37" fmla="*/ 367 h 501"/>
                <a:gd name="T38" fmla="*/ 30 w 141"/>
                <a:gd name="T39" fmla="*/ 46 h 501"/>
                <a:gd name="T40" fmla="*/ 30 w 141"/>
                <a:gd name="T41" fmla="*/ 44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1" h="501">
                  <a:moveTo>
                    <a:pt x="71" y="500"/>
                  </a:moveTo>
                  <a:lnTo>
                    <a:pt x="71" y="500"/>
                  </a:lnTo>
                  <a:cubicBezTo>
                    <a:pt x="77" y="500"/>
                    <a:pt x="84" y="495"/>
                    <a:pt x="84" y="488"/>
                  </a:cubicBezTo>
                  <a:cubicBezTo>
                    <a:pt x="140" y="50"/>
                    <a:pt x="140" y="50"/>
                    <a:pt x="140" y="50"/>
                  </a:cubicBezTo>
                  <a:cubicBezTo>
                    <a:pt x="140" y="47"/>
                    <a:pt x="140" y="46"/>
                    <a:pt x="140" y="44"/>
                  </a:cubicBezTo>
                  <a:cubicBezTo>
                    <a:pt x="140" y="19"/>
                    <a:pt x="120" y="0"/>
                    <a:pt x="95" y="0"/>
                  </a:cubicBezTo>
                  <a:cubicBezTo>
                    <a:pt x="44" y="0"/>
                    <a:pt x="44" y="0"/>
                    <a:pt x="44" y="0"/>
                  </a:cubicBezTo>
                  <a:cubicBezTo>
                    <a:pt x="19" y="0"/>
                    <a:pt x="0" y="19"/>
                    <a:pt x="0" y="44"/>
                  </a:cubicBezTo>
                  <a:cubicBezTo>
                    <a:pt x="0" y="46"/>
                    <a:pt x="0" y="47"/>
                    <a:pt x="0" y="50"/>
                  </a:cubicBezTo>
                  <a:cubicBezTo>
                    <a:pt x="55" y="488"/>
                    <a:pt x="55" y="488"/>
                    <a:pt x="55" y="488"/>
                  </a:cubicBezTo>
                  <a:cubicBezTo>
                    <a:pt x="57" y="495"/>
                    <a:pt x="62" y="500"/>
                    <a:pt x="71" y="500"/>
                  </a:cubicBezTo>
                  <a:close/>
                  <a:moveTo>
                    <a:pt x="30" y="44"/>
                  </a:moveTo>
                  <a:lnTo>
                    <a:pt x="30" y="44"/>
                  </a:lnTo>
                  <a:cubicBezTo>
                    <a:pt x="30" y="40"/>
                    <a:pt x="32" y="36"/>
                    <a:pt x="35" y="33"/>
                  </a:cubicBezTo>
                  <a:cubicBezTo>
                    <a:pt x="37" y="30"/>
                    <a:pt x="40" y="29"/>
                    <a:pt x="44" y="29"/>
                  </a:cubicBezTo>
                  <a:cubicBezTo>
                    <a:pt x="95" y="29"/>
                    <a:pt x="95" y="29"/>
                    <a:pt x="95" y="29"/>
                  </a:cubicBezTo>
                  <a:cubicBezTo>
                    <a:pt x="104" y="29"/>
                    <a:pt x="111" y="36"/>
                    <a:pt x="111" y="44"/>
                  </a:cubicBezTo>
                  <a:cubicBezTo>
                    <a:pt x="111" y="46"/>
                    <a:pt x="111" y="46"/>
                    <a:pt x="111" y="46"/>
                  </a:cubicBezTo>
                  <a:cubicBezTo>
                    <a:pt x="71" y="367"/>
                    <a:pt x="71" y="367"/>
                    <a:pt x="71" y="367"/>
                  </a:cubicBezTo>
                  <a:cubicBezTo>
                    <a:pt x="30" y="46"/>
                    <a:pt x="30" y="46"/>
                    <a:pt x="30" y="46"/>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69" name="Freeform 391">
            <a:extLst>
              <a:ext uri="{FF2B5EF4-FFF2-40B4-BE49-F238E27FC236}">
                <a16:creationId xmlns:a16="http://schemas.microsoft.com/office/drawing/2014/main" id="{2E841699-6AFF-B2FF-531B-48E8258226CA}"/>
              </a:ext>
            </a:extLst>
          </p:cNvPr>
          <p:cNvSpPr>
            <a:spLocks noChangeArrowheads="1"/>
          </p:cNvSpPr>
          <p:nvPr/>
        </p:nvSpPr>
        <p:spPr bwMode="auto">
          <a:xfrm>
            <a:off x="5407545" y="4181897"/>
            <a:ext cx="244475" cy="265113"/>
          </a:xfrm>
          <a:custGeom>
            <a:avLst/>
            <a:gdLst>
              <a:gd name="T0" fmla="*/ 678 w 679"/>
              <a:gd name="T1" fmla="*/ 369 h 738"/>
              <a:gd name="T2" fmla="*/ 383 w 679"/>
              <a:gd name="T3" fmla="*/ 15 h 738"/>
              <a:gd name="T4" fmla="*/ 354 w 679"/>
              <a:gd name="T5" fmla="*/ 15 h 738"/>
              <a:gd name="T6" fmla="*/ 227 w 679"/>
              <a:gd name="T7" fmla="*/ 94 h 738"/>
              <a:gd name="T8" fmla="*/ 184 w 679"/>
              <a:gd name="T9" fmla="*/ 49 h 738"/>
              <a:gd name="T10" fmla="*/ 202 w 679"/>
              <a:gd name="T11" fmla="*/ 109 h 738"/>
              <a:gd name="T12" fmla="*/ 69 w 679"/>
              <a:gd name="T13" fmla="*/ 179 h 738"/>
              <a:gd name="T14" fmla="*/ 55 w 679"/>
              <a:gd name="T15" fmla="*/ 204 h 738"/>
              <a:gd name="T16" fmla="*/ 59 w 679"/>
              <a:gd name="T17" fmla="*/ 353 h 738"/>
              <a:gd name="T18" fmla="*/ 0 w 679"/>
              <a:gd name="T19" fmla="*/ 369 h 738"/>
              <a:gd name="T20" fmla="*/ 59 w 679"/>
              <a:gd name="T21" fmla="*/ 384 h 738"/>
              <a:gd name="T22" fmla="*/ 55 w 679"/>
              <a:gd name="T23" fmla="*/ 533 h 738"/>
              <a:gd name="T24" fmla="*/ 69 w 679"/>
              <a:gd name="T25" fmla="*/ 558 h 738"/>
              <a:gd name="T26" fmla="*/ 202 w 679"/>
              <a:gd name="T27" fmla="*/ 628 h 738"/>
              <a:gd name="T28" fmla="*/ 184 w 679"/>
              <a:gd name="T29" fmla="*/ 688 h 738"/>
              <a:gd name="T30" fmla="*/ 227 w 679"/>
              <a:gd name="T31" fmla="*/ 643 h 738"/>
              <a:gd name="T32" fmla="*/ 354 w 679"/>
              <a:gd name="T33" fmla="*/ 722 h 738"/>
              <a:gd name="T34" fmla="*/ 383 w 679"/>
              <a:gd name="T35" fmla="*/ 722 h 738"/>
              <a:gd name="T36" fmla="*/ 678 w 679"/>
              <a:gd name="T37" fmla="*/ 369 h 738"/>
              <a:gd name="T38" fmla="*/ 555 w 679"/>
              <a:gd name="T39" fmla="*/ 161 h 738"/>
              <a:gd name="T40" fmla="*/ 383 w 679"/>
              <a:gd name="T41" fmla="*/ 228 h 738"/>
              <a:gd name="T42" fmla="*/ 555 w 679"/>
              <a:gd name="T43" fmla="*/ 161 h 738"/>
              <a:gd name="T44" fmla="*/ 619 w 679"/>
              <a:gd name="T45" fmla="*/ 244 h 738"/>
              <a:gd name="T46" fmla="*/ 383 w 679"/>
              <a:gd name="T47" fmla="*/ 375 h 738"/>
              <a:gd name="T48" fmla="*/ 619 w 679"/>
              <a:gd name="T49" fmla="*/ 244 h 738"/>
              <a:gd name="T50" fmla="*/ 383 w 679"/>
              <a:gd name="T51" fmla="*/ 186 h 738"/>
              <a:gd name="T52" fmla="*/ 463 w 679"/>
              <a:gd name="T53" fmla="*/ 106 h 738"/>
              <a:gd name="T54" fmla="*/ 383 w 679"/>
              <a:gd name="T55" fmla="*/ 522 h 738"/>
              <a:gd name="T56" fmla="*/ 631 w 679"/>
              <a:gd name="T57" fmla="*/ 273 h 738"/>
              <a:gd name="T58" fmla="*/ 383 w 679"/>
              <a:gd name="T59" fmla="*/ 628 h 738"/>
              <a:gd name="T60" fmla="*/ 88 w 679"/>
              <a:gd name="T61" fmla="*/ 369 h 738"/>
              <a:gd name="T62" fmla="*/ 88 w 679"/>
              <a:gd name="T63" fmla="*/ 369 h 738"/>
              <a:gd name="T64" fmla="*/ 170 w 679"/>
              <a:gd name="T65" fmla="*/ 171 h 738"/>
              <a:gd name="T66" fmla="*/ 354 w 679"/>
              <a:gd name="T67" fmla="*/ 647 h 738"/>
              <a:gd name="T68" fmla="*/ 88 w 679"/>
              <a:gd name="T69" fmla="*/ 369 h 738"/>
              <a:gd name="T70" fmla="*/ 566 w 679"/>
              <a:gd name="T71" fmla="*/ 566 h 738"/>
              <a:gd name="T72" fmla="*/ 645 w 679"/>
              <a:gd name="T73" fmla="*/ 407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79" h="738">
                <a:moveTo>
                  <a:pt x="678" y="369"/>
                </a:moveTo>
                <a:lnTo>
                  <a:pt x="678" y="369"/>
                </a:lnTo>
                <a:cubicBezTo>
                  <a:pt x="678" y="203"/>
                  <a:pt x="547" y="67"/>
                  <a:pt x="383" y="61"/>
                </a:cubicBezTo>
                <a:cubicBezTo>
                  <a:pt x="383" y="15"/>
                  <a:pt x="383" y="15"/>
                  <a:pt x="383" y="15"/>
                </a:cubicBezTo>
                <a:cubicBezTo>
                  <a:pt x="383" y="7"/>
                  <a:pt x="377" y="0"/>
                  <a:pt x="369" y="0"/>
                </a:cubicBezTo>
                <a:cubicBezTo>
                  <a:pt x="361" y="0"/>
                  <a:pt x="354" y="7"/>
                  <a:pt x="354" y="15"/>
                </a:cubicBezTo>
                <a:cubicBezTo>
                  <a:pt x="354" y="61"/>
                  <a:pt x="354" y="61"/>
                  <a:pt x="354" y="61"/>
                </a:cubicBezTo>
                <a:cubicBezTo>
                  <a:pt x="308" y="62"/>
                  <a:pt x="265" y="74"/>
                  <a:pt x="227" y="94"/>
                </a:cubicBezTo>
                <a:cubicBezTo>
                  <a:pt x="204" y="55"/>
                  <a:pt x="204" y="55"/>
                  <a:pt x="204" y="55"/>
                </a:cubicBezTo>
                <a:cubicBezTo>
                  <a:pt x="200" y="48"/>
                  <a:pt x="192" y="45"/>
                  <a:pt x="184" y="49"/>
                </a:cubicBezTo>
                <a:cubicBezTo>
                  <a:pt x="177" y="54"/>
                  <a:pt x="175" y="63"/>
                  <a:pt x="180" y="70"/>
                </a:cubicBezTo>
                <a:cubicBezTo>
                  <a:pt x="202" y="109"/>
                  <a:pt x="202" y="109"/>
                  <a:pt x="202" y="109"/>
                </a:cubicBezTo>
                <a:cubicBezTo>
                  <a:pt x="164" y="132"/>
                  <a:pt x="133" y="164"/>
                  <a:pt x="108" y="201"/>
                </a:cubicBezTo>
                <a:cubicBezTo>
                  <a:pt x="69" y="179"/>
                  <a:pt x="69" y="179"/>
                  <a:pt x="69" y="179"/>
                </a:cubicBezTo>
                <a:cubicBezTo>
                  <a:pt x="62" y="175"/>
                  <a:pt x="54" y="178"/>
                  <a:pt x="50" y="185"/>
                </a:cubicBezTo>
                <a:cubicBezTo>
                  <a:pt x="46" y="192"/>
                  <a:pt x="48" y="200"/>
                  <a:pt x="55" y="204"/>
                </a:cubicBezTo>
                <a:cubicBezTo>
                  <a:pt x="94" y="228"/>
                  <a:pt x="94" y="228"/>
                  <a:pt x="94" y="228"/>
                </a:cubicBezTo>
                <a:cubicBezTo>
                  <a:pt x="73" y="265"/>
                  <a:pt x="62" y="308"/>
                  <a:pt x="59" y="353"/>
                </a:cubicBezTo>
                <a:cubicBezTo>
                  <a:pt x="15" y="353"/>
                  <a:pt x="15" y="353"/>
                  <a:pt x="15" y="353"/>
                </a:cubicBezTo>
                <a:cubicBezTo>
                  <a:pt x="7" y="353"/>
                  <a:pt x="0" y="360"/>
                  <a:pt x="0" y="369"/>
                </a:cubicBezTo>
                <a:cubicBezTo>
                  <a:pt x="0" y="377"/>
                  <a:pt x="7" y="384"/>
                  <a:pt x="15" y="384"/>
                </a:cubicBezTo>
                <a:cubicBezTo>
                  <a:pt x="59" y="384"/>
                  <a:pt x="59" y="384"/>
                  <a:pt x="59" y="384"/>
                </a:cubicBezTo>
                <a:cubicBezTo>
                  <a:pt x="62" y="429"/>
                  <a:pt x="73" y="472"/>
                  <a:pt x="94" y="511"/>
                </a:cubicBezTo>
                <a:cubicBezTo>
                  <a:pt x="55" y="533"/>
                  <a:pt x="55" y="533"/>
                  <a:pt x="55" y="533"/>
                </a:cubicBezTo>
                <a:cubicBezTo>
                  <a:pt x="48" y="537"/>
                  <a:pt x="46" y="545"/>
                  <a:pt x="50" y="552"/>
                </a:cubicBezTo>
                <a:cubicBezTo>
                  <a:pt x="54" y="561"/>
                  <a:pt x="62" y="562"/>
                  <a:pt x="69" y="558"/>
                </a:cubicBezTo>
                <a:cubicBezTo>
                  <a:pt x="108" y="536"/>
                  <a:pt x="108" y="536"/>
                  <a:pt x="108" y="536"/>
                </a:cubicBezTo>
                <a:cubicBezTo>
                  <a:pt x="133" y="573"/>
                  <a:pt x="164" y="605"/>
                  <a:pt x="202" y="628"/>
                </a:cubicBezTo>
                <a:cubicBezTo>
                  <a:pt x="180" y="667"/>
                  <a:pt x="180" y="667"/>
                  <a:pt x="180" y="667"/>
                </a:cubicBezTo>
                <a:cubicBezTo>
                  <a:pt x="175" y="675"/>
                  <a:pt x="177" y="683"/>
                  <a:pt x="184" y="688"/>
                </a:cubicBezTo>
                <a:cubicBezTo>
                  <a:pt x="192" y="692"/>
                  <a:pt x="200" y="689"/>
                  <a:pt x="204" y="682"/>
                </a:cubicBezTo>
                <a:cubicBezTo>
                  <a:pt x="227" y="643"/>
                  <a:pt x="227" y="643"/>
                  <a:pt x="227" y="643"/>
                </a:cubicBezTo>
                <a:cubicBezTo>
                  <a:pt x="265" y="663"/>
                  <a:pt x="308" y="675"/>
                  <a:pt x="354" y="678"/>
                </a:cubicBezTo>
                <a:cubicBezTo>
                  <a:pt x="354" y="722"/>
                  <a:pt x="354" y="722"/>
                  <a:pt x="354" y="722"/>
                </a:cubicBezTo>
                <a:cubicBezTo>
                  <a:pt x="354" y="730"/>
                  <a:pt x="361" y="737"/>
                  <a:pt x="369" y="737"/>
                </a:cubicBezTo>
                <a:cubicBezTo>
                  <a:pt x="377" y="737"/>
                  <a:pt x="383" y="730"/>
                  <a:pt x="383" y="722"/>
                </a:cubicBezTo>
                <a:cubicBezTo>
                  <a:pt x="383" y="678"/>
                  <a:pt x="383" y="678"/>
                  <a:pt x="383" y="678"/>
                </a:cubicBezTo>
                <a:cubicBezTo>
                  <a:pt x="547" y="670"/>
                  <a:pt x="678" y="534"/>
                  <a:pt x="678" y="369"/>
                </a:cubicBezTo>
                <a:close/>
                <a:moveTo>
                  <a:pt x="555" y="161"/>
                </a:moveTo>
                <a:lnTo>
                  <a:pt x="555" y="161"/>
                </a:lnTo>
                <a:cubicBezTo>
                  <a:pt x="383" y="333"/>
                  <a:pt x="383" y="333"/>
                  <a:pt x="383" y="333"/>
                </a:cubicBezTo>
                <a:cubicBezTo>
                  <a:pt x="383" y="228"/>
                  <a:pt x="383" y="228"/>
                  <a:pt x="383" y="228"/>
                </a:cubicBezTo>
                <a:cubicBezTo>
                  <a:pt x="493" y="119"/>
                  <a:pt x="493" y="119"/>
                  <a:pt x="493" y="119"/>
                </a:cubicBezTo>
                <a:cubicBezTo>
                  <a:pt x="515" y="130"/>
                  <a:pt x="537" y="143"/>
                  <a:pt x="555" y="161"/>
                </a:cubicBezTo>
                <a:close/>
                <a:moveTo>
                  <a:pt x="619" y="244"/>
                </a:moveTo>
                <a:lnTo>
                  <a:pt x="619" y="244"/>
                </a:lnTo>
                <a:cubicBezTo>
                  <a:pt x="383" y="480"/>
                  <a:pt x="383" y="480"/>
                  <a:pt x="383" y="480"/>
                </a:cubicBezTo>
                <a:cubicBezTo>
                  <a:pt x="383" y="375"/>
                  <a:pt x="383" y="375"/>
                  <a:pt x="383" y="375"/>
                </a:cubicBezTo>
                <a:cubicBezTo>
                  <a:pt x="576" y="182"/>
                  <a:pt x="576" y="182"/>
                  <a:pt x="576" y="182"/>
                </a:cubicBezTo>
                <a:cubicBezTo>
                  <a:pt x="594" y="200"/>
                  <a:pt x="608" y="222"/>
                  <a:pt x="619" y="244"/>
                </a:cubicBezTo>
                <a:close/>
                <a:moveTo>
                  <a:pt x="383" y="186"/>
                </a:moveTo>
                <a:lnTo>
                  <a:pt x="383" y="186"/>
                </a:lnTo>
                <a:cubicBezTo>
                  <a:pt x="383" y="90"/>
                  <a:pt x="383" y="90"/>
                  <a:pt x="383" y="90"/>
                </a:cubicBezTo>
                <a:cubicBezTo>
                  <a:pt x="412" y="91"/>
                  <a:pt x="438" y="96"/>
                  <a:pt x="463" y="106"/>
                </a:cubicBezTo>
                <a:lnTo>
                  <a:pt x="383" y="186"/>
                </a:lnTo>
                <a:close/>
                <a:moveTo>
                  <a:pt x="383" y="522"/>
                </a:moveTo>
                <a:lnTo>
                  <a:pt x="383" y="522"/>
                </a:lnTo>
                <a:cubicBezTo>
                  <a:pt x="631" y="273"/>
                  <a:pt x="631" y="273"/>
                  <a:pt x="631" y="273"/>
                </a:cubicBezTo>
                <a:cubicBezTo>
                  <a:pt x="642" y="302"/>
                  <a:pt x="648" y="331"/>
                  <a:pt x="648" y="363"/>
                </a:cubicBezTo>
                <a:cubicBezTo>
                  <a:pt x="383" y="628"/>
                  <a:pt x="383" y="628"/>
                  <a:pt x="383" y="628"/>
                </a:cubicBezTo>
                <a:lnTo>
                  <a:pt x="383" y="522"/>
                </a:lnTo>
                <a:close/>
                <a:moveTo>
                  <a:pt x="88" y="369"/>
                </a:moveTo>
                <a:lnTo>
                  <a:pt x="88" y="369"/>
                </a:lnTo>
                <a:lnTo>
                  <a:pt x="88" y="369"/>
                </a:lnTo>
                <a:lnTo>
                  <a:pt x="88" y="369"/>
                </a:lnTo>
                <a:cubicBezTo>
                  <a:pt x="88" y="291"/>
                  <a:pt x="120" y="221"/>
                  <a:pt x="170" y="171"/>
                </a:cubicBezTo>
                <a:cubicBezTo>
                  <a:pt x="218" y="123"/>
                  <a:pt x="282" y="94"/>
                  <a:pt x="354" y="90"/>
                </a:cubicBezTo>
                <a:cubicBezTo>
                  <a:pt x="354" y="647"/>
                  <a:pt x="354" y="647"/>
                  <a:pt x="354" y="647"/>
                </a:cubicBezTo>
                <a:cubicBezTo>
                  <a:pt x="282" y="645"/>
                  <a:pt x="218" y="614"/>
                  <a:pt x="170" y="566"/>
                </a:cubicBezTo>
                <a:cubicBezTo>
                  <a:pt x="120" y="516"/>
                  <a:pt x="88" y="446"/>
                  <a:pt x="88" y="369"/>
                </a:cubicBezTo>
                <a:close/>
                <a:moveTo>
                  <a:pt x="566" y="566"/>
                </a:moveTo>
                <a:lnTo>
                  <a:pt x="566" y="566"/>
                </a:lnTo>
                <a:cubicBezTo>
                  <a:pt x="525" y="609"/>
                  <a:pt x="468" y="636"/>
                  <a:pt x="407" y="646"/>
                </a:cubicBezTo>
                <a:cubicBezTo>
                  <a:pt x="645" y="407"/>
                  <a:pt x="645" y="407"/>
                  <a:pt x="645" y="407"/>
                </a:cubicBezTo>
                <a:cubicBezTo>
                  <a:pt x="637" y="469"/>
                  <a:pt x="609" y="525"/>
                  <a:pt x="566" y="566"/>
                </a:cubicBezTo>
                <a:close/>
              </a:path>
            </a:pathLst>
          </a:custGeom>
          <a:solidFill>
            <a:schemeClr val="tx2"/>
          </a:solidFill>
          <a:ln>
            <a:noFill/>
          </a:ln>
          <a:effectLst/>
        </p:spPr>
        <p:txBody>
          <a:bodyPr wrap="none" anchor="ctr"/>
          <a:lstStyle/>
          <a:p>
            <a:endParaRPr lang="da-DK">
              <a:solidFill>
                <a:schemeClr val="tx2"/>
              </a:solidFill>
            </a:endParaRPr>
          </a:p>
        </p:txBody>
      </p:sp>
      <p:sp>
        <p:nvSpPr>
          <p:cNvPr id="470" name="Freeform 392">
            <a:extLst>
              <a:ext uri="{FF2B5EF4-FFF2-40B4-BE49-F238E27FC236}">
                <a16:creationId xmlns:a16="http://schemas.microsoft.com/office/drawing/2014/main" id="{C93F74EC-9170-9529-DA50-A2C88D808A3B}"/>
              </a:ext>
            </a:extLst>
          </p:cNvPr>
          <p:cNvSpPr>
            <a:spLocks noChangeArrowheads="1"/>
          </p:cNvSpPr>
          <p:nvPr/>
        </p:nvSpPr>
        <p:spPr bwMode="auto">
          <a:xfrm>
            <a:off x="6956945" y="4186659"/>
            <a:ext cx="233363" cy="255588"/>
          </a:xfrm>
          <a:custGeom>
            <a:avLst/>
            <a:gdLst>
              <a:gd name="T0" fmla="*/ 648 w 649"/>
              <a:gd name="T1" fmla="*/ 607 h 711"/>
              <a:gd name="T2" fmla="*/ 648 w 649"/>
              <a:gd name="T3" fmla="*/ 607 h 711"/>
              <a:gd name="T4" fmla="*/ 545 w 649"/>
              <a:gd name="T5" fmla="*/ 503 h 711"/>
              <a:gd name="T6" fmla="*/ 449 w 649"/>
              <a:gd name="T7" fmla="*/ 568 h 711"/>
              <a:gd name="T8" fmla="*/ 342 w 649"/>
              <a:gd name="T9" fmla="*/ 402 h 711"/>
              <a:gd name="T10" fmla="*/ 588 w 649"/>
              <a:gd name="T11" fmla="*/ 25 h 711"/>
              <a:gd name="T12" fmla="*/ 583 w 649"/>
              <a:gd name="T13" fmla="*/ 5 h 711"/>
              <a:gd name="T14" fmla="*/ 563 w 649"/>
              <a:gd name="T15" fmla="*/ 10 h 711"/>
              <a:gd name="T16" fmla="*/ 324 w 649"/>
              <a:gd name="T17" fmla="*/ 376 h 711"/>
              <a:gd name="T18" fmla="*/ 86 w 649"/>
              <a:gd name="T19" fmla="*/ 10 h 711"/>
              <a:gd name="T20" fmla="*/ 65 w 649"/>
              <a:gd name="T21" fmla="*/ 5 h 711"/>
              <a:gd name="T22" fmla="*/ 61 w 649"/>
              <a:gd name="T23" fmla="*/ 25 h 711"/>
              <a:gd name="T24" fmla="*/ 307 w 649"/>
              <a:gd name="T25" fmla="*/ 402 h 711"/>
              <a:gd name="T26" fmla="*/ 199 w 649"/>
              <a:gd name="T27" fmla="*/ 568 h 711"/>
              <a:gd name="T28" fmla="*/ 103 w 649"/>
              <a:gd name="T29" fmla="*/ 503 h 711"/>
              <a:gd name="T30" fmla="*/ 0 w 649"/>
              <a:gd name="T31" fmla="*/ 607 h 711"/>
              <a:gd name="T32" fmla="*/ 103 w 649"/>
              <a:gd name="T33" fmla="*/ 710 h 711"/>
              <a:gd name="T34" fmla="*/ 206 w 649"/>
              <a:gd name="T35" fmla="*/ 612 h 711"/>
              <a:gd name="T36" fmla="*/ 324 w 649"/>
              <a:gd name="T37" fmla="*/ 430 h 711"/>
              <a:gd name="T38" fmla="*/ 442 w 649"/>
              <a:gd name="T39" fmla="*/ 612 h 711"/>
              <a:gd name="T40" fmla="*/ 545 w 649"/>
              <a:gd name="T41" fmla="*/ 710 h 711"/>
              <a:gd name="T42" fmla="*/ 648 w 649"/>
              <a:gd name="T43" fmla="*/ 607 h 711"/>
              <a:gd name="T44" fmla="*/ 155 w 649"/>
              <a:gd name="T45" fmla="*/ 659 h 711"/>
              <a:gd name="T46" fmla="*/ 155 w 649"/>
              <a:gd name="T47" fmla="*/ 659 h 711"/>
              <a:gd name="T48" fmla="*/ 103 w 649"/>
              <a:gd name="T49" fmla="*/ 680 h 711"/>
              <a:gd name="T50" fmla="*/ 52 w 649"/>
              <a:gd name="T51" fmla="*/ 659 h 711"/>
              <a:gd name="T52" fmla="*/ 30 w 649"/>
              <a:gd name="T53" fmla="*/ 607 h 711"/>
              <a:gd name="T54" fmla="*/ 52 w 649"/>
              <a:gd name="T55" fmla="*/ 554 h 711"/>
              <a:gd name="T56" fmla="*/ 103 w 649"/>
              <a:gd name="T57" fmla="*/ 534 h 711"/>
              <a:gd name="T58" fmla="*/ 155 w 649"/>
              <a:gd name="T59" fmla="*/ 554 h 711"/>
              <a:gd name="T60" fmla="*/ 177 w 649"/>
              <a:gd name="T61" fmla="*/ 607 h 711"/>
              <a:gd name="T62" fmla="*/ 155 w 649"/>
              <a:gd name="T63" fmla="*/ 659 h 711"/>
              <a:gd name="T64" fmla="*/ 545 w 649"/>
              <a:gd name="T65" fmla="*/ 680 h 711"/>
              <a:gd name="T66" fmla="*/ 545 w 649"/>
              <a:gd name="T67" fmla="*/ 680 h 711"/>
              <a:gd name="T68" fmla="*/ 494 w 649"/>
              <a:gd name="T69" fmla="*/ 659 h 711"/>
              <a:gd name="T70" fmla="*/ 472 w 649"/>
              <a:gd name="T71" fmla="*/ 607 h 711"/>
              <a:gd name="T72" fmla="*/ 494 w 649"/>
              <a:gd name="T73" fmla="*/ 554 h 711"/>
              <a:gd name="T74" fmla="*/ 545 w 649"/>
              <a:gd name="T75" fmla="*/ 534 h 711"/>
              <a:gd name="T76" fmla="*/ 597 w 649"/>
              <a:gd name="T77" fmla="*/ 554 h 711"/>
              <a:gd name="T78" fmla="*/ 619 w 649"/>
              <a:gd name="T79" fmla="*/ 607 h 711"/>
              <a:gd name="T80" fmla="*/ 597 w 649"/>
              <a:gd name="T81" fmla="*/ 659 h 711"/>
              <a:gd name="T82" fmla="*/ 545 w 649"/>
              <a:gd name="T83" fmla="*/ 68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49" h="711">
                <a:moveTo>
                  <a:pt x="648" y="607"/>
                </a:moveTo>
                <a:lnTo>
                  <a:pt x="648" y="607"/>
                </a:lnTo>
                <a:cubicBezTo>
                  <a:pt x="648" y="550"/>
                  <a:pt x="603" y="503"/>
                  <a:pt x="545" y="503"/>
                </a:cubicBezTo>
                <a:cubicBezTo>
                  <a:pt x="502" y="503"/>
                  <a:pt x="465" y="531"/>
                  <a:pt x="449" y="568"/>
                </a:cubicBezTo>
                <a:cubicBezTo>
                  <a:pt x="342" y="402"/>
                  <a:pt x="342" y="402"/>
                  <a:pt x="342" y="402"/>
                </a:cubicBezTo>
                <a:cubicBezTo>
                  <a:pt x="588" y="25"/>
                  <a:pt x="588" y="25"/>
                  <a:pt x="588" y="25"/>
                </a:cubicBezTo>
                <a:cubicBezTo>
                  <a:pt x="592" y="18"/>
                  <a:pt x="590" y="10"/>
                  <a:pt x="583" y="5"/>
                </a:cubicBezTo>
                <a:cubicBezTo>
                  <a:pt x="576" y="0"/>
                  <a:pt x="567" y="3"/>
                  <a:pt x="563" y="10"/>
                </a:cubicBezTo>
                <a:cubicBezTo>
                  <a:pt x="324" y="376"/>
                  <a:pt x="324" y="376"/>
                  <a:pt x="324" y="376"/>
                </a:cubicBezTo>
                <a:cubicBezTo>
                  <a:pt x="86" y="10"/>
                  <a:pt x="86" y="10"/>
                  <a:pt x="86" y="10"/>
                </a:cubicBezTo>
                <a:cubicBezTo>
                  <a:pt x="82" y="3"/>
                  <a:pt x="72" y="0"/>
                  <a:pt x="65" y="5"/>
                </a:cubicBezTo>
                <a:cubicBezTo>
                  <a:pt x="59" y="10"/>
                  <a:pt x="57" y="18"/>
                  <a:pt x="61" y="25"/>
                </a:cubicBezTo>
                <a:cubicBezTo>
                  <a:pt x="307" y="402"/>
                  <a:pt x="307" y="402"/>
                  <a:pt x="307" y="402"/>
                </a:cubicBezTo>
                <a:cubicBezTo>
                  <a:pt x="199" y="568"/>
                  <a:pt x="199" y="568"/>
                  <a:pt x="199" y="568"/>
                </a:cubicBezTo>
                <a:cubicBezTo>
                  <a:pt x="184" y="531"/>
                  <a:pt x="147" y="503"/>
                  <a:pt x="103" y="503"/>
                </a:cubicBezTo>
                <a:cubicBezTo>
                  <a:pt x="46" y="503"/>
                  <a:pt x="0" y="550"/>
                  <a:pt x="0" y="607"/>
                </a:cubicBezTo>
                <a:cubicBezTo>
                  <a:pt x="0" y="663"/>
                  <a:pt x="46" y="710"/>
                  <a:pt x="103" y="710"/>
                </a:cubicBezTo>
                <a:cubicBezTo>
                  <a:pt x="159" y="710"/>
                  <a:pt x="204" y="666"/>
                  <a:pt x="206" y="612"/>
                </a:cubicBezTo>
                <a:cubicBezTo>
                  <a:pt x="324" y="430"/>
                  <a:pt x="324" y="430"/>
                  <a:pt x="324" y="430"/>
                </a:cubicBezTo>
                <a:cubicBezTo>
                  <a:pt x="442" y="612"/>
                  <a:pt x="442" y="612"/>
                  <a:pt x="442" y="612"/>
                </a:cubicBezTo>
                <a:cubicBezTo>
                  <a:pt x="445" y="666"/>
                  <a:pt x="489" y="710"/>
                  <a:pt x="545" y="710"/>
                </a:cubicBezTo>
                <a:cubicBezTo>
                  <a:pt x="603" y="710"/>
                  <a:pt x="648" y="663"/>
                  <a:pt x="648" y="607"/>
                </a:cubicBezTo>
                <a:close/>
                <a:moveTo>
                  <a:pt x="155" y="659"/>
                </a:moveTo>
                <a:lnTo>
                  <a:pt x="155" y="659"/>
                </a:lnTo>
                <a:cubicBezTo>
                  <a:pt x="141" y="672"/>
                  <a:pt x="123" y="680"/>
                  <a:pt x="103" y="680"/>
                </a:cubicBezTo>
                <a:cubicBezTo>
                  <a:pt x="83" y="680"/>
                  <a:pt x="64" y="672"/>
                  <a:pt x="52" y="659"/>
                </a:cubicBezTo>
                <a:cubicBezTo>
                  <a:pt x="38" y="645"/>
                  <a:pt x="30" y="627"/>
                  <a:pt x="30" y="607"/>
                </a:cubicBezTo>
                <a:cubicBezTo>
                  <a:pt x="30" y="586"/>
                  <a:pt x="38" y="568"/>
                  <a:pt x="52" y="554"/>
                </a:cubicBezTo>
                <a:cubicBezTo>
                  <a:pt x="64" y="542"/>
                  <a:pt x="83" y="534"/>
                  <a:pt x="103" y="534"/>
                </a:cubicBezTo>
                <a:cubicBezTo>
                  <a:pt x="123" y="534"/>
                  <a:pt x="141" y="542"/>
                  <a:pt x="155" y="554"/>
                </a:cubicBezTo>
                <a:cubicBezTo>
                  <a:pt x="169" y="568"/>
                  <a:pt x="177" y="586"/>
                  <a:pt x="177" y="607"/>
                </a:cubicBezTo>
                <a:cubicBezTo>
                  <a:pt x="177" y="627"/>
                  <a:pt x="169" y="645"/>
                  <a:pt x="155" y="659"/>
                </a:cubicBezTo>
                <a:close/>
                <a:moveTo>
                  <a:pt x="545" y="680"/>
                </a:moveTo>
                <a:lnTo>
                  <a:pt x="545" y="680"/>
                </a:lnTo>
                <a:cubicBezTo>
                  <a:pt x="525" y="680"/>
                  <a:pt x="506" y="672"/>
                  <a:pt x="494" y="659"/>
                </a:cubicBezTo>
                <a:cubicBezTo>
                  <a:pt x="480" y="645"/>
                  <a:pt x="472" y="627"/>
                  <a:pt x="472" y="607"/>
                </a:cubicBezTo>
                <a:cubicBezTo>
                  <a:pt x="472" y="586"/>
                  <a:pt x="480" y="568"/>
                  <a:pt x="494" y="554"/>
                </a:cubicBezTo>
                <a:cubicBezTo>
                  <a:pt x="506" y="542"/>
                  <a:pt x="525" y="534"/>
                  <a:pt x="545" y="534"/>
                </a:cubicBezTo>
                <a:cubicBezTo>
                  <a:pt x="565" y="534"/>
                  <a:pt x="583" y="542"/>
                  <a:pt x="597" y="554"/>
                </a:cubicBezTo>
                <a:cubicBezTo>
                  <a:pt x="611" y="568"/>
                  <a:pt x="619" y="586"/>
                  <a:pt x="619" y="607"/>
                </a:cubicBezTo>
                <a:cubicBezTo>
                  <a:pt x="619" y="627"/>
                  <a:pt x="611" y="645"/>
                  <a:pt x="597" y="659"/>
                </a:cubicBezTo>
                <a:cubicBezTo>
                  <a:pt x="583" y="672"/>
                  <a:pt x="565" y="680"/>
                  <a:pt x="545" y="680"/>
                </a:cubicBezTo>
                <a:close/>
              </a:path>
            </a:pathLst>
          </a:custGeom>
          <a:solidFill>
            <a:schemeClr val="tx2"/>
          </a:solidFill>
          <a:ln>
            <a:noFill/>
          </a:ln>
          <a:effectLst/>
        </p:spPr>
        <p:txBody>
          <a:bodyPr wrap="none" anchor="ctr"/>
          <a:lstStyle/>
          <a:p>
            <a:endParaRPr lang="da-DK">
              <a:solidFill>
                <a:schemeClr val="tx2"/>
              </a:solidFill>
            </a:endParaRPr>
          </a:p>
        </p:txBody>
      </p:sp>
      <p:sp>
        <p:nvSpPr>
          <p:cNvPr id="471" name="Freeform 393">
            <a:extLst>
              <a:ext uri="{FF2B5EF4-FFF2-40B4-BE49-F238E27FC236}">
                <a16:creationId xmlns:a16="http://schemas.microsoft.com/office/drawing/2014/main" id="{E8B0B406-D0BA-7F29-0BCF-A405E493F6F0}"/>
              </a:ext>
            </a:extLst>
          </p:cNvPr>
          <p:cNvSpPr>
            <a:spLocks noChangeArrowheads="1"/>
          </p:cNvSpPr>
          <p:nvPr/>
        </p:nvSpPr>
        <p:spPr bwMode="auto">
          <a:xfrm>
            <a:off x="5407545" y="4692278"/>
            <a:ext cx="255588" cy="255587"/>
          </a:xfrm>
          <a:custGeom>
            <a:avLst/>
            <a:gdLst>
              <a:gd name="T0" fmla="*/ 587 w 708"/>
              <a:gd name="T1" fmla="*/ 295 h 709"/>
              <a:gd name="T2" fmla="*/ 707 w 708"/>
              <a:gd name="T3" fmla="*/ 45 h 709"/>
              <a:gd name="T4" fmla="*/ 692 w 708"/>
              <a:gd name="T5" fmla="*/ 29 h 709"/>
              <a:gd name="T6" fmla="*/ 590 w 708"/>
              <a:gd name="T7" fmla="*/ 14 h 709"/>
              <a:gd name="T8" fmla="*/ 575 w 708"/>
              <a:gd name="T9" fmla="*/ 0 h 709"/>
              <a:gd name="T10" fmla="*/ 123 w 708"/>
              <a:gd name="T11" fmla="*/ 5 h 709"/>
              <a:gd name="T12" fmla="*/ 117 w 708"/>
              <a:gd name="T13" fmla="*/ 29 h 709"/>
              <a:gd name="T14" fmla="*/ 4 w 708"/>
              <a:gd name="T15" fmla="*/ 34 h 709"/>
              <a:gd name="T16" fmla="*/ 0 w 708"/>
              <a:gd name="T17" fmla="*/ 162 h 709"/>
              <a:gd name="T18" fmla="*/ 336 w 708"/>
              <a:gd name="T19" fmla="*/ 500 h 709"/>
              <a:gd name="T20" fmla="*/ 309 w 708"/>
              <a:gd name="T21" fmla="*/ 619 h 709"/>
              <a:gd name="T22" fmla="*/ 211 w 708"/>
              <a:gd name="T23" fmla="*/ 695 h 709"/>
              <a:gd name="T24" fmla="*/ 481 w 708"/>
              <a:gd name="T25" fmla="*/ 708 h 709"/>
              <a:gd name="T26" fmla="*/ 485 w 708"/>
              <a:gd name="T27" fmla="*/ 679 h 709"/>
              <a:gd name="T28" fmla="*/ 380 w 708"/>
              <a:gd name="T29" fmla="*/ 565 h 709"/>
              <a:gd name="T30" fmla="*/ 587 w 708"/>
              <a:gd name="T31" fmla="*/ 295 h 709"/>
              <a:gd name="T32" fmla="*/ 678 w 708"/>
              <a:gd name="T33" fmla="*/ 58 h 709"/>
              <a:gd name="T34" fmla="*/ 648 w 708"/>
              <a:gd name="T35" fmla="*/ 235 h 709"/>
              <a:gd name="T36" fmla="*/ 590 w 708"/>
              <a:gd name="T37" fmla="*/ 58 h 709"/>
              <a:gd name="T38" fmla="*/ 29 w 708"/>
              <a:gd name="T39" fmla="*/ 162 h 709"/>
              <a:gd name="T40" fmla="*/ 29 w 708"/>
              <a:gd name="T41" fmla="*/ 58 h 709"/>
              <a:gd name="T42" fmla="*/ 117 w 708"/>
              <a:gd name="T43" fmla="*/ 264 h 709"/>
              <a:gd name="T44" fmla="*/ 29 w 708"/>
              <a:gd name="T45" fmla="*/ 162 h 709"/>
              <a:gd name="T46" fmla="*/ 414 w 708"/>
              <a:gd name="T47" fmla="*/ 677 h 709"/>
              <a:gd name="T48" fmla="*/ 311 w 708"/>
              <a:gd name="T49" fmla="*/ 663 h 709"/>
              <a:gd name="T50" fmla="*/ 373 w 708"/>
              <a:gd name="T51" fmla="*/ 633 h 709"/>
              <a:gd name="T52" fmla="*/ 354 w 708"/>
              <a:gd name="T53" fmla="*/ 471 h 709"/>
              <a:gd name="T54" fmla="*/ 207 w 708"/>
              <a:gd name="T55" fmla="*/ 411 h 709"/>
              <a:gd name="T56" fmla="*/ 148 w 708"/>
              <a:gd name="T57" fmla="*/ 45 h 709"/>
              <a:gd name="T58" fmla="*/ 148 w 708"/>
              <a:gd name="T59" fmla="*/ 29 h 709"/>
              <a:gd name="T60" fmla="*/ 559 w 708"/>
              <a:gd name="T61" fmla="*/ 266 h 709"/>
              <a:gd name="T62" fmla="*/ 354 w 708"/>
              <a:gd name="T63" fmla="*/ 47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709">
                <a:moveTo>
                  <a:pt x="587" y="295"/>
                </a:moveTo>
                <a:lnTo>
                  <a:pt x="587" y="295"/>
                </a:lnTo>
                <a:cubicBezTo>
                  <a:pt x="655" y="288"/>
                  <a:pt x="707" y="231"/>
                  <a:pt x="707" y="162"/>
                </a:cubicBezTo>
                <a:cubicBezTo>
                  <a:pt x="707" y="45"/>
                  <a:pt x="707" y="45"/>
                  <a:pt x="707" y="45"/>
                </a:cubicBezTo>
                <a:cubicBezTo>
                  <a:pt x="707" y="41"/>
                  <a:pt x="706" y="36"/>
                  <a:pt x="703" y="34"/>
                </a:cubicBezTo>
                <a:cubicBezTo>
                  <a:pt x="700" y="31"/>
                  <a:pt x="696" y="29"/>
                  <a:pt x="692" y="29"/>
                </a:cubicBezTo>
                <a:cubicBezTo>
                  <a:pt x="590" y="29"/>
                  <a:pt x="590" y="29"/>
                  <a:pt x="590" y="29"/>
                </a:cubicBezTo>
                <a:cubicBezTo>
                  <a:pt x="590" y="14"/>
                  <a:pt x="590" y="14"/>
                  <a:pt x="590" y="14"/>
                </a:cubicBezTo>
                <a:cubicBezTo>
                  <a:pt x="590" y="12"/>
                  <a:pt x="588" y="7"/>
                  <a:pt x="586" y="5"/>
                </a:cubicBezTo>
                <a:cubicBezTo>
                  <a:pt x="583" y="2"/>
                  <a:pt x="579" y="0"/>
                  <a:pt x="575" y="0"/>
                </a:cubicBezTo>
                <a:cubicBezTo>
                  <a:pt x="133" y="0"/>
                  <a:pt x="133" y="0"/>
                  <a:pt x="133" y="0"/>
                </a:cubicBezTo>
                <a:cubicBezTo>
                  <a:pt x="128" y="0"/>
                  <a:pt x="126" y="2"/>
                  <a:pt x="123" y="5"/>
                </a:cubicBezTo>
                <a:cubicBezTo>
                  <a:pt x="120" y="7"/>
                  <a:pt x="117" y="12"/>
                  <a:pt x="117" y="14"/>
                </a:cubicBezTo>
                <a:cubicBezTo>
                  <a:pt x="117" y="29"/>
                  <a:pt x="117" y="29"/>
                  <a:pt x="117" y="29"/>
                </a:cubicBezTo>
                <a:cubicBezTo>
                  <a:pt x="15" y="29"/>
                  <a:pt x="15" y="29"/>
                  <a:pt x="15" y="29"/>
                </a:cubicBezTo>
                <a:cubicBezTo>
                  <a:pt x="11" y="29"/>
                  <a:pt x="7" y="31"/>
                  <a:pt x="4" y="34"/>
                </a:cubicBezTo>
                <a:cubicBezTo>
                  <a:pt x="1" y="36"/>
                  <a:pt x="0" y="41"/>
                  <a:pt x="0" y="45"/>
                </a:cubicBezTo>
                <a:cubicBezTo>
                  <a:pt x="0" y="162"/>
                  <a:pt x="0" y="162"/>
                  <a:pt x="0" y="162"/>
                </a:cubicBezTo>
                <a:cubicBezTo>
                  <a:pt x="0" y="231"/>
                  <a:pt x="53" y="288"/>
                  <a:pt x="120" y="295"/>
                </a:cubicBezTo>
                <a:cubicBezTo>
                  <a:pt x="134" y="405"/>
                  <a:pt x="224" y="492"/>
                  <a:pt x="336" y="500"/>
                </a:cubicBezTo>
                <a:cubicBezTo>
                  <a:pt x="334" y="511"/>
                  <a:pt x="333" y="524"/>
                  <a:pt x="332" y="536"/>
                </a:cubicBezTo>
                <a:cubicBezTo>
                  <a:pt x="329" y="564"/>
                  <a:pt x="323" y="594"/>
                  <a:pt x="309" y="619"/>
                </a:cubicBezTo>
                <a:cubicBezTo>
                  <a:pt x="294" y="643"/>
                  <a:pt x="269" y="665"/>
                  <a:pt x="222" y="679"/>
                </a:cubicBezTo>
                <a:cubicBezTo>
                  <a:pt x="216" y="680"/>
                  <a:pt x="210" y="687"/>
                  <a:pt x="211" y="695"/>
                </a:cubicBezTo>
                <a:cubicBezTo>
                  <a:pt x="213" y="702"/>
                  <a:pt x="218" y="708"/>
                  <a:pt x="227" y="708"/>
                </a:cubicBezTo>
                <a:cubicBezTo>
                  <a:pt x="311" y="708"/>
                  <a:pt x="396" y="708"/>
                  <a:pt x="481" y="708"/>
                </a:cubicBezTo>
                <a:cubicBezTo>
                  <a:pt x="489" y="708"/>
                  <a:pt x="495" y="702"/>
                  <a:pt x="496" y="695"/>
                </a:cubicBezTo>
                <a:cubicBezTo>
                  <a:pt x="497" y="687"/>
                  <a:pt x="492" y="680"/>
                  <a:pt x="485" y="679"/>
                </a:cubicBezTo>
                <a:cubicBezTo>
                  <a:pt x="453" y="669"/>
                  <a:pt x="432" y="656"/>
                  <a:pt x="417" y="641"/>
                </a:cubicBezTo>
                <a:cubicBezTo>
                  <a:pt x="395" y="621"/>
                  <a:pt x="385" y="593"/>
                  <a:pt x="380" y="565"/>
                </a:cubicBezTo>
                <a:cubicBezTo>
                  <a:pt x="376" y="543"/>
                  <a:pt x="374" y="521"/>
                  <a:pt x="372" y="500"/>
                </a:cubicBezTo>
                <a:cubicBezTo>
                  <a:pt x="483" y="492"/>
                  <a:pt x="575" y="405"/>
                  <a:pt x="587" y="295"/>
                </a:cubicBezTo>
                <a:close/>
                <a:moveTo>
                  <a:pt x="678" y="58"/>
                </a:moveTo>
                <a:lnTo>
                  <a:pt x="678" y="58"/>
                </a:lnTo>
                <a:cubicBezTo>
                  <a:pt x="678" y="162"/>
                  <a:pt x="678" y="162"/>
                  <a:pt x="678" y="162"/>
                </a:cubicBezTo>
                <a:cubicBezTo>
                  <a:pt x="678" y="191"/>
                  <a:pt x="666" y="216"/>
                  <a:pt x="648" y="235"/>
                </a:cubicBezTo>
                <a:cubicBezTo>
                  <a:pt x="633" y="250"/>
                  <a:pt x="612" y="261"/>
                  <a:pt x="590" y="264"/>
                </a:cubicBezTo>
                <a:cubicBezTo>
                  <a:pt x="590" y="58"/>
                  <a:pt x="590" y="58"/>
                  <a:pt x="590" y="58"/>
                </a:cubicBezTo>
                <a:lnTo>
                  <a:pt x="678" y="58"/>
                </a:lnTo>
                <a:close/>
                <a:moveTo>
                  <a:pt x="29" y="162"/>
                </a:moveTo>
                <a:lnTo>
                  <a:pt x="29" y="162"/>
                </a:lnTo>
                <a:cubicBezTo>
                  <a:pt x="29" y="58"/>
                  <a:pt x="29" y="58"/>
                  <a:pt x="29" y="58"/>
                </a:cubicBezTo>
                <a:cubicBezTo>
                  <a:pt x="117" y="58"/>
                  <a:pt x="117" y="58"/>
                  <a:pt x="117" y="58"/>
                </a:cubicBezTo>
                <a:cubicBezTo>
                  <a:pt x="117" y="264"/>
                  <a:pt x="117" y="264"/>
                  <a:pt x="117" y="264"/>
                </a:cubicBezTo>
                <a:cubicBezTo>
                  <a:pt x="95" y="261"/>
                  <a:pt x="75" y="250"/>
                  <a:pt x="59" y="235"/>
                </a:cubicBezTo>
                <a:cubicBezTo>
                  <a:pt x="41" y="216"/>
                  <a:pt x="29" y="191"/>
                  <a:pt x="29" y="162"/>
                </a:cubicBezTo>
                <a:close/>
                <a:moveTo>
                  <a:pt x="414" y="677"/>
                </a:moveTo>
                <a:lnTo>
                  <a:pt x="414" y="677"/>
                </a:lnTo>
                <a:cubicBezTo>
                  <a:pt x="374" y="677"/>
                  <a:pt x="333" y="677"/>
                  <a:pt x="293" y="677"/>
                </a:cubicBezTo>
                <a:cubicBezTo>
                  <a:pt x="300" y="673"/>
                  <a:pt x="305" y="669"/>
                  <a:pt x="311" y="663"/>
                </a:cubicBezTo>
                <a:cubicBezTo>
                  <a:pt x="336" y="640"/>
                  <a:pt x="347" y="611"/>
                  <a:pt x="354" y="585"/>
                </a:cubicBezTo>
                <a:cubicBezTo>
                  <a:pt x="358" y="601"/>
                  <a:pt x="363" y="618"/>
                  <a:pt x="373" y="633"/>
                </a:cubicBezTo>
                <a:cubicBezTo>
                  <a:pt x="383" y="650"/>
                  <a:pt x="396" y="665"/>
                  <a:pt x="414" y="677"/>
                </a:cubicBezTo>
                <a:close/>
                <a:moveTo>
                  <a:pt x="354" y="471"/>
                </a:moveTo>
                <a:lnTo>
                  <a:pt x="354" y="471"/>
                </a:lnTo>
                <a:cubicBezTo>
                  <a:pt x="297" y="471"/>
                  <a:pt x="246" y="448"/>
                  <a:pt x="207" y="411"/>
                </a:cubicBezTo>
                <a:cubicBezTo>
                  <a:pt x="170" y="373"/>
                  <a:pt x="148" y="322"/>
                  <a:pt x="148" y="266"/>
                </a:cubicBezTo>
                <a:cubicBezTo>
                  <a:pt x="148" y="45"/>
                  <a:pt x="148" y="45"/>
                  <a:pt x="148" y="45"/>
                </a:cubicBezTo>
                <a:lnTo>
                  <a:pt x="148" y="45"/>
                </a:lnTo>
                <a:cubicBezTo>
                  <a:pt x="148" y="29"/>
                  <a:pt x="148" y="29"/>
                  <a:pt x="148" y="29"/>
                </a:cubicBezTo>
                <a:cubicBezTo>
                  <a:pt x="559" y="29"/>
                  <a:pt x="559" y="29"/>
                  <a:pt x="559" y="29"/>
                </a:cubicBezTo>
                <a:cubicBezTo>
                  <a:pt x="559" y="266"/>
                  <a:pt x="559" y="266"/>
                  <a:pt x="559" y="266"/>
                </a:cubicBezTo>
                <a:cubicBezTo>
                  <a:pt x="559" y="322"/>
                  <a:pt x="537" y="373"/>
                  <a:pt x="500" y="411"/>
                </a:cubicBezTo>
                <a:cubicBezTo>
                  <a:pt x="463" y="448"/>
                  <a:pt x="410" y="471"/>
                  <a:pt x="354" y="471"/>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72" name="Group 474">
            <a:extLst>
              <a:ext uri="{FF2B5EF4-FFF2-40B4-BE49-F238E27FC236}">
                <a16:creationId xmlns:a16="http://schemas.microsoft.com/office/drawing/2014/main" id="{1071AF68-A201-A4AE-A656-A5B1E9A52864}"/>
              </a:ext>
            </a:extLst>
          </p:cNvPr>
          <p:cNvGrpSpPr/>
          <p:nvPr/>
        </p:nvGrpSpPr>
        <p:grpSpPr>
          <a:xfrm>
            <a:off x="4893195" y="6227390"/>
            <a:ext cx="255588" cy="255588"/>
            <a:chOff x="3736975" y="6521450"/>
            <a:chExt cx="255588" cy="255588"/>
          </a:xfrm>
          <a:solidFill>
            <a:schemeClr val="tx2"/>
          </a:solidFill>
        </p:grpSpPr>
        <p:sp>
          <p:nvSpPr>
            <p:cNvPr id="473" name="Freeform 394">
              <a:extLst>
                <a:ext uri="{FF2B5EF4-FFF2-40B4-BE49-F238E27FC236}">
                  <a16:creationId xmlns:a16="http://schemas.microsoft.com/office/drawing/2014/main" id="{5B6E4779-605B-AA4B-5DE4-1171A18FA8AE}"/>
                </a:ext>
              </a:extLst>
            </p:cNvPr>
            <p:cNvSpPr>
              <a:spLocks noChangeArrowheads="1"/>
            </p:cNvSpPr>
            <p:nvPr/>
          </p:nvSpPr>
          <p:spPr bwMode="auto">
            <a:xfrm>
              <a:off x="3736975" y="6521450"/>
              <a:ext cx="255588" cy="255588"/>
            </a:xfrm>
            <a:custGeom>
              <a:avLst/>
              <a:gdLst>
                <a:gd name="T0" fmla="*/ 354 w 709"/>
                <a:gd name="T1" fmla="*/ 0 h 709"/>
                <a:gd name="T2" fmla="*/ 354 w 709"/>
                <a:gd name="T3" fmla="*/ 0 h 709"/>
                <a:gd name="T4" fmla="*/ 0 w 709"/>
                <a:gd name="T5" fmla="*/ 354 h 709"/>
                <a:gd name="T6" fmla="*/ 354 w 709"/>
                <a:gd name="T7" fmla="*/ 708 h 709"/>
                <a:gd name="T8" fmla="*/ 708 w 709"/>
                <a:gd name="T9" fmla="*/ 354 h 709"/>
                <a:gd name="T10" fmla="*/ 354 w 709"/>
                <a:gd name="T11" fmla="*/ 0 h 709"/>
                <a:gd name="T12" fmla="*/ 583 w 709"/>
                <a:gd name="T13" fmla="*/ 583 h 709"/>
                <a:gd name="T14" fmla="*/ 583 w 709"/>
                <a:gd name="T15" fmla="*/ 583 h 709"/>
                <a:gd name="T16" fmla="*/ 354 w 709"/>
                <a:gd name="T17" fmla="*/ 677 h 709"/>
                <a:gd name="T18" fmla="*/ 125 w 709"/>
                <a:gd name="T19" fmla="*/ 583 h 709"/>
                <a:gd name="T20" fmla="*/ 31 w 709"/>
                <a:gd name="T21" fmla="*/ 354 h 709"/>
                <a:gd name="T22" fmla="*/ 125 w 709"/>
                <a:gd name="T23" fmla="*/ 125 h 709"/>
                <a:gd name="T24" fmla="*/ 354 w 709"/>
                <a:gd name="T25" fmla="*/ 29 h 709"/>
                <a:gd name="T26" fmla="*/ 583 w 709"/>
                <a:gd name="T27" fmla="*/ 125 h 709"/>
                <a:gd name="T28" fmla="*/ 679 w 709"/>
                <a:gd name="T29" fmla="*/ 354 h 709"/>
                <a:gd name="T30" fmla="*/ 583 w 709"/>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9">
                  <a:moveTo>
                    <a:pt x="354" y="0"/>
                  </a:moveTo>
                  <a:lnTo>
                    <a:pt x="354" y="0"/>
                  </a:lnTo>
                  <a:cubicBezTo>
                    <a:pt x="159" y="0"/>
                    <a:pt x="0" y="158"/>
                    <a:pt x="0" y="354"/>
                  </a:cubicBezTo>
                  <a:cubicBezTo>
                    <a:pt x="0" y="549"/>
                    <a:pt x="159" y="708"/>
                    <a:pt x="354" y="708"/>
                  </a:cubicBezTo>
                  <a:cubicBezTo>
                    <a:pt x="550" y="708"/>
                    <a:pt x="708" y="549"/>
                    <a:pt x="708" y="354"/>
                  </a:cubicBezTo>
                  <a:cubicBezTo>
                    <a:pt x="708" y="158"/>
                    <a:pt x="550" y="0"/>
                    <a:pt x="354" y="0"/>
                  </a:cubicBezTo>
                  <a:close/>
                  <a:moveTo>
                    <a:pt x="583" y="583"/>
                  </a:moveTo>
                  <a:lnTo>
                    <a:pt x="583" y="583"/>
                  </a:lnTo>
                  <a:cubicBezTo>
                    <a:pt x="525" y="641"/>
                    <a:pt x="444" y="677"/>
                    <a:pt x="354" y="677"/>
                  </a:cubicBezTo>
                  <a:cubicBezTo>
                    <a:pt x="266" y="677"/>
                    <a:pt x="184" y="641"/>
                    <a:pt x="125" y="583"/>
                  </a:cubicBezTo>
                  <a:cubicBezTo>
                    <a:pt x="67" y="524"/>
                    <a:pt x="31" y="444"/>
                    <a:pt x="31" y="354"/>
                  </a:cubicBezTo>
                  <a:cubicBezTo>
                    <a:pt x="31" y="264"/>
                    <a:pt x="67" y="183"/>
                    <a:pt x="125" y="125"/>
                  </a:cubicBezTo>
                  <a:cubicBezTo>
                    <a:pt x="184" y="65"/>
                    <a:pt x="266" y="29"/>
                    <a:pt x="354" y="29"/>
                  </a:cubicBezTo>
                  <a:cubicBezTo>
                    <a:pt x="444" y="29"/>
                    <a:pt x="525" y="65"/>
                    <a:pt x="583" y="125"/>
                  </a:cubicBezTo>
                  <a:cubicBezTo>
                    <a:pt x="643" y="183"/>
                    <a:pt x="679" y="264"/>
                    <a:pt x="679" y="354"/>
                  </a:cubicBezTo>
                  <a:cubicBezTo>
                    <a:pt x="679" y="444"/>
                    <a:pt x="643" y="524"/>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4" name="Freeform 395">
              <a:extLst>
                <a:ext uri="{FF2B5EF4-FFF2-40B4-BE49-F238E27FC236}">
                  <a16:creationId xmlns:a16="http://schemas.microsoft.com/office/drawing/2014/main" id="{228D5D16-2396-A9E4-2D11-DD41E60C08C3}"/>
                </a:ext>
              </a:extLst>
            </p:cNvPr>
            <p:cNvSpPr>
              <a:spLocks noChangeArrowheads="1"/>
            </p:cNvSpPr>
            <p:nvPr/>
          </p:nvSpPr>
          <p:spPr bwMode="auto">
            <a:xfrm>
              <a:off x="3763963" y="6546850"/>
              <a:ext cx="201612" cy="106363"/>
            </a:xfrm>
            <a:custGeom>
              <a:avLst/>
              <a:gdLst>
                <a:gd name="T0" fmla="*/ 279 w 560"/>
                <a:gd name="T1" fmla="*/ 0 h 295"/>
                <a:gd name="T2" fmla="*/ 279 w 560"/>
                <a:gd name="T3" fmla="*/ 0 h 295"/>
                <a:gd name="T4" fmla="*/ 0 w 560"/>
                <a:gd name="T5" fmla="*/ 280 h 295"/>
                <a:gd name="T6" fmla="*/ 14 w 560"/>
                <a:gd name="T7" fmla="*/ 294 h 295"/>
                <a:gd name="T8" fmla="*/ 29 w 560"/>
                <a:gd name="T9" fmla="*/ 280 h 295"/>
                <a:gd name="T10" fmla="*/ 102 w 560"/>
                <a:gd name="T11" fmla="*/ 103 h 295"/>
                <a:gd name="T12" fmla="*/ 279 w 560"/>
                <a:gd name="T13" fmla="*/ 29 h 295"/>
                <a:gd name="T14" fmla="*/ 457 w 560"/>
                <a:gd name="T15" fmla="*/ 103 h 295"/>
                <a:gd name="T16" fmla="*/ 530 w 560"/>
                <a:gd name="T17" fmla="*/ 280 h 295"/>
                <a:gd name="T18" fmla="*/ 544 w 560"/>
                <a:gd name="T19" fmla="*/ 294 h 295"/>
                <a:gd name="T20" fmla="*/ 559 w 560"/>
                <a:gd name="T21" fmla="*/ 280 h 295"/>
                <a:gd name="T22" fmla="*/ 279 w 560"/>
                <a:gd name="T23"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60" h="295">
                  <a:moveTo>
                    <a:pt x="279" y="0"/>
                  </a:moveTo>
                  <a:lnTo>
                    <a:pt x="279" y="0"/>
                  </a:lnTo>
                  <a:cubicBezTo>
                    <a:pt x="124" y="0"/>
                    <a:pt x="0" y="125"/>
                    <a:pt x="0" y="280"/>
                  </a:cubicBezTo>
                  <a:cubicBezTo>
                    <a:pt x="0" y="288"/>
                    <a:pt x="7" y="294"/>
                    <a:pt x="14" y="294"/>
                  </a:cubicBezTo>
                  <a:cubicBezTo>
                    <a:pt x="22" y="294"/>
                    <a:pt x="29" y="288"/>
                    <a:pt x="29" y="280"/>
                  </a:cubicBezTo>
                  <a:cubicBezTo>
                    <a:pt x="29" y="211"/>
                    <a:pt x="57" y="147"/>
                    <a:pt x="102" y="103"/>
                  </a:cubicBezTo>
                  <a:cubicBezTo>
                    <a:pt x="148" y="58"/>
                    <a:pt x="210" y="29"/>
                    <a:pt x="279" y="29"/>
                  </a:cubicBezTo>
                  <a:cubicBezTo>
                    <a:pt x="350" y="29"/>
                    <a:pt x="412" y="58"/>
                    <a:pt x="457" y="103"/>
                  </a:cubicBezTo>
                  <a:cubicBezTo>
                    <a:pt x="501" y="147"/>
                    <a:pt x="530" y="211"/>
                    <a:pt x="530" y="280"/>
                  </a:cubicBezTo>
                  <a:cubicBezTo>
                    <a:pt x="530" y="288"/>
                    <a:pt x="537" y="294"/>
                    <a:pt x="544" y="294"/>
                  </a:cubicBezTo>
                  <a:cubicBezTo>
                    <a:pt x="553" y="294"/>
                    <a:pt x="559" y="288"/>
                    <a:pt x="559" y="280"/>
                  </a:cubicBezTo>
                  <a:cubicBezTo>
                    <a:pt x="559" y="125"/>
                    <a:pt x="434" y="0"/>
                    <a:pt x="27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5" name="Freeform 396">
              <a:extLst>
                <a:ext uri="{FF2B5EF4-FFF2-40B4-BE49-F238E27FC236}">
                  <a16:creationId xmlns:a16="http://schemas.microsoft.com/office/drawing/2014/main" id="{06B82AF4-C34B-C6B4-504A-1D343480A481}"/>
                </a:ext>
              </a:extLst>
            </p:cNvPr>
            <p:cNvSpPr>
              <a:spLocks noChangeArrowheads="1"/>
            </p:cNvSpPr>
            <p:nvPr/>
          </p:nvSpPr>
          <p:spPr bwMode="auto">
            <a:xfrm>
              <a:off x="3843338" y="6594475"/>
              <a:ext cx="42862" cy="95250"/>
            </a:xfrm>
            <a:custGeom>
              <a:avLst/>
              <a:gdLst>
                <a:gd name="T0" fmla="*/ 73 w 118"/>
                <a:gd name="T1" fmla="*/ 149 h 266"/>
                <a:gd name="T2" fmla="*/ 73 w 118"/>
                <a:gd name="T3" fmla="*/ 149 h 266"/>
                <a:gd name="T4" fmla="*/ 73 w 118"/>
                <a:gd name="T5" fmla="*/ 15 h 266"/>
                <a:gd name="T6" fmla="*/ 58 w 118"/>
                <a:gd name="T7" fmla="*/ 0 h 266"/>
                <a:gd name="T8" fmla="*/ 44 w 118"/>
                <a:gd name="T9" fmla="*/ 15 h 266"/>
                <a:gd name="T10" fmla="*/ 44 w 118"/>
                <a:gd name="T11" fmla="*/ 149 h 266"/>
                <a:gd name="T12" fmla="*/ 0 w 118"/>
                <a:gd name="T13" fmla="*/ 206 h 266"/>
                <a:gd name="T14" fmla="*/ 58 w 118"/>
                <a:gd name="T15" fmla="*/ 265 h 266"/>
                <a:gd name="T16" fmla="*/ 117 w 118"/>
                <a:gd name="T17" fmla="*/ 206 h 266"/>
                <a:gd name="T18" fmla="*/ 73 w 118"/>
                <a:gd name="T19" fmla="*/ 149 h 266"/>
                <a:gd name="T20" fmla="*/ 58 w 118"/>
                <a:gd name="T21" fmla="*/ 236 h 266"/>
                <a:gd name="T22" fmla="*/ 58 w 118"/>
                <a:gd name="T23" fmla="*/ 236 h 266"/>
                <a:gd name="T24" fmla="*/ 29 w 118"/>
                <a:gd name="T25" fmla="*/ 206 h 266"/>
                <a:gd name="T26" fmla="*/ 58 w 118"/>
                <a:gd name="T27" fmla="*/ 177 h 266"/>
                <a:gd name="T28" fmla="*/ 58 w 118"/>
                <a:gd name="T29" fmla="*/ 177 h 266"/>
                <a:gd name="T30" fmla="*/ 58 w 118"/>
                <a:gd name="T31" fmla="*/ 177 h 266"/>
                <a:gd name="T32" fmla="*/ 88 w 118"/>
                <a:gd name="T33" fmla="*/ 206 h 266"/>
                <a:gd name="T34" fmla="*/ 58 w 118"/>
                <a:gd name="T35" fmla="*/ 236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266">
                  <a:moveTo>
                    <a:pt x="73" y="149"/>
                  </a:moveTo>
                  <a:lnTo>
                    <a:pt x="73" y="149"/>
                  </a:lnTo>
                  <a:cubicBezTo>
                    <a:pt x="73" y="15"/>
                    <a:pt x="73" y="15"/>
                    <a:pt x="73" y="15"/>
                  </a:cubicBezTo>
                  <a:cubicBezTo>
                    <a:pt x="73" y="7"/>
                    <a:pt x="66" y="0"/>
                    <a:pt x="58" y="0"/>
                  </a:cubicBezTo>
                  <a:cubicBezTo>
                    <a:pt x="51" y="0"/>
                    <a:pt x="44" y="7"/>
                    <a:pt x="44" y="15"/>
                  </a:cubicBezTo>
                  <a:cubicBezTo>
                    <a:pt x="44" y="149"/>
                    <a:pt x="44" y="149"/>
                    <a:pt x="44" y="149"/>
                  </a:cubicBezTo>
                  <a:cubicBezTo>
                    <a:pt x="18" y="156"/>
                    <a:pt x="0" y="180"/>
                    <a:pt x="0" y="206"/>
                  </a:cubicBezTo>
                  <a:cubicBezTo>
                    <a:pt x="0" y="239"/>
                    <a:pt x="26" y="265"/>
                    <a:pt x="58" y="265"/>
                  </a:cubicBezTo>
                  <a:cubicBezTo>
                    <a:pt x="91" y="265"/>
                    <a:pt x="117" y="239"/>
                    <a:pt x="117" y="206"/>
                  </a:cubicBezTo>
                  <a:cubicBezTo>
                    <a:pt x="117" y="180"/>
                    <a:pt x="98" y="156"/>
                    <a:pt x="73" y="149"/>
                  </a:cubicBezTo>
                  <a:close/>
                  <a:moveTo>
                    <a:pt x="58" y="236"/>
                  </a:moveTo>
                  <a:lnTo>
                    <a:pt x="58" y="236"/>
                  </a:lnTo>
                  <a:cubicBezTo>
                    <a:pt x="43" y="236"/>
                    <a:pt x="29" y="223"/>
                    <a:pt x="29" y="206"/>
                  </a:cubicBezTo>
                  <a:cubicBezTo>
                    <a:pt x="29" y="191"/>
                    <a:pt x="43" y="177"/>
                    <a:pt x="58" y="177"/>
                  </a:cubicBezTo>
                  <a:lnTo>
                    <a:pt x="58" y="177"/>
                  </a:lnTo>
                  <a:lnTo>
                    <a:pt x="58" y="177"/>
                  </a:lnTo>
                  <a:cubicBezTo>
                    <a:pt x="75" y="177"/>
                    <a:pt x="88" y="191"/>
                    <a:pt x="88" y="206"/>
                  </a:cubicBezTo>
                  <a:cubicBezTo>
                    <a:pt x="88" y="223"/>
                    <a:pt x="75" y="236"/>
                    <a:pt x="58" y="2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76" name="Freeform 397">
            <a:extLst>
              <a:ext uri="{FF2B5EF4-FFF2-40B4-BE49-F238E27FC236}">
                <a16:creationId xmlns:a16="http://schemas.microsoft.com/office/drawing/2014/main" id="{89F1B95D-8909-E196-172B-2EE0F5F5A4C9}"/>
              </a:ext>
            </a:extLst>
          </p:cNvPr>
          <p:cNvSpPr>
            <a:spLocks noChangeArrowheads="1"/>
          </p:cNvSpPr>
          <p:nvPr/>
        </p:nvSpPr>
        <p:spPr bwMode="auto">
          <a:xfrm>
            <a:off x="5413895" y="6227390"/>
            <a:ext cx="244475" cy="255588"/>
          </a:xfrm>
          <a:custGeom>
            <a:avLst/>
            <a:gdLst>
              <a:gd name="T0" fmla="*/ 339 w 679"/>
              <a:gd name="T1" fmla="*/ 0 h 709"/>
              <a:gd name="T2" fmla="*/ 339 w 679"/>
              <a:gd name="T3" fmla="*/ 0 h 709"/>
              <a:gd name="T4" fmla="*/ 0 w 679"/>
              <a:gd name="T5" fmla="*/ 308 h 709"/>
              <a:gd name="T6" fmla="*/ 4 w 679"/>
              <a:gd name="T7" fmla="*/ 319 h 709"/>
              <a:gd name="T8" fmla="*/ 14 w 679"/>
              <a:gd name="T9" fmla="*/ 324 h 709"/>
              <a:gd name="T10" fmla="*/ 323 w 679"/>
              <a:gd name="T11" fmla="*/ 324 h 709"/>
              <a:gd name="T12" fmla="*/ 323 w 679"/>
              <a:gd name="T13" fmla="*/ 648 h 709"/>
              <a:gd name="T14" fmla="*/ 294 w 679"/>
              <a:gd name="T15" fmla="*/ 677 h 709"/>
              <a:gd name="T16" fmla="*/ 265 w 679"/>
              <a:gd name="T17" fmla="*/ 648 h 709"/>
              <a:gd name="T18" fmla="*/ 265 w 679"/>
              <a:gd name="T19" fmla="*/ 636 h 709"/>
              <a:gd name="T20" fmla="*/ 250 w 679"/>
              <a:gd name="T21" fmla="*/ 622 h 709"/>
              <a:gd name="T22" fmla="*/ 235 w 679"/>
              <a:gd name="T23" fmla="*/ 636 h 709"/>
              <a:gd name="T24" fmla="*/ 235 w 679"/>
              <a:gd name="T25" fmla="*/ 636 h 709"/>
              <a:gd name="T26" fmla="*/ 235 w 679"/>
              <a:gd name="T27" fmla="*/ 648 h 709"/>
              <a:gd name="T28" fmla="*/ 294 w 679"/>
              <a:gd name="T29" fmla="*/ 708 h 709"/>
              <a:gd name="T30" fmla="*/ 354 w 679"/>
              <a:gd name="T31" fmla="*/ 648 h 709"/>
              <a:gd name="T32" fmla="*/ 354 w 679"/>
              <a:gd name="T33" fmla="*/ 324 h 709"/>
              <a:gd name="T34" fmla="*/ 663 w 679"/>
              <a:gd name="T35" fmla="*/ 324 h 709"/>
              <a:gd name="T36" fmla="*/ 674 w 679"/>
              <a:gd name="T37" fmla="*/ 319 h 709"/>
              <a:gd name="T38" fmla="*/ 677 w 679"/>
              <a:gd name="T39" fmla="*/ 308 h 709"/>
              <a:gd name="T40" fmla="*/ 339 w 679"/>
              <a:gd name="T41" fmla="*/ 0 h 709"/>
              <a:gd name="T42" fmla="*/ 339 w 679"/>
              <a:gd name="T43" fmla="*/ 29 h 709"/>
              <a:gd name="T44" fmla="*/ 339 w 679"/>
              <a:gd name="T45" fmla="*/ 29 h 709"/>
              <a:gd name="T46" fmla="*/ 647 w 679"/>
              <a:gd name="T47" fmla="*/ 295 h 709"/>
              <a:gd name="T48" fmla="*/ 31 w 679"/>
              <a:gd name="T49" fmla="*/ 295 h 709"/>
              <a:gd name="T50" fmla="*/ 339 w 679"/>
              <a:gd name="T51" fmla="*/ 2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9" h="709">
                <a:moveTo>
                  <a:pt x="339" y="0"/>
                </a:moveTo>
                <a:lnTo>
                  <a:pt x="339" y="0"/>
                </a:lnTo>
                <a:cubicBezTo>
                  <a:pt x="160" y="0"/>
                  <a:pt x="13" y="133"/>
                  <a:pt x="0" y="308"/>
                </a:cubicBezTo>
                <a:cubicBezTo>
                  <a:pt x="0" y="313"/>
                  <a:pt x="2" y="317"/>
                  <a:pt x="4" y="319"/>
                </a:cubicBezTo>
                <a:cubicBezTo>
                  <a:pt x="7" y="322"/>
                  <a:pt x="10" y="324"/>
                  <a:pt x="14" y="324"/>
                </a:cubicBezTo>
                <a:cubicBezTo>
                  <a:pt x="323" y="324"/>
                  <a:pt x="323" y="324"/>
                  <a:pt x="323" y="324"/>
                </a:cubicBezTo>
                <a:cubicBezTo>
                  <a:pt x="323" y="648"/>
                  <a:pt x="323" y="648"/>
                  <a:pt x="323" y="648"/>
                </a:cubicBezTo>
                <a:cubicBezTo>
                  <a:pt x="323" y="665"/>
                  <a:pt x="311" y="677"/>
                  <a:pt x="294" y="677"/>
                </a:cubicBezTo>
                <a:cubicBezTo>
                  <a:pt x="278" y="677"/>
                  <a:pt x="265" y="665"/>
                  <a:pt x="265" y="648"/>
                </a:cubicBezTo>
                <a:cubicBezTo>
                  <a:pt x="265" y="636"/>
                  <a:pt x="265" y="636"/>
                  <a:pt x="265" y="636"/>
                </a:cubicBezTo>
                <a:cubicBezTo>
                  <a:pt x="265" y="629"/>
                  <a:pt x="259" y="622"/>
                  <a:pt x="250" y="622"/>
                </a:cubicBezTo>
                <a:cubicBezTo>
                  <a:pt x="242" y="622"/>
                  <a:pt x="235" y="629"/>
                  <a:pt x="235" y="636"/>
                </a:cubicBezTo>
                <a:lnTo>
                  <a:pt x="235" y="636"/>
                </a:lnTo>
                <a:cubicBezTo>
                  <a:pt x="235" y="648"/>
                  <a:pt x="235" y="648"/>
                  <a:pt x="235" y="648"/>
                </a:cubicBezTo>
                <a:cubicBezTo>
                  <a:pt x="235" y="681"/>
                  <a:pt x="263" y="708"/>
                  <a:pt x="294" y="708"/>
                </a:cubicBezTo>
                <a:cubicBezTo>
                  <a:pt x="328" y="708"/>
                  <a:pt x="354" y="681"/>
                  <a:pt x="354" y="648"/>
                </a:cubicBezTo>
                <a:cubicBezTo>
                  <a:pt x="354" y="324"/>
                  <a:pt x="354" y="324"/>
                  <a:pt x="354" y="324"/>
                </a:cubicBezTo>
                <a:cubicBezTo>
                  <a:pt x="663" y="324"/>
                  <a:pt x="663" y="324"/>
                  <a:pt x="663" y="324"/>
                </a:cubicBezTo>
                <a:cubicBezTo>
                  <a:pt x="667" y="324"/>
                  <a:pt x="671" y="322"/>
                  <a:pt x="674" y="319"/>
                </a:cubicBezTo>
                <a:cubicBezTo>
                  <a:pt x="677" y="317"/>
                  <a:pt x="678" y="313"/>
                  <a:pt x="677" y="308"/>
                </a:cubicBezTo>
                <a:cubicBezTo>
                  <a:pt x="665" y="133"/>
                  <a:pt x="517" y="0"/>
                  <a:pt x="339" y="0"/>
                </a:cubicBezTo>
                <a:close/>
                <a:moveTo>
                  <a:pt x="339" y="29"/>
                </a:moveTo>
                <a:lnTo>
                  <a:pt x="339" y="29"/>
                </a:lnTo>
                <a:cubicBezTo>
                  <a:pt x="497" y="29"/>
                  <a:pt x="627" y="143"/>
                  <a:pt x="647" y="295"/>
                </a:cubicBezTo>
                <a:cubicBezTo>
                  <a:pt x="31" y="295"/>
                  <a:pt x="31" y="295"/>
                  <a:pt x="31" y="295"/>
                </a:cubicBezTo>
                <a:cubicBezTo>
                  <a:pt x="50" y="143"/>
                  <a:pt x="181" y="29"/>
                  <a:pt x="339" y="2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477" name="Group 479">
            <a:extLst>
              <a:ext uri="{FF2B5EF4-FFF2-40B4-BE49-F238E27FC236}">
                <a16:creationId xmlns:a16="http://schemas.microsoft.com/office/drawing/2014/main" id="{A8158E2F-FC2B-BDF7-12CB-4755EAE73C38}"/>
              </a:ext>
            </a:extLst>
          </p:cNvPr>
          <p:cNvGrpSpPr/>
          <p:nvPr/>
        </p:nvGrpSpPr>
        <p:grpSpPr>
          <a:xfrm>
            <a:off x="5926658" y="4692278"/>
            <a:ext cx="236537" cy="255587"/>
            <a:chOff x="4770438" y="4992688"/>
            <a:chExt cx="236537" cy="255587"/>
          </a:xfrm>
          <a:solidFill>
            <a:schemeClr val="tx2"/>
          </a:solidFill>
        </p:grpSpPr>
        <p:sp>
          <p:nvSpPr>
            <p:cNvPr id="478" name="Freeform 398">
              <a:extLst>
                <a:ext uri="{FF2B5EF4-FFF2-40B4-BE49-F238E27FC236}">
                  <a16:creationId xmlns:a16="http://schemas.microsoft.com/office/drawing/2014/main" id="{989392F6-10B2-CDA2-4D8D-174160FC40B2}"/>
                </a:ext>
              </a:extLst>
            </p:cNvPr>
            <p:cNvSpPr>
              <a:spLocks noChangeArrowheads="1"/>
            </p:cNvSpPr>
            <p:nvPr/>
          </p:nvSpPr>
          <p:spPr bwMode="auto">
            <a:xfrm>
              <a:off x="4770438" y="5141913"/>
              <a:ext cx="236537" cy="106362"/>
            </a:xfrm>
            <a:custGeom>
              <a:avLst/>
              <a:gdLst>
                <a:gd name="T0" fmla="*/ 636 w 655"/>
                <a:gd name="T1" fmla="*/ 6 h 294"/>
                <a:gd name="T2" fmla="*/ 636 w 655"/>
                <a:gd name="T3" fmla="*/ 6 h 294"/>
                <a:gd name="T4" fmla="*/ 616 w 655"/>
                <a:gd name="T5" fmla="*/ 9 h 294"/>
                <a:gd name="T6" fmla="*/ 620 w 655"/>
                <a:gd name="T7" fmla="*/ 29 h 294"/>
                <a:gd name="T8" fmla="*/ 620 w 655"/>
                <a:gd name="T9" fmla="*/ 29 h 294"/>
                <a:gd name="T10" fmla="*/ 625 w 655"/>
                <a:gd name="T11" fmla="*/ 42 h 294"/>
                <a:gd name="T12" fmla="*/ 620 w 655"/>
                <a:gd name="T13" fmla="*/ 53 h 294"/>
                <a:gd name="T14" fmla="*/ 335 w 655"/>
                <a:gd name="T15" fmla="*/ 261 h 294"/>
                <a:gd name="T16" fmla="*/ 327 w 655"/>
                <a:gd name="T17" fmla="*/ 264 h 294"/>
                <a:gd name="T18" fmla="*/ 319 w 655"/>
                <a:gd name="T19" fmla="*/ 261 h 294"/>
                <a:gd name="T20" fmla="*/ 36 w 655"/>
                <a:gd name="T21" fmla="*/ 53 h 294"/>
                <a:gd name="T22" fmla="*/ 29 w 655"/>
                <a:gd name="T23" fmla="*/ 42 h 294"/>
                <a:gd name="T24" fmla="*/ 36 w 655"/>
                <a:gd name="T25" fmla="*/ 29 h 294"/>
                <a:gd name="T26" fmla="*/ 38 w 655"/>
                <a:gd name="T27" fmla="*/ 9 h 294"/>
                <a:gd name="T28" fmla="*/ 18 w 655"/>
                <a:gd name="T29" fmla="*/ 6 h 294"/>
                <a:gd name="T30" fmla="*/ 0 w 655"/>
                <a:gd name="T31" fmla="*/ 42 h 294"/>
                <a:gd name="T32" fmla="*/ 18 w 655"/>
                <a:gd name="T33" fmla="*/ 76 h 294"/>
                <a:gd name="T34" fmla="*/ 301 w 655"/>
                <a:gd name="T35" fmla="*/ 285 h 294"/>
                <a:gd name="T36" fmla="*/ 327 w 655"/>
                <a:gd name="T37" fmla="*/ 293 h 294"/>
                <a:gd name="T38" fmla="*/ 353 w 655"/>
                <a:gd name="T39" fmla="*/ 285 h 294"/>
                <a:gd name="T40" fmla="*/ 636 w 655"/>
                <a:gd name="T41" fmla="*/ 76 h 294"/>
                <a:gd name="T42" fmla="*/ 654 w 655"/>
                <a:gd name="T43" fmla="*/ 42 h 294"/>
                <a:gd name="T44" fmla="*/ 636 w 655"/>
                <a:gd name="T45" fmla="*/ 6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55" h="294">
                  <a:moveTo>
                    <a:pt x="636" y="6"/>
                  </a:moveTo>
                  <a:lnTo>
                    <a:pt x="636" y="6"/>
                  </a:lnTo>
                  <a:cubicBezTo>
                    <a:pt x="631" y="0"/>
                    <a:pt x="621" y="2"/>
                    <a:pt x="616" y="9"/>
                  </a:cubicBezTo>
                  <a:cubicBezTo>
                    <a:pt x="612" y="16"/>
                    <a:pt x="613" y="25"/>
                    <a:pt x="620" y="29"/>
                  </a:cubicBezTo>
                  <a:lnTo>
                    <a:pt x="620" y="29"/>
                  </a:lnTo>
                  <a:cubicBezTo>
                    <a:pt x="624" y="32"/>
                    <a:pt x="625" y="36"/>
                    <a:pt x="625" y="42"/>
                  </a:cubicBezTo>
                  <a:cubicBezTo>
                    <a:pt x="625" y="46"/>
                    <a:pt x="624" y="50"/>
                    <a:pt x="620" y="53"/>
                  </a:cubicBezTo>
                  <a:cubicBezTo>
                    <a:pt x="335" y="261"/>
                    <a:pt x="335" y="261"/>
                    <a:pt x="335" y="261"/>
                  </a:cubicBezTo>
                  <a:cubicBezTo>
                    <a:pt x="334" y="263"/>
                    <a:pt x="330" y="264"/>
                    <a:pt x="327" y="264"/>
                  </a:cubicBezTo>
                  <a:cubicBezTo>
                    <a:pt x="324" y="264"/>
                    <a:pt x="321" y="263"/>
                    <a:pt x="319" y="261"/>
                  </a:cubicBezTo>
                  <a:cubicBezTo>
                    <a:pt x="36" y="53"/>
                    <a:pt x="36" y="53"/>
                    <a:pt x="36" y="53"/>
                  </a:cubicBezTo>
                  <a:cubicBezTo>
                    <a:pt x="31" y="50"/>
                    <a:pt x="29" y="46"/>
                    <a:pt x="29" y="42"/>
                  </a:cubicBezTo>
                  <a:cubicBezTo>
                    <a:pt x="29" y="36"/>
                    <a:pt x="31" y="32"/>
                    <a:pt x="36" y="29"/>
                  </a:cubicBezTo>
                  <a:cubicBezTo>
                    <a:pt x="41" y="25"/>
                    <a:pt x="42" y="16"/>
                    <a:pt x="38" y="9"/>
                  </a:cubicBezTo>
                  <a:cubicBezTo>
                    <a:pt x="33" y="2"/>
                    <a:pt x="25" y="0"/>
                    <a:pt x="18" y="6"/>
                  </a:cubicBezTo>
                  <a:cubicBezTo>
                    <a:pt x="5" y="14"/>
                    <a:pt x="0" y="28"/>
                    <a:pt x="0" y="42"/>
                  </a:cubicBezTo>
                  <a:cubicBezTo>
                    <a:pt x="0" y="54"/>
                    <a:pt x="5" y="68"/>
                    <a:pt x="18" y="76"/>
                  </a:cubicBezTo>
                  <a:cubicBezTo>
                    <a:pt x="301" y="285"/>
                    <a:pt x="301" y="285"/>
                    <a:pt x="301" y="285"/>
                  </a:cubicBezTo>
                  <a:cubicBezTo>
                    <a:pt x="309" y="290"/>
                    <a:pt x="317" y="293"/>
                    <a:pt x="327" y="293"/>
                  </a:cubicBezTo>
                  <a:cubicBezTo>
                    <a:pt x="337" y="293"/>
                    <a:pt x="345" y="290"/>
                    <a:pt x="353" y="285"/>
                  </a:cubicBezTo>
                  <a:cubicBezTo>
                    <a:pt x="636" y="76"/>
                    <a:pt x="636" y="76"/>
                    <a:pt x="636" y="76"/>
                  </a:cubicBezTo>
                  <a:cubicBezTo>
                    <a:pt x="649" y="68"/>
                    <a:pt x="654" y="54"/>
                    <a:pt x="654" y="42"/>
                  </a:cubicBezTo>
                  <a:cubicBezTo>
                    <a:pt x="654" y="28"/>
                    <a:pt x="649" y="14"/>
                    <a:pt x="63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9" name="Freeform 399">
              <a:extLst>
                <a:ext uri="{FF2B5EF4-FFF2-40B4-BE49-F238E27FC236}">
                  <a16:creationId xmlns:a16="http://schemas.microsoft.com/office/drawing/2014/main" id="{E316CC63-785B-1FEC-AB8E-6A2F3B71FF01}"/>
                </a:ext>
              </a:extLst>
            </p:cNvPr>
            <p:cNvSpPr>
              <a:spLocks noChangeArrowheads="1"/>
            </p:cNvSpPr>
            <p:nvPr/>
          </p:nvSpPr>
          <p:spPr bwMode="auto">
            <a:xfrm>
              <a:off x="4770438" y="5105400"/>
              <a:ext cx="236537" cy="106363"/>
            </a:xfrm>
            <a:custGeom>
              <a:avLst/>
              <a:gdLst>
                <a:gd name="T0" fmla="*/ 636 w 655"/>
                <a:gd name="T1" fmla="*/ 5 h 295"/>
                <a:gd name="T2" fmla="*/ 636 w 655"/>
                <a:gd name="T3" fmla="*/ 5 h 295"/>
                <a:gd name="T4" fmla="*/ 616 w 655"/>
                <a:gd name="T5" fmla="*/ 8 h 295"/>
                <a:gd name="T6" fmla="*/ 620 w 655"/>
                <a:gd name="T7" fmla="*/ 29 h 295"/>
                <a:gd name="T8" fmla="*/ 625 w 655"/>
                <a:gd name="T9" fmla="*/ 41 h 295"/>
                <a:gd name="T10" fmla="*/ 620 w 655"/>
                <a:gd name="T11" fmla="*/ 52 h 295"/>
                <a:gd name="T12" fmla="*/ 592 w 655"/>
                <a:gd name="T13" fmla="*/ 73 h 295"/>
                <a:gd name="T14" fmla="*/ 335 w 655"/>
                <a:gd name="T15" fmla="*/ 261 h 295"/>
                <a:gd name="T16" fmla="*/ 327 w 655"/>
                <a:gd name="T17" fmla="*/ 263 h 295"/>
                <a:gd name="T18" fmla="*/ 319 w 655"/>
                <a:gd name="T19" fmla="*/ 261 h 295"/>
                <a:gd name="T20" fmla="*/ 63 w 655"/>
                <a:gd name="T21" fmla="*/ 73 h 295"/>
                <a:gd name="T22" fmla="*/ 34 w 655"/>
                <a:gd name="T23" fmla="*/ 52 h 295"/>
                <a:gd name="T24" fmla="*/ 29 w 655"/>
                <a:gd name="T25" fmla="*/ 41 h 295"/>
                <a:gd name="T26" fmla="*/ 36 w 655"/>
                <a:gd name="T27" fmla="*/ 29 h 295"/>
                <a:gd name="T28" fmla="*/ 38 w 655"/>
                <a:gd name="T29" fmla="*/ 8 h 295"/>
                <a:gd name="T30" fmla="*/ 18 w 655"/>
                <a:gd name="T31" fmla="*/ 5 h 295"/>
                <a:gd name="T32" fmla="*/ 18 w 655"/>
                <a:gd name="T33" fmla="*/ 5 h 295"/>
                <a:gd name="T34" fmla="*/ 0 w 655"/>
                <a:gd name="T35" fmla="*/ 41 h 295"/>
                <a:gd name="T36" fmla="*/ 18 w 655"/>
                <a:gd name="T37" fmla="*/ 77 h 295"/>
                <a:gd name="T38" fmla="*/ 45 w 655"/>
                <a:gd name="T39" fmla="*/ 96 h 295"/>
                <a:gd name="T40" fmla="*/ 301 w 655"/>
                <a:gd name="T41" fmla="*/ 284 h 295"/>
                <a:gd name="T42" fmla="*/ 327 w 655"/>
                <a:gd name="T43" fmla="*/ 294 h 295"/>
                <a:gd name="T44" fmla="*/ 353 w 655"/>
                <a:gd name="T45" fmla="*/ 284 h 295"/>
                <a:gd name="T46" fmla="*/ 609 w 655"/>
                <a:gd name="T47" fmla="*/ 96 h 295"/>
                <a:gd name="T48" fmla="*/ 636 w 655"/>
                <a:gd name="T49" fmla="*/ 77 h 295"/>
                <a:gd name="T50" fmla="*/ 654 w 655"/>
                <a:gd name="T51" fmla="*/ 41 h 295"/>
                <a:gd name="T52" fmla="*/ 636 w 655"/>
                <a:gd name="T53" fmla="*/ 5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5" h="295">
                  <a:moveTo>
                    <a:pt x="636" y="5"/>
                  </a:moveTo>
                  <a:lnTo>
                    <a:pt x="636" y="5"/>
                  </a:lnTo>
                  <a:cubicBezTo>
                    <a:pt x="631" y="0"/>
                    <a:pt x="621" y="1"/>
                    <a:pt x="616" y="8"/>
                  </a:cubicBezTo>
                  <a:cubicBezTo>
                    <a:pt x="612" y="15"/>
                    <a:pt x="613" y="24"/>
                    <a:pt x="620" y="29"/>
                  </a:cubicBezTo>
                  <a:cubicBezTo>
                    <a:pt x="624" y="31"/>
                    <a:pt x="625" y="36"/>
                    <a:pt x="625" y="41"/>
                  </a:cubicBezTo>
                  <a:cubicBezTo>
                    <a:pt x="625" y="45"/>
                    <a:pt x="624" y="49"/>
                    <a:pt x="620" y="52"/>
                  </a:cubicBezTo>
                  <a:cubicBezTo>
                    <a:pt x="592" y="73"/>
                    <a:pt x="592" y="73"/>
                    <a:pt x="592" y="73"/>
                  </a:cubicBezTo>
                  <a:cubicBezTo>
                    <a:pt x="335" y="261"/>
                    <a:pt x="335" y="261"/>
                    <a:pt x="335" y="261"/>
                  </a:cubicBezTo>
                  <a:cubicBezTo>
                    <a:pt x="334" y="263"/>
                    <a:pt x="330" y="263"/>
                    <a:pt x="327" y="263"/>
                  </a:cubicBezTo>
                  <a:cubicBezTo>
                    <a:pt x="324" y="263"/>
                    <a:pt x="321" y="263"/>
                    <a:pt x="319" y="261"/>
                  </a:cubicBezTo>
                  <a:cubicBezTo>
                    <a:pt x="63" y="73"/>
                    <a:pt x="63" y="73"/>
                    <a:pt x="63" y="73"/>
                  </a:cubicBezTo>
                  <a:cubicBezTo>
                    <a:pt x="34" y="52"/>
                    <a:pt x="34" y="52"/>
                    <a:pt x="34" y="52"/>
                  </a:cubicBezTo>
                  <a:cubicBezTo>
                    <a:pt x="31" y="49"/>
                    <a:pt x="29" y="45"/>
                    <a:pt x="29" y="41"/>
                  </a:cubicBezTo>
                  <a:cubicBezTo>
                    <a:pt x="29" y="36"/>
                    <a:pt x="31" y="31"/>
                    <a:pt x="36" y="29"/>
                  </a:cubicBezTo>
                  <a:cubicBezTo>
                    <a:pt x="41" y="24"/>
                    <a:pt x="42" y="15"/>
                    <a:pt x="38" y="8"/>
                  </a:cubicBezTo>
                  <a:cubicBezTo>
                    <a:pt x="33" y="1"/>
                    <a:pt x="25" y="0"/>
                    <a:pt x="18" y="5"/>
                  </a:cubicBezTo>
                  <a:lnTo>
                    <a:pt x="18" y="5"/>
                  </a:lnTo>
                  <a:cubicBezTo>
                    <a:pt x="5" y="13"/>
                    <a:pt x="0" y="27"/>
                    <a:pt x="0" y="41"/>
                  </a:cubicBezTo>
                  <a:cubicBezTo>
                    <a:pt x="0" y="53"/>
                    <a:pt x="5" y="67"/>
                    <a:pt x="18" y="77"/>
                  </a:cubicBezTo>
                  <a:cubicBezTo>
                    <a:pt x="45" y="96"/>
                    <a:pt x="45" y="96"/>
                    <a:pt x="45" y="96"/>
                  </a:cubicBezTo>
                  <a:cubicBezTo>
                    <a:pt x="301" y="284"/>
                    <a:pt x="301" y="284"/>
                    <a:pt x="301" y="284"/>
                  </a:cubicBezTo>
                  <a:cubicBezTo>
                    <a:pt x="309" y="290"/>
                    <a:pt x="317" y="294"/>
                    <a:pt x="327" y="294"/>
                  </a:cubicBezTo>
                  <a:cubicBezTo>
                    <a:pt x="337" y="294"/>
                    <a:pt x="345" y="290"/>
                    <a:pt x="353" y="284"/>
                  </a:cubicBezTo>
                  <a:cubicBezTo>
                    <a:pt x="609" y="96"/>
                    <a:pt x="609" y="96"/>
                    <a:pt x="609" y="96"/>
                  </a:cubicBezTo>
                  <a:cubicBezTo>
                    <a:pt x="636" y="77"/>
                    <a:pt x="636" y="77"/>
                    <a:pt x="636" y="77"/>
                  </a:cubicBezTo>
                  <a:cubicBezTo>
                    <a:pt x="649" y="67"/>
                    <a:pt x="654" y="53"/>
                    <a:pt x="654" y="41"/>
                  </a:cubicBezTo>
                  <a:cubicBezTo>
                    <a:pt x="654" y="27"/>
                    <a:pt x="649" y="13"/>
                    <a:pt x="63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0" name="Freeform 400">
              <a:extLst>
                <a:ext uri="{FF2B5EF4-FFF2-40B4-BE49-F238E27FC236}">
                  <a16:creationId xmlns:a16="http://schemas.microsoft.com/office/drawing/2014/main" id="{B20BEF49-9C78-23C4-75DF-D5280AFBC08F}"/>
                </a:ext>
              </a:extLst>
            </p:cNvPr>
            <p:cNvSpPr>
              <a:spLocks noChangeArrowheads="1"/>
            </p:cNvSpPr>
            <p:nvPr/>
          </p:nvSpPr>
          <p:spPr bwMode="auto">
            <a:xfrm>
              <a:off x="4770438" y="4992688"/>
              <a:ext cx="236537" cy="182562"/>
            </a:xfrm>
            <a:custGeom>
              <a:avLst/>
              <a:gdLst>
                <a:gd name="T0" fmla="*/ 18 w 655"/>
                <a:gd name="T1" fmla="*/ 289 h 507"/>
                <a:gd name="T2" fmla="*/ 18 w 655"/>
                <a:gd name="T3" fmla="*/ 289 h 507"/>
                <a:gd name="T4" fmla="*/ 45 w 655"/>
                <a:gd name="T5" fmla="*/ 308 h 507"/>
                <a:gd name="T6" fmla="*/ 106 w 655"/>
                <a:gd name="T7" fmla="*/ 353 h 507"/>
                <a:gd name="T8" fmla="*/ 301 w 655"/>
                <a:gd name="T9" fmla="*/ 496 h 507"/>
                <a:gd name="T10" fmla="*/ 327 w 655"/>
                <a:gd name="T11" fmla="*/ 506 h 507"/>
                <a:gd name="T12" fmla="*/ 353 w 655"/>
                <a:gd name="T13" fmla="*/ 496 h 507"/>
                <a:gd name="T14" fmla="*/ 549 w 655"/>
                <a:gd name="T15" fmla="*/ 353 h 507"/>
                <a:gd name="T16" fmla="*/ 609 w 655"/>
                <a:gd name="T17" fmla="*/ 308 h 507"/>
                <a:gd name="T18" fmla="*/ 636 w 655"/>
                <a:gd name="T19" fmla="*/ 289 h 507"/>
                <a:gd name="T20" fmla="*/ 654 w 655"/>
                <a:gd name="T21" fmla="*/ 253 h 507"/>
                <a:gd name="T22" fmla="*/ 636 w 655"/>
                <a:gd name="T23" fmla="*/ 217 h 507"/>
                <a:gd name="T24" fmla="*/ 353 w 655"/>
                <a:gd name="T25" fmla="*/ 9 h 507"/>
                <a:gd name="T26" fmla="*/ 327 w 655"/>
                <a:gd name="T27" fmla="*/ 0 h 507"/>
                <a:gd name="T28" fmla="*/ 301 w 655"/>
                <a:gd name="T29" fmla="*/ 9 h 507"/>
                <a:gd name="T30" fmla="*/ 18 w 655"/>
                <a:gd name="T31" fmla="*/ 217 h 507"/>
                <a:gd name="T32" fmla="*/ 0 w 655"/>
                <a:gd name="T33" fmla="*/ 253 h 507"/>
                <a:gd name="T34" fmla="*/ 18 w 655"/>
                <a:gd name="T35" fmla="*/ 289 h 507"/>
                <a:gd name="T36" fmla="*/ 36 w 655"/>
                <a:gd name="T37" fmla="*/ 241 h 507"/>
                <a:gd name="T38" fmla="*/ 36 w 655"/>
                <a:gd name="T39" fmla="*/ 241 h 507"/>
                <a:gd name="T40" fmla="*/ 319 w 655"/>
                <a:gd name="T41" fmla="*/ 32 h 507"/>
                <a:gd name="T42" fmla="*/ 327 w 655"/>
                <a:gd name="T43" fmla="*/ 29 h 507"/>
                <a:gd name="T44" fmla="*/ 335 w 655"/>
                <a:gd name="T45" fmla="*/ 32 h 507"/>
                <a:gd name="T46" fmla="*/ 620 w 655"/>
                <a:gd name="T47" fmla="*/ 241 h 507"/>
                <a:gd name="T48" fmla="*/ 625 w 655"/>
                <a:gd name="T49" fmla="*/ 253 h 507"/>
                <a:gd name="T50" fmla="*/ 620 w 655"/>
                <a:gd name="T51" fmla="*/ 264 h 507"/>
                <a:gd name="T52" fmla="*/ 592 w 655"/>
                <a:gd name="T53" fmla="*/ 285 h 507"/>
                <a:gd name="T54" fmla="*/ 531 w 655"/>
                <a:gd name="T55" fmla="*/ 329 h 507"/>
                <a:gd name="T56" fmla="*/ 335 w 655"/>
                <a:gd name="T57" fmla="*/ 473 h 507"/>
                <a:gd name="T58" fmla="*/ 327 w 655"/>
                <a:gd name="T59" fmla="*/ 476 h 507"/>
                <a:gd name="T60" fmla="*/ 319 w 655"/>
                <a:gd name="T61" fmla="*/ 473 h 507"/>
                <a:gd name="T62" fmla="*/ 123 w 655"/>
                <a:gd name="T63" fmla="*/ 329 h 507"/>
                <a:gd name="T64" fmla="*/ 63 w 655"/>
                <a:gd name="T65" fmla="*/ 285 h 507"/>
                <a:gd name="T66" fmla="*/ 36 w 655"/>
                <a:gd name="T67" fmla="*/ 264 h 507"/>
                <a:gd name="T68" fmla="*/ 29 w 655"/>
                <a:gd name="T69" fmla="*/ 253 h 507"/>
                <a:gd name="T70" fmla="*/ 36 w 655"/>
                <a:gd name="T71" fmla="*/ 241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55" h="507">
                  <a:moveTo>
                    <a:pt x="18" y="289"/>
                  </a:moveTo>
                  <a:lnTo>
                    <a:pt x="18" y="289"/>
                  </a:lnTo>
                  <a:cubicBezTo>
                    <a:pt x="45" y="308"/>
                    <a:pt x="45" y="308"/>
                    <a:pt x="45" y="308"/>
                  </a:cubicBezTo>
                  <a:cubicBezTo>
                    <a:pt x="106" y="353"/>
                    <a:pt x="106" y="353"/>
                    <a:pt x="106" y="353"/>
                  </a:cubicBezTo>
                  <a:cubicBezTo>
                    <a:pt x="301" y="496"/>
                    <a:pt x="301" y="496"/>
                    <a:pt x="301" y="496"/>
                  </a:cubicBezTo>
                  <a:cubicBezTo>
                    <a:pt x="309" y="503"/>
                    <a:pt x="317" y="506"/>
                    <a:pt x="327" y="506"/>
                  </a:cubicBezTo>
                  <a:cubicBezTo>
                    <a:pt x="337" y="506"/>
                    <a:pt x="345" y="503"/>
                    <a:pt x="353" y="496"/>
                  </a:cubicBezTo>
                  <a:cubicBezTo>
                    <a:pt x="549" y="353"/>
                    <a:pt x="549" y="353"/>
                    <a:pt x="549" y="353"/>
                  </a:cubicBezTo>
                  <a:cubicBezTo>
                    <a:pt x="609" y="308"/>
                    <a:pt x="609" y="308"/>
                    <a:pt x="609" y="308"/>
                  </a:cubicBezTo>
                  <a:cubicBezTo>
                    <a:pt x="636" y="289"/>
                    <a:pt x="636" y="289"/>
                    <a:pt x="636" y="289"/>
                  </a:cubicBezTo>
                  <a:cubicBezTo>
                    <a:pt x="649" y="279"/>
                    <a:pt x="654" y="266"/>
                    <a:pt x="654" y="253"/>
                  </a:cubicBezTo>
                  <a:cubicBezTo>
                    <a:pt x="654" y="239"/>
                    <a:pt x="649" y="226"/>
                    <a:pt x="636" y="217"/>
                  </a:cubicBezTo>
                  <a:cubicBezTo>
                    <a:pt x="353" y="9"/>
                    <a:pt x="353" y="9"/>
                    <a:pt x="353" y="9"/>
                  </a:cubicBezTo>
                  <a:cubicBezTo>
                    <a:pt x="345" y="3"/>
                    <a:pt x="337" y="0"/>
                    <a:pt x="327" y="0"/>
                  </a:cubicBezTo>
                  <a:cubicBezTo>
                    <a:pt x="317" y="0"/>
                    <a:pt x="309" y="3"/>
                    <a:pt x="301" y="9"/>
                  </a:cubicBezTo>
                  <a:cubicBezTo>
                    <a:pt x="18" y="217"/>
                    <a:pt x="18" y="217"/>
                    <a:pt x="18" y="217"/>
                  </a:cubicBezTo>
                  <a:cubicBezTo>
                    <a:pt x="5" y="226"/>
                    <a:pt x="0" y="239"/>
                    <a:pt x="0" y="253"/>
                  </a:cubicBezTo>
                  <a:cubicBezTo>
                    <a:pt x="0" y="266"/>
                    <a:pt x="5" y="279"/>
                    <a:pt x="18" y="289"/>
                  </a:cubicBezTo>
                  <a:close/>
                  <a:moveTo>
                    <a:pt x="36" y="241"/>
                  </a:moveTo>
                  <a:lnTo>
                    <a:pt x="36" y="241"/>
                  </a:lnTo>
                  <a:cubicBezTo>
                    <a:pt x="319" y="32"/>
                    <a:pt x="319" y="32"/>
                    <a:pt x="319" y="32"/>
                  </a:cubicBezTo>
                  <a:cubicBezTo>
                    <a:pt x="321" y="31"/>
                    <a:pt x="324" y="29"/>
                    <a:pt x="327" y="29"/>
                  </a:cubicBezTo>
                  <a:cubicBezTo>
                    <a:pt x="330" y="29"/>
                    <a:pt x="334" y="31"/>
                    <a:pt x="335" y="32"/>
                  </a:cubicBezTo>
                  <a:cubicBezTo>
                    <a:pt x="620" y="241"/>
                    <a:pt x="620" y="241"/>
                    <a:pt x="620" y="241"/>
                  </a:cubicBezTo>
                  <a:cubicBezTo>
                    <a:pt x="624" y="244"/>
                    <a:pt x="625" y="248"/>
                    <a:pt x="625" y="253"/>
                  </a:cubicBezTo>
                  <a:cubicBezTo>
                    <a:pt x="625" y="257"/>
                    <a:pt x="624" y="261"/>
                    <a:pt x="620" y="264"/>
                  </a:cubicBezTo>
                  <a:cubicBezTo>
                    <a:pt x="592" y="285"/>
                    <a:pt x="592" y="285"/>
                    <a:pt x="592" y="285"/>
                  </a:cubicBezTo>
                  <a:cubicBezTo>
                    <a:pt x="531" y="329"/>
                    <a:pt x="531" y="329"/>
                    <a:pt x="531" y="329"/>
                  </a:cubicBezTo>
                  <a:cubicBezTo>
                    <a:pt x="335" y="473"/>
                    <a:pt x="335" y="473"/>
                    <a:pt x="335" y="473"/>
                  </a:cubicBezTo>
                  <a:cubicBezTo>
                    <a:pt x="334" y="476"/>
                    <a:pt x="330" y="476"/>
                    <a:pt x="327" y="476"/>
                  </a:cubicBezTo>
                  <a:cubicBezTo>
                    <a:pt x="324" y="476"/>
                    <a:pt x="321" y="476"/>
                    <a:pt x="319" y="473"/>
                  </a:cubicBezTo>
                  <a:cubicBezTo>
                    <a:pt x="123" y="329"/>
                    <a:pt x="123" y="329"/>
                    <a:pt x="123" y="329"/>
                  </a:cubicBezTo>
                  <a:cubicBezTo>
                    <a:pt x="63" y="285"/>
                    <a:pt x="63" y="285"/>
                    <a:pt x="63" y="285"/>
                  </a:cubicBezTo>
                  <a:cubicBezTo>
                    <a:pt x="36" y="264"/>
                    <a:pt x="36" y="264"/>
                    <a:pt x="36" y="264"/>
                  </a:cubicBezTo>
                  <a:cubicBezTo>
                    <a:pt x="31" y="261"/>
                    <a:pt x="29" y="257"/>
                    <a:pt x="29" y="253"/>
                  </a:cubicBezTo>
                  <a:cubicBezTo>
                    <a:pt x="29" y="248"/>
                    <a:pt x="31" y="244"/>
                    <a:pt x="36" y="24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1" name="Group 483">
            <a:extLst>
              <a:ext uri="{FF2B5EF4-FFF2-40B4-BE49-F238E27FC236}">
                <a16:creationId xmlns:a16="http://schemas.microsoft.com/office/drawing/2014/main" id="{29955B78-EF52-7612-8261-D2BDF7948895}"/>
              </a:ext>
            </a:extLst>
          </p:cNvPr>
          <p:cNvGrpSpPr/>
          <p:nvPr/>
        </p:nvGrpSpPr>
        <p:grpSpPr>
          <a:xfrm>
            <a:off x="5969520" y="5713041"/>
            <a:ext cx="158750" cy="255587"/>
            <a:chOff x="4813300" y="6011863"/>
            <a:chExt cx="158750" cy="255587"/>
          </a:xfrm>
          <a:solidFill>
            <a:schemeClr val="tx2"/>
          </a:solidFill>
        </p:grpSpPr>
        <p:sp>
          <p:nvSpPr>
            <p:cNvPr id="482" name="Freeform 401">
              <a:extLst>
                <a:ext uri="{FF2B5EF4-FFF2-40B4-BE49-F238E27FC236}">
                  <a16:creationId xmlns:a16="http://schemas.microsoft.com/office/drawing/2014/main" id="{57F9A127-B230-8C49-0D1B-F58F757F5F10}"/>
                </a:ext>
              </a:extLst>
            </p:cNvPr>
            <p:cNvSpPr>
              <a:spLocks noChangeArrowheads="1"/>
            </p:cNvSpPr>
            <p:nvPr/>
          </p:nvSpPr>
          <p:spPr bwMode="auto">
            <a:xfrm>
              <a:off x="4813300" y="6011863"/>
              <a:ext cx="158750" cy="255587"/>
            </a:xfrm>
            <a:custGeom>
              <a:avLst/>
              <a:gdLst>
                <a:gd name="T0" fmla="*/ 0 w 443"/>
                <a:gd name="T1" fmla="*/ 486 h 708"/>
                <a:gd name="T2" fmla="*/ 0 w 443"/>
                <a:gd name="T3" fmla="*/ 486 h 708"/>
                <a:gd name="T4" fmla="*/ 221 w 443"/>
                <a:gd name="T5" fmla="*/ 707 h 708"/>
                <a:gd name="T6" fmla="*/ 442 w 443"/>
                <a:gd name="T7" fmla="*/ 486 h 708"/>
                <a:gd name="T8" fmla="*/ 303 w 443"/>
                <a:gd name="T9" fmla="*/ 280 h 708"/>
                <a:gd name="T10" fmla="*/ 406 w 443"/>
                <a:gd name="T11" fmla="*/ 203 h 708"/>
                <a:gd name="T12" fmla="*/ 412 w 443"/>
                <a:gd name="T13" fmla="*/ 191 h 708"/>
                <a:gd name="T14" fmla="*/ 412 w 443"/>
                <a:gd name="T15" fmla="*/ 14 h 708"/>
                <a:gd name="T16" fmla="*/ 408 w 443"/>
                <a:gd name="T17" fmla="*/ 4 h 708"/>
                <a:gd name="T18" fmla="*/ 398 w 443"/>
                <a:gd name="T19" fmla="*/ 0 h 708"/>
                <a:gd name="T20" fmla="*/ 44 w 443"/>
                <a:gd name="T21" fmla="*/ 0 h 708"/>
                <a:gd name="T22" fmla="*/ 33 w 443"/>
                <a:gd name="T23" fmla="*/ 4 h 708"/>
                <a:gd name="T24" fmla="*/ 29 w 443"/>
                <a:gd name="T25" fmla="*/ 14 h 708"/>
                <a:gd name="T26" fmla="*/ 29 w 443"/>
                <a:gd name="T27" fmla="*/ 191 h 708"/>
                <a:gd name="T28" fmla="*/ 35 w 443"/>
                <a:gd name="T29" fmla="*/ 203 h 708"/>
                <a:gd name="T30" fmla="*/ 138 w 443"/>
                <a:gd name="T31" fmla="*/ 280 h 708"/>
                <a:gd name="T32" fmla="*/ 0 w 443"/>
                <a:gd name="T33" fmla="*/ 486 h 708"/>
                <a:gd name="T34" fmla="*/ 167 w 443"/>
                <a:gd name="T35" fmla="*/ 265 h 708"/>
                <a:gd name="T36" fmla="*/ 167 w 443"/>
                <a:gd name="T37" fmla="*/ 265 h 708"/>
                <a:gd name="T38" fmla="*/ 58 w 443"/>
                <a:gd name="T39" fmla="*/ 184 h 708"/>
                <a:gd name="T40" fmla="*/ 58 w 443"/>
                <a:gd name="T41" fmla="*/ 29 h 708"/>
                <a:gd name="T42" fmla="*/ 383 w 443"/>
                <a:gd name="T43" fmla="*/ 29 h 708"/>
                <a:gd name="T44" fmla="*/ 383 w 443"/>
                <a:gd name="T45" fmla="*/ 184 h 708"/>
                <a:gd name="T46" fmla="*/ 274 w 443"/>
                <a:gd name="T47" fmla="*/ 265 h 708"/>
                <a:gd name="T48" fmla="*/ 167 w 443"/>
                <a:gd name="T49" fmla="*/ 265 h 708"/>
                <a:gd name="T50" fmla="*/ 221 w 443"/>
                <a:gd name="T51" fmla="*/ 294 h 708"/>
                <a:gd name="T52" fmla="*/ 221 w 443"/>
                <a:gd name="T53" fmla="*/ 294 h 708"/>
                <a:gd name="T54" fmla="*/ 357 w 443"/>
                <a:gd name="T55" fmla="*/ 351 h 708"/>
                <a:gd name="T56" fmla="*/ 412 w 443"/>
                <a:gd name="T57" fmla="*/ 486 h 708"/>
                <a:gd name="T58" fmla="*/ 357 w 443"/>
                <a:gd name="T59" fmla="*/ 622 h 708"/>
                <a:gd name="T60" fmla="*/ 221 w 443"/>
                <a:gd name="T61" fmla="*/ 677 h 708"/>
                <a:gd name="T62" fmla="*/ 86 w 443"/>
                <a:gd name="T63" fmla="*/ 622 h 708"/>
                <a:gd name="T64" fmla="*/ 29 w 443"/>
                <a:gd name="T65" fmla="*/ 486 h 708"/>
                <a:gd name="T66" fmla="*/ 86 w 443"/>
                <a:gd name="T67" fmla="*/ 351 h 708"/>
                <a:gd name="T68" fmla="*/ 221 w 443"/>
                <a:gd name="T69"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3" h="708">
                  <a:moveTo>
                    <a:pt x="0" y="486"/>
                  </a:moveTo>
                  <a:lnTo>
                    <a:pt x="0" y="486"/>
                  </a:lnTo>
                  <a:cubicBezTo>
                    <a:pt x="0" y="608"/>
                    <a:pt x="98" y="707"/>
                    <a:pt x="221" y="707"/>
                  </a:cubicBezTo>
                  <a:cubicBezTo>
                    <a:pt x="343" y="707"/>
                    <a:pt x="442" y="608"/>
                    <a:pt x="442" y="486"/>
                  </a:cubicBezTo>
                  <a:cubicBezTo>
                    <a:pt x="442" y="392"/>
                    <a:pt x="384" y="314"/>
                    <a:pt x="303" y="280"/>
                  </a:cubicBezTo>
                  <a:cubicBezTo>
                    <a:pt x="406" y="203"/>
                    <a:pt x="406" y="203"/>
                    <a:pt x="406" y="203"/>
                  </a:cubicBezTo>
                  <a:cubicBezTo>
                    <a:pt x="410" y="200"/>
                    <a:pt x="412" y="196"/>
                    <a:pt x="412" y="191"/>
                  </a:cubicBezTo>
                  <a:cubicBezTo>
                    <a:pt x="412" y="14"/>
                    <a:pt x="412" y="14"/>
                    <a:pt x="412" y="14"/>
                  </a:cubicBezTo>
                  <a:cubicBezTo>
                    <a:pt x="412" y="11"/>
                    <a:pt x="410" y="7"/>
                    <a:pt x="408" y="4"/>
                  </a:cubicBezTo>
                  <a:cubicBezTo>
                    <a:pt x="405" y="1"/>
                    <a:pt x="402" y="0"/>
                    <a:pt x="398" y="0"/>
                  </a:cubicBezTo>
                  <a:cubicBezTo>
                    <a:pt x="44" y="0"/>
                    <a:pt x="44" y="0"/>
                    <a:pt x="44" y="0"/>
                  </a:cubicBezTo>
                  <a:cubicBezTo>
                    <a:pt x="40" y="0"/>
                    <a:pt x="36" y="1"/>
                    <a:pt x="33" y="4"/>
                  </a:cubicBezTo>
                  <a:cubicBezTo>
                    <a:pt x="31" y="7"/>
                    <a:pt x="29" y="11"/>
                    <a:pt x="29" y="14"/>
                  </a:cubicBezTo>
                  <a:cubicBezTo>
                    <a:pt x="29" y="191"/>
                    <a:pt x="29" y="191"/>
                    <a:pt x="29" y="191"/>
                  </a:cubicBezTo>
                  <a:cubicBezTo>
                    <a:pt x="29" y="196"/>
                    <a:pt x="32" y="200"/>
                    <a:pt x="35" y="203"/>
                  </a:cubicBezTo>
                  <a:cubicBezTo>
                    <a:pt x="138" y="280"/>
                    <a:pt x="138" y="280"/>
                    <a:pt x="138" y="280"/>
                  </a:cubicBezTo>
                  <a:cubicBezTo>
                    <a:pt x="57" y="314"/>
                    <a:pt x="0" y="392"/>
                    <a:pt x="0" y="486"/>
                  </a:cubicBezTo>
                  <a:close/>
                  <a:moveTo>
                    <a:pt x="167" y="265"/>
                  </a:moveTo>
                  <a:lnTo>
                    <a:pt x="167" y="265"/>
                  </a:lnTo>
                  <a:cubicBezTo>
                    <a:pt x="58" y="184"/>
                    <a:pt x="58" y="184"/>
                    <a:pt x="58" y="184"/>
                  </a:cubicBezTo>
                  <a:cubicBezTo>
                    <a:pt x="58" y="29"/>
                    <a:pt x="58" y="29"/>
                    <a:pt x="58" y="29"/>
                  </a:cubicBezTo>
                  <a:cubicBezTo>
                    <a:pt x="383" y="29"/>
                    <a:pt x="383" y="29"/>
                    <a:pt x="383" y="29"/>
                  </a:cubicBezTo>
                  <a:cubicBezTo>
                    <a:pt x="383" y="184"/>
                    <a:pt x="383" y="184"/>
                    <a:pt x="383" y="184"/>
                  </a:cubicBezTo>
                  <a:cubicBezTo>
                    <a:pt x="274" y="265"/>
                    <a:pt x="274" y="265"/>
                    <a:pt x="274" y="265"/>
                  </a:cubicBezTo>
                  <a:lnTo>
                    <a:pt x="167" y="265"/>
                  </a:lnTo>
                  <a:close/>
                  <a:moveTo>
                    <a:pt x="221" y="294"/>
                  </a:moveTo>
                  <a:lnTo>
                    <a:pt x="221" y="294"/>
                  </a:lnTo>
                  <a:cubicBezTo>
                    <a:pt x="274" y="294"/>
                    <a:pt x="322" y="316"/>
                    <a:pt x="357" y="351"/>
                  </a:cubicBezTo>
                  <a:cubicBezTo>
                    <a:pt x="391" y="385"/>
                    <a:pt x="412" y="432"/>
                    <a:pt x="412" y="486"/>
                  </a:cubicBezTo>
                  <a:cubicBezTo>
                    <a:pt x="412" y="539"/>
                    <a:pt x="391" y="587"/>
                    <a:pt x="357" y="622"/>
                  </a:cubicBezTo>
                  <a:cubicBezTo>
                    <a:pt x="322" y="656"/>
                    <a:pt x="274" y="677"/>
                    <a:pt x="221" y="677"/>
                  </a:cubicBezTo>
                  <a:cubicBezTo>
                    <a:pt x="167" y="677"/>
                    <a:pt x="120" y="656"/>
                    <a:pt x="86" y="622"/>
                  </a:cubicBezTo>
                  <a:cubicBezTo>
                    <a:pt x="51" y="587"/>
                    <a:pt x="29" y="539"/>
                    <a:pt x="29" y="486"/>
                  </a:cubicBezTo>
                  <a:cubicBezTo>
                    <a:pt x="29" y="432"/>
                    <a:pt x="51" y="385"/>
                    <a:pt x="86" y="351"/>
                  </a:cubicBezTo>
                  <a:cubicBezTo>
                    <a:pt x="120" y="316"/>
                    <a:pt x="167" y="294"/>
                    <a:pt x="22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3" name="Freeform 402">
              <a:extLst>
                <a:ext uri="{FF2B5EF4-FFF2-40B4-BE49-F238E27FC236}">
                  <a16:creationId xmlns:a16="http://schemas.microsoft.com/office/drawing/2014/main" id="{49B2342B-CEEA-8414-07DF-683DABE1E647}"/>
                </a:ext>
              </a:extLst>
            </p:cNvPr>
            <p:cNvSpPr>
              <a:spLocks noChangeArrowheads="1"/>
            </p:cNvSpPr>
            <p:nvPr/>
          </p:nvSpPr>
          <p:spPr bwMode="auto">
            <a:xfrm>
              <a:off x="4846638" y="6138863"/>
              <a:ext cx="95250" cy="95250"/>
            </a:xfrm>
            <a:custGeom>
              <a:avLst/>
              <a:gdLst>
                <a:gd name="T0" fmla="*/ 132 w 266"/>
                <a:gd name="T1" fmla="*/ 265 h 266"/>
                <a:gd name="T2" fmla="*/ 132 w 266"/>
                <a:gd name="T3" fmla="*/ 265 h 266"/>
                <a:gd name="T4" fmla="*/ 265 w 266"/>
                <a:gd name="T5" fmla="*/ 132 h 266"/>
                <a:gd name="T6" fmla="*/ 132 w 266"/>
                <a:gd name="T7" fmla="*/ 0 h 266"/>
                <a:gd name="T8" fmla="*/ 0 w 266"/>
                <a:gd name="T9" fmla="*/ 132 h 266"/>
                <a:gd name="T10" fmla="*/ 132 w 266"/>
                <a:gd name="T11" fmla="*/ 265 h 266"/>
                <a:gd name="T12" fmla="*/ 59 w 266"/>
                <a:gd name="T13" fmla="*/ 59 h 266"/>
                <a:gd name="T14" fmla="*/ 59 w 266"/>
                <a:gd name="T15" fmla="*/ 59 h 266"/>
                <a:gd name="T16" fmla="*/ 132 w 266"/>
                <a:gd name="T17" fmla="*/ 29 h 266"/>
                <a:gd name="T18" fmla="*/ 205 w 266"/>
                <a:gd name="T19" fmla="*/ 59 h 266"/>
                <a:gd name="T20" fmla="*/ 234 w 266"/>
                <a:gd name="T21" fmla="*/ 132 h 266"/>
                <a:gd name="T22" fmla="*/ 205 w 266"/>
                <a:gd name="T23" fmla="*/ 205 h 266"/>
                <a:gd name="T24" fmla="*/ 132 w 266"/>
                <a:gd name="T25" fmla="*/ 234 h 266"/>
                <a:gd name="T26" fmla="*/ 59 w 266"/>
                <a:gd name="T27" fmla="*/ 205 h 266"/>
                <a:gd name="T28" fmla="*/ 29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5"/>
                    <a:pt x="265" y="132"/>
                  </a:cubicBezTo>
                  <a:cubicBezTo>
                    <a:pt x="265" y="59"/>
                    <a:pt x="205" y="0"/>
                    <a:pt x="132" y="0"/>
                  </a:cubicBezTo>
                  <a:cubicBezTo>
                    <a:pt x="59" y="0"/>
                    <a:pt x="0" y="59"/>
                    <a:pt x="0" y="132"/>
                  </a:cubicBezTo>
                  <a:cubicBezTo>
                    <a:pt x="0" y="205"/>
                    <a:pt x="59" y="265"/>
                    <a:pt x="132" y="265"/>
                  </a:cubicBezTo>
                  <a:close/>
                  <a:moveTo>
                    <a:pt x="59" y="59"/>
                  </a:moveTo>
                  <a:lnTo>
                    <a:pt x="59" y="59"/>
                  </a:lnTo>
                  <a:cubicBezTo>
                    <a:pt x="78" y="40"/>
                    <a:pt x="103" y="29"/>
                    <a:pt x="132" y="29"/>
                  </a:cubicBezTo>
                  <a:cubicBezTo>
                    <a:pt x="160" y="29"/>
                    <a:pt x="186" y="40"/>
                    <a:pt x="205" y="59"/>
                  </a:cubicBezTo>
                  <a:cubicBezTo>
                    <a:pt x="223" y="77"/>
                    <a:pt x="234" y="103"/>
                    <a:pt x="234" y="132"/>
                  </a:cubicBezTo>
                  <a:cubicBezTo>
                    <a:pt x="234" y="160"/>
                    <a:pt x="223" y="186"/>
                    <a:pt x="205" y="205"/>
                  </a:cubicBezTo>
                  <a:cubicBezTo>
                    <a:pt x="186" y="223"/>
                    <a:pt x="160" y="234"/>
                    <a:pt x="132" y="234"/>
                  </a:cubicBezTo>
                  <a:cubicBezTo>
                    <a:pt x="103" y="234"/>
                    <a:pt x="78" y="223"/>
                    <a:pt x="59" y="205"/>
                  </a:cubicBezTo>
                  <a:cubicBezTo>
                    <a:pt x="40" y="186"/>
                    <a:pt x="29" y="160"/>
                    <a:pt x="29" y="132"/>
                  </a:cubicBezTo>
                  <a:cubicBezTo>
                    <a:pt x="29" y="103"/>
                    <a:pt x="40"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84" name="Freeform 405">
            <a:extLst>
              <a:ext uri="{FF2B5EF4-FFF2-40B4-BE49-F238E27FC236}">
                <a16:creationId xmlns:a16="http://schemas.microsoft.com/office/drawing/2014/main" id="{7FA8D485-55C0-1B23-72AF-B93B7B4CA5AD}"/>
              </a:ext>
            </a:extLst>
          </p:cNvPr>
          <p:cNvSpPr>
            <a:spLocks noChangeArrowheads="1"/>
          </p:cNvSpPr>
          <p:nvPr/>
        </p:nvSpPr>
        <p:spPr bwMode="auto">
          <a:xfrm>
            <a:off x="6510858" y="5198690"/>
            <a:ext cx="117475" cy="255588"/>
          </a:xfrm>
          <a:custGeom>
            <a:avLst/>
            <a:gdLst>
              <a:gd name="T0" fmla="*/ 310 w 327"/>
              <a:gd name="T1" fmla="*/ 325 h 711"/>
              <a:gd name="T2" fmla="*/ 310 w 327"/>
              <a:gd name="T3" fmla="*/ 325 h 711"/>
              <a:gd name="T4" fmla="*/ 181 w 327"/>
              <a:gd name="T5" fmla="*/ 325 h 711"/>
              <a:gd name="T6" fmla="*/ 236 w 327"/>
              <a:gd name="T7" fmla="*/ 18 h 711"/>
              <a:gd name="T8" fmla="*/ 226 w 327"/>
              <a:gd name="T9" fmla="*/ 2 h 711"/>
              <a:gd name="T10" fmla="*/ 208 w 327"/>
              <a:gd name="T11" fmla="*/ 10 h 711"/>
              <a:gd name="T12" fmla="*/ 2 w 327"/>
              <a:gd name="T13" fmla="*/ 422 h 711"/>
              <a:gd name="T14" fmla="*/ 2 w 327"/>
              <a:gd name="T15" fmla="*/ 437 h 711"/>
              <a:gd name="T16" fmla="*/ 15 w 327"/>
              <a:gd name="T17" fmla="*/ 444 h 711"/>
              <a:gd name="T18" fmla="*/ 147 w 327"/>
              <a:gd name="T19" fmla="*/ 444 h 711"/>
              <a:gd name="T20" fmla="*/ 147 w 327"/>
              <a:gd name="T21" fmla="*/ 694 h 711"/>
              <a:gd name="T22" fmla="*/ 160 w 327"/>
              <a:gd name="T23" fmla="*/ 709 h 711"/>
              <a:gd name="T24" fmla="*/ 176 w 327"/>
              <a:gd name="T25" fmla="*/ 699 h 711"/>
              <a:gd name="T26" fmla="*/ 324 w 327"/>
              <a:gd name="T27" fmla="*/ 346 h 711"/>
              <a:gd name="T28" fmla="*/ 323 w 327"/>
              <a:gd name="T29" fmla="*/ 332 h 711"/>
              <a:gd name="T30" fmla="*/ 310 w 327"/>
              <a:gd name="T31" fmla="*/ 325 h 711"/>
              <a:gd name="T32" fmla="*/ 178 w 327"/>
              <a:gd name="T33" fmla="*/ 621 h 711"/>
              <a:gd name="T34" fmla="*/ 178 w 327"/>
              <a:gd name="T35" fmla="*/ 621 h 711"/>
              <a:gd name="T36" fmla="*/ 178 w 327"/>
              <a:gd name="T37" fmla="*/ 429 h 711"/>
              <a:gd name="T38" fmla="*/ 174 w 327"/>
              <a:gd name="T39" fmla="*/ 419 h 711"/>
              <a:gd name="T40" fmla="*/ 163 w 327"/>
              <a:gd name="T41" fmla="*/ 413 h 711"/>
              <a:gd name="T42" fmla="*/ 40 w 327"/>
              <a:gd name="T43" fmla="*/ 413 h 711"/>
              <a:gd name="T44" fmla="*/ 189 w 327"/>
              <a:gd name="T45" fmla="*/ 115 h 711"/>
              <a:gd name="T46" fmla="*/ 149 w 327"/>
              <a:gd name="T47" fmla="*/ 337 h 711"/>
              <a:gd name="T48" fmla="*/ 152 w 327"/>
              <a:gd name="T49" fmla="*/ 350 h 711"/>
              <a:gd name="T50" fmla="*/ 163 w 327"/>
              <a:gd name="T51" fmla="*/ 355 h 711"/>
              <a:gd name="T52" fmla="*/ 288 w 327"/>
              <a:gd name="T53" fmla="*/ 355 h 711"/>
              <a:gd name="T54" fmla="*/ 178 w 327"/>
              <a:gd name="T55" fmla="*/ 62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7" h="711">
                <a:moveTo>
                  <a:pt x="310" y="325"/>
                </a:moveTo>
                <a:lnTo>
                  <a:pt x="310" y="325"/>
                </a:lnTo>
                <a:cubicBezTo>
                  <a:pt x="181" y="325"/>
                  <a:pt x="181" y="325"/>
                  <a:pt x="181" y="325"/>
                </a:cubicBezTo>
                <a:cubicBezTo>
                  <a:pt x="236" y="18"/>
                  <a:pt x="236" y="18"/>
                  <a:pt x="236" y="18"/>
                </a:cubicBezTo>
                <a:cubicBezTo>
                  <a:pt x="237" y="11"/>
                  <a:pt x="233" y="5"/>
                  <a:pt x="226" y="2"/>
                </a:cubicBezTo>
                <a:cubicBezTo>
                  <a:pt x="219" y="0"/>
                  <a:pt x="212" y="3"/>
                  <a:pt x="208" y="10"/>
                </a:cubicBezTo>
                <a:cubicBezTo>
                  <a:pt x="2" y="422"/>
                  <a:pt x="2" y="422"/>
                  <a:pt x="2" y="422"/>
                </a:cubicBezTo>
                <a:cubicBezTo>
                  <a:pt x="0" y="427"/>
                  <a:pt x="0" y="433"/>
                  <a:pt x="2" y="437"/>
                </a:cubicBezTo>
                <a:cubicBezTo>
                  <a:pt x="5" y="441"/>
                  <a:pt x="11" y="444"/>
                  <a:pt x="15" y="444"/>
                </a:cubicBezTo>
                <a:cubicBezTo>
                  <a:pt x="147" y="444"/>
                  <a:pt x="147" y="444"/>
                  <a:pt x="147" y="444"/>
                </a:cubicBezTo>
                <a:cubicBezTo>
                  <a:pt x="147" y="694"/>
                  <a:pt x="147" y="694"/>
                  <a:pt x="147" y="694"/>
                </a:cubicBezTo>
                <a:cubicBezTo>
                  <a:pt x="147" y="701"/>
                  <a:pt x="153" y="708"/>
                  <a:pt x="160" y="709"/>
                </a:cubicBezTo>
                <a:cubicBezTo>
                  <a:pt x="167" y="710"/>
                  <a:pt x="174" y="706"/>
                  <a:pt x="176" y="699"/>
                </a:cubicBezTo>
                <a:cubicBezTo>
                  <a:pt x="324" y="346"/>
                  <a:pt x="324" y="346"/>
                  <a:pt x="324" y="346"/>
                </a:cubicBezTo>
                <a:cubicBezTo>
                  <a:pt x="326" y="342"/>
                  <a:pt x="326" y="336"/>
                  <a:pt x="323" y="332"/>
                </a:cubicBezTo>
                <a:cubicBezTo>
                  <a:pt x="320" y="328"/>
                  <a:pt x="314" y="325"/>
                  <a:pt x="310" y="325"/>
                </a:cubicBezTo>
                <a:close/>
                <a:moveTo>
                  <a:pt x="178" y="621"/>
                </a:moveTo>
                <a:lnTo>
                  <a:pt x="178" y="621"/>
                </a:lnTo>
                <a:cubicBezTo>
                  <a:pt x="178" y="429"/>
                  <a:pt x="178" y="429"/>
                  <a:pt x="178" y="429"/>
                </a:cubicBezTo>
                <a:cubicBezTo>
                  <a:pt x="178" y="424"/>
                  <a:pt x="176" y="422"/>
                  <a:pt x="174" y="419"/>
                </a:cubicBezTo>
                <a:cubicBezTo>
                  <a:pt x="171" y="416"/>
                  <a:pt x="167" y="413"/>
                  <a:pt x="163" y="413"/>
                </a:cubicBezTo>
                <a:cubicBezTo>
                  <a:pt x="40" y="413"/>
                  <a:pt x="40" y="413"/>
                  <a:pt x="40" y="413"/>
                </a:cubicBezTo>
                <a:cubicBezTo>
                  <a:pt x="189" y="115"/>
                  <a:pt x="189" y="115"/>
                  <a:pt x="189" y="115"/>
                </a:cubicBezTo>
                <a:cubicBezTo>
                  <a:pt x="149" y="337"/>
                  <a:pt x="149" y="337"/>
                  <a:pt x="149" y="337"/>
                </a:cubicBezTo>
                <a:cubicBezTo>
                  <a:pt x="147" y="342"/>
                  <a:pt x="149" y="346"/>
                  <a:pt x="152" y="350"/>
                </a:cubicBezTo>
                <a:cubicBezTo>
                  <a:pt x="154" y="353"/>
                  <a:pt x="158" y="355"/>
                  <a:pt x="163" y="355"/>
                </a:cubicBezTo>
                <a:cubicBezTo>
                  <a:pt x="288" y="355"/>
                  <a:pt x="288" y="355"/>
                  <a:pt x="288" y="355"/>
                </a:cubicBezTo>
                <a:lnTo>
                  <a:pt x="178" y="621"/>
                </a:lnTo>
                <a:close/>
              </a:path>
            </a:pathLst>
          </a:custGeom>
          <a:solidFill>
            <a:schemeClr val="tx2"/>
          </a:solidFill>
          <a:ln>
            <a:noFill/>
          </a:ln>
          <a:effectLst/>
        </p:spPr>
        <p:txBody>
          <a:bodyPr wrap="none" anchor="ctr"/>
          <a:lstStyle/>
          <a:p>
            <a:endParaRPr lang="da-DK">
              <a:solidFill>
                <a:schemeClr val="tx2"/>
              </a:solidFill>
            </a:endParaRPr>
          </a:p>
        </p:txBody>
      </p:sp>
      <p:grpSp>
        <p:nvGrpSpPr>
          <p:cNvPr id="485" name="Group 487">
            <a:extLst>
              <a:ext uri="{FF2B5EF4-FFF2-40B4-BE49-F238E27FC236}">
                <a16:creationId xmlns:a16="http://schemas.microsoft.com/office/drawing/2014/main" id="{06296E8A-76AB-6E9A-4A2C-74024757D931}"/>
              </a:ext>
            </a:extLst>
          </p:cNvPr>
          <p:cNvGrpSpPr/>
          <p:nvPr/>
        </p:nvGrpSpPr>
        <p:grpSpPr>
          <a:xfrm>
            <a:off x="7444308" y="4692278"/>
            <a:ext cx="255587" cy="255587"/>
            <a:chOff x="6288088" y="4992688"/>
            <a:chExt cx="255587" cy="255587"/>
          </a:xfrm>
          <a:solidFill>
            <a:schemeClr val="tx2"/>
          </a:solidFill>
        </p:grpSpPr>
        <p:sp>
          <p:nvSpPr>
            <p:cNvPr id="486" name="Freeform 406">
              <a:extLst>
                <a:ext uri="{FF2B5EF4-FFF2-40B4-BE49-F238E27FC236}">
                  <a16:creationId xmlns:a16="http://schemas.microsoft.com/office/drawing/2014/main" id="{CB3AE995-A180-9697-F3FA-7938F6F26E6E}"/>
                </a:ext>
              </a:extLst>
            </p:cNvPr>
            <p:cNvSpPr>
              <a:spLocks noChangeArrowheads="1"/>
            </p:cNvSpPr>
            <p:nvPr/>
          </p:nvSpPr>
          <p:spPr bwMode="auto">
            <a:xfrm>
              <a:off x="6454775" y="5114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7" name="Freeform 407">
              <a:extLst>
                <a:ext uri="{FF2B5EF4-FFF2-40B4-BE49-F238E27FC236}">
                  <a16:creationId xmlns:a16="http://schemas.microsoft.com/office/drawing/2014/main" id="{AD3E61FB-F227-E94A-16C9-575D43279B3A}"/>
                </a:ext>
              </a:extLst>
            </p:cNvPr>
            <p:cNvSpPr>
              <a:spLocks noChangeArrowheads="1"/>
            </p:cNvSpPr>
            <p:nvPr/>
          </p:nvSpPr>
          <p:spPr bwMode="auto">
            <a:xfrm>
              <a:off x="6288088" y="4992688"/>
              <a:ext cx="255587" cy="255587"/>
            </a:xfrm>
            <a:custGeom>
              <a:avLst/>
              <a:gdLst>
                <a:gd name="T0" fmla="*/ 491 w 709"/>
                <a:gd name="T1" fmla="*/ 322 h 709"/>
                <a:gd name="T2" fmla="*/ 429 w 709"/>
                <a:gd name="T3" fmla="*/ 74 h 709"/>
                <a:gd name="T4" fmla="*/ 250 w 709"/>
                <a:gd name="T5" fmla="*/ 0 h 709"/>
                <a:gd name="T6" fmla="*/ 74 w 709"/>
                <a:gd name="T7" fmla="*/ 74 h 709"/>
                <a:gd name="T8" fmla="*/ 74 w 709"/>
                <a:gd name="T9" fmla="*/ 427 h 709"/>
                <a:gd name="T10" fmla="*/ 250 w 709"/>
                <a:gd name="T11" fmla="*/ 500 h 709"/>
                <a:gd name="T12" fmla="*/ 383 w 709"/>
                <a:gd name="T13" fmla="*/ 471 h 709"/>
                <a:gd name="T14" fmla="*/ 398 w 709"/>
                <a:gd name="T15" fmla="*/ 531 h 709"/>
                <a:gd name="T16" fmla="*/ 442 w 709"/>
                <a:gd name="T17" fmla="*/ 575 h 709"/>
                <a:gd name="T18" fmla="*/ 502 w 709"/>
                <a:gd name="T19" fmla="*/ 589 h 709"/>
                <a:gd name="T20" fmla="*/ 516 w 709"/>
                <a:gd name="T21" fmla="*/ 648 h 709"/>
                <a:gd name="T22" fmla="*/ 560 w 709"/>
                <a:gd name="T23" fmla="*/ 692 h 709"/>
                <a:gd name="T24" fmla="*/ 692 w 709"/>
                <a:gd name="T25" fmla="*/ 708 h 709"/>
                <a:gd name="T26" fmla="*/ 708 w 709"/>
                <a:gd name="T27" fmla="*/ 692 h 709"/>
                <a:gd name="T28" fmla="*/ 704 w 709"/>
                <a:gd name="T29" fmla="*/ 535 h 709"/>
                <a:gd name="T30" fmla="*/ 590 w 709"/>
                <a:gd name="T31" fmla="*/ 677 h 709"/>
                <a:gd name="T32" fmla="*/ 590 w 709"/>
                <a:gd name="T33" fmla="*/ 633 h 709"/>
                <a:gd name="T34" fmla="*/ 531 w 709"/>
                <a:gd name="T35" fmla="*/ 619 h 709"/>
                <a:gd name="T36" fmla="*/ 516 w 709"/>
                <a:gd name="T37" fmla="*/ 560 h 709"/>
                <a:gd name="T38" fmla="*/ 471 w 709"/>
                <a:gd name="T39" fmla="*/ 516 h 709"/>
                <a:gd name="T40" fmla="*/ 413 w 709"/>
                <a:gd name="T41" fmla="*/ 500 h 709"/>
                <a:gd name="T42" fmla="*/ 398 w 709"/>
                <a:gd name="T43" fmla="*/ 442 h 709"/>
                <a:gd name="T44" fmla="*/ 364 w 709"/>
                <a:gd name="T45" fmla="*/ 442 h 709"/>
                <a:gd name="T46" fmla="*/ 358 w 709"/>
                <a:gd name="T47" fmla="*/ 444 h 709"/>
                <a:gd name="T48" fmla="*/ 250 w 709"/>
                <a:gd name="T49" fmla="*/ 471 h 709"/>
                <a:gd name="T50" fmla="*/ 29 w 709"/>
                <a:gd name="T51" fmla="*/ 250 h 709"/>
                <a:gd name="T52" fmla="*/ 250 w 709"/>
                <a:gd name="T53" fmla="*/ 29 h 709"/>
                <a:gd name="T54" fmla="*/ 471 w 709"/>
                <a:gd name="T55" fmla="*/ 250 h 709"/>
                <a:gd name="T56" fmla="*/ 460 w 709"/>
                <a:gd name="T57" fmla="*/ 324 h 709"/>
                <a:gd name="T58" fmla="*/ 460 w 709"/>
                <a:gd name="T59" fmla="*/ 329 h 709"/>
                <a:gd name="T60" fmla="*/ 463 w 709"/>
                <a:gd name="T61" fmla="*/ 335 h 709"/>
                <a:gd name="T62" fmla="*/ 679 w 709"/>
                <a:gd name="T63" fmla="*/ 552 h 709"/>
                <a:gd name="T64" fmla="*/ 590 w 709"/>
                <a:gd name="T65" fmla="*/ 677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09" h="709">
                  <a:moveTo>
                    <a:pt x="491" y="322"/>
                  </a:moveTo>
                  <a:lnTo>
                    <a:pt x="491" y="322"/>
                  </a:lnTo>
                  <a:cubicBezTo>
                    <a:pt x="498" y="299"/>
                    <a:pt x="502" y="274"/>
                    <a:pt x="502" y="250"/>
                  </a:cubicBezTo>
                  <a:cubicBezTo>
                    <a:pt x="502" y="187"/>
                    <a:pt x="477" y="122"/>
                    <a:pt x="429" y="74"/>
                  </a:cubicBezTo>
                  <a:lnTo>
                    <a:pt x="429" y="74"/>
                  </a:lnTo>
                  <a:cubicBezTo>
                    <a:pt x="379" y="24"/>
                    <a:pt x="315" y="0"/>
                    <a:pt x="250" y="0"/>
                  </a:cubicBezTo>
                  <a:cubicBezTo>
                    <a:pt x="187" y="0"/>
                    <a:pt x="123" y="24"/>
                    <a:pt x="74" y="74"/>
                  </a:cubicBezTo>
                  <a:lnTo>
                    <a:pt x="74" y="74"/>
                  </a:lnTo>
                  <a:cubicBezTo>
                    <a:pt x="25" y="122"/>
                    <a:pt x="0" y="187"/>
                    <a:pt x="0" y="250"/>
                  </a:cubicBezTo>
                  <a:cubicBezTo>
                    <a:pt x="0" y="314"/>
                    <a:pt x="25" y="379"/>
                    <a:pt x="74" y="427"/>
                  </a:cubicBezTo>
                  <a:lnTo>
                    <a:pt x="74" y="427"/>
                  </a:lnTo>
                  <a:cubicBezTo>
                    <a:pt x="123" y="477"/>
                    <a:pt x="187" y="500"/>
                    <a:pt x="250" y="500"/>
                  </a:cubicBezTo>
                  <a:cubicBezTo>
                    <a:pt x="292" y="500"/>
                    <a:pt x="332" y="491"/>
                    <a:pt x="369" y="471"/>
                  </a:cubicBezTo>
                  <a:cubicBezTo>
                    <a:pt x="383" y="471"/>
                    <a:pt x="383" y="471"/>
                    <a:pt x="383" y="471"/>
                  </a:cubicBezTo>
                  <a:cubicBezTo>
                    <a:pt x="383" y="516"/>
                    <a:pt x="383" y="516"/>
                    <a:pt x="383" y="516"/>
                  </a:cubicBezTo>
                  <a:cubicBezTo>
                    <a:pt x="383" y="524"/>
                    <a:pt x="390" y="531"/>
                    <a:pt x="398" y="531"/>
                  </a:cubicBezTo>
                  <a:cubicBezTo>
                    <a:pt x="442" y="531"/>
                    <a:pt x="442" y="531"/>
                    <a:pt x="442" y="531"/>
                  </a:cubicBezTo>
                  <a:cubicBezTo>
                    <a:pt x="442" y="575"/>
                    <a:pt x="442" y="575"/>
                    <a:pt x="442" y="575"/>
                  </a:cubicBezTo>
                  <a:cubicBezTo>
                    <a:pt x="442" y="583"/>
                    <a:pt x="449" y="589"/>
                    <a:pt x="458" y="589"/>
                  </a:cubicBezTo>
                  <a:cubicBezTo>
                    <a:pt x="502" y="589"/>
                    <a:pt x="502" y="589"/>
                    <a:pt x="502" y="589"/>
                  </a:cubicBezTo>
                  <a:cubicBezTo>
                    <a:pt x="502" y="633"/>
                    <a:pt x="502" y="633"/>
                    <a:pt x="502" y="633"/>
                  </a:cubicBezTo>
                  <a:cubicBezTo>
                    <a:pt x="502" y="641"/>
                    <a:pt x="509" y="648"/>
                    <a:pt x="516" y="648"/>
                  </a:cubicBezTo>
                  <a:cubicBezTo>
                    <a:pt x="560" y="648"/>
                    <a:pt x="560" y="648"/>
                    <a:pt x="560" y="648"/>
                  </a:cubicBezTo>
                  <a:cubicBezTo>
                    <a:pt x="560" y="692"/>
                    <a:pt x="560" y="692"/>
                    <a:pt x="560" y="692"/>
                  </a:cubicBezTo>
                  <a:cubicBezTo>
                    <a:pt x="560" y="701"/>
                    <a:pt x="567" y="708"/>
                    <a:pt x="575" y="708"/>
                  </a:cubicBezTo>
                  <a:cubicBezTo>
                    <a:pt x="692" y="708"/>
                    <a:pt x="692" y="708"/>
                    <a:pt x="692" y="708"/>
                  </a:cubicBezTo>
                  <a:cubicBezTo>
                    <a:pt x="697" y="708"/>
                    <a:pt x="701" y="706"/>
                    <a:pt x="704" y="703"/>
                  </a:cubicBezTo>
                  <a:cubicBezTo>
                    <a:pt x="706" y="701"/>
                    <a:pt x="708" y="697"/>
                    <a:pt x="708" y="692"/>
                  </a:cubicBezTo>
                  <a:cubicBezTo>
                    <a:pt x="708" y="545"/>
                    <a:pt x="708" y="545"/>
                    <a:pt x="708" y="545"/>
                  </a:cubicBezTo>
                  <a:cubicBezTo>
                    <a:pt x="708" y="542"/>
                    <a:pt x="706" y="538"/>
                    <a:pt x="704" y="535"/>
                  </a:cubicBezTo>
                  <a:lnTo>
                    <a:pt x="491" y="322"/>
                  </a:lnTo>
                  <a:close/>
                  <a:moveTo>
                    <a:pt x="590" y="677"/>
                  </a:moveTo>
                  <a:lnTo>
                    <a:pt x="590" y="677"/>
                  </a:lnTo>
                  <a:cubicBezTo>
                    <a:pt x="590" y="633"/>
                    <a:pt x="590" y="633"/>
                    <a:pt x="590" y="633"/>
                  </a:cubicBezTo>
                  <a:cubicBezTo>
                    <a:pt x="590" y="626"/>
                    <a:pt x="583" y="619"/>
                    <a:pt x="575" y="619"/>
                  </a:cubicBezTo>
                  <a:cubicBezTo>
                    <a:pt x="531" y="619"/>
                    <a:pt x="531" y="619"/>
                    <a:pt x="531" y="619"/>
                  </a:cubicBezTo>
                  <a:cubicBezTo>
                    <a:pt x="531" y="575"/>
                    <a:pt x="531" y="575"/>
                    <a:pt x="531" y="575"/>
                  </a:cubicBezTo>
                  <a:cubicBezTo>
                    <a:pt x="531" y="567"/>
                    <a:pt x="524" y="560"/>
                    <a:pt x="516" y="560"/>
                  </a:cubicBezTo>
                  <a:cubicBezTo>
                    <a:pt x="471" y="560"/>
                    <a:pt x="471" y="560"/>
                    <a:pt x="471" y="560"/>
                  </a:cubicBezTo>
                  <a:cubicBezTo>
                    <a:pt x="471" y="516"/>
                    <a:pt x="471" y="516"/>
                    <a:pt x="471" y="516"/>
                  </a:cubicBezTo>
                  <a:cubicBezTo>
                    <a:pt x="471" y="507"/>
                    <a:pt x="466" y="500"/>
                    <a:pt x="458" y="500"/>
                  </a:cubicBezTo>
                  <a:cubicBezTo>
                    <a:pt x="413" y="500"/>
                    <a:pt x="413" y="500"/>
                    <a:pt x="413" y="500"/>
                  </a:cubicBezTo>
                  <a:cubicBezTo>
                    <a:pt x="413" y="456"/>
                    <a:pt x="413" y="456"/>
                    <a:pt x="413" y="456"/>
                  </a:cubicBezTo>
                  <a:cubicBezTo>
                    <a:pt x="413" y="449"/>
                    <a:pt x="407" y="442"/>
                    <a:pt x="398" y="442"/>
                  </a:cubicBezTo>
                  <a:cubicBezTo>
                    <a:pt x="365" y="442"/>
                    <a:pt x="365" y="442"/>
                    <a:pt x="365" y="442"/>
                  </a:cubicBezTo>
                  <a:cubicBezTo>
                    <a:pt x="365" y="442"/>
                    <a:pt x="365" y="442"/>
                    <a:pt x="364" y="442"/>
                  </a:cubicBezTo>
                  <a:cubicBezTo>
                    <a:pt x="364" y="442"/>
                    <a:pt x="362" y="442"/>
                    <a:pt x="361" y="442"/>
                  </a:cubicBezTo>
                  <a:cubicBezTo>
                    <a:pt x="361" y="442"/>
                    <a:pt x="360" y="444"/>
                    <a:pt x="358" y="444"/>
                  </a:cubicBezTo>
                  <a:lnTo>
                    <a:pt x="358" y="444"/>
                  </a:lnTo>
                  <a:cubicBezTo>
                    <a:pt x="325" y="462"/>
                    <a:pt x="288" y="471"/>
                    <a:pt x="250" y="471"/>
                  </a:cubicBezTo>
                  <a:cubicBezTo>
                    <a:pt x="194" y="471"/>
                    <a:pt x="139" y="451"/>
                    <a:pt x="94" y="406"/>
                  </a:cubicBezTo>
                  <a:cubicBezTo>
                    <a:pt x="52" y="364"/>
                    <a:pt x="29" y="307"/>
                    <a:pt x="29" y="250"/>
                  </a:cubicBezTo>
                  <a:cubicBezTo>
                    <a:pt x="29" y="194"/>
                    <a:pt x="52" y="137"/>
                    <a:pt x="94" y="94"/>
                  </a:cubicBezTo>
                  <a:cubicBezTo>
                    <a:pt x="139" y="52"/>
                    <a:pt x="194" y="29"/>
                    <a:pt x="250" y="29"/>
                  </a:cubicBezTo>
                  <a:cubicBezTo>
                    <a:pt x="307" y="29"/>
                    <a:pt x="364" y="52"/>
                    <a:pt x="408" y="94"/>
                  </a:cubicBezTo>
                  <a:cubicBezTo>
                    <a:pt x="451" y="137"/>
                    <a:pt x="471" y="194"/>
                    <a:pt x="471" y="250"/>
                  </a:cubicBezTo>
                  <a:cubicBezTo>
                    <a:pt x="471" y="274"/>
                    <a:pt x="467" y="299"/>
                    <a:pt x="460" y="321"/>
                  </a:cubicBezTo>
                  <a:cubicBezTo>
                    <a:pt x="460" y="322"/>
                    <a:pt x="460" y="324"/>
                    <a:pt x="460" y="324"/>
                  </a:cubicBezTo>
                  <a:cubicBezTo>
                    <a:pt x="459" y="325"/>
                    <a:pt x="459" y="326"/>
                    <a:pt x="459" y="326"/>
                  </a:cubicBezTo>
                  <a:cubicBezTo>
                    <a:pt x="459" y="328"/>
                    <a:pt x="460" y="329"/>
                    <a:pt x="460" y="329"/>
                  </a:cubicBezTo>
                  <a:cubicBezTo>
                    <a:pt x="460" y="331"/>
                    <a:pt x="460" y="332"/>
                    <a:pt x="460" y="332"/>
                  </a:cubicBezTo>
                  <a:cubicBezTo>
                    <a:pt x="462" y="333"/>
                    <a:pt x="462" y="335"/>
                    <a:pt x="463" y="335"/>
                  </a:cubicBezTo>
                  <a:cubicBezTo>
                    <a:pt x="463" y="336"/>
                    <a:pt x="463" y="336"/>
                    <a:pt x="463" y="336"/>
                  </a:cubicBezTo>
                  <a:cubicBezTo>
                    <a:pt x="679" y="552"/>
                    <a:pt x="679" y="552"/>
                    <a:pt x="679" y="552"/>
                  </a:cubicBezTo>
                  <a:cubicBezTo>
                    <a:pt x="679" y="677"/>
                    <a:pt x="679" y="677"/>
                    <a:pt x="679" y="677"/>
                  </a:cubicBezTo>
                  <a:lnTo>
                    <a:pt x="590"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8" name="Freeform 408">
              <a:extLst>
                <a:ext uri="{FF2B5EF4-FFF2-40B4-BE49-F238E27FC236}">
                  <a16:creationId xmlns:a16="http://schemas.microsoft.com/office/drawing/2014/main" id="{0BDBEAE3-1E15-247A-2B0F-51E1C3DD80DF}"/>
                </a:ext>
              </a:extLst>
            </p:cNvPr>
            <p:cNvSpPr>
              <a:spLocks noChangeArrowheads="1"/>
            </p:cNvSpPr>
            <p:nvPr/>
          </p:nvSpPr>
          <p:spPr bwMode="auto">
            <a:xfrm>
              <a:off x="6330950" y="5035550"/>
              <a:ext cx="53975" cy="53975"/>
            </a:xfrm>
            <a:custGeom>
              <a:avLst/>
              <a:gdLst>
                <a:gd name="T0" fmla="*/ 74 w 149"/>
                <a:gd name="T1" fmla="*/ 0 h 149"/>
                <a:gd name="T2" fmla="*/ 74 w 149"/>
                <a:gd name="T3" fmla="*/ 0 h 149"/>
                <a:gd name="T4" fmla="*/ 0 w 149"/>
                <a:gd name="T5" fmla="*/ 73 h 149"/>
                <a:gd name="T6" fmla="*/ 74 w 149"/>
                <a:gd name="T7" fmla="*/ 148 h 149"/>
                <a:gd name="T8" fmla="*/ 148 w 149"/>
                <a:gd name="T9" fmla="*/ 73 h 149"/>
                <a:gd name="T10" fmla="*/ 74 w 149"/>
                <a:gd name="T11" fmla="*/ 0 h 149"/>
                <a:gd name="T12" fmla="*/ 74 w 149"/>
                <a:gd name="T13" fmla="*/ 117 h 149"/>
                <a:gd name="T14" fmla="*/ 74 w 149"/>
                <a:gd name="T15" fmla="*/ 117 h 149"/>
                <a:gd name="T16" fmla="*/ 30 w 149"/>
                <a:gd name="T17" fmla="*/ 73 h 149"/>
                <a:gd name="T18" fmla="*/ 74 w 149"/>
                <a:gd name="T19" fmla="*/ 29 h 149"/>
                <a:gd name="T20" fmla="*/ 119 w 149"/>
                <a:gd name="T21" fmla="*/ 73 h 149"/>
                <a:gd name="T22" fmla="*/ 74 w 149"/>
                <a:gd name="T23" fmla="*/ 117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4" y="0"/>
                  </a:moveTo>
                  <a:lnTo>
                    <a:pt x="74" y="0"/>
                  </a:lnTo>
                  <a:cubicBezTo>
                    <a:pt x="33" y="0"/>
                    <a:pt x="0" y="33"/>
                    <a:pt x="0" y="73"/>
                  </a:cubicBezTo>
                  <a:cubicBezTo>
                    <a:pt x="0" y="114"/>
                    <a:pt x="33" y="148"/>
                    <a:pt x="74" y="148"/>
                  </a:cubicBezTo>
                  <a:cubicBezTo>
                    <a:pt x="115" y="148"/>
                    <a:pt x="148" y="114"/>
                    <a:pt x="148" y="73"/>
                  </a:cubicBezTo>
                  <a:cubicBezTo>
                    <a:pt x="148" y="33"/>
                    <a:pt x="115" y="0"/>
                    <a:pt x="74" y="0"/>
                  </a:cubicBezTo>
                  <a:close/>
                  <a:moveTo>
                    <a:pt x="74" y="117"/>
                  </a:moveTo>
                  <a:lnTo>
                    <a:pt x="74" y="117"/>
                  </a:lnTo>
                  <a:cubicBezTo>
                    <a:pt x="50" y="117"/>
                    <a:pt x="30" y="98"/>
                    <a:pt x="30" y="73"/>
                  </a:cubicBezTo>
                  <a:cubicBezTo>
                    <a:pt x="30" y="50"/>
                    <a:pt x="50" y="29"/>
                    <a:pt x="74" y="29"/>
                  </a:cubicBezTo>
                  <a:cubicBezTo>
                    <a:pt x="98" y="29"/>
                    <a:pt x="119" y="50"/>
                    <a:pt x="119" y="73"/>
                  </a:cubicBezTo>
                  <a:cubicBezTo>
                    <a:pt x="119" y="98"/>
                    <a:pt x="98"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9" name="Group 491">
            <a:extLst>
              <a:ext uri="{FF2B5EF4-FFF2-40B4-BE49-F238E27FC236}">
                <a16:creationId xmlns:a16="http://schemas.microsoft.com/office/drawing/2014/main" id="{F65B4C2A-F0B3-8D8F-2F0A-99EC85D6A934}"/>
              </a:ext>
            </a:extLst>
          </p:cNvPr>
          <p:cNvGrpSpPr/>
          <p:nvPr/>
        </p:nvGrpSpPr>
        <p:grpSpPr>
          <a:xfrm>
            <a:off x="5944120" y="6227390"/>
            <a:ext cx="201613" cy="255588"/>
            <a:chOff x="4787900" y="6521450"/>
            <a:chExt cx="201613" cy="255588"/>
          </a:xfrm>
          <a:solidFill>
            <a:schemeClr val="tx2"/>
          </a:solidFill>
        </p:grpSpPr>
        <p:sp>
          <p:nvSpPr>
            <p:cNvPr id="490" name="Freeform 409">
              <a:extLst>
                <a:ext uri="{FF2B5EF4-FFF2-40B4-BE49-F238E27FC236}">
                  <a16:creationId xmlns:a16="http://schemas.microsoft.com/office/drawing/2014/main" id="{7483495C-106E-2CC9-BD2F-736E873072F5}"/>
                </a:ext>
              </a:extLst>
            </p:cNvPr>
            <p:cNvSpPr>
              <a:spLocks noChangeArrowheads="1"/>
            </p:cNvSpPr>
            <p:nvPr/>
          </p:nvSpPr>
          <p:spPr bwMode="auto">
            <a:xfrm>
              <a:off x="4787900" y="6521450"/>
              <a:ext cx="201613" cy="255588"/>
            </a:xfrm>
            <a:custGeom>
              <a:avLst/>
              <a:gdLst>
                <a:gd name="T0" fmla="*/ 516 w 561"/>
                <a:gd name="T1" fmla="*/ 0 h 710"/>
                <a:gd name="T2" fmla="*/ 516 w 561"/>
                <a:gd name="T3" fmla="*/ 0 h 710"/>
                <a:gd name="T4" fmla="*/ 44 w 561"/>
                <a:gd name="T5" fmla="*/ 0 h 710"/>
                <a:gd name="T6" fmla="*/ 0 w 561"/>
                <a:gd name="T7" fmla="*/ 45 h 710"/>
                <a:gd name="T8" fmla="*/ 0 w 561"/>
                <a:gd name="T9" fmla="*/ 692 h 710"/>
                <a:gd name="T10" fmla="*/ 9 w 561"/>
                <a:gd name="T11" fmla="*/ 706 h 710"/>
                <a:gd name="T12" fmla="*/ 24 w 561"/>
                <a:gd name="T13" fmla="*/ 703 h 710"/>
                <a:gd name="T14" fmla="*/ 270 w 561"/>
                <a:gd name="T15" fmla="*/ 485 h 710"/>
                <a:gd name="T16" fmla="*/ 280 w 561"/>
                <a:gd name="T17" fmla="*/ 481 h 710"/>
                <a:gd name="T18" fmla="*/ 290 w 561"/>
                <a:gd name="T19" fmla="*/ 485 h 710"/>
                <a:gd name="T20" fmla="*/ 536 w 561"/>
                <a:gd name="T21" fmla="*/ 703 h 710"/>
                <a:gd name="T22" fmla="*/ 551 w 561"/>
                <a:gd name="T23" fmla="*/ 706 h 710"/>
                <a:gd name="T24" fmla="*/ 560 w 561"/>
                <a:gd name="T25" fmla="*/ 692 h 710"/>
                <a:gd name="T26" fmla="*/ 560 w 561"/>
                <a:gd name="T27" fmla="*/ 45 h 710"/>
                <a:gd name="T28" fmla="*/ 516 w 561"/>
                <a:gd name="T29" fmla="*/ 0 h 710"/>
                <a:gd name="T30" fmla="*/ 280 w 561"/>
                <a:gd name="T31" fmla="*/ 452 h 710"/>
                <a:gd name="T32" fmla="*/ 280 w 561"/>
                <a:gd name="T33" fmla="*/ 452 h 710"/>
                <a:gd name="T34" fmla="*/ 251 w 561"/>
                <a:gd name="T35" fmla="*/ 463 h 710"/>
                <a:gd name="T36" fmla="*/ 30 w 561"/>
                <a:gd name="T37" fmla="*/ 659 h 710"/>
                <a:gd name="T38" fmla="*/ 30 w 561"/>
                <a:gd name="T39" fmla="*/ 45 h 710"/>
                <a:gd name="T40" fmla="*/ 44 w 561"/>
                <a:gd name="T41" fmla="*/ 29 h 710"/>
                <a:gd name="T42" fmla="*/ 516 w 561"/>
                <a:gd name="T43" fmla="*/ 29 h 710"/>
                <a:gd name="T44" fmla="*/ 530 w 561"/>
                <a:gd name="T45" fmla="*/ 45 h 710"/>
                <a:gd name="T46" fmla="*/ 530 w 561"/>
                <a:gd name="T47" fmla="*/ 659 h 710"/>
                <a:gd name="T48" fmla="*/ 309 w 561"/>
                <a:gd name="T49" fmla="*/ 463 h 710"/>
                <a:gd name="T50" fmla="*/ 280 w 561"/>
                <a:gd name="T51" fmla="*/ 45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61" h="710">
                  <a:moveTo>
                    <a:pt x="516" y="0"/>
                  </a:moveTo>
                  <a:lnTo>
                    <a:pt x="516" y="0"/>
                  </a:lnTo>
                  <a:cubicBezTo>
                    <a:pt x="44" y="0"/>
                    <a:pt x="44" y="0"/>
                    <a:pt x="44" y="0"/>
                  </a:cubicBezTo>
                  <a:cubicBezTo>
                    <a:pt x="20" y="0"/>
                    <a:pt x="0" y="20"/>
                    <a:pt x="0" y="45"/>
                  </a:cubicBezTo>
                  <a:cubicBezTo>
                    <a:pt x="0" y="692"/>
                    <a:pt x="0" y="692"/>
                    <a:pt x="0" y="692"/>
                  </a:cubicBezTo>
                  <a:cubicBezTo>
                    <a:pt x="0" y="698"/>
                    <a:pt x="4" y="703"/>
                    <a:pt x="9" y="706"/>
                  </a:cubicBezTo>
                  <a:cubicBezTo>
                    <a:pt x="15" y="709"/>
                    <a:pt x="20" y="708"/>
                    <a:pt x="24" y="703"/>
                  </a:cubicBezTo>
                  <a:cubicBezTo>
                    <a:pt x="270" y="485"/>
                    <a:pt x="270" y="485"/>
                    <a:pt x="270" y="485"/>
                  </a:cubicBezTo>
                  <a:cubicBezTo>
                    <a:pt x="273" y="482"/>
                    <a:pt x="277" y="481"/>
                    <a:pt x="280" y="481"/>
                  </a:cubicBezTo>
                  <a:cubicBezTo>
                    <a:pt x="284" y="481"/>
                    <a:pt x="287" y="482"/>
                    <a:pt x="290" y="485"/>
                  </a:cubicBezTo>
                  <a:cubicBezTo>
                    <a:pt x="536" y="703"/>
                    <a:pt x="536" y="703"/>
                    <a:pt x="536" y="703"/>
                  </a:cubicBezTo>
                  <a:cubicBezTo>
                    <a:pt x="540" y="708"/>
                    <a:pt x="547" y="709"/>
                    <a:pt x="551" y="706"/>
                  </a:cubicBezTo>
                  <a:cubicBezTo>
                    <a:pt x="556" y="703"/>
                    <a:pt x="560" y="698"/>
                    <a:pt x="560" y="692"/>
                  </a:cubicBezTo>
                  <a:cubicBezTo>
                    <a:pt x="560" y="45"/>
                    <a:pt x="560" y="45"/>
                    <a:pt x="560" y="45"/>
                  </a:cubicBezTo>
                  <a:cubicBezTo>
                    <a:pt x="560" y="20"/>
                    <a:pt x="540" y="0"/>
                    <a:pt x="516" y="0"/>
                  </a:cubicBezTo>
                  <a:close/>
                  <a:moveTo>
                    <a:pt x="280" y="452"/>
                  </a:moveTo>
                  <a:lnTo>
                    <a:pt x="280" y="452"/>
                  </a:lnTo>
                  <a:cubicBezTo>
                    <a:pt x="270" y="452"/>
                    <a:pt x="259" y="456"/>
                    <a:pt x="251" y="463"/>
                  </a:cubicBezTo>
                  <a:cubicBezTo>
                    <a:pt x="30" y="659"/>
                    <a:pt x="30" y="659"/>
                    <a:pt x="30" y="659"/>
                  </a:cubicBezTo>
                  <a:cubicBezTo>
                    <a:pt x="30" y="45"/>
                    <a:pt x="30" y="45"/>
                    <a:pt x="30" y="45"/>
                  </a:cubicBezTo>
                  <a:cubicBezTo>
                    <a:pt x="30" y="36"/>
                    <a:pt x="37" y="29"/>
                    <a:pt x="44" y="29"/>
                  </a:cubicBezTo>
                  <a:cubicBezTo>
                    <a:pt x="516" y="29"/>
                    <a:pt x="516" y="29"/>
                    <a:pt x="516" y="29"/>
                  </a:cubicBezTo>
                  <a:cubicBezTo>
                    <a:pt x="524" y="29"/>
                    <a:pt x="530" y="36"/>
                    <a:pt x="530" y="45"/>
                  </a:cubicBezTo>
                  <a:cubicBezTo>
                    <a:pt x="530" y="659"/>
                    <a:pt x="530" y="659"/>
                    <a:pt x="530" y="659"/>
                  </a:cubicBezTo>
                  <a:cubicBezTo>
                    <a:pt x="309" y="463"/>
                    <a:pt x="309" y="463"/>
                    <a:pt x="309" y="463"/>
                  </a:cubicBezTo>
                  <a:cubicBezTo>
                    <a:pt x="301" y="456"/>
                    <a:pt x="291" y="452"/>
                    <a:pt x="280" y="4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1" name="Freeform 410">
              <a:extLst>
                <a:ext uri="{FF2B5EF4-FFF2-40B4-BE49-F238E27FC236}">
                  <a16:creationId xmlns:a16="http://schemas.microsoft.com/office/drawing/2014/main" id="{C7AEE47B-AAE4-4160-B404-7FF7305E2AE8}"/>
                </a:ext>
              </a:extLst>
            </p:cNvPr>
            <p:cNvSpPr>
              <a:spLocks noChangeArrowheads="1"/>
            </p:cNvSpPr>
            <p:nvPr/>
          </p:nvSpPr>
          <p:spPr bwMode="auto">
            <a:xfrm>
              <a:off x="4840288" y="6562725"/>
              <a:ext cx="96837" cy="95250"/>
            </a:xfrm>
            <a:custGeom>
              <a:avLst/>
              <a:gdLst>
                <a:gd name="T0" fmla="*/ 250 w 267"/>
                <a:gd name="T1" fmla="*/ 117 h 266"/>
                <a:gd name="T2" fmla="*/ 250 w 267"/>
                <a:gd name="T3" fmla="*/ 117 h 266"/>
                <a:gd name="T4" fmla="*/ 148 w 267"/>
                <a:gd name="T5" fmla="*/ 117 h 266"/>
                <a:gd name="T6" fmla="*/ 148 w 267"/>
                <a:gd name="T7" fmla="*/ 15 h 266"/>
                <a:gd name="T8" fmla="*/ 133 w 267"/>
                <a:gd name="T9" fmla="*/ 0 h 266"/>
                <a:gd name="T10" fmla="*/ 118 w 267"/>
                <a:gd name="T11" fmla="*/ 15 h 266"/>
                <a:gd name="T12" fmla="*/ 118 w 267"/>
                <a:gd name="T13" fmla="*/ 117 h 266"/>
                <a:gd name="T14" fmla="*/ 16 w 267"/>
                <a:gd name="T15" fmla="*/ 117 h 266"/>
                <a:gd name="T16" fmla="*/ 0 w 267"/>
                <a:gd name="T17" fmla="*/ 132 h 266"/>
                <a:gd name="T18" fmla="*/ 16 w 267"/>
                <a:gd name="T19" fmla="*/ 148 h 266"/>
                <a:gd name="T20" fmla="*/ 118 w 267"/>
                <a:gd name="T21" fmla="*/ 148 h 266"/>
                <a:gd name="T22" fmla="*/ 118 w 267"/>
                <a:gd name="T23" fmla="*/ 250 h 266"/>
                <a:gd name="T24" fmla="*/ 133 w 267"/>
                <a:gd name="T25" fmla="*/ 265 h 266"/>
                <a:gd name="T26" fmla="*/ 148 w 267"/>
                <a:gd name="T27" fmla="*/ 250 h 266"/>
                <a:gd name="T28" fmla="*/ 148 w 267"/>
                <a:gd name="T29" fmla="*/ 148 h 266"/>
                <a:gd name="T30" fmla="*/ 250 w 267"/>
                <a:gd name="T31" fmla="*/ 148 h 266"/>
                <a:gd name="T32" fmla="*/ 266 w 267"/>
                <a:gd name="T33" fmla="*/ 132 h 266"/>
                <a:gd name="T34" fmla="*/ 250 w 267"/>
                <a:gd name="T35" fmla="*/ 11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7" h="266">
                  <a:moveTo>
                    <a:pt x="250" y="117"/>
                  </a:moveTo>
                  <a:lnTo>
                    <a:pt x="250" y="117"/>
                  </a:lnTo>
                  <a:cubicBezTo>
                    <a:pt x="148" y="117"/>
                    <a:pt x="148" y="117"/>
                    <a:pt x="148" y="117"/>
                  </a:cubicBezTo>
                  <a:cubicBezTo>
                    <a:pt x="148" y="15"/>
                    <a:pt x="148" y="15"/>
                    <a:pt x="148" y="15"/>
                  </a:cubicBezTo>
                  <a:cubicBezTo>
                    <a:pt x="148" y="7"/>
                    <a:pt x="141" y="0"/>
                    <a:pt x="133"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1"/>
                    <a:pt x="7" y="148"/>
                    <a:pt x="16" y="148"/>
                  </a:cubicBezTo>
                  <a:cubicBezTo>
                    <a:pt x="118" y="148"/>
                    <a:pt x="118" y="148"/>
                    <a:pt x="118" y="148"/>
                  </a:cubicBezTo>
                  <a:cubicBezTo>
                    <a:pt x="118" y="250"/>
                    <a:pt x="118" y="250"/>
                    <a:pt x="118" y="250"/>
                  </a:cubicBezTo>
                  <a:cubicBezTo>
                    <a:pt x="118" y="258"/>
                    <a:pt x="125" y="265"/>
                    <a:pt x="133" y="265"/>
                  </a:cubicBezTo>
                  <a:cubicBezTo>
                    <a:pt x="141" y="265"/>
                    <a:pt x="148" y="258"/>
                    <a:pt x="148" y="250"/>
                  </a:cubicBezTo>
                  <a:cubicBezTo>
                    <a:pt x="148" y="148"/>
                    <a:pt x="148" y="148"/>
                    <a:pt x="148" y="148"/>
                  </a:cubicBezTo>
                  <a:cubicBezTo>
                    <a:pt x="250" y="148"/>
                    <a:pt x="250" y="148"/>
                    <a:pt x="250" y="148"/>
                  </a:cubicBezTo>
                  <a:cubicBezTo>
                    <a:pt x="259" y="148"/>
                    <a:pt x="266" y="141"/>
                    <a:pt x="266" y="132"/>
                  </a:cubicBezTo>
                  <a:cubicBezTo>
                    <a:pt x="266" y="124"/>
                    <a:pt x="259" y="117"/>
                    <a:pt x="250" y="1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2" name="Group 494">
            <a:extLst>
              <a:ext uri="{FF2B5EF4-FFF2-40B4-BE49-F238E27FC236}">
                <a16:creationId xmlns:a16="http://schemas.microsoft.com/office/drawing/2014/main" id="{93AE5360-9971-914B-B15C-5B742909D080}"/>
              </a:ext>
            </a:extLst>
          </p:cNvPr>
          <p:cNvGrpSpPr/>
          <p:nvPr/>
        </p:nvGrpSpPr>
        <p:grpSpPr>
          <a:xfrm>
            <a:off x="5423420" y="5720978"/>
            <a:ext cx="239713" cy="239713"/>
            <a:chOff x="4267200" y="6022975"/>
            <a:chExt cx="239713" cy="239713"/>
          </a:xfrm>
          <a:solidFill>
            <a:schemeClr val="tx2"/>
          </a:solidFill>
        </p:grpSpPr>
        <p:sp>
          <p:nvSpPr>
            <p:cNvPr id="493" name="Freeform 411">
              <a:extLst>
                <a:ext uri="{FF2B5EF4-FFF2-40B4-BE49-F238E27FC236}">
                  <a16:creationId xmlns:a16="http://schemas.microsoft.com/office/drawing/2014/main" id="{2A6C6382-F48A-30C2-6CEE-5718A7FB9CEC}"/>
                </a:ext>
              </a:extLst>
            </p:cNvPr>
            <p:cNvSpPr>
              <a:spLocks noChangeArrowheads="1"/>
            </p:cNvSpPr>
            <p:nvPr/>
          </p:nvSpPr>
          <p:spPr bwMode="auto">
            <a:xfrm>
              <a:off x="4267200" y="6191250"/>
              <a:ext cx="71438" cy="71438"/>
            </a:xfrm>
            <a:custGeom>
              <a:avLst/>
              <a:gdLst>
                <a:gd name="T0" fmla="*/ 35 w 199"/>
                <a:gd name="T1" fmla="*/ 120 h 199"/>
                <a:gd name="T2" fmla="*/ 35 w 199"/>
                <a:gd name="T3" fmla="*/ 120 h 199"/>
                <a:gd name="T4" fmla="*/ 69 w 199"/>
                <a:gd name="T5" fmla="*/ 65 h 199"/>
                <a:gd name="T6" fmla="*/ 125 w 199"/>
                <a:gd name="T7" fmla="*/ 30 h 199"/>
                <a:gd name="T8" fmla="*/ 134 w 199"/>
                <a:gd name="T9" fmla="*/ 12 h 199"/>
                <a:gd name="T10" fmla="*/ 115 w 199"/>
                <a:gd name="T11" fmla="*/ 3 h 199"/>
                <a:gd name="T12" fmla="*/ 115 w 199"/>
                <a:gd name="T13" fmla="*/ 3 h 199"/>
                <a:gd name="T14" fmla="*/ 49 w 199"/>
                <a:gd name="T15" fmla="*/ 44 h 199"/>
                <a:gd name="T16" fmla="*/ 7 w 199"/>
                <a:gd name="T17" fmla="*/ 111 h 199"/>
                <a:gd name="T18" fmla="*/ 0 w 199"/>
                <a:gd name="T19" fmla="*/ 153 h 199"/>
                <a:gd name="T20" fmla="*/ 4 w 199"/>
                <a:gd name="T21" fmla="*/ 184 h 199"/>
                <a:gd name="T22" fmla="*/ 14 w 199"/>
                <a:gd name="T23" fmla="*/ 195 h 199"/>
                <a:gd name="T24" fmla="*/ 44 w 199"/>
                <a:gd name="T25" fmla="*/ 198 h 199"/>
                <a:gd name="T26" fmla="*/ 87 w 199"/>
                <a:gd name="T27" fmla="*/ 191 h 199"/>
                <a:gd name="T28" fmla="*/ 155 w 199"/>
                <a:gd name="T29" fmla="*/ 151 h 199"/>
                <a:gd name="T30" fmla="*/ 195 w 199"/>
                <a:gd name="T31" fmla="*/ 83 h 199"/>
                <a:gd name="T32" fmla="*/ 185 w 199"/>
                <a:gd name="T33" fmla="*/ 65 h 199"/>
                <a:gd name="T34" fmla="*/ 167 w 199"/>
                <a:gd name="T35" fmla="*/ 75 h 199"/>
                <a:gd name="T36" fmla="*/ 133 w 199"/>
                <a:gd name="T37" fmla="*/ 130 h 199"/>
                <a:gd name="T38" fmla="*/ 78 w 199"/>
                <a:gd name="T39" fmla="*/ 163 h 199"/>
                <a:gd name="T40" fmla="*/ 44 w 199"/>
                <a:gd name="T41" fmla="*/ 169 h 199"/>
                <a:gd name="T42" fmla="*/ 31 w 199"/>
                <a:gd name="T43" fmla="*/ 167 h 199"/>
                <a:gd name="T44" fmla="*/ 29 w 199"/>
                <a:gd name="T45" fmla="*/ 153 h 199"/>
                <a:gd name="T46" fmla="*/ 35 w 199"/>
                <a:gd name="T47" fmla="*/ 1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99" h="199">
                  <a:moveTo>
                    <a:pt x="35" y="120"/>
                  </a:moveTo>
                  <a:lnTo>
                    <a:pt x="35" y="120"/>
                  </a:lnTo>
                  <a:cubicBezTo>
                    <a:pt x="40" y="101"/>
                    <a:pt x="53" y="82"/>
                    <a:pt x="69" y="65"/>
                  </a:cubicBezTo>
                  <a:cubicBezTo>
                    <a:pt x="86" y="48"/>
                    <a:pt x="104" y="37"/>
                    <a:pt x="125" y="30"/>
                  </a:cubicBezTo>
                  <a:cubicBezTo>
                    <a:pt x="131" y="28"/>
                    <a:pt x="136" y="19"/>
                    <a:pt x="134" y="12"/>
                  </a:cubicBezTo>
                  <a:cubicBezTo>
                    <a:pt x="131" y="4"/>
                    <a:pt x="123" y="0"/>
                    <a:pt x="115" y="3"/>
                  </a:cubicBezTo>
                  <a:lnTo>
                    <a:pt x="115" y="3"/>
                  </a:lnTo>
                  <a:cubicBezTo>
                    <a:pt x="91" y="10"/>
                    <a:pt x="68" y="24"/>
                    <a:pt x="49" y="44"/>
                  </a:cubicBezTo>
                  <a:cubicBezTo>
                    <a:pt x="28" y="64"/>
                    <a:pt x="14" y="87"/>
                    <a:pt x="7" y="111"/>
                  </a:cubicBezTo>
                  <a:cubicBezTo>
                    <a:pt x="3" y="124"/>
                    <a:pt x="0" y="140"/>
                    <a:pt x="0" y="153"/>
                  </a:cubicBezTo>
                  <a:cubicBezTo>
                    <a:pt x="0" y="163"/>
                    <a:pt x="2" y="174"/>
                    <a:pt x="4" y="184"/>
                  </a:cubicBezTo>
                  <a:cubicBezTo>
                    <a:pt x="6" y="189"/>
                    <a:pt x="10" y="193"/>
                    <a:pt x="14" y="195"/>
                  </a:cubicBezTo>
                  <a:cubicBezTo>
                    <a:pt x="25" y="196"/>
                    <a:pt x="35" y="198"/>
                    <a:pt x="44" y="198"/>
                  </a:cubicBezTo>
                  <a:cubicBezTo>
                    <a:pt x="58" y="198"/>
                    <a:pt x="73" y="196"/>
                    <a:pt x="87" y="191"/>
                  </a:cubicBezTo>
                  <a:cubicBezTo>
                    <a:pt x="111" y="184"/>
                    <a:pt x="134" y="170"/>
                    <a:pt x="155" y="151"/>
                  </a:cubicBezTo>
                  <a:cubicBezTo>
                    <a:pt x="174" y="130"/>
                    <a:pt x="188" y="106"/>
                    <a:pt x="195" y="83"/>
                  </a:cubicBezTo>
                  <a:cubicBezTo>
                    <a:pt x="198" y="75"/>
                    <a:pt x="194" y="66"/>
                    <a:pt x="185" y="65"/>
                  </a:cubicBezTo>
                  <a:cubicBezTo>
                    <a:pt x="178" y="62"/>
                    <a:pt x="170" y="66"/>
                    <a:pt x="167" y="75"/>
                  </a:cubicBezTo>
                  <a:cubicBezTo>
                    <a:pt x="162" y="94"/>
                    <a:pt x="149" y="113"/>
                    <a:pt x="133" y="130"/>
                  </a:cubicBezTo>
                  <a:cubicBezTo>
                    <a:pt x="116" y="146"/>
                    <a:pt x="98" y="158"/>
                    <a:pt x="78" y="163"/>
                  </a:cubicBezTo>
                  <a:cubicBezTo>
                    <a:pt x="67" y="167"/>
                    <a:pt x="55" y="169"/>
                    <a:pt x="44" y="169"/>
                  </a:cubicBezTo>
                  <a:cubicBezTo>
                    <a:pt x="40" y="169"/>
                    <a:pt x="35" y="169"/>
                    <a:pt x="31" y="167"/>
                  </a:cubicBezTo>
                  <a:cubicBezTo>
                    <a:pt x="31" y="163"/>
                    <a:pt x="29" y="158"/>
                    <a:pt x="29" y="153"/>
                  </a:cubicBezTo>
                  <a:cubicBezTo>
                    <a:pt x="29" y="142"/>
                    <a:pt x="32" y="131"/>
                    <a:pt x="35"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4" name="Freeform 412">
              <a:extLst>
                <a:ext uri="{FF2B5EF4-FFF2-40B4-BE49-F238E27FC236}">
                  <a16:creationId xmlns:a16="http://schemas.microsoft.com/office/drawing/2014/main" id="{28DCCFD1-984E-D902-8701-EC6D63F8A183}"/>
                </a:ext>
              </a:extLst>
            </p:cNvPr>
            <p:cNvSpPr>
              <a:spLocks noChangeArrowheads="1"/>
            </p:cNvSpPr>
            <p:nvPr/>
          </p:nvSpPr>
          <p:spPr bwMode="auto">
            <a:xfrm>
              <a:off x="4276725" y="6022975"/>
              <a:ext cx="230188" cy="231775"/>
            </a:xfrm>
            <a:custGeom>
              <a:avLst/>
              <a:gdLst>
                <a:gd name="T0" fmla="*/ 623 w 640"/>
                <a:gd name="T1" fmla="*/ 10 h 646"/>
                <a:gd name="T2" fmla="*/ 623 w 640"/>
                <a:gd name="T3" fmla="*/ 10 h 646"/>
                <a:gd name="T4" fmla="*/ 537 w 640"/>
                <a:gd name="T5" fmla="*/ 0 h 646"/>
                <a:gd name="T6" fmla="*/ 338 w 640"/>
                <a:gd name="T7" fmla="*/ 76 h 646"/>
                <a:gd name="T8" fmla="*/ 338 w 640"/>
                <a:gd name="T9" fmla="*/ 76 h 646"/>
                <a:gd name="T10" fmla="*/ 211 w 640"/>
                <a:gd name="T11" fmla="*/ 318 h 646"/>
                <a:gd name="T12" fmla="*/ 103 w 640"/>
                <a:gd name="T13" fmla="*/ 282 h 646"/>
                <a:gd name="T14" fmla="*/ 88 w 640"/>
                <a:gd name="T15" fmla="*/ 285 h 646"/>
                <a:gd name="T16" fmla="*/ 5 w 640"/>
                <a:gd name="T17" fmla="*/ 369 h 646"/>
                <a:gd name="T18" fmla="*/ 1 w 640"/>
                <a:gd name="T19" fmla="*/ 384 h 646"/>
                <a:gd name="T20" fmla="*/ 15 w 640"/>
                <a:gd name="T21" fmla="*/ 394 h 646"/>
                <a:gd name="T22" fmla="*/ 95 w 640"/>
                <a:gd name="T23" fmla="*/ 394 h 646"/>
                <a:gd name="T24" fmla="*/ 186 w 640"/>
                <a:gd name="T25" fmla="*/ 451 h 646"/>
                <a:gd name="T26" fmla="*/ 250 w 640"/>
                <a:gd name="T27" fmla="*/ 549 h 646"/>
                <a:gd name="T28" fmla="*/ 250 w 640"/>
                <a:gd name="T29" fmla="*/ 629 h 646"/>
                <a:gd name="T30" fmla="*/ 259 w 640"/>
                <a:gd name="T31" fmla="*/ 643 h 646"/>
                <a:gd name="T32" fmla="*/ 276 w 640"/>
                <a:gd name="T33" fmla="*/ 640 h 646"/>
                <a:gd name="T34" fmla="*/ 359 w 640"/>
                <a:gd name="T35" fmla="*/ 556 h 646"/>
                <a:gd name="T36" fmla="*/ 363 w 640"/>
                <a:gd name="T37" fmla="*/ 540 h 646"/>
                <a:gd name="T38" fmla="*/ 327 w 640"/>
                <a:gd name="T39" fmla="*/ 434 h 646"/>
                <a:gd name="T40" fmla="*/ 453 w 640"/>
                <a:gd name="T41" fmla="*/ 400 h 646"/>
                <a:gd name="T42" fmla="*/ 569 w 640"/>
                <a:gd name="T43" fmla="*/ 304 h 646"/>
                <a:gd name="T44" fmla="*/ 569 w 640"/>
                <a:gd name="T45" fmla="*/ 304 h 646"/>
                <a:gd name="T46" fmla="*/ 639 w 640"/>
                <a:gd name="T47" fmla="*/ 90 h 646"/>
                <a:gd name="T48" fmla="*/ 634 w 640"/>
                <a:gd name="T49" fmla="*/ 23 h 646"/>
                <a:gd name="T50" fmla="*/ 623 w 640"/>
                <a:gd name="T51" fmla="*/ 10 h 646"/>
                <a:gd name="T52" fmla="*/ 545 w 640"/>
                <a:gd name="T53" fmla="*/ 286 h 646"/>
                <a:gd name="T54" fmla="*/ 545 w 640"/>
                <a:gd name="T55" fmla="*/ 286 h 646"/>
                <a:gd name="T56" fmla="*/ 439 w 640"/>
                <a:gd name="T57" fmla="*/ 373 h 646"/>
                <a:gd name="T58" fmla="*/ 306 w 640"/>
                <a:gd name="T59" fmla="*/ 407 h 646"/>
                <a:gd name="T60" fmla="*/ 294 w 640"/>
                <a:gd name="T61" fmla="*/ 412 h 646"/>
                <a:gd name="T62" fmla="*/ 293 w 640"/>
                <a:gd name="T63" fmla="*/ 426 h 646"/>
                <a:gd name="T64" fmla="*/ 331 w 640"/>
                <a:gd name="T65" fmla="*/ 542 h 646"/>
                <a:gd name="T66" fmla="*/ 280 w 640"/>
                <a:gd name="T67" fmla="*/ 593 h 646"/>
                <a:gd name="T68" fmla="*/ 280 w 640"/>
                <a:gd name="T69" fmla="*/ 546 h 646"/>
                <a:gd name="T70" fmla="*/ 279 w 640"/>
                <a:gd name="T71" fmla="*/ 540 h 646"/>
                <a:gd name="T72" fmla="*/ 207 w 640"/>
                <a:gd name="T73" fmla="*/ 430 h 646"/>
                <a:gd name="T74" fmla="*/ 103 w 640"/>
                <a:gd name="T75" fmla="*/ 365 h 646"/>
                <a:gd name="T76" fmla="*/ 98 w 640"/>
                <a:gd name="T77" fmla="*/ 364 h 646"/>
                <a:gd name="T78" fmla="*/ 51 w 640"/>
                <a:gd name="T79" fmla="*/ 364 h 646"/>
                <a:gd name="T80" fmla="*/ 102 w 640"/>
                <a:gd name="T81" fmla="*/ 313 h 646"/>
                <a:gd name="T82" fmla="*/ 219 w 640"/>
                <a:gd name="T83" fmla="*/ 351 h 646"/>
                <a:gd name="T84" fmla="*/ 232 w 640"/>
                <a:gd name="T85" fmla="*/ 350 h 646"/>
                <a:gd name="T86" fmla="*/ 239 w 640"/>
                <a:gd name="T87" fmla="*/ 339 h 646"/>
                <a:gd name="T88" fmla="*/ 359 w 640"/>
                <a:gd name="T89" fmla="*/ 99 h 646"/>
                <a:gd name="T90" fmla="*/ 537 w 640"/>
                <a:gd name="T91" fmla="*/ 29 h 646"/>
                <a:gd name="T92" fmla="*/ 606 w 640"/>
                <a:gd name="T93" fmla="*/ 38 h 646"/>
                <a:gd name="T94" fmla="*/ 610 w 640"/>
                <a:gd name="T95" fmla="*/ 90 h 646"/>
                <a:gd name="T96" fmla="*/ 545 w 640"/>
                <a:gd name="T97" fmla="*/ 2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40" h="646">
                  <a:moveTo>
                    <a:pt x="623" y="10"/>
                  </a:moveTo>
                  <a:lnTo>
                    <a:pt x="623" y="10"/>
                  </a:lnTo>
                  <a:cubicBezTo>
                    <a:pt x="594" y="3"/>
                    <a:pt x="565" y="0"/>
                    <a:pt x="537" y="0"/>
                  </a:cubicBezTo>
                  <a:cubicBezTo>
                    <a:pt x="464" y="0"/>
                    <a:pt x="396" y="25"/>
                    <a:pt x="338" y="76"/>
                  </a:cubicBezTo>
                  <a:lnTo>
                    <a:pt x="338" y="76"/>
                  </a:lnTo>
                  <a:cubicBezTo>
                    <a:pt x="266" y="151"/>
                    <a:pt x="225" y="231"/>
                    <a:pt x="211" y="318"/>
                  </a:cubicBezTo>
                  <a:cubicBezTo>
                    <a:pt x="103" y="282"/>
                    <a:pt x="103" y="282"/>
                    <a:pt x="103" y="282"/>
                  </a:cubicBezTo>
                  <a:cubicBezTo>
                    <a:pt x="98" y="279"/>
                    <a:pt x="92" y="281"/>
                    <a:pt x="88" y="285"/>
                  </a:cubicBezTo>
                  <a:cubicBezTo>
                    <a:pt x="5" y="369"/>
                    <a:pt x="5" y="369"/>
                    <a:pt x="5" y="369"/>
                  </a:cubicBezTo>
                  <a:cubicBezTo>
                    <a:pt x="1" y="373"/>
                    <a:pt x="0" y="379"/>
                    <a:pt x="1" y="384"/>
                  </a:cubicBezTo>
                  <a:cubicBezTo>
                    <a:pt x="4" y="390"/>
                    <a:pt x="9" y="394"/>
                    <a:pt x="15" y="394"/>
                  </a:cubicBezTo>
                  <a:cubicBezTo>
                    <a:pt x="95" y="394"/>
                    <a:pt x="95" y="394"/>
                    <a:pt x="95" y="394"/>
                  </a:cubicBezTo>
                  <a:cubicBezTo>
                    <a:pt x="130" y="407"/>
                    <a:pt x="160" y="426"/>
                    <a:pt x="186" y="451"/>
                  </a:cubicBezTo>
                  <a:cubicBezTo>
                    <a:pt x="212" y="477"/>
                    <a:pt x="233" y="509"/>
                    <a:pt x="250" y="549"/>
                  </a:cubicBezTo>
                  <a:cubicBezTo>
                    <a:pt x="250" y="629"/>
                    <a:pt x="250" y="629"/>
                    <a:pt x="250" y="629"/>
                  </a:cubicBezTo>
                  <a:cubicBezTo>
                    <a:pt x="250" y="634"/>
                    <a:pt x="254" y="640"/>
                    <a:pt x="259" y="643"/>
                  </a:cubicBezTo>
                  <a:cubicBezTo>
                    <a:pt x="265" y="645"/>
                    <a:pt x="272" y="644"/>
                    <a:pt x="276" y="640"/>
                  </a:cubicBezTo>
                  <a:cubicBezTo>
                    <a:pt x="359" y="556"/>
                    <a:pt x="359" y="556"/>
                    <a:pt x="359" y="556"/>
                  </a:cubicBezTo>
                  <a:cubicBezTo>
                    <a:pt x="363" y="552"/>
                    <a:pt x="364" y="546"/>
                    <a:pt x="363" y="540"/>
                  </a:cubicBezTo>
                  <a:cubicBezTo>
                    <a:pt x="327" y="434"/>
                    <a:pt x="327" y="434"/>
                    <a:pt x="327" y="434"/>
                  </a:cubicBezTo>
                  <a:cubicBezTo>
                    <a:pt x="371" y="429"/>
                    <a:pt x="414" y="418"/>
                    <a:pt x="453" y="400"/>
                  </a:cubicBezTo>
                  <a:cubicBezTo>
                    <a:pt x="497" y="379"/>
                    <a:pt x="536" y="347"/>
                    <a:pt x="569" y="304"/>
                  </a:cubicBezTo>
                  <a:lnTo>
                    <a:pt x="569" y="304"/>
                  </a:lnTo>
                  <a:cubicBezTo>
                    <a:pt x="617" y="238"/>
                    <a:pt x="639" y="166"/>
                    <a:pt x="639" y="90"/>
                  </a:cubicBezTo>
                  <a:cubicBezTo>
                    <a:pt x="639" y="68"/>
                    <a:pt x="638" y="45"/>
                    <a:pt x="634" y="23"/>
                  </a:cubicBezTo>
                  <a:cubicBezTo>
                    <a:pt x="632" y="17"/>
                    <a:pt x="628" y="12"/>
                    <a:pt x="623" y="10"/>
                  </a:cubicBezTo>
                  <a:close/>
                  <a:moveTo>
                    <a:pt x="545" y="286"/>
                  </a:moveTo>
                  <a:lnTo>
                    <a:pt x="545" y="286"/>
                  </a:lnTo>
                  <a:cubicBezTo>
                    <a:pt x="515" y="326"/>
                    <a:pt x="479" y="354"/>
                    <a:pt x="439" y="373"/>
                  </a:cubicBezTo>
                  <a:cubicBezTo>
                    <a:pt x="399" y="393"/>
                    <a:pt x="355" y="402"/>
                    <a:pt x="306" y="407"/>
                  </a:cubicBezTo>
                  <a:cubicBezTo>
                    <a:pt x="301" y="407"/>
                    <a:pt x="297" y="409"/>
                    <a:pt x="294" y="412"/>
                  </a:cubicBezTo>
                  <a:cubicBezTo>
                    <a:pt x="293" y="416"/>
                    <a:pt x="291" y="420"/>
                    <a:pt x="293" y="426"/>
                  </a:cubicBezTo>
                  <a:cubicBezTo>
                    <a:pt x="331" y="542"/>
                    <a:pt x="331" y="542"/>
                    <a:pt x="331" y="542"/>
                  </a:cubicBezTo>
                  <a:cubicBezTo>
                    <a:pt x="280" y="593"/>
                    <a:pt x="280" y="593"/>
                    <a:pt x="280" y="593"/>
                  </a:cubicBezTo>
                  <a:cubicBezTo>
                    <a:pt x="280" y="546"/>
                    <a:pt x="280" y="546"/>
                    <a:pt x="280" y="546"/>
                  </a:cubicBezTo>
                  <a:cubicBezTo>
                    <a:pt x="280" y="543"/>
                    <a:pt x="280" y="542"/>
                    <a:pt x="279" y="540"/>
                  </a:cubicBezTo>
                  <a:cubicBezTo>
                    <a:pt x="261" y="496"/>
                    <a:pt x="237" y="459"/>
                    <a:pt x="207" y="430"/>
                  </a:cubicBezTo>
                  <a:cubicBezTo>
                    <a:pt x="178" y="401"/>
                    <a:pt x="143" y="380"/>
                    <a:pt x="103" y="365"/>
                  </a:cubicBezTo>
                  <a:cubicBezTo>
                    <a:pt x="102" y="365"/>
                    <a:pt x="101" y="364"/>
                    <a:pt x="98" y="364"/>
                  </a:cubicBezTo>
                  <a:cubicBezTo>
                    <a:pt x="51" y="364"/>
                    <a:pt x="51" y="364"/>
                    <a:pt x="51" y="364"/>
                  </a:cubicBezTo>
                  <a:cubicBezTo>
                    <a:pt x="102" y="313"/>
                    <a:pt x="102" y="313"/>
                    <a:pt x="102" y="313"/>
                  </a:cubicBezTo>
                  <a:cubicBezTo>
                    <a:pt x="219" y="351"/>
                    <a:pt x="219" y="351"/>
                    <a:pt x="219" y="351"/>
                  </a:cubicBezTo>
                  <a:cubicBezTo>
                    <a:pt x="223" y="353"/>
                    <a:pt x="228" y="353"/>
                    <a:pt x="232" y="350"/>
                  </a:cubicBezTo>
                  <a:cubicBezTo>
                    <a:pt x="235" y="347"/>
                    <a:pt x="237" y="343"/>
                    <a:pt x="239" y="339"/>
                  </a:cubicBezTo>
                  <a:cubicBezTo>
                    <a:pt x="247" y="253"/>
                    <a:pt x="287" y="173"/>
                    <a:pt x="359" y="99"/>
                  </a:cubicBezTo>
                  <a:cubicBezTo>
                    <a:pt x="411" y="52"/>
                    <a:pt x="471" y="29"/>
                    <a:pt x="537" y="29"/>
                  </a:cubicBezTo>
                  <a:cubicBezTo>
                    <a:pt x="559" y="29"/>
                    <a:pt x="583" y="32"/>
                    <a:pt x="606" y="38"/>
                  </a:cubicBezTo>
                  <a:cubicBezTo>
                    <a:pt x="609" y="54"/>
                    <a:pt x="610" y="72"/>
                    <a:pt x="610" y="90"/>
                  </a:cubicBezTo>
                  <a:cubicBezTo>
                    <a:pt x="610" y="159"/>
                    <a:pt x="590" y="226"/>
                    <a:pt x="545" y="2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5" name="Freeform 413">
              <a:extLst>
                <a:ext uri="{FF2B5EF4-FFF2-40B4-BE49-F238E27FC236}">
                  <a16:creationId xmlns:a16="http://schemas.microsoft.com/office/drawing/2014/main" id="{A78EA39D-E7D7-6118-AEE8-FA3F9880B2EE}"/>
                </a:ext>
              </a:extLst>
            </p:cNvPr>
            <p:cNvSpPr>
              <a:spLocks noChangeArrowheads="1"/>
            </p:cNvSpPr>
            <p:nvPr/>
          </p:nvSpPr>
          <p:spPr bwMode="auto">
            <a:xfrm>
              <a:off x="4419600" y="6057900"/>
              <a:ext cx="53975" cy="53975"/>
            </a:xfrm>
            <a:custGeom>
              <a:avLst/>
              <a:gdLst>
                <a:gd name="T0" fmla="*/ 147 w 148"/>
                <a:gd name="T1" fmla="*/ 73 h 149"/>
                <a:gd name="T2" fmla="*/ 147 w 148"/>
                <a:gd name="T3" fmla="*/ 73 h 149"/>
                <a:gd name="T4" fmla="*/ 126 w 148"/>
                <a:gd name="T5" fmla="*/ 21 h 149"/>
                <a:gd name="T6" fmla="*/ 73 w 148"/>
                <a:gd name="T7" fmla="*/ 0 h 149"/>
                <a:gd name="T8" fmla="*/ 21 w 148"/>
                <a:gd name="T9" fmla="*/ 21 h 149"/>
                <a:gd name="T10" fmla="*/ 0 w 148"/>
                <a:gd name="T11" fmla="*/ 73 h 149"/>
                <a:gd name="T12" fmla="*/ 21 w 148"/>
                <a:gd name="T13" fmla="*/ 126 h 149"/>
                <a:gd name="T14" fmla="*/ 73 w 148"/>
                <a:gd name="T15" fmla="*/ 148 h 149"/>
                <a:gd name="T16" fmla="*/ 126 w 148"/>
                <a:gd name="T17" fmla="*/ 126 h 149"/>
                <a:gd name="T18" fmla="*/ 115 w 148"/>
                <a:gd name="T19" fmla="*/ 115 h 149"/>
                <a:gd name="T20" fmla="*/ 126 w 148"/>
                <a:gd name="T21" fmla="*/ 126 h 149"/>
                <a:gd name="T22" fmla="*/ 147 w 148"/>
                <a:gd name="T23" fmla="*/ 73 h 149"/>
                <a:gd name="T24" fmla="*/ 105 w 148"/>
                <a:gd name="T25" fmla="*/ 105 h 149"/>
                <a:gd name="T26" fmla="*/ 105 w 148"/>
                <a:gd name="T27" fmla="*/ 105 h 149"/>
                <a:gd name="T28" fmla="*/ 105 w 148"/>
                <a:gd name="T29" fmla="*/ 105 h 149"/>
                <a:gd name="T30" fmla="*/ 73 w 148"/>
                <a:gd name="T31" fmla="*/ 118 h 149"/>
                <a:gd name="T32" fmla="*/ 42 w 148"/>
                <a:gd name="T33" fmla="*/ 105 h 149"/>
                <a:gd name="T34" fmla="*/ 29 w 148"/>
                <a:gd name="T35" fmla="*/ 73 h 149"/>
                <a:gd name="T36" fmla="*/ 42 w 148"/>
                <a:gd name="T37" fmla="*/ 43 h 149"/>
                <a:gd name="T38" fmla="*/ 73 w 148"/>
                <a:gd name="T39" fmla="*/ 29 h 149"/>
                <a:gd name="T40" fmla="*/ 105 w 148"/>
                <a:gd name="T41" fmla="*/ 43 h 149"/>
                <a:gd name="T42" fmla="*/ 118 w 148"/>
                <a:gd name="T43" fmla="*/ 73 h 149"/>
                <a:gd name="T44" fmla="*/ 105 w 148"/>
                <a:gd name="T45" fmla="*/ 10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149">
                  <a:moveTo>
                    <a:pt x="147" y="73"/>
                  </a:moveTo>
                  <a:lnTo>
                    <a:pt x="147" y="73"/>
                  </a:lnTo>
                  <a:cubicBezTo>
                    <a:pt x="147" y="55"/>
                    <a:pt x="140" y="36"/>
                    <a:pt x="126" y="21"/>
                  </a:cubicBezTo>
                  <a:cubicBezTo>
                    <a:pt x="111" y="7"/>
                    <a:pt x="93" y="0"/>
                    <a:pt x="73" y="0"/>
                  </a:cubicBezTo>
                  <a:cubicBezTo>
                    <a:pt x="54" y="0"/>
                    <a:pt x="36" y="7"/>
                    <a:pt x="21" y="21"/>
                  </a:cubicBezTo>
                  <a:cubicBezTo>
                    <a:pt x="7" y="36"/>
                    <a:pt x="0" y="55"/>
                    <a:pt x="0" y="73"/>
                  </a:cubicBezTo>
                  <a:cubicBezTo>
                    <a:pt x="0" y="93"/>
                    <a:pt x="7" y="112"/>
                    <a:pt x="21" y="126"/>
                  </a:cubicBezTo>
                  <a:cubicBezTo>
                    <a:pt x="36" y="140"/>
                    <a:pt x="54" y="148"/>
                    <a:pt x="73" y="148"/>
                  </a:cubicBezTo>
                  <a:cubicBezTo>
                    <a:pt x="93" y="148"/>
                    <a:pt x="111" y="140"/>
                    <a:pt x="126" y="126"/>
                  </a:cubicBezTo>
                  <a:cubicBezTo>
                    <a:pt x="115" y="115"/>
                    <a:pt x="115" y="115"/>
                    <a:pt x="115" y="115"/>
                  </a:cubicBezTo>
                  <a:cubicBezTo>
                    <a:pt x="126" y="126"/>
                    <a:pt x="126" y="126"/>
                    <a:pt x="126" y="126"/>
                  </a:cubicBezTo>
                  <a:cubicBezTo>
                    <a:pt x="140" y="112"/>
                    <a:pt x="147" y="93"/>
                    <a:pt x="147" y="73"/>
                  </a:cubicBezTo>
                  <a:close/>
                  <a:moveTo>
                    <a:pt x="105" y="105"/>
                  </a:moveTo>
                  <a:lnTo>
                    <a:pt x="105" y="105"/>
                  </a:lnTo>
                  <a:lnTo>
                    <a:pt x="105" y="105"/>
                  </a:lnTo>
                  <a:cubicBezTo>
                    <a:pt x="96" y="113"/>
                    <a:pt x="85" y="118"/>
                    <a:pt x="73" y="118"/>
                  </a:cubicBezTo>
                  <a:cubicBezTo>
                    <a:pt x="62" y="118"/>
                    <a:pt x="51" y="113"/>
                    <a:pt x="42" y="105"/>
                  </a:cubicBezTo>
                  <a:cubicBezTo>
                    <a:pt x="33" y="97"/>
                    <a:pt x="29" y="84"/>
                    <a:pt x="29" y="73"/>
                  </a:cubicBezTo>
                  <a:cubicBezTo>
                    <a:pt x="29" y="62"/>
                    <a:pt x="33" y="51"/>
                    <a:pt x="42" y="43"/>
                  </a:cubicBezTo>
                  <a:cubicBezTo>
                    <a:pt x="51" y="33"/>
                    <a:pt x="62" y="29"/>
                    <a:pt x="73" y="29"/>
                  </a:cubicBezTo>
                  <a:cubicBezTo>
                    <a:pt x="85" y="29"/>
                    <a:pt x="96" y="33"/>
                    <a:pt x="105" y="43"/>
                  </a:cubicBezTo>
                  <a:cubicBezTo>
                    <a:pt x="114" y="51"/>
                    <a:pt x="118" y="62"/>
                    <a:pt x="118" y="73"/>
                  </a:cubicBezTo>
                  <a:cubicBezTo>
                    <a:pt x="118" y="84"/>
                    <a:pt x="114" y="97"/>
                    <a:pt x="105" y="1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6" name="Group 498">
            <a:extLst>
              <a:ext uri="{FF2B5EF4-FFF2-40B4-BE49-F238E27FC236}">
                <a16:creationId xmlns:a16="http://schemas.microsoft.com/office/drawing/2014/main" id="{B69BAB60-6280-7F68-DCE3-EA6AC2FEFF9E}"/>
              </a:ext>
            </a:extLst>
          </p:cNvPr>
          <p:cNvGrpSpPr/>
          <p:nvPr/>
        </p:nvGrpSpPr>
        <p:grpSpPr>
          <a:xfrm>
            <a:off x="6436245" y="4697834"/>
            <a:ext cx="244475" cy="244475"/>
            <a:chOff x="5280025" y="4992688"/>
            <a:chExt cx="244475" cy="244475"/>
          </a:xfrm>
          <a:solidFill>
            <a:schemeClr val="tx2"/>
          </a:solidFill>
        </p:grpSpPr>
        <p:sp>
          <p:nvSpPr>
            <p:cNvPr id="497" name="Freeform 414">
              <a:extLst>
                <a:ext uri="{FF2B5EF4-FFF2-40B4-BE49-F238E27FC236}">
                  <a16:creationId xmlns:a16="http://schemas.microsoft.com/office/drawing/2014/main" id="{F07804A8-4D8A-935B-0939-7D17E2C318C5}"/>
                </a:ext>
              </a:extLst>
            </p:cNvPr>
            <p:cNvSpPr>
              <a:spLocks noChangeArrowheads="1"/>
            </p:cNvSpPr>
            <p:nvPr/>
          </p:nvSpPr>
          <p:spPr bwMode="auto">
            <a:xfrm>
              <a:off x="5280025" y="4992688"/>
              <a:ext cx="244475" cy="244475"/>
            </a:xfrm>
            <a:custGeom>
              <a:avLst/>
              <a:gdLst>
                <a:gd name="T0" fmla="*/ 340 w 679"/>
                <a:gd name="T1" fmla="*/ 0 h 678"/>
                <a:gd name="T2" fmla="*/ 340 w 679"/>
                <a:gd name="T3" fmla="*/ 0 h 678"/>
                <a:gd name="T4" fmla="*/ 0 w 679"/>
                <a:gd name="T5" fmla="*/ 339 h 678"/>
                <a:gd name="T6" fmla="*/ 340 w 679"/>
                <a:gd name="T7" fmla="*/ 677 h 678"/>
                <a:gd name="T8" fmla="*/ 678 w 679"/>
                <a:gd name="T9" fmla="*/ 339 h 678"/>
                <a:gd name="T10" fmla="*/ 340 w 679"/>
                <a:gd name="T11" fmla="*/ 0 h 678"/>
                <a:gd name="T12" fmla="*/ 558 w 679"/>
                <a:gd name="T13" fmla="*/ 557 h 678"/>
                <a:gd name="T14" fmla="*/ 558 w 679"/>
                <a:gd name="T15" fmla="*/ 557 h 678"/>
                <a:gd name="T16" fmla="*/ 340 w 679"/>
                <a:gd name="T17" fmla="*/ 648 h 678"/>
                <a:gd name="T18" fmla="*/ 120 w 679"/>
                <a:gd name="T19" fmla="*/ 557 h 678"/>
                <a:gd name="T20" fmla="*/ 30 w 679"/>
                <a:gd name="T21" fmla="*/ 339 h 678"/>
                <a:gd name="T22" fmla="*/ 120 w 679"/>
                <a:gd name="T23" fmla="*/ 121 h 678"/>
                <a:gd name="T24" fmla="*/ 340 w 679"/>
                <a:gd name="T25" fmla="*/ 29 h 678"/>
                <a:gd name="T26" fmla="*/ 558 w 679"/>
                <a:gd name="T27" fmla="*/ 121 h 678"/>
                <a:gd name="T28" fmla="*/ 649 w 679"/>
                <a:gd name="T29" fmla="*/ 339 h 678"/>
                <a:gd name="T30" fmla="*/ 558 w 679"/>
                <a:gd name="T31" fmla="*/ 557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8">
                  <a:moveTo>
                    <a:pt x="340" y="0"/>
                  </a:moveTo>
                  <a:lnTo>
                    <a:pt x="340" y="0"/>
                  </a:lnTo>
                  <a:cubicBezTo>
                    <a:pt x="152" y="0"/>
                    <a:pt x="0" y="152"/>
                    <a:pt x="0" y="339"/>
                  </a:cubicBezTo>
                  <a:cubicBezTo>
                    <a:pt x="0" y="527"/>
                    <a:pt x="152" y="677"/>
                    <a:pt x="340" y="677"/>
                  </a:cubicBezTo>
                  <a:cubicBezTo>
                    <a:pt x="526" y="677"/>
                    <a:pt x="678" y="527"/>
                    <a:pt x="678" y="339"/>
                  </a:cubicBezTo>
                  <a:cubicBezTo>
                    <a:pt x="678" y="152"/>
                    <a:pt x="526" y="0"/>
                    <a:pt x="340" y="0"/>
                  </a:cubicBezTo>
                  <a:close/>
                  <a:moveTo>
                    <a:pt x="558" y="557"/>
                  </a:moveTo>
                  <a:lnTo>
                    <a:pt x="558" y="557"/>
                  </a:lnTo>
                  <a:cubicBezTo>
                    <a:pt x="503" y="614"/>
                    <a:pt x="425" y="648"/>
                    <a:pt x="340" y="648"/>
                  </a:cubicBezTo>
                  <a:cubicBezTo>
                    <a:pt x="254" y="648"/>
                    <a:pt x="177" y="614"/>
                    <a:pt x="120" y="557"/>
                  </a:cubicBezTo>
                  <a:cubicBezTo>
                    <a:pt x="65" y="502"/>
                    <a:pt x="30" y="424"/>
                    <a:pt x="30" y="339"/>
                  </a:cubicBezTo>
                  <a:cubicBezTo>
                    <a:pt x="30" y="253"/>
                    <a:pt x="65" y="176"/>
                    <a:pt x="120" y="121"/>
                  </a:cubicBezTo>
                  <a:cubicBezTo>
                    <a:pt x="177" y="64"/>
                    <a:pt x="254" y="29"/>
                    <a:pt x="340" y="29"/>
                  </a:cubicBezTo>
                  <a:cubicBezTo>
                    <a:pt x="425" y="29"/>
                    <a:pt x="503" y="64"/>
                    <a:pt x="558" y="121"/>
                  </a:cubicBezTo>
                  <a:cubicBezTo>
                    <a:pt x="614" y="176"/>
                    <a:pt x="649" y="253"/>
                    <a:pt x="649" y="339"/>
                  </a:cubicBezTo>
                  <a:cubicBezTo>
                    <a:pt x="649" y="424"/>
                    <a:pt x="614" y="502"/>
                    <a:pt x="558" y="5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8" name="Freeform 415">
              <a:extLst>
                <a:ext uri="{FF2B5EF4-FFF2-40B4-BE49-F238E27FC236}">
                  <a16:creationId xmlns:a16="http://schemas.microsoft.com/office/drawing/2014/main" id="{1A2D0747-936D-EDCD-E424-F15335A94EC8}"/>
                </a:ext>
              </a:extLst>
            </p:cNvPr>
            <p:cNvSpPr>
              <a:spLocks noChangeArrowheads="1"/>
            </p:cNvSpPr>
            <p:nvPr/>
          </p:nvSpPr>
          <p:spPr bwMode="auto">
            <a:xfrm>
              <a:off x="5397500" y="5035550"/>
              <a:ext cx="65088" cy="138113"/>
            </a:xfrm>
            <a:custGeom>
              <a:avLst/>
              <a:gdLst>
                <a:gd name="T0" fmla="*/ 29 w 180"/>
                <a:gd name="T1" fmla="*/ 215 h 385"/>
                <a:gd name="T2" fmla="*/ 29 w 180"/>
                <a:gd name="T3" fmla="*/ 215 h 385"/>
                <a:gd name="T4" fmla="*/ 29 w 180"/>
                <a:gd name="T5" fmla="*/ 15 h 385"/>
                <a:gd name="T6" fmla="*/ 16 w 180"/>
                <a:gd name="T7" fmla="*/ 0 h 385"/>
                <a:gd name="T8" fmla="*/ 0 w 180"/>
                <a:gd name="T9" fmla="*/ 15 h 385"/>
                <a:gd name="T10" fmla="*/ 0 w 180"/>
                <a:gd name="T11" fmla="*/ 221 h 385"/>
                <a:gd name="T12" fmla="*/ 0 w 180"/>
                <a:gd name="T13" fmla="*/ 221 h 385"/>
                <a:gd name="T14" fmla="*/ 2 w 180"/>
                <a:gd name="T15" fmla="*/ 226 h 385"/>
                <a:gd name="T16" fmla="*/ 4 w 180"/>
                <a:gd name="T17" fmla="*/ 232 h 385"/>
                <a:gd name="T18" fmla="*/ 4 w 180"/>
                <a:gd name="T19" fmla="*/ 232 h 385"/>
                <a:gd name="T20" fmla="*/ 152 w 180"/>
                <a:gd name="T21" fmla="*/ 378 h 385"/>
                <a:gd name="T22" fmla="*/ 173 w 180"/>
                <a:gd name="T23" fmla="*/ 378 h 385"/>
                <a:gd name="T24" fmla="*/ 173 w 180"/>
                <a:gd name="T25" fmla="*/ 358 h 385"/>
                <a:gd name="T26" fmla="*/ 29 w 180"/>
                <a:gd name="T27" fmla="*/ 2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0" h="385">
                  <a:moveTo>
                    <a:pt x="29" y="215"/>
                  </a:moveTo>
                  <a:lnTo>
                    <a:pt x="29" y="215"/>
                  </a:lnTo>
                  <a:cubicBezTo>
                    <a:pt x="29" y="15"/>
                    <a:pt x="29" y="15"/>
                    <a:pt x="29" y="15"/>
                  </a:cubicBezTo>
                  <a:cubicBezTo>
                    <a:pt x="29" y="7"/>
                    <a:pt x="24" y="0"/>
                    <a:pt x="16" y="0"/>
                  </a:cubicBezTo>
                  <a:cubicBezTo>
                    <a:pt x="7" y="0"/>
                    <a:pt x="0" y="7"/>
                    <a:pt x="0" y="15"/>
                  </a:cubicBezTo>
                  <a:cubicBezTo>
                    <a:pt x="0" y="221"/>
                    <a:pt x="0" y="221"/>
                    <a:pt x="0" y="221"/>
                  </a:cubicBezTo>
                  <a:lnTo>
                    <a:pt x="0" y="221"/>
                  </a:lnTo>
                  <a:cubicBezTo>
                    <a:pt x="0" y="222"/>
                    <a:pt x="0" y="225"/>
                    <a:pt x="2" y="226"/>
                  </a:cubicBezTo>
                  <a:cubicBezTo>
                    <a:pt x="2" y="228"/>
                    <a:pt x="3" y="231"/>
                    <a:pt x="4" y="232"/>
                  </a:cubicBezTo>
                  <a:lnTo>
                    <a:pt x="4" y="232"/>
                  </a:lnTo>
                  <a:cubicBezTo>
                    <a:pt x="152" y="378"/>
                    <a:pt x="152" y="378"/>
                    <a:pt x="152" y="378"/>
                  </a:cubicBezTo>
                  <a:cubicBezTo>
                    <a:pt x="158" y="384"/>
                    <a:pt x="167" y="384"/>
                    <a:pt x="173" y="378"/>
                  </a:cubicBezTo>
                  <a:cubicBezTo>
                    <a:pt x="179" y="373"/>
                    <a:pt x="179" y="363"/>
                    <a:pt x="173" y="358"/>
                  </a:cubicBezTo>
                  <a:lnTo>
                    <a:pt x="29" y="2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9" name="Group 501">
            <a:extLst>
              <a:ext uri="{FF2B5EF4-FFF2-40B4-BE49-F238E27FC236}">
                <a16:creationId xmlns:a16="http://schemas.microsoft.com/office/drawing/2014/main" id="{BEF1E124-610D-AECB-B64D-E74471312F38}"/>
              </a:ext>
            </a:extLst>
          </p:cNvPr>
          <p:cNvGrpSpPr/>
          <p:nvPr/>
        </p:nvGrpSpPr>
        <p:grpSpPr>
          <a:xfrm>
            <a:off x="9928745" y="2883322"/>
            <a:ext cx="255588" cy="255587"/>
            <a:chOff x="8772525" y="3198813"/>
            <a:chExt cx="255588" cy="255587"/>
          </a:xfrm>
          <a:solidFill>
            <a:schemeClr val="tx2"/>
          </a:solidFill>
        </p:grpSpPr>
        <p:sp>
          <p:nvSpPr>
            <p:cNvPr id="500" name="Freeform 416">
              <a:extLst>
                <a:ext uri="{FF2B5EF4-FFF2-40B4-BE49-F238E27FC236}">
                  <a16:creationId xmlns:a16="http://schemas.microsoft.com/office/drawing/2014/main" id="{1833D722-461A-0002-0EBF-CBD957787634}"/>
                </a:ext>
              </a:extLst>
            </p:cNvPr>
            <p:cNvSpPr>
              <a:spLocks noChangeArrowheads="1"/>
            </p:cNvSpPr>
            <p:nvPr/>
          </p:nvSpPr>
          <p:spPr bwMode="auto">
            <a:xfrm>
              <a:off x="8772525" y="3198813"/>
              <a:ext cx="255588" cy="255587"/>
            </a:xfrm>
            <a:custGeom>
              <a:avLst/>
              <a:gdLst>
                <a:gd name="T0" fmla="*/ 89 w 709"/>
                <a:gd name="T1" fmla="*/ 707 h 708"/>
                <a:gd name="T2" fmla="*/ 89 w 709"/>
                <a:gd name="T3" fmla="*/ 707 h 708"/>
                <a:gd name="T4" fmla="*/ 604 w 709"/>
                <a:gd name="T5" fmla="*/ 707 h 708"/>
                <a:gd name="T6" fmla="*/ 708 w 709"/>
                <a:gd name="T7" fmla="*/ 604 h 708"/>
                <a:gd name="T8" fmla="*/ 708 w 709"/>
                <a:gd name="T9" fmla="*/ 44 h 708"/>
                <a:gd name="T10" fmla="*/ 663 w 709"/>
                <a:gd name="T11" fmla="*/ 0 h 708"/>
                <a:gd name="T12" fmla="*/ 192 w 709"/>
                <a:gd name="T13" fmla="*/ 0 h 708"/>
                <a:gd name="T14" fmla="*/ 148 w 709"/>
                <a:gd name="T15" fmla="*/ 44 h 708"/>
                <a:gd name="T16" fmla="*/ 148 w 709"/>
                <a:gd name="T17" fmla="*/ 354 h 708"/>
                <a:gd name="T18" fmla="*/ 45 w 709"/>
                <a:gd name="T19" fmla="*/ 354 h 708"/>
                <a:gd name="T20" fmla="*/ 0 w 709"/>
                <a:gd name="T21" fmla="*/ 398 h 708"/>
                <a:gd name="T22" fmla="*/ 0 w 709"/>
                <a:gd name="T23" fmla="*/ 619 h 708"/>
                <a:gd name="T24" fmla="*/ 89 w 709"/>
                <a:gd name="T25" fmla="*/ 707 h 708"/>
                <a:gd name="T26" fmla="*/ 177 w 709"/>
                <a:gd name="T27" fmla="*/ 44 h 708"/>
                <a:gd name="T28" fmla="*/ 177 w 709"/>
                <a:gd name="T29" fmla="*/ 44 h 708"/>
                <a:gd name="T30" fmla="*/ 192 w 709"/>
                <a:gd name="T31" fmla="*/ 29 h 708"/>
                <a:gd name="T32" fmla="*/ 663 w 709"/>
                <a:gd name="T33" fmla="*/ 29 h 708"/>
                <a:gd name="T34" fmla="*/ 679 w 709"/>
                <a:gd name="T35" fmla="*/ 44 h 708"/>
                <a:gd name="T36" fmla="*/ 679 w 709"/>
                <a:gd name="T37" fmla="*/ 604 h 708"/>
                <a:gd name="T38" fmla="*/ 656 w 709"/>
                <a:gd name="T39" fmla="*/ 656 h 708"/>
                <a:gd name="T40" fmla="*/ 604 w 709"/>
                <a:gd name="T41" fmla="*/ 677 h 708"/>
                <a:gd name="T42" fmla="*/ 154 w 709"/>
                <a:gd name="T43" fmla="*/ 677 h 708"/>
                <a:gd name="T44" fmla="*/ 177 w 709"/>
                <a:gd name="T45" fmla="*/ 619 h 708"/>
                <a:gd name="T46" fmla="*/ 177 w 709"/>
                <a:gd name="T47" fmla="*/ 604 h 708"/>
                <a:gd name="T48" fmla="*/ 177 w 709"/>
                <a:gd name="T49" fmla="*/ 604 h 708"/>
                <a:gd name="T50" fmla="*/ 177 w 709"/>
                <a:gd name="T51" fmla="*/ 604 h 708"/>
                <a:gd name="T52" fmla="*/ 177 w 709"/>
                <a:gd name="T53" fmla="*/ 367 h 708"/>
                <a:gd name="T54" fmla="*/ 177 w 709"/>
                <a:gd name="T55" fmla="*/ 44 h 708"/>
                <a:gd name="T56" fmla="*/ 29 w 709"/>
                <a:gd name="T57" fmla="*/ 619 h 708"/>
                <a:gd name="T58" fmla="*/ 29 w 709"/>
                <a:gd name="T59" fmla="*/ 619 h 708"/>
                <a:gd name="T60" fmla="*/ 29 w 709"/>
                <a:gd name="T61" fmla="*/ 398 h 708"/>
                <a:gd name="T62" fmla="*/ 45 w 709"/>
                <a:gd name="T63" fmla="*/ 383 h 708"/>
                <a:gd name="T64" fmla="*/ 148 w 709"/>
                <a:gd name="T65" fmla="*/ 383 h 708"/>
                <a:gd name="T66" fmla="*/ 148 w 709"/>
                <a:gd name="T67" fmla="*/ 604 h 708"/>
                <a:gd name="T68" fmla="*/ 148 w 709"/>
                <a:gd name="T69" fmla="*/ 619 h 708"/>
                <a:gd name="T70" fmla="*/ 130 w 709"/>
                <a:gd name="T71" fmla="*/ 660 h 708"/>
                <a:gd name="T72" fmla="*/ 89 w 709"/>
                <a:gd name="T73" fmla="*/ 677 h 708"/>
                <a:gd name="T74" fmla="*/ 47 w 709"/>
                <a:gd name="T75" fmla="*/ 660 h 708"/>
                <a:gd name="T76" fmla="*/ 29 w 709"/>
                <a:gd name="T77" fmla="*/ 61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9" h="708">
                  <a:moveTo>
                    <a:pt x="89" y="707"/>
                  </a:moveTo>
                  <a:lnTo>
                    <a:pt x="89" y="707"/>
                  </a:lnTo>
                  <a:cubicBezTo>
                    <a:pt x="604" y="707"/>
                    <a:pt x="604" y="707"/>
                    <a:pt x="604" y="707"/>
                  </a:cubicBezTo>
                  <a:cubicBezTo>
                    <a:pt x="661" y="707"/>
                    <a:pt x="708" y="660"/>
                    <a:pt x="708" y="604"/>
                  </a:cubicBezTo>
                  <a:cubicBezTo>
                    <a:pt x="708" y="44"/>
                    <a:pt x="708" y="44"/>
                    <a:pt x="708" y="44"/>
                  </a:cubicBezTo>
                  <a:cubicBezTo>
                    <a:pt x="708" y="19"/>
                    <a:pt x="688" y="0"/>
                    <a:pt x="663" y="0"/>
                  </a:cubicBezTo>
                  <a:cubicBezTo>
                    <a:pt x="192" y="0"/>
                    <a:pt x="192" y="0"/>
                    <a:pt x="192" y="0"/>
                  </a:cubicBezTo>
                  <a:cubicBezTo>
                    <a:pt x="168" y="0"/>
                    <a:pt x="148" y="19"/>
                    <a:pt x="148" y="44"/>
                  </a:cubicBezTo>
                  <a:cubicBezTo>
                    <a:pt x="148" y="354"/>
                    <a:pt x="148" y="354"/>
                    <a:pt x="148" y="354"/>
                  </a:cubicBezTo>
                  <a:cubicBezTo>
                    <a:pt x="45" y="354"/>
                    <a:pt x="45" y="354"/>
                    <a:pt x="45" y="354"/>
                  </a:cubicBezTo>
                  <a:cubicBezTo>
                    <a:pt x="20" y="354"/>
                    <a:pt x="0" y="373"/>
                    <a:pt x="0" y="398"/>
                  </a:cubicBezTo>
                  <a:cubicBezTo>
                    <a:pt x="0" y="619"/>
                    <a:pt x="0" y="619"/>
                    <a:pt x="0" y="619"/>
                  </a:cubicBezTo>
                  <a:cubicBezTo>
                    <a:pt x="0" y="667"/>
                    <a:pt x="40" y="707"/>
                    <a:pt x="89" y="707"/>
                  </a:cubicBezTo>
                  <a:close/>
                  <a:moveTo>
                    <a:pt x="177" y="44"/>
                  </a:moveTo>
                  <a:lnTo>
                    <a:pt x="177" y="44"/>
                  </a:lnTo>
                  <a:cubicBezTo>
                    <a:pt x="177" y="36"/>
                    <a:pt x="184" y="29"/>
                    <a:pt x="192" y="29"/>
                  </a:cubicBezTo>
                  <a:cubicBezTo>
                    <a:pt x="663" y="29"/>
                    <a:pt x="663" y="29"/>
                    <a:pt x="663" y="29"/>
                  </a:cubicBezTo>
                  <a:cubicBezTo>
                    <a:pt x="672" y="29"/>
                    <a:pt x="679" y="36"/>
                    <a:pt x="679" y="44"/>
                  </a:cubicBezTo>
                  <a:cubicBezTo>
                    <a:pt x="679" y="604"/>
                    <a:pt x="679" y="604"/>
                    <a:pt x="679" y="604"/>
                  </a:cubicBezTo>
                  <a:cubicBezTo>
                    <a:pt x="679" y="624"/>
                    <a:pt x="670" y="642"/>
                    <a:pt x="656" y="656"/>
                  </a:cubicBezTo>
                  <a:cubicBezTo>
                    <a:pt x="643" y="669"/>
                    <a:pt x="625" y="677"/>
                    <a:pt x="604" y="677"/>
                  </a:cubicBezTo>
                  <a:cubicBezTo>
                    <a:pt x="154" y="677"/>
                    <a:pt x="154" y="677"/>
                    <a:pt x="154" y="677"/>
                  </a:cubicBezTo>
                  <a:cubicBezTo>
                    <a:pt x="169" y="662"/>
                    <a:pt x="177" y="641"/>
                    <a:pt x="177" y="619"/>
                  </a:cubicBezTo>
                  <a:cubicBezTo>
                    <a:pt x="177" y="604"/>
                    <a:pt x="177" y="604"/>
                    <a:pt x="177" y="604"/>
                  </a:cubicBezTo>
                  <a:lnTo>
                    <a:pt x="177" y="604"/>
                  </a:lnTo>
                  <a:lnTo>
                    <a:pt x="177" y="604"/>
                  </a:lnTo>
                  <a:cubicBezTo>
                    <a:pt x="177" y="367"/>
                    <a:pt x="177" y="367"/>
                    <a:pt x="177" y="367"/>
                  </a:cubicBezTo>
                  <a:lnTo>
                    <a:pt x="177" y="44"/>
                  </a:lnTo>
                  <a:close/>
                  <a:moveTo>
                    <a:pt x="29" y="619"/>
                  </a:moveTo>
                  <a:lnTo>
                    <a:pt x="29" y="619"/>
                  </a:lnTo>
                  <a:cubicBezTo>
                    <a:pt x="29" y="398"/>
                    <a:pt x="29" y="398"/>
                    <a:pt x="29" y="398"/>
                  </a:cubicBezTo>
                  <a:cubicBezTo>
                    <a:pt x="29" y="390"/>
                    <a:pt x="36" y="383"/>
                    <a:pt x="45" y="383"/>
                  </a:cubicBezTo>
                  <a:cubicBezTo>
                    <a:pt x="148" y="383"/>
                    <a:pt x="148" y="383"/>
                    <a:pt x="148" y="383"/>
                  </a:cubicBezTo>
                  <a:cubicBezTo>
                    <a:pt x="148" y="604"/>
                    <a:pt x="148" y="604"/>
                    <a:pt x="148" y="604"/>
                  </a:cubicBezTo>
                  <a:cubicBezTo>
                    <a:pt x="148" y="619"/>
                    <a:pt x="148" y="619"/>
                    <a:pt x="148" y="619"/>
                  </a:cubicBezTo>
                  <a:cubicBezTo>
                    <a:pt x="148" y="635"/>
                    <a:pt x="141" y="649"/>
                    <a:pt x="130" y="660"/>
                  </a:cubicBezTo>
                  <a:cubicBezTo>
                    <a:pt x="119" y="671"/>
                    <a:pt x="105" y="677"/>
                    <a:pt x="89" y="677"/>
                  </a:cubicBezTo>
                  <a:cubicBezTo>
                    <a:pt x="72" y="677"/>
                    <a:pt x="57" y="671"/>
                    <a:pt x="47" y="660"/>
                  </a:cubicBezTo>
                  <a:cubicBezTo>
                    <a:pt x="36" y="649"/>
                    <a:pt x="29" y="635"/>
                    <a:pt x="29"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1" name="Freeform 417">
              <a:extLst>
                <a:ext uri="{FF2B5EF4-FFF2-40B4-BE49-F238E27FC236}">
                  <a16:creationId xmlns:a16="http://schemas.microsoft.com/office/drawing/2014/main" id="{60169494-50CC-3CA4-DB79-8167F61F2577}"/>
                </a:ext>
              </a:extLst>
            </p:cNvPr>
            <p:cNvSpPr>
              <a:spLocks noChangeArrowheads="1"/>
            </p:cNvSpPr>
            <p:nvPr/>
          </p:nvSpPr>
          <p:spPr bwMode="auto">
            <a:xfrm>
              <a:off x="8867775" y="3367088"/>
              <a:ext cx="117475" cy="11112"/>
            </a:xfrm>
            <a:custGeom>
              <a:avLst/>
              <a:gdLst>
                <a:gd name="T0" fmla="*/ 309 w 325"/>
                <a:gd name="T1" fmla="*/ 0 h 30"/>
                <a:gd name="T2" fmla="*/ 309 w 325"/>
                <a:gd name="T3" fmla="*/ 0 h 30"/>
                <a:gd name="T4" fmla="*/ 15 w 325"/>
                <a:gd name="T5" fmla="*/ 0 h 30"/>
                <a:gd name="T6" fmla="*/ 0 w 325"/>
                <a:gd name="T7" fmla="*/ 15 h 30"/>
                <a:gd name="T8" fmla="*/ 15 w 325"/>
                <a:gd name="T9" fmla="*/ 29 h 30"/>
                <a:gd name="T10" fmla="*/ 309 w 325"/>
                <a:gd name="T11" fmla="*/ 29 h 30"/>
                <a:gd name="T12" fmla="*/ 324 w 325"/>
                <a:gd name="T13" fmla="*/ 15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5"/>
                  </a:cubicBezTo>
                  <a:cubicBezTo>
                    <a:pt x="0" y="23"/>
                    <a:pt x="6" y="29"/>
                    <a:pt x="15" y="29"/>
                  </a:cubicBezTo>
                  <a:cubicBezTo>
                    <a:pt x="309" y="29"/>
                    <a:pt x="309" y="29"/>
                    <a:pt x="309" y="29"/>
                  </a:cubicBezTo>
                  <a:cubicBezTo>
                    <a:pt x="317" y="29"/>
                    <a:pt x="324" y="23"/>
                    <a:pt x="324" y="15"/>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2" name="Freeform 418">
              <a:extLst>
                <a:ext uri="{FF2B5EF4-FFF2-40B4-BE49-F238E27FC236}">
                  <a16:creationId xmlns:a16="http://schemas.microsoft.com/office/drawing/2014/main" id="{FE1DC875-86D3-7521-CA72-9C31FB4D7E04}"/>
                </a:ext>
              </a:extLst>
            </p:cNvPr>
            <p:cNvSpPr>
              <a:spLocks noChangeArrowheads="1"/>
            </p:cNvSpPr>
            <p:nvPr/>
          </p:nvSpPr>
          <p:spPr bwMode="auto">
            <a:xfrm>
              <a:off x="8867775" y="3398838"/>
              <a:ext cx="117475" cy="11112"/>
            </a:xfrm>
            <a:custGeom>
              <a:avLst/>
              <a:gdLst>
                <a:gd name="T0" fmla="*/ 309 w 325"/>
                <a:gd name="T1" fmla="*/ 0 h 30"/>
                <a:gd name="T2" fmla="*/ 309 w 325"/>
                <a:gd name="T3" fmla="*/ 0 h 30"/>
                <a:gd name="T4" fmla="*/ 15 w 325"/>
                <a:gd name="T5" fmla="*/ 0 h 30"/>
                <a:gd name="T6" fmla="*/ 0 w 325"/>
                <a:gd name="T7" fmla="*/ 16 h 30"/>
                <a:gd name="T8" fmla="*/ 15 w 325"/>
                <a:gd name="T9" fmla="*/ 29 h 30"/>
                <a:gd name="T10" fmla="*/ 309 w 325"/>
                <a:gd name="T11" fmla="*/ 29 h 30"/>
                <a:gd name="T12" fmla="*/ 324 w 325"/>
                <a:gd name="T13" fmla="*/ 16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6"/>
                  </a:cubicBezTo>
                  <a:cubicBezTo>
                    <a:pt x="0" y="24"/>
                    <a:pt x="6" y="29"/>
                    <a:pt x="15" y="29"/>
                  </a:cubicBezTo>
                  <a:cubicBezTo>
                    <a:pt x="309" y="29"/>
                    <a:pt x="309" y="29"/>
                    <a:pt x="309" y="29"/>
                  </a:cubicBezTo>
                  <a:cubicBezTo>
                    <a:pt x="317" y="29"/>
                    <a:pt x="324" y="24"/>
                    <a:pt x="324" y="16"/>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3" name="Freeform 419">
              <a:extLst>
                <a:ext uri="{FF2B5EF4-FFF2-40B4-BE49-F238E27FC236}">
                  <a16:creationId xmlns:a16="http://schemas.microsoft.com/office/drawing/2014/main" id="{7AB2B8C5-7AD1-0EB4-238D-07A5A598D434}"/>
                </a:ext>
              </a:extLst>
            </p:cNvPr>
            <p:cNvSpPr>
              <a:spLocks noChangeArrowheads="1"/>
            </p:cNvSpPr>
            <p:nvPr/>
          </p:nvSpPr>
          <p:spPr bwMode="auto">
            <a:xfrm>
              <a:off x="8858250" y="3240088"/>
              <a:ext cx="138113" cy="85725"/>
            </a:xfrm>
            <a:custGeom>
              <a:avLst/>
              <a:gdLst>
                <a:gd name="T0" fmla="*/ 13 w 383"/>
                <a:gd name="T1" fmla="*/ 237 h 238"/>
                <a:gd name="T2" fmla="*/ 13 w 383"/>
                <a:gd name="T3" fmla="*/ 237 h 238"/>
                <a:gd name="T4" fmla="*/ 367 w 383"/>
                <a:gd name="T5" fmla="*/ 237 h 238"/>
                <a:gd name="T6" fmla="*/ 378 w 383"/>
                <a:gd name="T7" fmla="*/ 232 h 238"/>
                <a:gd name="T8" fmla="*/ 382 w 383"/>
                <a:gd name="T9" fmla="*/ 221 h 238"/>
                <a:gd name="T10" fmla="*/ 382 w 383"/>
                <a:gd name="T11" fmla="*/ 16 h 238"/>
                <a:gd name="T12" fmla="*/ 378 w 383"/>
                <a:gd name="T13" fmla="*/ 5 h 238"/>
                <a:gd name="T14" fmla="*/ 367 w 383"/>
                <a:gd name="T15" fmla="*/ 0 h 238"/>
                <a:gd name="T16" fmla="*/ 13 w 383"/>
                <a:gd name="T17" fmla="*/ 0 h 238"/>
                <a:gd name="T18" fmla="*/ 4 w 383"/>
                <a:gd name="T19" fmla="*/ 5 h 238"/>
                <a:gd name="T20" fmla="*/ 0 w 383"/>
                <a:gd name="T21" fmla="*/ 16 h 238"/>
                <a:gd name="T22" fmla="*/ 0 w 383"/>
                <a:gd name="T23" fmla="*/ 221 h 238"/>
                <a:gd name="T24" fmla="*/ 4 w 383"/>
                <a:gd name="T25" fmla="*/ 232 h 238"/>
                <a:gd name="T26" fmla="*/ 13 w 383"/>
                <a:gd name="T27" fmla="*/ 237 h 238"/>
                <a:gd name="T28" fmla="*/ 29 w 383"/>
                <a:gd name="T29" fmla="*/ 29 h 238"/>
                <a:gd name="T30" fmla="*/ 29 w 383"/>
                <a:gd name="T31" fmla="*/ 29 h 238"/>
                <a:gd name="T32" fmla="*/ 353 w 383"/>
                <a:gd name="T33" fmla="*/ 29 h 238"/>
                <a:gd name="T34" fmla="*/ 353 w 383"/>
                <a:gd name="T35" fmla="*/ 206 h 238"/>
                <a:gd name="T36" fmla="*/ 29 w 383"/>
                <a:gd name="T37" fmla="*/ 206 h 238"/>
                <a:gd name="T38" fmla="*/ 29 w 383"/>
                <a:gd name="T39" fmla="*/ 2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3" h="238">
                  <a:moveTo>
                    <a:pt x="13" y="237"/>
                  </a:moveTo>
                  <a:lnTo>
                    <a:pt x="13" y="237"/>
                  </a:lnTo>
                  <a:cubicBezTo>
                    <a:pt x="367" y="237"/>
                    <a:pt x="367" y="237"/>
                    <a:pt x="367" y="237"/>
                  </a:cubicBezTo>
                  <a:cubicBezTo>
                    <a:pt x="371" y="237"/>
                    <a:pt x="375" y="235"/>
                    <a:pt x="378" y="232"/>
                  </a:cubicBezTo>
                  <a:cubicBezTo>
                    <a:pt x="381" y="230"/>
                    <a:pt x="382" y="226"/>
                    <a:pt x="382" y="221"/>
                  </a:cubicBezTo>
                  <a:cubicBezTo>
                    <a:pt x="382" y="16"/>
                    <a:pt x="382" y="16"/>
                    <a:pt x="382" y="16"/>
                  </a:cubicBezTo>
                  <a:cubicBezTo>
                    <a:pt x="382" y="11"/>
                    <a:pt x="381" y="7"/>
                    <a:pt x="378" y="5"/>
                  </a:cubicBezTo>
                  <a:cubicBezTo>
                    <a:pt x="375" y="2"/>
                    <a:pt x="371" y="0"/>
                    <a:pt x="367" y="0"/>
                  </a:cubicBezTo>
                  <a:cubicBezTo>
                    <a:pt x="13" y="0"/>
                    <a:pt x="13" y="0"/>
                    <a:pt x="13" y="0"/>
                  </a:cubicBezTo>
                  <a:cubicBezTo>
                    <a:pt x="9" y="0"/>
                    <a:pt x="7" y="2"/>
                    <a:pt x="4" y="5"/>
                  </a:cubicBezTo>
                  <a:cubicBezTo>
                    <a:pt x="1" y="7"/>
                    <a:pt x="0" y="11"/>
                    <a:pt x="0" y="16"/>
                  </a:cubicBezTo>
                  <a:cubicBezTo>
                    <a:pt x="0" y="221"/>
                    <a:pt x="0" y="221"/>
                    <a:pt x="0" y="221"/>
                  </a:cubicBezTo>
                  <a:cubicBezTo>
                    <a:pt x="0" y="226"/>
                    <a:pt x="1" y="230"/>
                    <a:pt x="4" y="232"/>
                  </a:cubicBezTo>
                  <a:cubicBezTo>
                    <a:pt x="7" y="235"/>
                    <a:pt x="9" y="237"/>
                    <a:pt x="13" y="237"/>
                  </a:cubicBezTo>
                  <a:close/>
                  <a:moveTo>
                    <a:pt x="29" y="29"/>
                  </a:moveTo>
                  <a:lnTo>
                    <a:pt x="29" y="29"/>
                  </a:lnTo>
                  <a:cubicBezTo>
                    <a:pt x="353" y="29"/>
                    <a:pt x="353" y="29"/>
                    <a:pt x="353" y="29"/>
                  </a:cubicBezTo>
                  <a:cubicBezTo>
                    <a:pt x="353" y="206"/>
                    <a:pt x="353" y="206"/>
                    <a:pt x="353" y="206"/>
                  </a:cubicBezTo>
                  <a:cubicBezTo>
                    <a:pt x="29" y="206"/>
                    <a:pt x="29" y="206"/>
                    <a:pt x="29" y="206"/>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4" name="Freeform 420">
            <a:extLst>
              <a:ext uri="{FF2B5EF4-FFF2-40B4-BE49-F238E27FC236}">
                <a16:creationId xmlns:a16="http://schemas.microsoft.com/office/drawing/2014/main" id="{DC170E37-2EA9-5D11-979D-8B78844D015C}"/>
              </a:ext>
            </a:extLst>
          </p:cNvPr>
          <p:cNvSpPr>
            <a:spLocks noChangeArrowheads="1"/>
          </p:cNvSpPr>
          <p:nvPr/>
        </p:nvSpPr>
        <p:spPr bwMode="auto">
          <a:xfrm>
            <a:off x="4839220" y="879896"/>
            <a:ext cx="255588" cy="255588"/>
          </a:xfrm>
          <a:custGeom>
            <a:avLst/>
            <a:gdLst>
              <a:gd name="T0" fmla="*/ 30 w 708"/>
              <a:gd name="T1" fmla="*/ 471 h 709"/>
              <a:gd name="T2" fmla="*/ 99 w 708"/>
              <a:gd name="T3" fmla="*/ 500 h 709"/>
              <a:gd name="T4" fmla="*/ 117 w 708"/>
              <a:gd name="T5" fmla="*/ 487 h 709"/>
              <a:gd name="T6" fmla="*/ 117 w 708"/>
              <a:gd name="T7" fmla="*/ 266 h 709"/>
              <a:gd name="T8" fmla="*/ 354 w 708"/>
              <a:gd name="T9" fmla="*/ 31 h 709"/>
              <a:gd name="T10" fmla="*/ 590 w 708"/>
              <a:gd name="T11" fmla="*/ 266 h 709"/>
              <a:gd name="T12" fmla="*/ 590 w 708"/>
              <a:gd name="T13" fmla="*/ 487 h 709"/>
              <a:gd name="T14" fmla="*/ 608 w 708"/>
              <a:gd name="T15" fmla="*/ 500 h 709"/>
              <a:gd name="T16" fmla="*/ 602 w 708"/>
              <a:gd name="T17" fmla="*/ 557 h 709"/>
              <a:gd name="T18" fmla="*/ 439 w 708"/>
              <a:gd name="T19" fmla="*/ 648 h 709"/>
              <a:gd name="T20" fmla="*/ 309 w 708"/>
              <a:gd name="T21" fmla="*/ 619 h 709"/>
              <a:gd name="T22" fmla="*/ 309 w 708"/>
              <a:gd name="T23" fmla="*/ 708 h 709"/>
              <a:gd name="T24" fmla="*/ 439 w 708"/>
              <a:gd name="T25" fmla="*/ 677 h 709"/>
              <a:gd name="T26" fmla="*/ 628 w 708"/>
              <a:gd name="T27" fmla="*/ 571 h 709"/>
              <a:gd name="T28" fmla="*/ 648 w 708"/>
              <a:gd name="T29" fmla="*/ 485 h 709"/>
              <a:gd name="T30" fmla="*/ 688 w 708"/>
              <a:gd name="T31" fmla="*/ 462 h 709"/>
              <a:gd name="T32" fmla="*/ 707 w 708"/>
              <a:gd name="T33" fmla="*/ 429 h 709"/>
              <a:gd name="T34" fmla="*/ 689 w 708"/>
              <a:gd name="T35" fmla="*/ 295 h 709"/>
              <a:gd name="T36" fmla="*/ 619 w 708"/>
              <a:gd name="T37" fmla="*/ 267 h 709"/>
              <a:gd name="T38" fmla="*/ 354 w 708"/>
              <a:gd name="T39" fmla="*/ 0 h 709"/>
              <a:gd name="T40" fmla="*/ 88 w 708"/>
              <a:gd name="T41" fmla="*/ 267 h 709"/>
              <a:gd name="T42" fmla="*/ 18 w 708"/>
              <a:gd name="T43" fmla="*/ 295 h 709"/>
              <a:gd name="T44" fmla="*/ 0 w 708"/>
              <a:gd name="T45" fmla="*/ 429 h 709"/>
              <a:gd name="T46" fmla="*/ 30 w 708"/>
              <a:gd name="T47" fmla="*/ 471 h 709"/>
              <a:gd name="T48" fmla="*/ 398 w 708"/>
              <a:gd name="T49" fmla="*/ 679 h 709"/>
              <a:gd name="T50" fmla="*/ 294 w 708"/>
              <a:gd name="T51" fmla="*/ 663 h 709"/>
              <a:gd name="T52" fmla="*/ 398 w 708"/>
              <a:gd name="T53" fmla="*/ 650 h 709"/>
              <a:gd name="T54" fmla="*/ 398 w 708"/>
              <a:gd name="T55" fmla="*/ 679 h 709"/>
              <a:gd name="T56" fmla="*/ 645 w 708"/>
              <a:gd name="T57" fmla="*/ 303 h 709"/>
              <a:gd name="T58" fmla="*/ 678 w 708"/>
              <a:gd name="T59" fmla="*/ 340 h 709"/>
              <a:gd name="T60" fmla="*/ 677 w 708"/>
              <a:gd name="T61" fmla="*/ 431 h 709"/>
              <a:gd name="T62" fmla="*/ 621 w 708"/>
              <a:gd name="T63" fmla="*/ 466 h 709"/>
              <a:gd name="T64" fmla="*/ 619 w 708"/>
              <a:gd name="T65" fmla="*/ 296 h 709"/>
              <a:gd name="T66" fmla="*/ 29 w 708"/>
              <a:gd name="T67" fmla="*/ 340 h 709"/>
              <a:gd name="T68" fmla="*/ 39 w 708"/>
              <a:gd name="T69" fmla="*/ 315 h 709"/>
              <a:gd name="T70" fmla="*/ 88 w 708"/>
              <a:gd name="T71" fmla="*/ 296 h 709"/>
              <a:gd name="T72" fmla="*/ 62 w 708"/>
              <a:gd name="T73" fmla="*/ 455 h 709"/>
              <a:gd name="T74" fmla="*/ 30 w 708"/>
              <a:gd name="T75" fmla="*/ 431 h 709"/>
              <a:gd name="T76" fmla="*/ 29 w 708"/>
              <a:gd name="T77" fmla="*/ 34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709">
                <a:moveTo>
                  <a:pt x="30" y="471"/>
                </a:moveTo>
                <a:lnTo>
                  <a:pt x="30" y="471"/>
                </a:lnTo>
                <a:cubicBezTo>
                  <a:pt x="46" y="480"/>
                  <a:pt x="62" y="488"/>
                  <a:pt x="76" y="492"/>
                </a:cubicBezTo>
                <a:cubicBezTo>
                  <a:pt x="88" y="498"/>
                  <a:pt x="99" y="500"/>
                  <a:pt x="99" y="500"/>
                </a:cubicBezTo>
                <a:cubicBezTo>
                  <a:pt x="103" y="502"/>
                  <a:pt x="108" y="502"/>
                  <a:pt x="112" y="499"/>
                </a:cubicBezTo>
                <a:cubicBezTo>
                  <a:pt x="116" y="496"/>
                  <a:pt x="117" y="492"/>
                  <a:pt x="117" y="487"/>
                </a:cubicBezTo>
                <a:cubicBezTo>
                  <a:pt x="117" y="281"/>
                  <a:pt x="117" y="281"/>
                  <a:pt x="117" y="281"/>
                </a:cubicBezTo>
                <a:cubicBezTo>
                  <a:pt x="117" y="266"/>
                  <a:pt x="117" y="266"/>
                  <a:pt x="117" y="266"/>
                </a:cubicBezTo>
                <a:cubicBezTo>
                  <a:pt x="117" y="201"/>
                  <a:pt x="145" y="141"/>
                  <a:pt x="186" y="98"/>
                </a:cubicBezTo>
                <a:cubicBezTo>
                  <a:pt x="229" y="57"/>
                  <a:pt x="289" y="31"/>
                  <a:pt x="354" y="31"/>
                </a:cubicBezTo>
                <a:cubicBezTo>
                  <a:pt x="418" y="31"/>
                  <a:pt x="478" y="57"/>
                  <a:pt x="521" y="98"/>
                </a:cubicBezTo>
                <a:cubicBezTo>
                  <a:pt x="563" y="141"/>
                  <a:pt x="590" y="201"/>
                  <a:pt x="590" y="266"/>
                </a:cubicBezTo>
                <a:cubicBezTo>
                  <a:pt x="590" y="281"/>
                  <a:pt x="590" y="281"/>
                  <a:pt x="590" y="281"/>
                </a:cubicBezTo>
                <a:cubicBezTo>
                  <a:pt x="590" y="487"/>
                  <a:pt x="590" y="487"/>
                  <a:pt x="590" y="487"/>
                </a:cubicBezTo>
                <a:cubicBezTo>
                  <a:pt x="590" y="492"/>
                  <a:pt x="591" y="496"/>
                  <a:pt x="595" y="499"/>
                </a:cubicBezTo>
                <a:cubicBezTo>
                  <a:pt x="599" y="502"/>
                  <a:pt x="604" y="502"/>
                  <a:pt x="608" y="500"/>
                </a:cubicBezTo>
                <a:cubicBezTo>
                  <a:pt x="609" y="500"/>
                  <a:pt x="612" y="500"/>
                  <a:pt x="619" y="498"/>
                </a:cubicBezTo>
                <a:cubicBezTo>
                  <a:pt x="617" y="520"/>
                  <a:pt x="612" y="540"/>
                  <a:pt x="602" y="557"/>
                </a:cubicBezTo>
                <a:cubicBezTo>
                  <a:pt x="587" y="587"/>
                  <a:pt x="562" y="610"/>
                  <a:pt x="532" y="625"/>
                </a:cubicBezTo>
                <a:cubicBezTo>
                  <a:pt x="504" y="639"/>
                  <a:pt x="472" y="647"/>
                  <a:pt x="439" y="648"/>
                </a:cubicBezTo>
                <a:cubicBezTo>
                  <a:pt x="432" y="632"/>
                  <a:pt x="417" y="619"/>
                  <a:pt x="398" y="619"/>
                </a:cubicBezTo>
                <a:cubicBezTo>
                  <a:pt x="309" y="619"/>
                  <a:pt x="309" y="619"/>
                  <a:pt x="309" y="619"/>
                </a:cubicBezTo>
                <a:cubicBezTo>
                  <a:pt x="284" y="619"/>
                  <a:pt x="265" y="639"/>
                  <a:pt x="265" y="663"/>
                </a:cubicBezTo>
                <a:cubicBezTo>
                  <a:pt x="265" y="688"/>
                  <a:pt x="284" y="708"/>
                  <a:pt x="309" y="708"/>
                </a:cubicBezTo>
                <a:cubicBezTo>
                  <a:pt x="398" y="708"/>
                  <a:pt x="398" y="708"/>
                  <a:pt x="398" y="708"/>
                </a:cubicBezTo>
                <a:cubicBezTo>
                  <a:pt x="417" y="708"/>
                  <a:pt x="434" y="695"/>
                  <a:pt x="439" y="677"/>
                </a:cubicBezTo>
                <a:cubicBezTo>
                  <a:pt x="490" y="676"/>
                  <a:pt x="540" y="661"/>
                  <a:pt x="579" y="630"/>
                </a:cubicBezTo>
                <a:cubicBezTo>
                  <a:pt x="599" y="615"/>
                  <a:pt x="617" y="594"/>
                  <a:pt x="628" y="571"/>
                </a:cubicBezTo>
                <a:cubicBezTo>
                  <a:pt x="641" y="546"/>
                  <a:pt x="648" y="518"/>
                  <a:pt x="648" y="487"/>
                </a:cubicBezTo>
                <a:cubicBezTo>
                  <a:pt x="648" y="487"/>
                  <a:pt x="648" y="487"/>
                  <a:pt x="648" y="485"/>
                </a:cubicBezTo>
                <a:cubicBezTo>
                  <a:pt x="650" y="485"/>
                  <a:pt x="652" y="484"/>
                  <a:pt x="655" y="482"/>
                </a:cubicBezTo>
                <a:cubicBezTo>
                  <a:pt x="667" y="477"/>
                  <a:pt x="678" y="470"/>
                  <a:pt x="688" y="462"/>
                </a:cubicBezTo>
                <a:cubicBezTo>
                  <a:pt x="693" y="458"/>
                  <a:pt x="697" y="453"/>
                  <a:pt x="702" y="448"/>
                </a:cubicBezTo>
                <a:cubicBezTo>
                  <a:pt x="704" y="442"/>
                  <a:pt x="707" y="435"/>
                  <a:pt x="707" y="429"/>
                </a:cubicBezTo>
                <a:cubicBezTo>
                  <a:pt x="707" y="340"/>
                  <a:pt x="707" y="340"/>
                  <a:pt x="707" y="340"/>
                </a:cubicBezTo>
                <a:cubicBezTo>
                  <a:pt x="707" y="321"/>
                  <a:pt x="700" y="306"/>
                  <a:pt x="689" y="295"/>
                </a:cubicBezTo>
                <a:cubicBezTo>
                  <a:pt x="673" y="279"/>
                  <a:pt x="652" y="273"/>
                  <a:pt x="635" y="270"/>
                </a:cubicBezTo>
                <a:cubicBezTo>
                  <a:pt x="628" y="268"/>
                  <a:pt x="623" y="267"/>
                  <a:pt x="619" y="267"/>
                </a:cubicBezTo>
                <a:cubicBezTo>
                  <a:pt x="619" y="266"/>
                  <a:pt x="619" y="266"/>
                  <a:pt x="619" y="266"/>
                </a:cubicBezTo>
                <a:cubicBezTo>
                  <a:pt x="619" y="119"/>
                  <a:pt x="500" y="0"/>
                  <a:pt x="354" y="0"/>
                </a:cubicBezTo>
                <a:cubicBezTo>
                  <a:pt x="207" y="0"/>
                  <a:pt x="88" y="119"/>
                  <a:pt x="88" y="266"/>
                </a:cubicBezTo>
                <a:cubicBezTo>
                  <a:pt x="88" y="267"/>
                  <a:pt x="88" y="267"/>
                  <a:pt x="88" y="267"/>
                </a:cubicBezTo>
                <a:cubicBezTo>
                  <a:pt x="80" y="268"/>
                  <a:pt x="68" y="270"/>
                  <a:pt x="54" y="274"/>
                </a:cubicBezTo>
                <a:cubicBezTo>
                  <a:pt x="41" y="278"/>
                  <a:pt x="29" y="285"/>
                  <a:pt x="18" y="295"/>
                </a:cubicBezTo>
                <a:cubicBezTo>
                  <a:pt x="7" y="306"/>
                  <a:pt x="0" y="321"/>
                  <a:pt x="0" y="340"/>
                </a:cubicBezTo>
                <a:cubicBezTo>
                  <a:pt x="0" y="429"/>
                  <a:pt x="0" y="429"/>
                  <a:pt x="0" y="429"/>
                </a:cubicBezTo>
                <a:cubicBezTo>
                  <a:pt x="0" y="435"/>
                  <a:pt x="3" y="442"/>
                  <a:pt x="5" y="448"/>
                </a:cubicBezTo>
                <a:cubicBezTo>
                  <a:pt x="12" y="458"/>
                  <a:pt x="21" y="465"/>
                  <a:pt x="30" y="471"/>
                </a:cubicBezTo>
                <a:close/>
                <a:moveTo>
                  <a:pt x="398" y="679"/>
                </a:moveTo>
                <a:lnTo>
                  <a:pt x="398" y="679"/>
                </a:lnTo>
                <a:cubicBezTo>
                  <a:pt x="309" y="679"/>
                  <a:pt x="309" y="679"/>
                  <a:pt x="309" y="679"/>
                </a:cubicBezTo>
                <a:cubicBezTo>
                  <a:pt x="301" y="679"/>
                  <a:pt x="294" y="672"/>
                  <a:pt x="294" y="663"/>
                </a:cubicBezTo>
                <a:cubicBezTo>
                  <a:pt x="294" y="655"/>
                  <a:pt x="301" y="650"/>
                  <a:pt x="309" y="650"/>
                </a:cubicBezTo>
                <a:cubicBezTo>
                  <a:pt x="398" y="650"/>
                  <a:pt x="398" y="650"/>
                  <a:pt x="398" y="650"/>
                </a:cubicBezTo>
                <a:cubicBezTo>
                  <a:pt x="406" y="650"/>
                  <a:pt x="413" y="655"/>
                  <a:pt x="413" y="663"/>
                </a:cubicBezTo>
                <a:cubicBezTo>
                  <a:pt x="413" y="672"/>
                  <a:pt x="406" y="679"/>
                  <a:pt x="398" y="679"/>
                </a:cubicBezTo>
                <a:close/>
                <a:moveTo>
                  <a:pt x="645" y="303"/>
                </a:moveTo>
                <a:lnTo>
                  <a:pt x="645" y="303"/>
                </a:lnTo>
                <a:cubicBezTo>
                  <a:pt x="655" y="306"/>
                  <a:pt x="663" y="311"/>
                  <a:pt x="668" y="317"/>
                </a:cubicBezTo>
                <a:cubicBezTo>
                  <a:pt x="674" y="322"/>
                  <a:pt x="678" y="329"/>
                  <a:pt x="678" y="340"/>
                </a:cubicBezTo>
                <a:cubicBezTo>
                  <a:pt x="678" y="429"/>
                  <a:pt x="678" y="429"/>
                  <a:pt x="678" y="429"/>
                </a:cubicBezTo>
                <a:cubicBezTo>
                  <a:pt x="678" y="429"/>
                  <a:pt x="678" y="430"/>
                  <a:pt x="677" y="431"/>
                </a:cubicBezTo>
                <a:cubicBezTo>
                  <a:pt x="674" y="435"/>
                  <a:pt x="668" y="441"/>
                  <a:pt x="660" y="447"/>
                </a:cubicBezTo>
                <a:cubicBezTo>
                  <a:pt x="649" y="453"/>
                  <a:pt x="634" y="460"/>
                  <a:pt x="621" y="466"/>
                </a:cubicBezTo>
                <a:cubicBezTo>
                  <a:pt x="620" y="466"/>
                  <a:pt x="620" y="466"/>
                  <a:pt x="619" y="466"/>
                </a:cubicBezTo>
                <a:cubicBezTo>
                  <a:pt x="619" y="296"/>
                  <a:pt x="619" y="296"/>
                  <a:pt x="619" y="296"/>
                </a:cubicBezTo>
                <a:cubicBezTo>
                  <a:pt x="627" y="297"/>
                  <a:pt x="637" y="299"/>
                  <a:pt x="645" y="303"/>
                </a:cubicBezTo>
                <a:close/>
                <a:moveTo>
                  <a:pt x="29" y="340"/>
                </a:moveTo>
                <a:lnTo>
                  <a:pt x="29" y="340"/>
                </a:lnTo>
                <a:cubicBezTo>
                  <a:pt x="30" y="329"/>
                  <a:pt x="33" y="322"/>
                  <a:pt x="39" y="315"/>
                </a:cubicBezTo>
                <a:cubicBezTo>
                  <a:pt x="48" y="307"/>
                  <a:pt x="63" y="302"/>
                  <a:pt x="79" y="299"/>
                </a:cubicBezTo>
                <a:cubicBezTo>
                  <a:pt x="81" y="297"/>
                  <a:pt x="86" y="297"/>
                  <a:pt x="88" y="296"/>
                </a:cubicBezTo>
                <a:cubicBezTo>
                  <a:pt x="88" y="466"/>
                  <a:pt x="88" y="466"/>
                  <a:pt x="88" y="466"/>
                </a:cubicBezTo>
                <a:cubicBezTo>
                  <a:pt x="80" y="463"/>
                  <a:pt x="70" y="459"/>
                  <a:pt x="62" y="455"/>
                </a:cubicBezTo>
                <a:cubicBezTo>
                  <a:pt x="52" y="449"/>
                  <a:pt x="43" y="444"/>
                  <a:pt x="37" y="438"/>
                </a:cubicBezTo>
                <a:cubicBezTo>
                  <a:pt x="34" y="435"/>
                  <a:pt x="32" y="434"/>
                  <a:pt x="30" y="431"/>
                </a:cubicBezTo>
                <a:cubicBezTo>
                  <a:pt x="30" y="430"/>
                  <a:pt x="29" y="429"/>
                  <a:pt x="29" y="429"/>
                </a:cubicBezTo>
                <a:lnTo>
                  <a:pt x="29" y="340"/>
                </a:lnTo>
                <a:close/>
              </a:path>
            </a:pathLst>
          </a:custGeom>
          <a:solidFill>
            <a:schemeClr val="tx2"/>
          </a:solidFill>
          <a:ln>
            <a:noFill/>
          </a:ln>
          <a:effectLst/>
        </p:spPr>
        <p:txBody>
          <a:bodyPr wrap="none" anchor="ctr"/>
          <a:lstStyle/>
          <a:p>
            <a:endParaRPr lang="da-DK">
              <a:solidFill>
                <a:schemeClr val="tx2"/>
              </a:solidFill>
            </a:endParaRPr>
          </a:p>
        </p:txBody>
      </p:sp>
      <p:sp>
        <p:nvSpPr>
          <p:cNvPr id="505" name="Freeform 421">
            <a:extLst>
              <a:ext uri="{FF2B5EF4-FFF2-40B4-BE49-F238E27FC236}">
                <a16:creationId xmlns:a16="http://schemas.microsoft.com/office/drawing/2014/main" id="{A13E9142-DED5-F3EB-AC03-DD8ACBE7F4B9}"/>
              </a:ext>
            </a:extLst>
          </p:cNvPr>
          <p:cNvSpPr>
            <a:spLocks noChangeArrowheads="1"/>
          </p:cNvSpPr>
          <p:nvPr/>
        </p:nvSpPr>
        <p:spPr bwMode="auto">
          <a:xfrm>
            <a:off x="6852170" y="901328"/>
            <a:ext cx="255588" cy="212725"/>
          </a:xfrm>
          <a:custGeom>
            <a:avLst/>
            <a:gdLst>
              <a:gd name="T0" fmla="*/ 73 w 708"/>
              <a:gd name="T1" fmla="*/ 590 h 591"/>
              <a:gd name="T2" fmla="*/ 634 w 708"/>
              <a:gd name="T3" fmla="*/ 590 h 591"/>
              <a:gd name="T4" fmla="*/ 678 w 708"/>
              <a:gd name="T5" fmla="*/ 410 h 591"/>
              <a:gd name="T6" fmla="*/ 707 w 708"/>
              <a:gd name="T7" fmla="*/ 310 h 591"/>
              <a:gd name="T8" fmla="*/ 678 w 708"/>
              <a:gd name="T9" fmla="*/ 162 h 591"/>
              <a:gd name="T10" fmla="*/ 590 w 708"/>
              <a:gd name="T11" fmla="*/ 118 h 591"/>
              <a:gd name="T12" fmla="*/ 546 w 708"/>
              <a:gd name="T13" fmla="*/ 0 h 591"/>
              <a:gd name="T14" fmla="*/ 0 w 708"/>
              <a:gd name="T15" fmla="*/ 73 h 591"/>
              <a:gd name="T16" fmla="*/ 0 w 708"/>
              <a:gd name="T17" fmla="*/ 162 h 591"/>
              <a:gd name="T18" fmla="*/ 73 w 708"/>
              <a:gd name="T19" fmla="*/ 590 h 591"/>
              <a:gd name="T20" fmla="*/ 678 w 708"/>
              <a:gd name="T21" fmla="*/ 369 h 591"/>
              <a:gd name="T22" fmla="*/ 486 w 708"/>
              <a:gd name="T23" fmla="*/ 383 h 591"/>
              <a:gd name="T24" fmla="*/ 442 w 708"/>
              <a:gd name="T25" fmla="*/ 339 h 591"/>
              <a:gd name="T26" fmla="*/ 486 w 708"/>
              <a:gd name="T27" fmla="*/ 294 h 591"/>
              <a:gd name="T28" fmla="*/ 678 w 708"/>
              <a:gd name="T29" fmla="*/ 310 h 591"/>
              <a:gd name="T30" fmla="*/ 644 w 708"/>
              <a:gd name="T31" fmla="*/ 152 h 591"/>
              <a:gd name="T32" fmla="*/ 648 w 708"/>
              <a:gd name="T33" fmla="*/ 162 h 591"/>
              <a:gd name="T34" fmla="*/ 486 w 708"/>
              <a:gd name="T35" fmla="*/ 265 h 591"/>
              <a:gd name="T36" fmla="*/ 486 w 708"/>
              <a:gd name="T37" fmla="*/ 413 h 591"/>
              <a:gd name="T38" fmla="*/ 648 w 708"/>
              <a:gd name="T39" fmla="*/ 546 h 591"/>
              <a:gd name="T40" fmla="*/ 634 w 708"/>
              <a:gd name="T41" fmla="*/ 560 h 591"/>
              <a:gd name="T42" fmla="*/ 43 w 708"/>
              <a:gd name="T43" fmla="*/ 547 h 591"/>
              <a:gd name="T44" fmla="*/ 29 w 708"/>
              <a:gd name="T45" fmla="*/ 515 h 591"/>
              <a:gd name="T46" fmla="*/ 29 w 708"/>
              <a:gd name="T47" fmla="*/ 162 h 591"/>
              <a:gd name="T48" fmla="*/ 73 w 708"/>
              <a:gd name="T49" fmla="*/ 148 h 591"/>
              <a:gd name="T50" fmla="*/ 644 w 708"/>
              <a:gd name="T51" fmla="*/ 152 h 591"/>
              <a:gd name="T52" fmla="*/ 73 w 708"/>
              <a:gd name="T53" fmla="*/ 29 h 591"/>
              <a:gd name="T54" fmla="*/ 559 w 708"/>
              <a:gd name="T55" fmla="*/ 44 h 591"/>
              <a:gd name="T56" fmla="*/ 73 w 708"/>
              <a:gd name="T57" fmla="*/ 118 h 591"/>
              <a:gd name="T58" fmla="*/ 29 w 708"/>
              <a:gd name="T59" fmla="*/ 73 h 591"/>
              <a:gd name="T60" fmla="*/ 29 w 708"/>
              <a:gd name="T61" fmla="*/ 73 h 591"/>
              <a:gd name="T62" fmla="*/ 73 w 708"/>
              <a:gd name="T63" fmla="*/ 29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591">
                <a:moveTo>
                  <a:pt x="73" y="590"/>
                </a:moveTo>
                <a:lnTo>
                  <a:pt x="73" y="590"/>
                </a:lnTo>
                <a:lnTo>
                  <a:pt x="73" y="590"/>
                </a:lnTo>
                <a:cubicBezTo>
                  <a:pt x="634" y="590"/>
                  <a:pt x="634" y="590"/>
                  <a:pt x="634" y="590"/>
                </a:cubicBezTo>
                <a:cubicBezTo>
                  <a:pt x="658" y="590"/>
                  <a:pt x="678" y="569"/>
                  <a:pt x="678" y="546"/>
                </a:cubicBezTo>
                <a:cubicBezTo>
                  <a:pt x="678" y="410"/>
                  <a:pt x="678" y="410"/>
                  <a:pt x="678" y="410"/>
                </a:cubicBezTo>
                <a:cubicBezTo>
                  <a:pt x="695" y="403"/>
                  <a:pt x="707" y="388"/>
                  <a:pt x="707" y="369"/>
                </a:cubicBezTo>
                <a:cubicBezTo>
                  <a:pt x="707" y="310"/>
                  <a:pt x="707" y="310"/>
                  <a:pt x="707" y="310"/>
                </a:cubicBezTo>
                <a:cubicBezTo>
                  <a:pt x="707" y="290"/>
                  <a:pt x="695" y="274"/>
                  <a:pt x="678" y="268"/>
                </a:cubicBezTo>
                <a:cubicBezTo>
                  <a:pt x="678" y="162"/>
                  <a:pt x="678" y="162"/>
                  <a:pt x="678" y="162"/>
                </a:cubicBezTo>
                <a:cubicBezTo>
                  <a:pt x="678" y="138"/>
                  <a:pt x="658" y="118"/>
                  <a:pt x="634" y="118"/>
                </a:cubicBezTo>
                <a:cubicBezTo>
                  <a:pt x="590" y="118"/>
                  <a:pt x="590" y="118"/>
                  <a:pt x="590" y="118"/>
                </a:cubicBezTo>
                <a:cubicBezTo>
                  <a:pt x="590" y="44"/>
                  <a:pt x="590" y="44"/>
                  <a:pt x="590" y="44"/>
                </a:cubicBezTo>
                <a:cubicBezTo>
                  <a:pt x="590" y="20"/>
                  <a:pt x="569" y="0"/>
                  <a:pt x="546" y="0"/>
                </a:cubicBezTo>
                <a:cubicBezTo>
                  <a:pt x="73" y="0"/>
                  <a:pt x="73" y="0"/>
                  <a:pt x="73" y="0"/>
                </a:cubicBezTo>
                <a:cubicBezTo>
                  <a:pt x="33" y="0"/>
                  <a:pt x="0" y="33"/>
                  <a:pt x="0" y="73"/>
                </a:cubicBezTo>
                <a:cubicBezTo>
                  <a:pt x="0" y="133"/>
                  <a:pt x="0" y="133"/>
                  <a:pt x="0" y="133"/>
                </a:cubicBezTo>
                <a:cubicBezTo>
                  <a:pt x="0" y="162"/>
                  <a:pt x="0" y="162"/>
                  <a:pt x="0" y="162"/>
                </a:cubicBezTo>
                <a:cubicBezTo>
                  <a:pt x="0" y="515"/>
                  <a:pt x="0" y="515"/>
                  <a:pt x="0" y="515"/>
                </a:cubicBezTo>
                <a:cubicBezTo>
                  <a:pt x="0" y="557"/>
                  <a:pt x="33" y="590"/>
                  <a:pt x="73" y="590"/>
                </a:cubicBezTo>
                <a:close/>
                <a:moveTo>
                  <a:pt x="678" y="369"/>
                </a:moveTo>
                <a:lnTo>
                  <a:pt x="678" y="369"/>
                </a:lnTo>
                <a:cubicBezTo>
                  <a:pt x="678" y="377"/>
                  <a:pt x="671" y="383"/>
                  <a:pt x="663" y="383"/>
                </a:cubicBezTo>
                <a:cubicBezTo>
                  <a:pt x="486" y="383"/>
                  <a:pt x="486" y="383"/>
                  <a:pt x="486" y="383"/>
                </a:cubicBezTo>
                <a:cubicBezTo>
                  <a:pt x="474" y="383"/>
                  <a:pt x="463" y="379"/>
                  <a:pt x="456" y="370"/>
                </a:cubicBezTo>
                <a:cubicBezTo>
                  <a:pt x="448" y="362"/>
                  <a:pt x="442" y="351"/>
                  <a:pt x="442" y="339"/>
                </a:cubicBezTo>
                <a:cubicBezTo>
                  <a:pt x="442" y="328"/>
                  <a:pt x="448" y="316"/>
                  <a:pt x="456" y="308"/>
                </a:cubicBezTo>
                <a:cubicBezTo>
                  <a:pt x="463" y="300"/>
                  <a:pt x="474" y="294"/>
                  <a:pt x="486" y="294"/>
                </a:cubicBezTo>
                <a:cubicBezTo>
                  <a:pt x="663" y="294"/>
                  <a:pt x="663" y="294"/>
                  <a:pt x="663" y="294"/>
                </a:cubicBezTo>
                <a:cubicBezTo>
                  <a:pt x="671" y="294"/>
                  <a:pt x="678" y="301"/>
                  <a:pt x="678" y="310"/>
                </a:cubicBezTo>
                <a:lnTo>
                  <a:pt x="678" y="369"/>
                </a:lnTo>
                <a:close/>
                <a:moveTo>
                  <a:pt x="644" y="152"/>
                </a:moveTo>
                <a:lnTo>
                  <a:pt x="644" y="152"/>
                </a:lnTo>
                <a:cubicBezTo>
                  <a:pt x="646" y="155"/>
                  <a:pt x="648" y="158"/>
                  <a:pt x="648" y="162"/>
                </a:cubicBezTo>
                <a:cubicBezTo>
                  <a:pt x="648" y="265"/>
                  <a:pt x="648" y="265"/>
                  <a:pt x="648" y="265"/>
                </a:cubicBezTo>
                <a:cubicBezTo>
                  <a:pt x="486" y="265"/>
                  <a:pt x="486" y="265"/>
                  <a:pt x="486" y="265"/>
                </a:cubicBezTo>
                <a:cubicBezTo>
                  <a:pt x="446" y="265"/>
                  <a:pt x="413" y="299"/>
                  <a:pt x="413" y="339"/>
                </a:cubicBezTo>
                <a:cubicBezTo>
                  <a:pt x="413" y="380"/>
                  <a:pt x="446" y="413"/>
                  <a:pt x="486" y="413"/>
                </a:cubicBezTo>
                <a:cubicBezTo>
                  <a:pt x="648" y="413"/>
                  <a:pt x="648" y="413"/>
                  <a:pt x="648" y="413"/>
                </a:cubicBezTo>
                <a:cubicBezTo>
                  <a:pt x="648" y="546"/>
                  <a:pt x="648" y="546"/>
                  <a:pt x="648" y="546"/>
                </a:cubicBezTo>
                <a:cubicBezTo>
                  <a:pt x="648" y="550"/>
                  <a:pt x="646" y="553"/>
                  <a:pt x="644" y="555"/>
                </a:cubicBezTo>
                <a:cubicBezTo>
                  <a:pt x="641" y="558"/>
                  <a:pt x="638" y="560"/>
                  <a:pt x="634" y="560"/>
                </a:cubicBezTo>
                <a:cubicBezTo>
                  <a:pt x="73" y="560"/>
                  <a:pt x="73" y="560"/>
                  <a:pt x="73" y="560"/>
                </a:cubicBezTo>
                <a:cubicBezTo>
                  <a:pt x="62" y="560"/>
                  <a:pt x="51" y="555"/>
                  <a:pt x="43" y="547"/>
                </a:cubicBezTo>
                <a:cubicBezTo>
                  <a:pt x="35" y="539"/>
                  <a:pt x="29" y="528"/>
                  <a:pt x="29" y="515"/>
                </a:cubicBezTo>
                <a:lnTo>
                  <a:pt x="29" y="515"/>
                </a:lnTo>
                <a:cubicBezTo>
                  <a:pt x="29" y="162"/>
                  <a:pt x="29" y="162"/>
                  <a:pt x="29" y="162"/>
                </a:cubicBezTo>
                <a:lnTo>
                  <a:pt x="29" y="162"/>
                </a:lnTo>
                <a:cubicBezTo>
                  <a:pt x="29" y="133"/>
                  <a:pt x="29" y="133"/>
                  <a:pt x="29" y="133"/>
                </a:cubicBezTo>
                <a:cubicBezTo>
                  <a:pt x="42" y="142"/>
                  <a:pt x="57" y="148"/>
                  <a:pt x="73" y="148"/>
                </a:cubicBezTo>
                <a:cubicBezTo>
                  <a:pt x="634" y="148"/>
                  <a:pt x="634" y="148"/>
                  <a:pt x="634" y="148"/>
                </a:cubicBezTo>
                <a:cubicBezTo>
                  <a:pt x="638" y="148"/>
                  <a:pt x="641" y="149"/>
                  <a:pt x="644" y="152"/>
                </a:cubicBezTo>
                <a:close/>
                <a:moveTo>
                  <a:pt x="73" y="29"/>
                </a:moveTo>
                <a:lnTo>
                  <a:pt x="73" y="29"/>
                </a:lnTo>
                <a:cubicBezTo>
                  <a:pt x="546" y="29"/>
                  <a:pt x="546" y="29"/>
                  <a:pt x="546" y="29"/>
                </a:cubicBezTo>
                <a:cubicBezTo>
                  <a:pt x="554" y="29"/>
                  <a:pt x="559" y="36"/>
                  <a:pt x="559" y="44"/>
                </a:cubicBezTo>
                <a:cubicBezTo>
                  <a:pt x="559" y="118"/>
                  <a:pt x="559" y="118"/>
                  <a:pt x="559" y="118"/>
                </a:cubicBezTo>
                <a:cubicBezTo>
                  <a:pt x="73" y="118"/>
                  <a:pt x="73" y="118"/>
                  <a:pt x="73" y="118"/>
                </a:cubicBezTo>
                <a:cubicBezTo>
                  <a:pt x="62" y="118"/>
                  <a:pt x="51" y="113"/>
                  <a:pt x="43" y="105"/>
                </a:cubicBezTo>
                <a:cubicBezTo>
                  <a:pt x="35" y="97"/>
                  <a:pt x="29" y="86"/>
                  <a:pt x="29" y="73"/>
                </a:cubicBezTo>
                <a:lnTo>
                  <a:pt x="29" y="73"/>
                </a:lnTo>
                <a:lnTo>
                  <a:pt x="29" y="73"/>
                </a:lnTo>
                <a:cubicBezTo>
                  <a:pt x="29" y="62"/>
                  <a:pt x="35" y="51"/>
                  <a:pt x="43" y="43"/>
                </a:cubicBezTo>
                <a:cubicBezTo>
                  <a:pt x="51" y="35"/>
                  <a:pt x="62" y="29"/>
                  <a:pt x="73" y="29"/>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06" name="Group 508">
            <a:extLst>
              <a:ext uri="{FF2B5EF4-FFF2-40B4-BE49-F238E27FC236}">
                <a16:creationId xmlns:a16="http://schemas.microsoft.com/office/drawing/2014/main" id="{79BC9513-56AB-45DA-004D-EC3B7277C28D}"/>
              </a:ext>
            </a:extLst>
          </p:cNvPr>
          <p:cNvGrpSpPr/>
          <p:nvPr/>
        </p:nvGrpSpPr>
        <p:grpSpPr>
          <a:xfrm>
            <a:off x="5848870" y="1888753"/>
            <a:ext cx="244475" cy="255588"/>
            <a:chOff x="4692650" y="2206625"/>
            <a:chExt cx="244475" cy="255588"/>
          </a:xfrm>
          <a:solidFill>
            <a:schemeClr val="tx2"/>
          </a:solidFill>
        </p:grpSpPr>
        <p:sp>
          <p:nvSpPr>
            <p:cNvPr id="507" name="Freeform 422">
              <a:extLst>
                <a:ext uri="{FF2B5EF4-FFF2-40B4-BE49-F238E27FC236}">
                  <a16:creationId xmlns:a16="http://schemas.microsoft.com/office/drawing/2014/main" id="{AD6F219C-0322-1721-FADC-A1A2420525F5}"/>
                </a:ext>
              </a:extLst>
            </p:cNvPr>
            <p:cNvSpPr>
              <a:spLocks noChangeArrowheads="1"/>
            </p:cNvSpPr>
            <p:nvPr/>
          </p:nvSpPr>
          <p:spPr bwMode="auto">
            <a:xfrm>
              <a:off x="4692650" y="2206625"/>
              <a:ext cx="244475" cy="255588"/>
            </a:xfrm>
            <a:custGeom>
              <a:avLst/>
              <a:gdLst>
                <a:gd name="T0" fmla="*/ 678 w 679"/>
                <a:gd name="T1" fmla="*/ 251 h 708"/>
                <a:gd name="T2" fmla="*/ 678 w 679"/>
                <a:gd name="T3" fmla="*/ 250 h 708"/>
                <a:gd name="T4" fmla="*/ 676 w 679"/>
                <a:gd name="T5" fmla="*/ 245 h 708"/>
                <a:gd name="T6" fmla="*/ 609 w 679"/>
                <a:gd name="T7" fmla="*/ 31 h 708"/>
                <a:gd name="T8" fmla="*/ 110 w 679"/>
                <a:gd name="T9" fmla="*/ 0 h 708"/>
                <a:gd name="T10" fmla="*/ 67 w 679"/>
                <a:gd name="T11" fmla="*/ 31 h 708"/>
                <a:gd name="T12" fmla="*/ 0 w 679"/>
                <a:gd name="T13" fmla="*/ 248 h 708"/>
                <a:gd name="T14" fmla="*/ 0 w 679"/>
                <a:gd name="T15" fmla="*/ 251 h 708"/>
                <a:gd name="T16" fmla="*/ 23 w 679"/>
                <a:gd name="T17" fmla="*/ 302 h 708"/>
                <a:gd name="T18" fmla="*/ 44 w 679"/>
                <a:gd name="T19" fmla="*/ 663 h 708"/>
                <a:gd name="T20" fmla="*/ 132 w 679"/>
                <a:gd name="T21" fmla="*/ 707 h 708"/>
                <a:gd name="T22" fmla="*/ 589 w 679"/>
                <a:gd name="T23" fmla="*/ 707 h 708"/>
                <a:gd name="T24" fmla="*/ 634 w 679"/>
                <a:gd name="T25" fmla="*/ 316 h 708"/>
                <a:gd name="T26" fmla="*/ 678 w 679"/>
                <a:gd name="T27" fmla="*/ 251 h 708"/>
                <a:gd name="T28" fmla="*/ 280 w 679"/>
                <a:gd name="T29" fmla="*/ 678 h 708"/>
                <a:gd name="T30" fmla="*/ 161 w 679"/>
                <a:gd name="T31" fmla="*/ 426 h 708"/>
                <a:gd name="T32" fmla="*/ 265 w 679"/>
                <a:gd name="T33" fmla="*/ 413 h 708"/>
                <a:gd name="T34" fmla="*/ 280 w 679"/>
                <a:gd name="T35" fmla="*/ 678 h 708"/>
                <a:gd name="T36" fmla="*/ 603 w 679"/>
                <a:gd name="T37" fmla="*/ 663 h 708"/>
                <a:gd name="T38" fmla="*/ 309 w 679"/>
                <a:gd name="T39" fmla="*/ 678 h 708"/>
                <a:gd name="T40" fmla="*/ 265 w 679"/>
                <a:gd name="T41" fmla="*/ 382 h 708"/>
                <a:gd name="T42" fmla="*/ 132 w 679"/>
                <a:gd name="T43" fmla="*/ 426 h 708"/>
                <a:gd name="T44" fmla="*/ 88 w 679"/>
                <a:gd name="T45" fmla="*/ 678 h 708"/>
                <a:gd name="T46" fmla="*/ 73 w 679"/>
                <a:gd name="T47" fmla="*/ 323 h 708"/>
                <a:gd name="T48" fmla="*/ 135 w 679"/>
                <a:gd name="T49" fmla="*/ 302 h 708"/>
                <a:gd name="T50" fmla="*/ 154 w 679"/>
                <a:gd name="T51" fmla="*/ 303 h 708"/>
                <a:gd name="T52" fmla="*/ 262 w 679"/>
                <a:gd name="T53" fmla="*/ 303 h 708"/>
                <a:gd name="T54" fmla="*/ 283 w 679"/>
                <a:gd name="T55" fmla="*/ 302 h 708"/>
                <a:gd name="T56" fmla="*/ 395 w 679"/>
                <a:gd name="T57" fmla="*/ 302 h 708"/>
                <a:gd name="T58" fmla="*/ 413 w 679"/>
                <a:gd name="T59" fmla="*/ 302 h 708"/>
                <a:gd name="T60" fmla="*/ 524 w 679"/>
                <a:gd name="T61" fmla="*/ 302 h 708"/>
                <a:gd name="T62" fmla="*/ 542 w 679"/>
                <a:gd name="T63" fmla="*/ 302 h 708"/>
                <a:gd name="T64" fmla="*/ 603 w 679"/>
                <a:gd name="T65" fmla="*/ 323 h 708"/>
                <a:gd name="T66" fmla="*/ 598 w 679"/>
                <a:gd name="T67" fmla="*/ 294 h 708"/>
                <a:gd name="T68" fmla="*/ 562 w 679"/>
                <a:gd name="T69" fmla="*/ 281 h 708"/>
                <a:gd name="T70" fmla="*/ 544 w 679"/>
                <a:gd name="T71" fmla="*/ 240 h 708"/>
                <a:gd name="T72" fmla="*/ 523 w 679"/>
                <a:gd name="T73" fmla="*/ 240 h 708"/>
                <a:gd name="T74" fmla="*/ 504 w 679"/>
                <a:gd name="T75" fmla="*/ 281 h 708"/>
                <a:gd name="T76" fmla="*/ 432 w 679"/>
                <a:gd name="T77" fmla="*/ 281 h 708"/>
                <a:gd name="T78" fmla="*/ 414 w 679"/>
                <a:gd name="T79" fmla="*/ 240 h 708"/>
                <a:gd name="T80" fmla="*/ 393 w 679"/>
                <a:gd name="T81" fmla="*/ 240 h 708"/>
                <a:gd name="T82" fmla="*/ 374 w 679"/>
                <a:gd name="T83" fmla="*/ 281 h 708"/>
                <a:gd name="T84" fmla="*/ 302 w 679"/>
                <a:gd name="T85" fmla="*/ 281 h 708"/>
                <a:gd name="T86" fmla="*/ 276 w 679"/>
                <a:gd name="T87" fmla="*/ 236 h 708"/>
                <a:gd name="T88" fmla="*/ 241 w 679"/>
                <a:gd name="T89" fmla="*/ 283 h 708"/>
                <a:gd name="T90" fmla="*/ 174 w 679"/>
                <a:gd name="T91" fmla="*/ 281 h 708"/>
                <a:gd name="T92" fmla="*/ 143 w 679"/>
                <a:gd name="T93" fmla="*/ 236 h 708"/>
                <a:gd name="T94" fmla="*/ 116 w 679"/>
                <a:gd name="T95" fmla="*/ 281 h 708"/>
                <a:gd name="T96" fmla="*/ 44 w 679"/>
                <a:gd name="T97" fmla="*/ 281 h 708"/>
                <a:gd name="T98" fmla="*/ 96 w 679"/>
                <a:gd name="T99" fmla="*/ 40 h 708"/>
                <a:gd name="T100" fmla="*/ 110 w 679"/>
                <a:gd name="T101" fmla="*/ 29 h 708"/>
                <a:gd name="T102" fmla="*/ 581 w 679"/>
                <a:gd name="T103" fmla="*/ 40 h 708"/>
                <a:gd name="T104" fmla="*/ 647 w 679"/>
                <a:gd name="T105" fmla="*/ 252 h 708"/>
                <a:gd name="T106" fmla="*/ 598 w 679"/>
                <a:gd name="T107"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708">
                  <a:moveTo>
                    <a:pt x="678" y="251"/>
                  </a:moveTo>
                  <a:lnTo>
                    <a:pt x="678" y="251"/>
                  </a:lnTo>
                  <a:lnTo>
                    <a:pt x="678" y="251"/>
                  </a:lnTo>
                  <a:cubicBezTo>
                    <a:pt x="678" y="251"/>
                    <a:pt x="678" y="251"/>
                    <a:pt x="678" y="250"/>
                  </a:cubicBezTo>
                  <a:cubicBezTo>
                    <a:pt x="678" y="250"/>
                    <a:pt x="678" y="248"/>
                    <a:pt x="676" y="248"/>
                  </a:cubicBezTo>
                  <a:cubicBezTo>
                    <a:pt x="676" y="247"/>
                    <a:pt x="676" y="247"/>
                    <a:pt x="676" y="245"/>
                  </a:cubicBezTo>
                  <a:cubicBezTo>
                    <a:pt x="609" y="31"/>
                    <a:pt x="609" y="31"/>
                    <a:pt x="609" y="31"/>
                  </a:cubicBezTo>
                  <a:lnTo>
                    <a:pt x="609" y="31"/>
                  </a:lnTo>
                  <a:cubicBezTo>
                    <a:pt x="603" y="12"/>
                    <a:pt x="587" y="0"/>
                    <a:pt x="567" y="0"/>
                  </a:cubicBezTo>
                  <a:cubicBezTo>
                    <a:pt x="110" y="0"/>
                    <a:pt x="110" y="0"/>
                    <a:pt x="110" y="0"/>
                  </a:cubicBezTo>
                  <a:cubicBezTo>
                    <a:pt x="91" y="0"/>
                    <a:pt x="74" y="12"/>
                    <a:pt x="69" y="31"/>
                  </a:cubicBezTo>
                  <a:cubicBezTo>
                    <a:pt x="67" y="31"/>
                    <a:pt x="67" y="31"/>
                    <a:pt x="67" y="31"/>
                  </a:cubicBezTo>
                  <a:cubicBezTo>
                    <a:pt x="1" y="245"/>
                    <a:pt x="1" y="245"/>
                    <a:pt x="1" y="245"/>
                  </a:cubicBezTo>
                  <a:cubicBezTo>
                    <a:pt x="0" y="247"/>
                    <a:pt x="0" y="247"/>
                    <a:pt x="0" y="248"/>
                  </a:cubicBezTo>
                  <a:lnTo>
                    <a:pt x="0" y="250"/>
                  </a:lnTo>
                  <a:cubicBezTo>
                    <a:pt x="0" y="251"/>
                    <a:pt x="0" y="251"/>
                    <a:pt x="0" y="251"/>
                  </a:cubicBezTo>
                  <a:lnTo>
                    <a:pt x="0" y="251"/>
                  </a:lnTo>
                  <a:cubicBezTo>
                    <a:pt x="0" y="272"/>
                    <a:pt x="9" y="290"/>
                    <a:pt x="23" y="302"/>
                  </a:cubicBezTo>
                  <a:cubicBezTo>
                    <a:pt x="30" y="308"/>
                    <a:pt x="37" y="312"/>
                    <a:pt x="44" y="316"/>
                  </a:cubicBezTo>
                  <a:cubicBezTo>
                    <a:pt x="44" y="663"/>
                    <a:pt x="44" y="663"/>
                    <a:pt x="44" y="663"/>
                  </a:cubicBezTo>
                  <a:cubicBezTo>
                    <a:pt x="44" y="687"/>
                    <a:pt x="63" y="707"/>
                    <a:pt x="88" y="707"/>
                  </a:cubicBezTo>
                  <a:cubicBezTo>
                    <a:pt x="132" y="707"/>
                    <a:pt x="132" y="707"/>
                    <a:pt x="132" y="707"/>
                  </a:cubicBezTo>
                  <a:cubicBezTo>
                    <a:pt x="309" y="707"/>
                    <a:pt x="309" y="707"/>
                    <a:pt x="309" y="707"/>
                  </a:cubicBezTo>
                  <a:cubicBezTo>
                    <a:pt x="589" y="707"/>
                    <a:pt x="589" y="707"/>
                    <a:pt x="589" y="707"/>
                  </a:cubicBezTo>
                  <a:cubicBezTo>
                    <a:pt x="613" y="707"/>
                    <a:pt x="634" y="687"/>
                    <a:pt x="634" y="663"/>
                  </a:cubicBezTo>
                  <a:cubicBezTo>
                    <a:pt x="634" y="316"/>
                    <a:pt x="634" y="316"/>
                    <a:pt x="634" y="316"/>
                  </a:cubicBezTo>
                  <a:cubicBezTo>
                    <a:pt x="640" y="312"/>
                    <a:pt x="647" y="308"/>
                    <a:pt x="654" y="302"/>
                  </a:cubicBezTo>
                  <a:cubicBezTo>
                    <a:pt x="668" y="290"/>
                    <a:pt x="676" y="272"/>
                    <a:pt x="678" y="251"/>
                  </a:cubicBezTo>
                  <a:close/>
                  <a:moveTo>
                    <a:pt x="280" y="678"/>
                  </a:moveTo>
                  <a:lnTo>
                    <a:pt x="280" y="678"/>
                  </a:lnTo>
                  <a:cubicBezTo>
                    <a:pt x="161" y="678"/>
                    <a:pt x="161" y="678"/>
                    <a:pt x="161" y="678"/>
                  </a:cubicBezTo>
                  <a:cubicBezTo>
                    <a:pt x="161" y="426"/>
                    <a:pt x="161" y="426"/>
                    <a:pt x="161" y="426"/>
                  </a:cubicBezTo>
                  <a:cubicBezTo>
                    <a:pt x="161" y="418"/>
                    <a:pt x="168" y="413"/>
                    <a:pt x="176" y="413"/>
                  </a:cubicBezTo>
                  <a:cubicBezTo>
                    <a:pt x="265" y="413"/>
                    <a:pt x="265" y="413"/>
                    <a:pt x="265" y="413"/>
                  </a:cubicBezTo>
                  <a:cubicBezTo>
                    <a:pt x="273" y="413"/>
                    <a:pt x="280" y="418"/>
                    <a:pt x="280" y="426"/>
                  </a:cubicBezTo>
                  <a:lnTo>
                    <a:pt x="280" y="678"/>
                  </a:lnTo>
                  <a:close/>
                  <a:moveTo>
                    <a:pt x="603" y="663"/>
                  </a:moveTo>
                  <a:lnTo>
                    <a:pt x="603" y="663"/>
                  </a:lnTo>
                  <a:cubicBezTo>
                    <a:pt x="603" y="671"/>
                    <a:pt x="598" y="678"/>
                    <a:pt x="589" y="678"/>
                  </a:cubicBezTo>
                  <a:cubicBezTo>
                    <a:pt x="309" y="678"/>
                    <a:pt x="309" y="678"/>
                    <a:pt x="309" y="678"/>
                  </a:cubicBezTo>
                  <a:cubicBezTo>
                    <a:pt x="309" y="426"/>
                    <a:pt x="309" y="426"/>
                    <a:pt x="309" y="426"/>
                  </a:cubicBezTo>
                  <a:cubicBezTo>
                    <a:pt x="309" y="403"/>
                    <a:pt x="290" y="382"/>
                    <a:pt x="265" y="382"/>
                  </a:cubicBezTo>
                  <a:cubicBezTo>
                    <a:pt x="176" y="382"/>
                    <a:pt x="176" y="382"/>
                    <a:pt x="176" y="382"/>
                  </a:cubicBezTo>
                  <a:cubicBezTo>
                    <a:pt x="151" y="382"/>
                    <a:pt x="132" y="403"/>
                    <a:pt x="132" y="426"/>
                  </a:cubicBezTo>
                  <a:cubicBezTo>
                    <a:pt x="132" y="678"/>
                    <a:pt x="132" y="678"/>
                    <a:pt x="132" y="678"/>
                  </a:cubicBezTo>
                  <a:cubicBezTo>
                    <a:pt x="88" y="678"/>
                    <a:pt x="88" y="678"/>
                    <a:pt x="88" y="678"/>
                  </a:cubicBezTo>
                  <a:cubicBezTo>
                    <a:pt x="80" y="678"/>
                    <a:pt x="73" y="671"/>
                    <a:pt x="73" y="663"/>
                  </a:cubicBezTo>
                  <a:cubicBezTo>
                    <a:pt x="73" y="323"/>
                    <a:pt x="73" y="323"/>
                    <a:pt x="73" y="323"/>
                  </a:cubicBezTo>
                  <a:cubicBezTo>
                    <a:pt x="75" y="323"/>
                    <a:pt x="77" y="324"/>
                    <a:pt x="80" y="324"/>
                  </a:cubicBezTo>
                  <a:cubicBezTo>
                    <a:pt x="100" y="324"/>
                    <a:pt x="121" y="316"/>
                    <a:pt x="135" y="302"/>
                  </a:cubicBezTo>
                  <a:cubicBezTo>
                    <a:pt x="139" y="299"/>
                    <a:pt x="142" y="297"/>
                    <a:pt x="145" y="292"/>
                  </a:cubicBezTo>
                  <a:cubicBezTo>
                    <a:pt x="147" y="297"/>
                    <a:pt x="150" y="301"/>
                    <a:pt x="154" y="303"/>
                  </a:cubicBezTo>
                  <a:cubicBezTo>
                    <a:pt x="168" y="317"/>
                    <a:pt x="187" y="324"/>
                    <a:pt x="210" y="324"/>
                  </a:cubicBezTo>
                  <a:cubicBezTo>
                    <a:pt x="230" y="324"/>
                    <a:pt x="248" y="316"/>
                    <a:pt x="262" y="303"/>
                  </a:cubicBezTo>
                  <a:cubicBezTo>
                    <a:pt x="266" y="299"/>
                    <a:pt x="269" y="295"/>
                    <a:pt x="272" y="291"/>
                  </a:cubicBezTo>
                  <a:cubicBezTo>
                    <a:pt x="276" y="295"/>
                    <a:pt x="279" y="299"/>
                    <a:pt x="283" y="302"/>
                  </a:cubicBezTo>
                  <a:cubicBezTo>
                    <a:pt x="298" y="316"/>
                    <a:pt x="317" y="324"/>
                    <a:pt x="338" y="324"/>
                  </a:cubicBezTo>
                  <a:cubicBezTo>
                    <a:pt x="360" y="324"/>
                    <a:pt x="379" y="316"/>
                    <a:pt x="395" y="302"/>
                  </a:cubicBezTo>
                  <a:cubicBezTo>
                    <a:pt x="397" y="299"/>
                    <a:pt x="400" y="297"/>
                    <a:pt x="403" y="292"/>
                  </a:cubicBezTo>
                  <a:cubicBezTo>
                    <a:pt x="406" y="297"/>
                    <a:pt x="410" y="299"/>
                    <a:pt x="413" y="302"/>
                  </a:cubicBezTo>
                  <a:cubicBezTo>
                    <a:pt x="426" y="316"/>
                    <a:pt x="447" y="324"/>
                    <a:pt x="468" y="324"/>
                  </a:cubicBezTo>
                  <a:cubicBezTo>
                    <a:pt x="490" y="324"/>
                    <a:pt x="509" y="316"/>
                    <a:pt x="524" y="302"/>
                  </a:cubicBezTo>
                  <a:cubicBezTo>
                    <a:pt x="527" y="299"/>
                    <a:pt x="530" y="297"/>
                    <a:pt x="533" y="292"/>
                  </a:cubicBezTo>
                  <a:cubicBezTo>
                    <a:pt x="535" y="297"/>
                    <a:pt x="538" y="299"/>
                    <a:pt x="542" y="302"/>
                  </a:cubicBezTo>
                  <a:cubicBezTo>
                    <a:pt x="556" y="316"/>
                    <a:pt x="577" y="324"/>
                    <a:pt x="598" y="324"/>
                  </a:cubicBezTo>
                  <a:cubicBezTo>
                    <a:pt x="600" y="324"/>
                    <a:pt x="602" y="323"/>
                    <a:pt x="603" y="323"/>
                  </a:cubicBezTo>
                  <a:lnTo>
                    <a:pt x="603" y="663"/>
                  </a:lnTo>
                  <a:close/>
                  <a:moveTo>
                    <a:pt x="598" y="294"/>
                  </a:moveTo>
                  <a:lnTo>
                    <a:pt x="598" y="294"/>
                  </a:lnTo>
                  <a:cubicBezTo>
                    <a:pt x="584" y="294"/>
                    <a:pt x="571" y="290"/>
                    <a:pt x="562" y="281"/>
                  </a:cubicBezTo>
                  <a:cubicBezTo>
                    <a:pt x="553" y="273"/>
                    <a:pt x="548" y="262"/>
                    <a:pt x="548" y="250"/>
                  </a:cubicBezTo>
                  <a:cubicBezTo>
                    <a:pt x="548" y="247"/>
                    <a:pt x="547" y="243"/>
                    <a:pt x="544" y="240"/>
                  </a:cubicBezTo>
                  <a:cubicBezTo>
                    <a:pt x="541" y="237"/>
                    <a:pt x="537" y="236"/>
                    <a:pt x="533" y="236"/>
                  </a:cubicBezTo>
                  <a:cubicBezTo>
                    <a:pt x="529" y="236"/>
                    <a:pt x="526" y="237"/>
                    <a:pt x="523" y="240"/>
                  </a:cubicBezTo>
                  <a:cubicBezTo>
                    <a:pt x="520" y="243"/>
                    <a:pt x="519" y="247"/>
                    <a:pt x="519" y="250"/>
                  </a:cubicBezTo>
                  <a:cubicBezTo>
                    <a:pt x="519" y="262"/>
                    <a:pt x="513" y="273"/>
                    <a:pt x="504" y="281"/>
                  </a:cubicBezTo>
                  <a:cubicBezTo>
                    <a:pt x="495" y="290"/>
                    <a:pt x="483" y="294"/>
                    <a:pt x="468" y="294"/>
                  </a:cubicBezTo>
                  <a:cubicBezTo>
                    <a:pt x="454" y="294"/>
                    <a:pt x="442" y="290"/>
                    <a:pt x="432" y="281"/>
                  </a:cubicBezTo>
                  <a:cubicBezTo>
                    <a:pt x="424" y="273"/>
                    <a:pt x="418" y="262"/>
                    <a:pt x="418" y="250"/>
                  </a:cubicBezTo>
                  <a:cubicBezTo>
                    <a:pt x="418" y="247"/>
                    <a:pt x="417" y="243"/>
                    <a:pt x="414" y="240"/>
                  </a:cubicBezTo>
                  <a:cubicBezTo>
                    <a:pt x="411" y="237"/>
                    <a:pt x="407" y="236"/>
                    <a:pt x="403" y="236"/>
                  </a:cubicBezTo>
                  <a:cubicBezTo>
                    <a:pt x="400" y="236"/>
                    <a:pt x="396" y="237"/>
                    <a:pt x="393" y="240"/>
                  </a:cubicBezTo>
                  <a:cubicBezTo>
                    <a:pt x="390" y="243"/>
                    <a:pt x="389" y="247"/>
                    <a:pt x="389" y="250"/>
                  </a:cubicBezTo>
                  <a:cubicBezTo>
                    <a:pt x="389" y="262"/>
                    <a:pt x="384" y="273"/>
                    <a:pt x="374" y="281"/>
                  </a:cubicBezTo>
                  <a:cubicBezTo>
                    <a:pt x="366" y="290"/>
                    <a:pt x="353" y="294"/>
                    <a:pt x="338" y="294"/>
                  </a:cubicBezTo>
                  <a:cubicBezTo>
                    <a:pt x="324" y="294"/>
                    <a:pt x="312" y="290"/>
                    <a:pt x="302" y="281"/>
                  </a:cubicBezTo>
                  <a:cubicBezTo>
                    <a:pt x="294" y="273"/>
                    <a:pt x="288" y="262"/>
                    <a:pt x="288" y="250"/>
                  </a:cubicBezTo>
                  <a:cubicBezTo>
                    <a:pt x="288" y="243"/>
                    <a:pt x="283" y="236"/>
                    <a:pt x="276" y="236"/>
                  </a:cubicBezTo>
                  <a:cubicBezTo>
                    <a:pt x="267" y="234"/>
                    <a:pt x="261" y="240"/>
                    <a:pt x="259" y="247"/>
                  </a:cubicBezTo>
                  <a:cubicBezTo>
                    <a:pt x="255" y="262"/>
                    <a:pt x="250" y="274"/>
                    <a:pt x="241" y="283"/>
                  </a:cubicBezTo>
                  <a:cubicBezTo>
                    <a:pt x="233" y="290"/>
                    <a:pt x="223" y="294"/>
                    <a:pt x="210" y="294"/>
                  </a:cubicBezTo>
                  <a:cubicBezTo>
                    <a:pt x="194" y="294"/>
                    <a:pt x="182" y="290"/>
                    <a:pt x="174" y="281"/>
                  </a:cubicBezTo>
                  <a:cubicBezTo>
                    <a:pt x="165" y="274"/>
                    <a:pt x="160" y="263"/>
                    <a:pt x="158" y="250"/>
                  </a:cubicBezTo>
                  <a:cubicBezTo>
                    <a:pt x="158" y="241"/>
                    <a:pt x="151" y="234"/>
                    <a:pt x="143" y="236"/>
                  </a:cubicBezTo>
                  <a:cubicBezTo>
                    <a:pt x="135" y="236"/>
                    <a:pt x="129" y="243"/>
                    <a:pt x="129" y="250"/>
                  </a:cubicBezTo>
                  <a:cubicBezTo>
                    <a:pt x="129" y="262"/>
                    <a:pt x="124" y="273"/>
                    <a:pt x="116" y="281"/>
                  </a:cubicBezTo>
                  <a:cubicBezTo>
                    <a:pt x="106" y="290"/>
                    <a:pt x="93" y="294"/>
                    <a:pt x="80" y="294"/>
                  </a:cubicBezTo>
                  <a:cubicBezTo>
                    <a:pt x="64" y="294"/>
                    <a:pt x="52" y="290"/>
                    <a:pt x="44" y="281"/>
                  </a:cubicBezTo>
                  <a:cubicBezTo>
                    <a:pt x="34" y="273"/>
                    <a:pt x="30" y="263"/>
                    <a:pt x="30" y="252"/>
                  </a:cubicBezTo>
                  <a:cubicBezTo>
                    <a:pt x="96" y="40"/>
                    <a:pt x="96" y="40"/>
                    <a:pt x="96" y="40"/>
                  </a:cubicBezTo>
                  <a:lnTo>
                    <a:pt x="96" y="40"/>
                  </a:lnTo>
                  <a:cubicBezTo>
                    <a:pt x="98" y="34"/>
                    <a:pt x="103" y="29"/>
                    <a:pt x="110" y="29"/>
                  </a:cubicBezTo>
                  <a:cubicBezTo>
                    <a:pt x="567" y="29"/>
                    <a:pt x="567" y="29"/>
                    <a:pt x="567" y="29"/>
                  </a:cubicBezTo>
                  <a:cubicBezTo>
                    <a:pt x="573" y="29"/>
                    <a:pt x="580" y="34"/>
                    <a:pt x="581" y="40"/>
                  </a:cubicBezTo>
                  <a:lnTo>
                    <a:pt x="581" y="40"/>
                  </a:lnTo>
                  <a:cubicBezTo>
                    <a:pt x="647" y="252"/>
                    <a:pt x="647" y="252"/>
                    <a:pt x="647" y="252"/>
                  </a:cubicBezTo>
                  <a:cubicBezTo>
                    <a:pt x="647" y="263"/>
                    <a:pt x="642" y="273"/>
                    <a:pt x="634" y="281"/>
                  </a:cubicBezTo>
                  <a:cubicBezTo>
                    <a:pt x="625" y="290"/>
                    <a:pt x="611" y="294"/>
                    <a:pt x="598"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8" name="Freeform 423">
              <a:extLst>
                <a:ext uri="{FF2B5EF4-FFF2-40B4-BE49-F238E27FC236}">
                  <a16:creationId xmlns:a16="http://schemas.microsoft.com/office/drawing/2014/main" id="{885905E3-88D7-8ABD-0EC4-3B2B0232E0B4}"/>
                </a:ext>
              </a:extLst>
            </p:cNvPr>
            <p:cNvSpPr>
              <a:spLocks noChangeArrowheads="1"/>
            </p:cNvSpPr>
            <p:nvPr/>
          </p:nvSpPr>
          <p:spPr bwMode="auto">
            <a:xfrm>
              <a:off x="4835525" y="2344738"/>
              <a:ext cx="53975" cy="63500"/>
            </a:xfrm>
            <a:custGeom>
              <a:avLst/>
              <a:gdLst>
                <a:gd name="T0" fmla="*/ 104 w 149"/>
                <a:gd name="T1" fmla="*/ 0 h 178"/>
                <a:gd name="T2" fmla="*/ 104 w 149"/>
                <a:gd name="T3" fmla="*/ 0 h 178"/>
                <a:gd name="T4" fmla="*/ 45 w 149"/>
                <a:gd name="T5" fmla="*/ 0 h 178"/>
                <a:gd name="T6" fmla="*/ 0 w 149"/>
                <a:gd name="T7" fmla="*/ 44 h 178"/>
                <a:gd name="T8" fmla="*/ 0 w 149"/>
                <a:gd name="T9" fmla="*/ 133 h 178"/>
                <a:gd name="T10" fmla="*/ 45 w 149"/>
                <a:gd name="T11" fmla="*/ 177 h 178"/>
                <a:gd name="T12" fmla="*/ 104 w 149"/>
                <a:gd name="T13" fmla="*/ 177 h 178"/>
                <a:gd name="T14" fmla="*/ 104 w 149"/>
                <a:gd name="T15" fmla="*/ 177 h 178"/>
                <a:gd name="T16" fmla="*/ 148 w 149"/>
                <a:gd name="T17" fmla="*/ 133 h 178"/>
                <a:gd name="T18" fmla="*/ 148 w 149"/>
                <a:gd name="T19" fmla="*/ 44 h 178"/>
                <a:gd name="T20" fmla="*/ 104 w 149"/>
                <a:gd name="T21" fmla="*/ 0 h 178"/>
                <a:gd name="T22" fmla="*/ 118 w 149"/>
                <a:gd name="T23" fmla="*/ 133 h 178"/>
                <a:gd name="T24" fmla="*/ 118 w 149"/>
                <a:gd name="T25" fmla="*/ 133 h 178"/>
                <a:gd name="T26" fmla="*/ 104 w 149"/>
                <a:gd name="T27" fmla="*/ 148 h 178"/>
                <a:gd name="T28" fmla="*/ 45 w 149"/>
                <a:gd name="T29" fmla="*/ 148 h 178"/>
                <a:gd name="T30" fmla="*/ 29 w 149"/>
                <a:gd name="T31" fmla="*/ 133 h 178"/>
                <a:gd name="T32" fmla="*/ 29 w 149"/>
                <a:gd name="T33" fmla="*/ 44 h 178"/>
                <a:gd name="T34" fmla="*/ 45 w 149"/>
                <a:gd name="T35" fmla="*/ 31 h 178"/>
                <a:gd name="T36" fmla="*/ 104 w 149"/>
                <a:gd name="T37" fmla="*/ 31 h 178"/>
                <a:gd name="T38" fmla="*/ 118 w 149"/>
                <a:gd name="T39" fmla="*/ 44 h 178"/>
                <a:gd name="T40" fmla="*/ 118 w 149"/>
                <a:gd name="T41"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9" h="178">
                  <a:moveTo>
                    <a:pt x="104" y="0"/>
                  </a:moveTo>
                  <a:lnTo>
                    <a:pt x="104" y="0"/>
                  </a:lnTo>
                  <a:cubicBezTo>
                    <a:pt x="45" y="0"/>
                    <a:pt x="45" y="0"/>
                    <a:pt x="45" y="0"/>
                  </a:cubicBezTo>
                  <a:cubicBezTo>
                    <a:pt x="20" y="0"/>
                    <a:pt x="0" y="21"/>
                    <a:pt x="0" y="44"/>
                  </a:cubicBezTo>
                  <a:cubicBezTo>
                    <a:pt x="0" y="133"/>
                    <a:pt x="0" y="133"/>
                    <a:pt x="0" y="133"/>
                  </a:cubicBezTo>
                  <a:cubicBezTo>
                    <a:pt x="0" y="158"/>
                    <a:pt x="20" y="177"/>
                    <a:pt x="45" y="177"/>
                  </a:cubicBezTo>
                  <a:cubicBezTo>
                    <a:pt x="104" y="177"/>
                    <a:pt x="104" y="177"/>
                    <a:pt x="104" y="177"/>
                  </a:cubicBezTo>
                  <a:lnTo>
                    <a:pt x="104" y="177"/>
                  </a:lnTo>
                  <a:cubicBezTo>
                    <a:pt x="127" y="177"/>
                    <a:pt x="148" y="158"/>
                    <a:pt x="148" y="133"/>
                  </a:cubicBezTo>
                  <a:cubicBezTo>
                    <a:pt x="148" y="44"/>
                    <a:pt x="148" y="44"/>
                    <a:pt x="148" y="44"/>
                  </a:cubicBezTo>
                  <a:cubicBezTo>
                    <a:pt x="148" y="21"/>
                    <a:pt x="127" y="0"/>
                    <a:pt x="104" y="0"/>
                  </a:cubicBezTo>
                  <a:close/>
                  <a:moveTo>
                    <a:pt x="118" y="133"/>
                  </a:moveTo>
                  <a:lnTo>
                    <a:pt x="118" y="133"/>
                  </a:lnTo>
                  <a:cubicBezTo>
                    <a:pt x="118" y="141"/>
                    <a:pt x="112" y="148"/>
                    <a:pt x="104" y="148"/>
                  </a:cubicBezTo>
                  <a:cubicBezTo>
                    <a:pt x="45" y="148"/>
                    <a:pt x="45" y="148"/>
                    <a:pt x="45" y="148"/>
                  </a:cubicBezTo>
                  <a:cubicBezTo>
                    <a:pt x="36" y="148"/>
                    <a:pt x="29" y="141"/>
                    <a:pt x="29" y="133"/>
                  </a:cubicBezTo>
                  <a:cubicBezTo>
                    <a:pt x="29" y="44"/>
                    <a:pt x="29" y="44"/>
                    <a:pt x="29" y="44"/>
                  </a:cubicBezTo>
                  <a:cubicBezTo>
                    <a:pt x="29" y="36"/>
                    <a:pt x="36" y="31"/>
                    <a:pt x="45" y="31"/>
                  </a:cubicBezTo>
                  <a:cubicBezTo>
                    <a:pt x="104" y="31"/>
                    <a:pt x="104" y="31"/>
                    <a:pt x="104" y="31"/>
                  </a:cubicBezTo>
                  <a:cubicBezTo>
                    <a:pt x="112" y="31"/>
                    <a:pt x="118" y="36"/>
                    <a:pt x="118" y="44"/>
                  </a:cubicBezTo>
                  <a:lnTo>
                    <a:pt x="118"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9" name="Freeform 424">
            <a:extLst>
              <a:ext uri="{FF2B5EF4-FFF2-40B4-BE49-F238E27FC236}">
                <a16:creationId xmlns:a16="http://schemas.microsoft.com/office/drawing/2014/main" id="{213C2EFD-76FF-5F97-6EE1-37E962491E56}"/>
              </a:ext>
            </a:extLst>
          </p:cNvPr>
          <p:cNvSpPr>
            <a:spLocks noChangeArrowheads="1"/>
          </p:cNvSpPr>
          <p:nvPr/>
        </p:nvSpPr>
        <p:spPr bwMode="auto">
          <a:xfrm>
            <a:off x="6852170" y="1430759"/>
            <a:ext cx="255588" cy="158750"/>
          </a:xfrm>
          <a:custGeom>
            <a:avLst/>
            <a:gdLst>
              <a:gd name="T0" fmla="*/ 15 w 708"/>
              <a:gd name="T1" fmla="*/ 384 h 443"/>
              <a:gd name="T2" fmla="*/ 133 w 708"/>
              <a:gd name="T3" fmla="*/ 442 h 443"/>
              <a:gd name="T4" fmla="*/ 398 w 708"/>
              <a:gd name="T5" fmla="*/ 384 h 443"/>
              <a:gd name="T6" fmla="*/ 503 w 708"/>
              <a:gd name="T7" fmla="*/ 384 h 443"/>
              <a:gd name="T8" fmla="*/ 646 w 708"/>
              <a:gd name="T9" fmla="*/ 384 h 443"/>
              <a:gd name="T10" fmla="*/ 703 w 708"/>
              <a:gd name="T11" fmla="*/ 380 h 443"/>
              <a:gd name="T12" fmla="*/ 707 w 708"/>
              <a:gd name="T13" fmla="*/ 280 h 443"/>
              <a:gd name="T14" fmla="*/ 586 w 708"/>
              <a:gd name="T15" fmla="*/ 207 h 443"/>
              <a:gd name="T16" fmla="*/ 532 w 708"/>
              <a:gd name="T17" fmla="*/ 112 h 443"/>
              <a:gd name="T18" fmla="*/ 486 w 708"/>
              <a:gd name="T19" fmla="*/ 88 h 443"/>
              <a:gd name="T20" fmla="*/ 413 w 708"/>
              <a:gd name="T21" fmla="*/ 44 h 443"/>
              <a:gd name="T22" fmla="*/ 44 w 708"/>
              <a:gd name="T23" fmla="*/ 0 h 443"/>
              <a:gd name="T24" fmla="*/ 0 w 708"/>
              <a:gd name="T25" fmla="*/ 369 h 443"/>
              <a:gd name="T26" fmla="*/ 15 w 708"/>
              <a:gd name="T27" fmla="*/ 384 h 443"/>
              <a:gd name="T28" fmla="*/ 133 w 708"/>
              <a:gd name="T29" fmla="*/ 413 h 443"/>
              <a:gd name="T30" fmla="*/ 88 w 708"/>
              <a:gd name="T31" fmla="*/ 369 h 443"/>
              <a:gd name="T32" fmla="*/ 133 w 708"/>
              <a:gd name="T33" fmla="*/ 324 h 443"/>
              <a:gd name="T34" fmla="*/ 133 w 708"/>
              <a:gd name="T35" fmla="*/ 413 h 443"/>
              <a:gd name="T36" fmla="*/ 575 w 708"/>
              <a:gd name="T37" fmla="*/ 413 h 443"/>
              <a:gd name="T38" fmla="*/ 530 w 708"/>
              <a:gd name="T39" fmla="*/ 369 h 443"/>
              <a:gd name="T40" fmla="*/ 575 w 708"/>
              <a:gd name="T41" fmla="*/ 324 h 443"/>
              <a:gd name="T42" fmla="*/ 575 w 708"/>
              <a:gd name="T43" fmla="*/ 413 h 443"/>
              <a:gd name="T44" fmla="*/ 664 w 708"/>
              <a:gd name="T45" fmla="*/ 248 h 443"/>
              <a:gd name="T46" fmla="*/ 678 w 708"/>
              <a:gd name="T47" fmla="*/ 353 h 443"/>
              <a:gd name="T48" fmla="*/ 575 w 708"/>
              <a:gd name="T49" fmla="*/ 295 h 443"/>
              <a:gd name="T50" fmla="*/ 413 w 708"/>
              <a:gd name="T51" fmla="*/ 353 h 443"/>
              <a:gd name="T52" fmla="*/ 634 w 708"/>
              <a:gd name="T53" fmla="*/ 236 h 443"/>
              <a:gd name="T54" fmla="*/ 413 w 708"/>
              <a:gd name="T55" fmla="*/ 119 h 443"/>
              <a:gd name="T56" fmla="*/ 486 w 708"/>
              <a:gd name="T57" fmla="*/ 119 h 443"/>
              <a:gd name="T58" fmla="*/ 521 w 708"/>
              <a:gd name="T59" fmla="*/ 145 h 443"/>
              <a:gd name="T60" fmla="*/ 554 w 708"/>
              <a:gd name="T61" fmla="*/ 207 h 443"/>
              <a:gd name="T62" fmla="*/ 413 w 708"/>
              <a:gd name="T63" fmla="*/ 119 h 443"/>
              <a:gd name="T64" fmla="*/ 29 w 708"/>
              <a:gd name="T65" fmla="*/ 44 h 443"/>
              <a:gd name="T66" fmla="*/ 44 w 708"/>
              <a:gd name="T67" fmla="*/ 30 h 443"/>
              <a:gd name="T68" fmla="*/ 379 w 708"/>
              <a:gd name="T69" fmla="*/ 34 h 443"/>
              <a:gd name="T70" fmla="*/ 383 w 708"/>
              <a:gd name="T71" fmla="*/ 103 h 443"/>
              <a:gd name="T72" fmla="*/ 383 w 708"/>
              <a:gd name="T73" fmla="*/ 353 h 443"/>
              <a:gd name="T74" fmla="*/ 133 w 708"/>
              <a:gd name="T75" fmla="*/ 295 h 443"/>
              <a:gd name="T76" fmla="*/ 29 w 708"/>
              <a:gd name="T77" fmla="*/ 353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443">
                <a:moveTo>
                  <a:pt x="15" y="384"/>
                </a:moveTo>
                <a:lnTo>
                  <a:pt x="15" y="384"/>
                </a:lnTo>
                <a:cubicBezTo>
                  <a:pt x="61" y="384"/>
                  <a:pt x="61" y="384"/>
                  <a:pt x="61" y="384"/>
                </a:cubicBezTo>
                <a:cubicBezTo>
                  <a:pt x="68" y="417"/>
                  <a:pt x="97" y="442"/>
                  <a:pt x="133" y="442"/>
                </a:cubicBezTo>
                <a:cubicBezTo>
                  <a:pt x="169" y="442"/>
                  <a:pt x="198" y="417"/>
                  <a:pt x="205" y="384"/>
                </a:cubicBezTo>
                <a:cubicBezTo>
                  <a:pt x="398" y="384"/>
                  <a:pt x="398" y="384"/>
                  <a:pt x="398" y="384"/>
                </a:cubicBezTo>
                <a:lnTo>
                  <a:pt x="398" y="384"/>
                </a:lnTo>
                <a:cubicBezTo>
                  <a:pt x="503" y="384"/>
                  <a:pt x="503" y="384"/>
                  <a:pt x="503" y="384"/>
                </a:cubicBezTo>
                <a:cubicBezTo>
                  <a:pt x="510" y="417"/>
                  <a:pt x="539" y="442"/>
                  <a:pt x="575" y="442"/>
                </a:cubicBezTo>
                <a:cubicBezTo>
                  <a:pt x="611" y="442"/>
                  <a:pt x="640" y="417"/>
                  <a:pt x="646" y="384"/>
                </a:cubicBezTo>
                <a:cubicBezTo>
                  <a:pt x="692" y="384"/>
                  <a:pt x="692" y="384"/>
                  <a:pt x="692" y="384"/>
                </a:cubicBezTo>
                <a:cubicBezTo>
                  <a:pt x="696" y="384"/>
                  <a:pt x="700" y="383"/>
                  <a:pt x="703" y="380"/>
                </a:cubicBezTo>
                <a:cubicBezTo>
                  <a:pt x="706" y="377"/>
                  <a:pt x="707" y="373"/>
                  <a:pt x="707" y="369"/>
                </a:cubicBezTo>
                <a:cubicBezTo>
                  <a:pt x="707" y="280"/>
                  <a:pt x="707" y="280"/>
                  <a:pt x="707" y="280"/>
                </a:cubicBezTo>
                <a:cubicBezTo>
                  <a:pt x="707" y="240"/>
                  <a:pt x="674" y="207"/>
                  <a:pt x="634" y="207"/>
                </a:cubicBezTo>
                <a:cubicBezTo>
                  <a:pt x="586" y="207"/>
                  <a:pt x="586" y="207"/>
                  <a:pt x="586" y="207"/>
                </a:cubicBezTo>
                <a:cubicBezTo>
                  <a:pt x="580" y="195"/>
                  <a:pt x="573" y="175"/>
                  <a:pt x="562" y="156"/>
                </a:cubicBezTo>
                <a:cubicBezTo>
                  <a:pt x="554" y="139"/>
                  <a:pt x="543" y="124"/>
                  <a:pt x="532" y="112"/>
                </a:cubicBezTo>
                <a:cubicBezTo>
                  <a:pt x="525" y="105"/>
                  <a:pt x="519" y="99"/>
                  <a:pt x="511" y="95"/>
                </a:cubicBezTo>
                <a:cubicBezTo>
                  <a:pt x="504" y="91"/>
                  <a:pt x="496" y="88"/>
                  <a:pt x="486" y="88"/>
                </a:cubicBezTo>
                <a:cubicBezTo>
                  <a:pt x="413" y="88"/>
                  <a:pt x="413" y="88"/>
                  <a:pt x="413" y="88"/>
                </a:cubicBezTo>
                <a:cubicBezTo>
                  <a:pt x="413" y="44"/>
                  <a:pt x="413" y="44"/>
                  <a:pt x="413" y="44"/>
                </a:cubicBezTo>
                <a:cubicBezTo>
                  <a:pt x="413" y="21"/>
                  <a:pt x="392" y="0"/>
                  <a:pt x="369" y="0"/>
                </a:cubicBezTo>
                <a:cubicBezTo>
                  <a:pt x="44" y="0"/>
                  <a:pt x="44" y="0"/>
                  <a:pt x="44" y="0"/>
                </a:cubicBezTo>
                <a:cubicBezTo>
                  <a:pt x="19" y="0"/>
                  <a:pt x="0" y="21"/>
                  <a:pt x="0" y="44"/>
                </a:cubicBezTo>
                <a:cubicBezTo>
                  <a:pt x="0" y="369"/>
                  <a:pt x="0" y="369"/>
                  <a:pt x="0" y="369"/>
                </a:cubicBezTo>
                <a:cubicBezTo>
                  <a:pt x="0" y="373"/>
                  <a:pt x="1" y="377"/>
                  <a:pt x="4" y="380"/>
                </a:cubicBezTo>
                <a:cubicBezTo>
                  <a:pt x="7" y="383"/>
                  <a:pt x="11" y="384"/>
                  <a:pt x="15" y="384"/>
                </a:cubicBezTo>
                <a:close/>
                <a:moveTo>
                  <a:pt x="133" y="413"/>
                </a:moveTo>
                <a:lnTo>
                  <a:pt x="133" y="413"/>
                </a:lnTo>
                <a:cubicBezTo>
                  <a:pt x="108" y="413"/>
                  <a:pt x="88" y="394"/>
                  <a:pt x="88" y="369"/>
                </a:cubicBezTo>
                <a:lnTo>
                  <a:pt x="88" y="369"/>
                </a:lnTo>
                <a:lnTo>
                  <a:pt x="88" y="369"/>
                </a:lnTo>
                <a:cubicBezTo>
                  <a:pt x="88" y="344"/>
                  <a:pt x="108" y="324"/>
                  <a:pt x="133" y="324"/>
                </a:cubicBezTo>
                <a:cubicBezTo>
                  <a:pt x="158" y="324"/>
                  <a:pt x="177" y="344"/>
                  <a:pt x="177" y="369"/>
                </a:cubicBezTo>
                <a:cubicBezTo>
                  <a:pt x="177" y="394"/>
                  <a:pt x="158" y="413"/>
                  <a:pt x="133" y="413"/>
                </a:cubicBezTo>
                <a:close/>
                <a:moveTo>
                  <a:pt x="575" y="413"/>
                </a:moveTo>
                <a:lnTo>
                  <a:pt x="575" y="413"/>
                </a:lnTo>
                <a:cubicBezTo>
                  <a:pt x="550" y="413"/>
                  <a:pt x="530" y="394"/>
                  <a:pt x="530" y="369"/>
                </a:cubicBezTo>
                <a:lnTo>
                  <a:pt x="530" y="369"/>
                </a:lnTo>
                <a:lnTo>
                  <a:pt x="530" y="369"/>
                </a:lnTo>
                <a:cubicBezTo>
                  <a:pt x="530" y="344"/>
                  <a:pt x="550" y="324"/>
                  <a:pt x="575" y="324"/>
                </a:cubicBezTo>
                <a:cubicBezTo>
                  <a:pt x="600" y="324"/>
                  <a:pt x="619" y="344"/>
                  <a:pt x="619" y="369"/>
                </a:cubicBezTo>
                <a:cubicBezTo>
                  <a:pt x="619" y="394"/>
                  <a:pt x="600" y="413"/>
                  <a:pt x="575" y="413"/>
                </a:cubicBezTo>
                <a:close/>
                <a:moveTo>
                  <a:pt x="664" y="248"/>
                </a:moveTo>
                <a:lnTo>
                  <a:pt x="664" y="248"/>
                </a:lnTo>
                <a:cubicBezTo>
                  <a:pt x="673" y="257"/>
                  <a:pt x="678" y="268"/>
                  <a:pt x="678" y="280"/>
                </a:cubicBezTo>
                <a:cubicBezTo>
                  <a:pt x="678" y="353"/>
                  <a:pt x="678" y="353"/>
                  <a:pt x="678" y="353"/>
                </a:cubicBezTo>
                <a:cubicBezTo>
                  <a:pt x="646" y="353"/>
                  <a:pt x="646" y="353"/>
                  <a:pt x="646" y="353"/>
                </a:cubicBezTo>
                <a:cubicBezTo>
                  <a:pt x="640" y="320"/>
                  <a:pt x="611" y="295"/>
                  <a:pt x="575" y="295"/>
                </a:cubicBezTo>
                <a:cubicBezTo>
                  <a:pt x="539" y="295"/>
                  <a:pt x="510" y="320"/>
                  <a:pt x="503" y="353"/>
                </a:cubicBezTo>
                <a:cubicBezTo>
                  <a:pt x="413" y="353"/>
                  <a:pt x="413" y="353"/>
                  <a:pt x="413" y="353"/>
                </a:cubicBezTo>
                <a:cubicBezTo>
                  <a:pt x="413" y="236"/>
                  <a:pt x="413" y="236"/>
                  <a:pt x="413" y="236"/>
                </a:cubicBezTo>
                <a:cubicBezTo>
                  <a:pt x="634" y="236"/>
                  <a:pt x="634" y="236"/>
                  <a:pt x="634" y="236"/>
                </a:cubicBezTo>
                <a:cubicBezTo>
                  <a:pt x="646" y="236"/>
                  <a:pt x="656" y="242"/>
                  <a:pt x="664" y="248"/>
                </a:cubicBezTo>
                <a:close/>
                <a:moveTo>
                  <a:pt x="413" y="119"/>
                </a:moveTo>
                <a:lnTo>
                  <a:pt x="413" y="119"/>
                </a:lnTo>
                <a:cubicBezTo>
                  <a:pt x="486" y="119"/>
                  <a:pt x="486" y="119"/>
                  <a:pt x="486" y="119"/>
                </a:cubicBezTo>
                <a:cubicBezTo>
                  <a:pt x="489" y="119"/>
                  <a:pt x="493" y="119"/>
                  <a:pt x="497" y="121"/>
                </a:cubicBezTo>
                <a:cubicBezTo>
                  <a:pt x="504" y="126"/>
                  <a:pt x="512" y="134"/>
                  <a:pt x="521" y="145"/>
                </a:cubicBezTo>
                <a:cubicBezTo>
                  <a:pt x="532" y="160"/>
                  <a:pt x="543" y="181"/>
                  <a:pt x="550" y="197"/>
                </a:cubicBezTo>
                <a:cubicBezTo>
                  <a:pt x="551" y="202"/>
                  <a:pt x="553" y="204"/>
                  <a:pt x="554" y="207"/>
                </a:cubicBezTo>
                <a:cubicBezTo>
                  <a:pt x="413" y="207"/>
                  <a:pt x="413" y="207"/>
                  <a:pt x="413" y="207"/>
                </a:cubicBezTo>
                <a:lnTo>
                  <a:pt x="413" y="119"/>
                </a:lnTo>
                <a:close/>
                <a:moveTo>
                  <a:pt x="29" y="44"/>
                </a:moveTo>
                <a:lnTo>
                  <a:pt x="29" y="44"/>
                </a:lnTo>
                <a:cubicBezTo>
                  <a:pt x="29" y="40"/>
                  <a:pt x="32" y="37"/>
                  <a:pt x="35" y="34"/>
                </a:cubicBezTo>
                <a:cubicBezTo>
                  <a:pt x="37" y="32"/>
                  <a:pt x="40" y="30"/>
                  <a:pt x="44" y="30"/>
                </a:cubicBezTo>
                <a:cubicBezTo>
                  <a:pt x="369" y="30"/>
                  <a:pt x="369" y="30"/>
                  <a:pt x="369" y="30"/>
                </a:cubicBezTo>
                <a:cubicBezTo>
                  <a:pt x="373" y="30"/>
                  <a:pt x="376" y="32"/>
                  <a:pt x="379" y="34"/>
                </a:cubicBezTo>
                <a:cubicBezTo>
                  <a:pt x="381" y="37"/>
                  <a:pt x="383" y="40"/>
                  <a:pt x="383" y="44"/>
                </a:cubicBezTo>
                <a:cubicBezTo>
                  <a:pt x="383" y="103"/>
                  <a:pt x="383" y="103"/>
                  <a:pt x="383" y="103"/>
                </a:cubicBezTo>
                <a:cubicBezTo>
                  <a:pt x="383" y="221"/>
                  <a:pt x="383" y="221"/>
                  <a:pt x="383" y="221"/>
                </a:cubicBezTo>
                <a:cubicBezTo>
                  <a:pt x="383" y="353"/>
                  <a:pt x="383" y="353"/>
                  <a:pt x="383" y="353"/>
                </a:cubicBezTo>
                <a:cubicBezTo>
                  <a:pt x="205" y="353"/>
                  <a:pt x="205" y="353"/>
                  <a:pt x="205" y="353"/>
                </a:cubicBezTo>
                <a:cubicBezTo>
                  <a:pt x="198" y="320"/>
                  <a:pt x="169" y="295"/>
                  <a:pt x="133" y="295"/>
                </a:cubicBezTo>
                <a:cubicBezTo>
                  <a:pt x="97" y="295"/>
                  <a:pt x="68" y="320"/>
                  <a:pt x="61" y="353"/>
                </a:cubicBezTo>
                <a:cubicBezTo>
                  <a:pt x="29" y="353"/>
                  <a:pt x="29" y="353"/>
                  <a:pt x="29" y="353"/>
                </a:cubicBezTo>
                <a:lnTo>
                  <a:pt x="29" y="44"/>
                </a:lnTo>
                <a:close/>
              </a:path>
            </a:pathLst>
          </a:custGeom>
          <a:solidFill>
            <a:schemeClr val="tx2"/>
          </a:solidFill>
          <a:ln>
            <a:noFill/>
          </a:ln>
          <a:effectLst/>
        </p:spPr>
        <p:txBody>
          <a:bodyPr wrap="none" anchor="ctr"/>
          <a:lstStyle/>
          <a:p>
            <a:endParaRPr lang="da-DK">
              <a:solidFill>
                <a:schemeClr val="tx2"/>
              </a:solidFill>
            </a:endParaRPr>
          </a:p>
        </p:txBody>
      </p:sp>
      <p:sp>
        <p:nvSpPr>
          <p:cNvPr id="510" name="Freeform 425">
            <a:extLst>
              <a:ext uri="{FF2B5EF4-FFF2-40B4-BE49-F238E27FC236}">
                <a16:creationId xmlns:a16="http://schemas.microsoft.com/office/drawing/2014/main" id="{38F25F42-7642-2B64-9D24-0DAD48B05401}"/>
              </a:ext>
            </a:extLst>
          </p:cNvPr>
          <p:cNvSpPr>
            <a:spLocks noChangeArrowheads="1"/>
          </p:cNvSpPr>
          <p:nvPr/>
        </p:nvSpPr>
        <p:spPr bwMode="auto">
          <a:xfrm>
            <a:off x="4810645" y="2896815"/>
            <a:ext cx="255588" cy="228600"/>
          </a:xfrm>
          <a:custGeom>
            <a:avLst/>
            <a:gdLst>
              <a:gd name="T0" fmla="*/ 236 w 708"/>
              <a:gd name="T1" fmla="*/ 406 h 634"/>
              <a:gd name="T2" fmla="*/ 236 w 708"/>
              <a:gd name="T3" fmla="*/ 406 h 634"/>
              <a:gd name="T4" fmla="*/ 278 w 708"/>
              <a:gd name="T5" fmla="*/ 406 h 634"/>
              <a:gd name="T6" fmla="*/ 651 w 708"/>
              <a:gd name="T7" fmla="*/ 541 h 634"/>
              <a:gd name="T8" fmla="*/ 652 w 708"/>
              <a:gd name="T9" fmla="*/ 543 h 634"/>
              <a:gd name="T10" fmla="*/ 663 w 708"/>
              <a:gd name="T11" fmla="*/ 544 h 634"/>
              <a:gd name="T12" fmla="*/ 695 w 708"/>
              <a:gd name="T13" fmla="*/ 532 h 634"/>
              <a:gd name="T14" fmla="*/ 707 w 708"/>
              <a:gd name="T15" fmla="*/ 500 h 634"/>
              <a:gd name="T16" fmla="*/ 707 w 708"/>
              <a:gd name="T17" fmla="*/ 44 h 634"/>
              <a:gd name="T18" fmla="*/ 695 w 708"/>
              <a:gd name="T19" fmla="*/ 12 h 634"/>
              <a:gd name="T20" fmla="*/ 663 w 708"/>
              <a:gd name="T21" fmla="*/ 0 h 634"/>
              <a:gd name="T22" fmla="*/ 654 w 708"/>
              <a:gd name="T23" fmla="*/ 1 h 634"/>
              <a:gd name="T24" fmla="*/ 654 w 708"/>
              <a:gd name="T25" fmla="*/ 1 h 634"/>
              <a:gd name="T26" fmla="*/ 278 w 708"/>
              <a:gd name="T27" fmla="*/ 111 h 634"/>
              <a:gd name="T28" fmla="*/ 104 w 708"/>
              <a:gd name="T29" fmla="*/ 111 h 634"/>
              <a:gd name="T30" fmla="*/ 0 w 708"/>
              <a:gd name="T31" fmla="*/ 214 h 634"/>
              <a:gd name="T32" fmla="*/ 0 w 708"/>
              <a:gd name="T33" fmla="*/ 302 h 634"/>
              <a:gd name="T34" fmla="*/ 89 w 708"/>
              <a:gd name="T35" fmla="*/ 405 h 634"/>
              <a:gd name="T36" fmla="*/ 89 w 708"/>
              <a:gd name="T37" fmla="*/ 575 h 634"/>
              <a:gd name="T38" fmla="*/ 122 w 708"/>
              <a:gd name="T39" fmla="*/ 617 h 634"/>
              <a:gd name="T40" fmla="*/ 181 w 708"/>
              <a:gd name="T41" fmla="*/ 631 h 634"/>
              <a:gd name="T42" fmla="*/ 185 w 708"/>
              <a:gd name="T43" fmla="*/ 617 h 634"/>
              <a:gd name="T44" fmla="*/ 181 w 708"/>
              <a:gd name="T45" fmla="*/ 631 h 634"/>
              <a:gd name="T46" fmla="*/ 192 w 708"/>
              <a:gd name="T47" fmla="*/ 633 h 634"/>
              <a:gd name="T48" fmla="*/ 223 w 708"/>
              <a:gd name="T49" fmla="*/ 620 h 634"/>
              <a:gd name="T50" fmla="*/ 236 w 708"/>
              <a:gd name="T51" fmla="*/ 588 h 634"/>
              <a:gd name="T52" fmla="*/ 236 w 708"/>
              <a:gd name="T53" fmla="*/ 406 h 634"/>
              <a:gd name="T54" fmla="*/ 660 w 708"/>
              <a:gd name="T55" fmla="*/ 29 h 634"/>
              <a:gd name="T56" fmla="*/ 660 w 708"/>
              <a:gd name="T57" fmla="*/ 29 h 634"/>
              <a:gd name="T58" fmla="*/ 663 w 708"/>
              <a:gd name="T59" fmla="*/ 29 h 634"/>
              <a:gd name="T60" fmla="*/ 674 w 708"/>
              <a:gd name="T61" fmla="*/ 33 h 634"/>
              <a:gd name="T62" fmla="*/ 678 w 708"/>
              <a:gd name="T63" fmla="*/ 44 h 634"/>
              <a:gd name="T64" fmla="*/ 678 w 708"/>
              <a:gd name="T65" fmla="*/ 500 h 634"/>
              <a:gd name="T66" fmla="*/ 674 w 708"/>
              <a:gd name="T67" fmla="*/ 510 h 634"/>
              <a:gd name="T68" fmla="*/ 663 w 708"/>
              <a:gd name="T69" fmla="*/ 514 h 634"/>
              <a:gd name="T70" fmla="*/ 660 w 708"/>
              <a:gd name="T71" fmla="*/ 514 h 634"/>
              <a:gd name="T72" fmla="*/ 294 w 708"/>
              <a:gd name="T73" fmla="*/ 380 h 634"/>
              <a:gd name="T74" fmla="*/ 294 w 708"/>
              <a:gd name="T75" fmla="*/ 137 h 634"/>
              <a:gd name="T76" fmla="*/ 660 w 708"/>
              <a:gd name="T77" fmla="*/ 29 h 634"/>
              <a:gd name="T78" fmla="*/ 29 w 708"/>
              <a:gd name="T79" fmla="*/ 302 h 634"/>
              <a:gd name="T80" fmla="*/ 29 w 708"/>
              <a:gd name="T81" fmla="*/ 302 h 634"/>
              <a:gd name="T82" fmla="*/ 29 w 708"/>
              <a:gd name="T83" fmla="*/ 214 h 634"/>
              <a:gd name="T84" fmla="*/ 51 w 708"/>
              <a:gd name="T85" fmla="*/ 162 h 634"/>
              <a:gd name="T86" fmla="*/ 104 w 708"/>
              <a:gd name="T87" fmla="*/ 141 h 634"/>
              <a:gd name="T88" fmla="*/ 265 w 708"/>
              <a:gd name="T89" fmla="*/ 141 h 634"/>
              <a:gd name="T90" fmla="*/ 265 w 708"/>
              <a:gd name="T91" fmla="*/ 376 h 634"/>
              <a:gd name="T92" fmla="*/ 104 w 708"/>
              <a:gd name="T93" fmla="*/ 376 h 634"/>
              <a:gd name="T94" fmla="*/ 51 w 708"/>
              <a:gd name="T95" fmla="*/ 355 h 634"/>
              <a:gd name="T96" fmla="*/ 29 w 708"/>
              <a:gd name="T97" fmla="*/ 302 h 634"/>
              <a:gd name="T98" fmla="*/ 206 w 708"/>
              <a:gd name="T99" fmla="*/ 588 h 634"/>
              <a:gd name="T100" fmla="*/ 206 w 708"/>
              <a:gd name="T101" fmla="*/ 588 h 634"/>
              <a:gd name="T102" fmla="*/ 202 w 708"/>
              <a:gd name="T103" fmla="*/ 599 h 634"/>
              <a:gd name="T104" fmla="*/ 192 w 708"/>
              <a:gd name="T105" fmla="*/ 604 h 634"/>
              <a:gd name="T106" fmla="*/ 188 w 708"/>
              <a:gd name="T107" fmla="*/ 604 h 634"/>
              <a:gd name="T108" fmla="*/ 188 w 708"/>
              <a:gd name="T109" fmla="*/ 604 h 634"/>
              <a:gd name="T110" fmla="*/ 130 w 708"/>
              <a:gd name="T111" fmla="*/ 588 h 634"/>
              <a:gd name="T112" fmla="*/ 118 w 708"/>
              <a:gd name="T113" fmla="*/ 575 h 634"/>
              <a:gd name="T114" fmla="*/ 118 w 708"/>
              <a:gd name="T115" fmla="*/ 406 h 634"/>
              <a:gd name="T116" fmla="*/ 206 w 708"/>
              <a:gd name="T117" fmla="*/ 406 h 634"/>
              <a:gd name="T118" fmla="*/ 206 w 708"/>
              <a:gd name="T119" fmla="*/ 588 h 6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634">
                <a:moveTo>
                  <a:pt x="236" y="406"/>
                </a:moveTo>
                <a:lnTo>
                  <a:pt x="236" y="406"/>
                </a:lnTo>
                <a:cubicBezTo>
                  <a:pt x="278" y="406"/>
                  <a:pt x="278" y="406"/>
                  <a:pt x="278" y="406"/>
                </a:cubicBezTo>
                <a:cubicBezTo>
                  <a:pt x="651" y="541"/>
                  <a:pt x="651" y="541"/>
                  <a:pt x="651" y="541"/>
                </a:cubicBezTo>
                <a:cubicBezTo>
                  <a:pt x="652" y="543"/>
                  <a:pt x="652" y="543"/>
                  <a:pt x="652" y="543"/>
                </a:cubicBezTo>
                <a:cubicBezTo>
                  <a:pt x="656" y="543"/>
                  <a:pt x="659" y="544"/>
                  <a:pt x="663" y="544"/>
                </a:cubicBezTo>
                <a:cubicBezTo>
                  <a:pt x="676" y="544"/>
                  <a:pt x="687" y="539"/>
                  <a:pt x="695" y="532"/>
                </a:cubicBezTo>
                <a:cubicBezTo>
                  <a:pt x="702" y="523"/>
                  <a:pt x="707" y="512"/>
                  <a:pt x="707" y="500"/>
                </a:cubicBezTo>
                <a:cubicBezTo>
                  <a:pt x="707" y="44"/>
                  <a:pt x="707" y="44"/>
                  <a:pt x="707" y="44"/>
                </a:cubicBezTo>
                <a:cubicBezTo>
                  <a:pt x="707" y="32"/>
                  <a:pt x="702" y="21"/>
                  <a:pt x="695" y="12"/>
                </a:cubicBezTo>
                <a:cubicBezTo>
                  <a:pt x="687" y="4"/>
                  <a:pt x="676" y="0"/>
                  <a:pt x="663" y="0"/>
                </a:cubicBezTo>
                <a:cubicBezTo>
                  <a:pt x="660" y="0"/>
                  <a:pt x="658" y="0"/>
                  <a:pt x="654" y="1"/>
                </a:cubicBezTo>
                <a:lnTo>
                  <a:pt x="654" y="1"/>
                </a:lnTo>
                <a:cubicBezTo>
                  <a:pt x="278" y="111"/>
                  <a:pt x="278" y="111"/>
                  <a:pt x="278" y="111"/>
                </a:cubicBezTo>
                <a:cubicBezTo>
                  <a:pt x="104" y="111"/>
                  <a:pt x="104" y="111"/>
                  <a:pt x="104" y="111"/>
                </a:cubicBezTo>
                <a:cubicBezTo>
                  <a:pt x="47" y="111"/>
                  <a:pt x="0" y="157"/>
                  <a:pt x="0" y="214"/>
                </a:cubicBezTo>
                <a:cubicBezTo>
                  <a:pt x="0" y="302"/>
                  <a:pt x="0" y="302"/>
                  <a:pt x="0" y="302"/>
                </a:cubicBezTo>
                <a:cubicBezTo>
                  <a:pt x="0" y="354"/>
                  <a:pt x="39" y="396"/>
                  <a:pt x="89" y="405"/>
                </a:cubicBezTo>
                <a:cubicBezTo>
                  <a:pt x="89" y="575"/>
                  <a:pt x="89" y="575"/>
                  <a:pt x="89" y="575"/>
                </a:cubicBezTo>
                <a:cubicBezTo>
                  <a:pt x="89" y="594"/>
                  <a:pt x="102" y="612"/>
                  <a:pt x="122" y="617"/>
                </a:cubicBezTo>
                <a:cubicBezTo>
                  <a:pt x="181" y="631"/>
                  <a:pt x="181" y="631"/>
                  <a:pt x="181" y="631"/>
                </a:cubicBezTo>
                <a:cubicBezTo>
                  <a:pt x="185" y="617"/>
                  <a:pt x="185" y="617"/>
                  <a:pt x="185" y="617"/>
                </a:cubicBezTo>
                <a:cubicBezTo>
                  <a:pt x="181" y="631"/>
                  <a:pt x="181" y="631"/>
                  <a:pt x="181" y="631"/>
                </a:cubicBezTo>
                <a:cubicBezTo>
                  <a:pt x="185" y="633"/>
                  <a:pt x="188" y="633"/>
                  <a:pt x="192" y="633"/>
                </a:cubicBezTo>
                <a:cubicBezTo>
                  <a:pt x="203" y="633"/>
                  <a:pt x="214" y="628"/>
                  <a:pt x="223" y="620"/>
                </a:cubicBezTo>
                <a:cubicBezTo>
                  <a:pt x="231" y="612"/>
                  <a:pt x="236" y="601"/>
                  <a:pt x="236" y="588"/>
                </a:cubicBezTo>
                <a:lnTo>
                  <a:pt x="236" y="406"/>
                </a:lnTo>
                <a:close/>
                <a:moveTo>
                  <a:pt x="660" y="29"/>
                </a:moveTo>
                <a:lnTo>
                  <a:pt x="660" y="29"/>
                </a:lnTo>
                <a:cubicBezTo>
                  <a:pt x="663" y="29"/>
                  <a:pt x="663" y="29"/>
                  <a:pt x="663" y="29"/>
                </a:cubicBezTo>
                <a:cubicBezTo>
                  <a:pt x="667" y="29"/>
                  <a:pt x="671" y="30"/>
                  <a:pt x="674" y="33"/>
                </a:cubicBezTo>
                <a:cubicBezTo>
                  <a:pt x="677" y="36"/>
                  <a:pt x="678" y="40"/>
                  <a:pt x="678" y="44"/>
                </a:cubicBezTo>
                <a:cubicBezTo>
                  <a:pt x="678" y="500"/>
                  <a:pt x="678" y="500"/>
                  <a:pt x="678" y="500"/>
                </a:cubicBezTo>
                <a:cubicBezTo>
                  <a:pt x="678" y="504"/>
                  <a:pt x="677" y="507"/>
                  <a:pt x="674" y="510"/>
                </a:cubicBezTo>
                <a:cubicBezTo>
                  <a:pt x="671" y="512"/>
                  <a:pt x="667" y="514"/>
                  <a:pt x="663" y="514"/>
                </a:cubicBezTo>
                <a:cubicBezTo>
                  <a:pt x="662" y="514"/>
                  <a:pt x="660" y="514"/>
                  <a:pt x="660" y="514"/>
                </a:cubicBezTo>
                <a:cubicBezTo>
                  <a:pt x="294" y="380"/>
                  <a:pt x="294" y="380"/>
                  <a:pt x="294" y="380"/>
                </a:cubicBezTo>
                <a:cubicBezTo>
                  <a:pt x="294" y="137"/>
                  <a:pt x="294" y="137"/>
                  <a:pt x="294" y="137"/>
                </a:cubicBezTo>
                <a:lnTo>
                  <a:pt x="660" y="29"/>
                </a:lnTo>
                <a:close/>
                <a:moveTo>
                  <a:pt x="29" y="302"/>
                </a:moveTo>
                <a:lnTo>
                  <a:pt x="29" y="302"/>
                </a:lnTo>
                <a:cubicBezTo>
                  <a:pt x="29" y="214"/>
                  <a:pt x="29" y="214"/>
                  <a:pt x="29" y="214"/>
                </a:cubicBezTo>
                <a:cubicBezTo>
                  <a:pt x="29" y="193"/>
                  <a:pt x="37" y="175"/>
                  <a:pt x="51" y="162"/>
                </a:cubicBezTo>
                <a:cubicBezTo>
                  <a:pt x="65" y="148"/>
                  <a:pt x="83" y="141"/>
                  <a:pt x="104" y="141"/>
                </a:cubicBezTo>
                <a:cubicBezTo>
                  <a:pt x="265" y="141"/>
                  <a:pt x="265" y="141"/>
                  <a:pt x="265" y="141"/>
                </a:cubicBezTo>
                <a:cubicBezTo>
                  <a:pt x="265" y="376"/>
                  <a:pt x="265" y="376"/>
                  <a:pt x="265" y="376"/>
                </a:cubicBezTo>
                <a:cubicBezTo>
                  <a:pt x="104" y="376"/>
                  <a:pt x="104" y="376"/>
                  <a:pt x="104" y="376"/>
                </a:cubicBezTo>
                <a:cubicBezTo>
                  <a:pt x="83" y="376"/>
                  <a:pt x="65" y="367"/>
                  <a:pt x="51" y="355"/>
                </a:cubicBezTo>
                <a:cubicBezTo>
                  <a:pt x="37" y="341"/>
                  <a:pt x="29" y="323"/>
                  <a:pt x="29" y="302"/>
                </a:cubicBezTo>
                <a:close/>
                <a:moveTo>
                  <a:pt x="206" y="588"/>
                </a:moveTo>
                <a:lnTo>
                  <a:pt x="206" y="588"/>
                </a:lnTo>
                <a:cubicBezTo>
                  <a:pt x="206" y="593"/>
                  <a:pt x="205" y="597"/>
                  <a:pt x="202" y="599"/>
                </a:cubicBezTo>
                <a:cubicBezTo>
                  <a:pt x="199" y="602"/>
                  <a:pt x="196" y="604"/>
                  <a:pt x="192" y="604"/>
                </a:cubicBezTo>
                <a:cubicBezTo>
                  <a:pt x="188" y="604"/>
                  <a:pt x="188" y="604"/>
                  <a:pt x="188" y="604"/>
                </a:cubicBezTo>
                <a:lnTo>
                  <a:pt x="188" y="604"/>
                </a:lnTo>
                <a:cubicBezTo>
                  <a:pt x="130" y="588"/>
                  <a:pt x="130" y="588"/>
                  <a:pt x="130" y="588"/>
                </a:cubicBezTo>
                <a:cubicBezTo>
                  <a:pt x="123" y="587"/>
                  <a:pt x="118" y="580"/>
                  <a:pt x="118" y="575"/>
                </a:cubicBezTo>
                <a:cubicBezTo>
                  <a:pt x="118" y="406"/>
                  <a:pt x="118" y="406"/>
                  <a:pt x="118" y="406"/>
                </a:cubicBezTo>
                <a:cubicBezTo>
                  <a:pt x="206" y="406"/>
                  <a:pt x="206" y="406"/>
                  <a:pt x="206" y="406"/>
                </a:cubicBezTo>
                <a:lnTo>
                  <a:pt x="206" y="588"/>
                </a:lnTo>
                <a:close/>
              </a:path>
            </a:pathLst>
          </a:custGeom>
          <a:solidFill>
            <a:schemeClr val="tx2"/>
          </a:solidFill>
          <a:ln>
            <a:noFill/>
          </a:ln>
          <a:effectLst/>
        </p:spPr>
        <p:txBody>
          <a:bodyPr wrap="none" anchor="ctr"/>
          <a:lstStyle/>
          <a:p>
            <a:endParaRPr lang="da-DK">
              <a:solidFill>
                <a:schemeClr val="tx2"/>
              </a:solidFill>
            </a:endParaRPr>
          </a:p>
        </p:txBody>
      </p:sp>
      <p:sp>
        <p:nvSpPr>
          <p:cNvPr id="511" name="Freeform 426">
            <a:extLst>
              <a:ext uri="{FF2B5EF4-FFF2-40B4-BE49-F238E27FC236}">
                <a16:creationId xmlns:a16="http://schemas.microsoft.com/office/drawing/2014/main" id="{E7B4F3EA-9530-9650-473A-2F2C7DE76ADF}"/>
              </a:ext>
            </a:extLst>
          </p:cNvPr>
          <p:cNvSpPr>
            <a:spLocks noChangeArrowheads="1"/>
          </p:cNvSpPr>
          <p:nvPr/>
        </p:nvSpPr>
        <p:spPr bwMode="auto">
          <a:xfrm>
            <a:off x="6340995" y="1926060"/>
            <a:ext cx="255588" cy="180975"/>
          </a:xfrm>
          <a:custGeom>
            <a:avLst/>
            <a:gdLst>
              <a:gd name="T0" fmla="*/ 384 w 710"/>
              <a:gd name="T1" fmla="*/ 351 h 503"/>
              <a:gd name="T2" fmla="*/ 384 w 710"/>
              <a:gd name="T3" fmla="*/ 351 h 503"/>
              <a:gd name="T4" fmla="*/ 384 w 710"/>
              <a:gd name="T5" fmla="*/ 487 h 503"/>
              <a:gd name="T6" fmla="*/ 393 w 710"/>
              <a:gd name="T7" fmla="*/ 500 h 503"/>
              <a:gd name="T8" fmla="*/ 409 w 710"/>
              <a:gd name="T9" fmla="*/ 498 h 503"/>
              <a:gd name="T10" fmla="*/ 703 w 710"/>
              <a:gd name="T11" fmla="*/ 262 h 503"/>
              <a:gd name="T12" fmla="*/ 709 w 710"/>
              <a:gd name="T13" fmla="*/ 251 h 503"/>
              <a:gd name="T14" fmla="*/ 703 w 710"/>
              <a:gd name="T15" fmla="*/ 240 h 503"/>
              <a:gd name="T16" fmla="*/ 409 w 710"/>
              <a:gd name="T17" fmla="*/ 4 h 503"/>
              <a:gd name="T18" fmla="*/ 393 w 710"/>
              <a:gd name="T19" fmla="*/ 2 h 503"/>
              <a:gd name="T20" fmla="*/ 384 w 710"/>
              <a:gd name="T21" fmla="*/ 15 h 503"/>
              <a:gd name="T22" fmla="*/ 384 w 710"/>
              <a:gd name="T23" fmla="*/ 149 h 503"/>
              <a:gd name="T24" fmla="*/ 161 w 710"/>
              <a:gd name="T25" fmla="*/ 215 h 503"/>
              <a:gd name="T26" fmla="*/ 3 w 710"/>
              <a:gd name="T27" fmla="*/ 422 h 503"/>
              <a:gd name="T28" fmla="*/ 7 w 710"/>
              <a:gd name="T29" fmla="*/ 440 h 503"/>
              <a:gd name="T30" fmla="*/ 27 w 710"/>
              <a:gd name="T31" fmla="*/ 439 h 503"/>
              <a:gd name="T32" fmla="*/ 285 w 710"/>
              <a:gd name="T33" fmla="*/ 337 h 503"/>
              <a:gd name="T34" fmla="*/ 384 w 710"/>
              <a:gd name="T35" fmla="*/ 351 h 503"/>
              <a:gd name="T36" fmla="*/ 177 w 710"/>
              <a:gd name="T37" fmla="*/ 240 h 503"/>
              <a:gd name="T38" fmla="*/ 177 w 710"/>
              <a:gd name="T39" fmla="*/ 240 h 503"/>
              <a:gd name="T40" fmla="*/ 400 w 710"/>
              <a:gd name="T41" fmla="*/ 178 h 503"/>
              <a:gd name="T42" fmla="*/ 415 w 710"/>
              <a:gd name="T43" fmla="*/ 163 h 503"/>
              <a:gd name="T44" fmla="*/ 415 w 710"/>
              <a:gd name="T45" fmla="*/ 47 h 503"/>
              <a:gd name="T46" fmla="*/ 670 w 710"/>
              <a:gd name="T47" fmla="*/ 251 h 503"/>
              <a:gd name="T48" fmla="*/ 415 w 710"/>
              <a:gd name="T49" fmla="*/ 457 h 503"/>
              <a:gd name="T50" fmla="*/ 415 w 710"/>
              <a:gd name="T51" fmla="*/ 339 h 503"/>
              <a:gd name="T52" fmla="*/ 404 w 710"/>
              <a:gd name="T53" fmla="*/ 326 h 503"/>
              <a:gd name="T54" fmla="*/ 285 w 710"/>
              <a:gd name="T55" fmla="*/ 308 h 503"/>
              <a:gd name="T56" fmla="*/ 54 w 710"/>
              <a:gd name="T57" fmla="*/ 382 h 503"/>
              <a:gd name="T58" fmla="*/ 177 w 710"/>
              <a:gd name="T59" fmla="*/ 240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384" y="351"/>
                </a:moveTo>
                <a:lnTo>
                  <a:pt x="384" y="351"/>
                </a:lnTo>
                <a:cubicBezTo>
                  <a:pt x="384" y="487"/>
                  <a:pt x="384" y="487"/>
                  <a:pt x="384" y="487"/>
                </a:cubicBezTo>
                <a:cubicBezTo>
                  <a:pt x="384" y="493"/>
                  <a:pt x="388" y="498"/>
                  <a:pt x="393" y="500"/>
                </a:cubicBezTo>
                <a:cubicBezTo>
                  <a:pt x="398" y="502"/>
                  <a:pt x="405" y="502"/>
                  <a:pt x="409" y="498"/>
                </a:cubicBezTo>
                <a:cubicBezTo>
                  <a:pt x="703" y="262"/>
                  <a:pt x="703" y="262"/>
                  <a:pt x="703" y="262"/>
                </a:cubicBezTo>
                <a:cubicBezTo>
                  <a:pt x="707" y="259"/>
                  <a:pt x="709" y="255"/>
                  <a:pt x="709" y="251"/>
                </a:cubicBezTo>
                <a:cubicBezTo>
                  <a:pt x="709" y="247"/>
                  <a:pt x="707" y="243"/>
                  <a:pt x="703" y="240"/>
                </a:cubicBezTo>
                <a:cubicBezTo>
                  <a:pt x="409" y="4"/>
                  <a:pt x="409" y="4"/>
                  <a:pt x="409" y="4"/>
                </a:cubicBezTo>
                <a:cubicBezTo>
                  <a:pt x="405" y="1"/>
                  <a:pt x="398" y="0"/>
                  <a:pt x="393" y="2"/>
                </a:cubicBezTo>
                <a:cubicBezTo>
                  <a:pt x="388" y="5"/>
                  <a:pt x="384" y="9"/>
                  <a:pt x="384" y="15"/>
                </a:cubicBezTo>
                <a:cubicBezTo>
                  <a:pt x="384" y="149"/>
                  <a:pt x="384" y="149"/>
                  <a:pt x="384" y="149"/>
                </a:cubicBezTo>
                <a:cubicBezTo>
                  <a:pt x="300" y="152"/>
                  <a:pt x="224" y="172"/>
                  <a:pt x="161" y="215"/>
                </a:cubicBezTo>
                <a:cubicBezTo>
                  <a:pt x="93" y="259"/>
                  <a:pt x="40" y="328"/>
                  <a:pt x="3" y="422"/>
                </a:cubicBezTo>
                <a:cubicBezTo>
                  <a:pt x="0" y="429"/>
                  <a:pt x="3" y="436"/>
                  <a:pt x="7" y="440"/>
                </a:cubicBezTo>
                <a:cubicBezTo>
                  <a:pt x="13" y="444"/>
                  <a:pt x="21" y="443"/>
                  <a:pt x="27" y="439"/>
                </a:cubicBezTo>
                <a:cubicBezTo>
                  <a:pt x="107" y="373"/>
                  <a:pt x="192" y="337"/>
                  <a:pt x="285" y="337"/>
                </a:cubicBezTo>
                <a:cubicBezTo>
                  <a:pt x="317" y="337"/>
                  <a:pt x="350" y="342"/>
                  <a:pt x="384" y="351"/>
                </a:cubicBezTo>
                <a:close/>
                <a:moveTo>
                  <a:pt x="177" y="240"/>
                </a:moveTo>
                <a:lnTo>
                  <a:pt x="177" y="240"/>
                </a:lnTo>
                <a:cubicBezTo>
                  <a:pt x="239" y="199"/>
                  <a:pt x="314" y="179"/>
                  <a:pt x="400" y="178"/>
                </a:cubicBezTo>
                <a:cubicBezTo>
                  <a:pt x="408" y="178"/>
                  <a:pt x="415" y="171"/>
                  <a:pt x="415" y="163"/>
                </a:cubicBezTo>
                <a:cubicBezTo>
                  <a:pt x="415" y="47"/>
                  <a:pt x="415" y="47"/>
                  <a:pt x="415" y="47"/>
                </a:cubicBezTo>
                <a:cubicBezTo>
                  <a:pt x="670" y="251"/>
                  <a:pt x="670" y="251"/>
                  <a:pt x="670" y="251"/>
                </a:cubicBezTo>
                <a:cubicBezTo>
                  <a:pt x="415" y="457"/>
                  <a:pt x="415" y="457"/>
                  <a:pt x="415" y="457"/>
                </a:cubicBezTo>
                <a:cubicBezTo>
                  <a:pt x="415" y="339"/>
                  <a:pt x="415" y="339"/>
                  <a:pt x="415" y="339"/>
                </a:cubicBezTo>
                <a:cubicBezTo>
                  <a:pt x="415" y="333"/>
                  <a:pt x="411" y="327"/>
                  <a:pt x="404" y="326"/>
                </a:cubicBezTo>
                <a:cubicBezTo>
                  <a:pt x="364" y="313"/>
                  <a:pt x="324" y="308"/>
                  <a:pt x="285" y="308"/>
                </a:cubicBezTo>
                <a:cubicBezTo>
                  <a:pt x="202" y="308"/>
                  <a:pt x="126" y="334"/>
                  <a:pt x="54" y="382"/>
                </a:cubicBezTo>
                <a:cubicBezTo>
                  <a:pt x="86" y="319"/>
                  <a:pt x="127" y="272"/>
                  <a:pt x="177" y="240"/>
                </a:cubicBezTo>
                <a:close/>
              </a:path>
            </a:pathLst>
          </a:custGeom>
          <a:solidFill>
            <a:schemeClr val="tx2"/>
          </a:solidFill>
          <a:ln>
            <a:noFill/>
          </a:ln>
          <a:effectLst/>
        </p:spPr>
        <p:txBody>
          <a:bodyPr wrap="none" anchor="ctr"/>
          <a:lstStyle/>
          <a:p>
            <a:endParaRPr lang="da-DK">
              <a:solidFill>
                <a:schemeClr val="tx2"/>
              </a:solidFill>
            </a:endParaRPr>
          </a:p>
        </p:txBody>
      </p:sp>
      <p:sp>
        <p:nvSpPr>
          <p:cNvPr id="512" name="Freeform 427">
            <a:extLst>
              <a:ext uri="{FF2B5EF4-FFF2-40B4-BE49-F238E27FC236}">
                <a16:creationId xmlns:a16="http://schemas.microsoft.com/office/drawing/2014/main" id="{DC974900-3A22-2230-67C0-77754BE9297B}"/>
              </a:ext>
            </a:extLst>
          </p:cNvPr>
          <p:cNvSpPr>
            <a:spLocks noChangeArrowheads="1"/>
          </p:cNvSpPr>
          <p:nvPr/>
        </p:nvSpPr>
        <p:spPr bwMode="auto">
          <a:xfrm>
            <a:off x="6868045" y="1926060"/>
            <a:ext cx="255588" cy="180975"/>
          </a:xfrm>
          <a:custGeom>
            <a:avLst/>
            <a:gdLst>
              <a:gd name="T0" fmla="*/ 549 w 710"/>
              <a:gd name="T1" fmla="*/ 215 h 503"/>
              <a:gd name="T2" fmla="*/ 549 w 710"/>
              <a:gd name="T3" fmla="*/ 215 h 503"/>
              <a:gd name="T4" fmla="*/ 325 w 710"/>
              <a:gd name="T5" fmla="*/ 149 h 503"/>
              <a:gd name="T6" fmla="*/ 325 w 710"/>
              <a:gd name="T7" fmla="*/ 15 h 503"/>
              <a:gd name="T8" fmla="*/ 317 w 710"/>
              <a:gd name="T9" fmla="*/ 2 h 503"/>
              <a:gd name="T10" fmla="*/ 300 w 710"/>
              <a:gd name="T11" fmla="*/ 4 h 503"/>
              <a:gd name="T12" fmla="*/ 6 w 710"/>
              <a:gd name="T13" fmla="*/ 240 h 503"/>
              <a:gd name="T14" fmla="*/ 0 w 710"/>
              <a:gd name="T15" fmla="*/ 251 h 503"/>
              <a:gd name="T16" fmla="*/ 6 w 710"/>
              <a:gd name="T17" fmla="*/ 262 h 503"/>
              <a:gd name="T18" fmla="*/ 300 w 710"/>
              <a:gd name="T19" fmla="*/ 498 h 503"/>
              <a:gd name="T20" fmla="*/ 317 w 710"/>
              <a:gd name="T21" fmla="*/ 500 h 503"/>
              <a:gd name="T22" fmla="*/ 325 w 710"/>
              <a:gd name="T23" fmla="*/ 487 h 503"/>
              <a:gd name="T24" fmla="*/ 325 w 710"/>
              <a:gd name="T25" fmla="*/ 351 h 503"/>
              <a:gd name="T26" fmla="*/ 424 w 710"/>
              <a:gd name="T27" fmla="*/ 337 h 503"/>
              <a:gd name="T28" fmla="*/ 684 w 710"/>
              <a:gd name="T29" fmla="*/ 439 h 503"/>
              <a:gd name="T30" fmla="*/ 702 w 710"/>
              <a:gd name="T31" fmla="*/ 440 h 503"/>
              <a:gd name="T32" fmla="*/ 706 w 710"/>
              <a:gd name="T33" fmla="*/ 422 h 503"/>
              <a:gd name="T34" fmla="*/ 549 w 710"/>
              <a:gd name="T35" fmla="*/ 215 h 503"/>
              <a:gd name="T36" fmla="*/ 306 w 710"/>
              <a:gd name="T37" fmla="*/ 326 h 503"/>
              <a:gd name="T38" fmla="*/ 306 w 710"/>
              <a:gd name="T39" fmla="*/ 326 h 503"/>
              <a:gd name="T40" fmla="*/ 294 w 710"/>
              <a:gd name="T41" fmla="*/ 339 h 503"/>
              <a:gd name="T42" fmla="*/ 294 w 710"/>
              <a:gd name="T43" fmla="*/ 457 h 503"/>
              <a:gd name="T44" fmla="*/ 39 w 710"/>
              <a:gd name="T45" fmla="*/ 251 h 503"/>
              <a:gd name="T46" fmla="*/ 294 w 710"/>
              <a:gd name="T47" fmla="*/ 47 h 503"/>
              <a:gd name="T48" fmla="*/ 294 w 710"/>
              <a:gd name="T49" fmla="*/ 163 h 503"/>
              <a:gd name="T50" fmla="*/ 310 w 710"/>
              <a:gd name="T51" fmla="*/ 178 h 503"/>
              <a:gd name="T52" fmla="*/ 532 w 710"/>
              <a:gd name="T53" fmla="*/ 240 h 503"/>
              <a:gd name="T54" fmla="*/ 656 w 710"/>
              <a:gd name="T55" fmla="*/ 382 h 503"/>
              <a:gd name="T56" fmla="*/ 424 w 710"/>
              <a:gd name="T57" fmla="*/ 308 h 503"/>
              <a:gd name="T58" fmla="*/ 306 w 710"/>
              <a:gd name="T59" fmla="*/ 326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549" y="215"/>
                </a:moveTo>
                <a:lnTo>
                  <a:pt x="549" y="215"/>
                </a:lnTo>
                <a:cubicBezTo>
                  <a:pt x="485" y="172"/>
                  <a:pt x="409" y="152"/>
                  <a:pt x="325" y="149"/>
                </a:cubicBezTo>
                <a:cubicBezTo>
                  <a:pt x="325" y="15"/>
                  <a:pt x="325" y="15"/>
                  <a:pt x="325" y="15"/>
                </a:cubicBezTo>
                <a:cubicBezTo>
                  <a:pt x="325" y="9"/>
                  <a:pt x="321" y="5"/>
                  <a:pt x="317" y="2"/>
                </a:cubicBezTo>
                <a:cubicBezTo>
                  <a:pt x="311" y="0"/>
                  <a:pt x="306" y="1"/>
                  <a:pt x="300" y="4"/>
                </a:cubicBezTo>
                <a:cubicBezTo>
                  <a:pt x="6" y="240"/>
                  <a:pt x="6" y="240"/>
                  <a:pt x="6" y="240"/>
                </a:cubicBezTo>
                <a:cubicBezTo>
                  <a:pt x="3" y="243"/>
                  <a:pt x="0" y="247"/>
                  <a:pt x="0" y="251"/>
                </a:cubicBezTo>
                <a:cubicBezTo>
                  <a:pt x="0" y="255"/>
                  <a:pt x="3" y="259"/>
                  <a:pt x="6" y="262"/>
                </a:cubicBezTo>
                <a:cubicBezTo>
                  <a:pt x="300" y="498"/>
                  <a:pt x="300" y="498"/>
                  <a:pt x="300" y="498"/>
                </a:cubicBezTo>
                <a:cubicBezTo>
                  <a:pt x="306" y="502"/>
                  <a:pt x="311" y="502"/>
                  <a:pt x="317" y="500"/>
                </a:cubicBezTo>
                <a:cubicBezTo>
                  <a:pt x="321" y="498"/>
                  <a:pt x="325" y="493"/>
                  <a:pt x="325" y="487"/>
                </a:cubicBezTo>
                <a:cubicBezTo>
                  <a:pt x="325" y="351"/>
                  <a:pt x="325" y="351"/>
                  <a:pt x="325" y="351"/>
                </a:cubicBezTo>
                <a:cubicBezTo>
                  <a:pt x="359" y="342"/>
                  <a:pt x="393" y="337"/>
                  <a:pt x="424" y="337"/>
                </a:cubicBezTo>
                <a:cubicBezTo>
                  <a:pt x="517" y="337"/>
                  <a:pt x="602" y="373"/>
                  <a:pt x="684" y="439"/>
                </a:cubicBezTo>
                <a:cubicBezTo>
                  <a:pt x="688" y="443"/>
                  <a:pt x="696" y="444"/>
                  <a:pt x="702" y="440"/>
                </a:cubicBezTo>
                <a:cubicBezTo>
                  <a:pt x="707" y="436"/>
                  <a:pt x="709" y="429"/>
                  <a:pt x="706" y="422"/>
                </a:cubicBezTo>
                <a:cubicBezTo>
                  <a:pt x="670" y="328"/>
                  <a:pt x="616" y="259"/>
                  <a:pt x="549" y="215"/>
                </a:cubicBezTo>
                <a:close/>
                <a:moveTo>
                  <a:pt x="306" y="326"/>
                </a:moveTo>
                <a:lnTo>
                  <a:pt x="306" y="326"/>
                </a:lnTo>
                <a:cubicBezTo>
                  <a:pt x="300" y="327"/>
                  <a:pt x="294" y="333"/>
                  <a:pt x="294" y="339"/>
                </a:cubicBezTo>
                <a:cubicBezTo>
                  <a:pt x="294" y="457"/>
                  <a:pt x="294" y="457"/>
                  <a:pt x="294" y="457"/>
                </a:cubicBezTo>
                <a:cubicBezTo>
                  <a:pt x="39" y="251"/>
                  <a:pt x="39" y="251"/>
                  <a:pt x="39" y="251"/>
                </a:cubicBezTo>
                <a:cubicBezTo>
                  <a:pt x="294" y="47"/>
                  <a:pt x="294" y="47"/>
                  <a:pt x="294" y="47"/>
                </a:cubicBezTo>
                <a:cubicBezTo>
                  <a:pt x="294" y="163"/>
                  <a:pt x="294" y="163"/>
                  <a:pt x="294" y="163"/>
                </a:cubicBezTo>
                <a:cubicBezTo>
                  <a:pt x="294" y="171"/>
                  <a:pt x="301" y="178"/>
                  <a:pt x="310" y="178"/>
                </a:cubicBezTo>
                <a:cubicBezTo>
                  <a:pt x="397" y="179"/>
                  <a:pt x="471" y="199"/>
                  <a:pt x="532" y="240"/>
                </a:cubicBezTo>
                <a:cubicBezTo>
                  <a:pt x="582" y="272"/>
                  <a:pt x="623" y="319"/>
                  <a:pt x="656" y="382"/>
                </a:cubicBezTo>
                <a:cubicBezTo>
                  <a:pt x="585" y="334"/>
                  <a:pt x="507" y="308"/>
                  <a:pt x="424" y="308"/>
                </a:cubicBezTo>
                <a:cubicBezTo>
                  <a:pt x="386" y="308"/>
                  <a:pt x="347" y="313"/>
                  <a:pt x="306" y="326"/>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13" name="Group 515">
            <a:extLst>
              <a:ext uri="{FF2B5EF4-FFF2-40B4-BE49-F238E27FC236}">
                <a16:creationId xmlns:a16="http://schemas.microsoft.com/office/drawing/2014/main" id="{C39DBD8B-F815-9A7A-D158-2914DDC5B1BB}"/>
              </a:ext>
            </a:extLst>
          </p:cNvPr>
          <p:cNvGrpSpPr/>
          <p:nvPr/>
        </p:nvGrpSpPr>
        <p:grpSpPr>
          <a:xfrm>
            <a:off x="5329758" y="2883321"/>
            <a:ext cx="255587" cy="255588"/>
            <a:chOff x="4173538" y="3155950"/>
            <a:chExt cx="255587" cy="255588"/>
          </a:xfrm>
          <a:solidFill>
            <a:schemeClr val="tx2"/>
          </a:solidFill>
        </p:grpSpPr>
        <p:sp>
          <p:nvSpPr>
            <p:cNvPr id="514" name="Freeform 428">
              <a:extLst>
                <a:ext uri="{FF2B5EF4-FFF2-40B4-BE49-F238E27FC236}">
                  <a16:creationId xmlns:a16="http://schemas.microsoft.com/office/drawing/2014/main" id="{64308E40-23BC-D885-EEE1-4B0E31BC7B3D}"/>
                </a:ext>
              </a:extLst>
            </p:cNvPr>
            <p:cNvSpPr>
              <a:spLocks noChangeArrowheads="1"/>
            </p:cNvSpPr>
            <p:nvPr/>
          </p:nvSpPr>
          <p:spPr bwMode="auto">
            <a:xfrm>
              <a:off x="4173538" y="3251200"/>
              <a:ext cx="255587" cy="160338"/>
            </a:xfrm>
            <a:custGeom>
              <a:avLst/>
              <a:gdLst>
                <a:gd name="T0" fmla="*/ 634 w 709"/>
                <a:gd name="T1" fmla="*/ 0 h 445"/>
                <a:gd name="T2" fmla="*/ 634 w 709"/>
                <a:gd name="T3" fmla="*/ 0 h 445"/>
                <a:gd name="T4" fmla="*/ 605 w 709"/>
                <a:gd name="T5" fmla="*/ 0 h 445"/>
                <a:gd name="T6" fmla="*/ 590 w 709"/>
                <a:gd name="T7" fmla="*/ 16 h 445"/>
                <a:gd name="T8" fmla="*/ 605 w 709"/>
                <a:gd name="T9" fmla="*/ 31 h 445"/>
                <a:gd name="T10" fmla="*/ 621 w 709"/>
                <a:gd name="T11" fmla="*/ 31 h 445"/>
                <a:gd name="T12" fmla="*/ 675 w 709"/>
                <a:gd name="T13" fmla="*/ 402 h 445"/>
                <a:gd name="T14" fmla="*/ 523 w 709"/>
                <a:gd name="T15" fmla="*/ 326 h 445"/>
                <a:gd name="T16" fmla="*/ 511 w 709"/>
                <a:gd name="T17" fmla="*/ 326 h 445"/>
                <a:gd name="T18" fmla="*/ 355 w 709"/>
                <a:gd name="T19" fmla="*/ 395 h 445"/>
                <a:gd name="T20" fmla="*/ 199 w 709"/>
                <a:gd name="T21" fmla="*/ 326 h 445"/>
                <a:gd name="T22" fmla="*/ 186 w 709"/>
                <a:gd name="T23" fmla="*/ 326 h 445"/>
                <a:gd name="T24" fmla="*/ 34 w 709"/>
                <a:gd name="T25" fmla="*/ 402 h 445"/>
                <a:gd name="T26" fmla="*/ 87 w 709"/>
                <a:gd name="T27" fmla="*/ 31 h 445"/>
                <a:gd name="T28" fmla="*/ 103 w 709"/>
                <a:gd name="T29" fmla="*/ 31 h 445"/>
                <a:gd name="T30" fmla="*/ 119 w 709"/>
                <a:gd name="T31" fmla="*/ 16 h 445"/>
                <a:gd name="T32" fmla="*/ 103 w 709"/>
                <a:gd name="T33" fmla="*/ 0 h 445"/>
                <a:gd name="T34" fmla="*/ 74 w 709"/>
                <a:gd name="T35" fmla="*/ 0 h 445"/>
                <a:gd name="T36" fmla="*/ 61 w 709"/>
                <a:gd name="T37" fmla="*/ 14 h 445"/>
                <a:gd name="T38" fmla="*/ 1 w 709"/>
                <a:gd name="T39" fmla="*/ 426 h 445"/>
                <a:gd name="T40" fmla="*/ 7 w 709"/>
                <a:gd name="T41" fmla="*/ 440 h 445"/>
                <a:gd name="T42" fmla="*/ 22 w 709"/>
                <a:gd name="T43" fmla="*/ 441 h 445"/>
                <a:gd name="T44" fmla="*/ 193 w 709"/>
                <a:gd name="T45" fmla="*/ 357 h 445"/>
                <a:gd name="T46" fmla="*/ 348 w 709"/>
                <a:gd name="T47" fmla="*/ 424 h 445"/>
                <a:gd name="T48" fmla="*/ 360 w 709"/>
                <a:gd name="T49" fmla="*/ 424 h 445"/>
                <a:gd name="T50" fmla="*/ 516 w 709"/>
                <a:gd name="T51" fmla="*/ 357 h 445"/>
                <a:gd name="T52" fmla="*/ 686 w 709"/>
                <a:gd name="T53" fmla="*/ 441 h 445"/>
                <a:gd name="T54" fmla="*/ 701 w 709"/>
                <a:gd name="T55" fmla="*/ 440 h 445"/>
                <a:gd name="T56" fmla="*/ 708 w 709"/>
                <a:gd name="T57" fmla="*/ 426 h 445"/>
                <a:gd name="T58" fmla="*/ 649 w 709"/>
                <a:gd name="T59" fmla="*/ 14 h 445"/>
                <a:gd name="T60" fmla="*/ 634 w 709"/>
                <a:gd name="T61"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9" h="445">
                  <a:moveTo>
                    <a:pt x="634" y="0"/>
                  </a:moveTo>
                  <a:lnTo>
                    <a:pt x="634" y="0"/>
                  </a:lnTo>
                  <a:cubicBezTo>
                    <a:pt x="605" y="0"/>
                    <a:pt x="605" y="0"/>
                    <a:pt x="605" y="0"/>
                  </a:cubicBezTo>
                  <a:cubicBezTo>
                    <a:pt x="596" y="0"/>
                    <a:pt x="590" y="7"/>
                    <a:pt x="590" y="16"/>
                  </a:cubicBezTo>
                  <a:cubicBezTo>
                    <a:pt x="590" y="24"/>
                    <a:pt x="596" y="31"/>
                    <a:pt x="605" y="31"/>
                  </a:cubicBezTo>
                  <a:cubicBezTo>
                    <a:pt x="621" y="31"/>
                    <a:pt x="621" y="31"/>
                    <a:pt x="621" y="31"/>
                  </a:cubicBezTo>
                  <a:cubicBezTo>
                    <a:pt x="675" y="402"/>
                    <a:pt x="675" y="402"/>
                    <a:pt x="675" y="402"/>
                  </a:cubicBezTo>
                  <a:cubicBezTo>
                    <a:pt x="523" y="326"/>
                    <a:pt x="523" y="326"/>
                    <a:pt x="523" y="326"/>
                  </a:cubicBezTo>
                  <a:cubicBezTo>
                    <a:pt x="519" y="325"/>
                    <a:pt x="515" y="325"/>
                    <a:pt x="511" y="326"/>
                  </a:cubicBezTo>
                  <a:cubicBezTo>
                    <a:pt x="355" y="395"/>
                    <a:pt x="355" y="395"/>
                    <a:pt x="355" y="395"/>
                  </a:cubicBezTo>
                  <a:cubicBezTo>
                    <a:pt x="199" y="326"/>
                    <a:pt x="199" y="326"/>
                    <a:pt x="199" y="326"/>
                  </a:cubicBezTo>
                  <a:cubicBezTo>
                    <a:pt x="195" y="325"/>
                    <a:pt x="190" y="325"/>
                    <a:pt x="186" y="326"/>
                  </a:cubicBezTo>
                  <a:cubicBezTo>
                    <a:pt x="34" y="402"/>
                    <a:pt x="34" y="402"/>
                    <a:pt x="34" y="402"/>
                  </a:cubicBezTo>
                  <a:cubicBezTo>
                    <a:pt x="87" y="31"/>
                    <a:pt x="87" y="31"/>
                    <a:pt x="87" y="31"/>
                  </a:cubicBezTo>
                  <a:cubicBezTo>
                    <a:pt x="103" y="31"/>
                    <a:pt x="103" y="31"/>
                    <a:pt x="103" y="31"/>
                  </a:cubicBezTo>
                  <a:cubicBezTo>
                    <a:pt x="112" y="31"/>
                    <a:pt x="119" y="24"/>
                    <a:pt x="119" y="16"/>
                  </a:cubicBezTo>
                  <a:cubicBezTo>
                    <a:pt x="119" y="7"/>
                    <a:pt x="112" y="0"/>
                    <a:pt x="103" y="0"/>
                  </a:cubicBezTo>
                  <a:cubicBezTo>
                    <a:pt x="74" y="0"/>
                    <a:pt x="74" y="0"/>
                    <a:pt x="74" y="0"/>
                  </a:cubicBezTo>
                  <a:cubicBezTo>
                    <a:pt x="67" y="0"/>
                    <a:pt x="61" y="6"/>
                    <a:pt x="61" y="14"/>
                  </a:cubicBezTo>
                  <a:cubicBezTo>
                    <a:pt x="1" y="426"/>
                    <a:pt x="1" y="426"/>
                    <a:pt x="1" y="426"/>
                  </a:cubicBezTo>
                  <a:cubicBezTo>
                    <a:pt x="0" y="431"/>
                    <a:pt x="3" y="437"/>
                    <a:pt x="7" y="440"/>
                  </a:cubicBezTo>
                  <a:cubicBezTo>
                    <a:pt x="11" y="444"/>
                    <a:pt x="18" y="444"/>
                    <a:pt x="22" y="441"/>
                  </a:cubicBezTo>
                  <a:cubicBezTo>
                    <a:pt x="193" y="357"/>
                    <a:pt x="193" y="357"/>
                    <a:pt x="193" y="357"/>
                  </a:cubicBezTo>
                  <a:cubicBezTo>
                    <a:pt x="348" y="424"/>
                    <a:pt x="348" y="424"/>
                    <a:pt x="348" y="424"/>
                  </a:cubicBezTo>
                  <a:cubicBezTo>
                    <a:pt x="352" y="427"/>
                    <a:pt x="356" y="427"/>
                    <a:pt x="360" y="424"/>
                  </a:cubicBezTo>
                  <a:cubicBezTo>
                    <a:pt x="516" y="357"/>
                    <a:pt x="516" y="357"/>
                    <a:pt x="516" y="357"/>
                  </a:cubicBezTo>
                  <a:cubicBezTo>
                    <a:pt x="686" y="441"/>
                    <a:pt x="686" y="441"/>
                    <a:pt x="686" y="441"/>
                  </a:cubicBezTo>
                  <a:cubicBezTo>
                    <a:pt x="692" y="444"/>
                    <a:pt x="697" y="444"/>
                    <a:pt x="701" y="440"/>
                  </a:cubicBezTo>
                  <a:cubicBezTo>
                    <a:pt x="707" y="437"/>
                    <a:pt x="708" y="431"/>
                    <a:pt x="708" y="426"/>
                  </a:cubicBezTo>
                  <a:cubicBezTo>
                    <a:pt x="649" y="14"/>
                    <a:pt x="649" y="14"/>
                    <a:pt x="649" y="14"/>
                  </a:cubicBezTo>
                  <a:cubicBezTo>
                    <a:pt x="648" y="6"/>
                    <a:pt x="642" y="0"/>
                    <a:pt x="63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5" name="Freeform 429">
              <a:extLst>
                <a:ext uri="{FF2B5EF4-FFF2-40B4-BE49-F238E27FC236}">
                  <a16:creationId xmlns:a16="http://schemas.microsoft.com/office/drawing/2014/main" id="{D263647F-527B-BC60-CC01-8952FF0F72AA}"/>
                </a:ext>
              </a:extLst>
            </p:cNvPr>
            <p:cNvSpPr>
              <a:spLocks noChangeArrowheads="1"/>
            </p:cNvSpPr>
            <p:nvPr/>
          </p:nvSpPr>
          <p:spPr bwMode="auto">
            <a:xfrm>
              <a:off x="4222750" y="3155950"/>
              <a:ext cx="155575" cy="211138"/>
            </a:xfrm>
            <a:custGeom>
              <a:avLst/>
              <a:gdLst>
                <a:gd name="T0" fmla="*/ 33 w 433"/>
                <a:gd name="T1" fmla="*/ 338 h 585"/>
                <a:gd name="T2" fmla="*/ 33 w 433"/>
                <a:gd name="T3" fmla="*/ 338 h 585"/>
                <a:gd name="T4" fmla="*/ 206 w 433"/>
                <a:gd name="T5" fmla="*/ 573 h 585"/>
                <a:gd name="T6" fmla="*/ 217 w 433"/>
                <a:gd name="T7" fmla="*/ 584 h 585"/>
                <a:gd name="T8" fmla="*/ 226 w 433"/>
                <a:gd name="T9" fmla="*/ 573 h 585"/>
                <a:gd name="T10" fmla="*/ 329 w 433"/>
                <a:gd name="T11" fmla="*/ 453 h 585"/>
                <a:gd name="T12" fmla="*/ 399 w 433"/>
                <a:gd name="T13" fmla="*/ 338 h 585"/>
                <a:gd name="T14" fmla="*/ 432 w 433"/>
                <a:gd name="T15" fmla="*/ 215 h 585"/>
                <a:gd name="T16" fmla="*/ 217 w 433"/>
                <a:gd name="T17" fmla="*/ 0 h 585"/>
                <a:gd name="T18" fmla="*/ 0 w 433"/>
                <a:gd name="T19" fmla="*/ 215 h 585"/>
                <a:gd name="T20" fmla="*/ 0 w 433"/>
                <a:gd name="T21" fmla="*/ 215 h 585"/>
                <a:gd name="T22" fmla="*/ 0 w 433"/>
                <a:gd name="T23" fmla="*/ 215 h 585"/>
                <a:gd name="T24" fmla="*/ 0 w 433"/>
                <a:gd name="T25" fmla="*/ 215 h 585"/>
                <a:gd name="T26" fmla="*/ 0 w 433"/>
                <a:gd name="T27" fmla="*/ 215 h 585"/>
                <a:gd name="T28" fmla="*/ 0 w 433"/>
                <a:gd name="T29" fmla="*/ 215 h 585"/>
                <a:gd name="T30" fmla="*/ 33 w 433"/>
                <a:gd name="T31" fmla="*/ 338 h 585"/>
                <a:gd name="T32" fmla="*/ 30 w 433"/>
                <a:gd name="T33" fmla="*/ 215 h 585"/>
                <a:gd name="T34" fmla="*/ 30 w 433"/>
                <a:gd name="T35" fmla="*/ 215 h 585"/>
                <a:gd name="T36" fmla="*/ 84 w 433"/>
                <a:gd name="T37" fmla="*/ 84 h 585"/>
                <a:gd name="T38" fmla="*/ 217 w 433"/>
                <a:gd name="T39" fmla="*/ 29 h 585"/>
                <a:gd name="T40" fmla="*/ 348 w 433"/>
                <a:gd name="T41" fmla="*/ 84 h 585"/>
                <a:gd name="T42" fmla="*/ 403 w 433"/>
                <a:gd name="T43" fmla="*/ 215 h 585"/>
                <a:gd name="T44" fmla="*/ 373 w 433"/>
                <a:gd name="T45" fmla="*/ 324 h 585"/>
                <a:gd name="T46" fmla="*/ 269 w 433"/>
                <a:gd name="T47" fmla="*/ 482 h 585"/>
                <a:gd name="T48" fmla="*/ 224 w 433"/>
                <a:gd name="T49" fmla="*/ 533 h 585"/>
                <a:gd name="T50" fmla="*/ 217 w 433"/>
                <a:gd name="T51" fmla="*/ 542 h 585"/>
                <a:gd name="T52" fmla="*/ 119 w 433"/>
                <a:gd name="T53" fmla="*/ 422 h 585"/>
                <a:gd name="T54" fmla="*/ 57 w 433"/>
                <a:gd name="T55" fmla="*/ 319 h 585"/>
                <a:gd name="T56" fmla="*/ 30 w 433"/>
                <a:gd name="T57" fmla="*/ 215 h 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33" h="585">
                  <a:moveTo>
                    <a:pt x="33" y="338"/>
                  </a:moveTo>
                  <a:lnTo>
                    <a:pt x="33" y="338"/>
                  </a:lnTo>
                  <a:cubicBezTo>
                    <a:pt x="91" y="460"/>
                    <a:pt x="206" y="573"/>
                    <a:pt x="206" y="573"/>
                  </a:cubicBezTo>
                  <a:cubicBezTo>
                    <a:pt x="217" y="584"/>
                    <a:pt x="217" y="584"/>
                    <a:pt x="217" y="584"/>
                  </a:cubicBezTo>
                  <a:cubicBezTo>
                    <a:pt x="226" y="573"/>
                    <a:pt x="226" y="573"/>
                    <a:pt x="226" y="573"/>
                  </a:cubicBezTo>
                  <a:cubicBezTo>
                    <a:pt x="228" y="573"/>
                    <a:pt x="278" y="522"/>
                    <a:pt x="329" y="453"/>
                  </a:cubicBezTo>
                  <a:cubicBezTo>
                    <a:pt x="355" y="418"/>
                    <a:pt x="380" y="378"/>
                    <a:pt x="399" y="338"/>
                  </a:cubicBezTo>
                  <a:cubicBezTo>
                    <a:pt x="418" y="297"/>
                    <a:pt x="432" y="255"/>
                    <a:pt x="432" y="215"/>
                  </a:cubicBezTo>
                  <a:cubicBezTo>
                    <a:pt x="432" y="96"/>
                    <a:pt x="336" y="0"/>
                    <a:pt x="217" y="0"/>
                  </a:cubicBezTo>
                  <a:cubicBezTo>
                    <a:pt x="97" y="0"/>
                    <a:pt x="1" y="96"/>
                    <a:pt x="0" y="215"/>
                  </a:cubicBezTo>
                  <a:lnTo>
                    <a:pt x="0" y="215"/>
                  </a:lnTo>
                  <a:lnTo>
                    <a:pt x="0" y="215"/>
                  </a:lnTo>
                  <a:lnTo>
                    <a:pt x="0" y="215"/>
                  </a:lnTo>
                  <a:lnTo>
                    <a:pt x="0" y="215"/>
                  </a:lnTo>
                  <a:lnTo>
                    <a:pt x="0" y="215"/>
                  </a:lnTo>
                  <a:cubicBezTo>
                    <a:pt x="0" y="255"/>
                    <a:pt x="14" y="298"/>
                    <a:pt x="33" y="338"/>
                  </a:cubicBezTo>
                  <a:close/>
                  <a:moveTo>
                    <a:pt x="30" y="215"/>
                  </a:moveTo>
                  <a:lnTo>
                    <a:pt x="30" y="215"/>
                  </a:lnTo>
                  <a:cubicBezTo>
                    <a:pt x="30" y="164"/>
                    <a:pt x="51" y="117"/>
                    <a:pt x="84" y="84"/>
                  </a:cubicBezTo>
                  <a:cubicBezTo>
                    <a:pt x="119" y="49"/>
                    <a:pt x="164" y="29"/>
                    <a:pt x="217" y="29"/>
                  </a:cubicBezTo>
                  <a:cubicBezTo>
                    <a:pt x="268" y="29"/>
                    <a:pt x="315" y="49"/>
                    <a:pt x="348" y="84"/>
                  </a:cubicBezTo>
                  <a:cubicBezTo>
                    <a:pt x="383" y="117"/>
                    <a:pt x="403" y="164"/>
                    <a:pt x="403" y="215"/>
                  </a:cubicBezTo>
                  <a:cubicBezTo>
                    <a:pt x="403" y="248"/>
                    <a:pt x="391" y="287"/>
                    <a:pt x="373" y="324"/>
                  </a:cubicBezTo>
                  <a:cubicBezTo>
                    <a:pt x="345" y="382"/>
                    <a:pt x="304" y="439"/>
                    <a:pt x="269" y="482"/>
                  </a:cubicBezTo>
                  <a:cubicBezTo>
                    <a:pt x="251" y="504"/>
                    <a:pt x="236" y="522"/>
                    <a:pt x="224" y="533"/>
                  </a:cubicBezTo>
                  <a:cubicBezTo>
                    <a:pt x="221" y="537"/>
                    <a:pt x="218" y="540"/>
                    <a:pt x="217" y="542"/>
                  </a:cubicBezTo>
                  <a:cubicBezTo>
                    <a:pt x="197" y="522"/>
                    <a:pt x="157" y="478"/>
                    <a:pt x="119" y="422"/>
                  </a:cubicBezTo>
                  <a:cubicBezTo>
                    <a:pt x="95" y="391"/>
                    <a:pt x="73" y="355"/>
                    <a:pt x="57" y="319"/>
                  </a:cubicBezTo>
                  <a:cubicBezTo>
                    <a:pt x="40" y="283"/>
                    <a:pt x="30" y="247"/>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6" name="Freeform 430">
              <a:extLst>
                <a:ext uri="{FF2B5EF4-FFF2-40B4-BE49-F238E27FC236}">
                  <a16:creationId xmlns:a16="http://schemas.microsoft.com/office/drawing/2014/main" id="{967E6C81-586E-ADA9-69D4-DDB688E338A1}"/>
                </a:ext>
              </a:extLst>
            </p:cNvPr>
            <p:cNvSpPr>
              <a:spLocks noChangeArrowheads="1"/>
            </p:cNvSpPr>
            <p:nvPr/>
          </p:nvSpPr>
          <p:spPr bwMode="auto">
            <a:xfrm>
              <a:off x="4262438" y="3192463"/>
              <a:ext cx="77787" cy="77787"/>
            </a:xfrm>
            <a:custGeom>
              <a:avLst/>
              <a:gdLst>
                <a:gd name="T0" fmla="*/ 107 w 214"/>
                <a:gd name="T1" fmla="*/ 213 h 214"/>
                <a:gd name="T2" fmla="*/ 107 w 214"/>
                <a:gd name="T3" fmla="*/ 213 h 214"/>
                <a:gd name="T4" fmla="*/ 213 w 214"/>
                <a:gd name="T5" fmla="*/ 106 h 214"/>
                <a:gd name="T6" fmla="*/ 107 w 214"/>
                <a:gd name="T7" fmla="*/ 0 h 214"/>
                <a:gd name="T8" fmla="*/ 0 w 214"/>
                <a:gd name="T9" fmla="*/ 106 h 214"/>
                <a:gd name="T10" fmla="*/ 107 w 214"/>
                <a:gd name="T11" fmla="*/ 213 h 214"/>
                <a:gd name="T12" fmla="*/ 52 w 214"/>
                <a:gd name="T13" fmla="*/ 52 h 214"/>
                <a:gd name="T14" fmla="*/ 52 w 214"/>
                <a:gd name="T15" fmla="*/ 52 h 214"/>
                <a:gd name="T16" fmla="*/ 107 w 214"/>
                <a:gd name="T17" fmla="*/ 30 h 214"/>
                <a:gd name="T18" fmla="*/ 161 w 214"/>
                <a:gd name="T19" fmla="*/ 52 h 214"/>
                <a:gd name="T20" fmla="*/ 183 w 214"/>
                <a:gd name="T21" fmla="*/ 106 h 214"/>
                <a:gd name="T22" fmla="*/ 161 w 214"/>
                <a:gd name="T23" fmla="*/ 161 h 214"/>
                <a:gd name="T24" fmla="*/ 107 w 214"/>
                <a:gd name="T25" fmla="*/ 184 h 214"/>
                <a:gd name="T26" fmla="*/ 52 w 214"/>
                <a:gd name="T27" fmla="*/ 161 h 214"/>
                <a:gd name="T28" fmla="*/ 29 w 214"/>
                <a:gd name="T29" fmla="*/ 106 h 214"/>
                <a:gd name="T30" fmla="*/ 52 w 214"/>
                <a:gd name="T31" fmla="*/ 5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4" h="214">
                  <a:moveTo>
                    <a:pt x="107" y="213"/>
                  </a:moveTo>
                  <a:lnTo>
                    <a:pt x="107" y="213"/>
                  </a:lnTo>
                  <a:cubicBezTo>
                    <a:pt x="165" y="213"/>
                    <a:pt x="213" y="166"/>
                    <a:pt x="213" y="106"/>
                  </a:cubicBezTo>
                  <a:cubicBezTo>
                    <a:pt x="213" y="48"/>
                    <a:pt x="165" y="0"/>
                    <a:pt x="107" y="0"/>
                  </a:cubicBezTo>
                  <a:cubicBezTo>
                    <a:pt x="47" y="0"/>
                    <a:pt x="0" y="48"/>
                    <a:pt x="0" y="106"/>
                  </a:cubicBezTo>
                  <a:cubicBezTo>
                    <a:pt x="0" y="166"/>
                    <a:pt x="47" y="213"/>
                    <a:pt x="107" y="213"/>
                  </a:cubicBezTo>
                  <a:close/>
                  <a:moveTo>
                    <a:pt x="52" y="52"/>
                  </a:moveTo>
                  <a:lnTo>
                    <a:pt x="52" y="52"/>
                  </a:lnTo>
                  <a:cubicBezTo>
                    <a:pt x="67" y="39"/>
                    <a:pt x="85" y="30"/>
                    <a:pt x="107" y="30"/>
                  </a:cubicBezTo>
                  <a:cubicBezTo>
                    <a:pt x="127" y="30"/>
                    <a:pt x="147" y="39"/>
                    <a:pt x="161" y="52"/>
                  </a:cubicBezTo>
                  <a:cubicBezTo>
                    <a:pt x="174" y="66"/>
                    <a:pt x="183" y="86"/>
                    <a:pt x="183" y="106"/>
                  </a:cubicBezTo>
                  <a:cubicBezTo>
                    <a:pt x="183" y="128"/>
                    <a:pt x="174" y="148"/>
                    <a:pt x="161" y="161"/>
                  </a:cubicBezTo>
                  <a:cubicBezTo>
                    <a:pt x="147" y="175"/>
                    <a:pt x="127" y="184"/>
                    <a:pt x="107" y="184"/>
                  </a:cubicBezTo>
                  <a:cubicBezTo>
                    <a:pt x="85" y="184"/>
                    <a:pt x="67" y="175"/>
                    <a:pt x="52" y="161"/>
                  </a:cubicBezTo>
                  <a:cubicBezTo>
                    <a:pt x="38" y="148"/>
                    <a:pt x="29" y="128"/>
                    <a:pt x="29" y="106"/>
                  </a:cubicBezTo>
                  <a:cubicBezTo>
                    <a:pt x="29" y="86"/>
                    <a:pt x="38" y="66"/>
                    <a:pt x="52"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17" name="Group 519">
            <a:extLst>
              <a:ext uri="{FF2B5EF4-FFF2-40B4-BE49-F238E27FC236}">
                <a16:creationId xmlns:a16="http://schemas.microsoft.com/office/drawing/2014/main" id="{09B52FBC-E234-76CC-7F9B-AC0ABED60C23}"/>
              </a:ext>
            </a:extLst>
          </p:cNvPr>
          <p:cNvGrpSpPr/>
          <p:nvPr/>
        </p:nvGrpSpPr>
        <p:grpSpPr>
          <a:xfrm>
            <a:off x="3743845" y="4697834"/>
            <a:ext cx="244475" cy="244475"/>
            <a:chOff x="2587625" y="5016500"/>
            <a:chExt cx="244475" cy="244475"/>
          </a:xfrm>
          <a:solidFill>
            <a:schemeClr val="tx2"/>
          </a:solidFill>
        </p:grpSpPr>
        <p:sp>
          <p:nvSpPr>
            <p:cNvPr id="518" name="Freeform 431">
              <a:extLst>
                <a:ext uri="{FF2B5EF4-FFF2-40B4-BE49-F238E27FC236}">
                  <a16:creationId xmlns:a16="http://schemas.microsoft.com/office/drawing/2014/main" id="{BE853506-5028-4974-E390-74BFD04C721A}"/>
                </a:ext>
              </a:extLst>
            </p:cNvPr>
            <p:cNvSpPr>
              <a:spLocks noChangeArrowheads="1"/>
            </p:cNvSpPr>
            <p:nvPr/>
          </p:nvSpPr>
          <p:spPr bwMode="auto">
            <a:xfrm>
              <a:off x="2587625" y="5016500"/>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4"/>
                    <a:pt x="65" y="177"/>
                    <a:pt x="120" y="121"/>
                  </a:cubicBezTo>
                  <a:cubicBezTo>
                    <a:pt x="177" y="65"/>
                    <a:pt x="254" y="31"/>
                    <a:pt x="340" y="31"/>
                  </a:cubicBezTo>
                  <a:cubicBezTo>
                    <a:pt x="424" y="31"/>
                    <a:pt x="501" y="65"/>
                    <a:pt x="558" y="121"/>
                  </a:cubicBezTo>
                  <a:cubicBezTo>
                    <a:pt x="614" y="177"/>
                    <a:pt x="649" y="254"/>
                    <a:pt x="649" y="340"/>
                  </a:cubicBezTo>
                  <a:cubicBezTo>
                    <a:pt x="649"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9" name="Freeform 432">
              <a:extLst>
                <a:ext uri="{FF2B5EF4-FFF2-40B4-BE49-F238E27FC236}">
                  <a16:creationId xmlns:a16="http://schemas.microsoft.com/office/drawing/2014/main" id="{432380B4-0ABF-6610-373F-76A0751D5820}"/>
                </a:ext>
              </a:extLst>
            </p:cNvPr>
            <p:cNvSpPr>
              <a:spLocks noChangeArrowheads="1"/>
            </p:cNvSpPr>
            <p:nvPr/>
          </p:nvSpPr>
          <p:spPr bwMode="auto">
            <a:xfrm>
              <a:off x="2703513" y="5102225"/>
              <a:ext cx="11112" cy="127000"/>
            </a:xfrm>
            <a:custGeom>
              <a:avLst/>
              <a:gdLst>
                <a:gd name="T0" fmla="*/ 16 w 30"/>
                <a:gd name="T1" fmla="*/ 0 h 354"/>
                <a:gd name="T2" fmla="*/ 16 w 30"/>
                <a:gd name="T3" fmla="*/ 0 h 354"/>
                <a:gd name="T4" fmla="*/ 0 w 30"/>
                <a:gd name="T5" fmla="*/ 15 h 354"/>
                <a:gd name="T6" fmla="*/ 0 w 30"/>
                <a:gd name="T7" fmla="*/ 147 h 354"/>
                <a:gd name="T8" fmla="*/ 0 w 30"/>
                <a:gd name="T9" fmla="*/ 338 h 354"/>
                <a:gd name="T10" fmla="*/ 16 w 30"/>
                <a:gd name="T11" fmla="*/ 353 h 354"/>
                <a:gd name="T12" fmla="*/ 29 w 30"/>
                <a:gd name="T13" fmla="*/ 338 h 354"/>
                <a:gd name="T14" fmla="*/ 29 w 30"/>
                <a:gd name="T15" fmla="*/ 147 h 354"/>
                <a:gd name="T16" fmla="*/ 29 w 30"/>
                <a:gd name="T17" fmla="*/ 15 h 354"/>
                <a:gd name="T18" fmla="*/ 16 w 30"/>
                <a:gd name="T19" fmla="*/ 0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354">
                  <a:moveTo>
                    <a:pt x="16" y="0"/>
                  </a:moveTo>
                  <a:lnTo>
                    <a:pt x="16" y="0"/>
                  </a:lnTo>
                  <a:cubicBezTo>
                    <a:pt x="7" y="0"/>
                    <a:pt x="0" y="6"/>
                    <a:pt x="0" y="15"/>
                  </a:cubicBezTo>
                  <a:cubicBezTo>
                    <a:pt x="0" y="147"/>
                    <a:pt x="0" y="147"/>
                    <a:pt x="0" y="147"/>
                  </a:cubicBezTo>
                  <a:cubicBezTo>
                    <a:pt x="0" y="338"/>
                    <a:pt x="0" y="338"/>
                    <a:pt x="0" y="338"/>
                  </a:cubicBezTo>
                  <a:cubicBezTo>
                    <a:pt x="0" y="346"/>
                    <a:pt x="7" y="353"/>
                    <a:pt x="16" y="353"/>
                  </a:cubicBezTo>
                  <a:cubicBezTo>
                    <a:pt x="22" y="353"/>
                    <a:pt x="29" y="346"/>
                    <a:pt x="29" y="338"/>
                  </a:cubicBezTo>
                  <a:cubicBezTo>
                    <a:pt x="29" y="147"/>
                    <a:pt x="29" y="147"/>
                    <a:pt x="29" y="147"/>
                  </a:cubicBezTo>
                  <a:cubicBezTo>
                    <a:pt x="29" y="15"/>
                    <a:pt x="29" y="15"/>
                    <a:pt x="29" y="15"/>
                  </a:cubicBezTo>
                  <a:cubicBezTo>
                    <a:pt x="29" y="6"/>
                    <a:pt x="22"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0" name="Freeform 433">
              <a:extLst>
                <a:ext uri="{FF2B5EF4-FFF2-40B4-BE49-F238E27FC236}">
                  <a16:creationId xmlns:a16="http://schemas.microsoft.com/office/drawing/2014/main" id="{61FC7441-6A23-E5F4-0E83-BC9C7E4DAC21}"/>
                </a:ext>
              </a:extLst>
            </p:cNvPr>
            <p:cNvSpPr>
              <a:spLocks noChangeArrowheads="1"/>
            </p:cNvSpPr>
            <p:nvPr/>
          </p:nvSpPr>
          <p:spPr bwMode="auto">
            <a:xfrm>
              <a:off x="2692400" y="5048250"/>
              <a:ext cx="31750" cy="31750"/>
            </a:xfrm>
            <a:custGeom>
              <a:avLst/>
              <a:gdLst>
                <a:gd name="T0" fmla="*/ 45 w 90"/>
                <a:gd name="T1" fmla="*/ 0 h 89"/>
                <a:gd name="T2" fmla="*/ 45 w 90"/>
                <a:gd name="T3" fmla="*/ 0 h 89"/>
                <a:gd name="T4" fmla="*/ 0 w 90"/>
                <a:gd name="T5" fmla="*/ 44 h 89"/>
                <a:gd name="T6" fmla="*/ 45 w 90"/>
                <a:gd name="T7" fmla="*/ 88 h 89"/>
                <a:gd name="T8" fmla="*/ 89 w 90"/>
                <a:gd name="T9" fmla="*/ 44 h 89"/>
                <a:gd name="T10" fmla="*/ 45 w 90"/>
                <a:gd name="T11" fmla="*/ 0 h 89"/>
                <a:gd name="T12" fmla="*/ 45 w 90"/>
                <a:gd name="T13" fmla="*/ 59 h 89"/>
                <a:gd name="T14" fmla="*/ 45 w 90"/>
                <a:gd name="T15" fmla="*/ 59 h 89"/>
                <a:gd name="T16" fmla="*/ 29 w 90"/>
                <a:gd name="T17" fmla="*/ 44 h 89"/>
                <a:gd name="T18" fmla="*/ 45 w 90"/>
                <a:gd name="T19" fmla="*/ 30 h 89"/>
                <a:gd name="T20" fmla="*/ 58 w 90"/>
                <a:gd name="T21" fmla="*/ 44 h 89"/>
                <a:gd name="T22" fmla="*/ 45 w 90"/>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89">
                  <a:moveTo>
                    <a:pt x="45" y="0"/>
                  </a:moveTo>
                  <a:lnTo>
                    <a:pt x="45" y="0"/>
                  </a:lnTo>
                  <a:cubicBezTo>
                    <a:pt x="20" y="0"/>
                    <a:pt x="0" y="20"/>
                    <a:pt x="0" y="44"/>
                  </a:cubicBezTo>
                  <a:cubicBezTo>
                    <a:pt x="0" y="69"/>
                    <a:pt x="20" y="88"/>
                    <a:pt x="45" y="88"/>
                  </a:cubicBezTo>
                  <a:cubicBezTo>
                    <a:pt x="68" y="88"/>
                    <a:pt x="89" y="69"/>
                    <a:pt x="89" y="44"/>
                  </a:cubicBezTo>
                  <a:cubicBezTo>
                    <a:pt x="89" y="20"/>
                    <a:pt x="68" y="0"/>
                    <a:pt x="45" y="0"/>
                  </a:cubicBezTo>
                  <a:close/>
                  <a:moveTo>
                    <a:pt x="45" y="59"/>
                  </a:moveTo>
                  <a:lnTo>
                    <a:pt x="45" y="59"/>
                  </a:lnTo>
                  <a:cubicBezTo>
                    <a:pt x="36" y="59"/>
                    <a:pt x="29" y="52"/>
                    <a:pt x="29" y="44"/>
                  </a:cubicBezTo>
                  <a:cubicBezTo>
                    <a:pt x="29" y="36"/>
                    <a:pt x="36" y="30"/>
                    <a:pt x="45" y="30"/>
                  </a:cubicBezTo>
                  <a:cubicBezTo>
                    <a:pt x="51" y="30"/>
                    <a:pt x="58" y="36"/>
                    <a:pt x="58" y="44"/>
                  </a:cubicBezTo>
                  <a:cubicBezTo>
                    <a:pt x="58" y="52"/>
                    <a:pt x="51" y="59"/>
                    <a:pt x="45"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21" name="Freeform 434">
            <a:extLst>
              <a:ext uri="{FF2B5EF4-FFF2-40B4-BE49-F238E27FC236}">
                <a16:creationId xmlns:a16="http://schemas.microsoft.com/office/drawing/2014/main" id="{A8AEB054-37A6-1C52-FA08-A75D02752E87}"/>
              </a:ext>
            </a:extLst>
          </p:cNvPr>
          <p:cNvSpPr>
            <a:spLocks noChangeArrowheads="1"/>
          </p:cNvSpPr>
          <p:nvPr/>
        </p:nvSpPr>
        <p:spPr bwMode="auto">
          <a:xfrm>
            <a:off x="3239020" y="4692277"/>
            <a:ext cx="244475" cy="255588"/>
          </a:xfrm>
          <a:custGeom>
            <a:avLst/>
            <a:gdLst>
              <a:gd name="T0" fmla="*/ 678 w 681"/>
              <a:gd name="T1" fmla="*/ 275 h 710"/>
              <a:gd name="T2" fmla="*/ 678 w 681"/>
              <a:gd name="T3" fmla="*/ 275 h 710"/>
              <a:gd name="T4" fmla="*/ 665 w 681"/>
              <a:gd name="T5" fmla="*/ 265 h 710"/>
              <a:gd name="T6" fmla="*/ 439 w 681"/>
              <a:gd name="T7" fmla="*/ 265 h 710"/>
              <a:gd name="T8" fmla="*/ 354 w 681"/>
              <a:gd name="T9" fmla="*/ 11 h 710"/>
              <a:gd name="T10" fmla="*/ 340 w 681"/>
              <a:gd name="T11" fmla="*/ 0 h 710"/>
              <a:gd name="T12" fmla="*/ 326 w 681"/>
              <a:gd name="T13" fmla="*/ 11 h 710"/>
              <a:gd name="T14" fmla="*/ 242 w 681"/>
              <a:gd name="T15" fmla="*/ 265 h 710"/>
              <a:gd name="T16" fmla="*/ 17 w 681"/>
              <a:gd name="T17" fmla="*/ 265 h 710"/>
              <a:gd name="T18" fmla="*/ 3 w 681"/>
              <a:gd name="T19" fmla="*/ 275 h 710"/>
              <a:gd name="T20" fmla="*/ 7 w 681"/>
              <a:gd name="T21" fmla="*/ 292 h 710"/>
              <a:gd name="T22" fmla="*/ 176 w 681"/>
              <a:gd name="T23" fmla="*/ 432 h 710"/>
              <a:gd name="T24" fmla="*/ 90 w 681"/>
              <a:gd name="T25" fmla="*/ 688 h 710"/>
              <a:gd name="T26" fmla="*/ 95 w 681"/>
              <a:gd name="T27" fmla="*/ 705 h 710"/>
              <a:gd name="T28" fmla="*/ 113 w 681"/>
              <a:gd name="T29" fmla="*/ 705 h 710"/>
              <a:gd name="T30" fmla="*/ 340 w 681"/>
              <a:gd name="T31" fmla="*/ 535 h 710"/>
              <a:gd name="T32" fmla="*/ 568 w 681"/>
              <a:gd name="T33" fmla="*/ 705 h 710"/>
              <a:gd name="T34" fmla="*/ 584 w 681"/>
              <a:gd name="T35" fmla="*/ 705 h 710"/>
              <a:gd name="T36" fmla="*/ 590 w 681"/>
              <a:gd name="T37" fmla="*/ 688 h 710"/>
              <a:gd name="T38" fmla="*/ 504 w 681"/>
              <a:gd name="T39" fmla="*/ 432 h 710"/>
              <a:gd name="T40" fmla="*/ 674 w 681"/>
              <a:gd name="T41" fmla="*/ 292 h 710"/>
              <a:gd name="T42" fmla="*/ 678 w 681"/>
              <a:gd name="T43" fmla="*/ 275 h 710"/>
              <a:gd name="T44" fmla="*/ 478 w 681"/>
              <a:gd name="T45" fmla="*/ 417 h 710"/>
              <a:gd name="T46" fmla="*/ 478 w 681"/>
              <a:gd name="T47" fmla="*/ 417 h 710"/>
              <a:gd name="T48" fmla="*/ 474 w 681"/>
              <a:gd name="T49" fmla="*/ 432 h 710"/>
              <a:gd name="T50" fmla="*/ 547 w 681"/>
              <a:gd name="T51" fmla="*/ 653 h 710"/>
              <a:gd name="T52" fmla="*/ 350 w 681"/>
              <a:gd name="T53" fmla="*/ 504 h 710"/>
              <a:gd name="T54" fmla="*/ 332 w 681"/>
              <a:gd name="T55" fmla="*/ 504 h 710"/>
              <a:gd name="T56" fmla="*/ 133 w 681"/>
              <a:gd name="T57" fmla="*/ 653 h 710"/>
              <a:gd name="T58" fmla="*/ 207 w 681"/>
              <a:gd name="T59" fmla="*/ 432 h 710"/>
              <a:gd name="T60" fmla="*/ 202 w 681"/>
              <a:gd name="T61" fmla="*/ 417 h 710"/>
              <a:gd name="T62" fmla="*/ 57 w 681"/>
              <a:gd name="T63" fmla="*/ 296 h 710"/>
              <a:gd name="T64" fmla="*/ 252 w 681"/>
              <a:gd name="T65" fmla="*/ 296 h 710"/>
              <a:gd name="T66" fmla="*/ 265 w 681"/>
              <a:gd name="T67" fmla="*/ 285 h 710"/>
              <a:gd name="T68" fmla="*/ 340 w 681"/>
              <a:gd name="T69" fmla="*/ 62 h 710"/>
              <a:gd name="T70" fmla="*/ 415 w 681"/>
              <a:gd name="T71" fmla="*/ 285 h 710"/>
              <a:gd name="T72" fmla="*/ 428 w 681"/>
              <a:gd name="T73" fmla="*/ 296 h 710"/>
              <a:gd name="T74" fmla="*/ 623 w 681"/>
              <a:gd name="T75" fmla="*/ 296 h 710"/>
              <a:gd name="T76" fmla="*/ 478 w 681"/>
              <a:gd name="T77" fmla="*/ 41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1" h="710">
                <a:moveTo>
                  <a:pt x="678" y="275"/>
                </a:moveTo>
                <a:lnTo>
                  <a:pt x="678" y="275"/>
                </a:lnTo>
                <a:cubicBezTo>
                  <a:pt x="676" y="269"/>
                  <a:pt x="670" y="265"/>
                  <a:pt x="665" y="265"/>
                </a:cubicBezTo>
                <a:cubicBezTo>
                  <a:pt x="439" y="265"/>
                  <a:pt x="439" y="265"/>
                  <a:pt x="439" y="265"/>
                </a:cubicBezTo>
                <a:cubicBezTo>
                  <a:pt x="354" y="11"/>
                  <a:pt x="354" y="11"/>
                  <a:pt x="354" y="11"/>
                </a:cubicBezTo>
                <a:cubicBezTo>
                  <a:pt x="352" y="4"/>
                  <a:pt x="347" y="0"/>
                  <a:pt x="340" y="0"/>
                </a:cubicBezTo>
                <a:cubicBezTo>
                  <a:pt x="334" y="0"/>
                  <a:pt x="329" y="4"/>
                  <a:pt x="326" y="11"/>
                </a:cubicBezTo>
                <a:cubicBezTo>
                  <a:pt x="242" y="265"/>
                  <a:pt x="242" y="265"/>
                  <a:pt x="242" y="265"/>
                </a:cubicBezTo>
                <a:cubicBezTo>
                  <a:pt x="17" y="265"/>
                  <a:pt x="17" y="265"/>
                  <a:pt x="17" y="265"/>
                </a:cubicBezTo>
                <a:cubicBezTo>
                  <a:pt x="10" y="265"/>
                  <a:pt x="4" y="269"/>
                  <a:pt x="3" y="275"/>
                </a:cubicBezTo>
                <a:cubicBezTo>
                  <a:pt x="0" y="282"/>
                  <a:pt x="2" y="287"/>
                  <a:pt x="7" y="292"/>
                </a:cubicBezTo>
                <a:cubicBezTo>
                  <a:pt x="176" y="432"/>
                  <a:pt x="176" y="432"/>
                  <a:pt x="176" y="432"/>
                </a:cubicBezTo>
                <a:cubicBezTo>
                  <a:pt x="90" y="688"/>
                  <a:pt x="90" y="688"/>
                  <a:pt x="90" y="688"/>
                </a:cubicBezTo>
                <a:cubicBezTo>
                  <a:pt x="89" y="695"/>
                  <a:pt x="91" y="702"/>
                  <a:pt x="95" y="705"/>
                </a:cubicBezTo>
                <a:cubicBezTo>
                  <a:pt x="101" y="709"/>
                  <a:pt x="108" y="709"/>
                  <a:pt x="113" y="705"/>
                </a:cubicBezTo>
                <a:cubicBezTo>
                  <a:pt x="340" y="535"/>
                  <a:pt x="340" y="535"/>
                  <a:pt x="340" y="535"/>
                </a:cubicBezTo>
                <a:cubicBezTo>
                  <a:pt x="568" y="705"/>
                  <a:pt x="568" y="705"/>
                  <a:pt x="568" y="705"/>
                </a:cubicBezTo>
                <a:cubicBezTo>
                  <a:pt x="572" y="709"/>
                  <a:pt x="579" y="709"/>
                  <a:pt x="584" y="705"/>
                </a:cubicBezTo>
                <a:cubicBezTo>
                  <a:pt x="590" y="702"/>
                  <a:pt x="593" y="695"/>
                  <a:pt x="590" y="688"/>
                </a:cubicBezTo>
                <a:cubicBezTo>
                  <a:pt x="504" y="432"/>
                  <a:pt x="504" y="432"/>
                  <a:pt x="504" y="432"/>
                </a:cubicBezTo>
                <a:cubicBezTo>
                  <a:pt x="674" y="292"/>
                  <a:pt x="674" y="292"/>
                  <a:pt x="674" y="292"/>
                </a:cubicBezTo>
                <a:cubicBezTo>
                  <a:pt x="678" y="287"/>
                  <a:pt x="680" y="282"/>
                  <a:pt x="678" y="275"/>
                </a:cubicBezTo>
                <a:close/>
                <a:moveTo>
                  <a:pt x="478" y="417"/>
                </a:moveTo>
                <a:lnTo>
                  <a:pt x="478" y="417"/>
                </a:lnTo>
                <a:cubicBezTo>
                  <a:pt x="474" y="420"/>
                  <a:pt x="471" y="427"/>
                  <a:pt x="474" y="432"/>
                </a:cubicBezTo>
                <a:cubicBezTo>
                  <a:pt x="547" y="653"/>
                  <a:pt x="547" y="653"/>
                  <a:pt x="547" y="653"/>
                </a:cubicBezTo>
                <a:cubicBezTo>
                  <a:pt x="350" y="504"/>
                  <a:pt x="350" y="504"/>
                  <a:pt x="350" y="504"/>
                </a:cubicBezTo>
                <a:cubicBezTo>
                  <a:pt x="344" y="500"/>
                  <a:pt x="337" y="500"/>
                  <a:pt x="332" y="504"/>
                </a:cubicBezTo>
                <a:cubicBezTo>
                  <a:pt x="133" y="653"/>
                  <a:pt x="133" y="653"/>
                  <a:pt x="133" y="653"/>
                </a:cubicBezTo>
                <a:cubicBezTo>
                  <a:pt x="207" y="432"/>
                  <a:pt x="207" y="432"/>
                  <a:pt x="207" y="432"/>
                </a:cubicBezTo>
                <a:cubicBezTo>
                  <a:pt x="209" y="427"/>
                  <a:pt x="207" y="420"/>
                  <a:pt x="202" y="417"/>
                </a:cubicBezTo>
                <a:cubicBezTo>
                  <a:pt x="57" y="296"/>
                  <a:pt x="57" y="296"/>
                  <a:pt x="57" y="296"/>
                </a:cubicBezTo>
                <a:cubicBezTo>
                  <a:pt x="252" y="296"/>
                  <a:pt x="252" y="296"/>
                  <a:pt x="252" y="296"/>
                </a:cubicBezTo>
                <a:cubicBezTo>
                  <a:pt x="258" y="296"/>
                  <a:pt x="264" y="292"/>
                  <a:pt x="265" y="285"/>
                </a:cubicBezTo>
                <a:cubicBezTo>
                  <a:pt x="340" y="62"/>
                  <a:pt x="340" y="62"/>
                  <a:pt x="340" y="62"/>
                </a:cubicBezTo>
                <a:cubicBezTo>
                  <a:pt x="415" y="285"/>
                  <a:pt x="415" y="285"/>
                  <a:pt x="415" y="285"/>
                </a:cubicBezTo>
                <a:cubicBezTo>
                  <a:pt x="417" y="292"/>
                  <a:pt x="423" y="296"/>
                  <a:pt x="428" y="296"/>
                </a:cubicBezTo>
                <a:cubicBezTo>
                  <a:pt x="623" y="296"/>
                  <a:pt x="623" y="296"/>
                  <a:pt x="623" y="296"/>
                </a:cubicBezTo>
                <a:lnTo>
                  <a:pt x="478" y="417"/>
                </a:lnTo>
                <a:close/>
              </a:path>
            </a:pathLst>
          </a:custGeom>
          <a:solidFill>
            <a:schemeClr val="tx2"/>
          </a:solidFill>
          <a:ln>
            <a:noFill/>
          </a:ln>
          <a:effectLst/>
        </p:spPr>
        <p:txBody>
          <a:bodyPr wrap="none" anchor="ctr"/>
          <a:lstStyle/>
          <a:p>
            <a:endParaRPr lang="da-DK">
              <a:solidFill>
                <a:schemeClr val="tx2"/>
              </a:solidFill>
            </a:endParaRPr>
          </a:p>
        </p:txBody>
      </p:sp>
      <p:grpSp>
        <p:nvGrpSpPr>
          <p:cNvPr id="522" name="Group 524">
            <a:extLst>
              <a:ext uri="{FF2B5EF4-FFF2-40B4-BE49-F238E27FC236}">
                <a16:creationId xmlns:a16="http://schemas.microsoft.com/office/drawing/2014/main" id="{CECE0323-BDF2-9FC0-0592-ACE3607440F8}"/>
              </a:ext>
            </a:extLst>
          </p:cNvPr>
          <p:cNvGrpSpPr/>
          <p:nvPr/>
        </p:nvGrpSpPr>
        <p:grpSpPr>
          <a:xfrm>
            <a:off x="1202258" y="4697834"/>
            <a:ext cx="244475" cy="244475"/>
            <a:chOff x="46038" y="5016500"/>
            <a:chExt cx="244475" cy="244475"/>
          </a:xfrm>
          <a:solidFill>
            <a:schemeClr val="tx2"/>
          </a:solidFill>
        </p:grpSpPr>
        <p:sp>
          <p:nvSpPr>
            <p:cNvPr id="523" name="Freeform 435">
              <a:extLst>
                <a:ext uri="{FF2B5EF4-FFF2-40B4-BE49-F238E27FC236}">
                  <a16:creationId xmlns:a16="http://schemas.microsoft.com/office/drawing/2014/main" id="{B555795A-0A5B-19C5-B451-58729058E1B6}"/>
                </a:ext>
              </a:extLst>
            </p:cNvPr>
            <p:cNvSpPr>
              <a:spLocks noChangeArrowheads="1"/>
            </p:cNvSpPr>
            <p:nvPr/>
          </p:nvSpPr>
          <p:spPr bwMode="auto">
            <a:xfrm>
              <a:off x="46038" y="5016500"/>
              <a:ext cx="244475" cy="244475"/>
            </a:xfrm>
            <a:custGeom>
              <a:avLst/>
              <a:gdLst>
                <a:gd name="T0" fmla="*/ 82 w 679"/>
                <a:gd name="T1" fmla="*/ 263 h 680"/>
                <a:gd name="T2" fmla="*/ 0 w 679"/>
                <a:gd name="T3" fmla="*/ 310 h 680"/>
                <a:gd name="T4" fmla="*/ 73 w 679"/>
                <a:gd name="T5" fmla="*/ 413 h 680"/>
                <a:gd name="T6" fmla="*/ 102 w 679"/>
                <a:gd name="T7" fmla="*/ 459 h 680"/>
                <a:gd name="T8" fmla="*/ 79 w 679"/>
                <a:gd name="T9" fmla="*/ 496 h 680"/>
                <a:gd name="T10" fmla="*/ 120 w 679"/>
                <a:gd name="T11" fmla="*/ 600 h 680"/>
                <a:gd name="T12" fmla="*/ 203 w 679"/>
                <a:gd name="T13" fmla="*/ 579 h 680"/>
                <a:gd name="T14" fmla="*/ 220 w 679"/>
                <a:gd name="T15" fmla="*/ 576 h 680"/>
                <a:gd name="T16" fmla="*/ 265 w 679"/>
                <a:gd name="T17" fmla="*/ 605 h 680"/>
                <a:gd name="T18" fmla="*/ 369 w 679"/>
                <a:gd name="T19" fmla="*/ 679 h 680"/>
                <a:gd name="T20" fmla="*/ 414 w 679"/>
                <a:gd name="T21" fmla="*/ 597 h 680"/>
                <a:gd name="T22" fmla="*/ 464 w 679"/>
                <a:gd name="T23" fmla="*/ 575 h 680"/>
                <a:gd name="T24" fmla="*/ 526 w 679"/>
                <a:gd name="T25" fmla="*/ 614 h 680"/>
                <a:gd name="T26" fmla="*/ 612 w 679"/>
                <a:gd name="T27" fmla="*/ 527 h 680"/>
                <a:gd name="T28" fmla="*/ 575 w 679"/>
                <a:gd name="T29" fmla="*/ 464 h 680"/>
                <a:gd name="T30" fmla="*/ 595 w 679"/>
                <a:gd name="T31" fmla="*/ 416 h 680"/>
                <a:gd name="T32" fmla="*/ 678 w 679"/>
                <a:gd name="T33" fmla="*/ 369 h 680"/>
                <a:gd name="T34" fmla="*/ 604 w 679"/>
                <a:gd name="T35" fmla="*/ 266 h 680"/>
                <a:gd name="T36" fmla="*/ 576 w 679"/>
                <a:gd name="T37" fmla="*/ 220 h 680"/>
                <a:gd name="T38" fmla="*/ 600 w 679"/>
                <a:gd name="T39" fmla="*/ 184 h 680"/>
                <a:gd name="T40" fmla="*/ 558 w 679"/>
                <a:gd name="T41" fmla="*/ 79 h 680"/>
                <a:gd name="T42" fmla="*/ 474 w 679"/>
                <a:gd name="T43" fmla="*/ 100 h 680"/>
                <a:gd name="T44" fmla="*/ 421 w 679"/>
                <a:gd name="T45" fmla="*/ 87 h 680"/>
                <a:gd name="T46" fmla="*/ 413 w 679"/>
                <a:gd name="T47" fmla="*/ 45 h 680"/>
                <a:gd name="T48" fmla="*/ 265 w 679"/>
                <a:gd name="T49" fmla="*/ 45 h 680"/>
                <a:gd name="T50" fmla="*/ 256 w 679"/>
                <a:gd name="T51" fmla="*/ 87 h 680"/>
                <a:gd name="T52" fmla="*/ 203 w 679"/>
                <a:gd name="T53" fmla="*/ 100 h 680"/>
                <a:gd name="T54" fmla="*/ 120 w 679"/>
                <a:gd name="T55" fmla="*/ 79 h 680"/>
                <a:gd name="T56" fmla="*/ 79 w 679"/>
                <a:gd name="T57" fmla="*/ 184 h 680"/>
                <a:gd name="T58" fmla="*/ 102 w 679"/>
                <a:gd name="T59" fmla="*/ 220 h 680"/>
                <a:gd name="T60" fmla="*/ 120 w 679"/>
                <a:gd name="T61" fmla="*/ 183 h 680"/>
                <a:gd name="T62" fmla="*/ 100 w 679"/>
                <a:gd name="T63" fmla="*/ 141 h 680"/>
                <a:gd name="T64" fmla="*/ 162 w 679"/>
                <a:gd name="T65" fmla="*/ 100 h 680"/>
                <a:gd name="T66" fmla="*/ 232 w 679"/>
                <a:gd name="T67" fmla="*/ 129 h 680"/>
                <a:gd name="T68" fmla="*/ 294 w 679"/>
                <a:gd name="T69" fmla="*/ 74 h 680"/>
                <a:gd name="T70" fmla="*/ 369 w 679"/>
                <a:gd name="T71" fmla="*/ 31 h 680"/>
                <a:gd name="T72" fmla="*/ 391 w 679"/>
                <a:gd name="T73" fmla="*/ 100 h 680"/>
                <a:gd name="T74" fmla="*/ 464 w 679"/>
                <a:gd name="T75" fmla="*/ 134 h 680"/>
                <a:gd name="T76" fmla="*/ 526 w 679"/>
                <a:gd name="T77" fmla="*/ 96 h 680"/>
                <a:gd name="T78" fmla="*/ 583 w 679"/>
                <a:gd name="T79" fmla="*/ 152 h 680"/>
                <a:gd name="T80" fmla="*/ 544 w 679"/>
                <a:gd name="T81" fmla="*/ 214 h 680"/>
                <a:gd name="T82" fmla="*/ 579 w 679"/>
                <a:gd name="T83" fmla="*/ 288 h 680"/>
                <a:gd name="T84" fmla="*/ 648 w 679"/>
                <a:gd name="T85" fmla="*/ 310 h 680"/>
                <a:gd name="T86" fmla="*/ 604 w 679"/>
                <a:gd name="T87" fmla="*/ 384 h 680"/>
                <a:gd name="T88" fmla="*/ 550 w 679"/>
                <a:gd name="T89" fmla="*/ 445 h 680"/>
                <a:gd name="T90" fmla="*/ 579 w 679"/>
                <a:gd name="T91" fmla="*/ 517 h 680"/>
                <a:gd name="T92" fmla="*/ 536 w 679"/>
                <a:gd name="T93" fmla="*/ 579 h 680"/>
                <a:gd name="T94" fmla="*/ 495 w 679"/>
                <a:gd name="T95" fmla="*/ 558 h 680"/>
                <a:gd name="T96" fmla="*/ 412 w 679"/>
                <a:gd name="T97" fmla="*/ 564 h 680"/>
                <a:gd name="T98" fmla="*/ 383 w 679"/>
                <a:gd name="T99" fmla="*/ 634 h 680"/>
                <a:gd name="T100" fmla="*/ 294 w 679"/>
                <a:gd name="T101" fmla="*/ 634 h 680"/>
                <a:gd name="T102" fmla="*/ 265 w 679"/>
                <a:gd name="T103" fmla="*/ 564 h 680"/>
                <a:gd name="T104" fmla="*/ 214 w 679"/>
                <a:gd name="T105" fmla="*/ 546 h 680"/>
                <a:gd name="T106" fmla="*/ 152 w 679"/>
                <a:gd name="T107" fmla="*/ 583 h 680"/>
                <a:gd name="T108" fmla="*/ 95 w 679"/>
                <a:gd name="T109" fmla="*/ 527 h 680"/>
                <a:gd name="T110" fmla="*/ 133 w 679"/>
                <a:gd name="T111" fmla="*/ 464 h 680"/>
                <a:gd name="T112" fmla="*/ 98 w 679"/>
                <a:gd name="T113" fmla="*/ 391 h 680"/>
                <a:gd name="T114" fmla="*/ 29 w 679"/>
                <a:gd name="T115" fmla="*/ 369 h 680"/>
                <a:gd name="T116" fmla="*/ 73 w 679"/>
                <a:gd name="T117" fmla="*/ 296 h 680"/>
                <a:gd name="T118" fmla="*/ 129 w 679"/>
                <a:gd name="T119" fmla="*/ 234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9" h="680">
                  <a:moveTo>
                    <a:pt x="87" y="257"/>
                  </a:moveTo>
                  <a:lnTo>
                    <a:pt x="87" y="257"/>
                  </a:lnTo>
                  <a:cubicBezTo>
                    <a:pt x="86" y="260"/>
                    <a:pt x="84" y="261"/>
                    <a:pt x="82" y="263"/>
                  </a:cubicBezTo>
                  <a:cubicBezTo>
                    <a:pt x="80" y="266"/>
                    <a:pt x="76" y="266"/>
                    <a:pt x="73" y="266"/>
                  </a:cubicBezTo>
                  <a:cubicBezTo>
                    <a:pt x="44" y="266"/>
                    <a:pt x="44" y="266"/>
                    <a:pt x="44" y="266"/>
                  </a:cubicBezTo>
                  <a:cubicBezTo>
                    <a:pt x="19" y="266"/>
                    <a:pt x="0" y="286"/>
                    <a:pt x="0" y="310"/>
                  </a:cubicBezTo>
                  <a:cubicBezTo>
                    <a:pt x="0" y="369"/>
                    <a:pt x="0" y="369"/>
                    <a:pt x="0" y="369"/>
                  </a:cubicBezTo>
                  <a:cubicBezTo>
                    <a:pt x="0" y="394"/>
                    <a:pt x="19" y="413"/>
                    <a:pt x="44" y="413"/>
                  </a:cubicBezTo>
                  <a:cubicBezTo>
                    <a:pt x="73" y="413"/>
                    <a:pt x="73" y="413"/>
                    <a:pt x="73" y="413"/>
                  </a:cubicBezTo>
                  <a:cubicBezTo>
                    <a:pt x="76" y="413"/>
                    <a:pt x="80" y="415"/>
                    <a:pt x="82" y="416"/>
                  </a:cubicBezTo>
                  <a:cubicBezTo>
                    <a:pt x="84" y="417"/>
                    <a:pt x="86" y="420"/>
                    <a:pt x="87" y="423"/>
                  </a:cubicBezTo>
                  <a:cubicBezTo>
                    <a:pt x="91" y="435"/>
                    <a:pt x="97" y="448"/>
                    <a:pt x="102" y="459"/>
                  </a:cubicBezTo>
                  <a:cubicBezTo>
                    <a:pt x="104" y="460"/>
                    <a:pt x="104" y="463"/>
                    <a:pt x="104" y="464"/>
                  </a:cubicBezTo>
                  <a:cubicBezTo>
                    <a:pt x="104" y="469"/>
                    <a:pt x="102" y="473"/>
                    <a:pt x="100" y="475"/>
                  </a:cubicBezTo>
                  <a:cubicBezTo>
                    <a:pt x="79" y="496"/>
                    <a:pt x="79" y="496"/>
                    <a:pt x="79" y="496"/>
                  </a:cubicBezTo>
                  <a:cubicBezTo>
                    <a:pt x="71" y="504"/>
                    <a:pt x="65" y="516"/>
                    <a:pt x="65" y="527"/>
                  </a:cubicBezTo>
                  <a:cubicBezTo>
                    <a:pt x="65" y="539"/>
                    <a:pt x="71" y="550"/>
                    <a:pt x="79" y="558"/>
                  </a:cubicBezTo>
                  <a:cubicBezTo>
                    <a:pt x="120" y="600"/>
                    <a:pt x="120" y="600"/>
                    <a:pt x="120" y="600"/>
                  </a:cubicBezTo>
                  <a:cubicBezTo>
                    <a:pt x="129" y="608"/>
                    <a:pt x="140" y="614"/>
                    <a:pt x="152" y="614"/>
                  </a:cubicBezTo>
                  <a:cubicBezTo>
                    <a:pt x="163" y="614"/>
                    <a:pt x="174" y="608"/>
                    <a:pt x="182" y="600"/>
                  </a:cubicBezTo>
                  <a:cubicBezTo>
                    <a:pt x="203" y="579"/>
                    <a:pt x="203" y="579"/>
                    <a:pt x="203" y="579"/>
                  </a:cubicBezTo>
                  <a:cubicBezTo>
                    <a:pt x="206" y="576"/>
                    <a:pt x="210" y="575"/>
                    <a:pt x="214" y="575"/>
                  </a:cubicBezTo>
                  <a:cubicBezTo>
                    <a:pt x="216" y="575"/>
                    <a:pt x="218" y="575"/>
                    <a:pt x="220" y="576"/>
                  </a:cubicBezTo>
                  <a:lnTo>
                    <a:pt x="220" y="576"/>
                  </a:lnTo>
                  <a:cubicBezTo>
                    <a:pt x="231" y="582"/>
                    <a:pt x="243" y="587"/>
                    <a:pt x="256" y="591"/>
                  </a:cubicBezTo>
                  <a:cubicBezTo>
                    <a:pt x="258" y="593"/>
                    <a:pt x="261" y="594"/>
                    <a:pt x="263" y="597"/>
                  </a:cubicBezTo>
                  <a:cubicBezTo>
                    <a:pt x="264" y="598"/>
                    <a:pt x="265" y="603"/>
                    <a:pt x="265" y="605"/>
                  </a:cubicBezTo>
                  <a:cubicBezTo>
                    <a:pt x="265" y="634"/>
                    <a:pt x="265" y="634"/>
                    <a:pt x="265" y="634"/>
                  </a:cubicBezTo>
                  <a:cubicBezTo>
                    <a:pt x="265" y="659"/>
                    <a:pt x="285" y="679"/>
                    <a:pt x="309" y="679"/>
                  </a:cubicBezTo>
                  <a:cubicBezTo>
                    <a:pt x="369" y="679"/>
                    <a:pt x="369" y="679"/>
                    <a:pt x="369" y="679"/>
                  </a:cubicBezTo>
                  <a:cubicBezTo>
                    <a:pt x="392" y="679"/>
                    <a:pt x="413" y="659"/>
                    <a:pt x="413" y="634"/>
                  </a:cubicBezTo>
                  <a:cubicBezTo>
                    <a:pt x="413" y="605"/>
                    <a:pt x="413" y="605"/>
                    <a:pt x="413" y="605"/>
                  </a:cubicBezTo>
                  <a:cubicBezTo>
                    <a:pt x="413" y="603"/>
                    <a:pt x="413" y="598"/>
                    <a:pt x="414" y="597"/>
                  </a:cubicBezTo>
                  <a:cubicBezTo>
                    <a:pt x="417" y="594"/>
                    <a:pt x="419" y="593"/>
                    <a:pt x="421" y="591"/>
                  </a:cubicBezTo>
                  <a:cubicBezTo>
                    <a:pt x="434" y="587"/>
                    <a:pt x="446" y="582"/>
                    <a:pt x="459" y="576"/>
                  </a:cubicBezTo>
                  <a:cubicBezTo>
                    <a:pt x="460" y="575"/>
                    <a:pt x="461" y="575"/>
                    <a:pt x="464" y="575"/>
                  </a:cubicBezTo>
                  <a:cubicBezTo>
                    <a:pt x="467" y="575"/>
                    <a:pt x="471" y="576"/>
                    <a:pt x="474" y="579"/>
                  </a:cubicBezTo>
                  <a:cubicBezTo>
                    <a:pt x="495" y="600"/>
                    <a:pt x="495" y="600"/>
                    <a:pt x="495" y="600"/>
                  </a:cubicBezTo>
                  <a:cubicBezTo>
                    <a:pt x="504" y="608"/>
                    <a:pt x="515" y="614"/>
                    <a:pt x="526" y="614"/>
                  </a:cubicBezTo>
                  <a:cubicBezTo>
                    <a:pt x="537" y="614"/>
                    <a:pt x="548" y="608"/>
                    <a:pt x="558" y="600"/>
                  </a:cubicBezTo>
                  <a:cubicBezTo>
                    <a:pt x="600" y="558"/>
                    <a:pt x="600" y="558"/>
                    <a:pt x="600" y="558"/>
                  </a:cubicBezTo>
                  <a:cubicBezTo>
                    <a:pt x="608" y="550"/>
                    <a:pt x="612" y="539"/>
                    <a:pt x="612" y="527"/>
                  </a:cubicBezTo>
                  <a:cubicBezTo>
                    <a:pt x="612" y="516"/>
                    <a:pt x="608" y="504"/>
                    <a:pt x="600" y="496"/>
                  </a:cubicBezTo>
                  <a:cubicBezTo>
                    <a:pt x="579" y="475"/>
                    <a:pt x="579" y="475"/>
                    <a:pt x="579" y="475"/>
                  </a:cubicBezTo>
                  <a:cubicBezTo>
                    <a:pt x="576" y="473"/>
                    <a:pt x="575" y="469"/>
                    <a:pt x="575" y="464"/>
                  </a:cubicBezTo>
                  <a:cubicBezTo>
                    <a:pt x="575" y="463"/>
                    <a:pt x="575" y="460"/>
                    <a:pt x="576" y="459"/>
                  </a:cubicBezTo>
                  <a:cubicBezTo>
                    <a:pt x="582" y="448"/>
                    <a:pt x="587" y="435"/>
                    <a:pt x="591" y="423"/>
                  </a:cubicBezTo>
                  <a:cubicBezTo>
                    <a:pt x="591" y="420"/>
                    <a:pt x="593" y="417"/>
                    <a:pt x="595" y="416"/>
                  </a:cubicBezTo>
                  <a:cubicBezTo>
                    <a:pt x="598" y="415"/>
                    <a:pt x="601" y="413"/>
                    <a:pt x="604" y="413"/>
                  </a:cubicBezTo>
                  <a:cubicBezTo>
                    <a:pt x="634" y="413"/>
                    <a:pt x="634" y="413"/>
                    <a:pt x="634" y="413"/>
                  </a:cubicBezTo>
                  <a:cubicBezTo>
                    <a:pt x="658" y="413"/>
                    <a:pt x="678" y="394"/>
                    <a:pt x="678" y="369"/>
                  </a:cubicBezTo>
                  <a:cubicBezTo>
                    <a:pt x="678" y="310"/>
                    <a:pt x="678" y="310"/>
                    <a:pt x="678" y="310"/>
                  </a:cubicBezTo>
                  <a:cubicBezTo>
                    <a:pt x="678" y="286"/>
                    <a:pt x="658" y="266"/>
                    <a:pt x="634" y="266"/>
                  </a:cubicBezTo>
                  <a:cubicBezTo>
                    <a:pt x="604" y="266"/>
                    <a:pt x="604" y="266"/>
                    <a:pt x="604" y="266"/>
                  </a:cubicBezTo>
                  <a:cubicBezTo>
                    <a:pt x="601" y="266"/>
                    <a:pt x="598" y="266"/>
                    <a:pt x="595" y="263"/>
                  </a:cubicBezTo>
                  <a:cubicBezTo>
                    <a:pt x="593" y="261"/>
                    <a:pt x="591" y="260"/>
                    <a:pt x="591" y="257"/>
                  </a:cubicBezTo>
                  <a:cubicBezTo>
                    <a:pt x="587" y="245"/>
                    <a:pt x="582" y="232"/>
                    <a:pt x="576" y="220"/>
                  </a:cubicBezTo>
                  <a:cubicBezTo>
                    <a:pt x="575" y="219"/>
                    <a:pt x="575" y="217"/>
                    <a:pt x="575" y="214"/>
                  </a:cubicBezTo>
                  <a:cubicBezTo>
                    <a:pt x="575" y="212"/>
                    <a:pt x="576" y="208"/>
                    <a:pt x="579" y="205"/>
                  </a:cubicBezTo>
                  <a:cubicBezTo>
                    <a:pt x="600" y="184"/>
                    <a:pt x="600" y="184"/>
                    <a:pt x="600" y="184"/>
                  </a:cubicBezTo>
                  <a:cubicBezTo>
                    <a:pt x="608" y="174"/>
                    <a:pt x="612" y="163"/>
                    <a:pt x="612" y="152"/>
                  </a:cubicBezTo>
                  <a:cubicBezTo>
                    <a:pt x="612" y="141"/>
                    <a:pt x="608" y="130"/>
                    <a:pt x="600" y="121"/>
                  </a:cubicBezTo>
                  <a:cubicBezTo>
                    <a:pt x="558" y="79"/>
                    <a:pt x="558" y="79"/>
                    <a:pt x="558" y="79"/>
                  </a:cubicBezTo>
                  <a:cubicBezTo>
                    <a:pt x="548" y="71"/>
                    <a:pt x="537" y="67"/>
                    <a:pt x="526" y="67"/>
                  </a:cubicBezTo>
                  <a:cubicBezTo>
                    <a:pt x="515" y="67"/>
                    <a:pt x="504" y="71"/>
                    <a:pt x="495" y="79"/>
                  </a:cubicBezTo>
                  <a:cubicBezTo>
                    <a:pt x="474" y="100"/>
                    <a:pt x="474" y="100"/>
                    <a:pt x="474" y="100"/>
                  </a:cubicBezTo>
                  <a:cubicBezTo>
                    <a:pt x="471" y="103"/>
                    <a:pt x="467" y="104"/>
                    <a:pt x="464" y="104"/>
                  </a:cubicBezTo>
                  <a:cubicBezTo>
                    <a:pt x="461" y="104"/>
                    <a:pt x="460" y="104"/>
                    <a:pt x="459" y="103"/>
                  </a:cubicBezTo>
                  <a:cubicBezTo>
                    <a:pt x="446" y="97"/>
                    <a:pt x="434" y="92"/>
                    <a:pt x="421" y="87"/>
                  </a:cubicBezTo>
                  <a:cubicBezTo>
                    <a:pt x="419" y="87"/>
                    <a:pt x="417" y="85"/>
                    <a:pt x="414" y="83"/>
                  </a:cubicBezTo>
                  <a:cubicBezTo>
                    <a:pt x="413" y="80"/>
                    <a:pt x="413" y="78"/>
                    <a:pt x="413" y="74"/>
                  </a:cubicBezTo>
                  <a:cubicBezTo>
                    <a:pt x="413" y="45"/>
                    <a:pt x="413" y="45"/>
                    <a:pt x="413" y="45"/>
                  </a:cubicBezTo>
                  <a:cubicBezTo>
                    <a:pt x="413" y="21"/>
                    <a:pt x="392" y="0"/>
                    <a:pt x="369" y="0"/>
                  </a:cubicBezTo>
                  <a:cubicBezTo>
                    <a:pt x="309" y="0"/>
                    <a:pt x="309" y="0"/>
                    <a:pt x="309" y="0"/>
                  </a:cubicBezTo>
                  <a:cubicBezTo>
                    <a:pt x="285" y="0"/>
                    <a:pt x="265" y="21"/>
                    <a:pt x="265" y="45"/>
                  </a:cubicBezTo>
                  <a:cubicBezTo>
                    <a:pt x="265" y="74"/>
                    <a:pt x="265" y="74"/>
                    <a:pt x="265" y="74"/>
                  </a:cubicBezTo>
                  <a:cubicBezTo>
                    <a:pt x="265" y="78"/>
                    <a:pt x="264" y="80"/>
                    <a:pt x="263" y="83"/>
                  </a:cubicBezTo>
                  <a:cubicBezTo>
                    <a:pt x="261" y="85"/>
                    <a:pt x="258" y="87"/>
                    <a:pt x="256" y="87"/>
                  </a:cubicBezTo>
                  <a:cubicBezTo>
                    <a:pt x="243" y="92"/>
                    <a:pt x="231" y="97"/>
                    <a:pt x="220" y="103"/>
                  </a:cubicBezTo>
                  <a:cubicBezTo>
                    <a:pt x="218" y="104"/>
                    <a:pt x="216" y="104"/>
                    <a:pt x="214" y="104"/>
                  </a:cubicBezTo>
                  <a:cubicBezTo>
                    <a:pt x="210" y="104"/>
                    <a:pt x="206" y="103"/>
                    <a:pt x="203" y="100"/>
                  </a:cubicBezTo>
                  <a:cubicBezTo>
                    <a:pt x="182" y="79"/>
                    <a:pt x="182" y="79"/>
                    <a:pt x="182" y="79"/>
                  </a:cubicBezTo>
                  <a:cubicBezTo>
                    <a:pt x="174" y="71"/>
                    <a:pt x="163" y="67"/>
                    <a:pt x="152" y="67"/>
                  </a:cubicBezTo>
                  <a:cubicBezTo>
                    <a:pt x="140" y="67"/>
                    <a:pt x="129" y="71"/>
                    <a:pt x="120" y="79"/>
                  </a:cubicBezTo>
                  <a:cubicBezTo>
                    <a:pt x="79" y="121"/>
                    <a:pt x="79" y="121"/>
                    <a:pt x="79" y="121"/>
                  </a:cubicBezTo>
                  <a:cubicBezTo>
                    <a:pt x="71" y="130"/>
                    <a:pt x="65" y="141"/>
                    <a:pt x="65" y="152"/>
                  </a:cubicBezTo>
                  <a:cubicBezTo>
                    <a:pt x="65" y="163"/>
                    <a:pt x="71" y="174"/>
                    <a:pt x="79" y="184"/>
                  </a:cubicBezTo>
                  <a:cubicBezTo>
                    <a:pt x="100" y="205"/>
                    <a:pt x="100" y="205"/>
                    <a:pt x="100" y="205"/>
                  </a:cubicBezTo>
                  <a:cubicBezTo>
                    <a:pt x="102" y="208"/>
                    <a:pt x="104" y="212"/>
                    <a:pt x="104" y="214"/>
                  </a:cubicBezTo>
                  <a:cubicBezTo>
                    <a:pt x="104" y="217"/>
                    <a:pt x="104" y="219"/>
                    <a:pt x="102" y="220"/>
                  </a:cubicBezTo>
                  <a:cubicBezTo>
                    <a:pt x="97" y="232"/>
                    <a:pt x="91" y="245"/>
                    <a:pt x="87" y="257"/>
                  </a:cubicBezTo>
                  <a:close/>
                  <a:moveTo>
                    <a:pt x="120" y="183"/>
                  </a:moveTo>
                  <a:lnTo>
                    <a:pt x="120" y="183"/>
                  </a:lnTo>
                  <a:cubicBezTo>
                    <a:pt x="100" y="163"/>
                    <a:pt x="100" y="163"/>
                    <a:pt x="100" y="163"/>
                  </a:cubicBezTo>
                  <a:cubicBezTo>
                    <a:pt x="97" y="159"/>
                    <a:pt x="95" y="156"/>
                    <a:pt x="95" y="152"/>
                  </a:cubicBezTo>
                  <a:cubicBezTo>
                    <a:pt x="95" y="148"/>
                    <a:pt x="97" y="145"/>
                    <a:pt x="100" y="141"/>
                  </a:cubicBezTo>
                  <a:cubicBezTo>
                    <a:pt x="141" y="100"/>
                    <a:pt x="141" y="100"/>
                    <a:pt x="141" y="100"/>
                  </a:cubicBezTo>
                  <a:cubicBezTo>
                    <a:pt x="144" y="97"/>
                    <a:pt x="148" y="96"/>
                    <a:pt x="152" y="96"/>
                  </a:cubicBezTo>
                  <a:cubicBezTo>
                    <a:pt x="155" y="96"/>
                    <a:pt x="159" y="97"/>
                    <a:pt x="162" y="100"/>
                  </a:cubicBezTo>
                  <a:cubicBezTo>
                    <a:pt x="182" y="121"/>
                    <a:pt x="182" y="121"/>
                    <a:pt x="182" y="121"/>
                  </a:cubicBezTo>
                  <a:cubicBezTo>
                    <a:pt x="191" y="129"/>
                    <a:pt x="202" y="134"/>
                    <a:pt x="214" y="134"/>
                  </a:cubicBezTo>
                  <a:cubicBezTo>
                    <a:pt x="220" y="134"/>
                    <a:pt x="227" y="133"/>
                    <a:pt x="232" y="129"/>
                  </a:cubicBezTo>
                  <a:cubicBezTo>
                    <a:pt x="243" y="125"/>
                    <a:pt x="254" y="119"/>
                    <a:pt x="265" y="116"/>
                  </a:cubicBezTo>
                  <a:cubicBezTo>
                    <a:pt x="275" y="112"/>
                    <a:pt x="282" y="107"/>
                    <a:pt x="287" y="100"/>
                  </a:cubicBezTo>
                  <a:cubicBezTo>
                    <a:pt x="292" y="92"/>
                    <a:pt x="294" y="83"/>
                    <a:pt x="294" y="74"/>
                  </a:cubicBezTo>
                  <a:cubicBezTo>
                    <a:pt x="294" y="45"/>
                    <a:pt x="294" y="45"/>
                    <a:pt x="294" y="45"/>
                  </a:cubicBezTo>
                  <a:cubicBezTo>
                    <a:pt x="294" y="36"/>
                    <a:pt x="301" y="31"/>
                    <a:pt x="309" y="31"/>
                  </a:cubicBezTo>
                  <a:cubicBezTo>
                    <a:pt x="369" y="31"/>
                    <a:pt x="369" y="31"/>
                    <a:pt x="369" y="31"/>
                  </a:cubicBezTo>
                  <a:cubicBezTo>
                    <a:pt x="376" y="31"/>
                    <a:pt x="383" y="36"/>
                    <a:pt x="383" y="45"/>
                  </a:cubicBezTo>
                  <a:cubicBezTo>
                    <a:pt x="383" y="74"/>
                    <a:pt x="383" y="74"/>
                    <a:pt x="383" y="74"/>
                  </a:cubicBezTo>
                  <a:cubicBezTo>
                    <a:pt x="383" y="83"/>
                    <a:pt x="385" y="92"/>
                    <a:pt x="391" y="100"/>
                  </a:cubicBezTo>
                  <a:cubicBezTo>
                    <a:pt x="397" y="107"/>
                    <a:pt x="403" y="112"/>
                    <a:pt x="412" y="116"/>
                  </a:cubicBezTo>
                  <a:cubicBezTo>
                    <a:pt x="424" y="119"/>
                    <a:pt x="434" y="125"/>
                    <a:pt x="445" y="129"/>
                  </a:cubicBezTo>
                  <a:cubicBezTo>
                    <a:pt x="450" y="133"/>
                    <a:pt x="457" y="134"/>
                    <a:pt x="464" y="134"/>
                  </a:cubicBezTo>
                  <a:cubicBezTo>
                    <a:pt x="475" y="134"/>
                    <a:pt x="486" y="129"/>
                    <a:pt x="495" y="121"/>
                  </a:cubicBezTo>
                  <a:cubicBezTo>
                    <a:pt x="515" y="100"/>
                    <a:pt x="515" y="100"/>
                    <a:pt x="515" y="100"/>
                  </a:cubicBezTo>
                  <a:cubicBezTo>
                    <a:pt x="518" y="97"/>
                    <a:pt x="522" y="96"/>
                    <a:pt x="526" y="96"/>
                  </a:cubicBezTo>
                  <a:cubicBezTo>
                    <a:pt x="530" y="96"/>
                    <a:pt x="533" y="97"/>
                    <a:pt x="536" y="100"/>
                  </a:cubicBezTo>
                  <a:cubicBezTo>
                    <a:pt x="579" y="141"/>
                    <a:pt x="579" y="141"/>
                    <a:pt x="579" y="141"/>
                  </a:cubicBezTo>
                  <a:cubicBezTo>
                    <a:pt x="582" y="145"/>
                    <a:pt x="583" y="148"/>
                    <a:pt x="583" y="152"/>
                  </a:cubicBezTo>
                  <a:cubicBezTo>
                    <a:pt x="583" y="156"/>
                    <a:pt x="582" y="159"/>
                    <a:pt x="579" y="163"/>
                  </a:cubicBezTo>
                  <a:cubicBezTo>
                    <a:pt x="558" y="183"/>
                    <a:pt x="558" y="183"/>
                    <a:pt x="558" y="183"/>
                  </a:cubicBezTo>
                  <a:cubicBezTo>
                    <a:pt x="550" y="192"/>
                    <a:pt x="544" y="203"/>
                    <a:pt x="544" y="214"/>
                  </a:cubicBezTo>
                  <a:cubicBezTo>
                    <a:pt x="544" y="221"/>
                    <a:pt x="546" y="228"/>
                    <a:pt x="550" y="234"/>
                  </a:cubicBezTo>
                  <a:cubicBezTo>
                    <a:pt x="554" y="243"/>
                    <a:pt x="560" y="254"/>
                    <a:pt x="562" y="266"/>
                  </a:cubicBezTo>
                  <a:cubicBezTo>
                    <a:pt x="566" y="275"/>
                    <a:pt x="572" y="282"/>
                    <a:pt x="579" y="288"/>
                  </a:cubicBezTo>
                  <a:cubicBezTo>
                    <a:pt x="587" y="293"/>
                    <a:pt x="595" y="296"/>
                    <a:pt x="604" y="296"/>
                  </a:cubicBezTo>
                  <a:cubicBezTo>
                    <a:pt x="634" y="296"/>
                    <a:pt x="634" y="296"/>
                    <a:pt x="634" y="296"/>
                  </a:cubicBezTo>
                  <a:cubicBezTo>
                    <a:pt x="641" y="296"/>
                    <a:pt x="648" y="301"/>
                    <a:pt x="648" y="310"/>
                  </a:cubicBezTo>
                  <a:cubicBezTo>
                    <a:pt x="648" y="369"/>
                    <a:pt x="648" y="369"/>
                    <a:pt x="648" y="369"/>
                  </a:cubicBezTo>
                  <a:cubicBezTo>
                    <a:pt x="648" y="377"/>
                    <a:pt x="641" y="384"/>
                    <a:pt x="634" y="384"/>
                  </a:cubicBezTo>
                  <a:cubicBezTo>
                    <a:pt x="604" y="384"/>
                    <a:pt x="604" y="384"/>
                    <a:pt x="604" y="384"/>
                  </a:cubicBezTo>
                  <a:cubicBezTo>
                    <a:pt x="595" y="384"/>
                    <a:pt x="587" y="387"/>
                    <a:pt x="579" y="391"/>
                  </a:cubicBezTo>
                  <a:cubicBezTo>
                    <a:pt x="572" y="397"/>
                    <a:pt x="566" y="404"/>
                    <a:pt x="562" y="413"/>
                  </a:cubicBezTo>
                  <a:cubicBezTo>
                    <a:pt x="560" y="424"/>
                    <a:pt x="554" y="435"/>
                    <a:pt x="550" y="445"/>
                  </a:cubicBezTo>
                  <a:cubicBezTo>
                    <a:pt x="546" y="452"/>
                    <a:pt x="544" y="459"/>
                    <a:pt x="544" y="464"/>
                  </a:cubicBezTo>
                  <a:cubicBezTo>
                    <a:pt x="544" y="477"/>
                    <a:pt x="550" y="488"/>
                    <a:pt x="558" y="496"/>
                  </a:cubicBezTo>
                  <a:cubicBezTo>
                    <a:pt x="579" y="517"/>
                    <a:pt x="579" y="517"/>
                    <a:pt x="579" y="517"/>
                  </a:cubicBezTo>
                  <a:cubicBezTo>
                    <a:pt x="582" y="520"/>
                    <a:pt x="583" y="524"/>
                    <a:pt x="583" y="527"/>
                  </a:cubicBezTo>
                  <a:cubicBezTo>
                    <a:pt x="583" y="531"/>
                    <a:pt x="582" y="535"/>
                    <a:pt x="579" y="538"/>
                  </a:cubicBezTo>
                  <a:cubicBezTo>
                    <a:pt x="536" y="579"/>
                    <a:pt x="536" y="579"/>
                    <a:pt x="536" y="579"/>
                  </a:cubicBezTo>
                  <a:cubicBezTo>
                    <a:pt x="533" y="582"/>
                    <a:pt x="530" y="583"/>
                    <a:pt x="526" y="583"/>
                  </a:cubicBezTo>
                  <a:cubicBezTo>
                    <a:pt x="522" y="583"/>
                    <a:pt x="518" y="582"/>
                    <a:pt x="515" y="579"/>
                  </a:cubicBezTo>
                  <a:cubicBezTo>
                    <a:pt x="495" y="558"/>
                    <a:pt x="495" y="558"/>
                    <a:pt x="495" y="558"/>
                  </a:cubicBezTo>
                  <a:cubicBezTo>
                    <a:pt x="486" y="550"/>
                    <a:pt x="475" y="546"/>
                    <a:pt x="464" y="546"/>
                  </a:cubicBezTo>
                  <a:cubicBezTo>
                    <a:pt x="457" y="546"/>
                    <a:pt x="450" y="547"/>
                    <a:pt x="445" y="550"/>
                  </a:cubicBezTo>
                  <a:cubicBezTo>
                    <a:pt x="434" y="556"/>
                    <a:pt x="424" y="560"/>
                    <a:pt x="412" y="564"/>
                  </a:cubicBezTo>
                  <a:cubicBezTo>
                    <a:pt x="403" y="567"/>
                    <a:pt x="397" y="572"/>
                    <a:pt x="391" y="580"/>
                  </a:cubicBezTo>
                  <a:cubicBezTo>
                    <a:pt x="385" y="587"/>
                    <a:pt x="383" y="596"/>
                    <a:pt x="383" y="605"/>
                  </a:cubicBezTo>
                  <a:cubicBezTo>
                    <a:pt x="383" y="634"/>
                    <a:pt x="383" y="634"/>
                    <a:pt x="383" y="634"/>
                  </a:cubicBezTo>
                  <a:cubicBezTo>
                    <a:pt x="383" y="643"/>
                    <a:pt x="376" y="650"/>
                    <a:pt x="369" y="650"/>
                  </a:cubicBezTo>
                  <a:cubicBezTo>
                    <a:pt x="309" y="650"/>
                    <a:pt x="309" y="650"/>
                    <a:pt x="309" y="650"/>
                  </a:cubicBezTo>
                  <a:cubicBezTo>
                    <a:pt x="301" y="650"/>
                    <a:pt x="294" y="643"/>
                    <a:pt x="294" y="634"/>
                  </a:cubicBezTo>
                  <a:cubicBezTo>
                    <a:pt x="294" y="605"/>
                    <a:pt x="294" y="605"/>
                    <a:pt x="294" y="605"/>
                  </a:cubicBezTo>
                  <a:cubicBezTo>
                    <a:pt x="294" y="596"/>
                    <a:pt x="292" y="587"/>
                    <a:pt x="287" y="580"/>
                  </a:cubicBezTo>
                  <a:cubicBezTo>
                    <a:pt x="282" y="572"/>
                    <a:pt x="275" y="567"/>
                    <a:pt x="265" y="564"/>
                  </a:cubicBezTo>
                  <a:cubicBezTo>
                    <a:pt x="254" y="560"/>
                    <a:pt x="243" y="556"/>
                    <a:pt x="232" y="550"/>
                  </a:cubicBezTo>
                  <a:lnTo>
                    <a:pt x="232" y="550"/>
                  </a:lnTo>
                  <a:cubicBezTo>
                    <a:pt x="227" y="547"/>
                    <a:pt x="220" y="546"/>
                    <a:pt x="214" y="546"/>
                  </a:cubicBezTo>
                  <a:cubicBezTo>
                    <a:pt x="202" y="546"/>
                    <a:pt x="191" y="550"/>
                    <a:pt x="182" y="558"/>
                  </a:cubicBezTo>
                  <a:cubicBezTo>
                    <a:pt x="162" y="579"/>
                    <a:pt x="162" y="579"/>
                    <a:pt x="162" y="579"/>
                  </a:cubicBezTo>
                  <a:cubicBezTo>
                    <a:pt x="159" y="582"/>
                    <a:pt x="155" y="583"/>
                    <a:pt x="152" y="583"/>
                  </a:cubicBezTo>
                  <a:cubicBezTo>
                    <a:pt x="148" y="583"/>
                    <a:pt x="144" y="582"/>
                    <a:pt x="141" y="579"/>
                  </a:cubicBezTo>
                  <a:cubicBezTo>
                    <a:pt x="100" y="538"/>
                    <a:pt x="100" y="538"/>
                    <a:pt x="100" y="538"/>
                  </a:cubicBezTo>
                  <a:cubicBezTo>
                    <a:pt x="97" y="535"/>
                    <a:pt x="95" y="531"/>
                    <a:pt x="95" y="527"/>
                  </a:cubicBezTo>
                  <a:cubicBezTo>
                    <a:pt x="95" y="524"/>
                    <a:pt x="97" y="520"/>
                    <a:pt x="100" y="517"/>
                  </a:cubicBezTo>
                  <a:cubicBezTo>
                    <a:pt x="120" y="496"/>
                    <a:pt x="120" y="496"/>
                    <a:pt x="120" y="496"/>
                  </a:cubicBezTo>
                  <a:cubicBezTo>
                    <a:pt x="129" y="488"/>
                    <a:pt x="133" y="477"/>
                    <a:pt x="133" y="464"/>
                  </a:cubicBezTo>
                  <a:cubicBezTo>
                    <a:pt x="133" y="459"/>
                    <a:pt x="131" y="452"/>
                    <a:pt x="129" y="445"/>
                  </a:cubicBezTo>
                  <a:cubicBezTo>
                    <a:pt x="123" y="435"/>
                    <a:pt x="119" y="424"/>
                    <a:pt x="115" y="413"/>
                  </a:cubicBezTo>
                  <a:cubicBezTo>
                    <a:pt x="112" y="404"/>
                    <a:pt x="106" y="397"/>
                    <a:pt x="98" y="391"/>
                  </a:cubicBezTo>
                  <a:cubicBezTo>
                    <a:pt x="91" y="387"/>
                    <a:pt x="83" y="384"/>
                    <a:pt x="73" y="384"/>
                  </a:cubicBezTo>
                  <a:cubicBezTo>
                    <a:pt x="44" y="384"/>
                    <a:pt x="44" y="384"/>
                    <a:pt x="44" y="384"/>
                  </a:cubicBezTo>
                  <a:cubicBezTo>
                    <a:pt x="36" y="384"/>
                    <a:pt x="29" y="377"/>
                    <a:pt x="29" y="369"/>
                  </a:cubicBezTo>
                  <a:cubicBezTo>
                    <a:pt x="29" y="310"/>
                    <a:pt x="29" y="310"/>
                    <a:pt x="29" y="310"/>
                  </a:cubicBezTo>
                  <a:cubicBezTo>
                    <a:pt x="29" y="301"/>
                    <a:pt x="36" y="296"/>
                    <a:pt x="44" y="296"/>
                  </a:cubicBezTo>
                  <a:cubicBezTo>
                    <a:pt x="73" y="296"/>
                    <a:pt x="73" y="296"/>
                    <a:pt x="73" y="296"/>
                  </a:cubicBezTo>
                  <a:cubicBezTo>
                    <a:pt x="83" y="296"/>
                    <a:pt x="91" y="293"/>
                    <a:pt x="98" y="288"/>
                  </a:cubicBezTo>
                  <a:cubicBezTo>
                    <a:pt x="106" y="282"/>
                    <a:pt x="112" y="275"/>
                    <a:pt x="115" y="266"/>
                  </a:cubicBezTo>
                  <a:cubicBezTo>
                    <a:pt x="119" y="254"/>
                    <a:pt x="123" y="243"/>
                    <a:pt x="129" y="234"/>
                  </a:cubicBezTo>
                  <a:cubicBezTo>
                    <a:pt x="131" y="228"/>
                    <a:pt x="133" y="221"/>
                    <a:pt x="133" y="214"/>
                  </a:cubicBezTo>
                  <a:cubicBezTo>
                    <a:pt x="133" y="203"/>
                    <a:pt x="129" y="192"/>
                    <a:pt x="120" y="1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4" name="Freeform 436">
              <a:extLst>
                <a:ext uri="{FF2B5EF4-FFF2-40B4-BE49-F238E27FC236}">
                  <a16:creationId xmlns:a16="http://schemas.microsoft.com/office/drawing/2014/main" id="{89493BE3-C0D2-E7B3-765B-AD8B729B4C7B}"/>
                </a:ext>
              </a:extLst>
            </p:cNvPr>
            <p:cNvSpPr>
              <a:spLocks noChangeArrowheads="1"/>
            </p:cNvSpPr>
            <p:nvPr/>
          </p:nvSpPr>
          <p:spPr bwMode="auto">
            <a:xfrm>
              <a:off x="120650" y="5091113"/>
              <a:ext cx="95250" cy="95250"/>
            </a:xfrm>
            <a:custGeom>
              <a:avLst/>
              <a:gdLst>
                <a:gd name="T0" fmla="*/ 133 w 266"/>
                <a:gd name="T1" fmla="*/ 265 h 266"/>
                <a:gd name="T2" fmla="*/ 133 w 266"/>
                <a:gd name="T3" fmla="*/ 265 h 266"/>
                <a:gd name="T4" fmla="*/ 265 w 266"/>
                <a:gd name="T5" fmla="*/ 132 h 266"/>
                <a:gd name="T6" fmla="*/ 133 w 266"/>
                <a:gd name="T7" fmla="*/ 0 h 266"/>
                <a:gd name="T8" fmla="*/ 0 w 266"/>
                <a:gd name="T9" fmla="*/ 132 h 266"/>
                <a:gd name="T10" fmla="*/ 133 w 266"/>
                <a:gd name="T11" fmla="*/ 265 h 266"/>
                <a:gd name="T12" fmla="*/ 59 w 266"/>
                <a:gd name="T13" fmla="*/ 59 h 266"/>
                <a:gd name="T14" fmla="*/ 59 w 266"/>
                <a:gd name="T15" fmla="*/ 59 h 266"/>
                <a:gd name="T16" fmla="*/ 133 w 266"/>
                <a:gd name="T17" fmla="*/ 29 h 266"/>
                <a:gd name="T18" fmla="*/ 206 w 266"/>
                <a:gd name="T19" fmla="*/ 59 h 266"/>
                <a:gd name="T20" fmla="*/ 236 w 266"/>
                <a:gd name="T21" fmla="*/ 132 h 266"/>
                <a:gd name="T22" fmla="*/ 206 w 266"/>
                <a:gd name="T23" fmla="*/ 205 h 266"/>
                <a:gd name="T24" fmla="*/ 133 w 266"/>
                <a:gd name="T25" fmla="*/ 234 h 266"/>
                <a:gd name="T26" fmla="*/ 59 w 266"/>
                <a:gd name="T27" fmla="*/ 205 h 266"/>
                <a:gd name="T28" fmla="*/ 30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3" y="265"/>
                  </a:moveTo>
                  <a:lnTo>
                    <a:pt x="133" y="265"/>
                  </a:lnTo>
                  <a:cubicBezTo>
                    <a:pt x="206" y="265"/>
                    <a:pt x="265" y="205"/>
                    <a:pt x="265" y="132"/>
                  </a:cubicBezTo>
                  <a:cubicBezTo>
                    <a:pt x="265" y="59"/>
                    <a:pt x="206" y="0"/>
                    <a:pt x="133" y="0"/>
                  </a:cubicBezTo>
                  <a:cubicBezTo>
                    <a:pt x="59" y="0"/>
                    <a:pt x="0" y="59"/>
                    <a:pt x="0" y="132"/>
                  </a:cubicBezTo>
                  <a:cubicBezTo>
                    <a:pt x="0" y="205"/>
                    <a:pt x="59" y="265"/>
                    <a:pt x="133" y="265"/>
                  </a:cubicBezTo>
                  <a:close/>
                  <a:moveTo>
                    <a:pt x="59" y="59"/>
                  </a:moveTo>
                  <a:lnTo>
                    <a:pt x="59" y="59"/>
                  </a:lnTo>
                  <a:cubicBezTo>
                    <a:pt x="79" y="40"/>
                    <a:pt x="105" y="29"/>
                    <a:pt x="133" y="29"/>
                  </a:cubicBezTo>
                  <a:cubicBezTo>
                    <a:pt x="162" y="29"/>
                    <a:pt x="186" y="40"/>
                    <a:pt x="206" y="59"/>
                  </a:cubicBezTo>
                  <a:cubicBezTo>
                    <a:pt x="225" y="77"/>
                    <a:pt x="236" y="103"/>
                    <a:pt x="236" y="132"/>
                  </a:cubicBezTo>
                  <a:cubicBezTo>
                    <a:pt x="236" y="160"/>
                    <a:pt x="225" y="186"/>
                    <a:pt x="206" y="205"/>
                  </a:cubicBezTo>
                  <a:cubicBezTo>
                    <a:pt x="186" y="223"/>
                    <a:pt x="162" y="234"/>
                    <a:pt x="133" y="234"/>
                  </a:cubicBezTo>
                  <a:cubicBezTo>
                    <a:pt x="105" y="234"/>
                    <a:pt x="79" y="223"/>
                    <a:pt x="59" y="205"/>
                  </a:cubicBezTo>
                  <a:cubicBezTo>
                    <a:pt x="41" y="186"/>
                    <a:pt x="30" y="160"/>
                    <a:pt x="30" y="132"/>
                  </a:cubicBezTo>
                  <a:cubicBezTo>
                    <a:pt x="30" y="103"/>
                    <a:pt x="41"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5" name="Group 527">
            <a:extLst>
              <a:ext uri="{FF2B5EF4-FFF2-40B4-BE49-F238E27FC236}">
                <a16:creationId xmlns:a16="http://schemas.microsoft.com/office/drawing/2014/main" id="{7AB8ED64-9189-B43D-DB65-96C12412A7BA}"/>
              </a:ext>
            </a:extLst>
          </p:cNvPr>
          <p:cNvGrpSpPr/>
          <p:nvPr/>
        </p:nvGrpSpPr>
        <p:grpSpPr>
          <a:xfrm>
            <a:off x="9962083" y="2400722"/>
            <a:ext cx="201612" cy="255587"/>
            <a:chOff x="8805863" y="2703513"/>
            <a:chExt cx="201612" cy="255587"/>
          </a:xfrm>
          <a:solidFill>
            <a:schemeClr val="tx2"/>
          </a:solidFill>
        </p:grpSpPr>
        <p:sp>
          <p:nvSpPr>
            <p:cNvPr id="526" name="Freeform 437">
              <a:extLst>
                <a:ext uri="{FF2B5EF4-FFF2-40B4-BE49-F238E27FC236}">
                  <a16:creationId xmlns:a16="http://schemas.microsoft.com/office/drawing/2014/main" id="{188C0151-4973-200F-FF1C-4CF9915589A9}"/>
                </a:ext>
              </a:extLst>
            </p:cNvPr>
            <p:cNvSpPr>
              <a:spLocks noChangeArrowheads="1"/>
            </p:cNvSpPr>
            <p:nvPr/>
          </p:nvSpPr>
          <p:spPr bwMode="auto">
            <a:xfrm>
              <a:off x="8805863" y="2703513"/>
              <a:ext cx="201612" cy="255587"/>
            </a:xfrm>
            <a:custGeom>
              <a:avLst/>
              <a:gdLst>
                <a:gd name="T0" fmla="*/ 287 w 560"/>
                <a:gd name="T1" fmla="*/ 3 h 709"/>
                <a:gd name="T2" fmla="*/ 287 w 560"/>
                <a:gd name="T3" fmla="*/ 3 h 709"/>
                <a:gd name="T4" fmla="*/ 271 w 560"/>
                <a:gd name="T5" fmla="*/ 3 h 709"/>
                <a:gd name="T6" fmla="*/ 86 w 560"/>
                <a:gd name="T7" fmla="*/ 71 h 709"/>
                <a:gd name="T8" fmla="*/ 19 w 560"/>
                <a:gd name="T9" fmla="*/ 61 h 709"/>
                <a:gd name="T10" fmla="*/ 5 w 560"/>
                <a:gd name="T11" fmla="*/ 63 h 709"/>
                <a:gd name="T12" fmla="*/ 0 w 560"/>
                <a:gd name="T13" fmla="*/ 75 h 709"/>
                <a:gd name="T14" fmla="*/ 0 w 560"/>
                <a:gd name="T15" fmla="*/ 398 h 709"/>
                <a:gd name="T16" fmla="*/ 30 w 560"/>
                <a:gd name="T17" fmla="*/ 491 h 709"/>
                <a:gd name="T18" fmla="*/ 148 w 560"/>
                <a:gd name="T19" fmla="*/ 604 h 709"/>
                <a:gd name="T20" fmla="*/ 269 w 560"/>
                <a:gd name="T21" fmla="*/ 703 h 709"/>
                <a:gd name="T22" fmla="*/ 279 w 560"/>
                <a:gd name="T23" fmla="*/ 708 h 709"/>
                <a:gd name="T24" fmla="*/ 290 w 560"/>
                <a:gd name="T25" fmla="*/ 703 h 709"/>
                <a:gd name="T26" fmla="*/ 454 w 560"/>
                <a:gd name="T27" fmla="*/ 568 h 709"/>
                <a:gd name="T28" fmla="*/ 528 w 560"/>
                <a:gd name="T29" fmla="*/ 491 h 709"/>
                <a:gd name="T30" fmla="*/ 559 w 560"/>
                <a:gd name="T31" fmla="*/ 398 h 709"/>
                <a:gd name="T32" fmla="*/ 559 w 560"/>
                <a:gd name="T33" fmla="*/ 75 h 709"/>
                <a:gd name="T34" fmla="*/ 552 w 560"/>
                <a:gd name="T35" fmla="*/ 63 h 709"/>
                <a:gd name="T36" fmla="*/ 540 w 560"/>
                <a:gd name="T37" fmla="*/ 61 h 709"/>
                <a:gd name="T38" fmla="*/ 474 w 560"/>
                <a:gd name="T39" fmla="*/ 71 h 709"/>
                <a:gd name="T40" fmla="*/ 287 w 560"/>
                <a:gd name="T41" fmla="*/ 3 h 709"/>
                <a:gd name="T42" fmla="*/ 503 w 560"/>
                <a:gd name="T43" fmla="*/ 474 h 709"/>
                <a:gd name="T44" fmla="*/ 503 w 560"/>
                <a:gd name="T45" fmla="*/ 474 h 709"/>
                <a:gd name="T46" fmla="*/ 392 w 560"/>
                <a:gd name="T47" fmla="*/ 581 h 709"/>
                <a:gd name="T48" fmla="*/ 279 w 560"/>
                <a:gd name="T49" fmla="*/ 673 h 709"/>
                <a:gd name="T50" fmla="*/ 123 w 560"/>
                <a:gd name="T51" fmla="*/ 546 h 709"/>
                <a:gd name="T52" fmla="*/ 55 w 560"/>
                <a:gd name="T53" fmla="*/ 474 h 709"/>
                <a:gd name="T54" fmla="*/ 29 w 560"/>
                <a:gd name="T55" fmla="*/ 398 h 709"/>
                <a:gd name="T56" fmla="*/ 29 w 560"/>
                <a:gd name="T57" fmla="*/ 94 h 709"/>
                <a:gd name="T58" fmla="*/ 86 w 560"/>
                <a:gd name="T59" fmla="*/ 101 h 709"/>
                <a:gd name="T60" fmla="*/ 279 w 560"/>
                <a:gd name="T61" fmla="*/ 34 h 709"/>
                <a:gd name="T62" fmla="*/ 474 w 560"/>
                <a:gd name="T63" fmla="*/ 101 h 709"/>
                <a:gd name="T64" fmla="*/ 530 w 560"/>
                <a:gd name="T65" fmla="*/ 94 h 709"/>
                <a:gd name="T66" fmla="*/ 530 w 560"/>
                <a:gd name="T67" fmla="*/ 398 h 709"/>
                <a:gd name="T68" fmla="*/ 503 w 560"/>
                <a:gd name="T69" fmla="*/ 47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287" y="3"/>
                  </a:moveTo>
                  <a:lnTo>
                    <a:pt x="287" y="3"/>
                  </a:lnTo>
                  <a:cubicBezTo>
                    <a:pt x="283" y="0"/>
                    <a:pt x="276" y="0"/>
                    <a:pt x="271" y="3"/>
                  </a:cubicBezTo>
                  <a:cubicBezTo>
                    <a:pt x="207" y="46"/>
                    <a:pt x="145" y="72"/>
                    <a:pt x="86" y="71"/>
                  </a:cubicBezTo>
                  <a:cubicBezTo>
                    <a:pt x="63" y="71"/>
                    <a:pt x="41" y="68"/>
                    <a:pt x="19" y="61"/>
                  </a:cubicBezTo>
                  <a:cubicBezTo>
                    <a:pt x="14" y="60"/>
                    <a:pt x="10" y="60"/>
                    <a:pt x="5" y="63"/>
                  </a:cubicBezTo>
                  <a:cubicBezTo>
                    <a:pt x="1" y="65"/>
                    <a:pt x="0" y="69"/>
                    <a:pt x="0" y="75"/>
                  </a:cubicBezTo>
                  <a:cubicBezTo>
                    <a:pt x="0" y="398"/>
                    <a:pt x="0" y="398"/>
                    <a:pt x="0" y="398"/>
                  </a:cubicBezTo>
                  <a:cubicBezTo>
                    <a:pt x="0" y="433"/>
                    <a:pt x="12" y="463"/>
                    <a:pt x="30" y="491"/>
                  </a:cubicBezTo>
                  <a:cubicBezTo>
                    <a:pt x="59" y="532"/>
                    <a:pt x="104" y="569"/>
                    <a:pt x="148" y="604"/>
                  </a:cubicBezTo>
                  <a:cubicBezTo>
                    <a:pt x="192" y="638"/>
                    <a:pt x="238" y="672"/>
                    <a:pt x="269" y="703"/>
                  </a:cubicBezTo>
                  <a:cubicBezTo>
                    <a:pt x="272" y="706"/>
                    <a:pt x="275" y="708"/>
                    <a:pt x="279" y="708"/>
                  </a:cubicBezTo>
                  <a:cubicBezTo>
                    <a:pt x="283" y="708"/>
                    <a:pt x="287" y="706"/>
                    <a:pt x="290" y="703"/>
                  </a:cubicBezTo>
                  <a:cubicBezTo>
                    <a:pt x="333" y="661"/>
                    <a:pt x="398" y="616"/>
                    <a:pt x="454" y="568"/>
                  </a:cubicBezTo>
                  <a:cubicBezTo>
                    <a:pt x="483" y="545"/>
                    <a:pt x="508" y="518"/>
                    <a:pt x="528" y="491"/>
                  </a:cubicBezTo>
                  <a:cubicBezTo>
                    <a:pt x="547" y="463"/>
                    <a:pt x="559" y="433"/>
                    <a:pt x="559" y="398"/>
                  </a:cubicBezTo>
                  <a:cubicBezTo>
                    <a:pt x="559" y="75"/>
                    <a:pt x="559" y="75"/>
                    <a:pt x="559" y="75"/>
                  </a:cubicBezTo>
                  <a:cubicBezTo>
                    <a:pt x="559" y="69"/>
                    <a:pt x="557" y="65"/>
                    <a:pt x="552" y="63"/>
                  </a:cubicBezTo>
                  <a:cubicBezTo>
                    <a:pt x="550" y="60"/>
                    <a:pt x="544" y="60"/>
                    <a:pt x="540" y="61"/>
                  </a:cubicBezTo>
                  <a:cubicBezTo>
                    <a:pt x="518" y="68"/>
                    <a:pt x="496" y="71"/>
                    <a:pt x="474" y="71"/>
                  </a:cubicBezTo>
                  <a:cubicBezTo>
                    <a:pt x="413" y="72"/>
                    <a:pt x="351" y="46"/>
                    <a:pt x="287" y="3"/>
                  </a:cubicBezTo>
                  <a:close/>
                  <a:moveTo>
                    <a:pt x="503" y="474"/>
                  </a:moveTo>
                  <a:lnTo>
                    <a:pt x="503" y="474"/>
                  </a:lnTo>
                  <a:cubicBezTo>
                    <a:pt x="478" y="511"/>
                    <a:pt x="436" y="546"/>
                    <a:pt x="392" y="581"/>
                  </a:cubicBezTo>
                  <a:cubicBezTo>
                    <a:pt x="354" y="612"/>
                    <a:pt x="312" y="643"/>
                    <a:pt x="279" y="673"/>
                  </a:cubicBezTo>
                  <a:cubicBezTo>
                    <a:pt x="233" y="630"/>
                    <a:pt x="174" y="590"/>
                    <a:pt x="123" y="546"/>
                  </a:cubicBezTo>
                  <a:cubicBezTo>
                    <a:pt x="97" y="522"/>
                    <a:pt x="72" y="499"/>
                    <a:pt x="55" y="474"/>
                  </a:cubicBezTo>
                  <a:cubicBezTo>
                    <a:pt x="39" y="449"/>
                    <a:pt x="29" y="424"/>
                    <a:pt x="29" y="398"/>
                  </a:cubicBezTo>
                  <a:cubicBezTo>
                    <a:pt x="29" y="94"/>
                    <a:pt x="29" y="94"/>
                    <a:pt x="29" y="94"/>
                  </a:cubicBezTo>
                  <a:cubicBezTo>
                    <a:pt x="47" y="98"/>
                    <a:pt x="66" y="101"/>
                    <a:pt x="86" y="101"/>
                  </a:cubicBezTo>
                  <a:cubicBezTo>
                    <a:pt x="152" y="101"/>
                    <a:pt x="215" y="74"/>
                    <a:pt x="279" y="34"/>
                  </a:cubicBezTo>
                  <a:cubicBezTo>
                    <a:pt x="343" y="74"/>
                    <a:pt x="407" y="101"/>
                    <a:pt x="474" y="101"/>
                  </a:cubicBezTo>
                  <a:cubicBezTo>
                    <a:pt x="492" y="101"/>
                    <a:pt x="511" y="98"/>
                    <a:pt x="530" y="94"/>
                  </a:cubicBezTo>
                  <a:cubicBezTo>
                    <a:pt x="530" y="398"/>
                    <a:pt x="530" y="398"/>
                    <a:pt x="530" y="398"/>
                  </a:cubicBezTo>
                  <a:cubicBezTo>
                    <a:pt x="530" y="424"/>
                    <a:pt x="521" y="449"/>
                    <a:pt x="503" y="4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7" name="Freeform 438">
              <a:extLst>
                <a:ext uri="{FF2B5EF4-FFF2-40B4-BE49-F238E27FC236}">
                  <a16:creationId xmlns:a16="http://schemas.microsoft.com/office/drawing/2014/main" id="{E8D1E143-5290-FEC4-AFCB-659816929A6D}"/>
                </a:ext>
              </a:extLst>
            </p:cNvPr>
            <p:cNvSpPr>
              <a:spLocks noChangeArrowheads="1"/>
            </p:cNvSpPr>
            <p:nvPr/>
          </p:nvSpPr>
          <p:spPr bwMode="auto">
            <a:xfrm>
              <a:off x="8863013" y="2792413"/>
              <a:ext cx="85725" cy="74612"/>
            </a:xfrm>
            <a:custGeom>
              <a:avLst/>
              <a:gdLst>
                <a:gd name="T0" fmla="*/ 210 w 240"/>
                <a:gd name="T1" fmla="*/ 8 h 209"/>
                <a:gd name="T2" fmla="*/ 210 w 240"/>
                <a:gd name="T3" fmla="*/ 8 h 209"/>
                <a:gd name="T4" fmla="*/ 210 w 240"/>
                <a:gd name="T5" fmla="*/ 8 h 209"/>
                <a:gd name="T6" fmla="*/ 102 w 240"/>
                <a:gd name="T7" fmla="*/ 170 h 209"/>
                <a:gd name="T8" fmla="*/ 26 w 240"/>
                <a:gd name="T9" fmla="*/ 94 h 209"/>
                <a:gd name="T10" fmla="*/ 6 w 240"/>
                <a:gd name="T11" fmla="*/ 94 h 209"/>
                <a:gd name="T12" fmla="*/ 6 w 240"/>
                <a:gd name="T13" fmla="*/ 114 h 209"/>
                <a:gd name="T14" fmla="*/ 94 w 240"/>
                <a:gd name="T15" fmla="*/ 203 h 209"/>
                <a:gd name="T16" fmla="*/ 107 w 240"/>
                <a:gd name="T17" fmla="*/ 207 h 209"/>
                <a:gd name="T18" fmla="*/ 116 w 240"/>
                <a:gd name="T19" fmla="*/ 201 h 209"/>
                <a:gd name="T20" fmla="*/ 235 w 240"/>
                <a:gd name="T21" fmla="*/ 24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4"/>
                    <a:pt x="26" y="94"/>
                    <a:pt x="26" y="94"/>
                  </a:cubicBezTo>
                  <a:cubicBezTo>
                    <a:pt x="21" y="88"/>
                    <a:pt x="11" y="88"/>
                    <a:pt x="6" y="94"/>
                  </a:cubicBezTo>
                  <a:cubicBezTo>
                    <a:pt x="0" y="99"/>
                    <a:pt x="0" y="109"/>
                    <a:pt x="6" y="114"/>
                  </a:cubicBezTo>
                  <a:cubicBezTo>
                    <a:pt x="94" y="203"/>
                    <a:pt x="94" y="203"/>
                    <a:pt x="94" y="203"/>
                  </a:cubicBezTo>
                  <a:cubicBezTo>
                    <a:pt x="97" y="207"/>
                    <a:pt x="101" y="208"/>
                    <a:pt x="107" y="207"/>
                  </a:cubicBezTo>
                  <a:cubicBezTo>
                    <a:pt x="111" y="207"/>
                    <a:pt x="115" y="204"/>
                    <a:pt x="116" y="201"/>
                  </a:cubicBezTo>
                  <a:cubicBezTo>
                    <a:pt x="235" y="24"/>
                    <a:pt x="235" y="24"/>
                    <a:pt x="235" y="24"/>
                  </a:cubicBezTo>
                  <a:cubicBezTo>
                    <a:pt x="239" y="18"/>
                    <a:pt x="238"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8" name="Group 530">
            <a:extLst>
              <a:ext uri="{FF2B5EF4-FFF2-40B4-BE49-F238E27FC236}">
                <a16:creationId xmlns:a16="http://schemas.microsoft.com/office/drawing/2014/main" id="{1241BE56-FF5A-E861-7E5B-5CE4EA7E7D24}"/>
              </a:ext>
            </a:extLst>
          </p:cNvPr>
          <p:cNvGrpSpPr/>
          <p:nvPr/>
        </p:nvGrpSpPr>
        <p:grpSpPr>
          <a:xfrm>
            <a:off x="6968058" y="4692277"/>
            <a:ext cx="201612" cy="255588"/>
            <a:chOff x="5811838" y="4987925"/>
            <a:chExt cx="201612" cy="255588"/>
          </a:xfrm>
          <a:solidFill>
            <a:schemeClr val="tx2"/>
          </a:solidFill>
        </p:grpSpPr>
        <p:sp>
          <p:nvSpPr>
            <p:cNvPr id="529" name="Freeform 439">
              <a:extLst>
                <a:ext uri="{FF2B5EF4-FFF2-40B4-BE49-F238E27FC236}">
                  <a16:creationId xmlns:a16="http://schemas.microsoft.com/office/drawing/2014/main" id="{63DB67A8-500A-0D70-4A83-38CF17BC37DA}"/>
                </a:ext>
              </a:extLst>
            </p:cNvPr>
            <p:cNvSpPr>
              <a:spLocks noChangeArrowheads="1"/>
            </p:cNvSpPr>
            <p:nvPr/>
          </p:nvSpPr>
          <p:spPr bwMode="auto">
            <a:xfrm>
              <a:off x="5811838" y="4987925"/>
              <a:ext cx="201612" cy="255588"/>
            </a:xfrm>
            <a:custGeom>
              <a:avLst/>
              <a:gdLst>
                <a:gd name="T0" fmla="*/ 540 w 560"/>
                <a:gd name="T1" fmla="*/ 60 h 709"/>
                <a:gd name="T2" fmla="*/ 540 w 560"/>
                <a:gd name="T3" fmla="*/ 60 h 709"/>
                <a:gd name="T4" fmla="*/ 473 w 560"/>
                <a:gd name="T5" fmla="*/ 71 h 709"/>
                <a:gd name="T6" fmla="*/ 287 w 560"/>
                <a:gd name="T7" fmla="*/ 4 h 709"/>
                <a:gd name="T8" fmla="*/ 272 w 560"/>
                <a:gd name="T9" fmla="*/ 4 h 709"/>
                <a:gd name="T10" fmla="*/ 85 w 560"/>
                <a:gd name="T11" fmla="*/ 71 h 709"/>
                <a:gd name="T12" fmla="*/ 19 w 560"/>
                <a:gd name="T13" fmla="*/ 60 h 709"/>
                <a:gd name="T14" fmla="*/ 5 w 560"/>
                <a:gd name="T15" fmla="*/ 62 h 709"/>
                <a:gd name="T16" fmla="*/ 0 w 560"/>
                <a:gd name="T17" fmla="*/ 74 h 709"/>
                <a:gd name="T18" fmla="*/ 0 w 560"/>
                <a:gd name="T19" fmla="*/ 399 h 709"/>
                <a:gd name="T20" fmla="*/ 31 w 560"/>
                <a:gd name="T21" fmla="*/ 490 h 709"/>
                <a:gd name="T22" fmla="*/ 147 w 560"/>
                <a:gd name="T23" fmla="*/ 603 h 709"/>
                <a:gd name="T24" fmla="*/ 269 w 560"/>
                <a:gd name="T25" fmla="*/ 704 h 709"/>
                <a:gd name="T26" fmla="*/ 279 w 560"/>
                <a:gd name="T27" fmla="*/ 708 h 709"/>
                <a:gd name="T28" fmla="*/ 290 w 560"/>
                <a:gd name="T29" fmla="*/ 704 h 709"/>
                <a:gd name="T30" fmla="*/ 454 w 560"/>
                <a:gd name="T31" fmla="*/ 569 h 709"/>
                <a:gd name="T32" fmla="*/ 527 w 560"/>
                <a:gd name="T33" fmla="*/ 490 h 709"/>
                <a:gd name="T34" fmla="*/ 559 w 560"/>
                <a:gd name="T35" fmla="*/ 399 h 709"/>
                <a:gd name="T36" fmla="*/ 559 w 560"/>
                <a:gd name="T37" fmla="*/ 74 h 709"/>
                <a:gd name="T38" fmla="*/ 554 w 560"/>
                <a:gd name="T39" fmla="*/ 62 h 709"/>
                <a:gd name="T40" fmla="*/ 540 w 560"/>
                <a:gd name="T41" fmla="*/ 60 h 709"/>
                <a:gd name="T42" fmla="*/ 504 w 560"/>
                <a:gd name="T43" fmla="*/ 473 h 709"/>
                <a:gd name="T44" fmla="*/ 504 w 560"/>
                <a:gd name="T45" fmla="*/ 473 h 709"/>
                <a:gd name="T46" fmla="*/ 393 w 560"/>
                <a:gd name="T47" fmla="*/ 581 h 709"/>
                <a:gd name="T48" fmla="*/ 279 w 560"/>
                <a:gd name="T49" fmla="*/ 672 h 709"/>
                <a:gd name="T50" fmla="*/ 123 w 560"/>
                <a:gd name="T51" fmla="*/ 545 h 709"/>
                <a:gd name="T52" fmla="*/ 55 w 560"/>
                <a:gd name="T53" fmla="*/ 473 h 709"/>
                <a:gd name="T54" fmla="*/ 29 w 560"/>
                <a:gd name="T55" fmla="*/ 399 h 709"/>
                <a:gd name="T56" fmla="*/ 29 w 560"/>
                <a:gd name="T57" fmla="*/ 94 h 709"/>
                <a:gd name="T58" fmla="*/ 85 w 560"/>
                <a:gd name="T59" fmla="*/ 100 h 709"/>
                <a:gd name="T60" fmla="*/ 279 w 560"/>
                <a:gd name="T61" fmla="*/ 33 h 709"/>
                <a:gd name="T62" fmla="*/ 473 w 560"/>
                <a:gd name="T63" fmla="*/ 100 h 709"/>
                <a:gd name="T64" fmla="*/ 530 w 560"/>
                <a:gd name="T65" fmla="*/ 94 h 709"/>
                <a:gd name="T66" fmla="*/ 530 w 560"/>
                <a:gd name="T67" fmla="*/ 399 h 709"/>
                <a:gd name="T68" fmla="*/ 504 w 560"/>
                <a:gd name="T69" fmla="*/ 47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540" y="60"/>
                  </a:moveTo>
                  <a:lnTo>
                    <a:pt x="540" y="60"/>
                  </a:lnTo>
                  <a:cubicBezTo>
                    <a:pt x="518" y="67"/>
                    <a:pt x="496" y="71"/>
                    <a:pt x="473" y="71"/>
                  </a:cubicBezTo>
                  <a:cubicBezTo>
                    <a:pt x="413" y="71"/>
                    <a:pt x="350" y="45"/>
                    <a:pt x="287" y="4"/>
                  </a:cubicBezTo>
                  <a:cubicBezTo>
                    <a:pt x="283" y="0"/>
                    <a:pt x="276" y="0"/>
                    <a:pt x="272" y="4"/>
                  </a:cubicBezTo>
                  <a:cubicBezTo>
                    <a:pt x="208" y="45"/>
                    <a:pt x="146" y="71"/>
                    <a:pt x="85" y="71"/>
                  </a:cubicBezTo>
                  <a:cubicBezTo>
                    <a:pt x="63" y="71"/>
                    <a:pt x="41" y="67"/>
                    <a:pt x="19" y="60"/>
                  </a:cubicBezTo>
                  <a:cubicBezTo>
                    <a:pt x="15" y="59"/>
                    <a:pt x="9" y="59"/>
                    <a:pt x="5" y="62"/>
                  </a:cubicBezTo>
                  <a:cubicBezTo>
                    <a:pt x="1" y="65"/>
                    <a:pt x="0" y="70"/>
                    <a:pt x="0" y="74"/>
                  </a:cubicBezTo>
                  <a:cubicBezTo>
                    <a:pt x="0" y="399"/>
                    <a:pt x="0" y="399"/>
                    <a:pt x="0" y="399"/>
                  </a:cubicBezTo>
                  <a:cubicBezTo>
                    <a:pt x="0" y="432"/>
                    <a:pt x="12" y="462"/>
                    <a:pt x="31" y="490"/>
                  </a:cubicBezTo>
                  <a:cubicBezTo>
                    <a:pt x="59" y="531"/>
                    <a:pt x="103" y="569"/>
                    <a:pt x="147" y="603"/>
                  </a:cubicBezTo>
                  <a:cubicBezTo>
                    <a:pt x="192" y="639"/>
                    <a:pt x="237" y="672"/>
                    <a:pt x="269" y="704"/>
                  </a:cubicBezTo>
                  <a:cubicBezTo>
                    <a:pt x="272" y="707"/>
                    <a:pt x="276" y="708"/>
                    <a:pt x="279" y="708"/>
                  </a:cubicBezTo>
                  <a:cubicBezTo>
                    <a:pt x="283" y="708"/>
                    <a:pt x="287" y="707"/>
                    <a:pt x="290" y="704"/>
                  </a:cubicBezTo>
                  <a:cubicBezTo>
                    <a:pt x="333" y="661"/>
                    <a:pt x="399" y="617"/>
                    <a:pt x="454" y="569"/>
                  </a:cubicBezTo>
                  <a:cubicBezTo>
                    <a:pt x="483" y="544"/>
                    <a:pt x="508" y="518"/>
                    <a:pt x="527" y="490"/>
                  </a:cubicBezTo>
                  <a:cubicBezTo>
                    <a:pt x="547" y="462"/>
                    <a:pt x="559" y="432"/>
                    <a:pt x="559" y="399"/>
                  </a:cubicBezTo>
                  <a:cubicBezTo>
                    <a:pt x="559" y="74"/>
                    <a:pt x="559" y="74"/>
                    <a:pt x="559" y="74"/>
                  </a:cubicBezTo>
                  <a:cubicBezTo>
                    <a:pt x="559" y="70"/>
                    <a:pt x="556" y="65"/>
                    <a:pt x="554" y="62"/>
                  </a:cubicBezTo>
                  <a:cubicBezTo>
                    <a:pt x="549" y="59"/>
                    <a:pt x="544" y="59"/>
                    <a:pt x="540" y="60"/>
                  </a:cubicBezTo>
                  <a:close/>
                  <a:moveTo>
                    <a:pt x="504" y="473"/>
                  </a:moveTo>
                  <a:lnTo>
                    <a:pt x="504" y="473"/>
                  </a:lnTo>
                  <a:cubicBezTo>
                    <a:pt x="478" y="511"/>
                    <a:pt x="436" y="547"/>
                    <a:pt x="393" y="581"/>
                  </a:cubicBezTo>
                  <a:cubicBezTo>
                    <a:pt x="353" y="611"/>
                    <a:pt x="312" y="642"/>
                    <a:pt x="279" y="672"/>
                  </a:cubicBezTo>
                  <a:cubicBezTo>
                    <a:pt x="234" y="631"/>
                    <a:pt x="174" y="589"/>
                    <a:pt x="123" y="545"/>
                  </a:cubicBezTo>
                  <a:cubicBezTo>
                    <a:pt x="96" y="522"/>
                    <a:pt x="71" y="498"/>
                    <a:pt x="55" y="473"/>
                  </a:cubicBezTo>
                  <a:cubicBezTo>
                    <a:pt x="38" y="448"/>
                    <a:pt x="29" y="424"/>
                    <a:pt x="29" y="399"/>
                  </a:cubicBezTo>
                  <a:cubicBezTo>
                    <a:pt x="29" y="94"/>
                    <a:pt x="29" y="94"/>
                    <a:pt x="29" y="94"/>
                  </a:cubicBezTo>
                  <a:cubicBezTo>
                    <a:pt x="48" y="99"/>
                    <a:pt x="66" y="100"/>
                    <a:pt x="85" y="100"/>
                  </a:cubicBezTo>
                  <a:cubicBezTo>
                    <a:pt x="152" y="100"/>
                    <a:pt x="217" y="74"/>
                    <a:pt x="279" y="33"/>
                  </a:cubicBezTo>
                  <a:cubicBezTo>
                    <a:pt x="342" y="74"/>
                    <a:pt x="407" y="100"/>
                    <a:pt x="473" y="100"/>
                  </a:cubicBezTo>
                  <a:cubicBezTo>
                    <a:pt x="493" y="100"/>
                    <a:pt x="511" y="99"/>
                    <a:pt x="530" y="94"/>
                  </a:cubicBezTo>
                  <a:cubicBezTo>
                    <a:pt x="530" y="399"/>
                    <a:pt x="530" y="399"/>
                    <a:pt x="530" y="399"/>
                  </a:cubicBezTo>
                  <a:cubicBezTo>
                    <a:pt x="530" y="424"/>
                    <a:pt x="520" y="448"/>
                    <a:pt x="504"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0" name="Freeform 440">
              <a:extLst>
                <a:ext uri="{FF2B5EF4-FFF2-40B4-BE49-F238E27FC236}">
                  <a16:creationId xmlns:a16="http://schemas.microsoft.com/office/drawing/2014/main" id="{C76AE786-CEE5-DA3A-A12E-4C2D96251903}"/>
                </a:ext>
              </a:extLst>
            </p:cNvPr>
            <p:cNvSpPr>
              <a:spLocks noChangeArrowheads="1"/>
            </p:cNvSpPr>
            <p:nvPr/>
          </p:nvSpPr>
          <p:spPr bwMode="auto">
            <a:xfrm>
              <a:off x="5870575" y="5076825"/>
              <a:ext cx="85725" cy="74613"/>
            </a:xfrm>
            <a:custGeom>
              <a:avLst/>
              <a:gdLst>
                <a:gd name="T0" fmla="*/ 210 w 240"/>
                <a:gd name="T1" fmla="*/ 8 h 209"/>
                <a:gd name="T2" fmla="*/ 210 w 240"/>
                <a:gd name="T3" fmla="*/ 8 h 209"/>
                <a:gd name="T4" fmla="*/ 210 w 240"/>
                <a:gd name="T5" fmla="*/ 8 h 209"/>
                <a:gd name="T6" fmla="*/ 102 w 240"/>
                <a:gd name="T7" fmla="*/ 170 h 209"/>
                <a:gd name="T8" fmla="*/ 26 w 240"/>
                <a:gd name="T9" fmla="*/ 95 h 209"/>
                <a:gd name="T10" fmla="*/ 5 w 240"/>
                <a:gd name="T11" fmla="*/ 95 h 209"/>
                <a:gd name="T12" fmla="*/ 5 w 240"/>
                <a:gd name="T13" fmla="*/ 116 h 209"/>
                <a:gd name="T14" fmla="*/ 94 w 240"/>
                <a:gd name="T15" fmla="*/ 204 h 209"/>
                <a:gd name="T16" fmla="*/ 106 w 240"/>
                <a:gd name="T17" fmla="*/ 208 h 209"/>
                <a:gd name="T18" fmla="*/ 117 w 240"/>
                <a:gd name="T19" fmla="*/ 201 h 209"/>
                <a:gd name="T20" fmla="*/ 235 w 240"/>
                <a:gd name="T21" fmla="*/ 25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5"/>
                    <a:pt x="26" y="95"/>
                    <a:pt x="26" y="95"/>
                  </a:cubicBezTo>
                  <a:cubicBezTo>
                    <a:pt x="21" y="88"/>
                    <a:pt x="11" y="88"/>
                    <a:pt x="5" y="95"/>
                  </a:cubicBezTo>
                  <a:cubicBezTo>
                    <a:pt x="0" y="101"/>
                    <a:pt x="0" y="109"/>
                    <a:pt x="5" y="116"/>
                  </a:cubicBezTo>
                  <a:cubicBezTo>
                    <a:pt x="94" y="204"/>
                    <a:pt x="94" y="204"/>
                    <a:pt x="94" y="204"/>
                  </a:cubicBezTo>
                  <a:cubicBezTo>
                    <a:pt x="97" y="207"/>
                    <a:pt x="102" y="208"/>
                    <a:pt x="106" y="208"/>
                  </a:cubicBezTo>
                  <a:cubicBezTo>
                    <a:pt x="110" y="207"/>
                    <a:pt x="115" y="206"/>
                    <a:pt x="117" y="201"/>
                  </a:cubicBezTo>
                  <a:cubicBezTo>
                    <a:pt x="235" y="25"/>
                    <a:pt x="235" y="25"/>
                    <a:pt x="235" y="25"/>
                  </a:cubicBezTo>
                  <a:cubicBezTo>
                    <a:pt x="239" y="18"/>
                    <a:pt x="237"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1" name="Freeform 441">
            <a:extLst>
              <a:ext uri="{FF2B5EF4-FFF2-40B4-BE49-F238E27FC236}">
                <a16:creationId xmlns:a16="http://schemas.microsoft.com/office/drawing/2014/main" id="{CC4C0089-3FA4-C1F0-4656-5EF6C29F9401}"/>
              </a:ext>
            </a:extLst>
          </p:cNvPr>
          <p:cNvSpPr>
            <a:spLocks noChangeArrowheads="1"/>
          </p:cNvSpPr>
          <p:nvPr/>
        </p:nvSpPr>
        <p:spPr bwMode="auto">
          <a:xfrm>
            <a:off x="1202258" y="4186659"/>
            <a:ext cx="255587" cy="255588"/>
          </a:xfrm>
          <a:custGeom>
            <a:avLst/>
            <a:gdLst>
              <a:gd name="T0" fmla="*/ 586 w 708"/>
              <a:gd name="T1" fmla="*/ 502 h 709"/>
              <a:gd name="T2" fmla="*/ 586 w 708"/>
              <a:gd name="T3" fmla="*/ 502 h 709"/>
              <a:gd name="T4" fmla="*/ 544 w 708"/>
              <a:gd name="T5" fmla="*/ 485 h 709"/>
              <a:gd name="T6" fmla="*/ 514 w 708"/>
              <a:gd name="T7" fmla="*/ 493 h 709"/>
              <a:gd name="T8" fmla="*/ 488 w 708"/>
              <a:gd name="T9" fmla="*/ 467 h 709"/>
              <a:gd name="T10" fmla="*/ 560 w 708"/>
              <a:gd name="T11" fmla="*/ 279 h 709"/>
              <a:gd name="T12" fmla="*/ 280 w 708"/>
              <a:gd name="T13" fmla="*/ 0 h 709"/>
              <a:gd name="T14" fmla="*/ 0 w 708"/>
              <a:gd name="T15" fmla="*/ 279 h 709"/>
              <a:gd name="T16" fmla="*/ 280 w 708"/>
              <a:gd name="T17" fmla="*/ 560 h 709"/>
              <a:gd name="T18" fmla="*/ 467 w 708"/>
              <a:gd name="T19" fmla="*/ 488 h 709"/>
              <a:gd name="T20" fmla="*/ 493 w 708"/>
              <a:gd name="T21" fmla="*/ 514 h 709"/>
              <a:gd name="T22" fmla="*/ 485 w 708"/>
              <a:gd name="T23" fmla="*/ 545 h 709"/>
              <a:gd name="T24" fmla="*/ 503 w 708"/>
              <a:gd name="T25" fmla="*/ 586 h 709"/>
              <a:gd name="T26" fmla="*/ 606 w 708"/>
              <a:gd name="T27" fmla="*/ 690 h 709"/>
              <a:gd name="T28" fmla="*/ 648 w 708"/>
              <a:gd name="T29" fmla="*/ 708 h 709"/>
              <a:gd name="T30" fmla="*/ 689 w 708"/>
              <a:gd name="T31" fmla="*/ 690 h 709"/>
              <a:gd name="T32" fmla="*/ 689 w 708"/>
              <a:gd name="T33" fmla="*/ 690 h 709"/>
              <a:gd name="T34" fmla="*/ 689 w 708"/>
              <a:gd name="T35" fmla="*/ 690 h 709"/>
              <a:gd name="T36" fmla="*/ 689 w 708"/>
              <a:gd name="T37" fmla="*/ 690 h 709"/>
              <a:gd name="T38" fmla="*/ 689 w 708"/>
              <a:gd name="T39" fmla="*/ 690 h 709"/>
              <a:gd name="T40" fmla="*/ 707 w 708"/>
              <a:gd name="T41" fmla="*/ 648 h 709"/>
              <a:gd name="T42" fmla="*/ 689 w 708"/>
              <a:gd name="T43" fmla="*/ 607 h 709"/>
              <a:gd name="T44" fmla="*/ 586 w 708"/>
              <a:gd name="T45" fmla="*/ 502 h 709"/>
              <a:gd name="T46" fmla="*/ 102 w 708"/>
              <a:gd name="T47" fmla="*/ 458 h 709"/>
              <a:gd name="T48" fmla="*/ 102 w 708"/>
              <a:gd name="T49" fmla="*/ 458 h 709"/>
              <a:gd name="T50" fmla="*/ 29 w 708"/>
              <a:gd name="T51" fmla="*/ 279 h 709"/>
              <a:gd name="T52" fmla="*/ 102 w 708"/>
              <a:gd name="T53" fmla="*/ 103 h 709"/>
              <a:gd name="T54" fmla="*/ 280 w 708"/>
              <a:gd name="T55" fmla="*/ 29 h 709"/>
              <a:gd name="T56" fmla="*/ 457 w 708"/>
              <a:gd name="T57" fmla="*/ 103 h 709"/>
              <a:gd name="T58" fmla="*/ 530 w 708"/>
              <a:gd name="T59" fmla="*/ 279 h 709"/>
              <a:gd name="T60" fmla="*/ 463 w 708"/>
              <a:gd name="T61" fmla="*/ 451 h 709"/>
              <a:gd name="T62" fmla="*/ 450 w 708"/>
              <a:gd name="T63" fmla="*/ 463 h 709"/>
              <a:gd name="T64" fmla="*/ 280 w 708"/>
              <a:gd name="T65" fmla="*/ 531 h 709"/>
              <a:gd name="T66" fmla="*/ 102 w 708"/>
              <a:gd name="T67" fmla="*/ 458 h 709"/>
              <a:gd name="T68" fmla="*/ 669 w 708"/>
              <a:gd name="T69" fmla="*/ 669 h 709"/>
              <a:gd name="T70" fmla="*/ 669 w 708"/>
              <a:gd name="T71" fmla="*/ 669 h 709"/>
              <a:gd name="T72" fmla="*/ 648 w 708"/>
              <a:gd name="T73" fmla="*/ 677 h 709"/>
              <a:gd name="T74" fmla="*/ 627 w 708"/>
              <a:gd name="T75" fmla="*/ 669 h 709"/>
              <a:gd name="T76" fmla="*/ 524 w 708"/>
              <a:gd name="T77" fmla="*/ 565 h 709"/>
              <a:gd name="T78" fmla="*/ 515 w 708"/>
              <a:gd name="T79" fmla="*/ 545 h 709"/>
              <a:gd name="T80" fmla="*/ 524 w 708"/>
              <a:gd name="T81" fmla="*/ 522 h 709"/>
              <a:gd name="T82" fmla="*/ 544 w 708"/>
              <a:gd name="T83" fmla="*/ 514 h 709"/>
              <a:gd name="T84" fmla="*/ 565 w 708"/>
              <a:gd name="T85" fmla="*/ 522 h 709"/>
              <a:gd name="T86" fmla="*/ 669 w 708"/>
              <a:gd name="T87" fmla="*/ 627 h 709"/>
              <a:gd name="T88" fmla="*/ 678 w 708"/>
              <a:gd name="T89" fmla="*/ 648 h 709"/>
              <a:gd name="T90" fmla="*/ 669 w 708"/>
              <a:gd name="T91" fmla="*/ 669 h 709"/>
              <a:gd name="T92" fmla="*/ 680 w 708"/>
              <a:gd name="T93" fmla="*/ 680 h 709"/>
              <a:gd name="T94" fmla="*/ 669 w 708"/>
              <a:gd name="T95" fmla="*/ 66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8" h="709">
                <a:moveTo>
                  <a:pt x="586" y="502"/>
                </a:moveTo>
                <a:lnTo>
                  <a:pt x="586" y="502"/>
                </a:lnTo>
                <a:cubicBezTo>
                  <a:pt x="575" y="491"/>
                  <a:pt x="560" y="485"/>
                  <a:pt x="544" y="485"/>
                </a:cubicBezTo>
                <a:cubicBezTo>
                  <a:pt x="533" y="485"/>
                  <a:pt x="524" y="488"/>
                  <a:pt x="514" y="493"/>
                </a:cubicBezTo>
                <a:cubicBezTo>
                  <a:pt x="488" y="467"/>
                  <a:pt x="488" y="467"/>
                  <a:pt x="488" y="467"/>
                </a:cubicBezTo>
                <a:cubicBezTo>
                  <a:pt x="532" y="418"/>
                  <a:pt x="560" y="353"/>
                  <a:pt x="560" y="279"/>
                </a:cubicBezTo>
                <a:cubicBezTo>
                  <a:pt x="560" y="125"/>
                  <a:pt x="435" y="0"/>
                  <a:pt x="280" y="0"/>
                </a:cubicBezTo>
                <a:cubicBezTo>
                  <a:pt x="126" y="0"/>
                  <a:pt x="0" y="125"/>
                  <a:pt x="0" y="279"/>
                </a:cubicBezTo>
                <a:cubicBezTo>
                  <a:pt x="0" y="434"/>
                  <a:pt x="126" y="560"/>
                  <a:pt x="280" y="560"/>
                </a:cubicBezTo>
                <a:cubicBezTo>
                  <a:pt x="352" y="560"/>
                  <a:pt x="417" y="532"/>
                  <a:pt x="467" y="488"/>
                </a:cubicBezTo>
                <a:cubicBezTo>
                  <a:pt x="493" y="514"/>
                  <a:pt x="493" y="514"/>
                  <a:pt x="493" y="514"/>
                </a:cubicBezTo>
                <a:cubicBezTo>
                  <a:pt x="488" y="524"/>
                  <a:pt x="485" y="534"/>
                  <a:pt x="485" y="545"/>
                </a:cubicBezTo>
                <a:cubicBezTo>
                  <a:pt x="485" y="558"/>
                  <a:pt x="490" y="574"/>
                  <a:pt x="503" y="586"/>
                </a:cubicBezTo>
                <a:cubicBezTo>
                  <a:pt x="606" y="690"/>
                  <a:pt x="606" y="690"/>
                  <a:pt x="606" y="690"/>
                </a:cubicBezTo>
                <a:cubicBezTo>
                  <a:pt x="618" y="701"/>
                  <a:pt x="633" y="708"/>
                  <a:pt x="648" y="708"/>
                </a:cubicBezTo>
                <a:cubicBezTo>
                  <a:pt x="663" y="708"/>
                  <a:pt x="678" y="701"/>
                  <a:pt x="689" y="690"/>
                </a:cubicBezTo>
                <a:lnTo>
                  <a:pt x="689" y="690"/>
                </a:lnTo>
                <a:lnTo>
                  <a:pt x="689" y="690"/>
                </a:lnTo>
                <a:lnTo>
                  <a:pt x="689" y="690"/>
                </a:lnTo>
                <a:lnTo>
                  <a:pt x="689" y="690"/>
                </a:lnTo>
                <a:cubicBezTo>
                  <a:pt x="702" y="679"/>
                  <a:pt x="707" y="663"/>
                  <a:pt x="707" y="648"/>
                </a:cubicBezTo>
                <a:cubicBezTo>
                  <a:pt x="707" y="633"/>
                  <a:pt x="702" y="618"/>
                  <a:pt x="689" y="607"/>
                </a:cubicBezTo>
                <a:lnTo>
                  <a:pt x="586" y="502"/>
                </a:lnTo>
                <a:close/>
                <a:moveTo>
                  <a:pt x="102" y="458"/>
                </a:moveTo>
                <a:lnTo>
                  <a:pt x="102" y="458"/>
                </a:lnTo>
                <a:cubicBezTo>
                  <a:pt x="58" y="412"/>
                  <a:pt x="29" y="348"/>
                  <a:pt x="29" y="279"/>
                </a:cubicBezTo>
                <a:cubicBezTo>
                  <a:pt x="29" y="210"/>
                  <a:pt x="58" y="148"/>
                  <a:pt x="102" y="103"/>
                </a:cubicBezTo>
                <a:cubicBezTo>
                  <a:pt x="148" y="57"/>
                  <a:pt x="210" y="29"/>
                  <a:pt x="280" y="29"/>
                </a:cubicBezTo>
                <a:cubicBezTo>
                  <a:pt x="350" y="29"/>
                  <a:pt x="412" y="57"/>
                  <a:pt x="457" y="103"/>
                </a:cubicBezTo>
                <a:cubicBezTo>
                  <a:pt x="503" y="148"/>
                  <a:pt x="530" y="210"/>
                  <a:pt x="530" y="279"/>
                </a:cubicBezTo>
                <a:cubicBezTo>
                  <a:pt x="530" y="346"/>
                  <a:pt x="504" y="405"/>
                  <a:pt x="463" y="451"/>
                </a:cubicBezTo>
                <a:cubicBezTo>
                  <a:pt x="450" y="463"/>
                  <a:pt x="450" y="463"/>
                  <a:pt x="450" y="463"/>
                </a:cubicBezTo>
                <a:cubicBezTo>
                  <a:pt x="406" y="505"/>
                  <a:pt x="345" y="531"/>
                  <a:pt x="280" y="531"/>
                </a:cubicBezTo>
                <a:cubicBezTo>
                  <a:pt x="210" y="531"/>
                  <a:pt x="148" y="502"/>
                  <a:pt x="102" y="458"/>
                </a:cubicBezTo>
                <a:close/>
                <a:moveTo>
                  <a:pt x="669" y="669"/>
                </a:moveTo>
                <a:lnTo>
                  <a:pt x="669" y="669"/>
                </a:lnTo>
                <a:cubicBezTo>
                  <a:pt x="663" y="674"/>
                  <a:pt x="656" y="677"/>
                  <a:pt x="648" y="677"/>
                </a:cubicBezTo>
                <a:cubicBezTo>
                  <a:pt x="641" y="677"/>
                  <a:pt x="633" y="674"/>
                  <a:pt x="627" y="669"/>
                </a:cubicBezTo>
                <a:cubicBezTo>
                  <a:pt x="524" y="565"/>
                  <a:pt x="524" y="565"/>
                  <a:pt x="524" y="565"/>
                </a:cubicBezTo>
                <a:cubicBezTo>
                  <a:pt x="518" y="558"/>
                  <a:pt x="515" y="552"/>
                  <a:pt x="515" y="545"/>
                </a:cubicBezTo>
                <a:cubicBezTo>
                  <a:pt x="515" y="536"/>
                  <a:pt x="518" y="529"/>
                  <a:pt x="524" y="522"/>
                </a:cubicBezTo>
                <a:cubicBezTo>
                  <a:pt x="529" y="517"/>
                  <a:pt x="536" y="514"/>
                  <a:pt x="544" y="514"/>
                </a:cubicBezTo>
                <a:cubicBezTo>
                  <a:pt x="551" y="514"/>
                  <a:pt x="560" y="517"/>
                  <a:pt x="565" y="522"/>
                </a:cubicBezTo>
                <a:cubicBezTo>
                  <a:pt x="669" y="627"/>
                  <a:pt x="669" y="627"/>
                  <a:pt x="669" y="627"/>
                </a:cubicBezTo>
                <a:cubicBezTo>
                  <a:pt x="676" y="633"/>
                  <a:pt x="678" y="640"/>
                  <a:pt x="678" y="648"/>
                </a:cubicBezTo>
                <a:cubicBezTo>
                  <a:pt x="678" y="655"/>
                  <a:pt x="676" y="663"/>
                  <a:pt x="669" y="669"/>
                </a:cubicBezTo>
                <a:cubicBezTo>
                  <a:pt x="680" y="680"/>
                  <a:pt x="680" y="680"/>
                  <a:pt x="680" y="680"/>
                </a:cubicBezTo>
                <a:lnTo>
                  <a:pt x="669" y="669"/>
                </a:lnTo>
                <a:close/>
              </a:path>
            </a:pathLst>
          </a:custGeom>
          <a:solidFill>
            <a:schemeClr val="tx2"/>
          </a:solidFill>
          <a:ln>
            <a:noFill/>
          </a:ln>
          <a:effectLst/>
        </p:spPr>
        <p:txBody>
          <a:bodyPr wrap="none" anchor="ctr"/>
          <a:lstStyle/>
          <a:p>
            <a:endParaRPr lang="da-DK">
              <a:solidFill>
                <a:schemeClr val="tx2"/>
              </a:solidFill>
            </a:endParaRPr>
          </a:p>
        </p:txBody>
      </p:sp>
      <p:sp>
        <p:nvSpPr>
          <p:cNvPr id="532" name="Freeform 442">
            <a:extLst>
              <a:ext uri="{FF2B5EF4-FFF2-40B4-BE49-F238E27FC236}">
                <a16:creationId xmlns:a16="http://schemas.microsoft.com/office/drawing/2014/main" id="{EEC07CBE-9513-49E3-66EA-3F723AC8016C}"/>
              </a:ext>
            </a:extLst>
          </p:cNvPr>
          <p:cNvSpPr>
            <a:spLocks noChangeArrowheads="1"/>
          </p:cNvSpPr>
          <p:nvPr/>
        </p:nvSpPr>
        <p:spPr bwMode="auto">
          <a:xfrm>
            <a:off x="8436495" y="879897"/>
            <a:ext cx="127000" cy="255587"/>
          </a:xfrm>
          <a:custGeom>
            <a:avLst/>
            <a:gdLst>
              <a:gd name="T0" fmla="*/ 0 w 354"/>
              <a:gd name="T1" fmla="*/ 427 h 708"/>
              <a:gd name="T2" fmla="*/ 0 w 354"/>
              <a:gd name="T3" fmla="*/ 427 h 708"/>
              <a:gd name="T4" fmla="*/ 4 w 354"/>
              <a:gd name="T5" fmla="*/ 438 h 708"/>
              <a:gd name="T6" fmla="*/ 15 w 354"/>
              <a:gd name="T7" fmla="*/ 442 h 708"/>
              <a:gd name="T8" fmla="*/ 120 w 354"/>
              <a:gd name="T9" fmla="*/ 442 h 708"/>
              <a:gd name="T10" fmla="*/ 161 w 354"/>
              <a:gd name="T11" fmla="*/ 695 h 708"/>
              <a:gd name="T12" fmla="*/ 177 w 354"/>
              <a:gd name="T13" fmla="*/ 707 h 708"/>
              <a:gd name="T14" fmla="*/ 190 w 354"/>
              <a:gd name="T15" fmla="*/ 695 h 708"/>
              <a:gd name="T16" fmla="*/ 233 w 354"/>
              <a:gd name="T17" fmla="*/ 442 h 708"/>
              <a:gd name="T18" fmla="*/ 338 w 354"/>
              <a:gd name="T19" fmla="*/ 442 h 708"/>
              <a:gd name="T20" fmla="*/ 349 w 354"/>
              <a:gd name="T21" fmla="*/ 438 h 708"/>
              <a:gd name="T22" fmla="*/ 353 w 354"/>
              <a:gd name="T23" fmla="*/ 427 h 708"/>
              <a:gd name="T24" fmla="*/ 265 w 354"/>
              <a:gd name="T25" fmla="*/ 303 h 708"/>
              <a:gd name="T26" fmla="*/ 265 w 354"/>
              <a:gd name="T27" fmla="*/ 148 h 708"/>
              <a:gd name="T28" fmla="*/ 280 w 354"/>
              <a:gd name="T29" fmla="*/ 148 h 708"/>
              <a:gd name="T30" fmla="*/ 353 w 354"/>
              <a:gd name="T31" fmla="*/ 73 h 708"/>
              <a:gd name="T32" fmla="*/ 280 w 354"/>
              <a:gd name="T33" fmla="*/ 0 h 708"/>
              <a:gd name="T34" fmla="*/ 73 w 354"/>
              <a:gd name="T35" fmla="*/ 0 h 708"/>
              <a:gd name="T36" fmla="*/ 0 w 354"/>
              <a:gd name="T37" fmla="*/ 73 h 708"/>
              <a:gd name="T38" fmla="*/ 73 w 354"/>
              <a:gd name="T39" fmla="*/ 148 h 708"/>
              <a:gd name="T40" fmla="*/ 88 w 354"/>
              <a:gd name="T41" fmla="*/ 148 h 708"/>
              <a:gd name="T42" fmla="*/ 88 w 354"/>
              <a:gd name="T43" fmla="*/ 303 h 708"/>
              <a:gd name="T44" fmla="*/ 0 w 354"/>
              <a:gd name="T45" fmla="*/ 427 h 708"/>
              <a:gd name="T46" fmla="*/ 177 w 354"/>
              <a:gd name="T47" fmla="*/ 604 h 708"/>
              <a:gd name="T48" fmla="*/ 177 w 354"/>
              <a:gd name="T49" fmla="*/ 604 h 708"/>
              <a:gd name="T50" fmla="*/ 149 w 354"/>
              <a:gd name="T51" fmla="*/ 442 h 708"/>
              <a:gd name="T52" fmla="*/ 203 w 354"/>
              <a:gd name="T53" fmla="*/ 442 h 708"/>
              <a:gd name="T54" fmla="*/ 177 w 354"/>
              <a:gd name="T55" fmla="*/ 604 h 708"/>
              <a:gd name="T56" fmla="*/ 73 w 354"/>
              <a:gd name="T57" fmla="*/ 117 h 708"/>
              <a:gd name="T58" fmla="*/ 73 w 354"/>
              <a:gd name="T59" fmla="*/ 117 h 708"/>
              <a:gd name="T60" fmla="*/ 29 w 354"/>
              <a:gd name="T61" fmla="*/ 73 h 708"/>
              <a:gd name="T62" fmla="*/ 73 w 354"/>
              <a:gd name="T63" fmla="*/ 29 h 708"/>
              <a:gd name="T64" fmla="*/ 280 w 354"/>
              <a:gd name="T65" fmla="*/ 29 h 708"/>
              <a:gd name="T66" fmla="*/ 324 w 354"/>
              <a:gd name="T67" fmla="*/ 73 h 708"/>
              <a:gd name="T68" fmla="*/ 280 w 354"/>
              <a:gd name="T69" fmla="*/ 117 h 708"/>
              <a:gd name="T70" fmla="*/ 250 w 354"/>
              <a:gd name="T71" fmla="*/ 117 h 708"/>
              <a:gd name="T72" fmla="*/ 240 w 354"/>
              <a:gd name="T73" fmla="*/ 123 h 708"/>
              <a:gd name="T74" fmla="*/ 236 w 354"/>
              <a:gd name="T75" fmla="*/ 133 h 708"/>
              <a:gd name="T76" fmla="*/ 236 w 354"/>
              <a:gd name="T77" fmla="*/ 314 h 708"/>
              <a:gd name="T78" fmla="*/ 247 w 354"/>
              <a:gd name="T79" fmla="*/ 327 h 708"/>
              <a:gd name="T80" fmla="*/ 323 w 354"/>
              <a:gd name="T81" fmla="*/ 413 h 708"/>
              <a:gd name="T82" fmla="*/ 221 w 354"/>
              <a:gd name="T83" fmla="*/ 413 h 708"/>
              <a:gd name="T84" fmla="*/ 132 w 354"/>
              <a:gd name="T85" fmla="*/ 413 h 708"/>
              <a:gd name="T86" fmla="*/ 30 w 354"/>
              <a:gd name="T87" fmla="*/ 413 h 708"/>
              <a:gd name="T88" fmla="*/ 106 w 354"/>
              <a:gd name="T89" fmla="*/ 327 h 708"/>
              <a:gd name="T90" fmla="*/ 117 w 354"/>
              <a:gd name="T91" fmla="*/ 314 h 708"/>
              <a:gd name="T92" fmla="*/ 117 w 354"/>
              <a:gd name="T93" fmla="*/ 133 h 708"/>
              <a:gd name="T94" fmla="*/ 113 w 354"/>
              <a:gd name="T95" fmla="*/ 123 h 708"/>
              <a:gd name="T96" fmla="*/ 103 w 354"/>
              <a:gd name="T97" fmla="*/ 117 h 708"/>
              <a:gd name="T98" fmla="*/ 73 w 354"/>
              <a:gd name="T99" fmla="*/ 11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4" h="708">
                <a:moveTo>
                  <a:pt x="0" y="427"/>
                </a:moveTo>
                <a:lnTo>
                  <a:pt x="0" y="427"/>
                </a:lnTo>
                <a:cubicBezTo>
                  <a:pt x="0" y="431"/>
                  <a:pt x="1" y="435"/>
                  <a:pt x="4" y="438"/>
                </a:cubicBezTo>
                <a:cubicBezTo>
                  <a:pt x="7" y="441"/>
                  <a:pt x="11" y="442"/>
                  <a:pt x="15" y="442"/>
                </a:cubicBezTo>
                <a:cubicBezTo>
                  <a:pt x="120" y="442"/>
                  <a:pt x="120" y="442"/>
                  <a:pt x="120" y="442"/>
                </a:cubicBezTo>
                <a:cubicBezTo>
                  <a:pt x="161" y="695"/>
                  <a:pt x="161" y="695"/>
                  <a:pt x="161" y="695"/>
                </a:cubicBezTo>
                <a:cubicBezTo>
                  <a:pt x="163" y="702"/>
                  <a:pt x="170" y="707"/>
                  <a:pt x="177" y="707"/>
                </a:cubicBezTo>
                <a:cubicBezTo>
                  <a:pt x="183" y="707"/>
                  <a:pt x="190" y="702"/>
                  <a:pt x="190" y="695"/>
                </a:cubicBezTo>
                <a:cubicBezTo>
                  <a:pt x="233" y="442"/>
                  <a:pt x="233" y="442"/>
                  <a:pt x="233" y="442"/>
                </a:cubicBezTo>
                <a:cubicBezTo>
                  <a:pt x="338" y="442"/>
                  <a:pt x="338" y="442"/>
                  <a:pt x="338" y="442"/>
                </a:cubicBezTo>
                <a:cubicBezTo>
                  <a:pt x="342" y="442"/>
                  <a:pt x="346" y="441"/>
                  <a:pt x="349" y="438"/>
                </a:cubicBezTo>
                <a:cubicBezTo>
                  <a:pt x="352" y="435"/>
                  <a:pt x="353" y="431"/>
                  <a:pt x="353" y="427"/>
                </a:cubicBezTo>
                <a:cubicBezTo>
                  <a:pt x="353" y="370"/>
                  <a:pt x="316" y="321"/>
                  <a:pt x="265" y="303"/>
                </a:cubicBezTo>
                <a:cubicBezTo>
                  <a:pt x="265" y="148"/>
                  <a:pt x="265" y="148"/>
                  <a:pt x="265" y="148"/>
                </a:cubicBezTo>
                <a:cubicBezTo>
                  <a:pt x="280" y="148"/>
                  <a:pt x="280" y="148"/>
                  <a:pt x="280" y="148"/>
                </a:cubicBezTo>
                <a:cubicBezTo>
                  <a:pt x="320" y="148"/>
                  <a:pt x="353" y="115"/>
                  <a:pt x="353" y="73"/>
                </a:cubicBezTo>
                <a:cubicBezTo>
                  <a:pt x="353" y="33"/>
                  <a:pt x="320" y="0"/>
                  <a:pt x="280" y="0"/>
                </a:cubicBezTo>
                <a:cubicBezTo>
                  <a:pt x="73" y="0"/>
                  <a:pt x="73" y="0"/>
                  <a:pt x="73" y="0"/>
                </a:cubicBezTo>
                <a:cubicBezTo>
                  <a:pt x="33" y="0"/>
                  <a:pt x="0" y="33"/>
                  <a:pt x="0" y="73"/>
                </a:cubicBezTo>
                <a:cubicBezTo>
                  <a:pt x="0" y="115"/>
                  <a:pt x="33" y="148"/>
                  <a:pt x="73" y="148"/>
                </a:cubicBezTo>
                <a:cubicBezTo>
                  <a:pt x="88" y="148"/>
                  <a:pt x="88" y="148"/>
                  <a:pt x="88" y="148"/>
                </a:cubicBezTo>
                <a:cubicBezTo>
                  <a:pt x="88" y="303"/>
                  <a:pt x="88" y="303"/>
                  <a:pt x="88" y="303"/>
                </a:cubicBezTo>
                <a:cubicBezTo>
                  <a:pt x="37" y="321"/>
                  <a:pt x="0" y="370"/>
                  <a:pt x="0" y="427"/>
                </a:cubicBezTo>
                <a:close/>
                <a:moveTo>
                  <a:pt x="177" y="604"/>
                </a:moveTo>
                <a:lnTo>
                  <a:pt x="177" y="604"/>
                </a:lnTo>
                <a:cubicBezTo>
                  <a:pt x="149" y="442"/>
                  <a:pt x="149" y="442"/>
                  <a:pt x="149" y="442"/>
                </a:cubicBezTo>
                <a:cubicBezTo>
                  <a:pt x="203" y="442"/>
                  <a:pt x="203" y="442"/>
                  <a:pt x="203" y="442"/>
                </a:cubicBezTo>
                <a:lnTo>
                  <a:pt x="177" y="604"/>
                </a:lnTo>
                <a:close/>
                <a:moveTo>
                  <a:pt x="73" y="117"/>
                </a:moveTo>
                <a:lnTo>
                  <a:pt x="73" y="117"/>
                </a:lnTo>
                <a:cubicBezTo>
                  <a:pt x="49" y="117"/>
                  <a:pt x="29" y="98"/>
                  <a:pt x="29" y="73"/>
                </a:cubicBezTo>
                <a:cubicBezTo>
                  <a:pt x="29" y="50"/>
                  <a:pt x="49" y="29"/>
                  <a:pt x="73" y="29"/>
                </a:cubicBezTo>
                <a:cubicBezTo>
                  <a:pt x="280" y="29"/>
                  <a:pt x="280" y="29"/>
                  <a:pt x="280" y="29"/>
                </a:cubicBezTo>
                <a:cubicBezTo>
                  <a:pt x="304" y="29"/>
                  <a:pt x="323" y="50"/>
                  <a:pt x="324" y="73"/>
                </a:cubicBezTo>
                <a:cubicBezTo>
                  <a:pt x="323" y="98"/>
                  <a:pt x="304" y="117"/>
                  <a:pt x="280" y="117"/>
                </a:cubicBezTo>
                <a:cubicBezTo>
                  <a:pt x="250" y="117"/>
                  <a:pt x="250" y="117"/>
                  <a:pt x="250" y="117"/>
                </a:cubicBezTo>
                <a:cubicBezTo>
                  <a:pt x="246" y="117"/>
                  <a:pt x="243" y="120"/>
                  <a:pt x="240" y="123"/>
                </a:cubicBezTo>
                <a:cubicBezTo>
                  <a:pt x="237" y="126"/>
                  <a:pt x="236" y="129"/>
                  <a:pt x="236" y="133"/>
                </a:cubicBezTo>
                <a:cubicBezTo>
                  <a:pt x="236" y="314"/>
                  <a:pt x="236" y="314"/>
                  <a:pt x="236" y="314"/>
                </a:cubicBezTo>
                <a:cubicBezTo>
                  <a:pt x="236" y="321"/>
                  <a:pt x="240" y="326"/>
                  <a:pt x="247" y="327"/>
                </a:cubicBezTo>
                <a:cubicBezTo>
                  <a:pt x="286" y="338"/>
                  <a:pt x="316" y="372"/>
                  <a:pt x="323" y="413"/>
                </a:cubicBezTo>
                <a:cubicBezTo>
                  <a:pt x="221" y="413"/>
                  <a:pt x="221" y="413"/>
                  <a:pt x="221" y="413"/>
                </a:cubicBezTo>
                <a:cubicBezTo>
                  <a:pt x="132" y="413"/>
                  <a:pt x="132" y="413"/>
                  <a:pt x="132" y="413"/>
                </a:cubicBezTo>
                <a:cubicBezTo>
                  <a:pt x="30" y="413"/>
                  <a:pt x="30" y="413"/>
                  <a:pt x="30" y="413"/>
                </a:cubicBezTo>
                <a:cubicBezTo>
                  <a:pt x="36" y="372"/>
                  <a:pt x="66" y="338"/>
                  <a:pt x="106" y="327"/>
                </a:cubicBezTo>
                <a:cubicBezTo>
                  <a:pt x="113" y="326"/>
                  <a:pt x="117" y="321"/>
                  <a:pt x="117" y="314"/>
                </a:cubicBezTo>
                <a:cubicBezTo>
                  <a:pt x="117" y="133"/>
                  <a:pt x="117" y="133"/>
                  <a:pt x="117" y="133"/>
                </a:cubicBezTo>
                <a:cubicBezTo>
                  <a:pt x="117" y="129"/>
                  <a:pt x="116" y="126"/>
                  <a:pt x="113" y="123"/>
                </a:cubicBezTo>
                <a:cubicBezTo>
                  <a:pt x="110" y="120"/>
                  <a:pt x="106" y="117"/>
                  <a:pt x="103" y="117"/>
                </a:cubicBezTo>
                <a:lnTo>
                  <a:pt x="73" y="117"/>
                </a:lnTo>
                <a:close/>
              </a:path>
            </a:pathLst>
          </a:custGeom>
          <a:solidFill>
            <a:schemeClr val="tx2"/>
          </a:solidFill>
          <a:ln>
            <a:noFill/>
          </a:ln>
          <a:effectLst/>
        </p:spPr>
        <p:txBody>
          <a:bodyPr wrap="none" anchor="ctr"/>
          <a:lstStyle/>
          <a:p>
            <a:endParaRPr lang="da-DK">
              <a:solidFill>
                <a:schemeClr val="tx2"/>
              </a:solidFill>
            </a:endParaRPr>
          </a:p>
        </p:txBody>
      </p:sp>
      <p:sp>
        <p:nvSpPr>
          <p:cNvPr id="533" name="Freeform 443">
            <a:extLst>
              <a:ext uri="{FF2B5EF4-FFF2-40B4-BE49-F238E27FC236}">
                <a16:creationId xmlns:a16="http://schemas.microsoft.com/office/drawing/2014/main" id="{55704A90-7355-D3CA-987E-E5F5E3EB9697}"/>
              </a:ext>
            </a:extLst>
          </p:cNvPr>
          <p:cNvSpPr>
            <a:spLocks noChangeArrowheads="1"/>
          </p:cNvSpPr>
          <p:nvPr/>
        </p:nvSpPr>
        <p:spPr bwMode="auto">
          <a:xfrm>
            <a:off x="8884170" y="879896"/>
            <a:ext cx="255588" cy="255588"/>
          </a:xfrm>
          <a:custGeom>
            <a:avLst/>
            <a:gdLst>
              <a:gd name="T0" fmla="*/ 279 w 709"/>
              <a:gd name="T1" fmla="*/ 559 h 708"/>
              <a:gd name="T2" fmla="*/ 279 w 709"/>
              <a:gd name="T3" fmla="*/ 559 h 708"/>
              <a:gd name="T4" fmla="*/ 467 w 709"/>
              <a:gd name="T5" fmla="*/ 488 h 708"/>
              <a:gd name="T6" fmla="*/ 494 w 709"/>
              <a:gd name="T7" fmla="*/ 514 h 708"/>
              <a:gd name="T8" fmla="*/ 485 w 709"/>
              <a:gd name="T9" fmla="*/ 544 h 708"/>
              <a:gd name="T10" fmla="*/ 502 w 709"/>
              <a:gd name="T11" fmla="*/ 586 h 708"/>
              <a:gd name="T12" fmla="*/ 607 w 709"/>
              <a:gd name="T13" fmla="*/ 689 h 708"/>
              <a:gd name="T14" fmla="*/ 648 w 709"/>
              <a:gd name="T15" fmla="*/ 707 h 708"/>
              <a:gd name="T16" fmla="*/ 690 w 709"/>
              <a:gd name="T17" fmla="*/ 689 h 708"/>
              <a:gd name="T18" fmla="*/ 680 w 709"/>
              <a:gd name="T19" fmla="*/ 680 h 708"/>
              <a:gd name="T20" fmla="*/ 690 w 709"/>
              <a:gd name="T21" fmla="*/ 689 h 708"/>
              <a:gd name="T22" fmla="*/ 708 w 709"/>
              <a:gd name="T23" fmla="*/ 648 h 708"/>
              <a:gd name="T24" fmla="*/ 690 w 709"/>
              <a:gd name="T25" fmla="*/ 606 h 708"/>
              <a:gd name="T26" fmla="*/ 586 w 709"/>
              <a:gd name="T27" fmla="*/ 503 h 708"/>
              <a:gd name="T28" fmla="*/ 545 w 709"/>
              <a:gd name="T29" fmla="*/ 485 h 708"/>
              <a:gd name="T30" fmla="*/ 514 w 709"/>
              <a:gd name="T31" fmla="*/ 493 h 708"/>
              <a:gd name="T32" fmla="*/ 488 w 709"/>
              <a:gd name="T33" fmla="*/ 467 h 708"/>
              <a:gd name="T34" fmla="*/ 560 w 709"/>
              <a:gd name="T35" fmla="*/ 280 h 708"/>
              <a:gd name="T36" fmla="*/ 279 w 709"/>
              <a:gd name="T37" fmla="*/ 0 h 708"/>
              <a:gd name="T38" fmla="*/ 0 w 709"/>
              <a:gd name="T39" fmla="*/ 280 h 708"/>
              <a:gd name="T40" fmla="*/ 279 w 709"/>
              <a:gd name="T41" fmla="*/ 559 h 708"/>
              <a:gd name="T42" fmla="*/ 565 w 709"/>
              <a:gd name="T43" fmla="*/ 523 h 708"/>
              <a:gd name="T44" fmla="*/ 565 w 709"/>
              <a:gd name="T45" fmla="*/ 523 h 708"/>
              <a:gd name="T46" fmla="*/ 669 w 709"/>
              <a:gd name="T47" fmla="*/ 627 h 708"/>
              <a:gd name="T48" fmla="*/ 677 w 709"/>
              <a:gd name="T49" fmla="*/ 648 h 708"/>
              <a:gd name="T50" fmla="*/ 669 w 709"/>
              <a:gd name="T51" fmla="*/ 668 h 708"/>
              <a:gd name="T52" fmla="*/ 648 w 709"/>
              <a:gd name="T53" fmla="*/ 678 h 708"/>
              <a:gd name="T54" fmla="*/ 628 w 709"/>
              <a:gd name="T55" fmla="*/ 668 h 708"/>
              <a:gd name="T56" fmla="*/ 523 w 709"/>
              <a:gd name="T57" fmla="*/ 565 h 708"/>
              <a:gd name="T58" fmla="*/ 514 w 709"/>
              <a:gd name="T59" fmla="*/ 544 h 708"/>
              <a:gd name="T60" fmla="*/ 523 w 709"/>
              <a:gd name="T61" fmla="*/ 523 h 708"/>
              <a:gd name="T62" fmla="*/ 545 w 709"/>
              <a:gd name="T63" fmla="*/ 515 h 708"/>
              <a:gd name="T64" fmla="*/ 565 w 709"/>
              <a:gd name="T65" fmla="*/ 523 h 708"/>
              <a:gd name="T66" fmla="*/ 103 w 709"/>
              <a:gd name="T67" fmla="*/ 102 h 708"/>
              <a:gd name="T68" fmla="*/ 103 w 709"/>
              <a:gd name="T69" fmla="*/ 102 h 708"/>
              <a:gd name="T70" fmla="*/ 279 w 709"/>
              <a:gd name="T71" fmla="*/ 29 h 708"/>
              <a:gd name="T72" fmla="*/ 456 w 709"/>
              <a:gd name="T73" fmla="*/ 102 h 708"/>
              <a:gd name="T74" fmla="*/ 531 w 709"/>
              <a:gd name="T75" fmla="*/ 280 h 708"/>
              <a:gd name="T76" fmla="*/ 463 w 709"/>
              <a:gd name="T77" fmla="*/ 450 h 708"/>
              <a:gd name="T78" fmla="*/ 451 w 709"/>
              <a:gd name="T79" fmla="*/ 463 h 708"/>
              <a:gd name="T80" fmla="*/ 279 w 709"/>
              <a:gd name="T81" fmla="*/ 530 h 708"/>
              <a:gd name="T82" fmla="*/ 103 w 709"/>
              <a:gd name="T83" fmla="*/ 457 h 708"/>
              <a:gd name="T84" fmla="*/ 29 w 709"/>
              <a:gd name="T85" fmla="*/ 280 h 708"/>
              <a:gd name="T86" fmla="*/ 103 w 709"/>
              <a:gd name="T87" fmla="*/ 10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708">
                <a:moveTo>
                  <a:pt x="279" y="559"/>
                </a:moveTo>
                <a:lnTo>
                  <a:pt x="279" y="559"/>
                </a:lnTo>
                <a:cubicBezTo>
                  <a:pt x="351" y="559"/>
                  <a:pt x="418" y="533"/>
                  <a:pt x="467" y="488"/>
                </a:cubicBezTo>
                <a:cubicBezTo>
                  <a:pt x="494" y="514"/>
                  <a:pt x="494" y="514"/>
                  <a:pt x="494" y="514"/>
                </a:cubicBezTo>
                <a:cubicBezTo>
                  <a:pt x="488" y="523"/>
                  <a:pt x="485" y="533"/>
                  <a:pt x="485" y="544"/>
                </a:cubicBezTo>
                <a:cubicBezTo>
                  <a:pt x="485" y="559"/>
                  <a:pt x="491" y="575"/>
                  <a:pt x="502" y="586"/>
                </a:cubicBezTo>
                <a:cubicBezTo>
                  <a:pt x="607" y="689"/>
                  <a:pt x="607" y="689"/>
                  <a:pt x="607" y="689"/>
                </a:cubicBezTo>
                <a:cubicBezTo>
                  <a:pt x="618" y="702"/>
                  <a:pt x="633" y="707"/>
                  <a:pt x="648" y="707"/>
                </a:cubicBezTo>
                <a:cubicBezTo>
                  <a:pt x="663" y="707"/>
                  <a:pt x="679" y="702"/>
                  <a:pt x="690" y="689"/>
                </a:cubicBezTo>
                <a:cubicBezTo>
                  <a:pt x="680" y="680"/>
                  <a:pt x="680" y="680"/>
                  <a:pt x="680" y="680"/>
                </a:cubicBezTo>
                <a:cubicBezTo>
                  <a:pt x="690" y="689"/>
                  <a:pt x="690" y="689"/>
                  <a:pt x="690" y="689"/>
                </a:cubicBezTo>
                <a:cubicBezTo>
                  <a:pt x="701" y="678"/>
                  <a:pt x="708" y="663"/>
                  <a:pt x="708" y="648"/>
                </a:cubicBezTo>
                <a:cubicBezTo>
                  <a:pt x="708" y="633"/>
                  <a:pt x="701" y="617"/>
                  <a:pt x="690" y="606"/>
                </a:cubicBezTo>
                <a:cubicBezTo>
                  <a:pt x="586" y="503"/>
                  <a:pt x="586" y="503"/>
                  <a:pt x="586" y="503"/>
                </a:cubicBezTo>
                <a:cubicBezTo>
                  <a:pt x="574" y="490"/>
                  <a:pt x="559" y="485"/>
                  <a:pt x="545" y="485"/>
                </a:cubicBezTo>
                <a:cubicBezTo>
                  <a:pt x="534" y="485"/>
                  <a:pt x="524" y="488"/>
                  <a:pt x="514" y="493"/>
                </a:cubicBezTo>
                <a:cubicBezTo>
                  <a:pt x="488" y="467"/>
                  <a:pt x="488" y="467"/>
                  <a:pt x="488" y="467"/>
                </a:cubicBezTo>
                <a:cubicBezTo>
                  <a:pt x="532" y="417"/>
                  <a:pt x="560" y="352"/>
                  <a:pt x="560" y="280"/>
                </a:cubicBezTo>
                <a:cubicBezTo>
                  <a:pt x="560" y="126"/>
                  <a:pt x="434" y="0"/>
                  <a:pt x="279" y="0"/>
                </a:cubicBezTo>
                <a:cubicBezTo>
                  <a:pt x="125" y="0"/>
                  <a:pt x="0" y="126"/>
                  <a:pt x="0" y="280"/>
                </a:cubicBezTo>
                <a:cubicBezTo>
                  <a:pt x="0" y="435"/>
                  <a:pt x="125" y="559"/>
                  <a:pt x="279" y="559"/>
                </a:cubicBezTo>
                <a:close/>
                <a:moveTo>
                  <a:pt x="565" y="523"/>
                </a:moveTo>
                <a:lnTo>
                  <a:pt x="565" y="523"/>
                </a:lnTo>
                <a:cubicBezTo>
                  <a:pt x="669" y="627"/>
                  <a:pt x="669" y="627"/>
                  <a:pt x="669" y="627"/>
                </a:cubicBezTo>
                <a:cubicBezTo>
                  <a:pt x="675" y="633"/>
                  <a:pt x="677" y="641"/>
                  <a:pt x="677" y="648"/>
                </a:cubicBezTo>
                <a:cubicBezTo>
                  <a:pt x="677" y="656"/>
                  <a:pt x="675" y="663"/>
                  <a:pt x="669" y="668"/>
                </a:cubicBezTo>
                <a:cubicBezTo>
                  <a:pt x="663" y="675"/>
                  <a:pt x="655" y="678"/>
                  <a:pt x="648" y="678"/>
                </a:cubicBezTo>
                <a:cubicBezTo>
                  <a:pt x="640" y="678"/>
                  <a:pt x="633" y="675"/>
                  <a:pt x="628" y="668"/>
                </a:cubicBezTo>
                <a:cubicBezTo>
                  <a:pt x="523" y="565"/>
                  <a:pt x="523" y="565"/>
                  <a:pt x="523" y="565"/>
                </a:cubicBezTo>
                <a:cubicBezTo>
                  <a:pt x="517" y="559"/>
                  <a:pt x="514" y="551"/>
                  <a:pt x="514" y="544"/>
                </a:cubicBezTo>
                <a:cubicBezTo>
                  <a:pt x="514" y="536"/>
                  <a:pt x="517" y="529"/>
                  <a:pt x="523" y="523"/>
                </a:cubicBezTo>
                <a:cubicBezTo>
                  <a:pt x="529" y="518"/>
                  <a:pt x="536" y="515"/>
                  <a:pt x="545" y="515"/>
                </a:cubicBezTo>
                <a:cubicBezTo>
                  <a:pt x="552" y="515"/>
                  <a:pt x="559" y="518"/>
                  <a:pt x="565" y="523"/>
                </a:cubicBezTo>
                <a:close/>
                <a:moveTo>
                  <a:pt x="103" y="102"/>
                </a:moveTo>
                <a:lnTo>
                  <a:pt x="103" y="102"/>
                </a:lnTo>
                <a:cubicBezTo>
                  <a:pt x="148" y="58"/>
                  <a:pt x="210" y="29"/>
                  <a:pt x="279" y="29"/>
                </a:cubicBezTo>
                <a:cubicBezTo>
                  <a:pt x="349" y="29"/>
                  <a:pt x="412" y="58"/>
                  <a:pt x="456" y="102"/>
                </a:cubicBezTo>
                <a:cubicBezTo>
                  <a:pt x="502" y="148"/>
                  <a:pt x="531" y="211"/>
                  <a:pt x="531" y="280"/>
                </a:cubicBezTo>
                <a:cubicBezTo>
                  <a:pt x="531" y="345"/>
                  <a:pt x="505" y="406"/>
                  <a:pt x="463" y="450"/>
                </a:cubicBezTo>
                <a:cubicBezTo>
                  <a:pt x="451" y="463"/>
                  <a:pt x="451" y="463"/>
                  <a:pt x="451" y="463"/>
                </a:cubicBezTo>
                <a:cubicBezTo>
                  <a:pt x="405" y="504"/>
                  <a:pt x="346" y="530"/>
                  <a:pt x="279" y="530"/>
                </a:cubicBezTo>
                <a:cubicBezTo>
                  <a:pt x="210" y="530"/>
                  <a:pt x="148" y="503"/>
                  <a:pt x="103" y="457"/>
                </a:cubicBezTo>
                <a:cubicBezTo>
                  <a:pt x="57" y="412"/>
                  <a:pt x="29" y="349"/>
                  <a:pt x="29" y="280"/>
                </a:cubicBezTo>
                <a:cubicBezTo>
                  <a:pt x="29" y="211"/>
                  <a:pt x="57" y="148"/>
                  <a:pt x="103" y="10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34" name="Group 536">
            <a:extLst>
              <a:ext uri="{FF2B5EF4-FFF2-40B4-BE49-F238E27FC236}">
                <a16:creationId xmlns:a16="http://schemas.microsoft.com/office/drawing/2014/main" id="{1018497C-ECFA-0841-D6A8-948D1881BA9C}"/>
              </a:ext>
            </a:extLst>
          </p:cNvPr>
          <p:cNvGrpSpPr/>
          <p:nvPr/>
        </p:nvGrpSpPr>
        <p:grpSpPr>
          <a:xfrm>
            <a:off x="8903220" y="2886496"/>
            <a:ext cx="255588" cy="249238"/>
            <a:chOff x="7747000" y="3219450"/>
            <a:chExt cx="255588" cy="249238"/>
          </a:xfrm>
          <a:solidFill>
            <a:schemeClr val="tx2"/>
          </a:solidFill>
        </p:grpSpPr>
        <p:sp>
          <p:nvSpPr>
            <p:cNvPr id="535" name="Freeform 444">
              <a:extLst>
                <a:ext uri="{FF2B5EF4-FFF2-40B4-BE49-F238E27FC236}">
                  <a16:creationId xmlns:a16="http://schemas.microsoft.com/office/drawing/2014/main" id="{593E9D8B-4E6E-CFA3-764C-94E44B24976B}"/>
                </a:ext>
              </a:extLst>
            </p:cNvPr>
            <p:cNvSpPr>
              <a:spLocks noChangeArrowheads="1"/>
            </p:cNvSpPr>
            <p:nvPr/>
          </p:nvSpPr>
          <p:spPr bwMode="auto">
            <a:xfrm>
              <a:off x="7966075" y="34036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6" name="Freeform 445">
              <a:extLst>
                <a:ext uri="{FF2B5EF4-FFF2-40B4-BE49-F238E27FC236}">
                  <a16:creationId xmlns:a16="http://schemas.microsoft.com/office/drawing/2014/main" id="{D8897692-D427-30B1-1076-D9B70EFEE56C}"/>
                </a:ext>
              </a:extLst>
            </p:cNvPr>
            <p:cNvSpPr>
              <a:spLocks noChangeArrowheads="1"/>
            </p:cNvSpPr>
            <p:nvPr/>
          </p:nvSpPr>
          <p:spPr bwMode="auto">
            <a:xfrm>
              <a:off x="7747000" y="3219450"/>
              <a:ext cx="255588" cy="249238"/>
            </a:xfrm>
            <a:custGeom>
              <a:avLst/>
              <a:gdLst>
                <a:gd name="T0" fmla="*/ 331 w 711"/>
                <a:gd name="T1" fmla="*/ 524 h 693"/>
                <a:gd name="T2" fmla="*/ 537 w 711"/>
                <a:gd name="T3" fmla="*/ 687 h 693"/>
                <a:gd name="T4" fmla="*/ 610 w 711"/>
                <a:gd name="T5" fmla="*/ 656 h 693"/>
                <a:gd name="T6" fmla="*/ 610 w 711"/>
                <a:gd name="T7" fmla="*/ 656 h 693"/>
                <a:gd name="T8" fmla="*/ 641 w 711"/>
                <a:gd name="T9" fmla="*/ 583 h 693"/>
                <a:gd name="T10" fmla="*/ 478 w 711"/>
                <a:gd name="T11" fmla="*/ 378 h 693"/>
                <a:gd name="T12" fmla="*/ 655 w 711"/>
                <a:gd name="T13" fmla="*/ 326 h 693"/>
                <a:gd name="T14" fmla="*/ 704 w 711"/>
                <a:gd name="T15" fmla="*/ 141 h 693"/>
                <a:gd name="T16" fmla="*/ 703 w 711"/>
                <a:gd name="T17" fmla="*/ 139 h 693"/>
                <a:gd name="T18" fmla="*/ 702 w 711"/>
                <a:gd name="T19" fmla="*/ 137 h 693"/>
                <a:gd name="T20" fmla="*/ 696 w 711"/>
                <a:gd name="T21" fmla="*/ 133 h 693"/>
                <a:gd name="T22" fmla="*/ 692 w 711"/>
                <a:gd name="T23" fmla="*/ 132 h 693"/>
                <a:gd name="T24" fmla="*/ 686 w 711"/>
                <a:gd name="T25" fmla="*/ 132 h 693"/>
                <a:gd name="T26" fmla="*/ 684 w 711"/>
                <a:gd name="T27" fmla="*/ 133 h 693"/>
                <a:gd name="T28" fmla="*/ 681 w 711"/>
                <a:gd name="T29" fmla="*/ 134 h 693"/>
                <a:gd name="T30" fmla="*/ 602 w 711"/>
                <a:gd name="T31" fmla="*/ 197 h 693"/>
                <a:gd name="T32" fmla="*/ 514 w 711"/>
                <a:gd name="T33" fmla="*/ 103 h 693"/>
                <a:gd name="T34" fmla="*/ 576 w 711"/>
                <a:gd name="T35" fmla="*/ 29 h 693"/>
                <a:gd name="T36" fmla="*/ 579 w 711"/>
                <a:gd name="T37" fmla="*/ 25 h 693"/>
                <a:gd name="T38" fmla="*/ 579 w 711"/>
                <a:gd name="T39" fmla="*/ 23 h 693"/>
                <a:gd name="T40" fmla="*/ 579 w 711"/>
                <a:gd name="T41" fmla="*/ 17 h 693"/>
                <a:gd name="T42" fmla="*/ 576 w 711"/>
                <a:gd name="T43" fmla="*/ 12 h 693"/>
                <a:gd name="T44" fmla="*/ 575 w 711"/>
                <a:gd name="T45" fmla="*/ 9 h 693"/>
                <a:gd name="T46" fmla="*/ 569 w 711"/>
                <a:gd name="T47" fmla="*/ 6 h 693"/>
                <a:gd name="T48" fmla="*/ 519 w 711"/>
                <a:gd name="T49" fmla="*/ 0 h 693"/>
                <a:gd name="T50" fmla="*/ 327 w 711"/>
                <a:gd name="T51" fmla="*/ 191 h 693"/>
                <a:gd name="T52" fmla="*/ 269 w 711"/>
                <a:gd name="T53" fmla="*/ 295 h 693"/>
                <a:gd name="T54" fmla="*/ 173 w 711"/>
                <a:gd name="T55" fmla="*/ 180 h 693"/>
                <a:gd name="T56" fmla="*/ 155 w 711"/>
                <a:gd name="T57" fmla="*/ 101 h 693"/>
                <a:gd name="T58" fmla="*/ 64 w 711"/>
                <a:gd name="T59" fmla="*/ 52 h 693"/>
                <a:gd name="T60" fmla="*/ 5 w 711"/>
                <a:gd name="T61" fmla="*/ 96 h 693"/>
                <a:gd name="T62" fmla="*/ 44 w 711"/>
                <a:gd name="T63" fmla="*/ 197 h 693"/>
                <a:gd name="T64" fmla="*/ 115 w 711"/>
                <a:gd name="T65" fmla="*/ 224 h 693"/>
                <a:gd name="T66" fmla="*/ 142 w 711"/>
                <a:gd name="T67" fmla="*/ 209 h 693"/>
                <a:gd name="T68" fmla="*/ 48 w 711"/>
                <a:gd name="T69" fmla="*/ 517 h 693"/>
                <a:gd name="T70" fmla="*/ 18 w 711"/>
                <a:gd name="T71" fmla="*/ 590 h 693"/>
                <a:gd name="T72" fmla="*/ 48 w 711"/>
                <a:gd name="T73" fmla="*/ 662 h 693"/>
                <a:gd name="T74" fmla="*/ 193 w 711"/>
                <a:gd name="T75" fmla="*/ 662 h 693"/>
                <a:gd name="T76" fmla="*/ 116 w 711"/>
                <a:gd name="T77" fmla="*/ 194 h 693"/>
                <a:gd name="T78" fmla="*/ 68 w 711"/>
                <a:gd name="T79" fmla="*/ 177 h 693"/>
                <a:gd name="T80" fmla="*/ 61 w 711"/>
                <a:gd name="T81" fmla="*/ 83 h 693"/>
                <a:gd name="T82" fmla="*/ 145 w 711"/>
                <a:gd name="T83" fmla="*/ 165 h 693"/>
                <a:gd name="T84" fmla="*/ 131 w 711"/>
                <a:gd name="T85" fmla="*/ 179 h 693"/>
                <a:gd name="T86" fmla="*/ 116 w 711"/>
                <a:gd name="T87" fmla="*/ 194 h 693"/>
                <a:gd name="T88" fmla="*/ 590 w 711"/>
                <a:gd name="T89" fmla="*/ 532 h 693"/>
                <a:gd name="T90" fmla="*/ 590 w 711"/>
                <a:gd name="T91" fmla="*/ 636 h 693"/>
                <a:gd name="T92" fmla="*/ 537 w 711"/>
                <a:gd name="T93" fmla="*/ 658 h 693"/>
                <a:gd name="T94" fmla="*/ 352 w 711"/>
                <a:gd name="T95" fmla="*/ 503 h 693"/>
                <a:gd name="T96" fmla="*/ 590 w 711"/>
                <a:gd name="T97" fmla="*/ 532 h 693"/>
                <a:gd name="T98" fmla="*/ 405 w 711"/>
                <a:gd name="T99" fmla="*/ 76 h 693"/>
                <a:gd name="T100" fmla="*/ 537 w 711"/>
                <a:gd name="T101" fmla="*/ 31 h 693"/>
                <a:gd name="T102" fmla="*/ 483 w 711"/>
                <a:gd name="T103" fmla="*/ 100 h 693"/>
                <a:gd name="T104" fmla="*/ 507 w 711"/>
                <a:gd name="T105" fmla="*/ 220 h 693"/>
                <a:gd name="T106" fmla="*/ 616 w 711"/>
                <a:gd name="T107" fmla="*/ 224 h 693"/>
                <a:gd name="T108" fmla="*/ 681 w 711"/>
                <a:gd name="T109" fmla="*/ 191 h 693"/>
                <a:gd name="T110" fmla="*/ 519 w 711"/>
                <a:gd name="T111" fmla="*/ 354 h 693"/>
                <a:gd name="T112" fmla="*/ 356 w 711"/>
                <a:gd name="T113" fmla="*/ 191 h 693"/>
                <a:gd name="T114" fmla="*/ 120 w 711"/>
                <a:gd name="T115" fmla="*/ 663 h 693"/>
                <a:gd name="T116" fmla="*/ 69 w 711"/>
                <a:gd name="T117" fmla="*/ 641 h 693"/>
                <a:gd name="T118" fmla="*/ 69 w 711"/>
                <a:gd name="T119" fmla="*/ 538 h 693"/>
                <a:gd name="T120" fmla="*/ 384 w 711"/>
                <a:gd name="T121" fmla="*/ 326 h 693"/>
                <a:gd name="T122" fmla="*/ 322 w 711"/>
                <a:gd name="T123" fmla="*/ 494 h 693"/>
                <a:gd name="T124" fmla="*/ 120 w 711"/>
                <a:gd name="T125" fmla="*/ 66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1" h="693">
                  <a:moveTo>
                    <a:pt x="331" y="524"/>
                  </a:moveTo>
                  <a:lnTo>
                    <a:pt x="331" y="524"/>
                  </a:lnTo>
                  <a:cubicBezTo>
                    <a:pt x="464" y="656"/>
                    <a:pt x="464" y="656"/>
                    <a:pt x="464" y="656"/>
                  </a:cubicBezTo>
                  <a:cubicBezTo>
                    <a:pt x="485" y="677"/>
                    <a:pt x="511" y="687"/>
                    <a:pt x="537" y="687"/>
                  </a:cubicBezTo>
                  <a:cubicBezTo>
                    <a:pt x="563" y="687"/>
                    <a:pt x="590" y="677"/>
                    <a:pt x="610" y="656"/>
                  </a:cubicBezTo>
                  <a:lnTo>
                    <a:pt x="610" y="656"/>
                  </a:lnTo>
                  <a:lnTo>
                    <a:pt x="610" y="656"/>
                  </a:lnTo>
                  <a:lnTo>
                    <a:pt x="610" y="656"/>
                  </a:lnTo>
                  <a:lnTo>
                    <a:pt x="610" y="656"/>
                  </a:lnTo>
                  <a:cubicBezTo>
                    <a:pt x="631" y="637"/>
                    <a:pt x="641" y="610"/>
                    <a:pt x="641" y="583"/>
                  </a:cubicBezTo>
                  <a:cubicBezTo>
                    <a:pt x="641" y="557"/>
                    <a:pt x="631" y="531"/>
                    <a:pt x="610" y="511"/>
                  </a:cubicBezTo>
                  <a:cubicBezTo>
                    <a:pt x="478" y="378"/>
                    <a:pt x="478" y="378"/>
                    <a:pt x="478" y="378"/>
                  </a:cubicBezTo>
                  <a:cubicBezTo>
                    <a:pt x="492" y="382"/>
                    <a:pt x="506" y="383"/>
                    <a:pt x="519" y="383"/>
                  </a:cubicBezTo>
                  <a:cubicBezTo>
                    <a:pt x="568" y="383"/>
                    <a:pt x="617" y="364"/>
                    <a:pt x="655" y="326"/>
                  </a:cubicBezTo>
                  <a:cubicBezTo>
                    <a:pt x="692" y="289"/>
                    <a:pt x="710" y="241"/>
                    <a:pt x="710" y="191"/>
                  </a:cubicBezTo>
                  <a:cubicBezTo>
                    <a:pt x="710" y="174"/>
                    <a:pt x="709" y="158"/>
                    <a:pt x="704" y="141"/>
                  </a:cubicBezTo>
                  <a:lnTo>
                    <a:pt x="704" y="141"/>
                  </a:lnTo>
                  <a:cubicBezTo>
                    <a:pt x="703" y="141"/>
                    <a:pt x="703" y="140"/>
                    <a:pt x="703" y="139"/>
                  </a:cubicBezTo>
                  <a:cubicBezTo>
                    <a:pt x="702" y="139"/>
                    <a:pt x="702" y="137"/>
                    <a:pt x="702" y="137"/>
                  </a:cubicBezTo>
                  <a:lnTo>
                    <a:pt x="702" y="137"/>
                  </a:lnTo>
                  <a:cubicBezTo>
                    <a:pt x="700" y="136"/>
                    <a:pt x="700" y="136"/>
                    <a:pt x="700" y="136"/>
                  </a:cubicBezTo>
                  <a:cubicBezTo>
                    <a:pt x="699" y="134"/>
                    <a:pt x="697" y="133"/>
                    <a:pt x="696" y="133"/>
                  </a:cubicBezTo>
                  <a:lnTo>
                    <a:pt x="695" y="132"/>
                  </a:lnTo>
                  <a:cubicBezTo>
                    <a:pt x="693" y="132"/>
                    <a:pt x="692" y="132"/>
                    <a:pt x="692" y="132"/>
                  </a:cubicBezTo>
                  <a:cubicBezTo>
                    <a:pt x="691" y="132"/>
                    <a:pt x="689" y="132"/>
                    <a:pt x="688" y="132"/>
                  </a:cubicBezTo>
                  <a:cubicBezTo>
                    <a:pt x="686" y="132"/>
                    <a:pt x="686" y="132"/>
                    <a:pt x="686" y="132"/>
                  </a:cubicBezTo>
                  <a:lnTo>
                    <a:pt x="685" y="132"/>
                  </a:lnTo>
                  <a:lnTo>
                    <a:pt x="684" y="133"/>
                  </a:lnTo>
                  <a:cubicBezTo>
                    <a:pt x="682" y="133"/>
                    <a:pt x="681" y="133"/>
                    <a:pt x="681" y="134"/>
                  </a:cubicBezTo>
                  <a:lnTo>
                    <a:pt x="681" y="134"/>
                  </a:lnTo>
                  <a:lnTo>
                    <a:pt x="681" y="134"/>
                  </a:lnTo>
                  <a:cubicBezTo>
                    <a:pt x="602" y="197"/>
                    <a:pt x="602" y="197"/>
                    <a:pt x="602" y="197"/>
                  </a:cubicBezTo>
                  <a:cubicBezTo>
                    <a:pt x="522" y="191"/>
                    <a:pt x="522" y="191"/>
                    <a:pt x="522" y="191"/>
                  </a:cubicBezTo>
                  <a:cubicBezTo>
                    <a:pt x="514" y="103"/>
                    <a:pt x="514" y="103"/>
                    <a:pt x="514" y="103"/>
                  </a:cubicBezTo>
                  <a:cubicBezTo>
                    <a:pt x="576" y="31"/>
                    <a:pt x="576" y="31"/>
                    <a:pt x="576" y="31"/>
                  </a:cubicBezTo>
                  <a:lnTo>
                    <a:pt x="576" y="29"/>
                  </a:lnTo>
                  <a:lnTo>
                    <a:pt x="577" y="28"/>
                  </a:lnTo>
                  <a:cubicBezTo>
                    <a:pt x="577" y="27"/>
                    <a:pt x="579" y="25"/>
                    <a:pt x="579" y="25"/>
                  </a:cubicBezTo>
                  <a:cubicBezTo>
                    <a:pt x="579" y="25"/>
                    <a:pt x="579" y="25"/>
                    <a:pt x="579" y="24"/>
                  </a:cubicBezTo>
                  <a:lnTo>
                    <a:pt x="579" y="23"/>
                  </a:lnTo>
                  <a:cubicBezTo>
                    <a:pt x="579" y="21"/>
                    <a:pt x="579" y="20"/>
                    <a:pt x="579" y="20"/>
                  </a:cubicBezTo>
                  <a:cubicBezTo>
                    <a:pt x="579" y="18"/>
                    <a:pt x="579" y="17"/>
                    <a:pt x="579" y="17"/>
                  </a:cubicBezTo>
                  <a:cubicBezTo>
                    <a:pt x="579" y="16"/>
                    <a:pt x="577" y="14"/>
                    <a:pt x="577" y="14"/>
                  </a:cubicBezTo>
                  <a:cubicBezTo>
                    <a:pt x="577" y="13"/>
                    <a:pt x="576" y="12"/>
                    <a:pt x="576" y="12"/>
                  </a:cubicBezTo>
                  <a:cubicBezTo>
                    <a:pt x="575" y="10"/>
                    <a:pt x="575" y="10"/>
                    <a:pt x="575" y="10"/>
                  </a:cubicBezTo>
                  <a:cubicBezTo>
                    <a:pt x="575" y="10"/>
                    <a:pt x="575" y="10"/>
                    <a:pt x="575" y="9"/>
                  </a:cubicBezTo>
                  <a:cubicBezTo>
                    <a:pt x="573" y="9"/>
                    <a:pt x="572" y="9"/>
                    <a:pt x="572" y="7"/>
                  </a:cubicBezTo>
                  <a:cubicBezTo>
                    <a:pt x="570" y="7"/>
                    <a:pt x="569" y="7"/>
                    <a:pt x="569" y="6"/>
                  </a:cubicBezTo>
                  <a:lnTo>
                    <a:pt x="569" y="6"/>
                  </a:lnTo>
                  <a:cubicBezTo>
                    <a:pt x="552" y="2"/>
                    <a:pt x="536" y="0"/>
                    <a:pt x="519" y="0"/>
                  </a:cubicBezTo>
                  <a:cubicBezTo>
                    <a:pt x="470" y="0"/>
                    <a:pt x="421" y="18"/>
                    <a:pt x="384" y="56"/>
                  </a:cubicBezTo>
                  <a:cubicBezTo>
                    <a:pt x="347" y="93"/>
                    <a:pt x="327" y="143"/>
                    <a:pt x="327" y="191"/>
                  </a:cubicBezTo>
                  <a:cubicBezTo>
                    <a:pt x="327" y="205"/>
                    <a:pt x="329" y="219"/>
                    <a:pt x="331" y="232"/>
                  </a:cubicBezTo>
                  <a:cubicBezTo>
                    <a:pt x="269" y="295"/>
                    <a:pt x="269" y="295"/>
                    <a:pt x="269" y="295"/>
                  </a:cubicBezTo>
                  <a:cubicBezTo>
                    <a:pt x="163" y="188"/>
                    <a:pt x="163" y="188"/>
                    <a:pt x="163" y="188"/>
                  </a:cubicBezTo>
                  <a:cubicBezTo>
                    <a:pt x="173" y="180"/>
                    <a:pt x="173" y="180"/>
                    <a:pt x="173" y="180"/>
                  </a:cubicBezTo>
                  <a:cubicBezTo>
                    <a:pt x="175" y="176"/>
                    <a:pt x="177" y="170"/>
                    <a:pt x="175" y="165"/>
                  </a:cubicBezTo>
                  <a:cubicBezTo>
                    <a:pt x="155" y="101"/>
                    <a:pt x="155" y="101"/>
                    <a:pt x="155" y="101"/>
                  </a:cubicBezTo>
                  <a:cubicBezTo>
                    <a:pt x="153" y="98"/>
                    <a:pt x="150" y="96"/>
                    <a:pt x="148" y="93"/>
                  </a:cubicBezTo>
                  <a:cubicBezTo>
                    <a:pt x="64" y="52"/>
                    <a:pt x="64" y="52"/>
                    <a:pt x="64" y="52"/>
                  </a:cubicBezTo>
                  <a:cubicBezTo>
                    <a:pt x="58" y="49"/>
                    <a:pt x="51" y="50"/>
                    <a:pt x="47" y="54"/>
                  </a:cubicBezTo>
                  <a:cubicBezTo>
                    <a:pt x="5" y="96"/>
                    <a:pt x="5" y="96"/>
                    <a:pt x="5" y="96"/>
                  </a:cubicBezTo>
                  <a:cubicBezTo>
                    <a:pt x="1" y="101"/>
                    <a:pt x="0" y="108"/>
                    <a:pt x="3" y="114"/>
                  </a:cubicBezTo>
                  <a:cubicBezTo>
                    <a:pt x="44" y="197"/>
                    <a:pt x="44" y="197"/>
                    <a:pt x="44" y="197"/>
                  </a:cubicBezTo>
                  <a:cubicBezTo>
                    <a:pt x="46" y="199"/>
                    <a:pt x="48" y="202"/>
                    <a:pt x="52" y="203"/>
                  </a:cubicBezTo>
                  <a:cubicBezTo>
                    <a:pt x="115" y="224"/>
                    <a:pt x="115" y="224"/>
                    <a:pt x="115" y="224"/>
                  </a:cubicBezTo>
                  <a:cubicBezTo>
                    <a:pt x="120" y="227"/>
                    <a:pt x="126" y="226"/>
                    <a:pt x="130" y="221"/>
                  </a:cubicBezTo>
                  <a:cubicBezTo>
                    <a:pt x="142" y="209"/>
                    <a:pt x="142" y="209"/>
                    <a:pt x="142" y="209"/>
                  </a:cubicBezTo>
                  <a:cubicBezTo>
                    <a:pt x="249" y="315"/>
                    <a:pt x="249" y="315"/>
                    <a:pt x="249" y="315"/>
                  </a:cubicBezTo>
                  <a:cubicBezTo>
                    <a:pt x="48" y="517"/>
                    <a:pt x="48" y="517"/>
                    <a:pt x="48" y="517"/>
                  </a:cubicBezTo>
                  <a:cubicBezTo>
                    <a:pt x="47" y="517"/>
                    <a:pt x="47" y="517"/>
                    <a:pt x="47" y="517"/>
                  </a:cubicBezTo>
                  <a:cubicBezTo>
                    <a:pt x="28" y="536"/>
                    <a:pt x="18" y="563"/>
                    <a:pt x="18" y="590"/>
                  </a:cubicBezTo>
                  <a:cubicBezTo>
                    <a:pt x="18" y="616"/>
                    <a:pt x="28" y="643"/>
                    <a:pt x="47" y="662"/>
                  </a:cubicBezTo>
                  <a:cubicBezTo>
                    <a:pt x="48" y="662"/>
                    <a:pt x="48" y="662"/>
                    <a:pt x="48" y="662"/>
                  </a:cubicBezTo>
                  <a:cubicBezTo>
                    <a:pt x="68" y="683"/>
                    <a:pt x="94" y="692"/>
                    <a:pt x="120" y="692"/>
                  </a:cubicBezTo>
                  <a:cubicBezTo>
                    <a:pt x="148" y="692"/>
                    <a:pt x="174" y="683"/>
                    <a:pt x="193" y="662"/>
                  </a:cubicBezTo>
                  <a:lnTo>
                    <a:pt x="331" y="524"/>
                  </a:lnTo>
                  <a:close/>
                  <a:moveTo>
                    <a:pt x="116" y="194"/>
                  </a:moveTo>
                  <a:lnTo>
                    <a:pt x="116" y="194"/>
                  </a:lnTo>
                  <a:cubicBezTo>
                    <a:pt x="68" y="177"/>
                    <a:pt x="68" y="177"/>
                    <a:pt x="68" y="177"/>
                  </a:cubicBezTo>
                  <a:cubicBezTo>
                    <a:pt x="33" y="110"/>
                    <a:pt x="33" y="110"/>
                    <a:pt x="33" y="110"/>
                  </a:cubicBezTo>
                  <a:cubicBezTo>
                    <a:pt x="61" y="83"/>
                    <a:pt x="61" y="83"/>
                    <a:pt x="61" y="83"/>
                  </a:cubicBezTo>
                  <a:cubicBezTo>
                    <a:pt x="128" y="116"/>
                    <a:pt x="128" y="116"/>
                    <a:pt x="128" y="116"/>
                  </a:cubicBezTo>
                  <a:cubicBezTo>
                    <a:pt x="145" y="165"/>
                    <a:pt x="145" y="165"/>
                    <a:pt x="145" y="165"/>
                  </a:cubicBezTo>
                  <a:cubicBezTo>
                    <a:pt x="131" y="179"/>
                    <a:pt x="131" y="179"/>
                    <a:pt x="131" y="179"/>
                  </a:cubicBezTo>
                  <a:lnTo>
                    <a:pt x="131" y="179"/>
                  </a:lnTo>
                  <a:lnTo>
                    <a:pt x="131" y="179"/>
                  </a:lnTo>
                  <a:lnTo>
                    <a:pt x="116" y="194"/>
                  </a:lnTo>
                  <a:close/>
                  <a:moveTo>
                    <a:pt x="590" y="532"/>
                  </a:moveTo>
                  <a:lnTo>
                    <a:pt x="590" y="532"/>
                  </a:lnTo>
                  <a:cubicBezTo>
                    <a:pt x="604" y="546"/>
                    <a:pt x="610" y="565"/>
                    <a:pt x="610" y="583"/>
                  </a:cubicBezTo>
                  <a:cubicBezTo>
                    <a:pt x="610" y="603"/>
                    <a:pt x="604" y="622"/>
                    <a:pt x="590" y="636"/>
                  </a:cubicBezTo>
                  <a:lnTo>
                    <a:pt x="590" y="636"/>
                  </a:lnTo>
                  <a:cubicBezTo>
                    <a:pt x="575" y="651"/>
                    <a:pt x="557" y="658"/>
                    <a:pt x="537" y="658"/>
                  </a:cubicBezTo>
                  <a:cubicBezTo>
                    <a:pt x="518" y="658"/>
                    <a:pt x="500" y="651"/>
                    <a:pt x="485" y="636"/>
                  </a:cubicBezTo>
                  <a:cubicBezTo>
                    <a:pt x="352" y="503"/>
                    <a:pt x="352" y="503"/>
                    <a:pt x="352" y="503"/>
                  </a:cubicBezTo>
                  <a:cubicBezTo>
                    <a:pt x="457" y="400"/>
                    <a:pt x="457" y="400"/>
                    <a:pt x="457" y="400"/>
                  </a:cubicBezTo>
                  <a:cubicBezTo>
                    <a:pt x="590" y="532"/>
                    <a:pt x="590" y="532"/>
                    <a:pt x="590" y="532"/>
                  </a:cubicBezTo>
                  <a:close/>
                  <a:moveTo>
                    <a:pt x="405" y="76"/>
                  </a:moveTo>
                  <a:lnTo>
                    <a:pt x="405" y="76"/>
                  </a:lnTo>
                  <a:cubicBezTo>
                    <a:pt x="436" y="45"/>
                    <a:pt x="478" y="29"/>
                    <a:pt x="519" y="29"/>
                  </a:cubicBezTo>
                  <a:cubicBezTo>
                    <a:pt x="525" y="29"/>
                    <a:pt x="530" y="29"/>
                    <a:pt x="537" y="31"/>
                  </a:cubicBezTo>
                  <a:cubicBezTo>
                    <a:pt x="488" y="89"/>
                    <a:pt x="488" y="89"/>
                    <a:pt x="488" y="89"/>
                  </a:cubicBezTo>
                  <a:cubicBezTo>
                    <a:pt x="485" y="92"/>
                    <a:pt x="483" y="96"/>
                    <a:pt x="483" y="100"/>
                  </a:cubicBezTo>
                  <a:cubicBezTo>
                    <a:pt x="493" y="206"/>
                    <a:pt x="493" y="206"/>
                    <a:pt x="493" y="206"/>
                  </a:cubicBezTo>
                  <a:cubicBezTo>
                    <a:pt x="494" y="213"/>
                    <a:pt x="500" y="219"/>
                    <a:pt x="507" y="220"/>
                  </a:cubicBezTo>
                  <a:cubicBezTo>
                    <a:pt x="605" y="227"/>
                    <a:pt x="605" y="227"/>
                    <a:pt x="605" y="227"/>
                  </a:cubicBezTo>
                  <a:cubicBezTo>
                    <a:pt x="609" y="227"/>
                    <a:pt x="613" y="226"/>
                    <a:pt x="616" y="224"/>
                  </a:cubicBezTo>
                  <a:cubicBezTo>
                    <a:pt x="680" y="173"/>
                    <a:pt x="680" y="173"/>
                    <a:pt x="680" y="173"/>
                  </a:cubicBezTo>
                  <a:cubicBezTo>
                    <a:pt x="681" y="179"/>
                    <a:pt x="681" y="186"/>
                    <a:pt x="681" y="191"/>
                  </a:cubicBezTo>
                  <a:cubicBezTo>
                    <a:pt x="681" y="232"/>
                    <a:pt x="666" y="274"/>
                    <a:pt x="634" y="306"/>
                  </a:cubicBezTo>
                  <a:cubicBezTo>
                    <a:pt x="602" y="337"/>
                    <a:pt x="561" y="354"/>
                    <a:pt x="519" y="354"/>
                  </a:cubicBezTo>
                  <a:cubicBezTo>
                    <a:pt x="478" y="354"/>
                    <a:pt x="436" y="337"/>
                    <a:pt x="405" y="306"/>
                  </a:cubicBezTo>
                  <a:cubicBezTo>
                    <a:pt x="373" y="274"/>
                    <a:pt x="356" y="232"/>
                    <a:pt x="356" y="191"/>
                  </a:cubicBezTo>
                  <a:cubicBezTo>
                    <a:pt x="356" y="150"/>
                    <a:pt x="373" y="108"/>
                    <a:pt x="405" y="76"/>
                  </a:cubicBezTo>
                  <a:close/>
                  <a:moveTo>
                    <a:pt x="120" y="663"/>
                  </a:moveTo>
                  <a:lnTo>
                    <a:pt x="120" y="663"/>
                  </a:lnTo>
                  <a:cubicBezTo>
                    <a:pt x="102" y="663"/>
                    <a:pt x="83" y="656"/>
                    <a:pt x="69" y="641"/>
                  </a:cubicBezTo>
                  <a:cubicBezTo>
                    <a:pt x="54" y="627"/>
                    <a:pt x="47" y="608"/>
                    <a:pt x="47" y="590"/>
                  </a:cubicBezTo>
                  <a:cubicBezTo>
                    <a:pt x="47" y="571"/>
                    <a:pt x="54" y="553"/>
                    <a:pt x="69" y="538"/>
                  </a:cubicBezTo>
                  <a:cubicBezTo>
                    <a:pt x="342" y="264"/>
                    <a:pt x="342" y="264"/>
                    <a:pt x="342" y="264"/>
                  </a:cubicBezTo>
                  <a:cubicBezTo>
                    <a:pt x="351" y="286"/>
                    <a:pt x="365" y="308"/>
                    <a:pt x="384" y="326"/>
                  </a:cubicBezTo>
                  <a:cubicBezTo>
                    <a:pt x="402" y="346"/>
                    <a:pt x="423" y="360"/>
                    <a:pt x="446" y="368"/>
                  </a:cubicBezTo>
                  <a:cubicBezTo>
                    <a:pt x="322" y="494"/>
                    <a:pt x="322" y="494"/>
                    <a:pt x="322" y="494"/>
                  </a:cubicBezTo>
                  <a:cubicBezTo>
                    <a:pt x="173" y="641"/>
                    <a:pt x="173" y="641"/>
                    <a:pt x="173" y="641"/>
                  </a:cubicBezTo>
                  <a:cubicBezTo>
                    <a:pt x="159" y="656"/>
                    <a:pt x="139" y="663"/>
                    <a:pt x="120" y="6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7" name="Freeform 446">
            <a:extLst>
              <a:ext uri="{FF2B5EF4-FFF2-40B4-BE49-F238E27FC236}">
                <a16:creationId xmlns:a16="http://schemas.microsoft.com/office/drawing/2014/main" id="{F6A11568-BC65-035F-4FC6-2D49F6A25756}"/>
              </a:ext>
            </a:extLst>
          </p:cNvPr>
          <p:cNvSpPr>
            <a:spLocks noChangeArrowheads="1"/>
          </p:cNvSpPr>
          <p:nvPr/>
        </p:nvSpPr>
        <p:spPr bwMode="auto">
          <a:xfrm>
            <a:off x="8915920" y="1383928"/>
            <a:ext cx="244475" cy="252413"/>
          </a:xfrm>
          <a:custGeom>
            <a:avLst/>
            <a:gdLst>
              <a:gd name="T0" fmla="*/ 206 w 678"/>
              <a:gd name="T1" fmla="*/ 146 h 700"/>
              <a:gd name="T2" fmla="*/ 206 w 678"/>
              <a:gd name="T3" fmla="*/ 146 h 700"/>
              <a:gd name="T4" fmla="*/ 206 w 678"/>
              <a:gd name="T5" fmla="*/ 503 h 700"/>
              <a:gd name="T6" fmla="*/ 117 w 678"/>
              <a:gd name="T7" fmla="*/ 462 h 700"/>
              <a:gd name="T8" fmla="*/ 0 w 678"/>
              <a:gd name="T9" fmla="*/ 580 h 700"/>
              <a:gd name="T10" fmla="*/ 117 w 678"/>
              <a:gd name="T11" fmla="*/ 699 h 700"/>
              <a:gd name="T12" fmla="*/ 235 w 678"/>
              <a:gd name="T13" fmla="*/ 580 h 700"/>
              <a:gd name="T14" fmla="*/ 235 w 678"/>
              <a:gd name="T15" fmla="*/ 580 h 700"/>
              <a:gd name="T16" fmla="*/ 235 w 678"/>
              <a:gd name="T17" fmla="*/ 253 h 700"/>
              <a:gd name="T18" fmla="*/ 648 w 678"/>
              <a:gd name="T19" fmla="*/ 143 h 700"/>
              <a:gd name="T20" fmla="*/ 648 w 678"/>
              <a:gd name="T21" fmla="*/ 385 h 700"/>
              <a:gd name="T22" fmla="*/ 559 w 678"/>
              <a:gd name="T23" fmla="*/ 345 h 700"/>
              <a:gd name="T24" fmla="*/ 442 w 678"/>
              <a:gd name="T25" fmla="*/ 462 h 700"/>
              <a:gd name="T26" fmla="*/ 559 w 678"/>
              <a:gd name="T27" fmla="*/ 580 h 700"/>
              <a:gd name="T28" fmla="*/ 677 w 678"/>
              <a:gd name="T29" fmla="*/ 462 h 700"/>
              <a:gd name="T30" fmla="*/ 677 w 678"/>
              <a:gd name="T31" fmla="*/ 462 h 700"/>
              <a:gd name="T32" fmla="*/ 677 w 678"/>
              <a:gd name="T33" fmla="*/ 462 h 700"/>
              <a:gd name="T34" fmla="*/ 677 w 678"/>
              <a:gd name="T35" fmla="*/ 44 h 700"/>
              <a:gd name="T36" fmla="*/ 664 w 678"/>
              <a:gd name="T37" fmla="*/ 12 h 700"/>
              <a:gd name="T38" fmla="*/ 632 w 678"/>
              <a:gd name="T39" fmla="*/ 0 h 700"/>
              <a:gd name="T40" fmla="*/ 621 w 678"/>
              <a:gd name="T41" fmla="*/ 1 h 700"/>
              <a:gd name="T42" fmla="*/ 239 w 678"/>
              <a:gd name="T43" fmla="*/ 103 h 700"/>
              <a:gd name="T44" fmla="*/ 206 w 678"/>
              <a:gd name="T45" fmla="*/ 146 h 700"/>
              <a:gd name="T46" fmla="*/ 621 w 678"/>
              <a:gd name="T47" fmla="*/ 525 h 700"/>
              <a:gd name="T48" fmla="*/ 621 w 678"/>
              <a:gd name="T49" fmla="*/ 525 h 700"/>
              <a:gd name="T50" fmla="*/ 559 w 678"/>
              <a:gd name="T51" fmla="*/ 551 h 700"/>
              <a:gd name="T52" fmla="*/ 497 w 678"/>
              <a:gd name="T53" fmla="*/ 525 h 700"/>
              <a:gd name="T54" fmla="*/ 471 w 678"/>
              <a:gd name="T55" fmla="*/ 462 h 700"/>
              <a:gd name="T56" fmla="*/ 497 w 678"/>
              <a:gd name="T57" fmla="*/ 400 h 700"/>
              <a:gd name="T58" fmla="*/ 559 w 678"/>
              <a:gd name="T59" fmla="*/ 374 h 700"/>
              <a:gd name="T60" fmla="*/ 621 w 678"/>
              <a:gd name="T61" fmla="*/ 400 h 700"/>
              <a:gd name="T62" fmla="*/ 648 w 678"/>
              <a:gd name="T63" fmla="*/ 462 h 700"/>
              <a:gd name="T64" fmla="*/ 621 w 678"/>
              <a:gd name="T65" fmla="*/ 525 h 700"/>
              <a:gd name="T66" fmla="*/ 179 w 678"/>
              <a:gd name="T67" fmla="*/ 643 h 700"/>
              <a:gd name="T68" fmla="*/ 179 w 678"/>
              <a:gd name="T69" fmla="*/ 643 h 700"/>
              <a:gd name="T70" fmla="*/ 117 w 678"/>
              <a:gd name="T71" fmla="*/ 668 h 700"/>
              <a:gd name="T72" fmla="*/ 55 w 678"/>
              <a:gd name="T73" fmla="*/ 643 h 700"/>
              <a:gd name="T74" fmla="*/ 29 w 678"/>
              <a:gd name="T75" fmla="*/ 580 h 700"/>
              <a:gd name="T76" fmla="*/ 55 w 678"/>
              <a:gd name="T77" fmla="*/ 518 h 700"/>
              <a:gd name="T78" fmla="*/ 117 w 678"/>
              <a:gd name="T79" fmla="*/ 491 h 700"/>
              <a:gd name="T80" fmla="*/ 179 w 678"/>
              <a:gd name="T81" fmla="*/ 518 h 700"/>
              <a:gd name="T82" fmla="*/ 206 w 678"/>
              <a:gd name="T83" fmla="*/ 580 h 700"/>
              <a:gd name="T84" fmla="*/ 179 w 678"/>
              <a:gd name="T85" fmla="*/ 643 h 700"/>
              <a:gd name="T86" fmla="*/ 628 w 678"/>
              <a:gd name="T87" fmla="*/ 30 h 700"/>
              <a:gd name="T88" fmla="*/ 628 w 678"/>
              <a:gd name="T89" fmla="*/ 30 h 700"/>
              <a:gd name="T90" fmla="*/ 632 w 678"/>
              <a:gd name="T91" fmla="*/ 29 h 700"/>
              <a:gd name="T92" fmla="*/ 644 w 678"/>
              <a:gd name="T93" fmla="*/ 34 h 700"/>
              <a:gd name="T94" fmla="*/ 648 w 678"/>
              <a:gd name="T95" fmla="*/ 44 h 700"/>
              <a:gd name="T96" fmla="*/ 648 w 678"/>
              <a:gd name="T97" fmla="*/ 113 h 700"/>
              <a:gd name="T98" fmla="*/ 235 w 678"/>
              <a:gd name="T99" fmla="*/ 222 h 700"/>
              <a:gd name="T100" fmla="*/ 235 w 678"/>
              <a:gd name="T101" fmla="*/ 146 h 700"/>
              <a:gd name="T102" fmla="*/ 246 w 678"/>
              <a:gd name="T103" fmla="*/ 132 h 700"/>
              <a:gd name="T104" fmla="*/ 628 w 678"/>
              <a:gd name="T105" fmla="*/ 30 h 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8" h="700">
                <a:moveTo>
                  <a:pt x="206" y="146"/>
                </a:moveTo>
                <a:lnTo>
                  <a:pt x="206" y="146"/>
                </a:lnTo>
                <a:cubicBezTo>
                  <a:pt x="206" y="503"/>
                  <a:pt x="206" y="503"/>
                  <a:pt x="206" y="503"/>
                </a:cubicBezTo>
                <a:cubicBezTo>
                  <a:pt x="184" y="478"/>
                  <a:pt x="152" y="462"/>
                  <a:pt x="117" y="462"/>
                </a:cubicBezTo>
                <a:cubicBezTo>
                  <a:pt x="52" y="462"/>
                  <a:pt x="0" y="515"/>
                  <a:pt x="0" y="580"/>
                </a:cubicBezTo>
                <a:cubicBezTo>
                  <a:pt x="0" y="646"/>
                  <a:pt x="52" y="699"/>
                  <a:pt x="117" y="699"/>
                </a:cubicBezTo>
                <a:cubicBezTo>
                  <a:pt x="182" y="699"/>
                  <a:pt x="235" y="646"/>
                  <a:pt x="235" y="580"/>
                </a:cubicBezTo>
                <a:lnTo>
                  <a:pt x="235" y="580"/>
                </a:lnTo>
                <a:cubicBezTo>
                  <a:pt x="235" y="253"/>
                  <a:pt x="235" y="253"/>
                  <a:pt x="235" y="253"/>
                </a:cubicBezTo>
                <a:cubicBezTo>
                  <a:pt x="648" y="143"/>
                  <a:pt x="648" y="143"/>
                  <a:pt x="648" y="143"/>
                </a:cubicBezTo>
                <a:cubicBezTo>
                  <a:pt x="648" y="385"/>
                  <a:pt x="648" y="385"/>
                  <a:pt x="648" y="385"/>
                </a:cubicBezTo>
                <a:cubicBezTo>
                  <a:pt x="626" y="360"/>
                  <a:pt x="594" y="345"/>
                  <a:pt x="559" y="345"/>
                </a:cubicBezTo>
                <a:cubicBezTo>
                  <a:pt x="494" y="345"/>
                  <a:pt x="442" y="398"/>
                  <a:pt x="442" y="462"/>
                </a:cubicBezTo>
                <a:cubicBezTo>
                  <a:pt x="442" y="527"/>
                  <a:pt x="494" y="580"/>
                  <a:pt x="559" y="580"/>
                </a:cubicBezTo>
                <a:cubicBezTo>
                  <a:pt x="624" y="580"/>
                  <a:pt x="677" y="527"/>
                  <a:pt x="677" y="462"/>
                </a:cubicBezTo>
                <a:lnTo>
                  <a:pt x="677" y="462"/>
                </a:lnTo>
                <a:lnTo>
                  <a:pt x="677" y="462"/>
                </a:lnTo>
                <a:cubicBezTo>
                  <a:pt x="677" y="44"/>
                  <a:pt x="677" y="44"/>
                  <a:pt x="677" y="44"/>
                </a:cubicBezTo>
                <a:cubicBezTo>
                  <a:pt x="677" y="32"/>
                  <a:pt x="671" y="20"/>
                  <a:pt x="664" y="12"/>
                </a:cubicBezTo>
                <a:cubicBezTo>
                  <a:pt x="656" y="5"/>
                  <a:pt x="645" y="0"/>
                  <a:pt x="632" y="0"/>
                </a:cubicBezTo>
                <a:cubicBezTo>
                  <a:pt x="628" y="0"/>
                  <a:pt x="626" y="0"/>
                  <a:pt x="621" y="1"/>
                </a:cubicBezTo>
                <a:cubicBezTo>
                  <a:pt x="239" y="103"/>
                  <a:pt x="239" y="103"/>
                  <a:pt x="239" y="103"/>
                </a:cubicBezTo>
                <a:cubicBezTo>
                  <a:pt x="219" y="109"/>
                  <a:pt x="206" y="127"/>
                  <a:pt x="206" y="146"/>
                </a:cubicBezTo>
                <a:close/>
                <a:moveTo>
                  <a:pt x="621" y="525"/>
                </a:moveTo>
                <a:lnTo>
                  <a:pt x="621" y="525"/>
                </a:lnTo>
                <a:cubicBezTo>
                  <a:pt x="605" y="541"/>
                  <a:pt x="584" y="551"/>
                  <a:pt x="559" y="551"/>
                </a:cubicBezTo>
                <a:cubicBezTo>
                  <a:pt x="534" y="551"/>
                  <a:pt x="512" y="541"/>
                  <a:pt x="497" y="525"/>
                </a:cubicBezTo>
                <a:cubicBezTo>
                  <a:pt x="481" y="509"/>
                  <a:pt x="471" y="487"/>
                  <a:pt x="471" y="462"/>
                </a:cubicBezTo>
                <a:cubicBezTo>
                  <a:pt x="471" y="438"/>
                  <a:pt x="481" y="416"/>
                  <a:pt x="497" y="400"/>
                </a:cubicBezTo>
                <a:cubicBezTo>
                  <a:pt x="512" y="384"/>
                  <a:pt x="534" y="374"/>
                  <a:pt x="559" y="374"/>
                </a:cubicBezTo>
                <a:cubicBezTo>
                  <a:pt x="584" y="374"/>
                  <a:pt x="605" y="384"/>
                  <a:pt x="621" y="400"/>
                </a:cubicBezTo>
                <a:cubicBezTo>
                  <a:pt x="638" y="416"/>
                  <a:pt x="648" y="438"/>
                  <a:pt x="648" y="462"/>
                </a:cubicBezTo>
                <a:cubicBezTo>
                  <a:pt x="648" y="487"/>
                  <a:pt x="638" y="509"/>
                  <a:pt x="621" y="525"/>
                </a:cubicBezTo>
                <a:close/>
                <a:moveTo>
                  <a:pt x="179" y="643"/>
                </a:moveTo>
                <a:lnTo>
                  <a:pt x="179" y="643"/>
                </a:lnTo>
                <a:cubicBezTo>
                  <a:pt x="163" y="659"/>
                  <a:pt x="142" y="668"/>
                  <a:pt x="117" y="668"/>
                </a:cubicBezTo>
                <a:cubicBezTo>
                  <a:pt x="92" y="668"/>
                  <a:pt x="70" y="659"/>
                  <a:pt x="55" y="643"/>
                </a:cubicBezTo>
                <a:cubicBezTo>
                  <a:pt x="39" y="627"/>
                  <a:pt x="29" y="605"/>
                  <a:pt x="29" y="580"/>
                </a:cubicBezTo>
                <a:cubicBezTo>
                  <a:pt x="29" y="556"/>
                  <a:pt x="39" y="534"/>
                  <a:pt x="55" y="518"/>
                </a:cubicBezTo>
                <a:cubicBezTo>
                  <a:pt x="70" y="503"/>
                  <a:pt x="92" y="491"/>
                  <a:pt x="117" y="491"/>
                </a:cubicBezTo>
                <a:cubicBezTo>
                  <a:pt x="142" y="491"/>
                  <a:pt x="163" y="503"/>
                  <a:pt x="179" y="518"/>
                </a:cubicBezTo>
                <a:cubicBezTo>
                  <a:pt x="196" y="534"/>
                  <a:pt x="206" y="556"/>
                  <a:pt x="206" y="580"/>
                </a:cubicBezTo>
                <a:cubicBezTo>
                  <a:pt x="206" y="605"/>
                  <a:pt x="196" y="627"/>
                  <a:pt x="179" y="643"/>
                </a:cubicBezTo>
                <a:close/>
                <a:moveTo>
                  <a:pt x="628" y="30"/>
                </a:moveTo>
                <a:lnTo>
                  <a:pt x="628" y="30"/>
                </a:lnTo>
                <a:cubicBezTo>
                  <a:pt x="630" y="30"/>
                  <a:pt x="631" y="29"/>
                  <a:pt x="632" y="29"/>
                </a:cubicBezTo>
                <a:cubicBezTo>
                  <a:pt x="637" y="29"/>
                  <a:pt x="641" y="32"/>
                  <a:pt x="644" y="34"/>
                </a:cubicBezTo>
                <a:cubicBezTo>
                  <a:pt x="646" y="37"/>
                  <a:pt x="648" y="40"/>
                  <a:pt x="648" y="44"/>
                </a:cubicBezTo>
                <a:cubicBezTo>
                  <a:pt x="648" y="113"/>
                  <a:pt x="648" y="113"/>
                  <a:pt x="648" y="113"/>
                </a:cubicBezTo>
                <a:cubicBezTo>
                  <a:pt x="235" y="222"/>
                  <a:pt x="235" y="222"/>
                  <a:pt x="235" y="222"/>
                </a:cubicBezTo>
                <a:cubicBezTo>
                  <a:pt x="235" y="146"/>
                  <a:pt x="235" y="146"/>
                  <a:pt x="235" y="146"/>
                </a:cubicBezTo>
                <a:cubicBezTo>
                  <a:pt x="235" y="139"/>
                  <a:pt x="239" y="134"/>
                  <a:pt x="246" y="132"/>
                </a:cubicBezTo>
                <a:lnTo>
                  <a:pt x="628" y="30"/>
                </a:lnTo>
                <a:close/>
              </a:path>
            </a:pathLst>
          </a:custGeom>
          <a:solidFill>
            <a:schemeClr val="tx2"/>
          </a:solidFill>
          <a:ln>
            <a:noFill/>
          </a:ln>
          <a:effectLst/>
        </p:spPr>
        <p:txBody>
          <a:bodyPr wrap="none" anchor="ctr"/>
          <a:lstStyle/>
          <a:p>
            <a:endParaRPr lang="da-DK">
              <a:solidFill>
                <a:schemeClr val="tx2"/>
              </a:solidFill>
            </a:endParaRPr>
          </a:p>
        </p:txBody>
      </p:sp>
      <p:grpSp>
        <p:nvGrpSpPr>
          <p:cNvPr id="538" name="Group 540">
            <a:extLst>
              <a:ext uri="{FF2B5EF4-FFF2-40B4-BE49-F238E27FC236}">
                <a16:creationId xmlns:a16="http://schemas.microsoft.com/office/drawing/2014/main" id="{ADA22A2A-783C-60B7-1CFA-F47FA1FC4799}"/>
              </a:ext>
            </a:extLst>
          </p:cNvPr>
          <p:cNvGrpSpPr/>
          <p:nvPr/>
        </p:nvGrpSpPr>
        <p:grpSpPr>
          <a:xfrm>
            <a:off x="10416108" y="1387897"/>
            <a:ext cx="244475" cy="244475"/>
            <a:chOff x="9259888" y="1685925"/>
            <a:chExt cx="244475" cy="244475"/>
          </a:xfrm>
          <a:solidFill>
            <a:schemeClr val="tx2"/>
          </a:solidFill>
        </p:grpSpPr>
        <p:sp>
          <p:nvSpPr>
            <p:cNvPr id="539" name="Freeform 447">
              <a:extLst>
                <a:ext uri="{FF2B5EF4-FFF2-40B4-BE49-F238E27FC236}">
                  <a16:creationId xmlns:a16="http://schemas.microsoft.com/office/drawing/2014/main" id="{1F75E119-553C-7C30-771E-177A28D8A190}"/>
                </a:ext>
              </a:extLst>
            </p:cNvPr>
            <p:cNvSpPr>
              <a:spLocks noChangeArrowheads="1"/>
            </p:cNvSpPr>
            <p:nvPr/>
          </p:nvSpPr>
          <p:spPr bwMode="auto">
            <a:xfrm>
              <a:off x="9259888" y="1685925"/>
              <a:ext cx="244475" cy="244475"/>
            </a:xfrm>
            <a:custGeom>
              <a:avLst/>
              <a:gdLst>
                <a:gd name="T0" fmla="*/ 87 w 680"/>
                <a:gd name="T1" fmla="*/ 256 h 678"/>
                <a:gd name="T2" fmla="*/ 45 w 680"/>
                <a:gd name="T3" fmla="*/ 265 h 678"/>
                <a:gd name="T4" fmla="*/ 45 w 680"/>
                <a:gd name="T5" fmla="*/ 412 h 678"/>
                <a:gd name="T6" fmla="*/ 87 w 680"/>
                <a:gd name="T7" fmla="*/ 422 h 678"/>
                <a:gd name="T8" fmla="*/ 104 w 680"/>
                <a:gd name="T9" fmla="*/ 464 h 678"/>
                <a:gd name="T10" fmla="*/ 67 w 680"/>
                <a:gd name="T11" fmla="*/ 527 h 678"/>
                <a:gd name="T12" fmla="*/ 152 w 680"/>
                <a:gd name="T13" fmla="*/ 612 h 678"/>
                <a:gd name="T14" fmla="*/ 214 w 680"/>
                <a:gd name="T15" fmla="*/ 574 h 678"/>
                <a:gd name="T16" fmla="*/ 263 w 680"/>
                <a:gd name="T17" fmla="*/ 596 h 678"/>
                <a:gd name="T18" fmla="*/ 310 w 680"/>
                <a:gd name="T19" fmla="*/ 677 h 678"/>
                <a:gd name="T20" fmla="*/ 413 w 680"/>
                <a:gd name="T21" fmla="*/ 604 h 678"/>
                <a:gd name="T22" fmla="*/ 459 w 680"/>
                <a:gd name="T23" fmla="*/ 575 h 678"/>
                <a:gd name="T24" fmla="*/ 496 w 680"/>
                <a:gd name="T25" fmla="*/ 600 h 678"/>
                <a:gd name="T26" fmla="*/ 600 w 680"/>
                <a:gd name="T27" fmla="*/ 557 h 678"/>
                <a:gd name="T28" fmla="*/ 579 w 680"/>
                <a:gd name="T29" fmla="*/ 474 h 678"/>
                <a:gd name="T30" fmla="*/ 592 w 680"/>
                <a:gd name="T31" fmla="*/ 422 h 678"/>
                <a:gd name="T32" fmla="*/ 634 w 680"/>
                <a:gd name="T33" fmla="*/ 412 h 678"/>
                <a:gd name="T34" fmla="*/ 634 w 680"/>
                <a:gd name="T35" fmla="*/ 265 h 678"/>
                <a:gd name="T36" fmla="*/ 592 w 680"/>
                <a:gd name="T37" fmla="*/ 256 h 678"/>
                <a:gd name="T38" fmla="*/ 575 w 680"/>
                <a:gd name="T39" fmla="*/ 214 h 678"/>
                <a:gd name="T40" fmla="*/ 612 w 680"/>
                <a:gd name="T41" fmla="*/ 151 h 678"/>
                <a:gd name="T42" fmla="*/ 527 w 680"/>
                <a:gd name="T43" fmla="*/ 65 h 678"/>
                <a:gd name="T44" fmla="*/ 464 w 680"/>
                <a:gd name="T45" fmla="*/ 104 h 678"/>
                <a:gd name="T46" fmla="*/ 416 w 680"/>
                <a:gd name="T47" fmla="*/ 82 h 678"/>
                <a:gd name="T48" fmla="*/ 369 w 680"/>
                <a:gd name="T49" fmla="*/ 0 h 678"/>
                <a:gd name="T50" fmla="*/ 266 w 680"/>
                <a:gd name="T51" fmla="*/ 73 h 678"/>
                <a:gd name="T52" fmla="*/ 220 w 680"/>
                <a:gd name="T53" fmla="*/ 102 h 678"/>
                <a:gd name="T54" fmla="*/ 183 w 680"/>
                <a:gd name="T55" fmla="*/ 79 h 678"/>
                <a:gd name="T56" fmla="*/ 79 w 680"/>
                <a:gd name="T57" fmla="*/ 120 h 678"/>
                <a:gd name="T58" fmla="*/ 100 w 680"/>
                <a:gd name="T59" fmla="*/ 203 h 678"/>
                <a:gd name="T60" fmla="*/ 87 w 680"/>
                <a:gd name="T61" fmla="*/ 256 h 678"/>
                <a:gd name="T62" fmla="*/ 133 w 680"/>
                <a:gd name="T63" fmla="*/ 214 h 678"/>
                <a:gd name="T64" fmla="*/ 96 w 680"/>
                <a:gd name="T65" fmla="*/ 151 h 678"/>
                <a:gd name="T66" fmla="*/ 152 w 680"/>
                <a:gd name="T67" fmla="*/ 96 h 678"/>
                <a:gd name="T68" fmla="*/ 214 w 680"/>
                <a:gd name="T69" fmla="*/ 133 h 678"/>
                <a:gd name="T70" fmla="*/ 288 w 680"/>
                <a:gd name="T71" fmla="*/ 98 h 678"/>
                <a:gd name="T72" fmla="*/ 310 w 680"/>
                <a:gd name="T73" fmla="*/ 29 h 678"/>
                <a:gd name="T74" fmla="*/ 384 w 680"/>
                <a:gd name="T75" fmla="*/ 73 h 678"/>
                <a:gd name="T76" fmla="*/ 445 w 680"/>
                <a:gd name="T77" fmla="*/ 129 h 678"/>
                <a:gd name="T78" fmla="*/ 517 w 680"/>
                <a:gd name="T79" fmla="*/ 100 h 678"/>
                <a:gd name="T80" fmla="*/ 579 w 680"/>
                <a:gd name="T81" fmla="*/ 141 h 678"/>
                <a:gd name="T82" fmla="*/ 558 w 680"/>
                <a:gd name="T83" fmla="*/ 183 h 678"/>
                <a:gd name="T84" fmla="*/ 550 w 680"/>
                <a:gd name="T85" fmla="*/ 232 h 678"/>
                <a:gd name="T86" fmla="*/ 605 w 680"/>
                <a:gd name="T87" fmla="*/ 294 h 678"/>
                <a:gd name="T88" fmla="*/ 650 w 680"/>
                <a:gd name="T89" fmla="*/ 368 h 678"/>
                <a:gd name="T90" fmla="*/ 579 w 680"/>
                <a:gd name="T91" fmla="*/ 391 h 678"/>
                <a:gd name="T92" fmla="*/ 546 w 680"/>
                <a:gd name="T93" fmla="*/ 464 h 678"/>
                <a:gd name="T94" fmla="*/ 583 w 680"/>
                <a:gd name="T95" fmla="*/ 527 h 678"/>
                <a:gd name="T96" fmla="*/ 527 w 680"/>
                <a:gd name="T97" fmla="*/ 583 h 678"/>
                <a:gd name="T98" fmla="*/ 464 w 680"/>
                <a:gd name="T99" fmla="*/ 544 h 678"/>
                <a:gd name="T100" fmla="*/ 391 w 680"/>
                <a:gd name="T101" fmla="*/ 579 h 678"/>
                <a:gd name="T102" fmla="*/ 369 w 680"/>
                <a:gd name="T103" fmla="*/ 648 h 678"/>
                <a:gd name="T104" fmla="*/ 296 w 680"/>
                <a:gd name="T105" fmla="*/ 604 h 678"/>
                <a:gd name="T106" fmla="*/ 234 w 680"/>
                <a:gd name="T107" fmla="*/ 549 h 678"/>
                <a:gd name="T108" fmla="*/ 162 w 680"/>
                <a:gd name="T109" fmla="*/ 578 h 678"/>
                <a:gd name="T110" fmla="*/ 100 w 680"/>
                <a:gd name="T111" fmla="*/ 536 h 678"/>
                <a:gd name="T112" fmla="*/ 121 w 680"/>
                <a:gd name="T113" fmla="*/ 495 h 678"/>
                <a:gd name="T114" fmla="*/ 115 w 680"/>
                <a:gd name="T115" fmla="*/ 412 h 678"/>
                <a:gd name="T116" fmla="*/ 74 w 680"/>
                <a:gd name="T117" fmla="*/ 383 h 678"/>
                <a:gd name="T118" fmla="*/ 31 w 680"/>
                <a:gd name="T119" fmla="*/ 310 h 678"/>
                <a:gd name="T120" fmla="*/ 100 w 680"/>
                <a:gd name="T121" fmla="*/ 286 h 678"/>
                <a:gd name="T122" fmla="*/ 129 w 680"/>
                <a:gd name="T123" fmla="*/ 232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80" h="678">
                  <a:moveTo>
                    <a:pt x="87" y="256"/>
                  </a:moveTo>
                  <a:lnTo>
                    <a:pt x="87" y="256"/>
                  </a:lnTo>
                  <a:lnTo>
                    <a:pt x="87" y="256"/>
                  </a:lnTo>
                  <a:cubicBezTo>
                    <a:pt x="87" y="259"/>
                    <a:pt x="85" y="261"/>
                    <a:pt x="83" y="263"/>
                  </a:cubicBezTo>
                  <a:cubicBezTo>
                    <a:pt x="81" y="264"/>
                    <a:pt x="78" y="265"/>
                    <a:pt x="74" y="265"/>
                  </a:cubicBezTo>
                  <a:cubicBezTo>
                    <a:pt x="45" y="265"/>
                    <a:pt x="45" y="265"/>
                    <a:pt x="45" y="265"/>
                  </a:cubicBezTo>
                  <a:cubicBezTo>
                    <a:pt x="21" y="265"/>
                    <a:pt x="0" y="285"/>
                    <a:pt x="0" y="310"/>
                  </a:cubicBezTo>
                  <a:cubicBezTo>
                    <a:pt x="0" y="368"/>
                    <a:pt x="0" y="368"/>
                    <a:pt x="0" y="368"/>
                  </a:cubicBezTo>
                  <a:cubicBezTo>
                    <a:pt x="0" y="393"/>
                    <a:pt x="21" y="412"/>
                    <a:pt x="45" y="412"/>
                  </a:cubicBezTo>
                  <a:cubicBezTo>
                    <a:pt x="74" y="412"/>
                    <a:pt x="74" y="412"/>
                    <a:pt x="74" y="412"/>
                  </a:cubicBezTo>
                  <a:cubicBezTo>
                    <a:pt x="78" y="412"/>
                    <a:pt x="81" y="413"/>
                    <a:pt x="83" y="415"/>
                  </a:cubicBezTo>
                  <a:cubicBezTo>
                    <a:pt x="85" y="417"/>
                    <a:pt x="87" y="419"/>
                    <a:pt x="87" y="422"/>
                  </a:cubicBezTo>
                  <a:lnTo>
                    <a:pt x="87" y="422"/>
                  </a:lnTo>
                  <a:cubicBezTo>
                    <a:pt x="92" y="434"/>
                    <a:pt x="97" y="446"/>
                    <a:pt x="103" y="459"/>
                  </a:cubicBezTo>
                  <a:cubicBezTo>
                    <a:pt x="104" y="460"/>
                    <a:pt x="104" y="462"/>
                    <a:pt x="104" y="464"/>
                  </a:cubicBezTo>
                  <a:cubicBezTo>
                    <a:pt x="104" y="467"/>
                    <a:pt x="103" y="471"/>
                    <a:pt x="100" y="474"/>
                  </a:cubicBezTo>
                  <a:cubicBezTo>
                    <a:pt x="79" y="495"/>
                    <a:pt x="79" y="495"/>
                    <a:pt x="79" y="495"/>
                  </a:cubicBezTo>
                  <a:cubicBezTo>
                    <a:pt x="71" y="503"/>
                    <a:pt x="67" y="515"/>
                    <a:pt x="67" y="527"/>
                  </a:cubicBezTo>
                  <a:cubicBezTo>
                    <a:pt x="67" y="538"/>
                    <a:pt x="71" y="549"/>
                    <a:pt x="79" y="557"/>
                  </a:cubicBezTo>
                  <a:cubicBezTo>
                    <a:pt x="121" y="600"/>
                    <a:pt x="121" y="600"/>
                    <a:pt x="121" y="600"/>
                  </a:cubicBezTo>
                  <a:cubicBezTo>
                    <a:pt x="129" y="608"/>
                    <a:pt x="141" y="612"/>
                    <a:pt x="152" y="612"/>
                  </a:cubicBezTo>
                  <a:cubicBezTo>
                    <a:pt x="163" y="612"/>
                    <a:pt x="174" y="608"/>
                    <a:pt x="183" y="600"/>
                  </a:cubicBezTo>
                  <a:cubicBezTo>
                    <a:pt x="203" y="579"/>
                    <a:pt x="203" y="579"/>
                    <a:pt x="203" y="579"/>
                  </a:cubicBezTo>
                  <a:cubicBezTo>
                    <a:pt x="206" y="576"/>
                    <a:pt x="210" y="574"/>
                    <a:pt x="214" y="574"/>
                  </a:cubicBezTo>
                  <a:cubicBezTo>
                    <a:pt x="216" y="574"/>
                    <a:pt x="219" y="575"/>
                    <a:pt x="220" y="575"/>
                  </a:cubicBezTo>
                  <a:cubicBezTo>
                    <a:pt x="232" y="582"/>
                    <a:pt x="243" y="586"/>
                    <a:pt x="257" y="590"/>
                  </a:cubicBezTo>
                  <a:cubicBezTo>
                    <a:pt x="259" y="591"/>
                    <a:pt x="261" y="593"/>
                    <a:pt x="263" y="596"/>
                  </a:cubicBezTo>
                  <a:cubicBezTo>
                    <a:pt x="264" y="598"/>
                    <a:pt x="266" y="601"/>
                    <a:pt x="266" y="604"/>
                  </a:cubicBezTo>
                  <a:cubicBezTo>
                    <a:pt x="266" y="633"/>
                    <a:pt x="266" y="633"/>
                    <a:pt x="266" y="633"/>
                  </a:cubicBezTo>
                  <a:cubicBezTo>
                    <a:pt x="266" y="658"/>
                    <a:pt x="286" y="677"/>
                    <a:pt x="310" y="677"/>
                  </a:cubicBezTo>
                  <a:cubicBezTo>
                    <a:pt x="369" y="677"/>
                    <a:pt x="369" y="677"/>
                    <a:pt x="369" y="677"/>
                  </a:cubicBezTo>
                  <a:cubicBezTo>
                    <a:pt x="394" y="677"/>
                    <a:pt x="413" y="658"/>
                    <a:pt x="413" y="633"/>
                  </a:cubicBezTo>
                  <a:cubicBezTo>
                    <a:pt x="413" y="604"/>
                    <a:pt x="413" y="604"/>
                    <a:pt x="413" y="604"/>
                  </a:cubicBezTo>
                  <a:cubicBezTo>
                    <a:pt x="413" y="601"/>
                    <a:pt x="415" y="598"/>
                    <a:pt x="416" y="596"/>
                  </a:cubicBezTo>
                  <a:cubicBezTo>
                    <a:pt x="418" y="593"/>
                    <a:pt x="420" y="591"/>
                    <a:pt x="422" y="590"/>
                  </a:cubicBezTo>
                  <a:cubicBezTo>
                    <a:pt x="435" y="586"/>
                    <a:pt x="447" y="582"/>
                    <a:pt x="459" y="575"/>
                  </a:cubicBezTo>
                  <a:cubicBezTo>
                    <a:pt x="460" y="575"/>
                    <a:pt x="463" y="574"/>
                    <a:pt x="464" y="574"/>
                  </a:cubicBezTo>
                  <a:cubicBezTo>
                    <a:pt x="469" y="574"/>
                    <a:pt x="473" y="576"/>
                    <a:pt x="476" y="579"/>
                  </a:cubicBezTo>
                  <a:cubicBezTo>
                    <a:pt x="496" y="600"/>
                    <a:pt x="496" y="600"/>
                    <a:pt x="496" y="600"/>
                  </a:cubicBezTo>
                  <a:cubicBezTo>
                    <a:pt x="505" y="608"/>
                    <a:pt x="516" y="612"/>
                    <a:pt x="527" y="612"/>
                  </a:cubicBezTo>
                  <a:cubicBezTo>
                    <a:pt x="538" y="612"/>
                    <a:pt x="550" y="608"/>
                    <a:pt x="558" y="600"/>
                  </a:cubicBezTo>
                  <a:cubicBezTo>
                    <a:pt x="600" y="557"/>
                    <a:pt x="600" y="557"/>
                    <a:pt x="600" y="557"/>
                  </a:cubicBezTo>
                  <a:cubicBezTo>
                    <a:pt x="608" y="549"/>
                    <a:pt x="612" y="538"/>
                    <a:pt x="612" y="527"/>
                  </a:cubicBezTo>
                  <a:cubicBezTo>
                    <a:pt x="612" y="515"/>
                    <a:pt x="608" y="503"/>
                    <a:pt x="600" y="495"/>
                  </a:cubicBezTo>
                  <a:cubicBezTo>
                    <a:pt x="579" y="474"/>
                    <a:pt x="579" y="474"/>
                    <a:pt x="579" y="474"/>
                  </a:cubicBezTo>
                  <a:cubicBezTo>
                    <a:pt x="576" y="471"/>
                    <a:pt x="575" y="467"/>
                    <a:pt x="575" y="464"/>
                  </a:cubicBezTo>
                  <a:cubicBezTo>
                    <a:pt x="575" y="462"/>
                    <a:pt x="575" y="460"/>
                    <a:pt x="576" y="459"/>
                  </a:cubicBezTo>
                  <a:cubicBezTo>
                    <a:pt x="582" y="446"/>
                    <a:pt x="587" y="434"/>
                    <a:pt x="592" y="422"/>
                  </a:cubicBezTo>
                  <a:cubicBezTo>
                    <a:pt x="593" y="419"/>
                    <a:pt x="594" y="417"/>
                    <a:pt x="597" y="415"/>
                  </a:cubicBezTo>
                  <a:cubicBezTo>
                    <a:pt x="598" y="413"/>
                    <a:pt x="601" y="412"/>
                    <a:pt x="605" y="412"/>
                  </a:cubicBezTo>
                  <a:cubicBezTo>
                    <a:pt x="634" y="412"/>
                    <a:pt x="634" y="412"/>
                    <a:pt x="634" y="412"/>
                  </a:cubicBezTo>
                  <a:cubicBezTo>
                    <a:pt x="659" y="412"/>
                    <a:pt x="679" y="393"/>
                    <a:pt x="679" y="368"/>
                  </a:cubicBezTo>
                  <a:cubicBezTo>
                    <a:pt x="679" y="310"/>
                    <a:pt x="679" y="310"/>
                    <a:pt x="679" y="310"/>
                  </a:cubicBezTo>
                  <a:cubicBezTo>
                    <a:pt x="679" y="285"/>
                    <a:pt x="659" y="265"/>
                    <a:pt x="634" y="265"/>
                  </a:cubicBezTo>
                  <a:cubicBezTo>
                    <a:pt x="605" y="265"/>
                    <a:pt x="605" y="265"/>
                    <a:pt x="605" y="265"/>
                  </a:cubicBezTo>
                  <a:cubicBezTo>
                    <a:pt x="601" y="265"/>
                    <a:pt x="598" y="264"/>
                    <a:pt x="597" y="263"/>
                  </a:cubicBezTo>
                  <a:cubicBezTo>
                    <a:pt x="594" y="261"/>
                    <a:pt x="593" y="259"/>
                    <a:pt x="592" y="256"/>
                  </a:cubicBezTo>
                  <a:cubicBezTo>
                    <a:pt x="587" y="243"/>
                    <a:pt x="582" y="231"/>
                    <a:pt x="576" y="220"/>
                  </a:cubicBezTo>
                  <a:lnTo>
                    <a:pt x="576" y="220"/>
                  </a:lnTo>
                  <a:cubicBezTo>
                    <a:pt x="575" y="217"/>
                    <a:pt x="575" y="216"/>
                    <a:pt x="575" y="214"/>
                  </a:cubicBezTo>
                  <a:cubicBezTo>
                    <a:pt x="575" y="210"/>
                    <a:pt x="576" y="206"/>
                    <a:pt x="579" y="203"/>
                  </a:cubicBezTo>
                  <a:cubicBezTo>
                    <a:pt x="600" y="183"/>
                    <a:pt x="600" y="183"/>
                    <a:pt x="600" y="183"/>
                  </a:cubicBezTo>
                  <a:cubicBezTo>
                    <a:pt x="608" y="174"/>
                    <a:pt x="612" y="163"/>
                    <a:pt x="612" y="151"/>
                  </a:cubicBezTo>
                  <a:cubicBezTo>
                    <a:pt x="612" y="140"/>
                    <a:pt x="608" y="129"/>
                    <a:pt x="600" y="120"/>
                  </a:cubicBezTo>
                  <a:cubicBezTo>
                    <a:pt x="558" y="79"/>
                    <a:pt x="558" y="79"/>
                    <a:pt x="558" y="79"/>
                  </a:cubicBezTo>
                  <a:cubicBezTo>
                    <a:pt x="550" y="69"/>
                    <a:pt x="538" y="65"/>
                    <a:pt x="527" y="65"/>
                  </a:cubicBezTo>
                  <a:cubicBezTo>
                    <a:pt x="516" y="65"/>
                    <a:pt x="505" y="69"/>
                    <a:pt x="496" y="79"/>
                  </a:cubicBezTo>
                  <a:cubicBezTo>
                    <a:pt x="476" y="98"/>
                    <a:pt x="476" y="98"/>
                    <a:pt x="476" y="98"/>
                  </a:cubicBezTo>
                  <a:cubicBezTo>
                    <a:pt x="473" y="102"/>
                    <a:pt x="469" y="104"/>
                    <a:pt x="464" y="104"/>
                  </a:cubicBezTo>
                  <a:cubicBezTo>
                    <a:pt x="463" y="104"/>
                    <a:pt x="460" y="102"/>
                    <a:pt x="459" y="102"/>
                  </a:cubicBezTo>
                  <a:cubicBezTo>
                    <a:pt x="447" y="96"/>
                    <a:pt x="435" y="91"/>
                    <a:pt x="422" y="87"/>
                  </a:cubicBezTo>
                  <a:cubicBezTo>
                    <a:pt x="420" y="86"/>
                    <a:pt x="418" y="85"/>
                    <a:pt x="416" y="82"/>
                  </a:cubicBezTo>
                  <a:cubicBezTo>
                    <a:pt x="415" y="79"/>
                    <a:pt x="413" y="76"/>
                    <a:pt x="413" y="73"/>
                  </a:cubicBezTo>
                  <a:cubicBezTo>
                    <a:pt x="413" y="45"/>
                    <a:pt x="413" y="45"/>
                    <a:pt x="413" y="45"/>
                  </a:cubicBezTo>
                  <a:cubicBezTo>
                    <a:pt x="413" y="20"/>
                    <a:pt x="394" y="0"/>
                    <a:pt x="369" y="0"/>
                  </a:cubicBezTo>
                  <a:cubicBezTo>
                    <a:pt x="310" y="0"/>
                    <a:pt x="310" y="0"/>
                    <a:pt x="310" y="0"/>
                  </a:cubicBezTo>
                  <a:cubicBezTo>
                    <a:pt x="286" y="0"/>
                    <a:pt x="266" y="20"/>
                    <a:pt x="266" y="45"/>
                  </a:cubicBezTo>
                  <a:cubicBezTo>
                    <a:pt x="266" y="73"/>
                    <a:pt x="266" y="73"/>
                    <a:pt x="266" y="73"/>
                  </a:cubicBezTo>
                  <a:cubicBezTo>
                    <a:pt x="266" y="76"/>
                    <a:pt x="264" y="79"/>
                    <a:pt x="263" y="82"/>
                  </a:cubicBezTo>
                  <a:cubicBezTo>
                    <a:pt x="261" y="85"/>
                    <a:pt x="259" y="86"/>
                    <a:pt x="257" y="87"/>
                  </a:cubicBezTo>
                  <a:cubicBezTo>
                    <a:pt x="243" y="91"/>
                    <a:pt x="232" y="96"/>
                    <a:pt x="220" y="102"/>
                  </a:cubicBezTo>
                  <a:cubicBezTo>
                    <a:pt x="219" y="102"/>
                    <a:pt x="216" y="104"/>
                    <a:pt x="214" y="104"/>
                  </a:cubicBezTo>
                  <a:cubicBezTo>
                    <a:pt x="210" y="104"/>
                    <a:pt x="206" y="102"/>
                    <a:pt x="203" y="98"/>
                  </a:cubicBezTo>
                  <a:cubicBezTo>
                    <a:pt x="183" y="79"/>
                    <a:pt x="183" y="79"/>
                    <a:pt x="183" y="79"/>
                  </a:cubicBezTo>
                  <a:cubicBezTo>
                    <a:pt x="174" y="69"/>
                    <a:pt x="163" y="65"/>
                    <a:pt x="152" y="65"/>
                  </a:cubicBezTo>
                  <a:cubicBezTo>
                    <a:pt x="141" y="65"/>
                    <a:pt x="129" y="69"/>
                    <a:pt x="121" y="79"/>
                  </a:cubicBezTo>
                  <a:cubicBezTo>
                    <a:pt x="79" y="120"/>
                    <a:pt x="79" y="120"/>
                    <a:pt x="79" y="120"/>
                  </a:cubicBezTo>
                  <a:cubicBezTo>
                    <a:pt x="71" y="129"/>
                    <a:pt x="67" y="140"/>
                    <a:pt x="67" y="151"/>
                  </a:cubicBezTo>
                  <a:cubicBezTo>
                    <a:pt x="67" y="163"/>
                    <a:pt x="71" y="174"/>
                    <a:pt x="79" y="183"/>
                  </a:cubicBezTo>
                  <a:cubicBezTo>
                    <a:pt x="100" y="203"/>
                    <a:pt x="100" y="203"/>
                    <a:pt x="100" y="203"/>
                  </a:cubicBezTo>
                  <a:cubicBezTo>
                    <a:pt x="103" y="206"/>
                    <a:pt x="104" y="210"/>
                    <a:pt x="104" y="214"/>
                  </a:cubicBezTo>
                  <a:cubicBezTo>
                    <a:pt x="104" y="216"/>
                    <a:pt x="104" y="217"/>
                    <a:pt x="103" y="220"/>
                  </a:cubicBezTo>
                  <a:cubicBezTo>
                    <a:pt x="97" y="231"/>
                    <a:pt x="92" y="243"/>
                    <a:pt x="87" y="256"/>
                  </a:cubicBezTo>
                  <a:close/>
                  <a:moveTo>
                    <a:pt x="129" y="232"/>
                  </a:moveTo>
                  <a:lnTo>
                    <a:pt x="129" y="232"/>
                  </a:lnTo>
                  <a:cubicBezTo>
                    <a:pt x="132" y="227"/>
                    <a:pt x="133" y="220"/>
                    <a:pt x="133" y="214"/>
                  </a:cubicBezTo>
                  <a:cubicBezTo>
                    <a:pt x="133" y="202"/>
                    <a:pt x="129" y="191"/>
                    <a:pt x="121" y="183"/>
                  </a:cubicBezTo>
                  <a:cubicBezTo>
                    <a:pt x="100" y="162"/>
                    <a:pt x="100" y="162"/>
                    <a:pt x="100" y="162"/>
                  </a:cubicBezTo>
                  <a:cubicBezTo>
                    <a:pt x="97" y="159"/>
                    <a:pt x="96" y="155"/>
                    <a:pt x="96" y="151"/>
                  </a:cubicBezTo>
                  <a:cubicBezTo>
                    <a:pt x="96" y="148"/>
                    <a:pt x="97" y="144"/>
                    <a:pt x="100" y="141"/>
                  </a:cubicBezTo>
                  <a:cubicBezTo>
                    <a:pt x="141" y="100"/>
                    <a:pt x="141" y="100"/>
                    <a:pt x="141" y="100"/>
                  </a:cubicBezTo>
                  <a:cubicBezTo>
                    <a:pt x="144" y="97"/>
                    <a:pt x="148" y="96"/>
                    <a:pt x="152" y="96"/>
                  </a:cubicBezTo>
                  <a:cubicBezTo>
                    <a:pt x="156" y="96"/>
                    <a:pt x="159" y="97"/>
                    <a:pt x="162" y="100"/>
                  </a:cubicBezTo>
                  <a:cubicBezTo>
                    <a:pt x="183" y="120"/>
                    <a:pt x="183" y="120"/>
                    <a:pt x="183" y="120"/>
                  </a:cubicBezTo>
                  <a:cubicBezTo>
                    <a:pt x="191" y="129"/>
                    <a:pt x="203" y="133"/>
                    <a:pt x="214" y="133"/>
                  </a:cubicBezTo>
                  <a:cubicBezTo>
                    <a:pt x="221" y="133"/>
                    <a:pt x="227" y="131"/>
                    <a:pt x="234" y="129"/>
                  </a:cubicBezTo>
                  <a:cubicBezTo>
                    <a:pt x="243" y="123"/>
                    <a:pt x="255" y="119"/>
                    <a:pt x="266" y="115"/>
                  </a:cubicBezTo>
                  <a:cubicBezTo>
                    <a:pt x="275" y="112"/>
                    <a:pt x="282" y="105"/>
                    <a:pt x="288" y="98"/>
                  </a:cubicBezTo>
                  <a:cubicBezTo>
                    <a:pt x="293" y="91"/>
                    <a:pt x="296" y="82"/>
                    <a:pt x="296" y="73"/>
                  </a:cubicBezTo>
                  <a:cubicBezTo>
                    <a:pt x="296" y="45"/>
                    <a:pt x="296" y="45"/>
                    <a:pt x="296" y="45"/>
                  </a:cubicBezTo>
                  <a:cubicBezTo>
                    <a:pt x="296" y="36"/>
                    <a:pt x="301" y="29"/>
                    <a:pt x="310" y="29"/>
                  </a:cubicBezTo>
                  <a:cubicBezTo>
                    <a:pt x="369" y="29"/>
                    <a:pt x="369" y="29"/>
                    <a:pt x="369" y="29"/>
                  </a:cubicBezTo>
                  <a:cubicBezTo>
                    <a:pt x="377" y="29"/>
                    <a:pt x="384" y="36"/>
                    <a:pt x="384" y="45"/>
                  </a:cubicBezTo>
                  <a:cubicBezTo>
                    <a:pt x="384" y="73"/>
                    <a:pt x="384" y="73"/>
                    <a:pt x="384" y="73"/>
                  </a:cubicBezTo>
                  <a:cubicBezTo>
                    <a:pt x="384" y="82"/>
                    <a:pt x="387" y="91"/>
                    <a:pt x="391" y="98"/>
                  </a:cubicBezTo>
                  <a:cubicBezTo>
                    <a:pt x="397" y="105"/>
                    <a:pt x="404" y="112"/>
                    <a:pt x="413" y="115"/>
                  </a:cubicBezTo>
                  <a:cubicBezTo>
                    <a:pt x="424" y="119"/>
                    <a:pt x="435" y="123"/>
                    <a:pt x="445" y="129"/>
                  </a:cubicBezTo>
                  <a:cubicBezTo>
                    <a:pt x="452" y="131"/>
                    <a:pt x="458" y="133"/>
                    <a:pt x="464" y="133"/>
                  </a:cubicBezTo>
                  <a:cubicBezTo>
                    <a:pt x="477" y="133"/>
                    <a:pt x="488" y="129"/>
                    <a:pt x="496" y="120"/>
                  </a:cubicBezTo>
                  <a:cubicBezTo>
                    <a:pt x="517" y="100"/>
                    <a:pt x="517" y="100"/>
                    <a:pt x="517" y="100"/>
                  </a:cubicBezTo>
                  <a:cubicBezTo>
                    <a:pt x="520" y="97"/>
                    <a:pt x="522" y="96"/>
                    <a:pt x="527" y="96"/>
                  </a:cubicBezTo>
                  <a:cubicBezTo>
                    <a:pt x="531" y="96"/>
                    <a:pt x="535" y="97"/>
                    <a:pt x="538" y="100"/>
                  </a:cubicBezTo>
                  <a:cubicBezTo>
                    <a:pt x="579" y="141"/>
                    <a:pt x="579" y="141"/>
                    <a:pt x="579" y="141"/>
                  </a:cubicBezTo>
                  <a:cubicBezTo>
                    <a:pt x="582" y="144"/>
                    <a:pt x="583" y="148"/>
                    <a:pt x="583" y="151"/>
                  </a:cubicBezTo>
                  <a:cubicBezTo>
                    <a:pt x="583" y="155"/>
                    <a:pt x="582" y="159"/>
                    <a:pt x="579" y="162"/>
                  </a:cubicBezTo>
                  <a:cubicBezTo>
                    <a:pt x="558" y="183"/>
                    <a:pt x="558" y="183"/>
                    <a:pt x="558" y="183"/>
                  </a:cubicBezTo>
                  <a:cubicBezTo>
                    <a:pt x="550" y="191"/>
                    <a:pt x="546" y="202"/>
                    <a:pt x="546" y="214"/>
                  </a:cubicBezTo>
                  <a:cubicBezTo>
                    <a:pt x="546" y="220"/>
                    <a:pt x="547" y="227"/>
                    <a:pt x="550" y="232"/>
                  </a:cubicBezTo>
                  <a:lnTo>
                    <a:pt x="550" y="232"/>
                  </a:lnTo>
                  <a:cubicBezTo>
                    <a:pt x="556" y="243"/>
                    <a:pt x="560" y="254"/>
                    <a:pt x="564" y="265"/>
                  </a:cubicBezTo>
                  <a:cubicBezTo>
                    <a:pt x="567" y="274"/>
                    <a:pt x="572" y="282"/>
                    <a:pt x="579" y="286"/>
                  </a:cubicBezTo>
                  <a:cubicBezTo>
                    <a:pt x="587" y="292"/>
                    <a:pt x="596" y="294"/>
                    <a:pt x="605" y="294"/>
                  </a:cubicBezTo>
                  <a:cubicBezTo>
                    <a:pt x="634" y="294"/>
                    <a:pt x="634" y="294"/>
                    <a:pt x="634" y="294"/>
                  </a:cubicBezTo>
                  <a:cubicBezTo>
                    <a:pt x="643" y="294"/>
                    <a:pt x="650" y="301"/>
                    <a:pt x="650" y="310"/>
                  </a:cubicBezTo>
                  <a:cubicBezTo>
                    <a:pt x="650" y="368"/>
                    <a:pt x="650" y="368"/>
                    <a:pt x="650" y="368"/>
                  </a:cubicBezTo>
                  <a:cubicBezTo>
                    <a:pt x="650" y="376"/>
                    <a:pt x="643" y="383"/>
                    <a:pt x="634" y="383"/>
                  </a:cubicBezTo>
                  <a:cubicBezTo>
                    <a:pt x="605" y="383"/>
                    <a:pt x="605" y="383"/>
                    <a:pt x="605" y="383"/>
                  </a:cubicBezTo>
                  <a:cubicBezTo>
                    <a:pt x="596" y="383"/>
                    <a:pt x="587" y="386"/>
                    <a:pt x="579" y="391"/>
                  </a:cubicBezTo>
                  <a:cubicBezTo>
                    <a:pt x="572" y="395"/>
                    <a:pt x="567" y="404"/>
                    <a:pt x="564" y="412"/>
                  </a:cubicBezTo>
                  <a:cubicBezTo>
                    <a:pt x="560" y="423"/>
                    <a:pt x="556" y="434"/>
                    <a:pt x="550" y="445"/>
                  </a:cubicBezTo>
                  <a:cubicBezTo>
                    <a:pt x="547" y="451"/>
                    <a:pt x="546" y="457"/>
                    <a:pt x="546" y="464"/>
                  </a:cubicBezTo>
                  <a:cubicBezTo>
                    <a:pt x="546" y="475"/>
                    <a:pt x="550" y="486"/>
                    <a:pt x="558" y="495"/>
                  </a:cubicBezTo>
                  <a:cubicBezTo>
                    <a:pt x="579" y="515"/>
                    <a:pt x="579" y="515"/>
                    <a:pt x="579" y="515"/>
                  </a:cubicBezTo>
                  <a:cubicBezTo>
                    <a:pt x="582" y="518"/>
                    <a:pt x="583" y="522"/>
                    <a:pt x="583" y="527"/>
                  </a:cubicBezTo>
                  <a:cubicBezTo>
                    <a:pt x="583" y="529"/>
                    <a:pt x="582" y="533"/>
                    <a:pt x="579" y="536"/>
                  </a:cubicBezTo>
                  <a:cubicBezTo>
                    <a:pt x="538" y="578"/>
                    <a:pt x="538" y="578"/>
                    <a:pt x="538" y="578"/>
                  </a:cubicBezTo>
                  <a:cubicBezTo>
                    <a:pt x="535" y="582"/>
                    <a:pt x="531" y="583"/>
                    <a:pt x="527" y="583"/>
                  </a:cubicBezTo>
                  <a:cubicBezTo>
                    <a:pt x="522" y="583"/>
                    <a:pt x="520" y="582"/>
                    <a:pt x="517" y="578"/>
                  </a:cubicBezTo>
                  <a:cubicBezTo>
                    <a:pt x="496" y="558"/>
                    <a:pt x="496" y="558"/>
                    <a:pt x="496" y="558"/>
                  </a:cubicBezTo>
                  <a:cubicBezTo>
                    <a:pt x="488" y="550"/>
                    <a:pt x="477" y="544"/>
                    <a:pt x="464" y="544"/>
                  </a:cubicBezTo>
                  <a:cubicBezTo>
                    <a:pt x="458" y="544"/>
                    <a:pt x="452" y="546"/>
                    <a:pt x="445" y="549"/>
                  </a:cubicBezTo>
                  <a:cubicBezTo>
                    <a:pt x="435" y="554"/>
                    <a:pt x="424" y="560"/>
                    <a:pt x="413" y="562"/>
                  </a:cubicBezTo>
                  <a:cubicBezTo>
                    <a:pt x="404" y="565"/>
                    <a:pt x="397" y="572"/>
                    <a:pt x="391" y="579"/>
                  </a:cubicBezTo>
                  <a:cubicBezTo>
                    <a:pt x="387" y="586"/>
                    <a:pt x="384" y="596"/>
                    <a:pt x="384" y="604"/>
                  </a:cubicBezTo>
                  <a:cubicBezTo>
                    <a:pt x="384" y="633"/>
                    <a:pt x="384" y="633"/>
                    <a:pt x="384" y="633"/>
                  </a:cubicBezTo>
                  <a:cubicBezTo>
                    <a:pt x="384" y="641"/>
                    <a:pt x="377" y="648"/>
                    <a:pt x="369" y="648"/>
                  </a:cubicBezTo>
                  <a:cubicBezTo>
                    <a:pt x="310" y="648"/>
                    <a:pt x="310" y="648"/>
                    <a:pt x="310" y="648"/>
                  </a:cubicBezTo>
                  <a:cubicBezTo>
                    <a:pt x="301" y="648"/>
                    <a:pt x="296" y="641"/>
                    <a:pt x="296" y="633"/>
                  </a:cubicBezTo>
                  <a:cubicBezTo>
                    <a:pt x="296" y="604"/>
                    <a:pt x="296" y="604"/>
                    <a:pt x="296" y="604"/>
                  </a:cubicBezTo>
                  <a:cubicBezTo>
                    <a:pt x="296" y="596"/>
                    <a:pt x="293" y="586"/>
                    <a:pt x="288" y="579"/>
                  </a:cubicBezTo>
                  <a:cubicBezTo>
                    <a:pt x="282" y="572"/>
                    <a:pt x="275" y="565"/>
                    <a:pt x="266" y="562"/>
                  </a:cubicBezTo>
                  <a:cubicBezTo>
                    <a:pt x="255" y="560"/>
                    <a:pt x="243" y="554"/>
                    <a:pt x="234" y="549"/>
                  </a:cubicBezTo>
                  <a:cubicBezTo>
                    <a:pt x="227" y="546"/>
                    <a:pt x="221" y="544"/>
                    <a:pt x="214" y="544"/>
                  </a:cubicBezTo>
                  <a:cubicBezTo>
                    <a:pt x="203" y="544"/>
                    <a:pt x="191" y="549"/>
                    <a:pt x="183" y="558"/>
                  </a:cubicBezTo>
                  <a:cubicBezTo>
                    <a:pt x="162" y="578"/>
                    <a:pt x="162" y="578"/>
                    <a:pt x="162" y="578"/>
                  </a:cubicBezTo>
                  <a:cubicBezTo>
                    <a:pt x="159" y="582"/>
                    <a:pt x="156" y="583"/>
                    <a:pt x="152" y="583"/>
                  </a:cubicBezTo>
                  <a:cubicBezTo>
                    <a:pt x="148" y="583"/>
                    <a:pt x="144" y="582"/>
                    <a:pt x="141" y="578"/>
                  </a:cubicBezTo>
                  <a:cubicBezTo>
                    <a:pt x="100" y="536"/>
                    <a:pt x="100" y="536"/>
                    <a:pt x="100" y="536"/>
                  </a:cubicBezTo>
                  <a:cubicBezTo>
                    <a:pt x="97" y="533"/>
                    <a:pt x="96" y="529"/>
                    <a:pt x="96" y="527"/>
                  </a:cubicBezTo>
                  <a:cubicBezTo>
                    <a:pt x="96" y="522"/>
                    <a:pt x="97" y="518"/>
                    <a:pt x="100" y="515"/>
                  </a:cubicBezTo>
                  <a:cubicBezTo>
                    <a:pt x="121" y="495"/>
                    <a:pt x="121" y="495"/>
                    <a:pt x="121" y="495"/>
                  </a:cubicBezTo>
                  <a:cubicBezTo>
                    <a:pt x="129" y="486"/>
                    <a:pt x="133" y="475"/>
                    <a:pt x="133" y="464"/>
                  </a:cubicBezTo>
                  <a:cubicBezTo>
                    <a:pt x="133" y="457"/>
                    <a:pt x="132" y="451"/>
                    <a:pt x="129" y="445"/>
                  </a:cubicBezTo>
                  <a:cubicBezTo>
                    <a:pt x="123" y="434"/>
                    <a:pt x="119" y="423"/>
                    <a:pt x="115" y="412"/>
                  </a:cubicBezTo>
                  <a:lnTo>
                    <a:pt x="115" y="412"/>
                  </a:lnTo>
                  <a:cubicBezTo>
                    <a:pt x="112" y="404"/>
                    <a:pt x="107" y="395"/>
                    <a:pt x="100" y="391"/>
                  </a:cubicBezTo>
                  <a:cubicBezTo>
                    <a:pt x="92" y="386"/>
                    <a:pt x="83" y="383"/>
                    <a:pt x="74" y="383"/>
                  </a:cubicBezTo>
                  <a:cubicBezTo>
                    <a:pt x="45" y="383"/>
                    <a:pt x="45" y="383"/>
                    <a:pt x="45" y="383"/>
                  </a:cubicBezTo>
                  <a:cubicBezTo>
                    <a:pt x="36" y="383"/>
                    <a:pt x="31" y="376"/>
                    <a:pt x="31" y="368"/>
                  </a:cubicBezTo>
                  <a:cubicBezTo>
                    <a:pt x="31" y="310"/>
                    <a:pt x="31" y="310"/>
                    <a:pt x="31" y="310"/>
                  </a:cubicBezTo>
                  <a:cubicBezTo>
                    <a:pt x="31" y="301"/>
                    <a:pt x="36" y="294"/>
                    <a:pt x="45" y="294"/>
                  </a:cubicBezTo>
                  <a:cubicBezTo>
                    <a:pt x="74" y="294"/>
                    <a:pt x="74" y="294"/>
                    <a:pt x="74" y="294"/>
                  </a:cubicBezTo>
                  <a:cubicBezTo>
                    <a:pt x="83" y="294"/>
                    <a:pt x="92" y="292"/>
                    <a:pt x="100" y="286"/>
                  </a:cubicBezTo>
                  <a:cubicBezTo>
                    <a:pt x="107" y="282"/>
                    <a:pt x="112" y="274"/>
                    <a:pt x="115" y="265"/>
                  </a:cubicBezTo>
                  <a:lnTo>
                    <a:pt x="115" y="265"/>
                  </a:lnTo>
                  <a:cubicBezTo>
                    <a:pt x="119" y="254"/>
                    <a:pt x="123" y="243"/>
                    <a:pt x="129" y="2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0" name="Freeform 448">
              <a:extLst>
                <a:ext uri="{FF2B5EF4-FFF2-40B4-BE49-F238E27FC236}">
                  <a16:creationId xmlns:a16="http://schemas.microsoft.com/office/drawing/2014/main" id="{7F0E730F-D2E9-32AD-15DC-FFE54C8B9FB1}"/>
                </a:ext>
              </a:extLst>
            </p:cNvPr>
            <p:cNvSpPr>
              <a:spLocks noChangeArrowheads="1"/>
            </p:cNvSpPr>
            <p:nvPr/>
          </p:nvSpPr>
          <p:spPr bwMode="auto">
            <a:xfrm>
              <a:off x="9334500" y="1760538"/>
              <a:ext cx="95250" cy="95250"/>
            </a:xfrm>
            <a:custGeom>
              <a:avLst/>
              <a:gdLst>
                <a:gd name="T0" fmla="*/ 132 w 266"/>
                <a:gd name="T1" fmla="*/ 265 h 266"/>
                <a:gd name="T2" fmla="*/ 132 w 266"/>
                <a:gd name="T3" fmla="*/ 265 h 266"/>
                <a:gd name="T4" fmla="*/ 265 w 266"/>
                <a:gd name="T5" fmla="*/ 133 h 266"/>
                <a:gd name="T6" fmla="*/ 132 w 266"/>
                <a:gd name="T7" fmla="*/ 0 h 266"/>
                <a:gd name="T8" fmla="*/ 0 w 266"/>
                <a:gd name="T9" fmla="*/ 133 h 266"/>
                <a:gd name="T10" fmla="*/ 132 w 266"/>
                <a:gd name="T11" fmla="*/ 265 h 266"/>
                <a:gd name="T12" fmla="*/ 59 w 266"/>
                <a:gd name="T13" fmla="*/ 59 h 266"/>
                <a:gd name="T14" fmla="*/ 59 w 266"/>
                <a:gd name="T15" fmla="*/ 59 h 266"/>
                <a:gd name="T16" fmla="*/ 132 w 266"/>
                <a:gd name="T17" fmla="*/ 29 h 266"/>
                <a:gd name="T18" fmla="*/ 204 w 266"/>
                <a:gd name="T19" fmla="*/ 59 h 266"/>
                <a:gd name="T20" fmla="*/ 234 w 266"/>
                <a:gd name="T21" fmla="*/ 133 h 266"/>
                <a:gd name="T22" fmla="*/ 204 w 266"/>
                <a:gd name="T23" fmla="*/ 206 h 266"/>
                <a:gd name="T24" fmla="*/ 132 w 266"/>
                <a:gd name="T25" fmla="*/ 236 h 266"/>
                <a:gd name="T26" fmla="*/ 59 w 266"/>
                <a:gd name="T27" fmla="*/ 206 h 266"/>
                <a:gd name="T28" fmla="*/ 29 w 266"/>
                <a:gd name="T29" fmla="*/ 133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6"/>
                    <a:pt x="265" y="133"/>
                  </a:cubicBezTo>
                  <a:cubicBezTo>
                    <a:pt x="265" y="59"/>
                    <a:pt x="205" y="0"/>
                    <a:pt x="132" y="0"/>
                  </a:cubicBezTo>
                  <a:cubicBezTo>
                    <a:pt x="58" y="0"/>
                    <a:pt x="0" y="59"/>
                    <a:pt x="0" y="133"/>
                  </a:cubicBezTo>
                  <a:cubicBezTo>
                    <a:pt x="0" y="206"/>
                    <a:pt x="58" y="265"/>
                    <a:pt x="132" y="265"/>
                  </a:cubicBezTo>
                  <a:close/>
                  <a:moveTo>
                    <a:pt x="59" y="59"/>
                  </a:moveTo>
                  <a:lnTo>
                    <a:pt x="59" y="59"/>
                  </a:lnTo>
                  <a:cubicBezTo>
                    <a:pt x="77" y="42"/>
                    <a:pt x="103" y="29"/>
                    <a:pt x="132" y="29"/>
                  </a:cubicBezTo>
                  <a:cubicBezTo>
                    <a:pt x="160" y="29"/>
                    <a:pt x="186" y="42"/>
                    <a:pt x="204" y="59"/>
                  </a:cubicBezTo>
                  <a:cubicBezTo>
                    <a:pt x="223" y="79"/>
                    <a:pt x="234" y="104"/>
                    <a:pt x="234" y="133"/>
                  </a:cubicBezTo>
                  <a:cubicBezTo>
                    <a:pt x="234" y="162"/>
                    <a:pt x="223" y="187"/>
                    <a:pt x="204" y="206"/>
                  </a:cubicBezTo>
                  <a:cubicBezTo>
                    <a:pt x="186" y="224"/>
                    <a:pt x="160" y="236"/>
                    <a:pt x="132" y="236"/>
                  </a:cubicBezTo>
                  <a:cubicBezTo>
                    <a:pt x="103" y="236"/>
                    <a:pt x="77" y="224"/>
                    <a:pt x="59" y="206"/>
                  </a:cubicBezTo>
                  <a:cubicBezTo>
                    <a:pt x="40" y="187"/>
                    <a:pt x="29" y="162"/>
                    <a:pt x="29" y="133"/>
                  </a:cubicBezTo>
                  <a:cubicBezTo>
                    <a:pt x="29" y="104"/>
                    <a:pt x="40" y="79"/>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41" name="Group 543">
            <a:extLst>
              <a:ext uri="{FF2B5EF4-FFF2-40B4-BE49-F238E27FC236}">
                <a16:creationId xmlns:a16="http://schemas.microsoft.com/office/drawing/2014/main" id="{F6C00AE6-8999-5975-8724-E5C2DC602923}"/>
              </a:ext>
            </a:extLst>
          </p:cNvPr>
          <p:cNvGrpSpPr/>
          <p:nvPr/>
        </p:nvGrpSpPr>
        <p:grpSpPr>
          <a:xfrm>
            <a:off x="10470083" y="2400722"/>
            <a:ext cx="212725" cy="255587"/>
            <a:chOff x="9313863" y="2700338"/>
            <a:chExt cx="212725" cy="255587"/>
          </a:xfrm>
          <a:solidFill>
            <a:schemeClr val="tx2"/>
          </a:solidFill>
        </p:grpSpPr>
        <p:sp>
          <p:nvSpPr>
            <p:cNvPr id="542" name="Freeform 449">
              <a:extLst>
                <a:ext uri="{FF2B5EF4-FFF2-40B4-BE49-F238E27FC236}">
                  <a16:creationId xmlns:a16="http://schemas.microsoft.com/office/drawing/2014/main" id="{3C68496D-BBA6-8C25-78F0-2EF6C3BDC10E}"/>
                </a:ext>
              </a:extLst>
            </p:cNvPr>
            <p:cNvSpPr>
              <a:spLocks noChangeArrowheads="1"/>
            </p:cNvSpPr>
            <p:nvPr/>
          </p:nvSpPr>
          <p:spPr bwMode="auto">
            <a:xfrm>
              <a:off x="9313863" y="2700338"/>
              <a:ext cx="212725" cy="255587"/>
            </a:xfrm>
            <a:custGeom>
              <a:avLst/>
              <a:gdLst>
                <a:gd name="T0" fmla="*/ 344 w 591"/>
                <a:gd name="T1" fmla="*/ 0 h 708"/>
                <a:gd name="T2" fmla="*/ 344 w 591"/>
                <a:gd name="T3" fmla="*/ 0 h 708"/>
                <a:gd name="T4" fmla="*/ 245 w 591"/>
                <a:gd name="T5" fmla="*/ 0 h 708"/>
                <a:gd name="T6" fmla="*/ 162 w 591"/>
                <a:gd name="T7" fmla="*/ 83 h 708"/>
                <a:gd name="T8" fmla="*/ 162 w 591"/>
                <a:gd name="T9" fmla="*/ 88 h 708"/>
                <a:gd name="T10" fmla="*/ 60 w 591"/>
                <a:gd name="T11" fmla="*/ 88 h 708"/>
                <a:gd name="T12" fmla="*/ 15 w 591"/>
                <a:gd name="T13" fmla="*/ 88 h 708"/>
                <a:gd name="T14" fmla="*/ 0 w 591"/>
                <a:gd name="T15" fmla="*/ 103 h 708"/>
                <a:gd name="T16" fmla="*/ 15 w 591"/>
                <a:gd name="T17" fmla="*/ 117 h 708"/>
                <a:gd name="T18" fmla="*/ 44 w 591"/>
                <a:gd name="T19" fmla="*/ 117 h 708"/>
                <a:gd name="T20" fmla="*/ 69 w 591"/>
                <a:gd name="T21" fmla="*/ 609 h 708"/>
                <a:gd name="T22" fmla="*/ 173 w 591"/>
                <a:gd name="T23" fmla="*/ 707 h 708"/>
                <a:gd name="T24" fmla="*/ 417 w 591"/>
                <a:gd name="T25" fmla="*/ 707 h 708"/>
                <a:gd name="T26" fmla="*/ 520 w 591"/>
                <a:gd name="T27" fmla="*/ 609 h 708"/>
                <a:gd name="T28" fmla="*/ 544 w 591"/>
                <a:gd name="T29" fmla="*/ 117 h 708"/>
                <a:gd name="T30" fmla="*/ 575 w 591"/>
                <a:gd name="T31" fmla="*/ 117 h 708"/>
                <a:gd name="T32" fmla="*/ 590 w 591"/>
                <a:gd name="T33" fmla="*/ 103 h 708"/>
                <a:gd name="T34" fmla="*/ 575 w 591"/>
                <a:gd name="T35" fmla="*/ 88 h 708"/>
                <a:gd name="T36" fmla="*/ 531 w 591"/>
                <a:gd name="T37" fmla="*/ 88 h 708"/>
                <a:gd name="T38" fmla="*/ 427 w 591"/>
                <a:gd name="T39" fmla="*/ 88 h 708"/>
                <a:gd name="T40" fmla="*/ 427 w 591"/>
                <a:gd name="T41" fmla="*/ 83 h 708"/>
                <a:gd name="T42" fmla="*/ 344 w 591"/>
                <a:gd name="T43" fmla="*/ 0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1 w 591"/>
                <a:gd name="T65" fmla="*/ 607 h 708"/>
                <a:gd name="T66" fmla="*/ 491 w 591"/>
                <a:gd name="T67" fmla="*/ 607 h 708"/>
                <a:gd name="T68" fmla="*/ 417 w 591"/>
                <a:gd name="T69" fmla="*/ 678 h 708"/>
                <a:gd name="T70" fmla="*/ 173 w 591"/>
                <a:gd name="T71" fmla="*/ 678 h 708"/>
                <a:gd name="T72" fmla="*/ 98 w 591"/>
                <a:gd name="T73" fmla="*/ 607 h 708"/>
                <a:gd name="T74" fmla="*/ 75 w 591"/>
                <a:gd name="T75" fmla="*/ 117 h 708"/>
                <a:gd name="T76" fmla="*/ 177 w 591"/>
                <a:gd name="T77" fmla="*/ 117 h 708"/>
                <a:gd name="T78" fmla="*/ 413 w 591"/>
                <a:gd name="T79" fmla="*/ 117 h 708"/>
                <a:gd name="T80" fmla="*/ 515 w 591"/>
                <a:gd name="T81" fmla="*/ 117 h 708"/>
                <a:gd name="T82" fmla="*/ 491 w 591"/>
                <a:gd name="T83" fmla="*/ 6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344" y="0"/>
                  </a:moveTo>
                  <a:lnTo>
                    <a:pt x="344" y="0"/>
                  </a:lnTo>
                  <a:cubicBezTo>
                    <a:pt x="245" y="0"/>
                    <a:pt x="245" y="0"/>
                    <a:pt x="245" y="0"/>
                  </a:cubicBezTo>
                  <a:cubicBezTo>
                    <a:pt x="199" y="0"/>
                    <a:pt x="162" y="37"/>
                    <a:pt x="162" y="83"/>
                  </a:cubicBezTo>
                  <a:cubicBezTo>
                    <a:pt x="162" y="88"/>
                    <a:pt x="162" y="88"/>
                    <a:pt x="162" y="88"/>
                  </a:cubicBezTo>
                  <a:cubicBezTo>
                    <a:pt x="60" y="88"/>
                    <a:pt x="60" y="88"/>
                    <a:pt x="60" y="88"/>
                  </a:cubicBezTo>
                  <a:cubicBezTo>
                    <a:pt x="15" y="88"/>
                    <a:pt x="15" y="88"/>
                    <a:pt x="15" y="88"/>
                  </a:cubicBezTo>
                  <a:cubicBezTo>
                    <a:pt x="7" y="88"/>
                    <a:pt x="0" y="95"/>
                    <a:pt x="0" y="103"/>
                  </a:cubicBezTo>
                  <a:cubicBezTo>
                    <a:pt x="0" y="112"/>
                    <a:pt x="7" y="117"/>
                    <a:pt x="15" y="117"/>
                  </a:cubicBezTo>
                  <a:cubicBezTo>
                    <a:pt x="44" y="117"/>
                    <a:pt x="44" y="117"/>
                    <a:pt x="44" y="117"/>
                  </a:cubicBezTo>
                  <a:cubicBezTo>
                    <a:pt x="69" y="609"/>
                    <a:pt x="69" y="609"/>
                    <a:pt x="69" y="609"/>
                  </a:cubicBezTo>
                  <a:cubicBezTo>
                    <a:pt x="72" y="664"/>
                    <a:pt x="118" y="707"/>
                    <a:pt x="173" y="707"/>
                  </a:cubicBezTo>
                  <a:cubicBezTo>
                    <a:pt x="417" y="707"/>
                    <a:pt x="417" y="707"/>
                    <a:pt x="417" y="707"/>
                  </a:cubicBezTo>
                  <a:cubicBezTo>
                    <a:pt x="471" y="707"/>
                    <a:pt x="517" y="664"/>
                    <a:pt x="520"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cubicBezTo>
                    <a:pt x="427" y="88"/>
                    <a:pt x="427" y="88"/>
                    <a:pt x="427" y="88"/>
                  </a:cubicBezTo>
                  <a:cubicBezTo>
                    <a:pt x="427" y="83"/>
                    <a:pt x="427" y="83"/>
                    <a:pt x="427" y="83"/>
                  </a:cubicBezTo>
                  <a:cubicBezTo>
                    <a:pt x="427" y="37"/>
                    <a:pt x="390" y="0"/>
                    <a:pt x="344" y="0"/>
                  </a:cubicBezTo>
                  <a:close/>
                  <a:moveTo>
                    <a:pt x="192" y="83"/>
                  </a:moveTo>
                  <a:lnTo>
                    <a:pt x="192" y="83"/>
                  </a:lnTo>
                  <a:cubicBezTo>
                    <a:pt x="192" y="67"/>
                    <a:pt x="198" y="55"/>
                    <a:pt x="207" y="45"/>
                  </a:cubicBezTo>
                  <a:cubicBezTo>
                    <a:pt x="217" y="36"/>
                    <a:pt x="229" y="29"/>
                    <a:pt x="245" y="29"/>
                  </a:cubicBezTo>
                  <a:cubicBezTo>
                    <a:pt x="344" y="29"/>
                    <a:pt x="344" y="29"/>
                    <a:pt x="344" y="29"/>
                  </a:cubicBezTo>
                  <a:cubicBezTo>
                    <a:pt x="359" y="29"/>
                    <a:pt x="373" y="36"/>
                    <a:pt x="383" y="45"/>
                  </a:cubicBezTo>
                  <a:cubicBezTo>
                    <a:pt x="392" y="55"/>
                    <a:pt x="398" y="67"/>
                    <a:pt x="398" y="83"/>
                  </a:cubicBezTo>
                  <a:cubicBezTo>
                    <a:pt x="398" y="88"/>
                    <a:pt x="398" y="88"/>
                    <a:pt x="398" y="88"/>
                  </a:cubicBezTo>
                  <a:cubicBezTo>
                    <a:pt x="192" y="88"/>
                    <a:pt x="192" y="88"/>
                    <a:pt x="192" y="88"/>
                  </a:cubicBezTo>
                  <a:lnTo>
                    <a:pt x="192" y="83"/>
                  </a:lnTo>
                  <a:close/>
                  <a:moveTo>
                    <a:pt x="491" y="607"/>
                  </a:moveTo>
                  <a:lnTo>
                    <a:pt x="491" y="607"/>
                  </a:lnTo>
                  <a:cubicBezTo>
                    <a:pt x="488" y="646"/>
                    <a:pt x="456" y="678"/>
                    <a:pt x="417" y="678"/>
                  </a:cubicBezTo>
                  <a:cubicBezTo>
                    <a:pt x="173" y="678"/>
                    <a:pt x="173" y="678"/>
                    <a:pt x="173" y="678"/>
                  </a:cubicBezTo>
                  <a:cubicBezTo>
                    <a:pt x="133" y="678"/>
                    <a:pt x="101" y="646"/>
                    <a:pt x="98" y="607"/>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1" y="6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3" name="Freeform 450">
              <a:extLst>
                <a:ext uri="{FF2B5EF4-FFF2-40B4-BE49-F238E27FC236}">
                  <a16:creationId xmlns:a16="http://schemas.microsoft.com/office/drawing/2014/main" id="{BDDC1217-8B78-F2FC-B1D0-DBFFC78DBB48}"/>
                </a:ext>
              </a:extLst>
            </p:cNvPr>
            <p:cNvSpPr>
              <a:spLocks noChangeArrowheads="1"/>
            </p:cNvSpPr>
            <p:nvPr/>
          </p:nvSpPr>
          <p:spPr bwMode="auto">
            <a:xfrm>
              <a:off x="9415463" y="2773363"/>
              <a:ext cx="11112" cy="138112"/>
            </a:xfrm>
            <a:custGeom>
              <a:avLst/>
              <a:gdLst>
                <a:gd name="T0" fmla="*/ 13 w 30"/>
                <a:gd name="T1" fmla="*/ 0 h 385"/>
                <a:gd name="T2" fmla="*/ 13 w 30"/>
                <a:gd name="T3" fmla="*/ 0 h 385"/>
                <a:gd name="T4" fmla="*/ 0 w 30"/>
                <a:gd name="T5" fmla="*/ 15 h 385"/>
                <a:gd name="T6" fmla="*/ 0 w 30"/>
                <a:gd name="T7" fmla="*/ 368 h 385"/>
                <a:gd name="T8" fmla="*/ 13 w 30"/>
                <a:gd name="T9" fmla="*/ 384 h 385"/>
                <a:gd name="T10" fmla="*/ 29 w 30"/>
                <a:gd name="T11" fmla="*/ 368 h 385"/>
                <a:gd name="T12" fmla="*/ 29 w 30"/>
                <a:gd name="T13" fmla="*/ 15 h 385"/>
                <a:gd name="T14" fmla="*/ 13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3" y="0"/>
                  </a:moveTo>
                  <a:lnTo>
                    <a:pt x="13" y="0"/>
                  </a:lnTo>
                  <a:cubicBezTo>
                    <a:pt x="5" y="0"/>
                    <a:pt x="0" y="6"/>
                    <a:pt x="0" y="15"/>
                  </a:cubicBezTo>
                  <a:cubicBezTo>
                    <a:pt x="0" y="368"/>
                    <a:pt x="0" y="368"/>
                    <a:pt x="0" y="368"/>
                  </a:cubicBezTo>
                  <a:cubicBezTo>
                    <a:pt x="0" y="377"/>
                    <a:pt x="5" y="384"/>
                    <a:pt x="13" y="384"/>
                  </a:cubicBezTo>
                  <a:cubicBezTo>
                    <a:pt x="22" y="384"/>
                    <a:pt x="29" y="377"/>
                    <a:pt x="29" y="368"/>
                  </a:cubicBezTo>
                  <a:cubicBezTo>
                    <a:pt x="29" y="15"/>
                    <a:pt x="29" y="15"/>
                    <a:pt x="29" y="15"/>
                  </a:cubicBezTo>
                  <a:cubicBezTo>
                    <a:pt x="29" y="6"/>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4" name="Freeform 451">
              <a:extLst>
                <a:ext uri="{FF2B5EF4-FFF2-40B4-BE49-F238E27FC236}">
                  <a16:creationId xmlns:a16="http://schemas.microsoft.com/office/drawing/2014/main" id="{6EF96DCC-B09E-F677-D5C3-D4A3CB88AEA1}"/>
                </a:ext>
              </a:extLst>
            </p:cNvPr>
            <p:cNvSpPr>
              <a:spLocks noChangeArrowheads="1"/>
            </p:cNvSpPr>
            <p:nvPr/>
          </p:nvSpPr>
          <p:spPr bwMode="auto">
            <a:xfrm>
              <a:off x="9372600" y="2773363"/>
              <a:ext cx="11113" cy="138112"/>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6"/>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6"/>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5" name="Freeform 452">
              <a:extLst>
                <a:ext uri="{FF2B5EF4-FFF2-40B4-BE49-F238E27FC236}">
                  <a16:creationId xmlns:a16="http://schemas.microsoft.com/office/drawing/2014/main" id="{CCAFA25D-F917-74C0-E14A-1FE06B13A251}"/>
                </a:ext>
              </a:extLst>
            </p:cNvPr>
            <p:cNvSpPr>
              <a:spLocks noChangeArrowheads="1"/>
            </p:cNvSpPr>
            <p:nvPr/>
          </p:nvSpPr>
          <p:spPr bwMode="auto">
            <a:xfrm>
              <a:off x="9456738" y="2773363"/>
              <a:ext cx="11112" cy="138112"/>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2" y="384"/>
                    <a:pt x="29" y="377"/>
                    <a:pt x="29" y="368"/>
                  </a:cubicBezTo>
                  <a:cubicBezTo>
                    <a:pt x="29" y="15"/>
                    <a:pt x="29" y="15"/>
                    <a:pt x="29" y="15"/>
                  </a:cubicBezTo>
                  <a:cubicBezTo>
                    <a:pt x="29" y="6"/>
                    <a:pt x="22" y="0"/>
                    <a:pt x="15" y="0"/>
                  </a:cubicBezTo>
                  <a:cubicBezTo>
                    <a:pt x="7" y="0"/>
                    <a:pt x="0" y="6"/>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46" name="Freeform 453">
            <a:extLst>
              <a:ext uri="{FF2B5EF4-FFF2-40B4-BE49-F238E27FC236}">
                <a16:creationId xmlns:a16="http://schemas.microsoft.com/office/drawing/2014/main" id="{938EE836-EC34-F029-09D9-E757CC13A6F7}"/>
              </a:ext>
            </a:extLst>
          </p:cNvPr>
          <p:cNvSpPr>
            <a:spLocks noChangeArrowheads="1"/>
          </p:cNvSpPr>
          <p:nvPr/>
        </p:nvSpPr>
        <p:spPr bwMode="auto">
          <a:xfrm>
            <a:off x="9935095" y="1890341"/>
            <a:ext cx="201613" cy="252413"/>
          </a:xfrm>
          <a:custGeom>
            <a:avLst/>
            <a:gdLst>
              <a:gd name="T0" fmla="*/ 87 w 558"/>
              <a:gd name="T1" fmla="*/ 334 h 702"/>
              <a:gd name="T2" fmla="*/ 32 w 558"/>
              <a:gd name="T3" fmla="*/ 442 h 702"/>
              <a:gd name="T4" fmla="*/ 0 w 558"/>
              <a:gd name="T5" fmla="*/ 533 h 702"/>
              <a:gd name="T6" fmla="*/ 44 w 558"/>
              <a:gd name="T7" fmla="*/ 613 h 702"/>
              <a:gd name="T8" fmla="*/ 204 w 558"/>
              <a:gd name="T9" fmla="*/ 628 h 702"/>
              <a:gd name="T10" fmla="*/ 352 w 558"/>
              <a:gd name="T11" fmla="*/ 628 h 702"/>
              <a:gd name="T12" fmla="*/ 511 w 558"/>
              <a:gd name="T13" fmla="*/ 613 h 702"/>
              <a:gd name="T14" fmla="*/ 557 w 558"/>
              <a:gd name="T15" fmla="*/ 533 h 702"/>
              <a:gd name="T16" fmla="*/ 523 w 558"/>
              <a:gd name="T17" fmla="*/ 442 h 702"/>
              <a:gd name="T18" fmla="*/ 523 w 558"/>
              <a:gd name="T19" fmla="*/ 442 h 702"/>
              <a:gd name="T20" fmla="*/ 470 w 558"/>
              <a:gd name="T21" fmla="*/ 334 h 702"/>
              <a:gd name="T22" fmla="*/ 421 w 558"/>
              <a:gd name="T23" fmla="*/ 81 h 702"/>
              <a:gd name="T24" fmla="*/ 278 w 558"/>
              <a:gd name="T25" fmla="*/ 0 h 702"/>
              <a:gd name="T26" fmla="*/ 138 w 558"/>
              <a:gd name="T27" fmla="*/ 65 h 702"/>
              <a:gd name="T28" fmla="*/ 87 w 558"/>
              <a:gd name="T29" fmla="*/ 334 h 702"/>
              <a:gd name="T30" fmla="*/ 278 w 558"/>
              <a:gd name="T31" fmla="*/ 672 h 702"/>
              <a:gd name="T32" fmla="*/ 233 w 558"/>
              <a:gd name="T33" fmla="*/ 613 h 702"/>
              <a:gd name="T34" fmla="*/ 322 w 558"/>
              <a:gd name="T35" fmla="*/ 628 h 702"/>
              <a:gd name="T36" fmla="*/ 116 w 558"/>
              <a:gd name="T37" fmla="*/ 334 h 702"/>
              <a:gd name="T38" fmla="*/ 116 w 558"/>
              <a:gd name="T39" fmla="*/ 203 h 702"/>
              <a:gd name="T40" fmla="*/ 269 w 558"/>
              <a:gd name="T41" fmla="*/ 29 h 702"/>
              <a:gd name="T42" fmla="*/ 345 w 558"/>
              <a:gd name="T43" fmla="*/ 48 h 702"/>
              <a:gd name="T44" fmla="*/ 441 w 558"/>
              <a:gd name="T45" fmla="*/ 246 h 702"/>
              <a:gd name="T46" fmla="*/ 453 w 558"/>
              <a:gd name="T47" fmla="*/ 393 h 702"/>
              <a:gd name="T48" fmla="*/ 503 w 558"/>
              <a:gd name="T49" fmla="*/ 462 h 702"/>
              <a:gd name="T50" fmla="*/ 526 w 558"/>
              <a:gd name="T51" fmla="*/ 533 h 702"/>
              <a:gd name="T52" fmla="*/ 511 w 558"/>
              <a:gd name="T53" fmla="*/ 584 h 702"/>
              <a:gd name="T54" fmla="*/ 278 w 558"/>
              <a:gd name="T55" fmla="*/ 584 h 702"/>
              <a:gd name="T56" fmla="*/ 44 w 558"/>
              <a:gd name="T57" fmla="*/ 584 h 702"/>
              <a:gd name="T58" fmla="*/ 29 w 558"/>
              <a:gd name="T59" fmla="*/ 533 h 702"/>
              <a:gd name="T60" fmla="*/ 52 w 558"/>
              <a:gd name="T61" fmla="*/ 462 h 702"/>
              <a:gd name="T62" fmla="*/ 116 w 558"/>
              <a:gd name="T63" fmla="*/ 33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8" h="702">
                <a:moveTo>
                  <a:pt x="87" y="334"/>
                </a:moveTo>
                <a:lnTo>
                  <a:pt x="87" y="334"/>
                </a:lnTo>
                <a:cubicBezTo>
                  <a:pt x="87" y="348"/>
                  <a:pt x="84" y="363"/>
                  <a:pt x="76" y="381"/>
                </a:cubicBezTo>
                <a:cubicBezTo>
                  <a:pt x="68" y="399"/>
                  <a:pt x="54" y="418"/>
                  <a:pt x="32" y="442"/>
                </a:cubicBezTo>
                <a:cubicBezTo>
                  <a:pt x="19" y="454"/>
                  <a:pt x="11" y="468"/>
                  <a:pt x="6" y="483"/>
                </a:cubicBezTo>
                <a:cubicBezTo>
                  <a:pt x="1" y="498"/>
                  <a:pt x="0" y="514"/>
                  <a:pt x="0" y="533"/>
                </a:cubicBezTo>
                <a:cubicBezTo>
                  <a:pt x="0" y="544"/>
                  <a:pt x="0" y="558"/>
                  <a:pt x="1" y="572"/>
                </a:cubicBezTo>
                <a:cubicBezTo>
                  <a:pt x="1" y="595"/>
                  <a:pt x="21" y="613"/>
                  <a:pt x="44" y="613"/>
                </a:cubicBezTo>
                <a:cubicBezTo>
                  <a:pt x="204" y="613"/>
                  <a:pt x="204" y="613"/>
                  <a:pt x="204" y="613"/>
                </a:cubicBezTo>
                <a:cubicBezTo>
                  <a:pt x="204" y="628"/>
                  <a:pt x="204" y="628"/>
                  <a:pt x="204" y="628"/>
                </a:cubicBezTo>
                <a:cubicBezTo>
                  <a:pt x="204" y="670"/>
                  <a:pt x="238" y="701"/>
                  <a:pt x="278" y="701"/>
                </a:cubicBezTo>
                <a:cubicBezTo>
                  <a:pt x="319" y="701"/>
                  <a:pt x="352" y="670"/>
                  <a:pt x="352" y="628"/>
                </a:cubicBezTo>
                <a:cubicBezTo>
                  <a:pt x="352" y="613"/>
                  <a:pt x="352" y="613"/>
                  <a:pt x="352" y="613"/>
                </a:cubicBezTo>
                <a:cubicBezTo>
                  <a:pt x="511" y="613"/>
                  <a:pt x="511" y="613"/>
                  <a:pt x="511" y="613"/>
                </a:cubicBezTo>
                <a:cubicBezTo>
                  <a:pt x="535" y="613"/>
                  <a:pt x="554" y="595"/>
                  <a:pt x="555" y="572"/>
                </a:cubicBezTo>
                <a:cubicBezTo>
                  <a:pt x="555" y="558"/>
                  <a:pt x="557" y="544"/>
                  <a:pt x="557" y="533"/>
                </a:cubicBezTo>
                <a:cubicBezTo>
                  <a:pt x="557" y="514"/>
                  <a:pt x="555" y="498"/>
                  <a:pt x="550" y="483"/>
                </a:cubicBezTo>
                <a:cubicBezTo>
                  <a:pt x="546" y="468"/>
                  <a:pt x="537" y="454"/>
                  <a:pt x="523" y="442"/>
                </a:cubicBezTo>
                <a:cubicBezTo>
                  <a:pt x="514" y="451"/>
                  <a:pt x="514" y="451"/>
                  <a:pt x="514" y="451"/>
                </a:cubicBezTo>
                <a:cubicBezTo>
                  <a:pt x="523" y="442"/>
                  <a:pt x="523" y="442"/>
                  <a:pt x="523" y="442"/>
                </a:cubicBezTo>
                <a:cubicBezTo>
                  <a:pt x="501" y="418"/>
                  <a:pt x="488" y="399"/>
                  <a:pt x="481" y="381"/>
                </a:cubicBezTo>
                <a:cubicBezTo>
                  <a:pt x="472" y="363"/>
                  <a:pt x="470" y="348"/>
                  <a:pt x="470" y="334"/>
                </a:cubicBezTo>
                <a:cubicBezTo>
                  <a:pt x="470" y="246"/>
                  <a:pt x="470" y="246"/>
                  <a:pt x="470" y="246"/>
                </a:cubicBezTo>
                <a:cubicBezTo>
                  <a:pt x="470" y="189"/>
                  <a:pt x="453" y="128"/>
                  <a:pt x="421" y="81"/>
                </a:cubicBezTo>
                <a:cubicBezTo>
                  <a:pt x="405" y="58"/>
                  <a:pt x="385" y="37"/>
                  <a:pt x="360" y="23"/>
                </a:cubicBezTo>
                <a:cubicBezTo>
                  <a:pt x="337" y="8"/>
                  <a:pt x="309" y="0"/>
                  <a:pt x="278" y="0"/>
                </a:cubicBezTo>
                <a:cubicBezTo>
                  <a:pt x="275" y="0"/>
                  <a:pt x="271" y="0"/>
                  <a:pt x="267" y="0"/>
                </a:cubicBezTo>
                <a:cubicBezTo>
                  <a:pt x="215" y="3"/>
                  <a:pt x="170" y="29"/>
                  <a:pt x="138" y="65"/>
                </a:cubicBezTo>
                <a:cubicBezTo>
                  <a:pt x="105" y="102"/>
                  <a:pt x="87" y="150"/>
                  <a:pt x="87" y="203"/>
                </a:cubicBezTo>
                <a:lnTo>
                  <a:pt x="87" y="334"/>
                </a:lnTo>
                <a:close/>
                <a:moveTo>
                  <a:pt x="278" y="672"/>
                </a:moveTo>
                <a:lnTo>
                  <a:pt x="278" y="672"/>
                </a:lnTo>
                <a:cubicBezTo>
                  <a:pt x="254" y="672"/>
                  <a:pt x="233" y="653"/>
                  <a:pt x="233" y="628"/>
                </a:cubicBezTo>
                <a:cubicBezTo>
                  <a:pt x="233" y="613"/>
                  <a:pt x="233" y="613"/>
                  <a:pt x="233" y="613"/>
                </a:cubicBezTo>
                <a:cubicBezTo>
                  <a:pt x="322" y="613"/>
                  <a:pt x="322" y="613"/>
                  <a:pt x="322" y="613"/>
                </a:cubicBezTo>
                <a:cubicBezTo>
                  <a:pt x="322" y="628"/>
                  <a:pt x="322" y="628"/>
                  <a:pt x="322" y="628"/>
                </a:cubicBezTo>
                <a:cubicBezTo>
                  <a:pt x="322" y="653"/>
                  <a:pt x="302" y="672"/>
                  <a:pt x="278" y="672"/>
                </a:cubicBezTo>
                <a:close/>
                <a:moveTo>
                  <a:pt x="116" y="334"/>
                </a:moveTo>
                <a:lnTo>
                  <a:pt x="116" y="334"/>
                </a:lnTo>
                <a:cubicBezTo>
                  <a:pt x="116" y="203"/>
                  <a:pt x="116" y="203"/>
                  <a:pt x="116" y="203"/>
                </a:cubicBezTo>
                <a:cubicBezTo>
                  <a:pt x="116" y="159"/>
                  <a:pt x="133" y="116"/>
                  <a:pt x="160" y="84"/>
                </a:cubicBezTo>
                <a:cubicBezTo>
                  <a:pt x="188" y="52"/>
                  <a:pt x="225" y="32"/>
                  <a:pt x="269" y="29"/>
                </a:cubicBezTo>
                <a:cubicBezTo>
                  <a:pt x="272" y="29"/>
                  <a:pt x="275" y="29"/>
                  <a:pt x="278" y="29"/>
                </a:cubicBezTo>
                <a:cubicBezTo>
                  <a:pt x="304" y="29"/>
                  <a:pt x="326" y="36"/>
                  <a:pt x="345" y="48"/>
                </a:cubicBezTo>
                <a:cubicBezTo>
                  <a:pt x="376" y="66"/>
                  <a:pt x="399" y="95"/>
                  <a:pt x="416" y="131"/>
                </a:cubicBezTo>
                <a:cubicBezTo>
                  <a:pt x="431" y="167"/>
                  <a:pt x="441" y="207"/>
                  <a:pt x="441" y="246"/>
                </a:cubicBezTo>
                <a:cubicBezTo>
                  <a:pt x="441" y="334"/>
                  <a:pt x="441" y="334"/>
                  <a:pt x="441" y="334"/>
                </a:cubicBezTo>
                <a:cubicBezTo>
                  <a:pt x="441" y="352"/>
                  <a:pt x="443" y="371"/>
                  <a:pt x="453" y="393"/>
                </a:cubicBezTo>
                <a:cubicBezTo>
                  <a:pt x="463" y="416"/>
                  <a:pt x="479" y="438"/>
                  <a:pt x="503" y="462"/>
                </a:cubicBezTo>
                <a:lnTo>
                  <a:pt x="503" y="462"/>
                </a:lnTo>
                <a:cubicBezTo>
                  <a:pt x="514" y="472"/>
                  <a:pt x="518" y="480"/>
                  <a:pt x="522" y="491"/>
                </a:cubicBezTo>
                <a:cubicBezTo>
                  <a:pt x="525" y="502"/>
                  <a:pt x="526" y="515"/>
                  <a:pt x="526" y="533"/>
                </a:cubicBezTo>
                <a:cubicBezTo>
                  <a:pt x="526" y="544"/>
                  <a:pt x="526" y="556"/>
                  <a:pt x="526" y="570"/>
                </a:cubicBezTo>
                <a:cubicBezTo>
                  <a:pt x="525" y="578"/>
                  <a:pt x="519" y="584"/>
                  <a:pt x="511" y="584"/>
                </a:cubicBezTo>
                <a:cubicBezTo>
                  <a:pt x="337" y="584"/>
                  <a:pt x="337" y="584"/>
                  <a:pt x="337" y="584"/>
                </a:cubicBezTo>
                <a:cubicBezTo>
                  <a:pt x="278" y="584"/>
                  <a:pt x="278" y="584"/>
                  <a:pt x="278" y="584"/>
                </a:cubicBezTo>
                <a:cubicBezTo>
                  <a:pt x="220" y="584"/>
                  <a:pt x="220" y="584"/>
                  <a:pt x="220" y="584"/>
                </a:cubicBezTo>
                <a:cubicBezTo>
                  <a:pt x="44" y="584"/>
                  <a:pt x="44" y="584"/>
                  <a:pt x="44" y="584"/>
                </a:cubicBezTo>
                <a:cubicBezTo>
                  <a:pt x="37" y="584"/>
                  <a:pt x="30" y="578"/>
                  <a:pt x="30" y="570"/>
                </a:cubicBezTo>
                <a:cubicBezTo>
                  <a:pt x="29" y="556"/>
                  <a:pt x="29" y="544"/>
                  <a:pt x="29" y="533"/>
                </a:cubicBezTo>
                <a:cubicBezTo>
                  <a:pt x="29" y="515"/>
                  <a:pt x="30" y="502"/>
                  <a:pt x="33" y="491"/>
                </a:cubicBezTo>
                <a:cubicBezTo>
                  <a:pt x="37" y="480"/>
                  <a:pt x="43" y="472"/>
                  <a:pt x="52" y="462"/>
                </a:cubicBezTo>
                <a:cubicBezTo>
                  <a:pt x="77" y="438"/>
                  <a:pt x="93" y="416"/>
                  <a:pt x="102" y="393"/>
                </a:cubicBezTo>
                <a:cubicBezTo>
                  <a:pt x="112" y="371"/>
                  <a:pt x="116" y="352"/>
                  <a:pt x="116" y="334"/>
                </a:cubicBezTo>
                <a:close/>
              </a:path>
            </a:pathLst>
          </a:custGeom>
          <a:solidFill>
            <a:schemeClr val="tx2"/>
          </a:solidFill>
          <a:ln>
            <a:noFill/>
          </a:ln>
          <a:effectLst/>
        </p:spPr>
        <p:txBody>
          <a:bodyPr wrap="none" anchor="ctr"/>
          <a:lstStyle/>
          <a:p>
            <a:endParaRPr lang="da-DK">
              <a:solidFill>
                <a:schemeClr val="tx2"/>
              </a:solidFill>
            </a:endParaRPr>
          </a:p>
        </p:txBody>
      </p:sp>
      <p:sp>
        <p:nvSpPr>
          <p:cNvPr id="547" name="Freeform 454">
            <a:extLst>
              <a:ext uri="{FF2B5EF4-FFF2-40B4-BE49-F238E27FC236}">
                <a16:creationId xmlns:a16="http://schemas.microsoft.com/office/drawing/2014/main" id="{1AC25AC0-0FB2-1A97-5CDB-B7A4D7D2B323}"/>
              </a:ext>
            </a:extLst>
          </p:cNvPr>
          <p:cNvSpPr>
            <a:spLocks noChangeArrowheads="1"/>
          </p:cNvSpPr>
          <p:nvPr/>
        </p:nvSpPr>
        <p:spPr bwMode="auto">
          <a:xfrm>
            <a:off x="10957445" y="2400721"/>
            <a:ext cx="246063" cy="255588"/>
          </a:xfrm>
          <a:custGeom>
            <a:avLst/>
            <a:gdLst>
              <a:gd name="T0" fmla="*/ 330 w 682"/>
              <a:gd name="T1" fmla="*/ 5 h 709"/>
              <a:gd name="T2" fmla="*/ 330 w 682"/>
              <a:gd name="T3" fmla="*/ 5 h 709"/>
              <a:gd name="T4" fmla="*/ 5 w 682"/>
              <a:gd name="T5" fmla="*/ 330 h 709"/>
              <a:gd name="T6" fmla="*/ 5 w 682"/>
              <a:gd name="T7" fmla="*/ 350 h 709"/>
              <a:gd name="T8" fmla="*/ 26 w 682"/>
              <a:gd name="T9" fmla="*/ 350 h 709"/>
              <a:gd name="T10" fmla="*/ 61 w 682"/>
              <a:gd name="T11" fmla="*/ 316 h 709"/>
              <a:gd name="T12" fmla="*/ 61 w 682"/>
              <a:gd name="T13" fmla="*/ 693 h 709"/>
              <a:gd name="T14" fmla="*/ 65 w 682"/>
              <a:gd name="T15" fmla="*/ 704 h 709"/>
              <a:gd name="T16" fmla="*/ 76 w 682"/>
              <a:gd name="T17" fmla="*/ 708 h 709"/>
              <a:gd name="T18" fmla="*/ 253 w 682"/>
              <a:gd name="T19" fmla="*/ 708 h 709"/>
              <a:gd name="T20" fmla="*/ 262 w 682"/>
              <a:gd name="T21" fmla="*/ 704 h 709"/>
              <a:gd name="T22" fmla="*/ 266 w 682"/>
              <a:gd name="T23" fmla="*/ 693 h 709"/>
              <a:gd name="T24" fmla="*/ 266 w 682"/>
              <a:gd name="T25" fmla="*/ 443 h 709"/>
              <a:gd name="T26" fmla="*/ 414 w 682"/>
              <a:gd name="T27" fmla="*/ 443 h 709"/>
              <a:gd name="T28" fmla="*/ 414 w 682"/>
              <a:gd name="T29" fmla="*/ 693 h 709"/>
              <a:gd name="T30" fmla="*/ 418 w 682"/>
              <a:gd name="T31" fmla="*/ 704 h 709"/>
              <a:gd name="T32" fmla="*/ 429 w 682"/>
              <a:gd name="T33" fmla="*/ 708 h 709"/>
              <a:gd name="T34" fmla="*/ 606 w 682"/>
              <a:gd name="T35" fmla="*/ 708 h 709"/>
              <a:gd name="T36" fmla="*/ 616 w 682"/>
              <a:gd name="T37" fmla="*/ 704 h 709"/>
              <a:gd name="T38" fmla="*/ 620 w 682"/>
              <a:gd name="T39" fmla="*/ 693 h 709"/>
              <a:gd name="T40" fmla="*/ 620 w 682"/>
              <a:gd name="T41" fmla="*/ 316 h 709"/>
              <a:gd name="T42" fmla="*/ 654 w 682"/>
              <a:gd name="T43" fmla="*/ 350 h 709"/>
              <a:gd name="T44" fmla="*/ 675 w 682"/>
              <a:gd name="T45" fmla="*/ 350 h 709"/>
              <a:gd name="T46" fmla="*/ 675 w 682"/>
              <a:gd name="T47" fmla="*/ 330 h 709"/>
              <a:gd name="T48" fmla="*/ 675 w 682"/>
              <a:gd name="T49" fmla="*/ 330 h 709"/>
              <a:gd name="T50" fmla="*/ 351 w 682"/>
              <a:gd name="T51" fmla="*/ 5 h 709"/>
              <a:gd name="T52" fmla="*/ 330 w 682"/>
              <a:gd name="T53" fmla="*/ 5 h 709"/>
              <a:gd name="T54" fmla="*/ 591 w 682"/>
              <a:gd name="T55" fmla="*/ 678 h 709"/>
              <a:gd name="T56" fmla="*/ 591 w 682"/>
              <a:gd name="T57" fmla="*/ 678 h 709"/>
              <a:gd name="T58" fmla="*/ 443 w 682"/>
              <a:gd name="T59" fmla="*/ 678 h 709"/>
              <a:gd name="T60" fmla="*/ 443 w 682"/>
              <a:gd name="T61" fmla="*/ 428 h 709"/>
              <a:gd name="T62" fmla="*/ 439 w 682"/>
              <a:gd name="T63" fmla="*/ 418 h 709"/>
              <a:gd name="T64" fmla="*/ 429 w 682"/>
              <a:gd name="T65" fmla="*/ 413 h 709"/>
              <a:gd name="T66" fmla="*/ 253 w 682"/>
              <a:gd name="T67" fmla="*/ 413 h 709"/>
              <a:gd name="T68" fmla="*/ 241 w 682"/>
              <a:gd name="T69" fmla="*/ 418 h 709"/>
              <a:gd name="T70" fmla="*/ 237 w 682"/>
              <a:gd name="T71" fmla="*/ 428 h 709"/>
              <a:gd name="T72" fmla="*/ 237 w 682"/>
              <a:gd name="T73" fmla="*/ 678 h 709"/>
              <a:gd name="T74" fmla="*/ 90 w 682"/>
              <a:gd name="T75" fmla="*/ 678 h 709"/>
              <a:gd name="T76" fmla="*/ 90 w 682"/>
              <a:gd name="T77" fmla="*/ 287 h 709"/>
              <a:gd name="T78" fmla="*/ 341 w 682"/>
              <a:gd name="T79" fmla="*/ 35 h 709"/>
              <a:gd name="T80" fmla="*/ 591 w 682"/>
              <a:gd name="T81" fmla="*/ 287 h 709"/>
              <a:gd name="T82" fmla="*/ 591 w 682"/>
              <a:gd name="T83" fmla="*/ 67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82" h="709">
                <a:moveTo>
                  <a:pt x="330" y="5"/>
                </a:moveTo>
                <a:lnTo>
                  <a:pt x="330" y="5"/>
                </a:lnTo>
                <a:cubicBezTo>
                  <a:pt x="5" y="330"/>
                  <a:pt x="5" y="330"/>
                  <a:pt x="5" y="330"/>
                </a:cubicBezTo>
                <a:cubicBezTo>
                  <a:pt x="0" y="335"/>
                  <a:pt x="0" y="343"/>
                  <a:pt x="5" y="350"/>
                </a:cubicBezTo>
                <a:cubicBezTo>
                  <a:pt x="11" y="356"/>
                  <a:pt x="20" y="356"/>
                  <a:pt x="26" y="350"/>
                </a:cubicBezTo>
                <a:cubicBezTo>
                  <a:pt x="61" y="316"/>
                  <a:pt x="61" y="316"/>
                  <a:pt x="61" y="316"/>
                </a:cubicBezTo>
                <a:cubicBezTo>
                  <a:pt x="61" y="693"/>
                  <a:pt x="61" y="693"/>
                  <a:pt x="61" y="693"/>
                </a:cubicBezTo>
                <a:cubicBezTo>
                  <a:pt x="61" y="697"/>
                  <a:pt x="62" y="701"/>
                  <a:pt x="65" y="704"/>
                </a:cubicBezTo>
                <a:cubicBezTo>
                  <a:pt x="67" y="707"/>
                  <a:pt x="72" y="708"/>
                  <a:pt x="76" y="708"/>
                </a:cubicBezTo>
                <a:cubicBezTo>
                  <a:pt x="253" y="708"/>
                  <a:pt x="253" y="708"/>
                  <a:pt x="253" y="708"/>
                </a:cubicBezTo>
                <a:cubicBezTo>
                  <a:pt x="255" y="708"/>
                  <a:pt x="259" y="707"/>
                  <a:pt x="262" y="704"/>
                </a:cubicBezTo>
                <a:cubicBezTo>
                  <a:pt x="265" y="701"/>
                  <a:pt x="266" y="697"/>
                  <a:pt x="266" y="693"/>
                </a:cubicBezTo>
                <a:cubicBezTo>
                  <a:pt x="266" y="443"/>
                  <a:pt x="266" y="443"/>
                  <a:pt x="266" y="443"/>
                </a:cubicBezTo>
                <a:cubicBezTo>
                  <a:pt x="414" y="443"/>
                  <a:pt x="414" y="443"/>
                  <a:pt x="414" y="443"/>
                </a:cubicBezTo>
                <a:cubicBezTo>
                  <a:pt x="414" y="693"/>
                  <a:pt x="414" y="693"/>
                  <a:pt x="414" y="693"/>
                </a:cubicBezTo>
                <a:cubicBezTo>
                  <a:pt x="414" y="697"/>
                  <a:pt x="415" y="701"/>
                  <a:pt x="418" y="704"/>
                </a:cubicBezTo>
                <a:cubicBezTo>
                  <a:pt x="421" y="707"/>
                  <a:pt x="425" y="708"/>
                  <a:pt x="429" y="708"/>
                </a:cubicBezTo>
                <a:cubicBezTo>
                  <a:pt x="606" y="708"/>
                  <a:pt x="606" y="708"/>
                  <a:pt x="606" y="708"/>
                </a:cubicBezTo>
                <a:cubicBezTo>
                  <a:pt x="609" y="708"/>
                  <a:pt x="613" y="707"/>
                  <a:pt x="616" y="704"/>
                </a:cubicBezTo>
                <a:cubicBezTo>
                  <a:pt x="619" y="701"/>
                  <a:pt x="620" y="697"/>
                  <a:pt x="620" y="693"/>
                </a:cubicBezTo>
                <a:cubicBezTo>
                  <a:pt x="620" y="316"/>
                  <a:pt x="620" y="316"/>
                  <a:pt x="620" y="316"/>
                </a:cubicBezTo>
                <a:cubicBezTo>
                  <a:pt x="654" y="350"/>
                  <a:pt x="654" y="350"/>
                  <a:pt x="654" y="350"/>
                </a:cubicBezTo>
                <a:cubicBezTo>
                  <a:pt x="660" y="356"/>
                  <a:pt x="670" y="356"/>
                  <a:pt x="675" y="350"/>
                </a:cubicBezTo>
                <a:cubicBezTo>
                  <a:pt x="681" y="343"/>
                  <a:pt x="681" y="335"/>
                  <a:pt x="675" y="330"/>
                </a:cubicBezTo>
                <a:lnTo>
                  <a:pt x="675" y="330"/>
                </a:lnTo>
                <a:cubicBezTo>
                  <a:pt x="351" y="5"/>
                  <a:pt x="351" y="5"/>
                  <a:pt x="351" y="5"/>
                </a:cubicBezTo>
                <a:cubicBezTo>
                  <a:pt x="345" y="0"/>
                  <a:pt x="335" y="0"/>
                  <a:pt x="330" y="5"/>
                </a:cubicBezTo>
                <a:close/>
                <a:moveTo>
                  <a:pt x="591" y="678"/>
                </a:moveTo>
                <a:lnTo>
                  <a:pt x="591" y="678"/>
                </a:lnTo>
                <a:cubicBezTo>
                  <a:pt x="443" y="678"/>
                  <a:pt x="443" y="678"/>
                  <a:pt x="443" y="678"/>
                </a:cubicBezTo>
                <a:cubicBezTo>
                  <a:pt x="443" y="428"/>
                  <a:pt x="443" y="428"/>
                  <a:pt x="443" y="428"/>
                </a:cubicBezTo>
                <a:cubicBezTo>
                  <a:pt x="443" y="424"/>
                  <a:pt x="442" y="421"/>
                  <a:pt x="439" y="418"/>
                </a:cubicBezTo>
                <a:cubicBezTo>
                  <a:pt x="436" y="415"/>
                  <a:pt x="432" y="413"/>
                  <a:pt x="429" y="413"/>
                </a:cubicBezTo>
                <a:cubicBezTo>
                  <a:pt x="253" y="413"/>
                  <a:pt x="253" y="413"/>
                  <a:pt x="253" y="413"/>
                </a:cubicBezTo>
                <a:cubicBezTo>
                  <a:pt x="248" y="413"/>
                  <a:pt x="244" y="415"/>
                  <a:pt x="241" y="418"/>
                </a:cubicBezTo>
                <a:cubicBezTo>
                  <a:pt x="239" y="419"/>
                  <a:pt x="237" y="424"/>
                  <a:pt x="237" y="428"/>
                </a:cubicBezTo>
                <a:cubicBezTo>
                  <a:pt x="237" y="678"/>
                  <a:pt x="237" y="678"/>
                  <a:pt x="237" y="678"/>
                </a:cubicBezTo>
                <a:cubicBezTo>
                  <a:pt x="90" y="678"/>
                  <a:pt x="90" y="678"/>
                  <a:pt x="90" y="678"/>
                </a:cubicBezTo>
                <a:cubicBezTo>
                  <a:pt x="90" y="287"/>
                  <a:pt x="90" y="287"/>
                  <a:pt x="90" y="287"/>
                </a:cubicBezTo>
                <a:cubicBezTo>
                  <a:pt x="341" y="35"/>
                  <a:pt x="341" y="35"/>
                  <a:pt x="341" y="35"/>
                </a:cubicBezTo>
                <a:cubicBezTo>
                  <a:pt x="591" y="287"/>
                  <a:pt x="591" y="287"/>
                  <a:pt x="591" y="287"/>
                </a:cubicBezTo>
                <a:lnTo>
                  <a:pt x="591" y="678"/>
                </a:lnTo>
                <a:close/>
              </a:path>
            </a:pathLst>
          </a:custGeom>
          <a:solidFill>
            <a:schemeClr val="tx2"/>
          </a:solidFill>
          <a:ln>
            <a:noFill/>
          </a:ln>
          <a:effectLst/>
        </p:spPr>
        <p:txBody>
          <a:bodyPr wrap="none" anchor="ctr"/>
          <a:lstStyle/>
          <a:p>
            <a:endParaRPr lang="da-DK">
              <a:solidFill>
                <a:schemeClr val="tx2"/>
              </a:solidFill>
            </a:endParaRPr>
          </a:p>
        </p:txBody>
      </p:sp>
      <p:grpSp>
        <p:nvGrpSpPr>
          <p:cNvPr id="548" name="Group 550">
            <a:extLst>
              <a:ext uri="{FF2B5EF4-FFF2-40B4-BE49-F238E27FC236}">
                <a16:creationId xmlns:a16="http://schemas.microsoft.com/office/drawing/2014/main" id="{FA40BB33-150C-7D36-D0CF-69695DE3A05C}"/>
              </a:ext>
            </a:extLst>
          </p:cNvPr>
          <p:cNvGrpSpPr/>
          <p:nvPr/>
        </p:nvGrpSpPr>
        <p:grpSpPr>
          <a:xfrm>
            <a:off x="10968558" y="879896"/>
            <a:ext cx="190500" cy="255588"/>
            <a:chOff x="9812338" y="1177925"/>
            <a:chExt cx="190500" cy="255588"/>
          </a:xfrm>
          <a:solidFill>
            <a:schemeClr val="tx2"/>
          </a:solidFill>
        </p:grpSpPr>
        <p:sp>
          <p:nvSpPr>
            <p:cNvPr id="549" name="Freeform 455">
              <a:extLst>
                <a:ext uri="{FF2B5EF4-FFF2-40B4-BE49-F238E27FC236}">
                  <a16:creationId xmlns:a16="http://schemas.microsoft.com/office/drawing/2014/main" id="{5AF07DD5-C544-ACC1-9E11-8528F1E2BC6F}"/>
                </a:ext>
              </a:extLst>
            </p:cNvPr>
            <p:cNvSpPr>
              <a:spLocks noChangeArrowheads="1"/>
            </p:cNvSpPr>
            <p:nvPr/>
          </p:nvSpPr>
          <p:spPr bwMode="auto">
            <a:xfrm>
              <a:off x="9812338" y="1177925"/>
              <a:ext cx="190500" cy="255588"/>
            </a:xfrm>
            <a:custGeom>
              <a:avLst/>
              <a:gdLst>
                <a:gd name="T0" fmla="*/ 13 w 531"/>
                <a:gd name="T1" fmla="*/ 707 h 708"/>
                <a:gd name="T2" fmla="*/ 13 w 531"/>
                <a:gd name="T3" fmla="*/ 707 h 708"/>
                <a:gd name="T4" fmla="*/ 132 w 531"/>
                <a:gd name="T5" fmla="*/ 707 h 708"/>
                <a:gd name="T6" fmla="*/ 515 w 531"/>
                <a:gd name="T7" fmla="*/ 707 h 708"/>
                <a:gd name="T8" fmla="*/ 524 w 531"/>
                <a:gd name="T9" fmla="*/ 703 h 708"/>
                <a:gd name="T10" fmla="*/ 530 w 531"/>
                <a:gd name="T11" fmla="*/ 692 h 708"/>
                <a:gd name="T12" fmla="*/ 530 w 531"/>
                <a:gd name="T13" fmla="*/ 663 h 708"/>
                <a:gd name="T14" fmla="*/ 530 w 531"/>
                <a:gd name="T15" fmla="*/ 73 h 708"/>
                <a:gd name="T16" fmla="*/ 524 w 531"/>
                <a:gd name="T17" fmla="*/ 64 h 708"/>
                <a:gd name="T18" fmla="*/ 515 w 531"/>
                <a:gd name="T19" fmla="*/ 58 h 708"/>
                <a:gd name="T20" fmla="*/ 410 w 531"/>
                <a:gd name="T21" fmla="*/ 58 h 708"/>
                <a:gd name="T22" fmla="*/ 338 w 531"/>
                <a:gd name="T23" fmla="*/ 0 h 708"/>
                <a:gd name="T24" fmla="*/ 190 w 531"/>
                <a:gd name="T25" fmla="*/ 0 h 708"/>
                <a:gd name="T26" fmla="*/ 118 w 531"/>
                <a:gd name="T27" fmla="*/ 58 h 708"/>
                <a:gd name="T28" fmla="*/ 13 w 531"/>
                <a:gd name="T29" fmla="*/ 58 h 708"/>
                <a:gd name="T30" fmla="*/ 4 w 531"/>
                <a:gd name="T31" fmla="*/ 64 h 708"/>
                <a:gd name="T32" fmla="*/ 0 w 531"/>
                <a:gd name="T33" fmla="*/ 73 h 708"/>
                <a:gd name="T34" fmla="*/ 0 w 531"/>
                <a:gd name="T35" fmla="*/ 576 h 708"/>
                <a:gd name="T36" fmla="*/ 0 w 531"/>
                <a:gd name="T37" fmla="*/ 692 h 708"/>
                <a:gd name="T38" fmla="*/ 4 w 531"/>
                <a:gd name="T39" fmla="*/ 703 h 708"/>
                <a:gd name="T40" fmla="*/ 13 w 531"/>
                <a:gd name="T41" fmla="*/ 707 h 708"/>
                <a:gd name="T42" fmla="*/ 190 w 531"/>
                <a:gd name="T43" fmla="*/ 29 h 708"/>
                <a:gd name="T44" fmla="*/ 190 w 531"/>
                <a:gd name="T45" fmla="*/ 29 h 708"/>
                <a:gd name="T46" fmla="*/ 338 w 531"/>
                <a:gd name="T47" fmla="*/ 29 h 708"/>
                <a:gd name="T48" fmla="*/ 382 w 531"/>
                <a:gd name="T49" fmla="*/ 73 h 708"/>
                <a:gd name="T50" fmla="*/ 382 w 531"/>
                <a:gd name="T51" fmla="*/ 88 h 708"/>
                <a:gd name="T52" fmla="*/ 146 w 531"/>
                <a:gd name="T53" fmla="*/ 88 h 708"/>
                <a:gd name="T54" fmla="*/ 146 w 531"/>
                <a:gd name="T55" fmla="*/ 73 h 708"/>
                <a:gd name="T56" fmla="*/ 190 w 531"/>
                <a:gd name="T57" fmla="*/ 29 h 708"/>
                <a:gd name="T58" fmla="*/ 29 w 531"/>
                <a:gd name="T59" fmla="*/ 576 h 708"/>
                <a:gd name="T60" fmla="*/ 29 w 531"/>
                <a:gd name="T61" fmla="*/ 576 h 708"/>
                <a:gd name="T62" fmla="*/ 29 w 531"/>
                <a:gd name="T63" fmla="*/ 88 h 708"/>
                <a:gd name="T64" fmla="*/ 117 w 531"/>
                <a:gd name="T65" fmla="*/ 88 h 708"/>
                <a:gd name="T66" fmla="*/ 117 w 531"/>
                <a:gd name="T67" fmla="*/ 102 h 708"/>
                <a:gd name="T68" fmla="*/ 121 w 531"/>
                <a:gd name="T69" fmla="*/ 113 h 708"/>
                <a:gd name="T70" fmla="*/ 132 w 531"/>
                <a:gd name="T71" fmla="*/ 117 h 708"/>
                <a:gd name="T72" fmla="*/ 397 w 531"/>
                <a:gd name="T73" fmla="*/ 117 h 708"/>
                <a:gd name="T74" fmla="*/ 407 w 531"/>
                <a:gd name="T75" fmla="*/ 113 h 708"/>
                <a:gd name="T76" fmla="*/ 411 w 531"/>
                <a:gd name="T77" fmla="*/ 102 h 708"/>
                <a:gd name="T78" fmla="*/ 411 w 531"/>
                <a:gd name="T79" fmla="*/ 88 h 708"/>
                <a:gd name="T80" fmla="*/ 500 w 531"/>
                <a:gd name="T81" fmla="*/ 88 h 708"/>
                <a:gd name="T82" fmla="*/ 500 w 531"/>
                <a:gd name="T83" fmla="*/ 663 h 708"/>
                <a:gd name="T84" fmla="*/ 500 w 531"/>
                <a:gd name="T85" fmla="*/ 677 h 708"/>
                <a:gd name="T86" fmla="*/ 132 w 531"/>
                <a:gd name="T87" fmla="*/ 677 h 708"/>
                <a:gd name="T88" fmla="*/ 29 w 531"/>
                <a:gd name="T89" fmla="*/ 677 h 708"/>
                <a:gd name="T90" fmla="*/ 29 w 531"/>
                <a:gd name="T91" fmla="*/ 57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8">
                  <a:moveTo>
                    <a:pt x="13" y="707"/>
                  </a:moveTo>
                  <a:lnTo>
                    <a:pt x="13" y="707"/>
                  </a:lnTo>
                  <a:cubicBezTo>
                    <a:pt x="132" y="707"/>
                    <a:pt x="132" y="707"/>
                    <a:pt x="132" y="707"/>
                  </a:cubicBezTo>
                  <a:cubicBezTo>
                    <a:pt x="515" y="707"/>
                    <a:pt x="515" y="707"/>
                    <a:pt x="515" y="707"/>
                  </a:cubicBezTo>
                  <a:cubicBezTo>
                    <a:pt x="519" y="707"/>
                    <a:pt x="522" y="706"/>
                    <a:pt x="524" y="703"/>
                  </a:cubicBezTo>
                  <a:cubicBezTo>
                    <a:pt x="527" y="700"/>
                    <a:pt x="530" y="696"/>
                    <a:pt x="530" y="692"/>
                  </a:cubicBezTo>
                  <a:cubicBezTo>
                    <a:pt x="530" y="663"/>
                    <a:pt x="530" y="663"/>
                    <a:pt x="530" y="663"/>
                  </a:cubicBezTo>
                  <a:cubicBezTo>
                    <a:pt x="530" y="73"/>
                    <a:pt x="530" y="73"/>
                    <a:pt x="530" y="73"/>
                  </a:cubicBezTo>
                  <a:cubicBezTo>
                    <a:pt x="530" y="69"/>
                    <a:pt x="527" y="65"/>
                    <a:pt x="524" y="64"/>
                  </a:cubicBezTo>
                  <a:cubicBezTo>
                    <a:pt x="522" y="61"/>
                    <a:pt x="519" y="58"/>
                    <a:pt x="515" y="58"/>
                  </a:cubicBezTo>
                  <a:cubicBezTo>
                    <a:pt x="410" y="58"/>
                    <a:pt x="410" y="58"/>
                    <a:pt x="410" y="58"/>
                  </a:cubicBezTo>
                  <a:cubicBezTo>
                    <a:pt x="403" y="25"/>
                    <a:pt x="374" y="0"/>
                    <a:pt x="338" y="0"/>
                  </a:cubicBezTo>
                  <a:cubicBezTo>
                    <a:pt x="190" y="0"/>
                    <a:pt x="190" y="0"/>
                    <a:pt x="190" y="0"/>
                  </a:cubicBezTo>
                  <a:cubicBezTo>
                    <a:pt x="154" y="0"/>
                    <a:pt x="125" y="25"/>
                    <a:pt x="118" y="58"/>
                  </a:cubicBezTo>
                  <a:cubicBezTo>
                    <a:pt x="13" y="58"/>
                    <a:pt x="13" y="58"/>
                    <a:pt x="13" y="58"/>
                  </a:cubicBezTo>
                  <a:cubicBezTo>
                    <a:pt x="9" y="58"/>
                    <a:pt x="6" y="61"/>
                    <a:pt x="4" y="64"/>
                  </a:cubicBezTo>
                  <a:cubicBezTo>
                    <a:pt x="1" y="65"/>
                    <a:pt x="0" y="69"/>
                    <a:pt x="0" y="73"/>
                  </a:cubicBezTo>
                  <a:cubicBezTo>
                    <a:pt x="0" y="576"/>
                    <a:pt x="0" y="576"/>
                    <a:pt x="0" y="576"/>
                  </a:cubicBezTo>
                  <a:cubicBezTo>
                    <a:pt x="0" y="692"/>
                    <a:pt x="0" y="692"/>
                    <a:pt x="0" y="692"/>
                  </a:cubicBezTo>
                  <a:cubicBezTo>
                    <a:pt x="0" y="696"/>
                    <a:pt x="1" y="700"/>
                    <a:pt x="4" y="703"/>
                  </a:cubicBezTo>
                  <a:cubicBezTo>
                    <a:pt x="6" y="706"/>
                    <a:pt x="9" y="707"/>
                    <a:pt x="13" y="707"/>
                  </a:cubicBezTo>
                  <a:close/>
                  <a:moveTo>
                    <a:pt x="190" y="29"/>
                  </a:moveTo>
                  <a:lnTo>
                    <a:pt x="190" y="29"/>
                  </a:lnTo>
                  <a:cubicBezTo>
                    <a:pt x="338" y="29"/>
                    <a:pt x="338" y="29"/>
                    <a:pt x="338" y="29"/>
                  </a:cubicBezTo>
                  <a:cubicBezTo>
                    <a:pt x="363" y="29"/>
                    <a:pt x="382" y="48"/>
                    <a:pt x="382" y="73"/>
                  </a:cubicBezTo>
                  <a:cubicBezTo>
                    <a:pt x="382" y="88"/>
                    <a:pt x="382" y="88"/>
                    <a:pt x="382" y="88"/>
                  </a:cubicBezTo>
                  <a:cubicBezTo>
                    <a:pt x="146" y="88"/>
                    <a:pt x="146" y="88"/>
                    <a:pt x="146" y="88"/>
                  </a:cubicBezTo>
                  <a:cubicBezTo>
                    <a:pt x="146" y="73"/>
                    <a:pt x="146" y="73"/>
                    <a:pt x="146" y="73"/>
                  </a:cubicBezTo>
                  <a:cubicBezTo>
                    <a:pt x="146" y="48"/>
                    <a:pt x="167" y="29"/>
                    <a:pt x="190" y="29"/>
                  </a:cubicBezTo>
                  <a:close/>
                  <a:moveTo>
                    <a:pt x="29" y="576"/>
                  </a:moveTo>
                  <a:lnTo>
                    <a:pt x="29" y="576"/>
                  </a:lnTo>
                  <a:cubicBezTo>
                    <a:pt x="29" y="88"/>
                    <a:pt x="29" y="88"/>
                    <a:pt x="29" y="88"/>
                  </a:cubicBezTo>
                  <a:cubicBezTo>
                    <a:pt x="117" y="88"/>
                    <a:pt x="117" y="88"/>
                    <a:pt x="117" y="88"/>
                  </a:cubicBezTo>
                  <a:cubicBezTo>
                    <a:pt x="117" y="102"/>
                    <a:pt x="117" y="102"/>
                    <a:pt x="117" y="102"/>
                  </a:cubicBezTo>
                  <a:cubicBezTo>
                    <a:pt x="117" y="106"/>
                    <a:pt x="118" y="110"/>
                    <a:pt x="121" y="113"/>
                  </a:cubicBezTo>
                  <a:cubicBezTo>
                    <a:pt x="124" y="116"/>
                    <a:pt x="128" y="117"/>
                    <a:pt x="132" y="117"/>
                  </a:cubicBezTo>
                  <a:cubicBezTo>
                    <a:pt x="397" y="117"/>
                    <a:pt x="397" y="117"/>
                    <a:pt x="397" y="117"/>
                  </a:cubicBezTo>
                  <a:cubicBezTo>
                    <a:pt x="400" y="117"/>
                    <a:pt x="404" y="116"/>
                    <a:pt x="407" y="113"/>
                  </a:cubicBezTo>
                  <a:cubicBezTo>
                    <a:pt x="410" y="110"/>
                    <a:pt x="411" y="106"/>
                    <a:pt x="411" y="102"/>
                  </a:cubicBezTo>
                  <a:cubicBezTo>
                    <a:pt x="411" y="88"/>
                    <a:pt x="411" y="88"/>
                    <a:pt x="411" y="88"/>
                  </a:cubicBezTo>
                  <a:cubicBezTo>
                    <a:pt x="500" y="88"/>
                    <a:pt x="500" y="88"/>
                    <a:pt x="500" y="88"/>
                  </a:cubicBezTo>
                  <a:cubicBezTo>
                    <a:pt x="500" y="663"/>
                    <a:pt x="500" y="663"/>
                    <a:pt x="500" y="663"/>
                  </a:cubicBezTo>
                  <a:cubicBezTo>
                    <a:pt x="500" y="677"/>
                    <a:pt x="500" y="677"/>
                    <a:pt x="500" y="677"/>
                  </a:cubicBezTo>
                  <a:cubicBezTo>
                    <a:pt x="132" y="677"/>
                    <a:pt x="132" y="677"/>
                    <a:pt x="132" y="677"/>
                  </a:cubicBezTo>
                  <a:cubicBezTo>
                    <a:pt x="29" y="677"/>
                    <a:pt x="29" y="677"/>
                    <a:pt x="29" y="677"/>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0" name="Freeform 456">
              <a:extLst>
                <a:ext uri="{FF2B5EF4-FFF2-40B4-BE49-F238E27FC236}">
                  <a16:creationId xmlns:a16="http://schemas.microsoft.com/office/drawing/2014/main" id="{0226FE18-7881-FEC1-51FF-B63F319656DD}"/>
                </a:ext>
              </a:extLst>
            </p:cNvPr>
            <p:cNvSpPr>
              <a:spLocks noChangeArrowheads="1"/>
            </p:cNvSpPr>
            <p:nvPr/>
          </p:nvSpPr>
          <p:spPr bwMode="auto">
            <a:xfrm>
              <a:off x="9834563" y="1263650"/>
              <a:ext cx="60325" cy="41275"/>
            </a:xfrm>
            <a:custGeom>
              <a:avLst/>
              <a:gdLst>
                <a:gd name="T0" fmla="*/ 70 w 169"/>
                <a:gd name="T1" fmla="*/ 114 h 115"/>
                <a:gd name="T2" fmla="*/ 70 w 169"/>
                <a:gd name="T3" fmla="*/ 114 h 115"/>
                <a:gd name="T4" fmla="*/ 80 w 169"/>
                <a:gd name="T5" fmla="*/ 109 h 115"/>
                <a:gd name="T6" fmla="*/ 168 w 169"/>
                <a:gd name="T7" fmla="*/ 21 h 115"/>
                <a:gd name="T8" fmla="*/ 147 w 169"/>
                <a:gd name="T9" fmla="*/ 0 h 115"/>
                <a:gd name="T10" fmla="*/ 70 w 169"/>
                <a:gd name="T11" fmla="*/ 78 h 115"/>
                <a:gd name="T12" fmla="*/ 20 w 169"/>
                <a:gd name="T13" fmla="*/ 29 h 115"/>
                <a:gd name="T14" fmla="*/ 0 w 169"/>
                <a:gd name="T15" fmla="*/ 50 h 115"/>
                <a:gd name="T16" fmla="*/ 0 w 169"/>
                <a:gd name="T17" fmla="*/ 50 h 115"/>
                <a:gd name="T18" fmla="*/ 59 w 169"/>
                <a:gd name="T19" fmla="*/ 109 h 115"/>
                <a:gd name="T20" fmla="*/ 70 w 169"/>
                <a:gd name="T21" fmla="*/ 114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5">
                  <a:moveTo>
                    <a:pt x="70" y="114"/>
                  </a:moveTo>
                  <a:lnTo>
                    <a:pt x="70" y="114"/>
                  </a:lnTo>
                  <a:cubicBezTo>
                    <a:pt x="73" y="114"/>
                    <a:pt x="77" y="112"/>
                    <a:pt x="80" y="109"/>
                  </a:cubicBezTo>
                  <a:cubicBezTo>
                    <a:pt x="168" y="21"/>
                    <a:pt x="168" y="21"/>
                    <a:pt x="168" y="21"/>
                  </a:cubicBezTo>
                  <a:cubicBezTo>
                    <a:pt x="147" y="0"/>
                    <a:pt x="147" y="0"/>
                    <a:pt x="147" y="0"/>
                  </a:cubicBezTo>
                  <a:cubicBezTo>
                    <a:pt x="70" y="78"/>
                    <a:pt x="70" y="78"/>
                    <a:pt x="70" y="78"/>
                  </a:cubicBezTo>
                  <a:cubicBezTo>
                    <a:pt x="20" y="29"/>
                    <a:pt x="20" y="29"/>
                    <a:pt x="20" y="29"/>
                  </a:cubicBezTo>
                  <a:cubicBezTo>
                    <a:pt x="0" y="50"/>
                    <a:pt x="0" y="50"/>
                    <a:pt x="0" y="50"/>
                  </a:cubicBezTo>
                  <a:lnTo>
                    <a:pt x="0" y="50"/>
                  </a:lnTo>
                  <a:cubicBezTo>
                    <a:pt x="59" y="109"/>
                    <a:pt x="59" y="109"/>
                    <a:pt x="59" y="109"/>
                  </a:cubicBezTo>
                  <a:cubicBezTo>
                    <a:pt x="62" y="112"/>
                    <a:pt x="66" y="114"/>
                    <a:pt x="70"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1" name="Freeform 457">
              <a:extLst>
                <a:ext uri="{FF2B5EF4-FFF2-40B4-BE49-F238E27FC236}">
                  <a16:creationId xmlns:a16="http://schemas.microsoft.com/office/drawing/2014/main" id="{DB75C5E8-7BAC-45D8-9D4D-C94330B2FE25}"/>
                </a:ext>
              </a:extLst>
            </p:cNvPr>
            <p:cNvSpPr>
              <a:spLocks noChangeArrowheads="1"/>
            </p:cNvSpPr>
            <p:nvPr/>
          </p:nvSpPr>
          <p:spPr bwMode="auto">
            <a:xfrm>
              <a:off x="9834563" y="1327150"/>
              <a:ext cx="60325" cy="41275"/>
            </a:xfrm>
            <a:custGeom>
              <a:avLst/>
              <a:gdLst>
                <a:gd name="T0" fmla="*/ 80 w 169"/>
                <a:gd name="T1" fmla="*/ 109 h 114"/>
                <a:gd name="T2" fmla="*/ 80 w 169"/>
                <a:gd name="T3" fmla="*/ 109 h 114"/>
                <a:gd name="T4" fmla="*/ 168 w 169"/>
                <a:gd name="T5" fmla="*/ 21 h 114"/>
                <a:gd name="T6" fmla="*/ 147 w 169"/>
                <a:gd name="T7" fmla="*/ 0 h 114"/>
                <a:gd name="T8" fmla="*/ 70 w 169"/>
                <a:gd name="T9" fmla="*/ 77 h 114"/>
                <a:gd name="T10" fmla="*/ 20 w 169"/>
                <a:gd name="T11" fmla="*/ 29 h 114"/>
                <a:gd name="T12" fmla="*/ 0 w 169"/>
                <a:gd name="T13" fmla="*/ 50 h 114"/>
                <a:gd name="T14" fmla="*/ 0 w 169"/>
                <a:gd name="T15" fmla="*/ 50 h 114"/>
                <a:gd name="T16" fmla="*/ 59 w 169"/>
                <a:gd name="T17" fmla="*/ 109 h 114"/>
                <a:gd name="T18" fmla="*/ 70 w 169"/>
                <a:gd name="T19" fmla="*/ 113 h 114"/>
                <a:gd name="T20" fmla="*/ 80 w 169"/>
                <a:gd name="T21" fmla="*/ 109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4">
                  <a:moveTo>
                    <a:pt x="80" y="109"/>
                  </a:moveTo>
                  <a:lnTo>
                    <a:pt x="80" y="109"/>
                  </a:lnTo>
                  <a:cubicBezTo>
                    <a:pt x="168" y="21"/>
                    <a:pt x="168" y="21"/>
                    <a:pt x="168" y="21"/>
                  </a:cubicBezTo>
                  <a:cubicBezTo>
                    <a:pt x="147" y="0"/>
                    <a:pt x="147" y="0"/>
                    <a:pt x="147" y="0"/>
                  </a:cubicBezTo>
                  <a:cubicBezTo>
                    <a:pt x="70" y="77"/>
                    <a:pt x="70" y="77"/>
                    <a:pt x="70" y="77"/>
                  </a:cubicBezTo>
                  <a:cubicBezTo>
                    <a:pt x="20" y="29"/>
                    <a:pt x="20" y="29"/>
                    <a:pt x="20" y="29"/>
                  </a:cubicBezTo>
                  <a:cubicBezTo>
                    <a:pt x="0" y="50"/>
                    <a:pt x="0" y="50"/>
                    <a:pt x="0" y="50"/>
                  </a:cubicBezTo>
                  <a:lnTo>
                    <a:pt x="0" y="50"/>
                  </a:lnTo>
                  <a:cubicBezTo>
                    <a:pt x="59" y="109"/>
                    <a:pt x="59" y="109"/>
                    <a:pt x="59" y="109"/>
                  </a:cubicBezTo>
                  <a:cubicBezTo>
                    <a:pt x="62" y="112"/>
                    <a:pt x="66" y="113"/>
                    <a:pt x="70" y="113"/>
                  </a:cubicBezTo>
                  <a:cubicBezTo>
                    <a:pt x="73" y="113"/>
                    <a:pt x="77" y="112"/>
                    <a:pt x="80" y="1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2" name="Freeform 458">
              <a:extLst>
                <a:ext uri="{FF2B5EF4-FFF2-40B4-BE49-F238E27FC236}">
                  <a16:creationId xmlns:a16="http://schemas.microsoft.com/office/drawing/2014/main" id="{6353943B-8F9D-5A8F-F68F-51A710955F29}"/>
                </a:ext>
              </a:extLst>
            </p:cNvPr>
            <p:cNvSpPr>
              <a:spLocks noChangeArrowheads="1"/>
            </p:cNvSpPr>
            <p:nvPr/>
          </p:nvSpPr>
          <p:spPr bwMode="auto">
            <a:xfrm>
              <a:off x="9912350" y="1282700"/>
              <a:ext cx="63500" cy="11113"/>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4"/>
                    <a:pt x="176" y="15"/>
                  </a:cubicBezTo>
                  <a:cubicBezTo>
                    <a:pt x="176" y="7"/>
                    <a:pt x="169" y="0"/>
                    <a:pt x="163" y="0"/>
                  </a:cubicBezTo>
                  <a:cubicBezTo>
                    <a:pt x="15" y="0"/>
                    <a:pt x="15" y="0"/>
                    <a:pt x="15" y="0"/>
                  </a:cubicBezTo>
                  <a:cubicBezTo>
                    <a:pt x="6" y="0"/>
                    <a:pt x="0" y="7"/>
                    <a:pt x="0" y="15"/>
                  </a:cubicBezTo>
                  <a:cubicBezTo>
                    <a:pt x="0" y="24"/>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3" name="Freeform 459">
              <a:extLst>
                <a:ext uri="{FF2B5EF4-FFF2-40B4-BE49-F238E27FC236}">
                  <a16:creationId xmlns:a16="http://schemas.microsoft.com/office/drawing/2014/main" id="{B162008B-D39F-7715-6F2F-412A5F9A1EA7}"/>
                </a:ext>
              </a:extLst>
            </p:cNvPr>
            <p:cNvSpPr>
              <a:spLocks noChangeArrowheads="1"/>
            </p:cNvSpPr>
            <p:nvPr/>
          </p:nvSpPr>
          <p:spPr bwMode="auto">
            <a:xfrm>
              <a:off x="9912350" y="1347788"/>
              <a:ext cx="63500" cy="11112"/>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3"/>
                    <a:pt x="176" y="15"/>
                  </a:cubicBezTo>
                  <a:cubicBezTo>
                    <a:pt x="176" y="7"/>
                    <a:pt x="169" y="0"/>
                    <a:pt x="163" y="0"/>
                  </a:cubicBezTo>
                  <a:cubicBezTo>
                    <a:pt x="15" y="0"/>
                    <a:pt x="15" y="0"/>
                    <a:pt x="15" y="0"/>
                  </a:cubicBezTo>
                  <a:cubicBezTo>
                    <a:pt x="6" y="0"/>
                    <a:pt x="0" y="7"/>
                    <a:pt x="0" y="15"/>
                  </a:cubicBezTo>
                  <a:cubicBezTo>
                    <a:pt x="0" y="23"/>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4" name="Group 556">
            <a:extLst>
              <a:ext uri="{FF2B5EF4-FFF2-40B4-BE49-F238E27FC236}">
                <a16:creationId xmlns:a16="http://schemas.microsoft.com/office/drawing/2014/main" id="{B845856F-7F3E-E623-560A-F1981B8F9039}"/>
              </a:ext>
            </a:extLst>
          </p:cNvPr>
          <p:cNvGrpSpPr/>
          <p:nvPr/>
        </p:nvGrpSpPr>
        <p:grpSpPr>
          <a:xfrm>
            <a:off x="10968558" y="1888753"/>
            <a:ext cx="190500" cy="255588"/>
            <a:chOff x="9812338" y="2190750"/>
            <a:chExt cx="190500" cy="255588"/>
          </a:xfrm>
          <a:solidFill>
            <a:schemeClr val="tx2"/>
          </a:solidFill>
        </p:grpSpPr>
        <p:sp>
          <p:nvSpPr>
            <p:cNvPr id="555" name="Freeform 460">
              <a:extLst>
                <a:ext uri="{FF2B5EF4-FFF2-40B4-BE49-F238E27FC236}">
                  <a16:creationId xmlns:a16="http://schemas.microsoft.com/office/drawing/2014/main" id="{5D5E67ED-A6FB-CE05-60D9-0B5B954ADB1B}"/>
                </a:ext>
              </a:extLst>
            </p:cNvPr>
            <p:cNvSpPr>
              <a:spLocks noChangeArrowheads="1"/>
            </p:cNvSpPr>
            <p:nvPr/>
          </p:nvSpPr>
          <p:spPr bwMode="auto">
            <a:xfrm>
              <a:off x="9812338" y="2190750"/>
              <a:ext cx="190500" cy="255588"/>
            </a:xfrm>
            <a:custGeom>
              <a:avLst/>
              <a:gdLst>
                <a:gd name="T0" fmla="*/ 132 w 531"/>
                <a:gd name="T1" fmla="*/ 708 h 709"/>
                <a:gd name="T2" fmla="*/ 132 w 531"/>
                <a:gd name="T3" fmla="*/ 708 h 709"/>
                <a:gd name="T4" fmla="*/ 515 w 531"/>
                <a:gd name="T5" fmla="*/ 708 h 709"/>
                <a:gd name="T6" fmla="*/ 524 w 531"/>
                <a:gd name="T7" fmla="*/ 703 h 709"/>
                <a:gd name="T8" fmla="*/ 530 w 531"/>
                <a:gd name="T9" fmla="*/ 692 h 709"/>
                <a:gd name="T10" fmla="*/ 530 w 531"/>
                <a:gd name="T11" fmla="*/ 663 h 709"/>
                <a:gd name="T12" fmla="*/ 530 w 531"/>
                <a:gd name="T13" fmla="*/ 74 h 709"/>
                <a:gd name="T14" fmla="*/ 524 w 531"/>
                <a:gd name="T15" fmla="*/ 64 h 709"/>
                <a:gd name="T16" fmla="*/ 515 w 531"/>
                <a:gd name="T17" fmla="*/ 60 h 709"/>
                <a:gd name="T18" fmla="*/ 410 w 531"/>
                <a:gd name="T19" fmla="*/ 60 h 709"/>
                <a:gd name="T20" fmla="*/ 338 w 531"/>
                <a:gd name="T21" fmla="*/ 0 h 709"/>
                <a:gd name="T22" fmla="*/ 190 w 531"/>
                <a:gd name="T23" fmla="*/ 0 h 709"/>
                <a:gd name="T24" fmla="*/ 118 w 531"/>
                <a:gd name="T25" fmla="*/ 60 h 709"/>
                <a:gd name="T26" fmla="*/ 13 w 531"/>
                <a:gd name="T27" fmla="*/ 60 h 709"/>
                <a:gd name="T28" fmla="*/ 4 w 531"/>
                <a:gd name="T29" fmla="*/ 64 h 709"/>
                <a:gd name="T30" fmla="*/ 0 w 531"/>
                <a:gd name="T31" fmla="*/ 74 h 709"/>
                <a:gd name="T32" fmla="*/ 0 w 531"/>
                <a:gd name="T33" fmla="*/ 576 h 709"/>
                <a:gd name="T34" fmla="*/ 0 w 531"/>
                <a:gd name="T35" fmla="*/ 692 h 709"/>
                <a:gd name="T36" fmla="*/ 4 w 531"/>
                <a:gd name="T37" fmla="*/ 703 h 709"/>
                <a:gd name="T38" fmla="*/ 13 w 531"/>
                <a:gd name="T39" fmla="*/ 708 h 709"/>
                <a:gd name="T40" fmla="*/ 132 w 531"/>
                <a:gd name="T41" fmla="*/ 708 h 709"/>
                <a:gd name="T42" fmla="*/ 190 w 531"/>
                <a:gd name="T43" fmla="*/ 29 h 709"/>
                <a:gd name="T44" fmla="*/ 190 w 531"/>
                <a:gd name="T45" fmla="*/ 29 h 709"/>
                <a:gd name="T46" fmla="*/ 338 w 531"/>
                <a:gd name="T47" fmla="*/ 29 h 709"/>
                <a:gd name="T48" fmla="*/ 382 w 531"/>
                <a:gd name="T49" fmla="*/ 74 h 709"/>
                <a:gd name="T50" fmla="*/ 382 w 531"/>
                <a:gd name="T51" fmla="*/ 89 h 709"/>
                <a:gd name="T52" fmla="*/ 146 w 531"/>
                <a:gd name="T53" fmla="*/ 89 h 709"/>
                <a:gd name="T54" fmla="*/ 146 w 531"/>
                <a:gd name="T55" fmla="*/ 74 h 709"/>
                <a:gd name="T56" fmla="*/ 190 w 531"/>
                <a:gd name="T57" fmla="*/ 29 h 709"/>
                <a:gd name="T58" fmla="*/ 29 w 531"/>
                <a:gd name="T59" fmla="*/ 576 h 709"/>
                <a:gd name="T60" fmla="*/ 29 w 531"/>
                <a:gd name="T61" fmla="*/ 576 h 709"/>
                <a:gd name="T62" fmla="*/ 29 w 531"/>
                <a:gd name="T63" fmla="*/ 89 h 709"/>
                <a:gd name="T64" fmla="*/ 117 w 531"/>
                <a:gd name="T65" fmla="*/ 89 h 709"/>
                <a:gd name="T66" fmla="*/ 117 w 531"/>
                <a:gd name="T67" fmla="*/ 104 h 709"/>
                <a:gd name="T68" fmla="*/ 121 w 531"/>
                <a:gd name="T69" fmla="*/ 114 h 709"/>
                <a:gd name="T70" fmla="*/ 132 w 531"/>
                <a:gd name="T71" fmla="*/ 118 h 709"/>
                <a:gd name="T72" fmla="*/ 397 w 531"/>
                <a:gd name="T73" fmla="*/ 118 h 709"/>
                <a:gd name="T74" fmla="*/ 407 w 531"/>
                <a:gd name="T75" fmla="*/ 114 h 709"/>
                <a:gd name="T76" fmla="*/ 411 w 531"/>
                <a:gd name="T77" fmla="*/ 104 h 709"/>
                <a:gd name="T78" fmla="*/ 411 w 531"/>
                <a:gd name="T79" fmla="*/ 89 h 709"/>
                <a:gd name="T80" fmla="*/ 500 w 531"/>
                <a:gd name="T81" fmla="*/ 89 h 709"/>
                <a:gd name="T82" fmla="*/ 500 w 531"/>
                <a:gd name="T83" fmla="*/ 663 h 709"/>
                <a:gd name="T84" fmla="*/ 500 w 531"/>
                <a:gd name="T85" fmla="*/ 679 h 709"/>
                <a:gd name="T86" fmla="*/ 132 w 531"/>
                <a:gd name="T87" fmla="*/ 679 h 709"/>
                <a:gd name="T88" fmla="*/ 29 w 531"/>
                <a:gd name="T89" fmla="*/ 679 h 709"/>
                <a:gd name="T90" fmla="*/ 29 w 531"/>
                <a:gd name="T91" fmla="*/ 57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9">
                  <a:moveTo>
                    <a:pt x="132" y="708"/>
                  </a:moveTo>
                  <a:lnTo>
                    <a:pt x="132" y="708"/>
                  </a:lnTo>
                  <a:cubicBezTo>
                    <a:pt x="515" y="708"/>
                    <a:pt x="515" y="708"/>
                    <a:pt x="515" y="708"/>
                  </a:cubicBezTo>
                  <a:cubicBezTo>
                    <a:pt x="519" y="708"/>
                    <a:pt x="522" y="706"/>
                    <a:pt x="524" y="703"/>
                  </a:cubicBezTo>
                  <a:cubicBezTo>
                    <a:pt x="527" y="701"/>
                    <a:pt x="530" y="697"/>
                    <a:pt x="530" y="692"/>
                  </a:cubicBezTo>
                  <a:cubicBezTo>
                    <a:pt x="530" y="663"/>
                    <a:pt x="530" y="663"/>
                    <a:pt x="530" y="663"/>
                  </a:cubicBezTo>
                  <a:cubicBezTo>
                    <a:pt x="530" y="74"/>
                    <a:pt x="530" y="74"/>
                    <a:pt x="530" y="74"/>
                  </a:cubicBezTo>
                  <a:cubicBezTo>
                    <a:pt x="530" y="71"/>
                    <a:pt x="527" y="67"/>
                    <a:pt x="524" y="64"/>
                  </a:cubicBezTo>
                  <a:cubicBezTo>
                    <a:pt x="522" y="61"/>
                    <a:pt x="519" y="60"/>
                    <a:pt x="515" y="60"/>
                  </a:cubicBezTo>
                  <a:cubicBezTo>
                    <a:pt x="410" y="60"/>
                    <a:pt x="410" y="60"/>
                    <a:pt x="410" y="60"/>
                  </a:cubicBezTo>
                  <a:cubicBezTo>
                    <a:pt x="403" y="25"/>
                    <a:pt x="374" y="0"/>
                    <a:pt x="338" y="0"/>
                  </a:cubicBezTo>
                  <a:cubicBezTo>
                    <a:pt x="190" y="0"/>
                    <a:pt x="190" y="0"/>
                    <a:pt x="190" y="0"/>
                  </a:cubicBezTo>
                  <a:cubicBezTo>
                    <a:pt x="154" y="0"/>
                    <a:pt x="125" y="25"/>
                    <a:pt x="118" y="60"/>
                  </a:cubicBezTo>
                  <a:cubicBezTo>
                    <a:pt x="13" y="60"/>
                    <a:pt x="13" y="60"/>
                    <a:pt x="13" y="60"/>
                  </a:cubicBezTo>
                  <a:cubicBezTo>
                    <a:pt x="9" y="60"/>
                    <a:pt x="6" y="61"/>
                    <a:pt x="4" y="64"/>
                  </a:cubicBezTo>
                  <a:cubicBezTo>
                    <a:pt x="1" y="67"/>
                    <a:pt x="0" y="71"/>
                    <a:pt x="0" y="74"/>
                  </a:cubicBezTo>
                  <a:cubicBezTo>
                    <a:pt x="0" y="576"/>
                    <a:pt x="0" y="576"/>
                    <a:pt x="0" y="576"/>
                  </a:cubicBezTo>
                  <a:cubicBezTo>
                    <a:pt x="0" y="692"/>
                    <a:pt x="0" y="692"/>
                    <a:pt x="0" y="692"/>
                  </a:cubicBezTo>
                  <a:cubicBezTo>
                    <a:pt x="0" y="697"/>
                    <a:pt x="1" y="701"/>
                    <a:pt x="4" y="703"/>
                  </a:cubicBezTo>
                  <a:cubicBezTo>
                    <a:pt x="6" y="706"/>
                    <a:pt x="9" y="708"/>
                    <a:pt x="13" y="708"/>
                  </a:cubicBezTo>
                  <a:lnTo>
                    <a:pt x="132" y="708"/>
                  </a:lnTo>
                  <a:close/>
                  <a:moveTo>
                    <a:pt x="190" y="29"/>
                  </a:moveTo>
                  <a:lnTo>
                    <a:pt x="190" y="29"/>
                  </a:lnTo>
                  <a:cubicBezTo>
                    <a:pt x="338" y="29"/>
                    <a:pt x="338" y="29"/>
                    <a:pt x="338" y="29"/>
                  </a:cubicBezTo>
                  <a:cubicBezTo>
                    <a:pt x="363" y="29"/>
                    <a:pt x="382" y="50"/>
                    <a:pt x="382" y="74"/>
                  </a:cubicBezTo>
                  <a:cubicBezTo>
                    <a:pt x="382" y="89"/>
                    <a:pt x="382" y="89"/>
                    <a:pt x="382" y="89"/>
                  </a:cubicBezTo>
                  <a:cubicBezTo>
                    <a:pt x="146" y="89"/>
                    <a:pt x="146" y="89"/>
                    <a:pt x="146" y="89"/>
                  </a:cubicBezTo>
                  <a:cubicBezTo>
                    <a:pt x="146" y="74"/>
                    <a:pt x="146" y="74"/>
                    <a:pt x="146" y="74"/>
                  </a:cubicBezTo>
                  <a:cubicBezTo>
                    <a:pt x="146" y="50"/>
                    <a:pt x="167" y="29"/>
                    <a:pt x="190" y="29"/>
                  </a:cubicBezTo>
                  <a:close/>
                  <a:moveTo>
                    <a:pt x="29" y="576"/>
                  </a:moveTo>
                  <a:lnTo>
                    <a:pt x="29" y="576"/>
                  </a:lnTo>
                  <a:cubicBezTo>
                    <a:pt x="29" y="89"/>
                    <a:pt x="29" y="89"/>
                    <a:pt x="29" y="89"/>
                  </a:cubicBezTo>
                  <a:cubicBezTo>
                    <a:pt x="117" y="89"/>
                    <a:pt x="117" y="89"/>
                    <a:pt x="117" y="89"/>
                  </a:cubicBezTo>
                  <a:cubicBezTo>
                    <a:pt x="117" y="104"/>
                    <a:pt x="117" y="104"/>
                    <a:pt x="117" y="104"/>
                  </a:cubicBezTo>
                  <a:cubicBezTo>
                    <a:pt x="117" y="108"/>
                    <a:pt x="118" y="111"/>
                    <a:pt x="121" y="114"/>
                  </a:cubicBezTo>
                  <a:cubicBezTo>
                    <a:pt x="124" y="116"/>
                    <a:pt x="128" y="118"/>
                    <a:pt x="132" y="118"/>
                  </a:cubicBezTo>
                  <a:cubicBezTo>
                    <a:pt x="397" y="118"/>
                    <a:pt x="397" y="118"/>
                    <a:pt x="397" y="118"/>
                  </a:cubicBezTo>
                  <a:cubicBezTo>
                    <a:pt x="400" y="118"/>
                    <a:pt x="404" y="116"/>
                    <a:pt x="407" y="114"/>
                  </a:cubicBezTo>
                  <a:cubicBezTo>
                    <a:pt x="410" y="111"/>
                    <a:pt x="411" y="108"/>
                    <a:pt x="411" y="104"/>
                  </a:cubicBezTo>
                  <a:cubicBezTo>
                    <a:pt x="411" y="89"/>
                    <a:pt x="411" y="89"/>
                    <a:pt x="411" y="89"/>
                  </a:cubicBezTo>
                  <a:cubicBezTo>
                    <a:pt x="500" y="89"/>
                    <a:pt x="500" y="89"/>
                    <a:pt x="500" y="89"/>
                  </a:cubicBezTo>
                  <a:cubicBezTo>
                    <a:pt x="500" y="663"/>
                    <a:pt x="500" y="663"/>
                    <a:pt x="500" y="663"/>
                  </a:cubicBezTo>
                  <a:cubicBezTo>
                    <a:pt x="500" y="679"/>
                    <a:pt x="500" y="679"/>
                    <a:pt x="500" y="679"/>
                  </a:cubicBezTo>
                  <a:cubicBezTo>
                    <a:pt x="132" y="679"/>
                    <a:pt x="132" y="679"/>
                    <a:pt x="132" y="679"/>
                  </a:cubicBezTo>
                  <a:cubicBezTo>
                    <a:pt x="29" y="679"/>
                    <a:pt x="29" y="679"/>
                    <a:pt x="29" y="679"/>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6" name="Freeform 461">
              <a:extLst>
                <a:ext uri="{FF2B5EF4-FFF2-40B4-BE49-F238E27FC236}">
                  <a16:creationId xmlns:a16="http://schemas.microsoft.com/office/drawing/2014/main" id="{A43D5EB4-036C-F3A2-C639-AD3A559F30E6}"/>
                </a:ext>
              </a:extLst>
            </p:cNvPr>
            <p:cNvSpPr>
              <a:spLocks noChangeArrowheads="1"/>
            </p:cNvSpPr>
            <p:nvPr/>
          </p:nvSpPr>
          <p:spPr bwMode="auto">
            <a:xfrm>
              <a:off x="9844088" y="2297113"/>
              <a:ext cx="131762" cy="11112"/>
            </a:xfrm>
            <a:custGeom>
              <a:avLst/>
              <a:gdLst>
                <a:gd name="T0" fmla="*/ 14 w 368"/>
                <a:gd name="T1" fmla="*/ 30 h 31"/>
                <a:gd name="T2" fmla="*/ 14 w 368"/>
                <a:gd name="T3" fmla="*/ 30 h 31"/>
                <a:gd name="T4" fmla="*/ 354 w 368"/>
                <a:gd name="T5" fmla="*/ 30 h 31"/>
                <a:gd name="T6" fmla="*/ 367 w 368"/>
                <a:gd name="T7" fmla="*/ 15 h 31"/>
                <a:gd name="T8" fmla="*/ 354 w 368"/>
                <a:gd name="T9" fmla="*/ 0 h 31"/>
                <a:gd name="T10" fmla="*/ 14 w 368"/>
                <a:gd name="T11" fmla="*/ 0 h 31"/>
                <a:gd name="T12" fmla="*/ 0 w 368"/>
                <a:gd name="T13" fmla="*/ 15 h 31"/>
                <a:gd name="T14" fmla="*/ 14 w 368"/>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1">
                  <a:moveTo>
                    <a:pt x="14" y="30"/>
                  </a:moveTo>
                  <a:lnTo>
                    <a:pt x="14" y="30"/>
                  </a:lnTo>
                  <a:cubicBezTo>
                    <a:pt x="354" y="30"/>
                    <a:pt x="354" y="30"/>
                    <a:pt x="354" y="30"/>
                  </a:cubicBezTo>
                  <a:cubicBezTo>
                    <a:pt x="360" y="30"/>
                    <a:pt x="367" y="23"/>
                    <a:pt x="367" y="15"/>
                  </a:cubicBezTo>
                  <a:cubicBezTo>
                    <a:pt x="367" y="7"/>
                    <a:pt x="360" y="0"/>
                    <a:pt x="35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7" name="Freeform 462">
              <a:extLst>
                <a:ext uri="{FF2B5EF4-FFF2-40B4-BE49-F238E27FC236}">
                  <a16:creationId xmlns:a16="http://schemas.microsoft.com/office/drawing/2014/main" id="{B92741AD-982C-D091-0F0C-293CFD4B84FE}"/>
                </a:ext>
              </a:extLst>
            </p:cNvPr>
            <p:cNvSpPr>
              <a:spLocks noChangeArrowheads="1"/>
            </p:cNvSpPr>
            <p:nvPr/>
          </p:nvSpPr>
          <p:spPr bwMode="auto">
            <a:xfrm>
              <a:off x="9844088" y="2344738"/>
              <a:ext cx="131762" cy="11112"/>
            </a:xfrm>
            <a:custGeom>
              <a:avLst/>
              <a:gdLst>
                <a:gd name="T0" fmla="*/ 367 w 368"/>
                <a:gd name="T1" fmla="*/ 15 h 32"/>
                <a:gd name="T2" fmla="*/ 367 w 368"/>
                <a:gd name="T3" fmla="*/ 15 h 32"/>
                <a:gd name="T4" fmla="*/ 354 w 368"/>
                <a:gd name="T5" fmla="*/ 0 h 32"/>
                <a:gd name="T6" fmla="*/ 14 w 368"/>
                <a:gd name="T7" fmla="*/ 0 h 32"/>
                <a:gd name="T8" fmla="*/ 0 w 368"/>
                <a:gd name="T9" fmla="*/ 15 h 32"/>
                <a:gd name="T10" fmla="*/ 14 w 368"/>
                <a:gd name="T11" fmla="*/ 31 h 32"/>
                <a:gd name="T12" fmla="*/ 354 w 368"/>
                <a:gd name="T13" fmla="*/ 31 h 32"/>
                <a:gd name="T14" fmla="*/ 367 w 36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2">
                  <a:moveTo>
                    <a:pt x="367" y="15"/>
                  </a:moveTo>
                  <a:lnTo>
                    <a:pt x="367" y="15"/>
                  </a:lnTo>
                  <a:cubicBezTo>
                    <a:pt x="367" y="7"/>
                    <a:pt x="360" y="0"/>
                    <a:pt x="354" y="0"/>
                  </a:cubicBezTo>
                  <a:cubicBezTo>
                    <a:pt x="14" y="0"/>
                    <a:pt x="14" y="0"/>
                    <a:pt x="14" y="0"/>
                  </a:cubicBezTo>
                  <a:cubicBezTo>
                    <a:pt x="5" y="0"/>
                    <a:pt x="0" y="7"/>
                    <a:pt x="0" y="15"/>
                  </a:cubicBezTo>
                  <a:cubicBezTo>
                    <a:pt x="0" y="24"/>
                    <a:pt x="5" y="31"/>
                    <a:pt x="14" y="31"/>
                  </a:cubicBezTo>
                  <a:cubicBezTo>
                    <a:pt x="354" y="31"/>
                    <a:pt x="354" y="31"/>
                    <a:pt x="354" y="31"/>
                  </a:cubicBezTo>
                  <a:cubicBezTo>
                    <a:pt x="360" y="31"/>
                    <a:pt x="367" y="24"/>
                    <a:pt x="36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8" name="Group 560">
            <a:extLst>
              <a:ext uri="{FF2B5EF4-FFF2-40B4-BE49-F238E27FC236}">
                <a16:creationId xmlns:a16="http://schemas.microsoft.com/office/drawing/2014/main" id="{B0B5BBDF-2C5A-0F7D-071D-04C8D39A7E9B}"/>
              </a:ext>
            </a:extLst>
          </p:cNvPr>
          <p:cNvGrpSpPr/>
          <p:nvPr/>
        </p:nvGrpSpPr>
        <p:grpSpPr>
          <a:xfrm>
            <a:off x="8401570" y="1891928"/>
            <a:ext cx="244475" cy="249238"/>
            <a:chOff x="7245350" y="2222500"/>
            <a:chExt cx="244475" cy="249238"/>
          </a:xfrm>
          <a:solidFill>
            <a:schemeClr val="tx2"/>
          </a:solidFill>
        </p:grpSpPr>
        <p:sp>
          <p:nvSpPr>
            <p:cNvPr id="559" name="Freeform 463">
              <a:extLst>
                <a:ext uri="{FF2B5EF4-FFF2-40B4-BE49-F238E27FC236}">
                  <a16:creationId xmlns:a16="http://schemas.microsoft.com/office/drawing/2014/main" id="{F56E98B3-2A17-95C2-0EA1-7419DE16E340}"/>
                </a:ext>
              </a:extLst>
            </p:cNvPr>
            <p:cNvSpPr>
              <a:spLocks noChangeArrowheads="1"/>
            </p:cNvSpPr>
            <p:nvPr/>
          </p:nvSpPr>
          <p:spPr bwMode="auto">
            <a:xfrm>
              <a:off x="7245350" y="2222500"/>
              <a:ext cx="63500" cy="244475"/>
            </a:xfrm>
            <a:custGeom>
              <a:avLst/>
              <a:gdLst>
                <a:gd name="T0" fmla="*/ 89 w 178"/>
                <a:gd name="T1" fmla="*/ 678 h 679"/>
                <a:gd name="T2" fmla="*/ 89 w 178"/>
                <a:gd name="T3" fmla="*/ 678 h 679"/>
                <a:gd name="T4" fmla="*/ 104 w 178"/>
                <a:gd name="T5" fmla="*/ 663 h 679"/>
                <a:gd name="T6" fmla="*/ 104 w 178"/>
                <a:gd name="T7" fmla="*/ 602 h 679"/>
                <a:gd name="T8" fmla="*/ 177 w 178"/>
                <a:gd name="T9" fmla="*/ 515 h 679"/>
                <a:gd name="T10" fmla="*/ 104 w 178"/>
                <a:gd name="T11" fmla="*/ 428 h 679"/>
                <a:gd name="T12" fmla="*/ 104 w 178"/>
                <a:gd name="T13" fmla="*/ 15 h 679"/>
                <a:gd name="T14" fmla="*/ 89 w 178"/>
                <a:gd name="T15" fmla="*/ 0 h 679"/>
                <a:gd name="T16" fmla="*/ 74 w 178"/>
                <a:gd name="T17" fmla="*/ 15 h 679"/>
                <a:gd name="T18" fmla="*/ 74 w 178"/>
                <a:gd name="T19" fmla="*/ 428 h 679"/>
                <a:gd name="T20" fmla="*/ 0 w 178"/>
                <a:gd name="T21" fmla="*/ 515 h 679"/>
                <a:gd name="T22" fmla="*/ 74 w 178"/>
                <a:gd name="T23" fmla="*/ 602 h 679"/>
                <a:gd name="T24" fmla="*/ 74 w 178"/>
                <a:gd name="T25" fmla="*/ 663 h 679"/>
                <a:gd name="T26" fmla="*/ 89 w 178"/>
                <a:gd name="T27" fmla="*/ 678 h 679"/>
                <a:gd name="T28" fmla="*/ 29 w 178"/>
                <a:gd name="T29" fmla="*/ 515 h 679"/>
                <a:gd name="T30" fmla="*/ 29 w 178"/>
                <a:gd name="T31" fmla="*/ 515 h 679"/>
                <a:gd name="T32" fmla="*/ 47 w 178"/>
                <a:gd name="T33" fmla="*/ 474 h 679"/>
                <a:gd name="T34" fmla="*/ 89 w 178"/>
                <a:gd name="T35" fmla="*/ 457 h 679"/>
                <a:gd name="T36" fmla="*/ 89 w 178"/>
                <a:gd name="T37" fmla="*/ 457 h 679"/>
                <a:gd name="T38" fmla="*/ 89 w 178"/>
                <a:gd name="T39" fmla="*/ 457 h 679"/>
                <a:gd name="T40" fmla="*/ 130 w 178"/>
                <a:gd name="T41" fmla="*/ 474 h 679"/>
                <a:gd name="T42" fmla="*/ 148 w 178"/>
                <a:gd name="T43" fmla="*/ 515 h 679"/>
                <a:gd name="T44" fmla="*/ 130 w 178"/>
                <a:gd name="T45" fmla="*/ 558 h 679"/>
                <a:gd name="T46" fmla="*/ 89 w 178"/>
                <a:gd name="T47" fmla="*/ 574 h 679"/>
                <a:gd name="T48" fmla="*/ 47 w 178"/>
                <a:gd name="T49" fmla="*/ 558 h 679"/>
                <a:gd name="T50" fmla="*/ 29 w 178"/>
                <a:gd name="T51" fmla="*/ 51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8" h="679">
                  <a:moveTo>
                    <a:pt x="89" y="678"/>
                  </a:moveTo>
                  <a:lnTo>
                    <a:pt x="89" y="678"/>
                  </a:lnTo>
                  <a:cubicBezTo>
                    <a:pt x="97" y="678"/>
                    <a:pt x="104" y="671"/>
                    <a:pt x="104" y="663"/>
                  </a:cubicBezTo>
                  <a:cubicBezTo>
                    <a:pt x="104" y="602"/>
                    <a:pt x="104" y="602"/>
                    <a:pt x="104" y="602"/>
                  </a:cubicBezTo>
                  <a:cubicBezTo>
                    <a:pt x="145" y="595"/>
                    <a:pt x="177" y="559"/>
                    <a:pt x="177" y="515"/>
                  </a:cubicBezTo>
                  <a:cubicBezTo>
                    <a:pt x="177" y="472"/>
                    <a:pt x="145" y="435"/>
                    <a:pt x="104" y="428"/>
                  </a:cubicBezTo>
                  <a:cubicBezTo>
                    <a:pt x="104" y="15"/>
                    <a:pt x="104" y="15"/>
                    <a:pt x="104" y="15"/>
                  </a:cubicBezTo>
                  <a:cubicBezTo>
                    <a:pt x="104" y="7"/>
                    <a:pt x="97" y="0"/>
                    <a:pt x="89" y="0"/>
                  </a:cubicBezTo>
                  <a:cubicBezTo>
                    <a:pt x="80" y="0"/>
                    <a:pt x="74" y="7"/>
                    <a:pt x="74" y="15"/>
                  </a:cubicBezTo>
                  <a:cubicBezTo>
                    <a:pt x="74" y="428"/>
                    <a:pt x="74" y="428"/>
                    <a:pt x="74" y="428"/>
                  </a:cubicBezTo>
                  <a:cubicBezTo>
                    <a:pt x="32" y="435"/>
                    <a:pt x="0" y="472"/>
                    <a:pt x="0" y="515"/>
                  </a:cubicBezTo>
                  <a:cubicBezTo>
                    <a:pt x="0" y="559"/>
                    <a:pt x="32" y="595"/>
                    <a:pt x="74" y="602"/>
                  </a:cubicBezTo>
                  <a:cubicBezTo>
                    <a:pt x="74" y="663"/>
                    <a:pt x="74" y="663"/>
                    <a:pt x="74" y="663"/>
                  </a:cubicBezTo>
                  <a:cubicBezTo>
                    <a:pt x="74" y="671"/>
                    <a:pt x="80" y="678"/>
                    <a:pt x="89" y="678"/>
                  </a:cubicBezTo>
                  <a:close/>
                  <a:moveTo>
                    <a:pt x="29" y="515"/>
                  </a:moveTo>
                  <a:lnTo>
                    <a:pt x="29" y="515"/>
                  </a:lnTo>
                  <a:cubicBezTo>
                    <a:pt x="29" y="500"/>
                    <a:pt x="36" y="485"/>
                    <a:pt x="47" y="474"/>
                  </a:cubicBezTo>
                  <a:cubicBezTo>
                    <a:pt x="57" y="463"/>
                    <a:pt x="72" y="457"/>
                    <a:pt x="89" y="457"/>
                  </a:cubicBezTo>
                  <a:lnTo>
                    <a:pt x="89" y="457"/>
                  </a:lnTo>
                  <a:lnTo>
                    <a:pt x="89" y="457"/>
                  </a:lnTo>
                  <a:cubicBezTo>
                    <a:pt x="105" y="457"/>
                    <a:pt x="119" y="463"/>
                    <a:pt x="130" y="474"/>
                  </a:cubicBezTo>
                  <a:cubicBezTo>
                    <a:pt x="141" y="485"/>
                    <a:pt x="148" y="500"/>
                    <a:pt x="148" y="515"/>
                  </a:cubicBezTo>
                  <a:cubicBezTo>
                    <a:pt x="148" y="532"/>
                    <a:pt x="141" y="547"/>
                    <a:pt x="130" y="558"/>
                  </a:cubicBezTo>
                  <a:cubicBezTo>
                    <a:pt x="119" y="567"/>
                    <a:pt x="105" y="574"/>
                    <a:pt x="89" y="574"/>
                  </a:cubicBezTo>
                  <a:cubicBezTo>
                    <a:pt x="72" y="574"/>
                    <a:pt x="57" y="567"/>
                    <a:pt x="47" y="558"/>
                  </a:cubicBezTo>
                  <a:cubicBezTo>
                    <a:pt x="36" y="547"/>
                    <a:pt x="29" y="532"/>
                    <a:pt x="29" y="5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0" name="Freeform 464">
              <a:extLst>
                <a:ext uri="{FF2B5EF4-FFF2-40B4-BE49-F238E27FC236}">
                  <a16:creationId xmlns:a16="http://schemas.microsoft.com/office/drawing/2014/main" id="{9891B108-6B60-431A-97F2-AF2B2CF9F363}"/>
                </a:ext>
              </a:extLst>
            </p:cNvPr>
            <p:cNvSpPr>
              <a:spLocks noChangeArrowheads="1"/>
            </p:cNvSpPr>
            <p:nvPr/>
          </p:nvSpPr>
          <p:spPr bwMode="auto">
            <a:xfrm>
              <a:off x="7340600" y="2222500"/>
              <a:ext cx="63500" cy="244475"/>
            </a:xfrm>
            <a:custGeom>
              <a:avLst/>
              <a:gdLst>
                <a:gd name="T0" fmla="*/ 88 w 177"/>
                <a:gd name="T1" fmla="*/ 678 h 679"/>
                <a:gd name="T2" fmla="*/ 88 w 177"/>
                <a:gd name="T3" fmla="*/ 678 h 679"/>
                <a:gd name="T4" fmla="*/ 103 w 177"/>
                <a:gd name="T5" fmla="*/ 663 h 679"/>
                <a:gd name="T6" fmla="*/ 103 w 177"/>
                <a:gd name="T7" fmla="*/ 279 h 679"/>
                <a:gd name="T8" fmla="*/ 176 w 177"/>
                <a:gd name="T9" fmla="*/ 192 h 679"/>
                <a:gd name="T10" fmla="*/ 103 w 177"/>
                <a:gd name="T11" fmla="*/ 105 h 679"/>
                <a:gd name="T12" fmla="*/ 103 w 177"/>
                <a:gd name="T13" fmla="*/ 15 h 679"/>
                <a:gd name="T14" fmla="*/ 88 w 177"/>
                <a:gd name="T15" fmla="*/ 0 h 679"/>
                <a:gd name="T16" fmla="*/ 73 w 177"/>
                <a:gd name="T17" fmla="*/ 15 h 679"/>
                <a:gd name="T18" fmla="*/ 73 w 177"/>
                <a:gd name="T19" fmla="*/ 105 h 679"/>
                <a:gd name="T20" fmla="*/ 0 w 177"/>
                <a:gd name="T21" fmla="*/ 192 h 679"/>
                <a:gd name="T22" fmla="*/ 73 w 177"/>
                <a:gd name="T23" fmla="*/ 279 h 679"/>
                <a:gd name="T24" fmla="*/ 73 w 177"/>
                <a:gd name="T25" fmla="*/ 663 h 679"/>
                <a:gd name="T26" fmla="*/ 88 w 177"/>
                <a:gd name="T27" fmla="*/ 678 h 679"/>
                <a:gd name="T28" fmla="*/ 29 w 177"/>
                <a:gd name="T29" fmla="*/ 192 h 679"/>
                <a:gd name="T30" fmla="*/ 29 w 177"/>
                <a:gd name="T31" fmla="*/ 192 h 679"/>
                <a:gd name="T32" fmla="*/ 46 w 177"/>
                <a:gd name="T33" fmla="*/ 150 h 679"/>
                <a:gd name="T34" fmla="*/ 88 w 177"/>
                <a:gd name="T35" fmla="*/ 132 h 679"/>
                <a:gd name="T36" fmla="*/ 88 w 177"/>
                <a:gd name="T37" fmla="*/ 132 h 679"/>
                <a:gd name="T38" fmla="*/ 88 w 177"/>
                <a:gd name="T39" fmla="*/ 132 h 679"/>
                <a:gd name="T40" fmla="*/ 129 w 177"/>
                <a:gd name="T41" fmla="*/ 150 h 679"/>
                <a:gd name="T42" fmla="*/ 147 w 177"/>
                <a:gd name="T43" fmla="*/ 192 h 679"/>
                <a:gd name="T44" fmla="*/ 129 w 177"/>
                <a:gd name="T45" fmla="*/ 233 h 679"/>
                <a:gd name="T46" fmla="*/ 88 w 177"/>
                <a:gd name="T47" fmla="*/ 250 h 679"/>
                <a:gd name="T48" fmla="*/ 46 w 177"/>
                <a:gd name="T49" fmla="*/ 233 h 679"/>
                <a:gd name="T50" fmla="*/ 29 w 177"/>
                <a:gd name="T51" fmla="*/ 192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7" h="679">
                  <a:moveTo>
                    <a:pt x="88" y="678"/>
                  </a:moveTo>
                  <a:lnTo>
                    <a:pt x="88" y="678"/>
                  </a:lnTo>
                  <a:cubicBezTo>
                    <a:pt x="96" y="678"/>
                    <a:pt x="103" y="671"/>
                    <a:pt x="103" y="663"/>
                  </a:cubicBezTo>
                  <a:cubicBezTo>
                    <a:pt x="103" y="279"/>
                    <a:pt x="103" y="279"/>
                    <a:pt x="103" y="279"/>
                  </a:cubicBezTo>
                  <a:cubicBezTo>
                    <a:pt x="145" y="272"/>
                    <a:pt x="176" y="235"/>
                    <a:pt x="176" y="192"/>
                  </a:cubicBezTo>
                  <a:cubicBezTo>
                    <a:pt x="176" y="148"/>
                    <a:pt x="145" y="112"/>
                    <a:pt x="103" y="105"/>
                  </a:cubicBezTo>
                  <a:cubicBezTo>
                    <a:pt x="103" y="15"/>
                    <a:pt x="103" y="15"/>
                    <a:pt x="103" y="15"/>
                  </a:cubicBezTo>
                  <a:cubicBezTo>
                    <a:pt x="103" y="7"/>
                    <a:pt x="96" y="0"/>
                    <a:pt x="88" y="0"/>
                  </a:cubicBezTo>
                  <a:cubicBezTo>
                    <a:pt x="80" y="0"/>
                    <a:pt x="73" y="7"/>
                    <a:pt x="73" y="15"/>
                  </a:cubicBezTo>
                  <a:cubicBezTo>
                    <a:pt x="73" y="105"/>
                    <a:pt x="73" y="105"/>
                    <a:pt x="73" y="105"/>
                  </a:cubicBezTo>
                  <a:cubicBezTo>
                    <a:pt x="31" y="112"/>
                    <a:pt x="0" y="148"/>
                    <a:pt x="0" y="192"/>
                  </a:cubicBezTo>
                  <a:cubicBezTo>
                    <a:pt x="0" y="235"/>
                    <a:pt x="31" y="272"/>
                    <a:pt x="73" y="279"/>
                  </a:cubicBezTo>
                  <a:cubicBezTo>
                    <a:pt x="73" y="663"/>
                    <a:pt x="73" y="663"/>
                    <a:pt x="73" y="663"/>
                  </a:cubicBezTo>
                  <a:cubicBezTo>
                    <a:pt x="73" y="671"/>
                    <a:pt x="80" y="678"/>
                    <a:pt x="88" y="678"/>
                  </a:cubicBezTo>
                  <a:close/>
                  <a:moveTo>
                    <a:pt x="29" y="192"/>
                  </a:moveTo>
                  <a:lnTo>
                    <a:pt x="29" y="192"/>
                  </a:lnTo>
                  <a:cubicBezTo>
                    <a:pt x="29" y="175"/>
                    <a:pt x="35" y="160"/>
                    <a:pt x="46" y="150"/>
                  </a:cubicBezTo>
                  <a:cubicBezTo>
                    <a:pt x="56" y="139"/>
                    <a:pt x="71" y="132"/>
                    <a:pt x="88" y="132"/>
                  </a:cubicBezTo>
                  <a:lnTo>
                    <a:pt x="88" y="132"/>
                  </a:lnTo>
                  <a:lnTo>
                    <a:pt x="88" y="132"/>
                  </a:lnTo>
                  <a:cubicBezTo>
                    <a:pt x="104" y="132"/>
                    <a:pt x="118" y="139"/>
                    <a:pt x="129" y="150"/>
                  </a:cubicBezTo>
                  <a:cubicBezTo>
                    <a:pt x="140" y="160"/>
                    <a:pt x="147" y="175"/>
                    <a:pt x="147" y="192"/>
                  </a:cubicBezTo>
                  <a:cubicBezTo>
                    <a:pt x="147" y="208"/>
                    <a:pt x="140" y="222"/>
                    <a:pt x="129" y="233"/>
                  </a:cubicBezTo>
                  <a:cubicBezTo>
                    <a:pt x="118" y="244"/>
                    <a:pt x="104" y="250"/>
                    <a:pt x="88" y="250"/>
                  </a:cubicBezTo>
                  <a:cubicBezTo>
                    <a:pt x="71" y="250"/>
                    <a:pt x="56" y="244"/>
                    <a:pt x="46" y="233"/>
                  </a:cubicBezTo>
                  <a:cubicBezTo>
                    <a:pt x="35" y="222"/>
                    <a:pt x="29" y="208"/>
                    <a:pt x="29"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1" name="Freeform 465">
              <a:extLst>
                <a:ext uri="{FF2B5EF4-FFF2-40B4-BE49-F238E27FC236}">
                  <a16:creationId xmlns:a16="http://schemas.microsoft.com/office/drawing/2014/main" id="{2CC44C50-DF2C-1ED2-8ED3-02295B4886EF}"/>
                </a:ext>
              </a:extLst>
            </p:cNvPr>
            <p:cNvSpPr>
              <a:spLocks noChangeArrowheads="1"/>
            </p:cNvSpPr>
            <p:nvPr/>
          </p:nvSpPr>
          <p:spPr bwMode="auto">
            <a:xfrm>
              <a:off x="7426325" y="2222500"/>
              <a:ext cx="63500" cy="249238"/>
            </a:xfrm>
            <a:custGeom>
              <a:avLst/>
              <a:gdLst>
                <a:gd name="T0" fmla="*/ 88 w 178"/>
                <a:gd name="T1" fmla="*/ 0 h 693"/>
                <a:gd name="T2" fmla="*/ 88 w 178"/>
                <a:gd name="T3" fmla="*/ 0 h 693"/>
                <a:gd name="T4" fmla="*/ 73 w 178"/>
                <a:gd name="T5" fmla="*/ 15 h 693"/>
                <a:gd name="T6" fmla="*/ 73 w 178"/>
                <a:gd name="T7" fmla="*/ 516 h 693"/>
                <a:gd name="T8" fmla="*/ 0 w 178"/>
                <a:gd name="T9" fmla="*/ 603 h 693"/>
                <a:gd name="T10" fmla="*/ 88 w 178"/>
                <a:gd name="T11" fmla="*/ 692 h 693"/>
                <a:gd name="T12" fmla="*/ 177 w 178"/>
                <a:gd name="T13" fmla="*/ 603 h 693"/>
                <a:gd name="T14" fmla="*/ 102 w 178"/>
                <a:gd name="T15" fmla="*/ 516 h 693"/>
                <a:gd name="T16" fmla="*/ 102 w 178"/>
                <a:gd name="T17" fmla="*/ 15 h 693"/>
                <a:gd name="T18" fmla="*/ 88 w 178"/>
                <a:gd name="T19" fmla="*/ 0 h 693"/>
                <a:gd name="T20" fmla="*/ 146 w 178"/>
                <a:gd name="T21" fmla="*/ 603 h 693"/>
                <a:gd name="T22" fmla="*/ 146 w 178"/>
                <a:gd name="T23" fmla="*/ 603 h 693"/>
                <a:gd name="T24" fmla="*/ 130 w 178"/>
                <a:gd name="T25" fmla="*/ 646 h 693"/>
                <a:gd name="T26" fmla="*/ 88 w 178"/>
                <a:gd name="T27" fmla="*/ 663 h 693"/>
                <a:gd name="T28" fmla="*/ 45 w 178"/>
                <a:gd name="T29" fmla="*/ 646 h 693"/>
                <a:gd name="T30" fmla="*/ 29 w 178"/>
                <a:gd name="T31" fmla="*/ 603 h 693"/>
                <a:gd name="T32" fmla="*/ 45 w 178"/>
                <a:gd name="T33" fmla="*/ 562 h 693"/>
                <a:gd name="T34" fmla="*/ 88 w 178"/>
                <a:gd name="T35" fmla="*/ 545 h 693"/>
                <a:gd name="T36" fmla="*/ 88 w 178"/>
                <a:gd name="T37" fmla="*/ 545 h 693"/>
                <a:gd name="T38" fmla="*/ 88 w 178"/>
                <a:gd name="T39" fmla="*/ 545 h 693"/>
                <a:gd name="T40" fmla="*/ 130 w 178"/>
                <a:gd name="T41" fmla="*/ 562 h 693"/>
                <a:gd name="T42" fmla="*/ 146 w 178"/>
                <a:gd name="T43" fmla="*/ 60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78" h="693">
                  <a:moveTo>
                    <a:pt x="88" y="0"/>
                  </a:moveTo>
                  <a:lnTo>
                    <a:pt x="88" y="0"/>
                  </a:lnTo>
                  <a:cubicBezTo>
                    <a:pt x="80" y="0"/>
                    <a:pt x="73" y="7"/>
                    <a:pt x="73" y="15"/>
                  </a:cubicBezTo>
                  <a:cubicBezTo>
                    <a:pt x="73" y="516"/>
                    <a:pt x="73" y="516"/>
                    <a:pt x="73" y="516"/>
                  </a:cubicBezTo>
                  <a:cubicBezTo>
                    <a:pt x="31" y="523"/>
                    <a:pt x="0" y="561"/>
                    <a:pt x="0" y="603"/>
                  </a:cubicBezTo>
                  <a:cubicBezTo>
                    <a:pt x="0" y="653"/>
                    <a:pt x="38" y="692"/>
                    <a:pt x="88" y="692"/>
                  </a:cubicBezTo>
                  <a:cubicBezTo>
                    <a:pt x="136" y="692"/>
                    <a:pt x="177" y="653"/>
                    <a:pt x="177" y="603"/>
                  </a:cubicBezTo>
                  <a:cubicBezTo>
                    <a:pt x="177" y="561"/>
                    <a:pt x="143" y="523"/>
                    <a:pt x="102" y="516"/>
                  </a:cubicBezTo>
                  <a:cubicBezTo>
                    <a:pt x="102" y="15"/>
                    <a:pt x="102" y="15"/>
                    <a:pt x="102" y="15"/>
                  </a:cubicBezTo>
                  <a:cubicBezTo>
                    <a:pt x="102" y="7"/>
                    <a:pt x="95" y="0"/>
                    <a:pt x="88" y="0"/>
                  </a:cubicBezTo>
                  <a:close/>
                  <a:moveTo>
                    <a:pt x="146" y="603"/>
                  </a:moveTo>
                  <a:lnTo>
                    <a:pt x="146" y="603"/>
                  </a:lnTo>
                  <a:cubicBezTo>
                    <a:pt x="146" y="620"/>
                    <a:pt x="139" y="635"/>
                    <a:pt x="130" y="646"/>
                  </a:cubicBezTo>
                  <a:cubicBezTo>
                    <a:pt x="118" y="656"/>
                    <a:pt x="103" y="663"/>
                    <a:pt x="88" y="663"/>
                  </a:cubicBezTo>
                  <a:cubicBezTo>
                    <a:pt x="72" y="663"/>
                    <a:pt x="56" y="656"/>
                    <a:pt x="45" y="646"/>
                  </a:cubicBezTo>
                  <a:cubicBezTo>
                    <a:pt x="36" y="635"/>
                    <a:pt x="29" y="620"/>
                    <a:pt x="29" y="603"/>
                  </a:cubicBezTo>
                  <a:cubicBezTo>
                    <a:pt x="29" y="588"/>
                    <a:pt x="36" y="573"/>
                    <a:pt x="45" y="562"/>
                  </a:cubicBezTo>
                  <a:cubicBezTo>
                    <a:pt x="56" y="551"/>
                    <a:pt x="72" y="545"/>
                    <a:pt x="88" y="545"/>
                  </a:cubicBezTo>
                  <a:lnTo>
                    <a:pt x="88" y="545"/>
                  </a:lnTo>
                  <a:lnTo>
                    <a:pt x="88" y="545"/>
                  </a:lnTo>
                  <a:cubicBezTo>
                    <a:pt x="103" y="545"/>
                    <a:pt x="118" y="551"/>
                    <a:pt x="130" y="562"/>
                  </a:cubicBezTo>
                  <a:cubicBezTo>
                    <a:pt x="139" y="573"/>
                    <a:pt x="146" y="588"/>
                    <a:pt x="146" y="6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62" name="Freeform 466">
            <a:extLst>
              <a:ext uri="{FF2B5EF4-FFF2-40B4-BE49-F238E27FC236}">
                <a16:creationId xmlns:a16="http://schemas.microsoft.com/office/drawing/2014/main" id="{A53803D5-B26E-4999-4181-E8E4D2964056}"/>
              </a:ext>
            </a:extLst>
          </p:cNvPr>
          <p:cNvSpPr>
            <a:spLocks noChangeArrowheads="1"/>
          </p:cNvSpPr>
          <p:nvPr/>
        </p:nvSpPr>
        <p:spPr bwMode="auto">
          <a:xfrm>
            <a:off x="6977583" y="5198691"/>
            <a:ext cx="255587" cy="255587"/>
          </a:xfrm>
          <a:custGeom>
            <a:avLst/>
            <a:gdLst>
              <a:gd name="T0" fmla="*/ 585 w 708"/>
              <a:gd name="T1" fmla="*/ 7 h 711"/>
              <a:gd name="T2" fmla="*/ 585 w 708"/>
              <a:gd name="T3" fmla="*/ 7 h 711"/>
              <a:gd name="T4" fmla="*/ 564 w 708"/>
              <a:gd name="T5" fmla="*/ 7 h 711"/>
              <a:gd name="T6" fmla="*/ 63 w 708"/>
              <a:gd name="T7" fmla="*/ 507 h 711"/>
              <a:gd name="T8" fmla="*/ 63 w 708"/>
              <a:gd name="T9" fmla="*/ 508 h 711"/>
              <a:gd name="T10" fmla="*/ 60 w 708"/>
              <a:gd name="T11" fmla="*/ 511 h 711"/>
              <a:gd name="T12" fmla="*/ 60 w 708"/>
              <a:gd name="T13" fmla="*/ 512 h 711"/>
              <a:gd name="T14" fmla="*/ 60 w 708"/>
              <a:gd name="T15" fmla="*/ 512 h 711"/>
              <a:gd name="T16" fmla="*/ 1 w 708"/>
              <a:gd name="T17" fmla="*/ 689 h 711"/>
              <a:gd name="T18" fmla="*/ 5 w 708"/>
              <a:gd name="T19" fmla="*/ 704 h 711"/>
              <a:gd name="T20" fmla="*/ 19 w 708"/>
              <a:gd name="T21" fmla="*/ 709 h 711"/>
              <a:gd name="T22" fmla="*/ 196 w 708"/>
              <a:gd name="T23" fmla="*/ 649 h 711"/>
              <a:gd name="T24" fmla="*/ 197 w 708"/>
              <a:gd name="T25" fmla="*/ 649 h 711"/>
              <a:gd name="T26" fmla="*/ 198 w 708"/>
              <a:gd name="T27" fmla="*/ 649 h 711"/>
              <a:gd name="T28" fmla="*/ 201 w 708"/>
              <a:gd name="T29" fmla="*/ 646 h 711"/>
              <a:gd name="T30" fmla="*/ 203 w 708"/>
              <a:gd name="T31" fmla="*/ 646 h 711"/>
              <a:gd name="T32" fmla="*/ 703 w 708"/>
              <a:gd name="T33" fmla="*/ 145 h 711"/>
              <a:gd name="T34" fmla="*/ 707 w 708"/>
              <a:gd name="T35" fmla="*/ 134 h 711"/>
              <a:gd name="T36" fmla="*/ 703 w 708"/>
              <a:gd name="T37" fmla="*/ 124 h 711"/>
              <a:gd name="T38" fmla="*/ 585 w 708"/>
              <a:gd name="T39" fmla="*/ 7 h 711"/>
              <a:gd name="T40" fmla="*/ 486 w 708"/>
              <a:gd name="T41" fmla="*/ 126 h 711"/>
              <a:gd name="T42" fmla="*/ 486 w 708"/>
              <a:gd name="T43" fmla="*/ 126 h 711"/>
              <a:gd name="T44" fmla="*/ 584 w 708"/>
              <a:gd name="T45" fmla="*/ 222 h 711"/>
              <a:gd name="T46" fmla="*/ 192 w 708"/>
              <a:gd name="T47" fmla="*/ 615 h 711"/>
              <a:gd name="T48" fmla="*/ 95 w 708"/>
              <a:gd name="T49" fmla="*/ 518 h 711"/>
              <a:gd name="T50" fmla="*/ 486 w 708"/>
              <a:gd name="T51" fmla="*/ 126 h 711"/>
              <a:gd name="T52" fmla="*/ 80 w 708"/>
              <a:gd name="T53" fmla="*/ 544 h 711"/>
              <a:gd name="T54" fmla="*/ 80 w 708"/>
              <a:gd name="T55" fmla="*/ 544 h 711"/>
              <a:gd name="T56" fmla="*/ 164 w 708"/>
              <a:gd name="T57" fmla="*/ 628 h 711"/>
              <a:gd name="T58" fmla="*/ 38 w 708"/>
              <a:gd name="T59" fmla="*/ 671 h 711"/>
              <a:gd name="T60" fmla="*/ 80 w 708"/>
              <a:gd name="T61" fmla="*/ 544 h 711"/>
              <a:gd name="T62" fmla="*/ 604 w 708"/>
              <a:gd name="T63" fmla="*/ 202 h 711"/>
              <a:gd name="T64" fmla="*/ 604 w 708"/>
              <a:gd name="T65" fmla="*/ 202 h 711"/>
              <a:gd name="T66" fmla="*/ 508 w 708"/>
              <a:gd name="T67" fmla="*/ 105 h 711"/>
              <a:gd name="T68" fmla="*/ 574 w 708"/>
              <a:gd name="T69" fmla="*/ 37 h 711"/>
              <a:gd name="T70" fmla="*/ 672 w 708"/>
              <a:gd name="T71" fmla="*/ 134 h 711"/>
              <a:gd name="T72" fmla="*/ 604 w 708"/>
              <a:gd name="T73" fmla="*/ 202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711">
                <a:moveTo>
                  <a:pt x="585" y="7"/>
                </a:moveTo>
                <a:lnTo>
                  <a:pt x="585" y="7"/>
                </a:lnTo>
                <a:cubicBezTo>
                  <a:pt x="580" y="0"/>
                  <a:pt x="570" y="0"/>
                  <a:pt x="564" y="7"/>
                </a:cubicBezTo>
                <a:cubicBezTo>
                  <a:pt x="63" y="507"/>
                  <a:pt x="63" y="507"/>
                  <a:pt x="63" y="507"/>
                </a:cubicBezTo>
                <a:cubicBezTo>
                  <a:pt x="63" y="507"/>
                  <a:pt x="63" y="507"/>
                  <a:pt x="63" y="508"/>
                </a:cubicBezTo>
                <a:cubicBezTo>
                  <a:pt x="62" y="508"/>
                  <a:pt x="62" y="510"/>
                  <a:pt x="60" y="511"/>
                </a:cubicBezTo>
                <a:cubicBezTo>
                  <a:pt x="60" y="512"/>
                  <a:pt x="60" y="512"/>
                  <a:pt x="60" y="512"/>
                </a:cubicBezTo>
                <a:lnTo>
                  <a:pt x="60" y="512"/>
                </a:lnTo>
                <a:cubicBezTo>
                  <a:pt x="1" y="689"/>
                  <a:pt x="1" y="689"/>
                  <a:pt x="1" y="689"/>
                </a:cubicBezTo>
                <a:cubicBezTo>
                  <a:pt x="0" y="695"/>
                  <a:pt x="1" y="700"/>
                  <a:pt x="5" y="704"/>
                </a:cubicBezTo>
                <a:cubicBezTo>
                  <a:pt x="8" y="709"/>
                  <a:pt x="15" y="710"/>
                  <a:pt x="19" y="709"/>
                </a:cubicBezTo>
                <a:cubicBezTo>
                  <a:pt x="196" y="649"/>
                  <a:pt x="196" y="649"/>
                  <a:pt x="196" y="649"/>
                </a:cubicBezTo>
                <a:cubicBezTo>
                  <a:pt x="197" y="649"/>
                  <a:pt x="197" y="649"/>
                  <a:pt x="197" y="649"/>
                </a:cubicBezTo>
                <a:cubicBezTo>
                  <a:pt x="197" y="649"/>
                  <a:pt x="197" y="649"/>
                  <a:pt x="198" y="649"/>
                </a:cubicBezTo>
                <a:cubicBezTo>
                  <a:pt x="200" y="648"/>
                  <a:pt x="201" y="648"/>
                  <a:pt x="201" y="646"/>
                </a:cubicBezTo>
                <a:lnTo>
                  <a:pt x="203" y="646"/>
                </a:lnTo>
                <a:cubicBezTo>
                  <a:pt x="703" y="145"/>
                  <a:pt x="703" y="145"/>
                  <a:pt x="703" y="145"/>
                </a:cubicBezTo>
                <a:cubicBezTo>
                  <a:pt x="705" y="142"/>
                  <a:pt x="707" y="138"/>
                  <a:pt x="707" y="134"/>
                </a:cubicBezTo>
                <a:cubicBezTo>
                  <a:pt x="707" y="131"/>
                  <a:pt x="705" y="127"/>
                  <a:pt x="703" y="124"/>
                </a:cubicBezTo>
                <a:lnTo>
                  <a:pt x="585" y="7"/>
                </a:lnTo>
                <a:close/>
                <a:moveTo>
                  <a:pt x="486" y="126"/>
                </a:moveTo>
                <a:lnTo>
                  <a:pt x="486" y="126"/>
                </a:lnTo>
                <a:cubicBezTo>
                  <a:pt x="584" y="222"/>
                  <a:pt x="584" y="222"/>
                  <a:pt x="584" y="222"/>
                </a:cubicBezTo>
                <a:cubicBezTo>
                  <a:pt x="192" y="615"/>
                  <a:pt x="192" y="615"/>
                  <a:pt x="192" y="615"/>
                </a:cubicBezTo>
                <a:cubicBezTo>
                  <a:pt x="95" y="518"/>
                  <a:pt x="95" y="518"/>
                  <a:pt x="95" y="518"/>
                </a:cubicBezTo>
                <a:lnTo>
                  <a:pt x="486" y="126"/>
                </a:lnTo>
                <a:close/>
                <a:moveTo>
                  <a:pt x="80" y="544"/>
                </a:moveTo>
                <a:lnTo>
                  <a:pt x="80" y="544"/>
                </a:lnTo>
                <a:cubicBezTo>
                  <a:pt x="164" y="628"/>
                  <a:pt x="164" y="628"/>
                  <a:pt x="164" y="628"/>
                </a:cubicBezTo>
                <a:cubicBezTo>
                  <a:pt x="38" y="671"/>
                  <a:pt x="38" y="671"/>
                  <a:pt x="38" y="671"/>
                </a:cubicBezTo>
                <a:lnTo>
                  <a:pt x="80" y="544"/>
                </a:lnTo>
                <a:close/>
                <a:moveTo>
                  <a:pt x="604" y="202"/>
                </a:moveTo>
                <a:lnTo>
                  <a:pt x="604" y="202"/>
                </a:lnTo>
                <a:cubicBezTo>
                  <a:pt x="508" y="105"/>
                  <a:pt x="508" y="105"/>
                  <a:pt x="508" y="105"/>
                </a:cubicBezTo>
                <a:cubicBezTo>
                  <a:pt x="574" y="37"/>
                  <a:pt x="574" y="37"/>
                  <a:pt x="574" y="37"/>
                </a:cubicBezTo>
                <a:cubicBezTo>
                  <a:pt x="672" y="134"/>
                  <a:pt x="672" y="134"/>
                  <a:pt x="672" y="134"/>
                </a:cubicBezTo>
                <a:lnTo>
                  <a:pt x="604" y="202"/>
                </a:lnTo>
                <a:close/>
              </a:path>
            </a:pathLst>
          </a:custGeom>
          <a:solidFill>
            <a:schemeClr val="tx2"/>
          </a:solidFill>
          <a:ln>
            <a:noFill/>
          </a:ln>
          <a:effectLst/>
        </p:spPr>
        <p:txBody>
          <a:bodyPr wrap="none" anchor="ctr"/>
          <a:lstStyle/>
          <a:p>
            <a:endParaRPr lang="da-DK">
              <a:solidFill>
                <a:schemeClr val="tx2"/>
              </a:solidFill>
            </a:endParaRPr>
          </a:p>
        </p:txBody>
      </p:sp>
      <p:sp>
        <p:nvSpPr>
          <p:cNvPr id="563" name="Freeform 467">
            <a:extLst>
              <a:ext uri="{FF2B5EF4-FFF2-40B4-BE49-F238E27FC236}">
                <a16:creationId xmlns:a16="http://schemas.microsoft.com/office/drawing/2014/main" id="{EBAA7CF4-8F23-8D6A-CE82-DE0F543BA152}"/>
              </a:ext>
            </a:extLst>
          </p:cNvPr>
          <p:cNvSpPr>
            <a:spLocks noChangeArrowheads="1"/>
          </p:cNvSpPr>
          <p:nvPr/>
        </p:nvSpPr>
        <p:spPr bwMode="auto">
          <a:xfrm>
            <a:off x="5358333" y="5200278"/>
            <a:ext cx="255587" cy="252413"/>
          </a:xfrm>
          <a:custGeom>
            <a:avLst/>
            <a:gdLst>
              <a:gd name="T0" fmla="*/ 250 w 708"/>
              <a:gd name="T1" fmla="*/ 700 h 701"/>
              <a:gd name="T2" fmla="*/ 250 w 708"/>
              <a:gd name="T3" fmla="*/ 700 h 701"/>
              <a:gd name="T4" fmla="*/ 272 w 708"/>
              <a:gd name="T5" fmla="*/ 694 h 701"/>
              <a:gd name="T6" fmla="*/ 451 w 708"/>
              <a:gd name="T7" fmla="*/ 592 h 701"/>
              <a:gd name="T8" fmla="*/ 459 w 708"/>
              <a:gd name="T9" fmla="*/ 591 h 701"/>
              <a:gd name="T10" fmla="*/ 466 w 708"/>
              <a:gd name="T11" fmla="*/ 592 h 701"/>
              <a:gd name="T12" fmla="*/ 644 w 708"/>
              <a:gd name="T13" fmla="*/ 682 h 701"/>
              <a:gd name="T14" fmla="*/ 663 w 708"/>
              <a:gd name="T15" fmla="*/ 686 h 701"/>
              <a:gd name="T16" fmla="*/ 695 w 708"/>
              <a:gd name="T17" fmla="*/ 674 h 701"/>
              <a:gd name="T18" fmla="*/ 707 w 708"/>
              <a:gd name="T19" fmla="*/ 642 h 701"/>
              <a:gd name="T20" fmla="*/ 707 w 708"/>
              <a:gd name="T21" fmla="*/ 121 h 701"/>
              <a:gd name="T22" fmla="*/ 680 w 708"/>
              <a:gd name="T23" fmla="*/ 80 h 701"/>
              <a:gd name="T24" fmla="*/ 474 w 708"/>
              <a:gd name="T25" fmla="*/ 2 h 701"/>
              <a:gd name="T26" fmla="*/ 459 w 708"/>
              <a:gd name="T27" fmla="*/ 0 h 701"/>
              <a:gd name="T28" fmla="*/ 441 w 708"/>
              <a:gd name="T29" fmla="*/ 2 h 701"/>
              <a:gd name="T30" fmla="*/ 256 w 708"/>
              <a:gd name="T31" fmla="*/ 83 h 701"/>
              <a:gd name="T32" fmla="*/ 250 w 708"/>
              <a:gd name="T33" fmla="*/ 84 h 701"/>
              <a:gd name="T34" fmla="*/ 245 w 708"/>
              <a:gd name="T35" fmla="*/ 83 h 701"/>
              <a:gd name="T36" fmla="*/ 61 w 708"/>
              <a:gd name="T37" fmla="*/ 13 h 701"/>
              <a:gd name="T38" fmla="*/ 44 w 708"/>
              <a:gd name="T39" fmla="*/ 11 h 701"/>
              <a:gd name="T40" fmla="*/ 14 w 708"/>
              <a:gd name="T41" fmla="*/ 23 h 701"/>
              <a:gd name="T42" fmla="*/ 0 w 708"/>
              <a:gd name="T43" fmla="*/ 55 h 701"/>
              <a:gd name="T44" fmla="*/ 0 w 708"/>
              <a:gd name="T45" fmla="*/ 553 h 701"/>
              <a:gd name="T46" fmla="*/ 25 w 708"/>
              <a:gd name="T47" fmla="*/ 594 h 701"/>
              <a:gd name="T48" fmla="*/ 231 w 708"/>
              <a:gd name="T49" fmla="*/ 696 h 701"/>
              <a:gd name="T50" fmla="*/ 250 w 708"/>
              <a:gd name="T51" fmla="*/ 700 h 701"/>
              <a:gd name="T52" fmla="*/ 669 w 708"/>
              <a:gd name="T53" fmla="*/ 107 h 701"/>
              <a:gd name="T54" fmla="*/ 669 w 708"/>
              <a:gd name="T55" fmla="*/ 107 h 701"/>
              <a:gd name="T56" fmla="*/ 678 w 708"/>
              <a:gd name="T57" fmla="*/ 121 h 701"/>
              <a:gd name="T58" fmla="*/ 678 w 708"/>
              <a:gd name="T59" fmla="*/ 642 h 701"/>
              <a:gd name="T60" fmla="*/ 674 w 708"/>
              <a:gd name="T61" fmla="*/ 653 h 701"/>
              <a:gd name="T62" fmla="*/ 663 w 708"/>
              <a:gd name="T63" fmla="*/ 657 h 701"/>
              <a:gd name="T64" fmla="*/ 658 w 708"/>
              <a:gd name="T65" fmla="*/ 656 h 701"/>
              <a:gd name="T66" fmla="*/ 478 w 708"/>
              <a:gd name="T67" fmla="*/ 566 h 701"/>
              <a:gd name="T68" fmla="*/ 473 w 708"/>
              <a:gd name="T69" fmla="*/ 563 h 701"/>
              <a:gd name="T70" fmla="*/ 473 w 708"/>
              <a:gd name="T71" fmla="*/ 33 h 701"/>
              <a:gd name="T72" fmla="*/ 669 w 708"/>
              <a:gd name="T73" fmla="*/ 107 h 701"/>
              <a:gd name="T74" fmla="*/ 442 w 708"/>
              <a:gd name="T75" fmla="*/ 34 h 701"/>
              <a:gd name="T76" fmla="*/ 442 w 708"/>
              <a:gd name="T77" fmla="*/ 34 h 701"/>
              <a:gd name="T78" fmla="*/ 442 w 708"/>
              <a:gd name="T79" fmla="*/ 565 h 701"/>
              <a:gd name="T80" fmla="*/ 437 w 708"/>
              <a:gd name="T81" fmla="*/ 567 h 701"/>
              <a:gd name="T82" fmla="*/ 265 w 708"/>
              <a:gd name="T83" fmla="*/ 664 h 701"/>
              <a:gd name="T84" fmla="*/ 265 w 708"/>
              <a:gd name="T85" fmla="*/ 110 h 701"/>
              <a:gd name="T86" fmla="*/ 268 w 708"/>
              <a:gd name="T87" fmla="*/ 109 h 701"/>
              <a:gd name="T88" fmla="*/ 442 w 708"/>
              <a:gd name="T89" fmla="*/ 34 h 701"/>
              <a:gd name="T90" fmla="*/ 31 w 708"/>
              <a:gd name="T91" fmla="*/ 553 h 701"/>
              <a:gd name="T92" fmla="*/ 31 w 708"/>
              <a:gd name="T93" fmla="*/ 553 h 701"/>
              <a:gd name="T94" fmla="*/ 31 w 708"/>
              <a:gd name="T95" fmla="*/ 55 h 701"/>
              <a:gd name="T96" fmla="*/ 35 w 708"/>
              <a:gd name="T97" fmla="*/ 44 h 701"/>
              <a:gd name="T98" fmla="*/ 44 w 708"/>
              <a:gd name="T99" fmla="*/ 40 h 701"/>
              <a:gd name="T100" fmla="*/ 50 w 708"/>
              <a:gd name="T101" fmla="*/ 41 h 701"/>
              <a:gd name="T102" fmla="*/ 235 w 708"/>
              <a:gd name="T103" fmla="*/ 110 h 701"/>
              <a:gd name="T104" fmla="*/ 236 w 708"/>
              <a:gd name="T105" fmla="*/ 110 h 701"/>
              <a:gd name="T106" fmla="*/ 236 w 708"/>
              <a:gd name="T107" fmla="*/ 665 h 701"/>
              <a:gd name="T108" fmla="*/ 39 w 708"/>
              <a:gd name="T109" fmla="*/ 567 h 701"/>
              <a:gd name="T110" fmla="*/ 31 w 708"/>
              <a:gd name="T111" fmla="*/ 553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8" h="701">
                <a:moveTo>
                  <a:pt x="250" y="700"/>
                </a:moveTo>
                <a:lnTo>
                  <a:pt x="250" y="700"/>
                </a:lnTo>
                <a:cubicBezTo>
                  <a:pt x="259" y="700"/>
                  <a:pt x="265" y="699"/>
                  <a:pt x="272" y="694"/>
                </a:cubicBezTo>
                <a:cubicBezTo>
                  <a:pt x="451" y="592"/>
                  <a:pt x="451" y="592"/>
                  <a:pt x="451" y="592"/>
                </a:cubicBezTo>
                <a:cubicBezTo>
                  <a:pt x="453" y="591"/>
                  <a:pt x="456" y="591"/>
                  <a:pt x="459" y="591"/>
                </a:cubicBezTo>
                <a:cubicBezTo>
                  <a:pt x="460" y="591"/>
                  <a:pt x="463" y="591"/>
                  <a:pt x="466" y="592"/>
                </a:cubicBezTo>
                <a:cubicBezTo>
                  <a:pt x="644" y="682"/>
                  <a:pt x="644" y="682"/>
                  <a:pt x="644" y="682"/>
                </a:cubicBezTo>
                <a:cubicBezTo>
                  <a:pt x="651" y="685"/>
                  <a:pt x="658" y="686"/>
                  <a:pt x="663" y="686"/>
                </a:cubicBezTo>
                <a:cubicBezTo>
                  <a:pt x="676" y="686"/>
                  <a:pt x="687" y="682"/>
                  <a:pt x="695" y="674"/>
                </a:cubicBezTo>
                <a:cubicBezTo>
                  <a:pt x="703" y="665"/>
                  <a:pt x="707" y="654"/>
                  <a:pt x="707" y="642"/>
                </a:cubicBezTo>
                <a:cubicBezTo>
                  <a:pt x="707" y="121"/>
                  <a:pt x="707" y="121"/>
                  <a:pt x="707" y="121"/>
                </a:cubicBezTo>
                <a:cubicBezTo>
                  <a:pt x="707" y="102"/>
                  <a:pt x="696" y="85"/>
                  <a:pt x="680" y="80"/>
                </a:cubicBezTo>
                <a:cubicBezTo>
                  <a:pt x="474" y="2"/>
                  <a:pt x="474" y="2"/>
                  <a:pt x="474" y="2"/>
                </a:cubicBezTo>
                <a:cubicBezTo>
                  <a:pt x="469" y="1"/>
                  <a:pt x="463" y="0"/>
                  <a:pt x="459" y="0"/>
                </a:cubicBezTo>
                <a:cubicBezTo>
                  <a:pt x="452" y="0"/>
                  <a:pt x="446" y="1"/>
                  <a:pt x="441" y="2"/>
                </a:cubicBezTo>
                <a:cubicBezTo>
                  <a:pt x="256" y="83"/>
                  <a:pt x="256" y="83"/>
                  <a:pt x="256" y="83"/>
                </a:cubicBezTo>
                <a:cubicBezTo>
                  <a:pt x="254" y="83"/>
                  <a:pt x="253" y="84"/>
                  <a:pt x="250" y="84"/>
                </a:cubicBezTo>
                <a:cubicBezTo>
                  <a:pt x="249" y="84"/>
                  <a:pt x="248" y="83"/>
                  <a:pt x="245" y="83"/>
                </a:cubicBezTo>
                <a:cubicBezTo>
                  <a:pt x="61" y="13"/>
                  <a:pt x="61" y="13"/>
                  <a:pt x="61" y="13"/>
                </a:cubicBezTo>
                <a:cubicBezTo>
                  <a:pt x="56" y="11"/>
                  <a:pt x="50" y="11"/>
                  <a:pt x="44" y="11"/>
                </a:cubicBezTo>
                <a:cubicBezTo>
                  <a:pt x="33" y="11"/>
                  <a:pt x="22" y="15"/>
                  <a:pt x="14" y="23"/>
                </a:cubicBezTo>
                <a:cubicBezTo>
                  <a:pt x="6" y="30"/>
                  <a:pt x="0" y="42"/>
                  <a:pt x="0" y="55"/>
                </a:cubicBezTo>
                <a:cubicBezTo>
                  <a:pt x="0" y="553"/>
                  <a:pt x="0" y="553"/>
                  <a:pt x="0" y="553"/>
                </a:cubicBezTo>
                <a:cubicBezTo>
                  <a:pt x="0" y="570"/>
                  <a:pt x="10" y="585"/>
                  <a:pt x="25" y="594"/>
                </a:cubicBezTo>
                <a:cubicBezTo>
                  <a:pt x="231" y="696"/>
                  <a:pt x="231" y="696"/>
                  <a:pt x="231" y="696"/>
                </a:cubicBezTo>
                <a:cubicBezTo>
                  <a:pt x="236" y="699"/>
                  <a:pt x="243" y="700"/>
                  <a:pt x="250" y="700"/>
                </a:cubicBezTo>
                <a:close/>
                <a:moveTo>
                  <a:pt x="669" y="107"/>
                </a:moveTo>
                <a:lnTo>
                  <a:pt x="669" y="107"/>
                </a:lnTo>
                <a:cubicBezTo>
                  <a:pt x="674" y="109"/>
                  <a:pt x="678" y="114"/>
                  <a:pt x="678" y="121"/>
                </a:cubicBezTo>
                <a:cubicBezTo>
                  <a:pt x="678" y="642"/>
                  <a:pt x="678" y="642"/>
                  <a:pt x="678" y="642"/>
                </a:cubicBezTo>
                <a:cubicBezTo>
                  <a:pt x="678" y="646"/>
                  <a:pt x="677" y="650"/>
                  <a:pt x="674" y="653"/>
                </a:cubicBezTo>
                <a:cubicBezTo>
                  <a:pt x="672" y="656"/>
                  <a:pt x="667" y="657"/>
                  <a:pt x="663" y="657"/>
                </a:cubicBezTo>
                <a:cubicBezTo>
                  <a:pt x="662" y="657"/>
                  <a:pt x="659" y="656"/>
                  <a:pt x="658" y="656"/>
                </a:cubicBezTo>
                <a:cubicBezTo>
                  <a:pt x="478" y="566"/>
                  <a:pt x="478" y="566"/>
                  <a:pt x="478" y="566"/>
                </a:cubicBezTo>
                <a:cubicBezTo>
                  <a:pt x="477" y="565"/>
                  <a:pt x="474" y="565"/>
                  <a:pt x="473" y="563"/>
                </a:cubicBezTo>
                <a:cubicBezTo>
                  <a:pt x="473" y="33"/>
                  <a:pt x="473" y="33"/>
                  <a:pt x="473" y="33"/>
                </a:cubicBezTo>
                <a:lnTo>
                  <a:pt x="669" y="107"/>
                </a:lnTo>
                <a:close/>
                <a:moveTo>
                  <a:pt x="442" y="34"/>
                </a:moveTo>
                <a:lnTo>
                  <a:pt x="442" y="34"/>
                </a:lnTo>
                <a:cubicBezTo>
                  <a:pt x="442" y="565"/>
                  <a:pt x="442" y="565"/>
                  <a:pt x="442" y="565"/>
                </a:cubicBezTo>
                <a:cubicBezTo>
                  <a:pt x="441" y="565"/>
                  <a:pt x="438" y="566"/>
                  <a:pt x="437" y="567"/>
                </a:cubicBezTo>
                <a:cubicBezTo>
                  <a:pt x="265" y="664"/>
                  <a:pt x="265" y="664"/>
                  <a:pt x="265" y="664"/>
                </a:cubicBezTo>
                <a:cubicBezTo>
                  <a:pt x="265" y="110"/>
                  <a:pt x="265" y="110"/>
                  <a:pt x="265" y="110"/>
                </a:cubicBezTo>
                <a:cubicBezTo>
                  <a:pt x="267" y="110"/>
                  <a:pt x="267" y="109"/>
                  <a:pt x="268" y="109"/>
                </a:cubicBezTo>
                <a:lnTo>
                  <a:pt x="442" y="34"/>
                </a:lnTo>
                <a:close/>
                <a:moveTo>
                  <a:pt x="31" y="553"/>
                </a:moveTo>
                <a:lnTo>
                  <a:pt x="31" y="553"/>
                </a:lnTo>
                <a:cubicBezTo>
                  <a:pt x="31" y="55"/>
                  <a:pt x="31" y="55"/>
                  <a:pt x="31" y="55"/>
                </a:cubicBezTo>
                <a:cubicBezTo>
                  <a:pt x="31" y="49"/>
                  <a:pt x="32" y="47"/>
                  <a:pt x="35" y="44"/>
                </a:cubicBezTo>
                <a:cubicBezTo>
                  <a:pt x="38" y="41"/>
                  <a:pt x="42" y="40"/>
                  <a:pt x="44" y="40"/>
                </a:cubicBezTo>
                <a:cubicBezTo>
                  <a:pt x="47" y="40"/>
                  <a:pt x="49" y="40"/>
                  <a:pt x="50" y="41"/>
                </a:cubicBezTo>
                <a:cubicBezTo>
                  <a:pt x="235" y="110"/>
                  <a:pt x="235" y="110"/>
                  <a:pt x="235" y="110"/>
                </a:cubicBezTo>
                <a:lnTo>
                  <a:pt x="236" y="110"/>
                </a:lnTo>
                <a:cubicBezTo>
                  <a:pt x="236" y="665"/>
                  <a:pt x="236" y="665"/>
                  <a:pt x="236" y="665"/>
                </a:cubicBezTo>
                <a:cubicBezTo>
                  <a:pt x="39" y="567"/>
                  <a:pt x="39" y="567"/>
                  <a:pt x="39" y="567"/>
                </a:cubicBezTo>
                <a:cubicBezTo>
                  <a:pt x="33" y="565"/>
                  <a:pt x="31" y="559"/>
                  <a:pt x="31" y="553"/>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64" name="Group 566">
            <a:extLst>
              <a:ext uri="{FF2B5EF4-FFF2-40B4-BE49-F238E27FC236}">
                <a16:creationId xmlns:a16="http://schemas.microsoft.com/office/drawing/2014/main" id="{0E86A3B9-8319-4424-E640-B230C914CA6F}"/>
              </a:ext>
            </a:extLst>
          </p:cNvPr>
          <p:cNvGrpSpPr/>
          <p:nvPr/>
        </p:nvGrpSpPr>
        <p:grpSpPr>
          <a:xfrm>
            <a:off x="6453708" y="4186660"/>
            <a:ext cx="212725" cy="255587"/>
            <a:chOff x="5297488" y="4481513"/>
            <a:chExt cx="212725" cy="255587"/>
          </a:xfrm>
          <a:solidFill>
            <a:schemeClr val="tx2"/>
          </a:solidFill>
        </p:grpSpPr>
        <p:sp>
          <p:nvSpPr>
            <p:cNvPr id="565" name="Freeform 468">
              <a:extLst>
                <a:ext uri="{FF2B5EF4-FFF2-40B4-BE49-F238E27FC236}">
                  <a16:creationId xmlns:a16="http://schemas.microsoft.com/office/drawing/2014/main" id="{A84C6FEA-CC6D-3F73-5679-407214241B45}"/>
                </a:ext>
              </a:extLst>
            </p:cNvPr>
            <p:cNvSpPr>
              <a:spLocks noChangeArrowheads="1"/>
            </p:cNvSpPr>
            <p:nvPr/>
          </p:nvSpPr>
          <p:spPr bwMode="auto">
            <a:xfrm>
              <a:off x="5397500" y="4556125"/>
              <a:ext cx="11113" cy="138113"/>
            </a:xfrm>
            <a:custGeom>
              <a:avLst/>
              <a:gdLst>
                <a:gd name="T0" fmla="*/ 14 w 31"/>
                <a:gd name="T1" fmla="*/ 0 h 385"/>
                <a:gd name="T2" fmla="*/ 14 w 31"/>
                <a:gd name="T3" fmla="*/ 0 h 385"/>
                <a:gd name="T4" fmla="*/ 0 w 31"/>
                <a:gd name="T5" fmla="*/ 15 h 385"/>
                <a:gd name="T6" fmla="*/ 0 w 31"/>
                <a:gd name="T7" fmla="*/ 368 h 385"/>
                <a:gd name="T8" fmla="*/ 14 w 31"/>
                <a:gd name="T9" fmla="*/ 384 h 385"/>
                <a:gd name="T10" fmla="*/ 30 w 31"/>
                <a:gd name="T11" fmla="*/ 368 h 385"/>
                <a:gd name="T12" fmla="*/ 30 w 31"/>
                <a:gd name="T13" fmla="*/ 15 h 385"/>
                <a:gd name="T14" fmla="*/ 14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4" y="0"/>
                  </a:moveTo>
                  <a:lnTo>
                    <a:pt x="14" y="0"/>
                  </a:lnTo>
                  <a:cubicBezTo>
                    <a:pt x="7" y="0"/>
                    <a:pt x="0" y="7"/>
                    <a:pt x="0" y="15"/>
                  </a:cubicBezTo>
                  <a:cubicBezTo>
                    <a:pt x="0" y="368"/>
                    <a:pt x="0" y="368"/>
                    <a:pt x="0" y="368"/>
                  </a:cubicBezTo>
                  <a:cubicBezTo>
                    <a:pt x="0" y="377"/>
                    <a:pt x="7" y="384"/>
                    <a:pt x="14" y="384"/>
                  </a:cubicBezTo>
                  <a:cubicBezTo>
                    <a:pt x="23" y="384"/>
                    <a:pt x="30" y="377"/>
                    <a:pt x="30" y="368"/>
                  </a:cubicBezTo>
                  <a:cubicBezTo>
                    <a:pt x="30" y="15"/>
                    <a:pt x="30" y="15"/>
                    <a:pt x="30" y="15"/>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6" name="Freeform 469">
              <a:extLst>
                <a:ext uri="{FF2B5EF4-FFF2-40B4-BE49-F238E27FC236}">
                  <a16:creationId xmlns:a16="http://schemas.microsoft.com/office/drawing/2014/main" id="{3CDA2D5E-3565-18CB-CCB4-FDEFA152AE07}"/>
                </a:ext>
              </a:extLst>
            </p:cNvPr>
            <p:cNvSpPr>
              <a:spLocks noChangeArrowheads="1"/>
            </p:cNvSpPr>
            <p:nvPr/>
          </p:nvSpPr>
          <p:spPr bwMode="auto">
            <a:xfrm>
              <a:off x="5356225" y="4556125"/>
              <a:ext cx="11113" cy="138113"/>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7"/>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7" name="Freeform 470">
              <a:extLst>
                <a:ext uri="{FF2B5EF4-FFF2-40B4-BE49-F238E27FC236}">
                  <a16:creationId xmlns:a16="http://schemas.microsoft.com/office/drawing/2014/main" id="{7D59A0D9-970D-2B37-66AF-2C2C8BDB5C33}"/>
                </a:ext>
              </a:extLst>
            </p:cNvPr>
            <p:cNvSpPr>
              <a:spLocks noChangeArrowheads="1"/>
            </p:cNvSpPr>
            <p:nvPr/>
          </p:nvSpPr>
          <p:spPr bwMode="auto">
            <a:xfrm>
              <a:off x="5440363" y="4556125"/>
              <a:ext cx="11112" cy="138113"/>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3" y="384"/>
                    <a:pt x="29" y="377"/>
                    <a:pt x="29" y="368"/>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8" name="Freeform 471">
              <a:extLst>
                <a:ext uri="{FF2B5EF4-FFF2-40B4-BE49-F238E27FC236}">
                  <a16:creationId xmlns:a16="http://schemas.microsoft.com/office/drawing/2014/main" id="{A54A8697-EA0E-BF6A-E56D-2A943CBC4042}"/>
                </a:ext>
              </a:extLst>
            </p:cNvPr>
            <p:cNvSpPr>
              <a:spLocks noChangeArrowheads="1"/>
            </p:cNvSpPr>
            <p:nvPr/>
          </p:nvSpPr>
          <p:spPr bwMode="auto">
            <a:xfrm>
              <a:off x="5297488" y="4481513"/>
              <a:ext cx="212725" cy="255587"/>
            </a:xfrm>
            <a:custGeom>
              <a:avLst/>
              <a:gdLst>
                <a:gd name="T0" fmla="*/ 427 w 591"/>
                <a:gd name="T1" fmla="*/ 88 h 708"/>
                <a:gd name="T2" fmla="*/ 427 w 591"/>
                <a:gd name="T3" fmla="*/ 88 h 708"/>
                <a:gd name="T4" fmla="*/ 427 w 591"/>
                <a:gd name="T5" fmla="*/ 83 h 708"/>
                <a:gd name="T6" fmla="*/ 344 w 591"/>
                <a:gd name="T7" fmla="*/ 0 h 708"/>
                <a:gd name="T8" fmla="*/ 245 w 591"/>
                <a:gd name="T9" fmla="*/ 0 h 708"/>
                <a:gd name="T10" fmla="*/ 162 w 591"/>
                <a:gd name="T11" fmla="*/ 83 h 708"/>
                <a:gd name="T12" fmla="*/ 162 w 591"/>
                <a:gd name="T13" fmla="*/ 88 h 708"/>
                <a:gd name="T14" fmla="*/ 59 w 591"/>
                <a:gd name="T15" fmla="*/ 88 h 708"/>
                <a:gd name="T16" fmla="*/ 15 w 591"/>
                <a:gd name="T17" fmla="*/ 88 h 708"/>
                <a:gd name="T18" fmla="*/ 0 w 591"/>
                <a:gd name="T19" fmla="*/ 103 h 708"/>
                <a:gd name="T20" fmla="*/ 15 w 591"/>
                <a:gd name="T21" fmla="*/ 117 h 708"/>
                <a:gd name="T22" fmla="*/ 46 w 591"/>
                <a:gd name="T23" fmla="*/ 117 h 708"/>
                <a:gd name="T24" fmla="*/ 69 w 591"/>
                <a:gd name="T25" fmla="*/ 609 h 708"/>
                <a:gd name="T26" fmla="*/ 173 w 591"/>
                <a:gd name="T27" fmla="*/ 707 h 708"/>
                <a:gd name="T28" fmla="*/ 417 w 591"/>
                <a:gd name="T29" fmla="*/ 707 h 708"/>
                <a:gd name="T30" fmla="*/ 519 w 591"/>
                <a:gd name="T31" fmla="*/ 609 h 708"/>
                <a:gd name="T32" fmla="*/ 544 w 591"/>
                <a:gd name="T33" fmla="*/ 117 h 708"/>
                <a:gd name="T34" fmla="*/ 575 w 591"/>
                <a:gd name="T35" fmla="*/ 117 h 708"/>
                <a:gd name="T36" fmla="*/ 590 w 591"/>
                <a:gd name="T37" fmla="*/ 103 h 708"/>
                <a:gd name="T38" fmla="*/ 575 w 591"/>
                <a:gd name="T39" fmla="*/ 88 h 708"/>
                <a:gd name="T40" fmla="*/ 531 w 591"/>
                <a:gd name="T41" fmla="*/ 88 h 708"/>
                <a:gd name="T42" fmla="*/ 427 w 591"/>
                <a:gd name="T43" fmla="*/ 88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0 w 591"/>
                <a:gd name="T65" fmla="*/ 608 h 708"/>
                <a:gd name="T66" fmla="*/ 490 w 591"/>
                <a:gd name="T67" fmla="*/ 608 h 708"/>
                <a:gd name="T68" fmla="*/ 417 w 591"/>
                <a:gd name="T69" fmla="*/ 678 h 708"/>
                <a:gd name="T70" fmla="*/ 173 w 591"/>
                <a:gd name="T71" fmla="*/ 678 h 708"/>
                <a:gd name="T72" fmla="*/ 100 w 591"/>
                <a:gd name="T73" fmla="*/ 608 h 708"/>
                <a:gd name="T74" fmla="*/ 75 w 591"/>
                <a:gd name="T75" fmla="*/ 117 h 708"/>
                <a:gd name="T76" fmla="*/ 177 w 591"/>
                <a:gd name="T77" fmla="*/ 117 h 708"/>
                <a:gd name="T78" fmla="*/ 413 w 591"/>
                <a:gd name="T79" fmla="*/ 117 h 708"/>
                <a:gd name="T80" fmla="*/ 515 w 591"/>
                <a:gd name="T81" fmla="*/ 117 h 708"/>
                <a:gd name="T82" fmla="*/ 490 w 591"/>
                <a:gd name="T83" fmla="*/ 6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427" y="88"/>
                  </a:moveTo>
                  <a:lnTo>
                    <a:pt x="427" y="88"/>
                  </a:lnTo>
                  <a:cubicBezTo>
                    <a:pt x="427" y="83"/>
                    <a:pt x="427" y="83"/>
                    <a:pt x="427" y="83"/>
                  </a:cubicBezTo>
                  <a:cubicBezTo>
                    <a:pt x="427" y="37"/>
                    <a:pt x="391" y="0"/>
                    <a:pt x="344" y="0"/>
                  </a:cubicBezTo>
                  <a:cubicBezTo>
                    <a:pt x="245" y="0"/>
                    <a:pt x="245" y="0"/>
                    <a:pt x="245" y="0"/>
                  </a:cubicBezTo>
                  <a:cubicBezTo>
                    <a:pt x="199" y="0"/>
                    <a:pt x="162" y="37"/>
                    <a:pt x="162" y="83"/>
                  </a:cubicBezTo>
                  <a:cubicBezTo>
                    <a:pt x="162" y="88"/>
                    <a:pt x="162" y="88"/>
                    <a:pt x="162" y="88"/>
                  </a:cubicBezTo>
                  <a:cubicBezTo>
                    <a:pt x="59" y="88"/>
                    <a:pt x="59" y="88"/>
                    <a:pt x="59" y="88"/>
                  </a:cubicBezTo>
                  <a:cubicBezTo>
                    <a:pt x="15" y="88"/>
                    <a:pt x="15" y="88"/>
                    <a:pt x="15" y="88"/>
                  </a:cubicBezTo>
                  <a:cubicBezTo>
                    <a:pt x="7" y="88"/>
                    <a:pt x="0" y="95"/>
                    <a:pt x="0" y="103"/>
                  </a:cubicBezTo>
                  <a:cubicBezTo>
                    <a:pt x="0" y="112"/>
                    <a:pt x="7" y="117"/>
                    <a:pt x="15" y="117"/>
                  </a:cubicBezTo>
                  <a:cubicBezTo>
                    <a:pt x="46" y="117"/>
                    <a:pt x="46" y="117"/>
                    <a:pt x="46" y="117"/>
                  </a:cubicBezTo>
                  <a:cubicBezTo>
                    <a:pt x="69" y="609"/>
                    <a:pt x="69" y="609"/>
                    <a:pt x="69" y="609"/>
                  </a:cubicBezTo>
                  <a:cubicBezTo>
                    <a:pt x="72" y="664"/>
                    <a:pt x="118" y="707"/>
                    <a:pt x="173" y="707"/>
                  </a:cubicBezTo>
                  <a:cubicBezTo>
                    <a:pt x="417" y="707"/>
                    <a:pt x="417" y="707"/>
                    <a:pt x="417" y="707"/>
                  </a:cubicBezTo>
                  <a:cubicBezTo>
                    <a:pt x="472" y="707"/>
                    <a:pt x="517" y="664"/>
                    <a:pt x="519"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lnTo>
                    <a:pt x="427" y="88"/>
                  </a:lnTo>
                  <a:close/>
                  <a:moveTo>
                    <a:pt x="192" y="83"/>
                  </a:moveTo>
                  <a:lnTo>
                    <a:pt x="192" y="83"/>
                  </a:lnTo>
                  <a:cubicBezTo>
                    <a:pt x="192" y="68"/>
                    <a:pt x="198" y="55"/>
                    <a:pt x="207" y="45"/>
                  </a:cubicBezTo>
                  <a:cubicBezTo>
                    <a:pt x="217" y="36"/>
                    <a:pt x="231" y="29"/>
                    <a:pt x="245" y="29"/>
                  </a:cubicBezTo>
                  <a:cubicBezTo>
                    <a:pt x="344" y="29"/>
                    <a:pt x="344" y="29"/>
                    <a:pt x="344" y="29"/>
                  </a:cubicBezTo>
                  <a:cubicBezTo>
                    <a:pt x="359" y="29"/>
                    <a:pt x="373" y="36"/>
                    <a:pt x="383" y="45"/>
                  </a:cubicBezTo>
                  <a:cubicBezTo>
                    <a:pt x="392" y="55"/>
                    <a:pt x="398" y="68"/>
                    <a:pt x="398" y="83"/>
                  </a:cubicBezTo>
                  <a:cubicBezTo>
                    <a:pt x="398" y="88"/>
                    <a:pt x="398" y="88"/>
                    <a:pt x="398" y="88"/>
                  </a:cubicBezTo>
                  <a:cubicBezTo>
                    <a:pt x="192" y="88"/>
                    <a:pt x="192" y="88"/>
                    <a:pt x="192" y="88"/>
                  </a:cubicBezTo>
                  <a:lnTo>
                    <a:pt x="192" y="83"/>
                  </a:lnTo>
                  <a:close/>
                  <a:moveTo>
                    <a:pt x="490" y="608"/>
                  </a:moveTo>
                  <a:lnTo>
                    <a:pt x="490" y="608"/>
                  </a:lnTo>
                  <a:cubicBezTo>
                    <a:pt x="489" y="646"/>
                    <a:pt x="456" y="678"/>
                    <a:pt x="417" y="678"/>
                  </a:cubicBezTo>
                  <a:cubicBezTo>
                    <a:pt x="173" y="678"/>
                    <a:pt x="173" y="678"/>
                    <a:pt x="173" y="678"/>
                  </a:cubicBezTo>
                  <a:cubicBezTo>
                    <a:pt x="134" y="678"/>
                    <a:pt x="101" y="646"/>
                    <a:pt x="100" y="608"/>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0" y="6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69" name="Group 571">
            <a:extLst>
              <a:ext uri="{FF2B5EF4-FFF2-40B4-BE49-F238E27FC236}">
                <a16:creationId xmlns:a16="http://schemas.microsoft.com/office/drawing/2014/main" id="{664B464A-5993-5F94-153B-031A3347D8B0}"/>
              </a:ext>
            </a:extLst>
          </p:cNvPr>
          <p:cNvGrpSpPr/>
          <p:nvPr/>
        </p:nvGrpSpPr>
        <p:grpSpPr>
          <a:xfrm>
            <a:off x="3732733" y="5216947"/>
            <a:ext cx="254000" cy="219075"/>
            <a:chOff x="2576513" y="5551488"/>
            <a:chExt cx="254000" cy="219075"/>
          </a:xfrm>
          <a:solidFill>
            <a:schemeClr val="tx2"/>
          </a:solidFill>
        </p:grpSpPr>
        <p:sp>
          <p:nvSpPr>
            <p:cNvPr id="570" name="Freeform 472">
              <a:extLst>
                <a:ext uri="{FF2B5EF4-FFF2-40B4-BE49-F238E27FC236}">
                  <a16:creationId xmlns:a16="http://schemas.microsoft.com/office/drawing/2014/main" id="{D88E3CB5-40A1-04B4-1551-BA2E541A8019}"/>
                </a:ext>
              </a:extLst>
            </p:cNvPr>
            <p:cNvSpPr>
              <a:spLocks noChangeArrowheads="1"/>
            </p:cNvSpPr>
            <p:nvPr/>
          </p:nvSpPr>
          <p:spPr bwMode="auto">
            <a:xfrm>
              <a:off x="2576513" y="5551488"/>
              <a:ext cx="254000" cy="219075"/>
            </a:xfrm>
            <a:custGeom>
              <a:avLst/>
              <a:gdLst>
                <a:gd name="T0" fmla="*/ 699 w 706"/>
                <a:gd name="T1" fmla="*/ 540 h 610"/>
                <a:gd name="T2" fmla="*/ 699 w 706"/>
                <a:gd name="T3" fmla="*/ 540 h 610"/>
                <a:gd name="T4" fmla="*/ 423 w 706"/>
                <a:gd name="T5" fmla="*/ 42 h 610"/>
                <a:gd name="T6" fmla="*/ 423 w 706"/>
                <a:gd name="T7" fmla="*/ 42 h 610"/>
                <a:gd name="T8" fmla="*/ 353 w 706"/>
                <a:gd name="T9" fmla="*/ 0 h 610"/>
                <a:gd name="T10" fmla="*/ 284 w 706"/>
                <a:gd name="T11" fmla="*/ 42 h 610"/>
                <a:gd name="T12" fmla="*/ 6 w 706"/>
                <a:gd name="T13" fmla="*/ 540 h 610"/>
                <a:gd name="T14" fmla="*/ 6 w 706"/>
                <a:gd name="T15" fmla="*/ 542 h 610"/>
                <a:gd name="T16" fmla="*/ 0 w 706"/>
                <a:gd name="T17" fmla="*/ 562 h 610"/>
                <a:gd name="T18" fmla="*/ 14 w 706"/>
                <a:gd name="T19" fmla="*/ 595 h 610"/>
                <a:gd name="T20" fmla="*/ 49 w 706"/>
                <a:gd name="T21" fmla="*/ 609 h 610"/>
                <a:gd name="T22" fmla="*/ 658 w 706"/>
                <a:gd name="T23" fmla="*/ 609 h 610"/>
                <a:gd name="T24" fmla="*/ 691 w 706"/>
                <a:gd name="T25" fmla="*/ 595 h 610"/>
                <a:gd name="T26" fmla="*/ 705 w 706"/>
                <a:gd name="T27" fmla="*/ 562 h 610"/>
                <a:gd name="T28" fmla="*/ 699 w 706"/>
                <a:gd name="T29" fmla="*/ 542 h 610"/>
                <a:gd name="T30" fmla="*/ 699 w 706"/>
                <a:gd name="T31" fmla="*/ 540 h 610"/>
                <a:gd name="T32" fmla="*/ 670 w 706"/>
                <a:gd name="T33" fmla="*/ 575 h 610"/>
                <a:gd name="T34" fmla="*/ 670 w 706"/>
                <a:gd name="T35" fmla="*/ 575 h 610"/>
                <a:gd name="T36" fmla="*/ 658 w 706"/>
                <a:gd name="T37" fmla="*/ 580 h 610"/>
                <a:gd name="T38" fmla="*/ 49 w 706"/>
                <a:gd name="T39" fmla="*/ 580 h 610"/>
                <a:gd name="T40" fmla="*/ 35 w 706"/>
                <a:gd name="T41" fmla="*/ 575 h 610"/>
                <a:gd name="T42" fmla="*/ 31 w 706"/>
                <a:gd name="T43" fmla="*/ 562 h 610"/>
                <a:gd name="T44" fmla="*/ 32 w 706"/>
                <a:gd name="T45" fmla="*/ 554 h 610"/>
                <a:gd name="T46" fmla="*/ 309 w 706"/>
                <a:gd name="T47" fmla="*/ 55 h 610"/>
                <a:gd name="T48" fmla="*/ 353 w 706"/>
                <a:gd name="T49" fmla="*/ 29 h 610"/>
                <a:gd name="T50" fmla="*/ 397 w 706"/>
                <a:gd name="T51" fmla="*/ 55 h 610"/>
                <a:gd name="T52" fmla="*/ 409 w 706"/>
                <a:gd name="T53" fmla="*/ 48 h 610"/>
                <a:gd name="T54" fmla="*/ 397 w 706"/>
                <a:gd name="T55" fmla="*/ 55 h 610"/>
                <a:gd name="T56" fmla="*/ 673 w 706"/>
                <a:gd name="T57" fmla="*/ 554 h 610"/>
                <a:gd name="T58" fmla="*/ 676 w 706"/>
                <a:gd name="T59" fmla="*/ 562 h 610"/>
                <a:gd name="T60" fmla="*/ 670 w 706"/>
                <a:gd name="T61" fmla="*/ 575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610">
                  <a:moveTo>
                    <a:pt x="699" y="540"/>
                  </a:moveTo>
                  <a:lnTo>
                    <a:pt x="699" y="540"/>
                  </a:lnTo>
                  <a:cubicBezTo>
                    <a:pt x="423" y="42"/>
                    <a:pt x="423" y="42"/>
                    <a:pt x="423" y="42"/>
                  </a:cubicBezTo>
                  <a:lnTo>
                    <a:pt x="423" y="42"/>
                  </a:lnTo>
                  <a:cubicBezTo>
                    <a:pt x="408" y="14"/>
                    <a:pt x="380" y="0"/>
                    <a:pt x="353" y="0"/>
                  </a:cubicBezTo>
                  <a:cubicBezTo>
                    <a:pt x="326" y="0"/>
                    <a:pt x="299" y="14"/>
                    <a:pt x="284" y="42"/>
                  </a:cubicBezTo>
                  <a:cubicBezTo>
                    <a:pt x="6" y="540"/>
                    <a:pt x="6" y="540"/>
                    <a:pt x="6" y="540"/>
                  </a:cubicBezTo>
                  <a:cubicBezTo>
                    <a:pt x="6" y="542"/>
                    <a:pt x="6" y="542"/>
                    <a:pt x="6" y="542"/>
                  </a:cubicBezTo>
                  <a:cubicBezTo>
                    <a:pt x="3" y="548"/>
                    <a:pt x="0" y="555"/>
                    <a:pt x="0" y="562"/>
                  </a:cubicBezTo>
                  <a:cubicBezTo>
                    <a:pt x="0" y="575"/>
                    <a:pt x="6" y="587"/>
                    <a:pt x="14" y="595"/>
                  </a:cubicBezTo>
                  <a:cubicBezTo>
                    <a:pt x="23" y="604"/>
                    <a:pt x="35" y="609"/>
                    <a:pt x="49" y="609"/>
                  </a:cubicBezTo>
                  <a:cubicBezTo>
                    <a:pt x="658" y="609"/>
                    <a:pt x="658" y="609"/>
                    <a:pt x="658" y="609"/>
                  </a:cubicBezTo>
                  <a:cubicBezTo>
                    <a:pt x="670" y="609"/>
                    <a:pt x="683" y="604"/>
                    <a:pt x="691" y="595"/>
                  </a:cubicBezTo>
                  <a:cubicBezTo>
                    <a:pt x="699" y="587"/>
                    <a:pt x="705" y="575"/>
                    <a:pt x="705" y="562"/>
                  </a:cubicBezTo>
                  <a:cubicBezTo>
                    <a:pt x="705" y="555"/>
                    <a:pt x="704" y="548"/>
                    <a:pt x="699" y="542"/>
                  </a:cubicBezTo>
                  <a:lnTo>
                    <a:pt x="699" y="540"/>
                  </a:lnTo>
                  <a:close/>
                  <a:moveTo>
                    <a:pt x="670" y="575"/>
                  </a:moveTo>
                  <a:lnTo>
                    <a:pt x="670" y="575"/>
                  </a:lnTo>
                  <a:cubicBezTo>
                    <a:pt x="668" y="577"/>
                    <a:pt x="663" y="580"/>
                    <a:pt x="658" y="580"/>
                  </a:cubicBezTo>
                  <a:cubicBezTo>
                    <a:pt x="49" y="580"/>
                    <a:pt x="49" y="580"/>
                    <a:pt x="49" y="580"/>
                  </a:cubicBezTo>
                  <a:cubicBezTo>
                    <a:pt x="43" y="580"/>
                    <a:pt x="39" y="577"/>
                    <a:pt x="35" y="575"/>
                  </a:cubicBezTo>
                  <a:cubicBezTo>
                    <a:pt x="32" y="572"/>
                    <a:pt x="31" y="566"/>
                    <a:pt x="31" y="562"/>
                  </a:cubicBezTo>
                  <a:cubicBezTo>
                    <a:pt x="31" y="559"/>
                    <a:pt x="31" y="557"/>
                    <a:pt x="32" y="554"/>
                  </a:cubicBezTo>
                  <a:cubicBezTo>
                    <a:pt x="309" y="55"/>
                    <a:pt x="309" y="55"/>
                    <a:pt x="309" y="55"/>
                  </a:cubicBezTo>
                  <a:cubicBezTo>
                    <a:pt x="318" y="37"/>
                    <a:pt x="336" y="29"/>
                    <a:pt x="353" y="29"/>
                  </a:cubicBezTo>
                  <a:cubicBezTo>
                    <a:pt x="371" y="29"/>
                    <a:pt x="387" y="37"/>
                    <a:pt x="397" y="55"/>
                  </a:cubicBezTo>
                  <a:cubicBezTo>
                    <a:pt x="409" y="48"/>
                    <a:pt x="409" y="48"/>
                    <a:pt x="409" y="48"/>
                  </a:cubicBezTo>
                  <a:cubicBezTo>
                    <a:pt x="397" y="55"/>
                    <a:pt x="397" y="55"/>
                    <a:pt x="397" y="55"/>
                  </a:cubicBezTo>
                  <a:cubicBezTo>
                    <a:pt x="673" y="554"/>
                    <a:pt x="673" y="554"/>
                    <a:pt x="673" y="554"/>
                  </a:cubicBezTo>
                  <a:cubicBezTo>
                    <a:pt x="675" y="557"/>
                    <a:pt x="676" y="559"/>
                    <a:pt x="676" y="562"/>
                  </a:cubicBezTo>
                  <a:cubicBezTo>
                    <a:pt x="676" y="566"/>
                    <a:pt x="673" y="572"/>
                    <a:pt x="670" y="5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1" name="Freeform 473">
              <a:extLst>
                <a:ext uri="{FF2B5EF4-FFF2-40B4-BE49-F238E27FC236}">
                  <a16:creationId xmlns:a16="http://schemas.microsoft.com/office/drawing/2014/main" id="{0EFFA989-A3F6-6455-2017-3E477A7C136E}"/>
                </a:ext>
              </a:extLst>
            </p:cNvPr>
            <p:cNvSpPr>
              <a:spLocks noChangeArrowheads="1"/>
            </p:cNvSpPr>
            <p:nvPr/>
          </p:nvSpPr>
          <p:spPr bwMode="auto">
            <a:xfrm>
              <a:off x="2698750" y="5608638"/>
              <a:ext cx="11113" cy="104775"/>
            </a:xfrm>
            <a:custGeom>
              <a:avLst/>
              <a:gdLst>
                <a:gd name="T0" fmla="*/ 15 w 31"/>
                <a:gd name="T1" fmla="*/ 290 h 291"/>
                <a:gd name="T2" fmla="*/ 15 w 31"/>
                <a:gd name="T3" fmla="*/ 290 h 291"/>
                <a:gd name="T4" fmla="*/ 30 w 31"/>
                <a:gd name="T5" fmla="*/ 274 h 291"/>
                <a:gd name="T6" fmla="*/ 30 w 31"/>
                <a:gd name="T7" fmla="*/ 15 h 291"/>
                <a:gd name="T8" fmla="*/ 15 w 31"/>
                <a:gd name="T9" fmla="*/ 0 h 291"/>
                <a:gd name="T10" fmla="*/ 0 w 31"/>
                <a:gd name="T11" fmla="*/ 15 h 291"/>
                <a:gd name="T12" fmla="*/ 0 w 31"/>
                <a:gd name="T13" fmla="*/ 274 h 291"/>
                <a:gd name="T14" fmla="*/ 15 w 31"/>
                <a:gd name="T15" fmla="*/ 290 h 2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1">
                  <a:moveTo>
                    <a:pt x="15" y="290"/>
                  </a:moveTo>
                  <a:lnTo>
                    <a:pt x="15" y="290"/>
                  </a:lnTo>
                  <a:cubicBezTo>
                    <a:pt x="23" y="290"/>
                    <a:pt x="30" y="283"/>
                    <a:pt x="30" y="274"/>
                  </a:cubicBezTo>
                  <a:cubicBezTo>
                    <a:pt x="30" y="15"/>
                    <a:pt x="30" y="15"/>
                    <a:pt x="30" y="15"/>
                  </a:cubicBezTo>
                  <a:cubicBezTo>
                    <a:pt x="30" y="6"/>
                    <a:pt x="23" y="0"/>
                    <a:pt x="15" y="0"/>
                  </a:cubicBezTo>
                  <a:cubicBezTo>
                    <a:pt x="6" y="0"/>
                    <a:pt x="0" y="6"/>
                    <a:pt x="0" y="15"/>
                  </a:cubicBezTo>
                  <a:cubicBezTo>
                    <a:pt x="0" y="274"/>
                    <a:pt x="0" y="274"/>
                    <a:pt x="0" y="274"/>
                  </a:cubicBezTo>
                  <a:cubicBezTo>
                    <a:pt x="0" y="283"/>
                    <a:pt x="6" y="290"/>
                    <a:pt x="15"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2" name="Freeform 474">
              <a:extLst>
                <a:ext uri="{FF2B5EF4-FFF2-40B4-BE49-F238E27FC236}">
                  <a16:creationId xmlns:a16="http://schemas.microsoft.com/office/drawing/2014/main" id="{38791FFD-373B-D9EE-BD32-7B9754358E2E}"/>
                </a:ext>
              </a:extLst>
            </p:cNvPr>
            <p:cNvSpPr>
              <a:spLocks noChangeArrowheads="1"/>
            </p:cNvSpPr>
            <p:nvPr/>
          </p:nvSpPr>
          <p:spPr bwMode="auto">
            <a:xfrm>
              <a:off x="2698750" y="5724525"/>
              <a:ext cx="12700" cy="12700"/>
            </a:xfrm>
            <a:custGeom>
              <a:avLst/>
              <a:gdLst>
                <a:gd name="T0" fmla="*/ 17 w 34"/>
                <a:gd name="T1" fmla="*/ 0 h 34"/>
                <a:gd name="T2" fmla="*/ 17 w 34"/>
                <a:gd name="T3" fmla="*/ 0 h 34"/>
                <a:gd name="T4" fmla="*/ 0 w 34"/>
                <a:gd name="T5" fmla="*/ 16 h 34"/>
                <a:gd name="T6" fmla="*/ 17 w 34"/>
                <a:gd name="T7" fmla="*/ 33 h 34"/>
                <a:gd name="T8" fmla="*/ 33 w 34"/>
                <a:gd name="T9" fmla="*/ 16 h 34"/>
                <a:gd name="T10" fmla="*/ 17 w 34"/>
                <a:gd name="T11" fmla="*/ 0 h 34"/>
              </a:gdLst>
              <a:ahLst/>
              <a:cxnLst>
                <a:cxn ang="0">
                  <a:pos x="T0" y="T1"/>
                </a:cxn>
                <a:cxn ang="0">
                  <a:pos x="T2" y="T3"/>
                </a:cxn>
                <a:cxn ang="0">
                  <a:pos x="T4" y="T5"/>
                </a:cxn>
                <a:cxn ang="0">
                  <a:pos x="T6" y="T7"/>
                </a:cxn>
                <a:cxn ang="0">
                  <a:pos x="T8" y="T9"/>
                </a:cxn>
                <a:cxn ang="0">
                  <a:pos x="T10" y="T11"/>
                </a:cxn>
              </a:cxnLst>
              <a:rect l="0" t="0" r="r" b="b"/>
              <a:pathLst>
                <a:path w="34" h="34">
                  <a:moveTo>
                    <a:pt x="17" y="0"/>
                  </a:moveTo>
                  <a:lnTo>
                    <a:pt x="17" y="0"/>
                  </a:lnTo>
                  <a:cubicBezTo>
                    <a:pt x="8" y="0"/>
                    <a:pt x="0" y="8"/>
                    <a:pt x="0" y="16"/>
                  </a:cubicBezTo>
                  <a:cubicBezTo>
                    <a:pt x="0" y="26"/>
                    <a:pt x="8" y="33"/>
                    <a:pt x="17" y="33"/>
                  </a:cubicBezTo>
                  <a:cubicBezTo>
                    <a:pt x="26" y="33"/>
                    <a:pt x="33" y="26"/>
                    <a:pt x="33" y="16"/>
                  </a:cubicBezTo>
                  <a:cubicBezTo>
                    <a:pt x="33" y="8"/>
                    <a:pt x="26"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73" name="Freeform 475">
            <a:extLst>
              <a:ext uri="{FF2B5EF4-FFF2-40B4-BE49-F238E27FC236}">
                <a16:creationId xmlns:a16="http://schemas.microsoft.com/office/drawing/2014/main" id="{CD8F9C26-8A39-305A-FD39-390334C2E09E}"/>
              </a:ext>
            </a:extLst>
          </p:cNvPr>
          <p:cNvSpPr>
            <a:spLocks noChangeArrowheads="1"/>
          </p:cNvSpPr>
          <p:nvPr/>
        </p:nvSpPr>
        <p:spPr bwMode="auto">
          <a:xfrm>
            <a:off x="5907608" y="4192216"/>
            <a:ext cx="255587" cy="244475"/>
          </a:xfrm>
          <a:custGeom>
            <a:avLst/>
            <a:gdLst>
              <a:gd name="T0" fmla="*/ 707 w 708"/>
              <a:gd name="T1" fmla="*/ 221 h 678"/>
              <a:gd name="T2" fmla="*/ 707 w 708"/>
              <a:gd name="T3" fmla="*/ 221 h 678"/>
              <a:gd name="T4" fmla="*/ 707 w 708"/>
              <a:gd name="T5" fmla="*/ 102 h 678"/>
              <a:gd name="T6" fmla="*/ 663 w 708"/>
              <a:gd name="T7" fmla="*/ 58 h 678"/>
              <a:gd name="T8" fmla="*/ 575 w 708"/>
              <a:gd name="T9" fmla="*/ 58 h 678"/>
              <a:gd name="T10" fmla="*/ 531 w 708"/>
              <a:gd name="T11" fmla="*/ 58 h 678"/>
              <a:gd name="T12" fmla="*/ 531 w 708"/>
              <a:gd name="T13" fmla="*/ 14 h 678"/>
              <a:gd name="T14" fmla="*/ 517 w 708"/>
              <a:gd name="T15" fmla="*/ 0 h 678"/>
              <a:gd name="T16" fmla="*/ 502 w 708"/>
              <a:gd name="T17" fmla="*/ 14 h 678"/>
              <a:gd name="T18" fmla="*/ 502 w 708"/>
              <a:gd name="T19" fmla="*/ 58 h 678"/>
              <a:gd name="T20" fmla="*/ 207 w 708"/>
              <a:gd name="T21" fmla="*/ 58 h 678"/>
              <a:gd name="T22" fmla="*/ 207 w 708"/>
              <a:gd name="T23" fmla="*/ 14 h 678"/>
              <a:gd name="T24" fmla="*/ 192 w 708"/>
              <a:gd name="T25" fmla="*/ 0 h 678"/>
              <a:gd name="T26" fmla="*/ 177 w 708"/>
              <a:gd name="T27" fmla="*/ 14 h 678"/>
              <a:gd name="T28" fmla="*/ 177 w 708"/>
              <a:gd name="T29" fmla="*/ 58 h 678"/>
              <a:gd name="T30" fmla="*/ 133 w 708"/>
              <a:gd name="T31" fmla="*/ 58 h 678"/>
              <a:gd name="T32" fmla="*/ 44 w 708"/>
              <a:gd name="T33" fmla="*/ 58 h 678"/>
              <a:gd name="T34" fmla="*/ 0 w 708"/>
              <a:gd name="T35" fmla="*/ 102 h 678"/>
              <a:gd name="T36" fmla="*/ 0 w 708"/>
              <a:gd name="T37" fmla="*/ 633 h 678"/>
              <a:gd name="T38" fmla="*/ 44 w 708"/>
              <a:gd name="T39" fmla="*/ 677 h 678"/>
              <a:gd name="T40" fmla="*/ 663 w 708"/>
              <a:gd name="T41" fmla="*/ 677 h 678"/>
              <a:gd name="T42" fmla="*/ 707 w 708"/>
              <a:gd name="T43" fmla="*/ 633 h 678"/>
              <a:gd name="T44" fmla="*/ 707 w 708"/>
              <a:gd name="T45" fmla="*/ 221 h 678"/>
              <a:gd name="T46" fmla="*/ 35 w 708"/>
              <a:gd name="T47" fmla="*/ 93 h 678"/>
              <a:gd name="T48" fmla="*/ 35 w 708"/>
              <a:gd name="T49" fmla="*/ 93 h 678"/>
              <a:gd name="T50" fmla="*/ 44 w 708"/>
              <a:gd name="T51" fmla="*/ 88 h 678"/>
              <a:gd name="T52" fmla="*/ 133 w 708"/>
              <a:gd name="T53" fmla="*/ 88 h 678"/>
              <a:gd name="T54" fmla="*/ 177 w 708"/>
              <a:gd name="T55" fmla="*/ 88 h 678"/>
              <a:gd name="T56" fmla="*/ 177 w 708"/>
              <a:gd name="T57" fmla="*/ 133 h 678"/>
              <a:gd name="T58" fmla="*/ 192 w 708"/>
              <a:gd name="T59" fmla="*/ 146 h 678"/>
              <a:gd name="T60" fmla="*/ 207 w 708"/>
              <a:gd name="T61" fmla="*/ 133 h 678"/>
              <a:gd name="T62" fmla="*/ 207 w 708"/>
              <a:gd name="T63" fmla="*/ 88 h 678"/>
              <a:gd name="T64" fmla="*/ 502 w 708"/>
              <a:gd name="T65" fmla="*/ 88 h 678"/>
              <a:gd name="T66" fmla="*/ 502 w 708"/>
              <a:gd name="T67" fmla="*/ 133 h 678"/>
              <a:gd name="T68" fmla="*/ 517 w 708"/>
              <a:gd name="T69" fmla="*/ 146 h 678"/>
              <a:gd name="T70" fmla="*/ 531 w 708"/>
              <a:gd name="T71" fmla="*/ 133 h 678"/>
              <a:gd name="T72" fmla="*/ 531 w 708"/>
              <a:gd name="T73" fmla="*/ 88 h 678"/>
              <a:gd name="T74" fmla="*/ 575 w 708"/>
              <a:gd name="T75" fmla="*/ 88 h 678"/>
              <a:gd name="T76" fmla="*/ 663 w 708"/>
              <a:gd name="T77" fmla="*/ 88 h 678"/>
              <a:gd name="T78" fmla="*/ 674 w 708"/>
              <a:gd name="T79" fmla="*/ 93 h 678"/>
              <a:gd name="T80" fmla="*/ 678 w 708"/>
              <a:gd name="T81" fmla="*/ 102 h 678"/>
              <a:gd name="T82" fmla="*/ 678 w 708"/>
              <a:gd name="T83" fmla="*/ 206 h 678"/>
              <a:gd name="T84" fmla="*/ 31 w 708"/>
              <a:gd name="T85" fmla="*/ 206 h 678"/>
              <a:gd name="T86" fmla="*/ 31 w 708"/>
              <a:gd name="T87" fmla="*/ 102 h 678"/>
              <a:gd name="T88" fmla="*/ 35 w 708"/>
              <a:gd name="T89" fmla="*/ 93 h 678"/>
              <a:gd name="T90" fmla="*/ 674 w 708"/>
              <a:gd name="T91" fmla="*/ 644 h 678"/>
              <a:gd name="T92" fmla="*/ 674 w 708"/>
              <a:gd name="T93" fmla="*/ 644 h 678"/>
              <a:gd name="T94" fmla="*/ 663 w 708"/>
              <a:gd name="T95" fmla="*/ 648 h 678"/>
              <a:gd name="T96" fmla="*/ 44 w 708"/>
              <a:gd name="T97" fmla="*/ 648 h 678"/>
              <a:gd name="T98" fmla="*/ 35 w 708"/>
              <a:gd name="T99" fmla="*/ 644 h 678"/>
              <a:gd name="T100" fmla="*/ 31 w 708"/>
              <a:gd name="T101" fmla="*/ 633 h 678"/>
              <a:gd name="T102" fmla="*/ 31 w 708"/>
              <a:gd name="T103" fmla="*/ 235 h 678"/>
              <a:gd name="T104" fmla="*/ 678 w 708"/>
              <a:gd name="T105" fmla="*/ 235 h 678"/>
              <a:gd name="T106" fmla="*/ 678 w 708"/>
              <a:gd name="T107" fmla="*/ 633 h 678"/>
              <a:gd name="T108" fmla="*/ 674 w 708"/>
              <a:gd name="T109" fmla="*/ 644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8">
                <a:moveTo>
                  <a:pt x="707" y="221"/>
                </a:moveTo>
                <a:lnTo>
                  <a:pt x="707" y="221"/>
                </a:lnTo>
                <a:cubicBezTo>
                  <a:pt x="707" y="102"/>
                  <a:pt x="707" y="102"/>
                  <a:pt x="707" y="102"/>
                </a:cubicBezTo>
                <a:cubicBezTo>
                  <a:pt x="707" y="79"/>
                  <a:pt x="688" y="58"/>
                  <a:pt x="663" y="58"/>
                </a:cubicBezTo>
                <a:cubicBezTo>
                  <a:pt x="575" y="58"/>
                  <a:pt x="575" y="58"/>
                  <a:pt x="575" y="58"/>
                </a:cubicBezTo>
                <a:cubicBezTo>
                  <a:pt x="531" y="58"/>
                  <a:pt x="531" y="58"/>
                  <a:pt x="531" y="58"/>
                </a:cubicBezTo>
                <a:cubicBezTo>
                  <a:pt x="531" y="14"/>
                  <a:pt x="531" y="14"/>
                  <a:pt x="531" y="14"/>
                </a:cubicBezTo>
                <a:cubicBezTo>
                  <a:pt x="531" y="6"/>
                  <a:pt x="525" y="0"/>
                  <a:pt x="517" y="0"/>
                </a:cubicBezTo>
                <a:cubicBezTo>
                  <a:pt x="508" y="0"/>
                  <a:pt x="502" y="6"/>
                  <a:pt x="502" y="14"/>
                </a:cubicBezTo>
                <a:cubicBezTo>
                  <a:pt x="502" y="58"/>
                  <a:pt x="502" y="58"/>
                  <a:pt x="502" y="58"/>
                </a:cubicBezTo>
                <a:cubicBezTo>
                  <a:pt x="207" y="58"/>
                  <a:pt x="207" y="58"/>
                  <a:pt x="207" y="58"/>
                </a:cubicBezTo>
                <a:cubicBezTo>
                  <a:pt x="207" y="14"/>
                  <a:pt x="207" y="14"/>
                  <a:pt x="207" y="14"/>
                </a:cubicBezTo>
                <a:cubicBezTo>
                  <a:pt x="207" y="6"/>
                  <a:pt x="200" y="0"/>
                  <a:pt x="192" y="0"/>
                </a:cubicBezTo>
                <a:cubicBezTo>
                  <a:pt x="184" y="0"/>
                  <a:pt x="177" y="6"/>
                  <a:pt x="177" y="14"/>
                </a:cubicBezTo>
                <a:cubicBezTo>
                  <a:pt x="177" y="58"/>
                  <a:pt x="177" y="58"/>
                  <a:pt x="177" y="58"/>
                </a:cubicBezTo>
                <a:cubicBezTo>
                  <a:pt x="133" y="58"/>
                  <a:pt x="133" y="58"/>
                  <a:pt x="133" y="58"/>
                </a:cubicBezTo>
                <a:cubicBezTo>
                  <a:pt x="44" y="58"/>
                  <a:pt x="44" y="58"/>
                  <a:pt x="44" y="58"/>
                </a:cubicBezTo>
                <a:cubicBezTo>
                  <a:pt x="21" y="58"/>
                  <a:pt x="0" y="79"/>
                  <a:pt x="0" y="102"/>
                </a:cubicBezTo>
                <a:cubicBezTo>
                  <a:pt x="0" y="633"/>
                  <a:pt x="0" y="633"/>
                  <a:pt x="0" y="633"/>
                </a:cubicBezTo>
                <a:cubicBezTo>
                  <a:pt x="0" y="657"/>
                  <a:pt x="21" y="677"/>
                  <a:pt x="44" y="677"/>
                </a:cubicBezTo>
                <a:cubicBezTo>
                  <a:pt x="663" y="677"/>
                  <a:pt x="663" y="677"/>
                  <a:pt x="663" y="677"/>
                </a:cubicBezTo>
                <a:cubicBezTo>
                  <a:pt x="688" y="677"/>
                  <a:pt x="707" y="657"/>
                  <a:pt x="707" y="633"/>
                </a:cubicBezTo>
                <a:cubicBezTo>
                  <a:pt x="707" y="221"/>
                  <a:pt x="707" y="221"/>
                  <a:pt x="707" y="221"/>
                </a:cubicBezTo>
                <a:close/>
                <a:moveTo>
                  <a:pt x="35" y="93"/>
                </a:moveTo>
                <a:lnTo>
                  <a:pt x="35" y="93"/>
                </a:lnTo>
                <a:cubicBezTo>
                  <a:pt x="37" y="90"/>
                  <a:pt x="40" y="88"/>
                  <a:pt x="44" y="88"/>
                </a:cubicBezTo>
                <a:cubicBezTo>
                  <a:pt x="133" y="88"/>
                  <a:pt x="133" y="88"/>
                  <a:pt x="133" y="88"/>
                </a:cubicBezTo>
                <a:cubicBezTo>
                  <a:pt x="177" y="88"/>
                  <a:pt x="177" y="88"/>
                  <a:pt x="177" y="88"/>
                </a:cubicBezTo>
                <a:cubicBezTo>
                  <a:pt x="177" y="133"/>
                  <a:pt x="177" y="133"/>
                  <a:pt x="177" y="133"/>
                </a:cubicBezTo>
                <a:cubicBezTo>
                  <a:pt x="177" y="141"/>
                  <a:pt x="184" y="146"/>
                  <a:pt x="192" y="146"/>
                </a:cubicBezTo>
                <a:cubicBezTo>
                  <a:pt x="200" y="146"/>
                  <a:pt x="207" y="141"/>
                  <a:pt x="207" y="133"/>
                </a:cubicBezTo>
                <a:cubicBezTo>
                  <a:pt x="207" y="88"/>
                  <a:pt x="207" y="88"/>
                  <a:pt x="207" y="88"/>
                </a:cubicBezTo>
                <a:cubicBezTo>
                  <a:pt x="502" y="88"/>
                  <a:pt x="502" y="88"/>
                  <a:pt x="502" y="88"/>
                </a:cubicBezTo>
                <a:cubicBezTo>
                  <a:pt x="502" y="133"/>
                  <a:pt x="502" y="133"/>
                  <a:pt x="502" y="133"/>
                </a:cubicBezTo>
                <a:cubicBezTo>
                  <a:pt x="502" y="141"/>
                  <a:pt x="508" y="146"/>
                  <a:pt x="517" y="146"/>
                </a:cubicBezTo>
                <a:cubicBezTo>
                  <a:pt x="525" y="146"/>
                  <a:pt x="531" y="141"/>
                  <a:pt x="531" y="133"/>
                </a:cubicBezTo>
                <a:cubicBezTo>
                  <a:pt x="531" y="88"/>
                  <a:pt x="531" y="88"/>
                  <a:pt x="531" y="88"/>
                </a:cubicBezTo>
                <a:cubicBezTo>
                  <a:pt x="575" y="88"/>
                  <a:pt x="575" y="88"/>
                  <a:pt x="575" y="88"/>
                </a:cubicBezTo>
                <a:cubicBezTo>
                  <a:pt x="663" y="88"/>
                  <a:pt x="663" y="88"/>
                  <a:pt x="663" y="88"/>
                </a:cubicBezTo>
                <a:cubicBezTo>
                  <a:pt x="667" y="88"/>
                  <a:pt x="671" y="90"/>
                  <a:pt x="674" y="93"/>
                </a:cubicBezTo>
                <a:cubicBezTo>
                  <a:pt x="677" y="95"/>
                  <a:pt x="678" y="98"/>
                  <a:pt x="678" y="102"/>
                </a:cubicBezTo>
                <a:cubicBezTo>
                  <a:pt x="678" y="206"/>
                  <a:pt x="678" y="206"/>
                  <a:pt x="678" y="206"/>
                </a:cubicBezTo>
                <a:cubicBezTo>
                  <a:pt x="31" y="206"/>
                  <a:pt x="31" y="206"/>
                  <a:pt x="31" y="206"/>
                </a:cubicBezTo>
                <a:cubicBezTo>
                  <a:pt x="31" y="102"/>
                  <a:pt x="31" y="102"/>
                  <a:pt x="31" y="102"/>
                </a:cubicBezTo>
                <a:cubicBezTo>
                  <a:pt x="31" y="98"/>
                  <a:pt x="32" y="95"/>
                  <a:pt x="35" y="93"/>
                </a:cubicBezTo>
                <a:close/>
                <a:moveTo>
                  <a:pt x="674" y="644"/>
                </a:moveTo>
                <a:lnTo>
                  <a:pt x="674" y="644"/>
                </a:lnTo>
                <a:cubicBezTo>
                  <a:pt x="671" y="646"/>
                  <a:pt x="667" y="648"/>
                  <a:pt x="663" y="648"/>
                </a:cubicBezTo>
                <a:cubicBezTo>
                  <a:pt x="44" y="648"/>
                  <a:pt x="44" y="648"/>
                  <a:pt x="44" y="648"/>
                </a:cubicBezTo>
                <a:cubicBezTo>
                  <a:pt x="40" y="648"/>
                  <a:pt x="37" y="646"/>
                  <a:pt x="35" y="644"/>
                </a:cubicBezTo>
                <a:cubicBezTo>
                  <a:pt x="32" y="641"/>
                  <a:pt x="31" y="637"/>
                  <a:pt x="31" y="633"/>
                </a:cubicBezTo>
                <a:cubicBezTo>
                  <a:pt x="31" y="235"/>
                  <a:pt x="31" y="235"/>
                  <a:pt x="31" y="235"/>
                </a:cubicBezTo>
                <a:cubicBezTo>
                  <a:pt x="678" y="235"/>
                  <a:pt x="678" y="235"/>
                  <a:pt x="678" y="235"/>
                </a:cubicBezTo>
                <a:cubicBezTo>
                  <a:pt x="678" y="633"/>
                  <a:pt x="678" y="633"/>
                  <a:pt x="678" y="633"/>
                </a:cubicBezTo>
                <a:cubicBezTo>
                  <a:pt x="678" y="637"/>
                  <a:pt x="677" y="641"/>
                  <a:pt x="674" y="644"/>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574" name="Group 576">
            <a:extLst>
              <a:ext uri="{FF2B5EF4-FFF2-40B4-BE49-F238E27FC236}">
                <a16:creationId xmlns:a16="http://schemas.microsoft.com/office/drawing/2014/main" id="{98DD9542-6B7F-68B7-DEF4-EEC830135523}"/>
              </a:ext>
            </a:extLst>
          </p:cNvPr>
          <p:cNvGrpSpPr/>
          <p:nvPr/>
        </p:nvGrpSpPr>
        <p:grpSpPr>
          <a:xfrm>
            <a:off x="10941570" y="1387897"/>
            <a:ext cx="255588" cy="244475"/>
            <a:chOff x="9785350" y="1692275"/>
            <a:chExt cx="255588" cy="244475"/>
          </a:xfrm>
          <a:solidFill>
            <a:schemeClr val="tx2"/>
          </a:solidFill>
        </p:grpSpPr>
        <p:sp>
          <p:nvSpPr>
            <p:cNvPr id="575" name="Freeform 325">
              <a:extLst>
                <a:ext uri="{FF2B5EF4-FFF2-40B4-BE49-F238E27FC236}">
                  <a16:creationId xmlns:a16="http://schemas.microsoft.com/office/drawing/2014/main" id="{6249FA17-BC2E-563A-CEDE-8FA2B602E5F0}"/>
                </a:ext>
              </a:extLst>
            </p:cNvPr>
            <p:cNvSpPr>
              <a:spLocks noChangeArrowheads="1"/>
            </p:cNvSpPr>
            <p:nvPr/>
          </p:nvSpPr>
          <p:spPr bwMode="auto">
            <a:xfrm>
              <a:off x="9848850" y="1803400"/>
              <a:ext cx="63500" cy="96838"/>
            </a:xfrm>
            <a:custGeom>
              <a:avLst/>
              <a:gdLst>
                <a:gd name="T0" fmla="*/ 177 w 178"/>
                <a:gd name="T1" fmla="*/ 75 h 267"/>
                <a:gd name="T2" fmla="*/ 177 w 178"/>
                <a:gd name="T3" fmla="*/ 75 h 267"/>
                <a:gd name="T4" fmla="*/ 103 w 178"/>
                <a:gd name="T5" fmla="*/ 0 h 267"/>
                <a:gd name="T6" fmla="*/ 74 w 178"/>
                <a:gd name="T7" fmla="*/ 0 h 267"/>
                <a:gd name="T8" fmla="*/ 0 w 178"/>
                <a:gd name="T9" fmla="*/ 75 h 267"/>
                <a:gd name="T10" fmla="*/ 15 w 178"/>
                <a:gd name="T11" fmla="*/ 89 h 267"/>
                <a:gd name="T12" fmla="*/ 30 w 178"/>
                <a:gd name="T13" fmla="*/ 75 h 267"/>
                <a:gd name="T14" fmla="*/ 74 w 178"/>
                <a:gd name="T15" fmla="*/ 31 h 267"/>
                <a:gd name="T16" fmla="*/ 103 w 178"/>
                <a:gd name="T17" fmla="*/ 31 h 267"/>
                <a:gd name="T18" fmla="*/ 148 w 178"/>
                <a:gd name="T19" fmla="*/ 75 h 267"/>
                <a:gd name="T20" fmla="*/ 103 w 178"/>
                <a:gd name="T21" fmla="*/ 119 h 267"/>
                <a:gd name="T22" fmla="*/ 74 w 178"/>
                <a:gd name="T23" fmla="*/ 119 h 267"/>
                <a:gd name="T24" fmla="*/ 63 w 178"/>
                <a:gd name="T25" fmla="*/ 123 h 267"/>
                <a:gd name="T26" fmla="*/ 59 w 178"/>
                <a:gd name="T27" fmla="*/ 133 h 267"/>
                <a:gd name="T28" fmla="*/ 63 w 178"/>
                <a:gd name="T29" fmla="*/ 144 h 267"/>
                <a:gd name="T30" fmla="*/ 74 w 178"/>
                <a:gd name="T31" fmla="*/ 148 h 267"/>
                <a:gd name="T32" fmla="*/ 103 w 178"/>
                <a:gd name="T33" fmla="*/ 148 h 267"/>
                <a:gd name="T34" fmla="*/ 148 w 178"/>
                <a:gd name="T35" fmla="*/ 192 h 267"/>
                <a:gd name="T36" fmla="*/ 103 w 178"/>
                <a:gd name="T37" fmla="*/ 237 h 267"/>
                <a:gd name="T38" fmla="*/ 74 w 178"/>
                <a:gd name="T39" fmla="*/ 237 h 267"/>
                <a:gd name="T40" fmla="*/ 30 w 178"/>
                <a:gd name="T41" fmla="*/ 192 h 267"/>
                <a:gd name="T42" fmla="*/ 15 w 178"/>
                <a:gd name="T43" fmla="*/ 177 h 267"/>
                <a:gd name="T44" fmla="*/ 0 w 178"/>
                <a:gd name="T45" fmla="*/ 192 h 267"/>
                <a:gd name="T46" fmla="*/ 0 w 178"/>
                <a:gd name="T47" fmla="*/ 192 h 267"/>
                <a:gd name="T48" fmla="*/ 74 w 178"/>
                <a:gd name="T49" fmla="*/ 266 h 267"/>
                <a:gd name="T50" fmla="*/ 103 w 178"/>
                <a:gd name="T51" fmla="*/ 266 h 267"/>
                <a:gd name="T52" fmla="*/ 177 w 178"/>
                <a:gd name="T53" fmla="*/ 192 h 267"/>
                <a:gd name="T54" fmla="*/ 148 w 178"/>
                <a:gd name="T55" fmla="*/ 133 h 267"/>
                <a:gd name="T56" fmla="*/ 177 w 178"/>
                <a:gd name="T57" fmla="*/ 75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8" h="267">
                  <a:moveTo>
                    <a:pt x="177" y="75"/>
                  </a:moveTo>
                  <a:lnTo>
                    <a:pt x="177" y="75"/>
                  </a:lnTo>
                  <a:cubicBezTo>
                    <a:pt x="177" y="34"/>
                    <a:pt x="143" y="0"/>
                    <a:pt x="103" y="0"/>
                  </a:cubicBezTo>
                  <a:cubicBezTo>
                    <a:pt x="74" y="0"/>
                    <a:pt x="74" y="0"/>
                    <a:pt x="74" y="0"/>
                  </a:cubicBezTo>
                  <a:cubicBezTo>
                    <a:pt x="33" y="0"/>
                    <a:pt x="0" y="34"/>
                    <a:pt x="0" y="75"/>
                  </a:cubicBezTo>
                  <a:cubicBezTo>
                    <a:pt x="0" y="83"/>
                    <a:pt x="7" y="89"/>
                    <a:pt x="15" y="89"/>
                  </a:cubicBezTo>
                  <a:cubicBezTo>
                    <a:pt x="23" y="89"/>
                    <a:pt x="30" y="83"/>
                    <a:pt x="30" y="75"/>
                  </a:cubicBezTo>
                  <a:cubicBezTo>
                    <a:pt x="30" y="50"/>
                    <a:pt x="49" y="31"/>
                    <a:pt x="74" y="31"/>
                  </a:cubicBezTo>
                  <a:cubicBezTo>
                    <a:pt x="103" y="31"/>
                    <a:pt x="103" y="31"/>
                    <a:pt x="103" y="31"/>
                  </a:cubicBezTo>
                  <a:cubicBezTo>
                    <a:pt x="128" y="31"/>
                    <a:pt x="148" y="50"/>
                    <a:pt x="148" y="75"/>
                  </a:cubicBezTo>
                  <a:cubicBezTo>
                    <a:pt x="148" y="99"/>
                    <a:pt x="128" y="119"/>
                    <a:pt x="103" y="119"/>
                  </a:cubicBezTo>
                  <a:cubicBezTo>
                    <a:pt x="74" y="119"/>
                    <a:pt x="74" y="119"/>
                    <a:pt x="74" y="119"/>
                  </a:cubicBezTo>
                  <a:cubicBezTo>
                    <a:pt x="70" y="119"/>
                    <a:pt x="66" y="121"/>
                    <a:pt x="63" y="123"/>
                  </a:cubicBezTo>
                  <a:cubicBezTo>
                    <a:pt x="60" y="126"/>
                    <a:pt x="59" y="130"/>
                    <a:pt x="59" y="133"/>
                  </a:cubicBezTo>
                  <a:cubicBezTo>
                    <a:pt x="59" y="137"/>
                    <a:pt x="60" y="141"/>
                    <a:pt x="63" y="144"/>
                  </a:cubicBezTo>
                  <a:cubicBezTo>
                    <a:pt x="66" y="147"/>
                    <a:pt x="70" y="148"/>
                    <a:pt x="74" y="148"/>
                  </a:cubicBezTo>
                  <a:cubicBezTo>
                    <a:pt x="103" y="148"/>
                    <a:pt x="103" y="148"/>
                    <a:pt x="103" y="148"/>
                  </a:cubicBezTo>
                  <a:cubicBezTo>
                    <a:pt x="128" y="148"/>
                    <a:pt x="148" y="168"/>
                    <a:pt x="148" y="192"/>
                  </a:cubicBezTo>
                  <a:cubicBezTo>
                    <a:pt x="148" y="217"/>
                    <a:pt x="128" y="237"/>
                    <a:pt x="103" y="237"/>
                  </a:cubicBezTo>
                  <a:cubicBezTo>
                    <a:pt x="74" y="237"/>
                    <a:pt x="74" y="237"/>
                    <a:pt x="74" y="237"/>
                  </a:cubicBezTo>
                  <a:cubicBezTo>
                    <a:pt x="49" y="237"/>
                    <a:pt x="30" y="217"/>
                    <a:pt x="30" y="192"/>
                  </a:cubicBezTo>
                  <a:cubicBezTo>
                    <a:pt x="30" y="184"/>
                    <a:pt x="23" y="177"/>
                    <a:pt x="15" y="177"/>
                  </a:cubicBezTo>
                  <a:cubicBezTo>
                    <a:pt x="7" y="177"/>
                    <a:pt x="0" y="184"/>
                    <a:pt x="0" y="192"/>
                  </a:cubicBezTo>
                  <a:lnTo>
                    <a:pt x="0" y="192"/>
                  </a:lnTo>
                  <a:cubicBezTo>
                    <a:pt x="0" y="234"/>
                    <a:pt x="33" y="266"/>
                    <a:pt x="74" y="266"/>
                  </a:cubicBezTo>
                  <a:cubicBezTo>
                    <a:pt x="103" y="266"/>
                    <a:pt x="103" y="266"/>
                    <a:pt x="103" y="266"/>
                  </a:cubicBezTo>
                  <a:cubicBezTo>
                    <a:pt x="143" y="266"/>
                    <a:pt x="177" y="234"/>
                    <a:pt x="177" y="192"/>
                  </a:cubicBezTo>
                  <a:cubicBezTo>
                    <a:pt x="177" y="169"/>
                    <a:pt x="165" y="147"/>
                    <a:pt x="148" y="133"/>
                  </a:cubicBezTo>
                  <a:cubicBezTo>
                    <a:pt x="165" y="121"/>
                    <a:pt x="177" y="99"/>
                    <a:pt x="177" y="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6" name="Freeform 326">
              <a:extLst>
                <a:ext uri="{FF2B5EF4-FFF2-40B4-BE49-F238E27FC236}">
                  <a16:creationId xmlns:a16="http://schemas.microsoft.com/office/drawing/2014/main" id="{E89EE5F9-A769-4D6E-DEBC-5A7F582898EE}"/>
                </a:ext>
              </a:extLst>
            </p:cNvPr>
            <p:cNvSpPr>
              <a:spLocks noChangeArrowheads="1"/>
            </p:cNvSpPr>
            <p:nvPr/>
          </p:nvSpPr>
          <p:spPr bwMode="auto">
            <a:xfrm>
              <a:off x="9934575" y="1803400"/>
              <a:ext cx="31750" cy="96838"/>
            </a:xfrm>
            <a:custGeom>
              <a:avLst/>
              <a:gdLst>
                <a:gd name="T0" fmla="*/ 80 w 90"/>
                <a:gd name="T1" fmla="*/ 2 h 267"/>
                <a:gd name="T2" fmla="*/ 80 w 90"/>
                <a:gd name="T3" fmla="*/ 2 h 267"/>
                <a:gd name="T4" fmla="*/ 64 w 90"/>
                <a:gd name="T5" fmla="*/ 6 h 267"/>
                <a:gd name="T6" fmla="*/ 5 w 90"/>
                <a:gd name="T7" fmla="*/ 64 h 267"/>
                <a:gd name="T8" fmla="*/ 5 w 90"/>
                <a:gd name="T9" fmla="*/ 85 h 267"/>
                <a:gd name="T10" fmla="*/ 26 w 90"/>
                <a:gd name="T11" fmla="*/ 85 h 267"/>
                <a:gd name="T12" fmla="*/ 60 w 90"/>
                <a:gd name="T13" fmla="*/ 52 h 267"/>
                <a:gd name="T14" fmla="*/ 60 w 90"/>
                <a:gd name="T15" fmla="*/ 252 h 267"/>
                <a:gd name="T16" fmla="*/ 74 w 90"/>
                <a:gd name="T17" fmla="*/ 266 h 267"/>
                <a:gd name="T18" fmla="*/ 89 w 90"/>
                <a:gd name="T19" fmla="*/ 252 h 267"/>
                <a:gd name="T20" fmla="*/ 89 w 90"/>
                <a:gd name="T21" fmla="*/ 16 h 267"/>
                <a:gd name="T22" fmla="*/ 80 w 90"/>
                <a:gd name="T23" fmla="*/ 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7">
                  <a:moveTo>
                    <a:pt x="80" y="2"/>
                  </a:moveTo>
                  <a:lnTo>
                    <a:pt x="80" y="2"/>
                  </a:lnTo>
                  <a:cubicBezTo>
                    <a:pt x="74" y="0"/>
                    <a:pt x="69" y="0"/>
                    <a:pt x="64" y="6"/>
                  </a:cubicBezTo>
                  <a:cubicBezTo>
                    <a:pt x="5" y="64"/>
                    <a:pt x="5" y="64"/>
                    <a:pt x="5" y="64"/>
                  </a:cubicBezTo>
                  <a:cubicBezTo>
                    <a:pt x="0" y="70"/>
                    <a:pt x="0" y="79"/>
                    <a:pt x="5" y="85"/>
                  </a:cubicBezTo>
                  <a:cubicBezTo>
                    <a:pt x="11" y="90"/>
                    <a:pt x="20" y="90"/>
                    <a:pt x="26" y="85"/>
                  </a:cubicBezTo>
                  <a:cubicBezTo>
                    <a:pt x="60" y="52"/>
                    <a:pt x="60" y="52"/>
                    <a:pt x="60" y="52"/>
                  </a:cubicBezTo>
                  <a:cubicBezTo>
                    <a:pt x="60" y="252"/>
                    <a:pt x="60" y="252"/>
                    <a:pt x="60" y="252"/>
                  </a:cubicBezTo>
                  <a:cubicBezTo>
                    <a:pt x="60" y="260"/>
                    <a:pt x="66" y="266"/>
                    <a:pt x="74" y="266"/>
                  </a:cubicBezTo>
                  <a:cubicBezTo>
                    <a:pt x="82" y="266"/>
                    <a:pt x="89" y="260"/>
                    <a:pt x="89" y="252"/>
                  </a:cubicBezTo>
                  <a:cubicBezTo>
                    <a:pt x="89" y="16"/>
                    <a:pt x="89" y="16"/>
                    <a:pt x="89" y="16"/>
                  </a:cubicBezTo>
                  <a:cubicBezTo>
                    <a:pt x="89" y="10"/>
                    <a:pt x="85" y="5"/>
                    <a:pt x="80"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7" name="Freeform 476">
              <a:extLst>
                <a:ext uri="{FF2B5EF4-FFF2-40B4-BE49-F238E27FC236}">
                  <a16:creationId xmlns:a16="http://schemas.microsoft.com/office/drawing/2014/main" id="{7E6A28ED-5C91-3508-A543-DE4CEC8FA28B}"/>
                </a:ext>
              </a:extLst>
            </p:cNvPr>
            <p:cNvSpPr>
              <a:spLocks noChangeArrowheads="1"/>
            </p:cNvSpPr>
            <p:nvPr/>
          </p:nvSpPr>
          <p:spPr bwMode="auto">
            <a:xfrm>
              <a:off x="9785350" y="1692275"/>
              <a:ext cx="255588" cy="244475"/>
            </a:xfrm>
            <a:custGeom>
              <a:avLst/>
              <a:gdLst>
                <a:gd name="T0" fmla="*/ 44 w 708"/>
                <a:gd name="T1" fmla="*/ 678 h 679"/>
                <a:gd name="T2" fmla="*/ 44 w 708"/>
                <a:gd name="T3" fmla="*/ 678 h 679"/>
                <a:gd name="T4" fmla="*/ 663 w 708"/>
                <a:gd name="T5" fmla="*/ 678 h 679"/>
                <a:gd name="T6" fmla="*/ 707 w 708"/>
                <a:gd name="T7" fmla="*/ 634 h 679"/>
                <a:gd name="T8" fmla="*/ 707 w 708"/>
                <a:gd name="T9" fmla="*/ 221 h 679"/>
                <a:gd name="T10" fmla="*/ 707 w 708"/>
                <a:gd name="T11" fmla="*/ 221 h 679"/>
                <a:gd name="T12" fmla="*/ 707 w 708"/>
                <a:gd name="T13" fmla="*/ 221 h 679"/>
                <a:gd name="T14" fmla="*/ 707 w 708"/>
                <a:gd name="T15" fmla="*/ 104 h 679"/>
                <a:gd name="T16" fmla="*/ 663 w 708"/>
                <a:gd name="T17" fmla="*/ 59 h 679"/>
                <a:gd name="T18" fmla="*/ 575 w 708"/>
                <a:gd name="T19" fmla="*/ 59 h 679"/>
                <a:gd name="T20" fmla="*/ 530 w 708"/>
                <a:gd name="T21" fmla="*/ 59 h 679"/>
                <a:gd name="T22" fmla="*/ 530 w 708"/>
                <a:gd name="T23" fmla="*/ 15 h 679"/>
                <a:gd name="T24" fmla="*/ 517 w 708"/>
                <a:gd name="T25" fmla="*/ 0 h 679"/>
                <a:gd name="T26" fmla="*/ 501 w 708"/>
                <a:gd name="T27" fmla="*/ 15 h 679"/>
                <a:gd name="T28" fmla="*/ 501 w 708"/>
                <a:gd name="T29" fmla="*/ 59 h 679"/>
                <a:gd name="T30" fmla="*/ 207 w 708"/>
                <a:gd name="T31" fmla="*/ 59 h 679"/>
                <a:gd name="T32" fmla="*/ 207 w 708"/>
                <a:gd name="T33" fmla="*/ 15 h 679"/>
                <a:gd name="T34" fmla="*/ 192 w 708"/>
                <a:gd name="T35" fmla="*/ 0 h 679"/>
                <a:gd name="T36" fmla="*/ 177 w 708"/>
                <a:gd name="T37" fmla="*/ 15 h 679"/>
                <a:gd name="T38" fmla="*/ 177 w 708"/>
                <a:gd name="T39" fmla="*/ 59 h 679"/>
                <a:gd name="T40" fmla="*/ 133 w 708"/>
                <a:gd name="T41" fmla="*/ 59 h 679"/>
                <a:gd name="T42" fmla="*/ 44 w 708"/>
                <a:gd name="T43" fmla="*/ 59 h 679"/>
                <a:gd name="T44" fmla="*/ 0 w 708"/>
                <a:gd name="T45" fmla="*/ 104 h 679"/>
                <a:gd name="T46" fmla="*/ 0 w 708"/>
                <a:gd name="T47" fmla="*/ 634 h 679"/>
                <a:gd name="T48" fmla="*/ 44 w 708"/>
                <a:gd name="T49" fmla="*/ 678 h 679"/>
                <a:gd name="T50" fmla="*/ 674 w 708"/>
                <a:gd name="T51" fmla="*/ 645 h 679"/>
                <a:gd name="T52" fmla="*/ 674 w 708"/>
                <a:gd name="T53" fmla="*/ 645 h 679"/>
                <a:gd name="T54" fmla="*/ 663 w 708"/>
                <a:gd name="T55" fmla="*/ 649 h 679"/>
                <a:gd name="T56" fmla="*/ 44 w 708"/>
                <a:gd name="T57" fmla="*/ 649 h 679"/>
                <a:gd name="T58" fmla="*/ 34 w 708"/>
                <a:gd name="T59" fmla="*/ 645 h 679"/>
                <a:gd name="T60" fmla="*/ 30 w 708"/>
                <a:gd name="T61" fmla="*/ 634 h 679"/>
                <a:gd name="T62" fmla="*/ 30 w 708"/>
                <a:gd name="T63" fmla="*/ 236 h 679"/>
                <a:gd name="T64" fmla="*/ 678 w 708"/>
                <a:gd name="T65" fmla="*/ 236 h 679"/>
                <a:gd name="T66" fmla="*/ 678 w 708"/>
                <a:gd name="T67" fmla="*/ 634 h 679"/>
                <a:gd name="T68" fmla="*/ 674 w 708"/>
                <a:gd name="T69" fmla="*/ 645 h 679"/>
                <a:gd name="T70" fmla="*/ 34 w 708"/>
                <a:gd name="T71" fmla="*/ 94 h 679"/>
                <a:gd name="T72" fmla="*/ 34 w 708"/>
                <a:gd name="T73" fmla="*/ 94 h 679"/>
                <a:gd name="T74" fmla="*/ 44 w 708"/>
                <a:gd name="T75" fmla="*/ 88 h 679"/>
                <a:gd name="T76" fmla="*/ 133 w 708"/>
                <a:gd name="T77" fmla="*/ 88 h 679"/>
                <a:gd name="T78" fmla="*/ 177 w 708"/>
                <a:gd name="T79" fmla="*/ 88 h 679"/>
                <a:gd name="T80" fmla="*/ 177 w 708"/>
                <a:gd name="T81" fmla="*/ 133 h 679"/>
                <a:gd name="T82" fmla="*/ 192 w 708"/>
                <a:gd name="T83" fmla="*/ 148 h 679"/>
                <a:gd name="T84" fmla="*/ 207 w 708"/>
                <a:gd name="T85" fmla="*/ 133 h 679"/>
                <a:gd name="T86" fmla="*/ 207 w 708"/>
                <a:gd name="T87" fmla="*/ 88 h 679"/>
                <a:gd name="T88" fmla="*/ 501 w 708"/>
                <a:gd name="T89" fmla="*/ 88 h 679"/>
                <a:gd name="T90" fmla="*/ 501 w 708"/>
                <a:gd name="T91" fmla="*/ 133 h 679"/>
                <a:gd name="T92" fmla="*/ 517 w 708"/>
                <a:gd name="T93" fmla="*/ 148 h 679"/>
                <a:gd name="T94" fmla="*/ 530 w 708"/>
                <a:gd name="T95" fmla="*/ 133 h 679"/>
                <a:gd name="T96" fmla="*/ 530 w 708"/>
                <a:gd name="T97" fmla="*/ 88 h 679"/>
                <a:gd name="T98" fmla="*/ 575 w 708"/>
                <a:gd name="T99" fmla="*/ 88 h 679"/>
                <a:gd name="T100" fmla="*/ 663 w 708"/>
                <a:gd name="T101" fmla="*/ 88 h 679"/>
                <a:gd name="T102" fmla="*/ 674 w 708"/>
                <a:gd name="T103" fmla="*/ 94 h 679"/>
                <a:gd name="T104" fmla="*/ 678 w 708"/>
                <a:gd name="T105" fmla="*/ 104 h 679"/>
                <a:gd name="T106" fmla="*/ 678 w 708"/>
                <a:gd name="T107" fmla="*/ 207 h 679"/>
                <a:gd name="T108" fmla="*/ 30 w 708"/>
                <a:gd name="T109" fmla="*/ 207 h 679"/>
                <a:gd name="T110" fmla="*/ 30 w 708"/>
                <a:gd name="T111" fmla="*/ 104 h 679"/>
                <a:gd name="T112" fmla="*/ 34 w 708"/>
                <a:gd name="T113" fmla="*/ 9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8" h="679">
                  <a:moveTo>
                    <a:pt x="44" y="678"/>
                  </a:moveTo>
                  <a:lnTo>
                    <a:pt x="44" y="678"/>
                  </a:lnTo>
                  <a:cubicBezTo>
                    <a:pt x="663" y="678"/>
                    <a:pt x="663" y="678"/>
                    <a:pt x="663" y="678"/>
                  </a:cubicBezTo>
                  <a:cubicBezTo>
                    <a:pt x="688" y="678"/>
                    <a:pt x="707" y="659"/>
                    <a:pt x="707" y="634"/>
                  </a:cubicBezTo>
                  <a:cubicBezTo>
                    <a:pt x="707" y="221"/>
                    <a:pt x="707" y="221"/>
                    <a:pt x="707" y="221"/>
                  </a:cubicBezTo>
                  <a:lnTo>
                    <a:pt x="707" y="221"/>
                  </a:lnTo>
                  <a:lnTo>
                    <a:pt x="707" y="221"/>
                  </a:lnTo>
                  <a:cubicBezTo>
                    <a:pt x="707" y="104"/>
                    <a:pt x="707" y="104"/>
                    <a:pt x="707" y="104"/>
                  </a:cubicBezTo>
                  <a:cubicBezTo>
                    <a:pt x="707" y="79"/>
                    <a:pt x="688" y="59"/>
                    <a:pt x="663" y="59"/>
                  </a:cubicBezTo>
                  <a:cubicBezTo>
                    <a:pt x="575" y="59"/>
                    <a:pt x="575" y="59"/>
                    <a:pt x="575" y="59"/>
                  </a:cubicBezTo>
                  <a:cubicBezTo>
                    <a:pt x="530" y="59"/>
                    <a:pt x="530" y="59"/>
                    <a:pt x="530" y="59"/>
                  </a:cubicBezTo>
                  <a:cubicBezTo>
                    <a:pt x="530" y="15"/>
                    <a:pt x="530" y="15"/>
                    <a:pt x="530" y="15"/>
                  </a:cubicBezTo>
                  <a:cubicBezTo>
                    <a:pt x="530" y="7"/>
                    <a:pt x="523" y="0"/>
                    <a:pt x="517" y="0"/>
                  </a:cubicBezTo>
                  <a:cubicBezTo>
                    <a:pt x="508" y="0"/>
                    <a:pt x="501" y="7"/>
                    <a:pt x="501" y="15"/>
                  </a:cubicBezTo>
                  <a:cubicBezTo>
                    <a:pt x="501" y="59"/>
                    <a:pt x="501" y="59"/>
                    <a:pt x="501" y="59"/>
                  </a:cubicBezTo>
                  <a:cubicBezTo>
                    <a:pt x="207" y="59"/>
                    <a:pt x="207" y="59"/>
                    <a:pt x="207" y="59"/>
                  </a:cubicBezTo>
                  <a:cubicBezTo>
                    <a:pt x="207" y="15"/>
                    <a:pt x="207" y="15"/>
                    <a:pt x="207" y="15"/>
                  </a:cubicBezTo>
                  <a:cubicBezTo>
                    <a:pt x="207" y="7"/>
                    <a:pt x="200" y="0"/>
                    <a:pt x="192" y="0"/>
                  </a:cubicBezTo>
                  <a:cubicBezTo>
                    <a:pt x="184" y="0"/>
                    <a:pt x="177" y="7"/>
                    <a:pt x="177" y="15"/>
                  </a:cubicBezTo>
                  <a:cubicBezTo>
                    <a:pt x="177" y="59"/>
                    <a:pt x="177" y="59"/>
                    <a:pt x="177" y="59"/>
                  </a:cubicBezTo>
                  <a:cubicBezTo>
                    <a:pt x="133" y="59"/>
                    <a:pt x="133" y="59"/>
                    <a:pt x="133" y="59"/>
                  </a:cubicBezTo>
                  <a:cubicBezTo>
                    <a:pt x="44" y="59"/>
                    <a:pt x="44" y="59"/>
                    <a:pt x="44" y="59"/>
                  </a:cubicBezTo>
                  <a:cubicBezTo>
                    <a:pt x="21" y="59"/>
                    <a:pt x="0" y="79"/>
                    <a:pt x="0" y="104"/>
                  </a:cubicBezTo>
                  <a:cubicBezTo>
                    <a:pt x="0" y="634"/>
                    <a:pt x="0" y="634"/>
                    <a:pt x="0" y="634"/>
                  </a:cubicBezTo>
                  <a:cubicBezTo>
                    <a:pt x="0" y="659"/>
                    <a:pt x="21" y="678"/>
                    <a:pt x="44" y="678"/>
                  </a:cubicBezTo>
                  <a:close/>
                  <a:moveTo>
                    <a:pt x="674" y="645"/>
                  </a:moveTo>
                  <a:lnTo>
                    <a:pt x="674" y="645"/>
                  </a:lnTo>
                  <a:cubicBezTo>
                    <a:pt x="671" y="648"/>
                    <a:pt x="667" y="649"/>
                    <a:pt x="663" y="649"/>
                  </a:cubicBezTo>
                  <a:cubicBezTo>
                    <a:pt x="44" y="649"/>
                    <a:pt x="44" y="649"/>
                    <a:pt x="44" y="649"/>
                  </a:cubicBezTo>
                  <a:cubicBezTo>
                    <a:pt x="40" y="649"/>
                    <a:pt x="37" y="648"/>
                    <a:pt x="34" y="645"/>
                  </a:cubicBezTo>
                  <a:cubicBezTo>
                    <a:pt x="32" y="642"/>
                    <a:pt x="30" y="638"/>
                    <a:pt x="30" y="634"/>
                  </a:cubicBezTo>
                  <a:cubicBezTo>
                    <a:pt x="30" y="236"/>
                    <a:pt x="30" y="236"/>
                    <a:pt x="30" y="236"/>
                  </a:cubicBezTo>
                  <a:cubicBezTo>
                    <a:pt x="678" y="236"/>
                    <a:pt x="678" y="236"/>
                    <a:pt x="678" y="236"/>
                  </a:cubicBezTo>
                  <a:cubicBezTo>
                    <a:pt x="678" y="634"/>
                    <a:pt x="678" y="634"/>
                    <a:pt x="678" y="634"/>
                  </a:cubicBezTo>
                  <a:cubicBezTo>
                    <a:pt x="678" y="638"/>
                    <a:pt x="677" y="642"/>
                    <a:pt x="674" y="645"/>
                  </a:cubicBezTo>
                  <a:close/>
                  <a:moveTo>
                    <a:pt x="34" y="94"/>
                  </a:moveTo>
                  <a:lnTo>
                    <a:pt x="34" y="94"/>
                  </a:lnTo>
                  <a:cubicBezTo>
                    <a:pt x="37" y="91"/>
                    <a:pt x="40" y="88"/>
                    <a:pt x="44" y="88"/>
                  </a:cubicBezTo>
                  <a:cubicBezTo>
                    <a:pt x="133" y="88"/>
                    <a:pt x="133" y="88"/>
                    <a:pt x="133" y="88"/>
                  </a:cubicBezTo>
                  <a:cubicBezTo>
                    <a:pt x="177" y="88"/>
                    <a:pt x="177" y="88"/>
                    <a:pt x="177" y="88"/>
                  </a:cubicBezTo>
                  <a:cubicBezTo>
                    <a:pt x="177" y="133"/>
                    <a:pt x="177" y="133"/>
                    <a:pt x="177" y="133"/>
                  </a:cubicBezTo>
                  <a:cubicBezTo>
                    <a:pt x="177" y="141"/>
                    <a:pt x="184" y="148"/>
                    <a:pt x="192" y="148"/>
                  </a:cubicBezTo>
                  <a:cubicBezTo>
                    <a:pt x="200" y="148"/>
                    <a:pt x="207" y="141"/>
                    <a:pt x="207" y="133"/>
                  </a:cubicBezTo>
                  <a:cubicBezTo>
                    <a:pt x="207" y="88"/>
                    <a:pt x="207" y="88"/>
                    <a:pt x="207" y="88"/>
                  </a:cubicBezTo>
                  <a:cubicBezTo>
                    <a:pt x="501" y="88"/>
                    <a:pt x="501" y="88"/>
                    <a:pt x="501" y="88"/>
                  </a:cubicBezTo>
                  <a:cubicBezTo>
                    <a:pt x="501" y="133"/>
                    <a:pt x="501" y="133"/>
                    <a:pt x="501" y="133"/>
                  </a:cubicBezTo>
                  <a:cubicBezTo>
                    <a:pt x="501" y="141"/>
                    <a:pt x="508" y="148"/>
                    <a:pt x="517" y="148"/>
                  </a:cubicBezTo>
                  <a:cubicBezTo>
                    <a:pt x="523" y="148"/>
                    <a:pt x="530" y="141"/>
                    <a:pt x="530" y="133"/>
                  </a:cubicBezTo>
                  <a:cubicBezTo>
                    <a:pt x="530" y="88"/>
                    <a:pt x="530" y="88"/>
                    <a:pt x="530" y="88"/>
                  </a:cubicBezTo>
                  <a:cubicBezTo>
                    <a:pt x="575" y="88"/>
                    <a:pt x="575" y="88"/>
                    <a:pt x="575" y="88"/>
                  </a:cubicBezTo>
                  <a:cubicBezTo>
                    <a:pt x="663" y="88"/>
                    <a:pt x="663" y="88"/>
                    <a:pt x="663" y="88"/>
                  </a:cubicBezTo>
                  <a:cubicBezTo>
                    <a:pt x="667" y="88"/>
                    <a:pt x="671" y="91"/>
                    <a:pt x="674" y="94"/>
                  </a:cubicBezTo>
                  <a:cubicBezTo>
                    <a:pt x="677" y="97"/>
                    <a:pt x="678" y="100"/>
                    <a:pt x="678" y="104"/>
                  </a:cubicBezTo>
                  <a:cubicBezTo>
                    <a:pt x="678" y="207"/>
                    <a:pt x="678" y="207"/>
                    <a:pt x="678" y="207"/>
                  </a:cubicBezTo>
                  <a:cubicBezTo>
                    <a:pt x="30" y="207"/>
                    <a:pt x="30" y="207"/>
                    <a:pt x="30" y="207"/>
                  </a:cubicBezTo>
                  <a:cubicBezTo>
                    <a:pt x="30" y="104"/>
                    <a:pt x="30" y="104"/>
                    <a:pt x="30" y="104"/>
                  </a:cubicBezTo>
                  <a:cubicBezTo>
                    <a:pt x="30" y="100"/>
                    <a:pt x="32" y="97"/>
                    <a:pt x="34" y="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78" name="Group 580">
            <a:extLst>
              <a:ext uri="{FF2B5EF4-FFF2-40B4-BE49-F238E27FC236}">
                <a16:creationId xmlns:a16="http://schemas.microsoft.com/office/drawing/2014/main" id="{5AC7AB63-9631-2854-27D7-32372146E2B8}"/>
              </a:ext>
            </a:extLst>
          </p:cNvPr>
          <p:cNvGrpSpPr/>
          <p:nvPr/>
        </p:nvGrpSpPr>
        <p:grpSpPr>
          <a:xfrm>
            <a:off x="4915420" y="5193928"/>
            <a:ext cx="271463" cy="265112"/>
            <a:chOff x="3759200" y="5494338"/>
            <a:chExt cx="271463" cy="265112"/>
          </a:xfrm>
          <a:solidFill>
            <a:schemeClr val="tx2"/>
          </a:solidFill>
        </p:grpSpPr>
        <p:sp>
          <p:nvSpPr>
            <p:cNvPr id="579" name="Freeform 403">
              <a:extLst>
                <a:ext uri="{FF2B5EF4-FFF2-40B4-BE49-F238E27FC236}">
                  <a16:creationId xmlns:a16="http://schemas.microsoft.com/office/drawing/2014/main" id="{EA85B7B2-07A4-67F4-D198-FF9B8CA9210A}"/>
                </a:ext>
              </a:extLst>
            </p:cNvPr>
            <p:cNvSpPr>
              <a:spLocks noChangeArrowheads="1"/>
            </p:cNvSpPr>
            <p:nvPr/>
          </p:nvSpPr>
          <p:spPr bwMode="auto">
            <a:xfrm>
              <a:off x="3913188" y="5641975"/>
              <a:ext cx="117475" cy="117475"/>
            </a:xfrm>
            <a:custGeom>
              <a:avLst/>
              <a:gdLst>
                <a:gd name="T0" fmla="*/ 161 w 325"/>
                <a:gd name="T1" fmla="*/ 0 h 326"/>
                <a:gd name="T2" fmla="*/ 161 w 325"/>
                <a:gd name="T3" fmla="*/ 0 h 326"/>
                <a:gd name="T4" fmla="*/ 0 w 325"/>
                <a:gd name="T5" fmla="*/ 162 h 326"/>
                <a:gd name="T6" fmla="*/ 161 w 325"/>
                <a:gd name="T7" fmla="*/ 325 h 326"/>
                <a:gd name="T8" fmla="*/ 324 w 325"/>
                <a:gd name="T9" fmla="*/ 162 h 326"/>
                <a:gd name="T10" fmla="*/ 161 w 325"/>
                <a:gd name="T11" fmla="*/ 0 h 326"/>
                <a:gd name="T12" fmla="*/ 255 w 325"/>
                <a:gd name="T13" fmla="*/ 256 h 326"/>
                <a:gd name="T14" fmla="*/ 255 w 325"/>
                <a:gd name="T15" fmla="*/ 256 h 326"/>
                <a:gd name="T16" fmla="*/ 161 w 325"/>
                <a:gd name="T17" fmla="*/ 294 h 326"/>
                <a:gd name="T18" fmla="*/ 69 w 325"/>
                <a:gd name="T19" fmla="*/ 256 h 326"/>
                <a:gd name="T20" fmla="*/ 29 w 325"/>
                <a:gd name="T21" fmla="*/ 162 h 326"/>
                <a:gd name="T22" fmla="*/ 69 w 325"/>
                <a:gd name="T23" fmla="*/ 69 h 326"/>
                <a:gd name="T24" fmla="*/ 161 w 325"/>
                <a:gd name="T25" fmla="*/ 29 h 326"/>
                <a:gd name="T26" fmla="*/ 255 w 325"/>
                <a:gd name="T27" fmla="*/ 69 h 326"/>
                <a:gd name="T28" fmla="*/ 294 w 325"/>
                <a:gd name="T29" fmla="*/ 162 h 326"/>
                <a:gd name="T30" fmla="*/ 255 w 325"/>
                <a:gd name="T31" fmla="*/ 256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5" h="326">
                  <a:moveTo>
                    <a:pt x="161" y="0"/>
                  </a:moveTo>
                  <a:lnTo>
                    <a:pt x="161" y="0"/>
                  </a:lnTo>
                  <a:cubicBezTo>
                    <a:pt x="73" y="0"/>
                    <a:pt x="0" y="73"/>
                    <a:pt x="0" y="162"/>
                  </a:cubicBezTo>
                  <a:cubicBezTo>
                    <a:pt x="0" y="252"/>
                    <a:pt x="73" y="325"/>
                    <a:pt x="161" y="325"/>
                  </a:cubicBezTo>
                  <a:cubicBezTo>
                    <a:pt x="251" y="325"/>
                    <a:pt x="324" y="252"/>
                    <a:pt x="324" y="162"/>
                  </a:cubicBezTo>
                  <a:cubicBezTo>
                    <a:pt x="324" y="73"/>
                    <a:pt x="251" y="0"/>
                    <a:pt x="161" y="0"/>
                  </a:cubicBezTo>
                  <a:close/>
                  <a:moveTo>
                    <a:pt x="255" y="256"/>
                  </a:moveTo>
                  <a:lnTo>
                    <a:pt x="255" y="256"/>
                  </a:lnTo>
                  <a:cubicBezTo>
                    <a:pt x="232" y="281"/>
                    <a:pt x="199" y="294"/>
                    <a:pt x="161" y="294"/>
                  </a:cubicBezTo>
                  <a:cubicBezTo>
                    <a:pt x="125" y="294"/>
                    <a:pt x="92" y="281"/>
                    <a:pt x="69" y="256"/>
                  </a:cubicBezTo>
                  <a:cubicBezTo>
                    <a:pt x="44" y="232"/>
                    <a:pt x="29" y="199"/>
                    <a:pt x="29" y="162"/>
                  </a:cubicBezTo>
                  <a:cubicBezTo>
                    <a:pt x="29" y="126"/>
                    <a:pt x="44" y="93"/>
                    <a:pt x="69" y="69"/>
                  </a:cubicBezTo>
                  <a:cubicBezTo>
                    <a:pt x="92" y="44"/>
                    <a:pt x="125" y="29"/>
                    <a:pt x="161" y="29"/>
                  </a:cubicBezTo>
                  <a:cubicBezTo>
                    <a:pt x="199" y="29"/>
                    <a:pt x="232" y="44"/>
                    <a:pt x="255" y="69"/>
                  </a:cubicBezTo>
                  <a:cubicBezTo>
                    <a:pt x="280" y="93"/>
                    <a:pt x="294" y="126"/>
                    <a:pt x="294" y="162"/>
                  </a:cubicBezTo>
                  <a:cubicBezTo>
                    <a:pt x="294" y="199"/>
                    <a:pt x="280" y="232"/>
                    <a:pt x="255"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0" name="Freeform 404">
              <a:extLst>
                <a:ext uri="{FF2B5EF4-FFF2-40B4-BE49-F238E27FC236}">
                  <a16:creationId xmlns:a16="http://schemas.microsoft.com/office/drawing/2014/main" id="{3D040A0B-7719-4B01-7E9E-5EFE99294F63}"/>
                </a:ext>
              </a:extLst>
            </p:cNvPr>
            <p:cNvSpPr>
              <a:spLocks noChangeArrowheads="1"/>
            </p:cNvSpPr>
            <p:nvPr/>
          </p:nvSpPr>
          <p:spPr bwMode="auto">
            <a:xfrm>
              <a:off x="3967163" y="5664200"/>
              <a:ext cx="31750" cy="65088"/>
            </a:xfrm>
            <a:custGeom>
              <a:avLst/>
              <a:gdLst>
                <a:gd name="T0" fmla="*/ 29 w 90"/>
                <a:gd name="T1" fmla="*/ 96 h 179"/>
                <a:gd name="T2" fmla="*/ 29 w 90"/>
                <a:gd name="T3" fmla="*/ 96 h 179"/>
                <a:gd name="T4" fmla="*/ 29 w 90"/>
                <a:gd name="T5" fmla="*/ 13 h 179"/>
                <a:gd name="T6" fmla="*/ 13 w 90"/>
                <a:gd name="T7" fmla="*/ 0 h 179"/>
                <a:gd name="T8" fmla="*/ 0 w 90"/>
                <a:gd name="T9" fmla="*/ 13 h 179"/>
                <a:gd name="T10" fmla="*/ 0 w 90"/>
                <a:gd name="T11" fmla="*/ 102 h 179"/>
                <a:gd name="T12" fmla="*/ 0 w 90"/>
                <a:gd name="T13" fmla="*/ 102 h 179"/>
                <a:gd name="T14" fmla="*/ 1 w 90"/>
                <a:gd name="T15" fmla="*/ 107 h 179"/>
                <a:gd name="T16" fmla="*/ 4 w 90"/>
                <a:gd name="T17" fmla="*/ 113 h 179"/>
                <a:gd name="T18" fmla="*/ 63 w 90"/>
                <a:gd name="T19" fmla="*/ 172 h 179"/>
                <a:gd name="T20" fmla="*/ 84 w 90"/>
                <a:gd name="T21" fmla="*/ 172 h 179"/>
                <a:gd name="T22" fmla="*/ 84 w 90"/>
                <a:gd name="T23" fmla="*/ 152 h 179"/>
                <a:gd name="T24" fmla="*/ 29 w 90"/>
                <a:gd name="T25" fmla="*/ 9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179">
                  <a:moveTo>
                    <a:pt x="29" y="96"/>
                  </a:moveTo>
                  <a:lnTo>
                    <a:pt x="29" y="96"/>
                  </a:lnTo>
                  <a:cubicBezTo>
                    <a:pt x="29" y="13"/>
                    <a:pt x="29" y="13"/>
                    <a:pt x="29" y="13"/>
                  </a:cubicBezTo>
                  <a:cubicBezTo>
                    <a:pt x="29" y="5"/>
                    <a:pt x="22" y="0"/>
                    <a:pt x="13" y="0"/>
                  </a:cubicBezTo>
                  <a:cubicBezTo>
                    <a:pt x="7" y="0"/>
                    <a:pt x="0" y="5"/>
                    <a:pt x="0" y="13"/>
                  </a:cubicBezTo>
                  <a:cubicBezTo>
                    <a:pt x="0" y="102"/>
                    <a:pt x="0" y="102"/>
                    <a:pt x="0" y="102"/>
                  </a:cubicBezTo>
                  <a:lnTo>
                    <a:pt x="0" y="102"/>
                  </a:lnTo>
                  <a:cubicBezTo>
                    <a:pt x="0" y="105"/>
                    <a:pt x="0" y="106"/>
                    <a:pt x="1" y="107"/>
                  </a:cubicBezTo>
                  <a:cubicBezTo>
                    <a:pt x="1" y="110"/>
                    <a:pt x="2" y="112"/>
                    <a:pt x="4" y="113"/>
                  </a:cubicBezTo>
                  <a:cubicBezTo>
                    <a:pt x="63" y="172"/>
                    <a:pt x="63" y="172"/>
                    <a:pt x="63" y="172"/>
                  </a:cubicBezTo>
                  <a:cubicBezTo>
                    <a:pt x="69" y="178"/>
                    <a:pt x="77" y="178"/>
                    <a:pt x="84" y="172"/>
                  </a:cubicBezTo>
                  <a:cubicBezTo>
                    <a:pt x="89" y="165"/>
                    <a:pt x="89" y="157"/>
                    <a:pt x="84" y="152"/>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1" name="Freeform 477">
              <a:extLst>
                <a:ext uri="{FF2B5EF4-FFF2-40B4-BE49-F238E27FC236}">
                  <a16:creationId xmlns:a16="http://schemas.microsoft.com/office/drawing/2014/main" id="{B1DB58AA-37EB-9577-ABE5-7DA3BF0738D7}"/>
                </a:ext>
              </a:extLst>
            </p:cNvPr>
            <p:cNvSpPr>
              <a:spLocks noChangeArrowheads="1"/>
            </p:cNvSpPr>
            <p:nvPr/>
          </p:nvSpPr>
          <p:spPr bwMode="auto">
            <a:xfrm>
              <a:off x="3759200" y="5494338"/>
              <a:ext cx="255588" cy="244475"/>
            </a:xfrm>
            <a:custGeom>
              <a:avLst/>
              <a:gdLst>
                <a:gd name="T0" fmla="*/ 707 w 708"/>
                <a:gd name="T1" fmla="*/ 221 h 679"/>
                <a:gd name="T2" fmla="*/ 707 w 708"/>
                <a:gd name="T3" fmla="*/ 221 h 679"/>
                <a:gd name="T4" fmla="*/ 707 w 708"/>
                <a:gd name="T5" fmla="*/ 104 h 679"/>
                <a:gd name="T6" fmla="*/ 663 w 708"/>
                <a:gd name="T7" fmla="*/ 60 h 679"/>
                <a:gd name="T8" fmla="*/ 575 w 708"/>
                <a:gd name="T9" fmla="*/ 60 h 679"/>
                <a:gd name="T10" fmla="*/ 530 w 708"/>
                <a:gd name="T11" fmla="*/ 60 h 679"/>
                <a:gd name="T12" fmla="*/ 530 w 708"/>
                <a:gd name="T13" fmla="*/ 15 h 679"/>
                <a:gd name="T14" fmla="*/ 515 w 708"/>
                <a:gd name="T15" fmla="*/ 0 h 679"/>
                <a:gd name="T16" fmla="*/ 500 w 708"/>
                <a:gd name="T17" fmla="*/ 15 h 679"/>
                <a:gd name="T18" fmla="*/ 500 w 708"/>
                <a:gd name="T19" fmla="*/ 60 h 679"/>
                <a:gd name="T20" fmla="*/ 206 w 708"/>
                <a:gd name="T21" fmla="*/ 60 h 679"/>
                <a:gd name="T22" fmla="*/ 206 w 708"/>
                <a:gd name="T23" fmla="*/ 15 h 679"/>
                <a:gd name="T24" fmla="*/ 191 w 708"/>
                <a:gd name="T25" fmla="*/ 0 h 679"/>
                <a:gd name="T26" fmla="*/ 177 w 708"/>
                <a:gd name="T27" fmla="*/ 15 h 679"/>
                <a:gd name="T28" fmla="*/ 177 w 708"/>
                <a:gd name="T29" fmla="*/ 60 h 679"/>
                <a:gd name="T30" fmla="*/ 133 w 708"/>
                <a:gd name="T31" fmla="*/ 60 h 679"/>
                <a:gd name="T32" fmla="*/ 44 w 708"/>
                <a:gd name="T33" fmla="*/ 60 h 679"/>
                <a:gd name="T34" fmla="*/ 0 w 708"/>
                <a:gd name="T35" fmla="*/ 104 h 679"/>
                <a:gd name="T36" fmla="*/ 0 w 708"/>
                <a:gd name="T37" fmla="*/ 634 h 679"/>
                <a:gd name="T38" fmla="*/ 44 w 708"/>
                <a:gd name="T39" fmla="*/ 678 h 679"/>
                <a:gd name="T40" fmla="*/ 366 w 708"/>
                <a:gd name="T41" fmla="*/ 678 h 679"/>
                <a:gd name="T42" fmla="*/ 381 w 708"/>
                <a:gd name="T43" fmla="*/ 663 h 679"/>
                <a:gd name="T44" fmla="*/ 366 w 708"/>
                <a:gd name="T45" fmla="*/ 649 h 679"/>
                <a:gd name="T46" fmla="*/ 366 w 708"/>
                <a:gd name="T47" fmla="*/ 649 h 679"/>
                <a:gd name="T48" fmla="*/ 44 w 708"/>
                <a:gd name="T49" fmla="*/ 649 h 679"/>
                <a:gd name="T50" fmla="*/ 33 w 708"/>
                <a:gd name="T51" fmla="*/ 645 h 679"/>
                <a:gd name="T52" fmla="*/ 29 w 708"/>
                <a:gd name="T53" fmla="*/ 634 h 679"/>
                <a:gd name="T54" fmla="*/ 29 w 708"/>
                <a:gd name="T55" fmla="*/ 236 h 679"/>
                <a:gd name="T56" fmla="*/ 677 w 708"/>
                <a:gd name="T57" fmla="*/ 236 h 679"/>
                <a:gd name="T58" fmla="*/ 677 w 708"/>
                <a:gd name="T59" fmla="*/ 365 h 679"/>
                <a:gd name="T60" fmla="*/ 692 w 708"/>
                <a:gd name="T61" fmla="*/ 380 h 679"/>
                <a:gd name="T62" fmla="*/ 707 w 708"/>
                <a:gd name="T63" fmla="*/ 365 h 679"/>
                <a:gd name="T64" fmla="*/ 707 w 708"/>
                <a:gd name="T65" fmla="*/ 221 h 679"/>
                <a:gd name="T66" fmla="*/ 29 w 708"/>
                <a:gd name="T67" fmla="*/ 207 h 679"/>
                <a:gd name="T68" fmla="*/ 29 w 708"/>
                <a:gd name="T69" fmla="*/ 207 h 679"/>
                <a:gd name="T70" fmla="*/ 29 w 708"/>
                <a:gd name="T71" fmla="*/ 104 h 679"/>
                <a:gd name="T72" fmla="*/ 33 w 708"/>
                <a:gd name="T73" fmla="*/ 94 h 679"/>
                <a:gd name="T74" fmla="*/ 44 w 708"/>
                <a:gd name="T75" fmla="*/ 89 h 679"/>
                <a:gd name="T76" fmla="*/ 133 w 708"/>
                <a:gd name="T77" fmla="*/ 89 h 679"/>
                <a:gd name="T78" fmla="*/ 177 w 708"/>
                <a:gd name="T79" fmla="*/ 89 h 679"/>
                <a:gd name="T80" fmla="*/ 177 w 708"/>
                <a:gd name="T81" fmla="*/ 133 h 679"/>
                <a:gd name="T82" fmla="*/ 191 w 708"/>
                <a:gd name="T83" fmla="*/ 148 h 679"/>
                <a:gd name="T84" fmla="*/ 206 w 708"/>
                <a:gd name="T85" fmla="*/ 133 h 679"/>
                <a:gd name="T86" fmla="*/ 206 w 708"/>
                <a:gd name="T87" fmla="*/ 89 h 679"/>
                <a:gd name="T88" fmla="*/ 500 w 708"/>
                <a:gd name="T89" fmla="*/ 89 h 679"/>
                <a:gd name="T90" fmla="*/ 500 w 708"/>
                <a:gd name="T91" fmla="*/ 133 h 679"/>
                <a:gd name="T92" fmla="*/ 515 w 708"/>
                <a:gd name="T93" fmla="*/ 148 h 679"/>
                <a:gd name="T94" fmla="*/ 530 w 708"/>
                <a:gd name="T95" fmla="*/ 133 h 679"/>
                <a:gd name="T96" fmla="*/ 530 w 708"/>
                <a:gd name="T97" fmla="*/ 89 h 679"/>
                <a:gd name="T98" fmla="*/ 575 w 708"/>
                <a:gd name="T99" fmla="*/ 89 h 679"/>
                <a:gd name="T100" fmla="*/ 663 w 708"/>
                <a:gd name="T101" fmla="*/ 89 h 679"/>
                <a:gd name="T102" fmla="*/ 673 w 708"/>
                <a:gd name="T103" fmla="*/ 94 h 679"/>
                <a:gd name="T104" fmla="*/ 677 w 708"/>
                <a:gd name="T105" fmla="*/ 104 h 679"/>
                <a:gd name="T106" fmla="*/ 677 w 708"/>
                <a:gd name="T107" fmla="*/ 207 h 679"/>
                <a:gd name="T108" fmla="*/ 29 w 708"/>
                <a:gd name="T109" fmla="*/ 207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9">
                  <a:moveTo>
                    <a:pt x="707" y="221"/>
                  </a:moveTo>
                  <a:lnTo>
                    <a:pt x="707" y="221"/>
                  </a:lnTo>
                  <a:cubicBezTo>
                    <a:pt x="707" y="104"/>
                    <a:pt x="707" y="104"/>
                    <a:pt x="707" y="104"/>
                  </a:cubicBezTo>
                  <a:cubicBezTo>
                    <a:pt x="707" y="79"/>
                    <a:pt x="686" y="60"/>
                    <a:pt x="663" y="60"/>
                  </a:cubicBezTo>
                  <a:cubicBezTo>
                    <a:pt x="575" y="60"/>
                    <a:pt x="575" y="60"/>
                    <a:pt x="575" y="60"/>
                  </a:cubicBezTo>
                  <a:cubicBezTo>
                    <a:pt x="530" y="60"/>
                    <a:pt x="530" y="60"/>
                    <a:pt x="530" y="60"/>
                  </a:cubicBezTo>
                  <a:cubicBezTo>
                    <a:pt x="530" y="15"/>
                    <a:pt x="530" y="15"/>
                    <a:pt x="530" y="15"/>
                  </a:cubicBezTo>
                  <a:cubicBezTo>
                    <a:pt x="530" y="7"/>
                    <a:pt x="523" y="0"/>
                    <a:pt x="515" y="0"/>
                  </a:cubicBezTo>
                  <a:cubicBezTo>
                    <a:pt x="507" y="0"/>
                    <a:pt x="500" y="7"/>
                    <a:pt x="500" y="15"/>
                  </a:cubicBezTo>
                  <a:cubicBezTo>
                    <a:pt x="500" y="60"/>
                    <a:pt x="500" y="60"/>
                    <a:pt x="500" y="60"/>
                  </a:cubicBezTo>
                  <a:cubicBezTo>
                    <a:pt x="206" y="60"/>
                    <a:pt x="206" y="60"/>
                    <a:pt x="206" y="60"/>
                  </a:cubicBezTo>
                  <a:cubicBezTo>
                    <a:pt x="206" y="15"/>
                    <a:pt x="206" y="15"/>
                    <a:pt x="206" y="15"/>
                  </a:cubicBezTo>
                  <a:cubicBezTo>
                    <a:pt x="206" y="7"/>
                    <a:pt x="199" y="0"/>
                    <a:pt x="191" y="0"/>
                  </a:cubicBezTo>
                  <a:cubicBezTo>
                    <a:pt x="184" y="0"/>
                    <a:pt x="177" y="7"/>
                    <a:pt x="177" y="15"/>
                  </a:cubicBezTo>
                  <a:cubicBezTo>
                    <a:pt x="177" y="60"/>
                    <a:pt x="177" y="60"/>
                    <a:pt x="177" y="60"/>
                  </a:cubicBezTo>
                  <a:cubicBezTo>
                    <a:pt x="133" y="60"/>
                    <a:pt x="133" y="60"/>
                    <a:pt x="133" y="60"/>
                  </a:cubicBezTo>
                  <a:cubicBezTo>
                    <a:pt x="44" y="60"/>
                    <a:pt x="44" y="60"/>
                    <a:pt x="44" y="60"/>
                  </a:cubicBezTo>
                  <a:cubicBezTo>
                    <a:pt x="19" y="60"/>
                    <a:pt x="0" y="79"/>
                    <a:pt x="0" y="104"/>
                  </a:cubicBezTo>
                  <a:cubicBezTo>
                    <a:pt x="0" y="634"/>
                    <a:pt x="0" y="634"/>
                    <a:pt x="0" y="634"/>
                  </a:cubicBezTo>
                  <a:cubicBezTo>
                    <a:pt x="0" y="659"/>
                    <a:pt x="19" y="678"/>
                    <a:pt x="44" y="678"/>
                  </a:cubicBezTo>
                  <a:cubicBezTo>
                    <a:pt x="366" y="678"/>
                    <a:pt x="366" y="678"/>
                    <a:pt x="366" y="678"/>
                  </a:cubicBezTo>
                  <a:cubicBezTo>
                    <a:pt x="374" y="678"/>
                    <a:pt x="381" y="672"/>
                    <a:pt x="381" y="663"/>
                  </a:cubicBezTo>
                  <a:cubicBezTo>
                    <a:pt x="381" y="655"/>
                    <a:pt x="374" y="649"/>
                    <a:pt x="366" y="649"/>
                  </a:cubicBezTo>
                  <a:lnTo>
                    <a:pt x="366" y="649"/>
                  </a:lnTo>
                  <a:cubicBezTo>
                    <a:pt x="44" y="649"/>
                    <a:pt x="44" y="649"/>
                    <a:pt x="44" y="649"/>
                  </a:cubicBezTo>
                  <a:cubicBezTo>
                    <a:pt x="40" y="649"/>
                    <a:pt x="36" y="648"/>
                    <a:pt x="33" y="645"/>
                  </a:cubicBezTo>
                  <a:cubicBezTo>
                    <a:pt x="30" y="643"/>
                    <a:pt x="29" y="638"/>
                    <a:pt x="29" y="634"/>
                  </a:cubicBezTo>
                  <a:cubicBezTo>
                    <a:pt x="29" y="236"/>
                    <a:pt x="29" y="236"/>
                    <a:pt x="29" y="236"/>
                  </a:cubicBezTo>
                  <a:cubicBezTo>
                    <a:pt x="677" y="236"/>
                    <a:pt x="677" y="236"/>
                    <a:pt x="677" y="236"/>
                  </a:cubicBezTo>
                  <a:cubicBezTo>
                    <a:pt x="677" y="365"/>
                    <a:pt x="677" y="365"/>
                    <a:pt x="677" y="365"/>
                  </a:cubicBezTo>
                  <a:cubicBezTo>
                    <a:pt x="677" y="373"/>
                    <a:pt x="684" y="380"/>
                    <a:pt x="692" y="380"/>
                  </a:cubicBezTo>
                  <a:cubicBezTo>
                    <a:pt x="700" y="380"/>
                    <a:pt x="707" y="373"/>
                    <a:pt x="707" y="365"/>
                  </a:cubicBezTo>
                  <a:cubicBezTo>
                    <a:pt x="707" y="221"/>
                    <a:pt x="707" y="221"/>
                    <a:pt x="707" y="221"/>
                  </a:cubicBezTo>
                  <a:close/>
                  <a:moveTo>
                    <a:pt x="29" y="207"/>
                  </a:moveTo>
                  <a:lnTo>
                    <a:pt x="29" y="207"/>
                  </a:lnTo>
                  <a:cubicBezTo>
                    <a:pt x="29" y="104"/>
                    <a:pt x="29" y="104"/>
                    <a:pt x="29" y="104"/>
                  </a:cubicBezTo>
                  <a:cubicBezTo>
                    <a:pt x="29" y="100"/>
                    <a:pt x="30" y="97"/>
                    <a:pt x="33" y="94"/>
                  </a:cubicBezTo>
                  <a:cubicBezTo>
                    <a:pt x="36" y="91"/>
                    <a:pt x="40" y="89"/>
                    <a:pt x="44" y="89"/>
                  </a:cubicBezTo>
                  <a:cubicBezTo>
                    <a:pt x="133" y="89"/>
                    <a:pt x="133" y="89"/>
                    <a:pt x="133" y="89"/>
                  </a:cubicBezTo>
                  <a:cubicBezTo>
                    <a:pt x="177" y="89"/>
                    <a:pt x="177" y="89"/>
                    <a:pt x="177" y="89"/>
                  </a:cubicBezTo>
                  <a:cubicBezTo>
                    <a:pt x="177" y="133"/>
                    <a:pt x="177" y="133"/>
                    <a:pt x="177" y="133"/>
                  </a:cubicBezTo>
                  <a:cubicBezTo>
                    <a:pt x="177" y="141"/>
                    <a:pt x="184" y="148"/>
                    <a:pt x="191" y="148"/>
                  </a:cubicBezTo>
                  <a:cubicBezTo>
                    <a:pt x="199" y="148"/>
                    <a:pt x="206" y="141"/>
                    <a:pt x="206" y="133"/>
                  </a:cubicBezTo>
                  <a:cubicBezTo>
                    <a:pt x="206" y="89"/>
                    <a:pt x="206" y="89"/>
                    <a:pt x="206" y="89"/>
                  </a:cubicBezTo>
                  <a:cubicBezTo>
                    <a:pt x="500" y="89"/>
                    <a:pt x="500" y="89"/>
                    <a:pt x="500" y="89"/>
                  </a:cubicBezTo>
                  <a:cubicBezTo>
                    <a:pt x="500" y="133"/>
                    <a:pt x="500" y="133"/>
                    <a:pt x="500" y="133"/>
                  </a:cubicBezTo>
                  <a:cubicBezTo>
                    <a:pt x="500" y="141"/>
                    <a:pt x="507" y="148"/>
                    <a:pt x="515" y="148"/>
                  </a:cubicBezTo>
                  <a:cubicBezTo>
                    <a:pt x="523" y="148"/>
                    <a:pt x="530" y="141"/>
                    <a:pt x="530" y="133"/>
                  </a:cubicBezTo>
                  <a:cubicBezTo>
                    <a:pt x="530" y="89"/>
                    <a:pt x="530" y="89"/>
                    <a:pt x="530" y="89"/>
                  </a:cubicBezTo>
                  <a:cubicBezTo>
                    <a:pt x="575" y="89"/>
                    <a:pt x="575" y="89"/>
                    <a:pt x="575" y="89"/>
                  </a:cubicBezTo>
                  <a:cubicBezTo>
                    <a:pt x="663" y="89"/>
                    <a:pt x="663" y="89"/>
                    <a:pt x="663" y="89"/>
                  </a:cubicBezTo>
                  <a:cubicBezTo>
                    <a:pt x="667" y="89"/>
                    <a:pt x="670" y="91"/>
                    <a:pt x="673" y="94"/>
                  </a:cubicBezTo>
                  <a:cubicBezTo>
                    <a:pt x="675" y="97"/>
                    <a:pt x="677" y="100"/>
                    <a:pt x="677" y="104"/>
                  </a:cubicBezTo>
                  <a:cubicBezTo>
                    <a:pt x="677" y="207"/>
                    <a:pt x="677" y="207"/>
                    <a:pt x="677" y="207"/>
                  </a:cubicBezTo>
                  <a:lnTo>
                    <a:pt x="29" y="2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2" name="Group 584">
            <a:extLst>
              <a:ext uri="{FF2B5EF4-FFF2-40B4-BE49-F238E27FC236}">
                <a16:creationId xmlns:a16="http://schemas.microsoft.com/office/drawing/2014/main" id="{0751DCE6-DDFA-699C-18A2-0530813DA69E}"/>
              </a:ext>
            </a:extLst>
          </p:cNvPr>
          <p:cNvGrpSpPr/>
          <p:nvPr/>
        </p:nvGrpSpPr>
        <p:grpSpPr>
          <a:xfrm>
            <a:off x="5825058" y="1372815"/>
            <a:ext cx="301625" cy="274638"/>
            <a:chOff x="4668838" y="1679575"/>
            <a:chExt cx="301625" cy="274638"/>
          </a:xfrm>
          <a:solidFill>
            <a:schemeClr val="tx2"/>
          </a:solidFill>
        </p:grpSpPr>
        <p:sp>
          <p:nvSpPr>
            <p:cNvPr id="583" name="Freeform 478">
              <a:extLst>
                <a:ext uri="{FF2B5EF4-FFF2-40B4-BE49-F238E27FC236}">
                  <a16:creationId xmlns:a16="http://schemas.microsoft.com/office/drawing/2014/main" id="{458A6311-B7FD-3EF2-02BC-6B35E406558F}"/>
                </a:ext>
              </a:extLst>
            </p:cNvPr>
            <p:cNvSpPr>
              <a:spLocks noChangeArrowheads="1"/>
            </p:cNvSpPr>
            <p:nvPr/>
          </p:nvSpPr>
          <p:spPr bwMode="auto">
            <a:xfrm>
              <a:off x="4668838" y="1679575"/>
              <a:ext cx="301625" cy="198438"/>
            </a:xfrm>
            <a:custGeom>
              <a:avLst/>
              <a:gdLst>
                <a:gd name="T0" fmla="*/ 672 w 837"/>
                <a:gd name="T1" fmla="*/ 223 h 552"/>
                <a:gd name="T2" fmla="*/ 672 w 837"/>
                <a:gd name="T3" fmla="*/ 223 h 552"/>
                <a:gd name="T4" fmla="*/ 643 w 837"/>
                <a:gd name="T5" fmla="*/ 226 h 552"/>
                <a:gd name="T6" fmla="*/ 647 w 837"/>
                <a:gd name="T7" fmla="*/ 186 h 552"/>
                <a:gd name="T8" fmla="*/ 460 w 837"/>
                <a:gd name="T9" fmla="*/ 0 h 552"/>
                <a:gd name="T10" fmla="*/ 291 w 837"/>
                <a:gd name="T11" fmla="*/ 110 h 552"/>
                <a:gd name="T12" fmla="*/ 223 w 837"/>
                <a:gd name="T13" fmla="*/ 78 h 552"/>
                <a:gd name="T14" fmla="*/ 136 w 837"/>
                <a:gd name="T15" fmla="*/ 165 h 552"/>
                <a:gd name="T16" fmla="*/ 140 w 837"/>
                <a:gd name="T17" fmla="*/ 187 h 552"/>
                <a:gd name="T18" fmla="*/ 0 w 837"/>
                <a:gd name="T19" fmla="*/ 366 h 552"/>
                <a:gd name="T20" fmla="*/ 56 w 837"/>
                <a:gd name="T21" fmla="*/ 497 h 552"/>
                <a:gd name="T22" fmla="*/ 187 w 837"/>
                <a:gd name="T23" fmla="*/ 551 h 552"/>
                <a:gd name="T24" fmla="*/ 466 w 837"/>
                <a:gd name="T25" fmla="*/ 551 h 552"/>
                <a:gd name="T26" fmla="*/ 611 w 837"/>
                <a:gd name="T27" fmla="*/ 551 h 552"/>
                <a:gd name="T28" fmla="*/ 673 w 837"/>
                <a:gd name="T29" fmla="*/ 551 h 552"/>
                <a:gd name="T30" fmla="*/ 673 w 837"/>
                <a:gd name="T31" fmla="*/ 551 h 552"/>
                <a:gd name="T32" fmla="*/ 836 w 837"/>
                <a:gd name="T33" fmla="*/ 386 h 552"/>
                <a:gd name="T34" fmla="*/ 672 w 837"/>
                <a:gd name="T35" fmla="*/ 223 h 552"/>
                <a:gd name="T36" fmla="*/ 767 w 837"/>
                <a:gd name="T37" fmla="*/ 482 h 552"/>
                <a:gd name="T38" fmla="*/ 767 w 837"/>
                <a:gd name="T39" fmla="*/ 482 h 552"/>
                <a:gd name="T40" fmla="*/ 672 w 837"/>
                <a:gd name="T41" fmla="*/ 520 h 552"/>
                <a:gd name="T42" fmla="*/ 672 w 837"/>
                <a:gd name="T43" fmla="*/ 522 h 552"/>
                <a:gd name="T44" fmla="*/ 187 w 837"/>
                <a:gd name="T45" fmla="*/ 520 h 552"/>
                <a:gd name="T46" fmla="*/ 76 w 837"/>
                <a:gd name="T47" fmla="*/ 476 h 552"/>
                <a:gd name="T48" fmla="*/ 29 w 837"/>
                <a:gd name="T49" fmla="*/ 366 h 552"/>
                <a:gd name="T50" fmla="*/ 162 w 837"/>
                <a:gd name="T51" fmla="*/ 214 h 552"/>
                <a:gd name="T52" fmla="*/ 173 w 837"/>
                <a:gd name="T53" fmla="*/ 205 h 552"/>
                <a:gd name="T54" fmla="*/ 173 w 837"/>
                <a:gd name="T55" fmla="*/ 192 h 552"/>
                <a:gd name="T56" fmla="*/ 166 w 837"/>
                <a:gd name="T57" fmla="*/ 165 h 552"/>
                <a:gd name="T58" fmla="*/ 183 w 837"/>
                <a:gd name="T59" fmla="*/ 124 h 552"/>
                <a:gd name="T60" fmla="*/ 223 w 837"/>
                <a:gd name="T61" fmla="*/ 107 h 552"/>
                <a:gd name="T62" fmla="*/ 278 w 837"/>
                <a:gd name="T63" fmla="*/ 151 h 552"/>
                <a:gd name="T64" fmla="*/ 293 w 837"/>
                <a:gd name="T65" fmla="*/ 163 h 552"/>
                <a:gd name="T66" fmla="*/ 307 w 837"/>
                <a:gd name="T67" fmla="*/ 151 h 552"/>
                <a:gd name="T68" fmla="*/ 460 w 837"/>
                <a:gd name="T69" fmla="*/ 30 h 552"/>
                <a:gd name="T70" fmla="*/ 571 w 837"/>
                <a:gd name="T71" fmla="*/ 76 h 552"/>
                <a:gd name="T72" fmla="*/ 618 w 837"/>
                <a:gd name="T73" fmla="*/ 186 h 552"/>
                <a:gd name="T74" fmla="*/ 607 w 837"/>
                <a:gd name="T75" fmla="*/ 241 h 552"/>
                <a:gd name="T76" fmla="*/ 611 w 837"/>
                <a:gd name="T77" fmla="*/ 258 h 552"/>
                <a:gd name="T78" fmla="*/ 626 w 837"/>
                <a:gd name="T79" fmla="*/ 261 h 552"/>
                <a:gd name="T80" fmla="*/ 672 w 837"/>
                <a:gd name="T81" fmla="*/ 252 h 552"/>
                <a:gd name="T82" fmla="*/ 767 w 837"/>
                <a:gd name="T83" fmla="*/ 291 h 552"/>
                <a:gd name="T84" fmla="*/ 807 w 837"/>
                <a:gd name="T85" fmla="*/ 386 h 552"/>
                <a:gd name="T86" fmla="*/ 767 w 837"/>
                <a:gd name="T87" fmla="*/ 482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7" h="552">
                  <a:moveTo>
                    <a:pt x="672" y="223"/>
                  </a:moveTo>
                  <a:lnTo>
                    <a:pt x="672" y="223"/>
                  </a:lnTo>
                  <a:cubicBezTo>
                    <a:pt x="662" y="223"/>
                    <a:pt x="652" y="223"/>
                    <a:pt x="643" y="226"/>
                  </a:cubicBezTo>
                  <a:cubicBezTo>
                    <a:pt x="646" y="214"/>
                    <a:pt x="647" y="200"/>
                    <a:pt x="647" y="186"/>
                  </a:cubicBezTo>
                  <a:cubicBezTo>
                    <a:pt x="647" y="84"/>
                    <a:pt x="564" y="0"/>
                    <a:pt x="460" y="0"/>
                  </a:cubicBezTo>
                  <a:cubicBezTo>
                    <a:pt x="384" y="0"/>
                    <a:pt x="320" y="45"/>
                    <a:pt x="291" y="110"/>
                  </a:cubicBezTo>
                  <a:cubicBezTo>
                    <a:pt x="274" y="91"/>
                    <a:pt x="250" y="78"/>
                    <a:pt x="223" y="78"/>
                  </a:cubicBezTo>
                  <a:cubicBezTo>
                    <a:pt x="176" y="78"/>
                    <a:pt x="136" y="117"/>
                    <a:pt x="136" y="165"/>
                  </a:cubicBezTo>
                  <a:cubicBezTo>
                    <a:pt x="136" y="174"/>
                    <a:pt x="137" y="181"/>
                    <a:pt x="140" y="187"/>
                  </a:cubicBezTo>
                  <a:cubicBezTo>
                    <a:pt x="60" y="208"/>
                    <a:pt x="0" y="280"/>
                    <a:pt x="0" y="366"/>
                  </a:cubicBezTo>
                  <a:cubicBezTo>
                    <a:pt x="0" y="417"/>
                    <a:pt x="21" y="464"/>
                    <a:pt x="56" y="497"/>
                  </a:cubicBezTo>
                  <a:cubicBezTo>
                    <a:pt x="89" y="530"/>
                    <a:pt x="136" y="551"/>
                    <a:pt x="187" y="551"/>
                  </a:cubicBezTo>
                  <a:cubicBezTo>
                    <a:pt x="234" y="551"/>
                    <a:pt x="357" y="551"/>
                    <a:pt x="466" y="551"/>
                  </a:cubicBezTo>
                  <a:cubicBezTo>
                    <a:pt x="521" y="551"/>
                    <a:pt x="572" y="551"/>
                    <a:pt x="611" y="551"/>
                  </a:cubicBezTo>
                  <a:cubicBezTo>
                    <a:pt x="650" y="551"/>
                    <a:pt x="673" y="551"/>
                    <a:pt x="673" y="551"/>
                  </a:cubicBezTo>
                  <a:lnTo>
                    <a:pt x="673" y="551"/>
                  </a:lnTo>
                  <a:cubicBezTo>
                    <a:pt x="763" y="549"/>
                    <a:pt x="836" y="476"/>
                    <a:pt x="836" y="386"/>
                  </a:cubicBezTo>
                  <a:cubicBezTo>
                    <a:pt x="836" y="297"/>
                    <a:pt x="763" y="223"/>
                    <a:pt x="672" y="223"/>
                  </a:cubicBezTo>
                  <a:close/>
                  <a:moveTo>
                    <a:pt x="767" y="482"/>
                  </a:moveTo>
                  <a:lnTo>
                    <a:pt x="767" y="482"/>
                  </a:lnTo>
                  <a:cubicBezTo>
                    <a:pt x="744" y="506"/>
                    <a:pt x="709" y="520"/>
                    <a:pt x="672" y="520"/>
                  </a:cubicBezTo>
                  <a:cubicBezTo>
                    <a:pt x="672" y="522"/>
                    <a:pt x="672" y="522"/>
                    <a:pt x="672" y="522"/>
                  </a:cubicBezTo>
                  <a:cubicBezTo>
                    <a:pt x="648" y="522"/>
                    <a:pt x="280" y="520"/>
                    <a:pt x="187" y="520"/>
                  </a:cubicBezTo>
                  <a:cubicBezTo>
                    <a:pt x="144" y="520"/>
                    <a:pt x="104" y="504"/>
                    <a:pt x="76" y="476"/>
                  </a:cubicBezTo>
                  <a:cubicBezTo>
                    <a:pt x="47" y="447"/>
                    <a:pt x="29" y="408"/>
                    <a:pt x="29" y="366"/>
                  </a:cubicBezTo>
                  <a:cubicBezTo>
                    <a:pt x="29" y="290"/>
                    <a:pt x="88" y="225"/>
                    <a:pt x="162" y="214"/>
                  </a:cubicBezTo>
                  <a:cubicBezTo>
                    <a:pt x="168" y="212"/>
                    <a:pt x="172" y="210"/>
                    <a:pt x="173" y="205"/>
                  </a:cubicBezTo>
                  <a:cubicBezTo>
                    <a:pt x="176" y="201"/>
                    <a:pt x="176" y="196"/>
                    <a:pt x="173" y="192"/>
                  </a:cubicBezTo>
                  <a:cubicBezTo>
                    <a:pt x="169" y="183"/>
                    <a:pt x="166" y="175"/>
                    <a:pt x="166" y="165"/>
                  </a:cubicBezTo>
                  <a:cubicBezTo>
                    <a:pt x="166" y="149"/>
                    <a:pt x="172" y="135"/>
                    <a:pt x="183" y="124"/>
                  </a:cubicBezTo>
                  <a:cubicBezTo>
                    <a:pt x="192" y="114"/>
                    <a:pt x="208" y="107"/>
                    <a:pt x="223" y="107"/>
                  </a:cubicBezTo>
                  <a:cubicBezTo>
                    <a:pt x="250" y="107"/>
                    <a:pt x="273" y="127"/>
                    <a:pt x="278" y="151"/>
                  </a:cubicBezTo>
                  <a:cubicBezTo>
                    <a:pt x="280" y="158"/>
                    <a:pt x="286" y="163"/>
                    <a:pt x="293" y="163"/>
                  </a:cubicBezTo>
                  <a:cubicBezTo>
                    <a:pt x="300" y="163"/>
                    <a:pt x="306" y="158"/>
                    <a:pt x="307" y="151"/>
                  </a:cubicBezTo>
                  <a:cubicBezTo>
                    <a:pt x="324" y="81"/>
                    <a:pt x="386" y="30"/>
                    <a:pt x="460" y="30"/>
                  </a:cubicBezTo>
                  <a:cubicBezTo>
                    <a:pt x="503" y="30"/>
                    <a:pt x="543" y="47"/>
                    <a:pt x="571" y="76"/>
                  </a:cubicBezTo>
                  <a:cubicBezTo>
                    <a:pt x="600" y="103"/>
                    <a:pt x="618" y="143"/>
                    <a:pt x="618" y="186"/>
                  </a:cubicBezTo>
                  <a:cubicBezTo>
                    <a:pt x="618" y="205"/>
                    <a:pt x="614" y="225"/>
                    <a:pt x="607" y="241"/>
                  </a:cubicBezTo>
                  <a:cubicBezTo>
                    <a:pt x="605" y="247"/>
                    <a:pt x="607" y="254"/>
                    <a:pt x="611" y="258"/>
                  </a:cubicBezTo>
                  <a:cubicBezTo>
                    <a:pt x="615" y="262"/>
                    <a:pt x="621" y="263"/>
                    <a:pt x="626" y="261"/>
                  </a:cubicBezTo>
                  <a:cubicBezTo>
                    <a:pt x="641" y="255"/>
                    <a:pt x="657" y="252"/>
                    <a:pt x="672" y="252"/>
                  </a:cubicBezTo>
                  <a:cubicBezTo>
                    <a:pt x="709" y="252"/>
                    <a:pt x="744" y="268"/>
                    <a:pt x="767" y="291"/>
                  </a:cubicBezTo>
                  <a:cubicBezTo>
                    <a:pt x="792" y="316"/>
                    <a:pt x="807" y="349"/>
                    <a:pt x="807" y="386"/>
                  </a:cubicBezTo>
                  <a:cubicBezTo>
                    <a:pt x="807" y="424"/>
                    <a:pt x="792" y="457"/>
                    <a:pt x="767" y="4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4" name="Freeform 479">
              <a:extLst>
                <a:ext uri="{FF2B5EF4-FFF2-40B4-BE49-F238E27FC236}">
                  <a16:creationId xmlns:a16="http://schemas.microsoft.com/office/drawing/2014/main" id="{A7E8A0A6-0B33-92C3-A3C9-65B9D772F0E7}"/>
                </a:ext>
              </a:extLst>
            </p:cNvPr>
            <p:cNvSpPr>
              <a:spLocks noChangeArrowheads="1"/>
            </p:cNvSpPr>
            <p:nvPr/>
          </p:nvSpPr>
          <p:spPr bwMode="auto">
            <a:xfrm>
              <a:off x="4733925" y="1892300"/>
              <a:ext cx="47625" cy="47625"/>
            </a:xfrm>
            <a:custGeom>
              <a:avLst/>
              <a:gdLst>
                <a:gd name="T0" fmla="*/ 132 w 133"/>
                <a:gd name="T1" fmla="*/ 65 h 132"/>
                <a:gd name="T2" fmla="*/ 132 w 133"/>
                <a:gd name="T3" fmla="*/ 65 h 132"/>
                <a:gd name="T4" fmla="*/ 67 w 133"/>
                <a:gd name="T5" fmla="*/ 0 h 132"/>
                <a:gd name="T6" fmla="*/ 0 w 133"/>
                <a:gd name="T7" fmla="*/ 65 h 132"/>
                <a:gd name="T8" fmla="*/ 67 w 133"/>
                <a:gd name="T9" fmla="*/ 131 h 132"/>
                <a:gd name="T10" fmla="*/ 132 w 133"/>
                <a:gd name="T11" fmla="*/ 65 h 132"/>
                <a:gd name="T12" fmla="*/ 31 w 133"/>
                <a:gd name="T13" fmla="*/ 65 h 132"/>
                <a:gd name="T14" fmla="*/ 31 w 133"/>
                <a:gd name="T15" fmla="*/ 65 h 132"/>
                <a:gd name="T16" fmla="*/ 67 w 133"/>
                <a:gd name="T17" fmla="*/ 30 h 132"/>
                <a:gd name="T18" fmla="*/ 101 w 133"/>
                <a:gd name="T19" fmla="*/ 65 h 132"/>
                <a:gd name="T20" fmla="*/ 67 w 133"/>
                <a:gd name="T21" fmla="*/ 101 h 132"/>
                <a:gd name="T22" fmla="*/ 31 w 133"/>
                <a:gd name="T23" fmla="*/ 65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132">
                  <a:moveTo>
                    <a:pt x="132" y="65"/>
                  </a:moveTo>
                  <a:lnTo>
                    <a:pt x="132" y="65"/>
                  </a:lnTo>
                  <a:cubicBezTo>
                    <a:pt x="132" y="29"/>
                    <a:pt x="103" y="0"/>
                    <a:pt x="67" y="0"/>
                  </a:cubicBezTo>
                  <a:cubicBezTo>
                    <a:pt x="29" y="0"/>
                    <a:pt x="0" y="29"/>
                    <a:pt x="0" y="65"/>
                  </a:cubicBezTo>
                  <a:cubicBezTo>
                    <a:pt x="0" y="101"/>
                    <a:pt x="29" y="131"/>
                    <a:pt x="67" y="131"/>
                  </a:cubicBezTo>
                  <a:cubicBezTo>
                    <a:pt x="103" y="131"/>
                    <a:pt x="132" y="101"/>
                    <a:pt x="132" y="65"/>
                  </a:cubicBezTo>
                  <a:close/>
                  <a:moveTo>
                    <a:pt x="31" y="65"/>
                  </a:moveTo>
                  <a:lnTo>
                    <a:pt x="31" y="65"/>
                  </a:lnTo>
                  <a:cubicBezTo>
                    <a:pt x="31" y="45"/>
                    <a:pt x="46" y="30"/>
                    <a:pt x="67" y="30"/>
                  </a:cubicBezTo>
                  <a:cubicBezTo>
                    <a:pt x="86" y="30"/>
                    <a:pt x="101" y="45"/>
                    <a:pt x="101" y="65"/>
                  </a:cubicBezTo>
                  <a:cubicBezTo>
                    <a:pt x="101" y="85"/>
                    <a:pt x="86" y="101"/>
                    <a:pt x="67" y="101"/>
                  </a:cubicBezTo>
                  <a:cubicBezTo>
                    <a:pt x="46" y="101"/>
                    <a:pt x="31" y="85"/>
                    <a:pt x="31"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5" name="Freeform 480">
              <a:extLst>
                <a:ext uri="{FF2B5EF4-FFF2-40B4-BE49-F238E27FC236}">
                  <a16:creationId xmlns:a16="http://schemas.microsoft.com/office/drawing/2014/main" id="{5F9BD733-6628-76EE-979E-CB7F5B61CEC7}"/>
                </a:ext>
              </a:extLst>
            </p:cNvPr>
            <p:cNvSpPr>
              <a:spLocks noChangeArrowheads="1"/>
            </p:cNvSpPr>
            <p:nvPr/>
          </p:nvSpPr>
          <p:spPr bwMode="auto">
            <a:xfrm>
              <a:off x="4695825" y="1922463"/>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19"/>
                    <a:pt x="66" y="0"/>
                    <a:pt x="43" y="0"/>
                  </a:cubicBezTo>
                  <a:cubicBezTo>
                    <a:pt x="19" y="0"/>
                    <a:pt x="0" y="19"/>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6" name="Group 588">
            <a:extLst>
              <a:ext uri="{FF2B5EF4-FFF2-40B4-BE49-F238E27FC236}">
                <a16:creationId xmlns:a16="http://schemas.microsoft.com/office/drawing/2014/main" id="{5E16D359-BA0B-ADFC-356E-AF0ACE9A3791}"/>
              </a:ext>
            </a:extLst>
          </p:cNvPr>
          <p:cNvGrpSpPr/>
          <p:nvPr/>
        </p:nvGrpSpPr>
        <p:grpSpPr>
          <a:xfrm>
            <a:off x="3277120" y="2891259"/>
            <a:ext cx="250825" cy="239712"/>
            <a:chOff x="2120900" y="3240088"/>
            <a:chExt cx="250825" cy="239712"/>
          </a:xfrm>
          <a:solidFill>
            <a:schemeClr val="tx2"/>
          </a:solidFill>
        </p:grpSpPr>
        <p:sp>
          <p:nvSpPr>
            <p:cNvPr id="587" name="Freeform 481">
              <a:extLst>
                <a:ext uri="{FF2B5EF4-FFF2-40B4-BE49-F238E27FC236}">
                  <a16:creationId xmlns:a16="http://schemas.microsoft.com/office/drawing/2014/main" id="{70BBC922-2383-A320-1923-424810D5AAF0}"/>
                </a:ext>
              </a:extLst>
            </p:cNvPr>
            <p:cNvSpPr>
              <a:spLocks noChangeArrowheads="1"/>
            </p:cNvSpPr>
            <p:nvPr/>
          </p:nvSpPr>
          <p:spPr bwMode="auto">
            <a:xfrm>
              <a:off x="2274888" y="3303588"/>
              <a:ext cx="63500" cy="63500"/>
            </a:xfrm>
            <a:custGeom>
              <a:avLst/>
              <a:gdLst>
                <a:gd name="T0" fmla="*/ 88 w 178"/>
                <a:gd name="T1" fmla="*/ 0 h 178"/>
                <a:gd name="T2" fmla="*/ 88 w 178"/>
                <a:gd name="T3" fmla="*/ 0 h 178"/>
                <a:gd name="T4" fmla="*/ 0 w 178"/>
                <a:gd name="T5" fmla="*/ 89 h 178"/>
                <a:gd name="T6" fmla="*/ 88 w 178"/>
                <a:gd name="T7" fmla="*/ 177 h 178"/>
                <a:gd name="T8" fmla="*/ 177 w 178"/>
                <a:gd name="T9" fmla="*/ 89 h 178"/>
                <a:gd name="T10" fmla="*/ 88 w 178"/>
                <a:gd name="T11" fmla="*/ 0 h 178"/>
                <a:gd name="T12" fmla="*/ 130 w 178"/>
                <a:gd name="T13" fmla="*/ 130 h 178"/>
                <a:gd name="T14" fmla="*/ 130 w 178"/>
                <a:gd name="T15" fmla="*/ 130 h 178"/>
                <a:gd name="T16" fmla="*/ 88 w 178"/>
                <a:gd name="T17" fmla="*/ 148 h 178"/>
                <a:gd name="T18" fmla="*/ 47 w 178"/>
                <a:gd name="T19" fmla="*/ 130 h 178"/>
                <a:gd name="T20" fmla="*/ 29 w 178"/>
                <a:gd name="T21" fmla="*/ 89 h 178"/>
                <a:gd name="T22" fmla="*/ 47 w 178"/>
                <a:gd name="T23" fmla="*/ 47 h 178"/>
                <a:gd name="T24" fmla="*/ 88 w 178"/>
                <a:gd name="T25" fmla="*/ 29 h 178"/>
                <a:gd name="T26" fmla="*/ 130 w 178"/>
                <a:gd name="T27" fmla="*/ 47 h 178"/>
                <a:gd name="T28" fmla="*/ 148 w 178"/>
                <a:gd name="T29" fmla="*/ 89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40"/>
                    <a:pt x="0" y="89"/>
                  </a:cubicBezTo>
                  <a:cubicBezTo>
                    <a:pt x="0" y="137"/>
                    <a:pt x="40" y="177"/>
                    <a:pt x="88" y="177"/>
                  </a:cubicBezTo>
                  <a:cubicBezTo>
                    <a:pt x="137" y="177"/>
                    <a:pt x="177" y="137"/>
                    <a:pt x="177" y="89"/>
                  </a:cubicBezTo>
                  <a:cubicBezTo>
                    <a:pt x="177" y="40"/>
                    <a:pt x="137" y="0"/>
                    <a:pt x="88" y="0"/>
                  </a:cubicBezTo>
                  <a:close/>
                  <a:moveTo>
                    <a:pt x="130" y="130"/>
                  </a:moveTo>
                  <a:lnTo>
                    <a:pt x="130" y="130"/>
                  </a:lnTo>
                  <a:cubicBezTo>
                    <a:pt x="119" y="141"/>
                    <a:pt x="105" y="148"/>
                    <a:pt x="88" y="148"/>
                  </a:cubicBezTo>
                  <a:cubicBezTo>
                    <a:pt x="72" y="148"/>
                    <a:pt x="57" y="141"/>
                    <a:pt x="47" y="130"/>
                  </a:cubicBezTo>
                  <a:cubicBezTo>
                    <a:pt x="36" y="119"/>
                    <a:pt x="29" y="105"/>
                    <a:pt x="29" y="89"/>
                  </a:cubicBezTo>
                  <a:cubicBezTo>
                    <a:pt x="29" y="72"/>
                    <a:pt x="36" y="58"/>
                    <a:pt x="47" y="47"/>
                  </a:cubicBezTo>
                  <a:cubicBezTo>
                    <a:pt x="57" y="36"/>
                    <a:pt x="72" y="29"/>
                    <a:pt x="88" y="29"/>
                  </a:cubicBezTo>
                  <a:cubicBezTo>
                    <a:pt x="105" y="29"/>
                    <a:pt x="119" y="36"/>
                    <a:pt x="130" y="47"/>
                  </a:cubicBezTo>
                  <a:cubicBezTo>
                    <a:pt x="141" y="58"/>
                    <a:pt x="148" y="72"/>
                    <a:pt x="148" y="89"/>
                  </a:cubicBezTo>
                  <a:cubicBezTo>
                    <a:pt x="148" y="105"/>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8" name="Freeform 482">
              <a:extLst>
                <a:ext uri="{FF2B5EF4-FFF2-40B4-BE49-F238E27FC236}">
                  <a16:creationId xmlns:a16="http://schemas.microsoft.com/office/drawing/2014/main" id="{8E60210A-169B-F6ED-878D-FBF2D5A4704B}"/>
                </a:ext>
              </a:extLst>
            </p:cNvPr>
            <p:cNvSpPr>
              <a:spLocks noChangeArrowheads="1"/>
            </p:cNvSpPr>
            <p:nvPr/>
          </p:nvSpPr>
          <p:spPr bwMode="auto">
            <a:xfrm>
              <a:off x="2189163" y="3240088"/>
              <a:ext cx="63500" cy="63500"/>
            </a:xfrm>
            <a:custGeom>
              <a:avLst/>
              <a:gdLst>
                <a:gd name="T0" fmla="*/ 0 w 178"/>
                <a:gd name="T1" fmla="*/ 89 h 178"/>
                <a:gd name="T2" fmla="*/ 0 w 178"/>
                <a:gd name="T3" fmla="*/ 89 h 178"/>
                <a:gd name="T4" fmla="*/ 88 w 178"/>
                <a:gd name="T5" fmla="*/ 177 h 178"/>
                <a:gd name="T6" fmla="*/ 177 w 178"/>
                <a:gd name="T7" fmla="*/ 89 h 178"/>
                <a:gd name="T8" fmla="*/ 88 w 178"/>
                <a:gd name="T9" fmla="*/ 0 h 178"/>
                <a:gd name="T10" fmla="*/ 0 w 178"/>
                <a:gd name="T11" fmla="*/ 89 h 178"/>
                <a:gd name="T12" fmla="*/ 130 w 178"/>
                <a:gd name="T13" fmla="*/ 47 h 178"/>
                <a:gd name="T14" fmla="*/ 130 w 178"/>
                <a:gd name="T15" fmla="*/ 47 h 178"/>
                <a:gd name="T16" fmla="*/ 148 w 178"/>
                <a:gd name="T17" fmla="*/ 89 h 178"/>
                <a:gd name="T18" fmla="*/ 130 w 178"/>
                <a:gd name="T19" fmla="*/ 130 h 178"/>
                <a:gd name="T20" fmla="*/ 88 w 178"/>
                <a:gd name="T21" fmla="*/ 148 h 178"/>
                <a:gd name="T22" fmla="*/ 47 w 178"/>
                <a:gd name="T23" fmla="*/ 130 h 178"/>
                <a:gd name="T24" fmla="*/ 30 w 178"/>
                <a:gd name="T25" fmla="*/ 89 h 178"/>
                <a:gd name="T26" fmla="*/ 47 w 178"/>
                <a:gd name="T27" fmla="*/ 47 h 178"/>
                <a:gd name="T28" fmla="*/ 88 w 178"/>
                <a:gd name="T29" fmla="*/ 29 h 178"/>
                <a:gd name="T30" fmla="*/ 130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0" y="89"/>
                  </a:moveTo>
                  <a:lnTo>
                    <a:pt x="0" y="89"/>
                  </a:lnTo>
                  <a:cubicBezTo>
                    <a:pt x="0" y="137"/>
                    <a:pt x="40" y="177"/>
                    <a:pt x="88" y="177"/>
                  </a:cubicBezTo>
                  <a:cubicBezTo>
                    <a:pt x="138" y="177"/>
                    <a:pt x="177" y="137"/>
                    <a:pt x="177" y="89"/>
                  </a:cubicBezTo>
                  <a:cubicBezTo>
                    <a:pt x="177" y="40"/>
                    <a:pt x="138" y="0"/>
                    <a:pt x="88" y="0"/>
                  </a:cubicBezTo>
                  <a:cubicBezTo>
                    <a:pt x="40" y="0"/>
                    <a:pt x="0" y="40"/>
                    <a:pt x="0" y="89"/>
                  </a:cubicBezTo>
                  <a:close/>
                  <a:moveTo>
                    <a:pt x="130" y="47"/>
                  </a:moveTo>
                  <a:lnTo>
                    <a:pt x="130" y="47"/>
                  </a:lnTo>
                  <a:cubicBezTo>
                    <a:pt x="141" y="58"/>
                    <a:pt x="148" y="72"/>
                    <a:pt x="148" y="89"/>
                  </a:cubicBezTo>
                  <a:cubicBezTo>
                    <a:pt x="148" y="105"/>
                    <a:pt x="141" y="119"/>
                    <a:pt x="130" y="130"/>
                  </a:cubicBezTo>
                  <a:cubicBezTo>
                    <a:pt x="120" y="141"/>
                    <a:pt x="105" y="148"/>
                    <a:pt x="88" y="148"/>
                  </a:cubicBezTo>
                  <a:cubicBezTo>
                    <a:pt x="72" y="148"/>
                    <a:pt x="58" y="141"/>
                    <a:pt x="47" y="130"/>
                  </a:cubicBezTo>
                  <a:cubicBezTo>
                    <a:pt x="36" y="119"/>
                    <a:pt x="30" y="105"/>
                    <a:pt x="30" y="89"/>
                  </a:cubicBezTo>
                  <a:cubicBezTo>
                    <a:pt x="30" y="72"/>
                    <a:pt x="36" y="58"/>
                    <a:pt x="47" y="47"/>
                  </a:cubicBezTo>
                  <a:cubicBezTo>
                    <a:pt x="58" y="36"/>
                    <a:pt x="72" y="29"/>
                    <a:pt x="88" y="29"/>
                  </a:cubicBezTo>
                  <a:cubicBezTo>
                    <a:pt x="105" y="29"/>
                    <a:pt x="120" y="36"/>
                    <a:pt x="130"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9" name="Freeform 483">
              <a:extLst>
                <a:ext uri="{FF2B5EF4-FFF2-40B4-BE49-F238E27FC236}">
                  <a16:creationId xmlns:a16="http://schemas.microsoft.com/office/drawing/2014/main" id="{67F464A6-1DD4-4385-1898-922DE00C0B09}"/>
                </a:ext>
              </a:extLst>
            </p:cNvPr>
            <p:cNvSpPr>
              <a:spLocks noChangeArrowheads="1"/>
            </p:cNvSpPr>
            <p:nvPr/>
          </p:nvSpPr>
          <p:spPr bwMode="auto">
            <a:xfrm>
              <a:off x="2138363" y="33528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0" name="Freeform 484">
              <a:extLst>
                <a:ext uri="{FF2B5EF4-FFF2-40B4-BE49-F238E27FC236}">
                  <a16:creationId xmlns:a16="http://schemas.microsoft.com/office/drawing/2014/main" id="{D73AA324-077D-AE18-1B32-72663426E0DE}"/>
                </a:ext>
              </a:extLst>
            </p:cNvPr>
            <p:cNvSpPr>
              <a:spLocks noChangeArrowheads="1"/>
            </p:cNvSpPr>
            <p:nvPr/>
          </p:nvSpPr>
          <p:spPr bwMode="auto">
            <a:xfrm>
              <a:off x="2120900" y="3352800"/>
              <a:ext cx="250825" cy="127000"/>
            </a:xfrm>
            <a:custGeom>
              <a:avLst/>
              <a:gdLst>
                <a:gd name="T0" fmla="*/ 687 w 696"/>
                <a:gd name="T1" fmla="*/ 200 h 351"/>
                <a:gd name="T2" fmla="*/ 687 w 696"/>
                <a:gd name="T3" fmla="*/ 200 h 351"/>
                <a:gd name="T4" fmla="*/ 695 w 696"/>
                <a:gd name="T5" fmla="*/ 176 h 351"/>
                <a:gd name="T6" fmla="*/ 678 w 696"/>
                <a:gd name="T7" fmla="*/ 142 h 351"/>
                <a:gd name="T8" fmla="*/ 611 w 696"/>
                <a:gd name="T9" fmla="*/ 115 h 351"/>
                <a:gd name="T10" fmla="*/ 593 w 696"/>
                <a:gd name="T11" fmla="*/ 118 h 351"/>
                <a:gd name="T12" fmla="*/ 546 w 696"/>
                <a:gd name="T13" fmla="*/ 130 h 351"/>
                <a:gd name="T14" fmla="*/ 441 w 696"/>
                <a:gd name="T15" fmla="*/ 169 h 351"/>
                <a:gd name="T16" fmla="*/ 410 w 696"/>
                <a:gd name="T17" fmla="*/ 97 h 351"/>
                <a:gd name="T18" fmla="*/ 319 w 696"/>
                <a:gd name="T19" fmla="*/ 58 h 351"/>
                <a:gd name="T20" fmla="*/ 196 w 696"/>
                <a:gd name="T21" fmla="*/ 58 h 351"/>
                <a:gd name="T22" fmla="*/ 195 w 696"/>
                <a:gd name="T23" fmla="*/ 58 h 351"/>
                <a:gd name="T24" fmla="*/ 48 w 696"/>
                <a:gd name="T25" fmla="*/ 0 h 351"/>
                <a:gd name="T26" fmla="*/ 44 w 696"/>
                <a:gd name="T27" fmla="*/ 0 h 351"/>
                <a:gd name="T28" fmla="*/ 13 w 696"/>
                <a:gd name="T29" fmla="*/ 13 h 351"/>
                <a:gd name="T30" fmla="*/ 0 w 696"/>
                <a:gd name="T31" fmla="*/ 44 h 351"/>
                <a:gd name="T32" fmla="*/ 0 w 696"/>
                <a:gd name="T33" fmla="*/ 203 h 351"/>
                <a:gd name="T34" fmla="*/ 25 w 696"/>
                <a:gd name="T35" fmla="*/ 243 h 351"/>
                <a:gd name="T36" fmla="*/ 228 w 696"/>
                <a:gd name="T37" fmla="*/ 339 h 351"/>
                <a:gd name="T38" fmla="*/ 278 w 696"/>
                <a:gd name="T39" fmla="*/ 350 h 351"/>
                <a:gd name="T40" fmla="*/ 318 w 696"/>
                <a:gd name="T41" fmla="*/ 343 h 351"/>
                <a:gd name="T42" fmla="*/ 664 w 696"/>
                <a:gd name="T43" fmla="*/ 217 h 351"/>
                <a:gd name="T44" fmla="*/ 687 w 696"/>
                <a:gd name="T45" fmla="*/ 200 h 351"/>
                <a:gd name="T46" fmla="*/ 662 w 696"/>
                <a:gd name="T47" fmla="*/ 184 h 351"/>
                <a:gd name="T48" fmla="*/ 662 w 696"/>
                <a:gd name="T49" fmla="*/ 184 h 351"/>
                <a:gd name="T50" fmla="*/ 655 w 696"/>
                <a:gd name="T51" fmla="*/ 189 h 351"/>
                <a:gd name="T52" fmla="*/ 307 w 696"/>
                <a:gd name="T53" fmla="*/ 315 h 351"/>
                <a:gd name="T54" fmla="*/ 278 w 696"/>
                <a:gd name="T55" fmla="*/ 321 h 351"/>
                <a:gd name="T56" fmla="*/ 240 w 696"/>
                <a:gd name="T57" fmla="*/ 312 h 351"/>
                <a:gd name="T58" fmla="*/ 37 w 696"/>
                <a:gd name="T59" fmla="*/ 217 h 351"/>
                <a:gd name="T60" fmla="*/ 29 w 696"/>
                <a:gd name="T61" fmla="*/ 203 h 351"/>
                <a:gd name="T62" fmla="*/ 29 w 696"/>
                <a:gd name="T63" fmla="*/ 44 h 351"/>
                <a:gd name="T64" fmla="*/ 44 w 696"/>
                <a:gd name="T65" fmla="*/ 29 h 351"/>
                <a:gd name="T66" fmla="*/ 46 w 696"/>
                <a:gd name="T67" fmla="*/ 29 h 351"/>
                <a:gd name="T68" fmla="*/ 46 w 696"/>
                <a:gd name="T69" fmla="*/ 29 h 351"/>
                <a:gd name="T70" fmla="*/ 182 w 696"/>
                <a:gd name="T71" fmla="*/ 84 h 351"/>
                <a:gd name="T72" fmla="*/ 191 w 696"/>
                <a:gd name="T73" fmla="*/ 87 h 351"/>
                <a:gd name="T74" fmla="*/ 196 w 696"/>
                <a:gd name="T75" fmla="*/ 87 h 351"/>
                <a:gd name="T76" fmla="*/ 319 w 696"/>
                <a:gd name="T77" fmla="*/ 87 h 351"/>
                <a:gd name="T78" fmla="*/ 388 w 696"/>
                <a:gd name="T79" fmla="*/ 116 h 351"/>
                <a:gd name="T80" fmla="*/ 410 w 696"/>
                <a:gd name="T81" fmla="*/ 176 h 351"/>
                <a:gd name="T82" fmla="*/ 191 w 696"/>
                <a:gd name="T83" fmla="*/ 176 h 351"/>
                <a:gd name="T84" fmla="*/ 177 w 696"/>
                <a:gd name="T85" fmla="*/ 191 h 351"/>
                <a:gd name="T86" fmla="*/ 191 w 696"/>
                <a:gd name="T87" fmla="*/ 205 h 351"/>
                <a:gd name="T88" fmla="*/ 416 w 696"/>
                <a:gd name="T89" fmla="*/ 205 h 351"/>
                <a:gd name="T90" fmla="*/ 427 w 696"/>
                <a:gd name="T91" fmla="*/ 205 h 351"/>
                <a:gd name="T92" fmla="*/ 427 w 696"/>
                <a:gd name="T93" fmla="*/ 205 h 351"/>
                <a:gd name="T94" fmla="*/ 427 w 696"/>
                <a:gd name="T95" fmla="*/ 205 h 351"/>
                <a:gd name="T96" fmla="*/ 430 w 696"/>
                <a:gd name="T97" fmla="*/ 205 h 351"/>
                <a:gd name="T98" fmla="*/ 432 w 696"/>
                <a:gd name="T99" fmla="*/ 205 h 351"/>
                <a:gd name="T100" fmla="*/ 432 w 696"/>
                <a:gd name="T101" fmla="*/ 205 h 351"/>
                <a:gd name="T102" fmla="*/ 452 w 696"/>
                <a:gd name="T103" fmla="*/ 196 h 351"/>
                <a:gd name="T104" fmla="*/ 528 w 696"/>
                <a:gd name="T105" fmla="*/ 167 h 351"/>
                <a:gd name="T106" fmla="*/ 598 w 696"/>
                <a:gd name="T107" fmla="*/ 147 h 351"/>
                <a:gd name="T108" fmla="*/ 611 w 696"/>
                <a:gd name="T109" fmla="*/ 145 h 351"/>
                <a:gd name="T110" fmla="*/ 660 w 696"/>
                <a:gd name="T111" fmla="*/ 165 h 351"/>
                <a:gd name="T112" fmla="*/ 664 w 696"/>
                <a:gd name="T113" fmla="*/ 176 h 351"/>
                <a:gd name="T114" fmla="*/ 662 w 696"/>
                <a:gd name="T115" fmla="*/ 184 h 3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96" h="351">
                  <a:moveTo>
                    <a:pt x="687" y="200"/>
                  </a:moveTo>
                  <a:lnTo>
                    <a:pt x="687" y="200"/>
                  </a:lnTo>
                  <a:cubicBezTo>
                    <a:pt x="692" y="194"/>
                    <a:pt x="695" y="184"/>
                    <a:pt x="695" y="176"/>
                  </a:cubicBezTo>
                  <a:cubicBezTo>
                    <a:pt x="695" y="163"/>
                    <a:pt x="689" y="151"/>
                    <a:pt x="678" y="142"/>
                  </a:cubicBezTo>
                  <a:cubicBezTo>
                    <a:pt x="666" y="131"/>
                    <a:pt x="644" y="115"/>
                    <a:pt x="611" y="115"/>
                  </a:cubicBezTo>
                  <a:cubicBezTo>
                    <a:pt x="605" y="115"/>
                    <a:pt x="600" y="116"/>
                    <a:pt x="593" y="118"/>
                  </a:cubicBezTo>
                  <a:cubicBezTo>
                    <a:pt x="580" y="119"/>
                    <a:pt x="564" y="125"/>
                    <a:pt x="546" y="130"/>
                  </a:cubicBezTo>
                  <a:cubicBezTo>
                    <a:pt x="508" y="142"/>
                    <a:pt x="464" y="159"/>
                    <a:pt x="441" y="169"/>
                  </a:cubicBezTo>
                  <a:cubicBezTo>
                    <a:pt x="437" y="142"/>
                    <a:pt x="427" y="118"/>
                    <a:pt x="410" y="97"/>
                  </a:cubicBezTo>
                  <a:cubicBezTo>
                    <a:pt x="390" y="73"/>
                    <a:pt x="358" y="58"/>
                    <a:pt x="319" y="58"/>
                  </a:cubicBezTo>
                  <a:cubicBezTo>
                    <a:pt x="196" y="58"/>
                    <a:pt x="196" y="58"/>
                    <a:pt x="196" y="58"/>
                  </a:cubicBezTo>
                  <a:cubicBezTo>
                    <a:pt x="195" y="58"/>
                    <a:pt x="195" y="58"/>
                    <a:pt x="195" y="58"/>
                  </a:cubicBezTo>
                  <a:cubicBezTo>
                    <a:pt x="131" y="15"/>
                    <a:pt x="83" y="3"/>
                    <a:pt x="48" y="0"/>
                  </a:cubicBezTo>
                  <a:cubicBezTo>
                    <a:pt x="47" y="0"/>
                    <a:pt x="46" y="0"/>
                    <a:pt x="44" y="0"/>
                  </a:cubicBezTo>
                  <a:cubicBezTo>
                    <a:pt x="32" y="0"/>
                    <a:pt x="21" y="4"/>
                    <a:pt x="13" y="13"/>
                  </a:cubicBezTo>
                  <a:cubicBezTo>
                    <a:pt x="4" y="21"/>
                    <a:pt x="0" y="32"/>
                    <a:pt x="0" y="44"/>
                  </a:cubicBezTo>
                  <a:cubicBezTo>
                    <a:pt x="0" y="203"/>
                    <a:pt x="0" y="203"/>
                    <a:pt x="0" y="203"/>
                  </a:cubicBezTo>
                  <a:cubicBezTo>
                    <a:pt x="0" y="221"/>
                    <a:pt x="10" y="236"/>
                    <a:pt x="25" y="243"/>
                  </a:cubicBezTo>
                  <a:cubicBezTo>
                    <a:pt x="228" y="339"/>
                    <a:pt x="228" y="339"/>
                    <a:pt x="228" y="339"/>
                  </a:cubicBezTo>
                  <a:cubicBezTo>
                    <a:pt x="243" y="346"/>
                    <a:pt x="261" y="350"/>
                    <a:pt x="278" y="350"/>
                  </a:cubicBezTo>
                  <a:cubicBezTo>
                    <a:pt x="292" y="350"/>
                    <a:pt x="304" y="347"/>
                    <a:pt x="318" y="343"/>
                  </a:cubicBezTo>
                  <a:cubicBezTo>
                    <a:pt x="664" y="217"/>
                    <a:pt x="664" y="217"/>
                    <a:pt x="664" y="217"/>
                  </a:cubicBezTo>
                  <a:cubicBezTo>
                    <a:pt x="674" y="214"/>
                    <a:pt x="682" y="207"/>
                    <a:pt x="687" y="200"/>
                  </a:cubicBezTo>
                  <a:close/>
                  <a:moveTo>
                    <a:pt x="662" y="184"/>
                  </a:moveTo>
                  <a:lnTo>
                    <a:pt x="662" y="184"/>
                  </a:lnTo>
                  <a:cubicBezTo>
                    <a:pt x="660" y="187"/>
                    <a:pt x="658" y="188"/>
                    <a:pt x="655" y="189"/>
                  </a:cubicBezTo>
                  <a:cubicBezTo>
                    <a:pt x="307" y="315"/>
                    <a:pt x="307" y="315"/>
                    <a:pt x="307" y="315"/>
                  </a:cubicBezTo>
                  <a:cubicBezTo>
                    <a:pt x="297" y="318"/>
                    <a:pt x="287" y="321"/>
                    <a:pt x="278" y="321"/>
                  </a:cubicBezTo>
                  <a:cubicBezTo>
                    <a:pt x="265" y="321"/>
                    <a:pt x="252" y="318"/>
                    <a:pt x="240" y="312"/>
                  </a:cubicBezTo>
                  <a:cubicBezTo>
                    <a:pt x="37" y="217"/>
                    <a:pt x="37" y="217"/>
                    <a:pt x="37" y="217"/>
                  </a:cubicBezTo>
                  <a:cubicBezTo>
                    <a:pt x="32" y="214"/>
                    <a:pt x="29" y="209"/>
                    <a:pt x="29" y="203"/>
                  </a:cubicBezTo>
                  <a:cubicBezTo>
                    <a:pt x="29" y="44"/>
                    <a:pt x="29" y="44"/>
                    <a:pt x="29" y="44"/>
                  </a:cubicBezTo>
                  <a:cubicBezTo>
                    <a:pt x="29" y="36"/>
                    <a:pt x="36" y="29"/>
                    <a:pt x="44" y="29"/>
                  </a:cubicBezTo>
                  <a:cubicBezTo>
                    <a:pt x="46" y="29"/>
                    <a:pt x="46" y="29"/>
                    <a:pt x="46" y="29"/>
                  </a:cubicBezTo>
                  <a:lnTo>
                    <a:pt x="46" y="29"/>
                  </a:lnTo>
                  <a:cubicBezTo>
                    <a:pt x="77" y="32"/>
                    <a:pt x="120" y="43"/>
                    <a:pt x="182" y="84"/>
                  </a:cubicBezTo>
                  <a:cubicBezTo>
                    <a:pt x="185" y="86"/>
                    <a:pt x="188" y="87"/>
                    <a:pt x="191" y="87"/>
                  </a:cubicBezTo>
                  <a:cubicBezTo>
                    <a:pt x="196" y="87"/>
                    <a:pt x="196" y="87"/>
                    <a:pt x="196" y="87"/>
                  </a:cubicBezTo>
                  <a:cubicBezTo>
                    <a:pt x="319" y="87"/>
                    <a:pt x="319" y="87"/>
                    <a:pt x="319" y="87"/>
                  </a:cubicBezTo>
                  <a:cubicBezTo>
                    <a:pt x="351" y="87"/>
                    <a:pt x="373" y="98"/>
                    <a:pt x="388" y="116"/>
                  </a:cubicBezTo>
                  <a:cubicBezTo>
                    <a:pt x="401" y="131"/>
                    <a:pt x="409" y="152"/>
                    <a:pt x="410" y="176"/>
                  </a:cubicBezTo>
                  <a:cubicBezTo>
                    <a:pt x="191" y="176"/>
                    <a:pt x="191" y="176"/>
                    <a:pt x="191" y="176"/>
                  </a:cubicBezTo>
                  <a:cubicBezTo>
                    <a:pt x="182" y="176"/>
                    <a:pt x="177" y="183"/>
                    <a:pt x="177" y="191"/>
                  </a:cubicBezTo>
                  <a:cubicBezTo>
                    <a:pt x="177" y="199"/>
                    <a:pt x="182" y="205"/>
                    <a:pt x="191" y="205"/>
                  </a:cubicBezTo>
                  <a:cubicBezTo>
                    <a:pt x="416" y="205"/>
                    <a:pt x="416" y="205"/>
                    <a:pt x="416" y="205"/>
                  </a:cubicBezTo>
                  <a:cubicBezTo>
                    <a:pt x="427" y="205"/>
                    <a:pt x="427" y="205"/>
                    <a:pt x="427" y="205"/>
                  </a:cubicBezTo>
                  <a:lnTo>
                    <a:pt x="427" y="205"/>
                  </a:lnTo>
                  <a:lnTo>
                    <a:pt x="427" y="205"/>
                  </a:lnTo>
                  <a:cubicBezTo>
                    <a:pt x="428" y="205"/>
                    <a:pt x="430" y="205"/>
                    <a:pt x="430" y="205"/>
                  </a:cubicBezTo>
                  <a:cubicBezTo>
                    <a:pt x="431" y="205"/>
                    <a:pt x="431" y="205"/>
                    <a:pt x="432" y="205"/>
                  </a:cubicBezTo>
                  <a:lnTo>
                    <a:pt x="432" y="205"/>
                  </a:lnTo>
                  <a:cubicBezTo>
                    <a:pt x="432" y="205"/>
                    <a:pt x="441" y="200"/>
                    <a:pt x="452" y="196"/>
                  </a:cubicBezTo>
                  <a:cubicBezTo>
                    <a:pt x="471" y="188"/>
                    <a:pt x="500" y="177"/>
                    <a:pt x="528" y="167"/>
                  </a:cubicBezTo>
                  <a:cubicBezTo>
                    <a:pt x="555" y="158"/>
                    <a:pt x="583" y="148"/>
                    <a:pt x="598" y="147"/>
                  </a:cubicBezTo>
                  <a:cubicBezTo>
                    <a:pt x="602" y="145"/>
                    <a:pt x="607" y="145"/>
                    <a:pt x="611" y="145"/>
                  </a:cubicBezTo>
                  <a:cubicBezTo>
                    <a:pt x="634" y="145"/>
                    <a:pt x="649" y="155"/>
                    <a:pt x="660" y="165"/>
                  </a:cubicBezTo>
                  <a:cubicBezTo>
                    <a:pt x="663" y="167"/>
                    <a:pt x="664" y="171"/>
                    <a:pt x="664" y="176"/>
                  </a:cubicBezTo>
                  <a:cubicBezTo>
                    <a:pt x="664" y="178"/>
                    <a:pt x="664" y="181"/>
                    <a:pt x="662"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91" name="Group 593">
            <a:extLst>
              <a:ext uri="{FF2B5EF4-FFF2-40B4-BE49-F238E27FC236}">
                <a16:creationId xmlns:a16="http://schemas.microsoft.com/office/drawing/2014/main" id="{F8770B60-142E-214E-3882-7F7A5B5A131E}"/>
              </a:ext>
            </a:extLst>
          </p:cNvPr>
          <p:cNvGrpSpPr/>
          <p:nvPr/>
        </p:nvGrpSpPr>
        <p:grpSpPr>
          <a:xfrm>
            <a:off x="1491183" y="476672"/>
            <a:ext cx="2182812" cy="123825"/>
            <a:chOff x="334963" y="814388"/>
            <a:chExt cx="2182812" cy="123825"/>
          </a:xfrm>
          <a:solidFill>
            <a:schemeClr val="tx2"/>
          </a:solidFill>
        </p:grpSpPr>
        <p:sp>
          <p:nvSpPr>
            <p:cNvPr id="592" name="Freeform 485">
              <a:extLst>
                <a:ext uri="{FF2B5EF4-FFF2-40B4-BE49-F238E27FC236}">
                  <a16:creationId xmlns:a16="http://schemas.microsoft.com/office/drawing/2014/main" id="{8021FA8C-C6D4-CD32-2417-5E093D0C2673}"/>
                </a:ext>
              </a:extLst>
            </p:cNvPr>
            <p:cNvSpPr>
              <a:spLocks noChangeArrowheads="1"/>
            </p:cNvSpPr>
            <p:nvPr/>
          </p:nvSpPr>
          <p:spPr bwMode="auto">
            <a:xfrm>
              <a:off x="334963" y="815975"/>
              <a:ext cx="101600" cy="119063"/>
            </a:xfrm>
            <a:custGeom>
              <a:avLst/>
              <a:gdLst>
                <a:gd name="T0" fmla="*/ 125 w 282"/>
                <a:gd name="T1" fmla="*/ 0 h 332"/>
                <a:gd name="T2" fmla="*/ 125 w 282"/>
                <a:gd name="T3" fmla="*/ 0 h 332"/>
                <a:gd name="T4" fmla="*/ 0 w 282"/>
                <a:gd name="T5" fmla="*/ 331 h 332"/>
                <a:gd name="T6" fmla="*/ 33 w 282"/>
                <a:gd name="T7" fmla="*/ 331 h 332"/>
                <a:gd name="T8" fmla="*/ 69 w 282"/>
                <a:gd name="T9" fmla="*/ 233 h 332"/>
                <a:gd name="T10" fmla="*/ 211 w 282"/>
                <a:gd name="T11" fmla="*/ 233 h 332"/>
                <a:gd name="T12" fmla="*/ 247 w 282"/>
                <a:gd name="T13" fmla="*/ 331 h 332"/>
                <a:gd name="T14" fmla="*/ 281 w 282"/>
                <a:gd name="T15" fmla="*/ 331 h 332"/>
                <a:gd name="T16" fmla="*/ 156 w 282"/>
                <a:gd name="T17" fmla="*/ 0 h 332"/>
                <a:gd name="T18" fmla="*/ 125 w 282"/>
                <a:gd name="T19" fmla="*/ 0 h 332"/>
                <a:gd name="T20" fmla="*/ 80 w 282"/>
                <a:gd name="T21" fmla="*/ 205 h 332"/>
                <a:gd name="T22" fmla="*/ 80 w 282"/>
                <a:gd name="T23" fmla="*/ 205 h 332"/>
                <a:gd name="T24" fmla="*/ 132 w 282"/>
                <a:gd name="T25" fmla="*/ 58 h 332"/>
                <a:gd name="T26" fmla="*/ 136 w 282"/>
                <a:gd name="T27" fmla="*/ 47 h 332"/>
                <a:gd name="T28" fmla="*/ 139 w 282"/>
                <a:gd name="T29" fmla="*/ 35 h 332"/>
                <a:gd name="T30" fmla="*/ 140 w 282"/>
                <a:gd name="T31" fmla="*/ 35 h 332"/>
                <a:gd name="T32" fmla="*/ 143 w 282"/>
                <a:gd name="T33" fmla="*/ 47 h 332"/>
                <a:gd name="T34" fmla="*/ 146 w 282"/>
                <a:gd name="T35" fmla="*/ 58 h 332"/>
                <a:gd name="T36" fmla="*/ 200 w 282"/>
                <a:gd name="T37" fmla="*/ 205 h 332"/>
                <a:gd name="T38" fmla="*/ 80 w 282"/>
                <a:gd name="T39" fmla="*/ 20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2" h="332">
                  <a:moveTo>
                    <a:pt x="125" y="0"/>
                  </a:moveTo>
                  <a:lnTo>
                    <a:pt x="125" y="0"/>
                  </a:lnTo>
                  <a:cubicBezTo>
                    <a:pt x="0" y="331"/>
                    <a:pt x="0" y="331"/>
                    <a:pt x="0" y="331"/>
                  </a:cubicBezTo>
                  <a:cubicBezTo>
                    <a:pt x="33" y="331"/>
                    <a:pt x="33" y="331"/>
                    <a:pt x="33" y="331"/>
                  </a:cubicBezTo>
                  <a:cubicBezTo>
                    <a:pt x="69" y="233"/>
                    <a:pt x="69" y="233"/>
                    <a:pt x="69" y="233"/>
                  </a:cubicBezTo>
                  <a:cubicBezTo>
                    <a:pt x="211" y="233"/>
                    <a:pt x="211" y="233"/>
                    <a:pt x="211" y="233"/>
                  </a:cubicBezTo>
                  <a:cubicBezTo>
                    <a:pt x="247" y="331"/>
                    <a:pt x="247" y="331"/>
                    <a:pt x="247" y="331"/>
                  </a:cubicBezTo>
                  <a:cubicBezTo>
                    <a:pt x="281" y="331"/>
                    <a:pt x="281" y="331"/>
                    <a:pt x="281" y="331"/>
                  </a:cubicBezTo>
                  <a:cubicBezTo>
                    <a:pt x="156" y="0"/>
                    <a:pt x="156" y="0"/>
                    <a:pt x="156" y="0"/>
                  </a:cubicBezTo>
                  <a:lnTo>
                    <a:pt x="125" y="0"/>
                  </a:lnTo>
                  <a:close/>
                  <a:moveTo>
                    <a:pt x="80" y="205"/>
                  </a:moveTo>
                  <a:lnTo>
                    <a:pt x="80" y="205"/>
                  </a:lnTo>
                  <a:cubicBezTo>
                    <a:pt x="132" y="58"/>
                    <a:pt x="132" y="58"/>
                    <a:pt x="132" y="58"/>
                  </a:cubicBezTo>
                  <a:cubicBezTo>
                    <a:pt x="134" y="54"/>
                    <a:pt x="135" y="52"/>
                    <a:pt x="136" y="47"/>
                  </a:cubicBezTo>
                  <a:cubicBezTo>
                    <a:pt x="138" y="43"/>
                    <a:pt x="138" y="39"/>
                    <a:pt x="139" y="35"/>
                  </a:cubicBezTo>
                  <a:cubicBezTo>
                    <a:pt x="140" y="35"/>
                    <a:pt x="140" y="35"/>
                    <a:pt x="140" y="35"/>
                  </a:cubicBezTo>
                  <a:cubicBezTo>
                    <a:pt x="140" y="39"/>
                    <a:pt x="142" y="43"/>
                    <a:pt x="143" y="47"/>
                  </a:cubicBezTo>
                  <a:cubicBezTo>
                    <a:pt x="145" y="52"/>
                    <a:pt x="145" y="54"/>
                    <a:pt x="146" y="58"/>
                  </a:cubicBezTo>
                  <a:cubicBezTo>
                    <a:pt x="200" y="205"/>
                    <a:pt x="200" y="205"/>
                    <a:pt x="200" y="205"/>
                  </a:cubicBezTo>
                  <a:lnTo>
                    <a:pt x="80" y="2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3" name="Freeform 486">
              <a:extLst>
                <a:ext uri="{FF2B5EF4-FFF2-40B4-BE49-F238E27FC236}">
                  <a16:creationId xmlns:a16="http://schemas.microsoft.com/office/drawing/2014/main" id="{7DE6B084-4AC5-951C-28A4-7299D490C106}"/>
                </a:ext>
              </a:extLst>
            </p:cNvPr>
            <p:cNvSpPr>
              <a:spLocks noChangeArrowheads="1"/>
            </p:cNvSpPr>
            <p:nvPr/>
          </p:nvSpPr>
          <p:spPr bwMode="auto">
            <a:xfrm>
              <a:off x="455613" y="815975"/>
              <a:ext cx="93662" cy="119063"/>
            </a:xfrm>
            <a:custGeom>
              <a:avLst/>
              <a:gdLst>
                <a:gd name="T0" fmla="*/ 246 w 260"/>
                <a:gd name="T1" fmla="*/ 230 h 332"/>
                <a:gd name="T2" fmla="*/ 246 w 260"/>
                <a:gd name="T3" fmla="*/ 230 h 332"/>
                <a:gd name="T4" fmla="*/ 259 w 260"/>
                <a:gd name="T5" fmla="*/ 161 h 332"/>
                <a:gd name="T6" fmla="*/ 216 w 260"/>
                <a:gd name="T7" fmla="*/ 41 h 332"/>
                <a:gd name="T8" fmla="*/ 88 w 260"/>
                <a:gd name="T9" fmla="*/ 0 h 332"/>
                <a:gd name="T10" fmla="*/ 0 w 260"/>
                <a:gd name="T11" fmla="*/ 0 h 332"/>
                <a:gd name="T12" fmla="*/ 0 w 260"/>
                <a:gd name="T13" fmla="*/ 331 h 332"/>
                <a:gd name="T14" fmla="*/ 83 w 260"/>
                <a:gd name="T15" fmla="*/ 331 h 332"/>
                <a:gd name="T16" fmla="*/ 157 w 260"/>
                <a:gd name="T17" fmla="*/ 318 h 332"/>
                <a:gd name="T18" fmla="*/ 212 w 260"/>
                <a:gd name="T19" fmla="*/ 284 h 332"/>
                <a:gd name="T20" fmla="*/ 246 w 260"/>
                <a:gd name="T21" fmla="*/ 230 h 332"/>
                <a:gd name="T22" fmla="*/ 143 w 260"/>
                <a:gd name="T23" fmla="*/ 293 h 332"/>
                <a:gd name="T24" fmla="*/ 143 w 260"/>
                <a:gd name="T25" fmla="*/ 293 h 332"/>
                <a:gd name="T26" fmla="*/ 82 w 260"/>
                <a:gd name="T27" fmla="*/ 303 h 332"/>
                <a:gd name="T28" fmla="*/ 31 w 260"/>
                <a:gd name="T29" fmla="*/ 303 h 332"/>
                <a:gd name="T30" fmla="*/ 31 w 260"/>
                <a:gd name="T31" fmla="*/ 28 h 332"/>
                <a:gd name="T32" fmla="*/ 86 w 260"/>
                <a:gd name="T33" fmla="*/ 28 h 332"/>
                <a:gd name="T34" fmla="*/ 227 w 260"/>
                <a:gd name="T35" fmla="*/ 162 h 332"/>
                <a:gd name="T36" fmla="*/ 217 w 260"/>
                <a:gd name="T37" fmla="*/ 221 h 332"/>
                <a:gd name="T38" fmla="*/ 188 w 260"/>
                <a:gd name="T39" fmla="*/ 266 h 332"/>
                <a:gd name="T40" fmla="*/ 143 w 260"/>
                <a:gd name="T41" fmla="*/ 29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60" h="332">
                  <a:moveTo>
                    <a:pt x="246" y="230"/>
                  </a:moveTo>
                  <a:lnTo>
                    <a:pt x="246" y="230"/>
                  </a:lnTo>
                  <a:cubicBezTo>
                    <a:pt x="255" y="209"/>
                    <a:pt x="259" y="187"/>
                    <a:pt x="259" y="161"/>
                  </a:cubicBezTo>
                  <a:cubicBezTo>
                    <a:pt x="259" y="108"/>
                    <a:pt x="245" y="68"/>
                    <a:pt x="216" y="41"/>
                  </a:cubicBezTo>
                  <a:cubicBezTo>
                    <a:pt x="187" y="14"/>
                    <a:pt x="144" y="0"/>
                    <a:pt x="88" y="0"/>
                  </a:cubicBezTo>
                  <a:cubicBezTo>
                    <a:pt x="0" y="0"/>
                    <a:pt x="0" y="0"/>
                    <a:pt x="0" y="0"/>
                  </a:cubicBezTo>
                  <a:cubicBezTo>
                    <a:pt x="0" y="331"/>
                    <a:pt x="0" y="331"/>
                    <a:pt x="0" y="331"/>
                  </a:cubicBezTo>
                  <a:cubicBezTo>
                    <a:pt x="83" y="331"/>
                    <a:pt x="83" y="331"/>
                    <a:pt x="83" y="331"/>
                  </a:cubicBezTo>
                  <a:cubicBezTo>
                    <a:pt x="111" y="331"/>
                    <a:pt x="134" y="326"/>
                    <a:pt x="157" y="318"/>
                  </a:cubicBezTo>
                  <a:cubicBezTo>
                    <a:pt x="179" y="310"/>
                    <a:pt x="197" y="299"/>
                    <a:pt x="212" y="284"/>
                  </a:cubicBezTo>
                  <a:cubicBezTo>
                    <a:pt x="227" y="268"/>
                    <a:pt x="239" y="252"/>
                    <a:pt x="246" y="230"/>
                  </a:cubicBezTo>
                  <a:close/>
                  <a:moveTo>
                    <a:pt x="143" y="293"/>
                  </a:moveTo>
                  <a:lnTo>
                    <a:pt x="143" y="293"/>
                  </a:lnTo>
                  <a:cubicBezTo>
                    <a:pt x="125" y="299"/>
                    <a:pt x="105" y="303"/>
                    <a:pt x="82" y="303"/>
                  </a:cubicBezTo>
                  <a:cubicBezTo>
                    <a:pt x="31" y="303"/>
                    <a:pt x="31" y="303"/>
                    <a:pt x="31" y="303"/>
                  </a:cubicBezTo>
                  <a:cubicBezTo>
                    <a:pt x="31" y="28"/>
                    <a:pt x="31" y="28"/>
                    <a:pt x="31" y="28"/>
                  </a:cubicBezTo>
                  <a:cubicBezTo>
                    <a:pt x="86" y="28"/>
                    <a:pt x="86" y="28"/>
                    <a:pt x="86" y="28"/>
                  </a:cubicBezTo>
                  <a:cubicBezTo>
                    <a:pt x="180" y="28"/>
                    <a:pt x="227" y="72"/>
                    <a:pt x="227" y="162"/>
                  </a:cubicBezTo>
                  <a:cubicBezTo>
                    <a:pt x="227" y="184"/>
                    <a:pt x="223" y="205"/>
                    <a:pt x="217" y="221"/>
                  </a:cubicBezTo>
                  <a:cubicBezTo>
                    <a:pt x="210" y="239"/>
                    <a:pt x="201" y="255"/>
                    <a:pt x="188" y="266"/>
                  </a:cubicBezTo>
                  <a:cubicBezTo>
                    <a:pt x="176" y="278"/>
                    <a:pt x="161" y="286"/>
                    <a:pt x="143"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4" name="Freeform 487">
              <a:extLst>
                <a:ext uri="{FF2B5EF4-FFF2-40B4-BE49-F238E27FC236}">
                  <a16:creationId xmlns:a16="http://schemas.microsoft.com/office/drawing/2014/main" id="{9290745B-F9D2-DF88-2502-55EABBF7FBD1}"/>
                </a:ext>
              </a:extLst>
            </p:cNvPr>
            <p:cNvSpPr>
              <a:spLocks noChangeArrowheads="1"/>
            </p:cNvSpPr>
            <p:nvPr/>
          </p:nvSpPr>
          <p:spPr bwMode="auto">
            <a:xfrm>
              <a:off x="568325" y="814388"/>
              <a:ext cx="66675" cy="123825"/>
            </a:xfrm>
            <a:custGeom>
              <a:avLst/>
              <a:gdLst>
                <a:gd name="T0" fmla="*/ 37 w 187"/>
                <a:gd name="T1" fmla="*/ 336 h 342"/>
                <a:gd name="T2" fmla="*/ 37 w 187"/>
                <a:gd name="T3" fmla="*/ 336 h 342"/>
                <a:gd name="T4" fmla="*/ 58 w 187"/>
                <a:gd name="T5" fmla="*/ 340 h 342"/>
                <a:gd name="T6" fmla="*/ 77 w 187"/>
                <a:gd name="T7" fmla="*/ 341 h 342"/>
                <a:gd name="T8" fmla="*/ 121 w 187"/>
                <a:gd name="T9" fmla="*/ 336 h 342"/>
                <a:gd name="T10" fmla="*/ 156 w 187"/>
                <a:gd name="T11" fmla="*/ 319 h 342"/>
                <a:gd name="T12" fmla="*/ 178 w 187"/>
                <a:gd name="T13" fmla="*/ 291 h 342"/>
                <a:gd name="T14" fmla="*/ 186 w 187"/>
                <a:gd name="T15" fmla="*/ 254 h 342"/>
                <a:gd name="T16" fmla="*/ 181 w 187"/>
                <a:gd name="T17" fmla="*/ 225 h 342"/>
                <a:gd name="T18" fmla="*/ 165 w 187"/>
                <a:gd name="T19" fmla="*/ 200 h 342"/>
                <a:gd name="T20" fmla="*/ 141 w 187"/>
                <a:gd name="T21" fmla="*/ 180 h 342"/>
                <a:gd name="T22" fmla="*/ 103 w 187"/>
                <a:gd name="T23" fmla="*/ 157 h 342"/>
                <a:gd name="T24" fmla="*/ 70 w 187"/>
                <a:gd name="T25" fmla="*/ 138 h 342"/>
                <a:gd name="T26" fmla="*/ 48 w 187"/>
                <a:gd name="T27" fmla="*/ 123 h 342"/>
                <a:gd name="T28" fmla="*/ 36 w 187"/>
                <a:gd name="T29" fmla="*/ 105 h 342"/>
                <a:gd name="T30" fmla="*/ 33 w 187"/>
                <a:gd name="T31" fmla="*/ 83 h 342"/>
                <a:gd name="T32" fmla="*/ 38 w 187"/>
                <a:gd name="T33" fmla="*/ 58 h 342"/>
                <a:gd name="T34" fmla="*/ 53 w 187"/>
                <a:gd name="T35" fmla="*/ 41 h 342"/>
                <a:gd name="T36" fmla="*/ 76 w 187"/>
                <a:gd name="T37" fmla="*/ 30 h 342"/>
                <a:gd name="T38" fmla="*/ 103 w 187"/>
                <a:gd name="T39" fmla="*/ 28 h 342"/>
                <a:gd name="T40" fmla="*/ 172 w 187"/>
                <a:gd name="T41" fmla="*/ 44 h 342"/>
                <a:gd name="T42" fmla="*/ 172 w 187"/>
                <a:gd name="T43" fmla="*/ 11 h 342"/>
                <a:gd name="T44" fmla="*/ 107 w 187"/>
                <a:gd name="T45" fmla="*/ 0 h 342"/>
                <a:gd name="T46" fmla="*/ 66 w 187"/>
                <a:gd name="T47" fmla="*/ 5 h 342"/>
                <a:gd name="T48" fmla="*/ 31 w 187"/>
                <a:gd name="T49" fmla="*/ 22 h 342"/>
                <a:gd name="T50" fmla="*/ 9 w 187"/>
                <a:gd name="T51" fmla="*/ 50 h 342"/>
                <a:gd name="T52" fmla="*/ 0 w 187"/>
                <a:gd name="T53" fmla="*/ 86 h 342"/>
                <a:gd name="T54" fmla="*/ 5 w 187"/>
                <a:gd name="T55" fmla="*/ 115 h 342"/>
                <a:gd name="T56" fmla="*/ 19 w 187"/>
                <a:gd name="T57" fmla="*/ 137 h 342"/>
                <a:gd name="T58" fmla="*/ 44 w 187"/>
                <a:gd name="T59" fmla="*/ 157 h 342"/>
                <a:gd name="T60" fmla="*/ 80 w 187"/>
                <a:gd name="T61" fmla="*/ 180 h 342"/>
                <a:gd name="T62" fmla="*/ 113 w 187"/>
                <a:gd name="T63" fmla="*/ 199 h 342"/>
                <a:gd name="T64" fmla="*/ 136 w 187"/>
                <a:gd name="T65" fmla="*/ 215 h 342"/>
                <a:gd name="T66" fmla="*/ 150 w 187"/>
                <a:gd name="T67" fmla="*/ 233 h 342"/>
                <a:gd name="T68" fmla="*/ 154 w 187"/>
                <a:gd name="T69" fmla="*/ 257 h 342"/>
                <a:gd name="T70" fmla="*/ 135 w 187"/>
                <a:gd name="T71" fmla="*/ 298 h 342"/>
                <a:gd name="T72" fmla="*/ 80 w 187"/>
                <a:gd name="T73" fmla="*/ 314 h 342"/>
                <a:gd name="T74" fmla="*/ 59 w 187"/>
                <a:gd name="T75" fmla="*/ 311 h 342"/>
                <a:gd name="T76" fmla="*/ 38 w 187"/>
                <a:gd name="T77" fmla="*/ 307 h 342"/>
                <a:gd name="T78" fmla="*/ 18 w 187"/>
                <a:gd name="T79" fmla="*/ 298 h 342"/>
                <a:gd name="T80" fmla="*/ 0 w 187"/>
                <a:gd name="T81" fmla="*/ 287 h 342"/>
                <a:gd name="T82" fmla="*/ 0 w 187"/>
                <a:gd name="T83" fmla="*/ 323 h 342"/>
                <a:gd name="T84" fmla="*/ 15 w 187"/>
                <a:gd name="T85" fmla="*/ 330 h 342"/>
                <a:gd name="T86" fmla="*/ 37 w 187"/>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37" y="336"/>
                  </a:moveTo>
                  <a:lnTo>
                    <a:pt x="37" y="336"/>
                  </a:lnTo>
                  <a:cubicBezTo>
                    <a:pt x="44" y="337"/>
                    <a:pt x="51" y="338"/>
                    <a:pt x="58" y="340"/>
                  </a:cubicBezTo>
                  <a:cubicBezTo>
                    <a:pt x="66" y="340"/>
                    <a:pt x="71" y="341"/>
                    <a:pt x="77" y="341"/>
                  </a:cubicBezTo>
                  <a:cubicBezTo>
                    <a:pt x="94" y="341"/>
                    <a:pt x="107" y="338"/>
                    <a:pt x="121" y="336"/>
                  </a:cubicBezTo>
                  <a:cubicBezTo>
                    <a:pt x="134" y="331"/>
                    <a:pt x="146" y="326"/>
                    <a:pt x="156" y="319"/>
                  </a:cubicBezTo>
                  <a:cubicBezTo>
                    <a:pt x="165" y="312"/>
                    <a:pt x="172" y="302"/>
                    <a:pt x="178" y="291"/>
                  </a:cubicBezTo>
                  <a:cubicBezTo>
                    <a:pt x="183" y="280"/>
                    <a:pt x="186" y="268"/>
                    <a:pt x="186" y="254"/>
                  </a:cubicBezTo>
                  <a:cubicBezTo>
                    <a:pt x="186" y="243"/>
                    <a:pt x="185" y="233"/>
                    <a:pt x="181" y="225"/>
                  </a:cubicBezTo>
                  <a:cubicBezTo>
                    <a:pt x="178" y="217"/>
                    <a:pt x="172" y="209"/>
                    <a:pt x="165" y="200"/>
                  </a:cubicBezTo>
                  <a:cubicBezTo>
                    <a:pt x="158" y="193"/>
                    <a:pt x="150" y="186"/>
                    <a:pt x="141" y="180"/>
                  </a:cubicBezTo>
                  <a:cubicBezTo>
                    <a:pt x="129" y="173"/>
                    <a:pt x="117" y="164"/>
                    <a:pt x="103" y="157"/>
                  </a:cubicBezTo>
                  <a:cubicBezTo>
                    <a:pt x="91" y="151"/>
                    <a:pt x="80" y="144"/>
                    <a:pt x="70" y="138"/>
                  </a:cubicBezTo>
                  <a:cubicBezTo>
                    <a:pt x="62" y="134"/>
                    <a:pt x="53" y="128"/>
                    <a:pt x="48" y="123"/>
                  </a:cubicBezTo>
                  <a:cubicBezTo>
                    <a:pt x="42" y="117"/>
                    <a:pt x="38" y="110"/>
                    <a:pt x="36" y="105"/>
                  </a:cubicBezTo>
                  <a:cubicBezTo>
                    <a:pt x="34" y="98"/>
                    <a:pt x="33" y="91"/>
                    <a:pt x="33" y="83"/>
                  </a:cubicBezTo>
                  <a:cubicBezTo>
                    <a:pt x="33" y="73"/>
                    <a:pt x="34" y="65"/>
                    <a:pt x="38" y="58"/>
                  </a:cubicBezTo>
                  <a:cubicBezTo>
                    <a:pt x="41" y="52"/>
                    <a:pt x="47" y="46"/>
                    <a:pt x="53" y="41"/>
                  </a:cubicBezTo>
                  <a:cubicBezTo>
                    <a:pt x="60" y="37"/>
                    <a:pt x="67" y="33"/>
                    <a:pt x="76" y="30"/>
                  </a:cubicBezTo>
                  <a:cubicBezTo>
                    <a:pt x="85" y="29"/>
                    <a:pt x="94" y="28"/>
                    <a:pt x="103" y="28"/>
                  </a:cubicBezTo>
                  <a:cubicBezTo>
                    <a:pt x="129" y="28"/>
                    <a:pt x="153" y="33"/>
                    <a:pt x="172" y="44"/>
                  </a:cubicBezTo>
                  <a:cubicBezTo>
                    <a:pt x="172" y="11"/>
                    <a:pt x="172" y="11"/>
                    <a:pt x="172" y="11"/>
                  </a:cubicBezTo>
                  <a:cubicBezTo>
                    <a:pt x="154" y="3"/>
                    <a:pt x="134" y="0"/>
                    <a:pt x="107" y="0"/>
                  </a:cubicBezTo>
                  <a:cubicBezTo>
                    <a:pt x="92" y="0"/>
                    <a:pt x="78" y="1"/>
                    <a:pt x="66" y="5"/>
                  </a:cubicBezTo>
                  <a:cubicBezTo>
                    <a:pt x="52" y="10"/>
                    <a:pt x="41" y="15"/>
                    <a:pt x="31" y="22"/>
                  </a:cubicBezTo>
                  <a:cubicBezTo>
                    <a:pt x="22" y="30"/>
                    <a:pt x="15" y="39"/>
                    <a:pt x="9" y="50"/>
                  </a:cubicBezTo>
                  <a:cubicBezTo>
                    <a:pt x="4" y="61"/>
                    <a:pt x="0" y="72"/>
                    <a:pt x="0" y="86"/>
                  </a:cubicBezTo>
                  <a:cubicBezTo>
                    <a:pt x="0" y="97"/>
                    <a:pt x="2" y="106"/>
                    <a:pt x="5" y="115"/>
                  </a:cubicBezTo>
                  <a:cubicBezTo>
                    <a:pt x="8" y="123"/>
                    <a:pt x="12" y="130"/>
                    <a:pt x="19" y="137"/>
                  </a:cubicBezTo>
                  <a:cubicBezTo>
                    <a:pt x="24" y="144"/>
                    <a:pt x="33" y="152"/>
                    <a:pt x="44" y="157"/>
                  </a:cubicBezTo>
                  <a:cubicBezTo>
                    <a:pt x="53" y="164"/>
                    <a:pt x="66" y="173"/>
                    <a:pt x="80" y="180"/>
                  </a:cubicBezTo>
                  <a:cubicBezTo>
                    <a:pt x="92" y="186"/>
                    <a:pt x="103" y="193"/>
                    <a:pt x="113" y="199"/>
                  </a:cubicBezTo>
                  <a:cubicBezTo>
                    <a:pt x="123" y="204"/>
                    <a:pt x="129" y="210"/>
                    <a:pt x="136" y="215"/>
                  </a:cubicBezTo>
                  <a:cubicBezTo>
                    <a:pt x="142" y="221"/>
                    <a:pt x="147" y="228"/>
                    <a:pt x="150" y="233"/>
                  </a:cubicBezTo>
                  <a:cubicBezTo>
                    <a:pt x="153" y="240"/>
                    <a:pt x="154" y="249"/>
                    <a:pt x="154" y="257"/>
                  </a:cubicBezTo>
                  <a:cubicBezTo>
                    <a:pt x="154" y="275"/>
                    <a:pt x="147" y="289"/>
                    <a:pt x="135" y="298"/>
                  </a:cubicBezTo>
                  <a:cubicBezTo>
                    <a:pt x="123" y="308"/>
                    <a:pt x="105" y="314"/>
                    <a:pt x="80" y="314"/>
                  </a:cubicBezTo>
                  <a:cubicBezTo>
                    <a:pt x="73" y="314"/>
                    <a:pt x="66" y="312"/>
                    <a:pt x="59" y="311"/>
                  </a:cubicBezTo>
                  <a:cubicBezTo>
                    <a:pt x="52" y="311"/>
                    <a:pt x="45" y="308"/>
                    <a:pt x="38" y="307"/>
                  </a:cubicBezTo>
                  <a:cubicBezTo>
                    <a:pt x="31" y="304"/>
                    <a:pt x="24" y="301"/>
                    <a:pt x="18" y="298"/>
                  </a:cubicBezTo>
                  <a:cubicBezTo>
                    <a:pt x="11" y="294"/>
                    <a:pt x="5" y="291"/>
                    <a:pt x="0" y="287"/>
                  </a:cubicBezTo>
                  <a:cubicBezTo>
                    <a:pt x="0" y="323"/>
                    <a:pt x="0" y="323"/>
                    <a:pt x="0" y="323"/>
                  </a:cubicBezTo>
                  <a:cubicBezTo>
                    <a:pt x="4" y="326"/>
                    <a:pt x="9" y="327"/>
                    <a:pt x="15" y="330"/>
                  </a:cubicBezTo>
                  <a:cubicBezTo>
                    <a:pt x="22" y="333"/>
                    <a:pt x="29" y="334"/>
                    <a:pt x="37"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5" name="Freeform 488">
              <a:extLst>
                <a:ext uri="{FF2B5EF4-FFF2-40B4-BE49-F238E27FC236}">
                  <a16:creationId xmlns:a16="http://schemas.microsoft.com/office/drawing/2014/main" id="{BCD98986-1E46-C966-CB71-3D01798854D2}"/>
                </a:ext>
              </a:extLst>
            </p:cNvPr>
            <p:cNvSpPr>
              <a:spLocks noChangeArrowheads="1"/>
            </p:cNvSpPr>
            <p:nvPr/>
          </p:nvSpPr>
          <p:spPr bwMode="auto">
            <a:xfrm>
              <a:off x="698500" y="814388"/>
              <a:ext cx="87313" cy="123825"/>
            </a:xfrm>
            <a:custGeom>
              <a:avLst/>
              <a:gdLst>
                <a:gd name="T0" fmla="*/ 42 w 243"/>
                <a:gd name="T1" fmla="*/ 294 h 342"/>
                <a:gd name="T2" fmla="*/ 42 w 243"/>
                <a:gd name="T3" fmla="*/ 294 h 342"/>
                <a:gd name="T4" fmla="*/ 90 w 243"/>
                <a:gd name="T5" fmla="*/ 329 h 342"/>
                <a:gd name="T6" fmla="*/ 154 w 243"/>
                <a:gd name="T7" fmla="*/ 341 h 342"/>
                <a:gd name="T8" fmla="*/ 242 w 243"/>
                <a:gd name="T9" fmla="*/ 323 h 342"/>
                <a:gd name="T10" fmla="*/ 242 w 243"/>
                <a:gd name="T11" fmla="*/ 293 h 342"/>
                <a:gd name="T12" fmla="*/ 158 w 243"/>
                <a:gd name="T13" fmla="*/ 314 h 342"/>
                <a:gd name="T14" fmla="*/ 102 w 243"/>
                <a:gd name="T15" fmla="*/ 302 h 342"/>
                <a:gd name="T16" fmla="*/ 64 w 243"/>
                <a:gd name="T17" fmla="*/ 272 h 342"/>
                <a:gd name="T18" fmla="*/ 40 w 243"/>
                <a:gd name="T19" fmla="*/ 228 h 342"/>
                <a:gd name="T20" fmla="*/ 32 w 243"/>
                <a:gd name="T21" fmla="*/ 174 h 342"/>
                <a:gd name="T22" fmla="*/ 40 w 243"/>
                <a:gd name="T23" fmla="*/ 116 h 342"/>
                <a:gd name="T24" fmla="*/ 67 w 243"/>
                <a:gd name="T25" fmla="*/ 69 h 342"/>
                <a:gd name="T26" fmla="*/ 109 w 243"/>
                <a:gd name="T27" fmla="*/ 39 h 342"/>
                <a:gd name="T28" fmla="*/ 166 w 243"/>
                <a:gd name="T29" fmla="*/ 28 h 342"/>
                <a:gd name="T30" fmla="*/ 242 w 243"/>
                <a:gd name="T31" fmla="*/ 46 h 342"/>
                <a:gd name="T32" fmla="*/ 242 w 243"/>
                <a:gd name="T33" fmla="*/ 12 h 342"/>
                <a:gd name="T34" fmla="*/ 166 w 243"/>
                <a:gd name="T35" fmla="*/ 0 h 342"/>
                <a:gd name="T36" fmla="*/ 97 w 243"/>
                <a:gd name="T37" fmla="*/ 14 h 342"/>
                <a:gd name="T38" fmla="*/ 44 w 243"/>
                <a:gd name="T39" fmla="*/ 51 h 342"/>
                <a:gd name="T40" fmla="*/ 11 w 243"/>
                <a:gd name="T41" fmla="*/ 106 h 342"/>
                <a:gd name="T42" fmla="*/ 0 w 243"/>
                <a:gd name="T43" fmla="*/ 177 h 342"/>
                <a:gd name="T44" fmla="*/ 11 w 243"/>
                <a:gd name="T45" fmla="*/ 243 h 342"/>
                <a:gd name="T46" fmla="*/ 42 w 243"/>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3" h="342">
                  <a:moveTo>
                    <a:pt x="42" y="294"/>
                  </a:moveTo>
                  <a:lnTo>
                    <a:pt x="42" y="294"/>
                  </a:lnTo>
                  <a:cubicBezTo>
                    <a:pt x="55" y="309"/>
                    <a:pt x="72" y="320"/>
                    <a:pt x="90" y="329"/>
                  </a:cubicBezTo>
                  <a:cubicBezTo>
                    <a:pt x="109" y="337"/>
                    <a:pt x="131" y="341"/>
                    <a:pt x="154" y="341"/>
                  </a:cubicBezTo>
                  <a:cubicBezTo>
                    <a:pt x="187" y="341"/>
                    <a:pt x="216" y="336"/>
                    <a:pt x="242" y="323"/>
                  </a:cubicBezTo>
                  <a:cubicBezTo>
                    <a:pt x="242" y="293"/>
                    <a:pt x="242" y="293"/>
                    <a:pt x="242" y="293"/>
                  </a:cubicBezTo>
                  <a:cubicBezTo>
                    <a:pt x="217" y="307"/>
                    <a:pt x="190" y="314"/>
                    <a:pt x="158" y="314"/>
                  </a:cubicBezTo>
                  <a:cubicBezTo>
                    <a:pt x="137" y="314"/>
                    <a:pt x="119" y="309"/>
                    <a:pt x="102" y="302"/>
                  </a:cubicBezTo>
                  <a:cubicBezTo>
                    <a:pt x="87" y="294"/>
                    <a:pt x="75" y="284"/>
                    <a:pt x="64" y="272"/>
                  </a:cubicBezTo>
                  <a:cubicBezTo>
                    <a:pt x="53" y="260"/>
                    <a:pt x="46" y="244"/>
                    <a:pt x="40" y="228"/>
                  </a:cubicBezTo>
                  <a:cubicBezTo>
                    <a:pt x="35" y="211"/>
                    <a:pt x="32" y="193"/>
                    <a:pt x="32" y="174"/>
                  </a:cubicBezTo>
                  <a:cubicBezTo>
                    <a:pt x="32" y="153"/>
                    <a:pt x="35" y="134"/>
                    <a:pt x="40" y="116"/>
                  </a:cubicBezTo>
                  <a:cubicBezTo>
                    <a:pt x="47" y="98"/>
                    <a:pt x="55" y="83"/>
                    <a:pt x="67" y="69"/>
                  </a:cubicBezTo>
                  <a:cubicBezTo>
                    <a:pt x="79" y="57"/>
                    <a:pt x="93" y="46"/>
                    <a:pt x="109" y="39"/>
                  </a:cubicBezTo>
                  <a:cubicBezTo>
                    <a:pt x="126" y="32"/>
                    <a:pt x="144" y="28"/>
                    <a:pt x="166" y="28"/>
                  </a:cubicBezTo>
                  <a:cubicBezTo>
                    <a:pt x="192" y="28"/>
                    <a:pt x="218" y="33"/>
                    <a:pt x="242" y="46"/>
                  </a:cubicBezTo>
                  <a:cubicBezTo>
                    <a:pt x="242" y="12"/>
                    <a:pt x="242" y="12"/>
                    <a:pt x="242" y="12"/>
                  </a:cubicBezTo>
                  <a:cubicBezTo>
                    <a:pt x="220" y="4"/>
                    <a:pt x="194" y="0"/>
                    <a:pt x="166" y="0"/>
                  </a:cubicBezTo>
                  <a:cubicBezTo>
                    <a:pt x="141" y="0"/>
                    <a:pt x="118" y="4"/>
                    <a:pt x="97" y="14"/>
                  </a:cubicBezTo>
                  <a:cubicBezTo>
                    <a:pt x="76" y="22"/>
                    <a:pt x="60" y="34"/>
                    <a:pt x="44" y="51"/>
                  </a:cubicBezTo>
                  <a:cubicBezTo>
                    <a:pt x="31" y="66"/>
                    <a:pt x="20" y="86"/>
                    <a:pt x="11" y="106"/>
                  </a:cubicBezTo>
                  <a:cubicBezTo>
                    <a:pt x="4" y="128"/>
                    <a:pt x="0" y="152"/>
                    <a:pt x="0" y="177"/>
                  </a:cubicBezTo>
                  <a:cubicBezTo>
                    <a:pt x="0" y="200"/>
                    <a:pt x="3" y="222"/>
                    <a:pt x="11" y="243"/>
                  </a:cubicBezTo>
                  <a:cubicBezTo>
                    <a:pt x="18" y="262"/>
                    <a:pt x="28" y="280"/>
                    <a:pt x="42"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6" name="Freeform 489">
              <a:extLst>
                <a:ext uri="{FF2B5EF4-FFF2-40B4-BE49-F238E27FC236}">
                  <a16:creationId xmlns:a16="http://schemas.microsoft.com/office/drawing/2014/main" id="{1B5CB03E-D2DD-EEB4-8B99-57A6AB7E5984}"/>
                </a:ext>
              </a:extLst>
            </p:cNvPr>
            <p:cNvSpPr>
              <a:spLocks noChangeArrowheads="1"/>
            </p:cNvSpPr>
            <p:nvPr/>
          </p:nvSpPr>
          <p:spPr bwMode="auto">
            <a:xfrm>
              <a:off x="798513" y="815975"/>
              <a:ext cx="101600" cy="119063"/>
            </a:xfrm>
            <a:custGeom>
              <a:avLst/>
              <a:gdLst>
                <a:gd name="T0" fmla="*/ 70 w 283"/>
                <a:gd name="T1" fmla="*/ 233 h 332"/>
                <a:gd name="T2" fmla="*/ 70 w 283"/>
                <a:gd name="T3" fmla="*/ 233 h 332"/>
                <a:gd name="T4" fmla="*/ 211 w 283"/>
                <a:gd name="T5" fmla="*/ 233 h 332"/>
                <a:gd name="T6" fmla="*/ 247 w 283"/>
                <a:gd name="T7" fmla="*/ 331 h 332"/>
                <a:gd name="T8" fmla="*/ 282 w 283"/>
                <a:gd name="T9" fmla="*/ 331 h 332"/>
                <a:gd name="T10" fmla="*/ 157 w 283"/>
                <a:gd name="T11" fmla="*/ 0 h 332"/>
                <a:gd name="T12" fmla="*/ 126 w 283"/>
                <a:gd name="T13" fmla="*/ 0 h 332"/>
                <a:gd name="T14" fmla="*/ 0 w 283"/>
                <a:gd name="T15" fmla="*/ 331 h 332"/>
                <a:gd name="T16" fmla="*/ 34 w 283"/>
                <a:gd name="T17" fmla="*/ 331 h 332"/>
                <a:gd name="T18" fmla="*/ 70 w 283"/>
                <a:gd name="T19" fmla="*/ 233 h 332"/>
                <a:gd name="T20" fmla="*/ 134 w 283"/>
                <a:gd name="T21" fmla="*/ 58 h 332"/>
                <a:gd name="T22" fmla="*/ 134 w 283"/>
                <a:gd name="T23" fmla="*/ 58 h 332"/>
                <a:gd name="T24" fmla="*/ 137 w 283"/>
                <a:gd name="T25" fmla="*/ 47 h 332"/>
                <a:gd name="T26" fmla="*/ 139 w 283"/>
                <a:gd name="T27" fmla="*/ 35 h 332"/>
                <a:gd name="T28" fmla="*/ 141 w 283"/>
                <a:gd name="T29" fmla="*/ 35 h 332"/>
                <a:gd name="T30" fmla="*/ 144 w 283"/>
                <a:gd name="T31" fmla="*/ 47 h 332"/>
                <a:gd name="T32" fmla="*/ 148 w 283"/>
                <a:gd name="T33" fmla="*/ 58 h 332"/>
                <a:gd name="T34" fmla="*/ 202 w 283"/>
                <a:gd name="T35" fmla="*/ 205 h 332"/>
                <a:gd name="T36" fmla="*/ 80 w 283"/>
                <a:gd name="T37" fmla="*/ 205 h 332"/>
                <a:gd name="T38" fmla="*/ 134 w 283"/>
                <a:gd name="T39" fmla="*/ 58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3" h="332">
                  <a:moveTo>
                    <a:pt x="70" y="233"/>
                  </a:moveTo>
                  <a:lnTo>
                    <a:pt x="70" y="233"/>
                  </a:lnTo>
                  <a:cubicBezTo>
                    <a:pt x="211" y="233"/>
                    <a:pt x="211" y="233"/>
                    <a:pt x="211" y="233"/>
                  </a:cubicBezTo>
                  <a:cubicBezTo>
                    <a:pt x="247" y="331"/>
                    <a:pt x="247" y="331"/>
                    <a:pt x="247" y="331"/>
                  </a:cubicBezTo>
                  <a:cubicBezTo>
                    <a:pt x="282" y="331"/>
                    <a:pt x="282" y="331"/>
                    <a:pt x="282" y="331"/>
                  </a:cubicBezTo>
                  <a:cubicBezTo>
                    <a:pt x="157" y="0"/>
                    <a:pt x="157" y="0"/>
                    <a:pt x="157" y="0"/>
                  </a:cubicBezTo>
                  <a:cubicBezTo>
                    <a:pt x="126" y="0"/>
                    <a:pt x="126" y="0"/>
                    <a:pt x="126" y="0"/>
                  </a:cubicBezTo>
                  <a:cubicBezTo>
                    <a:pt x="0" y="331"/>
                    <a:pt x="0" y="331"/>
                    <a:pt x="0" y="331"/>
                  </a:cubicBezTo>
                  <a:cubicBezTo>
                    <a:pt x="34" y="331"/>
                    <a:pt x="34" y="331"/>
                    <a:pt x="34" y="331"/>
                  </a:cubicBezTo>
                  <a:lnTo>
                    <a:pt x="70" y="233"/>
                  </a:lnTo>
                  <a:close/>
                  <a:moveTo>
                    <a:pt x="134" y="58"/>
                  </a:moveTo>
                  <a:lnTo>
                    <a:pt x="134" y="58"/>
                  </a:lnTo>
                  <a:cubicBezTo>
                    <a:pt x="135" y="54"/>
                    <a:pt x="135" y="52"/>
                    <a:pt x="137" y="47"/>
                  </a:cubicBezTo>
                  <a:cubicBezTo>
                    <a:pt x="138" y="43"/>
                    <a:pt x="139" y="39"/>
                    <a:pt x="139" y="35"/>
                  </a:cubicBezTo>
                  <a:cubicBezTo>
                    <a:pt x="141" y="35"/>
                    <a:pt x="141" y="35"/>
                    <a:pt x="141" y="35"/>
                  </a:cubicBezTo>
                  <a:cubicBezTo>
                    <a:pt x="142" y="39"/>
                    <a:pt x="142" y="43"/>
                    <a:pt x="144" y="47"/>
                  </a:cubicBezTo>
                  <a:cubicBezTo>
                    <a:pt x="145" y="52"/>
                    <a:pt x="146" y="54"/>
                    <a:pt x="148" y="58"/>
                  </a:cubicBezTo>
                  <a:cubicBezTo>
                    <a:pt x="202" y="205"/>
                    <a:pt x="202" y="205"/>
                    <a:pt x="202" y="205"/>
                  </a:cubicBezTo>
                  <a:cubicBezTo>
                    <a:pt x="80" y="205"/>
                    <a:pt x="80" y="205"/>
                    <a:pt x="80" y="205"/>
                  </a:cubicBezTo>
                  <a:lnTo>
                    <a:pt x="134" y="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7" name="Freeform 490">
              <a:extLst>
                <a:ext uri="{FF2B5EF4-FFF2-40B4-BE49-F238E27FC236}">
                  <a16:creationId xmlns:a16="http://schemas.microsoft.com/office/drawing/2014/main" id="{7E6F5E92-EAF4-E6FD-4FF5-4968B0E95D2E}"/>
                </a:ext>
              </a:extLst>
            </p:cNvPr>
            <p:cNvSpPr>
              <a:spLocks noChangeArrowheads="1"/>
            </p:cNvSpPr>
            <p:nvPr/>
          </p:nvSpPr>
          <p:spPr bwMode="auto">
            <a:xfrm>
              <a:off x="895350" y="815975"/>
              <a:ext cx="79375" cy="119063"/>
            </a:xfrm>
            <a:custGeom>
              <a:avLst/>
              <a:gdLst>
                <a:gd name="T0" fmla="*/ 94 w 222"/>
                <a:gd name="T1" fmla="*/ 331 h 332"/>
                <a:gd name="T2" fmla="*/ 126 w 222"/>
                <a:gd name="T3" fmla="*/ 331 h 332"/>
                <a:gd name="T4" fmla="*/ 126 w 222"/>
                <a:gd name="T5" fmla="*/ 28 h 332"/>
                <a:gd name="T6" fmla="*/ 221 w 222"/>
                <a:gd name="T7" fmla="*/ 28 h 332"/>
                <a:gd name="T8" fmla="*/ 221 w 222"/>
                <a:gd name="T9" fmla="*/ 0 h 332"/>
                <a:gd name="T10" fmla="*/ 0 w 222"/>
                <a:gd name="T11" fmla="*/ 0 h 332"/>
                <a:gd name="T12" fmla="*/ 0 w 222"/>
                <a:gd name="T13" fmla="*/ 28 h 332"/>
                <a:gd name="T14" fmla="*/ 94 w 222"/>
                <a:gd name="T15" fmla="*/ 28 h 332"/>
                <a:gd name="T16" fmla="*/ 94 w 222"/>
                <a:gd name="T17" fmla="*/ 331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2">
                  <a:moveTo>
                    <a:pt x="94" y="331"/>
                  </a:moveTo>
                  <a:lnTo>
                    <a:pt x="126" y="331"/>
                  </a:lnTo>
                  <a:lnTo>
                    <a:pt x="126" y="28"/>
                  </a:lnTo>
                  <a:lnTo>
                    <a:pt x="221" y="28"/>
                  </a:lnTo>
                  <a:lnTo>
                    <a:pt x="221" y="0"/>
                  </a:lnTo>
                  <a:lnTo>
                    <a:pt x="0" y="0"/>
                  </a:lnTo>
                  <a:lnTo>
                    <a:pt x="0" y="28"/>
                  </a:lnTo>
                  <a:lnTo>
                    <a:pt x="94" y="28"/>
                  </a:lnTo>
                  <a:lnTo>
                    <a:pt x="94"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8" name="Freeform 491">
              <a:extLst>
                <a:ext uri="{FF2B5EF4-FFF2-40B4-BE49-F238E27FC236}">
                  <a16:creationId xmlns:a16="http://schemas.microsoft.com/office/drawing/2014/main" id="{5994E818-F505-4E5C-9A36-533C2A1DA10B}"/>
                </a:ext>
              </a:extLst>
            </p:cNvPr>
            <p:cNvSpPr>
              <a:spLocks noChangeArrowheads="1"/>
            </p:cNvSpPr>
            <p:nvPr/>
          </p:nvSpPr>
          <p:spPr bwMode="auto">
            <a:xfrm>
              <a:off x="995363" y="815975"/>
              <a:ext cx="61912" cy="119063"/>
            </a:xfrm>
            <a:custGeom>
              <a:avLst/>
              <a:gdLst>
                <a:gd name="T0" fmla="*/ 169 w 170"/>
                <a:gd name="T1" fmla="*/ 303 h 332"/>
                <a:gd name="T2" fmla="*/ 30 w 170"/>
                <a:gd name="T3" fmla="*/ 303 h 332"/>
                <a:gd name="T4" fmla="*/ 30 w 170"/>
                <a:gd name="T5" fmla="*/ 177 h 332"/>
                <a:gd name="T6" fmla="*/ 151 w 170"/>
                <a:gd name="T7" fmla="*/ 177 h 332"/>
                <a:gd name="T8" fmla="*/ 151 w 170"/>
                <a:gd name="T9" fmla="*/ 150 h 332"/>
                <a:gd name="T10" fmla="*/ 30 w 170"/>
                <a:gd name="T11" fmla="*/ 150 h 332"/>
                <a:gd name="T12" fmla="*/ 30 w 170"/>
                <a:gd name="T13" fmla="*/ 28 h 332"/>
                <a:gd name="T14" fmla="*/ 160 w 170"/>
                <a:gd name="T15" fmla="*/ 28 h 332"/>
                <a:gd name="T16" fmla="*/ 160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0" y="303"/>
                  </a:lnTo>
                  <a:lnTo>
                    <a:pt x="30" y="177"/>
                  </a:lnTo>
                  <a:lnTo>
                    <a:pt x="151" y="177"/>
                  </a:lnTo>
                  <a:lnTo>
                    <a:pt x="151" y="150"/>
                  </a:lnTo>
                  <a:lnTo>
                    <a:pt x="30" y="150"/>
                  </a:lnTo>
                  <a:lnTo>
                    <a:pt x="30" y="28"/>
                  </a:lnTo>
                  <a:lnTo>
                    <a:pt x="160" y="28"/>
                  </a:lnTo>
                  <a:lnTo>
                    <a:pt x="160"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9" name="Freeform 492">
              <a:extLst>
                <a:ext uri="{FF2B5EF4-FFF2-40B4-BE49-F238E27FC236}">
                  <a16:creationId xmlns:a16="http://schemas.microsoft.com/office/drawing/2014/main" id="{BEEB4F38-0653-105A-FC4A-6320DFE71176}"/>
                </a:ext>
              </a:extLst>
            </p:cNvPr>
            <p:cNvSpPr>
              <a:spLocks noChangeArrowheads="1"/>
            </p:cNvSpPr>
            <p:nvPr/>
          </p:nvSpPr>
          <p:spPr bwMode="auto">
            <a:xfrm>
              <a:off x="1073150" y="814388"/>
              <a:ext cx="95250" cy="123825"/>
            </a:xfrm>
            <a:custGeom>
              <a:avLst/>
              <a:gdLst>
                <a:gd name="T0" fmla="*/ 41 w 263"/>
                <a:gd name="T1" fmla="*/ 294 h 342"/>
                <a:gd name="T2" fmla="*/ 41 w 263"/>
                <a:gd name="T3" fmla="*/ 294 h 342"/>
                <a:gd name="T4" fmla="*/ 91 w 263"/>
                <a:gd name="T5" fmla="*/ 329 h 342"/>
                <a:gd name="T6" fmla="*/ 155 w 263"/>
                <a:gd name="T7" fmla="*/ 341 h 342"/>
                <a:gd name="T8" fmla="*/ 262 w 263"/>
                <a:gd name="T9" fmla="*/ 312 h 342"/>
                <a:gd name="T10" fmla="*/ 262 w 263"/>
                <a:gd name="T11" fmla="*/ 167 h 342"/>
                <a:gd name="T12" fmla="*/ 157 w 263"/>
                <a:gd name="T13" fmla="*/ 167 h 342"/>
                <a:gd name="T14" fmla="*/ 157 w 263"/>
                <a:gd name="T15" fmla="*/ 195 h 342"/>
                <a:gd name="T16" fmla="*/ 232 w 263"/>
                <a:gd name="T17" fmla="*/ 195 h 342"/>
                <a:gd name="T18" fmla="*/ 232 w 263"/>
                <a:gd name="T19" fmla="*/ 296 h 342"/>
                <a:gd name="T20" fmla="*/ 159 w 263"/>
                <a:gd name="T21" fmla="*/ 314 h 342"/>
                <a:gd name="T22" fmla="*/ 105 w 263"/>
                <a:gd name="T23" fmla="*/ 302 h 342"/>
                <a:gd name="T24" fmla="*/ 65 w 263"/>
                <a:gd name="T25" fmla="*/ 273 h 342"/>
                <a:gd name="T26" fmla="*/ 40 w 263"/>
                <a:gd name="T27" fmla="*/ 228 h 342"/>
                <a:gd name="T28" fmla="*/ 33 w 263"/>
                <a:gd name="T29" fmla="*/ 171 h 342"/>
                <a:gd name="T30" fmla="*/ 43 w 263"/>
                <a:gd name="T31" fmla="*/ 115 h 342"/>
                <a:gd name="T32" fmla="*/ 69 w 263"/>
                <a:gd name="T33" fmla="*/ 69 h 342"/>
                <a:gd name="T34" fmla="*/ 110 w 263"/>
                <a:gd name="T35" fmla="*/ 39 h 342"/>
                <a:gd name="T36" fmla="*/ 164 w 263"/>
                <a:gd name="T37" fmla="*/ 28 h 342"/>
                <a:gd name="T38" fmla="*/ 255 w 263"/>
                <a:gd name="T39" fmla="*/ 51 h 342"/>
                <a:gd name="T40" fmla="*/ 255 w 263"/>
                <a:gd name="T41" fmla="*/ 17 h 342"/>
                <a:gd name="T42" fmla="*/ 168 w 263"/>
                <a:gd name="T43" fmla="*/ 0 h 342"/>
                <a:gd name="T44" fmla="*/ 120 w 263"/>
                <a:gd name="T45" fmla="*/ 5 h 342"/>
                <a:gd name="T46" fmla="*/ 79 w 263"/>
                <a:gd name="T47" fmla="*/ 23 h 342"/>
                <a:gd name="T48" fmla="*/ 46 w 263"/>
                <a:gd name="T49" fmla="*/ 51 h 342"/>
                <a:gd name="T50" fmla="*/ 21 w 263"/>
                <a:gd name="T51" fmla="*/ 87 h 342"/>
                <a:gd name="T52" fmla="*/ 5 w 263"/>
                <a:gd name="T53" fmla="*/ 128 h 342"/>
                <a:gd name="T54" fmla="*/ 0 w 263"/>
                <a:gd name="T55" fmla="*/ 175 h 342"/>
                <a:gd name="T56" fmla="*/ 11 w 263"/>
                <a:gd name="T57" fmla="*/ 242 h 342"/>
                <a:gd name="T58" fmla="*/ 41 w 263"/>
                <a:gd name="T59"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63" h="342">
                  <a:moveTo>
                    <a:pt x="41" y="294"/>
                  </a:moveTo>
                  <a:lnTo>
                    <a:pt x="41" y="294"/>
                  </a:lnTo>
                  <a:cubicBezTo>
                    <a:pt x="55" y="309"/>
                    <a:pt x="72" y="320"/>
                    <a:pt x="91" y="329"/>
                  </a:cubicBezTo>
                  <a:cubicBezTo>
                    <a:pt x="109" y="337"/>
                    <a:pt x="131" y="341"/>
                    <a:pt x="155" y="341"/>
                  </a:cubicBezTo>
                  <a:cubicBezTo>
                    <a:pt x="193" y="341"/>
                    <a:pt x="229" y="331"/>
                    <a:pt x="262" y="312"/>
                  </a:cubicBezTo>
                  <a:cubicBezTo>
                    <a:pt x="262" y="167"/>
                    <a:pt x="262" y="167"/>
                    <a:pt x="262" y="167"/>
                  </a:cubicBezTo>
                  <a:cubicBezTo>
                    <a:pt x="157" y="167"/>
                    <a:pt x="157" y="167"/>
                    <a:pt x="157" y="167"/>
                  </a:cubicBezTo>
                  <a:cubicBezTo>
                    <a:pt x="157" y="195"/>
                    <a:pt x="157" y="195"/>
                    <a:pt x="157" y="195"/>
                  </a:cubicBezTo>
                  <a:cubicBezTo>
                    <a:pt x="232" y="195"/>
                    <a:pt x="232" y="195"/>
                    <a:pt x="232" y="195"/>
                  </a:cubicBezTo>
                  <a:cubicBezTo>
                    <a:pt x="232" y="296"/>
                    <a:pt x="232" y="296"/>
                    <a:pt x="232" y="296"/>
                  </a:cubicBezTo>
                  <a:cubicBezTo>
                    <a:pt x="211" y="308"/>
                    <a:pt x="188" y="314"/>
                    <a:pt x="159" y="314"/>
                  </a:cubicBezTo>
                  <a:cubicBezTo>
                    <a:pt x="138" y="314"/>
                    <a:pt x="120" y="309"/>
                    <a:pt x="105" y="302"/>
                  </a:cubicBezTo>
                  <a:cubicBezTo>
                    <a:pt x="88" y="296"/>
                    <a:pt x="76" y="286"/>
                    <a:pt x="65" y="273"/>
                  </a:cubicBezTo>
                  <a:cubicBezTo>
                    <a:pt x="54" y="261"/>
                    <a:pt x="46" y="246"/>
                    <a:pt x="40" y="228"/>
                  </a:cubicBezTo>
                  <a:cubicBezTo>
                    <a:pt x="34" y="211"/>
                    <a:pt x="33" y="192"/>
                    <a:pt x="33" y="171"/>
                  </a:cubicBezTo>
                  <a:cubicBezTo>
                    <a:pt x="33" y="152"/>
                    <a:pt x="36" y="133"/>
                    <a:pt x="43" y="115"/>
                  </a:cubicBezTo>
                  <a:cubicBezTo>
                    <a:pt x="48" y="97"/>
                    <a:pt x="58" y="81"/>
                    <a:pt x="69" y="69"/>
                  </a:cubicBezTo>
                  <a:cubicBezTo>
                    <a:pt x="80" y="57"/>
                    <a:pt x="94" y="46"/>
                    <a:pt x="110" y="39"/>
                  </a:cubicBezTo>
                  <a:cubicBezTo>
                    <a:pt x="127" y="32"/>
                    <a:pt x="145" y="28"/>
                    <a:pt x="164" y="28"/>
                  </a:cubicBezTo>
                  <a:cubicBezTo>
                    <a:pt x="197" y="28"/>
                    <a:pt x="228" y="36"/>
                    <a:pt x="255" y="51"/>
                  </a:cubicBezTo>
                  <a:cubicBezTo>
                    <a:pt x="255" y="17"/>
                    <a:pt x="255" y="17"/>
                    <a:pt x="255" y="17"/>
                  </a:cubicBezTo>
                  <a:cubicBezTo>
                    <a:pt x="231" y="5"/>
                    <a:pt x="202" y="0"/>
                    <a:pt x="168" y="0"/>
                  </a:cubicBezTo>
                  <a:cubicBezTo>
                    <a:pt x="152" y="0"/>
                    <a:pt x="135" y="1"/>
                    <a:pt x="120" y="5"/>
                  </a:cubicBezTo>
                  <a:cubicBezTo>
                    <a:pt x="105" y="10"/>
                    <a:pt x="91" y="17"/>
                    <a:pt x="79" y="23"/>
                  </a:cubicBezTo>
                  <a:cubicBezTo>
                    <a:pt x="66" y="32"/>
                    <a:pt x="55" y="40"/>
                    <a:pt x="46" y="51"/>
                  </a:cubicBezTo>
                  <a:cubicBezTo>
                    <a:pt x="36" y="62"/>
                    <a:pt x="28" y="73"/>
                    <a:pt x="21" y="87"/>
                  </a:cubicBezTo>
                  <a:cubicBezTo>
                    <a:pt x="14" y="99"/>
                    <a:pt x="10" y="113"/>
                    <a:pt x="5" y="128"/>
                  </a:cubicBezTo>
                  <a:cubicBezTo>
                    <a:pt x="3" y="144"/>
                    <a:pt x="0" y="159"/>
                    <a:pt x="0" y="175"/>
                  </a:cubicBezTo>
                  <a:cubicBezTo>
                    <a:pt x="0" y="199"/>
                    <a:pt x="4" y="221"/>
                    <a:pt x="11" y="242"/>
                  </a:cubicBezTo>
                  <a:cubicBezTo>
                    <a:pt x="18" y="262"/>
                    <a:pt x="29"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0" name="Freeform 493">
              <a:extLst>
                <a:ext uri="{FF2B5EF4-FFF2-40B4-BE49-F238E27FC236}">
                  <a16:creationId xmlns:a16="http://schemas.microsoft.com/office/drawing/2014/main" id="{10BBFCA2-2104-820A-B94C-BDD18E93BB01}"/>
                </a:ext>
              </a:extLst>
            </p:cNvPr>
            <p:cNvSpPr>
              <a:spLocks noChangeArrowheads="1"/>
            </p:cNvSpPr>
            <p:nvPr/>
          </p:nvSpPr>
          <p:spPr bwMode="auto">
            <a:xfrm>
              <a:off x="1187450" y="814388"/>
              <a:ext cx="112713" cy="123825"/>
            </a:xfrm>
            <a:custGeom>
              <a:avLst/>
              <a:gdLst>
                <a:gd name="T0" fmla="*/ 41 w 312"/>
                <a:gd name="T1" fmla="*/ 293 h 342"/>
                <a:gd name="T2" fmla="*/ 41 w 312"/>
                <a:gd name="T3" fmla="*/ 293 h 342"/>
                <a:gd name="T4" fmla="*/ 90 w 312"/>
                <a:gd name="T5" fmla="*/ 327 h 342"/>
                <a:gd name="T6" fmla="*/ 155 w 312"/>
                <a:gd name="T7" fmla="*/ 341 h 342"/>
                <a:gd name="T8" fmla="*/ 222 w 312"/>
                <a:gd name="T9" fmla="*/ 327 h 342"/>
                <a:gd name="T10" fmla="*/ 271 w 312"/>
                <a:gd name="T11" fmla="*/ 291 h 342"/>
                <a:gd name="T12" fmla="*/ 301 w 312"/>
                <a:gd name="T13" fmla="*/ 235 h 342"/>
                <a:gd name="T14" fmla="*/ 311 w 312"/>
                <a:gd name="T15" fmla="*/ 166 h 342"/>
                <a:gd name="T16" fmla="*/ 301 w 312"/>
                <a:gd name="T17" fmla="*/ 99 h 342"/>
                <a:gd name="T18" fmla="*/ 271 w 312"/>
                <a:gd name="T19" fmla="*/ 47 h 342"/>
                <a:gd name="T20" fmla="*/ 224 w 312"/>
                <a:gd name="T21" fmla="*/ 12 h 342"/>
                <a:gd name="T22" fmla="*/ 160 w 312"/>
                <a:gd name="T23" fmla="*/ 0 h 342"/>
                <a:gd name="T24" fmla="*/ 93 w 312"/>
                <a:gd name="T25" fmla="*/ 12 h 342"/>
                <a:gd name="T26" fmla="*/ 43 w 312"/>
                <a:gd name="T27" fmla="*/ 48 h 342"/>
                <a:gd name="T28" fmla="*/ 11 w 312"/>
                <a:gd name="T29" fmla="*/ 104 h 342"/>
                <a:gd name="T30" fmla="*/ 0 w 312"/>
                <a:gd name="T31" fmla="*/ 174 h 342"/>
                <a:gd name="T32" fmla="*/ 11 w 312"/>
                <a:gd name="T33" fmla="*/ 239 h 342"/>
                <a:gd name="T34" fmla="*/ 41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3 w 312"/>
                <a:gd name="T47" fmla="*/ 39 h 342"/>
                <a:gd name="T48" fmla="*/ 250 w 312"/>
                <a:gd name="T49" fmla="*/ 69 h 342"/>
                <a:gd name="T50" fmla="*/ 272 w 312"/>
                <a:gd name="T51" fmla="*/ 115 h 342"/>
                <a:gd name="T52" fmla="*/ 279 w 312"/>
                <a:gd name="T53" fmla="*/ 170 h 342"/>
                <a:gd name="T54" fmla="*/ 271 w 312"/>
                <a:gd name="T55" fmla="*/ 228 h 342"/>
                <a:gd name="T56" fmla="*/ 247 w 312"/>
                <a:gd name="T57" fmla="*/ 272 h 342"/>
                <a:gd name="T58" fmla="*/ 209 w 312"/>
                <a:gd name="T59" fmla="*/ 302 h 342"/>
                <a:gd name="T60" fmla="*/ 155 w 312"/>
                <a:gd name="T61" fmla="*/ 314 h 342"/>
                <a:gd name="T62" fmla="*/ 101 w 312"/>
                <a:gd name="T63" fmla="*/ 301 h 342"/>
                <a:gd name="T64" fmla="*/ 62 w 312"/>
                <a:gd name="T65" fmla="*/ 269 h 342"/>
                <a:gd name="T66" fmla="*/ 40 w 312"/>
                <a:gd name="T67" fmla="*/ 225 h 342"/>
                <a:gd name="T68" fmla="*/ 33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1" y="293"/>
                  </a:moveTo>
                  <a:lnTo>
                    <a:pt x="41" y="293"/>
                  </a:lnTo>
                  <a:cubicBezTo>
                    <a:pt x="55" y="308"/>
                    <a:pt x="72" y="319"/>
                    <a:pt x="90" y="327"/>
                  </a:cubicBezTo>
                  <a:cubicBezTo>
                    <a:pt x="109" y="337"/>
                    <a:pt x="131" y="341"/>
                    <a:pt x="155" y="341"/>
                  </a:cubicBezTo>
                  <a:cubicBezTo>
                    <a:pt x="180" y="341"/>
                    <a:pt x="202" y="337"/>
                    <a:pt x="222" y="327"/>
                  </a:cubicBezTo>
                  <a:cubicBezTo>
                    <a:pt x="242" y="319"/>
                    <a:pt x="257" y="307"/>
                    <a:pt x="271" y="291"/>
                  </a:cubicBezTo>
                  <a:cubicBezTo>
                    <a:pt x="285" y="275"/>
                    <a:pt x="294" y="257"/>
                    <a:pt x="301" y="235"/>
                  </a:cubicBezTo>
                  <a:cubicBezTo>
                    <a:pt x="308" y="214"/>
                    <a:pt x="311" y="191"/>
                    <a:pt x="311" y="166"/>
                  </a:cubicBezTo>
                  <a:cubicBezTo>
                    <a:pt x="311" y="142"/>
                    <a:pt x="308" y="120"/>
                    <a:pt x="301" y="99"/>
                  </a:cubicBezTo>
                  <a:cubicBezTo>
                    <a:pt x="294" y="79"/>
                    <a:pt x="283" y="62"/>
                    <a:pt x="271" y="47"/>
                  </a:cubicBezTo>
                  <a:cubicBezTo>
                    <a:pt x="258" y="32"/>
                    <a:pt x="242" y="21"/>
                    <a:pt x="224" y="12"/>
                  </a:cubicBezTo>
                  <a:cubicBezTo>
                    <a:pt x="204" y="4"/>
                    <a:pt x="184" y="0"/>
                    <a:pt x="160" y="0"/>
                  </a:cubicBezTo>
                  <a:cubicBezTo>
                    <a:pt x="135" y="0"/>
                    <a:pt x="112" y="4"/>
                    <a:pt x="93" y="12"/>
                  </a:cubicBezTo>
                  <a:cubicBezTo>
                    <a:pt x="73" y="21"/>
                    <a:pt x="57" y="33"/>
                    <a:pt x="43" y="48"/>
                  </a:cubicBezTo>
                  <a:cubicBezTo>
                    <a:pt x="29" y="63"/>
                    <a:pt x="18" y="81"/>
                    <a:pt x="11" y="104"/>
                  </a:cubicBezTo>
                  <a:cubicBezTo>
                    <a:pt x="4" y="124"/>
                    <a:pt x="0" y="148"/>
                    <a:pt x="0" y="174"/>
                  </a:cubicBezTo>
                  <a:cubicBezTo>
                    <a:pt x="0" y="197"/>
                    <a:pt x="4" y="220"/>
                    <a:pt x="11" y="239"/>
                  </a:cubicBezTo>
                  <a:cubicBezTo>
                    <a:pt x="18" y="260"/>
                    <a:pt x="29" y="278"/>
                    <a:pt x="41" y="293"/>
                  </a:cubicBezTo>
                  <a:close/>
                  <a:moveTo>
                    <a:pt x="41" y="115"/>
                  </a:moveTo>
                  <a:lnTo>
                    <a:pt x="41" y="115"/>
                  </a:lnTo>
                  <a:cubicBezTo>
                    <a:pt x="47" y="98"/>
                    <a:pt x="54" y="83"/>
                    <a:pt x="65" y="69"/>
                  </a:cubicBezTo>
                  <a:cubicBezTo>
                    <a:pt x="76" y="57"/>
                    <a:pt x="88" y="47"/>
                    <a:pt x="104" y="39"/>
                  </a:cubicBezTo>
                  <a:cubicBezTo>
                    <a:pt x="120" y="32"/>
                    <a:pt x="137" y="28"/>
                    <a:pt x="157" y="28"/>
                  </a:cubicBezTo>
                  <a:cubicBezTo>
                    <a:pt x="178" y="28"/>
                    <a:pt x="198" y="32"/>
                    <a:pt x="213" y="39"/>
                  </a:cubicBezTo>
                  <a:cubicBezTo>
                    <a:pt x="228" y="47"/>
                    <a:pt x="240" y="57"/>
                    <a:pt x="250" y="69"/>
                  </a:cubicBezTo>
                  <a:cubicBezTo>
                    <a:pt x="260" y="83"/>
                    <a:pt x="268" y="98"/>
                    <a:pt x="272" y="115"/>
                  </a:cubicBezTo>
                  <a:cubicBezTo>
                    <a:pt x="276" y="133"/>
                    <a:pt x="279" y="151"/>
                    <a:pt x="279" y="170"/>
                  </a:cubicBezTo>
                  <a:cubicBezTo>
                    <a:pt x="279" y="191"/>
                    <a:pt x="276" y="210"/>
                    <a:pt x="271" y="228"/>
                  </a:cubicBezTo>
                  <a:cubicBezTo>
                    <a:pt x="267" y="244"/>
                    <a:pt x="258" y="260"/>
                    <a:pt x="247" y="272"/>
                  </a:cubicBezTo>
                  <a:cubicBezTo>
                    <a:pt x="238" y="286"/>
                    <a:pt x="224" y="296"/>
                    <a:pt x="209" y="302"/>
                  </a:cubicBezTo>
                  <a:cubicBezTo>
                    <a:pt x="193" y="309"/>
                    <a:pt x="175" y="314"/>
                    <a:pt x="155" y="314"/>
                  </a:cubicBezTo>
                  <a:cubicBezTo>
                    <a:pt x="134" y="314"/>
                    <a:pt x="116" y="309"/>
                    <a:pt x="101" y="301"/>
                  </a:cubicBezTo>
                  <a:cubicBezTo>
                    <a:pt x="86" y="294"/>
                    <a:pt x="72" y="283"/>
                    <a:pt x="62" y="269"/>
                  </a:cubicBezTo>
                  <a:cubicBezTo>
                    <a:pt x="52" y="257"/>
                    <a:pt x="44" y="242"/>
                    <a:pt x="40" y="225"/>
                  </a:cubicBezTo>
                  <a:cubicBezTo>
                    <a:pt x="35" y="207"/>
                    <a:pt x="33" y="189"/>
                    <a:pt x="33" y="171"/>
                  </a:cubicBezTo>
                  <a:cubicBezTo>
                    <a:pt x="33" y="152"/>
                    <a:pt x="36"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1" name="Freeform 494">
              <a:extLst>
                <a:ext uri="{FF2B5EF4-FFF2-40B4-BE49-F238E27FC236}">
                  <a16:creationId xmlns:a16="http://schemas.microsoft.com/office/drawing/2014/main" id="{AB017767-9E00-F3B6-2B37-CAAE332E9EB5}"/>
                </a:ext>
              </a:extLst>
            </p:cNvPr>
            <p:cNvSpPr>
              <a:spLocks noChangeArrowheads="1"/>
            </p:cNvSpPr>
            <p:nvPr/>
          </p:nvSpPr>
          <p:spPr bwMode="auto">
            <a:xfrm>
              <a:off x="1323975" y="815975"/>
              <a:ext cx="77788" cy="119063"/>
            </a:xfrm>
            <a:custGeom>
              <a:avLst/>
              <a:gdLst>
                <a:gd name="T0" fmla="*/ 149 w 217"/>
                <a:gd name="T1" fmla="*/ 209 h 332"/>
                <a:gd name="T2" fmla="*/ 149 w 217"/>
                <a:gd name="T3" fmla="*/ 209 h 332"/>
                <a:gd name="T4" fmla="*/ 140 w 217"/>
                <a:gd name="T5" fmla="*/ 195 h 332"/>
                <a:gd name="T6" fmla="*/ 129 w 217"/>
                <a:gd name="T7" fmla="*/ 184 h 332"/>
                <a:gd name="T8" fmla="*/ 116 w 217"/>
                <a:gd name="T9" fmla="*/ 177 h 332"/>
                <a:gd name="T10" fmla="*/ 116 w 217"/>
                <a:gd name="T11" fmla="*/ 177 h 332"/>
                <a:gd name="T12" fmla="*/ 148 w 217"/>
                <a:gd name="T13" fmla="*/ 165 h 332"/>
                <a:gd name="T14" fmla="*/ 171 w 217"/>
                <a:gd name="T15" fmla="*/ 146 h 332"/>
                <a:gd name="T16" fmla="*/ 187 w 217"/>
                <a:gd name="T17" fmla="*/ 119 h 332"/>
                <a:gd name="T18" fmla="*/ 192 w 217"/>
                <a:gd name="T19" fmla="*/ 88 h 332"/>
                <a:gd name="T20" fmla="*/ 184 w 217"/>
                <a:gd name="T21" fmla="*/ 49 h 332"/>
                <a:gd name="T22" fmla="*/ 162 w 217"/>
                <a:gd name="T23" fmla="*/ 23 h 332"/>
                <a:gd name="T24" fmla="*/ 131 w 217"/>
                <a:gd name="T25" fmla="*/ 6 h 332"/>
                <a:gd name="T26" fmla="*/ 95 w 217"/>
                <a:gd name="T27" fmla="*/ 0 h 332"/>
                <a:gd name="T28" fmla="*/ 0 w 217"/>
                <a:gd name="T29" fmla="*/ 0 h 332"/>
                <a:gd name="T30" fmla="*/ 0 w 217"/>
                <a:gd name="T31" fmla="*/ 331 h 332"/>
                <a:gd name="T32" fmla="*/ 30 w 217"/>
                <a:gd name="T33" fmla="*/ 331 h 332"/>
                <a:gd name="T34" fmla="*/ 30 w 217"/>
                <a:gd name="T35" fmla="*/ 187 h 332"/>
                <a:gd name="T36" fmla="*/ 68 w 217"/>
                <a:gd name="T37" fmla="*/ 187 h 332"/>
                <a:gd name="T38" fmla="*/ 86 w 217"/>
                <a:gd name="T39" fmla="*/ 188 h 332"/>
                <a:gd name="T40" fmla="*/ 102 w 217"/>
                <a:gd name="T41" fmla="*/ 197 h 332"/>
                <a:gd name="T42" fmla="*/ 116 w 217"/>
                <a:gd name="T43" fmla="*/ 212 h 332"/>
                <a:gd name="T44" fmla="*/ 130 w 217"/>
                <a:gd name="T45" fmla="*/ 235 h 332"/>
                <a:gd name="T46" fmla="*/ 180 w 217"/>
                <a:gd name="T47" fmla="*/ 331 h 332"/>
                <a:gd name="T48" fmla="*/ 216 w 217"/>
                <a:gd name="T49" fmla="*/ 331 h 332"/>
                <a:gd name="T50" fmla="*/ 160 w 217"/>
                <a:gd name="T51" fmla="*/ 228 h 332"/>
                <a:gd name="T52" fmla="*/ 149 w 217"/>
                <a:gd name="T53" fmla="*/ 209 h 332"/>
                <a:gd name="T54" fmla="*/ 86 w 217"/>
                <a:gd name="T55" fmla="*/ 159 h 332"/>
                <a:gd name="T56" fmla="*/ 86 w 217"/>
                <a:gd name="T57" fmla="*/ 159 h 332"/>
                <a:gd name="T58" fmla="*/ 30 w 217"/>
                <a:gd name="T59" fmla="*/ 159 h 332"/>
                <a:gd name="T60" fmla="*/ 30 w 217"/>
                <a:gd name="T61" fmla="*/ 28 h 332"/>
                <a:gd name="T62" fmla="*/ 88 w 217"/>
                <a:gd name="T63" fmla="*/ 28 h 332"/>
                <a:gd name="T64" fmla="*/ 142 w 217"/>
                <a:gd name="T65" fmla="*/ 45 h 332"/>
                <a:gd name="T66" fmla="*/ 160 w 217"/>
                <a:gd name="T67" fmla="*/ 90 h 332"/>
                <a:gd name="T68" fmla="*/ 155 w 217"/>
                <a:gd name="T69" fmla="*/ 118 h 332"/>
                <a:gd name="T70" fmla="*/ 140 w 217"/>
                <a:gd name="T71" fmla="*/ 140 h 332"/>
                <a:gd name="T72" fmla="*/ 116 w 217"/>
                <a:gd name="T73" fmla="*/ 154 h 332"/>
                <a:gd name="T74" fmla="*/ 86 w 217"/>
                <a:gd name="T75" fmla="*/ 159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332">
                  <a:moveTo>
                    <a:pt x="149" y="209"/>
                  </a:moveTo>
                  <a:lnTo>
                    <a:pt x="149" y="209"/>
                  </a:lnTo>
                  <a:cubicBezTo>
                    <a:pt x="146" y="205"/>
                    <a:pt x="144" y="199"/>
                    <a:pt x="140" y="195"/>
                  </a:cubicBezTo>
                  <a:cubicBezTo>
                    <a:pt x="137" y="191"/>
                    <a:pt x="133" y="188"/>
                    <a:pt x="129" y="184"/>
                  </a:cubicBezTo>
                  <a:cubicBezTo>
                    <a:pt x="126" y="181"/>
                    <a:pt x="122" y="180"/>
                    <a:pt x="116" y="177"/>
                  </a:cubicBezTo>
                  <a:lnTo>
                    <a:pt x="116" y="177"/>
                  </a:lnTo>
                  <a:cubicBezTo>
                    <a:pt x="129" y="175"/>
                    <a:pt x="138" y="170"/>
                    <a:pt x="148" y="165"/>
                  </a:cubicBezTo>
                  <a:cubicBezTo>
                    <a:pt x="158" y="159"/>
                    <a:pt x="166" y="152"/>
                    <a:pt x="171" y="146"/>
                  </a:cubicBezTo>
                  <a:cubicBezTo>
                    <a:pt x="178" y="137"/>
                    <a:pt x="184" y="129"/>
                    <a:pt x="187" y="119"/>
                  </a:cubicBezTo>
                  <a:cubicBezTo>
                    <a:pt x="191" y="110"/>
                    <a:pt x="192" y="99"/>
                    <a:pt x="192" y="88"/>
                  </a:cubicBezTo>
                  <a:cubicBezTo>
                    <a:pt x="192" y="72"/>
                    <a:pt x="189" y="60"/>
                    <a:pt x="184" y="49"/>
                  </a:cubicBezTo>
                  <a:cubicBezTo>
                    <a:pt x="178" y="38"/>
                    <a:pt x="171" y="29"/>
                    <a:pt x="162" y="23"/>
                  </a:cubicBezTo>
                  <a:cubicBezTo>
                    <a:pt x="153" y="14"/>
                    <a:pt x="142" y="9"/>
                    <a:pt x="131" y="6"/>
                  </a:cubicBezTo>
                  <a:cubicBezTo>
                    <a:pt x="120" y="2"/>
                    <a:pt x="108" y="0"/>
                    <a:pt x="95" y="0"/>
                  </a:cubicBezTo>
                  <a:cubicBezTo>
                    <a:pt x="0" y="0"/>
                    <a:pt x="0" y="0"/>
                    <a:pt x="0" y="0"/>
                  </a:cubicBezTo>
                  <a:cubicBezTo>
                    <a:pt x="0" y="331"/>
                    <a:pt x="0" y="331"/>
                    <a:pt x="0" y="331"/>
                  </a:cubicBezTo>
                  <a:cubicBezTo>
                    <a:pt x="30" y="331"/>
                    <a:pt x="30" y="331"/>
                    <a:pt x="30" y="331"/>
                  </a:cubicBezTo>
                  <a:cubicBezTo>
                    <a:pt x="30" y="187"/>
                    <a:pt x="30" y="187"/>
                    <a:pt x="30" y="187"/>
                  </a:cubicBezTo>
                  <a:cubicBezTo>
                    <a:pt x="68" y="187"/>
                    <a:pt x="68" y="187"/>
                    <a:pt x="68" y="187"/>
                  </a:cubicBezTo>
                  <a:cubicBezTo>
                    <a:pt x="75" y="187"/>
                    <a:pt x="80" y="187"/>
                    <a:pt x="86" y="188"/>
                  </a:cubicBezTo>
                  <a:cubicBezTo>
                    <a:pt x="91" y="191"/>
                    <a:pt x="97" y="194"/>
                    <a:pt x="102" y="197"/>
                  </a:cubicBezTo>
                  <a:cubicBezTo>
                    <a:pt x="106" y="201"/>
                    <a:pt x="112" y="206"/>
                    <a:pt x="116" y="212"/>
                  </a:cubicBezTo>
                  <a:cubicBezTo>
                    <a:pt x="120" y="219"/>
                    <a:pt x="126" y="226"/>
                    <a:pt x="130" y="235"/>
                  </a:cubicBezTo>
                  <a:cubicBezTo>
                    <a:pt x="180" y="331"/>
                    <a:pt x="180" y="331"/>
                    <a:pt x="180" y="331"/>
                  </a:cubicBezTo>
                  <a:cubicBezTo>
                    <a:pt x="216" y="331"/>
                    <a:pt x="216" y="331"/>
                    <a:pt x="216" y="331"/>
                  </a:cubicBezTo>
                  <a:cubicBezTo>
                    <a:pt x="160" y="228"/>
                    <a:pt x="160" y="228"/>
                    <a:pt x="160" y="228"/>
                  </a:cubicBezTo>
                  <a:cubicBezTo>
                    <a:pt x="156" y="221"/>
                    <a:pt x="153" y="215"/>
                    <a:pt x="149" y="209"/>
                  </a:cubicBezTo>
                  <a:close/>
                  <a:moveTo>
                    <a:pt x="86" y="159"/>
                  </a:moveTo>
                  <a:lnTo>
                    <a:pt x="86" y="159"/>
                  </a:lnTo>
                  <a:cubicBezTo>
                    <a:pt x="30" y="159"/>
                    <a:pt x="30" y="159"/>
                    <a:pt x="30" y="159"/>
                  </a:cubicBezTo>
                  <a:cubicBezTo>
                    <a:pt x="30" y="28"/>
                    <a:pt x="30" y="28"/>
                    <a:pt x="30" y="28"/>
                  </a:cubicBezTo>
                  <a:cubicBezTo>
                    <a:pt x="88" y="28"/>
                    <a:pt x="88" y="28"/>
                    <a:pt x="88" y="28"/>
                  </a:cubicBezTo>
                  <a:cubicBezTo>
                    <a:pt x="112" y="28"/>
                    <a:pt x="130" y="34"/>
                    <a:pt x="142" y="45"/>
                  </a:cubicBezTo>
                  <a:cubicBezTo>
                    <a:pt x="153" y="56"/>
                    <a:pt x="160" y="71"/>
                    <a:pt x="160" y="90"/>
                  </a:cubicBezTo>
                  <a:cubicBezTo>
                    <a:pt x="160" y="100"/>
                    <a:pt x="159" y="110"/>
                    <a:pt x="155" y="118"/>
                  </a:cubicBezTo>
                  <a:cubicBezTo>
                    <a:pt x="151" y="128"/>
                    <a:pt x="146" y="134"/>
                    <a:pt x="140" y="140"/>
                  </a:cubicBezTo>
                  <a:cubicBezTo>
                    <a:pt x="133" y="146"/>
                    <a:pt x="126" y="151"/>
                    <a:pt x="116" y="154"/>
                  </a:cubicBezTo>
                  <a:cubicBezTo>
                    <a:pt x="106" y="157"/>
                    <a:pt x="97" y="159"/>
                    <a:pt x="86"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2" name="Freeform 495">
              <a:extLst>
                <a:ext uri="{FF2B5EF4-FFF2-40B4-BE49-F238E27FC236}">
                  <a16:creationId xmlns:a16="http://schemas.microsoft.com/office/drawing/2014/main" id="{4B877CE2-3B56-AF4C-BBC0-F08021472C77}"/>
                </a:ext>
              </a:extLst>
            </p:cNvPr>
            <p:cNvSpPr>
              <a:spLocks noChangeArrowheads="1"/>
            </p:cNvSpPr>
            <p:nvPr/>
          </p:nvSpPr>
          <p:spPr bwMode="auto">
            <a:xfrm>
              <a:off x="1420813" y="815975"/>
              <a:ext cx="11112" cy="119063"/>
            </a:xfrm>
            <a:custGeom>
              <a:avLst/>
              <a:gdLst>
                <a:gd name="T0" fmla="*/ 0 w 32"/>
                <a:gd name="T1" fmla="*/ 331 h 332"/>
                <a:gd name="T2" fmla="*/ 31 w 32"/>
                <a:gd name="T3" fmla="*/ 331 h 332"/>
                <a:gd name="T4" fmla="*/ 31 w 32"/>
                <a:gd name="T5" fmla="*/ 0 h 332"/>
                <a:gd name="T6" fmla="*/ 0 w 32"/>
                <a:gd name="T7" fmla="*/ 0 h 332"/>
                <a:gd name="T8" fmla="*/ 0 w 32"/>
                <a:gd name="T9" fmla="*/ 331 h 332"/>
              </a:gdLst>
              <a:ahLst/>
              <a:cxnLst>
                <a:cxn ang="0">
                  <a:pos x="T0" y="T1"/>
                </a:cxn>
                <a:cxn ang="0">
                  <a:pos x="T2" y="T3"/>
                </a:cxn>
                <a:cxn ang="0">
                  <a:pos x="T4" y="T5"/>
                </a:cxn>
                <a:cxn ang="0">
                  <a:pos x="T6" y="T7"/>
                </a:cxn>
                <a:cxn ang="0">
                  <a:pos x="T8" y="T9"/>
                </a:cxn>
              </a:cxnLst>
              <a:rect l="0" t="0" r="r" b="b"/>
              <a:pathLst>
                <a:path w="32" h="332">
                  <a:moveTo>
                    <a:pt x="0" y="331"/>
                  </a:moveTo>
                  <a:lnTo>
                    <a:pt x="31" y="331"/>
                  </a:lnTo>
                  <a:lnTo>
                    <a:pt x="31" y="0"/>
                  </a:lnTo>
                  <a:lnTo>
                    <a:pt x="0" y="0"/>
                  </a:lnTo>
                  <a:lnTo>
                    <a:pt x="0"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3" name="Freeform 496">
              <a:extLst>
                <a:ext uri="{FF2B5EF4-FFF2-40B4-BE49-F238E27FC236}">
                  <a16:creationId xmlns:a16="http://schemas.microsoft.com/office/drawing/2014/main" id="{E30F5873-E006-D161-B7A8-C84D1311F4D3}"/>
                </a:ext>
              </a:extLst>
            </p:cNvPr>
            <p:cNvSpPr>
              <a:spLocks noChangeArrowheads="1"/>
            </p:cNvSpPr>
            <p:nvPr/>
          </p:nvSpPr>
          <p:spPr bwMode="auto">
            <a:xfrm>
              <a:off x="1463675" y="815975"/>
              <a:ext cx="61913" cy="119063"/>
            </a:xfrm>
            <a:custGeom>
              <a:avLst/>
              <a:gdLst>
                <a:gd name="T0" fmla="*/ 169 w 170"/>
                <a:gd name="T1" fmla="*/ 303 h 332"/>
                <a:gd name="T2" fmla="*/ 31 w 170"/>
                <a:gd name="T3" fmla="*/ 303 h 332"/>
                <a:gd name="T4" fmla="*/ 31 w 170"/>
                <a:gd name="T5" fmla="*/ 177 h 332"/>
                <a:gd name="T6" fmla="*/ 152 w 170"/>
                <a:gd name="T7" fmla="*/ 177 h 332"/>
                <a:gd name="T8" fmla="*/ 152 w 170"/>
                <a:gd name="T9" fmla="*/ 150 h 332"/>
                <a:gd name="T10" fmla="*/ 31 w 170"/>
                <a:gd name="T11" fmla="*/ 150 h 332"/>
                <a:gd name="T12" fmla="*/ 31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1" y="303"/>
                  </a:lnTo>
                  <a:lnTo>
                    <a:pt x="31" y="177"/>
                  </a:lnTo>
                  <a:lnTo>
                    <a:pt x="152" y="177"/>
                  </a:lnTo>
                  <a:lnTo>
                    <a:pt x="152" y="150"/>
                  </a:lnTo>
                  <a:lnTo>
                    <a:pt x="31" y="150"/>
                  </a:lnTo>
                  <a:lnTo>
                    <a:pt x="31"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4" name="Freeform 497">
              <a:extLst>
                <a:ext uri="{FF2B5EF4-FFF2-40B4-BE49-F238E27FC236}">
                  <a16:creationId xmlns:a16="http://schemas.microsoft.com/office/drawing/2014/main" id="{2D653381-AA23-42E4-5946-ED2820FA425A}"/>
                </a:ext>
              </a:extLst>
            </p:cNvPr>
            <p:cNvSpPr>
              <a:spLocks noChangeArrowheads="1"/>
            </p:cNvSpPr>
            <p:nvPr/>
          </p:nvSpPr>
          <p:spPr bwMode="auto">
            <a:xfrm>
              <a:off x="1544638" y="814388"/>
              <a:ext cx="68262" cy="123825"/>
            </a:xfrm>
            <a:custGeom>
              <a:avLst/>
              <a:gdLst>
                <a:gd name="T0" fmla="*/ 38 w 188"/>
                <a:gd name="T1" fmla="*/ 336 h 342"/>
                <a:gd name="T2" fmla="*/ 38 w 188"/>
                <a:gd name="T3" fmla="*/ 336 h 342"/>
                <a:gd name="T4" fmla="*/ 58 w 188"/>
                <a:gd name="T5" fmla="*/ 340 h 342"/>
                <a:gd name="T6" fmla="*/ 78 w 188"/>
                <a:gd name="T7" fmla="*/ 341 h 342"/>
                <a:gd name="T8" fmla="*/ 122 w 188"/>
                <a:gd name="T9" fmla="*/ 336 h 342"/>
                <a:gd name="T10" fmla="*/ 156 w 188"/>
                <a:gd name="T11" fmla="*/ 319 h 342"/>
                <a:gd name="T12" fmla="*/ 179 w 188"/>
                <a:gd name="T13" fmla="*/ 291 h 342"/>
                <a:gd name="T14" fmla="*/ 187 w 188"/>
                <a:gd name="T15" fmla="*/ 254 h 342"/>
                <a:gd name="T16" fmla="*/ 181 w 188"/>
                <a:gd name="T17" fmla="*/ 225 h 342"/>
                <a:gd name="T18" fmla="*/ 166 w 188"/>
                <a:gd name="T19" fmla="*/ 200 h 342"/>
                <a:gd name="T20" fmla="*/ 141 w 188"/>
                <a:gd name="T21" fmla="*/ 180 h 342"/>
                <a:gd name="T22" fmla="*/ 104 w 188"/>
                <a:gd name="T23" fmla="*/ 157 h 342"/>
                <a:gd name="T24" fmla="*/ 71 w 188"/>
                <a:gd name="T25" fmla="*/ 138 h 342"/>
                <a:gd name="T26" fmla="*/ 49 w 188"/>
                <a:gd name="T27" fmla="*/ 123 h 342"/>
                <a:gd name="T28" fmla="*/ 36 w 188"/>
                <a:gd name="T29" fmla="*/ 105 h 342"/>
                <a:gd name="T30" fmla="*/ 33 w 188"/>
                <a:gd name="T31" fmla="*/ 83 h 342"/>
                <a:gd name="T32" fmla="*/ 39 w 188"/>
                <a:gd name="T33" fmla="*/ 58 h 342"/>
                <a:gd name="T34" fmla="*/ 54 w 188"/>
                <a:gd name="T35" fmla="*/ 41 h 342"/>
                <a:gd name="T36" fmla="*/ 76 w 188"/>
                <a:gd name="T37" fmla="*/ 30 h 342"/>
                <a:gd name="T38" fmla="*/ 104 w 188"/>
                <a:gd name="T39" fmla="*/ 28 h 342"/>
                <a:gd name="T40" fmla="*/ 173 w 188"/>
                <a:gd name="T41" fmla="*/ 44 h 342"/>
                <a:gd name="T42" fmla="*/ 173 w 188"/>
                <a:gd name="T43" fmla="*/ 11 h 342"/>
                <a:gd name="T44" fmla="*/ 108 w 188"/>
                <a:gd name="T45" fmla="*/ 0 h 342"/>
                <a:gd name="T46" fmla="*/ 67 w 188"/>
                <a:gd name="T47" fmla="*/ 5 h 342"/>
                <a:gd name="T48" fmla="*/ 32 w 188"/>
                <a:gd name="T49" fmla="*/ 22 h 342"/>
                <a:gd name="T50" fmla="*/ 10 w 188"/>
                <a:gd name="T51" fmla="*/ 50 h 342"/>
                <a:gd name="T52" fmla="*/ 0 w 188"/>
                <a:gd name="T53" fmla="*/ 86 h 342"/>
                <a:gd name="T54" fmla="*/ 6 w 188"/>
                <a:gd name="T55" fmla="*/ 115 h 342"/>
                <a:gd name="T56" fmla="*/ 20 w 188"/>
                <a:gd name="T57" fmla="*/ 137 h 342"/>
                <a:gd name="T58" fmla="*/ 45 w 188"/>
                <a:gd name="T59" fmla="*/ 157 h 342"/>
                <a:gd name="T60" fmla="*/ 80 w 188"/>
                <a:gd name="T61" fmla="*/ 180 h 342"/>
                <a:gd name="T62" fmla="*/ 114 w 188"/>
                <a:gd name="T63" fmla="*/ 199 h 342"/>
                <a:gd name="T64" fmla="*/ 137 w 188"/>
                <a:gd name="T65" fmla="*/ 215 h 342"/>
                <a:gd name="T66" fmla="*/ 151 w 188"/>
                <a:gd name="T67" fmla="*/ 233 h 342"/>
                <a:gd name="T68" fmla="*/ 155 w 188"/>
                <a:gd name="T69" fmla="*/ 257 h 342"/>
                <a:gd name="T70" fmla="*/ 136 w 188"/>
                <a:gd name="T71" fmla="*/ 298 h 342"/>
                <a:gd name="T72" fmla="*/ 80 w 188"/>
                <a:gd name="T73" fmla="*/ 314 h 342"/>
                <a:gd name="T74" fmla="*/ 60 w 188"/>
                <a:gd name="T75" fmla="*/ 311 h 342"/>
                <a:gd name="T76" fmla="*/ 39 w 188"/>
                <a:gd name="T77" fmla="*/ 307 h 342"/>
                <a:gd name="T78" fmla="*/ 18 w 188"/>
                <a:gd name="T79" fmla="*/ 298 h 342"/>
                <a:gd name="T80" fmla="*/ 0 w 188"/>
                <a:gd name="T81" fmla="*/ 287 h 342"/>
                <a:gd name="T82" fmla="*/ 0 w 188"/>
                <a:gd name="T83" fmla="*/ 323 h 342"/>
                <a:gd name="T84" fmla="*/ 16 w 188"/>
                <a:gd name="T85" fmla="*/ 330 h 342"/>
                <a:gd name="T86" fmla="*/ 38 w 188"/>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8" h="342">
                  <a:moveTo>
                    <a:pt x="38" y="336"/>
                  </a:moveTo>
                  <a:lnTo>
                    <a:pt x="38" y="336"/>
                  </a:lnTo>
                  <a:cubicBezTo>
                    <a:pt x="45" y="337"/>
                    <a:pt x="51" y="338"/>
                    <a:pt x="58" y="340"/>
                  </a:cubicBezTo>
                  <a:cubicBezTo>
                    <a:pt x="67" y="340"/>
                    <a:pt x="72" y="341"/>
                    <a:pt x="78" y="341"/>
                  </a:cubicBezTo>
                  <a:cubicBezTo>
                    <a:pt x="94" y="341"/>
                    <a:pt x="108" y="338"/>
                    <a:pt x="122" y="336"/>
                  </a:cubicBezTo>
                  <a:cubicBezTo>
                    <a:pt x="134" y="331"/>
                    <a:pt x="147" y="326"/>
                    <a:pt x="156" y="319"/>
                  </a:cubicBezTo>
                  <a:cubicBezTo>
                    <a:pt x="166" y="312"/>
                    <a:pt x="173" y="302"/>
                    <a:pt x="179" y="291"/>
                  </a:cubicBezTo>
                  <a:cubicBezTo>
                    <a:pt x="184" y="280"/>
                    <a:pt x="187" y="268"/>
                    <a:pt x="187" y="254"/>
                  </a:cubicBezTo>
                  <a:cubicBezTo>
                    <a:pt x="187" y="243"/>
                    <a:pt x="185" y="233"/>
                    <a:pt x="181" y="225"/>
                  </a:cubicBezTo>
                  <a:cubicBezTo>
                    <a:pt x="179" y="217"/>
                    <a:pt x="173" y="209"/>
                    <a:pt x="166" y="200"/>
                  </a:cubicBezTo>
                  <a:cubicBezTo>
                    <a:pt x="159" y="193"/>
                    <a:pt x="151" y="186"/>
                    <a:pt x="141" y="180"/>
                  </a:cubicBezTo>
                  <a:cubicBezTo>
                    <a:pt x="130" y="173"/>
                    <a:pt x="118" y="164"/>
                    <a:pt x="104" y="157"/>
                  </a:cubicBezTo>
                  <a:cubicBezTo>
                    <a:pt x="91" y="151"/>
                    <a:pt x="80" y="144"/>
                    <a:pt x="71" y="138"/>
                  </a:cubicBezTo>
                  <a:cubicBezTo>
                    <a:pt x="62" y="134"/>
                    <a:pt x="54" y="128"/>
                    <a:pt x="49" y="123"/>
                  </a:cubicBezTo>
                  <a:cubicBezTo>
                    <a:pt x="43" y="117"/>
                    <a:pt x="39" y="110"/>
                    <a:pt x="36" y="105"/>
                  </a:cubicBezTo>
                  <a:cubicBezTo>
                    <a:pt x="35" y="98"/>
                    <a:pt x="33" y="91"/>
                    <a:pt x="33" y="83"/>
                  </a:cubicBezTo>
                  <a:cubicBezTo>
                    <a:pt x="33" y="73"/>
                    <a:pt x="35" y="65"/>
                    <a:pt x="39" y="58"/>
                  </a:cubicBezTo>
                  <a:cubicBezTo>
                    <a:pt x="42" y="52"/>
                    <a:pt x="47" y="46"/>
                    <a:pt x="54" y="41"/>
                  </a:cubicBezTo>
                  <a:cubicBezTo>
                    <a:pt x="61" y="37"/>
                    <a:pt x="68" y="33"/>
                    <a:pt x="76" y="30"/>
                  </a:cubicBezTo>
                  <a:cubicBezTo>
                    <a:pt x="86" y="29"/>
                    <a:pt x="94" y="28"/>
                    <a:pt x="104" y="28"/>
                  </a:cubicBezTo>
                  <a:cubicBezTo>
                    <a:pt x="130" y="28"/>
                    <a:pt x="154" y="33"/>
                    <a:pt x="173" y="44"/>
                  </a:cubicBezTo>
                  <a:cubicBezTo>
                    <a:pt x="173" y="11"/>
                    <a:pt x="173" y="11"/>
                    <a:pt x="173" y="11"/>
                  </a:cubicBezTo>
                  <a:cubicBezTo>
                    <a:pt x="155" y="3"/>
                    <a:pt x="134" y="0"/>
                    <a:pt x="108" y="0"/>
                  </a:cubicBezTo>
                  <a:cubicBezTo>
                    <a:pt x="93" y="0"/>
                    <a:pt x="79" y="1"/>
                    <a:pt x="67" y="5"/>
                  </a:cubicBezTo>
                  <a:cubicBezTo>
                    <a:pt x="53" y="10"/>
                    <a:pt x="42" y="15"/>
                    <a:pt x="32" y="22"/>
                  </a:cubicBezTo>
                  <a:cubicBezTo>
                    <a:pt x="22" y="30"/>
                    <a:pt x="16" y="39"/>
                    <a:pt x="10" y="50"/>
                  </a:cubicBezTo>
                  <a:cubicBezTo>
                    <a:pt x="4" y="61"/>
                    <a:pt x="0" y="72"/>
                    <a:pt x="0" y="86"/>
                  </a:cubicBezTo>
                  <a:cubicBezTo>
                    <a:pt x="0" y="97"/>
                    <a:pt x="3" y="106"/>
                    <a:pt x="6" y="115"/>
                  </a:cubicBezTo>
                  <a:cubicBezTo>
                    <a:pt x="9" y="123"/>
                    <a:pt x="13" y="130"/>
                    <a:pt x="20" y="137"/>
                  </a:cubicBezTo>
                  <a:cubicBezTo>
                    <a:pt x="25" y="144"/>
                    <a:pt x="33" y="152"/>
                    <a:pt x="45" y="157"/>
                  </a:cubicBezTo>
                  <a:cubicBezTo>
                    <a:pt x="54" y="164"/>
                    <a:pt x="67" y="173"/>
                    <a:pt x="80" y="180"/>
                  </a:cubicBezTo>
                  <a:cubicBezTo>
                    <a:pt x="93" y="186"/>
                    <a:pt x="104" y="193"/>
                    <a:pt x="114" y="199"/>
                  </a:cubicBezTo>
                  <a:cubicBezTo>
                    <a:pt x="123" y="204"/>
                    <a:pt x="130" y="210"/>
                    <a:pt x="137" y="215"/>
                  </a:cubicBezTo>
                  <a:cubicBezTo>
                    <a:pt x="143" y="221"/>
                    <a:pt x="148" y="228"/>
                    <a:pt x="151" y="233"/>
                  </a:cubicBezTo>
                  <a:cubicBezTo>
                    <a:pt x="154" y="240"/>
                    <a:pt x="155" y="249"/>
                    <a:pt x="155" y="257"/>
                  </a:cubicBezTo>
                  <a:cubicBezTo>
                    <a:pt x="155" y="275"/>
                    <a:pt x="148" y="289"/>
                    <a:pt x="136" y="298"/>
                  </a:cubicBezTo>
                  <a:cubicBezTo>
                    <a:pt x="123" y="308"/>
                    <a:pt x="105" y="314"/>
                    <a:pt x="80" y="314"/>
                  </a:cubicBezTo>
                  <a:cubicBezTo>
                    <a:pt x="74" y="314"/>
                    <a:pt x="67" y="312"/>
                    <a:pt x="60" y="311"/>
                  </a:cubicBezTo>
                  <a:cubicBezTo>
                    <a:pt x="53" y="311"/>
                    <a:pt x="46" y="308"/>
                    <a:pt x="39" y="307"/>
                  </a:cubicBezTo>
                  <a:cubicBezTo>
                    <a:pt x="32" y="304"/>
                    <a:pt x="25" y="301"/>
                    <a:pt x="18" y="298"/>
                  </a:cubicBezTo>
                  <a:cubicBezTo>
                    <a:pt x="11" y="294"/>
                    <a:pt x="6" y="291"/>
                    <a:pt x="0" y="287"/>
                  </a:cubicBezTo>
                  <a:cubicBezTo>
                    <a:pt x="0" y="323"/>
                    <a:pt x="0" y="323"/>
                    <a:pt x="0" y="323"/>
                  </a:cubicBezTo>
                  <a:cubicBezTo>
                    <a:pt x="4" y="326"/>
                    <a:pt x="10" y="327"/>
                    <a:pt x="16" y="330"/>
                  </a:cubicBezTo>
                  <a:cubicBezTo>
                    <a:pt x="22" y="333"/>
                    <a:pt x="29" y="334"/>
                    <a:pt x="38"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5" name="Freeform 498">
              <a:extLst>
                <a:ext uri="{FF2B5EF4-FFF2-40B4-BE49-F238E27FC236}">
                  <a16:creationId xmlns:a16="http://schemas.microsoft.com/office/drawing/2014/main" id="{94A6DC67-FBD0-ABE8-8EAB-2312810A5537}"/>
                </a:ext>
              </a:extLst>
            </p:cNvPr>
            <p:cNvSpPr>
              <a:spLocks noChangeArrowheads="1"/>
            </p:cNvSpPr>
            <p:nvPr/>
          </p:nvSpPr>
          <p:spPr bwMode="auto">
            <a:xfrm>
              <a:off x="1682750" y="815975"/>
              <a:ext cx="58738" cy="119063"/>
            </a:xfrm>
            <a:custGeom>
              <a:avLst/>
              <a:gdLst>
                <a:gd name="T0" fmla="*/ 163 w 164"/>
                <a:gd name="T1" fmla="*/ 303 h 332"/>
                <a:gd name="T2" fmla="*/ 31 w 164"/>
                <a:gd name="T3" fmla="*/ 303 h 332"/>
                <a:gd name="T4" fmla="*/ 31 w 164"/>
                <a:gd name="T5" fmla="*/ 0 h 332"/>
                <a:gd name="T6" fmla="*/ 0 w 164"/>
                <a:gd name="T7" fmla="*/ 0 h 332"/>
                <a:gd name="T8" fmla="*/ 0 w 164"/>
                <a:gd name="T9" fmla="*/ 331 h 332"/>
                <a:gd name="T10" fmla="*/ 163 w 164"/>
                <a:gd name="T11" fmla="*/ 331 h 332"/>
                <a:gd name="T12" fmla="*/ 163 w 164"/>
                <a:gd name="T13" fmla="*/ 303 h 332"/>
              </a:gdLst>
              <a:ahLst/>
              <a:cxnLst>
                <a:cxn ang="0">
                  <a:pos x="T0" y="T1"/>
                </a:cxn>
                <a:cxn ang="0">
                  <a:pos x="T2" y="T3"/>
                </a:cxn>
                <a:cxn ang="0">
                  <a:pos x="T4" y="T5"/>
                </a:cxn>
                <a:cxn ang="0">
                  <a:pos x="T6" y="T7"/>
                </a:cxn>
                <a:cxn ang="0">
                  <a:pos x="T8" y="T9"/>
                </a:cxn>
                <a:cxn ang="0">
                  <a:pos x="T10" y="T11"/>
                </a:cxn>
                <a:cxn ang="0">
                  <a:pos x="T12" y="T13"/>
                </a:cxn>
              </a:cxnLst>
              <a:rect l="0" t="0" r="r" b="b"/>
              <a:pathLst>
                <a:path w="164" h="332">
                  <a:moveTo>
                    <a:pt x="163" y="303"/>
                  </a:moveTo>
                  <a:lnTo>
                    <a:pt x="31" y="303"/>
                  </a:lnTo>
                  <a:lnTo>
                    <a:pt x="31" y="0"/>
                  </a:lnTo>
                  <a:lnTo>
                    <a:pt x="0" y="0"/>
                  </a:lnTo>
                  <a:lnTo>
                    <a:pt x="0" y="331"/>
                  </a:lnTo>
                  <a:lnTo>
                    <a:pt x="163" y="331"/>
                  </a:lnTo>
                  <a:lnTo>
                    <a:pt x="163"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6" name="Freeform 499">
              <a:extLst>
                <a:ext uri="{FF2B5EF4-FFF2-40B4-BE49-F238E27FC236}">
                  <a16:creationId xmlns:a16="http://schemas.microsoft.com/office/drawing/2014/main" id="{0467CB3E-BC95-43F3-BF0A-0024A104385B}"/>
                </a:ext>
              </a:extLst>
            </p:cNvPr>
            <p:cNvSpPr>
              <a:spLocks noChangeArrowheads="1"/>
            </p:cNvSpPr>
            <p:nvPr/>
          </p:nvSpPr>
          <p:spPr bwMode="auto">
            <a:xfrm>
              <a:off x="1760538" y="815975"/>
              <a:ext cx="11112" cy="119063"/>
            </a:xfrm>
            <a:custGeom>
              <a:avLst/>
              <a:gdLst>
                <a:gd name="T0" fmla="*/ 31 w 32"/>
                <a:gd name="T1" fmla="*/ 0 h 332"/>
                <a:gd name="T2" fmla="*/ 0 w 32"/>
                <a:gd name="T3" fmla="*/ 0 h 332"/>
                <a:gd name="T4" fmla="*/ 0 w 32"/>
                <a:gd name="T5" fmla="*/ 331 h 332"/>
                <a:gd name="T6" fmla="*/ 31 w 32"/>
                <a:gd name="T7" fmla="*/ 331 h 332"/>
                <a:gd name="T8" fmla="*/ 31 w 32"/>
                <a:gd name="T9" fmla="*/ 0 h 332"/>
              </a:gdLst>
              <a:ahLst/>
              <a:cxnLst>
                <a:cxn ang="0">
                  <a:pos x="T0" y="T1"/>
                </a:cxn>
                <a:cxn ang="0">
                  <a:pos x="T2" y="T3"/>
                </a:cxn>
                <a:cxn ang="0">
                  <a:pos x="T4" y="T5"/>
                </a:cxn>
                <a:cxn ang="0">
                  <a:pos x="T6" y="T7"/>
                </a:cxn>
                <a:cxn ang="0">
                  <a:pos x="T8" y="T9"/>
                </a:cxn>
              </a:cxnLst>
              <a:rect l="0" t="0" r="r" b="b"/>
              <a:pathLst>
                <a:path w="32" h="332">
                  <a:moveTo>
                    <a:pt x="31" y="0"/>
                  </a:moveTo>
                  <a:lnTo>
                    <a:pt x="0" y="0"/>
                  </a:lnTo>
                  <a:lnTo>
                    <a:pt x="0" y="331"/>
                  </a:lnTo>
                  <a:lnTo>
                    <a:pt x="31" y="331"/>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7" name="Freeform 500">
              <a:extLst>
                <a:ext uri="{FF2B5EF4-FFF2-40B4-BE49-F238E27FC236}">
                  <a16:creationId xmlns:a16="http://schemas.microsoft.com/office/drawing/2014/main" id="{F11FC8F3-F497-FD91-23CF-BDD3B8523FE9}"/>
                </a:ext>
              </a:extLst>
            </p:cNvPr>
            <p:cNvSpPr>
              <a:spLocks noChangeArrowheads="1"/>
            </p:cNvSpPr>
            <p:nvPr/>
          </p:nvSpPr>
          <p:spPr bwMode="auto">
            <a:xfrm>
              <a:off x="1803400" y="815975"/>
              <a:ext cx="93663" cy="119063"/>
            </a:xfrm>
            <a:custGeom>
              <a:avLst/>
              <a:gdLst>
                <a:gd name="T0" fmla="*/ 226 w 258"/>
                <a:gd name="T1" fmla="*/ 245 h 332"/>
                <a:gd name="T2" fmla="*/ 226 w 258"/>
                <a:gd name="T3" fmla="*/ 245 h 332"/>
                <a:gd name="T4" fmla="*/ 226 w 258"/>
                <a:gd name="T5" fmla="*/ 267 h 332"/>
                <a:gd name="T6" fmla="*/ 228 w 258"/>
                <a:gd name="T7" fmla="*/ 284 h 332"/>
                <a:gd name="T8" fmla="*/ 228 w 258"/>
                <a:gd name="T9" fmla="*/ 284 h 332"/>
                <a:gd name="T10" fmla="*/ 221 w 258"/>
                <a:gd name="T11" fmla="*/ 274 h 332"/>
                <a:gd name="T12" fmla="*/ 214 w 258"/>
                <a:gd name="T13" fmla="*/ 262 h 332"/>
                <a:gd name="T14" fmla="*/ 33 w 258"/>
                <a:gd name="T15" fmla="*/ 0 h 332"/>
                <a:gd name="T16" fmla="*/ 0 w 258"/>
                <a:gd name="T17" fmla="*/ 0 h 332"/>
                <a:gd name="T18" fmla="*/ 0 w 258"/>
                <a:gd name="T19" fmla="*/ 331 h 332"/>
                <a:gd name="T20" fmla="*/ 30 w 258"/>
                <a:gd name="T21" fmla="*/ 331 h 332"/>
                <a:gd name="T22" fmla="*/ 30 w 258"/>
                <a:gd name="T23" fmla="*/ 75 h 332"/>
                <a:gd name="T24" fmla="*/ 30 w 258"/>
                <a:gd name="T25" fmla="*/ 56 h 332"/>
                <a:gd name="T26" fmla="*/ 29 w 258"/>
                <a:gd name="T27" fmla="*/ 45 h 332"/>
                <a:gd name="T28" fmla="*/ 30 w 258"/>
                <a:gd name="T29" fmla="*/ 45 h 332"/>
                <a:gd name="T30" fmla="*/ 36 w 258"/>
                <a:gd name="T31" fmla="*/ 54 h 332"/>
                <a:gd name="T32" fmla="*/ 43 w 258"/>
                <a:gd name="T33" fmla="*/ 65 h 332"/>
                <a:gd name="T34" fmla="*/ 225 w 258"/>
                <a:gd name="T35" fmla="*/ 331 h 332"/>
                <a:gd name="T36" fmla="*/ 257 w 258"/>
                <a:gd name="T37" fmla="*/ 331 h 332"/>
                <a:gd name="T38" fmla="*/ 257 w 258"/>
                <a:gd name="T39" fmla="*/ 0 h 332"/>
                <a:gd name="T40" fmla="*/ 226 w 258"/>
                <a:gd name="T41" fmla="*/ 0 h 332"/>
                <a:gd name="T42" fmla="*/ 226 w 258"/>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8" h="332">
                  <a:moveTo>
                    <a:pt x="226" y="245"/>
                  </a:moveTo>
                  <a:lnTo>
                    <a:pt x="226" y="245"/>
                  </a:lnTo>
                  <a:cubicBezTo>
                    <a:pt x="226" y="253"/>
                    <a:pt x="226" y="260"/>
                    <a:pt x="226" y="267"/>
                  </a:cubicBezTo>
                  <a:cubicBezTo>
                    <a:pt x="228" y="273"/>
                    <a:pt x="228" y="278"/>
                    <a:pt x="228" y="284"/>
                  </a:cubicBezTo>
                  <a:lnTo>
                    <a:pt x="228" y="284"/>
                  </a:lnTo>
                  <a:cubicBezTo>
                    <a:pt x="225" y="281"/>
                    <a:pt x="224" y="277"/>
                    <a:pt x="221" y="274"/>
                  </a:cubicBezTo>
                  <a:cubicBezTo>
                    <a:pt x="220" y="270"/>
                    <a:pt x="217"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30" y="52"/>
                    <a:pt x="29" y="47"/>
                    <a:pt x="29" y="45"/>
                  </a:cubicBezTo>
                  <a:cubicBezTo>
                    <a:pt x="30" y="45"/>
                    <a:pt x="30" y="45"/>
                    <a:pt x="30" y="45"/>
                  </a:cubicBezTo>
                  <a:cubicBezTo>
                    <a:pt x="32" y="47"/>
                    <a:pt x="33" y="52"/>
                    <a:pt x="36" y="54"/>
                  </a:cubicBezTo>
                  <a:cubicBezTo>
                    <a:pt x="37" y="58"/>
                    <a:pt x="40" y="61"/>
                    <a:pt x="43" y="65"/>
                  </a:cubicBezTo>
                  <a:cubicBezTo>
                    <a:pt x="225" y="331"/>
                    <a:pt x="225" y="331"/>
                    <a:pt x="225" y="331"/>
                  </a:cubicBezTo>
                  <a:cubicBezTo>
                    <a:pt x="257" y="331"/>
                    <a:pt x="257" y="331"/>
                    <a:pt x="257" y="331"/>
                  </a:cubicBezTo>
                  <a:cubicBezTo>
                    <a:pt x="257" y="0"/>
                    <a:pt x="257" y="0"/>
                    <a:pt x="257"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8" name="Freeform 501">
              <a:extLst>
                <a:ext uri="{FF2B5EF4-FFF2-40B4-BE49-F238E27FC236}">
                  <a16:creationId xmlns:a16="http://schemas.microsoft.com/office/drawing/2014/main" id="{D046FA76-C2C6-DE39-C760-01928B0A2874}"/>
                </a:ext>
              </a:extLst>
            </p:cNvPr>
            <p:cNvSpPr>
              <a:spLocks noChangeArrowheads="1"/>
            </p:cNvSpPr>
            <p:nvPr/>
          </p:nvSpPr>
          <p:spPr bwMode="auto">
            <a:xfrm>
              <a:off x="1925638" y="815975"/>
              <a:ext cx="61912" cy="119063"/>
            </a:xfrm>
            <a:custGeom>
              <a:avLst/>
              <a:gdLst>
                <a:gd name="T0" fmla="*/ 169 w 170"/>
                <a:gd name="T1" fmla="*/ 303 h 332"/>
                <a:gd name="T2" fmla="*/ 32 w 170"/>
                <a:gd name="T3" fmla="*/ 303 h 332"/>
                <a:gd name="T4" fmla="*/ 32 w 170"/>
                <a:gd name="T5" fmla="*/ 177 h 332"/>
                <a:gd name="T6" fmla="*/ 152 w 170"/>
                <a:gd name="T7" fmla="*/ 177 h 332"/>
                <a:gd name="T8" fmla="*/ 152 w 170"/>
                <a:gd name="T9" fmla="*/ 150 h 332"/>
                <a:gd name="T10" fmla="*/ 32 w 170"/>
                <a:gd name="T11" fmla="*/ 150 h 332"/>
                <a:gd name="T12" fmla="*/ 32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2" y="303"/>
                  </a:lnTo>
                  <a:lnTo>
                    <a:pt x="32" y="177"/>
                  </a:lnTo>
                  <a:lnTo>
                    <a:pt x="152" y="177"/>
                  </a:lnTo>
                  <a:lnTo>
                    <a:pt x="152" y="150"/>
                  </a:lnTo>
                  <a:lnTo>
                    <a:pt x="32" y="150"/>
                  </a:lnTo>
                  <a:lnTo>
                    <a:pt x="32"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9" name="Freeform 502">
              <a:extLst>
                <a:ext uri="{FF2B5EF4-FFF2-40B4-BE49-F238E27FC236}">
                  <a16:creationId xmlns:a16="http://schemas.microsoft.com/office/drawing/2014/main" id="{C9850852-39D8-8B90-B58E-8865E73F3723}"/>
                </a:ext>
              </a:extLst>
            </p:cNvPr>
            <p:cNvSpPr>
              <a:spLocks noChangeArrowheads="1"/>
            </p:cNvSpPr>
            <p:nvPr/>
          </p:nvSpPr>
          <p:spPr bwMode="auto">
            <a:xfrm>
              <a:off x="2058988" y="815975"/>
              <a:ext cx="11112" cy="119063"/>
            </a:xfrm>
            <a:custGeom>
              <a:avLst/>
              <a:gdLst>
                <a:gd name="T0" fmla="*/ 30 w 31"/>
                <a:gd name="T1" fmla="*/ 0 h 332"/>
                <a:gd name="T2" fmla="*/ 0 w 31"/>
                <a:gd name="T3" fmla="*/ 0 h 332"/>
                <a:gd name="T4" fmla="*/ 0 w 31"/>
                <a:gd name="T5" fmla="*/ 331 h 332"/>
                <a:gd name="T6" fmla="*/ 30 w 31"/>
                <a:gd name="T7" fmla="*/ 331 h 332"/>
                <a:gd name="T8" fmla="*/ 30 w 31"/>
                <a:gd name="T9" fmla="*/ 0 h 332"/>
              </a:gdLst>
              <a:ahLst/>
              <a:cxnLst>
                <a:cxn ang="0">
                  <a:pos x="T0" y="T1"/>
                </a:cxn>
                <a:cxn ang="0">
                  <a:pos x="T2" y="T3"/>
                </a:cxn>
                <a:cxn ang="0">
                  <a:pos x="T4" y="T5"/>
                </a:cxn>
                <a:cxn ang="0">
                  <a:pos x="T6" y="T7"/>
                </a:cxn>
                <a:cxn ang="0">
                  <a:pos x="T8" y="T9"/>
                </a:cxn>
              </a:cxnLst>
              <a:rect l="0" t="0" r="r" b="b"/>
              <a:pathLst>
                <a:path w="31" h="332">
                  <a:moveTo>
                    <a:pt x="30" y="0"/>
                  </a:moveTo>
                  <a:lnTo>
                    <a:pt x="0" y="0"/>
                  </a:lnTo>
                  <a:lnTo>
                    <a:pt x="0" y="331"/>
                  </a:lnTo>
                  <a:lnTo>
                    <a:pt x="30" y="331"/>
                  </a:lnTo>
                  <a:lnTo>
                    <a:pt x="3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0" name="Freeform 503">
              <a:extLst>
                <a:ext uri="{FF2B5EF4-FFF2-40B4-BE49-F238E27FC236}">
                  <a16:creationId xmlns:a16="http://schemas.microsoft.com/office/drawing/2014/main" id="{6B587DD2-9369-85B1-C68D-BDA0A508264D}"/>
                </a:ext>
              </a:extLst>
            </p:cNvPr>
            <p:cNvSpPr>
              <a:spLocks noChangeArrowheads="1"/>
            </p:cNvSpPr>
            <p:nvPr/>
          </p:nvSpPr>
          <p:spPr bwMode="auto">
            <a:xfrm>
              <a:off x="2093913" y="814388"/>
              <a:ext cx="87312" cy="123825"/>
            </a:xfrm>
            <a:custGeom>
              <a:avLst/>
              <a:gdLst>
                <a:gd name="T0" fmla="*/ 41 w 242"/>
                <a:gd name="T1" fmla="*/ 294 h 342"/>
                <a:gd name="T2" fmla="*/ 41 w 242"/>
                <a:gd name="T3" fmla="*/ 294 h 342"/>
                <a:gd name="T4" fmla="*/ 89 w 242"/>
                <a:gd name="T5" fmla="*/ 329 h 342"/>
                <a:gd name="T6" fmla="*/ 153 w 242"/>
                <a:gd name="T7" fmla="*/ 341 h 342"/>
                <a:gd name="T8" fmla="*/ 241 w 242"/>
                <a:gd name="T9" fmla="*/ 323 h 342"/>
                <a:gd name="T10" fmla="*/ 241 w 242"/>
                <a:gd name="T11" fmla="*/ 293 h 342"/>
                <a:gd name="T12" fmla="*/ 157 w 242"/>
                <a:gd name="T13" fmla="*/ 314 h 342"/>
                <a:gd name="T14" fmla="*/ 102 w 242"/>
                <a:gd name="T15" fmla="*/ 302 h 342"/>
                <a:gd name="T16" fmla="*/ 63 w 242"/>
                <a:gd name="T17" fmla="*/ 272 h 342"/>
                <a:gd name="T18" fmla="*/ 40 w 242"/>
                <a:gd name="T19" fmla="*/ 228 h 342"/>
                <a:gd name="T20" fmla="*/ 31 w 242"/>
                <a:gd name="T21" fmla="*/ 174 h 342"/>
                <a:gd name="T22" fmla="*/ 40 w 242"/>
                <a:gd name="T23" fmla="*/ 116 h 342"/>
                <a:gd name="T24" fmla="*/ 66 w 242"/>
                <a:gd name="T25" fmla="*/ 69 h 342"/>
                <a:gd name="T26" fmla="*/ 109 w 242"/>
                <a:gd name="T27" fmla="*/ 39 h 342"/>
                <a:gd name="T28" fmla="*/ 165 w 242"/>
                <a:gd name="T29" fmla="*/ 28 h 342"/>
                <a:gd name="T30" fmla="*/ 241 w 242"/>
                <a:gd name="T31" fmla="*/ 46 h 342"/>
                <a:gd name="T32" fmla="*/ 241 w 242"/>
                <a:gd name="T33" fmla="*/ 12 h 342"/>
                <a:gd name="T34" fmla="*/ 165 w 242"/>
                <a:gd name="T35" fmla="*/ 0 h 342"/>
                <a:gd name="T36" fmla="*/ 96 w 242"/>
                <a:gd name="T37" fmla="*/ 14 h 342"/>
                <a:gd name="T38" fmla="*/ 44 w 242"/>
                <a:gd name="T39" fmla="*/ 51 h 342"/>
                <a:gd name="T40" fmla="*/ 11 w 242"/>
                <a:gd name="T41" fmla="*/ 106 h 342"/>
                <a:gd name="T42" fmla="*/ 0 w 242"/>
                <a:gd name="T43" fmla="*/ 177 h 342"/>
                <a:gd name="T44" fmla="*/ 11 w 242"/>
                <a:gd name="T45" fmla="*/ 243 h 342"/>
                <a:gd name="T46" fmla="*/ 41 w 242"/>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2" h="342">
                  <a:moveTo>
                    <a:pt x="41" y="294"/>
                  </a:moveTo>
                  <a:lnTo>
                    <a:pt x="41" y="294"/>
                  </a:lnTo>
                  <a:cubicBezTo>
                    <a:pt x="55" y="309"/>
                    <a:pt x="71" y="320"/>
                    <a:pt x="89" y="329"/>
                  </a:cubicBezTo>
                  <a:cubicBezTo>
                    <a:pt x="109" y="337"/>
                    <a:pt x="131" y="341"/>
                    <a:pt x="153" y="341"/>
                  </a:cubicBezTo>
                  <a:cubicBezTo>
                    <a:pt x="186" y="341"/>
                    <a:pt x="215" y="336"/>
                    <a:pt x="241" y="323"/>
                  </a:cubicBezTo>
                  <a:cubicBezTo>
                    <a:pt x="241" y="293"/>
                    <a:pt x="241" y="293"/>
                    <a:pt x="241" y="293"/>
                  </a:cubicBezTo>
                  <a:cubicBezTo>
                    <a:pt x="216" y="307"/>
                    <a:pt x="189" y="314"/>
                    <a:pt x="157" y="314"/>
                  </a:cubicBezTo>
                  <a:cubicBezTo>
                    <a:pt x="136" y="314"/>
                    <a:pt x="118" y="309"/>
                    <a:pt x="102" y="302"/>
                  </a:cubicBezTo>
                  <a:cubicBezTo>
                    <a:pt x="87" y="294"/>
                    <a:pt x="74" y="284"/>
                    <a:pt x="63" y="272"/>
                  </a:cubicBezTo>
                  <a:cubicBezTo>
                    <a:pt x="52" y="260"/>
                    <a:pt x="45" y="244"/>
                    <a:pt x="40" y="228"/>
                  </a:cubicBezTo>
                  <a:cubicBezTo>
                    <a:pt x="34" y="211"/>
                    <a:pt x="31" y="193"/>
                    <a:pt x="31" y="174"/>
                  </a:cubicBezTo>
                  <a:cubicBezTo>
                    <a:pt x="31" y="153"/>
                    <a:pt x="34" y="134"/>
                    <a:pt x="40" y="116"/>
                  </a:cubicBezTo>
                  <a:cubicBezTo>
                    <a:pt x="47" y="98"/>
                    <a:pt x="55" y="83"/>
                    <a:pt x="66" y="69"/>
                  </a:cubicBezTo>
                  <a:cubicBezTo>
                    <a:pt x="78" y="57"/>
                    <a:pt x="92" y="46"/>
                    <a:pt x="109" y="39"/>
                  </a:cubicBezTo>
                  <a:cubicBezTo>
                    <a:pt x="125" y="32"/>
                    <a:pt x="143" y="28"/>
                    <a:pt x="165" y="28"/>
                  </a:cubicBezTo>
                  <a:cubicBezTo>
                    <a:pt x="192" y="28"/>
                    <a:pt x="218" y="33"/>
                    <a:pt x="241" y="46"/>
                  </a:cubicBezTo>
                  <a:cubicBezTo>
                    <a:pt x="241" y="12"/>
                    <a:pt x="241" y="12"/>
                    <a:pt x="241" y="12"/>
                  </a:cubicBezTo>
                  <a:cubicBezTo>
                    <a:pt x="219" y="4"/>
                    <a:pt x="193" y="0"/>
                    <a:pt x="165" y="0"/>
                  </a:cubicBezTo>
                  <a:cubicBezTo>
                    <a:pt x="140" y="0"/>
                    <a:pt x="117" y="4"/>
                    <a:pt x="96" y="14"/>
                  </a:cubicBezTo>
                  <a:cubicBezTo>
                    <a:pt x="76" y="22"/>
                    <a:pt x="59" y="34"/>
                    <a:pt x="44" y="51"/>
                  </a:cubicBezTo>
                  <a:cubicBezTo>
                    <a:pt x="30" y="66"/>
                    <a:pt x="19" y="86"/>
                    <a:pt x="11" y="106"/>
                  </a:cubicBezTo>
                  <a:cubicBezTo>
                    <a:pt x="4" y="128"/>
                    <a:pt x="0" y="152"/>
                    <a:pt x="0" y="177"/>
                  </a:cubicBezTo>
                  <a:cubicBezTo>
                    <a:pt x="0" y="200"/>
                    <a:pt x="2" y="222"/>
                    <a:pt x="11" y="243"/>
                  </a:cubicBezTo>
                  <a:cubicBezTo>
                    <a:pt x="18" y="262"/>
                    <a:pt x="27"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1" name="Freeform 504">
              <a:extLst>
                <a:ext uri="{FF2B5EF4-FFF2-40B4-BE49-F238E27FC236}">
                  <a16:creationId xmlns:a16="http://schemas.microsoft.com/office/drawing/2014/main" id="{4A75CDDC-DA9F-406C-4B17-8618229FEFDB}"/>
                </a:ext>
              </a:extLst>
            </p:cNvPr>
            <p:cNvSpPr>
              <a:spLocks noChangeArrowheads="1"/>
            </p:cNvSpPr>
            <p:nvPr/>
          </p:nvSpPr>
          <p:spPr bwMode="auto">
            <a:xfrm>
              <a:off x="2197100" y="814388"/>
              <a:ext cx="112713" cy="123825"/>
            </a:xfrm>
            <a:custGeom>
              <a:avLst/>
              <a:gdLst>
                <a:gd name="T0" fmla="*/ 42 w 312"/>
                <a:gd name="T1" fmla="*/ 293 h 342"/>
                <a:gd name="T2" fmla="*/ 42 w 312"/>
                <a:gd name="T3" fmla="*/ 293 h 342"/>
                <a:gd name="T4" fmla="*/ 90 w 312"/>
                <a:gd name="T5" fmla="*/ 327 h 342"/>
                <a:gd name="T6" fmla="*/ 154 w 312"/>
                <a:gd name="T7" fmla="*/ 341 h 342"/>
                <a:gd name="T8" fmla="*/ 221 w 312"/>
                <a:gd name="T9" fmla="*/ 327 h 342"/>
                <a:gd name="T10" fmla="*/ 271 w 312"/>
                <a:gd name="T11" fmla="*/ 291 h 342"/>
                <a:gd name="T12" fmla="*/ 300 w 312"/>
                <a:gd name="T13" fmla="*/ 235 h 342"/>
                <a:gd name="T14" fmla="*/ 311 w 312"/>
                <a:gd name="T15" fmla="*/ 166 h 342"/>
                <a:gd name="T16" fmla="*/ 300 w 312"/>
                <a:gd name="T17" fmla="*/ 99 h 342"/>
                <a:gd name="T18" fmla="*/ 270 w 312"/>
                <a:gd name="T19" fmla="*/ 47 h 342"/>
                <a:gd name="T20" fmla="*/ 223 w 312"/>
                <a:gd name="T21" fmla="*/ 12 h 342"/>
                <a:gd name="T22" fmla="*/ 161 w 312"/>
                <a:gd name="T23" fmla="*/ 0 h 342"/>
                <a:gd name="T24" fmla="*/ 93 w 312"/>
                <a:gd name="T25" fmla="*/ 12 h 342"/>
                <a:gd name="T26" fmla="*/ 42 w 312"/>
                <a:gd name="T27" fmla="*/ 48 h 342"/>
                <a:gd name="T28" fmla="*/ 12 w 312"/>
                <a:gd name="T29" fmla="*/ 104 h 342"/>
                <a:gd name="T30" fmla="*/ 0 w 312"/>
                <a:gd name="T31" fmla="*/ 174 h 342"/>
                <a:gd name="T32" fmla="*/ 12 w 312"/>
                <a:gd name="T33" fmla="*/ 239 h 342"/>
                <a:gd name="T34" fmla="*/ 42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2 w 312"/>
                <a:gd name="T47" fmla="*/ 39 h 342"/>
                <a:gd name="T48" fmla="*/ 250 w 312"/>
                <a:gd name="T49" fmla="*/ 69 h 342"/>
                <a:gd name="T50" fmla="*/ 273 w 312"/>
                <a:gd name="T51" fmla="*/ 115 h 342"/>
                <a:gd name="T52" fmla="*/ 279 w 312"/>
                <a:gd name="T53" fmla="*/ 170 h 342"/>
                <a:gd name="T54" fmla="*/ 271 w 312"/>
                <a:gd name="T55" fmla="*/ 228 h 342"/>
                <a:gd name="T56" fmla="*/ 248 w 312"/>
                <a:gd name="T57" fmla="*/ 272 h 342"/>
                <a:gd name="T58" fmla="*/ 209 w 312"/>
                <a:gd name="T59" fmla="*/ 302 h 342"/>
                <a:gd name="T60" fmla="*/ 154 w 312"/>
                <a:gd name="T61" fmla="*/ 314 h 342"/>
                <a:gd name="T62" fmla="*/ 100 w 312"/>
                <a:gd name="T63" fmla="*/ 301 h 342"/>
                <a:gd name="T64" fmla="*/ 63 w 312"/>
                <a:gd name="T65" fmla="*/ 269 h 342"/>
                <a:gd name="T66" fmla="*/ 39 w 312"/>
                <a:gd name="T67" fmla="*/ 225 h 342"/>
                <a:gd name="T68" fmla="*/ 32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2" y="293"/>
                  </a:moveTo>
                  <a:lnTo>
                    <a:pt x="42" y="293"/>
                  </a:lnTo>
                  <a:cubicBezTo>
                    <a:pt x="54" y="308"/>
                    <a:pt x="71" y="319"/>
                    <a:pt x="90" y="327"/>
                  </a:cubicBezTo>
                  <a:cubicBezTo>
                    <a:pt x="110" y="337"/>
                    <a:pt x="130" y="341"/>
                    <a:pt x="154" y="341"/>
                  </a:cubicBezTo>
                  <a:cubicBezTo>
                    <a:pt x="180" y="341"/>
                    <a:pt x="202" y="337"/>
                    <a:pt x="221" y="327"/>
                  </a:cubicBezTo>
                  <a:cubicBezTo>
                    <a:pt x="241" y="319"/>
                    <a:pt x="257" y="307"/>
                    <a:pt x="271" y="291"/>
                  </a:cubicBezTo>
                  <a:cubicBezTo>
                    <a:pt x="284" y="275"/>
                    <a:pt x="293" y="257"/>
                    <a:pt x="300" y="235"/>
                  </a:cubicBezTo>
                  <a:cubicBezTo>
                    <a:pt x="307" y="214"/>
                    <a:pt x="311" y="191"/>
                    <a:pt x="311" y="166"/>
                  </a:cubicBezTo>
                  <a:cubicBezTo>
                    <a:pt x="311" y="142"/>
                    <a:pt x="307" y="120"/>
                    <a:pt x="300" y="99"/>
                  </a:cubicBezTo>
                  <a:cubicBezTo>
                    <a:pt x="293" y="79"/>
                    <a:pt x="284" y="62"/>
                    <a:pt x="270" y="47"/>
                  </a:cubicBezTo>
                  <a:cubicBezTo>
                    <a:pt x="257" y="32"/>
                    <a:pt x="242" y="21"/>
                    <a:pt x="223" y="12"/>
                  </a:cubicBezTo>
                  <a:cubicBezTo>
                    <a:pt x="205" y="4"/>
                    <a:pt x="184" y="0"/>
                    <a:pt x="161" y="0"/>
                  </a:cubicBezTo>
                  <a:cubicBezTo>
                    <a:pt x="134" y="0"/>
                    <a:pt x="112" y="4"/>
                    <a:pt x="93" y="12"/>
                  </a:cubicBezTo>
                  <a:cubicBezTo>
                    <a:pt x="72" y="21"/>
                    <a:pt x="56" y="33"/>
                    <a:pt x="42" y="48"/>
                  </a:cubicBezTo>
                  <a:cubicBezTo>
                    <a:pt x="28" y="63"/>
                    <a:pt x="18" y="81"/>
                    <a:pt x="12" y="104"/>
                  </a:cubicBezTo>
                  <a:cubicBezTo>
                    <a:pt x="5" y="124"/>
                    <a:pt x="0" y="148"/>
                    <a:pt x="0" y="174"/>
                  </a:cubicBezTo>
                  <a:cubicBezTo>
                    <a:pt x="0" y="197"/>
                    <a:pt x="5" y="220"/>
                    <a:pt x="12" y="239"/>
                  </a:cubicBezTo>
                  <a:cubicBezTo>
                    <a:pt x="18" y="260"/>
                    <a:pt x="28" y="278"/>
                    <a:pt x="42" y="293"/>
                  </a:cubicBezTo>
                  <a:close/>
                  <a:moveTo>
                    <a:pt x="41" y="115"/>
                  </a:moveTo>
                  <a:lnTo>
                    <a:pt x="41" y="115"/>
                  </a:lnTo>
                  <a:cubicBezTo>
                    <a:pt x="46" y="98"/>
                    <a:pt x="54" y="83"/>
                    <a:pt x="65" y="69"/>
                  </a:cubicBezTo>
                  <a:cubicBezTo>
                    <a:pt x="75" y="57"/>
                    <a:pt x="89" y="47"/>
                    <a:pt x="104" y="39"/>
                  </a:cubicBezTo>
                  <a:cubicBezTo>
                    <a:pt x="119" y="32"/>
                    <a:pt x="137" y="28"/>
                    <a:pt x="157" y="28"/>
                  </a:cubicBezTo>
                  <a:cubicBezTo>
                    <a:pt x="179" y="28"/>
                    <a:pt x="197" y="32"/>
                    <a:pt x="212" y="39"/>
                  </a:cubicBezTo>
                  <a:cubicBezTo>
                    <a:pt x="227" y="47"/>
                    <a:pt x="241" y="57"/>
                    <a:pt x="250" y="69"/>
                  </a:cubicBezTo>
                  <a:cubicBezTo>
                    <a:pt x="260" y="83"/>
                    <a:pt x="267" y="98"/>
                    <a:pt x="273" y="115"/>
                  </a:cubicBezTo>
                  <a:cubicBezTo>
                    <a:pt x="277" y="133"/>
                    <a:pt x="279" y="151"/>
                    <a:pt x="279" y="170"/>
                  </a:cubicBezTo>
                  <a:cubicBezTo>
                    <a:pt x="279" y="191"/>
                    <a:pt x="277" y="210"/>
                    <a:pt x="271" y="228"/>
                  </a:cubicBezTo>
                  <a:cubicBezTo>
                    <a:pt x="266" y="244"/>
                    <a:pt x="257" y="260"/>
                    <a:pt x="248" y="272"/>
                  </a:cubicBezTo>
                  <a:cubicBezTo>
                    <a:pt x="237" y="286"/>
                    <a:pt x="224" y="296"/>
                    <a:pt x="209" y="302"/>
                  </a:cubicBezTo>
                  <a:cubicBezTo>
                    <a:pt x="192" y="309"/>
                    <a:pt x="175" y="314"/>
                    <a:pt x="154" y="314"/>
                  </a:cubicBezTo>
                  <a:cubicBezTo>
                    <a:pt x="133" y="314"/>
                    <a:pt x="115" y="309"/>
                    <a:pt x="100" y="301"/>
                  </a:cubicBezTo>
                  <a:cubicBezTo>
                    <a:pt x="85" y="294"/>
                    <a:pt x="72" y="283"/>
                    <a:pt x="63" y="269"/>
                  </a:cubicBezTo>
                  <a:cubicBezTo>
                    <a:pt x="52" y="257"/>
                    <a:pt x="45" y="242"/>
                    <a:pt x="39" y="225"/>
                  </a:cubicBezTo>
                  <a:cubicBezTo>
                    <a:pt x="35" y="207"/>
                    <a:pt x="32" y="189"/>
                    <a:pt x="32" y="171"/>
                  </a:cubicBezTo>
                  <a:cubicBezTo>
                    <a:pt x="32" y="152"/>
                    <a:pt x="35"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2" name="Freeform 505">
              <a:extLst>
                <a:ext uri="{FF2B5EF4-FFF2-40B4-BE49-F238E27FC236}">
                  <a16:creationId xmlns:a16="http://schemas.microsoft.com/office/drawing/2014/main" id="{82AADB48-B8B4-03F7-ADF8-05D8A2BA7481}"/>
                </a:ext>
              </a:extLst>
            </p:cNvPr>
            <p:cNvSpPr>
              <a:spLocks noChangeArrowheads="1"/>
            </p:cNvSpPr>
            <p:nvPr/>
          </p:nvSpPr>
          <p:spPr bwMode="auto">
            <a:xfrm>
              <a:off x="2332038" y="815975"/>
              <a:ext cx="92075" cy="119063"/>
            </a:xfrm>
            <a:custGeom>
              <a:avLst/>
              <a:gdLst>
                <a:gd name="T0" fmla="*/ 226 w 257"/>
                <a:gd name="T1" fmla="*/ 245 h 332"/>
                <a:gd name="T2" fmla="*/ 226 w 257"/>
                <a:gd name="T3" fmla="*/ 245 h 332"/>
                <a:gd name="T4" fmla="*/ 226 w 257"/>
                <a:gd name="T5" fmla="*/ 267 h 332"/>
                <a:gd name="T6" fmla="*/ 227 w 257"/>
                <a:gd name="T7" fmla="*/ 284 h 332"/>
                <a:gd name="T8" fmla="*/ 226 w 257"/>
                <a:gd name="T9" fmla="*/ 284 h 332"/>
                <a:gd name="T10" fmla="*/ 221 w 257"/>
                <a:gd name="T11" fmla="*/ 274 h 332"/>
                <a:gd name="T12" fmla="*/ 214 w 257"/>
                <a:gd name="T13" fmla="*/ 262 h 332"/>
                <a:gd name="T14" fmla="*/ 33 w 257"/>
                <a:gd name="T15" fmla="*/ 0 h 332"/>
                <a:gd name="T16" fmla="*/ 0 w 257"/>
                <a:gd name="T17" fmla="*/ 0 h 332"/>
                <a:gd name="T18" fmla="*/ 0 w 257"/>
                <a:gd name="T19" fmla="*/ 331 h 332"/>
                <a:gd name="T20" fmla="*/ 30 w 257"/>
                <a:gd name="T21" fmla="*/ 331 h 332"/>
                <a:gd name="T22" fmla="*/ 30 w 257"/>
                <a:gd name="T23" fmla="*/ 75 h 332"/>
                <a:gd name="T24" fmla="*/ 30 w 257"/>
                <a:gd name="T25" fmla="*/ 56 h 332"/>
                <a:gd name="T26" fmla="*/ 29 w 257"/>
                <a:gd name="T27" fmla="*/ 45 h 332"/>
                <a:gd name="T28" fmla="*/ 30 w 257"/>
                <a:gd name="T29" fmla="*/ 45 h 332"/>
                <a:gd name="T30" fmla="*/ 35 w 257"/>
                <a:gd name="T31" fmla="*/ 54 h 332"/>
                <a:gd name="T32" fmla="*/ 42 w 257"/>
                <a:gd name="T33" fmla="*/ 65 h 332"/>
                <a:gd name="T34" fmla="*/ 225 w 257"/>
                <a:gd name="T35" fmla="*/ 331 h 332"/>
                <a:gd name="T36" fmla="*/ 256 w 257"/>
                <a:gd name="T37" fmla="*/ 331 h 332"/>
                <a:gd name="T38" fmla="*/ 256 w 257"/>
                <a:gd name="T39" fmla="*/ 0 h 332"/>
                <a:gd name="T40" fmla="*/ 226 w 257"/>
                <a:gd name="T41" fmla="*/ 0 h 332"/>
                <a:gd name="T42" fmla="*/ 226 w 257"/>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7" h="332">
                  <a:moveTo>
                    <a:pt x="226" y="245"/>
                  </a:moveTo>
                  <a:lnTo>
                    <a:pt x="226" y="245"/>
                  </a:lnTo>
                  <a:cubicBezTo>
                    <a:pt x="226" y="253"/>
                    <a:pt x="226" y="260"/>
                    <a:pt x="226" y="267"/>
                  </a:cubicBezTo>
                  <a:cubicBezTo>
                    <a:pt x="227" y="273"/>
                    <a:pt x="227" y="278"/>
                    <a:pt x="227" y="284"/>
                  </a:cubicBezTo>
                  <a:cubicBezTo>
                    <a:pt x="226" y="284"/>
                    <a:pt x="226" y="284"/>
                    <a:pt x="226" y="284"/>
                  </a:cubicBezTo>
                  <a:cubicBezTo>
                    <a:pt x="225" y="281"/>
                    <a:pt x="223" y="277"/>
                    <a:pt x="221" y="274"/>
                  </a:cubicBezTo>
                  <a:cubicBezTo>
                    <a:pt x="218" y="270"/>
                    <a:pt x="216"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29" y="52"/>
                    <a:pt x="29" y="47"/>
                    <a:pt x="29" y="45"/>
                  </a:cubicBezTo>
                  <a:cubicBezTo>
                    <a:pt x="30" y="45"/>
                    <a:pt x="30" y="45"/>
                    <a:pt x="30" y="45"/>
                  </a:cubicBezTo>
                  <a:cubicBezTo>
                    <a:pt x="31" y="47"/>
                    <a:pt x="33" y="52"/>
                    <a:pt x="35" y="54"/>
                  </a:cubicBezTo>
                  <a:cubicBezTo>
                    <a:pt x="37" y="58"/>
                    <a:pt x="40" y="61"/>
                    <a:pt x="42" y="65"/>
                  </a:cubicBezTo>
                  <a:cubicBezTo>
                    <a:pt x="225" y="331"/>
                    <a:pt x="225" y="331"/>
                    <a:pt x="225" y="331"/>
                  </a:cubicBezTo>
                  <a:cubicBezTo>
                    <a:pt x="256" y="331"/>
                    <a:pt x="256" y="331"/>
                    <a:pt x="256" y="331"/>
                  </a:cubicBezTo>
                  <a:cubicBezTo>
                    <a:pt x="256" y="0"/>
                    <a:pt x="256" y="0"/>
                    <a:pt x="256"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3" name="Freeform 506">
              <a:extLst>
                <a:ext uri="{FF2B5EF4-FFF2-40B4-BE49-F238E27FC236}">
                  <a16:creationId xmlns:a16="http://schemas.microsoft.com/office/drawing/2014/main" id="{6FDD61B0-5078-262D-1FC1-0E2F4F243033}"/>
                </a:ext>
              </a:extLst>
            </p:cNvPr>
            <p:cNvSpPr>
              <a:spLocks noChangeArrowheads="1"/>
            </p:cNvSpPr>
            <p:nvPr/>
          </p:nvSpPr>
          <p:spPr bwMode="auto">
            <a:xfrm>
              <a:off x="2451100" y="814388"/>
              <a:ext cx="66675" cy="123825"/>
            </a:xfrm>
            <a:custGeom>
              <a:avLst/>
              <a:gdLst>
                <a:gd name="T0" fmla="*/ 167 w 187"/>
                <a:gd name="T1" fmla="*/ 200 h 342"/>
                <a:gd name="T2" fmla="*/ 167 w 187"/>
                <a:gd name="T3" fmla="*/ 200 h 342"/>
                <a:gd name="T4" fmla="*/ 141 w 187"/>
                <a:gd name="T5" fmla="*/ 180 h 342"/>
                <a:gd name="T6" fmla="*/ 105 w 187"/>
                <a:gd name="T7" fmla="*/ 157 h 342"/>
                <a:gd name="T8" fmla="*/ 71 w 187"/>
                <a:gd name="T9" fmla="*/ 138 h 342"/>
                <a:gd name="T10" fmla="*/ 49 w 187"/>
                <a:gd name="T11" fmla="*/ 123 h 342"/>
                <a:gd name="T12" fmla="*/ 37 w 187"/>
                <a:gd name="T13" fmla="*/ 105 h 342"/>
                <a:gd name="T14" fmla="*/ 33 w 187"/>
                <a:gd name="T15" fmla="*/ 83 h 342"/>
                <a:gd name="T16" fmla="*/ 38 w 187"/>
                <a:gd name="T17" fmla="*/ 58 h 342"/>
                <a:gd name="T18" fmla="*/ 54 w 187"/>
                <a:gd name="T19" fmla="*/ 41 h 342"/>
                <a:gd name="T20" fmla="*/ 77 w 187"/>
                <a:gd name="T21" fmla="*/ 30 h 342"/>
                <a:gd name="T22" fmla="*/ 105 w 187"/>
                <a:gd name="T23" fmla="*/ 28 h 342"/>
                <a:gd name="T24" fmla="*/ 172 w 187"/>
                <a:gd name="T25" fmla="*/ 44 h 342"/>
                <a:gd name="T26" fmla="*/ 172 w 187"/>
                <a:gd name="T27" fmla="*/ 11 h 342"/>
                <a:gd name="T28" fmla="*/ 107 w 187"/>
                <a:gd name="T29" fmla="*/ 0 h 342"/>
                <a:gd name="T30" fmla="*/ 66 w 187"/>
                <a:gd name="T31" fmla="*/ 5 h 342"/>
                <a:gd name="T32" fmla="*/ 33 w 187"/>
                <a:gd name="T33" fmla="*/ 22 h 342"/>
                <a:gd name="T34" fmla="*/ 9 w 187"/>
                <a:gd name="T35" fmla="*/ 50 h 342"/>
                <a:gd name="T36" fmla="*/ 1 w 187"/>
                <a:gd name="T37" fmla="*/ 86 h 342"/>
                <a:gd name="T38" fmla="*/ 5 w 187"/>
                <a:gd name="T39" fmla="*/ 115 h 342"/>
                <a:gd name="T40" fmla="*/ 19 w 187"/>
                <a:gd name="T41" fmla="*/ 137 h 342"/>
                <a:gd name="T42" fmla="*/ 44 w 187"/>
                <a:gd name="T43" fmla="*/ 157 h 342"/>
                <a:gd name="T44" fmla="*/ 80 w 187"/>
                <a:gd name="T45" fmla="*/ 180 h 342"/>
                <a:gd name="T46" fmla="*/ 113 w 187"/>
                <a:gd name="T47" fmla="*/ 199 h 342"/>
                <a:gd name="T48" fmla="*/ 136 w 187"/>
                <a:gd name="T49" fmla="*/ 215 h 342"/>
                <a:gd name="T50" fmla="*/ 150 w 187"/>
                <a:gd name="T51" fmla="*/ 233 h 342"/>
                <a:gd name="T52" fmla="*/ 154 w 187"/>
                <a:gd name="T53" fmla="*/ 257 h 342"/>
                <a:gd name="T54" fmla="*/ 136 w 187"/>
                <a:gd name="T55" fmla="*/ 298 h 342"/>
                <a:gd name="T56" fmla="*/ 80 w 187"/>
                <a:gd name="T57" fmla="*/ 314 h 342"/>
                <a:gd name="T58" fmla="*/ 59 w 187"/>
                <a:gd name="T59" fmla="*/ 311 h 342"/>
                <a:gd name="T60" fmla="*/ 38 w 187"/>
                <a:gd name="T61" fmla="*/ 307 h 342"/>
                <a:gd name="T62" fmla="*/ 18 w 187"/>
                <a:gd name="T63" fmla="*/ 298 h 342"/>
                <a:gd name="T64" fmla="*/ 0 w 187"/>
                <a:gd name="T65" fmla="*/ 287 h 342"/>
                <a:gd name="T66" fmla="*/ 0 w 187"/>
                <a:gd name="T67" fmla="*/ 323 h 342"/>
                <a:gd name="T68" fmla="*/ 16 w 187"/>
                <a:gd name="T69" fmla="*/ 330 h 342"/>
                <a:gd name="T70" fmla="*/ 37 w 187"/>
                <a:gd name="T71" fmla="*/ 336 h 342"/>
                <a:gd name="T72" fmla="*/ 59 w 187"/>
                <a:gd name="T73" fmla="*/ 340 h 342"/>
                <a:gd name="T74" fmla="*/ 77 w 187"/>
                <a:gd name="T75" fmla="*/ 341 h 342"/>
                <a:gd name="T76" fmla="*/ 121 w 187"/>
                <a:gd name="T77" fmla="*/ 336 h 342"/>
                <a:gd name="T78" fmla="*/ 156 w 187"/>
                <a:gd name="T79" fmla="*/ 319 h 342"/>
                <a:gd name="T80" fmla="*/ 178 w 187"/>
                <a:gd name="T81" fmla="*/ 291 h 342"/>
                <a:gd name="T82" fmla="*/ 186 w 187"/>
                <a:gd name="T83" fmla="*/ 254 h 342"/>
                <a:gd name="T84" fmla="*/ 182 w 187"/>
                <a:gd name="T85" fmla="*/ 225 h 342"/>
                <a:gd name="T86" fmla="*/ 167 w 187"/>
                <a:gd name="T87" fmla="*/ 20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67" y="200"/>
                  </a:moveTo>
                  <a:lnTo>
                    <a:pt x="167" y="200"/>
                  </a:lnTo>
                  <a:cubicBezTo>
                    <a:pt x="160" y="193"/>
                    <a:pt x="150" y="186"/>
                    <a:pt x="141" y="180"/>
                  </a:cubicBezTo>
                  <a:cubicBezTo>
                    <a:pt x="131" y="173"/>
                    <a:pt x="118" y="164"/>
                    <a:pt x="105" y="157"/>
                  </a:cubicBezTo>
                  <a:cubicBezTo>
                    <a:pt x="91" y="151"/>
                    <a:pt x="80" y="144"/>
                    <a:pt x="71" y="138"/>
                  </a:cubicBezTo>
                  <a:cubicBezTo>
                    <a:pt x="62" y="134"/>
                    <a:pt x="55" y="128"/>
                    <a:pt x="49" y="123"/>
                  </a:cubicBezTo>
                  <a:cubicBezTo>
                    <a:pt x="42" y="117"/>
                    <a:pt x="40" y="110"/>
                    <a:pt x="37" y="105"/>
                  </a:cubicBezTo>
                  <a:cubicBezTo>
                    <a:pt x="34" y="98"/>
                    <a:pt x="33" y="91"/>
                    <a:pt x="33" y="83"/>
                  </a:cubicBezTo>
                  <a:cubicBezTo>
                    <a:pt x="33" y="73"/>
                    <a:pt x="34" y="65"/>
                    <a:pt x="38" y="58"/>
                  </a:cubicBezTo>
                  <a:cubicBezTo>
                    <a:pt x="42" y="52"/>
                    <a:pt x="47" y="46"/>
                    <a:pt x="54" y="41"/>
                  </a:cubicBezTo>
                  <a:cubicBezTo>
                    <a:pt x="60" y="37"/>
                    <a:pt x="67" y="33"/>
                    <a:pt x="77" y="30"/>
                  </a:cubicBezTo>
                  <a:cubicBezTo>
                    <a:pt x="85" y="29"/>
                    <a:pt x="95" y="28"/>
                    <a:pt x="105" y="28"/>
                  </a:cubicBezTo>
                  <a:cubicBezTo>
                    <a:pt x="131" y="28"/>
                    <a:pt x="153" y="33"/>
                    <a:pt x="172" y="44"/>
                  </a:cubicBezTo>
                  <a:cubicBezTo>
                    <a:pt x="172" y="11"/>
                    <a:pt x="172" y="11"/>
                    <a:pt x="172" y="11"/>
                  </a:cubicBezTo>
                  <a:cubicBezTo>
                    <a:pt x="156" y="3"/>
                    <a:pt x="134" y="0"/>
                    <a:pt x="107" y="0"/>
                  </a:cubicBezTo>
                  <a:cubicBezTo>
                    <a:pt x="94" y="0"/>
                    <a:pt x="80" y="1"/>
                    <a:pt x="66" y="5"/>
                  </a:cubicBezTo>
                  <a:cubicBezTo>
                    <a:pt x="54" y="10"/>
                    <a:pt x="42" y="15"/>
                    <a:pt x="33" y="22"/>
                  </a:cubicBezTo>
                  <a:cubicBezTo>
                    <a:pt x="23" y="30"/>
                    <a:pt x="15" y="39"/>
                    <a:pt x="9" y="50"/>
                  </a:cubicBezTo>
                  <a:cubicBezTo>
                    <a:pt x="4" y="61"/>
                    <a:pt x="1" y="72"/>
                    <a:pt x="1" y="86"/>
                  </a:cubicBezTo>
                  <a:cubicBezTo>
                    <a:pt x="1" y="97"/>
                    <a:pt x="2" y="106"/>
                    <a:pt x="5" y="115"/>
                  </a:cubicBezTo>
                  <a:cubicBezTo>
                    <a:pt x="8" y="123"/>
                    <a:pt x="13" y="130"/>
                    <a:pt x="19" y="137"/>
                  </a:cubicBezTo>
                  <a:cubicBezTo>
                    <a:pt x="26" y="144"/>
                    <a:pt x="34" y="152"/>
                    <a:pt x="44" y="157"/>
                  </a:cubicBezTo>
                  <a:cubicBezTo>
                    <a:pt x="54" y="164"/>
                    <a:pt x="66" y="173"/>
                    <a:pt x="80" y="180"/>
                  </a:cubicBezTo>
                  <a:cubicBezTo>
                    <a:pt x="94" y="186"/>
                    <a:pt x="105" y="193"/>
                    <a:pt x="113" y="199"/>
                  </a:cubicBezTo>
                  <a:cubicBezTo>
                    <a:pt x="123" y="204"/>
                    <a:pt x="131" y="210"/>
                    <a:pt x="136" y="215"/>
                  </a:cubicBezTo>
                  <a:cubicBezTo>
                    <a:pt x="143" y="221"/>
                    <a:pt x="147" y="228"/>
                    <a:pt x="150" y="233"/>
                  </a:cubicBezTo>
                  <a:cubicBezTo>
                    <a:pt x="153" y="240"/>
                    <a:pt x="154" y="249"/>
                    <a:pt x="154" y="257"/>
                  </a:cubicBezTo>
                  <a:cubicBezTo>
                    <a:pt x="154" y="275"/>
                    <a:pt x="149" y="289"/>
                    <a:pt x="136" y="298"/>
                  </a:cubicBezTo>
                  <a:cubicBezTo>
                    <a:pt x="124" y="308"/>
                    <a:pt x="105" y="314"/>
                    <a:pt x="80" y="314"/>
                  </a:cubicBezTo>
                  <a:cubicBezTo>
                    <a:pt x="73" y="314"/>
                    <a:pt x="66" y="312"/>
                    <a:pt x="59" y="311"/>
                  </a:cubicBezTo>
                  <a:cubicBezTo>
                    <a:pt x="52" y="311"/>
                    <a:pt x="45" y="308"/>
                    <a:pt x="38" y="307"/>
                  </a:cubicBezTo>
                  <a:cubicBezTo>
                    <a:pt x="31" y="304"/>
                    <a:pt x="25" y="301"/>
                    <a:pt x="18" y="298"/>
                  </a:cubicBezTo>
                  <a:cubicBezTo>
                    <a:pt x="11" y="294"/>
                    <a:pt x="5" y="291"/>
                    <a:pt x="0" y="287"/>
                  </a:cubicBezTo>
                  <a:cubicBezTo>
                    <a:pt x="0" y="323"/>
                    <a:pt x="0" y="323"/>
                    <a:pt x="0" y="323"/>
                  </a:cubicBezTo>
                  <a:cubicBezTo>
                    <a:pt x="4" y="326"/>
                    <a:pt x="9" y="327"/>
                    <a:pt x="16" y="330"/>
                  </a:cubicBezTo>
                  <a:cubicBezTo>
                    <a:pt x="23" y="333"/>
                    <a:pt x="30" y="334"/>
                    <a:pt x="37" y="336"/>
                  </a:cubicBezTo>
                  <a:cubicBezTo>
                    <a:pt x="44" y="337"/>
                    <a:pt x="52" y="338"/>
                    <a:pt x="59" y="340"/>
                  </a:cubicBezTo>
                  <a:cubicBezTo>
                    <a:pt x="66" y="340"/>
                    <a:pt x="73" y="341"/>
                    <a:pt x="77" y="341"/>
                  </a:cubicBezTo>
                  <a:cubicBezTo>
                    <a:pt x="94" y="341"/>
                    <a:pt x="107" y="338"/>
                    <a:pt x="121" y="336"/>
                  </a:cubicBezTo>
                  <a:cubicBezTo>
                    <a:pt x="135" y="331"/>
                    <a:pt x="146" y="326"/>
                    <a:pt x="156" y="319"/>
                  </a:cubicBezTo>
                  <a:cubicBezTo>
                    <a:pt x="165" y="312"/>
                    <a:pt x="174" y="302"/>
                    <a:pt x="178" y="291"/>
                  </a:cubicBezTo>
                  <a:cubicBezTo>
                    <a:pt x="183" y="280"/>
                    <a:pt x="186" y="268"/>
                    <a:pt x="186" y="254"/>
                  </a:cubicBezTo>
                  <a:cubicBezTo>
                    <a:pt x="186" y="243"/>
                    <a:pt x="185" y="233"/>
                    <a:pt x="182" y="225"/>
                  </a:cubicBezTo>
                  <a:cubicBezTo>
                    <a:pt x="178" y="217"/>
                    <a:pt x="172" y="209"/>
                    <a:pt x="167"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14" name="Group 616">
            <a:extLst>
              <a:ext uri="{FF2B5EF4-FFF2-40B4-BE49-F238E27FC236}">
                <a16:creationId xmlns:a16="http://schemas.microsoft.com/office/drawing/2014/main" id="{D9D9A341-DD96-3105-AF73-3C8EA46B61C1}"/>
              </a:ext>
            </a:extLst>
          </p:cNvPr>
          <p:cNvGrpSpPr/>
          <p:nvPr/>
        </p:nvGrpSpPr>
        <p:grpSpPr>
          <a:xfrm>
            <a:off x="2721495" y="879897"/>
            <a:ext cx="223838" cy="255587"/>
            <a:chOff x="1565275" y="1192213"/>
            <a:chExt cx="223838" cy="255587"/>
          </a:xfrm>
          <a:solidFill>
            <a:schemeClr val="tx2"/>
          </a:solidFill>
        </p:grpSpPr>
        <p:sp>
          <p:nvSpPr>
            <p:cNvPr id="615" name="Freeform 507">
              <a:extLst>
                <a:ext uri="{FF2B5EF4-FFF2-40B4-BE49-F238E27FC236}">
                  <a16:creationId xmlns:a16="http://schemas.microsoft.com/office/drawing/2014/main" id="{27A9C603-37E0-B6D6-6CB4-D2A0949927B7}"/>
                </a:ext>
              </a:extLst>
            </p:cNvPr>
            <p:cNvSpPr>
              <a:spLocks noChangeArrowheads="1"/>
            </p:cNvSpPr>
            <p:nvPr/>
          </p:nvSpPr>
          <p:spPr bwMode="auto">
            <a:xfrm>
              <a:off x="1651000" y="1192213"/>
              <a:ext cx="53975" cy="74612"/>
            </a:xfrm>
            <a:custGeom>
              <a:avLst/>
              <a:gdLst>
                <a:gd name="T0" fmla="*/ 36 w 148"/>
                <a:gd name="T1" fmla="*/ 162 h 207"/>
                <a:gd name="T2" fmla="*/ 36 w 148"/>
                <a:gd name="T3" fmla="*/ 162 h 207"/>
                <a:gd name="T4" fmla="*/ 61 w 148"/>
                <a:gd name="T5" fmla="*/ 201 h 207"/>
                <a:gd name="T6" fmla="*/ 73 w 148"/>
                <a:gd name="T7" fmla="*/ 206 h 207"/>
                <a:gd name="T8" fmla="*/ 86 w 148"/>
                <a:gd name="T9" fmla="*/ 201 h 207"/>
                <a:gd name="T10" fmla="*/ 115 w 148"/>
                <a:gd name="T11" fmla="*/ 152 h 207"/>
                <a:gd name="T12" fmla="*/ 137 w 148"/>
                <a:gd name="T13" fmla="*/ 112 h 207"/>
                <a:gd name="T14" fmla="*/ 144 w 148"/>
                <a:gd name="T15" fmla="*/ 93 h 207"/>
                <a:gd name="T16" fmla="*/ 147 w 148"/>
                <a:gd name="T17" fmla="*/ 74 h 207"/>
                <a:gd name="T18" fmla="*/ 73 w 148"/>
                <a:gd name="T19" fmla="*/ 0 h 207"/>
                <a:gd name="T20" fmla="*/ 0 w 148"/>
                <a:gd name="T21" fmla="*/ 74 h 207"/>
                <a:gd name="T22" fmla="*/ 3 w 148"/>
                <a:gd name="T23" fmla="*/ 93 h 207"/>
                <a:gd name="T24" fmla="*/ 36 w 148"/>
                <a:gd name="T25" fmla="*/ 162 h 207"/>
                <a:gd name="T26" fmla="*/ 73 w 148"/>
                <a:gd name="T27" fmla="*/ 29 h 207"/>
                <a:gd name="T28" fmla="*/ 73 w 148"/>
                <a:gd name="T29" fmla="*/ 29 h 207"/>
                <a:gd name="T30" fmla="*/ 118 w 148"/>
                <a:gd name="T31" fmla="*/ 74 h 207"/>
                <a:gd name="T32" fmla="*/ 116 w 148"/>
                <a:gd name="T33" fmla="*/ 85 h 207"/>
                <a:gd name="T34" fmla="*/ 85 w 148"/>
                <a:gd name="T35" fmla="*/ 147 h 207"/>
                <a:gd name="T36" fmla="*/ 73 w 148"/>
                <a:gd name="T37" fmla="*/ 165 h 207"/>
                <a:gd name="T38" fmla="*/ 51 w 148"/>
                <a:gd name="T39" fmla="*/ 127 h 207"/>
                <a:gd name="T40" fmla="*/ 35 w 148"/>
                <a:gd name="T41" fmla="*/ 96 h 207"/>
                <a:gd name="T42" fmla="*/ 29 w 148"/>
                <a:gd name="T43" fmla="*/ 74 h 207"/>
                <a:gd name="T44" fmla="*/ 73 w 148"/>
                <a:gd name="T45" fmla="*/ 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7">
                  <a:moveTo>
                    <a:pt x="36" y="162"/>
                  </a:moveTo>
                  <a:lnTo>
                    <a:pt x="36" y="162"/>
                  </a:lnTo>
                  <a:cubicBezTo>
                    <a:pt x="50" y="183"/>
                    <a:pt x="61" y="199"/>
                    <a:pt x="61" y="201"/>
                  </a:cubicBezTo>
                  <a:cubicBezTo>
                    <a:pt x="64" y="203"/>
                    <a:pt x="68" y="206"/>
                    <a:pt x="73" y="206"/>
                  </a:cubicBezTo>
                  <a:cubicBezTo>
                    <a:pt x="78" y="206"/>
                    <a:pt x="83" y="203"/>
                    <a:pt x="86" y="201"/>
                  </a:cubicBezTo>
                  <a:cubicBezTo>
                    <a:pt x="86" y="199"/>
                    <a:pt x="101" y="179"/>
                    <a:pt x="115" y="152"/>
                  </a:cubicBezTo>
                  <a:cubicBezTo>
                    <a:pt x="123" y="140"/>
                    <a:pt x="130" y="125"/>
                    <a:pt x="137" y="112"/>
                  </a:cubicBezTo>
                  <a:cubicBezTo>
                    <a:pt x="140" y="105"/>
                    <a:pt x="143" y="98"/>
                    <a:pt x="144" y="93"/>
                  </a:cubicBezTo>
                  <a:cubicBezTo>
                    <a:pt x="145" y="86"/>
                    <a:pt x="147" y="81"/>
                    <a:pt x="147" y="74"/>
                  </a:cubicBezTo>
                  <a:cubicBezTo>
                    <a:pt x="147" y="34"/>
                    <a:pt x="114" y="0"/>
                    <a:pt x="73" y="0"/>
                  </a:cubicBezTo>
                  <a:cubicBezTo>
                    <a:pt x="32" y="0"/>
                    <a:pt x="0" y="34"/>
                    <a:pt x="0" y="74"/>
                  </a:cubicBezTo>
                  <a:cubicBezTo>
                    <a:pt x="0" y="81"/>
                    <a:pt x="2" y="86"/>
                    <a:pt x="3" y="93"/>
                  </a:cubicBezTo>
                  <a:cubicBezTo>
                    <a:pt x="10" y="114"/>
                    <a:pt x="24" y="140"/>
                    <a:pt x="36" y="162"/>
                  </a:cubicBezTo>
                  <a:close/>
                  <a:moveTo>
                    <a:pt x="73" y="29"/>
                  </a:moveTo>
                  <a:lnTo>
                    <a:pt x="73" y="29"/>
                  </a:lnTo>
                  <a:cubicBezTo>
                    <a:pt x="98" y="29"/>
                    <a:pt x="118" y="50"/>
                    <a:pt x="118" y="74"/>
                  </a:cubicBezTo>
                  <a:cubicBezTo>
                    <a:pt x="118" y="76"/>
                    <a:pt x="118" y="79"/>
                    <a:pt x="116" y="85"/>
                  </a:cubicBezTo>
                  <a:cubicBezTo>
                    <a:pt x="111" y="100"/>
                    <a:pt x="97" y="126"/>
                    <a:pt x="85" y="147"/>
                  </a:cubicBezTo>
                  <a:cubicBezTo>
                    <a:pt x="80" y="154"/>
                    <a:pt x="76" y="159"/>
                    <a:pt x="73" y="165"/>
                  </a:cubicBezTo>
                  <a:cubicBezTo>
                    <a:pt x="67" y="155"/>
                    <a:pt x="58" y="141"/>
                    <a:pt x="51" y="127"/>
                  </a:cubicBezTo>
                  <a:cubicBezTo>
                    <a:pt x="44" y="116"/>
                    <a:pt x="39" y="105"/>
                    <a:pt x="35" y="96"/>
                  </a:cubicBezTo>
                  <a:cubicBezTo>
                    <a:pt x="31" y="86"/>
                    <a:pt x="29" y="78"/>
                    <a:pt x="29" y="74"/>
                  </a:cubicBezTo>
                  <a:cubicBezTo>
                    <a:pt x="29" y="50"/>
                    <a:pt x="49"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6" name="Freeform 508">
              <a:extLst>
                <a:ext uri="{FF2B5EF4-FFF2-40B4-BE49-F238E27FC236}">
                  <a16:creationId xmlns:a16="http://schemas.microsoft.com/office/drawing/2014/main" id="{09C633A2-A63F-BEF7-C115-DAC2E339E687}"/>
                </a:ext>
              </a:extLst>
            </p:cNvPr>
            <p:cNvSpPr>
              <a:spLocks noChangeArrowheads="1"/>
            </p:cNvSpPr>
            <p:nvPr/>
          </p:nvSpPr>
          <p:spPr bwMode="auto">
            <a:xfrm>
              <a:off x="1597025" y="1246188"/>
              <a:ext cx="74613" cy="53975"/>
            </a:xfrm>
            <a:custGeom>
              <a:avLst/>
              <a:gdLst>
                <a:gd name="T0" fmla="*/ 0 w 207"/>
                <a:gd name="T1" fmla="*/ 73 h 148"/>
                <a:gd name="T2" fmla="*/ 0 w 207"/>
                <a:gd name="T3" fmla="*/ 73 h 148"/>
                <a:gd name="T4" fmla="*/ 74 w 207"/>
                <a:gd name="T5" fmla="*/ 147 h 148"/>
                <a:gd name="T6" fmla="*/ 93 w 207"/>
                <a:gd name="T7" fmla="*/ 144 h 148"/>
                <a:gd name="T8" fmla="*/ 162 w 207"/>
                <a:gd name="T9" fmla="*/ 109 h 148"/>
                <a:gd name="T10" fmla="*/ 201 w 207"/>
                <a:gd name="T11" fmla="*/ 86 h 148"/>
                <a:gd name="T12" fmla="*/ 206 w 207"/>
                <a:gd name="T13" fmla="*/ 73 h 148"/>
                <a:gd name="T14" fmla="*/ 201 w 207"/>
                <a:gd name="T15" fmla="*/ 61 h 148"/>
                <a:gd name="T16" fmla="*/ 152 w 207"/>
                <a:gd name="T17" fmla="*/ 31 h 148"/>
                <a:gd name="T18" fmla="*/ 112 w 207"/>
                <a:gd name="T19" fmla="*/ 10 h 148"/>
                <a:gd name="T20" fmla="*/ 93 w 207"/>
                <a:gd name="T21" fmla="*/ 3 h 148"/>
                <a:gd name="T22" fmla="*/ 74 w 207"/>
                <a:gd name="T23" fmla="*/ 0 h 148"/>
                <a:gd name="T24" fmla="*/ 0 w 207"/>
                <a:gd name="T25" fmla="*/ 73 h 148"/>
                <a:gd name="T26" fmla="*/ 74 w 207"/>
                <a:gd name="T27" fmla="*/ 29 h 148"/>
                <a:gd name="T28" fmla="*/ 74 w 207"/>
                <a:gd name="T29" fmla="*/ 29 h 148"/>
                <a:gd name="T30" fmla="*/ 85 w 207"/>
                <a:gd name="T31" fmla="*/ 31 h 148"/>
                <a:gd name="T32" fmla="*/ 147 w 207"/>
                <a:gd name="T33" fmla="*/ 62 h 148"/>
                <a:gd name="T34" fmla="*/ 165 w 207"/>
                <a:gd name="T35" fmla="*/ 73 h 148"/>
                <a:gd name="T36" fmla="*/ 129 w 207"/>
                <a:gd name="T37" fmla="*/ 95 h 148"/>
                <a:gd name="T38" fmla="*/ 96 w 207"/>
                <a:gd name="T39" fmla="*/ 111 h 148"/>
                <a:gd name="T40" fmla="*/ 74 w 207"/>
                <a:gd name="T41" fmla="*/ 118 h 148"/>
                <a:gd name="T42" fmla="*/ 30 w 207"/>
                <a:gd name="T43" fmla="*/ 73 h 148"/>
                <a:gd name="T44" fmla="*/ 74 w 207"/>
                <a:gd name="T45"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7" h="148">
                  <a:moveTo>
                    <a:pt x="0" y="73"/>
                  </a:moveTo>
                  <a:lnTo>
                    <a:pt x="0" y="73"/>
                  </a:lnTo>
                  <a:cubicBezTo>
                    <a:pt x="0" y="113"/>
                    <a:pt x="34" y="147"/>
                    <a:pt x="74" y="147"/>
                  </a:cubicBezTo>
                  <a:cubicBezTo>
                    <a:pt x="81" y="147"/>
                    <a:pt x="86" y="145"/>
                    <a:pt x="93" y="144"/>
                  </a:cubicBezTo>
                  <a:cubicBezTo>
                    <a:pt x="114" y="137"/>
                    <a:pt x="140" y="123"/>
                    <a:pt x="162" y="109"/>
                  </a:cubicBezTo>
                  <a:cubicBezTo>
                    <a:pt x="184" y="97"/>
                    <a:pt x="201" y="86"/>
                    <a:pt x="201" y="86"/>
                  </a:cubicBezTo>
                  <a:cubicBezTo>
                    <a:pt x="205" y="83"/>
                    <a:pt x="206" y="78"/>
                    <a:pt x="206" y="73"/>
                  </a:cubicBezTo>
                  <a:cubicBezTo>
                    <a:pt x="206" y="68"/>
                    <a:pt x="205" y="64"/>
                    <a:pt x="201" y="61"/>
                  </a:cubicBezTo>
                  <a:cubicBezTo>
                    <a:pt x="201" y="61"/>
                    <a:pt x="179" y="46"/>
                    <a:pt x="152" y="31"/>
                  </a:cubicBezTo>
                  <a:cubicBezTo>
                    <a:pt x="140" y="24"/>
                    <a:pt x="125" y="15"/>
                    <a:pt x="112" y="10"/>
                  </a:cubicBezTo>
                  <a:cubicBezTo>
                    <a:pt x="105" y="7"/>
                    <a:pt x="99" y="4"/>
                    <a:pt x="93" y="3"/>
                  </a:cubicBezTo>
                  <a:cubicBezTo>
                    <a:pt x="86" y="0"/>
                    <a:pt x="81" y="0"/>
                    <a:pt x="74" y="0"/>
                  </a:cubicBezTo>
                  <a:cubicBezTo>
                    <a:pt x="34" y="0"/>
                    <a:pt x="0" y="32"/>
                    <a:pt x="0" y="73"/>
                  </a:cubicBezTo>
                  <a:close/>
                  <a:moveTo>
                    <a:pt x="74" y="29"/>
                  </a:moveTo>
                  <a:lnTo>
                    <a:pt x="74" y="29"/>
                  </a:lnTo>
                  <a:cubicBezTo>
                    <a:pt x="76" y="29"/>
                    <a:pt x="79" y="29"/>
                    <a:pt x="85" y="31"/>
                  </a:cubicBezTo>
                  <a:cubicBezTo>
                    <a:pt x="101" y="36"/>
                    <a:pt x="126" y="50"/>
                    <a:pt x="147" y="62"/>
                  </a:cubicBezTo>
                  <a:cubicBezTo>
                    <a:pt x="154" y="66"/>
                    <a:pt x="159" y="69"/>
                    <a:pt x="165" y="73"/>
                  </a:cubicBezTo>
                  <a:cubicBezTo>
                    <a:pt x="155" y="80"/>
                    <a:pt x="141" y="87"/>
                    <a:pt x="129" y="95"/>
                  </a:cubicBezTo>
                  <a:cubicBezTo>
                    <a:pt x="118" y="101"/>
                    <a:pt x="105" y="107"/>
                    <a:pt x="96" y="111"/>
                  </a:cubicBezTo>
                  <a:cubicBezTo>
                    <a:pt x="86" y="115"/>
                    <a:pt x="78" y="118"/>
                    <a:pt x="74" y="118"/>
                  </a:cubicBezTo>
                  <a:cubicBezTo>
                    <a:pt x="50" y="118"/>
                    <a:pt x="30" y="98"/>
                    <a:pt x="30" y="73"/>
                  </a:cubicBezTo>
                  <a:cubicBezTo>
                    <a:pt x="30" y="49"/>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7" name="Freeform 509">
              <a:extLst>
                <a:ext uri="{FF2B5EF4-FFF2-40B4-BE49-F238E27FC236}">
                  <a16:creationId xmlns:a16="http://schemas.microsoft.com/office/drawing/2014/main" id="{EFC604F2-6047-5637-BC96-61B876F7E903}"/>
                </a:ext>
              </a:extLst>
            </p:cNvPr>
            <p:cNvSpPr>
              <a:spLocks noChangeArrowheads="1"/>
            </p:cNvSpPr>
            <p:nvPr/>
          </p:nvSpPr>
          <p:spPr bwMode="auto">
            <a:xfrm>
              <a:off x="1651000" y="1277938"/>
              <a:ext cx="53975" cy="74612"/>
            </a:xfrm>
            <a:custGeom>
              <a:avLst/>
              <a:gdLst>
                <a:gd name="T0" fmla="*/ 147 w 148"/>
                <a:gd name="T1" fmla="*/ 132 h 206"/>
                <a:gd name="T2" fmla="*/ 147 w 148"/>
                <a:gd name="T3" fmla="*/ 132 h 206"/>
                <a:gd name="T4" fmla="*/ 144 w 148"/>
                <a:gd name="T5" fmla="*/ 113 h 206"/>
                <a:gd name="T6" fmla="*/ 109 w 148"/>
                <a:gd name="T7" fmla="*/ 44 h 206"/>
                <a:gd name="T8" fmla="*/ 86 w 148"/>
                <a:gd name="T9" fmla="*/ 5 h 206"/>
                <a:gd name="T10" fmla="*/ 73 w 148"/>
                <a:gd name="T11" fmla="*/ 0 h 206"/>
                <a:gd name="T12" fmla="*/ 61 w 148"/>
                <a:gd name="T13" fmla="*/ 5 h 206"/>
                <a:gd name="T14" fmla="*/ 31 w 148"/>
                <a:gd name="T15" fmla="*/ 53 h 206"/>
                <a:gd name="T16" fmla="*/ 10 w 148"/>
                <a:gd name="T17" fmla="*/ 94 h 206"/>
                <a:gd name="T18" fmla="*/ 3 w 148"/>
                <a:gd name="T19" fmla="*/ 113 h 206"/>
                <a:gd name="T20" fmla="*/ 0 w 148"/>
                <a:gd name="T21" fmla="*/ 132 h 206"/>
                <a:gd name="T22" fmla="*/ 73 w 148"/>
                <a:gd name="T23" fmla="*/ 205 h 206"/>
                <a:gd name="T24" fmla="*/ 147 w 148"/>
                <a:gd name="T25" fmla="*/ 132 h 206"/>
                <a:gd name="T26" fmla="*/ 29 w 148"/>
                <a:gd name="T27" fmla="*/ 132 h 206"/>
                <a:gd name="T28" fmla="*/ 29 w 148"/>
                <a:gd name="T29" fmla="*/ 132 h 206"/>
                <a:gd name="T30" fmla="*/ 31 w 148"/>
                <a:gd name="T31" fmla="*/ 121 h 206"/>
                <a:gd name="T32" fmla="*/ 62 w 148"/>
                <a:gd name="T33" fmla="*/ 59 h 206"/>
                <a:gd name="T34" fmla="*/ 73 w 148"/>
                <a:gd name="T35" fmla="*/ 41 h 206"/>
                <a:gd name="T36" fmla="*/ 96 w 148"/>
                <a:gd name="T37" fmla="*/ 77 h 206"/>
                <a:gd name="T38" fmla="*/ 111 w 148"/>
                <a:gd name="T39" fmla="*/ 110 h 206"/>
                <a:gd name="T40" fmla="*/ 118 w 148"/>
                <a:gd name="T41" fmla="*/ 132 h 206"/>
                <a:gd name="T42" fmla="*/ 73 w 148"/>
                <a:gd name="T43" fmla="*/ 176 h 206"/>
                <a:gd name="T44" fmla="*/ 29 w 148"/>
                <a:gd name="T45" fmla="*/ 132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6">
                  <a:moveTo>
                    <a:pt x="147" y="132"/>
                  </a:moveTo>
                  <a:lnTo>
                    <a:pt x="147" y="132"/>
                  </a:lnTo>
                  <a:cubicBezTo>
                    <a:pt x="147" y="125"/>
                    <a:pt x="145" y="120"/>
                    <a:pt x="144" y="113"/>
                  </a:cubicBezTo>
                  <a:cubicBezTo>
                    <a:pt x="137" y="91"/>
                    <a:pt x="123" y="65"/>
                    <a:pt x="109" y="44"/>
                  </a:cubicBezTo>
                  <a:cubicBezTo>
                    <a:pt x="97" y="22"/>
                    <a:pt x="86" y="5"/>
                    <a:pt x="86" y="5"/>
                  </a:cubicBezTo>
                  <a:cubicBezTo>
                    <a:pt x="83" y="1"/>
                    <a:pt x="78" y="0"/>
                    <a:pt x="73" y="0"/>
                  </a:cubicBezTo>
                  <a:cubicBezTo>
                    <a:pt x="68" y="0"/>
                    <a:pt x="64" y="1"/>
                    <a:pt x="61" y="5"/>
                  </a:cubicBezTo>
                  <a:cubicBezTo>
                    <a:pt x="61" y="5"/>
                    <a:pt x="46" y="27"/>
                    <a:pt x="31" y="53"/>
                  </a:cubicBezTo>
                  <a:cubicBezTo>
                    <a:pt x="24" y="66"/>
                    <a:pt x="15" y="80"/>
                    <a:pt x="10" y="94"/>
                  </a:cubicBezTo>
                  <a:cubicBezTo>
                    <a:pt x="7" y="100"/>
                    <a:pt x="4" y="107"/>
                    <a:pt x="3" y="113"/>
                  </a:cubicBezTo>
                  <a:cubicBezTo>
                    <a:pt x="2" y="120"/>
                    <a:pt x="0" y="125"/>
                    <a:pt x="0" y="132"/>
                  </a:cubicBezTo>
                  <a:cubicBezTo>
                    <a:pt x="0" y="172"/>
                    <a:pt x="32" y="205"/>
                    <a:pt x="73" y="205"/>
                  </a:cubicBezTo>
                  <a:cubicBezTo>
                    <a:pt x="114" y="205"/>
                    <a:pt x="147" y="172"/>
                    <a:pt x="147" y="132"/>
                  </a:cubicBezTo>
                  <a:close/>
                  <a:moveTo>
                    <a:pt x="29" y="132"/>
                  </a:moveTo>
                  <a:lnTo>
                    <a:pt x="29" y="132"/>
                  </a:lnTo>
                  <a:cubicBezTo>
                    <a:pt x="29" y="129"/>
                    <a:pt x="29" y="125"/>
                    <a:pt x="31" y="121"/>
                  </a:cubicBezTo>
                  <a:cubicBezTo>
                    <a:pt x="36" y="105"/>
                    <a:pt x="50" y="80"/>
                    <a:pt x="62" y="59"/>
                  </a:cubicBezTo>
                  <a:cubicBezTo>
                    <a:pt x="67" y="52"/>
                    <a:pt x="69" y="45"/>
                    <a:pt x="73" y="41"/>
                  </a:cubicBezTo>
                  <a:cubicBezTo>
                    <a:pt x="80" y="51"/>
                    <a:pt x="87" y="63"/>
                    <a:pt x="96" y="77"/>
                  </a:cubicBezTo>
                  <a:cubicBezTo>
                    <a:pt x="101" y="88"/>
                    <a:pt x="108" y="99"/>
                    <a:pt x="111" y="110"/>
                  </a:cubicBezTo>
                  <a:cubicBezTo>
                    <a:pt x="115" y="120"/>
                    <a:pt x="118" y="128"/>
                    <a:pt x="118" y="132"/>
                  </a:cubicBezTo>
                  <a:cubicBezTo>
                    <a:pt x="118" y="156"/>
                    <a:pt x="98" y="175"/>
                    <a:pt x="73" y="176"/>
                  </a:cubicBezTo>
                  <a:cubicBezTo>
                    <a:pt x="49" y="175"/>
                    <a:pt x="29" y="156"/>
                    <a:pt x="29"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8" name="Freeform 510">
              <a:extLst>
                <a:ext uri="{FF2B5EF4-FFF2-40B4-BE49-F238E27FC236}">
                  <a16:creationId xmlns:a16="http://schemas.microsoft.com/office/drawing/2014/main" id="{809D5B4B-4B00-33B3-0F74-E7BEB7492CCF}"/>
                </a:ext>
              </a:extLst>
            </p:cNvPr>
            <p:cNvSpPr>
              <a:spLocks noChangeArrowheads="1"/>
            </p:cNvSpPr>
            <p:nvPr/>
          </p:nvSpPr>
          <p:spPr bwMode="auto">
            <a:xfrm>
              <a:off x="1682750" y="1246188"/>
              <a:ext cx="74613" cy="53975"/>
            </a:xfrm>
            <a:custGeom>
              <a:avLst/>
              <a:gdLst>
                <a:gd name="T0" fmla="*/ 113 w 206"/>
                <a:gd name="T1" fmla="*/ 3 h 148"/>
                <a:gd name="T2" fmla="*/ 113 w 206"/>
                <a:gd name="T3" fmla="*/ 3 h 148"/>
                <a:gd name="T4" fmla="*/ 44 w 206"/>
                <a:gd name="T5" fmla="*/ 36 h 148"/>
                <a:gd name="T6" fmla="*/ 5 w 206"/>
                <a:gd name="T7" fmla="*/ 61 h 148"/>
                <a:gd name="T8" fmla="*/ 0 w 206"/>
                <a:gd name="T9" fmla="*/ 73 h 148"/>
                <a:gd name="T10" fmla="*/ 5 w 206"/>
                <a:gd name="T11" fmla="*/ 86 h 148"/>
                <a:gd name="T12" fmla="*/ 54 w 206"/>
                <a:gd name="T13" fmla="*/ 115 h 148"/>
                <a:gd name="T14" fmla="*/ 94 w 206"/>
                <a:gd name="T15" fmla="*/ 137 h 148"/>
                <a:gd name="T16" fmla="*/ 113 w 206"/>
                <a:gd name="T17" fmla="*/ 144 h 148"/>
                <a:gd name="T18" fmla="*/ 132 w 206"/>
                <a:gd name="T19" fmla="*/ 147 h 148"/>
                <a:gd name="T20" fmla="*/ 205 w 206"/>
                <a:gd name="T21" fmla="*/ 73 h 148"/>
                <a:gd name="T22" fmla="*/ 132 w 206"/>
                <a:gd name="T23" fmla="*/ 0 h 148"/>
                <a:gd name="T24" fmla="*/ 113 w 206"/>
                <a:gd name="T25" fmla="*/ 3 h 148"/>
                <a:gd name="T26" fmla="*/ 176 w 206"/>
                <a:gd name="T27" fmla="*/ 73 h 148"/>
                <a:gd name="T28" fmla="*/ 176 w 206"/>
                <a:gd name="T29" fmla="*/ 73 h 148"/>
                <a:gd name="T30" fmla="*/ 132 w 206"/>
                <a:gd name="T31" fmla="*/ 118 h 148"/>
                <a:gd name="T32" fmla="*/ 121 w 206"/>
                <a:gd name="T33" fmla="*/ 115 h 148"/>
                <a:gd name="T34" fmla="*/ 59 w 206"/>
                <a:gd name="T35" fmla="*/ 84 h 148"/>
                <a:gd name="T36" fmla="*/ 41 w 206"/>
                <a:gd name="T37" fmla="*/ 73 h 148"/>
                <a:gd name="T38" fmla="*/ 77 w 206"/>
                <a:gd name="T39" fmla="*/ 51 h 148"/>
                <a:gd name="T40" fmla="*/ 110 w 206"/>
                <a:gd name="T41" fmla="*/ 35 h 148"/>
                <a:gd name="T42" fmla="*/ 132 w 206"/>
                <a:gd name="T43" fmla="*/ 29 h 148"/>
                <a:gd name="T44" fmla="*/ 176 w 206"/>
                <a:gd name="T45" fmla="*/ 73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6" h="148">
                  <a:moveTo>
                    <a:pt x="113" y="3"/>
                  </a:moveTo>
                  <a:lnTo>
                    <a:pt x="113" y="3"/>
                  </a:lnTo>
                  <a:cubicBezTo>
                    <a:pt x="91" y="10"/>
                    <a:pt x="66" y="24"/>
                    <a:pt x="44" y="36"/>
                  </a:cubicBezTo>
                  <a:cubicBezTo>
                    <a:pt x="22" y="50"/>
                    <a:pt x="5" y="61"/>
                    <a:pt x="5" y="61"/>
                  </a:cubicBezTo>
                  <a:cubicBezTo>
                    <a:pt x="1" y="64"/>
                    <a:pt x="0" y="68"/>
                    <a:pt x="0" y="73"/>
                  </a:cubicBezTo>
                  <a:cubicBezTo>
                    <a:pt x="0" y="78"/>
                    <a:pt x="1" y="83"/>
                    <a:pt x="5" y="86"/>
                  </a:cubicBezTo>
                  <a:cubicBezTo>
                    <a:pt x="5" y="86"/>
                    <a:pt x="27" y="100"/>
                    <a:pt x="54" y="115"/>
                  </a:cubicBezTo>
                  <a:cubicBezTo>
                    <a:pt x="66" y="123"/>
                    <a:pt x="80" y="130"/>
                    <a:pt x="94" y="137"/>
                  </a:cubicBezTo>
                  <a:cubicBezTo>
                    <a:pt x="100" y="140"/>
                    <a:pt x="107" y="142"/>
                    <a:pt x="113" y="144"/>
                  </a:cubicBezTo>
                  <a:cubicBezTo>
                    <a:pt x="120" y="145"/>
                    <a:pt x="125" y="147"/>
                    <a:pt x="132" y="147"/>
                  </a:cubicBezTo>
                  <a:cubicBezTo>
                    <a:pt x="172" y="147"/>
                    <a:pt x="205" y="113"/>
                    <a:pt x="205" y="73"/>
                  </a:cubicBezTo>
                  <a:cubicBezTo>
                    <a:pt x="205" y="32"/>
                    <a:pt x="172" y="0"/>
                    <a:pt x="132" y="0"/>
                  </a:cubicBezTo>
                  <a:cubicBezTo>
                    <a:pt x="125" y="0"/>
                    <a:pt x="120" y="0"/>
                    <a:pt x="113" y="3"/>
                  </a:cubicBezTo>
                  <a:close/>
                  <a:moveTo>
                    <a:pt x="176" y="73"/>
                  </a:moveTo>
                  <a:lnTo>
                    <a:pt x="176" y="73"/>
                  </a:lnTo>
                  <a:cubicBezTo>
                    <a:pt x="176" y="98"/>
                    <a:pt x="156" y="118"/>
                    <a:pt x="132" y="118"/>
                  </a:cubicBezTo>
                  <a:cubicBezTo>
                    <a:pt x="130" y="118"/>
                    <a:pt x="125" y="116"/>
                    <a:pt x="121" y="115"/>
                  </a:cubicBezTo>
                  <a:cubicBezTo>
                    <a:pt x="105" y="111"/>
                    <a:pt x="80" y="97"/>
                    <a:pt x="59" y="84"/>
                  </a:cubicBezTo>
                  <a:cubicBezTo>
                    <a:pt x="52" y="80"/>
                    <a:pt x="47" y="76"/>
                    <a:pt x="41" y="73"/>
                  </a:cubicBezTo>
                  <a:cubicBezTo>
                    <a:pt x="51" y="66"/>
                    <a:pt x="63" y="58"/>
                    <a:pt x="77" y="51"/>
                  </a:cubicBezTo>
                  <a:cubicBezTo>
                    <a:pt x="88" y="44"/>
                    <a:pt x="100" y="39"/>
                    <a:pt x="110" y="35"/>
                  </a:cubicBezTo>
                  <a:cubicBezTo>
                    <a:pt x="120" y="31"/>
                    <a:pt x="128" y="29"/>
                    <a:pt x="132" y="29"/>
                  </a:cubicBezTo>
                  <a:cubicBezTo>
                    <a:pt x="156" y="29"/>
                    <a:pt x="176" y="49"/>
                    <a:pt x="176"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9" name="Freeform 511">
              <a:extLst>
                <a:ext uri="{FF2B5EF4-FFF2-40B4-BE49-F238E27FC236}">
                  <a16:creationId xmlns:a16="http://schemas.microsoft.com/office/drawing/2014/main" id="{5110E717-6DED-060D-5FE4-C34CC34C07C3}"/>
                </a:ext>
              </a:extLst>
            </p:cNvPr>
            <p:cNvSpPr>
              <a:spLocks noChangeArrowheads="1"/>
            </p:cNvSpPr>
            <p:nvPr/>
          </p:nvSpPr>
          <p:spPr bwMode="auto">
            <a:xfrm>
              <a:off x="1565275" y="1330325"/>
              <a:ext cx="223838" cy="117475"/>
            </a:xfrm>
            <a:custGeom>
              <a:avLst/>
              <a:gdLst>
                <a:gd name="T0" fmla="*/ 370 w 622"/>
                <a:gd name="T1" fmla="*/ 117 h 326"/>
                <a:gd name="T2" fmla="*/ 370 w 622"/>
                <a:gd name="T3" fmla="*/ 117 h 326"/>
                <a:gd name="T4" fmla="*/ 310 w 622"/>
                <a:gd name="T5" fmla="*/ 258 h 326"/>
                <a:gd name="T6" fmla="*/ 218 w 622"/>
                <a:gd name="T7" fmla="*/ 75 h 326"/>
                <a:gd name="T8" fmla="*/ 134 w 622"/>
                <a:gd name="T9" fmla="*/ 18 h 326"/>
                <a:gd name="T10" fmla="*/ 16 w 622"/>
                <a:gd name="T11" fmla="*/ 0 h 326"/>
                <a:gd name="T12" fmla="*/ 2 w 622"/>
                <a:gd name="T13" fmla="*/ 8 h 326"/>
                <a:gd name="T14" fmla="*/ 4 w 622"/>
                <a:gd name="T15" fmla="*/ 23 h 326"/>
                <a:gd name="T16" fmla="*/ 130 w 622"/>
                <a:gd name="T17" fmla="*/ 238 h 326"/>
                <a:gd name="T18" fmla="*/ 200 w 622"/>
                <a:gd name="T19" fmla="*/ 301 h 326"/>
                <a:gd name="T20" fmla="*/ 310 w 622"/>
                <a:gd name="T21" fmla="*/ 325 h 326"/>
                <a:gd name="T22" fmla="*/ 421 w 622"/>
                <a:gd name="T23" fmla="*/ 301 h 326"/>
                <a:gd name="T24" fmla="*/ 476 w 622"/>
                <a:gd name="T25" fmla="*/ 257 h 326"/>
                <a:gd name="T26" fmla="*/ 540 w 622"/>
                <a:gd name="T27" fmla="*/ 156 h 326"/>
                <a:gd name="T28" fmla="*/ 617 w 622"/>
                <a:gd name="T29" fmla="*/ 23 h 326"/>
                <a:gd name="T30" fmla="*/ 618 w 622"/>
                <a:gd name="T31" fmla="*/ 8 h 326"/>
                <a:gd name="T32" fmla="*/ 605 w 622"/>
                <a:gd name="T33" fmla="*/ 0 h 326"/>
                <a:gd name="T34" fmla="*/ 487 w 622"/>
                <a:gd name="T35" fmla="*/ 18 h 326"/>
                <a:gd name="T36" fmla="*/ 370 w 622"/>
                <a:gd name="T37" fmla="*/ 117 h 326"/>
                <a:gd name="T38" fmla="*/ 167 w 622"/>
                <a:gd name="T39" fmla="*/ 238 h 326"/>
                <a:gd name="T40" fmla="*/ 167 w 622"/>
                <a:gd name="T41" fmla="*/ 238 h 326"/>
                <a:gd name="T42" fmla="*/ 106 w 622"/>
                <a:gd name="T43" fmla="*/ 142 h 326"/>
                <a:gd name="T44" fmla="*/ 44 w 622"/>
                <a:gd name="T45" fmla="*/ 30 h 326"/>
                <a:gd name="T46" fmla="*/ 123 w 622"/>
                <a:gd name="T47" fmla="*/ 46 h 326"/>
                <a:gd name="T48" fmla="*/ 225 w 622"/>
                <a:gd name="T49" fmla="*/ 134 h 326"/>
                <a:gd name="T50" fmla="*/ 291 w 622"/>
                <a:gd name="T51" fmla="*/ 294 h 326"/>
                <a:gd name="T52" fmla="*/ 212 w 622"/>
                <a:gd name="T53" fmla="*/ 275 h 326"/>
                <a:gd name="T54" fmla="*/ 167 w 622"/>
                <a:gd name="T55" fmla="*/ 238 h 326"/>
                <a:gd name="T56" fmla="*/ 577 w 622"/>
                <a:gd name="T57" fmla="*/ 30 h 326"/>
                <a:gd name="T58" fmla="*/ 577 w 622"/>
                <a:gd name="T59" fmla="*/ 30 h 326"/>
                <a:gd name="T60" fmla="*/ 468 w 622"/>
                <a:gd name="T61" fmla="*/ 220 h 326"/>
                <a:gd name="T62" fmla="*/ 407 w 622"/>
                <a:gd name="T63" fmla="*/ 275 h 326"/>
                <a:gd name="T64" fmla="*/ 330 w 622"/>
                <a:gd name="T65" fmla="*/ 294 h 326"/>
                <a:gd name="T66" fmla="*/ 424 w 622"/>
                <a:gd name="T67" fmla="*/ 95 h 326"/>
                <a:gd name="T68" fmla="*/ 498 w 622"/>
                <a:gd name="T69" fmla="*/ 46 h 326"/>
                <a:gd name="T70" fmla="*/ 577 w 622"/>
                <a:gd name="T71" fmla="*/ 30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22" h="326">
                  <a:moveTo>
                    <a:pt x="370" y="117"/>
                  </a:moveTo>
                  <a:lnTo>
                    <a:pt x="370" y="117"/>
                  </a:lnTo>
                  <a:cubicBezTo>
                    <a:pt x="346" y="156"/>
                    <a:pt x="328" y="203"/>
                    <a:pt x="310" y="258"/>
                  </a:cubicBezTo>
                  <a:cubicBezTo>
                    <a:pt x="286" y="178"/>
                    <a:pt x="258" y="117"/>
                    <a:pt x="218" y="75"/>
                  </a:cubicBezTo>
                  <a:cubicBezTo>
                    <a:pt x="194" y="50"/>
                    <a:pt x="167" y="30"/>
                    <a:pt x="134" y="18"/>
                  </a:cubicBezTo>
                  <a:cubicBezTo>
                    <a:pt x="99" y="6"/>
                    <a:pt x="60" y="0"/>
                    <a:pt x="16" y="0"/>
                  </a:cubicBezTo>
                  <a:cubicBezTo>
                    <a:pt x="11" y="0"/>
                    <a:pt x="5" y="3"/>
                    <a:pt x="2" y="8"/>
                  </a:cubicBezTo>
                  <a:cubicBezTo>
                    <a:pt x="0" y="12"/>
                    <a:pt x="1" y="18"/>
                    <a:pt x="4" y="23"/>
                  </a:cubicBezTo>
                  <a:cubicBezTo>
                    <a:pt x="62" y="111"/>
                    <a:pt x="91" y="184"/>
                    <a:pt x="130" y="238"/>
                  </a:cubicBezTo>
                  <a:cubicBezTo>
                    <a:pt x="148" y="264"/>
                    <a:pt x="170" y="286"/>
                    <a:pt x="200" y="301"/>
                  </a:cubicBezTo>
                  <a:cubicBezTo>
                    <a:pt x="229" y="316"/>
                    <a:pt x="265" y="325"/>
                    <a:pt x="310" y="325"/>
                  </a:cubicBezTo>
                  <a:cubicBezTo>
                    <a:pt x="356" y="325"/>
                    <a:pt x="392" y="316"/>
                    <a:pt x="421" y="301"/>
                  </a:cubicBezTo>
                  <a:cubicBezTo>
                    <a:pt x="443" y="290"/>
                    <a:pt x="461" y="275"/>
                    <a:pt x="476" y="257"/>
                  </a:cubicBezTo>
                  <a:cubicBezTo>
                    <a:pt x="500" y="229"/>
                    <a:pt x="519" y="195"/>
                    <a:pt x="540" y="156"/>
                  </a:cubicBezTo>
                  <a:cubicBezTo>
                    <a:pt x="561" y="116"/>
                    <a:pt x="584" y="72"/>
                    <a:pt x="617" y="23"/>
                  </a:cubicBezTo>
                  <a:cubicBezTo>
                    <a:pt x="620" y="18"/>
                    <a:pt x="621" y="12"/>
                    <a:pt x="618" y="8"/>
                  </a:cubicBezTo>
                  <a:cubicBezTo>
                    <a:pt x="616" y="3"/>
                    <a:pt x="610" y="0"/>
                    <a:pt x="605" y="0"/>
                  </a:cubicBezTo>
                  <a:cubicBezTo>
                    <a:pt x="559" y="0"/>
                    <a:pt x="520" y="6"/>
                    <a:pt x="487" y="18"/>
                  </a:cubicBezTo>
                  <a:cubicBezTo>
                    <a:pt x="438" y="36"/>
                    <a:pt x="400" y="70"/>
                    <a:pt x="370" y="117"/>
                  </a:cubicBezTo>
                  <a:close/>
                  <a:moveTo>
                    <a:pt x="167" y="238"/>
                  </a:moveTo>
                  <a:lnTo>
                    <a:pt x="167" y="238"/>
                  </a:lnTo>
                  <a:cubicBezTo>
                    <a:pt x="146" y="213"/>
                    <a:pt x="128" y="181"/>
                    <a:pt x="106" y="142"/>
                  </a:cubicBezTo>
                  <a:cubicBezTo>
                    <a:pt x="89" y="109"/>
                    <a:pt x="69" y="72"/>
                    <a:pt x="44" y="30"/>
                  </a:cubicBezTo>
                  <a:cubicBezTo>
                    <a:pt x="74" y="33"/>
                    <a:pt x="101" y="37"/>
                    <a:pt x="123" y="46"/>
                  </a:cubicBezTo>
                  <a:cubicBezTo>
                    <a:pt x="167" y="62"/>
                    <a:pt x="199" y="90"/>
                    <a:pt x="225" y="134"/>
                  </a:cubicBezTo>
                  <a:cubicBezTo>
                    <a:pt x="250" y="174"/>
                    <a:pt x="270" y="227"/>
                    <a:pt x="291" y="294"/>
                  </a:cubicBezTo>
                  <a:cubicBezTo>
                    <a:pt x="258" y="293"/>
                    <a:pt x="233" y="286"/>
                    <a:pt x="212" y="275"/>
                  </a:cubicBezTo>
                  <a:cubicBezTo>
                    <a:pt x="194" y="267"/>
                    <a:pt x="181" y="253"/>
                    <a:pt x="167" y="238"/>
                  </a:cubicBezTo>
                  <a:close/>
                  <a:moveTo>
                    <a:pt x="577" y="30"/>
                  </a:moveTo>
                  <a:lnTo>
                    <a:pt x="577" y="30"/>
                  </a:lnTo>
                  <a:cubicBezTo>
                    <a:pt x="527" y="109"/>
                    <a:pt x="500" y="175"/>
                    <a:pt x="468" y="220"/>
                  </a:cubicBezTo>
                  <a:cubicBezTo>
                    <a:pt x="450" y="244"/>
                    <a:pt x="432" y="262"/>
                    <a:pt x="407" y="275"/>
                  </a:cubicBezTo>
                  <a:cubicBezTo>
                    <a:pt x="388" y="286"/>
                    <a:pt x="363" y="293"/>
                    <a:pt x="330" y="294"/>
                  </a:cubicBezTo>
                  <a:cubicBezTo>
                    <a:pt x="357" y="202"/>
                    <a:pt x="385" y="137"/>
                    <a:pt x="424" y="95"/>
                  </a:cubicBezTo>
                  <a:cubicBezTo>
                    <a:pt x="444" y="73"/>
                    <a:pt x="468" y="57"/>
                    <a:pt x="498" y="46"/>
                  </a:cubicBezTo>
                  <a:cubicBezTo>
                    <a:pt x="520" y="37"/>
                    <a:pt x="547" y="33"/>
                    <a:pt x="577"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0" name="Freeform 512">
            <a:extLst>
              <a:ext uri="{FF2B5EF4-FFF2-40B4-BE49-F238E27FC236}">
                <a16:creationId xmlns:a16="http://schemas.microsoft.com/office/drawing/2014/main" id="{5EE956B3-E22C-44AC-39CA-715B943004F3}"/>
              </a:ext>
            </a:extLst>
          </p:cNvPr>
          <p:cNvSpPr>
            <a:spLocks noChangeArrowheads="1"/>
          </p:cNvSpPr>
          <p:nvPr/>
        </p:nvSpPr>
        <p:spPr bwMode="auto">
          <a:xfrm>
            <a:off x="3219970" y="906884"/>
            <a:ext cx="257175" cy="201613"/>
          </a:xfrm>
          <a:custGeom>
            <a:avLst/>
            <a:gdLst>
              <a:gd name="T0" fmla="*/ 18 w 713"/>
              <a:gd name="T1" fmla="*/ 218 h 562"/>
              <a:gd name="T2" fmla="*/ 61 w 713"/>
              <a:gd name="T3" fmla="*/ 393 h 562"/>
              <a:gd name="T4" fmla="*/ 94 w 713"/>
              <a:gd name="T5" fmla="*/ 561 h 562"/>
              <a:gd name="T6" fmla="*/ 108 w 713"/>
              <a:gd name="T7" fmla="*/ 534 h 562"/>
              <a:gd name="T8" fmla="*/ 137 w 713"/>
              <a:gd name="T9" fmla="*/ 308 h 562"/>
              <a:gd name="T10" fmla="*/ 156 w 713"/>
              <a:gd name="T11" fmla="*/ 277 h 562"/>
              <a:gd name="T12" fmla="*/ 198 w 713"/>
              <a:gd name="T13" fmla="*/ 327 h 562"/>
              <a:gd name="T14" fmla="*/ 340 w 713"/>
              <a:gd name="T15" fmla="*/ 547 h 562"/>
              <a:gd name="T16" fmla="*/ 369 w 713"/>
              <a:gd name="T17" fmla="*/ 561 h 562"/>
              <a:gd name="T18" fmla="*/ 712 w 713"/>
              <a:gd name="T19" fmla="*/ 547 h 562"/>
              <a:gd name="T20" fmla="*/ 705 w 713"/>
              <a:gd name="T21" fmla="*/ 503 h 562"/>
              <a:gd name="T22" fmla="*/ 582 w 713"/>
              <a:gd name="T23" fmla="*/ 418 h 562"/>
              <a:gd name="T24" fmla="*/ 469 w 713"/>
              <a:gd name="T25" fmla="*/ 356 h 562"/>
              <a:gd name="T26" fmla="*/ 375 w 713"/>
              <a:gd name="T27" fmla="*/ 364 h 562"/>
              <a:gd name="T28" fmla="*/ 206 w 713"/>
              <a:gd name="T29" fmla="*/ 156 h 562"/>
              <a:gd name="T30" fmla="*/ 109 w 713"/>
              <a:gd name="T31" fmla="*/ 1 h 562"/>
              <a:gd name="T32" fmla="*/ 22 w 713"/>
              <a:gd name="T33" fmla="*/ 81 h 562"/>
              <a:gd name="T34" fmla="*/ 18 w 713"/>
              <a:gd name="T35" fmla="*/ 218 h 562"/>
              <a:gd name="T36" fmla="*/ 47 w 713"/>
              <a:gd name="T37" fmla="*/ 98 h 562"/>
              <a:gd name="T38" fmla="*/ 231 w 713"/>
              <a:gd name="T39" fmla="*/ 255 h 562"/>
              <a:gd name="T40" fmla="*/ 362 w 713"/>
              <a:gd name="T41" fmla="*/ 391 h 562"/>
              <a:gd name="T42" fmla="*/ 475 w 713"/>
              <a:gd name="T43" fmla="*/ 387 h 562"/>
              <a:gd name="T44" fmla="*/ 665 w 713"/>
              <a:gd name="T45" fmla="*/ 496 h 562"/>
              <a:gd name="T46" fmla="*/ 681 w 713"/>
              <a:gd name="T47" fmla="*/ 532 h 562"/>
              <a:gd name="T48" fmla="*/ 365 w 713"/>
              <a:gd name="T49" fmla="*/ 530 h 562"/>
              <a:gd name="T50" fmla="*/ 351 w 713"/>
              <a:gd name="T51" fmla="*/ 511 h 562"/>
              <a:gd name="T52" fmla="*/ 199 w 713"/>
              <a:gd name="T53" fmla="*/ 279 h 562"/>
              <a:gd name="T54" fmla="*/ 169 w 713"/>
              <a:gd name="T55" fmla="*/ 251 h 562"/>
              <a:gd name="T56" fmla="*/ 151 w 713"/>
              <a:gd name="T57" fmla="*/ 248 h 562"/>
              <a:gd name="T58" fmla="*/ 149 w 713"/>
              <a:gd name="T59" fmla="*/ 248 h 562"/>
              <a:gd name="T60" fmla="*/ 149 w 713"/>
              <a:gd name="T61" fmla="*/ 248 h 562"/>
              <a:gd name="T62" fmla="*/ 114 w 713"/>
              <a:gd name="T63" fmla="*/ 286 h 562"/>
              <a:gd name="T64" fmla="*/ 90 w 713"/>
              <a:gd name="T65" fmla="*/ 385 h 562"/>
              <a:gd name="T66" fmla="*/ 72 w 713"/>
              <a:gd name="T67" fmla="*/ 272 h 562"/>
              <a:gd name="T68" fmla="*/ 29 w 713"/>
              <a:gd name="T69" fmla="*/ 149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3" h="562">
                <a:moveTo>
                  <a:pt x="18" y="218"/>
                </a:moveTo>
                <a:lnTo>
                  <a:pt x="18" y="218"/>
                </a:lnTo>
                <a:cubicBezTo>
                  <a:pt x="28" y="239"/>
                  <a:pt x="38" y="258"/>
                  <a:pt x="43" y="279"/>
                </a:cubicBezTo>
                <a:cubicBezTo>
                  <a:pt x="50" y="305"/>
                  <a:pt x="56" y="347"/>
                  <a:pt x="61" y="393"/>
                </a:cubicBezTo>
                <a:cubicBezTo>
                  <a:pt x="67" y="440"/>
                  <a:pt x="72" y="494"/>
                  <a:pt x="79" y="548"/>
                </a:cubicBezTo>
                <a:cubicBezTo>
                  <a:pt x="80" y="555"/>
                  <a:pt x="87" y="561"/>
                  <a:pt x="94" y="561"/>
                </a:cubicBezTo>
                <a:cubicBezTo>
                  <a:pt x="103" y="559"/>
                  <a:pt x="108" y="554"/>
                  <a:pt x="108" y="545"/>
                </a:cubicBezTo>
                <a:cubicBezTo>
                  <a:pt x="108" y="545"/>
                  <a:pt x="108" y="541"/>
                  <a:pt x="108" y="534"/>
                </a:cubicBezTo>
                <a:cubicBezTo>
                  <a:pt x="109" y="508"/>
                  <a:pt x="111" y="445"/>
                  <a:pt x="119" y="385"/>
                </a:cubicBezTo>
                <a:cubicBezTo>
                  <a:pt x="123" y="356"/>
                  <a:pt x="129" y="327"/>
                  <a:pt x="137" y="308"/>
                </a:cubicBezTo>
                <a:cubicBezTo>
                  <a:pt x="140" y="298"/>
                  <a:pt x="144" y="290"/>
                  <a:pt x="148" y="284"/>
                </a:cubicBezTo>
                <a:cubicBezTo>
                  <a:pt x="151" y="280"/>
                  <a:pt x="154" y="277"/>
                  <a:pt x="156" y="277"/>
                </a:cubicBezTo>
                <a:cubicBezTo>
                  <a:pt x="158" y="279"/>
                  <a:pt x="162" y="282"/>
                  <a:pt x="166" y="286"/>
                </a:cubicBezTo>
                <a:cubicBezTo>
                  <a:pt x="174" y="295"/>
                  <a:pt x="185" y="309"/>
                  <a:pt x="198" y="327"/>
                </a:cubicBezTo>
                <a:cubicBezTo>
                  <a:pt x="234" y="382"/>
                  <a:pt x="281" y="465"/>
                  <a:pt x="328" y="529"/>
                </a:cubicBezTo>
                <a:cubicBezTo>
                  <a:pt x="332" y="534"/>
                  <a:pt x="335" y="540"/>
                  <a:pt x="340" y="547"/>
                </a:cubicBezTo>
                <a:cubicBezTo>
                  <a:pt x="344" y="551"/>
                  <a:pt x="347" y="554"/>
                  <a:pt x="353" y="556"/>
                </a:cubicBezTo>
                <a:cubicBezTo>
                  <a:pt x="357" y="559"/>
                  <a:pt x="364" y="561"/>
                  <a:pt x="369" y="561"/>
                </a:cubicBezTo>
                <a:cubicBezTo>
                  <a:pt x="696" y="561"/>
                  <a:pt x="696" y="561"/>
                  <a:pt x="696" y="561"/>
                </a:cubicBezTo>
                <a:cubicBezTo>
                  <a:pt x="705" y="561"/>
                  <a:pt x="710" y="554"/>
                  <a:pt x="712" y="547"/>
                </a:cubicBezTo>
                <a:cubicBezTo>
                  <a:pt x="712" y="544"/>
                  <a:pt x="712" y="541"/>
                  <a:pt x="712" y="538"/>
                </a:cubicBezTo>
                <a:cubicBezTo>
                  <a:pt x="712" y="526"/>
                  <a:pt x="709" y="514"/>
                  <a:pt x="705" y="503"/>
                </a:cubicBezTo>
                <a:cubicBezTo>
                  <a:pt x="696" y="485"/>
                  <a:pt x="683" y="471"/>
                  <a:pt x="667" y="460"/>
                </a:cubicBezTo>
                <a:cubicBezTo>
                  <a:pt x="643" y="443"/>
                  <a:pt x="614" y="432"/>
                  <a:pt x="582" y="418"/>
                </a:cubicBezTo>
                <a:cubicBezTo>
                  <a:pt x="550" y="403"/>
                  <a:pt x="517" y="385"/>
                  <a:pt x="486" y="358"/>
                </a:cubicBezTo>
                <a:cubicBezTo>
                  <a:pt x="482" y="353"/>
                  <a:pt x="474" y="353"/>
                  <a:pt x="469" y="356"/>
                </a:cubicBezTo>
                <a:cubicBezTo>
                  <a:pt x="449" y="369"/>
                  <a:pt x="433" y="374"/>
                  <a:pt x="415" y="374"/>
                </a:cubicBezTo>
                <a:cubicBezTo>
                  <a:pt x="402" y="374"/>
                  <a:pt x="388" y="371"/>
                  <a:pt x="375" y="364"/>
                </a:cubicBezTo>
                <a:cubicBezTo>
                  <a:pt x="351" y="353"/>
                  <a:pt x="328" y="333"/>
                  <a:pt x="304" y="305"/>
                </a:cubicBezTo>
                <a:cubicBezTo>
                  <a:pt x="270" y="265"/>
                  <a:pt x="236" y="211"/>
                  <a:pt x="206" y="156"/>
                </a:cubicBezTo>
                <a:cubicBezTo>
                  <a:pt x="174" y="102"/>
                  <a:pt x="147" y="48"/>
                  <a:pt x="119" y="7"/>
                </a:cubicBezTo>
                <a:cubicBezTo>
                  <a:pt x="118" y="4"/>
                  <a:pt x="114" y="1"/>
                  <a:pt x="109" y="1"/>
                </a:cubicBezTo>
                <a:cubicBezTo>
                  <a:pt x="105" y="0"/>
                  <a:pt x="101" y="1"/>
                  <a:pt x="98" y="4"/>
                </a:cubicBezTo>
                <a:cubicBezTo>
                  <a:pt x="61" y="32"/>
                  <a:pt x="38" y="58"/>
                  <a:pt x="22" y="81"/>
                </a:cubicBezTo>
                <a:cubicBezTo>
                  <a:pt x="7" y="105"/>
                  <a:pt x="0" y="128"/>
                  <a:pt x="0" y="149"/>
                </a:cubicBezTo>
                <a:cubicBezTo>
                  <a:pt x="0" y="175"/>
                  <a:pt x="9" y="197"/>
                  <a:pt x="18" y="218"/>
                </a:cubicBezTo>
                <a:close/>
                <a:moveTo>
                  <a:pt x="47" y="98"/>
                </a:moveTo>
                <a:lnTo>
                  <a:pt x="47" y="98"/>
                </a:lnTo>
                <a:cubicBezTo>
                  <a:pt x="58" y="80"/>
                  <a:pt x="76" y="61"/>
                  <a:pt x="104" y="37"/>
                </a:cubicBezTo>
                <a:cubicBezTo>
                  <a:pt x="141" y="96"/>
                  <a:pt x="184" y="182"/>
                  <a:pt x="231" y="255"/>
                </a:cubicBezTo>
                <a:cubicBezTo>
                  <a:pt x="257" y="295"/>
                  <a:pt x="285" y="331"/>
                  <a:pt x="315" y="359"/>
                </a:cubicBezTo>
                <a:cubicBezTo>
                  <a:pt x="330" y="371"/>
                  <a:pt x="346" y="384"/>
                  <a:pt x="362" y="391"/>
                </a:cubicBezTo>
                <a:cubicBezTo>
                  <a:pt x="379" y="399"/>
                  <a:pt x="397" y="403"/>
                  <a:pt x="415" y="403"/>
                </a:cubicBezTo>
                <a:cubicBezTo>
                  <a:pt x="435" y="403"/>
                  <a:pt x="455" y="398"/>
                  <a:pt x="475" y="387"/>
                </a:cubicBezTo>
                <a:cubicBezTo>
                  <a:pt x="524" y="428"/>
                  <a:pt x="578" y="447"/>
                  <a:pt x="616" y="465"/>
                </a:cubicBezTo>
                <a:cubicBezTo>
                  <a:pt x="638" y="475"/>
                  <a:pt x="655" y="485"/>
                  <a:pt x="665" y="496"/>
                </a:cubicBezTo>
                <a:cubicBezTo>
                  <a:pt x="670" y="501"/>
                  <a:pt x="674" y="507"/>
                  <a:pt x="677" y="514"/>
                </a:cubicBezTo>
                <a:cubicBezTo>
                  <a:pt x="680" y="519"/>
                  <a:pt x="680" y="525"/>
                  <a:pt x="681" y="532"/>
                </a:cubicBezTo>
                <a:cubicBezTo>
                  <a:pt x="369" y="532"/>
                  <a:pt x="369" y="532"/>
                  <a:pt x="369" y="532"/>
                </a:cubicBezTo>
                <a:cubicBezTo>
                  <a:pt x="366" y="530"/>
                  <a:pt x="366" y="530"/>
                  <a:pt x="365" y="530"/>
                </a:cubicBezTo>
                <a:cubicBezTo>
                  <a:pt x="365" y="530"/>
                  <a:pt x="364" y="529"/>
                  <a:pt x="361" y="526"/>
                </a:cubicBezTo>
                <a:cubicBezTo>
                  <a:pt x="359" y="522"/>
                  <a:pt x="357" y="516"/>
                  <a:pt x="351" y="511"/>
                </a:cubicBezTo>
                <a:cubicBezTo>
                  <a:pt x="314" y="461"/>
                  <a:pt x="277" y="398"/>
                  <a:pt x="243" y="345"/>
                </a:cubicBezTo>
                <a:cubicBezTo>
                  <a:pt x="227" y="319"/>
                  <a:pt x="212" y="297"/>
                  <a:pt x="199" y="279"/>
                </a:cubicBezTo>
                <a:cubicBezTo>
                  <a:pt x="192" y="271"/>
                  <a:pt x="185" y="264"/>
                  <a:pt x="180" y="258"/>
                </a:cubicBezTo>
                <a:cubicBezTo>
                  <a:pt x="176" y="255"/>
                  <a:pt x="173" y="253"/>
                  <a:pt x="169" y="251"/>
                </a:cubicBezTo>
                <a:cubicBezTo>
                  <a:pt x="165" y="250"/>
                  <a:pt x="161" y="247"/>
                  <a:pt x="156" y="247"/>
                </a:cubicBezTo>
                <a:cubicBezTo>
                  <a:pt x="154" y="247"/>
                  <a:pt x="152" y="248"/>
                  <a:pt x="151" y="248"/>
                </a:cubicBezTo>
                <a:lnTo>
                  <a:pt x="151" y="248"/>
                </a:lnTo>
                <a:lnTo>
                  <a:pt x="149" y="248"/>
                </a:lnTo>
                <a:lnTo>
                  <a:pt x="149" y="248"/>
                </a:lnTo>
                <a:lnTo>
                  <a:pt x="149" y="248"/>
                </a:lnTo>
                <a:cubicBezTo>
                  <a:pt x="144" y="250"/>
                  <a:pt x="138" y="253"/>
                  <a:pt x="134" y="257"/>
                </a:cubicBezTo>
                <a:cubicBezTo>
                  <a:pt x="125" y="264"/>
                  <a:pt x="119" y="273"/>
                  <a:pt x="114" y="286"/>
                </a:cubicBezTo>
                <a:cubicBezTo>
                  <a:pt x="104" y="305"/>
                  <a:pt x="98" y="331"/>
                  <a:pt x="93" y="359"/>
                </a:cubicBezTo>
                <a:cubicBezTo>
                  <a:pt x="91" y="367"/>
                  <a:pt x="91" y="376"/>
                  <a:pt x="90" y="385"/>
                </a:cubicBezTo>
                <a:cubicBezTo>
                  <a:pt x="85" y="340"/>
                  <a:pt x="79" y="300"/>
                  <a:pt x="72" y="272"/>
                </a:cubicBezTo>
                <a:lnTo>
                  <a:pt x="72" y="272"/>
                </a:lnTo>
                <a:cubicBezTo>
                  <a:pt x="65" y="247"/>
                  <a:pt x="54" y="226"/>
                  <a:pt x="44" y="206"/>
                </a:cubicBezTo>
                <a:cubicBezTo>
                  <a:pt x="36" y="186"/>
                  <a:pt x="29" y="168"/>
                  <a:pt x="29" y="149"/>
                </a:cubicBezTo>
                <a:cubicBezTo>
                  <a:pt x="29" y="134"/>
                  <a:pt x="33" y="117"/>
                  <a:pt x="47" y="98"/>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21" name="Group 623">
            <a:extLst>
              <a:ext uri="{FF2B5EF4-FFF2-40B4-BE49-F238E27FC236}">
                <a16:creationId xmlns:a16="http://schemas.microsoft.com/office/drawing/2014/main" id="{EC89BD49-16C9-A16F-99D0-8AA091BE7209}"/>
              </a:ext>
            </a:extLst>
          </p:cNvPr>
          <p:cNvGrpSpPr/>
          <p:nvPr/>
        </p:nvGrpSpPr>
        <p:grpSpPr>
          <a:xfrm>
            <a:off x="3729558" y="880690"/>
            <a:ext cx="244475" cy="254000"/>
            <a:chOff x="2573338" y="1193800"/>
            <a:chExt cx="244475" cy="254000"/>
          </a:xfrm>
          <a:solidFill>
            <a:schemeClr val="tx2"/>
          </a:solidFill>
        </p:grpSpPr>
        <p:sp>
          <p:nvSpPr>
            <p:cNvPr id="622" name="Freeform 513">
              <a:extLst>
                <a:ext uri="{FF2B5EF4-FFF2-40B4-BE49-F238E27FC236}">
                  <a16:creationId xmlns:a16="http://schemas.microsoft.com/office/drawing/2014/main" id="{C2FE9315-2F29-A611-BD7A-7C30C84A5FD3}"/>
                </a:ext>
              </a:extLst>
            </p:cNvPr>
            <p:cNvSpPr>
              <a:spLocks noChangeArrowheads="1"/>
            </p:cNvSpPr>
            <p:nvPr/>
          </p:nvSpPr>
          <p:spPr bwMode="auto">
            <a:xfrm>
              <a:off x="2754313" y="1393825"/>
              <a:ext cx="53975" cy="53975"/>
            </a:xfrm>
            <a:custGeom>
              <a:avLst/>
              <a:gdLst>
                <a:gd name="T0" fmla="*/ 148 w 149"/>
                <a:gd name="T1" fmla="*/ 74 h 149"/>
                <a:gd name="T2" fmla="*/ 148 w 149"/>
                <a:gd name="T3" fmla="*/ 74 h 149"/>
                <a:gd name="T4" fmla="*/ 74 w 149"/>
                <a:gd name="T5" fmla="*/ 0 h 149"/>
                <a:gd name="T6" fmla="*/ 0 w 149"/>
                <a:gd name="T7" fmla="*/ 74 h 149"/>
                <a:gd name="T8" fmla="*/ 74 w 149"/>
                <a:gd name="T9" fmla="*/ 148 h 149"/>
                <a:gd name="T10" fmla="*/ 148 w 149"/>
                <a:gd name="T11" fmla="*/ 74 h 149"/>
                <a:gd name="T12" fmla="*/ 30 w 149"/>
                <a:gd name="T13" fmla="*/ 74 h 149"/>
                <a:gd name="T14" fmla="*/ 30 w 149"/>
                <a:gd name="T15" fmla="*/ 74 h 149"/>
                <a:gd name="T16" fmla="*/ 74 w 149"/>
                <a:gd name="T17" fmla="*/ 30 h 149"/>
                <a:gd name="T18" fmla="*/ 119 w 149"/>
                <a:gd name="T19" fmla="*/ 74 h 149"/>
                <a:gd name="T20" fmla="*/ 74 w 149"/>
                <a:gd name="T21" fmla="*/ 119 h 149"/>
                <a:gd name="T22" fmla="*/ 30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4" y="0"/>
                    <a:pt x="74" y="0"/>
                  </a:cubicBezTo>
                  <a:cubicBezTo>
                    <a:pt x="33" y="0"/>
                    <a:pt x="0" y="33"/>
                    <a:pt x="0" y="74"/>
                  </a:cubicBezTo>
                  <a:cubicBezTo>
                    <a:pt x="0" y="114"/>
                    <a:pt x="33" y="148"/>
                    <a:pt x="74" y="148"/>
                  </a:cubicBezTo>
                  <a:cubicBezTo>
                    <a:pt x="114" y="148"/>
                    <a:pt x="148" y="114"/>
                    <a:pt x="148" y="74"/>
                  </a:cubicBezTo>
                  <a:close/>
                  <a:moveTo>
                    <a:pt x="30" y="74"/>
                  </a:moveTo>
                  <a:lnTo>
                    <a:pt x="30" y="74"/>
                  </a:lnTo>
                  <a:cubicBezTo>
                    <a:pt x="30" y="50"/>
                    <a:pt x="50" y="30"/>
                    <a:pt x="74" y="30"/>
                  </a:cubicBezTo>
                  <a:cubicBezTo>
                    <a:pt x="98" y="30"/>
                    <a:pt x="119" y="50"/>
                    <a:pt x="119" y="74"/>
                  </a:cubicBezTo>
                  <a:cubicBezTo>
                    <a:pt x="119" y="98"/>
                    <a:pt x="98" y="117"/>
                    <a:pt x="74" y="119"/>
                  </a:cubicBezTo>
                  <a:cubicBezTo>
                    <a:pt x="50" y="117"/>
                    <a:pt x="30" y="98"/>
                    <a:pt x="3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3" name="Freeform 514">
              <a:extLst>
                <a:ext uri="{FF2B5EF4-FFF2-40B4-BE49-F238E27FC236}">
                  <a16:creationId xmlns:a16="http://schemas.microsoft.com/office/drawing/2014/main" id="{8FEDEEF4-5B24-F9C7-EFE9-6875AA55FD1F}"/>
                </a:ext>
              </a:extLst>
            </p:cNvPr>
            <p:cNvSpPr>
              <a:spLocks noChangeArrowheads="1"/>
            </p:cNvSpPr>
            <p:nvPr/>
          </p:nvSpPr>
          <p:spPr bwMode="auto">
            <a:xfrm>
              <a:off x="2627313" y="1393825"/>
              <a:ext cx="53975" cy="53975"/>
            </a:xfrm>
            <a:custGeom>
              <a:avLst/>
              <a:gdLst>
                <a:gd name="T0" fmla="*/ 148 w 149"/>
                <a:gd name="T1" fmla="*/ 74 h 149"/>
                <a:gd name="T2" fmla="*/ 148 w 149"/>
                <a:gd name="T3" fmla="*/ 74 h 149"/>
                <a:gd name="T4" fmla="*/ 75 w 149"/>
                <a:gd name="T5" fmla="*/ 0 h 149"/>
                <a:gd name="T6" fmla="*/ 0 w 149"/>
                <a:gd name="T7" fmla="*/ 74 h 149"/>
                <a:gd name="T8" fmla="*/ 75 w 149"/>
                <a:gd name="T9" fmla="*/ 148 h 149"/>
                <a:gd name="T10" fmla="*/ 148 w 149"/>
                <a:gd name="T11" fmla="*/ 74 h 149"/>
                <a:gd name="T12" fmla="*/ 31 w 149"/>
                <a:gd name="T13" fmla="*/ 74 h 149"/>
                <a:gd name="T14" fmla="*/ 31 w 149"/>
                <a:gd name="T15" fmla="*/ 74 h 149"/>
                <a:gd name="T16" fmla="*/ 75 w 149"/>
                <a:gd name="T17" fmla="*/ 30 h 149"/>
                <a:gd name="T18" fmla="*/ 119 w 149"/>
                <a:gd name="T19" fmla="*/ 74 h 149"/>
                <a:gd name="T20" fmla="*/ 75 w 149"/>
                <a:gd name="T21" fmla="*/ 119 h 149"/>
                <a:gd name="T22" fmla="*/ 31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5" y="0"/>
                    <a:pt x="75" y="0"/>
                  </a:cubicBezTo>
                  <a:cubicBezTo>
                    <a:pt x="33" y="0"/>
                    <a:pt x="0" y="33"/>
                    <a:pt x="0" y="74"/>
                  </a:cubicBezTo>
                  <a:cubicBezTo>
                    <a:pt x="0" y="114"/>
                    <a:pt x="33" y="148"/>
                    <a:pt x="75" y="148"/>
                  </a:cubicBezTo>
                  <a:cubicBezTo>
                    <a:pt x="115" y="148"/>
                    <a:pt x="148" y="114"/>
                    <a:pt x="148" y="74"/>
                  </a:cubicBezTo>
                  <a:close/>
                  <a:moveTo>
                    <a:pt x="31" y="74"/>
                  </a:moveTo>
                  <a:lnTo>
                    <a:pt x="31" y="74"/>
                  </a:lnTo>
                  <a:cubicBezTo>
                    <a:pt x="31" y="50"/>
                    <a:pt x="50" y="30"/>
                    <a:pt x="75" y="30"/>
                  </a:cubicBezTo>
                  <a:cubicBezTo>
                    <a:pt x="98" y="30"/>
                    <a:pt x="119" y="50"/>
                    <a:pt x="119" y="74"/>
                  </a:cubicBezTo>
                  <a:cubicBezTo>
                    <a:pt x="119" y="98"/>
                    <a:pt x="98" y="117"/>
                    <a:pt x="75" y="119"/>
                  </a:cubicBezTo>
                  <a:cubicBezTo>
                    <a:pt x="50" y="117"/>
                    <a:pt x="31" y="98"/>
                    <a:pt x="31"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4" name="Freeform 515">
              <a:extLst>
                <a:ext uri="{FF2B5EF4-FFF2-40B4-BE49-F238E27FC236}">
                  <a16:creationId xmlns:a16="http://schemas.microsoft.com/office/drawing/2014/main" id="{958AEC33-DE70-BD28-3063-9E76D38A2E90}"/>
                </a:ext>
              </a:extLst>
            </p:cNvPr>
            <p:cNvSpPr>
              <a:spLocks noChangeArrowheads="1"/>
            </p:cNvSpPr>
            <p:nvPr/>
          </p:nvSpPr>
          <p:spPr bwMode="auto">
            <a:xfrm>
              <a:off x="2573338" y="1193800"/>
              <a:ext cx="244475" cy="190500"/>
            </a:xfrm>
            <a:custGeom>
              <a:avLst/>
              <a:gdLst>
                <a:gd name="T0" fmla="*/ 14 w 678"/>
                <a:gd name="T1" fmla="*/ 175 h 530"/>
                <a:gd name="T2" fmla="*/ 14 w 678"/>
                <a:gd name="T3" fmla="*/ 175 h 530"/>
                <a:gd name="T4" fmla="*/ 62 w 678"/>
                <a:gd name="T5" fmla="*/ 175 h 530"/>
                <a:gd name="T6" fmla="*/ 88 w 678"/>
                <a:gd name="T7" fmla="*/ 251 h 530"/>
                <a:gd name="T8" fmla="*/ 88 w 678"/>
                <a:gd name="T9" fmla="*/ 290 h 530"/>
                <a:gd name="T10" fmla="*/ 126 w 678"/>
                <a:gd name="T11" fmla="*/ 456 h 530"/>
                <a:gd name="T12" fmla="*/ 182 w 678"/>
                <a:gd name="T13" fmla="*/ 509 h 530"/>
                <a:gd name="T14" fmla="*/ 266 w 678"/>
                <a:gd name="T15" fmla="*/ 529 h 530"/>
                <a:gd name="T16" fmla="*/ 497 w 678"/>
                <a:gd name="T17" fmla="*/ 529 h 530"/>
                <a:gd name="T18" fmla="*/ 583 w 678"/>
                <a:gd name="T19" fmla="*/ 509 h 530"/>
                <a:gd name="T20" fmla="*/ 656 w 678"/>
                <a:gd name="T21" fmla="*/ 421 h 530"/>
                <a:gd name="T22" fmla="*/ 677 w 678"/>
                <a:gd name="T23" fmla="*/ 290 h 530"/>
                <a:gd name="T24" fmla="*/ 677 w 678"/>
                <a:gd name="T25" fmla="*/ 248 h 530"/>
                <a:gd name="T26" fmla="*/ 677 w 678"/>
                <a:gd name="T27" fmla="*/ 224 h 530"/>
                <a:gd name="T28" fmla="*/ 482 w 678"/>
                <a:gd name="T29" fmla="*/ 0 h 530"/>
                <a:gd name="T30" fmla="*/ 476 w 678"/>
                <a:gd name="T31" fmla="*/ 0 h 530"/>
                <a:gd name="T32" fmla="*/ 432 w 678"/>
                <a:gd name="T33" fmla="*/ 37 h 530"/>
                <a:gd name="T34" fmla="*/ 432 w 678"/>
                <a:gd name="T35" fmla="*/ 37 h 530"/>
                <a:gd name="T36" fmla="*/ 399 w 678"/>
                <a:gd name="T37" fmla="*/ 235 h 530"/>
                <a:gd name="T38" fmla="*/ 113 w 678"/>
                <a:gd name="T39" fmla="*/ 235 h 530"/>
                <a:gd name="T40" fmla="*/ 87 w 678"/>
                <a:gd name="T41" fmla="*/ 156 h 530"/>
                <a:gd name="T42" fmla="*/ 73 w 678"/>
                <a:gd name="T43" fmla="*/ 146 h 530"/>
                <a:gd name="T44" fmla="*/ 14 w 678"/>
                <a:gd name="T45" fmla="*/ 146 h 530"/>
                <a:gd name="T46" fmla="*/ 0 w 678"/>
                <a:gd name="T47" fmla="*/ 160 h 530"/>
                <a:gd name="T48" fmla="*/ 14 w 678"/>
                <a:gd name="T49" fmla="*/ 175 h 530"/>
                <a:gd name="T50" fmla="*/ 461 w 678"/>
                <a:gd name="T51" fmla="*/ 41 h 530"/>
                <a:gd name="T52" fmla="*/ 461 w 678"/>
                <a:gd name="T53" fmla="*/ 41 h 530"/>
                <a:gd name="T54" fmla="*/ 447 w 678"/>
                <a:gd name="T55" fmla="*/ 40 h 530"/>
                <a:gd name="T56" fmla="*/ 461 w 678"/>
                <a:gd name="T57" fmla="*/ 41 h 530"/>
                <a:gd name="T58" fmla="*/ 476 w 678"/>
                <a:gd name="T59" fmla="*/ 29 h 530"/>
                <a:gd name="T60" fmla="*/ 478 w 678"/>
                <a:gd name="T61" fmla="*/ 29 h 530"/>
                <a:gd name="T62" fmla="*/ 648 w 678"/>
                <a:gd name="T63" fmla="*/ 224 h 530"/>
                <a:gd name="T64" fmla="*/ 648 w 678"/>
                <a:gd name="T65" fmla="*/ 235 h 530"/>
                <a:gd name="T66" fmla="*/ 429 w 678"/>
                <a:gd name="T67" fmla="*/ 235 h 530"/>
                <a:gd name="T68" fmla="*/ 461 w 678"/>
                <a:gd name="T69" fmla="*/ 41 h 530"/>
                <a:gd name="T70" fmla="*/ 117 w 678"/>
                <a:gd name="T71" fmla="*/ 264 h 530"/>
                <a:gd name="T72" fmla="*/ 117 w 678"/>
                <a:gd name="T73" fmla="*/ 264 h 530"/>
                <a:gd name="T74" fmla="*/ 411 w 678"/>
                <a:gd name="T75" fmla="*/ 264 h 530"/>
                <a:gd name="T76" fmla="*/ 411 w 678"/>
                <a:gd name="T77" fmla="*/ 264 h 530"/>
                <a:gd name="T78" fmla="*/ 648 w 678"/>
                <a:gd name="T79" fmla="*/ 264 h 530"/>
                <a:gd name="T80" fmla="*/ 648 w 678"/>
                <a:gd name="T81" fmla="*/ 290 h 530"/>
                <a:gd name="T82" fmla="*/ 613 w 678"/>
                <a:gd name="T83" fmla="*/ 440 h 530"/>
                <a:gd name="T84" fmla="*/ 569 w 678"/>
                <a:gd name="T85" fmla="*/ 483 h 530"/>
                <a:gd name="T86" fmla="*/ 497 w 678"/>
                <a:gd name="T87" fmla="*/ 500 h 530"/>
                <a:gd name="T88" fmla="*/ 266 w 678"/>
                <a:gd name="T89" fmla="*/ 500 h 530"/>
                <a:gd name="T90" fmla="*/ 196 w 678"/>
                <a:gd name="T91" fmla="*/ 483 h 530"/>
                <a:gd name="T92" fmla="*/ 135 w 678"/>
                <a:gd name="T93" fmla="*/ 410 h 530"/>
                <a:gd name="T94" fmla="*/ 117 w 678"/>
                <a:gd name="T95" fmla="*/ 290 h 530"/>
                <a:gd name="T96" fmla="*/ 117 w 678"/>
                <a:gd name="T97"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8" h="530">
                  <a:moveTo>
                    <a:pt x="14" y="175"/>
                  </a:moveTo>
                  <a:lnTo>
                    <a:pt x="14" y="175"/>
                  </a:lnTo>
                  <a:cubicBezTo>
                    <a:pt x="62" y="175"/>
                    <a:pt x="62" y="175"/>
                    <a:pt x="62" y="175"/>
                  </a:cubicBezTo>
                  <a:cubicBezTo>
                    <a:pt x="88" y="251"/>
                    <a:pt x="88" y="251"/>
                    <a:pt x="88" y="251"/>
                  </a:cubicBezTo>
                  <a:cubicBezTo>
                    <a:pt x="88" y="290"/>
                    <a:pt x="88" y="290"/>
                    <a:pt x="88" y="290"/>
                  </a:cubicBezTo>
                  <a:cubicBezTo>
                    <a:pt x="88" y="353"/>
                    <a:pt x="98" y="411"/>
                    <a:pt x="126" y="456"/>
                  </a:cubicBezTo>
                  <a:cubicBezTo>
                    <a:pt x="139" y="478"/>
                    <a:pt x="159" y="497"/>
                    <a:pt x="182" y="509"/>
                  </a:cubicBezTo>
                  <a:cubicBezTo>
                    <a:pt x="206" y="522"/>
                    <a:pt x="235" y="529"/>
                    <a:pt x="266" y="529"/>
                  </a:cubicBezTo>
                  <a:cubicBezTo>
                    <a:pt x="497" y="529"/>
                    <a:pt x="497" y="529"/>
                    <a:pt x="497" y="529"/>
                  </a:cubicBezTo>
                  <a:cubicBezTo>
                    <a:pt x="530" y="529"/>
                    <a:pt x="559" y="522"/>
                    <a:pt x="583" y="509"/>
                  </a:cubicBezTo>
                  <a:cubicBezTo>
                    <a:pt x="617" y="490"/>
                    <a:pt x="642" y="458"/>
                    <a:pt x="656" y="421"/>
                  </a:cubicBezTo>
                  <a:cubicBezTo>
                    <a:pt x="671" y="382"/>
                    <a:pt x="677" y="338"/>
                    <a:pt x="677" y="290"/>
                  </a:cubicBezTo>
                  <a:cubicBezTo>
                    <a:pt x="677" y="248"/>
                    <a:pt x="677" y="248"/>
                    <a:pt x="677" y="248"/>
                  </a:cubicBezTo>
                  <a:cubicBezTo>
                    <a:pt x="677" y="224"/>
                    <a:pt x="677" y="224"/>
                    <a:pt x="677" y="224"/>
                  </a:cubicBezTo>
                  <a:cubicBezTo>
                    <a:pt x="677" y="109"/>
                    <a:pt x="592" y="15"/>
                    <a:pt x="482" y="0"/>
                  </a:cubicBezTo>
                  <a:cubicBezTo>
                    <a:pt x="480" y="0"/>
                    <a:pt x="478" y="0"/>
                    <a:pt x="476" y="0"/>
                  </a:cubicBezTo>
                  <a:cubicBezTo>
                    <a:pt x="454" y="0"/>
                    <a:pt x="436" y="15"/>
                    <a:pt x="432" y="37"/>
                  </a:cubicBezTo>
                  <a:lnTo>
                    <a:pt x="432" y="37"/>
                  </a:lnTo>
                  <a:cubicBezTo>
                    <a:pt x="399" y="235"/>
                    <a:pt x="399" y="235"/>
                    <a:pt x="399" y="235"/>
                  </a:cubicBezTo>
                  <a:cubicBezTo>
                    <a:pt x="113" y="235"/>
                    <a:pt x="113" y="235"/>
                    <a:pt x="113" y="235"/>
                  </a:cubicBezTo>
                  <a:cubicBezTo>
                    <a:pt x="87" y="156"/>
                    <a:pt x="87" y="156"/>
                    <a:pt x="87" y="156"/>
                  </a:cubicBezTo>
                  <a:cubicBezTo>
                    <a:pt x="85" y="149"/>
                    <a:pt x="80" y="146"/>
                    <a:pt x="73" y="146"/>
                  </a:cubicBezTo>
                  <a:cubicBezTo>
                    <a:pt x="14" y="146"/>
                    <a:pt x="14" y="146"/>
                    <a:pt x="14" y="146"/>
                  </a:cubicBezTo>
                  <a:cubicBezTo>
                    <a:pt x="5" y="146"/>
                    <a:pt x="0" y="152"/>
                    <a:pt x="0" y="160"/>
                  </a:cubicBezTo>
                  <a:cubicBezTo>
                    <a:pt x="0" y="168"/>
                    <a:pt x="5" y="175"/>
                    <a:pt x="14" y="175"/>
                  </a:cubicBezTo>
                  <a:close/>
                  <a:moveTo>
                    <a:pt x="461" y="41"/>
                  </a:moveTo>
                  <a:lnTo>
                    <a:pt x="461" y="41"/>
                  </a:lnTo>
                  <a:cubicBezTo>
                    <a:pt x="447" y="40"/>
                    <a:pt x="447" y="40"/>
                    <a:pt x="447" y="40"/>
                  </a:cubicBezTo>
                  <a:cubicBezTo>
                    <a:pt x="461" y="41"/>
                    <a:pt x="461" y="41"/>
                    <a:pt x="461" y="41"/>
                  </a:cubicBezTo>
                  <a:cubicBezTo>
                    <a:pt x="463" y="34"/>
                    <a:pt x="469" y="29"/>
                    <a:pt x="476" y="29"/>
                  </a:cubicBezTo>
                  <a:cubicBezTo>
                    <a:pt x="478" y="29"/>
                    <a:pt x="478" y="29"/>
                    <a:pt x="478" y="29"/>
                  </a:cubicBezTo>
                  <a:cubicBezTo>
                    <a:pt x="573" y="43"/>
                    <a:pt x="648" y="124"/>
                    <a:pt x="648" y="224"/>
                  </a:cubicBezTo>
                  <a:cubicBezTo>
                    <a:pt x="648" y="235"/>
                    <a:pt x="648" y="235"/>
                    <a:pt x="648" y="235"/>
                  </a:cubicBezTo>
                  <a:cubicBezTo>
                    <a:pt x="429" y="235"/>
                    <a:pt x="429" y="235"/>
                    <a:pt x="429" y="235"/>
                  </a:cubicBezTo>
                  <a:lnTo>
                    <a:pt x="461" y="41"/>
                  </a:lnTo>
                  <a:close/>
                  <a:moveTo>
                    <a:pt x="117" y="264"/>
                  </a:moveTo>
                  <a:lnTo>
                    <a:pt x="117" y="264"/>
                  </a:lnTo>
                  <a:cubicBezTo>
                    <a:pt x="411" y="264"/>
                    <a:pt x="411" y="264"/>
                    <a:pt x="411" y="264"/>
                  </a:cubicBezTo>
                  <a:lnTo>
                    <a:pt x="411" y="264"/>
                  </a:lnTo>
                  <a:cubicBezTo>
                    <a:pt x="648" y="264"/>
                    <a:pt x="648" y="264"/>
                    <a:pt x="648" y="264"/>
                  </a:cubicBezTo>
                  <a:cubicBezTo>
                    <a:pt x="648" y="290"/>
                    <a:pt x="648" y="290"/>
                    <a:pt x="648" y="290"/>
                  </a:cubicBezTo>
                  <a:cubicBezTo>
                    <a:pt x="648" y="351"/>
                    <a:pt x="637" y="403"/>
                    <a:pt x="613" y="440"/>
                  </a:cubicBezTo>
                  <a:cubicBezTo>
                    <a:pt x="602" y="458"/>
                    <a:pt x="587" y="474"/>
                    <a:pt x="569" y="483"/>
                  </a:cubicBezTo>
                  <a:cubicBezTo>
                    <a:pt x="550" y="493"/>
                    <a:pt x="526" y="498"/>
                    <a:pt x="497" y="500"/>
                  </a:cubicBezTo>
                  <a:cubicBezTo>
                    <a:pt x="266" y="500"/>
                    <a:pt x="266" y="500"/>
                    <a:pt x="266" y="500"/>
                  </a:cubicBezTo>
                  <a:cubicBezTo>
                    <a:pt x="239" y="498"/>
                    <a:pt x="215" y="493"/>
                    <a:pt x="196" y="483"/>
                  </a:cubicBezTo>
                  <a:cubicBezTo>
                    <a:pt x="168" y="468"/>
                    <a:pt x="149" y="443"/>
                    <a:pt x="135" y="410"/>
                  </a:cubicBezTo>
                  <a:cubicBezTo>
                    <a:pt x="123" y="377"/>
                    <a:pt x="117" y="335"/>
                    <a:pt x="117" y="290"/>
                  </a:cubicBezTo>
                  <a:lnTo>
                    <a:pt x="117" y="2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5" name="Freeform 516">
            <a:extLst>
              <a:ext uri="{FF2B5EF4-FFF2-40B4-BE49-F238E27FC236}">
                <a16:creationId xmlns:a16="http://schemas.microsoft.com/office/drawing/2014/main" id="{09EEC208-B67D-754A-F8A0-03EA756A1475}"/>
              </a:ext>
            </a:extLst>
          </p:cNvPr>
          <p:cNvSpPr>
            <a:spLocks noChangeArrowheads="1"/>
          </p:cNvSpPr>
          <p:nvPr/>
        </p:nvSpPr>
        <p:spPr bwMode="auto">
          <a:xfrm>
            <a:off x="1184795" y="1393453"/>
            <a:ext cx="255588" cy="233362"/>
          </a:xfrm>
          <a:custGeom>
            <a:avLst/>
            <a:gdLst>
              <a:gd name="T0" fmla="*/ 73 w 708"/>
              <a:gd name="T1" fmla="*/ 648 h 649"/>
              <a:gd name="T2" fmla="*/ 707 w 708"/>
              <a:gd name="T3" fmla="*/ 575 h 649"/>
              <a:gd name="T4" fmla="*/ 633 w 708"/>
              <a:gd name="T5" fmla="*/ 118 h 649"/>
              <a:gd name="T6" fmla="*/ 500 w 708"/>
              <a:gd name="T7" fmla="*/ 44 h 649"/>
              <a:gd name="T8" fmla="*/ 250 w 708"/>
              <a:gd name="T9" fmla="*/ 0 h 649"/>
              <a:gd name="T10" fmla="*/ 206 w 708"/>
              <a:gd name="T11" fmla="*/ 118 h 649"/>
              <a:gd name="T12" fmla="*/ 0 w 708"/>
              <a:gd name="T13" fmla="*/ 191 h 649"/>
              <a:gd name="T14" fmla="*/ 73 w 708"/>
              <a:gd name="T15" fmla="*/ 648 h 649"/>
              <a:gd name="T16" fmla="*/ 235 w 708"/>
              <a:gd name="T17" fmla="*/ 44 h 649"/>
              <a:gd name="T18" fmla="*/ 456 w 708"/>
              <a:gd name="T19" fmla="*/ 29 h 649"/>
              <a:gd name="T20" fmla="*/ 471 w 708"/>
              <a:gd name="T21" fmla="*/ 118 h 649"/>
              <a:gd name="T22" fmla="*/ 235 w 708"/>
              <a:gd name="T23" fmla="*/ 44 h 649"/>
              <a:gd name="T24" fmla="*/ 633 w 708"/>
              <a:gd name="T25" fmla="*/ 619 h 649"/>
              <a:gd name="T26" fmla="*/ 29 w 708"/>
              <a:gd name="T27" fmla="*/ 575 h 649"/>
              <a:gd name="T28" fmla="*/ 51 w 708"/>
              <a:gd name="T29" fmla="*/ 281 h 649"/>
              <a:gd name="T30" fmla="*/ 265 w 708"/>
              <a:gd name="T31" fmla="*/ 379 h 649"/>
              <a:gd name="T32" fmla="*/ 309 w 708"/>
              <a:gd name="T33" fmla="*/ 442 h 649"/>
              <a:gd name="T34" fmla="*/ 442 w 708"/>
              <a:gd name="T35" fmla="*/ 398 h 649"/>
              <a:gd name="T36" fmla="*/ 550 w 708"/>
              <a:gd name="T37" fmla="*/ 345 h 649"/>
              <a:gd name="T38" fmla="*/ 677 w 708"/>
              <a:gd name="T39" fmla="*/ 257 h 649"/>
              <a:gd name="T40" fmla="*/ 633 w 708"/>
              <a:gd name="T41" fmla="*/ 619 h 649"/>
              <a:gd name="T42" fmla="*/ 412 w 708"/>
              <a:gd name="T43" fmla="*/ 368 h 649"/>
              <a:gd name="T44" fmla="*/ 398 w 708"/>
              <a:gd name="T45" fmla="*/ 412 h 649"/>
              <a:gd name="T46" fmla="*/ 294 w 708"/>
              <a:gd name="T47" fmla="*/ 398 h 649"/>
              <a:gd name="T48" fmla="*/ 294 w 708"/>
              <a:gd name="T49" fmla="*/ 338 h 649"/>
              <a:gd name="T50" fmla="*/ 398 w 708"/>
              <a:gd name="T51" fmla="*/ 323 h 649"/>
              <a:gd name="T52" fmla="*/ 412 w 708"/>
              <a:gd name="T53" fmla="*/ 368 h 649"/>
              <a:gd name="T54" fmla="*/ 73 w 708"/>
              <a:gd name="T55" fmla="*/ 147 h 649"/>
              <a:gd name="T56" fmla="*/ 486 w 708"/>
              <a:gd name="T57" fmla="*/ 147 h 649"/>
              <a:gd name="T58" fmla="*/ 677 w 708"/>
              <a:gd name="T59" fmla="*/ 191 h 649"/>
              <a:gd name="T60" fmla="*/ 633 w 708"/>
              <a:gd name="T61" fmla="*/ 260 h 649"/>
              <a:gd name="T62" fmla="*/ 442 w 708"/>
              <a:gd name="T63" fmla="*/ 348 h 649"/>
              <a:gd name="T64" fmla="*/ 398 w 708"/>
              <a:gd name="T65" fmla="*/ 294 h 649"/>
              <a:gd name="T66" fmla="*/ 265 w 708"/>
              <a:gd name="T67" fmla="*/ 338 h 649"/>
              <a:gd name="T68" fmla="*/ 164 w 708"/>
              <a:gd name="T69" fmla="*/ 316 h 649"/>
              <a:gd name="T70" fmla="*/ 29 w 708"/>
              <a:gd name="T71" fmla="*/ 214 h 649"/>
              <a:gd name="T72" fmla="*/ 73 w 708"/>
              <a:gd name="T73" fmla="*/ 147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649">
                <a:moveTo>
                  <a:pt x="73" y="648"/>
                </a:moveTo>
                <a:lnTo>
                  <a:pt x="73" y="648"/>
                </a:lnTo>
                <a:cubicBezTo>
                  <a:pt x="633" y="648"/>
                  <a:pt x="633" y="648"/>
                  <a:pt x="633" y="648"/>
                </a:cubicBezTo>
                <a:cubicBezTo>
                  <a:pt x="674" y="648"/>
                  <a:pt x="707" y="615"/>
                  <a:pt x="707" y="575"/>
                </a:cubicBezTo>
                <a:cubicBezTo>
                  <a:pt x="707" y="191"/>
                  <a:pt x="707" y="191"/>
                  <a:pt x="707" y="191"/>
                </a:cubicBezTo>
                <a:cubicBezTo>
                  <a:pt x="707" y="151"/>
                  <a:pt x="674" y="118"/>
                  <a:pt x="633" y="118"/>
                </a:cubicBezTo>
                <a:cubicBezTo>
                  <a:pt x="500" y="118"/>
                  <a:pt x="500" y="118"/>
                  <a:pt x="500" y="118"/>
                </a:cubicBezTo>
                <a:cubicBezTo>
                  <a:pt x="500" y="44"/>
                  <a:pt x="500" y="44"/>
                  <a:pt x="500" y="44"/>
                </a:cubicBezTo>
                <a:cubicBezTo>
                  <a:pt x="500" y="19"/>
                  <a:pt x="481" y="0"/>
                  <a:pt x="456" y="0"/>
                </a:cubicBezTo>
                <a:cubicBezTo>
                  <a:pt x="250" y="0"/>
                  <a:pt x="250" y="0"/>
                  <a:pt x="250" y="0"/>
                </a:cubicBezTo>
                <a:cubicBezTo>
                  <a:pt x="225" y="0"/>
                  <a:pt x="206" y="19"/>
                  <a:pt x="206" y="44"/>
                </a:cubicBezTo>
                <a:cubicBezTo>
                  <a:pt x="206" y="118"/>
                  <a:pt x="206" y="118"/>
                  <a:pt x="206" y="118"/>
                </a:cubicBezTo>
                <a:cubicBezTo>
                  <a:pt x="73" y="118"/>
                  <a:pt x="73" y="118"/>
                  <a:pt x="73" y="118"/>
                </a:cubicBezTo>
                <a:cubicBezTo>
                  <a:pt x="32" y="118"/>
                  <a:pt x="0" y="151"/>
                  <a:pt x="0" y="191"/>
                </a:cubicBezTo>
                <a:cubicBezTo>
                  <a:pt x="0" y="575"/>
                  <a:pt x="0" y="575"/>
                  <a:pt x="0" y="575"/>
                </a:cubicBezTo>
                <a:cubicBezTo>
                  <a:pt x="0" y="615"/>
                  <a:pt x="32" y="648"/>
                  <a:pt x="73" y="648"/>
                </a:cubicBezTo>
                <a:close/>
                <a:moveTo>
                  <a:pt x="235" y="44"/>
                </a:moveTo>
                <a:lnTo>
                  <a:pt x="235" y="44"/>
                </a:lnTo>
                <a:cubicBezTo>
                  <a:pt x="235" y="36"/>
                  <a:pt x="242" y="29"/>
                  <a:pt x="250" y="29"/>
                </a:cubicBezTo>
                <a:cubicBezTo>
                  <a:pt x="456" y="29"/>
                  <a:pt x="456" y="29"/>
                  <a:pt x="456" y="29"/>
                </a:cubicBezTo>
                <a:cubicBezTo>
                  <a:pt x="464" y="29"/>
                  <a:pt x="471" y="36"/>
                  <a:pt x="471" y="44"/>
                </a:cubicBezTo>
                <a:cubicBezTo>
                  <a:pt x="471" y="118"/>
                  <a:pt x="471" y="118"/>
                  <a:pt x="471" y="118"/>
                </a:cubicBezTo>
                <a:cubicBezTo>
                  <a:pt x="235" y="118"/>
                  <a:pt x="235" y="118"/>
                  <a:pt x="235" y="118"/>
                </a:cubicBezTo>
                <a:lnTo>
                  <a:pt x="235" y="44"/>
                </a:lnTo>
                <a:close/>
                <a:moveTo>
                  <a:pt x="633" y="619"/>
                </a:moveTo>
                <a:lnTo>
                  <a:pt x="633" y="619"/>
                </a:lnTo>
                <a:cubicBezTo>
                  <a:pt x="73" y="619"/>
                  <a:pt x="73" y="619"/>
                  <a:pt x="73" y="619"/>
                </a:cubicBezTo>
                <a:cubicBezTo>
                  <a:pt x="48" y="618"/>
                  <a:pt x="29" y="598"/>
                  <a:pt x="29" y="575"/>
                </a:cubicBezTo>
                <a:cubicBezTo>
                  <a:pt x="29" y="257"/>
                  <a:pt x="29" y="257"/>
                  <a:pt x="29" y="257"/>
                </a:cubicBezTo>
                <a:cubicBezTo>
                  <a:pt x="51" y="281"/>
                  <a:pt x="51" y="281"/>
                  <a:pt x="51" y="281"/>
                </a:cubicBezTo>
                <a:cubicBezTo>
                  <a:pt x="80" y="310"/>
                  <a:pt x="116" y="332"/>
                  <a:pt x="156" y="344"/>
                </a:cubicBezTo>
                <a:cubicBezTo>
                  <a:pt x="265" y="379"/>
                  <a:pt x="265" y="379"/>
                  <a:pt x="265" y="379"/>
                </a:cubicBezTo>
                <a:cubicBezTo>
                  <a:pt x="265" y="398"/>
                  <a:pt x="265" y="398"/>
                  <a:pt x="265" y="398"/>
                </a:cubicBezTo>
                <a:cubicBezTo>
                  <a:pt x="265" y="421"/>
                  <a:pt x="285" y="442"/>
                  <a:pt x="309" y="442"/>
                </a:cubicBezTo>
                <a:cubicBezTo>
                  <a:pt x="398" y="442"/>
                  <a:pt x="398" y="442"/>
                  <a:pt x="398" y="442"/>
                </a:cubicBezTo>
                <a:cubicBezTo>
                  <a:pt x="421" y="442"/>
                  <a:pt x="442" y="421"/>
                  <a:pt x="442" y="398"/>
                </a:cubicBezTo>
                <a:cubicBezTo>
                  <a:pt x="442" y="379"/>
                  <a:pt x="442" y="379"/>
                  <a:pt x="442" y="379"/>
                </a:cubicBezTo>
                <a:cubicBezTo>
                  <a:pt x="550" y="345"/>
                  <a:pt x="550" y="345"/>
                  <a:pt x="550" y="345"/>
                </a:cubicBezTo>
                <a:cubicBezTo>
                  <a:pt x="588" y="333"/>
                  <a:pt x="626" y="311"/>
                  <a:pt x="655" y="281"/>
                </a:cubicBezTo>
                <a:cubicBezTo>
                  <a:pt x="677" y="257"/>
                  <a:pt x="677" y="257"/>
                  <a:pt x="677" y="257"/>
                </a:cubicBezTo>
                <a:cubicBezTo>
                  <a:pt x="677" y="575"/>
                  <a:pt x="677" y="575"/>
                  <a:pt x="677" y="575"/>
                </a:cubicBezTo>
                <a:cubicBezTo>
                  <a:pt x="677" y="598"/>
                  <a:pt x="657" y="618"/>
                  <a:pt x="633" y="619"/>
                </a:cubicBezTo>
                <a:close/>
                <a:moveTo>
                  <a:pt x="412" y="368"/>
                </a:moveTo>
                <a:lnTo>
                  <a:pt x="412" y="368"/>
                </a:lnTo>
                <a:cubicBezTo>
                  <a:pt x="412" y="398"/>
                  <a:pt x="412" y="398"/>
                  <a:pt x="412" y="398"/>
                </a:cubicBezTo>
                <a:cubicBezTo>
                  <a:pt x="412" y="405"/>
                  <a:pt x="405" y="412"/>
                  <a:pt x="398" y="412"/>
                </a:cubicBezTo>
                <a:cubicBezTo>
                  <a:pt x="309" y="412"/>
                  <a:pt x="309" y="412"/>
                  <a:pt x="309" y="412"/>
                </a:cubicBezTo>
                <a:cubicBezTo>
                  <a:pt x="301" y="412"/>
                  <a:pt x="294" y="405"/>
                  <a:pt x="294" y="398"/>
                </a:cubicBezTo>
                <a:cubicBezTo>
                  <a:pt x="294" y="368"/>
                  <a:pt x="294" y="368"/>
                  <a:pt x="294" y="368"/>
                </a:cubicBezTo>
                <a:cubicBezTo>
                  <a:pt x="294" y="338"/>
                  <a:pt x="294" y="338"/>
                  <a:pt x="294" y="338"/>
                </a:cubicBezTo>
                <a:cubicBezTo>
                  <a:pt x="294" y="330"/>
                  <a:pt x="301" y="323"/>
                  <a:pt x="309" y="323"/>
                </a:cubicBezTo>
                <a:cubicBezTo>
                  <a:pt x="398" y="323"/>
                  <a:pt x="398" y="323"/>
                  <a:pt x="398" y="323"/>
                </a:cubicBezTo>
                <a:cubicBezTo>
                  <a:pt x="405" y="323"/>
                  <a:pt x="412" y="330"/>
                  <a:pt x="412" y="338"/>
                </a:cubicBezTo>
                <a:lnTo>
                  <a:pt x="412" y="368"/>
                </a:lnTo>
                <a:close/>
                <a:moveTo>
                  <a:pt x="73" y="147"/>
                </a:moveTo>
                <a:lnTo>
                  <a:pt x="73" y="147"/>
                </a:lnTo>
                <a:cubicBezTo>
                  <a:pt x="221" y="147"/>
                  <a:pt x="221" y="147"/>
                  <a:pt x="221" y="147"/>
                </a:cubicBezTo>
                <a:cubicBezTo>
                  <a:pt x="486" y="147"/>
                  <a:pt x="486" y="147"/>
                  <a:pt x="486" y="147"/>
                </a:cubicBezTo>
                <a:cubicBezTo>
                  <a:pt x="633" y="147"/>
                  <a:pt x="633" y="147"/>
                  <a:pt x="633" y="147"/>
                </a:cubicBezTo>
                <a:cubicBezTo>
                  <a:pt x="657" y="147"/>
                  <a:pt x="677" y="167"/>
                  <a:pt x="677" y="191"/>
                </a:cubicBezTo>
                <a:cubicBezTo>
                  <a:pt x="677" y="214"/>
                  <a:pt x="677" y="214"/>
                  <a:pt x="677" y="214"/>
                </a:cubicBezTo>
                <a:cubicBezTo>
                  <a:pt x="633" y="260"/>
                  <a:pt x="633" y="260"/>
                  <a:pt x="633" y="260"/>
                </a:cubicBezTo>
                <a:cubicBezTo>
                  <a:pt x="608" y="286"/>
                  <a:pt x="576" y="305"/>
                  <a:pt x="540" y="316"/>
                </a:cubicBezTo>
                <a:cubicBezTo>
                  <a:pt x="442" y="348"/>
                  <a:pt x="442" y="348"/>
                  <a:pt x="442" y="348"/>
                </a:cubicBezTo>
                <a:cubicBezTo>
                  <a:pt x="442" y="338"/>
                  <a:pt x="442" y="338"/>
                  <a:pt x="442" y="338"/>
                </a:cubicBezTo>
                <a:cubicBezTo>
                  <a:pt x="442" y="314"/>
                  <a:pt x="421" y="294"/>
                  <a:pt x="398" y="294"/>
                </a:cubicBezTo>
                <a:cubicBezTo>
                  <a:pt x="309" y="294"/>
                  <a:pt x="309" y="294"/>
                  <a:pt x="309" y="294"/>
                </a:cubicBezTo>
                <a:cubicBezTo>
                  <a:pt x="285" y="294"/>
                  <a:pt x="265" y="314"/>
                  <a:pt x="265" y="338"/>
                </a:cubicBezTo>
                <a:cubicBezTo>
                  <a:pt x="265" y="348"/>
                  <a:pt x="265" y="348"/>
                  <a:pt x="265" y="348"/>
                </a:cubicBezTo>
                <a:cubicBezTo>
                  <a:pt x="164" y="316"/>
                  <a:pt x="164" y="316"/>
                  <a:pt x="164" y="316"/>
                </a:cubicBezTo>
                <a:cubicBezTo>
                  <a:pt x="130" y="305"/>
                  <a:pt x="98" y="286"/>
                  <a:pt x="72" y="260"/>
                </a:cubicBezTo>
                <a:cubicBezTo>
                  <a:pt x="29" y="214"/>
                  <a:pt x="29" y="214"/>
                  <a:pt x="29" y="214"/>
                </a:cubicBezTo>
                <a:cubicBezTo>
                  <a:pt x="29" y="191"/>
                  <a:pt x="29" y="191"/>
                  <a:pt x="29" y="191"/>
                </a:cubicBezTo>
                <a:cubicBezTo>
                  <a:pt x="29" y="167"/>
                  <a:pt x="48" y="147"/>
                  <a:pt x="73" y="147"/>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26" name="Group 628">
            <a:extLst>
              <a:ext uri="{FF2B5EF4-FFF2-40B4-BE49-F238E27FC236}">
                <a16:creationId xmlns:a16="http://schemas.microsoft.com/office/drawing/2014/main" id="{E42BC6E6-EDDF-1E31-D03C-9F29657E24FD}"/>
              </a:ext>
            </a:extLst>
          </p:cNvPr>
          <p:cNvGrpSpPr/>
          <p:nvPr/>
        </p:nvGrpSpPr>
        <p:grpSpPr>
          <a:xfrm>
            <a:off x="2213495" y="1388690"/>
            <a:ext cx="244475" cy="242888"/>
            <a:chOff x="1057275" y="1701800"/>
            <a:chExt cx="244475" cy="242888"/>
          </a:xfrm>
          <a:solidFill>
            <a:schemeClr val="tx2"/>
          </a:solidFill>
        </p:grpSpPr>
        <p:sp>
          <p:nvSpPr>
            <p:cNvPr id="627" name="Freeform 517">
              <a:extLst>
                <a:ext uri="{FF2B5EF4-FFF2-40B4-BE49-F238E27FC236}">
                  <a16:creationId xmlns:a16="http://schemas.microsoft.com/office/drawing/2014/main" id="{ED9C78EF-134F-C97B-417E-CB9712A82EF4}"/>
                </a:ext>
              </a:extLst>
            </p:cNvPr>
            <p:cNvSpPr>
              <a:spLocks noChangeArrowheads="1"/>
            </p:cNvSpPr>
            <p:nvPr/>
          </p:nvSpPr>
          <p:spPr bwMode="auto">
            <a:xfrm>
              <a:off x="1131888" y="1785938"/>
              <a:ext cx="22225" cy="20637"/>
            </a:xfrm>
            <a:custGeom>
              <a:avLst/>
              <a:gdLst>
                <a:gd name="T0" fmla="*/ 30 w 60"/>
                <a:gd name="T1" fmla="*/ 58 h 59"/>
                <a:gd name="T2" fmla="*/ 30 w 60"/>
                <a:gd name="T3" fmla="*/ 58 h 59"/>
                <a:gd name="T4" fmla="*/ 59 w 60"/>
                <a:gd name="T5" fmla="*/ 29 h 59"/>
                <a:gd name="T6" fmla="*/ 30 w 60"/>
                <a:gd name="T7" fmla="*/ 0 h 59"/>
                <a:gd name="T8" fmla="*/ 0 w 60"/>
                <a:gd name="T9" fmla="*/ 29 h 59"/>
                <a:gd name="T10" fmla="*/ 30 w 60"/>
                <a:gd name="T11" fmla="*/ 58 h 59"/>
              </a:gdLst>
              <a:ahLst/>
              <a:cxnLst>
                <a:cxn ang="0">
                  <a:pos x="T0" y="T1"/>
                </a:cxn>
                <a:cxn ang="0">
                  <a:pos x="T2" y="T3"/>
                </a:cxn>
                <a:cxn ang="0">
                  <a:pos x="T4" y="T5"/>
                </a:cxn>
                <a:cxn ang="0">
                  <a:pos x="T6" y="T7"/>
                </a:cxn>
                <a:cxn ang="0">
                  <a:pos x="T8" y="T9"/>
                </a:cxn>
                <a:cxn ang="0">
                  <a:pos x="T10" y="T11"/>
                </a:cxn>
              </a:cxnLst>
              <a:rect l="0" t="0" r="r" b="b"/>
              <a:pathLst>
                <a:path w="60" h="59">
                  <a:moveTo>
                    <a:pt x="30" y="58"/>
                  </a:moveTo>
                  <a:lnTo>
                    <a:pt x="30" y="58"/>
                  </a:lnTo>
                  <a:cubicBezTo>
                    <a:pt x="45" y="58"/>
                    <a:pt x="59" y="45"/>
                    <a:pt x="59" y="29"/>
                  </a:cubicBezTo>
                  <a:cubicBezTo>
                    <a:pt x="59" y="12"/>
                    <a:pt x="45" y="0"/>
                    <a:pt x="30" y="0"/>
                  </a:cubicBezTo>
                  <a:cubicBezTo>
                    <a:pt x="13" y="0"/>
                    <a:pt x="0" y="12"/>
                    <a:pt x="0" y="29"/>
                  </a:cubicBezTo>
                  <a:cubicBezTo>
                    <a:pt x="0" y="45"/>
                    <a:pt x="13" y="58"/>
                    <a:pt x="30"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8" name="Freeform 518">
              <a:extLst>
                <a:ext uri="{FF2B5EF4-FFF2-40B4-BE49-F238E27FC236}">
                  <a16:creationId xmlns:a16="http://schemas.microsoft.com/office/drawing/2014/main" id="{817EDFED-ABF3-8950-D2F4-E97E1BDC5746}"/>
                </a:ext>
              </a:extLst>
            </p:cNvPr>
            <p:cNvSpPr>
              <a:spLocks noChangeArrowheads="1"/>
            </p:cNvSpPr>
            <p:nvPr/>
          </p:nvSpPr>
          <p:spPr bwMode="auto">
            <a:xfrm>
              <a:off x="1204913" y="1785938"/>
              <a:ext cx="20637" cy="20637"/>
            </a:xfrm>
            <a:custGeom>
              <a:avLst/>
              <a:gdLst>
                <a:gd name="T0" fmla="*/ 29 w 59"/>
                <a:gd name="T1" fmla="*/ 58 h 59"/>
                <a:gd name="T2" fmla="*/ 29 w 59"/>
                <a:gd name="T3" fmla="*/ 58 h 59"/>
                <a:gd name="T4" fmla="*/ 58 w 59"/>
                <a:gd name="T5" fmla="*/ 29 h 59"/>
                <a:gd name="T6" fmla="*/ 29 w 59"/>
                <a:gd name="T7" fmla="*/ 0 h 59"/>
                <a:gd name="T8" fmla="*/ 0 w 59"/>
                <a:gd name="T9" fmla="*/ 29 h 59"/>
                <a:gd name="T10" fmla="*/ 29 w 59"/>
                <a:gd name="T11" fmla="*/ 58 h 59"/>
              </a:gdLst>
              <a:ahLst/>
              <a:cxnLst>
                <a:cxn ang="0">
                  <a:pos x="T0" y="T1"/>
                </a:cxn>
                <a:cxn ang="0">
                  <a:pos x="T2" y="T3"/>
                </a:cxn>
                <a:cxn ang="0">
                  <a:pos x="T4" y="T5"/>
                </a:cxn>
                <a:cxn ang="0">
                  <a:pos x="T6" y="T7"/>
                </a:cxn>
                <a:cxn ang="0">
                  <a:pos x="T8" y="T9"/>
                </a:cxn>
                <a:cxn ang="0">
                  <a:pos x="T10" y="T11"/>
                </a:cxn>
              </a:cxnLst>
              <a:rect l="0" t="0" r="r" b="b"/>
              <a:pathLst>
                <a:path w="59" h="59">
                  <a:moveTo>
                    <a:pt x="29" y="58"/>
                  </a:moveTo>
                  <a:lnTo>
                    <a:pt x="29" y="58"/>
                  </a:lnTo>
                  <a:cubicBezTo>
                    <a:pt x="45" y="58"/>
                    <a:pt x="58" y="45"/>
                    <a:pt x="58" y="29"/>
                  </a:cubicBezTo>
                  <a:cubicBezTo>
                    <a:pt x="58" y="12"/>
                    <a:pt x="45" y="0"/>
                    <a:pt x="29" y="0"/>
                  </a:cubicBezTo>
                  <a:cubicBezTo>
                    <a:pt x="12" y="0"/>
                    <a:pt x="0" y="12"/>
                    <a:pt x="0" y="29"/>
                  </a:cubicBezTo>
                  <a:cubicBezTo>
                    <a:pt x="0" y="45"/>
                    <a:pt x="12" y="58"/>
                    <a:pt x="29"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9" name="Freeform 519">
              <a:extLst>
                <a:ext uri="{FF2B5EF4-FFF2-40B4-BE49-F238E27FC236}">
                  <a16:creationId xmlns:a16="http://schemas.microsoft.com/office/drawing/2014/main" id="{B9D75FC3-4087-BACA-CF3A-917D3ABB4C9A}"/>
                </a:ext>
              </a:extLst>
            </p:cNvPr>
            <p:cNvSpPr>
              <a:spLocks noChangeArrowheads="1"/>
            </p:cNvSpPr>
            <p:nvPr/>
          </p:nvSpPr>
          <p:spPr bwMode="auto">
            <a:xfrm>
              <a:off x="1057275" y="1701800"/>
              <a:ext cx="244475" cy="242888"/>
            </a:xfrm>
            <a:custGeom>
              <a:avLst/>
              <a:gdLst>
                <a:gd name="T0" fmla="*/ 15 w 679"/>
                <a:gd name="T1" fmla="*/ 648 h 675"/>
                <a:gd name="T2" fmla="*/ 110 w 679"/>
                <a:gd name="T3" fmla="*/ 610 h 675"/>
                <a:gd name="T4" fmla="*/ 148 w 679"/>
                <a:gd name="T5" fmla="*/ 411 h 675"/>
                <a:gd name="T6" fmla="*/ 177 w 679"/>
                <a:gd name="T7" fmla="*/ 478 h 675"/>
                <a:gd name="T8" fmla="*/ 243 w 679"/>
                <a:gd name="T9" fmla="*/ 671 h 675"/>
                <a:gd name="T10" fmla="*/ 308 w 679"/>
                <a:gd name="T11" fmla="*/ 656 h 675"/>
                <a:gd name="T12" fmla="*/ 338 w 679"/>
                <a:gd name="T13" fmla="*/ 643 h 675"/>
                <a:gd name="T14" fmla="*/ 414 w 679"/>
                <a:gd name="T15" fmla="*/ 674 h 675"/>
                <a:gd name="T16" fmla="*/ 435 w 679"/>
                <a:gd name="T17" fmla="*/ 671 h 675"/>
                <a:gd name="T18" fmla="*/ 501 w 679"/>
                <a:gd name="T19" fmla="*/ 479 h 675"/>
                <a:gd name="T20" fmla="*/ 530 w 679"/>
                <a:gd name="T21" fmla="*/ 411 h 675"/>
                <a:gd name="T22" fmla="*/ 566 w 679"/>
                <a:gd name="T23" fmla="*/ 610 h 675"/>
                <a:gd name="T24" fmla="*/ 663 w 679"/>
                <a:gd name="T25" fmla="*/ 648 h 675"/>
                <a:gd name="T26" fmla="*/ 678 w 679"/>
                <a:gd name="T27" fmla="*/ 634 h 675"/>
                <a:gd name="T28" fmla="*/ 610 w 679"/>
                <a:gd name="T29" fmla="*/ 131 h 675"/>
                <a:gd name="T30" fmla="*/ 514 w 679"/>
                <a:gd name="T31" fmla="*/ 70 h 675"/>
                <a:gd name="T32" fmla="*/ 338 w 679"/>
                <a:gd name="T33" fmla="*/ 0 h 675"/>
                <a:gd name="T34" fmla="*/ 309 w 679"/>
                <a:gd name="T35" fmla="*/ 1 h 675"/>
                <a:gd name="T36" fmla="*/ 164 w 679"/>
                <a:gd name="T37" fmla="*/ 70 h 675"/>
                <a:gd name="T38" fmla="*/ 109 w 679"/>
                <a:gd name="T39" fmla="*/ 106 h 675"/>
                <a:gd name="T40" fmla="*/ 0 w 679"/>
                <a:gd name="T41" fmla="*/ 243 h 675"/>
                <a:gd name="T42" fmla="*/ 4 w 679"/>
                <a:gd name="T43" fmla="*/ 643 h 675"/>
                <a:gd name="T44" fmla="*/ 596 w 679"/>
                <a:gd name="T45" fmla="*/ 157 h 675"/>
                <a:gd name="T46" fmla="*/ 648 w 679"/>
                <a:gd name="T47" fmla="*/ 243 h 675"/>
                <a:gd name="T48" fmla="*/ 587 w 679"/>
                <a:gd name="T49" fmla="*/ 591 h 675"/>
                <a:gd name="T50" fmla="*/ 559 w 679"/>
                <a:gd name="T51" fmla="*/ 369 h 675"/>
                <a:gd name="T52" fmla="*/ 590 w 679"/>
                <a:gd name="T53" fmla="*/ 250 h 675"/>
                <a:gd name="T54" fmla="*/ 596 w 679"/>
                <a:gd name="T55" fmla="*/ 157 h 675"/>
                <a:gd name="T56" fmla="*/ 313 w 679"/>
                <a:gd name="T57" fmla="*/ 30 h 675"/>
                <a:gd name="T58" fmla="*/ 338 w 679"/>
                <a:gd name="T59" fmla="*/ 29 h 675"/>
                <a:gd name="T60" fmla="*/ 559 w 679"/>
                <a:gd name="T61" fmla="*/ 250 h 675"/>
                <a:gd name="T62" fmla="*/ 471 w 679"/>
                <a:gd name="T63" fmla="*/ 479 h 675"/>
                <a:gd name="T64" fmla="*/ 424 w 679"/>
                <a:gd name="T65" fmla="*/ 643 h 675"/>
                <a:gd name="T66" fmla="*/ 391 w 679"/>
                <a:gd name="T67" fmla="*/ 635 h 675"/>
                <a:gd name="T68" fmla="*/ 287 w 679"/>
                <a:gd name="T69" fmla="*/ 635 h 675"/>
                <a:gd name="T70" fmla="*/ 264 w 679"/>
                <a:gd name="T71" fmla="*/ 645 h 675"/>
                <a:gd name="T72" fmla="*/ 206 w 679"/>
                <a:gd name="T73" fmla="*/ 574 h 675"/>
                <a:gd name="T74" fmla="*/ 174 w 679"/>
                <a:gd name="T75" fmla="*/ 396 h 675"/>
                <a:gd name="T76" fmla="*/ 119 w 679"/>
                <a:gd name="T77" fmla="*/ 222 h 675"/>
                <a:gd name="T78" fmla="*/ 81 w 679"/>
                <a:gd name="T79" fmla="*/ 157 h 675"/>
                <a:gd name="T80" fmla="*/ 114 w 679"/>
                <a:gd name="T81" fmla="*/ 138 h 675"/>
                <a:gd name="T82" fmla="*/ 88 w 679"/>
                <a:gd name="T83" fmla="*/ 250 h 675"/>
                <a:gd name="T84" fmla="*/ 117 w 679"/>
                <a:gd name="T85" fmla="*/ 369 h 675"/>
                <a:gd name="T86" fmla="*/ 90 w 679"/>
                <a:gd name="T87" fmla="*/ 591 h 675"/>
                <a:gd name="T88" fmla="*/ 29 w 679"/>
                <a:gd name="T89" fmla="*/ 243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9" h="675">
                  <a:moveTo>
                    <a:pt x="15" y="648"/>
                  </a:moveTo>
                  <a:lnTo>
                    <a:pt x="15" y="648"/>
                  </a:lnTo>
                  <a:cubicBezTo>
                    <a:pt x="23" y="648"/>
                    <a:pt x="23" y="648"/>
                    <a:pt x="23" y="648"/>
                  </a:cubicBezTo>
                  <a:cubicBezTo>
                    <a:pt x="58" y="648"/>
                    <a:pt x="88" y="634"/>
                    <a:pt x="110" y="610"/>
                  </a:cubicBezTo>
                  <a:cubicBezTo>
                    <a:pt x="134" y="588"/>
                    <a:pt x="148" y="556"/>
                    <a:pt x="148" y="522"/>
                  </a:cubicBezTo>
                  <a:cubicBezTo>
                    <a:pt x="148" y="411"/>
                    <a:pt x="148" y="411"/>
                    <a:pt x="148" y="411"/>
                  </a:cubicBezTo>
                  <a:cubicBezTo>
                    <a:pt x="149" y="413"/>
                    <a:pt x="150" y="414"/>
                    <a:pt x="152" y="415"/>
                  </a:cubicBezTo>
                  <a:cubicBezTo>
                    <a:pt x="167" y="433"/>
                    <a:pt x="177" y="456"/>
                    <a:pt x="177" y="478"/>
                  </a:cubicBezTo>
                  <a:cubicBezTo>
                    <a:pt x="177" y="574"/>
                    <a:pt x="177" y="574"/>
                    <a:pt x="177" y="574"/>
                  </a:cubicBezTo>
                  <a:cubicBezTo>
                    <a:pt x="177" y="618"/>
                    <a:pt x="204" y="656"/>
                    <a:pt x="243" y="671"/>
                  </a:cubicBezTo>
                  <a:cubicBezTo>
                    <a:pt x="250" y="672"/>
                    <a:pt x="257" y="674"/>
                    <a:pt x="264" y="674"/>
                  </a:cubicBezTo>
                  <a:cubicBezTo>
                    <a:pt x="280" y="674"/>
                    <a:pt x="295" y="667"/>
                    <a:pt x="308" y="656"/>
                  </a:cubicBezTo>
                  <a:lnTo>
                    <a:pt x="308" y="656"/>
                  </a:lnTo>
                  <a:cubicBezTo>
                    <a:pt x="316" y="648"/>
                    <a:pt x="327" y="643"/>
                    <a:pt x="338" y="643"/>
                  </a:cubicBezTo>
                  <a:cubicBezTo>
                    <a:pt x="349" y="643"/>
                    <a:pt x="362" y="648"/>
                    <a:pt x="370" y="656"/>
                  </a:cubicBezTo>
                  <a:cubicBezTo>
                    <a:pt x="381" y="667"/>
                    <a:pt x="398" y="674"/>
                    <a:pt x="414" y="674"/>
                  </a:cubicBezTo>
                  <a:cubicBezTo>
                    <a:pt x="421" y="674"/>
                    <a:pt x="428" y="672"/>
                    <a:pt x="435" y="671"/>
                  </a:cubicBezTo>
                  <a:lnTo>
                    <a:pt x="435" y="671"/>
                  </a:lnTo>
                  <a:cubicBezTo>
                    <a:pt x="473" y="656"/>
                    <a:pt x="501" y="618"/>
                    <a:pt x="501" y="574"/>
                  </a:cubicBezTo>
                  <a:cubicBezTo>
                    <a:pt x="501" y="479"/>
                    <a:pt x="501" y="479"/>
                    <a:pt x="501" y="479"/>
                  </a:cubicBezTo>
                  <a:cubicBezTo>
                    <a:pt x="501" y="456"/>
                    <a:pt x="511" y="433"/>
                    <a:pt x="527" y="415"/>
                  </a:cubicBezTo>
                  <a:cubicBezTo>
                    <a:pt x="527" y="414"/>
                    <a:pt x="529" y="413"/>
                    <a:pt x="530" y="411"/>
                  </a:cubicBezTo>
                  <a:cubicBezTo>
                    <a:pt x="530" y="522"/>
                    <a:pt x="530" y="522"/>
                    <a:pt x="530" y="522"/>
                  </a:cubicBezTo>
                  <a:cubicBezTo>
                    <a:pt x="530" y="556"/>
                    <a:pt x="544" y="588"/>
                    <a:pt x="566" y="610"/>
                  </a:cubicBezTo>
                  <a:cubicBezTo>
                    <a:pt x="588" y="634"/>
                    <a:pt x="620" y="648"/>
                    <a:pt x="654" y="648"/>
                  </a:cubicBezTo>
                  <a:cubicBezTo>
                    <a:pt x="663" y="648"/>
                    <a:pt x="663" y="648"/>
                    <a:pt x="663" y="648"/>
                  </a:cubicBezTo>
                  <a:cubicBezTo>
                    <a:pt x="667" y="648"/>
                    <a:pt x="670" y="646"/>
                    <a:pt x="672" y="643"/>
                  </a:cubicBezTo>
                  <a:cubicBezTo>
                    <a:pt x="675" y="641"/>
                    <a:pt x="678" y="636"/>
                    <a:pt x="678" y="634"/>
                  </a:cubicBezTo>
                  <a:cubicBezTo>
                    <a:pt x="678" y="243"/>
                    <a:pt x="678" y="243"/>
                    <a:pt x="678" y="243"/>
                  </a:cubicBezTo>
                  <a:cubicBezTo>
                    <a:pt x="678" y="194"/>
                    <a:pt x="650" y="152"/>
                    <a:pt x="610" y="131"/>
                  </a:cubicBezTo>
                  <a:cubicBezTo>
                    <a:pt x="601" y="127"/>
                    <a:pt x="585" y="117"/>
                    <a:pt x="567" y="106"/>
                  </a:cubicBezTo>
                  <a:cubicBezTo>
                    <a:pt x="551" y="95"/>
                    <a:pt x="530" y="83"/>
                    <a:pt x="514" y="70"/>
                  </a:cubicBezTo>
                  <a:cubicBezTo>
                    <a:pt x="512" y="70"/>
                    <a:pt x="512" y="70"/>
                    <a:pt x="512" y="69"/>
                  </a:cubicBezTo>
                  <a:cubicBezTo>
                    <a:pt x="467" y="26"/>
                    <a:pt x="406" y="0"/>
                    <a:pt x="338" y="0"/>
                  </a:cubicBezTo>
                  <a:cubicBezTo>
                    <a:pt x="328" y="0"/>
                    <a:pt x="319" y="0"/>
                    <a:pt x="309" y="1"/>
                  </a:cubicBezTo>
                  <a:lnTo>
                    <a:pt x="309" y="1"/>
                  </a:lnTo>
                  <a:cubicBezTo>
                    <a:pt x="254" y="8"/>
                    <a:pt x="204" y="33"/>
                    <a:pt x="165" y="69"/>
                  </a:cubicBezTo>
                  <a:lnTo>
                    <a:pt x="164" y="70"/>
                  </a:lnTo>
                  <a:lnTo>
                    <a:pt x="164" y="70"/>
                  </a:lnTo>
                  <a:cubicBezTo>
                    <a:pt x="146" y="83"/>
                    <a:pt x="127" y="95"/>
                    <a:pt x="109" y="106"/>
                  </a:cubicBezTo>
                  <a:cubicBezTo>
                    <a:pt x="92" y="117"/>
                    <a:pt x="76" y="127"/>
                    <a:pt x="67" y="131"/>
                  </a:cubicBezTo>
                  <a:cubicBezTo>
                    <a:pt x="27" y="152"/>
                    <a:pt x="0" y="194"/>
                    <a:pt x="0" y="243"/>
                  </a:cubicBezTo>
                  <a:cubicBezTo>
                    <a:pt x="0" y="634"/>
                    <a:pt x="0" y="634"/>
                    <a:pt x="0" y="634"/>
                  </a:cubicBezTo>
                  <a:cubicBezTo>
                    <a:pt x="0" y="636"/>
                    <a:pt x="1" y="641"/>
                    <a:pt x="4" y="643"/>
                  </a:cubicBezTo>
                  <a:cubicBezTo>
                    <a:pt x="7" y="646"/>
                    <a:pt x="11" y="648"/>
                    <a:pt x="15" y="648"/>
                  </a:cubicBezTo>
                  <a:close/>
                  <a:moveTo>
                    <a:pt x="596" y="157"/>
                  </a:moveTo>
                  <a:lnTo>
                    <a:pt x="596" y="157"/>
                  </a:lnTo>
                  <a:cubicBezTo>
                    <a:pt x="627" y="172"/>
                    <a:pt x="648" y="206"/>
                    <a:pt x="648" y="243"/>
                  </a:cubicBezTo>
                  <a:cubicBezTo>
                    <a:pt x="648" y="618"/>
                    <a:pt x="648" y="618"/>
                    <a:pt x="648" y="618"/>
                  </a:cubicBezTo>
                  <a:cubicBezTo>
                    <a:pt x="624" y="617"/>
                    <a:pt x="603" y="606"/>
                    <a:pt x="587" y="591"/>
                  </a:cubicBezTo>
                  <a:cubicBezTo>
                    <a:pt x="570" y="573"/>
                    <a:pt x="559" y="549"/>
                    <a:pt x="559" y="522"/>
                  </a:cubicBezTo>
                  <a:cubicBezTo>
                    <a:pt x="559" y="369"/>
                    <a:pt x="559" y="369"/>
                    <a:pt x="559" y="369"/>
                  </a:cubicBezTo>
                  <a:cubicBezTo>
                    <a:pt x="559" y="367"/>
                    <a:pt x="559" y="367"/>
                    <a:pt x="559" y="367"/>
                  </a:cubicBezTo>
                  <a:cubicBezTo>
                    <a:pt x="578" y="333"/>
                    <a:pt x="590" y="293"/>
                    <a:pt x="590" y="250"/>
                  </a:cubicBezTo>
                  <a:cubicBezTo>
                    <a:pt x="590" y="210"/>
                    <a:pt x="578" y="171"/>
                    <a:pt x="562" y="138"/>
                  </a:cubicBezTo>
                  <a:cubicBezTo>
                    <a:pt x="576" y="146"/>
                    <a:pt x="588" y="153"/>
                    <a:pt x="596" y="157"/>
                  </a:cubicBezTo>
                  <a:close/>
                  <a:moveTo>
                    <a:pt x="313" y="30"/>
                  </a:moveTo>
                  <a:lnTo>
                    <a:pt x="313" y="30"/>
                  </a:lnTo>
                  <a:lnTo>
                    <a:pt x="313" y="30"/>
                  </a:lnTo>
                  <a:cubicBezTo>
                    <a:pt x="322" y="30"/>
                    <a:pt x="330" y="29"/>
                    <a:pt x="338" y="29"/>
                  </a:cubicBezTo>
                  <a:cubicBezTo>
                    <a:pt x="399" y="29"/>
                    <a:pt x="454" y="54"/>
                    <a:pt x="494" y="94"/>
                  </a:cubicBezTo>
                  <a:cubicBezTo>
                    <a:pt x="534" y="134"/>
                    <a:pt x="559" y="189"/>
                    <a:pt x="559" y="250"/>
                  </a:cubicBezTo>
                  <a:cubicBezTo>
                    <a:pt x="559" y="306"/>
                    <a:pt x="538" y="356"/>
                    <a:pt x="505" y="396"/>
                  </a:cubicBezTo>
                  <a:cubicBezTo>
                    <a:pt x="485" y="418"/>
                    <a:pt x="471" y="447"/>
                    <a:pt x="471" y="479"/>
                  </a:cubicBezTo>
                  <a:cubicBezTo>
                    <a:pt x="471" y="574"/>
                    <a:pt x="471" y="574"/>
                    <a:pt x="471" y="574"/>
                  </a:cubicBezTo>
                  <a:cubicBezTo>
                    <a:pt x="471" y="606"/>
                    <a:pt x="451" y="632"/>
                    <a:pt x="424" y="643"/>
                  </a:cubicBezTo>
                  <a:cubicBezTo>
                    <a:pt x="421" y="645"/>
                    <a:pt x="417" y="645"/>
                    <a:pt x="414" y="645"/>
                  </a:cubicBezTo>
                  <a:cubicBezTo>
                    <a:pt x="406" y="645"/>
                    <a:pt x="398" y="641"/>
                    <a:pt x="391" y="635"/>
                  </a:cubicBezTo>
                  <a:cubicBezTo>
                    <a:pt x="377" y="620"/>
                    <a:pt x="357" y="613"/>
                    <a:pt x="338" y="613"/>
                  </a:cubicBezTo>
                  <a:cubicBezTo>
                    <a:pt x="320" y="613"/>
                    <a:pt x="301" y="620"/>
                    <a:pt x="287" y="635"/>
                  </a:cubicBezTo>
                  <a:lnTo>
                    <a:pt x="287" y="635"/>
                  </a:lnTo>
                  <a:cubicBezTo>
                    <a:pt x="280" y="641"/>
                    <a:pt x="272" y="645"/>
                    <a:pt x="264" y="645"/>
                  </a:cubicBezTo>
                  <a:cubicBezTo>
                    <a:pt x="259" y="645"/>
                    <a:pt x="257" y="645"/>
                    <a:pt x="252" y="643"/>
                  </a:cubicBezTo>
                  <a:cubicBezTo>
                    <a:pt x="225" y="632"/>
                    <a:pt x="206" y="606"/>
                    <a:pt x="206" y="574"/>
                  </a:cubicBezTo>
                  <a:cubicBezTo>
                    <a:pt x="206" y="478"/>
                    <a:pt x="206" y="478"/>
                    <a:pt x="206" y="478"/>
                  </a:cubicBezTo>
                  <a:cubicBezTo>
                    <a:pt x="206" y="447"/>
                    <a:pt x="193" y="418"/>
                    <a:pt x="174" y="396"/>
                  </a:cubicBezTo>
                  <a:cubicBezTo>
                    <a:pt x="138" y="357"/>
                    <a:pt x="117" y="306"/>
                    <a:pt x="117" y="250"/>
                  </a:cubicBezTo>
                  <a:cubicBezTo>
                    <a:pt x="117" y="241"/>
                    <a:pt x="119" y="232"/>
                    <a:pt x="119" y="222"/>
                  </a:cubicBezTo>
                  <a:cubicBezTo>
                    <a:pt x="131" y="123"/>
                    <a:pt x="214" y="41"/>
                    <a:pt x="313" y="30"/>
                  </a:cubicBezTo>
                  <a:close/>
                  <a:moveTo>
                    <a:pt x="81" y="157"/>
                  </a:moveTo>
                  <a:lnTo>
                    <a:pt x="81" y="157"/>
                  </a:lnTo>
                  <a:cubicBezTo>
                    <a:pt x="90" y="153"/>
                    <a:pt x="101" y="146"/>
                    <a:pt x="114" y="138"/>
                  </a:cubicBezTo>
                  <a:cubicBezTo>
                    <a:pt x="102" y="163"/>
                    <a:pt x="94" y="190"/>
                    <a:pt x="90" y="218"/>
                  </a:cubicBezTo>
                  <a:cubicBezTo>
                    <a:pt x="88" y="229"/>
                    <a:pt x="88" y="240"/>
                    <a:pt x="88" y="250"/>
                  </a:cubicBezTo>
                  <a:cubicBezTo>
                    <a:pt x="88" y="293"/>
                    <a:pt x="99" y="333"/>
                    <a:pt x="117" y="367"/>
                  </a:cubicBezTo>
                  <a:cubicBezTo>
                    <a:pt x="117" y="367"/>
                    <a:pt x="117" y="367"/>
                    <a:pt x="117" y="369"/>
                  </a:cubicBezTo>
                  <a:cubicBezTo>
                    <a:pt x="117" y="522"/>
                    <a:pt x="117" y="522"/>
                    <a:pt x="117" y="522"/>
                  </a:cubicBezTo>
                  <a:cubicBezTo>
                    <a:pt x="117" y="549"/>
                    <a:pt x="107" y="573"/>
                    <a:pt x="90" y="591"/>
                  </a:cubicBezTo>
                  <a:cubicBezTo>
                    <a:pt x="74" y="606"/>
                    <a:pt x="52" y="617"/>
                    <a:pt x="29" y="618"/>
                  </a:cubicBezTo>
                  <a:cubicBezTo>
                    <a:pt x="29" y="243"/>
                    <a:pt x="29" y="243"/>
                    <a:pt x="29" y="243"/>
                  </a:cubicBezTo>
                  <a:cubicBezTo>
                    <a:pt x="29" y="206"/>
                    <a:pt x="51" y="172"/>
                    <a:pt x="81"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0" name="Freeform 520">
              <a:extLst>
                <a:ext uri="{FF2B5EF4-FFF2-40B4-BE49-F238E27FC236}">
                  <a16:creationId xmlns:a16="http://schemas.microsoft.com/office/drawing/2014/main" id="{BC884A9B-647F-AD53-EA10-EBD57DAD6A39}"/>
                </a:ext>
              </a:extLst>
            </p:cNvPr>
            <p:cNvSpPr>
              <a:spLocks noChangeArrowheads="1"/>
            </p:cNvSpPr>
            <p:nvPr/>
          </p:nvSpPr>
          <p:spPr bwMode="auto">
            <a:xfrm>
              <a:off x="1152525" y="1851025"/>
              <a:ext cx="53975" cy="42863"/>
            </a:xfrm>
            <a:custGeom>
              <a:avLst/>
              <a:gdLst>
                <a:gd name="T0" fmla="*/ 0 w 149"/>
                <a:gd name="T1" fmla="*/ 102 h 118"/>
                <a:gd name="T2" fmla="*/ 0 w 149"/>
                <a:gd name="T3" fmla="*/ 102 h 118"/>
                <a:gd name="T4" fmla="*/ 4 w 149"/>
                <a:gd name="T5" fmla="*/ 113 h 118"/>
                <a:gd name="T6" fmla="*/ 15 w 149"/>
                <a:gd name="T7" fmla="*/ 117 h 118"/>
                <a:gd name="T8" fmla="*/ 133 w 149"/>
                <a:gd name="T9" fmla="*/ 117 h 118"/>
                <a:gd name="T10" fmla="*/ 142 w 149"/>
                <a:gd name="T11" fmla="*/ 113 h 118"/>
                <a:gd name="T12" fmla="*/ 148 w 149"/>
                <a:gd name="T13" fmla="*/ 102 h 118"/>
                <a:gd name="T14" fmla="*/ 148 w 149"/>
                <a:gd name="T15" fmla="*/ 73 h 118"/>
                <a:gd name="T16" fmla="*/ 73 w 149"/>
                <a:gd name="T17" fmla="*/ 0 h 118"/>
                <a:gd name="T18" fmla="*/ 0 w 149"/>
                <a:gd name="T19" fmla="*/ 73 h 118"/>
                <a:gd name="T20" fmla="*/ 0 w 149"/>
                <a:gd name="T21" fmla="*/ 102 h 118"/>
                <a:gd name="T22" fmla="*/ 29 w 149"/>
                <a:gd name="T23" fmla="*/ 73 h 118"/>
                <a:gd name="T24" fmla="*/ 29 w 149"/>
                <a:gd name="T25" fmla="*/ 73 h 118"/>
                <a:gd name="T26" fmla="*/ 73 w 149"/>
                <a:gd name="T27" fmla="*/ 29 h 118"/>
                <a:gd name="T28" fmla="*/ 117 w 149"/>
                <a:gd name="T29" fmla="*/ 73 h 118"/>
                <a:gd name="T30" fmla="*/ 117 w 149"/>
                <a:gd name="T31" fmla="*/ 88 h 118"/>
                <a:gd name="T32" fmla="*/ 29 w 149"/>
                <a:gd name="T33" fmla="*/ 88 h 118"/>
                <a:gd name="T34" fmla="*/ 29 w 149"/>
                <a:gd name="T35" fmla="*/ 7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9" h="118">
                  <a:moveTo>
                    <a:pt x="0" y="102"/>
                  </a:moveTo>
                  <a:lnTo>
                    <a:pt x="0" y="102"/>
                  </a:lnTo>
                  <a:cubicBezTo>
                    <a:pt x="0" y="106"/>
                    <a:pt x="1" y="110"/>
                    <a:pt x="4" y="113"/>
                  </a:cubicBezTo>
                  <a:cubicBezTo>
                    <a:pt x="7" y="116"/>
                    <a:pt x="11" y="117"/>
                    <a:pt x="15" y="117"/>
                  </a:cubicBezTo>
                  <a:cubicBezTo>
                    <a:pt x="133" y="117"/>
                    <a:pt x="133" y="117"/>
                    <a:pt x="133" y="117"/>
                  </a:cubicBezTo>
                  <a:cubicBezTo>
                    <a:pt x="137" y="117"/>
                    <a:pt x="139" y="116"/>
                    <a:pt x="142" y="113"/>
                  </a:cubicBezTo>
                  <a:cubicBezTo>
                    <a:pt x="145" y="110"/>
                    <a:pt x="148" y="106"/>
                    <a:pt x="148" y="102"/>
                  </a:cubicBezTo>
                  <a:cubicBezTo>
                    <a:pt x="148" y="73"/>
                    <a:pt x="148" y="73"/>
                    <a:pt x="148" y="73"/>
                  </a:cubicBezTo>
                  <a:cubicBezTo>
                    <a:pt x="148" y="31"/>
                    <a:pt x="115" y="0"/>
                    <a:pt x="73" y="0"/>
                  </a:cubicBezTo>
                  <a:cubicBezTo>
                    <a:pt x="33" y="0"/>
                    <a:pt x="0" y="31"/>
                    <a:pt x="0" y="73"/>
                  </a:cubicBezTo>
                  <a:lnTo>
                    <a:pt x="0" y="102"/>
                  </a:lnTo>
                  <a:close/>
                  <a:moveTo>
                    <a:pt x="29" y="73"/>
                  </a:moveTo>
                  <a:lnTo>
                    <a:pt x="29" y="73"/>
                  </a:lnTo>
                  <a:cubicBezTo>
                    <a:pt x="29" y="48"/>
                    <a:pt x="50" y="29"/>
                    <a:pt x="73" y="29"/>
                  </a:cubicBezTo>
                  <a:cubicBezTo>
                    <a:pt x="98" y="29"/>
                    <a:pt x="117" y="48"/>
                    <a:pt x="117" y="73"/>
                  </a:cubicBezTo>
                  <a:cubicBezTo>
                    <a:pt x="117" y="88"/>
                    <a:pt x="117" y="88"/>
                    <a:pt x="117" y="88"/>
                  </a:cubicBezTo>
                  <a:cubicBezTo>
                    <a:pt x="29" y="88"/>
                    <a:pt x="29" y="88"/>
                    <a:pt x="29" y="88"/>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31" name="Freeform 521">
            <a:extLst>
              <a:ext uri="{FF2B5EF4-FFF2-40B4-BE49-F238E27FC236}">
                <a16:creationId xmlns:a16="http://schemas.microsoft.com/office/drawing/2014/main" id="{CC145A69-5E09-015E-3D7D-80DC6946C1E5}"/>
              </a:ext>
            </a:extLst>
          </p:cNvPr>
          <p:cNvSpPr>
            <a:spLocks noChangeArrowheads="1"/>
          </p:cNvSpPr>
          <p:nvPr/>
        </p:nvSpPr>
        <p:spPr bwMode="auto">
          <a:xfrm>
            <a:off x="3740670" y="1382340"/>
            <a:ext cx="233363" cy="255588"/>
          </a:xfrm>
          <a:custGeom>
            <a:avLst/>
            <a:gdLst>
              <a:gd name="T0" fmla="*/ 648 w 649"/>
              <a:gd name="T1" fmla="*/ 280 h 708"/>
              <a:gd name="T2" fmla="*/ 648 w 649"/>
              <a:gd name="T3" fmla="*/ 280 h 708"/>
              <a:gd name="T4" fmla="*/ 648 w 649"/>
              <a:gd name="T5" fmla="*/ 161 h 708"/>
              <a:gd name="T6" fmla="*/ 603 w 649"/>
              <a:gd name="T7" fmla="*/ 117 h 708"/>
              <a:gd name="T8" fmla="*/ 559 w 649"/>
              <a:gd name="T9" fmla="*/ 117 h 708"/>
              <a:gd name="T10" fmla="*/ 559 w 649"/>
              <a:gd name="T11" fmla="*/ 44 h 708"/>
              <a:gd name="T12" fmla="*/ 515 w 649"/>
              <a:gd name="T13" fmla="*/ 0 h 708"/>
              <a:gd name="T14" fmla="*/ 44 w 649"/>
              <a:gd name="T15" fmla="*/ 0 h 708"/>
              <a:gd name="T16" fmla="*/ 0 w 649"/>
              <a:gd name="T17" fmla="*/ 44 h 708"/>
              <a:gd name="T18" fmla="*/ 0 w 649"/>
              <a:gd name="T19" fmla="*/ 221 h 708"/>
              <a:gd name="T20" fmla="*/ 44 w 649"/>
              <a:gd name="T21" fmla="*/ 265 h 708"/>
              <a:gd name="T22" fmla="*/ 515 w 649"/>
              <a:gd name="T23" fmla="*/ 265 h 708"/>
              <a:gd name="T24" fmla="*/ 515 w 649"/>
              <a:gd name="T25" fmla="*/ 265 h 708"/>
              <a:gd name="T26" fmla="*/ 559 w 649"/>
              <a:gd name="T27" fmla="*/ 221 h 708"/>
              <a:gd name="T28" fmla="*/ 559 w 649"/>
              <a:gd name="T29" fmla="*/ 148 h 708"/>
              <a:gd name="T30" fmla="*/ 603 w 649"/>
              <a:gd name="T31" fmla="*/ 148 h 708"/>
              <a:gd name="T32" fmla="*/ 619 w 649"/>
              <a:gd name="T33" fmla="*/ 161 h 708"/>
              <a:gd name="T34" fmla="*/ 619 w 649"/>
              <a:gd name="T35" fmla="*/ 280 h 708"/>
              <a:gd name="T36" fmla="*/ 574 w 649"/>
              <a:gd name="T37" fmla="*/ 324 h 708"/>
              <a:gd name="T38" fmla="*/ 309 w 649"/>
              <a:gd name="T39" fmla="*/ 324 h 708"/>
              <a:gd name="T40" fmla="*/ 265 w 649"/>
              <a:gd name="T41" fmla="*/ 369 h 708"/>
              <a:gd name="T42" fmla="*/ 265 w 649"/>
              <a:gd name="T43" fmla="*/ 442 h 708"/>
              <a:gd name="T44" fmla="*/ 250 w 649"/>
              <a:gd name="T45" fmla="*/ 442 h 708"/>
              <a:gd name="T46" fmla="*/ 206 w 649"/>
              <a:gd name="T47" fmla="*/ 486 h 708"/>
              <a:gd name="T48" fmla="*/ 206 w 649"/>
              <a:gd name="T49" fmla="*/ 663 h 708"/>
              <a:gd name="T50" fmla="*/ 250 w 649"/>
              <a:gd name="T51" fmla="*/ 707 h 708"/>
              <a:gd name="T52" fmla="*/ 309 w 649"/>
              <a:gd name="T53" fmla="*/ 707 h 708"/>
              <a:gd name="T54" fmla="*/ 309 w 649"/>
              <a:gd name="T55" fmla="*/ 707 h 708"/>
              <a:gd name="T56" fmla="*/ 353 w 649"/>
              <a:gd name="T57" fmla="*/ 663 h 708"/>
              <a:gd name="T58" fmla="*/ 353 w 649"/>
              <a:gd name="T59" fmla="*/ 486 h 708"/>
              <a:gd name="T60" fmla="*/ 309 w 649"/>
              <a:gd name="T61" fmla="*/ 442 h 708"/>
              <a:gd name="T62" fmla="*/ 294 w 649"/>
              <a:gd name="T63" fmla="*/ 442 h 708"/>
              <a:gd name="T64" fmla="*/ 294 w 649"/>
              <a:gd name="T65" fmla="*/ 369 h 708"/>
              <a:gd name="T66" fmla="*/ 309 w 649"/>
              <a:gd name="T67" fmla="*/ 353 h 708"/>
              <a:gd name="T68" fmla="*/ 574 w 649"/>
              <a:gd name="T69" fmla="*/ 353 h 708"/>
              <a:gd name="T70" fmla="*/ 648 w 649"/>
              <a:gd name="T71" fmla="*/ 280 h 708"/>
              <a:gd name="T72" fmla="*/ 530 w 649"/>
              <a:gd name="T73" fmla="*/ 221 h 708"/>
              <a:gd name="T74" fmla="*/ 530 w 649"/>
              <a:gd name="T75" fmla="*/ 221 h 708"/>
              <a:gd name="T76" fmla="*/ 515 w 649"/>
              <a:gd name="T77" fmla="*/ 236 h 708"/>
              <a:gd name="T78" fmla="*/ 44 w 649"/>
              <a:gd name="T79" fmla="*/ 236 h 708"/>
              <a:gd name="T80" fmla="*/ 29 w 649"/>
              <a:gd name="T81" fmla="*/ 221 h 708"/>
              <a:gd name="T82" fmla="*/ 29 w 649"/>
              <a:gd name="T83" fmla="*/ 44 h 708"/>
              <a:gd name="T84" fmla="*/ 44 w 649"/>
              <a:gd name="T85" fmla="*/ 29 h 708"/>
              <a:gd name="T86" fmla="*/ 515 w 649"/>
              <a:gd name="T87" fmla="*/ 29 h 708"/>
              <a:gd name="T88" fmla="*/ 530 w 649"/>
              <a:gd name="T89" fmla="*/ 44 h 708"/>
              <a:gd name="T90" fmla="*/ 530 w 649"/>
              <a:gd name="T91" fmla="*/ 221 h 708"/>
              <a:gd name="T92" fmla="*/ 324 w 649"/>
              <a:gd name="T93" fmla="*/ 486 h 708"/>
              <a:gd name="T94" fmla="*/ 324 w 649"/>
              <a:gd name="T95" fmla="*/ 486 h 708"/>
              <a:gd name="T96" fmla="*/ 324 w 649"/>
              <a:gd name="T97" fmla="*/ 663 h 708"/>
              <a:gd name="T98" fmla="*/ 309 w 649"/>
              <a:gd name="T99" fmla="*/ 678 h 708"/>
              <a:gd name="T100" fmla="*/ 250 w 649"/>
              <a:gd name="T101" fmla="*/ 678 h 708"/>
              <a:gd name="T102" fmla="*/ 236 w 649"/>
              <a:gd name="T103" fmla="*/ 663 h 708"/>
              <a:gd name="T104" fmla="*/ 236 w 649"/>
              <a:gd name="T105" fmla="*/ 486 h 708"/>
              <a:gd name="T106" fmla="*/ 250 w 649"/>
              <a:gd name="T107" fmla="*/ 471 h 708"/>
              <a:gd name="T108" fmla="*/ 280 w 649"/>
              <a:gd name="T109" fmla="*/ 471 h 708"/>
              <a:gd name="T110" fmla="*/ 280 w 649"/>
              <a:gd name="T111" fmla="*/ 471 h 708"/>
              <a:gd name="T112" fmla="*/ 280 w 649"/>
              <a:gd name="T113" fmla="*/ 471 h 708"/>
              <a:gd name="T114" fmla="*/ 309 w 649"/>
              <a:gd name="T115" fmla="*/ 471 h 708"/>
              <a:gd name="T116" fmla="*/ 324 w 649"/>
              <a:gd name="T117" fmla="*/ 48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9" h="708">
                <a:moveTo>
                  <a:pt x="648" y="280"/>
                </a:moveTo>
                <a:lnTo>
                  <a:pt x="648" y="280"/>
                </a:lnTo>
                <a:cubicBezTo>
                  <a:pt x="648" y="161"/>
                  <a:pt x="648" y="161"/>
                  <a:pt x="648" y="161"/>
                </a:cubicBezTo>
                <a:cubicBezTo>
                  <a:pt x="648" y="136"/>
                  <a:pt x="628" y="117"/>
                  <a:pt x="603" y="117"/>
                </a:cubicBezTo>
                <a:cubicBezTo>
                  <a:pt x="559" y="117"/>
                  <a:pt x="559" y="117"/>
                  <a:pt x="559" y="117"/>
                </a:cubicBezTo>
                <a:cubicBezTo>
                  <a:pt x="559" y="44"/>
                  <a:pt x="559" y="44"/>
                  <a:pt x="559" y="44"/>
                </a:cubicBezTo>
                <a:cubicBezTo>
                  <a:pt x="559" y="19"/>
                  <a:pt x="540" y="0"/>
                  <a:pt x="515" y="0"/>
                </a:cubicBezTo>
                <a:cubicBezTo>
                  <a:pt x="44" y="0"/>
                  <a:pt x="44" y="0"/>
                  <a:pt x="44" y="0"/>
                </a:cubicBezTo>
                <a:cubicBezTo>
                  <a:pt x="19" y="0"/>
                  <a:pt x="0" y="19"/>
                  <a:pt x="0" y="44"/>
                </a:cubicBezTo>
                <a:cubicBezTo>
                  <a:pt x="0" y="221"/>
                  <a:pt x="0" y="221"/>
                  <a:pt x="0" y="221"/>
                </a:cubicBezTo>
                <a:cubicBezTo>
                  <a:pt x="0" y="246"/>
                  <a:pt x="19" y="265"/>
                  <a:pt x="44" y="265"/>
                </a:cubicBezTo>
                <a:cubicBezTo>
                  <a:pt x="515" y="265"/>
                  <a:pt x="515" y="265"/>
                  <a:pt x="515" y="265"/>
                </a:cubicBezTo>
                <a:lnTo>
                  <a:pt x="515" y="265"/>
                </a:lnTo>
                <a:cubicBezTo>
                  <a:pt x="540" y="265"/>
                  <a:pt x="559" y="246"/>
                  <a:pt x="559" y="221"/>
                </a:cubicBezTo>
                <a:cubicBezTo>
                  <a:pt x="559" y="148"/>
                  <a:pt x="559" y="148"/>
                  <a:pt x="559" y="148"/>
                </a:cubicBezTo>
                <a:cubicBezTo>
                  <a:pt x="603" y="148"/>
                  <a:pt x="603" y="148"/>
                  <a:pt x="603" y="148"/>
                </a:cubicBezTo>
                <a:cubicBezTo>
                  <a:pt x="612" y="148"/>
                  <a:pt x="619" y="153"/>
                  <a:pt x="619" y="161"/>
                </a:cubicBezTo>
                <a:cubicBezTo>
                  <a:pt x="619" y="280"/>
                  <a:pt x="619" y="280"/>
                  <a:pt x="619" y="280"/>
                </a:cubicBezTo>
                <a:cubicBezTo>
                  <a:pt x="619" y="304"/>
                  <a:pt x="599" y="323"/>
                  <a:pt x="574" y="324"/>
                </a:cubicBezTo>
                <a:cubicBezTo>
                  <a:pt x="309" y="324"/>
                  <a:pt x="309" y="324"/>
                  <a:pt x="309" y="324"/>
                </a:cubicBezTo>
                <a:cubicBezTo>
                  <a:pt x="284" y="324"/>
                  <a:pt x="265" y="344"/>
                  <a:pt x="265" y="369"/>
                </a:cubicBezTo>
                <a:cubicBezTo>
                  <a:pt x="265" y="442"/>
                  <a:pt x="265" y="442"/>
                  <a:pt x="265" y="442"/>
                </a:cubicBezTo>
                <a:cubicBezTo>
                  <a:pt x="250" y="442"/>
                  <a:pt x="250" y="442"/>
                  <a:pt x="250" y="442"/>
                </a:cubicBezTo>
                <a:cubicBezTo>
                  <a:pt x="226" y="442"/>
                  <a:pt x="206" y="461"/>
                  <a:pt x="206" y="486"/>
                </a:cubicBezTo>
                <a:cubicBezTo>
                  <a:pt x="206" y="663"/>
                  <a:pt x="206" y="663"/>
                  <a:pt x="206" y="663"/>
                </a:cubicBezTo>
                <a:cubicBezTo>
                  <a:pt x="206" y="688"/>
                  <a:pt x="226" y="707"/>
                  <a:pt x="250" y="707"/>
                </a:cubicBezTo>
                <a:cubicBezTo>
                  <a:pt x="309" y="707"/>
                  <a:pt x="309" y="707"/>
                  <a:pt x="309" y="707"/>
                </a:cubicBezTo>
                <a:lnTo>
                  <a:pt x="309" y="707"/>
                </a:lnTo>
                <a:cubicBezTo>
                  <a:pt x="334" y="707"/>
                  <a:pt x="353" y="688"/>
                  <a:pt x="353" y="663"/>
                </a:cubicBezTo>
                <a:cubicBezTo>
                  <a:pt x="353" y="486"/>
                  <a:pt x="353" y="486"/>
                  <a:pt x="353" y="486"/>
                </a:cubicBezTo>
                <a:cubicBezTo>
                  <a:pt x="353" y="461"/>
                  <a:pt x="334" y="442"/>
                  <a:pt x="309" y="442"/>
                </a:cubicBezTo>
                <a:cubicBezTo>
                  <a:pt x="294" y="442"/>
                  <a:pt x="294" y="442"/>
                  <a:pt x="294" y="442"/>
                </a:cubicBezTo>
                <a:cubicBezTo>
                  <a:pt x="294" y="369"/>
                  <a:pt x="294" y="369"/>
                  <a:pt x="294" y="369"/>
                </a:cubicBezTo>
                <a:cubicBezTo>
                  <a:pt x="294" y="360"/>
                  <a:pt x="301" y="353"/>
                  <a:pt x="309" y="353"/>
                </a:cubicBezTo>
                <a:cubicBezTo>
                  <a:pt x="574" y="353"/>
                  <a:pt x="574" y="353"/>
                  <a:pt x="574" y="353"/>
                </a:cubicBezTo>
                <a:cubicBezTo>
                  <a:pt x="614" y="353"/>
                  <a:pt x="648" y="320"/>
                  <a:pt x="648" y="280"/>
                </a:cubicBezTo>
                <a:close/>
                <a:moveTo>
                  <a:pt x="530" y="221"/>
                </a:moveTo>
                <a:lnTo>
                  <a:pt x="530" y="221"/>
                </a:lnTo>
                <a:cubicBezTo>
                  <a:pt x="530" y="229"/>
                  <a:pt x="523" y="235"/>
                  <a:pt x="515" y="236"/>
                </a:cubicBezTo>
                <a:cubicBezTo>
                  <a:pt x="44" y="236"/>
                  <a:pt x="44" y="236"/>
                  <a:pt x="44" y="236"/>
                </a:cubicBezTo>
                <a:cubicBezTo>
                  <a:pt x="36" y="235"/>
                  <a:pt x="29" y="229"/>
                  <a:pt x="29" y="221"/>
                </a:cubicBezTo>
                <a:cubicBezTo>
                  <a:pt x="29" y="44"/>
                  <a:pt x="29" y="44"/>
                  <a:pt x="29" y="44"/>
                </a:cubicBezTo>
                <a:cubicBezTo>
                  <a:pt x="29" y="36"/>
                  <a:pt x="36" y="29"/>
                  <a:pt x="44" y="29"/>
                </a:cubicBezTo>
                <a:cubicBezTo>
                  <a:pt x="515" y="29"/>
                  <a:pt x="515" y="29"/>
                  <a:pt x="515" y="29"/>
                </a:cubicBezTo>
                <a:cubicBezTo>
                  <a:pt x="523" y="29"/>
                  <a:pt x="530" y="36"/>
                  <a:pt x="530" y="44"/>
                </a:cubicBezTo>
                <a:lnTo>
                  <a:pt x="530" y="221"/>
                </a:lnTo>
                <a:close/>
                <a:moveTo>
                  <a:pt x="324" y="486"/>
                </a:moveTo>
                <a:lnTo>
                  <a:pt x="324" y="486"/>
                </a:lnTo>
                <a:cubicBezTo>
                  <a:pt x="324" y="663"/>
                  <a:pt x="324" y="663"/>
                  <a:pt x="324" y="663"/>
                </a:cubicBezTo>
                <a:cubicBezTo>
                  <a:pt x="324" y="671"/>
                  <a:pt x="318" y="677"/>
                  <a:pt x="309" y="678"/>
                </a:cubicBezTo>
                <a:cubicBezTo>
                  <a:pt x="250" y="678"/>
                  <a:pt x="250" y="678"/>
                  <a:pt x="250" y="678"/>
                </a:cubicBezTo>
                <a:cubicBezTo>
                  <a:pt x="242" y="677"/>
                  <a:pt x="236" y="671"/>
                  <a:pt x="236" y="663"/>
                </a:cubicBezTo>
                <a:cubicBezTo>
                  <a:pt x="236" y="486"/>
                  <a:pt x="236" y="486"/>
                  <a:pt x="236" y="486"/>
                </a:cubicBezTo>
                <a:cubicBezTo>
                  <a:pt x="236" y="478"/>
                  <a:pt x="242" y="471"/>
                  <a:pt x="250" y="471"/>
                </a:cubicBezTo>
                <a:cubicBezTo>
                  <a:pt x="280" y="471"/>
                  <a:pt x="280" y="471"/>
                  <a:pt x="280" y="471"/>
                </a:cubicBezTo>
                <a:lnTo>
                  <a:pt x="280" y="471"/>
                </a:lnTo>
                <a:lnTo>
                  <a:pt x="280" y="471"/>
                </a:lnTo>
                <a:cubicBezTo>
                  <a:pt x="309" y="471"/>
                  <a:pt x="309" y="471"/>
                  <a:pt x="309" y="471"/>
                </a:cubicBezTo>
                <a:cubicBezTo>
                  <a:pt x="318" y="471"/>
                  <a:pt x="324" y="478"/>
                  <a:pt x="324" y="486"/>
                </a:cubicBezTo>
                <a:close/>
              </a:path>
            </a:pathLst>
          </a:custGeom>
          <a:solidFill>
            <a:schemeClr val="tx2"/>
          </a:solidFill>
          <a:ln>
            <a:noFill/>
          </a:ln>
          <a:effectLst/>
        </p:spPr>
        <p:txBody>
          <a:bodyPr wrap="none" anchor="ctr"/>
          <a:lstStyle/>
          <a:p>
            <a:endParaRPr lang="da-DK">
              <a:solidFill>
                <a:schemeClr val="tx2"/>
              </a:solidFill>
            </a:endParaRPr>
          </a:p>
        </p:txBody>
      </p:sp>
      <p:sp>
        <p:nvSpPr>
          <p:cNvPr id="632" name="Freeform 522">
            <a:extLst>
              <a:ext uri="{FF2B5EF4-FFF2-40B4-BE49-F238E27FC236}">
                <a16:creationId xmlns:a16="http://schemas.microsoft.com/office/drawing/2014/main" id="{1E4D4F73-342B-7098-99AB-F4A50E8564E5}"/>
              </a:ext>
            </a:extLst>
          </p:cNvPr>
          <p:cNvSpPr>
            <a:spLocks noChangeArrowheads="1"/>
          </p:cNvSpPr>
          <p:nvPr/>
        </p:nvSpPr>
        <p:spPr bwMode="auto">
          <a:xfrm>
            <a:off x="1197495" y="1891135"/>
            <a:ext cx="228600" cy="250825"/>
          </a:xfrm>
          <a:custGeom>
            <a:avLst/>
            <a:gdLst>
              <a:gd name="T0" fmla="*/ 151 w 637"/>
              <a:gd name="T1" fmla="*/ 697 h 698"/>
              <a:gd name="T2" fmla="*/ 151 w 637"/>
              <a:gd name="T3" fmla="*/ 697 h 698"/>
              <a:gd name="T4" fmla="*/ 484 w 637"/>
              <a:gd name="T5" fmla="*/ 697 h 698"/>
              <a:gd name="T6" fmla="*/ 529 w 637"/>
              <a:gd name="T7" fmla="*/ 653 h 698"/>
              <a:gd name="T8" fmla="*/ 529 w 637"/>
              <a:gd name="T9" fmla="*/ 319 h 698"/>
              <a:gd name="T10" fmla="*/ 544 w 637"/>
              <a:gd name="T11" fmla="*/ 305 h 698"/>
              <a:gd name="T12" fmla="*/ 592 w 637"/>
              <a:gd name="T13" fmla="*/ 305 h 698"/>
              <a:gd name="T14" fmla="*/ 636 w 637"/>
              <a:gd name="T15" fmla="*/ 261 h 698"/>
              <a:gd name="T16" fmla="*/ 636 w 637"/>
              <a:gd name="T17" fmla="*/ 172 h 698"/>
              <a:gd name="T18" fmla="*/ 553 w 637"/>
              <a:gd name="T19" fmla="*/ 49 h 698"/>
              <a:gd name="T20" fmla="*/ 439 w 637"/>
              <a:gd name="T21" fmla="*/ 2 h 698"/>
              <a:gd name="T22" fmla="*/ 422 w 637"/>
              <a:gd name="T23" fmla="*/ 0 h 698"/>
              <a:gd name="T24" fmla="*/ 400 w 637"/>
              <a:gd name="T25" fmla="*/ 5 h 698"/>
              <a:gd name="T26" fmla="*/ 384 w 637"/>
              <a:gd name="T27" fmla="*/ 22 h 698"/>
              <a:gd name="T28" fmla="*/ 319 w 637"/>
              <a:gd name="T29" fmla="*/ 60 h 698"/>
              <a:gd name="T30" fmla="*/ 252 w 637"/>
              <a:gd name="T31" fmla="*/ 22 h 698"/>
              <a:gd name="T32" fmla="*/ 236 w 637"/>
              <a:gd name="T33" fmla="*/ 5 h 698"/>
              <a:gd name="T34" fmla="*/ 214 w 637"/>
              <a:gd name="T35" fmla="*/ 0 h 698"/>
              <a:gd name="T36" fmla="*/ 197 w 637"/>
              <a:gd name="T37" fmla="*/ 2 h 698"/>
              <a:gd name="T38" fmla="*/ 197 w 637"/>
              <a:gd name="T39" fmla="*/ 2 h 698"/>
              <a:gd name="T40" fmla="*/ 82 w 637"/>
              <a:gd name="T41" fmla="*/ 49 h 698"/>
              <a:gd name="T42" fmla="*/ 0 w 637"/>
              <a:gd name="T43" fmla="*/ 172 h 698"/>
              <a:gd name="T44" fmla="*/ 0 w 637"/>
              <a:gd name="T45" fmla="*/ 261 h 698"/>
              <a:gd name="T46" fmla="*/ 44 w 637"/>
              <a:gd name="T47" fmla="*/ 305 h 698"/>
              <a:gd name="T48" fmla="*/ 92 w 637"/>
              <a:gd name="T49" fmla="*/ 305 h 698"/>
              <a:gd name="T50" fmla="*/ 107 w 637"/>
              <a:gd name="T51" fmla="*/ 319 h 698"/>
              <a:gd name="T52" fmla="*/ 107 w 637"/>
              <a:gd name="T53" fmla="*/ 653 h 698"/>
              <a:gd name="T54" fmla="*/ 151 w 637"/>
              <a:gd name="T55" fmla="*/ 697 h 698"/>
              <a:gd name="T56" fmla="*/ 92 w 637"/>
              <a:gd name="T57" fmla="*/ 275 h 698"/>
              <a:gd name="T58" fmla="*/ 92 w 637"/>
              <a:gd name="T59" fmla="*/ 275 h 698"/>
              <a:gd name="T60" fmla="*/ 44 w 637"/>
              <a:gd name="T61" fmla="*/ 275 h 698"/>
              <a:gd name="T62" fmla="*/ 30 w 637"/>
              <a:gd name="T63" fmla="*/ 261 h 698"/>
              <a:gd name="T64" fmla="*/ 30 w 637"/>
              <a:gd name="T65" fmla="*/ 172 h 698"/>
              <a:gd name="T66" fmla="*/ 93 w 637"/>
              <a:gd name="T67" fmla="*/ 77 h 698"/>
              <a:gd name="T68" fmla="*/ 208 w 637"/>
              <a:gd name="T69" fmla="*/ 30 h 698"/>
              <a:gd name="T70" fmla="*/ 203 w 637"/>
              <a:gd name="T71" fmla="*/ 16 h 698"/>
              <a:gd name="T72" fmla="*/ 208 w 637"/>
              <a:gd name="T73" fmla="*/ 30 h 698"/>
              <a:gd name="T74" fmla="*/ 214 w 637"/>
              <a:gd name="T75" fmla="*/ 29 h 698"/>
              <a:gd name="T76" fmla="*/ 222 w 637"/>
              <a:gd name="T77" fmla="*/ 30 h 698"/>
              <a:gd name="T78" fmla="*/ 226 w 637"/>
              <a:gd name="T79" fmla="*/ 34 h 698"/>
              <a:gd name="T80" fmla="*/ 319 w 637"/>
              <a:gd name="T81" fmla="*/ 91 h 698"/>
              <a:gd name="T82" fmla="*/ 410 w 637"/>
              <a:gd name="T83" fmla="*/ 34 h 698"/>
              <a:gd name="T84" fmla="*/ 415 w 637"/>
              <a:gd name="T85" fmla="*/ 30 h 698"/>
              <a:gd name="T86" fmla="*/ 422 w 637"/>
              <a:gd name="T87" fmla="*/ 29 h 698"/>
              <a:gd name="T88" fmla="*/ 428 w 637"/>
              <a:gd name="T89" fmla="*/ 30 h 698"/>
              <a:gd name="T90" fmla="*/ 542 w 637"/>
              <a:gd name="T91" fmla="*/ 77 h 698"/>
              <a:gd name="T92" fmla="*/ 606 w 637"/>
              <a:gd name="T93" fmla="*/ 172 h 698"/>
              <a:gd name="T94" fmla="*/ 606 w 637"/>
              <a:gd name="T95" fmla="*/ 261 h 698"/>
              <a:gd name="T96" fmla="*/ 592 w 637"/>
              <a:gd name="T97" fmla="*/ 275 h 698"/>
              <a:gd name="T98" fmla="*/ 544 w 637"/>
              <a:gd name="T99" fmla="*/ 275 h 698"/>
              <a:gd name="T100" fmla="*/ 500 w 637"/>
              <a:gd name="T101" fmla="*/ 319 h 698"/>
              <a:gd name="T102" fmla="*/ 500 w 637"/>
              <a:gd name="T103" fmla="*/ 653 h 698"/>
              <a:gd name="T104" fmla="*/ 484 w 637"/>
              <a:gd name="T105" fmla="*/ 668 h 698"/>
              <a:gd name="T106" fmla="*/ 151 w 637"/>
              <a:gd name="T107" fmla="*/ 668 h 698"/>
              <a:gd name="T108" fmla="*/ 136 w 637"/>
              <a:gd name="T109" fmla="*/ 653 h 698"/>
              <a:gd name="T110" fmla="*/ 136 w 637"/>
              <a:gd name="T111" fmla="*/ 319 h 698"/>
              <a:gd name="T112" fmla="*/ 92 w 637"/>
              <a:gd name="T113" fmla="*/ 2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37" h="698">
                <a:moveTo>
                  <a:pt x="151" y="697"/>
                </a:moveTo>
                <a:lnTo>
                  <a:pt x="151" y="697"/>
                </a:lnTo>
                <a:cubicBezTo>
                  <a:pt x="484" y="697"/>
                  <a:pt x="484" y="697"/>
                  <a:pt x="484" y="697"/>
                </a:cubicBezTo>
                <a:cubicBezTo>
                  <a:pt x="509" y="697"/>
                  <a:pt x="529" y="678"/>
                  <a:pt x="529" y="653"/>
                </a:cubicBezTo>
                <a:cubicBezTo>
                  <a:pt x="529" y="319"/>
                  <a:pt x="529" y="319"/>
                  <a:pt x="529" y="319"/>
                </a:cubicBezTo>
                <a:cubicBezTo>
                  <a:pt x="529" y="312"/>
                  <a:pt x="535" y="305"/>
                  <a:pt x="544" y="305"/>
                </a:cubicBezTo>
                <a:cubicBezTo>
                  <a:pt x="592" y="305"/>
                  <a:pt x="592" y="305"/>
                  <a:pt x="592" y="305"/>
                </a:cubicBezTo>
                <a:cubicBezTo>
                  <a:pt x="616" y="305"/>
                  <a:pt x="636" y="284"/>
                  <a:pt x="636" y="261"/>
                </a:cubicBezTo>
                <a:cubicBezTo>
                  <a:pt x="636" y="172"/>
                  <a:pt x="636" y="172"/>
                  <a:pt x="636" y="172"/>
                </a:cubicBezTo>
                <a:cubicBezTo>
                  <a:pt x="636" y="119"/>
                  <a:pt x="603" y="70"/>
                  <a:pt x="553" y="49"/>
                </a:cubicBezTo>
                <a:cubicBezTo>
                  <a:pt x="439" y="2"/>
                  <a:pt x="439" y="2"/>
                  <a:pt x="439" y="2"/>
                </a:cubicBezTo>
                <a:cubicBezTo>
                  <a:pt x="433" y="0"/>
                  <a:pt x="428" y="0"/>
                  <a:pt x="422" y="0"/>
                </a:cubicBezTo>
                <a:cubicBezTo>
                  <a:pt x="414" y="0"/>
                  <a:pt x="407" y="1"/>
                  <a:pt x="400" y="5"/>
                </a:cubicBezTo>
                <a:cubicBezTo>
                  <a:pt x="393" y="8"/>
                  <a:pt x="388" y="14"/>
                  <a:pt x="384" y="22"/>
                </a:cubicBezTo>
                <a:cubicBezTo>
                  <a:pt x="371" y="45"/>
                  <a:pt x="346" y="62"/>
                  <a:pt x="319" y="60"/>
                </a:cubicBezTo>
                <a:cubicBezTo>
                  <a:pt x="290" y="62"/>
                  <a:pt x="265" y="45"/>
                  <a:pt x="252" y="22"/>
                </a:cubicBezTo>
                <a:cubicBezTo>
                  <a:pt x="248" y="14"/>
                  <a:pt x="243" y="8"/>
                  <a:pt x="236" y="5"/>
                </a:cubicBezTo>
                <a:cubicBezTo>
                  <a:pt x="229" y="1"/>
                  <a:pt x="222" y="0"/>
                  <a:pt x="214" y="0"/>
                </a:cubicBezTo>
                <a:cubicBezTo>
                  <a:pt x="208" y="0"/>
                  <a:pt x="203" y="0"/>
                  <a:pt x="197" y="2"/>
                </a:cubicBezTo>
                <a:lnTo>
                  <a:pt x="197" y="2"/>
                </a:lnTo>
                <a:cubicBezTo>
                  <a:pt x="82" y="49"/>
                  <a:pt x="82" y="49"/>
                  <a:pt x="82" y="49"/>
                </a:cubicBezTo>
                <a:cubicBezTo>
                  <a:pt x="33" y="70"/>
                  <a:pt x="0" y="119"/>
                  <a:pt x="0" y="172"/>
                </a:cubicBezTo>
                <a:cubicBezTo>
                  <a:pt x="0" y="261"/>
                  <a:pt x="0" y="261"/>
                  <a:pt x="0" y="261"/>
                </a:cubicBezTo>
                <a:cubicBezTo>
                  <a:pt x="0" y="284"/>
                  <a:pt x="20" y="305"/>
                  <a:pt x="44" y="305"/>
                </a:cubicBezTo>
                <a:cubicBezTo>
                  <a:pt x="92" y="305"/>
                  <a:pt x="92" y="305"/>
                  <a:pt x="92" y="305"/>
                </a:cubicBezTo>
                <a:cubicBezTo>
                  <a:pt x="100" y="305"/>
                  <a:pt x="107" y="312"/>
                  <a:pt x="107" y="319"/>
                </a:cubicBezTo>
                <a:cubicBezTo>
                  <a:pt x="107" y="653"/>
                  <a:pt x="107" y="653"/>
                  <a:pt x="107" y="653"/>
                </a:cubicBezTo>
                <a:cubicBezTo>
                  <a:pt x="107" y="678"/>
                  <a:pt x="127" y="697"/>
                  <a:pt x="151" y="697"/>
                </a:cubicBezTo>
                <a:close/>
                <a:moveTo>
                  <a:pt x="92" y="275"/>
                </a:moveTo>
                <a:lnTo>
                  <a:pt x="92" y="275"/>
                </a:lnTo>
                <a:cubicBezTo>
                  <a:pt x="44" y="275"/>
                  <a:pt x="44" y="275"/>
                  <a:pt x="44" y="275"/>
                </a:cubicBezTo>
                <a:cubicBezTo>
                  <a:pt x="37" y="275"/>
                  <a:pt x="30" y="269"/>
                  <a:pt x="30" y="261"/>
                </a:cubicBezTo>
                <a:cubicBezTo>
                  <a:pt x="30" y="172"/>
                  <a:pt x="30" y="172"/>
                  <a:pt x="30" y="172"/>
                </a:cubicBezTo>
                <a:cubicBezTo>
                  <a:pt x="30" y="130"/>
                  <a:pt x="55" y="92"/>
                  <a:pt x="93" y="77"/>
                </a:cubicBezTo>
                <a:cubicBezTo>
                  <a:pt x="208" y="30"/>
                  <a:pt x="208" y="30"/>
                  <a:pt x="208" y="30"/>
                </a:cubicBezTo>
                <a:cubicBezTo>
                  <a:pt x="203" y="16"/>
                  <a:pt x="203" y="16"/>
                  <a:pt x="203" y="16"/>
                </a:cubicBezTo>
                <a:cubicBezTo>
                  <a:pt x="208" y="30"/>
                  <a:pt x="208" y="30"/>
                  <a:pt x="208" y="30"/>
                </a:cubicBezTo>
                <a:cubicBezTo>
                  <a:pt x="209" y="29"/>
                  <a:pt x="212" y="29"/>
                  <a:pt x="214" y="29"/>
                </a:cubicBezTo>
                <a:cubicBezTo>
                  <a:pt x="216" y="29"/>
                  <a:pt x="219" y="29"/>
                  <a:pt x="222" y="30"/>
                </a:cubicBezTo>
                <a:cubicBezTo>
                  <a:pt x="223" y="31"/>
                  <a:pt x="225" y="33"/>
                  <a:pt x="226" y="34"/>
                </a:cubicBezTo>
                <a:cubicBezTo>
                  <a:pt x="243" y="67"/>
                  <a:pt x="279" y="91"/>
                  <a:pt x="319" y="91"/>
                </a:cubicBezTo>
                <a:cubicBezTo>
                  <a:pt x="359" y="91"/>
                  <a:pt x="393" y="67"/>
                  <a:pt x="410" y="34"/>
                </a:cubicBezTo>
                <a:cubicBezTo>
                  <a:pt x="411" y="33"/>
                  <a:pt x="413" y="31"/>
                  <a:pt x="415" y="30"/>
                </a:cubicBezTo>
                <a:cubicBezTo>
                  <a:pt x="417" y="29"/>
                  <a:pt x="419" y="29"/>
                  <a:pt x="422" y="29"/>
                </a:cubicBezTo>
                <a:cubicBezTo>
                  <a:pt x="424" y="29"/>
                  <a:pt x="426" y="29"/>
                  <a:pt x="428" y="30"/>
                </a:cubicBezTo>
                <a:cubicBezTo>
                  <a:pt x="542" y="77"/>
                  <a:pt x="542" y="77"/>
                  <a:pt x="542" y="77"/>
                </a:cubicBezTo>
                <a:cubicBezTo>
                  <a:pt x="581" y="92"/>
                  <a:pt x="606" y="130"/>
                  <a:pt x="606" y="172"/>
                </a:cubicBezTo>
                <a:cubicBezTo>
                  <a:pt x="606" y="261"/>
                  <a:pt x="606" y="261"/>
                  <a:pt x="606" y="261"/>
                </a:cubicBezTo>
                <a:cubicBezTo>
                  <a:pt x="606" y="269"/>
                  <a:pt x="600" y="275"/>
                  <a:pt x="592" y="275"/>
                </a:cubicBezTo>
                <a:cubicBezTo>
                  <a:pt x="544" y="275"/>
                  <a:pt x="544" y="275"/>
                  <a:pt x="544" y="275"/>
                </a:cubicBezTo>
                <a:cubicBezTo>
                  <a:pt x="519" y="275"/>
                  <a:pt x="500" y="295"/>
                  <a:pt x="500" y="319"/>
                </a:cubicBezTo>
                <a:cubicBezTo>
                  <a:pt x="500" y="653"/>
                  <a:pt x="500" y="653"/>
                  <a:pt x="500" y="653"/>
                </a:cubicBezTo>
                <a:cubicBezTo>
                  <a:pt x="500" y="661"/>
                  <a:pt x="493" y="667"/>
                  <a:pt x="484" y="668"/>
                </a:cubicBezTo>
                <a:cubicBezTo>
                  <a:pt x="151" y="668"/>
                  <a:pt x="151" y="668"/>
                  <a:pt x="151" y="668"/>
                </a:cubicBezTo>
                <a:cubicBezTo>
                  <a:pt x="143" y="667"/>
                  <a:pt x="136" y="661"/>
                  <a:pt x="136" y="653"/>
                </a:cubicBezTo>
                <a:cubicBezTo>
                  <a:pt x="136" y="319"/>
                  <a:pt x="136" y="319"/>
                  <a:pt x="136" y="319"/>
                </a:cubicBezTo>
                <a:cubicBezTo>
                  <a:pt x="136" y="295"/>
                  <a:pt x="117" y="275"/>
                  <a:pt x="92" y="275"/>
                </a:cubicBezTo>
                <a:close/>
              </a:path>
            </a:pathLst>
          </a:custGeom>
          <a:solidFill>
            <a:schemeClr val="tx2"/>
          </a:solidFill>
          <a:ln>
            <a:noFill/>
          </a:ln>
          <a:effectLst/>
        </p:spPr>
        <p:txBody>
          <a:bodyPr wrap="none" anchor="ctr"/>
          <a:lstStyle/>
          <a:p>
            <a:endParaRPr lang="da-DK">
              <a:solidFill>
                <a:schemeClr val="tx2"/>
              </a:solidFill>
            </a:endParaRPr>
          </a:p>
        </p:txBody>
      </p:sp>
      <p:sp>
        <p:nvSpPr>
          <p:cNvPr id="633" name="Freeform 523">
            <a:extLst>
              <a:ext uri="{FF2B5EF4-FFF2-40B4-BE49-F238E27FC236}">
                <a16:creationId xmlns:a16="http://schemas.microsoft.com/office/drawing/2014/main" id="{26CE9319-CB16-BFF9-48A8-F3A984CD8776}"/>
              </a:ext>
            </a:extLst>
          </p:cNvPr>
          <p:cNvSpPr>
            <a:spLocks noChangeArrowheads="1"/>
          </p:cNvSpPr>
          <p:nvPr/>
        </p:nvSpPr>
        <p:spPr bwMode="auto">
          <a:xfrm>
            <a:off x="1692795" y="1888754"/>
            <a:ext cx="255588" cy="255587"/>
          </a:xfrm>
          <a:custGeom>
            <a:avLst/>
            <a:gdLst>
              <a:gd name="T0" fmla="*/ 605 w 710"/>
              <a:gd name="T1" fmla="*/ 104 h 708"/>
              <a:gd name="T2" fmla="*/ 105 w 710"/>
              <a:gd name="T3" fmla="*/ 104 h 708"/>
              <a:gd name="T4" fmla="*/ 0 w 710"/>
              <a:gd name="T5" fmla="*/ 351 h 708"/>
              <a:gd name="T6" fmla="*/ 1 w 710"/>
              <a:gd name="T7" fmla="*/ 354 h 708"/>
              <a:gd name="T8" fmla="*/ 355 w 710"/>
              <a:gd name="T9" fmla="*/ 707 h 708"/>
              <a:gd name="T10" fmla="*/ 356 w 710"/>
              <a:gd name="T11" fmla="*/ 707 h 708"/>
              <a:gd name="T12" fmla="*/ 605 w 710"/>
              <a:gd name="T13" fmla="*/ 604 h 708"/>
              <a:gd name="T14" fmla="*/ 605 w 710"/>
              <a:gd name="T15" fmla="*/ 604 h 708"/>
              <a:gd name="T16" fmla="*/ 605 w 710"/>
              <a:gd name="T17" fmla="*/ 604 h 708"/>
              <a:gd name="T18" fmla="*/ 605 w 710"/>
              <a:gd name="T19" fmla="*/ 104 h 708"/>
              <a:gd name="T20" fmla="*/ 678 w 710"/>
              <a:gd name="T21" fmla="*/ 343 h 708"/>
              <a:gd name="T22" fmla="*/ 421 w 710"/>
              <a:gd name="T23" fmla="*/ 308 h 708"/>
              <a:gd name="T24" fmla="*/ 678 w 710"/>
              <a:gd name="T25" fmla="*/ 343 h 708"/>
              <a:gd name="T26" fmla="*/ 338 w 710"/>
              <a:gd name="T27" fmla="*/ 130 h 708"/>
              <a:gd name="T28" fmla="*/ 573 w 710"/>
              <a:gd name="T29" fmla="*/ 115 h 708"/>
              <a:gd name="T30" fmla="*/ 338 w 710"/>
              <a:gd name="T31" fmla="*/ 130 h 708"/>
              <a:gd name="T32" fmla="*/ 126 w 710"/>
              <a:gd name="T33" fmla="*/ 124 h 708"/>
              <a:gd name="T34" fmla="*/ 308 w 710"/>
              <a:gd name="T35" fmla="*/ 130 h 708"/>
              <a:gd name="T36" fmla="*/ 302 w 710"/>
              <a:gd name="T37" fmla="*/ 385 h 708"/>
              <a:gd name="T38" fmla="*/ 32 w 710"/>
              <a:gd name="T39" fmla="*/ 334 h 708"/>
              <a:gd name="T40" fmla="*/ 341 w 710"/>
              <a:gd name="T41" fmla="*/ 677 h 708"/>
              <a:gd name="T42" fmla="*/ 137 w 710"/>
              <a:gd name="T43" fmla="*/ 593 h 708"/>
              <a:gd name="T44" fmla="*/ 363 w 710"/>
              <a:gd name="T45" fmla="*/ 583 h 708"/>
              <a:gd name="T46" fmla="*/ 30 w 710"/>
              <a:gd name="T47" fmla="*/ 367 h 708"/>
              <a:gd name="T48" fmla="*/ 124 w 710"/>
              <a:gd name="T49" fmla="*/ 344 h 708"/>
              <a:gd name="T50" fmla="*/ 115 w 710"/>
              <a:gd name="T51" fmla="*/ 572 h 708"/>
              <a:gd name="T52" fmla="*/ 584 w 710"/>
              <a:gd name="T53" fmla="*/ 583 h 708"/>
              <a:gd name="T54" fmla="*/ 374 w 710"/>
              <a:gd name="T55" fmla="*/ 677 h 708"/>
              <a:gd name="T56" fmla="*/ 323 w 710"/>
              <a:gd name="T57" fmla="*/ 406 h 708"/>
              <a:gd name="T58" fmla="*/ 577 w 710"/>
              <a:gd name="T59" fmla="*/ 399 h 708"/>
              <a:gd name="T60" fmla="*/ 584 w 710"/>
              <a:gd name="T61" fmla="*/ 583 h 708"/>
              <a:gd name="T62" fmla="*/ 584 w 710"/>
              <a:gd name="T63"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0" h="708">
                <a:moveTo>
                  <a:pt x="605" y="104"/>
                </a:moveTo>
                <a:lnTo>
                  <a:pt x="605" y="104"/>
                </a:lnTo>
                <a:cubicBezTo>
                  <a:pt x="536" y="35"/>
                  <a:pt x="445" y="0"/>
                  <a:pt x="355" y="0"/>
                </a:cubicBezTo>
                <a:cubicBezTo>
                  <a:pt x="264" y="0"/>
                  <a:pt x="174" y="35"/>
                  <a:pt x="105" y="104"/>
                </a:cubicBezTo>
                <a:cubicBezTo>
                  <a:pt x="36" y="171"/>
                  <a:pt x="1" y="261"/>
                  <a:pt x="1" y="351"/>
                </a:cubicBezTo>
                <a:lnTo>
                  <a:pt x="0" y="351"/>
                </a:lnTo>
                <a:cubicBezTo>
                  <a:pt x="1" y="351"/>
                  <a:pt x="1" y="351"/>
                  <a:pt x="1" y="351"/>
                </a:cubicBezTo>
                <a:cubicBezTo>
                  <a:pt x="1" y="352"/>
                  <a:pt x="1" y="352"/>
                  <a:pt x="1" y="354"/>
                </a:cubicBezTo>
                <a:cubicBezTo>
                  <a:pt x="1" y="443"/>
                  <a:pt x="36" y="535"/>
                  <a:pt x="105" y="604"/>
                </a:cubicBezTo>
                <a:cubicBezTo>
                  <a:pt x="174" y="673"/>
                  <a:pt x="264" y="707"/>
                  <a:pt x="355" y="707"/>
                </a:cubicBezTo>
                <a:lnTo>
                  <a:pt x="356" y="707"/>
                </a:lnTo>
                <a:lnTo>
                  <a:pt x="356" y="707"/>
                </a:lnTo>
                <a:cubicBezTo>
                  <a:pt x="356" y="707"/>
                  <a:pt x="356" y="707"/>
                  <a:pt x="358" y="707"/>
                </a:cubicBezTo>
                <a:cubicBezTo>
                  <a:pt x="446" y="706"/>
                  <a:pt x="536" y="671"/>
                  <a:pt x="605" y="604"/>
                </a:cubicBezTo>
                <a:lnTo>
                  <a:pt x="605" y="604"/>
                </a:lnTo>
                <a:lnTo>
                  <a:pt x="605" y="604"/>
                </a:lnTo>
                <a:lnTo>
                  <a:pt x="605" y="604"/>
                </a:lnTo>
                <a:lnTo>
                  <a:pt x="605" y="604"/>
                </a:lnTo>
                <a:cubicBezTo>
                  <a:pt x="674" y="535"/>
                  <a:pt x="709" y="443"/>
                  <a:pt x="709" y="354"/>
                </a:cubicBezTo>
                <a:cubicBezTo>
                  <a:pt x="709" y="262"/>
                  <a:pt x="674" y="173"/>
                  <a:pt x="605" y="104"/>
                </a:cubicBezTo>
                <a:close/>
                <a:moveTo>
                  <a:pt x="678" y="343"/>
                </a:moveTo>
                <a:lnTo>
                  <a:pt x="678" y="343"/>
                </a:lnTo>
                <a:cubicBezTo>
                  <a:pt x="648" y="361"/>
                  <a:pt x="613" y="370"/>
                  <a:pt x="577" y="370"/>
                </a:cubicBezTo>
                <a:cubicBezTo>
                  <a:pt x="523" y="370"/>
                  <a:pt x="467" y="350"/>
                  <a:pt x="421" y="308"/>
                </a:cubicBezTo>
                <a:cubicBezTo>
                  <a:pt x="594" y="135"/>
                  <a:pt x="594" y="135"/>
                  <a:pt x="594" y="135"/>
                </a:cubicBezTo>
                <a:cubicBezTo>
                  <a:pt x="648" y="195"/>
                  <a:pt x="675" y="268"/>
                  <a:pt x="678" y="343"/>
                </a:cubicBezTo>
                <a:close/>
                <a:moveTo>
                  <a:pt x="338" y="130"/>
                </a:moveTo>
                <a:lnTo>
                  <a:pt x="338" y="130"/>
                </a:lnTo>
                <a:cubicBezTo>
                  <a:pt x="338" y="94"/>
                  <a:pt x="347" y="59"/>
                  <a:pt x="365" y="30"/>
                </a:cubicBezTo>
                <a:cubicBezTo>
                  <a:pt x="441" y="32"/>
                  <a:pt x="514" y="61"/>
                  <a:pt x="573" y="115"/>
                </a:cubicBezTo>
                <a:cubicBezTo>
                  <a:pt x="401" y="287"/>
                  <a:pt x="401" y="287"/>
                  <a:pt x="401" y="287"/>
                </a:cubicBezTo>
                <a:cubicBezTo>
                  <a:pt x="359" y="240"/>
                  <a:pt x="338" y="184"/>
                  <a:pt x="338" y="130"/>
                </a:cubicBezTo>
                <a:close/>
                <a:moveTo>
                  <a:pt x="126" y="124"/>
                </a:moveTo>
                <a:lnTo>
                  <a:pt x="126" y="124"/>
                </a:lnTo>
                <a:cubicBezTo>
                  <a:pt x="182" y="66"/>
                  <a:pt x="257" y="36"/>
                  <a:pt x="331" y="30"/>
                </a:cubicBezTo>
                <a:cubicBezTo>
                  <a:pt x="316" y="61"/>
                  <a:pt x="308" y="95"/>
                  <a:pt x="308" y="130"/>
                </a:cubicBezTo>
                <a:cubicBezTo>
                  <a:pt x="308" y="192"/>
                  <a:pt x="333" y="256"/>
                  <a:pt x="380" y="308"/>
                </a:cubicBezTo>
                <a:cubicBezTo>
                  <a:pt x="302" y="385"/>
                  <a:pt x="302" y="385"/>
                  <a:pt x="302" y="385"/>
                </a:cubicBezTo>
                <a:cubicBezTo>
                  <a:pt x="250" y="338"/>
                  <a:pt x="186" y="315"/>
                  <a:pt x="124" y="315"/>
                </a:cubicBezTo>
                <a:cubicBezTo>
                  <a:pt x="93" y="315"/>
                  <a:pt x="61" y="320"/>
                  <a:pt x="32" y="334"/>
                </a:cubicBezTo>
                <a:cubicBezTo>
                  <a:pt x="36" y="258"/>
                  <a:pt x="66" y="182"/>
                  <a:pt x="126" y="124"/>
                </a:cubicBezTo>
                <a:close/>
                <a:moveTo>
                  <a:pt x="341" y="677"/>
                </a:moveTo>
                <a:lnTo>
                  <a:pt x="341" y="677"/>
                </a:lnTo>
                <a:cubicBezTo>
                  <a:pt x="267" y="674"/>
                  <a:pt x="195" y="645"/>
                  <a:pt x="137" y="593"/>
                </a:cubicBezTo>
                <a:cubicBezTo>
                  <a:pt x="302" y="427"/>
                  <a:pt x="302" y="427"/>
                  <a:pt x="302" y="427"/>
                </a:cubicBezTo>
                <a:cubicBezTo>
                  <a:pt x="343" y="472"/>
                  <a:pt x="363" y="529"/>
                  <a:pt x="363" y="583"/>
                </a:cubicBezTo>
                <a:cubicBezTo>
                  <a:pt x="363" y="616"/>
                  <a:pt x="356" y="649"/>
                  <a:pt x="341" y="677"/>
                </a:cubicBezTo>
                <a:close/>
                <a:moveTo>
                  <a:pt x="30" y="367"/>
                </a:moveTo>
                <a:lnTo>
                  <a:pt x="30" y="367"/>
                </a:lnTo>
                <a:cubicBezTo>
                  <a:pt x="59" y="352"/>
                  <a:pt x="91" y="344"/>
                  <a:pt x="124" y="344"/>
                </a:cubicBezTo>
                <a:cubicBezTo>
                  <a:pt x="178" y="344"/>
                  <a:pt x="235" y="365"/>
                  <a:pt x="280" y="406"/>
                </a:cubicBezTo>
                <a:cubicBezTo>
                  <a:pt x="115" y="572"/>
                  <a:pt x="115" y="572"/>
                  <a:pt x="115" y="572"/>
                </a:cubicBezTo>
                <a:cubicBezTo>
                  <a:pt x="62" y="514"/>
                  <a:pt x="35" y="441"/>
                  <a:pt x="30" y="367"/>
                </a:cubicBezTo>
                <a:close/>
                <a:moveTo>
                  <a:pt x="584" y="583"/>
                </a:moveTo>
                <a:lnTo>
                  <a:pt x="584" y="583"/>
                </a:lnTo>
                <a:cubicBezTo>
                  <a:pt x="525" y="641"/>
                  <a:pt x="450" y="673"/>
                  <a:pt x="374" y="677"/>
                </a:cubicBezTo>
                <a:cubicBezTo>
                  <a:pt x="387" y="648"/>
                  <a:pt x="394" y="616"/>
                  <a:pt x="394" y="583"/>
                </a:cubicBezTo>
                <a:cubicBezTo>
                  <a:pt x="394" y="522"/>
                  <a:pt x="369" y="457"/>
                  <a:pt x="323" y="406"/>
                </a:cubicBezTo>
                <a:cubicBezTo>
                  <a:pt x="401" y="329"/>
                  <a:pt x="401" y="329"/>
                  <a:pt x="401" y="329"/>
                </a:cubicBezTo>
                <a:cubicBezTo>
                  <a:pt x="452" y="376"/>
                  <a:pt x="515" y="399"/>
                  <a:pt x="577" y="399"/>
                </a:cubicBezTo>
                <a:cubicBezTo>
                  <a:pt x="612" y="399"/>
                  <a:pt x="646" y="392"/>
                  <a:pt x="677" y="376"/>
                </a:cubicBezTo>
                <a:cubicBezTo>
                  <a:pt x="673" y="452"/>
                  <a:pt x="641" y="525"/>
                  <a:pt x="584" y="583"/>
                </a:cubicBezTo>
                <a:cubicBezTo>
                  <a:pt x="594" y="593"/>
                  <a:pt x="594" y="593"/>
                  <a:pt x="594" y="593"/>
                </a:cubicBezTo>
                <a:lnTo>
                  <a:pt x="584" y="583"/>
                </a:lnTo>
                <a:close/>
              </a:path>
            </a:pathLst>
          </a:custGeom>
          <a:solidFill>
            <a:schemeClr val="tx2"/>
          </a:solidFill>
          <a:ln>
            <a:noFill/>
          </a:ln>
          <a:effectLst/>
        </p:spPr>
        <p:txBody>
          <a:bodyPr wrap="none" anchor="ctr"/>
          <a:lstStyle/>
          <a:p>
            <a:endParaRPr lang="da-DK">
              <a:solidFill>
                <a:schemeClr val="tx2"/>
              </a:solidFill>
            </a:endParaRPr>
          </a:p>
        </p:txBody>
      </p:sp>
      <p:grpSp>
        <p:nvGrpSpPr>
          <p:cNvPr id="634" name="Group 636">
            <a:extLst>
              <a:ext uri="{FF2B5EF4-FFF2-40B4-BE49-F238E27FC236}">
                <a16:creationId xmlns:a16="http://schemas.microsoft.com/office/drawing/2014/main" id="{C82DFA8D-67D1-B39C-1040-72EFF952F07B}"/>
              </a:ext>
            </a:extLst>
          </p:cNvPr>
          <p:cNvGrpSpPr/>
          <p:nvPr/>
        </p:nvGrpSpPr>
        <p:grpSpPr>
          <a:xfrm>
            <a:off x="2205558" y="1889547"/>
            <a:ext cx="230187" cy="254000"/>
            <a:chOff x="1049338" y="2211388"/>
            <a:chExt cx="230187" cy="254000"/>
          </a:xfrm>
          <a:solidFill>
            <a:schemeClr val="tx2"/>
          </a:solidFill>
        </p:grpSpPr>
        <p:sp>
          <p:nvSpPr>
            <p:cNvPr id="635" name="Freeform 524">
              <a:extLst>
                <a:ext uri="{FF2B5EF4-FFF2-40B4-BE49-F238E27FC236}">
                  <a16:creationId xmlns:a16="http://schemas.microsoft.com/office/drawing/2014/main" id="{7AE9F873-F0EC-0222-7EDA-AEFAF5C4253A}"/>
                </a:ext>
              </a:extLst>
            </p:cNvPr>
            <p:cNvSpPr>
              <a:spLocks noChangeArrowheads="1"/>
            </p:cNvSpPr>
            <p:nvPr/>
          </p:nvSpPr>
          <p:spPr bwMode="auto">
            <a:xfrm>
              <a:off x="1049338" y="2211388"/>
              <a:ext cx="230187" cy="254000"/>
            </a:xfrm>
            <a:custGeom>
              <a:avLst/>
              <a:gdLst>
                <a:gd name="T0" fmla="*/ 64 w 640"/>
                <a:gd name="T1" fmla="*/ 175 h 707"/>
                <a:gd name="T2" fmla="*/ 0 w 640"/>
                <a:gd name="T3" fmla="*/ 356 h 707"/>
                <a:gd name="T4" fmla="*/ 118 w 640"/>
                <a:gd name="T5" fmla="*/ 652 h 707"/>
                <a:gd name="T6" fmla="*/ 216 w 640"/>
                <a:gd name="T7" fmla="*/ 706 h 707"/>
                <a:gd name="T8" fmla="*/ 315 w 640"/>
                <a:gd name="T9" fmla="*/ 688 h 707"/>
                <a:gd name="T10" fmla="*/ 319 w 640"/>
                <a:gd name="T11" fmla="*/ 688 h 707"/>
                <a:gd name="T12" fmla="*/ 420 w 640"/>
                <a:gd name="T13" fmla="*/ 706 h 707"/>
                <a:gd name="T14" fmla="*/ 521 w 640"/>
                <a:gd name="T15" fmla="*/ 652 h 707"/>
                <a:gd name="T16" fmla="*/ 639 w 640"/>
                <a:gd name="T17" fmla="*/ 356 h 707"/>
                <a:gd name="T18" fmla="*/ 636 w 640"/>
                <a:gd name="T19" fmla="*/ 316 h 707"/>
                <a:gd name="T20" fmla="*/ 449 w 640"/>
                <a:gd name="T21" fmla="*/ 123 h 707"/>
                <a:gd name="T22" fmla="*/ 449 w 640"/>
                <a:gd name="T23" fmla="*/ 123 h 707"/>
                <a:gd name="T24" fmla="*/ 448 w 640"/>
                <a:gd name="T25" fmla="*/ 123 h 707"/>
                <a:gd name="T26" fmla="*/ 395 w 640"/>
                <a:gd name="T27" fmla="*/ 134 h 707"/>
                <a:gd name="T28" fmla="*/ 333 w 640"/>
                <a:gd name="T29" fmla="*/ 177 h 707"/>
                <a:gd name="T30" fmla="*/ 333 w 640"/>
                <a:gd name="T31" fmla="*/ 155 h 707"/>
                <a:gd name="T32" fmla="*/ 321 w 640"/>
                <a:gd name="T33" fmla="*/ 80 h 707"/>
                <a:gd name="T34" fmla="*/ 224 w 640"/>
                <a:gd name="T35" fmla="*/ 4 h 707"/>
                <a:gd name="T36" fmla="*/ 177 w 640"/>
                <a:gd name="T37" fmla="*/ 15 h 707"/>
                <a:gd name="T38" fmla="*/ 191 w 640"/>
                <a:gd name="T39" fmla="*/ 30 h 707"/>
                <a:gd name="T40" fmla="*/ 237 w 640"/>
                <a:gd name="T41" fmla="*/ 39 h 707"/>
                <a:gd name="T42" fmla="*/ 293 w 640"/>
                <a:gd name="T43" fmla="*/ 91 h 707"/>
                <a:gd name="T44" fmla="*/ 303 w 640"/>
                <a:gd name="T45" fmla="*/ 175 h 707"/>
                <a:gd name="T46" fmla="*/ 301 w 640"/>
                <a:gd name="T47" fmla="*/ 174 h 707"/>
                <a:gd name="T48" fmla="*/ 198 w 640"/>
                <a:gd name="T49" fmla="*/ 123 h 707"/>
                <a:gd name="T50" fmla="*/ 190 w 640"/>
                <a:gd name="T51" fmla="*/ 123 h 707"/>
                <a:gd name="T52" fmla="*/ 192 w 640"/>
                <a:gd name="T53" fmla="*/ 153 h 707"/>
                <a:gd name="T54" fmla="*/ 192 w 640"/>
                <a:gd name="T55" fmla="*/ 153 h 707"/>
                <a:gd name="T56" fmla="*/ 230 w 640"/>
                <a:gd name="T57" fmla="*/ 160 h 707"/>
                <a:gd name="T58" fmla="*/ 292 w 640"/>
                <a:gd name="T59" fmla="*/ 203 h 707"/>
                <a:gd name="T60" fmla="*/ 319 w 640"/>
                <a:gd name="T61" fmla="*/ 210 h 707"/>
                <a:gd name="T62" fmla="*/ 354 w 640"/>
                <a:gd name="T63" fmla="*/ 199 h 707"/>
                <a:gd name="T64" fmla="*/ 440 w 640"/>
                <a:gd name="T65" fmla="*/ 152 h 707"/>
                <a:gd name="T66" fmla="*/ 447 w 640"/>
                <a:gd name="T67" fmla="*/ 153 h 707"/>
                <a:gd name="T68" fmla="*/ 607 w 640"/>
                <a:gd name="T69" fmla="*/ 320 h 707"/>
                <a:gd name="T70" fmla="*/ 607 w 640"/>
                <a:gd name="T71" fmla="*/ 320 h 707"/>
                <a:gd name="T72" fmla="*/ 554 w 640"/>
                <a:gd name="T73" fmla="*/ 555 h 707"/>
                <a:gd name="T74" fmla="*/ 445 w 640"/>
                <a:gd name="T75" fmla="*/ 673 h 707"/>
                <a:gd name="T76" fmla="*/ 375 w 640"/>
                <a:gd name="T77" fmla="*/ 669 h 707"/>
                <a:gd name="T78" fmla="*/ 315 w 640"/>
                <a:gd name="T79" fmla="*/ 659 h 707"/>
                <a:gd name="T80" fmla="*/ 216 w 640"/>
                <a:gd name="T81" fmla="*/ 677 h 707"/>
                <a:gd name="T82" fmla="*/ 139 w 640"/>
                <a:gd name="T83" fmla="*/ 631 h 707"/>
                <a:gd name="T84" fmla="*/ 29 w 640"/>
                <a:gd name="T85" fmla="*/ 356 h 707"/>
                <a:gd name="T86" fmla="*/ 85 w 640"/>
                <a:gd name="T87" fmla="*/ 196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40" h="707">
                  <a:moveTo>
                    <a:pt x="64" y="175"/>
                  </a:moveTo>
                  <a:lnTo>
                    <a:pt x="64" y="175"/>
                  </a:lnTo>
                  <a:cubicBezTo>
                    <a:pt x="32" y="209"/>
                    <a:pt x="11" y="254"/>
                    <a:pt x="3" y="316"/>
                  </a:cubicBezTo>
                  <a:cubicBezTo>
                    <a:pt x="2" y="330"/>
                    <a:pt x="0" y="343"/>
                    <a:pt x="0" y="356"/>
                  </a:cubicBezTo>
                  <a:cubicBezTo>
                    <a:pt x="0" y="430"/>
                    <a:pt x="25" y="507"/>
                    <a:pt x="60" y="569"/>
                  </a:cubicBezTo>
                  <a:cubicBezTo>
                    <a:pt x="76" y="601"/>
                    <a:pt x="97" y="628"/>
                    <a:pt x="118" y="652"/>
                  </a:cubicBezTo>
                  <a:cubicBezTo>
                    <a:pt x="139" y="674"/>
                    <a:pt x="161" y="691"/>
                    <a:pt x="184" y="700"/>
                  </a:cubicBezTo>
                  <a:cubicBezTo>
                    <a:pt x="195" y="704"/>
                    <a:pt x="206" y="706"/>
                    <a:pt x="216" y="706"/>
                  </a:cubicBezTo>
                  <a:cubicBezTo>
                    <a:pt x="234" y="706"/>
                    <a:pt x="250" y="700"/>
                    <a:pt x="267" y="696"/>
                  </a:cubicBezTo>
                  <a:cubicBezTo>
                    <a:pt x="284" y="692"/>
                    <a:pt x="299" y="688"/>
                    <a:pt x="315" y="688"/>
                  </a:cubicBezTo>
                  <a:cubicBezTo>
                    <a:pt x="319" y="688"/>
                    <a:pt x="319" y="688"/>
                    <a:pt x="319" y="688"/>
                  </a:cubicBezTo>
                  <a:lnTo>
                    <a:pt x="319" y="688"/>
                  </a:lnTo>
                  <a:cubicBezTo>
                    <a:pt x="335" y="689"/>
                    <a:pt x="351" y="693"/>
                    <a:pt x="368" y="698"/>
                  </a:cubicBezTo>
                  <a:cubicBezTo>
                    <a:pt x="384" y="702"/>
                    <a:pt x="401" y="706"/>
                    <a:pt x="420" y="706"/>
                  </a:cubicBezTo>
                  <a:cubicBezTo>
                    <a:pt x="431" y="706"/>
                    <a:pt x="444" y="704"/>
                    <a:pt x="456" y="700"/>
                  </a:cubicBezTo>
                  <a:cubicBezTo>
                    <a:pt x="478" y="691"/>
                    <a:pt x="500" y="674"/>
                    <a:pt x="521" y="652"/>
                  </a:cubicBezTo>
                  <a:cubicBezTo>
                    <a:pt x="553" y="617"/>
                    <a:pt x="582" y="572"/>
                    <a:pt x="604" y="519"/>
                  </a:cubicBezTo>
                  <a:cubicBezTo>
                    <a:pt x="625" y="468"/>
                    <a:pt x="639" y="412"/>
                    <a:pt x="639" y="356"/>
                  </a:cubicBezTo>
                  <a:cubicBezTo>
                    <a:pt x="639" y="343"/>
                    <a:pt x="637" y="330"/>
                    <a:pt x="636" y="316"/>
                  </a:cubicBezTo>
                  <a:lnTo>
                    <a:pt x="636" y="316"/>
                  </a:lnTo>
                  <a:cubicBezTo>
                    <a:pt x="627" y="254"/>
                    <a:pt x="607" y="207"/>
                    <a:pt x="575" y="175"/>
                  </a:cubicBezTo>
                  <a:cubicBezTo>
                    <a:pt x="542" y="142"/>
                    <a:pt x="499" y="127"/>
                    <a:pt x="449" y="123"/>
                  </a:cubicBezTo>
                  <a:lnTo>
                    <a:pt x="449" y="123"/>
                  </a:lnTo>
                  <a:lnTo>
                    <a:pt x="449" y="123"/>
                  </a:lnTo>
                  <a:cubicBezTo>
                    <a:pt x="449" y="123"/>
                    <a:pt x="449" y="123"/>
                    <a:pt x="448" y="123"/>
                  </a:cubicBezTo>
                  <a:lnTo>
                    <a:pt x="448" y="123"/>
                  </a:lnTo>
                  <a:cubicBezTo>
                    <a:pt x="445" y="123"/>
                    <a:pt x="442" y="123"/>
                    <a:pt x="440" y="123"/>
                  </a:cubicBezTo>
                  <a:cubicBezTo>
                    <a:pt x="423" y="123"/>
                    <a:pt x="408" y="127"/>
                    <a:pt x="395" y="134"/>
                  </a:cubicBezTo>
                  <a:cubicBezTo>
                    <a:pt x="376" y="142"/>
                    <a:pt x="361" y="156"/>
                    <a:pt x="348" y="166"/>
                  </a:cubicBezTo>
                  <a:cubicBezTo>
                    <a:pt x="343" y="171"/>
                    <a:pt x="337" y="175"/>
                    <a:pt x="333" y="177"/>
                  </a:cubicBezTo>
                  <a:cubicBezTo>
                    <a:pt x="332" y="178"/>
                    <a:pt x="332" y="178"/>
                    <a:pt x="332" y="178"/>
                  </a:cubicBezTo>
                  <a:cubicBezTo>
                    <a:pt x="333" y="170"/>
                    <a:pt x="333" y="163"/>
                    <a:pt x="333" y="155"/>
                  </a:cubicBezTo>
                  <a:cubicBezTo>
                    <a:pt x="333" y="133"/>
                    <a:pt x="331" y="106"/>
                    <a:pt x="321" y="80"/>
                  </a:cubicBezTo>
                  <a:lnTo>
                    <a:pt x="321" y="80"/>
                  </a:lnTo>
                  <a:cubicBezTo>
                    <a:pt x="313" y="61"/>
                    <a:pt x="300" y="44"/>
                    <a:pt x="286" y="33"/>
                  </a:cubicBezTo>
                  <a:cubicBezTo>
                    <a:pt x="266" y="17"/>
                    <a:pt x="242" y="8"/>
                    <a:pt x="224" y="4"/>
                  </a:cubicBezTo>
                  <a:cubicBezTo>
                    <a:pt x="205" y="0"/>
                    <a:pt x="192" y="0"/>
                    <a:pt x="191" y="0"/>
                  </a:cubicBezTo>
                  <a:cubicBezTo>
                    <a:pt x="183" y="0"/>
                    <a:pt x="177" y="7"/>
                    <a:pt x="177" y="15"/>
                  </a:cubicBezTo>
                  <a:cubicBezTo>
                    <a:pt x="177" y="24"/>
                    <a:pt x="183" y="30"/>
                    <a:pt x="191" y="30"/>
                  </a:cubicBezTo>
                  <a:lnTo>
                    <a:pt x="191" y="30"/>
                  </a:lnTo>
                  <a:lnTo>
                    <a:pt x="191" y="30"/>
                  </a:lnTo>
                  <a:cubicBezTo>
                    <a:pt x="192" y="30"/>
                    <a:pt x="213" y="30"/>
                    <a:pt x="237" y="39"/>
                  </a:cubicBezTo>
                  <a:cubicBezTo>
                    <a:pt x="248" y="43"/>
                    <a:pt x="259" y="48"/>
                    <a:pt x="268" y="57"/>
                  </a:cubicBezTo>
                  <a:cubicBezTo>
                    <a:pt x="279" y="65"/>
                    <a:pt x="288" y="76"/>
                    <a:pt x="293" y="91"/>
                  </a:cubicBezTo>
                  <a:cubicBezTo>
                    <a:pt x="301" y="113"/>
                    <a:pt x="304" y="135"/>
                    <a:pt x="304" y="155"/>
                  </a:cubicBezTo>
                  <a:cubicBezTo>
                    <a:pt x="304" y="162"/>
                    <a:pt x="304" y="169"/>
                    <a:pt x="303" y="175"/>
                  </a:cubicBezTo>
                  <a:lnTo>
                    <a:pt x="303" y="175"/>
                  </a:lnTo>
                  <a:cubicBezTo>
                    <a:pt x="303" y="175"/>
                    <a:pt x="301" y="175"/>
                    <a:pt x="301" y="174"/>
                  </a:cubicBezTo>
                  <a:cubicBezTo>
                    <a:pt x="290" y="167"/>
                    <a:pt x="277" y="155"/>
                    <a:pt x="261" y="144"/>
                  </a:cubicBezTo>
                  <a:cubicBezTo>
                    <a:pt x="245" y="133"/>
                    <a:pt x="224" y="123"/>
                    <a:pt x="198" y="123"/>
                  </a:cubicBezTo>
                  <a:cubicBezTo>
                    <a:pt x="195" y="123"/>
                    <a:pt x="192" y="123"/>
                    <a:pt x="190" y="123"/>
                  </a:cubicBezTo>
                  <a:lnTo>
                    <a:pt x="190" y="123"/>
                  </a:lnTo>
                  <a:cubicBezTo>
                    <a:pt x="140" y="127"/>
                    <a:pt x="97" y="144"/>
                    <a:pt x="64" y="175"/>
                  </a:cubicBezTo>
                  <a:close/>
                  <a:moveTo>
                    <a:pt x="192" y="153"/>
                  </a:moveTo>
                  <a:lnTo>
                    <a:pt x="192" y="153"/>
                  </a:lnTo>
                  <a:lnTo>
                    <a:pt x="192" y="153"/>
                  </a:lnTo>
                  <a:cubicBezTo>
                    <a:pt x="194" y="153"/>
                    <a:pt x="197" y="153"/>
                    <a:pt x="198" y="153"/>
                  </a:cubicBezTo>
                  <a:cubicBezTo>
                    <a:pt x="210" y="153"/>
                    <a:pt x="220" y="156"/>
                    <a:pt x="230" y="160"/>
                  </a:cubicBezTo>
                  <a:cubicBezTo>
                    <a:pt x="245" y="167"/>
                    <a:pt x="259" y="178"/>
                    <a:pt x="271" y="189"/>
                  </a:cubicBezTo>
                  <a:cubicBezTo>
                    <a:pt x="278" y="195"/>
                    <a:pt x="285" y="199"/>
                    <a:pt x="292" y="203"/>
                  </a:cubicBezTo>
                  <a:cubicBezTo>
                    <a:pt x="299" y="207"/>
                    <a:pt x="307" y="210"/>
                    <a:pt x="317" y="210"/>
                  </a:cubicBezTo>
                  <a:cubicBezTo>
                    <a:pt x="318" y="210"/>
                    <a:pt x="318" y="210"/>
                    <a:pt x="319" y="210"/>
                  </a:cubicBezTo>
                  <a:cubicBezTo>
                    <a:pt x="322" y="210"/>
                    <a:pt x="322" y="210"/>
                    <a:pt x="322" y="210"/>
                  </a:cubicBezTo>
                  <a:cubicBezTo>
                    <a:pt x="335" y="210"/>
                    <a:pt x="344" y="204"/>
                    <a:pt x="354" y="199"/>
                  </a:cubicBezTo>
                  <a:cubicBezTo>
                    <a:pt x="368" y="189"/>
                    <a:pt x="380" y="178"/>
                    <a:pt x="394" y="169"/>
                  </a:cubicBezTo>
                  <a:cubicBezTo>
                    <a:pt x="408" y="159"/>
                    <a:pt x="422" y="152"/>
                    <a:pt x="440" y="152"/>
                  </a:cubicBezTo>
                  <a:cubicBezTo>
                    <a:pt x="441" y="152"/>
                    <a:pt x="444" y="153"/>
                    <a:pt x="447" y="153"/>
                  </a:cubicBezTo>
                  <a:lnTo>
                    <a:pt x="447" y="153"/>
                  </a:lnTo>
                  <a:cubicBezTo>
                    <a:pt x="492" y="156"/>
                    <a:pt x="528" y="170"/>
                    <a:pt x="554" y="196"/>
                  </a:cubicBezTo>
                  <a:cubicBezTo>
                    <a:pt x="581" y="222"/>
                    <a:pt x="598" y="262"/>
                    <a:pt x="607" y="320"/>
                  </a:cubicBezTo>
                  <a:cubicBezTo>
                    <a:pt x="621" y="319"/>
                    <a:pt x="621" y="319"/>
                    <a:pt x="621" y="319"/>
                  </a:cubicBezTo>
                  <a:cubicBezTo>
                    <a:pt x="607" y="320"/>
                    <a:pt x="607" y="320"/>
                    <a:pt x="607" y="320"/>
                  </a:cubicBezTo>
                  <a:cubicBezTo>
                    <a:pt x="608" y="333"/>
                    <a:pt x="610" y="344"/>
                    <a:pt x="610" y="356"/>
                  </a:cubicBezTo>
                  <a:cubicBezTo>
                    <a:pt x="610" y="424"/>
                    <a:pt x="586" y="496"/>
                    <a:pt x="554" y="555"/>
                  </a:cubicBezTo>
                  <a:cubicBezTo>
                    <a:pt x="538" y="584"/>
                    <a:pt x="518" y="611"/>
                    <a:pt x="500" y="631"/>
                  </a:cubicBezTo>
                  <a:cubicBezTo>
                    <a:pt x="481" y="652"/>
                    <a:pt x="462" y="666"/>
                    <a:pt x="445" y="673"/>
                  </a:cubicBezTo>
                  <a:cubicBezTo>
                    <a:pt x="437" y="675"/>
                    <a:pt x="429" y="677"/>
                    <a:pt x="420" y="677"/>
                  </a:cubicBezTo>
                  <a:cubicBezTo>
                    <a:pt x="406" y="677"/>
                    <a:pt x="391" y="673"/>
                    <a:pt x="375" y="669"/>
                  </a:cubicBezTo>
                  <a:cubicBezTo>
                    <a:pt x="358" y="664"/>
                    <a:pt x="340" y="660"/>
                    <a:pt x="319" y="659"/>
                  </a:cubicBezTo>
                  <a:cubicBezTo>
                    <a:pt x="318" y="659"/>
                    <a:pt x="317" y="659"/>
                    <a:pt x="315" y="659"/>
                  </a:cubicBezTo>
                  <a:cubicBezTo>
                    <a:pt x="295" y="659"/>
                    <a:pt x="275" y="664"/>
                    <a:pt x="259" y="669"/>
                  </a:cubicBezTo>
                  <a:cubicBezTo>
                    <a:pt x="243" y="673"/>
                    <a:pt x="228" y="677"/>
                    <a:pt x="216" y="677"/>
                  </a:cubicBezTo>
                  <a:cubicBezTo>
                    <a:pt x="209" y="677"/>
                    <a:pt x="202" y="675"/>
                    <a:pt x="194" y="673"/>
                  </a:cubicBezTo>
                  <a:cubicBezTo>
                    <a:pt x="177" y="666"/>
                    <a:pt x="158" y="652"/>
                    <a:pt x="139" y="631"/>
                  </a:cubicBezTo>
                  <a:cubicBezTo>
                    <a:pt x="111" y="601"/>
                    <a:pt x="83" y="557"/>
                    <a:pt x="63" y="508"/>
                  </a:cubicBezTo>
                  <a:cubicBezTo>
                    <a:pt x="43" y="460"/>
                    <a:pt x="29" y="406"/>
                    <a:pt x="29" y="356"/>
                  </a:cubicBezTo>
                  <a:cubicBezTo>
                    <a:pt x="29" y="344"/>
                    <a:pt x="31" y="333"/>
                    <a:pt x="32" y="320"/>
                  </a:cubicBezTo>
                  <a:cubicBezTo>
                    <a:pt x="40" y="262"/>
                    <a:pt x="58" y="222"/>
                    <a:pt x="85" y="196"/>
                  </a:cubicBezTo>
                  <a:cubicBezTo>
                    <a:pt x="112" y="170"/>
                    <a:pt x="147" y="156"/>
                    <a:pt x="192" y="1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6" name="Freeform 525">
              <a:extLst>
                <a:ext uri="{FF2B5EF4-FFF2-40B4-BE49-F238E27FC236}">
                  <a16:creationId xmlns:a16="http://schemas.microsoft.com/office/drawing/2014/main" id="{C3E83009-1788-9666-4C5D-1974C7F60301}"/>
                </a:ext>
              </a:extLst>
            </p:cNvPr>
            <p:cNvSpPr>
              <a:spLocks noChangeArrowheads="1"/>
            </p:cNvSpPr>
            <p:nvPr/>
          </p:nvSpPr>
          <p:spPr bwMode="auto">
            <a:xfrm>
              <a:off x="1165225" y="2447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37" name="Group 639">
            <a:extLst>
              <a:ext uri="{FF2B5EF4-FFF2-40B4-BE49-F238E27FC236}">
                <a16:creationId xmlns:a16="http://schemas.microsoft.com/office/drawing/2014/main" id="{5DCFDEAE-916C-C02F-705F-B24990AD3ECA}"/>
              </a:ext>
            </a:extLst>
          </p:cNvPr>
          <p:cNvGrpSpPr/>
          <p:nvPr/>
        </p:nvGrpSpPr>
        <p:grpSpPr>
          <a:xfrm>
            <a:off x="2711970" y="1888754"/>
            <a:ext cx="255588" cy="255587"/>
            <a:chOff x="1555750" y="2211388"/>
            <a:chExt cx="255588" cy="255587"/>
          </a:xfrm>
          <a:solidFill>
            <a:schemeClr val="tx2"/>
          </a:solidFill>
        </p:grpSpPr>
        <p:sp>
          <p:nvSpPr>
            <p:cNvPr id="638" name="Freeform 526">
              <a:extLst>
                <a:ext uri="{FF2B5EF4-FFF2-40B4-BE49-F238E27FC236}">
                  <a16:creationId xmlns:a16="http://schemas.microsoft.com/office/drawing/2014/main" id="{2DE8FA4E-A959-5729-E1C6-755D7DBAB3A5}"/>
                </a:ext>
              </a:extLst>
            </p:cNvPr>
            <p:cNvSpPr>
              <a:spLocks noChangeArrowheads="1"/>
            </p:cNvSpPr>
            <p:nvPr/>
          </p:nvSpPr>
          <p:spPr bwMode="auto">
            <a:xfrm>
              <a:off x="1555750" y="2211388"/>
              <a:ext cx="255588" cy="255587"/>
            </a:xfrm>
            <a:custGeom>
              <a:avLst/>
              <a:gdLst>
                <a:gd name="T0" fmla="*/ 692 w 708"/>
                <a:gd name="T1" fmla="*/ 0 h 708"/>
                <a:gd name="T2" fmla="*/ 239 w 708"/>
                <a:gd name="T3" fmla="*/ 4 h 708"/>
                <a:gd name="T4" fmla="*/ 235 w 708"/>
                <a:gd name="T5" fmla="*/ 177 h 708"/>
                <a:gd name="T6" fmla="*/ 4 w 708"/>
                <a:gd name="T7" fmla="*/ 181 h 708"/>
                <a:gd name="T8" fmla="*/ 0 w 708"/>
                <a:gd name="T9" fmla="*/ 692 h 708"/>
                <a:gd name="T10" fmla="*/ 14 w 708"/>
                <a:gd name="T11" fmla="*/ 707 h 708"/>
                <a:gd name="T12" fmla="*/ 250 w 708"/>
                <a:gd name="T13" fmla="*/ 707 h 708"/>
                <a:gd name="T14" fmla="*/ 544 w 708"/>
                <a:gd name="T15" fmla="*/ 707 h 708"/>
                <a:gd name="T16" fmla="*/ 702 w 708"/>
                <a:gd name="T17" fmla="*/ 703 h 708"/>
                <a:gd name="T18" fmla="*/ 707 w 708"/>
                <a:gd name="T19" fmla="*/ 15 h 708"/>
                <a:gd name="T20" fmla="*/ 692 w 708"/>
                <a:gd name="T21" fmla="*/ 0 h 708"/>
                <a:gd name="T22" fmla="*/ 235 w 708"/>
                <a:gd name="T23" fmla="*/ 354 h 708"/>
                <a:gd name="T24" fmla="*/ 117 w 708"/>
                <a:gd name="T25" fmla="*/ 294 h 708"/>
                <a:gd name="T26" fmla="*/ 235 w 708"/>
                <a:gd name="T27" fmla="*/ 354 h 708"/>
                <a:gd name="T28" fmla="*/ 235 w 708"/>
                <a:gd name="T29" fmla="*/ 530 h 708"/>
                <a:gd name="T30" fmla="*/ 117 w 708"/>
                <a:gd name="T31" fmla="*/ 471 h 708"/>
                <a:gd name="T32" fmla="*/ 235 w 708"/>
                <a:gd name="T33" fmla="*/ 530 h 708"/>
                <a:gd name="T34" fmla="*/ 29 w 708"/>
                <a:gd name="T35" fmla="*/ 206 h 708"/>
                <a:gd name="T36" fmla="*/ 235 w 708"/>
                <a:gd name="T37" fmla="*/ 265 h 708"/>
                <a:gd name="T38" fmla="*/ 93 w 708"/>
                <a:gd name="T39" fmla="*/ 269 h 708"/>
                <a:gd name="T40" fmla="*/ 88 w 708"/>
                <a:gd name="T41" fmla="*/ 369 h 708"/>
                <a:gd name="T42" fmla="*/ 102 w 708"/>
                <a:gd name="T43" fmla="*/ 383 h 708"/>
                <a:gd name="T44" fmla="*/ 235 w 708"/>
                <a:gd name="T45" fmla="*/ 442 h 708"/>
                <a:gd name="T46" fmla="*/ 93 w 708"/>
                <a:gd name="T47" fmla="*/ 446 h 708"/>
                <a:gd name="T48" fmla="*/ 88 w 708"/>
                <a:gd name="T49" fmla="*/ 546 h 708"/>
                <a:gd name="T50" fmla="*/ 102 w 708"/>
                <a:gd name="T51" fmla="*/ 559 h 708"/>
                <a:gd name="T52" fmla="*/ 235 w 708"/>
                <a:gd name="T53" fmla="*/ 678 h 708"/>
                <a:gd name="T54" fmla="*/ 29 w 708"/>
                <a:gd name="T55" fmla="*/ 206 h 708"/>
                <a:gd name="T56" fmla="*/ 265 w 708"/>
                <a:gd name="T57" fmla="*/ 546 h 708"/>
                <a:gd name="T58" fmla="*/ 265 w 708"/>
                <a:gd name="T59" fmla="*/ 369 h 708"/>
                <a:gd name="T60" fmla="*/ 265 w 708"/>
                <a:gd name="T61" fmla="*/ 192 h 708"/>
                <a:gd name="T62" fmla="*/ 677 w 708"/>
                <a:gd name="T63" fmla="*/ 29 h 708"/>
                <a:gd name="T64" fmla="*/ 559 w 708"/>
                <a:gd name="T65" fmla="*/ 678 h 708"/>
                <a:gd name="T66" fmla="*/ 486 w 708"/>
                <a:gd name="T67" fmla="*/ 530 h 708"/>
                <a:gd name="T68" fmla="*/ 383 w 708"/>
                <a:gd name="T69" fmla="*/ 604 h 708"/>
                <a:gd name="T70" fmla="*/ 265 w 708"/>
                <a:gd name="T71" fmla="*/ 678 h 708"/>
                <a:gd name="T72" fmla="*/ 412 w 708"/>
                <a:gd name="T73" fmla="*/ 604 h 708"/>
                <a:gd name="T74" fmla="*/ 456 w 708"/>
                <a:gd name="T75" fmla="*/ 559 h 708"/>
                <a:gd name="T76" fmla="*/ 530 w 708"/>
                <a:gd name="T77" fmla="*/ 604 h 708"/>
                <a:gd name="T78" fmla="*/ 412 w 708"/>
                <a:gd name="T7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8" h="708">
                  <a:moveTo>
                    <a:pt x="692" y="0"/>
                  </a:moveTo>
                  <a:lnTo>
                    <a:pt x="692" y="0"/>
                  </a:lnTo>
                  <a:cubicBezTo>
                    <a:pt x="250" y="0"/>
                    <a:pt x="250" y="0"/>
                    <a:pt x="250" y="0"/>
                  </a:cubicBezTo>
                  <a:cubicBezTo>
                    <a:pt x="246" y="0"/>
                    <a:pt x="242" y="1"/>
                    <a:pt x="239" y="4"/>
                  </a:cubicBezTo>
                  <a:cubicBezTo>
                    <a:pt x="236" y="7"/>
                    <a:pt x="235" y="11"/>
                    <a:pt x="235" y="15"/>
                  </a:cubicBezTo>
                  <a:cubicBezTo>
                    <a:pt x="235" y="177"/>
                    <a:pt x="235" y="177"/>
                    <a:pt x="235" y="177"/>
                  </a:cubicBezTo>
                  <a:cubicBezTo>
                    <a:pt x="14" y="177"/>
                    <a:pt x="14" y="177"/>
                    <a:pt x="14" y="177"/>
                  </a:cubicBezTo>
                  <a:cubicBezTo>
                    <a:pt x="10" y="177"/>
                    <a:pt x="7" y="178"/>
                    <a:pt x="4" y="181"/>
                  </a:cubicBezTo>
                  <a:cubicBezTo>
                    <a:pt x="1" y="184"/>
                    <a:pt x="0" y="188"/>
                    <a:pt x="0" y="192"/>
                  </a:cubicBezTo>
                  <a:cubicBezTo>
                    <a:pt x="0" y="692"/>
                    <a:pt x="0" y="692"/>
                    <a:pt x="0" y="692"/>
                  </a:cubicBezTo>
                  <a:cubicBezTo>
                    <a:pt x="0" y="696"/>
                    <a:pt x="1" y="700"/>
                    <a:pt x="4" y="703"/>
                  </a:cubicBezTo>
                  <a:cubicBezTo>
                    <a:pt x="7" y="706"/>
                    <a:pt x="10" y="707"/>
                    <a:pt x="14" y="707"/>
                  </a:cubicBezTo>
                  <a:cubicBezTo>
                    <a:pt x="250" y="707"/>
                    <a:pt x="250" y="707"/>
                    <a:pt x="250" y="707"/>
                  </a:cubicBezTo>
                  <a:lnTo>
                    <a:pt x="250" y="707"/>
                  </a:lnTo>
                  <a:cubicBezTo>
                    <a:pt x="398" y="707"/>
                    <a:pt x="398" y="707"/>
                    <a:pt x="398" y="707"/>
                  </a:cubicBezTo>
                  <a:cubicBezTo>
                    <a:pt x="544" y="707"/>
                    <a:pt x="544" y="707"/>
                    <a:pt x="544" y="707"/>
                  </a:cubicBezTo>
                  <a:cubicBezTo>
                    <a:pt x="692" y="707"/>
                    <a:pt x="692" y="707"/>
                    <a:pt x="692" y="707"/>
                  </a:cubicBezTo>
                  <a:cubicBezTo>
                    <a:pt x="696" y="707"/>
                    <a:pt x="699" y="706"/>
                    <a:pt x="702" y="703"/>
                  </a:cubicBezTo>
                  <a:cubicBezTo>
                    <a:pt x="705" y="700"/>
                    <a:pt x="707" y="696"/>
                    <a:pt x="707" y="692"/>
                  </a:cubicBezTo>
                  <a:cubicBezTo>
                    <a:pt x="707" y="15"/>
                    <a:pt x="707" y="15"/>
                    <a:pt x="707" y="15"/>
                  </a:cubicBezTo>
                  <a:cubicBezTo>
                    <a:pt x="707" y="11"/>
                    <a:pt x="705" y="7"/>
                    <a:pt x="702" y="4"/>
                  </a:cubicBezTo>
                  <a:cubicBezTo>
                    <a:pt x="699" y="1"/>
                    <a:pt x="696" y="0"/>
                    <a:pt x="692" y="0"/>
                  </a:cubicBezTo>
                  <a:close/>
                  <a:moveTo>
                    <a:pt x="235" y="354"/>
                  </a:moveTo>
                  <a:lnTo>
                    <a:pt x="235" y="354"/>
                  </a:lnTo>
                  <a:cubicBezTo>
                    <a:pt x="117" y="354"/>
                    <a:pt x="117" y="354"/>
                    <a:pt x="117" y="354"/>
                  </a:cubicBezTo>
                  <a:cubicBezTo>
                    <a:pt x="117" y="294"/>
                    <a:pt x="117" y="294"/>
                    <a:pt x="117" y="294"/>
                  </a:cubicBezTo>
                  <a:cubicBezTo>
                    <a:pt x="235" y="294"/>
                    <a:pt x="235" y="294"/>
                    <a:pt x="235" y="294"/>
                  </a:cubicBezTo>
                  <a:lnTo>
                    <a:pt x="235" y="354"/>
                  </a:lnTo>
                  <a:close/>
                  <a:moveTo>
                    <a:pt x="235" y="530"/>
                  </a:moveTo>
                  <a:lnTo>
                    <a:pt x="235" y="530"/>
                  </a:lnTo>
                  <a:cubicBezTo>
                    <a:pt x="117" y="530"/>
                    <a:pt x="117" y="530"/>
                    <a:pt x="117" y="530"/>
                  </a:cubicBezTo>
                  <a:cubicBezTo>
                    <a:pt x="117" y="471"/>
                    <a:pt x="117" y="471"/>
                    <a:pt x="117" y="471"/>
                  </a:cubicBezTo>
                  <a:cubicBezTo>
                    <a:pt x="235" y="471"/>
                    <a:pt x="235" y="471"/>
                    <a:pt x="235" y="471"/>
                  </a:cubicBezTo>
                  <a:lnTo>
                    <a:pt x="235" y="530"/>
                  </a:lnTo>
                  <a:close/>
                  <a:moveTo>
                    <a:pt x="29" y="206"/>
                  </a:moveTo>
                  <a:lnTo>
                    <a:pt x="29" y="206"/>
                  </a:lnTo>
                  <a:cubicBezTo>
                    <a:pt x="235" y="206"/>
                    <a:pt x="235" y="206"/>
                    <a:pt x="235" y="206"/>
                  </a:cubicBezTo>
                  <a:cubicBezTo>
                    <a:pt x="235" y="265"/>
                    <a:pt x="235" y="265"/>
                    <a:pt x="235" y="265"/>
                  </a:cubicBezTo>
                  <a:cubicBezTo>
                    <a:pt x="102" y="265"/>
                    <a:pt x="102" y="265"/>
                    <a:pt x="102" y="265"/>
                  </a:cubicBezTo>
                  <a:cubicBezTo>
                    <a:pt x="98" y="265"/>
                    <a:pt x="95" y="267"/>
                    <a:pt x="93" y="269"/>
                  </a:cubicBezTo>
                  <a:cubicBezTo>
                    <a:pt x="90" y="272"/>
                    <a:pt x="88" y="276"/>
                    <a:pt x="88" y="280"/>
                  </a:cubicBezTo>
                  <a:cubicBezTo>
                    <a:pt x="88" y="369"/>
                    <a:pt x="88" y="369"/>
                    <a:pt x="88" y="369"/>
                  </a:cubicBezTo>
                  <a:cubicBezTo>
                    <a:pt x="88" y="372"/>
                    <a:pt x="90" y="376"/>
                    <a:pt x="93" y="378"/>
                  </a:cubicBezTo>
                  <a:cubicBezTo>
                    <a:pt x="95" y="381"/>
                    <a:pt x="98" y="383"/>
                    <a:pt x="102" y="383"/>
                  </a:cubicBezTo>
                  <a:cubicBezTo>
                    <a:pt x="235" y="383"/>
                    <a:pt x="235" y="383"/>
                    <a:pt x="235" y="383"/>
                  </a:cubicBezTo>
                  <a:cubicBezTo>
                    <a:pt x="235" y="442"/>
                    <a:pt x="235" y="442"/>
                    <a:pt x="235" y="442"/>
                  </a:cubicBezTo>
                  <a:cubicBezTo>
                    <a:pt x="102" y="442"/>
                    <a:pt x="102" y="442"/>
                    <a:pt x="102" y="442"/>
                  </a:cubicBezTo>
                  <a:cubicBezTo>
                    <a:pt x="98" y="442"/>
                    <a:pt x="95" y="443"/>
                    <a:pt x="93" y="446"/>
                  </a:cubicBezTo>
                  <a:cubicBezTo>
                    <a:pt x="90" y="449"/>
                    <a:pt x="88" y="453"/>
                    <a:pt x="88" y="457"/>
                  </a:cubicBezTo>
                  <a:cubicBezTo>
                    <a:pt x="88" y="546"/>
                    <a:pt x="88" y="546"/>
                    <a:pt x="88" y="546"/>
                  </a:cubicBezTo>
                  <a:cubicBezTo>
                    <a:pt x="88" y="548"/>
                    <a:pt x="90" y="552"/>
                    <a:pt x="93" y="555"/>
                  </a:cubicBezTo>
                  <a:cubicBezTo>
                    <a:pt x="95" y="558"/>
                    <a:pt x="98" y="559"/>
                    <a:pt x="102" y="559"/>
                  </a:cubicBezTo>
                  <a:cubicBezTo>
                    <a:pt x="235" y="559"/>
                    <a:pt x="235" y="559"/>
                    <a:pt x="235" y="559"/>
                  </a:cubicBezTo>
                  <a:cubicBezTo>
                    <a:pt x="235" y="678"/>
                    <a:pt x="235" y="678"/>
                    <a:pt x="235" y="678"/>
                  </a:cubicBezTo>
                  <a:cubicBezTo>
                    <a:pt x="29" y="678"/>
                    <a:pt x="29" y="678"/>
                    <a:pt x="29" y="678"/>
                  </a:cubicBezTo>
                  <a:lnTo>
                    <a:pt x="29" y="206"/>
                  </a:lnTo>
                  <a:close/>
                  <a:moveTo>
                    <a:pt x="265" y="546"/>
                  </a:moveTo>
                  <a:lnTo>
                    <a:pt x="265" y="546"/>
                  </a:lnTo>
                  <a:cubicBezTo>
                    <a:pt x="265" y="457"/>
                    <a:pt x="265" y="457"/>
                    <a:pt x="265" y="457"/>
                  </a:cubicBezTo>
                  <a:cubicBezTo>
                    <a:pt x="265" y="369"/>
                    <a:pt x="265" y="369"/>
                    <a:pt x="265" y="369"/>
                  </a:cubicBezTo>
                  <a:cubicBezTo>
                    <a:pt x="265" y="280"/>
                    <a:pt x="265" y="280"/>
                    <a:pt x="265" y="280"/>
                  </a:cubicBezTo>
                  <a:cubicBezTo>
                    <a:pt x="265" y="192"/>
                    <a:pt x="265" y="192"/>
                    <a:pt x="265" y="192"/>
                  </a:cubicBezTo>
                  <a:cubicBezTo>
                    <a:pt x="265" y="29"/>
                    <a:pt x="265" y="29"/>
                    <a:pt x="265" y="29"/>
                  </a:cubicBezTo>
                  <a:cubicBezTo>
                    <a:pt x="677" y="29"/>
                    <a:pt x="677" y="29"/>
                    <a:pt x="677" y="29"/>
                  </a:cubicBezTo>
                  <a:cubicBezTo>
                    <a:pt x="677" y="678"/>
                    <a:pt x="677" y="678"/>
                    <a:pt x="677" y="678"/>
                  </a:cubicBezTo>
                  <a:cubicBezTo>
                    <a:pt x="559" y="678"/>
                    <a:pt x="559" y="678"/>
                    <a:pt x="559" y="678"/>
                  </a:cubicBezTo>
                  <a:cubicBezTo>
                    <a:pt x="559" y="604"/>
                    <a:pt x="559" y="604"/>
                    <a:pt x="559" y="604"/>
                  </a:cubicBezTo>
                  <a:cubicBezTo>
                    <a:pt x="559" y="564"/>
                    <a:pt x="526" y="530"/>
                    <a:pt x="486" y="530"/>
                  </a:cubicBezTo>
                  <a:cubicBezTo>
                    <a:pt x="456" y="530"/>
                    <a:pt x="456" y="530"/>
                    <a:pt x="456" y="530"/>
                  </a:cubicBezTo>
                  <a:cubicBezTo>
                    <a:pt x="416" y="530"/>
                    <a:pt x="383" y="564"/>
                    <a:pt x="383" y="604"/>
                  </a:cubicBezTo>
                  <a:cubicBezTo>
                    <a:pt x="383" y="678"/>
                    <a:pt x="383" y="678"/>
                    <a:pt x="383" y="678"/>
                  </a:cubicBezTo>
                  <a:cubicBezTo>
                    <a:pt x="265" y="678"/>
                    <a:pt x="265" y="678"/>
                    <a:pt x="265" y="678"/>
                  </a:cubicBezTo>
                  <a:lnTo>
                    <a:pt x="265" y="546"/>
                  </a:lnTo>
                  <a:close/>
                  <a:moveTo>
                    <a:pt x="412" y="604"/>
                  </a:moveTo>
                  <a:lnTo>
                    <a:pt x="412" y="604"/>
                  </a:lnTo>
                  <a:cubicBezTo>
                    <a:pt x="412" y="580"/>
                    <a:pt x="432" y="559"/>
                    <a:pt x="456" y="559"/>
                  </a:cubicBezTo>
                  <a:cubicBezTo>
                    <a:pt x="486" y="559"/>
                    <a:pt x="486" y="559"/>
                    <a:pt x="486" y="559"/>
                  </a:cubicBezTo>
                  <a:cubicBezTo>
                    <a:pt x="510" y="559"/>
                    <a:pt x="530" y="580"/>
                    <a:pt x="530" y="604"/>
                  </a:cubicBezTo>
                  <a:cubicBezTo>
                    <a:pt x="530" y="678"/>
                    <a:pt x="530" y="678"/>
                    <a:pt x="530" y="678"/>
                  </a:cubicBezTo>
                  <a:cubicBezTo>
                    <a:pt x="412" y="678"/>
                    <a:pt x="412" y="678"/>
                    <a:pt x="412" y="678"/>
                  </a:cubicBezTo>
                  <a:lnTo>
                    <a:pt x="412" y="6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9" name="Freeform 527">
              <a:extLst>
                <a:ext uri="{FF2B5EF4-FFF2-40B4-BE49-F238E27FC236}">
                  <a16:creationId xmlns:a16="http://schemas.microsoft.com/office/drawing/2014/main" id="{300F5C05-314F-18BA-2F97-BDA61A014832}"/>
                </a:ext>
              </a:extLst>
            </p:cNvPr>
            <p:cNvSpPr>
              <a:spLocks noChangeArrowheads="1"/>
            </p:cNvSpPr>
            <p:nvPr/>
          </p:nvSpPr>
          <p:spPr bwMode="auto">
            <a:xfrm>
              <a:off x="1671638" y="2243138"/>
              <a:ext cx="22225" cy="11112"/>
            </a:xfrm>
            <a:custGeom>
              <a:avLst/>
              <a:gdLst>
                <a:gd name="T0" fmla="*/ 15 w 61"/>
                <a:gd name="T1" fmla="*/ 29 h 30"/>
                <a:gd name="T2" fmla="*/ 15 w 61"/>
                <a:gd name="T3" fmla="*/ 29 h 30"/>
                <a:gd name="T4" fmla="*/ 45 w 61"/>
                <a:gd name="T5" fmla="*/ 29 h 30"/>
                <a:gd name="T6" fmla="*/ 60 w 61"/>
                <a:gd name="T7" fmla="*/ 16 h 30"/>
                <a:gd name="T8" fmla="*/ 45 w 61"/>
                <a:gd name="T9" fmla="*/ 0 h 30"/>
                <a:gd name="T10" fmla="*/ 15 w 61"/>
                <a:gd name="T11" fmla="*/ 0 h 30"/>
                <a:gd name="T12" fmla="*/ 0 w 61"/>
                <a:gd name="T13" fmla="*/ 16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3"/>
                    <a:pt x="60" y="16"/>
                  </a:cubicBezTo>
                  <a:cubicBezTo>
                    <a:pt x="60" y="7"/>
                    <a:pt x="53" y="0"/>
                    <a:pt x="45" y="0"/>
                  </a:cubicBezTo>
                  <a:cubicBezTo>
                    <a:pt x="15" y="0"/>
                    <a:pt x="15" y="0"/>
                    <a:pt x="15" y="0"/>
                  </a:cubicBezTo>
                  <a:cubicBezTo>
                    <a:pt x="7" y="0"/>
                    <a:pt x="0" y="7"/>
                    <a:pt x="0" y="16"/>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0" name="Freeform 528">
              <a:extLst>
                <a:ext uri="{FF2B5EF4-FFF2-40B4-BE49-F238E27FC236}">
                  <a16:creationId xmlns:a16="http://schemas.microsoft.com/office/drawing/2014/main" id="{2FE9A990-65B3-CE0E-31CA-82466CCE7BDB}"/>
                </a:ext>
              </a:extLst>
            </p:cNvPr>
            <p:cNvSpPr>
              <a:spLocks noChangeArrowheads="1"/>
            </p:cNvSpPr>
            <p:nvPr/>
          </p:nvSpPr>
          <p:spPr bwMode="auto">
            <a:xfrm>
              <a:off x="1714500" y="2243138"/>
              <a:ext cx="20638" cy="11112"/>
            </a:xfrm>
            <a:custGeom>
              <a:avLst/>
              <a:gdLst>
                <a:gd name="T0" fmla="*/ 14 w 59"/>
                <a:gd name="T1" fmla="*/ 29 h 30"/>
                <a:gd name="T2" fmla="*/ 14 w 59"/>
                <a:gd name="T3" fmla="*/ 29 h 30"/>
                <a:gd name="T4" fmla="*/ 44 w 59"/>
                <a:gd name="T5" fmla="*/ 29 h 30"/>
                <a:gd name="T6" fmla="*/ 58 w 59"/>
                <a:gd name="T7" fmla="*/ 16 h 30"/>
                <a:gd name="T8" fmla="*/ 44 w 59"/>
                <a:gd name="T9" fmla="*/ 0 h 30"/>
                <a:gd name="T10" fmla="*/ 14 w 59"/>
                <a:gd name="T11" fmla="*/ 0 h 30"/>
                <a:gd name="T12" fmla="*/ 0 w 59"/>
                <a:gd name="T13" fmla="*/ 16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3"/>
                    <a:pt x="58" y="16"/>
                  </a:cubicBezTo>
                  <a:cubicBezTo>
                    <a:pt x="58" y="7"/>
                    <a:pt x="51" y="0"/>
                    <a:pt x="44" y="0"/>
                  </a:cubicBezTo>
                  <a:cubicBezTo>
                    <a:pt x="14" y="0"/>
                    <a:pt x="14" y="0"/>
                    <a:pt x="14" y="0"/>
                  </a:cubicBezTo>
                  <a:cubicBezTo>
                    <a:pt x="6" y="0"/>
                    <a:pt x="0" y="7"/>
                    <a:pt x="0" y="16"/>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1" name="Freeform 529">
              <a:extLst>
                <a:ext uri="{FF2B5EF4-FFF2-40B4-BE49-F238E27FC236}">
                  <a16:creationId xmlns:a16="http://schemas.microsoft.com/office/drawing/2014/main" id="{83D2032E-ADDF-0AA5-36A8-BB4340722EA7}"/>
                </a:ext>
              </a:extLst>
            </p:cNvPr>
            <p:cNvSpPr>
              <a:spLocks noChangeArrowheads="1"/>
            </p:cNvSpPr>
            <p:nvPr/>
          </p:nvSpPr>
          <p:spPr bwMode="auto">
            <a:xfrm>
              <a:off x="1757363" y="2243138"/>
              <a:ext cx="22225" cy="11112"/>
            </a:xfrm>
            <a:custGeom>
              <a:avLst/>
              <a:gdLst>
                <a:gd name="T0" fmla="*/ 16 w 61"/>
                <a:gd name="T1" fmla="*/ 29 h 30"/>
                <a:gd name="T2" fmla="*/ 16 w 61"/>
                <a:gd name="T3" fmla="*/ 29 h 30"/>
                <a:gd name="T4" fmla="*/ 45 w 61"/>
                <a:gd name="T5" fmla="*/ 29 h 30"/>
                <a:gd name="T6" fmla="*/ 60 w 61"/>
                <a:gd name="T7" fmla="*/ 16 h 30"/>
                <a:gd name="T8" fmla="*/ 45 w 61"/>
                <a:gd name="T9" fmla="*/ 0 h 30"/>
                <a:gd name="T10" fmla="*/ 16 w 61"/>
                <a:gd name="T11" fmla="*/ 0 h 30"/>
                <a:gd name="T12" fmla="*/ 0 w 61"/>
                <a:gd name="T13" fmla="*/ 16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3"/>
                    <a:pt x="60" y="16"/>
                  </a:cubicBezTo>
                  <a:cubicBezTo>
                    <a:pt x="60" y="7"/>
                    <a:pt x="53" y="0"/>
                    <a:pt x="45" y="0"/>
                  </a:cubicBezTo>
                  <a:cubicBezTo>
                    <a:pt x="16" y="0"/>
                    <a:pt x="16" y="0"/>
                    <a:pt x="16" y="0"/>
                  </a:cubicBezTo>
                  <a:cubicBezTo>
                    <a:pt x="7" y="0"/>
                    <a:pt x="0" y="7"/>
                    <a:pt x="0" y="16"/>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2" name="Freeform 530">
              <a:extLst>
                <a:ext uri="{FF2B5EF4-FFF2-40B4-BE49-F238E27FC236}">
                  <a16:creationId xmlns:a16="http://schemas.microsoft.com/office/drawing/2014/main" id="{F216A91C-A643-7F5D-63DC-904A6EA24B36}"/>
                </a:ext>
              </a:extLst>
            </p:cNvPr>
            <p:cNvSpPr>
              <a:spLocks noChangeArrowheads="1"/>
            </p:cNvSpPr>
            <p:nvPr/>
          </p:nvSpPr>
          <p:spPr bwMode="auto">
            <a:xfrm>
              <a:off x="1671638" y="22748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3" name="Freeform 531">
              <a:extLst>
                <a:ext uri="{FF2B5EF4-FFF2-40B4-BE49-F238E27FC236}">
                  <a16:creationId xmlns:a16="http://schemas.microsoft.com/office/drawing/2014/main" id="{6C782DA4-0ED0-583D-7D31-1A70C2AE771D}"/>
                </a:ext>
              </a:extLst>
            </p:cNvPr>
            <p:cNvSpPr>
              <a:spLocks noChangeArrowheads="1"/>
            </p:cNvSpPr>
            <p:nvPr/>
          </p:nvSpPr>
          <p:spPr bwMode="auto">
            <a:xfrm>
              <a:off x="1714500" y="22748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4" name="Freeform 532">
              <a:extLst>
                <a:ext uri="{FF2B5EF4-FFF2-40B4-BE49-F238E27FC236}">
                  <a16:creationId xmlns:a16="http://schemas.microsoft.com/office/drawing/2014/main" id="{62832B11-56B7-D2A8-8087-9B62E47859E9}"/>
                </a:ext>
              </a:extLst>
            </p:cNvPr>
            <p:cNvSpPr>
              <a:spLocks noChangeArrowheads="1"/>
            </p:cNvSpPr>
            <p:nvPr/>
          </p:nvSpPr>
          <p:spPr bwMode="auto">
            <a:xfrm>
              <a:off x="1757363" y="22748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5" name="Freeform 533">
              <a:extLst>
                <a:ext uri="{FF2B5EF4-FFF2-40B4-BE49-F238E27FC236}">
                  <a16:creationId xmlns:a16="http://schemas.microsoft.com/office/drawing/2014/main" id="{4557E06C-1D28-AA94-DA8E-06BC54D5214D}"/>
                </a:ext>
              </a:extLst>
            </p:cNvPr>
            <p:cNvSpPr>
              <a:spLocks noChangeArrowheads="1"/>
            </p:cNvSpPr>
            <p:nvPr/>
          </p:nvSpPr>
          <p:spPr bwMode="auto">
            <a:xfrm>
              <a:off x="1671638" y="230663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6" name="Freeform 534">
              <a:extLst>
                <a:ext uri="{FF2B5EF4-FFF2-40B4-BE49-F238E27FC236}">
                  <a16:creationId xmlns:a16="http://schemas.microsoft.com/office/drawing/2014/main" id="{2C98C030-FE16-2B5C-5FD0-8EE6488E21A7}"/>
                </a:ext>
              </a:extLst>
            </p:cNvPr>
            <p:cNvSpPr>
              <a:spLocks noChangeArrowheads="1"/>
            </p:cNvSpPr>
            <p:nvPr/>
          </p:nvSpPr>
          <p:spPr bwMode="auto">
            <a:xfrm>
              <a:off x="1714500" y="23066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7" name="Freeform 535">
              <a:extLst>
                <a:ext uri="{FF2B5EF4-FFF2-40B4-BE49-F238E27FC236}">
                  <a16:creationId xmlns:a16="http://schemas.microsoft.com/office/drawing/2014/main" id="{2AC49241-6D8E-D53D-56D0-26A4BD991589}"/>
                </a:ext>
              </a:extLst>
            </p:cNvPr>
            <p:cNvSpPr>
              <a:spLocks noChangeArrowheads="1"/>
            </p:cNvSpPr>
            <p:nvPr/>
          </p:nvSpPr>
          <p:spPr bwMode="auto">
            <a:xfrm>
              <a:off x="1757363" y="23066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8" name="Freeform 536">
              <a:extLst>
                <a:ext uri="{FF2B5EF4-FFF2-40B4-BE49-F238E27FC236}">
                  <a16:creationId xmlns:a16="http://schemas.microsoft.com/office/drawing/2014/main" id="{54F0E1C1-10D7-2BB1-F160-456F23B111C8}"/>
                </a:ext>
              </a:extLst>
            </p:cNvPr>
            <p:cNvSpPr>
              <a:spLocks noChangeArrowheads="1"/>
            </p:cNvSpPr>
            <p:nvPr/>
          </p:nvSpPr>
          <p:spPr bwMode="auto">
            <a:xfrm>
              <a:off x="1671638" y="23383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9" name="Freeform 537">
              <a:extLst>
                <a:ext uri="{FF2B5EF4-FFF2-40B4-BE49-F238E27FC236}">
                  <a16:creationId xmlns:a16="http://schemas.microsoft.com/office/drawing/2014/main" id="{08EBBFAD-A3FF-51F4-D53F-8A336FA519DD}"/>
                </a:ext>
              </a:extLst>
            </p:cNvPr>
            <p:cNvSpPr>
              <a:spLocks noChangeArrowheads="1"/>
            </p:cNvSpPr>
            <p:nvPr/>
          </p:nvSpPr>
          <p:spPr bwMode="auto">
            <a:xfrm>
              <a:off x="1714500" y="23383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0" name="Freeform 538">
              <a:extLst>
                <a:ext uri="{FF2B5EF4-FFF2-40B4-BE49-F238E27FC236}">
                  <a16:creationId xmlns:a16="http://schemas.microsoft.com/office/drawing/2014/main" id="{1EB61B88-A130-F3A6-0EF2-5A56FF6ABA6D}"/>
                </a:ext>
              </a:extLst>
            </p:cNvPr>
            <p:cNvSpPr>
              <a:spLocks noChangeArrowheads="1"/>
            </p:cNvSpPr>
            <p:nvPr/>
          </p:nvSpPr>
          <p:spPr bwMode="auto">
            <a:xfrm>
              <a:off x="1757363" y="23383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1" name="Freeform 539">
              <a:extLst>
                <a:ext uri="{FF2B5EF4-FFF2-40B4-BE49-F238E27FC236}">
                  <a16:creationId xmlns:a16="http://schemas.microsoft.com/office/drawing/2014/main" id="{22D97532-C17D-4368-E383-4660D6715B0F}"/>
                </a:ext>
              </a:extLst>
            </p:cNvPr>
            <p:cNvSpPr>
              <a:spLocks noChangeArrowheads="1"/>
            </p:cNvSpPr>
            <p:nvPr/>
          </p:nvSpPr>
          <p:spPr bwMode="auto">
            <a:xfrm>
              <a:off x="1671638" y="2370138"/>
              <a:ext cx="22225" cy="11112"/>
            </a:xfrm>
            <a:custGeom>
              <a:avLst/>
              <a:gdLst>
                <a:gd name="T0" fmla="*/ 60 w 61"/>
                <a:gd name="T1" fmla="*/ 15 h 30"/>
                <a:gd name="T2" fmla="*/ 60 w 61"/>
                <a:gd name="T3" fmla="*/ 15 h 30"/>
                <a:gd name="T4" fmla="*/ 45 w 61"/>
                <a:gd name="T5" fmla="*/ 0 h 30"/>
                <a:gd name="T6" fmla="*/ 15 w 61"/>
                <a:gd name="T7" fmla="*/ 0 h 30"/>
                <a:gd name="T8" fmla="*/ 0 w 61"/>
                <a:gd name="T9" fmla="*/ 15 h 30"/>
                <a:gd name="T10" fmla="*/ 15 w 61"/>
                <a:gd name="T11" fmla="*/ 29 h 30"/>
                <a:gd name="T12" fmla="*/ 45 w 61"/>
                <a:gd name="T13" fmla="*/ 29 h 30"/>
                <a:gd name="T14" fmla="*/ 60 w 61"/>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60" y="15"/>
                  </a:moveTo>
                  <a:lnTo>
                    <a:pt x="60" y="15"/>
                  </a:lnTo>
                  <a:cubicBezTo>
                    <a:pt x="60" y="7"/>
                    <a:pt x="53" y="0"/>
                    <a:pt x="45" y="0"/>
                  </a:cubicBezTo>
                  <a:cubicBezTo>
                    <a:pt x="15" y="0"/>
                    <a:pt x="15" y="0"/>
                    <a:pt x="15" y="0"/>
                  </a:cubicBezTo>
                  <a:cubicBezTo>
                    <a:pt x="7" y="0"/>
                    <a:pt x="0" y="7"/>
                    <a:pt x="0" y="15"/>
                  </a:cubicBezTo>
                  <a:cubicBezTo>
                    <a:pt x="0" y="22"/>
                    <a:pt x="7" y="29"/>
                    <a:pt x="15" y="29"/>
                  </a:cubicBezTo>
                  <a:cubicBezTo>
                    <a:pt x="45" y="29"/>
                    <a:pt x="45" y="29"/>
                    <a:pt x="45" y="29"/>
                  </a:cubicBezTo>
                  <a:cubicBezTo>
                    <a:pt x="53" y="29"/>
                    <a:pt x="60" y="22"/>
                    <a:pt x="6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2" name="Freeform 540">
              <a:extLst>
                <a:ext uri="{FF2B5EF4-FFF2-40B4-BE49-F238E27FC236}">
                  <a16:creationId xmlns:a16="http://schemas.microsoft.com/office/drawing/2014/main" id="{D9D3A7A3-AAB5-2E47-E4C5-CC859B92F9A1}"/>
                </a:ext>
              </a:extLst>
            </p:cNvPr>
            <p:cNvSpPr>
              <a:spLocks noChangeArrowheads="1"/>
            </p:cNvSpPr>
            <p:nvPr/>
          </p:nvSpPr>
          <p:spPr bwMode="auto">
            <a:xfrm>
              <a:off x="1714500" y="23701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3" name="Freeform 541">
              <a:extLst>
                <a:ext uri="{FF2B5EF4-FFF2-40B4-BE49-F238E27FC236}">
                  <a16:creationId xmlns:a16="http://schemas.microsoft.com/office/drawing/2014/main" id="{C27DCC52-D4D9-A1D6-32A2-0F548D6864E0}"/>
                </a:ext>
              </a:extLst>
            </p:cNvPr>
            <p:cNvSpPr>
              <a:spLocks noChangeArrowheads="1"/>
            </p:cNvSpPr>
            <p:nvPr/>
          </p:nvSpPr>
          <p:spPr bwMode="auto">
            <a:xfrm>
              <a:off x="1757363" y="23701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54" name="Freeform 542">
            <a:extLst>
              <a:ext uri="{FF2B5EF4-FFF2-40B4-BE49-F238E27FC236}">
                <a16:creationId xmlns:a16="http://schemas.microsoft.com/office/drawing/2014/main" id="{F21489AD-5B88-5192-84B8-3DA56A35729F}"/>
              </a:ext>
            </a:extLst>
          </p:cNvPr>
          <p:cNvSpPr>
            <a:spLocks noChangeArrowheads="1"/>
          </p:cNvSpPr>
          <p:nvPr/>
        </p:nvSpPr>
        <p:spPr bwMode="auto">
          <a:xfrm>
            <a:off x="3221558" y="1915741"/>
            <a:ext cx="255587" cy="201612"/>
          </a:xfrm>
          <a:custGeom>
            <a:avLst/>
            <a:gdLst>
              <a:gd name="T0" fmla="*/ 58 w 709"/>
              <a:gd name="T1" fmla="*/ 314 h 561"/>
              <a:gd name="T2" fmla="*/ 103 w 709"/>
              <a:gd name="T3" fmla="*/ 560 h 561"/>
              <a:gd name="T4" fmla="*/ 516 w 709"/>
              <a:gd name="T5" fmla="*/ 560 h 561"/>
              <a:gd name="T6" fmla="*/ 648 w 709"/>
              <a:gd name="T7" fmla="*/ 516 h 561"/>
              <a:gd name="T8" fmla="*/ 708 w 709"/>
              <a:gd name="T9" fmla="*/ 221 h 561"/>
              <a:gd name="T10" fmla="*/ 623 w 709"/>
              <a:gd name="T11" fmla="*/ 119 h 561"/>
              <a:gd name="T12" fmla="*/ 619 w 709"/>
              <a:gd name="T13" fmla="*/ 119 h 561"/>
              <a:gd name="T14" fmla="*/ 589 w 709"/>
              <a:gd name="T15" fmla="*/ 31 h 561"/>
              <a:gd name="T16" fmla="*/ 191 w 709"/>
              <a:gd name="T17" fmla="*/ 0 h 561"/>
              <a:gd name="T18" fmla="*/ 89 w 709"/>
              <a:gd name="T19" fmla="*/ 104 h 561"/>
              <a:gd name="T20" fmla="*/ 29 w 709"/>
              <a:gd name="T21" fmla="*/ 148 h 561"/>
              <a:gd name="T22" fmla="*/ 58 w 709"/>
              <a:gd name="T23" fmla="*/ 314 h 561"/>
              <a:gd name="T24" fmla="*/ 206 w 709"/>
              <a:gd name="T25" fmla="*/ 413 h 561"/>
              <a:gd name="T26" fmla="*/ 500 w 709"/>
              <a:gd name="T27" fmla="*/ 531 h 561"/>
              <a:gd name="T28" fmla="*/ 206 w 709"/>
              <a:gd name="T29" fmla="*/ 413 h 561"/>
              <a:gd name="T30" fmla="*/ 676 w 709"/>
              <a:gd name="T31" fmla="*/ 206 h 561"/>
              <a:gd name="T32" fmla="*/ 629 w 709"/>
              <a:gd name="T33" fmla="*/ 290 h 561"/>
              <a:gd name="T34" fmla="*/ 619 w 709"/>
              <a:gd name="T35" fmla="*/ 516 h 561"/>
              <a:gd name="T36" fmla="*/ 531 w 709"/>
              <a:gd name="T37" fmla="*/ 531 h 561"/>
              <a:gd name="T38" fmla="*/ 531 w 709"/>
              <a:gd name="T39" fmla="*/ 369 h 561"/>
              <a:gd name="T40" fmla="*/ 604 w 709"/>
              <a:gd name="T41" fmla="*/ 148 h 561"/>
              <a:gd name="T42" fmla="*/ 604 w 709"/>
              <a:gd name="T43" fmla="*/ 148 h 561"/>
              <a:gd name="T44" fmla="*/ 621 w 709"/>
              <a:gd name="T45" fmla="*/ 134 h 561"/>
              <a:gd name="T46" fmla="*/ 676 w 709"/>
              <a:gd name="T47" fmla="*/ 206 h 561"/>
              <a:gd name="T48" fmla="*/ 191 w 709"/>
              <a:gd name="T49" fmla="*/ 29 h 561"/>
              <a:gd name="T50" fmla="*/ 589 w 709"/>
              <a:gd name="T51" fmla="*/ 104 h 561"/>
              <a:gd name="T52" fmla="*/ 531 w 709"/>
              <a:gd name="T53" fmla="*/ 148 h 561"/>
              <a:gd name="T54" fmla="*/ 500 w 709"/>
              <a:gd name="T55" fmla="*/ 369 h 561"/>
              <a:gd name="T56" fmla="*/ 206 w 709"/>
              <a:gd name="T57" fmla="*/ 383 h 561"/>
              <a:gd name="T58" fmla="*/ 206 w 709"/>
              <a:gd name="T59" fmla="*/ 226 h 561"/>
              <a:gd name="T60" fmla="*/ 118 w 709"/>
              <a:gd name="T61" fmla="*/ 119 h 561"/>
              <a:gd name="T62" fmla="*/ 191 w 709"/>
              <a:gd name="T63" fmla="*/ 29 h 561"/>
              <a:gd name="T64" fmla="*/ 103 w 709"/>
              <a:gd name="T65" fmla="*/ 148 h 561"/>
              <a:gd name="T66" fmla="*/ 103 w 709"/>
              <a:gd name="T67" fmla="*/ 148 h 561"/>
              <a:gd name="T68" fmla="*/ 107 w 709"/>
              <a:gd name="T69" fmla="*/ 148 h 561"/>
              <a:gd name="T70" fmla="*/ 157 w 709"/>
              <a:gd name="T71" fmla="*/ 172 h 561"/>
              <a:gd name="T72" fmla="*/ 177 w 709"/>
              <a:gd name="T73" fmla="*/ 369 h 561"/>
              <a:gd name="T74" fmla="*/ 177 w 709"/>
              <a:gd name="T75" fmla="*/ 531 h 561"/>
              <a:gd name="T76" fmla="*/ 89 w 709"/>
              <a:gd name="T77" fmla="*/ 516 h 561"/>
              <a:gd name="T78" fmla="*/ 78 w 709"/>
              <a:gd name="T79" fmla="*/ 290 h 561"/>
              <a:gd name="T80" fmla="*/ 103 w 709"/>
              <a:gd name="T81" fmla="*/ 148 h 5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9" h="561">
                <a:moveTo>
                  <a:pt x="58" y="314"/>
                </a:moveTo>
                <a:lnTo>
                  <a:pt x="58" y="314"/>
                </a:lnTo>
                <a:cubicBezTo>
                  <a:pt x="58" y="516"/>
                  <a:pt x="58" y="516"/>
                  <a:pt x="58" y="516"/>
                </a:cubicBezTo>
                <a:cubicBezTo>
                  <a:pt x="58" y="540"/>
                  <a:pt x="79" y="560"/>
                  <a:pt x="103" y="560"/>
                </a:cubicBezTo>
                <a:cubicBezTo>
                  <a:pt x="191" y="560"/>
                  <a:pt x="191" y="560"/>
                  <a:pt x="191" y="560"/>
                </a:cubicBezTo>
                <a:cubicBezTo>
                  <a:pt x="516" y="560"/>
                  <a:pt x="516" y="560"/>
                  <a:pt x="516" y="560"/>
                </a:cubicBezTo>
                <a:cubicBezTo>
                  <a:pt x="604" y="560"/>
                  <a:pt x="604" y="560"/>
                  <a:pt x="604" y="560"/>
                </a:cubicBezTo>
                <a:cubicBezTo>
                  <a:pt x="629" y="560"/>
                  <a:pt x="648" y="540"/>
                  <a:pt x="648" y="516"/>
                </a:cubicBezTo>
                <a:cubicBezTo>
                  <a:pt x="648" y="314"/>
                  <a:pt x="648" y="314"/>
                  <a:pt x="648" y="314"/>
                </a:cubicBezTo>
                <a:cubicBezTo>
                  <a:pt x="683" y="297"/>
                  <a:pt x="708" y="263"/>
                  <a:pt x="708" y="221"/>
                </a:cubicBezTo>
                <a:cubicBezTo>
                  <a:pt x="708" y="215"/>
                  <a:pt x="706" y="208"/>
                  <a:pt x="705" y="201"/>
                </a:cubicBezTo>
                <a:cubicBezTo>
                  <a:pt x="697" y="159"/>
                  <a:pt x="665" y="127"/>
                  <a:pt x="623" y="119"/>
                </a:cubicBezTo>
                <a:lnTo>
                  <a:pt x="623" y="119"/>
                </a:lnTo>
                <a:cubicBezTo>
                  <a:pt x="622" y="119"/>
                  <a:pt x="621" y="119"/>
                  <a:pt x="619" y="119"/>
                </a:cubicBezTo>
                <a:cubicBezTo>
                  <a:pt x="619" y="104"/>
                  <a:pt x="619" y="104"/>
                  <a:pt x="619" y="104"/>
                </a:cubicBezTo>
                <a:cubicBezTo>
                  <a:pt x="619" y="75"/>
                  <a:pt x="607" y="49"/>
                  <a:pt x="589" y="31"/>
                </a:cubicBezTo>
                <a:cubicBezTo>
                  <a:pt x="570" y="11"/>
                  <a:pt x="545" y="0"/>
                  <a:pt x="516" y="0"/>
                </a:cubicBezTo>
                <a:cubicBezTo>
                  <a:pt x="191" y="0"/>
                  <a:pt x="191" y="0"/>
                  <a:pt x="191" y="0"/>
                </a:cubicBezTo>
                <a:cubicBezTo>
                  <a:pt x="163" y="0"/>
                  <a:pt x="137" y="11"/>
                  <a:pt x="118" y="31"/>
                </a:cubicBezTo>
                <a:cubicBezTo>
                  <a:pt x="100" y="49"/>
                  <a:pt x="89" y="75"/>
                  <a:pt x="89" y="104"/>
                </a:cubicBezTo>
                <a:cubicBezTo>
                  <a:pt x="89" y="119"/>
                  <a:pt x="89" y="119"/>
                  <a:pt x="89" y="119"/>
                </a:cubicBezTo>
                <a:cubicBezTo>
                  <a:pt x="65" y="122"/>
                  <a:pt x="46" y="133"/>
                  <a:pt x="29" y="148"/>
                </a:cubicBezTo>
                <a:cubicBezTo>
                  <a:pt x="11" y="166"/>
                  <a:pt x="0" y="192"/>
                  <a:pt x="0" y="221"/>
                </a:cubicBezTo>
                <a:cubicBezTo>
                  <a:pt x="0" y="263"/>
                  <a:pt x="24" y="297"/>
                  <a:pt x="58" y="314"/>
                </a:cubicBezTo>
                <a:close/>
                <a:moveTo>
                  <a:pt x="206" y="413"/>
                </a:moveTo>
                <a:lnTo>
                  <a:pt x="206" y="413"/>
                </a:lnTo>
                <a:cubicBezTo>
                  <a:pt x="500" y="413"/>
                  <a:pt x="500" y="413"/>
                  <a:pt x="500" y="413"/>
                </a:cubicBezTo>
                <a:cubicBezTo>
                  <a:pt x="500" y="531"/>
                  <a:pt x="500" y="531"/>
                  <a:pt x="500" y="531"/>
                </a:cubicBezTo>
                <a:cubicBezTo>
                  <a:pt x="206" y="531"/>
                  <a:pt x="206" y="531"/>
                  <a:pt x="206" y="531"/>
                </a:cubicBezTo>
                <a:lnTo>
                  <a:pt x="206" y="413"/>
                </a:lnTo>
                <a:close/>
                <a:moveTo>
                  <a:pt x="676" y="206"/>
                </a:moveTo>
                <a:lnTo>
                  <a:pt x="676" y="206"/>
                </a:lnTo>
                <a:cubicBezTo>
                  <a:pt x="677" y="212"/>
                  <a:pt x="677" y="216"/>
                  <a:pt x="677" y="221"/>
                </a:cubicBezTo>
                <a:cubicBezTo>
                  <a:pt x="677" y="253"/>
                  <a:pt x="657" y="281"/>
                  <a:pt x="629" y="290"/>
                </a:cubicBezTo>
                <a:cubicBezTo>
                  <a:pt x="622" y="292"/>
                  <a:pt x="619" y="297"/>
                  <a:pt x="619" y="304"/>
                </a:cubicBezTo>
                <a:cubicBezTo>
                  <a:pt x="619" y="516"/>
                  <a:pt x="619" y="516"/>
                  <a:pt x="619" y="516"/>
                </a:cubicBezTo>
                <a:cubicBezTo>
                  <a:pt x="619" y="524"/>
                  <a:pt x="612" y="531"/>
                  <a:pt x="604" y="531"/>
                </a:cubicBezTo>
                <a:cubicBezTo>
                  <a:pt x="531" y="531"/>
                  <a:pt x="531" y="531"/>
                  <a:pt x="531" y="531"/>
                </a:cubicBezTo>
                <a:cubicBezTo>
                  <a:pt x="531" y="398"/>
                  <a:pt x="531" y="398"/>
                  <a:pt x="531" y="398"/>
                </a:cubicBezTo>
                <a:cubicBezTo>
                  <a:pt x="531" y="369"/>
                  <a:pt x="531" y="369"/>
                  <a:pt x="531" y="369"/>
                </a:cubicBezTo>
                <a:cubicBezTo>
                  <a:pt x="531" y="221"/>
                  <a:pt x="531" y="221"/>
                  <a:pt x="531" y="221"/>
                </a:cubicBezTo>
                <a:cubicBezTo>
                  <a:pt x="531" y="180"/>
                  <a:pt x="563" y="148"/>
                  <a:pt x="604" y="148"/>
                </a:cubicBezTo>
                <a:lnTo>
                  <a:pt x="604" y="148"/>
                </a:lnTo>
                <a:lnTo>
                  <a:pt x="604" y="148"/>
                </a:lnTo>
                <a:cubicBezTo>
                  <a:pt x="608" y="148"/>
                  <a:pt x="614" y="148"/>
                  <a:pt x="618" y="148"/>
                </a:cubicBezTo>
                <a:cubicBezTo>
                  <a:pt x="621" y="134"/>
                  <a:pt x="621" y="134"/>
                  <a:pt x="621" y="134"/>
                </a:cubicBezTo>
                <a:cubicBezTo>
                  <a:pt x="618" y="148"/>
                  <a:pt x="618" y="148"/>
                  <a:pt x="618" y="148"/>
                </a:cubicBezTo>
                <a:cubicBezTo>
                  <a:pt x="647" y="154"/>
                  <a:pt x="670" y="177"/>
                  <a:pt x="676" y="206"/>
                </a:cubicBezTo>
                <a:close/>
                <a:moveTo>
                  <a:pt x="191" y="29"/>
                </a:moveTo>
                <a:lnTo>
                  <a:pt x="191" y="29"/>
                </a:lnTo>
                <a:cubicBezTo>
                  <a:pt x="516" y="29"/>
                  <a:pt x="516" y="29"/>
                  <a:pt x="516" y="29"/>
                </a:cubicBezTo>
                <a:cubicBezTo>
                  <a:pt x="556" y="29"/>
                  <a:pt x="589" y="63"/>
                  <a:pt x="589" y="104"/>
                </a:cubicBezTo>
                <a:cubicBezTo>
                  <a:pt x="589" y="119"/>
                  <a:pt x="589" y="119"/>
                  <a:pt x="589" y="119"/>
                </a:cubicBezTo>
                <a:cubicBezTo>
                  <a:pt x="567" y="122"/>
                  <a:pt x="546" y="133"/>
                  <a:pt x="531" y="148"/>
                </a:cubicBezTo>
                <a:cubicBezTo>
                  <a:pt x="513" y="166"/>
                  <a:pt x="500" y="192"/>
                  <a:pt x="500" y="221"/>
                </a:cubicBezTo>
                <a:cubicBezTo>
                  <a:pt x="500" y="369"/>
                  <a:pt x="500" y="369"/>
                  <a:pt x="500" y="369"/>
                </a:cubicBezTo>
                <a:cubicBezTo>
                  <a:pt x="500" y="383"/>
                  <a:pt x="500" y="383"/>
                  <a:pt x="500" y="383"/>
                </a:cubicBezTo>
                <a:cubicBezTo>
                  <a:pt x="206" y="383"/>
                  <a:pt x="206" y="383"/>
                  <a:pt x="206" y="383"/>
                </a:cubicBezTo>
                <a:cubicBezTo>
                  <a:pt x="206" y="369"/>
                  <a:pt x="206" y="369"/>
                  <a:pt x="206" y="369"/>
                </a:cubicBezTo>
                <a:cubicBezTo>
                  <a:pt x="206" y="226"/>
                  <a:pt x="206" y="226"/>
                  <a:pt x="206" y="226"/>
                </a:cubicBezTo>
                <a:cubicBezTo>
                  <a:pt x="206" y="198"/>
                  <a:pt x="195" y="172"/>
                  <a:pt x="179" y="152"/>
                </a:cubicBezTo>
                <a:cubicBezTo>
                  <a:pt x="163" y="136"/>
                  <a:pt x="141" y="123"/>
                  <a:pt x="118" y="119"/>
                </a:cubicBezTo>
                <a:cubicBezTo>
                  <a:pt x="118" y="104"/>
                  <a:pt x="118" y="104"/>
                  <a:pt x="118" y="104"/>
                </a:cubicBezTo>
                <a:cubicBezTo>
                  <a:pt x="118" y="63"/>
                  <a:pt x="151" y="29"/>
                  <a:pt x="191" y="29"/>
                </a:cubicBezTo>
                <a:close/>
                <a:moveTo>
                  <a:pt x="103" y="148"/>
                </a:moveTo>
                <a:lnTo>
                  <a:pt x="103" y="148"/>
                </a:lnTo>
                <a:lnTo>
                  <a:pt x="103" y="148"/>
                </a:lnTo>
                <a:lnTo>
                  <a:pt x="103" y="148"/>
                </a:lnTo>
                <a:lnTo>
                  <a:pt x="103" y="148"/>
                </a:lnTo>
                <a:cubicBezTo>
                  <a:pt x="107" y="148"/>
                  <a:pt x="107" y="148"/>
                  <a:pt x="107" y="148"/>
                </a:cubicBezTo>
                <a:lnTo>
                  <a:pt x="107" y="148"/>
                </a:lnTo>
                <a:cubicBezTo>
                  <a:pt x="126" y="148"/>
                  <a:pt x="144" y="158"/>
                  <a:pt x="157" y="172"/>
                </a:cubicBezTo>
                <a:cubicBezTo>
                  <a:pt x="169" y="187"/>
                  <a:pt x="177" y="206"/>
                  <a:pt x="177" y="226"/>
                </a:cubicBezTo>
                <a:cubicBezTo>
                  <a:pt x="177" y="369"/>
                  <a:pt x="177" y="369"/>
                  <a:pt x="177" y="369"/>
                </a:cubicBezTo>
                <a:cubicBezTo>
                  <a:pt x="177" y="398"/>
                  <a:pt x="177" y="398"/>
                  <a:pt x="177" y="398"/>
                </a:cubicBezTo>
                <a:cubicBezTo>
                  <a:pt x="177" y="531"/>
                  <a:pt x="177" y="531"/>
                  <a:pt x="177" y="531"/>
                </a:cubicBezTo>
                <a:cubicBezTo>
                  <a:pt x="103" y="531"/>
                  <a:pt x="103" y="531"/>
                  <a:pt x="103" y="531"/>
                </a:cubicBezTo>
                <a:cubicBezTo>
                  <a:pt x="94" y="531"/>
                  <a:pt x="89" y="524"/>
                  <a:pt x="89" y="516"/>
                </a:cubicBezTo>
                <a:cubicBezTo>
                  <a:pt x="89" y="304"/>
                  <a:pt x="89" y="304"/>
                  <a:pt x="89" y="304"/>
                </a:cubicBezTo>
                <a:cubicBezTo>
                  <a:pt x="89" y="297"/>
                  <a:pt x="85" y="292"/>
                  <a:pt x="78" y="290"/>
                </a:cubicBezTo>
                <a:cubicBezTo>
                  <a:pt x="50" y="281"/>
                  <a:pt x="29" y="253"/>
                  <a:pt x="29" y="221"/>
                </a:cubicBezTo>
                <a:cubicBezTo>
                  <a:pt x="29" y="180"/>
                  <a:pt x="63" y="148"/>
                  <a:pt x="103" y="148"/>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55" name="Group 657">
            <a:extLst>
              <a:ext uri="{FF2B5EF4-FFF2-40B4-BE49-F238E27FC236}">
                <a16:creationId xmlns:a16="http://schemas.microsoft.com/office/drawing/2014/main" id="{65245510-4F88-87C9-653E-AD853C7891D1}"/>
              </a:ext>
            </a:extLst>
          </p:cNvPr>
          <p:cNvGrpSpPr/>
          <p:nvPr/>
        </p:nvGrpSpPr>
        <p:grpSpPr>
          <a:xfrm>
            <a:off x="3783533" y="1888754"/>
            <a:ext cx="158750" cy="255587"/>
            <a:chOff x="2627313" y="2211388"/>
            <a:chExt cx="158750" cy="255587"/>
          </a:xfrm>
          <a:solidFill>
            <a:schemeClr val="tx2"/>
          </a:solidFill>
        </p:grpSpPr>
        <p:sp>
          <p:nvSpPr>
            <p:cNvPr id="656" name="Freeform 543">
              <a:extLst>
                <a:ext uri="{FF2B5EF4-FFF2-40B4-BE49-F238E27FC236}">
                  <a16:creationId xmlns:a16="http://schemas.microsoft.com/office/drawing/2014/main" id="{B2563DCF-4117-02F9-94EB-9854ED81002E}"/>
                </a:ext>
              </a:extLst>
            </p:cNvPr>
            <p:cNvSpPr>
              <a:spLocks noChangeArrowheads="1"/>
            </p:cNvSpPr>
            <p:nvPr/>
          </p:nvSpPr>
          <p:spPr bwMode="auto">
            <a:xfrm>
              <a:off x="2627313" y="2211388"/>
              <a:ext cx="158750" cy="255587"/>
            </a:xfrm>
            <a:custGeom>
              <a:avLst/>
              <a:gdLst>
                <a:gd name="T0" fmla="*/ 0 w 443"/>
                <a:gd name="T1" fmla="*/ 221 h 708"/>
                <a:gd name="T2" fmla="*/ 0 w 443"/>
                <a:gd name="T3" fmla="*/ 221 h 708"/>
                <a:gd name="T4" fmla="*/ 0 w 443"/>
                <a:gd name="T5" fmla="*/ 486 h 708"/>
                <a:gd name="T6" fmla="*/ 221 w 443"/>
                <a:gd name="T7" fmla="*/ 707 h 708"/>
                <a:gd name="T8" fmla="*/ 442 w 443"/>
                <a:gd name="T9" fmla="*/ 486 h 708"/>
                <a:gd name="T10" fmla="*/ 442 w 443"/>
                <a:gd name="T11" fmla="*/ 221 h 708"/>
                <a:gd name="T12" fmla="*/ 221 w 443"/>
                <a:gd name="T13" fmla="*/ 0 h 708"/>
                <a:gd name="T14" fmla="*/ 0 w 443"/>
                <a:gd name="T15" fmla="*/ 221 h 708"/>
                <a:gd name="T16" fmla="*/ 31 w 443"/>
                <a:gd name="T17" fmla="*/ 311 h 708"/>
                <a:gd name="T18" fmla="*/ 31 w 443"/>
                <a:gd name="T19" fmla="*/ 311 h 708"/>
                <a:gd name="T20" fmla="*/ 109 w 443"/>
                <a:gd name="T21" fmla="*/ 396 h 708"/>
                <a:gd name="T22" fmla="*/ 257 w 443"/>
                <a:gd name="T23" fmla="*/ 490 h 708"/>
                <a:gd name="T24" fmla="*/ 65 w 443"/>
                <a:gd name="T25" fmla="*/ 595 h 708"/>
                <a:gd name="T26" fmla="*/ 31 w 443"/>
                <a:gd name="T27" fmla="*/ 486 h 708"/>
                <a:gd name="T28" fmla="*/ 31 w 443"/>
                <a:gd name="T29" fmla="*/ 311 h 708"/>
                <a:gd name="T30" fmla="*/ 357 w 443"/>
                <a:gd name="T31" fmla="*/ 622 h 708"/>
                <a:gd name="T32" fmla="*/ 357 w 443"/>
                <a:gd name="T33" fmla="*/ 622 h 708"/>
                <a:gd name="T34" fmla="*/ 221 w 443"/>
                <a:gd name="T35" fmla="*/ 678 h 708"/>
                <a:gd name="T36" fmla="*/ 86 w 443"/>
                <a:gd name="T37" fmla="*/ 622 h 708"/>
                <a:gd name="T38" fmla="*/ 86 w 443"/>
                <a:gd name="T39" fmla="*/ 622 h 708"/>
                <a:gd name="T40" fmla="*/ 301 w 443"/>
                <a:gd name="T41" fmla="*/ 488 h 708"/>
                <a:gd name="T42" fmla="*/ 413 w 443"/>
                <a:gd name="T43" fmla="*/ 320 h 708"/>
                <a:gd name="T44" fmla="*/ 413 w 443"/>
                <a:gd name="T45" fmla="*/ 486 h 708"/>
                <a:gd name="T46" fmla="*/ 357 w 443"/>
                <a:gd name="T47" fmla="*/ 622 h 708"/>
                <a:gd name="T48" fmla="*/ 413 w 443"/>
                <a:gd name="T49" fmla="*/ 221 h 708"/>
                <a:gd name="T50" fmla="*/ 413 w 443"/>
                <a:gd name="T51" fmla="*/ 221 h 708"/>
                <a:gd name="T52" fmla="*/ 413 w 443"/>
                <a:gd name="T53" fmla="*/ 247 h 708"/>
                <a:gd name="T54" fmla="*/ 279 w 443"/>
                <a:gd name="T55" fmla="*/ 467 h 708"/>
                <a:gd name="T56" fmla="*/ 278 w 443"/>
                <a:gd name="T57" fmla="*/ 468 h 708"/>
                <a:gd name="T58" fmla="*/ 129 w 443"/>
                <a:gd name="T59" fmla="*/ 374 h 708"/>
                <a:gd name="T60" fmla="*/ 31 w 443"/>
                <a:gd name="T61" fmla="*/ 247 h 708"/>
                <a:gd name="T62" fmla="*/ 31 w 443"/>
                <a:gd name="T63" fmla="*/ 221 h 708"/>
                <a:gd name="T64" fmla="*/ 86 w 443"/>
                <a:gd name="T65" fmla="*/ 86 h 708"/>
                <a:gd name="T66" fmla="*/ 221 w 443"/>
                <a:gd name="T67" fmla="*/ 29 h 708"/>
                <a:gd name="T68" fmla="*/ 235 w 443"/>
                <a:gd name="T69" fmla="*/ 30 h 708"/>
                <a:gd name="T70" fmla="*/ 224 w 443"/>
                <a:gd name="T71" fmla="*/ 66 h 708"/>
                <a:gd name="T72" fmla="*/ 205 w 443"/>
                <a:gd name="T73" fmla="*/ 82 h 708"/>
                <a:gd name="T74" fmla="*/ 163 w 443"/>
                <a:gd name="T75" fmla="*/ 88 h 708"/>
                <a:gd name="T76" fmla="*/ 148 w 443"/>
                <a:gd name="T77" fmla="*/ 104 h 708"/>
                <a:gd name="T78" fmla="*/ 163 w 443"/>
                <a:gd name="T79" fmla="*/ 117 h 708"/>
                <a:gd name="T80" fmla="*/ 163 w 443"/>
                <a:gd name="T81" fmla="*/ 117 h 708"/>
                <a:gd name="T82" fmla="*/ 216 w 443"/>
                <a:gd name="T83" fmla="*/ 109 h 708"/>
                <a:gd name="T84" fmla="*/ 257 w 443"/>
                <a:gd name="T85" fmla="*/ 69 h 708"/>
                <a:gd name="T86" fmla="*/ 264 w 443"/>
                <a:gd name="T87" fmla="*/ 35 h 708"/>
                <a:gd name="T88" fmla="*/ 357 w 443"/>
                <a:gd name="T89" fmla="*/ 86 h 708"/>
                <a:gd name="T90" fmla="*/ 413 w 443"/>
                <a:gd name="T91" fmla="*/ 22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43" h="708">
                  <a:moveTo>
                    <a:pt x="0" y="221"/>
                  </a:moveTo>
                  <a:lnTo>
                    <a:pt x="0" y="221"/>
                  </a:lnTo>
                  <a:cubicBezTo>
                    <a:pt x="0" y="486"/>
                    <a:pt x="0" y="486"/>
                    <a:pt x="0" y="486"/>
                  </a:cubicBezTo>
                  <a:cubicBezTo>
                    <a:pt x="0" y="608"/>
                    <a:pt x="100" y="707"/>
                    <a:pt x="221" y="707"/>
                  </a:cubicBezTo>
                  <a:cubicBezTo>
                    <a:pt x="344" y="707"/>
                    <a:pt x="442" y="608"/>
                    <a:pt x="442" y="486"/>
                  </a:cubicBezTo>
                  <a:cubicBezTo>
                    <a:pt x="442" y="221"/>
                    <a:pt x="442" y="221"/>
                    <a:pt x="442" y="221"/>
                  </a:cubicBezTo>
                  <a:cubicBezTo>
                    <a:pt x="442" y="98"/>
                    <a:pt x="344" y="0"/>
                    <a:pt x="221" y="0"/>
                  </a:cubicBezTo>
                  <a:cubicBezTo>
                    <a:pt x="100" y="0"/>
                    <a:pt x="0" y="98"/>
                    <a:pt x="0" y="221"/>
                  </a:cubicBezTo>
                  <a:close/>
                  <a:moveTo>
                    <a:pt x="31" y="311"/>
                  </a:moveTo>
                  <a:lnTo>
                    <a:pt x="31" y="311"/>
                  </a:lnTo>
                  <a:cubicBezTo>
                    <a:pt x="51" y="343"/>
                    <a:pt x="79" y="372"/>
                    <a:pt x="109" y="396"/>
                  </a:cubicBezTo>
                  <a:cubicBezTo>
                    <a:pt x="152" y="432"/>
                    <a:pt x="203" y="463"/>
                    <a:pt x="257" y="490"/>
                  </a:cubicBezTo>
                  <a:cubicBezTo>
                    <a:pt x="203" y="541"/>
                    <a:pt x="138" y="580"/>
                    <a:pt x="65" y="595"/>
                  </a:cubicBezTo>
                  <a:cubicBezTo>
                    <a:pt x="43" y="565"/>
                    <a:pt x="31" y="526"/>
                    <a:pt x="31" y="486"/>
                  </a:cubicBezTo>
                  <a:lnTo>
                    <a:pt x="31" y="311"/>
                  </a:lnTo>
                  <a:close/>
                  <a:moveTo>
                    <a:pt x="357" y="622"/>
                  </a:moveTo>
                  <a:lnTo>
                    <a:pt x="357" y="622"/>
                  </a:lnTo>
                  <a:cubicBezTo>
                    <a:pt x="322" y="656"/>
                    <a:pt x="275" y="678"/>
                    <a:pt x="221" y="678"/>
                  </a:cubicBezTo>
                  <a:cubicBezTo>
                    <a:pt x="169" y="678"/>
                    <a:pt x="120" y="656"/>
                    <a:pt x="86" y="622"/>
                  </a:cubicBezTo>
                  <a:lnTo>
                    <a:pt x="86" y="622"/>
                  </a:lnTo>
                  <a:cubicBezTo>
                    <a:pt x="172" y="599"/>
                    <a:pt x="243" y="550"/>
                    <a:pt x="301" y="488"/>
                  </a:cubicBezTo>
                  <a:cubicBezTo>
                    <a:pt x="347" y="438"/>
                    <a:pt x="384" y="380"/>
                    <a:pt x="413" y="320"/>
                  </a:cubicBezTo>
                  <a:cubicBezTo>
                    <a:pt x="413" y="486"/>
                    <a:pt x="413" y="486"/>
                    <a:pt x="413" y="486"/>
                  </a:cubicBezTo>
                  <a:cubicBezTo>
                    <a:pt x="413" y="539"/>
                    <a:pt x="391" y="587"/>
                    <a:pt x="357" y="622"/>
                  </a:cubicBezTo>
                  <a:close/>
                  <a:moveTo>
                    <a:pt x="413" y="221"/>
                  </a:moveTo>
                  <a:lnTo>
                    <a:pt x="413" y="221"/>
                  </a:lnTo>
                  <a:cubicBezTo>
                    <a:pt x="413" y="247"/>
                    <a:pt x="413" y="247"/>
                    <a:pt x="413" y="247"/>
                  </a:cubicBezTo>
                  <a:cubicBezTo>
                    <a:pt x="384" y="323"/>
                    <a:pt x="339" y="403"/>
                    <a:pt x="279" y="467"/>
                  </a:cubicBezTo>
                  <a:cubicBezTo>
                    <a:pt x="279" y="468"/>
                    <a:pt x="279" y="468"/>
                    <a:pt x="278" y="468"/>
                  </a:cubicBezTo>
                  <a:cubicBezTo>
                    <a:pt x="223" y="441"/>
                    <a:pt x="172" y="409"/>
                    <a:pt x="129" y="374"/>
                  </a:cubicBezTo>
                  <a:cubicBezTo>
                    <a:pt x="83" y="337"/>
                    <a:pt x="49" y="296"/>
                    <a:pt x="31" y="247"/>
                  </a:cubicBezTo>
                  <a:cubicBezTo>
                    <a:pt x="31" y="221"/>
                    <a:pt x="31" y="221"/>
                    <a:pt x="31" y="221"/>
                  </a:cubicBezTo>
                  <a:cubicBezTo>
                    <a:pt x="31" y="169"/>
                    <a:pt x="51" y="120"/>
                    <a:pt x="86" y="86"/>
                  </a:cubicBezTo>
                  <a:cubicBezTo>
                    <a:pt x="120" y="51"/>
                    <a:pt x="169" y="29"/>
                    <a:pt x="221" y="29"/>
                  </a:cubicBezTo>
                  <a:cubicBezTo>
                    <a:pt x="227" y="29"/>
                    <a:pt x="231" y="29"/>
                    <a:pt x="235" y="30"/>
                  </a:cubicBezTo>
                  <a:cubicBezTo>
                    <a:pt x="235" y="43"/>
                    <a:pt x="232" y="57"/>
                    <a:pt x="224" y="66"/>
                  </a:cubicBezTo>
                  <a:cubicBezTo>
                    <a:pt x="220" y="72"/>
                    <a:pt x="214" y="77"/>
                    <a:pt x="205" y="82"/>
                  </a:cubicBezTo>
                  <a:cubicBezTo>
                    <a:pt x="195" y="86"/>
                    <a:pt x="181" y="88"/>
                    <a:pt x="163" y="88"/>
                  </a:cubicBezTo>
                  <a:cubicBezTo>
                    <a:pt x="155" y="88"/>
                    <a:pt x="148" y="95"/>
                    <a:pt x="148" y="104"/>
                  </a:cubicBezTo>
                  <a:cubicBezTo>
                    <a:pt x="148" y="111"/>
                    <a:pt x="155" y="117"/>
                    <a:pt x="163" y="117"/>
                  </a:cubicBezTo>
                  <a:lnTo>
                    <a:pt x="163" y="117"/>
                  </a:lnTo>
                  <a:cubicBezTo>
                    <a:pt x="184" y="117"/>
                    <a:pt x="202" y="115"/>
                    <a:pt x="216" y="109"/>
                  </a:cubicBezTo>
                  <a:cubicBezTo>
                    <a:pt x="236" y="99"/>
                    <a:pt x="250" y="84"/>
                    <a:pt x="257" y="69"/>
                  </a:cubicBezTo>
                  <a:cubicBezTo>
                    <a:pt x="263" y="57"/>
                    <a:pt x="264" y="44"/>
                    <a:pt x="264" y="35"/>
                  </a:cubicBezTo>
                  <a:cubicBezTo>
                    <a:pt x="300" y="43"/>
                    <a:pt x="332" y="61"/>
                    <a:pt x="357" y="86"/>
                  </a:cubicBezTo>
                  <a:cubicBezTo>
                    <a:pt x="391" y="120"/>
                    <a:pt x="413" y="169"/>
                    <a:pt x="413" y="2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7" name="Freeform 544">
              <a:extLst>
                <a:ext uri="{FF2B5EF4-FFF2-40B4-BE49-F238E27FC236}">
                  <a16:creationId xmlns:a16="http://schemas.microsoft.com/office/drawing/2014/main" id="{83726670-A4E5-9E33-B924-1E0B6435667B}"/>
                </a:ext>
              </a:extLst>
            </p:cNvPr>
            <p:cNvSpPr>
              <a:spLocks noChangeArrowheads="1"/>
            </p:cNvSpPr>
            <p:nvPr/>
          </p:nvSpPr>
          <p:spPr bwMode="auto">
            <a:xfrm>
              <a:off x="2673350" y="2314575"/>
              <a:ext cx="65088" cy="20638"/>
            </a:xfrm>
            <a:custGeom>
              <a:avLst/>
              <a:gdLst>
                <a:gd name="T0" fmla="*/ 155 w 182"/>
                <a:gd name="T1" fmla="*/ 4 h 59"/>
                <a:gd name="T2" fmla="*/ 155 w 182"/>
                <a:gd name="T3" fmla="*/ 4 h 59"/>
                <a:gd name="T4" fmla="*/ 90 w 182"/>
                <a:gd name="T5" fmla="*/ 28 h 59"/>
                <a:gd name="T6" fmla="*/ 27 w 182"/>
                <a:gd name="T7" fmla="*/ 4 h 59"/>
                <a:gd name="T8" fmla="*/ 6 w 182"/>
                <a:gd name="T9" fmla="*/ 7 h 59"/>
                <a:gd name="T10" fmla="*/ 7 w 182"/>
                <a:gd name="T11" fmla="*/ 28 h 59"/>
                <a:gd name="T12" fmla="*/ 7 w 182"/>
                <a:gd name="T13" fmla="*/ 28 h 59"/>
                <a:gd name="T14" fmla="*/ 90 w 182"/>
                <a:gd name="T15" fmla="*/ 58 h 59"/>
                <a:gd name="T16" fmla="*/ 173 w 182"/>
                <a:gd name="T17" fmla="*/ 28 h 59"/>
                <a:gd name="T18" fmla="*/ 176 w 182"/>
                <a:gd name="T19" fmla="*/ 7 h 59"/>
                <a:gd name="T20" fmla="*/ 155 w 182"/>
                <a:gd name="T21" fmla="*/ 4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59">
                  <a:moveTo>
                    <a:pt x="155" y="4"/>
                  </a:moveTo>
                  <a:lnTo>
                    <a:pt x="155" y="4"/>
                  </a:lnTo>
                  <a:cubicBezTo>
                    <a:pt x="136" y="21"/>
                    <a:pt x="112" y="28"/>
                    <a:pt x="90" y="28"/>
                  </a:cubicBezTo>
                  <a:cubicBezTo>
                    <a:pt x="68" y="28"/>
                    <a:pt x="46" y="21"/>
                    <a:pt x="27" y="4"/>
                  </a:cubicBezTo>
                  <a:cubicBezTo>
                    <a:pt x="20" y="0"/>
                    <a:pt x="10" y="2"/>
                    <a:pt x="6" y="7"/>
                  </a:cubicBezTo>
                  <a:cubicBezTo>
                    <a:pt x="0" y="14"/>
                    <a:pt x="2" y="24"/>
                    <a:pt x="7" y="28"/>
                  </a:cubicBezTo>
                  <a:lnTo>
                    <a:pt x="7" y="28"/>
                  </a:lnTo>
                  <a:cubicBezTo>
                    <a:pt x="32" y="47"/>
                    <a:pt x="61" y="58"/>
                    <a:pt x="90" y="58"/>
                  </a:cubicBezTo>
                  <a:cubicBezTo>
                    <a:pt x="119" y="58"/>
                    <a:pt x="148" y="47"/>
                    <a:pt x="173" y="28"/>
                  </a:cubicBezTo>
                  <a:cubicBezTo>
                    <a:pt x="180" y="24"/>
                    <a:pt x="181" y="14"/>
                    <a:pt x="176" y="7"/>
                  </a:cubicBezTo>
                  <a:cubicBezTo>
                    <a:pt x="170" y="2"/>
                    <a:pt x="162" y="0"/>
                    <a:pt x="155"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8" name="Freeform 545">
              <a:extLst>
                <a:ext uri="{FF2B5EF4-FFF2-40B4-BE49-F238E27FC236}">
                  <a16:creationId xmlns:a16="http://schemas.microsoft.com/office/drawing/2014/main" id="{EEDA8A05-60C0-29F1-BCDA-7429B1FC737D}"/>
                </a:ext>
              </a:extLst>
            </p:cNvPr>
            <p:cNvSpPr>
              <a:spLocks noChangeArrowheads="1"/>
            </p:cNvSpPr>
            <p:nvPr/>
          </p:nvSpPr>
          <p:spPr bwMode="auto">
            <a:xfrm>
              <a:off x="2722563" y="227488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2"/>
                    <a:pt x="46" y="0"/>
                    <a:pt x="31" y="0"/>
                  </a:cubicBezTo>
                  <a:cubicBezTo>
                    <a:pt x="14" y="0"/>
                    <a:pt x="0" y="12"/>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9" name="Freeform 546">
              <a:extLst>
                <a:ext uri="{FF2B5EF4-FFF2-40B4-BE49-F238E27FC236}">
                  <a16:creationId xmlns:a16="http://schemas.microsoft.com/office/drawing/2014/main" id="{F7976A90-2CCE-A30E-00BE-E6ACE9AC0B8A}"/>
                </a:ext>
              </a:extLst>
            </p:cNvPr>
            <p:cNvSpPr>
              <a:spLocks noChangeArrowheads="1"/>
            </p:cNvSpPr>
            <p:nvPr/>
          </p:nvSpPr>
          <p:spPr bwMode="auto">
            <a:xfrm>
              <a:off x="2670175" y="2274888"/>
              <a:ext cx="20638" cy="22225"/>
            </a:xfrm>
            <a:custGeom>
              <a:avLst/>
              <a:gdLst>
                <a:gd name="T0" fmla="*/ 58 w 59"/>
                <a:gd name="T1" fmla="*/ 29 h 60"/>
                <a:gd name="T2" fmla="*/ 58 w 59"/>
                <a:gd name="T3" fmla="*/ 29 h 60"/>
                <a:gd name="T4" fmla="*/ 29 w 59"/>
                <a:gd name="T5" fmla="*/ 0 h 60"/>
                <a:gd name="T6" fmla="*/ 0 w 59"/>
                <a:gd name="T7" fmla="*/ 29 h 60"/>
                <a:gd name="T8" fmla="*/ 29 w 59"/>
                <a:gd name="T9" fmla="*/ 59 h 60"/>
                <a:gd name="T10" fmla="*/ 58 w 59"/>
                <a:gd name="T11" fmla="*/ 29 h 60"/>
              </a:gdLst>
              <a:ahLst/>
              <a:cxnLst>
                <a:cxn ang="0">
                  <a:pos x="T0" y="T1"/>
                </a:cxn>
                <a:cxn ang="0">
                  <a:pos x="T2" y="T3"/>
                </a:cxn>
                <a:cxn ang="0">
                  <a:pos x="T4" y="T5"/>
                </a:cxn>
                <a:cxn ang="0">
                  <a:pos x="T6" y="T7"/>
                </a:cxn>
                <a:cxn ang="0">
                  <a:pos x="T8" y="T9"/>
                </a:cxn>
                <a:cxn ang="0">
                  <a:pos x="T10" y="T11"/>
                </a:cxn>
              </a:cxnLst>
              <a:rect l="0" t="0" r="r" b="b"/>
              <a:pathLst>
                <a:path w="59" h="60">
                  <a:moveTo>
                    <a:pt x="58" y="29"/>
                  </a:moveTo>
                  <a:lnTo>
                    <a:pt x="58" y="29"/>
                  </a:lnTo>
                  <a:cubicBezTo>
                    <a:pt x="58" y="12"/>
                    <a:pt x="46" y="0"/>
                    <a:pt x="29" y="0"/>
                  </a:cubicBezTo>
                  <a:cubicBezTo>
                    <a:pt x="12" y="0"/>
                    <a:pt x="0" y="12"/>
                    <a:pt x="0" y="29"/>
                  </a:cubicBezTo>
                  <a:cubicBezTo>
                    <a:pt x="0" y="45"/>
                    <a:pt x="12" y="59"/>
                    <a:pt x="29" y="59"/>
                  </a:cubicBezTo>
                  <a:cubicBezTo>
                    <a:pt x="46" y="59"/>
                    <a:pt x="58" y="45"/>
                    <a:pt x="5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0" name="Freeform 548">
            <a:extLst>
              <a:ext uri="{FF2B5EF4-FFF2-40B4-BE49-F238E27FC236}">
                <a16:creationId xmlns:a16="http://schemas.microsoft.com/office/drawing/2014/main" id="{F4C0F914-403F-8109-2E02-178EDE866BC1}"/>
              </a:ext>
            </a:extLst>
          </p:cNvPr>
          <p:cNvSpPr>
            <a:spLocks noChangeArrowheads="1"/>
          </p:cNvSpPr>
          <p:nvPr/>
        </p:nvSpPr>
        <p:spPr bwMode="auto">
          <a:xfrm>
            <a:off x="2211908" y="2402309"/>
            <a:ext cx="228600" cy="252412"/>
          </a:xfrm>
          <a:custGeom>
            <a:avLst/>
            <a:gdLst>
              <a:gd name="T0" fmla="*/ 563 w 637"/>
              <a:gd name="T1" fmla="*/ 615 h 702"/>
              <a:gd name="T2" fmla="*/ 382 w 637"/>
              <a:gd name="T3" fmla="*/ 413 h 702"/>
              <a:gd name="T4" fmla="*/ 411 w 637"/>
              <a:gd name="T5" fmla="*/ 224 h 702"/>
              <a:gd name="T6" fmla="*/ 598 w 637"/>
              <a:gd name="T7" fmla="*/ 286 h 702"/>
              <a:gd name="T8" fmla="*/ 619 w 637"/>
              <a:gd name="T9" fmla="*/ 268 h 702"/>
              <a:gd name="T10" fmla="*/ 452 w 637"/>
              <a:gd name="T11" fmla="*/ 118 h 702"/>
              <a:gd name="T12" fmla="*/ 373 w 637"/>
              <a:gd name="T13" fmla="*/ 72 h 702"/>
              <a:gd name="T14" fmla="*/ 542 w 637"/>
              <a:gd name="T15" fmla="*/ 49 h 702"/>
              <a:gd name="T16" fmla="*/ 445 w 637"/>
              <a:gd name="T17" fmla="*/ 102 h 702"/>
              <a:gd name="T18" fmla="*/ 589 w 637"/>
              <a:gd name="T19" fmla="*/ 68 h 702"/>
              <a:gd name="T20" fmla="*/ 593 w 637"/>
              <a:gd name="T21" fmla="*/ 42 h 702"/>
              <a:gd name="T22" fmla="*/ 351 w 637"/>
              <a:gd name="T23" fmla="*/ 54 h 702"/>
              <a:gd name="T24" fmla="*/ 308 w 637"/>
              <a:gd name="T25" fmla="*/ 188 h 702"/>
              <a:gd name="T26" fmla="*/ 72 w 637"/>
              <a:gd name="T27" fmla="*/ 155 h 702"/>
              <a:gd name="T28" fmla="*/ 7 w 637"/>
              <a:gd name="T29" fmla="*/ 285 h 702"/>
              <a:gd name="T30" fmla="*/ 133 w 637"/>
              <a:gd name="T31" fmla="*/ 235 h 702"/>
              <a:gd name="T32" fmla="*/ 295 w 637"/>
              <a:gd name="T33" fmla="*/ 228 h 702"/>
              <a:gd name="T34" fmla="*/ 333 w 637"/>
              <a:gd name="T35" fmla="*/ 583 h 702"/>
              <a:gd name="T36" fmla="*/ 101 w 637"/>
              <a:gd name="T37" fmla="*/ 640 h 702"/>
              <a:gd name="T38" fmla="*/ 75 w 637"/>
              <a:gd name="T39" fmla="*/ 685 h 702"/>
              <a:gd name="T40" fmla="*/ 90 w 637"/>
              <a:gd name="T41" fmla="*/ 701 h 702"/>
              <a:gd name="T42" fmla="*/ 630 w 637"/>
              <a:gd name="T43" fmla="*/ 696 h 702"/>
              <a:gd name="T44" fmla="*/ 621 w 637"/>
              <a:gd name="T45" fmla="*/ 651 h 702"/>
              <a:gd name="T46" fmla="*/ 452 w 637"/>
              <a:gd name="T47" fmla="*/ 147 h 702"/>
              <a:gd name="T48" fmla="*/ 531 w 637"/>
              <a:gd name="T49" fmla="*/ 177 h 702"/>
              <a:gd name="T50" fmla="*/ 498 w 637"/>
              <a:gd name="T51" fmla="*/ 207 h 702"/>
              <a:gd name="T52" fmla="*/ 344 w 637"/>
              <a:gd name="T53" fmla="*/ 198 h 702"/>
              <a:gd name="T54" fmla="*/ 125 w 637"/>
              <a:gd name="T55" fmla="*/ 207 h 702"/>
              <a:gd name="T56" fmla="*/ 46 w 637"/>
              <a:gd name="T57" fmla="*/ 239 h 702"/>
              <a:gd name="T58" fmla="*/ 169 w 637"/>
              <a:gd name="T59" fmla="*/ 147 h 702"/>
              <a:gd name="T60" fmla="*/ 212 w 637"/>
              <a:gd name="T61" fmla="*/ 195 h 702"/>
              <a:gd name="T62" fmla="*/ 136 w 637"/>
              <a:gd name="T63" fmla="*/ 652 h 702"/>
              <a:gd name="T64" fmla="*/ 225 w 637"/>
              <a:gd name="T65" fmla="*/ 623 h 702"/>
              <a:gd name="T66" fmla="*/ 357 w 637"/>
              <a:gd name="T67" fmla="*/ 612 h 702"/>
              <a:gd name="T68" fmla="*/ 369 w 637"/>
              <a:gd name="T69" fmla="*/ 591 h 702"/>
              <a:gd name="T70" fmla="*/ 324 w 637"/>
              <a:gd name="T71" fmla="*/ 230 h 702"/>
              <a:gd name="T72" fmla="*/ 354 w 637"/>
              <a:gd name="T73" fmla="*/ 423 h 702"/>
              <a:gd name="T74" fmla="*/ 469 w 637"/>
              <a:gd name="T75" fmla="*/ 620 h 702"/>
              <a:gd name="T76" fmla="*/ 598 w 637"/>
              <a:gd name="T77" fmla="*/ 670 h 702"/>
              <a:gd name="T78" fmla="*/ 111 w 637"/>
              <a:gd name="T79" fmla="*/ 67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7" h="702">
                <a:moveTo>
                  <a:pt x="563" y="615"/>
                </a:moveTo>
                <a:lnTo>
                  <a:pt x="563" y="615"/>
                </a:lnTo>
                <a:cubicBezTo>
                  <a:pt x="539" y="605"/>
                  <a:pt x="511" y="598"/>
                  <a:pt x="481" y="593"/>
                </a:cubicBezTo>
                <a:cubicBezTo>
                  <a:pt x="431" y="518"/>
                  <a:pt x="401" y="466"/>
                  <a:pt x="382" y="413"/>
                </a:cubicBezTo>
                <a:cubicBezTo>
                  <a:pt x="364" y="361"/>
                  <a:pt x="357" y="307"/>
                  <a:pt x="355" y="227"/>
                </a:cubicBezTo>
                <a:cubicBezTo>
                  <a:pt x="375" y="225"/>
                  <a:pt x="393" y="224"/>
                  <a:pt x="411" y="224"/>
                </a:cubicBezTo>
                <a:cubicBezTo>
                  <a:pt x="434" y="224"/>
                  <a:pt x="459" y="227"/>
                  <a:pt x="489" y="235"/>
                </a:cubicBezTo>
                <a:cubicBezTo>
                  <a:pt x="520" y="245"/>
                  <a:pt x="554" y="260"/>
                  <a:pt x="598" y="286"/>
                </a:cubicBezTo>
                <a:cubicBezTo>
                  <a:pt x="604" y="289"/>
                  <a:pt x="609" y="289"/>
                  <a:pt x="615" y="285"/>
                </a:cubicBezTo>
                <a:cubicBezTo>
                  <a:pt x="619" y="281"/>
                  <a:pt x="622" y="274"/>
                  <a:pt x="619" y="268"/>
                </a:cubicBezTo>
                <a:cubicBezTo>
                  <a:pt x="603" y="218"/>
                  <a:pt x="579" y="180"/>
                  <a:pt x="550" y="155"/>
                </a:cubicBezTo>
                <a:cubicBezTo>
                  <a:pt x="521" y="130"/>
                  <a:pt x="487" y="118"/>
                  <a:pt x="452" y="118"/>
                </a:cubicBezTo>
                <a:cubicBezTo>
                  <a:pt x="413" y="118"/>
                  <a:pt x="373" y="134"/>
                  <a:pt x="339" y="163"/>
                </a:cubicBezTo>
                <a:cubicBezTo>
                  <a:pt x="343" y="126"/>
                  <a:pt x="355" y="96"/>
                  <a:pt x="373" y="72"/>
                </a:cubicBezTo>
                <a:cubicBezTo>
                  <a:pt x="395" y="46"/>
                  <a:pt x="426" y="31"/>
                  <a:pt x="466" y="31"/>
                </a:cubicBezTo>
                <a:cubicBezTo>
                  <a:pt x="488" y="31"/>
                  <a:pt x="514" y="36"/>
                  <a:pt x="542" y="49"/>
                </a:cubicBezTo>
                <a:cubicBezTo>
                  <a:pt x="504" y="58"/>
                  <a:pt x="475" y="71"/>
                  <a:pt x="452" y="83"/>
                </a:cubicBezTo>
                <a:cubicBezTo>
                  <a:pt x="444" y="87"/>
                  <a:pt x="441" y="96"/>
                  <a:pt x="445" y="102"/>
                </a:cubicBezTo>
                <a:cubicBezTo>
                  <a:pt x="449" y="111"/>
                  <a:pt x="458" y="114"/>
                  <a:pt x="464" y="109"/>
                </a:cubicBezTo>
                <a:cubicBezTo>
                  <a:pt x="496" y="94"/>
                  <a:pt x="532" y="78"/>
                  <a:pt x="589" y="68"/>
                </a:cubicBezTo>
                <a:cubicBezTo>
                  <a:pt x="594" y="68"/>
                  <a:pt x="598" y="62"/>
                  <a:pt x="600" y="57"/>
                </a:cubicBezTo>
                <a:cubicBezTo>
                  <a:pt x="601" y="50"/>
                  <a:pt x="598" y="44"/>
                  <a:pt x="593" y="42"/>
                </a:cubicBezTo>
                <a:cubicBezTo>
                  <a:pt x="547" y="14"/>
                  <a:pt x="504" y="2"/>
                  <a:pt x="466" y="2"/>
                </a:cubicBezTo>
                <a:cubicBezTo>
                  <a:pt x="417" y="0"/>
                  <a:pt x="377" y="21"/>
                  <a:pt x="351" y="54"/>
                </a:cubicBezTo>
                <a:cubicBezTo>
                  <a:pt x="324" y="87"/>
                  <a:pt x="308" y="133"/>
                  <a:pt x="308" y="184"/>
                </a:cubicBezTo>
                <a:cubicBezTo>
                  <a:pt x="308" y="185"/>
                  <a:pt x="308" y="187"/>
                  <a:pt x="308" y="188"/>
                </a:cubicBezTo>
                <a:cubicBezTo>
                  <a:pt x="270" y="144"/>
                  <a:pt x="220" y="118"/>
                  <a:pt x="169" y="118"/>
                </a:cubicBezTo>
                <a:cubicBezTo>
                  <a:pt x="136" y="118"/>
                  <a:pt x="101" y="130"/>
                  <a:pt x="72" y="155"/>
                </a:cubicBezTo>
                <a:cubicBezTo>
                  <a:pt x="43" y="180"/>
                  <a:pt x="20" y="218"/>
                  <a:pt x="2" y="268"/>
                </a:cubicBezTo>
                <a:cubicBezTo>
                  <a:pt x="0" y="274"/>
                  <a:pt x="2" y="281"/>
                  <a:pt x="7" y="285"/>
                </a:cubicBezTo>
                <a:cubicBezTo>
                  <a:pt x="11" y="289"/>
                  <a:pt x="18" y="289"/>
                  <a:pt x="24" y="286"/>
                </a:cubicBezTo>
                <a:cubicBezTo>
                  <a:pt x="67" y="260"/>
                  <a:pt x="103" y="245"/>
                  <a:pt x="133" y="235"/>
                </a:cubicBezTo>
                <a:cubicBezTo>
                  <a:pt x="162" y="227"/>
                  <a:pt x="187" y="224"/>
                  <a:pt x="212" y="224"/>
                </a:cubicBezTo>
                <a:cubicBezTo>
                  <a:pt x="238" y="224"/>
                  <a:pt x="264" y="227"/>
                  <a:pt x="295" y="228"/>
                </a:cubicBezTo>
                <a:cubicBezTo>
                  <a:pt x="288" y="270"/>
                  <a:pt x="285" y="308"/>
                  <a:pt x="285" y="344"/>
                </a:cubicBezTo>
                <a:cubicBezTo>
                  <a:pt x="285" y="435"/>
                  <a:pt x="303" y="511"/>
                  <a:pt x="333" y="583"/>
                </a:cubicBezTo>
                <a:cubicBezTo>
                  <a:pt x="268" y="584"/>
                  <a:pt x="209" y="594"/>
                  <a:pt x="163" y="609"/>
                </a:cubicBezTo>
                <a:cubicBezTo>
                  <a:pt x="138" y="618"/>
                  <a:pt x="118" y="627"/>
                  <a:pt x="101" y="640"/>
                </a:cubicBezTo>
                <a:cubicBezTo>
                  <a:pt x="94" y="645"/>
                  <a:pt x="87" y="652"/>
                  <a:pt x="83" y="660"/>
                </a:cubicBezTo>
                <a:cubicBezTo>
                  <a:pt x="78" y="667"/>
                  <a:pt x="75" y="677"/>
                  <a:pt x="75" y="685"/>
                </a:cubicBezTo>
                <a:cubicBezTo>
                  <a:pt x="75" y="689"/>
                  <a:pt x="76" y="694"/>
                  <a:pt x="79" y="696"/>
                </a:cubicBezTo>
                <a:cubicBezTo>
                  <a:pt x="82" y="699"/>
                  <a:pt x="86" y="701"/>
                  <a:pt x="90" y="701"/>
                </a:cubicBezTo>
                <a:cubicBezTo>
                  <a:pt x="621" y="701"/>
                  <a:pt x="621" y="701"/>
                  <a:pt x="621" y="701"/>
                </a:cubicBezTo>
                <a:cubicBezTo>
                  <a:pt x="625" y="701"/>
                  <a:pt x="627" y="699"/>
                  <a:pt x="630" y="696"/>
                </a:cubicBezTo>
                <a:cubicBezTo>
                  <a:pt x="633" y="694"/>
                  <a:pt x="636" y="689"/>
                  <a:pt x="636" y="685"/>
                </a:cubicBezTo>
                <a:cubicBezTo>
                  <a:pt x="636" y="673"/>
                  <a:pt x="629" y="660"/>
                  <a:pt x="621" y="651"/>
                </a:cubicBezTo>
                <a:cubicBezTo>
                  <a:pt x="607" y="636"/>
                  <a:pt x="587" y="625"/>
                  <a:pt x="563" y="615"/>
                </a:cubicBezTo>
                <a:close/>
                <a:moveTo>
                  <a:pt x="452" y="147"/>
                </a:moveTo>
                <a:lnTo>
                  <a:pt x="452" y="147"/>
                </a:lnTo>
                <a:cubicBezTo>
                  <a:pt x="480" y="147"/>
                  <a:pt x="506" y="156"/>
                  <a:pt x="531" y="177"/>
                </a:cubicBezTo>
                <a:cubicBezTo>
                  <a:pt x="547" y="192"/>
                  <a:pt x="563" y="213"/>
                  <a:pt x="576" y="239"/>
                </a:cubicBezTo>
                <a:cubicBezTo>
                  <a:pt x="547" y="224"/>
                  <a:pt x="521" y="214"/>
                  <a:pt x="498" y="207"/>
                </a:cubicBezTo>
                <a:cubicBezTo>
                  <a:pt x="464" y="198"/>
                  <a:pt x="437" y="195"/>
                  <a:pt x="411" y="195"/>
                </a:cubicBezTo>
                <a:cubicBezTo>
                  <a:pt x="387" y="195"/>
                  <a:pt x="366" y="196"/>
                  <a:pt x="344" y="198"/>
                </a:cubicBezTo>
                <a:cubicBezTo>
                  <a:pt x="377" y="165"/>
                  <a:pt x="416" y="147"/>
                  <a:pt x="452" y="147"/>
                </a:cubicBezTo>
                <a:close/>
                <a:moveTo>
                  <a:pt x="125" y="207"/>
                </a:moveTo>
                <a:lnTo>
                  <a:pt x="125" y="207"/>
                </a:lnTo>
                <a:cubicBezTo>
                  <a:pt x="101" y="214"/>
                  <a:pt x="75" y="224"/>
                  <a:pt x="46" y="239"/>
                </a:cubicBezTo>
                <a:cubicBezTo>
                  <a:pt x="60" y="213"/>
                  <a:pt x="75" y="192"/>
                  <a:pt x="92" y="177"/>
                </a:cubicBezTo>
                <a:cubicBezTo>
                  <a:pt x="116" y="156"/>
                  <a:pt x="143" y="147"/>
                  <a:pt x="169" y="147"/>
                </a:cubicBezTo>
                <a:cubicBezTo>
                  <a:pt x="206" y="147"/>
                  <a:pt x="243" y="165"/>
                  <a:pt x="278" y="198"/>
                </a:cubicBezTo>
                <a:cubicBezTo>
                  <a:pt x="256" y="196"/>
                  <a:pt x="235" y="195"/>
                  <a:pt x="212" y="195"/>
                </a:cubicBezTo>
                <a:cubicBezTo>
                  <a:pt x="185" y="195"/>
                  <a:pt x="156" y="198"/>
                  <a:pt x="125" y="207"/>
                </a:cubicBezTo>
                <a:close/>
                <a:moveTo>
                  <a:pt x="136" y="652"/>
                </a:moveTo>
                <a:lnTo>
                  <a:pt x="136" y="652"/>
                </a:lnTo>
                <a:cubicBezTo>
                  <a:pt x="156" y="641"/>
                  <a:pt x="188" y="630"/>
                  <a:pt x="225" y="623"/>
                </a:cubicBezTo>
                <a:cubicBezTo>
                  <a:pt x="264" y="616"/>
                  <a:pt x="308" y="612"/>
                  <a:pt x="355" y="612"/>
                </a:cubicBezTo>
                <a:cubicBezTo>
                  <a:pt x="357" y="612"/>
                  <a:pt x="357" y="612"/>
                  <a:pt x="357" y="612"/>
                </a:cubicBezTo>
                <a:cubicBezTo>
                  <a:pt x="361" y="612"/>
                  <a:pt x="366" y="609"/>
                  <a:pt x="369" y="605"/>
                </a:cubicBezTo>
                <a:cubicBezTo>
                  <a:pt x="371" y="601"/>
                  <a:pt x="372" y="596"/>
                  <a:pt x="369" y="591"/>
                </a:cubicBezTo>
                <a:cubicBezTo>
                  <a:pt x="335" y="515"/>
                  <a:pt x="314" y="439"/>
                  <a:pt x="314" y="344"/>
                </a:cubicBezTo>
                <a:cubicBezTo>
                  <a:pt x="314" y="308"/>
                  <a:pt x="317" y="271"/>
                  <a:pt x="324" y="230"/>
                </a:cubicBezTo>
                <a:cubicBezTo>
                  <a:pt x="326" y="230"/>
                  <a:pt x="326" y="230"/>
                  <a:pt x="326" y="230"/>
                </a:cubicBezTo>
                <a:cubicBezTo>
                  <a:pt x="326" y="310"/>
                  <a:pt x="335" y="368"/>
                  <a:pt x="354" y="423"/>
                </a:cubicBezTo>
                <a:cubicBezTo>
                  <a:pt x="375" y="481"/>
                  <a:pt x="408" y="536"/>
                  <a:pt x="459" y="615"/>
                </a:cubicBezTo>
                <a:cubicBezTo>
                  <a:pt x="462" y="618"/>
                  <a:pt x="466" y="620"/>
                  <a:pt x="469" y="620"/>
                </a:cubicBezTo>
                <a:cubicBezTo>
                  <a:pt x="513" y="627"/>
                  <a:pt x="549" y="638"/>
                  <a:pt x="572" y="651"/>
                </a:cubicBezTo>
                <a:cubicBezTo>
                  <a:pt x="585" y="658"/>
                  <a:pt x="593" y="665"/>
                  <a:pt x="598" y="670"/>
                </a:cubicBezTo>
                <a:cubicBezTo>
                  <a:pt x="598" y="670"/>
                  <a:pt x="598" y="670"/>
                  <a:pt x="598" y="672"/>
                </a:cubicBezTo>
                <a:cubicBezTo>
                  <a:pt x="111" y="672"/>
                  <a:pt x="111" y="672"/>
                  <a:pt x="111" y="672"/>
                </a:cubicBezTo>
                <a:cubicBezTo>
                  <a:pt x="116" y="665"/>
                  <a:pt x="125" y="659"/>
                  <a:pt x="136" y="652"/>
                </a:cubicBezTo>
                <a:close/>
              </a:path>
            </a:pathLst>
          </a:custGeom>
          <a:solidFill>
            <a:schemeClr val="tx2"/>
          </a:solidFill>
          <a:ln>
            <a:noFill/>
          </a:ln>
          <a:effectLst/>
        </p:spPr>
        <p:txBody>
          <a:bodyPr wrap="none" anchor="ctr"/>
          <a:lstStyle/>
          <a:p>
            <a:endParaRPr lang="da-DK">
              <a:solidFill>
                <a:schemeClr val="tx2"/>
              </a:solidFill>
            </a:endParaRPr>
          </a:p>
        </p:txBody>
      </p:sp>
      <p:sp>
        <p:nvSpPr>
          <p:cNvPr id="661" name="Freeform 549">
            <a:extLst>
              <a:ext uri="{FF2B5EF4-FFF2-40B4-BE49-F238E27FC236}">
                <a16:creationId xmlns:a16="http://schemas.microsoft.com/office/drawing/2014/main" id="{4FBDAFCF-6E5F-7594-7442-29D1D3817D9F}"/>
              </a:ext>
            </a:extLst>
          </p:cNvPr>
          <p:cNvSpPr>
            <a:spLocks noChangeArrowheads="1"/>
          </p:cNvSpPr>
          <p:nvPr/>
        </p:nvSpPr>
        <p:spPr bwMode="auto">
          <a:xfrm>
            <a:off x="2711970" y="2438028"/>
            <a:ext cx="255588" cy="180975"/>
          </a:xfrm>
          <a:custGeom>
            <a:avLst/>
            <a:gdLst>
              <a:gd name="T0" fmla="*/ 0 w 708"/>
              <a:gd name="T1" fmla="*/ 440 h 503"/>
              <a:gd name="T2" fmla="*/ 0 w 708"/>
              <a:gd name="T3" fmla="*/ 440 h 503"/>
              <a:gd name="T4" fmla="*/ 0 w 708"/>
              <a:gd name="T5" fmla="*/ 441 h 503"/>
              <a:gd name="T6" fmla="*/ 59 w 708"/>
              <a:gd name="T7" fmla="*/ 502 h 503"/>
              <a:gd name="T8" fmla="*/ 646 w 708"/>
              <a:gd name="T9" fmla="*/ 502 h 503"/>
              <a:gd name="T10" fmla="*/ 707 w 708"/>
              <a:gd name="T11" fmla="*/ 441 h 503"/>
              <a:gd name="T12" fmla="*/ 656 w 708"/>
              <a:gd name="T13" fmla="*/ 371 h 503"/>
              <a:gd name="T14" fmla="*/ 354 w 708"/>
              <a:gd name="T15" fmla="*/ 270 h 503"/>
              <a:gd name="T16" fmla="*/ 354 w 708"/>
              <a:gd name="T17" fmla="*/ 206 h 503"/>
              <a:gd name="T18" fmla="*/ 412 w 708"/>
              <a:gd name="T19" fmla="*/ 177 h 503"/>
              <a:gd name="T20" fmla="*/ 442 w 708"/>
              <a:gd name="T21" fmla="*/ 104 h 503"/>
              <a:gd name="T22" fmla="*/ 412 w 708"/>
              <a:gd name="T23" fmla="*/ 31 h 503"/>
              <a:gd name="T24" fmla="*/ 338 w 708"/>
              <a:gd name="T25" fmla="*/ 0 h 503"/>
              <a:gd name="T26" fmla="*/ 265 w 708"/>
              <a:gd name="T27" fmla="*/ 31 h 503"/>
              <a:gd name="T28" fmla="*/ 265 w 708"/>
              <a:gd name="T29" fmla="*/ 51 h 503"/>
              <a:gd name="T30" fmla="*/ 286 w 708"/>
              <a:gd name="T31" fmla="*/ 51 h 503"/>
              <a:gd name="T32" fmla="*/ 338 w 708"/>
              <a:gd name="T33" fmla="*/ 31 h 503"/>
              <a:gd name="T34" fmla="*/ 391 w 708"/>
              <a:gd name="T35" fmla="*/ 51 h 503"/>
              <a:gd name="T36" fmla="*/ 412 w 708"/>
              <a:gd name="T37" fmla="*/ 104 h 503"/>
              <a:gd name="T38" fmla="*/ 391 w 708"/>
              <a:gd name="T39" fmla="*/ 156 h 503"/>
              <a:gd name="T40" fmla="*/ 338 w 708"/>
              <a:gd name="T41" fmla="*/ 177 h 503"/>
              <a:gd name="T42" fmla="*/ 323 w 708"/>
              <a:gd name="T43" fmla="*/ 192 h 503"/>
              <a:gd name="T44" fmla="*/ 323 w 708"/>
              <a:gd name="T45" fmla="*/ 270 h 503"/>
              <a:gd name="T46" fmla="*/ 48 w 708"/>
              <a:gd name="T47" fmla="*/ 371 h 503"/>
              <a:gd name="T48" fmla="*/ 48 w 708"/>
              <a:gd name="T49" fmla="*/ 371 h 503"/>
              <a:gd name="T50" fmla="*/ 0 w 708"/>
              <a:gd name="T51" fmla="*/ 440 h 503"/>
              <a:gd name="T52" fmla="*/ 58 w 708"/>
              <a:gd name="T53" fmla="*/ 398 h 503"/>
              <a:gd name="T54" fmla="*/ 58 w 708"/>
              <a:gd name="T55" fmla="*/ 398 h 503"/>
              <a:gd name="T56" fmla="*/ 58 w 708"/>
              <a:gd name="T57" fmla="*/ 398 h 503"/>
              <a:gd name="T58" fmla="*/ 338 w 708"/>
              <a:gd name="T59" fmla="*/ 296 h 503"/>
              <a:gd name="T60" fmla="*/ 646 w 708"/>
              <a:gd name="T61" fmla="*/ 400 h 503"/>
              <a:gd name="T62" fmla="*/ 677 w 708"/>
              <a:gd name="T63" fmla="*/ 441 h 503"/>
              <a:gd name="T64" fmla="*/ 646 w 708"/>
              <a:gd name="T65" fmla="*/ 473 h 503"/>
              <a:gd name="T66" fmla="*/ 59 w 708"/>
              <a:gd name="T67" fmla="*/ 473 h 503"/>
              <a:gd name="T68" fmla="*/ 29 w 708"/>
              <a:gd name="T69" fmla="*/ 441 h 503"/>
              <a:gd name="T70" fmla="*/ 29 w 708"/>
              <a:gd name="T71" fmla="*/ 440 h 503"/>
              <a:gd name="T72" fmla="*/ 58 w 708"/>
              <a:gd name="T73" fmla="*/ 398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503">
                <a:moveTo>
                  <a:pt x="0" y="440"/>
                </a:moveTo>
                <a:lnTo>
                  <a:pt x="0" y="440"/>
                </a:lnTo>
                <a:cubicBezTo>
                  <a:pt x="0" y="441"/>
                  <a:pt x="0" y="441"/>
                  <a:pt x="0" y="441"/>
                </a:cubicBezTo>
                <a:cubicBezTo>
                  <a:pt x="0" y="474"/>
                  <a:pt x="26" y="502"/>
                  <a:pt x="59" y="502"/>
                </a:cubicBezTo>
                <a:cubicBezTo>
                  <a:pt x="646" y="502"/>
                  <a:pt x="646" y="502"/>
                  <a:pt x="646" y="502"/>
                </a:cubicBezTo>
                <a:cubicBezTo>
                  <a:pt x="680" y="502"/>
                  <a:pt x="707" y="474"/>
                  <a:pt x="707" y="441"/>
                </a:cubicBezTo>
                <a:cubicBezTo>
                  <a:pt x="707" y="409"/>
                  <a:pt x="687" y="382"/>
                  <a:pt x="656" y="371"/>
                </a:cubicBezTo>
                <a:cubicBezTo>
                  <a:pt x="354" y="270"/>
                  <a:pt x="354" y="270"/>
                  <a:pt x="354" y="270"/>
                </a:cubicBezTo>
                <a:cubicBezTo>
                  <a:pt x="354" y="206"/>
                  <a:pt x="354" y="206"/>
                  <a:pt x="354" y="206"/>
                </a:cubicBezTo>
                <a:cubicBezTo>
                  <a:pt x="376" y="202"/>
                  <a:pt x="397" y="192"/>
                  <a:pt x="412" y="177"/>
                </a:cubicBezTo>
                <a:cubicBezTo>
                  <a:pt x="430" y="158"/>
                  <a:pt x="442" y="132"/>
                  <a:pt x="442" y="104"/>
                </a:cubicBezTo>
                <a:cubicBezTo>
                  <a:pt x="442" y="75"/>
                  <a:pt x="430" y="50"/>
                  <a:pt x="412" y="31"/>
                </a:cubicBezTo>
                <a:cubicBezTo>
                  <a:pt x="392" y="13"/>
                  <a:pt x="366" y="0"/>
                  <a:pt x="338" y="0"/>
                </a:cubicBezTo>
                <a:cubicBezTo>
                  <a:pt x="309" y="0"/>
                  <a:pt x="285" y="13"/>
                  <a:pt x="265" y="31"/>
                </a:cubicBezTo>
                <a:cubicBezTo>
                  <a:pt x="260" y="36"/>
                  <a:pt x="260" y="46"/>
                  <a:pt x="265" y="51"/>
                </a:cubicBezTo>
                <a:cubicBezTo>
                  <a:pt x="271" y="57"/>
                  <a:pt x="280" y="57"/>
                  <a:pt x="286" y="51"/>
                </a:cubicBezTo>
                <a:cubicBezTo>
                  <a:pt x="300" y="38"/>
                  <a:pt x="318" y="31"/>
                  <a:pt x="338" y="31"/>
                </a:cubicBezTo>
                <a:cubicBezTo>
                  <a:pt x="359" y="31"/>
                  <a:pt x="377" y="38"/>
                  <a:pt x="391" y="51"/>
                </a:cubicBezTo>
                <a:cubicBezTo>
                  <a:pt x="403" y="65"/>
                  <a:pt x="412" y="83"/>
                  <a:pt x="412" y="104"/>
                </a:cubicBezTo>
                <a:cubicBezTo>
                  <a:pt x="412" y="125"/>
                  <a:pt x="403" y="143"/>
                  <a:pt x="391" y="156"/>
                </a:cubicBezTo>
                <a:cubicBezTo>
                  <a:pt x="377" y="169"/>
                  <a:pt x="359" y="177"/>
                  <a:pt x="338" y="177"/>
                </a:cubicBezTo>
                <a:cubicBezTo>
                  <a:pt x="330" y="177"/>
                  <a:pt x="323" y="184"/>
                  <a:pt x="323" y="192"/>
                </a:cubicBezTo>
                <a:cubicBezTo>
                  <a:pt x="323" y="270"/>
                  <a:pt x="323" y="270"/>
                  <a:pt x="323" y="270"/>
                </a:cubicBezTo>
                <a:cubicBezTo>
                  <a:pt x="48" y="371"/>
                  <a:pt x="48" y="371"/>
                  <a:pt x="48" y="371"/>
                </a:cubicBezTo>
                <a:lnTo>
                  <a:pt x="48" y="371"/>
                </a:lnTo>
                <a:cubicBezTo>
                  <a:pt x="19" y="382"/>
                  <a:pt x="0" y="409"/>
                  <a:pt x="0" y="440"/>
                </a:cubicBezTo>
                <a:close/>
                <a:moveTo>
                  <a:pt x="58" y="398"/>
                </a:moveTo>
                <a:lnTo>
                  <a:pt x="58" y="398"/>
                </a:lnTo>
                <a:lnTo>
                  <a:pt x="58" y="398"/>
                </a:lnTo>
                <a:cubicBezTo>
                  <a:pt x="338" y="296"/>
                  <a:pt x="338" y="296"/>
                  <a:pt x="338" y="296"/>
                </a:cubicBezTo>
                <a:cubicBezTo>
                  <a:pt x="646" y="400"/>
                  <a:pt x="646" y="400"/>
                  <a:pt x="646" y="400"/>
                </a:cubicBezTo>
                <a:cubicBezTo>
                  <a:pt x="664" y="405"/>
                  <a:pt x="677" y="422"/>
                  <a:pt x="677" y="441"/>
                </a:cubicBezTo>
                <a:cubicBezTo>
                  <a:pt x="677" y="458"/>
                  <a:pt x="663" y="471"/>
                  <a:pt x="646" y="473"/>
                </a:cubicBezTo>
                <a:cubicBezTo>
                  <a:pt x="59" y="473"/>
                  <a:pt x="59" y="473"/>
                  <a:pt x="59" y="473"/>
                </a:cubicBezTo>
                <a:cubicBezTo>
                  <a:pt x="43" y="471"/>
                  <a:pt x="29" y="458"/>
                  <a:pt x="29" y="441"/>
                </a:cubicBezTo>
                <a:cubicBezTo>
                  <a:pt x="29" y="440"/>
                  <a:pt x="29" y="440"/>
                  <a:pt x="29" y="440"/>
                </a:cubicBezTo>
                <a:cubicBezTo>
                  <a:pt x="29" y="422"/>
                  <a:pt x="40" y="405"/>
                  <a:pt x="58" y="398"/>
                </a:cubicBezTo>
                <a:close/>
              </a:path>
            </a:pathLst>
          </a:custGeom>
          <a:solidFill>
            <a:schemeClr val="tx2"/>
          </a:solidFill>
          <a:ln>
            <a:noFill/>
          </a:ln>
          <a:effectLst/>
        </p:spPr>
        <p:txBody>
          <a:bodyPr wrap="none" anchor="ctr"/>
          <a:lstStyle/>
          <a:p>
            <a:endParaRPr lang="da-DK">
              <a:solidFill>
                <a:schemeClr val="tx2"/>
              </a:solidFill>
            </a:endParaRPr>
          </a:p>
        </p:txBody>
      </p:sp>
      <p:sp>
        <p:nvSpPr>
          <p:cNvPr id="662" name="Freeform 550">
            <a:extLst>
              <a:ext uri="{FF2B5EF4-FFF2-40B4-BE49-F238E27FC236}">
                <a16:creationId xmlns:a16="http://schemas.microsoft.com/office/drawing/2014/main" id="{EC70C048-3571-6108-78E1-F15325BEC604}"/>
              </a:ext>
            </a:extLst>
          </p:cNvPr>
          <p:cNvSpPr>
            <a:spLocks noChangeArrowheads="1"/>
          </p:cNvSpPr>
          <p:nvPr/>
        </p:nvSpPr>
        <p:spPr bwMode="auto">
          <a:xfrm>
            <a:off x="3729558" y="2438028"/>
            <a:ext cx="255587" cy="180975"/>
          </a:xfrm>
          <a:custGeom>
            <a:avLst/>
            <a:gdLst>
              <a:gd name="T0" fmla="*/ 117 w 708"/>
              <a:gd name="T1" fmla="*/ 433 h 502"/>
              <a:gd name="T2" fmla="*/ 117 w 708"/>
              <a:gd name="T3" fmla="*/ 433 h 502"/>
              <a:gd name="T4" fmla="*/ 126 w 708"/>
              <a:gd name="T5" fmla="*/ 447 h 502"/>
              <a:gd name="T6" fmla="*/ 334 w 708"/>
              <a:gd name="T7" fmla="*/ 501 h 502"/>
              <a:gd name="T8" fmla="*/ 551 w 708"/>
              <a:gd name="T9" fmla="*/ 447 h 502"/>
              <a:gd name="T10" fmla="*/ 559 w 708"/>
              <a:gd name="T11" fmla="*/ 433 h 502"/>
              <a:gd name="T12" fmla="*/ 559 w 708"/>
              <a:gd name="T13" fmla="*/ 225 h 502"/>
              <a:gd name="T14" fmla="*/ 648 w 708"/>
              <a:gd name="T15" fmla="*/ 185 h 502"/>
              <a:gd name="T16" fmla="*/ 648 w 708"/>
              <a:gd name="T17" fmla="*/ 416 h 502"/>
              <a:gd name="T18" fmla="*/ 619 w 708"/>
              <a:gd name="T19" fmla="*/ 457 h 502"/>
              <a:gd name="T20" fmla="*/ 663 w 708"/>
              <a:gd name="T21" fmla="*/ 501 h 502"/>
              <a:gd name="T22" fmla="*/ 707 w 708"/>
              <a:gd name="T23" fmla="*/ 457 h 502"/>
              <a:gd name="T24" fmla="*/ 677 w 708"/>
              <a:gd name="T25" fmla="*/ 416 h 502"/>
              <a:gd name="T26" fmla="*/ 677 w 708"/>
              <a:gd name="T27" fmla="*/ 163 h 502"/>
              <a:gd name="T28" fmla="*/ 675 w 708"/>
              <a:gd name="T29" fmla="*/ 157 h 502"/>
              <a:gd name="T30" fmla="*/ 675 w 708"/>
              <a:gd name="T31" fmla="*/ 156 h 502"/>
              <a:gd name="T32" fmla="*/ 672 w 708"/>
              <a:gd name="T33" fmla="*/ 153 h 502"/>
              <a:gd name="T34" fmla="*/ 672 w 708"/>
              <a:gd name="T35" fmla="*/ 152 h 502"/>
              <a:gd name="T36" fmla="*/ 668 w 708"/>
              <a:gd name="T37" fmla="*/ 149 h 502"/>
              <a:gd name="T38" fmla="*/ 344 w 708"/>
              <a:gd name="T39" fmla="*/ 1 h 502"/>
              <a:gd name="T40" fmla="*/ 331 w 708"/>
              <a:gd name="T41" fmla="*/ 1 h 502"/>
              <a:gd name="T42" fmla="*/ 8 w 708"/>
              <a:gd name="T43" fmla="*/ 149 h 502"/>
              <a:gd name="T44" fmla="*/ 0 w 708"/>
              <a:gd name="T45" fmla="*/ 163 h 502"/>
              <a:gd name="T46" fmla="*/ 8 w 708"/>
              <a:gd name="T47" fmla="*/ 175 h 502"/>
              <a:gd name="T48" fmla="*/ 117 w 708"/>
              <a:gd name="T49" fmla="*/ 225 h 502"/>
              <a:gd name="T50" fmla="*/ 117 w 708"/>
              <a:gd name="T51" fmla="*/ 433 h 502"/>
              <a:gd name="T52" fmla="*/ 530 w 708"/>
              <a:gd name="T53" fmla="*/ 425 h 502"/>
              <a:gd name="T54" fmla="*/ 530 w 708"/>
              <a:gd name="T55" fmla="*/ 425 h 502"/>
              <a:gd name="T56" fmla="*/ 334 w 708"/>
              <a:gd name="T57" fmla="*/ 472 h 502"/>
              <a:gd name="T58" fmla="*/ 146 w 708"/>
              <a:gd name="T59" fmla="*/ 425 h 502"/>
              <a:gd name="T60" fmla="*/ 146 w 708"/>
              <a:gd name="T61" fmla="*/ 239 h 502"/>
              <a:gd name="T62" fmla="*/ 331 w 708"/>
              <a:gd name="T63" fmla="*/ 323 h 502"/>
              <a:gd name="T64" fmla="*/ 344 w 708"/>
              <a:gd name="T65" fmla="*/ 323 h 502"/>
              <a:gd name="T66" fmla="*/ 530 w 708"/>
              <a:gd name="T67" fmla="*/ 239 h 502"/>
              <a:gd name="T68" fmla="*/ 530 w 708"/>
              <a:gd name="T69" fmla="*/ 425 h 502"/>
              <a:gd name="T70" fmla="*/ 663 w 708"/>
              <a:gd name="T71" fmla="*/ 472 h 502"/>
              <a:gd name="T72" fmla="*/ 663 w 708"/>
              <a:gd name="T73" fmla="*/ 472 h 502"/>
              <a:gd name="T74" fmla="*/ 648 w 708"/>
              <a:gd name="T75" fmla="*/ 457 h 502"/>
              <a:gd name="T76" fmla="*/ 663 w 708"/>
              <a:gd name="T77" fmla="*/ 442 h 502"/>
              <a:gd name="T78" fmla="*/ 663 w 708"/>
              <a:gd name="T79" fmla="*/ 442 h 502"/>
              <a:gd name="T80" fmla="*/ 663 w 708"/>
              <a:gd name="T81" fmla="*/ 442 h 502"/>
              <a:gd name="T82" fmla="*/ 677 w 708"/>
              <a:gd name="T83" fmla="*/ 457 h 502"/>
              <a:gd name="T84" fmla="*/ 663 w 708"/>
              <a:gd name="T85" fmla="*/ 472 h 502"/>
              <a:gd name="T86" fmla="*/ 338 w 708"/>
              <a:gd name="T87" fmla="*/ 32 h 502"/>
              <a:gd name="T88" fmla="*/ 338 w 708"/>
              <a:gd name="T89" fmla="*/ 32 h 502"/>
              <a:gd name="T90" fmla="*/ 627 w 708"/>
              <a:gd name="T91" fmla="*/ 163 h 502"/>
              <a:gd name="T92" fmla="*/ 338 w 708"/>
              <a:gd name="T93" fmla="*/ 293 h 502"/>
              <a:gd name="T94" fmla="*/ 50 w 708"/>
              <a:gd name="T95" fmla="*/ 163 h 502"/>
              <a:gd name="T96" fmla="*/ 338 w 708"/>
              <a:gd name="T97" fmla="*/ 32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8" h="502">
                <a:moveTo>
                  <a:pt x="117" y="433"/>
                </a:moveTo>
                <a:lnTo>
                  <a:pt x="117" y="433"/>
                </a:lnTo>
                <a:cubicBezTo>
                  <a:pt x="117" y="439"/>
                  <a:pt x="120" y="444"/>
                  <a:pt x="126" y="447"/>
                </a:cubicBezTo>
                <a:cubicBezTo>
                  <a:pt x="193" y="483"/>
                  <a:pt x="264" y="501"/>
                  <a:pt x="334" y="501"/>
                </a:cubicBezTo>
                <a:cubicBezTo>
                  <a:pt x="406" y="501"/>
                  <a:pt x="479" y="482"/>
                  <a:pt x="551" y="447"/>
                </a:cubicBezTo>
                <a:cubicBezTo>
                  <a:pt x="556" y="444"/>
                  <a:pt x="559" y="439"/>
                  <a:pt x="559" y="433"/>
                </a:cubicBezTo>
                <a:cubicBezTo>
                  <a:pt x="559" y="225"/>
                  <a:pt x="559" y="225"/>
                  <a:pt x="559" y="225"/>
                </a:cubicBezTo>
                <a:cubicBezTo>
                  <a:pt x="648" y="185"/>
                  <a:pt x="648" y="185"/>
                  <a:pt x="648" y="185"/>
                </a:cubicBezTo>
                <a:cubicBezTo>
                  <a:pt x="648" y="416"/>
                  <a:pt x="648" y="416"/>
                  <a:pt x="648" y="416"/>
                </a:cubicBezTo>
                <a:cubicBezTo>
                  <a:pt x="631" y="421"/>
                  <a:pt x="619" y="438"/>
                  <a:pt x="619" y="457"/>
                </a:cubicBezTo>
                <a:cubicBezTo>
                  <a:pt x="619" y="482"/>
                  <a:pt x="638" y="501"/>
                  <a:pt x="663" y="501"/>
                </a:cubicBezTo>
                <a:cubicBezTo>
                  <a:pt x="686" y="501"/>
                  <a:pt x="707" y="482"/>
                  <a:pt x="707" y="457"/>
                </a:cubicBezTo>
                <a:cubicBezTo>
                  <a:pt x="707" y="438"/>
                  <a:pt x="695" y="421"/>
                  <a:pt x="677" y="416"/>
                </a:cubicBezTo>
                <a:cubicBezTo>
                  <a:pt x="677" y="163"/>
                  <a:pt x="677" y="163"/>
                  <a:pt x="677" y="163"/>
                </a:cubicBezTo>
                <a:cubicBezTo>
                  <a:pt x="677" y="160"/>
                  <a:pt x="677" y="159"/>
                  <a:pt x="675" y="157"/>
                </a:cubicBezTo>
                <a:cubicBezTo>
                  <a:pt x="675" y="156"/>
                  <a:pt x="675" y="156"/>
                  <a:pt x="675" y="156"/>
                </a:cubicBezTo>
                <a:cubicBezTo>
                  <a:pt x="675" y="154"/>
                  <a:pt x="674" y="153"/>
                  <a:pt x="672" y="153"/>
                </a:cubicBezTo>
                <a:cubicBezTo>
                  <a:pt x="672" y="152"/>
                  <a:pt x="672" y="152"/>
                  <a:pt x="672" y="152"/>
                </a:cubicBezTo>
                <a:cubicBezTo>
                  <a:pt x="671" y="150"/>
                  <a:pt x="670" y="149"/>
                  <a:pt x="668" y="149"/>
                </a:cubicBezTo>
                <a:cubicBezTo>
                  <a:pt x="344" y="1"/>
                  <a:pt x="344" y="1"/>
                  <a:pt x="344" y="1"/>
                </a:cubicBezTo>
                <a:cubicBezTo>
                  <a:pt x="341" y="0"/>
                  <a:pt x="335" y="0"/>
                  <a:pt x="331" y="1"/>
                </a:cubicBezTo>
                <a:cubicBezTo>
                  <a:pt x="8" y="149"/>
                  <a:pt x="8" y="149"/>
                  <a:pt x="8" y="149"/>
                </a:cubicBezTo>
                <a:cubicBezTo>
                  <a:pt x="3" y="152"/>
                  <a:pt x="0" y="156"/>
                  <a:pt x="0" y="163"/>
                </a:cubicBezTo>
                <a:cubicBezTo>
                  <a:pt x="0" y="168"/>
                  <a:pt x="3" y="172"/>
                  <a:pt x="8" y="175"/>
                </a:cubicBezTo>
                <a:cubicBezTo>
                  <a:pt x="117" y="225"/>
                  <a:pt x="117" y="225"/>
                  <a:pt x="117" y="225"/>
                </a:cubicBezTo>
                <a:lnTo>
                  <a:pt x="117" y="433"/>
                </a:lnTo>
                <a:close/>
                <a:moveTo>
                  <a:pt x="530" y="425"/>
                </a:moveTo>
                <a:lnTo>
                  <a:pt x="530" y="425"/>
                </a:lnTo>
                <a:cubicBezTo>
                  <a:pt x="464" y="456"/>
                  <a:pt x="399" y="472"/>
                  <a:pt x="334" y="472"/>
                </a:cubicBezTo>
                <a:cubicBezTo>
                  <a:pt x="271" y="472"/>
                  <a:pt x="208" y="456"/>
                  <a:pt x="146" y="425"/>
                </a:cubicBezTo>
                <a:cubicBezTo>
                  <a:pt x="146" y="239"/>
                  <a:pt x="146" y="239"/>
                  <a:pt x="146" y="239"/>
                </a:cubicBezTo>
                <a:cubicBezTo>
                  <a:pt x="331" y="323"/>
                  <a:pt x="331" y="323"/>
                  <a:pt x="331" y="323"/>
                </a:cubicBezTo>
                <a:cubicBezTo>
                  <a:pt x="335" y="324"/>
                  <a:pt x="341" y="324"/>
                  <a:pt x="344" y="323"/>
                </a:cubicBezTo>
                <a:cubicBezTo>
                  <a:pt x="530" y="239"/>
                  <a:pt x="530" y="239"/>
                  <a:pt x="530" y="239"/>
                </a:cubicBezTo>
                <a:lnTo>
                  <a:pt x="530" y="425"/>
                </a:lnTo>
                <a:close/>
                <a:moveTo>
                  <a:pt x="663" y="472"/>
                </a:moveTo>
                <a:lnTo>
                  <a:pt x="663" y="472"/>
                </a:lnTo>
                <a:cubicBezTo>
                  <a:pt x="655" y="471"/>
                  <a:pt x="648" y="465"/>
                  <a:pt x="648" y="457"/>
                </a:cubicBezTo>
                <a:cubicBezTo>
                  <a:pt x="648" y="449"/>
                  <a:pt x="655" y="442"/>
                  <a:pt x="663" y="442"/>
                </a:cubicBezTo>
                <a:lnTo>
                  <a:pt x="663" y="442"/>
                </a:lnTo>
                <a:lnTo>
                  <a:pt x="663" y="442"/>
                </a:lnTo>
                <a:cubicBezTo>
                  <a:pt x="670" y="442"/>
                  <a:pt x="677" y="449"/>
                  <a:pt x="677" y="457"/>
                </a:cubicBezTo>
                <a:cubicBezTo>
                  <a:pt x="677" y="465"/>
                  <a:pt x="670" y="471"/>
                  <a:pt x="663" y="472"/>
                </a:cubicBezTo>
                <a:close/>
                <a:moveTo>
                  <a:pt x="338" y="32"/>
                </a:moveTo>
                <a:lnTo>
                  <a:pt x="338" y="32"/>
                </a:lnTo>
                <a:cubicBezTo>
                  <a:pt x="627" y="163"/>
                  <a:pt x="627" y="163"/>
                  <a:pt x="627" y="163"/>
                </a:cubicBezTo>
                <a:cubicBezTo>
                  <a:pt x="338" y="293"/>
                  <a:pt x="338" y="293"/>
                  <a:pt x="338" y="293"/>
                </a:cubicBezTo>
                <a:cubicBezTo>
                  <a:pt x="50" y="163"/>
                  <a:pt x="50" y="163"/>
                  <a:pt x="50" y="163"/>
                </a:cubicBezTo>
                <a:lnTo>
                  <a:pt x="338" y="32"/>
                </a:lnTo>
                <a:close/>
              </a:path>
            </a:pathLst>
          </a:custGeom>
          <a:solidFill>
            <a:schemeClr val="tx2"/>
          </a:solidFill>
          <a:ln>
            <a:noFill/>
          </a:ln>
          <a:effectLst/>
        </p:spPr>
        <p:txBody>
          <a:bodyPr wrap="none" anchor="ctr"/>
          <a:lstStyle/>
          <a:p>
            <a:endParaRPr lang="da-DK">
              <a:solidFill>
                <a:schemeClr val="tx2"/>
              </a:solidFill>
            </a:endParaRPr>
          </a:p>
        </p:txBody>
      </p:sp>
      <p:grpSp>
        <p:nvGrpSpPr>
          <p:cNvPr id="663" name="Group 666">
            <a:extLst>
              <a:ext uri="{FF2B5EF4-FFF2-40B4-BE49-F238E27FC236}">
                <a16:creationId xmlns:a16="http://schemas.microsoft.com/office/drawing/2014/main" id="{4EFA1903-C31C-ACA5-AB42-EDC14AF8604F}"/>
              </a:ext>
            </a:extLst>
          </p:cNvPr>
          <p:cNvGrpSpPr/>
          <p:nvPr/>
        </p:nvGrpSpPr>
        <p:grpSpPr>
          <a:xfrm>
            <a:off x="1703908" y="2883321"/>
            <a:ext cx="244475" cy="255588"/>
            <a:chOff x="547688" y="3228975"/>
            <a:chExt cx="244475" cy="255588"/>
          </a:xfrm>
          <a:solidFill>
            <a:schemeClr val="tx2"/>
          </a:solidFill>
        </p:grpSpPr>
        <p:sp>
          <p:nvSpPr>
            <p:cNvPr id="664" name="Freeform 551">
              <a:extLst>
                <a:ext uri="{FF2B5EF4-FFF2-40B4-BE49-F238E27FC236}">
                  <a16:creationId xmlns:a16="http://schemas.microsoft.com/office/drawing/2014/main" id="{2E3463DE-B15D-91D8-05B9-D7D483268E31}"/>
                </a:ext>
              </a:extLst>
            </p:cNvPr>
            <p:cNvSpPr>
              <a:spLocks noChangeArrowheads="1"/>
            </p:cNvSpPr>
            <p:nvPr/>
          </p:nvSpPr>
          <p:spPr bwMode="auto">
            <a:xfrm>
              <a:off x="547688" y="3228975"/>
              <a:ext cx="244475" cy="255588"/>
            </a:xfrm>
            <a:custGeom>
              <a:avLst/>
              <a:gdLst>
                <a:gd name="T0" fmla="*/ 673 w 680"/>
                <a:gd name="T1" fmla="*/ 703 h 708"/>
                <a:gd name="T2" fmla="*/ 673 w 680"/>
                <a:gd name="T3" fmla="*/ 703 h 708"/>
                <a:gd name="T4" fmla="*/ 679 w 680"/>
                <a:gd name="T5" fmla="*/ 692 h 708"/>
                <a:gd name="T6" fmla="*/ 679 w 680"/>
                <a:gd name="T7" fmla="*/ 634 h 708"/>
                <a:gd name="T8" fmla="*/ 634 w 680"/>
                <a:gd name="T9" fmla="*/ 589 h 708"/>
                <a:gd name="T10" fmla="*/ 590 w 680"/>
                <a:gd name="T11" fmla="*/ 545 h 708"/>
                <a:gd name="T12" fmla="*/ 590 w 680"/>
                <a:gd name="T13" fmla="*/ 258 h 708"/>
                <a:gd name="T14" fmla="*/ 522 w 680"/>
                <a:gd name="T15" fmla="*/ 83 h 708"/>
                <a:gd name="T16" fmla="*/ 355 w 680"/>
                <a:gd name="T17" fmla="*/ 0 h 708"/>
                <a:gd name="T18" fmla="*/ 339 w 680"/>
                <a:gd name="T19" fmla="*/ 0 h 708"/>
                <a:gd name="T20" fmla="*/ 89 w 680"/>
                <a:gd name="T21" fmla="*/ 250 h 708"/>
                <a:gd name="T22" fmla="*/ 89 w 680"/>
                <a:gd name="T23" fmla="*/ 545 h 708"/>
                <a:gd name="T24" fmla="*/ 45 w 680"/>
                <a:gd name="T25" fmla="*/ 589 h 708"/>
                <a:gd name="T26" fmla="*/ 0 w 680"/>
                <a:gd name="T27" fmla="*/ 634 h 708"/>
                <a:gd name="T28" fmla="*/ 0 w 680"/>
                <a:gd name="T29" fmla="*/ 692 h 708"/>
                <a:gd name="T30" fmla="*/ 5 w 680"/>
                <a:gd name="T31" fmla="*/ 703 h 708"/>
                <a:gd name="T32" fmla="*/ 16 w 680"/>
                <a:gd name="T33" fmla="*/ 707 h 708"/>
                <a:gd name="T34" fmla="*/ 663 w 680"/>
                <a:gd name="T35" fmla="*/ 707 h 708"/>
                <a:gd name="T36" fmla="*/ 673 w 680"/>
                <a:gd name="T37" fmla="*/ 703 h 708"/>
                <a:gd name="T38" fmla="*/ 648 w 680"/>
                <a:gd name="T39" fmla="*/ 678 h 708"/>
                <a:gd name="T40" fmla="*/ 648 w 680"/>
                <a:gd name="T41" fmla="*/ 678 h 708"/>
                <a:gd name="T42" fmla="*/ 29 w 680"/>
                <a:gd name="T43" fmla="*/ 678 h 708"/>
                <a:gd name="T44" fmla="*/ 29 w 680"/>
                <a:gd name="T45" fmla="*/ 634 h 708"/>
                <a:gd name="T46" fmla="*/ 45 w 680"/>
                <a:gd name="T47" fmla="*/ 618 h 708"/>
                <a:gd name="T48" fmla="*/ 45 w 680"/>
                <a:gd name="T49" fmla="*/ 618 h 708"/>
                <a:gd name="T50" fmla="*/ 339 w 680"/>
                <a:gd name="T51" fmla="*/ 618 h 708"/>
                <a:gd name="T52" fmla="*/ 354 w 680"/>
                <a:gd name="T53" fmla="*/ 603 h 708"/>
                <a:gd name="T54" fmla="*/ 339 w 680"/>
                <a:gd name="T55" fmla="*/ 589 h 708"/>
                <a:gd name="T56" fmla="*/ 103 w 680"/>
                <a:gd name="T57" fmla="*/ 589 h 708"/>
                <a:gd name="T58" fmla="*/ 118 w 680"/>
                <a:gd name="T59" fmla="*/ 545 h 708"/>
                <a:gd name="T60" fmla="*/ 118 w 680"/>
                <a:gd name="T61" fmla="*/ 250 h 708"/>
                <a:gd name="T62" fmla="*/ 183 w 680"/>
                <a:gd name="T63" fmla="*/ 94 h 708"/>
                <a:gd name="T64" fmla="*/ 339 w 680"/>
                <a:gd name="T65" fmla="*/ 29 h 708"/>
                <a:gd name="T66" fmla="*/ 354 w 680"/>
                <a:gd name="T67" fmla="*/ 30 h 708"/>
                <a:gd name="T68" fmla="*/ 500 w 680"/>
                <a:gd name="T69" fmla="*/ 102 h 708"/>
                <a:gd name="T70" fmla="*/ 560 w 680"/>
                <a:gd name="T71" fmla="*/ 258 h 708"/>
                <a:gd name="T72" fmla="*/ 560 w 680"/>
                <a:gd name="T73" fmla="*/ 545 h 708"/>
                <a:gd name="T74" fmla="*/ 575 w 680"/>
                <a:gd name="T75" fmla="*/ 589 h 708"/>
                <a:gd name="T76" fmla="*/ 487 w 680"/>
                <a:gd name="T77" fmla="*/ 589 h 708"/>
                <a:gd name="T78" fmla="*/ 471 w 680"/>
                <a:gd name="T79" fmla="*/ 603 h 708"/>
                <a:gd name="T80" fmla="*/ 487 w 680"/>
                <a:gd name="T81" fmla="*/ 618 h 708"/>
                <a:gd name="T82" fmla="*/ 634 w 680"/>
                <a:gd name="T83" fmla="*/ 618 h 708"/>
                <a:gd name="T84" fmla="*/ 634 w 680"/>
                <a:gd name="T85" fmla="*/ 618 h 708"/>
                <a:gd name="T86" fmla="*/ 648 w 680"/>
                <a:gd name="T87" fmla="*/ 634 h 708"/>
                <a:gd name="T88" fmla="*/ 648 w 680"/>
                <a:gd name="T8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80" h="708">
                  <a:moveTo>
                    <a:pt x="673" y="703"/>
                  </a:moveTo>
                  <a:lnTo>
                    <a:pt x="673" y="703"/>
                  </a:lnTo>
                  <a:cubicBezTo>
                    <a:pt x="676" y="700"/>
                    <a:pt x="679" y="696"/>
                    <a:pt x="679" y="692"/>
                  </a:cubicBezTo>
                  <a:cubicBezTo>
                    <a:pt x="679" y="634"/>
                    <a:pt x="679" y="634"/>
                    <a:pt x="679" y="634"/>
                  </a:cubicBezTo>
                  <a:cubicBezTo>
                    <a:pt x="679" y="609"/>
                    <a:pt x="658" y="589"/>
                    <a:pt x="634" y="589"/>
                  </a:cubicBezTo>
                  <a:cubicBezTo>
                    <a:pt x="610" y="588"/>
                    <a:pt x="590" y="569"/>
                    <a:pt x="590" y="545"/>
                  </a:cubicBezTo>
                  <a:cubicBezTo>
                    <a:pt x="590" y="258"/>
                    <a:pt x="590" y="258"/>
                    <a:pt x="590" y="258"/>
                  </a:cubicBezTo>
                  <a:cubicBezTo>
                    <a:pt x="590" y="192"/>
                    <a:pt x="564" y="130"/>
                    <a:pt x="522" y="83"/>
                  </a:cubicBezTo>
                  <a:cubicBezTo>
                    <a:pt x="481" y="36"/>
                    <a:pt x="423" y="4"/>
                    <a:pt x="355" y="0"/>
                  </a:cubicBezTo>
                  <a:cubicBezTo>
                    <a:pt x="350" y="0"/>
                    <a:pt x="344" y="0"/>
                    <a:pt x="339" y="0"/>
                  </a:cubicBezTo>
                  <a:cubicBezTo>
                    <a:pt x="201" y="0"/>
                    <a:pt x="89" y="112"/>
                    <a:pt x="89" y="250"/>
                  </a:cubicBezTo>
                  <a:cubicBezTo>
                    <a:pt x="89" y="545"/>
                    <a:pt x="89" y="545"/>
                    <a:pt x="89" y="545"/>
                  </a:cubicBezTo>
                  <a:cubicBezTo>
                    <a:pt x="89" y="569"/>
                    <a:pt x="69" y="588"/>
                    <a:pt x="45" y="589"/>
                  </a:cubicBezTo>
                  <a:cubicBezTo>
                    <a:pt x="20" y="589"/>
                    <a:pt x="0" y="609"/>
                    <a:pt x="0" y="634"/>
                  </a:cubicBezTo>
                  <a:cubicBezTo>
                    <a:pt x="0" y="692"/>
                    <a:pt x="0" y="692"/>
                    <a:pt x="0" y="692"/>
                  </a:cubicBezTo>
                  <a:cubicBezTo>
                    <a:pt x="0" y="696"/>
                    <a:pt x="2" y="700"/>
                    <a:pt x="5" y="703"/>
                  </a:cubicBezTo>
                  <a:cubicBezTo>
                    <a:pt x="7" y="705"/>
                    <a:pt x="11" y="707"/>
                    <a:pt x="16" y="707"/>
                  </a:cubicBezTo>
                  <a:cubicBezTo>
                    <a:pt x="663" y="707"/>
                    <a:pt x="663" y="707"/>
                    <a:pt x="663" y="707"/>
                  </a:cubicBezTo>
                  <a:cubicBezTo>
                    <a:pt x="667" y="707"/>
                    <a:pt x="670" y="705"/>
                    <a:pt x="673" y="703"/>
                  </a:cubicBezTo>
                  <a:close/>
                  <a:moveTo>
                    <a:pt x="648" y="678"/>
                  </a:moveTo>
                  <a:lnTo>
                    <a:pt x="648" y="678"/>
                  </a:lnTo>
                  <a:cubicBezTo>
                    <a:pt x="29" y="678"/>
                    <a:pt x="29" y="678"/>
                    <a:pt x="29" y="678"/>
                  </a:cubicBezTo>
                  <a:cubicBezTo>
                    <a:pt x="29" y="634"/>
                    <a:pt x="29" y="634"/>
                    <a:pt x="29" y="634"/>
                  </a:cubicBezTo>
                  <a:cubicBezTo>
                    <a:pt x="29" y="625"/>
                    <a:pt x="36" y="618"/>
                    <a:pt x="45" y="618"/>
                  </a:cubicBezTo>
                  <a:lnTo>
                    <a:pt x="45" y="618"/>
                  </a:lnTo>
                  <a:cubicBezTo>
                    <a:pt x="339" y="618"/>
                    <a:pt x="339" y="618"/>
                    <a:pt x="339" y="618"/>
                  </a:cubicBezTo>
                  <a:cubicBezTo>
                    <a:pt x="347" y="618"/>
                    <a:pt x="354" y="612"/>
                    <a:pt x="354" y="603"/>
                  </a:cubicBezTo>
                  <a:cubicBezTo>
                    <a:pt x="354" y="595"/>
                    <a:pt x="347" y="589"/>
                    <a:pt x="339" y="589"/>
                  </a:cubicBezTo>
                  <a:cubicBezTo>
                    <a:pt x="103" y="589"/>
                    <a:pt x="103" y="589"/>
                    <a:pt x="103" y="589"/>
                  </a:cubicBezTo>
                  <a:cubicBezTo>
                    <a:pt x="112" y="577"/>
                    <a:pt x="118" y="562"/>
                    <a:pt x="118" y="545"/>
                  </a:cubicBezTo>
                  <a:cubicBezTo>
                    <a:pt x="118" y="250"/>
                    <a:pt x="118" y="250"/>
                    <a:pt x="118" y="250"/>
                  </a:cubicBezTo>
                  <a:cubicBezTo>
                    <a:pt x="118" y="189"/>
                    <a:pt x="143" y="134"/>
                    <a:pt x="183" y="94"/>
                  </a:cubicBezTo>
                  <a:cubicBezTo>
                    <a:pt x="223" y="54"/>
                    <a:pt x="278" y="29"/>
                    <a:pt x="339" y="29"/>
                  </a:cubicBezTo>
                  <a:cubicBezTo>
                    <a:pt x="344" y="29"/>
                    <a:pt x="348" y="29"/>
                    <a:pt x="354" y="30"/>
                  </a:cubicBezTo>
                  <a:cubicBezTo>
                    <a:pt x="412" y="33"/>
                    <a:pt x="464" y="60"/>
                    <a:pt x="500" y="102"/>
                  </a:cubicBezTo>
                  <a:cubicBezTo>
                    <a:pt x="538" y="143"/>
                    <a:pt x="560" y="199"/>
                    <a:pt x="560" y="258"/>
                  </a:cubicBezTo>
                  <a:cubicBezTo>
                    <a:pt x="560" y="545"/>
                    <a:pt x="560" y="545"/>
                    <a:pt x="560" y="545"/>
                  </a:cubicBezTo>
                  <a:cubicBezTo>
                    <a:pt x="560" y="562"/>
                    <a:pt x="565" y="577"/>
                    <a:pt x="575" y="589"/>
                  </a:cubicBezTo>
                  <a:cubicBezTo>
                    <a:pt x="487" y="589"/>
                    <a:pt x="487" y="589"/>
                    <a:pt x="487" y="589"/>
                  </a:cubicBezTo>
                  <a:cubicBezTo>
                    <a:pt x="478" y="589"/>
                    <a:pt x="471" y="595"/>
                    <a:pt x="471" y="603"/>
                  </a:cubicBezTo>
                  <a:cubicBezTo>
                    <a:pt x="471" y="612"/>
                    <a:pt x="478" y="618"/>
                    <a:pt x="487" y="618"/>
                  </a:cubicBezTo>
                  <a:cubicBezTo>
                    <a:pt x="634" y="618"/>
                    <a:pt x="634" y="618"/>
                    <a:pt x="634" y="618"/>
                  </a:cubicBezTo>
                  <a:lnTo>
                    <a:pt x="634" y="618"/>
                  </a:lnTo>
                  <a:cubicBezTo>
                    <a:pt x="641" y="618"/>
                    <a:pt x="648" y="625"/>
                    <a:pt x="648" y="634"/>
                  </a:cubicBezTo>
                  <a:lnTo>
                    <a:pt x="648"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5" name="Freeform 552">
              <a:extLst>
                <a:ext uri="{FF2B5EF4-FFF2-40B4-BE49-F238E27FC236}">
                  <a16:creationId xmlns:a16="http://schemas.microsoft.com/office/drawing/2014/main" id="{4B76D0A2-C304-34B0-71C2-B023D8C8C746}"/>
                </a:ext>
              </a:extLst>
            </p:cNvPr>
            <p:cNvSpPr>
              <a:spLocks noChangeArrowheads="1"/>
            </p:cNvSpPr>
            <p:nvPr/>
          </p:nvSpPr>
          <p:spPr bwMode="auto">
            <a:xfrm>
              <a:off x="642938" y="3281363"/>
              <a:ext cx="53975" cy="85725"/>
            </a:xfrm>
            <a:custGeom>
              <a:avLst/>
              <a:gdLst>
                <a:gd name="T0" fmla="*/ 132 w 148"/>
                <a:gd name="T1" fmla="*/ 58 h 236"/>
                <a:gd name="T2" fmla="*/ 132 w 148"/>
                <a:gd name="T3" fmla="*/ 58 h 236"/>
                <a:gd name="T4" fmla="*/ 88 w 148"/>
                <a:gd name="T5" fmla="*/ 58 h 236"/>
                <a:gd name="T6" fmla="*/ 88 w 148"/>
                <a:gd name="T7" fmla="*/ 14 h 236"/>
                <a:gd name="T8" fmla="*/ 73 w 148"/>
                <a:gd name="T9" fmla="*/ 0 h 236"/>
                <a:gd name="T10" fmla="*/ 59 w 148"/>
                <a:gd name="T11" fmla="*/ 14 h 236"/>
                <a:gd name="T12" fmla="*/ 59 w 148"/>
                <a:gd name="T13" fmla="*/ 58 h 236"/>
                <a:gd name="T14" fmla="*/ 15 w 148"/>
                <a:gd name="T15" fmla="*/ 58 h 236"/>
                <a:gd name="T16" fmla="*/ 0 w 148"/>
                <a:gd name="T17" fmla="*/ 74 h 236"/>
                <a:gd name="T18" fmla="*/ 15 w 148"/>
                <a:gd name="T19" fmla="*/ 89 h 236"/>
                <a:gd name="T20" fmla="*/ 59 w 148"/>
                <a:gd name="T21" fmla="*/ 89 h 236"/>
                <a:gd name="T22" fmla="*/ 59 w 148"/>
                <a:gd name="T23" fmla="*/ 221 h 236"/>
                <a:gd name="T24" fmla="*/ 73 w 148"/>
                <a:gd name="T25" fmla="*/ 235 h 236"/>
                <a:gd name="T26" fmla="*/ 88 w 148"/>
                <a:gd name="T27" fmla="*/ 221 h 236"/>
                <a:gd name="T28" fmla="*/ 88 w 148"/>
                <a:gd name="T29" fmla="*/ 89 h 236"/>
                <a:gd name="T30" fmla="*/ 132 w 148"/>
                <a:gd name="T31" fmla="*/ 89 h 236"/>
                <a:gd name="T32" fmla="*/ 147 w 148"/>
                <a:gd name="T33" fmla="*/ 74 h 236"/>
                <a:gd name="T34" fmla="*/ 132 w 148"/>
                <a:gd name="T35" fmla="*/ 5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236">
                  <a:moveTo>
                    <a:pt x="132" y="58"/>
                  </a:moveTo>
                  <a:lnTo>
                    <a:pt x="132" y="58"/>
                  </a:lnTo>
                  <a:cubicBezTo>
                    <a:pt x="88" y="58"/>
                    <a:pt x="88" y="58"/>
                    <a:pt x="88" y="58"/>
                  </a:cubicBezTo>
                  <a:cubicBezTo>
                    <a:pt x="88" y="14"/>
                    <a:pt x="88" y="14"/>
                    <a:pt x="88" y="14"/>
                  </a:cubicBezTo>
                  <a:cubicBezTo>
                    <a:pt x="88" y="6"/>
                    <a:pt x="81" y="0"/>
                    <a:pt x="73" y="0"/>
                  </a:cubicBezTo>
                  <a:cubicBezTo>
                    <a:pt x="64" y="0"/>
                    <a:pt x="59" y="6"/>
                    <a:pt x="59" y="14"/>
                  </a:cubicBezTo>
                  <a:cubicBezTo>
                    <a:pt x="59" y="58"/>
                    <a:pt x="59" y="58"/>
                    <a:pt x="59" y="58"/>
                  </a:cubicBezTo>
                  <a:cubicBezTo>
                    <a:pt x="15" y="58"/>
                    <a:pt x="15" y="58"/>
                    <a:pt x="15" y="58"/>
                  </a:cubicBezTo>
                  <a:cubicBezTo>
                    <a:pt x="6" y="58"/>
                    <a:pt x="0" y="65"/>
                    <a:pt x="0" y="74"/>
                  </a:cubicBezTo>
                  <a:cubicBezTo>
                    <a:pt x="0" y="82"/>
                    <a:pt x="6" y="89"/>
                    <a:pt x="15" y="89"/>
                  </a:cubicBezTo>
                  <a:cubicBezTo>
                    <a:pt x="59" y="89"/>
                    <a:pt x="59" y="89"/>
                    <a:pt x="59" y="89"/>
                  </a:cubicBezTo>
                  <a:cubicBezTo>
                    <a:pt x="59" y="221"/>
                    <a:pt x="59" y="221"/>
                    <a:pt x="59" y="221"/>
                  </a:cubicBezTo>
                  <a:cubicBezTo>
                    <a:pt x="59" y="228"/>
                    <a:pt x="64" y="235"/>
                    <a:pt x="73" y="235"/>
                  </a:cubicBezTo>
                  <a:cubicBezTo>
                    <a:pt x="81" y="235"/>
                    <a:pt x="88" y="228"/>
                    <a:pt x="88" y="221"/>
                  </a:cubicBezTo>
                  <a:cubicBezTo>
                    <a:pt x="88" y="89"/>
                    <a:pt x="88" y="89"/>
                    <a:pt x="88" y="89"/>
                  </a:cubicBezTo>
                  <a:cubicBezTo>
                    <a:pt x="132" y="89"/>
                    <a:pt x="132" y="89"/>
                    <a:pt x="132" y="89"/>
                  </a:cubicBezTo>
                  <a:cubicBezTo>
                    <a:pt x="140" y="89"/>
                    <a:pt x="147" y="82"/>
                    <a:pt x="147" y="74"/>
                  </a:cubicBezTo>
                  <a:cubicBezTo>
                    <a:pt x="147" y="65"/>
                    <a:pt x="140" y="58"/>
                    <a:pt x="132"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6" name="Freeform 553">
            <a:extLst>
              <a:ext uri="{FF2B5EF4-FFF2-40B4-BE49-F238E27FC236}">
                <a16:creationId xmlns:a16="http://schemas.microsoft.com/office/drawing/2014/main" id="{DC1DB398-007E-5A9D-CCA6-6FE8715B7D64}"/>
              </a:ext>
            </a:extLst>
          </p:cNvPr>
          <p:cNvSpPr>
            <a:spLocks noChangeArrowheads="1"/>
          </p:cNvSpPr>
          <p:nvPr/>
        </p:nvSpPr>
        <p:spPr bwMode="auto">
          <a:xfrm>
            <a:off x="2186508" y="2918247"/>
            <a:ext cx="244475" cy="185737"/>
          </a:xfrm>
          <a:custGeom>
            <a:avLst/>
            <a:gdLst>
              <a:gd name="T0" fmla="*/ 668 w 677"/>
              <a:gd name="T1" fmla="*/ 515 h 517"/>
              <a:gd name="T2" fmla="*/ 668 w 677"/>
              <a:gd name="T3" fmla="*/ 515 h 517"/>
              <a:gd name="T4" fmla="*/ 676 w 677"/>
              <a:gd name="T5" fmla="*/ 501 h 517"/>
              <a:gd name="T6" fmla="*/ 676 w 677"/>
              <a:gd name="T7" fmla="*/ 59 h 517"/>
              <a:gd name="T8" fmla="*/ 669 w 677"/>
              <a:gd name="T9" fmla="*/ 47 h 517"/>
              <a:gd name="T10" fmla="*/ 500 w 677"/>
              <a:gd name="T11" fmla="*/ 0 h 517"/>
              <a:gd name="T12" fmla="*/ 338 w 677"/>
              <a:gd name="T13" fmla="*/ 41 h 517"/>
              <a:gd name="T14" fmla="*/ 176 w 677"/>
              <a:gd name="T15" fmla="*/ 0 h 517"/>
              <a:gd name="T16" fmla="*/ 5 w 677"/>
              <a:gd name="T17" fmla="*/ 47 h 517"/>
              <a:gd name="T18" fmla="*/ 0 w 677"/>
              <a:gd name="T19" fmla="*/ 59 h 517"/>
              <a:gd name="T20" fmla="*/ 0 w 677"/>
              <a:gd name="T21" fmla="*/ 501 h 517"/>
              <a:gd name="T22" fmla="*/ 8 w 677"/>
              <a:gd name="T23" fmla="*/ 515 h 517"/>
              <a:gd name="T24" fmla="*/ 24 w 677"/>
              <a:gd name="T25" fmla="*/ 511 h 517"/>
              <a:gd name="T26" fmla="*/ 88 w 677"/>
              <a:gd name="T27" fmla="*/ 482 h 517"/>
              <a:gd name="T28" fmla="*/ 187 w 677"/>
              <a:gd name="T29" fmla="*/ 472 h 517"/>
              <a:gd name="T30" fmla="*/ 279 w 677"/>
              <a:gd name="T31" fmla="*/ 482 h 517"/>
              <a:gd name="T32" fmla="*/ 310 w 677"/>
              <a:gd name="T33" fmla="*/ 494 h 517"/>
              <a:gd name="T34" fmla="*/ 324 w 677"/>
              <a:gd name="T35" fmla="*/ 508 h 517"/>
              <a:gd name="T36" fmla="*/ 325 w 677"/>
              <a:gd name="T37" fmla="*/ 508 h 517"/>
              <a:gd name="T38" fmla="*/ 327 w 677"/>
              <a:gd name="T39" fmla="*/ 511 h 517"/>
              <a:gd name="T40" fmla="*/ 328 w 677"/>
              <a:gd name="T41" fmla="*/ 512 h 517"/>
              <a:gd name="T42" fmla="*/ 331 w 677"/>
              <a:gd name="T43" fmla="*/ 514 h 517"/>
              <a:gd name="T44" fmla="*/ 334 w 677"/>
              <a:gd name="T45" fmla="*/ 515 h 517"/>
              <a:gd name="T46" fmla="*/ 334 w 677"/>
              <a:gd name="T47" fmla="*/ 515 h 517"/>
              <a:gd name="T48" fmla="*/ 335 w 677"/>
              <a:gd name="T49" fmla="*/ 515 h 517"/>
              <a:gd name="T50" fmla="*/ 338 w 677"/>
              <a:gd name="T51" fmla="*/ 515 h 517"/>
              <a:gd name="T52" fmla="*/ 341 w 677"/>
              <a:gd name="T53" fmla="*/ 515 h 517"/>
              <a:gd name="T54" fmla="*/ 341 w 677"/>
              <a:gd name="T55" fmla="*/ 515 h 517"/>
              <a:gd name="T56" fmla="*/ 342 w 677"/>
              <a:gd name="T57" fmla="*/ 515 h 517"/>
              <a:gd name="T58" fmla="*/ 345 w 677"/>
              <a:gd name="T59" fmla="*/ 514 h 517"/>
              <a:gd name="T60" fmla="*/ 346 w 677"/>
              <a:gd name="T61" fmla="*/ 512 h 517"/>
              <a:gd name="T62" fmla="*/ 349 w 677"/>
              <a:gd name="T63" fmla="*/ 511 h 517"/>
              <a:gd name="T64" fmla="*/ 350 w 677"/>
              <a:gd name="T65" fmla="*/ 508 h 517"/>
              <a:gd name="T66" fmla="*/ 350 w 677"/>
              <a:gd name="T67" fmla="*/ 508 h 517"/>
              <a:gd name="T68" fmla="*/ 366 w 677"/>
              <a:gd name="T69" fmla="*/ 494 h 517"/>
              <a:gd name="T70" fmla="*/ 417 w 677"/>
              <a:gd name="T71" fmla="*/ 478 h 517"/>
              <a:gd name="T72" fmla="*/ 488 w 677"/>
              <a:gd name="T73" fmla="*/ 472 h 517"/>
              <a:gd name="T74" fmla="*/ 587 w 677"/>
              <a:gd name="T75" fmla="*/ 482 h 517"/>
              <a:gd name="T76" fmla="*/ 651 w 677"/>
              <a:gd name="T77" fmla="*/ 511 h 517"/>
              <a:gd name="T78" fmla="*/ 668 w 677"/>
              <a:gd name="T79" fmla="*/ 515 h 517"/>
              <a:gd name="T80" fmla="*/ 265 w 677"/>
              <a:gd name="T81" fmla="*/ 449 h 517"/>
              <a:gd name="T82" fmla="*/ 265 w 677"/>
              <a:gd name="T83" fmla="*/ 449 h 517"/>
              <a:gd name="T84" fmla="*/ 187 w 677"/>
              <a:gd name="T85" fmla="*/ 442 h 517"/>
              <a:gd name="T86" fmla="*/ 81 w 677"/>
              <a:gd name="T87" fmla="*/ 453 h 517"/>
              <a:gd name="T88" fmla="*/ 29 w 677"/>
              <a:gd name="T89" fmla="*/ 472 h 517"/>
              <a:gd name="T90" fmla="*/ 29 w 677"/>
              <a:gd name="T91" fmla="*/ 68 h 517"/>
              <a:gd name="T92" fmla="*/ 176 w 677"/>
              <a:gd name="T93" fmla="*/ 30 h 517"/>
              <a:gd name="T94" fmla="*/ 323 w 677"/>
              <a:gd name="T95" fmla="*/ 68 h 517"/>
              <a:gd name="T96" fmla="*/ 323 w 677"/>
              <a:gd name="T97" fmla="*/ 468 h 517"/>
              <a:gd name="T98" fmla="*/ 265 w 677"/>
              <a:gd name="T99" fmla="*/ 449 h 517"/>
              <a:gd name="T100" fmla="*/ 488 w 677"/>
              <a:gd name="T101" fmla="*/ 442 h 517"/>
              <a:gd name="T102" fmla="*/ 488 w 677"/>
              <a:gd name="T103" fmla="*/ 442 h 517"/>
              <a:gd name="T104" fmla="*/ 389 w 677"/>
              <a:gd name="T105" fmla="*/ 454 h 517"/>
              <a:gd name="T106" fmla="*/ 353 w 677"/>
              <a:gd name="T107" fmla="*/ 468 h 517"/>
              <a:gd name="T108" fmla="*/ 353 w 677"/>
              <a:gd name="T109" fmla="*/ 68 h 517"/>
              <a:gd name="T110" fmla="*/ 500 w 677"/>
              <a:gd name="T111" fmla="*/ 30 h 517"/>
              <a:gd name="T112" fmla="*/ 647 w 677"/>
              <a:gd name="T113" fmla="*/ 68 h 517"/>
              <a:gd name="T114" fmla="*/ 647 w 677"/>
              <a:gd name="T115" fmla="*/ 472 h 517"/>
              <a:gd name="T116" fmla="*/ 593 w 677"/>
              <a:gd name="T117" fmla="*/ 453 h 517"/>
              <a:gd name="T118" fmla="*/ 488 w 677"/>
              <a:gd name="T119" fmla="*/ 442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7" h="517">
                <a:moveTo>
                  <a:pt x="668" y="515"/>
                </a:moveTo>
                <a:lnTo>
                  <a:pt x="668" y="515"/>
                </a:lnTo>
                <a:cubicBezTo>
                  <a:pt x="674" y="512"/>
                  <a:pt x="676" y="507"/>
                  <a:pt x="676" y="501"/>
                </a:cubicBezTo>
                <a:cubicBezTo>
                  <a:pt x="676" y="59"/>
                  <a:pt x="676" y="59"/>
                  <a:pt x="676" y="59"/>
                </a:cubicBezTo>
                <a:cubicBezTo>
                  <a:pt x="676" y="54"/>
                  <a:pt x="674" y="50"/>
                  <a:pt x="669" y="47"/>
                </a:cubicBezTo>
                <a:cubicBezTo>
                  <a:pt x="622" y="15"/>
                  <a:pt x="562" y="0"/>
                  <a:pt x="500" y="0"/>
                </a:cubicBezTo>
                <a:cubicBezTo>
                  <a:pt x="442" y="0"/>
                  <a:pt x="384" y="14"/>
                  <a:pt x="338" y="41"/>
                </a:cubicBezTo>
                <a:cubicBezTo>
                  <a:pt x="291" y="14"/>
                  <a:pt x="234" y="0"/>
                  <a:pt x="176" y="0"/>
                </a:cubicBezTo>
                <a:cubicBezTo>
                  <a:pt x="114" y="0"/>
                  <a:pt x="53" y="15"/>
                  <a:pt x="5" y="47"/>
                </a:cubicBezTo>
                <a:cubicBezTo>
                  <a:pt x="1" y="50"/>
                  <a:pt x="0" y="54"/>
                  <a:pt x="0" y="59"/>
                </a:cubicBezTo>
                <a:cubicBezTo>
                  <a:pt x="0" y="501"/>
                  <a:pt x="0" y="501"/>
                  <a:pt x="0" y="501"/>
                </a:cubicBezTo>
                <a:cubicBezTo>
                  <a:pt x="0" y="507"/>
                  <a:pt x="2" y="512"/>
                  <a:pt x="8" y="515"/>
                </a:cubicBezTo>
                <a:cubicBezTo>
                  <a:pt x="13" y="516"/>
                  <a:pt x="20" y="515"/>
                  <a:pt x="24" y="511"/>
                </a:cubicBezTo>
                <a:cubicBezTo>
                  <a:pt x="35" y="500"/>
                  <a:pt x="59" y="489"/>
                  <a:pt x="88" y="482"/>
                </a:cubicBezTo>
                <a:cubicBezTo>
                  <a:pt x="118" y="475"/>
                  <a:pt x="153" y="472"/>
                  <a:pt x="187" y="472"/>
                </a:cubicBezTo>
                <a:cubicBezTo>
                  <a:pt x="221" y="471"/>
                  <a:pt x="254" y="475"/>
                  <a:pt x="279" y="482"/>
                </a:cubicBezTo>
                <a:cubicBezTo>
                  <a:pt x="292" y="486"/>
                  <a:pt x="302" y="490"/>
                  <a:pt x="310" y="494"/>
                </a:cubicBezTo>
                <a:cubicBezTo>
                  <a:pt x="319" y="498"/>
                  <a:pt x="323" y="504"/>
                  <a:pt x="324" y="508"/>
                </a:cubicBezTo>
                <a:cubicBezTo>
                  <a:pt x="325" y="508"/>
                  <a:pt x="325" y="508"/>
                  <a:pt x="325" y="508"/>
                </a:cubicBezTo>
                <a:cubicBezTo>
                  <a:pt x="325" y="510"/>
                  <a:pt x="327" y="510"/>
                  <a:pt x="327" y="511"/>
                </a:cubicBezTo>
                <a:lnTo>
                  <a:pt x="328" y="512"/>
                </a:lnTo>
                <a:cubicBezTo>
                  <a:pt x="330" y="512"/>
                  <a:pt x="330" y="514"/>
                  <a:pt x="331" y="514"/>
                </a:cubicBezTo>
                <a:cubicBezTo>
                  <a:pt x="331" y="514"/>
                  <a:pt x="332" y="515"/>
                  <a:pt x="334" y="515"/>
                </a:cubicBezTo>
                <a:lnTo>
                  <a:pt x="334" y="515"/>
                </a:lnTo>
                <a:cubicBezTo>
                  <a:pt x="335" y="515"/>
                  <a:pt x="335" y="515"/>
                  <a:pt x="335" y="515"/>
                </a:cubicBezTo>
                <a:cubicBezTo>
                  <a:pt x="337" y="515"/>
                  <a:pt x="337" y="515"/>
                  <a:pt x="338" y="515"/>
                </a:cubicBezTo>
                <a:cubicBezTo>
                  <a:pt x="339" y="515"/>
                  <a:pt x="339" y="515"/>
                  <a:pt x="341" y="515"/>
                </a:cubicBezTo>
                <a:lnTo>
                  <a:pt x="341" y="515"/>
                </a:lnTo>
                <a:cubicBezTo>
                  <a:pt x="342" y="515"/>
                  <a:pt x="342" y="515"/>
                  <a:pt x="342" y="515"/>
                </a:cubicBezTo>
                <a:cubicBezTo>
                  <a:pt x="343" y="515"/>
                  <a:pt x="343" y="514"/>
                  <a:pt x="345" y="514"/>
                </a:cubicBezTo>
                <a:cubicBezTo>
                  <a:pt x="346" y="514"/>
                  <a:pt x="346" y="512"/>
                  <a:pt x="346" y="512"/>
                </a:cubicBezTo>
                <a:cubicBezTo>
                  <a:pt x="348" y="512"/>
                  <a:pt x="348" y="511"/>
                  <a:pt x="349" y="511"/>
                </a:cubicBezTo>
                <a:cubicBezTo>
                  <a:pt x="349" y="510"/>
                  <a:pt x="350" y="510"/>
                  <a:pt x="350" y="508"/>
                </a:cubicBezTo>
                <a:lnTo>
                  <a:pt x="350" y="508"/>
                </a:lnTo>
                <a:cubicBezTo>
                  <a:pt x="353" y="504"/>
                  <a:pt x="357" y="498"/>
                  <a:pt x="366" y="494"/>
                </a:cubicBezTo>
                <a:cubicBezTo>
                  <a:pt x="377" y="487"/>
                  <a:pt x="395" y="482"/>
                  <a:pt x="417" y="478"/>
                </a:cubicBezTo>
                <a:cubicBezTo>
                  <a:pt x="439" y="474"/>
                  <a:pt x="464" y="472"/>
                  <a:pt x="488" y="472"/>
                </a:cubicBezTo>
                <a:cubicBezTo>
                  <a:pt x="523" y="472"/>
                  <a:pt x="558" y="475"/>
                  <a:pt x="587" y="482"/>
                </a:cubicBezTo>
                <a:cubicBezTo>
                  <a:pt x="617" y="489"/>
                  <a:pt x="640" y="500"/>
                  <a:pt x="651" y="511"/>
                </a:cubicBezTo>
                <a:cubicBezTo>
                  <a:pt x="656" y="515"/>
                  <a:pt x="663" y="516"/>
                  <a:pt x="668" y="515"/>
                </a:cubicBezTo>
                <a:close/>
                <a:moveTo>
                  <a:pt x="265" y="449"/>
                </a:moveTo>
                <a:lnTo>
                  <a:pt x="265" y="449"/>
                </a:lnTo>
                <a:cubicBezTo>
                  <a:pt x="240" y="445"/>
                  <a:pt x="214" y="442"/>
                  <a:pt x="187" y="442"/>
                </a:cubicBezTo>
                <a:cubicBezTo>
                  <a:pt x="150" y="442"/>
                  <a:pt x="114" y="446"/>
                  <a:pt x="81" y="453"/>
                </a:cubicBezTo>
                <a:cubicBezTo>
                  <a:pt x="62" y="458"/>
                  <a:pt x="44" y="464"/>
                  <a:pt x="29" y="472"/>
                </a:cubicBezTo>
                <a:cubicBezTo>
                  <a:pt x="29" y="68"/>
                  <a:pt x="29" y="68"/>
                  <a:pt x="29" y="68"/>
                </a:cubicBezTo>
                <a:cubicBezTo>
                  <a:pt x="69" y="43"/>
                  <a:pt x="122" y="29"/>
                  <a:pt x="176" y="30"/>
                </a:cubicBezTo>
                <a:cubicBezTo>
                  <a:pt x="229" y="29"/>
                  <a:pt x="283" y="43"/>
                  <a:pt x="323" y="68"/>
                </a:cubicBezTo>
                <a:cubicBezTo>
                  <a:pt x="323" y="468"/>
                  <a:pt x="323" y="468"/>
                  <a:pt x="323" y="468"/>
                </a:cubicBezTo>
                <a:cubicBezTo>
                  <a:pt x="308" y="458"/>
                  <a:pt x="287" y="453"/>
                  <a:pt x="265" y="449"/>
                </a:cubicBezTo>
                <a:close/>
                <a:moveTo>
                  <a:pt x="488" y="442"/>
                </a:moveTo>
                <a:lnTo>
                  <a:pt x="488" y="442"/>
                </a:lnTo>
                <a:cubicBezTo>
                  <a:pt x="453" y="442"/>
                  <a:pt x="418" y="446"/>
                  <a:pt x="389" y="454"/>
                </a:cubicBezTo>
                <a:cubicBezTo>
                  <a:pt x="375" y="457"/>
                  <a:pt x="363" y="463"/>
                  <a:pt x="353" y="468"/>
                </a:cubicBezTo>
                <a:cubicBezTo>
                  <a:pt x="353" y="68"/>
                  <a:pt x="353" y="68"/>
                  <a:pt x="353" y="68"/>
                </a:cubicBezTo>
                <a:cubicBezTo>
                  <a:pt x="393" y="43"/>
                  <a:pt x="446" y="29"/>
                  <a:pt x="500" y="30"/>
                </a:cubicBezTo>
                <a:cubicBezTo>
                  <a:pt x="553" y="29"/>
                  <a:pt x="607" y="43"/>
                  <a:pt x="647" y="68"/>
                </a:cubicBezTo>
                <a:cubicBezTo>
                  <a:pt x="647" y="472"/>
                  <a:pt x="647" y="472"/>
                  <a:pt x="647" y="472"/>
                </a:cubicBezTo>
                <a:cubicBezTo>
                  <a:pt x="632" y="464"/>
                  <a:pt x="614" y="458"/>
                  <a:pt x="593" y="453"/>
                </a:cubicBezTo>
                <a:cubicBezTo>
                  <a:pt x="562" y="446"/>
                  <a:pt x="524" y="442"/>
                  <a:pt x="488" y="442"/>
                </a:cubicBezTo>
                <a:close/>
              </a:path>
            </a:pathLst>
          </a:custGeom>
          <a:solidFill>
            <a:schemeClr val="tx2"/>
          </a:solidFill>
          <a:ln>
            <a:noFill/>
          </a:ln>
          <a:effectLst/>
        </p:spPr>
        <p:txBody>
          <a:bodyPr wrap="none" anchor="ctr"/>
          <a:lstStyle/>
          <a:p>
            <a:endParaRPr lang="da-DK">
              <a:solidFill>
                <a:schemeClr val="tx2"/>
              </a:solidFill>
            </a:endParaRPr>
          </a:p>
        </p:txBody>
      </p:sp>
      <p:grpSp>
        <p:nvGrpSpPr>
          <p:cNvPr id="667" name="Group 670">
            <a:extLst>
              <a:ext uri="{FF2B5EF4-FFF2-40B4-BE49-F238E27FC236}">
                <a16:creationId xmlns:a16="http://schemas.microsoft.com/office/drawing/2014/main" id="{29841D49-BC57-E9AC-BBE4-EF7A42DF8CD9}"/>
              </a:ext>
            </a:extLst>
          </p:cNvPr>
          <p:cNvGrpSpPr/>
          <p:nvPr/>
        </p:nvGrpSpPr>
        <p:grpSpPr>
          <a:xfrm>
            <a:off x="1184795" y="2894434"/>
            <a:ext cx="255588" cy="233363"/>
            <a:chOff x="28575" y="3251200"/>
            <a:chExt cx="255588" cy="233363"/>
          </a:xfrm>
          <a:solidFill>
            <a:schemeClr val="tx2"/>
          </a:solidFill>
        </p:grpSpPr>
        <p:sp>
          <p:nvSpPr>
            <p:cNvPr id="668" name="Freeform 554">
              <a:extLst>
                <a:ext uri="{FF2B5EF4-FFF2-40B4-BE49-F238E27FC236}">
                  <a16:creationId xmlns:a16="http://schemas.microsoft.com/office/drawing/2014/main" id="{5CEF0F2E-3138-763C-02B0-3DAE24CFF967}"/>
                </a:ext>
              </a:extLst>
            </p:cNvPr>
            <p:cNvSpPr>
              <a:spLocks noChangeArrowheads="1"/>
            </p:cNvSpPr>
            <p:nvPr/>
          </p:nvSpPr>
          <p:spPr bwMode="auto">
            <a:xfrm>
              <a:off x="28575" y="3251200"/>
              <a:ext cx="255588" cy="233363"/>
            </a:xfrm>
            <a:custGeom>
              <a:avLst/>
              <a:gdLst>
                <a:gd name="T0" fmla="*/ 58 w 708"/>
                <a:gd name="T1" fmla="*/ 338 h 649"/>
                <a:gd name="T2" fmla="*/ 58 w 708"/>
                <a:gd name="T3" fmla="*/ 338 h 649"/>
                <a:gd name="T4" fmla="*/ 58 w 708"/>
                <a:gd name="T5" fmla="*/ 515 h 649"/>
                <a:gd name="T6" fmla="*/ 58 w 708"/>
                <a:gd name="T7" fmla="*/ 604 h 649"/>
                <a:gd name="T8" fmla="*/ 102 w 708"/>
                <a:gd name="T9" fmla="*/ 648 h 649"/>
                <a:gd name="T10" fmla="*/ 279 w 708"/>
                <a:gd name="T11" fmla="*/ 648 h 649"/>
                <a:gd name="T12" fmla="*/ 323 w 708"/>
                <a:gd name="T13" fmla="*/ 604 h 649"/>
                <a:gd name="T14" fmla="*/ 323 w 708"/>
                <a:gd name="T15" fmla="*/ 544 h 649"/>
                <a:gd name="T16" fmla="*/ 279 w 708"/>
                <a:gd name="T17" fmla="*/ 500 h 649"/>
                <a:gd name="T18" fmla="*/ 221 w 708"/>
                <a:gd name="T19" fmla="*/ 500 h 649"/>
                <a:gd name="T20" fmla="*/ 206 w 708"/>
                <a:gd name="T21" fmla="*/ 486 h 649"/>
                <a:gd name="T22" fmla="*/ 206 w 708"/>
                <a:gd name="T23" fmla="*/ 367 h 649"/>
                <a:gd name="T24" fmla="*/ 250 w 708"/>
                <a:gd name="T25" fmla="*/ 323 h 649"/>
                <a:gd name="T26" fmla="*/ 475 w 708"/>
                <a:gd name="T27" fmla="*/ 323 h 649"/>
                <a:gd name="T28" fmla="*/ 544 w 708"/>
                <a:gd name="T29" fmla="*/ 278 h 649"/>
                <a:gd name="T30" fmla="*/ 544 w 708"/>
                <a:gd name="T31" fmla="*/ 278 h 649"/>
                <a:gd name="T32" fmla="*/ 584 w 708"/>
                <a:gd name="T33" fmla="*/ 177 h 649"/>
                <a:gd name="T34" fmla="*/ 692 w 708"/>
                <a:gd name="T35" fmla="*/ 177 h 649"/>
                <a:gd name="T36" fmla="*/ 707 w 708"/>
                <a:gd name="T37" fmla="*/ 162 h 649"/>
                <a:gd name="T38" fmla="*/ 692 w 708"/>
                <a:gd name="T39" fmla="*/ 146 h 649"/>
                <a:gd name="T40" fmla="*/ 584 w 708"/>
                <a:gd name="T41" fmla="*/ 146 h 649"/>
                <a:gd name="T42" fmla="*/ 544 w 708"/>
                <a:gd name="T43" fmla="*/ 46 h 649"/>
                <a:gd name="T44" fmla="*/ 475 w 708"/>
                <a:gd name="T45" fmla="*/ 0 h 649"/>
                <a:gd name="T46" fmla="*/ 73 w 708"/>
                <a:gd name="T47" fmla="*/ 0 h 649"/>
                <a:gd name="T48" fmla="*/ 0 w 708"/>
                <a:gd name="T49" fmla="*/ 73 h 649"/>
                <a:gd name="T50" fmla="*/ 0 w 708"/>
                <a:gd name="T51" fmla="*/ 279 h 649"/>
                <a:gd name="T52" fmla="*/ 44 w 708"/>
                <a:gd name="T53" fmla="*/ 323 h 649"/>
                <a:gd name="T54" fmla="*/ 58 w 708"/>
                <a:gd name="T55" fmla="*/ 338 h 649"/>
                <a:gd name="T56" fmla="*/ 29 w 708"/>
                <a:gd name="T57" fmla="*/ 279 h 649"/>
                <a:gd name="T58" fmla="*/ 29 w 708"/>
                <a:gd name="T59" fmla="*/ 279 h 649"/>
                <a:gd name="T60" fmla="*/ 29 w 708"/>
                <a:gd name="T61" fmla="*/ 73 h 649"/>
                <a:gd name="T62" fmla="*/ 73 w 708"/>
                <a:gd name="T63" fmla="*/ 29 h 649"/>
                <a:gd name="T64" fmla="*/ 475 w 708"/>
                <a:gd name="T65" fmla="*/ 29 h 649"/>
                <a:gd name="T66" fmla="*/ 517 w 708"/>
                <a:gd name="T67" fmla="*/ 57 h 649"/>
                <a:gd name="T68" fmla="*/ 558 w 708"/>
                <a:gd name="T69" fmla="*/ 162 h 649"/>
                <a:gd name="T70" fmla="*/ 517 w 708"/>
                <a:gd name="T71" fmla="*/ 267 h 649"/>
                <a:gd name="T72" fmla="*/ 530 w 708"/>
                <a:gd name="T73" fmla="*/ 272 h 649"/>
                <a:gd name="T74" fmla="*/ 517 w 708"/>
                <a:gd name="T75" fmla="*/ 267 h 649"/>
                <a:gd name="T76" fmla="*/ 475 w 708"/>
                <a:gd name="T77" fmla="*/ 294 h 649"/>
                <a:gd name="T78" fmla="*/ 250 w 708"/>
                <a:gd name="T79" fmla="*/ 294 h 649"/>
                <a:gd name="T80" fmla="*/ 177 w 708"/>
                <a:gd name="T81" fmla="*/ 367 h 649"/>
                <a:gd name="T82" fmla="*/ 177 w 708"/>
                <a:gd name="T83" fmla="*/ 486 h 649"/>
                <a:gd name="T84" fmla="*/ 221 w 708"/>
                <a:gd name="T85" fmla="*/ 530 h 649"/>
                <a:gd name="T86" fmla="*/ 279 w 708"/>
                <a:gd name="T87" fmla="*/ 530 h 649"/>
                <a:gd name="T88" fmla="*/ 294 w 708"/>
                <a:gd name="T89" fmla="*/ 544 h 649"/>
                <a:gd name="T90" fmla="*/ 294 w 708"/>
                <a:gd name="T91" fmla="*/ 604 h 649"/>
                <a:gd name="T92" fmla="*/ 279 w 708"/>
                <a:gd name="T93" fmla="*/ 619 h 649"/>
                <a:gd name="T94" fmla="*/ 102 w 708"/>
                <a:gd name="T95" fmla="*/ 619 h 649"/>
                <a:gd name="T96" fmla="*/ 88 w 708"/>
                <a:gd name="T97" fmla="*/ 604 h 649"/>
                <a:gd name="T98" fmla="*/ 88 w 708"/>
                <a:gd name="T99" fmla="*/ 515 h 649"/>
                <a:gd name="T100" fmla="*/ 88 w 708"/>
                <a:gd name="T101" fmla="*/ 338 h 649"/>
                <a:gd name="T102" fmla="*/ 44 w 708"/>
                <a:gd name="T103" fmla="*/ 294 h 649"/>
                <a:gd name="T104" fmla="*/ 29 w 708"/>
                <a:gd name="T105" fmla="*/ 27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8" h="649">
                  <a:moveTo>
                    <a:pt x="58" y="338"/>
                  </a:moveTo>
                  <a:lnTo>
                    <a:pt x="58" y="338"/>
                  </a:lnTo>
                  <a:cubicBezTo>
                    <a:pt x="58" y="515"/>
                    <a:pt x="58" y="515"/>
                    <a:pt x="58" y="515"/>
                  </a:cubicBezTo>
                  <a:cubicBezTo>
                    <a:pt x="58" y="604"/>
                    <a:pt x="58" y="604"/>
                    <a:pt x="58" y="604"/>
                  </a:cubicBezTo>
                  <a:cubicBezTo>
                    <a:pt x="58" y="629"/>
                    <a:pt x="79" y="648"/>
                    <a:pt x="102" y="648"/>
                  </a:cubicBezTo>
                  <a:cubicBezTo>
                    <a:pt x="279" y="648"/>
                    <a:pt x="279" y="648"/>
                    <a:pt x="279" y="648"/>
                  </a:cubicBezTo>
                  <a:cubicBezTo>
                    <a:pt x="304" y="648"/>
                    <a:pt x="323" y="629"/>
                    <a:pt x="323" y="604"/>
                  </a:cubicBezTo>
                  <a:cubicBezTo>
                    <a:pt x="323" y="544"/>
                    <a:pt x="323" y="544"/>
                    <a:pt x="323" y="544"/>
                  </a:cubicBezTo>
                  <a:cubicBezTo>
                    <a:pt x="323" y="519"/>
                    <a:pt x="304" y="500"/>
                    <a:pt x="279" y="500"/>
                  </a:cubicBezTo>
                  <a:cubicBezTo>
                    <a:pt x="221" y="500"/>
                    <a:pt x="221" y="500"/>
                    <a:pt x="221" y="500"/>
                  </a:cubicBezTo>
                  <a:cubicBezTo>
                    <a:pt x="213" y="500"/>
                    <a:pt x="206" y="493"/>
                    <a:pt x="206" y="486"/>
                  </a:cubicBezTo>
                  <a:cubicBezTo>
                    <a:pt x="206" y="367"/>
                    <a:pt x="206" y="367"/>
                    <a:pt x="206" y="367"/>
                  </a:cubicBezTo>
                  <a:cubicBezTo>
                    <a:pt x="206" y="344"/>
                    <a:pt x="225" y="323"/>
                    <a:pt x="250" y="323"/>
                  </a:cubicBezTo>
                  <a:cubicBezTo>
                    <a:pt x="475" y="323"/>
                    <a:pt x="475" y="323"/>
                    <a:pt x="475" y="323"/>
                  </a:cubicBezTo>
                  <a:cubicBezTo>
                    <a:pt x="506" y="323"/>
                    <a:pt x="532" y="305"/>
                    <a:pt x="544" y="278"/>
                  </a:cubicBezTo>
                  <a:lnTo>
                    <a:pt x="544" y="278"/>
                  </a:lnTo>
                  <a:cubicBezTo>
                    <a:pt x="584" y="177"/>
                    <a:pt x="584" y="177"/>
                    <a:pt x="584" y="177"/>
                  </a:cubicBezTo>
                  <a:cubicBezTo>
                    <a:pt x="692" y="177"/>
                    <a:pt x="692" y="177"/>
                    <a:pt x="692" y="177"/>
                  </a:cubicBezTo>
                  <a:cubicBezTo>
                    <a:pt x="700" y="177"/>
                    <a:pt x="707" y="170"/>
                    <a:pt x="707" y="162"/>
                  </a:cubicBezTo>
                  <a:cubicBezTo>
                    <a:pt x="707" y="153"/>
                    <a:pt x="700" y="146"/>
                    <a:pt x="692" y="146"/>
                  </a:cubicBezTo>
                  <a:cubicBezTo>
                    <a:pt x="584" y="146"/>
                    <a:pt x="584" y="146"/>
                    <a:pt x="584" y="146"/>
                  </a:cubicBezTo>
                  <a:cubicBezTo>
                    <a:pt x="544" y="46"/>
                    <a:pt x="544" y="46"/>
                    <a:pt x="544" y="46"/>
                  </a:cubicBezTo>
                  <a:cubicBezTo>
                    <a:pt x="532" y="18"/>
                    <a:pt x="506" y="0"/>
                    <a:pt x="475" y="0"/>
                  </a:cubicBezTo>
                  <a:cubicBezTo>
                    <a:pt x="73" y="0"/>
                    <a:pt x="73" y="0"/>
                    <a:pt x="73" y="0"/>
                  </a:cubicBezTo>
                  <a:cubicBezTo>
                    <a:pt x="32" y="0"/>
                    <a:pt x="0" y="32"/>
                    <a:pt x="0" y="73"/>
                  </a:cubicBezTo>
                  <a:cubicBezTo>
                    <a:pt x="0" y="279"/>
                    <a:pt x="0" y="279"/>
                    <a:pt x="0" y="279"/>
                  </a:cubicBezTo>
                  <a:cubicBezTo>
                    <a:pt x="0" y="304"/>
                    <a:pt x="19" y="323"/>
                    <a:pt x="44" y="323"/>
                  </a:cubicBezTo>
                  <a:cubicBezTo>
                    <a:pt x="51" y="323"/>
                    <a:pt x="58" y="330"/>
                    <a:pt x="58" y="338"/>
                  </a:cubicBezTo>
                  <a:close/>
                  <a:moveTo>
                    <a:pt x="29" y="279"/>
                  </a:moveTo>
                  <a:lnTo>
                    <a:pt x="29" y="279"/>
                  </a:lnTo>
                  <a:cubicBezTo>
                    <a:pt x="29" y="73"/>
                    <a:pt x="29" y="73"/>
                    <a:pt x="29" y="73"/>
                  </a:cubicBezTo>
                  <a:cubicBezTo>
                    <a:pt x="29" y="48"/>
                    <a:pt x="48" y="29"/>
                    <a:pt x="73" y="29"/>
                  </a:cubicBezTo>
                  <a:cubicBezTo>
                    <a:pt x="475" y="29"/>
                    <a:pt x="475" y="29"/>
                    <a:pt x="475" y="29"/>
                  </a:cubicBezTo>
                  <a:cubicBezTo>
                    <a:pt x="493" y="29"/>
                    <a:pt x="510" y="40"/>
                    <a:pt x="517" y="57"/>
                  </a:cubicBezTo>
                  <a:cubicBezTo>
                    <a:pt x="558" y="162"/>
                    <a:pt x="558" y="162"/>
                    <a:pt x="558" y="162"/>
                  </a:cubicBezTo>
                  <a:cubicBezTo>
                    <a:pt x="517" y="267"/>
                    <a:pt x="517" y="267"/>
                    <a:pt x="517" y="267"/>
                  </a:cubicBezTo>
                  <a:cubicBezTo>
                    <a:pt x="530" y="272"/>
                    <a:pt x="530" y="272"/>
                    <a:pt x="530" y="272"/>
                  </a:cubicBezTo>
                  <a:cubicBezTo>
                    <a:pt x="517" y="267"/>
                    <a:pt x="517" y="267"/>
                    <a:pt x="517" y="267"/>
                  </a:cubicBezTo>
                  <a:cubicBezTo>
                    <a:pt x="510" y="283"/>
                    <a:pt x="493" y="294"/>
                    <a:pt x="475" y="294"/>
                  </a:cubicBezTo>
                  <a:cubicBezTo>
                    <a:pt x="250" y="294"/>
                    <a:pt x="250" y="294"/>
                    <a:pt x="250" y="294"/>
                  </a:cubicBezTo>
                  <a:cubicBezTo>
                    <a:pt x="209" y="294"/>
                    <a:pt x="177" y="327"/>
                    <a:pt x="177" y="367"/>
                  </a:cubicBezTo>
                  <a:cubicBezTo>
                    <a:pt x="177" y="486"/>
                    <a:pt x="177" y="486"/>
                    <a:pt x="177" y="486"/>
                  </a:cubicBezTo>
                  <a:cubicBezTo>
                    <a:pt x="177" y="510"/>
                    <a:pt x="196" y="530"/>
                    <a:pt x="221" y="530"/>
                  </a:cubicBezTo>
                  <a:cubicBezTo>
                    <a:pt x="279" y="530"/>
                    <a:pt x="279" y="530"/>
                    <a:pt x="279" y="530"/>
                  </a:cubicBezTo>
                  <a:cubicBezTo>
                    <a:pt x="287" y="530"/>
                    <a:pt x="294" y="536"/>
                    <a:pt x="294" y="544"/>
                  </a:cubicBezTo>
                  <a:cubicBezTo>
                    <a:pt x="294" y="604"/>
                    <a:pt x="294" y="604"/>
                    <a:pt x="294" y="604"/>
                  </a:cubicBezTo>
                  <a:cubicBezTo>
                    <a:pt x="294" y="612"/>
                    <a:pt x="287" y="617"/>
                    <a:pt x="279" y="619"/>
                  </a:cubicBezTo>
                  <a:cubicBezTo>
                    <a:pt x="102" y="619"/>
                    <a:pt x="102" y="619"/>
                    <a:pt x="102" y="619"/>
                  </a:cubicBezTo>
                  <a:cubicBezTo>
                    <a:pt x="94" y="617"/>
                    <a:pt x="88" y="612"/>
                    <a:pt x="88" y="604"/>
                  </a:cubicBezTo>
                  <a:cubicBezTo>
                    <a:pt x="88" y="515"/>
                    <a:pt x="88" y="515"/>
                    <a:pt x="88" y="515"/>
                  </a:cubicBezTo>
                  <a:cubicBezTo>
                    <a:pt x="88" y="338"/>
                    <a:pt x="88" y="338"/>
                    <a:pt x="88" y="338"/>
                  </a:cubicBezTo>
                  <a:cubicBezTo>
                    <a:pt x="88" y="314"/>
                    <a:pt x="68" y="294"/>
                    <a:pt x="44" y="294"/>
                  </a:cubicBezTo>
                  <a:cubicBezTo>
                    <a:pt x="36"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9" name="Freeform 555">
              <a:extLst>
                <a:ext uri="{FF2B5EF4-FFF2-40B4-BE49-F238E27FC236}">
                  <a16:creationId xmlns:a16="http://schemas.microsoft.com/office/drawing/2014/main" id="{739403A7-6471-E673-466B-C69DF91B4996}"/>
                </a:ext>
              </a:extLst>
            </p:cNvPr>
            <p:cNvSpPr>
              <a:spLocks noChangeArrowheads="1"/>
            </p:cNvSpPr>
            <p:nvPr/>
          </p:nvSpPr>
          <p:spPr bwMode="auto">
            <a:xfrm>
              <a:off x="69850" y="3281363"/>
              <a:ext cx="96838" cy="11112"/>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3"/>
                    <a:pt x="266" y="14"/>
                  </a:cubicBezTo>
                  <a:cubicBezTo>
                    <a:pt x="266" y="6"/>
                    <a:pt x="259" y="0"/>
                    <a:pt x="250" y="0"/>
                  </a:cubicBezTo>
                  <a:cubicBezTo>
                    <a:pt x="16" y="0"/>
                    <a:pt x="16" y="0"/>
                    <a:pt x="16" y="0"/>
                  </a:cubicBezTo>
                  <a:cubicBezTo>
                    <a:pt x="7" y="0"/>
                    <a:pt x="0" y="6"/>
                    <a:pt x="0" y="14"/>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0" name="Freeform 556">
              <a:extLst>
                <a:ext uri="{FF2B5EF4-FFF2-40B4-BE49-F238E27FC236}">
                  <a16:creationId xmlns:a16="http://schemas.microsoft.com/office/drawing/2014/main" id="{85084E84-2B0E-EFDF-098C-821EBF984362}"/>
                </a:ext>
              </a:extLst>
            </p:cNvPr>
            <p:cNvSpPr>
              <a:spLocks noChangeArrowheads="1"/>
            </p:cNvSpPr>
            <p:nvPr/>
          </p:nvSpPr>
          <p:spPr bwMode="auto">
            <a:xfrm>
              <a:off x="69850" y="3314700"/>
              <a:ext cx="96838" cy="11113"/>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2"/>
                    <a:pt x="266" y="14"/>
                  </a:cubicBezTo>
                  <a:cubicBezTo>
                    <a:pt x="266" y="5"/>
                    <a:pt x="259" y="0"/>
                    <a:pt x="250" y="0"/>
                  </a:cubicBezTo>
                  <a:cubicBezTo>
                    <a:pt x="16" y="0"/>
                    <a:pt x="16" y="0"/>
                    <a:pt x="16" y="0"/>
                  </a:cubicBezTo>
                  <a:cubicBezTo>
                    <a:pt x="7" y="0"/>
                    <a:pt x="0" y="5"/>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1" name="Group 674">
            <a:extLst>
              <a:ext uri="{FF2B5EF4-FFF2-40B4-BE49-F238E27FC236}">
                <a16:creationId xmlns:a16="http://schemas.microsoft.com/office/drawing/2014/main" id="{ECDF8AEF-12E8-BB0D-E8E0-0856E30061C7}"/>
              </a:ext>
            </a:extLst>
          </p:cNvPr>
          <p:cNvGrpSpPr/>
          <p:nvPr/>
        </p:nvGrpSpPr>
        <p:grpSpPr>
          <a:xfrm>
            <a:off x="3221558" y="2459459"/>
            <a:ext cx="255587" cy="138112"/>
            <a:chOff x="2065338" y="2782888"/>
            <a:chExt cx="255587" cy="138112"/>
          </a:xfrm>
          <a:solidFill>
            <a:schemeClr val="tx2"/>
          </a:solidFill>
        </p:grpSpPr>
        <p:sp>
          <p:nvSpPr>
            <p:cNvPr id="672" name="Freeform 557">
              <a:extLst>
                <a:ext uri="{FF2B5EF4-FFF2-40B4-BE49-F238E27FC236}">
                  <a16:creationId xmlns:a16="http://schemas.microsoft.com/office/drawing/2014/main" id="{498565E7-EA15-C1A0-68A0-E46CF721D902}"/>
                </a:ext>
              </a:extLst>
            </p:cNvPr>
            <p:cNvSpPr>
              <a:spLocks noChangeArrowheads="1"/>
            </p:cNvSpPr>
            <p:nvPr/>
          </p:nvSpPr>
          <p:spPr bwMode="auto">
            <a:xfrm>
              <a:off x="2065338" y="2782888"/>
              <a:ext cx="255587" cy="138112"/>
            </a:xfrm>
            <a:custGeom>
              <a:avLst/>
              <a:gdLst>
                <a:gd name="T0" fmla="*/ 0 w 709"/>
                <a:gd name="T1" fmla="*/ 339 h 384"/>
                <a:gd name="T2" fmla="*/ 0 w 709"/>
                <a:gd name="T3" fmla="*/ 339 h 384"/>
                <a:gd name="T4" fmla="*/ 45 w 709"/>
                <a:gd name="T5" fmla="*/ 383 h 384"/>
                <a:gd name="T6" fmla="*/ 103 w 709"/>
                <a:gd name="T7" fmla="*/ 383 h 384"/>
                <a:gd name="T8" fmla="*/ 114 w 709"/>
                <a:gd name="T9" fmla="*/ 379 h 384"/>
                <a:gd name="T10" fmla="*/ 118 w 709"/>
                <a:gd name="T11" fmla="*/ 369 h 384"/>
                <a:gd name="T12" fmla="*/ 130 w 709"/>
                <a:gd name="T13" fmla="*/ 337 h 384"/>
                <a:gd name="T14" fmla="*/ 162 w 709"/>
                <a:gd name="T15" fmla="*/ 325 h 384"/>
                <a:gd name="T16" fmla="*/ 194 w 709"/>
                <a:gd name="T17" fmla="*/ 337 h 384"/>
                <a:gd name="T18" fmla="*/ 206 w 709"/>
                <a:gd name="T19" fmla="*/ 369 h 384"/>
                <a:gd name="T20" fmla="*/ 210 w 709"/>
                <a:gd name="T21" fmla="*/ 379 h 384"/>
                <a:gd name="T22" fmla="*/ 221 w 709"/>
                <a:gd name="T23" fmla="*/ 383 h 384"/>
                <a:gd name="T24" fmla="*/ 663 w 709"/>
                <a:gd name="T25" fmla="*/ 383 h 384"/>
                <a:gd name="T26" fmla="*/ 708 w 709"/>
                <a:gd name="T27" fmla="*/ 339 h 384"/>
                <a:gd name="T28" fmla="*/ 708 w 709"/>
                <a:gd name="T29" fmla="*/ 44 h 384"/>
                <a:gd name="T30" fmla="*/ 663 w 709"/>
                <a:gd name="T31" fmla="*/ 0 h 384"/>
                <a:gd name="T32" fmla="*/ 221 w 709"/>
                <a:gd name="T33" fmla="*/ 0 h 384"/>
                <a:gd name="T34" fmla="*/ 210 w 709"/>
                <a:gd name="T35" fmla="*/ 4 h 384"/>
                <a:gd name="T36" fmla="*/ 206 w 709"/>
                <a:gd name="T37" fmla="*/ 15 h 384"/>
                <a:gd name="T38" fmla="*/ 194 w 709"/>
                <a:gd name="T39" fmla="*/ 46 h 384"/>
                <a:gd name="T40" fmla="*/ 162 w 709"/>
                <a:gd name="T41" fmla="*/ 60 h 384"/>
                <a:gd name="T42" fmla="*/ 130 w 709"/>
                <a:gd name="T43" fmla="*/ 46 h 384"/>
                <a:gd name="T44" fmla="*/ 118 w 709"/>
                <a:gd name="T45" fmla="*/ 15 h 384"/>
                <a:gd name="T46" fmla="*/ 114 w 709"/>
                <a:gd name="T47" fmla="*/ 4 h 384"/>
                <a:gd name="T48" fmla="*/ 103 w 709"/>
                <a:gd name="T49" fmla="*/ 0 h 384"/>
                <a:gd name="T50" fmla="*/ 45 w 709"/>
                <a:gd name="T51" fmla="*/ 0 h 384"/>
                <a:gd name="T52" fmla="*/ 0 w 709"/>
                <a:gd name="T53" fmla="*/ 44 h 384"/>
                <a:gd name="T54" fmla="*/ 0 w 709"/>
                <a:gd name="T55" fmla="*/ 339 h 384"/>
                <a:gd name="T56" fmla="*/ 29 w 709"/>
                <a:gd name="T57" fmla="*/ 44 h 384"/>
                <a:gd name="T58" fmla="*/ 29 w 709"/>
                <a:gd name="T59" fmla="*/ 44 h 384"/>
                <a:gd name="T60" fmla="*/ 45 w 709"/>
                <a:gd name="T61" fmla="*/ 29 h 384"/>
                <a:gd name="T62" fmla="*/ 90 w 709"/>
                <a:gd name="T63" fmla="*/ 29 h 384"/>
                <a:gd name="T64" fmla="*/ 162 w 709"/>
                <a:gd name="T65" fmla="*/ 89 h 384"/>
                <a:gd name="T66" fmla="*/ 234 w 709"/>
                <a:gd name="T67" fmla="*/ 29 h 384"/>
                <a:gd name="T68" fmla="*/ 663 w 709"/>
                <a:gd name="T69" fmla="*/ 29 h 384"/>
                <a:gd name="T70" fmla="*/ 677 w 709"/>
                <a:gd name="T71" fmla="*/ 44 h 384"/>
                <a:gd name="T72" fmla="*/ 677 w 709"/>
                <a:gd name="T73" fmla="*/ 339 h 384"/>
                <a:gd name="T74" fmla="*/ 663 w 709"/>
                <a:gd name="T75" fmla="*/ 354 h 384"/>
                <a:gd name="T76" fmla="*/ 234 w 709"/>
                <a:gd name="T77" fmla="*/ 354 h 384"/>
                <a:gd name="T78" fmla="*/ 162 w 709"/>
                <a:gd name="T79" fmla="*/ 294 h 384"/>
                <a:gd name="T80" fmla="*/ 90 w 709"/>
                <a:gd name="T81" fmla="*/ 354 h 384"/>
                <a:gd name="T82" fmla="*/ 45 w 709"/>
                <a:gd name="T83" fmla="*/ 354 h 384"/>
                <a:gd name="T84" fmla="*/ 29 w 709"/>
                <a:gd name="T85" fmla="*/ 339 h 384"/>
                <a:gd name="T86" fmla="*/ 29 w 709"/>
                <a:gd name="T87" fmla="*/ 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384">
                  <a:moveTo>
                    <a:pt x="0" y="339"/>
                  </a:moveTo>
                  <a:lnTo>
                    <a:pt x="0" y="339"/>
                  </a:lnTo>
                  <a:cubicBezTo>
                    <a:pt x="0" y="363"/>
                    <a:pt x="20" y="383"/>
                    <a:pt x="45" y="383"/>
                  </a:cubicBezTo>
                  <a:cubicBezTo>
                    <a:pt x="103" y="383"/>
                    <a:pt x="103" y="383"/>
                    <a:pt x="103" y="383"/>
                  </a:cubicBezTo>
                  <a:cubicBezTo>
                    <a:pt x="107" y="383"/>
                    <a:pt x="111" y="381"/>
                    <a:pt x="114" y="379"/>
                  </a:cubicBezTo>
                  <a:cubicBezTo>
                    <a:pt x="116" y="376"/>
                    <a:pt x="118" y="372"/>
                    <a:pt x="118" y="369"/>
                  </a:cubicBezTo>
                  <a:cubicBezTo>
                    <a:pt x="118" y="357"/>
                    <a:pt x="122" y="345"/>
                    <a:pt x="130" y="337"/>
                  </a:cubicBezTo>
                  <a:cubicBezTo>
                    <a:pt x="139" y="329"/>
                    <a:pt x="150" y="325"/>
                    <a:pt x="162" y="325"/>
                  </a:cubicBezTo>
                  <a:cubicBezTo>
                    <a:pt x="175" y="325"/>
                    <a:pt x="186" y="329"/>
                    <a:pt x="194" y="337"/>
                  </a:cubicBezTo>
                  <a:cubicBezTo>
                    <a:pt x="201" y="345"/>
                    <a:pt x="206" y="357"/>
                    <a:pt x="206" y="369"/>
                  </a:cubicBezTo>
                  <a:cubicBezTo>
                    <a:pt x="206" y="372"/>
                    <a:pt x="208" y="376"/>
                    <a:pt x="210" y="379"/>
                  </a:cubicBezTo>
                  <a:cubicBezTo>
                    <a:pt x="213" y="381"/>
                    <a:pt x="217" y="383"/>
                    <a:pt x="221" y="383"/>
                  </a:cubicBezTo>
                  <a:cubicBezTo>
                    <a:pt x="663" y="383"/>
                    <a:pt x="663" y="383"/>
                    <a:pt x="663" y="383"/>
                  </a:cubicBezTo>
                  <a:cubicBezTo>
                    <a:pt x="687" y="383"/>
                    <a:pt x="708" y="363"/>
                    <a:pt x="708" y="339"/>
                  </a:cubicBezTo>
                  <a:cubicBezTo>
                    <a:pt x="708" y="44"/>
                    <a:pt x="708" y="44"/>
                    <a:pt x="708" y="44"/>
                  </a:cubicBezTo>
                  <a:cubicBezTo>
                    <a:pt x="708" y="19"/>
                    <a:pt x="687" y="0"/>
                    <a:pt x="663" y="0"/>
                  </a:cubicBezTo>
                  <a:cubicBezTo>
                    <a:pt x="221" y="0"/>
                    <a:pt x="221" y="0"/>
                    <a:pt x="221" y="0"/>
                  </a:cubicBezTo>
                  <a:cubicBezTo>
                    <a:pt x="217" y="0"/>
                    <a:pt x="213" y="2"/>
                    <a:pt x="210" y="4"/>
                  </a:cubicBezTo>
                  <a:cubicBezTo>
                    <a:pt x="208" y="7"/>
                    <a:pt x="206" y="11"/>
                    <a:pt x="206" y="15"/>
                  </a:cubicBezTo>
                  <a:cubicBezTo>
                    <a:pt x="206" y="26"/>
                    <a:pt x="201" y="37"/>
                    <a:pt x="194" y="46"/>
                  </a:cubicBezTo>
                  <a:cubicBezTo>
                    <a:pt x="186" y="54"/>
                    <a:pt x="175" y="60"/>
                    <a:pt x="162" y="60"/>
                  </a:cubicBezTo>
                  <a:cubicBezTo>
                    <a:pt x="150" y="60"/>
                    <a:pt x="139" y="54"/>
                    <a:pt x="130" y="46"/>
                  </a:cubicBezTo>
                  <a:cubicBezTo>
                    <a:pt x="122" y="37"/>
                    <a:pt x="118" y="26"/>
                    <a:pt x="118" y="15"/>
                  </a:cubicBezTo>
                  <a:cubicBezTo>
                    <a:pt x="118" y="11"/>
                    <a:pt x="116" y="7"/>
                    <a:pt x="114" y="4"/>
                  </a:cubicBezTo>
                  <a:cubicBezTo>
                    <a:pt x="111" y="2"/>
                    <a:pt x="107" y="0"/>
                    <a:pt x="103" y="0"/>
                  </a:cubicBezTo>
                  <a:cubicBezTo>
                    <a:pt x="45" y="0"/>
                    <a:pt x="45" y="0"/>
                    <a:pt x="45" y="0"/>
                  </a:cubicBezTo>
                  <a:cubicBezTo>
                    <a:pt x="20" y="0"/>
                    <a:pt x="0" y="19"/>
                    <a:pt x="0" y="44"/>
                  </a:cubicBezTo>
                  <a:lnTo>
                    <a:pt x="0" y="339"/>
                  </a:lnTo>
                  <a:close/>
                  <a:moveTo>
                    <a:pt x="29" y="44"/>
                  </a:moveTo>
                  <a:lnTo>
                    <a:pt x="29" y="44"/>
                  </a:lnTo>
                  <a:cubicBezTo>
                    <a:pt x="29" y="36"/>
                    <a:pt x="36" y="29"/>
                    <a:pt x="45" y="29"/>
                  </a:cubicBezTo>
                  <a:cubicBezTo>
                    <a:pt x="90" y="29"/>
                    <a:pt x="90" y="29"/>
                    <a:pt x="90" y="29"/>
                  </a:cubicBezTo>
                  <a:cubicBezTo>
                    <a:pt x="97" y="62"/>
                    <a:pt x="126" y="89"/>
                    <a:pt x="162" y="89"/>
                  </a:cubicBezTo>
                  <a:cubicBezTo>
                    <a:pt x="198" y="89"/>
                    <a:pt x="227" y="62"/>
                    <a:pt x="234" y="29"/>
                  </a:cubicBezTo>
                  <a:cubicBezTo>
                    <a:pt x="663" y="29"/>
                    <a:pt x="663" y="29"/>
                    <a:pt x="663" y="29"/>
                  </a:cubicBezTo>
                  <a:cubicBezTo>
                    <a:pt x="670" y="29"/>
                    <a:pt x="677" y="36"/>
                    <a:pt x="677" y="44"/>
                  </a:cubicBezTo>
                  <a:cubicBezTo>
                    <a:pt x="677" y="339"/>
                    <a:pt x="677" y="339"/>
                    <a:pt x="677" y="339"/>
                  </a:cubicBezTo>
                  <a:cubicBezTo>
                    <a:pt x="677" y="347"/>
                    <a:pt x="670" y="354"/>
                    <a:pt x="663" y="354"/>
                  </a:cubicBezTo>
                  <a:cubicBezTo>
                    <a:pt x="234" y="354"/>
                    <a:pt x="234" y="354"/>
                    <a:pt x="234" y="354"/>
                  </a:cubicBezTo>
                  <a:cubicBezTo>
                    <a:pt x="227" y="321"/>
                    <a:pt x="198" y="294"/>
                    <a:pt x="162" y="294"/>
                  </a:cubicBezTo>
                  <a:cubicBezTo>
                    <a:pt x="126" y="294"/>
                    <a:pt x="97" y="321"/>
                    <a:pt x="90" y="354"/>
                  </a:cubicBezTo>
                  <a:cubicBezTo>
                    <a:pt x="45" y="354"/>
                    <a:pt x="45" y="354"/>
                    <a:pt x="45" y="354"/>
                  </a:cubicBezTo>
                  <a:cubicBezTo>
                    <a:pt x="36" y="354"/>
                    <a:pt x="29" y="347"/>
                    <a:pt x="29" y="33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3" name="Freeform 558">
              <a:extLst>
                <a:ext uri="{FF2B5EF4-FFF2-40B4-BE49-F238E27FC236}">
                  <a16:creationId xmlns:a16="http://schemas.microsoft.com/office/drawing/2014/main" id="{AA72C776-99C0-7437-ADB3-5FEEC0C14447}"/>
                </a:ext>
              </a:extLst>
            </p:cNvPr>
            <p:cNvSpPr>
              <a:spLocks noChangeArrowheads="1"/>
            </p:cNvSpPr>
            <p:nvPr/>
          </p:nvSpPr>
          <p:spPr bwMode="auto">
            <a:xfrm>
              <a:off x="2117725" y="285750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7"/>
                    <a:pt x="23" y="0"/>
                    <a:pt x="15" y="0"/>
                  </a:cubicBezTo>
                  <a:cubicBezTo>
                    <a:pt x="7" y="0"/>
                    <a:pt x="0" y="7"/>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4" name="Freeform 559">
              <a:extLst>
                <a:ext uri="{FF2B5EF4-FFF2-40B4-BE49-F238E27FC236}">
                  <a16:creationId xmlns:a16="http://schemas.microsoft.com/office/drawing/2014/main" id="{271CB5F3-B165-66CC-7E68-550C11C4525B}"/>
                </a:ext>
              </a:extLst>
            </p:cNvPr>
            <p:cNvSpPr>
              <a:spLocks noChangeArrowheads="1"/>
            </p:cNvSpPr>
            <p:nvPr/>
          </p:nvSpPr>
          <p:spPr bwMode="auto">
            <a:xfrm>
              <a:off x="2117725" y="282575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6"/>
                    <a:pt x="23" y="0"/>
                    <a:pt x="15" y="0"/>
                  </a:cubicBezTo>
                  <a:cubicBezTo>
                    <a:pt x="7" y="0"/>
                    <a:pt x="0" y="6"/>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5" name="Freeform 560">
              <a:extLst>
                <a:ext uri="{FF2B5EF4-FFF2-40B4-BE49-F238E27FC236}">
                  <a16:creationId xmlns:a16="http://schemas.microsoft.com/office/drawing/2014/main" id="{F4491D95-B6A2-2776-3B70-3A6065B5BD3C}"/>
                </a:ext>
              </a:extLst>
            </p:cNvPr>
            <p:cNvSpPr>
              <a:spLocks noChangeArrowheads="1"/>
            </p:cNvSpPr>
            <p:nvPr/>
          </p:nvSpPr>
          <p:spPr bwMode="auto">
            <a:xfrm>
              <a:off x="2170113" y="2825750"/>
              <a:ext cx="117475" cy="11113"/>
            </a:xfrm>
            <a:custGeom>
              <a:avLst/>
              <a:gdLst>
                <a:gd name="T0" fmla="*/ 15 w 325"/>
                <a:gd name="T1" fmla="*/ 30 h 31"/>
                <a:gd name="T2" fmla="*/ 15 w 325"/>
                <a:gd name="T3" fmla="*/ 30 h 31"/>
                <a:gd name="T4" fmla="*/ 309 w 325"/>
                <a:gd name="T5" fmla="*/ 30 h 31"/>
                <a:gd name="T6" fmla="*/ 324 w 325"/>
                <a:gd name="T7" fmla="*/ 15 h 31"/>
                <a:gd name="T8" fmla="*/ 309 w 325"/>
                <a:gd name="T9" fmla="*/ 0 h 31"/>
                <a:gd name="T10" fmla="*/ 15 w 325"/>
                <a:gd name="T11" fmla="*/ 0 h 31"/>
                <a:gd name="T12" fmla="*/ 0 w 325"/>
                <a:gd name="T13" fmla="*/ 15 h 31"/>
                <a:gd name="T14" fmla="*/ 15 w 325"/>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1">
                  <a:moveTo>
                    <a:pt x="15" y="30"/>
                  </a:moveTo>
                  <a:lnTo>
                    <a:pt x="15" y="30"/>
                  </a:lnTo>
                  <a:cubicBezTo>
                    <a:pt x="309" y="30"/>
                    <a:pt x="309" y="30"/>
                    <a:pt x="309" y="30"/>
                  </a:cubicBezTo>
                  <a:cubicBezTo>
                    <a:pt x="317" y="30"/>
                    <a:pt x="324" y="23"/>
                    <a:pt x="324" y="15"/>
                  </a:cubicBezTo>
                  <a:cubicBezTo>
                    <a:pt x="324" y="6"/>
                    <a:pt x="317" y="0"/>
                    <a:pt x="309" y="0"/>
                  </a:cubicBezTo>
                  <a:cubicBezTo>
                    <a:pt x="15" y="0"/>
                    <a:pt x="15" y="0"/>
                    <a:pt x="15" y="0"/>
                  </a:cubicBezTo>
                  <a:cubicBezTo>
                    <a:pt x="7" y="0"/>
                    <a:pt x="0" y="6"/>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6" name="Freeform 561">
              <a:extLst>
                <a:ext uri="{FF2B5EF4-FFF2-40B4-BE49-F238E27FC236}">
                  <a16:creationId xmlns:a16="http://schemas.microsoft.com/office/drawing/2014/main" id="{27093365-A060-91FB-E610-DCAB9F7F5DFC}"/>
                </a:ext>
              </a:extLst>
            </p:cNvPr>
            <p:cNvSpPr>
              <a:spLocks noChangeArrowheads="1"/>
            </p:cNvSpPr>
            <p:nvPr/>
          </p:nvSpPr>
          <p:spPr bwMode="auto">
            <a:xfrm>
              <a:off x="2170113" y="2868613"/>
              <a:ext cx="117475" cy="11112"/>
            </a:xfrm>
            <a:custGeom>
              <a:avLst/>
              <a:gdLst>
                <a:gd name="T0" fmla="*/ 15 w 325"/>
                <a:gd name="T1" fmla="*/ 29 h 30"/>
                <a:gd name="T2" fmla="*/ 15 w 325"/>
                <a:gd name="T3" fmla="*/ 29 h 30"/>
                <a:gd name="T4" fmla="*/ 309 w 325"/>
                <a:gd name="T5" fmla="*/ 29 h 30"/>
                <a:gd name="T6" fmla="*/ 324 w 325"/>
                <a:gd name="T7" fmla="*/ 14 h 30"/>
                <a:gd name="T8" fmla="*/ 309 w 325"/>
                <a:gd name="T9" fmla="*/ 0 h 30"/>
                <a:gd name="T10" fmla="*/ 15 w 325"/>
                <a:gd name="T11" fmla="*/ 0 h 30"/>
                <a:gd name="T12" fmla="*/ 0 w 325"/>
                <a:gd name="T13" fmla="*/ 14 h 30"/>
                <a:gd name="T14" fmla="*/ 15 w 32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15" y="29"/>
                  </a:moveTo>
                  <a:lnTo>
                    <a:pt x="15" y="29"/>
                  </a:lnTo>
                  <a:cubicBezTo>
                    <a:pt x="309" y="29"/>
                    <a:pt x="309" y="29"/>
                    <a:pt x="309" y="29"/>
                  </a:cubicBezTo>
                  <a:cubicBezTo>
                    <a:pt x="317" y="29"/>
                    <a:pt x="324" y="22"/>
                    <a:pt x="324" y="14"/>
                  </a:cubicBezTo>
                  <a:cubicBezTo>
                    <a:pt x="324" y="6"/>
                    <a:pt x="317" y="0"/>
                    <a:pt x="309"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7" name="Group 680">
            <a:extLst>
              <a:ext uri="{FF2B5EF4-FFF2-40B4-BE49-F238E27FC236}">
                <a16:creationId xmlns:a16="http://schemas.microsoft.com/office/drawing/2014/main" id="{7555BFAF-421F-7BB8-013F-65147228A55B}"/>
              </a:ext>
            </a:extLst>
          </p:cNvPr>
          <p:cNvGrpSpPr/>
          <p:nvPr/>
        </p:nvGrpSpPr>
        <p:grpSpPr>
          <a:xfrm>
            <a:off x="2684983" y="2888084"/>
            <a:ext cx="250825" cy="246062"/>
            <a:chOff x="1528763" y="3236913"/>
            <a:chExt cx="250825" cy="246062"/>
          </a:xfrm>
          <a:solidFill>
            <a:schemeClr val="tx2"/>
          </a:solidFill>
        </p:grpSpPr>
        <p:sp>
          <p:nvSpPr>
            <p:cNvPr id="678" name="Freeform 562">
              <a:extLst>
                <a:ext uri="{FF2B5EF4-FFF2-40B4-BE49-F238E27FC236}">
                  <a16:creationId xmlns:a16="http://schemas.microsoft.com/office/drawing/2014/main" id="{14E67CBD-7BD9-4555-3FB6-A22C8E731706}"/>
                </a:ext>
              </a:extLst>
            </p:cNvPr>
            <p:cNvSpPr>
              <a:spLocks noChangeArrowheads="1"/>
            </p:cNvSpPr>
            <p:nvPr/>
          </p:nvSpPr>
          <p:spPr bwMode="auto">
            <a:xfrm>
              <a:off x="1546225" y="33575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9" name="Freeform 563">
              <a:extLst>
                <a:ext uri="{FF2B5EF4-FFF2-40B4-BE49-F238E27FC236}">
                  <a16:creationId xmlns:a16="http://schemas.microsoft.com/office/drawing/2014/main" id="{C0C47D3D-84D5-BA16-8CD5-596471E47BBC}"/>
                </a:ext>
              </a:extLst>
            </p:cNvPr>
            <p:cNvSpPr>
              <a:spLocks noChangeArrowheads="1"/>
            </p:cNvSpPr>
            <p:nvPr/>
          </p:nvSpPr>
          <p:spPr bwMode="auto">
            <a:xfrm>
              <a:off x="1528763" y="3236913"/>
              <a:ext cx="250825" cy="246062"/>
            </a:xfrm>
            <a:custGeom>
              <a:avLst/>
              <a:gdLst>
                <a:gd name="T0" fmla="*/ 317 w 695"/>
                <a:gd name="T1" fmla="*/ 674 h 682"/>
                <a:gd name="T2" fmla="*/ 694 w 695"/>
                <a:gd name="T3" fmla="*/ 507 h 682"/>
                <a:gd name="T4" fmla="*/ 618 w 695"/>
                <a:gd name="T5" fmla="*/ 169 h 682"/>
                <a:gd name="T6" fmla="*/ 488 w 695"/>
                <a:gd name="T7" fmla="*/ 153 h 682"/>
                <a:gd name="T8" fmla="*/ 556 w 695"/>
                <a:gd name="T9" fmla="*/ 79 h 682"/>
                <a:gd name="T10" fmla="*/ 508 w 695"/>
                <a:gd name="T11" fmla="*/ 8 h 682"/>
                <a:gd name="T12" fmla="*/ 428 w 695"/>
                <a:gd name="T13" fmla="*/ 25 h 682"/>
                <a:gd name="T14" fmla="*/ 428 w 695"/>
                <a:gd name="T15" fmla="*/ 25 h 682"/>
                <a:gd name="T16" fmla="*/ 390 w 695"/>
                <a:gd name="T17" fmla="*/ 61 h 682"/>
                <a:gd name="T18" fmla="*/ 287 w 695"/>
                <a:gd name="T19" fmla="*/ 8 h 682"/>
                <a:gd name="T20" fmla="*/ 240 w 695"/>
                <a:gd name="T21" fmla="*/ 79 h 682"/>
                <a:gd name="T22" fmla="*/ 302 w 695"/>
                <a:gd name="T23" fmla="*/ 152 h 682"/>
                <a:gd name="T24" fmla="*/ 180 w 695"/>
                <a:gd name="T25" fmla="*/ 158 h 682"/>
                <a:gd name="T26" fmla="*/ 48 w 695"/>
                <a:gd name="T27" fmla="*/ 332 h 682"/>
                <a:gd name="T28" fmla="*/ 0 w 695"/>
                <a:gd name="T29" fmla="*/ 376 h 682"/>
                <a:gd name="T30" fmla="*/ 26 w 695"/>
                <a:gd name="T31" fmla="*/ 575 h 682"/>
                <a:gd name="T32" fmla="*/ 589 w 695"/>
                <a:gd name="T33" fmla="*/ 449 h 682"/>
                <a:gd name="T34" fmla="*/ 440 w 695"/>
                <a:gd name="T35" fmla="*/ 500 h 682"/>
                <a:gd name="T36" fmla="*/ 589 w 695"/>
                <a:gd name="T37" fmla="*/ 182 h 682"/>
                <a:gd name="T38" fmla="*/ 432 w 695"/>
                <a:gd name="T39" fmla="*/ 71 h 682"/>
                <a:gd name="T40" fmla="*/ 447 w 695"/>
                <a:gd name="T41" fmla="*/ 46 h 682"/>
                <a:gd name="T42" fmla="*/ 511 w 695"/>
                <a:gd name="T43" fmla="*/ 47 h 682"/>
                <a:gd name="T44" fmla="*/ 509 w 695"/>
                <a:gd name="T45" fmla="*/ 109 h 682"/>
                <a:gd name="T46" fmla="*/ 418 w 695"/>
                <a:gd name="T47" fmla="*/ 137 h 682"/>
                <a:gd name="T48" fmla="*/ 287 w 695"/>
                <a:gd name="T49" fmla="*/ 109 h 682"/>
                <a:gd name="T50" fmla="*/ 273 w 695"/>
                <a:gd name="T51" fmla="*/ 64 h 682"/>
                <a:gd name="T52" fmla="*/ 317 w 695"/>
                <a:gd name="T53" fmla="*/ 31 h 682"/>
                <a:gd name="T54" fmla="*/ 364 w 695"/>
                <a:gd name="T55" fmla="*/ 72 h 682"/>
                <a:gd name="T56" fmla="*/ 348 w 695"/>
                <a:gd name="T57" fmla="*/ 133 h 682"/>
                <a:gd name="T58" fmla="*/ 383 w 695"/>
                <a:gd name="T59" fmla="*/ 182 h 682"/>
                <a:gd name="T60" fmla="*/ 320 w 695"/>
                <a:gd name="T61" fmla="*/ 390 h 682"/>
                <a:gd name="T62" fmla="*/ 383 w 695"/>
                <a:gd name="T63" fmla="*/ 182 h 682"/>
                <a:gd name="T64" fmla="*/ 30 w 695"/>
                <a:gd name="T65" fmla="*/ 376 h 682"/>
                <a:gd name="T66" fmla="*/ 45 w 695"/>
                <a:gd name="T67" fmla="*/ 361 h 682"/>
                <a:gd name="T68" fmla="*/ 186 w 695"/>
                <a:gd name="T69" fmla="*/ 417 h 682"/>
                <a:gd name="T70" fmla="*/ 191 w 695"/>
                <a:gd name="T71" fmla="*/ 419 h 682"/>
                <a:gd name="T72" fmla="*/ 389 w 695"/>
                <a:gd name="T73" fmla="*/ 448 h 682"/>
                <a:gd name="T74" fmla="*/ 176 w 695"/>
                <a:gd name="T75" fmla="*/ 522 h 682"/>
                <a:gd name="T76" fmla="*/ 428 w 695"/>
                <a:gd name="T77" fmla="*/ 536 h 682"/>
                <a:gd name="T78" fmla="*/ 433 w 695"/>
                <a:gd name="T79" fmla="*/ 535 h 682"/>
                <a:gd name="T80" fmla="*/ 528 w 695"/>
                <a:gd name="T81" fmla="*/ 499 h 682"/>
                <a:gd name="T82" fmla="*/ 660 w 695"/>
                <a:gd name="T83" fmla="*/ 496 h 682"/>
                <a:gd name="T84" fmla="*/ 656 w 695"/>
                <a:gd name="T85" fmla="*/ 521 h 682"/>
                <a:gd name="T86" fmla="*/ 241 w 695"/>
                <a:gd name="T87" fmla="*/ 642 h 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5" h="682">
                  <a:moveTo>
                    <a:pt x="279" y="681"/>
                  </a:moveTo>
                  <a:lnTo>
                    <a:pt x="279" y="681"/>
                  </a:lnTo>
                  <a:cubicBezTo>
                    <a:pt x="291" y="681"/>
                    <a:pt x="305" y="678"/>
                    <a:pt x="317" y="674"/>
                  </a:cubicBezTo>
                  <a:cubicBezTo>
                    <a:pt x="665" y="548"/>
                    <a:pt x="665" y="548"/>
                    <a:pt x="665" y="548"/>
                  </a:cubicBezTo>
                  <a:cubicBezTo>
                    <a:pt x="675" y="546"/>
                    <a:pt x="682" y="539"/>
                    <a:pt x="687" y="532"/>
                  </a:cubicBezTo>
                  <a:cubicBezTo>
                    <a:pt x="692" y="524"/>
                    <a:pt x="694" y="515"/>
                    <a:pt x="694" y="507"/>
                  </a:cubicBezTo>
                  <a:cubicBezTo>
                    <a:pt x="694" y="495"/>
                    <a:pt x="690" y="482"/>
                    <a:pt x="679" y="474"/>
                  </a:cubicBezTo>
                  <a:cubicBezTo>
                    <a:pt x="668" y="463"/>
                    <a:pt x="647" y="449"/>
                    <a:pt x="618" y="446"/>
                  </a:cubicBezTo>
                  <a:cubicBezTo>
                    <a:pt x="618" y="169"/>
                    <a:pt x="618" y="169"/>
                    <a:pt x="618" y="169"/>
                  </a:cubicBezTo>
                  <a:cubicBezTo>
                    <a:pt x="618" y="165"/>
                    <a:pt x="617" y="160"/>
                    <a:pt x="614" y="158"/>
                  </a:cubicBezTo>
                  <a:cubicBezTo>
                    <a:pt x="611" y="155"/>
                    <a:pt x="607" y="153"/>
                    <a:pt x="604" y="153"/>
                  </a:cubicBezTo>
                  <a:cubicBezTo>
                    <a:pt x="488" y="153"/>
                    <a:pt x="488" y="153"/>
                    <a:pt x="488" y="153"/>
                  </a:cubicBezTo>
                  <a:cubicBezTo>
                    <a:pt x="490" y="153"/>
                    <a:pt x="491" y="152"/>
                    <a:pt x="493" y="152"/>
                  </a:cubicBezTo>
                  <a:cubicBezTo>
                    <a:pt x="506" y="148"/>
                    <a:pt x="519" y="141"/>
                    <a:pt x="530" y="131"/>
                  </a:cubicBezTo>
                  <a:cubicBezTo>
                    <a:pt x="546" y="115"/>
                    <a:pt x="556" y="97"/>
                    <a:pt x="556" y="79"/>
                  </a:cubicBezTo>
                  <a:cubicBezTo>
                    <a:pt x="556" y="68"/>
                    <a:pt x="553" y="58"/>
                    <a:pt x="548" y="50"/>
                  </a:cubicBezTo>
                  <a:cubicBezTo>
                    <a:pt x="544" y="42"/>
                    <a:pt x="538" y="33"/>
                    <a:pt x="531" y="26"/>
                  </a:cubicBezTo>
                  <a:cubicBezTo>
                    <a:pt x="524" y="19"/>
                    <a:pt x="516" y="13"/>
                    <a:pt x="508" y="8"/>
                  </a:cubicBezTo>
                  <a:cubicBezTo>
                    <a:pt x="500" y="4"/>
                    <a:pt x="490" y="0"/>
                    <a:pt x="479" y="0"/>
                  </a:cubicBezTo>
                  <a:cubicBezTo>
                    <a:pt x="461" y="0"/>
                    <a:pt x="444" y="8"/>
                    <a:pt x="428" y="25"/>
                  </a:cubicBezTo>
                  <a:lnTo>
                    <a:pt x="428" y="25"/>
                  </a:lnTo>
                  <a:lnTo>
                    <a:pt x="428" y="25"/>
                  </a:lnTo>
                  <a:lnTo>
                    <a:pt x="428" y="25"/>
                  </a:lnTo>
                  <a:lnTo>
                    <a:pt x="428" y="25"/>
                  </a:lnTo>
                  <a:cubicBezTo>
                    <a:pt x="417" y="35"/>
                    <a:pt x="410" y="48"/>
                    <a:pt x="404" y="61"/>
                  </a:cubicBezTo>
                  <a:cubicBezTo>
                    <a:pt x="401" y="68"/>
                    <a:pt x="400" y="75"/>
                    <a:pt x="397" y="82"/>
                  </a:cubicBezTo>
                  <a:cubicBezTo>
                    <a:pt x="396" y="75"/>
                    <a:pt x="393" y="68"/>
                    <a:pt x="390" y="61"/>
                  </a:cubicBezTo>
                  <a:cubicBezTo>
                    <a:pt x="386" y="48"/>
                    <a:pt x="378" y="35"/>
                    <a:pt x="368" y="25"/>
                  </a:cubicBezTo>
                  <a:cubicBezTo>
                    <a:pt x="352" y="8"/>
                    <a:pt x="334" y="0"/>
                    <a:pt x="317" y="0"/>
                  </a:cubicBezTo>
                  <a:cubicBezTo>
                    <a:pt x="306" y="0"/>
                    <a:pt x="296" y="4"/>
                    <a:pt x="287" y="8"/>
                  </a:cubicBezTo>
                  <a:cubicBezTo>
                    <a:pt x="279" y="13"/>
                    <a:pt x="272" y="19"/>
                    <a:pt x="263" y="26"/>
                  </a:cubicBezTo>
                  <a:cubicBezTo>
                    <a:pt x="258" y="33"/>
                    <a:pt x="251" y="42"/>
                    <a:pt x="247" y="50"/>
                  </a:cubicBezTo>
                  <a:cubicBezTo>
                    <a:pt x="243" y="58"/>
                    <a:pt x="240" y="68"/>
                    <a:pt x="240" y="79"/>
                  </a:cubicBezTo>
                  <a:cubicBezTo>
                    <a:pt x="240" y="97"/>
                    <a:pt x="248" y="115"/>
                    <a:pt x="266" y="131"/>
                  </a:cubicBezTo>
                  <a:lnTo>
                    <a:pt x="266" y="131"/>
                  </a:lnTo>
                  <a:cubicBezTo>
                    <a:pt x="276" y="141"/>
                    <a:pt x="290" y="148"/>
                    <a:pt x="302" y="152"/>
                  </a:cubicBezTo>
                  <a:cubicBezTo>
                    <a:pt x="303" y="152"/>
                    <a:pt x="305" y="153"/>
                    <a:pt x="306" y="153"/>
                  </a:cubicBezTo>
                  <a:cubicBezTo>
                    <a:pt x="191" y="153"/>
                    <a:pt x="191" y="153"/>
                    <a:pt x="191" y="153"/>
                  </a:cubicBezTo>
                  <a:cubicBezTo>
                    <a:pt x="187" y="153"/>
                    <a:pt x="183" y="155"/>
                    <a:pt x="180" y="158"/>
                  </a:cubicBezTo>
                  <a:cubicBezTo>
                    <a:pt x="178" y="160"/>
                    <a:pt x="176" y="165"/>
                    <a:pt x="176" y="169"/>
                  </a:cubicBezTo>
                  <a:cubicBezTo>
                    <a:pt x="176" y="377"/>
                    <a:pt x="176" y="377"/>
                    <a:pt x="176" y="377"/>
                  </a:cubicBezTo>
                  <a:cubicBezTo>
                    <a:pt x="122" y="344"/>
                    <a:pt x="80" y="334"/>
                    <a:pt x="48" y="332"/>
                  </a:cubicBezTo>
                  <a:cubicBezTo>
                    <a:pt x="46" y="332"/>
                    <a:pt x="45" y="332"/>
                    <a:pt x="44" y="332"/>
                  </a:cubicBezTo>
                  <a:cubicBezTo>
                    <a:pt x="33" y="332"/>
                    <a:pt x="22" y="336"/>
                    <a:pt x="13" y="344"/>
                  </a:cubicBezTo>
                  <a:cubicBezTo>
                    <a:pt x="5" y="352"/>
                    <a:pt x="0" y="363"/>
                    <a:pt x="0" y="376"/>
                  </a:cubicBezTo>
                  <a:cubicBezTo>
                    <a:pt x="0" y="535"/>
                    <a:pt x="0" y="535"/>
                    <a:pt x="0" y="535"/>
                  </a:cubicBezTo>
                  <a:cubicBezTo>
                    <a:pt x="0" y="551"/>
                    <a:pt x="9" y="568"/>
                    <a:pt x="26" y="575"/>
                  </a:cubicBezTo>
                  <a:lnTo>
                    <a:pt x="26" y="575"/>
                  </a:lnTo>
                  <a:cubicBezTo>
                    <a:pt x="229" y="670"/>
                    <a:pt x="229" y="670"/>
                    <a:pt x="229" y="670"/>
                  </a:cubicBezTo>
                  <a:cubicBezTo>
                    <a:pt x="244" y="677"/>
                    <a:pt x="261" y="681"/>
                    <a:pt x="279" y="681"/>
                  </a:cubicBezTo>
                  <a:close/>
                  <a:moveTo>
                    <a:pt x="589" y="449"/>
                  </a:moveTo>
                  <a:lnTo>
                    <a:pt x="589" y="449"/>
                  </a:lnTo>
                  <a:cubicBezTo>
                    <a:pt x="577" y="452"/>
                    <a:pt x="563" y="456"/>
                    <a:pt x="546" y="461"/>
                  </a:cubicBezTo>
                  <a:cubicBezTo>
                    <a:pt x="509" y="473"/>
                    <a:pt x="465" y="490"/>
                    <a:pt x="440" y="500"/>
                  </a:cubicBezTo>
                  <a:cubicBezTo>
                    <a:pt x="437" y="474"/>
                    <a:pt x="428" y="450"/>
                    <a:pt x="412" y="431"/>
                  </a:cubicBezTo>
                  <a:cubicBezTo>
                    <a:pt x="412" y="182"/>
                    <a:pt x="412" y="182"/>
                    <a:pt x="412" y="182"/>
                  </a:cubicBezTo>
                  <a:cubicBezTo>
                    <a:pt x="589" y="182"/>
                    <a:pt x="589" y="182"/>
                    <a:pt x="589" y="182"/>
                  </a:cubicBezTo>
                  <a:lnTo>
                    <a:pt x="589" y="449"/>
                  </a:lnTo>
                  <a:close/>
                  <a:moveTo>
                    <a:pt x="432" y="71"/>
                  </a:moveTo>
                  <a:lnTo>
                    <a:pt x="432" y="71"/>
                  </a:lnTo>
                  <a:cubicBezTo>
                    <a:pt x="437" y="60"/>
                    <a:pt x="442" y="51"/>
                    <a:pt x="447" y="46"/>
                  </a:cubicBezTo>
                  <a:cubicBezTo>
                    <a:pt x="437" y="36"/>
                    <a:pt x="437" y="36"/>
                    <a:pt x="437" y="36"/>
                  </a:cubicBezTo>
                  <a:cubicBezTo>
                    <a:pt x="447" y="46"/>
                    <a:pt x="447" y="46"/>
                    <a:pt x="447" y="46"/>
                  </a:cubicBezTo>
                  <a:cubicBezTo>
                    <a:pt x="461" y="33"/>
                    <a:pt x="471" y="31"/>
                    <a:pt x="479" y="31"/>
                  </a:cubicBezTo>
                  <a:cubicBezTo>
                    <a:pt x="484" y="31"/>
                    <a:pt x="488" y="32"/>
                    <a:pt x="494" y="35"/>
                  </a:cubicBezTo>
                  <a:cubicBezTo>
                    <a:pt x="500" y="37"/>
                    <a:pt x="505" y="42"/>
                    <a:pt x="511" y="47"/>
                  </a:cubicBezTo>
                  <a:cubicBezTo>
                    <a:pt x="515" y="53"/>
                    <a:pt x="519" y="58"/>
                    <a:pt x="522" y="64"/>
                  </a:cubicBezTo>
                  <a:cubicBezTo>
                    <a:pt x="524" y="69"/>
                    <a:pt x="526" y="73"/>
                    <a:pt x="526" y="79"/>
                  </a:cubicBezTo>
                  <a:cubicBezTo>
                    <a:pt x="526" y="87"/>
                    <a:pt x="523" y="97"/>
                    <a:pt x="509" y="109"/>
                  </a:cubicBezTo>
                  <a:cubicBezTo>
                    <a:pt x="504" y="115"/>
                    <a:pt x="494" y="120"/>
                    <a:pt x="483" y="124"/>
                  </a:cubicBezTo>
                  <a:cubicBezTo>
                    <a:pt x="466" y="130"/>
                    <a:pt x="447" y="134"/>
                    <a:pt x="432" y="136"/>
                  </a:cubicBezTo>
                  <a:cubicBezTo>
                    <a:pt x="426" y="136"/>
                    <a:pt x="422" y="136"/>
                    <a:pt x="418" y="137"/>
                  </a:cubicBezTo>
                  <a:cubicBezTo>
                    <a:pt x="418" y="127"/>
                    <a:pt x="421" y="116"/>
                    <a:pt x="422" y="104"/>
                  </a:cubicBezTo>
                  <a:cubicBezTo>
                    <a:pt x="425" y="93"/>
                    <a:pt x="428" y="80"/>
                    <a:pt x="432" y="71"/>
                  </a:cubicBezTo>
                  <a:close/>
                  <a:moveTo>
                    <a:pt x="287" y="109"/>
                  </a:moveTo>
                  <a:lnTo>
                    <a:pt x="287" y="109"/>
                  </a:lnTo>
                  <a:cubicBezTo>
                    <a:pt x="273" y="97"/>
                    <a:pt x="269" y="87"/>
                    <a:pt x="269" y="79"/>
                  </a:cubicBezTo>
                  <a:cubicBezTo>
                    <a:pt x="269" y="73"/>
                    <a:pt x="270" y="69"/>
                    <a:pt x="273" y="64"/>
                  </a:cubicBezTo>
                  <a:cubicBezTo>
                    <a:pt x="276" y="58"/>
                    <a:pt x="280" y="53"/>
                    <a:pt x="285" y="47"/>
                  </a:cubicBezTo>
                  <a:cubicBezTo>
                    <a:pt x="291" y="42"/>
                    <a:pt x="296" y="37"/>
                    <a:pt x="302" y="35"/>
                  </a:cubicBezTo>
                  <a:cubicBezTo>
                    <a:pt x="306" y="32"/>
                    <a:pt x="312" y="31"/>
                    <a:pt x="317" y="31"/>
                  </a:cubicBezTo>
                  <a:cubicBezTo>
                    <a:pt x="324" y="31"/>
                    <a:pt x="335" y="33"/>
                    <a:pt x="348" y="46"/>
                  </a:cubicBezTo>
                  <a:lnTo>
                    <a:pt x="348" y="46"/>
                  </a:lnTo>
                  <a:cubicBezTo>
                    <a:pt x="353" y="51"/>
                    <a:pt x="359" y="61"/>
                    <a:pt x="364" y="72"/>
                  </a:cubicBezTo>
                  <a:cubicBezTo>
                    <a:pt x="370" y="89"/>
                    <a:pt x="374" y="109"/>
                    <a:pt x="377" y="124"/>
                  </a:cubicBezTo>
                  <a:cubicBezTo>
                    <a:pt x="377" y="129"/>
                    <a:pt x="377" y="133"/>
                    <a:pt x="378" y="137"/>
                  </a:cubicBezTo>
                  <a:cubicBezTo>
                    <a:pt x="370" y="136"/>
                    <a:pt x="359" y="134"/>
                    <a:pt x="348" y="133"/>
                  </a:cubicBezTo>
                  <a:cubicBezTo>
                    <a:pt x="335" y="131"/>
                    <a:pt x="323" y="129"/>
                    <a:pt x="312" y="124"/>
                  </a:cubicBezTo>
                  <a:cubicBezTo>
                    <a:pt x="302" y="120"/>
                    <a:pt x="292" y="115"/>
                    <a:pt x="287" y="109"/>
                  </a:cubicBezTo>
                  <a:close/>
                  <a:moveTo>
                    <a:pt x="383" y="182"/>
                  </a:moveTo>
                  <a:lnTo>
                    <a:pt x="383" y="182"/>
                  </a:lnTo>
                  <a:cubicBezTo>
                    <a:pt x="383" y="405"/>
                    <a:pt x="383" y="405"/>
                    <a:pt x="383" y="405"/>
                  </a:cubicBezTo>
                  <a:cubicBezTo>
                    <a:pt x="366" y="395"/>
                    <a:pt x="343" y="388"/>
                    <a:pt x="320" y="390"/>
                  </a:cubicBezTo>
                  <a:cubicBezTo>
                    <a:pt x="207" y="390"/>
                    <a:pt x="207" y="390"/>
                    <a:pt x="207" y="390"/>
                  </a:cubicBezTo>
                  <a:cubicBezTo>
                    <a:pt x="207" y="182"/>
                    <a:pt x="207" y="182"/>
                    <a:pt x="207" y="182"/>
                  </a:cubicBezTo>
                  <a:lnTo>
                    <a:pt x="383" y="182"/>
                  </a:lnTo>
                  <a:close/>
                  <a:moveTo>
                    <a:pt x="30" y="535"/>
                  </a:moveTo>
                  <a:lnTo>
                    <a:pt x="30" y="535"/>
                  </a:lnTo>
                  <a:cubicBezTo>
                    <a:pt x="30" y="376"/>
                    <a:pt x="30" y="376"/>
                    <a:pt x="30" y="376"/>
                  </a:cubicBezTo>
                  <a:cubicBezTo>
                    <a:pt x="30" y="368"/>
                    <a:pt x="35" y="361"/>
                    <a:pt x="44" y="361"/>
                  </a:cubicBezTo>
                  <a:cubicBezTo>
                    <a:pt x="45" y="361"/>
                    <a:pt x="45" y="361"/>
                    <a:pt x="45" y="361"/>
                  </a:cubicBezTo>
                  <a:lnTo>
                    <a:pt x="45" y="361"/>
                  </a:lnTo>
                  <a:cubicBezTo>
                    <a:pt x="77" y="363"/>
                    <a:pt x="120" y="374"/>
                    <a:pt x="183" y="416"/>
                  </a:cubicBezTo>
                  <a:cubicBezTo>
                    <a:pt x="183" y="416"/>
                    <a:pt x="185" y="416"/>
                    <a:pt x="185" y="417"/>
                  </a:cubicBezTo>
                  <a:cubicBezTo>
                    <a:pt x="186" y="417"/>
                    <a:pt x="186" y="417"/>
                    <a:pt x="186" y="417"/>
                  </a:cubicBezTo>
                  <a:cubicBezTo>
                    <a:pt x="187" y="419"/>
                    <a:pt x="190" y="419"/>
                    <a:pt x="191" y="419"/>
                  </a:cubicBezTo>
                  <a:lnTo>
                    <a:pt x="191" y="419"/>
                  </a:lnTo>
                  <a:lnTo>
                    <a:pt x="191" y="419"/>
                  </a:lnTo>
                  <a:cubicBezTo>
                    <a:pt x="196" y="419"/>
                    <a:pt x="196" y="419"/>
                    <a:pt x="196" y="419"/>
                  </a:cubicBezTo>
                  <a:cubicBezTo>
                    <a:pt x="320" y="419"/>
                    <a:pt x="320" y="419"/>
                    <a:pt x="320" y="419"/>
                  </a:cubicBezTo>
                  <a:cubicBezTo>
                    <a:pt x="352" y="419"/>
                    <a:pt x="372" y="430"/>
                    <a:pt x="389" y="448"/>
                  </a:cubicBezTo>
                  <a:cubicBezTo>
                    <a:pt x="401" y="463"/>
                    <a:pt x="408" y="484"/>
                    <a:pt x="411" y="507"/>
                  </a:cubicBezTo>
                  <a:cubicBezTo>
                    <a:pt x="191" y="507"/>
                    <a:pt x="191" y="507"/>
                    <a:pt x="191" y="507"/>
                  </a:cubicBezTo>
                  <a:cubicBezTo>
                    <a:pt x="183" y="507"/>
                    <a:pt x="176" y="514"/>
                    <a:pt x="176" y="522"/>
                  </a:cubicBezTo>
                  <a:cubicBezTo>
                    <a:pt x="176" y="529"/>
                    <a:pt x="183" y="536"/>
                    <a:pt x="191" y="536"/>
                  </a:cubicBezTo>
                  <a:cubicBezTo>
                    <a:pt x="426" y="536"/>
                    <a:pt x="426" y="536"/>
                    <a:pt x="426" y="536"/>
                  </a:cubicBezTo>
                  <a:lnTo>
                    <a:pt x="428" y="536"/>
                  </a:lnTo>
                  <a:lnTo>
                    <a:pt x="428" y="536"/>
                  </a:lnTo>
                  <a:cubicBezTo>
                    <a:pt x="428" y="536"/>
                    <a:pt x="429" y="536"/>
                    <a:pt x="430" y="536"/>
                  </a:cubicBezTo>
                  <a:cubicBezTo>
                    <a:pt x="432" y="536"/>
                    <a:pt x="432" y="536"/>
                    <a:pt x="433" y="535"/>
                  </a:cubicBezTo>
                  <a:lnTo>
                    <a:pt x="433" y="535"/>
                  </a:lnTo>
                  <a:cubicBezTo>
                    <a:pt x="433" y="535"/>
                    <a:pt x="440" y="532"/>
                    <a:pt x="453" y="528"/>
                  </a:cubicBezTo>
                  <a:cubicBezTo>
                    <a:pt x="471" y="519"/>
                    <a:pt x="500" y="508"/>
                    <a:pt x="528" y="499"/>
                  </a:cubicBezTo>
                  <a:cubicBezTo>
                    <a:pt x="556" y="488"/>
                    <a:pt x="584" y="479"/>
                    <a:pt x="598" y="477"/>
                  </a:cubicBezTo>
                  <a:cubicBezTo>
                    <a:pt x="603" y="477"/>
                    <a:pt x="607" y="477"/>
                    <a:pt x="611" y="477"/>
                  </a:cubicBezTo>
                  <a:cubicBezTo>
                    <a:pt x="633" y="477"/>
                    <a:pt x="649" y="486"/>
                    <a:pt x="660" y="496"/>
                  </a:cubicBezTo>
                  <a:cubicBezTo>
                    <a:pt x="664" y="499"/>
                    <a:pt x="665" y="503"/>
                    <a:pt x="665" y="507"/>
                  </a:cubicBezTo>
                  <a:cubicBezTo>
                    <a:pt x="665" y="510"/>
                    <a:pt x="664" y="513"/>
                    <a:pt x="663" y="515"/>
                  </a:cubicBezTo>
                  <a:cubicBezTo>
                    <a:pt x="661" y="518"/>
                    <a:pt x="658" y="519"/>
                    <a:pt x="656" y="521"/>
                  </a:cubicBezTo>
                  <a:cubicBezTo>
                    <a:pt x="308" y="647"/>
                    <a:pt x="308" y="647"/>
                    <a:pt x="308" y="647"/>
                  </a:cubicBezTo>
                  <a:cubicBezTo>
                    <a:pt x="298" y="649"/>
                    <a:pt x="288" y="651"/>
                    <a:pt x="279" y="651"/>
                  </a:cubicBezTo>
                  <a:cubicBezTo>
                    <a:pt x="265" y="651"/>
                    <a:pt x="252" y="648"/>
                    <a:pt x="241" y="642"/>
                  </a:cubicBezTo>
                  <a:cubicBezTo>
                    <a:pt x="38" y="548"/>
                    <a:pt x="38" y="548"/>
                    <a:pt x="38" y="548"/>
                  </a:cubicBezTo>
                  <a:cubicBezTo>
                    <a:pt x="33" y="546"/>
                    <a:pt x="30" y="540"/>
                    <a:pt x="30" y="5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0" name="Freeform 564">
              <a:extLst>
                <a:ext uri="{FF2B5EF4-FFF2-40B4-BE49-F238E27FC236}">
                  <a16:creationId xmlns:a16="http://schemas.microsoft.com/office/drawing/2014/main" id="{684C2B7C-B6B1-86A1-AC9D-D8489C05CBF3}"/>
                </a:ext>
              </a:extLst>
            </p:cNvPr>
            <p:cNvSpPr>
              <a:spLocks noChangeArrowheads="1"/>
            </p:cNvSpPr>
            <p:nvPr/>
          </p:nvSpPr>
          <p:spPr bwMode="auto">
            <a:xfrm>
              <a:off x="1662113" y="32464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1" name="Freeform 565">
            <a:extLst>
              <a:ext uri="{FF2B5EF4-FFF2-40B4-BE49-F238E27FC236}">
                <a16:creationId xmlns:a16="http://schemas.microsoft.com/office/drawing/2014/main" id="{E2A3482F-DBAE-845F-CDDD-D9D78302547D}"/>
              </a:ext>
            </a:extLst>
          </p:cNvPr>
          <p:cNvSpPr>
            <a:spLocks noChangeArrowheads="1"/>
          </p:cNvSpPr>
          <p:nvPr/>
        </p:nvSpPr>
        <p:spPr bwMode="auto">
          <a:xfrm>
            <a:off x="1700733" y="879896"/>
            <a:ext cx="244475" cy="255588"/>
          </a:xfrm>
          <a:custGeom>
            <a:avLst/>
            <a:gdLst>
              <a:gd name="T0" fmla="*/ 6 w 681"/>
              <a:gd name="T1" fmla="*/ 330 h 709"/>
              <a:gd name="T2" fmla="*/ 6 w 681"/>
              <a:gd name="T3" fmla="*/ 330 h 709"/>
              <a:gd name="T4" fmla="*/ 6 w 681"/>
              <a:gd name="T5" fmla="*/ 351 h 709"/>
              <a:gd name="T6" fmla="*/ 26 w 681"/>
              <a:gd name="T7" fmla="*/ 351 h 709"/>
              <a:gd name="T8" fmla="*/ 59 w 681"/>
              <a:gd name="T9" fmla="*/ 316 h 709"/>
              <a:gd name="T10" fmla="*/ 59 w 681"/>
              <a:gd name="T11" fmla="*/ 693 h 709"/>
              <a:gd name="T12" fmla="*/ 64 w 681"/>
              <a:gd name="T13" fmla="*/ 704 h 709"/>
              <a:gd name="T14" fmla="*/ 75 w 681"/>
              <a:gd name="T15" fmla="*/ 708 h 709"/>
              <a:gd name="T16" fmla="*/ 251 w 681"/>
              <a:gd name="T17" fmla="*/ 708 h 709"/>
              <a:gd name="T18" fmla="*/ 261 w 681"/>
              <a:gd name="T19" fmla="*/ 704 h 709"/>
              <a:gd name="T20" fmla="*/ 267 w 681"/>
              <a:gd name="T21" fmla="*/ 693 h 709"/>
              <a:gd name="T22" fmla="*/ 267 w 681"/>
              <a:gd name="T23" fmla="*/ 443 h 709"/>
              <a:gd name="T24" fmla="*/ 413 w 681"/>
              <a:gd name="T25" fmla="*/ 443 h 709"/>
              <a:gd name="T26" fmla="*/ 413 w 681"/>
              <a:gd name="T27" fmla="*/ 693 h 709"/>
              <a:gd name="T28" fmla="*/ 417 w 681"/>
              <a:gd name="T29" fmla="*/ 704 h 709"/>
              <a:gd name="T30" fmla="*/ 428 w 681"/>
              <a:gd name="T31" fmla="*/ 708 h 709"/>
              <a:gd name="T32" fmla="*/ 605 w 681"/>
              <a:gd name="T33" fmla="*/ 708 h 709"/>
              <a:gd name="T34" fmla="*/ 615 w 681"/>
              <a:gd name="T35" fmla="*/ 704 h 709"/>
              <a:gd name="T36" fmla="*/ 620 w 681"/>
              <a:gd name="T37" fmla="*/ 693 h 709"/>
              <a:gd name="T38" fmla="*/ 620 w 681"/>
              <a:gd name="T39" fmla="*/ 316 h 709"/>
              <a:gd name="T40" fmla="*/ 653 w 681"/>
              <a:gd name="T41" fmla="*/ 351 h 709"/>
              <a:gd name="T42" fmla="*/ 674 w 681"/>
              <a:gd name="T43" fmla="*/ 351 h 709"/>
              <a:gd name="T44" fmla="*/ 674 w 681"/>
              <a:gd name="T45" fmla="*/ 330 h 709"/>
              <a:gd name="T46" fmla="*/ 350 w 681"/>
              <a:gd name="T47" fmla="*/ 5 h 709"/>
              <a:gd name="T48" fmla="*/ 329 w 681"/>
              <a:gd name="T49" fmla="*/ 5 h 709"/>
              <a:gd name="T50" fmla="*/ 6 w 681"/>
              <a:gd name="T51" fmla="*/ 330 h 709"/>
              <a:gd name="T52" fmla="*/ 340 w 681"/>
              <a:gd name="T53" fmla="*/ 36 h 709"/>
              <a:gd name="T54" fmla="*/ 340 w 681"/>
              <a:gd name="T55" fmla="*/ 36 h 709"/>
              <a:gd name="T56" fmla="*/ 590 w 681"/>
              <a:gd name="T57" fmla="*/ 287 h 709"/>
              <a:gd name="T58" fmla="*/ 590 w 681"/>
              <a:gd name="T59" fmla="*/ 678 h 709"/>
              <a:gd name="T60" fmla="*/ 443 w 681"/>
              <a:gd name="T61" fmla="*/ 678 h 709"/>
              <a:gd name="T62" fmla="*/ 443 w 681"/>
              <a:gd name="T63" fmla="*/ 428 h 709"/>
              <a:gd name="T64" fmla="*/ 438 w 681"/>
              <a:gd name="T65" fmla="*/ 418 h 709"/>
              <a:gd name="T66" fmla="*/ 428 w 681"/>
              <a:gd name="T67" fmla="*/ 413 h 709"/>
              <a:gd name="T68" fmla="*/ 251 w 681"/>
              <a:gd name="T69" fmla="*/ 413 h 709"/>
              <a:gd name="T70" fmla="*/ 240 w 681"/>
              <a:gd name="T71" fmla="*/ 418 h 709"/>
              <a:gd name="T72" fmla="*/ 236 w 681"/>
              <a:gd name="T73" fmla="*/ 428 h 709"/>
              <a:gd name="T74" fmla="*/ 236 w 681"/>
              <a:gd name="T75" fmla="*/ 678 h 709"/>
              <a:gd name="T76" fmla="*/ 90 w 681"/>
              <a:gd name="T77" fmla="*/ 678 h 709"/>
              <a:gd name="T78" fmla="*/ 90 w 681"/>
              <a:gd name="T79" fmla="*/ 287 h 709"/>
              <a:gd name="T80" fmla="*/ 340 w 681"/>
              <a:gd name="T81" fmla="*/ 3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1" h="709">
                <a:moveTo>
                  <a:pt x="6" y="330"/>
                </a:moveTo>
                <a:lnTo>
                  <a:pt x="6" y="330"/>
                </a:lnTo>
                <a:cubicBezTo>
                  <a:pt x="0" y="335"/>
                  <a:pt x="0" y="344"/>
                  <a:pt x="6" y="351"/>
                </a:cubicBezTo>
                <a:cubicBezTo>
                  <a:pt x="11" y="356"/>
                  <a:pt x="21" y="356"/>
                  <a:pt x="26" y="351"/>
                </a:cubicBezTo>
                <a:cubicBezTo>
                  <a:pt x="59" y="316"/>
                  <a:pt x="59" y="316"/>
                  <a:pt x="59" y="316"/>
                </a:cubicBezTo>
                <a:cubicBezTo>
                  <a:pt x="59" y="693"/>
                  <a:pt x="59" y="693"/>
                  <a:pt x="59" y="693"/>
                </a:cubicBezTo>
                <a:cubicBezTo>
                  <a:pt x="59" y="697"/>
                  <a:pt x="61" y="701"/>
                  <a:pt x="64" y="704"/>
                </a:cubicBezTo>
                <a:cubicBezTo>
                  <a:pt x="66" y="707"/>
                  <a:pt x="71" y="708"/>
                  <a:pt x="75" y="708"/>
                </a:cubicBezTo>
                <a:cubicBezTo>
                  <a:pt x="251" y="708"/>
                  <a:pt x="251" y="708"/>
                  <a:pt x="251" y="708"/>
                </a:cubicBezTo>
                <a:cubicBezTo>
                  <a:pt x="256" y="708"/>
                  <a:pt x="258" y="707"/>
                  <a:pt x="261" y="704"/>
                </a:cubicBezTo>
                <a:cubicBezTo>
                  <a:pt x="264" y="701"/>
                  <a:pt x="267" y="697"/>
                  <a:pt x="267" y="693"/>
                </a:cubicBezTo>
                <a:cubicBezTo>
                  <a:pt x="267" y="443"/>
                  <a:pt x="267" y="443"/>
                  <a:pt x="267" y="443"/>
                </a:cubicBezTo>
                <a:cubicBezTo>
                  <a:pt x="413" y="443"/>
                  <a:pt x="413" y="443"/>
                  <a:pt x="413" y="443"/>
                </a:cubicBezTo>
                <a:cubicBezTo>
                  <a:pt x="413" y="693"/>
                  <a:pt x="413" y="693"/>
                  <a:pt x="413" y="693"/>
                </a:cubicBezTo>
                <a:cubicBezTo>
                  <a:pt x="413" y="697"/>
                  <a:pt x="414" y="701"/>
                  <a:pt x="417" y="704"/>
                </a:cubicBezTo>
                <a:cubicBezTo>
                  <a:pt x="420" y="707"/>
                  <a:pt x="424" y="708"/>
                  <a:pt x="428" y="708"/>
                </a:cubicBezTo>
                <a:cubicBezTo>
                  <a:pt x="605" y="708"/>
                  <a:pt x="605" y="708"/>
                  <a:pt x="605" y="708"/>
                </a:cubicBezTo>
                <a:cubicBezTo>
                  <a:pt x="609" y="708"/>
                  <a:pt x="612" y="707"/>
                  <a:pt x="615" y="704"/>
                </a:cubicBezTo>
                <a:cubicBezTo>
                  <a:pt x="618" y="701"/>
                  <a:pt x="620" y="697"/>
                  <a:pt x="620" y="693"/>
                </a:cubicBezTo>
                <a:cubicBezTo>
                  <a:pt x="620" y="316"/>
                  <a:pt x="620" y="316"/>
                  <a:pt x="620" y="316"/>
                </a:cubicBezTo>
                <a:cubicBezTo>
                  <a:pt x="653" y="351"/>
                  <a:pt x="653" y="351"/>
                  <a:pt x="653" y="351"/>
                </a:cubicBezTo>
                <a:cubicBezTo>
                  <a:pt x="659" y="356"/>
                  <a:pt x="669" y="356"/>
                  <a:pt x="674" y="351"/>
                </a:cubicBezTo>
                <a:cubicBezTo>
                  <a:pt x="680" y="344"/>
                  <a:pt x="680" y="335"/>
                  <a:pt x="674" y="330"/>
                </a:cubicBezTo>
                <a:cubicBezTo>
                  <a:pt x="350" y="5"/>
                  <a:pt x="350" y="5"/>
                  <a:pt x="350" y="5"/>
                </a:cubicBezTo>
                <a:cubicBezTo>
                  <a:pt x="344" y="0"/>
                  <a:pt x="336" y="0"/>
                  <a:pt x="329" y="5"/>
                </a:cubicBezTo>
                <a:lnTo>
                  <a:pt x="6" y="330"/>
                </a:lnTo>
                <a:close/>
                <a:moveTo>
                  <a:pt x="340" y="36"/>
                </a:moveTo>
                <a:lnTo>
                  <a:pt x="340" y="36"/>
                </a:lnTo>
                <a:cubicBezTo>
                  <a:pt x="590" y="287"/>
                  <a:pt x="590" y="287"/>
                  <a:pt x="590" y="287"/>
                </a:cubicBezTo>
                <a:cubicBezTo>
                  <a:pt x="590" y="678"/>
                  <a:pt x="590" y="678"/>
                  <a:pt x="590" y="678"/>
                </a:cubicBezTo>
                <a:cubicBezTo>
                  <a:pt x="443" y="678"/>
                  <a:pt x="443" y="678"/>
                  <a:pt x="443" y="678"/>
                </a:cubicBezTo>
                <a:cubicBezTo>
                  <a:pt x="443" y="428"/>
                  <a:pt x="443" y="428"/>
                  <a:pt x="443" y="428"/>
                </a:cubicBezTo>
                <a:cubicBezTo>
                  <a:pt x="443" y="424"/>
                  <a:pt x="441" y="420"/>
                  <a:pt x="438" y="418"/>
                </a:cubicBezTo>
                <a:cubicBezTo>
                  <a:pt x="435" y="416"/>
                  <a:pt x="432" y="413"/>
                  <a:pt x="428" y="413"/>
                </a:cubicBezTo>
                <a:cubicBezTo>
                  <a:pt x="251" y="413"/>
                  <a:pt x="251" y="413"/>
                  <a:pt x="251" y="413"/>
                </a:cubicBezTo>
                <a:cubicBezTo>
                  <a:pt x="247" y="413"/>
                  <a:pt x="243" y="416"/>
                  <a:pt x="240" y="418"/>
                </a:cubicBezTo>
                <a:cubicBezTo>
                  <a:pt x="238" y="420"/>
                  <a:pt x="236" y="424"/>
                  <a:pt x="236" y="428"/>
                </a:cubicBezTo>
                <a:cubicBezTo>
                  <a:pt x="236" y="678"/>
                  <a:pt x="236" y="678"/>
                  <a:pt x="236" y="678"/>
                </a:cubicBezTo>
                <a:cubicBezTo>
                  <a:pt x="90" y="678"/>
                  <a:pt x="90" y="678"/>
                  <a:pt x="90" y="678"/>
                </a:cubicBezTo>
                <a:cubicBezTo>
                  <a:pt x="90" y="287"/>
                  <a:pt x="90" y="287"/>
                  <a:pt x="90" y="287"/>
                </a:cubicBezTo>
                <a:lnTo>
                  <a:pt x="340" y="36"/>
                </a:lnTo>
                <a:close/>
              </a:path>
            </a:pathLst>
          </a:custGeom>
          <a:solidFill>
            <a:schemeClr val="tx2"/>
          </a:solidFill>
          <a:ln>
            <a:noFill/>
          </a:ln>
          <a:effectLst/>
        </p:spPr>
        <p:txBody>
          <a:bodyPr wrap="none" anchor="ctr"/>
          <a:lstStyle/>
          <a:p>
            <a:endParaRPr lang="da-DK">
              <a:solidFill>
                <a:schemeClr val="tx2"/>
              </a:solidFill>
            </a:endParaRPr>
          </a:p>
        </p:txBody>
      </p:sp>
      <p:grpSp>
        <p:nvGrpSpPr>
          <p:cNvPr id="682" name="Group 685">
            <a:extLst>
              <a:ext uri="{FF2B5EF4-FFF2-40B4-BE49-F238E27FC236}">
                <a16:creationId xmlns:a16="http://schemas.microsoft.com/office/drawing/2014/main" id="{1446C56A-4DAA-2C75-6B70-0056DA7F0595}"/>
              </a:ext>
            </a:extLst>
          </p:cNvPr>
          <p:cNvGrpSpPr/>
          <p:nvPr/>
        </p:nvGrpSpPr>
        <p:grpSpPr>
          <a:xfrm>
            <a:off x="2246833" y="879896"/>
            <a:ext cx="158750" cy="255588"/>
            <a:chOff x="1090613" y="1193800"/>
            <a:chExt cx="158750" cy="255588"/>
          </a:xfrm>
          <a:solidFill>
            <a:schemeClr val="tx2"/>
          </a:solidFill>
        </p:grpSpPr>
        <p:sp>
          <p:nvSpPr>
            <p:cNvPr id="683" name="Freeform 566">
              <a:extLst>
                <a:ext uri="{FF2B5EF4-FFF2-40B4-BE49-F238E27FC236}">
                  <a16:creationId xmlns:a16="http://schemas.microsoft.com/office/drawing/2014/main" id="{F4973443-D1B2-3E55-6130-FF9B9A1F4FA7}"/>
                </a:ext>
              </a:extLst>
            </p:cNvPr>
            <p:cNvSpPr>
              <a:spLocks noChangeArrowheads="1"/>
            </p:cNvSpPr>
            <p:nvPr/>
          </p:nvSpPr>
          <p:spPr bwMode="auto">
            <a:xfrm>
              <a:off x="1090613" y="1193800"/>
              <a:ext cx="158750" cy="255588"/>
            </a:xfrm>
            <a:custGeom>
              <a:avLst/>
              <a:gdLst>
                <a:gd name="T0" fmla="*/ 369 w 443"/>
                <a:gd name="T1" fmla="*/ 0 h 708"/>
                <a:gd name="T2" fmla="*/ 369 w 443"/>
                <a:gd name="T3" fmla="*/ 0 h 708"/>
                <a:gd name="T4" fmla="*/ 75 w 443"/>
                <a:gd name="T5" fmla="*/ 0 h 708"/>
                <a:gd name="T6" fmla="*/ 0 w 443"/>
                <a:gd name="T7" fmla="*/ 73 h 708"/>
                <a:gd name="T8" fmla="*/ 0 w 443"/>
                <a:gd name="T9" fmla="*/ 633 h 708"/>
                <a:gd name="T10" fmla="*/ 75 w 443"/>
                <a:gd name="T11" fmla="*/ 707 h 708"/>
                <a:gd name="T12" fmla="*/ 369 w 443"/>
                <a:gd name="T13" fmla="*/ 707 h 708"/>
                <a:gd name="T14" fmla="*/ 442 w 443"/>
                <a:gd name="T15" fmla="*/ 633 h 708"/>
                <a:gd name="T16" fmla="*/ 442 w 443"/>
                <a:gd name="T17" fmla="*/ 73 h 708"/>
                <a:gd name="T18" fmla="*/ 369 w 443"/>
                <a:gd name="T19" fmla="*/ 0 h 708"/>
                <a:gd name="T20" fmla="*/ 75 w 443"/>
                <a:gd name="T21" fmla="*/ 29 h 708"/>
                <a:gd name="T22" fmla="*/ 75 w 443"/>
                <a:gd name="T23" fmla="*/ 29 h 708"/>
                <a:gd name="T24" fmla="*/ 369 w 443"/>
                <a:gd name="T25" fmla="*/ 29 h 708"/>
                <a:gd name="T26" fmla="*/ 413 w 443"/>
                <a:gd name="T27" fmla="*/ 73 h 708"/>
                <a:gd name="T28" fmla="*/ 413 w 443"/>
                <a:gd name="T29" fmla="*/ 560 h 708"/>
                <a:gd name="T30" fmla="*/ 30 w 443"/>
                <a:gd name="T31" fmla="*/ 560 h 708"/>
                <a:gd name="T32" fmla="*/ 30 w 443"/>
                <a:gd name="T33" fmla="*/ 73 h 708"/>
                <a:gd name="T34" fmla="*/ 75 w 443"/>
                <a:gd name="T35" fmla="*/ 29 h 708"/>
                <a:gd name="T36" fmla="*/ 369 w 443"/>
                <a:gd name="T37" fmla="*/ 677 h 708"/>
                <a:gd name="T38" fmla="*/ 369 w 443"/>
                <a:gd name="T39" fmla="*/ 677 h 708"/>
                <a:gd name="T40" fmla="*/ 75 w 443"/>
                <a:gd name="T41" fmla="*/ 677 h 708"/>
                <a:gd name="T42" fmla="*/ 30 w 443"/>
                <a:gd name="T43" fmla="*/ 633 h 708"/>
                <a:gd name="T44" fmla="*/ 30 w 443"/>
                <a:gd name="T45" fmla="*/ 589 h 708"/>
                <a:gd name="T46" fmla="*/ 413 w 443"/>
                <a:gd name="T47" fmla="*/ 589 h 708"/>
                <a:gd name="T48" fmla="*/ 413 w 443"/>
                <a:gd name="T49" fmla="*/ 633 h 708"/>
                <a:gd name="T50" fmla="*/ 369 w 443"/>
                <a:gd name="T51" fmla="*/ 67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43" h="708">
                  <a:moveTo>
                    <a:pt x="369" y="0"/>
                  </a:moveTo>
                  <a:lnTo>
                    <a:pt x="369" y="0"/>
                  </a:lnTo>
                  <a:cubicBezTo>
                    <a:pt x="75" y="0"/>
                    <a:pt x="75" y="0"/>
                    <a:pt x="75" y="0"/>
                  </a:cubicBezTo>
                  <a:cubicBezTo>
                    <a:pt x="33" y="0"/>
                    <a:pt x="0" y="33"/>
                    <a:pt x="0" y="73"/>
                  </a:cubicBezTo>
                  <a:cubicBezTo>
                    <a:pt x="0" y="633"/>
                    <a:pt x="0" y="633"/>
                    <a:pt x="0" y="633"/>
                  </a:cubicBezTo>
                  <a:cubicBezTo>
                    <a:pt x="0" y="674"/>
                    <a:pt x="33" y="707"/>
                    <a:pt x="75" y="707"/>
                  </a:cubicBezTo>
                  <a:cubicBezTo>
                    <a:pt x="369" y="707"/>
                    <a:pt x="369" y="707"/>
                    <a:pt x="369" y="707"/>
                  </a:cubicBezTo>
                  <a:cubicBezTo>
                    <a:pt x="409" y="707"/>
                    <a:pt x="442" y="674"/>
                    <a:pt x="442" y="633"/>
                  </a:cubicBezTo>
                  <a:cubicBezTo>
                    <a:pt x="442" y="73"/>
                    <a:pt x="442" y="73"/>
                    <a:pt x="442" y="73"/>
                  </a:cubicBezTo>
                  <a:cubicBezTo>
                    <a:pt x="442" y="33"/>
                    <a:pt x="409" y="0"/>
                    <a:pt x="369" y="0"/>
                  </a:cubicBezTo>
                  <a:close/>
                  <a:moveTo>
                    <a:pt x="75" y="29"/>
                  </a:moveTo>
                  <a:lnTo>
                    <a:pt x="75" y="29"/>
                  </a:lnTo>
                  <a:cubicBezTo>
                    <a:pt x="369" y="29"/>
                    <a:pt x="369" y="29"/>
                    <a:pt x="369" y="29"/>
                  </a:cubicBezTo>
                  <a:cubicBezTo>
                    <a:pt x="394" y="29"/>
                    <a:pt x="413" y="49"/>
                    <a:pt x="413" y="73"/>
                  </a:cubicBezTo>
                  <a:cubicBezTo>
                    <a:pt x="413" y="560"/>
                    <a:pt x="413" y="560"/>
                    <a:pt x="413" y="560"/>
                  </a:cubicBezTo>
                  <a:cubicBezTo>
                    <a:pt x="30" y="560"/>
                    <a:pt x="30" y="560"/>
                    <a:pt x="30" y="560"/>
                  </a:cubicBezTo>
                  <a:cubicBezTo>
                    <a:pt x="30" y="73"/>
                    <a:pt x="30" y="73"/>
                    <a:pt x="30" y="73"/>
                  </a:cubicBezTo>
                  <a:cubicBezTo>
                    <a:pt x="30" y="49"/>
                    <a:pt x="50" y="29"/>
                    <a:pt x="75" y="29"/>
                  </a:cubicBezTo>
                  <a:close/>
                  <a:moveTo>
                    <a:pt x="369" y="677"/>
                  </a:moveTo>
                  <a:lnTo>
                    <a:pt x="369" y="677"/>
                  </a:lnTo>
                  <a:cubicBezTo>
                    <a:pt x="75" y="677"/>
                    <a:pt x="75" y="677"/>
                    <a:pt x="75" y="677"/>
                  </a:cubicBezTo>
                  <a:cubicBezTo>
                    <a:pt x="50" y="677"/>
                    <a:pt x="30" y="658"/>
                    <a:pt x="30" y="633"/>
                  </a:cubicBezTo>
                  <a:cubicBezTo>
                    <a:pt x="30" y="589"/>
                    <a:pt x="30" y="589"/>
                    <a:pt x="30" y="589"/>
                  </a:cubicBezTo>
                  <a:cubicBezTo>
                    <a:pt x="413" y="589"/>
                    <a:pt x="413" y="589"/>
                    <a:pt x="413" y="589"/>
                  </a:cubicBezTo>
                  <a:cubicBezTo>
                    <a:pt x="413" y="633"/>
                    <a:pt x="413" y="633"/>
                    <a:pt x="413" y="633"/>
                  </a:cubicBezTo>
                  <a:cubicBezTo>
                    <a:pt x="413" y="658"/>
                    <a:pt x="394" y="677"/>
                    <a:pt x="369" y="6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4" name="Freeform 567">
              <a:extLst>
                <a:ext uri="{FF2B5EF4-FFF2-40B4-BE49-F238E27FC236}">
                  <a16:creationId xmlns:a16="http://schemas.microsoft.com/office/drawing/2014/main" id="{7EF5B3A3-6314-1C2D-24BB-111365A63EB8}"/>
                </a:ext>
              </a:extLst>
            </p:cNvPr>
            <p:cNvSpPr>
              <a:spLocks noChangeArrowheads="1"/>
            </p:cNvSpPr>
            <p:nvPr/>
          </p:nvSpPr>
          <p:spPr bwMode="auto">
            <a:xfrm>
              <a:off x="1154113" y="1416050"/>
              <a:ext cx="31750" cy="11113"/>
            </a:xfrm>
            <a:custGeom>
              <a:avLst/>
              <a:gdLst>
                <a:gd name="T0" fmla="*/ 74 w 89"/>
                <a:gd name="T1" fmla="*/ 0 h 30"/>
                <a:gd name="T2" fmla="*/ 74 w 89"/>
                <a:gd name="T3" fmla="*/ 0 h 30"/>
                <a:gd name="T4" fmla="*/ 15 w 89"/>
                <a:gd name="T5" fmla="*/ 0 h 30"/>
                <a:gd name="T6" fmla="*/ 0 w 89"/>
                <a:gd name="T7" fmla="*/ 14 h 30"/>
                <a:gd name="T8" fmla="*/ 15 w 89"/>
                <a:gd name="T9" fmla="*/ 29 h 30"/>
                <a:gd name="T10" fmla="*/ 74 w 89"/>
                <a:gd name="T11" fmla="*/ 29 h 30"/>
                <a:gd name="T12" fmla="*/ 88 w 89"/>
                <a:gd name="T13" fmla="*/ 14 h 30"/>
                <a:gd name="T14" fmla="*/ 74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4" y="0"/>
                  </a:moveTo>
                  <a:lnTo>
                    <a:pt x="74" y="0"/>
                  </a:lnTo>
                  <a:cubicBezTo>
                    <a:pt x="15" y="0"/>
                    <a:pt x="15" y="0"/>
                    <a:pt x="15" y="0"/>
                  </a:cubicBezTo>
                  <a:cubicBezTo>
                    <a:pt x="7" y="0"/>
                    <a:pt x="0" y="5"/>
                    <a:pt x="0" y="14"/>
                  </a:cubicBezTo>
                  <a:cubicBezTo>
                    <a:pt x="0" y="22"/>
                    <a:pt x="7" y="29"/>
                    <a:pt x="15" y="29"/>
                  </a:cubicBezTo>
                  <a:cubicBezTo>
                    <a:pt x="74" y="29"/>
                    <a:pt x="74" y="29"/>
                    <a:pt x="74" y="29"/>
                  </a:cubicBezTo>
                  <a:cubicBezTo>
                    <a:pt x="81" y="29"/>
                    <a:pt x="88" y="22"/>
                    <a:pt x="88" y="14"/>
                  </a:cubicBezTo>
                  <a:cubicBezTo>
                    <a:pt x="88" y="5"/>
                    <a:pt x="81"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5" name="Freeform 568">
            <a:extLst>
              <a:ext uri="{FF2B5EF4-FFF2-40B4-BE49-F238E27FC236}">
                <a16:creationId xmlns:a16="http://schemas.microsoft.com/office/drawing/2014/main" id="{AEFB694C-3AB7-2CFB-91B1-E539F555F925}"/>
              </a:ext>
            </a:extLst>
          </p:cNvPr>
          <p:cNvSpPr>
            <a:spLocks noChangeArrowheads="1"/>
          </p:cNvSpPr>
          <p:nvPr/>
        </p:nvSpPr>
        <p:spPr bwMode="auto">
          <a:xfrm>
            <a:off x="2708795" y="1387897"/>
            <a:ext cx="255588" cy="244475"/>
          </a:xfrm>
          <a:custGeom>
            <a:avLst/>
            <a:gdLst>
              <a:gd name="T0" fmla="*/ 0 w 708"/>
              <a:gd name="T1" fmla="*/ 44 h 679"/>
              <a:gd name="T2" fmla="*/ 0 w 708"/>
              <a:gd name="T3" fmla="*/ 44 h 679"/>
              <a:gd name="T4" fmla="*/ 0 w 708"/>
              <a:gd name="T5" fmla="*/ 515 h 679"/>
              <a:gd name="T6" fmla="*/ 44 w 708"/>
              <a:gd name="T7" fmla="*/ 560 h 679"/>
              <a:gd name="T8" fmla="*/ 265 w 708"/>
              <a:gd name="T9" fmla="*/ 560 h 679"/>
              <a:gd name="T10" fmla="*/ 265 w 708"/>
              <a:gd name="T11" fmla="*/ 648 h 679"/>
              <a:gd name="T12" fmla="*/ 192 w 708"/>
              <a:gd name="T13" fmla="*/ 648 h 679"/>
              <a:gd name="T14" fmla="*/ 177 w 708"/>
              <a:gd name="T15" fmla="*/ 663 h 679"/>
              <a:gd name="T16" fmla="*/ 192 w 708"/>
              <a:gd name="T17" fmla="*/ 678 h 679"/>
              <a:gd name="T18" fmla="*/ 516 w 708"/>
              <a:gd name="T19" fmla="*/ 678 h 679"/>
              <a:gd name="T20" fmla="*/ 530 w 708"/>
              <a:gd name="T21" fmla="*/ 663 h 679"/>
              <a:gd name="T22" fmla="*/ 516 w 708"/>
              <a:gd name="T23" fmla="*/ 648 h 679"/>
              <a:gd name="T24" fmla="*/ 442 w 708"/>
              <a:gd name="T25" fmla="*/ 648 h 679"/>
              <a:gd name="T26" fmla="*/ 442 w 708"/>
              <a:gd name="T27" fmla="*/ 560 h 679"/>
              <a:gd name="T28" fmla="*/ 663 w 708"/>
              <a:gd name="T29" fmla="*/ 560 h 679"/>
              <a:gd name="T30" fmla="*/ 707 w 708"/>
              <a:gd name="T31" fmla="*/ 515 h 679"/>
              <a:gd name="T32" fmla="*/ 707 w 708"/>
              <a:gd name="T33" fmla="*/ 44 h 679"/>
              <a:gd name="T34" fmla="*/ 663 w 708"/>
              <a:gd name="T35" fmla="*/ 0 h 679"/>
              <a:gd name="T36" fmla="*/ 44 w 708"/>
              <a:gd name="T37" fmla="*/ 0 h 679"/>
              <a:gd name="T38" fmla="*/ 0 w 708"/>
              <a:gd name="T39" fmla="*/ 44 h 679"/>
              <a:gd name="T40" fmla="*/ 413 w 708"/>
              <a:gd name="T41" fmla="*/ 648 h 679"/>
              <a:gd name="T42" fmla="*/ 413 w 708"/>
              <a:gd name="T43" fmla="*/ 648 h 679"/>
              <a:gd name="T44" fmla="*/ 295 w 708"/>
              <a:gd name="T45" fmla="*/ 648 h 679"/>
              <a:gd name="T46" fmla="*/ 295 w 708"/>
              <a:gd name="T47" fmla="*/ 560 h 679"/>
              <a:gd name="T48" fmla="*/ 413 w 708"/>
              <a:gd name="T49" fmla="*/ 560 h 679"/>
              <a:gd name="T50" fmla="*/ 413 w 708"/>
              <a:gd name="T51" fmla="*/ 648 h 679"/>
              <a:gd name="T52" fmla="*/ 663 w 708"/>
              <a:gd name="T53" fmla="*/ 531 h 679"/>
              <a:gd name="T54" fmla="*/ 663 w 708"/>
              <a:gd name="T55" fmla="*/ 531 h 679"/>
              <a:gd name="T56" fmla="*/ 428 w 708"/>
              <a:gd name="T57" fmla="*/ 531 h 679"/>
              <a:gd name="T58" fmla="*/ 280 w 708"/>
              <a:gd name="T59" fmla="*/ 531 h 679"/>
              <a:gd name="T60" fmla="*/ 44 w 708"/>
              <a:gd name="T61" fmla="*/ 531 h 679"/>
              <a:gd name="T62" fmla="*/ 30 w 708"/>
              <a:gd name="T63" fmla="*/ 515 h 679"/>
              <a:gd name="T64" fmla="*/ 30 w 708"/>
              <a:gd name="T65" fmla="*/ 471 h 679"/>
              <a:gd name="T66" fmla="*/ 678 w 708"/>
              <a:gd name="T67" fmla="*/ 471 h 679"/>
              <a:gd name="T68" fmla="*/ 678 w 708"/>
              <a:gd name="T69" fmla="*/ 515 h 679"/>
              <a:gd name="T70" fmla="*/ 663 w 708"/>
              <a:gd name="T71" fmla="*/ 531 h 679"/>
              <a:gd name="T72" fmla="*/ 678 w 708"/>
              <a:gd name="T73" fmla="*/ 44 h 679"/>
              <a:gd name="T74" fmla="*/ 678 w 708"/>
              <a:gd name="T75" fmla="*/ 44 h 679"/>
              <a:gd name="T76" fmla="*/ 678 w 708"/>
              <a:gd name="T77" fmla="*/ 442 h 679"/>
              <a:gd name="T78" fmla="*/ 30 w 708"/>
              <a:gd name="T79" fmla="*/ 442 h 679"/>
              <a:gd name="T80" fmla="*/ 30 w 708"/>
              <a:gd name="T81" fmla="*/ 44 h 679"/>
              <a:gd name="T82" fmla="*/ 44 w 708"/>
              <a:gd name="T83" fmla="*/ 29 h 679"/>
              <a:gd name="T84" fmla="*/ 663 w 708"/>
              <a:gd name="T85" fmla="*/ 29 h 679"/>
              <a:gd name="T86" fmla="*/ 678 w 708"/>
              <a:gd name="T87" fmla="*/ 4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679">
                <a:moveTo>
                  <a:pt x="0" y="44"/>
                </a:moveTo>
                <a:lnTo>
                  <a:pt x="0" y="44"/>
                </a:lnTo>
                <a:cubicBezTo>
                  <a:pt x="0" y="515"/>
                  <a:pt x="0" y="515"/>
                  <a:pt x="0" y="515"/>
                </a:cubicBezTo>
                <a:cubicBezTo>
                  <a:pt x="0" y="540"/>
                  <a:pt x="21" y="560"/>
                  <a:pt x="44" y="560"/>
                </a:cubicBezTo>
                <a:cubicBezTo>
                  <a:pt x="265" y="560"/>
                  <a:pt x="265" y="560"/>
                  <a:pt x="265" y="560"/>
                </a:cubicBezTo>
                <a:cubicBezTo>
                  <a:pt x="265" y="648"/>
                  <a:pt x="265" y="648"/>
                  <a:pt x="265" y="648"/>
                </a:cubicBezTo>
                <a:cubicBezTo>
                  <a:pt x="192" y="648"/>
                  <a:pt x="192" y="648"/>
                  <a:pt x="192" y="648"/>
                </a:cubicBezTo>
                <a:cubicBezTo>
                  <a:pt x="184" y="648"/>
                  <a:pt x="177" y="655"/>
                  <a:pt x="177" y="663"/>
                </a:cubicBezTo>
                <a:cubicBezTo>
                  <a:pt x="177" y="672"/>
                  <a:pt x="184" y="678"/>
                  <a:pt x="192" y="678"/>
                </a:cubicBezTo>
                <a:cubicBezTo>
                  <a:pt x="516" y="678"/>
                  <a:pt x="516" y="678"/>
                  <a:pt x="516" y="678"/>
                </a:cubicBezTo>
                <a:cubicBezTo>
                  <a:pt x="523" y="678"/>
                  <a:pt x="530" y="672"/>
                  <a:pt x="530" y="663"/>
                </a:cubicBezTo>
                <a:cubicBezTo>
                  <a:pt x="530" y="655"/>
                  <a:pt x="523" y="648"/>
                  <a:pt x="516" y="648"/>
                </a:cubicBezTo>
                <a:cubicBezTo>
                  <a:pt x="442" y="648"/>
                  <a:pt x="442" y="648"/>
                  <a:pt x="442" y="648"/>
                </a:cubicBezTo>
                <a:cubicBezTo>
                  <a:pt x="442" y="560"/>
                  <a:pt x="442" y="560"/>
                  <a:pt x="442" y="560"/>
                </a:cubicBezTo>
                <a:cubicBezTo>
                  <a:pt x="663" y="560"/>
                  <a:pt x="663" y="560"/>
                  <a:pt x="663" y="560"/>
                </a:cubicBezTo>
                <a:cubicBezTo>
                  <a:pt x="688" y="560"/>
                  <a:pt x="707" y="540"/>
                  <a:pt x="707" y="515"/>
                </a:cubicBezTo>
                <a:cubicBezTo>
                  <a:pt x="707" y="44"/>
                  <a:pt x="707" y="44"/>
                  <a:pt x="707" y="44"/>
                </a:cubicBezTo>
                <a:cubicBezTo>
                  <a:pt x="707" y="20"/>
                  <a:pt x="688" y="0"/>
                  <a:pt x="663" y="0"/>
                </a:cubicBezTo>
                <a:cubicBezTo>
                  <a:pt x="44" y="0"/>
                  <a:pt x="44" y="0"/>
                  <a:pt x="44" y="0"/>
                </a:cubicBezTo>
                <a:cubicBezTo>
                  <a:pt x="21" y="0"/>
                  <a:pt x="0" y="20"/>
                  <a:pt x="0" y="44"/>
                </a:cubicBezTo>
                <a:close/>
                <a:moveTo>
                  <a:pt x="413" y="648"/>
                </a:moveTo>
                <a:lnTo>
                  <a:pt x="413" y="648"/>
                </a:lnTo>
                <a:cubicBezTo>
                  <a:pt x="295" y="648"/>
                  <a:pt x="295" y="648"/>
                  <a:pt x="295" y="648"/>
                </a:cubicBezTo>
                <a:cubicBezTo>
                  <a:pt x="295" y="560"/>
                  <a:pt x="295" y="560"/>
                  <a:pt x="295" y="560"/>
                </a:cubicBezTo>
                <a:cubicBezTo>
                  <a:pt x="413" y="560"/>
                  <a:pt x="413" y="560"/>
                  <a:pt x="413" y="560"/>
                </a:cubicBezTo>
                <a:lnTo>
                  <a:pt x="413" y="648"/>
                </a:lnTo>
                <a:close/>
                <a:moveTo>
                  <a:pt x="663" y="531"/>
                </a:moveTo>
                <a:lnTo>
                  <a:pt x="663" y="531"/>
                </a:lnTo>
                <a:cubicBezTo>
                  <a:pt x="428" y="531"/>
                  <a:pt x="428" y="531"/>
                  <a:pt x="428" y="531"/>
                </a:cubicBezTo>
                <a:cubicBezTo>
                  <a:pt x="280" y="531"/>
                  <a:pt x="280" y="531"/>
                  <a:pt x="280" y="531"/>
                </a:cubicBezTo>
                <a:cubicBezTo>
                  <a:pt x="44" y="531"/>
                  <a:pt x="44" y="531"/>
                  <a:pt x="44" y="531"/>
                </a:cubicBezTo>
                <a:cubicBezTo>
                  <a:pt x="36" y="531"/>
                  <a:pt x="30" y="524"/>
                  <a:pt x="30" y="515"/>
                </a:cubicBezTo>
                <a:cubicBezTo>
                  <a:pt x="30" y="471"/>
                  <a:pt x="30" y="471"/>
                  <a:pt x="30" y="471"/>
                </a:cubicBezTo>
                <a:cubicBezTo>
                  <a:pt x="678" y="471"/>
                  <a:pt x="678" y="471"/>
                  <a:pt x="678" y="471"/>
                </a:cubicBezTo>
                <a:cubicBezTo>
                  <a:pt x="678" y="515"/>
                  <a:pt x="678" y="515"/>
                  <a:pt x="678" y="515"/>
                </a:cubicBezTo>
                <a:cubicBezTo>
                  <a:pt x="678" y="524"/>
                  <a:pt x="671" y="531"/>
                  <a:pt x="663" y="531"/>
                </a:cubicBezTo>
                <a:close/>
                <a:moveTo>
                  <a:pt x="678" y="44"/>
                </a:moveTo>
                <a:lnTo>
                  <a:pt x="678" y="44"/>
                </a:lnTo>
                <a:cubicBezTo>
                  <a:pt x="678" y="442"/>
                  <a:pt x="678" y="442"/>
                  <a:pt x="678" y="442"/>
                </a:cubicBezTo>
                <a:cubicBezTo>
                  <a:pt x="30" y="442"/>
                  <a:pt x="30" y="442"/>
                  <a:pt x="30" y="442"/>
                </a:cubicBezTo>
                <a:cubicBezTo>
                  <a:pt x="30" y="44"/>
                  <a:pt x="30" y="44"/>
                  <a:pt x="30" y="44"/>
                </a:cubicBezTo>
                <a:cubicBezTo>
                  <a:pt x="30" y="36"/>
                  <a:pt x="36" y="29"/>
                  <a:pt x="44" y="29"/>
                </a:cubicBezTo>
                <a:cubicBezTo>
                  <a:pt x="663" y="29"/>
                  <a:pt x="663" y="29"/>
                  <a:pt x="663" y="29"/>
                </a:cubicBezTo>
                <a:cubicBezTo>
                  <a:pt x="671" y="29"/>
                  <a:pt x="678" y="36"/>
                  <a:pt x="678" y="44"/>
                </a:cubicBezTo>
                <a:close/>
              </a:path>
            </a:pathLst>
          </a:custGeom>
          <a:solidFill>
            <a:schemeClr val="tx2"/>
          </a:solidFill>
          <a:ln>
            <a:noFill/>
          </a:ln>
          <a:effectLst/>
        </p:spPr>
        <p:txBody>
          <a:bodyPr wrap="none" anchor="ctr"/>
          <a:lstStyle/>
          <a:p>
            <a:endParaRPr lang="da-DK">
              <a:solidFill>
                <a:schemeClr val="tx2"/>
              </a:solidFill>
            </a:endParaRPr>
          </a:p>
        </p:txBody>
      </p:sp>
      <p:sp>
        <p:nvSpPr>
          <p:cNvPr id="686" name="Freeform 569">
            <a:extLst>
              <a:ext uri="{FF2B5EF4-FFF2-40B4-BE49-F238E27FC236}">
                <a16:creationId xmlns:a16="http://schemas.microsoft.com/office/drawing/2014/main" id="{BAA8D45B-7A3C-50FA-9463-0A2C3961EE64}"/>
              </a:ext>
            </a:extLst>
          </p:cNvPr>
          <p:cNvSpPr>
            <a:spLocks noChangeArrowheads="1"/>
          </p:cNvSpPr>
          <p:nvPr/>
        </p:nvSpPr>
        <p:spPr bwMode="auto">
          <a:xfrm>
            <a:off x="3229495" y="1399803"/>
            <a:ext cx="244475" cy="220663"/>
          </a:xfrm>
          <a:custGeom>
            <a:avLst/>
            <a:gdLst>
              <a:gd name="T0" fmla="*/ 4 w 677"/>
              <a:gd name="T1" fmla="*/ 138 h 613"/>
              <a:gd name="T2" fmla="*/ 4 w 677"/>
              <a:gd name="T3" fmla="*/ 138 h 613"/>
              <a:gd name="T4" fmla="*/ 0 w 677"/>
              <a:gd name="T5" fmla="*/ 177 h 613"/>
              <a:gd name="T6" fmla="*/ 35 w 677"/>
              <a:gd name="T7" fmla="*/ 283 h 613"/>
              <a:gd name="T8" fmla="*/ 35 w 677"/>
              <a:gd name="T9" fmla="*/ 283 h 613"/>
              <a:gd name="T10" fmla="*/ 302 w 677"/>
              <a:gd name="T11" fmla="*/ 596 h 613"/>
              <a:gd name="T12" fmla="*/ 302 w 677"/>
              <a:gd name="T13" fmla="*/ 596 h 613"/>
              <a:gd name="T14" fmla="*/ 338 w 677"/>
              <a:gd name="T15" fmla="*/ 612 h 613"/>
              <a:gd name="T16" fmla="*/ 374 w 677"/>
              <a:gd name="T17" fmla="*/ 596 h 613"/>
              <a:gd name="T18" fmla="*/ 374 w 677"/>
              <a:gd name="T19" fmla="*/ 596 h 613"/>
              <a:gd name="T20" fmla="*/ 640 w 677"/>
              <a:gd name="T21" fmla="*/ 283 h 613"/>
              <a:gd name="T22" fmla="*/ 640 w 677"/>
              <a:gd name="T23" fmla="*/ 283 h 613"/>
              <a:gd name="T24" fmla="*/ 676 w 677"/>
              <a:gd name="T25" fmla="*/ 177 h 613"/>
              <a:gd name="T26" fmla="*/ 672 w 677"/>
              <a:gd name="T27" fmla="*/ 138 h 613"/>
              <a:gd name="T28" fmla="*/ 535 w 677"/>
              <a:gd name="T29" fmla="*/ 4 h 613"/>
              <a:gd name="T30" fmla="*/ 500 w 677"/>
              <a:gd name="T31" fmla="*/ 0 h 613"/>
              <a:gd name="T32" fmla="*/ 338 w 677"/>
              <a:gd name="T33" fmla="*/ 107 h 613"/>
              <a:gd name="T34" fmla="*/ 176 w 677"/>
              <a:gd name="T35" fmla="*/ 0 h 613"/>
              <a:gd name="T36" fmla="*/ 139 w 677"/>
              <a:gd name="T37" fmla="*/ 4 h 613"/>
              <a:gd name="T38" fmla="*/ 139 w 677"/>
              <a:gd name="T39" fmla="*/ 4 h 613"/>
              <a:gd name="T40" fmla="*/ 4 w 677"/>
              <a:gd name="T41" fmla="*/ 138 h 613"/>
              <a:gd name="T42" fmla="*/ 142 w 677"/>
              <a:gd name="T43" fmla="*/ 18 h 613"/>
              <a:gd name="T44" fmla="*/ 142 w 677"/>
              <a:gd name="T45" fmla="*/ 18 h 613"/>
              <a:gd name="T46" fmla="*/ 146 w 677"/>
              <a:gd name="T47" fmla="*/ 33 h 613"/>
              <a:gd name="T48" fmla="*/ 176 w 677"/>
              <a:gd name="T49" fmla="*/ 29 h 613"/>
              <a:gd name="T50" fmla="*/ 280 w 677"/>
              <a:gd name="T51" fmla="*/ 73 h 613"/>
              <a:gd name="T52" fmla="*/ 323 w 677"/>
              <a:gd name="T53" fmla="*/ 177 h 613"/>
              <a:gd name="T54" fmla="*/ 327 w 677"/>
              <a:gd name="T55" fmla="*/ 188 h 613"/>
              <a:gd name="T56" fmla="*/ 338 w 677"/>
              <a:gd name="T57" fmla="*/ 192 h 613"/>
              <a:gd name="T58" fmla="*/ 348 w 677"/>
              <a:gd name="T59" fmla="*/ 188 h 613"/>
              <a:gd name="T60" fmla="*/ 353 w 677"/>
              <a:gd name="T61" fmla="*/ 177 h 613"/>
              <a:gd name="T62" fmla="*/ 396 w 677"/>
              <a:gd name="T63" fmla="*/ 73 h 613"/>
              <a:gd name="T64" fmla="*/ 500 w 677"/>
              <a:gd name="T65" fmla="*/ 29 h 613"/>
              <a:gd name="T66" fmla="*/ 530 w 677"/>
              <a:gd name="T67" fmla="*/ 33 h 613"/>
              <a:gd name="T68" fmla="*/ 643 w 677"/>
              <a:gd name="T69" fmla="*/ 144 h 613"/>
              <a:gd name="T70" fmla="*/ 647 w 677"/>
              <a:gd name="T71" fmla="*/ 177 h 613"/>
              <a:gd name="T72" fmla="*/ 617 w 677"/>
              <a:gd name="T73" fmla="*/ 265 h 613"/>
              <a:gd name="T74" fmla="*/ 352 w 677"/>
              <a:gd name="T75" fmla="*/ 576 h 613"/>
              <a:gd name="T76" fmla="*/ 338 w 677"/>
              <a:gd name="T77" fmla="*/ 583 h 613"/>
              <a:gd name="T78" fmla="*/ 324 w 677"/>
              <a:gd name="T79" fmla="*/ 576 h 613"/>
              <a:gd name="T80" fmla="*/ 59 w 677"/>
              <a:gd name="T81" fmla="*/ 265 h 613"/>
              <a:gd name="T82" fmla="*/ 29 w 677"/>
              <a:gd name="T83" fmla="*/ 177 h 613"/>
              <a:gd name="T84" fmla="*/ 33 w 677"/>
              <a:gd name="T85" fmla="*/ 144 h 613"/>
              <a:gd name="T86" fmla="*/ 146 w 677"/>
              <a:gd name="T87" fmla="*/ 33 h 613"/>
              <a:gd name="T88" fmla="*/ 142 w 677"/>
              <a:gd name="T89" fmla="*/ 18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7" h="613">
                <a:moveTo>
                  <a:pt x="4" y="138"/>
                </a:moveTo>
                <a:lnTo>
                  <a:pt x="4" y="138"/>
                </a:lnTo>
                <a:cubicBezTo>
                  <a:pt x="1" y="151"/>
                  <a:pt x="0" y="165"/>
                  <a:pt x="0" y="177"/>
                </a:cubicBezTo>
                <a:cubicBezTo>
                  <a:pt x="0" y="217"/>
                  <a:pt x="13" y="253"/>
                  <a:pt x="35" y="283"/>
                </a:cubicBezTo>
                <a:lnTo>
                  <a:pt x="35" y="283"/>
                </a:lnTo>
                <a:cubicBezTo>
                  <a:pt x="302" y="596"/>
                  <a:pt x="302" y="596"/>
                  <a:pt x="302" y="596"/>
                </a:cubicBezTo>
                <a:lnTo>
                  <a:pt x="302" y="596"/>
                </a:lnTo>
                <a:cubicBezTo>
                  <a:pt x="312" y="607"/>
                  <a:pt x="324" y="612"/>
                  <a:pt x="338" y="612"/>
                </a:cubicBezTo>
                <a:cubicBezTo>
                  <a:pt x="350" y="612"/>
                  <a:pt x="364" y="607"/>
                  <a:pt x="374" y="596"/>
                </a:cubicBezTo>
                <a:lnTo>
                  <a:pt x="374" y="596"/>
                </a:lnTo>
                <a:cubicBezTo>
                  <a:pt x="640" y="283"/>
                  <a:pt x="640" y="283"/>
                  <a:pt x="640" y="283"/>
                </a:cubicBezTo>
                <a:lnTo>
                  <a:pt x="640" y="283"/>
                </a:lnTo>
                <a:cubicBezTo>
                  <a:pt x="663" y="253"/>
                  <a:pt x="676" y="217"/>
                  <a:pt x="676" y="177"/>
                </a:cubicBezTo>
                <a:cubicBezTo>
                  <a:pt x="676" y="165"/>
                  <a:pt x="675" y="151"/>
                  <a:pt x="672" y="138"/>
                </a:cubicBezTo>
                <a:cubicBezTo>
                  <a:pt x="657" y="71"/>
                  <a:pt x="603" y="17"/>
                  <a:pt x="535" y="4"/>
                </a:cubicBezTo>
                <a:cubicBezTo>
                  <a:pt x="524" y="2"/>
                  <a:pt x="512" y="0"/>
                  <a:pt x="500" y="0"/>
                </a:cubicBezTo>
                <a:cubicBezTo>
                  <a:pt x="428" y="0"/>
                  <a:pt x="366" y="44"/>
                  <a:pt x="338" y="107"/>
                </a:cubicBezTo>
                <a:cubicBezTo>
                  <a:pt x="310" y="44"/>
                  <a:pt x="248" y="0"/>
                  <a:pt x="176" y="0"/>
                </a:cubicBezTo>
                <a:cubicBezTo>
                  <a:pt x="164" y="0"/>
                  <a:pt x="152" y="2"/>
                  <a:pt x="139" y="4"/>
                </a:cubicBezTo>
                <a:lnTo>
                  <a:pt x="139" y="4"/>
                </a:lnTo>
                <a:cubicBezTo>
                  <a:pt x="73" y="17"/>
                  <a:pt x="19" y="71"/>
                  <a:pt x="4" y="138"/>
                </a:cubicBezTo>
                <a:close/>
                <a:moveTo>
                  <a:pt x="142" y="18"/>
                </a:moveTo>
                <a:lnTo>
                  <a:pt x="142" y="18"/>
                </a:lnTo>
                <a:cubicBezTo>
                  <a:pt x="146" y="33"/>
                  <a:pt x="146" y="33"/>
                  <a:pt x="146" y="33"/>
                </a:cubicBezTo>
                <a:cubicBezTo>
                  <a:pt x="156" y="31"/>
                  <a:pt x="165" y="29"/>
                  <a:pt x="176" y="29"/>
                </a:cubicBezTo>
                <a:cubicBezTo>
                  <a:pt x="216" y="29"/>
                  <a:pt x="254" y="46"/>
                  <a:pt x="280" y="73"/>
                </a:cubicBezTo>
                <a:cubicBezTo>
                  <a:pt x="306" y="100"/>
                  <a:pt x="323" y="137"/>
                  <a:pt x="323" y="177"/>
                </a:cubicBezTo>
                <a:cubicBezTo>
                  <a:pt x="323" y="181"/>
                  <a:pt x="324" y="185"/>
                  <a:pt x="327" y="188"/>
                </a:cubicBezTo>
                <a:cubicBezTo>
                  <a:pt x="330" y="191"/>
                  <a:pt x="334" y="192"/>
                  <a:pt x="338" y="192"/>
                </a:cubicBezTo>
                <a:cubicBezTo>
                  <a:pt x="342" y="192"/>
                  <a:pt x="345" y="191"/>
                  <a:pt x="348" y="188"/>
                </a:cubicBezTo>
                <a:cubicBezTo>
                  <a:pt x="350" y="185"/>
                  <a:pt x="353" y="181"/>
                  <a:pt x="353" y="177"/>
                </a:cubicBezTo>
                <a:cubicBezTo>
                  <a:pt x="353" y="137"/>
                  <a:pt x="370" y="100"/>
                  <a:pt x="396" y="73"/>
                </a:cubicBezTo>
                <a:cubicBezTo>
                  <a:pt x="422" y="46"/>
                  <a:pt x="459" y="29"/>
                  <a:pt x="500" y="29"/>
                </a:cubicBezTo>
                <a:cubicBezTo>
                  <a:pt x="509" y="29"/>
                  <a:pt x="520" y="31"/>
                  <a:pt x="530" y="33"/>
                </a:cubicBezTo>
                <a:cubicBezTo>
                  <a:pt x="585" y="43"/>
                  <a:pt x="631" y="89"/>
                  <a:pt x="643" y="144"/>
                </a:cubicBezTo>
                <a:cubicBezTo>
                  <a:pt x="646" y="155"/>
                  <a:pt x="647" y="166"/>
                  <a:pt x="647" y="177"/>
                </a:cubicBezTo>
                <a:cubicBezTo>
                  <a:pt x="647" y="210"/>
                  <a:pt x="636" y="241"/>
                  <a:pt x="617" y="265"/>
                </a:cubicBezTo>
                <a:cubicBezTo>
                  <a:pt x="352" y="576"/>
                  <a:pt x="352" y="576"/>
                  <a:pt x="352" y="576"/>
                </a:cubicBezTo>
                <a:cubicBezTo>
                  <a:pt x="348" y="580"/>
                  <a:pt x="343" y="583"/>
                  <a:pt x="338" y="583"/>
                </a:cubicBezTo>
                <a:cubicBezTo>
                  <a:pt x="332" y="583"/>
                  <a:pt x="328" y="580"/>
                  <a:pt x="324" y="576"/>
                </a:cubicBezTo>
                <a:cubicBezTo>
                  <a:pt x="59" y="265"/>
                  <a:pt x="59" y="265"/>
                  <a:pt x="59" y="265"/>
                </a:cubicBezTo>
                <a:cubicBezTo>
                  <a:pt x="40" y="241"/>
                  <a:pt x="29" y="210"/>
                  <a:pt x="29" y="177"/>
                </a:cubicBezTo>
                <a:cubicBezTo>
                  <a:pt x="29" y="166"/>
                  <a:pt x="30" y="155"/>
                  <a:pt x="33" y="144"/>
                </a:cubicBezTo>
                <a:cubicBezTo>
                  <a:pt x="44" y="89"/>
                  <a:pt x="89" y="43"/>
                  <a:pt x="146" y="33"/>
                </a:cubicBezTo>
                <a:lnTo>
                  <a:pt x="142" y="18"/>
                </a:lnTo>
                <a:close/>
              </a:path>
            </a:pathLst>
          </a:custGeom>
          <a:solidFill>
            <a:schemeClr val="tx2"/>
          </a:solidFill>
          <a:ln>
            <a:noFill/>
          </a:ln>
          <a:effectLst/>
        </p:spPr>
        <p:txBody>
          <a:bodyPr wrap="none" anchor="ctr"/>
          <a:lstStyle/>
          <a:p>
            <a:endParaRPr lang="da-DK">
              <a:solidFill>
                <a:schemeClr val="tx2"/>
              </a:solidFill>
            </a:endParaRPr>
          </a:p>
        </p:txBody>
      </p:sp>
      <p:grpSp>
        <p:nvGrpSpPr>
          <p:cNvPr id="687" name="Group 690">
            <a:extLst>
              <a:ext uri="{FF2B5EF4-FFF2-40B4-BE49-F238E27FC236}">
                <a16:creationId xmlns:a16="http://schemas.microsoft.com/office/drawing/2014/main" id="{6D8BC565-B9A0-0390-8EB1-23DE399ABE3B}"/>
              </a:ext>
            </a:extLst>
          </p:cNvPr>
          <p:cNvGrpSpPr/>
          <p:nvPr/>
        </p:nvGrpSpPr>
        <p:grpSpPr>
          <a:xfrm>
            <a:off x="1184795" y="2422153"/>
            <a:ext cx="255588" cy="212725"/>
            <a:chOff x="28575" y="2762250"/>
            <a:chExt cx="255588" cy="212725"/>
          </a:xfrm>
          <a:solidFill>
            <a:schemeClr val="tx2"/>
          </a:solidFill>
        </p:grpSpPr>
        <p:sp>
          <p:nvSpPr>
            <p:cNvPr id="688" name="Freeform 570">
              <a:extLst>
                <a:ext uri="{FF2B5EF4-FFF2-40B4-BE49-F238E27FC236}">
                  <a16:creationId xmlns:a16="http://schemas.microsoft.com/office/drawing/2014/main" id="{0B71BBBE-BE99-D232-EA43-E9FB446A5598}"/>
                </a:ext>
              </a:extLst>
            </p:cNvPr>
            <p:cNvSpPr>
              <a:spLocks noChangeArrowheads="1"/>
            </p:cNvSpPr>
            <p:nvPr/>
          </p:nvSpPr>
          <p:spPr bwMode="auto">
            <a:xfrm>
              <a:off x="28575" y="2762250"/>
              <a:ext cx="255588" cy="212725"/>
            </a:xfrm>
            <a:custGeom>
              <a:avLst/>
              <a:gdLst>
                <a:gd name="T0" fmla="*/ 0 w 708"/>
                <a:gd name="T1" fmla="*/ 45 h 590"/>
                <a:gd name="T2" fmla="*/ 0 w 708"/>
                <a:gd name="T3" fmla="*/ 45 h 590"/>
                <a:gd name="T4" fmla="*/ 0 w 708"/>
                <a:gd name="T5" fmla="*/ 545 h 590"/>
                <a:gd name="T6" fmla="*/ 44 w 708"/>
                <a:gd name="T7" fmla="*/ 589 h 590"/>
                <a:gd name="T8" fmla="*/ 428 w 708"/>
                <a:gd name="T9" fmla="*/ 589 h 590"/>
                <a:gd name="T10" fmla="*/ 428 w 708"/>
                <a:gd name="T11" fmla="*/ 589 h 590"/>
                <a:gd name="T12" fmla="*/ 428 w 708"/>
                <a:gd name="T13" fmla="*/ 589 h 590"/>
                <a:gd name="T14" fmla="*/ 634 w 708"/>
                <a:gd name="T15" fmla="*/ 589 h 590"/>
                <a:gd name="T16" fmla="*/ 663 w 708"/>
                <a:gd name="T17" fmla="*/ 589 h 590"/>
                <a:gd name="T18" fmla="*/ 707 w 708"/>
                <a:gd name="T19" fmla="*/ 545 h 590"/>
                <a:gd name="T20" fmla="*/ 707 w 708"/>
                <a:gd name="T21" fmla="*/ 45 h 590"/>
                <a:gd name="T22" fmla="*/ 663 w 708"/>
                <a:gd name="T23" fmla="*/ 0 h 590"/>
                <a:gd name="T24" fmla="*/ 44 w 708"/>
                <a:gd name="T25" fmla="*/ 0 h 590"/>
                <a:gd name="T26" fmla="*/ 0 w 708"/>
                <a:gd name="T27" fmla="*/ 45 h 590"/>
                <a:gd name="T28" fmla="*/ 435 w 708"/>
                <a:gd name="T29" fmla="*/ 560 h 590"/>
                <a:gd name="T30" fmla="*/ 435 w 708"/>
                <a:gd name="T31" fmla="*/ 560 h 590"/>
                <a:gd name="T32" fmla="*/ 297 w 708"/>
                <a:gd name="T33" fmla="*/ 342 h 590"/>
                <a:gd name="T34" fmla="*/ 369 w 708"/>
                <a:gd name="T35" fmla="*/ 246 h 590"/>
                <a:gd name="T36" fmla="*/ 605 w 708"/>
                <a:gd name="T37" fmla="*/ 560 h 590"/>
                <a:gd name="T38" fmla="*/ 435 w 708"/>
                <a:gd name="T39" fmla="*/ 560 h 590"/>
                <a:gd name="T40" fmla="*/ 266 w 708"/>
                <a:gd name="T41" fmla="*/ 348 h 590"/>
                <a:gd name="T42" fmla="*/ 266 w 708"/>
                <a:gd name="T43" fmla="*/ 348 h 590"/>
                <a:gd name="T44" fmla="*/ 266 w 708"/>
                <a:gd name="T45" fmla="*/ 348 h 590"/>
                <a:gd name="T46" fmla="*/ 400 w 708"/>
                <a:gd name="T47" fmla="*/ 560 h 590"/>
                <a:gd name="T48" fmla="*/ 69 w 708"/>
                <a:gd name="T49" fmla="*/ 560 h 590"/>
                <a:gd name="T50" fmla="*/ 222 w 708"/>
                <a:gd name="T51" fmla="*/ 279 h 590"/>
                <a:gd name="T52" fmla="*/ 266 w 708"/>
                <a:gd name="T53" fmla="*/ 348 h 590"/>
                <a:gd name="T54" fmla="*/ 30 w 708"/>
                <a:gd name="T55" fmla="*/ 45 h 590"/>
                <a:gd name="T56" fmla="*/ 30 w 708"/>
                <a:gd name="T57" fmla="*/ 45 h 590"/>
                <a:gd name="T58" fmla="*/ 44 w 708"/>
                <a:gd name="T59" fmla="*/ 29 h 590"/>
                <a:gd name="T60" fmla="*/ 663 w 708"/>
                <a:gd name="T61" fmla="*/ 29 h 590"/>
                <a:gd name="T62" fmla="*/ 678 w 708"/>
                <a:gd name="T63" fmla="*/ 45 h 590"/>
                <a:gd name="T64" fmla="*/ 678 w 708"/>
                <a:gd name="T65" fmla="*/ 545 h 590"/>
                <a:gd name="T66" fmla="*/ 663 w 708"/>
                <a:gd name="T67" fmla="*/ 560 h 590"/>
                <a:gd name="T68" fmla="*/ 641 w 708"/>
                <a:gd name="T69" fmla="*/ 560 h 590"/>
                <a:gd name="T70" fmla="*/ 380 w 708"/>
                <a:gd name="T71" fmla="*/ 212 h 590"/>
                <a:gd name="T72" fmla="*/ 369 w 708"/>
                <a:gd name="T73" fmla="*/ 206 h 590"/>
                <a:gd name="T74" fmla="*/ 356 w 708"/>
                <a:gd name="T75" fmla="*/ 212 h 590"/>
                <a:gd name="T76" fmla="*/ 280 w 708"/>
                <a:gd name="T77" fmla="*/ 315 h 590"/>
                <a:gd name="T78" fmla="*/ 233 w 708"/>
                <a:gd name="T79" fmla="*/ 242 h 590"/>
                <a:gd name="T80" fmla="*/ 221 w 708"/>
                <a:gd name="T81" fmla="*/ 235 h 590"/>
                <a:gd name="T82" fmla="*/ 208 w 708"/>
                <a:gd name="T83" fmla="*/ 243 h 590"/>
                <a:gd name="T84" fmla="*/ 37 w 708"/>
                <a:gd name="T85" fmla="*/ 557 h 590"/>
                <a:gd name="T86" fmla="*/ 30 w 708"/>
                <a:gd name="T87" fmla="*/ 545 h 590"/>
                <a:gd name="T88" fmla="*/ 30 w 708"/>
                <a:gd name="T89" fmla="*/ 4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0">
                  <a:moveTo>
                    <a:pt x="0" y="45"/>
                  </a:moveTo>
                  <a:lnTo>
                    <a:pt x="0" y="45"/>
                  </a:lnTo>
                  <a:cubicBezTo>
                    <a:pt x="0" y="545"/>
                    <a:pt x="0" y="545"/>
                    <a:pt x="0" y="545"/>
                  </a:cubicBezTo>
                  <a:cubicBezTo>
                    <a:pt x="0" y="569"/>
                    <a:pt x="20" y="589"/>
                    <a:pt x="44" y="589"/>
                  </a:cubicBezTo>
                  <a:cubicBezTo>
                    <a:pt x="428" y="589"/>
                    <a:pt x="428" y="589"/>
                    <a:pt x="428" y="589"/>
                  </a:cubicBezTo>
                  <a:lnTo>
                    <a:pt x="428" y="589"/>
                  </a:lnTo>
                  <a:lnTo>
                    <a:pt x="428" y="589"/>
                  </a:lnTo>
                  <a:cubicBezTo>
                    <a:pt x="634" y="589"/>
                    <a:pt x="634" y="589"/>
                    <a:pt x="634" y="589"/>
                  </a:cubicBezTo>
                  <a:cubicBezTo>
                    <a:pt x="663" y="589"/>
                    <a:pt x="663" y="589"/>
                    <a:pt x="663" y="589"/>
                  </a:cubicBezTo>
                  <a:cubicBezTo>
                    <a:pt x="688" y="589"/>
                    <a:pt x="707" y="569"/>
                    <a:pt x="707" y="545"/>
                  </a:cubicBezTo>
                  <a:cubicBezTo>
                    <a:pt x="707" y="45"/>
                    <a:pt x="707" y="45"/>
                    <a:pt x="707" y="45"/>
                  </a:cubicBezTo>
                  <a:cubicBezTo>
                    <a:pt x="707" y="20"/>
                    <a:pt x="688" y="0"/>
                    <a:pt x="663" y="0"/>
                  </a:cubicBezTo>
                  <a:cubicBezTo>
                    <a:pt x="44" y="0"/>
                    <a:pt x="44" y="0"/>
                    <a:pt x="44" y="0"/>
                  </a:cubicBezTo>
                  <a:cubicBezTo>
                    <a:pt x="20" y="0"/>
                    <a:pt x="0" y="20"/>
                    <a:pt x="0" y="45"/>
                  </a:cubicBezTo>
                  <a:close/>
                  <a:moveTo>
                    <a:pt x="435" y="560"/>
                  </a:moveTo>
                  <a:lnTo>
                    <a:pt x="435" y="560"/>
                  </a:lnTo>
                  <a:cubicBezTo>
                    <a:pt x="297" y="342"/>
                    <a:pt x="297" y="342"/>
                    <a:pt x="297" y="342"/>
                  </a:cubicBezTo>
                  <a:cubicBezTo>
                    <a:pt x="369" y="246"/>
                    <a:pt x="369" y="246"/>
                    <a:pt x="369" y="246"/>
                  </a:cubicBezTo>
                  <a:cubicBezTo>
                    <a:pt x="605" y="560"/>
                    <a:pt x="605" y="560"/>
                    <a:pt x="605" y="560"/>
                  </a:cubicBezTo>
                  <a:lnTo>
                    <a:pt x="435" y="560"/>
                  </a:lnTo>
                  <a:close/>
                  <a:moveTo>
                    <a:pt x="266" y="348"/>
                  </a:moveTo>
                  <a:lnTo>
                    <a:pt x="266" y="348"/>
                  </a:lnTo>
                  <a:lnTo>
                    <a:pt x="266" y="348"/>
                  </a:lnTo>
                  <a:cubicBezTo>
                    <a:pt x="400" y="560"/>
                    <a:pt x="400" y="560"/>
                    <a:pt x="400" y="560"/>
                  </a:cubicBezTo>
                  <a:cubicBezTo>
                    <a:pt x="69" y="560"/>
                    <a:pt x="69" y="560"/>
                    <a:pt x="69" y="560"/>
                  </a:cubicBezTo>
                  <a:cubicBezTo>
                    <a:pt x="222" y="279"/>
                    <a:pt x="222" y="279"/>
                    <a:pt x="222" y="279"/>
                  </a:cubicBezTo>
                  <a:lnTo>
                    <a:pt x="266" y="348"/>
                  </a:lnTo>
                  <a:close/>
                  <a:moveTo>
                    <a:pt x="30" y="45"/>
                  </a:moveTo>
                  <a:lnTo>
                    <a:pt x="30" y="45"/>
                  </a:lnTo>
                  <a:cubicBezTo>
                    <a:pt x="30" y="36"/>
                    <a:pt x="36" y="29"/>
                    <a:pt x="44" y="29"/>
                  </a:cubicBezTo>
                  <a:cubicBezTo>
                    <a:pt x="663" y="29"/>
                    <a:pt x="663" y="29"/>
                    <a:pt x="663" y="29"/>
                  </a:cubicBezTo>
                  <a:cubicBezTo>
                    <a:pt x="671" y="29"/>
                    <a:pt x="678" y="36"/>
                    <a:pt x="678" y="45"/>
                  </a:cubicBezTo>
                  <a:cubicBezTo>
                    <a:pt x="678" y="545"/>
                    <a:pt x="678" y="545"/>
                    <a:pt x="678" y="545"/>
                  </a:cubicBezTo>
                  <a:cubicBezTo>
                    <a:pt x="678" y="553"/>
                    <a:pt x="671" y="560"/>
                    <a:pt x="663" y="560"/>
                  </a:cubicBezTo>
                  <a:cubicBezTo>
                    <a:pt x="641" y="560"/>
                    <a:pt x="641" y="560"/>
                    <a:pt x="641" y="560"/>
                  </a:cubicBezTo>
                  <a:cubicBezTo>
                    <a:pt x="380" y="212"/>
                    <a:pt x="380" y="212"/>
                    <a:pt x="380" y="212"/>
                  </a:cubicBezTo>
                  <a:cubicBezTo>
                    <a:pt x="377" y="209"/>
                    <a:pt x="373" y="206"/>
                    <a:pt x="369" y="206"/>
                  </a:cubicBezTo>
                  <a:cubicBezTo>
                    <a:pt x="364" y="206"/>
                    <a:pt x="359" y="209"/>
                    <a:pt x="356" y="212"/>
                  </a:cubicBezTo>
                  <a:cubicBezTo>
                    <a:pt x="280" y="315"/>
                    <a:pt x="280" y="315"/>
                    <a:pt x="280" y="315"/>
                  </a:cubicBezTo>
                  <a:cubicBezTo>
                    <a:pt x="233" y="242"/>
                    <a:pt x="233" y="242"/>
                    <a:pt x="233" y="242"/>
                  </a:cubicBezTo>
                  <a:cubicBezTo>
                    <a:pt x="230" y="238"/>
                    <a:pt x="226" y="235"/>
                    <a:pt x="221" y="235"/>
                  </a:cubicBezTo>
                  <a:cubicBezTo>
                    <a:pt x="215" y="237"/>
                    <a:pt x="211" y="239"/>
                    <a:pt x="208" y="243"/>
                  </a:cubicBezTo>
                  <a:cubicBezTo>
                    <a:pt x="37" y="557"/>
                    <a:pt x="37" y="557"/>
                    <a:pt x="37" y="557"/>
                  </a:cubicBezTo>
                  <a:cubicBezTo>
                    <a:pt x="33" y="556"/>
                    <a:pt x="30" y="550"/>
                    <a:pt x="30" y="545"/>
                  </a:cubicBezTo>
                  <a:lnTo>
                    <a:pt x="30"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9" name="Freeform 571">
              <a:extLst>
                <a:ext uri="{FF2B5EF4-FFF2-40B4-BE49-F238E27FC236}">
                  <a16:creationId xmlns:a16="http://schemas.microsoft.com/office/drawing/2014/main" id="{389647BD-0B1B-991C-A296-DCCDC180EA6E}"/>
                </a:ext>
              </a:extLst>
            </p:cNvPr>
            <p:cNvSpPr>
              <a:spLocks noChangeArrowheads="1"/>
            </p:cNvSpPr>
            <p:nvPr/>
          </p:nvSpPr>
          <p:spPr bwMode="auto">
            <a:xfrm>
              <a:off x="198438" y="2794000"/>
              <a:ext cx="53975" cy="52388"/>
            </a:xfrm>
            <a:custGeom>
              <a:avLst/>
              <a:gdLst>
                <a:gd name="T0" fmla="*/ 73 w 148"/>
                <a:gd name="T1" fmla="*/ 146 h 147"/>
                <a:gd name="T2" fmla="*/ 73 w 148"/>
                <a:gd name="T3" fmla="*/ 146 h 147"/>
                <a:gd name="T4" fmla="*/ 147 w 148"/>
                <a:gd name="T5" fmla="*/ 73 h 147"/>
                <a:gd name="T6" fmla="*/ 73 w 148"/>
                <a:gd name="T7" fmla="*/ 0 h 147"/>
                <a:gd name="T8" fmla="*/ 0 w 148"/>
                <a:gd name="T9" fmla="*/ 73 h 147"/>
                <a:gd name="T10" fmla="*/ 73 w 148"/>
                <a:gd name="T11" fmla="*/ 146 h 147"/>
                <a:gd name="T12" fmla="*/ 73 w 148"/>
                <a:gd name="T13" fmla="*/ 29 h 147"/>
                <a:gd name="T14" fmla="*/ 73 w 148"/>
                <a:gd name="T15" fmla="*/ 29 h 147"/>
                <a:gd name="T16" fmla="*/ 118 w 148"/>
                <a:gd name="T17" fmla="*/ 73 h 147"/>
                <a:gd name="T18" fmla="*/ 73 w 148"/>
                <a:gd name="T19" fmla="*/ 117 h 147"/>
                <a:gd name="T20" fmla="*/ 29 w 148"/>
                <a:gd name="T21" fmla="*/ 73 h 147"/>
                <a:gd name="T22" fmla="*/ 73 w 148"/>
                <a:gd name="T23"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7">
                  <a:moveTo>
                    <a:pt x="73" y="146"/>
                  </a:moveTo>
                  <a:lnTo>
                    <a:pt x="73" y="146"/>
                  </a:lnTo>
                  <a:cubicBezTo>
                    <a:pt x="113" y="146"/>
                    <a:pt x="147" y="114"/>
                    <a:pt x="147" y="73"/>
                  </a:cubicBezTo>
                  <a:cubicBezTo>
                    <a:pt x="147" y="33"/>
                    <a:pt x="113" y="0"/>
                    <a:pt x="73" y="0"/>
                  </a:cubicBezTo>
                  <a:cubicBezTo>
                    <a:pt x="32" y="0"/>
                    <a:pt x="0" y="33"/>
                    <a:pt x="0" y="73"/>
                  </a:cubicBezTo>
                  <a:cubicBezTo>
                    <a:pt x="0" y="114"/>
                    <a:pt x="32" y="146"/>
                    <a:pt x="73" y="146"/>
                  </a:cubicBezTo>
                  <a:close/>
                  <a:moveTo>
                    <a:pt x="73" y="29"/>
                  </a:moveTo>
                  <a:lnTo>
                    <a:pt x="73" y="29"/>
                  </a:lnTo>
                  <a:cubicBezTo>
                    <a:pt x="98" y="29"/>
                    <a:pt x="118" y="48"/>
                    <a:pt x="118" y="73"/>
                  </a:cubicBezTo>
                  <a:cubicBezTo>
                    <a:pt x="118" y="98"/>
                    <a:pt x="98" y="117"/>
                    <a:pt x="73" y="117"/>
                  </a:cubicBezTo>
                  <a:cubicBezTo>
                    <a:pt x="48" y="117"/>
                    <a:pt x="29" y="98"/>
                    <a:pt x="29" y="73"/>
                  </a:cubicBezTo>
                  <a:cubicBezTo>
                    <a:pt x="29" y="48"/>
                    <a:pt x="48"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0" name="Group 693">
            <a:extLst>
              <a:ext uri="{FF2B5EF4-FFF2-40B4-BE49-F238E27FC236}">
                <a16:creationId xmlns:a16="http://schemas.microsoft.com/office/drawing/2014/main" id="{CA6CDC49-3310-BFC0-3778-680753DAC478}"/>
              </a:ext>
            </a:extLst>
          </p:cNvPr>
          <p:cNvGrpSpPr/>
          <p:nvPr/>
        </p:nvGrpSpPr>
        <p:grpSpPr>
          <a:xfrm>
            <a:off x="1691208" y="1382341"/>
            <a:ext cx="255587" cy="255587"/>
            <a:chOff x="534988" y="1703388"/>
            <a:chExt cx="255587" cy="255587"/>
          </a:xfrm>
          <a:solidFill>
            <a:schemeClr val="tx2"/>
          </a:solidFill>
        </p:grpSpPr>
        <p:sp>
          <p:nvSpPr>
            <p:cNvPr id="691" name="Freeform 572">
              <a:extLst>
                <a:ext uri="{FF2B5EF4-FFF2-40B4-BE49-F238E27FC236}">
                  <a16:creationId xmlns:a16="http://schemas.microsoft.com/office/drawing/2014/main" id="{0DA1B506-073D-3859-3F7E-E197A403BCDD}"/>
                </a:ext>
              </a:extLst>
            </p:cNvPr>
            <p:cNvSpPr>
              <a:spLocks noChangeArrowheads="1"/>
            </p:cNvSpPr>
            <p:nvPr/>
          </p:nvSpPr>
          <p:spPr bwMode="auto">
            <a:xfrm>
              <a:off x="715963" y="18780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2" name="Freeform 573">
              <a:extLst>
                <a:ext uri="{FF2B5EF4-FFF2-40B4-BE49-F238E27FC236}">
                  <a16:creationId xmlns:a16="http://schemas.microsoft.com/office/drawing/2014/main" id="{F630442F-24E0-9A9D-6CD2-ED06174E0422}"/>
                </a:ext>
              </a:extLst>
            </p:cNvPr>
            <p:cNvSpPr>
              <a:spLocks noChangeArrowheads="1"/>
            </p:cNvSpPr>
            <p:nvPr/>
          </p:nvSpPr>
          <p:spPr bwMode="auto">
            <a:xfrm>
              <a:off x="619125" y="17795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3" name="Freeform 574">
              <a:extLst>
                <a:ext uri="{FF2B5EF4-FFF2-40B4-BE49-F238E27FC236}">
                  <a16:creationId xmlns:a16="http://schemas.microsoft.com/office/drawing/2014/main" id="{ED082248-F23E-00DD-F841-6337FC0F7CA4}"/>
                </a:ext>
              </a:extLst>
            </p:cNvPr>
            <p:cNvSpPr>
              <a:spLocks noChangeArrowheads="1"/>
            </p:cNvSpPr>
            <p:nvPr/>
          </p:nvSpPr>
          <p:spPr bwMode="auto">
            <a:xfrm>
              <a:off x="534988" y="1703388"/>
              <a:ext cx="255587" cy="255587"/>
            </a:xfrm>
            <a:custGeom>
              <a:avLst/>
              <a:gdLst>
                <a:gd name="T0" fmla="*/ 707 w 708"/>
                <a:gd name="T1" fmla="*/ 353 h 708"/>
                <a:gd name="T2" fmla="*/ 0 w 708"/>
                <a:gd name="T3" fmla="*/ 353 h 708"/>
                <a:gd name="T4" fmla="*/ 707 w 708"/>
                <a:gd name="T5" fmla="*/ 353 h 708"/>
                <a:gd name="T6" fmla="*/ 124 w 708"/>
                <a:gd name="T7" fmla="*/ 124 h 708"/>
                <a:gd name="T8" fmla="*/ 583 w 708"/>
                <a:gd name="T9" fmla="*/ 124 h 708"/>
                <a:gd name="T10" fmla="*/ 583 w 708"/>
                <a:gd name="T11" fmla="*/ 582 h 708"/>
                <a:gd name="T12" fmla="*/ 218 w 708"/>
                <a:gd name="T13" fmla="*/ 647 h 708"/>
                <a:gd name="T14" fmla="*/ 327 w 708"/>
                <a:gd name="T15" fmla="*/ 537 h 708"/>
                <a:gd name="T16" fmla="*/ 504 w 708"/>
                <a:gd name="T17" fmla="*/ 486 h 708"/>
                <a:gd name="T18" fmla="*/ 542 w 708"/>
                <a:gd name="T19" fmla="*/ 269 h 708"/>
                <a:gd name="T20" fmla="*/ 542 w 708"/>
                <a:gd name="T21" fmla="*/ 267 h 708"/>
                <a:gd name="T22" fmla="*/ 539 w 708"/>
                <a:gd name="T23" fmla="*/ 263 h 708"/>
                <a:gd name="T24" fmla="*/ 536 w 708"/>
                <a:gd name="T25" fmla="*/ 262 h 708"/>
                <a:gd name="T26" fmla="*/ 530 w 708"/>
                <a:gd name="T27" fmla="*/ 259 h 708"/>
                <a:gd name="T28" fmla="*/ 525 w 708"/>
                <a:gd name="T29" fmla="*/ 259 h 708"/>
                <a:gd name="T30" fmla="*/ 522 w 708"/>
                <a:gd name="T31" fmla="*/ 261 h 708"/>
                <a:gd name="T32" fmla="*/ 518 w 708"/>
                <a:gd name="T33" fmla="*/ 263 h 708"/>
                <a:gd name="T34" fmla="*/ 410 w 708"/>
                <a:gd name="T35" fmla="*/ 366 h 708"/>
                <a:gd name="T36" fmla="*/ 358 w 708"/>
                <a:gd name="T37" fmla="*/ 319 h 708"/>
                <a:gd name="T38" fmla="*/ 358 w 708"/>
                <a:gd name="T39" fmla="*/ 298 h 708"/>
                <a:gd name="T40" fmla="*/ 456 w 708"/>
                <a:gd name="T41" fmla="*/ 198 h 708"/>
                <a:gd name="T42" fmla="*/ 459 w 708"/>
                <a:gd name="T43" fmla="*/ 197 h 708"/>
                <a:gd name="T44" fmla="*/ 460 w 708"/>
                <a:gd name="T45" fmla="*/ 191 h 708"/>
                <a:gd name="T46" fmla="*/ 459 w 708"/>
                <a:gd name="T47" fmla="*/ 186 h 708"/>
                <a:gd name="T48" fmla="*/ 456 w 708"/>
                <a:gd name="T49" fmla="*/ 180 h 708"/>
                <a:gd name="T50" fmla="*/ 453 w 708"/>
                <a:gd name="T51" fmla="*/ 179 h 708"/>
                <a:gd name="T52" fmla="*/ 450 w 708"/>
                <a:gd name="T53" fmla="*/ 178 h 708"/>
                <a:gd name="T54" fmla="*/ 369 w 708"/>
                <a:gd name="T55" fmla="*/ 158 h 708"/>
                <a:gd name="T56" fmla="*/ 177 w 708"/>
                <a:gd name="T57" fmla="*/ 350 h 708"/>
                <a:gd name="T58" fmla="*/ 112 w 708"/>
                <a:gd name="T59" fmla="*/ 462 h 708"/>
                <a:gd name="T60" fmla="*/ 30 w 708"/>
                <a:gd name="T61" fmla="*/ 353 h 708"/>
                <a:gd name="T62" fmla="*/ 83 w 708"/>
                <a:gd name="T63" fmla="*/ 531 h 708"/>
                <a:gd name="T64" fmla="*/ 133 w 708"/>
                <a:gd name="T65" fmla="*/ 483 h 708"/>
                <a:gd name="T66" fmla="*/ 210 w 708"/>
                <a:gd name="T67" fmla="*/ 404 h 708"/>
                <a:gd name="T68" fmla="*/ 213 w 708"/>
                <a:gd name="T69" fmla="*/ 400 h 708"/>
                <a:gd name="T70" fmla="*/ 213 w 708"/>
                <a:gd name="T71" fmla="*/ 393 h 708"/>
                <a:gd name="T72" fmla="*/ 213 w 708"/>
                <a:gd name="T73" fmla="*/ 392 h 708"/>
                <a:gd name="T74" fmla="*/ 254 w 708"/>
                <a:gd name="T75" fmla="*/ 236 h 708"/>
                <a:gd name="T76" fmla="*/ 369 w 708"/>
                <a:gd name="T77" fmla="*/ 189 h 708"/>
                <a:gd name="T78" fmla="*/ 337 w 708"/>
                <a:gd name="T79" fmla="*/ 277 h 708"/>
                <a:gd name="T80" fmla="*/ 337 w 708"/>
                <a:gd name="T81" fmla="*/ 339 h 708"/>
                <a:gd name="T82" fmla="*/ 410 w 708"/>
                <a:gd name="T83" fmla="*/ 394 h 708"/>
                <a:gd name="T84" fmla="*/ 522 w 708"/>
                <a:gd name="T85" fmla="*/ 301 h 708"/>
                <a:gd name="T86" fmla="*/ 483 w 708"/>
                <a:gd name="T87" fmla="*/ 465 h 708"/>
                <a:gd name="T88" fmla="*/ 369 w 708"/>
                <a:gd name="T89" fmla="*/ 512 h 708"/>
                <a:gd name="T90" fmla="*/ 325 w 708"/>
                <a:gd name="T91" fmla="*/ 506 h 708"/>
                <a:gd name="T92" fmla="*/ 319 w 708"/>
                <a:gd name="T93" fmla="*/ 506 h 708"/>
                <a:gd name="T94" fmla="*/ 314 w 708"/>
                <a:gd name="T95" fmla="*/ 509 h 708"/>
                <a:gd name="T96" fmla="*/ 298 w 708"/>
                <a:gd name="T97" fmla="*/ 524 h 708"/>
                <a:gd name="T98" fmla="*/ 191 w 708"/>
                <a:gd name="T99" fmla="*/ 632 h 708"/>
                <a:gd name="T100" fmla="*/ 83 w 708"/>
                <a:gd name="T101" fmla="*/ 53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08" h="708">
                  <a:moveTo>
                    <a:pt x="707" y="353"/>
                  </a:moveTo>
                  <a:lnTo>
                    <a:pt x="707" y="353"/>
                  </a:lnTo>
                  <a:cubicBezTo>
                    <a:pt x="707" y="157"/>
                    <a:pt x="550" y="0"/>
                    <a:pt x="354" y="0"/>
                  </a:cubicBezTo>
                  <a:cubicBezTo>
                    <a:pt x="159" y="0"/>
                    <a:pt x="0" y="157"/>
                    <a:pt x="0" y="353"/>
                  </a:cubicBezTo>
                  <a:cubicBezTo>
                    <a:pt x="0" y="548"/>
                    <a:pt x="159" y="707"/>
                    <a:pt x="354" y="707"/>
                  </a:cubicBezTo>
                  <a:cubicBezTo>
                    <a:pt x="550" y="707"/>
                    <a:pt x="707" y="548"/>
                    <a:pt x="707" y="353"/>
                  </a:cubicBezTo>
                  <a:close/>
                  <a:moveTo>
                    <a:pt x="124" y="124"/>
                  </a:moveTo>
                  <a:lnTo>
                    <a:pt x="124" y="124"/>
                  </a:lnTo>
                  <a:cubicBezTo>
                    <a:pt x="184" y="64"/>
                    <a:pt x="264" y="28"/>
                    <a:pt x="354" y="28"/>
                  </a:cubicBezTo>
                  <a:cubicBezTo>
                    <a:pt x="443" y="28"/>
                    <a:pt x="525" y="64"/>
                    <a:pt x="583" y="124"/>
                  </a:cubicBezTo>
                  <a:cubicBezTo>
                    <a:pt x="642" y="182"/>
                    <a:pt x="678" y="263"/>
                    <a:pt x="678" y="353"/>
                  </a:cubicBezTo>
                  <a:cubicBezTo>
                    <a:pt x="678" y="443"/>
                    <a:pt x="642" y="523"/>
                    <a:pt x="583" y="582"/>
                  </a:cubicBezTo>
                  <a:cubicBezTo>
                    <a:pt x="525" y="640"/>
                    <a:pt x="443" y="676"/>
                    <a:pt x="354" y="676"/>
                  </a:cubicBezTo>
                  <a:cubicBezTo>
                    <a:pt x="305" y="676"/>
                    <a:pt x="260" y="667"/>
                    <a:pt x="218" y="647"/>
                  </a:cubicBezTo>
                  <a:cubicBezTo>
                    <a:pt x="319" y="545"/>
                    <a:pt x="319" y="545"/>
                    <a:pt x="319" y="545"/>
                  </a:cubicBezTo>
                  <a:cubicBezTo>
                    <a:pt x="327" y="537"/>
                    <a:pt x="327" y="537"/>
                    <a:pt x="327" y="537"/>
                  </a:cubicBezTo>
                  <a:cubicBezTo>
                    <a:pt x="341" y="540"/>
                    <a:pt x="355" y="541"/>
                    <a:pt x="369" y="541"/>
                  </a:cubicBezTo>
                  <a:cubicBezTo>
                    <a:pt x="417" y="541"/>
                    <a:pt x="467" y="523"/>
                    <a:pt x="504" y="486"/>
                  </a:cubicBezTo>
                  <a:cubicBezTo>
                    <a:pt x="542" y="448"/>
                    <a:pt x="561" y="399"/>
                    <a:pt x="561" y="350"/>
                  </a:cubicBezTo>
                  <a:cubicBezTo>
                    <a:pt x="561" y="323"/>
                    <a:pt x="554" y="294"/>
                    <a:pt x="542" y="269"/>
                  </a:cubicBezTo>
                  <a:lnTo>
                    <a:pt x="542" y="269"/>
                  </a:lnTo>
                  <a:cubicBezTo>
                    <a:pt x="542" y="267"/>
                    <a:pt x="542" y="267"/>
                    <a:pt x="542" y="267"/>
                  </a:cubicBezTo>
                  <a:lnTo>
                    <a:pt x="540" y="266"/>
                  </a:lnTo>
                  <a:cubicBezTo>
                    <a:pt x="540" y="265"/>
                    <a:pt x="539" y="265"/>
                    <a:pt x="539" y="263"/>
                  </a:cubicBezTo>
                  <a:lnTo>
                    <a:pt x="539" y="263"/>
                  </a:lnTo>
                  <a:cubicBezTo>
                    <a:pt x="537" y="262"/>
                    <a:pt x="536" y="262"/>
                    <a:pt x="536" y="262"/>
                  </a:cubicBezTo>
                  <a:cubicBezTo>
                    <a:pt x="535" y="261"/>
                    <a:pt x="535" y="261"/>
                    <a:pt x="533" y="261"/>
                  </a:cubicBezTo>
                  <a:cubicBezTo>
                    <a:pt x="532" y="261"/>
                    <a:pt x="532" y="261"/>
                    <a:pt x="530" y="259"/>
                  </a:cubicBezTo>
                  <a:cubicBezTo>
                    <a:pt x="529" y="259"/>
                    <a:pt x="529" y="259"/>
                    <a:pt x="528" y="259"/>
                  </a:cubicBezTo>
                  <a:cubicBezTo>
                    <a:pt x="526" y="259"/>
                    <a:pt x="526" y="259"/>
                    <a:pt x="525" y="259"/>
                  </a:cubicBezTo>
                  <a:cubicBezTo>
                    <a:pt x="525" y="261"/>
                    <a:pt x="524" y="261"/>
                    <a:pt x="522" y="261"/>
                  </a:cubicBezTo>
                  <a:lnTo>
                    <a:pt x="522" y="261"/>
                  </a:lnTo>
                  <a:cubicBezTo>
                    <a:pt x="521" y="261"/>
                    <a:pt x="521" y="262"/>
                    <a:pt x="519" y="262"/>
                  </a:cubicBezTo>
                  <a:cubicBezTo>
                    <a:pt x="519" y="263"/>
                    <a:pt x="518" y="263"/>
                    <a:pt x="518" y="263"/>
                  </a:cubicBezTo>
                  <a:cubicBezTo>
                    <a:pt x="421" y="360"/>
                    <a:pt x="421" y="360"/>
                    <a:pt x="421" y="360"/>
                  </a:cubicBezTo>
                  <a:cubicBezTo>
                    <a:pt x="417" y="364"/>
                    <a:pt x="414" y="366"/>
                    <a:pt x="410" y="366"/>
                  </a:cubicBezTo>
                  <a:cubicBezTo>
                    <a:pt x="406" y="366"/>
                    <a:pt x="403" y="364"/>
                    <a:pt x="399" y="360"/>
                  </a:cubicBezTo>
                  <a:cubicBezTo>
                    <a:pt x="358" y="319"/>
                    <a:pt x="358" y="319"/>
                    <a:pt x="358" y="319"/>
                  </a:cubicBezTo>
                  <a:cubicBezTo>
                    <a:pt x="355" y="316"/>
                    <a:pt x="354" y="312"/>
                    <a:pt x="354" y="309"/>
                  </a:cubicBezTo>
                  <a:cubicBezTo>
                    <a:pt x="354" y="305"/>
                    <a:pt x="355" y="301"/>
                    <a:pt x="358" y="298"/>
                  </a:cubicBezTo>
                  <a:cubicBezTo>
                    <a:pt x="456" y="201"/>
                    <a:pt x="456" y="201"/>
                    <a:pt x="456" y="201"/>
                  </a:cubicBezTo>
                  <a:cubicBezTo>
                    <a:pt x="456" y="200"/>
                    <a:pt x="456" y="200"/>
                    <a:pt x="456" y="198"/>
                  </a:cubicBezTo>
                  <a:cubicBezTo>
                    <a:pt x="457" y="198"/>
                    <a:pt x="457" y="198"/>
                    <a:pt x="459" y="197"/>
                  </a:cubicBezTo>
                  <a:lnTo>
                    <a:pt x="459" y="197"/>
                  </a:lnTo>
                  <a:cubicBezTo>
                    <a:pt x="459" y="196"/>
                    <a:pt x="459" y="194"/>
                    <a:pt x="459" y="193"/>
                  </a:cubicBezTo>
                  <a:lnTo>
                    <a:pt x="460" y="191"/>
                  </a:lnTo>
                  <a:cubicBezTo>
                    <a:pt x="460" y="190"/>
                    <a:pt x="459" y="189"/>
                    <a:pt x="459" y="189"/>
                  </a:cubicBezTo>
                  <a:cubicBezTo>
                    <a:pt x="459" y="187"/>
                    <a:pt x="459" y="186"/>
                    <a:pt x="459" y="186"/>
                  </a:cubicBezTo>
                  <a:cubicBezTo>
                    <a:pt x="459" y="185"/>
                    <a:pt x="457" y="185"/>
                    <a:pt x="457" y="183"/>
                  </a:cubicBezTo>
                  <a:cubicBezTo>
                    <a:pt x="457" y="182"/>
                    <a:pt x="456" y="182"/>
                    <a:pt x="456" y="180"/>
                  </a:cubicBezTo>
                  <a:cubicBezTo>
                    <a:pt x="456" y="180"/>
                    <a:pt x="456" y="180"/>
                    <a:pt x="455" y="180"/>
                  </a:cubicBezTo>
                  <a:cubicBezTo>
                    <a:pt x="455" y="179"/>
                    <a:pt x="453" y="179"/>
                    <a:pt x="453" y="179"/>
                  </a:cubicBezTo>
                  <a:lnTo>
                    <a:pt x="452" y="178"/>
                  </a:lnTo>
                  <a:cubicBezTo>
                    <a:pt x="450" y="178"/>
                    <a:pt x="450" y="178"/>
                    <a:pt x="450" y="178"/>
                  </a:cubicBezTo>
                  <a:cubicBezTo>
                    <a:pt x="450" y="178"/>
                    <a:pt x="450" y="178"/>
                    <a:pt x="450" y="176"/>
                  </a:cubicBezTo>
                  <a:cubicBezTo>
                    <a:pt x="424" y="165"/>
                    <a:pt x="396" y="158"/>
                    <a:pt x="369" y="158"/>
                  </a:cubicBezTo>
                  <a:cubicBezTo>
                    <a:pt x="319" y="158"/>
                    <a:pt x="271" y="178"/>
                    <a:pt x="234" y="215"/>
                  </a:cubicBezTo>
                  <a:cubicBezTo>
                    <a:pt x="196" y="252"/>
                    <a:pt x="177" y="301"/>
                    <a:pt x="177" y="350"/>
                  </a:cubicBezTo>
                  <a:cubicBezTo>
                    <a:pt x="177" y="364"/>
                    <a:pt x="180" y="378"/>
                    <a:pt x="182" y="390"/>
                  </a:cubicBezTo>
                  <a:cubicBezTo>
                    <a:pt x="112" y="462"/>
                    <a:pt x="112" y="462"/>
                    <a:pt x="112" y="462"/>
                  </a:cubicBezTo>
                  <a:cubicBezTo>
                    <a:pt x="68" y="505"/>
                    <a:pt x="68" y="505"/>
                    <a:pt x="68" y="505"/>
                  </a:cubicBezTo>
                  <a:cubicBezTo>
                    <a:pt x="44" y="459"/>
                    <a:pt x="30" y="408"/>
                    <a:pt x="30" y="353"/>
                  </a:cubicBezTo>
                  <a:cubicBezTo>
                    <a:pt x="30" y="263"/>
                    <a:pt x="66" y="182"/>
                    <a:pt x="124" y="124"/>
                  </a:cubicBezTo>
                  <a:close/>
                  <a:moveTo>
                    <a:pt x="83" y="531"/>
                  </a:moveTo>
                  <a:lnTo>
                    <a:pt x="83" y="531"/>
                  </a:lnTo>
                  <a:cubicBezTo>
                    <a:pt x="133" y="483"/>
                    <a:pt x="133" y="483"/>
                    <a:pt x="133" y="483"/>
                  </a:cubicBezTo>
                  <a:cubicBezTo>
                    <a:pt x="209" y="406"/>
                    <a:pt x="209" y="406"/>
                    <a:pt x="209" y="406"/>
                  </a:cubicBezTo>
                  <a:cubicBezTo>
                    <a:pt x="209" y="406"/>
                    <a:pt x="209" y="406"/>
                    <a:pt x="210" y="404"/>
                  </a:cubicBezTo>
                  <a:cubicBezTo>
                    <a:pt x="210" y="404"/>
                    <a:pt x="211" y="403"/>
                    <a:pt x="211" y="401"/>
                  </a:cubicBezTo>
                  <a:cubicBezTo>
                    <a:pt x="211" y="401"/>
                    <a:pt x="211" y="400"/>
                    <a:pt x="213" y="400"/>
                  </a:cubicBezTo>
                  <a:cubicBezTo>
                    <a:pt x="213" y="399"/>
                    <a:pt x="213" y="397"/>
                    <a:pt x="213" y="397"/>
                  </a:cubicBezTo>
                  <a:cubicBezTo>
                    <a:pt x="213" y="396"/>
                    <a:pt x="213" y="394"/>
                    <a:pt x="213" y="393"/>
                  </a:cubicBezTo>
                  <a:cubicBezTo>
                    <a:pt x="213" y="393"/>
                    <a:pt x="213" y="393"/>
                    <a:pt x="213" y="392"/>
                  </a:cubicBezTo>
                  <a:lnTo>
                    <a:pt x="213" y="392"/>
                  </a:lnTo>
                  <a:cubicBezTo>
                    <a:pt x="209" y="378"/>
                    <a:pt x="207" y="364"/>
                    <a:pt x="207" y="350"/>
                  </a:cubicBezTo>
                  <a:cubicBezTo>
                    <a:pt x="207" y="309"/>
                    <a:pt x="222" y="267"/>
                    <a:pt x="254" y="236"/>
                  </a:cubicBezTo>
                  <a:lnTo>
                    <a:pt x="254" y="236"/>
                  </a:lnTo>
                  <a:cubicBezTo>
                    <a:pt x="286" y="204"/>
                    <a:pt x="327" y="189"/>
                    <a:pt x="369" y="189"/>
                  </a:cubicBezTo>
                  <a:cubicBezTo>
                    <a:pt x="385" y="189"/>
                    <a:pt x="402" y="191"/>
                    <a:pt x="419" y="196"/>
                  </a:cubicBezTo>
                  <a:cubicBezTo>
                    <a:pt x="337" y="277"/>
                    <a:pt x="337" y="277"/>
                    <a:pt x="337" y="277"/>
                  </a:cubicBezTo>
                  <a:cubicBezTo>
                    <a:pt x="329" y="285"/>
                    <a:pt x="325" y="298"/>
                    <a:pt x="325" y="309"/>
                  </a:cubicBezTo>
                  <a:cubicBezTo>
                    <a:pt x="325" y="320"/>
                    <a:pt x="329" y="331"/>
                    <a:pt x="337" y="339"/>
                  </a:cubicBezTo>
                  <a:cubicBezTo>
                    <a:pt x="379" y="381"/>
                    <a:pt x="379" y="381"/>
                    <a:pt x="379" y="381"/>
                  </a:cubicBezTo>
                  <a:cubicBezTo>
                    <a:pt x="388" y="390"/>
                    <a:pt x="399" y="394"/>
                    <a:pt x="410" y="394"/>
                  </a:cubicBezTo>
                  <a:cubicBezTo>
                    <a:pt x="421" y="394"/>
                    <a:pt x="432" y="390"/>
                    <a:pt x="442" y="382"/>
                  </a:cubicBezTo>
                  <a:cubicBezTo>
                    <a:pt x="522" y="301"/>
                    <a:pt x="522" y="301"/>
                    <a:pt x="522" y="301"/>
                  </a:cubicBezTo>
                  <a:cubicBezTo>
                    <a:pt x="528" y="316"/>
                    <a:pt x="530" y="334"/>
                    <a:pt x="530" y="350"/>
                  </a:cubicBezTo>
                  <a:cubicBezTo>
                    <a:pt x="530" y="392"/>
                    <a:pt x="515" y="433"/>
                    <a:pt x="483" y="465"/>
                  </a:cubicBezTo>
                  <a:lnTo>
                    <a:pt x="483" y="465"/>
                  </a:lnTo>
                  <a:cubicBezTo>
                    <a:pt x="452" y="497"/>
                    <a:pt x="410" y="512"/>
                    <a:pt x="369" y="512"/>
                  </a:cubicBezTo>
                  <a:cubicBezTo>
                    <a:pt x="355" y="512"/>
                    <a:pt x="341" y="511"/>
                    <a:pt x="327" y="506"/>
                  </a:cubicBezTo>
                  <a:cubicBezTo>
                    <a:pt x="326" y="506"/>
                    <a:pt x="326" y="506"/>
                    <a:pt x="325" y="506"/>
                  </a:cubicBezTo>
                  <a:cubicBezTo>
                    <a:pt x="325" y="506"/>
                    <a:pt x="323" y="506"/>
                    <a:pt x="322" y="506"/>
                  </a:cubicBezTo>
                  <a:cubicBezTo>
                    <a:pt x="321" y="506"/>
                    <a:pt x="321" y="506"/>
                    <a:pt x="319" y="506"/>
                  </a:cubicBezTo>
                  <a:cubicBezTo>
                    <a:pt x="318" y="506"/>
                    <a:pt x="318" y="508"/>
                    <a:pt x="316" y="508"/>
                  </a:cubicBezTo>
                  <a:cubicBezTo>
                    <a:pt x="316" y="508"/>
                    <a:pt x="315" y="509"/>
                    <a:pt x="314" y="509"/>
                  </a:cubicBezTo>
                  <a:cubicBezTo>
                    <a:pt x="314" y="509"/>
                    <a:pt x="314" y="509"/>
                    <a:pt x="312" y="511"/>
                  </a:cubicBezTo>
                  <a:cubicBezTo>
                    <a:pt x="298" y="524"/>
                    <a:pt x="298" y="524"/>
                    <a:pt x="298" y="524"/>
                  </a:cubicBezTo>
                  <a:lnTo>
                    <a:pt x="298" y="524"/>
                  </a:lnTo>
                  <a:cubicBezTo>
                    <a:pt x="191" y="632"/>
                    <a:pt x="191" y="632"/>
                    <a:pt x="191" y="632"/>
                  </a:cubicBezTo>
                  <a:cubicBezTo>
                    <a:pt x="167" y="618"/>
                    <a:pt x="144" y="602"/>
                    <a:pt x="124" y="582"/>
                  </a:cubicBezTo>
                  <a:cubicBezTo>
                    <a:pt x="109" y="566"/>
                    <a:pt x="95" y="549"/>
                    <a:pt x="83" y="5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4" name="Group 697">
            <a:extLst>
              <a:ext uri="{FF2B5EF4-FFF2-40B4-BE49-F238E27FC236}">
                <a16:creationId xmlns:a16="http://schemas.microsoft.com/office/drawing/2014/main" id="{A1E78B04-CB1E-9990-BF21-2CA220F91DA7}"/>
              </a:ext>
            </a:extLst>
          </p:cNvPr>
          <p:cNvGrpSpPr/>
          <p:nvPr/>
        </p:nvGrpSpPr>
        <p:grpSpPr>
          <a:xfrm>
            <a:off x="3748608" y="2883321"/>
            <a:ext cx="158750" cy="255588"/>
            <a:chOff x="2592388" y="3219450"/>
            <a:chExt cx="158750" cy="255588"/>
          </a:xfrm>
          <a:solidFill>
            <a:schemeClr val="tx2"/>
          </a:solidFill>
        </p:grpSpPr>
        <p:sp>
          <p:nvSpPr>
            <p:cNvPr id="695" name="Freeform 575">
              <a:extLst>
                <a:ext uri="{FF2B5EF4-FFF2-40B4-BE49-F238E27FC236}">
                  <a16:creationId xmlns:a16="http://schemas.microsoft.com/office/drawing/2014/main" id="{CC47B4C0-CDB7-5A33-FF6C-CB43DB234243}"/>
                </a:ext>
              </a:extLst>
            </p:cNvPr>
            <p:cNvSpPr>
              <a:spLocks noChangeArrowheads="1"/>
            </p:cNvSpPr>
            <p:nvPr/>
          </p:nvSpPr>
          <p:spPr bwMode="auto">
            <a:xfrm>
              <a:off x="2646363" y="3441700"/>
              <a:ext cx="52387" cy="11113"/>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5" y="0"/>
                    <a:pt x="0" y="7"/>
                    <a:pt x="0" y="15"/>
                  </a:cubicBezTo>
                  <a:cubicBezTo>
                    <a:pt x="0" y="23"/>
                    <a:pt x="5" y="30"/>
                    <a:pt x="14" y="30"/>
                  </a:cubicBezTo>
                  <a:cubicBezTo>
                    <a:pt x="132" y="30"/>
                    <a:pt x="132" y="30"/>
                    <a:pt x="132" y="30"/>
                  </a:cubicBezTo>
                  <a:cubicBezTo>
                    <a:pt x="139" y="30"/>
                    <a:pt x="146" y="23"/>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6" name="Freeform 576">
              <a:extLst>
                <a:ext uri="{FF2B5EF4-FFF2-40B4-BE49-F238E27FC236}">
                  <a16:creationId xmlns:a16="http://schemas.microsoft.com/office/drawing/2014/main" id="{8C67BEAB-D85A-B6A4-183D-4BE354796A73}"/>
                </a:ext>
              </a:extLst>
            </p:cNvPr>
            <p:cNvSpPr>
              <a:spLocks noChangeArrowheads="1"/>
            </p:cNvSpPr>
            <p:nvPr/>
          </p:nvSpPr>
          <p:spPr bwMode="auto">
            <a:xfrm>
              <a:off x="2646363" y="3463925"/>
              <a:ext cx="52387" cy="11113"/>
            </a:xfrm>
            <a:custGeom>
              <a:avLst/>
              <a:gdLst>
                <a:gd name="T0" fmla="*/ 132 w 147"/>
                <a:gd name="T1" fmla="*/ 0 h 30"/>
                <a:gd name="T2" fmla="*/ 132 w 147"/>
                <a:gd name="T3" fmla="*/ 0 h 30"/>
                <a:gd name="T4" fmla="*/ 14 w 147"/>
                <a:gd name="T5" fmla="*/ 0 h 30"/>
                <a:gd name="T6" fmla="*/ 0 w 147"/>
                <a:gd name="T7" fmla="*/ 15 h 30"/>
                <a:gd name="T8" fmla="*/ 14 w 147"/>
                <a:gd name="T9" fmla="*/ 29 h 30"/>
                <a:gd name="T10" fmla="*/ 132 w 147"/>
                <a:gd name="T11" fmla="*/ 29 h 30"/>
                <a:gd name="T12" fmla="*/ 146 w 147"/>
                <a:gd name="T13" fmla="*/ 15 h 30"/>
                <a:gd name="T14" fmla="*/ 132 w 14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0">
                  <a:moveTo>
                    <a:pt x="132" y="0"/>
                  </a:moveTo>
                  <a:lnTo>
                    <a:pt x="132" y="0"/>
                  </a:lnTo>
                  <a:cubicBezTo>
                    <a:pt x="14" y="0"/>
                    <a:pt x="14" y="0"/>
                    <a:pt x="14" y="0"/>
                  </a:cubicBezTo>
                  <a:cubicBezTo>
                    <a:pt x="5" y="0"/>
                    <a:pt x="0" y="7"/>
                    <a:pt x="0" y="15"/>
                  </a:cubicBezTo>
                  <a:cubicBezTo>
                    <a:pt x="0" y="24"/>
                    <a:pt x="5" y="29"/>
                    <a:pt x="14" y="29"/>
                  </a:cubicBezTo>
                  <a:cubicBezTo>
                    <a:pt x="132" y="29"/>
                    <a:pt x="132" y="29"/>
                    <a:pt x="132" y="29"/>
                  </a:cubicBezTo>
                  <a:cubicBezTo>
                    <a:pt x="139" y="29"/>
                    <a:pt x="146" y="24"/>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7" name="Freeform 577">
              <a:extLst>
                <a:ext uri="{FF2B5EF4-FFF2-40B4-BE49-F238E27FC236}">
                  <a16:creationId xmlns:a16="http://schemas.microsoft.com/office/drawing/2014/main" id="{C3BCCC4A-0249-701F-51FB-8658B9ABD71A}"/>
                </a:ext>
              </a:extLst>
            </p:cNvPr>
            <p:cNvSpPr>
              <a:spLocks noChangeArrowheads="1"/>
            </p:cNvSpPr>
            <p:nvPr/>
          </p:nvSpPr>
          <p:spPr bwMode="auto">
            <a:xfrm>
              <a:off x="2592388" y="3219450"/>
              <a:ext cx="158750" cy="212725"/>
            </a:xfrm>
            <a:custGeom>
              <a:avLst/>
              <a:gdLst>
                <a:gd name="T0" fmla="*/ 0 w 443"/>
                <a:gd name="T1" fmla="*/ 214 h 591"/>
                <a:gd name="T2" fmla="*/ 0 w 443"/>
                <a:gd name="T3" fmla="*/ 214 h 591"/>
                <a:gd name="T4" fmla="*/ 0 w 443"/>
                <a:gd name="T5" fmla="*/ 221 h 591"/>
                <a:gd name="T6" fmla="*/ 90 w 443"/>
                <a:gd name="T7" fmla="*/ 399 h 591"/>
                <a:gd name="T8" fmla="*/ 117 w 443"/>
                <a:gd name="T9" fmla="*/ 457 h 591"/>
                <a:gd name="T10" fmla="*/ 117 w 443"/>
                <a:gd name="T11" fmla="*/ 539 h 591"/>
                <a:gd name="T12" fmla="*/ 130 w 443"/>
                <a:gd name="T13" fmla="*/ 575 h 591"/>
                <a:gd name="T14" fmla="*/ 162 w 443"/>
                <a:gd name="T15" fmla="*/ 590 h 591"/>
                <a:gd name="T16" fmla="*/ 221 w 443"/>
                <a:gd name="T17" fmla="*/ 590 h 591"/>
                <a:gd name="T18" fmla="*/ 221 w 443"/>
                <a:gd name="T19" fmla="*/ 590 h 591"/>
                <a:gd name="T20" fmla="*/ 221 w 443"/>
                <a:gd name="T21" fmla="*/ 590 h 591"/>
                <a:gd name="T22" fmla="*/ 280 w 443"/>
                <a:gd name="T23" fmla="*/ 590 h 591"/>
                <a:gd name="T24" fmla="*/ 325 w 443"/>
                <a:gd name="T25" fmla="*/ 546 h 591"/>
                <a:gd name="T26" fmla="*/ 325 w 443"/>
                <a:gd name="T27" fmla="*/ 457 h 591"/>
                <a:gd name="T28" fmla="*/ 351 w 443"/>
                <a:gd name="T29" fmla="*/ 399 h 591"/>
                <a:gd name="T30" fmla="*/ 442 w 443"/>
                <a:gd name="T31" fmla="*/ 221 h 591"/>
                <a:gd name="T32" fmla="*/ 221 w 443"/>
                <a:gd name="T33" fmla="*/ 0 h 591"/>
                <a:gd name="T34" fmla="*/ 217 w 443"/>
                <a:gd name="T35" fmla="*/ 0 h 591"/>
                <a:gd name="T36" fmla="*/ 217 w 443"/>
                <a:gd name="T37" fmla="*/ 0 h 591"/>
                <a:gd name="T38" fmla="*/ 0 w 443"/>
                <a:gd name="T39" fmla="*/ 214 h 591"/>
                <a:gd name="T40" fmla="*/ 218 w 443"/>
                <a:gd name="T41" fmla="*/ 30 h 591"/>
                <a:gd name="T42" fmla="*/ 218 w 443"/>
                <a:gd name="T43" fmla="*/ 30 h 591"/>
                <a:gd name="T44" fmla="*/ 218 w 443"/>
                <a:gd name="T45" fmla="*/ 30 h 591"/>
                <a:gd name="T46" fmla="*/ 221 w 443"/>
                <a:gd name="T47" fmla="*/ 30 h 591"/>
                <a:gd name="T48" fmla="*/ 356 w 443"/>
                <a:gd name="T49" fmla="*/ 86 h 591"/>
                <a:gd name="T50" fmla="*/ 413 w 443"/>
                <a:gd name="T51" fmla="*/ 221 h 591"/>
                <a:gd name="T52" fmla="*/ 334 w 443"/>
                <a:gd name="T53" fmla="*/ 376 h 591"/>
                <a:gd name="T54" fmla="*/ 294 w 443"/>
                <a:gd name="T55" fmla="*/ 457 h 591"/>
                <a:gd name="T56" fmla="*/ 294 w 443"/>
                <a:gd name="T57" fmla="*/ 546 h 591"/>
                <a:gd name="T58" fmla="*/ 280 w 443"/>
                <a:gd name="T59" fmla="*/ 561 h 591"/>
                <a:gd name="T60" fmla="*/ 236 w 443"/>
                <a:gd name="T61" fmla="*/ 561 h 591"/>
                <a:gd name="T62" fmla="*/ 236 w 443"/>
                <a:gd name="T63" fmla="*/ 316 h 591"/>
                <a:gd name="T64" fmla="*/ 290 w 443"/>
                <a:gd name="T65" fmla="*/ 261 h 591"/>
                <a:gd name="T66" fmla="*/ 290 w 443"/>
                <a:gd name="T67" fmla="*/ 240 h 591"/>
                <a:gd name="T68" fmla="*/ 269 w 443"/>
                <a:gd name="T69" fmla="*/ 240 h 591"/>
                <a:gd name="T70" fmla="*/ 221 w 443"/>
                <a:gd name="T71" fmla="*/ 289 h 591"/>
                <a:gd name="T72" fmla="*/ 173 w 443"/>
                <a:gd name="T73" fmla="*/ 240 h 591"/>
                <a:gd name="T74" fmla="*/ 152 w 443"/>
                <a:gd name="T75" fmla="*/ 240 h 591"/>
                <a:gd name="T76" fmla="*/ 152 w 443"/>
                <a:gd name="T77" fmla="*/ 261 h 591"/>
                <a:gd name="T78" fmla="*/ 206 w 443"/>
                <a:gd name="T79" fmla="*/ 316 h 591"/>
                <a:gd name="T80" fmla="*/ 206 w 443"/>
                <a:gd name="T81" fmla="*/ 561 h 591"/>
                <a:gd name="T82" fmla="*/ 162 w 443"/>
                <a:gd name="T83" fmla="*/ 561 h 591"/>
                <a:gd name="T84" fmla="*/ 152 w 443"/>
                <a:gd name="T85" fmla="*/ 557 h 591"/>
                <a:gd name="T86" fmla="*/ 148 w 443"/>
                <a:gd name="T87" fmla="*/ 539 h 591"/>
                <a:gd name="T88" fmla="*/ 148 w 443"/>
                <a:gd name="T89" fmla="*/ 457 h 591"/>
                <a:gd name="T90" fmla="*/ 108 w 443"/>
                <a:gd name="T91" fmla="*/ 376 h 591"/>
                <a:gd name="T92" fmla="*/ 29 w 443"/>
                <a:gd name="T93" fmla="*/ 221 h 591"/>
                <a:gd name="T94" fmla="*/ 29 w 443"/>
                <a:gd name="T95" fmla="*/ 214 h 591"/>
                <a:gd name="T96" fmla="*/ 218 w 443"/>
                <a:gd name="T97" fmla="*/ 30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43" h="591">
                  <a:moveTo>
                    <a:pt x="0" y="214"/>
                  </a:moveTo>
                  <a:lnTo>
                    <a:pt x="0" y="214"/>
                  </a:lnTo>
                  <a:cubicBezTo>
                    <a:pt x="0" y="216"/>
                    <a:pt x="0" y="218"/>
                    <a:pt x="0" y="221"/>
                  </a:cubicBezTo>
                  <a:cubicBezTo>
                    <a:pt x="0" y="294"/>
                    <a:pt x="36" y="359"/>
                    <a:pt x="90" y="399"/>
                  </a:cubicBezTo>
                  <a:cubicBezTo>
                    <a:pt x="108" y="412"/>
                    <a:pt x="117" y="434"/>
                    <a:pt x="117" y="457"/>
                  </a:cubicBezTo>
                  <a:cubicBezTo>
                    <a:pt x="117" y="539"/>
                    <a:pt x="117" y="539"/>
                    <a:pt x="117" y="539"/>
                  </a:cubicBezTo>
                  <a:cubicBezTo>
                    <a:pt x="117" y="553"/>
                    <a:pt x="121" y="566"/>
                    <a:pt x="130" y="575"/>
                  </a:cubicBezTo>
                  <a:cubicBezTo>
                    <a:pt x="138" y="584"/>
                    <a:pt x="149" y="590"/>
                    <a:pt x="162" y="590"/>
                  </a:cubicBezTo>
                  <a:cubicBezTo>
                    <a:pt x="221" y="590"/>
                    <a:pt x="221" y="590"/>
                    <a:pt x="221" y="590"/>
                  </a:cubicBezTo>
                  <a:lnTo>
                    <a:pt x="221" y="590"/>
                  </a:lnTo>
                  <a:lnTo>
                    <a:pt x="221" y="590"/>
                  </a:lnTo>
                  <a:cubicBezTo>
                    <a:pt x="280" y="590"/>
                    <a:pt x="280" y="590"/>
                    <a:pt x="280" y="590"/>
                  </a:cubicBezTo>
                  <a:cubicBezTo>
                    <a:pt x="304" y="590"/>
                    <a:pt x="325" y="570"/>
                    <a:pt x="325" y="546"/>
                  </a:cubicBezTo>
                  <a:cubicBezTo>
                    <a:pt x="325" y="457"/>
                    <a:pt x="325" y="457"/>
                    <a:pt x="325" y="457"/>
                  </a:cubicBezTo>
                  <a:cubicBezTo>
                    <a:pt x="325" y="434"/>
                    <a:pt x="334" y="413"/>
                    <a:pt x="351" y="399"/>
                  </a:cubicBezTo>
                  <a:cubicBezTo>
                    <a:pt x="406" y="359"/>
                    <a:pt x="442" y="294"/>
                    <a:pt x="442" y="221"/>
                  </a:cubicBezTo>
                  <a:cubicBezTo>
                    <a:pt x="442" y="99"/>
                    <a:pt x="342" y="0"/>
                    <a:pt x="221" y="0"/>
                  </a:cubicBezTo>
                  <a:cubicBezTo>
                    <a:pt x="217" y="0"/>
                    <a:pt x="217" y="0"/>
                    <a:pt x="217" y="0"/>
                  </a:cubicBezTo>
                  <a:lnTo>
                    <a:pt x="217" y="0"/>
                  </a:lnTo>
                  <a:cubicBezTo>
                    <a:pt x="101" y="3"/>
                    <a:pt x="4" y="98"/>
                    <a:pt x="0" y="214"/>
                  </a:cubicBezTo>
                  <a:close/>
                  <a:moveTo>
                    <a:pt x="218" y="30"/>
                  </a:moveTo>
                  <a:lnTo>
                    <a:pt x="218" y="30"/>
                  </a:lnTo>
                  <a:lnTo>
                    <a:pt x="218" y="30"/>
                  </a:lnTo>
                  <a:cubicBezTo>
                    <a:pt x="221" y="30"/>
                    <a:pt x="221" y="30"/>
                    <a:pt x="221" y="30"/>
                  </a:cubicBezTo>
                  <a:cubicBezTo>
                    <a:pt x="273" y="30"/>
                    <a:pt x="322" y="51"/>
                    <a:pt x="356" y="86"/>
                  </a:cubicBezTo>
                  <a:cubicBezTo>
                    <a:pt x="391" y="120"/>
                    <a:pt x="413" y="169"/>
                    <a:pt x="413" y="221"/>
                  </a:cubicBezTo>
                  <a:cubicBezTo>
                    <a:pt x="413" y="285"/>
                    <a:pt x="381" y="341"/>
                    <a:pt x="334" y="376"/>
                  </a:cubicBezTo>
                  <a:cubicBezTo>
                    <a:pt x="308" y="395"/>
                    <a:pt x="294" y="425"/>
                    <a:pt x="294" y="457"/>
                  </a:cubicBezTo>
                  <a:cubicBezTo>
                    <a:pt x="294" y="546"/>
                    <a:pt x="294" y="546"/>
                    <a:pt x="294" y="546"/>
                  </a:cubicBezTo>
                  <a:cubicBezTo>
                    <a:pt x="294" y="554"/>
                    <a:pt x="287" y="561"/>
                    <a:pt x="280" y="561"/>
                  </a:cubicBezTo>
                  <a:cubicBezTo>
                    <a:pt x="236" y="561"/>
                    <a:pt x="236" y="561"/>
                    <a:pt x="236" y="561"/>
                  </a:cubicBezTo>
                  <a:cubicBezTo>
                    <a:pt x="236" y="316"/>
                    <a:pt x="236" y="316"/>
                    <a:pt x="236" y="316"/>
                  </a:cubicBezTo>
                  <a:cubicBezTo>
                    <a:pt x="290" y="261"/>
                    <a:pt x="290" y="261"/>
                    <a:pt x="290" y="261"/>
                  </a:cubicBezTo>
                  <a:cubicBezTo>
                    <a:pt x="296" y="256"/>
                    <a:pt x="296" y="246"/>
                    <a:pt x="290" y="240"/>
                  </a:cubicBezTo>
                  <a:cubicBezTo>
                    <a:pt x="284" y="235"/>
                    <a:pt x="275" y="235"/>
                    <a:pt x="269" y="240"/>
                  </a:cubicBezTo>
                  <a:cubicBezTo>
                    <a:pt x="221" y="289"/>
                    <a:pt x="221" y="289"/>
                    <a:pt x="221" y="289"/>
                  </a:cubicBezTo>
                  <a:cubicBezTo>
                    <a:pt x="173" y="240"/>
                    <a:pt x="173" y="240"/>
                    <a:pt x="173" y="240"/>
                  </a:cubicBezTo>
                  <a:cubicBezTo>
                    <a:pt x="167" y="235"/>
                    <a:pt x="157" y="235"/>
                    <a:pt x="152" y="240"/>
                  </a:cubicBezTo>
                  <a:cubicBezTo>
                    <a:pt x="146" y="246"/>
                    <a:pt x="146" y="256"/>
                    <a:pt x="152" y="261"/>
                  </a:cubicBezTo>
                  <a:cubicBezTo>
                    <a:pt x="206" y="316"/>
                    <a:pt x="206" y="316"/>
                    <a:pt x="206" y="316"/>
                  </a:cubicBezTo>
                  <a:cubicBezTo>
                    <a:pt x="206" y="561"/>
                    <a:pt x="206" y="561"/>
                    <a:pt x="206" y="561"/>
                  </a:cubicBezTo>
                  <a:cubicBezTo>
                    <a:pt x="162" y="561"/>
                    <a:pt x="162" y="561"/>
                    <a:pt x="162" y="561"/>
                  </a:cubicBezTo>
                  <a:cubicBezTo>
                    <a:pt x="157" y="561"/>
                    <a:pt x="155" y="559"/>
                    <a:pt x="152" y="557"/>
                  </a:cubicBezTo>
                  <a:cubicBezTo>
                    <a:pt x="149" y="553"/>
                    <a:pt x="148" y="547"/>
                    <a:pt x="148" y="539"/>
                  </a:cubicBezTo>
                  <a:cubicBezTo>
                    <a:pt x="148" y="457"/>
                    <a:pt x="148" y="457"/>
                    <a:pt x="148" y="457"/>
                  </a:cubicBezTo>
                  <a:cubicBezTo>
                    <a:pt x="148" y="425"/>
                    <a:pt x="133" y="395"/>
                    <a:pt x="108" y="376"/>
                  </a:cubicBezTo>
                  <a:cubicBezTo>
                    <a:pt x="59" y="341"/>
                    <a:pt x="29" y="285"/>
                    <a:pt x="29" y="221"/>
                  </a:cubicBezTo>
                  <a:cubicBezTo>
                    <a:pt x="29" y="220"/>
                    <a:pt x="29" y="217"/>
                    <a:pt x="29" y="214"/>
                  </a:cubicBezTo>
                  <a:cubicBezTo>
                    <a:pt x="33" y="115"/>
                    <a:pt x="117" y="32"/>
                    <a:pt x="218"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8" name="Group 701">
            <a:extLst>
              <a:ext uri="{FF2B5EF4-FFF2-40B4-BE49-F238E27FC236}">
                <a16:creationId xmlns:a16="http://schemas.microsoft.com/office/drawing/2014/main" id="{A64EE5DC-7A02-EFC9-B5B6-C3546CC176E6}"/>
              </a:ext>
            </a:extLst>
          </p:cNvPr>
          <p:cNvGrpSpPr/>
          <p:nvPr/>
        </p:nvGrpSpPr>
        <p:grpSpPr>
          <a:xfrm>
            <a:off x="1186383" y="912440"/>
            <a:ext cx="255587" cy="190500"/>
            <a:chOff x="30163" y="1262063"/>
            <a:chExt cx="255587" cy="190500"/>
          </a:xfrm>
          <a:solidFill>
            <a:schemeClr val="tx2"/>
          </a:solidFill>
        </p:grpSpPr>
        <p:sp>
          <p:nvSpPr>
            <p:cNvPr id="699" name="Freeform 578">
              <a:extLst>
                <a:ext uri="{FF2B5EF4-FFF2-40B4-BE49-F238E27FC236}">
                  <a16:creationId xmlns:a16="http://schemas.microsoft.com/office/drawing/2014/main" id="{742D149B-2F46-9810-DAA9-21ED1D926A1B}"/>
                </a:ext>
              </a:extLst>
            </p:cNvPr>
            <p:cNvSpPr>
              <a:spLocks noChangeArrowheads="1"/>
            </p:cNvSpPr>
            <p:nvPr/>
          </p:nvSpPr>
          <p:spPr bwMode="auto">
            <a:xfrm>
              <a:off x="115888" y="1379538"/>
              <a:ext cx="85725" cy="11112"/>
            </a:xfrm>
            <a:custGeom>
              <a:avLst/>
              <a:gdLst>
                <a:gd name="T0" fmla="*/ 221 w 236"/>
                <a:gd name="T1" fmla="*/ 0 h 30"/>
                <a:gd name="T2" fmla="*/ 221 w 236"/>
                <a:gd name="T3" fmla="*/ 0 h 30"/>
                <a:gd name="T4" fmla="*/ 14 w 236"/>
                <a:gd name="T5" fmla="*/ 0 h 30"/>
                <a:gd name="T6" fmla="*/ 0 w 236"/>
                <a:gd name="T7" fmla="*/ 16 h 30"/>
                <a:gd name="T8" fmla="*/ 14 w 236"/>
                <a:gd name="T9" fmla="*/ 29 h 30"/>
                <a:gd name="T10" fmla="*/ 221 w 236"/>
                <a:gd name="T11" fmla="*/ 29 h 30"/>
                <a:gd name="T12" fmla="*/ 235 w 236"/>
                <a:gd name="T13" fmla="*/ 16 h 30"/>
                <a:gd name="T14" fmla="*/ 221 w 23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6" h="30">
                  <a:moveTo>
                    <a:pt x="221" y="0"/>
                  </a:moveTo>
                  <a:lnTo>
                    <a:pt x="221" y="0"/>
                  </a:lnTo>
                  <a:cubicBezTo>
                    <a:pt x="14" y="0"/>
                    <a:pt x="14" y="0"/>
                    <a:pt x="14" y="0"/>
                  </a:cubicBezTo>
                  <a:cubicBezTo>
                    <a:pt x="6" y="0"/>
                    <a:pt x="0" y="7"/>
                    <a:pt x="0" y="16"/>
                  </a:cubicBezTo>
                  <a:cubicBezTo>
                    <a:pt x="0" y="24"/>
                    <a:pt x="6" y="29"/>
                    <a:pt x="14" y="29"/>
                  </a:cubicBezTo>
                  <a:cubicBezTo>
                    <a:pt x="221" y="29"/>
                    <a:pt x="221" y="29"/>
                    <a:pt x="221" y="29"/>
                  </a:cubicBezTo>
                  <a:cubicBezTo>
                    <a:pt x="228" y="29"/>
                    <a:pt x="235" y="24"/>
                    <a:pt x="235" y="16"/>
                  </a:cubicBezTo>
                  <a:cubicBezTo>
                    <a:pt x="235" y="7"/>
                    <a:pt x="228" y="0"/>
                    <a:pt x="22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0" name="Freeform 579">
              <a:extLst>
                <a:ext uri="{FF2B5EF4-FFF2-40B4-BE49-F238E27FC236}">
                  <a16:creationId xmlns:a16="http://schemas.microsoft.com/office/drawing/2014/main" id="{5794B74E-21C2-B384-F41D-1D64B2BB0038}"/>
                </a:ext>
              </a:extLst>
            </p:cNvPr>
            <p:cNvSpPr>
              <a:spLocks noChangeArrowheads="1"/>
            </p:cNvSpPr>
            <p:nvPr/>
          </p:nvSpPr>
          <p:spPr bwMode="auto">
            <a:xfrm>
              <a:off x="61913" y="1368425"/>
              <a:ext cx="42862" cy="20638"/>
            </a:xfrm>
            <a:custGeom>
              <a:avLst/>
              <a:gdLst>
                <a:gd name="T0" fmla="*/ 104 w 119"/>
                <a:gd name="T1" fmla="*/ 29 h 59"/>
                <a:gd name="T2" fmla="*/ 104 w 119"/>
                <a:gd name="T3" fmla="*/ 29 h 59"/>
                <a:gd name="T4" fmla="*/ 39 w 119"/>
                <a:gd name="T5" fmla="*/ 29 h 59"/>
                <a:gd name="T6" fmla="*/ 38 w 119"/>
                <a:gd name="T7" fmla="*/ 29 h 59"/>
                <a:gd name="T8" fmla="*/ 32 w 119"/>
                <a:gd name="T9" fmla="*/ 22 h 59"/>
                <a:gd name="T10" fmla="*/ 29 w 119"/>
                <a:gd name="T11" fmla="*/ 14 h 59"/>
                <a:gd name="T12" fmla="*/ 15 w 119"/>
                <a:gd name="T13" fmla="*/ 0 h 59"/>
                <a:gd name="T14" fmla="*/ 0 w 119"/>
                <a:gd name="T15" fmla="*/ 14 h 59"/>
                <a:gd name="T16" fmla="*/ 10 w 119"/>
                <a:gd name="T17" fmla="*/ 43 h 59"/>
                <a:gd name="T18" fmla="*/ 22 w 119"/>
                <a:gd name="T19" fmla="*/ 54 h 59"/>
                <a:gd name="T20" fmla="*/ 39 w 119"/>
                <a:gd name="T21" fmla="*/ 58 h 59"/>
                <a:gd name="T22" fmla="*/ 104 w 119"/>
                <a:gd name="T23" fmla="*/ 58 h 59"/>
                <a:gd name="T24" fmla="*/ 118 w 119"/>
                <a:gd name="T25" fmla="*/ 45 h 59"/>
                <a:gd name="T26" fmla="*/ 104 w 119"/>
                <a:gd name="T27" fmla="*/ 2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59">
                  <a:moveTo>
                    <a:pt x="104" y="29"/>
                  </a:moveTo>
                  <a:lnTo>
                    <a:pt x="104" y="29"/>
                  </a:lnTo>
                  <a:cubicBezTo>
                    <a:pt x="39" y="29"/>
                    <a:pt x="39" y="29"/>
                    <a:pt x="39" y="29"/>
                  </a:cubicBezTo>
                  <a:cubicBezTo>
                    <a:pt x="38" y="29"/>
                    <a:pt x="38" y="29"/>
                    <a:pt x="38" y="29"/>
                  </a:cubicBezTo>
                  <a:cubicBezTo>
                    <a:pt x="36" y="28"/>
                    <a:pt x="33" y="25"/>
                    <a:pt x="32" y="22"/>
                  </a:cubicBezTo>
                  <a:cubicBezTo>
                    <a:pt x="31" y="20"/>
                    <a:pt x="29" y="17"/>
                    <a:pt x="29" y="14"/>
                  </a:cubicBezTo>
                  <a:cubicBezTo>
                    <a:pt x="29" y="6"/>
                    <a:pt x="22" y="0"/>
                    <a:pt x="15" y="0"/>
                  </a:cubicBezTo>
                  <a:cubicBezTo>
                    <a:pt x="7" y="0"/>
                    <a:pt x="0" y="6"/>
                    <a:pt x="0" y="14"/>
                  </a:cubicBezTo>
                  <a:cubicBezTo>
                    <a:pt x="0" y="25"/>
                    <a:pt x="4" y="35"/>
                    <a:pt x="10" y="43"/>
                  </a:cubicBezTo>
                  <a:cubicBezTo>
                    <a:pt x="14" y="47"/>
                    <a:pt x="18" y="51"/>
                    <a:pt x="22" y="54"/>
                  </a:cubicBezTo>
                  <a:cubicBezTo>
                    <a:pt x="28" y="57"/>
                    <a:pt x="33" y="58"/>
                    <a:pt x="39" y="58"/>
                  </a:cubicBezTo>
                  <a:cubicBezTo>
                    <a:pt x="104" y="58"/>
                    <a:pt x="104" y="58"/>
                    <a:pt x="104" y="58"/>
                  </a:cubicBezTo>
                  <a:cubicBezTo>
                    <a:pt x="111" y="58"/>
                    <a:pt x="118" y="53"/>
                    <a:pt x="118" y="45"/>
                  </a:cubicBezTo>
                  <a:cubicBezTo>
                    <a:pt x="118" y="36"/>
                    <a:pt x="111" y="29"/>
                    <a:pt x="10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1" name="Freeform 580">
              <a:extLst>
                <a:ext uri="{FF2B5EF4-FFF2-40B4-BE49-F238E27FC236}">
                  <a16:creationId xmlns:a16="http://schemas.microsoft.com/office/drawing/2014/main" id="{152F10F6-45E7-41AE-F087-CC61220A8479}"/>
                </a:ext>
              </a:extLst>
            </p:cNvPr>
            <p:cNvSpPr>
              <a:spLocks noChangeArrowheads="1"/>
            </p:cNvSpPr>
            <p:nvPr/>
          </p:nvSpPr>
          <p:spPr bwMode="auto">
            <a:xfrm>
              <a:off x="211138" y="1368425"/>
              <a:ext cx="42862" cy="20638"/>
            </a:xfrm>
            <a:custGeom>
              <a:avLst/>
              <a:gdLst>
                <a:gd name="T0" fmla="*/ 103 w 119"/>
                <a:gd name="T1" fmla="*/ 0 h 59"/>
                <a:gd name="T2" fmla="*/ 103 w 119"/>
                <a:gd name="T3" fmla="*/ 0 h 59"/>
                <a:gd name="T4" fmla="*/ 89 w 119"/>
                <a:gd name="T5" fmla="*/ 14 h 59"/>
                <a:gd name="T6" fmla="*/ 85 w 119"/>
                <a:gd name="T7" fmla="*/ 25 h 59"/>
                <a:gd name="T8" fmla="*/ 80 w 119"/>
                <a:gd name="T9" fmla="*/ 29 h 59"/>
                <a:gd name="T10" fmla="*/ 78 w 119"/>
                <a:gd name="T11" fmla="*/ 29 h 59"/>
                <a:gd name="T12" fmla="*/ 14 w 119"/>
                <a:gd name="T13" fmla="*/ 29 h 59"/>
                <a:gd name="T14" fmla="*/ 0 w 119"/>
                <a:gd name="T15" fmla="*/ 45 h 59"/>
                <a:gd name="T16" fmla="*/ 14 w 119"/>
                <a:gd name="T17" fmla="*/ 58 h 59"/>
                <a:gd name="T18" fmla="*/ 14 w 119"/>
                <a:gd name="T19" fmla="*/ 58 h 59"/>
                <a:gd name="T20" fmla="*/ 78 w 119"/>
                <a:gd name="T21" fmla="*/ 58 h 59"/>
                <a:gd name="T22" fmla="*/ 96 w 119"/>
                <a:gd name="T23" fmla="*/ 54 h 59"/>
                <a:gd name="T24" fmla="*/ 112 w 119"/>
                <a:gd name="T25" fmla="*/ 38 h 59"/>
                <a:gd name="T26" fmla="*/ 118 w 119"/>
                <a:gd name="T27" fmla="*/ 14 h 59"/>
                <a:gd name="T28" fmla="*/ 103 w 119"/>
                <a:gd name="T29" fmla="*/ 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59">
                  <a:moveTo>
                    <a:pt x="103" y="0"/>
                  </a:moveTo>
                  <a:lnTo>
                    <a:pt x="103" y="0"/>
                  </a:lnTo>
                  <a:cubicBezTo>
                    <a:pt x="94" y="0"/>
                    <a:pt x="89" y="6"/>
                    <a:pt x="89" y="14"/>
                  </a:cubicBezTo>
                  <a:cubicBezTo>
                    <a:pt x="89" y="17"/>
                    <a:pt x="86" y="22"/>
                    <a:pt x="85" y="25"/>
                  </a:cubicBezTo>
                  <a:cubicBezTo>
                    <a:pt x="83" y="27"/>
                    <a:pt x="82" y="28"/>
                    <a:pt x="80" y="29"/>
                  </a:cubicBezTo>
                  <a:cubicBezTo>
                    <a:pt x="78" y="29"/>
                    <a:pt x="78" y="29"/>
                    <a:pt x="78" y="29"/>
                  </a:cubicBezTo>
                  <a:cubicBezTo>
                    <a:pt x="14" y="29"/>
                    <a:pt x="14" y="29"/>
                    <a:pt x="14" y="29"/>
                  </a:cubicBezTo>
                  <a:cubicBezTo>
                    <a:pt x="6" y="29"/>
                    <a:pt x="0" y="36"/>
                    <a:pt x="0" y="45"/>
                  </a:cubicBezTo>
                  <a:cubicBezTo>
                    <a:pt x="0" y="53"/>
                    <a:pt x="6" y="58"/>
                    <a:pt x="14" y="58"/>
                  </a:cubicBezTo>
                  <a:lnTo>
                    <a:pt x="14" y="58"/>
                  </a:lnTo>
                  <a:cubicBezTo>
                    <a:pt x="78" y="58"/>
                    <a:pt x="78" y="58"/>
                    <a:pt x="78" y="58"/>
                  </a:cubicBezTo>
                  <a:cubicBezTo>
                    <a:pt x="85" y="58"/>
                    <a:pt x="90" y="57"/>
                    <a:pt x="96" y="54"/>
                  </a:cubicBezTo>
                  <a:cubicBezTo>
                    <a:pt x="103" y="50"/>
                    <a:pt x="108" y="45"/>
                    <a:pt x="112" y="38"/>
                  </a:cubicBezTo>
                  <a:cubicBezTo>
                    <a:pt x="115" y="31"/>
                    <a:pt x="118" y="22"/>
                    <a:pt x="118" y="14"/>
                  </a:cubicBezTo>
                  <a:cubicBezTo>
                    <a:pt x="118" y="6"/>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2" name="Freeform 581">
              <a:extLst>
                <a:ext uri="{FF2B5EF4-FFF2-40B4-BE49-F238E27FC236}">
                  <a16:creationId xmlns:a16="http://schemas.microsoft.com/office/drawing/2014/main" id="{E81F0E8D-BA4E-BE2A-EA59-8BDE0D9D8B40}"/>
                </a:ext>
              </a:extLst>
            </p:cNvPr>
            <p:cNvSpPr>
              <a:spLocks noChangeArrowheads="1"/>
            </p:cNvSpPr>
            <p:nvPr/>
          </p:nvSpPr>
          <p:spPr bwMode="auto">
            <a:xfrm>
              <a:off x="30163" y="1262063"/>
              <a:ext cx="255587" cy="190500"/>
            </a:xfrm>
            <a:custGeom>
              <a:avLst/>
              <a:gdLst>
                <a:gd name="T0" fmla="*/ 44 w 711"/>
                <a:gd name="T1" fmla="*/ 207 h 531"/>
                <a:gd name="T2" fmla="*/ 29 w 711"/>
                <a:gd name="T3" fmla="*/ 284 h 531"/>
                <a:gd name="T4" fmla="*/ 63 w 711"/>
                <a:gd name="T5" fmla="*/ 436 h 531"/>
                <a:gd name="T6" fmla="*/ 177 w 711"/>
                <a:gd name="T7" fmla="*/ 486 h 531"/>
                <a:gd name="T8" fmla="*/ 117 w 711"/>
                <a:gd name="T9" fmla="*/ 486 h 531"/>
                <a:gd name="T10" fmla="*/ 88 w 711"/>
                <a:gd name="T11" fmla="*/ 442 h 531"/>
                <a:gd name="T12" fmla="*/ 162 w 711"/>
                <a:gd name="T13" fmla="*/ 530 h 531"/>
                <a:gd name="T14" fmla="*/ 338 w 711"/>
                <a:gd name="T15" fmla="*/ 442 h 531"/>
                <a:gd name="T16" fmla="*/ 545 w 711"/>
                <a:gd name="T17" fmla="*/ 530 h 531"/>
                <a:gd name="T18" fmla="*/ 619 w 711"/>
                <a:gd name="T19" fmla="*/ 442 h 531"/>
                <a:gd name="T20" fmla="*/ 574 w 711"/>
                <a:gd name="T21" fmla="*/ 501 h 531"/>
                <a:gd name="T22" fmla="*/ 530 w 711"/>
                <a:gd name="T23" fmla="*/ 442 h 531"/>
                <a:gd name="T24" fmla="*/ 670 w 711"/>
                <a:gd name="T25" fmla="*/ 418 h 531"/>
                <a:gd name="T26" fmla="*/ 655 w 711"/>
                <a:gd name="T27" fmla="*/ 219 h 531"/>
                <a:gd name="T28" fmla="*/ 695 w 711"/>
                <a:gd name="T29" fmla="*/ 196 h 531"/>
                <a:gd name="T30" fmla="*/ 708 w 711"/>
                <a:gd name="T31" fmla="*/ 153 h 531"/>
                <a:gd name="T32" fmla="*/ 666 w 711"/>
                <a:gd name="T33" fmla="*/ 119 h 531"/>
                <a:gd name="T34" fmla="*/ 579 w 711"/>
                <a:gd name="T35" fmla="*/ 62 h 531"/>
                <a:gd name="T36" fmla="*/ 446 w 711"/>
                <a:gd name="T37" fmla="*/ 0 h 531"/>
                <a:gd name="T38" fmla="*/ 182 w 711"/>
                <a:gd name="T39" fmla="*/ 8 h 531"/>
                <a:gd name="T40" fmla="*/ 128 w 711"/>
                <a:gd name="T41" fmla="*/ 63 h 531"/>
                <a:gd name="T42" fmla="*/ 21 w 711"/>
                <a:gd name="T43" fmla="*/ 123 h 531"/>
                <a:gd name="T44" fmla="*/ 0 w 711"/>
                <a:gd name="T45" fmla="*/ 167 h 531"/>
                <a:gd name="T46" fmla="*/ 648 w 711"/>
                <a:gd name="T47" fmla="*/ 396 h 531"/>
                <a:gd name="T48" fmla="*/ 633 w 711"/>
                <a:gd name="T49" fmla="*/ 409 h 531"/>
                <a:gd name="T50" fmla="*/ 501 w 711"/>
                <a:gd name="T51" fmla="*/ 413 h 531"/>
                <a:gd name="T52" fmla="*/ 177 w 711"/>
                <a:gd name="T53" fmla="*/ 413 h 531"/>
                <a:gd name="T54" fmla="*/ 61 w 711"/>
                <a:gd name="T55" fmla="*/ 399 h 531"/>
                <a:gd name="T56" fmla="*/ 76 w 711"/>
                <a:gd name="T57" fmla="*/ 237 h 531"/>
                <a:gd name="T58" fmla="*/ 599 w 711"/>
                <a:gd name="T59" fmla="*/ 195 h 531"/>
                <a:gd name="T60" fmla="*/ 648 w 711"/>
                <a:gd name="T61" fmla="*/ 396 h 531"/>
                <a:gd name="T62" fmla="*/ 677 w 711"/>
                <a:gd name="T63" fmla="*/ 149 h 531"/>
                <a:gd name="T64" fmla="*/ 679 w 711"/>
                <a:gd name="T65" fmla="*/ 167 h 531"/>
                <a:gd name="T66" fmla="*/ 666 w 711"/>
                <a:gd name="T67" fmla="*/ 177 h 531"/>
                <a:gd name="T68" fmla="*/ 666 w 711"/>
                <a:gd name="T69" fmla="*/ 148 h 531"/>
                <a:gd name="T70" fmla="*/ 157 w 711"/>
                <a:gd name="T71" fmla="*/ 67 h 531"/>
                <a:gd name="T72" fmla="*/ 260 w 711"/>
                <a:gd name="T73" fmla="*/ 30 h 531"/>
                <a:gd name="T74" fmla="*/ 515 w 711"/>
                <a:gd name="T75" fmla="*/ 37 h 531"/>
                <a:gd name="T76" fmla="*/ 548 w 711"/>
                <a:gd name="T77" fmla="*/ 67 h 531"/>
                <a:gd name="T78" fmla="*/ 123 w 711"/>
                <a:gd name="T79" fmla="*/ 167 h 531"/>
                <a:gd name="T80" fmla="*/ 30 w 711"/>
                <a:gd name="T81" fmla="*/ 156 h 531"/>
                <a:gd name="T82" fmla="*/ 33 w 711"/>
                <a:gd name="T83" fmla="*/ 149 h 531"/>
                <a:gd name="T84" fmla="*/ 83 w 711"/>
                <a:gd name="T85" fmla="*/ 177 h 531"/>
                <a:gd name="T86" fmla="*/ 30 w 711"/>
                <a:gd name="T87" fmla="*/ 170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1" h="531">
                  <a:moveTo>
                    <a:pt x="22" y="200"/>
                  </a:moveTo>
                  <a:lnTo>
                    <a:pt x="22" y="200"/>
                  </a:lnTo>
                  <a:cubicBezTo>
                    <a:pt x="29" y="204"/>
                    <a:pt x="36" y="207"/>
                    <a:pt x="44" y="207"/>
                  </a:cubicBezTo>
                  <a:cubicBezTo>
                    <a:pt x="62" y="207"/>
                    <a:pt x="62" y="207"/>
                    <a:pt x="62" y="207"/>
                  </a:cubicBezTo>
                  <a:cubicBezTo>
                    <a:pt x="59" y="211"/>
                    <a:pt x="55" y="215"/>
                    <a:pt x="52" y="219"/>
                  </a:cubicBezTo>
                  <a:cubicBezTo>
                    <a:pt x="37" y="237"/>
                    <a:pt x="29" y="261"/>
                    <a:pt x="29" y="284"/>
                  </a:cubicBezTo>
                  <a:cubicBezTo>
                    <a:pt x="29" y="396"/>
                    <a:pt x="29" y="396"/>
                    <a:pt x="29" y="396"/>
                  </a:cubicBezTo>
                  <a:cubicBezTo>
                    <a:pt x="29" y="404"/>
                    <a:pt x="33" y="413"/>
                    <a:pt x="37" y="418"/>
                  </a:cubicBezTo>
                  <a:cubicBezTo>
                    <a:pt x="44" y="427"/>
                    <a:pt x="54" y="432"/>
                    <a:pt x="63" y="436"/>
                  </a:cubicBezTo>
                  <a:cubicBezTo>
                    <a:pt x="73" y="440"/>
                    <a:pt x="83" y="442"/>
                    <a:pt x="92" y="442"/>
                  </a:cubicBezTo>
                  <a:cubicBezTo>
                    <a:pt x="177" y="442"/>
                    <a:pt x="177" y="442"/>
                    <a:pt x="177" y="442"/>
                  </a:cubicBezTo>
                  <a:cubicBezTo>
                    <a:pt x="177" y="486"/>
                    <a:pt x="177" y="486"/>
                    <a:pt x="177" y="486"/>
                  </a:cubicBezTo>
                  <a:cubicBezTo>
                    <a:pt x="177" y="494"/>
                    <a:pt x="170" y="501"/>
                    <a:pt x="162" y="501"/>
                  </a:cubicBezTo>
                  <a:cubicBezTo>
                    <a:pt x="132" y="501"/>
                    <a:pt x="132" y="501"/>
                    <a:pt x="132" y="501"/>
                  </a:cubicBezTo>
                  <a:cubicBezTo>
                    <a:pt x="124" y="501"/>
                    <a:pt x="117" y="494"/>
                    <a:pt x="117" y="486"/>
                  </a:cubicBezTo>
                  <a:cubicBezTo>
                    <a:pt x="117" y="442"/>
                    <a:pt x="117" y="442"/>
                    <a:pt x="117" y="442"/>
                  </a:cubicBezTo>
                  <a:cubicBezTo>
                    <a:pt x="88" y="442"/>
                    <a:pt x="88" y="442"/>
                    <a:pt x="88" y="442"/>
                  </a:cubicBezTo>
                  <a:lnTo>
                    <a:pt x="88" y="442"/>
                  </a:lnTo>
                  <a:cubicBezTo>
                    <a:pt x="88" y="486"/>
                    <a:pt x="88" y="486"/>
                    <a:pt x="88" y="486"/>
                  </a:cubicBezTo>
                  <a:cubicBezTo>
                    <a:pt x="88" y="511"/>
                    <a:pt x="108" y="530"/>
                    <a:pt x="132" y="530"/>
                  </a:cubicBezTo>
                  <a:cubicBezTo>
                    <a:pt x="162" y="530"/>
                    <a:pt x="162" y="530"/>
                    <a:pt x="162" y="530"/>
                  </a:cubicBezTo>
                  <a:cubicBezTo>
                    <a:pt x="186" y="530"/>
                    <a:pt x="206" y="511"/>
                    <a:pt x="206" y="486"/>
                  </a:cubicBezTo>
                  <a:cubicBezTo>
                    <a:pt x="206" y="442"/>
                    <a:pt x="206" y="442"/>
                    <a:pt x="206" y="442"/>
                  </a:cubicBezTo>
                  <a:cubicBezTo>
                    <a:pt x="338" y="442"/>
                    <a:pt x="338" y="442"/>
                    <a:pt x="338" y="442"/>
                  </a:cubicBezTo>
                  <a:cubicBezTo>
                    <a:pt x="501" y="442"/>
                    <a:pt x="501" y="442"/>
                    <a:pt x="501" y="442"/>
                  </a:cubicBezTo>
                  <a:cubicBezTo>
                    <a:pt x="501" y="486"/>
                    <a:pt x="501" y="486"/>
                    <a:pt x="501" y="486"/>
                  </a:cubicBezTo>
                  <a:cubicBezTo>
                    <a:pt x="501" y="511"/>
                    <a:pt x="521" y="530"/>
                    <a:pt x="545" y="530"/>
                  </a:cubicBezTo>
                  <a:cubicBezTo>
                    <a:pt x="574" y="530"/>
                    <a:pt x="574" y="530"/>
                    <a:pt x="574" y="530"/>
                  </a:cubicBezTo>
                  <a:cubicBezTo>
                    <a:pt x="599" y="530"/>
                    <a:pt x="619" y="511"/>
                    <a:pt x="619" y="486"/>
                  </a:cubicBezTo>
                  <a:cubicBezTo>
                    <a:pt x="619" y="442"/>
                    <a:pt x="619" y="442"/>
                    <a:pt x="619" y="442"/>
                  </a:cubicBezTo>
                  <a:cubicBezTo>
                    <a:pt x="590" y="442"/>
                    <a:pt x="590" y="442"/>
                    <a:pt x="590" y="442"/>
                  </a:cubicBezTo>
                  <a:cubicBezTo>
                    <a:pt x="590" y="486"/>
                    <a:pt x="590" y="486"/>
                    <a:pt x="590" y="486"/>
                  </a:cubicBezTo>
                  <a:cubicBezTo>
                    <a:pt x="590" y="494"/>
                    <a:pt x="583" y="501"/>
                    <a:pt x="574" y="501"/>
                  </a:cubicBezTo>
                  <a:cubicBezTo>
                    <a:pt x="545" y="501"/>
                    <a:pt x="545" y="501"/>
                    <a:pt x="545" y="501"/>
                  </a:cubicBezTo>
                  <a:cubicBezTo>
                    <a:pt x="537" y="501"/>
                    <a:pt x="530" y="494"/>
                    <a:pt x="530" y="486"/>
                  </a:cubicBezTo>
                  <a:cubicBezTo>
                    <a:pt x="530" y="442"/>
                    <a:pt x="530" y="442"/>
                    <a:pt x="530" y="442"/>
                  </a:cubicBezTo>
                  <a:cubicBezTo>
                    <a:pt x="615" y="442"/>
                    <a:pt x="615" y="442"/>
                    <a:pt x="615" y="442"/>
                  </a:cubicBezTo>
                  <a:cubicBezTo>
                    <a:pt x="627" y="442"/>
                    <a:pt x="641" y="438"/>
                    <a:pt x="653" y="431"/>
                  </a:cubicBezTo>
                  <a:cubicBezTo>
                    <a:pt x="659" y="428"/>
                    <a:pt x="664" y="424"/>
                    <a:pt x="670" y="418"/>
                  </a:cubicBezTo>
                  <a:cubicBezTo>
                    <a:pt x="674" y="413"/>
                    <a:pt x="678" y="404"/>
                    <a:pt x="678" y="396"/>
                  </a:cubicBezTo>
                  <a:cubicBezTo>
                    <a:pt x="678" y="284"/>
                    <a:pt x="678" y="284"/>
                    <a:pt x="678" y="284"/>
                  </a:cubicBezTo>
                  <a:cubicBezTo>
                    <a:pt x="678" y="261"/>
                    <a:pt x="668" y="237"/>
                    <a:pt x="655" y="219"/>
                  </a:cubicBezTo>
                  <a:cubicBezTo>
                    <a:pt x="650" y="215"/>
                    <a:pt x="648" y="211"/>
                    <a:pt x="645" y="207"/>
                  </a:cubicBezTo>
                  <a:cubicBezTo>
                    <a:pt x="666" y="207"/>
                    <a:pt x="666" y="207"/>
                    <a:pt x="666" y="207"/>
                  </a:cubicBezTo>
                  <a:cubicBezTo>
                    <a:pt x="675" y="207"/>
                    <a:pt x="686" y="203"/>
                    <a:pt x="695" y="196"/>
                  </a:cubicBezTo>
                  <a:cubicBezTo>
                    <a:pt x="699" y="193"/>
                    <a:pt x="702" y="189"/>
                    <a:pt x="704" y="183"/>
                  </a:cubicBezTo>
                  <a:cubicBezTo>
                    <a:pt x="707" y="179"/>
                    <a:pt x="710" y="174"/>
                    <a:pt x="710" y="167"/>
                  </a:cubicBezTo>
                  <a:cubicBezTo>
                    <a:pt x="710" y="163"/>
                    <a:pt x="710" y="159"/>
                    <a:pt x="708" y="153"/>
                  </a:cubicBezTo>
                  <a:cubicBezTo>
                    <a:pt x="708" y="149"/>
                    <a:pt x="707" y="145"/>
                    <a:pt x="706" y="141"/>
                  </a:cubicBezTo>
                  <a:cubicBezTo>
                    <a:pt x="703" y="134"/>
                    <a:pt x="697" y="128"/>
                    <a:pt x="691" y="124"/>
                  </a:cubicBezTo>
                  <a:cubicBezTo>
                    <a:pt x="684" y="120"/>
                    <a:pt x="675" y="119"/>
                    <a:pt x="666" y="119"/>
                  </a:cubicBezTo>
                  <a:cubicBezTo>
                    <a:pt x="594" y="119"/>
                    <a:pt x="594" y="119"/>
                    <a:pt x="594" y="119"/>
                  </a:cubicBezTo>
                  <a:cubicBezTo>
                    <a:pt x="587" y="101"/>
                    <a:pt x="581" y="83"/>
                    <a:pt x="579" y="62"/>
                  </a:cubicBezTo>
                  <a:lnTo>
                    <a:pt x="579" y="62"/>
                  </a:lnTo>
                  <a:cubicBezTo>
                    <a:pt x="576" y="48"/>
                    <a:pt x="568" y="36"/>
                    <a:pt x="558" y="27"/>
                  </a:cubicBezTo>
                  <a:cubicBezTo>
                    <a:pt x="544" y="14"/>
                    <a:pt x="525" y="8"/>
                    <a:pt x="505" y="4"/>
                  </a:cubicBezTo>
                  <a:cubicBezTo>
                    <a:pt x="485" y="1"/>
                    <a:pt x="465" y="0"/>
                    <a:pt x="446" y="0"/>
                  </a:cubicBezTo>
                  <a:cubicBezTo>
                    <a:pt x="338" y="0"/>
                    <a:pt x="338" y="0"/>
                    <a:pt x="338" y="0"/>
                  </a:cubicBezTo>
                  <a:cubicBezTo>
                    <a:pt x="260" y="0"/>
                    <a:pt x="260" y="0"/>
                    <a:pt x="260" y="0"/>
                  </a:cubicBezTo>
                  <a:cubicBezTo>
                    <a:pt x="236" y="0"/>
                    <a:pt x="207" y="1"/>
                    <a:pt x="182" y="8"/>
                  </a:cubicBezTo>
                  <a:cubicBezTo>
                    <a:pt x="170" y="12"/>
                    <a:pt x="159" y="18"/>
                    <a:pt x="148" y="27"/>
                  </a:cubicBezTo>
                  <a:cubicBezTo>
                    <a:pt x="138" y="36"/>
                    <a:pt x="131" y="48"/>
                    <a:pt x="128" y="62"/>
                  </a:cubicBezTo>
                  <a:cubicBezTo>
                    <a:pt x="128" y="63"/>
                    <a:pt x="128" y="63"/>
                    <a:pt x="128" y="63"/>
                  </a:cubicBezTo>
                  <a:cubicBezTo>
                    <a:pt x="127" y="80"/>
                    <a:pt x="121" y="99"/>
                    <a:pt x="113" y="119"/>
                  </a:cubicBezTo>
                  <a:cubicBezTo>
                    <a:pt x="44" y="119"/>
                    <a:pt x="44" y="119"/>
                    <a:pt x="44" y="119"/>
                  </a:cubicBezTo>
                  <a:cubicBezTo>
                    <a:pt x="36" y="119"/>
                    <a:pt x="28" y="120"/>
                    <a:pt x="21" y="123"/>
                  </a:cubicBezTo>
                  <a:cubicBezTo>
                    <a:pt x="15" y="124"/>
                    <a:pt x="11" y="128"/>
                    <a:pt x="8" y="132"/>
                  </a:cubicBezTo>
                  <a:cubicBezTo>
                    <a:pt x="4" y="138"/>
                    <a:pt x="1" y="145"/>
                    <a:pt x="1" y="152"/>
                  </a:cubicBezTo>
                  <a:cubicBezTo>
                    <a:pt x="0" y="157"/>
                    <a:pt x="0" y="163"/>
                    <a:pt x="0" y="167"/>
                  </a:cubicBezTo>
                  <a:cubicBezTo>
                    <a:pt x="0" y="174"/>
                    <a:pt x="1" y="179"/>
                    <a:pt x="4" y="183"/>
                  </a:cubicBezTo>
                  <a:cubicBezTo>
                    <a:pt x="8" y="192"/>
                    <a:pt x="15" y="197"/>
                    <a:pt x="22" y="200"/>
                  </a:cubicBezTo>
                  <a:close/>
                  <a:moveTo>
                    <a:pt x="648" y="396"/>
                  </a:moveTo>
                  <a:lnTo>
                    <a:pt x="648" y="396"/>
                  </a:lnTo>
                  <a:cubicBezTo>
                    <a:pt x="648" y="396"/>
                    <a:pt x="648" y="398"/>
                    <a:pt x="646" y="399"/>
                  </a:cubicBezTo>
                  <a:cubicBezTo>
                    <a:pt x="644" y="402"/>
                    <a:pt x="638" y="406"/>
                    <a:pt x="633" y="409"/>
                  </a:cubicBezTo>
                  <a:cubicBezTo>
                    <a:pt x="626" y="411"/>
                    <a:pt x="619" y="413"/>
                    <a:pt x="615" y="413"/>
                  </a:cubicBezTo>
                  <a:cubicBezTo>
                    <a:pt x="530" y="413"/>
                    <a:pt x="530" y="413"/>
                    <a:pt x="530" y="413"/>
                  </a:cubicBezTo>
                  <a:cubicBezTo>
                    <a:pt x="501" y="413"/>
                    <a:pt x="501" y="413"/>
                    <a:pt x="501" y="413"/>
                  </a:cubicBezTo>
                  <a:cubicBezTo>
                    <a:pt x="338" y="413"/>
                    <a:pt x="338" y="413"/>
                    <a:pt x="338" y="413"/>
                  </a:cubicBezTo>
                  <a:cubicBezTo>
                    <a:pt x="206" y="413"/>
                    <a:pt x="206" y="413"/>
                    <a:pt x="206" y="413"/>
                  </a:cubicBezTo>
                  <a:cubicBezTo>
                    <a:pt x="177" y="413"/>
                    <a:pt x="177" y="413"/>
                    <a:pt x="177" y="413"/>
                  </a:cubicBezTo>
                  <a:cubicBezTo>
                    <a:pt x="92" y="413"/>
                    <a:pt x="92" y="413"/>
                    <a:pt x="92" y="413"/>
                  </a:cubicBezTo>
                  <a:cubicBezTo>
                    <a:pt x="87" y="413"/>
                    <a:pt x="76" y="410"/>
                    <a:pt x="69" y="406"/>
                  </a:cubicBezTo>
                  <a:cubicBezTo>
                    <a:pt x="65" y="403"/>
                    <a:pt x="62" y="400"/>
                    <a:pt x="61" y="399"/>
                  </a:cubicBezTo>
                  <a:cubicBezTo>
                    <a:pt x="59" y="398"/>
                    <a:pt x="59" y="396"/>
                    <a:pt x="59" y="396"/>
                  </a:cubicBezTo>
                  <a:cubicBezTo>
                    <a:pt x="59" y="284"/>
                    <a:pt x="59" y="284"/>
                    <a:pt x="59" y="284"/>
                  </a:cubicBezTo>
                  <a:cubicBezTo>
                    <a:pt x="59" y="268"/>
                    <a:pt x="65" y="251"/>
                    <a:pt x="76" y="237"/>
                  </a:cubicBezTo>
                  <a:cubicBezTo>
                    <a:pt x="86" y="226"/>
                    <a:pt x="97" y="211"/>
                    <a:pt x="106" y="195"/>
                  </a:cubicBezTo>
                  <a:cubicBezTo>
                    <a:pt x="181" y="203"/>
                    <a:pt x="265" y="207"/>
                    <a:pt x="352" y="207"/>
                  </a:cubicBezTo>
                  <a:cubicBezTo>
                    <a:pt x="434" y="207"/>
                    <a:pt x="519" y="203"/>
                    <a:pt x="599" y="195"/>
                  </a:cubicBezTo>
                  <a:cubicBezTo>
                    <a:pt x="610" y="210"/>
                    <a:pt x="621" y="225"/>
                    <a:pt x="631" y="237"/>
                  </a:cubicBezTo>
                  <a:cubicBezTo>
                    <a:pt x="642" y="251"/>
                    <a:pt x="648" y="268"/>
                    <a:pt x="648" y="284"/>
                  </a:cubicBezTo>
                  <a:lnTo>
                    <a:pt x="648" y="396"/>
                  </a:lnTo>
                  <a:close/>
                  <a:moveTo>
                    <a:pt x="666" y="148"/>
                  </a:moveTo>
                  <a:lnTo>
                    <a:pt x="666" y="148"/>
                  </a:lnTo>
                  <a:cubicBezTo>
                    <a:pt x="671" y="148"/>
                    <a:pt x="674" y="149"/>
                    <a:pt x="677" y="149"/>
                  </a:cubicBezTo>
                  <a:cubicBezTo>
                    <a:pt x="678" y="150"/>
                    <a:pt x="678" y="150"/>
                    <a:pt x="678" y="150"/>
                  </a:cubicBezTo>
                  <a:cubicBezTo>
                    <a:pt x="678" y="152"/>
                    <a:pt x="679" y="152"/>
                    <a:pt x="679" y="156"/>
                  </a:cubicBezTo>
                  <a:cubicBezTo>
                    <a:pt x="679" y="159"/>
                    <a:pt x="679" y="163"/>
                    <a:pt x="679" y="167"/>
                  </a:cubicBezTo>
                  <a:cubicBezTo>
                    <a:pt x="679" y="170"/>
                    <a:pt x="679" y="170"/>
                    <a:pt x="679" y="170"/>
                  </a:cubicBezTo>
                  <a:cubicBezTo>
                    <a:pt x="678" y="171"/>
                    <a:pt x="677" y="174"/>
                    <a:pt x="674" y="175"/>
                  </a:cubicBezTo>
                  <a:cubicBezTo>
                    <a:pt x="671" y="177"/>
                    <a:pt x="667" y="177"/>
                    <a:pt x="666" y="177"/>
                  </a:cubicBezTo>
                  <a:cubicBezTo>
                    <a:pt x="624" y="177"/>
                    <a:pt x="624" y="177"/>
                    <a:pt x="624" y="177"/>
                  </a:cubicBezTo>
                  <a:cubicBezTo>
                    <a:pt x="617" y="168"/>
                    <a:pt x="612" y="159"/>
                    <a:pt x="606" y="148"/>
                  </a:cubicBezTo>
                  <a:lnTo>
                    <a:pt x="666" y="148"/>
                  </a:lnTo>
                  <a:close/>
                  <a:moveTo>
                    <a:pt x="157" y="67"/>
                  </a:moveTo>
                  <a:lnTo>
                    <a:pt x="157" y="67"/>
                  </a:lnTo>
                  <a:lnTo>
                    <a:pt x="157" y="67"/>
                  </a:lnTo>
                  <a:cubicBezTo>
                    <a:pt x="159" y="59"/>
                    <a:pt x="163" y="54"/>
                    <a:pt x="168" y="48"/>
                  </a:cubicBezTo>
                  <a:cubicBezTo>
                    <a:pt x="175" y="41"/>
                    <a:pt x="191" y="36"/>
                    <a:pt x="207" y="33"/>
                  </a:cubicBezTo>
                  <a:cubicBezTo>
                    <a:pt x="224" y="30"/>
                    <a:pt x="243" y="30"/>
                    <a:pt x="260" y="30"/>
                  </a:cubicBezTo>
                  <a:cubicBezTo>
                    <a:pt x="338" y="30"/>
                    <a:pt x="338" y="30"/>
                    <a:pt x="338" y="30"/>
                  </a:cubicBezTo>
                  <a:cubicBezTo>
                    <a:pt x="446" y="30"/>
                    <a:pt x="446" y="30"/>
                    <a:pt x="446" y="30"/>
                  </a:cubicBezTo>
                  <a:cubicBezTo>
                    <a:pt x="470" y="30"/>
                    <a:pt x="496" y="32"/>
                    <a:pt x="515" y="37"/>
                  </a:cubicBezTo>
                  <a:cubicBezTo>
                    <a:pt x="526" y="40"/>
                    <a:pt x="533" y="44"/>
                    <a:pt x="539" y="48"/>
                  </a:cubicBezTo>
                  <a:cubicBezTo>
                    <a:pt x="544" y="54"/>
                    <a:pt x="547" y="59"/>
                    <a:pt x="548" y="67"/>
                  </a:cubicBezTo>
                  <a:lnTo>
                    <a:pt x="548" y="67"/>
                  </a:lnTo>
                  <a:cubicBezTo>
                    <a:pt x="555" y="103"/>
                    <a:pt x="568" y="137"/>
                    <a:pt x="583" y="167"/>
                  </a:cubicBezTo>
                  <a:cubicBezTo>
                    <a:pt x="508" y="174"/>
                    <a:pt x="428" y="177"/>
                    <a:pt x="352" y="177"/>
                  </a:cubicBezTo>
                  <a:cubicBezTo>
                    <a:pt x="271" y="177"/>
                    <a:pt x="193" y="174"/>
                    <a:pt x="123" y="167"/>
                  </a:cubicBezTo>
                  <a:cubicBezTo>
                    <a:pt x="124" y="164"/>
                    <a:pt x="126" y="161"/>
                    <a:pt x="127" y="160"/>
                  </a:cubicBezTo>
                  <a:cubicBezTo>
                    <a:pt x="142" y="130"/>
                    <a:pt x="155" y="98"/>
                    <a:pt x="157" y="67"/>
                  </a:cubicBezTo>
                  <a:close/>
                  <a:moveTo>
                    <a:pt x="30" y="156"/>
                  </a:moveTo>
                  <a:lnTo>
                    <a:pt x="30" y="156"/>
                  </a:lnTo>
                  <a:cubicBezTo>
                    <a:pt x="30" y="154"/>
                    <a:pt x="30" y="153"/>
                    <a:pt x="30" y="152"/>
                  </a:cubicBezTo>
                  <a:cubicBezTo>
                    <a:pt x="32" y="150"/>
                    <a:pt x="32" y="150"/>
                    <a:pt x="33" y="149"/>
                  </a:cubicBezTo>
                  <a:cubicBezTo>
                    <a:pt x="34" y="149"/>
                    <a:pt x="37" y="148"/>
                    <a:pt x="44" y="148"/>
                  </a:cubicBezTo>
                  <a:cubicBezTo>
                    <a:pt x="99" y="148"/>
                    <a:pt x="99" y="148"/>
                    <a:pt x="99" y="148"/>
                  </a:cubicBezTo>
                  <a:cubicBezTo>
                    <a:pt x="94" y="157"/>
                    <a:pt x="88" y="168"/>
                    <a:pt x="83" y="177"/>
                  </a:cubicBezTo>
                  <a:cubicBezTo>
                    <a:pt x="44" y="177"/>
                    <a:pt x="44" y="177"/>
                    <a:pt x="44" y="177"/>
                  </a:cubicBezTo>
                  <a:cubicBezTo>
                    <a:pt x="41" y="177"/>
                    <a:pt x="36" y="175"/>
                    <a:pt x="33" y="172"/>
                  </a:cubicBezTo>
                  <a:cubicBezTo>
                    <a:pt x="32" y="172"/>
                    <a:pt x="30" y="171"/>
                    <a:pt x="30" y="170"/>
                  </a:cubicBezTo>
                  <a:cubicBezTo>
                    <a:pt x="29" y="167"/>
                    <a:pt x="29" y="167"/>
                    <a:pt x="29" y="167"/>
                  </a:cubicBezTo>
                  <a:cubicBezTo>
                    <a:pt x="29" y="163"/>
                    <a:pt x="29" y="159"/>
                    <a:pt x="30"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03" name="Group 726">
            <a:extLst>
              <a:ext uri="{FF2B5EF4-FFF2-40B4-BE49-F238E27FC236}">
                <a16:creationId xmlns:a16="http://schemas.microsoft.com/office/drawing/2014/main" id="{6201527F-4B1B-2D24-33F9-EA586C2E26F2}"/>
              </a:ext>
            </a:extLst>
          </p:cNvPr>
          <p:cNvGrpSpPr/>
          <p:nvPr/>
        </p:nvGrpSpPr>
        <p:grpSpPr>
          <a:xfrm>
            <a:off x="1700539" y="2376114"/>
            <a:ext cx="234790" cy="257969"/>
            <a:chOff x="5838437" y="2445802"/>
            <a:chExt cx="477566" cy="524713"/>
          </a:xfrm>
          <a:solidFill>
            <a:schemeClr val="tx2"/>
          </a:solidFill>
        </p:grpSpPr>
        <p:sp>
          <p:nvSpPr>
            <p:cNvPr id="704" name="Freeform 727">
              <a:extLst>
                <a:ext uri="{FF2B5EF4-FFF2-40B4-BE49-F238E27FC236}">
                  <a16:creationId xmlns:a16="http://schemas.microsoft.com/office/drawing/2014/main" id="{5DC0F2F6-4167-ABDE-CAD4-8E4BA411C3FC}"/>
                </a:ext>
              </a:extLst>
            </p:cNvPr>
            <p:cNvSpPr>
              <a:spLocks noChangeArrowheads="1"/>
            </p:cNvSpPr>
            <p:nvPr/>
          </p:nvSpPr>
          <p:spPr bwMode="auto">
            <a:xfrm>
              <a:off x="5838437" y="2445802"/>
              <a:ext cx="477566" cy="524713"/>
            </a:xfrm>
            <a:custGeom>
              <a:avLst/>
              <a:gdLst>
                <a:gd name="T0" fmla="*/ 1354 w 1384"/>
                <a:gd name="T1" fmla="*/ 886 h 1521"/>
                <a:gd name="T2" fmla="*/ 1366 w 1384"/>
                <a:gd name="T3" fmla="*/ 855 h 1521"/>
                <a:gd name="T4" fmla="*/ 1378 w 1384"/>
                <a:gd name="T5" fmla="*/ 821 h 1521"/>
                <a:gd name="T6" fmla="*/ 1383 w 1384"/>
                <a:gd name="T7" fmla="*/ 786 h 1521"/>
                <a:gd name="T8" fmla="*/ 1248 w 1384"/>
                <a:gd name="T9" fmla="*/ 493 h 1521"/>
                <a:gd name="T10" fmla="*/ 1255 w 1384"/>
                <a:gd name="T11" fmla="*/ 469 h 1521"/>
                <a:gd name="T12" fmla="*/ 1260 w 1384"/>
                <a:gd name="T13" fmla="*/ 441 h 1521"/>
                <a:gd name="T14" fmla="*/ 1161 w 1384"/>
                <a:gd name="T15" fmla="*/ 226 h 1521"/>
                <a:gd name="T16" fmla="*/ 692 w 1384"/>
                <a:gd name="T17" fmla="*/ 99 h 1521"/>
                <a:gd name="T18" fmla="*/ 261 w 1384"/>
                <a:gd name="T19" fmla="*/ 205 h 1521"/>
                <a:gd name="T20" fmla="*/ 124 w 1384"/>
                <a:gd name="T21" fmla="*/ 441 h 1521"/>
                <a:gd name="T22" fmla="*/ 148 w 1384"/>
                <a:gd name="T23" fmla="*/ 519 h 1521"/>
                <a:gd name="T24" fmla="*/ 1 w 1384"/>
                <a:gd name="T25" fmla="*/ 781 h 1521"/>
                <a:gd name="T26" fmla="*/ 7 w 1384"/>
                <a:gd name="T27" fmla="*/ 819 h 1521"/>
                <a:gd name="T28" fmla="*/ 15 w 1384"/>
                <a:gd name="T29" fmla="*/ 849 h 1521"/>
                <a:gd name="T30" fmla="*/ 39 w 1384"/>
                <a:gd name="T31" fmla="*/ 901 h 1521"/>
                <a:gd name="T32" fmla="*/ 55 w 1384"/>
                <a:gd name="T33" fmla="*/ 925 h 1521"/>
                <a:gd name="T34" fmla="*/ 80 w 1384"/>
                <a:gd name="T35" fmla="*/ 954 h 1521"/>
                <a:gd name="T36" fmla="*/ 95 w 1384"/>
                <a:gd name="T37" fmla="*/ 1113 h 1521"/>
                <a:gd name="T38" fmla="*/ 521 w 1384"/>
                <a:gd name="T39" fmla="*/ 1520 h 1521"/>
                <a:gd name="T40" fmla="*/ 1029 w 1384"/>
                <a:gd name="T41" fmla="*/ 1433 h 1521"/>
                <a:gd name="T42" fmla="*/ 1255 w 1384"/>
                <a:gd name="T43" fmla="*/ 992 h 1521"/>
                <a:gd name="T44" fmla="*/ 1315 w 1384"/>
                <a:gd name="T45" fmla="*/ 941 h 1521"/>
                <a:gd name="T46" fmla="*/ 1335 w 1384"/>
                <a:gd name="T47" fmla="*/ 916 h 1521"/>
                <a:gd name="T48" fmla="*/ 602 w 1384"/>
                <a:gd name="T49" fmla="*/ 1441 h 1521"/>
                <a:gd name="T50" fmla="*/ 377 w 1384"/>
                <a:gd name="T51" fmla="*/ 1312 h 1521"/>
                <a:gd name="T52" fmla="*/ 161 w 1384"/>
                <a:gd name="T53" fmla="*/ 1053 h 1521"/>
                <a:gd name="T54" fmla="*/ 325 w 1384"/>
                <a:gd name="T55" fmla="*/ 1133 h 1521"/>
                <a:gd name="T56" fmla="*/ 438 w 1384"/>
                <a:gd name="T57" fmla="*/ 1116 h 1521"/>
                <a:gd name="T58" fmla="*/ 343 w 1384"/>
                <a:gd name="T59" fmla="*/ 1045 h 1521"/>
                <a:gd name="T60" fmla="*/ 273 w 1384"/>
                <a:gd name="T61" fmla="*/ 978 h 1521"/>
                <a:gd name="T62" fmla="*/ 109 w 1384"/>
                <a:gd name="T63" fmla="*/ 903 h 1521"/>
                <a:gd name="T64" fmla="*/ 92 w 1384"/>
                <a:gd name="T65" fmla="*/ 880 h 1521"/>
                <a:gd name="T66" fmla="*/ 79 w 1384"/>
                <a:gd name="T67" fmla="*/ 858 h 1521"/>
                <a:gd name="T68" fmla="*/ 68 w 1384"/>
                <a:gd name="T69" fmla="*/ 832 h 1521"/>
                <a:gd name="T70" fmla="*/ 61 w 1384"/>
                <a:gd name="T71" fmla="*/ 805 h 1521"/>
                <a:gd name="T72" fmla="*/ 56 w 1384"/>
                <a:gd name="T73" fmla="*/ 777 h 1521"/>
                <a:gd name="T74" fmla="*/ 350 w 1384"/>
                <a:gd name="T75" fmla="*/ 642 h 1521"/>
                <a:gd name="T76" fmla="*/ 186 w 1384"/>
                <a:gd name="T77" fmla="*/ 468 h 1521"/>
                <a:gd name="T78" fmla="*/ 181 w 1384"/>
                <a:gd name="T79" fmla="*/ 442 h 1521"/>
                <a:gd name="T80" fmla="*/ 178 w 1384"/>
                <a:gd name="T81" fmla="*/ 421 h 1521"/>
                <a:gd name="T82" fmla="*/ 448 w 1384"/>
                <a:gd name="T83" fmla="*/ 382 h 1521"/>
                <a:gd name="T84" fmla="*/ 470 w 1384"/>
                <a:gd name="T85" fmla="*/ 331 h 1521"/>
                <a:gd name="T86" fmla="*/ 441 w 1384"/>
                <a:gd name="T87" fmla="*/ 81 h 1521"/>
                <a:gd name="T88" fmla="*/ 653 w 1384"/>
                <a:gd name="T89" fmla="*/ 777 h 1521"/>
                <a:gd name="T90" fmla="*/ 510 w 1384"/>
                <a:gd name="T91" fmla="*/ 698 h 1521"/>
                <a:gd name="T92" fmla="*/ 665 w 1384"/>
                <a:gd name="T93" fmla="*/ 831 h 1521"/>
                <a:gd name="T94" fmla="*/ 1159 w 1384"/>
                <a:gd name="T95" fmla="*/ 1255 h 1521"/>
                <a:gd name="T96" fmla="*/ 1006 w 1384"/>
                <a:gd name="T97" fmla="*/ 1274 h 1521"/>
                <a:gd name="T98" fmla="*/ 1008 w 1384"/>
                <a:gd name="T99" fmla="*/ 1332 h 1521"/>
                <a:gd name="T100" fmla="*/ 720 w 1384"/>
                <a:gd name="T101" fmla="*/ 1321 h 1521"/>
                <a:gd name="T102" fmla="*/ 969 w 1384"/>
                <a:gd name="T103" fmla="*/ 339 h 1521"/>
                <a:gd name="T104" fmla="*/ 720 w 1384"/>
                <a:gd name="T105" fmla="*/ 201 h 1521"/>
                <a:gd name="T106" fmla="*/ 1008 w 1384"/>
                <a:gd name="T107" fmla="*/ 201 h 1521"/>
                <a:gd name="T108" fmla="*/ 1207 w 1384"/>
                <a:gd name="T109" fmla="*/ 420 h 1521"/>
                <a:gd name="T110" fmla="*/ 1204 w 1384"/>
                <a:gd name="T111" fmla="*/ 442 h 1521"/>
                <a:gd name="T112" fmla="*/ 1034 w 1384"/>
                <a:gd name="T113" fmla="*/ 642 h 1521"/>
                <a:gd name="T114" fmla="*/ 1328 w 1384"/>
                <a:gd name="T115" fmla="*/ 770 h 1521"/>
                <a:gd name="T116" fmla="*/ 1325 w 1384"/>
                <a:gd name="T117" fmla="*/ 800 h 1521"/>
                <a:gd name="T118" fmla="*/ 1320 w 1384"/>
                <a:gd name="T119" fmla="*/ 824 h 1521"/>
                <a:gd name="T120" fmla="*/ 1202 w 1384"/>
                <a:gd name="T121" fmla="*/ 958 h 1521"/>
                <a:gd name="T122" fmla="*/ 1112 w 1384"/>
                <a:gd name="T123" fmla="*/ 1033 h 1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84" h="1521">
                  <a:moveTo>
                    <a:pt x="1341" y="908"/>
                  </a:moveTo>
                  <a:lnTo>
                    <a:pt x="1341" y="908"/>
                  </a:lnTo>
                  <a:cubicBezTo>
                    <a:pt x="1342" y="906"/>
                    <a:pt x="1342" y="904"/>
                    <a:pt x="1344" y="903"/>
                  </a:cubicBezTo>
                  <a:cubicBezTo>
                    <a:pt x="1345" y="901"/>
                    <a:pt x="1345" y="900"/>
                    <a:pt x="1345" y="900"/>
                  </a:cubicBezTo>
                  <a:cubicBezTo>
                    <a:pt x="1347" y="897"/>
                    <a:pt x="1348" y="896"/>
                    <a:pt x="1349" y="894"/>
                  </a:cubicBezTo>
                  <a:cubicBezTo>
                    <a:pt x="1349" y="893"/>
                    <a:pt x="1349" y="892"/>
                    <a:pt x="1351" y="892"/>
                  </a:cubicBezTo>
                  <a:cubicBezTo>
                    <a:pt x="1352" y="889"/>
                    <a:pt x="1352" y="887"/>
                    <a:pt x="1354" y="886"/>
                  </a:cubicBezTo>
                  <a:cubicBezTo>
                    <a:pt x="1354" y="884"/>
                    <a:pt x="1355" y="883"/>
                    <a:pt x="1355" y="882"/>
                  </a:cubicBezTo>
                  <a:cubicBezTo>
                    <a:pt x="1356" y="880"/>
                    <a:pt x="1356" y="879"/>
                    <a:pt x="1358" y="877"/>
                  </a:cubicBezTo>
                  <a:cubicBezTo>
                    <a:pt x="1358" y="876"/>
                    <a:pt x="1359" y="875"/>
                    <a:pt x="1359" y="873"/>
                  </a:cubicBezTo>
                  <a:cubicBezTo>
                    <a:pt x="1361" y="872"/>
                    <a:pt x="1361" y="870"/>
                    <a:pt x="1362" y="868"/>
                  </a:cubicBezTo>
                  <a:cubicBezTo>
                    <a:pt x="1362" y="866"/>
                    <a:pt x="1363" y="866"/>
                    <a:pt x="1363" y="865"/>
                  </a:cubicBezTo>
                  <a:cubicBezTo>
                    <a:pt x="1363" y="862"/>
                    <a:pt x="1365" y="860"/>
                    <a:pt x="1365" y="859"/>
                  </a:cubicBezTo>
                  <a:cubicBezTo>
                    <a:pt x="1366" y="858"/>
                    <a:pt x="1366" y="856"/>
                    <a:pt x="1366" y="855"/>
                  </a:cubicBezTo>
                  <a:cubicBezTo>
                    <a:pt x="1368" y="853"/>
                    <a:pt x="1368" y="852"/>
                    <a:pt x="1369" y="851"/>
                  </a:cubicBezTo>
                  <a:cubicBezTo>
                    <a:pt x="1369" y="848"/>
                    <a:pt x="1369" y="846"/>
                    <a:pt x="1371" y="845"/>
                  </a:cubicBezTo>
                  <a:cubicBezTo>
                    <a:pt x="1371" y="843"/>
                    <a:pt x="1372" y="842"/>
                    <a:pt x="1372" y="841"/>
                  </a:cubicBezTo>
                  <a:cubicBezTo>
                    <a:pt x="1372" y="839"/>
                    <a:pt x="1373" y="838"/>
                    <a:pt x="1373" y="836"/>
                  </a:cubicBezTo>
                  <a:cubicBezTo>
                    <a:pt x="1373" y="834"/>
                    <a:pt x="1375" y="832"/>
                    <a:pt x="1375" y="831"/>
                  </a:cubicBezTo>
                  <a:cubicBezTo>
                    <a:pt x="1375" y="829"/>
                    <a:pt x="1375" y="828"/>
                    <a:pt x="1376" y="827"/>
                  </a:cubicBezTo>
                  <a:cubicBezTo>
                    <a:pt x="1376" y="825"/>
                    <a:pt x="1376" y="822"/>
                    <a:pt x="1378" y="821"/>
                  </a:cubicBezTo>
                  <a:cubicBezTo>
                    <a:pt x="1378" y="819"/>
                    <a:pt x="1378" y="818"/>
                    <a:pt x="1378" y="817"/>
                  </a:cubicBezTo>
                  <a:cubicBezTo>
                    <a:pt x="1379" y="815"/>
                    <a:pt x="1379" y="812"/>
                    <a:pt x="1379" y="811"/>
                  </a:cubicBezTo>
                  <a:cubicBezTo>
                    <a:pt x="1379" y="810"/>
                    <a:pt x="1379" y="808"/>
                    <a:pt x="1380" y="807"/>
                  </a:cubicBezTo>
                  <a:cubicBezTo>
                    <a:pt x="1380" y="804"/>
                    <a:pt x="1380" y="803"/>
                    <a:pt x="1380" y="801"/>
                  </a:cubicBezTo>
                  <a:cubicBezTo>
                    <a:pt x="1380" y="800"/>
                    <a:pt x="1382" y="798"/>
                    <a:pt x="1382" y="795"/>
                  </a:cubicBezTo>
                  <a:cubicBezTo>
                    <a:pt x="1382" y="794"/>
                    <a:pt x="1382" y="793"/>
                    <a:pt x="1382" y="791"/>
                  </a:cubicBezTo>
                  <a:cubicBezTo>
                    <a:pt x="1382" y="790"/>
                    <a:pt x="1382" y="787"/>
                    <a:pt x="1383" y="786"/>
                  </a:cubicBezTo>
                  <a:cubicBezTo>
                    <a:pt x="1383" y="784"/>
                    <a:pt x="1383" y="783"/>
                    <a:pt x="1383" y="781"/>
                  </a:cubicBezTo>
                  <a:cubicBezTo>
                    <a:pt x="1383" y="779"/>
                    <a:pt x="1383" y="777"/>
                    <a:pt x="1383" y="774"/>
                  </a:cubicBezTo>
                  <a:cubicBezTo>
                    <a:pt x="1383" y="773"/>
                    <a:pt x="1383" y="773"/>
                    <a:pt x="1383" y="771"/>
                  </a:cubicBezTo>
                  <a:cubicBezTo>
                    <a:pt x="1383" y="767"/>
                    <a:pt x="1383" y="764"/>
                    <a:pt x="1383" y="760"/>
                  </a:cubicBezTo>
                  <a:cubicBezTo>
                    <a:pt x="1383" y="732"/>
                    <a:pt x="1379" y="704"/>
                    <a:pt x="1371" y="677"/>
                  </a:cubicBezTo>
                  <a:cubicBezTo>
                    <a:pt x="1348" y="608"/>
                    <a:pt x="1300" y="551"/>
                    <a:pt x="1236" y="519"/>
                  </a:cubicBezTo>
                  <a:cubicBezTo>
                    <a:pt x="1241" y="510"/>
                    <a:pt x="1243" y="502"/>
                    <a:pt x="1248" y="493"/>
                  </a:cubicBezTo>
                  <a:lnTo>
                    <a:pt x="1248" y="493"/>
                  </a:lnTo>
                  <a:cubicBezTo>
                    <a:pt x="1248" y="490"/>
                    <a:pt x="1249" y="489"/>
                    <a:pt x="1250" y="486"/>
                  </a:cubicBezTo>
                  <a:cubicBezTo>
                    <a:pt x="1250" y="486"/>
                    <a:pt x="1250" y="486"/>
                    <a:pt x="1250" y="485"/>
                  </a:cubicBezTo>
                  <a:lnTo>
                    <a:pt x="1250" y="485"/>
                  </a:lnTo>
                  <a:cubicBezTo>
                    <a:pt x="1250" y="482"/>
                    <a:pt x="1252" y="480"/>
                    <a:pt x="1252" y="478"/>
                  </a:cubicBezTo>
                  <a:lnTo>
                    <a:pt x="1253" y="476"/>
                  </a:lnTo>
                  <a:cubicBezTo>
                    <a:pt x="1253" y="473"/>
                    <a:pt x="1255" y="472"/>
                    <a:pt x="1255" y="469"/>
                  </a:cubicBezTo>
                  <a:lnTo>
                    <a:pt x="1255" y="468"/>
                  </a:lnTo>
                  <a:cubicBezTo>
                    <a:pt x="1256" y="465"/>
                    <a:pt x="1256" y="464"/>
                    <a:pt x="1256" y="461"/>
                  </a:cubicBezTo>
                  <a:lnTo>
                    <a:pt x="1258" y="459"/>
                  </a:lnTo>
                  <a:cubicBezTo>
                    <a:pt x="1258" y="456"/>
                    <a:pt x="1258" y="455"/>
                    <a:pt x="1258" y="452"/>
                  </a:cubicBezTo>
                  <a:cubicBezTo>
                    <a:pt x="1259" y="452"/>
                    <a:pt x="1259" y="451"/>
                    <a:pt x="1259" y="449"/>
                  </a:cubicBezTo>
                  <a:cubicBezTo>
                    <a:pt x="1259" y="448"/>
                    <a:pt x="1259" y="445"/>
                    <a:pt x="1259" y="444"/>
                  </a:cubicBezTo>
                  <a:cubicBezTo>
                    <a:pt x="1259" y="442"/>
                    <a:pt x="1260" y="442"/>
                    <a:pt x="1260" y="441"/>
                  </a:cubicBezTo>
                  <a:cubicBezTo>
                    <a:pt x="1260" y="440"/>
                    <a:pt x="1260" y="437"/>
                    <a:pt x="1260" y="435"/>
                  </a:cubicBezTo>
                  <a:cubicBezTo>
                    <a:pt x="1260" y="434"/>
                    <a:pt x="1260" y="432"/>
                    <a:pt x="1260" y="432"/>
                  </a:cubicBezTo>
                  <a:cubicBezTo>
                    <a:pt x="1260" y="430"/>
                    <a:pt x="1260" y="428"/>
                    <a:pt x="1262" y="425"/>
                  </a:cubicBezTo>
                  <a:cubicBezTo>
                    <a:pt x="1262" y="424"/>
                    <a:pt x="1262" y="424"/>
                    <a:pt x="1262" y="423"/>
                  </a:cubicBezTo>
                  <a:cubicBezTo>
                    <a:pt x="1262" y="420"/>
                    <a:pt x="1262" y="417"/>
                    <a:pt x="1262" y="414"/>
                  </a:cubicBezTo>
                  <a:cubicBezTo>
                    <a:pt x="1262" y="383"/>
                    <a:pt x="1255" y="353"/>
                    <a:pt x="1243" y="325"/>
                  </a:cubicBezTo>
                  <a:cubicBezTo>
                    <a:pt x="1226" y="286"/>
                    <a:pt x="1198" y="250"/>
                    <a:pt x="1161" y="226"/>
                  </a:cubicBezTo>
                  <a:cubicBezTo>
                    <a:pt x="1133" y="206"/>
                    <a:pt x="1099" y="194"/>
                    <a:pt x="1063" y="188"/>
                  </a:cubicBezTo>
                  <a:cubicBezTo>
                    <a:pt x="1061" y="165"/>
                    <a:pt x="1056" y="143"/>
                    <a:pt x="1047" y="123"/>
                  </a:cubicBezTo>
                  <a:cubicBezTo>
                    <a:pt x="1032" y="86"/>
                    <a:pt x="1008" y="57"/>
                    <a:pt x="975" y="36"/>
                  </a:cubicBezTo>
                  <a:cubicBezTo>
                    <a:pt x="944" y="13"/>
                    <a:pt x="904" y="0"/>
                    <a:pt x="864" y="0"/>
                  </a:cubicBezTo>
                  <a:cubicBezTo>
                    <a:pt x="838" y="0"/>
                    <a:pt x="811" y="6"/>
                    <a:pt x="787" y="16"/>
                  </a:cubicBezTo>
                  <a:cubicBezTo>
                    <a:pt x="751" y="31"/>
                    <a:pt x="720" y="57"/>
                    <a:pt x="699" y="89"/>
                  </a:cubicBezTo>
                  <a:cubicBezTo>
                    <a:pt x="696" y="92"/>
                    <a:pt x="695" y="95"/>
                    <a:pt x="692" y="99"/>
                  </a:cubicBezTo>
                  <a:cubicBezTo>
                    <a:pt x="678" y="74"/>
                    <a:pt x="657" y="51"/>
                    <a:pt x="633" y="36"/>
                  </a:cubicBezTo>
                  <a:cubicBezTo>
                    <a:pt x="600" y="13"/>
                    <a:pt x="562" y="0"/>
                    <a:pt x="521" y="0"/>
                  </a:cubicBezTo>
                  <a:cubicBezTo>
                    <a:pt x="493" y="0"/>
                    <a:pt x="468" y="6"/>
                    <a:pt x="444" y="16"/>
                  </a:cubicBezTo>
                  <a:cubicBezTo>
                    <a:pt x="407" y="31"/>
                    <a:pt x="377" y="57"/>
                    <a:pt x="356" y="89"/>
                  </a:cubicBezTo>
                  <a:cubicBezTo>
                    <a:pt x="338" y="115"/>
                    <a:pt x="326" y="146"/>
                    <a:pt x="322" y="180"/>
                  </a:cubicBezTo>
                  <a:cubicBezTo>
                    <a:pt x="321" y="182"/>
                    <a:pt x="321" y="185"/>
                    <a:pt x="321" y="190"/>
                  </a:cubicBezTo>
                  <a:cubicBezTo>
                    <a:pt x="299" y="191"/>
                    <a:pt x="280" y="197"/>
                    <a:pt x="261" y="205"/>
                  </a:cubicBezTo>
                  <a:cubicBezTo>
                    <a:pt x="220" y="222"/>
                    <a:pt x="186" y="250"/>
                    <a:pt x="161" y="287"/>
                  </a:cubicBezTo>
                  <a:cubicBezTo>
                    <a:pt x="137" y="324"/>
                    <a:pt x="123" y="367"/>
                    <a:pt x="123" y="414"/>
                  </a:cubicBezTo>
                  <a:cubicBezTo>
                    <a:pt x="123" y="417"/>
                    <a:pt x="123" y="420"/>
                    <a:pt x="123" y="423"/>
                  </a:cubicBezTo>
                  <a:lnTo>
                    <a:pt x="123" y="424"/>
                  </a:lnTo>
                  <a:cubicBezTo>
                    <a:pt x="123" y="427"/>
                    <a:pt x="123" y="430"/>
                    <a:pt x="123" y="432"/>
                  </a:cubicBezTo>
                  <a:cubicBezTo>
                    <a:pt x="123" y="432"/>
                    <a:pt x="123" y="432"/>
                    <a:pt x="124" y="432"/>
                  </a:cubicBezTo>
                  <a:cubicBezTo>
                    <a:pt x="124" y="435"/>
                    <a:pt x="124" y="438"/>
                    <a:pt x="124" y="441"/>
                  </a:cubicBezTo>
                  <a:cubicBezTo>
                    <a:pt x="124" y="441"/>
                    <a:pt x="124" y="441"/>
                    <a:pt x="124" y="442"/>
                  </a:cubicBezTo>
                  <a:cubicBezTo>
                    <a:pt x="124" y="445"/>
                    <a:pt x="126" y="448"/>
                    <a:pt x="126" y="451"/>
                  </a:cubicBezTo>
                  <a:lnTo>
                    <a:pt x="126" y="451"/>
                  </a:lnTo>
                  <a:cubicBezTo>
                    <a:pt x="127" y="456"/>
                    <a:pt x="128" y="462"/>
                    <a:pt x="130" y="468"/>
                  </a:cubicBezTo>
                  <a:lnTo>
                    <a:pt x="130" y="468"/>
                  </a:lnTo>
                  <a:cubicBezTo>
                    <a:pt x="133" y="480"/>
                    <a:pt x="136" y="492"/>
                    <a:pt x="141" y="503"/>
                  </a:cubicBezTo>
                  <a:cubicBezTo>
                    <a:pt x="143" y="507"/>
                    <a:pt x="145" y="513"/>
                    <a:pt x="148" y="519"/>
                  </a:cubicBezTo>
                  <a:cubicBezTo>
                    <a:pt x="109" y="538"/>
                    <a:pt x="76" y="568"/>
                    <a:pt x="51" y="603"/>
                  </a:cubicBezTo>
                  <a:cubicBezTo>
                    <a:pt x="35" y="626"/>
                    <a:pt x="23" y="650"/>
                    <a:pt x="14" y="677"/>
                  </a:cubicBezTo>
                  <a:cubicBezTo>
                    <a:pt x="6" y="704"/>
                    <a:pt x="0" y="732"/>
                    <a:pt x="0" y="760"/>
                  </a:cubicBezTo>
                  <a:cubicBezTo>
                    <a:pt x="0" y="764"/>
                    <a:pt x="0" y="767"/>
                    <a:pt x="1" y="770"/>
                  </a:cubicBezTo>
                  <a:cubicBezTo>
                    <a:pt x="1" y="770"/>
                    <a:pt x="1" y="771"/>
                    <a:pt x="1" y="773"/>
                  </a:cubicBezTo>
                  <a:cubicBezTo>
                    <a:pt x="1" y="774"/>
                    <a:pt x="1" y="777"/>
                    <a:pt x="1" y="780"/>
                  </a:cubicBezTo>
                  <a:lnTo>
                    <a:pt x="1" y="781"/>
                  </a:lnTo>
                  <a:cubicBezTo>
                    <a:pt x="1" y="784"/>
                    <a:pt x="1" y="787"/>
                    <a:pt x="3" y="790"/>
                  </a:cubicBezTo>
                  <a:cubicBezTo>
                    <a:pt x="3" y="791"/>
                    <a:pt x="3" y="791"/>
                    <a:pt x="3" y="793"/>
                  </a:cubicBezTo>
                  <a:cubicBezTo>
                    <a:pt x="3" y="795"/>
                    <a:pt x="3" y="797"/>
                    <a:pt x="3" y="800"/>
                  </a:cubicBezTo>
                  <a:cubicBezTo>
                    <a:pt x="3" y="800"/>
                    <a:pt x="3" y="801"/>
                    <a:pt x="4" y="801"/>
                  </a:cubicBezTo>
                  <a:cubicBezTo>
                    <a:pt x="4" y="804"/>
                    <a:pt x="4" y="807"/>
                    <a:pt x="6" y="810"/>
                  </a:cubicBezTo>
                  <a:cubicBezTo>
                    <a:pt x="6" y="811"/>
                    <a:pt x="6" y="811"/>
                    <a:pt x="6" y="812"/>
                  </a:cubicBezTo>
                  <a:cubicBezTo>
                    <a:pt x="6" y="814"/>
                    <a:pt x="7" y="817"/>
                    <a:pt x="7" y="819"/>
                  </a:cubicBezTo>
                  <a:lnTo>
                    <a:pt x="7" y="821"/>
                  </a:lnTo>
                  <a:cubicBezTo>
                    <a:pt x="8" y="824"/>
                    <a:pt x="8" y="827"/>
                    <a:pt x="10" y="829"/>
                  </a:cubicBezTo>
                  <a:cubicBezTo>
                    <a:pt x="10" y="831"/>
                    <a:pt x="10" y="831"/>
                    <a:pt x="10" y="831"/>
                  </a:cubicBezTo>
                  <a:cubicBezTo>
                    <a:pt x="10" y="834"/>
                    <a:pt x="11" y="836"/>
                    <a:pt x="11" y="838"/>
                  </a:cubicBezTo>
                  <a:cubicBezTo>
                    <a:pt x="13" y="839"/>
                    <a:pt x="13" y="839"/>
                    <a:pt x="13" y="841"/>
                  </a:cubicBezTo>
                  <a:cubicBezTo>
                    <a:pt x="13" y="843"/>
                    <a:pt x="14" y="846"/>
                    <a:pt x="15" y="849"/>
                  </a:cubicBezTo>
                  <a:lnTo>
                    <a:pt x="15" y="849"/>
                  </a:lnTo>
                  <a:cubicBezTo>
                    <a:pt x="15" y="852"/>
                    <a:pt x="17" y="855"/>
                    <a:pt x="18" y="858"/>
                  </a:cubicBezTo>
                  <a:cubicBezTo>
                    <a:pt x="18" y="858"/>
                    <a:pt x="18" y="858"/>
                    <a:pt x="18" y="859"/>
                  </a:cubicBezTo>
                  <a:cubicBezTo>
                    <a:pt x="20" y="862"/>
                    <a:pt x="21" y="865"/>
                    <a:pt x="23" y="866"/>
                  </a:cubicBezTo>
                  <a:cubicBezTo>
                    <a:pt x="25" y="876"/>
                    <a:pt x="30" y="884"/>
                    <a:pt x="34" y="892"/>
                  </a:cubicBezTo>
                  <a:cubicBezTo>
                    <a:pt x="34" y="893"/>
                    <a:pt x="34" y="893"/>
                    <a:pt x="35" y="893"/>
                  </a:cubicBezTo>
                  <a:cubicBezTo>
                    <a:pt x="37" y="896"/>
                    <a:pt x="38" y="897"/>
                    <a:pt x="39" y="900"/>
                  </a:cubicBezTo>
                  <a:lnTo>
                    <a:pt x="39" y="901"/>
                  </a:lnTo>
                  <a:cubicBezTo>
                    <a:pt x="41" y="904"/>
                    <a:pt x="42" y="906"/>
                    <a:pt x="44" y="908"/>
                  </a:cubicBezTo>
                  <a:cubicBezTo>
                    <a:pt x="44" y="908"/>
                    <a:pt x="44" y="908"/>
                    <a:pt x="45" y="910"/>
                  </a:cubicBezTo>
                  <a:lnTo>
                    <a:pt x="45" y="910"/>
                  </a:lnTo>
                  <a:cubicBezTo>
                    <a:pt x="47" y="911"/>
                    <a:pt x="48" y="914"/>
                    <a:pt x="49" y="917"/>
                  </a:cubicBezTo>
                  <a:lnTo>
                    <a:pt x="49" y="917"/>
                  </a:lnTo>
                  <a:cubicBezTo>
                    <a:pt x="52" y="920"/>
                    <a:pt x="54" y="923"/>
                    <a:pt x="55" y="924"/>
                  </a:cubicBezTo>
                  <a:lnTo>
                    <a:pt x="55" y="925"/>
                  </a:lnTo>
                  <a:cubicBezTo>
                    <a:pt x="58" y="927"/>
                    <a:pt x="59" y="930"/>
                    <a:pt x="61" y="932"/>
                  </a:cubicBezTo>
                  <a:cubicBezTo>
                    <a:pt x="61" y="932"/>
                    <a:pt x="61" y="932"/>
                    <a:pt x="62" y="932"/>
                  </a:cubicBezTo>
                  <a:cubicBezTo>
                    <a:pt x="63" y="935"/>
                    <a:pt x="65" y="937"/>
                    <a:pt x="68" y="940"/>
                  </a:cubicBezTo>
                  <a:lnTo>
                    <a:pt x="68" y="940"/>
                  </a:lnTo>
                  <a:cubicBezTo>
                    <a:pt x="69" y="942"/>
                    <a:pt x="72" y="944"/>
                    <a:pt x="73" y="947"/>
                  </a:cubicBezTo>
                  <a:lnTo>
                    <a:pt x="73" y="947"/>
                  </a:lnTo>
                  <a:cubicBezTo>
                    <a:pt x="76" y="949"/>
                    <a:pt x="78" y="951"/>
                    <a:pt x="80" y="954"/>
                  </a:cubicBezTo>
                  <a:lnTo>
                    <a:pt x="80" y="954"/>
                  </a:lnTo>
                  <a:cubicBezTo>
                    <a:pt x="83" y="956"/>
                    <a:pt x="85" y="958"/>
                    <a:pt x="88" y="961"/>
                  </a:cubicBezTo>
                  <a:lnTo>
                    <a:pt x="88" y="961"/>
                  </a:lnTo>
                  <a:cubicBezTo>
                    <a:pt x="97" y="969"/>
                    <a:pt x="109" y="979"/>
                    <a:pt x="120" y="986"/>
                  </a:cubicBezTo>
                  <a:cubicBezTo>
                    <a:pt x="123" y="989"/>
                    <a:pt x="126" y="990"/>
                    <a:pt x="128" y="992"/>
                  </a:cubicBezTo>
                  <a:cubicBezTo>
                    <a:pt x="121" y="1005"/>
                    <a:pt x="114" y="1019"/>
                    <a:pt x="109" y="1033"/>
                  </a:cubicBezTo>
                  <a:cubicBezTo>
                    <a:pt x="100" y="1057"/>
                    <a:pt x="95" y="1085"/>
                    <a:pt x="95" y="1113"/>
                  </a:cubicBezTo>
                  <a:cubicBezTo>
                    <a:pt x="95" y="1144"/>
                    <a:pt x="100" y="1174"/>
                    <a:pt x="112" y="1201"/>
                  </a:cubicBezTo>
                  <a:cubicBezTo>
                    <a:pt x="130" y="1242"/>
                    <a:pt x="158" y="1277"/>
                    <a:pt x="195" y="1301"/>
                  </a:cubicBezTo>
                  <a:cubicBezTo>
                    <a:pt x="230" y="1325"/>
                    <a:pt x="274" y="1339"/>
                    <a:pt x="322" y="1339"/>
                  </a:cubicBezTo>
                  <a:lnTo>
                    <a:pt x="322" y="1339"/>
                  </a:lnTo>
                  <a:cubicBezTo>
                    <a:pt x="323" y="1360"/>
                    <a:pt x="329" y="1380"/>
                    <a:pt x="338" y="1399"/>
                  </a:cubicBezTo>
                  <a:cubicBezTo>
                    <a:pt x="352" y="1434"/>
                    <a:pt x="377" y="1465"/>
                    <a:pt x="410" y="1486"/>
                  </a:cubicBezTo>
                  <a:cubicBezTo>
                    <a:pt x="441" y="1507"/>
                    <a:pt x="480" y="1520"/>
                    <a:pt x="521" y="1520"/>
                  </a:cubicBezTo>
                  <a:cubicBezTo>
                    <a:pt x="548" y="1520"/>
                    <a:pt x="575" y="1514"/>
                    <a:pt x="599" y="1505"/>
                  </a:cubicBezTo>
                  <a:cubicBezTo>
                    <a:pt x="634" y="1490"/>
                    <a:pt x="665" y="1465"/>
                    <a:pt x="686" y="1433"/>
                  </a:cubicBezTo>
                  <a:cubicBezTo>
                    <a:pt x="688" y="1430"/>
                    <a:pt x="691" y="1425"/>
                    <a:pt x="692" y="1423"/>
                  </a:cubicBezTo>
                  <a:cubicBezTo>
                    <a:pt x="708" y="1448"/>
                    <a:pt x="729" y="1469"/>
                    <a:pt x="753" y="1486"/>
                  </a:cubicBezTo>
                  <a:cubicBezTo>
                    <a:pt x="785" y="1507"/>
                    <a:pt x="823" y="1520"/>
                    <a:pt x="864" y="1520"/>
                  </a:cubicBezTo>
                  <a:cubicBezTo>
                    <a:pt x="890" y="1520"/>
                    <a:pt x="917" y="1514"/>
                    <a:pt x="941" y="1505"/>
                  </a:cubicBezTo>
                  <a:cubicBezTo>
                    <a:pt x="976" y="1490"/>
                    <a:pt x="1008" y="1465"/>
                    <a:pt x="1029" y="1433"/>
                  </a:cubicBezTo>
                  <a:cubicBezTo>
                    <a:pt x="1047" y="1406"/>
                    <a:pt x="1058" y="1375"/>
                    <a:pt x="1063" y="1339"/>
                  </a:cubicBezTo>
                  <a:lnTo>
                    <a:pt x="1063" y="1339"/>
                  </a:lnTo>
                  <a:cubicBezTo>
                    <a:pt x="1094" y="1339"/>
                    <a:pt x="1123" y="1334"/>
                    <a:pt x="1152" y="1322"/>
                  </a:cubicBezTo>
                  <a:cubicBezTo>
                    <a:pt x="1193" y="1305"/>
                    <a:pt x="1226" y="1276"/>
                    <a:pt x="1250" y="1239"/>
                  </a:cubicBezTo>
                  <a:cubicBezTo>
                    <a:pt x="1276" y="1204"/>
                    <a:pt x="1290" y="1160"/>
                    <a:pt x="1290" y="1113"/>
                  </a:cubicBezTo>
                  <a:cubicBezTo>
                    <a:pt x="1290" y="1085"/>
                    <a:pt x="1284" y="1057"/>
                    <a:pt x="1276" y="1033"/>
                  </a:cubicBezTo>
                  <a:cubicBezTo>
                    <a:pt x="1270" y="1019"/>
                    <a:pt x="1263" y="1005"/>
                    <a:pt x="1255" y="992"/>
                  </a:cubicBezTo>
                  <a:cubicBezTo>
                    <a:pt x="1270" y="983"/>
                    <a:pt x="1284" y="972"/>
                    <a:pt x="1297" y="961"/>
                  </a:cubicBezTo>
                  <a:lnTo>
                    <a:pt x="1297" y="961"/>
                  </a:lnTo>
                  <a:cubicBezTo>
                    <a:pt x="1298" y="958"/>
                    <a:pt x="1301" y="956"/>
                    <a:pt x="1303" y="954"/>
                  </a:cubicBezTo>
                  <a:cubicBezTo>
                    <a:pt x="1304" y="954"/>
                    <a:pt x="1304" y="954"/>
                    <a:pt x="1304" y="954"/>
                  </a:cubicBezTo>
                  <a:cubicBezTo>
                    <a:pt x="1306" y="951"/>
                    <a:pt x="1308" y="949"/>
                    <a:pt x="1310" y="947"/>
                  </a:cubicBezTo>
                  <a:cubicBezTo>
                    <a:pt x="1310" y="947"/>
                    <a:pt x="1310" y="947"/>
                    <a:pt x="1311" y="947"/>
                  </a:cubicBezTo>
                  <a:cubicBezTo>
                    <a:pt x="1313" y="944"/>
                    <a:pt x="1314" y="942"/>
                    <a:pt x="1315" y="941"/>
                  </a:cubicBezTo>
                  <a:cubicBezTo>
                    <a:pt x="1317" y="940"/>
                    <a:pt x="1317" y="940"/>
                    <a:pt x="1317" y="940"/>
                  </a:cubicBezTo>
                  <a:cubicBezTo>
                    <a:pt x="1318" y="937"/>
                    <a:pt x="1321" y="935"/>
                    <a:pt x="1323" y="934"/>
                  </a:cubicBezTo>
                  <a:cubicBezTo>
                    <a:pt x="1323" y="932"/>
                    <a:pt x="1323" y="932"/>
                    <a:pt x="1324" y="931"/>
                  </a:cubicBezTo>
                  <a:cubicBezTo>
                    <a:pt x="1325" y="930"/>
                    <a:pt x="1327" y="928"/>
                    <a:pt x="1328" y="925"/>
                  </a:cubicBezTo>
                  <a:lnTo>
                    <a:pt x="1330" y="924"/>
                  </a:lnTo>
                  <a:cubicBezTo>
                    <a:pt x="1331" y="923"/>
                    <a:pt x="1332" y="920"/>
                    <a:pt x="1334" y="918"/>
                  </a:cubicBezTo>
                  <a:cubicBezTo>
                    <a:pt x="1334" y="917"/>
                    <a:pt x="1335" y="917"/>
                    <a:pt x="1335" y="916"/>
                  </a:cubicBezTo>
                  <a:cubicBezTo>
                    <a:pt x="1335" y="916"/>
                    <a:pt x="1337" y="914"/>
                    <a:pt x="1337" y="913"/>
                  </a:cubicBezTo>
                  <a:cubicBezTo>
                    <a:pt x="1338" y="913"/>
                    <a:pt x="1338" y="911"/>
                    <a:pt x="1339" y="910"/>
                  </a:cubicBezTo>
                  <a:lnTo>
                    <a:pt x="1339" y="910"/>
                  </a:lnTo>
                  <a:cubicBezTo>
                    <a:pt x="1339" y="908"/>
                    <a:pt x="1341" y="908"/>
                    <a:pt x="1341" y="908"/>
                  </a:cubicBezTo>
                  <a:close/>
                  <a:moveTo>
                    <a:pt x="654" y="1377"/>
                  </a:moveTo>
                  <a:lnTo>
                    <a:pt x="654" y="1377"/>
                  </a:lnTo>
                  <a:cubicBezTo>
                    <a:pt x="643" y="1403"/>
                    <a:pt x="624" y="1425"/>
                    <a:pt x="602" y="1441"/>
                  </a:cubicBezTo>
                  <a:cubicBezTo>
                    <a:pt x="590" y="1448"/>
                    <a:pt x="578" y="1455"/>
                    <a:pt x="564" y="1459"/>
                  </a:cubicBezTo>
                  <a:cubicBezTo>
                    <a:pt x="549" y="1464"/>
                    <a:pt x="535" y="1465"/>
                    <a:pt x="521" y="1465"/>
                  </a:cubicBezTo>
                  <a:cubicBezTo>
                    <a:pt x="501" y="1465"/>
                    <a:pt x="482" y="1461"/>
                    <a:pt x="465" y="1454"/>
                  </a:cubicBezTo>
                  <a:cubicBezTo>
                    <a:pt x="439" y="1442"/>
                    <a:pt x="417" y="1424"/>
                    <a:pt x="401" y="1401"/>
                  </a:cubicBezTo>
                  <a:cubicBezTo>
                    <a:pt x="394" y="1390"/>
                    <a:pt x="387" y="1377"/>
                    <a:pt x="383" y="1363"/>
                  </a:cubicBezTo>
                  <a:cubicBezTo>
                    <a:pt x="379" y="1351"/>
                    <a:pt x="377" y="1336"/>
                    <a:pt x="377" y="1321"/>
                  </a:cubicBezTo>
                  <a:cubicBezTo>
                    <a:pt x="377" y="1318"/>
                    <a:pt x="377" y="1315"/>
                    <a:pt x="377" y="1312"/>
                  </a:cubicBezTo>
                  <a:cubicBezTo>
                    <a:pt x="377" y="1304"/>
                    <a:pt x="374" y="1295"/>
                    <a:pt x="369" y="1290"/>
                  </a:cubicBezTo>
                  <a:cubicBezTo>
                    <a:pt x="362" y="1284"/>
                    <a:pt x="353" y="1281"/>
                    <a:pt x="346" y="1283"/>
                  </a:cubicBezTo>
                  <a:cubicBezTo>
                    <a:pt x="338" y="1284"/>
                    <a:pt x="329" y="1284"/>
                    <a:pt x="322" y="1284"/>
                  </a:cubicBezTo>
                  <a:cubicBezTo>
                    <a:pt x="298" y="1284"/>
                    <a:pt x="275" y="1280"/>
                    <a:pt x="254" y="1271"/>
                  </a:cubicBezTo>
                  <a:cubicBezTo>
                    <a:pt x="223" y="1257"/>
                    <a:pt x="198" y="1236"/>
                    <a:pt x="179" y="1209"/>
                  </a:cubicBezTo>
                  <a:cubicBezTo>
                    <a:pt x="161" y="1181"/>
                    <a:pt x="150" y="1149"/>
                    <a:pt x="150" y="1113"/>
                  </a:cubicBezTo>
                  <a:cubicBezTo>
                    <a:pt x="150" y="1091"/>
                    <a:pt x="154" y="1071"/>
                    <a:pt x="161" y="1053"/>
                  </a:cubicBezTo>
                  <a:cubicBezTo>
                    <a:pt x="165" y="1040"/>
                    <a:pt x="172" y="1027"/>
                    <a:pt x="179" y="1016"/>
                  </a:cubicBezTo>
                  <a:cubicBezTo>
                    <a:pt x="209" y="1027"/>
                    <a:pt x="240" y="1033"/>
                    <a:pt x="273" y="1033"/>
                  </a:cubicBezTo>
                  <a:cubicBezTo>
                    <a:pt x="278" y="1033"/>
                    <a:pt x="284" y="1033"/>
                    <a:pt x="290" y="1033"/>
                  </a:cubicBezTo>
                  <a:cubicBezTo>
                    <a:pt x="288" y="1037"/>
                    <a:pt x="288" y="1041"/>
                    <a:pt x="288" y="1045"/>
                  </a:cubicBezTo>
                  <a:cubicBezTo>
                    <a:pt x="288" y="1060"/>
                    <a:pt x="291" y="1074"/>
                    <a:pt x="294" y="1085"/>
                  </a:cubicBezTo>
                  <a:cubicBezTo>
                    <a:pt x="298" y="1096"/>
                    <a:pt x="302" y="1106"/>
                    <a:pt x="308" y="1115"/>
                  </a:cubicBezTo>
                  <a:cubicBezTo>
                    <a:pt x="314" y="1122"/>
                    <a:pt x="319" y="1127"/>
                    <a:pt x="325" y="1133"/>
                  </a:cubicBezTo>
                  <a:cubicBezTo>
                    <a:pt x="336" y="1143"/>
                    <a:pt x="347" y="1150"/>
                    <a:pt x="359" y="1156"/>
                  </a:cubicBezTo>
                  <a:cubicBezTo>
                    <a:pt x="377" y="1163"/>
                    <a:pt x="394" y="1167"/>
                    <a:pt x="408" y="1170"/>
                  </a:cubicBezTo>
                  <a:cubicBezTo>
                    <a:pt x="421" y="1171"/>
                    <a:pt x="432" y="1171"/>
                    <a:pt x="436" y="1171"/>
                  </a:cubicBezTo>
                  <a:cubicBezTo>
                    <a:pt x="438" y="1171"/>
                    <a:pt x="439" y="1171"/>
                    <a:pt x="439" y="1171"/>
                  </a:cubicBezTo>
                  <a:cubicBezTo>
                    <a:pt x="455" y="1171"/>
                    <a:pt x="466" y="1158"/>
                    <a:pt x="466" y="1143"/>
                  </a:cubicBezTo>
                  <a:cubicBezTo>
                    <a:pt x="466" y="1127"/>
                    <a:pt x="453" y="1116"/>
                    <a:pt x="438" y="1116"/>
                  </a:cubicBezTo>
                  <a:lnTo>
                    <a:pt x="438" y="1116"/>
                  </a:lnTo>
                  <a:cubicBezTo>
                    <a:pt x="438" y="1116"/>
                    <a:pt x="438" y="1116"/>
                    <a:pt x="436" y="1116"/>
                  </a:cubicBezTo>
                  <a:cubicBezTo>
                    <a:pt x="434" y="1116"/>
                    <a:pt x="427" y="1116"/>
                    <a:pt x="415" y="1115"/>
                  </a:cubicBezTo>
                  <a:cubicBezTo>
                    <a:pt x="408" y="1113"/>
                    <a:pt x="400" y="1112"/>
                    <a:pt x="391" y="1109"/>
                  </a:cubicBezTo>
                  <a:cubicBezTo>
                    <a:pt x="384" y="1106"/>
                    <a:pt x="379" y="1103"/>
                    <a:pt x="373" y="1099"/>
                  </a:cubicBezTo>
                  <a:cubicBezTo>
                    <a:pt x="369" y="1098"/>
                    <a:pt x="364" y="1095"/>
                    <a:pt x="362" y="1091"/>
                  </a:cubicBezTo>
                  <a:cubicBezTo>
                    <a:pt x="356" y="1086"/>
                    <a:pt x="352" y="1081"/>
                    <a:pt x="349" y="1074"/>
                  </a:cubicBezTo>
                  <a:cubicBezTo>
                    <a:pt x="346" y="1067"/>
                    <a:pt x="343" y="1057"/>
                    <a:pt x="343" y="1045"/>
                  </a:cubicBezTo>
                  <a:cubicBezTo>
                    <a:pt x="343" y="1038"/>
                    <a:pt x="345" y="1031"/>
                    <a:pt x="346" y="1023"/>
                  </a:cubicBezTo>
                  <a:cubicBezTo>
                    <a:pt x="352" y="1021"/>
                    <a:pt x="356" y="1020"/>
                    <a:pt x="360" y="1019"/>
                  </a:cubicBezTo>
                  <a:cubicBezTo>
                    <a:pt x="388" y="1009"/>
                    <a:pt x="414" y="995"/>
                    <a:pt x="436" y="978"/>
                  </a:cubicBezTo>
                  <a:cubicBezTo>
                    <a:pt x="449" y="969"/>
                    <a:pt x="452" y="951"/>
                    <a:pt x="442" y="940"/>
                  </a:cubicBezTo>
                  <a:cubicBezTo>
                    <a:pt x="434" y="927"/>
                    <a:pt x="415" y="924"/>
                    <a:pt x="404" y="934"/>
                  </a:cubicBezTo>
                  <a:cubicBezTo>
                    <a:pt x="386" y="948"/>
                    <a:pt x="364" y="958"/>
                    <a:pt x="343" y="966"/>
                  </a:cubicBezTo>
                  <a:cubicBezTo>
                    <a:pt x="321" y="973"/>
                    <a:pt x="297" y="978"/>
                    <a:pt x="273" y="978"/>
                  </a:cubicBezTo>
                  <a:cubicBezTo>
                    <a:pt x="243" y="978"/>
                    <a:pt x="215" y="972"/>
                    <a:pt x="188" y="961"/>
                  </a:cubicBezTo>
                  <a:cubicBezTo>
                    <a:pt x="186" y="959"/>
                    <a:pt x="185" y="959"/>
                    <a:pt x="182" y="958"/>
                  </a:cubicBezTo>
                  <a:lnTo>
                    <a:pt x="182" y="958"/>
                  </a:lnTo>
                  <a:cubicBezTo>
                    <a:pt x="157" y="947"/>
                    <a:pt x="133" y="930"/>
                    <a:pt x="114" y="908"/>
                  </a:cubicBezTo>
                  <a:lnTo>
                    <a:pt x="114" y="908"/>
                  </a:lnTo>
                  <a:cubicBezTo>
                    <a:pt x="113" y="907"/>
                    <a:pt x="112" y="906"/>
                    <a:pt x="110" y="904"/>
                  </a:cubicBezTo>
                  <a:cubicBezTo>
                    <a:pt x="109" y="903"/>
                    <a:pt x="109" y="903"/>
                    <a:pt x="109" y="903"/>
                  </a:cubicBezTo>
                  <a:cubicBezTo>
                    <a:pt x="107" y="901"/>
                    <a:pt x="106" y="900"/>
                    <a:pt x="104" y="899"/>
                  </a:cubicBezTo>
                  <a:cubicBezTo>
                    <a:pt x="104" y="897"/>
                    <a:pt x="104" y="897"/>
                    <a:pt x="104" y="897"/>
                  </a:cubicBezTo>
                  <a:cubicBezTo>
                    <a:pt x="103" y="896"/>
                    <a:pt x="102" y="894"/>
                    <a:pt x="100" y="892"/>
                  </a:cubicBezTo>
                  <a:lnTo>
                    <a:pt x="99" y="892"/>
                  </a:lnTo>
                  <a:cubicBezTo>
                    <a:pt x="97" y="889"/>
                    <a:pt x="97" y="887"/>
                    <a:pt x="96" y="886"/>
                  </a:cubicBezTo>
                  <a:lnTo>
                    <a:pt x="95" y="884"/>
                  </a:lnTo>
                  <a:cubicBezTo>
                    <a:pt x="93" y="883"/>
                    <a:pt x="93" y="882"/>
                    <a:pt x="92" y="880"/>
                  </a:cubicBezTo>
                  <a:cubicBezTo>
                    <a:pt x="90" y="879"/>
                    <a:pt x="90" y="879"/>
                    <a:pt x="90" y="877"/>
                  </a:cubicBezTo>
                  <a:cubicBezTo>
                    <a:pt x="89" y="876"/>
                    <a:pt x="89" y="875"/>
                    <a:pt x="88" y="873"/>
                  </a:cubicBezTo>
                  <a:lnTo>
                    <a:pt x="86" y="872"/>
                  </a:lnTo>
                  <a:cubicBezTo>
                    <a:pt x="85" y="870"/>
                    <a:pt x="85" y="869"/>
                    <a:pt x="83" y="868"/>
                  </a:cubicBezTo>
                  <a:cubicBezTo>
                    <a:pt x="83" y="866"/>
                    <a:pt x="83" y="865"/>
                    <a:pt x="82" y="865"/>
                  </a:cubicBezTo>
                  <a:cubicBezTo>
                    <a:pt x="82" y="863"/>
                    <a:pt x="80" y="862"/>
                    <a:pt x="80" y="860"/>
                  </a:cubicBezTo>
                  <a:cubicBezTo>
                    <a:pt x="79" y="859"/>
                    <a:pt x="79" y="859"/>
                    <a:pt x="79" y="858"/>
                  </a:cubicBezTo>
                  <a:cubicBezTo>
                    <a:pt x="78" y="856"/>
                    <a:pt x="78" y="855"/>
                    <a:pt x="76" y="853"/>
                  </a:cubicBezTo>
                  <a:cubicBezTo>
                    <a:pt x="76" y="852"/>
                    <a:pt x="76" y="852"/>
                    <a:pt x="75" y="851"/>
                  </a:cubicBezTo>
                  <a:cubicBezTo>
                    <a:pt x="75" y="849"/>
                    <a:pt x="73" y="848"/>
                    <a:pt x="73" y="846"/>
                  </a:cubicBezTo>
                  <a:cubicBezTo>
                    <a:pt x="73" y="845"/>
                    <a:pt x="72" y="845"/>
                    <a:pt x="72" y="843"/>
                  </a:cubicBezTo>
                  <a:cubicBezTo>
                    <a:pt x="72" y="842"/>
                    <a:pt x="71" y="841"/>
                    <a:pt x="71" y="839"/>
                  </a:cubicBezTo>
                  <a:cubicBezTo>
                    <a:pt x="71" y="838"/>
                    <a:pt x="69" y="836"/>
                    <a:pt x="69" y="836"/>
                  </a:cubicBezTo>
                  <a:cubicBezTo>
                    <a:pt x="69" y="835"/>
                    <a:pt x="68" y="834"/>
                    <a:pt x="68" y="832"/>
                  </a:cubicBezTo>
                  <a:cubicBezTo>
                    <a:pt x="68" y="831"/>
                    <a:pt x="66" y="829"/>
                    <a:pt x="66" y="828"/>
                  </a:cubicBezTo>
                  <a:cubicBezTo>
                    <a:pt x="66" y="827"/>
                    <a:pt x="66" y="825"/>
                    <a:pt x="65" y="824"/>
                  </a:cubicBezTo>
                  <a:cubicBezTo>
                    <a:pt x="65" y="824"/>
                    <a:pt x="65" y="822"/>
                    <a:pt x="65" y="821"/>
                  </a:cubicBezTo>
                  <a:cubicBezTo>
                    <a:pt x="63" y="819"/>
                    <a:pt x="63" y="818"/>
                    <a:pt x="63" y="817"/>
                  </a:cubicBezTo>
                  <a:cubicBezTo>
                    <a:pt x="62" y="815"/>
                    <a:pt x="62" y="814"/>
                    <a:pt x="62" y="812"/>
                  </a:cubicBezTo>
                  <a:cubicBezTo>
                    <a:pt x="62" y="811"/>
                    <a:pt x="62" y="811"/>
                    <a:pt x="61" y="810"/>
                  </a:cubicBezTo>
                  <a:cubicBezTo>
                    <a:pt x="61" y="808"/>
                    <a:pt x="61" y="807"/>
                    <a:pt x="61" y="805"/>
                  </a:cubicBezTo>
                  <a:cubicBezTo>
                    <a:pt x="61" y="804"/>
                    <a:pt x="59" y="803"/>
                    <a:pt x="59" y="801"/>
                  </a:cubicBezTo>
                  <a:cubicBezTo>
                    <a:pt x="59" y="800"/>
                    <a:pt x="59" y="798"/>
                    <a:pt x="59" y="797"/>
                  </a:cubicBezTo>
                  <a:cubicBezTo>
                    <a:pt x="59" y="795"/>
                    <a:pt x="58" y="794"/>
                    <a:pt x="58" y="793"/>
                  </a:cubicBezTo>
                  <a:cubicBezTo>
                    <a:pt x="58" y="791"/>
                    <a:pt x="58" y="790"/>
                    <a:pt x="58" y="788"/>
                  </a:cubicBezTo>
                  <a:cubicBezTo>
                    <a:pt x="58" y="787"/>
                    <a:pt x="58" y="787"/>
                    <a:pt x="58" y="786"/>
                  </a:cubicBezTo>
                  <a:cubicBezTo>
                    <a:pt x="56" y="784"/>
                    <a:pt x="56" y="783"/>
                    <a:pt x="56" y="780"/>
                  </a:cubicBezTo>
                  <a:cubicBezTo>
                    <a:pt x="56" y="780"/>
                    <a:pt x="56" y="779"/>
                    <a:pt x="56" y="777"/>
                  </a:cubicBezTo>
                  <a:cubicBezTo>
                    <a:pt x="56" y="776"/>
                    <a:pt x="56" y="773"/>
                    <a:pt x="56" y="771"/>
                  </a:cubicBezTo>
                  <a:cubicBezTo>
                    <a:pt x="56" y="771"/>
                    <a:pt x="56" y="770"/>
                    <a:pt x="56" y="769"/>
                  </a:cubicBezTo>
                  <a:cubicBezTo>
                    <a:pt x="56" y="766"/>
                    <a:pt x="56" y="763"/>
                    <a:pt x="56" y="760"/>
                  </a:cubicBezTo>
                  <a:cubicBezTo>
                    <a:pt x="56" y="738"/>
                    <a:pt x="59" y="715"/>
                    <a:pt x="66" y="694"/>
                  </a:cubicBezTo>
                  <a:cubicBezTo>
                    <a:pt x="85" y="637"/>
                    <a:pt x="126" y="591"/>
                    <a:pt x="179" y="565"/>
                  </a:cubicBezTo>
                  <a:cubicBezTo>
                    <a:pt x="192" y="579"/>
                    <a:pt x="208" y="592"/>
                    <a:pt x="223" y="602"/>
                  </a:cubicBezTo>
                  <a:cubicBezTo>
                    <a:pt x="258" y="627"/>
                    <a:pt x="302" y="642"/>
                    <a:pt x="350" y="642"/>
                  </a:cubicBezTo>
                  <a:cubicBezTo>
                    <a:pt x="364" y="642"/>
                    <a:pt x="377" y="629"/>
                    <a:pt x="377" y="613"/>
                  </a:cubicBezTo>
                  <a:cubicBezTo>
                    <a:pt x="377" y="598"/>
                    <a:pt x="364" y="586"/>
                    <a:pt x="350" y="586"/>
                  </a:cubicBezTo>
                  <a:cubicBezTo>
                    <a:pt x="326" y="586"/>
                    <a:pt x="304" y="581"/>
                    <a:pt x="282" y="572"/>
                  </a:cubicBezTo>
                  <a:cubicBezTo>
                    <a:pt x="254" y="560"/>
                    <a:pt x="229" y="540"/>
                    <a:pt x="210" y="516"/>
                  </a:cubicBezTo>
                  <a:lnTo>
                    <a:pt x="210" y="514"/>
                  </a:lnTo>
                  <a:cubicBezTo>
                    <a:pt x="201" y="500"/>
                    <a:pt x="192" y="485"/>
                    <a:pt x="186" y="468"/>
                  </a:cubicBezTo>
                  <a:lnTo>
                    <a:pt x="186" y="468"/>
                  </a:lnTo>
                  <a:cubicBezTo>
                    <a:pt x="186" y="466"/>
                    <a:pt x="185" y="464"/>
                    <a:pt x="185" y="462"/>
                  </a:cubicBezTo>
                  <a:cubicBezTo>
                    <a:pt x="185" y="462"/>
                    <a:pt x="185" y="462"/>
                    <a:pt x="185" y="461"/>
                  </a:cubicBezTo>
                  <a:cubicBezTo>
                    <a:pt x="184" y="459"/>
                    <a:pt x="184" y="458"/>
                    <a:pt x="184" y="455"/>
                  </a:cubicBezTo>
                  <a:lnTo>
                    <a:pt x="184" y="455"/>
                  </a:lnTo>
                  <a:cubicBezTo>
                    <a:pt x="182" y="452"/>
                    <a:pt x="182" y="451"/>
                    <a:pt x="182" y="449"/>
                  </a:cubicBezTo>
                  <a:cubicBezTo>
                    <a:pt x="182" y="449"/>
                    <a:pt x="182" y="448"/>
                    <a:pt x="181" y="448"/>
                  </a:cubicBezTo>
                  <a:cubicBezTo>
                    <a:pt x="181" y="447"/>
                    <a:pt x="181" y="445"/>
                    <a:pt x="181" y="442"/>
                  </a:cubicBezTo>
                  <a:cubicBezTo>
                    <a:pt x="181" y="442"/>
                    <a:pt x="181" y="442"/>
                    <a:pt x="181" y="441"/>
                  </a:cubicBezTo>
                  <a:cubicBezTo>
                    <a:pt x="179" y="440"/>
                    <a:pt x="179" y="438"/>
                    <a:pt x="179" y="437"/>
                  </a:cubicBezTo>
                  <a:cubicBezTo>
                    <a:pt x="179" y="435"/>
                    <a:pt x="179" y="435"/>
                    <a:pt x="179" y="434"/>
                  </a:cubicBezTo>
                  <a:cubicBezTo>
                    <a:pt x="179" y="432"/>
                    <a:pt x="179" y="431"/>
                    <a:pt x="179" y="430"/>
                  </a:cubicBezTo>
                  <a:cubicBezTo>
                    <a:pt x="179" y="430"/>
                    <a:pt x="179" y="428"/>
                    <a:pt x="178" y="428"/>
                  </a:cubicBezTo>
                  <a:cubicBezTo>
                    <a:pt x="178" y="427"/>
                    <a:pt x="178" y="425"/>
                    <a:pt x="178" y="423"/>
                  </a:cubicBezTo>
                  <a:lnTo>
                    <a:pt x="178" y="421"/>
                  </a:lnTo>
                  <a:cubicBezTo>
                    <a:pt x="178" y="418"/>
                    <a:pt x="178" y="417"/>
                    <a:pt x="178" y="414"/>
                  </a:cubicBezTo>
                  <a:cubicBezTo>
                    <a:pt x="178" y="390"/>
                    <a:pt x="182" y="367"/>
                    <a:pt x="192" y="348"/>
                  </a:cubicBezTo>
                  <a:cubicBezTo>
                    <a:pt x="205" y="317"/>
                    <a:pt x="226" y="290"/>
                    <a:pt x="254" y="271"/>
                  </a:cubicBezTo>
                  <a:cubicBezTo>
                    <a:pt x="275" y="257"/>
                    <a:pt x="301" y="247"/>
                    <a:pt x="328" y="243"/>
                  </a:cubicBezTo>
                  <a:cubicBezTo>
                    <a:pt x="335" y="270"/>
                    <a:pt x="347" y="293"/>
                    <a:pt x="363" y="311"/>
                  </a:cubicBezTo>
                  <a:cubicBezTo>
                    <a:pt x="374" y="327"/>
                    <a:pt x="386" y="338"/>
                    <a:pt x="398" y="348"/>
                  </a:cubicBezTo>
                  <a:cubicBezTo>
                    <a:pt x="417" y="363"/>
                    <a:pt x="435" y="375"/>
                    <a:pt x="448" y="382"/>
                  </a:cubicBezTo>
                  <a:cubicBezTo>
                    <a:pt x="462" y="389"/>
                    <a:pt x="470" y="391"/>
                    <a:pt x="472" y="391"/>
                  </a:cubicBezTo>
                  <a:cubicBezTo>
                    <a:pt x="486" y="397"/>
                    <a:pt x="501" y="390"/>
                    <a:pt x="507" y="375"/>
                  </a:cubicBezTo>
                  <a:cubicBezTo>
                    <a:pt x="513" y="360"/>
                    <a:pt x="504" y="345"/>
                    <a:pt x="490" y="339"/>
                  </a:cubicBezTo>
                  <a:lnTo>
                    <a:pt x="490" y="339"/>
                  </a:lnTo>
                  <a:lnTo>
                    <a:pt x="490" y="339"/>
                  </a:lnTo>
                  <a:lnTo>
                    <a:pt x="490" y="339"/>
                  </a:lnTo>
                  <a:cubicBezTo>
                    <a:pt x="490" y="339"/>
                    <a:pt x="482" y="336"/>
                    <a:pt x="470" y="331"/>
                  </a:cubicBezTo>
                  <a:cubicBezTo>
                    <a:pt x="462" y="327"/>
                    <a:pt x="452" y="319"/>
                    <a:pt x="441" y="311"/>
                  </a:cubicBezTo>
                  <a:cubicBezTo>
                    <a:pt x="434" y="305"/>
                    <a:pt x="425" y="298"/>
                    <a:pt x="417" y="290"/>
                  </a:cubicBezTo>
                  <a:cubicBezTo>
                    <a:pt x="405" y="278"/>
                    <a:pt x="395" y="264"/>
                    <a:pt x="388" y="247"/>
                  </a:cubicBezTo>
                  <a:cubicBezTo>
                    <a:pt x="383" y="236"/>
                    <a:pt x="379" y="222"/>
                    <a:pt x="377" y="208"/>
                  </a:cubicBezTo>
                  <a:cubicBezTo>
                    <a:pt x="377" y="205"/>
                    <a:pt x="377" y="202"/>
                    <a:pt x="377" y="201"/>
                  </a:cubicBezTo>
                  <a:cubicBezTo>
                    <a:pt x="377" y="181"/>
                    <a:pt x="380" y="161"/>
                    <a:pt x="388" y="144"/>
                  </a:cubicBezTo>
                  <a:cubicBezTo>
                    <a:pt x="398" y="119"/>
                    <a:pt x="417" y="96"/>
                    <a:pt x="441" y="81"/>
                  </a:cubicBezTo>
                  <a:cubicBezTo>
                    <a:pt x="452" y="72"/>
                    <a:pt x="465" y="67"/>
                    <a:pt x="477" y="62"/>
                  </a:cubicBezTo>
                  <a:cubicBezTo>
                    <a:pt x="492" y="58"/>
                    <a:pt x="506" y="57"/>
                    <a:pt x="521" y="57"/>
                  </a:cubicBezTo>
                  <a:cubicBezTo>
                    <a:pt x="541" y="57"/>
                    <a:pt x="559" y="60"/>
                    <a:pt x="576" y="68"/>
                  </a:cubicBezTo>
                  <a:cubicBezTo>
                    <a:pt x="603" y="78"/>
                    <a:pt x="624" y="96"/>
                    <a:pt x="640" y="120"/>
                  </a:cubicBezTo>
                  <a:cubicBezTo>
                    <a:pt x="655" y="143"/>
                    <a:pt x="665" y="170"/>
                    <a:pt x="665" y="201"/>
                  </a:cubicBezTo>
                  <a:cubicBezTo>
                    <a:pt x="665" y="771"/>
                    <a:pt x="665" y="771"/>
                    <a:pt x="665" y="771"/>
                  </a:cubicBezTo>
                  <a:cubicBezTo>
                    <a:pt x="661" y="773"/>
                    <a:pt x="657" y="774"/>
                    <a:pt x="653" y="777"/>
                  </a:cubicBezTo>
                  <a:cubicBezTo>
                    <a:pt x="647" y="779"/>
                    <a:pt x="640" y="781"/>
                    <a:pt x="633" y="783"/>
                  </a:cubicBezTo>
                  <a:cubicBezTo>
                    <a:pt x="626" y="784"/>
                    <a:pt x="619" y="784"/>
                    <a:pt x="612" y="784"/>
                  </a:cubicBezTo>
                  <a:cubicBezTo>
                    <a:pt x="605" y="784"/>
                    <a:pt x="597" y="784"/>
                    <a:pt x="592" y="781"/>
                  </a:cubicBezTo>
                  <a:cubicBezTo>
                    <a:pt x="586" y="780"/>
                    <a:pt x="582" y="779"/>
                    <a:pt x="578" y="776"/>
                  </a:cubicBezTo>
                  <a:cubicBezTo>
                    <a:pt x="572" y="771"/>
                    <a:pt x="565" y="766"/>
                    <a:pt x="559" y="757"/>
                  </a:cubicBezTo>
                  <a:cubicBezTo>
                    <a:pt x="554" y="747"/>
                    <a:pt x="548" y="735"/>
                    <a:pt x="544" y="718"/>
                  </a:cubicBezTo>
                  <a:cubicBezTo>
                    <a:pt x="540" y="704"/>
                    <a:pt x="524" y="694"/>
                    <a:pt x="510" y="698"/>
                  </a:cubicBezTo>
                  <a:cubicBezTo>
                    <a:pt x="496" y="702"/>
                    <a:pt x="486" y="718"/>
                    <a:pt x="490" y="732"/>
                  </a:cubicBezTo>
                  <a:cubicBezTo>
                    <a:pt x="494" y="752"/>
                    <a:pt x="501" y="769"/>
                    <a:pt x="510" y="783"/>
                  </a:cubicBezTo>
                  <a:cubicBezTo>
                    <a:pt x="517" y="793"/>
                    <a:pt x="524" y="801"/>
                    <a:pt x="531" y="810"/>
                  </a:cubicBezTo>
                  <a:cubicBezTo>
                    <a:pt x="544" y="821"/>
                    <a:pt x="557" y="829"/>
                    <a:pt x="571" y="834"/>
                  </a:cubicBezTo>
                  <a:cubicBezTo>
                    <a:pt x="585" y="838"/>
                    <a:pt x="597" y="841"/>
                    <a:pt x="612" y="841"/>
                  </a:cubicBezTo>
                  <a:cubicBezTo>
                    <a:pt x="623" y="841"/>
                    <a:pt x="634" y="838"/>
                    <a:pt x="645" y="836"/>
                  </a:cubicBezTo>
                  <a:cubicBezTo>
                    <a:pt x="653" y="835"/>
                    <a:pt x="660" y="832"/>
                    <a:pt x="665" y="831"/>
                  </a:cubicBezTo>
                  <a:cubicBezTo>
                    <a:pt x="665" y="1321"/>
                    <a:pt x="665" y="1321"/>
                    <a:pt x="665" y="1321"/>
                  </a:cubicBezTo>
                  <a:cubicBezTo>
                    <a:pt x="665" y="1341"/>
                    <a:pt x="661" y="1360"/>
                    <a:pt x="654" y="1377"/>
                  </a:cubicBezTo>
                  <a:close/>
                  <a:moveTo>
                    <a:pt x="490" y="339"/>
                  </a:moveTo>
                  <a:lnTo>
                    <a:pt x="490" y="339"/>
                  </a:lnTo>
                  <a:close/>
                  <a:moveTo>
                    <a:pt x="1221" y="1180"/>
                  </a:moveTo>
                  <a:lnTo>
                    <a:pt x="1221" y="1180"/>
                  </a:lnTo>
                  <a:cubicBezTo>
                    <a:pt x="1208" y="1211"/>
                    <a:pt x="1185" y="1236"/>
                    <a:pt x="1159" y="1255"/>
                  </a:cubicBezTo>
                  <a:cubicBezTo>
                    <a:pt x="1132" y="1274"/>
                    <a:pt x="1098" y="1284"/>
                    <a:pt x="1063" y="1284"/>
                  </a:cubicBezTo>
                  <a:cubicBezTo>
                    <a:pt x="1061" y="1284"/>
                    <a:pt x="1058" y="1284"/>
                    <a:pt x="1057" y="1284"/>
                  </a:cubicBezTo>
                  <a:cubicBezTo>
                    <a:pt x="1054" y="1284"/>
                    <a:pt x="1053" y="1284"/>
                    <a:pt x="1051" y="1284"/>
                  </a:cubicBezTo>
                  <a:lnTo>
                    <a:pt x="1051" y="1284"/>
                  </a:lnTo>
                  <a:cubicBezTo>
                    <a:pt x="1047" y="1284"/>
                    <a:pt x="1043" y="1283"/>
                    <a:pt x="1039" y="1283"/>
                  </a:cubicBezTo>
                  <a:lnTo>
                    <a:pt x="1039" y="1283"/>
                  </a:lnTo>
                  <a:cubicBezTo>
                    <a:pt x="1027" y="1281"/>
                    <a:pt x="1016" y="1279"/>
                    <a:pt x="1006" y="1274"/>
                  </a:cubicBezTo>
                  <a:cubicBezTo>
                    <a:pt x="979" y="1266"/>
                    <a:pt x="955" y="1249"/>
                    <a:pt x="937" y="1229"/>
                  </a:cubicBezTo>
                  <a:cubicBezTo>
                    <a:pt x="917" y="1208"/>
                    <a:pt x="904" y="1184"/>
                    <a:pt x="896" y="1156"/>
                  </a:cubicBezTo>
                  <a:cubicBezTo>
                    <a:pt x="893" y="1142"/>
                    <a:pt x="879" y="1132"/>
                    <a:pt x="864" y="1136"/>
                  </a:cubicBezTo>
                  <a:cubicBezTo>
                    <a:pt x="849" y="1140"/>
                    <a:pt x="840" y="1154"/>
                    <a:pt x="845" y="1170"/>
                  </a:cubicBezTo>
                  <a:cubicBezTo>
                    <a:pt x="857" y="1219"/>
                    <a:pt x="885" y="1262"/>
                    <a:pt x="923" y="1291"/>
                  </a:cubicBezTo>
                  <a:cubicBezTo>
                    <a:pt x="943" y="1307"/>
                    <a:pt x="964" y="1318"/>
                    <a:pt x="988" y="1327"/>
                  </a:cubicBezTo>
                  <a:cubicBezTo>
                    <a:pt x="993" y="1329"/>
                    <a:pt x="1000" y="1331"/>
                    <a:pt x="1008" y="1332"/>
                  </a:cubicBezTo>
                  <a:cubicBezTo>
                    <a:pt x="1006" y="1349"/>
                    <a:pt x="1002" y="1363"/>
                    <a:pt x="996" y="1377"/>
                  </a:cubicBezTo>
                  <a:cubicBezTo>
                    <a:pt x="985" y="1403"/>
                    <a:pt x="967" y="1425"/>
                    <a:pt x="944" y="1441"/>
                  </a:cubicBezTo>
                  <a:cubicBezTo>
                    <a:pt x="933" y="1448"/>
                    <a:pt x="920" y="1455"/>
                    <a:pt x="906" y="1459"/>
                  </a:cubicBezTo>
                  <a:cubicBezTo>
                    <a:pt x="893" y="1464"/>
                    <a:pt x="880" y="1465"/>
                    <a:pt x="864" y="1465"/>
                  </a:cubicBezTo>
                  <a:cubicBezTo>
                    <a:pt x="845" y="1465"/>
                    <a:pt x="826" y="1461"/>
                    <a:pt x="808" y="1454"/>
                  </a:cubicBezTo>
                  <a:cubicBezTo>
                    <a:pt x="783" y="1442"/>
                    <a:pt x="760" y="1425"/>
                    <a:pt x="744" y="1401"/>
                  </a:cubicBezTo>
                  <a:cubicBezTo>
                    <a:pt x="729" y="1379"/>
                    <a:pt x="720" y="1351"/>
                    <a:pt x="720" y="1321"/>
                  </a:cubicBezTo>
                  <a:cubicBezTo>
                    <a:pt x="720" y="386"/>
                    <a:pt x="720" y="386"/>
                    <a:pt x="720" y="386"/>
                  </a:cubicBezTo>
                  <a:cubicBezTo>
                    <a:pt x="722" y="386"/>
                    <a:pt x="723" y="386"/>
                    <a:pt x="725" y="387"/>
                  </a:cubicBezTo>
                  <a:cubicBezTo>
                    <a:pt x="739" y="394"/>
                    <a:pt x="756" y="401"/>
                    <a:pt x="775" y="406"/>
                  </a:cubicBezTo>
                  <a:cubicBezTo>
                    <a:pt x="795" y="411"/>
                    <a:pt x="818" y="414"/>
                    <a:pt x="840" y="414"/>
                  </a:cubicBezTo>
                  <a:cubicBezTo>
                    <a:pt x="860" y="414"/>
                    <a:pt x="880" y="413"/>
                    <a:pt x="900" y="406"/>
                  </a:cubicBezTo>
                  <a:cubicBezTo>
                    <a:pt x="920" y="400"/>
                    <a:pt x="941" y="391"/>
                    <a:pt x="962" y="377"/>
                  </a:cubicBezTo>
                  <a:cubicBezTo>
                    <a:pt x="975" y="369"/>
                    <a:pt x="978" y="352"/>
                    <a:pt x="969" y="339"/>
                  </a:cubicBezTo>
                  <a:cubicBezTo>
                    <a:pt x="961" y="327"/>
                    <a:pt x="944" y="324"/>
                    <a:pt x="931" y="332"/>
                  </a:cubicBezTo>
                  <a:cubicBezTo>
                    <a:pt x="916" y="342"/>
                    <a:pt x="900" y="349"/>
                    <a:pt x="885" y="353"/>
                  </a:cubicBezTo>
                  <a:cubicBezTo>
                    <a:pt x="870" y="358"/>
                    <a:pt x="856" y="359"/>
                    <a:pt x="840" y="359"/>
                  </a:cubicBezTo>
                  <a:cubicBezTo>
                    <a:pt x="823" y="359"/>
                    <a:pt x="805" y="356"/>
                    <a:pt x="790" y="352"/>
                  </a:cubicBezTo>
                  <a:cubicBezTo>
                    <a:pt x="766" y="346"/>
                    <a:pt x="746" y="336"/>
                    <a:pt x="732" y="329"/>
                  </a:cubicBezTo>
                  <a:cubicBezTo>
                    <a:pt x="727" y="327"/>
                    <a:pt x="723" y="324"/>
                    <a:pt x="720" y="322"/>
                  </a:cubicBezTo>
                  <a:cubicBezTo>
                    <a:pt x="720" y="201"/>
                    <a:pt x="720" y="201"/>
                    <a:pt x="720" y="201"/>
                  </a:cubicBezTo>
                  <a:cubicBezTo>
                    <a:pt x="720" y="181"/>
                    <a:pt x="725" y="161"/>
                    <a:pt x="732" y="144"/>
                  </a:cubicBezTo>
                  <a:cubicBezTo>
                    <a:pt x="743" y="119"/>
                    <a:pt x="761" y="96"/>
                    <a:pt x="784" y="81"/>
                  </a:cubicBezTo>
                  <a:cubicBezTo>
                    <a:pt x="795" y="72"/>
                    <a:pt x="808" y="67"/>
                    <a:pt x="822" y="62"/>
                  </a:cubicBezTo>
                  <a:cubicBezTo>
                    <a:pt x="835" y="58"/>
                    <a:pt x="849" y="57"/>
                    <a:pt x="864" y="57"/>
                  </a:cubicBezTo>
                  <a:cubicBezTo>
                    <a:pt x="883" y="57"/>
                    <a:pt x="903" y="60"/>
                    <a:pt x="920" y="68"/>
                  </a:cubicBezTo>
                  <a:cubicBezTo>
                    <a:pt x="945" y="78"/>
                    <a:pt x="968" y="96"/>
                    <a:pt x="983" y="120"/>
                  </a:cubicBezTo>
                  <a:cubicBezTo>
                    <a:pt x="999" y="143"/>
                    <a:pt x="1008" y="170"/>
                    <a:pt x="1008" y="201"/>
                  </a:cubicBezTo>
                  <a:cubicBezTo>
                    <a:pt x="1008" y="204"/>
                    <a:pt x="1008" y="208"/>
                    <a:pt x="1008" y="212"/>
                  </a:cubicBezTo>
                  <a:cubicBezTo>
                    <a:pt x="1006" y="221"/>
                    <a:pt x="1009" y="228"/>
                    <a:pt x="1015" y="233"/>
                  </a:cubicBezTo>
                  <a:cubicBezTo>
                    <a:pt x="1020" y="239"/>
                    <a:pt x="1027" y="242"/>
                    <a:pt x="1034" y="242"/>
                  </a:cubicBezTo>
                  <a:cubicBezTo>
                    <a:pt x="1058" y="242"/>
                    <a:pt x="1081" y="247"/>
                    <a:pt x="1101" y="256"/>
                  </a:cubicBezTo>
                  <a:cubicBezTo>
                    <a:pt x="1132" y="269"/>
                    <a:pt x="1159" y="291"/>
                    <a:pt x="1177" y="318"/>
                  </a:cubicBezTo>
                  <a:cubicBezTo>
                    <a:pt x="1195" y="345"/>
                    <a:pt x="1207" y="379"/>
                    <a:pt x="1207" y="414"/>
                  </a:cubicBezTo>
                  <a:cubicBezTo>
                    <a:pt x="1207" y="416"/>
                    <a:pt x="1207" y="418"/>
                    <a:pt x="1207" y="420"/>
                  </a:cubicBezTo>
                  <a:cubicBezTo>
                    <a:pt x="1207" y="421"/>
                    <a:pt x="1207" y="421"/>
                    <a:pt x="1207" y="421"/>
                  </a:cubicBezTo>
                  <a:cubicBezTo>
                    <a:pt x="1205" y="424"/>
                    <a:pt x="1205" y="425"/>
                    <a:pt x="1205" y="428"/>
                  </a:cubicBezTo>
                  <a:lnTo>
                    <a:pt x="1205" y="428"/>
                  </a:lnTo>
                  <a:cubicBezTo>
                    <a:pt x="1205" y="431"/>
                    <a:pt x="1205" y="432"/>
                    <a:pt x="1205" y="434"/>
                  </a:cubicBezTo>
                  <a:cubicBezTo>
                    <a:pt x="1205" y="435"/>
                    <a:pt x="1205" y="435"/>
                    <a:pt x="1205" y="435"/>
                  </a:cubicBezTo>
                  <a:cubicBezTo>
                    <a:pt x="1205" y="437"/>
                    <a:pt x="1204" y="440"/>
                    <a:pt x="1204" y="441"/>
                  </a:cubicBezTo>
                  <a:cubicBezTo>
                    <a:pt x="1204" y="442"/>
                    <a:pt x="1204" y="442"/>
                    <a:pt x="1204" y="442"/>
                  </a:cubicBezTo>
                  <a:cubicBezTo>
                    <a:pt x="1202" y="451"/>
                    <a:pt x="1200" y="459"/>
                    <a:pt x="1198" y="468"/>
                  </a:cubicBezTo>
                  <a:cubicBezTo>
                    <a:pt x="1193" y="485"/>
                    <a:pt x="1184" y="500"/>
                    <a:pt x="1174" y="514"/>
                  </a:cubicBezTo>
                  <a:cubicBezTo>
                    <a:pt x="1173" y="514"/>
                    <a:pt x="1173" y="514"/>
                    <a:pt x="1173" y="516"/>
                  </a:cubicBezTo>
                  <a:cubicBezTo>
                    <a:pt x="1161" y="531"/>
                    <a:pt x="1147" y="545"/>
                    <a:pt x="1130" y="557"/>
                  </a:cubicBezTo>
                  <a:cubicBezTo>
                    <a:pt x="1104" y="575"/>
                    <a:pt x="1070" y="586"/>
                    <a:pt x="1034" y="586"/>
                  </a:cubicBezTo>
                  <a:cubicBezTo>
                    <a:pt x="1019" y="586"/>
                    <a:pt x="1008" y="598"/>
                    <a:pt x="1008" y="613"/>
                  </a:cubicBezTo>
                  <a:cubicBezTo>
                    <a:pt x="1008" y="629"/>
                    <a:pt x="1019" y="642"/>
                    <a:pt x="1034" y="642"/>
                  </a:cubicBezTo>
                  <a:cubicBezTo>
                    <a:pt x="1065" y="642"/>
                    <a:pt x="1095" y="634"/>
                    <a:pt x="1123" y="623"/>
                  </a:cubicBezTo>
                  <a:cubicBezTo>
                    <a:pt x="1154" y="610"/>
                    <a:pt x="1183" y="589"/>
                    <a:pt x="1204" y="565"/>
                  </a:cubicBezTo>
                  <a:cubicBezTo>
                    <a:pt x="1238" y="581"/>
                    <a:pt x="1267" y="605"/>
                    <a:pt x="1289" y="636"/>
                  </a:cubicBezTo>
                  <a:cubicBezTo>
                    <a:pt x="1301" y="653"/>
                    <a:pt x="1311" y="673"/>
                    <a:pt x="1318" y="694"/>
                  </a:cubicBezTo>
                  <a:cubicBezTo>
                    <a:pt x="1325" y="715"/>
                    <a:pt x="1328" y="738"/>
                    <a:pt x="1328" y="760"/>
                  </a:cubicBezTo>
                  <a:cubicBezTo>
                    <a:pt x="1328" y="763"/>
                    <a:pt x="1328" y="766"/>
                    <a:pt x="1328" y="769"/>
                  </a:cubicBezTo>
                  <a:cubicBezTo>
                    <a:pt x="1328" y="769"/>
                    <a:pt x="1328" y="769"/>
                    <a:pt x="1328" y="770"/>
                  </a:cubicBezTo>
                  <a:cubicBezTo>
                    <a:pt x="1328" y="771"/>
                    <a:pt x="1328" y="774"/>
                    <a:pt x="1328" y="777"/>
                  </a:cubicBezTo>
                  <a:lnTo>
                    <a:pt x="1328" y="777"/>
                  </a:lnTo>
                  <a:cubicBezTo>
                    <a:pt x="1328" y="780"/>
                    <a:pt x="1327" y="781"/>
                    <a:pt x="1327" y="784"/>
                  </a:cubicBezTo>
                  <a:lnTo>
                    <a:pt x="1327" y="786"/>
                  </a:lnTo>
                  <a:cubicBezTo>
                    <a:pt x="1327" y="788"/>
                    <a:pt x="1327" y="790"/>
                    <a:pt x="1327" y="793"/>
                  </a:cubicBezTo>
                  <a:cubicBezTo>
                    <a:pt x="1327" y="793"/>
                    <a:pt x="1327" y="793"/>
                    <a:pt x="1325" y="793"/>
                  </a:cubicBezTo>
                  <a:cubicBezTo>
                    <a:pt x="1325" y="795"/>
                    <a:pt x="1325" y="798"/>
                    <a:pt x="1325" y="800"/>
                  </a:cubicBezTo>
                  <a:cubicBezTo>
                    <a:pt x="1325" y="801"/>
                    <a:pt x="1325" y="801"/>
                    <a:pt x="1324" y="801"/>
                  </a:cubicBezTo>
                  <a:cubicBezTo>
                    <a:pt x="1324" y="804"/>
                    <a:pt x="1324" y="805"/>
                    <a:pt x="1324" y="807"/>
                  </a:cubicBezTo>
                  <a:cubicBezTo>
                    <a:pt x="1324" y="808"/>
                    <a:pt x="1323" y="808"/>
                    <a:pt x="1323" y="808"/>
                  </a:cubicBezTo>
                  <a:cubicBezTo>
                    <a:pt x="1323" y="811"/>
                    <a:pt x="1323" y="814"/>
                    <a:pt x="1321" y="815"/>
                  </a:cubicBezTo>
                  <a:cubicBezTo>
                    <a:pt x="1321" y="817"/>
                    <a:pt x="1321" y="817"/>
                    <a:pt x="1321" y="817"/>
                  </a:cubicBezTo>
                  <a:cubicBezTo>
                    <a:pt x="1321" y="819"/>
                    <a:pt x="1320" y="821"/>
                    <a:pt x="1320" y="822"/>
                  </a:cubicBezTo>
                  <a:cubicBezTo>
                    <a:pt x="1320" y="824"/>
                    <a:pt x="1320" y="824"/>
                    <a:pt x="1320" y="824"/>
                  </a:cubicBezTo>
                  <a:cubicBezTo>
                    <a:pt x="1318" y="827"/>
                    <a:pt x="1318" y="828"/>
                    <a:pt x="1317" y="831"/>
                  </a:cubicBezTo>
                  <a:lnTo>
                    <a:pt x="1317" y="831"/>
                  </a:lnTo>
                  <a:cubicBezTo>
                    <a:pt x="1315" y="834"/>
                    <a:pt x="1315" y="835"/>
                    <a:pt x="1314" y="838"/>
                  </a:cubicBezTo>
                  <a:cubicBezTo>
                    <a:pt x="1314" y="838"/>
                    <a:pt x="1314" y="838"/>
                    <a:pt x="1314" y="839"/>
                  </a:cubicBezTo>
                  <a:cubicBezTo>
                    <a:pt x="1308" y="853"/>
                    <a:pt x="1301" y="866"/>
                    <a:pt x="1293" y="879"/>
                  </a:cubicBezTo>
                  <a:cubicBezTo>
                    <a:pt x="1272" y="913"/>
                    <a:pt x="1239" y="941"/>
                    <a:pt x="1202" y="958"/>
                  </a:cubicBezTo>
                  <a:lnTo>
                    <a:pt x="1202" y="958"/>
                  </a:lnTo>
                  <a:cubicBezTo>
                    <a:pt x="1174" y="971"/>
                    <a:pt x="1145" y="978"/>
                    <a:pt x="1112" y="978"/>
                  </a:cubicBezTo>
                  <a:cubicBezTo>
                    <a:pt x="1087" y="978"/>
                    <a:pt x="1064" y="973"/>
                    <a:pt x="1041" y="966"/>
                  </a:cubicBezTo>
                  <a:cubicBezTo>
                    <a:pt x="1019" y="958"/>
                    <a:pt x="999" y="948"/>
                    <a:pt x="981" y="934"/>
                  </a:cubicBezTo>
                  <a:cubicBezTo>
                    <a:pt x="968" y="924"/>
                    <a:pt x="951" y="927"/>
                    <a:pt x="943" y="940"/>
                  </a:cubicBezTo>
                  <a:cubicBezTo>
                    <a:pt x="933" y="951"/>
                    <a:pt x="935" y="969"/>
                    <a:pt x="947" y="978"/>
                  </a:cubicBezTo>
                  <a:cubicBezTo>
                    <a:pt x="971" y="995"/>
                    <a:pt x="996" y="1009"/>
                    <a:pt x="1023" y="1019"/>
                  </a:cubicBezTo>
                  <a:cubicBezTo>
                    <a:pt x="1051" y="1029"/>
                    <a:pt x="1081" y="1033"/>
                    <a:pt x="1112" y="1033"/>
                  </a:cubicBezTo>
                  <a:cubicBezTo>
                    <a:pt x="1145" y="1033"/>
                    <a:pt x="1176" y="1027"/>
                    <a:pt x="1205" y="1017"/>
                  </a:cubicBezTo>
                  <a:cubicBezTo>
                    <a:pt x="1212" y="1027"/>
                    <a:pt x="1219" y="1040"/>
                    <a:pt x="1224" y="1053"/>
                  </a:cubicBezTo>
                  <a:cubicBezTo>
                    <a:pt x="1231" y="1071"/>
                    <a:pt x="1235" y="1091"/>
                    <a:pt x="1235" y="1113"/>
                  </a:cubicBezTo>
                  <a:cubicBezTo>
                    <a:pt x="1235" y="1136"/>
                    <a:pt x="1229" y="1158"/>
                    <a:pt x="1221" y="1180"/>
                  </a:cubicBezTo>
                  <a:close/>
                </a:path>
              </a:pathLst>
            </a:custGeom>
            <a:grpFill/>
            <a:ln>
              <a:noFill/>
            </a:ln>
            <a:effectLst/>
          </p:spPr>
          <p:txBody>
            <a:bodyPr wrap="none" anchor="ctr"/>
            <a:lstStyle/>
            <a:p>
              <a:endParaRPr lang="da-DK">
                <a:solidFill>
                  <a:schemeClr val="tx2"/>
                </a:solidFill>
              </a:endParaRPr>
            </a:p>
          </p:txBody>
        </p:sp>
        <p:sp>
          <p:nvSpPr>
            <p:cNvPr id="705" name="Freeform 728">
              <a:extLst>
                <a:ext uri="{FF2B5EF4-FFF2-40B4-BE49-F238E27FC236}">
                  <a16:creationId xmlns:a16="http://schemas.microsoft.com/office/drawing/2014/main" id="{0F3F3400-1665-0363-F986-AF9DA110A04E}"/>
                </a:ext>
              </a:extLst>
            </p:cNvPr>
            <p:cNvSpPr>
              <a:spLocks noChangeArrowheads="1"/>
            </p:cNvSpPr>
            <p:nvPr/>
          </p:nvSpPr>
          <p:spPr bwMode="auto">
            <a:xfrm>
              <a:off x="6124367" y="2710440"/>
              <a:ext cx="73004" cy="56273"/>
            </a:xfrm>
            <a:custGeom>
              <a:avLst/>
              <a:gdLst>
                <a:gd name="T0" fmla="*/ 128 w 211"/>
                <a:gd name="T1" fmla="*/ 55 h 165"/>
                <a:gd name="T2" fmla="*/ 128 w 211"/>
                <a:gd name="T3" fmla="*/ 55 h 165"/>
                <a:gd name="T4" fmla="*/ 158 w 211"/>
                <a:gd name="T5" fmla="*/ 59 h 165"/>
                <a:gd name="T6" fmla="*/ 168 w 211"/>
                <a:gd name="T7" fmla="*/ 61 h 165"/>
                <a:gd name="T8" fmla="*/ 171 w 211"/>
                <a:gd name="T9" fmla="*/ 62 h 165"/>
                <a:gd name="T10" fmla="*/ 171 w 211"/>
                <a:gd name="T11" fmla="*/ 62 h 165"/>
                <a:gd name="T12" fmla="*/ 171 w 211"/>
                <a:gd name="T13" fmla="*/ 62 h 165"/>
                <a:gd name="T14" fmla="*/ 171 w 211"/>
                <a:gd name="T15" fmla="*/ 62 h 165"/>
                <a:gd name="T16" fmla="*/ 206 w 211"/>
                <a:gd name="T17" fmla="*/ 45 h 165"/>
                <a:gd name="T18" fmla="*/ 188 w 211"/>
                <a:gd name="T19" fmla="*/ 10 h 165"/>
                <a:gd name="T20" fmla="*/ 188 w 211"/>
                <a:gd name="T21" fmla="*/ 10 h 165"/>
                <a:gd name="T22" fmla="*/ 169 w 211"/>
                <a:gd name="T23" fmla="*/ 4 h 165"/>
                <a:gd name="T24" fmla="*/ 128 w 211"/>
                <a:gd name="T25" fmla="*/ 0 h 165"/>
                <a:gd name="T26" fmla="*/ 88 w 211"/>
                <a:gd name="T27" fmla="*/ 5 h 165"/>
                <a:gd name="T28" fmla="*/ 56 w 211"/>
                <a:gd name="T29" fmla="*/ 20 h 165"/>
                <a:gd name="T30" fmla="*/ 35 w 211"/>
                <a:gd name="T31" fmla="*/ 37 h 165"/>
                <a:gd name="T32" fmla="*/ 11 w 211"/>
                <a:gd name="T33" fmla="*/ 77 h 165"/>
                <a:gd name="T34" fmla="*/ 1 w 211"/>
                <a:gd name="T35" fmla="*/ 134 h 165"/>
                <a:gd name="T36" fmla="*/ 26 w 211"/>
                <a:gd name="T37" fmla="*/ 162 h 165"/>
                <a:gd name="T38" fmla="*/ 55 w 211"/>
                <a:gd name="T39" fmla="*/ 135 h 165"/>
                <a:gd name="T40" fmla="*/ 64 w 211"/>
                <a:gd name="T41" fmla="*/ 92 h 165"/>
                <a:gd name="T42" fmla="*/ 76 w 211"/>
                <a:gd name="T43" fmla="*/ 73 h 165"/>
                <a:gd name="T44" fmla="*/ 86 w 211"/>
                <a:gd name="T45" fmla="*/ 65 h 165"/>
                <a:gd name="T46" fmla="*/ 106 w 211"/>
                <a:gd name="T47" fmla="*/ 58 h 165"/>
                <a:gd name="T48" fmla="*/ 128 w 211"/>
                <a:gd name="T49" fmla="*/ 55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1" h="165">
                  <a:moveTo>
                    <a:pt x="128" y="55"/>
                  </a:moveTo>
                  <a:lnTo>
                    <a:pt x="128" y="55"/>
                  </a:lnTo>
                  <a:cubicBezTo>
                    <a:pt x="140" y="55"/>
                    <a:pt x="151" y="56"/>
                    <a:pt x="158" y="59"/>
                  </a:cubicBezTo>
                  <a:cubicBezTo>
                    <a:pt x="162" y="59"/>
                    <a:pt x="165" y="61"/>
                    <a:pt x="168" y="61"/>
                  </a:cubicBezTo>
                  <a:cubicBezTo>
                    <a:pt x="169" y="61"/>
                    <a:pt x="169" y="62"/>
                    <a:pt x="171" y="62"/>
                  </a:cubicBezTo>
                  <a:lnTo>
                    <a:pt x="171" y="62"/>
                  </a:lnTo>
                  <a:lnTo>
                    <a:pt x="171" y="62"/>
                  </a:lnTo>
                  <a:lnTo>
                    <a:pt x="171" y="62"/>
                  </a:lnTo>
                  <a:cubicBezTo>
                    <a:pt x="185" y="66"/>
                    <a:pt x="201" y="59"/>
                    <a:pt x="206" y="45"/>
                  </a:cubicBezTo>
                  <a:cubicBezTo>
                    <a:pt x="210" y="29"/>
                    <a:pt x="203" y="14"/>
                    <a:pt x="188" y="10"/>
                  </a:cubicBezTo>
                  <a:lnTo>
                    <a:pt x="188" y="10"/>
                  </a:lnTo>
                  <a:cubicBezTo>
                    <a:pt x="188" y="10"/>
                    <a:pt x="181" y="7"/>
                    <a:pt x="169" y="4"/>
                  </a:cubicBezTo>
                  <a:cubicBezTo>
                    <a:pt x="160" y="3"/>
                    <a:pt x="144" y="0"/>
                    <a:pt x="128" y="0"/>
                  </a:cubicBezTo>
                  <a:cubicBezTo>
                    <a:pt x="116" y="0"/>
                    <a:pt x="102" y="1"/>
                    <a:pt x="88" y="5"/>
                  </a:cubicBezTo>
                  <a:cubicBezTo>
                    <a:pt x="76" y="8"/>
                    <a:pt x="66" y="13"/>
                    <a:pt x="56" y="20"/>
                  </a:cubicBezTo>
                  <a:cubicBezTo>
                    <a:pt x="49" y="24"/>
                    <a:pt x="42" y="29"/>
                    <a:pt x="35" y="37"/>
                  </a:cubicBezTo>
                  <a:cubicBezTo>
                    <a:pt x="25" y="48"/>
                    <a:pt x="16" y="62"/>
                    <a:pt x="11" y="77"/>
                  </a:cubicBezTo>
                  <a:cubicBezTo>
                    <a:pt x="5" y="94"/>
                    <a:pt x="1" y="113"/>
                    <a:pt x="1" y="134"/>
                  </a:cubicBezTo>
                  <a:cubicBezTo>
                    <a:pt x="0" y="148"/>
                    <a:pt x="12" y="162"/>
                    <a:pt x="26" y="162"/>
                  </a:cubicBezTo>
                  <a:cubicBezTo>
                    <a:pt x="42" y="164"/>
                    <a:pt x="54" y="151"/>
                    <a:pt x="55" y="135"/>
                  </a:cubicBezTo>
                  <a:cubicBezTo>
                    <a:pt x="55" y="117"/>
                    <a:pt x="59" y="102"/>
                    <a:pt x="64" y="92"/>
                  </a:cubicBezTo>
                  <a:cubicBezTo>
                    <a:pt x="68" y="83"/>
                    <a:pt x="72" y="77"/>
                    <a:pt x="76" y="73"/>
                  </a:cubicBezTo>
                  <a:cubicBezTo>
                    <a:pt x="79" y="70"/>
                    <a:pt x="83" y="68"/>
                    <a:pt x="86" y="65"/>
                  </a:cubicBezTo>
                  <a:cubicBezTo>
                    <a:pt x="93" y="62"/>
                    <a:pt x="99" y="59"/>
                    <a:pt x="106" y="58"/>
                  </a:cubicBezTo>
                  <a:cubicBezTo>
                    <a:pt x="113" y="56"/>
                    <a:pt x="120" y="55"/>
                    <a:pt x="128" y="55"/>
                  </a:cubicBezTo>
                </a:path>
              </a:pathLst>
            </a:custGeom>
            <a:grpFill/>
            <a:ln>
              <a:noFill/>
            </a:ln>
            <a:effectLst/>
          </p:spPr>
          <p:txBody>
            <a:bodyPr wrap="none" anchor="ctr"/>
            <a:lstStyle/>
            <a:p>
              <a:endParaRPr lang="da-DK">
                <a:solidFill>
                  <a:schemeClr val="tx2"/>
                </a:solidFill>
              </a:endParaRPr>
            </a:p>
          </p:txBody>
        </p:sp>
      </p:grpSp>
      <p:grpSp>
        <p:nvGrpSpPr>
          <p:cNvPr id="706" name="Group 729">
            <a:extLst>
              <a:ext uri="{FF2B5EF4-FFF2-40B4-BE49-F238E27FC236}">
                <a16:creationId xmlns:a16="http://schemas.microsoft.com/office/drawing/2014/main" id="{CFAF066C-2E74-873E-4405-E055CDF796CF}"/>
              </a:ext>
            </a:extLst>
          </p:cNvPr>
          <p:cNvGrpSpPr/>
          <p:nvPr/>
        </p:nvGrpSpPr>
        <p:grpSpPr>
          <a:xfrm>
            <a:off x="6370862" y="2870655"/>
            <a:ext cx="231775" cy="279400"/>
            <a:chOff x="6635750" y="4878388"/>
            <a:chExt cx="231775" cy="279400"/>
          </a:xfrm>
          <a:solidFill>
            <a:schemeClr val="tx2"/>
          </a:solidFill>
        </p:grpSpPr>
        <p:sp>
          <p:nvSpPr>
            <p:cNvPr id="707" name="Freeform 272">
              <a:extLst>
                <a:ext uri="{FF2B5EF4-FFF2-40B4-BE49-F238E27FC236}">
                  <a16:creationId xmlns:a16="http://schemas.microsoft.com/office/drawing/2014/main" id="{D0D133E6-2E87-EFED-6143-3C854BFF2455}"/>
                </a:ext>
              </a:extLst>
            </p:cNvPr>
            <p:cNvSpPr>
              <a:spLocks noChangeArrowheads="1"/>
            </p:cNvSpPr>
            <p:nvPr/>
          </p:nvSpPr>
          <p:spPr bwMode="auto">
            <a:xfrm>
              <a:off x="6635750" y="4878388"/>
              <a:ext cx="231775" cy="279400"/>
            </a:xfrm>
            <a:custGeom>
              <a:avLst/>
              <a:gdLst>
                <a:gd name="T0" fmla="*/ 641 w 646"/>
                <a:gd name="T1" fmla="*/ 34 h 776"/>
                <a:gd name="T2" fmla="*/ 641 w 646"/>
                <a:gd name="T3" fmla="*/ 34 h 776"/>
                <a:gd name="T4" fmla="*/ 620 w 646"/>
                <a:gd name="T5" fmla="*/ 10 h 776"/>
                <a:gd name="T6" fmla="*/ 589 w 646"/>
                <a:gd name="T7" fmla="*/ 0 h 776"/>
                <a:gd name="T8" fmla="*/ 55 w 646"/>
                <a:gd name="T9" fmla="*/ 0 h 776"/>
                <a:gd name="T10" fmla="*/ 34 w 646"/>
                <a:gd name="T11" fmla="*/ 5 h 776"/>
                <a:gd name="T12" fmla="*/ 9 w 646"/>
                <a:gd name="T13" fmla="*/ 24 h 776"/>
                <a:gd name="T14" fmla="*/ 0 w 646"/>
                <a:gd name="T15" fmla="*/ 55 h 776"/>
                <a:gd name="T16" fmla="*/ 0 w 646"/>
                <a:gd name="T17" fmla="*/ 719 h 776"/>
                <a:gd name="T18" fmla="*/ 5 w 646"/>
                <a:gd name="T19" fmla="*/ 740 h 776"/>
                <a:gd name="T20" fmla="*/ 24 w 646"/>
                <a:gd name="T21" fmla="*/ 766 h 776"/>
                <a:gd name="T22" fmla="*/ 55 w 646"/>
                <a:gd name="T23" fmla="*/ 775 h 776"/>
                <a:gd name="T24" fmla="*/ 589 w 646"/>
                <a:gd name="T25" fmla="*/ 775 h 776"/>
                <a:gd name="T26" fmla="*/ 611 w 646"/>
                <a:gd name="T27" fmla="*/ 770 h 776"/>
                <a:gd name="T28" fmla="*/ 635 w 646"/>
                <a:gd name="T29" fmla="*/ 750 h 776"/>
                <a:gd name="T30" fmla="*/ 645 w 646"/>
                <a:gd name="T31" fmla="*/ 719 h 776"/>
                <a:gd name="T32" fmla="*/ 645 w 646"/>
                <a:gd name="T33" fmla="*/ 55 h 776"/>
                <a:gd name="T34" fmla="*/ 641 w 646"/>
                <a:gd name="T35" fmla="*/ 34 h 776"/>
                <a:gd name="T36" fmla="*/ 620 w 646"/>
                <a:gd name="T37" fmla="*/ 719 h 776"/>
                <a:gd name="T38" fmla="*/ 620 w 646"/>
                <a:gd name="T39" fmla="*/ 719 h 776"/>
                <a:gd name="T40" fmla="*/ 617 w 646"/>
                <a:gd name="T41" fmla="*/ 730 h 776"/>
                <a:gd name="T42" fmla="*/ 606 w 646"/>
                <a:gd name="T43" fmla="*/ 744 h 776"/>
                <a:gd name="T44" fmla="*/ 589 w 646"/>
                <a:gd name="T45" fmla="*/ 750 h 776"/>
                <a:gd name="T46" fmla="*/ 55 w 646"/>
                <a:gd name="T47" fmla="*/ 750 h 776"/>
                <a:gd name="T48" fmla="*/ 44 w 646"/>
                <a:gd name="T49" fmla="*/ 747 h 776"/>
                <a:gd name="T50" fmla="*/ 30 w 646"/>
                <a:gd name="T51" fmla="*/ 736 h 776"/>
                <a:gd name="T52" fmla="*/ 24 w 646"/>
                <a:gd name="T53" fmla="*/ 719 h 776"/>
                <a:gd name="T54" fmla="*/ 24 w 646"/>
                <a:gd name="T55" fmla="*/ 55 h 776"/>
                <a:gd name="T56" fmla="*/ 27 w 646"/>
                <a:gd name="T57" fmla="*/ 44 h 776"/>
                <a:gd name="T58" fmla="*/ 38 w 646"/>
                <a:gd name="T59" fmla="*/ 30 h 776"/>
                <a:gd name="T60" fmla="*/ 55 w 646"/>
                <a:gd name="T61" fmla="*/ 24 h 776"/>
                <a:gd name="T62" fmla="*/ 589 w 646"/>
                <a:gd name="T63" fmla="*/ 24 h 776"/>
                <a:gd name="T64" fmla="*/ 601 w 646"/>
                <a:gd name="T65" fmla="*/ 27 h 776"/>
                <a:gd name="T66" fmla="*/ 614 w 646"/>
                <a:gd name="T67" fmla="*/ 38 h 776"/>
                <a:gd name="T68" fmla="*/ 620 w 646"/>
                <a:gd name="T69" fmla="*/ 55 h 776"/>
                <a:gd name="T70" fmla="*/ 620 w 646"/>
                <a:gd name="T71" fmla="*/ 719 h 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46" h="776">
                  <a:moveTo>
                    <a:pt x="641" y="34"/>
                  </a:moveTo>
                  <a:lnTo>
                    <a:pt x="641" y="34"/>
                  </a:lnTo>
                  <a:cubicBezTo>
                    <a:pt x="636" y="24"/>
                    <a:pt x="629" y="16"/>
                    <a:pt x="620" y="10"/>
                  </a:cubicBezTo>
                  <a:cubicBezTo>
                    <a:pt x="611" y="3"/>
                    <a:pt x="600" y="0"/>
                    <a:pt x="589" y="0"/>
                  </a:cubicBezTo>
                  <a:cubicBezTo>
                    <a:pt x="55" y="0"/>
                    <a:pt x="55" y="0"/>
                    <a:pt x="55" y="0"/>
                  </a:cubicBezTo>
                  <a:cubicBezTo>
                    <a:pt x="48" y="0"/>
                    <a:pt x="41" y="2"/>
                    <a:pt x="34" y="5"/>
                  </a:cubicBezTo>
                  <a:cubicBezTo>
                    <a:pt x="24" y="9"/>
                    <a:pt x="16" y="16"/>
                    <a:pt x="9" y="24"/>
                  </a:cubicBezTo>
                  <a:cubicBezTo>
                    <a:pt x="3" y="34"/>
                    <a:pt x="0" y="44"/>
                    <a:pt x="0" y="55"/>
                  </a:cubicBezTo>
                  <a:cubicBezTo>
                    <a:pt x="0" y="719"/>
                    <a:pt x="0" y="719"/>
                    <a:pt x="0" y="719"/>
                  </a:cubicBezTo>
                  <a:cubicBezTo>
                    <a:pt x="0" y="726"/>
                    <a:pt x="2" y="735"/>
                    <a:pt x="5" y="740"/>
                  </a:cubicBezTo>
                  <a:cubicBezTo>
                    <a:pt x="9" y="750"/>
                    <a:pt x="16" y="759"/>
                    <a:pt x="24" y="766"/>
                  </a:cubicBezTo>
                  <a:cubicBezTo>
                    <a:pt x="33" y="771"/>
                    <a:pt x="44" y="775"/>
                    <a:pt x="55" y="775"/>
                  </a:cubicBezTo>
                  <a:cubicBezTo>
                    <a:pt x="589" y="775"/>
                    <a:pt x="589" y="775"/>
                    <a:pt x="589" y="775"/>
                  </a:cubicBezTo>
                  <a:cubicBezTo>
                    <a:pt x="597" y="775"/>
                    <a:pt x="604" y="773"/>
                    <a:pt x="611" y="770"/>
                  </a:cubicBezTo>
                  <a:cubicBezTo>
                    <a:pt x="621" y="766"/>
                    <a:pt x="629" y="759"/>
                    <a:pt x="635" y="750"/>
                  </a:cubicBezTo>
                  <a:cubicBezTo>
                    <a:pt x="641" y="742"/>
                    <a:pt x="645" y="730"/>
                    <a:pt x="645" y="719"/>
                  </a:cubicBezTo>
                  <a:cubicBezTo>
                    <a:pt x="645" y="55"/>
                    <a:pt x="645" y="55"/>
                    <a:pt x="645" y="55"/>
                  </a:cubicBezTo>
                  <a:cubicBezTo>
                    <a:pt x="645" y="48"/>
                    <a:pt x="643" y="41"/>
                    <a:pt x="641" y="34"/>
                  </a:cubicBezTo>
                  <a:close/>
                  <a:moveTo>
                    <a:pt x="620" y="719"/>
                  </a:moveTo>
                  <a:lnTo>
                    <a:pt x="620" y="719"/>
                  </a:lnTo>
                  <a:cubicBezTo>
                    <a:pt x="620" y="723"/>
                    <a:pt x="620" y="728"/>
                    <a:pt x="617" y="730"/>
                  </a:cubicBezTo>
                  <a:cubicBezTo>
                    <a:pt x="615" y="736"/>
                    <a:pt x="611" y="742"/>
                    <a:pt x="606" y="744"/>
                  </a:cubicBezTo>
                  <a:cubicBezTo>
                    <a:pt x="601" y="749"/>
                    <a:pt x="596" y="750"/>
                    <a:pt x="589" y="750"/>
                  </a:cubicBezTo>
                  <a:cubicBezTo>
                    <a:pt x="55" y="750"/>
                    <a:pt x="55" y="750"/>
                    <a:pt x="55" y="750"/>
                  </a:cubicBezTo>
                  <a:cubicBezTo>
                    <a:pt x="51" y="750"/>
                    <a:pt x="47" y="749"/>
                    <a:pt x="44" y="747"/>
                  </a:cubicBezTo>
                  <a:cubicBezTo>
                    <a:pt x="38" y="746"/>
                    <a:pt x="33" y="742"/>
                    <a:pt x="30" y="736"/>
                  </a:cubicBezTo>
                  <a:cubicBezTo>
                    <a:pt x="27" y="732"/>
                    <a:pt x="24" y="725"/>
                    <a:pt x="24" y="719"/>
                  </a:cubicBezTo>
                  <a:cubicBezTo>
                    <a:pt x="24" y="55"/>
                    <a:pt x="24" y="55"/>
                    <a:pt x="24" y="55"/>
                  </a:cubicBezTo>
                  <a:cubicBezTo>
                    <a:pt x="24" y="51"/>
                    <a:pt x="26" y="48"/>
                    <a:pt x="27" y="44"/>
                  </a:cubicBezTo>
                  <a:cubicBezTo>
                    <a:pt x="30" y="38"/>
                    <a:pt x="33" y="34"/>
                    <a:pt x="38" y="30"/>
                  </a:cubicBezTo>
                  <a:cubicBezTo>
                    <a:pt x="43" y="27"/>
                    <a:pt x="50" y="24"/>
                    <a:pt x="55" y="24"/>
                  </a:cubicBezTo>
                  <a:cubicBezTo>
                    <a:pt x="589" y="24"/>
                    <a:pt x="589" y="24"/>
                    <a:pt x="589" y="24"/>
                  </a:cubicBezTo>
                  <a:cubicBezTo>
                    <a:pt x="593" y="24"/>
                    <a:pt x="597" y="26"/>
                    <a:pt x="601" y="27"/>
                  </a:cubicBezTo>
                  <a:cubicBezTo>
                    <a:pt x="607" y="30"/>
                    <a:pt x="611" y="34"/>
                    <a:pt x="614" y="38"/>
                  </a:cubicBezTo>
                  <a:cubicBezTo>
                    <a:pt x="618" y="44"/>
                    <a:pt x="620" y="50"/>
                    <a:pt x="620" y="55"/>
                  </a:cubicBezTo>
                  <a:lnTo>
                    <a:pt x="620" y="71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8" name="Freeform 273">
              <a:extLst>
                <a:ext uri="{FF2B5EF4-FFF2-40B4-BE49-F238E27FC236}">
                  <a16:creationId xmlns:a16="http://schemas.microsoft.com/office/drawing/2014/main" id="{AAC3B9F6-44A7-B18C-0493-928ED1758FB1}"/>
                </a:ext>
              </a:extLst>
            </p:cNvPr>
            <p:cNvSpPr>
              <a:spLocks noChangeArrowheads="1"/>
            </p:cNvSpPr>
            <p:nvPr/>
          </p:nvSpPr>
          <p:spPr bwMode="auto">
            <a:xfrm>
              <a:off x="6807200" y="5105400"/>
              <a:ext cx="14288" cy="14288"/>
            </a:xfrm>
            <a:custGeom>
              <a:avLst/>
              <a:gdLst>
                <a:gd name="T0" fmla="*/ 19 w 39"/>
                <a:gd name="T1" fmla="*/ 0 h 39"/>
                <a:gd name="T2" fmla="*/ 19 w 39"/>
                <a:gd name="T3" fmla="*/ 0 h 39"/>
                <a:gd name="T4" fmla="*/ 0 w 39"/>
                <a:gd name="T5" fmla="*/ 20 h 39"/>
                <a:gd name="T6" fmla="*/ 19 w 39"/>
                <a:gd name="T7" fmla="*/ 38 h 39"/>
                <a:gd name="T8" fmla="*/ 38 w 39"/>
                <a:gd name="T9" fmla="*/ 20 h 39"/>
                <a:gd name="T10" fmla="*/ 19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9" y="0"/>
                  </a:moveTo>
                  <a:lnTo>
                    <a:pt x="19" y="0"/>
                  </a:lnTo>
                  <a:cubicBezTo>
                    <a:pt x="9" y="0"/>
                    <a:pt x="0" y="9"/>
                    <a:pt x="0" y="20"/>
                  </a:cubicBezTo>
                  <a:cubicBezTo>
                    <a:pt x="0" y="30"/>
                    <a:pt x="9" y="38"/>
                    <a:pt x="19" y="38"/>
                  </a:cubicBezTo>
                  <a:cubicBezTo>
                    <a:pt x="30" y="38"/>
                    <a:pt x="38" y="30"/>
                    <a:pt x="38" y="20"/>
                  </a:cubicBezTo>
                  <a:cubicBezTo>
                    <a:pt x="38"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9" name="Freeform 274">
              <a:extLst>
                <a:ext uri="{FF2B5EF4-FFF2-40B4-BE49-F238E27FC236}">
                  <a16:creationId xmlns:a16="http://schemas.microsoft.com/office/drawing/2014/main" id="{ED28F8F0-FC08-F3DB-CBDD-347DB413971C}"/>
                </a:ext>
              </a:extLst>
            </p:cNvPr>
            <p:cNvSpPr>
              <a:spLocks noChangeArrowheads="1"/>
            </p:cNvSpPr>
            <p:nvPr/>
          </p:nvSpPr>
          <p:spPr bwMode="auto">
            <a:xfrm>
              <a:off x="6781800" y="5105400"/>
              <a:ext cx="14288" cy="14288"/>
            </a:xfrm>
            <a:custGeom>
              <a:avLst/>
              <a:gdLst>
                <a:gd name="T0" fmla="*/ 20 w 40"/>
                <a:gd name="T1" fmla="*/ 0 h 39"/>
                <a:gd name="T2" fmla="*/ 20 w 40"/>
                <a:gd name="T3" fmla="*/ 0 h 39"/>
                <a:gd name="T4" fmla="*/ 0 w 40"/>
                <a:gd name="T5" fmla="*/ 20 h 39"/>
                <a:gd name="T6" fmla="*/ 20 w 40"/>
                <a:gd name="T7" fmla="*/ 38 h 39"/>
                <a:gd name="T8" fmla="*/ 39 w 40"/>
                <a:gd name="T9" fmla="*/ 20 h 39"/>
                <a:gd name="T10" fmla="*/ 20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20" y="0"/>
                  </a:moveTo>
                  <a:lnTo>
                    <a:pt x="20" y="0"/>
                  </a:lnTo>
                  <a:cubicBezTo>
                    <a:pt x="10" y="0"/>
                    <a:pt x="0" y="9"/>
                    <a:pt x="0" y="20"/>
                  </a:cubicBezTo>
                  <a:cubicBezTo>
                    <a:pt x="0" y="30"/>
                    <a:pt x="10" y="38"/>
                    <a:pt x="20" y="38"/>
                  </a:cubicBezTo>
                  <a:cubicBezTo>
                    <a:pt x="31" y="38"/>
                    <a:pt x="39" y="30"/>
                    <a:pt x="39" y="20"/>
                  </a:cubicBezTo>
                  <a:cubicBezTo>
                    <a:pt x="39" y="9"/>
                    <a:pt x="31"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0" name="Freeform 275">
              <a:extLst>
                <a:ext uri="{FF2B5EF4-FFF2-40B4-BE49-F238E27FC236}">
                  <a16:creationId xmlns:a16="http://schemas.microsoft.com/office/drawing/2014/main" id="{81DA74E4-F255-DE0E-F0A2-62D1265302A0}"/>
                </a:ext>
              </a:extLst>
            </p:cNvPr>
            <p:cNvSpPr>
              <a:spLocks noChangeArrowheads="1"/>
            </p:cNvSpPr>
            <p:nvPr/>
          </p:nvSpPr>
          <p:spPr bwMode="auto">
            <a:xfrm>
              <a:off x="6756400" y="5105400"/>
              <a:ext cx="14288" cy="14288"/>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9" y="0"/>
                    <a:pt x="0" y="9"/>
                    <a:pt x="0" y="20"/>
                  </a:cubicBezTo>
                  <a:cubicBezTo>
                    <a:pt x="0" y="30"/>
                    <a:pt x="9" y="38"/>
                    <a:pt x="20" y="38"/>
                  </a:cubicBezTo>
                  <a:cubicBezTo>
                    <a:pt x="30" y="38"/>
                    <a:pt x="38" y="30"/>
                    <a:pt x="38" y="20"/>
                  </a:cubicBezTo>
                  <a:cubicBezTo>
                    <a:pt x="38" y="9"/>
                    <a:pt x="30"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1" name="Freeform 276">
              <a:extLst>
                <a:ext uri="{FF2B5EF4-FFF2-40B4-BE49-F238E27FC236}">
                  <a16:creationId xmlns:a16="http://schemas.microsoft.com/office/drawing/2014/main" id="{27BDFB9E-AD54-51BA-2AB9-7733BE39EE64}"/>
                </a:ext>
              </a:extLst>
            </p:cNvPr>
            <p:cNvSpPr>
              <a:spLocks noChangeArrowheads="1"/>
            </p:cNvSpPr>
            <p:nvPr/>
          </p:nvSpPr>
          <p:spPr bwMode="auto">
            <a:xfrm>
              <a:off x="6732588" y="5105400"/>
              <a:ext cx="14287" cy="14288"/>
            </a:xfrm>
            <a:custGeom>
              <a:avLst/>
              <a:gdLst>
                <a:gd name="T0" fmla="*/ 19 w 38"/>
                <a:gd name="T1" fmla="*/ 0 h 39"/>
                <a:gd name="T2" fmla="*/ 19 w 38"/>
                <a:gd name="T3" fmla="*/ 0 h 39"/>
                <a:gd name="T4" fmla="*/ 0 w 38"/>
                <a:gd name="T5" fmla="*/ 20 h 39"/>
                <a:gd name="T6" fmla="*/ 19 w 38"/>
                <a:gd name="T7" fmla="*/ 38 h 39"/>
                <a:gd name="T8" fmla="*/ 37 w 38"/>
                <a:gd name="T9" fmla="*/ 20 h 39"/>
                <a:gd name="T10" fmla="*/ 19 w 38"/>
                <a:gd name="T11" fmla="*/ 0 h 39"/>
              </a:gdLst>
              <a:ahLst/>
              <a:cxnLst>
                <a:cxn ang="0">
                  <a:pos x="T0" y="T1"/>
                </a:cxn>
                <a:cxn ang="0">
                  <a:pos x="T2" y="T3"/>
                </a:cxn>
                <a:cxn ang="0">
                  <a:pos x="T4" y="T5"/>
                </a:cxn>
                <a:cxn ang="0">
                  <a:pos x="T6" y="T7"/>
                </a:cxn>
                <a:cxn ang="0">
                  <a:pos x="T8" y="T9"/>
                </a:cxn>
                <a:cxn ang="0">
                  <a:pos x="T10" y="T11"/>
                </a:cxn>
              </a:cxnLst>
              <a:rect l="0" t="0" r="r" b="b"/>
              <a:pathLst>
                <a:path w="38" h="39">
                  <a:moveTo>
                    <a:pt x="19" y="0"/>
                  </a:moveTo>
                  <a:lnTo>
                    <a:pt x="19" y="0"/>
                  </a:lnTo>
                  <a:cubicBezTo>
                    <a:pt x="8" y="0"/>
                    <a:pt x="0" y="9"/>
                    <a:pt x="0" y="20"/>
                  </a:cubicBezTo>
                  <a:cubicBezTo>
                    <a:pt x="0" y="30"/>
                    <a:pt x="8" y="38"/>
                    <a:pt x="19" y="38"/>
                  </a:cubicBezTo>
                  <a:cubicBezTo>
                    <a:pt x="29" y="38"/>
                    <a:pt x="37" y="30"/>
                    <a:pt x="37" y="20"/>
                  </a:cubicBezTo>
                  <a:cubicBezTo>
                    <a:pt x="37" y="9"/>
                    <a:pt x="29"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2" name="Freeform 277">
              <a:extLst>
                <a:ext uri="{FF2B5EF4-FFF2-40B4-BE49-F238E27FC236}">
                  <a16:creationId xmlns:a16="http://schemas.microsoft.com/office/drawing/2014/main" id="{95647C33-38A3-3AC6-23D2-182EE0A631F2}"/>
                </a:ext>
              </a:extLst>
            </p:cNvPr>
            <p:cNvSpPr>
              <a:spLocks noChangeArrowheads="1"/>
            </p:cNvSpPr>
            <p:nvPr/>
          </p:nvSpPr>
          <p:spPr bwMode="auto">
            <a:xfrm>
              <a:off x="6707188" y="5105400"/>
              <a:ext cx="14287" cy="14288"/>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9"/>
                    <a:pt x="0" y="20"/>
                  </a:cubicBezTo>
                  <a:cubicBezTo>
                    <a:pt x="0" y="30"/>
                    <a:pt x="8" y="38"/>
                    <a:pt x="18" y="38"/>
                  </a:cubicBezTo>
                  <a:cubicBezTo>
                    <a:pt x="29" y="38"/>
                    <a:pt x="38" y="30"/>
                    <a:pt x="38" y="20"/>
                  </a:cubicBezTo>
                  <a:cubicBezTo>
                    <a:pt x="38" y="9"/>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3" name="Freeform 278">
              <a:extLst>
                <a:ext uri="{FF2B5EF4-FFF2-40B4-BE49-F238E27FC236}">
                  <a16:creationId xmlns:a16="http://schemas.microsoft.com/office/drawing/2014/main" id="{D7D027EB-B35D-4BAA-5FE9-B6D2B97922A6}"/>
                </a:ext>
              </a:extLst>
            </p:cNvPr>
            <p:cNvSpPr>
              <a:spLocks noChangeArrowheads="1"/>
            </p:cNvSpPr>
            <p:nvPr/>
          </p:nvSpPr>
          <p:spPr bwMode="auto">
            <a:xfrm>
              <a:off x="6681788" y="5105400"/>
              <a:ext cx="14287" cy="14288"/>
            </a:xfrm>
            <a:custGeom>
              <a:avLst/>
              <a:gdLst>
                <a:gd name="T0" fmla="*/ 19 w 40"/>
                <a:gd name="T1" fmla="*/ 0 h 39"/>
                <a:gd name="T2" fmla="*/ 19 w 40"/>
                <a:gd name="T3" fmla="*/ 0 h 39"/>
                <a:gd name="T4" fmla="*/ 0 w 40"/>
                <a:gd name="T5" fmla="*/ 20 h 39"/>
                <a:gd name="T6" fmla="*/ 19 w 40"/>
                <a:gd name="T7" fmla="*/ 38 h 39"/>
                <a:gd name="T8" fmla="*/ 39 w 40"/>
                <a:gd name="T9" fmla="*/ 20 h 39"/>
                <a:gd name="T10" fmla="*/ 19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19" y="0"/>
                  </a:moveTo>
                  <a:lnTo>
                    <a:pt x="19" y="0"/>
                  </a:lnTo>
                  <a:cubicBezTo>
                    <a:pt x="8" y="0"/>
                    <a:pt x="0" y="9"/>
                    <a:pt x="0" y="20"/>
                  </a:cubicBezTo>
                  <a:cubicBezTo>
                    <a:pt x="0" y="30"/>
                    <a:pt x="8" y="38"/>
                    <a:pt x="19" y="38"/>
                  </a:cubicBezTo>
                  <a:cubicBezTo>
                    <a:pt x="30" y="38"/>
                    <a:pt x="39" y="30"/>
                    <a:pt x="39" y="20"/>
                  </a:cubicBezTo>
                  <a:cubicBezTo>
                    <a:pt x="39"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4" name="Freeform 279">
              <a:extLst>
                <a:ext uri="{FF2B5EF4-FFF2-40B4-BE49-F238E27FC236}">
                  <a16:creationId xmlns:a16="http://schemas.microsoft.com/office/drawing/2014/main" id="{DD43E790-B740-5AAD-3B7A-4B4EF6FD614A}"/>
                </a:ext>
              </a:extLst>
            </p:cNvPr>
            <p:cNvSpPr>
              <a:spLocks noChangeArrowheads="1"/>
            </p:cNvSpPr>
            <p:nvPr/>
          </p:nvSpPr>
          <p:spPr bwMode="auto">
            <a:xfrm>
              <a:off x="6678613" y="4916488"/>
              <a:ext cx="147637" cy="147637"/>
            </a:xfrm>
            <a:custGeom>
              <a:avLst/>
              <a:gdLst>
                <a:gd name="T0" fmla="*/ 204 w 410"/>
                <a:gd name="T1" fmla="*/ 0 h 409"/>
                <a:gd name="T2" fmla="*/ 0 w 410"/>
                <a:gd name="T3" fmla="*/ 212 h 409"/>
                <a:gd name="T4" fmla="*/ 0 w 410"/>
                <a:gd name="T5" fmla="*/ 213 h 409"/>
                <a:gd name="T6" fmla="*/ 408 w 410"/>
                <a:gd name="T7" fmla="*/ 213 h 409"/>
                <a:gd name="T8" fmla="*/ 408 w 410"/>
                <a:gd name="T9" fmla="*/ 212 h 409"/>
                <a:gd name="T10" fmla="*/ 204 w 410"/>
                <a:gd name="T11" fmla="*/ 0 h 409"/>
                <a:gd name="T12" fmla="*/ 336 w 410"/>
                <a:gd name="T13" fmla="*/ 71 h 409"/>
                <a:gd name="T14" fmla="*/ 336 w 410"/>
                <a:gd name="T15" fmla="*/ 108 h 409"/>
                <a:gd name="T16" fmla="*/ 269 w 410"/>
                <a:gd name="T17" fmla="*/ 61 h 409"/>
                <a:gd name="T18" fmla="*/ 336 w 410"/>
                <a:gd name="T19" fmla="*/ 71 h 409"/>
                <a:gd name="T20" fmla="*/ 120 w 410"/>
                <a:gd name="T21" fmla="*/ 203 h 409"/>
                <a:gd name="T22" fmla="*/ 204 w 410"/>
                <a:gd name="T23" fmla="*/ 133 h 409"/>
                <a:gd name="T24" fmla="*/ 290 w 410"/>
                <a:gd name="T25" fmla="*/ 203 h 409"/>
                <a:gd name="T26" fmla="*/ 288 w 410"/>
                <a:gd name="T27" fmla="*/ 222 h 409"/>
                <a:gd name="T28" fmla="*/ 274 w 410"/>
                <a:gd name="T29" fmla="*/ 290 h 409"/>
                <a:gd name="T30" fmla="*/ 134 w 410"/>
                <a:gd name="T31" fmla="*/ 290 h 409"/>
                <a:gd name="T32" fmla="*/ 288 w 410"/>
                <a:gd name="T33" fmla="*/ 222 h 409"/>
                <a:gd name="T34" fmla="*/ 197 w 410"/>
                <a:gd name="T35" fmla="*/ 19 h 409"/>
                <a:gd name="T36" fmla="*/ 211 w 410"/>
                <a:gd name="T37" fmla="*/ 19 h 409"/>
                <a:gd name="T38" fmla="*/ 271 w 410"/>
                <a:gd name="T39" fmla="*/ 109 h 409"/>
                <a:gd name="T40" fmla="*/ 204 w 410"/>
                <a:gd name="T41" fmla="*/ 116 h 409"/>
                <a:gd name="T42" fmla="*/ 155 w 410"/>
                <a:gd name="T43" fmla="*/ 70 h 409"/>
                <a:gd name="T44" fmla="*/ 197 w 410"/>
                <a:gd name="T45" fmla="*/ 19 h 409"/>
                <a:gd name="T46" fmla="*/ 72 w 410"/>
                <a:gd name="T47" fmla="*/ 71 h 409"/>
                <a:gd name="T48" fmla="*/ 160 w 410"/>
                <a:gd name="T49" fmla="*/ 32 h 409"/>
                <a:gd name="T50" fmla="*/ 117 w 410"/>
                <a:gd name="T51" fmla="*/ 113 h 409"/>
                <a:gd name="T52" fmla="*/ 59 w 410"/>
                <a:gd name="T53" fmla="*/ 106 h 409"/>
                <a:gd name="T54" fmla="*/ 72 w 410"/>
                <a:gd name="T55" fmla="*/ 71 h 409"/>
                <a:gd name="T56" fmla="*/ 38 w 410"/>
                <a:gd name="T57" fmla="*/ 118 h 409"/>
                <a:gd name="T58" fmla="*/ 69 w 410"/>
                <a:gd name="T59" fmla="*/ 125 h 409"/>
                <a:gd name="T60" fmla="*/ 101 w 410"/>
                <a:gd name="T61" fmla="*/ 203 h 409"/>
                <a:gd name="T62" fmla="*/ 38 w 410"/>
                <a:gd name="T63" fmla="*/ 118 h 409"/>
                <a:gd name="T64" fmla="*/ 45 w 410"/>
                <a:gd name="T65" fmla="*/ 303 h 409"/>
                <a:gd name="T66" fmla="*/ 103 w 410"/>
                <a:gd name="T67" fmla="*/ 222 h 409"/>
                <a:gd name="T68" fmla="*/ 101 w 410"/>
                <a:gd name="T69" fmla="*/ 293 h 409"/>
                <a:gd name="T70" fmla="*/ 48 w 410"/>
                <a:gd name="T71" fmla="*/ 302 h 409"/>
                <a:gd name="T72" fmla="*/ 72 w 410"/>
                <a:gd name="T73" fmla="*/ 337 h 409"/>
                <a:gd name="T74" fmla="*/ 55 w 410"/>
                <a:gd name="T75" fmla="*/ 317 h 409"/>
                <a:gd name="T76" fmla="*/ 122 w 410"/>
                <a:gd name="T77" fmla="*/ 309 h 409"/>
                <a:gd name="T78" fmla="*/ 170 w 410"/>
                <a:gd name="T79" fmla="*/ 389 h 409"/>
                <a:gd name="T80" fmla="*/ 211 w 410"/>
                <a:gd name="T81" fmla="*/ 389 h 409"/>
                <a:gd name="T82" fmla="*/ 204 w 410"/>
                <a:gd name="T83" fmla="*/ 391 h 409"/>
                <a:gd name="T84" fmla="*/ 174 w 410"/>
                <a:gd name="T85" fmla="*/ 366 h 409"/>
                <a:gd name="T86" fmla="*/ 204 w 410"/>
                <a:gd name="T87" fmla="*/ 306 h 409"/>
                <a:gd name="T88" fmla="*/ 253 w 410"/>
                <a:gd name="T89" fmla="*/ 338 h 409"/>
                <a:gd name="T90" fmla="*/ 211 w 410"/>
                <a:gd name="T91" fmla="*/ 389 h 409"/>
                <a:gd name="T92" fmla="*/ 336 w 410"/>
                <a:gd name="T93" fmla="*/ 337 h 409"/>
                <a:gd name="T94" fmla="*/ 247 w 410"/>
                <a:gd name="T95" fmla="*/ 376 h 409"/>
                <a:gd name="T96" fmla="*/ 305 w 410"/>
                <a:gd name="T97" fmla="*/ 310 h 409"/>
                <a:gd name="T98" fmla="*/ 353 w 410"/>
                <a:gd name="T99" fmla="*/ 317 h 409"/>
                <a:gd name="T100" fmla="*/ 363 w 410"/>
                <a:gd name="T101" fmla="*/ 303 h 409"/>
                <a:gd name="T102" fmla="*/ 360 w 410"/>
                <a:gd name="T103" fmla="*/ 302 h 409"/>
                <a:gd name="T104" fmla="*/ 292 w 410"/>
                <a:gd name="T105" fmla="*/ 292 h 409"/>
                <a:gd name="T106" fmla="*/ 391 w 410"/>
                <a:gd name="T107" fmla="*/ 222 h 409"/>
                <a:gd name="T108" fmla="*/ 306 w 410"/>
                <a:gd name="T109" fmla="*/ 203 h 409"/>
                <a:gd name="T110" fmla="*/ 297 w 410"/>
                <a:gd name="T111" fmla="*/ 130 h 409"/>
                <a:gd name="T112" fmla="*/ 353 w 410"/>
                <a:gd name="T113" fmla="*/ 123 h 409"/>
                <a:gd name="T114" fmla="*/ 371 w 410"/>
                <a:gd name="T115" fmla="*/ 118 h 409"/>
                <a:gd name="T116" fmla="*/ 306 w 410"/>
                <a:gd name="T117" fmla="*/ 203 h 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0" h="409">
                  <a:moveTo>
                    <a:pt x="204" y="0"/>
                  </a:moveTo>
                  <a:lnTo>
                    <a:pt x="204" y="0"/>
                  </a:lnTo>
                  <a:cubicBezTo>
                    <a:pt x="92" y="0"/>
                    <a:pt x="0" y="91"/>
                    <a:pt x="0" y="203"/>
                  </a:cubicBezTo>
                  <a:cubicBezTo>
                    <a:pt x="0" y="206"/>
                    <a:pt x="0" y="209"/>
                    <a:pt x="0" y="212"/>
                  </a:cubicBezTo>
                  <a:cubicBezTo>
                    <a:pt x="0" y="212"/>
                    <a:pt x="0" y="212"/>
                    <a:pt x="0" y="213"/>
                  </a:cubicBezTo>
                  <a:lnTo>
                    <a:pt x="0" y="213"/>
                  </a:lnTo>
                  <a:cubicBezTo>
                    <a:pt x="6" y="321"/>
                    <a:pt x="94" y="408"/>
                    <a:pt x="204" y="408"/>
                  </a:cubicBezTo>
                  <a:cubicBezTo>
                    <a:pt x="313" y="408"/>
                    <a:pt x="403" y="321"/>
                    <a:pt x="408" y="213"/>
                  </a:cubicBezTo>
                  <a:lnTo>
                    <a:pt x="409" y="213"/>
                  </a:lnTo>
                  <a:cubicBezTo>
                    <a:pt x="409" y="212"/>
                    <a:pt x="408" y="212"/>
                    <a:pt x="408" y="212"/>
                  </a:cubicBezTo>
                  <a:cubicBezTo>
                    <a:pt x="408" y="209"/>
                    <a:pt x="409" y="206"/>
                    <a:pt x="409" y="203"/>
                  </a:cubicBezTo>
                  <a:cubicBezTo>
                    <a:pt x="409" y="91"/>
                    <a:pt x="316" y="0"/>
                    <a:pt x="204" y="0"/>
                  </a:cubicBezTo>
                  <a:close/>
                  <a:moveTo>
                    <a:pt x="336" y="71"/>
                  </a:moveTo>
                  <a:lnTo>
                    <a:pt x="336" y="71"/>
                  </a:lnTo>
                  <a:cubicBezTo>
                    <a:pt x="346" y="81"/>
                    <a:pt x="354" y="92"/>
                    <a:pt x="361" y="104"/>
                  </a:cubicBezTo>
                  <a:cubicBezTo>
                    <a:pt x="356" y="105"/>
                    <a:pt x="347" y="106"/>
                    <a:pt x="336" y="108"/>
                  </a:cubicBezTo>
                  <a:cubicBezTo>
                    <a:pt x="323" y="111"/>
                    <a:pt x="308" y="112"/>
                    <a:pt x="291" y="113"/>
                  </a:cubicBezTo>
                  <a:cubicBezTo>
                    <a:pt x="284" y="94"/>
                    <a:pt x="277" y="77"/>
                    <a:pt x="269" y="61"/>
                  </a:cubicBezTo>
                  <a:cubicBezTo>
                    <a:pt x="259" y="45"/>
                    <a:pt x="247" y="31"/>
                    <a:pt x="238" y="19"/>
                  </a:cubicBezTo>
                  <a:cubicBezTo>
                    <a:pt x="276" y="26"/>
                    <a:pt x="311" y="45"/>
                    <a:pt x="336" y="71"/>
                  </a:cubicBezTo>
                  <a:close/>
                  <a:moveTo>
                    <a:pt x="120" y="203"/>
                  </a:moveTo>
                  <a:lnTo>
                    <a:pt x="120" y="203"/>
                  </a:lnTo>
                  <a:cubicBezTo>
                    <a:pt x="120" y="178"/>
                    <a:pt x="122" y="153"/>
                    <a:pt x="130" y="130"/>
                  </a:cubicBezTo>
                  <a:cubicBezTo>
                    <a:pt x="153" y="132"/>
                    <a:pt x="179" y="133"/>
                    <a:pt x="204" y="133"/>
                  </a:cubicBezTo>
                  <a:cubicBezTo>
                    <a:pt x="229" y="133"/>
                    <a:pt x="256" y="132"/>
                    <a:pt x="278" y="130"/>
                  </a:cubicBezTo>
                  <a:cubicBezTo>
                    <a:pt x="285" y="153"/>
                    <a:pt x="290" y="178"/>
                    <a:pt x="290" y="203"/>
                  </a:cubicBezTo>
                  <a:lnTo>
                    <a:pt x="120" y="203"/>
                  </a:lnTo>
                  <a:close/>
                  <a:moveTo>
                    <a:pt x="288" y="222"/>
                  </a:moveTo>
                  <a:lnTo>
                    <a:pt x="288" y="222"/>
                  </a:lnTo>
                  <a:cubicBezTo>
                    <a:pt x="287" y="245"/>
                    <a:pt x="281" y="269"/>
                    <a:pt x="274" y="290"/>
                  </a:cubicBezTo>
                  <a:cubicBezTo>
                    <a:pt x="252" y="289"/>
                    <a:pt x="228" y="289"/>
                    <a:pt x="204" y="289"/>
                  </a:cubicBezTo>
                  <a:cubicBezTo>
                    <a:pt x="180" y="289"/>
                    <a:pt x="156" y="289"/>
                    <a:pt x="134" y="290"/>
                  </a:cubicBezTo>
                  <a:cubicBezTo>
                    <a:pt x="127" y="269"/>
                    <a:pt x="121" y="245"/>
                    <a:pt x="120" y="222"/>
                  </a:cubicBezTo>
                  <a:lnTo>
                    <a:pt x="288" y="222"/>
                  </a:lnTo>
                  <a:close/>
                  <a:moveTo>
                    <a:pt x="197" y="19"/>
                  </a:moveTo>
                  <a:lnTo>
                    <a:pt x="197" y="19"/>
                  </a:lnTo>
                  <a:cubicBezTo>
                    <a:pt x="201" y="18"/>
                    <a:pt x="204" y="17"/>
                    <a:pt x="204" y="17"/>
                  </a:cubicBezTo>
                  <a:cubicBezTo>
                    <a:pt x="205" y="17"/>
                    <a:pt x="208" y="18"/>
                    <a:pt x="211" y="19"/>
                  </a:cubicBezTo>
                  <a:cubicBezTo>
                    <a:pt x="218" y="24"/>
                    <a:pt x="226" y="31"/>
                    <a:pt x="235" y="42"/>
                  </a:cubicBezTo>
                  <a:cubicBezTo>
                    <a:pt x="247" y="59"/>
                    <a:pt x="261" y="81"/>
                    <a:pt x="271" y="109"/>
                  </a:cubicBezTo>
                  <a:cubicBezTo>
                    <a:pt x="273" y="111"/>
                    <a:pt x="273" y="112"/>
                    <a:pt x="273" y="113"/>
                  </a:cubicBezTo>
                  <a:cubicBezTo>
                    <a:pt x="252" y="115"/>
                    <a:pt x="228" y="116"/>
                    <a:pt x="204" y="116"/>
                  </a:cubicBezTo>
                  <a:cubicBezTo>
                    <a:pt x="180" y="116"/>
                    <a:pt x="156" y="115"/>
                    <a:pt x="135" y="113"/>
                  </a:cubicBezTo>
                  <a:cubicBezTo>
                    <a:pt x="141" y="98"/>
                    <a:pt x="148" y="82"/>
                    <a:pt x="155" y="70"/>
                  </a:cubicBezTo>
                  <a:cubicBezTo>
                    <a:pt x="165" y="53"/>
                    <a:pt x="176" y="39"/>
                    <a:pt x="184" y="29"/>
                  </a:cubicBezTo>
                  <a:cubicBezTo>
                    <a:pt x="190" y="25"/>
                    <a:pt x="194" y="22"/>
                    <a:pt x="197" y="19"/>
                  </a:cubicBezTo>
                  <a:close/>
                  <a:moveTo>
                    <a:pt x="72" y="71"/>
                  </a:moveTo>
                  <a:lnTo>
                    <a:pt x="72" y="71"/>
                  </a:lnTo>
                  <a:cubicBezTo>
                    <a:pt x="99" y="45"/>
                    <a:pt x="132" y="26"/>
                    <a:pt x="170" y="19"/>
                  </a:cubicBezTo>
                  <a:cubicBezTo>
                    <a:pt x="167" y="24"/>
                    <a:pt x="165" y="28"/>
                    <a:pt x="160" y="32"/>
                  </a:cubicBezTo>
                  <a:cubicBezTo>
                    <a:pt x="146" y="49"/>
                    <a:pt x="132" y="74"/>
                    <a:pt x="121" y="104"/>
                  </a:cubicBezTo>
                  <a:cubicBezTo>
                    <a:pt x="120" y="106"/>
                    <a:pt x="118" y="109"/>
                    <a:pt x="117" y="113"/>
                  </a:cubicBezTo>
                  <a:cubicBezTo>
                    <a:pt x="111" y="112"/>
                    <a:pt x="104" y="112"/>
                    <a:pt x="97" y="112"/>
                  </a:cubicBezTo>
                  <a:cubicBezTo>
                    <a:pt x="83" y="111"/>
                    <a:pt x="69" y="108"/>
                    <a:pt x="59" y="106"/>
                  </a:cubicBezTo>
                  <a:cubicBezTo>
                    <a:pt x="54" y="105"/>
                    <a:pt x="49" y="104"/>
                    <a:pt x="47" y="104"/>
                  </a:cubicBezTo>
                  <a:cubicBezTo>
                    <a:pt x="54" y="92"/>
                    <a:pt x="62" y="81"/>
                    <a:pt x="72" y="71"/>
                  </a:cubicBezTo>
                  <a:close/>
                  <a:moveTo>
                    <a:pt x="38" y="118"/>
                  </a:moveTo>
                  <a:lnTo>
                    <a:pt x="38" y="118"/>
                  </a:lnTo>
                  <a:cubicBezTo>
                    <a:pt x="38" y="119"/>
                    <a:pt x="40" y="119"/>
                    <a:pt x="41" y="119"/>
                  </a:cubicBezTo>
                  <a:cubicBezTo>
                    <a:pt x="48" y="122"/>
                    <a:pt x="58" y="123"/>
                    <a:pt x="69" y="125"/>
                  </a:cubicBezTo>
                  <a:cubicBezTo>
                    <a:pt x="82" y="127"/>
                    <a:pt x="96" y="129"/>
                    <a:pt x="113" y="130"/>
                  </a:cubicBezTo>
                  <a:cubicBezTo>
                    <a:pt x="106" y="153"/>
                    <a:pt x="101" y="178"/>
                    <a:pt x="101" y="203"/>
                  </a:cubicBezTo>
                  <a:cubicBezTo>
                    <a:pt x="17" y="203"/>
                    <a:pt x="17" y="203"/>
                    <a:pt x="17" y="203"/>
                  </a:cubicBezTo>
                  <a:cubicBezTo>
                    <a:pt x="17" y="172"/>
                    <a:pt x="24" y="144"/>
                    <a:pt x="38" y="118"/>
                  </a:cubicBezTo>
                  <a:close/>
                  <a:moveTo>
                    <a:pt x="45" y="303"/>
                  </a:moveTo>
                  <a:lnTo>
                    <a:pt x="45" y="303"/>
                  </a:lnTo>
                  <a:cubicBezTo>
                    <a:pt x="30" y="279"/>
                    <a:pt x="20" y="251"/>
                    <a:pt x="17" y="222"/>
                  </a:cubicBezTo>
                  <a:cubicBezTo>
                    <a:pt x="103" y="222"/>
                    <a:pt x="103" y="222"/>
                    <a:pt x="103" y="222"/>
                  </a:cubicBezTo>
                  <a:cubicBezTo>
                    <a:pt x="104" y="247"/>
                    <a:pt x="110" y="269"/>
                    <a:pt x="117" y="292"/>
                  </a:cubicBezTo>
                  <a:cubicBezTo>
                    <a:pt x="111" y="292"/>
                    <a:pt x="107" y="292"/>
                    <a:pt x="101" y="293"/>
                  </a:cubicBezTo>
                  <a:cubicBezTo>
                    <a:pt x="87" y="295"/>
                    <a:pt x="73" y="296"/>
                    <a:pt x="64" y="297"/>
                  </a:cubicBezTo>
                  <a:cubicBezTo>
                    <a:pt x="58" y="299"/>
                    <a:pt x="52" y="300"/>
                    <a:pt x="48" y="302"/>
                  </a:cubicBezTo>
                  <a:cubicBezTo>
                    <a:pt x="47" y="302"/>
                    <a:pt x="47" y="302"/>
                    <a:pt x="45" y="303"/>
                  </a:cubicBezTo>
                  <a:close/>
                  <a:moveTo>
                    <a:pt x="72" y="337"/>
                  </a:moveTo>
                  <a:lnTo>
                    <a:pt x="72" y="337"/>
                  </a:lnTo>
                  <a:cubicBezTo>
                    <a:pt x="66" y="330"/>
                    <a:pt x="61" y="324"/>
                    <a:pt x="55" y="317"/>
                  </a:cubicBezTo>
                  <a:cubicBezTo>
                    <a:pt x="68" y="314"/>
                    <a:pt x="89" y="310"/>
                    <a:pt x="114" y="309"/>
                  </a:cubicBezTo>
                  <a:cubicBezTo>
                    <a:pt x="117" y="309"/>
                    <a:pt x="120" y="309"/>
                    <a:pt x="122" y="309"/>
                  </a:cubicBezTo>
                  <a:cubicBezTo>
                    <a:pt x="128" y="323"/>
                    <a:pt x="134" y="335"/>
                    <a:pt x="141" y="346"/>
                  </a:cubicBezTo>
                  <a:cubicBezTo>
                    <a:pt x="151" y="363"/>
                    <a:pt x="160" y="377"/>
                    <a:pt x="170" y="389"/>
                  </a:cubicBezTo>
                  <a:cubicBezTo>
                    <a:pt x="132" y="382"/>
                    <a:pt x="99" y="363"/>
                    <a:pt x="72" y="337"/>
                  </a:cubicBezTo>
                  <a:close/>
                  <a:moveTo>
                    <a:pt x="211" y="389"/>
                  </a:moveTo>
                  <a:lnTo>
                    <a:pt x="211" y="389"/>
                  </a:lnTo>
                  <a:cubicBezTo>
                    <a:pt x="208" y="390"/>
                    <a:pt x="205" y="391"/>
                    <a:pt x="204" y="391"/>
                  </a:cubicBezTo>
                  <a:cubicBezTo>
                    <a:pt x="204" y="391"/>
                    <a:pt x="201" y="390"/>
                    <a:pt x="197" y="389"/>
                  </a:cubicBezTo>
                  <a:cubicBezTo>
                    <a:pt x="191" y="384"/>
                    <a:pt x="183" y="377"/>
                    <a:pt x="174" y="366"/>
                  </a:cubicBezTo>
                  <a:cubicBezTo>
                    <a:pt x="162" y="351"/>
                    <a:pt x="151" y="331"/>
                    <a:pt x="141" y="307"/>
                  </a:cubicBezTo>
                  <a:cubicBezTo>
                    <a:pt x="160" y="306"/>
                    <a:pt x="183" y="306"/>
                    <a:pt x="204" y="306"/>
                  </a:cubicBezTo>
                  <a:cubicBezTo>
                    <a:pt x="226" y="306"/>
                    <a:pt x="247" y="306"/>
                    <a:pt x="269" y="307"/>
                  </a:cubicBezTo>
                  <a:cubicBezTo>
                    <a:pt x="263" y="318"/>
                    <a:pt x="259" y="328"/>
                    <a:pt x="253" y="338"/>
                  </a:cubicBezTo>
                  <a:cubicBezTo>
                    <a:pt x="243" y="355"/>
                    <a:pt x="233" y="369"/>
                    <a:pt x="224" y="379"/>
                  </a:cubicBezTo>
                  <a:cubicBezTo>
                    <a:pt x="219" y="383"/>
                    <a:pt x="215" y="386"/>
                    <a:pt x="211" y="389"/>
                  </a:cubicBezTo>
                  <a:close/>
                  <a:moveTo>
                    <a:pt x="336" y="337"/>
                  </a:moveTo>
                  <a:lnTo>
                    <a:pt x="336" y="337"/>
                  </a:lnTo>
                  <a:cubicBezTo>
                    <a:pt x="311" y="363"/>
                    <a:pt x="276" y="382"/>
                    <a:pt x="238" y="389"/>
                  </a:cubicBezTo>
                  <a:cubicBezTo>
                    <a:pt x="240" y="384"/>
                    <a:pt x="245" y="380"/>
                    <a:pt x="247" y="376"/>
                  </a:cubicBezTo>
                  <a:cubicBezTo>
                    <a:pt x="261" y="359"/>
                    <a:pt x="276" y="337"/>
                    <a:pt x="285" y="309"/>
                  </a:cubicBezTo>
                  <a:cubicBezTo>
                    <a:pt x="292" y="309"/>
                    <a:pt x="299" y="309"/>
                    <a:pt x="305" y="310"/>
                  </a:cubicBezTo>
                  <a:cubicBezTo>
                    <a:pt x="319" y="311"/>
                    <a:pt x="332" y="313"/>
                    <a:pt x="342" y="314"/>
                  </a:cubicBezTo>
                  <a:cubicBezTo>
                    <a:pt x="346" y="316"/>
                    <a:pt x="350" y="316"/>
                    <a:pt x="353" y="317"/>
                  </a:cubicBezTo>
                  <a:cubicBezTo>
                    <a:pt x="349" y="324"/>
                    <a:pt x="343" y="330"/>
                    <a:pt x="336" y="337"/>
                  </a:cubicBezTo>
                  <a:close/>
                  <a:moveTo>
                    <a:pt x="363" y="303"/>
                  </a:moveTo>
                  <a:lnTo>
                    <a:pt x="363" y="303"/>
                  </a:lnTo>
                  <a:cubicBezTo>
                    <a:pt x="363" y="302"/>
                    <a:pt x="361" y="302"/>
                    <a:pt x="360" y="302"/>
                  </a:cubicBezTo>
                  <a:cubicBezTo>
                    <a:pt x="346" y="297"/>
                    <a:pt x="322" y="295"/>
                    <a:pt x="295" y="292"/>
                  </a:cubicBezTo>
                  <a:cubicBezTo>
                    <a:pt x="294" y="292"/>
                    <a:pt x="292" y="292"/>
                    <a:pt x="292" y="292"/>
                  </a:cubicBezTo>
                  <a:cubicBezTo>
                    <a:pt x="299" y="269"/>
                    <a:pt x="304" y="247"/>
                    <a:pt x="305" y="222"/>
                  </a:cubicBezTo>
                  <a:cubicBezTo>
                    <a:pt x="391" y="222"/>
                    <a:pt x="391" y="222"/>
                    <a:pt x="391" y="222"/>
                  </a:cubicBezTo>
                  <a:cubicBezTo>
                    <a:pt x="388" y="251"/>
                    <a:pt x="378" y="279"/>
                    <a:pt x="363" y="303"/>
                  </a:cubicBezTo>
                  <a:close/>
                  <a:moveTo>
                    <a:pt x="306" y="203"/>
                  </a:moveTo>
                  <a:lnTo>
                    <a:pt x="306" y="203"/>
                  </a:lnTo>
                  <a:cubicBezTo>
                    <a:pt x="306" y="178"/>
                    <a:pt x="302" y="153"/>
                    <a:pt x="297" y="130"/>
                  </a:cubicBezTo>
                  <a:cubicBezTo>
                    <a:pt x="301" y="129"/>
                    <a:pt x="306" y="129"/>
                    <a:pt x="312" y="129"/>
                  </a:cubicBezTo>
                  <a:cubicBezTo>
                    <a:pt x="327" y="127"/>
                    <a:pt x="342" y="125"/>
                    <a:pt x="353" y="123"/>
                  </a:cubicBezTo>
                  <a:cubicBezTo>
                    <a:pt x="358" y="122"/>
                    <a:pt x="363" y="120"/>
                    <a:pt x="368" y="119"/>
                  </a:cubicBezTo>
                  <a:cubicBezTo>
                    <a:pt x="368" y="119"/>
                    <a:pt x="370" y="119"/>
                    <a:pt x="371" y="118"/>
                  </a:cubicBezTo>
                  <a:cubicBezTo>
                    <a:pt x="384" y="144"/>
                    <a:pt x="391" y="172"/>
                    <a:pt x="391" y="203"/>
                  </a:cubicBezTo>
                  <a:lnTo>
                    <a:pt x="306" y="2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715" name="Freeform 556">
            <a:extLst>
              <a:ext uri="{FF2B5EF4-FFF2-40B4-BE49-F238E27FC236}">
                <a16:creationId xmlns:a16="http://schemas.microsoft.com/office/drawing/2014/main" id="{CD0F9E77-9E70-F36E-2362-6A4DE5A206C4}"/>
              </a:ext>
            </a:extLst>
          </p:cNvPr>
          <p:cNvSpPr>
            <a:spLocks noChangeArrowheads="1"/>
          </p:cNvSpPr>
          <p:nvPr/>
        </p:nvSpPr>
        <p:spPr bwMode="auto">
          <a:xfrm>
            <a:off x="3760357" y="6225009"/>
            <a:ext cx="219075" cy="246062"/>
          </a:xfrm>
          <a:custGeom>
            <a:avLst/>
            <a:gdLst>
              <a:gd name="T0" fmla="*/ 582 w 608"/>
              <a:gd name="T1" fmla="*/ 185 h 683"/>
              <a:gd name="T2" fmla="*/ 303 w 608"/>
              <a:gd name="T3" fmla="*/ 0 h 683"/>
              <a:gd name="T4" fmla="*/ 185 w 608"/>
              <a:gd name="T5" fmla="*/ 23 h 683"/>
              <a:gd name="T6" fmla="*/ 0 w 608"/>
              <a:gd name="T7" fmla="*/ 303 h 683"/>
              <a:gd name="T8" fmla="*/ 4 w 608"/>
              <a:gd name="T9" fmla="*/ 678 h 683"/>
              <a:gd name="T10" fmla="*/ 158 w 608"/>
              <a:gd name="T11" fmla="*/ 682 h 683"/>
              <a:gd name="T12" fmla="*/ 172 w 608"/>
              <a:gd name="T13" fmla="*/ 668 h 683"/>
              <a:gd name="T14" fmla="*/ 181 w 608"/>
              <a:gd name="T15" fmla="*/ 261 h 683"/>
              <a:gd name="T16" fmla="*/ 303 w 608"/>
              <a:gd name="T17" fmla="*/ 181 h 683"/>
              <a:gd name="T18" fmla="*/ 354 w 608"/>
              <a:gd name="T19" fmla="*/ 191 h 683"/>
              <a:gd name="T20" fmla="*/ 435 w 608"/>
              <a:gd name="T21" fmla="*/ 313 h 683"/>
              <a:gd name="T22" fmla="*/ 439 w 608"/>
              <a:gd name="T23" fmla="*/ 678 h 683"/>
              <a:gd name="T24" fmla="*/ 593 w 608"/>
              <a:gd name="T25" fmla="*/ 682 h 683"/>
              <a:gd name="T26" fmla="*/ 607 w 608"/>
              <a:gd name="T27" fmla="*/ 668 h 683"/>
              <a:gd name="T28" fmla="*/ 582 w 608"/>
              <a:gd name="T29" fmla="*/ 185 h 683"/>
              <a:gd name="T30" fmla="*/ 29 w 608"/>
              <a:gd name="T31" fmla="*/ 655 h 683"/>
              <a:gd name="T32" fmla="*/ 143 w 608"/>
              <a:gd name="T33" fmla="*/ 491 h 683"/>
              <a:gd name="T34" fmla="*/ 29 w 608"/>
              <a:gd name="T35" fmla="*/ 655 h 683"/>
              <a:gd name="T36" fmla="*/ 393 w 608"/>
              <a:gd name="T37" fmla="*/ 180 h 683"/>
              <a:gd name="T38" fmla="*/ 303 w 608"/>
              <a:gd name="T39" fmla="*/ 152 h 683"/>
              <a:gd name="T40" fmla="*/ 170 w 608"/>
              <a:gd name="T41" fmla="*/ 224 h 683"/>
              <a:gd name="T42" fmla="*/ 143 w 608"/>
              <a:gd name="T43" fmla="*/ 464 h 683"/>
              <a:gd name="T44" fmla="*/ 29 w 608"/>
              <a:gd name="T45" fmla="*/ 303 h 683"/>
              <a:gd name="T46" fmla="*/ 150 w 608"/>
              <a:gd name="T47" fmla="*/ 76 h 683"/>
              <a:gd name="T48" fmla="*/ 303 w 608"/>
              <a:gd name="T49" fmla="*/ 27 h 683"/>
              <a:gd name="T50" fmla="*/ 531 w 608"/>
              <a:gd name="T51" fmla="*/ 150 h 683"/>
              <a:gd name="T52" fmla="*/ 578 w 608"/>
              <a:gd name="T53" fmla="*/ 464 h 683"/>
              <a:gd name="T54" fmla="*/ 464 w 608"/>
              <a:gd name="T55" fmla="*/ 313 h 683"/>
              <a:gd name="T56" fmla="*/ 393 w 608"/>
              <a:gd name="T57" fmla="*/ 180 h 683"/>
              <a:gd name="T58" fmla="*/ 464 w 608"/>
              <a:gd name="T59" fmla="*/ 655 h 683"/>
              <a:gd name="T60" fmla="*/ 578 w 608"/>
              <a:gd name="T61" fmla="*/ 491 h 683"/>
              <a:gd name="T62" fmla="*/ 464 w 608"/>
              <a:gd name="T63" fmla="*/ 655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08" h="683">
                <a:moveTo>
                  <a:pt x="582" y="185"/>
                </a:moveTo>
                <a:lnTo>
                  <a:pt x="582" y="185"/>
                </a:lnTo>
                <a:cubicBezTo>
                  <a:pt x="560" y="130"/>
                  <a:pt x="520" y="85"/>
                  <a:pt x="472" y="52"/>
                </a:cubicBezTo>
                <a:cubicBezTo>
                  <a:pt x="424" y="19"/>
                  <a:pt x="367" y="0"/>
                  <a:pt x="303" y="0"/>
                </a:cubicBezTo>
                <a:lnTo>
                  <a:pt x="303" y="0"/>
                </a:lnTo>
                <a:cubicBezTo>
                  <a:pt x="262" y="0"/>
                  <a:pt x="222" y="8"/>
                  <a:pt x="185" y="23"/>
                </a:cubicBezTo>
                <a:cubicBezTo>
                  <a:pt x="132" y="47"/>
                  <a:pt x="85" y="85"/>
                  <a:pt x="52" y="133"/>
                </a:cubicBezTo>
                <a:cubicBezTo>
                  <a:pt x="19" y="183"/>
                  <a:pt x="0" y="240"/>
                  <a:pt x="0" y="303"/>
                </a:cubicBezTo>
                <a:cubicBezTo>
                  <a:pt x="0" y="668"/>
                  <a:pt x="0" y="668"/>
                  <a:pt x="0" y="668"/>
                </a:cubicBezTo>
                <a:cubicBezTo>
                  <a:pt x="0" y="673"/>
                  <a:pt x="1" y="675"/>
                  <a:pt x="4" y="678"/>
                </a:cubicBezTo>
                <a:cubicBezTo>
                  <a:pt x="7" y="681"/>
                  <a:pt x="11" y="682"/>
                  <a:pt x="14" y="682"/>
                </a:cubicBezTo>
                <a:cubicBezTo>
                  <a:pt x="158" y="682"/>
                  <a:pt x="158" y="682"/>
                  <a:pt x="158" y="682"/>
                </a:cubicBezTo>
                <a:cubicBezTo>
                  <a:pt x="161" y="682"/>
                  <a:pt x="165" y="681"/>
                  <a:pt x="168" y="678"/>
                </a:cubicBezTo>
                <a:cubicBezTo>
                  <a:pt x="170" y="675"/>
                  <a:pt x="172" y="673"/>
                  <a:pt x="172" y="668"/>
                </a:cubicBezTo>
                <a:cubicBezTo>
                  <a:pt x="172" y="313"/>
                  <a:pt x="172" y="313"/>
                  <a:pt x="172" y="313"/>
                </a:cubicBezTo>
                <a:cubicBezTo>
                  <a:pt x="172" y="295"/>
                  <a:pt x="174" y="277"/>
                  <a:pt x="181" y="261"/>
                </a:cubicBezTo>
                <a:cubicBezTo>
                  <a:pt x="192" y="237"/>
                  <a:pt x="209" y="217"/>
                  <a:pt x="229" y="203"/>
                </a:cubicBezTo>
                <a:cubicBezTo>
                  <a:pt x="251" y="189"/>
                  <a:pt x="276" y="181"/>
                  <a:pt x="303" y="181"/>
                </a:cubicBezTo>
                <a:lnTo>
                  <a:pt x="303" y="181"/>
                </a:lnTo>
                <a:cubicBezTo>
                  <a:pt x="321" y="181"/>
                  <a:pt x="339" y="184"/>
                  <a:pt x="354" y="191"/>
                </a:cubicBezTo>
                <a:cubicBezTo>
                  <a:pt x="379" y="202"/>
                  <a:pt x="398" y="218"/>
                  <a:pt x="413" y="239"/>
                </a:cubicBezTo>
                <a:cubicBezTo>
                  <a:pt x="427" y="261"/>
                  <a:pt x="435" y="286"/>
                  <a:pt x="435" y="313"/>
                </a:cubicBezTo>
                <a:cubicBezTo>
                  <a:pt x="435" y="668"/>
                  <a:pt x="435" y="668"/>
                  <a:pt x="435" y="668"/>
                </a:cubicBezTo>
                <a:cubicBezTo>
                  <a:pt x="435" y="673"/>
                  <a:pt x="437" y="675"/>
                  <a:pt x="439" y="678"/>
                </a:cubicBezTo>
                <a:cubicBezTo>
                  <a:pt x="442" y="681"/>
                  <a:pt x="446" y="682"/>
                  <a:pt x="449" y="682"/>
                </a:cubicBezTo>
                <a:cubicBezTo>
                  <a:pt x="593" y="682"/>
                  <a:pt x="593" y="682"/>
                  <a:pt x="593" y="682"/>
                </a:cubicBezTo>
                <a:cubicBezTo>
                  <a:pt x="596" y="682"/>
                  <a:pt x="600" y="681"/>
                  <a:pt x="603" y="678"/>
                </a:cubicBezTo>
                <a:cubicBezTo>
                  <a:pt x="605" y="675"/>
                  <a:pt x="607" y="673"/>
                  <a:pt x="607" y="668"/>
                </a:cubicBezTo>
                <a:cubicBezTo>
                  <a:pt x="607" y="303"/>
                  <a:pt x="607" y="303"/>
                  <a:pt x="607" y="303"/>
                </a:cubicBezTo>
                <a:cubicBezTo>
                  <a:pt x="607" y="261"/>
                  <a:pt x="599" y="221"/>
                  <a:pt x="582" y="185"/>
                </a:cubicBezTo>
                <a:close/>
                <a:moveTo>
                  <a:pt x="29" y="655"/>
                </a:moveTo>
                <a:lnTo>
                  <a:pt x="29" y="655"/>
                </a:lnTo>
                <a:cubicBezTo>
                  <a:pt x="29" y="491"/>
                  <a:pt x="29" y="491"/>
                  <a:pt x="29" y="491"/>
                </a:cubicBezTo>
                <a:cubicBezTo>
                  <a:pt x="143" y="491"/>
                  <a:pt x="143" y="491"/>
                  <a:pt x="143" y="491"/>
                </a:cubicBezTo>
                <a:cubicBezTo>
                  <a:pt x="143" y="655"/>
                  <a:pt x="143" y="655"/>
                  <a:pt x="143" y="655"/>
                </a:cubicBezTo>
                <a:lnTo>
                  <a:pt x="29" y="655"/>
                </a:lnTo>
                <a:close/>
                <a:moveTo>
                  <a:pt x="393" y="180"/>
                </a:moveTo>
                <a:lnTo>
                  <a:pt x="393" y="180"/>
                </a:lnTo>
                <a:cubicBezTo>
                  <a:pt x="368" y="163"/>
                  <a:pt x="336" y="152"/>
                  <a:pt x="303" y="152"/>
                </a:cubicBezTo>
                <a:lnTo>
                  <a:pt x="303" y="152"/>
                </a:lnTo>
                <a:cubicBezTo>
                  <a:pt x="282" y="152"/>
                  <a:pt x="261" y="158"/>
                  <a:pt x="242" y="165"/>
                </a:cubicBezTo>
                <a:cubicBezTo>
                  <a:pt x="213" y="177"/>
                  <a:pt x="188" y="198"/>
                  <a:pt x="170" y="224"/>
                </a:cubicBezTo>
                <a:cubicBezTo>
                  <a:pt x="154" y="248"/>
                  <a:pt x="143" y="280"/>
                  <a:pt x="143" y="313"/>
                </a:cubicBezTo>
                <a:cubicBezTo>
                  <a:pt x="143" y="464"/>
                  <a:pt x="143" y="464"/>
                  <a:pt x="143" y="464"/>
                </a:cubicBezTo>
                <a:cubicBezTo>
                  <a:pt x="29" y="464"/>
                  <a:pt x="29" y="464"/>
                  <a:pt x="29" y="464"/>
                </a:cubicBezTo>
                <a:cubicBezTo>
                  <a:pt x="29" y="303"/>
                  <a:pt x="29" y="303"/>
                  <a:pt x="29" y="303"/>
                </a:cubicBezTo>
                <a:cubicBezTo>
                  <a:pt x="29" y="265"/>
                  <a:pt x="36" y="229"/>
                  <a:pt x="50" y="196"/>
                </a:cubicBezTo>
                <a:cubicBezTo>
                  <a:pt x="71" y="147"/>
                  <a:pt x="106" y="104"/>
                  <a:pt x="150" y="76"/>
                </a:cubicBezTo>
                <a:cubicBezTo>
                  <a:pt x="194" y="45"/>
                  <a:pt x="247" y="27"/>
                  <a:pt x="303" y="27"/>
                </a:cubicBezTo>
                <a:lnTo>
                  <a:pt x="303" y="27"/>
                </a:lnTo>
                <a:cubicBezTo>
                  <a:pt x="342" y="27"/>
                  <a:pt x="378" y="36"/>
                  <a:pt x="411" y="49"/>
                </a:cubicBezTo>
                <a:cubicBezTo>
                  <a:pt x="460" y="70"/>
                  <a:pt x="501" y="106"/>
                  <a:pt x="531" y="150"/>
                </a:cubicBezTo>
                <a:cubicBezTo>
                  <a:pt x="562" y="194"/>
                  <a:pt x="578" y="246"/>
                  <a:pt x="578" y="303"/>
                </a:cubicBezTo>
                <a:cubicBezTo>
                  <a:pt x="578" y="464"/>
                  <a:pt x="578" y="464"/>
                  <a:pt x="578" y="464"/>
                </a:cubicBezTo>
                <a:cubicBezTo>
                  <a:pt x="464" y="464"/>
                  <a:pt x="464" y="464"/>
                  <a:pt x="464" y="464"/>
                </a:cubicBezTo>
                <a:cubicBezTo>
                  <a:pt x="464" y="313"/>
                  <a:pt x="464" y="313"/>
                  <a:pt x="464" y="313"/>
                </a:cubicBezTo>
                <a:cubicBezTo>
                  <a:pt x="464" y="291"/>
                  <a:pt x="459" y="269"/>
                  <a:pt x="450" y="251"/>
                </a:cubicBezTo>
                <a:cubicBezTo>
                  <a:pt x="439" y="222"/>
                  <a:pt x="419" y="198"/>
                  <a:pt x="393" y="180"/>
                </a:cubicBezTo>
                <a:close/>
                <a:moveTo>
                  <a:pt x="464" y="655"/>
                </a:moveTo>
                <a:lnTo>
                  <a:pt x="464" y="655"/>
                </a:lnTo>
                <a:cubicBezTo>
                  <a:pt x="464" y="491"/>
                  <a:pt x="464" y="491"/>
                  <a:pt x="464" y="491"/>
                </a:cubicBezTo>
                <a:cubicBezTo>
                  <a:pt x="578" y="491"/>
                  <a:pt x="578" y="491"/>
                  <a:pt x="578" y="491"/>
                </a:cubicBezTo>
                <a:cubicBezTo>
                  <a:pt x="578" y="655"/>
                  <a:pt x="578" y="655"/>
                  <a:pt x="578" y="655"/>
                </a:cubicBezTo>
                <a:lnTo>
                  <a:pt x="464" y="655"/>
                </a:lnTo>
                <a:close/>
              </a:path>
            </a:pathLst>
          </a:custGeom>
          <a:solidFill>
            <a:schemeClr val="tx2"/>
          </a:solidFill>
          <a:ln>
            <a:noFill/>
          </a:ln>
          <a:effectLst/>
        </p:spPr>
        <p:txBody>
          <a:bodyPr wrap="none" anchor="ctr"/>
          <a:lstStyle/>
          <a:p>
            <a:endParaRPr lang="da-DK">
              <a:solidFill>
                <a:schemeClr val="tx2"/>
              </a:solidFill>
            </a:endParaRPr>
          </a:p>
        </p:txBody>
      </p:sp>
    </p:spTree>
    <p:extLst>
      <p:ext uri="{BB962C8B-B14F-4D97-AF65-F5344CB8AC3E}">
        <p14:creationId xmlns:p14="http://schemas.microsoft.com/office/powerpoint/2010/main" val="322395026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2A2525-CA3E-81F5-6206-144DB88D1E87}"/>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EF1D5600-6D9F-BCA2-B432-D565001F1F16}"/>
              </a:ext>
            </a:extLst>
          </p:cNvPr>
          <p:cNvGrpSpPr/>
          <p:nvPr/>
        </p:nvGrpSpPr>
        <p:grpSpPr>
          <a:xfrm>
            <a:off x="1701924" y="476672"/>
            <a:ext cx="1754187" cy="138112"/>
            <a:chOff x="560388" y="811213"/>
            <a:chExt cx="1754187" cy="138112"/>
          </a:xfrm>
          <a:solidFill>
            <a:schemeClr val="tx2"/>
          </a:solidFill>
        </p:grpSpPr>
        <p:sp>
          <p:nvSpPr>
            <p:cNvPr id="3" name="Freeform 1">
              <a:extLst>
                <a:ext uri="{FF2B5EF4-FFF2-40B4-BE49-F238E27FC236}">
                  <a16:creationId xmlns:a16="http://schemas.microsoft.com/office/drawing/2014/main" id="{116E352D-46A8-DA04-892A-A882E70A978C}"/>
                </a:ext>
              </a:extLst>
            </p:cNvPr>
            <p:cNvSpPr>
              <a:spLocks noChangeArrowheads="1"/>
            </p:cNvSpPr>
            <p:nvPr/>
          </p:nvSpPr>
          <p:spPr bwMode="auto">
            <a:xfrm>
              <a:off x="560388" y="814388"/>
              <a:ext cx="112712" cy="131762"/>
            </a:xfrm>
            <a:custGeom>
              <a:avLst/>
              <a:gdLst>
                <a:gd name="T0" fmla="*/ 78 w 315"/>
                <a:gd name="T1" fmla="*/ 259 h 368"/>
                <a:gd name="T2" fmla="*/ 78 w 315"/>
                <a:gd name="T3" fmla="*/ 259 h 368"/>
                <a:gd name="T4" fmla="*/ 236 w 315"/>
                <a:gd name="T5" fmla="*/ 259 h 368"/>
                <a:gd name="T6" fmla="*/ 277 w 315"/>
                <a:gd name="T7" fmla="*/ 367 h 368"/>
                <a:gd name="T8" fmla="*/ 314 w 315"/>
                <a:gd name="T9" fmla="*/ 367 h 368"/>
                <a:gd name="T10" fmla="*/ 175 w 315"/>
                <a:gd name="T11" fmla="*/ 0 h 368"/>
                <a:gd name="T12" fmla="*/ 140 w 315"/>
                <a:gd name="T13" fmla="*/ 0 h 368"/>
                <a:gd name="T14" fmla="*/ 0 w 315"/>
                <a:gd name="T15" fmla="*/ 367 h 368"/>
                <a:gd name="T16" fmla="*/ 38 w 315"/>
                <a:gd name="T17" fmla="*/ 367 h 368"/>
                <a:gd name="T18" fmla="*/ 78 w 315"/>
                <a:gd name="T19" fmla="*/ 259 h 368"/>
                <a:gd name="T20" fmla="*/ 149 w 315"/>
                <a:gd name="T21" fmla="*/ 64 h 368"/>
                <a:gd name="T22" fmla="*/ 149 w 315"/>
                <a:gd name="T23" fmla="*/ 64 h 368"/>
                <a:gd name="T24" fmla="*/ 152 w 315"/>
                <a:gd name="T25" fmla="*/ 52 h 368"/>
                <a:gd name="T26" fmla="*/ 156 w 315"/>
                <a:gd name="T27" fmla="*/ 38 h 368"/>
                <a:gd name="T28" fmla="*/ 158 w 315"/>
                <a:gd name="T29" fmla="*/ 38 h 368"/>
                <a:gd name="T30" fmla="*/ 160 w 315"/>
                <a:gd name="T31" fmla="*/ 52 h 368"/>
                <a:gd name="T32" fmla="*/ 164 w 315"/>
                <a:gd name="T33" fmla="*/ 64 h 368"/>
                <a:gd name="T34" fmla="*/ 225 w 315"/>
                <a:gd name="T35" fmla="*/ 227 h 368"/>
                <a:gd name="T36" fmla="*/ 89 w 315"/>
                <a:gd name="T37" fmla="*/ 227 h 368"/>
                <a:gd name="T38" fmla="*/ 149 w 315"/>
                <a:gd name="T39" fmla="*/ 64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8">
                  <a:moveTo>
                    <a:pt x="78" y="259"/>
                  </a:moveTo>
                  <a:lnTo>
                    <a:pt x="78" y="259"/>
                  </a:lnTo>
                  <a:cubicBezTo>
                    <a:pt x="236" y="259"/>
                    <a:pt x="236" y="259"/>
                    <a:pt x="236" y="259"/>
                  </a:cubicBezTo>
                  <a:cubicBezTo>
                    <a:pt x="277" y="367"/>
                    <a:pt x="277" y="367"/>
                    <a:pt x="277" y="367"/>
                  </a:cubicBezTo>
                  <a:cubicBezTo>
                    <a:pt x="314" y="367"/>
                    <a:pt x="314" y="367"/>
                    <a:pt x="314" y="367"/>
                  </a:cubicBezTo>
                  <a:cubicBezTo>
                    <a:pt x="175" y="0"/>
                    <a:pt x="175" y="0"/>
                    <a:pt x="175" y="0"/>
                  </a:cubicBezTo>
                  <a:cubicBezTo>
                    <a:pt x="140" y="0"/>
                    <a:pt x="140" y="0"/>
                    <a:pt x="140" y="0"/>
                  </a:cubicBezTo>
                  <a:cubicBezTo>
                    <a:pt x="0" y="367"/>
                    <a:pt x="0" y="367"/>
                    <a:pt x="0" y="367"/>
                  </a:cubicBezTo>
                  <a:cubicBezTo>
                    <a:pt x="38" y="367"/>
                    <a:pt x="38" y="367"/>
                    <a:pt x="38" y="367"/>
                  </a:cubicBezTo>
                  <a:lnTo>
                    <a:pt x="78" y="259"/>
                  </a:lnTo>
                  <a:close/>
                  <a:moveTo>
                    <a:pt x="149" y="64"/>
                  </a:moveTo>
                  <a:lnTo>
                    <a:pt x="149" y="64"/>
                  </a:lnTo>
                  <a:cubicBezTo>
                    <a:pt x="151" y="60"/>
                    <a:pt x="151" y="56"/>
                    <a:pt x="152" y="52"/>
                  </a:cubicBezTo>
                  <a:cubicBezTo>
                    <a:pt x="154" y="48"/>
                    <a:pt x="155" y="44"/>
                    <a:pt x="156" y="38"/>
                  </a:cubicBezTo>
                  <a:cubicBezTo>
                    <a:pt x="158" y="38"/>
                    <a:pt x="158" y="38"/>
                    <a:pt x="158" y="38"/>
                  </a:cubicBezTo>
                  <a:cubicBezTo>
                    <a:pt x="158" y="44"/>
                    <a:pt x="159" y="48"/>
                    <a:pt x="160" y="52"/>
                  </a:cubicBezTo>
                  <a:cubicBezTo>
                    <a:pt x="162" y="56"/>
                    <a:pt x="163" y="60"/>
                    <a:pt x="164" y="64"/>
                  </a:cubicBezTo>
                  <a:cubicBezTo>
                    <a:pt x="225" y="227"/>
                    <a:pt x="225" y="227"/>
                    <a:pt x="225" y="227"/>
                  </a:cubicBezTo>
                  <a:cubicBezTo>
                    <a:pt x="89" y="227"/>
                    <a:pt x="89" y="227"/>
                    <a:pt x="89" y="227"/>
                  </a:cubicBezTo>
                  <a:lnTo>
                    <a:pt x="149"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95AAC677-8077-59CA-9EEC-FBB5CEF18DB3}"/>
                </a:ext>
              </a:extLst>
            </p:cNvPr>
            <p:cNvSpPr>
              <a:spLocks noChangeArrowheads="1"/>
            </p:cNvSpPr>
            <p:nvPr/>
          </p:nvSpPr>
          <p:spPr bwMode="auto">
            <a:xfrm>
              <a:off x="695325" y="814388"/>
              <a:ext cx="87313" cy="131762"/>
            </a:xfrm>
            <a:custGeom>
              <a:avLst/>
              <a:gdLst>
                <a:gd name="T0" fmla="*/ 34 w 241"/>
                <a:gd name="T1" fmla="*/ 207 h 368"/>
                <a:gd name="T2" fmla="*/ 34 w 241"/>
                <a:gd name="T3" fmla="*/ 207 h 368"/>
                <a:gd name="T4" fmla="*/ 74 w 241"/>
                <a:gd name="T5" fmla="*/ 207 h 368"/>
                <a:gd name="T6" fmla="*/ 96 w 241"/>
                <a:gd name="T7" fmla="*/ 210 h 368"/>
                <a:gd name="T8" fmla="*/ 113 w 241"/>
                <a:gd name="T9" fmla="*/ 219 h 368"/>
                <a:gd name="T10" fmla="*/ 129 w 241"/>
                <a:gd name="T11" fmla="*/ 236 h 368"/>
                <a:gd name="T12" fmla="*/ 146 w 241"/>
                <a:gd name="T13" fmla="*/ 262 h 368"/>
                <a:gd name="T14" fmla="*/ 201 w 241"/>
                <a:gd name="T15" fmla="*/ 367 h 368"/>
                <a:gd name="T16" fmla="*/ 240 w 241"/>
                <a:gd name="T17" fmla="*/ 367 h 368"/>
                <a:gd name="T18" fmla="*/ 179 w 241"/>
                <a:gd name="T19" fmla="*/ 254 h 368"/>
                <a:gd name="T20" fmla="*/ 168 w 241"/>
                <a:gd name="T21" fmla="*/ 233 h 368"/>
                <a:gd name="T22" fmla="*/ 155 w 241"/>
                <a:gd name="T23" fmla="*/ 218 h 368"/>
                <a:gd name="T24" fmla="*/ 144 w 241"/>
                <a:gd name="T25" fmla="*/ 205 h 368"/>
                <a:gd name="T26" fmla="*/ 131 w 241"/>
                <a:gd name="T27" fmla="*/ 197 h 368"/>
                <a:gd name="T28" fmla="*/ 131 w 241"/>
                <a:gd name="T29" fmla="*/ 196 h 368"/>
                <a:gd name="T30" fmla="*/ 165 w 241"/>
                <a:gd name="T31" fmla="*/ 184 h 368"/>
                <a:gd name="T32" fmla="*/ 192 w 241"/>
                <a:gd name="T33" fmla="*/ 162 h 368"/>
                <a:gd name="T34" fmla="*/ 209 w 241"/>
                <a:gd name="T35" fmla="*/ 133 h 368"/>
                <a:gd name="T36" fmla="*/ 214 w 241"/>
                <a:gd name="T37" fmla="*/ 96 h 368"/>
                <a:gd name="T38" fmla="*/ 206 w 241"/>
                <a:gd name="T39" fmla="*/ 53 h 368"/>
                <a:gd name="T40" fmla="*/ 181 w 241"/>
                <a:gd name="T41" fmla="*/ 23 h 368"/>
                <a:gd name="T42" fmla="*/ 147 w 241"/>
                <a:gd name="T43" fmla="*/ 5 h 368"/>
                <a:gd name="T44" fmla="*/ 106 w 241"/>
                <a:gd name="T45" fmla="*/ 0 h 368"/>
                <a:gd name="T46" fmla="*/ 0 w 241"/>
                <a:gd name="T47" fmla="*/ 0 h 368"/>
                <a:gd name="T48" fmla="*/ 0 w 241"/>
                <a:gd name="T49" fmla="*/ 367 h 368"/>
                <a:gd name="T50" fmla="*/ 34 w 241"/>
                <a:gd name="T51" fmla="*/ 367 h 368"/>
                <a:gd name="T52" fmla="*/ 34 w 241"/>
                <a:gd name="T53" fmla="*/ 207 h 368"/>
                <a:gd name="T54" fmla="*/ 34 w 241"/>
                <a:gd name="T55" fmla="*/ 30 h 368"/>
                <a:gd name="T56" fmla="*/ 34 w 241"/>
                <a:gd name="T57" fmla="*/ 30 h 368"/>
                <a:gd name="T58" fmla="*/ 98 w 241"/>
                <a:gd name="T59" fmla="*/ 30 h 368"/>
                <a:gd name="T60" fmla="*/ 158 w 241"/>
                <a:gd name="T61" fmla="*/ 49 h 368"/>
                <a:gd name="T62" fmla="*/ 179 w 241"/>
                <a:gd name="T63" fmla="*/ 100 h 368"/>
                <a:gd name="T64" fmla="*/ 173 w 241"/>
                <a:gd name="T65" fmla="*/ 131 h 368"/>
                <a:gd name="T66" fmla="*/ 155 w 241"/>
                <a:gd name="T67" fmla="*/ 156 h 368"/>
                <a:gd name="T68" fmla="*/ 129 w 241"/>
                <a:gd name="T69" fmla="*/ 171 h 368"/>
                <a:gd name="T70" fmla="*/ 95 w 241"/>
                <a:gd name="T71" fmla="*/ 177 h 368"/>
                <a:gd name="T72" fmla="*/ 34 w 241"/>
                <a:gd name="T73" fmla="*/ 177 h 368"/>
                <a:gd name="T74" fmla="*/ 34 w 241"/>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1" h="368">
                  <a:moveTo>
                    <a:pt x="34" y="207"/>
                  </a:moveTo>
                  <a:lnTo>
                    <a:pt x="34" y="207"/>
                  </a:lnTo>
                  <a:cubicBezTo>
                    <a:pt x="74" y="207"/>
                    <a:pt x="74" y="207"/>
                    <a:pt x="74" y="207"/>
                  </a:cubicBezTo>
                  <a:cubicBezTo>
                    <a:pt x="83" y="207"/>
                    <a:pt x="89" y="208"/>
                    <a:pt x="96" y="210"/>
                  </a:cubicBezTo>
                  <a:cubicBezTo>
                    <a:pt x="102" y="212"/>
                    <a:pt x="107" y="215"/>
                    <a:pt x="113" y="219"/>
                  </a:cubicBezTo>
                  <a:cubicBezTo>
                    <a:pt x="118" y="223"/>
                    <a:pt x="124" y="229"/>
                    <a:pt x="129" y="236"/>
                  </a:cubicBezTo>
                  <a:cubicBezTo>
                    <a:pt x="135" y="243"/>
                    <a:pt x="140" y="252"/>
                    <a:pt x="146" y="262"/>
                  </a:cubicBezTo>
                  <a:cubicBezTo>
                    <a:pt x="201" y="367"/>
                    <a:pt x="201" y="367"/>
                    <a:pt x="201" y="367"/>
                  </a:cubicBezTo>
                  <a:cubicBezTo>
                    <a:pt x="240" y="367"/>
                    <a:pt x="240" y="367"/>
                    <a:pt x="240" y="367"/>
                  </a:cubicBezTo>
                  <a:cubicBezTo>
                    <a:pt x="179" y="254"/>
                    <a:pt x="179" y="254"/>
                    <a:pt x="179" y="254"/>
                  </a:cubicBezTo>
                  <a:cubicBezTo>
                    <a:pt x="174" y="247"/>
                    <a:pt x="170" y="240"/>
                    <a:pt x="168" y="233"/>
                  </a:cubicBezTo>
                  <a:cubicBezTo>
                    <a:pt x="164" y="227"/>
                    <a:pt x="159" y="222"/>
                    <a:pt x="155" y="218"/>
                  </a:cubicBezTo>
                  <a:cubicBezTo>
                    <a:pt x="153" y="212"/>
                    <a:pt x="148" y="208"/>
                    <a:pt x="144" y="205"/>
                  </a:cubicBezTo>
                  <a:cubicBezTo>
                    <a:pt x="140" y="203"/>
                    <a:pt x="135" y="200"/>
                    <a:pt x="131" y="197"/>
                  </a:cubicBezTo>
                  <a:cubicBezTo>
                    <a:pt x="131" y="196"/>
                    <a:pt x="131" y="196"/>
                    <a:pt x="131" y="196"/>
                  </a:cubicBezTo>
                  <a:cubicBezTo>
                    <a:pt x="143" y="193"/>
                    <a:pt x="155" y="189"/>
                    <a:pt x="165" y="184"/>
                  </a:cubicBezTo>
                  <a:cubicBezTo>
                    <a:pt x="176" y="177"/>
                    <a:pt x="184" y="170"/>
                    <a:pt x="192" y="162"/>
                  </a:cubicBezTo>
                  <a:cubicBezTo>
                    <a:pt x="199" y="153"/>
                    <a:pt x="205" y="144"/>
                    <a:pt x="209" y="133"/>
                  </a:cubicBezTo>
                  <a:cubicBezTo>
                    <a:pt x="213" y="122"/>
                    <a:pt x="214" y="109"/>
                    <a:pt x="214" y="96"/>
                  </a:cubicBezTo>
                  <a:cubicBezTo>
                    <a:pt x="214" y="81"/>
                    <a:pt x="212" y="66"/>
                    <a:pt x="206" y="53"/>
                  </a:cubicBezTo>
                  <a:cubicBezTo>
                    <a:pt x="199" y="42"/>
                    <a:pt x="191" y="31"/>
                    <a:pt x="181" y="23"/>
                  </a:cubicBezTo>
                  <a:cubicBezTo>
                    <a:pt x="170" y="15"/>
                    <a:pt x="159" y="9"/>
                    <a:pt x="147" y="5"/>
                  </a:cubicBezTo>
                  <a:cubicBezTo>
                    <a:pt x="133" y="1"/>
                    <a:pt x="120" y="0"/>
                    <a:pt x="106" y="0"/>
                  </a:cubicBezTo>
                  <a:cubicBezTo>
                    <a:pt x="0" y="0"/>
                    <a:pt x="0" y="0"/>
                    <a:pt x="0" y="0"/>
                  </a:cubicBezTo>
                  <a:cubicBezTo>
                    <a:pt x="0" y="367"/>
                    <a:pt x="0" y="367"/>
                    <a:pt x="0" y="367"/>
                  </a:cubicBezTo>
                  <a:cubicBezTo>
                    <a:pt x="34" y="367"/>
                    <a:pt x="34" y="367"/>
                    <a:pt x="34" y="367"/>
                  </a:cubicBezTo>
                  <a:lnTo>
                    <a:pt x="34" y="207"/>
                  </a:lnTo>
                  <a:close/>
                  <a:moveTo>
                    <a:pt x="34" y="30"/>
                  </a:moveTo>
                  <a:lnTo>
                    <a:pt x="34" y="30"/>
                  </a:lnTo>
                  <a:cubicBezTo>
                    <a:pt x="98" y="30"/>
                    <a:pt x="98" y="30"/>
                    <a:pt x="98" y="30"/>
                  </a:cubicBezTo>
                  <a:cubicBezTo>
                    <a:pt x="124" y="30"/>
                    <a:pt x="144" y="37"/>
                    <a:pt x="158" y="49"/>
                  </a:cubicBezTo>
                  <a:cubicBezTo>
                    <a:pt x="172" y="61"/>
                    <a:pt x="179" y="78"/>
                    <a:pt x="179" y="100"/>
                  </a:cubicBezTo>
                  <a:cubicBezTo>
                    <a:pt x="179" y="111"/>
                    <a:pt x="177" y="122"/>
                    <a:pt x="173" y="131"/>
                  </a:cubicBezTo>
                  <a:cubicBezTo>
                    <a:pt x="169" y="141"/>
                    <a:pt x="164" y="149"/>
                    <a:pt x="155" y="156"/>
                  </a:cubicBezTo>
                  <a:cubicBezTo>
                    <a:pt x="148" y="162"/>
                    <a:pt x="140" y="167"/>
                    <a:pt x="129" y="171"/>
                  </a:cubicBezTo>
                  <a:cubicBezTo>
                    <a:pt x="120" y="174"/>
                    <a:pt x="107" y="177"/>
                    <a:pt x="95" y="177"/>
                  </a:cubicBezTo>
                  <a:cubicBezTo>
                    <a:pt x="34" y="177"/>
                    <a:pt x="34" y="177"/>
                    <a:pt x="34" y="177"/>
                  </a:cubicBezTo>
                  <a:lnTo>
                    <a:pt x="3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D97A3C9D-4C41-C57C-939F-AC722B3B8228}"/>
                </a:ext>
              </a:extLst>
            </p:cNvPr>
            <p:cNvSpPr>
              <a:spLocks noChangeArrowheads="1"/>
            </p:cNvSpPr>
            <p:nvPr/>
          </p:nvSpPr>
          <p:spPr bwMode="auto">
            <a:xfrm>
              <a:off x="804863" y="814388"/>
              <a:ext cx="87312" cy="131762"/>
            </a:xfrm>
            <a:custGeom>
              <a:avLst/>
              <a:gdLst>
                <a:gd name="T0" fmla="*/ 35 w 243"/>
                <a:gd name="T1" fmla="*/ 207 h 368"/>
                <a:gd name="T2" fmla="*/ 35 w 243"/>
                <a:gd name="T3" fmla="*/ 207 h 368"/>
                <a:gd name="T4" fmla="*/ 76 w 243"/>
                <a:gd name="T5" fmla="*/ 207 h 368"/>
                <a:gd name="T6" fmla="*/ 97 w 243"/>
                <a:gd name="T7" fmla="*/ 210 h 368"/>
                <a:gd name="T8" fmla="*/ 114 w 243"/>
                <a:gd name="T9" fmla="*/ 219 h 368"/>
                <a:gd name="T10" fmla="*/ 131 w 243"/>
                <a:gd name="T11" fmla="*/ 236 h 368"/>
                <a:gd name="T12" fmla="*/ 146 w 243"/>
                <a:gd name="T13" fmla="*/ 262 h 368"/>
                <a:gd name="T14" fmla="*/ 202 w 243"/>
                <a:gd name="T15" fmla="*/ 367 h 368"/>
                <a:gd name="T16" fmla="*/ 242 w 243"/>
                <a:gd name="T17" fmla="*/ 367 h 368"/>
                <a:gd name="T18" fmla="*/ 180 w 243"/>
                <a:gd name="T19" fmla="*/ 254 h 368"/>
                <a:gd name="T20" fmla="*/ 168 w 243"/>
                <a:gd name="T21" fmla="*/ 233 h 368"/>
                <a:gd name="T22" fmla="*/ 157 w 243"/>
                <a:gd name="T23" fmla="*/ 218 h 368"/>
                <a:gd name="T24" fmla="*/ 145 w 243"/>
                <a:gd name="T25" fmla="*/ 205 h 368"/>
                <a:gd name="T26" fmla="*/ 131 w 243"/>
                <a:gd name="T27" fmla="*/ 197 h 368"/>
                <a:gd name="T28" fmla="*/ 131 w 243"/>
                <a:gd name="T29" fmla="*/ 196 h 368"/>
                <a:gd name="T30" fmla="*/ 167 w 243"/>
                <a:gd name="T31" fmla="*/ 184 h 368"/>
                <a:gd name="T32" fmla="*/ 193 w 243"/>
                <a:gd name="T33" fmla="*/ 162 h 368"/>
                <a:gd name="T34" fmla="*/ 209 w 243"/>
                <a:gd name="T35" fmla="*/ 133 h 368"/>
                <a:gd name="T36" fmla="*/ 216 w 243"/>
                <a:gd name="T37" fmla="*/ 96 h 368"/>
                <a:gd name="T38" fmla="*/ 206 w 243"/>
                <a:gd name="T39" fmla="*/ 53 h 368"/>
                <a:gd name="T40" fmla="*/ 182 w 243"/>
                <a:gd name="T41" fmla="*/ 23 h 368"/>
                <a:gd name="T42" fmla="*/ 147 w 243"/>
                <a:gd name="T43" fmla="*/ 5 h 368"/>
                <a:gd name="T44" fmla="*/ 108 w 243"/>
                <a:gd name="T45" fmla="*/ 0 h 368"/>
                <a:gd name="T46" fmla="*/ 0 w 243"/>
                <a:gd name="T47" fmla="*/ 0 h 368"/>
                <a:gd name="T48" fmla="*/ 0 w 243"/>
                <a:gd name="T49" fmla="*/ 367 h 368"/>
                <a:gd name="T50" fmla="*/ 35 w 243"/>
                <a:gd name="T51" fmla="*/ 367 h 368"/>
                <a:gd name="T52" fmla="*/ 35 w 243"/>
                <a:gd name="T53" fmla="*/ 207 h 368"/>
                <a:gd name="T54" fmla="*/ 35 w 243"/>
                <a:gd name="T55" fmla="*/ 30 h 368"/>
                <a:gd name="T56" fmla="*/ 35 w 243"/>
                <a:gd name="T57" fmla="*/ 30 h 368"/>
                <a:gd name="T58" fmla="*/ 99 w 243"/>
                <a:gd name="T59" fmla="*/ 30 h 368"/>
                <a:gd name="T60" fmla="*/ 158 w 243"/>
                <a:gd name="T61" fmla="*/ 49 h 368"/>
                <a:gd name="T62" fmla="*/ 180 w 243"/>
                <a:gd name="T63" fmla="*/ 100 h 368"/>
                <a:gd name="T64" fmla="*/ 173 w 243"/>
                <a:gd name="T65" fmla="*/ 131 h 368"/>
                <a:gd name="T66" fmla="*/ 157 w 243"/>
                <a:gd name="T67" fmla="*/ 156 h 368"/>
                <a:gd name="T68" fmla="*/ 131 w 243"/>
                <a:gd name="T69" fmla="*/ 171 h 368"/>
                <a:gd name="T70" fmla="*/ 97 w 243"/>
                <a:gd name="T71" fmla="*/ 177 h 368"/>
                <a:gd name="T72" fmla="*/ 35 w 243"/>
                <a:gd name="T73" fmla="*/ 177 h 368"/>
                <a:gd name="T74" fmla="*/ 35 w 243"/>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3" h="368">
                  <a:moveTo>
                    <a:pt x="35" y="207"/>
                  </a:moveTo>
                  <a:lnTo>
                    <a:pt x="35" y="207"/>
                  </a:lnTo>
                  <a:cubicBezTo>
                    <a:pt x="76" y="207"/>
                    <a:pt x="76" y="207"/>
                    <a:pt x="76" y="207"/>
                  </a:cubicBezTo>
                  <a:cubicBezTo>
                    <a:pt x="83" y="207"/>
                    <a:pt x="91" y="208"/>
                    <a:pt x="97" y="210"/>
                  </a:cubicBezTo>
                  <a:cubicBezTo>
                    <a:pt x="103" y="212"/>
                    <a:pt x="109" y="215"/>
                    <a:pt x="114" y="219"/>
                  </a:cubicBezTo>
                  <a:cubicBezTo>
                    <a:pt x="120" y="223"/>
                    <a:pt x="125" y="229"/>
                    <a:pt x="131" y="236"/>
                  </a:cubicBezTo>
                  <a:cubicBezTo>
                    <a:pt x="135" y="243"/>
                    <a:pt x="141" y="252"/>
                    <a:pt x="146" y="262"/>
                  </a:cubicBezTo>
                  <a:cubicBezTo>
                    <a:pt x="202" y="367"/>
                    <a:pt x="202" y="367"/>
                    <a:pt x="202" y="367"/>
                  </a:cubicBezTo>
                  <a:cubicBezTo>
                    <a:pt x="242" y="367"/>
                    <a:pt x="242" y="367"/>
                    <a:pt x="242" y="367"/>
                  </a:cubicBezTo>
                  <a:cubicBezTo>
                    <a:pt x="180" y="254"/>
                    <a:pt x="180" y="254"/>
                    <a:pt x="180" y="254"/>
                  </a:cubicBezTo>
                  <a:cubicBezTo>
                    <a:pt x="176" y="247"/>
                    <a:pt x="172" y="240"/>
                    <a:pt x="168" y="233"/>
                  </a:cubicBezTo>
                  <a:cubicBezTo>
                    <a:pt x="164" y="227"/>
                    <a:pt x="161" y="222"/>
                    <a:pt x="157" y="218"/>
                  </a:cubicBezTo>
                  <a:cubicBezTo>
                    <a:pt x="153" y="212"/>
                    <a:pt x="149" y="208"/>
                    <a:pt x="145" y="205"/>
                  </a:cubicBezTo>
                  <a:cubicBezTo>
                    <a:pt x="141" y="203"/>
                    <a:pt x="136" y="200"/>
                    <a:pt x="131" y="197"/>
                  </a:cubicBezTo>
                  <a:cubicBezTo>
                    <a:pt x="131" y="196"/>
                    <a:pt x="131" y="196"/>
                    <a:pt x="131" y="196"/>
                  </a:cubicBezTo>
                  <a:cubicBezTo>
                    <a:pt x="145" y="193"/>
                    <a:pt x="156" y="189"/>
                    <a:pt x="167" y="184"/>
                  </a:cubicBezTo>
                  <a:cubicBezTo>
                    <a:pt x="176" y="177"/>
                    <a:pt x="186" y="170"/>
                    <a:pt x="193" y="162"/>
                  </a:cubicBezTo>
                  <a:cubicBezTo>
                    <a:pt x="200" y="153"/>
                    <a:pt x="205" y="144"/>
                    <a:pt x="209" y="133"/>
                  </a:cubicBezTo>
                  <a:cubicBezTo>
                    <a:pt x="213" y="122"/>
                    <a:pt x="216" y="109"/>
                    <a:pt x="216" y="96"/>
                  </a:cubicBezTo>
                  <a:cubicBezTo>
                    <a:pt x="216" y="81"/>
                    <a:pt x="212" y="66"/>
                    <a:pt x="206" y="53"/>
                  </a:cubicBezTo>
                  <a:cubicBezTo>
                    <a:pt x="201" y="42"/>
                    <a:pt x="193" y="31"/>
                    <a:pt x="182" y="23"/>
                  </a:cubicBezTo>
                  <a:cubicBezTo>
                    <a:pt x="172" y="15"/>
                    <a:pt x="160" y="9"/>
                    <a:pt x="147" y="5"/>
                  </a:cubicBezTo>
                  <a:cubicBezTo>
                    <a:pt x="135" y="1"/>
                    <a:pt x="121" y="0"/>
                    <a:pt x="108" y="0"/>
                  </a:cubicBezTo>
                  <a:cubicBezTo>
                    <a:pt x="0" y="0"/>
                    <a:pt x="0" y="0"/>
                    <a:pt x="0" y="0"/>
                  </a:cubicBezTo>
                  <a:cubicBezTo>
                    <a:pt x="0" y="367"/>
                    <a:pt x="0" y="367"/>
                    <a:pt x="0" y="367"/>
                  </a:cubicBezTo>
                  <a:cubicBezTo>
                    <a:pt x="35" y="367"/>
                    <a:pt x="35" y="367"/>
                    <a:pt x="35" y="367"/>
                  </a:cubicBezTo>
                  <a:lnTo>
                    <a:pt x="35" y="207"/>
                  </a:lnTo>
                  <a:close/>
                  <a:moveTo>
                    <a:pt x="35" y="30"/>
                  </a:moveTo>
                  <a:lnTo>
                    <a:pt x="35" y="30"/>
                  </a:lnTo>
                  <a:cubicBezTo>
                    <a:pt x="99" y="30"/>
                    <a:pt x="99" y="30"/>
                    <a:pt x="99" y="30"/>
                  </a:cubicBezTo>
                  <a:cubicBezTo>
                    <a:pt x="125" y="30"/>
                    <a:pt x="145" y="37"/>
                    <a:pt x="158" y="49"/>
                  </a:cubicBezTo>
                  <a:cubicBezTo>
                    <a:pt x="173" y="61"/>
                    <a:pt x="180" y="78"/>
                    <a:pt x="180" y="100"/>
                  </a:cubicBezTo>
                  <a:cubicBezTo>
                    <a:pt x="180" y="111"/>
                    <a:pt x="178" y="122"/>
                    <a:pt x="173" y="131"/>
                  </a:cubicBezTo>
                  <a:cubicBezTo>
                    <a:pt x="169" y="141"/>
                    <a:pt x="164" y="149"/>
                    <a:pt x="157" y="156"/>
                  </a:cubicBezTo>
                  <a:cubicBezTo>
                    <a:pt x="149" y="162"/>
                    <a:pt x="141" y="167"/>
                    <a:pt x="131" y="171"/>
                  </a:cubicBezTo>
                  <a:cubicBezTo>
                    <a:pt x="120" y="174"/>
                    <a:pt x="109" y="177"/>
                    <a:pt x="97" y="177"/>
                  </a:cubicBezTo>
                  <a:cubicBezTo>
                    <a:pt x="35" y="177"/>
                    <a:pt x="35" y="177"/>
                    <a:pt x="35" y="177"/>
                  </a:cubicBezTo>
                  <a:lnTo>
                    <a:pt x="35"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 name="Freeform 4">
              <a:extLst>
                <a:ext uri="{FF2B5EF4-FFF2-40B4-BE49-F238E27FC236}">
                  <a16:creationId xmlns:a16="http://schemas.microsoft.com/office/drawing/2014/main" id="{788437CE-63C4-2B09-D02C-2CBFEA90BE79}"/>
                </a:ext>
              </a:extLst>
            </p:cNvPr>
            <p:cNvSpPr>
              <a:spLocks noChangeArrowheads="1"/>
            </p:cNvSpPr>
            <p:nvPr/>
          </p:nvSpPr>
          <p:spPr bwMode="auto">
            <a:xfrm>
              <a:off x="904875" y="811213"/>
              <a:ext cx="125413" cy="138112"/>
            </a:xfrm>
            <a:custGeom>
              <a:avLst/>
              <a:gdLst>
                <a:gd name="T0" fmla="*/ 247 w 348"/>
                <a:gd name="T1" fmla="*/ 366 h 382"/>
                <a:gd name="T2" fmla="*/ 247 w 348"/>
                <a:gd name="T3" fmla="*/ 366 h 382"/>
                <a:gd name="T4" fmla="*/ 302 w 348"/>
                <a:gd name="T5" fmla="*/ 325 h 382"/>
                <a:gd name="T6" fmla="*/ 336 w 348"/>
                <a:gd name="T7" fmla="*/ 263 h 382"/>
                <a:gd name="T8" fmla="*/ 347 w 348"/>
                <a:gd name="T9" fmla="*/ 185 h 382"/>
                <a:gd name="T10" fmla="*/ 335 w 348"/>
                <a:gd name="T11" fmla="*/ 111 h 382"/>
                <a:gd name="T12" fmla="*/ 302 w 348"/>
                <a:gd name="T13" fmla="*/ 53 h 382"/>
                <a:gd name="T14" fmla="*/ 248 w 348"/>
                <a:gd name="T15" fmla="*/ 13 h 382"/>
                <a:gd name="T16" fmla="*/ 178 w 348"/>
                <a:gd name="T17" fmla="*/ 0 h 382"/>
                <a:gd name="T18" fmla="*/ 103 w 348"/>
                <a:gd name="T19" fmla="*/ 13 h 382"/>
                <a:gd name="T20" fmla="*/ 46 w 348"/>
                <a:gd name="T21" fmla="*/ 55 h 382"/>
                <a:gd name="T22" fmla="*/ 12 w 348"/>
                <a:gd name="T23" fmla="*/ 115 h 382"/>
                <a:gd name="T24" fmla="*/ 0 w 348"/>
                <a:gd name="T25" fmla="*/ 195 h 382"/>
                <a:gd name="T26" fmla="*/ 12 w 348"/>
                <a:gd name="T27" fmla="*/ 267 h 382"/>
                <a:gd name="T28" fmla="*/ 46 w 348"/>
                <a:gd name="T29" fmla="*/ 328 h 382"/>
                <a:gd name="T30" fmla="*/ 100 w 348"/>
                <a:gd name="T31" fmla="*/ 368 h 382"/>
                <a:gd name="T32" fmla="*/ 171 w 348"/>
                <a:gd name="T33" fmla="*/ 381 h 382"/>
                <a:gd name="T34" fmla="*/ 247 w 348"/>
                <a:gd name="T35" fmla="*/ 366 h 382"/>
                <a:gd name="T36" fmla="*/ 111 w 348"/>
                <a:gd name="T37" fmla="*/ 337 h 382"/>
                <a:gd name="T38" fmla="*/ 111 w 348"/>
                <a:gd name="T39" fmla="*/ 337 h 382"/>
                <a:gd name="T40" fmla="*/ 68 w 348"/>
                <a:gd name="T41" fmla="*/ 302 h 382"/>
                <a:gd name="T42" fmla="*/ 44 w 348"/>
                <a:gd name="T43" fmla="*/ 251 h 382"/>
                <a:gd name="T44" fmla="*/ 35 w 348"/>
                <a:gd name="T45" fmla="*/ 192 h 382"/>
                <a:gd name="T46" fmla="*/ 45 w 348"/>
                <a:gd name="T47" fmla="*/ 129 h 382"/>
                <a:gd name="T48" fmla="*/ 71 w 348"/>
                <a:gd name="T49" fmla="*/ 78 h 382"/>
                <a:gd name="T50" fmla="*/ 115 w 348"/>
                <a:gd name="T51" fmla="*/ 44 h 382"/>
                <a:gd name="T52" fmla="*/ 174 w 348"/>
                <a:gd name="T53" fmla="*/ 31 h 382"/>
                <a:gd name="T54" fmla="*/ 236 w 348"/>
                <a:gd name="T55" fmla="*/ 44 h 382"/>
                <a:gd name="T56" fmla="*/ 278 w 348"/>
                <a:gd name="T57" fmla="*/ 78 h 382"/>
                <a:gd name="T58" fmla="*/ 303 w 348"/>
                <a:gd name="T59" fmla="*/ 129 h 382"/>
                <a:gd name="T60" fmla="*/ 311 w 348"/>
                <a:gd name="T61" fmla="*/ 191 h 382"/>
                <a:gd name="T62" fmla="*/ 302 w 348"/>
                <a:gd name="T63" fmla="*/ 255 h 382"/>
                <a:gd name="T64" fmla="*/ 276 w 348"/>
                <a:gd name="T65" fmla="*/ 306 h 382"/>
                <a:gd name="T66" fmla="*/ 232 w 348"/>
                <a:gd name="T67" fmla="*/ 339 h 382"/>
                <a:gd name="T68" fmla="*/ 171 w 348"/>
                <a:gd name="T69" fmla="*/ 350 h 382"/>
                <a:gd name="T70" fmla="*/ 111 w 348"/>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247" y="366"/>
                  </a:moveTo>
                  <a:lnTo>
                    <a:pt x="247" y="366"/>
                  </a:lnTo>
                  <a:cubicBezTo>
                    <a:pt x="269" y="357"/>
                    <a:pt x="287" y="343"/>
                    <a:pt x="302" y="325"/>
                  </a:cubicBezTo>
                  <a:cubicBezTo>
                    <a:pt x="317" y="307"/>
                    <a:pt x="328" y="287"/>
                    <a:pt x="336" y="263"/>
                  </a:cubicBezTo>
                  <a:cubicBezTo>
                    <a:pt x="343" y="240"/>
                    <a:pt x="347" y="214"/>
                    <a:pt x="347" y="185"/>
                  </a:cubicBezTo>
                  <a:cubicBezTo>
                    <a:pt x="347" y="159"/>
                    <a:pt x="343" y="134"/>
                    <a:pt x="335" y="111"/>
                  </a:cubicBezTo>
                  <a:cubicBezTo>
                    <a:pt x="328" y="89"/>
                    <a:pt x="317" y="70"/>
                    <a:pt x="302" y="53"/>
                  </a:cubicBezTo>
                  <a:cubicBezTo>
                    <a:pt x="287" y="37"/>
                    <a:pt x="269" y="23"/>
                    <a:pt x="248" y="13"/>
                  </a:cubicBezTo>
                  <a:cubicBezTo>
                    <a:pt x="228" y="4"/>
                    <a:pt x="204" y="0"/>
                    <a:pt x="178" y="0"/>
                  </a:cubicBezTo>
                  <a:cubicBezTo>
                    <a:pt x="149" y="0"/>
                    <a:pt x="125" y="5"/>
                    <a:pt x="103" y="13"/>
                  </a:cubicBezTo>
                  <a:cubicBezTo>
                    <a:pt x="81" y="23"/>
                    <a:pt x="62" y="37"/>
                    <a:pt x="46" y="55"/>
                  </a:cubicBezTo>
                  <a:cubicBezTo>
                    <a:pt x="31" y="71"/>
                    <a:pt x="20" y="92"/>
                    <a:pt x="12" y="115"/>
                  </a:cubicBezTo>
                  <a:cubicBezTo>
                    <a:pt x="4" y="140"/>
                    <a:pt x="0" y="166"/>
                    <a:pt x="0" y="195"/>
                  </a:cubicBezTo>
                  <a:cubicBezTo>
                    <a:pt x="0" y="221"/>
                    <a:pt x="4" y="245"/>
                    <a:pt x="12" y="267"/>
                  </a:cubicBezTo>
                  <a:cubicBezTo>
                    <a:pt x="20" y="291"/>
                    <a:pt x="31" y="310"/>
                    <a:pt x="46" y="328"/>
                  </a:cubicBezTo>
                  <a:cubicBezTo>
                    <a:pt x="60" y="344"/>
                    <a:pt x="79" y="357"/>
                    <a:pt x="100" y="368"/>
                  </a:cubicBezTo>
                  <a:cubicBezTo>
                    <a:pt x="122" y="377"/>
                    <a:pt x="145" y="381"/>
                    <a:pt x="171" y="381"/>
                  </a:cubicBezTo>
                  <a:cubicBezTo>
                    <a:pt x="200" y="381"/>
                    <a:pt x="225" y="376"/>
                    <a:pt x="247" y="366"/>
                  </a:cubicBezTo>
                  <a:close/>
                  <a:moveTo>
                    <a:pt x="111" y="337"/>
                  </a:moveTo>
                  <a:lnTo>
                    <a:pt x="111" y="337"/>
                  </a:lnTo>
                  <a:cubicBezTo>
                    <a:pt x="94" y="328"/>
                    <a:pt x="81" y="317"/>
                    <a:pt x="68" y="302"/>
                  </a:cubicBezTo>
                  <a:cubicBezTo>
                    <a:pt x="57" y="288"/>
                    <a:pt x="49" y="270"/>
                    <a:pt x="44" y="251"/>
                  </a:cubicBezTo>
                  <a:cubicBezTo>
                    <a:pt x="38" y="232"/>
                    <a:pt x="35" y="212"/>
                    <a:pt x="35" y="192"/>
                  </a:cubicBezTo>
                  <a:cubicBezTo>
                    <a:pt x="35" y="170"/>
                    <a:pt x="38" y="148"/>
                    <a:pt x="45" y="129"/>
                  </a:cubicBezTo>
                  <a:cubicBezTo>
                    <a:pt x="51" y="110"/>
                    <a:pt x="60" y="93"/>
                    <a:pt x="71" y="78"/>
                  </a:cubicBezTo>
                  <a:cubicBezTo>
                    <a:pt x="84" y="64"/>
                    <a:pt x="99" y="52"/>
                    <a:pt x="115" y="44"/>
                  </a:cubicBezTo>
                  <a:cubicBezTo>
                    <a:pt x="133" y="35"/>
                    <a:pt x="152" y="31"/>
                    <a:pt x="174" y="31"/>
                  </a:cubicBezTo>
                  <a:cubicBezTo>
                    <a:pt x="199" y="31"/>
                    <a:pt x="219" y="35"/>
                    <a:pt x="236" y="44"/>
                  </a:cubicBezTo>
                  <a:cubicBezTo>
                    <a:pt x="254" y="52"/>
                    <a:pt x="267" y="64"/>
                    <a:pt x="278" y="78"/>
                  </a:cubicBezTo>
                  <a:cubicBezTo>
                    <a:pt x="289" y="93"/>
                    <a:pt x="298" y="110"/>
                    <a:pt x="303" y="129"/>
                  </a:cubicBezTo>
                  <a:cubicBezTo>
                    <a:pt x="309" y="148"/>
                    <a:pt x="311" y="169"/>
                    <a:pt x="311" y="191"/>
                  </a:cubicBezTo>
                  <a:cubicBezTo>
                    <a:pt x="311" y="214"/>
                    <a:pt x="309" y="234"/>
                    <a:pt x="302" y="255"/>
                  </a:cubicBezTo>
                  <a:cubicBezTo>
                    <a:pt x="296" y="274"/>
                    <a:pt x="288" y="291"/>
                    <a:pt x="276" y="306"/>
                  </a:cubicBezTo>
                  <a:cubicBezTo>
                    <a:pt x="265" y="320"/>
                    <a:pt x="250" y="331"/>
                    <a:pt x="232" y="339"/>
                  </a:cubicBezTo>
                  <a:cubicBezTo>
                    <a:pt x="215" y="347"/>
                    <a:pt x="195" y="350"/>
                    <a:pt x="171" y="350"/>
                  </a:cubicBezTo>
                  <a:cubicBezTo>
                    <a:pt x="148" y="350"/>
                    <a:pt x="129" y="346"/>
                    <a:pt x="111"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 name="Freeform 5">
              <a:extLst>
                <a:ext uri="{FF2B5EF4-FFF2-40B4-BE49-F238E27FC236}">
                  <a16:creationId xmlns:a16="http://schemas.microsoft.com/office/drawing/2014/main" id="{939CA83C-6F8A-3158-2D9B-FAE1AA27B2AB}"/>
                </a:ext>
              </a:extLst>
            </p:cNvPr>
            <p:cNvSpPr>
              <a:spLocks noChangeArrowheads="1"/>
            </p:cNvSpPr>
            <p:nvPr/>
          </p:nvSpPr>
          <p:spPr bwMode="auto">
            <a:xfrm>
              <a:off x="1042988" y="814388"/>
              <a:ext cx="166687" cy="131762"/>
            </a:xfrm>
            <a:custGeom>
              <a:avLst/>
              <a:gdLst>
                <a:gd name="T0" fmla="*/ 144 w 463"/>
                <a:gd name="T1" fmla="*/ 367 h 368"/>
                <a:gd name="T2" fmla="*/ 144 w 463"/>
                <a:gd name="T3" fmla="*/ 367 h 368"/>
                <a:gd name="T4" fmla="*/ 226 w 463"/>
                <a:gd name="T5" fmla="*/ 94 h 368"/>
                <a:gd name="T6" fmla="*/ 233 w 463"/>
                <a:gd name="T7" fmla="*/ 59 h 368"/>
                <a:gd name="T8" fmla="*/ 234 w 463"/>
                <a:gd name="T9" fmla="*/ 59 h 368"/>
                <a:gd name="T10" fmla="*/ 237 w 463"/>
                <a:gd name="T11" fmla="*/ 75 h 368"/>
                <a:gd name="T12" fmla="*/ 241 w 463"/>
                <a:gd name="T13" fmla="*/ 94 h 368"/>
                <a:gd name="T14" fmla="*/ 320 w 463"/>
                <a:gd name="T15" fmla="*/ 367 h 368"/>
                <a:gd name="T16" fmla="*/ 355 w 463"/>
                <a:gd name="T17" fmla="*/ 367 h 368"/>
                <a:gd name="T18" fmla="*/ 462 w 463"/>
                <a:gd name="T19" fmla="*/ 0 h 368"/>
                <a:gd name="T20" fmla="*/ 425 w 463"/>
                <a:gd name="T21" fmla="*/ 0 h 368"/>
                <a:gd name="T22" fmla="*/ 344 w 463"/>
                <a:gd name="T23" fmla="*/ 297 h 368"/>
                <a:gd name="T24" fmla="*/ 340 w 463"/>
                <a:gd name="T25" fmla="*/ 311 h 368"/>
                <a:gd name="T26" fmla="*/ 339 w 463"/>
                <a:gd name="T27" fmla="*/ 324 h 368"/>
                <a:gd name="T28" fmla="*/ 337 w 463"/>
                <a:gd name="T29" fmla="*/ 324 h 368"/>
                <a:gd name="T30" fmla="*/ 335 w 463"/>
                <a:gd name="T31" fmla="*/ 307 h 368"/>
                <a:gd name="T32" fmla="*/ 331 w 463"/>
                <a:gd name="T33" fmla="*/ 289 h 368"/>
                <a:gd name="T34" fmla="*/ 250 w 463"/>
                <a:gd name="T35" fmla="*/ 0 h 368"/>
                <a:gd name="T36" fmla="*/ 222 w 463"/>
                <a:gd name="T37" fmla="*/ 0 h 368"/>
                <a:gd name="T38" fmla="*/ 136 w 463"/>
                <a:gd name="T39" fmla="*/ 288 h 368"/>
                <a:gd name="T40" fmla="*/ 127 w 463"/>
                <a:gd name="T41" fmla="*/ 324 h 368"/>
                <a:gd name="T42" fmla="*/ 126 w 463"/>
                <a:gd name="T43" fmla="*/ 324 h 368"/>
                <a:gd name="T44" fmla="*/ 123 w 463"/>
                <a:gd name="T45" fmla="*/ 307 h 368"/>
                <a:gd name="T46" fmla="*/ 119 w 463"/>
                <a:gd name="T47" fmla="*/ 288 h 368"/>
                <a:gd name="T48" fmla="*/ 38 w 463"/>
                <a:gd name="T49" fmla="*/ 0 h 368"/>
                <a:gd name="T50" fmla="*/ 0 w 463"/>
                <a:gd name="T51" fmla="*/ 0 h 368"/>
                <a:gd name="T52" fmla="*/ 108 w 463"/>
                <a:gd name="T53" fmla="*/ 367 h 368"/>
                <a:gd name="T54" fmla="*/ 144 w 463"/>
                <a:gd name="T55"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63" h="368">
                  <a:moveTo>
                    <a:pt x="144" y="367"/>
                  </a:moveTo>
                  <a:lnTo>
                    <a:pt x="144" y="367"/>
                  </a:lnTo>
                  <a:cubicBezTo>
                    <a:pt x="226" y="94"/>
                    <a:pt x="226" y="94"/>
                    <a:pt x="226" y="94"/>
                  </a:cubicBezTo>
                  <a:cubicBezTo>
                    <a:pt x="230" y="81"/>
                    <a:pt x="233" y="68"/>
                    <a:pt x="233" y="59"/>
                  </a:cubicBezTo>
                  <a:cubicBezTo>
                    <a:pt x="234" y="59"/>
                    <a:pt x="234" y="59"/>
                    <a:pt x="234" y="59"/>
                  </a:cubicBezTo>
                  <a:cubicBezTo>
                    <a:pt x="234" y="64"/>
                    <a:pt x="236" y="70"/>
                    <a:pt x="237" y="75"/>
                  </a:cubicBezTo>
                  <a:cubicBezTo>
                    <a:pt x="237" y="82"/>
                    <a:pt x="239" y="87"/>
                    <a:pt x="241" y="94"/>
                  </a:cubicBezTo>
                  <a:cubicBezTo>
                    <a:pt x="320" y="367"/>
                    <a:pt x="320" y="367"/>
                    <a:pt x="320" y="367"/>
                  </a:cubicBezTo>
                  <a:cubicBezTo>
                    <a:pt x="355" y="367"/>
                    <a:pt x="355" y="367"/>
                    <a:pt x="355" y="367"/>
                  </a:cubicBezTo>
                  <a:cubicBezTo>
                    <a:pt x="462" y="0"/>
                    <a:pt x="462" y="0"/>
                    <a:pt x="462" y="0"/>
                  </a:cubicBezTo>
                  <a:cubicBezTo>
                    <a:pt x="425" y="0"/>
                    <a:pt x="425" y="0"/>
                    <a:pt x="425" y="0"/>
                  </a:cubicBezTo>
                  <a:cubicBezTo>
                    <a:pt x="344" y="297"/>
                    <a:pt x="344" y="297"/>
                    <a:pt x="344" y="297"/>
                  </a:cubicBezTo>
                  <a:cubicBezTo>
                    <a:pt x="343" y="303"/>
                    <a:pt x="342" y="307"/>
                    <a:pt x="340" y="311"/>
                  </a:cubicBezTo>
                  <a:cubicBezTo>
                    <a:pt x="339" y="315"/>
                    <a:pt x="339" y="319"/>
                    <a:pt x="339" y="324"/>
                  </a:cubicBezTo>
                  <a:cubicBezTo>
                    <a:pt x="337" y="324"/>
                    <a:pt x="337" y="324"/>
                    <a:pt x="337" y="324"/>
                  </a:cubicBezTo>
                  <a:cubicBezTo>
                    <a:pt x="336" y="318"/>
                    <a:pt x="336" y="313"/>
                    <a:pt x="335" y="307"/>
                  </a:cubicBezTo>
                  <a:cubicBezTo>
                    <a:pt x="333" y="302"/>
                    <a:pt x="332" y="295"/>
                    <a:pt x="331" y="289"/>
                  </a:cubicBezTo>
                  <a:cubicBezTo>
                    <a:pt x="250" y="0"/>
                    <a:pt x="250" y="0"/>
                    <a:pt x="250" y="0"/>
                  </a:cubicBezTo>
                  <a:cubicBezTo>
                    <a:pt x="222" y="0"/>
                    <a:pt x="222" y="0"/>
                    <a:pt x="222" y="0"/>
                  </a:cubicBezTo>
                  <a:cubicBezTo>
                    <a:pt x="136" y="288"/>
                    <a:pt x="136" y="288"/>
                    <a:pt x="136" y="288"/>
                  </a:cubicBezTo>
                  <a:cubicBezTo>
                    <a:pt x="132" y="304"/>
                    <a:pt x="129" y="315"/>
                    <a:pt x="127" y="324"/>
                  </a:cubicBezTo>
                  <a:cubicBezTo>
                    <a:pt x="126" y="324"/>
                    <a:pt x="126" y="324"/>
                    <a:pt x="126" y="324"/>
                  </a:cubicBezTo>
                  <a:cubicBezTo>
                    <a:pt x="126" y="318"/>
                    <a:pt x="125" y="313"/>
                    <a:pt x="123" y="307"/>
                  </a:cubicBezTo>
                  <a:cubicBezTo>
                    <a:pt x="122" y="302"/>
                    <a:pt x="121" y="295"/>
                    <a:pt x="119" y="288"/>
                  </a:cubicBezTo>
                  <a:cubicBezTo>
                    <a:pt x="38" y="0"/>
                    <a:pt x="38" y="0"/>
                    <a:pt x="38" y="0"/>
                  </a:cubicBezTo>
                  <a:cubicBezTo>
                    <a:pt x="0" y="0"/>
                    <a:pt x="0" y="0"/>
                    <a:pt x="0" y="0"/>
                  </a:cubicBezTo>
                  <a:cubicBezTo>
                    <a:pt x="108" y="367"/>
                    <a:pt x="108" y="367"/>
                    <a:pt x="108" y="367"/>
                  </a:cubicBezTo>
                  <a:lnTo>
                    <a:pt x="144"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6">
              <a:extLst>
                <a:ext uri="{FF2B5EF4-FFF2-40B4-BE49-F238E27FC236}">
                  <a16:creationId xmlns:a16="http://schemas.microsoft.com/office/drawing/2014/main" id="{299EA447-807C-E4A5-268B-BC53F9D776EF}"/>
                </a:ext>
              </a:extLst>
            </p:cNvPr>
            <p:cNvSpPr>
              <a:spLocks noChangeArrowheads="1"/>
            </p:cNvSpPr>
            <p:nvPr/>
          </p:nvSpPr>
          <p:spPr bwMode="auto">
            <a:xfrm>
              <a:off x="1223963" y="811213"/>
              <a:ext cx="76200" cy="138112"/>
            </a:xfrm>
            <a:custGeom>
              <a:avLst/>
              <a:gdLst>
                <a:gd name="T0" fmla="*/ 42 w 211"/>
                <a:gd name="T1" fmla="*/ 376 h 382"/>
                <a:gd name="T2" fmla="*/ 42 w 211"/>
                <a:gd name="T3" fmla="*/ 376 h 382"/>
                <a:gd name="T4" fmla="*/ 67 w 211"/>
                <a:gd name="T5" fmla="*/ 380 h 382"/>
                <a:gd name="T6" fmla="*/ 88 w 211"/>
                <a:gd name="T7" fmla="*/ 381 h 382"/>
                <a:gd name="T8" fmla="*/ 137 w 211"/>
                <a:gd name="T9" fmla="*/ 374 h 382"/>
                <a:gd name="T10" fmla="*/ 176 w 211"/>
                <a:gd name="T11" fmla="*/ 357 h 382"/>
                <a:gd name="T12" fmla="*/ 200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6 w 211"/>
                <a:gd name="T37" fmla="*/ 35 h 382"/>
                <a:gd name="T38" fmla="*/ 118 w 211"/>
                <a:gd name="T39" fmla="*/ 31 h 382"/>
                <a:gd name="T40" fmla="*/ 195 w 211"/>
                <a:gd name="T41" fmla="*/ 49 h 382"/>
                <a:gd name="T42" fmla="*/ 195 w 211"/>
                <a:gd name="T43" fmla="*/ 12 h 382"/>
                <a:gd name="T44" fmla="*/ 122 w 211"/>
                <a:gd name="T45" fmla="*/ 0 h 382"/>
                <a:gd name="T46" fmla="*/ 75 w 211"/>
                <a:gd name="T47" fmla="*/ 7 h 382"/>
                <a:gd name="T48" fmla="*/ 37 w 211"/>
                <a:gd name="T49" fmla="*/ 26 h 382"/>
                <a:gd name="T50" fmla="*/ 11 w 211"/>
                <a:gd name="T51" fmla="*/ 56 h 382"/>
                <a:gd name="T52" fmla="*/ 1 w 211"/>
                <a:gd name="T53" fmla="*/ 96 h 382"/>
                <a:gd name="T54" fmla="*/ 7 w 211"/>
                <a:gd name="T55" fmla="*/ 127 h 382"/>
                <a:gd name="T56" fmla="*/ 22 w 211"/>
                <a:gd name="T57" fmla="*/ 154 h 382"/>
                <a:gd name="T58" fmla="*/ 51 w 211"/>
                <a:gd name="T59" fmla="*/ 177 h 382"/>
                <a:gd name="T60" fmla="*/ 91 w 211"/>
                <a:gd name="T61" fmla="*/ 202 h 382"/>
                <a:gd name="T62" fmla="*/ 128 w 211"/>
                <a:gd name="T63" fmla="*/ 222 h 382"/>
                <a:gd name="T64" fmla="*/ 154 w 211"/>
                <a:gd name="T65" fmla="*/ 241 h 382"/>
                <a:gd name="T66" fmla="*/ 169 w 211"/>
                <a:gd name="T67" fmla="*/ 262 h 382"/>
                <a:gd name="T68" fmla="*/ 174 w 211"/>
                <a:gd name="T69" fmla="*/ 288 h 382"/>
                <a:gd name="T70" fmla="*/ 152 w 211"/>
                <a:gd name="T71" fmla="*/ 335 h 382"/>
                <a:gd name="T72" fmla="*/ 91 w 211"/>
                <a:gd name="T73" fmla="*/ 350 h 382"/>
                <a:gd name="T74" fmla="*/ 67 w 211"/>
                <a:gd name="T75" fmla="*/ 348 h 382"/>
                <a:gd name="T76" fmla="*/ 44 w 211"/>
                <a:gd name="T77" fmla="*/ 343 h 382"/>
                <a:gd name="T78" fmla="*/ 20 w 211"/>
                <a:gd name="T79" fmla="*/ 333 h 382"/>
                <a:gd name="T80" fmla="*/ 0 w 211"/>
                <a:gd name="T81" fmla="*/ 321 h 382"/>
                <a:gd name="T82" fmla="*/ 0 w 211"/>
                <a:gd name="T83" fmla="*/ 361 h 382"/>
                <a:gd name="T84" fmla="*/ 19 w 211"/>
                <a:gd name="T85" fmla="*/ 369 h 382"/>
                <a:gd name="T86" fmla="*/ 42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2" y="376"/>
                  </a:moveTo>
                  <a:lnTo>
                    <a:pt x="42" y="376"/>
                  </a:lnTo>
                  <a:cubicBezTo>
                    <a:pt x="51" y="377"/>
                    <a:pt x="59" y="379"/>
                    <a:pt x="67" y="380"/>
                  </a:cubicBezTo>
                  <a:cubicBezTo>
                    <a:pt x="74" y="381"/>
                    <a:pt x="82" y="381"/>
                    <a:pt x="88" y="381"/>
                  </a:cubicBezTo>
                  <a:cubicBezTo>
                    <a:pt x="106" y="381"/>
                    <a:pt x="122" y="379"/>
                    <a:pt x="137" y="374"/>
                  </a:cubicBezTo>
                  <a:cubicBezTo>
                    <a:pt x="151" y="370"/>
                    <a:pt x="165" y="365"/>
                    <a:pt x="176" y="357"/>
                  </a:cubicBezTo>
                  <a:cubicBezTo>
                    <a:pt x="187" y="348"/>
                    <a:pt x="195" y="339"/>
                    <a:pt x="200" y="326"/>
                  </a:cubicBezTo>
                  <a:cubicBezTo>
                    <a:pt x="206" y="314"/>
                    <a:pt x="210" y="300"/>
                    <a:pt x="210" y="284"/>
                  </a:cubicBezTo>
                  <a:cubicBezTo>
                    <a:pt x="210" y="272"/>
                    <a:pt x="207" y="262"/>
                    <a:pt x="204" y="252"/>
                  </a:cubicBezTo>
                  <a:cubicBezTo>
                    <a:pt x="200" y="243"/>
                    <a:pt x="195" y="233"/>
                    <a:pt x="187" y="225"/>
                  </a:cubicBezTo>
                  <a:cubicBezTo>
                    <a:pt x="180" y="217"/>
                    <a:pt x="170" y="208"/>
                    <a:pt x="158" y="200"/>
                  </a:cubicBezTo>
                  <a:cubicBezTo>
                    <a:pt x="147" y="193"/>
                    <a:pt x="133" y="185"/>
                    <a:pt x="118" y="177"/>
                  </a:cubicBezTo>
                  <a:cubicBezTo>
                    <a:pt x="103" y="169"/>
                    <a:pt x="91" y="162"/>
                    <a:pt x="80" y="155"/>
                  </a:cubicBezTo>
                  <a:cubicBezTo>
                    <a:pt x="70" y="149"/>
                    <a:pt x="62" y="143"/>
                    <a:pt x="55" y="137"/>
                  </a:cubicBezTo>
                  <a:cubicBezTo>
                    <a:pt x="49" y="130"/>
                    <a:pt x="45" y="125"/>
                    <a:pt x="42" y="118"/>
                  </a:cubicBezTo>
                  <a:cubicBezTo>
                    <a:pt x="38" y="111"/>
                    <a:pt x="37" y="103"/>
                    <a:pt x="37" y="93"/>
                  </a:cubicBezTo>
                  <a:cubicBezTo>
                    <a:pt x="37" y="82"/>
                    <a:pt x="40" y="74"/>
                    <a:pt x="44" y="66"/>
                  </a:cubicBezTo>
                  <a:cubicBezTo>
                    <a:pt x="48" y="59"/>
                    <a:pt x="53" y="52"/>
                    <a:pt x="62" y="46"/>
                  </a:cubicBezTo>
                  <a:cubicBezTo>
                    <a:pt x="69" y="41"/>
                    <a:pt x="77" y="38"/>
                    <a:pt x="86" y="35"/>
                  </a:cubicBezTo>
                  <a:cubicBezTo>
                    <a:pt x="96" y="33"/>
                    <a:pt x="107" y="31"/>
                    <a:pt x="118" y="31"/>
                  </a:cubicBezTo>
                  <a:cubicBezTo>
                    <a:pt x="147" y="31"/>
                    <a:pt x="173" y="37"/>
                    <a:pt x="195" y="49"/>
                  </a:cubicBezTo>
                  <a:cubicBezTo>
                    <a:pt x="195" y="12"/>
                    <a:pt x="195" y="12"/>
                    <a:pt x="195" y="12"/>
                  </a:cubicBezTo>
                  <a:cubicBezTo>
                    <a:pt x="174" y="4"/>
                    <a:pt x="151" y="0"/>
                    <a:pt x="122" y="0"/>
                  </a:cubicBezTo>
                  <a:cubicBezTo>
                    <a:pt x="106" y="0"/>
                    <a:pt x="89" y="2"/>
                    <a:pt x="75" y="7"/>
                  </a:cubicBezTo>
                  <a:cubicBezTo>
                    <a:pt x="60" y="11"/>
                    <a:pt x="48" y="18"/>
                    <a:pt x="37" y="26"/>
                  </a:cubicBezTo>
                  <a:cubicBezTo>
                    <a:pt x="26" y="34"/>
                    <a:pt x="18" y="44"/>
                    <a:pt x="11" y="56"/>
                  </a:cubicBezTo>
                  <a:cubicBezTo>
                    <a:pt x="5" y="68"/>
                    <a:pt x="1" y="81"/>
                    <a:pt x="1" y="96"/>
                  </a:cubicBezTo>
                  <a:cubicBezTo>
                    <a:pt x="1" y="108"/>
                    <a:pt x="4" y="118"/>
                    <a:pt x="7" y="127"/>
                  </a:cubicBezTo>
                  <a:cubicBezTo>
                    <a:pt x="10" y="137"/>
                    <a:pt x="15" y="145"/>
                    <a:pt x="22" y="154"/>
                  </a:cubicBezTo>
                  <a:cubicBezTo>
                    <a:pt x="30" y="162"/>
                    <a:pt x="38" y="170"/>
                    <a:pt x="51" y="177"/>
                  </a:cubicBezTo>
                  <a:cubicBezTo>
                    <a:pt x="62" y="185"/>
                    <a:pt x="75" y="193"/>
                    <a:pt x="91" y="202"/>
                  </a:cubicBezTo>
                  <a:cubicBezTo>
                    <a:pt x="104" y="210"/>
                    <a:pt x="117" y="217"/>
                    <a:pt x="128" y="222"/>
                  </a:cubicBezTo>
                  <a:cubicBezTo>
                    <a:pt x="139" y="229"/>
                    <a:pt x="147" y="234"/>
                    <a:pt x="154" y="241"/>
                  </a:cubicBezTo>
                  <a:cubicBezTo>
                    <a:pt x="161" y="248"/>
                    <a:pt x="166" y="255"/>
                    <a:pt x="169" y="262"/>
                  </a:cubicBezTo>
                  <a:cubicBezTo>
                    <a:pt x="172" y="269"/>
                    <a:pt x="174" y="278"/>
                    <a:pt x="174" y="288"/>
                  </a:cubicBezTo>
                  <a:cubicBezTo>
                    <a:pt x="174" y="307"/>
                    <a:pt x="167" y="324"/>
                    <a:pt x="152" y="335"/>
                  </a:cubicBezTo>
                  <a:cubicBezTo>
                    <a:pt x="139" y="344"/>
                    <a:pt x="118" y="350"/>
                    <a:pt x="91" y="350"/>
                  </a:cubicBezTo>
                  <a:cubicBezTo>
                    <a:pt x="82" y="350"/>
                    <a:pt x="75" y="350"/>
                    <a:pt x="67" y="348"/>
                  </a:cubicBezTo>
                  <a:cubicBezTo>
                    <a:pt x="59" y="347"/>
                    <a:pt x="52" y="346"/>
                    <a:pt x="44" y="343"/>
                  </a:cubicBezTo>
                  <a:cubicBezTo>
                    <a:pt x="36" y="340"/>
                    <a:pt x="29" y="337"/>
                    <a:pt x="20" y="333"/>
                  </a:cubicBezTo>
                  <a:cubicBezTo>
                    <a:pt x="14" y="329"/>
                    <a:pt x="7" y="325"/>
                    <a:pt x="0" y="321"/>
                  </a:cubicBezTo>
                  <a:cubicBezTo>
                    <a:pt x="0" y="361"/>
                    <a:pt x="0" y="361"/>
                    <a:pt x="0" y="361"/>
                  </a:cubicBezTo>
                  <a:cubicBezTo>
                    <a:pt x="5" y="364"/>
                    <a:pt x="11" y="366"/>
                    <a:pt x="19" y="369"/>
                  </a:cubicBezTo>
                  <a:cubicBezTo>
                    <a:pt x="26" y="372"/>
                    <a:pt x="34"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7">
              <a:extLst>
                <a:ext uri="{FF2B5EF4-FFF2-40B4-BE49-F238E27FC236}">
                  <a16:creationId xmlns:a16="http://schemas.microsoft.com/office/drawing/2014/main" id="{16847162-A0DC-8EE8-4B66-D77B71D3B2B0}"/>
                </a:ext>
              </a:extLst>
            </p:cNvPr>
            <p:cNvSpPr>
              <a:spLocks noChangeArrowheads="1"/>
            </p:cNvSpPr>
            <p:nvPr/>
          </p:nvSpPr>
          <p:spPr bwMode="auto">
            <a:xfrm>
              <a:off x="1379538" y="814388"/>
              <a:ext cx="65087" cy="131762"/>
            </a:xfrm>
            <a:custGeom>
              <a:avLst/>
              <a:gdLst>
                <a:gd name="T0" fmla="*/ 181 w 182"/>
                <a:gd name="T1" fmla="*/ 337 h 368"/>
                <a:gd name="T2" fmla="*/ 33 w 182"/>
                <a:gd name="T3" fmla="*/ 337 h 368"/>
                <a:gd name="T4" fmla="*/ 33 w 182"/>
                <a:gd name="T5" fmla="*/ 0 h 368"/>
                <a:gd name="T6" fmla="*/ 0 w 182"/>
                <a:gd name="T7" fmla="*/ 0 h 368"/>
                <a:gd name="T8" fmla="*/ 0 w 182"/>
                <a:gd name="T9" fmla="*/ 367 h 368"/>
                <a:gd name="T10" fmla="*/ 181 w 182"/>
                <a:gd name="T11" fmla="*/ 367 h 368"/>
                <a:gd name="T12" fmla="*/ 181 w 182"/>
                <a:gd name="T13" fmla="*/ 337 h 368"/>
              </a:gdLst>
              <a:ahLst/>
              <a:cxnLst>
                <a:cxn ang="0">
                  <a:pos x="T0" y="T1"/>
                </a:cxn>
                <a:cxn ang="0">
                  <a:pos x="T2" y="T3"/>
                </a:cxn>
                <a:cxn ang="0">
                  <a:pos x="T4" y="T5"/>
                </a:cxn>
                <a:cxn ang="0">
                  <a:pos x="T6" y="T7"/>
                </a:cxn>
                <a:cxn ang="0">
                  <a:pos x="T8" y="T9"/>
                </a:cxn>
                <a:cxn ang="0">
                  <a:pos x="T10" y="T11"/>
                </a:cxn>
                <a:cxn ang="0">
                  <a:pos x="T12" y="T13"/>
                </a:cxn>
              </a:cxnLst>
              <a:rect l="0" t="0" r="r" b="b"/>
              <a:pathLst>
                <a:path w="182" h="368">
                  <a:moveTo>
                    <a:pt x="181" y="337"/>
                  </a:moveTo>
                  <a:lnTo>
                    <a:pt x="33" y="337"/>
                  </a:lnTo>
                  <a:lnTo>
                    <a:pt x="33" y="0"/>
                  </a:lnTo>
                  <a:lnTo>
                    <a:pt x="0" y="0"/>
                  </a:lnTo>
                  <a:lnTo>
                    <a:pt x="0" y="367"/>
                  </a:lnTo>
                  <a:lnTo>
                    <a:pt x="181" y="367"/>
                  </a:lnTo>
                  <a:lnTo>
                    <a:pt x="181"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8">
              <a:extLst>
                <a:ext uri="{FF2B5EF4-FFF2-40B4-BE49-F238E27FC236}">
                  <a16:creationId xmlns:a16="http://schemas.microsoft.com/office/drawing/2014/main" id="{CBBEAE25-1CF6-BB87-4CBB-B206DFC0183A}"/>
                </a:ext>
              </a:extLst>
            </p:cNvPr>
            <p:cNvSpPr>
              <a:spLocks noChangeArrowheads="1"/>
            </p:cNvSpPr>
            <p:nvPr/>
          </p:nvSpPr>
          <p:spPr bwMode="auto">
            <a:xfrm>
              <a:off x="146685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9">
              <a:extLst>
                <a:ext uri="{FF2B5EF4-FFF2-40B4-BE49-F238E27FC236}">
                  <a16:creationId xmlns:a16="http://schemas.microsoft.com/office/drawing/2014/main" id="{F6D1101A-9242-EF06-5065-3481FA668358}"/>
                </a:ext>
              </a:extLst>
            </p:cNvPr>
            <p:cNvSpPr>
              <a:spLocks noChangeArrowheads="1"/>
            </p:cNvSpPr>
            <p:nvPr/>
          </p:nvSpPr>
          <p:spPr bwMode="auto">
            <a:xfrm>
              <a:off x="1514475" y="814388"/>
              <a:ext cx="104775" cy="131762"/>
            </a:xfrm>
            <a:custGeom>
              <a:avLst/>
              <a:gdLst>
                <a:gd name="T0" fmla="*/ 288 w 289"/>
                <a:gd name="T1" fmla="*/ 367 h 368"/>
                <a:gd name="T2" fmla="*/ 288 w 289"/>
                <a:gd name="T3" fmla="*/ 367 h 368"/>
                <a:gd name="T4" fmla="*/ 288 w 289"/>
                <a:gd name="T5" fmla="*/ 0 h 368"/>
                <a:gd name="T6" fmla="*/ 254 w 289"/>
                <a:gd name="T7" fmla="*/ 0 h 368"/>
                <a:gd name="T8" fmla="*/ 254 w 289"/>
                <a:gd name="T9" fmla="*/ 273 h 368"/>
                <a:gd name="T10" fmla="*/ 254 w 289"/>
                <a:gd name="T11" fmla="*/ 296 h 368"/>
                <a:gd name="T12" fmla="*/ 255 w 289"/>
                <a:gd name="T13" fmla="*/ 315 h 368"/>
                <a:gd name="T14" fmla="*/ 254 w 289"/>
                <a:gd name="T15" fmla="*/ 315 h 368"/>
                <a:gd name="T16" fmla="*/ 247 w 289"/>
                <a:gd name="T17" fmla="*/ 304 h 368"/>
                <a:gd name="T18" fmla="*/ 239 w 289"/>
                <a:gd name="T19" fmla="*/ 292 h 368"/>
                <a:gd name="T20" fmla="*/ 37 w 289"/>
                <a:gd name="T21" fmla="*/ 0 h 368"/>
                <a:gd name="T22" fmla="*/ 0 w 289"/>
                <a:gd name="T23" fmla="*/ 0 h 368"/>
                <a:gd name="T24" fmla="*/ 0 w 289"/>
                <a:gd name="T25" fmla="*/ 367 h 368"/>
                <a:gd name="T26" fmla="*/ 34 w 289"/>
                <a:gd name="T27" fmla="*/ 367 h 368"/>
                <a:gd name="T28" fmla="*/ 34 w 289"/>
                <a:gd name="T29" fmla="*/ 82 h 368"/>
                <a:gd name="T30" fmla="*/ 33 w 289"/>
                <a:gd name="T31" fmla="*/ 61 h 368"/>
                <a:gd name="T32" fmla="*/ 33 w 289"/>
                <a:gd name="T33" fmla="*/ 49 h 368"/>
                <a:gd name="T34" fmla="*/ 34 w 289"/>
                <a:gd name="T35" fmla="*/ 49 h 368"/>
                <a:gd name="T36" fmla="*/ 40 w 289"/>
                <a:gd name="T37" fmla="*/ 60 h 368"/>
                <a:gd name="T38" fmla="*/ 48 w 289"/>
                <a:gd name="T39" fmla="*/ 72 h 368"/>
                <a:gd name="T40" fmla="*/ 252 w 289"/>
                <a:gd name="T41" fmla="*/ 367 h 368"/>
                <a:gd name="T42" fmla="*/ 288 w 289"/>
                <a:gd name="T43"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367"/>
                  </a:moveTo>
                  <a:lnTo>
                    <a:pt x="288" y="367"/>
                  </a:ln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2"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4" y="367"/>
                    <a:pt x="34" y="367"/>
                    <a:pt x="34" y="367"/>
                  </a:cubicBezTo>
                  <a:cubicBezTo>
                    <a:pt x="34" y="82"/>
                    <a:pt x="34" y="82"/>
                    <a:pt x="34" y="82"/>
                  </a:cubicBezTo>
                  <a:cubicBezTo>
                    <a:pt x="34" y="74"/>
                    <a:pt x="34" y="67"/>
                    <a:pt x="33" y="61"/>
                  </a:cubicBezTo>
                  <a:cubicBezTo>
                    <a:pt x="33" y="56"/>
                    <a:pt x="33" y="52"/>
                    <a:pt x="33" y="49"/>
                  </a:cubicBezTo>
                  <a:cubicBezTo>
                    <a:pt x="34" y="49"/>
                    <a:pt x="34" y="49"/>
                    <a:pt x="34" y="49"/>
                  </a:cubicBezTo>
                  <a:cubicBezTo>
                    <a:pt x="35" y="52"/>
                    <a:pt x="37" y="56"/>
                    <a:pt x="40" y="60"/>
                  </a:cubicBezTo>
                  <a:cubicBezTo>
                    <a:pt x="42" y="64"/>
                    <a:pt x="45" y="68"/>
                    <a:pt x="48" y="72"/>
                  </a:cubicBezTo>
                  <a:cubicBezTo>
                    <a:pt x="252" y="367"/>
                    <a:pt x="252" y="367"/>
                    <a:pt x="252" y="367"/>
                  </a:cubicBezTo>
                  <a:lnTo>
                    <a:pt x="288"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10">
              <a:extLst>
                <a:ext uri="{FF2B5EF4-FFF2-40B4-BE49-F238E27FC236}">
                  <a16:creationId xmlns:a16="http://schemas.microsoft.com/office/drawing/2014/main" id="{2E982990-9D5F-1B8F-5FF0-88CF77E95053}"/>
                </a:ext>
              </a:extLst>
            </p:cNvPr>
            <p:cNvSpPr>
              <a:spLocks noChangeArrowheads="1"/>
            </p:cNvSpPr>
            <p:nvPr/>
          </p:nvSpPr>
          <p:spPr bwMode="auto">
            <a:xfrm>
              <a:off x="1652588" y="814388"/>
              <a:ext cx="68262" cy="131762"/>
            </a:xfrm>
            <a:custGeom>
              <a:avLst/>
              <a:gdLst>
                <a:gd name="T0" fmla="*/ 189 w 190"/>
                <a:gd name="T1" fmla="*/ 337 h 368"/>
                <a:gd name="T2" fmla="*/ 34 w 190"/>
                <a:gd name="T3" fmla="*/ 337 h 368"/>
                <a:gd name="T4" fmla="*/ 34 w 190"/>
                <a:gd name="T5" fmla="*/ 197 h 368"/>
                <a:gd name="T6" fmla="*/ 170 w 190"/>
                <a:gd name="T7" fmla="*/ 197 h 368"/>
                <a:gd name="T8" fmla="*/ 170 w 190"/>
                <a:gd name="T9" fmla="*/ 166 h 368"/>
                <a:gd name="T10" fmla="*/ 34 w 190"/>
                <a:gd name="T11" fmla="*/ 166 h 368"/>
                <a:gd name="T12" fmla="*/ 34 w 190"/>
                <a:gd name="T13" fmla="*/ 30 h 368"/>
                <a:gd name="T14" fmla="*/ 181 w 190"/>
                <a:gd name="T15" fmla="*/ 30 h 368"/>
                <a:gd name="T16" fmla="*/ 181 w 190"/>
                <a:gd name="T17" fmla="*/ 0 h 368"/>
                <a:gd name="T18" fmla="*/ 0 w 190"/>
                <a:gd name="T19" fmla="*/ 0 h 368"/>
                <a:gd name="T20" fmla="*/ 0 w 190"/>
                <a:gd name="T21" fmla="*/ 367 h 368"/>
                <a:gd name="T22" fmla="*/ 189 w 190"/>
                <a:gd name="T23" fmla="*/ 367 h 368"/>
                <a:gd name="T24" fmla="*/ 189 w 190"/>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68">
                  <a:moveTo>
                    <a:pt x="189" y="337"/>
                  </a:moveTo>
                  <a:lnTo>
                    <a:pt x="34" y="337"/>
                  </a:lnTo>
                  <a:lnTo>
                    <a:pt x="34" y="197"/>
                  </a:lnTo>
                  <a:lnTo>
                    <a:pt x="170" y="197"/>
                  </a:lnTo>
                  <a:lnTo>
                    <a:pt x="170" y="166"/>
                  </a:lnTo>
                  <a:lnTo>
                    <a:pt x="34" y="166"/>
                  </a:lnTo>
                  <a:lnTo>
                    <a:pt x="34" y="30"/>
                  </a:lnTo>
                  <a:lnTo>
                    <a:pt x="181" y="30"/>
                  </a:lnTo>
                  <a:lnTo>
                    <a:pt x="181" y="0"/>
                  </a:lnTo>
                  <a:lnTo>
                    <a:pt x="0" y="0"/>
                  </a:lnTo>
                  <a:lnTo>
                    <a:pt x="0" y="367"/>
                  </a:lnTo>
                  <a:lnTo>
                    <a:pt x="189" y="367"/>
                  </a:lnTo>
                  <a:lnTo>
                    <a:pt x="189"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11">
              <a:extLst>
                <a:ext uri="{FF2B5EF4-FFF2-40B4-BE49-F238E27FC236}">
                  <a16:creationId xmlns:a16="http://schemas.microsoft.com/office/drawing/2014/main" id="{9701EB88-84AE-2CEE-AE92-59D8F87DDD44}"/>
                </a:ext>
              </a:extLst>
            </p:cNvPr>
            <p:cNvSpPr>
              <a:spLocks noChangeArrowheads="1"/>
            </p:cNvSpPr>
            <p:nvPr/>
          </p:nvSpPr>
          <p:spPr bwMode="auto">
            <a:xfrm>
              <a:off x="18002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2">
              <a:extLst>
                <a:ext uri="{FF2B5EF4-FFF2-40B4-BE49-F238E27FC236}">
                  <a16:creationId xmlns:a16="http://schemas.microsoft.com/office/drawing/2014/main" id="{1A26781F-84A6-F20C-4CDB-6C33E4FCAE29}"/>
                </a:ext>
              </a:extLst>
            </p:cNvPr>
            <p:cNvSpPr>
              <a:spLocks noChangeArrowheads="1"/>
            </p:cNvSpPr>
            <p:nvPr/>
          </p:nvSpPr>
          <p:spPr bwMode="auto">
            <a:xfrm>
              <a:off x="1838325" y="811213"/>
              <a:ext cx="96838" cy="138112"/>
            </a:xfrm>
            <a:custGeom>
              <a:avLst/>
              <a:gdLst>
                <a:gd name="T0" fmla="*/ 269 w 270"/>
                <a:gd name="T1" fmla="*/ 361 h 382"/>
                <a:gd name="T2" fmla="*/ 269 w 270"/>
                <a:gd name="T3" fmla="*/ 361 h 382"/>
                <a:gd name="T4" fmla="*/ 269 w 270"/>
                <a:gd name="T5" fmla="*/ 328 h 382"/>
                <a:gd name="T6" fmla="*/ 175 w 270"/>
                <a:gd name="T7" fmla="*/ 350 h 382"/>
                <a:gd name="T8" fmla="*/ 115 w 270"/>
                <a:gd name="T9" fmla="*/ 337 h 382"/>
                <a:gd name="T10" fmla="*/ 71 w 270"/>
                <a:gd name="T11" fmla="*/ 304 h 382"/>
                <a:gd name="T12" fmla="*/ 43 w 270"/>
                <a:gd name="T13" fmla="*/ 255 h 382"/>
                <a:gd name="T14" fmla="*/ 35 w 270"/>
                <a:gd name="T15" fmla="*/ 195 h 382"/>
                <a:gd name="T16" fmla="*/ 45 w 270"/>
                <a:gd name="T17" fmla="*/ 130 h 382"/>
                <a:gd name="T18" fmla="*/ 74 w 270"/>
                <a:gd name="T19" fmla="*/ 78 h 382"/>
                <a:gd name="T20" fmla="*/ 120 w 270"/>
                <a:gd name="T21" fmla="*/ 44 h 382"/>
                <a:gd name="T22" fmla="*/ 185 w 270"/>
                <a:gd name="T23" fmla="*/ 31 h 382"/>
                <a:gd name="T24" fmla="*/ 269 w 270"/>
                <a:gd name="T25" fmla="*/ 51 h 382"/>
                <a:gd name="T26" fmla="*/ 269 w 270"/>
                <a:gd name="T27" fmla="*/ 15 h 382"/>
                <a:gd name="T28" fmla="*/ 185 w 270"/>
                <a:gd name="T29" fmla="*/ 0 h 382"/>
                <a:gd name="T30" fmla="*/ 108 w 270"/>
                <a:gd name="T31" fmla="*/ 15 h 382"/>
                <a:gd name="T32" fmla="*/ 49 w 270"/>
                <a:gd name="T33" fmla="*/ 57 h 382"/>
                <a:gd name="T34" fmla="*/ 12 w 270"/>
                <a:gd name="T35" fmla="*/ 119 h 382"/>
                <a:gd name="T36" fmla="*/ 0 w 270"/>
                <a:gd name="T37" fmla="*/ 197 h 382"/>
                <a:gd name="T38" fmla="*/ 12 w 270"/>
                <a:gd name="T39" fmla="*/ 272 h 382"/>
                <a:gd name="T40" fmla="*/ 46 w 270"/>
                <a:gd name="T41" fmla="*/ 329 h 382"/>
                <a:gd name="T42" fmla="*/ 101 w 270"/>
                <a:gd name="T43" fmla="*/ 368 h 382"/>
                <a:gd name="T44" fmla="*/ 171 w 270"/>
                <a:gd name="T45" fmla="*/ 381 h 382"/>
                <a:gd name="T46" fmla="*/ 269 w 270"/>
                <a:gd name="T47" fmla="*/ 361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269" y="361"/>
                  </a:moveTo>
                  <a:lnTo>
                    <a:pt x="269" y="361"/>
                  </a:lnTo>
                  <a:cubicBezTo>
                    <a:pt x="269" y="328"/>
                    <a:pt x="269" y="328"/>
                    <a:pt x="269" y="328"/>
                  </a:cubicBezTo>
                  <a:cubicBezTo>
                    <a:pt x="242" y="343"/>
                    <a:pt x="211" y="350"/>
                    <a:pt x="175" y="350"/>
                  </a:cubicBezTo>
                  <a:cubicBezTo>
                    <a:pt x="152" y="350"/>
                    <a:pt x="131" y="346"/>
                    <a:pt x="115" y="337"/>
                  </a:cubicBezTo>
                  <a:cubicBezTo>
                    <a:pt x="97" y="329"/>
                    <a:pt x="82" y="318"/>
                    <a:pt x="71" y="304"/>
                  </a:cubicBezTo>
                  <a:cubicBezTo>
                    <a:pt x="59" y="291"/>
                    <a:pt x="50" y="274"/>
                    <a:pt x="43" y="255"/>
                  </a:cubicBezTo>
                  <a:cubicBezTo>
                    <a:pt x="38" y="236"/>
                    <a:pt x="35" y="217"/>
                    <a:pt x="35" y="195"/>
                  </a:cubicBezTo>
                  <a:cubicBezTo>
                    <a:pt x="35" y="171"/>
                    <a:pt x="38" y="149"/>
                    <a:pt x="45" y="130"/>
                  </a:cubicBezTo>
                  <a:cubicBezTo>
                    <a:pt x="52" y="110"/>
                    <a:pt x="61" y="92"/>
                    <a:pt x="74" y="78"/>
                  </a:cubicBezTo>
                  <a:cubicBezTo>
                    <a:pt x="87" y="63"/>
                    <a:pt x="102" y="52"/>
                    <a:pt x="120" y="44"/>
                  </a:cubicBezTo>
                  <a:cubicBezTo>
                    <a:pt x="140" y="35"/>
                    <a:pt x="160" y="31"/>
                    <a:pt x="185" y="31"/>
                  </a:cubicBezTo>
                  <a:cubicBezTo>
                    <a:pt x="215" y="31"/>
                    <a:pt x="242" y="38"/>
                    <a:pt x="269" y="51"/>
                  </a:cubicBezTo>
                  <a:cubicBezTo>
                    <a:pt x="269" y="15"/>
                    <a:pt x="269" y="15"/>
                    <a:pt x="269" y="15"/>
                  </a:cubicBezTo>
                  <a:cubicBezTo>
                    <a:pt x="244" y="5"/>
                    <a:pt x="216" y="0"/>
                    <a:pt x="185" y="0"/>
                  </a:cubicBezTo>
                  <a:cubicBezTo>
                    <a:pt x="156" y="0"/>
                    <a:pt x="131" y="5"/>
                    <a:pt x="108" y="15"/>
                  </a:cubicBezTo>
                  <a:cubicBezTo>
                    <a:pt x="85" y="24"/>
                    <a:pt x="65" y="40"/>
                    <a:pt x="49" y="57"/>
                  </a:cubicBezTo>
                  <a:cubicBezTo>
                    <a:pt x="34" y="75"/>
                    <a:pt x="22" y="96"/>
                    <a:pt x="12" y="119"/>
                  </a:cubicBezTo>
                  <a:cubicBezTo>
                    <a:pt x="4" y="144"/>
                    <a:pt x="0" y="170"/>
                    <a:pt x="0" y="197"/>
                  </a:cubicBezTo>
                  <a:cubicBezTo>
                    <a:pt x="0" y="225"/>
                    <a:pt x="4" y="248"/>
                    <a:pt x="12" y="272"/>
                  </a:cubicBezTo>
                  <a:cubicBezTo>
                    <a:pt x="20" y="293"/>
                    <a:pt x="31" y="313"/>
                    <a:pt x="46" y="329"/>
                  </a:cubicBezTo>
                  <a:cubicBezTo>
                    <a:pt x="61" y="346"/>
                    <a:pt x="79" y="358"/>
                    <a:pt x="101" y="368"/>
                  </a:cubicBezTo>
                  <a:cubicBezTo>
                    <a:pt x="122" y="377"/>
                    <a:pt x="145" y="381"/>
                    <a:pt x="171" y="381"/>
                  </a:cubicBezTo>
                  <a:cubicBezTo>
                    <a:pt x="208" y="381"/>
                    <a:pt x="241" y="374"/>
                    <a:pt x="269" y="3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3">
              <a:extLst>
                <a:ext uri="{FF2B5EF4-FFF2-40B4-BE49-F238E27FC236}">
                  <a16:creationId xmlns:a16="http://schemas.microsoft.com/office/drawing/2014/main" id="{EE282F90-A621-4FBB-D9EE-5CEC42FD4F9F}"/>
                </a:ext>
              </a:extLst>
            </p:cNvPr>
            <p:cNvSpPr>
              <a:spLocks noChangeArrowheads="1"/>
            </p:cNvSpPr>
            <p:nvPr/>
          </p:nvSpPr>
          <p:spPr bwMode="auto">
            <a:xfrm>
              <a:off x="1954213" y="811213"/>
              <a:ext cx="125412" cy="138112"/>
            </a:xfrm>
            <a:custGeom>
              <a:avLst/>
              <a:gdLst>
                <a:gd name="T0" fmla="*/ 247 w 349"/>
                <a:gd name="T1" fmla="*/ 366 h 382"/>
                <a:gd name="T2" fmla="*/ 247 w 349"/>
                <a:gd name="T3" fmla="*/ 366 h 382"/>
                <a:gd name="T4" fmla="*/ 302 w 349"/>
                <a:gd name="T5" fmla="*/ 325 h 382"/>
                <a:gd name="T6" fmla="*/ 335 w 349"/>
                <a:gd name="T7" fmla="*/ 263 h 382"/>
                <a:gd name="T8" fmla="*/ 348 w 349"/>
                <a:gd name="T9" fmla="*/ 185 h 382"/>
                <a:gd name="T10" fmla="*/ 335 w 349"/>
                <a:gd name="T11" fmla="*/ 111 h 382"/>
                <a:gd name="T12" fmla="*/ 302 w 349"/>
                <a:gd name="T13" fmla="*/ 53 h 382"/>
                <a:gd name="T14" fmla="*/ 249 w 349"/>
                <a:gd name="T15" fmla="*/ 13 h 382"/>
                <a:gd name="T16" fmla="*/ 179 w 349"/>
                <a:gd name="T17" fmla="*/ 0 h 382"/>
                <a:gd name="T18" fmla="*/ 103 w 349"/>
                <a:gd name="T19" fmla="*/ 13 h 382"/>
                <a:gd name="T20" fmla="*/ 47 w 349"/>
                <a:gd name="T21" fmla="*/ 55 h 382"/>
                <a:gd name="T22" fmla="*/ 13 w 349"/>
                <a:gd name="T23" fmla="*/ 115 h 382"/>
                <a:gd name="T24" fmla="*/ 0 w 349"/>
                <a:gd name="T25" fmla="*/ 195 h 382"/>
                <a:gd name="T26" fmla="*/ 13 w 349"/>
                <a:gd name="T27" fmla="*/ 267 h 382"/>
                <a:gd name="T28" fmla="*/ 46 w 349"/>
                <a:gd name="T29" fmla="*/ 328 h 382"/>
                <a:gd name="T30" fmla="*/ 101 w 349"/>
                <a:gd name="T31" fmla="*/ 368 h 382"/>
                <a:gd name="T32" fmla="*/ 172 w 349"/>
                <a:gd name="T33" fmla="*/ 381 h 382"/>
                <a:gd name="T34" fmla="*/ 247 w 349"/>
                <a:gd name="T35" fmla="*/ 366 h 382"/>
                <a:gd name="T36" fmla="*/ 112 w 349"/>
                <a:gd name="T37" fmla="*/ 337 h 382"/>
                <a:gd name="T38" fmla="*/ 112 w 349"/>
                <a:gd name="T39" fmla="*/ 337 h 382"/>
                <a:gd name="T40" fmla="*/ 69 w 349"/>
                <a:gd name="T41" fmla="*/ 302 h 382"/>
                <a:gd name="T42" fmla="*/ 44 w 349"/>
                <a:gd name="T43" fmla="*/ 251 h 382"/>
                <a:gd name="T44" fmla="*/ 36 w 349"/>
                <a:gd name="T45" fmla="*/ 192 h 382"/>
                <a:gd name="T46" fmla="*/ 46 w 349"/>
                <a:gd name="T47" fmla="*/ 129 h 382"/>
                <a:gd name="T48" fmla="*/ 72 w 349"/>
                <a:gd name="T49" fmla="*/ 78 h 382"/>
                <a:gd name="T50" fmla="*/ 116 w 349"/>
                <a:gd name="T51" fmla="*/ 44 h 382"/>
                <a:gd name="T52" fmla="*/ 175 w 349"/>
                <a:gd name="T53" fmla="*/ 31 h 382"/>
                <a:gd name="T54" fmla="*/ 236 w 349"/>
                <a:gd name="T55" fmla="*/ 44 h 382"/>
                <a:gd name="T56" fmla="*/ 279 w 349"/>
                <a:gd name="T57" fmla="*/ 78 h 382"/>
                <a:gd name="T58" fmla="*/ 304 w 349"/>
                <a:gd name="T59" fmla="*/ 129 h 382"/>
                <a:gd name="T60" fmla="*/ 312 w 349"/>
                <a:gd name="T61" fmla="*/ 191 h 382"/>
                <a:gd name="T62" fmla="*/ 302 w 349"/>
                <a:gd name="T63" fmla="*/ 255 h 382"/>
                <a:gd name="T64" fmla="*/ 276 w 349"/>
                <a:gd name="T65" fmla="*/ 306 h 382"/>
                <a:gd name="T66" fmla="*/ 232 w 349"/>
                <a:gd name="T67" fmla="*/ 339 h 382"/>
                <a:gd name="T68" fmla="*/ 172 w 349"/>
                <a:gd name="T69" fmla="*/ 350 h 382"/>
                <a:gd name="T70" fmla="*/ 112 w 349"/>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2">
                  <a:moveTo>
                    <a:pt x="247" y="366"/>
                  </a:moveTo>
                  <a:lnTo>
                    <a:pt x="247" y="366"/>
                  </a:lnTo>
                  <a:cubicBezTo>
                    <a:pt x="269" y="357"/>
                    <a:pt x="287" y="343"/>
                    <a:pt x="302" y="325"/>
                  </a:cubicBezTo>
                  <a:cubicBezTo>
                    <a:pt x="317" y="307"/>
                    <a:pt x="328" y="287"/>
                    <a:pt x="335" y="263"/>
                  </a:cubicBezTo>
                  <a:cubicBezTo>
                    <a:pt x="344" y="240"/>
                    <a:pt x="348" y="214"/>
                    <a:pt x="348" y="185"/>
                  </a:cubicBezTo>
                  <a:cubicBezTo>
                    <a:pt x="348" y="159"/>
                    <a:pt x="344" y="134"/>
                    <a:pt x="335" y="111"/>
                  </a:cubicBezTo>
                  <a:cubicBezTo>
                    <a:pt x="328" y="89"/>
                    <a:pt x="316" y="70"/>
                    <a:pt x="302" y="53"/>
                  </a:cubicBezTo>
                  <a:cubicBezTo>
                    <a:pt x="287" y="37"/>
                    <a:pt x="269" y="23"/>
                    <a:pt x="249" y="13"/>
                  </a:cubicBezTo>
                  <a:cubicBezTo>
                    <a:pt x="228" y="4"/>
                    <a:pt x="205" y="0"/>
                    <a:pt x="179" y="0"/>
                  </a:cubicBezTo>
                  <a:cubicBezTo>
                    <a:pt x="150" y="0"/>
                    <a:pt x="125" y="5"/>
                    <a:pt x="103" y="13"/>
                  </a:cubicBezTo>
                  <a:cubicBezTo>
                    <a:pt x="81" y="23"/>
                    <a:pt x="62" y="37"/>
                    <a:pt x="47" y="55"/>
                  </a:cubicBezTo>
                  <a:cubicBezTo>
                    <a:pt x="32" y="71"/>
                    <a:pt x="20" y="92"/>
                    <a:pt x="13" y="115"/>
                  </a:cubicBezTo>
                  <a:cubicBezTo>
                    <a:pt x="4" y="140"/>
                    <a:pt x="0" y="166"/>
                    <a:pt x="0" y="195"/>
                  </a:cubicBezTo>
                  <a:cubicBezTo>
                    <a:pt x="0" y="221"/>
                    <a:pt x="4" y="245"/>
                    <a:pt x="13" y="267"/>
                  </a:cubicBezTo>
                  <a:cubicBezTo>
                    <a:pt x="20" y="291"/>
                    <a:pt x="32" y="310"/>
                    <a:pt x="46" y="328"/>
                  </a:cubicBezTo>
                  <a:cubicBezTo>
                    <a:pt x="61" y="344"/>
                    <a:pt x="79" y="357"/>
                    <a:pt x="101" y="368"/>
                  </a:cubicBezTo>
                  <a:cubicBezTo>
                    <a:pt x="121" y="377"/>
                    <a:pt x="146" y="381"/>
                    <a:pt x="172" y="381"/>
                  </a:cubicBezTo>
                  <a:cubicBezTo>
                    <a:pt x="201" y="381"/>
                    <a:pt x="225" y="376"/>
                    <a:pt x="247" y="366"/>
                  </a:cubicBezTo>
                  <a:close/>
                  <a:moveTo>
                    <a:pt x="112" y="337"/>
                  </a:moveTo>
                  <a:lnTo>
                    <a:pt x="112" y="337"/>
                  </a:lnTo>
                  <a:cubicBezTo>
                    <a:pt x="95" y="328"/>
                    <a:pt x="80" y="317"/>
                    <a:pt x="69" y="302"/>
                  </a:cubicBezTo>
                  <a:cubicBezTo>
                    <a:pt x="58" y="288"/>
                    <a:pt x="50" y="270"/>
                    <a:pt x="44" y="251"/>
                  </a:cubicBezTo>
                  <a:cubicBezTo>
                    <a:pt x="39" y="232"/>
                    <a:pt x="36" y="212"/>
                    <a:pt x="36" y="192"/>
                  </a:cubicBezTo>
                  <a:cubicBezTo>
                    <a:pt x="36" y="170"/>
                    <a:pt x="39" y="148"/>
                    <a:pt x="46" y="129"/>
                  </a:cubicBezTo>
                  <a:cubicBezTo>
                    <a:pt x="51" y="110"/>
                    <a:pt x="61" y="93"/>
                    <a:pt x="72" y="78"/>
                  </a:cubicBezTo>
                  <a:cubicBezTo>
                    <a:pt x="84" y="64"/>
                    <a:pt x="99" y="52"/>
                    <a:pt x="116" y="44"/>
                  </a:cubicBezTo>
                  <a:cubicBezTo>
                    <a:pt x="134" y="35"/>
                    <a:pt x="153" y="31"/>
                    <a:pt x="175" y="31"/>
                  </a:cubicBezTo>
                  <a:cubicBezTo>
                    <a:pt x="199" y="31"/>
                    <a:pt x="220" y="35"/>
                    <a:pt x="236" y="44"/>
                  </a:cubicBezTo>
                  <a:cubicBezTo>
                    <a:pt x="254" y="52"/>
                    <a:pt x="268" y="64"/>
                    <a:pt x="279" y="78"/>
                  </a:cubicBezTo>
                  <a:cubicBezTo>
                    <a:pt x="290" y="93"/>
                    <a:pt x="298" y="110"/>
                    <a:pt x="304" y="129"/>
                  </a:cubicBezTo>
                  <a:cubicBezTo>
                    <a:pt x="309" y="148"/>
                    <a:pt x="312" y="169"/>
                    <a:pt x="312" y="191"/>
                  </a:cubicBezTo>
                  <a:cubicBezTo>
                    <a:pt x="312" y="214"/>
                    <a:pt x="309" y="234"/>
                    <a:pt x="302" y="255"/>
                  </a:cubicBezTo>
                  <a:cubicBezTo>
                    <a:pt x="297" y="274"/>
                    <a:pt x="287" y="291"/>
                    <a:pt x="276" y="306"/>
                  </a:cubicBezTo>
                  <a:cubicBezTo>
                    <a:pt x="264" y="320"/>
                    <a:pt x="250" y="331"/>
                    <a:pt x="232" y="339"/>
                  </a:cubicBezTo>
                  <a:cubicBezTo>
                    <a:pt x="216" y="347"/>
                    <a:pt x="195" y="350"/>
                    <a:pt x="172" y="350"/>
                  </a:cubicBezTo>
                  <a:cubicBezTo>
                    <a:pt x="149" y="350"/>
                    <a:pt x="129" y="346"/>
                    <a:pt x="112"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4">
              <a:extLst>
                <a:ext uri="{FF2B5EF4-FFF2-40B4-BE49-F238E27FC236}">
                  <a16:creationId xmlns:a16="http://schemas.microsoft.com/office/drawing/2014/main" id="{4993CC96-DA39-DA79-53B8-A7D73386375B}"/>
                </a:ext>
              </a:extLst>
            </p:cNvPr>
            <p:cNvSpPr>
              <a:spLocks noChangeArrowheads="1"/>
            </p:cNvSpPr>
            <p:nvPr/>
          </p:nvSpPr>
          <p:spPr bwMode="auto">
            <a:xfrm>
              <a:off x="2105025" y="814388"/>
              <a:ext cx="104775" cy="131762"/>
            </a:xfrm>
            <a:custGeom>
              <a:avLst/>
              <a:gdLst>
                <a:gd name="T0" fmla="*/ 33 w 289"/>
                <a:gd name="T1" fmla="*/ 82 h 368"/>
                <a:gd name="T2" fmla="*/ 33 w 289"/>
                <a:gd name="T3" fmla="*/ 82 h 368"/>
                <a:gd name="T4" fmla="*/ 33 w 289"/>
                <a:gd name="T5" fmla="*/ 61 h 368"/>
                <a:gd name="T6" fmla="*/ 33 w 289"/>
                <a:gd name="T7" fmla="*/ 49 h 368"/>
                <a:gd name="T8" fmla="*/ 33 w 289"/>
                <a:gd name="T9" fmla="*/ 49 h 368"/>
                <a:gd name="T10" fmla="*/ 40 w 289"/>
                <a:gd name="T11" fmla="*/ 60 h 368"/>
                <a:gd name="T12" fmla="*/ 46 w 289"/>
                <a:gd name="T13" fmla="*/ 72 h 368"/>
                <a:gd name="T14" fmla="*/ 252 w 289"/>
                <a:gd name="T15" fmla="*/ 367 h 368"/>
                <a:gd name="T16" fmla="*/ 288 w 289"/>
                <a:gd name="T17" fmla="*/ 367 h 368"/>
                <a:gd name="T18" fmla="*/ 288 w 289"/>
                <a:gd name="T19" fmla="*/ 0 h 368"/>
                <a:gd name="T20" fmla="*/ 252 w 289"/>
                <a:gd name="T21" fmla="*/ 0 h 368"/>
                <a:gd name="T22" fmla="*/ 252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3 w 289"/>
                <a:gd name="T41" fmla="*/ 367 h 368"/>
                <a:gd name="T42" fmla="*/ 33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3" y="82"/>
                  </a:moveTo>
                  <a:lnTo>
                    <a:pt x="33" y="82"/>
                  </a:ln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cubicBezTo>
                    <a:pt x="288" y="0"/>
                    <a:pt x="288" y="0"/>
                    <a:pt x="288" y="0"/>
                  </a:cubicBez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5">
              <a:extLst>
                <a:ext uri="{FF2B5EF4-FFF2-40B4-BE49-F238E27FC236}">
                  <a16:creationId xmlns:a16="http://schemas.microsoft.com/office/drawing/2014/main" id="{D9DDA641-A3E0-A026-358C-4040E2451511}"/>
                </a:ext>
              </a:extLst>
            </p:cNvPr>
            <p:cNvSpPr>
              <a:spLocks noChangeArrowheads="1"/>
            </p:cNvSpPr>
            <p:nvPr/>
          </p:nvSpPr>
          <p:spPr bwMode="auto">
            <a:xfrm>
              <a:off x="2238375" y="811213"/>
              <a:ext cx="76200" cy="138112"/>
            </a:xfrm>
            <a:custGeom>
              <a:avLst/>
              <a:gdLst>
                <a:gd name="T0" fmla="*/ 41 w 210"/>
                <a:gd name="T1" fmla="*/ 376 h 382"/>
                <a:gd name="T2" fmla="*/ 41 w 210"/>
                <a:gd name="T3" fmla="*/ 376 h 382"/>
                <a:gd name="T4" fmla="*/ 66 w 210"/>
                <a:gd name="T5" fmla="*/ 380 h 382"/>
                <a:gd name="T6" fmla="*/ 87 w 210"/>
                <a:gd name="T7" fmla="*/ 381 h 382"/>
                <a:gd name="T8" fmla="*/ 136 w 210"/>
                <a:gd name="T9" fmla="*/ 374 h 382"/>
                <a:gd name="T10" fmla="*/ 174 w 210"/>
                <a:gd name="T11" fmla="*/ 357 h 382"/>
                <a:gd name="T12" fmla="*/ 199 w 210"/>
                <a:gd name="T13" fmla="*/ 326 h 382"/>
                <a:gd name="T14" fmla="*/ 209 w 210"/>
                <a:gd name="T15" fmla="*/ 284 h 382"/>
                <a:gd name="T16" fmla="*/ 203 w 210"/>
                <a:gd name="T17" fmla="*/ 252 h 382"/>
                <a:gd name="T18" fmla="*/ 185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3 w 210"/>
                <a:gd name="T33" fmla="*/ 66 h 382"/>
                <a:gd name="T34" fmla="*/ 60 w 210"/>
                <a:gd name="T35" fmla="*/ 46 h 382"/>
                <a:gd name="T36" fmla="*/ 87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6 w 210"/>
                <a:gd name="T49" fmla="*/ 26 h 382"/>
                <a:gd name="T50" fmla="*/ 11 w 210"/>
                <a:gd name="T51" fmla="*/ 56 h 382"/>
                <a:gd name="T52" fmla="*/ 1 w 210"/>
                <a:gd name="T53" fmla="*/ 96 h 382"/>
                <a:gd name="T54" fmla="*/ 6 w 210"/>
                <a:gd name="T55" fmla="*/ 127 h 382"/>
                <a:gd name="T56" fmla="*/ 22 w 210"/>
                <a:gd name="T57" fmla="*/ 154 h 382"/>
                <a:gd name="T58" fmla="*/ 49 w 210"/>
                <a:gd name="T59" fmla="*/ 177 h 382"/>
                <a:gd name="T60" fmla="*/ 89 w 210"/>
                <a:gd name="T61" fmla="*/ 202 h 382"/>
                <a:gd name="T62" fmla="*/ 126 w 210"/>
                <a:gd name="T63" fmla="*/ 222 h 382"/>
                <a:gd name="T64" fmla="*/ 152 w 210"/>
                <a:gd name="T65" fmla="*/ 241 h 382"/>
                <a:gd name="T66" fmla="*/ 167 w 210"/>
                <a:gd name="T67" fmla="*/ 262 h 382"/>
                <a:gd name="T68" fmla="*/ 173 w 210"/>
                <a:gd name="T69" fmla="*/ 288 h 382"/>
                <a:gd name="T70" fmla="*/ 152 w 210"/>
                <a:gd name="T71" fmla="*/ 335 h 382"/>
                <a:gd name="T72" fmla="*/ 89 w 210"/>
                <a:gd name="T73" fmla="*/ 350 h 382"/>
                <a:gd name="T74" fmla="*/ 67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7" y="381"/>
                  </a:cubicBezTo>
                  <a:cubicBezTo>
                    <a:pt x="104" y="381"/>
                    <a:pt x="121" y="379"/>
                    <a:pt x="136" y="374"/>
                  </a:cubicBezTo>
                  <a:cubicBezTo>
                    <a:pt x="151" y="370"/>
                    <a:pt x="163" y="365"/>
                    <a:pt x="174" y="357"/>
                  </a:cubicBezTo>
                  <a:cubicBezTo>
                    <a:pt x="185" y="348"/>
                    <a:pt x="194" y="339"/>
                    <a:pt x="199" y="326"/>
                  </a:cubicBezTo>
                  <a:cubicBezTo>
                    <a:pt x="206" y="314"/>
                    <a:pt x="209" y="300"/>
                    <a:pt x="209" y="284"/>
                  </a:cubicBezTo>
                  <a:cubicBezTo>
                    <a:pt x="209" y="272"/>
                    <a:pt x="207" y="262"/>
                    <a:pt x="203" y="252"/>
                  </a:cubicBezTo>
                  <a:cubicBezTo>
                    <a:pt x="199" y="243"/>
                    <a:pt x="194" y="233"/>
                    <a:pt x="185" y="225"/>
                  </a:cubicBezTo>
                  <a:cubicBezTo>
                    <a:pt x="178" y="217"/>
                    <a:pt x="169" y="208"/>
                    <a:pt x="158" y="200"/>
                  </a:cubicBezTo>
                  <a:cubicBezTo>
                    <a:pt x="146" y="193"/>
                    <a:pt x="132" y="185"/>
                    <a:pt x="117" y="177"/>
                  </a:cubicBezTo>
                  <a:cubicBezTo>
                    <a:pt x="102" y="169"/>
                    <a:pt x="89" y="162"/>
                    <a:pt x="80" y="155"/>
                  </a:cubicBezTo>
                  <a:cubicBezTo>
                    <a:pt x="69" y="149"/>
                    <a:pt x="60" y="143"/>
                    <a:pt x="55" y="137"/>
                  </a:cubicBezTo>
                  <a:cubicBezTo>
                    <a:pt x="48" y="130"/>
                    <a:pt x="44" y="125"/>
                    <a:pt x="41" y="118"/>
                  </a:cubicBezTo>
                  <a:cubicBezTo>
                    <a:pt x="38" y="111"/>
                    <a:pt x="37" y="103"/>
                    <a:pt x="37" y="93"/>
                  </a:cubicBezTo>
                  <a:cubicBezTo>
                    <a:pt x="37" y="82"/>
                    <a:pt x="38" y="74"/>
                    <a:pt x="43" y="66"/>
                  </a:cubicBezTo>
                  <a:cubicBezTo>
                    <a:pt x="47" y="59"/>
                    <a:pt x="54" y="52"/>
                    <a:pt x="60" y="46"/>
                  </a:cubicBezTo>
                  <a:cubicBezTo>
                    <a:pt x="67" y="41"/>
                    <a:pt x="76" y="38"/>
                    <a:pt x="87" y="35"/>
                  </a:cubicBezTo>
                  <a:cubicBezTo>
                    <a:pt x="96" y="33"/>
                    <a:pt x="106" y="31"/>
                    <a:pt x="117" y="31"/>
                  </a:cubicBezTo>
                  <a:cubicBezTo>
                    <a:pt x="146" y="31"/>
                    <a:pt x="172" y="37"/>
                    <a:pt x="194" y="49"/>
                  </a:cubicBezTo>
                  <a:cubicBezTo>
                    <a:pt x="194" y="12"/>
                    <a:pt x="194" y="12"/>
                    <a:pt x="194" y="12"/>
                  </a:cubicBezTo>
                  <a:cubicBezTo>
                    <a:pt x="174" y="4"/>
                    <a:pt x="150" y="0"/>
                    <a:pt x="121" y="0"/>
                  </a:cubicBezTo>
                  <a:cubicBezTo>
                    <a:pt x="104" y="0"/>
                    <a:pt x="89" y="2"/>
                    <a:pt x="74" y="7"/>
                  </a:cubicBezTo>
                  <a:cubicBezTo>
                    <a:pt x="60" y="11"/>
                    <a:pt x="47" y="18"/>
                    <a:pt x="36" y="26"/>
                  </a:cubicBezTo>
                  <a:cubicBezTo>
                    <a:pt x="26" y="34"/>
                    <a:pt x="17" y="44"/>
                    <a:pt x="11" y="56"/>
                  </a:cubicBezTo>
                  <a:cubicBezTo>
                    <a:pt x="4" y="68"/>
                    <a:pt x="1" y="81"/>
                    <a:pt x="1" y="96"/>
                  </a:cubicBezTo>
                  <a:cubicBezTo>
                    <a:pt x="1" y="108"/>
                    <a:pt x="3" y="118"/>
                    <a:pt x="6" y="127"/>
                  </a:cubicBezTo>
                  <a:cubicBezTo>
                    <a:pt x="10" y="137"/>
                    <a:pt x="15" y="145"/>
                    <a:pt x="22" y="154"/>
                  </a:cubicBezTo>
                  <a:cubicBezTo>
                    <a:pt x="29" y="162"/>
                    <a:pt x="38" y="170"/>
                    <a:pt x="49" y="177"/>
                  </a:cubicBezTo>
                  <a:cubicBezTo>
                    <a:pt x="60" y="185"/>
                    <a:pt x="74" y="193"/>
                    <a:pt x="89" y="202"/>
                  </a:cubicBezTo>
                  <a:cubicBezTo>
                    <a:pt x="104" y="210"/>
                    <a:pt x="117" y="217"/>
                    <a:pt x="126" y="222"/>
                  </a:cubicBezTo>
                  <a:cubicBezTo>
                    <a:pt x="137" y="229"/>
                    <a:pt x="146" y="234"/>
                    <a:pt x="152" y="241"/>
                  </a:cubicBezTo>
                  <a:cubicBezTo>
                    <a:pt x="159" y="248"/>
                    <a:pt x="165" y="255"/>
                    <a:pt x="167" y="262"/>
                  </a:cubicBezTo>
                  <a:cubicBezTo>
                    <a:pt x="172" y="269"/>
                    <a:pt x="173" y="278"/>
                    <a:pt x="173" y="288"/>
                  </a:cubicBezTo>
                  <a:cubicBezTo>
                    <a:pt x="173" y="307"/>
                    <a:pt x="166" y="324"/>
                    <a:pt x="152" y="335"/>
                  </a:cubicBezTo>
                  <a:cubicBezTo>
                    <a:pt x="139" y="344"/>
                    <a:pt x="117" y="350"/>
                    <a:pt x="89" y="350"/>
                  </a:cubicBezTo>
                  <a:cubicBezTo>
                    <a:pt x="82" y="350"/>
                    <a:pt x="74" y="350"/>
                    <a:pt x="67" y="348"/>
                  </a:cubicBezTo>
                  <a:cubicBezTo>
                    <a:pt x="59" y="347"/>
                    <a:pt x="51" y="346"/>
                    <a:pt x="43" y="343"/>
                  </a:cubicBezTo>
                  <a:cubicBezTo>
                    <a:pt x="36" y="340"/>
                    <a:pt x="27" y="337"/>
                    <a:pt x="21" y="333"/>
                  </a:cubicBezTo>
                  <a:cubicBezTo>
                    <a:pt x="12" y="329"/>
                    <a:pt x="6" y="325"/>
                    <a:pt x="0" y="321"/>
                  </a:cubicBezTo>
                  <a:cubicBezTo>
                    <a:pt x="0" y="361"/>
                    <a:pt x="0" y="361"/>
                    <a:pt x="0" y="361"/>
                  </a:cubicBezTo>
                  <a:cubicBezTo>
                    <a:pt x="4" y="364"/>
                    <a:pt x="11" y="366"/>
                    <a:pt x="18" y="369"/>
                  </a:cubicBezTo>
                  <a:cubicBezTo>
                    <a:pt x="25"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 name="Group 21">
            <a:extLst>
              <a:ext uri="{FF2B5EF4-FFF2-40B4-BE49-F238E27FC236}">
                <a16:creationId xmlns:a16="http://schemas.microsoft.com/office/drawing/2014/main" id="{CA8C7945-894D-D727-D363-058F8C2FA4D9}"/>
              </a:ext>
            </a:extLst>
          </p:cNvPr>
          <p:cNvGrpSpPr/>
          <p:nvPr/>
        </p:nvGrpSpPr>
        <p:grpSpPr>
          <a:xfrm>
            <a:off x="1185986" y="2429470"/>
            <a:ext cx="252413" cy="233363"/>
            <a:chOff x="44450" y="2720975"/>
            <a:chExt cx="252413" cy="233363"/>
          </a:xfrm>
          <a:solidFill>
            <a:schemeClr val="tx2"/>
          </a:solidFill>
        </p:grpSpPr>
        <p:sp>
          <p:nvSpPr>
            <p:cNvPr id="19" name="Freeform 16">
              <a:extLst>
                <a:ext uri="{FF2B5EF4-FFF2-40B4-BE49-F238E27FC236}">
                  <a16:creationId xmlns:a16="http://schemas.microsoft.com/office/drawing/2014/main" id="{588F8479-08C3-3AE1-E743-E1B2A1F25C86}"/>
                </a:ext>
              </a:extLst>
            </p:cNvPr>
            <p:cNvSpPr>
              <a:spLocks noChangeArrowheads="1"/>
            </p:cNvSpPr>
            <p:nvPr/>
          </p:nvSpPr>
          <p:spPr bwMode="auto">
            <a:xfrm>
              <a:off x="44450" y="2720975"/>
              <a:ext cx="242888" cy="115888"/>
            </a:xfrm>
            <a:custGeom>
              <a:avLst/>
              <a:gdLst>
                <a:gd name="T0" fmla="*/ 143 w 675"/>
                <a:gd name="T1" fmla="*/ 5 h 323"/>
                <a:gd name="T2" fmla="*/ 143 w 675"/>
                <a:gd name="T3" fmla="*/ 5 h 323"/>
                <a:gd name="T4" fmla="*/ 122 w 675"/>
                <a:gd name="T5" fmla="*/ 5 h 323"/>
                <a:gd name="T6" fmla="*/ 5 w 675"/>
                <a:gd name="T7" fmla="*/ 122 h 323"/>
                <a:gd name="T8" fmla="*/ 4 w 675"/>
                <a:gd name="T9" fmla="*/ 122 h 323"/>
                <a:gd name="T10" fmla="*/ 1 w 675"/>
                <a:gd name="T11" fmla="*/ 126 h 323"/>
                <a:gd name="T12" fmla="*/ 1 w 675"/>
                <a:gd name="T13" fmla="*/ 138 h 323"/>
                <a:gd name="T14" fmla="*/ 4 w 675"/>
                <a:gd name="T15" fmla="*/ 142 h 323"/>
                <a:gd name="T16" fmla="*/ 5 w 675"/>
                <a:gd name="T17" fmla="*/ 142 h 323"/>
                <a:gd name="T18" fmla="*/ 122 w 675"/>
                <a:gd name="T19" fmla="*/ 259 h 323"/>
                <a:gd name="T20" fmla="*/ 143 w 675"/>
                <a:gd name="T21" fmla="*/ 259 h 323"/>
                <a:gd name="T22" fmla="*/ 143 w 675"/>
                <a:gd name="T23" fmla="*/ 239 h 323"/>
                <a:gd name="T24" fmla="*/ 51 w 675"/>
                <a:gd name="T25" fmla="*/ 147 h 323"/>
                <a:gd name="T26" fmla="*/ 483 w 675"/>
                <a:gd name="T27" fmla="*/ 147 h 323"/>
                <a:gd name="T28" fmla="*/ 597 w 675"/>
                <a:gd name="T29" fmla="*/ 195 h 323"/>
                <a:gd name="T30" fmla="*/ 645 w 675"/>
                <a:gd name="T31" fmla="*/ 309 h 323"/>
                <a:gd name="T32" fmla="*/ 659 w 675"/>
                <a:gd name="T33" fmla="*/ 322 h 323"/>
                <a:gd name="T34" fmla="*/ 674 w 675"/>
                <a:gd name="T35" fmla="*/ 309 h 323"/>
                <a:gd name="T36" fmla="*/ 483 w 675"/>
                <a:gd name="T37" fmla="*/ 118 h 323"/>
                <a:gd name="T38" fmla="*/ 51 w 675"/>
                <a:gd name="T39" fmla="*/ 118 h 323"/>
                <a:gd name="T40" fmla="*/ 143 w 675"/>
                <a:gd name="T41" fmla="*/ 26 h 323"/>
                <a:gd name="T42" fmla="*/ 143 w 675"/>
                <a:gd name="T43" fmla="*/ 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323">
                  <a:moveTo>
                    <a:pt x="143" y="5"/>
                  </a:moveTo>
                  <a:lnTo>
                    <a:pt x="143" y="5"/>
                  </a:lnTo>
                  <a:cubicBezTo>
                    <a:pt x="137" y="0"/>
                    <a:pt x="128" y="0"/>
                    <a:pt x="122" y="5"/>
                  </a:cubicBezTo>
                  <a:cubicBezTo>
                    <a:pt x="5" y="122"/>
                    <a:pt x="5" y="122"/>
                    <a:pt x="5" y="122"/>
                  </a:cubicBezTo>
                  <a:cubicBezTo>
                    <a:pt x="4" y="122"/>
                    <a:pt x="4" y="122"/>
                    <a:pt x="4" y="122"/>
                  </a:cubicBezTo>
                  <a:cubicBezTo>
                    <a:pt x="4" y="123"/>
                    <a:pt x="3" y="125"/>
                    <a:pt x="1" y="126"/>
                  </a:cubicBezTo>
                  <a:cubicBezTo>
                    <a:pt x="0" y="130"/>
                    <a:pt x="0" y="134"/>
                    <a:pt x="1" y="138"/>
                  </a:cubicBezTo>
                  <a:cubicBezTo>
                    <a:pt x="3" y="140"/>
                    <a:pt x="4" y="141"/>
                    <a:pt x="4" y="142"/>
                  </a:cubicBezTo>
                  <a:cubicBezTo>
                    <a:pt x="4" y="142"/>
                    <a:pt x="4" y="142"/>
                    <a:pt x="5" y="142"/>
                  </a:cubicBezTo>
                  <a:cubicBezTo>
                    <a:pt x="122" y="259"/>
                    <a:pt x="122" y="259"/>
                    <a:pt x="122" y="259"/>
                  </a:cubicBezTo>
                  <a:cubicBezTo>
                    <a:pt x="128" y="266"/>
                    <a:pt x="137" y="266"/>
                    <a:pt x="143" y="259"/>
                  </a:cubicBezTo>
                  <a:cubicBezTo>
                    <a:pt x="148" y="254"/>
                    <a:pt x="148" y="245"/>
                    <a:pt x="143" y="239"/>
                  </a:cubicBezTo>
                  <a:cubicBezTo>
                    <a:pt x="51" y="147"/>
                    <a:pt x="51" y="147"/>
                    <a:pt x="51" y="147"/>
                  </a:cubicBezTo>
                  <a:cubicBezTo>
                    <a:pt x="483" y="147"/>
                    <a:pt x="483" y="147"/>
                    <a:pt x="483" y="147"/>
                  </a:cubicBezTo>
                  <a:cubicBezTo>
                    <a:pt x="528" y="147"/>
                    <a:pt x="568" y="164"/>
                    <a:pt x="597" y="195"/>
                  </a:cubicBezTo>
                  <a:cubicBezTo>
                    <a:pt x="627" y="223"/>
                    <a:pt x="645" y="263"/>
                    <a:pt x="645" y="309"/>
                  </a:cubicBezTo>
                  <a:cubicBezTo>
                    <a:pt x="645" y="315"/>
                    <a:pt x="651" y="322"/>
                    <a:pt x="659" y="322"/>
                  </a:cubicBezTo>
                  <a:cubicBezTo>
                    <a:pt x="667" y="322"/>
                    <a:pt x="674" y="315"/>
                    <a:pt x="674" y="309"/>
                  </a:cubicBezTo>
                  <a:cubicBezTo>
                    <a:pt x="674" y="203"/>
                    <a:pt x="589" y="118"/>
                    <a:pt x="483" y="118"/>
                  </a:cubicBezTo>
                  <a:cubicBezTo>
                    <a:pt x="51" y="118"/>
                    <a:pt x="51" y="118"/>
                    <a:pt x="51" y="118"/>
                  </a:cubicBezTo>
                  <a:cubicBezTo>
                    <a:pt x="143" y="26"/>
                    <a:pt x="143" y="26"/>
                    <a:pt x="143" y="26"/>
                  </a:cubicBezTo>
                  <a:cubicBezTo>
                    <a:pt x="148" y="20"/>
                    <a:pt x="148"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 name="Freeform 17">
              <a:extLst>
                <a:ext uri="{FF2B5EF4-FFF2-40B4-BE49-F238E27FC236}">
                  <a16:creationId xmlns:a16="http://schemas.microsoft.com/office/drawing/2014/main" id="{C03B46F0-8C5E-9819-9F1F-0D44B17FE6DA}"/>
                </a:ext>
              </a:extLst>
            </p:cNvPr>
            <p:cNvSpPr>
              <a:spLocks noChangeArrowheads="1"/>
            </p:cNvSpPr>
            <p:nvPr/>
          </p:nvSpPr>
          <p:spPr bwMode="auto">
            <a:xfrm>
              <a:off x="53975" y="2836863"/>
              <a:ext cx="242888" cy="117475"/>
            </a:xfrm>
            <a:custGeom>
              <a:avLst/>
              <a:gdLst>
                <a:gd name="T0" fmla="*/ 190 w 675"/>
                <a:gd name="T1" fmla="*/ 206 h 325"/>
                <a:gd name="T2" fmla="*/ 190 w 675"/>
                <a:gd name="T3" fmla="*/ 206 h 325"/>
                <a:gd name="T4" fmla="*/ 623 w 675"/>
                <a:gd name="T5" fmla="*/ 206 h 325"/>
                <a:gd name="T6" fmla="*/ 531 w 675"/>
                <a:gd name="T7" fmla="*/ 298 h 325"/>
                <a:gd name="T8" fmla="*/ 531 w 675"/>
                <a:gd name="T9" fmla="*/ 319 h 325"/>
                <a:gd name="T10" fmla="*/ 552 w 675"/>
                <a:gd name="T11" fmla="*/ 319 h 325"/>
                <a:gd name="T12" fmla="*/ 669 w 675"/>
                <a:gd name="T13" fmla="*/ 201 h 325"/>
                <a:gd name="T14" fmla="*/ 673 w 675"/>
                <a:gd name="T15" fmla="*/ 197 h 325"/>
                <a:gd name="T16" fmla="*/ 673 w 675"/>
                <a:gd name="T17" fmla="*/ 186 h 325"/>
                <a:gd name="T18" fmla="*/ 669 w 675"/>
                <a:gd name="T19" fmla="*/ 180 h 325"/>
                <a:gd name="T20" fmla="*/ 552 w 675"/>
                <a:gd name="T21" fmla="*/ 63 h 325"/>
                <a:gd name="T22" fmla="*/ 531 w 675"/>
                <a:gd name="T23" fmla="*/ 63 h 325"/>
                <a:gd name="T24" fmla="*/ 531 w 675"/>
                <a:gd name="T25" fmla="*/ 84 h 325"/>
                <a:gd name="T26" fmla="*/ 623 w 675"/>
                <a:gd name="T27" fmla="*/ 176 h 325"/>
                <a:gd name="T28" fmla="*/ 190 w 675"/>
                <a:gd name="T29" fmla="*/ 176 h 325"/>
                <a:gd name="T30" fmla="*/ 76 w 675"/>
                <a:gd name="T31" fmla="*/ 129 h 325"/>
                <a:gd name="T32" fmla="*/ 29 w 675"/>
                <a:gd name="T33" fmla="*/ 15 h 325"/>
                <a:gd name="T34" fmla="*/ 14 w 675"/>
                <a:gd name="T35" fmla="*/ 0 h 325"/>
                <a:gd name="T36" fmla="*/ 0 w 675"/>
                <a:gd name="T37" fmla="*/ 15 h 325"/>
                <a:gd name="T38" fmla="*/ 190 w 675"/>
                <a:gd name="T39" fmla="*/ 206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325">
                  <a:moveTo>
                    <a:pt x="190" y="206"/>
                  </a:moveTo>
                  <a:lnTo>
                    <a:pt x="190" y="206"/>
                  </a:lnTo>
                  <a:cubicBezTo>
                    <a:pt x="623" y="206"/>
                    <a:pt x="623" y="206"/>
                    <a:pt x="623" y="206"/>
                  </a:cubicBezTo>
                  <a:cubicBezTo>
                    <a:pt x="531" y="298"/>
                    <a:pt x="531" y="298"/>
                    <a:pt x="531" y="298"/>
                  </a:cubicBezTo>
                  <a:cubicBezTo>
                    <a:pt x="526" y="304"/>
                    <a:pt x="526" y="313"/>
                    <a:pt x="531" y="319"/>
                  </a:cubicBezTo>
                  <a:cubicBezTo>
                    <a:pt x="537" y="324"/>
                    <a:pt x="546" y="324"/>
                    <a:pt x="552" y="319"/>
                  </a:cubicBezTo>
                  <a:cubicBezTo>
                    <a:pt x="669" y="201"/>
                    <a:pt x="669" y="201"/>
                    <a:pt x="669" y="201"/>
                  </a:cubicBezTo>
                  <a:cubicBezTo>
                    <a:pt x="670" y="199"/>
                    <a:pt x="671" y="198"/>
                    <a:pt x="673" y="197"/>
                  </a:cubicBezTo>
                  <a:cubicBezTo>
                    <a:pt x="674" y="192"/>
                    <a:pt x="674" y="188"/>
                    <a:pt x="673" y="186"/>
                  </a:cubicBezTo>
                  <a:cubicBezTo>
                    <a:pt x="671" y="183"/>
                    <a:pt x="670" y="181"/>
                    <a:pt x="669" y="180"/>
                  </a:cubicBezTo>
                  <a:cubicBezTo>
                    <a:pt x="552" y="63"/>
                    <a:pt x="552" y="63"/>
                    <a:pt x="552" y="63"/>
                  </a:cubicBezTo>
                  <a:cubicBezTo>
                    <a:pt x="546" y="58"/>
                    <a:pt x="537" y="58"/>
                    <a:pt x="531" y="63"/>
                  </a:cubicBezTo>
                  <a:cubicBezTo>
                    <a:pt x="526" y="69"/>
                    <a:pt x="526" y="79"/>
                    <a:pt x="531" y="84"/>
                  </a:cubicBezTo>
                  <a:cubicBezTo>
                    <a:pt x="623" y="176"/>
                    <a:pt x="623" y="176"/>
                    <a:pt x="623" y="176"/>
                  </a:cubicBezTo>
                  <a:cubicBezTo>
                    <a:pt x="190" y="176"/>
                    <a:pt x="190" y="176"/>
                    <a:pt x="190" y="176"/>
                  </a:cubicBezTo>
                  <a:cubicBezTo>
                    <a:pt x="146" y="176"/>
                    <a:pt x="106" y="158"/>
                    <a:pt x="76" y="129"/>
                  </a:cubicBezTo>
                  <a:cubicBezTo>
                    <a:pt x="47" y="100"/>
                    <a:pt x="29" y="59"/>
                    <a:pt x="29" y="15"/>
                  </a:cubicBezTo>
                  <a:cubicBezTo>
                    <a:pt x="29" y="7"/>
                    <a:pt x="22" y="0"/>
                    <a:pt x="14" y="0"/>
                  </a:cubicBezTo>
                  <a:cubicBezTo>
                    <a:pt x="6" y="0"/>
                    <a:pt x="0" y="7"/>
                    <a:pt x="0" y="15"/>
                  </a:cubicBezTo>
                  <a:cubicBezTo>
                    <a:pt x="0" y="120"/>
                    <a:pt x="85" y="206"/>
                    <a:pt x="19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 name="Freeform 18">
            <a:extLst>
              <a:ext uri="{FF2B5EF4-FFF2-40B4-BE49-F238E27FC236}">
                <a16:creationId xmlns:a16="http://schemas.microsoft.com/office/drawing/2014/main" id="{C2788159-85E1-1E49-D3A1-DCDEA9451A25}"/>
              </a:ext>
            </a:extLst>
          </p:cNvPr>
          <p:cNvSpPr>
            <a:spLocks noChangeArrowheads="1"/>
          </p:cNvSpPr>
          <p:nvPr/>
        </p:nvSpPr>
        <p:spPr bwMode="auto">
          <a:xfrm>
            <a:off x="3714874" y="1402978"/>
            <a:ext cx="254000" cy="190500"/>
          </a:xfrm>
          <a:custGeom>
            <a:avLst/>
            <a:gdLst>
              <a:gd name="T0" fmla="*/ 0 w 704"/>
              <a:gd name="T1" fmla="*/ 162 h 530"/>
              <a:gd name="T2" fmla="*/ 0 w 704"/>
              <a:gd name="T3" fmla="*/ 162 h 530"/>
              <a:gd name="T4" fmla="*/ 1 w 704"/>
              <a:gd name="T5" fmla="*/ 168 h 530"/>
              <a:gd name="T6" fmla="*/ 6 w 704"/>
              <a:gd name="T7" fmla="*/ 172 h 530"/>
              <a:gd name="T8" fmla="*/ 151 w 704"/>
              <a:gd name="T9" fmla="*/ 319 h 530"/>
              <a:gd name="T10" fmla="*/ 172 w 704"/>
              <a:gd name="T11" fmla="*/ 319 h 530"/>
              <a:gd name="T12" fmla="*/ 172 w 704"/>
              <a:gd name="T13" fmla="*/ 298 h 530"/>
              <a:gd name="T14" fmla="*/ 51 w 704"/>
              <a:gd name="T15" fmla="*/ 177 h 530"/>
              <a:gd name="T16" fmla="*/ 513 w 704"/>
              <a:gd name="T17" fmla="*/ 177 h 530"/>
              <a:gd name="T18" fmla="*/ 627 w 704"/>
              <a:gd name="T19" fmla="*/ 224 h 530"/>
              <a:gd name="T20" fmla="*/ 674 w 704"/>
              <a:gd name="T21" fmla="*/ 338 h 530"/>
              <a:gd name="T22" fmla="*/ 627 w 704"/>
              <a:gd name="T23" fmla="*/ 452 h 530"/>
              <a:gd name="T24" fmla="*/ 513 w 704"/>
              <a:gd name="T25" fmla="*/ 499 h 530"/>
              <a:gd name="T26" fmla="*/ 338 w 704"/>
              <a:gd name="T27" fmla="*/ 499 h 530"/>
              <a:gd name="T28" fmla="*/ 323 w 704"/>
              <a:gd name="T29" fmla="*/ 514 h 530"/>
              <a:gd name="T30" fmla="*/ 338 w 704"/>
              <a:gd name="T31" fmla="*/ 529 h 530"/>
              <a:gd name="T32" fmla="*/ 513 w 704"/>
              <a:gd name="T33" fmla="*/ 529 h 530"/>
              <a:gd name="T34" fmla="*/ 703 w 704"/>
              <a:gd name="T35" fmla="*/ 338 h 530"/>
              <a:gd name="T36" fmla="*/ 513 w 704"/>
              <a:gd name="T37" fmla="*/ 147 h 530"/>
              <a:gd name="T38" fmla="*/ 51 w 704"/>
              <a:gd name="T39" fmla="*/ 147 h 530"/>
              <a:gd name="T40" fmla="*/ 172 w 704"/>
              <a:gd name="T41" fmla="*/ 26 h 530"/>
              <a:gd name="T42" fmla="*/ 172 w 704"/>
              <a:gd name="T43" fmla="*/ 6 h 530"/>
              <a:gd name="T44" fmla="*/ 151 w 704"/>
              <a:gd name="T45" fmla="*/ 6 h 530"/>
              <a:gd name="T46" fmla="*/ 6 w 704"/>
              <a:gd name="T47" fmla="*/ 151 h 530"/>
              <a:gd name="T48" fmla="*/ 4 w 704"/>
              <a:gd name="T49" fmla="*/ 151 h 530"/>
              <a:gd name="T50" fmla="*/ 1 w 704"/>
              <a:gd name="T51" fmla="*/ 157 h 530"/>
              <a:gd name="T52" fmla="*/ 0 w 704"/>
              <a:gd name="T53" fmla="*/ 16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704" h="530">
                <a:moveTo>
                  <a:pt x="0" y="162"/>
                </a:moveTo>
                <a:lnTo>
                  <a:pt x="0" y="162"/>
                </a:lnTo>
                <a:cubicBezTo>
                  <a:pt x="0" y="164"/>
                  <a:pt x="1" y="166"/>
                  <a:pt x="1" y="168"/>
                </a:cubicBezTo>
                <a:cubicBezTo>
                  <a:pt x="3" y="169"/>
                  <a:pt x="4" y="171"/>
                  <a:pt x="6" y="172"/>
                </a:cubicBezTo>
                <a:cubicBezTo>
                  <a:pt x="151" y="319"/>
                  <a:pt x="151" y="319"/>
                  <a:pt x="151" y="319"/>
                </a:cubicBezTo>
                <a:cubicBezTo>
                  <a:pt x="157" y="324"/>
                  <a:pt x="166" y="324"/>
                  <a:pt x="172" y="319"/>
                </a:cubicBezTo>
                <a:cubicBezTo>
                  <a:pt x="177" y="313"/>
                  <a:pt x="177" y="304"/>
                  <a:pt x="172" y="298"/>
                </a:cubicBezTo>
                <a:cubicBezTo>
                  <a:pt x="51" y="177"/>
                  <a:pt x="51" y="177"/>
                  <a:pt x="51" y="177"/>
                </a:cubicBezTo>
                <a:cubicBezTo>
                  <a:pt x="513" y="177"/>
                  <a:pt x="513" y="177"/>
                  <a:pt x="513" y="177"/>
                </a:cubicBezTo>
                <a:cubicBezTo>
                  <a:pt x="557" y="177"/>
                  <a:pt x="597" y="195"/>
                  <a:pt x="627" y="224"/>
                </a:cubicBezTo>
                <a:cubicBezTo>
                  <a:pt x="656" y="253"/>
                  <a:pt x="674" y="293"/>
                  <a:pt x="674" y="338"/>
                </a:cubicBezTo>
                <a:cubicBezTo>
                  <a:pt x="674" y="382"/>
                  <a:pt x="656" y="423"/>
                  <a:pt x="627" y="452"/>
                </a:cubicBezTo>
                <a:cubicBezTo>
                  <a:pt x="597" y="481"/>
                  <a:pt x="557" y="499"/>
                  <a:pt x="513" y="499"/>
                </a:cubicBezTo>
                <a:cubicBezTo>
                  <a:pt x="338" y="499"/>
                  <a:pt x="338" y="499"/>
                  <a:pt x="338" y="499"/>
                </a:cubicBezTo>
                <a:cubicBezTo>
                  <a:pt x="330" y="499"/>
                  <a:pt x="323" y="505"/>
                  <a:pt x="323" y="514"/>
                </a:cubicBezTo>
                <a:cubicBezTo>
                  <a:pt x="323" y="522"/>
                  <a:pt x="330" y="529"/>
                  <a:pt x="338" y="529"/>
                </a:cubicBezTo>
                <a:cubicBezTo>
                  <a:pt x="513" y="529"/>
                  <a:pt x="513" y="529"/>
                  <a:pt x="513" y="529"/>
                </a:cubicBezTo>
                <a:cubicBezTo>
                  <a:pt x="618" y="529"/>
                  <a:pt x="703" y="442"/>
                  <a:pt x="703" y="338"/>
                </a:cubicBezTo>
                <a:cubicBezTo>
                  <a:pt x="703" y="232"/>
                  <a:pt x="618" y="147"/>
                  <a:pt x="513" y="147"/>
                </a:cubicBezTo>
                <a:cubicBezTo>
                  <a:pt x="51" y="147"/>
                  <a:pt x="51" y="147"/>
                  <a:pt x="51" y="147"/>
                </a:cubicBezTo>
                <a:cubicBezTo>
                  <a:pt x="172" y="26"/>
                  <a:pt x="172" y="26"/>
                  <a:pt x="172" y="26"/>
                </a:cubicBezTo>
                <a:cubicBezTo>
                  <a:pt x="177" y="21"/>
                  <a:pt x="177" y="11"/>
                  <a:pt x="172" y="6"/>
                </a:cubicBezTo>
                <a:cubicBezTo>
                  <a:pt x="166" y="0"/>
                  <a:pt x="157" y="0"/>
                  <a:pt x="151" y="6"/>
                </a:cubicBezTo>
                <a:cubicBezTo>
                  <a:pt x="6" y="151"/>
                  <a:pt x="6" y="151"/>
                  <a:pt x="6" y="151"/>
                </a:cubicBezTo>
                <a:lnTo>
                  <a:pt x="4" y="151"/>
                </a:lnTo>
                <a:cubicBezTo>
                  <a:pt x="4" y="153"/>
                  <a:pt x="3" y="155"/>
                  <a:pt x="1" y="157"/>
                </a:cubicBezTo>
                <a:cubicBezTo>
                  <a:pt x="1" y="158"/>
                  <a:pt x="0" y="160"/>
                  <a:pt x="0" y="162"/>
                </a:cubicBezTo>
              </a:path>
            </a:pathLst>
          </a:custGeom>
          <a:solidFill>
            <a:schemeClr val="tx2"/>
          </a:solidFill>
          <a:ln>
            <a:noFill/>
          </a:ln>
          <a:effectLst/>
        </p:spPr>
        <p:txBody>
          <a:bodyPr wrap="none" anchor="ctr"/>
          <a:lstStyle/>
          <a:p>
            <a:endParaRPr lang="da-DK"/>
          </a:p>
        </p:txBody>
      </p:sp>
      <p:sp>
        <p:nvSpPr>
          <p:cNvPr id="22" name="Freeform 19">
            <a:extLst>
              <a:ext uri="{FF2B5EF4-FFF2-40B4-BE49-F238E27FC236}">
                <a16:creationId xmlns:a16="http://schemas.microsoft.com/office/drawing/2014/main" id="{7A2C87BA-88E0-8AD9-696A-3B32DD2280F2}"/>
              </a:ext>
            </a:extLst>
          </p:cNvPr>
          <p:cNvSpPr>
            <a:spLocks noChangeArrowheads="1"/>
          </p:cNvSpPr>
          <p:nvPr/>
        </p:nvSpPr>
        <p:spPr bwMode="auto">
          <a:xfrm>
            <a:off x="3746624" y="866403"/>
            <a:ext cx="190500" cy="254000"/>
          </a:xfrm>
          <a:custGeom>
            <a:avLst/>
            <a:gdLst>
              <a:gd name="T0" fmla="*/ 1 w 528"/>
              <a:gd name="T1" fmla="*/ 226 h 705"/>
              <a:gd name="T2" fmla="*/ 1 w 528"/>
              <a:gd name="T3" fmla="*/ 226 h 705"/>
              <a:gd name="T4" fmla="*/ 5 w 528"/>
              <a:gd name="T5" fmla="*/ 231 h 705"/>
              <a:gd name="T6" fmla="*/ 210 w 528"/>
              <a:gd name="T7" fmla="*/ 435 h 705"/>
              <a:gd name="T8" fmla="*/ 231 w 528"/>
              <a:gd name="T9" fmla="*/ 435 h 705"/>
              <a:gd name="T10" fmla="*/ 231 w 528"/>
              <a:gd name="T11" fmla="*/ 414 h 705"/>
              <a:gd name="T12" fmla="*/ 231 w 528"/>
              <a:gd name="T13" fmla="*/ 414 h 705"/>
              <a:gd name="T14" fmla="*/ 51 w 528"/>
              <a:gd name="T15" fmla="*/ 235 h 705"/>
              <a:gd name="T16" fmla="*/ 338 w 528"/>
              <a:gd name="T17" fmla="*/ 235 h 705"/>
              <a:gd name="T18" fmla="*/ 452 w 528"/>
              <a:gd name="T19" fmla="*/ 283 h 705"/>
              <a:gd name="T20" fmla="*/ 498 w 528"/>
              <a:gd name="T21" fmla="*/ 397 h 705"/>
              <a:gd name="T22" fmla="*/ 498 w 528"/>
              <a:gd name="T23" fmla="*/ 689 h 705"/>
              <a:gd name="T24" fmla="*/ 513 w 528"/>
              <a:gd name="T25" fmla="*/ 704 h 705"/>
              <a:gd name="T26" fmla="*/ 527 w 528"/>
              <a:gd name="T27" fmla="*/ 689 h 705"/>
              <a:gd name="T28" fmla="*/ 527 w 528"/>
              <a:gd name="T29" fmla="*/ 397 h 705"/>
              <a:gd name="T30" fmla="*/ 338 w 528"/>
              <a:gd name="T31" fmla="*/ 206 h 705"/>
              <a:gd name="T32" fmla="*/ 51 w 528"/>
              <a:gd name="T33" fmla="*/ 206 h 705"/>
              <a:gd name="T34" fmla="*/ 231 w 528"/>
              <a:gd name="T35" fmla="*/ 26 h 705"/>
              <a:gd name="T36" fmla="*/ 231 w 528"/>
              <a:gd name="T37" fmla="*/ 5 h 705"/>
              <a:gd name="T38" fmla="*/ 210 w 528"/>
              <a:gd name="T39" fmla="*/ 5 h 705"/>
              <a:gd name="T40" fmla="*/ 5 w 528"/>
              <a:gd name="T41" fmla="*/ 210 h 705"/>
              <a:gd name="T42" fmla="*/ 4 w 528"/>
              <a:gd name="T43" fmla="*/ 210 h 705"/>
              <a:gd name="T44" fmla="*/ 1 w 528"/>
              <a:gd name="T45" fmla="*/ 214 h 705"/>
              <a:gd name="T46" fmla="*/ 1 w 528"/>
              <a:gd name="T47" fmla="*/ 226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28" h="705">
                <a:moveTo>
                  <a:pt x="1" y="226"/>
                </a:moveTo>
                <a:lnTo>
                  <a:pt x="1" y="226"/>
                </a:lnTo>
                <a:cubicBezTo>
                  <a:pt x="3" y="228"/>
                  <a:pt x="4" y="229"/>
                  <a:pt x="5" y="231"/>
                </a:cubicBezTo>
                <a:cubicBezTo>
                  <a:pt x="210" y="435"/>
                  <a:pt x="210" y="435"/>
                  <a:pt x="210" y="435"/>
                </a:cubicBezTo>
                <a:cubicBezTo>
                  <a:pt x="215" y="442"/>
                  <a:pt x="225" y="442"/>
                  <a:pt x="231" y="435"/>
                </a:cubicBezTo>
                <a:cubicBezTo>
                  <a:pt x="236" y="430"/>
                  <a:pt x="236" y="421"/>
                  <a:pt x="231" y="414"/>
                </a:cubicBezTo>
                <a:lnTo>
                  <a:pt x="231" y="414"/>
                </a:lnTo>
                <a:cubicBezTo>
                  <a:pt x="51" y="235"/>
                  <a:pt x="51" y="235"/>
                  <a:pt x="51" y="235"/>
                </a:cubicBezTo>
                <a:cubicBezTo>
                  <a:pt x="338" y="235"/>
                  <a:pt x="338" y="235"/>
                  <a:pt x="338" y="235"/>
                </a:cubicBezTo>
                <a:cubicBezTo>
                  <a:pt x="382" y="235"/>
                  <a:pt x="421" y="252"/>
                  <a:pt x="452" y="283"/>
                </a:cubicBezTo>
                <a:cubicBezTo>
                  <a:pt x="480" y="311"/>
                  <a:pt x="498" y="351"/>
                  <a:pt x="498" y="397"/>
                </a:cubicBezTo>
                <a:cubicBezTo>
                  <a:pt x="498" y="689"/>
                  <a:pt x="498" y="689"/>
                  <a:pt x="498" y="689"/>
                </a:cubicBezTo>
                <a:cubicBezTo>
                  <a:pt x="498" y="697"/>
                  <a:pt x="505" y="704"/>
                  <a:pt x="513" y="704"/>
                </a:cubicBezTo>
                <a:cubicBezTo>
                  <a:pt x="522" y="704"/>
                  <a:pt x="527" y="697"/>
                  <a:pt x="527" y="689"/>
                </a:cubicBezTo>
                <a:cubicBezTo>
                  <a:pt x="527" y="397"/>
                  <a:pt x="527" y="397"/>
                  <a:pt x="527" y="397"/>
                </a:cubicBezTo>
                <a:cubicBezTo>
                  <a:pt x="527" y="291"/>
                  <a:pt x="442" y="206"/>
                  <a:pt x="338" y="206"/>
                </a:cubicBezTo>
                <a:cubicBezTo>
                  <a:pt x="51" y="206"/>
                  <a:pt x="51" y="206"/>
                  <a:pt x="51" y="206"/>
                </a:cubicBezTo>
                <a:cubicBezTo>
                  <a:pt x="231" y="26"/>
                  <a:pt x="231" y="26"/>
                  <a:pt x="231" y="26"/>
                </a:cubicBezTo>
                <a:cubicBezTo>
                  <a:pt x="236" y="20"/>
                  <a:pt x="236" y="11"/>
                  <a:pt x="231" y="5"/>
                </a:cubicBezTo>
                <a:cubicBezTo>
                  <a:pt x="225" y="0"/>
                  <a:pt x="215" y="0"/>
                  <a:pt x="210" y="5"/>
                </a:cubicBezTo>
                <a:cubicBezTo>
                  <a:pt x="5" y="210"/>
                  <a:pt x="5" y="210"/>
                  <a:pt x="5" y="210"/>
                </a:cubicBezTo>
                <a:lnTo>
                  <a:pt x="4" y="210"/>
                </a:lnTo>
                <a:cubicBezTo>
                  <a:pt x="4" y="211"/>
                  <a:pt x="3" y="213"/>
                  <a:pt x="1" y="214"/>
                </a:cubicBezTo>
                <a:cubicBezTo>
                  <a:pt x="0" y="218"/>
                  <a:pt x="0" y="222"/>
                  <a:pt x="1" y="226"/>
                </a:cubicBezTo>
              </a:path>
            </a:pathLst>
          </a:custGeom>
          <a:solidFill>
            <a:schemeClr val="tx2"/>
          </a:solidFill>
          <a:ln>
            <a:noFill/>
          </a:ln>
          <a:effectLst/>
        </p:spPr>
        <p:txBody>
          <a:bodyPr wrap="none" anchor="ctr"/>
          <a:lstStyle/>
          <a:p>
            <a:endParaRPr lang="da-DK"/>
          </a:p>
        </p:txBody>
      </p:sp>
      <p:grpSp>
        <p:nvGrpSpPr>
          <p:cNvPr id="23" name="Group 26">
            <a:extLst>
              <a:ext uri="{FF2B5EF4-FFF2-40B4-BE49-F238E27FC236}">
                <a16:creationId xmlns:a16="http://schemas.microsoft.com/office/drawing/2014/main" id="{821B2EE5-53EF-8754-1AFA-FBC2DE623D38}"/>
              </a:ext>
            </a:extLst>
          </p:cNvPr>
          <p:cNvGrpSpPr/>
          <p:nvPr/>
        </p:nvGrpSpPr>
        <p:grpSpPr>
          <a:xfrm>
            <a:off x="1692399" y="891803"/>
            <a:ext cx="252412" cy="203200"/>
            <a:chOff x="550863" y="1233488"/>
            <a:chExt cx="252412" cy="203200"/>
          </a:xfrm>
          <a:solidFill>
            <a:schemeClr val="tx2"/>
          </a:solidFill>
        </p:grpSpPr>
        <p:sp>
          <p:nvSpPr>
            <p:cNvPr id="24" name="Freeform 20">
              <a:extLst>
                <a:ext uri="{FF2B5EF4-FFF2-40B4-BE49-F238E27FC236}">
                  <a16:creationId xmlns:a16="http://schemas.microsoft.com/office/drawing/2014/main" id="{9B7305F4-8032-C7AB-BF97-D048F8745562}"/>
                </a:ext>
              </a:extLst>
            </p:cNvPr>
            <p:cNvSpPr>
              <a:spLocks noChangeArrowheads="1"/>
            </p:cNvSpPr>
            <p:nvPr/>
          </p:nvSpPr>
          <p:spPr bwMode="auto">
            <a:xfrm>
              <a:off x="655638" y="1233488"/>
              <a:ext cx="147637" cy="169862"/>
            </a:xfrm>
            <a:custGeom>
              <a:avLst/>
              <a:gdLst>
                <a:gd name="T0" fmla="*/ 4 w 410"/>
                <a:gd name="T1" fmla="*/ 93 h 470"/>
                <a:gd name="T2" fmla="*/ 4 w 410"/>
                <a:gd name="T3" fmla="*/ 93 h 470"/>
                <a:gd name="T4" fmla="*/ 2 w 410"/>
                <a:gd name="T5" fmla="*/ 97 h 470"/>
                <a:gd name="T6" fmla="*/ 0 w 410"/>
                <a:gd name="T7" fmla="*/ 103 h 470"/>
                <a:gd name="T8" fmla="*/ 0 w 410"/>
                <a:gd name="T9" fmla="*/ 103 h 470"/>
                <a:gd name="T10" fmla="*/ 0 w 410"/>
                <a:gd name="T11" fmla="*/ 103 h 470"/>
                <a:gd name="T12" fmla="*/ 2 w 410"/>
                <a:gd name="T13" fmla="*/ 108 h 470"/>
                <a:gd name="T14" fmla="*/ 4 w 410"/>
                <a:gd name="T15" fmla="*/ 114 h 470"/>
                <a:gd name="T16" fmla="*/ 4 w 410"/>
                <a:gd name="T17" fmla="*/ 114 h 470"/>
                <a:gd name="T18" fmla="*/ 92 w 410"/>
                <a:gd name="T19" fmla="*/ 202 h 470"/>
                <a:gd name="T20" fmla="*/ 113 w 410"/>
                <a:gd name="T21" fmla="*/ 202 h 470"/>
                <a:gd name="T22" fmla="*/ 113 w 410"/>
                <a:gd name="T23" fmla="*/ 181 h 470"/>
                <a:gd name="T24" fmla="*/ 50 w 410"/>
                <a:gd name="T25" fmla="*/ 118 h 470"/>
                <a:gd name="T26" fmla="*/ 220 w 410"/>
                <a:gd name="T27" fmla="*/ 118 h 470"/>
                <a:gd name="T28" fmla="*/ 334 w 410"/>
                <a:gd name="T29" fmla="*/ 164 h 470"/>
                <a:gd name="T30" fmla="*/ 381 w 410"/>
                <a:gd name="T31" fmla="*/ 278 h 470"/>
                <a:gd name="T32" fmla="*/ 334 w 410"/>
                <a:gd name="T33" fmla="*/ 392 h 470"/>
                <a:gd name="T34" fmla="*/ 220 w 410"/>
                <a:gd name="T35" fmla="*/ 440 h 470"/>
                <a:gd name="T36" fmla="*/ 190 w 410"/>
                <a:gd name="T37" fmla="*/ 440 h 470"/>
                <a:gd name="T38" fmla="*/ 175 w 410"/>
                <a:gd name="T39" fmla="*/ 454 h 470"/>
                <a:gd name="T40" fmla="*/ 190 w 410"/>
                <a:gd name="T41" fmla="*/ 469 h 470"/>
                <a:gd name="T42" fmla="*/ 220 w 410"/>
                <a:gd name="T43" fmla="*/ 469 h 470"/>
                <a:gd name="T44" fmla="*/ 409 w 410"/>
                <a:gd name="T45" fmla="*/ 278 h 470"/>
                <a:gd name="T46" fmla="*/ 220 w 410"/>
                <a:gd name="T47" fmla="*/ 89 h 470"/>
                <a:gd name="T48" fmla="*/ 50 w 410"/>
                <a:gd name="T49" fmla="*/ 89 h 470"/>
                <a:gd name="T50" fmla="*/ 113 w 410"/>
                <a:gd name="T51" fmla="*/ 26 h 470"/>
                <a:gd name="T52" fmla="*/ 113 w 410"/>
                <a:gd name="T53" fmla="*/ 5 h 470"/>
                <a:gd name="T54" fmla="*/ 92 w 410"/>
                <a:gd name="T55" fmla="*/ 5 h 470"/>
                <a:gd name="T56" fmla="*/ 4 w 410"/>
                <a:gd name="T57" fmla="*/ 93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10" h="470">
                  <a:moveTo>
                    <a:pt x="4" y="93"/>
                  </a:moveTo>
                  <a:lnTo>
                    <a:pt x="4" y="93"/>
                  </a:lnTo>
                  <a:cubicBezTo>
                    <a:pt x="3" y="94"/>
                    <a:pt x="2" y="96"/>
                    <a:pt x="2" y="97"/>
                  </a:cubicBezTo>
                  <a:cubicBezTo>
                    <a:pt x="0" y="99"/>
                    <a:pt x="0" y="101"/>
                    <a:pt x="0" y="103"/>
                  </a:cubicBezTo>
                  <a:lnTo>
                    <a:pt x="0" y="103"/>
                  </a:lnTo>
                  <a:lnTo>
                    <a:pt x="0" y="103"/>
                  </a:lnTo>
                  <a:cubicBezTo>
                    <a:pt x="0" y="105"/>
                    <a:pt x="0" y="107"/>
                    <a:pt x="2" y="108"/>
                  </a:cubicBezTo>
                  <a:cubicBezTo>
                    <a:pt x="2" y="111"/>
                    <a:pt x="3" y="112"/>
                    <a:pt x="4" y="114"/>
                  </a:cubicBezTo>
                  <a:lnTo>
                    <a:pt x="4" y="114"/>
                  </a:lnTo>
                  <a:cubicBezTo>
                    <a:pt x="92" y="202"/>
                    <a:pt x="92" y="202"/>
                    <a:pt x="92" y="202"/>
                  </a:cubicBezTo>
                  <a:cubicBezTo>
                    <a:pt x="98" y="207"/>
                    <a:pt x="107" y="207"/>
                    <a:pt x="113" y="202"/>
                  </a:cubicBezTo>
                  <a:cubicBezTo>
                    <a:pt x="118" y="196"/>
                    <a:pt x="118" y="186"/>
                    <a:pt x="113" y="181"/>
                  </a:cubicBezTo>
                  <a:cubicBezTo>
                    <a:pt x="50" y="118"/>
                    <a:pt x="50" y="118"/>
                    <a:pt x="50" y="118"/>
                  </a:cubicBezTo>
                  <a:cubicBezTo>
                    <a:pt x="220" y="118"/>
                    <a:pt x="220" y="118"/>
                    <a:pt x="220" y="118"/>
                  </a:cubicBezTo>
                  <a:cubicBezTo>
                    <a:pt x="264" y="118"/>
                    <a:pt x="304" y="136"/>
                    <a:pt x="334" y="164"/>
                  </a:cubicBezTo>
                  <a:cubicBezTo>
                    <a:pt x="363" y="195"/>
                    <a:pt x="381" y="234"/>
                    <a:pt x="381" y="278"/>
                  </a:cubicBezTo>
                  <a:cubicBezTo>
                    <a:pt x="381" y="324"/>
                    <a:pt x="363" y="363"/>
                    <a:pt x="334" y="392"/>
                  </a:cubicBezTo>
                  <a:cubicBezTo>
                    <a:pt x="304" y="421"/>
                    <a:pt x="264" y="440"/>
                    <a:pt x="220" y="440"/>
                  </a:cubicBezTo>
                  <a:cubicBezTo>
                    <a:pt x="190" y="440"/>
                    <a:pt x="190" y="440"/>
                    <a:pt x="190" y="440"/>
                  </a:cubicBezTo>
                  <a:cubicBezTo>
                    <a:pt x="182" y="440"/>
                    <a:pt x="175" y="446"/>
                    <a:pt x="175" y="454"/>
                  </a:cubicBezTo>
                  <a:cubicBezTo>
                    <a:pt x="175" y="462"/>
                    <a:pt x="182" y="469"/>
                    <a:pt x="190" y="469"/>
                  </a:cubicBezTo>
                  <a:cubicBezTo>
                    <a:pt x="220" y="469"/>
                    <a:pt x="220" y="469"/>
                    <a:pt x="220" y="469"/>
                  </a:cubicBezTo>
                  <a:cubicBezTo>
                    <a:pt x="324" y="469"/>
                    <a:pt x="409" y="384"/>
                    <a:pt x="409" y="278"/>
                  </a:cubicBezTo>
                  <a:cubicBezTo>
                    <a:pt x="409" y="174"/>
                    <a:pt x="324" y="89"/>
                    <a:pt x="220" y="89"/>
                  </a:cubicBezTo>
                  <a:cubicBezTo>
                    <a:pt x="50" y="89"/>
                    <a:pt x="50" y="89"/>
                    <a:pt x="50" y="89"/>
                  </a:cubicBezTo>
                  <a:cubicBezTo>
                    <a:pt x="113" y="26"/>
                    <a:pt x="113" y="26"/>
                    <a:pt x="113" y="26"/>
                  </a:cubicBezTo>
                  <a:cubicBezTo>
                    <a:pt x="118" y="20"/>
                    <a:pt x="118" y="11"/>
                    <a:pt x="113" y="5"/>
                  </a:cubicBezTo>
                  <a:cubicBezTo>
                    <a:pt x="107" y="0"/>
                    <a:pt x="98" y="0"/>
                    <a:pt x="92" y="5"/>
                  </a:cubicBezTo>
                  <a:cubicBezTo>
                    <a:pt x="4" y="93"/>
                    <a:pt x="4" y="93"/>
                    <a:pt x="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21">
              <a:extLst>
                <a:ext uri="{FF2B5EF4-FFF2-40B4-BE49-F238E27FC236}">
                  <a16:creationId xmlns:a16="http://schemas.microsoft.com/office/drawing/2014/main" id="{E99FA526-46B1-F3E2-287C-2FA12B6898E3}"/>
                </a:ext>
              </a:extLst>
            </p:cNvPr>
            <p:cNvSpPr>
              <a:spLocks noChangeArrowheads="1"/>
            </p:cNvSpPr>
            <p:nvPr/>
          </p:nvSpPr>
          <p:spPr bwMode="auto">
            <a:xfrm>
              <a:off x="550863" y="1266825"/>
              <a:ext cx="147637" cy="169863"/>
            </a:xfrm>
            <a:custGeom>
              <a:avLst/>
              <a:gdLst>
                <a:gd name="T0" fmla="*/ 190 w 411"/>
                <a:gd name="T1" fmla="*/ 380 h 470"/>
                <a:gd name="T2" fmla="*/ 190 w 411"/>
                <a:gd name="T3" fmla="*/ 380 h 470"/>
                <a:gd name="T4" fmla="*/ 361 w 411"/>
                <a:gd name="T5" fmla="*/ 380 h 470"/>
                <a:gd name="T6" fmla="*/ 297 w 411"/>
                <a:gd name="T7" fmla="*/ 443 h 470"/>
                <a:gd name="T8" fmla="*/ 297 w 411"/>
                <a:gd name="T9" fmla="*/ 464 h 470"/>
                <a:gd name="T10" fmla="*/ 318 w 411"/>
                <a:gd name="T11" fmla="*/ 464 h 470"/>
                <a:gd name="T12" fmla="*/ 406 w 411"/>
                <a:gd name="T13" fmla="*/ 376 h 470"/>
                <a:gd name="T14" fmla="*/ 406 w 411"/>
                <a:gd name="T15" fmla="*/ 376 h 470"/>
                <a:gd name="T16" fmla="*/ 409 w 411"/>
                <a:gd name="T17" fmla="*/ 371 h 470"/>
                <a:gd name="T18" fmla="*/ 409 w 411"/>
                <a:gd name="T19" fmla="*/ 360 h 470"/>
                <a:gd name="T20" fmla="*/ 406 w 411"/>
                <a:gd name="T21" fmla="*/ 355 h 470"/>
                <a:gd name="T22" fmla="*/ 406 w 411"/>
                <a:gd name="T23" fmla="*/ 355 h 470"/>
                <a:gd name="T24" fmla="*/ 318 w 411"/>
                <a:gd name="T25" fmla="*/ 268 h 470"/>
                <a:gd name="T26" fmla="*/ 297 w 411"/>
                <a:gd name="T27" fmla="*/ 268 h 470"/>
                <a:gd name="T28" fmla="*/ 297 w 411"/>
                <a:gd name="T29" fmla="*/ 288 h 470"/>
                <a:gd name="T30" fmla="*/ 361 w 411"/>
                <a:gd name="T31" fmla="*/ 351 h 470"/>
                <a:gd name="T32" fmla="*/ 190 w 411"/>
                <a:gd name="T33" fmla="*/ 351 h 470"/>
                <a:gd name="T34" fmla="*/ 76 w 411"/>
                <a:gd name="T35" fmla="*/ 303 h 470"/>
                <a:gd name="T36" fmla="*/ 30 w 411"/>
                <a:gd name="T37" fmla="*/ 189 h 470"/>
                <a:gd name="T38" fmla="*/ 76 w 411"/>
                <a:gd name="T39" fmla="*/ 75 h 470"/>
                <a:gd name="T40" fmla="*/ 190 w 411"/>
                <a:gd name="T41" fmla="*/ 29 h 470"/>
                <a:gd name="T42" fmla="*/ 219 w 411"/>
                <a:gd name="T43" fmla="*/ 29 h 470"/>
                <a:gd name="T44" fmla="*/ 234 w 411"/>
                <a:gd name="T45" fmla="*/ 14 h 470"/>
                <a:gd name="T46" fmla="*/ 219 w 411"/>
                <a:gd name="T47" fmla="*/ 0 h 470"/>
                <a:gd name="T48" fmla="*/ 190 w 411"/>
                <a:gd name="T49" fmla="*/ 0 h 470"/>
                <a:gd name="T50" fmla="*/ 0 w 411"/>
                <a:gd name="T51" fmla="*/ 189 h 470"/>
                <a:gd name="T52" fmla="*/ 190 w 411"/>
                <a:gd name="T53" fmla="*/ 380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11" h="470">
                  <a:moveTo>
                    <a:pt x="190" y="380"/>
                  </a:moveTo>
                  <a:lnTo>
                    <a:pt x="190" y="380"/>
                  </a:lnTo>
                  <a:cubicBezTo>
                    <a:pt x="361" y="380"/>
                    <a:pt x="361" y="380"/>
                    <a:pt x="361" y="380"/>
                  </a:cubicBezTo>
                  <a:cubicBezTo>
                    <a:pt x="297" y="443"/>
                    <a:pt x="297" y="443"/>
                    <a:pt x="297" y="443"/>
                  </a:cubicBezTo>
                  <a:cubicBezTo>
                    <a:pt x="292" y="449"/>
                    <a:pt x="292" y="458"/>
                    <a:pt x="297" y="464"/>
                  </a:cubicBezTo>
                  <a:cubicBezTo>
                    <a:pt x="303" y="469"/>
                    <a:pt x="313" y="469"/>
                    <a:pt x="318" y="464"/>
                  </a:cubicBezTo>
                  <a:cubicBezTo>
                    <a:pt x="406" y="376"/>
                    <a:pt x="406" y="376"/>
                    <a:pt x="406" y="376"/>
                  </a:cubicBezTo>
                  <a:lnTo>
                    <a:pt x="406" y="376"/>
                  </a:lnTo>
                  <a:cubicBezTo>
                    <a:pt x="407" y="375"/>
                    <a:pt x="409" y="373"/>
                    <a:pt x="409" y="371"/>
                  </a:cubicBezTo>
                  <a:cubicBezTo>
                    <a:pt x="410" y="368"/>
                    <a:pt x="410" y="364"/>
                    <a:pt x="409" y="360"/>
                  </a:cubicBezTo>
                  <a:cubicBezTo>
                    <a:pt x="409" y="358"/>
                    <a:pt x="407" y="357"/>
                    <a:pt x="406" y="355"/>
                  </a:cubicBezTo>
                  <a:lnTo>
                    <a:pt x="406" y="355"/>
                  </a:lnTo>
                  <a:cubicBezTo>
                    <a:pt x="318" y="268"/>
                    <a:pt x="318" y="268"/>
                    <a:pt x="318" y="268"/>
                  </a:cubicBezTo>
                  <a:cubicBezTo>
                    <a:pt x="313" y="262"/>
                    <a:pt x="303" y="262"/>
                    <a:pt x="297" y="268"/>
                  </a:cubicBezTo>
                  <a:cubicBezTo>
                    <a:pt x="292" y="273"/>
                    <a:pt x="292" y="283"/>
                    <a:pt x="297" y="288"/>
                  </a:cubicBezTo>
                  <a:cubicBezTo>
                    <a:pt x="361" y="351"/>
                    <a:pt x="361" y="351"/>
                    <a:pt x="361" y="351"/>
                  </a:cubicBezTo>
                  <a:cubicBezTo>
                    <a:pt x="190" y="351"/>
                    <a:pt x="190" y="351"/>
                    <a:pt x="190" y="351"/>
                  </a:cubicBezTo>
                  <a:cubicBezTo>
                    <a:pt x="146" y="351"/>
                    <a:pt x="105" y="332"/>
                    <a:pt x="76" y="303"/>
                  </a:cubicBezTo>
                  <a:cubicBezTo>
                    <a:pt x="48" y="274"/>
                    <a:pt x="30" y="235"/>
                    <a:pt x="30" y="189"/>
                  </a:cubicBezTo>
                  <a:cubicBezTo>
                    <a:pt x="30" y="145"/>
                    <a:pt x="48" y="106"/>
                    <a:pt x="76" y="75"/>
                  </a:cubicBezTo>
                  <a:cubicBezTo>
                    <a:pt x="105" y="47"/>
                    <a:pt x="146" y="29"/>
                    <a:pt x="190" y="29"/>
                  </a:cubicBezTo>
                  <a:cubicBezTo>
                    <a:pt x="219" y="29"/>
                    <a:pt x="219" y="29"/>
                    <a:pt x="219" y="29"/>
                  </a:cubicBezTo>
                  <a:cubicBezTo>
                    <a:pt x="227" y="29"/>
                    <a:pt x="234" y="22"/>
                    <a:pt x="234" y="14"/>
                  </a:cubicBezTo>
                  <a:cubicBezTo>
                    <a:pt x="234" y="5"/>
                    <a:pt x="227" y="0"/>
                    <a:pt x="219" y="0"/>
                  </a:cubicBezTo>
                  <a:cubicBezTo>
                    <a:pt x="190" y="0"/>
                    <a:pt x="190" y="0"/>
                    <a:pt x="190" y="0"/>
                  </a:cubicBezTo>
                  <a:cubicBezTo>
                    <a:pt x="85" y="0"/>
                    <a:pt x="0" y="85"/>
                    <a:pt x="0" y="189"/>
                  </a:cubicBezTo>
                  <a:cubicBezTo>
                    <a:pt x="0" y="295"/>
                    <a:pt x="85" y="380"/>
                    <a:pt x="190"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 name="Group 29">
            <a:extLst>
              <a:ext uri="{FF2B5EF4-FFF2-40B4-BE49-F238E27FC236}">
                <a16:creationId xmlns:a16="http://schemas.microsoft.com/office/drawing/2014/main" id="{F1923D83-A9C0-5291-0771-8BC94E1B8D03}"/>
              </a:ext>
            </a:extLst>
          </p:cNvPr>
          <p:cNvGrpSpPr/>
          <p:nvPr/>
        </p:nvGrpSpPr>
        <p:grpSpPr>
          <a:xfrm>
            <a:off x="2724274" y="1370434"/>
            <a:ext cx="211137" cy="255588"/>
            <a:chOff x="1582738" y="1708150"/>
            <a:chExt cx="211137" cy="255588"/>
          </a:xfrm>
          <a:solidFill>
            <a:schemeClr val="tx2"/>
          </a:solidFill>
        </p:grpSpPr>
        <p:sp>
          <p:nvSpPr>
            <p:cNvPr id="27" name="Freeform 22">
              <a:extLst>
                <a:ext uri="{FF2B5EF4-FFF2-40B4-BE49-F238E27FC236}">
                  <a16:creationId xmlns:a16="http://schemas.microsoft.com/office/drawing/2014/main" id="{87A29A67-53BB-ED0B-1BE6-670BFE6C9D08}"/>
                </a:ext>
              </a:extLst>
            </p:cNvPr>
            <p:cNvSpPr>
              <a:spLocks noChangeArrowheads="1"/>
            </p:cNvSpPr>
            <p:nvPr/>
          </p:nvSpPr>
          <p:spPr bwMode="auto">
            <a:xfrm>
              <a:off x="1655763" y="1708150"/>
              <a:ext cx="138112" cy="255588"/>
            </a:xfrm>
            <a:custGeom>
              <a:avLst/>
              <a:gdLst>
                <a:gd name="T0" fmla="*/ 383 w 384"/>
                <a:gd name="T1" fmla="*/ 354 h 708"/>
                <a:gd name="T2" fmla="*/ 383 w 384"/>
                <a:gd name="T3" fmla="*/ 354 h 708"/>
                <a:gd name="T4" fmla="*/ 377 w 384"/>
                <a:gd name="T5" fmla="*/ 343 h 708"/>
                <a:gd name="T6" fmla="*/ 26 w 384"/>
                <a:gd name="T7" fmla="*/ 7 h 708"/>
                <a:gd name="T8" fmla="*/ 5 w 384"/>
                <a:gd name="T9" fmla="*/ 7 h 708"/>
                <a:gd name="T10" fmla="*/ 7 w 384"/>
                <a:gd name="T11" fmla="*/ 28 h 708"/>
                <a:gd name="T12" fmla="*/ 347 w 384"/>
                <a:gd name="T13" fmla="*/ 354 h 708"/>
                <a:gd name="T14" fmla="*/ 7 w 384"/>
                <a:gd name="T15" fmla="*/ 680 h 708"/>
                <a:gd name="T16" fmla="*/ 5 w 384"/>
                <a:gd name="T17" fmla="*/ 700 h 708"/>
                <a:gd name="T18" fmla="*/ 26 w 384"/>
                <a:gd name="T19" fmla="*/ 702 h 708"/>
                <a:gd name="T20" fmla="*/ 26 w 384"/>
                <a:gd name="T21" fmla="*/ 702 h 708"/>
                <a:gd name="T22" fmla="*/ 377 w 384"/>
                <a:gd name="T23" fmla="*/ 364 h 708"/>
                <a:gd name="T24" fmla="*/ 383 w 384"/>
                <a:gd name="T25" fmla="*/ 35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383" y="354"/>
                  </a:moveTo>
                  <a:lnTo>
                    <a:pt x="383" y="354"/>
                  </a:lnTo>
                  <a:cubicBezTo>
                    <a:pt x="383" y="350"/>
                    <a:pt x="382" y="346"/>
                    <a:pt x="377" y="343"/>
                  </a:cubicBezTo>
                  <a:cubicBezTo>
                    <a:pt x="26" y="7"/>
                    <a:pt x="26" y="7"/>
                    <a:pt x="26" y="7"/>
                  </a:cubicBezTo>
                  <a:cubicBezTo>
                    <a:pt x="21"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cubicBezTo>
                    <a:pt x="11" y="707"/>
                    <a:pt x="21" y="707"/>
                    <a:pt x="26" y="702"/>
                  </a:cubicBezTo>
                  <a:lnTo>
                    <a:pt x="26" y="702"/>
                  </a:lnTo>
                  <a:cubicBezTo>
                    <a:pt x="377" y="364"/>
                    <a:pt x="377" y="364"/>
                    <a:pt x="377" y="364"/>
                  </a:cubicBezTo>
                  <a:cubicBezTo>
                    <a:pt x="382" y="361"/>
                    <a:pt x="383" y="357"/>
                    <a:pt x="383" y="3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3">
              <a:extLst>
                <a:ext uri="{FF2B5EF4-FFF2-40B4-BE49-F238E27FC236}">
                  <a16:creationId xmlns:a16="http://schemas.microsoft.com/office/drawing/2014/main" id="{CBF6BD6C-970E-79C2-1FEB-99B17BD4C28C}"/>
                </a:ext>
              </a:extLst>
            </p:cNvPr>
            <p:cNvSpPr>
              <a:spLocks noChangeArrowheads="1"/>
            </p:cNvSpPr>
            <p:nvPr/>
          </p:nvSpPr>
          <p:spPr bwMode="auto">
            <a:xfrm>
              <a:off x="1582738" y="1708150"/>
              <a:ext cx="138112" cy="255588"/>
            </a:xfrm>
            <a:custGeom>
              <a:avLst/>
              <a:gdLst>
                <a:gd name="T0" fmla="*/ 6 w 383"/>
                <a:gd name="T1" fmla="*/ 700 h 708"/>
                <a:gd name="T2" fmla="*/ 6 w 383"/>
                <a:gd name="T3" fmla="*/ 700 h 708"/>
                <a:gd name="T4" fmla="*/ 27 w 383"/>
                <a:gd name="T5" fmla="*/ 702 h 708"/>
                <a:gd name="T6" fmla="*/ 27 w 383"/>
                <a:gd name="T7" fmla="*/ 702 h 708"/>
                <a:gd name="T8" fmla="*/ 378 w 383"/>
                <a:gd name="T9" fmla="*/ 364 h 708"/>
                <a:gd name="T10" fmla="*/ 382 w 383"/>
                <a:gd name="T11" fmla="*/ 354 h 708"/>
                <a:gd name="T12" fmla="*/ 378 w 383"/>
                <a:gd name="T13" fmla="*/ 343 h 708"/>
                <a:gd name="T14" fmla="*/ 27 w 383"/>
                <a:gd name="T15" fmla="*/ 7 h 708"/>
                <a:gd name="T16" fmla="*/ 6 w 383"/>
                <a:gd name="T17" fmla="*/ 7 h 708"/>
                <a:gd name="T18" fmla="*/ 6 w 383"/>
                <a:gd name="T19" fmla="*/ 28 h 708"/>
                <a:gd name="T20" fmla="*/ 346 w 383"/>
                <a:gd name="T21" fmla="*/ 354 h 708"/>
                <a:gd name="T22" fmla="*/ 6 w 383"/>
                <a:gd name="T23" fmla="*/ 680 h 708"/>
                <a:gd name="T24" fmla="*/ 6 w 383"/>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3" h="708">
                  <a:moveTo>
                    <a:pt x="6" y="700"/>
                  </a:moveTo>
                  <a:lnTo>
                    <a:pt x="6" y="700"/>
                  </a:lnTo>
                  <a:cubicBezTo>
                    <a:pt x="11" y="707"/>
                    <a:pt x="21" y="707"/>
                    <a:pt x="27" y="702"/>
                  </a:cubicBezTo>
                  <a:lnTo>
                    <a:pt x="27" y="702"/>
                  </a:lnTo>
                  <a:cubicBezTo>
                    <a:pt x="378" y="364"/>
                    <a:pt x="378" y="364"/>
                    <a:pt x="378" y="364"/>
                  </a:cubicBezTo>
                  <a:cubicBezTo>
                    <a:pt x="381" y="361"/>
                    <a:pt x="382" y="357"/>
                    <a:pt x="382" y="354"/>
                  </a:cubicBezTo>
                  <a:cubicBezTo>
                    <a:pt x="382" y="350"/>
                    <a:pt x="381" y="346"/>
                    <a:pt x="378" y="343"/>
                  </a:cubicBezTo>
                  <a:cubicBezTo>
                    <a:pt x="27" y="7"/>
                    <a:pt x="27" y="7"/>
                    <a:pt x="27" y="7"/>
                  </a:cubicBezTo>
                  <a:cubicBezTo>
                    <a:pt x="21" y="0"/>
                    <a:pt x="11" y="1"/>
                    <a:pt x="6" y="7"/>
                  </a:cubicBezTo>
                  <a:cubicBezTo>
                    <a:pt x="0" y="12"/>
                    <a:pt x="0" y="22"/>
                    <a:pt x="6" y="28"/>
                  </a:cubicBezTo>
                  <a:cubicBezTo>
                    <a:pt x="346" y="354"/>
                    <a:pt x="346" y="354"/>
                    <a:pt x="346" y="354"/>
                  </a:cubicBezTo>
                  <a:cubicBezTo>
                    <a:pt x="6" y="680"/>
                    <a:pt x="6" y="680"/>
                    <a:pt x="6" y="680"/>
                  </a:cubicBezTo>
                  <a:cubicBezTo>
                    <a:pt x="0" y="685"/>
                    <a:pt x="0" y="695"/>
                    <a:pt x="6" y="7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 name="Freeform 24">
            <a:extLst>
              <a:ext uri="{FF2B5EF4-FFF2-40B4-BE49-F238E27FC236}">
                <a16:creationId xmlns:a16="http://schemas.microsoft.com/office/drawing/2014/main" id="{A560381C-CD40-0E8E-3488-70C813DE62D6}"/>
              </a:ext>
            </a:extLst>
          </p:cNvPr>
          <p:cNvSpPr>
            <a:spLocks noChangeArrowheads="1"/>
          </p:cNvSpPr>
          <p:nvPr/>
        </p:nvSpPr>
        <p:spPr bwMode="auto">
          <a:xfrm>
            <a:off x="3271961" y="1370434"/>
            <a:ext cx="138113" cy="255588"/>
          </a:xfrm>
          <a:custGeom>
            <a:avLst/>
            <a:gdLst>
              <a:gd name="T0" fmla="*/ 5 w 384"/>
              <a:gd name="T1" fmla="*/ 700 h 708"/>
              <a:gd name="T2" fmla="*/ 5 w 384"/>
              <a:gd name="T3" fmla="*/ 700 h 708"/>
              <a:gd name="T4" fmla="*/ 26 w 384"/>
              <a:gd name="T5" fmla="*/ 702 h 708"/>
              <a:gd name="T6" fmla="*/ 26 w 384"/>
              <a:gd name="T7" fmla="*/ 702 h 708"/>
              <a:gd name="T8" fmla="*/ 377 w 384"/>
              <a:gd name="T9" fmla="*/ 364 h 708"/>
              <a:gd name="T10" fmla="*/ 383 w 384"/>
              <a:gd name="T11" fmla="*/ 354 h 708"/>
              <a:gd name="T12" fmla="*/ 377 w 384"/>
              <a:gd name="T13" fmla="*/ 343 h 708"/>
              <a:gd name="T14" fmla="*/ 26 w 384"/>
              <a:gd name="T15" fmla="*/ 7 h 708"/>
              <a:gd name="T16" fmla="*/ 5 w 384"/>
              <a:gd name="T17" fmla="*/ 7 h 708"/>
              <a:gd name="T18" fmla="*/ 7 w 384"/>
              <a:gd name="T19" fmla="*/ 28 h 708"/>
              <a:gd name="T20" fmla="*/ 347 w 384"/>
              <a:gd name="T21" fmla="*/ 354 h 708"/>
              <a:gd name="T22" fmla="*/ 7 w 384"/>
              <a:gd name="T23" fmla="*/ 680 h 708"/>
              <a:gd name="T24" fmla="*/ 5 w 384"/>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5" y="700"/>
                </a:moveTo>
                <a:lnTo>
                  <a:pt x="5" y="700"/>
                </a:lnTo>
                <a:cubicBezTo>
                  <a:pt x="11" y="707"/>
                  <a:pt x="20" y="707"/>
                  <a:pt x="26" y="702"/>
                </a:cubicBezTo>
                <a:lnTo>
                  <a:pt x="26" y="702"/>
                </a:lnTo>
                <a:cubicBezTo>
                  <a:pt x="377" y="364"/>
                  <a:pt x="377" y="364"/>
                  <a:pt x="377" y="364"/>
                </a:cubicBezTo>
                <a:cubicBezTo>
                  <a:pt x="381" y="361"/>
                  <a:pt x="383" y="357"/>
                  <a:pt x="383" y="354"/>
                </a:cubicBezTo>
                <a:cubicBezTo>
                  <a:pt x="383" y="350"/>
                  <a:pt x="381" y="346"/>
                  <a:pt x="377" y="343"/>
                </a:cubicBezTo>
                <a:cubicBezTo>
                  <a:pt x="26" y="7"/>
                  <a:pt x="26" y="7"/>
                  <a:pt x="26" y="7"/>
                </a:cubicBezTo>
                <a:cubicBezTo>
                  <a:pt x="20"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path>
            </a:pathLst>
          </a:custGeom>
          <a:solidFill>
            <a:schemeClr val="tx2"/>
          </a:solidFill>
          <a:ln>
            <a:noFill/>
          </a:ln>
          <a:effectLst/>
        </p:spPr>
        <p:txBody>
          <a:bodyPr wrap="none" anchor="ctr"/>
          <a:lstStyle/>
          <a:p>
            <a:endParaRPr lang="da-DK"/>
          </a:p>
        </p:txBody>
      </p:sp>
      <p:grpSp>
        <p:nvGrpSpPr>
          <p:cNvPr id="30" name="Group 33">
            <a:extLst>
              <a:ext uri="{FF2B5EF4-FFF2-40B4-BE49-F238E27FC236}">
                <a16:creationId xmlns:a16="http://schemas.microsoft.com/office/drawing/2014/main" id="{13AD6377-4CA0-9C3C-47B7-EF45E2C93574}"/>
              </a:ext>
            </a:extLst>
          </p:cNvPr>
          <p:cNvGrpSpPr/>
          <p:nvPr/>
        </p:nvGrpSpPr>
        <p:grpSpPr>
          <a:xfrm>
            <a:off x="2197224" y="1899072"/>
            <a:ext cx="254000" cy="212725"/>
            <a:chOff x="1055688" y="2235200"/>
            <a:chExt cx="254000" cy="212725"/>
          </a:xfrm>
          <a:solidFill>
            <a:schemeClr val="tx2"/>
          </a:solidFill>
        </p:grpSpPr>
        <p:sp>
          <p:nvSpPr>
            <p:cNvPr id="31" name="Freeform 25">
              <a:extLst>
                <a:ext uri="{FF2B5EF4-FFF2-40B4-BE49-F238E27FC236}">
                  <a16:creationId xmlns:a16="http://schemas.microsoft.com/office/drawing/2014/main" id="{46DDE4F8-CF74-4FD8-03AA-E35573B7DB98}"/>
                </a:ext>
              </a:extLst>
            </p:cNvPr>
            <p:cNvSpPr>
              <a:spLocks noChangeArrowheads="1"/>
            </p:cNvSpPr>
            <p:nvPr/>
          </p:nvSpPr>
          <p:spPr bwMode="auto">
            <a:xfrm>
              <a:off x="1055688" y="2266950"/>
              <a:ext cx="254000" cy="180975"/>
            </a:xfrm>
            <a:custGeom>
              <a:avLst/>
              <a:gdLst>
                <a:gd name="T0" fmla="*/ 393 w 705"/>
                <a:gd name="T1" fmla="*/ 231 h 501"/>
                <a:gd name="T2" fmla="*/ 393 w 705"/>
                <a:gd name="T3" fmla="*/ 231 h 501"/>
                <a:gd name="T4" fmla="*/ 250 w 705"/>
                <a:gd name="T5" fmla="*/ 77 h 501"/>
                <a:gd name="T6" fmla="*/ 15 w 705"/>
                <a:gd name="T7" fmla="*/ 0 h 501"/>
                <a:gd name="T8" fmla="*/ 0 w 705"/>
                <a:gd name="T9" fmla="*/ 15 h 501"/>
                <a:gd name="T10" fmla="*/ 15 w 705"/>
                <a:gd name="T11" fmla="*/ 30 h 501"/>
                <a:gd name="T12" fmla="*/ 15 w 705"/>
                <a:gd name="T13" fmla="*/ 30 h 501"/>
                <a:gd name="T14" fmla="*/ 213 w 705"/>
                <a:gd name="T15" fmla="*/ 86 h 501"/>
                <a:gd name="T16" fmla="*/ 312 w 705"/>
                <a:gd name="T17" fmla="*/ 180 h 501"/>
                <a:gd name="T18" fmla="*/ 455 w 705"/>
                <a:gd name="T19" fmla="*/ 333 h 501"/>
                <a:gd name="T20" fmla="*/ 655 w 705"/>
                <a:gd name="T21" fmla="*/ 409 h 501"/>
                <a:gd name="T22" fmla="*/ 590 w 705"/>
                <a:gd name="T23" fmla="*/ 474 h 501"/>
                <a:gd name="T24" fmla="*/ 590 w 705"/>
                <a:gd name="T25" fmla="*/ 494 h 501"/>
                <a:gd name="T26" fmla="*/ 611 w 705"/>
                <a:gd name="T27" fmla="*/ 494 h 501"/>
                <a:gd name="T28" fmla="*/ 699 w 705"/>
                <a:gd name="T29" fmla="*/ 406 h 501"/>
                <a:gd name="T30" fmla="*/ 699 w 705"/>
                <a:gd name="T31" fmla="*/ 406 h 501"/>
                <a:gd name="T32" fmla="*/ 703 w 705"/>
                <a:gd name="T33" fmla="*/ 401 h 501"/>
                <a:gd name="T34" fmla="*/ 703 w 705"/>
                <a:gd name="T35" fmla="*/ 390 h 501"/>
                <a:gd name="T36" fmla="*/ 699 w 705"/>
                <a:gd name="T37" fmla="*/ 386 h 501"/>
                <a:gd name="T38" fmla="*/ 699 w 705"/>
                <a:gd name="T39" fmla="*/ 386 h 501"/>
                <a:gd name="T40" fmla="*/ 611 w 705"/>
                <a:gd name="T41" fmla="*/ 298 h 501"/>
                <a:gd name="T42" fmla="*/ 590 w 705"/>
                <a:gd name="T43" fmla="*/ 298 h 501"/>
                <a:gd name="T44" fmla="*/ 590 w 705"/>
                <a:gd name="T45" fmla="*/ 318 h 501"/>
                <a:gd name="T46" fmla="*/ 652 w 705"/>
                <a:gd name="T47" fmla="*/ 379 h 501"/>
                <a:gd name="T48" fmla="*/ 492 w 705"/>
                <a:gd name="T49" fmla="*/ 324 h 501"/>
                <a:gd name="T50" fmla="*/ 393 w 705"/>
                <a:gd name="T51" fmla="*/ 231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5" h="501">
                  <a:moveTo>
                    <a:pt x="393" y="231"/>
                  </a:moveTo>
                  <a:lnTo>
                    <a:pt x="393" y="231"/>
                  </a:lnTo>
                  <a:cubicBezTo>
                    <a:pt x="349" y="180"/>
                    <a:pt x="306" y="122"/>
                    <a:pt x="250" y="77"/>
                  </a:cubicBezTo>
                  <a:cubicBezTo>
                    <a:pt x="192" y="32"/>
                    <a:pt x="120" y="0"/>
                    <a:pt x="15" y="0"/>
                  </a:cubicBezTo>
                  <a:cubicBezTo>
                    <a:pt x="7" y="0"/>
                    <a:pt x="0" y="7"/>
                    <a:pt x="0" y="15"/>
                  </a:cubicBezTo>
                  <a:cubicBezTo>
                    <a:pt x="0" y="23"/>
                    <a:pt x="7" y="30"/>
                    <a:pt x="15" y="30"/>
                  </a:cubicBezTo>
                  <a:lnTo>
                    <a:pt x="15" y="30"/>
                  </a:lnTo>
                  <a:cubicBezTo>
                    <a:pt x="103" y="30"/>
                    <a:pt x="164" y="52"/>
                    <a:pt x="213" y="86"/>
                  </a:cubicBezTo>
                  <a:cubicBezTo>
                    <a:pt x="250" y="113"/>
                    <a:pt x="282" y="144"/>
                    <a:pt x="312" y="180"/>
                  </a:cubicBezTo>
                  <a:cubicBezTo>
                    <a:pt x="356" y="232"/>
                    <a:pt x="398" y="288"/>
                    <a:pt x="455" y="333"/>
                  </a:cubicBezTo>
                  <a:cubicBezTo>
                    <a:pt x="505" y="373"/>
                    <a:pt x="568" y="404"/>
                    <a:pt x="655" y="409"/>
                  </a:cubicBezTo>
                  <a:cubicBezTo>
                    <a:pt x="590" y="474"/>
                    <a:pt x="590" y="474"/>
                    <a:pt x="590" y="474"/>
                  </a:cubicBezTo>
                  <a:cubicBezTo>
                    <a:pt x="585" y="479"/>
                    <a:pt x="585" y="489"/>
                    <a:pt x="590" y="494"/>
                  </a:cubicBezTo>
                  <a:cubicBezTo>
                    <a:pt x="596" y="500"/>
                    <a:pt x="606" y="500"/>
                    <a:pt x="611" y="494"/>
                  </a:cubicBezTo>
                  <a:cubicBezTo>
                    <a:pt x="699" y="406"/>
                    <a:pt x="699" y="406"/>
                    <a:pt x="699" y="406"/>
                  </a:cubicBezTo>
                  <a:lnTo>
                    <a:pt x="699" y="406"/>
                  </a:lnTo>
                  <a:cubicBezTo>
                    <a:pt x="700" y="405"/>
                    <a:pt x="702" y="404"/>
                    <a:pt x="703" y="401"/>
                  </a:cubicBezTo>
                  <a:cubicBezTo>
                    <a:pt x="704" y="398"/>
                    <a:pt x="704" y="394"/>
                    <a:pt x="703" y="390"/>
                  </a:cubicBezTo>
                  <a:cubicBezTo>
                    <a:pt x="702" y="388"/>
                    <a:pt x="700" y="387"/>
                    <a:pt x="699" y="386"/>
                  </a:cubicBezTo>
                  <a:lnTo>
                    <a:pt x="699" y="386"/>
                  </a:lnTo>
                  <a:cubicBezTo>
                    <a:pt x="611" y="298"/>
                    <a:pt x="611" y="298"/>
                    <a:pt x="611" y="298"/>
                  </a:cubicBezTo>
                  <a:cubicBezTo>
                    <a:pt x="606" y="292"/>
                    <a:pt x="596" y="292"/>
                    <a:pt x="590" y="298"/>
                  </a:cubicBezTo>
                  <a:cubicBezTo>
                    <a:pt x="585" y="303"/>
                    <a:pt x="585" y="313"/>
                    <a:pt x="590" y="318"/>
                  </a:cubicBezTo>
                  <a:cubicBezTo>
                    <a:pt x="652" y="379"/>
                    <a:pt x="652" y="379"/>
                    <a:pt x="652" y="379"/>
                  </a:cubicBezTo>
                  <a:cubicBezTo>
                    <a:pt x="584" y="373"/>
                    <a:pt x="533" y="353"/>
                    <a:pt x="492" y="324"/>
                  </a:cubicBezTo>
                  <a:cubicBezTo>
                    <a:pt x="453" y="298"/>
                    <a:pt x="423" y="266"/>
                    <a:pt x="393" y="2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 name="Freeform 26">
              <a:extLst>
                <a:ext uri="{FF2B5EF4-FFF2-40B4-BE49-F238E27FC236}">
                  <a16:creationId xmlns:a16="http://schemas.microsoft.com/office/drawing/2014/main" id="{1D036762-063D-97FB-3CDD-DA5F01E8F261}"/>
                </a:ext>
              </a:extLst>
            </p:cNvPr>
            <p:cNvSpPr>
              <a:spLocks noChangeArrowheads="1"/>
            </p:cNvSpPr>
            <p:nvPr/>
          </p:nvSpPr>
          <p:spPr bwMode="auto">
            <a:xfrm>
              <a:off x="1190625" y="2235200"/>
              <a:ext cx="119063" cy="95250"/>
            </a:xfrm>
            <a:custGeom>
              <a:avLst/>
              <a:gdLst>
                <a:gd name="T0" fmla="*/ 325 w 331"/>
                <a:gd name="T1" fmla="*/ 93 h 266"/>
                <a:gd name="T2" fmla="*/ 325 w 331"/>
                <a:gd name="T3" fmla="*/ 93 h 266"/>
                <a:gd name="T4" fmla="*/ 325 w 331"/>
                <a:gd name="T5" fmla="*/ 93 h 266"/>
                <a:gd name="T6" fmla="*/ 237 w 331"/>
                <a:gd name="T7" fmla="*/ 5 h 266"/>
                <a:gd name="T8" fmla="*/ 216 w 331"/>
                <a:gd name="T9" fmla="*/ 5 h 266"/>
                <a:gd name="T10" fmla="*/ 216 w 331"/>
                <a:gd name="T11" fmla="*/ 26 h 266"/>
                <a:gd name="T12" fmla="*/ 281 w 331"/>
                <a:gd name="T13" fmla="*/ 90 h 266"/>
                <a:gd name="T14" fmla="*/ 127 w 331"/>
                <a:gd name="T15" fmla="*/ 134 h 266"/>
                <a:gd name="T16" fmla="*/ 5 w 331"/>
                <a:gd name="T17" fmla="*/ 239 h 266"/>
                <a:gd name="T18" fmla="*/ 6 w 331"/>
                <a:gd name="T19" fmla="*/ 261 h 266"/>
                <a:gd name="T20" fmla="*/ 27 w 331"/>
                <a:gd name="T21" fmla="*/ 259 h 266"/>
                <a:gd name="T22" fmla="*/ 142 w 331"/>
                <a:gd name="T23" fmla="*/ 160 h 266"/>
                <a:gd name="T24" fmla="*/ 278 w 331"/>
                <a:gd name="T25" fmla="*/ 121 h 266"/>
                <a:gd name="T26" fmla="*/ 216 w 331"/>
                <a:gd name="T27" fmla="*/ 181 h 266"/>
                <a:gd name="T28" fmla="*/ 216 w 331"/>
                <a:gd name="T29" fmla="*/ 202 h 266"/>
                <a:gd name="T30" fmla="*/ 237 w 331"/>
                <a:gd name="T31" fmla="*/ 202 h 266"/>
                <a:gd name="T32" fmla="*/ 325 w 331"/>
                <a:gd name="T33" fmla="*/ 114 h 266"/>
                <a:gd name="T34" fmla="*/ 325 w 331"/>
                <a:gd name="T35" fmla="*/ 114 h 266"/>
                <a:gd name="T36" fmla="*/ 329 w 331"/>
                <a:gd name="T37" fmla="*/ 110 h 266"/>
                <a:gd name="T38" fmla="*/ 329 w 331"/>
                <a:gd name="T39" fmla="*/ 99 h 266"/>
                <a:gd name="T40" fmla="*/ 325 w 331"/>
                <a:gd name="T41" fmla="*/ 9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31" h="266">
                  <a:moveTo>
                    <a:pt x="325" y="93"/>
                  </a:moveTo>
                  <a:lnTo>
                    <a:pt x="325" y="93"/>
                  </a:lnTo>
                  <a:lnTo>
                    <a:pt x="325" y="93"/>
                  </a:lnTo>
                  <a:cubicBezTo>
                    <a:pt x="237" y="5"/>
                    <a:pt x="237" y="5"/>
                    <a:pt x="237" y="5"/>
                  </a:cubicBezTo>
                  <a:cubicBezTo>
                    <a:pt x="232" y="0"/>
                    <a:pt x="222" y="0"/>
                    <a:pt x="216" y="5"/>
                  </a:cubicBezTo>
                  <a:cubicBezTo>
                    <a:pt x="211" y="12"/>
                    <a:pt x="211" y="20"/>
                    <a:pt x="216" y="26"/>
                  </a:cubicBezTo>
                  <a:cubicBezTo>
                    <a:pt x="281" y="90"/>
                    <a:pt x="281" y="90"/>
                    <a:pt x="281" y="90"/>
                  </a:cubicBezTo>
                  <a:cubicBezTo>
                    <a:pt x="219" y="94"/>
                    <a:pt x="170" y="111"/>
                    <a:pt x="127" y="134"/>
                  </a:cubicBezTo>
                  <a:cubicBezTo>
                    <a:pt x="78" y="162"/>
                    <a:pt x="41" y="200"/>
                    <a:pt x="5" y="239"/>
                  </a:cubicBezTo>
                  <a:cubicBezTo>
                    <a:pt x="0" y="245"/>
                    <a:pt x="1" y="255"/>
                    <a:pt x="6" y="261"/>
                  </a:cubicBezTo>
                  <a:cubicBezTo>
                    <a:pt x="13" y="265"/>
                    <a:pt x="22" y="265"/>
                    <a:pt x="27" y="259"/>
                  </a:cubicBezTo>
                  <a:cubicBezTo>
                    <a:pt x="61" y="221"/>
                    <a:pt x="97" y="185"/>
                    <a:pt x="142" y="160"/>
                  </a:cubicBezTo>
                  <a:cubicBezTo>
                    <a:pt x="179" y="140"/>
                    <a:pt x="223" y="125"/>
                    <a:pt x="278" y="121"/>
                  </a:cubicBezTo>
                  <a:cubicBezTo>
                    <a:pt x="216" y="181"/>
                    <a:pt x="216" y="181"/>
                    <a:pt x="216" y="181"/>
                  </a:cubicBezTo>
                  <a:cubicBezTo>
                    <a:pt x="211" y="188"/>
                    <a:pt x="211" y="196"/>
                    <a:pt x="216" y="202"/>
                  </a:cubicBezTo>
                  <a:cubicBezTo>
                    <a:pt x="222" y="208"/>
                    <a:pt x="232" y="208"/>
                    <a:pt x="237" y="202"/>
                  </a:cubicBezTo>
                  <a:cubicBezTo>
                    <a:pt x="325" y="114"/>
                    <a:pt x="325" y="114"/>
                    <a:pt x="325" y="114"/>
                  </a:cubicBezTo>
                  <a:lnTo>
                    <a:pt x="325" y="114"/>
                  </a:lnTo>
                  <a:cubicBezTo>
                    <a:pt x="326" y="112"/>
                    <a:pt x="328" y="111"/>
                    <a:pt x="329" y="110"/>
                  </a:cubicBezTo>
                  <a:cubicBezTo>
                    <a:pt x="330" y="105"/>
                    <a:pt x="330" y="101"/>
                    <a:pt x="329" y="99"/>
                  </a:cubicBezTo>
                  <a:cubicBezTo>
                    <a:pt x="328" y="97"/>
                    <a:pt x="326" y="94"/>
                    <a:pt x="325"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 name="Freeform 27">
              <a:extLst>
                <a:ext uri="{FF2B5EF4-FFF2-40B4-BE49-F238E27FC236}">
                  <a16:creationId xmlns:a16="http://schemas.microsoft.com/office/drawing/2014/main" id="{C598C163-B561-5367-59B3-E6723F3EFD49}"/>
                </a:ext>
              </a:extLst>
            </p:cNvPr>
            <p:cNvSpPr>
              <a:spLocks noChangeArrowheads="1"/>
            </p:cNvSpPr>
            <p:nvPr/>
          </p:nvSpPr>
          <p:spPr bwMode="auto">
            <a:xfrm>
              <a:off x="1055688" y="2351088"/>
              <a:ext cx="119062" cy="63500"/>
            </a:xfrm>
            <a:custGeom>
              <a:avLst/>
              <a:gdLst>
                <a:gd name="T0" fmla="*/ 324 w 331"/>
                <a:gd name="T1" fmla="*/ 26 h 176"/>
                <a:gd name="T2" fmla="*/ 324 w 331"/>
                <a:gd name="T3" fmla="*/ 26 h 176"/>
                <a:gd name="T4" fmla="*/ 323 w 331"/>
                <a:gd name="T5" fmla="*/ 5 h 176"/>
                <a:gd name="T6" fmla="*/ 302 w 331"/>
                <a:gd name="T7" fmla="*/ 7 h 176"/>
                <a:gd name="T8" fmla="*/ 302 w 331"/>
                <a:gd name="T9" fmla="*/ 7 h 176"/>
                <a:gd name="T10" fmla="*/ 188 w 331"/>
                <a:gd name="T11" fmla="*/ 104 h 176"/>
                <a:gd name="T12" fmla="*/ 15 w 331"/>
                <a:gd name="T13" fmla="*/ 147 h 176"/>
                <a:gd name="T14" fmla="*/ 0 w 331"/>
                <a:gd name="T15" fmla="*/ 160 h 176"/>
                <a:gd name="T16" fmla="*/ 15 w 331"/>
                <a:gd name="T17" fmla="*/ 175 h 176"/>
                <a:gd name="T18" fmla="*/ 202 w 331"/>
                <a:gd name="T19" fmla="*/ 130 h 176"/>
                <a:gd name="T20" fmla="*/ 324 w 331"/>
                <a:gd name="T21" fmla="*/ 2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31" h="176">
                  <a:moveTo>
                    <a:pt x="324" y="26"/>
                  </a:moveTo>
                  <a:lnTo>
                    <a:pt x="324" y="26"/>
                  </a:lnTo>
                  <a:cubicBezTo>
                    <a:pt x="330" y="19"/>
                    <a:pt x="330" y="9"/>
                    <a:pt x="323" y="5"/>
                  </a:cubicBezTo>
                  <a:cubicBezTo>
                    <a:pt x="317" y="0"/>
                    <a:pt x="308" y="0"/>
                    <a:pt x="302" y="7"/>
                  </a:cubicBezTo>
                  <a:lnTo>
                    <a:pt x="302" y="7"/>
                  </a:lnTo>
                  <a:cubicBezTo>
                    <a:pt x="269" y="45"/>
                    <a:pt x="234" y="79"/>
                    <a:pt x="188" y="104"/>
                  </a:cubicBezTo>
                  <a:cubicBezTo>
                    <a:pt x="143" y="130"/>
                    <a:pt x="88" y="147"/>
                    <a:pt x="15" y="147"/>
                  </a:cubicBezTo>
                  <a:cubicBezTo>
                    <a:pt x="7" y="147"/>
                    <a:pt x="0" y="152"/>
                    <a:pt x="0" y="160"/>
                  </a:cubicBezTo>
                  <a:cubicBezTo>
                    <a:pt x="0" y="169"/>
                    <a:pt x="7" y="175"/>
                    <a:pt x="15" y="175"/>
                  </a:cubicBezTo>
                  <a:cubicBezTo>
                    <a:pt x="92" y="175"/>
                    <a:pt x="153" y="158"/>
                    <a:pt x="202" y="130"/>
                  </a:cubicBezTo>
                  <a:cubicBezTo>
                    <a:pt x="251" y="103"/>
                    <a:pt x="290" y="64"/>
                    <a:pt x="324"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4" name="Group 37">
            <a:extLst>
              <a:ext uri="{FF2B5EF4-FFF2-40B4-BE49-F238E27FC236}">
                <a16:creationId xmlns:a16="http://schemas.microsoft.com/office/drawing/2014/main" id="{E49AC6F3-3615-3FDA-F270-58AC028EF3FC}"/>
              </a:ext>
            </a:extLst>
          </p:cNvPr>
          <p:cNvGrpSpPr/>
          <p:nvPr/>
        </p:nvGrpSpPr>
        <p:grpSpPr>
          <a:xfrm>
            <a:off x="2703636" y="1878434"/>
            <a:ext cx="242888" cy="254000"/>
            <a:chOff x="1562100" y="2214563"/>
            <a:chExt cx="242888" cy="254000"/>
          </a:xfrm>
          <a:solidFill>
            <a:schemeClr val="tx2"/>
          </a:solidFill>
        </p:grpSpPr>
        <p:sp>
          <p:nvSpPr>
            <p:cNvPr id="35" name="Freeform 28">
              <a:extLst>
                <a:ext uri="{FF2B5EF4-FFF2-40B4-BE49-F238E27FC236}">
                  <a16:creationId xmlns:a16="http://schemas.microsoft.com/office/drawing/2014/main" id="{5C2E06A9-A23B-F8F4-CCF5-359F2C6FD807}"/>
                </a:ext>
              </a:extLst>
            </p:cNvPr>
            <p:cNvSpPr>
              <a:spLocks noChangeArrowheads="1"/>
            </p:cNvSpPr>
            <p:nvPr/>
          </p:nvSpPr>
          <p:spPr bwMode="auto">
            <a:xfrm>
              <a:off x="1562100" y="2393950"/>
              <a:ext cx="242888" cy="74613"/>
            </a:xfrm>
            <a:custGeom>
              <a:avLst/>
              <a:gdLst>
                <a:gd name="T0" fmla="*/ 15 w 675"/>
                <a:gd name="T1" fmla="*/ 0 h 207"/>
                <a:gd name="T2" fmla="*/ 15 w 675"/>
                <a:gd name="T3" fmla="*/ 0 h 207"/>
                <a:gd name="T4" fmla="*/ 0 w 675"/>
                <a:gd name="T5" fmla="*/ 15 h 207"/>
                <a:gd name="T6" fmla="*/ 0 w 675"/>
                <a:gd name="T7" fmla="*/ 162 h 207"/>
                <a:gd name="T8" fmla="*/ 14 w 675"/>
                <a:gd name="T9" fmla="*/ 193 h 207"/>
                <a:gd name="T10" fmla="*/ 44 w 675"/>
                <a:gd name="T11" fmla="*/ 206 h 207"/>
                <a:gd name="T12" fmla="*/ 630 w 675"/>
                <a:gd name="T13" fmla="*/ 206 h 207"/>
                <a:gd name="T14" fmla="*/ 674 w 675"/>
                <a:gd name="T15" fmla="*/ 162 h 207"/>
                <a:gd name="T16" fmla="*/ 674 w 675"/>
                <a:gd name="T17" fmla="*/ 15 h 207"/>
                <a:gd name="T18" fmla="*/ 659 w 675"/>
                <a:gd name="T19" fmla="*/ 0 h 207"/>
                <a:gd name="T20" fmla="*/ 645 w 675"/>
                <a:gd name="T21" fmla="*/ 15 h 207"/>
                <a:gd name="T22" fmla="*/ 645 w 675"/>
                <a:gd name="T23" fmla="*/ 15 h 207"/>
                <a:gd name="T24" fmla="*/ 645 w 675"/>
                <a:gd name="T25" fmla="*/ 162 h 207"/>
                <a:gd name="T26" fmla="*/ 641 w 675"/>
                <a:gd name="T27" fmla="*/ 172 h 207"/>
                <a:gd name="T28" fmla="*/ 630 w 675"/>
                <a:gd name="T29" fmla="*/ 176 h 207"/>
                <a:gd name="T30" fmla="*/ 44 w 675"/>
                <a:gd name="T31" fmla="*/ 176 h 207"/>
                <a:gd name="T32" fmla="*/ 34 w 675"/>
                <a:gd name="T33" fmla="*/ 172 h 207"/>
                <a:gd name="T34" fmla="*/ 30 w 675"/>
                <a:gd name="T35" fmla="*/ 162 h 207"/>
                <a:gd name="T36" fmla="*/ 30 w 675"/>
                <a:gd name="T37" fmla="*/ 15 h 207"/>
                <a:gd name="T38" fmla="*/ 15 w 675"/>
                <a:gd name="T39"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207">
                  <a:moveTo>
                    <a:pt x="15" y="0"/>
                  </a:moveTo>
                  <a:lnTo>
                    <a:pt x="15" y="0"/>
                  </a:lnTo>
                  <a:cubicBezTo>
                    <a:pt x="7" y="0"/>
                    <a:pt x="0" y="7"/>
                    <a:pt x="0" y="15"/>
                  </a:cubicBezTo>
                  <a:cubicBezTo>
                    <a:pt x="0" y="162"/>
                    <a:pt x="0" y="162"/>
                    <a:pt x="0" y="162"/>
                  </a:cubicBezTo>
                  <a:cubicBezTo>
                    <a:pt x="0" y="173"/>
                    <a:pt x="5" y="184"/>
                    <a:pt x="14" y="193"/>
                  </a:cubicBezTo>
                  <a:cubicBezTo>
                    <a:pt x="20" y="201"/>
                    <a:pt x="31" y="206"/>
                    <a:pt x="44" y="206"/>
                  </a:cubicBezTo>
                  <a:cubicBezTo>
                    <a:pt x="630" y="206"/>
                    <a:pt x="630" y="206"/>
                    <a:pt x="630" y="206"/>
                  </a:cubicBezTo>
                  <a:cubicBezTo>
                    <a:pt x="655" y="205"/>
                    <a:pt x="674" y="186"/>
                    <a:pt x="674" y="162"/>
                  </a:cubicBezTo>
                  <a:cubicBezTo>
                    <a:pt x="674" y="15"/>
                    <a:pt x="674" y="15"/>
                    <a:pt x="674" y="15"/>
                  </a:cubicBezTo>
                  <a:cubicBezTo>
                    <a:pt x="674" y="7"/>
                    <a:pt x="667" y="0"/>
                    <a:pt x="659" y="0"/>
                  </a:cubicBezTo>
                  <a:cubicBezTo>
                    <a:pt x="650" y="0"/>
                    <a:pt x="645" y="7"/>
                    <a:pt x="645" y="15"/>
                  </a:cubicBezTo>
                  <a:lnTo>
                    <a:pt x="645" y="15"/>
                  </a:lnTo>
                  <a:cubicBezTo>
                    <a:pt x="645" y="162"/>
                    <a:pt x="645" y="162"/>
                    <a:pt x="645" y="162"/>
                  </a:cubicBezTo>
                  <a:cubicBezTo>
                    <a:pt x="645" y="165"/>
                    <a:pt x="644" y="169"/>
                    <a:pt x="641" y="172"/>
                  </a:cubicBezTo>
                  <a:cubicBezTo>
                    <a:pt x="638" y="175"/>
                    <a:pt x="634" y="176"/>
                    <a:pt x="630" y="176"/>
                  </a:cubicBezTo>
                  <a:cubicBezTo>
                    <a:pt x="44" y="176"/>
                    <a:pt x="44" y="176"/>
                    <a:pt x="44" y="176"/>
                  </a:cubicBezTo>
                  <a:cubicBezTo>
                    <a:pt x="40" y="176"/>
                    <a:pt x="37" y="175"/>
                    <a:pt x="34" y="172"/>
                  </a:cubicBezTo>
                  <a:cubicBezTo>
                    <a:pt x="31" y="169"/>
                    <a:pt x="30" y="166"/>
                    <a:pt x="30" y="162"/>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 name="Freeform 29">
              <a:extLst>
                <a:ext uri="{FF2B5EF4-FFF2-40B4-BE49-F238E27FC236}">
                  <a16:creationId xmlns:a16="http://schemas.microsoft.com/office/drawing/2014/main" id="{E1D7E383-9C46-37D8-60BD-F8C70AEFF060}"/>
                </a:ext>
              </a:extLst>
            </p:cNvPr>
            <p:cNvSpPr>
              <a:spLocks noChangeArrowheads="1"/>
            </p:cNvSpPr>
            <p:nvPr/>
          </p:nvSpPr>
          <p:spPr bwMode="auto">
            <a:xfrm>
              <a:off x="1624013" y="2214563"/>
              <a:ext cx="117475" cy="211137"/>
            </a:xfrm>
            <a:custGeom>
              <a:avLst/>
              <a:gdLst>
                <a:gd name="T0" fmla="*/ 164 w 326"/>
                <a:gd name="T1" fmla="*/ 0 h 586"/>
                <a:gd name="T2" fmla="*/ 164 w 326"/>
                <a:gd name="T3" fmla="*/ 0 h 586"/>
                <a:gd name="T4" fmla="*/ 148 w 326"/>
                <a:gd name="T5" fmla="*/ 14 h 586"/>
                <a:gd name="T6" fmla="*/ 148 w 326"/>
                <a:gd name="T7" fmla="*/ 536 h 586"/>
                <a:gd name="T8" fmla="*/ 28 w 326"/>
                <a:gd name="T9" fmla="*/ 414 h 586"/>
                <a:gd name="T10" fmla="*/ 7 w 326"/>
                <a:gd name="T11" fmla="*/ 414 h 586"/>
                <a:gd name="T12" fmla="*/ 7 w 326"/>
                <a:gd name="T13" fmla="*/ 434 h 586"/>
                <a:gd name="T14" fmla="*/ 153 w 326"/>
                <a:gd name="T15" fmla="*/ 581 h 586"/>
                <a:gd name="T16" fmla="*/ 158 w 326"/>
                <a:gd name="T17" fmla="*/ 584 h 586"/>
                <a:gd name="T18" fmla="*/ 164 w 326"/>
                <a:gd name="T19" fmla="*/ 585 h 586"/>
                <a:gd name="T20" fmla="*/ 164 w 326"/>
                <a:gd name="T21" fmla="*/ 585 h 586"/>
                <a:gd name="T22" fmla="*/ 164 w 326"/>
                <a:gd name="T23" fmla="*/ 585 h 586"/>
                <a:gd name="T24" fmla="*/ 169 w 326"/>
                <a:gd name="T25" fmla="*/ 584 h 586"/>
                <a:gd name="T26" fmla="*/ 173 w 326"/>
                <a:gd name="T27" fmla="*/ 581 h 586"/>
                <a:gd name="T28" fmla="*/ 320 w 326"/>
                <a:gd name="T29" fmla="*/ 434 h 586"/>
                <a:gd name="T30" fmla="*/ 320 w 326"/>
                <a:gd name="T31" fmla="*/ 414 h 586"/>
                <a:gd name="T32" fmla="*/ 299 w 326"/>
                <a:gd name="T33" fmla="*/ 414 h 586"/>
                <a:gd name="T34" fmla="*/ 177 w 326"/>
                <a:gd name="T35" fmla="*/ 536 h 586"/>
                <a:gd name="T36" fmla="*/ 177 w 326"/>
                <a:gd name="T37" fmla="*/ 14 h 586"/>
                <a:gd name="T38" fmla="*/ 164 w 326"/>
                <a:gd name="T39" fmla="*/ 0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6" h="586">
                  <a:moveTo>
                    <a:pt x="164" y="0"/>
                  </a:moveTo>
                  <a:lnTo>
                    <a:pt x="164" y="0"/>
                  </a:lnTo>
                  <a:cubicBezTo>
                    <a:pt x="155" y="0"/>
                    <a:pt x="148" y="6"/>
                    <a:pt x="148" y="14"/>
                  </a:cubicBezTo>
                  <a:cubicBezTo>
                    <a:pt x="148" y="536"/>
                    <a:pt x="148" y="536"/>
                    <a:pt x="148" y="536"/>
                  </a:cubicBezTo>
                  <a:cubicBezTo>
                    <a:pt x="28" y="414"/>
                    <a:pt x="28" y="414"/>
                    <a:pt x="28" y="414"/>
                  </a:cubicBezTo>
                  <a:cubicBezTo>
                    <a:pt x="21" y="408"/>
                    <a:pt x="12" y="408"/>
                    <a:pt x="7" y="414"/>
                  </a:cubicBezTo>
                  <a:cubicBezTo>
                    <a:pt x="0" y="420"/>
                    <a:pt x="0" y="429"/>
                    <a:pt x="7" y="434"/>
                  </a:cubicBezTo>
                  <a:cubicBezTo>
                    <a:pt x="153" y="581"/>
                    <a:pt x="153" y="581"/>
                    <a:pt x="153" y="581"/>
                  </a:cubicBezTo>
                  <a:cubicBezTo>
                    <a:pt x="154" y="582"/>
                    <a:pt x="155" y="584"/>
                    <a:pt x="158" y="584"/>
                  </a:cubicBezTo>
                  <a:cubicBezTo>
                    <a:pt x="159" y="585"/>
                    <a:pt x="161" y="585"/>
                    <a:pt x="164" y="585"/>
                  </a:cubicBezTo>
                  <a:lnTo>
                    <a:pt x="164" y="585"/>
                  </a:lnTo>
                  <a:lnTo>
                    <a:pt x="164" y="585"/>
                  </a:lnTo>
                  <a:cubicBezTo>
                    <a:pt x="165" y="585"/>
                    <a:pt x="168" y="585"/>
                    <a:pt x="169" y="584"/>
                  </a:cubicBezTo>
                  <a:cubicBezTo>
                    <a:pt x="170" y="584"/>
                    <a:pt x="172" y="582"/>
                    <a:pt x="173" y="581"/>
                  </a:cubicBezTo>
                  <a:cubicBezTo>
                    <a:pt x="320" y="434"/>
                    <a:pt x="320" y="434"/>
                    <a:pt x="320" y="434"/>
                  </a:cubicBezTo>
                  <a:cubicBezTo>
                    <a:pt x="325" y="429"/>
                    <a:pt x="325" y="420"/>
                    <a:pt x="320" y="414"/>
                  </a:cubicBezTo>
                  <a:cubicBezTo>
                    <a:pt x="315" y="408"/>
                    <a:pt x="305" y="408"/>
                    <a:pt x="299" y="414"/>
                  </a:cubicBezTo>
                  <a:cubicBezTo>
                    <a:pt x="177" y="536"/>
                    <a:pt x="177" y="536"/>
                    <a:pt x="177" y="536"/>
                  </a:cubicBezTo>
                  <a:cubicBezTo>
                    <a:pt x="177" y="14"/>
                    <a:pt x="177" y="14"/>
                    <a:pt x="177" y="14"/>
                  </a:cubicBezTo>
                  <a:cubicBezTo>
                    <a:pt x="177" y="6"/>
                    <a:pt x="172" y="0"/>
                    <a:pt x="16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 name="Group 40">
            <a:extLst>
              <a:ext uri="{FF2B5EF4-FFF2-40B4-BE49-F238E27FC236}">
                <a16:creationId xmlns:a16="http://schemas.microsoft.com/office/drawing/2014/main" id="{795C120D-A0CD-ED4D-2B4E-1C95E797C401}"/>
              </a:ext>
            </a:extLst>
          </p:cNvPr>
          <p:cNvGrpSpPr/>
          <p:nvPr/>
        </p:nvGrpSpPr>
        <p:grpSpPr>
          <a:xfrm>
            <a:off x="3221161" y="1878434"/>
            <a:ext cx="242888" cy="254000"/>
            <a:chOff x="2079625" y="2214563"/>
            <a:chExt cx="242888" cy="254000"/>
          </a:xfrm>
          <a:solidFill>
            <a:schemeClr val="tx2"/>
          </a:solidFill>
        </p:grpSpPr>
        <p:sp>
          <p:nvSpPr>
            <p:cNvPr id="38" name="Freeform 30">
              <a:extLst>
                <a:ext uri="{FF2B5EF4-FFF2-40B4-BE49-F238E27FC236}">
                  <a16:creationId xmlns:a16="http://schemas.microsoft.com/office/drawing/2014/main" id="{9377FAC9-6318-0A6D-0E4C-61C458696A7E}"/>
                </a:ext>
              </a:extLst>
            </p:cNvPr>
            <p:cNvSpPr>
              <a:spLocks noChangeArrowheads="1"/>
            </p:cNvSpPr>
            <p:nvPr/>
          </p:nvSpPr>
          <p:spPr bwMode="auto">
            <a:xfrm>
              <a:off x="2079625" y="2393950"/>
              <a:ext cx="242888" cy="74613"/>
            </a:xfrm>
            <a:custGeom>
              <a:avLst/>
              <a:gdLst>
                <a:gd name="T0" fmla="*/ 672 w 673"/>
                <a:gd name="T1" fmla="*/ 15 h 207"/>
                <a:gd name="T2" fmla="*/ 672 w 673"/>
                <a:gd name="T3" fmla="*/ 15 h 207"/>
                <a:gd name="T4" fmla="*/ 659 w 673"/>
                <a:gd name="T5" fmla="*/ 0 h 207"/>
                <a:gd name="T6" fmla="*/ 643 w 673"/>
                <a:gd name="T7" fmla="*/ 15 h 207"/>
                <a:gd name="T8" fmla="*/ 643 w 673"/>
                <a:gd name="T9" fmla="*/ 15 h 207"/>
                <a:gd name="T10" fmla="*/ 643 w 673"/>
                <a:gd name="T11" fmla="*/ 162 h 207"/>
                <a:gd name="T12" fmla="*/ 639 w 673"/>
                <a:gd name="T13" fmla="*/ 172 h 207"/>
                <a:gd name="T14" fmla="*/ 628 w 673"/>
                <a:gd name="T15" fmla="*/ 176 h 207"/>
                <a:gd name="T16" fmla="*/ 42 w 673"/>
                <a:gd name="T17" fmla="*/ 176 h 207"/>
                <a:gd name="T18" fmla="*/ 33 w 673"/>
                <a:gd name="T19" fmla="*/ 172 h 207"/>
                <a:gd name="T20" fmla="*/ 28 w 673"/>
                <a:gd name="T21" fmla="*/ 162 h 207"/>
                <a:gd name="T22" fmla="*/ 28 w 673"/>
                <a:gd name="T23" fmla="*/ 15 h 207"/>
                <a:gd name="T24" fmla="*/ 13 w 673"/>
                <a:gd name="T25" fmla="*/ 0 h 207"/>
                <a:gd name="T26" fmla="*/ 0 w 673"/>
                <a:gd name="T27" fmla="*/ 15 h 207"/>
                <a:gd name="T28" fmla="*/ 0 w 673"/>
                <a:gd name="T29" fmla="*/ 162 h 207"/>
                <a:gd name="T30" fmla="*/ 12 w 673"/>
                <a:gd name="T31" fmla="*/ 193 h 207"/>
                <a:gd name="T32" fmla="*/ 42 w 673"/>
                <a:gd name="T33" fmla="*/ 206 h 207"/>
                <a:gd name="T34" fmla="*/ 628 w 673"/>
                <a:gd name="T35" fmla="*/ 206 h 207"/>
                <a:gd name="T36" fmla="*/ 672 w 673"/>
                <a:gd name="T37" fmla="*/ 162 h 207"/>
                <a:gd name="T38" fmla="*/ 672 w 673"/>
                <a:gd name="T39" fmla="*/ 1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207">
                  <a:moveTo>
                    <a:pt x="672" y="15"/>
                  </a:moveTo>
                  <a:lnTo>
                    <a:pt x="672" y="15"/>
                  </a:lnTo>
                  <a:cubicBezTo>
                    <a:pt x="672" y="7"/>
                    <a:pt x="667" y="0"/>
                    <a:pt x="659" y="0"/>
                  </a:cubicBezTo>
                  <a:cubicBezTo>
                    <a:pt x="650" y="0"/>
                    <a:pt x="643" y="7"/>
                    <a:pt x="643" y="15"/>
                  </a:cubicBezTo>
                  <a:lnTo>
                    <a:pt x="643" y="15"/>
                  </a:lnTo>
                  <a:cubicBezTo>
                    <a:pt x="643" y="162"/>
                    <a:pt x="643" y="162"/>
                    <a:pt x="643" y="162"/>
                  </a:cubicBezTo>
                  <a:cubicBezTo>
                    <a:pt x="643" y="165"/>
                    <a:pt x="642" y="169"/>
                    <a:pt x="639" y="172"/>
                  </a:cubicBezTo>
                  <a:cubicBezTo>
                    <a:pt x="637" y="175"/>
                    <a:pt x="632" y="176"/>
                    <a:pt x="628" y="176"/>
                  </a:cubicBezTo>
                  <a:cubicBezTo>
                    <a:pt x="42" y="176"/>
                    <a:pt x="42" y="176"/>
                    <a:pt x="42" y="176"/>
                  </a:cubicBezTo>
                  <a:cubicBezTo>
                    <a:pt x="38" y="176"/>
                    <a:pt x="35" y="175"/>
                    <a:pt x="33" y="172"/>
                  </a:cubicBezTo>
                  <a:cubicBezTo>
                    <a:pt x="30" y="169"/>
                    <a:pt x="28" y="166"/>
                    <a:pt x="28" y="162"/>
                  </a:cubicBezTo>
                  <a:cubicBezTo>
                    <a:pt x="28" y="15"/>
                    <a:pt x="28" y="15"/>
                    <a:pt x="28" y="15"/>
                  </a:cubicBezTo>
                  <a:cubicBezTo>
                    <a:pt x="28" y="7"/>
                    <a:pt x="22" y="0"/>
                    <a:pt x="13" y="0"/>
                  </a:cubicBezTo>
                  <a:cubicBezTo>
                    <a:pt x="5" y="0"/>
                    <a:pt x="0" y="7"/>
                    <a:pt x="0" y="15"/>
                  </a:cubicBezTo>
                  <a:cubicBezTo>
                    <a:pt x="0" y="162"/>
                    <a:pt x="0" y="162"/>
                    <a:pt x="0" y="162"/>
                  </a:cubicBezTo>
                  <a:cubicBezTo>
                    <a:pt x="0" y="173"/>
                    <a:pt x="4" y="184"/>
                    <a:pt x="12" y="193"/>
                  </a:cubicBezTo>
                  <a:cubicBezTo>
                    <a:pt x="20" y="201"/>
                    <a:pt x="31" y="206"/>
                    <a:pt x="42" y="206"/>
                  </a:cubicBezTo>
                  <a:cubicBezTo>
                    <a:pt x="628" y="206"/>
                    <a:pt x="628" y="206"/>
                    <a:pt x="628" y="206"/>
                  </a:cubicBezTo>
                  <a:cubicBezTo>
                    <a:pt x="653" y="205"/>
                    <a:pt x="672" y="186"/>
                    <a:pt x="672" y="162"/>
                  </a:cubicBezTo>
                  <a:lnTo>
                    <a:pt x="672"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2455DB54-769E-018C-61AB-D3A46F084D60}"/>
                </a:ext>
              </a:extLst>
            </p:cNvPr>
            <p:cNvSpPr>
              <a:spLocks noChangeArrowheads="1"/>
            </p:cNvSpPr>
            <p:nvPr/>
          </p:nvSpPr>
          <p:spPr bwMode="auto">
            <a:xfrm>
              <a:off x="2141538" y="2214563"/>
              <a:ext cx="117475" cy="211137"/>
            </a:xfrm>
            <a:custGeom>
              <a:avLst/>
              <a:gdLst>
                <a:gd name="T0" fmla="*/ 162 w 325"/>
                <a:gd name="T1" fmla="*/ 586 h 587"/>
                <a:gd name="T2" fmla="*/ 162 w 325"/>
                <a:gd name="T3" fmla="*/ 586 h 587"/>
                <a:gd name="T4" fmla="*/ 177 w 325"/>
                <a:gd name="T5" fmla="*/ 572 h 587"/>
                <a:gd name="T6" fmla="*/ 177 w 325"/>
                <a:gd name="T7" fmla="*/ 51 h 587"/>
                <a:gd name="T8" fmla="*/ 298 w 325"/>
                <a:gd name="T9" fmla="*/ 172 h 587"/>
                <a:gd name="T10" fmla="*/ 318 w 325"/>
                <a:gd name="T11" fmla="*/ 172 h 587"/>
                <a:gd name="T12" fmla="*/ 318 w 325"/>
                <a:gd name="T13" fmla="*/ 151 h 587"/>
                <a:gd name="T14" fmla="*/ 173 w 325"/>
                <a:gd name="T15" fmla="*/ 6 h 587"/>
                <a:gd name="T16" fmla="*/ 173 w 325"/>
                <a:gd name="T17" fmla="*/ 6 h 587"/>
                <a:gd name="T18" fmla="*/ 167 w 325"/>
                <a:gd name="T19" fmla="*/ 1 h 587"/>
                <a:gd name="T20" fmla="*/ 156 w 325"/>
                <a:gd name="T21" fmla="*/ 1 h 587"/>
                <a:gd name="T22" fmla="*/ 152 w 325"/>
                <a:gd name="T23" fmla="*/ 6 h 587"/>
                <a:gd name="T24" fmla="*/ 152 w 325"/>
                <a:gd name="T25" fmla="*/ 6 h 587"/>
                <a:gd name="T26" fmla="*/ 5 w 325"/>
                <a:gd name="T27" fmla="*/ 151 h 587"/>
                <a:gd name="T28" fmla="*/ 5 w 325"/>
                <a:gd name="T29" fmla="*/ 172 h 587"/>
                <a:gd name="T30" fmla="*/ 26 w 325"/>
                <a:gd name="T31" fmla="*/ 172 h 587"/>
                <a:gd name="T32" fmla="*/ 147 w 325"/>
                <a:gd name="T33" fmla="*/ 51 h 587"/>
                <a:gd name="T34" fmla="*/ 147 w 325"/>
                <a:gd name="T35" fmla="*/ 572 h 587"/>
                <a:gd name="T36" fmla="*/ 162 w 325"/>
                <a:gd name="T37" fmla="*/ 586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25" h="587">
                  <a:moveTo>
                    <a:pt x="162" y="586"/>
                  </a:moveTo>
                  <a:lnTo>
                    <a:pt x="162" y="586"/>
                  </a:lnTo>
                  <a:cubicBezTo>
                    <a:pt x="170" y="586"/>
                    <a:pt x="177" y="579"/>
                    <a:pt x="177" y="572"/>
                  </a:cubicBezTo>
                  <a:cubicBezTo>
                    <a:pt x="177" y="51"/>
                    <a:pt x="177" y="51"/>
                    <a:pt x="177" y="51"/>
                  </a:cubicBezTo>
                  <a:cubicBezTo>
                    <a:pt x="298" y="172"/>
                    <a:pt x="298" y="172"/>
                    <a:pt x="298" y="172"/>
                  </a:cubicBezTo>
                  <a:cubicBezTo>
                    <a:pt x="303" y="179"/>
                    <a:pt x="313" y="179"/>
                    <a:pt x="318" y="172"/>
                  </a:cubicBezTo>
                  <a:cubicBezTo>
                    <a:pt x="324" y="166"/>
                    <a:pt x="324" y="158"/>
                    <a:pt x="318" y="151"/>
                  </a:cubicBezTo>
                  <a:cubicBezTo>
                    <a:pt x="173" y="6"/>
                    <a:pt x="173" y="6"/>
                    <a:pt x="173" y="6"/>
                  </a:cubicBezTo>
                  <a:lnTo>
                    <a:pt x="173" y="6"/>
                  </a:lnTo>
                  <a:cubicBezTo>
                    <a:pt x="172" y="4"/>
                    <a:pt x="169" y="3"/>
                    <a:pt x="167" y="1"/>
                  </a:cubicBezTo>
                  <a:cubicBezTo>
                    <a:pt x="165" y="0"/>
                    <a:pt x="161" y="0"/>
                    <a:pt x="156" y="1"/>
                  </a:cubicBezTo>
                  <a:cubicBezTo>
                    <a:pt x="155" y="3"/>
                    <a:pt x="154" y="4"/>
                    <a:pt x="152" y="6"/>
                  </a:cubicBezTo>
                  <a:lnTo>
                    <a:pt x="152" y="6"/>
                  </a:lnTo>
                  <a:cubicBezTo>
                    <a:pt x="5" y="151"/>
                    <a:pt x="5" y="151"/>
                    <a:pt x="5" y="151"/>
                  </a:cubicBezTo>
                  <a:cubicBezTo>
                    <a:pt x="0" y="158"/>
                    <a:pt x="0" y="166"/>
                    <a:pt x="5" y="172"/>
                  </a:cubicBezTo>
                  <a:cubicBezTo>
                    <a:pt x="11" y="179"/>
                    <a:pt x="21" y="179"/>
                    <a:pt x="26" y="172"/>
                  </a:cubicBezTo>
                  <a:cubicBezTo>
                    <a:pt x="147" y="51"/>
                    <a:pt x="147" y="51"/>
                    <a:pt x="147" y="51"/>
                  </a:cubicBezTo>
                  <a:cubicBezTo>
                    <a:pt x="147" y="572"/>
                    <a:pt x="147" y="572"/>
                    <a:pt x="147" y="572"/>
                  </a:cubicBezTo>
                  <a:cubicBezTo>
                    <a:pt x="147" y="579"/>
                    <a:pt x="154" y="586"/>
                    <a:pt x="162" y="5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0" name="Freeform 32">
            <a:extLst>
              <a:ext uri="{FF2B5EF4-FFF2-40B4-BE49-F238E27FC236}">
                <a16:creationId xmlns:a16="http://schemas.microsoft.com/office/drawing/2014/main" id="{9AEC1C4B-208E-5CC3-4573-A153A449F721}"/>
              </a:ext>
            </a:extLst>
          </p:cNvPr>
          <p:cNvSpPr>
            <a:spLocks noChangeArrowheads="1"/>
          </p:cNvSpPr>
          <p:nvPr/>
        </p:nvSpPr>
        <p:spPr bwMode="auto">
          <a:xfrm>
            <a:off x="1216149" y="2867546"/>
            <a:ext cx="201612" cy="254000"/>
          </a:xfrm>
          <a:custGeom>
            <a:avLst/>
            <a:gdLst>
              <a:gd name="T0" fmla="*/ 280 w 561"/>
              <a:gd name="T1" fmla="*/ 704 h 705"/>
              <a:gd name="T2" fmla="*/ 280 w 561"/>
              <a:gd name="T3" fmla="*/ 704 h 705"/>
              <a:gd name="T4" fmla="*/ 296 w 561"/>
              <a:gd name="T5" fmla="*/ 689 h 705"/>
              <a:gd name="T6" fmla="*/ 296 w 561"/>
              <a:gd name="T7" fmla="*/ 51 h 705"/>
              <a:gd name="T8" fmla="*/ 534 w 561"/>
              <a:gd name="T9" fmla="*/ 290 h 705"/>
              <a:gd name="T10" fmla="*/ 555 w 561"/>
              <a:gd name="T11" fmla="*/ 290 h 705"/>
              <a:gd name="T12" fmla="*/ 555 w 561"/>
              <a:gd name="T13" fmla="*/ 269 h 705"/>
              <a:gd name="T14" fmla="*/ 291 w 561"/>
              <a:gd name="T15" fmla="*/ 6 h 705"/>
              <a:gd name="T16" fmla="*/ 286 w 561"/>
              <a:gd name="T17" fmla="*/ 2 h 705"/>
              <a:gd name="T18" fmla="*/ 275 w 561"/>
              <a:gd name="T19" fmla="*/ 2 h 705"/>
              <a:gd name="T20" fmla="*/ 271 w 561"/>
              <a:gd name="T21" fmla="*/ 6 h 705"/>
              <a:gd name="T22" fmla="*/ 271 w 561"/>
              <a:gd name="T23" fmla="*/ 6 h 705"/>
              <a:gd name="T24" fmla="*/ 7 w 561"/>
              <a:gd name="T25" fmla="*/ 269 h 705"/>
              <a:gd name="T26" fmla="*/ 7 w 561"/>
              <a:gd name="T27" fmla="*/ 290 h 705"/>
              <a:gd name="T28" fmla="*/ 28 w 561"/>
              <a:gd name="T29" fmla="*/ 290 h 705"/>
              <a:gd name="T30" fmla="*/ 265 w 561"/>
              <a:gd name="T31" fmla="*/ 51 h 705"/>
              <a:gd name="T32" fmla="*/ 265 w 561"/>
              <a:gd name="T33" fmla="*/ 689 h 705"/>
              <a:gd name="T34" fmla="*/ 280 w 561"/>
              <a:gd name="T35" fmla="*/ 70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61" h="705">
                <a:moveTo>
                  <a:pt x="280" y="704"/>
                </a:moveTo>
                <a:lnTo>
                  <a:pt x="280" y="704"/>
                </a:lnTo>
                <a:cubicBezTo>
                  <a:pt x="289" y="704"/>
                  <a:pt x="296" y="698"/>
                  <a:pt x="296" y="689"/>
                </a:cubicBezTo>
                <a:cubicBezTo>
                  <a:pt x="296" y="51"/>
                  <a:pt x="296" y="51"/>
                  <a:pt x="296" y="51"/>
                </a:cubicBezTo>
                <a:cubicBezTo>
                  <a:pt x="534" y="290"/>
                  <a:pt x="534" y="290"/>
                  <a:pt x="534" y="290"/>
                </a:cubicBezTo>
                <a:cubicBezTo>
                  <a:pt x="540" y="295"/>
                  <a:pt x="548" y="295"/>
                  <a:pt x="555" y="290"/>
                </a:cubicBezTo>
                <a:cubicBezTo>
                  <a:pt x="560" y="284"/>
                  <a:pt x="560" y="275"/>
                  <a:pt x="555" y="269"/>
                </a:cubicBezTo>
                <a:cubicBezTo>
                  <a:pt x="291" y="6"/>
                  <a:pt x="291" y="6"/>
                  <a:pt x="291" y="6"/>
                </a:cubicBezTo>
                <a:cubicBezTo>
                  <a:pt x="290" y="4"/>
                  <a:pt x="287" y="3"/>
                  <a:pt x="286" y="2"/>
                </a:cubicBezTo>
                <a:cubicBezTo>
                  <a:pt x="283" y="0"/>
                  <a:pt x="279" y="0"/>
                  <a:pt x="275" y="2"/>
                </a:cubicBezTo>
                <a:cubicBezTo>
                  <a:pt x="274" y="3"/>
                  <a:pt x="272" y="4"/>
                  <a:pt x="271" y="6"/>
                </a:cubicBezTo>
                <a:lnTo>
                  <a:pt x="271" y="6"/>
                </a:lnTo>
                <a:cubicBezTo>
                  <a:pt x="7" y="269"/>
                  <a:pt x="7" y="269"/>
                  <a:pt x="7" y="269"/>
                </a:cubicBezTo>
                <a:cubicBezTo>
                  <a:pt x="0" y="275"/>
                  <a:pt x="0" y="284"/>
                  <a:pt x="7" y="290"/>
                </a:cubicBezTo>
                <a:cubicBezTo>
                  <a:pt x="13" y="295"/>
                  <a:pt x="21" y="295"/>
                  <a:pt x="28" y="290"/>
                </a:cubicBezTo>
                <a:cubicBezTo>
                  <a:pt x="265" y="51"/>
                  <a:pt x="265" y="51"/>
                  <a:pt x="265" y="51"/>
                </a:cubicBezTo>
                <a:cubicBezTo>
                  <a:pt x="265" y="689"/>
                  <a:pt x="265" y="689"/>
                  <a:pt x="265" y="689"/>
                </a:cubicBezTo>
                <a:cubicBezTo>
                  <a:pt x="265" y="698"/>
                  <a:pt x="272" y="704"/>
                  <a:pt x="280" y="704"/>
                </a:cubicBezTo>
              </a:path>
            </a:pathLst>
          </a:custGeom>
          <a:solidFill>
            <a:schemeClr val="tx2"/>
          </a:solidFill>
          <a:ln>
            <a:noFill/>
          </a:ln>
          <a:effectLst/>
        </p:spPr>
        <p:txBody>
          <a:bodyPr wrap="none" anchor="ctr"/>
          <a:lstStyle/>
          <a:p>
            <a:endParaRPr lang="da-DK"/>
          </a:p>
        </p:txBody>
      </p:sp>
      <p:sp>
        <p:nvSpPr>
          <p:cNvPr id="41" name="Freeform 33">
            <a:extLst>
              <a:ext uri="{FF2B5EF4-FFF2-40B4-BE49-F238E27FC236}">
                <a16:creationId xmlns:a16="http://schemas.microsoft.com/office/drawing/2014/main" id="{B52117B8-0213-BBDF-472B-34C9DB70341D}"/>
              </a:ext>
            </a:extLst>
          </p:cNvPr>
          <p:cNvSpPr>
            <a:spLocks noChangeArrowheads="1"/>
          </p:cNvSpPr>
          <p:nvPr/>
        </p:nvSpPr>
        <p:spPr bwMode="auto">
          <a:xfrm>
            <a:off x="1722561" y="2868340"/>
            <a:ext cx="201613" cy="252412"/>
          </a:xfrm>
          <a:custGeom>
            <a:avLst/>
            <a:gdLst>
              <a:gd name="T0" fmla="*/ 280 w 561"/>
              <a:gd name="T1" fmla="*/ 0 h 703"/>
              <a:gd name="T2" fmla="*/ 280 w 561"/>
              <a:gd name="T3" fmla="*/ 0 h 703"/>
              <a:gd name="T4" fmla="*/ 265 w 561"/>
              <a:gd name="T5" fmla="*/ 13 h 703"/>
              <a:gd name="T6" fmla="*/ 265 w 561"/>
              <a:gd name="T7" fmla="*/ 652 h 703"/>
              <a:gd name="T8" fmla="*/ 27 w 561"/>
              <a:gd name="T9" fmla="*/ 413 h 703"/>
              <a:gd name="T10" fmla="*/ 7 w 561"/>
              <a:gd name="T11" fmla="*/ 413 h 703"/>
              <a:gd name="T12" fmla="*/ 7 w 561"/>
              <a:gd name="T13" fmla="*/ 433 h 703"/>
              <a:gd name="T14" fmla="*/ 270 w 561"/>
              <a:gd name="T15" fmla="*/ 697 h 703"/>
              <a:gd name="T16" fmla="*/ 270 w 561"/>
              <a:gd name="T17" fmla="*/ 697 h 703"/>
              <a:gd name="T18" fmla="*/ 275 w 561"/>
              <a:gd name="T19" fmla="*/ 701 h 703"/>
              <a:gd name="T20" fmla="*/ 280 w 561"/>
              <a:gd name="T21" fmla="*/ 702 h 703"/>
              <a:gd name="T22" fmla="*/ 280 w 561"/>
              <a:gd name="T23" fmla="*/ 702 h 703"/>
              <a:gd name="T24" fmla="*/ 280 w 561"/>
              <a:gd name="T25" fmla="*/ 702 h 703"/>
              <a:gd name="T26" fmla="*/ 286 w 561"/>
              <a:gd name="T27" fmla="*/ 701 h 703"/>
              <a:gd name="T28" fmla="*/ 291 w 561"/>
              <a:gd name="T29" fmla="*/ 697 h 703"/>
              <a:gd name="T30" fmla="*/ 555 w 561"/>
              <a:gd name="T31" fmla="*/ 433 h 703"/>
              <a:gd name="T32" fmla="*/ 555 w 561"/>
              <a:gd name="T33" fmla="*/ 413 h 703"/>
              <a:gd name="T34" fmla="*/ 534 w 561"/>
              <a:gd name="T35" fmla="*/ 413 h 703"/>
              <a:gd name="T36" fmla="*/ 295 w 561"/>
              <a:gd name="T37" fmla="*/ 652 h 703"/>
              <a:gd name="T38" fmla="*/ 295 w 561"/>
              <a:gd name="T39" fmla="*/ 13 h 703"/>
              <a:gd name="T40" fmla="*/ 280 w 561"/>
              <a:gd name="T41" fmla="*/ 0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61" h="703">
                <a:moveTo>
                  <a:pt x="280" y="0"/>
                </a:moveTo>
                <a:lnTo>
                  <a:pt x="280" y="0"/>
                </a:lnTo>
                <a:cubicBezTo>
                  <a:pt x="272" y="0"/>
                  <a:pt x="265" y="5"/>
                  <a:pt x="265" y="13"/>
                </a:cubicBezTo>
                <a:cubicBezTo>
                  <a:pt x="265" y="652"/>
                  <a:pt x="265" y="652"/>
                  <a:pt x="265" y="652"/>
                </a:cubicBezTo>
                <a:cubicBezTo>
                  <a:pt x="27" y="413"/>
                  <a:pt x="27" y="413"/>
                  <a:pt x="27" y="413"/>
                </a:cubicBezTo>
                <a:cubicBezTo>
                  <a:pt x="21" y="407"/>
                  <a:pt x="12" y="407"/>
                  <a:pt x="7" y="413"/>
                </a:cubicBezTo>
                <a:cubicBezTo>
                  <a:pt x="0" y="420"/>
                  <a:pt x="0" y="428"/>
                  <a:pt x="7" y="433"/>
                </a:cubicBezTo>
                <a:cubicBezTo>
                  <a:pt x="270" y="697"/>
                  <a:pt x="270" y="697"/>
                  <a:pt x="270" y="697"/>
                </a:cubicBezTo>
                <a:lnTo>
                  <a:pt x="270" y="697"/>
                </a:lnTo>
                <a:cubicBezTo>
                  <a:pt x="272" y="698"/>
                  <a:pt x="273" y="700"/>
                  <a:pt x="275" y="701"/>
                </a:cubicBezTo>
                <a:cubicBezTo>
                  <a:pt x="276" y="701"/>
                  <a:pt x="279" y="702"/>
                  <a:pt x="280" y="702"/>
                </a:cubicBezTo>
                <a:lnTo>
                  <a:pt x="280" y="702"/>
                </a:lnTo>
                <a:lnTo>
                  <a:pt x="280" y="702"/>
                </a:lnTo>
                <a:cubicBezTo>
                  <a:pt x="283" y="702"/>
                  <a:pt x="284" y="701"/>
                  <a:pt x="286" y="701"/>
                </a:cubicBezTo>
                <a:cubicBezTo>
                  <a:pt x="287" y="700"/>
                  <a:pt x="290" y="698"/>
                  <a:pt x="291" y="697"/>
                </a:cubicBezTo>
                <a:cubicBezTo>
                  <a:pt x="555" y="433"/>
                  <a:pt x="555" y="433"/>
                  <a:pt x="555" y="433"/>
                </a:cubicBezTo>
                <a:cubicBezTo>
                  <a:pt x="560" y="428"/>
                  <a:pt x="560" y="420"/>
                  <a:pt x="555" y="413"/>
                </a:cubicBezTo>
                <a:cubicBezTo>
                  <a:pt x="548" y="407"/>
                  <a:pt x="540" y="407"/>
                  <a:pt x="534" y="413"/>
                </a:cubicBezTo>
                <a:cubicBezTo>
                  <a:pt x="295" y="652"/>
                  <a:pt x="295" y="652"/>
                  <a:pt x="295" y="652"/>
                </a:cubicBezTo>
                <a:cubicBezTo>
                  <a:pt x="295" y="13"/>
                  <a:pt x="295" y="13"/>
                  <a:pt x="295" y="13"/>
                </a:cubicBezTo>
                <a:cubicBezTo>
                  <a:pt x="295" y="5"/>
                  <a:pt x="288" y="0"/>
                  <a:pt x="280" y="0"/>
                </a:cubicBezTo>
              </a:path>
            </a:pathLst>
          </a:custGeom>
          <a:solidFill>
            <a:schemeClr val="tx2"/>
          </a:solidFill>
          <a:ln>
            <a:noFill/>
          </a:ln>
          <a:effectLst/>
        </p:spPr>
        <p:txBody>
          <a:bodyPr wrap="none" anchor="ctr"/>
          <a:lstStyle/>
          <a:p>
            <a:endParaRPr lang="da-DK"/>
          </a:p>
        </p:txBody>
      </p:sp>
      <p:sp>
        <p:nvSpPr>
          <p:cNvPr id="42" name="Freeform 34">
            <a:extLst>
              <a:ext uri="{FF2B5EF4-FFF2-40B4-BE49-F238E27FC236}">
                <a16:creationId xmlns:a16="http://schemas.microsoft.com/office/drawing/2014/main" id="{3E39F08C-6C85-F11F-C5D8-FCBEBFA1DA76}"/>
              </a:ext>
            </a:extLst>
          </p:cNvPr>
          <p:cNvSpPr>
            <a:spLocks noChangeArrowheads="1"/>
          </p:cNvSpPr>
          <p:nvPr/>
        </p:nvSpPr>
        <p:spPr bwMode="auto">
          <a:xfrm>
            <a:off x="2208336" y="2893740"/>
            <a:ext cx="254000" cy="201613"/>
          </a:xfrm>
          <a:custGeom>
            <a:avLst/>
            <a:gdLst>
              <a:gd name="T0" fmla="*/ 290 w 705"/>
              <a:gd name="T1" fmla="*/ 26 h 560"/>
              <a:gd name="T2" fmla="*/ 290 w 705"/>
              <a:gd name="T3" fmla="*/ 26 h 560"/>
              <a:gd name="T4" fmla="*/ 290 w 705"/>
              <a:gd name="T5" fmla="*/ 6 h 560"/>
              <a:gd name="T6" fmla="*/ 269 w 705"/>
              <a:gd name="T7" fmla="*/ 6 h 560"/>
              <a:gd name="T8" fmla="*/ 6 w 705"/>
              <a:gd name="T9" fmla="*/ 269 h 560"/>
              <a:gd name="T10" fmla="*/ 3 w 705"/>
              <a:gd name="T11" fmla="*/ 273 h 560"/>
              <a:gd name="T12" fmla="*/ 3 w 705"/>
              <a:gd name="T13" fmla="*/ 284 h 560"/>
              <a:gd name="T14" fmla="*/ 6 w 705"/>
              <a:gd name="T15" fmla="*/ 290 h 560"/>
              <a:gd name="T16" fmla="*/ 269 w 705"/>
              <a:gd name="T17" fmla="*/ 553 h 560"/>
              <a:gd name="T18" fmla="*/ 290 w 705"/>
              <a:gd name="T19" fmla="*/ 553 h 560"/>
              <a:gd name="T20" fmla="*/ 290 w 705"/>
              <a:gd name="T21" fmla="*/ 533 h 560"/>
              <a:gd name="T22" fmla="*/ 51 w 705"/>
              <a:gd name="T23" fmla="*/ 294 h 560"/>
              <a:gd name="T24" fmla="*/ 689 w 705"/>
              <a:gd name="T25" fmla="*/ 294 h 560"/>
              <a:gd name="T26" fmla="*/ 704 w 705"/>
              <a:gd name="T27" fmla="*/ 279 h 560"/>
              <a:gd name="T28" fmla="*/ 689 w 705"/>
              <a:gd name="T29" fmla="*/ 265 h 560"/>
              <a:gd name="T30" fmla="*/ 51 w 705"/>
              <a:gd name="T31" fmla="*/ 265 h 560"/>
              <a:gd name="T32" fmla="*/ 290 w 705"/>
              <a:gd name="T33" fmla="*/ 26 h 5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60">
                <a:moveTo>
                  <a:pt x="290" y="26"/>
                </a:moveTo>
                <a:lnTo>
                  <a:pt x="290" y="26"/>
                </a:lnTo>
                <a:cubicBezTo>
                  <a:pt x="295" y="21"/>
                  <a:pt x="295" y="11"/>
                  <a:pt x="290" y="6"/>
                </a:cubicBezTo>
                <a:cubicBezTo>
                  <a:pt x="284" y="0"/>
                  <a:pt x="275" y="0"/>
                  <a:pt x="269" y="6"/>
                </a:cubicBezTo>
                <a:cubicBezTo>
                  <a:pt x="6" y="269"/>
                  <a:pt x="6" y="269"/>
                  <a:pt x="6" y="269"/>
                </a:cubicBezTo>
                <a:cubicBezTo>
                  <a:pt x="4" y="271"/>
                  <a:pt x="3" y="272"/>
                  <a:pt x="3" y="273"/>
                </a:cubicBezTo>
                <a:cubicBezTo>
                  <a:pt x="0" y="277"/>
                  <a:pt x="0" y="282"/>
                  <a:pt x="3" y="284"/>
                </a:cubicBezTo>
                <a:cubicBezTo>
                  <a:pt x="3" y="287"/>
                  <a:pt x="4" y="288"/>
                  <a:pt x="6" y="290"/>
                </a:cubicBezTo>
                <a:cubicBezTo>
                  <a:pt x="269" y="553"/>
                  <a:pt x="269" y="553"/>
                  <a:pt x="269" y="553"/>
                </a:cubicBezTo>
                <a:cubicBezTo>
                  <a:pt x="275" y="559"/>
                  <a:pt x="284" y="559"/>
                  <a:pt x="290" y="553"/>
                </a:cubicBezTo>
                <a:cubicBezTo>
                  <a:pt x="295" y="548"/>
                  <a:pt x="295" y="538"/>
                  <a:pt x="290" y="533"/>
                </a:cubicBezTo>
                <a:cubicBezTo>
                  <a:pt x="51" y="294"/>
                  <a:pt x="51" y="294"/>
                  <a:pt x="51" y="294"/>
                </a:cubicBezTo>
                <a:cubicBezTo>
                  <a:pt x="689" y="294"/>
                  <a:pt x="689" y="294"/>
                  <a:pt x="689" y="294"/>
                </a:cubicBezTo>
                <a:cubicBezTo>
                  <a:pt x="697" y="294"/>
                  <a:pt x="704" y="287"/>
                  <a:pt x="704" y="279"/>
                </a:cubicBezTo>
                <a:cubicBezTo>
                  <a:pt x="704" y="271"/>
                  <a:pt x="697" y="265"/>
                  <a:pt x="689" y="265"/>
                </a:cubicBezTo>
                <a:cubicBezTo>
                  <a:pt x="51" y="265"/>
                  <a:pt x="51" y="265"/>
                  <a:pt x="51" y="265"/>
                </a:cubicBezTo>
                <a:lnTo>
                  <a:pt x="290" y="26"/>
                </a:lnTo>
              </a:path>
            </a:pathLst>
          </a:custGeom>
          <a:solidFill>
            <a:schemeClr val="tx2"/>
          </a:solidFill>
          <a:ln>
            <a:noFill/>
          </a:ln>
          <a:effectLst/>
        </p:spPr>
        <p:txBody>
          <a:bodyPr wrap="none" anchor="ctr"/>
          <a:lstStyle/>
          <a:p>
            <a:endParaRPr lang="da-DK"/>
          </a:p>
        </p:txBody>
      </p:sp>
      <p:sp>
        <p:nvSpPr>
          <p:cNvPr id="43" name="Freeform 35">
            <a:extLst>
              <a:ext uri="{FF2B5EF4-FFF2-40B4-BE49-F238E27FC236}">
                <a16:creationId xmlns:a16="http://schemas.microsoft.com/office/drawing/2014/main" id="{4B1BFA5C-78A6-ED5E-6DDC-75B69D139B37}"/>
              </a:ext>
            </a:extLst>
          </p:cNvPr>
          <p:cNvSpPr>
            <a:spLocks noChangeArrowheads="1"/>
          </p:cNvSpPr>
          <p:nvPr/>
        </p:nvSpPr>
        <p:spPr bwMode="auto">
          <a:xfrm>
            <a:off x="1692399" y="2445345"/>
            <a:ext cx="254000" cy="201613"/>
          </a:xfrm>
          <a:custGeom>
            <a:avLst/>
            <a:gdLst>
              <a:gd name="T0" fmla="*/ 15 w 705"/>
              <a:gd name="T1" fmla="*/ 293 h 559"/>
              <a:gd name="T2" fmla="*/ 15 w 705"/>
              <a:gd name="T3" fmla="*/ 293 h 559"/>
              <a:gd name="T4" fmla="*/ 653 w 705"/>
              <a:gd name="T5" fmla="*/ 293 h 559"/>
              <a:gd name="T6" fmla="*/ 414 w 705"/>
              <a:gd name="T7" fmla="*/ 532 h 559"/>
              <a:gd name="T8" fmla="*/ 414 w 705"/>
              <a:gd name="T9" fmla="*/ 553 h 559"/>
              <a:gd name="T10" fmla="*/ 435 w 705"/>
              <a:gd name="T11" fmla="*/ 553 h 559"/>
              <a:gd name="T12" fmla="*/ 698 w 705"/>
              <a:gd name="T13" fmla="*/ 289 h 559"/>
              <a:gd name="T14" fmla="*/ 702 w 705"/>
              <a:gd name="T15" fmla="*/ 285 h 559"/>
              <a:gd name="T16" fmla="*/ 702 w 705"/>
              <a:gd name="T17" fmla="*/ 273 h 559"/>
              <a:gd name="T18" fmla="*/ 698 w 705"/>
              <a:gd name="T19" fmla="*/ 269 h 559"/>
              <a:gd name="T20" fmla="*/ 435 w 705"/>
              <a:gd name="T21" fmla="*/ 5 h 559"/>
              <a:gd name="T22" fmla="*/ 414 w 705"/>
              <a:gd name="T23" fmla="*/ 5 h 559"/>
              <a:gd name="T24" fmla="*/ 414 w 705"/>
              <a:gd name="T25" fmla="*/ 26 h 559"/>
              <a:gd name="T26" fmla="*/ 653 w 705"/>
              <a:gd name="T27" fmla="*/ 264 h 559"/>
              <a:gd name="T28" fmla="*/ 15 w 705"/>
              <a:gd name="T29" fmla="*/ 264 h 559"/>
              <a:gd name="T30" fmla="*/ 0 w 705"/>
              <a:gd name="T31" fmla="*/ 280 h 559"/>
              <a:gd name="T32" fmla="*/ 15 w 705"/>
              <a:gd name="T33" fmla="*/ 29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59">
                <a:moveTo>
                  <a:pt x="15" y="293"/>
                </a:moveTo>
                <a:lnTo>
                  <a:pt x="15" y="293"/>
                </a:lnTo>
                <a:cubicBezTo>
                  <a:pt x="653" y="293"/>
                  <a:pt x="653" y="293"/>
                  <a:pt x="653" y="293"/>
                </a:cubicBezTo>
                <a:cubicBezTo>
                  <a:pt x="414" y="532"/>
                  <a:pt x="414" y="532"/>
                  <a:pt x="414" y="532"/>
                </a:cubicBezTo>
                <a:cubicBezTo>
                  <a:pt x="409" y="538"/>
                  <a:pt x="409" y="547"/>
                  <a:pt x="414" y="553"/>
                </a:cubicBezTo>
                <a:cubicBezTo>
                  <a:pt x="420" y="558"/>
                  <a:pt x="429" y="558"/>
                  <a:pt x="435" y="553"/>
                </a:cubicBezTo>
                <a:cubicBezTo>
                  <a:pt x="698" y="289"/>
                  <a:pt x="698" y="289"/>
                  <a:pt x="698" y="289"/>
                </a:cubicBezTo>
                <a:cubicBezTo>
                  <a:pt x="700" y="288"/>
                  <a:pt x="701" y="286"/>
                  <a:pt x="702" y="285"/>
                </a:cubicBezTo>
                <a:cubicBezTo>
                  <a:pt x="704" y="281"/>
                  <a:pt x="704" y="277"/>
                  <a:pt x="702" y="273"/>
                </a:cubicBezTo>
                <a:cubicBezTo>
                  <a:pt x="701" y="271"/>
                  <a:pt x="700" y="270"/>
                  <a:pt x="698" y="269"/>
                </a:cubicBezTo>
                <a:cubicBezTo>
                  <a:pt x="435" y="5"/>
                  <a:pt x="435" y="5"/>
                  <a:pt x="435" y="5"/>
                </a:cubicBezTo>
                <a:cubicBezTo>
                  <a:pt x="429" y="0"/>
                  <a:pt x="420" y="0"/>
                  <a:pt x="414" y="5"/>
                </a:cubicBezTo>
                <a:cubicBezTo>
                  <a:pt x="409" y="10"/>
                  <a:pt x="409" y="20"/>
                  <a:pt x="414" y="26"/>
                </a:cubicBezTo>
                <a:cubicBezTo>
                  <a:pt x="653" y="264"/>
                  <a:pt x="653" y="264"/>
                  <a:pt x="653" y="264"/>
                </a:cubicBezTo>
                <a:cubicBezTo>
                  <a:pt x="15" y="264"/>
                  <a:pt x="15" y="264"/>
                  <a:pt x="15" y="264"/>
                </a:cubicBezTo>
                <a:cubicBezTo>
                  <a:pt x="6" y="264"/>
                  <a:pt x="0" y="271"/>
                  <a:pt x="0" y="280"/>
                </a:cubicBezTo>
                <a:cubicBezTo>
                  <a:pt x="0" y="286"/>
                  <a:pt x="6" y="293"/>
                  <a:pt x="15" y="293"/>
                </a:cubicBezTo>
              </a:path>
            </a:pathLst>
          </a:custGeom>
          <a:solidFill>
            <a:schemeClr val="tx2"/>
          </a:solidFill>
          <a:ln>
            <a:noFill/>
          </a:ln>
          <a:effectLst/>
        </p:spPr>
        <p:txBody>
          <a:bodyPr wrap="none" anchor="ctr"/>
          <a:lstStyle/>
          <a:p>
            <a:endParaRPr lang="da-DK"/>
          </a:p>
        </p:txBody>
      </p:sp>
      <p:sp>
        <p:nvSpPr>
          <p:cNvPr id="44" name="Freeform 36">
            <a:extLst>
              <a:ext uri="{FF2B5EF4-FFF2-40B4-BE49-F238E27FC236}">
                <a16:creationId xmlns:a16="http://schemas.microsoft.com/office/drawing/2014/main" id="{B8DCD887-F99E-3053-1C05-EA07204337E1}"/>
              </a:ext>
            </a:extLst>
          </p:cNvPr>
          <p:cNvSpPr>
            <a:spLocks noChangeArrowheads="1"/>
          </p:cNvSpPr>
          <p:nvPr/>
        </p:nvSpPr>
        <p:spPr bwMode="auto">
          <a:xfrm>
            <a:off x="3716461" y="2418358"/>
            <a:ext cx="254000" cy="255587"/>
          </a:xfrm>
          <a:custGeom>
            <a:avLst/>
            <a:gdLst>
              <a:gd name="T0" fmla="*/ 29 w 705"/>
              <a:gd name="T1" fmla="*/ 387 h 710"/>
              <a:gd name="T2" fmla="*/ 29 w 705"/>
              <a:gd name="T3" fmla="*/ 387 h 710"/>
              <a:gd name="T4" fmla="*/ 29 w 705"/>
              <a:gd name="T5" fmla="*/ 387 h 710"/>
              <a:gd name="T6" fmla="*/ 34 w 705"/>
              <a:gd name="T7" fmla="*/ 54 h 710"/>
              <a:gd name="T8" fmla="*/ 678 w 705"/>
              <a:gd name="T9" fmla="*/ 703 h 710"/>
              <a:gd name="T10" fmla="*/ 698 w 705"/>
              <a:gd name="T11" fmla="*/ 703 h 710"/>
              <a:gd name="T12" fmla="*/ 698 w 705"/>
              <a:gd name="T13" fmla="*/ 683 h 710"/>
              <a:gd name="T14" fmla="*/ 51 w 705"/>
              <a:gd name="T15" fmla="*/ 29 h 710"/>
              <a:gd name="T16" fmla="*/ 398 w 705"/>
              <a:gd name="T17" fmla="*/ 29 h 710"/>
              <a:gd name="T18" fmla="*/ 412 w 705"/>
              <a:gd name="T19" fmla="*/ 15 h 710"/>
              <a:gd name="T20" fmla="*/ 398 w 705"/>
              <a:gd name="T21" fmla="*/ 0 h 710"/>
              <a:gd name="T22" fmla="*/ 19 w 705"/>
              <a:gd name="T23" fmla="*/ 0 h 710"/>
              <a:gd name="T24" fmla="*/ 5 w 705"/>
              <a:gd name="T25" fmla="*/ 15 h 710"/>
              <a:gd name="T26" fmla="*/ 0 w 705"/>
              <a:gd name="T27" fmla="*/ 387 h 710"/>
              <a:gd name="T28" fmla="*/ 14 w 705"/>
              <a:gd name="T29" fmla="*/ 403 h 710"/>
              <a:gd name="T30" fmla="*/ 29 w 705"/>
              <a:gd name="T31" fmla="*/ 38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5" h="710">
                <a:moveTo>
                  <a:pt x="29" y="387"/>
                </a:moveTo>
                <a:lnTo>
                  <a:pt x="29" y="387"/>
                </a:lnTo>
                <a:lnTo>
                  <a:pt x="29" y="387"/>
                </a:lnTo>
                <a:cubicBezTo>
                  <a:pt x="34" y="54"/>
                  <a:pt x="34" y="54"/>
                  <a:pt x="34" y="54"/>
                </a:cubicBezTo>
                <a:cubicBezTo>
                  <a:pt x="678" y="703"/>
                  <a:pt x="678" y="703"/>
                  <a:pt x="678" y="703"/>
                </a:cubicBezTo>
                <a:cubicBezTo>
                  <a:pt x="683" y="709"/>
                  <a:pt x="692" y="709"/>
                  <a:pt x="698" y="703"/>
                </a:cubicBezTo>
                <a:cubicBezTo>
                  <a:pt x="704" y="698"/>
                  <a:pt x="704" y="688"/>
                  <a:pt x="698" y="683"/>
                </a:cubicBezTo>
                <a:cubicBezTo>
                  <a:pt x="51" y="29"/>
                  <a:pt x="51" y="29"/>
                  <a:pt x="51" y="29"/>
                </a:cubicBezTo>
                <a:cubicBezTo>
                  <a:pt x="398" y="29"/>
                  <a:pt x="398" y="29"/>
                  <a:pt x="398" y="29"/>
                </a:cubicBezTo>
                <a:cubicBezTo>
                  <a:pt x="405" y="29"/>
                  <a:pt x="412" y="24"/>
                  <a:pt x="412" y="15"/>
                </a:cubicBezTo>
                <a:cubicBezTo>
                  <a:pt x="412" y="7"/>
                  <a:pt x="405" y="0"/>
                  <a:pt x="398" y="0"/>
                </a:cubicBezTo>
                <a:cubicBezTo>
                  <a:pt x="19" y="0"/>
                  <a:pt x="19" y="0"/>
                  <a:pt x="19" y="0"/>
                </a:cubicBezTo>
                <a:cubicBezTo>
                  <a:pt x="12" y="0"/>
                  <a:pt x="5" y="7"/>
                  <a:pt x="5" y="15"/>
                </a:cubicBezTo>
                <a:cubicBezTo>
                  <a:pt x="0" y="387"/>
                  <a:pt x="0" y="387"/>
                  <a:pt x="0" y="387"/>
                </a:cubicBezTo>
                <a:cubicBezTo>
                  <a:pt x="0" y="396"/>
                  <a:pt x="5" y="403"/>
                  <a:pt x="14" y="403"/>
                </a:cubicBezTo>
                <a:cubicBezTo>
                  <a:pt x="22" y="403"/>
                  <a:pt x="29" y="396"/>
                  <a:pt x="29" y="387"/>
                </a:cubicBezTo>
              </a:path>
            </a:pathLst>
          </a:custGeom>
          <a:solidFill>
            <a:schemeClr val="tx2"/>
          </a:solidFill>
          <a:ln>
            <a:noFill/>
          </a:ln>
          <a:effectLst/>
        </p:spPr>
        <p:txBody>
          <a:bodyPr wrap="none" anchor="ctr"/>
          <a:lstStyle/>
          <a:p>
            <a:endParaRPr lang="da-DK"/>
          </a:p>
        </p:txBody>
      </p:sp>
      <p:grpSp>
        <p:nvGrpSpPr>
          <p:cNvPr id="45" name="Group 48">
            <a:extLst>
              <a:ext uri="{FF2B5EF4-FFF2-40B4-BE49-F238E27FC236}">
                <a16:creationId xmlns:a16="http://schemas.microsoft.com/office/drawing/2014/main" id="{68D2B483-7D93-E9B6-FCFD-E5A4D3B94FF0}"/>
              </a:ext>
            </a:extLst>
          </p:cNvPr>
          <p:cNvGrpSpPr/>
          <p:nvPr/>
        </p:nvGrpSpPr>
        <p:grpSpPr>
          <a:xfrm>
            <a:off x="1692399" y="1878434"/>
            <a:ext cx="252412" cy="254000"/>
            <a:chOff x="550863" y="2203450"/>
            <a:chExt cx="252412" cy="254000"/>
          </a:xfrm>
          <a:solidFill>
            <a:schemeClr val="tx2"/>
          </a:solidFill>
        </p:grpSpPr>
        <p:sp>
          <p:nvSpPr>
            <p:cNvPr id="46" name="Freeform 37">
              <a:extLst>
                <a:ext uri="{FF2B5EF4-FFF2-40B4-BE49-F238E27FC236}">
                  <a16:creationId xmlns:a16="http://schemas.microsoft.com/office/drawing/2014/main" id="{DC13C809-D3BB-424B-7539-1C54E0A16A34}"/>
                </a:ext>
              </a:extLst>
            </p:cNvPr>
            <p:cNvSpPr>
              <a:spLocks noChangeArrowheads="1"/>
            </p:cNvSpPr>
            <p:nvPr/>
          </p:nvSpPr>
          <p:spPr bwMode="auto">
            <a:xfrm>
              <a:off x="719138" y="2203450"/>
              <a:ext cx="84137" cy="84138"/>
            </a:xfrm>
            <a:custGeom>
              <a:avLst/>
              <a:gdLst>
                <a:gd name="T0" fmla="*/ 219 w 233"/>
                <a:gd name="T1" fmla="*/ 147 h 235"/>
                <a:gd name="T2" fmla="*/ 219 w 233"/>
                <a:gd name="T3" fmla="*/ 147 h 235"/>
                <a:gd name="T4" fmla="*/ 232 w 233"/>
                <a:gd name="T5" fmla="*/ 132 h 235"/>
                <a:gd name="T6" fmla="*/ 232 w 233"/>
                <a:gd name="T7" fmla="*/ 15 h 235"/>
                <a:gd name="T8" fmla="*/ 232 w 233"/>
                <a:gd name="T9" fmla="*/ 15 h 235"/>
                <a:gd name="T10" fmla="*/ 232 w 233"/>
                <a:gd name="T11" fmla="*/ 10 h 235"/>
                <a:gd name="T12" fmla="*/ 224 w 233"/>
                <a:gd name="T13" fmla="*/ 2 h 235"/>
                <a:gd name="T14" fmla="*/ 219 w 233"/>
                <a:gd name="T15" fmla="*/ 0 h 235"/>
                <a:gd name="T16" fmla="*/ 101 w 233"/>
                <a:gd name="T17" fmla="*/ 0 h 235"/>
                <a:gd name="T18" fmla="*/ 87 w 233"/>
                <a:gd name="T19" fmla="*/ 15 h 235"/>
                <a:gd name="T20" fmla="*/ 101 w 233"/>
                <a:gd name="T21" fmla="*/ 30 h 235"/>
                <a:gd name="T22" fmla="*/ 183 w 233"/>
                <a:gd name="T23" fmla="*/ 30 h 235"/>
                <a:gd name="T24" fmla="*/ 6 w 233"/>
                <a:gd name="T25" fmla="*/ 208 h 235"/>
                <a:gd name="T26" fmla="*/ 6 w 233"/>
                <a:gd name="T27" fmla="*/ 228 h 235"/>
                <a:gd name="T28" fmla="*/ 26 w 233"/>
                <a:gd name="T29" fmla="*/ 228 h 235"/>
                <a:gd name="T30" fmla="*/ 204 w 233"/>
                <a:gd name="T31" fmla="*/ 51 h 235"/>
                <a:gd name="T32" fmla="*/ 204 w 233"/>
                <a:gd name="T33" fmla="*/ 132 h 235"/>
                <a:gd name="T34" fmla="*/ 219 w 233"/>
                <a:gd name="T35"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5">
                  <a:moveTo>
                    <a:pt x="219" y="147"/>
                  </a:moveTo>
                  <a:lnTo>
                    <a:pt x="219" y="147"/>
                  </a:lnTo>
                  <a:cubicBezTo>
                    <a:pt x="227" y="147"/>
                    <a:pt x="232" y="140"/>
                    <a:pt x="232" y="132"/>
                  </a:cubicBezTo>
                  <a:cubicBezTo>
                    <a:pt x="232" y="15"/>
                    <a:pt x="232" y="15"/>
                    <a:pt x="232" y="15"/>
                  </a:cubicBezTo>
                  <a:lnTo>
                    <a:pt x="232" y="15"/>
                  </a:lnTo>
                  <a:cubicBezTo>
                    <a:pt x="232" y="13"/>
                    <a:pt x="232" y="11"/>
                    <a:pt x="232" y="10"/>
                  </a:cubicBezTo>
                  <a:cubicBezTo>
                    <a:pt x="230" y="6"/>
                    <a:pt x="227" y="3"/>
                    <a:pt x="224" y="2"/>
                  </a:cubicBezTo>
                  <a:cubicBezTo>
                    <a:pt x="221" y="0"/>
                    <a:pt x="220" y="0"/>
                    <a:pt x="219" y="0"/>
                  </a:cubicBezTo>
                  <a:cubicBezTo>
                    <a:pt x="101" y="0"/>
                    <a:pt x="101" y="0"/>
                    <a:pt x="101" y="0"/>
                  </a:cubicBezTo>
                  <a:cubicBezTo>
                    <a:pt x="92" y="0"/>
                    <a:pt x="87" y="7"/>
                    <a:pt x="87" y="15"/>
                  </a:cubicBezTo>
                  <a:cubicBezTo>
                    <a:pt x="87" y="24"/>
                    <a:pt x="92" y="30"/>
                    <a:pt x="101" y="30"/>
                  </a:cubicBezTo>
                  <a:cubicBezTo>
                    <a:pt x="183" y="30"/>
                    <a:pt x="183" y="30"/>
                    <a:pt x="183" y="30"/>
                  </a:cubicBezTo>
                  <a:cubicBezTo>
                    <a:pt x="6" y="208"/>
                    <a:pt x="6" y="208"/>
                    <a:pt x="6" y="208"/>
                  </a:cubicBezTo>
                  <a:cubicBezTo>
                    <a:pt x="0" y="213"/>
                    <a:pt x="0" y="221"/>
                    <a:pt x="6" y="228"/>
                  </a:cubicBezTo>
                  <a:cubicBezTo>
                    <a:pt x="11" y="234"/>
                    <a:pt x="21" y="234"/>
                    <a:pt x="26" y="228"/>
                  </a:cubicBezTo>
                  <a:cubicBezTo>
                    <a:pt x="204" y="51"/>
                    <a:pt x="204" y="51"/>
                    <a:pt x="204" y="51"/>
                  </a:cubicBezTo>
                  <a:cubicBezTo>
                    <a:pt x="204" y="132"/>
                    <a:pt x="204" y="132"/>
                    <a:pt x="204" y="132"/>
                  </a:cubicBezTo>
                  <a:cubicBezTo>
                    <a:pt x="204" y="140"/>
                    <a:pt x="210" y="147"/>
                    <a:pt x="219"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 name="Freeform 38">
              <a:extLst>
                <a:ext uri="{FF2B5EF4-FFF2-40B4-BE49-F238E27FC236}">
                  <a16:creationId xmlns:a16="http://schemas.microsoft.com/office/drawing/2014/main" id="{1F06CC04-E0E5-7139-4708-55BC808BB0D4}"/>
                </a:ext>
              </a:extLst>
            </p:cNvPr>
            <p:cNvSpPr>
              <a:spLocks noChangeArrowheads="1"/>
            </p:cNvSpPr>
            <p:nvPr/>
          </p:nvSpPr>
          <p:spPr bwMode="auto">
            <a:xfrm>
              <a:off x="719138" y="2373313"/>
              <a:ext cx="84137" cy="84137"/>
            </a:xfrm>
            <a:custGeom>
              <a:avLst/>
              <a:gdLst>
                <a:gd name="T0" fmla="*/ 87 w 233"/>
                <a:gd name="T1" fmla="*/ 218 h 233"/>
                <a:gd name="T2" fmla="*/ 87 w 233"/>
                <a:gd name="T3" fmla="*/ 218 h 233"/>
                <a:gd name="T4" fmla="*/ 101 w 233"/>
                <a:gd name="T5" fmla="*/ 232 h 233"/>
                <a:gd name="T6" fmla="*/ 219 w 233"/>
                <a:gd name="T7" fmla="*/ 232 h 233"/>
                <a:gd name="T8" fmla="*/ 219 w 233"/>
                <a:gd name="T9" fmla="*/ 232 h 233"/>
                <a:gd name="T10" fmla="*/ 224 w 233"/>
                <a:gd name="T11" fmla="*/ 231 h 233"/>
                <a:gd name="T12" fmla="*/ 232 w 233"/>
                <a:gd name="T13" fmla="*/ 224 h 233"/>
                <a:gd name="T14" fmla="*/ 232 w 233"/>
                <a:gd name="T15" fmla="*/ 218 h 233"/>
                <a:gd name="T16" fmla="*/ 232 w 233"/>
                <a:gd name="T17" fmla="*/ 218 h 233"/>
                <a:gd name="T18" fmla="*/ 232 w 233"/>
                <a:gd name="T19" fmla="*/ 100 h 233"/>
                <a:gd name="T20" fmla="*/ 219 w 233"/>
                <a:gd name="T21" fmla="*/ 87 h 233"/>
                <a:gd name="T22" fmla="*/ 204 w 233"/>
                <a:gd name="T23" fmla="*/ 100 h 233"/>
                <a:gd name="T24" fmla="*/ 204 w 233"/>
                <a:gd name="T25" fmla="*/ 183 h 233"/>
                <a:gd name="T26" fmla="*/ 26 w 233"/>
                <a:gd name="T27" fmla="*/ 6 h 233"/>
                <a:gd name="T28" fmla="*/ 6 w 233"/>
                <a:gd name="T29" fmla="*/ 6 h 233"/>
                <a:gd name="T30" fmla="*/ 6 w 233"/>
                <a:gd name="T31" fmla="*/ 26 h 233"/>
                <a:gd name="T32" fmla="*/ 183 w 233"/>
                <a:gd name="T33" fmla="*/ 203 h 233"/>
                <a:gd name="T34" fmla="*/ 101 w 233"/>
                <a:gd name="T35" fmla="*/ 203 h 233"/>
                <a:gd name="T36" fmla="*/ 87 w 233"/>
                <a:gd name="T37" fmla="*/ 218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87" y="218"/>
                  </a:moveTo>
                  <a:lnTo>
                    <a:pt x="87" y="218"/>
                  </a:lnTo>
                  <a:cubicBezTo>
                    <a:pt x="87" y="225"/>
                    <a:pt x="92" y="232"/>
                    <a:pt x="101" y="232"/>
                  </a:cubicBezTo>
                  <a:cubicBezTo>
                    <a:pt x="219" y="232"/>
                    <a:pt x="219" y="232"/>
                    <a:pt x="219" y="232"/>
                  </a:cubicBezTo>
                  <a:lnTo>
                    <a:pt x="219" y="232"/>
                  </a:lnTo>
                  <a:cubicBezTo>
                    <a:pt x="220" y="232"/>
                    <a:pt x="223" y="232"/>
                    <a:pt x="224" y="231"/>
                  </a:cubicBezTo>
                  <a:cubicBezTo>
                    <a:pt x="227" y="229"/>
                    <a:pt x="230" y="227"/>
                    <a:pt x="232" y="224"/>
                  </a:cubicBezTo>
                  <a:cubicBezTo>
                    <a:pt x="232" y="221"/>
                    <a:pt x="232" y="220"/>
                    <a:pt x="232" y="218"/>
                  </a:cubicBezTo>
                  <a:lnTo>
                    <a:pt x="232" y="218"/>
                  </a:lnTo>
                  <a:cubicBezTo>
                    <a:pt x="232" y="100"/>
                    <a:pt x="232" y="100"/>
                    <a:pt x="232" y="100"/>
                  </a:cubicBezTo>
                  <a:cubicBezTo>
                    <a:pt x="232" y="92"/>
                    <a:pt x="227" y="87"/>
                    <a:pt x="219" y="87"/>
                  </a:cubicBezTo>
                  <a:cubicBezTo>
                    <a:pt x="210" y="87"/>
                    <a:pt x="204" y="92"/>
                    <a:pt x="204" y="100"/>
                  </a:cubicBezTo>
                  <a:cubicBezTo>
                    <a:pt x="204" y="183"/>
                    <a:pt x="204" y="183"/>
                    <a:pt x="204" y="183"/>
                  </a:cubicBezTo>
                  <a:cubicBezTo>
                    <a:pt x="26" y="6"/>
                    <a:pt x="26" y="6"/>
                    <a:pt x="26" y="6"/>
                  </a:cubicBezTo>
                  <a:cubicBezTo>
                    <a:pt x="21" y="0"/>
                    <a:pt x="11" y="0"/>
                    <a:pt x="6" y="6"/>
                  </a:cubicBezTo>
                  <a:cubicBezTo>
                    <a:pt x="0" y="11"/>
                    <a:pt x="0" y="21"/>
                    <a:pt x="6" y="26"/>
                  </a:cubicBezTo>
                  <a:cubicBezTo>
                    <a:pt x="183" y="203"/>
                    <a:pt x="183" y="203"/>
                    <a:pt x="183" y="203"/>
                  </a:cubicBezTo>
                  <a:cubicBezTo>
                    <a:pt x="101" y="203"/>
                    <a:pt x="101" y="203"/>
                    <a:pt x="101" y="203"/>
                  </a:cubicBezTo>
                  <a:cubicBezTo>
                    <a:pt x="92" y="203"/>
                    <a:pt x="87" y="210"/>
                    <a:pt x="87" y="2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9">
              <a:extLst>
                <a:ext uri="{FF2B5EF4-FFF2-40B4-BE49-F238E27FC236}">
                  <a16:creationId xmlns:a16="http://schemas.microsoft.com/office/drawing/2014/main" id="{047E78B2-3C14-D464-D908-630BB3A9E743}"/>
                </a:ext>
              </a:extLst>
            </p:cNvPr>
            <p:cNvSpPr>
              <a:spLocks noChangeArrowheads="1"/>
            </p:cNvSpPr>
            <p:nvPr/>
          </p:nvSpPr>
          <p:spPr bwMode="auto">
            <a:xfrm>
              <a:off x="550863" y="2203450"/>
              <a:ext cx="84137" cy="84138"/>
            </a:xfrm>
            <a:custGeom>
              <a:avLst/>
              <a:gdLst>
                <a:gd name="T0" fmla="*/ 15 w 234"/>
                <a:gd name="T1" fmla="*/ 147 h 235"/>
                <a:gd name="T2" fmla="*/ 15 w 234"/>
                <a:gd name="T3" fmla="*/ 147 h 235"/>
                <a:gd name="T4" fmla="*/ 30 w 234"/>
                <a:gd name="T5" fmla="*/ 132 h 235"/>
                <a:gd name="T6" fmla="*/ 30 w 234"/>
                <a:gd name="T7" fmla="*/ 51 h 235"/>
                <a:gd name="T8" fmla="*/ 207 w 234"/>
                <a:gd name="T9" fmla="*/ 228 h 235"/>
                <a:gd name="T10" fmla="*/ 227 w 234"/>
                <a:gd name="T11" fmla="*/ 228 h 235"/>
                <a:gd name="T12" fmla="*/ 227 w 234"/>
                <a:gd name="T13" fmla="*/ 208 h 235"/>
                <a:gd name="T14" fmla="*/ 50 w 234"/>
                <a:gd name="T15" fmla="*/ 30 h 235"/>
                <a:gd name="T16" fmla="*/ 131 w 234"/>
                <a:gd name="T17" fmla="*/ 30 h 235"/>
                <a:gd name="T18" fmla="*/ 146 w 234"/>
                <a:gd name="T19" fmla="*/ 15 h 235"/>
                <a:gd name="T20" fmla="*/ 131 w 234"/>
                <a:gd name="T21" fmla="*/ 0 h 235"/>
                <a:gd name="T22" fmla="*/ 15 w 234"/>
                <a:gd name="T23" fmla="*/ 0 h 235"/>
                <a:gd name="T24" fmla="*/ 9 w 234"/>
                <a:gd name="T25" fmla="*/ 2 h 235"/>
                <a:gd name="T26" fmla="*/ 5 w 234"/>
                <a:gd name="T27" fmla="*/ 4 h 235"/>
                <a:gd name="T28" fmla="*/ 5 w 234"/>
                <a:gd name="T29" fmla="*/ 4 h 235"/>
                <a:gd name="T30" fmla="*/ 4 w 234"/>
                <a:gd name="T31" fmla="*/ 4 h 235"/>
                <a:gd name="T32" fmla="*/ 1 w 234"/>
                <a:gd name="T33" fmla="*/ 10 h 235"/>
                <a:gd name="T34" fmla="*/ 0 w 234"/>
                <a:gd name="T35" fmla="*/ 15 h 235"/>
                <a:gd name="T36" fmla="*/ 0 w 234"/>
                <a:gd name="T37" fmla="*/ 15 h 235"/>
                <a:gd name="T38" fmla="*/ 0 w 234"/>
                <a:gd name="T39" fmla="*/ 132 h 235"/>
                <a:gd name="T40" fmla="*/ 15 w 234"/>
                <a:gd name="T41"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34" h="235">
                  <a:moveTo>
                    <a:pt x="15" y="147"/>
                  </a:moveTo>
                  <a:lnTo>
                    <a:pt x="15" y="147"/>
                  </a:lnTo>
                  <a:cubicBezTo>
                    <a:pt x="23" y="147"/>
                    <a:pt x="30" y="140"/>
                    <a:pt x="30" y="132"/>
                  </a:cubicBezTo>
                  <a:cubicBezTo>
                    <a:pt x="30" y="51"/>
                    <a:pt x="30" y="51"/>
                    <a:pt x="30" y="51"/>
                  </a:cubicBezTo>
                  <a:cubicBezTo>
                    <a:pt x="207" y="228"/>
                    <a:pt x="207" y="228"/>
                    <a:pt x="207" y="228"/>
                  </a:cubicBezTo>
                  <a:cubicBezTo>
                    <a:pt x="212" y="234"/>
                    <a:pt x="222" y="234"/>
                    <a:pt x="227" y="228"/>
                  </a:cubicBezTo>
                  <a:cubicBezTo>
                    <a:pt x="233" y="221"/>
                    <a:pt x="233" y="213"/>
                    <a:pt x="227" y="208"/>
                  </a:cubicBezTo>
                  <a:cubicBezTo>
                    <a:pt x="50" y="30"/>
                    <a:pt x="50" y="30"/>
                    <a:pt x="50" y="30"/>
                  </a:cubicBezTo>
                  <a:cubicBezTo>
                    <a:pt x="131" y="30"/>
                    <a:pt x="131" y="30"/>
                    <a:pt x="131" y="30"/>
                  </a:cubicBezTo>
                  <a:cubicBezTo>
                    <a:pt x="140" y="30"/>
                    <a:pt x="146" y="24"/>
                    <a:pt x="146" y="15"/>
                  </a:cubicBezTo>
                  <a:cubicBezTo>
                    <a:pt x="146" y="7"/>
                    <a:pt x="140" y="0"/>
                    <a:pt x="131" y="0"/>
                  </a:cubicBezTo>
                  <a:cubicBezTo>
                    <a:pt x="15" y="0"/>
                    <a:pt x="15" y="0"/>
                    <a:pt x="15" y="0"/>
                  </a:cubicBezTo>
                  <a:cubicBezTo>
                    <a:pt x="13" y="0"/>
                    <a:pt x="11" y="0"/>
                    <a:pt x="9" y="2"/>
                  </a:cubicBezTo>
                  <a:cubicBezTo>
                    <a:pt x="8" y="3"/>
                    <a:pt x="6" y="3"/>
                    <a:pt x="5" y="4"/>
                  </a:cubicBezTo>
                  <a:lnTo>
                    <a:pt x="5" y="4"/>
                  </a:lnTo>
                  <a:cubicBezTo>
                    <a:pt x="4" y="4"/>
                    <a:pt x="4" y="4"/>
                    <a:pt x="4" y="4"/>
                  </a:cubicBezTo>
                  <a:cubicBezTo>
                    <a:pt x="4" y="6"/>
                    <a:pt x="2" y="8"/>
                    <a:pt x="1" y="10"/>
                  </a:cubicBezTo>
                  <a:cubicBezTo>
                    <a:pt x="1" y="11"/>
                    <a:pt x="0" y="13"/>
                    <a:pt x="0" y="15"/>
                  </a:cubicBezTo>
                  <a:lnTo>
                    <a:pt x="0" y="15"/>
                  </a:lnTo>
                  <a:cubicBezTo>
                    <a:pt x="0" y="132"/>
                    <a:pt x="0" y="132"/>
                    <a:pt x="0" y="132"/>
                  </a:cubicBezTo>
                  <a:cubicBezTo>
                    <a:pt x="0" y="140"/>
                    <a:pt x="6" y="147"/>
                    <a:pt x="15"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40">
              <a:extLst>
                <a:ext uri="{FF2B5EF4-FFF2-40B4-BE49-F238E27FC236}">
                  <a16:creationId xmlns:a16="http://schemas.microsoft.com/office/drawing/2014/main" id="{775D40C4-93C7-20DE-F9DF-6672B2F8A416}"/>
                </a:ext>
              </a:extLst>
            </p:cNvPr>
            <p:cNvSpPr>
              <a:spLocks noChangeArrowheads="1"/>
            </p:cNvSpPr>
            <p:nvPr/>
          </p:nvSpPr>
          <p:spPr bwMode="auto">
            <a:xfrm>
              <a:off x="550863" y="2373313"/>
              <a:ext cx="84137" cy="84137"/>
            </a:xfrm>
            <a:custGeom>
              <a:avLst/>
              <a:gdLst>
                <a:gd name="T0" fmla="*/ 1 w 234"/>
                <a:gd name="T1" fmla="*/ 224 h 233"/>
                <a:gd name="T2" fmla="*/ 1 w 234"/>
                <a:gd name="T3" fmla="*/ 224 h 233"/>
                <a:gd name="T4" fmla="*/ 4 w 234"/>
                <a:gd name="T5" fmla="*/ 228 h 233"/>
                <a:gd name="T6" fmla="*/ 5 w 234"/>
                <a:gd name="T7" fmla="*/ 228 h 233"/>
                <a:gd name="T8" fmla="*/ 5 w 234"/>
                <a:gd name="T9" fmla="*/ 228 h 233"/>
                <a:gd name="T10" fmla="*/ 9 w 234"/>
                <a:gd name="T11" fmla="*/ 231 h 233"/>
                <a:gd name="T12" fmla="*/ 15 w 234"/>
                <a:gd name="T13" fmla="*/ 232 h 233"/>
                <a:gd name="T14" fmla="*/ 15 w 234"/>
                <a:gd name="T15" fmla="*/ 232 h 233"/>
                <a:gd name="T16" fmla="*/ 131 w 234"/>
                <a:gd name="T17" fmla="*/ 232 h 233"/>
                <a:gd name="T18" fmla="*/ 146 w 234"/>
                <a:gd name="T19" fmla="*/ 218 h 233"/>
                <a:gd name="T20" fmla="*/ 131 w 234"/>
                <a:gd name="T21" fmla="*/ 203 h 233"/>
                <a:gd name="T22" fmla="*/ 50 w 234"/>
                <a:gd name="T23" fmla="*/ 203 h 233"/>
                <a:gd name="T24" fmla="*/ 227 w 234"/>
                <a:gd name="T25" fmla="*/ 26 h 233"/>
                <a:gd name="T26" fmla="*/ 227 w 234"/>
                <a:gd name="T27" fmla="*/ 6 h 233"/>
                <a:gd name="T28" fmla="*/ 207 w 234"/>
                <a:gd name="T29" fmla="*/ 6 h 233"/>
                <a:gd name="T30" fmla="*/ 30 w 234"/>
                <a:gd name="T31" fmla="*/ 183 h 233"/>
                <a:gd name="T32" fmla="*/ 30 w 234"/>
                <a:gd name="T33" fmla="*/ 100 h 233"/>
                <a:gd name="T34" fmla="*/ 15 w 234"/>
                <a:gd name="T35" fmla="*/ 87 h 233"/>
                <a:gd name="T36" fmla="*/ 0 w 234"/>
                <a:gd name="T37" fmla="*/ 100 h 233"/>
                <a:gd name="T38" fmla="*/ 0 w 234"/>
                <a:gd name="T39" fmla="*/ 218 h 233"/>
                <a:gd name="T40" fmla="*/ 0 w 234"/>
                <a:gd name="T41" fmla="*/ 218 h 233"/>
                <a:gd name="T42" fmla="*/ 1 w 234"/>
                <a:gd name="T43" fmla="*/ 224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4" h="233">
                  <a:moveTo>
                    <a:pt x="1" y="224"/>
                  </a:moveTo>
                  <a:lnTo>
                    <a:pt x="1" y="224"/>
                  </a:lnTo>
                  <a:cubicBezTo>
                    <a:pt x="2" y="225"/>
                    <a:pt x="4" y="227"/>
                    <a:pt x="4" y="228"/>
                  </a:cubicBezTo>
                  <a:cubicBezTo>
                    <a:pt x="4" y="228"/>
                    <a:pt x="4" y="228"/>
                    <a:pt x="5" y="228"/>
                  </a:cubicBezTo>
                  <a:lnTo>
                    <a:pt x="5" y="228"/>
                  </a:lnTo>
                  <a:cubicBezTo>
                    <a:pt x="6" y="229"/>
                    <a:pt x="8" y="231"/>
                    <a:pt x="9" y="231"/>
                  </a:cubicBezTo>
                  <a:cubicBezTo>
                    <a:pt x="11" y="232"/>
                    <a:pt x="13" y="232"/>
                    <a:pt x="15" y="232"/>
                  </a:cubicBezTo>
                  <a:lnTo>
                    <a:pt x="15" y="232"/>
                  </a:lnTo>
                  <a:cubicBezTo>
                    <a:pt x="131" y="232"/>
                    <a:pt x="131" y="232"/>
                    <a:pt x="131" y="232"/>
                  </a:cubicBezTo>
                  <a:cubicBezTo>
                    <a:pt x="140" y="232"/>
                    <a:pt x="146" y="225"/>
                    <a:pt x="146" y="218"/>
                  </a:cubicBezTo>
                  <a:cubicBezTo>
                    <a:pt x="146" y="210"/>
                    <a:pt x="140" y="203"/>
                    <a:pt x="131" y="203"/>
                  </a:cubicBezTo>
                  <a:cubicBezTo>
                    <a:pt x="50" y="203"/>
                    <a:pt x="50" y="203"/>
                    <a:pt x="50" y="203"/>
                  </a:cubicBezTo>
                  <a:cubicBezTo>
                    <a:pt x="227" y="26"/>
                    <a:pt x="227" y="26"/>
                    <a:pt x="227" y="26"/>
                  </a:cubicBezTo>
                  <a:cubicBezTo>
                    <a:pt x="233" y="21"/>
                    <a:pt x="233" y="11"/>
                    <a:pt x="227" y="6"/>
                  </a:cubicBezTo>
                  <a:cubicBezTo>
                    <a:pt x="222" y="0"/>
                    <a:pt x="212" y="0"/>
                    <a:pt x="207" y="6"/>
                  </a:cubicBezTo>
                  <a:cubicBezTo>
                    <a:pt x="30" y="183"/>
                    <a:pt x="30" y="183"/>
                    <a:pt x="30" y="183"/>
                  </a:cubicBezTo>
                  <a:cubicBezTo>
                    <a:pt x="30" y="100"/>
                    <a:pt x="30" y="100"/>
                    <a:pt x="30" y="100"/>
                  </a:cubicBezTo>
                  <a:cubicBezTo>
                    <a:pt x="30" y="92"/>
                    <a:pt x="23" y="87"/>
                    <a:pt x="15" y="87"/>
                  </a:cubicBezTo>
                  <a:cubicBezTo>
                    <a:pt x="6" y="87"/>
                    <a:pt x="0" y="92"/>
                    <a:pt x="0" y="100"/>
                  </a:cubicBezTo>
                  <a:cubicBezTo>
                    <a:pt x="0" y="218"/>
                    <a:pt x="0" y="218"/>
                    <a:pt x="0" y="218"/>
                  </a:cubicBezTo>
                  <a:lnTo>
                    <a:pt x="0" y="218"/>
                  </a:lnTo>
                  <a:cubicBezTo>
                    <a:pt x="0" y="220"/>
                    <a:pt x="1" y="221"/>
                    <a:pt x="1"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4DE2C805-BAB9-9553-222F-61F560B3376A}"/>
              </a:ext>
            </a:extLst>
          </p:cNvPr>
          <p:cNvGrpSpPr/>
          <p:nvPr/>
        </p:nvGrpSpPr>
        <p:grpSpPr>
          <a:xfrm>
            <a:off x="2197224" y="2419151"/>
            <a:ext cx="254000" cy="254000"/>
            <a:chOff x="1055688" y="2720975"/>
            <a:chExt cx="254000" cy="254000"/>
          </a:xfrm>
          <a:solidFill>
            <a:schemeClr val="tx2"/>
          </a:solidFill>
        </p:grpSpPr>
        <p:sp>
          <p:nvSpPr>
            <p:cNvPr id="51" name="Freeform 41">
              <a:extLst>
                <a:ext uri="{FF2B5EF4-FFF2-40B4-BE49-F238E27FC236}">
                  <a16:creationId xmlns:a16="http://schemas.microsoft.com/office/drawing/2014/main" id="{D27D37E5-DD16-7871-EA42-35789C658E53}"/>
                </a:ext>
              </a:extLst>
            </p:cNvPr>
            <p:cNvSpPr>
              <a:spLocks noChangeArrowheads="1"/>
            </p:cNvSpPr>
            <p:nvPr/>
          </p:nvSpPr>
          <p:spPr bwMode="auto">
            <a:xfrm>
              <a:off x="1225550" y="2890838"/>
              <a:ext cx="84138" cy="84137"/>
            </a:xfrm>
            <a:custGeom>
              <a:avLst/>
              <a:gdLst>
                <a:gd name="T0" fmla="*/ 147 w 233"/>
                <a:gd name="T1" fmla="*/ 15 h 234"/>
                <a:gd name="T2" fmla="*/ 147 w 233"/>
                <a:gd name="T3" fmla="*/ 15 h 234"/>
                <a:gd name="T4" fmla="*/ 132 w 233"/>
                <a:gd name="T5" fmla="*/ 0 h 234"/>
                <a:gd name="T6" fmla="*/ 15 w 233"/>
                <a:gd name="T7" fmla="*/ 0 h 234"/>
                <a:gd name="T8" fmla="*/ 15 w 233"/>
                <a:gd name="T9" fmla="*/ 0 h 234"/>
                <a:gd name="T10" fmla="*/ 9 w 233"/>
                <a:gd name="T11" fmla="*/ 1 h 234"/>
                <a:gd name="T12" fmla="*/ 2 w 233"/>
                <a:gd name="T13" fmla="*/ 9 h 234"/>
                <a:gd name="T14" fmla="*/ 0 w 233"/>
                <a:gd name="T15" fmla="*/ 15 h 234"/>
                <a:gd name="T16" fmla="*/ 0 w 233"/>
                <a:gd name="T17" fmla="*/ 132 h 234"/>
                <a:gd name="T18" fmla="*/ 15 w 233"/>
                <a:gd name="T19" fmla="*/ 147 h 234"/>
                <a:gd name="T20" fmla="*/ 29 w 233"/>
                <a:gd name="T21" fmla="*/ 132 h 234"/>
                <a:gd name="T22" fmla="*/ 29 w 233"/>
                <a:gd name="T23" fmla="*/ 49 h 234"/>
                <a:gd name="T24" fmla="*/ 206 w 233"/>
                <a:gd name="T25" fmla="*/ 226 h 234"/>
                <a:gd name="T26" fmla="*/ 227 w 233"/>
                <a:gd name="T27" fmla="*/ 226 h 234"/>
                <a:gd name="T28" fmla="*/ 227 w 233"/>
                <a:gd name="T29" fmla="*/ 206 h 234"/>
                <a:gd name="T30" fmla="*/ 50 w 233"/>
                <a:gd name="T31" fmla="*/ 29 h 234"/>
                <a:gd name="T32" fmla="*/ 132 w 233"/>
                <a:gd name="T33" fmla="*/ 29 h 234"/>
                <a:gd name="T34" fmla="*/ 147 w 233"/>
                <a:gd name="T35" fmla="*/ 1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4">
                  <a:moveTo>
                    <a:pt x="147" y="15"/>
                  </a:moveTo>
                  <a:lnTo>
                    <a:pt x="147" y="15"/>
                  </a:lnTo>
                  <a:cubicBezTo>
                    <a:pt x="147" y="7"/>
                    <a:pt x="140" y="0"/>
                    <a:pt x="132" y="0"/>
                  </a:cubicBezTo>
                  <a:cubicBezTo>
                    <a:pt x="15" y="0"/>
                    <a:pt x="15" y="0"/>
                    <a:pt x="15" y="0"/>
                  </a:cubicBezTo>
                  <a:lnTo>
                    <a:pt x="15" y="0"/>
                  </a:lnTo>
                  <a:cubicBezTo>
                    <a:pt x="13" y="0"/>
                    <a:pt x="11" y="0"/>
                    <a:pt x="9" y="1"/>
                  </a:cubicBezTo>
                  <a:cubicBezTo>
                    <a:pt x="6" y="3"/>
                    <a:pt x="3" y="5"/>
                    <a:pt x="2" y="9"/>
                  </a:cubicBezTo>
                  <a:cubicBezTo>
                    <a:pt x="0" y="11"/>
                    <a:pt x="0" y="12"/>
                    <a:pt x="0" y="15"/>
                  </a:cubicBezTo>
                  <a:cubicBezTo>
                    <a:pt x="0" y="132"/>
                    <a:pt x="0" y="132"/>
                    <a:pt x="0" y="132"/>
                  </a:cubicBezTo>
                  <a:cubicBezTo>
                    <a:pt x="0" y="140"/>
                    <a:pt x="7" y="147"/>
                    <a:pt x="15" y="147"/>
                  </a:cubicBezTo>
                  <a:cubicBezTo>
                    <a:pt x="22" y="147"/>
                    <a:pt x="29" y="140"/>
                    <a:pt x="29" y="132"/>
                  </a:cubicBezTo>
                  <a:cubicBezTo>
                    <a:pt x="29" y="49"/>
                    <a:pt x="29" y="49"/>
                    <a:pt x="29" y="49"/>
                  </a:cubicBezTo>
                  <a:cubicBezTo>
                    <a:pt x="206" y="226"/>
                    <a:pt x="206" y="226"/>
                    <a:pt x="206" y="226"/>
                  </a:cubicBezTo>
                  <a:cubicBezTo>
                    <a:pt x="212" y="233"/>
                    <a:pt x="221" y="233"/>
                    <a:pt x="227" y="226"/>
                  </a:cubicBezTo>
                  <a:cubicBezTo>
                    <a:pt x="232" y="221"/>
                    <a:pt x="232" y="211"/>
                    <a:pt x="227" y="206"/>
                  </a:cubicBezTo>
                  <a:cubicBezTo>
                    <a:pt x="50" y="29"/>
                    <a:pt x="50" y="29"/>
                    <a:pt x="50" y="29"/>
                  </a:cubicBezTo>
                  <a:cubicBezTo>
                    <a:pt x="132" y="29"/>
                    <a:pt x="132" y="29"/>
                    <a:pt x="132" y="29"/>
                  </a:cubicBezTo>
                  <a:cubicBezTo>
                    <a:pt x="140" y="29"/>
                    <a:pt x="147" y="23"/>
                    <a:pt x="14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2">
              <a:extLst>
                <a:ext uri="{FF2B5EF4-FFF2-40B4-BE49-F238E27FC236}">
                  <a16:creationId xmlns:a16="http://schemas.microsoft.com/office/drawing/2014/main" id="{EF4468BD-6F63-7F93-1565-22FE96A6DE3C}"/>
                </a:ext>
              </a:extLst>
            </p:cNvPr>
            <p:cNvSpPr>
              <a:spLocks noChangeArrowheads="1"/>
            </p:cNvSpPr>
            <p:nvPr/>
          </p:nvSpPr>
          <p:spPr bwMode="auto">
            <a:xfrm>
              <a:off x="1055688" y="2720975"/>
              <a:ext cx="84137" cy="84138"/>
            </a:xfrm>
            <a:custGeom>
              <a:avLst/>
              <a:gdLst>
                <a:gd name="T0" fmla="*/ 86 w 234"/>
                <a:gd name="T1" fmla="*/ 217 h 233"/>
                <a:gd name="T2" fmla="*/ 86 w 234"/>
                <a:gd name="T3" fmla="*/ 217 h 233"/>
                <a:gd name="T4" fmla="*/ 101 w 234"/>
                <a:gd name="T5" fmla="*/ 232 h 233"/>
                <a:gd name="T6" fmla="*/ 218 w 234"/>
                <a:gd name="T7" fmla="*/ 232 h 233"/>
                <a:gd name="T8" fmla="*/ 218 w 234"/>
                <a:gd name="T9" fmla="*/ 232 h 233"/>
                <a:gd name="T10" fmla="*/ 224 w 234"/>
                <a:gd name="T11" fmla="*/ 230 h 233"/>
                <a:gd name="T12" fmla="*/ 232 w 234"/>
                <a:gd name="T13" fmla="*/ 222 h 233"/>
                <a:gd name="T14" fmla="*/ 233 w 234"/>
                <a:gd name="T15" fmla="*/ 217 h 233"/>
                <a:gd name="T16" fmla="*/ 233 w 234"/>
                <a:gd name="T17" fmla="*/ 217 h 233"/>
                <a:gd name="T18" fmla="*/ 233 w 234"/>
                <a:gd name="T19" fmla="*/ 100 h 233"/>
                <a:gd name="T20" fmla="*/ 218 w 234"/>
                <a:gd name="T21" fmla="*/ 85 h 233"/>
                <a:gd name="T22" fmla="*/ 204 w 234"/>
                <a:gd name="T23" fmla="*/ 100 h 233"/>
                <a:gd name="T24" fmla="*/ 204 w 234"/>
                <a:gd name="T25" fmla="*/ 182 h 233"/>
                <a:gd name="T26" fmla="*/ 27 w 234"/>
                <a:gd name="T27" fmla="*/ 5 h 233"/>
                <a:gd name="T28" fmla="*/ 7 w 234"/>
                <a:gd name="T29" fmla="*/ 5 h 233"/>
                <a:gd name="T30" fmla="*/ 7 w 234"/>
                <a:gd name="T31" fmla="*/ 26 h 233"/>
                <a:gd name="T32" fmla="*/ 184 w 234"/>
                <a:gd name="T33" fmla="*/ 203 h 233"/>
                <a:gd name="T34" fmla="*/ 101 w 234"/>
                <a:gd name="T35" fmla="*/ 203 h 233"/>
                <a:gd name="T36" fmla="*/ 86 w 234"/>
                <a:gd name="T37"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3">
                  <a:moveTo>
                    <a:pt x="86" y="217"/>
                  </a:moveTo>
                  <a:lnTo>
                    <a:pt x="86" y="217"/>
                  </a:lnTo>
                  <a:cubicBezTo>
                    <a:pt x="86" y="225"/>
                    <a:pt x="93" y="232"/>
                    <a:pt x="101" y="232"/>
                  </a:cubicBezTo>
                  <a:cubicBezTo>
                    <a:pt x="218" y="232"/>
                    <a:pt x="218" y="232"/>
                    <a:pt x="218" y="232"/>
                  </a:cubicBezTo>
                  <a:lnTo>
                    <a:pt x="218" y="232"/>
                  </a:lnTo>
                  <a:cubicBezTo>
                    <a:pt x="221" y="232"/>
                    <a:pt x="222" y="232"/>
                    <a:pt x="224" y="230"/>
                  </a:cubicBezTo>
                  <a:cubicBezTo>
                    <a:pt x="228" y="229"/>
                    <a:pt x="230" y="226"/>
                    <a:pt x="232" y="222"/>
                  </a:cubicBezTo>
                  <a:cubicBezTo>
                    <a:pt x="233" y="221"/>
                    <a:pt x="233" y="219"/>
                    <a:pt x="233" y="217"/>
                  </a:cubicBezTo>
                  <a:lnTo>
                    <a:pt x="233" y="217"/>
                  </a:lnTo>
                  <a:cubicBezTo>
                    <a:pt x="233" y="100"/>
                    <a:pt x="233" y="100"/>
                    <a:pt x="233" y="100"/>
                  </a:cubicBezTo>
                  <a:cubicBezTo>
                    <a:pt x="233" y="92"/>
                    <a:pt x="226" y="85"/>
                    <a:pt x="218" y="85"/>
                  </a:cubicBezTo>
                  <a:cubicBezTo>
                    <a:pt x="210" y="85"/>
                    <a:pt x="204" y="92"/>
                    <a:pt x="204" y="100"/>
                  </a:cubicBezTo>
                  <a:cubicBezTo>
                    <a:pt x="204" y="182"/>
                    <a:pt x="204" y="182"/>
                    <a:pt x="204" y="182"/>
                  </a:cubicBezTo>
                  <a:cubicBezTo>
                    <a:pt x="27" y="5"/>
                    <a:pt x="27" y="5"/>
                    <a:pt x="27" y="5"/>
                  </a:cubicBezTo>
                  <a:cubicBezTo>
                    <a:pt x="20" y="0"/>
                    <a:pt x="12" y="0"/>
                    <a:pt x="7" y="5"/>
                  </a:cubicBezTo>
                  <a:cubicBezTo>
                    <a:pt x="0" y="11"/>
                    <a:pt x="0" y="20"/>
                    <a:pt x="7" y="26"/>
                  </a:cubicBezTo>
                  <a:cubicBezTo>
                    <a:pt x="184" y="203"/>
                    <a:pt x="184" y="203"/>
                    <a:pt x="184" y="203"/>
                  </a:cubicBezTo>
                  <a:cubicBezTo>
                    <a:pt x="101" y="203"/>
                    <a:pt x="101" y="203"/>
                    <a:pt x="101" y="203"/>
                  </a:cubicBezTo>
                  <a:cubicBezTo>
                    <a:pt x="93" y="203"/>
                    <a:pt x="86" y="210"/>
                    <a:pt x="86" y="2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3">
              <a:extLst>
                <a:ext uri="{FF2B5EF4-FFF2-40B4-BE49-F238E27FC236}">
                  <a16:creationId xmlns:a16="http://schemas.microsoft.com/office/drawing/2014/main" id="{2D44EFB0-54D1-CFA7-C763-222E6CE4CC6B}"/>
                </a:ext>
              </a:extLst>
            </p:cNvPr>
            <p:cNvSpPr>
              <a:spLocks noChangeArrowheads="1"/>
            </p:cNvSpPr>
            <p:nvPr/>
          </p:nvSpPr>
          <p:spPr bwMode="auto">
            <a:xfrm>
              <a:off x="1055688" y="2890838"/>
              <a:ext cx="84137" cy="84137"/>
            </a:xfrm>
            <a:custGeom>
              <a:avLst/>
              <a:gdLst>
                <a:gd name="T0" fmla="*/ 27 w 234"/>
                <a:gd name="T1" fmla="*/ 226 h 234"/>
                <a:gd name="T2" fmla="*/ 27 w 234"/>
                <a:gd name="T3" fmla="*/ 226 h 234"/>
                <a:gd name="T4" fmla="*/ 204 w 234"/>
                <a:gd name="T5" fmla="*/ 49 h 234"/>
                <a:gd name="T6" fmla="*/ 204 w 234"/>
                <a:gd name="T7" fmla="*/ 132 h 234"/>
                <a:gd name="T8" fmla="*/ 218 w 234"/>
                <a:gd name="T9" fmla="*/ 147 h 234"/>
                <a:gd name="T10" fmla="*/ 233 w 234"/>
                <a:gd name="T11" fmla="*/ 132 h 234"/>
                <a:gd name="T12" fmla="*/ 233 w 234"/>
                <a:gd name="T13" fmla="*/ 15 h 234"/>
                <a:gd name="T14" fmla="*/ 233 w 234"/>
                <a:gd name="T15" fmla="*/ 15 h 234"/>
                <a:gd name="T16" fmla="*/ 232 w 234"/>
                <a:gd name="T17" fmla="*/ 9 h 234"/>
                <a:gd name="T18" fmla="*/ 224 w 234"/>
                <a:gd name="T19" fmla="*/ 1 h 234"/>
                <a:gd name="T20" fmla="*/ 218 w 234"/>
                <a:gd name="T21" fmla="*/ 0 h 234"/>
                <a:gd name="T22" fmla="*/ 218 w 234"/>
                <a:gd name="T23" fmla="*/ 0 h 234"/>
                <a:gd name="T24" fmla="*/ 101 w 234"/>
                <a:gd name="T25" fmla="*/ 0 h 234"/>
                <a:gd name="T26" fmla="*/ 86 w 234"/>
                <a:gd name="T27" fmla="*/ 15 h 234"/>
                <a:gd name="T28" fmla="*/ 101 w 234"/>
                <a:gd name="T29" fmla="*/ 29 h 234"/>
                <a:gd name="T30" fmla="*/ 184 w 234"/>
                <a:gd name="T31" fmla="*/ 29 h 234"/>
                <a:gd name="T32" fmla="*/ 7 w 234"/>
                <a:gd name="T33" fmla="*/ 206 h 234"/>
                <a:gd name="T34" fmla="*/ 7 w 234"/>
                <a:gd name="T35" fmla="*/ 226 h 234"/>
                <a:gd name="T36" fmla="*/ 27 w 234"/>
                <a:gd name="T37" fmla="*/ 226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4">
                  <a:moveTo>
                    <a:pt x="27" y="226"/>
                  </a:moveTo>
                  <a:lnTo>
                    <a:pt x="27" y="226"/>
                  </a:lnTo>
                  <a:cubicBezTo>
                    <a:pt x="204" y="49"/>
                    <a:pt x="204" y="49"/>
                    <a:pt x="204" y="49"/>
                  </a:cubicBezTo>
                  <a:cubicBezTo>
                    <a:pt x="204" y="132"/>
                    <a:pt x="204" y="132"/>
                    <a:pt x="204" y="132"/>
                  </a:cubicBezTo>
                  <a:cubicBezTo>
                    <a:pt x="204" y="140"/>
                    <a:pt x="210" y="147"/>
                    <a:pt x="218" y="147"/>
                  </a:cubicBezTo>
                  <a:cubicBezTo>
                    <a:pt x="226" y="147"/>
                    <a:pt x="233" y="140"/>
                    <a:pt x="233" y="132"/>
                  </a:cubicBezTo>
                  <a:cubicBezTo>
                    <a:pt x="233" y="15"/>
                    <a:pt x="233" y="15"/>
                    <a:pt x="233" y="15"/>
                  </a:cubicBezTo>
                  <a:lnTo>
                    <a:pt x="233" y="15"/>
                  </a:lnTo>
                  <a:cubicBezTo>
                    <a:pt x="233" y="12"/>
                    <a:pt x="233" y="11"/>
                    <a:pt x="232" y="9"/>
                  </a:cubicBezTo>
                  <a:cubicBezTo>
                    <a:pt x="230" y="5"/>
                    <a:pt x="228" y="3"/>
                    <a:pt x="224" y="1"/>
                  </a:cubicBezTo>
                  <a:cubicBezTo>
                    <a:pt x="222" y="0"/>
                    <a:pt x="221" y="0"/>
                    <a:pt x="218" y="0"/>
                  </a:cubicBezTo>
                  <a:lnTo>
                    <a:pt x="218" y="0"/>
                  </a:lnTo>
                  <a:cubicBezTo>
                    <a:pt x="101" y="0"/>
                    <a:pt x="101" y="0"/>
                    <a:pt x="101" y="0"/>
                  </a:cubicBezTo>
                  <a:cubicBezTo>
                    <a:pt x="93" y="0"/>
                    <a:pt x="86" y="7"/>
                    <a:pt x="86" y="15"/>
                  </a:cubicBezTo>
                  <a:cubicBezTo>
                    <a:pt x="86" y="23"/>
                    <a:pt x="93" y="29"/>
                    <a:pt x="101" y="29"/>
                  </a:cubicBezTo>
                  <a:cubicBezTo>
                    <a:pt x="184" y="29"/>
                    <a:pt x="184" y="29"/>
                    <a:pt x="184" y="29"/>
                  </a:cubicBezTo>
                  <a:cubicBezTo>
                    <a:pt x="7" y="206"/>
                    <a:pt x="7" y="206"/>
                    <a:pt x="7" y="206"/>
                  </a:cubicBezTo>
                  <a:cubicBezTo>
                    <a:pt x="0" y="213"/>
                    <a:pt x="0" y="221"/>
                    <a:pt x="7" y="226"/>
                  </a:cubicBezTo>
                  <a:cubicBezTo>
                    <a:pt x="12" y="233"/>
                    <a:pt x="20" y="233"/>
                    <a:pt x="27"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4">
              <a:extLst>
                <a:ext uri="{FF2B5EF4-FFF2-40B4-BE49-F238E27FC236}">
                  <a16:creationId xmlns:a16="http://schemas.microsoft.com/office/drawing/2014/main" id="{21D3FE3E-B38E-98F3-B2B3-FE224CB46617}"/>
                </a:ext>
              </a:extLst>
            </p:cNvPr>
            <p:cNvSpPr>
              <a:spLocks noChangeArrowheads="1"/>
            </p:cNvSpPr>
            <p:nvPr/>
          </p:nvSpPr>
          <p:spPr bwMode="auto">
            <a:xfrm>
              <a:off x="1225550" y="2720975"/>
              <a:ext cx="84138" cy="84138"/>
            </a:xfrm>
            <a:custGeom>
              <a:avLst/>
              <a:gdLst>
                <a:gd name="T0" fmla="*/ 227 w 233"/>
                <a:gd name="T1" fmla="*/ 5 h 233"/>
                <a:gd name="T2" fmla="*/ 227 w 233"/>
                <a:gd name="T3" fmla="*/ 5 h 233"/>
                <a:gd name="T4" fmla="*/ 206 w 233"/>
                <a:gd name="T5" fmla="*/ 5 h 233"/>
                <a:gd name="T6" fmla="*/ 29 w 233"/>
                <a:gd name="T7" fmla="*/ 182 h 233"/>
                <a:gd name="T8" fmla="*/ 29 w 233"/>
                <a:gd name="T9" fmla="*/ 100 h 233"/>
                <a:gd name="T10" fmla="*/ 15 w 233"/>
                <a:gd name="T11" fmla="*/ 85 h 233"/>
                <a:gd name="T12" fmla="*/ 0 w 233"/>
                <a:gd name="T13" fmla="*/ 100 h 233"/>
                <a:gd name="T14" fmla="*/ 0 w 233"/>
                <a:gd name="T15" fmla="*/ 217 h 233"/>
                <a:gd name="T16" fmla="*/ 0 w 233"/>
                <a:gd name="T17" fmla="*/ 217 h 233"/>
                <a:gd name="T18" fmla="*/ 2 w 233"/>
                <a:gd name="T19" fmla="*/ 222 h 233"/>
                <a:gd name="T20" fmla="*/ 9 w 233"/>
                <a:gd name="T21" fmla="*/ 230 h 233"/>
                <a:gd name="T22" fmla="*/ 15 w 233"/>
                <a:gd name="T23" fmla="*/ 232 h 233"/>
                <a:gd name="T24" fmla="*/ 15 w 233"/>
                <a:gd name="T25" fmla="*/ 232 h 233"/>
                <a:gd name="T26" fmla="*/ 132 w 233"/>
                <a:gd name="T27" fmla="*/ 232 h 233"/>
                <a:gd name="T28" fmla="*/ 147 w 233"/>
                <a:gd name="T29" fmla="*/ 217 h 233"/>
                <a:gd name="T30" fmla="*/ 132 w 233"/>
                <a:gd name="T31" fmla="*/ 203 h 233"/>
                <a:gd name="T32" fmla="*/ 50 w 233"/>
                <a:gd name="T33" fmla="*/ 203 h 233"/>
                <a:gd name="T34" fmla="*/ 227 w 233"/>
                <a:gd name="T35" fmla="*/ 26 h 233"/>
                <a:gd name="T36" fmla="*/ 227 w 233"/>
                <a:gd name="T37" fmla="*/ 5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227" y="5"/>
                  </a:moveTo>
                  <a:lnTo>
                    <a:pt x="227" y="5"/>
                  </a:lnTo>
                  <a:cubicBezTo>
                    <a:pt x="221" y="0"/>
                    <a:pt x="212" y="0"/>
                    <a:pt x="206" y="5"/>
                  </a:cubicBezTo>
                  <a:cubicBezTo>
                    <a:pt x="29" y="182"/>
                    <a:pt x="29" y="182"/>
                    <a:pt x="29" y="182"/>
                  </a:cubicBezTo>
                  <a:cubicBezTo>
                    <a:pt x="29" y="100"/>
                    <a:pt x="29" y="100"/>
                    <a:pt x="29" y="100"/>
                  </a:cubicBezTo>
                  <a:cubicBezTo>
                    <a:pt x="29" y="92"/>
                    <a:pt x="22" y="85"/>
                    <a:pt x="15" y="85"/>
                  </a:cubicBezTo>
                  <a:cubicBezTo>
                    <a:pt x="7" y="85"/>
                    <a:pt x="0" y="92"/>
                    <a:pt x="0" y="100"/>
                  </a:cubicBezTo>
                  <a:cubicBezTo>
                    <a:pt x="0" y="217"/>
                    <a:pt x="0" y="217"/>
                    <a:pt x="0" y="217"/>
                  </a:cubicBezTo>
                  <a:lnTo>
                    <a:pt x="0" y="217"/>
                  </a:lnTo>
                  <a:cubicBezTo>
                    <a:pt x="0" y="219"/>
                    <a:pt x="0" y="221"/>
                    <a:pt x="2" y="222"/>
                  </a:cubicBezTo>
                  <a:cubicBezTo>
                    <a:pt x="3" y="226"/>
                    <a:pt x="6" y="229"/>
                    <a:pt x="9" y="230"/>
                  </a:cubicBezTo>
                  <a:cubicBezTo>
                    <a:pt x="11" y="232"/>
                    <a:pt x="13" y="232"/>
                    <a:pt x="15" y="232"/>
                  </a:cubicBezTo>
                  <a:lnTo>
                    <a:pt x="15" y="232"/>
                  </a:lnTo>
                  <a:cubicBezTo>
                    <a:pt x="132" y="232"/>
                    <a:pt x="132" y="232"/>
                    <a:pt x="132" y="232"/>
                  </a:cubicBezTo>
                  <a:cubicBezTo>
                    <a:pt x="140" y="232"/>
                    <a:pt x="147" y="225"/>
                    <a:pt x="147" y="217"/>
                  </a:cubicBezTo>
                  <a:cubicBezTo>
                    <a:pt x="147" y="210"/>
                    <a:pt x="140" y="203"/>
                    <a:pt x="132" y="203"/>
                  </a:cubicBezTo>
                  <a:cubicBezTo>
                    <a:pt x="50" y="203"/>
                    <a:pt x="50" y="203"/>
                    <a:pt x="50" y="203"/>
                  </a:cubicBezTo>
                  <a:cubicBezTo>
                    <a:pt x="227" y="26"/>
                    <a:pt x="227" y="26"/>
                    <a:pt x="227" y="26"/>
                  </a:cubicBezTo>
                  <a:cubicBezTo>
                    <a:pt x="232" y="20"/>
                    <a:pt x="232" y="11"/>
                    <a:pt x="227"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3FBDFAF5-0DDC-CF3C-E0F2-79B4C1939A3F}"/>
              </a:ext>
            </a:extLst>
          </p:cNvPr>
          <p:cNvGrpSpPr/>
          <p:nvPr/>
        </p:nvGrpSpPr>
        <p:grpSpPr>
          <a:xfrm>
            <a:off x="2703636" y="2419151"/>
            <a:ext cx="254000" cy="254000"/>
            <a:chOff x="1562100" y="2720975"/>
            <a:chExt cx="254000" cy="254000"/>
          </a:xfrm>
          <a:solidFill>
            <a:schemeClr val="tx2"/>
          </a:solidFill>
        </p:grpSpPr>
        <p:sp>
          <p:nvSpPr>
            <p:cNvPr id="56" name="Freeform 45">
              <a:extLst>
                <a:ext uri="{FF2B5EF4-FFF2-40B4-BE49-F238E27FC236}">
                  <a16:creationId xmlns:a16="http://schemas.microsoft.com/office/drawing/2014/main" id="{2145E9C2-8B9B-110B-CF55-CD03C0C496F8}"/>
                </a:ext>
              </a:extLst>
            </p:cNvPr>
            <p:cNvSpPr>
              <a:spLocks noChangeArrowheads="1"/>
            </p:cNvSpPr>
            <p:nvPr/>
          </p:nvSpPr>
          <p:spPr bwMode="auto">
            <a:xfrm>
              <a:off x="1593850" y="2867025"/>
              <a:ext cx="74613" cy="74613"/>
            </a:xfrm>
            <a:custGeom>
              <a:avLst/>
              <a:gdLst>
                <a:gd name="T0" fmla="*/ 9 w 208"/>
                <a:gd name="T1" fmla="*/ 206 h 208"/>
                <a:gd name="T2" fmla="*/ 9 w 208"/>
                <a:gd name="T3" fmla="*/ 206 h 208"/>
                <a:gd name="T4" fmla="*/ 15 w 208"/>
                <a:gd name="T5" fmla="*/ 207 h 208"/>
                <a:gd name="T6" fmla="*/ 15 w 208"/>
                <a:gd name="T7" fmla="*/ 207 h 208"/>
                <a:gd name="T8" fmla="*/ 131 w 208"/>
                <a:gd name="T9" fmla="*/ 207 h 208"/>
                <a:gd name="T10" fmla="*/ 147 w 208"/>
                <a:gd name="T11" fmla="*/ 192 h 208"/>
                <a:gd name="T12" fmla="*/ 131 w 208"/>
                <a:gd name="T13" fmla="*/ 177 h 208"/>
                <a:gd name="T14" fmla="*/ 50 w 208"/>
                <a:gd name="T15" fmla="*/ 177 h 208"/>
                <a:gd name="T16" fmla="*/ 201 w 208"/>
                <a:gd name="T17" fmla="*/ 26 h 208"/>
                <a:gd name="T18" fmla="*/ 201 w 208"/>
                <a:gd name="T19" fmla="*/ 5 h 208"/>
                <a:gd name="T20" fmla="*/ 181 w 208"/>
                <a:gd name="T21" fmla="*/ 5 h 208"/>
                <a:gd name="T22" fmla="*/ 30 w 208"/>
                <a:gd name="T23" fmla="*/ 156 h 208"/>
                <a:gd name="T24" fmla="*/ 30 w 208"/>
                <a:gd name="T25" fmla="*/ 75 h 208"/>
                <a:gd name="T26" fmla="*/ 15 w 208"/>
                <a:gd name="T27" fmla="*/ 60 h 208"/>
                <a:gd name="T28" fmla="*/ 0 w 208"/>
                <a:gd name="T29" fmla="*/ 75 h 208"/>
                <a:gd name="T30" fmla="*/ 0 w 208"/>
                <a:gd name="T31" fmla="*/ 192 h 208"/>
                <a:gd name="T32" fmla="*/ 1 w 208"/>
                <a:gd name="T33" fmla="*/ 197 h 208"/>
                <a:gd name="T34" fmla="*/ 9 w 208"/>
                <a:gd name="T35" fmla="*/ 20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9" y="206"/>
                  </a:moveTo>
                  <a:lnTo>
                    <a:pt x="9" y="206"/>
                  </a:lnTo>
                  <a:cubicBezTo>
                    <a:pt x="11" y="206"/>
                    <a:pt x="13" y="207"/>
                    <a:pt x="15" y="207"/>
                  </a:cubicBezTo>
                  <a:lnTo>
                    <a:pt x="15" y="207"/>
                  </a:lnTo>
                  <a:cubicBezTo>
                    <a:pt x="131" y="207"/>
                    <a:pt x="131" y="207"/>
                    <a:pt x="131" y="207"/>
                  </a:cubicBezTo>
                  <a:cubicBezTo>
                    <a:pt x="140" y="207"/>
                    <a:pt x="147" y="200"/>
                    <a:pt x="147" y="192"/>
                  </a:cubicBezTo>
                  <a:cubicBezTo>
                    <a:pt x="147" y="184"/>
                    <a:pt x="140" y="177"/>
                    <a:pt x="131" y="177"/>
                  </a:cubicBezTo>
                  <a:cubicBezTo>
                    <a:pt x="50" y="177"/>
                    <a:pt x="50" y="177"/>
                    <a:pt x="50" y="177"/>
                  </a:cubicBezTo>
                  <a:cubicBezTo>
                    <a:pt x="201" y="26"/>
                    <a:pt x="201" y="26"/>
                    <a:pt x="201" y="26"/>
                  </a:cubicBezTo>
                  <a:cubicBezTo>
                    <a:pt x="207" y="20"/>
                    <a:pt x="207" y="12"/>
                    <a:pt x="201" y="5"/>
                  </a:cubicBezTo>
                  <a:cubicBezTo>
                    <a:pt x="195" y="0"/>
                    <a:pt x="186" y="0"/>
                    <a:pt x="181" y="5"/>
                  </a:cubicBezTo>
                  <a:cubicBezTo>
                    <a:pt x="30" y="156"/>
                    <a:pt x="30" y="156"/>
                    <a:pt x="30" y="156"/>
                  </a:cubicBezTo>
                  <a:cubicBezTo>
                    <a:pt x="30" y="75"/>
                    <a:pt x="30" y="75"/>
                    <a:pt x="30" y="75"/>
                  </a:cubicBezTo>
                  <a:cubicBezTo>
                    <a:pt x="30" y="67"/>
                    <a:pt x="23" y="60"/>
                    <a:pt x="15" y="60"/>
                  </a:cubicBezTo>
                  <a:cubicBezTo>
                    <a:pt x="7" y="60"/>
                    <a:pt x="0" y="67"/>
                    <a:pt x="0" y="75"/>
                  </a:cubicBezTo>
                  <a:cubicBezTo>
                    <a:pt x="0" y="192"/>
                    <a:pt x="0" y="192"/>
                    <a:pt x="0" y="192"/>
                  </a:cubicBezTo>
                  <a:cubicBezTo>
                    <a:pt x="0" y="193"/>
                    <a:pt x="1" y="196"/>
                    <a:pt x="1" y="197"/>
                  </a:cubicBezTo>
                  <a:cubicBezTo>
                    <a:pt x="2" y="202"/>
                    <a:pt x="5" y="204"/>
                    <a:pt x="9"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6">
              <a:extLst>
                <a:ext uri="{FF2B5EF4-FFF2-40B4-BE49-F238E27FC236}">
                  <a16:creationId xmlns:a16="http://schemas.microsoft.com/office/drawing/2014/main" id="{467FF231-71AA-DEDA-B80B-9B70C6341E5E}"/>
                </a:ext>
              </a:extLst>
            </p:cNvPr>
            <p:cNvSpPr>
              <a:spLocks noChangeArrowheads="1"/>
            </p:cNvSpPr>
            <p:nvPr/>
          </p:nvSpPr>
          <p:spPr bwMode="auto">
            <a:xfrm>
              <a:off x="1593850" y="2752725"/>
              <a:ext cx="74613" cy="74613"/>
            </a:xfrm>
            <a:custGeom>
              <a:avLst/>
              <a:gdLst>
                <a:gd name="T0" fmla="*/ 15 w 208"/>
                <a:gd name="T1" fmla="*/ 145 h 207"/>
                <a:gd name="T2" fmla="*/ 15 w 208"/>
                <a:gd name="T3" fmla="*/ 145 h 207"/>
                <a:gd name="T4" fmla="*/ 30 w 208"/>
                <a:gd name="T5" fmla="*/ 132 h 207"/>
                <a:gd name="T6" fmla="*/ 30 w 208"/>
                <a:gd name="T7" fmla="*/ 49 h 207"/>
                <a:gd name="T8" fmla="*/ 181 w 208"/>
                <a:gd name="T9" fmla="*/ 200 h 207"/>
                <a:gd name="T10" fmla="*/ 201 w 208"/>
                <a:gd name="T11" fmla="*/ 200 h 207"/>
                <a:gd name="T12" fmla="*/ 201 w 208"/>
                <a:gd name="T13" fmla="*/ 180 h 207"/>
                <a:gd name="T14" fmla="*/ 50 w 208"/>
                <a:gd name="T15" fmla="*/ 29 h 207"/>
                <a:gd name="T16" fmla="*/ 131 w 208"/>
                <a:gd name="T17" fmla="*/ 29 h 207"/>
                <a:gd name="T18" fmla="*/ 147 w 208"/>
                <a:gd name="T19" fmla="*/ 14 h 207"/>
                <a:gd name="T20" fmla="*/ 131 w 208"/>
                <a:gd name="T21" fmla="*/ 0 h 207"/>
                <a:gd name="T22" fmla="*/ 15 w 208"/>
                <a:gd name="T23" fmla="*/ 0 h 207"/>
                <a:gd name="T24" fmla="*/ 15 w 208"/>
                <a:gd name="T25" fmla="*/ 0 h 207"/>
                <a:gd name="T26" fmla="*/ 9 w 208"/>
                <a:gd name="T27" fmla="*/ 0 h 207"/>
                <a:gd name="T28" fmla="*/ 1 w 208"/>
                <a:gd name="T29" fmla="*/ 8 h 207"/>
                <a:gd name="T30" fmla="*/ 0 w 208"/>
                <a:gd name="T31" fmla="*/ 14 h 207"/>
                <a:gd name="T32" fmla="*/ 0 w 208"/>
                <a:gd name="T33" fmla="*/ 132 h 207"/>
                <a:gd name="T34" fmla="*/ 15 w 208"/>
                <a:gd name="T35" fmla="*/ 14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7">
                  <a:moveTo>
                    <a:pt x="15" y="145"/>
                  </a:moveTo>
                  <a:lnTo>
                    <a:pt x="15" y="145"/>
                  </a:lnTo>
                  <a:cubicBezTo>
                    <a:pt x="23" y="145"/>
                    <a:pt x="30" y="139"/>
                    <a:pt x="30" y="132"/>
                  </a:cubicBezTo>
                  <a:cubicBezTo>
                    <a:pt x="30" y="49"/>
                    <a:pt x="30" y="49"/>
                    <a:pt x="30" y="49"/>
                  </a:cubicBezTo>
                  <a:cubicBezTo>
                    <a:pt x="181" y="200"/>
                    <a:pt x="181" y="200"/>
                    <a:pt x="181" y="200"/>
                  </a:cubicBezTo>
                  <a:cubicBezTo>
                    <a:pt x="186" y="206"/>
                    <a:pt x="195" y="206"/>
                    <a:pt x="201" y="200"/>
                  </a:cubicBezTo>
                  <a:cubicBezTo>
                    <a:pt x="207" y="195"/>
                    <a:pt x="207" y="185"/>
                    <a:pt x="201" y="180"/>
                  </a:cubicBezTo>
                  <a:cubicBezTo>
                    <a:pt x="50" y="29"/>
                    <a:pt x="50" y="29"/>
                    <a:pt x="50" y="29"/>
                  </a:cubicBezTo>
                  <a:cubicBezTo>
                    <a:pt x="131" y="29"/>
                    <a:pt x="131" y="29"/>
                    <a:pt x="131" y="29"/>
                  </a:cubicBezTo>
                  <a:cubicBezTo>
                    <a:pt x="140" y="29"/>
                    <a:pt x="147" y="22"/>
                    <a:pt x="147" y="14"/>
                  </a:cubicBezTo>
                  <a:cubicBezTo>
                    <a:pt x="147" y="5"/>
                    <a:pt x="140" y="0"/>
                    <a:pt x="131" y="0"/>
                  </a:cubicBezTo>
                  <a:cubicBezTo>
                    <a:pt x="15" y="0"/>
                    <a:pt x="15" y="0"/>
                    <a:pt x="15" y="0"/>
                  </a:cubicBezTo>
                  <a:lnTo>
                    <a:pt x="15" y="0"/>
                  </a:lnTo>
                  <a:cubicBezTo>
                    <a:pt x="13" y="0"/>
                    <a:pt x="11" y="0"/>
                    <a:pt x="9" y="0"/>
                  </a:cubicBezTo>
                  <a:cubicBezTo>
                    <a:pt x="5" y="1"/>
                    <a:pt x="2" y="5"/>
                    <a:pt x="1" y="8"/>
                  </a:cubicBezTo>
                  <a:cubicBezTo>
                    <a:pt x="1" y="10"/>
                    <a:pt x="0" y="12"/>
                    <a:pt x="0" y="14"/>
                  </a:cubicBezTo>
                  <a:cubicBezTo>
                    <a:pt x="0" y="132"/>
                    <a:pt x="0" y="132"/>
                    <a:pt x="0" y="132"/>
                  </a:cubicBezTo>
                  <a:cubicBezTo>
                    <a:pt x="0" y="139"/>
                    <a:pt x="7" y="145"/>
                    <a:pt x="15"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7">
              <a:extLst>
                <a:ext uri="{FF2B5EF4-FFF2-40B4-BE49-F238E27FC236}">
                  <a16:creationId xmlns:a16="http://schemas.microsoft.com/office/drawing/2014/main" id="{2B77F389-0C10-2CF8-A999-08472AF5A7DE}"/>
                </a:ext>
              </a:extLst>
            </p:cNvPr>
            <p:cNvSpPr>
              <a:spLocks noChangeArrowheads="1"/>
            </p:cNvSpPr>
            <p:nvPr/>
          </p:nvSpPr>
          <p:spPr bwMode="auto">
            <a:xfrm>
              <a:off x="1709738" y="2867025"/>
              <a:ext cx="74612" cy="74613"/>
            </a:xfrm>
            <a:custGeom>
              <a:avLst/>
              <a:gdLst>
                <a:gd name="T0" fmla="*/ 156 w 207"/>
                <a:gd name="T1" fmla="*/ 177 h 208"/>
                <a:gd name="T2" fmla="*/ 156 w 207"/>
                <a:gd name="T3" fmla="*/ 177 h 208"/>
                <a:gd name="T4" fmla="*/ 74 w 207"/>
                <a:gd name="T5" fmla="*/ 177 h 208"/>
                <a:gd name="T6" fmla="*/ 60 w 207"/>
                <a:gd name="T7" fmla="*/ 192 h 208"/>
                <a:gd name="T8" fmla="*/ 74 w 207"/>
                <a:gd name="T9" fmla="*/ 207 h 208"/>
                <a:gd name="T10" fmla="*/ 192 w 207"/>
                <a:gd name="T11" fmla="*/ 207 h 208"/>
                <a:gd name="T12" fmla="*/ 192 w 207"/>
                <a:gd name="T13" fmla="*/ 207 h 208"/>
                <a:gd name="T14" fmla="*/ 198 w 207"/>
                <a:gd name="T15" fmla="*/ 206 h 208"/>
                <a:gd name="T16" fmla="*/ 206 w 207"/>
                <a:gd name="T17" fmla="*/ 197 h 208"/>
                <a:gd name="T18" fmla="*/ 206 w 207"/>
                <a:gd name="T19" fmla="*/ 192 h 208"/>
                <a:gd name="T20" fmla="*/ 206 w 207"/>
                <a:gd name="T21" fmla="*/ 192 h 208"/>
                <a:gd name="T22" fmla="*/ 206 w 207"/>
                <a:gd name="T23" fmla="*/ 75 h 208"/>
                <a:gd name="T24" fmla="*/ 192 w 207"/>
                <a:gd name="T25" fmla="*/ 60 h 208"/>
                <a:gd name="T26" fmla="*/ 177 w 207"/>
                <a:gd name="T27" fmla="*/ 75 h 208"/>
                <a:gd name="T28" fmla="*/ 177 w 207"/>
                <a:gd name="T29" fmla="*/ 156 h 208"/>
                <a:gd name="T30" fmla="*/ 26 w 207"/>
                <a:gd name="T31" fmla="*/ 5 h 208"/>
                <a:gd name="T32" fmla="*/ 5 w 207"/>
                <a:gd name="T33" fmla="*/ 5 h 208"/>
                <a:gd name="T34" fmla="*/ 5 w 207"/>
                <a:gd name="T35" fmla="*/ 26 h 208"/>
                <a:gd name="T36" fmla="*/ 156 w 207"/>
                <a:gd name="T37" fmla="*/ 17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8">
                  <a:moveTo>
                    <a:pt x="156" y="177"/>
                  </a:moveTo>
                  <a:lnTo>
                    <a:pt x="156" y="177"/>
                  </a:lnTo>
                  <a:cubicBezTo>
                    <a:pt x="74" y="177"/>
                    <a:pt x="74" y="177"/>
                    <a:pt x="74" y="177"/>
                  </a:cubicBezTo>
                  <a:cubicBezTo>
                    <a:pt x="66" y="177"/>
                    <a:pt x="60" y="184"/>
                    <a:pt x="60" y="192"/>
                  </a:cubicBezTo>
                  <a:cubicBezTo>
                    <a:pt x="60" y="200"/>
                    <a:pt x="66" y="207"/>
                    <a:pt x="74" y="207"/>
                  </a:cubicBezTo>
                  <a:cubicBezTo>
                    <a:pt x="192" y="207"/>
                    <a:pt x="192" y="207"/>
                    <a:pt x="192" y="207"/>
                  </a:cubicBezTo>
                  <a:lnTo>
                    <a:pt x="192" y="207"/>
                  </a:lnTo>
                  <a:cubicBezTo>
                    <a:pt x="193" y="207"/>
                    <a:pt x="196" y="206"/>
                    <a:pt x="198" y="206"/>
                  </a:cubicBezTo>
                  <a:cubicBezTo>
                    <a:pt x="200" y="204"/>
                    <a:pt x="203" y="202"/>
                    <a:pt x="206" y="197"/>
                  </a:cubicBezTo>
                  <a:cubicBezTo>
                    <a:pt x="206" y="196"/>
                    <a:pt x="206" y="193"/>
                    <a:pt x="206" y="192"/>
                  </a:cubicBezTo>
                  <a:lnTo>
                    <a:pt x="206" y="192"/>
                  </a:lnTo>
                  <a:cubicBezTo>
                    <a:pt x="206" y="75"/>
                    <a:pt x="206" y="75"/>
                    <a:pt x="206" y="75"/>
                  </a:cubicBezTo>
                  <a:cubicBezTo>
                    <a:pt x="206" y="67"/>
                    <a:pt x="200" y="60"/>
                    <a:pt x="192" y="60"/>
                  </a:cubicBezTo>
                  <a:cubicBezTo>
                    <a:pt x="184" y="60"/>
                    <a:pt x="177" y="67"/>
                    <a:pt x="177" y="75"/>
                  </a:cubicBezTo>
                  <a:cubicBezTo>
                    <a:pt x="177" y="156"/>
                    <a:pt x="177" y="156"/>
                    <a:pt x="177" y="156"/>
                  </a:cubicBezTo>
                  <a:cubicBezTo>
                    <a:pt x="26" y="5"/>
                    <a:pt x="26" y="5"/>
                    <a:pt x="26" y="5"/>
                  </a:cubicBezTo>
                  <a:cubicBezTo>
                    <a:pt x="20" y="0"/>
                    <a:pt x="11" y="0"/>
                    <a:pt x="5" y="5"/>
                  </a:cubicBezTo>
                  <a:cubicBezTo>
                    <a:pt x="0" y="12"/>
                    <a:pt x="0" y="20"/>
                    <a:pt x="5" y="26"/>
                  </a:cubicBezTo>
                  <a:lnTo>
                    <a:pt x="156" y="1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 name="Freeform 48">
              <a:extLst>
                <a:ext uri="{FF2B5EF4-FFF2-40B4-BE49-F238E27FC236}">
                  <a16:creationId xmlns:a16="http://schemas.microsoft.com/office/drawing/2014/main" id="{55CF5C00-7C6B-110D-DF75-0E554505AF71}"/>
                </a:ext>
              </a:extLst>
            </p:cNvPr>
            <p:cNvSpPr>
              <a:spLocks noChangeArrowheads="1"/>
            </p:cNvSpPr>
            <p:nvPr/>
          </p:nvSpPr>
          <p:spPr bwMode="auto">
            <a:xfrm>
              <a:off x="1709738" y="2752725"/>
              <a:ext cx="74612" cy="74613"/>
            </a:xfrm>
            <a:custGeom>
              <a:avLst/>
              <a:gdLst>
                <a:gd name="T0" fmla="*/ 26 w 207"/>
                <a:gd name="T1" fmla="*/ 200 h 207"/>
                <a:gd name="T2" fmla="*/ 26 w 207"/>
                <a:gd name="T3" fmla="*/ 200 h 207"/>
                <a:gd name="T4" fmla="*/ 177 w 207"/>
                <a:gd name="T5" fmla="*/ 49 h 207"/>
                <a:gd name="T6" fmla="*/ 177 w 207"/>
                <a:gd name="T7" fmla="*/ 132 h 207"/>
                <a:gd name="T8" fmla="*/ 192 w 207"/>
                <a:gd name="T9" fmla="*/ 145 h 207"/>
                <a:gd name="T10" fmla="*/ 206 w 207"/>
                <a:gd name="T11" fmla="*/ 132 h 207"/>
                <a:gd name="T12" fmla="*/ 206 w 207"/>
                <a:gd name="T13" fmla="*/ 14 h 207"/>
                <a:gd name="T14" fmla="*/ 206 w 207"/>
                <a:gd name="T15" fmla="*/ 14 h 207"/>
                <a:gd name="T16" fmla="*/ 206 w 207"/>
                <a:gd name="T17" fmla="*/ 8 h 207"/>
                <a:gd name="T18" fmla="*/ 198 w 207"/>
                <a:gd name="T19" fmla="*/ 0 h 207"/>
                <a:gd name="T20" fmla="*/ 192 w 207"/>
                <a:gd name="T21" fmla="*/ 0 h 207"/>
                <a:gd name="T22" fmla="*/ 192 w 207"/>
                <a:gd name="T23" fmla="*/ 0 h 207"/>
                <a:gd name="T24" fmla="*/ 74 w 207"/>
                <a:gd name="T25" fmla="*/ 0 h 207"/>
                <a:gd name="T26" fmla="*/ 60 w 207"/>
                <a:gd name="T27" fmla="*/ 14 h 207"/>
                <a:gd name="T28" fmla="*/ 74 w 207"/>
                <a:gd name="T29" fmla="*/ 29 h 207"/>
                <a:gd name="T30" fmla="*/ 156 w 207"/>
                <a:gd name="T31" fmla="*/ 29 h 207"/>
                <a:gd name="T32" fmla="*/ 5 w 207"/>
                <a:gd name="T33" fmla="*/ 180 h 207"/>
                <a:gd name="T34" fmla="*/ 5 w 207"/>
                <a:gd name="T35" fmla="*/ 200 h 207"/>
                <a:gd name="T36" fmla="*/ 26 w 207"/>
                <a:gd name="T37" fmla="*/ 20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7">
                  <a:moveTo>
                    <a:pt x="26" y="200"/>
                  </a:moveTo>
                  <a:lnTo>
                    <a:pt x="26" y="200"/>
                  </a:lnTo>
                  <a:cubicBezTo>
                    <a:pt x="177" y="49"/>
                    <a:pt x="177" y="49"/>
                    <a:pt x="177" y="49"/>
                  </a:cubicBezTo>
                  <a:cubicBezTo>
                    <a:pt x="177" y="132"/>
                    <a:pt x="177" y="132"/>
                    <a:pt x="177" y="132"/>
                  </a:cubicBezTo>
                  <a:cubicBezTo>
                    <a:pt x="177" y="139"/>
                    <a:pt x="184" y="145"/>
                    <a:pt x="192" y="145"/>
                  </a:cubicBezTo>
                  <a:cubicBezTo>
                    <a:pt x="200" y="145"/>
                    <a:pt x="206" y="139"/>
                    <a:pt x="206" y="132"/>
                  </a:cubicBezTo>
                  <a:cubicBezTo>
                    <a:pt x="206" y="14"/>
                    <a:pt x="206" y="14"/>
                    <a:pt x="206" y="14"/>
                  </a:cubicBezTo>
                  <a:lnTo>
                    <a:pt x="206" y="14"/>
                  </a:lnTo>
                  <a:cubicBezTo>
                    <a:pt x="206" y="12"/>
                    <a:pt x="206" y="10"/>
                    <a:pt x="206" y="8"/>
                  </a:cubicBezTo>
                  <a:cubicBezTo>
                    <a:pt x="203" y="5"/>
                    <a:pt x="200" y="1"/>
                    <a:pt x="198" y="0"/>
                  </a:cubicBezTo>
                  <a:cubicBezTo>
                    <a:pt x="195" y="0"/>
                    <a:pt x="193" y="0"/>
                    <a:pt x="192" y="0"/>
                  </a:cubicBezTo>
                  <a:lnTo>
                    <a:pt x="192" y="0"/>
                  </a:lnTo>
                  <a:cubicBezTo>
                    <a:pt x="74" y="0"/>
                    <a:pt x="74" y="0"/>
                    <a:pt x="74" y="0"/>
                  </a:cubicBezTo>
                  <a:cubicBezTo>
                    <a:pt x="66" y="0"/>
                    <a:pt x="60" y="5"/>
                    <a:pt x="60" y="14"/>
                  </a:cubicBezTo>
                  <a:cubicBezTo>
                    <a:pt x="60" y="22"/>
                    <a:pt x="66" y="29"/>
                    <a:pt x="74" y="29"/>
                  </a:cubicBezTo>
                  <a:cubicBezTo>
                    <a:pt x="156" y="29"/>
                    <a:pt x="156" y="29"/>
                    <a:pt x="156" y="29"/>
                  </a:cubicBezTo>
                  <a:cubicBezTo>
                    <a:pt x="5" y="180"/>
                    <a:pt x="5" y="180"/>
                    <a:pt x="5" y="180"/>
                  </a:cubicBezTo>
                  <a:cubicBezTo>
                    <a:pt x="0" y="185"/>
                    <a:pt x="0" y="195"/>
                    <a:pt x="5" y="200"/>
                  </a:cubicBezTo>
                  <a:cubicBezTo>
                    <a:pt x="11" y="206"/>
                    <a:pt x="20" y="206"/>
                    <a:pt x="26"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9">
              <a:extLst>
                <a:ext uri="{FF2B5EF4-FFF2-40B4-BE49-F238E27FC236}">
                  <a16:creationId xmlns:a16="http://schemas.microsoft.com/office/drawing/2014/main" id="{EA571EDD-0A5F-2B3A-39B7-2E661A83838D}"/>
                </a:ext>
              </a:extLst>
            </p:cNvPr>
            <p:cNvSpPr>
              <a:spLocks noChangeArrowheads="1"/>
            </p:cNvSpPr>
            <p:nvPr/>
          </p:nvSpPr>
          <p:spPr bwMode="auto">
            <a:xfrm>
              <a:off x="1562100" y="2720975"/>
              <a:ext cx="254000" cy="254000"/>
            </a:xfrm>
            <a:custGeom>
              <a:avLst/>
              <a:gdLst>
                <a:gd name="T0" fmla="*/ 0 w 704"/>
                <a:gd name="T1" fmla="*/ 629 h 704"/>
                <a:gd name="T2" fmla="*/ 0 w 704"/>
                <a:gd name="T3" fmla="*/ 629 h 704"/>
                <a:gd name="T4" fmla="*/ 74 w 704"/>
                <a:gd name="T5" fmla="*/ 703 h 704"/>
                <a:gd name="T6" fmla="*/ 630 w 704"/>
                <a:gd name="T7" fmla="*/ 703 h 704"/>
                <a:gd name="T8" fmla="*/ 703 w 704"/>
                <a:gd name="T9" fmla="*/ 629 h 704"/>
                <a:gd name="T10" fmla="*/ 703 w 704"/>
                <a:gd name="T11" fmla="*/ 73 h 704"/>
                <a:gd name="T12" fmla="*/ 630 w 704"/>
                <a:gd name="T13" fmla="*/ 0 h 704"/>
                <a:gd name="T14" fmla="*/ 74 w 704"/>
                <a:gd name="T15" fmla="*/ 0 h 704"/>
                <a:gd name="T16" fmla="*/ 0 w 704"/>
                <a:gd name="T17" fmla="*/ 73 h 704"/>
                <a:gd name="T18" fmla="*/ 0 w 704"/>
                <a:gd name="T19" fmla="*/ 629 h 704"/>
                <a:gd name="T20" fmla="*/ 30 w 704"/>
                <a:gd name="T21" fmla="*/ 73 h 704"/>
                <a:gd name="T22" fmla="*/ 30 w 704"/>
                <a:gd name="T23" fmla="*/ 73 h 704"/>
                <a:gd name="T24" fmla="*/ 74 w 704"/>
                <a:gd name="T25" fmla="*/ 29 h 704"/>
                <a:gd name="T26" fmla="*/ 630 w 704"/>
                <a:gd name="T27" fmla="*/ 29 h 704"/>
                <a:gd name="T28" fmla="*/ 674 w 704"/>
                <a:gd name="T29" fmla="*/ 73 h 704"/>
                <a:gd name="T30" fmla="*/ 674 w 704"/>
                <a:gd name="T31" fmla="*/ 629 h 704"/>
                <a:gd name="T32" fmla="*/ 630 w 704"/>
                <a:gd name="T33" fmla="*/ 673 h 704"/>
                <a:gd name="T34" fmla="*/ 74 w 704"/>
                <a:gd name="T35" fmla="*/ 673 h 704"/>
                <a:gd name="T36" fmla="*/ 30 w 704"/>
                <a:gd name="T37" fmla="*/ 629 h 704"/>
                <a:gd name="T38" fmla="*/ 30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0" y="629"/>
                  </a:moveTo>
                  <a:lnTo>
                    <a:pt x="0" y="629"/>
                  </a:lnTo>
                  <a:cubicBezTo>
                    <a:pt x="0" y="670"/>
                    <a:pt x="33" y="703"/>
                    <a:pt x="74" y="703"/>
                  </a:cubicBezTo>
                  <a:cubicBezTo>
                    <a:pt x="630" y="703"/>
                    <a:pt x="630" y="703"/>
                    <a:pt x="630" y="703"/>
                  </a:cubicBezTo>
                  <a:cubicBezTo>
                    <a:pt x="671" y="703"/>
                    <a:pt x="703" y="670"/>
                    <a:pt x="703" y="629"/>
                  </a:cubicBezTo>
                  <a:cubicBezTo>
                    <a:pt x="703" y="73"/>
                    <a:pt x="703" y="73"/>
                    <a:pt x="703" y="73"/>
                  </a:cubicBezTo>
                  <a:cubicBezTo>
                    <a:pt x="703" y="32"/>
                    <a:pt x="671" y="0"/>
                    <a:pt x="630" y="0"/>
                  </a:cubicBezTo>
                  <a:cubicBezTo>
                    <a:pt x="74" y="0"/>
                    <a:pt x="74" y="0"/>
                    <a:pt x="74" y="0"/>
                  </a:cubicBezTo>
                  <a:cubicBezTo>
                    <a:pt x="33" y="0"/>
                    <a:pt x="0" y="32"/>
                    <a:pt x="0" y="73"/>
                  </a:cubicBezTo>
                  <a:lnTo>
                    <a:pt x="0" y="629"/>
                  </a:lnTo>
                  <a:close/>
                  <a:moveTo>
                    <a:pt x="30" y="73"/>
                  </a:moveTo>
                  <a:lnTo>
                    <a:pt x="30" y="73"/>
                  </a:lnTo>
                  <a:cubicBezTo>
                    <a:pt x="30" y="48"/>
                    <a:pt x="49" y="29"/>
                    <a:pt x="74" y="29"/>
                  </a:cubicBezTo>
                  <a:cubicBezTo>
                    <a:pt x="630" y="29"/>
                    <a:pt x="630" y="29"/>
                    <a:pt x="630" y="29"/>
                  </a:cubicBezTo>
                  <a:cubicBezTo>
                    <a:pt x="655" y="29"/>
                    <a:pt x="674" y="48"/>
                    <a:pt x="674" y="73"/>
                  </a:cubicBezTo>
                  <a:cubicBezTo>
                    <a:pt x="674" y="629"/>
                    <a:pt x="674" y="629"/>
                    <a:pt x="674" y="629"/>
                  </a:cubicBezTo>
                  <a:cubicBezTo>
                    <a:pt x="674" y="653"/>
                    <a:pt x="655" y="673"/>
                    <a:pt x="630" y="673"/>
                  </a:cubicBezTo>
                  <a:cubicBezTo>
                    <a:pt x="74" y="673"/>
                    <a:pt x="74" y="673"/>
                    <a:pt x="74" y="673"/>
                  </a:cubicBezTo>
                  <a:cubicBezTo>
                    <a:pt x="49" y="673"/>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 name="Group 64">
            <a:extLst>
              <a:ext uri="{FF2B5EF4-FFF2-40B4-BE49-F238E27FC236}">
                <a16:creationId xmlns:a16="http://schemas.microsoft.com/office/drawing/2014/main" id="{B2F13540-685B-E830-1186-0E32FED11B8C}"/>
              </a:ext>
            </a:extLst>
          </p:cNvPr>
          <p:cNvGrpSpPr/>
          <p:nvPr/>
        </p:nvGrpSpPr>
        <p:grpSpPr>
          <a:xfrm>
            <a:off x="3210049" y="2419151"/>
            <a:ext cx="254000" cy="254000"/>
            <a:chOff x="2068513" y="2720975"/>
            <a:chExt cx="254000" cy="254000"/>
          </a:xfrm>
          <a:solidFill>
            <a:schemeClr val="tx2"/>
          </a:solidFill>
        </p:grpSpPr>
        <p:sp>
          <p:nvSpPr>
            <p:cNvPr id="62" name="Freeform 50">
              <a:extLst>
                <a:ext uri="{FF2B5EF4-FFF2-40B4-BE49-F238E27FC236}">
                  <a16:creationId xmlns:a16="http://schemas.microsoft.com/office/drawing/2014/main" id="{6D350675-7860-4ECC-5F54-CC6DA6BA7B88}"/>
                </a:ext>
              </a:extLst>
            </p:cNvPr>
            <p:cNvSpPr>
              <a:spLocks noChangeArrowheads="1"/>
            </p:cNvSpPr>
            <p:nvPr/>
          </p:nvSpPr>
          <p:spPr bwMode="auto">
            <a:xfrm>
              <a:off x="2098675" y="2752725"/>
              <a:ext cx="74613" cy="74613"/>
            </a:xfrm>
            <a:custGeom>
              <a:avLst/>
              <a:gdLst>
                <a:gd name="T0" fmla="*/ 192 w 208"/>
                <a:gd name="T1" fmla="*/ 59 h 206"/>
                <a:gd name="T2" fmla="*/ 192 w 208"/>
                <a:gd name="T3" fmla="*/ 59 h 206"/>
                <a:gd name="T4" fmla="*/ 177 w 208"/>
                <a:gd name="T5" fmla="*/ 74 h 206"/>
                <a:gd name="T6" fmla="*/ 177 w 208"/>
                <a:gd name="T7" fmla="*/ 155 h 206"/>
                <a:gd name="T8" fmla="*/ 27 w 208"/>
                <a:gd name="T9" fmla="*/ 5 h 206"/>
                <a:gd name="T10" fmla="*/ 7 w 208"/>
                <a:gd name="T11" fmla="*/ 5 h 206"/>
                <a:gd name="T12" fmla="*/ 7 w 208"/>
                <a:gd name="T13" fmla="*/ 26 h 206"/>
                <a:gd name="T14" fmla="*/ 156 w 208"/>
                <a:gd name="T15" fmla="*/ 177 h 206"/>
                <a:gd name="T16" fmla="*/ 75 w 208"/>
                <a:gd name="T17" fmla="*/ 177 h 206"/>
                <a:gd name="T18" fmla="*/ 60 w 208"/>
                <a:gd name="T19" fmla="*/ 190 h 206"/>
                <a:gd name="T20" fmla="*/ 75 w 208"/>
                <a:gd name="T21" fmla="*/ 205 h 206"/>
                <a:gd name="T22" fmla="*/ 192 w 208"/>
                <a:gd name="T23" fmla="*/ 205 h 206"/>
                <a:gd name="T24" fmla="*/ 192 w 208"/>
                <a:gd name="T25" fmla="*/ 205 h 206"/>
                <a:gd name="T26" fmla="*/ 198 w 208"/>
                <a:gd name="T27" fmla="*/ 204 h 206"/>
                <a:gd name="T28" fmla="*/ 206 w 208"/>
                <a:gd name="T29" fmla="*/ 196 h 206"/>
                <a:gd name="T30" fmla="*/ 207 w 208"/>
                <a:gd name="T31" fmla="*/ 190 h 206"/>
                <a:gd name="T32" fmla="*/ 207 w 208"/>
                <a:gd name="T33" fmla="*/ 190 h 206"/>
                <a:gd name="T34" fmla="*/ 207 w 208"/>
                <a:gd name="T35" fmla="*/ 74 h 206"/>
                <a:gd name="T36" fmla="*/ 192 w 208"/>
                <a:gd name="T37" fmla="*/ 59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6">
                  <a:moveTo>
                    <a:pt x="192" y="59"/>
                  </a:moveTo>
                  <a:lnTo>
                    <a:pt x="192" y="59"/>
                  </a:lnTo>
                  <a:cubicBezTo>
                    <a:pt x="184" y="59"/>
                    <a:pt x="177" y="65"/>
                    <a:pt x="177" y="74"/>
                  </a:cubicBezTo>
                  <a:cubicBezTo>
                    <a:pt x="177" y="155"/>
                    <a:pt x="177" y="155"/>
                    <a:pt x="177" y="155"/>
                  </a:cubicBezTo>
                  <a:cubicBezTo>
                    <a:pt x="27" y="5"/>
                    <a:pt x="27" y="5"/>
                    <a:pt x="27" y="5"/>
                  </a:cubicBezTo>
                  <a:cubicBezTo>
                    <a:pt x="21" y="0"/>
                    <a:pt x="12" y="0"/>
                    <a:pt x="7" y="5"/>
                  </a:cubicBezTo>
                  <a:cubicBezTo>
                    <a:pt x="0" y="11"/>
                    <a:pt x="0" y="20"/>
                    <a:pt x="7" y="26"/>
                  </a:cubicBezTo>
                  <a:cubicBezTo>
                    <a:pt x="156" y="177"/>
                    <a:pt x="156" y="177"/>
                    <a:pt x="156" y="177"/>
                  </a:cubicBezTo>
                  <a:cubicBezTo>
                    <a:pt x="75" y="177"/>
                    <a:pt x="75" y="177"/>
                    <a:pt x="75" y="177"/>
                  </a:cubicBezTo>
                  <a:cubicBezTo>
                    <a:pt x="67" y="177"/>
                    <a:pt x="60" y="182"/>
                    <a:pt x="60" y="190"/>
                  </a:cubicBezTo>
                  <a:cubicBezTo>
                    <a:pt x="60" y="199"/>
                    <a:pt x="67" y="205"/>
                    <a:pt x="75" y="205"/>
                  </a:cubicBezTo>
                  <a:cubicBezTo>
                    <a:pt x="192" y="205"/>
                    <a:pt x="192" y="205"/>
                    <a:pt x="192" y="205"/>
                  </a:cubicBezTo>
                  <a:lnTo>
                    <a:pt x="192" y="205"/>
                  </a:lnTo>
                  <a:cubicBezTo>
                    <a:pt x="195" y="205"/>
                    <a:pt x="196" y="205"/>
                    <a:pt x="198" y="204"/>
                  </a:cubicBezTo>
                  <a:cubicBezTo>
                    <a:pt x="202" y="203"/>
                    <a:pt x="204" y="200"/>
                    <a:pt x="206" y="196"/>
                  </a:cubicBezTo>
                  <a:cubicBezTo>
                    <a:pt x="206" y="194"/>
                    <a:pt x="207" y="193"/>
                    <a:pt x="207" y="190"/>
                  </a:cubicBezTo>
                  <a:lnTo>
                    <a:pt x="207" y="190"/>
                  </a:lnTo>
                  <a:cubicBezTo>
                    <a:pt x="207" y="74"/>
                    <a:pt x="207" y="74"/>
                    <a:pt x="207" y="74"/>
                  </a:cubicBezTo>
                  <a:cubicBezTo>
                    <a:pt x="207" y="65"/>
                    <a:pt x="200" y="59"/>
                    <a:pt x="19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1">
              <a:extLst>
                <a:ext uri="{FF2B5EF4-FFF2-40B4-BE49-F238E27FC236}">
                  <a16:creationId xmlns:a16="http://schemas.microsoft.com/office/drawing/2014/main" id="{D356F5E6-9532-8748-E04E-A00C1D1B3AE4}"/>
                </a:ext>
              </a:extLst>
            </p:cNvPr>
            <p:cNvSpPr>
              <a:spLocks noChangeArrowheads="1"/>
            </p:cNvSpPr>
            <p:nvPr/>
          </p:nvSpPr>
          <p:spPr bwMode="auto">
            <a:xfrm>
              <a:off x="2216150" y="2868613"/>
              <a:ext cx="74613" cy="74612"/>
            </a:xfrm>
            <a:custGeom>
              <a:avLst/>
              <a:gdLst>
                <a:gd name="T0" fmla="*/ 49 w 207"/>
                <a:gd name="T1" fmla="*/ 30 h 208"/>
                <a:gd name="T2" fmla="*/ 49 w 207"/>
                <a:gd name="T3" fmla="*/ 30 h 208"/>
                <a:gd name="T4" fmla="*/ 132 w 207"/>
                <a:gd name="T5" fmla="*/ 30 h 208"/>
                <a:gd name="T6" fmla="*/ 147 w 207"/>
                <a:gd name="T7" fmla="*/ 15 h 208"/>
                <a:gd name="T8" fmla="*/ 132 w 207"/>
                <a:gd name="T9" fmla="*/ 0 h 208"/>
                <a:gd name="T10" fmla="*/ 15 w 207"/>
                <a:gd name="T11" fmla="*/ 0 h 208"/>
                <a:gd name="T12" fmla="*/ 15 w 207"/>
                <a:gd name="T13" fmla="*/ 0 h 208"/>
                <a:gd name="T14" fmla="*/ 9 w 207"/>
                <a:gd name="T15" fmla="*/ 1 h 208"/>
                <a:gd name="T16" fmla="*/ 1 w 207"/>
                <a:gd name="T17" fmla="*/ 10 h 208"/>
                <a:gd name="T18" fmla="*/ 0 w 207"/>
                <a:gd name="T19" fmla="*/ 15 h 208"/>
                <a:gd name="T20" fmla="*/ 0 w 207"/>
                <a:gd name="T21" fmla="*/ 132 h 208"/>
                <a:gd name="T22" fmla="*/ 15 w 207"/>
                <a:gd name="T23" fmla="*/ 147 h 208"/>
                <a:gd name="T24" fmla="*/ 29 w 207"/>
                <a:gd name="T25" fmla="*/ 132 h 208"/>
                <a:gd name="T26" fmla="*/ 29 w 207"/>
                <a:gd name="T27" fmla="*/ 51 h 208"/>
                <a:gd name="T28" fmla="*/ 180 w 207"/>
                <a:gd name="T29" fmla="*/ 201 h 208"/>
                <a:gd name="T30" fmla="*/ 200 w 207"/>
                <a:gd name="T31" fmla="*/ 201 h 208"/>
                <a:gd name="T32" fmla="*/ 200 w 207"/>
                <a:gd name="T33" fmla="*/ 180 h 208"/>
                <a:gd name="T34" fmla="*/ 49 w 207"/>
                <a:gd name="T35" fmla="*/ 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49" y="30"/>
                  </a:moveTo>
                  <a:lnTo>
                    <a:pt x="49" y="30"/>
                  </a:lnTo>
                  <a:cubicBezTo>
                    <a:pt x="132" y="30"/>
                    <a:pt x="132" y="30"/>
                    <a:pt x="132" y="30"/>
                  </a:cubicBezTo>
                  <a:cubicBezTo>
                    <a:pt x="140" y="30"/>
                    <a:pt x="147" y="23"/>
                    <a:pt x="147" y="15"/>
                  </a:cubicBezTo>
                  <a:cubicBezTo>
                    <a:pt x="147" y="7"/>
                    <a:pt x="140" y="0"/>
                    <a:pt x="132" y="0"/>
                  </a:cubicBezTo>
                  <a:cubicBezTo>
                    <a:pt x="15" y="0"/>
                    <a:pt x="15" y="0"/>
                    <a:pt x="15" y="0"/>
                  </a:cubicBezTo>
                  <a:lnTo>
                    <a:pt x="15" y="0"/>
                  </a:lnTo>
                  <a:cubicBezTo>
                    <a:pt x="12" y="0"/>
                    <a:pt x="11" y="0"/>
                    <a:pt x="9" y="1"/>
                  </a:cubicBezTo>
                  <a:cubicBezTo>
                    <a:pt x="5" y="3"/>
                    <a:pt x="3" y="6"/>
                    <a:pt x="1" y="10"/>
                  </a:cubicBezTo>
                  <a:cubicBezTo>
                    <a:pt x="0" y="11"/>
                    <a:pt x="0" y="12"/>
                    <a:pt x="0" y="15"/>
                  </a:cubicBezTo>
                  <a:cubicBezTo>
                    <a:pt x="0" y="132"/>
                    <a:pt x="0" y="132"/>
                    <a:pt x="0" y="132"/>
                  </a:cubicBezTo>
                  <a:cubicBezTo>
                    <a:pt x="0" y="140"/>
                    <a:pt x="7" y="147"/>
                    <a:pt x="15" y="147"/>
                  </a:cubicBezTo>
                  <a:cubicBezTo>
                    <a:pt x="23" y="147"/>
                    <a:pt x="29" y="140"/>
                    <a:pt x="29" y="132"/>
                  </a:cubicBezTo>
                  <a:cubicBezTo>
                    <a:pt x="29" y="51"/>
                    <a:pt x="29" y="51"/>
                    <a:pt x="29" y="51"/>
                  </a:cubicBezTo>
                  <a:cubicBezTo>
                    <a:pt x="180" y="201"/>
                    <a:pt x="180" y="201"/>
                    <a:pt x="180" y="201"/>
                  </a:cubicBezTo>
                  <a:cubicBezTo>
                    <a:pt x="185" y="207"/>
                    <a:pt x="195" y="207"/>
                    <a:pt x="200" y="201"/>
                  </a:cubicBezTo>
                  <a:cubicBezTo>
                    <a:pt x="206" y="195"/>
                    <a:pt x="206" y="187"/>
                    <a:pt x="200" y="180"/>
                  </a:cubicBezTo>
                  <a:lnTo>
                    <a:pt x="4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2">
              <a:extLst>
                <a:ext uri="{FF2B5EF4-FFF2-40B4-BE49-F238E27FC236}">
                  <a16:creationId xmlns:a16="http://schemas.microsoft.com/office/drawing/2014/main" id="{982D833B-2F4C-21A3-3760-67B27B6331AF}"/>
                </a:ext>
              </a:extLst>
            </p:cNvPr>
            <p:cNvSpPr>
              <a:spLocks noChangeArrowheads="1"/>
            </p:cNvSpPr>
            <p:nvPr/>
          </p:nvSpPr>
          <p:spPr bwMode="auto">
            <a:xfrm>
              <a:off x="2098675" y="2868613"/>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3">
              <a:extLst>
                <a:ext uri="{FF2B5EF4-FFF2-40B4-BE49-F238E27FC236}">
                  <a16:creationId xmlns:a16="http://schemas.microsoft.com/office/drawing/2014/main" id="{46E584A8-0FC6-8885-3806-854F930968D8}"/>
                </a:ext>
              </a:extLst>
            </p:cNvPr>
            <p:cNvSpPr>
              <a:spLocks noChangeArrowheads="1"/>
            </p:cNvSpPr>
            <p:nvPr/>
          </p:nvSpPr>
          <p:spPr bwMode="auto">
            <a:xfrm>
              <a:off x="2216150" y="2752725"/>
              <a:ext cx="74613" cy="74613"/>
            </a:xfrm>
            <a:custGeom>
              <a:avLst/>
              <a:gdLst>
                <a:gd name="T0" fmla="*/ 180 w 207"/>
                <a:gd name="T1" fmla="*/ 5 h 206"/>
                <a:gd name="T2" fmla="*/ 180 w 207"/>
                <a:gd name="T3" fmla="*/ 5 h 206"/>
                <a:gd name="T4" fmla="*/ 29 w 207"/>
                <a:gd name="T5" fmla="*/ 155 h 206"/>
                <a:gd name="T6" fmla="*/ 29 w 207"/>
                <a:gd name="T7" fmla="*/ 74 h 206"/>
                <a:gd name="T8" fmla="*/ 15 w 207"/>
                <a:gd name="T9" fmla="*/ 59 h 206"/>
                <a:gd name="T10" fmla="*/ 0 w 207"/>
                <a:gd name="T11" fmla="*/ 74 h 206"/>
                <a:gd name="T12" fmla="*/ 0 w 207"/>
                <a:gd name="T13" fmla="*/ 190 h 206"/>
                <a:gd name="T14" fmla="*/ 1 w 207"/>
                <a:gd name="T15" fmla="*/ 196 h 206"/>
                <a:gd name="T16" fmla="*/ 9 w 207"/>
                <a:gd name="T17" fmla="*/ 204 h 206"/>
                <a:gd name="T18" fmla="*/ 15 w 207"/>
                <a:gd name="T19" fmla="*/ 205 h 206"/>
                <a:gd name="T20" fmla="*/ 15 w 207"/>
                <a:gd name="T21" fmla="*/ 205 h 206"/>
                <a:gd name="T22" fmla="*/ 132 w 207"/>
                <a:gd name="T23" fmla="*/ 205 h 206"/>
                <a:gd name="T24" fmla="*/ 147 w 207"/>
                <a:gd name="T25" fmla="*/ 190 h 206"/>
                <a:gd name="T26" fmla="*/ 132 w 207"/>
                <a:gd name="T27" fmla="*/ 177 h 206"/>
                <a:gd name="T28" fmla="*/ 49 w 207"/>
                <a:gd name="T29" fmla="*/ 177 h 206"/>
                <a:gd name="T30" fmla="*/ 200 w 207"/>
                <a:gd name="T31" fmla="*/ 26 h 206"/>
                <a:gd name="T32" fmla="*/ 200 w 207"/>
                <a:gd name="T33" fmla="*/ 5 h 206"/>
                <a:gd name="T34" fmla="*/ 180 w 207"/>
                <a:gd name="T35" fmla="*/ 5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80" y="5"/>
                  </a:moveTo>
                  <a:lnTo>
                    <a:pt x="180" y="5"/>
                  </a:lnTo>
                  <a:cubicBezTo>
                    <a:pt x="29" y="155"/>
                    <a:pt x="29" y="155"/>
                    <a:pt x="29" y="155"/>
                  </a:cubicBezTo>
                  <a:cubicBezTo>
                    <a:pt x="29" y="74"/>
                    <a:pt x="29" y="74"/>
                    <a:pt x="29" y="74"/>
                  </a:cubicBezTo>
                  <a:cubicBezTo>
                    <a:pt x="29" y="65"/>
                    <a:pt x="23" y="59"/>
                    <a:pt x="15" y="59"/>
                  </a:cubicBezTo>
                  <a:cubicBezTo>
                    <a:pt x="7" y="59"/>
                    <a:pt x="0" y="65"/>
                    <a:pt x="0" y="74"/>
                  </a:cubicBezTo>
                  <a:cubicBezTo>
                    <a:pt x="0" y="190"/>
                    <a:pt x="0" y="190"/>
                    <a:pt x="0" y="190"/>
                  </a:cubicBezTo>
                  <a:cubicBezTo>
                    <a:pt x="0" y="193"/>
                    <a:pt x="0" y="194"/>
                    <a:pt x="1" y="196"/>
                  </a:cubicBezTo>
                  <a:cubicBezTo>
                    <a:pt x="3" y="200"/>
                    <a:pt x="5" y="203"/>
                    <a:pt x="9" y="204"/>
                  </a:cubicBezTo>
                  <a:cubicBezTo>
                    <a:pt x="11" y="205"/>
                    <a:pt x="12" y="205"/>
                    <a:pt x="15" y="205"/>
                  </a:cubicBezTo>
                  <a:lnTo>
                    <a:pt x="15" y="205"/>
                  </a:lnTo>
                  <a:cubicBezTo>
                    <a:pt x="132" y="205"/>
                    <a:pt x="132" y="205"/>
                    <a:pt x="132" y="205"/>
                  </a:cubicBezTo>
                  <a:cubicBezTo>
                    <a:pt x="140" y="205"/>
                    <a:pt x="147" y="199"/>
                    <a:pt x="147" y="190"/>
                  </a:cubicBezTo>
                  <a:cubicBezTo>
                    <a:pt x="147" y="182"/>
                    <a:pt x="140" y="177"/>
                    <a:pt x="132" y="177"/>
                  </a:cubicBezTo>
                  <a:cubicBezTo>
                    <a:pt x="49" y="177"/>
                    <a:pt x="49" y="177"/>
                    <a:pt x="49" y="177"/>
                  </a:cubicBezTo>
                  <a:cubicBezTo>
                    <a:pt x="200" y="26"/>
                    <a:pt x="200" y="26"/>
                    <a:pt x="200" y="26"/>
                  </a:cubicBezTo>
                  <a:cubicBezTo>
                    <a:pt x="206" y="20"/>
                    <a:pt x="206" y="11"/>
                    <a:pt x="200" y="5"/>
                  </a:cubicBezTo>
                  <a:cubicBezTo>
                    <a:pt x="195" y="0"/>
                    <a:pt x="185" y="0"/>
                    <a:pt x="18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4">
              <a:extLst>
                <a:ext uri="{FF2B5EF4-FFF2-40B4-BE49-F238E27FC236}">
                  <a16:creationId xmlns:a16="http://schemas.microsoft.com/office/drawing/2014/main" id="{E532B66B-4DD9-5C7F-CB5E-4D9BE8B69CE9}"/>
                </a:ext>
              </a:extLst>
            </p:cNvPr>
            <p:cNvSpPr>
              <a:spLocks noChangeArrowheads="1"/>
            </p:cNvSpPr>
            <p:nvPr/>
          </p:nvSpPr>
          <p:spPr bwMode="auto">
            <a:xfrm>
              <a:off x="2068513" y="2720975"/>
              <a:ext cx="254000" cy="254000"/>
            </a:xfrm>
            <a:custGeom>
              <a:avLst/>
              <a:gdLst>
                <a:gd name="T0" fmla="*/ 703 w 704"/>
                <a:gd name="T1" fmla="*/ 629 h 704"/>
                <a:gd name="T2" fmla="*/ 703 w 704"/>
                <a:gd name="T3" fmla="*/ 629 h 704"/>
                <a:gd name="T4" fmla="*/ 703 w 704"/>
                <a:gd name="T5" fmla="*/ 73 h 704"/>
                <a:gd name="T6" fmla="*/ 630 w 704"/>
                <a:gd name="T7" fmla="*/ 0 h 704"/>
                <a:gd name="T8" fmla="*/ 75 w 704"/>
                <a:gd name="T9" fmla="*/ 0 h 704"/>
                <a:gd name="T10" fmla="*/ 0 w 704"/>
                <a:gd name="T11" fmla="*/ 73 h 704"/>
                <a:gd name="T12" fmla="*/ 0 w 704"/>
                <a:gd name="T13" fmla="*/ 629 h 704"/>
                <a:gd name="T14" fmla="*/ 75 w 704"/>
                <a:gd name="T15" fmla="*/ 703 h 704"/>
                <a:gd name="T16" fmla="*/ 630 w 704"/>
                <a:gd name="T17" fmla="*/ 703 h 704"/>
                <a:gd name="T18" fmla="*/ 703 w 704"/>
                <a:gd name="T19" fmla="*/ 629 h 704"/>
                <a:gd name="T20" fmla="*/ 75 w 704"/>
                <a:gd name="T21" fmla="*/ 673 h 704"/>
                <a:gd name="T22" fmla="*/ 75 w 704"/>
                <a:gd name="T23" fmla="*/ 673 h 704"/>
                <a:gd name="T24" fmla="*/ 31 w 704"/>
                <a:gd name="T25" fmla="*/ 629 h 704"/>
                <a:gd name="T26" fmla="*/ 31 w 704"/>
                <a:gd name="T27" fmla="*/ 73 h 704"/>
                <a:gd name="T28" fmla="*/ 75 w 704"/>
                <a:gd name="T29" fmla="*/ 29 h 704"/>
                <a:gd name="T30" fmla="*/ 630 w 704"/>
                <a:gd name="T31" fmla="*/ 29 h 704"/>
                <a:gd name="T32" fmla="*/ 674 w 704"/>
                <a:gd name="T33" fmla="*/ 73 h 704"/>
                <a:gd name="T34" fmla="*/ 674 w 704"/>
                <a:gd name="T35" fmla="*/ 629 h 704"/>
                <a:gd name="T36" fmla="*/ 630 w 704"/>
                <a:gd name="T37" fmla="*/ 673 h 704"/>
                <a:gd name="T38" fmla="*/ 75 w 704"/>
                <a:gd name="T39" fmla="*/ 6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03" y="629"/>
                  </a:moveTo>
                  <a:lnTo>
                    <a:pt x="703" y="629"/>
                  </a:lnTo>
                  <a:cubicBezTo>
                    <a:pt x="703" y="73"/>
                    <a:pt x="703" y="73"/>
                    <a:pt x="703" y="73"/>
                  </a:cubicBezTo>
                  <a:cubicBezTo>
                    <a:pt x="703" y="32"/>
                    <a:pt x="672" y="0"/>
                    <a:pt x="630" y="0"/>
                  </a:cubicBezTo>
                  <a:cubicBezTo>
                    <a:pt x="75" y="0"/>
                    <a:pt x="75" y="0"/>
                    <a:pt x="75" y="0"/>
                  </a:cubicBezTo>
                  <a:cubicBezTo>
                    <a:pt x="33" y="0"/>
                    <a:pt x="0" y="32"/>
                    <a:pt x="0" y="73"/>
                  </a:cubicBezTo>
                  <a:cubicBezTo>
                    <a:pt x="0" y="629"/>
                    <a:pt x="0" y="629"/>
                    <a:pt x="0" y="629"/>
                  </a:cubicBezTo>
                  <a:cubicBezTo>
                    <a:pt x="0" y="670"/>
                    <a:pt x="33" y="703"/>
                    <a:pt x="75" y="703"/>
                  </a:cubicBezTo>
                  <a:cubicBezTo>
                    <a:pt x="630" y="703"/>
                    <a:pt x="630" y="703"/>
                    <a:pt x="630" y="703"/>
                  </a:cubicBezTo>
                  <a:cubicBezTo>
                    <a:pt x="672" y="703"/>
                    <a:pt x="703" y="670"/>
                    <a:pt x="703" y="629"/>
                  </a:cubicBezTo>
                  <a:close/>
                  <a:moveTo>
                    <a:pt x="75" y="673"/>
                  </a:moveTo>
                  <a:lnTo>
                    <a:pt x="75" y="673"/>
                  </a:lnTo>
                  <a:cubicBezTo>
                    <a:pt x="50" y="673"/>
                    <a:pt x="31" y="653"/>
                    <a:pt x="31" y="629"/>
                  </a:cubicBezTo>
                  <a:cubicBezTo>
                    <a:pt x="31" y="73"/>
                    <a:pt x="31" y="73"/>
                    <a:pt x="31" y="73"/>
                  </a:cubicBezTo>
                  <a:cubicBezTo>
                    <a:pt x="31" y="48"/>
                    <a:pt x="50" y="29"/>
                    <a:pt x="75" y="29"/>
                  </a:cubicBezTo>
                  <a:cubicBezTo>
                    <a:pt x="630" y="29"/>
                    <a:pt x="630" y="29"/>
                    <a:pt x="630" y="29"/>
                  </a:cubicBezTo>
                  <a:cubicBezTo>
                    <a:pt x="655" y="29"/>
                    <a:pt x="674" y="48"/>
                    <a:pt x="674" y="73"/>
                  </a:cubicBezTo>
                  <a:cubicBezTo>
                    <a:pt x="674" y="629"/>
                    <a:pt x="674" y="629"/>
                    <a:pt x="674" y="629"/>
                  </a:cubicBezTo>
                  <a:cubicBezTo>
                    <a:pt x="674" y="653"/>
                    <a:pt x="655" y="673"/>
                    <a:pt x="630" y="673"/>
                  </a:cubicBezTo>
                  <a:lnTo>
                    <a:pt x="75" y="6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 name="Group 70">
            <a:extLst>
              <a:ext uri="{FF2B5EF4-FFF2-40B4-BE49-F238E27FC236}">
                <a16:creationId xmlns:a16="http://schemas.microsoft.com/office/drawing/2014/main" id="{E35663C8-8531-FF76-CEC8-459AFF4A5E1F}"/>
              </a:ext>
            </a:extLst>
          </p:cNvPr>
          <p:cNvGrpSpPr/>
          <p:nvPr/>
        </p:nvGrpSpPr>
        <p:grpSpPr>
          <a:xfrm>
            <a:off x="3714874" y="1879228"/>
            <a:ext cx="254000" cy="252412"/>
            <a:chOff x="2573338" y="2214563"/>
            <a:chExt cx="254000" cy="252412"/>
          </a:xfrm>
          <a:solidFill>
            <a:schemeClr val="tx2"/>
          </a:solidFill>
        </p:grpSpPr>
        <p:sp>
          <p:nvSpPr>
            <p:cNvPr id="68" name="Freeform 55">
              <a:extLst>
                <a:ext uri="{FF2B5EF4-FFF2-40B4-BE49-F238E27FC236}">
                  <a16:creationId xmlns:a16="http://schemas.microsoft.com/office/drawing/2014/main" id="{AC80FF29-CFB7-382A-1E6D-2D871A8EB712}"/>
                </a:ext>
              </a:extLst>
            </p:cNvPr>
            <p:cNvSpPr>
              <a:spLocks noChangeArrowheads="1"/>
            </p:cNvSpPr>
            <p:nvPr/>
          </p:nvSpPr>
          <p:spPr bwMode="auto">
            <a:xfrm>
              <a:off x="2573338" y="2235200"/>
              <a:ext cx="231775" cy="231775"/>
            </a:xfrm>
            <a:custGeom>
              <a:avLst/>
              <a:gdLst>
                <a:gd name="T0" fmla="*/ 69 w 646"/>
                <a:gd name="T1" fmla="*/ 645 h 646"/>
                <a:gd name="T2" fmla="*/ 69 w 646"/>
                <a:gd name="T3" fmla="*/ 645 h 646"/>
                <a:gd name="T4" fmla="*/ 577 w 646"/>
                <a:gd name="T5" fmla="*/ 645 h 646"/>
                <a:gd name="T6" fmla="*/ 645 w 646"/>
                <a:gd name="T7" fmla="*/ 577 h 646"/>
                <a:gd name="T8" fmla="*/ 645 w 646"/>
                <a:gd name="T9" fmla="*/ 323 h 646"/>
                <a:gd name="T10" fmla="*/ 630 w 646"/>
                <a:gd name="T11" fmla="*/ 308 h 646"/>
                <a:gd name="T12" fmla="*/ 615 w 646"/>
                <a:gd name="T13" fmla="*/ 323 h 646"/>
                <a:gd name="T14" fmla="*/ 615 w 646"/>
                <a:gd name="T15" fmla="*/ 323 h 646"/>
                <a:gd name="T16" fmla="*/ 615 w 646"/>
                <a:gd name="T17" fmla="*/ 577 h 646"/>
                <a:gd name="T18" fmla="*/ 577 w 646"/>
                <a:gd name="T19" fmla="*/ 615 h 646"/>
                <a:gd name="T20" fmla="*/ 69 w 646"/>
                <a:gd name="T21" fmla="*/ 615 h 646"/>
                <a:gd name="T22" fmla="*/ 30 w 646"/>
                <a:gd name="T23" fmla="*/ 577 h 646"/>
                <a:gd name="T24" fmla="*/ 30 w 646"/>
                <a:gd name="T25" fmla="*/ 69 h 646"/>
                <a:gd name="T26" fmla="*/ 69 w 646"/>
                <a:gd name="T27" fmla="*/ 30 h 646"/>
                <a:gd name="T28" fmla="*/ 323 w 646"/>
                <a:gd name="T29" fmla="*/ 30 h 646"/>
                <a:gd name="T30" fmla="*/ 338 w 646"/>
                <a:gd name="T31" fmla="*/ 15 h 646"/>
                <a:gd name="T32" fmla="*/ 323 w 646"/>
                <a:gd name="T33" fmla="*/ 0 h 646"/>
                <a:gd name="T34" fmla="*/ 69 w 646"/>
                <a:gd name="T35" fmla="*/ 0 h 646"/>
                <a:gd name="T36" fmla="*/ 0 w 646"/>
                <a:gd name="T37" fmla="*/ 69 h 646"/>
                <a:gd name="T38" fmla="*/ 0 w 646"/>
                <a:gd name="T39" fmla="*/ 577 h 646"/>
                <a:gd name="T40" fmla="*/ 69 w 646"/>
                <a:gd name="T41" fmla="*/ 645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46" h="646">
                  <a:moveTo>
                    <a:pt x="69" y="645"/>
                  </a:moveTo>
                  <a:lnTo>
                    <a:pt x="69" y="645"/>
                  </a:lnTo>
                  <a:cubicBezTo>
                    <a:pt x="577" y="645"/>
                    <a:pt x="577" y="645"/>
                    <a:pt x="577" y="645"/>
                  </a:cubicBezTo>
                  <a:cubicBezTo>
                    <a:pt x="615" y="645"/>
                    <a:pt x="645" y="614"/>
                    <a:pt x="645" y="577"/>
                  </a:cubicBezTo>
                  <a:cubicBezTo>
                    <a:pt x="645" y="323"/>
                    <a:pt x="645" y="323"/>
                    <a:pt x="645" y="323"/>
                  </a:cubicBezTo>
                  <a:cubicBezTo>
                    <a:pt x="645" y="314"/>
                    <a:pt x="638" y="308"/>
                    <a:pt x="630" y="308"/>
                  </a:cubicBezTo>
                  <a:cubicBezTo>
                    <a:pt x="622" y="308"/>
                    <a:pt x="615" y="314"/>
                    <a:pt x="615" y="323"/>
                  </a:cubicBezTo>
                  <a:lnTo>
                    <a:pt x="615" y="323"/>
                  </a:lnTo>
                  <a:cubicBezTo>
                    <a:pt x="615" y="577"/>
                    <a:pt x="615" y="577"/>
                    <a:pt x="615" y="577"/>
                  </a:cubicBezTo>
                  <a:cubicBezTo>
                    <a:pt x="615" y="599"/>
                    <a:pt x="599" y="615"/>
                    <a:pt x="577" y="615"/>
                  </a:cubicBezTo>
                  <a:cubicBezTo>
                    <a:pt x="69" y="615"/>
                    <a:pt x="69" y="615"/>
                    <a:pt x="69" y="615"/>
                  </a:cubicBezTo>
                  <a:cubicBezTo>
                    <a:pt x="47" y="615"/>
                    <a:pt x="30" y="599"/>
                    <a:pt x="30" y="577"/>
                  </a:cubicBezTo>
                  <a:cubicBezTo>
                    <a:pt x="30" y="69"/>
                    <a:pt x="30" y="69"/>
                    <a:pt x="30" y="69"/>
                  </a:cubicBezTo>
                  <a:cubicBezTo>
                    <a:pt x="30" y="47"/>
                    <a:pt x="47" y="30"/>
                    <a:pt x="69" y="30"/>
                  </a:cubicBezTo>
                  <a:cubicBezTo>
                    <a:pt x="323" y="30"/>
                    <a:pt x="323" y="30"/>
                    <a:pt x="323" y="30"/>
                  </a:cubicBezTo>
                  <a:cubicBezTo>
                    <a:pt x="331" y="30"/>
                    <a:pt x="338" y="23"/>
                    <a:pt x="338" y="15"/>
                  </a:cubicBezTo>
                  <a:cubicBezTo>
                    <a:pt x="338" y="7"/>
                    <a:pt x="331" y="0"/>
                    <a:pt x="323" y="0"/>
                  </a:cubicBezTo>
                  <a:cubicBezTo>
                    <a:pt x="69" y="0"/>
                    <a:pt x="69" y="0"/>
                    <a:pt x="69" y="0"/>
                  </a:cubicBezTo>
                  <a:cubicBezTo>
                    <a:pt x="32" y="0"/>
                    <a:pt x="0" y="30"/>
                    <a:pt x="0" y="69"/>
                  </a:cubicBezTo>
                  <a:cubicBezTo>
                    <a:pt x="0" y="577"/>
                    <a:pt x="0" y="577"/>
                    <a:pt x="0" y="577"/>
                  </a:cubicBezTo>
                  <a:cubicBezTo>
                    <a:pt x="0" y="614"/>
                    <a:pt x="32" y="645"/>
                    <a:pt x="69" y="6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5DE2E822-9475-0DC1-CCFC-D8D66CA072A3}"/>
                </a:ext>
              </a:extLst>
            </p:cNvPr>
            <p:cNvSpPr>
              <a:spLocks noChangeArrowheads="1"/>
            </p:cNvSpPr>
            <p:nvPr/>
          </p:nvSpPr>
          <p:spPr bwMode="auto">
            <a:xfrm>
              <a:off x="2700338" y="2214563"/>
              <a:ext cx="127000" cy="127000"/>
            </a:xfrm>
            <a:custGeom>
              <a:avLst/>
              <a:gdLst>
                <a:gd name="T0" fmla="*/ 339 w 354"/>
                <a:gd name="T1" fmla="*/ 205 h 354"/>
                <a:gd name="T2" fmla="*/ 339 w 354"/>
                <a:gd name="T3" fmla="*/ 205 h 354"/>
                <a:gd name="T4" fmla="*/ 353 w 354"/>
                <a:gd name="T5" fmla="*/ 190 h 354"/>
                <a:gd name="T6" fmla="*/ 353 w 354"/>
                <a:gd name="T7" fmla="*/ 14 h 354"/>
                <a:gd name="T8" fmla="*/ 353 w 354"/>
                <a:gd name="T9" fmla="*/ 14 h 354"/>
                <a:gd name="T10" fmla="*/ 353 w 354"/>
                <a:gd name="T11" fmla="*/ 9 h 354"/>
                <a:gd name="T12" fmla="*/ 349 w 354"/>
                <a:gd name="T13" fmla="*/ 5 h 354"/>
                <a:gd name="T14" fmla="*/ 349 w 354"/>
                <a:gd name="T15" fmla="*/ 5 h 354"/>
                <a:gd name="T16" fmla="*/ 349 w 354"/>
                <a:gd name="T17" fmla="*/ 5 h 354"/>
                <a:gd name="T18" fmla="*/ 345 w 354"/>
                <a:gd name="T19" fmla="*/ 0 h 354"/>
                <a:gd name="T20" fmla="*/ 339 w 354"/>
                <a:gd name="T21" fmla="*/ 0 h 354"/>
                <a:gd name="T22" fmla="*/ 163 w 354"/>
                <a:gd name="T23" fmla="*/ 0 h 354"/>
                <a:gd name="T24" fmla="*/ 148 w 354"/>
                <a:gd name="T25" fmla="*/ 14 h 354"/>
                <a:gd name="T26" fmla="*/ 163 w 354"/>
                <a:gd name="T27" fmla="*/ 29 h 354"/>
                <a:gd name="T28" fmla="*/ 303 w 354"/>
                <a:gd name="T29" fmla="*/ 29 h 354"/>
                <a:gd name="T30" fmla="*/ 7 w 354"/>
                <a:gd name="T31" fmla="*/ 326 h 354"/>
                <a:gd name="T32" fmla="*/ 7 w 354"/>
                <a:gd name="T33" fmla="*/ 346 h 354"/>
                <a:gd name="T34" fmla="*/ 28 w 354"/>
                <a:gd name="T35" fmla="*/ 346 h 354"/>
                <a:gd name="T36" fmla="*/ 324 w 354"/>
                <a:gd name="T37" fmla="*/ 50 h 354"/>
                <a:gd name="T38" fmla="*/ 324 w 354"/>
                <a:gd name="T39" fmla="*/ 190 h 354"/>
                <a:gd name="T40" fmla="*/ 339 w 354"/>
                <a:gd name="T41" fmla="*/ 20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54" h="354">
                  <a:moveTo>
                    <a:pt x="339" y="205"/>
                  </a:moveTo>
                  <a:lnTo>
                    <a:pt x="339" y="205"/>
                  </a:lnTo>
                  <a:cubicBezTo>
                    <a:pt x="347" y="205"/>
                    <a:pt x="353" y="198"/>
                    <a:pt x="353" y="190"/>
                  </a:cubicBezTo>
                  <a:cubicBezTo>
                    <a:pt x="353" y="14"/>
                    <a:pt x="353" y="14"/>
                    <a:pt x="353" y="14"/>
                  </a:cubicBezTo>
                  <a:lnTo>
                    <a:pt x="353" y="14"/>
                  </a:lnTo>
                  <a:cubicBezTo>
                    <a:pt x="353" y="13"/>
                    <a:pt x="353" y="10"/>
                    <a:pt x="353" y="9"/>
                  </a:cubicBezTo>
                  <a:cubicBezTo>
                    <a:pt x="351" y="7"/>
                    <a:pt x="350" y="6"/>
                    <a:pt x="349" y="5"/>
                  </a:cubicBezTo>
                  <a:lnTo>
                    <a:pt x="349" y="5"/>
                  </a:lnTo>
                  <a:lnTo>
                    <a:pt x="349" y="5"/>
                  </a:lnTo>
                  <a:cubicBezTo>
                    <a:pt x="347" y="3"/>
                    <a:pt x="346" y="2"/>
                    <a:pt x="345" y="0"/>
                  </a:cubicBezTo>
                  <a:cubicBezTo>
                    <a:pt x="342" y="0"/>
                    <a:pt x="341" y="0"/>
                    <a:pt x="339" y="0"/>
                  </a:cubicBezTo>
                  <a:cubicBezTo>
                    <a:pt x="163" y="0"/>
                    <a:pt x="163" y="0"/>
                    <a:pt x="163" y="0"/>
                  </a:cubicBezTo>
                  <a:cubicBezTo>
                    <a:pt x="155" y="0"/>
                    <a:pt x="148" y="6"/>
                    <a:pt x="148" y="14"/>
                  </a:cubicBezTo>
                  <a:cubicBezTo>
                    <a:pt x="148" y="22"/>
                    <a:pt x="155" y="29"/>
                    <a:pt x="163" y="29"/>
                  </a:cubicBezTo>
                  <a:cubicBezTo>
                    <a:pt x="303" y="29"/>
                    <a:pt x="303" y="29"/>
                    <a:pt x="303" y="29"/>
                  </a:cubicBezTo>
                  <a:cubicBezTo>
                    <a:pt x="7" y="326"/>
                    <a:pt x="7" y="326"/>
                    <a:pt x="7" y="326"/>
                  </a:cubicBezTo>
                  <a:cubicBezTo>
                    <a:pt x="0" y="333"/>
                    <a:pt x="0" y="341"/>
                    <a:pt x="7" y="346"/>
                  </a:cubicBezTo>
                  <a:cubicBezTo>
                    <a:pt x="12" y="353"/>
                    <a:pt x="21" y="353"/>
                    <a:pt x="28" y="346"/>
                  </a:cubicBezTo>
                  <a:cubicBezTo>
                    <a:pt x="324" y="50"/>
                    <a:pt x="324" y="50"/>
                    <a:pt x="324" y="50"/>
                  </a:cubicBezTo>
                  <a:cubicBezTo>
                    <a:pt x="324" y="190"/>
                    <a:pt x="324" y="190"/>
                    <a:pt x="324" y="190"/>
                  </a:cubicBezTo>
                  <a:cubicBezTo>
                    <a:pt x="324" y="198"/>
                    <a:pt x="331" y="205"/>
                    <a:pt x="339" y="2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 name="Group 73">
            <a:extLst>
              <a:ext uri="{FF2B5EF4-FFF2-40B4-BE49-F238E27FC236}">
                <a16:creationId xmlns:a16="http://schemas.microsoft.com/office/drawing/2014/main" id="{2B7C27FB-C0CB-658D-BB5B-F9D9D3B47D36}"/>
              </a:ext>
            </a:extLst>
          </p:cNvPr>
          <p:cNvGrpSpPr/>
          <p:nvPr/>
        </p:nvGrpSpPr>
        <p:grpSpPr>
          <a:xfrm>
            <a:off x="1195511" y="1371228"/>
            <a:ext cx="233363" cy="254000"/>
            <a:chOff x="53975" y="1708150"/>
            <a:chExt cx="233363" cy="254000"/>
          </a:xfrm>
          <a:solidFill>
            <a:schemeClr val="tx2"/>
          </a:solidFill>
        </p:grpSpPr>
        <p:sp>
          <p:nvSpPr>
            <p:cNvPr id="71" name="Freeform 57">
              <a:extLst>
                <a:ext uri="{FF2B5EF4-FFF2-40B4-BE49-F238E27FC236}">
                  <a16:creationId xmlns:a16="http://schemas.microsoft.com/office/drawing/2014/main" id="{D270C427-C133-5CCE-FD5C-03366CE133BD}"/>
                </a:ext>
              </a:extLst>
            </p:cNvPr>
            <p:cNvSpPr>
              <a:spLocks noChangeArrowheads="1"/>
            </p:cNvSpPr>
            <p:nvPr/>
          </p:nvSpPr>
          <p:spPr bwMode="auto">
            <a:xfrm>
              <a:off x="53975" y="1739900"/>
              <a:ext cx="222250" cy="222250"/>
            </a:xfrm>
            <a:custGeom>
              <a:avLst/>
              <a:gdLst>
                <a:gd name="T0" fmla="*/ 65 w 616"/>
                <a:gd name="T1" fmla="*/ 29 h 616"/>
                <a:gd name="T2" fmla="*/ 65 w 616"/>
                <a:gd name="T3" fmla="*/ 29 h 616"/>
                <a:gd name="T4" fmla="*/ 308 w 616"/>
                <a:gd name="T5" fmla="*/ 29 h 616"/>
                <a:gd name="T6" fmla="*/ 321 w 616"/>
                <a:gd name="T7" fmla="*/ 13 h 616"/>
                <a:gd name="T8" fmla="*/ 308 w 616"/>
                <a:gd name="T9" fmla="*/ 0 h 616"/>
                <a:gd name="T10" fmla="*/ 65 w 616"/>
                <a:gd name="T11" fmla="*/ 0 h 616"/>
                <a:gd name="T12" fmla="*/ 0 w 616"/>
                <a:gd name="T13" fmla="*/ 64 h 616"/>
                <a:gd name="T14" fmla="*/ 0 w 616"/>
                <a:gd name="T15" fmla="*/ 549 h 616"/>
                <a:gd name="T16" fmla="*/ 65 w 616"/>
                <a:gd name="T17" fmla="*/ 615 h 616"/>
                <a:gd name="T18" fmla="*/ 549 w 616"/>
                <a:gd name="T19" fmla="*/ 615 h 616"/>
                <a:gd name="T20" fmla="*/ 615 w 616"/>
                <a:gd name="T21" fmla="*/ 549 h 616"/>
                <a:gd name="T22" fmla="*/ 615 w 616"/>
                <a:gd name="T23" fmla="*/ 307 h 616"/>
                <a:gd name="T24" fmla="*/ 600 w 616"/>
                <a:gd name="T25" fmla="*/ 292 h 616"/>
                <a:gd name="T26" fmla="*/ 585 w 616"/>
                <a:gd name="T27" fmla="*/ 307 h 616"/>
                <a:gd name="T28" fmla="*/ 585 w 616"/>
                <a:gd name="T29" fmla="*/ 307 h 616"/>
                <a:gd name="T30" fmla="*/ 585 w 616"/>
                <a:gd name="T31" fmla="*/ 549 h 616"/>
                <a:gd name="T32" fmla="*/ 549 w 616"/>
                <a:gd name="T33" fmla="*/ 584 h 616"/>
                <a:gd name="T34" fmla="*/ 65 w 616"/>
                <a:gd name="T35" fmla="*/ 584 h 616"/>
                <a:gd name="T36" fmla="*/ 29 w 616"/>
                <a:gd name="T37" fmla="*/ 549 h 616"/>
                <a:gd name="T38" fmla="*/ 29 w 616"/>
                <a:gd name="T39" fmla="*/ 64 h 616"/>
                <a:gd name="T40" fmla="*/ 65 w 616"/>
                <a:gd name="T41" fmla="*/ 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16" h="616">
                  <a:moveTo>
                    <a:pt x="65" y="29"/>
                  </a:moveTo>
                  <a:lnTo>
                    <a:pt x="65" y="29"/>
                  </a:lnTo>
                  <a:cubicBezTo>
                    <a:pt x="308" y="29"/>
                    <a:pt x="308" y="29"/>
                    <a:pt x="308" y="29"/>
                  </a:cubicBezTo>
                  <a:cubicBezTo>
                    <a:pt x="316" y="29"/>
                    <a:pt x="321" y="22"/>
                    <a:pt x="321" y="13"/>
                  </a:cubicBezTo>
                  <a:cubicBezTo>
                    <a:pt x="321" y="5"/>
                    <a:pt x="316" y="0"/>
                    <a:pt x="308" y="0"/>
                  </a:cubicBezTo>
                  <a:cubicBezTo>
                    <a:pt x="65" y="0"/>
                    <a:pt x="65" y="0"/>
                    <a:pt x="65" y="0"/>
                  </a:cubicBezTo>
                  <a:cubicBezTo>
                    <a:pt x="29" y="0"/>
                    <a:pt x="0" y="29"/>
                    <a:pt x="0" y="64"/>
                  </a:cubicBezTo>
                  <a:cubicBezTo>
                    <a:pt x="0" y="549"/>
                    <a:pt x="0" y="549"/>
                    <a:pt x="0" y="549"/>
                  </a:cubicBezTo>
                  <a:cubicBezTo>
                    <a:pt x="0" y="584"/>
                    <a:pt x="29" y="615"/>
                    <a:pt x="65" y="615"/>
                  </a:cubicBezTo>
                  <a:cubicBezTo>
                    <a:pt x="549" y="615"/>
                    <a:pt x="549" y="615"/>
                    <a:pt x="549" y="615"/>
                  </a:cubicBezTo>
                  <a:cubicBezTo>
                    <a:pt x="585" y="615"/>
                    <a:pt x="615" y="584"/>
                    <a:pt x="615" y="549"/>
                  </a:cubicBezTo>
                  <a:cubicBezTo>
                    <a:pt x="615" y="307"/>
                    <a:pt x="615" y="307"/>
                    <a:pt x="615" y="307"/>
                  </a:cubicBezTo>
                  <a:cubicBezTo>
                    <a:pt x="615" y="299"/>
                    <a:pt x="608" y="292"/>
                    <a:pt x="600" y="292"/>
                  </a:cubicBezTo>
                  <a:cubicBezTo>
                    <a:pt x="592" y="292"/>
                    <a:pt x="585" y="299"/>
                    <a:pt x="585" y="307"/>
                  </a:cubicBezTo>
                  <a:lnTo>
                    <a:pt x="585" y="307"/>
                  </a:lnTo>
                  <a:cubicBezTo>
                    <a:pt x="585" y="549"/>
                    <a:pt x="585" y="549"/>
                    <a:pt x="585" y="549"/>
                  </a:cubicBezTo>
                  <a:cubicBezTo>
                    <a:pt x="585" y="568"/>
                    <a:pt x="570" y="584"/>
                    <a:pt x="549" y="584"/>
                  </a:cubicBezTo>
                  <a:cubicBezTo>
                    <a:pt x="65" y="584"/>
                    <a:pt x="65" y="584"/>
                    <a:pt x="65" y="584"/>
                  </a:cubicBezTo>
                  <a:cubicBezTo>
                    <a:pt x="45" y="584"/>
                    <a:pt x="29" y="568"/>
                    <a:pt x="29" y="549"/>
                  </a:cubicBezTo>
                  <a:cubicBezTo>
                    <a:pt x="29" y="64"/>
                    <a:pt x="29" y="64"/>
                    <a:pt x="29" y="64"/>
                  </a:cubicBezTo>
                  <a:cubicBezTo>
                    <a:pt x="29" y="45"/>
                    <a:pt x="45" y="29"/>
                    <a:pt x="6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8">
              <a:extLst>
                <a:ext uri="{FF2B5EF4-FFF2-40B4-BE49-F238E27FC236}">
                  <a16:creationId xmlns:a16="http://schemas.microsoft.com/office/drawing/2014/main" id="{BC1B71DC-502F-FAAD-98BE-600715667DF0}"/>
                </a:ext>
              </a:extLst>
            </p:cNvPr>
            <p:cNvSpPr>
              <a:spLocks noChangeArrowheads="1"/>
            </p:cNvSpPr>
            <p:nvPr/>
          </p:nvSpPr>
          <p:spPr bwMode="auto">
            <a:xfrm>
              <a:off x="149225" y="1708150"/>
              <a:ext cx="138113" cy="180975"/>
            </a:xfrm>
            <a:custGeom>
              <a:avLst/>
              <a:gdLst>
                <a:gd name="T0" fmla="*/ 378 w 383"/>
                <a:gd name="T1" fmla="*/ 143 h 501"/>
                <a:gd name="T2" fmla="*/ 378 w 383"/>
                <a:gd name="T3" fmla="*/ 143 h 501"/>
                <a:gd name="T4" fmla="*/ 381 w 383"/>
                <a:gd name="T5" fmla="*/ 139 h 501"/>
                <a:gd name="T6" fmla="*/ 381 w 383"/>
                <a:gd name="T7" fmla="*/ 127 h 501"/>
                <a:gd name="T8" fmla="*/ 378 w 383"/>
                <a:gd name="T9" fmla="*/ 123 h 501"/>
                <a:gd name="T10" fmla="*/ 378 w 383"/>
                <a:gd name="T11" fmla="*/ 123 h 501"/>
                <a:gd name="T12" fmla="*/ 261 w 383"/>
                <a:gd name="T13" fmla="*/ 6 h 501"/>
                <a:gd name="T14" fmla="*/ 241 w 383"/>
                <a:gd name="T15" fmla="*/ 6 h 501"/>
                <a:gd name="T16" fmla="*/ 241 w 383"/>
                <a:gd name="T17" fmla="*/ 27 h 501"/>
                <a:gd name="T18" fmla="*/ 333 w 383"/>
                <a:gd name="T19" fmla="*/ 119 h 501"/>
                <a:gd name="T20" fmla="*/ 280 w 383"/>
                <a:gd name="T21" fmla="*/ 119 h 501"/>
                <a:gd name="T22" fmla="*/ 109 w 383"/>
                <a:gd name="T23" fmla="*/ 178 h 501"/>
                <a:gd name="T24" fmla="*/ 7 w 383"/>
                <a:gd name="T25" fmla="*/ 381 h 501"/>
                <a:gd name="T26" fmla="*/ 2 w 383"/>
                <a:gd name="T27" fmla="*/ 484 h 501"/>
                <a:gd name="T28" fmla="*/ 15 w 383"/>
                <a:gd name="T29" fmla="*/ 499 h 501"/>
                <a:gd name="T30" fmla="*/ 31 w 383"/>
                <a:gd name="T31" fmla="*/ 485 h 501"/>
                <a:gd name="T32" fmla="*/ 31 w 383"/>
                <a:gd name="T33" fmla="*/ 485 h 501"/>
                <a:gd name="T34" fmla="*/ 36 w 383"/>
                <a:gd name="T35" fmla="*/ 383 h 501"/>
                <a:gd name="T36" fmla="*/ 127 w 383"/>
                <a:gd name="T37" fmla="*/ 201 h 501"/>
                <a:gd name="T38" fmla="*/ 280 w 383"/>
                <a:gd name="T39" fmla="*/ 147 h 501"/>
                <a:gd name="T40" fmla="*/ 333 w 383"/>
                <a:gd name="T41" fmla="*/ 147 h 501"/>
                <a:gd name="T42" fmla="*/ 241 w 383"/>
                <a:gd name="T43" fmla="*/ 239 h 501"/>
                <a:gd name="T44" fmla="*/ 241 w 383"/>
                <a:gd name="T45" fmla="*/ 260 h 501"/>
                <a:gd name="T46" fmla="*/ 261 w 383"/>
                <a:gd name="T47" fmla="*/ 260 h 501"/>
                <a:gd name="T48" fmla="*/ 378 w 383"/>
                <a:gd name="T49" fmla="*/ 143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83" h="501">
                  <a:moveTo>
                    <a:pt x="378" y="143"/>
                  </a:moveTo>
                  <a:lnTo>
                    <a:pt x="378" y="143"/>
                  </a:lnTo>
                  <a:cubicBezTo>
                    <a:pt x="379" y="142"/>
                    <a:pt x="381" y="140"/>
                    <a:pt x="381" y="139"/>
                  </a:cubicBezTo>
                  <a:cubicBezTo>
                    <a:pt x="382" y="135"/>
                    <a:pt x="382" y="131"/>
                    <a:pt x="381" y="127"/>
                  </a:cubicBezTo>
                  <a:cubicBezTo>
                    <a:pt x="381" y="125"/>
                    <a:pt x="379" y="124"/>
                    <a:pt x="378" y="123"/>
                  </a:cubicBezTo>
                  <a:lnTo>
                    <a:pt x="378" y="123"/>
                  </a:lnTo>
                  <a:cubicBezTo>
                    <a:pt x="261" y="6"/>
                    <a:pt x="261" y="6"/>
                    <a:pt x="261" y="6"/>
                  </a:cubicBezTo>
                  <a:cubicBezTo>
                    <a:pt x="254" y="0"/>
                    <a:pt x="246" y="0"/>
                    <a:pt x="241" y="6"/>
                  </a:cubicBezTo>
                  <a:cubicBezTo>
                    <a:pt x="234" y="11"/>
                    <a:pt x="234" y="21"/>
                    <a:pt x="241" y="27"/>
                  </a:cubicBezTo>
                  <a:cubicBezTo>
                    <a:pt x="333" y="119"/>
                    <a:pt x="333" y="119"/>
                    <a:pt x="333" y="119"/>
                  </a:cubicBezTo>
                  <a:cubicBezTo>
                    <a:pt x="280" y="119"/>
                    <a:pt x="280" y="119"/>
                    <a:pt x="280" y="119"/>
                  </a:cubicBezTo>
                  <a:cubicBezTo>
                    <a:pt x="216" y="119"/>
                    <a:pt x="157" y="140"/>
                    <a:pt x="109" y="178"/>
                  </a:cubicBezTo>
                  <a:cubicBezTo>
                    <a:pt x="46" y="227"/>
                    <a:pt x="11" y="302"/>
                    <a:pt x="7" y="381"/>
                  </a:cubicBezTo>
                  <a:cubicBezTo>
                    <a:pt x="2" y="484"/>
                    <a:pt x="2" y="484"/>
                    <a:pt x="2" y="484"/>
                  </a:cubicBezTo>
                  <a:cubicBezTo>
                    <a:pt x="0" y="492"/>
                    <a:pt x="7" y="499"/>
                    <a:pt x="15" y="499"/>
                  </a:cubicBezTo>
                  <a:cubicBezTo>
                    <a:pt x="24" y="500"/>
                    <a:pt x="31" y="493"/>
                    <a:pt x="31" y="485"/>
                  </a:cubicBezTo>
                  <a:lnTo>
                    <a:pt x="31" y="485"/>
                  </a:lnTo>
                  <a:cubicBezTo>
                    <a:pt x="36" y="383"/>
                    <a:pt x="36" y="383"/>
                    <a:pt x="36" y="383"/>
                  </a:cubicBezTo>
                  <a:cubicBezTo>
                    <a:pt x="40" y="312"/>
                    <a:pt x="72" y="243"/>
                    <a:pt x="127" y="201"/>
                  </a:cubicBezTo>
                  <a:cubicBezTo>
                    <a:pt x="169" y="167"/>
                    <a:pt x="223" y="147"/>
                    <a:pt x="280" y="147"/>
                  </a:cubicBezTo>
                  <a:cubicBezTo>
                    <a:pt x="333" y="147"/>
                    <a:pt x="333" y="147"/>
                    <a:pt x="333" y="147"/>
                  </a:cubicBezTo>
                  <a:cubicBezTo>
                    <a:pt x="241" y="239"/>
                    <a:pt x="241" y="239"/>
                    <a:pt x="241" y="239"/>
                  </a:cubicBezTo>
                  <a:cubicBezTo>
                    <a:pt x="234" y="246"/>
                    <a:pt x="234" y="254"/>
                    <a:pt x="241" y="260"/>
                  </a:cubicBezTo>
                  <a:cubicBezTo>
                    <a:pt x="246" y="267"/>
                    <a:pt x="254" y="267"/>
                    <a:pt x="261" y="260"/>
                  </a:cubicBezTo>
                  <a:cubicBezTo>
                    <a:pt x="378" y="143"/>
                    <a:pt x="378" y="143"/>
                    <a:pt x="378" y="1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3" name="Group 76">
            <a:extLst>
              <a:ext uri="{FF2B5EF4-FFF2-40B4-BE49-F238E27FC236}">
                <a16:creationId xmlns:a16="http://schemas.microsoft.com/office/drawing/2014/main" id="{4BAC75B6-777A-681A-3D73-1AC0BA8AB20F}"/>
              </a:ext>
            </a:extLst>
          </p:cNvPr>
          <p:cNvGrpSpPr/>
          <p:nvPr/>
        </p:nvGrpSpPr>
        <p:grpSpPr>
          <a:xfrm>
            <a:off x="2197224" y="866403"/>
            <a:ext cx="254000" cy="254000"/>
            <a:chOff x="1055688" y="1203325"/>
            <a:chExt cx="254000" cy="254000"/>
          </a:xfrm>
          <a:solidFill>
            <a:schemeClr val="tx2"/>
          </a:solidFill>
        </p:grpSpPr>
        <p:sp>
          <p:nvSpPr>
            <p:cNvPr id="74" name="Freeform 59">
              <a:extLst>
                <a:ext uri="{FF2B5EF4-FFF2-40B4-BE49-F238E27FC236}">
                  <a16:creationId xmlns:a16="http://schemas.microsoft.com/office/drawing/2014/main" id="{BA0ACFF5-FC45-003A-0C99-9B684F155F41}"/>
                </a:ext>
              </a:extLst>
            </p:cNvPr>
            <p:cNvSpPr>
              <a:spLocks noChangeArrowheads="1"/>
            </p:cNvSpPr>
            <p:nvPr/>
          </p:nvSpPr>
          <p:spPr bwMode="auto">
            <a:xfrm>
              <a:off x="1055688" y="1203325"/>
              <a:ext cx="254000" cy="254000"/>
            </a:xfrm>
            <a:custGeom>
              <a:avLst/>
              <a:gdLst>
                <a:gd name="T0" fmla="*/ 352 w 704"/>
                <a:gd name="T1" fmla="*/ 0 h 704"/>
                <a:gd name="T2" fmla="*/ 352 w 704"/>
                <a:gd name="T3" fmla="*/ 0 h 704"/>
                <a:gd name="T4" fmla="*/ 88 w 704"/>
                <a:gd name="T5" fmla="*/ 118 h 704"/>
                <a:gd name="T6" fmla="*/ 88 w 704"/>
                <a:gd name="T7" fmla="*/ 14 h 704"/>
                <a:gd name="T8" fmla="*/ 74 w 704"/>
                <a:gd name="T9" fmla="*/ 0 h 704"/>
                <a:gd name="T10" fmla="*/ 59 w 704"/>
                <a:gd name="T11" fmla="*/ 14 h 704"/>
                <a:gd name="T12" fmla="*/ 59 w 704"/>
                <a:gd name="T13" fmla="*/ 161 h 704"/>
                <a:gd name="T14" fmla="*/ 70 w 704"/>
                <a:gd name="T15" fmla="*/ 175 h 704"/>
                <a:gd name="T16" fmla="*/ 73 w 704"/>
                <a:gd name="T17" fmla="*/ 175 h 704"/>
                <a:gd name="T18" fmla="*/ 74 w 704"/>
                <a:gd name="T19" fmla="*/ 176 h 704"/>
                <a:gd name="T20" fmla="*/ 220 w 704"/>
                <a:gd name="T21" fmla="*/ 176 h 704"/>
                <a:gd name="T22" fmla="*/ 235 w 704"/>
                <a:gd name="T23" fmla="*/ 161 h 704"/>
                <a:gd name="T24" fmla="*/ 220 w 704"/>
                <a:gd name="T25" fmla="*/ 146 h 704"/>
                <a:gd name="T26" fmla="*/ 104 w 704"/>
                <a:gd name="T27" fmla="*/ 146 h 704"/>
                <a:gd name="T28" fmla="*/ 352 w 704"/>
                <a:gd name="T29" fmla="*/ 29 h 704"/>
                <a:gd name="T30" fmla="*/ 352 w 704"/>
                <a:gd name="T31" fmla="*/ 29 h 704"/>
                <a:gd name="T32" fmla="*/ 352 w 704"/>
                <a:gd name="T33" fmla="*/ 29 h 704"/>
                <a:gd name="T34" fmla="*/ 579 w 704"/>
                <a:gd name="T35" fmla="*/ 124 h 704"/>
                <a:gd name="T36" fmla="*/ 674 w 704"/>
                <a:gd name="T37" fmla="*/ 352 h 704"/>
                <a:gd name="T38" fmla="*/ 579 w 704"/>
                <a:gd name="T39" fmla="*/ 578 h 704"/>
                <a:gd name="T40" fmla="*/ 352 w 704"/>
                <a:gd name="T41" fmla="*/ 673 h 704"/>
                <a:gd name="T42" fmla="*/ 124 w 704"/>
                <a:gd name="T43" fmla="*/ 578 h 704"/>
                <a:gd name="T44" fmla="*/ 30 w 704"/>
                <a:gd name="T45" fmla="*/ 352 h 704"/>
                <a:gd name="T46" fmla="*/ 15 w 704"/>
                <a:gd name="T47" fmla="*/ 337 h 704"/>
                <a:gd name="T48" fmla="*/ 0 w 704"/>
                <a:gd name="T49" fmla="*/ 352 h 704"/>
                <a:gd name="T50" fmla="*/ 352 w 704"/>
                <a:gd name="T51" fmla="*/ 703 h 704"/>
                <a:gd name="T52" fmla="*/ 703 w 704"/>
                <a:gd name="T53" fmla="*/ 352 h 704"/>
                <a:gd name="T54" fmla="*/ 352 w 704"/>
                <a:gd name="T55" fmla="*/ 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704">
                  <a:moveTo>
                    <a:pt x="352" y="0"/>
                  </a:moveTo>
                  <a:lnTo>
                    <a:pt x="352" y="0"/>
                  </a:lnTo>
                  <a:cubicBezTo>
                    <a:pt x="247" y="0"/>
                    <a:pt x="153" y="46"/>
                    <a:pt x="88" y="118"/>
                  </a:cubicBezTo>
                  <a:cubicBezTo>
                    <a:pt x="88" y="14"/>
                    <a:pt x="88" y="14"/>
                    <a:pt x="88" y="14"/>
                  </a:cubicBezTo>
                  <a:cubicBezTo>
                    <a:pt x="88" y="6"/>
                    <a:pt x="83" y="0"/>
                    <a:pt x="74" y="0"/>
                  </a:cubicBezTo>
                  <a:cubicBezTo>
                    <a:pt x="66" y="0"/>
                    <a:pt x="59" y="6"/>
                    <a:pt x="59" y="14"/>
                  </a:cubicBezTo>
                  <a:cubicBezTo>
                    <a:pt x="59" y="161"/>
                    <a:pt x="59" y="161"/>
                    <a:pt x="59" y="161"/>
                  </a:cubicBezTo>
                  <a:cubicBezTo>
                    <a:pt x="59" y="168"/>
                    <a:pt x="65" y="173"/>
                    <a:pt x="70" y="175"/>
                  </a:cubicBezTo>
                  <a:cubicBezTo>
                    <a:pt x="72" y="175"/>
                    <a:pt x="72" y="175"/>
                    <a:pt x="73" y="175"/>
                  </a:cubicBezTo>
                  <a:cubicBezTo>
                    <a:pt x="73" y="175"/>
                    <a:pt x="73" y="176"/>
                    <a:pt x="74" y="176"/>
                  </a:cubicBezTo>
                  <a:cubicBezTo>
                    <a:pt x="220" y="176"/>
                    <a:pt x="220" y="176"/>
                    <a:pt x="220" y="176"/>
                  </a:cubicBezTo>
                  <a:cubicBezTo>
                    <a:pt x="228" y="176"/>
                    <a:pt x="235" y="169"/>
                    <a:pt x="235" y="161"/>
                  </a:cubicBezTo>
                  <a:cubicBezTo>
                    <a:pt x="235" y="153"/>
                    <a:pt x="228" y="146"/>
                    <a:pt x="220" y="146"/>
                  </a:cubicBezTo>
                  <a:cubicBezTo>
                    <a:pt x="104" y="146"/>
                    <a:pt x="104" y="146"/>
                    <a:pt x="104" y="146"/>
                  </a:cubicBezTo>
                  <a:cubicBezTo>
                    <a:pt x="164" y="74"/>
                    <a:pt x="253" y="29"/>
                    <a:pt x="352" y="29"/>
                  </a:cubicBezTo>
                  <a:lnTo>
                    <a:pt x="352" y="29"/>
                  </a:lnTo>
                  <a:lnTo>
                    <a:pt x="352" y="29"/>
                  </a:lnTo>
                  <a:cubicBezTo>
                    <a:pt x="441" y="29"/>
                    <a:pt x="522" y="65"/>
                    <a:pt x="579" y="124"/>
                  </a:cubicBezTo>
                  <a:cubicBezTo>
                    <a:pt x="639" y="181"/>
                    <a:pt x="674" y="262"/>
                    <a:pt x="674" y="352"/>
                  </a:cubicBezTo>
                  <a:cubicBezTo>
                    <a:pt x="674" y="440"/>
                    <a:pt x="639" y="521"/>
                    <a:pt x="579" y="578"/>
                  </a:cubicBezTo>
                  <a:cubicBezTo>
                    <a:pt x="522" y="637"/>
                    <a:pt x="441" y="673"/>
                    <a:pt x="352" y="673"/>
                  </a:cubicBezTo>
                  <a:cubicBezTo>
                    <a:pt x="264" y="673"/>
                    <a:pt x="183" y="637"/>
                    <a:pt x="124" y="578"/>
                  </a:cubicBezTo>
                  <a:cubicBezTo>
                    <a:pt x="66" y="521"/>
                    <a:pt x="30" y="440"/>
                    <a:pt x="30" y="352"/>
                  </a:cubicBezTo>
                  <a:cubicBezTo>
                    <a:pt x="30" y="343"/>
                    <a:pt x="24" y="337"/>
                    <a:pt x="15" y="337"/>
                  </a:cubicBezTo>
                  <a:cubicBezTo>
                    <a:pt x="7" y="337"/>
                    <a:pt x="0" y="343"/>
                    <a:pt x="0" y="352"/>
                  </a:cubicBezTo>
                  <a:cubicBezTo>
                    <a:pt x="0" y="545"/>
                    <a:pt x="158" y="703"/>
                    <a:pt x="352" y="703"/>
                  </a:cubicBezTo>
                  <a:cubicBezTo>
                    <a:pt x="547" y="703"/>
                    <a:pt x="703" y="545"/>
                    <a:pt x="703" y="352"/>
                  </a:cubicBezTo>
                  <a:cubicBezTo>
                    <a:pt x="703" y="157"/>
                    <a:pt x="547" y="0"/>
                    <a:pt x="3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0">
              <a:extLst>
                <a:ext uri="{FF2B5EF4-FFF2-40B4-BE49-F238E27FC236}">
                  <a16:creationId xmlns:a16="http://schemas.microsoft.com/office/drawing/2014/main" id="{6A9AFBB9-5050-0068-0F9C-2E926C86F24F}"/>
                </a:ext>
              </a:extLst>
            </p:cNvPr>
            <p:cNvSpPr>
              <a:spLocks noChangeArrowheads="1"/>
            </p:cNvSpPr>
            <p:nvPr/>
          </p:nvSpPr>
          <p:spPr bwMode="auto">
            <a:xfrm>
              <a:off x="1182688" y="1255713"/>
              <a:ext cx="74612" cy="84137"/>
            </a:xfrm>
            <a:custGeom>
              <a:avLst/>
              <a:gdLst>
                <a:gd name="T0" fmla="*/ 15 w 207"/>
                <a:gd name="T1" fmla="*/ 0 h 235"/>
                <a:gd name="T2" fmla="*/ 15 w 207"/>
                <a:gd name="T3" fmla="*/ 0 h 235"/>
                <a:gd name="T4" fmla="*/ 0 w 207"/>
                <a:gd name="T5" fmla="*/ 15 h 235"/>
                <a:gd name="T6" fmla="*/ 0 w 207"/>
                <a:gd name="T7" fmla="*/ 219 h 235"/>
                <a:gd name="T8" fmla="*/ 15 w 207"/>
                <a:gd name="T9" fmla="*/ 234 h 235"/>
                <a:gd name="T10" fmla="*/ 190 w 207"/>
                <a:gd name="T11" fmla="*/ 234 h 235"/>
                <a:gd name="T12" fmla="*/ 206 w 207"/>
                <a:gd name="T13" fmla="*/ 219 h 235"/>
                <a:gd name="T14" fmla="*/ 190 w 207"/>
                <a:gd name="T15" fmla="*/ 206 h 235"/>
                <a:gd name="T16" fmla="*/ 30 w 207"/>
                <a:gd name="T17" fmla="*/ 206 h 235"/>
                <a:gd name="T18" fmla="*/ 30 w 207"/>
                <a:gd name="T19" fmla="*/ 15 h 235"/>
                <a:gd name="T20" fmla="*/ 15 w 207"/>
                <a:gd name="T21" fmla="*/ 0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7" h="235">
                  <a:moveTo>
                    <a:pt x="15" y="0"/>
                  </a:moveTo>
                  <a:lnTo>
                    <a:pt x="15" y="0"/>
                  </a:lnTo>
                  <a:cubicBezTo>
                    <a:pt x="6" y="0"/>
                    <a:pt x="0" y="7"/>
                    <a:pt x="0" y="15"/>
                  </a:cubicBezTo>
                  <a:cubicBezTo>
                    <a:pt x="0" y="219"/>
                    <a:pt x="0" y="219"/>
                    <a:pt x="0" y="219"/>
                  </a:cubicBezTo>
                  <a:cubicBezTo>
                    <a:pt x="0" y="228"/>
                    <a:pt x="6" y="234"/>
                    <a:pt x="15" y="234"/>
                  </a:cubicBezTo>
                  <a:cubicBezTo>
                    <a:pt x="190" y="234"/>
                    <a:pt x="190" y="234"/>
                    <a:pt x="190" y="234"/>
                  </a:cubicBezTo>
                  <a:cubicBezTo>
                    <a:pt x="199" y="234"/>
                    <a:pt x="206" y="228"/>
                    <a:pt x="206" y="219"/>
                  </a:cubicBezTo>
                  <a:cubicBezTo>
                    <a:pt x="206" y="211"/>
                    <a:pt x="199" y="206"/>
                    <a:pt x="190" y="206"/>
                  </a:cubicBezTo>
                  <a:cubicBezTo>
                    <a:pt x="30" y="206"/>
                    <a:pt x="30" y="206"/>
                    <a:pt x="30" y="206"/>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76" name="Freeform 61">
            <a:extLst>
              <a:ext uri="{FF2B5EF4-FFF2-40B4-BE49-F238E27FC236}">
                <a16:creationId xmlns:a16="http://schemas.microsoft.com/office/drawing/2014/main" id="{14A5F9ED-F73F-DEF8-0878-5A4ED9E04E08}"/>
              </a:ext>
            </a:extLst>
          </p:cNvPr>
          <p:cNvSpPr>
            <a:spLocks noChangeArrowheads="1"/>
          </p:cNvSpPr>
          <p:nvPr/>
        </p:nvSpPr>
        <p:spPr bwMode="auto">
          <a:xfrm>
            <a:off x="2703636" y="866403"/>
            <a:ext cx="254000" cy="254000"/>
          </a:xfrm>
          <a:custGeom>
            <a:avLst/>
            <a:gdLst>
              <a:gd name="T0" fmla="*/ 88 w 704"/>
              <a:gd name="T1" fmla="*/ 118 h 704"/>
              <a:gd name="T2" fmla="*/ 88 w 704"/>
              <a:gd name="T3" fmla="*/ 118 h 704"/>
              <a:gd name="T4" fmla="*/ 88 w 704"/>
              <a:gd name="T5" fmla="*/ 14 h 704"/>
              <a:gd name="T6" fmla="*/ 74 w 704"/>
              <a:gd name="T7" fmla="*/ 0 h 704"/>
              <a:gd name="T8" fmla="*/ 59 w 704"/>
              <a:gd name="T9" fmla="*/ 14 h 704"/>
              <a:gd name="T10" fmla="*/ 59 w 704"/>
              <a:gd name="T11" fmla="*/ 161 h 704"/>
              <a:gd name="T12" fmla="*/ 70 w 704"/>
              <a:gd name="T13" fmla="*/ 175 h 704"/>
              <a:gd name="T14" fmla="*/ 73 w 704"/>
              <a:gd name="T15" fmla="*/ 175 h 704"/>
              <a:gd name="T16" fmla="*/ 74 w 704"/>
              <a:gd name="T17" fmla="*/ 176 h 704"/>
              <a:gd name="T18" fmla="*/ 219 w 704"/>
              <a:gd name="T19" fmla="*/ 176 h 704"/>
              <a:gd name="T20" fmla="*/ 235 w 704"/>
              <a:gd name="T21" fmla="*/ 161 h 704"/>
              <a:gd name="T22" fmla="*/ 219 w 704"/>
              <a:gd name="T23" fmla="*/ 146 h 704"/>
              <a:gd name="T24" fmla="*/ 104 w 704"/>
              <a:gd name="T25" fmla="*/ 146 h 704"/>
              <a:gd name="T26" fmla="*/ 351 w 704"/>
              <a:gd name="T27" fmla="*/ 29 h 704"/>
              <a:gd name="T28" fmla="*/ 579 w 704"/>
              <a:gd name="T29" fmla="*/ 124 h 704"/>
              <a:gd name="T30" fmla="*/ 674 w 704"/>
              <a:gd name="T31" fmla="*/ 352 h 704"/>
              <a:gd name="T32" fmla="*/ 579 w 704"/>
              <a:gd name="T33" fmla="*/ 578 h 704"/>
              <a:gd name="T34" fmla="*/ 351 w 704"/>
              <a:gd name="T35" fmla="*/ 673 h 704"/>
              <a:gd name="T36" fmla="*/ 123 w 704"/>
              <a:gd name="T37" fmla="*/ 578 h 704"/>
              <a:gd name="T38" fmla="*/ 30 w 704"/>
              <a:gd name="T39" fmla="*/ 352 h 704"/>
              <a:gd name="T40" fmla="*/ 15 w 704"/>
              <a:gd name="T41" fmla="*/ 337 h 704"/>
              <a:gd name="T42" fmla="*/ 0 w 704"/>
              <a:gd name="T43" fmla="*/ 352 h 704"/>
              <a:gd name="T44" fmla="*/ 351 w 704"/>
              <a:gd name="T45" fmla="*/ 703 h 704"/>
              <a:gd name="T46" fmla="*/ 703 w 704"/>
              <a:gd name="T47" fmla="*/ 352 h 704"/>
              <a:gd name="T48" fmla="*/ 351 w 704"/>
              <a:gd name="T49" fmla="*/ 0 h 704"/>
              <a:gd name="T50" fmla="*/ 88 w 704"/>
              <a:gd name="T51" fmla="*/ 11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88" y="118"/>
                </a:moveTo>
                <a:lnTo>
                  <a:pt x="88" y="118"/>
                </a:lnTo>
                <a:cubicBezTo>
                  <a:pt x="88" y="14"/>
                  <a:pt x="88" y="14"/>
                  <a:pt x="88" y="14"/>
                </a:cubicBezTo>
                <a:cubicBezTo>
                  <a:pt x="88" y="6"/>
                  <a:pt x="82" y="0"/>
                  <a:pt x="74" y="0"/>
                </a:cubicBezTo>
                <a:cubicBezTo>
                  <a:pt x="66" y="0"/>
                  <a:pt x="59" y="6"/>
                  <a:pt x="59" y="14"/>
                </a:cubicBezTo>
                <a:cubicBezTo>
                  <a:pt x="59" y="161"/>
                  <a:pt x="59" y="161"/>
                  <a:pt x="59" y="161"/>
                </a:cubicBezTo>
                <a:cubicBezTo>
                  <a:pt x="59" y="168"/>
                  <a:pt x="64" y="173"/>
                  <a:pt x="70" y="175"/>
                </a:cubicBezTo>
                <a:cubicBezTo>
                  <a:pt x="71" y="175"/>
                  <a:pt x="71" y="175"/>
                  <a:pt x="73" y="175"/>
                </a:cubicBezTo>
                <a:cubicBezTo>
                  <a:pt x="73" y="175"/>
                  <a:pt x="73" y="176"/>
                  <a:pt x="74" y="176"/>
                </a:cubicBezTo>
                <a:cubicBezTo>
                  <a:pt x="219" y="176"/>
                  <a:pt x="219" y="176"/>
                  <a:pt x="219" y="176"/>
                </a:cubicBezTo>
                <a:cubicBezTo>
                  <a:pt x="228" y="176"/>
                  <a:pt x="235" y="169"/>
                  <a:pt x="235" y="161"/>
                </a:cubicBezTo>
                <a:cubicBezTo>
                  <a:pt x="235" y="153"/>
                  <a:pt x="228" y="146"/>
                  <a:pt x="219" y="146"/>
                </a:cubicBezTo>
                <a:cubicBezTo>
                  <a:pt x="104" y="146"/>
                  <a:pt x="104" y="146"/>
                  <a:pt x="104" y="146"/>
                </a:cubicBezTo>
                <a:cubicBezTo>
                  <a:pt x="163" y="74"/>
                  <a:pt x="252" y="29"/>
                  <a:pt x="351" y="29"/>
                </a:cubicBezTo>
                <a:cubicBezTo>
                  <a:pt x="440" y="29"/>
                  <a:pt x="521" y="65"/>
                  <a:pt x="579" y="124"/>
                </a:cubicBezTo>
                <a:cubicBezTo>
                  <a:pt x="638" y="181"/>
                  <a:pt x="674" y="262"/>
                  <a:pt x="674" y="352"/>
                </a:cubicBezTo>
                <a:cubicBezTo>
                  <a:pt x="674" y="440"/>
                  <a:pt x="638" y="521"/>
                  <a:pt x="579" y="578"/>
                </a:cubicBezTo>
                <a:cubicBezTo>
                  <a:pt x="521" y="637"/>
                  <a:pt x="440" y="673"/>
                  <a:pt x="351" y="673"/>
                </a:cubicBezTo>
                <a:cubicBezTo>
                  <a:pt x="263" y="673"/>
                  <a:pt x="182" y="637"/>
                  <a:pt x="123" y="578"/>
                </a:cubicBezTo>
                <a:cubicBezTo>
                  <a:pt x="66" y="521"/>
                  <a:pt x="30" y="440"/>
                  <a:pt x="30" y="352"/>
                </a:cubicBezTo>
                <a:cubicBezTo>
                  <a:pt x="30" y="343"/>
                  <a:pt x="23" y="337"/>
                  <a:pt x="15" y="337"/>
                </a:cubicBezTo>
                <a:cubicBezTo>
                  <a:pt x="7" y="337"/>
                  <a:pt x="0" y="343"/>
                  <a:pt x="0" y="352"/>
                </a:cubicBezTo>
                <a:cubicBezTo>
                  <a:pt x="0" y="545"/>
                  <a:pt x="158" y="703"/>
                  <a:pt x="351" y="703"/>
                </a:cubicBezTo>
                <a:cubicBezTo>
                  <a:pt x="546" y="703"/>
                  <a:pt x="703" y="545"/>
                  <a:pt x="703" y="352"/>
                </a:cubicBezTo>
                <a:cubicBezTo>
                  <a:pt x="703" y="157"/>
                  <a:pt x="546" y="0"/>
                  <a:pt x="351" y="0"/>
                </a:cubicBezTo>
                <a:cubicBezTo>
                  <a:pt x="247" y="0"/>
                  <a:pt x="152" y="46"/>
                  <a:pt x="88" y="118"/>
                </a:cubicBezTo>
              </a:path>
            </a:pathLst>
          </a:custGeom>
          <a:solidFill>
            <a:schemeClr val="tx2"/>
          </a:solidFill>
          <a:ln>
            <a:noFill/>
          </a:ln>
          <a:effectLst/>
        </p:spPr>
        <p:txBody>
          <a:bodyPr wrap="none" anchor="ctr"/>
          <a:lstStyle/>
          <a:p>
            <a:endParaRPr lang="da-DK"/>
          </a:p>
        </p:txBody>
      </p:sp>
      <p:grpSp>
        <p:nvGrpSpPr>
          <p:cNvPr id="77" name="Group 80">
            <a:extLst>
              <a:ext uri="{FF2B5EF4-FFF2-40B4-BE49-F238E27FC236}">
                <a16:creationId xmlns:a16="http://schemas.microsoft.com/office/drawing/2014/main" id="{DD86F00B-D6E9-A632-2E01-27D24F302271}"/>
              </a:ext>
            </a:extLst>
          </p:cNvPr>
          <p:cNvGrpSpPr/>
          <p:nvPr/>
        </p:nvGrpSpPr>
        <p:grpSpPr>
          <a:xfrm>
            <a:off x="3210049" y="867197"/>
            <a:ext cx="254000" cy="252413"/>
            <a:chOff x="2068513" y="1203325"/>
            <a:chExt cx="254000" cy="252413"/>
          </a:xfrm>
          <a:solidFill>
            <a:schemeClr val="tx2"/>
          </a:solidFill>
        </p:grpSpPr>
        <p:sp>
          <p:nvSpPr>
            <p:cNvPr id="78" name="Freeform 62">
              <a:extLst>
                <a:ext uri="{FF2B5EF4-FFF2-40B4-BE49-F238E27FC236}">
                  <a16:creationId xmlns:a16="http://schemas.microsoft.com/office/drawing/2014/main" id="{8585788C-A3A0-6748-62AE-3514F948B6A0}"/>
                </a:ext>
              </a:extLst>
            </p:cNvPr>
            <p:cNvSpPr>
              <a:spLocks noChangeArrowheads="1"/>
            </p:cNvSpPr>
            <p:nvPr/>
          </p:nvSpPr>
          <p:spPr bwMode="auto">
            <a:xfrm>
              <a:off x="2068513" y="1203325"/>
              <a:ext cx="242887" cy="131763"/>
            </a:xfrm>
            <a:custGeom>
              <a:avLst/>
              <a:gdLst>
                <a:gd name="T0" fmla="*/ 16 w 675"/>
                <a:gd name="T1" fmla="*/ 365 h 366"/>
                <a:gd name="T2" fmla="*/ 16 w 675"/>
                <a:gd name="T3" fmla="*/ 365 h 366"/>
                <a:gd name="T4" fmla="*/ 31 w 675"/>
                <a:gd name="T5" fmla="*/ 352 h 366"/>
                <a:gd name="T6" fmla="*/ 31 w 675"/>
                <a:gd name="T7" fmla="*/ 352 h 366"/>
                <a:gd name="T8" fmla="*/ 124 w 675"/>
                <a:gd name="T9" fmla="*/ 124 h 366"/>
                <a:gd name="T10" fmla="*/ 352 w 675"/>
                <a:gd name="T11" fmla="*/ 29 h 366"/>
                <a:gd name="T12" fmla="*/ 639 w 675"/>
                <a:gd name="T13" fmla="*/ 205 h 366"/>
                <a:gd name="T14" fmla="*/ 514 w 675"/>
                <a:gd name="T15" fmla="*/ 205 h 366"/>
                <a:gd name="T16" fmla="*/ 499 w 675"/>
                <a:gd name="T17" fmla="*/ 220 h 366"/>
                <a:gd name="T18" fmla="*/ 514 w 675"/>
                <a:gd name="T19" fmla="*/ 234 h 366"/>
                <a:gd name="T20" fmla="*/ 659 w 675"/>
                <a:gd name="T21" fmla="*/ 234 h 366"/>
                <a:gd name="T22" fmla="*/ 674 w 675"/>
                <a:gd name="T23" fmla="*/ 220 h 366"/>
                <a:gd name="T24" fmla="*/ 674 w 675"/>
                <a:gd name="T25" fmla="*/ 213 h 366"/>
                <a:gd name="T26" fmla="*/ 674 w 675"/>
                <a:gd name="T27" fmla="*/ 213 h 366"/>
                <a:gd name="T28" fmla="*/ 674 w 675"/>
                <a:gd name="T29" fmla="*/ 73 h 366"/>
                <a:gd name="T30" fmla="*/ 659 w 675"/>
                <a:gd name="T31" fmla="*/ 58 h 366"/>
                <a:gd name="T32" fmla="*/ 646 w 675"/>
                <a:gd name="T33" fmla="*/ 73 h 366"/>
                <a:gd name="T34" fmla="*/ 646 w 675"/>
                <a:gd name="T35" fmla="*/ 157 h 366"/>
                <a:gd name="T36" fmla="*/ 352 w 675"/>
                <a:gd name="T37" fmla="*/ 0 h 366"/>
                <a:gd name="T38" fmla="*/ 0 w 675"/>
                <a:gd name="T39" fmla="*/ 352 h 366"/>
                <a:gd name="T40" fmla="*/ 16 w 675"/>
                <a:gd name="T41" fmla="*/ 365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5" h="366">
                  <a:moveTo>
                    <a:pt x="16" y="365"/>
                  </a:moveTo>
                  <a:lnTo>
                    <a:pt x="16" y="365"/>
                  </a:lnTo>
                  <a:cubicBezTo>
                    <a:pt x="24" y="365"/>
                    <a:pt x="31" y="359"/>
                    <a:pt x="31" y="352"/>
                  </a:cubicBezTo>
                  <a:lnTo>
                    <a:pt x="31" y="352"/>
                  </a:lnTo>
                  <a:cubicBezTo>
                    <a:pt x="31" y="262"/>
                    <a:pt x="66" y="181"/>
                    <a:pt x="124" y="124"/>
                  </a:cubicBezTo>
                  <a:cubicBezTo>
                    <a:pt x="183" y="65"/>
                    <a:pt x="264" y="29"/>
                    <a:pt x="352" y="29"/>
                  </a:cubicBezTo>
                  <a:cubicBezTo>
                    <a:pt x="478" y="29"/>
                    <a:pt x="585" y="100"/>
                    <a:pt x="639" y="205"/>
                  </a:cubicBezTo>
                  <a:cubicBezTo>
                    <a:pt x="514" y="205"/>
                    <a:pt x="514" y="205"/>
                    <a:pt x="514" y="205"/>
                  </a:cubicBezTo>
                  <a:cubicBezTo>
                    <a:pt x="506" y="205"/>
                    <a:pt x="499" y="212"/>
                    <a:pt x="499" y="220"/>
                  </a:cubicBezTo>
                  <a:cubicBezTo>
                    <a:pt x="499" y="227"/>
                    <a:pt x="506" y="234"/>
                    <a:pt x="514" y="234"/>
                  </a:cubicBezTo>
                  <a:cubicBezTo>
                    <a:pt x="659" y="234"/>
                    <a:pt x="659" y="234"/>
                    <a:pt x="659" y="234"/>
                  </a:cubicBezTo>
                  <a:cubicBezTo>
                    <a:pt x="668" y="234"/>
                    <a:pt x="674" y="227"/>
                    <a:pt x="674" y="220"/>
                  </a:cubicBezTo>
                  <a:cubicBezTo>
                    <a:pt x="674" y="213"/>
                    <a:pt x="674" y="213"/>
                    <a:pt x="674" y="213"/>
                  </a:cubicBezTo>
                  <a:lnTo>
                    <a:pt x="674" y="213"/>
                  </a:lnTo>
                  <a:cubicBezTo>
                    <a:pt x="674" y="73"/>
                    <a:pt x="674" y="73"/>
                    <a:pt x="674" y="73"/>
                  </a:cubicBezTo>
                  <a:cubicBezTo>
                    <a:pt x="674" y="65"/>
                    <a:pt x="668" y="58"/>
                    <a:pt x="659" y="58"/>
                  </a:cubicBezTo>
                  <a:cubicBezTo>
                    <a:pt x="651" y="58"/>
                    <a:pt x="646" y="65"/>
                    <a:pt x="646" y="73"/>
                  </a:cubicBezTo>
                  <a:cubicBezTo>
                    <a:pt x="646" y="157"/>
                    <a:pt x="646" y="157"/>
                    <a:pt x="646" y="157"/>
                  </a:cubicBezTo>
                  <a:cubicBezTo>
                    <a:pt x="582" y="62"/>
                    <a:pt x="475" y="0"/>
                    <a:pt x="352" y="0"/>
                  </a:cubicBezTo>
                  <a:cubicBezTo>
                    <a:pt x="158" y="0"/>
                    <a:pt x="0" y="157"/>
                    <a:pt x="0" y="352"/>
                  </a:cubicBezTo>
                  <a:cubicBezTo>
                    <a:pt x="0" y="359"/>
                    <a:pt x="7" y="365"/>
                    <a:pt x="16" y="3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3">
              <a:extLst>
                <a:ext uri="{FF2B5EF4-FFF2-40B4-BE49-F238E27FC236}">
                  <a16:creationId xmlns:a16="http://schemas.microsoft.com/office/drawing/2014/main" id="{5BB47F08-E146-E2E9-4523-6B9CDA12DF83}"/>
                </a:ext>
              </a:extLst>
            </p:cNvPr>
            <p:cNvSpPr>
              <a:spLocks noChangeArrowheads="1"/>
            </p:cNvSpPr>
            <p:nvPr/>
          </p:nvSpPr>
          <p:spPr bwMode="auto">
            <a:xfrm>
              <a:off x="2079625" y="1323975"/>
              <a:ext cx="242888" cy="131763"/>
            </a:xfrm>
            <a:custGeom>
              <a:avLst/>
              <a:gdLst>
                <a:gd name="T0" fmla="*/ 643 w 673"/>
                <a:gd name="T1" fmla="*/ 15 h 367"/>
                <a:gd name="T2" fmla="*/ 643 w 673"/>
                <a:gd name="T3" fmla="*/ 15 h 367"/>
                <a:gd name="T4" fmla="*/ 549 w 673"/>
                <a:gd name="T5" fmla="*/ 241 h 367"/>
                <a:gd name="T6" fmla="*/ 321 w 673"/>
                <a:gd name="T7" fmla="*/ 336 h 367"/>
                <a:gd name="T8" fmla="*/ 35 w 673"/>
                <a:gd name="T9" fmla="*/ 160 h 367"/>
                <a:gd name="T10" fmla="*/ 160 w 673"/>
                <a:gd name="T11" fmla="*/ 160 h 367"/>
                <a:gd name="T12" fmla="*/ 175 w 673"/>
                <a:gd name="T13" fmla="*/ 146 h 367"/>
                <a:gd name="T14" fmla="*/ 160 w 673"/>
                <a:gd name="T15" fmla="*/ 131 h 367"/>
                <a:gd name="T16" fmla="*/ 13 w 673"/>
                <a:gd name="T17" fmla="*/ 131 h 367"/>
                <a:gd name="T18" fmla="*/ 0 w 673"/>
                <a:gd name="T19" fmla="*/ 146 h 367"/>
                <a:gd name="T20" fmla="*/ 0 w 673"/>
                <a:gd name="T21" fmla="*/ 152 h 367"/>
                <a:gd name="T22" fmla="*/ 0 w 673"/>
                <a:gd name="T23" fmla="*/ 152 h 367"/>
                <a:gd name="T24" fmla="*/ 0 w 673"/>
                <a:gd name="T25" fmla="*/ 292 h 367"/>
                <a:gd name="T26" fmla="*/ 13 w 673"/>
                <a:gd name="T27" fmla="*/ 307 h 367"/>
                <a:gd name="T28" fmla="*/ 28 w 673"/>
                <a:gd name="T29" fmla="*/ 292 h 367"/>
                <a:gd name="T30" fmla="*/ 28 w 673"/>
                <a:gd name="T31" fmla="*/ 208 h 367"/>
                <a:gd name="T32" fmla="*/ 321 w 673"/>
                <a:gd name="T33" fmla="*/ 366 h 367"/>
                <a:gd name="T34" fmla="*/ 672 w 673"/>
                <a:gd name="T35" fmla="*/ 15 h 367"/>
                <a:gd name="T36" fmla="*/ 659 w 673"/>
                <a:gd name="T37" fmla="*/ 0 h 367"/>
                <a:gd name="T38" fmla="*/ 643 w 673"/>
                <a:gd name="T39" fmla="*/ 15 h 3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367">
                  <a:moveTo>
                    <a:pt x="643" y="15"/>
                  </a:moveTo>
                  <a:lnTo>
                    <a:pt x="643" y="15"/>
                  </a:lnTo>
                  <a:cubicBezTo>
                    <a:pt x="643" y="103"/>
                    <a:pt x="608" y="184"/>
                    <a:pt x="549" y="241"/>
                  </a:cubicBezTo>
                  <a:cubicBezTo>
                    <a:pt x="491" y="300"/>
                    <a:pt x="410" y="336"/>
                    <a:pt x="321" y="336"/>
                  </a:cubicBezTo>
                  <a:cubicBezTo>
                    <a:pt x="196" y="336"/>
                    <a:pt x="87" y="264"/>
                    <a:pt x="35" y="160"/>
                  </a:cubicBezTo>
                  <a:cubicBezTo>
                    <a:pt x="160" y="160"/>
                    <a:pt x="160" y="160"/>
                    <a:pt x="160" y="160"/>
                  </a:cubicBezTo>
                  <a:cubicBezTo>
                    <a:pt x="168" y="160"/>
                    <a:pt x="175" y="153"/>
                    <a:pt x="175" y="146"/>
                  </a:cubicBezTo>
                  <a:cubicBezTo>
                    <a:pt x="175" y="138"/>
                    <a:pt x="168" y="131"/>
                    <a:pt x="160" y="131"/>
                  </a:cubicBezTo>
                  <a:cubicBezTo>
                    <a:pt x="13" y="131"/>
                    <a:pt x="13" y="131"/>
                    <a:pt x="13" y="131"/>
                  </a:cubicBezTo>
                  <a:cubicBezTo>
                    <a:pt x="5" y="131"/>
                    <a:pt x="0" y="138"/>
                    <a:pt x="0" y="146"/>
                  </a:cubicBezTo>
                  <a:cubicBezTo>
                    <a:pt x="0" y="152"/>
                    <a:pt x="0" y="152"/>
                    <a:pt x="0" y="152"/>
                  </a:cubicBezTo>
                  <a:lnTo>
                    <a:pt x="0" y="152"/>
                  </a:lnTo>
                  <a:cubicBezTo>
                    <a:pt x="0" y="292"/>
                    <a:pt x="0" y="292"/>
                    <a:pt x="0" y="292"/>
                  </a:cubicBezTo>
                  <a:cubicBezTo>
                    <a:pt x="0" y="300"/>
                    <a:pt x="5" y="307"/>
                    <a:pt x="13" y="307"/>
                  </a:cubicBezTo>
                  <a:cubicBezTo>
                    <a:pt x="22" y="307"/>
                    <a:pt x="28" y="300"/>
                    <a:pt x="28" y="292"/>
                  </a:cubicBezTo>
                  <a:cubicBezTo>
                    <a:pt x="28" y="208"/>
                    <a:pt x="28" y="208"/>
                    <a:pt x="28" y="208"/>
                  </a:cubicBezTo>
                  <a:cubicBezTo>
                    <a:pt x="92" y="303"/>
                    <a:pt x="199" y="366"/>
                    <a:pt x="321" y="366"/>
                  </a:cubicBezTo>
                  <a:cubicBezTo>
                    <a:pt x="516" y="366"/>
                    <a:pt x="672" y="208"/>
                    <a:pt x="672" y="15"/>
                  </a:cubicBezTo>
                  <a:cubicBezTo>
                    <a:pt x="672" y="6"/>
                    <a:pt x="667" y="0"/>
                    <a:pt x="659" y="0"/>
                  </a:cubicBezTo>
                  <a:cubicBezTo>
                    <a:pt x="650" y="0"/>
                    <a:pt x="643" y="6"/>
                    <a:pt x="643"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0" name="Group 83">
            <a:extLst>
              <a:ext uri="{FF2B5EF4-FFF2-40B4-BE49-F238E27FC236}">
                <a16:creationId xmlns:a16="http://schemas.microsoft.com/office/drawing/2014/main" id="{B84A34E4-B74C-A973-01EF-401B93FEF795}"/>
              </a:ext>
            </a:extLst>
          </p:cNvPr>
          <p:cNvGrpSpPr/>
          <p:nvPr/>
        </p:nvGrpSpPr>
        <p:grpSpPr>
          <a:xfrm>
            <a:off x="2724274" y="2873103"/>
            <a:ext cx="242887" cy="242887"/>
            <a:chOff x="1582738" y="3227388"/>
            <a:chExt cx="242887" cy="242887"/>
          </a:xfrm>
          <a:solidFill>
            <a:schemeClr val="tx2"/>
          </a:solidFill>
        </p:grpSpPr>
        <p:sp>
          <p:nvSpPr>
            <p:cNvPr id="81" name="Freeform 64">
              <a:extLst>
                <a:ext uri="{FF2B5EF4-FFF2-40B4-BE49-F238E27FC236}">
                  <a16:creationId xmlns:a16="http://schemas.microsoft.com/office/drawing/2014/main" id="{BDE08103-1948-9C18-93D8-45CB2E4DF6BA}"/>
                </a:ext>
              </a:extLst>
            </p:cNvPr>
            <p:cNvSpPr>
              <a:spLocks noChangeArrowheads="1"/>
            </p:cNvSpPr>
            <p:nvPr/>
          </p:nvSpPr>
          <p:spPr bwMode="auto">
            <a:xfrm>
              <a:off x="1582738" y="3227388"/>
              <a:ext cx="242887" cy="242887"/>
            </a:xfrm>
            <a:custGeom>
              <a:avLst/>
              <a:gdLst>
                <a:gd name="T0" fmla="*/ 674 w 675"/>
                <a:gd name="T1" fmla="*/ 336 h 673"/>
                <a:gd name="T2" fmla="*/ 674 w 675"/>
                <a:gd name="T3" fmla="*/ 336 h 673"/>
                <a:gd name="T4" fmla="*/ 336 w 675"/>
                <a:gd name="T5" fmla="*/ 0 h 673"/>
                <a:gd name="T6" fmla="*/ 0 w 675"/>
                <a:gd name="T7" fmla="*/ 336 h 673"/>
                <a:gd name="T8" fmla="*/ 336 w 675"/>
                <a:gd name="T9" fmla="*/ 672 h 673"/>
                <a:gd name="T10" fmla="*/ 674 w 675"/>
                <a:gd name="T11" fmla="*/ 336 h 673"/>
                <a:gd name="T12" fmla="*/ 336 w 675"/>
                <a:gd name="T13" fmla="*/ 643 h 673"/>
                <a:gd name="T14" fmla="*/ 336 w 675"/>
                <a:gd name="T15" fmla="*/ 643 h 673"/>
                <a:gd name="T16" fmla="*/ 119 w 675"/>
                <a:gd name="T17" fmla="*/ 553 h 673"/>
                <a:gd name="T18" fmla="*/ 29 w 675"/>
                <a:gd name="T19" fmla="*/ 336 h 673"/>
                <a:gd name="T20" fmla="*/ 119 w 675"/>
                <a:gd name="T21" fmla="*/ 118 h 673"/>
                <a:gd name="T22" fmla="*/ 336 w 675"/>
                <a:gd name="T23" fmla="*/ 28 h 673"/>
                <a:gd name="T24" fmla="*/ 554 w 675"/>
                <a:gd name="T25" fmla="*/ 118 h 673"/>
                <a:gd name="T26" fmla="*/ 644 w 675"/>
                <a:gd name="T27" fmla="*/ 336 h 673"/>
                <a:gd name="T28" fmla="*/ 554 w 675"/>
                <a:gd name="T29" fmla="*/ 553 h 673"/>
                <a:gd name="T30" fmla="*/ 336 w 675"/>
                <a:gd name="T31" fmla="*/ 643 h 6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5" h="673">
                  <a:moveTo>
                    <a:pt x="674" y="336"/>
                  </a:moveTo>
                  <a:lnTo>
                    <a:pt x="674" y="336"/>
                  </a:lnTo>
                  <a:cubicBezTo>
                    <a:pt x="674" y="149"/>
                    <a:pt x="523" y="0"/>
                    <a:pt x="336" y="0"/>
                  </a:cubicBezTo>
                  <a:cubicBezTo>
                    <a:pt x="151" y="0"/>
                    <a:pt x="0" y="149"/>
                    <a:pt x="0" y="336"/>
                  </a:cubicBezTo>
                  <a:cubicBezTo>
                    <a:pt x="0" y="521"/>
                    <a:pt x="151" y="672"/>
                    <a:pt x="336" y="672"/>
                  </a:cubicBezTo>
                  <a:cubicBezTo>
                    <a:pt x="523" y="672"/>
                    <a:pt x="674" y="521"/>
                    <a:pt x="674" y="336"/>
                  </a:cubicBezTo>
                  <a:close/>
                  <a:moveTo>
                    <a:pt x="336" y="643"/>
                  </a:moveTo>
                  <a:lnTo>
                    <a:pt x="336" y="643"/>
                  </a:lnTo>
                  <a:cubicBezTo>
                    <a:pt x="251" y="643"/>
                    <a:pt x="176" y="609"/>
                    <a:pt x="119" y="553"/>
                  </a:cubicBezTo>
                  <a:cubicBezTo>
                    <a:pt x="63" y="498"/>
                    <a:pt x="29" y="421"/>
                    <a:pt x="29" y="336"/>
                  </a:cubicBezTo>
                  <a:cubicBezTo>
                    <a:pt x="29" y="251"/>
                    <a:pt x="63" y="174"/>
                    <a:pt x="119" y="118"/>
                  </a:cubicBezTo>
                  <a:cubicBezTo>
                    <a:pt x="176" y="63"/>
                    <a:pt x="251" y="28"/>
                    <a:pt x="336" y="28"/>
                  </a:cubicBezTo>
                  <a:cubicBezTo>
                    <a:pt x="421" y="28"/>
                    <a:pt x="498" y="63"/>
                    <a:pt x="554" y="118"/>
                  </a:cubicBezTo>
                  <a:cubicBezTo>
                    <a:pt x="609" y="174"/>
                    <a:pt x="644" y="251"/>
                    <a:pt x="644" y="336"/>
                  </a:cubicBezTo>
                  <a:cubicBezTo>
                    <a:pt x="644" y="421"/>
                    <a:pt x="609" y="498"/>
                    <a:pt x="554" y="553"/>
                  </a:cubicBezTo>
                  <a:cubicBezTo>
                    <a:pt x="498" y="609"/>
                    <a:pt x="421" y="643"/>
                    <a:pt x="336"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14445B58-70C6-6219-8B36-DE54FADF94EA}"/>
                </a:ext>
              </a:extLst>
            </p:cNvPr>
            <p:cNvSpPr>
              <a:spLocks noChangeArrowheads="1"/>
            </p:cNvSpPr>
            <p:nvPr/>
          </p:nvSpPr>
          <p:spPr bwMode="auto">
            <a:xfrm>
              <a:off x="1625600" y="3278188"/>
              <a:ext cx="158750" cy="138112"/>
            </a:xfrm>
            <a:custGeom>
              <a:avLst/>
              <a:gdLst>
                <a:gd name="T0" fmla="*/ 439 w 440"/>
                <a:gd name="T1" fmla="*/ 192 h 385"/>
                <a:gd name="T2" fmla="*/ 439 w 440"/>
                <a:gd name="T3" fmla="*/ 192 h 385"/>
                <a:gd name="T4" fmla="*/ 439 w 440"/>
                <a:gd name="T5" fmla="*/ 192 h 385"/>
                <a:gd name="T6" fmla="*/ 439 w 440"/>
                <a:gd name="T7" fmla="*/ 192 h 385"/>
                <a:gd name="T8" fmla="*/ 439 w 440"/>
                <a:gd name="T9" fmla="*/ 186 h 385"/>
                <a:gd name="T10" fmla="*/ 435 w 440"/>
                <a:gd name="T11" fmla="*/ 181 h 385"/>
                <a:gd name="T12" fmla="*/ 259 w 440"/>
                <a:gd name="T13" fmla="*/ 5 h 385"/>
                <a:gd name="T14" fmla="*/ 238 w 440"/>
                <a:gd name="T15" fmla="*/ 5 h 385"/>
                <a:gd name="T16" fmla="*/ 238 w 440"/>
                <a:gd name="T17" fmla="*/ 26 h 385"/>
                <a:gd name="T18" fmla="*/ 389 w 440"/>
                <a:gd name="T19" fmla="*/ 177 h 385"/>
                <a:gd name="T20" fmla="*/ 15 w 440"/>
                <a:gd name="T21" fmla="*/ 177 h 385"/>
                <a:gd name="T22" fmla="*/ 0 w 440"/>
                <a:gd name="T23" fmla="*/ 192 h 385"/>
                <a:gd name="T24" fmla="*/ 15 w 440"/>
                <a:gd name="T25" fmla="*/ 207 h 385"/>
                <a:gd name="T26" fmla="*/ 389 w 440"/>
                <a:gd name="T27" fmla="*/ 207 h 385"/>
                <a:gd name="T28" fmla="*/ 238 w 440"/>
                <a:gd name="T29" fmla="*/ 357 h 385"/>
                <a:gd name="T30" fmla="*/ 238 w 440"/>
                <a:gd name="T31" fmla="*/ 377 h 385"/>
                <a:gd name="T32" fmla="*/ 259 w 440"/>
                <a:gd name="T33" fmla="*/ 377 h 385"/>
                <a:gd name="T34" fmla="*/ 435 w 440"/>
                <a:gd name="T35" fmla="*/ 202 h 385"/>
                <a:gd name="T36" fmla="*/ 439 w 440"/>
                <a:gd name="T37" fmla="*/ 197 h 385"/>
                <a:gd name="T38" fmla="*/ 439 w 440"/>
                <a:gd name="T39"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0" h="385">
                  <a:moveTo>
                    <a:pt x="439" y="192"/>
                  </a:moveTo>
                  <a:lnTo>
                    <a:pt x="439" y="192"/>
                  </a:lnTo>
                  <a:lnTo>
                    <a:pt x="439" y="192"/>
                  </a:lnTo>
                  <a:lnTo>
                    <a:pt x="439" y="192"/>
                  </a:lnTo>
                  <a:cubicBezTo>
                    <a:pt x="439" y="189"/>
                    <a:pt x="439" y="188"/>
                    <a:pt x="439" y="186"/>
                  </a:cubicBezTo>
                  <a:cubicBezTo>
                    <a:pt x="437" y="184"/>
                    <a:pt x="436" y="182"/>
                    <a:pt x="435" y="181"/>
                  </a:cubicBezTo>
                  <a:cubicBezTo>
                    <a:pt x="259" y="5"/>
                    <a:pt x="259" y="5"/>
                    <a:pt x="259" y="5"/>
                  </a:cubicBezTo>
                  <a:cubicBezTo>
                    <a:pt x="253" y="0"/>
                    <a:pt x="244" y="0"/>
                    <a:pt x="238" y="5"/>
                  </a:cubicBezTo>
                  <a:cubicBezTo>
                    <a:pt x="233" y="12"/>
                    <a:pt x="233" y="20"/>
                    <a:pt x="238" y="26"/>
                  </a:cubicBezTo>
                  <a:cubicBezTo>
                    <a:pt x="389" y="177"/>
                    <a:pt x="389" y="177"/>
                    <a:pt x="389" y="177"/>
                  </a:cubicBezTo>
                  <a:cubicBezTo>
                    <a:pt x="15" y="177"/>
                    <a:pt x="15" y="177"/>
                    <a:pt x="15" y="177"/>
                  </a:cubicBezTo>
                  <a:cubicBezTo>
                    <a:pt x="6" y="177"/>
                    <a:pt x="0" y="184"/>
                    <a:pt x="0" y="192"/>
                  </a:cubicBezTo>
                  <a:cubicBezTo>
                    <a:pt x="0" y="200"/>
                    <a:pt x="6" y="207"/>
                    <a:pt x="15" y="207"/>
                  </a:cubicBezTo>
                  <a:cubicBezTo>
                    <a:pt x="389" y="207"/>
                    <a:pt x="389" y="207"/>
                    <a:pt x="389" y="207"/>
                  </a:cubicBezTo>
                  <a:cubicBezTo>
                    <a:pt x="238" y="357"/>
                    <a:pt x="238" y="357"/>
                    <a:pt x="238" y="357"/>
                  </a:cubicBezTo>
                  <a:cubicBezTo>
                    <a:pt x="233" y="364"/>
                    <a:pt x="233" y="372"/>
                    <a:pt x="238" y="377"/>
                  </a:cubicBezTo>
                  <a:cubicBezTo>
                    <a:pt x="244" y="384"/>
                    <a:pt x="253" y="384"/>
                    <a:pt x="259" y="377"/>
                  </a:cubicBezTo>
                  <a:cubicBezTo>
                    <a:pt x="435" y="202"/>
                    <a:pt x="435" y="202"/>
                    <a:pt x="435" y="202"/>
                  </a:cubicBezTo>
                  <a:cubicBezTo>
                    <a:pt x="436" y="200"/>
                    <a:pt x="437" y="199"/>
                    <a:pt x="439" y="197"/>
                  </a:cubicBezTo>
                  <a:cubicBezTo>
                    <a:pt x="439" y="196"/>
                    <a:pt x="439" y="193"/>
                    <a:pt x="43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3" name="Freeform 66">
            <a:extLst>
              <a:ext uri="{FF2B5EF4-FFF2-40B4-BE49-F238E27FC236}">
                <a16:creationId xmlns:a16="http://schemas.microsoft.com/office/drawing/2014/main" id="{143B83C8-BC5C-FA62-2FB0-0C8DA3DD8D1B}"/>
              </a:ext>
            </a:extLst>
          </p:cNvPr>
          <p:cNvSpPr>
            <a:spLocks noChangeArrowheads="1"/>
          </p:cNvSpPr>
          <p:nvPr/>
        </p:nvSpPr>
        <p:spPr bwMode="auto">
          <a:xfrm>
            <a:off x="1184399" y="1878434"/>
            <a:ext cx="255587" cy="254000"/>
          </a:xfrm>
          <a:custGeom>
            <a:avLst/>
            <a:gdLst>
              <a:gd name="T0" fmla="*/ 299 w 708"/>
              <a:gd name="T1" fmla="*/ 696 h 705"/>
              <a:gd name="T2" fmla="*/ 299 w 708"/>
              <a:gd name="T3" fmla="*/ 696 h 705"/>
              <a:gd name="T4" fmla="*/ 299 w 708"/>
              <a:gd name="T5" fmla="*/ 697 h 705"/>
              <a:gd name="T6" fmla="*/ 302 w 708"/>
              <a:gd name="T7" fmla="*/ 700 h 705"/>
              <a:gd name="T8" fmla="*/ 303 w 708"/>
              <a:gd name="T9" fmla="*/ 701 h 705"/>
              <a:gd name="T10" fmla="*/ 306 w 708"/>
              <a:gd name="T11" fmla="*/ 703 h 705"/>
              <a:gd name="T12" fmla="*/ 309 w 708"/>
              <a:gd name="T13" fmla="*/ 704 h 705"/>
              <a:gd name="T14" fmla="*/ 311 w 708"/>
              <a:gd name="T15" fmla="*/ 704 h 705"/>
              <a:gd name="T16" fmla="*/ 311 w 708"/>
              <a:gd name="T17" fmla="*/ 704 h 705"/>
              <a:gd name="T18" fmla="*/ 314 w 708"/>
              <a:gd name="T19" fmla="*/ 704 h 705"/>
              <a:gd name="T20" fmla="*/ 317 w 708"/>
              <a:gd name="T21" fmla="*/ 703 h 705"/>
              <a:gd name="T22" fmla="*/ 318 w 708"/>
              <a:gd name="T23" fmla="*/ 703 h 705"/>
              <a:gd name="T24" fmla="*/ 320 w 708"/>
              <a:gd name="T25" fmla="*/ 701 h 705"/>
              <a:gd name="T26" fmla="*/ 322 w 708"/>
              <a:gd name="T27" fmla="*/ 700 h 705"/>
              <a:gd name="T28" fmla="*/ 324 w 708"/>
              <a:gd name="T29" fmla="*/ 699 h 705"/>
              <a:gd name="T30" fmla="*/ 325 w 708"/>
              <a:gd name="T31" fmla="*/ 696 h 705"/>
              <a:gd name="T32" fmla="*/ 327 w 708"/>
              <a:gd name="T33" fmla="*/ 693 h 705"/>
              <a:gd name="T34" fmla="*/ 327 w 708"/>
              <a:gd name="T35" fmla="*/ 690 h 705"/>
              <a:gd name="T36" fmla="*/ 355 w 708"/>
              <a:gd name="T37" fmla="*/ 351 h 705"/>
              <a:gd name="T38" fmla="*/ 694 w 708"/>
              <a:gd name="T39" fmla="*/ 324 h 705"/>
              <a:gd name="T40" fmla="*/ 696 w 708"/>
              <a:gd name="T41" fmla="*/ 322 h 705"/>
              <a:gd name="T42" fmla="*/ 699 w 708"/>
              <a:gd name="T43" fmla="*/ 322 h 705"/>
              <a:gd name="T44" fmla="*/ 701 w 708"/>
              <a:gd name="T45" fmla="*/ 321 h 705"/>
              <a:gd name="T46" fmla="*/ 703 w 708"/>
              <a:gd name="T47" fmla="*/ 318 h 705"/>
              <a:gd name="T48" fmla="*/ 705 w 708"/>
              <a:gd name="T49" fmla="*/ 317 h 705"/>
              <a:gd name="T50" fmla="*/ 707 w 708"/>
              <a:gd name="T51" fmla="*/ 314 h 705"/>
              <a:gd name="T52" fmla="*/ 707 w 708"/>
              <a:gd name="T53" fmla="*/ 314 h 705"/>
              <a:gd name="T54" fmla="*/ 707 w 708"/>
              <a:gd name="T55" fmla="*/ 311 h 705"/>
              <a:gd name="T56" fmla="*/ 707 w 708"/>
              <a:gd name="T57" fmla="*/ 309 h 705"/>
              <a:gd name="T58" fmla="*/ 707 w 708"/>
              <a:gd name="T59" fmla="*/ 307 h 705"/>
              <a:gd name="T60" fmla="*/ 707 w 708"/>
              <a:gd name="T61" fmla="*/ 306 h 705"/>
              <a:gd name="T62" fmla="*/ 705 w 708"/>
              <a:gd name="T63" fmla="*/ 303 h 705"/>
              <a:gd name="T64" fmla="*/ 704 w 708"/>
              <a:gd name="T65" fmla="*/ 300 h 705"/>
              <a:gd name="T66" fmla="*/ 703 w 708"/>
              <a:gd name="T67" fmla="*/ 299 h 705"/>
              <a:gd name="T68" fmla="*/ 700 w 708"/>
              <a:gd name="T69" fmla="*/ 296 h 705"/>
              <a:gd name="T70" fmla="*/ 699 w 708"/>
              <a:gd name="T71" fmla="*/ 295 h 705"/>
              <a:gd name="T72" fmla="*/ 25 w 708"/>
              <a:gd name="T73" fmla="*/ 3 h 705"/>
              <a:gd name="T74" fmla="*/ 8 w 708"/>
              <a:gd name="T75" fmla="*/ 7 h 705"/>
              <a:gd name="T76" fmla="*/ 3 w 708"/>
              <a:gd name="T77" fmla="*/ 25 h 705"/>
              <a:gd name="T78" fmla="*/ 299 w 708"/>
              <a:gd name="T79" fmla="*/ 696 h 705"/>
              <a:gd name="T80" fmla="*/ 340 w 708"/>
              <a:gd name="T81" fmla="*/ 324 h 705"/>
              <a:gd name="T82" fmla="*/ 340 w 708"/>
              <a:gd name="T83" fmla="*/ 324 h 705"/>
              <a:gd name="T84" fmla="*/ 327 w 708"/>
              <a:gd name="T85" fmla="*/ 338 h 705"/>
              <a:gd name="T86" fmla="*/ 302 w 708"/>
              <a:gd name="T87" fmla="*/ 631 h 705"/>
              <a:gd name="T88" fmla="*/ 42 w 708"/>
              <a:gd name="T89" fmla="*/ 42 h 705"/>
              <a:gd name="T90" fmla="*/ 634 w 708"/>
              <a:gd name="T91" fmla="*/ 299 h 705"/>
              <a:gd name="T92" fmla="*/ 340 w 708"/>
              <a:gd name="T93" fmla="*/ 32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08" h="705">
                <a:moveTo>
                  <a:pt x="299" y="696"/>
                </a:moveTo>
                <a:lnTo>
                  <a:pt x="299" y="696"/>
                </a:lnTo>
                <a:lnTo>
                  <a:pt x="299" y="697"/>
                </a:lnTo>
                <a:cubicBezTo>
                  <a:pt x="300" y="699"/>
                  <a:pt x="300" y="699"/>
                  <a:pt x="302" y="700"/>
                </a:cubicBezTo>
                <a:lnTo>
                  <a:pt x="303" y="701"/>
                </a:lnTo>
                <a:cubicBezTo>
                  <a:pt x="305" y="701"/>
                  <a:pt x="305" y="703"/>
                  <a:pt x="306" y="703"/>
                </a:cubicBezTo>
                <a:cubicBezTo>
                  <a:pt x="307" y="703"/>
                  <a:pt x="307" y="704"/>
                  <a:pt x="309" y="704"/>
                </a:cubicBezTo>
                <a:cubicBezTo>
                  <a:pt x="310" y="704"/>
                  <a:pt x="310" y="704"/>
                  <a:pt x="311" y="704"/>
                </a:cubicBezTo>
                <a:lnTo>
                  <a:pt x="311" y="704"/>
                </a:lnTo>
                <a:cubicBezTo>
                  <a:pt x="313" y="704"/>
                  <a:pt x="313" y="704"/>
                  <a:pt x="314" y="704"/>
                </a:cubicBezTo>
                <a:cubicBezTo>
                  <a:pt x="316" y="704"/>
                  <a:pt x="317" y="704"/>
                  <a:pt x="317" y="703"/>
                </a:cubicBezTo>
                <a:lnTo>
                  <a:pt x="318" y="703"/>
                </a:lnTo>
                <a:cubicBezTo>
                  <a:pt x="318" y="703"/>
                  <a:pt x="318" y="703"/>
                  <a:pt x="320" y="701"/>
                </a:cubicBezTo>
                <a:cubicBezTo>
                  <a:pt x="320" y="701"/>
                  <a:pt x="321" y="701"/>
                  <a:pt x="322" y="700"/>
                </a:cubicBezTo>
                <a:lnTo>
                  <a:pt x="324" y="699"/>
                </a:lnTo>
                <a:cubicBezTo>
                  <a:pt x="324" y="697"/>
                  <a:pt x="325" y="697"/>
                  <a:pt x="325" y="696"/>
                </a:cubicBezTo>
                <a:cubicBezTo>
                  <a:pt x="325" y="694"/>
                  <a:pt x="325" y="694"/>
                  <a:pt x="327" y="693"/>
                </a:cubicBezTo>
                <a:cubicBezTo>
                  <a:pt x="327" y="692"/>
                  <a:pt x="327" y="692"/>
                  <a:pt x="327" y="690"/>
                </a:cubicBezTo>
                <a:cubicBezTo>
                  <a:pt x="355" y="351"/>
                  <a:pt x="355" y="351"/>
                  <a:pt x="355" y="351"/>
                </a:cubicBezTo>
                <a:cubicBezTo>
                  <a:pt x="694" y="324"/>
                  <a:pt x="694" y="324"/>
                  <a:pt x="694" y="324"/>
                </a:cubicBezTo>
                <a:cubicBezTo>
                  <a:pt x="694" y="324"/>
                  <a:pt x="696" y="324"/>
                  <a:pt x="696" y="322"/>
                </a:cubicBezTo>
                <a:cubicBezTo>
                  <a:pt x="697" y="322"/>
                  <a:pt x="697" y="322"/>
                  <a:pt x="699" y="322"/>
                </a:cubicBezTo>
                <a:cubicBezTo>
                  <a:pt x="700" y="322"/>
                  <a:pt x="700" y="321"/>
                  <a:pt x="701" y="321"/>
                </a:cubicBezTo>
                <a:cubicBezTo>
                  <a:pt x="701" y="320"/>
                  <a:pt x="703" y="320"/>
                  <a:pt x="703" y="318"/>
                </a:cubicBezTo>
                <a:cubicBezTo>
                  <a:pt x="704" y="318"/>
                  <a:pt x="704" y="317"/>
                  <a:pt x="705" y="317"/>
                </a:cubicBezTo>
                <a:cubicBezTo>
                  <a:pt x="705" y="316"/>
                  <a:pt x="705" y="316"/>
                  <a:pt x="707" y="314"/>
                </a:cubicBezTo>
                <a:lnTo>
                  <a:pt x="707" y="314"/>
                </a:lnTo>
                <a:cubicBezTo>
                  <a:pt x="707" y="313"/>
                  <a:pt x="707" y="313"/>
                  <a:pt x="707" y="311"/>
                </a:cubicBezTo>
                <a:cubicBezTo>
                  <a:pt x="707" y="310"/>
                  <a:pt x="707" y="310"/>
                  <a:pt x="707" y="309"/>
                </a:cubicBezTo>
                <a:lnTo>
                  <a:pt x="707" y="307"/>
                </a:lnTo>
                <a:lnTo>
                  <a:pt x="707" y="306"/>
                </a:lnTo>
                <a:cubicBezTo>
                  <a:pt x="707" y="305"/>
                  <a:pt x="707" y="303"/>
                  <a:pt x="705" y="303"/>
                </a:cubicBezTo>
                <a:cubicBezTo>
                  <a:pt x="705" y="302"/>
                  <a:pt x="705" y="302"/>
                  <a:pt x="704" y="300"/>
                </a:cubicBezTo>
                <a:lnTo>
                  <a:pt x="703" y="299"/>
                </a:lnTo>
                <a:cubicBezTo>
                  <a:pt x="701" y="298"/>
                  <a:pt x="701" y="298"/>
                  <a:pt x="700" y="296"/>
                </a:cubicBezTo>
                <a:cubicBezTo>
                  <a:pt x="700" y="296"/>
                  <a:pt x="699" y="296"/>
                  <a:pt x="699" y="295"/>
                </a:cubicBezTo>
                <a:cubicBezTo>
                  <a:pt x="25" y="3"/>
                  <a:pt x="25" y="3"/>
                  <a:pt x="25" y="3"/>
                </a:cubicBezTo>
                <a:cubicBezTo>
                  <a:pt x="19" y="0"/>
                  <a:pt x="12" y="1"/>
                  <a:pt x="8" y="7"/>
                </a:cubicBezTo>
                <a:cubicBezTo>
                  <a:pt x="3" y="9"/>
                  <a:pt x="0" y="18"/>
                  <a:pt x="3" y="25"/>
                </a:cubicBezTo>
                <a:lnTo>
                  <a:pt x="299" y="696"/>
                </a:lnTo>
                <a:close/>
                <a:moveTo>
                  <a:pt x="340" y="324"/>
                </a:moveTo>
                <a:lnTo>
                  <a:pt x="340" y="324"/>
                </a:lnTo>
                <a:cubicBezTo>
                  <a:pt x="333" y="324"/>
                  <a:pt x="328" y="329"/>
                  <a:pt x="327" y="338"/>
                </a:cubicBezTo>
                <a:cubicBezTo>
                  <a:pt x="302" y="631"/>
                  <a:pt x="302" y="631"/>
                  <a:pt x="302" y="631"/>
                </a:cubicBezTo>
                <a:cubicBezTo>
                  <a:pt x="42" y="42"/>
                  <a:pt x="42" y="42"/>
                  <a:pt x="42" y="42"/>
                </a:cubicBezTo>
                <a:cubicBezTo>
                  <a:pt x="634" y="299"/>
                  <a:pt x="634" y="299"/>
                  <a:pt x="634" y="299"/>
                </a:cubicBezTo>
                <a:lnTo>
                  <a:pt x="340" y="324"/>
                </a:lnTo>
                <a:close/>
              </a:path>
            </a:pathLst>
          </a:custGeom>
          <a:solidFill>
            <a:schemeClr val="tx2"/>
          </a:solidFill>
          <a:ln>
            <a:noFill/>
          </a:ln>
          <a:effectLst/>
        </p:spPr>
        <p:txBody>
          <a:bodyPr wrap="none" anchor="ctr"/>
          <a:lstStyle/>
          <a:p>
            <a:endParaRPr lang="da-DK"/>
          </a:p>
        </p:txBody>
      </p:sp>
      <p:sp>
        <p:nvSpPr>
          <p:cNvPr id="84" name="Freeform 67">
            <a:extLst>
              <a:ext uri="{FF2B5EF4-FFF2-40B4-BE49-F238E27FC236}">
                <a16:creationId xmlns:a16="http://schemas.microsoft.com/office/drawing/2014/main" id="{2064D35F-E59B-00A2-F9F7-3AC6C1095544}"/>
              </a:ext>
            </a:extLst>
          </p:cNvPr>
          <p:cNvSpPr>
            <a:spLocks noChangeArrowheads="1"/>
          </p:cNvSpPr>
          <p:nvPr/>
        </p:nvSpPr>
        <p:spPr bwMode="auto">
          <a:xfrm>
            <a:off x="10996736" y="892597"/>
            <a:ext cx="254000" cy="201612"/>
          </a:xfrm>
          <a:custGeom>
            <a:avLst/>
            <a:gdLst>
              <a:gd name="T0" fmla="*/ 10 w 705"/>
              <a:gd name="T1" fmla="*/ 204 h 558"/>
              <a:gd name="T2" fmla="*/ 88 w 705"/>
              <a:gd name="T3" fmla="*/ 454 h 558"/>
              <a:gd name="T4" fmla="*/ 332 w 705"/>
              <a:gd name="T5" fmla="*/ 556 h 558"/>
              <a:gd name="T6" fmla="*/ 335 w 705"/>
              <a:gd name="T7" fmla="*/ 557 h 558"/>
              <a:gd name="T8" fmla="*/ 339 w 705"/>
              <a:gd name="T9" fmla="*/ 557 h 558"/>
              <a:gd name="T10" fmla="*/ 342 w 705"/>
              <a:gd name="T11" fmla="*/ 556 h 558"/>
              <a:gd name="T12" fmla="*/ 615 w 705"/>
              <a:gd name="T13" fmla="*/ 454 h 558"/>
              <a:gd name="T14" fmla="*/ 693 w 705"/>
              <a:gd name="T15" fmla="*/ 204 h 558"/>
              <a:gd name="T16" fmla="*/ 699 w 705"/>
              <a:gd name="T17" fmla="*/ 181 h 558"/>
              <a:gd name="T18" fmla="*/ 611 w 705"/>
              <a:gd name="T19" fmla="*/ 92 h 558"/>
              <a:gd name="T20" fmla="*/ 608 w 705"/>
              <a:gd name="T21" fmla="*/ 90 h 558"/>
              <a:gd name="T22" fmla="*/ 607 w 705"/>
              <a:gd name="T23" fmla="*/ 89 h 558"/>
              <a:gd name="T24" fmla="*/ 342 w 705"/>
              <a:gd name="T25" fmla="*/ 1 h 558"/>
              <a:gd name="T26" fmla="*/ 98 w 705"/>
              <a:gd name="T27" fmla="*/ 89 h 558"/>
              <a:gd name="T28" fmla="*/ 96 w 705"/>
              <a:gd name="T29" fmla="*/ 90 h 558"/>
              <a:gd name="T30" fmla="*/ 93 w 705"/>
              <a:gd name="T31" fmla="*/ 92 h 558"/>
              <a:gd name="T32" fmla="*/ 4 w 705"/>
              <a:gd name="T33" fmla="*/ 181 h 558"/>
              <a:gd name="T34" fmla="*/ 10 w 705"/>
              <a:gd name="T35" fmla="*/ 204 h 558"/>
              <a:gd name="T36" fmla="*/ 118 w 705"/>
              <a:gd name="T37" fmla="*/ 444 h 558"/>
              <a:gd name="T38" fmla="*/ 245 w 705"/>
              <a:gd name="T39" fmla="*/ 292 h 558"/>
              <a:gd name="T40" fmla="*/ 323 w 705"/>
              <a:gd name="T41" fmla="*/ 226 h 558"/>
              <a:gd name="T42" fmla="*/ 118 w 705"/>
              <a:gd name="T43" fmla="*/ 444 h 558"/>
              <a:gd name="T44" fmla="*/ 586 w 705"/>
              <a:gd name="T45" fmla="*/ 444 h 558"/>
              <a:gd name="T46" fmla="*/ 352 w 705"/>
              <a:gd name="T47" fmla="*/ 226 h 558"/>
              <a:gd name="T48" fmla="*/ 430 w 705"/>
              <a:gd name="T49" fmla="*/ 292 h 558"/>
              <a:gd name="T50" fmla="*/ 586 w 705"/>
              <a:gd name="T51" fmla="*/ 444 h 558"/>
              <a:gd name="T52" fmla="*/ 430 w 705"/>
              <a:gd name="T53" fmla="*/ 262 h 558"/>
              <a:gd name="T54" fmla="*/ 597 w 705"/>
              <a:gd name="T55" fmla="*/ 119 h 558"/>
              <a:gd name="T56" fmla="*/ 430 w 705"/>
              <a:gd name="T57" fmla="*/ 262 h 558"/>
              <a:gd name="T58" fmla="*/ 338 w 705"/>
              <a:gd name="T59" fmla="*/ 31 h 558"/>
              <a:gd name="T60" fmla="*/ 338 w 705"/>
              <a:gd name="T61" fmla="*/ 175 h 558"/>
              <a:gd name="T62" fmla="*/ 338 w 705"/>
              <a:gd name="T63" fmla="*/ 31 h 558"/>
              <a:gd name="T64" fmla="*/ 107 w 705"/>
              <a:gd name="T65" fmla="*/ 121 h 558"/>
              <a:gd name="T66" fmla="*/ 310 w 705"/>
              <a:gd name="T67" fmla="*/ 196 h 558"/>
              <a:gd name="T68" fmla="*/ 41 w 705"/>
              <a:gd name="T69" fmla="*/ 185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558">
                <a:moveTo>
                  <a:pt x="10" y="204"/>
                </a:moveTo>
                <a:lnTo>
                  <a:pt x="10" y="204"/>
                </a:lnTo>
                <a:cubicBezTo>
                  <a:pt x="88" y="234"/>
                  <a:pt x="88" y="234"/>
                  <a:pt x="88" y="234"/>
                </a:cubicBezTo>
                <a:cubicBezTo>
                  <a:pt x="88" y="454"/>
                  <a:pt x="88" y="454"/>
                  <a:pt x="88" y="454"/>
                </a:cubicBezTo>
                <a:cubicBezTo>
                  <a:pt x="88" y="461"/>
                  <a:pt x="92" y="466"/>
                  <a:pt x="98" y="468"/>
                </a:cubicBezTo>
                <a:cubicBezTo>
                  <a:pt x="332" y="556"/>
                  <a:pt x="332" y="556"/>
                  <a:pt x="332" y="556"/>
                </a:cubicBezTo>
                <a:lnTo>
                  <a:pt x="334" y="556"/>
                </a:lnTo>
                <a:cubicBezTo>
                  <a:pt x="334" y="557"/>
                  <a:pt x="335" y="557"/>
                  <a:pt x="335" y="557"/>
                </a:cubicBezTo>
                <a:cubicBezTo>
                  <a:pt x="336" y="557"/>
                  <a:pt x="336" y="557"/>
                  <a:pt x="336" y="557"/>
                </a:cubicBezTo>
                <a:cubicBezTo>
                  <a:pt x="338" y="557"/>
                  <a:pt x="338" y="557"/>
                  <a:pt x="339" y="557"/>
                </a:cubicBezTo>
                <a:lnTo>
                  <a:pt x="341" y="557"/>
                </a:lnTo>
                <a:cubicBezTo>
                  <a:pt x="341" y="556"/>
                  <a:pt x="342" y="556"/>
                  <a:pt x="342" y="556"/>
                </a:cubicBezTo>
                <a:cubicBezTo>
                  <a:pt x="605" y="468"/>
                  <a:pt x="605" y="468"/>
                  <a:pt x="605" y="468"/>
                </a:cubicBezTo>
                <a:cubicBezTo>
                  <a:pt x="611" y="466"/>
                  <a:pt x="615" y="461"/>
                  <a:pt x="615" y="454"/>
                </a:cubicBezTo>
                <a:cubicBezTo>
                  <a:pt x="615" y="230"/>
                  <a:pt x="615" y="230"/>
                  <a:pt x="615" y="230"/>
                </a:cubicBezTo>
                <a:cubicBezTo>
                  <a:pt x="693" y="204"/>
                  <a:pt x="693" y="204"/>
                  <a:pt x="693" y="204"/>
                </a:cubicBezTo>
                <a:cubicBezTo>
                  <a:pt x="699" y="203"/>
                  <a:pt x="702" y="199"/>
                  <a:pt x="703" y="195"/>
                </a:cubicBezTo>
                <a:cubicBezTo>
                  <a:pt x="704" y="189"/>
                  <a:pt x="703" y="184"/>
                  <a:pt x="699" y="181"/>
                </a:cubicBezTo>
                <a:cubicBezTo>
                  <a:pt x="611" y="93"/>
                  <a:pt x="611" y="93"/>
                  <a:pt x="611" y="93"/>
                </a:cubicBezTo>
                <a:cubicBezTo>
                  <a:pt x="611" y="92"/>
                  <a:pt x="611" y="92"/>
                  <a:pt x="611" y="92"/>
                </a:cubicBezTo>
                <a:cubicBezTo>
                  <a:pt x="610" y="92"/>
                  <a:pt x="610" y="92"/>
                  <a:pt x="608" y="90"/>
                </a:cubicBezTo>
                <a:lnTo>
                  <a:pt x="608" y="90"/>
                </a:lnTo>
                <a:cubicBezTo>
                  <a:pt x="607" y="90"/>
                  <a:pt x="607" y="90"/>
                  <a:pt x="607" y="90"/>
                </a:cubicBezTo>
                <a:lnTo>
                  <a:pt x="607" y="89"/>
                </a:lnTo>
                <a:cubicBezTo>
                  <a:pt x="605" y="89"/>
                  <a:pt x="605" y="89"/>
                  <a:pt x="605" y="89"/>
                </a:cubicBezTo>
                <a:cubicBezTo>
                  <a:pt x="342" y="1"/>
                  <a:pt x="342" y="1"/>
                  <a:pt x="342" y="1"/>
                </a:cubicBezTo>
                <a:cubicBezTo>
                  <a:pt x="339" y="0"/>
                  <a:pt x="335" y="0"/>
                  <a:pt x="332" y="1"/>
                </a:cubicBezTo>
                <a:cubicBezTo>
                  <a:pt x="98" y="89"/>
                  <a:pt x="98" y="89"/>
                  <a:pt x="98" y="89"/>
                </a:cubicBezTo>
                <a:lnTo>
                  <a:pt x="98" y="89"/>
                </a:lnTo>
                <a:cubicBezTo>
                  <a:pt x="98" y="90"/>
                  <a:pt x="98" y="90"/>
                  <a:pt x="96" y="90"/>
                </a:cubicBezTo>
                <a:cubicBezTo>
                  <a:pt x="96" y="90"/>
                  <a:pt x="96" y="90"/>
                  <a:pt x="95" y="90"/>
                </a:cubicBezTo>
                <a:cubicBezTo>
                  <a:pt x="95" y="92"/>
                  <a:pt x="93" y="92"/>
                  <a:pt x="93" y="92"/>
                </a:cubicBezTo>
                <a:cubicBezTo>
                  <a:pt x="93" y="92"/>
                  <a:pt x="93" y="93"/>
                  <a:pt x="92" y="93"/>
                </a:cubicBezTo>
                <a:cubicBezTo>
                  <a:pt x="4" y="181"/>
                  <a:pt x="4" y="181"/>
                  <a:pt x="4" y="181"/>
                </a:cubicBezTo>
                <a:cubicBezTo>
                  <a:pt x="2" y="184"/>
                  <a:pt x="0" y="189"/>
                  <a:pt x="2" y="193"/>
                </a:cubicBezTo>
                <a:cubicBezTo>
                  <a:pt x="2" y="199"/>
                  <a:pt x="6" y="203"/>
                  <a:pt x="10" y="204"/>
                </a:cubicBezTo>
                <a:close/>
                <a:moveTo>
                  <a:pt x="118" y="444"/>
                </a:moveTo>
                <a:lnTo>
                  <a:pt x="118" y="444"/>
                </a:lnTo>
                <a:cubicBezTo>
                  <a:pt x="118" y="245"/>
                  <a:pt x="118" y="245"/>
                  <a:pt x="118" y="245"/>
                </a:cubicBezTo>
                <a:cubicBezTo>
                  <a:pt x="245" y="292"/>
                  <a:pt x="245" y="292"/>
                  <a:pt x="245" y="292"/>
                </a:cubicBezTo>
                <a:cubicBezTo>
                  <a:pt x="250" y="295"/>
                  <a:pt x="255" y="293"/>
                  <a:pt x="260" y="289"/>
                </a:cubicBezTo>
                <a:cubicBezTo>
                  <a:pt x="323" y="226"/>
                  <a:pt x="323" y="226"/>
                  <a:pt x="323" y="226"/>
                </a:cubicBezTo>
                <a:cubicBezTo>
                  <a:pt x="323" y="521"/>
                  <a:pt x="323" y="521"/>
                  <a:pt x="323" y="521"/>
                </a:cubicBezTo>
                <a:lnTo>
                  <a:pt x="118" y="444"/>
                </a:lnTo>
                <a:close/>
                <a:moveTo>
                  <a:pt x="586" y="444"/>
                </a:moveTo>
                <a:lnTo>
                  <a:pt x="586" y="444"/>
                </a:lnTo>
                <a:cubicBezTo>
                  <a:pt x="352" y="521"/>
                  <a:pt x="352" y="521"/>
                  <a:pt x="352" y="521"/>
                </a:cubicBezTo>
                <a:cubicBezTo>
                  <a:pt x="352" y="226"/>
                  <a:pt x="352" y="226"/>
                  <a:pt x="352" y="226"/>
                </a:cubicBezTo>
                <a:cubicBezTo>
                  <a:pt x="415" y="289"/>
                  <a:pt x="415" y="289"/>
                  <a:pt x="415" y="289"/>
                </a:cubicBezTo>
                <a:cubicBezTo>
                  <a:pt x="419" y="293"/>
                  <a:pt x="424" y="295"/>
                  <a:pt x="430" y="292"/>
                </a:cubicBezTo>
                <a:cubicBezTo>
                  <a:pt x="586" y="240"/>
                  <a:pt x="586" y="240"/>
                  <a:pt x="586" y="240"/>
                </a:cubicBezTo>
                <a:lnTo>
                  <a:pt x="586" y="444"/>
                </a:lnTo>
                <a:close/>
                <a:moveTo>
                  <a:pt x="430" y="262"/>
                </a:moveTo>
                <a:lnTo>
                  <a:pt x="430" y="262"/>
                </a:lnTo>
                <a:cubicBezTo>
                  <a:pt x="364" y="197"/>
                  <a:pt x="364" y="197"/>
                  <a:pt x="364" y="197"/>
                </a:cubicBezTo>
                <a:cubicBezTo>
                  <a:pt x="597" y="119"/>
                  <a:pt x="597" y="119"/>
                  <a:pt x="597" y="119"/>
                </a:cubicBezTo>
                <a:cubicBezTo>
                  <a:pt x="662" y="185"/>
                  <a:pt x="662" y="185"/>
                  <a:pt x="662" y="185"/>
                </a:cubicBezTo>
                <a:lnTo>
                  <a:pt x="430" y="262"/>
                </a:lnTo>
                <a:close/>
                <a:moveTo>
                  <a:pt x="338" y="31"/>
                </a:moveTo>
                <a:lnTo>
                  <a:pt x="338" y="31"/>
                </a:lnTo>
                <a:cubicBezTo>
                  <a:pt x="555" y="103"/>
                  <a:pt x="555" y="103"/>
                  <a:pt x="555" y="103"/>
                </a:cubicBezTo>
                <a:cubicBezTo>
                  <a:pt x="338" y="175"/>
                  <a:pt x="338" y="175"/>
                  <a:pt x="338" y="175"/>
                </a:cubicBezTo>
                <a:cubicBezTo>
                  <a:pt x="144" y="103"/>
                  <a:pt x="144" y="103"/>
                  <a:pt x="144" y="103"/>
                </a:cubicBezTo>
                <a:lnTo>
                  <a:pt x="338" y="31"/>
                </a:lnTo>
                <a:close/>
                <a:moveTo>
                  <a:pt x="107" y="121"/>
                </a:moveTo>
                <a:lnTo>
                  <a:pt x="107" y="121"/>
                </a:lnTo>
                <a:cubicBezTo>
                  <a:pt x="253" y="174"/>
                  <a:pt x="253" y="174"/>
                  <a:pt x="253" y="174"/>
                </a:cubicBezTo>
                <a:cubicBezTo>
                  <a:pt x="310" y="196"/>
                  <a:pt x="310" y="196"/>
                  <a:pt x="310" y="196"/>
                </a:cubicBezTo>
                <a:cubicBezTo>
                  <a:pt x="246" y="262"/>
                  <a:pt x="246" y="262"/>
                  <a:pt x="246" y="262"/>
                </a:cubicBezTo>
                <a:cubicBezTo>
                  <a:pt x="41" y="185"/>
                  <a:pt x="41" y="185"/>
                  <a:pt x="41" y="185"/>
                </a:cubicBezTo>
                <a:lnTo>
                  <a:pt x="107" y="121"/>
                </a:lnTo>
                <a:close/>
              </a:path>
            </a:pathLst>
          </a:custGeom>
          <a:solidFill>
            <a:schemeClr val="tx2"/>
          </a:solidFill>
          <a:ln>
            <a:noFill/>
          </a:ln>
          <a:effectLst/>
        </p:spPr>
        <p:txBody>
          <a:bodyPr wrap="none" anchor="ctr"/>
          <a:lstStyle/>
          <a:p>
            <a:endParaRPr lang="da-DK"/>
          </a:p>
        </p:txBody>
      </p:sp>
      <p:grpSp>
        <p:nvGrpSpPr>
          <p:cNvPr id="85" name="Group 88">
            <a:extLst>
              <a:ext uri="{FF2B5EF4-FFF2-40B4-BE49-F238E27FC236}">
                <a16:creationId xmlns:a16="http://schemas.microsoft.com/office/drawing/2014/main" id="{5230DFEC-2ED2-910B-59DD-50432BD0F995}"/>
              </a:ext>
            </a:extLst>
          </p:cNvPr>
          <p:cNvGrpSpPr/>
          <p:nvPr/>
        </p:nvGrpSpPr>
        <p:grpSpPr>
          <a:xfrm>
            <a:off x="8466261" y="1371228"/>
            <a:ext cx="254000" cy="254000"/>
            <a:chOff x="7324725" y="1708150"/>
            <a:chExt cx="254000" cy="254000"/>
          </a:xfrm>
          <a:solidFill>
            <a:schemeClr val="tx2"/>
          </a:solidFill>
        </p:grpSpPr>
        <p:sp>
          <p:nvSpPr>
            <p:cNvPr id="86" name="Freeform 68">
              <a:extLst>
                <a:ext uri="{FF2B5EF4-FFF2-40B4-BE49-F238E27FC236}">
                  <a16:creationId xmlns:a16="http://schemas.microsoft.com/office/drawing/2014/main" id="{E32F4381-2352-A0DD-1111-B2A0F0374361}"/>
                </a:ext>
              </a:extLst>
            </p:cNvPr>
            <p:cNvSpPr>
              <a:spLocks noChangeArrowheads="1"/>
            </p:cNvSpPr>
            <p:nvPr/>
          </p:nvSpPr>
          <p:spPr bwMode="auto">
            <a:xfrm>
              <a:off x="7324725" y="1708150"/>
              <a:ext cx="254000" cy="254000"/>
            </a:xfrm>
            <a:custGeom>
              <a:avLst/>
              <a:gdLst>
                <a:gd name="T0" fmla="*/ 74 w 704"/>
                <a:gd name="T1" fmla="*/ 703 h 704"/>
                <a:gd name="T2" fmla="*/ 74 w 704"/>
                <a:gd name="T3" fmla="*/ 703 h 704"/>
                <a:gd name="T4" fmla="*/ 630 w 704"/>
                <a:gd name="T5" fmla="*/ 703 h 704"/>
                <a:gd name="T6" fmla="*/ 703 w 704"/>
                <a:gd name="T7" fmla="*/ 629 h 704"/>
                <a:gd name="T8" fmla="*/ 703 w 704"/>
                <a:gd name="T9" fmla="*/ 73 h 704"/>
                <a:gd name="T10" fmla="*/ 630 w 704"/>
                <a:gd name="T11" fmla="*/ 0 h 704"/>
                <a:gd name="T12" fmla="*/ 74 w 704"/>
                <a:gd name="T13" fmla="*/ 0 h 704"/>
                <a:gd name="T14" fmla="*/ 0 w 704"/>
                <a:gd name="T15" fmla="*/ 73 h 704"/>
                <a:gd name="T16" fmla="*/ 0 w 704"/>
                <a:gd name="T17" fmla="*/ 629 h 704"/>
                <a:gd name="T18" fmla="*/ 74 w 704"/>
                <a:gd name="T19" fmla="*/ 703 h 704"/>
                <a:gd name="T20" fmla="*/ 630 w 704"/>
                <a:gd name="T21" fmla="*/ 29 h 704"/>
                <a:gd name="T22" fmla="*/ 630 w 704"/>
                <a:gd name="T23" fmla="*/ 29 h 704"/>
                <a:gd name="T24" fmla="*/ 674 w 704"/>
                <a:gd name="T25" fmla="*/ 73 h 704"/>
                <a:gd name="T26" fmla="*/ 674 w 704"/>
                <a:gd name="T27" fmla="*/ 629 h 704"/>
                <a:gd name="T28" fmla="*/ 670 w 704"/>
                <a:gd name="T29" fmla="*/ 648 h 704"/>
                <a:gd name="T30" fmla="*/ 55 w 704"/>
                <a:gd name="T31" fmla="*/ 33 h 704"/>
                <a:gd name="T32" fmla="*/ 74 w 704"/>
                <a:gd name="T33" fmla="*/ 29 h 704"/>
                <a:gd name="T34" fmla="*/ 630 w 704"/>
                <a:gd name="T35" fmla="*/ 29 h 704"/>
                <a:gd name="T36" fmla="*/ 30 w 704"/>
                <a:gd name="T37" fmla="*/ 73 h 704"/>
                <a:gd name="T38" fmla="*/ 30 w 704"/>
                <a:gd name="T39" fmla="*/ 73 h 704"/>
                <a:gd name="T40" fmla="*/ 34 w 704"/>
                <a:gd name="T41" fmla="*/ 53 h 704"/>
                <a:gd name="T42" fmla="*/ 649 w 704"/>
                <a:gd name="T43" fmla="*/ 668 h 704"/>
                <a:gd name="T44" fmla="*/ 630 w 704"/>
                <a:gd name="T45" fmla="*/ 672 h 704"/>
                <a:gd name="T46" fmla="*/ 74 w 704"/>
                <a:gd name="T47" fmla="*/ 672 h 704"/>
                <a:gd name="T48" fmla="*/ 30 w 704"/>
                <a:gd name="T49" fmla="*/ 629 h 704"/>
                <a:gd name="T50" fmla="*/ 30 w 704"/>
                <a:gd name="T51"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74" y="703"/>
                  </a:moveTo>
                  <a:lnTo>
                    <a:pt x="74" y="703"/>
                  </a:lnTo>
                  <a:cubicBezTo>
                    <a:pt x="630" y="703"/>
                    <a:pt x="630" y="703"/>
                    <a:pt x="630" y="703"/>
                  </a:cubicBezTo>
                  <a:cubicBezTo>
                    <a:pt x="670" y="703"/>
                    <a:pt x="703" y="670"/>
                    <a:pt x="703" y="629"/>
                  </a:cubicBezTo>
                  <a:cubicBezTo>
                    <a:pt x="703" y="73"/>
                    <a:pt x="703" y="73"/>
                    <a:pt x="703" y="73"/>
                  </a:cubicBezTo>
                  <a:cubicBezTo>
                    <a:pt x="703" y="31"/>
                    <a:pt x="670" y="0"/>
                    <a:pt x="630" y="0"/>
                  </a:cubicBezTo>
                  <a:cubicBezTo>
                    <a:pt x="74" y="0"/>
                    <a:pt x="74" y="0"/>
                    <a:pt x="74" y="0"/>
                  </a:cubicBezTo>
                  <a:cubicBezTo>
                    <a:pt x="33" y="0"/>
                    <a:pt x="0" y="31"/>
                    <a:pt x="0" y="73"/>
                  </a:cubicBezTo>
                  <a:cubicBezTo>
                    <a:pt x="0" y="629"/>
                    <a:pt x="0" y="629"/>
                    <a:pt x="0" y="629"/>
                  </a:cubicBezTo>
                  <a:cubicBezTo>
                    <a:pt x="0" y="670"/>
                    <a:pt x="33" y="703"/>
                    <a:pt x="74" y="703"/>
                  </a:cubicBezTo>
                  <a:close/>
                  <a:moveTo>
                    <a:pt x="630" y="29"/>
                  </a:moveTo>
                  <a:lnTo>
                    <a:pt x="630" y="29"/>
                  </a:lnTo>
                  <a:cubicBezTo>
                    <a:pt x="655" y="29"/>
                    <a:pt x="674" y="48"/>
                    <a:pt x="674" y="73"/>
                  </a:cubicBezTo>
                  <a:cubicBezTo>
                    <a:pt x="674" y="629"/>
                    <a:pt x="674" y="629"/>
                    <a:pt x="674" y="629"/>
                  </a:cubicBezTo>
                  <a:cubicBezTo>
                    <a:pt x="674" y="635"/>
                    <a:pt x="673" y="642"/>
                    <a:pt x="670" y="648"/>
                  </a:cubicBezTo>
                  <a:cubicBezTo>
                    <a:pt x="55" y="33"/>
                    <a:pt x="55" y="33"/>
                    <a:pt x="55" y="33"/>
                  </a:cubicBezTo>
                  <a:cubicBezTo>
                    <a:pt x="60" y="30"/>
                    <a:pt x="67" y="29"/>
                    <a:pt x="74" y="29"/>
                  </a:cubicBezTo>
                  <a:lnTo>
                    <a:pt x="630" y="29"/>
                  </a:lnTo>
                  <a:close/>
                  <a:moveTo>
                    <a:pt x="30" y="73"/>
                  </a:moveTo>
                  <a:lnTo>
                    <a:pt x="30" y="73"/>
                  </a:lnTo>
                  <a:cubicBezTo>
                    <a:pt x="30" y="66"/>
                    <a:pt x="32" y="59"/>
                    <a:pt x="34" y="53"/>
                  </a:cubicBezTo>
                  <a:cubicBezTo>
                    <a:pt x="649" y="668"/>
                    <a:pt x="649" y="668"/>
                    <a:pt x="649" y="668"/>
                  </a:cubicBezTo>
                  <a:cubicBezTo>
                    <a:pt x="644" y="671"/>
                    <a:pt x="637" y="672"/>
                    <a:pt x="630" y="672"/>
                  </a:cubicBezTo>
                  <a:cubicBezTo>
                    <a:pt x="74" y="672"/>
                    <a:pt x="74" y="672"/>
                    <a:pt x="74" y="672"/>
                  </a:cubicBezTo>
                  <a:cubicBezTo>
                    <a:pt x="49" y="672"/>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69">
              <a:extLst>
                <a:ext uri="{FF2B5EF4-FFF2-40B4-BE49-F238E27FC236}">
                  <a16:creationId xmlns:a16="http://schemas.microsoft.com/office/drawing/2014/main" id="{561469C9-C812-4510-C731-62BB859CA6ED}"/>
                </a:ext>
              </a:extLst>
            </p:cNvPr>
            <p:cNvSpPr>
              <a:spLocks noChangeArrowheads="1"/>
            </p:cNvSpPr>
            <p:nvPr/>
          </p:nvSpPr>
          <p:spPr bwMode="auto">
            <a:xfrm>
              <a:off x="7472363" y="1751013"/>
              <a:ext cx="74612" cy="73025"/>
            </a:xfrm>
            <a:custGeom>
              <a:avLst/>
              <a:gdLst>
                <a:gd name="T0" fmla="*/ 16 w 206"/>
                <a:gd name="T1" fmla="*/ 116 h 205"/>
                <a:gd name="T2" fmla="*/ 16 w 206"/>
                <a:gd name="T3" fmla="*/ 116 h 205"/>
                <a:gd name="T4" fmla="*/ 88 w 206"/>
                <a:gd name="T5" fmla="*/ 116 h 205"/>
                <a:gd name="T6" fmla="*/ 88 w 206"/>
                <a:gd name="T7" fmla="*/ 190 h 205"/>
                <a:gd name="T8" fmla="*/ 103 w 206"/>
                <a:gd name="T9" fmla="*/ 204 h 205"/>
                <a:gd name="T10" fmla="*/ 117 w 206"/>
                <a:gd name="T11" fmla="*/ 190 h 205"/>
                <a:gd name="T12" fmla="*/ 117 w 206"/>
                <a:gd name="T13" fmla="*/ 116 h 205"/>
                <a:gd name="T14" fmla="*/ 191 w 206"/>
                <a:gd name="T15" fmla="*/ 116 h 205"/>
                <a:gd name="T16" fmla="*/ 205 w 206"/>
                <a:gd name="T17" fmla="*/ 102 h 205"/>
                <a:gd name="T18" fmla="*/ 191 w 206"/>
                <a:gd name="T19" fmla="*/ 87 h 205"/>
                <a:gd name="T20" fmla="*/ 117 w 206"/>
                <a:gd name="T21" fmla="*/ 87 h 205"/>
                <a:gd name="T22" fmla="*/ 117 w 206"/>
                <a:gd name="T23" fmla="*/ 15 h 205"/>
                <a:gd name="T24" fmla="*/ 103 w 206"/>
                <a:gd name="T25" fmla="*/ 0 h 205"/>
                <a:gd name="T26" fmla="*/ 88 w 206"/>
                <a:gd name="T27" fmla="*/ 15 h 205"/>
                <a:gd name="T28" fmla="*/ 88 w 206"/>
                <a:gd name="T29" fmla="*/ 87 h 205"/>
                <a:gd name="T30" fmla="*/ 16 w 206"/>
                <a:gd name="T31" fmla="*/ 87 h 205"/>
                <a:gd name="T32" fmla="*/ 0 w 206"/>
                <a:gd name="T33" fmla="*/ 102 h 205"/>
                <a:gd name="T34" fmla="*/ 16 w 206"/>
                <a:gd name="T35" fmla="*/ 116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6" h="205">
                  <a:moveTo>
                    <a:pt x="16" y="116"/>
                  </a:moveTo>
                  <a:lnTo>
                    <a:pt x="16" y="116"/>
                  </a:lnTo>
                  <a:cubicBezTo>
                    <a:pt x="88" y="116"/>
                    <a:pt x="88" y="116"/>
                    <a:pt x="88" y="116"/>
                  </a:cubicBezTo>
                  <a:cubicBezTo>
                    <a:pt x="88" y="190"/>
                    <a:pt x="88" y="190"/>
                    <a:pt x="88" y="190"/>
                  </a:cubicBezTo>
                  <a:cubicBezTo>
                    <a:pt x="88" y="197"/>
                    <a:pt x="95" y="204"/>
                    <a:pt x="103" y="204"/>
                  </a:cubicBezTo>
                  <a:cubicBezTo>
                    <a:pt x="112" y="204"/>
                    <a:pt x="117" y="197"/>
                    <a:pt x="117" y="190"/>
                  </a:cubicBezTo>
                  <a:cubicBezTo>
                    <a:pt x="117" y="116"/>
                    <a:pt x="117" y="116"/>
                    <a:pt x="117" y="116"/>
                  </a:cubicBezTo>
                  <a:cubicBezTo>
                    <a:pt x="191" y="116"/>
                    <a:pt x="191" y="116"/>
                    <a:pt x="191" y="116"/>
                  </a:cubicBezTo>
                  <a:cubicBezTo>
                    <a:pt x="199" y="116"/>
                    <a:pt x="205" y="109"/>
                    <a:pt x="205" y="102"/>
                  </a:cubicBezTo>
                  <a:cubicBezTo>
                    <a:pt x="205" y="94"/>
                    <a:pt x="199" y="87"/>
                    <a:pt x="191" y="87"/>
                  </a:cubicBezTo>
                  <a:cubicBezTo>
                    <a:pt x="117" y="87"/>
                    <a:pt x="117" y="87"/>
                    <a:pt x="117" y="87"/>
                  </a:cubicBezTo>
                  <a:cubicBezTo>
                    <a:pt x="117" y="15"/>
                    <a:pt x="117" y="15"/>
                    <a:pt x="117" y="15"/>
                  </a:cubicBezTo>
                  <a:cubicBezTo>
                    <a:pt x="117" y="6"/>
                    <a:pt x="112" y="0"/>
                    <a:pt x="103" y="0"/>
                  </a:cubicBezTo>
                  <a:cubicBezTo>
                    <a:pt x="95" y="0"/>
                    <a:pt x="88" y="6"/>
                    <a:pt x="88" y="15"/>
                  </a:cubicBezTo>
                  <a:cubicBezTo>
                    <a:pt x="88" y="87"/>
                    <a:pt x="88" y="87"/>
                    <a:pt x="88" y="87"/>
                  </a:cubicBezTo>
                  <a:cubicBezTo>
                    <a:pt x="16" y="87"/>
                    <a:pt x="16" y="87"/>
                    <a:pt x="16" y="87"/>
                  </a:cubicBezTo>
                  <a:cubicBezTo>
                    <a:pt x="7" y="87"/>
                    <a:pt x="0" y="94"/>
                    <a:pt x="0" y="102"/>
                  </a:cubicBezTo>
                  <a:cubicBezTo>
                    <a:pt x="0" y="109"/>
                    <a:pt x="7" y="116"/>
                    <a:pt x="16"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0">
              <a:extLst>
                <a:ext uri="{FF2B5EF4-FFF2-40B4-BE49-F238E27FC236}">
                  <a16:creationId xmlns:a16="http://schemas.microsoft.com/office/drawing/2014/main" id="{18844FDD-6B55-FE76-EAEF-CF06A0D17C2C}"/>
                </a:ext>
              </a:extLst>
            </p:cNvPr>
            <p:cNvSpPr>
              <a:spLocks noChangeArrowheads="1"/>
            </p:cNvSpPr>
            <p:nvPr/>
          </p:nvSpPr>
          <p:spPr bwMode="auto">
            <a:xfrm>
              <a:off x="7356475" y="1887538"/>
              <a:ext cx="74613" cy="11112"/>
            </a:xfrm>
            <a:custGeom>
              <a:avLst/>
              <a:gdLst>
                <a:gd name="T0" fmla="*/ 15 w 207"/>
                <a:gd name="T1" fmla="*/ 30 h 31"/>
                <a:gd name="T2" fmla="*/ 15 w 207"/>
                <a:gd name="T3" fmla="*/ 30 h 31"/>
                <a:gd name="T4" fmla="*/ 191 w 207"/>
                <a:gd name="T5" fmla="*/ 30 h 31"/>
                <a:gd name="T6" fmla="*/ 206 w 207"/>
                <a:gd name="T7" fmla="*/ 15 h 31"/>
                <a:gd name="T8" fmla="*/ 191 w 207"/>
                <a:gd name="T9" fmla="*/ 0 h 31"/>
                <a:gd name="T10" fmla="*/ 15 w 207"/>
                <a:gd name="T11" fmla="*/ 0 h 31"/>
                <a:gd name="T12" fmla="*/ 0 w 207"/>
                <a:gd name="T13" fmla="*/ 15 h 31"/>
                <a:gd name="T14" fmla="*/ 15 w 207"/>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1">
                  <a:moveTo>
                    <a:pt x="15" y="30"/>
                  </a:moveTo>
                  <a:lnTo>
                    <a:pt x="15" y="30"/>
                  </a:lnTo>
                  <a:cubicBezTo>
                    <a:pt x="191" y="30"/>
                    <a:pt x="191" y="30"/>
                    <a:pt x="191" y="30"/>
                  </a:cubicBezTo>
                  <a:cubicBezTo>
                    <a:pt x="199" y="30"/>
                    <a:pt x="206" y="23"/>
                    <a:pt x="206" y="15"/>
                  </a:cubicBezTo>
                  <a:cubicBezTo>
                    <a:pt x="206" y="7"/>
                    <a:pt x="199" y="0"/>
                    <a:pt x="191"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9" name="Group 92">
            <a:extLst>
              <a:ext uri="{FF2B5EF4-FFF2-40B4-BE49-F238E27FC236}">
                <a16:creationId xmlns:a16="http://schemas.microsoft.com/office/drawing/2014/main" id="{240E77BC-8A6D-AE76-6B24-D36B4204DE03}"/>
              </a:ext>
            </a:extLst>
          </p:cNvPr>
          <p:cNvGrpSpPr/>
          <p:nvPr/>
        </p:nvGrpSpPr>
        <p:grpSpPr>
          <a:xfrm>
            <a:off x="10996736" y="1376784"/>
            <a:ext cx="242888" cy="242888"/>
            <a:chOff x="9855200" y="1708150"/>
            <a:chExt cx="242888" cy="242888"/>
          </a:xfrm>
          <a:solidFill>
            <a:schemeClr val="tx2"/>
          </a:solidFill>
        </p:grpSpPr>
        <p:sp>
          <p:nvSpPr>
            <p:cNvPr id="90" name="Freeform 71">
              <a:extLst>
                <a:ext uri="{FF2B5EF4-FFF2-40B4-BE49-F238E27FC236}">
                  <a16:creationId xmlns:a16="http://schemas.microsoft.com/office/drawing/2014/main" id="{8E578329-7760-50C9-3691-B51DF489C368}"/>
                </a:ext>
              </a:extLst>
            </p:cNvPr>
            <p:cNvSpPr>
              <a:spLocks noChangeArrowheads="1"/>
            </p:cNvSpPr>
            <p:nvPr/>
          </p:nvSpPr>
          <p:spPr bwMode="auto">
            <a:xfrm>
              <a:off x="9855200" y="1708150"/>
              <a:ext cx="242888" cy="179388"/>
            </a:xfrm>
            <a:custGeom>
              <a:avLst/>
              <a:gdLst>
                <a:gd name="T0" fmla="*/ 15 w 675"/>
                <a:gd name="T1" fmla="*/ 439 h 498"/>
                <a:gd name="T2" fmla="*/ 15 w 675"/>
                <a:gd name="T3" fmla="*/ 439 h 498"/>
                <a:gd name="T4" fmla="*/ 235 w 675"/>
                <a:gd name="T5" fmla="*/ 439 h 498"/>
                <a:gd name="T6" fmla="*/ 235 w 675"/>
                <a:gd name="T7" fmla="*/ 483 h 498"/>
                <a:gd name="T8" fmla="*/ 239 w 675"/>
                <a:gd name="T9" fmla="*/ 493 h 498"/>
                <a:gd name="T10" fmla="*/ 250 w 675"/>
                <a:gd name="T11" fmla="*/ 497 h 498"/>
                <a:gd name="T12" fmla="*/ 426 w 675"/>
                <a:gd name="T13" fmla="*/ 497 h 498"/>
                <a:gd name="T14" fmla="*/ 435 w 675"/>
                <a:gd name="T15" fmla="*/ 493 h 498"/>
                <a:gd name="T16" fmla="*/ 439 w 675"/>
                <a:gd name="T17" fmla="*/ 483 h 498"/>
                <a:gd name="T18" fmla="*/ 439 w 675"/>
                <a:gd name="T19" fmla="*/ 439 h 498"/>
                <a:gd name="T20" fmla="*/ 659 w 675"/>
                <a:gd name="T21" fmla="*/ 439 h 498"/>
                <a:gd name="T22" fmla="*/ 670 w 675"/>
                <a:gd name="T23" fmla="*/ 434 h 498"/>
                <a:gd name="T24" fmla="*/ 674 w 675"/>
                <a:gd name="T25" fmla="*/ 424 h 498"/>
                <a:gd name="T26" fmla="*/ 674 w 675"/>
                <a:gd name="T27" fmla="*/ 160 h 498"/>
                <a:gd name="T28" fmla="*/ 630 w 675"/>
                <a:gd name="T29" fmla="*/ 117 h 498"/>
                <a:gd name="T30" fmla="*/ 470 w 675"/>
                <a:gd name="T31" fmla="*/ 117 h 498"/>
                <a:gd name="T32" fmla="*/ 470 w 675"/>
                <a:gd name="T33" fmla="*/ 44 h 498"/>
                <a:gd name="T34" fmla="*/ 426 w 675"/>
                <a:gd name="T35" fmla="*/ 0 h 498"/>
                <a:gd name="T36" fmla="*/ 250 w 675"/>
                <a:gd name="T37" fmla="*/ 0 h 498"/>
                <a:gd name="T38" fmla="*/ 206 w 675"/>
                <a:gd name="T39" fmla="*/ 44 h 498"/>
                <a:gd name="T40" fmla="*/ 206 w 675"/>
                <a:gd name="T41" fmla="*/ 117 h 498"/>
                <a:gd name="T42" fmla="*/ 44 w 675"/>
                <a:gd name="T43" fmla="*/ 117 h 498"/>
                <a:gd name="T44" fmla="*/ 0 w 675"/>
                <a:gd name="T45" fmla="*/ 160 h 498"/>
                <a:gd name="T46" fmla="*/ 0 w 675"/>
                <a:gd name="T47" fmla="*/ 424 h 498"/>
                <a:gd name="T48" fmla="*/ 4 w 675"/>
                <a:gd name="T49" fmla="*/ 434 h 498"/>
                <a:gd name="T50" fmla="*/ 15 w 675"/>
                <a:gd name="T51" fmla="*/ 439 h 498"/>
                <a:gd name="T52" fmla="*/ 411 w 675"/>
                <a:gd name="T53" fmla="*/ 468 h 498"/>
                <a:gd name="T54" fmla="*/ 411 w 675"/>
                <a:gd name="T55" fmla="*/ 468 h 498"/>
                <a:gd name="T56" fmla="*/ 264 w 675"/>
                <a:gd name="T57" fmla="*/ 468 h 498"/>
                <a:gd name="T58" fmla="*/ 264 w 675"/>
                <a:gd name="T59" fmla="*/ 380 h 498"/>
                <a:gd name="T60" fmla="*/ 411 w 675"/>
                <a:gd name="T61" fmla="*/ 380 h 498"/>
                <a:gd name="T62" fmla="*/ 411 w 675"/>
                <a:gd name="T63" fmla="*/ 468 h 498"/>
                <a:gd name="T64" fmla="*/ 235 w 675"/>
                <a:gd name="T65" fmla="*/ 44 h 498"/>
                <a:gd name="T66" fmla="*/ 235 w 675"/>
                <a:gd name="T67" fmla="*/ 44 h 498"/>
                <a:gd name="T68" fmla="*/ 250 w 675"/>
                <a:gd name="T69" fmla="*/ 29 h 498"/>
                <a:gd name="T70" fmla="*/ 426 w 675"/>
                <a:gd name="T71" fmla="*/ 29 h 498"/>
                <a:gd name="T72" fmla="*/ 439 w 675"/>
                <a:gd name="T73" fmla="*/ 44 h 498"/>
                <a:gd name="T74" fmla="*/ 439 w 675"/>
                <a:gd name="T75" fmla="*/ 117 h 498"/>
                <a:gd name="T76" fmla="*/ 235 w 675"/>
                <a:gd name="T77" fmla="*/ 117 h 498"/>
                <a:gd name="T78" fmla="*/ 235 w 675"/>
                <a:gd name="T79" fmla="*/ 44 h 498"/>
                <a:gd name="T80" fmla="*/ 30 w 675"/>
                <a:gd name="T81" fmla="*/ 160 h 498"/>
                <a:gd name="T82" fmla="*/ 30 w 675"/>
                <a:gd name="T83" fmla="*/ 160 h 498"/>
                <a:gd name="T84" fmla="*/ 44 w 675"/>
                <a:gd name="T85" fmla="*/ 145 h 498"/>
                <a:gd name="T86" fmla="*/ 220 w 675"/>
                <a:gd name="T87" fmla="*/ 145 h 498"/>
                <a:gd name="T88" fmla="*/ 220 w 675"/>
                <a:gd name="T89" fmla="*/ 145 h 498"/>
                <a:gd name="T90" fmla="*/ 220 w 675"/>
                <a:gd name="T91" fmla="*/ 145 h 498"/>
                <a:gd name="T92" fmla="*/ 455 w 675"/>
                <a:gd name="T93" fmla="*/ 145 h 498"/>
                <a:gd name="T94" fmla="*/ 455 w 675"/>
                <a:gd name="T95" fmla="*/ 145 h 498"/>
                <a:gd name="T96" fmla="*/ 455 w 675"/>
                <a:gd name="T97" fmla="*/ 145 h 498"/>
                <a:gd name="T98" fmla="*/ 630 w 675"/>
                <a:gd name="T99" fmla="*/ 145 h 498"/>
                <a:gd name="T100" fmla="*/ 645 w 675"/>
                <a:gd name="T101" fmla="*/ 160 h 498"/>
                <a:gd name="T102" fmla="*/ 645 w 675"/>
                <a:gd name="T103" fmla="*/ 409 h 498"/>
                <a:gd name="T104" fmla="*/ 439 w 675"/>
                <a:gd name="T105" fmla="*/ 409 h 498"/>
                <a:gd name="T106" fmla="*/ 439 w 675"/>
                <a:gd name="T107" fmla="*/ 365 h 498"/>
                <a:gd name="T108" fmla="*/ 435 w 675"/>
                <a:gd name="T109" fmla="*/ 355 h 498"/>
                <a:gd name="T110" fmla="*/ 426 w 675"/>
                <a:gd name="T111" fmla="*/ 351 h 498"/>
                <a:gd name="T112" fmla="*/ 250 w 675"/>
                <a:gd name="T113" fmla="*/ 351 h 498"/>
                <a:gd name="T114" fmla="*/ 239 w 675"/>
                <a:gd name="T115" fmla="*/ 355 h 498"/>
                <a:gd name="T116" fmla="*/ 235 w 675"/>
                <a:gd name="T117" fmla="*/ 365 h 498"/>
                <a:gd name="T118" fmla="*/ 235 w 675"/>
                <a:gd name="T119" fmla="*/ 409 h 498"/>
                <a:gd name="T120" fmla="*/ 30 w 675"/>
                <a:gd name="T121" fmla="*/ 409 h 498"/>
                <a:gd name="T122" fmla="*/ 30 w 675"/>
                <a:gd name="T123" fmla="*/ 160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5" h="498">
                  <a:moveTo>
                    <a:pt x="15" y="439"/>
                  </a:moveTo>
                  <a:lnTo>
                    <a:pt x="15" y="439"/>
                  </a:lnTo>
                  <a:cubicBezTo>
                    <a:pt x="235" y="439"/>
                    <a:pt x="235" y="439"/>
                    <a:pt x="235" y="439"/>
                  </a:cubicBezTo>
                  <a:cubicBezTo>
                    <a:pt x="235" y="483"/>
                    <a:pt x="235" y="483"/>
                    <a:pt x="235" y="483"/>
                  </a:cubicBezTo>
                  <a:cubicBezTo>
                    <a:pt x="235" y="486"/>
                    <a:pt x="236" y="490"/>
                    <a:pt x="239" y="493"/>
                  </a:cubicBezTo>
                  <a:cubicBezTo>
                    <a:pt x="242" y="495"/>
                    <a:pt x="246" y="497"/>
                    <a:pt x="250" y="497"/>
                  </a:cubicBezTo>
                  <a:cubicBezTo>
                    <a:pt x="426" y="497"/>
                    <a:pt x="426" y="497"/>
                    <a:pt x="426" y="497"/>
                  </a:cubicBezTo>
                  <a:cubicBezTo>
                    <a:pt x="428" y="497"/>
                    <a:pt x="433" y="495"/>
                    <a:pt x="435" y="493"/>
                  </a:cubicBezTo>
                  <a:cubicBezTo>
                    <a:pt x="438" y="490"/>
                    <a:pt x="439" y="486"/>
                    <a:pt x="439" y="483"/>
                  </a:cubicBezTo>
                  <a:cubicBezTo>
                    <a:pt x="439" y="439"/>
                    <a:pt x="439" y="439"/>
                    <a:pt x="439" y="439"/>
                  </a:cubicBezTo>
                  <a:cubicBezTo>
                    <a:pt x="659" y="439"/>
                    <a:pt x="659" y="439"/>
                    <a:pt x="659" y="439"/>
                  </a:cubicBezTo>
                  <a:cubicBezTo>
                    <a:pt x="663" y="439"/>
                    <a:pt x="667" y="436"/>
                    <a:pt x="670" y="434"/>
                  </a:cubicBezTo>
                  <a:cubicBezTo>
                    <a:pt x="673" y="431"/>
                    <a:pt x="674" y="428"/>
                    <a:pt x="674" y="424"/>
                  </a:cubicBezTo>
                  <a:cubicBezTo>
                    <a:pt x="674" y="160"/>
                    <a:pt x="674" y="160"/>
                    <a:pt x="674" y="160"/>
                  </a:cubicBezTo>
                  <a:cubicBezTo>
                    <a:pt x="674" y="136"/>
                    <a:pt x="655" y="117"/>
                    <a:pt x="630" y="117"/>
                  </a:cubicBezTo>
                  <a:cubicBezTo>
                    <a:pt x="470" y="117"/>
                    <a:pt x="470" y="117"/>
                    <a:pt x="470" y="117"/>
                  </a:cubicBezTo>
                  <a:cubicBezTo>
                    <a:pt x="470" y="44"/>
                    <a:pt x="470" y="44"/>
                    <a:pt x="470" y="44"/>
                  </a:cubicBezTo>
                  <a:cubicBezTo>
                    <a:pt x="470" y="19"/>
                    <a:pt x="449" y="0"/>
                    <a:pt x="426" y="0"/>
                  </a:cubicBezTo>
                  <a:cubicBezTo>
                    <a:pt x="250" y="0"/>
                    <a:pt x="250" y="0"/>
                    <a:pt x="250" y="0"/>
                  </a:cubicBezTo>
                  <a:cubicBezTo>
                    <a:pt x="225" y="0"/>
                    <a:pt x="206" y="19"/>
                    <a:pt x="206" y="44"/>
                  </a:cubicBezTo>
                  <a:cubicBezTo>
                    <a:pt x="206" y="117"/>
                    <a:pt x="206" y="117"/>
                    <a:pt x="206" y="117"/>
                  </a:cubicBezTo>
                  <a:cubicBezTo>
                    <a:pt x="44" y="117"/>
                    <a:pt x="44" y="117"/>
                    <a:pt x="44" y="117"/>
                  </a:cubicBezTo>
                  <a:cubicBezTo>
                    <a:pt x="21" y="117"/>
                    <a:pt x="0" y="136"/>
                    <a:pt x="0" y="160"/>
                  </a:cubicBezTo>
                  <a:cubicBezTo>
                    <a:pt x="0" y="424"/>
                    <a:pt x="0" y="424"/>
                    <a:pt x="0" y="424"/>
                  </a:cubicBezTo>
                  <a:cubicBezTo>
                    <a:pt x="0" y="428"/>
                    <a:pt x="2" y="431"/>
                    <a:pt x="4" y="434"/>
                  </a:cubicBezTo>
                  <a:cubicBezTo>
                    <a:pt x="7" y="436"/>
                    <a:pt x="11" y="439"/>
                    <a:pt x="15" y="439"/>
                  </a:cubicBezTo>
                  <a:close/>
                  <a:moveTo>
                    <a:pt x="411" y="468"/>
                  </a:moveTo>
                  <a:lnTo>
                    <a:pt x="411" y="468"/>
                  </a:lnTo>
                  <a:cubicBezTo>
                    <a:pt x="264" y="468"/>
                    <a:pt x="264" y="468"/>
                    <a:pt x="264" y="468"/>
                  </a:cubicBezTo>
                  <a:cubicBezTo>
                    <a:pt x="264" y="380"/>
                    <a:pt x="264" y="380"/>
                    <a:pt x="264" y="380"/>
                  </a:cubicBezTo>
                  <a:cubicBezTo>
                    <a:pt x="411" y="380"/>
                    <a:pt x="411" y="380"/>
                    <a:pt x="411" y="380"/>
                  </a:cubicBezTo>
                  <a:lnTo>
                    <a:pt x="411" y="468"/>
                  </a:lnTo>
                  <a:close/>
                  <a:moveTo>
                    <a:pt x="235" y="44"/>
                  </a:moveTo>
                  <a:lnTo>
                    <a:pt x="235" y="44"/>
                  </a:lnTo>
                  <a:cubicBezTo>
                    <a:pt x="235" y="36"/>
                    <a:pt x="242" y="29"/>
                    <a:pt x="250" y="29"/>
                  </a:cubicBezTo>
                  <a:cubicBezTo>
                    <a:pt x="426" y="29"/>
                    <a:pt x="426" y="29"/>
                    <a:pt x="426" y="29"/>
                  </a:cubicBezTo>
                  <a:cubicBezTo>
                    <a:pt x="434" y="29"/>
                    <a:pt x="439" y="36"/>
                    <a:pt x="439" y="44"/>
                  </a:cubicBezTo>
                  <a:cubicBezTo>
                    <a:pt x="439" y="117"/>
                    <a:pt x="439" y="117"/>
                    <a:pt x="439" y="117"/>
                  </a:cubicBezTo>
                  <a:cubicBezTo>
                    <a:pt x="235" y="117"/>
                    <a:pt x="235" y="117"/>
                    <a:pt x="235" y="117"/>
                  </a:cubicBezTo>
                  <a:lnTo>
                    <a:pt x="235" y="44"/>
                  </a:lnTo>
                  <a:close/>
                  <a:moveTo>
                    <a:pt x="30" y="160"/>
                  </a:moveTo>
                  <a:lnTo>
                    <a:pt x="30" y="160"/>
                  </a:lnTo>
                  <a:cubicBezTo>
                    <a:pt x="30" y="152"/>
                    <a:pt x="36" y="145"/>
                    <a:pt x="44" y="145"/>
                  </a:cubicBezTo>
                  <a:cubicBezTo>
                    <a:pt x="220" y="145"/>
                    <a:pt x="220" y="145"/>
                    <a:pt x="220" y="145"/>
                  </a:cubicBezTo>
                  <a:lnTo>
                    <a:pt x="220" y="145"/>
                  </a:lnTo>
                  <a:lnTo>
                    <a:pt x="220" y="145"/>
                  </a:lnTo>
                  <a:cubicBezTo>
                    <a:pt x="455" y="145"/>
                    <a:pt x="455" y="145"/>
                    <a:pt x="455" y="145"/>
                  </a:cubicBezTo>
                  <a:lnTo>
                    <a:pt x="455" y="145"/>
                  </a:lnTo>
                  <a:lnTo>
                    <a:pt x="455" y="145"/>
                  </a:lnTo>
                  <a:cubicBezTo>
                    <a:pt x="630" y="145"/>
                    <a:pt x="630" y="145"/>
                    <a:pt x="630" y="145"/>
                  </a:cubicBezTo>
                  <a:cubicBezTo>
                    <a:pt x="638" y="145"/>
                    <a:pt x="645" y="152"/>
                    <a:pt x="645" y="160"/>
                  </a:cubicBezTo>
                  <a:cubicBezTo>
                    <a:pt x="645" y="409"/>
                    <a:pt x="645" y="409"/>
                    <a:pt x="645" y="409"/>
                  </a:cubicBezTo>
                  <a:cubicBezTo>
                    <a:pt x="439" y="409"/>
                    <a:pt x="439" y="409"/>
                    <a:pt x="439" y="409"/>
                  </a:cubicBezTo>
                  <a:cubicBezTo>
                    <a:pt x="439" y="365"/>
                    <a:pt x="439" y="365"/>
                    <a:pt x="439" y="365"/>
                  </a:cubicBezTo>
                  <a:cubicBezTo>
                    <a:pt x="439" y="361"/>
                    <a:pt x="438" y="358"/>
                    <a:pt x="435" y="355"/>
                  </a:cubicBezTo>
                  <a:cubicBezTo>
                    <a:pt x="433" y="353"/>
                    <a:pt x="428" y="351"/>
                    <a:pt x="426" y="351"/>
                  </a:cubicBezTo>
                  <a:cubicBezTo>
                    <a:pt x="250" y="351"/>
                    <a:pt x="250" y="351"/>
                    <a:pt x="250" y="351"/>
                  </a:cubicBezTo>
                  <a:cubicBezTo>
                    <a:pt x="246" y="351"/>
                    <a:pt x="242" y="353"/>
                    <a:pt x="239" y="355"/>
                  </a:cubicBezTo>
                  <a:cubicBezTo>
                    <a:pt x="236" y="358"/>
                    <a:pt x="235" y="361"/>
                    <a:pt x="235" y="365"/>
                  </a:cubicBezTo>
                  <a:cubicBezTo>
                    <a:pt x="235" y="409"/>
                    <a:pt x="235" y="409"/>
                    <a:pt x="235" y="409"/>
                  </a:cubicBezTo>
                  <a:cubicBezTo>
                    <a:pt x="30" y="409"/>
                    <a:pt x="30" y="409"/>
                    <a:pt x="30" y="409"/>
                  </a:cubicBezTo>
                  <a:lnTo>
                    <a:pt x="30" y="1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1" name="Freeform 72">
              <a:extLst>
                <a:ext uri="{FF2B5EF4-FFF2-40B4-BE49-F238E27FC236}">
                  <a16:creationId xmlns:a16="http://schemas.microsoft.com/office/drawing/2014/main" id="{614FB181-E334-21C2-41ED-ED477C9F6417}"/>
                </a:ext>
              </a:extLst>
            </p:cNvPr>
            <p:cNvSpPr>
              <a:spLocks noChangeArrowheads="1"/>
            </p:cNvSpPr>
            <p:nvPr/>
          </p:nvSpPr>
          <p:spPr bwMode="auto">
            <a:xfrm>
              <a:off x="9864725" y="1887538"/>
              <a:ext cx="222250" cy="63500"/>
            </a:xfrm>
            <a:custGeom>
              <a:avLst/>
              <a:gdLst>
                <a:gd name="T0" fmla="*/ 615 w 616"/>
                <a:gd name="T1" fmla="*/ 132 h 176"/>
                <a:gd name="T2" fmla="*/ 615 w 616"/>
                <a:gd name="T3" fmla="*/ 132 h 176"/>
                <a:gd name="T4" fmla="*/ 615 w 616"/>
                <a:gd name="T5" fmla="*/ 15 h 176"/>
                <a:gd name="T6" fmla="*/ 600 w 616"/>
                <a:gd name="T7" fmla="*/ 0 h 176"/>
                <a:gd name="T8" fmla="*/ 585 w 616"/>
                <a:gd name="T9" fmla="*/ 15 h 176"/>
                <a:gd name="T10" fmla="*/ 585 w 616"/>
                <a:gd name="T11" fmla="*/ 132 h 176"/>
                <a:gd name="T12" fmla="*/ 571 w 616"/>
                <a:gd name="T13" fmla="*/ 147 h 176"/>
                <a:gd name="T14" fmla="*/ 44 w 616"/>
                <a:gd name="T15" fmla="*/ 147 h 176"/>
                <a:gd name="T16" fmla="*/ 29 w 616"/>
                <a:gd name="T17" fmla="*/ 132 h 176"/>
                <a:gd name="T18" fmla="*/ 29 w 616"/>
                <a:gd name="T19" fmla="*/ 15 h 176"/>
                <a:gd name="T20" fmla="*/ 14 w 616"/>
                <a:gd name="T21" fmla="*/ 0 h 176"/>
                <a:gd name="T22" fmla="*/ 0 w 616"/>
                <a:gd name="T23" fmla="*/ 15 h 176"/>
                <a:gd name="T24" fmla="*/ 0 w 616"/>
                <a:gd name="T25" fmla="*/ 132 h 176"/>
                <a:gd name="T26" fmla="*/ 44 w 616"/>
                <a:gd name="T27" fmla="*/ 175 h 176"/>
                <a:gd name="T28" fmla="*/ 571 w 616"/>
                <a:gd name="T29" fmla="*/ 175 h 176"/>
                <a:gd name="T30" fmla="*/ 615 w 616"/>
                <a:gd name="T31" fmla="*/ 132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16" h="176">
                  <a:moveTo>
                    <a:pt x="615" y="132"/>
                  </a:moveTo>
                  <a:lnTo>
                    <a:pt x="615" y="132"/>
                  </a:lnTo>
                  <a:cubicBezTo>
                    <a:pt x="615" y="15"/>
                    <a:pt x="615" y="15"/>
                    <a:pt x="615" y="15"/>
                  </a:cubicBezTo>
                  <a:cubicBezTo>
                    <a:pt x="615" y="7"/>
                    <a:pt x="608" y="0"/>
                    <a:pt x="600" y="0"/>
                  </a:cubicBezTo>
                  <a:cubicBezTo>
                    <a:pt x="592" y="0"/>
                    <a:pt x="585" y="7"/>
                    <a:pt x="585" y="15"/>
                  </a:cubicBezTo>
                  <a:cubicBezTo>
                    <a:pt x="585" y="132"/>
                    <a:pt x="585" y="132"/>
                    <a:pt x="585" y="132"/>
                  </a:cubicBezTo>
                  <a:cubicBezTo>
                    <a:pt x="585" y="140"/>
                    <a:pt x="580" y="147"/>
                    <a:pt x="571" y="147"/>
                  </a:cubicBezTo>
                  <a:cubicBezTo>
                    <a:pt x="44" y="147"/>
                    <a:pt x="44" y="147"/>
                    <a:pt x="44" y="147"/>
                  </a:cubicBezTo>
                  <a:cubicBezTo>
                    <a:pt x="36" y="147"/>
                    <a:pt x="29" y="140"/>
                    <a:pt x="29" y="132"/>
                  </a:cubicBezTo>
                  <a:cubicBezTo>
                    <a:pt x="29" y="15"/>
                    <a:pt x="29" y="15"/>
                    <a:pt x="29" y="15"/>
                  </a:cubicBezTo>
                  <a:cubicBezTo>
                    <a:pt x="29" y="7"/>
                    <a:pt x="22" y="0"/>
                    <a:pt x="14" y="0"/>
                  </a:cubicBezTo>
                  <a:cubicBezTo>
                    <a:pt x="6" y="0"/>
                    <a:pt x="0" y="7"/>
                    <a:pt x="0" y="15"/>
                  </a:cubicBezTo>
                  <a:cubicBezTo>
                    <a:pt x="0" y="132"/>
                    <a:pt x="0" y="132"/>
                    <a:pt x="0" y="132"/>
                  </a:cubicBezTo>
                  <a:cubicBezTo>
                    <a:pt x="0" y="156"/>
                    <a:pt x="20" y="175"/>
                    <a:pt x="44" y="175"/>
                  </a:cubicBezTo>
                  <a:cubicBezTo>
                    <a:pt x="571" y="175"/>
                    <a:pt x="571" y="175"/>
                    <a:pt x="571" y="175"/>
                  </a:cubicBezTo>
                  <a:cubicBezTo>
                    <a:pt x="595" y="175"/>
                    <a:pt x="615" y="156"/>
                    <a:pt x="615"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2" name="Group 95">
            <a:extLst>
              <a:ext uri="{FF2B5EF4-FFF2-40B4-BE49-F238E27FC236}">
                <a16:creationId xmlns:a16="http://schemas.microsoft.com/office/drawing/2014/main" id="{C9E4BECF-0B68-5E9B-764A-6E471AD44ACF}"/>
              </a:ext>
            </a:extLst>
          </p:cNvPr>
          <p:cNvGrpSpPr/>
          <p:nvPr/>
        </p:nvGrpSpPr>
        <p:grpSpPr>
          <a:xfrm>
            <a:off x="8972674" y="2430264"/>
            <a:ext cx="252412" cy="231775"/>
            <a:chOff x="7831138" y="2741613"/>
            <a:chExt cx="252412" cy="231775"/>
          </a:xfrm>
          <a:solidFill>
            <a:schemeClr val="tx2"/>
          </a:solidFill>
        </p:grpSpPr>
        <p:sp>
          <p:nvSpPr>
            <p:cNvPr id="93" name="Freeform 73">
              <a:extLst>
                <a:ext uri="{FF2B5EF4-FFF2-40B4-BE49-F238E27FC236}">
                  <a16:creationId xmlns:a16="http://schemas.microsoft.com/office/drawing/2014/main" id="{9E52BE29-D240-6024-C5C7-96149D15012E}"/>
                </a:ext>
              </a:extLst>
            </p:cNvPr>
            <p:cNvSpPr>
              <a:spLocks noChangeArrowheads="1"/>
            </p:cNvSpPr>
            <p:nvPr/>
          </p:nvSpPr>
          <p:spPr bwMode="auto">
            <a:xfrm>
              <a:off x="7831138" y="2741613"/>
              <a:ext cx="252412" cy="231775"/>
            </a:xfrm>
            <a:custGeom>
              <a:avLst/>
              <a:gdLst>
                <a:gd name="T0" fmla="*/ 641 w 703"/>
                <a:gd name="T1" fmla="*/ 639 h 646"/>
                <a:gd name="T2" fmla="*/ 641 w 703"/>
                <a:gd name="T3" fmla="*/ 639 h 646"/>
                <a:gd name="T4" fmla="*/ 645 w 703"/>
                <a:gd name="T5" fmla="*/ 630 h 646"/>
                <a:gd name="T6" fmla="*/ 645 w 703"/>
                <a:gd name="T7" fmla="*/ 586 h 646"/>
                <a:gd name="T8" fmla="*/ 659 w 703"/>
                <a:gd name="T9" fmla="*/ 586 h 646"/>
                <a:gd name="T10" fmla="*/ 702 w 703"/>
                <a:gd name="T11" fmla="*/ 542 h 646"/>
                <a:gd name="T12" fmla="*/ 702 w 703"/>
                <a:gd name="T13" fmla="*/ 44 h 646"/>
                <a:gd name="T14" fmla="*/ 659 w 703"/>
                <a:gd name="T15" fmla="*/ 0 h 646"/>
                <a:gd name="T16" fmla="*/ 44 w 703"/>
                <a:gd name="T17" fmla="*/ 0 h 646"/>
                <a:gd name="T18" fmla="*/ 0 w 703"/>
                <a:gd name="T19" fmla="*/ 44 h 646"/>
                <a:gd name="T20" fmla="*/ 0 w 703"/>
                <a:gd name="T21" fmla="*/ 542 h 646"/>
                <a:gd name="T22" fmla="*/ 44 w 703"/>
                <a:gd name="T23" fmla="*/ 586 h 646"/>
                <a:gd name="T24" fmla="*/ 87 w 703"/>
                <a:gd name="T25" fmla="*/ 586 h 646"/>
                <a:gd name="T26" fmla="*/ 87 w 703"/>
                <a:gd name="T27" fmla="*/ 630 h 646"/>
                <a:gd name="T28" fmla="*/ 92 w 703"/>
                <a:gd name="T29" fmla="*/ 639 h 646"/>
                <a:gd name="T30" fmla="*/ 103 w 703"/>
                <a:gd name="T31" fmla="*/ 645 h 646"/>
                <a:gd name="T32" fmla="*/ 219 w 703"/>
                <a:gd name="T33" fmla="*/ 645 h 646"/>
                <a:gd name="T34" fmla="*/ 230 w 703"/>
                <a:gd name="T35" fmla="*/ 639 h 646"/>
                <a:gd name="T36" fmla="*/ 234 w 703"/>
                <a:gd name="T37" fmla="*/ 630 h 646"/>
                <a:gd name="T38" fmla="*/ 234 w 703"/>
                <a:gd name="T39" fmla="*/ 586 h 646"/>
                <a:gd name="T40" fmla="*/ 498 w 703"/>
                <a:gd name="T41" fmla="*/ 586 h 646"/>
                <a:gd name="T42" fmla="*/ 498 w 703"/>
                <a:gd name="T43" fmla="*/ 630 h 646"/>
                <a:gd name="T44" fmla="*/ 502 w 703"/>
                <a:gd name="T45" fmla="*/ 639 h 646"/>
                <a:gd name="T46" fmla="*/ 513 w 703"/>
                <a:gd name="T47" fmla="*/ 645 h 646"/>
                <a:gd name="T48" fmla="*/ 630 w 703"/>
                <a:gd name="T49" fmla="*/ 645 h 646"/>
                <a:gd name="T50" fmla="*/ 641 w 703"/>
                <a:gd name="T51" fmla="*/ 639 h 646"/>
                <a:gd name="T52" fmla="*/ 30 w 703"/>
                <a:gd name="T53" fmla="*/ 542 h 646"/>
                <a:gd name="T54" fmla="*/ 30 w 703"/>
                <a:gd name="T55" fmla="*/ 542 h 646"/>
                <a:gd name="T56" fmla="*/ 30 w 703"/>
                <a:gd name="T57" fmla="*/ 44 h 646"/>
                <a:gd name="T58" fmla="*/ 44 w 703"/>
                <a:gd name="T59" fmla="*/ 30 h 646"/>
                <a:gd name="T60" fmla="*/ 659 w 703"/>
                <a:gd name="T61" fmla="*/ 30 h 646"/>
                <a:gd name="T62" fmla="*/ 674 w 703"/>
                <a:gd name="T63" fmla="*/ 44 h 646"/>
                <a:gd name="T64" fmla="*/ 674 w 703"/>
                <a:gd name="T65" fmla="*/ 542 h 646"/>
                <a:gd name="T66" fmla="*/ 659 w 703"/>
                <a:gd name="T67" fmla="*/ 557 h 646"/>
                <a:gd name="T68" fmla="*/ 630 w 703"/>
                <a:gd name="T69" fmla="*/ 557 h 646"/>
                <a:gd name="T70" fmla="*/ 513 w 703"/>
                <a:gd name="T71" fmla="*/ 557 h 646"/>
                <a:gd name="T72" fmla="*/ 219 w 703"/>
                <a:gd name="T73" fmla="*/ 557 h 646"/>
                <a:gd name="T74" fmla="*/ 103 w 703"/>
                <a:gd name="T75" fmla="*/ 557 h 646"/>
                <a:gd name="T76" fmla="*/ 44 w 703"/>
                <a:gd name="T77" fmla="*/ 557 h 646"/>
                <a:gd name="T78" fmla="*/ 30 w 703"/>
                <a:gd name="T79" fmla="*/ 542 h 646"/>
                <a:gd name="T80" fmla="*/ 206 w 703"/>
                <a:gd name="T81" fmla="*/ 615 h 646"/>
                <a:gd name="T82" fmla="*/ 206 w 703"/>
                <a:gd name="T83" fmla="*/ 615 h 646"/>
                <a:gd name="T84" fmla="*/ 118 w 703"/>
                <a:gd name="T85" fmla="*/ 615 h 646"/>
                <a:gd name="T86" fmla="*/ 118 w 703"/>
                <a:gd name="T87" fmla="*/ 586 h 646"/>
                <a:gd name="T88" fmla="*/ 206 w 703"/>
                <a:gd name="T89" fmla="*/ 586 h 646"/>
                <a:gd name="T90" fmla="*/ 206 w 703"/>
                <a:gd name="T91" fmla="*/ 615 h 646"/>
                <a:gd name="T92" fmla="*/ 527 w 703"/>
                <a:gd name="T93" fmla="*/ 586 h 646"/>
                <a:gd name="T94" fmla="*/ 527 w 703"/>
                <a:gd name="T95" fmla="*/ 586 h 646"/>
                <a:gd name="T96" fmla="*/ 615 w 703"/>
                <a:gd name="T97" fmla="*/ 586 h 646"/>
                <a:gd name="T98" fmla="*/ 615 w 703"/>
                <a:gd name="T99" fmla="*/ 615 h 646"/>
                <a:gd name="T100" fmla="*/ 527 w 703"/>
                <a:gd name="T101" fmla="*/ 615 h 646"/>
                <a:gd name="T102" fmla="*/ 527 w 703"/>
                <a:gd name="T103" fmla="*/ 5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3" h="646">
                  <a:moveTo>
                    <a:pt x="641" y="639"/>
                  </a:moveTo>
                  <a:lnTo>
                    <a:pt x="641" y="639"/>
                  </a:lnTo>
                  <a:cubicBezTo>
                    <a:pt x="643" y="637"/>
                    <a:pt x="645" y="634"/>
                    <a:pt x="645" y="630"/>
                  </a:cubicBezTo>
                  <a:cubicBezTo>
                    <a:pt x="645" y="586"/>
                    <a:pt x="645" y="586"/>
                    <a:pt x="645" y="586"/>
                  </a:cubicBezTo>
                  <a:cubicBezTo>
                    <a:pt x="659" y="586"/>
                    <a:pt x="659" y="586"/>
                    <a:pt x="659" y="586"/>
                  </a:cubicBezTo>
                  <a:cubicBezTo>
                    <a:pt x="683" y="586"/>
                    <a:pt x="702" y="567"/>
                    <a:pt x="702" y="542"/>
                  </a:cubicBezTo>
                  <a:cubicBezTo>
                    <a:pt x="702" y="44"/>
                    <a:pt x="702" y="44"/>
                    <a:pt x="702" y="44"/>
                  </a:cubicBezTo>
                  <a:cubicBezTo>
                    <a:pt x="702" y="20"/>
                    <a:pt x="683" y="0"/>
                    <a:pt x="659" y="0"/>
                  </a:cubicBezTo>
                  <a:cubicBezTo>
                    <a:pt x="44" y="0"/>
                    <a:pt x="44" y="0"/>
                    <a:pt x="44" y="0"/>
                  </a:cubicBezTo>
                  <a:cubicBezTo>
                    <a:pt x="20" y="0"/>
                    <a:pt x="0" y="20"/>
                    <a:pt x="0" y="44"/>
                  </a:cubicBezTo>
                  <a:cubicBezTo>
                    <a:pt x="0" y="542"/>
                    <a:pt x="0" y="542"/>
                    <a:pt x="0" y="542"/>
                  </a:cubicBezTo>
                  <a:cubicBezTo>
                    <a:pt x="0" y="567"/>
                    <a:pt x="20" y="586"/>
                    <a:pt x="44" y="586"/>
                  </a:cubicBezTo>
                  <a:cubicBezTo>
                    <a:pt x="87" y="586"/>
                    <a:pt x="87" y="586"/>
                    <a:pt x="87" y="586"/>
                  </a:cubicBezTo>
                  <a:cubicBezTo>
                    <a:pt x="87" y="630"/>
                    <a:pt x="87" y="630"/>
                    <a:pt x="87" y="630"/>
                  </a:cubicBezTo>
                  <a:cubicBezTo>
                    <a:pt x="87" y="634"/>
                    <a:pt x="89" y="637"/>
                    <a:pt x="92" y="639"/>
                  </a:cubicBezTo>
                  <a:cubicBezTo>
                    <a:pt x="94" y="642"/>
                    <a:pt x="98" y="645"/>
                    <a:pt x="103" y="645"/>
                  </a:cubicBezTo>
                  <a:cubicBezTo>
                    <a:pt x="219" y="645"/>
                    <a:pt x="219" y="645"/>
                    <a:pt x="219" y="645"/>
                  </a:cubicBezTo>
                  <a:cubicBezTo>
                    <a:pt x="223" y="645"/>
                    <a:pt x="228" y="642"/>
                    <a:pt x="230" y="639"/>
                  </a:cubicBezTo>
                  <a:cubicBezTo>
                    <a:pt x="233" y="637"/>
                    <a:pt x="234" y="634"/>
                    <a:pt x="234" y="630"/>
                  </a:cubicBezTo>
                  <a:cubicBezTo>
                    <a:pt x="234" y="586"/>
                    <a:pt x="234" y="586"/>
                    <a:pt x="234" y="586"/>
                  </a:cubicBezTo>
                  <a:cubicBezTo>
                    <a:pt x="498" y="586"/>
                    <a:pt x="498" y="586"/>
                    <a:pt x="498" y="586"/>
                  </a:cubicBezTo>
                  <a:cubicBezTo>
                    <a:pt x="498" y="630"/>
                    <a:pt x="498" y="630"/>
                    <a:pt x="498" y="630"/>
                  </a:cubicBezTo>
                  <a:cubicBezTo>
                    <a:pt x="498" y="634"/>
                    <a:pt x="499" y="637"/>
                    <a:pt x="502" y="639"/>
                  </a:cubicBezTo>
                  <a:cubicBezTo>
                    <a:pt x="505" y="642"/>
                    <a:pt x="509" y="645"/>
                    <a:pt x="513" y="645"/>
                  </a:cubicBezTo>
                  <a:cubicBezTo>
                    <a:pt x="630" y="645"/>
                    <a:pt x="630" y="645"/>
                    <a:pt x="630" y="645"/>
                  </a:cubicBezTo>
                  <a:cubicBezTo>
                    <a:pt x="634" y="645"/>
                    <a:pt x="638" y="642"/>
                    <a:pt x="641" y="639"/>
                  </a:cubicBezTo>
                  <a:close/>
                  <a:moveTo>
                    <a:pt x="30" y="542"/>
                  </a:moveTo>
                  <a:lnTo>
                    <a:pt x="30" y="542"/>
                  </a:lnTo>
                  <a:cubicBezTo>
                    <a:pt x="30" y="44"/>
                    <a:pt x="30" y="44"/>
                    <a:pt x="30" y="44"/>
                  </a:cubicBezTo>
                  <a:cubicBezTo>
                    <a:pt x="30" y="35"/>
                    <a:pt x="35" y="30"/>
                    <a:pt x="44" y="30"/>
                  </a:cubicBezTo>
                  <a:cubicBezTo>
                    <a:pt x="659" y="30"/>
                    <a:pt x="659" y="30"/>
                    <a:pt x="659" y="30"/>
                  </a:cubicBezTo>
                  <a:cubicBezTo>
                    <a:pt x="667" y="30"/>
                    <a:pt x="674" y="35"/>
                    <a:pt x="674" y="44"/>
                  </a:cubicBezTo>
                  <a:cubicBezTo>
                    <a:pt x="674" y="542"/>
                    <a:pt x="674" y="542"/>
                    <a:pt x="674" y="542"/>
                  </a:cubicBezTo>
                  <a:cubicBezTo>
                    <a:pt x="674" y="550"/>
                    <a:pt x="667" y="557"/>
                    <a:pt x="659" y="557"/>
                  </a:cubicBezTo>
                  <a:cubicBezTo>
                    <a:pt x="630" y="557"/>
                    <a:pt x="630" y="557"/>
                    <a:pt x="630" y="557"/>
                  </a:cubicBezTo>
                  <a:cubicBezTo>
                    <a:pt x="513" y="557"/>
                    <a:pt x="513" y="557"/>
                    <a:pt x="513" y="557"/>
                  </a:cubicBezTo>
                  <a:cubicBezTo>
                    <a:pt x="219" y="557"/>
                    <a:pt x="219" y="557"/>
                    <a:pt x="219" y="557"/>
                  </a:cubicBezTo>
                  <a:cubicBezTo>
                    <a:pt x="103" y="557"/>
                    <a:pt x="103" y="557"/>
                    <a:pt x="103" y="557"/>
                  </a:cubicBezTo>
                  <a:cubicBezTo>
                    <a:pt x="44" y="557"/>
                    <a:pt x="44" y="557"/>
                    <a:pt x="44" y="557"/>
                  </a:cubicBezTo>
                  <a:cubicBezTo>
                    <a:pt x="35" y="557"/>
                    <a:pt x="30" y="550"/>
                    <a:pt x="30" y="542"/>
                  </a:cubicBezTo>
                  <a:close/>
                  <a:moveTo>
                    <a:pt x="206" y="615"/>
                  </a:moveTo>
                  <a:lnTo>
                    <a:pt x="206" y="615"/>
                  </a:lnTo>
                  <a:cubicBezTo>
                    <a:pt x="118" y="615"/>
                    <a:pt x="118" y="615"/>
                    <a:pt x="118" y="615"/>
                  </a:cubicBezTo>
                  <a:cubicBezTo>
                    <a:pt x="118" y="586"/>
                    <a:pt x="118" y="586"/>
                    <a:pt x="118" y="586"/>
                  </a:cubicBezTo>
                  <a:cubicBezTo>
                    <a:pt x="206" y="586"/>
                    <a:pt x="206" y="586"/>
                    <a:pt x="206" y="586"/>
                  </a:cubicBezTo>
                  <a:lnTo>
                    <a:pt x="206" y="615"/>
                  </a:lnTo>
                  <a:close/>
                  <a:moveTo>
                    <a:pt x="527" y="586"/>
                  </a:moveTo>
                  <a:lnTo>
                    <a:pt x="527" y="586"/>
                  </a:lnTo>
                  <a:cubicBezTo>
                    <a:pt x="615" y="586"/>
                    <a:pt x="615" y="586"/>
                    <a:pt x="615" y="586"/>
                  </a:cubicBezTo>
                  <a:cubicBezTo>
                    <a:pt x="615" y="615"/>
                    <a:pt x="615" y="615"/>
                    <a:pt x="615" y="615"/>
                  </a:cubicBezTo>
                  <a:cubicBezTo>
                    <a:pt x="527" y="615"/>
                    <a:pt x="527" y="615"/>
                    <a:pt x="527" y="615"/>
                  </a:cubicBezTo>
                  <a:lnTo>
                    <a:pt x="527" y="5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4">
              <a:extLst>
                <a:ext uri="{FF2B5EF4-FFF2-40B4-BE49-F238E27FC236}">
                  <a16:creationId xmlns:a16="http://schemas.microsoft.com/office/drawing/2014/main" id="{8410D6A0-047A-FEDB-64A3-476B2FEFF229}"/>
                </a:ext>
              </a:extLst>
            </p:cNvPr>
            <p:cNvSpPr>
              <a:spLocks noChangeArrowheads="1"/>
            </p:cNvSpPr>
            <p:nvPr/>
          </p:nvSpPr>
          <p:spPr bwMode="auto">
            <a:xfrm>
              <a:off x="7924800" y="2794000"/>
              <a:ext cx="42863" cy="42863"/>
            </a:xfrm>
            <a:custGeom>
              <a:avLst/>
              <a:gdLst>
                <a:gd name="T0" fmla="*/ 15 w 119"/>
                <a:gd name="T1" fmla="*/ 116 h 117"/>
                <a:gd name="T2" fmla="*/ 15 w 119"/>
                <a:gd name="T3" fmla="*/ 116 h 117"/>
                <a:gd name="T4" fmla="*/ 74 w 119"/>
                <a:gd name="T5" fmla="*/ 116 h 117"/>
                <a:gd name="T6" fmla="*/ 118 w 119"/>
                <a:gd name="T7" fmla="*/ 72 h 117"/>
                <a:gd name="T8" fmla="*/ 118 w 119"/>
                <a:gd name="T9" fmla="*/ 15 h 117"/>
                <a:gd name="T10" fmla="*/ 103 w 119"/>
                <a:gd name="T11" fmla="*/ 0 h 117"/>
                <a:gd name="T12" fmla="*/ 88 w 119"/>
                <a:gd name="T13" fmla="*/ 15 h 117"/>
                <a:gd name="T14" fmla="*/ 88 w 119"/>
                <a:gd name="T15" fmla="*/ 72 h 117"/>
                <a:gd name="T16" fmla="*/ 74 w 119"/>
                <a:gd name="T17" fmla="*/ 87 h 117"/>
                <a:gd name="T18" fmla="*/ 15 w 119"/>
                <a:gd name="T19" fmla="*/ 87 h 117"/>
                <a:gd name="T20" fmla="*/ 0 w 119"/>
                <a:gd name="T21" fmla="*/ 103 h 117"/>
                <a:gd name="T22" fmla="*/ 15 w 119"/>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7">
                  <a:moveTo>
                    <a:pt x="15" y="116"/>
                  </a:moveTo>
                  <a:lnTo>
                    <a:pt x="15" y="116"/>
                  </a:lnTo>
                  <a:cubicBezTo>
                    <a:pt x="74" y="116"/>
                    <a:pt x="74" y="116"/>
                    <a:pt x="74" y="116"/>
                  </a:cubicBezTo>
                  <a:cubicBezTo>
                    <a:pt x="98" y="116"/>
                    <a:pt x="118" y="97"/>
                    <a:pt x="118" y="72"/>
                  </a:cubicBezTo>
                  <a:cubicBezTo>
                    <a:pt x="118" y="15"/>
                    <a:pt x="118" y="15"/>
                    <a:pt x="118" y="15"/>
                  </a:cubicBezTo>
                  <a:cubicBezTo>
                    <a:pt x="118" y="6"/>
                    <a:pt x="111" y="0"/>
                    <a:pt x="103" y="0"/>
                  </a:cubicBezTo>
                  <a:cubicBezTo>
                    <a:pt x="95" y="0"/>
                    <a:pt x="88" y="6"/>
                    <a:pt x="88" y="15"/>
                  </a:cubicBezTo>
                  <a:cubicBezTo>
                    <a:pt x="88" y="72"/>
                    <a:pt x="88" y="72"/>
                    <a:pt x="88" y="72"/>
                  </a:cubicBezTo>
                  <a:cubicBezTo>
                    <a:pt x="88" y="81"/>
                    <a:pt x="83" y="87"/>
                    <a:pt x="74"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5">
              <a:extLst>
                <a:ext uri="{FF2B5EF4-FFF2-40B4-BE49-F238E27FC236}">
                  <a16:creationId xmlns:a16="http://schemas.microsoft.com/office/drawing/2014/main" id="{C1FE92F9-6163-76B4-F7E3-9F61720F71F0}"/>
                </a:ext>
              </a:extLst>
            </p:cNvPr>
            <p:cNvSpPr>
              <a:spLocks noChangeArrowheads="1"/>
            </p:cNvSpPr>
            <p:nvPr/>
          </p:nvSpPr>
          <p:spPr bwMode="auto">
            <a:xfrm>
              <a:off x="8010525" y="2794000"/>
              <a:ext cx="42863" cy="42863"/>
            </a:xfrm>
            <a:custGeom>
              <a:avLst/>
              <a:gdLst>
                <a:gd name="T0" fmla="*/ 15 w 118"/>
                <a:gd name="T1" fmla="*/ 116 h 117"/>
                <a:gd name="T2" fmla="*/ 15 w 118"/>
                <a:gd name="T3" fmla="*/ 116 h 117"/>
                <a:gd name="T4" fmla="*/ 73 w 118"/>
                <a:gd name="T5" fmla="*/ 116 h 117"/>
                <a:gd name="T6" fmla="*/ 117 w 118"/>
                <a:gd name="T7" fmla="*/ 72 h 117"/>
                <a:gd name="T8" fmla="*/ 117 w 118"/>
                <a:gd name="T9" fmla="*/ 15 h 117"/>
                <a:gd name="T10" fmla="*/ 103 w 118"/>
                <a:gd name="T11" fmla="*/ 0 h 117"/>
                <a:gd name="T12" fmla="*/ 88 w 118"/>
                <a:gd name="T13" fmla="*/ 15 h 117"/>
                <a:gd name="T14" fmla="*/ 88 w 118"/>
                <a:gd name="T15" fmla="*/ 72 h 117"/>
                <a:gd name="T16" fmla="*/ 73 w 118"/>
                <a:gd name="T17" fmla="*/ 87 h 117"/>
                <a:gd name="T18" fmla="*/ 15 w 118"/>
                <a:gd name="T19" fmla="*/ 87 h 117"/>
                <a:gd name="T20" fmla="*/ 0 w 118"/>
                <a:gd name="T21" fmla="*/ 103 h 117"/>
                <a:gd name="T22" fmla="*/ 15 w 118"/>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7">
                  <a:moveTo>
                    <a:pt x="15" y="116"/>
                  </a:moveTo>
                  <a:lnTo>
                    <a:pt x="15" y="116"/>
                  </a:lnTo>
                  <a:cubicBezTo>
                    <a:pt x="73" y="116"/>
                    <a:pt x="73" y="116"/>
                    <a:pt x="73" y="116"/>
                  </a:cubicBezTo>
                  <a:cubicBezTo>
                    <a:pt x="97" y="116"/>
                    <a:pt x="117" y="97"/>
                    <a:pt x="117" y="72"/>
                  </a:cubicBezTo>
                  <a:cubicBezTo>
                    <a:pt x="117" y="15"/>
                    <a:pt x="117" y="15"/>
                    <a:pt x="117" y="15"/>
                  </a:cubicBezTo>
                  <a:cubicBezTo>
                    <a:pt x="117" y="6"/>
                    <a:pt x="111" y="0"/>
                    <a:pt x="103" y="0"/>
                  </a:cubicBezTo>
                  <a:cubicBezTo>
                    <a:pt x="95" y="0"/>
                    <a:pt x="88" y="6"/>
                    <a:pt x="88" y="15"/>
                  </a:cubicBezTo>
                  <a:cubicBezTo>
                    <a:pt x="88" y="72"/>
                    <a:pt x="88" y="72"/>
                    <a:pt x="88" y="72"/>
                  </a:cubicBezTo>
                  <a:cubicBezTo>
                    <a:pt x="88" y="81"/>
                    <a:pt x="81" y="87"/>
                    <a:pt x="73"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6">
              <a:extLst>
                <a:ext uri="{FF2B5EF4-FFF2-40B4-BE49-F238E27FC236}">
                  <a16:creationId xmlns:a16="http://schemas.microsoft.com/office/drawing/2014/main" id="{E665729A-2578-4224-4AD9-F8DC124457BE}"/>
                </a:ext>
              </a:extLst>
            </p:cNvPr>
            <p:cNvSpPr>
              <a:spLocks noChangeArrowheads="1"/>
            </p:cNvSpPr>
            <p:nvPr/>
          </p:nvSpPr>
          <p:spPr bwMode="auto">
            <a:xfrm>
              <a:off x="7924800" y="2868613"/>
              <a:ext cx="42863" cy="42862"/>
            </a:xfrm>
            <a:custGeom>
              <a:avLst/>
              <a:gdLst>
                <a:gd name="T0" fmla="*/ 15 w 119"/>
                <a:gd name="T1" fmla="*/ 118 h 119"/>
                <a:gd name="T2" fmla="*/ 15 w 119"/>
                <a:gd name="T3" fmla="*/ 118 h 119"/>
                <a:gd name="T4" fmla="*/ 74 w 119"/>
                <a:gd name="T5" fmla="*/ 118 h 119"/>
                <a:gd name="T6" fmla="*/ 118 w 119"/>
                <a:gd name="T7" fmla="*/ 74 h 119"/>
                <a:gd name="T8" fmla="*/ 118 w 119"/>
                <a:gd name="T9" fmla="*/ 15 h 119"/>
                <a:gd name="T10" fmla="*/ 103 w 119"/>
                <a:gd name="T11" fmla="*/ 0 h 119"/>
                <a:gd name="T12" fmla="*/ 88 w 119"/>
                <a:gd name="T13" fmla="*/ 15 h 119"/>
                <a:gd name="T14" fmla="*/ 88 w 119"/>
                <a:gd name="T15" fmla="*/ 74 h 119"/>
                <a:gd name="T16" fmla="*/ 74 w 119"/>
                <a:gd name="T17" fmla="*/ 88 h 119"/>
                <a:gd name="T18" fmla="*/ 15 w 119"/>
                <a:gd name="T19" fmla="*/ 88 h 119"/>
                <a:gd name="T20" fmla="*/ 0 w 119"/>
                <a:gd name="T21" fmla="*/ 103 h 119"/>
                <a:gd name="T22" fmla="*/ 15 w 119"/>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9">
                  <a:moveTo>
                    <a:pt x="15" y="118"/>
                  </a:moveTo>
                  <a:lnTo>
                    <a:pt x="15" y="118"/>
                  </a:lnTo>
                  <a:cubicBezTo>
                    <a:pt x="74" y="118"/>
                    <a:pt x="74" y="118"/>
                    <a:pt x="74" y="118"/>
                  </a:cubicBezTo>
                  <a:cubicBezTo>
                    <a:pt x="98" y="118"/>
                    <a:pt x="118" y="98"/>
                    <a:pt x="118" y="74"/>
                  </a:cubicBezTo>
                  <a:cubicBezTo>
                    <a:pt x="118" y="15"/>
                    <a:pt x="118" y="15"/>
                    <a:pt x="118" y="15"/>
                  </a:cubicBezTo>
                  <a:cubicBezTo>
                    <a:pt x="118" y="7"/>
                    <a:pt x="111" y="0"/>
                    <a:pt x="103" y="0"/>
                  </a:cubicBezTo>
                  <a:cubicBezTo>
                    <a:pt x="95" y="0"/>
                    <a:pt x="88" y="7"/>
                    <a:pt x="88" y="15"/>
                  </a:cubicBezTo>
                  <a:cubicBezTo>
                    <a:pt x="88" y="74"/>
                    <a:pt x="88" y="74"/>
                    <a:pt x="88" y="74"/>
                  </a:cubicBezTo>
                  <a:cubicBezTo>
                    <a:pt x="88" y="81"/>
                    <a:pt x="83" y="88"/>
                    <a:pt x="74"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7">
              <a:extLst>
                <a:ext uri="{FF2B5EF4-FFF2-40B4-BE49-F238E27FC236}">
                  <a16:creationId xmlns:a16="http://schemas.microsoft.com/office/drawing/2014/main" id="{289D392E-91EB-328C-B884-581B1BCC8332}"/>
                </a:ext>
              </a:extLst>
            </p:cNvPr>
            <p:cNvSpPr>
              <a:spLocks noChangeArrowheads="1"/>
            </p:cNvSpPr>
            <p:nvPr/>
          </p:nvSpPr>
          <p:spPr bwMode="auto">
            <a:xfrm>
              <a:off x="8010525" y="2868613"/>
              <a:ext cx="42863" cy="42862"/>
            </a:xfrm>
            <a:custGeom>
              <a:avLst/>
              <a:gdLst>
                <a:gd name="T0" fmla="*/ 15 w 118"/>
                <a:gd name="T1" fmla="*/ 118 h 119"/>
                <a:gd name="T2" fmla="*/ 15 w 118"/>
                <a:gd name="T3" fmla="*/ 118 h 119"/>
                <a:gd name="T4" fmla="*/ 73 w 118"/>
                <a:gd name="T5" fmla="*/ 118 h 119"/>
                <a:gd name="T6" fmla="*/ 117 w 118"/>
                <a:gd name="T7" fmla="*/ 74 h 119"/>
                <a:gd name="T8" fmla="*/ 117 w 118"/>
                <a:gd name="T9" fmla="*/ 15 h 119"/>
                <a:gd name="T10" fmla="*/ 103 w 118"/>
                <a:gd name="T11" fmla="*/ 0 h 119"/>
                <a:gd name="T12" fmla="*/ 88 w 118"/>
                <a:gd name="T13" fmla="*/ 15 h 119"/>
                <a:gd name="T14" fmla="*/ 88 w 118"/>
                <a:gd name="T15" fmla="*/ 74 h 119"/>
                <a:gd name="T16" fmla="*/ 73 w 118"/>
                <a:gd name="T17" fmla="*/ 88 h 119"/>
                <a:gd name="T18" fmla="*/ 15 w 118"/>
                <a:gd name="T19" fmla="*/ 88 h 119"/>
                <a:gd name="T20" fmla="*/ 0 w 118"/>
                <a:gd name="T21" fmla="*/ 103 h 119"/>
                <a:gd name="T22" fmla="*/ 15 w 118"/>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15" y="118"/>
                  </a:moveTo>
                  <a:lnTo>
                    <a:pt x="15" y="118"/>
                  </a:lnTo>
                  <a:cubicBezTo>
                    <a:pt x="73" y="118"/>
                    <a:pt x="73" y="118"/>
                    <a:pt x="73" y="118"/>
                  </a:cubicBezTo>
                  <a:cubicBezTo>
                    <a:pt x="97" y="118"/>
                    <a:pt x="117" y="98"/>
                    <a:pt x="117" y="74"/>
                  </a:cubicBezTo>
                  <a:cubicBezTo>
                    <a:pt x="117" y="15"/>
                    <a:pt x="117" y="15"/>
                    <a:pt x="117" y="15"/>
                  </a:cubicBezTo>
                  <a:cubicBezTo>
                    <a:pt x="117" y="7"/>
                    <a:pt x="111" y="0"/>
                    <a:pt x="103" y="0"/>
                  </a:cubicBezTo>
                  <a:cubicBezTo>
                    <a:pt x="95" y="0"/>
                    <a:pt x="88" y="7"/>
                    <a:pt x="88" y="15"/>
                  </a:cubicBezTo>
                  <a:cubicBezTo>
                    <a:pt x="88" y="74"/>
                    <a:pt x="88" y="74"/>
                    <a:pt x="88" y="74"/>
                  </a:cubicBezTo>
                  <a:cubicBezTo>
                    <a:pt x="88" y="81"/>
                    <a:pt x="81" y="88"/>
                    <a:pt x="73"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78">
              <a:extLst>
                <a:ext uri="{FF2B5EF4-FFF2-40B4-BE49-F238E27FC236}">
                  <a16:creationId xmlns:a16="http://schemas.microsoft.com/office/drawing/2014/main" id="{A76B49DA-E15D-4460-9F2A-2B8FB8F269D9}"/>
                </a:ext>
              </a:extLst>
            </p:cNvPr>
            <p:cNvSpPr>
              <a:spLocks noChangeArrowheads="1"/>
            </p:cNvSpPr>
            <p:nvPr/>
          </p:nvSpPr>
          <p:spPr bwMode="auto">
            <a:xfrm>
              <a:off x="7872413" y="2782888"/>
              <a:ext cx="22225" cy="138112"/>
            </a:xfrm>
            <a:custGeom>
              <a:avLst/>
              <a:gdLst>
                <a:gd name="T0" fmla="*/ 0 w 60"/>
                <a:gd name="T1" fmla="*/ 344 h 384"/>
                <a:gd name="T2" fmla="*/ 0 w 60"/>
                <a:gd name="T3" fmla="*/ 344 h 384"/>
                <a:gd name="T4" fmla="*/ 4 w 60"/>
                <a:gd name="T5" fmla="*/ 348 h 384"/>
                <a:gd name="T6" fmla="*/ 4 w 60"/>
                <a:gd name="T7" fmla="*/ 348 h 384"/>
                <a:gd name="T8" fmla="*/ 33 w 60"/>
                <a:gd name="T9" fmla="*/ 378 h 384"/>
                <a:gd name="T10" fmla="*/ 53 w 60"/>
                <a:gd name="T11" fmla="*/ 378 h 384"/>
                <a:gd name="T12" fmla="*/ 53 w 60"/>
                <a:gd name="T13" fmla="*/ 357 h 384"/>
                <a:gd name="T14" fmla="*/ 29 w 60"/>
                <a:gd name="T15" fmla="*/ 331 h 384"/>
                <a:gd name="T16" fmla="*/ 29 w 60"/>
                <a:gd name="T17" fmla="*/ 51 h 384"/>
                <a:gd name="T18" fmla="*/ 53 w 60"/>
                <a:gd name="T19" fmla="*/ 26 h 384"/>
                <a:gd name="T20" fmla="*/ 53 w 60"/>
                <a:gd name="T21" fmla="*/ 6 h 384"/>
                <a:gd name="T22" fmla="*/ 33 w 60"/>
                <a:gd name="T23" fmla="*/ 6 h 384"/>
                <a:gd name="T24" fmla="*/ 4 w 60"/>
                <a:gd name="T25" fmla="*/ 35 h 384"/>
                <a:gd name="T26" fmla="*/ 4 w 60"/>
                <a:gd name="T27" fmla="*/ 35 h 384"/>
                <a:gd name="T28" fmla="*/ 0 w 60"/>
                <a:gd name="T29" fmla="*/ 39 h 384"/>
                <a:gd name="T30" fmla="*/ 0 w 60"/>
                <a:gd name="T31" fmla="*/ 46 h 384"/>
                <a:gd name="T32" fmla="*/ 0 w 60"/>
                <a:gd name="T33" fmla="*/ 338 h 384"/>
                <a:gd name="T34" fmla="*/ 0 w 60"/>
                <a:gd name="T35" fmla="*/ 3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0" h="384">
                  <a:moveTo>
                    <a:pt x="0" y="344"/>
                  </a:moveTo>
                  <a:lnTo>
                    <a:pt x="0" y="344"/>
                  </a:lnTo>
                  <a:cubicBezTo>
                    <a:pt x="1" y="345"/>
                    <a:pt x="2" y="346"/>
                    <a:pt x="4" y="348"/>
                  </a:cubicBezTo>
                  <a:lnTo>
                    <a:pt x="4" y="348"/>
                  </a:lnTo>
                  <a:cubicBezTo>
                    <a:pt x="33" y="378"/>
                    <a:pt x="33" y="378"/>
                    <a:pt x="33" y="378"/>
                  </a:cubicBezTo>
                  <a:cubicBezTo>
                    <a:pt x="38" y="383"/>
                    <a:pt x="48" y="383"/>
                    <a:pt x="53" y="378"/>
                  </a:cubicBezTo>
                  <a:cubicBezTo>
                    <a:pt x="59" y="372"/>
                    <a:pt x="59" y="363"/>
                    <a:pt x="53" y="357"/>
                  </a:cubicBezTo>
                  <a:cubicBezTo>
                    <a:pt x="29" y="331"/>
                    <a:pt x="29" y="331"/>
                    <a:pt x="29" y="331"/>
                  </a:cubicBezTo>
                  <a:cubicBezTo>
                    <a:pt x="29" y="51"/>
                    <a:pt x="29" y="51"/>
                    <a:pt x="29" y="51"/>
                  </a:cubicBezTo>
                  <a:cubicBezTo>
                    <a:pt x="53" y="26"/>
                    <a:pt x="53" y="26"/>
                    <a:pt x="53" y="26"/>
                  </a:cubicBezTo>
                  <a:cubicBezTo>
                    <a:pt x="59" y="21"/>
                    <a:pt x="59" y="11"/>
                    <a:pt x="53" y="6"/>
                  </a:cubicBezTo>
                  <a:cubicBezTo>
                    <a:pt x="48" y="0"/>
                    <a:pt x="38" y="0"/>
                    <a:pt x="33" y="6"/>
                  </a:cubicBezTo>
                  <a:cubicBezTo>
                    <a:pt x="4" y="35"/>
                    <a:pt x="4" y="35"/>
                    <a:pt x="4" y="35"/>
                  </a:cubicBezTo>
                  <a:lnTo>
                    <a:pt x="4" y="35"/>
                  </a:lnTo>
                  <a:cubicBezTo>
                    <a:pt x="2" y="36"/>
                    <a:pt x="1" y="37"/>
                    <a:pt x="0" y="39"/>
                  </a:cubicBezTo>
                  <a:cubicBezTo>
                    <a:pt x="0" y="42"/>
                    <a:pt x="0" y="43"/>
                    <a:pt x="0" y="46"/>
                  </a:cubicBezTo>
                  <a:cubicBezTo>
                    <a:pt x="0" y="338"/>
                    <a:pt x="0" y="338"/>
                    <a:pt x="0" y="338"/>
                  </a:cubicBezTo>
                  <a:cubicBezTo>
                    <a:pt x="0" y="339"/>
                    <a:pt x="0" y="342"/>
                    <a:pt x="0" y="3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9" name="Group 102">
            <a:extLst>
              <a:ext uri="{FF2B5EF4-FFF2-40B4-BE49-F238E27FC236}">
                <a16:creationId xmlns:a16="http://schemas.microsoft.com/office/drawing/2014/main" id="{9C168535-F745-0ABE-F693-06D1C79AB5EF}"/>
              </a:ext>
            </a:extLst>
          </p:cNvPr>
          <p:cNvGrpSpPr/>
          <p:nvPr/>
        </p:nvGrpSpPr>
        <p:grpSpPr>
          <a:xfrm>
            <a:off x="9477499" y="877516"/>
            <a:ext cx="254000" cy="231775"/>
            <a:chOff x="8335963" y="1223963"/>
            <a:chExt cx="254000" cy="231775"/>
          </a:xfrm>
          <a:solidFill>
            <a:schemeClr val="tx2"/>
          </a:solidFill>
        </p:grpSpPr>
        <p:sp>
          <p:nvSpPr>
            <p:cNvPr id="100" name="Freeform 79">
              <a:extLst>
                <a:ext uri="{FF2B5EF4-FFF2-40B4-BE49-F238E27FC236}">
                  <a16:creationId xmlns:a16="http://schemas.microsoft.com/office/drawing/2014/main" id="{062FDF59-4D48-E346-F32A-5F4D66FB9EBA}"/>
                </a:ext>
              </a:extLst>
            </p:cNvPr>
            <p:cNvSpPr>
              <a:spLocks noChangeArrowheads="1"/>
            </p:cNvSpPr>
            <p:nvPr/>
          </p:nvSpPr>
          <p:spPr bwMode="auto">
            <a:xfrm>
              <a:off x="8335963" y="1223963"/>
              <a:ext cx="254000" cy="231775"/>
            </a:xfrm>
            <a:custGeom>
              <a:avLst/>
              <a:gdLst>
                <a:gd name="T0" fmla="*/ 44 w 704"/>
                <a:gd name="T1" fmla="*/ 586 h 646"/>
                <a:gd name="T2" fmla="*/ 44 w 704"/>
                <a:gd name="T3" fmla="*/ 586 h 646"/>
                <a:gd name="T4" fmla="*/ 147 w 704"/>
                <a:gd name="T5" fmla="*/ 586 h 646"/>
                <a:gd name="T6" fmla="*/ 147 w 704"/>
                <a:gd name="T7" fmla="*/ 630 h 646"/>
                <a:gd name="T8" fmla="*/ 151 w 704"/>
                <a:gd name="T9" fmla="*/ 640 h 646"/>
                <a:gd name="T10" fmla="*/ 162 w 704"/>
                <a:gd name="T11" fmla="*/ 645 h 646"/>
                <a:gd name="T12" fmla="*/ 162 w 704"/>
                <a:gd name="T13" fmla="*/ 645 h 646"/>
                <a:gd name="T14" fmla="*/ 172 w 704"/>
                <a:gd name="T15" fmla="*/ 640 h 646"/>
                <a:gd name="T16" fmla="*/ 176 w 704"/>
                <a:gd name="T17" fmla="*/ 630 h 646"/>
                <a:gd name="T18" fmla="*/ 176 w 704"/>
                <a:gd name="T19" fmla="*/ 586 h 646"/>
                <a:gd name="T20" fmla="*/ 558 w 704"/>
                <a:gd name="T21" fmla="*/ 586 h 646"/>
                <a:gd name="T22" fmla="*/ 558 w 704"/>
                <a:gd name="T23" fmla="*/ 630 h 646"/>
                <a:gd name="T24" fmla="*/ 562 w 704"/>
                <a:gd name="T25" fmla="*/ 640 h 646"/>
                <a:gd name="T26" fmla="*/ 571 w 704"/>
                <a:gd name="T27" fmla="*/ 645 h 646"/>
                <a:gd name="T28" fmla="*/ 571 w 704"/>
                <a:gd name="T29" fmla="*/ 645 h 646"/>
                <a:gd name="T30" fmla="*/ 582 w 704"/>
                <a:gd name="T31" fmla="*/ 640 h 646"/>
                <a:gd name="T32" fmla="*/ 586 w 704"/>
                <a:gd name="T33" fmla="*/ 630 h 646"/>
                <a:gd name="T34" fmla="*/ 586 w 704"/>
                <a:gd name="T35" fmla="*/ 586 h 646"/>
                <a:gd name="T36" fmla="*/ 659 w 704"/>
                <a:gd name="T37" fmla="*/ 586 h 646"/>
                <a:gd name="T38" fmla="*/ 703 w 704"/>
                <a:gd name="T39" fmla="*/ 542 h 646"/>
                <a:gd name="T40" fmla="*/ 703 w 704"/>
                <a:gd name="T41" fmla="*/ 44 h 646"/>
                <a:gd name="T42" fmla="*/ 659 w 704"/>
                <a:gd name="T43" fmla="*/ 0 h 646"/>
                <a:gd name="T44" fmla="*/ 44 w 704"/>
                <a:gd name="T45" fmla="*/ 0 h 646"/>
                <a:gd name="T46" fmla="*/ 0 w 704"/>
                <a:gd name="T47" fmla="*/ 44 h 646"/>
                <a:gd name="T48" fmla="*/ 0 w 704"/>
                <a:gd name="T49" fmla="*/ 542 h 646"/>
                <a:gd name="T50" fmla="*/ 44 w 704"/>
                <a:gd name="T51" fmla="*/ 586 h 646"/>
                <a:gd name="T52" fmla="*/ 30 w 704"/>
                <a:gd name="T53" fmla="*/ 44 h 646"/>
                <a:gd name="T54" fmla="*/ 30 w 704"/>
                <a:gd name="T55" fmla="*/ 44 h 646"/>
                <a:gd name="T56" fmla="*/ 44 w 704"/>
                <a:gd name="T57" fmla="*/ 30 h 646"/>
                <a:gd name="T58" fmla="*/ 659 w 704"/>
                <a:gd name="T59" fmla="*/ 30 h 646"/>
                <a:gd name="T60" fmla="*/ 674 w 704"/>
                <a:gd name="T61" fmla="*/ 44 h 646"/>
                <a:gd name="T62" fmla="*/ 674 w 704"/>
                <a:gd name="T63" fmla="*/ 542 h 646"/>
                <a:gd name="T64" fmla="*/ 659 w 704"/>
                <a:gd name="T65" fmla="*/ 557 h 646"/>
                <a:gd name="T66" fmla="*/ 571 w 704"/>
                <a:gd name="T67" fmla="*/ 557 h 646"/>
                <a:gd name="T68" fmla="*/ 571 w 704"/>
                <a:gd name="T69" fmla="*/ 557 h 646"/>
                <a:gd name="T70" fmla="*/ 162 w 704"/>
                <a:gd name="T71" fmla="*/ 557 h 646"/>
                <a:gd name="T72" fmla="*/ 162 w 704"/>
                <a:gd name="T73" fmla="*/ 557 h 646"/>
                <a:gd name="T74" fmla="*/ 44 w 704"/>
                <a:gd name="T75" fmla="*/ 557 h 646"/>
                <a:gd name="T76" fmla="*/ 30 w 704"/>
                <a:gd name="T77" fmla="*/ 542 h 646"/>
                <a:gd name="T78" fmla="*/ 30 w 704"/>
                <a:gd name="T79" fmla="*/ 44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46">
                  <a:moveTo>
                    <a:pt x="44" y="586"/>
                  </a:moveTo>
                  <a:lnTo>
                    <a:pt x="44" y="586"/>
                  </a:lnTo>
                  <a:cubicBezTo>
                    <a:pt x="147" y="586"/>
                    <a:pt x="147" y="586"/>
                    <a:pt x="147" y="586"/>
                  </a:cubicBezTo>
                  <a:cubicBezTo>
                    <a:pt x="147" y="630"/>
                    <a:pt x="147" y="630"/>
                    <a:pt x="147" y="630"/>
                  </a:cubicBezTo>
                  <a:cubicBezTo>
                    <a:pt x="147" y="634"/>
                    <a:pt x="149" y="637"/>
                    <a:pt x="151" y="640"/>
                  </a:cubicBezTo>
                  <a:cubicBezTo>
                    <a:pt x="154" y="642"/>
                    <a:pt x="158" y="645"/>
                    <a:pt x="162" y="645"/>
                  </a:cubicBezTo>
                  <a:lnTo>
                    <a:pt x="162" y="645"/>
                  </a:lnTo>
                  <a:cubicBezTo>
                    <a:pt x="166" y="645"/>
                    <a:pt x="169" y="642"/>
                    <a:pt x="172" y="640"/>
                  </a:cubicBezTo>
                  <a:cubicBezTo>
                    <a:pt x="175" y="637"/>
                    <a:pt x="176" y="634"/>
                    <a:pt x="176" y="630"/>
                  </a:cubicBezTo>
                  <a:cubicBezTo>
                    <a:pt x="176" y="586"/>
                    <a:pt x="176" y="586"/>
                    <a:pt x="176" y="586"/>
                  </a:cubicBezTo>
                  <a:cubicBezTo>
                    <a:pt x="558" y="586"/>
                    <a:pt x="558" y="586"/>
                    <a:pt x="558" y="586"/>
                  </a:cubicBezTo>
                  <a:cubicBezTo>
                    <a:pt x="558" y="630"/>
                    <a:pt x="558" y="630"/>
                    <a:pt x="558" y="630"/>
                  </a:cubicBezTo>
                  <a:cubicBezTo>
                    <a:pt x="558" y="634"/>
                    <a:pt x="559" y="637"/>
                    <a:pt x="562" y="640"/>
                  </a:cubicBezTo>
                  <a:cubicBezTo>
                    <a:pt x="564" y="642"/>
                    <a:pt x="567" y="645"/>
                    <a:pt x="571" y="645"/>
                  </a:cubicBezTo>
                  <a:lnTo>
                    <a:pt x="571" y="645"/>
                  </a:lnTo>
                  <a:cubicBezTo>
                    <a:pt x="575" y="645"/>
                    <a:pt x="580" y="642"/>
                    <a:pt x="582" y="640"/>
                  </a:cubicBezTo>
                  <a:cubicBezTo>
                    <a:pt x="585" y="637"/>
                    <a:pt x="586" y="634"/>
                    <a:pt x="586" y="630"/>
                  </a:cubicBezTo>
                  <a:cubicBezTo>
                    <a:pt x="586" y="586"/>
                    <a:pt x="586" y="586"/>
                    <a:pt x="586" y="586"/>
                  </a:cubicBezTo>
                  <a:cubicBezTo>
                    <a:pt x="659" y="586"/>
                    <a:pt x="659" y="586"/>
                    <a:pt x="659" y="586"/>
                  </a:cubicBezTo>
                  <a:cubicBezTo>
                    <a:pt x="684" y="586"/>
                    <a:pt x="703" y="567"/>
                    <a:pt x="703" y="542"/>
                  </a:cubicBezTo>
                  <a:cubicBezTo>
                    <a:pt x="703" y="44"/>
                    <a:pt x="703" y="44"/>
                    <a:pt x="703" y="44"/>
                  </a:cubicBezTo>
                  <a:cubicBezTo>
                    <a:pt x="703" y="20"/>
                    <a:pt x="684" y="0"/>
                    <a:pt x="659" y="0"/>
                  </a:cubicBezTo>
                  <a:cubicBezTo>
                    <a:pt x="44" y="0"/>
                    <a:pt x="44" y="0"/>
                    <a:pt x="44" y="0"/>
                  </a:cubicBezTo>
                  <a:cubicBezTo>
                    <a:pt x="21" y="0"/>
                    <a:pt x="0" y="20"/>
                    <a:pt x="0" y="44"/>
                  </a:cubicBezTo>
                  <a:cubicBezTo>
                    <a:pt x="0" y="542"/>
                    <a:pt x="0" y="542"/>
                    <a:pt x="0" y="542"/>
                  </a:cubicBezTo>
                  <a:cubicBezTo>
                    <a:pt x="0" y="567"/>
                    <a:pt x="21" y="586"/>
                    <a:pt x="44" y="586"/>
                  </a:cubicBezTo>
                  <a:close/>
                  <a:moveTo>
                    <a:pt x="30" y="44"/>
                  </a:moveTo>
                  <a:lnTo>
                    <a:pt x="30" y="44"/>
                  </a:lnTo>
                  <a:cubicBezTo>
                    <a:pt x="30" y="36"/>
                    <a:pt x="36" y="30"/>
                    <a:pt x="44" y="30"/>
                  </a:cubicBezTo>
                  <a:cubicBezTo>
                    <a:pt x="659" y="30"/>
                    <a:pt x="659" y="30"/>
                    <a:pt x="659" y="30"/>
                  </a:cubicBezTo>
                  <a:cubicBezTo>
                    <a:pt x="667" y="30"/>
                    <a:pt x="674" y="36"/>
                    <a:pt x="674" y="44"/>
                  </a:cubicBezTo>
                  <a:cubicBezTo>
                    <a:pt x="674" y="542"/>
                    <a:pt x="674" y="542"/>
                    <a:pt x="674" y="542"/>
                  </a:cubicBezTo>
                  <a:cubicBezTo>
                    <a:pt x="674" y="550"/>
                    <a:pt x="667" y="557"/>
                    <a:pt x="659" y="557"/>
                  </a:cubicBezTo>
                  <a:cubicBezTo>
                    <a:pt x="571" y="557"/>
                    <a:pt x="571" y="557"/>
                    <a:pt x="571" y="557"/>
                  </a:cubicBezTo>
                  <a:lnTo>
                    <a:pt x="571" y="557"/>
                  </a:lnTo>
                  <a:cubicBezTo>
                    <a:pt x="162" y="557"/>
                    <a:pt x="162" y="557"/>
                    <a:pt x="162" y="557"/>
                  </a:cubicBezTo>
                  <a:lnTo>
                    <a:pt x="162" y="557"/>
                  </a:lnTo>
                  <a:cubicBezTo>
                    <a:pt x="44" y="557"/>
                    <a:pt x="44" y="557"/>
                    <a:pt x="44" y="557"/>
                  </a:cubicBezTo>
                  <a:cubicBezTo>
                    <a:pt x="36" y="557"/>
                    <a:pt x="30" y="550"/>
                    <a:pt x="30" y="542"/>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0">
              <a:extLst>
                <a:ext uri="{FF2B5EF4-FFF2-40B4-BE49-F238E27FC236}">
                  <a16:creationId xmlns:a16="http://schemas.microsoft.com/office/drawing/2014/main" id="{A7632794-51E2-44E6-F90C-0196CB99AC1D}"/>
                </a:ext>
              </a:extLst>
            </p:cNvPr>
            <p:cNvSpPr>
              <a:spLocks noChangeArrowheads="1"/>
            </p:cNvSpPr>
            <p:nvPr/>
          </p:nvSpPr>
          <p:spPr bwMode="auto">
            <a:xfrm>
              <a:off x="8378825" y="1276350"/>
              <a:ext cx="11113" cy="115888"/>
            </a:xfrm>
            <a:custGeom>
              <a:avLst/>
              <a:gdLst>
                <a:gd name="T0" fmla="*/ 14 w 30"/>
                <a:gd name="T1" fmla="*/ 322 h 323"/>
                <a:gd name="T2" fmla="*/ 14 w 30"/>
                <a:gd name="T3" fmla="*/ 322 h 323"/>
                <a:gd name="T4" fmla="*/ 29 w 30"/>
                <a:gd name="T5" fmla="*/ 307 h 323"/>
                <a:gd name="T6" fmla="*/ 29 w 30"/>
                <a:gd name="T7" fmla="*/ 15 h 323"/>
                <a:gd name="T8" fmla="*/ 14 w 30"/>
                <a:gd name="T9" fmla="*/ 0 h 323"/>
                <a:gd name="T10" fmla="*/ 0 w 30"/>
                <a:gd name="T11" fmla="*/ 15 h 323"/>
                <a:gd name="T12" fmla="*/ 0 w 30"/>
                <a:gd name="T13" fmla="*/ 307 h 323"/>
                <a:gd name="T14" fmla="*/ 14 w 30"/>
                <a:gd name="T15" fmla="*/ 322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23">
                  <a:moveTo>
                    <a:pt x="14" y="322"/>
                  </a:moveTo>
                  <a:lnTo>
                    <a:pt x="14" y="322"/>
                  </a:lnTo>
                  <a:cubicBezTo>
                    <a:pt x="22" y="322"/>
                    <a:pt x="29" y="316"/>
                    <a:pt x="29" y="307"/>
                  </a:cubicBezTo>
                  <a:cubicBezTo>
                    <a:pt x="29" y="15"/>
                    <a:pt x="29" y="15"/>
                    <a:pt x="29" y="15"/>
                  </a:cubicBezTo>
                  <a:cubicBezTo>
                    <a:pt x="29" y="7"/>
                    <a:pt x="22" y="0"/>
                    <a:pt x="14" y="0"/>
                  </a:cubicBezTo>
                  <a:cubicBezTo>
                    <a:pt x="6" y="0"/>
                    <a:pt x="0" y="7"/>
                    <a:pt x="0" y="15"/>
                  </a:cubicBezTo>
                  <a:cubicBezTo>
                    <a:pt x="0" y="307"/>
                    <a:pt x="0" y="307"/>
                    <a:pt x="0" y="307"/>
                  </a:cubicBezTo>
                  <a:cubicBezTo>
                    <a:pt x="0" y="316"/>
                    <a:pt x="6" y="322"/>
                    <a:pt x="14" y="3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1">
              <a:extLst>
                <a:ext uri="{FF2B5EF4-FFF2-40B4-BE49-F238E27FC236}">
                  <a16:creationId xmlns:a16="http://schemas.microsoft.com/office/drawing/2014/main" id="{F8C9BB5F-EE72-B26B-244E-D3432D90AB26}"/>
                </a:ext>
              </a:extLst>
            </p:cNvPr>
            <p:cNvSpPr>
              <a:spLocks noChangeArrowheads="1"/>
            </p:cNvSpPr>
            <p:nvPr/>
          </p:nvSpPr>
          <p:spPr bwMode="auto">
            <a:xfrm>
              <a:off x="8442325" y="1287463"/>
              <a:ext cx="95250" cy="95250"/>
            </a:xfrm>
            <a:custGeom>
              <a:avLst/>
              <a:gdLst>
                <a:gd name="T0" fmla="*/ 132 w 265"/>
                <a:gd name="T1" fmla="*/ 263 h 264"/>
                <a:gd name="T2" fmla="*/ 132 w 265"/>
                <a:gd name="T3" fmla="*/ 263 h 264"/>
                <a:gd name="T4" fmla="*/ 264 w 265"/>
                <a:gd name="T5" fmla="*/ 131 h 264"/>
                <a:gd name="T6" fmla="*/ 132 w 265"/>
                <a:gd name="T7" fmla="*/ 0 h 264"/>
                <a:gd name="T8" fmla="*/ 0 w 265"/>
                <a:gd name="T9" fmla="*/ 131 h 264"/>
                <a:gd name="T10" fmla="*/ 132 w 265"/>
                <a:gd name="T11" fmla="*/ 263 h 264"/>
                <a:gd name="T12" fmla="*/ 59 w 265"/>
                <a:gd name="T13" fmla="*/ 59 h 264"/>
                <a:gd name="T14" fmla="*/ 59 w 265"/>
                <a:gd name="T15" fmla="*/ 59 h 264"/>
                <a:gd name="T16" fmla="*/ 132 w 265"/>
                <a:gd name="T17" fmla="*/ 30 h 264"/>
                <a:gd name="T18" fmla="*/ 203 w 265"/>
                <a:gd name="T19" fmla="*/ 59 h 264"/>
                <a:gd name="T20" fmla="*/ 233 w 265"/>
                <a:gd name="T21" fmla="*/ 131 h 264"/>
                <a:gd name="T22" fmla="*/ 203 w 265"/>
                <a:gd name="T23" fmla="*/ 204 h 264"/>
                <a:gd name="T24" fmla="*/ 132 w 265"/>
                <a:gd name="T25" fmla="*/ 234 h 264"/>
                <a:gd name="T26" fmla="*/ 59 w 265"/>
                <a:gd name="T27" fmla="*/ 204 h 264"/>
                <a:gd name="T28" fmla="*/ 29 w 265"/>
                <a:gd name="T29" fmla="*/ 131 h 264"/>
                <a:gd name="T30" fmla="*/ 59 w 265"/>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4">
                  <a:moveTo>
                    <a:pt x="132" y="263"/>
                  </a:moveTo>
                  <a:lnTo>
                    <a:pt x="132" y="263"/>
                  </a:lnTo>
                  <a:cubicBezTo>
                    <a:pt x="205" y="263"/>
                    <a:pt x="264" y="204"/>
                    <a:pt x="264" y="131"/>
                  </a:cubicBezTo>
                  <a:cubicBezTo>
                    <a:pt x="264" y="59"/>
                    <a:pt x="205" y="0"/>
                    <a:pt x="132" y="0"/>
                  </a:cubicBezTo>
                  <a:cubicBezTo>
                    <a:pt x="59" y="0"/>
                    <a:pt x="0" y="59"/>
                    <a:pt x="0" y="131"/>
                  </a:cubicBezTo>
                  <a:cubicBezTo>
                    <a:pt x="0" y="204"/>
                    <a:pt x="59" y="263"/>
                    <a:pt x="132" y="263"/>
                  </a:cubicBezTo>
                  <a:close/>
                  <a:moveTo>
                    <a:pt x="59" y="59"/>
                  </a:moveTo>
                  <a:lnTo>
                    <a:pt x="59" y="59"/>
                  </a:lnTo>
                  <a:cubicBezTo>
                    <a:pt x="77" y="41"/>
                    <a:pt x="103" y="30"/>
                    <a:pt x="132" y="30"/>
                  </a:cubicBezTo>
                  <a:cubicBezTo>
                    <a:pt x="159" y="30"/>
                    <a:pt x="185" y="41"/>
                    <a:pt x="203" y="59"/>
                  </a:cubicBezTo>
                  <a:cubicBezTo>
                    <a:pt x="222" y="78"/>
                    <a:pt x="233" y="104"/>
                    <a:pt x="233" y="131"/>
                  </a:cubicBezTo>
                  <a:cubicBezTo>
                    <a:pt x="233" y="160"/>
                    <a:pt x="222" y="185"/>
                    <a:pt x="203" y="204"/>
                  </a:cubicBezTo>
                  <a:cubicBezTo>
                    <a:pt x="185" y="223"/>
                    <a:pt x="159" y="234"/>
                    <a:pt x="132" y="234"/>
                  </a:cubicBezTo>
                  <a:cubicBezTo>
                    <a:pt x="103" y="234"/>
                    <a:pt x="77" y="223"/>
                    <a:pt x="59" y="204"/>
                  </a:cubicBezTo>
                  <a:cubicBezTo>
                    <a:pt x="40" y="185"/>
                    <a:pt x="29" y="160"/>
                    <a:pt x="29" y="131"/>
                  </a:cubicBezTo>
                  <a:cubicBezTo>
                    <a:pt x="29" y="104"/>
                    <a:pt x="40" y="78"/>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3" name="Group 106">
            <a:extLst>
              <a:ext uri="{FF2B5EF4-FFF2-40B4-BE49-F238E27FC236}">
                <a16:creationId xmlns:a16="http://schemas.microsoft.com/office/drawing/2014/main" id="{68C77209-131E-6474-3D39-F4D7DB1D4F65}"/>
              </a:ext>
            </a:extLst>
          </p:cNvPr>
          <p:cNvGrpSpPr/>
          <p:nvPr/>
        </p:nvGrpSpPr>
        <p:grpSpPr>
          <a:xfrm>
            <a:off x="8466261" y="2419151"/>
            <a:ext cx="254000" cy="254000"/>
            <a:chOff x="7324725" y="2700338"/>
            <a:chExt cx="254000" cy="254000"/>
          </a:xfrm>
          <a:solidFill>
            <a:schemeClr val="tx2"/>
          </a:solidFill>
        </p:grpSpPr>
        <p:sp>
          <p:nvSpPr>
            <p:cNvPr id="104" name="Freeform 82">
              <a:extLst>
                <a:ext uri="{FF2B5EF4-FFF2-40B4-BE49-F238E27FC236}">
                  <a16:creationId xmlns:a16="http://schemas.microsoft.com/office/drawing/2014/main" id="{AD2D0B26-E0E1-E4D0-FFA1-5B0EBF7E7F66}"/>
                </a:ext>
              </a:extLst>
            </p:cNvPr>
            <p:cNvSpPr>
              <a:spLocks noChangeArrowheads="1"/>
            </p:cNvSpPr>
            <p:nvPr/>
          </p:nvSpPr>
          <p:spPr bwMode="auto">
            <a:xfrm>
              <a:off x="7324725" y="2732088"/>
              <a:ext cx="222250" cy="222250"/>
            </a:xfrm>
            <a:custGeom>
              <a:avLst/>
              <a:gdLst>
                <a:gd name="T0" fmla="*/ 3 w 616"/>
                <a:gd name="T1" fmla="*/ 342 h 616"/>
                <a:gd name="T2" fmla="*/ 3 w 616"/>
                <a:gd name="T3" fmla="*/ 342 h 616"/>
                <a:gd name="T4" fmla="*/ 273 w 616"/>
                <a:gd name="T5" fmla="*/ 612 h 616"/>
                <a:gd name="T6" fmla="*/ 308 w 616"/>
                <a:gd name="T7" fmla="*/ 615 h 616"/>
                <a:gd name="T8" fmla="*/ 615 w 616"/>
                <a:gd name="T9" fmla="*/ 307 h 616"/>
                <a:gd name="T10" fmla="*/ 611 w 616"/>
                <a:gd name="T11" fmla="*/ 296 h 616"/>
                <a:gd name="T12" fmla="*/ 601 w 616"/>
                <a:gd name="T13" fmla="*/ 292 h 616"/>
                <a:gd name="T14" fmla="*/ 323 w 616"/>
                <a:gd name="T15" fmla="*/ 292 h 616"/>
                <a:gd name="T16" fmla="*/ 323 w 616"/>
                <a:gd name="T17" fmla="*/ 15 h 616"/>
                <a:gd name="T18" fmla="*/ 318 w 616"/>
                <a:gd name="T19" fmla="*/ 4 h 616"/>
                <a:gd name="T20" fmla="*/ 308 w 616"/>
                <a:gd name="T21" fmla="*/ 0 h 616"/>
                <a:gd name="T22" fmla="*/ 0 w 616"/>
                <a:gd name="T23" fmla="*/ 307 h 616"/>
                <a:gd name="T24" fmla="*/ 3 w 616"/>
                <a:gd name="T25" fmla="*/ 342 h 616"/>
                <a:gd name="T26" fmla="*/ 111 w 616"/>
                <a:gd name="T27" fmla="*/ 111 h 616"/>
                <a:gd name="T28" fmla="*/ 111 w 616"/>
                <a:gd name="T29" fmla="*/ 111 h 616"/>
                <a:gd name="T30" fmla="*/ 294 w 616"/>
                <a:gd name="T31" fmla="*/ 30 h 616"/>
                <a:gd name="T32" fmla="*/ 294 w 616"/>
                <a:gd name="T33" fmla="*/ 307 h 616"/>
                <a:gd name="T34" fmla="*/ 298 w 616"/>
                <a:gd name="T35" fmla="*/ 317 h 616"/>
                <a:gd name="T36" fmla="*/ 308 w 616"/>
                <a:gd name="T37" fmla="*/ 322 h 616"/>
                <a:gd name="T38" fmla="*/ 585 w 616"/>
                <a:gd name="T39" fmla="*/ 322 h 616"/>
                <a:gd name="T40" fmla="*/ 505 w 616"/>
                <a:gd name="T41" fmla="*/ 504 h 616"/>
                <a:gd name="T42" fmla="*/ 308 w 616"/>
                <a:gd name="T43" fmla="*/ 586 h 616"/>
                <a:gd name="T44" fmla="*/ 276 w 616"/>
                <a:gd name="T45" fmla="*/ 583 h 616"/>
                <a:gd name="T46" fmla="*/ 32 w 616"/>
                <a:gd name="T47" fmla="*/ 339 h 616"/>
                <a:gd name="T48" fmla="*/ 32 w 616"/>
                <a:gd name="T49" fmla="*/ 339 h 616"/>
                <a:gd name="T50" fmla="*/ 30 w 616"/>
                <a:gd name="T51" fmla="*/ 307 h 616"/>
                <a:gd name="T52" fmla="*/ 111 w 616"/>
                <a:gd name="T53" fmla="*/ 11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6" h="616">
                  <a:moveTo>
                    <a:pt x="3" y="342"/>
                  </a:moveTo>
                  <a:lnTo>
                    <a:pt x="3" y="342"/>
                  </a:lnTo>
                  <a:cubicBezTo>
                    <a:pt x="18" y="483"/>
                    <a:pt x="132" y="597"/>
                    <a:pt x="273" y="612"/>
                  </a:cubicBezTo>
                  <a:cubicBezTo>
                    <a:pt x="284" y="613"/>
                    <a:pt x="297" y="615"/>
                    <a:pt x="308" y="615"/>
                  </a:cubicBezTo>
                  <a:cubicBezTo>
                    <a:pt x="478" y="615"/>
                    <a:pt x="615" y="478"/>
                    <a:pt x="615" y="307"/>
                  </a:cubicBezTo>
                  <a:cubicBezTo>
                    <a:pt x="615" y="303"/>
                    <a:pt x="614" y="299"/>
                    <a:pt x="611" y="296"/>
                  </a:cubicBezTo>
                  <a:cubicBezTo>
                    <a:pt x="608" y="294"/>
                    <a:pt x="605" y="292"/>
                    <a:pt x="601" y="292"/>
                  </a:cubicBezTo>
                  <a:cubicBezTo>
                    <a:pt x="323" y="292"/>
                    <a:pt x="323" y="292"/>
                    <a:pt x="323" y="292"/>
                  </a:cubicBezTo>
                  <a:cubicBezTo>
                    <a:pt x="323" y="15"/>
                    <a:pt x="323" y="15"/>
                    <a:pt x="323" y="15"/>
                  </a:cubicBezTo>
                  <a:cubicBezTo>
                    <a:pt x="323" y="11"/>
                    <a:pt x="321" y="7"/>
                    <a:pt x="318" y="4"/>
                  </a:cubicBezTo>
                  <a:cubicBezTo>
                    <a:pt x="316" y="1"/>
                    <a:pt x="312" y="0"/>
                    <a:pt x="308" y="0"/>
                  </a:cubicBezTo>
                  <a:cubicBezTo>
                    <a:pt x="139" y="0"/>
                    <a:pt x="0" y="137"/>
                    <a:pt x="0" y="307"/>
                  </a:cubicBezTo>
                  <a:cubicBezTo>
                    <a:pt x="0" y="318"/>
                    <a:pt x="1" y="331"/>
                    <a:pt x="3" y="342"/>
                  </a:cubicBezTo>
                  <a:close/>
                  <a:moveTo>
                    <a:pt x="111" y="111"/>
                  </a:moveTo>
                  <a:lnTo>
                    <a:pt x="111" y="111"/>
                  </a:lnTo>
                  <a:cubicBezTo>
                    <a:pt x="158" y="63"/>
                    <a:pt x="222" y="33"/>
                    <a:pt x="294" y="30"/>
                  </a:cubicBezTo>
                  <a:cubicBezTo>
                    <a:pt x="294" y="307"/>
                    <a:pt x="294" y="307"/>
                    <a:pt x="294" y="307"/>
                  </a:cubicBezTo>
                  <a:cubicBezTo>
                    <a:pt x="294" y="311"/>
                    <a:pt x="295" y="314"/>
                    <a:pt x="298" y="317"/>
                  </a:cubicBezTo>
                  <a:cubicBezTo>
                    <a:pt x="301" y="320"/>
                    <a:pt x="305" y="322"/>
                    <a:pt x="308" y="322"/>
                  </a:cubicBezTo>
                  <a:cubicBezTo>
                    <a:pt x="585" y="322"/>
                    <a:pt x="585" y="322"/>
                    <a:pt x="585" y="322"/>
                  </a:cubicBezTo>
                  <a:cubicBezTo>
                    <a:pt x="582" y="392"/>
                    <a:pt x="552" y="457"/>
                    <a:pt x="505" y="504"/>
                  </a:cubicBezTo>
                  <a:cubicBezTo>
                    <a:pt x="454" y="554"/>
                    <a:pt x="384" y="586"/>
                    <a:pt x="308" y="586"/>
                  </a:cubicBezTo>
                  <a:cubicBezTo>
                    <a:pt x="298" y="586"/>
                    <a:pt x="287" y="585"/>
                    <a:pt x="276" y="583"/>
                  </a:cubicBezTo>
                  <a:cubicBezTo>
                    <a:pt x="150" y="570"/>
                    <a:pt x="45" y="467"/>
                    <a:pt x="32" y="339"/>
                  </a:cubicBezTo>
                  <a:lnTo>
                    <a:pt x="32" y="339"/>
                  </a:lnTo>
                  <a:cubicBezTo>
                    <a:pt x="30" y="328"/>
                    <a:pt x="30" y="317"/>
                    <a:pt x="30" y="307"/>
                  </a:cubicBezTo>
                  <a:cubicBezTo>
                    <a:pt x="30" y="230"/>
                    <a:pt x="60" y="160"/>
                    <a:pt x="111"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3">
              <a:extLst>
                <a:ext uri="{FF2B5EF4-FFF2-40B4-BE49-F238E27FC236}">
                  <a16:creationId xmlns:a16="http://schemas.microsoft.com/office/drawing/2014/main" id="{1AC4FF4D-FA6F-70EA-6A0A-6B50732C14F3}"/>
                </a:ext>
              </a:extLst>
            </p:cNvPr>
            <p:cNvSpPr>
              <a:spLocks noChangeArrowheads="1"/>
            </p:cNvSpPr>
            <p:nvPr/>
          </p:nvSpPr>
          <p:spPr bwMode="auto">
            <a:xfrm>
              <a:off x="7462838" y="2700338"/>
              <a:ext cx="115887" cy="115887"/>
            </a:xfrm>
            <a:custGeom>
              <a:avLst/>
              <a:gdLst>
                <a:gd name="T0" fmla="*/ 321 w 322"/>
                <a:gd name="T1" fmla="*/ 307 h 324"/>
                <a:gd name="T2" fmla="*/ 321 w 322"/>
                <a:gd name="T3" fmla="*/ 307 h 324"/>
                <a:gd name="T4" fmla="*/ 13 w 322"/>
                <a:gd name="T5" fmla="*/ 0 h 324"/>
                <a:gd name="T6" fmla="*/ 4 w 322"/>
                <a:gd name="T7" fmla="*/ 4 h 324"/>
                <a:gd name="T8" fmla="*/ 0 w 322"/>
                <a:gd name="T9" fmla="*/ 15 h 324"/>
                <a:gd name="T10" fmla="*/ 0 w 322"/>
                <a:gd name="T11" fmla="*/ 307 h 324"/>
                <a:gd name="T12" fmla="*/ 4 w 322"/>
                <a:gd name="T13" fmla="*/ 317 h 324"/>
                <a:gd name="T14" fmla="*/ 13 w 322"/>
                <a:gd name="T15" fmla="*/ 323 h 324"/>
                <a:gd name="T16" fmla="*/ 307 w 322"/>
                <a:gd name="T17" fmla="*/ 323 h 324"/>
                <a:gd name="T18" fmla="*/ 317 w 322"/>
                <a:gd name="T19" fmla="*/ 317 h 324"/>
                <a:gd name="T20" fmla="*/ 321 w 322"/>
                <a:gd name="T21" fmla="*/ 307 h 324"/>
                <a:gd name="T22" fmla="*/ 291 w 322"/>
                <a:gd name="T23" fmla="*/ 292 h 324"/>
                <a:gd name="T24" fmla="*/ 291 w 322"/>
                <a:gd name="T25" fmla="*/ 292 h 324"/>
                <a:gd name="T26" fmla="*/ 28 w 322"/>
                <a:gd name="T27" fmla="*/ 292 h 324"/>
                <a:gd name="T28" fmla="*/ 28 w 322"/>
                <a:gd name="T29" fmla="*/ 30 h 324"/>
                <a:gd name="T30" fmla="*/ 211 w 322"/>
                <a:gd name="T31" fmla="*/ 111 h 324"/>
                <a:gd name="T32" fmla="*/ 291 w 322"/>
                <a:gd name="T33" fmla="*/ 292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2" h="324">
                  <a:moveTo>
                    <a:pt x="321" y="307"/>
                  </a:moveTo>
                  <a:lnTo>
                    <a:pt x="321" y="307"/>
                  </a:lnTo>
                  <a:cubicBezTo>
                    <a:pt x="321" y="137"/>
                    <a:pt x="184" y="0"/>
                    <a:pt x="13" y="0"/>
                  </a:cubicBezTo>
                  <a:cubicBezTo>
                    <a:pt x="11" y="0"/>
                    <a:pt x="6" y="1"/>
                    <a:pt x="4" y="4"/>
                  </a:cubicBezTo>
                  <a:cubicBezTo>
                    <a:pt x="1" y="7"/>
                    <a:pt x="0" y="11"/>
                    <a:pt x="0" y="15"/>
                  </a:cubicBezTo>
                  <a:cubicBezTo>
                    <a:pt x="0" y="307"/>
                    <a:pt x="0" y="307"/>
                    <a:pt x="0" y="307"/>
                  </a:cubicBezTo>
                  <a:cubicBezTo>
                    <a:pt x="0" y="312"/>
                    <a:pt x="1" y="314"/>
                    <a:pt x="4" y="317"/>
                  </a:cubicBezTo>
                  <a:cubicBezTo>
                    <a:pt x="6" y="320"/>
                    <a:pt x="11" y="323"/>
                    <a:pt x="13" y="323"/>
                  </a:cubicBezTo>
                  <a:cubicBezTo>
                    <a:pt x="307" y="323"/>
                    <a:pt x="307" y="323"/>
                    <a:pt x="307" y="323"/>
                  </a:cubicBezTo>
                  <a:cubicBezTo>
                    <a:pt x="311" y="323"/>
                    <a:pt x="314" y="320"/>
                    <a:pt x="317" y="317"/>
                  </a:cubicBezTo>
                  <a:cubicBezTo>
                    <a:pt x="319" y="314"/>
                    <a:pt x="321" y="312"/>
                    <a:pt x="321" y="307"/>
                  </a:cubicBezTo>
                  <a:close/>
                  <a:moveTo>
                    <a:pt x="291" y="292"/>
                  </a:moveTo>
                  <a:lnTo>
                    <a:pt x="291" y="292"/>
                  </a:lnTo>
                  <a:cubicBezTo>
                    <a:pt x="28" y="292"/>
                    <a:pt x="28" y="292"/>
                    <a:pt x="28" y="292"/>
                  </a:cubicBezTo>
                  <a:cubicBezTo>
                    <a:pt x="28" y="30"/>
                    <a:pt x="28" y="30"/>
                    <a:pt x="28" y="30"/>
                  </a:cubicBezTo>
                  <a:cubicBezTo>
                    <a:pt x="100" y="33"/>
                    <a:pt x="163" y="63"/>
                    <a:pt x="211" y="111"/>
                  </a:cubicBezTo>
                  <a:cubicBezTo>
                    <a:pt x="258" y="158"/>
                    <a:pt x="288" y="221"/>
                    <a:pt x="291" y="2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6" name="Group 109">
            <a:extLst>
              <a:ext uri="{FF2B5EF4-FFF2-40B4-BE49-F238E27FC236}">
                <a16:creationId xmlns:a16="http://schemas.microsoft.com/office/drawing/2014/main" id="{80045BDB-1192-7079-FBF9-41340F849C1F}"/>
              </a:ext>
            </a:extLst>
          </p:cNvPr>
          <p:cNvGrpSpPr/>
          <p:nvPr/>
        </p:nvGrpSpPr>
        <p:grpSpPr>
          <a:xfrm>
            <a:off x="10996736" y="1878434"/>
            <a:ext cx="252413" cy="254000"/>
            <a:chOff x="9855200" y="2214563"/>
            <a:chExt cx="252413" cy="254000"/>
          </a:xfrm>
          <a:solidFill>
            <a:schemeClr val="tx2"/>
          </a:solidFill>
        </p:grpSpPr>
        <p:sp>
          <p:nvSpPr>
            <p:cNvPr id="107" name="Freeform 84">
              <a:extLst>
                <a:ext uri="{FF2B5EF4-FFF2-40B4-BE49-F238E27FC236}">
                  <a16:creationId xmlns:a16="http://schemas.microsoft.com/office/drawing/2014/main" id="{D3EE8280-8E84-5BE6-7174-3238BB3051C0}"/>
                </a:ext>
              </a:extLst>
            </p:cNvPr>
            <p:cNvSpPr>
              <a:spLocks noChangeArrowheads="1"/>
            </p:cNvSpPr>
            <p:nvPr/>
          </p:nvSpPr>
          <p:spPr bwMode="auto">
            <a:xfrm>
              <a:off x="9855200" y="2341563"/>
              <a:ext cx="63500" cy="127000"/>
            </a:xfrm>
            <a:custGeom>
              <a:avLst/>
              <a:gdLst>
                <a:gd name="T0" fmla="*/ 15 w 177"/>
                <a:gd name="T1" fmla="*/ 351 h 352"/>
                <a:gd name="T2" fmla="*/ 15 w 177"/>
                <a:gd name="T3" fmla="*/ 351 h 352"/>
                <a:gd name="T4" fmla="*/ 162 w 177"/>
                <a:gd name="T5" fmla="*/ 351 h 352"/>
                <a:gd name="T6" fmla="*/ 172 w 177"/>
                <a:gd name="T7" fmla="*/ 346 h 352"/>
                <a:gd name="T8" fmla="*/ 176 w 177"/>
                <a:gd name="T9" fmla="*/ 336 h 352"/>
                <a:gd name="T10" fmla="*/ 176 w 177"/>
                <a:gd name="T11" fmla="*/ 14 h 352"/>
                <a:gd name="T12" fmla="*/ 172 w 177"/>
                <a:gd name="T13" fmla="*/ 4 h 352"/>
                <a:gd name="T14" fmla="*/ 162 w 177"/>
                <a:gd name="T15" fmla="*/ 0 h 352"/>
                <a:gd name="T16" fmla="*/ 15 w 177"/>
                <a:gd name="T17" fmla="*/ 0 h 352"/>
                <a:gd name="T18" fmla="*/ 4 w 177"/>
                <a:gd name="T19" fmla="*/ 4 h 352"/>
                <a:gd name="T20" fmla="*/ 0 w 177"/>
                <a:gd name="T21" fmla="*/ 14 h 352"/>
                <a:gd name="T22" fmla="*/ 0 w 177"/>
                <a:gd name="T23" fmla="*/ 336 h 352"/>
                <a:gd name="T24" fmla="*/ 4 w 177"/>
                <a:gd name="T25" fmla="*/ 346 h 352"/>
                <a:gd name="T26" fmla="*/ 15 w 177"/>
                <a:gd name="T27" fmla="*/ 351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351"/>
                  </a:moveTo>
                  <a:lnTo>
                    <a:pt x="15" y="351"/>
                  </a:ln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cubicBezTo>
                    <a:pt x="15" y="0"/>
                    <a:pt x="15" y="0"/>
                    <a:pt x="15" y="0"/>
                  </a:cubicBezTo>
                  <a:cubicBezTo>
                    <a:pt x="11" y="0"/>
                    <a:pt x="7" y="1"/>
                    <a:pt x="4" y="4"/>
                  </a:cubicBezTo>
                  <a:cubicBezTo>
                    <a:pt x="2" y="7"/>
                    <a:pt x="0" y="9"/>
                    <a:pt x="0" y="14"/>
                  </a:cubicBezTo>
                  <a:cubicBezTo>
                    <a:pt x="0" y="336"/>
                    <a:pt x="0" y="336"/>
                    <a:pt x="0" y="336"/>
                  </a:cubicBezTo>
                  <a:cubicBezTo>
                    <a:pt x="0" y="340"/>
                    <a:pt x="2" y="343"/>
                    <a:pt x="4" y="346"/>
                  </a:cubicBezTo>
                  <a:cubicBezTo>
                    <a:pt x="7" y="348"/>
                    <a:pt x="11" y="351"/>
                    <a:pt x="15" y="351"/>
                  </a:cubicBez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85">
              <a:extLst>
                <a:ext uri="{FF2B5EF4-FFF2-40B4-BE49-F238E27FC236}">
                  <a16:creationId xmlns:a16="http://schemas.microsoft.com/office/drawing/2014/main" id="{0CC92CFB-99A8-D3A8-A53B-5EA949221A9B}"/>
                </a:ext>
              </a:extLst>
            </p:cNvPr>
            <p:cNvSpPr>
              <a:spLocks noChangeArrowheads="1"/>
            </p:cNvSpPr>
            <p:nvPr/>
          </p:nvSpPr>
          <p:spPr bwMode="auto">
            <a:xfrm>
              <a:off x="9950450" y="2282825"/>
              <a:ext cx="63500" cy="185738"/>
            </a:xfrm>
            <a:custGeom>
              <a:avLst/>
              <a:gdLst>
                <a:gd name="T0" fmla="*/ 162 w 176"/>
                <a:gd name="T1" fmla="*/ 0 h 514"/>
                <a:gd name="T2" fmla="*/ 162 w 176"/>
                <a:gd name="T3" fmla="*/ 0 h 514"/>
                <a:gd name="T4" fmla="*/ 15 w 176"/>
                <a:gd name="T5" fmla="*/ 0 h 514"/>
                <a:gd name="T6" fmla="*/ 4 w 176"/>
                <a:gd name="T7" fmla="*/ 4 h 514"/>
                <a:gd name="T8" fmla="*/ 0 w 176"/>
                <a:gd name="T9" fmla="*/ 15 h 514"/>
                <a:gd name="T10" fmla="*/ 0 w 176"/>
                <a:gd name="T11" fmla="*/ 498 h 514"/>
                <a:gd name="T12" fmla="*/ 4 w 176"/>
                <a:gd name="T13" fmla="*/ 508 h 514"/>
                <a:gd name="T14" fmla="*/ 15 w 176"/>
                <a:gd name="T15" fmla="*/ 513 h 514"/>
                <a:gd name="T16" fmla="*/ 162 w 176"/>
                <a:gd name="T17" fmla="*/ 513 h 514"/>
                <a:gd name="T18" fmla="*/ 171 w 176"/>
                <a:gd name="T19" fmla="*/ 508 h 514"/>
                <a:gd name="T20" fmla="*/ 175 w 176"/>
                <a:gd name="T21" fmla="*/ 498 h 514"/>
                <a:gd name="T22" fmla="*/ 175 w 176"/>
                <a:gd name="T23" fmla="*/ 15 h 514"/>
                <a:gd name="T24" fmla="*/ 171 w 176"/>
                <a:gd name="T25" fmla="*/ 4 h 514"/>
                <a:gd name="T26" fmla="*/ 162 w 176"/>
                <a:gd name="T27" fmla="*/ 0 h 514"/>
                <a:gd name="T28" fmla="*/ 30 w 176"/>
                <a:gd name="T29" fmla="*/ 30 h 514"/>
                <a:gd name="T30" fmla="*/ 30 w 176"/>
                <a:gd name="T31" fmla="*/ 30 h 514"/>
                <a:gd name="T32" fmla="*/ 147 w 176"/>
                <a:gd name="T33" fmla="*/ 30 h 514"/>
                <a:gd name="T34" fmla="*/ 147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162" y="0"/>
                  </a:moveTo>
                  <a:lnTo>
                    <a:pt x="162" y="0"/>
                  </a:lnTo>
                  <a:cubicBezTo>
                    <a:pt x="15" y="0"/>
                    <a:pt x="15" y="0"/>
                    <a:pt x="15" y="0"/>
                  </a:cubicBezTo>
                  <a:cubicBezTo>
                    <a:pt x="11" y="0"/>
                    <a:pt x="7" y="1"/>
                    <a:pt x="4" y="4"/>
                  </a:cubicBezTo>
                  <a:cubicBezTo>
                    <a:pt x="1" y="7"/>
                    <a:pt x="0" y="11"/>
                    <a:pt x="0" y="15"/>
                  </a:cubicBezTo>
                  <a:cubicBezTo>
                    <a:pt x="0" y="498"/>
                    <a:pt x="0" y="498"/>
                    <a:pt x="0" y="498"/>
                  </a:cubicBezTo>
                  <a:cubicBezTo>
                    <a:pt x="0" y="502"/>
                    <a:pt x="1" y="505"/>
                    <a:pt x="4" y="508"/>
                  </a:cubicBezTo>
                  <a:cubicBezTo>
                    <a:pt x="7" y="510"/>
                    <a:pt x="11" y="513"/>
                    <a:pt x="15" y="513"/>
                  </a:cubicBezTo>
                  <a:cubicBezTo>
                    <a:pt x="162" y="513"/>
                    <a:pt x="162" y="513"/>
                    <a:pt x="162" y="513"/>
                  </a:cubicBezTo>
                  <a:cubicBezTo>
                    <a:pt x="166" y="513"/>
                    <a:pt x="169" y="510"/>
                    <a:pt x="171" y="508"/>
                  </a:cubicBezTo>
                  <a:cubicBezTo>
                    <a:pt x="174" y="505"/>
                    <a:pt x="175" y="502"/>
                    <a:pt x="175" y="498"/>
                  </a:cubicBezTo>
                  <a:cubicBezTo>
                    <a:pt x="175" y="15"/>
                    <a:pt x="175" y="15"/>
                    <a:pt x="175" y="15"/>
                  </a:cubicBezTo>
                  <a:cubicBezTo>
                    <a:pt x="175" y="11"/>
                    <a:pt x="174" y="7"/>
                    <a:pt x="171" y="4"/>
                  </a:cubicBezTo>
                  <a:cubicBezTo>
                    <a:pt x="169" y="1"/>
                    <a:pt x="166" y="0"/>
                    <a:pt x="162" y="0"/>
                  </a:cubicBezTo>
                  <a:close/>
                  <a:moveTo>
                    <a:pt x="30" y="30"/>
                  </a:moveTo>
                  <a:lnTo>
                    <a:pt x="30" y="30"/>
                  </a:lnTo>
                  <a:cubicBezTo>
                    <a:pt x="147" y="30"/>
                    <a:pt x="147" y="30"/>
                    <a:pt x="147" y="30"/>
                  </a:cubicBezTo>
                  <a:cubicBezTo>
                    <a:pt x="147" y="483"/>
                    <a:pt x="147" y="483"/>
                    <a:pt x="147"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6">
              <a:extLst>
                <a:ext uri="{FF2B5EF4-FFF2-40B4-BE49-F238E27FC236}">
                  <a16:creationId xmlns:a16="http://schemas.microsoft.com/office/drawing/2014/main" id="{ACD24FBF-EB44-894A-6620-FA49CAE40C09}"/>
                </a:ext>
              </a:extLst>
            </p:cNvPr>
            <p:cNvSpPr>
              <a:spLocks noChangeArrowheads="1"/>
            </p:cNvSpPr>
            <p:nvPr/>
          </p:nvSpPr>
          <p:spPr bwMode="auto">
            <a:xfrm>
              <a:off x="10044113" y="2214563"/>
              <a:ext cx="63500" cy="254000"/>
            </a:xfrm>
            <a:custGeom>
              <a:avLst/>
              <a:gdLst>
                <a:gd name="T0" fmla="*/ 162 w 177"/>
                <a:gd name="T1" fmla="*/ 0 h 704"/>
                <a:gd name="T2" fmla="*/ 162 w 177"/>
                <a:gd name="T3" fmla="*/ 0 h 704"/>
                <a:gd name="T4" fmla="*/ 15 w 177"/>
                <a:gd name="T5" fmla="*/ 0 h 704"/>
                <a:gd name="T6" fmla="*/ 4 w 177"/>
                <a:gd name="T7" fmla="*/ 5 h 704"/>
                <a:gd name="T8" fmla="*/ 0 w 177"/>
                <a:gd name="T9" fmla="*/ 14 h 704"/>
                <a:gd name="T10" fmla="*/ 0 w 177"/>
                <a:gd name="T11" fmla="*/ 688 h 704"/>
                <a:gd name="T12" fmla="*/ 4 w 177"/>
                <a:gd name="T13" fmla="*/ 698 h 704"/>
                <a:gd name="T14" fmla="*/ 15 w 177"/>
                <a:gd name="T15" fmla="*/ 703 h 704"/>
                <a:gd name="T16" fmla="*/ 162 w 177"/>
                <a:gd name="T17" fmla="*/ 703 h 704"/>
                <a:gd name="T18" fmla="*/ 172 w 177"/>
                <a:gd name="T19" fmla="*/ 698 h 704"/>
                <a:gd name="T20" fmla="*/ 176 w 177"/>
                <a:gd name="T21" fmla="*/ 688 h 704"/>
                <a:gd name="T22" fmla="*/ 176 w 177"/>
                <a:gd name="T23" fmla="*/ 14 h 704"/>
                <a:gd name="T24" fmla="*/ 172 w 177"/>
                <a:gd name="T25" fmla="*/ 5 h 704"/>
                <a:gd name="T26" fmla="*/ 162 w 177"/>
                <a:gd name="T27" fmla="*/ 0 h 704"/>
                <a:gd name="T28" fmla="*/ 30 w 177"/>
                <a:gd name="T29" fmla="*/ 29 h 704"/>
                <a:gd name="T30" fmla="*/ 30 w 177"/>
                <a:gd name="T31" fmla="*/ 29 h 704"/>
                <a:gd name="T32" fmla="*/ 147 w 177"/>
                <a:gd name="T33" fmla="*/ 29 h 704"/>
                <a:gd name="T34" fmla="*/ 147 w 177"/>
                <a:gd name="T35" fmla="*/ 673 h 704"/>
                <a:gd name="T36" fmla="*/ 30 w 177"/>
                <a:gd name="T37" fmla="*/ 673 h 704"/>
                <a:gd name="T38" fmla="*/ 30 w 177"/>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704">
                  <a:moveTo>
                    <a:pt x="162" y="0"/>
                  </a:moveTo>
                  <a:lnTo>
                    <a:pt x="162" y="0"/>
                  </a:lnTo>
                  <a:cubicBezTo>
                    <a:pt x="15" y="0"/>
                    <a:pt x="15" y="0"/>
                    <a:pt x="15" y="0"/>
                  </a:cubicBezTo>
                  <a:cubicBezTo>
                    <a:pt x="11" y="0"/>
                    <a:pt x="7" y="2"/>
                    <a:pt x="4" y="5"/>
                  </a:cubicBezTo>
                  <a:cubicBezTo>
                    <a:pt x="2" y="7"/>
                    <a:pt x="0" y="10"/>
                    <a:pt x="0" y="14"/>
                  </a:cubicBezTo>
                  <a:cubicBezTo>
                    <a:pt x="0" y="688"/>
                    <a:pt x="0" y="688"/>
                    <a:pt x="0" y="688"/>
                  </a:cubicBezTo>
                  <a:cubicBezTo>
                    <a:pt x="0" y="692"/>
                    <a:pt x="2" y="695"/>
                    <a:pt x="4" y="698"/>
                  </a:cubicBezTo>
                  <a:cubicBezTo>
                    <a:pt x="7" y="700"/>
                    <a:pt x="11" y="703"/>
                    <a:pt x="15" y="703"/>
                  </a:cubicBezTo>
                  <a:cubicBezTo>
                    <a:pt x="162" y="703"/>
                    <a:pt x="162" y="703"/>
                    <a:pt x="162" y="703"/>
                  </a:cubicBezTo>
                  <a:cubicBezTo>
                    <a:pt x="166" y="703"/>
                    <a:pt x="169" y="700"/>
                    <a:pt x="172" y="698"/>
                  </a:cubicBezTo>
                  <a:cubicBezTo>
                    <a:pt x="175" y="695"/>
                    <a:pt x="176" y="692"/>
                    <a:pt x="176" y="688"/>
                  </a:cubicBezTo>
                  <a:cubicBezTo>
                    <a:pt x="176" y="14"/>
                    <a:pt x="176" y="14"/>
                    <a:pt x="176" y="14"/>
                  </a:cubicBezTo>
                  <a:cubicBezTo>
                    <a:pt x="176" y="10"/>
                    <a:pt x="175" y="7"/>
                    <a:pt x="172" y="5"/>
                  </a:cubicBezTo>
                  <a:cubicBezTo>
                    <a:pt x="169" y="2"/>
                    <a:pt x="166" y="0"/>
                    <a:pt x="162" y="0"/>
                  </a:cubicBez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0" name="Group 113">
            <a:extLst>
              <a:ext uri="{FF2B5EF4-FFF2-40B4-BE49-F238E27FC236}">
                <a16:creationId xmlns:a16="http://schemas.microsoft.com/office/drawing/2014/main" id="{368562EF-01E1-D7AE-C267-CD8C0B3782EB}"/>
              </a:ext>
            </a:extLst>
          </p:cNvPr>
          <p:cNvGrpSpPr/>
          <p:nvPr/>
        </p:nvGrpSpPr>
        <p:grpSpPr>
          <a:xfrm>
            <a:off x="10490324" y="1878434"/>
            <a:ext cx="254000" cy="254000"/>
            <a:chOff x="9348788" y="2214563"/>
            <a:chExt cx="254000" cy="254000"/>
          </a:xfrm>
          <a:solidFill>
            <a:schemeClr val="tx2"/>
          </a:solidFill>
        </p:grpSpPr>
        <p:sp>
          <p:nvSpPr>
            <p:cNvPr id="111" name="Freeform 87">
              <a:extLst>
                <a:ext uri="{FF2B5EF4-FFF2-40B4-BE49-F238E27FC236}">
                  <a16:creationId xmlns:a16="http://schemas.microsoft.com/office/drawing/2014/main" id="{6A0AB95C-AAC4-E6FA-F272-819E9C2ED662}"/>
                </a:ext>
              </a:extLst>
            </p:cNvPr>
            <p:cNvSpPr>
              <a:spLocks noChangeArrowheads="1"/>
            </p:cNvSpPr>
            <p:nvPr/>
          </p:nvSpPr>
          <p:spPr bwMode="auto">
            <a:xfrm>
              <a:off x="9444038" y="2341563"/>
              <a:ext cx="63500" cy="127000"/>
            </a:xfrm>
            <a:custGeom>
              <a:avLst/>
              <a:gdLst>
                <a:gd name="T0" fmla="*/ 15 w 177"/>
                <a:gd name="T1" fmla="*/ 0 h 352"/>
                <a:gd name="T2" fmla="*/ 15 w 177"/>
                <a:gd name="T3" fmla="*/ 0 h 352"/>
                <a:gd name="T4" fmla="*/ 4 w 177"/>
                <a:gd name="T5" fmla="*/ 4 h 352"/>
                <a:gd name="T6" fmla="*/ 0 w 177"/>
                <a:gd name="T7" fmla="*/ 14 h 352"/>
                <a:gd name="T8" fmla="*/ 0 w 177"/>
                <a:gd name="T9" fmla="*/ 336 h 352"/>
                <a:gd name="T10" fmla="*/ 4 w 177"/>
                <a:gd name="T11" fmla="*/ 346 h 352"/>
                <a:gd name="T12" fmla="*/ 15 w 177"/>
                <a:gd name="T13" fmla="*/ 351 h 352"/>
                <a:gd name="T14" fmla="*/ 162 w 177"/>
                <a:gd name="T15" fmla="*/ 351 h 352"/>
                <a:gd name="T16" fmla="*/ 172 w 177"/>
                <a:gd name="T17" fmla="*/ 346 h 352"/>
                <a:gd name="T18" fmla="*/ 176 w 177"/>
                <a:gd name="T19" fmla="*/ 336 h 352"/>
                <a:gd name="T20" fmla="*/ 176 w 177"/>
                <a:gd name="T21" fmla="*/ 14 h 352"/>
                <a:gd name="T22" fmla="*/ 172 w 177"/>
                <a:gd name="T23" fmla="*/ 4 h 352"/>
                <a:gd name="T24" fmla="*/ 162 w 177"/>
                <a:gd name="T25" fmla="*/ 0 h 352"/>
                <a:gd name="T26" fmla="*/ 15 w 177"/>
                <a:gd name="T27" fmla="*/ 0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0"/>
                  </a:moveTo>
                  <a:lnTo>
                    <a:pt x="15" y="0"/>
                  </a:lnTo>
                  <a:cubicBezTo>
                    <a:pt x="11" y="0"/>
                    <a:pt x="7" y="1"/>
                    <a:pt x="4" y="4"/>
                  </a:cubicBezTo>
                  <a:cubicBezTo>
                    <a:pt x="1" y="7"/>
                    <a:pt x="0" y="9"/>
                    <a:pt x="0" y="14"/>
                  </a:cubicBezTo>
                  <a:cubicBezTo>
                    <a:pt x="0" y="336"/>
                    <a:pt x="0" y="336"/>
                    <a:pt x="0" y="336"/>
                  </a:cubicBezTo>
                  <a:cubicBezTo>
                    <a:pt x="0" y="340"/>
                    <a:pt x="1" y="343"/>
                    <a:pt x="4" y="346"/>
                  </a:cubicBezTo>
                  <a:cubicBezTo>
                    <a:pt x="7" y="348"/>
                    <a:pt x="11" y="351"/>
                    <a:pt x="15" y="351"/>
                  </a:cubicBez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lnTo>
                    <a:pt x="15" y="0"/>
                  </a:ln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88">
              <a:extLst>
                <a:ext uri="{FF2B5EF4-FFF2-40B4-BE49-F238E27FC236}">
                  <a16:creationId xmlns:a16="http://schemas.microsoft.com/office/drawing/2014/main" id="{AB93E924-EBBB-6FE8-411A-97FB150BA902}"/>
                </a:ext>
              </a:extLst>
            </p:cNvPr>
            <p:cNvSpPr>
              <a:spLocks noChangeArrowheads="1"/>
            </p:cNvSpPr>
            <p:nvPr/>
          </p:nvSpPr>
          <p:spPr bwMode="auto">
            <a:xfrm>
              <a:off x="9348788" y="2282825"/>
              <a:ext cx="63500" cy="185738"/>
            </a:xfrm>
            <a:custGeom>
              <a:avLst/>
              <a:gdLst>
                <a:gd name="T0" fmla="*/ 0 w 176"/>
                <a:gd name="T1" fmla="*/ 498 h 514"/>
                <a:gd name="T2" fmla="*/ 0 w 176"/>
                <a:gd name="T3" fmla="*/ 498 h 514"/>
                <a:gd name="T4" fmla="*/ 4 w 176"/>
                <a:gd name="T5" fmla="*/ 508 h 514"/>
                <a:gd name="T6" fmla="*/ 15 w 176"/>
                <a:gd name="T7" fmla="*/ 513 h 514"/>
                <a:gd name="T8" fmla="*/ 162 w 176"/>
                <a:gd name="T9" fmla="*/ 513 h 514"/>
                <a:gd name="T10" fmla="*/ 171 w 176"/>
                <a:gd name="T11" fmla="*/ 508 h 514"/>
                <a:gd name="T12" fmla="*/ 175 w 176"/>
                <a:gd name="T13" fmla="*/ 498 h 514"/>
                <a:gd name="T14" fmla="*/ 175 w 176"/>
                <a:gd name="T15" fmla="*/ 15 h 514"/>
                <a:gd name="T16" fmla="*/ 171 w 176"/>
                <a:gd name="T17" fmla="*/ 4 h 514"/>
                <a:gd name="T18" fmla="*/ 162 w 176"/>
                <a:gd name="T19" fmla="*/ 0 h 514"/>
                <a:gd name="T20" fmla="*/ 15 w 176"/>
                <a:gd name="T21" fmla="*/ 0 h 514"/>
                <a:gd name="T22" fmla="*/ 4 w 176"/>
                <a:gd name="T23" fmla="*/ 4 h 514"/>
                <a:gd name="T24" fmla="*/ 0 w 176"/>
                <a:gd name="T25" fmla="*/ 15 h 514"/>
                <a:gd name="T26" fmla="*/ 0 w 176"/>
                <a:gd name="T27" fmla="*/ 498 h 514"/>
                <a:gd name="T28" fmla="*/ 30 w 176"/>
                <a:gd name="T29" fmla="*/ 30 h 514"/>
                <a:gd name="T30" fmla="*/ 30 w 176"/>
                <a:gd name="T31" fmla="*/ 30 h 514"/>
                <a:gd name="T32" fmla="*/ 146 w 176"/>
                <a:gd name="T33" fmla="*/ 30 h 514"/>
                <a:gd name="T34" fmla="*/ 146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0" y="498"/>
                  </a:moveTo>
                  <a:lnTo>
                    <a:pt x="0" y="498"/>
                  </a:lnTo>
                  <a:cubicBezTo>
                    <a:pt x="0" y="502"/>
                    <a:pt x="1" y="505"/>
                    <a:pt x="4" y="508"/>
                  </a:cubicBezTo>
                  <a:cubicBezTo>
                    <a:pt x="6" y="510"/>
                    <a:pt x="11" y="513"/>
                    <a:pt x="15" y="513"/>
                  </a:cubicBezTo>
                  <a:cubicBezTo>
                    <a:pt x="162" y="513"/>
                    <a:pt x="162" y="513"/>
                    <a:pt x="162" y="513"/>
                  </a:cubicBezTo>
                  <a:cubicBezTo>
                    <a:pt x="166" y="513"/>
                    <a:pt x="168" y="510"/>
                    <a:pt x="171" y="508"/>
                  </a:cubicBezTo>
                  <a:cubicBezTo>
                    <a:pt x="174" y="505"/>
                    <a:pt x="175" y="502"/>
                    <a:pt x="175" y="498"/>
                  </a:cubicBezTo>
                  <a:cubicBezTo>
                    <a:pt x="175" y="15"/>
                    <a:pt x="175" y="15"/>
                    <a:pt x="175" y="15"/>
                  </a:cubicBezTo>
                  <a:cubicBezTo>
                    <a:pt x="175" y="11"/>
                    <a:pt x="174" y="7"/>
                    <a:pt x="171" y="4"/>
                  </a:cubicBezTo>
                  <a:cubicBezTo>
                    <a:pt x="168" y="1"/>
                    <a:pt x="166" y="0"/>
                    <a:pt x="162" y="0"/>
                  </a:cubicBezTo>
                  <a:cubicBezTo>
                    <a:pt x="15" y="0"/>
                    <a:pt x="15" y="0"/>
                    <a:pt x="15" y="0"/>
                  </a:cubicBezTo>
                  <a:cubicBezTo>
                    <a:pt x="11" y="0"/>
                    <a:pt x="6" y="1"/>
                    <a:pt x="4" y="4"/>
                  </a:cubicBezTo>
                  <a:cubicBezTo>
                    <a:pt x="1" y="7"/>
                    <a:pt x="0" y="11"/>
                    <a:pt x="0" y="15"/>
                  </a:cubicBezTo>
                  <a:lnTo>
                    <a:pt x="0" y="498"/>
                  </a:lnTo>
                  <a:close/>
                  <a:moveTo>
                    <a:pt x="30" y="30"/>
                  </a:moveTo>
                  <a:lnTo>
                    <a:pt x="30" y="30"/>
                  </a:lnTo>
                  <a:cubicBezTo>
                    <a:pt x="146" y="30"/>
                    <a:pt x="146" y="30"/>
                    <a:pt x="146" y="30"/>
                  </a:cubicBezTo>
                  <a:cubicBezTo>
                    <a:pt x="146" y="483"/>
                    <a:pt x="146" y="483"/>
                    <a:pt x="146"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3" name="Freeform 89">
              <a:extLst>
                <a:ext uri="{FF2B5EF4-FFF2-40B4-BE49-F238E27FC236}">
                  <a16:creationId xmlns:a16="http://schemas.microsoft.com/office/drawing/2014/main" id="{6F64641C-9C6D-9E66-DF0E-677A7A22988E}"/>
                </a:ext>
              </a:extLst>
            </p:cNvPr>
            <p:cNvSpPr>
              <a:spLocks noChangeArrowheads="1"/>
            </p:cNvSpPr>
            <p:nvPr/>
          </p:nvSpPr>
          <p:spPr bwMode="auto">
            <a:xfrm>
              <a:off x="9539288" y="2214563"/>
              <a:ext cx="63500" cy="254000"/>
            </a:xfrm>
            <a:custGeom>
              <a:avLst/>
              <a:gdLst>
                <a:gd name="T0" fmla="*/ 15 w 176"/>
                <a:gd name="T1" fmla="*/ 0 h 704"/>
                <a:gd name="T2" fmla="*/ 15 w 176"/>
                <a:gd name="T3" fmla="*/ 0 h 704"/>
                <a:gd name="T4" fmla="*/ 4 w 176"/>
                <a:gd name="T5" fmla="*/ 5 h 704"/>
                <a:gd name="T6" fmla="*/ 0 w 176"/>
                <a:gd name="T7" fmla="*/ 14 h 704"/>
                <a:gd name="T8" fmla="*/ 0 w 176"/>
                <a:gd name="T9" fmla="*/ 688 h 704"/>
                <a:gd name="T10" fmla="*/ 4 w 176"/>
                <a:gd name="T11" fmla="*/ 698 h 704"/>
                <a:gd name="T12" fmla="*/ 15 w 176"/>
                <a:gd name="T13" fmla="*/ 703 h 704"/>
                <a:gd name="T14" fmla="*/ 162 w 176"/>
                <a:gd name="T15" fmla="*/ 703 h 704"/>
                <a:gd name="T16" fmla="*/ 171 w 176"/>
                <a:gd name="T17" fmla="*/ 698 h 704"/>
                <a:gd name="T18" fmla="*/ 175 w 176"/>
                <a:gd name="T19" fmla="*/ 688 h 704"/>
                <a:gd name="T20" fmla="*/ 175 w 176"/>
                <a:gd name="T21" fmla="*/ 14 h 704"/>
                <a:gd name="T22" fmla="*/ 171 w 176"/>
                <a:gd name="T23" fmla="*/ 5 h 704"/>
                <a:gd name="T24" fmla="*/ 162 w 176"/>
                <a:gd name="T25" fmla="*/ 0 h 704"/>
                <a:gd name="T26" fmla="*/ 15 w 176"/>
                <a:gd name="T27" fmla="*/ 0 h 704"/>
                <a:gd name="T28" fmla="*/ 30 w 176"/>
                <a:gd name="T29" fmla="*/ 29 h 704"/>
                <a:gd name="T30" fmla="*/ 30 w 176"/>
                <a:gd name="T31" fmla="*/ 29 h 704"/>
                <a:gd name="T32" fmla="*/ 147 w 176"/>
                <a:gd name="T33" fmla="*/ 29 h 704"/>
                <a:gd name="T34" fmla="*/ 147 w 176"/>
                <a:gd name="T35" fmla="*/ 673 h 704"/>
                <a:gd name="T36" fmla="*/ 30 w 176"/>
                <a:gd name="T37" fmla="*/ 673 h 704"/>
                <a:gd name="T38" fmla="*/ 30 w 176"/>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704">
                  <a:moveTo>
                    <a:pt x="15" y="0"/>
                  </a:moveTo>
                  <a:lnTo>
                    <a:pt x="15" y="0"/>
                  </a:lnTo>
                  <a:cubicBezTo>
                    <a:pt x="11" y="0"/>
                    <a:pt x="6" y="2"/>
                    <a:pt x="4" y="5"/>
                  </a:cubicBezTo>
                  <a:cubicBezTo>
                    <a:pt x="1" y="7"/>
                    <a:pt x="0" y="10"/>
                    <a:pt x="0" y="14"/>
                  </a:cubicBezTo>
                  <a:cubicBezTo>
                    <a:pt x="0" y="688"/>
                    <a:pt x="0" y="688"/>
                    <a:pt x="0" y="688"/>
                  </a:cubicBezTo>
                  <a:cubicBezTo>
                    <a:pt x="0" y="692"/>
                    <a:pt x="1" y="695"/>
                    <a:pt x="4" y="698"/>
                  </a:cubicBezTo>
                  <a:cubicBezTo>
                    <a:pt x="6" y="700"/>
                    <a:pt x="11" y="703"/>
                    <a:pt x="15" y="703"/>
                  </a:cubicBezTo>
                  <a:cubicBezTo>
                    <a:pt x="162" y="703"/>
                    <a:pt x="162" y="703"/>
                    <a:pt x="162" y="703"/>
                  </a:cubicBezTo>
                  <a:cubicBezTo>
                    <a:pt x="166" y="703"/>
                    <a:pt x="168" y="700"/>
                    <a:pt x="171" y="698"/>
                  </a:cubicBezTo>
                  <a:cubicBezTo>
                    <a:pt x="174" y="695"/>
                    <a:pt x="175" y="692"/>
                    <a:pt x="175" y="688"/>
                  </a:cubicBezTo>
                  <a:cubicBezTo>
                    <a:pt x="175" y="14"/>
                    <a:pt x="175" y="14"/>
                    <a:pt x="175" y="14"/>
                  </a:cubicBezTo>
                  <a:cubicBezTo>
                    <a:pt x="175" y="10"/>
                    <a:pt x="174" y="7"/>
                    <a:pt x="171" y="5"/>
                  </a:cubicBezTo>
                  <a:cubicBezTo>
                    <a:pt x="168" y="2"/>
                    <a:pt x="166" y="0"/>
                    <a:pt x="162" y="0"/>
                  </a:cubicBezTo>
                  <a:lnTo>
                    <a:pt x="15" y="0"/>
                  </a:ln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4" name="Group 117">
            <a:extLst>
              <a:ext uri="{FF2B5EF4-FFF2-40B4-BE49-F238E27FC236}">
                <a16:creationId xmlns:a16="http://schemas.microsoft.com/office/drawing/2014/main" id="{7E859A2D-C436-97F4-5073-EDD1CF7A1947}"/>
              </a:ext>
            </a:extLst>
          </p:cNvPr>
          <p:cNvGrpSpPr/>
          <p:nvPr/>
        </p:nvGrpSpPr>
        <p:grpSpPr>
          <a:xfrm>
            <a:off x="9983911" y="2429470"/>
            <a:ext cx="254000" cy="233362"/>
            <a:chOff x="8842375" y="2732088"/>
            <a:chExt cx="254000" cy="233362"/>
          </a:xfrm>
          <a:solidFill>
            <a:schemeClr val="tx2"/>
          </a:solidFill>
        </p:grpSpPr>
        <p:sp>
          <p:nvSpPr>
            <p:cNvPr id="115" name="Freeform 90">
              <a:extLst>
                <a:ext uri="{FF2B5EF4-FFF2-40B4-BE49-F238E27FC236}">
                  <a16:creationId xmlns:a16="http://schemas.microsoft.com/office/drawing/2014/main" id="{5847C5BF-EC8D-5FA0-ADDC-4477B1B900A1}"/>
                </a:ext>
              </a:extLst>
            </p:cNvPr>
            <p:cNvSpPr>
              <a:spLocks noChangeArrowheads="1"/>
            </p:cNvSpPr>
            <p:nvPr/>
          </p:nvSpPr>
          <p:spPr bwMode="auto">
            <a:xfrm>
              <a:off x="8883650" y="2762250"/>
              <a:ext cx="169863" cy="117475"/>
            </a:xfrm>
            <a:custGeom>
              <a:avLst/>
              <a:gdLst>
                <a:gd name="T0" fmla="*/ 29 w 473"/>
                <a:gd name="T1" fmla="*/ 320 h 328"/>
                <a:gd name="T2" fmla="*/ 29 w 473"/>
                <a:gd name="T3" fmla="*/ 320 h 328"/>
                <a:gd name="T4" fmla="*/ 29 w 473"/>
                <a:gd name="T5" fmla="*/ 320 h 328"/>
                <a:gd name="T6" fmla="*/ 136 w 473"/>
                <a:gd name="T7" fmla="*/ 184 h 328"/>
                <a:gd name="T8" fmla="*/ 272 w 473"/>
                <a:gd name="T9" fmla="*/ 292 h 328"/>
                <a:gd name="T10" fmla="*/ 283 w 473"/>
                <a:gd name="T11" fmla="*/ 295 h 328"/>
                <a:gd name="T12" fmla="*/ 293 w 473"/>
                <a:gd name="T13" fmla="*/ 288 h 328"/>
                <a:gd name="T14" fmla="*/ 468 w 473"/>
                <a:gd name="T15" fmla="*/ 25 h 328"/>
                <a:gd name="T16" fmla="*/ 464 w 473"/>
                <a:gd name="T17" fmla="*/ 5 h 328"/>
                <a:gd name="T18" fmla="*/ 444 w 473"/>
                <a:gd name="T19" fmla="*/ 10 h 328"/>
                <a:gd name="T20" fmla="*/ 278 w 473"/>
                <a:gd name="T21" fmla="*/ 259 h 328"/>
                <a:gd name="T22" fmla="*/ 143 w 473"/>
                <a:gd name="T23" fmla="*/ 152 h 328"/>
                <a:gd name="T24" fmla="*/ 122 w 473"/>
                <a:gd name="T25" fmla="*/ 155 h 328"/>
                <a:gd name="T26" fmla="*/ 6 w 473"/>
                <a:gd name="T27" fmla="*/ 301 h 328"/>
                <a:gd name="T28" fmla="*/ 8 w 473"/>
                <a:gd name="T29" fmla="*/ 321 h 328"/>
                <a:gd name="T30" fmla="*/ 29 w 473"/>
                <a:gd name="T31" fmla="*/ 32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73" h="328">
                  <a:moveTo>
                    <a:pt x="29" y="320"/>
                  </a:moveTo>
                  <a:lnTo>
                    <a:pt x="29" y="320"/>
                  </a:lnTo>
                  <a:lnTo>
                    <a:pt x="29" y="320"/>
                  </a:lnTo>
                  <a:cubicBezTo>
                    <a:pt x="136" y="184"/>
                    <a:pt x="136" y="184"/>
                    <a:pt x="136" y="184"/>
                  </a:cubicBezTo>
                  <a:cubicBezTo>
                    <a:pt x="272" y="292"/>
                    <a:pt x="272" y="292"/>
                    <a:pt x="272" y="292"/>
                  </a:cubicBezTo>
                  <a:cubicBezTo>
                    <a:pt x="275" y="295"/>
                    <a:pt x="279" y="296"/>
                    <a:pt x="283" y="295"/>
                  </a:cubicBezTo>
                  <a:cubicBezTo>
                    <a:pt x="287" y="295"/>
                    <a:pt x="291" y="292"/>
                    <a:pt x="293" y="288"/>
                  </a:cubicBezTo>
                  <a:cubicBezTo>
                    <a:pt x="468" y="25"/>
                    <a:pt x="468" y="25"/>
                    <a:pt x="468" y="25"/>
                  </a:cubicBezTo>
                  <a:cubicBezTo>
                    <a:pt x="472" y="19"/>
                    <a:pt x="471" y="10"/>
                    <a:pt x="464" y="5"/>
                  </a:cubicBezTo>
                  <a:cubicBezTo>
                    <a:pt x="457" y="0"/>
                    <a:pt x="449" y="3"/>
                    <a:pt x="444" y="10"/>
                  </a:cubicBezTo>
                  <a:cubicBezTo>
                    <a:pt x="278" y="259"/>
                    <a:pt x="278" y="259"/>
                    <a:pt x="278" y="259"/>
                  </a:cubicBezTo>
                  <a:cubicBezTo>
                    <a:pt x="143" y="152"/>
                    <a:pt x="143" y="152"/>
                    <a:pt x="143" y="152"/>
                  </a:cubicBezTo>
                  <a:cubicBezTo>
                    <a:pt x="137" y="147"/>
                    <a:pt x="128" y="148"/>
                    <a:pt x="122" y="155"/>
                  </a:cubicBezTo>
                  <a:cubicBezTo>
                    <a:pt x="6" y="301"/>
                    <a:pt x="6" y="301"/>
                    <a:pt x="6" y="301"/>
                  </a:cubicBezTo>
                  <a:cubicBezTo>
                    <a:pt x="0" y="307"/>
                    <a:pt x="2" y="317"/>
                    <a:pt x="8" y="321"/>
                  </a:cubicBezTo>
                  <a:cubicBezTo>
                    <a:pt x="14" y="327"/>
                    <a:pt x="24" y="325"/>
                    <a:pt x="29" y="3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6" name="Freeform 91">
              <a:extLst>
                <a:ext uri="{FF2B5EF4-FFF2-40B4-BE49-F238E27FC236}">
                  <a16:creationId xmlns:a16="http://schemas.microsoft.com/office/drawing/2014/main" id="{397094EB-06C8-90E8-5882-A6B92841E978}"/>
                </a:ext>
              </a:extLst>
            </p:cNvPr>
            <p:cNvSpPr>
              <a:spLocks noChangeArrowheads="1"/>
            </p:cNvSpPr>
            <p:nvPr/>
          </p:nvSpPr>
          <p:spPr bwMode="auto">
            <a:xfrm>
              <a:off x="8842375" y="2732088"/>
              <a:ext cx="254000" cy="233362"/>
            </a:xfrm>
            <a:custGeom>
              <a:avLst/>
              <a:gdLst>
                <a:gd name="T0" fmla="*/ 15 w 704"/>
                <a:gd name="T1" fmla="*/ 29 h 647"/>
                <a:gd name="T2" fmla="*/ 15 w 704"/>
                <a:gd name="T3" fmla="*/ 29 h 647"/>
                <a:gd name="T4" fmla="*/ 30 w 704"/>
                <a:gd name="T5" fmla="*/ 29 h 647"/>
                <a:gd name="T6" fmla="*/ 30 w 704"/>
                <a:gd name="T7" fmla="*/ 454 h 647"/>
                <a:gd name="T8" fmla="*/ 74 w 704"/>
                <a:gd name="T9" fmla="*/ 498 h 647"/>
                <a:gd name="T10" fmla="*/ 277 w 704"/>
                <a:gd name="T11" fmla="*/ 498 h 647"/>
                <a:gd name="T12" fmla="*/ 180 w 704"/>
                <a:gd name="T13" fmla="*/ 620 h 647"/>
                <a:gd name="T14" fmla="*/ 181 w 704"/>
                <a:gd name="T15" fmla="*/ 641 h 647"/>
                <a:gd name="T16" fmla="*/ 202 w 704"/>
                <a:gd name="T17" fmla="*/ 638 h 647"/>
                <a:gd name="T18" fmla="*/ 314 w 704"/>
                <a:gd name="T19" fmla="*/ 498 h 647"/>
                <a:gd name="T20" fmla="*/ 388 w 704"/>
                <a:gd name="T21" fmla="*/ 498 h 647"/>
                <a:gd name="T22" fmla="*/ 501 w 704"/>
                <a:gd name="T23" fmla="*/ 638 h 647"/>
                <a:gd name="T24" fmla="*/ 522 w 704"/>
                <a:gd name="T25" fmla="*/ 641 h 647"/>
                <a:gd name="T26" fmla="*/ 524 w 704"/>
                <a:gd name="T27" fmla="*/ 620 h 647"/>
                <a:gd name="T28" fmla="*/ 427 w 704"/>
                <a:gd name="T29" fmla="*/ 498 h 647"/>
                <a:gd name="T30" fmla="*/ 630 w 704"/>
                <a:gd name="T31" fmla="*/ 498 h 647"/>
                <a:gd name="T32" fmla="*/ 674 w 704"/>
                <a:gd name="T33" fmla="*/ 454 h 647"/>
                <a:gd name="T34" fmla="*/ 674 w 704"/>
                <a:gd name="T35" fmla="*/ 29 h 647"/>
                <a:gd name="T36" fmla="*/ 689 w 704"/>
                <a:gd name="T37" fmla="*/ 29 h 647"/>
                <a:gd name="T38" fmla="*/ 703 w 704"/>
                <a:gd name="T39" fmla="*/ 15 h 647"/>
                <a:gd name="T40" fmla="*/ 689 w 704"/>
                <a:gd name="T41" fmla="*/ 0 h 647"/>
                <a:gd name="T42" fmla="*/ 659 w 704"/>
                <a:gd name="T43" fmla="*/ 0 h 647"/>
                <a:gd name="T44" fmla="*/ 44 w 704"/>
                <a:gd name="T45" fmla="*/ 0 h 647"/>
                <a:gd name="T46" fmla="*/ 15 w 704"/>
                <a:gd name="T47" fmla="*/ 0 h 647"/>
                <a:gd name="T48" fmla="*/ 0 w 704"/>
                <a:gd name="T49" fmla="*/ 15 h 647"/>
                <a:gd name="T50" fmla="*/ 15 w 704"/>
                <a:gd name="T51" fmla="*/ 29 h 647"/>
                <a:gd name="T52" fmla="*/ 645 w 704"/>
                <a:gd name="T53" fmla="*/ 454 h 647"/>
                <a:gd name="T54" fmla="*/ 645 w 704"/>
                <a:gd name="T55" fmla="*/ 454 h 647"/>
                <a:gd name="T56" fmla="*/ 630 w 704"/>
                <a:gd name="T57" fmla="*/ 468 h 647"/>
                <a:gd name="T58" fmla="*/ 74 w 704"/>
                <a:gd name="T59" fmla="*/ 468 h 647"/>
                <a:gd name="T60" fmla="*/ 59 w 704"/>
                <a:gd name="T61" fmla="*/ 454 h 647"/>
                <a:gd name="T62" fmla="*/ 59 w 704"/>
                <a:gd name="T63" fmla="*/ 29 h 647"/>
                <a:gd name="T64" fmla="*/ 645 w 704"/>
                <a:gd name="T65" fmla="*/ 29 h 647"/>
                <a:gd name="T66" fmla="*/ 645 w 704"/>
                <a:gd name="T67" fmla="*/ 454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4" h="647">
                  <a:moveTo>
                    <a:pt x="15" y="29"/>
                  </a:moveTo>
                  <a:lnTo>
                    <a:pt x="15" y="29"/>
                  </a:lnTo>
                  <a:cubicBezTo>
                    <a:pt x="30" y="29"/>
                    <a:pt x="30" y="29"/>
                    <a:pt x="30" y="29"/>
                  </a:cubicBezTo>
                  <a:cubicBezTo>
                    <a:pt x="30" y="454"/>
                    <a:pt x="30" y="454"/>
                    <a:pt x="30" y="454"/>
                  </a:cubicBezTo>
                  <a:cubicBezTo>
                    <a:pt x="30" y="478"/>
                    <a:pt x="49" y="498"/>
                    <a:pt x="74" y="498"/>
                  </a:cubicBezTo>
                  <a:cubicBezTo>
                    <a:pt x="277" y="498"/>
                    <a:pt x="277" y="498"/>
                    <a:pt x="277" y="498"/>
                  </a:cubicBezTo>
                  <a:cubicBezTo>
                    <a:pt x="180" y="620"/>
                    <a:pt x="180" y="620"/>
                    <a:pt x="180" y="620"/>
                  </a:cubicBezTo>
                  <a:cubicBezTo>
                    <a:pt x="174" y="626"/>
                    <a:pt x="176" y="635"/>
                    <a:pt x="181" y="641"/>
                  </a:cubicBezTo>
                  <a:cubicBezTo>
                    <a:pt x="188" y="646"/>
                    <a:pt x="198" y="645"/>
                    <a:pt x="202" y="638"/>
                  </a:cubicBezTo>
                  <a:cubicBezTo>
                    <a:pt x="314" y="498"/>
                    <a:pt x="314" y="498"/>
                    <a:pt x="314" y="498"/>
                  </a:cubicBezTo>
                  <a:cubicBezTo>
                    <a:pt x="388" y="498"/>
                    <a:pt x="388" y="498"/>
                    <a:pt x="388" y="498"/>
                  </a:cubicBezTo>
                  <a:cubicBezTo>
                    <a:pt x="501" y="638"/>
                    <a:pt x="501" y="638"/>
                    <a:pt x="501" y="638"/>
                  </a:cubicBezTo>
                  <a:cubicBezTo>
                    <a:pt x="506" y="645"/>
                    <a:pt x="516" y="646"/>
                    <a:pt x="522" y="641"/>
                  </a:cubicBezTo>
                  <a:cubicBezTo>
                    <a:pt x="528" y="635"/>
                    <a:pt x="530" y="626"/>
                    <a:pt x="524" y="620"/>
                  </a:cubicBezTo>
                  <a:cubicBezTo>
                    <a:pt x="427" y="498"/>
                    <a:pt x="427" y="498"/>
                    <a:pt x="427" y="498"/>
                  </a:cubicBezTo>
                  <a:cubicBezTo>
                    <a:pt x="630" y="498"/>
                    <a:pt x="630" y="498"/>
                    <a:pt x="630" y="498"/>
                  </a:cubicBezTo>
                  <a:cubicBezTo>
                    <a:pt x="655" y="498"/>
                    <a:pt x="674" y="478"/>
                    <a:pt x="674" y="454"/>
                  </a:cubicBezTo>
                  <a:cubicBezTo>
                    <a:pt x="674" y="29"/>
                    <a:pt x="674" y="29"/>
                    <a:pt x="674" y="29"/>
                  </a:cubicBezTo>
                  <a:cubicBezTo>
                    <a:pt x="689" y="29"/>
                    <a:pt x="689" y="29"/>
                    <a:pt x="689" y="29"/>
                  </a:cubicBezTo>
                  <a:cubicBezTo>
                    <a:pt x="697" y="29"/>
                    <a:pt x="703" y="22"/>
                    <a:pt x="703" y="15"/>
                  </a:cubicBezTo>
                  <a:cubicBezTo>
                    <a:pt x="703" y="7"/>
                    <a:pt x="697" y="0"/>
                    <a:pt x="689" y="0"/>
                  </a:cubicBezTo>
                  <a:cubicBezTo>
                    <a:pt x="659" y="0"/>
                    <a:pt x="659" y="0"/>
                    <a:pt x="659" y="0"/>
                  </a:cubicBezTo>
                  <a:cubicBezTo>
                    <a:pt x="44" y="0"/>
                    <a:pt x="44" y="0"/>
                    <a:pt x="44" y="0"/>
                  </a:cubicBezTo>
                  <a:cubicBezTo>
                    <a:pt x="15" y="0"/>
                    <a:pt x="15" y="0"/>
                    <a:pt x="15" y="0"/>
                  </a:cubicBezTo>
                  <a:cubicBezTo>
                    <a:pt x="7" y="0"/>
                    <a:pt x="0" y="7"/>
                    <a:pt x="0" y="15"/>
                  </a:cubicBezTo>
                  <a:cubicBezTo>
                    <a:pt x="0" y="22"/>
                    <a:pt x="7" y="29"/>
                    <a:pt x="15" y="29"/>
                  </a:cubicBezTo>
                  <a:close/>
                  <a:moveTo>
                    <a:pt x="645" y="454"/>
                  </a:moveTo>
                  <a:lnTo>
                    <a:pt x="645" y="454"/>
                  </a:lnTo>
                  <a:cubicBezTo>
                    <a:pt x="645" y="461"/>
                    <a:pt x="638" y="468"/>
                    <a:pt x="630" y="468"/>
                  </a:cubicBezTo>
                  <a:cubicBezTo>
                    <a:pt x="74" y="468"/>
                    <a:pt x="74" y="468"/>
                    <a:pt x="74" y="468"/>
                  </a:cubicBezTo>
                  <a:cubicBezTo>
                    <a:pt x="66" y="468"/>
                    <a:pt x="59" y="461"/>
                    <a:pt x="59" y="454"/>
                  </a:cubicBezTo>
                  <a:cubicBezTo>
                    <a:pt x="59" y="29"/>
                    <a:pt x="59" y="29"/>
                    <a:pt x="59" y="29"/>
                  </a:cubicBezTo>
                  <a:cubicBezTo>
                    <a:pt x="645" y="29"/>
                    <a:pt x="645" y="29"/>
                    <a:pt x="645" y="29"/>
                  </a:cubicBezTo>
                  <a:lnTo>
                    <a:pt x="645" y="4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7" name="Group 120">
            <a:extLst>
              <a:ext uri="{FF2B5EF4-FFF2-40B4-BE49-F238E27FC236}">
                <a16:creationId xmlns:a16="http://schemas.microsoft.com/office/drawing/2014/main" id="{8CFA8A4D-52CA-D197-5D0F-E3CCCC010006}"/>
              </a:ext>
            </a:extLst>
          </p:cNvPr>
          <p:cNvGrpSpPr/>
          <p:nvPr/>
        </p:nvGrpSpPr>
        <p:grpSpPr>
          <a:xfrm>
            <a:off x="9983911" y="866403"/>
            <a:ext cx="254000" cy="254000"/>
            <a:chOff x="8842375" y="1203325"/>
            <a:chExt cx="254000" cy="254000"/>
          </a:xfrm>
          <a:solidFill>
            <a:schemeClr val="tx2"/>
          </a:solidFill>
        </p:grpSpPr>
        <p:sp>
          <p:nvSpPr>
            <p:cNvPr id="118" name="Freeform 92">
              <a:extLst>
                <a:ext uri="{FF2B5EF4-FFF2-40B4-BE49-F238E27FC236}">
                  <a16:creationId xmlns:a16="http://schemas.microsoft.com/office/drawing/2014/main" id="{5DB1589A-C970-1835-8CCE-6D5CECC1DD8C}"/>
                </a:ext>
              </a:extLst>
            </p:cNvPr>
            <p:cNvSpPr>
              <a:spLocks noChangeArrowheads="1"/>
            </p:cNvSpPr>
            <p:nvPr/>
          </p:nvSpPr>
          <p:spPr bwMode="auto">
            <a:xfrm>
              <a:off x="8842375" y="1203325"/>
              <a:ext cx="115888" cy="115888"/>
            </a:xfrm>
            <a:custGeom>
              <a:avLst/>
              <a:gdLst>
                <a:gd name="T0" fmla="*/ 4 w 323"/>
                <a:gd name="T1" fmla="*/ 4 h 322"/>
                <a:gd name="T2" fmla="*/ 4 w 323"/>
                <a:gd name="T3" fmla="*/ 4 h 322"/>
                <a:gd name="T4" fmla="*/ 0 w 323"/>
                <a:gd name="T5" fmla="*/ 14 h 322"/>
                <a:gd name="T6" fmla="*/ 0 w 323"/>
                <a:gd name="T7" fmla="*/ 308 h 322"/>
                <a:gd name="T8" fmla="*/ 4 w 323"/>
                <a:gd name="T9" fmla="*/ 317 h 322"/>
                <a:gd name="T10" fmla="*/ 15 w 323"/>
                <a:gd name="T11" fmla="*/ 321 h 322"/>
                <a:gd name="T12" fmla="*/ 307 w 323"/>
                <a:gd name="T13" fmla="*/ 321 h 322"/>
                <a:gd name="T14" fmla="*/ 318 w 323"/>
                <a:gd name="T15" fmla="*/ 317 h 322"/>
                <a:gd name="T16" fmla="*/ 322 w 323"/>
                <a:gd name="T17" fmla="*/ 308 h 322"/>
                <a:gd name="T18" fmla="*/ 322 w 323"/>
                <a:gd name="T19" fmla="*/ 14 h 322"/>
                <a:gd name="T20" fmla="*/ 318 w 323"/>
                <a:gd name="T21" fmla="*/ 4 h 322"/>
                <a:gd name="T22" fmla="*/ 307 w 323"/>
                <a:gd name="T23" fmla="*/ 0 h 322"/>
                <a:gd name="T24" fmla="*/ 15 w 323"/>
                <a:gd name="T25" fmla="*/ 0 h 322"/>
                <a:gd name="T26" fmla="*/ 4 w 323"/>
                <a:gd name="T27" fmla="*/ 4 h 322"/>
                <a:gd name="T28" fmla="*/ 30 w 323"/>
                <a:gd name="T29" fmla="*/ 29 h 322"/>
                <a:gd name="T30" fmla="*/ 30 w 323"/>
                <a:gd name="T31" fmla="*/ 29 h 322"/>
                <a:gd name="T32" fmla="*/ 294 w 323"/>
                <a:gd name="T33" fmla="*/ 29 h 322"/>
                <a:gd name="T34" fmla="*/ 294 w 323"/>
                <a:gd name="T35" fmla="*/ 293 h 322"/>
                <a:gd name="T36" fmla="*/ 30 w 323"/>
                <a:gd name="T37" fmla="*/ 293 h 322"/>
                <a:gd name="T38" fmla="*/ 30 w 323"/>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2">
                  <a:moveTo>
                    <a:pt x="4" y="4"/>
                  </a:moveTo>
                  <a:lnTo>
                    <a:pt x="4" y="4"/>
                  </a:lnTo>
                  <a:cubicBezTo>
                    <a:pt x="1" y="7"/>
                    <a:pt x="0" y="10"/>
                    <a:pt x="0" y="14"/>
                  </a:cubicBezTo>
                  <a:cubicBezTo>
                    <a:pt x="0" y="308"/>
                    <a:pt x="0" y="308"/>
                    <a:pt x="0" y="308"/>
                  </a:cubicBezTo>
                  <a:cubicBezTo>
                    <a:pt x="0" y="310"/>
                    <a:pt x="1" y="315"/>
                    <a:pt x="4" y="317"/>
                  </a:cubicBezTo>
                  <a:cubicBezTo>
                    <a:pt x="7" y="320"/>
                    <a:pt x="11" y="321"/>
                    <a:pt x="15" y="321"/>
                  </a:cubicBezTo>
                  <a:cubicBezTo>
                    <a:pt x="307" y="321"/>
                    <a:pt x="307" y="321"/>
                    <a:pt x="307" y="321"/>
                  </a:cubicBezTo>
                  <a:cubicBezTo>
                    <a:pt x="312" y="321"/>
                    <a:pt x="316" y="320"/>
                    <a:pt x="318" y="317"/>
                  </a:cubicBezTo>
                  <a:cubicBezTo>
                    <a:pt x="321" y="315"/>
                    <a:pt x="322" y="310"/>
                    <a:pt x="322" y="308"/>
                  </a:cubicBezTo>
                  <a:cubicBezTo>
                    <a:pt x="322" y="14"/>
                    <a:pt x="322" y="14"/>
                    <a:pt x="322" y="14"/>
                  </a:cubicBezTo>
                  <a:cubicBezTo>
                    <a:pt x="322" y="10"/>
                    <a:pt x="321" y="7"/>
                    <a:pt x="318" y="4"/>
                  </a:cubicBezTo>
                  <a:cubicBezTo>
                    <a:pt x="316" y="2"/>
                    <a:pt x="312" y="0"/>
                    <a:pt x="307" y="0"/>
                  </a:cubicBezTo>
                  <a:cubicBezTo>
                    <a:pt x="15" y="0"/>
                    <a:pt x="15" y="0"/>
                    <a:pt x="15" y="0"/>
                  </a:cubicBezTo>
                  <a:cubicBezTo>
                    <a:pt x="11" y="0"/>
                    <a:pt x="7" y="2"/>
                    <a:pt x="4" y="4"/>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9" name="Freeform 93">
              <a:extLst>
                <a:ext uri="{FF2B5EF4-FFF2-40B4-BE49-F238E27FC236}">
                  <a16:creationId xmlns:a16="http://schemas.microsoft.com/office/drawing/2014/main" id="{AF0DE0CC-8F40-34E4-9D11-DF8FA47F38DA}"/>
                </a:ext>
              </a:extLst>
            </p:cNvPr>
            <p:cNvSpPr>
              <a:spLocks noChangeArrowheads="1"/>
            </p:cNvSpPr>
            <p:nvPr/>
          </p:nvSpPr>
          <p:spPr bwMode="auto">
            <a:xfrm>
              <a:off x="8874125" y="1235075"/>
              <a:ext cx="53975" cy="52388"/>
            </a:xfrm>
            <a:custGeom>
              <a:avLst/>
              <a:gdLst>
                <a:gd name="T0" fmla="*/ 132 w 148"/>
                <a:gd name="T1" fmla="*/ 0 h 147"/>
                <a:gd name="T2" fmla="*/ 132 w 148"/>
                <a:gd name="T3" fmla="*/ 0 h 147"/>
                <a:gd name="T4" fmla="*/ 15 w 148"/>
                <a:gd name="T5" fmla="*/ 0 h 147"/>
                <a:gd name="T6" fmla="*/ 4 w 148"/>
                <a:gd name="T7" fmla="*/ 4 h 147"/>
                <a:gd name="T8" fmla="*/ 0 w 148"/>
                <a:gd name="T9" fmla="*/ 14 h 147"/>
                <a:gd name="T10" fmla="*/ 0 w 148"/>
                <a:gd name="T11" fmla="*/ 132 h 147"/>
                <a:gd name="T12" fmla="*/ 4 w 148"/>
                <a:gd name="T13" fmla="*/ 142 h 147"/>
                <a:gd name="T14" fmla="*/ 15 w 148"/>
                <a:gd name="T15" fmla="*/ 146 h 147"/>
                <a:gd name="T16" fmla="*/ 132 w 148"/>
                <a:gd name="T17" fmla="*/ 146 h 147"/>
                <a:gd name="T18" fmla="*/ 143 w 148"/>
                <a:gd name="T19" fmla="*/ 142 h 147"/>
                <a:gd name="T20" fmla="*/ 147 w 148"/>
                <a:gd name="T21" fmla="*/ 132 h 147"/>
                <a:gd name="T22" fmla="*/ 147 w 148"/>
                <a:gd name="T23" fmla="*/ 14 h 147"/>
                <a:gd name="T24" fmla="*/ 143 w 148"/>
                <a:gd name="T25" fmla="*/ 4 h 147"/>
                <a:gd name="T26" fmla="*/ 132 w 148"/>
                <a:gd name="T27" fmla="*/ 0 h 147"/>
                <a:gd name="T28" fmla="*/ 30 w 148"/>
                <a:gd name="T29" fmla="*/ 29 h 147"/>
                <a:gd name="T30" fmla="*/ 30 w 148"/>
                <a:gd name="T31" fmla="*/ 29 h 147"/>
                <a:gd name="T32" fmla="*/ 118 w 148"/>
                <a:gd name="T33" fmla="*/ 29 h 147"/>
                <a:gd name="T34" fmla="*/ 118 w 148"/>
                <a:gd name="T35" fmla="*/ 117 h 147"/>
                <a:gd name="T36" fmla="*/ 30 w 148"/>
                <a:gd name="T37" fmla="*/ 117 h 147"/>
                <a:gd name="T38" fmla="*/ 30 w 148"/>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7">
                  <a:moveTo>
                    <a:pt x="132" y="0"/>
                  </a:moveTo>
                  <a:lnTo>
                    <a:pt x="132" y="0"/>
                  </a:lnTo>
                  <a:cubicBezTo>
                    <a:pt x="15" y="0"/>
                    <a:pt x="15" y="0"/>
                    <a:pt x="15" y="0"/>
                  </a:cubicBezTo>
                  <a:cubicBezTo>
                    <a:pt x="11" y="0"/>
                    <a:pt x="7" y="1"/>
                    <a:pt x="4" y="4"/>
                  </a:cubicBezTo>
                  <a:cubicBezTo>
                    <a:pt x="1" y="7"/>
                    <a:pt x="0" y="10"/>
                    <a:pt x="0" y="14"/>
                  </a:cubicBezTo>
                  <a:cubicBezTo>
                    <a:pt x="0" y="132"/>
                    <a:pt x="0" y="132"/>
                    <a:pt x="0" y="132"/>
                  </a:cubicBezTo>
                  <a:cubicBezTo>
                    <a:pt x="0" y="135"/>
                    <a:pt x="1" y="139"/>
                    <a:pt x="4" y="142"/>
                  </a:cubicBezTo>
                  <a:cubicBezTo>
                    <a:pt x="7" y="144"/>
                    <a:pt x="11" y="146"/>
                    <a:pt x="15" y="146"/>
                  </a:cubicBezTo>
                  <a:cubicBezTo>
                    <a:pt x="132" y="146"/>
                    <a:pt x="132" y="146"/>
                    <a:pt x="132" y="146"/>
                  </a:cubicBezTo>
                  <a:cubicBezTo>
                    <a:pt x="136" y="146"/>
                    <a:pt x="140" y="144"/>
                    <a:pt x="143" y="142"/>
                  </a:cubicBezTo>
                  <a:cubicBezTo>
                    <a:pt x="145" y="139"/>
                    <a:pt x="147" y="135"/>
                    <a:pt x="147" y="132"/>
                  </a:cubicBezTo>
                  <a:cubicBezTo>
                    <a:pt x="147" y="14"/>
                    <a:pt x="147" y="14"/>
                    <a:pt x="147" y="14"/>
                  </a:cubicBezTo>
                  <a:cubicBezTo>
                    <a:pt x="147" y="10"/>
                    <a:pt x="145" y="7"/>
                    <a:pt x="143" y="4"/>
                  </a:cubicBezTo>
                  <a:cubicBezTo>
                    <a:pt x="140" y="1"/>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0" name="Freeform 94">
              <a:extLst>
                <a:ext uri="{FF2B5EF4-FFF2-40B4-BE49-F238E27FC236}">
                  <a16:creationId xmlns:a16="http://schemas.microsoft.com/office/drawing/2014/main" id="{A0571949-9D5E-2349-7E9E-60B7D79028F6}"/>
                </a:ext>
              </a:extLst>
            </p:cNvPr>
            <p:cNvSpPr>
              <a:spLocks noChangeArrowheads="1"/>
            </p:cNvSpPr>
            <p:nvPr/>
          </p:nvSpPr>
          <p:spPr bwMode="auto">
            <a:xfrm>
              <a:off x="8874125" y="1371600"/>
              <a:ext cx="53975" cy="53975"/>
            </a:xfrm>
            <a:custGeom>
              <a:avLst/>
              <a:gdLst>
                <a:gd name="T0" fmla="*/ 132 w 148"/>
                <a:gd name="T1" fmla="*/ 0 h 148"/>
                <a:gd name="T2" fmla="*/ 132 w 148"/>
                <a:gd name="T3" fmla="*/ 0 h 148"/>
                <a:gd name="T4" fmla="*/ 15 w 148"/>
                <a:gd name="T5" fmla="*/ 0 h 148"/>
                <a:gd name="T6" fmla="*/ 4 w 148"/>
                <a:gd name="T7" fmla="*/ 4 h 148"/>
                <a:gd name="T8" fmla="*/ 0 w 148"/>
                <a:gd name="T9" fmla="*/ 15 h 148"/>
                <a:gd name="T10" fmla="*/ 0 w 148"/>
                <a:gd name="T11" fmla="*/ 132 h 148"/>
                <a:gd name="T12" fmla="*/ 4 w 148"/>
                <a:gd name="T13" fmla="*/ 142 h 148"/>
                <a:gd name="T14" fmla="*/ 15 w 148"/>
                <a:gd name="T15" fmla="*/ 147 h 148"/>
                <a:gd name="T16" fmla="*/ 132 w 148"/>
                <a:gd name="T17" fmla="*/ 147 h 148"/>
                <a:gd name="T18" fmla="*/ 143 w 148"/>
                <a:gd name="T19" fmla="*/ 142 h 148"/>
                <a:gd name="T20" fmla="*/ 147 w 148"/>
                <a:gd name="T21" fmla="*/ 132 h 148"/>
                <a:gd name="T22" fmla="*/ 147 w 148"/>
                <a:gd name="T23" fmla="*/ 15 h 148"/>
                <a:gd name="T24" fmla="*/ 143 w 148"/>
                <a:gd name="T25" fmla="*/ 4 h 148"/>
                <a:gd name="T26" fmla="*/ 132 w 148"/>
                <a:gd name="T27" fmla="*/ 0 h 148"/>
                <a:gd name="T28" fmla="*/ 30 w 148"/>
                <a:gd name="T29" fmla="*/ 29 h 148"/>
                <a:gd name="T30" fmla="*/ 30 w 148"/>
                <a:gd name="T31" fmla="*/ 29 h 148"/>
                <a:gd name="T32" fmla="*/ 118 w 148"/>
                <a:gd name="T33" fmla="*/ 29 h 148"/>
                <a:gd name="T34" fmla="*/ 118 w 148"/>
                <a:gd name="T35" fmla="*/ 117 h 148"/>
                <a:gd name="T36" fmla="*/ 30 w 148"/>
                <a:gd name="T37" fmla="*/ 117 h 148"/>
                <a:gd name="T38" fmla="*/ 30 w 148"/>
                <a:gd name="T39"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8">
                  <a:moveTo>
                    <a:pt x="132" y="0"/>
                  </a:moveTo>
                  <a:lnTo>
                    <a:pt x="132" y="0"/>
                  </a:lnTo>
                  <a:cubicBezTo>
                    <a:pt x="15" y="0"/>
                    <a:pt x="15" y="0"/>
                    <a:pt x="15" y="0"/>
                  </a:cubicBezTo>
                  <a:cubicBezTo>
                    <a:pt x="11" y="0"/>
                    <a:pt x="7" y="2"/>
                    <a:pt x="4" y="4"/>
                  </a:cubicBezTo>
                  <a:cubicBezTo>
                    <a:pt x="1" y="7"/>
                    <a:pt x="0" y="11"/>
                    <a:pt x="0" y="15"/>
                  </a:cubicBezTo>
                  <a:cubicBezTo>
                    <a:pt x="0" y="132"/>
                    <a:pt x="0" y="132"/>
                    <a:pt x="0" y="132"/>
                  </a:cubicBezTo>
                  <a:cubicBezTo>
                    <a:pt x="0" y="136"/>
                    <a:pt x="1" y="139"/>
                    <a:pt x="4" y="142"/>
                  </a:cubicBezTo>
                  <a:cubicBezTo>
                    <a:pt x="7" y="144"/>
                    <a:pt x="11" y="147"/>
                    <a:pt x="15" y="147"/>
                  </a:cubicBezTo>
                  <a:cubicBezTo>
                    <a:pt x="132" y="147"/>
                    <a:pt x="132" y="147"/>
                    <a:pt x="132" y="147"/>
                  </a:cubicBezTo>
                  <a:cubicBezTo>
                    <a:pt x="136" y="147"/>
                    <a:pt x="140" y="144"/>
                    <a:pt x="143" y="142"/>
                  </a:cubicBezTo>
                  <a:cubicBezTo>
                    <a:pt x="145" y="139"/>
                    <a:pt x="147" y="136"/>
                    <a:pt x="147" y="132"/>
                  </a:cubicBezTo>
                  <a:cubicBezTo>
                    <a:pt x="147" y="15"/>
                    <a:pt x="147" y="15"/>
                    <a:pt x="147" y="15"/>
                  </a:cubicBezTo>
                  <a:cubicBezTo>
                    <a:pt x="147" y="11"/>
                    <a:pt x="145" y="7"/>
                    <a:pt x="143" y="4"/>
                  </a:cubicBezTo>
                  <a:cubicBezTo>
                    <a:pt x="140" y="2"/>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5">
              <a:extLst>
                <a:ext uri="{FF2B5EF4-FFF2-40B4-BE49-F238E27FC236}">
                  <a16:creationId xmlns:a16="http://schemas.microsoft.com/office/drawing/2014/main" id="{E0A75095-A9D2-EA65-7961-D06135838DB1}"/>
                </a:ext>
              </a:extLst>
            </p:cNvPr>
            <p:cNvSpPr>
              <a:spLocks noChangeArrowheads="1"/>
            </p:cNvSpPr>
            <p:nvPr/>
          </p:nvSpPr>
          <p:spPr bwMode="auto">
            <a:xfrm>
              <a:off x="9012238" y="1235075"/>
              <a:ext cx="52387" cy="52388"/>
            </a:xfrm>
            <a:custGeom>
              <a:avLst/>
              <a:gdLst>
                <a:gd name="T0" fmla="*/ 132 w 147"/>
                <a:gd name="T1" fmla="*/ 0 h 147"/>
                <a:gd name="T2" fmla="*/ 132 w 147"/>
                <a:gd name="T3" fmla="*/ 0 h 147"/>
                <a:gd name="T4" fmla="*/ 14 w 147"/>
                <a:gd name="T5" fmla="*/ 0 h 147"/>
                <a:gd name="T6" fmla="*/ 4 w 147"/>
                <a:gd name="T7" fmla="*/ 4 h 147"/>
                <a:gd name="T8" fmla="*/ 0 w 147"/>
                <a:gd name="T9" fmla="*/ 14 h 147"/>
                <a:gd name="T10" fmla="*/ 0 w 147"/>
                <a:gd name="T11" fmla="*/ 132 h 147"/>
                <a:gd name="T12" fmla="*/ 4 w 147"/>
                <a:gd name="T13" fmla="*/ 142 h 147"/>
                <a:gd name="T14" fmla="*/ 14 w 147"/>
                <a:gd name="T15" fmla="*/ 146 h 147"/>
                <a:gd name="T16" fmla="*/ 132 w 147"/>
                <a:gd name="T17" fmla="*/ 146 h 147"/>
                <a:gd name="T18" fmla="*/ 142 w 147"/>
                <a:gd name="T19" fmla="*/ 142 h 147"/>
                <a:gd name="T20" fmla="*/ 146 w 147"/>
                <a:gd name="T21" fmla="*/ 132 h 147"/>
                <a:gd name="T22" fmla="*/ 146 w 147"/>
                <a:gd name="T23" fmla="*/ 14 h 147"/>
                <a:gd name="T24" fmla="*/ 142 w 147"/>
                <a:gd name="T25" fmla="*/ 4 h 147"/>
                <a:gd name="T26" fmla="*/ 132 w 147"/>
                <a:gd name="T27" fmla="*/ 0 h 147"/>
                <a:gd name="T28" fmla="*/ 29 w 147"/>
                <a:gd name="T29" fmla="*/ 29 h 147"/>
                <a:gd name="T30" fmla="*/ 29 w 147"/>
                <a:gd name="T31" fmla="*/ 29 h 147"/>
                <a:gd name="T32" fmla="*/ 117 w 147"/>
                <a:gd name="T33" fmla="*/ 29 h 147"/>
                <a:gd name="T34" fmla="*/ 117 w 147"/>
                <a:gd name="T35" fmla="*/ 117 h 147"/>
                <a:gd name="T36" fmla="*/ 29 w 147"/>
                <a:gd name="T37" fmla="*/ 117 h 147"/>
                <a:gd name="T38" fmla="*/ 29 w 147"/>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7" h="147">
                  <a:moveTo>
                    <a:pt x="132" y="0"/>
                  </a:moveTo>
                  <a:lnTo>
                    <a:pt x="132" y="0"/>
                  </a:lnTo>
                  <a:cubicBezTo>
                    <a:pt x="14" y="0"/>
                    <a:pt x="14" y="0"/>
                    <a:pt x="14" y="0"/>
                  </a:cubicBezTo>
                  <a:cubicBezTo>
                    <a:pt x="11" y="0"/>
                    <a:pt x="7" y="1"/>
                    <a:pt x="4" y="4"/>
                  </a:cubicBezTo>
                  <a:cubicBezTo>
                    <a:pt x="2" y="7"/>
                    <a:pt x="0" y="10"/>
                    <a:pt x="0" y="14"/>
                  </a:cubicBezTo>
                  <a:cubicBezTo>
                    <a:pt x="0" y="132"/>
                    <a:pt x="0" y="132"/>
                    <a:pt x="0" y="132"/>
                  </a:cubicBezTo>
                  <a:cubicBezTo>
                    <a:pt x="0" y="135"/>
                    <a:pt x="2" y="139"/>
                    <a:pt x="4" y="142"/>
                  </a:cubicBezTo>
                  <a:cubicBezTo>
                    <a:pt x="7" y="144"/>
                    <a:pt x="11" y="146"/>
                    <a:pt x="14" y="146"/>
                  </a:cubicBezTo>
                  <a:cubicBezTo>
                    <a:pt x="132" y="146"/>
                    <a:pt x="132" y="146"/>
                    <a:pt x="132" y="146"/>
                  </a:cubicBezTo>
                  <a:cubicBezTo>
                    <a:pt x="135" y="146"/>
                    <a:pt x="139" y="144"/>
                    <a:pt x="142" y="142"/>
                  </a:cubicBezTo>
                  <a:cubicBezTo>
                    <a:pt x="144" y="139"/>
                    <a:pt x="146" y="135"/>
                    <a:pt x="146" y="132"/>
                  </a:cubicBezTo>
                  <a:cubicBezTo>
                    <a:pt x="146" y="14"/>
                    <a:pt x="146" y="14"/>
                    <a:pt x="146" y="14"/>
                  </a:cubicBezTo>
                  <a:cubicBezTo>
                    <a:pt x="146" y="10"/>
                    <a:pt x="144" y="7"/>
                    <a:pt x="142" y="4"/>
                  </a:cubicBezTo>
                  <a:cubicBezTo>
                    <a:pt x="139" y="1"/>
                    <a:pt x="135" y="0"/>
                    <a:pt x="132" y="0"/>
                  </a:cubicBezTo>
                  <a:close/>
                  <a:moveTo>
                    <a:pt x="29" y="29"/>
                  </a:moveTo>
                  <a:lnTo>
                    <a:pt x="29" y="29"/>
                  </a:lnTo>
                  <a:cubicBezTo>
                    <a:pt x="117" y="29"/>
                    <a:pt x="117" y="29"/>
                    <a:pt x="117" y="29"/>
                  </a:cubicBezTo>
                  <a:cubicBezTo>
                    <a:pt x="117" y="117"/>
                    <a:pt x="117" y="117"/>
                    <a:pt x="117" y="117"/>
                  </a:cubicBezTo>
                  <a:cubicBezTo>
                    <a:pt x="29" y="117"/>
                    <a:pt x="29" y="117"/>
                    <a:pt x="29" y="117"/>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96">
              <a:extLst>
                <a:ext uri="{FF2B5EF4-FFF2-40B4-BE49-F238E27FC236}">
                  <a16:creationId xmlns:a16="http://schemas.microsoft.com/office/drawing/2014/main" id="{D50EE545-72A6-46B6-8EE3-E6983392F919}"/>
                </a:ext>
              </a:extLst>
            </p:cNvPr>
            <p:cNvSpPr>
              <a:spLocks noChangeArrowheads="1"/>
            </p:cNvSpPr>
            <p:nvPr/>
          </p:nvSpPr>
          <p:spPr bwMode="auto">
            <a:xfrm>
              <a:off x="8842375" y="1339850"/>
              <a:ext cx="115888" cy="115888"/>
            </a:xfrm>
            <a:custGeom>
              <a:avLst/>
              <a:gdLst>
                <a:gd name="T0" fmla="*/ 318 w 323"/>
                <a:gd name="T1" fmla="*/ 318 h 324"/>
                <a:gd name="T2" fmla="*/ 318 w 323"/>
                <a:gd name="T3" fmla="*/ 318 h 324"/>
                <a:gd name="T4" fmla="*/ 322 w 323"/>
                <a:gd name="T5" fmla="*/ 308 h 324"/>
                <a:gd name="T6" fmla="*/ 322 w 323"/>
                <a:gd name="T7" fmla="*/ 16 h 324"/>
                <a:gd name="T8" fmla="*/ 318 w 323"/>
                <a:gd name="T9" fmla="*/ 5 h 324"/>
                <a:gd name="T10" fmla="*/ 307 w 323"/>
                <a:gd name="T11" fmla="*/ 0 h 324"/>
                <a:gd name="T12" fmla="*/ 15 w 323"/>
                <a:gd name="T13" fmla="*/ 0 h 324"/>
                <a:gd name="T14" fmla="*/ 4 w 323"/>
                <a:gd name="T15" fmla="*/ 5 h 324"/>
                <a:gd name="T16" fmla="*/ 0 w 323"/>
                <a:gd name="T17" fmla="*/ 16 h 324"/>
                <a:gd name="T18" fmla="*/ 0 w 323"/>
                <a:gd name="T19" fmla="*/ 308 h 324"/>
                <a:gd name="T20" fmla="*/ 4 w 323"/>
                <a:gd name="T21" fmla="*/ 318 h 324"/>
                <a:gd name="T22" fmla="*/ 15 w 323"/>
                <a:gd name="T23" fmla="*/ 323 h 324"/>
                <a:gd name="T24" fmla="*/ 307 w 323"/>
                <a:gd name="T25" fmla="*/ 323 h 324"/>
                <a:gd name="T26" fmla="*/ 318 w 323"/>
                <a:gd name="T27" fmla="*/ 318 h 324"/>
                <a:gd name="T28" fmla="*/ 30 w 323"/>
                <a:gd name="T29" fmla="*/ 29 h 324"/>
                <a:gd name="T30" fmla="*/ 30 w 323"/>
                <a:gd name="T31" fmla="*/ 29 h 324"/>
                <a:gd name="T32" fmla="*/ 294 w 323"/>
                <a:gd name="T33" fmla="*/ 29 h 324"/>
                <a:gd name="T34" fmla="*/ 294 w 323"/>
                <a:gd name="T35" fmla="*/ 293 h 324"/>
                <a:gd name="T36" fmla="*/ 30 w 323"/>
                <a:gd name="T37" fmla="*/ 293 h 324"/>
                <a:gd name="T38" fmla="*/ 30 w 323"/>
                <a:gd name="T39" fmla="*/ 2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4">
                  <a:moveTo>
                    <a:pt x="318" y="318"/>
                  </a:moveTo>
                  <a:lnTo>
                    <a:pt x="318" y="318"/>
                  </a:lnTo>
                  <a:cubicBezTo>
                    <a:pt x="321" y="315"/>
                    <a:pt x="322" y="312"/>
                    <a:pt x="322" y="308"/>
                  </a:cubicBezTo>
                  <a:cubicBezTo>
                    <a:pt x="322" y="16"/>
                    <a:pt x="322" y="16"/>
                    <a:pt x="322" y="16"/>
                  </a:cubicBezTo>
                  <a:cubicBezTo>
                    <a:pt x="322" y="11"/>
                    <a:pt x="321" y="7"/>
                    <a:pt x="318" y="5"/>
                  </a:cubicBezTo>
                  <a:cubicBezTo>
                    <a:pt x="316" y="2"/>
                    <a:pt x="312" y="0"/>
                    <a:pt x="307" y="0"/>
                  </a:cubicBezTo>
                  <a:cubicBezTo>
                    <a:pt x="15" y="0"/>
                    <a:pt x="15" y="0"/>
                    <a:pt x="15" y="0"/>
                  </a:cubicBezTo>
                  <a:cubicBezTo>
                    <a:pt x="11" y="0"/>
                    <a:pt x="7" y="2"/>
                    <a:pt x="4" y="5"/>
                  </a:cubicBezTo>
                  <a:cubicBezTo>
                    <a:pt x="1" y="7"/>
                    <a:pt x="0" y="11"/>
                    <a:pt x="0" y="16"/>
                  </a:cubicBezTo>
                  <a:cubicBezTo>
                    <a:pt x="0" y="308"/>
                    <a:pt x="0" y="308"/>
                    <a:pt x="0" y="308"/>
                  </a:cubicBezTo>
                  <a:cubicBezTo>
                    <a:pt x="0" y="312"/>
                    <a:pt x="1" y="315"/>
                    <a:pt x="4" y="318"/>
                  </a:cubicBezTo>
                  <a:cubicBezTo>
                    <a:pt x="7" y="320"/>
                    <a:pt x="11" y="323"/>
                    <a:pt x="15" y="323"/>
                  </a:cubicBezTo>
                  <a:cubicBezTo>
                    <a:pt x="307" y="323"/>
                    <a:pt x="307" y="323"/>
                    <a:pt x="307" y="323"/>
                  </a:cubicBezTo>
                  <a:cubicBezTo>
                    <a:pt x="312" y="323"/>
                    <a:pt x="316" y="320"/>
                    <a:pt x="318" y="318"/>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97">
              <a:extLst>
                <a:ext uri="{FF2B5EF4-FFF2-40B4-BE49-F238E27FC236}">
                  <a16:creationId xmlns:a16="http://schemas.microsoft.com/office/drawing/2014/main" id="{15957946-C3D4-EEE5-DF51-12EF6AD2FB86}"/>
                </a:ext>
              </a:extLst>
            </p:cNvPr>
            <p:cNvSpPr>
              <a:spLocks noChangeArrowheads="1"/>
            </p:cNvSpPr>
            <p:nvPr/>
          </p:nvSpPr>
          <p:spPr bwMode="auto">
            <a:xfrm>
              <a:off x="8980488" y="1339850"/>
              <a:ext cx="104775" cy="115888"/>
            </a:xfrm>
            <a:custGeom>
              <a:avLst/>
              <a:gdLst>
                <a:gd name="T0" fmla="*/ 145 w 293"/>
                <a:gd name="T1" fmla="*/ 103 h 324"/>
                <a:gd name="T2" fmla="*/ 145 w 293"/>
                <a:gd name="T3" fmla="*/ 103 h 324"/>
                <a:gd name="T4" fmla="*/ 145 w 293"/>
                <a:gd name="T5" fmla="*/ 16 h 324"/>
                <a:gd name="T6" fmla="*/ 141 w 293"/>
                <a:gd name="T7" fmla="*/ 5 h 324"/>
                <a:gd name="T8" fmla="*/ 131 w 293"/>
                <a:gd name="T9" fmla="*/ 0 h 324"/>
                <a:gd name="T10" fmla="*/ 13 w 293"/>
                <a:gd name="T11" fmla="*/ 0 h 324"/>
                <a:gd name="T12" fmla="*/ 0 w 293"/>
                <a:gd name="T13" fmla="*/ 16 h 324"/>
                <a:gd name="T14" fmla="*/ 13 w 293"/>
                <a:gd name="T15" fmla="*/ 29 h 324"/>
                <a:gd name="T16" fmla="*/ 116 w 293"/>
                <a:gd name="T17" fmla="*/ 29 h 324"/>
                <a:gd name="T18" fmla="*/ 116 w 293"/>
                <a:gd name="T19" fmla="*/ 103 h 324"/>
                <a:gd name="T20" fmla="*/ 116 w 293"/>
                <a:gd name="T21" fmla="*/ 132 h 324"/>
                <a:gd name="T22" fmla="*/ 116 w 293"/>
                <a:gd name="T23" fmla="*/ 220 h 324"/>
                <a:gd name="T24" fmla="*/ 120 w 293"/>
                <a:gd name="T25" fmla="*/ 230 h 324"/>
                <a:gd name="T26" fmla="*/ 131 w 293"/>
                <a:gd name="T27" fmla="*/ 235 h 324"/>
                <a:gd name="T28" fmla="*/ 263 w 293"/>
                <a:gd name="T29" fmla="*/ 235 h 324"/>
                <a:gd name="T30" fmla="*/ 263 w 293"/>
                <a:gd name="T31" fmla="*/ 308 h 324"/>
                <a:gd name="T32" fmla="*/ 277 w 293"/>
                <a:gd name="T33" fmla="*/ 323 h 324"/>
                <a:gd name="T34" fmla="*/ 292 w 293"/>
                <a:gd name="T35" fmla="*/ 308 h 324"/>
                <a:gd name="T36" fmla="*/ 292 w 293"/>
                <a:gd name="T37" fmla="*/ 220 h 324"/>
                <a:gd name="T38" fmla="*/ 282 w 293"/>
                <a:gd name="T39" fmla="*/ 206 h 324"/>
                <a:gd name="T40" fmla="*/ 277 w 293"/>
                <a:gd name="T41" fmla="*/ 205 h 324"/>
                <a:gd name="T42" fmla="*/ 145 w 293"/>
                <a:gd name="T43" fmla="*/ 205 h 324"/>
                <a:gd name="T44" fmla="*/ 145 w 293"/>
                <a:gd name="T45" fmla="*/ 132 h 324"/>
                <a:gd name="T46" fmla="*/ 145 w 293"/>
                <a:gd name="T47" fmla="*/ 103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93" h="324">
                  <a:moveTo>
                    <a:pt x="145" y="103"/>
                  </a:moveTo>
                  <a:lnTo>
                    <a:pt x="145" y="103"/>
                  </a:lnTo>
                  <a:cubicBezTo>
                    <a:pt x="145" y="16"/>
                    <a:pt x="145" y="16"/>
                    <a:pt x="145" y="16"/>
                  </a:cubicBezTo>
                  <a:cubicBezTo>
                    <a:pt x="145" y="11"/>
                    <a:pt x="144" y="7"/>
                    <a:pt x="141" y="5"/>
                  </a:cubicBezTo>
                  <a:cubicBezTo>
                    <a:pt x="138" y="2"/>
                    <a:pt x="134" y="0"/>
                    <a:pt x="131" y="0"/>
                  </a:cubicBezTo>
                  <a:cubicBezTo>
                    <a:pt x="13" y="0"/>
                    <a:pt x="13" y="0"/>
                    <a:pt x="13" y="0"/>
                  </a:cubicBezTo>
                  <a:cubicBezTo>
                    <a:pt x="5" y="0"/>
                    <a:pt x="0" y="7"/>
                    <a:pt x="0" y="16"/>
                  </a:cubicBezTo>
                  <a:cubicBezTo>
                    <a:pt x="0" y="22"/>
                    <a:pt x="5" y="29"/>
                    <a:pt x="13" y="29"/>
                  </a:cubicBezTo>
                  <a:cubicBezTo>
                    <a:pt x="116" y="29"/>
                    <a:pt x="116" y="29"/>
                    <a:pt x="116" y="29"/>
                  </a:cubicBezTo>
                  <a:cubicBezTo>
                    <a:pt x="116" y="103"/>
                    <a:pt x="116" y="103"/>
                    <a:pt x="116" y="103"/>
                  </a:cubicBezTo>
                  <a:cubicBezTo>
                    <a:pt x="116" y="132"/>
                    <a:pt x="116" y="132"/>
                    <a:pt x="116" y="132"/>
                  </a:cubicBezTo>
                  <a:cubicBezTo>
                    <a:pt x="116" y="220"/>
                    <a:pt x="116" y="220"/>
                    <a:pt x="116" y="220"/>
                  </a:cubicBezTo>
                  <a:cubicBezTo>
                    <a:pt x="116" y="224"/>
                    <a:pt x="118" y="227"/>
                    <a:pt x="120" y="230"/>
                  </a:cubicBezTo>
                  <a:cubicBezTo>
                    <a:pt x="123" y="232"/>
                    <a:pt x="127" y="235"/>
                    <a:pt x="131" y="235"/>
                  </a:cubicBezTo>
                  <a:cubicBezTo>
                    <a:pt x="263" y="235"/>
                    <a:pt x="263" y="235"/>
                    <a:pt x="263" y="235"/>
                  </a:cubicBezTo>
                  <a:cubicBezTo>
                    <a:pt x="263" y="308"/>
                    <a:pt x="263" y="308"/>
                    <a:pt x="263" y="308"/>
                  </a:cubicBezTo>
                  <a:cubicBezTo>
                    <a:pt x="263" y="316"/>
                    <a:pt x="269" y="323"/>
                    <a:pt x="277" y="323"/>
                  </a:cubicBezTo>
                  <a:cubicBezTo>
                    <a:pt x="285" y="323"/>
                    <a:pt x="292" y="316"/>
                    <a:pt x="292" y="308"/>
                  </a:cubicBezTo>
                  <a:cubicBezTo>
                    <a:pt x="292" y="220"/>
                    <a:pt x="292" y="220"/>
                    <a:pt x="292" y="220"/>
                  </a:cubicBezTo>
                  <a:cubicBezTo>
                    <a:pt x="292" y="213"/>
                    <a:pt x="288" y="209"/>
                    <a:pt x="282" y="206"/>
                  </a:cubicBezTo>
                  <a:cubicBezTo>
                    <a:pt x="281" y="206"/>
                    <a:pt x="280" y="205"/>
                    <a:pt x="277" y="205"/>
                  </a:cubicBezTo>
                  <a:cubicBezTo>
                    <a:pt x="145" y="205"/>
                    <a:pt x="145" y="205"/>
                    <a:pt x="145" y="205"/>
                  </a:cubicBezTo>
                  <a:cubicBezTo>
                    <a:pt x="145" y="132"/>
                    <a:pt x="145" y="132"/>
                    <a:pt x="145" y="132"/>
                  </a:cubicBezTo>
                  <a:lnTo>
                    <a:pt x="145" y="1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4" name="Freeform 98">
              <a:extLst>
                <a:ext uri="{FF2B5EF4-FFF2-40B4-BE49-F238E27FC236}">
                  <a16:creationId xmlns:a16="http://schemas.microsoft.com/office/drawing/2014/main" id="{8A1FEBF6-FB05-7E57-F33F-70F8E746E327}"/>
                </a:ext>
              </a:extLst>
            </p:cNvPr>
            <p:cNvSpPr>
              <a:spLocks noChangeArrowheads="1"/>
            </p:cNvSpPr>
            <p:nvPr/>
          </p:nvSpPr>
          <p:spPr bwMode="auto">
            <a:xfrm>
              <a:off x="8980488" y="1203325"/>
              <a:ext cx="115887" cy="115888"/>
            </a:xfrm>
            <a:custGeom>
              <a:avLst/>
              <a:gdLst>
                <a:gd name="T0" fmla="*/ 4 w 322"/>
                <a:gd name="T1" fmla="*/ 4 h 322"/>
                <a:gd name="T2" fmla="*/ 4 w 322"/>
                <a:gd name="T3" fmla="*/ 4 h 322"/>
                <a:gd name="T4" fmla="*/ 0 w 322"/>
                <a:gd name="T5" fmla="*/ 14 h 322"/>
                <a:gd name="T6" fmla="*/ 0 w 322"/>
                <a:gd name="T7" fmla="*/ 308 h 322"/>
                <a:gd name="T8" fmla="*/ 4 w 322"/>
                <a:gd name="T9" fmla="*/ 317 h 322"/>
                <a:gd name="T10" fmla="*/ 13 w 322"/>
                <a:gd name="T11" fmla="*/ 321 h 322"/>
                <a:gd name="T12" fmla="*/ 307 w 322"/>
                <a:gd name="T13" fmla="*/ 321 h 322"/>
                <a:gd name="T14" fmla="*/ 317 w 322"/>
                <a:gd name="T15" fmla="*/ 317 h 322"/>
                <a:gd name="T16" fmla="*/ 321 w 322"/>
                <a:gd name="T17" fmla="*/ 308 h 322"/>
                <a:gd name="T18" fmla="*/ 321 w 322"/>
                <a:gd name="T19" fmla="*/ 14 h 322"/>
                <a:gd name="T20" fmla="*/ 317 w 322"/>
                <a:gd name="T21" fmla="*/ 4 h 322"/>
                <a:gd name="T22" fmla="*/ 307 w 322"/>
                <a:gd name="T23" fmla="*/ 0 h 322"/>
                <a:gd name="T24" fmla="*/ 13 w 322"/>
                <a:gd name="T25" fmla="*/ 0 h 322"/>
                <a:gd name="T26" fmla="*/ 4 w 322"/>
                <a:gd name="T27" fmla="*/ 4 h 322"/>
                <a:gd name="T28" fmla="*/ 28 w 322"/>
                <a:gd name="T29" fmla="*/ 29 h 322"/>
                <a:gd name="T30" fmla="*/ 28 w 322"/>
                <a:gd name="T31" fmla="*/ 29 h 322"/>
                <a:gd name="T32" fmla="*/ 292 w 322"/>
                <a:gd name="T33" fmla="*/ 29 h 322"/>
                <a:gd name="T34" fmla="*/ 292 w 322"/>
                <a:gd name="T35" fmla="*/ 293 h 322"/>
                <a:gd name="T36" fmla="*/ 28 w 322"/>
                <a:gd name="T37" fmla="*/ 293 h 322"/>
                <a:gd name="T38" fmla="*/ 28 w 322"/>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22">
                  <a:moveTo>
                    <a:pt x="4" y="4"/>
                  </a:moveTo>
                  <a:lnTo>
                    <a:pt x="4" y="4"/>
                  </a:lnTo>
                  <a:cubicBezTo>
                    <a:pt x="1" y="7"/>
                    <a:pt x="0" y="10"/>
                    <a:pt x="0" y="14"/>
                  </a:cubicBezTo>
                  <a:cubicBezTo>
                    <a:pt x="0" y="308"/>
                    <a:pt x="0" y="308"/>
                    <a:pt x="0" y="308"/>
                  </a:cubicBezTo>
                  <a:cubicBezTo>
                    <a:pt x="0" y="310"/>
                    <a:pt x="1" y="315"/>
                    <a:pt x="4" y="317"/>
                  </a:cubicBezTo>
                  <a:cubicBezTo>
                    <a:pt x="6" y="320"/>
                    <a:pt x="11" y="321"/>
                    <a:pt x="13" y="321"/>
                  </a:cubicBezTo>
                  <a:cubicBezTo>
                    <a:pt x="307" y="321"/>
                    <a:pt x="307" y="321"/>
                    <a:pt x="307" y="321"/>
                  </a:cubicBezTo>
                  <a:cubicBezTo>
                    <a:pt x="311" y="321"/>
                    <a:pt x="314" y="320"/>
                    <a:pt x="317" y="317"/>
                  </a:cubicBezTo>
                  <a:cubicBezTo>
                    <a:pt x="319" y="315"/>
                    <a:pt x="321" y="310"/>
                    <a:pt x="321" y="308"/>
                  </a:cubicBezTo>
                  <a:cubicBezTo>
                    <a:pt x="321" y="14"/>
                    <a:pt x="321" y="14"/>
                    <a:pt x="321" y="14"/>
                  </a:cubicBezTo>
                  <a:cubicBezTo>
                    <a:pt x="321" y="10"/>
                    <a:pt x="319" y="7"/>
                    <a:pt x="317" y="4"/>
                  </a:cubicBezTo>
                  <a:cubicBezTo>
                    <a:pt x="314" y="2"/>
                    <a:pt x="311" y="0"/>
                    <a:pt x="307" y="0"/>
                  </a:cubicBezTo>
                  <a:cubicBezTo>
                    <a:pt x="13" y="0"/>
                    <a:pt x="13" y="0"/>
                    <a:pt x="13" y="0"/>
                  </a:cubicBezTo>
                  <a:cubicBezTo>
                    <a:pt x="11" y="0"/>
                    <a:pt x="6" y="2"/>
                    <a:pt x="4" y="4"/>
                  </a:cubicBezTo>
                  <a:close/>
                  <a:moveTo>
                    <a:pt x="28" y="29"/>
                  </a:moveTo>
                  <a:lnTo>
                    <a:pt x="28" y="29"/>
                  </a:lnTo>
                  <a:cubicBezTo>
                    <a:pt x="292" y="29"/>
                    <a:pt x="292" y="29"/>
                    <a:pt x="292" y="29"/>
                  </a:cubicBezTo>
                  <a:cubicBezTo>
                    <a:pt x="292" y="293"/>
                    <a:pt x="292" y="293"/>
                    <a:pt x="292" y="293"/>
                  </a:cubicBezTo>
                  <a:cubicBezTo>
                    <a:pt x="28" y="293"/>
                    <a:pt x="28" y="293"/>
                    <a:pt x="28" y="293"/>
                  </a:cubicBezTo>
                  <a:lnTo>
                    <a:pt x="2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5" name="Freeform 99">
              <a:extLst>
                <a:ext uri="{FF2B5EF4-FFF2-40B4-BE49-F238E27FC236}">
                  <a16:creationId xmlns:a16="http://schemas.microsoft.com/office/drawing/2014/main" id="{7484A952-4FAA-BF27-EF2F-C1B6AE30EF74}"/>
                </a:ext>
              </a:extLst>
            </p:cNvPr>
            <p:cNvSpPr>
              <a:spLocks noChangeArrowheads="1"/>
            </p:cNvSpPr>
            <p:nvPr/>
          </p:nvSpPr>
          <p:spPr bwMode="auto">
            <a:xfrm>
              <a:off x="9064625" y="1339850"/>
              <a:ext cx="31750" cy="42863"/>
            </a:xfrm>
            <a:custGeom>
              <a:avLst/>
              <a:gdLst>
                <a:gd name="T0" fmla="*/ 74 w 89"/>
                <a:gd name="T1" fmla="*/ 88 h 118"/>
                <a:gd name="T2" fmla="*/ 74 w 89"/>
                <a:gd name="T3" fmla="*/ 88 h 118"/>
                <a:gd name="T4" fmla="*/ 30 w 89"/>
                <a:gd name="T5" fmla="*/ 88 h 118"/>
                <a:gd name="T6" fmla="*/ 30 w 89"/>
                <a:gd name="T7" fmla="*/ 16 h 118"/>
                <a:gd name="T8" fmla="*/ 15 w 89"/>
                <a:gd name="T9" fmla="*/ 0 h 118"/>
                <a:gd name="T10" fmla="*/ 0 w 89"/>
                <a:gd name="T11" fmla="*/ 16 h 118"/>
                <a:gd name="T12" fmla="*/ 0 w 89"/>
                <a:gd name="T13" fmla="*/ 103 h 118"/>
                <a:gd name="T14" fmla="*/ 15 w 89"/>
                <a:gd name="T15" fmla="*/ 117 h 118"/>
                <a:gd name="T16" fmla="*/ 74 w 89"/>
                <a:gd name="T17" fmla="*/ 117 h 118"/>
                <a:gd name="T18" fmla="*/ 88 w 89"/>
                <a:gd name="T19" fmla="*/ 103 h 118"/>
                <a:gd name="T20" fmla="*/ 74 w 89"/>
                <a:gd name="T21" fmla="*/ 8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9" h="118">
                  <a:moveTo>
                    <a:pt x="74" y="88"/>
                  </a:moveTo>
                  <a:lnTo>
                    <a:pt x="74" y="88"/>
                  </a:lnTo>
                  <a:cubicBezTo>
                    <a:pt x="30" y="88"/>
                    <a:pt x="30" y="88"/>
                    <a:pt x="30" y="88"/>
                  </a:cubicBezTo>
                  <a:cubicBezTo>
                    <a:pt x="30" y="16"/>
                    <a:pt x="30" y="16"/>
                    <a:pt x="30" y="16"/>
                  </a:cubicBezTo>
                  <a:cubicBezTo>
                    <a:pt x="30" y="7"/>
                    <a:pt x="23" y="0"/>
                    <a:pt x="15" y="0"/>
                  </a:cubicBezTo>
                  <a:cubicBezTo>
                    <a:pt x="7" y="0"/>
                    <a:pt x="0" y="7"/>
                    <a:pt x="0" y="16"/>
                  </a:cubicBezTo>
                  <a:cubicBezTo>
                    <a:pt x="0" y="103"/>
                    <a:pt x="0" y="103"/>
                    <a:pt x="0" y="103"/>
                  </a:cubicBezTo>
                  <a:cubicBezTo>
                    <a:pt x="0" y="110"/>
                    <a:pt x="7" y="117"/>
                    <a:pt x="15" y="117"/>
                  </a:cubicBezTo>
                  <a:cubicBezTo>
                    <a:pt x="74" y="117"/>
                    <a:pt x="74" y="117"/>
                    <a:pt x="74" y="117"/>
                  </a:cubicBezTo>
                  <a:cubicBezTo>
                    <a:pt x="82" y="117"/>
                    <a:pt x="88" y="110"/>
                    <a:pt x="88" y="103"/>
                  </a:cubicBezTo>
                  <a:cubicBezTo>
                    <a:pt x="88" y="95"/>
                    <a:pt x="82" y="88"/>
                    <a:pt x="74"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0">
              <a:extLst>
                <a:ext uri="{FF2B5EF4-FFF2-40B4-BE49-F238E27FC236}">
                  <a16:creationId xmlns:a16="http://schemas.microsoft.com/office/drawing/2014/main" id="{400E47C2-DCB3-DE3C-9A88-8084B0433E54}"/>
                </a:ext>
              </a:extLst>
            </p:cNvPr>
            <p:cNvSpPr>
              <a:spLocks noChangeArrowheads="1"/>
            </p:cNvSpPr>
            <p:nvPr/>
          </p:nvSpPr>
          <p:spPr bwMode="auto">
            <a:xfrm>
              <a:off x="8980488" y="1371600"/>
              <a:ext cx="52387" cy="85725"/>
            </a:xfrm>
            <a:custGeom>
              <a:avLst/>
              <a:gdLst>
                <a:gd name="T0" fmla="*/ 0 w 146"/>
                <a:gd name="T1" fmla="*/ 220 h 236"/>
                <a:gd name="T2" fmla="*/ 0 w 146"/>
                <a:gd name="T3" fmla="*/ 220 h 236"/>
                <a:gd name="T4" fmla="*/ 13 w 146"/>
                <a:gd name="T5" fmla="*/ 235 h 236"/>
                <a:gd name="T6" fmla="*/ 131 w 146"/>
                <a:gd name="T7" fmla="*/ 235 h 236"/>
                <a:gd name="T8" fmla="*/ 145 w 146"/>
                <a:gd name="T9" fmla="*/ 220 h 236"/>
                <a:gd name="T10" fmla="*/ 131 w 146"/>
                <a:gd name="T11" fmla="*/ 205 h 236"/>
                <a:gd name="T12" fmla="*/ 28 w 146"/>
                <a:gd name="T13" fmla="*/ 205 h 236"/>
                <a:gd name="T14" fmla="*/ 28 w 146"/>
                <a:gd name="T15" fmla="*/ 15 h 236"/>
                <a:gd name="T16" fmla="*/ 13 w 146"/>
                <a:gd name="T17" fmla="*/ 0 h 236"/>
                <a:gd name="T18" fmla="*/ 0 w 146"/>
                <a:gd name="T19" fmla="*/ 15 h 236"/>
                <a:gd name="T20" fmla="*/ 0 w 146"/>
                <a:gd name="T21" fmla="*/ 220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6" h="236">
                  <a:moveTo>
                    <a:pt x="0" y="220"/>
                  </a:moveTo>
                  <a:lnTo>
                    <a:pt x="0" y="220"/>
                  </a:lnTo>
                  <a:cubicBezTo>
                    <a:pt x="0" y="228"/>
                    <a:pt x="5" y="235"/>
                    <a:pt x="13" y="235"/>
                  </a:cubicBezTo>
                  <a:cubicBezTo>
                    <a:pt x="131" y="235"/>
                    <a:pt x="131" y="235"/>
                    <a:pt x="131" y="235"/>
                  </a:cubicBezTo>
                  <a:cubicBezTo>
                    <a:pt x="140" y="235"/>
                    <a:pt x="145" y="228"/>
                    <a:pt x="145" y="220"/>
                  </a:cubicBezTo>
                  <a:cubicBezTo>
                    <a:pt x="145" y="212"/>
                    <a:pt x="140" y="205"/>
                    <a:pt x="131" y="205"/>
                  </a:cubicBezTo>
                  <a:cubicBezTo>
                    <a:pt x="28" y="205"/>
                    <a:pt x="28" y="205"/>
                    <a:pt x="28" y="205"/>
                  </a:cubicBezTo>
                  <a:cubicBezTo>
                    <a:pt x="28" y="15"/>
                    <a:pt x="28" y="15"/>
                    <a:pt x="28" y="15"/>
                  </a:cubicBezTo>
                  <a:cubicBezTo>
                    <a:pt x="28" y="7"/>
                    <a:pt x="21" y="0"/>
                    <a:pt x="13" y="0"/>
                  </a:cubicBezTo>
                  <a:cubicBezTo>
                    <a:pt x="5" y="0"/>
                    <a:pt x="0" y="7"/>
                    <a:pt x="0" y="15"/>
                  </a:cubicBezTo>
                  <a:lnTo>
                    <a:pt x="0" y="22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EBD1B936-0CF3-E65E-38AE-88309B90FDCB}"/>
              </a:ext>
            </a:extLst>
          </p:cNvPr>
          <p:cNvGrpSpPr/>
          <p:nvPr/>
        </p:nvGrpSpPr>
        <p:grpSpPr>
          <a:xfrm>
            <a:off x="9983911" y="1382341"/>
            <a:ext cx="254000" cy="231775"/>
            <a:chOff x="8842375" y="1719263"/>
            <a:chExt cx="254000" cy="231775"/>
          </a:xfrm>
          <a:solidFill>
            <a:schemeClr val="tx2"/>
          </a:solidFill>
        </p:grpSpPr>
        <p:sp>
          <p:nvSpPr>
            <p:cNvPr id="128" name="Freeform 101">
              <a:extLst>
                <a:ext uri="{FF2B5EF4-FFF2-40B4-BE49-F238E27FC236}">
                  <a16:creationId xmlns:a16="http://schemas.microsoft.com/office/drawing/2014/main" id="{26336ECA-CF17-F045-4059-E21F83721D25}"/>
                </a:ext>
              </a:extLst>
            </p:cNvPr>
            <p:cNvSpPr>
              <a:spLocks noChangeArrowheads="1"/>
            </p:cNvSpPr>
            <p:nvPr/>
          </p:nvSpPr>
          <p:spPr bwMode="auto">
            <a:xfrm>
              <a:off x="8853488" y="1719263"/>
              <a:ext cx="71437" cy="71437"/>
            </a:xfrm>
            <a:custGeom>
              <a:avLst/>
              <a:gdLst>
                <a:gd name="T0" fmla="*/ 73 w 199"/>
                <a:gd name="T1" fmla="*/ 28 h 198"/>
                <a:gd name="T2" fmla="*/ 73 w 199"/>
                <a:gd name="T3" fmla="*/ 28 h 198"/>
                <a:gd name="T4" fmla="*/ 183 w 199"/>
                <a:gd name="T5" fmla="*/ 28 h 198"/>
                <a:gd name="T6" fmla="*/ 198 w 199"/>
                <a:gd name="T7" fmla="*/ 15 h 198"/>
                <a:gd name="T8" fmla="*/ 183 w 199"/>
                <a:gd name="T9" fmla="*/ 0 h 198"/>
                <a:gd name="T10" fmla="*/ 73 w 199"/>
                <a:gd name="T11" fmla="*/ 0 h 198"/>
                <a:gd name="T12" fmla="*/ 0 w 199"/>
                <a:gd name="T13" fmla="*/ 72 h 198"/>
                <a:gd name="T14" fmla="*/ 0 w 199"/>
                <a:gd name="T15" fmla="*/ 182 h 198"/>
                <a:gd name="T16" fmla="*/ 14 w 199"/>
                <a:gd name="T17" fmla="*/ 197 h 198"/>
                <a:gd name="T18" fmla="*/ 29 w 199"/>
                <a:gd name="T19" fmla="*/ 182 h 198"/>
                <a:gd name="T20" fmla="*/ 29 w 199"/>
                <a:gd name="T21" fmla="*/ 182 h 198"/>
                <a:gd name="T22" fmla="*/ 29 w 199"/>
                <a:gd name="T23" fmla="*/ 72 h 198"/>
                <a:gd name="T24" fmla="*/ 73 w 199"/>
                <a:gd name="T25" fmla="*/ 2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73" y="28"/>
                  </a:moveTo>
                  <a:lnTo>
                    <a:pt x="73" y="28"/>
                  </a:lnTo>
                  <a:cubicBezTo>
                    <a:pt x="183" y="28"/>
                    <a:pt x="183" y="28"/>
                    <a:pt x="183" y="28"/>
                  </a:cubicBezTo>
                  <a:cubicBezTo>
                    <a:pt x="191" y="28"/>
                    <a:pt x="198" y="22"/>
                    <a:pt x="198" y="15"/>
                  </a:cubicBezTo>
                  <a:cubicBezTo>
                    <a:pt x="198" y="7"/>
                    <a:pt x="191" y="0"/>
                    <a:pt x="183" y="0"/>
                  </a:cubicBezTo>
                  <a:cubicBezTo>
                    <a:pt x="73" y="0"/>
                    <a:pt x="73" y="0"/>
                    <a:pt x="73" y="0"/>
                  </a:cubicBezTo>
                  <a:cubicBezTo>
                    <a:pt x="33" y="0"/>
                    <a:pt x="0" y="33"/>
                    <a:pt x="0" y="72"/>
                  </a:cubicBezTo>
                  <a:cubicBezTo>
                    <a:pt x="0" y="182"/>
                    <a:pt x="0" y="182"/>
                    <a:pt x="0" y="182"/>
                  </a:cubicBezTo>
                  <a:cubicBezTo>
                    <a:pt x="0" y="190"/>
                    <a:pt x="6" y="197"/>
                    <a:pt x="14" y="197"/>
                  </a:cubicBezTo>
                  <a:cubicBezTo>
                    <a:pt x="22" y="197"/>
                    <a:pt x="29" y="190"/>
                    <a:pt x="29" y="182"/>
                  </a:cubicBezTo>
                  <a:lnTo>
                    <a:pt x="29" y="182"/>
                  </a:lnTo>
                  <a:cubicBezTo>
                    <a:pt x="29" y="72"/>
                    <a:pt x="29" y="72"/>
                    <a:pt x="29" y="72"/>
                  </a:cubicBezTo>
                  <a:cubicBezTo>
                    <a:pt x="29" y="49"/>
                    <a:pt x="48" y="28"/>
                    <a:pt x="73"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2">
              <a:extLst>
                <a:ext uri="{FF2B5EF4-FFF2-40B4-BE49-F238E27FC236}">
                  <a16:creationId xmlns:a16="http://schemas.microsoft.com/office/drawing/2014/main" id="{C6460D6F-8FFC-36F2-BB37-88572B1171A5}"/>
                </a:ext>
              </a:extLst>
            </p:cNvPr>
            <p:cNvSpPr>
              <a:spLocks noChangeArrowheads="1"/>
            </p:cNvSpPr>
            <p:nvPr/>
          </p:nvSpPr>
          <p:spPr bwMode="auto">
            <a:xfrm>
              <a:off x="8853488" y="1879600"/>
              <a:ext cx="71437" cy="71438"/>
            </a:xfrm>
            <a:custGeom>
              <a:avLst/>
              <a:gdLst>
                <a:gd name="T0" fmla="*/ 14 w 199"/>
                <a:gd name="T1" fmla="*/ 0 h 198"/>
                <a:gd name="T2" fmla="*/ 14 w 199"/>
                <a:gd name="T3" fmla="*/ 0 h 198"/>
                <a:gd name="T4" fmla="*/ 0 w 199"/>
                <a:gd name="T5" fmla="*/ 15 h 198"/>
                <a:gd name="T6" fmla="*/ 0 w 199"/>
                <a:gd name="T7" fmla="*/ 125 h 198"/>
                <a:gd name="T8" fmla="*/ 73 w 199"/>
                <a:gd name="T9" fmla="*/ 197 h 198"/>
                <a:gd name="T10" fmla="*/ 183 w 199"/>
                <a:gd name="T11" fmla="*/ 197 h 198"/>
                <a:gd name="T12" fmla="*/ 198 w 199"/>
                <a:gd name="T13" fmla="*/ 184 h 198"/>
                <a:gd name="T14" fmla="*/ 183 w 199"/>
                <a:gd name="T15" fmla="*/ 169 h 198"/>
                <a:gd name="T16" fmla="*/ 73 w 199"/>
                <a:gd name="T17" fmla="*/ 169 h 198"/>
                <a:gd name="T18" fmla="*/ 29 w 199"/>
                <a:gd name="T19" fmla="*/ 125 h 198"/>
                <a:gd name="T20" fmla="*/ 29 w 199"/>
                <a:gd name="T21" fmla="*/ 15 h 198"/>
                <a:gd name="T22" fmla="*/ 14 w 199"/>
                <a:gd name="T23" fmla="*/ 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99" h="198">
                  <a:moveTo>
                    <a:pt x="14" y="0"/>
                  </a:moveTo>
                  <a:lnTo>
                    <a:pt x="14" y="0"/>
                  </a:lnTo>
                  <a:cubicBezTo>
                    <a:pt x="6" y="0"/>
                    <a:pt x="0" y="7"/>
                    <a:pt x="0" y="15"/>
                  </a:cubicBezTo>
                  <a:cubicBezTo>
                    <a:pt x="0" y="125"/>
                    <a:pt x="0" y="125"/>
                    <a:pt x="0" y="125"/>
                  </a:cubicBezTo>
                  <a:cubicBezTo>
                    <a:pt x="0" y="164"/>
                    <a:pt x="33" y="197"/>
                    <a:pt x="73" y="197"/>
                  </a:cubicBezTo>
                  <a:cubicBezTo>
                    <a:pt x="183" y="197"/>
                    <a:pt x="183" y="197"/>
                    <a:pt x="183" y="197"/>
                  </a:cubicBezTo>
                  <a:cubicBezTo>
                    <a:pt x="191" y="197"/>
                    <a:pt x="198" y="191"/>
                    <a:pt x="198" y="184"/>
                  </a:cubicBezTo>
                  <a:cubicBezTo>
                    <a:pt x="198" y="175"/>
                    <a:pt x="191" y="169"/>
                    <a:pt x="183" y="169"/>
                  </a:cubicBezTo>
                  <a:cubicBezTo>
                    <a:pt x="73" y="169"/>
                    <a:pt x="73" y="169"/>
                    <a:pt x="73" y="169"/>
                  </a:cubicBezTo>
                  <a:cubicBezTo>
                    <a:pt x="48" y="169"/>
                    <a:pt x="29" y="149"/>
                    <a:pt x="29" y="125"/>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3">
              <a:extLst>
                <a:ext uri="{FF2B5EF4-FFF2-40B4-BE49-F238E27FC236}">
                  <a16:creationId xmlns:a16="http://schemas.microsoft.com/office/drawing/2014/main" id="{5F4A0E9B-1D76-4048-A837-1F80210E62CB}"/>
                </a:ext>
              </a:extLst>
            </p:cNvPr>
            <p:cNvSpPr>
              <a:spLocks noChangeArrowheads="1"/>
            </p:cNvSpPr>
            <p:nvPr/>
          </p:nvSpPr>
          <p:spPr bwMode="auto">
            <a:xfrm>
              <a:off x="9013825" y="1879600"/>
              <a:ext cx="71438" cy="71438"/>
            </a:xfrm>
            <a:custGeom>
              <a:avLst/>
              <a:gdLst>
                <a:gd name="T0" fmla="*/ 169 w 199"/>
                <a:gd name="T1" fmla="*/ 15 h 198"/>
                <a:gd name="T2" fmla="*/ 169 w 199"/>
                <a:gd name="T3" fmla="*/ 15 h 198"/>
                <a:gd name="T4" fmla="*/ 169 w 199"/>
                <a:gd name="T5" fmla="*/ 15 h 198"/>
                <a:gd name="T6" fmla="*/ 169 w 199"/>
                <a:gd name="T7" fmla="*/ 125 h 198"/>
                <a:gd name="T8" fmla="*/ 125 w 199"/>
                <a:gd name="T9" fmla="*/ 169 h 198"/>
                <a:gd name="T10" fmla="*/ 15 w 199"/>
                <a:gd name="T11" fmla="*/ 169 h 198"/>
                <a:gd name="T12" fmla="*/ 0 w 199"/>
                <a:gd name="T13" fmla="*/ 184 h 198"/>
                <a:gd name="T14" fmla="*/ 15 w 199"/>
                <a:gd name="T15" fmla="*/ 197 h 198"/>
                <a:gd name="T16" fmla="*/ 125 w 199"/>
                <a:gd name="T17" fmla="*/ 197 h 198"/>
                <a:gd name="T18" fmla="*/ 198 w 199"/>
                <a:gd name="T19" fmla="*/ 125 h 198"/>
                <a:gd name="T20" fmla="*/ 198 w 199"/>
                <a:gd name="T21" fmla="*/ 15 h 198"/>
                <a:gd name="T22" fmla="*/ 183 w 199"/>
                <a:gd name="T23" fmla="*/ 0 h 198"/>
                <a:gd name="T24" fmla="*/ 169 w 199"/>
                <a:gd name="T25" fmla="*/ 15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69" y="15"/>
                  </a:moveTo>
                  <a:lnTo>
                    <a:pt x="169" y="15"/>
                  </a:lnTo>
                  <a:lnTo>
                    <a:pt x="169" y="15"/>
                  </a:lnTo>
                  <a:cubicBezTo>
                    <a:pt x="169" y="125"/>
                    <a:pt x="169" y="125"/>
                    <a:pt x="169" y="125"/>
                  </a:cubicBezTo>
                  <a:cubicBezTo>
                    <a:pt x="169" y="149"/>
                    <a:pt x="148" y="169"/>
                    <a:pt x="125" y="169"/>
                  </a:cubicBezTo>
                  <a:cubicBezTo>
                    <a:pt x="15" y="169"/>
                    <a:pt x="15" y="169"/>
                    <a:pt x="15" y="169"/>
                  </a:cubicBezTo>
                  <a:cubicBezTo>
                    <a:pt x="7" y="169"/>
                    <a:pt x="0" y="175"/>
                    <a:pt x="0" y="184"/>
                  </a:cubicBezTo>
                  <a:cubicBezTo>
                    <a:pt x="0" y="191"/>
                    <a:pt x="7" y="197"/>
                    <a:pt x="15" y="197"/>
                  </a:cubicBezTo>
                  <a:cubicBezTo>
                    <a:pt x="125" y="197"/>
                    <a:pt x="125" y="197"/>
                    <a:pt x="125" y="197"/>
                  </a:cubicBezTo>
                  <a:cubicBezTo>
                    <a:pt x="165" y="197"/>
                    <a:pt x="198" y="164"/>
                    <a:pt x="198" y="125"/>
                  </a:cubicBezTo>
                  <a:cubicBezTo>
                    <a:pt x="198" y="15"/>
                    <a:pt x="198" y="15"/>
                    <a:pt x="198" y="15"/>
                  </a:cubicBezTo>
                  <a:cubicBezTo>
                    <a:pt x="198" y="7"/>
                    <a:pt x="191" y="0"/>
                    <a:pt x="183" y="0"/>
                  </a:cubicBezTo>
                  <a:cubicBezTo>
                    <a:pt x="175" y="0"/>
                    <a:pt x="169" y="7"/>
                    <a:pt x="16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4">
              <a:extLst>
                <a:ext uri="{FF2B5EF4-FFF2-40B4-BE49-F238E27FC236}">
                  <a16:creationId xmlns:a16="http://schemas.microsoft.com/office/drawing/2014/main" id="{D96A5C1D-BC36-A2D2-2B87-2E4F75C9358E}"/>
                </a:ext>
              </a:extLst>
            </p:cNvPr>
            <p:cNvSpPr>
              <a:spLocks noChangeArrowheads="1"/>
            </p:cNvSpPr>
            <p:nvPr/>
          </p:nvSpPr>
          <p:spPr bwMode="auto">
            <a:xfrm>
              <a:off x="9013825" y="1719263"/>
              <a:ext cx="71438" cy="71437"/>
            </a:xfrm>
            <a:custGeom>
              <a:avLst/>
              <a:gdLst>
                <a:gd name="T0" fmla="*/ 183 w 199"/>
                <a:gd name="T1" fmla="*/ 197 h 198"/>
                <a:gd name="T2" fmla="*/ 183 w 199"/>
                <a:gd name="T3" fmla="*/ 197 h 198"/>
                <a:gd name="T4" fmla="*/ 198 w 199"/>
                <a:gd name="T5" fmla="*/ 182 h 198"/>
                <a:gd name="T6" fmla="*/ 198 w 199"/>
                <a:gd name="T7" fmla="*/ 72 h 198"/>
                <a:gd name="T8" fmla="*/ 125 w 199"/>
                <a:gd name="T9" fmla="*/ 0 h 198"/>
                <a:gd name="T10" fmla="*/ 15 w 199"/>
                <a:gd name="T11" fmla="*/ 0 h 198"/>
                <a:gd name="T12" fmla="*/ 0 w 199"/>
                <a:gd name="T13" fmla="*/ 15 h 198"/>
                <a:gd name="T14" fmla="*/ 15 w 199"/>
                <a:gd name="T15" fmla="*/ 28 h 198"/>
                <a:gd name="T16" fmla="*/ 15 w 199"/>
                <a:gd name="T17" fmla="*/ 28 h 198"/>
                <a:gd name="T18" fmla="*/ 125 w 199"/>
                <a:gd name="T19" fmla="*/ 28 h 198"/>
                <a:gd name="T20" fmla="*/ 169 w 199"/>
                <a:gd name="T21" fmla="*/ 72 h 198"/>
                <a:gd name="T22" fmla="*/ 169 w 199"/>
                <a:gd name="T23" fmla="*/ 182 h 198"/>
                <a:gd name="T24" fmla="*/ 183 w 199"/>
                <a:gd name="T25" fmla="*/ 19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83" y="197"/>
                  </a:moveTo>
                  <a:lnTo>
                    <a:pt x="183" y="197"/>
                  </a:lnTo>
                  <a:cubicBezTo>
                    <a:pt x="191" y="197"/>
                    <a:pt x="198" y="190"/>
                    <a:pt x="198" y="182"/>
                  </a:cubicBezTo>
                  <a:cubicBezTo>
                    <a:pt x="198" y="72"/>
                    <a:pt x="198" y="72"/>
                    <a:pt x="198" y="72"/>
                  </a:cubicBezTo>
                  <a:cubicBezTo>
                    <a:pt x="198" y="33"/>
                    <a:pt x="165" y="0"/>
                    <a:pt x="125" y="0"/>
                  </a:cubicBezTo>
                  <a:cubicBezTo>
                    <a:pt x="15" y="0"/>
                    <a:pt x="15" y="0"/>
                    <a:pt x="15" y="0"/>
                  </a:cubicBezTo>
                  <a:cubicBezTo>
                    <a:pt x="7" y="0"/>
                    <a:pt x="0" y="7"/>
                    <a:pt x="0" y="15"/>
                  </a:cubicBezTo>
                  <a:cubicBezTo>
                    <a:pt x="0" y="22"/>
                    <a:pt x="7" y="28"/>
                    <a:pt x="15" y="28"/>
                  </a:cubicBezTo>
                  <a:lnTo>
                    <a:pt x="15" y="28"/>
                  </a:lnTo>
                  <a:cubicBezTo>
                    <a:pt x="125" y="28"/>
                    <a:pt x="125" y="28"/>
                    <a:pt x="125" y="28"/>
                  </a:cubicBezTo>
                  <a:cubicBezTo>
                    <a:pt x="148" y="28"/>
                    <a:pt x="169" y="49"/>
                    <a:pt x="169" y="72"/>
                  </a:cubicBezTo>
                  <a:cubicBezTo>
                    <a:pt x="169" y="182"/>
                    <a:pt x="169" y="182"/>
                    <a:pt x="169" y="182"/>
                  </a:cubicBezTo>
                  <a:cubicBezTo>
                    <a:pt x="169" y="190"/>
                    <a:pt x="175" y="197"/>
                    <a:pt x="183" y="19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2" name="Freeform 105">
              <a:extLst>
                <a:ext uri="{FF2B5EF4-FFF2-40B4-BE49-F238E27FC236}">
                  <a16:creationId xmlns:a16="http://schemas.microsoft.com/office/drawing/2014/main" id="{D0C6DF6B-649C-FDB7-A800-20E9696E9458}"/>
                </a:ext>
              </a:extLst>
            </p:cNvPr>
            <p:cNvSpPr>
              <a:spLocks noChangeArrowheads="1"/>
            </p:cNvSpPr>
            <p:nvPr/>
          </p:nvSpPr>
          <p:spPr bwMode="auto">
            <a:xfrm>
              <a:off x="8842375" y="1824038"/>
              <a:ext cx="254000" cy="11112"/>
            </a:xfrm>
            <a:custGeom>
              <a:avLst/>
              <a:gdLst>
                <a:gd name="T0" fmla="*/ 15 w 704"/>
                <a:gd name="T1" fmla="*/ 30 h 31"/>
                <a:gd name="T2" fmla="*/ 15 w 704"/>
                <a:gd name="T3" fmla="*/ 30 h 31"/>
                <a:gd name="T4" fmla="*/ 689 w 704"/>
                <a:gd name="T5" fmla="*/ 30 h 31"/>
                <a:gd name="T6" fmla="*/ 703 w 704"/>
                <a:gd name="T7" fmla="*/ 15 h 31"/>
                <a:gd name="T8" fmla="*/ 689 w 704"/>
                <a:gd name="T9" fmla="*/ 0 h 31"/>
                <a:gd name="T10" fmla="*/ 15 w 704"/>
                <a:gd name="T11" fmla="*/ 0 h 31"/>
                <a:gd name="T12" fmla="*/ 0 w 704"/>
                <a:gd name="T13" fmla="*/ 15 h 31"/>
                <a:gd name="T14" fmla="*/ 15 w 704"/>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4" h="31">
                  <a:moveTo>
                    <a:pt x="15" y="30"/>
                  </a:moveTo>
                  <a:lnTo>
                    <a:pt x="15" y="30"/>
                  </a:lnTo>
                  <a:cubicBezTo>
                    <a:pt x="689" y="30"/>
                    <a:pt x="689" y="30"/>
                    <a:pt x="689" y="30"/>
                  </a:cubicBezTo>
                  <a:cubicBezTo>
                    <a:pt x="697" y="30"/>
                    <a:pt x="703" y="23"/>
                    <a:pt x="703" y="15"/>
                  </a:cubicBezTo>
                  <a:cubicBezTo>
                    <a:pt x="703" y="7"/>
                    <a:pt x="697" y="0"/>
                    <a:pt x="689"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3" name="Group 136">
            <a:extLst>
              <a:ext uri="{FF2B5EF4-FFF2-40B4-BE49-F238E27FC236}">
                <a16:creationId xmlns:a16="http://schemas.microsoft.com/office/drawing/2014/main" id="{4A07567D-6F2B-C1AB-9B9D-62C800ED2DD1}"/>
              </a:ext>
            </a:extLst>
          </p:cNvPr>
          <p:cNvGrpSpPr/>
          <p:nvPr/>
        </p:nvGrpSpPr>
        <p:grpSpPr>
          <a:xfrm>
            <a:off x="9004424" y="1371228"/>
            <a:ext cx="177800" cy="254000"/>
            <a:chOff x="7862888" y="1708150"/>
            <a:chExt cx="177800" cy="254000"/>
          </a:xfrm>
          <a:solidFill>
            <a:schemeClr val="tx2"/>
          </a:solidFill>
        </p:grpSpPr>
        <p:sp>
          <p:nvSpPr>
            <p:cNvPr id="134" name="Freeform 106">
              <a:extLst>
                <a:ext uri="{FF2B5EF4-FFF2-40B4-BE49-F238E27FC236}">
                  <a16:creationId xmlns:a16="http://schemas.microsoft.com/office/drawing/2014/main" id="{9E04F532-1CDD-59DE-7D9C-E138390CBBBB}"/>
                </a:ext>
              </a:extLst>
            </p:cNvPr>
            <p:cNvSpPr>
              <a:spLocks noChangeArrowheads="1"/>
            </p:cNvSpPr>
            <p:nvPr/>
          </p:nvSpPr>
          <p:spPr bwMode="auto">
            <a:xfrm>
              <a:off x="7862888" y="1708150"/>
              <a:ext cx="177800" cy="254000"/>
            </a:xfrm>
            <a:custGeom>
              <a:avLst/>
              <a:gdLst>
                <a:gd name="T0" fmla="*/ 44 w 495"/>
                <a:gd name="T1" fmla="*/ 703 h 704"/>
                <a:gd name="T2" fmla="*/ 44 w 495"/>
                <a:gd name="T3" fmla="*/ 703 h 704"/>
                <a:gd name="T4" fmla="*/ 451 w 495"/>
                <a:gd name="T5" fmla="*/ 703 h 704"/>
                <a:gd name="T6" fmla="*/ 494 w 495"/>
                <a:gd name="T7" fmla="*/ 659 h 704"/>
                <a:gd name="T8" fmla="*/ 494 w 495"/>
                <a:gd name="T9" fmla="*/ 656 h 704"/>
                <a:gd name="T10" fmla="*/ 494 w 495"/>
                <a:gd name="T11" fmla="*/ 656 h 704"/>
                <a:gd name="T12" fmla="*/ 468 w 495"/>
                <a:gd name="T13" fmla="*/ 217 h 704"/>
                <a:gd name="T14" fmla="*/ 424 w 495"/>
                <a:gd name="T15" fmla="*/ 176 h 704"/>
                <a:gd name="T16" fmla="*/ 379 w 495"/>
                <a:gd name="T17" fmla="*/ 176 h 704"/>
                <a:gd name="T18" fmla="*/ 379 w 495"/>
                <a:gd name="T19" fmla="*/ 132 h 704"/>
                <a:gd name="T20" fmla="*/ 247 w 495"/>
                <a:gd name="T21" fmla="*/ 0 h 704"/>
                <a:gd name="T22" fmla="*/ 116 w 495"/>
                <a:gd name="T23" fmla="*/ 132 h 704"/>
                <a:gd name="T24" fmla="*/ 116 w 495"/>
                <a:gd name="T25" fmla="*/ 176 h 704"/>
                <a:gd name="T26" fmla="*/ 69 w 495"/>
                <a:gd name="T27" fmla="*/ 176 h 704"/>
                <a:gd name="T28" fmla="*/ 25 w 495"/>
                <a:gd name="T29" fmla="*/ 217 h 704"/>
                <a:gd name="T30" fmla="*/ 0 w 495"/>
                <a:gd name="T31" fmla="*/ 656 h 704"/>
                <a:gd name="T32" fmla="*/ 0 w 495"/>
                <a:gd name="T33" fmla="*/ 656 h 704"/>
                <a:gd name="T34" fmla="*/ 0 w 495"/>
                <a:gd name="T35" fmla="*/ 659 h 704"/>
                <a:gd name="T36" fmla="*/ 44 w 495"/>
                <a:gd name="T37" fmla="*/ 703 h 704"/>
                <a:gd name="T38" fmla="*/ 144 w 495"/>
                <a:gd name="T39" fmla="*/ 132 h 704"/>
                <a:gd name="T40" fmla="*/ 144 w 495"/>
                <a:gd name="T41" fmla="*/ 132 h 704"/>
                <a:gd name="T42" fmla="*/ 175 w 495"/>
                <a:gd name="T43" fmla="*/ 59 h 704"/>
                <a:gd name="T44" fmla="*/ 247 w 495"/>
                <a:gd name="T45" fmla="*/ 29 h 704"/>
                <a:gd name="T46" fmla="*/ 319 w 495"/>
                <a:gd name="T47" fmla="*/ 59 h 704"/>
                <a:gd name="T48" fmla="*/ 349 w 495"/>
                <a:gd name="T49" fmla="*/ 132 h 704"/>
                <a:gd name="T50" fmla="*/ 349 w 495"/>
                <a:gd name="T51" fmla="*/ 176 h 704"/>
                <a:gd name="T52" fmla="*/ 144 w 495"/>
                <a:gd name="T53" fmla="*/ 176 h 704"/>
                <a:gd name="T54" fmla="*/ 144 w 495"/>
                <a:gd name="T55" fmla="*/ 132 h 704"/>
                <a:gd name="T56" fmla="*/ 29 w 495"/>
                <a:gd name="T57" fmla="*/ 657 h 704"/>
                <a:gd name="T58" fmla="*/ 29 w 495"/>
                <a:gd name="T59" fmla="*/ 657 h 704"/>
                <a:gd name="T60" fmla="*/ 29 w 495"/>
                <a:gd name="T61" fmla="*/ 657 h 704"/>
                <a:gd name="T62" fmla="*/ 55 w 495"/>
                <a:gd name="T63" fmla="*/ 218 h 704"/>
                <a:gd name="T64" fmla="*/ 69 w 495"/>
                <a:gd name="T65" fmla="*/ 204 h 704"/>
                <a:gd name="T66" fmla="*/ 129 w 495"/>
                <a:gd name="T67" fmla="*/ 204 h 704"/>
                <a:gd name="T68" fmla="*/ 129 w 495"/>
                <a:gd name="T69" fmla="*/ 204 h 704"/>
                <a:gd name="T70" fmla="*/ 364 w 495"/>
                <a:gd name="T71" fmla="*/ 204 h 704"/>
                <a:gd name="T72" fmla="*/ 364 w 495"/>
                <a:gd name="T73" fmla="*/ 204 h 704"/>
                <a:gd name="T74" fmla="*/ 424 w 495"/>
                <a:gd name="T75" fmla="*/ 204 h 704"/>
                <a:gd name="T76" fmla="*/ 440 w 495"/>
                <a:gd name="T77" fmla="*/ 218 h 704"/>
                <a:gd name="T78" fmla="*/ 464 w 495"/>
                <a:gd name="T79" fmla="*/ 657 h 704"/>
                <a:gd name="T80" fmla="*/ 464 w 495"/>
                <a:gd name="T81" fmla="*/ 657 h 704"/>
                <a:gd name="T82" fmla="*/ 464 w 495"/>
                <a:gd name="T83" fmla="*/ 659 h 704"/>
                <a:gd name="T84" fmla="*/ 451 w 495"/>
                <a:gd name="T85" fmla="*/ 672 h 704"/>
                <a:gd name="T86" fmla="*/ 44 w 495"/>
                <a:gd name="T87" fmla="*/ 672 h 704"/>
                <a:gd name="T88" fmla="*/ 29 w 495"/>
                <a:gd name="T89" fmla="*/ 659 h 704"/>
                <a:gd name="T90" fmla="*/ 29 w 495"/>
                <a:gd name="T91" fmla="*/ 657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95" h="704">
                  <a:moveTo>
                    <a:pt x="44" y="703"/>
                  </a:moveTo>
                  <a:lnTo>
                    <a:pt x="44" y="703"/>
                  </a:lnTo>
                  <a:cubicBezTo>
                    <a:pt x="451" y="703"/>
                    <a:pt x="451" y="703"/>
                    <a:pt x="451" y="703"/>
                  </a:cubicBezTo>
                  <a:cubicBezTo>
                    <a:pt x="474" y="703"/>
                    <a:pt x="494" y="682"/>
                    <a:pt x="494" y="659"/>
                  </a:cubicBezTo>
                  <a:cubicBezTo>
                    <a:pt x="494" y="656"/>
                    <a:pt x="494" y="656"/>
                    <a:pt x="494" y="656"/>
                  </a:cubicBezTo>
                  <a:lnTo>
                    <a:pt x="494" y="656"/>
                  </a:lnTo>
                  <a:cubicBezTo>
                    <a:pt x="468" y="217"/>
                    <a:pt x="468" y="217"/>
                    <a:pt x="468" y="217"/>
                  </a:cubicBezTo>
                  <a:cubicBezTo>
                    <a:pt x="467" y="193"/>
                    <a:pt x="448" y="176"/>
                    <a:pt x="424" y="176"/>
                  </a:cubicBezTo>
                  <a:cubicBezTo>
                    <a:pt x="379" y="176"/>
                    <a:pt x="379" y="176"/>
                    <a:pt x="379" y="176"/>
                  </a:cubicBezTo>
                  <a:cubicBezTo>
                    <a:pt x="379" y="132"/>
                    <a:pt x="379" y="132"/>
                    <a:pt x="379" y="132"/>
                  </a:cubicBezTo>
                  <a:cubicBezTo>
                    <a:pt x="379" y="59"/>
                    <a:pt x="320" y="0"/>
                    <a:pt x="247" y="0"/>
                  </a:cubicBezTo>
                  <a:cubicBezTo>
                    <a:pt x="175" y="0"/>
                    <a:pt x="116" y="59"/>
                    <a:pt x="116" y="132"/>
                  </a:cubicBezTo>
                  <a:cubicBezTo>
                    <a:pt x="116" y="176"/>
                    <a:pt x="116" y="176"/>
                    <a:pt x="116" y="176"/>
                  </a:cubicBezTo>
                  <a:cubicBezTo>
                    <a:pt x="69" y="176"/>
                    <a:pt x="69" y="176"/>
                    <a:pt x="69" y="176"/>
                  </a:cubicBezTo>
                  <a:cubicBezTo>
                    <a:pt x="46" y="176"/>
                    <a:pt x="26" y="193"/>
                    <a:pt x="25" y="217"/>
                  </a:cubicBezTo>
                  <a:cubicBezTo>
                    <a:pt x="0" y="656"/>
                    <a:pt x="0" y="656"/>
                    <a:pt x="0" y="656"/>
                  </a:cubicBezTo>
                  <a:lnTo>
                    <a:pt x="0" y="656"/>
                  </a:lnTo>
                  <a:cubicBezTo>
                    <a:pt x="0" y="659"/>
                    <a:pt x="0" y="659"/>
                    <a:pt x="0" y="659"/>
                  </a:cubicBezTo>
                  <a:cubicBezTo>
                    <a:pt x="0" y="682"/>
                    <a:pt x="19" y="703"/>
                    <a:pt x="44" y="703"/>
                  </a:cubicBezTo>
                  <a:close/>
                  <a:moveTo>
                    <a:pt x="144" y="132"/>
                  </a:moveTo>
                  <a:lnTo>
                    <a:pt x="144" y="132"/>
                  </a:lnTo>
                  <a:cubicBezTo>
                    <a:pt x="144" y="103"/>
                    <a:pt x="155" y="77"/>
                    <a:pt x="175" y="59"/>
                  </a:cubicBezTo>
                  <a:cubicBezTo>
                    <a:pt x="192" y="40"/>
                    <a:pt x="218" y="29"/>
                    <a:pt x="247" y="29"/>
                  </a:cubicBezTo>
                  <a:cubicBezTo>
                    <a:pt x="275" y="29"/>
                    <a:pt x="301" y="40"/>
                    <a:pt x="319" y="59"/>
                  </a:cubicBezTo>
                  <a:cubicBezTo>
                    <a:pt x="338" y="77"/>
                    <a:pt x="349" y="103"/>
                    <a:pt x="349" y="132"/>
                  </a:cubicBezTo>
                  <a:cubicBezTo>
                    <a:pt x="349" y="176"/>
                    <a:pt x="349" y="176"/>
                    <a:pt x="349" y="176"/>
                  </a:cubicBezTo>
                  <a:cubicBezTo>
                    <a:pt x="144" y="176"/>
                    <a:pt x="144" y="176"/>
                    <a:pt x="144" y="176"/>
                  </a:cubicBezTo>
                  <a:lnTo>
                    <a:pt x="144" y="132"/>
                  </a:lnTo>
                  <a:close/>
                  <a:moveTo>
                    <a:pt x="29" y="657"/>
                  </a:moveTo>
                  <a:lnTo>
                    <a:pt x="29" y="657"/>
                  </a:lnTo>
                  <a:lnTo>
                    <a:pt x="29" y="657"/>
                  </a:lnTo>
                  <a:cubicBezTo>
                    <a:pt x="55" y="218"/>
                    <a:pt x="55" y="218"/>
                    <a:pt x="55" y="218"/>
                  </a:cubicBezTo>
                  <a:cubicBezTo>
                    <a:pt x="55" y="210"/>
                    <a:pt x="62" y="204"/>
                    <a:pt x="69" y="204"/>
                  </a:cubicBezTo>
                  <a:cubicBezTo>
                    <a:pt x="129" y="204"/>
                    <a:pt x="129" y="204"/>
                    <a:pt x="129" y="204"/>
                  </a:cubicBezTo>
                  <a:lnTo>
                    <a:pt x="129" y="204"/>
                  </a:lnTo>
                  <a:cubicBezTo>
                    <a:pt x="364" y="204"/>
                    <a:pt x="364" y="204"/>
                    <a:pt x="364" y="204"/>
                  </a:cubicBezTo>
                  <a:lnTo>
                    <a:pt x="364" y="204"/>
                  </a:lnTo>
                  <a:cubicBezTo>
                    <a:pt x="424" y="204"/>
                    <a:pt x="424" y="204"/>
                    <a:pt x="424" y="204"/>
                  </a:cubicBezTo>
                  <a:cubicBezTo>
                    <a:pt x="433" y="204"/>
                    <a:pt x="438" y="210"/>
                    <a:pt x="440" y="218"/>
                  </a:cubicBezTo>
                  <a:cubicBezTo>
                    <a:pt x="464" y="657"/>
                    <a:pt x="464" y="657"/>
                    <a:pt x="464" y="657"/>
                  </a:cubicBezTo>
                  <a:lnTo>
                    <a:pt x="464" y="657"/>
                  </a:lnTo>
                  <a:cubicBezTo>
                    <a:pt x="464" y="659"/>
                    <a:pt x="464" y="659"/>
                    <a:pt x="464" y="659"/>
                  </a:cubicBezTo>
                  <a:cubicBezTo>
                    <a:pt x="464" y="666"/>
                    <a:pt x="459" y="672"/>
                    <a:pt x="451" y="672"/>
                  </a:cubicBezTo>
                  <a:cubicBezTo>
                    <a:pt x="44" y="672"/>
                    <a:pt x="44" y="672"/>
                    <a:pt x="44" y="672"/>
                  </a:cubicBezTo>
                  <a:cubicBezTo>
                    <a:pt x="36" y="672"/>
                    <a:pt x="29" y="666"/>
                    <a:pt x="29" y="659"/>
                  </a:cubicBezTo>
                  <a:lnTo>
                    <a:pt x="29"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07">
              <a:extLst>
                <a:ext uri="{FF2B5EF4-FFF2-40B4-BE49-F238E27FC236}">
                  <a16:creationId xmlns:a16="http://schemas.microsoft.com/office/drawing/2014/main" id="{DC28114E-3E99-F5E3-3471-01B6DAC1B9E5}"/>
                </a:ext>
              </a:extLst>
            </p:cNvPr>
            <p:cNvSpPr>
              <a:spLocks noChangeArrowheads="1"/>
            </p:cNvSpPr>
            <p:nvPr/>
          </p:nvSpPr>
          <p:spPr bwMode="auto">
            <a:xfrm>
              <a:off x="7904163" y="1824038"/>
              <a:ext cx="96837" cy="96837"/>
            </a:xfrm>
            <a:custGeom>
              <a:avLst/>
              <a:gdLst>
                <a:gd name="T0" fmla="*/ 26 w 267"/>
                <a:gd name="T1" fmla="*/ 261 h 267"/>
                <a:gd name="T2" fmla="*/ 26 w 267"/>
                <a:gd name="T3" fmla="*/ 261 h 267"/>
                <a:gd name="T4" fmla="*/ 261 w 267"/>
                <a:gd name="T5" fmla="*/ 26 h 267"/>
                <a:gd name="T6" fmla="*/ 261 w 267"/>
                <a:gd name="T7" fmla="*/ 5 h 267"/>
                <a:gd name="T8" fmla="*/ 239 w 267"/>
                <a:gd name="T9" fmla="*/ 5 h 267"/>
                <a:gd name="T10" fmla="*/ 6 w 267"/>
                <a:gd name="T11" fmla="*/ 240 h 267"/>
                <a:gd name="T12" fmla="*/ 6 w 267"/>
                <a:gd name="T13" fmla="*/ 261 h 267"/>
                <a:gd name="T14" fmla="*/ 26 w 267"/>
                <a:gd name="T15" fmla="*/ 261 h 2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267">
                  <a:moveTo>
                    <a:pt x="26" y="261"/>
                  </a:moveTo>
                  <a:lnTo>
                    <a:pt x="26" y="261"/>
                  </a:lnTo>
                  <a:cubicBezTo>
                    <a:pt x="261" y="26"/>
                    <a:pt x="261" y="26"/>
                    <a:pt x="261" y="26"/>
                  </a:cubicBezTo>
                  <a:cubicBezTo>
                    <a:pt x="266" y="20"/>
                    <a:pt x="266" y="12"/>
                    <a:pt x="261" y="5"/>
                  </a:cubicBezTo>
                  <a:cubicBezTo>
                    <a:pt x="254" y="0"/>
                    <a:pt x="246" y="0"/>
                    <a:pt x="239" y="5"/>
                  </a:cubicBezTo>
                  <a:cubicBezTo>
                    <a:pt x="6" y="240"/>
                    <a:pt x="6" y="240"/>
                    <a:pt x="6" y="240"/>
                  </a:cubicBezTo>
                  <a:cubicBezTo>
                    <a:pt x="0" y="245"/>
                    <a:pt x="0" y="255"/>
                    <a:pt x="6" y="261"/>
                  </a:cubicBezTo>
                  <a:cubicBezTo>
                    <a:pt x="11" y="266"/>
                    <a:pt x="21" y="266"/>
                    <a:pt x="26" y="2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6" name="Freeform 108">
              <a:extLst>
                <a:ext uri="{FF2B5EF4-FFF2-40B4-BE49-F238E27FC236}">
                  <a16:creationId xmlns:a16="http://schemas.microsoft.com/office/drawing/2014/main" id="{F1867207-8FBA-D796-DA23-6571B6A6C9AD}"/>
                </a:ext>
              </a:extLst>
            </p:cNvPr>
            <p:cNvSpPr>
              <a:spLocks noChangeArrowheads="1"/>
            </p:cNvSpPr>
            <p:nvPr/>
          </p:nvSpPr>
          <p:spPr bwMode="auto">
            <a:xfrm>
              <a:off x="7904163" y="1814513"/>
              <a:ext cx="42862" cy="42862"/>
            </a:xfrm>
            <a:custGeom>
              <a:avLst/>
              <a:gdLst>
                <a:gd name="T0" fmla="*/ 57 w 117"/>
                <a:gd name="T1" fmla="*/ 117 h 118"/>
                <a:gd name="T2" fmla="*/ 57 w 117"/>
                <a:gd name="T3" fmla="*/ 117 h 118"/>
                <a:gd name="T4" fmla="*/ 116 w 117"/>
                <a:gd name="T5" fmla="*/ 59 h 118"/>
                <a:gd name="T6" fmla="*/ 57 w 117"/>
                <a:gd name="T7" fmla="*/ 0 h 118"/>
                <a:gd name="T8" fmla="*/ 0 w 117"/>
                <a:gd name="T9" fmla="*/ 59 h 118"/>
                <a:gd name="T10" fmla="*/ 57 w 117"/>
                <a:gd name="T11" fmla="*/ 117 h 118"/>
                <a:gd name="T12" fmla="*/ 57 w 117"/>
                <a:gd name="T13" fmla="*/ 29 h 118"/>
                <a:gd name="T14" fmla="*/ 57 w 117"/>
                <a:gd name="T15" fmla="*/ 29 h 118"/>
                <a:gd name="T16" fmla="*/ 87 w 117"/>
                <a:gd name="T17" fmla="*/ 59 h 118"/>
                <a:gd name="T18" fmla="*/ 57 w 117"/>
                <a:gd name="T19" fmla="*/ 88 h 118"/>
                <a:gd name="T20" fmla="*/ 28 w 117"/>
                <a:gd name="T21" fmla="*/ 59 h 118"/>
                <a:gd name="T22" fmla="*/ 57 w 117"/>
                <a:gd name="T23" fmla="*/ 2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7" h="118">
                  <a:moveTo>
                    <a:pt x="57" y="117"/>
                  </a:moveTo>
                  <a:lnTo>
                    <a:pt x="57" y="117"/>
                  </a:lnTo>
                  <a:cubicBezTo>
                    <a:pt x="90" y="117"/>
                    <a:pt x="116" y="91"/>
                    <a:pt x="116" y="59"/>
                  </a:cubicBezTo>
                  <a:cubicBezTo>
                    <a:pt x="116" y="26"/>
                    <a:pt x="90" y="0"/>
                    <a:pt x="57" y="0"/>
                  </a:cubicBezTo>
                  <a:cubicBezTo>
                    <a:pt x="26" y="0"/>
                    <a:pt x="0" y="26"/>
                    <a:pt x="0" y="59"/>
                  </a:cubicBezTo>
                  <a:cubicBezTo>
                    <a:pt x="0" y="91"/>
                    <a:pt x="26" y="117"/>
                    <a:pt x="57" y="117"/>
                  </a:cubicBezTo>
                  <a:close/>
                  <a:moveTo>
                    <a:pt x="57" y="29"/>
                  </a:moveTo>
                  <a:lnTo>
                    <a:pt x="57" y="29"/>
                  </a:lnTo>
                  <a:cubicBezTo>
                    <a:pt x="74" y="29"/>
                    <a:pt x="87" y="43"/>
                    <a:pt x="87" y="59"/>
                  </a:cubicBezTo>
                  <a:cubicBezTo>
                    <a:pt x="87" y="74"/>
                    <a:pt x="74" y="88"/>
                    <a:pt x="57" y="88"/>
                  </a:cubicBezTo>
                  <a:cubicBezTo>
                    <a:pt x="42" y="88"/>
                    <a:pt x="28" y="74"/>
                    <a:pt x="28" y="59"/>
                  </a:cubicBezTo>
                  <a:cubicBezTo>
                    <a:pt x="28" y="43"/>
                    <a:pt x="42" y="29"/>
                    <a:pt x="57"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7" name="Freeform 109">
              <a:extLst>
                <a:ext uri="{FF2B5EF4-FFF2-40B4-BE49-F238E27FC236}">
                  <a16:creationId xmlns:a16="http://schemas.microsoft.com/office/drawing/2014/main" id="{9C8F330A-1BE1-A3CA-0011-48B11BB42A17}"/>
                </a:ext>
              </a:extLst>
            </p:cNvPr>
            <p:cNvSpPr>
              <a:spLocks noChangeArrowheads="1"/>
            </p:cNvSpPr>
            <p:nvPr/>
          </p:nvSpPr>
          <p:spPr bwMode="auto">
            <a:xfrm>
              <a:off x="7967663" y="1878013"/>
              <a:ext cx="42862" cy="42862"/>
            </a:xfrm>
            <a:custGeom>
              <a:avLst/>
              <a:gdLst>
                <a:gd name="T0" fmla="*/ 0 w 118"/>
                <a:gd name="T1" fmla="*/ 59 h 118"/>
                <a:gd name="T2" fmla="*/ 0 w 118"/>
                <a:gd name="T3" fmla="*/ 59 h 118"/>
                <a:gd name="T4" fmla="*/ 58 w 118"/>
                <a:gd name="T5" fmla="*/ 117 h 118"/>
                <a:gd name="T6" fmla="*/ 117 w 118"/>
                <a:gd name="T7" fmla="*/ 59 h 118"/>
                <a:gd name="T8" fmla="*/ 58 w 118"/>
                <a:gd name="T9" fmla="*/ 0 h 118"/>
                <a:gd name="T10" fmla="*/ 0 w 118"/>
                <a:gd name="T11" fmla="*/ 59 h 118"/>
                <a:gd name="T12" fmla="*/ 88 w 118"/>
                <a:gd name="T13" fmla="*/ 59 h 118"/>
                <a:gd name="T14" fmla="*/ 88 w 118"/>
                <a:gd name="T15" fmla="*/ 59 h 118"/>
                <a:gd name="T16" fmla="*/ 58 w 118"/>
                <a:gd name="T17" fmla="*/ 88 h 118"/>
                <a:gd name="T18" fmla="*/ 29 w 118"/>
                <a:gd name="T19" fmla="*/ 59 h 118"/>
                <a:gd name="T20" fmla="*/ 58 w 118"/>
                <a:gd name="T21" fmla="*/ 29 h 118"/>
                <a:gd name="T22" fmla="*/ 88 w 118"/>
                <a:gd name="T23" fmla="*/ 5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8">
                  <a:moveTo>
                    <a:pt x="0" y="59"/>
                  </a:moveTo>
                  <a:lnTo>
                    <a:pt x="0" y="59"/>
                  </a:lnTo>
                  <a:cubicBezTo>
                    <a:pt x="0" y="91"/>
                    <a:pt x="26" y="117"/>
                    <a:pt x="58" y="117"/>
                  </a:cubicBezTo>
                  <a:cubicBezTo>
                    <a:pt x="91" y="117"/>
                    <a:pt x="117" y="91"/>
                    <a:pt x="117" y="59"/>
                  </a:cubicBezTo>
                  <a:cubicBezTo>
                    <a:pt x="117" y="26"/>
                    <a:pt x="91" y="0"/>
                    <a:pt x="58" y="0"/>
                  </a:cubicBezTo>
                  <a:cubicBezTo>
                    <a:pt x="26" y="0"/>
                    <a:pt x="0" y="26"/>
                    <a:pt x="0" y="59"/>
                  </a:cubicBezTo>
                  <a:close/>
                  <a:moveTo>
                    <a:pt x="88" y="59"/>
                  </a:moveTo>
                  <a:lnTo>
                    <a:pt x="88" y="59"/>
                  </a:lnTo>
                  <a:cubicBezTo>
                    <a:pt x="88" y="74"/>
                    <a:pt x="74" y="88"/>
                    <a:pt x="58" y="88"/>
                  </a:cubicBezTo>
                  <a:cubicBezTo>
                    <a:pt x="43" y="88"/>
                    <a:pt x="29" y="74"/>
                    <a:pt x="29" y="59"/>
                  </a:cubicBezTo>
                  <a:cubicBezTo>
                    <a:pt x="29" y="42"/>
                    <a:pt x="43" y="29"/>
                    <a:pt x="58" y="29"/>
                  </a:cubicBezTo>
                  <a:cubicBezTo>
                    <a:pt x="74" y="29"/>
                    <a:pt x="88" y="42"/>
                    <a:pt x="88"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8" name="Freeform 110">
            <a:extLst>
              <a:ext uri="{FF2B5EF4-FFF2-40B4-BE49-F238E27FC236}">
                <a16:creationId xmlns:a16="http://schemas.microsoft.com/office/drawing/2014/main" id="{EB29D49F-E3EE-EBA6-0E07-534C5F177BBD}"/>
              </a:ext>
            </a:extLst>
          </p:cNvPr>
          <p:cNvSpPr>
            <a:spLocks noChangeArrowheads="1"/>
          </p:cNvSpPr>
          <p:nvPr/>
        </p:nvSpPr>
        <p:spPr bwMode="auto">
          <a:xfrm>
            <a:off x="9477499" y="1878434"/>
            <a:ext cx="254000" cy="254000"/>
          </a:xfrm>
          <a:custGeom>
            <a:avLst/>
            <a:gdLst>
              <a:gd name="T0" fmla="*/ 2 w 705"/>
              <a:gd name="T1" fmla="*/ 692 h 704"/>
              <a:gd name="T2" fmla="*/ 4 w 705"/>
              <a:gd name="T3" fmla="*/ 696 h 704"/>
              <a:gd name="T4" fmla="*/ 6 w 705"/>
              <a:gd name="T5" fmla="*/ 699 h 704"/>
              <a:gd name="T6" fmla="*/ 11 w 705"/>
              <a:gd name="T7" fmla="*/ 702 h 704"/>
              <a:gd name="T8" fmla="*/ 15 w 705"/>
              <a:gd name="T9" fmla="*/ 703 h 704"/>
              <a:gd name="T10" fmla="*/ 703 w 705"/>
              <a:gd name="T11" fmla="*/ 688 h 704"/>
              <a:gd name="T12" fmla="*/ 46 w 705"/>
              <a:gd name="T13" fmla="*/ 673 h 704"/>
              <a:gd name="T14" fmla="*/ 250 w 705"/>
              <a:gd name="T15" fmla="*/ 469 h 704"/>
              <a:gd name="T16" fmla="*/ 413 w 705"/>
              <a:gd name="T17" fmla="*/ 493 h 704"/>
              <a:gd name="T18" fmla="*/ 483 w 705"/>
              <a:gd name="T19" fmla="*/ 585 h 704"/>
              <a:gd name="T20" fmla="*/ 532 w 705"/>
              <a:gd name="T21" fmla="*/ 458 h 704"/>
              <a:gd name="T22" fmla="*/ 674 w 705"/>
              <a:gd name="T23" fmla="*/ 370 h 704"/>
              <a:gd name="T24" fmla="*/ 703 w 705"/>
              <a:gd name="T25" fmla="*/ 363 h 704"/>
              <a:gd name="T26" fmla="*/ 673 w 705"/>
              <a:gd name="T27" fmla="*/ 243 h 704"/>
              <a:gd name="T28" fmla="*/ 670 w 705"/>
              <a:gd name="T29" fmla="*/ 238 h 704"/>
              <a:gd name="T30" fmla="*/ 667 w 705"/>
              <a:gd name="T31" fmla="*/ 237 h 704"/>
              <a:gd name="T32" fmla="*/ 665 w 705"/>
              <a:gd name="T33" fmla="*/ 235 h 704"/>
              <a:gd name="T34" fmla="*/ 659 w 705"/>
              <a:gd name="T35" fmla="*/ 234 h 704"/>
              <a:gd name="T36" fmla="*/ 656 w 705"/>
              <a:gd name="T37" fmla="*/ 235 h 704"/>
              <a:gd name="T38" fmla="*/ 529 w 705"/>
              <a:gd name="T39" fmla="*/ 282 h 704"/>
              <a:gd name="T40" fmla="*/ 547 w 705"/>
              <a:gd name="T41" fmla="*/ 293 h 704"/>
              <a:gd name="T42" fmla="*/ 507 w 705"/>
              <a:gd name="T43" fmla="*/ 442 h 704"/>
              <a:gd name="T44" fmla="*/ 427 w 705"/>
              <a:gd name="T45" fmla="*/ 467 h 704"/>
              <a:gd name="T46" fmla="*/ 323 w 705"/>
              <a:gd name="T47" fmla="*/ 396 h 704"/>
              <a:gd name="T48" fmla="*/ 176 w 705"/>
              <a:gd name="T49" fmla="*/ 396 h 704"/>
              <a:gd name="T50" fmla="*/ 30 w 705"/>
              <a:gd name="T51" fmla="*/ 646 h 704"/>
              <a:gd name="T52" fmla="*/ 15 w 705"/>
              <a:gd name="T53" fmla="*/ 0 h 704"/>
              <a:gd name="T54" fmla="*/ 0 w 705"/>
              <a:gd name="T55" fmla="*/ 688 h 704"/>
              <a:gd name="T56" fmla="*/ 2 w 705"/>
              <a:gd name="T57" fmla="*/ 692 h 704"/>
              <a:gd name="T58" fmla="*/ 483 w 705"/>
              <a:gd name="T59" fmla="*/ 469 h 704"/>
              <a:gd name="T60" fmla="*/ 483 w 705"/>
              <a:gd name="T61" fmla="*/ 556 h 704"/>
              <a:gd name="T62" fmla="*/ 483 w 705"/>
              <a:gd name="T63" fmla="*/ 469 h 704"/>
              <a:gd name="T64" fmla="*/ 250 w 705"/>
              <a:gd name="T65" fmla="*/ 352 h 704"/>
              <a:gd name="T66" fmla="*/ 250 w 705"/>
              <a:gd name="T67" fmla="*/ 440 h 704"/>
              <a:gd name="T68" fmla="*/ 250 w 705"/>
              <a:gd name="T69" fmla="*/ 35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704">
                <a:moveTo>
                  <a:pt x="2" y="692"/>
                </a:moveTo>
                <a:lnTo>
                  <a:pt x="2" y="692"/>
                </a:lnTo>
                <a:lnTo>
                  <a:pt x="2" y="694"/>
                </a:lnTo>
                <a:cubicBezTo>
                  <a:pt x="3" y="695"/>
                  <a:pt x="3" y="696"/>
                  <a:pt x="4" y="696"/>
                </a:cubicBezTo>
                <a:cubicBezTo>
                  <a:pt x="4" y="698"/>
                  <a:pt x="4" y="698"/>
                  <a:pt x="6" y="699"/>
                </a:cubicBezTo>
                <a:lnTo>
                  <a:pt x="6" y="699"/>
                </a:lnTo>
                <a:cubicBezTo>
                  <a:pt x="7" y="700"/>
                  <a:pt x="7" y="700"/>
                  <a:pt x="9" y="700"/>
                </a:cubicBezTo>
                <a:cubicBezTo>
                  <a:pt x="9" y="700"/>
                  <a:pt x="10" y="702"/>
                  <a:pt x="11" y="702"/>
                </a:cubicBezTo>
                <a:cubicBezTo>
                  <a:pt x="11" y="702"/>
                  <a:pt x="13" y="702"/>
                  <a:pt x="14" y="702"/>
                </a:cubicBezTo>
                <a:lnTo>
                  <a:pt x="15" y="703"/>
                </a:lnTo>
                <a:cubicBezTo>
                  <a:pt x="689" y="703"/>
                  <a:pt x="689" y="703"/>
                  <a:pt x="689" y="703"/>
                </a:cubicBezTo>
                <a:cubicBezTo>
                  <a:pt x="698" y="703"/>
                  <a:pt x="703" y="696"/>
                  <a:pt x="703" y="688"/>
                </a:cubicBezTo>
                <a:cubicBezTo>
                  <a:pt x="703" y="680"/>
                  <a:pt x="698" y="673"/>
                  <a:pt x="689" y="673"/>
                </a:cubicBezTo>
                <a:cubicBezTo>
                  <a:pt x="46" y="673"/>
                  <a:pt x="46" y="673"/>
                  <a:pt x="46" y="673"/>
                </a:cubicBezTo>
                <a:cubicBezTo>
                  <a:pt x="216" y="460"/>
                  <a:pt x="216" y="460"/>
                  <a:pt x="216" y="460"/>
                </a:cubicBezTo>
                <a:cubicBezTo>
                  <a:pt x="227" y="466"/>
                  <a:pt x="238" y="469"/>
                  <a:pt x="250" y="469"/>
                </a:cubicBezTo>
                <a:cubicBezTo>
                  <a:pt x="273" y="469"/>
                  <a:pt x="294" y="458"/>
                  <a:pt x="306" y="440"/>
                </a:cubicBezTo>
                <a:cubicBezTo>
                  <a:pt x="413" y="493"/>
                  <a:pt x="413" y="493"/>
                  <a:pt x="413" y="493"/>
                </a:cubicBezTo>
                <a:cubicBezTo>
                  <a:pt x="412" y="500"/>
                  <a:pt x="411" y="506"/>
                  <a:pt x="411" y="512"/>
                </a:cubicBezTo>
                <a:cubicBezTo>
                  <a:pt x="411" y="552"/>
                  <a:pt x="444" y="585"/>
                  <a:pt x="483" y="585"/>
                </a:cubicBezTo>
                <a:cubicBezTo>
                  <a:pt x="525" y="585"/>
                  <a:pt x="558" y="552"/>
                  <a:pt x="558" y="512"/>
                </a:cubicBezTo>
                <a:cubicBezTo>
                  <a:pt x="558" y="490"/>
                  <a:pt x="548" y="471"/>
                  <a:pt x="532" y="458"/>
                </a:cubicBezTo>
                <a:cubicBezTo>
                  <a:pt x="654" y="283"/>
                  <a:pt x="654" y="283"/>
                  <a:pt x="654" y="283"/>
                </a:cubicBezTo>
                <a:cubicBezTo>
                  <a:pt x="674" y="370"/>
                  <a:pt x="674" y="370"/>
                  <a:pt x="674" y="370"/>
                </a:cubicBezTo>
                <a:cubicBezTo>
                  <a:pt x="677" y="378"/>
                  <a:pt x="685" y="382"/>
                  <a:pt x="692" y="381"/>
                </a:cubicBezTo>
                <a:cubicBezTo>
                  <a:pt x="700" y="378"/>
                  <a:pt x="704" y="370"/>
                  <a:pt x="703" y="363"/>
                </a:cubicBezTo>
                <a:cubicBezTo>
                  <a:pt x="674" y="245"/>
                  <a:pt x="674" y="245"/>
                  <a:pt x="674" y="245"/>
                </a:cubicBezTo>
                <a:lnTo>
                  <a:pt x="673" y="243"/>
                </a:lnTo>
                <a:cubicBezTo>
                  <a:pt x="673" y="242"/>
                  <a:pt x="671" y="242"/>
                  <a:pt x="671" y="241"/>
                </a:cubicBezTo>
                <a:cubicBezTo>
                  <a:pt x="671" y="239"/>
                  <a:pt x="670" y="239"/>
                  <a:pt x="670" y="238"/>
                </a:cubicBezTo>
                <a:cubicBezTo>
                  <a:pt x="669" y="238"/>
                  <a:pt x="669" y="237"/>
                  <a:pt x="667" y="237"/>
                </a:cubicBezTo>
                <a:lnTo>
                  <a:pt x="667" y="237"/>
                </a:lnTo>
                <a:lnTo>
                  <a:pt x="667" y="237"/>
                </a:lnTo>
                <a:cubicBezTo>
                  <a:pt x="666" y="235"/>
                  <a:pt x="666" y="235"/>
                  <a:pt x="665" y="235"/>
                </a:cubicBezTo>
                <a:cubicBezTo>
                  <a:pt x="663" y="235"/>
                  <a:pt x="663" y="235"/>
                  <a:pt x="662" y="234"/>
                </a:cubicBezTo>
                <a:cubicBezTo>
                  <a:pt x="662" y="234"/>
                  <a:pt x="661" y="234"/>
                  <a:pt x="659" y="234"/>
                </a:cubicBezTo>
                <a:cubicBezTo>
                  <a:pt x="659" y="234"/>
                  <a:pt x="658" y="234"/>
                  <a:pt x="656" y="235"/>
                </a:cubicBezTo>
                <a:cubicBezTo>
                  <a:pt x="656" y="235"/>
                  <a:pt x="656" y="234"/>
                  <a:pt x="656" y="235"/>
                </a:cubicBezTo>
                <a:cubicBezTo>
                  <a:pt x="538" y="264"/>
                  <a:pt x="538" y="264"/>
                  <a:pt x="538" y="264"/>
                </a:cubicBezTo>
                <a:cubicBezTo>
                  <a:pt x="532" y="265"/>
                  <a:pt x="526" y="274"/>
                  <a:pt x="529" y="282"/>
                </a:cubicBezTo>
                <a:cubicBezTo>
                  <a:pt x="530" y="290"/>
                  <a:pt x="538" y="294"/>
                  <a:pt x="547" y="293"/>
                </a:cubicBezTo>
                <a:lnTo>
                  <a:pt x="547" y="293"/>
                </a:lnTo>
                <a:cubicBezTo>
                  <a:pt x="625" y="272"/>
                  <a:pt x="625" y="272"/>
                  <a:pt x="625" y="272"/>
                </a:cubicBezTo>
                <a:cubicBezTo>
                  <a:pt x="507" y="442"/>
                  <a:pt x="507" y="442"/>
                  <a:pt x="507" y="442"/>
                </a:cubicBezTo>
                <a:cubicBezTo>
                  <a:pt x="500" y="441"/>
                  <a:pt x="492" y="440"/>
                  <a:pt x="483" y="440"/>
                </a:cubicBezTo>
                <a:cubicBezTo>
                  <a:pt x="460" y="440"/>
                  <a:pt x="440" y="451"/>
                  <a:pt x="427" y="467"/>
                </a:cubicBezTo>
                <a:cubicBezTo>
                  <a:pt x="320" y="414"/>
                  <a:pt x="320" y="414"/>
                  <a:pt x="320" y="414"/>
                </a:cubicBezTo>
                <a:cubicBezTo>
                  <a:pt x="321" y="408"/>
                  <a:pt x="323" y="401"/>
                  <a:pt x="323" y="396"/>
                </a:cubicBezTo>
                <a:cubicBezTo>
                  <a:pt x="323" y="355"/>
                  <a:pt x="290" y="322"/>
                  <a:pt x="250" y="322"/>
                </a:cubicBezTo>
                <a:cubicBezTo>
                  <a:pt x="209" y="322"/>
                  <a:pt x="176" y="355"/>
                  <a:pt x="176" y="396"/>
                </a:cubicBezTo>
                <a:cubicBezTo>
                  <a:pt x="176" y="414"/>
                  <a:pt x="183" y="429"/>
                  <a:pt x="194" y="441"/>
                </a:cubicBezTo>
                <a:cubicBezTo>
                  <a:pt x="30" y="646"/>
                  <a:pt x="30" y="646"/>
                  <a:pt x="30" y="646"/>
                </a:cubicBezTo>
                <a:cubicBezTo>
                  <a:pt x="30" y="14"/>
                  <a:pt x="30" y="14"/>
                  <a:pt x="30" y="14"/>
                </a:cubicBezTo>
                <a:cubicBezTo>
                  <a:pt x="30" y="6"/>
                  <a:pt x="24" y="0"/>
                  <a:pt x="15" y="0"/>
                </a:cubicBezTo>
                <a:cubicBezTo>
                  <a:pt x="7" y="0"/>
                  <a:pt x="0" y="6"/>
                  <a:pt x="0" y="14"/>
                </a:cubicBezTo>
                <a:cubicBezTo>
                  <a:pt x="0" y="688"/>
                  <a:pt x="0" y="688"/>
                  <a:pt x="0" y="688"/>
                </a:cubicBezTo>
                <a:lnTo>
                  <a:pt x="0" y="688"/>
                </a:lnTo>
                <a:cubicBezTo>
                  <a:pt x="0" y="690"/>
                  <a:pt x="2" y="691"/>
                  <a:pt x="2" y="692"/>
                </a:cubicBezTo>
                <a:close/>
                <a:moveTo>
                  <a:pt x="483" y="469"/>
                </a:moveTo>
                <a:lnTo>
                  <a:pt x="483" y="469"/>
                </a:lnTo>
                <a:cubicBezTo>
                  <a:pt x="508" y="469"/>
                  <a:pt x="527" y="488"/>
                  <a:pt x="527" y="512"/>
                </a:cubicBezTo>
                <a:cubicBezTo>
                  <a:pt x="527" y="537"/>
                  <a:pt x="508" y="556"/>
                  <a:pt x="483" y="556"/>
                </a:cubicBezTo>
                <a:cubicBezTo>
                  <a:pt x="460" y="556"/>
                  <a:pt x="440" y="537"/>
                  <a:pt x="440" y="512"/>
                </a:cubicBezTo>
                <a:cubicBezTo>
                  <a:pt x="440" y="488"/>
                  <a:pt x="460" y="469"/>
                  <a:pt x="483" y="469"/>
                </a:cubicBezTo>
                <a:close/>
                <a:moveTo>
                  <a:pt x="250" y="352"/>
                </a:moveTo>
                <a:lnTo>
                  <a:pt x="250" y="352"/>
                </a:lnTo>
                <a:cubicBezTo>
                  <a:pt x="273" y="352"/>
                  <a:pt x="294" y="371"/>
                  <a:pt x="294" y="396"/>
                </a:cubicBezTo>
                <a:cubicBezTo>
                  <a:pt x="294" y="419"/>
                  <a:pt x="273" y="440"/>
                  <a:pt x="250" y="440"/>
                </a:cubicBezTo>
                <a:cubicBezTo>
                  <a:pt x="225" y="440"/>
                  <a:pt x="206" y="419"/>
                  <a:pt x="206" y="396"/>
                </a:cubicBezTo>
                <a:cubicBezTo>
                  <a:pt x="206" y="371"/>
                  <a:pt x="225" y="352"/>
                  <a:pt x="250" y="352"/>
                </a:cubicBezTo>
                <a:close/>
              </a:path>
            </a:pathLst>
          </a:custGeom>
          <a:solidFill>
            <a:schemeClr val="tx2"/>
          </a:solidFill>
          <a:ln>
            <a:noFill/>
          </a:ln>
          <a:effectLst/>
        </p:spPr>
        <p:txBody>
          <a:bodyPr wrap="none" anchor="ctr"/>
          <a:lstStyle/>
          <a:p>
            <a:endParaRPr lang="da-DK"/>
          </a:p>
        </p:txBody>
      </p:sp>
      <p:sp>
        <p:nvSpPr>
          <p:cNvPr id="139" name="Freeform 111">
            <a:extLst>
              <a:ext uri="{FF2B5EF4-FFF2-40B4-BE49-F238E27FC236}">
                <a16:creationId xmlns:a16="http://schemas.microsoft.com/office/drawing/2014/main" id="{F42DB5F1-3330-6B8A-B835-FF99BBAFEA74}"/>
              </a:ext>
            </a:extLst>
          </p:cNvPr>
          <p:cNvSpPr>
            <a:spLocks noChangeArrowheads="1"/>
          </p:cNvSpPr>
          <p:nvPr/>
        </p:nvSpPr>
        <p:spPr bwMode="auto">
          <a:xfrm>
            <a:off x="9983911" y="1878434"/>
            <a:ext cx="254000" cy="254000"/>
          </a:xfrm>
          <a:custGeom>
            <a:avLst/>
            <a:gdLst>
              <a:gd name="T0" fmla="*/ 0 w 706"/>
              <a:gd name="T1" fmla="*/ 688 h 704"/>
              <a:gd name="T2" fmla="*/ 0 w 706"/>
              <a:gd name="T3" fmla="*/ 688 h 704"/>
              <a:gd name="T4" fmla="*/ 0 w 706"/>
              <a:gd name="T5" fmla="*/ 688 h 704"/>
              <a:gd name="T6" fmla="*/ 1 w 706"/>
              <a:gd name="T7" fmla="*/ 692 h 704"/>
              <a:gd name="T8" fmla="*/ 1 w 706"/>
              <a:gd name="T9" fmla="*/ 694 h 704"/>
              <a:gd name="T10" fmla="*/ 3 w 706"/>
              <a:gd name="T11" fmla="*/ 696 h 704"/>
              <a:gd name="T12" fmla="*/ 5 w 706"/>
              <a:gd name="T13" fmla="*/ 699 h 704"/>
              <a:gd name="T14" fmla="*/ 5 w 706"/>
              <a:gd name="T15" fmla="*/ 699 h 704"/>
              <a:gd name="T16" fmla="*/ 7 w 706"/>
              <a:gd name="T17" fmla="*/ 700 h 704"/>
              <a:gd name="T18" fmla="*/ 10 w 706"/>
              <a:gd name="T19" fmla="*/ 702 h 704"/>
              <a:gd name="T20" fmla="*/ 14 w 706"/>
              <a:gd name="T21" fmla="*/ 702 h 704"/>
              <a:gd name="T22" fmla="*/ 15 w 706"/>
              <a:gd name="T23" fmla="*/ 703 h 704"/>
              <a:gd name="T24" fmla="*/ 689 w 706"/>
              <a:gd name="T25" fmla="*/ 703 h 704"/>
              <a:gd name="T26" fmla="*/ 703 w 706"/>
              <a:gd name="T27" fmla="*/ 688 h 704"/>
              <a:gd name="T28" fmla="*/ 689 w 706"/>
              <a:gd name="T29" fmla="*/ 673 h 704"/>
              <a:gd name="T30" fmla="*/ 47 w 706"/>
              <a:gd name="T31" fmla="*/ 673 h 704"/>
              <a:gd name="T32" fmla="*/ 313 w 706"/>
              <a:gd name="T33" fmla="*/ 353 h 704"/>
              <a:gd name="T34" fmla="*/ 479 w 706"/>
              <a:gd name="T35" fmla="*/ 409 h 704"/>
              <a:gd name="T36" fmla="*/ 495 w 706"/>
              <a:gd name="T37" fmla="*/ 403 h 704"/>
              <a:gd name="T38" fmla="*/ 701 w 706"/>
              <a:gd name="T39" fmla="*/ 81 h 704"/>
              <a:gd name="T40" fmla="*/ 696 w 706"/>
              <a:gd name="T41" fmla="*/ 61 h 704"/>
              <a:gd name="T42" fmla="*/ 677 w 706"/>
              <a:gd name="T43" fmla="*/ 65 h 704"/>
              <a:gd name="T44" fmla="*/ 677 w 706"/>
              <a:gd name="T45" fmla="*/ 65 h 704"/>
              <a:gd name="T46" fmla="*/ 478 w 706"/>
              <a:gd name="T47" fmla="*/ 378 h 704"/>
              <a:gd name="T48" fmla="*/ 313 w 706"/>
              <a:gd name="T49" fmla="*/ 323 h 704"/>
              <a:gd name="T50" fmla="*/ 296 w 706"/>
              <a:gd name="T51" fmla="*/ 327 h 704"/>
              <a:gd name="T52" fmla="*/ 30 w 706"/>
              <a:gd name="T53" fmla="*/ 647 h 704"/>
              <a:gd name="T54" fmla="*/ 30 w 706"/>
              <a:gd name="T55" fmla="*/ 14 h 704"/>
              <a:gd name="T56" fmla="*/ 15 w 706"/>
              <a:gd name="T57" fmla="*/ 0 h 704"/>
              <a:gd name="T58" fmla="*/ 0 w 706"/>
              <a:gd name="T59" fmla="*/ 14 h 704"/>
              <a:gd name="T60" fmla="*/ 0 w 706"/>
              <a:gd name="T61" fmla="*/ 68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704">
                <a:moveTo>
                  <a:pt x="0" y="688"/>
                </a:moveTo>
                <a:lnTo>
                  <a:pt x="0" y="688"/>
                </a:lnTo>
                <a:lnTo>
                  <a:pt x="0" y="688"/>
                </a:lnTo>
                <a:cubicBezTo>
                  <a:pt x="0" y="690"/>
                  <a:pt x="1" y="691"/>
                  <a:pt x="1" y="692"/>
                </a:cubicBezTo>
                <a:lnTo>
                  <a:pt x="1" y="694"/>
                </a:lnTo>
                <a:cubicBezTo>
                  <a:pt x="3" y="695"/>
                  <a:pt x="3" y="695"/>
                  <a:pt x="3" y="696"/>
                </a:cubicBezTo>
                <a:cubicBezTo>
                  <a:pt x="4" y="698"/>
                  <a:pt x="4" y="698"/>
                  <a:pt x="5" y="699"/>
                </a:cubicBezTo>
                <a:lnTo>
                  <a:pt x="5" y="699"/>
                </a:lnTo>
                <a:cubicBezTo>
                  <a:pt x="7" y="699"/>
                  <a:pt x="7" y="700"/>
                  <a:pt x="7" y="700"/>
                </a:cubicBezTo>
                <a:cubicBezTo>
                  <a:pt x="8" y="700"/>
                  <a:pt x="10" y="702"/>
                  <a:pt x="10" y="702"/>
                </a:cubicBezTo>
                <a:cubicBezTo>
                  <a:pt x="11" y="702"/>
                  <a:pt x="12" y="702"/>
                  <a:pt x="14" y="702"/>
                </a:cubicBezTo>
                <a:cubicBezTo>
                  <a:pt x="14" y="702"/>
                  <a:pt x="14" y="703"/>
                  <a:pt x="15" y="703"/>
                </a:cubicBezTo>
                <a:cubicBezTo>
                  <a:pt x="689" y="703"/>
                  <a:pt x="689" y="703"/>
                  <a:pt x="689" y="703"/>
                </a:cubicBezTo>
                <a:cubicBezTo>
                  <a:pt x="697" y="703"/>
                  <a:pt x="703" y="696"/>
                  <a:pt x="703" y="688"/>
                </a:cubicBezTo>
                <a:cubicBezTo>
                  <a:pt x="703" y="680"/>
                  <a:pt x="697" y="673"/>
                  <a:pt x="689" y="673"/>
                </a:cubicBezTo>
                <a:cubicBezTo>
                  <a:pt x="47" y="673"/>
                  <a:pt x="47" y="673"/>
                  <a:pt x="47" y="673"/>
                </a:cubicBezTo>
                <a:cubicBezTo>
                  <a:pt x="313" y="353"/>
                  <a:pt x="313" y="353"/>
                  <a:pt x="313" y="353"/>
                </a:cubicBezTo>
                <a:cubicBezTo>
                  <a:pt x="479" y="409"/>
                  <a:pt x="479" y="409"/>
                  <a:pt x="479" y="409"/>
                </a:cubicBezTo>
                <a:cubicBezTo>
                  <a:pt x="486" y="411"/>
                  <a:pt x="493" y="408"/>
                  <a:pt x="495" y="403"/>
                </a:cubicBezTo>
                <a:cubicBezTo>
                  <a:pt x="701" y="81"/>
                  <a:pt x="701" y="81"/>
                  <a:pt x="701" y="81"/>
                </a:cubicBezTo>
                <a:cubicBezTo>
                  <a:pt x="705" y="75"/>
                  <a:pt x="703" y="65"/>
                  <a:pt x="696" y="61"/>
                </a:cubicBezTo>
                <a:cubicBezTo>
                  <a:pt x="689" y="57"/>
                  <a:pt x="681" y="58"/>
                  <a:pt x="677" y="65"/>
                </a:cubicBezTo>
                <a:lnTo>
                  <a:pt x="677" y="65"/>
                </a:lnTo>
                <a:cubicBezTo>
                  <a:pt x="478" y="378"/>
                  <a:pt x="478" y="378"/>
                  <a:pt x="478" y="378"/>
                </a:cubicBezTo>
                <a:cubicBezTo>
                  <a:pt x="313" y="323"/>
                  <a:pt x="313" y="323"/>
                  <a:pt x="313" y="323"/>
                </a:cubicBezTo>
                <a:cubicBezTo>
                  <a:pt x="307" y="320"/>
                  <a:pt x="301" y="323"/>
                  <a:pt x="296" y="327"/>
                </a:cubicBezTo>
                <a:cubicBezTo>
                  <a:pt x="30" y="647"/>
                  <a:pt x="30" y="647"/>
                  <a:pt x="30" y="647"/>
                </a:cubicBezTo>
                <a:cubicBezTo>
                  <a:pt x="30" y="14"/>
                  <a:pt x="30" y="14"/>
                  <a:pt x="30" y="14"/>
                </a:cubicBezTo>
                <a:cubicBezTo>
                  <a:pt x="30" y="6"/>
                  <a:pt x="23" y="0"/>
                  <a:pt x="15" y="0"/>
                </a:cubicBezTo>
                <a:cubicBezTo>
                  <a:pt x="7" y="0"/>
                  <a:pt x="0" y="6"/>
                  <a:pt x="0" y="14"/>
                </a:cubicBezTo>
                <a:lnTo>
                  <a:pt x="0" y="688"/>
                </a:lnTo>
              </a:path>
            </a:pathLst>
          </a:custGeom>
          <a:solidFill>
            <a:schemeClr val="tx2"/>
          </a:solidFill>
          <a:ln>
            <a:noFill/>
          </a:ln>
          <a:effectLst/>
        </p:spPr>
        <p:txBody>
          <a:bodyPr wrap="none" anchor="ctr"/>
          <a:lstStyle/>
          <a:p>
            <a:endParaRPr lang="da-DK"/>
          </a:p>
        </p:txBody>
      </p:sp>
      <p:grpSp>
        <p:nvGrpSpPr>
          <p:cNvPr id="140" name="Group 143">
            <a:extLst>
              <a:ext uri="{FF2B5EF4-FFF2-40B4-BE49-F238E27FC236}">
                <a16:creationId xmlns:a16="http://schemas.microsoft.com/office/drawing/2014/main" id="{5474200D-CE03-30F9-F27B-62A2490810D8}"/>
              </a:ext>
            </a:extLst>
          </p:cNvPr>
          <p:cNvGrpSpPr/>
          <p:nvPr/>
        </p:nvGrpSpPr>
        <p:grpSpPr>
          <a:xfrm>
            <a:off x="9477499" y="1371228"/>
            <a:ext cx="254000" cy="254000"/>
            <a:chOff x="8335963" y="1708150"/>
            <a:chExt cx="254000" cy="254000"/>
          </a:xfrm>
          <a:solidFill>
            <a:schemeClr val="tx2"/>
          </a:solidFill>
        </p:grpSpPr>
        <p:sp>
          <p:nvSpPr>
            <p:cNvPr id="141" name="Freeform 112">
              <a:extLst>
                <a:ext uri="{FF2B5EF4-FFF2-40B4-BE49-F238E27FC236}">
                  <a16:creationId xmlns:a16="http://schemas.microsoft.com/office/drawing/2014/main" id="{A38B48CD-7EB3-3056-301E-3E65138E9A80}"/>
                </a:ext>
              </a:extLst>
            </p:cNvPr>
            <p:cNvSpPr>
              <a:spLocks noChangeArrowheads="1"/>
            </p:cNvSpPr>
            <p:nvPr/>
          </p:nvSpPr>
          <p:spPr bwMode="auto">
            <a:xfrm>
              <a:off x="8335963" y="1708150"/>
              <a:ext cx="254000" cy="254000"/>
            </a:xfrm>
            <a:custGeom>
              <a:avLst/>
              <a:gdLst>
                <a:gd name="T0" fmla="*/ 44 w 704"/>
                <a:gd name="T1" fmla="*/ 703 h 704"/>
                <a:gd name="T2" fmla="*/ 44 w 704"/>
                <a:gd name="T3" fmla="*/ 703 h 704"/>
                <a:gd name="T4" fmla="*/ 455 w 704"/>
                <a:gd name="T5" fmla="*/ 703 h 704"/>
                <a:gd name="T6" fmla="*/ 499 w 704"/>
                <a:gd name="T7" fmla="*/ 659 h 704"/>
                <a:gd name="T8" fmla="*/ 499 w 704"/>
                <a:gd name="T9" fmla="*/ 556 h 704"/>
                <a:gd name="T10" fmla="*/ 602 w 704"/>
                <a:gd name="T11" fmla="*/ 556 h 704"/>
                <a:gd name="T12" fmla="*/ 602 w 704"/>
                <a:gd name="T13" fmla="*/ 556 h 704"/>
                <a:gd name="T14" fmla="*/ 602 w 704"/>
                <a:gd name="T15" fmla="*/ 556 h 704"/>
                <a:gd name="T16" fmla="*/ 659 w 704"/>
                <a:gd name="T17" fmla="*/ 556 h 704"/>
                <a:gd name="T18" fmla="*/ 703 w 704"/>
                <a:gd name="T19" fmla="*/ 512 h 704"/>
                <a:gd name="T20" fmla="*/ 703 w 704"/>
                <a:gd name="T21" fmla="*/ 101 h 704"/>
                <a:gd name="T22" fmla="*/ 659 w 704"/>
                <a:gd name="T23" fmla="*/ 57 h 704"/>
                <a:gd name="T24" fmla="*/ 499 w 704"/>
                <a:gd name="T25" fmla="*/ 57 h 704"/>
                <a:gd name="T26" fmla="*/ 499 w 704"/>
                <a:gd name="T27" fmla="*/ 44 h 704"/>
                <a:gd name="T28" fmla="*/ 455 w 704"/>
                <a:gd name="T29" fmla="*/ 0 h 704"/>
                <a:gd name="T30" fmla="*/ 44 w 704"/>
                <a:gd name="T31" fmla="*/ 0 h 704"/>
                <a:gd name="T32" fmla="*/ 0 w 704"/>
                <a:gd name="T33" fmla="*/ 44 h 704"/>
                <a:gd name="T34" fmla="*/ 0 w 704"/>
                <a:gd name="T35" fmla="*/ 659 h 704"/>
                <a:gd name="T36" fmla="*/ 44 w 704"/>
                <a:gd name="T37" fmla="*/ 703 h 704"/>
                <a:gd name="T38" fmla="*/ 674 w 704"/>
                <a:gd name="T39" fmla="*/ 101 h 704"/>
                <a:gd name="T40" fmla="*/ 674 w 704"/>
                <a:gd name="T41" fmla="*/ 101 h 704"/>
                <a:gd name="T42" fmla="*/ 674 w 704"/>
                <a:gd name="T43" fmla="*/ 512 h 704"/>
                <a:gd name="T44" fmla="*/ 659 w 704"/>
                <a:gd name="T45" fmla="*/ 527 h 704"/>
                <a:gd name="T46" fmla="*/ 615 w 704"/>
                <a:gd name="T47" fmla="*/ 527 h 704"/>
                <a:gd name="T48" fmla="*/ 615 w 704"/>
                <a:gd name="T49" fmla="*/ 88 h 704"/>
                <a:gd name="T50" fmla="*/ 659 w 704"/>
                <a:gd name="T51" fmla="*/ 88 h 704"/>
                <a:gd name="T52" fmla="*/ 674 w 704"/>
                <a:gd name="T53" fmla="*/ 101 h 704"/>
                <a:gd name="T54" fmla="*/ 499 w 704"/>
                <a:gd name="T55" fmla="*/ 88 h 704"/>
                <a:gd name="T56" fmla="*/ 499 w 704"/>
                <a:gd name="T57" fmla="*/ 88 h 704"/>
                <a:gd name="T58" fmla="*/ 586 w 704"/>
                <a:gd name="T59" fmla="*/ 88 h 704"/>
                <a:gd name="T60" fmla="*/ 586 w 704"/>
                <a:gd name="T61" fmla="*/ 527 h 704"/>
                <a:gd name="T62" fmla="*/ 499 w 704"/>
                <a:gd name="T63" fmla="*/ 527 h 704"/>
                <a:gd name="T64" fmla="*/ 499 w 704"/>
                <a:gd name="T65" fmla="*/ 88 h 704"/>
                <a:gd name="T66" fmla="*/ 30 w 704"/>
                <a:gd name="T67" fmla="*/ 44 h 704"/>
                <a:gd name="T68" fmla="*/ 30 w 704"/>
                <a:gd name="T69" fmla="*/ 44 h 704"/>
                <a:gd name="T70" fmla="*/ 44 w 704"/>
                <a:gd name="T71" fmla="*/ 29 h 704"/>
                <a:gd name="T72" fmla="*/ 455 w 704"/>
                <a:gd name="T73" fmla="*/ 29 h 704"/>
                <a:gd name="T74" fmla="*/ 470 w 704"/>
                <a:gd name="T75" fmla="*/ 44 h 704"/>
                <a:gd name="T76" fmla="*/ 470 w 704"/>
                <a:gd name="T77" fmla="*/ 73 h 704"/>
                <a:gd name="T78" fmla="*/ 470 w 704"/>
                <a:gd name="T79" fmla="*/ 541 h 704"/>
                <a:gd name="T80" fmla="*/ 470 w 704"/>
                <a:gd name="T81" fmla="*/ 659 h 704"/>
                <a:gd name="T82" fmla="*/ 455 w 704"/>
                <a:gd name="T83" fmla="*/ 672 h 704"/>
                <a:gd name="T84" fmla="*/ 44 w 704"/>
                <a:gd name="T85" fmla="*/ 672 h 704"/>
                <a:gd name="T86" fmla="*/ 30 w 704"/>
                <a:gd name="T87" fmla="*/ 659 h 704"/>
                <a:gd name="T88" fmla="*/ 30 w 704"/>
                <a:gd name="T89"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704">
                  <a:moveTo>
                    <a:pt x="44" y="703"/>
                  </a:moveTo>
                  <a:lnTo>
                    <a:pt x="44" y="703"/>
                  </a:lnTo>
                  <a:cubicBezTo>
                    <a:pt x="455" y="703"/>
                    <a:pt x="455" y="703"/>
                    <a:pt x="455" y="703"/>
                  </a:cubicBezTo>
                  <a:cubicBezTo>
                    <a:pt x="479" y="703"/>
                    <a:pt x="499" y="682"/>
                    <a:pt x="499" y="659"/>
                  </a:cubicBezTo>
                  <a:cubicBezTo>
                    <a:pt x="499" y="556"/>
                    <a:pt x="499" y="556"/>
                    <a:pt x="499" y="556"/>
                  </a:cubicBezTo>
                  <a:cubicBezTo>
                    <a:pt x="602" y="556"/>
                    <a:pt x="602" y="556"/>
                    <a:pt x="602" y="556"/>
                  </a:cubicBezTo>
                  <a:lnTo>
                    <a:pt x="602" y="556"/>
                  </a:lnTo>
                  <a:lnTo>
                    <a:pt x="602" y="556"/>
                  </a:lnTo>
                  <a:cubicBezTo>
                    <a:pt x="659" y="556"/>
                    <a:pt x="659" y="556"/>
                    <a:pt x="659" y="556"/>
                  </a:cubicBezTo>
                  <a:cubicBezTo>
                    <a:pt x="684" y="556"/>
                    <a:pt x="703" y="537"/>
                    <a:pt x="703" y="512"/>
                  </a:cubicBezTo>
                  <a:cubicBezTo>
                    <a:pt x="703" y="101"/>
                    <a:pt x="703" y="101"/>
                    <a:pt x="703" y="101"/>
                  </a:cubicBezTo>
                  <a:cubicBezTo>
                    <a:pt x="703" y="78"/>
                    <a:pt x="684" y="57"/>
                    <a:pt x="659" y="57"/>
                  </a:cubicBezTo>
                  <a:cubicBezTo>
                    <a:pt x="499" y="57"/>
                    <a:pt x="499" y="57"/>
                    <a:pt x="499" y="57"/>
                  </a:cubicBezTo>
                  <a:cubicBezTo>
                    <a:pt x="499" y="44"/>
                    <a:pt x="499" y="44"/>
                    <a:pt x="499" y="44"/>
                  </a:cubicBezTo>
                  <a:cubicBezTo>
                    <a:pt x="499" y="19"/>
                    <a:pt x="479" y="0"/>
                    <a:pt x="455" y="0"/>
                  </a:cubicBezTo>
                  <a:cubicBezTo>
                    <a:pt x="44" y="0"/>
                    <a:pt x="44" y="0"/>
                    <a:pt x="44" y="0"/>
                  </a:cubicBezTo>
                  <a:cubicBezTo>
                    <a:pt x="21" y="0"/>
                    <a:pt x="0" y="19"/>
                    <a:pt x="0" y="44"/>
                  </a:cubicBezTo>
                  <a:cubicBezTo>
                    <a:pt x="0" y="659"/>
                    <a:pt x="0" y="659"/>
                    <a:pt x="0" y="659"/>
                  </a:cubicBezTo>
                  <a:cubicBezTo>
                    <a:pt x="0" y="682"/>
                    <a:pt x="21" y="703"/>
                    <a:pt x="44" y="703"/>
                  </a:cubicBezTo>
                  <a:close/>
                  <a:moveTo>
                    <a:pt x="674" y="101"/>
                  </a:moveTo>
                  <a:lnTo>
                    <a:pt x="674" y="101"/>
                  </a:lnTo>
                  <a:cubicBezTo>
                    <a:pt x="674" y="512"/>
                    <a:pt x="674" y="512"/>
                    <a:pt x="674" y="512"/>
                  </a:cubicBezTo>
                  <a:cubicBezTo>
                    <a:pt x="674" y="520"/>
                    <a:pt x="667" y="527"/>
                    <a:pt x="659" y="527"/>
                  </a:cubicBezTo>
                  <a:cubicBezTo>
                    <a:pt x="615" y="527"/>
                    <a:pt x="615" y="527"/>
                    <a:pt x="615" y="527"/>
                  </a:cubicBezTo>
                  <a:cubicBezTo>
                    <a:pt x="615" y="88"/>
                    <a:pt x="615" y="88"/>
                    <a:pt x="615" y="88"/>
                  </a:cubicBezTo>
                  <a:cubicBezTo>
                    <a:pt x="659" y="88"/>
                    <a:pt x="659" y="88"/>
                    <a:pt x="659" y="88"/>
                  </a:cubicBezTo>
                  <a:cubicBezTo>
                    <a:pt x="667" y="88"/>
                    <a:pt x="674" y="93"/>
                    <a:pt x="674" y="101"/>
                  </a:cubicBezTo>
                  <a:close/>
                  <a:moveTo>
                    <a:pt x="499" y="88"/>
                  </a:moveTo>
                  <a:lnTo>
                    <a:pt x="499" y="88"/>
                  </a:lnTo>
                  <a:cubicBezTo>
                    <a:pt x="586" y="88"/>
                    <a:pt x="586" y="88"/>
                    <a:pt x="586" y="88"/>
                  </a:cubicBezTo>
                  <a:cubicBezTo>
                    <a:pt x="586" y="527"/>
                    <a:pt x="586" y="527"/>
                    <a:pt x="586" y="527"/>
                  </a:cubicBezTo>
                  <a:cubicBezTo>
                    <a:pt x="499" y="527"/>
                    <a:pt x="499" y="527"/>
                    <a:pt x="499" y="527"/>
                  </a:cubicBezTo>
                  <a:lnTo>
                    <a:pt x="499" y="88"/>
                  </a:lnTo>
                  <a:close/>
                  <a:moveTo>
                    <a:pt x="30" y="44"/>
                  </a:moveTo>
                  <a:lnTo>
                    <a:pt x="30" y="44"/>
                  </a:lnTo>
                  <a:cubicBezTo>
                    <a:pt x="30" y="36"/>
                    <a:pt x="36" y="29"/>
                    <a:pt x="44" y="29"/>
                  </a:cubicBezTo>
                  <a:cubicBezTo>
                    <a:pt x="455" y="29"/>
                    <a:pt x="455" y="29"/>
                    <a:pt x="455" y="29"/>
                  </a:cubicBezTo>
                  <a:cubicBezTo>
                    <a:pt x="463" y="29"/>
                    <a:pt x="470" y="36"/>
                    <a:pt x="470" y="44"/>
                  </a:cubicBezTo>
                  <a:cubicBezTo>
                    <a:pt x="470" y="73"/>
                    <a:pt x="470" y="73"/>
                    <a:pt x="470" y="73"/>
                  </a:cubicBezTo>
                  <a:cubicBezTo>
                    <a:pt x="470" y="541"/>
                    <a:pt x="470" y="541"/>
                    <a:pt x="470" y="541"/>
                  </a:cubicBezTo>
                  <a:cubicBezTo>
                    <a:pt x="470" y="659"/>
                    <a:pt x="470" y="659"/>
                    <a:pt x="470" y="659"/>
                  </a:cubicBezTo>
                  <a:cubicBezTo>
                    <a:pt x="470" y="666"/>
                    <a:pt x="463" y="672"/>
                    <a:pt x="455" y="672"/>
                  </a:cubicBezTo>
                  <a:cubicBezTo>
                    <a:pt x="44" y="672"/>
                    <a:pt x="44" y="672"/>
                    <a:pt x="44" y="672"/>
                  </a:cubicBezTo>
                  <a:cubicBezTo>
                    <a:pt x="36" y="672"/>
                    <a:pt x="30" y="666"/>
                    <a:pt x="30" y="659"/>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3">
              <a:extLst>
                <a:ext uri="{FF2B5EF4-FFF2-40B4-BE49-F238E27FC236}">
                  <a16:creationId xmlns:a16="http://schemas.microsoft.com/office/drawing/2014/main" id="{030F53F0-D64F-6A71-1E34-5A0A110A968D}"/>
                </a:ext>
              </a:extLst>
            </p:cNvPr>
            <p:cNvSpPr>
              <a:spLocks noChangeArrowheads="1"/>
            </p:cNvSpPr>
            <p:nvPr/>
          </p:nvSpPr>
          <p:spPr bwMode="auto">
            <a:xfrm>
              <a:off x="8367713" y="1728788"/>
              <a:ext cx="115887" cy="85725"/>
            </a:xfrm>
            <a:custGeom>
              <a:avLst/>
              <a:gdLst>
                <a:gd name="T0" fmla="*/ 15 w 324"/>
                <a:gd name="T1" fmla="*/ 235 h 236"/>
                <a:gd name="T2" fmla="*/ 15 w 324"/>
                <a:gd name="T3" fmla="*/ 235 h 236"/>
                <a:gd name="T4" fmla="*/ 308 w 324"/>
                <a:gd name="T5" fmla="*/ 235 h 236"/>
                <a:gd name="T6" fmla="*/ 319 w 324"/>
                <a:gd name="T7" fmla="*/ 231 h 236"/>
                <a:gd name="T8" fmla="*/ 323 w 324"/>
                <a:gd name="T9" fmla="*/ 220 h 236"/>
                <a:gd name="T10" fmla="*/ 323 w 324"/>
                <a:gd name="T11" fmla="*/ 16 h 236"/>
                <a:gd name="T12" fmla="*/ 319 w 324"/>
                <a:gd name="T13" fmla="*/ 5 h 236"/>
                <a:gd name="T14" fmla="*/ 308 w 324"/>
                <a:gd name="T15" fmla="*/ 0 h 236"/>
                <a:gd name="T16" fmla="*/ 15 w 324"/>
                <a:gd name="T17" fmla="*/ 0 h 236"/>
                <a:gd name="T18" fmla="*/ 4 w 324"/>
                <a:gd name="T19" fmla="*/ 5 h 236"/>
                <a:gd name="T20" fmla="*/ 0 w 324"/>
                <a:gd name="T21" fmla="*/ 16 h 236"/>
                <a:gd name="T22" fmla="*/ 0 w 324"/>
                <a:gd name="T23" fmla="*/ 220 h 236"/>
                <a:gd name="T24" fmla="*/ 4 w 324"/>
                <a:gd name="T25" fmla="*/ 231 h 236"/>
                <a:gd name="T26" fmla="*/ 15 w 324"/>
                <a:gd name="T27" fmla="*/ 235 h 236"/>
                <a:gd name="T28" fmla="*/ 30 w 324"/>
                <a:gd name="T29" fmla="*/ 31 h 236"/>
                <a:gd name="T30" fmla="*/ 30 w 324"/>
                <a:gd name="T31" fmla="*/ 31 h 236"/>
                <a:gd name="T32" fmla="*/ 294 w 324"/>
                <a:gd name="T33" fmla="*/ 31 h 236"/>
                <a:gd name="T34" fmla="*/ 294 w 324"/>
                <a:gd name="T35" fmla="*/ 206 h 236"/>
                <a:gd name="T36" fmla="*/ 30 w 324"/>
                <a:gd name="T37" fmla="*/ 206 h 236"/>
                <a:gd name="T38" fmla="*/ 30 w 324"/>
                <a:gd name="T39" fmla="*/ 3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4" h="236">
                  <a:moveTo>
                    <a:pt x="15" y="235"/>
                  </a:moveTo>
                  <a:lnTo>
                    <a:pt x="15" y="235"/>
                  </a:lnTo>
                  <a:cubicBezTo>
                    <a:pt x="308" y="235"/>
                    <a:pt x="308" y="235"/>
                    <a:pt x="308" y="235"/>
                  </a:cubicBezTo>
                  <a:cubicBezTo>
                    <a:pt x="312" y="235"/>
                    <a:pt x="316" y="234"/>
                    <a:pt x="319" y="231"/>
                  </a:cubicBezTo>
                  <a:cubicBezTo>
                    <a:pt x="321" y="228"/>
                    <a:pt x="323" y="224"/>
                    <a:pt x="323" y="220"/>
                  </a:cubicBezTo>
                  <a:cubicBezTo>
                    <a:pt x="323" y="16"/>
                    <a:pt x="323" y="16"/>
                    <a:pt x="323" y="16"/>
                  </a:cubicBezTo>
                  <a:cubicBezTo>
                    <a:pt x="323" y="11"/>
                    <a:pt x="321" y="7"/>
                    <a:pt x="319" y="5"/>
                  </a:cubicBezTo>
                  <a:cubicBezTo>
                    <a:pt x="316" y="2"/>
                    <a:pt x="312" y="0"/>
                    <a:pt x="308" y="0"/>
                  </a:cubicBezTo>
                  <a:cubicBezTo>
                    <a:pt x="15" y="0"/>
                    <a:pt x="15" y="0"/>
                    <a:pt x="15" y="0"/>
                  </a:cubicBezTo>
                  <a:cubicBezTo>
                    <a:pt x="11" y="0"/>
                    <a:pt x="7" y="2"/>
                    <a:pt x="4" y="5"/>
                  </a:cubicBezTo>
                  <a:cubicBezTo>
                    <a:pt x="1" y="7"/>
                    <a:pt x="0" y="11"/>
                    <a:pt x="0" y="16"/>
                  </a:cubicBezTo>
                  <a:cubicBezTo>
                    <a:pt x="0" y="220"/>
                    <a:pt x="0" y="220"/>
                    <a:pt x="0" y="220"/>
                  </a:cubicBezTo>
                  <a:cubicBezTo>
                    <a:pt x="0" y="224"/>
                    <a:pt x="1" y="228"/>
                    <a:pt x="4" y="231"/>
                  </a:cubicBezTo>
                  <a:cubicBezTo>
                    <a:pt x="7" y="234"/>
                    <a:pt x="11" y="235"/>
                    <a:pt x="15" y="235"/>
                  </a:cubicBezTo>
                  <a:close/>
                  <a:moveTo>
                    <a:pt x="30" y="31"/>
                  </a:moveTo>
                  <a:lnTo>
                    <a:pt x="30" y="31"/>
                  </a:lnTo>
                  <a:cubicBezTo>
                    <a:pt x="294" y="31"/>
                    <a:pt x="294" y="31"/>
                    <a:pt x="294" y="31"/>
                  </a:cubicBezTo>
                  <a:cubicBezTo>
                    <a:pt x="294" y="206"/>
                    <a:pt x="294" y="206"/>
                    <a:pt x="294" y="206"/>
                  </a:cubicBezTo>
                  <a:cubicBezTo>
                    <a:pt x="30" y="206"/>
                    <a:pt x="30" y="206"/>
                    <a:pt x="30" y="206"/>
                  </a:cubicBezTo>
                  <a:lnTo>
                    <a:pt x="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4">
              <a:extLst>
                <a:ext uri="{FF2B5EF4-FFF2-40B4-BE49-F238E27FC236}">
                  <a16:creationId xmlns:a16="http://schemas.microsoft.com/office/drawing/2014/main" id="{45F80273-405C-C611-CC49-47B3BAA4A404}"/>
                </a:ext>
              </a:extLst>
            </p:cNvPr>
            <p:cNvSpPr>
              <a:spLocks noChangeArrowheads="1"/>
            </p:cNvSpPr>
            <p:nvPr/>
          </p:nvSpPr>
          <p:spPr bwMode="auto">
            <a:xfrm>
              <a:off x="8358188" y="18351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2"/>
                    <a:pt x="77" y="0"/>
                    <a:pt x="73"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5">
              <a:extLst>
                <a:ext uri="{FF2B5EF4-FFF2-40B4-BE49-F238E27FC236}">
                  <a16:creationId xmlns:a16="http://schemas.microsoft.com/office/drawing/2014/main" id="{329DC535-AF59-8DB4-66E5-BCBEE7839240}"/>
                </a:ext>
              </a:extLst>
            </p:cNvPr>
            <p:cNvSpPr>
              <a:spLocks noChangeArrowheads="1"/>
            </p:cNvSpPr>
            <p:nvPr/>
          </p:nvSpPr>
          <p:spPr bwMode="auto">
            <a:xfrm>
              <a:off x="8410575" y="18351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6">
              <a:extLst>
                <a:ext uri="{FF2B5EF4-FFF2-40B4-BE49-F238E27FC236}">
                  <a16:creationId xmlns:a16="http://schemas.microsoft.com/office/drawing/2014/main" id="{FFB06759-DF11-2A89-9AD6-D840693F8EEA}"/>
                </a:ext>
              </a:extLst>
            </p:cNvPr>
            <p:cNvSpPr>
              <a:spLocks noChangeArrowheads="1"/>
            </p:cNvSpPr>
            <p:nvPr/>
          </p:nvSpPr>
          <p:spPr bwMode="auto">
            <a:xfrm>
              <a:off x="8462963" y="1835150"/>
              <a:ext cx="31750" cy="31750"/>
            </a:xfrm>
            <a:custGeom>
              <a:avLst/>
              <a:gdLst>
                <a:gd name="T0" fmla="*/ 0 w 89"/>
                <a:gd name="T1" fmla="*/ 14 h 89"/>
                <a:gd name="T2" fmla="*/ 0 w 89"/>
                <a:gd name="T3" fmla="*/ 14 h 89"/>
                <a:gd name="T4" fmla="*/ 15 w 89"/>
                <a:gd name="T5" fmla="*/ 29 h 89"/>
                <a:gd name="T6" fmla="*/ 59 w 89"/>
                <a:gd name="T7" fmla="*/ 29 h 89"/>
                <a:gd name="T8" fmla="*/ 59 w 89"/>
                <a:gd name="T9" fmla="*/ 73 h 89"/>
                <a:gd name="T10" fmla="*/ 74 w 89"/>
                <a:gd name="T11" fmla="*/ 88 h 89"/>
                <a:gd name="T12" fmla="*/ 88 w 89"/>
                <a:gd name="T13" fmla="*/ 73 h 89"/>
                <a:gd name="T14" fmla="*/ 88 w 89"/>
                <a:gd name="T15" fmla="*/ 14 h 89"/>
                <a:gd name="T16" fmla="*/ 83 w 89"/>
                <a:gd name="T17" fmla="*/ 4 h 89"/>
                <a:gd name="T18" fmla="*/ 74 w 89"/>
                <a:gd name="T19" fmla="*/ 0 h 89"/>
                <a:gd name="T20" fmla="*/ 15 w 89"/>
                <a:gd name="T21" fmla="*/ 0 h 89"/>
                <a:gd name="T22" fmla="*/ 0 w 89"/>
                <a:gd name="T23" fmla="*/ 14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0" y="14"/>
                  </a:moveTo>
                  <a:lnTo>
                    <a:pt x="0" y="14"/>
                  </a:ln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2"/>
                    <a:pt x="77" y="0"/>
                    <a:pt x="74" y="0"/>
                  </a:cubicBezTo>
                  <a:cubicBezTo>
                    <a:pt x="15" y="0"/>
                    <a:pt x="15"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6" name="Freeform 117">
              <a:extLst>
                <a:ext uri="{FF2B5EF4-FFF2-40B4-BE49-F238E27FC236}">
                  <a16:creationId xmlns:a16="http://schemas.microsoft.com/office/drawing/2014/main" id="{B3E84A42-DDA7-3E0A-B6EE-BCE069192F6C}"/>
                </a:ext>
              </a:extLst>
            </p:cNvPr>
            <p:cNvSpPr>
              <a:spLocks noChangeArrowheads="1"/>
            </p:cNvSpPr>
            <p:nvPr/>
          </p:nvSpPr>
          <p:spPr bwMode="auto">
            <a:xfrm>
              <a:off x="8358188" y="18986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1"/>
                    <a:pt x="77" y="0"/>
                    <a:pt x="73" y="0"/>
                  </a:cubicBezTo>
                  <a:cubicBezTo>
                    <a:pt x="15" y="0"/>
                    <a:pt x="15" y="0"/>
                    <a:pt x="15" y="0"/>
                  </a:cubicBezTo>
                  <a:cubicBezTo>
                    <a:pt x="7" y="0"/>
                    <a:pt x="0" y="5"/>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8">
              <a:extLst>
                <a:ext uri="{FF2B5EF4-FFF2-40B4-BE49-F238E27FC236}">
                  <a16:creationId xmlns:a16="http://schemas.microsoft.com/office/drawing/2014/main" id="{FB0DA992-3FB5-EA5B-B3BD-B7AFEDD1524B}"/>
                </a:ext>
              </a:extLst>
            </p:cNvPr>
            <p:cNvSpPr>
              <a:spLocks noChangeArrowheads="1"/>
            </p:cNvSpPr>
            <p:nvPr/>
          </p:nvSpPr>
          <p:spPr bwMode="auto">
            <a:xfrm>
              <a:off x="8410575" y="18986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19">
              <a:extLst>
                <a:ext uri="{FF2B5EF4-FFF2-40B4-BE49-F238E27FC236}">
                  <a16:creationId xmlns:a16="http://schemas.microsoft.com/office/drawing/2014/main" id="{A0BBDE87-F796-1D04-9433-1FDD7493925B}"/>
                </a:ext>
              </a:extLst>
            </p:cNvPr>
            <p:cNvSpPr>
              <a:spLocks noChangeArrowheads="1"/>
            </p:cNvSpPr>
            <p:nvPr/>
          </p:nvSpPr>
          <p:spPr bwMode="auto">
            <a:xfrm>
              <a:off x="8462963" y="1898650"/>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3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71D5737B-63ED-0699-E4EC-02E38AC3E95B}"/>
              </a:ext>
            </a:extLst>
          </p:cNvPr>
          <p:cNvGrpSpPr/>
          <p:nvPr/>
        </p:nvGrpSpPr>
        <p:grpSpPr>
          <a:xfrm>
            <a:off x="8982199" y="866403"/>
            <a:ext cx="223837" cy="254000"/>
            <a:chOff x="7840663" y="1201738"/>
            <a:chExt cx="223837" cy="254000"/>
          </a:xfrm>
          <a:solidFill>
            <a:schemeClr val="tx2"/>
          </a:solidFill>
        </p:grpSpPr>
        <p:sp>
          <p:nvSpPr>
            <p:cNvPr id="150" name="Freeform 120">
              <a:extLst>
                <a:ext uri="{FF2B5EF4-FFF2-40B4-BE49-F238E27FC236}">
                  <a16:creationId xmlns:a16="http://schemas.microsoft.com/office/drawing/2014/main" id="{76B535FD-A5AF-399C-8861-08E481B8EB82}"/>
                </a:ext>
              </a:extLst>
            </p:cNvPr>
            <p:cNvSpPr>
              <a:spLocks noChangeArrowheads="1"/>
            </p:cNvSpPr>
            <p:nvPr/>
          </p:nvSpPr>
          <p:spPr bwMode="auto">
            <a:xfrm>
              <a:off x="7840663" y="1201738"/>
              <a:ext cx="223837" cy="254000"/>
            </a:xfrm>
            <a:custGeom>
              <a:avLst/>
              <a:gdLst>
                <a:gd name="T0" fmla="*/ 570 w 620"/>
                <a:gd name="T1" fmla="*/ 0 h 707"/>
                <a:gd name="T2" fmla="*/ 570 w 620"/>
                <a:gd name="T3" fmla="*/ 0 h 707"/>
                <a:gd name="T4" fmla="*/ 50 w 620"/>
                <a:gd name="T5" fmla="*/ 0 h 707"/>
                <a:gd name="T6" fmla="*/ 0 w 620"/>
                <a:gd name="T7" fmla="*/ 49 h 707"/>
                <a:gd name="T8" fmla="*/ 0 w 620"/>
                <a:gd name="T9" fmla="*/ 657 h 707"/>
                <a:gd name="T10" fmla="*/ 50 w 620"/>
                <a:gd name="T11" fmla="*/ 706 h 707"/>
                <a:gd name="T12" fmla="*/ 570 w 620"/>
                <a:gd name="T13" fmla="*/ 706 h 707"/>
                <a:gd name="T14" fmla="*/ 619 w 620"/>
                <a:gd name="T15" fmla="*/ 657 h 707"/>
                <a:gd name="T16" fmla="*/ 619 w 620"/>
                <a:gd name="T17" fmla="*/ 49 h 707"/>
                <a:gd name="T18" fmla="*/ 570 w 620"/>
                <a:gd name="T19" fmla="*/ 0 h 707"/>
                <a:gd name="T20" fmla="*/ 586 w 620"/>
                <a:gd name="T21" fmla="*/ 657 h 707"/>
                <a:gd name="T22" fmla="*/ 586 w 620"/>
                <a:gd name="T23" fmla="*/ 657 h 707"/>
                <a:gd name="T24" fmla="*/ 570 w 620"/>
                <a:gd name="T25" fmla="*/ 673 h 707"/>
                <a:gd name="T26" fmla="*/ 50 w 620"/>
                <a:gd name="T27" fmla="*/ 673 h 707"/>
                <a:gd name="T28" fmla="*/ 33 w 620"/>
                <a:gd name="T29" fmla="*/ 657 h 707"/>
                <a:gd name="T30" fmla="*/ 33 w 620"/>
                <a:gd name="T31" fmla="*/ 49 h 707"/>
                <a:gd name="T32" fmla="*/ 50 w 620"/>
                <a:gd name="T33" fmla="*/ 32 h 707"/>
                <a:gd name="T34" fmla="*/ 570 w 620"/>
                <a:gd name="T35" fmla="*/ 32 h 707"/>
                <a:gd name="T36" fmla="*/ 586 w 620"/>
                <a:gd name="T37" fmla="*/ 49 h 707"/>
                <a:gd name="T38" fmla="*/ 586 w 620"/>
                <a:gd name="T39" fmla="*/ 657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0" h="707">
                  <a:moveTo>
                    <a:pt x="570" y="0"/>
                  </a:moveTo>
                  <a:lnTo>
                    <a:pt x="570" y="0"/>
                  </a:lnTo>
                  <a:cubicBezTo>
                    <a:pt x="50" y="0"/>
                    <a:pt x="50" y="0"/>
                    <a:pt x="50" y="0"/>
                  </a:cubicBezTo>
                  <a:cubicBezTo>
                    <a:pt x="22" y="0"/>
                    <a:pt x="0" y="21"/>
                    <a:pt x="0" y="49"/>
                  </a:cubicBezTo>
                  <a:cubicBezTo>
                    <a:pt x="0" y="657"/>
                    <a:pt x="0" y="657"/>
                    <a:pt x="0" y="657"/>
                  </a:cubicBezTo>
                  <a:cubicBezTo>
                    <a:pt x="0" y="684"/>
                    <a:pt x="22" y="706"/>
                    <a:pt x="50" y="706"/>
                  </a:cubicBezTo>
                  <a:cubicBezTo>
                    <a:pt x="570" y="706"/>
                    <a:pt x="570" y="706"/>
                    <a:pt x="570" y="706"/>
                  </a:cubicBezTo>
                  <a:cubicBezTo>
                    <a:pt x="597" y="706"/>
                    <a:pt x="619" y="684"/>
                    <a:pt x="619" y="657"/>
                  </a:cubicBezTo>
                  <a:cubicBezTo>
                    <a:pt x="619" y="49"/>
                    <a:pt x="619" y="49"/>
                    <a:pt x="619" y="49"/>
                  </a:cubicBezTo>
                  <a:cubicBezTo>
                    <a:pt x="619" y="21"/>
                    <a:pt x="597" y="0"/>
                    <a:pt x="570" y="0"/>
                  </a:cubicBezTo>
                  <a:close/>
                  <a:moveTo>
                    <a:pt x="586" y="657"/>
                  </a:moveTo>
                  <a:lnTo>
                    <a:pt x="586" y="657"/>
                  </a:lnTo>
                  <a:cubicBezTo>
                    <a:pt x="586" y="667"/>
                    <a:pt x="579" y="673"/>
                    <a:pt x="570" y="673"/>
                  </a:cubicBezTo>
                  <a:cubicBezTo>
                    <a:pt x="50" y="673"/>
                    <a:pt x="50" y="673"/>
                    <a:pt x="50" y="673"/>
                  </a:cubicBezTo>
                  <a:cubicBezTo>
                    <a:pt x="41" y="673"/>
                    <a:pt x="33" y="667"/>
                    <a:pt x="33" y="657"/>
                  </a:cubicBezTo>
                  <a:cubicBezTo>
                    <a:pt x="33" y="49"/>
                    <a:pt x="33" y="49"/>
                    <a:pt x="33" y="49"/>
                  </a:cubicBezTo>
                  <a:cubicBezTo>
                    <a:pt x="33" y="39"/>
                    <a:pt x="41" y="32"/>
                    <a:pt x="50" y="32"/>
                  </a:cubicBezTo>
                  <a:cubicBezTo>
                    <a:pt x="570" y="32"/>
                    <a:pt x="570" y="32"/>
                    <a:pt x="570" y="32"/>
                  </a:cubicBezTo>
                  <a:cubicBezTo>
                    <a:pt x="579" y="32"/>
                    <a:pt x="586" y="39"/>
                    <a:pt x="586" y="49"/>
                  </a:cubicBezTo>
                  <a:lnTo>
                    <a:pt x="586"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1">
              <a:extLst>
                <a:ext uri="{FF2B5EF4-FFF2-40B4-BE49-F238E27FC236}">
                  <a16:creationId xmlns:a16="http://schemas.microsoft.com/office/drawing/2014/main" id="{52C45E61-F2F9-656C-10E0-BA796BE22672}"/>
                </a:ext>
              </a:extLst>
            </p:cNvPr>
            <p:cNvSpPr>
              <a:spLocks noChangeArrowheads="1"/>
            </p:cNvSpPr>
            <p:nvPr/>
          </p:nvSpPr>
          <p:spPr bwMode="auto">
            <a:xfrm>
              <a:off x="7872413" y="1233488"/>
              <a:ext cx="158750" cy="74612"/>
            </a:xfrm>
            <a:custGeom>
              <a:avLst/>
              <a:gdLst>
                <a:gd name="T0" fmla="*/ 426 w 443"/>
                <a:gd name="T1" fmla="*/ 0 h 208"/>
                <a:gd name="T2" fmla="*/ 426 w 443"/>
                <a:gd name="T3" fmla="*/ 0 h 208"/>
                <a:gd name="T4" fmla="*/ 15 w 443"/>
                <a:gd name="T5" fmla="*/ 0 h 208"/>
                <a:gd name="T6" fmla="*/ 4 w 443"/>
                <a:gd name="T7" fmla="*/ 4 h 208"/>
                <a:gd name="T8" fmla="*/ 0 w 443"/>
                <a:gd name="T9" fmla="*/ 15 h 208"/>
                <a:gd name="T10" fmla="*/ 0 w 443"/>
                <a:gd name="T11" fmla="*/ 191 h 208"/>
                <a:gd name="T12" fmla="*/ 4 w 443"/>
                <a:gd name="T13" fmla="*/ 202 h 208"/>
                <a:gd name="T14" fmla="*/ 15 w 443"/>
                <a:gd name="T15" fmla="*/ 207 h 208"/>
                <a:gd name="T16" fmla="*/ 426 w 443"/>
                <a:gd name="T17" fmla="*/ 207 h 208"/>
                <a:gd name="T18" fmla="*/ 437 w 443"/>
                <a:gd name="T19" fmla="*/ 202 h 208"/>
                <a:gd name="T20" fmla="*/ 442 w 443"/>
                <a:gd name="T21" fmla="*/ 191 h 208"/>
                <a:gd name="T22" fmla="*/ 442 w 443"/>
                <a:gd name="T23" fmla="*/ 15 h 208"/>
                <a:gd name="T24" fmla="*/ 437 w 443"/>
                <a:gd name="T25" fmla="*/ 4 h 208"/>
                <a:gd name="T26" fmla="*/ 426 w 443"/>
                <a:gd name="T27" fmla="*/ 0 h 208"/>
                <a:gd name="T28" fmla="*/ 32 w 443"/>
                <a:gd name="T29" fmla="*/ 31 h 208"/>
                <a:gd name="T30" fmla="*/ 32 w 443"/>
                <a:gd name="T31" fmla="*/ 31 h 208"/>
                <a:gd name="T32" fmla="*/ 409 w 443"/>
                <a:gd name="T33" fmla="*/ 31 h 208"/>
                <a:gd name="T34" fmla="*/ 409 w 443"/>
                <a:gd name="T35" fmla="*/ 175 h 208"/>
                <a:gd name="T36" fmla="*/ 32 w 443"/>
                <a:gd name="T37" fmla="*/ 175 h 208"/>
                <a:gd name="T38" fmla="*/ 32 w 443"/>
                <a:gd name="T39" fmla="*/ 31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3" h="208">
                  <a:moveTo>
                    <a:pt x="426" y="0"/>
                  </a:moveTo>
                  <a:lnTo>
                    <a:pt x="426" y="0"/>
                  </a:lnTo>
                  <a:cubicBezTo>
                    <a:pt x="15" y="0"/>
                    <a:pt x="15" y="0"/>
                    <a:pt x="15" y="0"/>
                  </a:cubicBezTo>
                  <a:cubicBezTo>
                    <a:pt x="11" y="0"/>
                    <a:pt x="7" y="1"/>
                    <a:pt x="4" y="4"/>
                  </a:cubicBezTo>
                  <a:cubicBezTo>
                    <a:pt x="2" y="7"/>
                    <a:pt x="0" y="11"/>
                    <a:pt x="0" y="15"/>
                  </a:cubicBezTo>
                  <a:cubicBezTo>
                    <a:pt x="0" y="191"/>
                    <a:pt x="0" y="191"/>
                    <a:pt x="0" y="191"/>
                  </a:cubicBezTo>
                  <a:cubicBezTo>
                    <a:pt x="0" y="195"/>
                    <a:pt x="2" y="199"/>
                    <a:pt x="4" y="202"/>
                  </a:cubicBezTo>
                  <a:cubicBezTo>
                    <a:pt x="7" y="206"/>
                    <a:pt x="11" y="207"/>
                    <a:pt x="15" y="207"/>
                  </a:cubicBezTo>
                  <a:cubicBezTo>
                    <a:pt x="426" y="207"/>
                    <a:pt x="426" y="207"/>
                    <a:pt x="426" y="207"/>
                  </a:cubicBezTo>
                  <a:cubicBezTo>
                    <a:pt x="430" y="207"/>
                    <a:pt x="434" y="206"/>
                    <a:pt x="437" y="202"/>
                  </a:cubicBezTo>
                  <a:cubicBezTo>
                    <a:pt x="440" y="199"/>
                    <a:pt x="442" y="195"/>
                    <a:pt x="442" y="191"/>
                  </a:cubicBezTo>
                  <a:cubicBezTo>
                    <a:pt x="442" y="15"/>
                    <a:pt x="442" y="15"/>
                    <a:pt x="442" y="15"/>
                  </a:cubicBezTo>
                  <a:cubicBezTo>
                    <a:pt x="442" y="11"/>
                    <a:pt x="440" y="7"/>
                    <a:pt x="437" y="4"/>
                  </a:cubicBezTo>
                  <a:cubicBezTo>
                    <a:pt x="434" y="1"/>
                    <a:pt x="430" y="0"/>
                    <a:pt x="426" y="0"/>
                  </a:cubicBezTo>
                  <a:close/>
                  <a:moveTo>
                    <a:pt x="32" y="31"/>
                  </a:moveTo>
                  <a:lnTo>
                    <a:pt x="32" y="31"/>
                  </a:lnTo>
                  <a:cubicBezTo>
                    <a:pt x="409" y="31"/>
                    <a:pt x="409" y="31"/>
                    <a:pt x="409" y="31"/>
                  </a:cubicBezTo>
                  <a:cubicBezTo>
                    <a:pt x="409" y="175"/>
                    <a:pt x="409" y="175"/>
                    <a:pt x="409" y="175"/>
                  </a:cubicBezTo>
                  <a:cubicBezTo>
                    <a:pt x="32" y="175"/>
                    <a:pt x="32" y="175"/>
                    <a:pt x="32" y="175"/>
                  </a:cubicBezTo>
                  <a:lnTo>
                    <a:pt x="32"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2">
              <a:extLst>
                <a:ext uri="{FF2B5EF4-FFF2-40B4-BE49-F238E27FC236}">
                  <a16:creationId xmlns:a16="http://schemas.microsoft.com/office/drawing/2014/main" id="{DB037E70-A628-3F08-F322-602FD714488D}"/>
                </a:ext>
              </a:extLst>
            </p:cNvPr>
            <p:cNvSpPr>
              <a:spLocks noChangeArrowheads="1"/>
            </p:cNvSpPr>
            <p:nvPr/>
          </p:nvSpPr>
          <p:spPr bwMode="auto">
            <a:xfrm>
              <a:off x="7883525" y="1328738"/>
              <a:ext cx="31750" cy="31750"/>
            </a:xfrm>
            <a:custGeom>
              <a:avLst/>
              <a:gdLst>
                <a:gd name="T0" fmla="*/ 72 w 88"/>
                <a:gd name="T1" fmla="*/ 0 h 89"/>
                <a:gd name="T2" fmla="*/ 72 w 88"/>
                <a:gd name="T3" fmla="*/ 0 h 89"/>
                <a:gd name="T4" fmla="*/ 15 w 88"/>
                <a:gd name="T5" fmla="*/ 0 h 89"/>
                <a:gd name="T6" fmla="*/ 0 w 88"/>
                <a:gd name="T7" fmla="*/ 13 h 89"/>
                <a:gd name="T8" fmla="*/ 15 w 88"/>
                <a:gd name="T9" fmla="*/ 28 h 89"/>
                <a:gd name="T10" fmla="*/ 59 w 88"/>
                <a:gd name="T11" fmla="*/ 28 h 89"/>
                <a:gd name="T12" fmla="*/ 59 w 88"/>
                <a:gd name="T13" fmla="*/ 72 h 89"/>
                <a:gd name="T14" fmla="*/ 72 w 88"/>
                <a:gd name="T15" fmla="*/ 88 h 89"/>
                <a:gd name="T16" fmla="*/ 87 w 88"/>
                <a:gd name="T17" fmla="*/ 72 h 89"/>
                <a:gd name="T18" fmla="*/ 87 w 88"/>
                <a:gd name="T19" fmla="*/ 13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5"/>
                    <a:pt x="0" y="13"/>
                  </a:cubicBezTo>
                  <a:cubicBezTo>
                    <a:pt x="0" y="22"/>
                    <a:pt x="6" y="28"/>
                    <a:pt x="15" y="28"/>
                  </a:cubicBezTo>
                  <a:cubicBezTo>
                    <a:pt x="59" y="28"/>
                    <a:pt x="59" y="28"/>
                    <a:pt x="59" y="28"/>
                  </a:cubicBezTo>
                  <a:cubicBezTo>
                    <a:pt x="59" y="72"/>
                    <a:pt x="59" y="72"/>
                    <a:pt x="59" y="72"/>
                  </a:cubicBezTo>
                  <a:cubicBezTo>
                    <a:pt x="59" y="81"/>
                    <a:pt x="64" y="88"/>
                    <a:pt x="72" y="88"/>
                  </a:cubicBezTo>
                  <a:cubicBezTo>
                    <a:pt x="81" y="88"/>
                    <a:pt x="87" y="81"/>
                    <a:pt x="87" y="72"/>
                  </a:cubicBezTo>
                  <a:cubicBezTo>
                    <a:pt x="87" y="13"/>
                    <a:pt x="87" y="13"/>
                    <a:pt x="87" y="13"/>
                  </a:cubicBezTo>
                  <a:cubicBezTo>
                    <a:pt x="87" y="9"/>
                    <a:pt x="86" y="7"/>
                    <a:pt x="83" y="4"/>
                  </a:cubicBezTo>
                  <a:cubicBezTo>
                    <a:pt x="81" y="1"/>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3">
              <a:extLst>
                <a:ext uri="{FF2B5EF4-FFF2-40B4-BE49-F238E27FC236}">
                  <a16:creationId xmlns:a16="http://schemas.microsoft.com/office/drawing/2014/main" id="{8DA85E1F-206D-4805-CFDC-4DB692E49095}"/>
                </a:ext>
              </a:extLst>
            </p:cNvPr>
            <p:cNvSpPr>
              <a:spLocks noChangeArrowheads="1"/>
            </p:cNvSpPr>
            <p:nvPr/>
          </p:nvSpPr>
          <p:spPr bwMode="auto">
            <a:xfrm>
              <a:off x="7935913" y="1328738"/>
              <a:ext cx="31750" cy="31750"/>
            </a:xfrm>
            <a:custGeom>
              <a:avLst/>
              <a:gdLst>
                <a:gd name="T0" fmla="*/ 73 w 89"/>
                <a:gd name="T1" fmla="*/ 0 h 89"/>
                <a:gd name="T2" fmla="*/ 73 w 89"/>
                <a:gd name="T3" fmla="*/ 0 h 89"/>
                <a:gd name="T4" fmla="*/ 14 w 89"/>
                <a:gd name="T5" fmla="*/ 0 h 89"/>
                <a:gd name="T6" fmla="*/ 0 w 89"/>
                <a:gd name="T7" fmla="*/ 13 h 89"/>
                <a:gd name="T8" fmla="*/ 14 w 89"/>
                <a:gd name="T9" fmla="*/ 28 h 89"/>
                <a:gd name="T10" fmla="*/ 58 w 89"/>
                <a:gd name="T11" fmla="*/ 28 h 89"/>
                <a:gd name="T12" fmla="*/ 58 w 89"/>
                <a:gd name="T13" fmla="*/ 72 h 89"/>
                <a:gd name="T14" fmla="*/ 73 w 89"/>
                <a:gd name="T15" fmla="*/ 88 h 89"/>
                <a:gd name="T16" fmla="*/ 88 w 89"/>
                <a:gd name="T17" fmla="*/ 72 h 89"/>
                <a:gd name="T18" fmla="*/ 88 w 89"/>
                <a:gd name="T19" fmla="*/ 13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3"/>
                  </a:cubicBezTo>
                  <a:cubicBezTo>
                    <a:pt x="0" y="22"/>
                    <a:pt x="6" y="28"/>
                    <a:pt x="14" y="28"/>
                  </a:cubicBezTo>
                  <a:cubicBezTo>
                    <a:pt x="58" y="28"/>
                    <a:pt x="58" y="28"/>
                    <a:pt x="58" y="28"/>
                  </a:cubicBezTo>
                  <a:cubicBezTo>
                    <a:pt x="58" y="72"/>
                    <a:pt x="58" y="72"/>
                    <a:pt x="58" y="72"/>
                  </a:cubicBezTo>
                  <a:cubicBezTo>
                    <a:pt x="58" y="81"/>
                    <a:pt x="65" y="88"/>
                    <a:pt x="73" y="88"/>
                  </a:cubicBezTo>
                  <a:cubicBezTo>
                    <a:pt x="81" y="88"/>
                    <a:pt x="88" y="81"/>
                    <a:pt x="88" y="72"/>
                  </a:cubicBezTo>
                  <a:cubicBezTo>
                    <a:pt x="88" y="13"/>
                    <a:pt x="88" y="13"/>
                    <a:pt x="88" y="13"/>
                  </a:cubicBezTo>
                  <a:cubicBezTo>
                    <a:pt x="88" y="9"/>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4">
              <a:extLst>
                <a:ext uri="{FF2B5EF4-FFF2-40B4-BE49-F238E27FC236}">
                  <a16:creationId xmlns:a16="http://schemas.microsoft.com/office/drawing/2014/main" id="{5941B4EE-EFD0-2724-8906-2E1CAA961EF7}"/>
                </a:ext>
              </a:extLst>
            </p:cNvPr>
            <p:cNvSpPr>
              <a:spLocks noChangeArrowheads="1"/>
            </p:cNvSpPr>
            <p:nvPr/>
          </p:nvSpPr>
          <p:spPr bwMode="auto">
            <a:xfrm>
              <a:off x="7988300" y="1328738"/>
              <a:ext cx="31750" cy="31750"/>
            </a:xfrm>
            <a:custGeom>
              <a:avLst/>
              <a:gdLst>
                <a:gd name="T0" fmla="*/ 74 w 89"/>
                <a:gd name="T1" fmla="*/ 0 h 89"/>
                <a:gd name="T2" fmla="*/ 74 w 89"/>
                <a:gd name="T3" fmla="*/ 0 h 89"/>
                <a:gd name="T4" fmla="*/ 15 w 89"/>
                <a:gd name="T5" fmla="*/ 0 h 89"/>
                <a:gd name="T6" fmla="*/ 0 w 89"/>
                <a:gd name="T7" fmla="*/ 13 h 89"/>
                <a:gd name="T8" fmla="*/ 15 w 89"/>
                <a:gd name="T9" fmla="*/ 28 h 89"/>
                <a:gd name="T10" fmla="*/ 59 w 89"/>
                <a:gd name="T11" fmla="*/ 28 h 89"/>
                <a:gd name="T12" fmla="*/ 59 w 89"/>
                <a:gd name="T13" fmla="*/ 72 h 89"/>
                <a:gd name="T14" fmla="*/ 74 w 89"/>
                <a:gd name="T15" fmla="*/ 88 h 89"/>
                <a:gd name="T16" fmla="*/ 88 w 89"/>
                <a:gd name="T17" fmla="*/ 72 h 89"/>
                <a:gd name="T18" fmla="*/ 88 w 89"/>
                <a:gd name="T19" fmla="*/ 13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3"/>
                  </a:cubicBezTo>
                  <a:cubicBezTo>
                    <a:pt x="0" y="22"/>
                    <a:pt x="7" y="28"/>
                    <a:pt x="15" y="28"/>
                  </a:cubicBezTo>
                  <a:cubicBezTo>
                    <a:pt x="59" y="28"/>
                    <a:pt x="59" y="28"/>
                    <a:pt x="59" y="28"/>
                  </a:cubicBezTo>
                  <a:cubicBezTo>
                    <a:pt x="59" y="72"/>
                    <a:pt x="59" y="72"/>
                    <a:pt x="59" y="72"/>
                  </a:cubicBezTo>
                  <a:cubicBezTo>
                    <a:pt x="59" y="81"/>
                    <a:pt x="66" y="88"/>
                    <a:pt x="74" y="88"/>
                  </a:cubicBezTo>
                  <a:cubicBezTo>
                    <a:pt x="82" y="88"/>
                    <a:pt x="88" y="81"/>
                    <a:pt x="88" y="72"/>
                  </a:cubicBezTo>
                  <a:cubicBezTo>
                    <a:pt x="88" y="13"/>
                    <a:pt x="88" y="13"/>
                    <a:pt x="88" y="13"/>
                  </a:cubicBezTo>
                  <a:cubicBezTo>
                    <a:pt x="88" y="9"/>
                    <a:pt x="86" y="7"/>
                    <a:pt x="84"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36201DC8-3487-1829-9093-E0B291EAC75D}"/>
                </a:ext>
              </a:extLst>
            </p:cNvPr>
            <p:cNvSpPr>
              <a:spLocks noChangeArrowheads="1"/>
            </p:cNvSpPr>
            <p:nvPr/>
          </p:nvSpPr>
          <p:spPr bwMode="auto">
            <a:xfrm>
              <a:off x="7883525" y="1392238"/>
              <a:ext cx="31750" cy="31750"/>
            </a:xfrm>
            <a:custGeom>
              <a:avLst/>
              <a:gdLst>
                <a:gd name="T0" fmla="*/ 72 w 88"/>
                <a:gd name="T1" fmla="*/ 0 h 89"/>
                <a:gd name="T2" fmla="*/ 72 w 88"/>
                <a:gd name="T3" fmla="*/ 0 h 89"/>
                <a:gd name="T4" fmla="*/ 15 w 88"/>
                <a:gd name="T5" fmla="*/ 0 h 89"/>
                <a:gd name="T6" fmla="*/ 0 w 88"/>
                <a:gd name="T7" fmla="*/ 14 h 89"/>
                <a:gd name="T8" fmla="*/ 15 w 88"/>
                <a:gd name="T9" fmla="*/ 29 h 89"/>
                <a:gd name="T10" fmla="*/ 59 w 88"/>
                <a:gd name="T11" fmla="*/ 29 h 89"/>
                <a:gd name="T12" fmla="*/ 59 w 88"/>
                <a:gd name="T13" fmla="*/ 73 h 89"/>
                <a:gd name="T14" fmla="*/ 72 w 88"/>
                <a:gd name="T15" fmla="*/ 88 h 89"/>
                <a:gd name="T16" fmla="*/ 87 w 88"/>
                <a:gd name="T17" fmla="*/ 73 h 89"/>
                <a:gd name="T18" fmla="*/ 87 w 88"/>
                <a:gd name="T19" fmla="*/ 14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6"/>
                    <a:pt x="0" y="14"/>
                  </a:cubicBezTo>
                  <a:cubicBezTo>
                    <a:pt x="0" y="22"/>
                    <a:pt x="6" y="29"/>
                    <a:pt x="15" y="29"/>
                  </a:cubicBezTo>
                  <a:cubicBezTo>
                    <a:pt x="59" y="29"/>
                    <a:pt x="59" y="29"/>
                    <a:pt x="59" y="29"/>
                  </a:cubicBezTo>
                  <a:cubicBezTo>
                    <a:pt x="59" y="73"/>
                    <a:pt x="59" y="73"/>
                    <a:pt x="59" y="73"/>
                  </a:cubicBezTo>
                  <a:cubicBezTo>
                    <a:pt x="59" y="81"/>
                    <a:pt x="64" y="88"/>
                    <a:pt x="72" y="88"/>
                  </a:cubicBezTo>
                  <a:cubicBezTo>
                    <a:pt x="81" y="88"/>
                    <a:pt x="87" y="81"/>
                    <a:pt x="87" y="73"/>
                  </a:cubicBezTo>
                  <a:cubicBezTo>
                    <a:pt x="87" y="14"/>
                    <a:pt x="87" y="14"/>
                    <a:pt x="87" y="14"/>
                  </a:cubicBezTo>
                  <a:cubicBezTo>
                    <a:pt x="87" y="10"/>
                    <a:pt x="86" y="7"/>
                    <a:pt x="83" y="4"/>
                  </a:cubicBezTo>
                  <a:cubicBezTo>
                    <a:pt x="81" y="2"/>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C1B95644-4D45-AA61-310C-AAA21B069FAB}"/>
                </a:ext>
              </a:extLst>
            </p:cNvPr>
            <p:cNvSpPr>
              <a:spLocks noChangeArrowheads="1"/>
            </p:cNvSpPr>
            <p:nvPr/>
          </p:nvSpPr>
          <p:spPr bwMode="auto">
            <a:xfrm>
              <a:off x="7935913" y="1392238"/>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C6ABD4F4-918B-68AE-D890-B0BA81C540CE}"/>
                </a:ext>
              </a:extLst>
            </p:cNvPr>
            <p:cNvSpPr>
              <a:spLocks noChangeArrowheads="1"/>
            </p:cNvSpPr>
            <p:nvPr/>
          </p:nvSpPr>
          <p:spPr bwMode="auto">
            <a:xfrm>
              <a:off x="7988300" y="1392238"/>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6"/>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4" y="4"/>
                  </a:cubicBezTo>
                  <a:cubicBezTo>
                    <a:pt x="81" y="2"/>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770C190F-E8A8-5DA0-A915-1BF90A78B9B8}"/>
              </a:ext>
            </a:extLst>
          </p:cNvPr>
          <p:cNvSpPr>
            <a:spLocks noChangeArrowheads="1"/>
          </p:cNvSpPr>
          <p:nvPr/>
        </p:nvSpPr>
        <p:spPr bwMode="auto">
          <a:xfrm>
            <a:off x="10490324" y="866403"/>
            <a:ext cx="254000" cy="254000"/>
          </a:xfrm>
          <a:custGeom>
            <a:avLst/>
            <a:gdLst>
              <a:gd name="T0" fmla="*/ 351 w 705"/>
              <a:gd name="T1" fmla="*/ 14 h 704"/>
              <a:gd name="T2" fmla="*/ 351 w 705"/>
              <a:gd name="T3" fmla="*/ 14 h 704"/>
              <a:gd name="T4" fmla="*/ 337 w 705"/>
              <a:gd name="T5" fmla="*/ 0 h 704"/>
              <a:gd name="T6" fmla="*/ 322 w 705"/>
              <a:gd name="T7" fmla="*/ 14 h 704"/>
              <a:gd name="T8" fmla="*/ 322 w 705"/>
              <a:gd name="T9" fmla="*/ 44 h 704"/>
              <a:gd name="T10" fmla="*/ 322 w 705"/>
              <a:gd name="T11" fmla="*/ 132 h 704"/>
              <a:gd name="T12" fmla="*/ 322 w 705"/>
              <a:gd name="T13" fmla="*/ 186 h 704"/>
              <a:gd name="T14" fmla="*/ 2 w 705"/>
              <a:gd name="T15" fmla="*/ 680 h 704"/>
              <a:gd name="T16" fmla="*/ 2 w 705"/>
              <a:gd name="T17" fmla="*/ 695 h 704"/>
              <a:gd name="T18" fmla="*/ 15 w 705"/>
              <a:gd name="T19" fmla="*/ 703 h 704"/>
              <a:gd name="T20" fmla="*/ 689 w 705"/>
              <a:gd name="T21" fmla="*/ 703 h 704"/>
              <a:gd name="T22" fmla="*/ 701 w 705"/>
              <a:gd name="T23" fmla="*/ 695 h 704"/>
              <a:gd name="T24" fmla="*/ 700 w 705"/>
              <a:gd name="T25" fmla="*/ 680 h 704"/>
              <a:gd name="T26" fmla="*/ 351 w 705"/>
              <a:gd name="T27" fmla="*/ 186 h 704"/>
              <a:gd name="T28" fmla="*/ 351 w 705"/>
              <a:gd name="T29" fmla="*/ 146 h 704"/>
              <a:gd name="T30" fmla="*/ 513 w 705"/>
              <a:gd name="T31" fmla="*/ 146 h 704"/>
              <a:gd name="T32" fmla="*/ 525 w 705"/>
              <a:gd name="T33" fmla="*/ 139 h 704"/>
              <a:gd name="T34" fmla="*/ 525 w 705"/>
              <a:gd name="T35" fmla="*/ 124 h 704"/>
              <a:gd name="T36" fmla="*/ 501 w 705"/>
              <a:gd name="T37" fmla="*/ 88 h 704"/>
              <a:gd name="T38" fmla="*/ 525 w 705"/>
              <a:gd name="T39" fmla="*/ 51 h 704"/>
              <a:gd name="T40" fmla="*/ 525 w 705"/>
              <a:gd name="T41" fmla="*/ 37 h 704"/>
              <a:gd name="T42" fmla="*/ 513 w 705"/>
              <a:gd name="T43" fmla="*/ 29 h 704"/>
              <a:gd name="T44" fmla="*/ 351 w 705"/>
              <a:gd name="T45" fmla="*/ 29 h 704"/>
              <a:gd name="T46" fmla="*/ 351 w 705"/>
              <a:gd name="T47" fmla="*/ 14 h 704"/>
              <a:gd name="T48" fmla="*/ 337 w 705"/>
              <a:gd name="T49" fmla="*/ 216 h 704"/>
              <a:gd name="T50" fmla="*/ 337 w 705"/>
              <a:gd name="T51" fmla="*/ 216 h 704"/>
              <a:gd name="T52" fmla="*/ 477 w 705"/>
              <a:gd name="T53" fmla="*/ 415 h 704"/>
              <a:gd name="T54" fmla="*/ 454 w 705"/>
              <a:gd name="T55" fmla="*/ 456 h 704"/>
              <a:gd name="T56" fmla="*/ 407 w 705"/>
              <a:gd name="T57" fmla="*/ 387 h 704"/>
              <a:gd name="T58" fmla="*/ 395 w 705"/>
              <a:gd name="T59" fmla="*/ 380 h 704"/>
              <a:gd name="T60" fmla="*/ 383 w 705"/>
              <a:gd name="T61" fmla="*/ 387 h 704"/>
              <a:gd name="T62" fmla="*/ 337 w 705"/>
              <a:gd name="T63" fmla="*/ 456 h 704"/>
              <a:gd name="T64" fmla="*/ 291 w 705"/>
              <a:gd name="T65" fmla="*/ 387 h 704"/>
              <a:gd name="T66" fmla="*/ 278 w 705"/>
              <a:gd name="T67" fmla="*/ 380 h 704"/>
              <a:gd name="T68" fmla="*/ 266 w 705"/>
              <a:gd name="T69" fmla="*/ 387 h 704"/>
              <a:gd name="T70" fmla="*/ 222 w 705"/>
              <a:gd name="T71" fmla="*/ 453 h 704"/>
              <a:gd name="T72" fmla="*/ 205 w 705"/>
              <a:gd name="T73" fmla="*/ 420 h 704"/>
              <a:gd name="T74" fmla="*/ 337 w 705"/>
              <a:gd name="T75" fmla="*/ 216 h 704"/>
              <a:gd name="T76" fmla="*/ 42 w 705"/>
              <a:gd name="T77" fmla="*/ 673 h 704"/>
              <a:gd name="T78" fmla="*/ 42 w 705"/>
              <a:gd name="T79" fmla="*/ 673 h 704"/>
              <a:gd name="T80" fmla="*/ 186 w 705"/>
              <a:gd name="T81" fmla="*/ 449 h 704"/>
              <a:gd name="T82" fmla="*/ 207 w 705"/>
              <a:gd name="T83" fmla="*/ 489 h 704"/>
              <a:gd name="T84" fmla="*/ 219 w 705"/>
              <a:gd name="T85" fmla="*/ 497 h 704"/>
              <a:gd name="T86" fmla="*/ 231 w 705"/>
              <a:gd name="T87" fmla="*/ 490 h 704"/>
              <a:gd name="T88" fmla="*/ 278 w 705"/>
              <a:gd name="T89" fmla="*/ 422 h 704"/>
              <a:gd name="T90" fmla="*/ 325 w 705"/>
              <a:gd name="T91" fmla="*/ 490 h 704"/>
              <a:gd name="T92" fmla="*/ 337 w 705"/>
              <a:gd name="T93" fmla="*/ 497 h 704"/>
              <a:gd name="T94" fmla="*/ 350 w 705"/>
              <a:gd name="T95" fmla="*/ 490 h 704"/>
              <a:gd name="T96" fmla="*/ 395 w 705"/>
              <a:gd name="T97" fmla="*/ 422 h 704"/>
              <a:gd name="T98" fmla="*/ 442 w 705"/>
              <a:gd name="T99" fmla="*/ 490 h 704"/>
              <a:gd name="T100" fmla="*/ 454 w 705"/>
              <a:gd name="T101" fmla="*/ 497 h 704"/>
              <a:gd name="T102" fmla="*/ 466 w 705"/>
              <a:gd name="T103" fmla="*/ 490 h 704"/>
              <a:gd name="T104" fmla="*/ 496 w 705"/>
              <a:gd name="T105" fmla="*/ 441 h 704"/>
              <a:gd name="T106" fmla="*/ 660 w 705"/>
              <a:gd name="T107" fmla="*/ 673 h 704"/>
              <a:gd name="T108" fmla="*/ 42 w 705"/>
              <a:gd name="T109" fmla="*/ 673 h 704"/>
              <a:gd name="T110" fmla="*/ 485 w 705"/>
              <a:gd name="T111" fmla="*/ 58 h 704"/>
              <a:gd name="T112" fmla="*/ 485 w 705"/>
              <a:gd name="T113" fmla="*/ 58 h 704"/>
              <a:gd name="T114" fmla="*/ 470 w 705"/>
              <a:gd name="T115" fmla="*/ 80 h 704"/>
              <a:gd name="T116" fmla="*/ 470 w 705"/>
              <a:gd name="T117" fmla="*/ 95 h 704"/>
              <a:gd name="T118" fmla="*/ 485 w 705"/>
              <a:gd name="T119" fmla="*/ 117 h 704"/>
              <a:gd name="T120" fmla="*/ 351 w 705"/>
              <a:gd name="T121" fmla="*/ 117 h 704"/>
              <a:gd name="T122" fmla="*/ 351 w 705"/>
              <a:gd name="T123" fmla="*/ 58 h 704"/>
              <a:gd name="T124" fmla="*/ 485 w 705"/>
              <a:gd name="T125" fmla="*/ 5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5" h="704">
                <a:moveTo>
                  <a:pt x="351" y="14"/>
                </a:moveTo>
                <a:lnTo>
                  <a:pt x="351" y="14"/>
                </a:lnTo>
                <a:cubicBezTo>
                  <a:pt x="351" y="6"/>
                  <a:pt x="345" y="0"/>
                  <a:pt x="337" y="0"/>
                </a:cubicBezTo>
                <a:cubicBezTo>
                  <a:pt x="329" y="0"/>
                  <a:pt x="322" y="6"/>
                  <a:pt x="322" y="14"/>
                </a:cubicBezTo>
                <a:cubicBezTo>
                  <a:pt x="322" y="44"/>
                  <a:pt x="322" y="44"/>
                  <a:pt x="322" y="44"/>
                </a:cubicBezTo>
                <a:cubicBezTo>
                  <a:pt x="322" y="132"/>
                  <a:pt x="322" y="132"/>
                  <a:pt x="322" y="132"/>
                </a:cubicBezTo>
                <a:cubicBezTo>
                  <a:pt x="322" y="186"/>
                  <a:pt x="322" y="186"/>
                  <a:pt x="322" y="186"/>
                </a:cubicBezTo>
                <a:cubicBezTo>
                  <a:pt x="2" y="680"/>
                  <a:pt x="2" y="680"/>
                  <a:pt x="2" y="680"/>
                </a:cubicBezTo>
                <a:cubicBezTo>
                  <a:pt x="0" y="684"/>
                  <a:pt x="0" y="691"/>
                  <a:pt x="2" y="695"/>
                </a:cubicBezTo>
                <a:cubicBezTo>
                  <a:pt x="5" y="699"/>
                  <a:pt x="9" y="703"/>
                  <a:pt x="15" y="703"/>
                </a:cubicBezTo>
                <a:cubicBezTo>
                  <a:pt x="689" y="703"/>
                  <a:pt x="689" y="703"/>
                  <a:pt x="689" y="703"/>
                </a:cubicBezTo>
                <a:cubicBezTo>
                  <a:pt x="694" y="703"/>
                  <a:pt x="698" y="699"/>
                  <a:pt x="701" y="695"/>
                </a:cubicBezTo>
                <a:cubicBezTo>
                  <a:pt x="704" y="689"/>
                  <a:pt x="704" y="684"/>
                  <a:pt x="700" y="680"/>
                </a:cubicBezTo>
                <a:cubicBezTo>
                  <a:pt x="351" y="186"/>
                  <a:pt x="351" y="186"/>
                  <a:pt x="351" y="186"/>
                </a:cubicBezTo>
                <a:cubicBezTo>
                  <a:pt x="351" y="146"/>
                  <a:pt x="351" y="146"/>
                  <a:pt x="351" y="146"/>
                </a:cubicBezTo>
                <a:cubicBezTo>
                  <a:pt x="513" y="146"/>
                  <a:pt x="513" y="146"/>
                  <a:pt x="513" y="146"/>
                </a:cubicBezTo>
                <a:cubicBezTo>
                  <a:pt x="518" y="146"/>
                  <a:pt x="522" y="143"/>
                  <a:pt x="525" y="139"/>
                </a:cubicBezTo>
                <a:cubicBezTo>
                  <a:pt x="528" y="133"/>
                  <a:pt x="528" y="128"/>
                  <a:pt x="525" y="124"/>
                </a:cubicBezTo>
                <a:cubicBezTo>
                  <a:pt x="501" y="88"/>
                  <a:pt x="501" y="88"/>
                  <a:pt x="501" y="88"/>
                </a:cubicBezTo>
                <a:cubicBezTo>
                  <a:pt x="525" y="51"/>
                  <a:pt x="525" y="51"/>
                  <a:pt x="525" y="51"/>
                </a:cubicBezTo>
                <a:cubicBezTo>
                  <a:pt x="528" y="47"/>
                  <a:pt x="528" y="41"/>
                  <a:pt x="525" y="37"/>
                </a:cubicBezTo>
                <a:cubicBezTo>
                  <a:pt x="522" y="32"/>
                  <a:pt x="518" y="29"/>
                  <a:pt x="513" y="29"/>
                </a:cubicBezTo>
                <a:cubicBezTo>
                  <a:pt x="351" y="29"/>
                  <a:pt x="351" y="29"/>
                  <a:pt x="351" y="29"/>
                </a:cubicBezTo>
                <a:lnTo>
                  <a:pt x="351" y="14"/>
                </a:lnTo>
                <a:close/>
                <a:moveTo>
                  <a:pt x="337" y="216"/>
                </a:moveTo>
                <a:lnTo>
                  <a:pt x="337" y="216"/>
                </a:lnTo>
                <a:cubicBezTo>
                  <a:pt x="477" y="415"/>
                  <a:pt x="477" y="415"/>
                  <a:pt x="477" y="415"/>
                </a:cubicBezTo>
                <a:cubicBezTo>
                  <a:pt x="454" y="456"/>
                  <a:pt x="454" y="456"/>
                  <a:pt x="454" y="456"/>
                </a:cubicBezTo>
                <a:cubicBezTo>
                  <a:pt x="407" y="387"/>
                  <a:pt x="407" y="387"/>
                  <a:pt x="407" y="387"/>
                </a:cubicBezTo>
                <a:cubicBezTo>
                  <a:pt x="404" y="383"/>
                  <a:pt x="400" y="380"/>
                  <a:pt x="395" y="380"/>
                </a:cubicBezTo>
                <a:cubicBezTo>
                  <a:pt x="391" y="380"/>
                  <a:pt x="385" y="383"/>
                  <a:pt x="383" y="387"/>
                </a:cubicBezTo>
                <a:cubicBezTo>
                  <a:pt x="337" y="456"/>
                  <a:pt x="337" y="456"/>
                  <a:pt x="337" y="456"/>
                </a:cubicBezTo>
                <a:cubicBezTo>
                  <a:pt x="291" y="387"/>
                  <a:pt x="291" y="387"/>
                  <a:pt x="291" y="387"/>
                </a:cubicBezTo>
                <a:cubicBezTo>
                  <a:pt x="288" y="383"/>
                  <a:pt x="284" y="380"/>
                  <a:pt x="278" y="380"/>
                </a:cubicBezTo>
                <a:cubicBezTo>
                  <a:pt x="273" y="380"/>
                  <a:pt x="269" y="383"/>
                  <a:pt x="266" y="387"/>
                </a:cubicBezTo>
                <a:cubicBezTo>
                  <a:pt x="222" y="453"/>
                  <a:pt x="222" y="453"/>
                  <a:pt x="222" y="453"/>
                </a:cubicBezTo>
                <a:cubicBezTo>
                  <a:pt x="205" y="420"/>
                  <a:pt x="205" y="420"/>
                  <a:pt x="205" y="420"/>
                </a:cubicBezTo>
                <a:lnTo>
                  <a:pt x="337" y="216"/>
                </a:lnTo>
                <a:close/>
                <a:moveTo>
                  <a:pt x="42" y="673"/>
                </a:moveTo>
                <a:lnTo>
                  <a:pt x="42" y="673"/>
                </a:lnTo>
                <a:cubicBezTo>
                  <a:pt x="186" y="449"/>
                  <a:pt x="186" y="449"/>
                  <a:pt x="186" y="449"/>
                </a:cubicBezTo>
                <a:cubicBezTo>
                  <a:pt x="207" y="489"/>
                  <a:pt x="207" y="489"/>
                  <a:pt x="207" y="489"/>
                </a:cubicBezTo>
                <a:cubicBezTo>
                  <a:pt x="208" y="494"/>
                  <a:pt x="214" y="497"/>
                  <a:pt x="219" y="497"/>
                </a:cubicBezTo>
                <a:cubicBezTo>
                  <a:pt x="223" y="497"/>
                  <a:pt x="229" y="496"/>
                  <a:pt x="231" y="490"/>
                </a:cubicBezTo>
                <a:cubicBezTo>
                  <a:pt x="278" y="422"/>
                  <a:pt x="278" y="422"/>
                  <a:pt x="278" y="422"/>
                </a:cubicBezTo>
                <a:cubicBezTo>
                  <a:pt x="325" y="490"/>
                  <a:pt x="325" y="490"/>
                  <a:pt x="325" y="490"/>
                </a:cubicBezTo>
                <a:cubicBezTo>
                  <a:pt x="328" y="494"/>
                  <a:pt x="332" y="497"/>
                  <a:pt x="337" y="497"/>
                </a:cubicBezTo>
                <a:cubicBezTo>
                  <a:pt x="341" y="497"/>
                  <a:pt x="347" y="494"/>
                  <a:pt x="350" y="490"/>
                </a:cubicBezTo>
                <a:cubicBezTo>
                  <a:pt x="395" y="422"/>
                  <a:pt x="395" y="422"/>
                  <a:pt x="395" y="422"/>
                </a:cubicBezTo>
                <a:cubicBezTo>
                  <a:pt x="442" y="490"/>
                  <a:pt x="442" y="490"/>
                  <a:pt x="442" y="490"/>
                </a:cubicBezTo>
                <a:cubicBezTo>
                  <a:pt x="444" y="494"/>
                  <a:pt x="450" y="497"/>
                  <a:pt x="454" y="497"/>
                </a:cubicBezTo>
                <a:cubicBezTo>
                  <a:pt x="459" y="497"/>
                  <a:pt x="464" y="494"/>
                  <a:pt x="466" y="490"/>
                </a:cubicBezTo>
                <a:cubicBezTo>
                  <a:pt x="496" y="441"/>
                  <a:pt x="496" y="441"/>
                  <a:pt x="496" y="441"/>
                </a:cubicBezTo>
                <a:cubicBezTo>
                  <a:pt x="660" y="673"/>
                  <a:pt x="660" y="673"/>
                  <a:pt x="660" y="673"/>
                </a:cubicBezTo>
                <a:lnTo>
                  <a:pt x="42" y="673"/>
                </a:lnTo>
                <a:close/>
                <a:moveTo>
                  <a:pt x="485" y="58"/>
                </a:moveTo>
                <a:lnTo>
                  <a:pt x="485" y="58"/>
                </a:lnTo>
                <a:cubicBezTo>
                  <a:pt x="470" y="80"/>
                  <a:pt x="470" y="80"/>
                  <a:pt x="470" y="80"/>
                </a:cubicBezTo>
                <a:cubicBezTo>
                  <a:pt x="468" y="84"/>
                  <a:pt x="468" y="91"/>
                  <a:pt x="470" y="95"/>
                </a:cubicBezTo>
                <a:cubicBezTo>
                  <a:pt x="485" y="117"/>
                  <a:pt x="485" y="117"/>
                  <a:pt x="485" y="117"/>
                </a:cubicBezTo>
                <a:cubicBezTo>
                  <a:pt x="351" y="117"/>
                  <a:pt x="351" y="117"/>
                  <a:pt x="351" y="117"/>
                </a:cubicBezTo>
                <a:cubicBezTo>
                  <a:pt x="351" y="58"/>
                  <a:pt x="351" y="58"/>
                  <a:pt x="351" y="58"/>
                </a:cubicBezTo>
                <a:lnTo>
                  <a:pt x="485" y="58"/>
                </a:lnTo>
                <a:close/>
              </a:path>
            </a:pathLst>
          </a:custGeom>
          <a:solidFill>
            <a:schemeClr val="tx2"/>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0B587D6B-5D12-5FC2-BB7E-6D786861C77D}"/>
              </a:ext>
            </a:extLst>
          </p:cNvPr>
          <p:cNvGrpSpPr/>
          <p:nvPr/>
        </p:nvGrpSpPr>
        <p:grpSpPr>
          <a:xfrm>
            <a:off x="8461499" y="2910409"/>
            <a:ext cx="254000" cy="168275"/>
            <a:chOff x="7319963" y="3271838"/>
            <a:chExt cx="254000" cy="168275"/>
          </a:xfrm>
          <a:solidFill>
            <a:schemeClr val="tx2"/>
          </a:solidFill>
        </p:grpSpPr>
        <p:sp>
          <p:nvSpPr>
            <p:cNvPr id="160" name="Freeform 129">
              <a:extLst>
                <a:ext uri="{FF2B5EF4-FFF2-40B4-BE49-F238E27FC236}">
                  <a16:creationId xmlns:a16="http://schemas.microsoft.com/office/drawing/2014/main" id="{A2230546-BE9D-69B4-05F6-A64115BD90D0}"/>
                </a:ext>
              </a:extLst>
            </p:cNvPr>
            <p:cNvSpPr>
              <a:spLocks noChangeArrowheads="1"/>
            </p:cNvSpPr>
            <p:nvPr/>
          </p:nvSpPr>
          <p:spPr bwMode="auto">
            <a:xfrm>
              <a:off x="7319963" y="3271838"/>
              <a:ext cx="254000" cy="168275"/>
            </a:xfrm>
            <a:custGeom>
              <a:avLst/>
              <a:gdLst>
                <a:gd name="T0" fmla="*/ 44 w 704"/>
                <a:gd name="T1" fmla="*/ 468 h 469"/>
                <a:gd name="T2" fmla="*/ 44 w 704"/>
                <a:gd name="T3" fmla="*/ 468 h 469"/>
                <a:gd name="T4" fmla="*/ 659 w 704"/>
                <a:gd name="T5" fmla="*/ 468 h 469"/>
                <a:gd name="T6" fmla="*/ 703 w 704"/>
                <a:gd name="T7" fmla="*/ 424 h 469"/>
                <a:gd name="T8" fmla="*/ 703 w 704"/>
                <a:gd name="T9" fmla="*/ 190 h 469"/>
                <a:gd name="T10" fmla="*/ 703 w 704"/>
                <a:gd name="T11" fmla="*/ 102 h 469"/>
                <a:gd name="T12" fmla="*/ 703 w 704"/>
                <a:gd name="T13" fmla="*/ 43 h 469"/>
                <a:gd name="T14" fmla="*/ 659 w 704"/>
                <a:gd name="T15" fmla="*/ 0 h 469"/>
                <a:gd name="T16" fmla="*/ 44 w 704"/>
                <a:gd name="T17" fmla="*/ 0 h 469"/>
                <a:gd name="T18" fmla="*/ 0 w 704"/>
                <a:gd name="T19" fmla="*/ 43 h 469"/>
                <a:gd name="T20" fmla="*/ 0 w 704"/>
                <a:gd name="T21" fmla="*/ 102 h 469"/>
                <a:gd name="T22" fmla="*/ 0 w 704"/>
                <a:gd name="T23" fmla="*/ 190 h 469"/>
                <a:gd name="T24" fmla="*/ 0 w 704"/>
                <a:gd name="T25" fmla="*/ 424 h 469"/>
                <a:gd name="T26" fmla="*/ 44 w 704"/>
                <a:gd name="T27" fmla="*/ 468 h 469"/>
                <a:gd name="T28" fmla="*/ 29 w 704"/>
                <a:gd name="T29" fmla="*/ 116 h 469"/>
                <a:gd name="T30" fmla="*/ 29 w 704"/>
                <a:gd name="T31" fmla="*/ 116 h 469"/>
                <a:gd name="T32" fmla="*/ 673 w 704"/>
                <a:gd name="T33" fmla="*/ 116 h 469"/>
                <a:gd name="T34" fmla="*/ 673 w 704"/>
                <a:gd name="T35" fmla="*/ 175 h 469"/>
                <a:gd name="T36" fmla="*/ 29 w 704"/>
                <a:gd name="T37" fmla="*/ 175 h 469"/>
                <a:gd name="T38" fmla="*/ 29 w 704"/>
                <a:gd name="T39" fmla="*/ 116 h 469"/>
                <a:gd name="T40" fmla="*/ 659 w 704"/>
                <a:gd name="T41" fmla="*/ 439 h 469"/>
                <a:gd name="T42" fmla="*/ 659 w 704"/>
                <a:gd name="T43" fmla="*/ 439 h 469"/>
                <a:gd name="T44" fmla="*/ 44 w 704"/>
                <a:gd name="T45" fmla="*/ 439 h 469"/>
                <a:gd name="T46" fmla="*/ 29 w 704"/>
                <a:gd name="T47" fmla="*/ 424 h 469"/>
                <a:gd name="T48" fmla="*/ 29 w 704"/>
                <a:gd name="T49" fmla="*/ 204 h 469"/>
                <a:gd name="T50" fmla="*/ 673 w 704"/>
                <a:gd name="T51" fmla="*/ 204 h 469"/>
                <a:gd name="T52" fmla="*/ 673 w 704"/>
                <a:gd name="T53" fmla="*/ 424 h 469"/>
                <a:gd name="T54" fmla="*/ 659 w 704"/>
                <a:gd name="T55" fmla="*/ 439 h 469"/>
                <a:gd name="T56" fmla="*/ 44 w 704"/>
                <a:gd name="T57" fmla="*/ 28 h 469"/>
                <a:gd name="T58" fmla="*/ 44 w 704"/>
                <a:gd name="T59" fmla="*/ 28 h 469"/>
                <a:gd name="T60" fmla="*/ 659 w 704"/>
                <a:gd name="T61" fmla="*/ 28 h 469"/>
                <a:gd name="T62" fmla="*/ 673 w 704"/>
                <a:gd name="T63" fmla="*/ 43 h 469"/>
                <a:gd name="T64" fmla="*/ 673 w 704"/>
                <a:gd name="T65" fmla="*/ 87 h 469"/>
                <a:gd name="T66" fmla="*/ 29 w 704"/>
                <a:gd name="T67" fmla="*/ 87 h 469"/>
                <a:gd name="T68" fmla="*/ 29 w 704"/>
                <a:gd name="T69" fmla="*/ 43 h 469"/>
                <a:gd name="T70" fmla="*/ 44 w 704"/>
                <a:gd name="T71" fmla="*/ 28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4" h="469">
                  <a:moveTo>
                    <a:pt x="44" y="468"/>
                  </a:moveTo>
                  <a:lnTo>
                    <a:pt x="44" y="468"/>
                  </a:lnTo>
                  <a:cubicBezTo>
                    <a:pt x="659" y="468"/>
                    <a:pt x="659" y="468"/>
                    <a:pt x="659" y="468"/>
                  </a:cubicBezTo>
                  <a:cubicBezTo>
                    <a:pt x="683" y="468"/>
                    <a:pt x="703" y="448"/>
                    <a:pt x="703" y="424"/>
                  </a:cubicBezTo>
                  <a:cubicBezTo>
                    <a:pt x="703" y="190"/>
                    <a:pt x="703" y="190"/>
                    <a:pt x="703" y="190"/>
                  </a:cubicBezTo>
                  <a:cubicBezTo>
                    <a:pt x="703" y="102"/>
                    <a:pt x="703" y="102"/>
                    <a:pt x="703" y="102"/>
                  </a:cubicBezTo>
                  <a:cubicBezTo>
                    <a:pt x="703" y="43"/>
                    <a:pt x="703" y="43"/>
                    <a:pt x="703" y="43"/>
                  </a:cubicBezTo>
                  <a:cubicBezTo>
                    <a:pt x="703" y="19"/>
                    <a:pt x="683" y="0"/>
                    <a:pt x="659" y="0"/>
                  </a:cubicBezTo>
                  <a:cubicBezTo>
                    <a:pt x="44" y="0"/>
                    <a:pt x="44" y="0"/>
                    <a:pt x="44" y="0"/>
                  </a:cubicBezTo>
                  <a:cubicBezTo>
                    <a:pt x="20" y="0"/>
                    <a:pt x="0" y="19"/>
                    <a:pt x="0" y="43"/>
                  </a:cubicBezTo>
                  <a:cubicBezTo>
                    <a:pt x="0" y="102"/>
                    <a:pt x="0" y="102"/>
                    <a:pt x="0" y="102"/>
                  </a:cubicBezTo>
                  <a:cubicBezTo>
                    <a:pt x="0" y="190"/>
                    <a:pt x="0" y="190"/>
                    <a:pt x="0" y="190"/>
                  </a:cubicBezTo>
                  <a:cubicBezTo>
                    <a:pt x="0" y="424"/>
                    <a:pt x="0" y="424"/>
                    <a:pt x="0" y="424"/>
                  </a:cubicBezTo>
                  <a:cubicBezTo>
                    <a:pt x="0" y="448"/>
                    <a:pt x="20" y="468"/>
                    <a:pt x="44" y="468"/>
                  </a:cubicBezTo>
                  <a:close/>
                  <a:moveTo>
                    <a:pt x="29" y="116"/>
                  </a:moveTo>
                  <a:lnTo>
                    <a:pt x="29" y="116"/>
                  </a:lnTo>
                  <a:cubicBezTo>
                    <a:pt x="673" y="116"/>
                    <a:pt x="673" y="116"/>
                    <a:pt x="673" y="116"/>
                  </a:cubicBezTo>
                  <a:cubicBezTo>
                    <a:pt x="673" y="175"/>
                    <a:pt x="673" y="175"/>
                    <a:pt x="673" y="175"/>
                  </a:cubicBezTo>
                  <a:cubicBezTo>
                    <a:pt x="29" y="175"/>
                    <a:pt x="29" y="175"/>
                    <a:pt x="29" y="175"/>
                  </a:cubicBezTo>
                  <a:lnTo>
                    <a:pt x="29" y="116"/>
                  </a:lnTo>
                  <a:close/>
                  <a:moveTo>
                    <a:pt x="659" y="439"/>
                  </a:moveTo>
                  <a:lnTo>
                    <a:pt x="659" y="439"/>
                  </a:lnTo>
                  <a:cubicBezTo>
                    <a:pt x="44" y="439"/>
                    <a:pt x="44" y="439"/>
                    <a:pt x="44" y="439"/>
                  </a:cubicBezTo>
                  <a:cubicBezTo>
                    <a:pt x="36" y="439"/>
                    <a:pt x="29" y="432"/>
                    <a:pt x="29" y="424"/>
                  </a:cubicBezTo>
                  <a:cubicBezTo>
                    <a:pt x="29" y="204"/>
                    <a:pt x="29" y="204"/>
                    <a:pt x="29" y="204"/>
                  </a:cubicBezTo>
                  <a:cubicBezTo>
                    <a:pt x="673" y="204"/>
                    <a:pt x="673" y="204"/>
                    <a:pt x="673" y="204"/>
                  </a:cubicBezTo>
                  <a:cubicBezTo>
                    <a:pt x="673" y="424"/>
                    <a:pt x="673" y="424"/>
                    <a:pt x="673" y="424"/>
                  </a:cubicBezTo>
                  <a:cubicBezTo>
                    <a:pt x="673" y="432"/>
                    <a:pt x="667" y="439"/>
                    <a:pt x="659" y="439"/>
                  </a:cubicBezTo>
                  <a:close/>
                  <a:moveTo>
                    <a:pt x="44" y="28"/>
                  </a:moveTo>
                  <a:lnTo>
                    <a:pt x="44" y="28"/>
                  </a:lnTo>
                  <a:cubicBezTo>
                    <a:pt x="659" y="28"/>
                    <a:pt x="659" y="28"/>
                    <a:pt x="659" y="28"/>
                  </a:cubicBezTo>
                  <a:cubicBezTo>
                    <a:pt x="667" y="28"/>
                    <a:pt x="673" y="35"/>
                    <a:pt x="673" y="43"/>
                  </a:cubicBezTo>
                  <a:cubicBezTo>
                    <a:pt x="673" y="87"/>
                    <a:pt x="673" y="87"/>
                    <a:pt x="673" y="87"/>
                  </a:cubicBezTo>
                  <a:cubicBezTo>
                    <a:pt x="29" y="87"/>
                    <a:pt x="29" y="87"/>
                    <a:pt x="29" y="87"/>
                  </a:cubicBezTo>
                  <a:cubicBezTo>
                    <a:pt x="29" y="43"/>
                    <a:pt x="29" y="43"/>
                    <a:pt x="29" y="43"/>
                  </a:cubicBezTo>
                  <a:cubicBezTo>
                    <a:pt x="29" y="35"/>
                    <a:pt x="36"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1B1E2BDC-A316-F129-ADB0-9EF9D74F36C0}"/>
                </a:ext>
              </a:extLst>
            </p:cNvPr>
            <p:cNvSpPr>
              <a:spLocks noChangeArrowheads="1"/>
            </p:cNvSpPr>
            <p:nvPr/>
          </p:nvSpPr>
          <p:spPr bwMode="auto">
            <a:xfrm>
              <a:off x="7478713" y="3398838"/>
              <a:ext cx="63500" cy="11112"/>
            </a:xfrm>
            <a:custGeom>
              <a:avLst/>
              <a:gdLst>
                <a:gd name="T0" fmla="*/ 160 w 176"/>
                <a:gd name="T1" fmla="*/ 0 h 30"/>
                <a:gd name="T2" fmla="*/ 160 w 176"/>
                <a:gd name="T3" fmla="*/ 0 h 30"/>
                <a:gd name="T4" fmla="*/ 13 w 176"/>
                <a:gd name="T5" fmla="*/ 0 h 30"/>
                <a:gd name="T6" fmla="*/ 0 w 176"/>
                <a:gd name="T7" fmla="*/ 15 h 30"/>
                <a:gd name="T8" fmla="*/ 13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3" y="0"/>
                    <a:pt x="13" y="0"/>
                    <a:pt x="13" y="0"/>
                  </a:cubicBezTo>
                  <a:cubicBezTo>
                    <a:pt x="5" y="0"/>
                    <a:pt x="0" y="7"/>
                    <a:pt x="0" y="15"/>
                  </a:cubicBezTo>
                  <a:cubicBezTo>
                    <a:pt x="0" y="22"/>
                    <a:pt x="5" y="29"/>
                    <a:pt x="13" y="29"/>
                  </a:cubicBezTo>
                  <a:cubicBezTo>
                    <a:pt x="160" y="29"/>
                    <a:pt x="160" y="29"/>
                    <a:pt x="160" y="29"/>
                  </a:cubicBezTo>
                  <a:cubicBezTo>
                    <a:pt x="168" y="29"/>
                    <a:pt x="175" y="22"/>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D0D222A5-A343-C2AF-E06F-5B143F51B7F4}"/>
              </a:ext>
            </a:extLst>
          </p:cNvPr>
          <p:cNvGrpSpPr/>
          <p:nvPr/>
        </p:nvGrpSpPr>
        <p:grpSpPr>
          <a:xfrm>
            <a:off x="8972674" y="1878434"/>
            <a:ext cx="254000" cy="254000"/>
            <a:chOff x="7831138" y="2214563"/>
            <a:chExt cx="254000" cy="254000"/>
          </a:xfrm>
          <a:solidFill>
            <a:schemeClr val="tx2"/>
          </a:solidFill>
        </p:grpSpPr>
        <p:sp>
          <p:nvSpPr>
            <p:cNvPr id="163" name="Freeform 131">
              <a:extLst>
                <a:ext uri="{FF2B5EF4-FFF2-40B4-BE49-F238E27FC236}">
                  <a16:creationId xmlns:a16="http://schemas.microsoft.com/office/drawing/2014/main" id="{B85F3283-4468-4660-D692-8F32AED08CE7}"/>
                </a:ext>
              </a:extLst>
            </p:cNvPr>
            <p:cNvSpPr>
              <a:spLocks noChangeArrowheads="1"/>
            </p:cNvSpPr>
            <p:nvPr/>
          </p:nvSpPr>
          <p:spPr bwMode="auto">
            <a:xfrm>
              <a:off x="7947025" y="2214563"/>
              <a:ext cx="138113" cy="138112"/>
            </a:xfrm>
            <a:custGeom>
              <a:avLst/>
              <a:gdLst>
                <a:gd name="T0" fmla="*/ 368 w 384"/>
                <a:gd name="T1" fmla="*/ 89 h 384"/>
                <a:gd name="T2" fmla="*/ 368 w 384"/>
                <a:gd name="T3" fmla="*/ 89 h 384"/>
                <a:gd name="T4" fmla="*/ 294 w 384"/>
                <a:gd name="T5" fmla="*/ 89 h 384"/>
                <a:gd name="T6" fmla="*/ 294 w 384"/>
                <a:gd name="T7" fmla="*/ 15 h 384"/>
                <a:gd name="T8" fmla="*/ 285 w 384"/>
                <a:gd name="T9" fmla="*/ 1 h 384"/>
                <a:gd name="T10" fmla="*/ 269 w 384"/>
                <a:gd name="T11" fmla="*/ 6 h 384"/>
                <a:gd name="T12" fmla="*/ 152 w 384"/>
                <a:gd name="T13" fmla="*/ 122 h 384"/>
                <a:gd name="T14" fmla="*/ 148 w 384"/>
                <a:gd name="T15" fmla="*/ 133 h 384"/>
                <a:gd name="T16" fmla="*/ 148 w 384"/>
                <a:gd name="T17" fmla="*/ 214 h 384"/>
                <a:gd name="T18" fmla="*/ 5 w 384"/>
                <a:gd name="T19" fmla="*/ 357 h 384"/>
                <a:gd name="T20" fmla="*/ 5 w 384"/>
                <a:gd name="T21" fmla="*/ 378 h 384"/>
                <a:gd name="T22" fmla="*/ 26 w 384"/>
                <a:gd name="T23" fmla="*/ 378 h 384"/>
                <a:gd name="T24" fmla="*/ 169 w 384"/>
                <a:gd name="T25" fmla="*/ 235 h 384"/>
                <a:gd name="T26" fmla="*/ 250 w 384"/>
                <a:gd name="T27" fmla="*/ 235 h 384"/>
                <a:gd name="T28" fmla="*/ 261 w 384"/>
                <a:gd name="T29" fmla="*/ 231 h 384"/>
                <a:gd name="T30" fmla="*/ 377 w 384"/>
                <a:gd name="T31" fmla="*/ 114 h 384"/>
                <a:gd name="T32" fmla="*/ 381 w 384"/>
                <a:gd name="T33" fmla="*/ 98 h 384"/>
                <a:gd name="T34" fmla="*/ 368 w 384"/>
                <a:gd name="T35" fmla="*/ 89 h 384"/>
                <a:gd name="T36" fmla="*/ 244 w 384"/>
                <a:gd name="T37" fmla="*/ 206 h 384"/>
                <a:gd name="T38" fmla="*/ 244 w 384"/>
                <a:gd name="T39" fmla="*/ 206 h 384"/>
                <a:gd name="T40" fmla="*/ 177 w 384"/>
                <a:gd name="T41" fmla="*/ 206 h 384"/>
                <a:gd name="T42" fmla="*/ 177 w 384"/>
                <a:gd name="T43" fmla="*/ 139 h 384"/>
                <a:gd name="T44" fmla="*/ 265 w 384"/>
                <a:gd name="T45" fmla="*/ 51 h 384"/>
                <a:gd name="T46" fmla="*/ 265 w 384"/>
                <a:gd name="T47" fmla="*/ 103 h 384"/>
                <a:gd name="T48" fmla="*/ 269 w 384"/>
                <a:gd name="T49" fmla="*/ 114 h 384"/>
                <a:gd name="T50" fmla="*/ 280 w 384"/>
                <a:gd name="T51" fmla="*/ 118 h 384"/>
                <a:gd name="T52" fmla="*/ 332 w 384"/>
                <a:gd name="T53" fmla="*/ 118 h 384"/>
                <a:gd name="T54" fmla="*/ 244 w 384"/>
                <a:gd name="T55" fmla="*/ 206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84" h="384">
                  <a:moveTo>
                    <a:pt x="368" y="89"/>
                  </a:moveTo>
                  <a:lnTo>
                    <a:pt x="368" y="89"/>
                  </a:lnTo>
                  <a:cubicBezTo>
                    <a:pt x="294" y="89"/>
                    <a:pt x="294" y="89"/>
                    <a:pt x="294" y="89"/>
                  </a:cubicBezTo>
                  <a:cubicBezTo>
                    <a:pt x="294" y="15"/>
                    <a:pt x="294" y="15"/>
                    <a:pt x="294" y="15"/>
                  </a:cubicBezTo>
                  <a:cubicBezTo>
                    <a:pt x="294" y="10"/>
                    <a:pt x="291" y="4"/>
                    <a:pt x="285" y="1"/>
                  </a:cubicBezTo>
                  <a:cubicBezTo>
                    <a:pt x="280" y="0"/>
                    <a:pt x="273" y="1"/>
                    <a:pt x="269" y="6"/>
                  </a:cubicBezTo>
                  <a:cubicBezTo>
                    <a:pt x="152" y="122"/>
                    <a:pt x="152" y="122"/>
                    <a:pt x="152" y="122"/>
                  </a:cubicBezTo>
                  <a:cubicBezTo>
                    <a:pt x="149" y="125"/>
                    <a:pt x="148" y="129"/>
                    <a:pt x="148" y="133"/>
                  </a:cubicBezTo>
                  <a:cubicBezTo>
                    <a:pt x="148" y="214"/>
                    <a:pt x="148" y="214"/>
                    <a:pt x="148" y="214"/>
                  </a:cubicBezTo>
                  <a:cubicBezTo>
                    <a:pt x="5" y="357"/>
                    <a:pt x="5" y="357"/>
                    <a:pt x="5" y="357"/>
                  </a:cubicBezTo>
                  <a:cubicBezTo>
                    <a:pt x="0" y="362"/>
                    <a:pt x="0" y="372"/>
                    <a:pt x="5" y="378"/>
                  </a:cubicBezTo>
                  <a:cubicBezTo>
                    <a:pt x="11" y="383"/>
                    <a:pt x="20" y="383"/>
                    <a:pt x="26" y="378"/>
                  </a:cubicBezTo>
                  <a:cubicBezTo>
                    <a:pt x="169" y="235"/>
                    <a:pt x="169" y="235"/>
                    <a:pt x="169" y="235"/>
                  </a:cubicBezTo>
                  <a:cubicBezTo>
                    <a:pt x="250" y="235"/>
                    <a:pt x="250" y="235"/>
                    <a:pt x="250" y="235"/>
                  </a:cubicBezTo>
                  <a:cubicBezTo>
                    <a:pt x="254" y="235"/>
                    <a:pt x="258" y="233"/>
                    <a:pt x="261" y="231"/>
                  </a:cubicBezTo>
                  <a:cubicBezTo>
                    <a:pt x="377" y="114"/>
                    <a:pt x="377" y="114"/>
                    <a:pt x="377" y="114"/>
                  </a:cubicBezTo>
                  <a:cubicBezTo>
                    <a:pt x="381" y="110"/>
                    <a:pt x="383" y="103"/>
                    <a:pt x="381" y="98"/>
                  </a:cubicBezTo>
                  <a:cubicBezTo>
                    <a:pt x="379" y="92"/>
                    <a:pt x="373" y="89"/>
                    <a:pt x="368" y="89"/>
                  </a:cubicBezTo>
                  <a:close/>
                  <a:moveTo>
                    <a:pt x="244" y="206"/>
                  </a:moveTo>
                  <a:lnTo>
                    <a:pt x="244" y="206"/>
                  </a:lnTo>
                  <a:cubicBezTo>
                    <a:pt x="177" y="206"/>
                    <a:pt x="177" y="206"/>
                    <a:pt x="177" y="206"/>
                  </a:cubicBezTo>
                  <a:cubicBezTo>
                    <a:pt x="177" y="139"/>
                    <a:pt x="177" y="139"/>
                    <a:pt x="177" y="139"/>
                  </a:cubicBezTo>
                  <a:cubicBezTo>
                    <a:pt x="265" y="51"/>
                    <a:pt x="265" y="51"/>
                    <a:pt x="265" y="51"/>
                  </a:cubicBezTo>
                  <a:cubicBezTo>
                    <a:pt x="265" y="103"/>
                    <a:pt x="265" y="103"/>
                    <a:pt x="265" y="103"/>
                  </a:cubicBezTo>
                  <a:cubicBezTo>
                    <a:pt x="265" y="107"/>
                    <a:pt x="266" y="111"/>
                    <a:pt x="269" y="114"/>
                  </a:cubicBezTo>
                  <a:cubicBezTo>
                    <a:pt x="272" y="117"/>
                    <a:pt x="276" y="118"/>
                    <a:pt x="280" y="118"/>
                  </a:cubicBezTo>
                  <a:cubicBezTo>
                    <a:pt x="332" y="118"/>
                    <a:pt x="332" y="118"/>
                    <a:pt x="332" y="118"/>
                  </a:cubicBezTo>
                  <a:lnTo>
                    <a:pt x="244" y="2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232699D1-83EE-96A4-607B-21ACAD20C5BB}"/>
                </a:ext>
              </a:extLst>
            </p:cNvPr>
            <p:cNvSpPr>
              <a:spLocks noChangeArrowheads="1"/>
            </p:cNvSpPr>
            <p:nvPr/>
          </p:nvSpPr>
          <p:spPr bwMode="auto">
            <a:xfrm>
              <a:off x="7831138" y="2225675"/>
              <a:ext cx="242887" cy="242888"/>
            </a:xfrm>
            <a:custGeom>
              <a:avLst/>
              <a:gdLst>
                <a:gd name="T0" fmla="*/ 77 w 675"/>
                <a:gd name="T1" fmla="*/ 122 h 675"/>
                <a:gd name="T2" fmla="*/ 57 w 675"/>
                <a:gd name="T3" fmla="*/ 149 h 675"/>
                <a:gd name="T4" fmla="*/ 41 w 675"/>
                <a:gd name="T5" fmla="*/ 176 h 675"/>
                <a:gd name="T6" fmla="*/ 27 w 675"/>
                <a:gd name="T7" fmla="*/ 206 h 675"/>
                <a:gd name="T8" fmla="*/ 27 w 675"/>
                <a:gd name="T9" fmla="*/ 468 h 675"/>
                <a:gd name="T10" fmla="*/ 41 w 675"/>
                <a:gd name="T11" fmla="*/ 497 h 675"/>
                <a:gd name="T12" fmla="*/ 57 w 675"/>
                <a:gd name="T13" fmla="*/ 525 h 675"/>
                <a:gd name="T14" fmla="*/ 77 w 675"/>
                <a:gd name="T15" fmla="*/ 551 h 675"/>
                <a:gd name="T16" fmla="*/ 98 w 675"/>
                <a:gd name="T17" fmla="*/ 575 h 675"/>
                <a:gd name="T18" fmla="*/ 98 w 675"/>
                <a:gd name="T19" fmla="*/ 575 h 675"/>
                <a:gd name="T20" fmla="*/ 123 w 675"/>
                <a:gd name="T21" fmla="*/ 597 h 675"/>
                <a:gd name="T22" fmla="*/ 148 w 675"/>
                <a:gd name="T23" fmla="*/ 617 h 675"/>
                <a:gd name="T24" fmla="*/ 337 w 675"/>
                <a:gd name="T25" fmla="*/ 674 h 675"/>
                <a:gd name="T26" fmla="*/ 361 w 675"/>
                <a:gd name="T27" fmla="*/ 673 h 675"/>
                <a:gd name="T28" fmla="*/ 468 w 675"/>
                <a:gd name="T29" fmla="*/ 647 h 675"/>
                <a:gd name="T30" fmla="*/ 468 w 675"/>
                <a:gd name="T31" fmla="*/ 647 h 675"/>
                <a:gd name="T32" fmla="*/ 498 w 675"/>
                <a:gd name="T33" fmla="*/ 633 h 675"/>
                <a:gd name="T34" fmla="*/ 525 w 675"/>
                <a:gd name="T35" fmla="*/ 617 h 675"/>
                <a:gd name="T36" fmla="*/ 674 w 675"/>
                <a:gd name="T37" fmla="*/ 337 h 675"/>
                <a:gd name="T38" fmla="*/ 628 w 675"/>
                <a:gd name="T39" fmla="*/ 198 h 675"/>
                <a:gd name="T40" fmla="*/ 620 w 675"/>
                <a:gd name="T41" fmla="*/ 217 h 675"/>
                <a:gd name="T42" fmla="*/ 620 w 675"/>
                <a:gd name="T43" fmla="*/ 456 h 675"/>
                <a:gd name="T44" fmla="*/ 572 w 675"/>
                <a:gd name="T45" fmla="*/ 536 h 675"/>
                <a:gd name="T46" fmla="*/ 521 w 675"/>
                <a:gd name="T47" fmla="*/ 582 h 675"/>
                <a:gd name="T48" fmla="*/ 457 w 675"/>
                <a:gd name="T49" fmla="*/ 621 h 675"/>
                <a:gd name="T50" fmla="*/ 337 w 675"/>
                <a:gd name="T51" fmla="*/ 644 h 675"/>
                <a:gd name="T52" fmla="*/ 276 w 675"/>
                <a:gd name="T53" fmla="*/ 639 h 675"/>
                <a:gd name="T54" fmla="*/ 217 w 675"/>
                <a:gd name="T55" fmla="*/ 621 h 675"/>
                <a:gd name="T56" fmla="*/ 119 w 675"/>
                <a:gd name="T57" fmla="*/ 555 h 675"/>
                <a:gd name="T58" fmla="*/ 119 w 675"/>
                <a:gd name="T59" fmla="*/ 120 h 675"/>
                <a:gd name="T60" fmla="*/ 217 w 675"/>
                <a:gd name="T61" fmla="*/ 54 h 675"/>
                <a:gd name="T62" fmla="*/ 337 w 675"/>
                <a:gd name="T63" fmla="*/ 29 h 675"/>
                <a:gd name="T64" fmla="*/ 476 w 675"/>
                <a:gd name="T65" fmla="*/ 46 h 675"/>
                <a:gd name="T66" fmla="*/ 337 w 675"/>
                <a:gd name="T67" fmla="*/ 0 h 675"/>
                <a:gd name="T68" fmla="*/ 149 w 675"/>
                <a:gd name="T69" fmla="*/ 58 h 675"/>
                <a:gd name="T70" fmla="*/ 123 w 675"/>
                <a:gd name="T71" fmla="*/ 77 h 675"/>
                <a:gd name="T72" fmla="*/ 98 w 675"/>
                <a:gd name="T73" fmla="*/ 99 h 675"/>
                <a:gd name="T74" fmla="*/ 98 w 675"/>
                <a:gd name="T75" fmla="*/ 99 h 675"/>
                <a:gd name="T76" fmla="*/ 77 w 675"/>
                <a:gd name="T77" fmla="*/ 122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5" h="675">
                  <a:moveTo>
                    <a:pt x="77" y="122"/>
                  </a:moveTo>
                  <a:lnTo>
                    <a:pt x="77" y="122"/>
                  </a:lnTo>
                  <a:cubicBezTo>
                    <a:pt x="70" y="131"/>
                    <a:pt x="64" y="139"/>
                    <a:pt x="57" y="149"/>
                  </a:cubicBezTo>
                  <a:lnTo>
                    <a:pt x="57" y="149"/>
                  </a:lnTo>
                  <a:cubicBezTo>
                    <a:pt x="52" y="158"/>
                    <a:pt x="46" y="166"/>
                    <a:pt x="41" y="176"/>
                  </a:cubicBezTo>
                  <a:lnTo>
                    <a:pt x="41" y="176"/>
                  </a:lnTo>
                  <a:cubicBezTo>
                    <a:pt x="35" y="186"/>
                    <a:pt x="31" y="195"/>
                    <a:pt x="27" y="206"/>
                  </a:cubicBezTo>
                  <a:lnTo>
                    <a:pt x="27" y="206"/>
                  </a:lnTo>
                  <a:cubicBezTo>
                    <a:pt x="9" y="246"/>
                    <a:pt x="0" y="290"/>
                    <a:pt x="0" y="337"/>
                  </a:cubicBezTo>
                  <a:cubicBezTo>
                    <a:pt x="0" y="383"/>
                    <a:pt x="9" y="427"/>
                    <a:pt x="27" y="468"/>
                  </a:cubicBezTo>
                  <a:lnTo>
                    <a:pt x="27" y="468"/>
                  </a:lnTo>
                  <a:cubicBezTo>
                    <a:pt x="31" y="478"/>
                    <a:pt x="35" y="488"/>
                    <a:pt x="41" y="497"/>
                  </a:cubicBezTo>
                  <a:lnTo>
                    <a:pt x="41" y="497"/>
                  </a:lnTo>
                  <a:cubicBezTo>
                    <a:pt x="46" y="507"/>
                    <a:pt x="52" y="516"/>
                    <a:pt x="57" y="525"/>
                  </a:cubicBezTo>
                  <a:cubicBezTo>
                    <a:pt x="57" y="525"/>
                    <a:pt x="57" y="525"/>
                    <a:pt x="57" y="526"/>
                  </a:cubicBezTo>
                  <a:cubicBezTo>
                    <a:pt x="64" y="534"/>
                    <a:pt x="70" y="542"/>
                    <a:pt x="77" y="551"/>
                  </a:cubicBezTo>
                  <a:lnTo>
                    <a:pt x="77" y="551"/>
                  </a:lnTo>
                  <a:cubicBezTo>
                    <a:pt x="83" y="559"/>
                    <a:pt x="92" y="567"/>
                    <a:pt x="98" y="575"/>
                  </a:cubicBezTo>
                  <a:lnTo>
                    <a:pt x="98" y="575"/>
                  </a:lnTo>
                  <a:lnTo>
                    <a:pt x="98" y="575"/>
                  </a:lnTo>
                  <a:cubicBezTo>
                    <a:pt x="107" y="582"/>
                    <a:pt x="115" y="589"/>
                    <a:pt x="123" y="596"/>
                  </a:cubicBezTo>
                  <a:lnTo>
                    <a:pt x="123" y="597"/>
                  </a:lnTo>
                  <a:cubicBezTo>
                    <a:pt x="131" y="604"/>
                    <a:pt x="140" y="610"/>
                    <a:pt x="148" y="617"/>
                  </a:cubicBezTo>
                  <a:lnTo>
                    <a:pt x="148" y="617"/>
                  </a:lnTo>
                  <a:cubicBezTo>
                    <a:pt x="188" y="643"/>
                    <a:pt x="232" y="661"/>
                    <a:pt x="281" y="669"/>
                  </a:cubicBezTo>
                  <a:cubicBezTo>
                    <a:pt x="299" y="671"/>
                    <a:pt x="318" y="674"/>
                    <a:pt x="337" y="674"/>
                  </a:cubicBezTo>
                  <a:cubicBezTo>
                    <a:pt x="343" y="674"/>
                    <a:pt x="348" y="673"/>
                    <a:pt x="354" y="673"/>
                  </a:cubicBezTo>
                  <a:cubicBezTo>
                    <a:pt x="357" y="673"/>
                    <a:pt x="358" y="673"/>
                    <a:pt x="361" y="673"/>
                  </a:cubicBezTo>
                  <a:cubicBezTo>
                    <a:pt x="363" y="673"/>
                    <a:pt x="368" y="673"/>
                    <a:pt x="372" y="671"/>
                  </a:cubicBezTo>
                  <a:cubicBezTo>
                    <a:pt x="405" y="669"/>
                    <a:pt x="438" y="661"/>
                    <a:pt x="468" y="647"/>
                  </a:cubicBezTo>
                  <a:lnTo>
                    <a:pt x="468" y="647"/>
                  </a:lnTo>
                  <a:lnTo>
                    <a:pt x="468" y="647"/>
                  </a:lnTo>
                  <a:cubicBezTo>
                    <a:pt x="479" y="643"/>
                    <a:pt x="488" y="639"/>
                    <a:pt x="498" y="633"/>
                  </a:cubicBezTo>
                  <a:lnTo>
                    <a:pt x="498" y="633"/>
                  </a:lnTo>
                  <a:cubicBezTo>
                    <a:pt x="508" y="628"/>
                    <a:pt x="516" y="622"/>
                    <a:pt x="525" y="617"/>
                  </a:cubicBezTo>
                  <a:lnTo>
                    <a:pt x="525" y="617"/>
                  </a:lnTo>
                  <a:cubicBezTo>
                    <a:pt x="606" y="562"/>
                    <a:pt x="661" y="474"/>
                    <a:pt x="672" y="371"/>
                  </a:cubicBezTo>
                  <a:cubicBezTo>
                    <a:pt x="674" y="360"/>
                    <a:pt x="674" y="349"/>
                    <a:pt x="674" y="337"/>
                  </a:cubicBezTo>
                  <a:cubicBezTo>
                    <a:pt x="674" y="290"/>
                    <a:pt x="664" y="246"/>
                    <a:pt x="648" y="206"/>
                  </a:cubicBezTo>
                  <a:cubicBezTo>
                    <a:pt x="643" y="198"/>
                    <a:pt x="635" y="195"/>
                    <a:pt x="628" y="198"/>
                  </a:cubicBezTo>
                  <a:cubicBezTo>
                    <a:pt x="620" y="201"/>
                    <a:pt x="617" y="210"/>
                    <a:pt x="620" y="217"/>
                  </a:cubicBezTo>
                  <a:lnTo>
                    <a:pt x="620" y="217"/>
                  </a:lnTo>
                  <a:cubicBezTo>
                    <a:pt x="635" y="254"/>
                    <a:pt x="645" y="294"/>
                    <a:pt x="645" y="337"/>
                  </a:cubicBezTo>
                  <a:cubicBezTo>
                    <a:pt x="645" y="379"/>
                    <a:pt x="635" y="420"/>
                    <a:pt x="620" y="456"/>
                  </a:cubicBezTo>
                  <a:cubicBezTo>
                    <a:pt x="610" y="479"/>
                    <a:pt x="598" y="500"/>
                    <a:pt x="584" y="519"/>
                  </a:cubicBezTo>
                  <a:cubicBezTo>
                    <a:pt x="580" y="525"/>
                    <a:pt x="576" y="530"/>
                    <a:pt x="572" y="536"/>
                  </a:cubicBezTo>
                  <a:cubicBezTo>
                    <a:pt x="567" y="542"/>
                    <a:pt x="560" y="548"/>
                    <a:pt x="554" y="555"/>
                  </a:cubicBezTo>
                  <a:cubicBezTo>
                    <a:pt x="545" y="564"/>
                    <a:pt x="534" y="574"/>
                    <a:pt x="521" y="582"/>
                  </a:cubicBezTo>
                  <a:cubicBezTo>
                    <a:pt x="512" y="591"/>
                    <a:pt x="501" y="597"/>
                    <a:pt x="488" y="604"/>
                  </a:cubicBezTo>
                  <a:cubicBezTo>
                    <a:pt x="479" y="610"/>
                    <a:pt x="468" y="615"/>
                    <a:pt x="457" y="621"/>
                  </a:cubicBezTo>
                  <a:cubicBezTo>
                    <a:pt x="431" y="630"/>
                    <a:pt x="405" y="639"/>
                    <a:pt x="376" y="641"/>
                  </a:cubicBezTo>
                  <a:cubicBezTo>
                    <a:pt x="363" y="643"/>
                    <a:pt x="350" y="644"/>
                    <a:pt x="337" y="644"/>
                  </a:cubicBezTo>
                  <a:cubicBezTo>
                    <a:pt x="318" y="644"/>
                    <a:pt x="300" y="643"/>
                    <a:pt x="284" y="640"/>
                  </a:cubicBezTo>
                  <a:cubicBezTo>
                    <a:pt x="281" y="639"/>
                    <a:pt x="277" y="639"/>
                    <a:pt x="276" y="639"/>
                  </a:cubicBezTo>
                  <a:cubicBezTo>
                    <a:pt x="273" y="637"/>
                    <a:pt x="271" y="637"/>
                    <a:pt x="270" y="637"/>
                  </a:cubicBezTo>
                  <a:cubicBezTo>
                    <a:pt x="252" y="633"/>
                    <a:pt x="234" y="628"/>
                    <a:pt x="217" y="621"/>
                  </a:cubicBezTo>
                  <a:cubicBezTo>
                    <a:pt x="206" y="615"/>
                    <a:pt x="193" y="608"/>
                    <a:pt x="182" y="603"/>
                  </a:cubicBezTo>
                  <a:cubicBezTo>
                    <a:pt x="159" y="589"/>
                    <a:pt x="138" y="573"/>
                    <a:pt x="119" y="555"/>
                  </a:cubicBezTo>
                  <a:cubicBezTo>
                    <a:pt x="64" y="499"/>
                    <a:pt x="30" y="422"/>
                    <a:pt x="30" y="337"/>
                  </a:cubicBezTo>
                  <a:cubicBezTo>
                    <a:pt x="30" y="251"/>
                    <a:pt x="64" y="175"/>
                    <a:pt x="119" y="120"/>
                  </a:cubicBezTo>
                  <a:cubicBezTo>
                    <a:pt x="137" y="102"/>
                    <a:pt x="158" y="87"/>
                    <a:pt x="179" y="73"/>
                  </a:cubicBezTo>
                  <a:cubicBezTo>
                    <a:pt x="192" y="66"/>
                    <a:pt x="204" y="59"/>
                    <a:pt x="217" y="54"/>
                  </a:cubicBezTo>
                  <a:cubicBezTo>
                    <a:pt x="239" y="44"/>
                    <a:pt x="262" y="37"/>
                    <a:pt x="287" y="33"/>
                  </a:cubicBezTo>
                  <a:cubicBezTo>
                    <a:pt x="303" y="30"/>
                    <a:pt x="319" y="29"/>
                    <a:pt x="337" y="29"/>
                  </a:cubicBezTo>
                  <a:cubicBezTo>
                    <a:pt x="380" y="29"/>
                    <a:pt x="420" y="37"/>
                    <a:pt x="457" y="54"/>
                  </a:cubicBezTo>
                  <a:cubicBezTo>
                    <a:pt x="464" y="57"/>
                    <a:pt x="473" y="54"/>
                    <a:pt x="476" y="46"/>
                  </a:cubicBezTo>
                  <a:cubicBezTo>
                    <a:pt x="479" y="39"/>
                    <a:pt x="476" y="29"/>
                    <a:pt x="468" y="26"/>
                  </a:cubicBezTo>
                  <a:cubicBezTo>
                    <a:pt x="428" y="10"/>
                    <a:pt x="384" y="0"/>
                    <a:pt x="337" y="0"/>
                  </a:cubicBezTo>
                  <a:cubicBezTo>
                    <a:pt x="318" y="0"/>
                    <a:pt x="299" y="2"/>
                    <a:pt x="281" y="4"/>
                  </a:cubicBezTo>
                  <a:cubicBezTo>
                    <a:pt x="232" y="13"/>
                    <a:pt x="188" y="32"/>
                    <a:pt x="149" y="58"/>
                  </a:cubicBezTo>
                  <a:cubicBezTo>
                    <a:pt x="148" y="58"/>
                    <a:pt x="148" y="58"/>
                    <a:pt x="148" y="58"/>
                  </a:cubicBezTo>
                  <a:cubicBezTo>
                    <a:pt x="140" y="63"/>
                    <a:pt x="131" y="70"/>
                    <a:pt x="123" y="77"/>
                  </a:cubicBezTo>
                  <a:cubicBezTo>
                    <a:pt x="123" y="77"/>
                    <a:pt x="123" y="77"/>
                    <a:pt x="122" y="77"/>
                  </a:cubicBezTo>
                  <a:cubicBezTo>
                    <a:pt x="115" y="84"/>
                    <a:pt x="107" y="91"/>
                    <a:pt x="98" y="99"/>
                  </a:cubicBezTo>
                  <a:lnTo>
                    <a:pt x="98" y="99"/>
                  </a:lnTo>
                  <a:lnTo>
                    <a:pt x="98" y="99"/>
                  </a:lnTo>
                  <a:cubicBezTo>
                    <a:pt x="92" y="106"/>
                    <a:pt x="83" y="114"/>
                    <a:pt x="78" y="122"/>
                  </a:cubicBezTo>
                  <a:cubicBezTo>
                    <a:pt x="77" y="122"/>
                    <a:pt x="77" y="122"/>
                    <a:pt x="77"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3">
              <a:extLst>
                <a:ext uri="{FF2B5EF4-FFF2-40B4-BE49-F238E27FC236}">
                  <a16:creationId xmlns:a16="http://schemas.microsoft.com/office/drawing/2014/main" id="{8FCF81BB-22C4-83DC-EB1E-67707556F0B7}"/>
                </a:ext>
              </a:extLst>
            </p:cNvPr>
            <p:cNvSpPr>
              <a:spLocks noChangeArrowheads="1"/>
            </p:cNvSpPr>
            <p:nvPr/>
          </p:nvSpPr>
          <p:spPr bwMode="auto">
            <a:xfrm>
              <a:off x="7888288" y="2282825"/>
              <a:ext cx="127000" cy="127000"/>
            </a:xfrm>
            <a:custGeom>
              <a:avLst/>
              <a:gdLst>
                <a:gd name="T0" fmla="*/ 71 w 352"/>
                <a:gd name="T1" fmla="*/ 73 h 352"/>
                <a:gd name="T2" fmla="*/ 71 w 352"/>
                <a:gd name="T3" fmla="*/ 73 h 352"/>
                <a:gd name="T4" fmla="*/ 118 w 352"/>
                <a:gd name="T5" fmla="*/ 41 h 352"/>
                <a:gd name="T6" fmla="*/ 175 w 352"/>
                <a:gd name="T7" fmla="*/ 30 h 352"/>
                <a:gd name="T8" fmla="*/ 232 w 352"/>
                <a:gd name="T9" fmla="*/ 41 h 352"/>
                <a:gd name="T10" fmla="*/ 251 w 352"/>
                <a:gd name="T11" fmla="*/ 33 h 352"/>
                <a:gd name="T12" fmla="*/ 243 w 352"/>
                <a:gd name="T13" fmla="*/ 14 h 352"/>
                <a:gd name="T14" fmla="*/ 175 w 352"/>
                <a:gd name="T15" fmla="*/ 0 h 352"/>
                <a:gd name="T16" fmla="*/ 107 w 352"/>
                <a:gd name="T17" fmla="*/ 14 h 352"/>
                <a:gd name="T18" fmla="*/ 50 w 352"/>
                <a:gd name="T19" fmla="*/ 52 h 352"/>
                <a:gd name="T20" fmla="*/ 13 w 352"/>
                <a:gd name="T21" fmla="*/ 107 h 352"/>
                <a:gd name="T22" fmla="*/ 0 w 352"/>
                <a:gd name="T23" fmla="*/ 176 h 352"/>
                <a:gd name="T24" fmla="*/ 13 w 352"/>
                <a:gd name="T25" fmla="*/ 244 h 352"/>
                <a:gd name="T26" fmla="*/ 50 w 352"/>
                <a:gd name="T27" fmla="*/ 300 h 352"/>
                <a:gd name="T28" fmla="*/ 107 w 352"/>
                <a:gd name="T29" fmla="*/ 338 h 352"/>
                <a:gd name="T30" fmla="*/ 175 w 352"/>
                <a:gd name="T31" fmla="*/ 351 h 352"/>
                <a:gd name="T32" fmla="*/ 243 w 352"/>
                <a:gd name="T33" fmla="*/ 338 h 352"/>
                <a:gd name="T34" fmla="*/ 299 w 352"/>
                <a:gd name="T35" fmla="*/ 300 h 352"/>
                <a:gd name="T36" fmla="*/ 337 w 352"/>
                <a:gd name="T37" fmla="*/ 244 h 352"/>
                <a:gd name="T38" fmla="*/ 351 w 352"/>
                <a:gd name="T39" fmla="*/ 176 h 352"/>
                <a:gd name="T40" fmla="*/ 337 w 352"/>
                <a:gd name="T41" fmla="*/ 107 h 352"/>
                <a:gd name="T42" fmla="*/ 318 w 352"/>
                <a:gd name="T43" fmla="*/ 100 h 352"/>
                <a:gd name="T44" fmla="*/ 310 w 352"/>
                <a:gd name="T45" fmla="*/ 119 h 352"/>
                <a:gd name="T46" fmla="*/ 310 w 352"/>
                <a:gd name="T47" fmla="*/ 119 h 352"/>
                <a:gd name="T48" fmla="*/ 321 w 352"/>
                <a:gd name="T49" fmla="*/ 176 h 352"/>
                <a:gd name="T50" fmla="*/ 310 w 352"/>
                <a:gd name="T51" fmla="*/ 233 h 352"/>
                <a:gd name="T52" fmla="*/ 278 w 352"/>
                <a:gd name="T53" fmla="*/ 280 h 352"/>
                <a:gd name="T54" fmla="*/ 232 w 352"/>
                <a:gd name="T55" fmla="*/ 311 h 352"/>
                <a:gd name="T56" fmla="*/ 175 w 352"/>
                <a:gd name="T57" fmla="*/ 322 h 352"/>
                <a:gd name="T58" fmla="*/ 118 w 352"/>
                <a:gd name="T59" fmla="*/ 311 h 352"/>
                <a:gd name="T60" fmla="*/ 71 w 352"/>
                <a:gd name="T61" fmla="*/ 280 h 352"/>
                <a:gd name="T62" fmla="*/ 39 w 352"/>
                <a:gd name="T63" fmla="*/ 233 h 352"/>
                <a:gd name="T64" fmla="*/ 28 w 352"/>
                <a:gd name="T65" fmla="*/ 176 h 352"/>
                <a:gd name="T66" fmla="*/ 39 w 352"/>
                <a:gd name="T67" fmla="*/ 119 h 352"/>
                <a:gd name="T68" fmla="*/ 71 w 352"/>
                <a:gd name="T69" fmla="*/ 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352">
                  <a:moveTo>
                    <a:pt x="71" y="73"/>
                  </a:moveTo>
                  <a:lnTo>
                    <a:pt x="71" y="73"/>
                  </a:lnTo>
                  <a:cubicBezTo>
                    <a:pt x="85" y="59"/>
                    <a:pt x="100" y="48"/>
                    <a:pt x="118" y="41"/>
                  </a:cubicBezTo>
                  <a:cubicBezTo>
                    <a:pt x="136" y="34"/>
                    <a:pt x="155" y="30"/>
                    <a:pt x="175" y="30"/>
                  </a:cubicBezTo>
                  <a:cubicBezTo>
                    <a:pt x="195" y="30"/>
                    <a:pt x="214" y="34"/>
                    <a:pt x="232" y="41"/>
                  </a:cubicBezTo>
                  <a:cubicBezTo>
                    <a:pt x="240" y="44"/>
                    <a:pt x="248" y="41"/>
                    <a:pt x="251" y="33"/>
                  </a:cubicBezTo>
                  <a:cubicBezTo>
                    <a:pt x="254" y="26"/>
                    <a:pt x="251" y="18"/>
                    <a:pt x="243" y="14"/>
                  </a:cubicBezTo>
                  <a:cubicBezTo>
                    <a:pt x="222" y="5"/>
                    <a:pt x="199" y="0"/>
                    <a:pt x="175" y="0"/>
                  </a:cubicBezTo>
                  <a:cubicBezTo>
                    <a:pt x="151" y="0"/>
                    <a:pt x="127" y="5"/>
                    <a:pt x="107" y="14"/>
                  </a:cubicBezTo>
                  <a:cubicBezTo>
                    <a:pt x="86" y="23"/>
                    <a:pt x="67" y="36"/>
                    <a:pt x="50" y="52"/>
                  </a:cubicBezTo>
                  <a:cubicBezTo>
                    <a:pt x="35" y="67"/>
                    <a:pt x="22" y="86"/>
                    <a:pt x="13" y="107"/>
                  </a:cubicBezTo>
                  <a:cubicBezTo>
                    <a:pt x="4" y="129"/>
                    <a:pt x="0" y="152"/>
                    <a:pt x="0" y="176"/>
                  </a:cubicBezTo>
                  <a:cubicBezTo>
                    <a:pt x="0" y="200"/>
                    <a:pt x="4" y="224"/>
                    <a:pt x="13" y="244"/>
                  </a:cubicBezTo>
                  <a:cubicBezTo>
                    <a:pt x="22" y="265"/>
                    <a:pt x="35" y="284"/>
                    <a:pt x="50" y="300"/>
                  </a:cubicBezTo>
                  <a:cubicBezTo>
                    <a:pt x="67" y="316"/>
                    <a:pt x="86" y="329"/>
                    <a:pt x="107" y="338"/>
                  </a:cubicBezTo>
                  <a:cubicBezTo>
                    <a:pt x="127" y="347"/>
                    <a:pt x="151" y="351"/>
                    <a:pt x="175" y="351"/>
                  </a:cubicBezTo>
                  <a:cubicBezTo>
                    <a:pt x="199" y="351"/>
                    <a:pt x="222" y="347"/>
                    <a:pt x="243" y="338"/>
                  </a:cubicBezTo>
                  <a:cubicBezTo>
                    <a:pt x="265" y="329"/>
                    <a:pt x="284" y="316"/>
                    <a:pt x="299" y="300"/>
                  </a:cubicBezTo>
                  <a:cubicBezTo>
                    <a:pt x="315" y="284"/>
                    <a:pt x="328" y="265"/>
                    <a:pt x="337" y="244"/>
                  </a:cubicBezTo>
                  <a:cubicBezTo>
                    <a:pt x="346" y="224"/>
                    <a:pt x="351" y="200"/>
                    <a:pt x="351" y="176"/>
                  </a:cubicBezTo>
                  <a:cubicBezTo>
                    <a:pt x="351" y="152"/>
                    <a:pt x="346" y="129"/>
                    <a:pt x="337" y="107"/>
                  </a:cubicBezTo>
                  <a:cubicBezTo>
                    <a:pt x="333" y="100"/>
                    <a:pt x="325" y="96"/>
                    <a:pt x="318" y="100"/>
                  </a:cubicBezTo>
                  <a:cubicBezTo>
                    <a:pt x="310" y="103"/>
                    <a:pt x="307" y="111"/>
                    <a:pt x="310" y="119"/>
                  </a:cubicBezTo>
                  <a:lnTo>
                    <a:pt x="310" y="119"/>
                  </a:lnTo>
                  <a:cubicBezTo>
                    <a:pt x="317" y="136"/>
                    <a:pt x="321" y="155"/>
                    <a:pt x="321" y="176"/>
                  </a:cubicBezTo>
                  <a:cubicBezTo>
                    <a:pt x="321" y="196"/>
                    <a:pt x="317" y="215"/>
                    <a:pt x="310" y="233"/>
                  </a:cubicBezTo>
                  <a:cubicBezTo>
                    <a:pt x="303" y="250"/>
                    <a:pt x="292" y="266"/>
                    <a:pt x="278" y="280"/>
                  </a:cubicBezTo>
                  <a:cubicBezTo>
                    <a:pt x="265" y="292"/>
                    <a:pt x="249" y="303"/>
                    <a:pt x="232" y="311"/>
                  </a:cubicBezTo>
                  <a:cubicBezTo>
                    <a:pt x="214" y="318"/>
                    <a:pt x="195" y="322"/>
                    <a:pt x="175" y="322"/>
                  </a:cubicBezTo>
                  <a:cubicBezTo>
                    <a:pt x="155" y="322"/>
                    <a:pt x="136" y="318"/>
                    <a:pt x="118" y="311"/>
                  </a:cubicBezTo>
                  <a:cubicBezTo>
                    <a:pt x="100" y="303"/>
                    <a:pt x="85" y="292"/>
                    <a:pt x="71" y="280"/>
                  </a:cubicBezTo>
                  <a:cubicBezTo>
                    <a:pt x="59" y="266"/>
                    <a:pt x="48" y="250"/>
                    <a:pt x="39" y="233"/>
                  </a:cubicBezTo>
                  <a:cubicBezTo>
                    <a:pt x="33" y="215"/>
                    <a:pt x="28" y="196"/>
                    <a:pt x="28" y="176"/>
                  </a:cubicBezTo>
                  <a:cubicBezTo>
                    <a:pt x="28" y="155"/>
                    <a:pt x="33" y="136"/>
                    <a:pt x="39" y="119"/>
                  </a:cubicBezTo>
                  <a:cubicBezTo>
                    <a:pt x="48" y="101"/>
                    <a:pt x="59" y="85"/>
                    <a:pt x="71"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66" name="Freeform 134">
            <a:extLst>
              <a:ext uri="{FF2B5EF4-FFF2-40B4-BE49-F238E27FC236}">
                <a16:creationId xmlns:a16="http://schemas.microsoft.com/office/drawing/2014/main" id="{9FAA829C-0D38-4AB0-6F1D-7A1063475ADD}"/>
              </a:ext>
            </a:extLst>
          </p:cNvPr>
          <p:cNvSpPr>
            <a:spLocks noChangeArrowheads="1"/>
          </p:cNvSpPr>
          <p:nvPr/>
        </p:nvSpPr>
        <p:spPr bwMode="auto">
          <a:xfrm>
            <a:off x="8466261" y="1879228"/>
            <a:ext cx="254000" cy="252413"/>
          </a:xfrm>
          <a:custGeom>
            <a:avLst/>
            <a:gdLst>
              <a:gd name="T0" fmla="*/ 44 w 704"/>
              <a:gd name="T1" fmla="*/ 701 h 702"/>
              <a:gd name="T2" fmla="*/ 703 w 704"/>
              <a:gd name="T3" fmla="*/ 657 h 702"/>
              <a:gd name="T4" fmla="*/ 699 w 704"/>
              <a:gd name="T5" fmla="*/ 589 h 702"/>
              <a:gd name="T6" fmla="*/ 645 w 704"/>
              <a:gd name="T7" fmla="*/ 585 h 702"/>
              <a:gd name="T8" fmla="*/ 689 w 704"/>
              <a:gd name="T9" fmla="*/ 262 h 702"/>
              <a:gd name="T10" fmla="*/ 703 w 704"/>
              <a:gd name="T11" fmla="*/ 247 h 702"/>
              <a:gd name="T12" fmla="*/ 673 w 704"/>
              <a:gd name="T13" fmla="*/ 170 h 702"/>
              <a:gd name="T14" fmla="*/ 367 w 704"/>
              <a:gd name="T15" fmla="*/ 3 h 702"/>
              <a:gd name="T16" fmla="*/ 338 w 704"/>
              <a:gd name="T17" fmla="*/ 3 h 702"/>
              <a:gd name="T18" fmla="*/ 30 w 704"/>
              <a:gd name="T19" fmla="*/ 170 h 702"/>
              <a:gd name="T20" fmla="*/ 0 w 704"/>
              <a:gd name="T21" fmla="*/ 247 h 702"/>
              <a:gd name="T22" fmla="*/ 15 w 704"/>
              <a:gd name="T23" fmla="*/ 262 h 702"/>
              <a:gd name="T24" fmla="*/ 59 w 704"/>
              <a:gd name="T25" fmla="*/ 585 h 702"/>
              <a:gd name="T26" fmla="*/ 4 w 704"/>
              <a:gd name="T27" fmla="*/ 589 h 702"/>
              <a:gd name="T28" fmla="*/ 0 w 704"/>
              <a:gd name="T29" fmla="*/ 657 h 702"/>
              <a:gd name="T30" fmla="*/ 615 w 704"/>
              <a:gd name="T31" fmla="*/ 585 h 702"/>
              <a:gd name="T32" fmla="*/ 557 w 704"/>
              <a:gd name="T33" fmla="*/ 585 h 702"/>
              <a:gd name="T34" fmla="*/ 615 w 704"/>
              <a:gd name="T35" fmla="*/ 262 h 702"/>
              <a:gd name="T36" fmla="*/ 176 w 704"/>
              <a:gd name="T37" fmla="*/ 262 h 702"/>
              <a:gd name="T38" fmla="*/ 294 w 704"/>
              <a:gd name="T39" fmla="*/ 262 h 702"/>
              <a:gd name="T40" fmla="*/ 176 w 704"/>
              <a:gd name="T41" fmla="*/ 585 h 702"/>
              <a:gd name="T42" fmla="*/ 323 w 704"/>
              <a:gd name="T43" fmla="*/ 262 h 702"/>
              <a:gd name="T44" fmla="*/ 382 w 704"/>
              <a:gd name="T45" fmla="*/ 262 h 702"/>
              <a:gd name="T46" fmla="*/ 323 w 704"/>
              <a:gd name="T47" fmla="*/ 585 h 702"/>
              <a:gd name="T48" fmla="*/ 410 w 704"/>
              <a:gd name="T49" fmla="*/ 262 h 702"/>
              <a:gd name="T50" fmla="*/ 527 w 704"/>
              <a:gd name="T51" fmla="*/ 262 h 702"/>
              <a:gd name="T52" fmla="*/ 410 w 704"/>
              <a:gd name="T53" fmla="*/ 585 h 702"/>
              <a:gd name="T54" fmla="*/ 30 w 704"/>
              <a:gd name="T55" fmla="*/ 211 h 702"/>
              <a:gd name="T56" fmla="*/ 41 w 704"/>
              <a:gd name="T57" fmla="*/ 197 h 702"/>
              <a:gd name="T58" fmla="*/ 347 w 704"/>
              <a:gd name="T59" fmla="*/ 30 h 702"/>
              <a:gd name="T60" fmla="*/ 356 w 704"/>
              <a:gd name="T61" fmla="*/ 30 h 702"/>
              <a:gd name="T62" fmla="*/ 663 w 704"/>
              <a:gd name="T63" fmla="*/ 197 h 702"/>
              <a:gd name="T64" fmla="*/ 674 w 704"/>
              <a:gd name="T65" fmla="*/ 233 h 702"/>
              <a:gd name="T66" fmla="*/ 30 w 704"/>
              <a:gd name="T67" fmla="*/ 211 h 702"/>
              <a:gd name="T68" fmla="*/ 88 w 704"/>
              <a:gd name="T69" fmla="*/ 262 h 702"/>
              <a:gd name="T70" fmla="*/ 147 w 704"/>
              <a:gd name="T71" fmla="*/ 585 h 702"/>
              <a:gd name="T72" fmla="*/ 88 w 704"/>
              <a:gd name="T73" fmla="*/ 262 h 702"/>
              <a:gd name="T74" fmla="*/ 30 w 704"/>
              <a:gd name="T75" fmla="*/ 613 h 702"/>
              <a:gd name="T76" fmla="*/ 674 w 704"/>
              <a:gd name="T77" fmla="*/ 657 h 702"/>
              <a:gd name="T78" fmla="*/ 44 w 704"/>
              <a:gd name="T79" fmla="*/ 672 h 702"/>
              <a:gd name="T80" fmla="*/ 30 w 704"/>
              <a:gd name="T81" fmla="*/ 613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4" h="702">
                <a:moveTo>
                  <a:pt x="44" y="701"/>
                </a:moveTo>
                <a:lnTo>
                  <a:pt x="44" y="701"/>
                </a:lnTo>
                <a:cubicBezTo>
                  <a:pt x="659" y="701"/>
                  <a:pt x="659" y="701"/>
                  <a:pt x="659" y="701"/>
                </a:cubicBezTo>
                <a:cubicBezTo>
                  <a:pt x="684" y="701"/>
                  <a:pt x="703" y="682"/>
                  <a:pt x="703" y="657"/>
                </a:cubicBezTo>
                <a:cubicBezTo>
                  <a:pt x="703" y="598"/>
                  <a:pt x="703" y="598"/>
                  <a:pt x="703" y="598"/>
                </a:cubicBezTo>
                <a:cubicBezTo>
                  <a:pt x="703" y="594"/>
                  <a:pt x="701" y="591"/>
                  <a:pt x="699" y="589"/>
                </a:cubicBezTo>
                <a:cubicBezTo>
                  <a:pt x="696" y="586"/>
                  <a:pt x="692" y="585"/>
                  <a:pt x="689" y="585"/>
                </a:cubicBezTo>
                <a:cubicBezTo>
                  <a:pt x="645" y="585"/>
                  <a:pt x="645" y="585"/>
                  <a:pt x="645" y="585"/>
                </a:cubicBezTo>
                <a:cubicBezTo>
                  <a:pt x="645" y="262"/>
                  <a:pt x="645" y="262"/>
                  <a:pt x="645" y="262"/>
                </a:cubicBezTo>
                <a:cubicBezTo>
                  <a:pt x="689" y="262"/>
                  <a:pt x="689" y="262"/>
                  <a:pt x="689" y="262"/>
                </a:cubicBezTo>
                <a:cubicBezTo>
                  <a:pt x="693" y="262"/>
                  <a:pt x="696" y="261"/>
                  <a:pt x="699" y="258"/>
                </a:cubicBezTo>
                <a:cubicBezTo>
                  <a:pt x="701" y="255"/>
                  <a:pt x="703" y="251"/>
                  <a:pt x="703" y="247"/>
                </a:cubicBezTo>
                <a:cubicBezTo>
                  <a:pt x="703" y="211"/>
                  <a:pt x="703" y="211"/>
                  <a:pt x="703" y="211"/>
                </a:cubicBezTo>
                <a:cubicBezTo>
                  <a:pt x="703" y="192"/>
                  <a:pt x="690" y="175"/>
                  <a:pt x="673" y="170"/>
                </a:cubicBezTo>
                <a:cubicBezTo>
                  <a:pt x="369" y="4"/>
                  <a:pt x="369" y="4"/>
                  <a:pt x="369" y="4"/>
                </a:cubicBezTo>
                <a:cubicBezTo>
                  <a:pt x="367" y="3"/>
                  <a:pt x="367" y="3"/>
                  <a:pt x="367" y="3"/>
                </a:cubicBezTo>
                <a:cubicBezTo>
                  <a:pt x="362" y="1"/>
                  <a:pt x="357" y="0"/>
                  <a:pt x="351" y="0"/>
                </a:cubicBezTo>
                <a:cubicBezTo>
                  <a:pt x="347" y="0"/>
                  <a:pt x="342" y="1"/>
                  <a:pt x="338" y="3"/>
                </a:cubicBezTo>
                <a:cubicBezTo>
                  <a:pt x="335" y="4"/>
                  <a:pt x="335" y="4"/>
                  <a:pt x="335" y="4"/>
                </a:cubicBezTo>
                <a:cubicBezTo>
                  <a:pt x="30" y="170"/>
                  <a:pt x="30" y="170"/>
                  <a:pt x="30" y="170"/>
                </a:cubicBezTo>
                <a:cubicBezTo>
                  <a:pt x="12" y="175"/>
                  <a:pt x="0" y="192"/>
                  <a:pt x="0" y="211"/>
                </a:cubicBezTo>
                <a:cubicBezTo>
                  <a:pt x="0" y="247"/>
                  <a:pt x="0" y="247"/>
                  <a:pt x="0" y="247"/>
                </a:cubicBezTo>
                <a:cubicBezTo>
                  <a:pt x="0" y="251"/>
                  <a:pt x="1" y="255"/>
                  <a:pt x="4" y="258"/>
                </a:cubicBezTo>
                <a:cubicBezTo>
                  <a:pt x="7" y="261"/>
                  <a:pt x="11" y="262"/>
                  <a:pt x="15" y="262"/>
                </a:cubicBezTo>
                <a:cubicBezTo>
                  <a:pt x="59" y="262"/>
                  <a:pt x="59" y="262"/>
                  <a:pt x="59" y="262"/>
                </a:cubicBezTo>
                <a:cubicBezTo>
                  <a:pt x="59" y="585"/>
                  <a:pt x="59" y="585"/>
                  <a:pt x="59" y="585"/>
                </a:cubicBezTo>
                <a:cubicBezTo>
                  <a:pt x="15" y="585"/>
                  <a:pt x="15" y="585"/>
                  <a:pt x="15" y="585"/>
                </a:cubicBezTo>
                <a:cubicBezTo>
                  <a:pt x="11" y="585"/>
                  <a:pt x="7" y="586"/>
                  <a:pt x="4" y="589"/>
                </a:cubicBezTo>
                <a:cubicBezTo>
                  <a:pt x="1" y="591"/>
                  <a:pt x="0" y="594"/>
                  <a:pt x="0" y="598"/>
                </a:cubicBezTo>
                <a:cubicBezTo>
                  <a:pt x="0" y="657"/>
                  <a:pt x="0" y="657"/>
                  <a:pt x="0" y="657"/>
                </a:cubicBezTo>
                <a:cubicBezTo>
                  <a:pt x="0" y="682"/>
                  <a:pt x="21" y="701"/>
                  <a:pt x="44" y="701"/>
                </a:cubicBezTo>
                <a:close/>
                <a:moveTo>
                  <a:pt x="615" y="585"/>
                </a:moveTo>
                <a:lnTo>
                  <a:pt x="615" y="585"/>
                </a:lnTo>
                <a:cubicBezTo>
                  <a:pt x="557" y="585"/>
                  <a:pt x="557" y="585"/>
                  <a:pt x="557" y="585"/>
                </a:cubicBezTo>
                <a:cubicBezTo>
                  <a:pt x="557" y="262"/>
                  <a:pt x="557" y="262"/>
                  <a:pt x="557" y="262"/>
                </a:cubicBezTo>
                <a:cubicBezTo>
                  <a:pt x="615" y="262"/>
                  <a:pt x="615" y="262"/>
                  <a:pt x="615" y="262"/>
                </a:cubicBezTo>
                <a:lnTo>
                  <a:pt x="615" y="585"/>
                </a:lnTo>
                <a:close/>
                <a:moveTo>
                  <a:pt x="176" y="262"/>
                </a:moveTo>
                <a:lnTo>
                  <a:pt x="176" y="262"/>
                </a:lnTo>
                <a:cubicBezTo>
                  <a:pt x="294" y="262"/>
                  <a:pt x="294" y="262"/>
                  <a:pt x="294" y="262"/>
                </a:cubicBezTo>
                <a:cubicBezTo>
                  <a:pt x="294" y="585"/>
                  <a:pt x="294" y="585"/>
                  <a:pt x="294" y="585"/>
                </a:cubicBezTo>
                <a:cubicBezTo>
                  <a:pt x="176" y="585"/>
                  <a:pt x="176" y="585"/>
                  <a:pt x="176" y="585"/>
                </a:cubicBezTo>
                <a:lnTo>
                  <a:pt x="176" y="262"/>
                </a:lnTo>
                <a:close/>
                <a:moveTo>
                  <a:pt x="323" y="262"/>
                </a:moveTo>
                <a:lnTo>
                  <a:pt x="323" y="262"/>
                </a:lnTo>
                <a:cubicBezTo>
                  <a:pt x="382" y="262"/>
                  <a:pt x="382" y="262"/>
                  <a:pt x="382" y="262"/>
                </a:cubicBezTo>
                <a:cubicBezTo>
                  <a:pt x="382" y="585"/>
                  <a:pt x="382" y="585"/>
                  <a:pt x="382" y="585"/>
                </a:cubicBezTo>
                <a:cubicBezTo>
                  <a:pt x="323" y="585"/>
                  <a:pt x="323" y="585"/>
                  <a:pt x="323" y="585"/>
                </a:cubicBezTo>
                <a:lnTo>
                  <a:pt x="323" y="262"/>
                </a:lnTo>
                <a:close/>
                <a:moveTo>
                  <a:pt x="410" y="262"/>
                </a:moveTo>
                <a:lnTo>
                  <a:pt x="410" y="262"/>
                </a:lnTo>
                <a:cubicBezTo>
                  <a:pt x="527" y="262"/>
                  <a:pt x="527" y="262"/>
                  <a:pt x="527" y="262"/>
                </a:cubicBezTo>
                <a:cubicBezTo>
                  <a:pt x="527" y="585"/>
                  <a:pt x="527" y="585"/>
                  <a:pt x="527" y="585"/>
                </a:cubicBezTo>
                <a:cubicBezTo>
                  <a:pt x="410" y="585"/>
                  <a:pt x="410" y="585"/>
                  <a:pt x="410" y="585"/>
                </a:cubicBezTo>
                <a:lnTo>
                  <a:pt x="410" y="262"/>
                </a:lnTo>
                <a:close/>
                <a:moveTo>
                  <a:pt x="30" y="211"/>
                </a:moveTo>
                <a:lnTo>
                  <a:pt x="30" y="211"/>
                </a:lnTo>
                <a:cubicBezTo>
                  <a:pt x="30" y="204"/>
                  <a:pt x="34" y="199"/>
                  <a:pt x="41" y="197"/>
                </a:cubicBezTo>
                <a:cubicBezTo>
                  <a:pt x="44" y="196"/>
                  <a:pt x="44" y="196"/>
                  <a:pt x="44" y="196"/>
                </a:cubicBezTo>
                <a:cubicBezTo>
                  <a:pt x="347" y="30"/>
                  <a:pt x="347" y="30"/>
                  <a:pt x="347" y="30"/>
                </a:cubicBezTo>
                <a:cubicBezTo>
                  <a:pt x="349" y="30"/>
                  <a:pt x="350" y="30"/>
                  <a:pt x="351" y="30"/>
                </a:cubicBezTo>
                <a:cubicBezTo>
                  <a:pt x="353" y="30"/>
                  <a:pt x="354" y="30"/>
                  <a:pt x="356" y="30"/>
                </a:cubicBezTo>
                <a:cubicBezTo>
                  <a:pt x="660" y="196"/>
                  <a:pt x="660" y="196"/>
                  <a:pt x="660" y="196"/>
                </a:cubicBezTo>
                <a:cubicBezTo>
                  <a:pt x="663" y="197"/>
                  <a:pt x="663" y="197"/>
                  <a:pt x="663" y="197"/>
                </a:cubicBezTo>
                <a:cubicBezTo>
                  <a:pt x="670" y="199"/>
                  <a:pt x="674" y="204"/>
                  <a:pt x="674" y="211"/>
                </a:cubicBezTo>
                <a:cubicBezTo>
                  <a:pt x="674" y="233"/>
                  <a:pt x="674" y="233"/>
                  <a:pt x="674" y="233"/>
                </a:cubicBezTo>
                <a:cubicBezTo>
                  <a:pt x="30" y="233"/>
                  <a:pt x="30" y="233"/>
                  <a:pt x="30" y="233"/>
                </a:cubicBezTo>
                <a:lnTo>
                  <a:pt x="30" y="211"/>
                </a:lnTo>
                <a:close/>
                <a:moveTo>
                  <a:pt x="88" y="262"/>
                </a:moveTo>
                <a:lnTo>
                  <a:pt x="88" y="262"/>
                </a:lnTo>
                <a:cubicBezTo>
                  <a:pt x="147" y="262"/>
                  <a:pt x="147" y="262"/>
                  <a:pt x="147" y="262"/>
                </a:cubicBezTo>
                <a:cubicBezTo>
                  <a:pt x="147" y="585"/>
                  <a:pt x="147" y="585"/>
                  <a:pt x="147" y="585"/>
                </a:cubicBezTo>
                <a:cubicBezTo>
                  <a:pt x="88" y="585"/>
                  <a:pt x="88" y="585"/>
                  <a:pt x="88" y="585"/>
                </a:cubicBezTo>
                <a:lnTo>
                  <a:pt x="88" y="262"/>
                </a:lnTo>
                <a:close/>
                <a:moveTo>
                  <a:pt x="30" y="613"/>
                </a:moveTo>
                <a:lnTo>
                  <a:pt x="30" y="613"/>
                </a:lnTo>
                <a:cubicBezTo>
                  <a:pt x="674" y="613"/>
                  <a:pt x="674" y="613"/>
                  <a:pt x="674" y="613"/>
                </a:cubicBezTo>
                <a:cubicBezTo>
                  <a:pt x="674" y="657"/>
                  <a:pt x="674" y="657"/>
                  <a:pt x="674" y="657"/>
                </a:cubicBezTo>
                <a:cubicBezTo>
                  <a:pt x="674" y="666"/>
                  <a:pt x="667" y="672"/>
                  <a:pt x="659" y="672"/>
                </a:cubicBezTo>
                <a:cubicBezTo>
                  <a:pt x="44" y="672"/>
                  <a:pt x="44" y="672"/>
                  <a:pt x="44" y="672"/>
                </a:cubicBezTo>
                <a:cubicBezTo>
                  <a:pt x="36" y="672"/>
                  <a:pt x="30" y="666"/>
                  <a:pt x="30" y="657"/>
                </a:cubicBezTo>
                <a:lnTo>
                  <a:pt x="30" y="613"/>
                </a:lnTo>
                <a:close/>
              </a:path>
            </a:pathLst>
          </a:custGeom>
          <a:solidFill>
            <a:schemeClr val="tx2"/>
          </a:solidFill>
          <a:ln>
            <a:noFill/>
          </a:ln>
          <a:effectLst/>
        </p:spPr>
        <p:txBody>
          <a:bodyPr wrap="none" anchor="ctr"/>
          <a:lstStyle/>
          <a:p>
            <a:endParaRPr lang="da-DK"/>
          </a:p>
        </p:txBody>
      </p:sp>
      <p:grpSp>
        <p:nvGrpSpPr>
          <p:cNvPr id="167" name="Group 170">
            <a:extLst>
              <a:ext uri="{FF2B5EF4-FFF2-40B4-BE49-F238E27FC236}">
                <a16:creationId xmlns:a16="http://schemas.microsoft.com/office/drawing/2014/main" id="{FA1442D7-76F5-8CFC-7FFC-8D740714BA18}"/>
              </a:ext>
            </a:extLst>
          </p:cNvPr>
          <p:cNvGrpSpPr/>
          <p:nvPr/>
        </p:nvGrpSpPr>
        <p:grpSpPr>
          <a:xfrm>
            <a:off x="8967911" y="2876277"/>
            <a:ext cx="249238" cy="236538"/>
            <a:chOff x="7826375" y="3238500"/>
            <a:chExt cx="249238" cy="236538"/>
          </a:xfrm>
          <a:solidFill>
            <a:schemeClr val="tx2"/>
          </a:solidFill>
        </p:grpSpPr>
        <p:sp>
          <p:nvSpPr>
            <p:cNvPr id="168" name="Freeform 135">
              <a:extLst>
                <a:ext uri="{FF2B5EF4-FFF2-40B4-BE49-F238E27FC236}">
                  <a16:creationId xmlns:a16="http://schemas.microsoft.com/office/drawing/2014/main" id="{481C3E3E-25BD-CE07-E004-2EB2E94AFC0D}"/>
                </a:ext>
              </a:extLst>
            </p:cNvPr>
            <p:cNvSpPr>
              <a:spLocks noChangeArrowheads="1"/>
            </p:cNvSpPr>
            <p:nvPr/>
          </p:nvSpPr>
          <p:spPr bwMode="auto">
            <a:xfrm>
              <a:off x="7978775" y="33020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5 h 177"/>
                <a:gd name="T22" fmla="*/ 47 w 177"/>
                <a:gd name="T23" fmla="*/ 129 h 177"/>
                <a:gd name="T24" fmla="*/ 29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6" y="176"/>
                    <a:pt x="176" y="136"/>
                    <a:pt x="176" y="88"/>
                  </a:cubicBezTo>
                  <a:cubicBezTo>
                    <a:pt x="176" y="38"/>
                    <a:pt x="136" y="0"/>
                    <a:pt x="88" y="0"/>
                  </a:cubicBezTo>
                  <a:cubicBezTo>
                    <a:pt x="40" y="0"/>
                    <a:pt x="0" y="38"/>
                    <a:pt x="0" y="88"/>
                  </a:cubicBezTo>
                  <a:close/>
                  <a:moveTo>
                    <a:pt x="129" y="47"/>
                  </a:moveTo>
                  <a:lnTo>
                    <a:pt x="129" y="47"/>
                  </a:lnTo>
                  <a:cubicBezTo>
                    <a:pt x="140" y="56"/>
                    <a:pt x="147" y="71"/>
                    <a:pt x="147" y="88"/>
                  </a:cubicBezTo>
                  <a:cubicBezTo>
                    <a:pt x="147" y="103"/>
                    <a:pt x="140" y="118"/>
                    <a:pt x="129" y="129"/>
                  </a:cubicBezTo>
                  <a:cubicBezTo>
                    <a:pt x="118" y="140"/>
                    <a:pt x="104" y="145"/>
                    <a:pt x="88" y="145"/>
                  </a:cubicBezTo>
                  <a:cubicBezTo>
                    <a:pt x="71" y="145"/>
                    <a:pt x="58" y="140"/>
                    <a:pt x="47" y="129"/>
                  </a:cubicBezTo>
                  <a:cubicBezTo>
                    <a:pt x="36" y="118"/>
                    <a:pt x="29" y="103"/>
                    <a:pt x="29" y="88"/>
                  </a:cubicBezTo>
                  <a:cubicBezTo>
                    <a:pt x="29" y="71"/>
                    <a:pt x="36" y="56"/>
                    <a:pt x="47" y="47"/>
                  </a:cubicBezTo>
                  <a:cubicBezTo>
                    <a:pt x="58" y="36"/>
                    <a:pt x="71" y="29"/>
                    <a:pt x="88" y="29"/>
                  </a:cubicBezTo>
                  <a:cubicBezTo>
                    <a:pt x="104" y="29"/>
                    <a:pt x="118"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6">
              <a:extLst>
                <a:ext uri="{FF2B5EF4-FFF2-40B4-BE49-F238E27FC236}">
                  <a16:creationId xmlns:a16="http://schemas.microsoft.com/office/drawing/2014/main" id="{E6EA5C0A-9A58-4E01-46B7-44F2A2DB1828}"/>
                </a:ext>
              </a:extLst>
            </p:cNvPr>
            <p:cNvSpPr>
              <a:spLocks noChangeArrowheads="1"/>
            </p:cNvSpPr>
            <p:nvPr/>
          </p:nvSpPr>
          <p:spPr bwMode="auto">
            <a:xfrm>
              <a:off x="7893050" y="32385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6 h 177"/>
                <a:gd name="T22" fmla="*/ 47 w 177"/>
                <a:gd name="T23" fmla="*/ 129 h 177"/>
                <a:gd name="T24" fmla="*/ 31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8" y="176"/>
                    <a:pt x="176" y="136"/>
                    <a:pt x="176" y="88"/>
                  </a:cubicBezTo>
                  <a:cubicBezTo>
                    <a:pt x="176" y="39"/>
                    <a:pt x="138" y="0"/>
                    <a:pt x="88" y="0"/>
                  </a:cubicBezTo>
                  <a:cubicBezTo>
                    <a:pt x="40" y="0"/>
                    <a:pt x="0" y="39"/>
                    <a:pt x="0" y="88"/>
                  </a:cubicBezTo>
                  <a:close/>
                  <a:moveTo>
                    <a:pt x="129" y="47"/>
                  </a:moveTo>
                  <a:lnTo>
                    <a:pt x="129" y="47"/>
                  </a:lnTo>
                  <a:cubicBezTo>
                    <a:pt x="140" y="56"/>
                    <a:pt x="147" y="72"/>
                    <a:pt x="147" y="88"/>
                  </a:cubicBezTo>
                  <a:cubicBezTo>
                    <a:pt x="147" y="103"/>
                    <a:pt x="140" y="118"/>
                    <a:pt x="129" y="129"/>
                  </a:cubicBezTo>
                  <a:cubicBezTo>
                    <a:pt x="120" y="140"/>
                    <a:pt x="105" y="146"/>
                    <a:pt x="88" y="146"/>
                  </a:cubicBezTo>
                  <a:cubicBezTo>
                    <a:pt x="73" y="146"/>
                    <a:pt x="58" y="140"/>
                    <a:pt x="47" y="129"/>
                  </a:cubicBezTo>
                  <a:cubicBezTo>
                    <a:pt x="36" y="118"/>
                    <a:pt x="31" y="103"/>
                    <a:pt x="31" y="88"/>
                  </a:cubicBezTo>
                  <a:cubicBezTo>
                    <a:pt x="31" y="72"/>
                    <a:pt x="36" y="56"/>
                    <a:pt x="47" y="47"/>
                  </a:cubicBezTo>
                  <a:cubicBezTo>
                    <a:pt x="58" y="36"/>
                    <a:pt x="73" y="29"/>
                    <a:pt x="88" y="29"/>
                  </a:cubicBezTo>
                  <a:cubicBezTo>
                    <a:pt x="105" y="29"/>
                    <a:pt x="120"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7">
              <a:extLst>
                <a:ext uri="{FF2B5EF4-FFF2-40B4-BE49-F238E27FC236}">
                  <a16:creationId xmlns:a16="http://schemas.microsoft.com/office/drawing/2014/main" id="{BD8BDAA3-8E00-B52B-D5FB-5C3436B47290}"/>
                </a:ext>
              </a:extLst>
            </p:cNvPr>
            <p:cNvSpPr>
              <a:spLocks noChangeArrowheads="1"/>
            </p:cNvSpPr>
            <p:nvPr/>
          </p:nvSpPr>
          <p:spPr bwMode="auto">
            <a:xfrm>
              <a:off x="7826375" y="3349625"/>
              <a:ext cx="249238" cy="125413"/>
            </a:xfrm>
            <a:custGeom>
              <a:avLst/>
              <a:gdLst>
                <a:gd name="T0" fmla="*/ 276 w 691"/>
                <a:gd name="T1" fmla="*/ 348 h 349"/>
                <a:gd name="T2" fmla="*/ 276 w 691"/>
                <a:gd name="T3" fmla="*/ 348 h 349"/>
                <a:gd name="T4" fmla="*/ 316 w 691"/>
                <a:gd name="T5" fmla="*/ 340 h 349"/>
                <a:gd name="T6" fmla="*/ 660 w 691"/>
                <a:gd name="T7" fmla="*/ 217 h 349"/>
                <a:gd name="T8" fmla="*/ 682 w 691"/>
                <a:gd name="T9" fmla="*/ 200 h 349"/>
                <a:gd name="T10" fmla="*/ 690 w 691"/>
                <a:gd name="T11" fmla="*/ 174 h 349"/>
                <a:gd name="T12" fmla="*/ 674 w 691"/>
                <a:gd name="T13" fmla="*/ 141 h 349"/>
                <a:gd name="T14" fmla="*/ 674 w 691"/>
                <a:gd name="T15" fmla="*/ 141 h 349"/>
                <a:gd name="T16" fmla="*/ 607 w 691"/>
                <a:gd name="T17" fmla="*/ 115 h 349"/>
                <a:gd name="T18" fmla="*/ 589 w 691"/>
                <a:gd name="T19" fmla="*/ 116 h 349"/>
                <a:gd name="T20" fmla="*/ 542 w 691"/>
                <a:gd name="T21" fmla="*/ 129 h 349"/>
                <a:gd name="T22" fmla="*/ 438 w 691"/>
                <a:gd name="T23" fmla="*/ 169 h 349"/>
                <a:gd name="T24" fmla="*/ 408 w 691"/>
                <a:gd name="T25" fmla="*/ 97 h 349"/>
                <a:gd name="T26" fmla="*/ 318 w 691"/>
                <a:gd name="T27" fmla="*/ 57 h 349"/>
                <a:gd name="T28" fmla="*/ 195 w 691"/>
                <a:gd name="T29" fmla="*/ 57 h 349"/>
                <a:gd name="T30" fmla="*/ 193 w 691"/>
                <a:gd name="T31" fmla="*/ 57 h 349"/>
                <a:gd name="T32" fmla="*/ 48 w 691"/>
                <a:gd name="T33" fmla="*/ 1 h 349"/>
                <a:gd name="T34" fmla="*/ 44 w 691"/>
                <a:gd name="T35" fmla="*/ 0 h 349"/>
                <a:gd name="T36" fmla="*/ 12 w 691"/>
                <a:gd name="T37" fmla="*/ 13 h 349"/>
                <a:gd name="T38" fmla="*/ 0 w 691"/>
                <a:gd name="T39" fmla="*/ 44 h 349"/>
                <a:gd name="T40" fmla="*/ 0 w 691"/>
                <a:gd name="T41" fmla="*/ 203 h 349"/>
                <a:gd name="T42" fmla="*/ 25 w 691"/>
                <a:gd name="T43" fmla="*/ 243 h 349"/>
                <a:gd name="T44" fmla="*/ 226 w 691"/>
                <a:gd name="T45" fmla="*/ 336 h 349"/>
                <a:gd name="T46" fmla="*/ 276 w 691"/>
                <a:gd name="T47" fmla="*/ 348 h 349"/>
                <a:gd name="T48" fmla="*/ 29 w 691"/>
                <a:gd name="T49" fmla="*/ 203 h 349"/>
                <a:gd name="T50" fmla="*/ 29 w 691"/>
                <a:gd name="T51" fmla="*/ 203 h 349"/>
                <a:gd name="T52" fmla="*/ 29 w 691"/>
                <a:gd name="T53" fmla="*/ 44 h 349"/>
                <a:gd name="T54" fmla="*/ 44 w 691"/>
                <a:gd name="T55" fmla="*/ 30 h 349"/>
                <a:gd name="T56" fmla="*/ 45 w 691"/>
                <a:gd name="T57" fmla="*/ 30 h 349"/>
                <a:gd name="T58" fmla="*/ 181 w 691"/>
                <a:gd name="T59" fmla="*/ 85 h 349"/>
                <a:gd name="T60" fmla="*/ 189 w 691"/>
                <a:gd name="T61" fmla="*/ 88 h 349"/>
                <a:gd name="T62" fmla="*/ 195 w 691"/>
                <a:gd name="T63" fmla="*/ 88 h 349"/>
                <a:gd name="T64" fmla="*/ 318 w 691"/>
                <a:gd name="T65" fmla="*/ 88 h 349"/>
                <a:gd name="T66" fmla="*/ 386 w 691"/>
                <a:gd name="T67" fmla="*/ 116 h 349"/>
                <a:gd name="T68" fmla="*/ 409 w 691"/>
                <a:gd name="T69" fmla="*/ 175 h 349"/>
                <a:gd name="T70" fmla="*/ 189 w 691"/>
                <a:gd name="T71" fmla="*/ 175 h 349"/>
                <a:gd name="T72" fmla="*/ 176 w 691"/>
                <a:gd name="T73" fmla="*/ 189 h 349"/>
                <a:gd name="T74" fmla="*/ 189 w 691"/>
                <a:gd name="T75" fmla="*/ 204 h 349"/>
                <a:gd name="T76" fmla="*/ 413 w 691"/>
                <a:gd name="T77" fmla="*/ 204 h 349"/>
                <a:gd name="T78" fmla="*/ 424 w 691"/>
                <a:gd name="T79" fmla="*/ 204 h 349"/>
                <a:gd name="T80" fmla="*/ 424 w 691"/>
                <a:gd name="T81" fmla="*/ 204 h 349"/>
                <a:gd name="T82" fmla="*/ 424 w 691"/>
                <a:gd name="T83" fmla="*/ 204 h 349"/>
                <a:gd name="T84" fmla="*/ 430 w 691"/>
                <a:gd name="T85" fmla="*/ 203 h 349"/>
                <a:gd name="T86" fmla="*/ 450 w 691"/>
                <a:gd name="T87" fmla="*/ 195 h 349"/>
                <a:gd name="T88" fmla="*/ 524 w 691"/>
                <a:gd name="T89" fmla="*/ 167 h 349"/>
                <a:gd name="T90" fmla="*/ 594 w 691"/>
                <a:gd name="T91" fmla="*/ 145 h 349"/>
                <a:gd name="T92" fmla="*/ 607 w 691"/>
                <a:gd name="T93" fmla="*/ 144 h 349"/>
                <a:gd name="T94" fmla="*/ 656 w 691"/>
                <a:gd name="T95" fmla="*/ 164 h 349"/>
                <a:gd name="T96" fmla="*/ 656 w 691"/>
                <a:gd name="T97" fmla="*/ 164 h 349"/>
                <a:gd name="T98" fmla="*/ 660 w 691"/>
                <a:gd name="T99" fmla="*/ 174 h 349"/>
                <a:gd name="T100" fmla="*/ 657 w 691"/>
                <a:gd name="T101" fmla="*/ 184 h 349"/>
                <a:gd name="T102" fmla="*/ 651 w 691"/>
                <a:gd name="T103" fmla="*/ 189 h 349"/>
                <a:gd name="T104" fmla="*/ 305 w 691"/>
                <a:gd name="T105" fmla="*/ 313 h 349"/>
                <a:gd name="T106" fmla="*/ 276 w 691"/>
                <a:gd name="T107" fmla="*/ 318 h 349"/>
                <a:gd name="T108" fmla="*/ 239 w 691"/>
                <a:gd name="T109" fmla="*/ 310 h 349"/>
                <a:gd name="T110" fmla="*/ 37 w 691"/>
                <a:gd name="T111" fmla="*/ 215 h 349"/>
                <a:gd name="T112" fmla="*/ 29 w 691"/>
                <a:gd name="T113" fmla="*/ 203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91" h="349">
                  <a:moveTo>
                    <a:pt x="276" y="348"/>
                  </a:moveTo>
                  <a:lnTo>
                    <a:pt x="276" y="348"/>
                  </a:lnTo>
                  <a:cubicBezTo>
                    <a:pt x="290" y="348"/>
                    <a:pt x="302" y="346"/>
                    <a:pt x="316" y="340"/>
                  </a:cubicBezTo>
                  <a:cubicBezTo>
                    <a:pt x="660" y="217"/>
                    <a:pt x="660" y="217"/>
                    <a:pt x="660" y="217"/>
                  </a:cubicBezTo>
                  <a:cubicBezTo>
                    <a:pt x="670" y="212"/>
                    <a:pt x="678" y="207"/>
                    <a:pt x="682" y="200"/>
                  </a:cubicBezTo>
                  <a:cubicBezTo>
                    <a:pt x="688" y="192"/>
                    <a:pt x="690" y="184"/>
                    <a:pt x="690" y="174"/>
                  </a:cubicBezTo>
                  <a:cubicBezTo>
                    <a:pt x="690" y="163"/>
                    <a:pt x="685" y="151"/>
                    <a:pt x="674" y="141"/>
                  </a:cubicBezTo>
                  <a:lnTo>
                    <a:pt x="674" y="141"/>
                  </a:lnTo>
                  <a:cubicBezTo>
                    <a:pt x="662" y="131"/>
                    <a:pt x="640" y="115"/>
                    <a:pt x="607" y="115"/>
                  </a:cubicBezTo>
                  <a:cubicBezTo>
                    <a:pt x="601" y="115"/>
                    <a:pt x="596" y="115"/>
                    <a:pt x="589" y="116"/>
                  </a:cubicBezTo>
                  <a:cubicBezTo>
                    <a:pt x="576" y="119"/>
                    <a:pt x="560" y="123"/>
                    <a:pt x="542" y="129"/>
                  </a:cubicBezTo>
                  <a:cubicBezTo>
                    <a:pt x="505" y="141"/>
                    <a:pt x="461" y="159"/>
                    <a:pt x="438" y="169"/>
                  </a:cubicBezTo>
                  <a:cubicBezTo>
                    <a:pt x="434" y="141"/>
                    <a:pt x="424" y="116"/>
                    <a:pt x="408" y="97"/>
                  </a:cubicBezTo>
                  <a:cubicBezTo>
                    <a:pt x="387" y="72"/>
                    <a:pt x="355" y="57"/>
                    <a:pt x="318" y="57"/>
                  </a:cubicBezTo>
                  <a:cubicBezTo>
                    <a:pt x="195" y="57"/>
                    <a:pt x="195" y="57"/>
                    <a:pt x="195" y="57"/>
                  </a:cubicBezTo>
                  <a:cubicBezTo>
                    <a:pt x="193" y="57"/>
                    <a:pt x="193" y="57"/>
                    <a:pt x="193" y="57"/>
                  </a:cubicBezTo>
                  <a:cubicBezTo>
                    <a:pt x="130" y="16"/>
                    <a:pt x="82" y="4"/>
                    <a:pt x="48" y="1"/>
                  </a:cubicBezTo>
                  <a:cubicBezTo>
                    <a:pt x="47" y="0"/>
                    <a:pt x="45" y="0"/>
                    <a:pt x="44" y="0"/>
                  </a:cubicBezTo>
                  <a:cubicBezTo>
                    <a:pt x="31" y="0"/>
                    <a:pt x="20" y="5"/>
                    <a:pt x="12" y="13"/>
                  </a:cubicBezTo>
                  <a:cubicBezTo>
                    <a:pt x="4" y="20"/>
                    <a:pt x="0" y="33"/>
                    <a:pt x="0" y="44"/>
                  </a:cubicBezTo>
                  <a:cubicBezTo>
                    <a:pt x="0" y="203"/>
                    <a:pt x="0" y="203"/>
                    <a:pt x="0" y="203"/>
                  </a:cubicBezTo>
                  <a:cubicBezTo>
                    <a:pt x="0" y="219"/>
                    <a:pt x="10" y="234"/>
                    <a:pt x="25" y="243"/>
                  </a:cubicBezTo>
                  <a:cubicBezTo>
                    <a:pt x="226" y="336"/>
                    <a:pt x="226" y="336"/>
                    <a:pt x="226" y="336"/>
                  </a:cubicBezTo>
                  <a:cubicBezTo>
                    <a:pt x="242" y="344"/>
                    <a:pt x="259" y="348"/>
                    <a:pt x="276" y="348"/>
                  </a:cubicBezTo>
                  <a:close/>
                  <a:moveTo>
                    <a:pt x="29" y="203"/>
                  </a:moveTo>
                  <a:lnTo>
                    <a:pt x="29" y="203"/>
                  </a:lnTo>
                  <a:cubicBezTo>
                    <a:pt x="29" y="44"/>
                    <a:pt x="29" y="44"/>
                    <a:pt x="29" y="44"/>
                  </a:cubicBezTo>
                  <a:cubicBezTo>
                    <a:pt x="29" y="35"/>
                    <a:pt x="36" y="30"/>
                    <a:pt x="44" y="30"/>
                  </a:cubicBezTo>
                  <a:cubicBezTo>
                    <a:pt x="45" y="30"/>
                    <a:pt x="45" y="30"/>
                    <a:pt x="45" y="30"/>
                  </a:cubicBezTo>
                  <a:cubicBezTo>
                    <a:pt x="77" y="33"/>
                    <a:pt x="119" y="44"/>
                    <a:pt x="181" y="85"/>
                  </a:cubicBezTo>
                  <a:cubicBezTo>
                    <a:pt x="184" y="86"/>
                    <a:pt x="187" y="88"/>
                    <a:pt x="189" y="88"/>
                  </a:cubicBezTo>
                  <a:cubicBezTo>
                    <a:pt x="195" y="88"/>
                    <a:pt x="195" y="88"/>
                    <a:pt x="195" y="88"/>
                  </a:cubicBezTo>
                  <a:cubicBezTo>
                    <a:pt x="318" y="88"/>
                    <a:pt x="318" y="88"/>
                    <a:pt x="318" y="88"/>
                  </a:cubicBezTo>
                  <a:cubicBezTo>
                    <a:pt x="349" y="88"/>
                    <a:pt x="371" y="99"/>
                    <a:pt x="386" y="116"/>
                  </a:cubicBezTo>
                  <a:cubicBezTo>
                    <a:pt x="398" y="131"/>
                    <a:pt x="406" y="152"/>
                    <a:pt x="409" y="175"/>
                  </a:cubicBezTo>
                  <a:cubicBezTo>
                    <a:pt x="189" y="175"/>
                    <a:pt x="189" y="175"/>
                    <a:pt x="189" y="175"/>
                  </a:cubicBezTo>
                  <a:cubicBezTo>
                    <a:pt x="181" y="175"/>
                    <a:pt x="176" y="181"/>
                    <a:pt x="176" y="189"/>
                  </a:cubicBezTo>
                  <a:cubicBezTo>
                    <a:pt x="176" y="197"/>
                    <a:pt x="181" y="204"/>
                    <a:pt x="189" y="204"/>
                  </a:cubicBezTo>
                  <a:cubicBezTo>
                    <a:pt x="413" y="204"/>
                    <a:pt x="413" y="204"/>
                    <a:pt x="413" y="204"/>
                  </a:cubicBezTo>
                  <a:cubicBezTo>
                    <a:pt x="424" y="204"/>
                    <a:pt x="424" y="204"/>
                    <a:pt x="424" y="204"/>
                  </a:cubicBezTo>
                  <a:lnTo>
                    <a:pt x="424" y="204"/>
                  </a:lnTo>
                  <a:lnTo>
                    <a:pt x="424" y="204"/>
                  </a:lnTo>
                  <a:cubicBezTo>
                    <a:pt x="425" y="204"/>
                    <a:pt x="428" y="204"/>
                    <a:pt x="430" y="203"/>
                  </a:cubicBezTo>
                  <a:cubicBezTo>
                    <a:pt x="430" y="203"/>
                    <a:pt x="438" y="200"/>
                    <a:pt x="450" y="195"/>
                  </a:cubicBezTo>
                  <a:cubicBezTo>
                    <a:pt x="468" y="188"/>
                    <a:pt x="497" y="177"/>
                    <a:pt x="524" y="167"/>
                  </a:cubicBezTo>
                  <a:cubicBezTo>
                    <a:pt x="552" y="156"/>
                    <a:pt x="579" y="148"/>
                    <a:pt x="594" y="145"/>
                  </a:cubicBezTo>
                  <a:cubicBezTo>
                    <a:pt x="598" y="145"/>
                    <a:pt x="603" y="144"/>
                    <a:pt x="607" y="144"/>
                  </a:cubicBezTo>
                  <a:cubicBezTo>
                    <a:pt x="630" y="144"/>
                    <a:pt x="645" y="155"/>
                    <a:pt x="656" y="164"/>
                  </a:cubicBezTo>
                  <a:lnTo>
                    <a:pt x="656" y="164"/>
                  </a:lnTo>
                  <a:cubicBezTo>
                    <a:pt x="659" y="167"/>
                    <a:pt x="660" y="171"/>
                    <a:pt x="660" y="174"/>
                  </a:cubicBezTo>
                  <a:cubicBezTo>
                    <a:pt x="660" y="178"/>
                    <a:pt x="660" y="181"/>
                    <a:pt x="657" y="184"/>
                  </a:cubicBezTo>
                  <a:cubicBezTo>
                    <a:pt x="656" y="185"/>
                    <a:pt x="655" y="188"/>
                    <a:pt x="651" y="189"/>
                  </a:cubicBezTo>
                  <a:cubicBezTo>
                    <a:pt x="305" y="313"/>
                    <a:pt x="305" y="313"/>
                    <a:pt x="305" y="313"/>
                  </a:cubicBezTo>
                  <a:cubicBezTo>
                    <a:pt x="296" y="317"/>
                    <a:pt x="285" y="318"/>
                    <a:pt x="276" y="318"/>
                  </a:cubicBezTo>
                  <a:cubicBezTo>
                    <a:pt x="263" y="318"/>
                    <a:pt x="251" y="315"/>
                    <a:pt x="239" y="310"/>
                  </a:cubicBezTo>
                  <a:cubicBezTo>
                    <a:pt x="37" y="215"/>
                    <a:pt x="37" y="215"/>
                    <a:pt x="37" y="215"/>
                  </a:cubicBezTo>
                  <a:cubicBezTo>
                    <a:pt x="31" y="214"/>
                    <a:pt x="29" y="208"/>
                    <a:pt x="29" y="2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1" name="Freeform 138">
            <a:extLst>
              <a:ext uri="{FF2B5EF4-FFF2-40B4-BE49-F238E27FC236}">
                <a16:creationId xmlns:a16="http://schemas.microsoft.com/office/drawing/2014/main" id="{7FD83C4B-8DA4-16AA-F1CB-E16060BA9E08}"/>
              </a:ext>
            </a:extLst>
          </p:cNvPr>
          <p:cNvSpPr>
            <a:spLocks noChangeArrowheads="1"/>
          </p:cNvSpPr>
          <p:nvPr/>
        </p:nvSpPr>
        <p:spPr bwMode="auto">
          <a:xfrm>
            <a:off x="8482136" y="866403"/>
            <a:ext cx="206375" cy="254000"/>
          </a:xfrm>
          <a:custGeom>
            <a:avLst/>
            <a:gdLst>
              <a:gd name="T0" fmla="*/ 103 w 572"/>
              <a:gd name="T1" fmla="*/ 703 h 704"/>
              <a:gd name="T2" fmla="*/ 103 w 572"/>
              <a:gd name="T3" fmla="*/ 703 h 704"/>
              <a:gd name="T4" fmla="*/ 498 w 572"/>
              <a:gd name="T5" fmla="*/ 703 h 704"/>
              <a:gd name="T6" fmla="*/ 571 w 572"/>
              <a:gd name="T7" fmla="*/ 629 h 704"/>
              <a:gd name="T8" fmla="*/ 571 w 572"/>
              <a:gd name="T9" fmla="*/ 161 h 704"/>
              <a:gd name="T10" fmla="*/ 567 w 572"/>
              <a:gd name="T11" fmla="*/ 150 h 704"/>
              <a:gd name="T12" fmla="*/ 557 w 572"/>
              <a:gd name="T13" fmla="*/ 146 h 704"/>
              <a:gd name="T14" fmla="*/ 483 w 572"/>
              <a:gd name="T15" fmla="*/ 146 h 704"/>
              <a:gd name="T16" fmla="*/ 483 w 572"/>
              <a:gd name="T17" fmla="*/ 102 h 704"/>
              <a:gd name="T18" fmla="*/ 453 w 572"/>
              <a:gd name="T19" fmla="*/ 29 h 704"/>
              <a:gd name="T20" fmla="*/ 382 w 572"/>
              <a:gd name="T21" fmla="*/ 0 h 704"/>
              <a:gd name="T22" fmla="*/ 351 w 572"/>
              <a:gd name="T23" fmla="*/ 0 h 704"/>
              <a:gd name="T24" fmla="*/ 307 w 572"/>
              <a:gd name="T25" fmla="*/ 10 h 704"/>
              <a:gd name="T26" fmla="*/ 264 w 572"/>
              <a:gd name="T27" fmla="*/ 0 h 704"/>
              <a:gd name="T28" fmla="*/ 235 w 572"/>
              <a:gd name="T29" fmla="*/ 0 h 704"/>
              <a:gd name="T30" fmla="*/ 132 w 572"/>
              <a:gd name="T31" fmla="*/ 102 h 704"/>
              <a:gd name="T32" fmla="*/ 132 w 572"/>
              <a:gd name="T33" fmla="*/ 146 h 704"/>
              <a:gd name="T34" fmla="*/ 15 w 572"/>
              <a:gd name="T35" fmla="*/ 146 h 704"/>
              <a:gd name="T36" fmla="*/ 4 w 572"/>
              <a:gd name="T37" fmla="*/ 150 h 704"/>
              <a:gd name="T38" fmla="*/ 0 w 572"/>
              <a:gd name="T39" fmla="*/ 161 h 704"/>
              <a:gd name="T40" fmla="*/ 0 w 572"/>
              <a:gd name="T41" fmla="*/ 600 h 704"/>
              <a:gd name="T42" fmla="*/ 103 w 572"/>
              <a:gd name="T43" fmla="*/ 703 h 704"/>
              <a:gd name="T44" fmla="*/ 542 w 572"/>
              <a:gd name="T45" fmla="*/ 629 h 704"/>
              <a:gd name="T46" fmla="*/ 542 w 572"/>
              <a:gd name="T47" fmla="*/ 629 h 704"/>
              <a:gd name="T48" fmla="*/ 498 w 572"/>
              <a:gd name="T49" fmla="*/ 673 h 704"/>
              <a:gd name="T50" fmla="*/ 454 w 572"/>
              <a:gd name="T51" fmla="*/ 629 h 704"/>
              <a:gd name="T52" fmla="*/ 454 w 572"/>
              <a:gd name="T53" fmla="*/ 176 h 704"/>
              <a:gd name="T54" fmla="*/ 542 w 572"/>
              <a:gd name="T55" fmla="*/ 176 h 704"/>
              <a:gd name="T56" fmla="*/ 542 w 572"/>
              <a:gd name="T57" fmla="*/ 629 h 704"/>
              <a:gd name="T58" fmla="*/ 382 w 572"/>
              <a:gd name="T59" fmla="*/ 29 h 704"/>
              <a:gd name="T60" fmla="*/ 382 w 572"/>
              <a:gd name="T61" fmla="*/ 29 h 704"/>
              <a:gd name="T62" fmla="*/ 454 w 572"/>
              <a:gd name="T63" fmla="*/ 102 h 704"/>
              <a:gd name="T64" fmla="*/ 454 w 572"/>
              <a:gd name="T65" fmla="*/ 146 h 704"/>
              <a:gd name="T66" fmla="*/ 439 w 572"/>
              <a:gd name="T67" fmla="*/ 146 h 704"/>
              <a:gd name="T68" fmla="*/ 366 w 572"/>
              <a:gd name="T69" fmla="*/ 146 h 704"/>
              <a:gd name="T70" fmla="*/ 366 w 572"/>
              <a:gd name="T71" fmla="*/ 102 h 704"/>
              <a:gd name="T72" fmla="*/ 338 w 572"/>
              <a:gd name="T73" fmla="*/ 30 h 704"/>
              <a:gd name="T74" fmla="*/ 351 w 572"/>
              <a:gd name="T75" fmla="*/ 29 h 704"/>
              <a:gd name="T76" fmla="*/ 382 w 572"/>
              <a:gd name="T77" fmla="*/ 29 h 704"/>
              <a:gd name="T78" fmla="*/ 162 w 572"/>
              <a:gd name="T79" fmla="*/ 102 h 704"/>
              <a:gd name="T80" fmla="*/ 162 w 572"/>
              <a:gd name="T81" fmla="*/ 102 h 704"/>
              <a:gd name="T82" fmla="*/ 183 w 572"/>
              <a:gd name="T83" fmla="*/ 50 h 704"/>
              <a:gd name="T84" fmla="*/ 235 w 572"/>
              <a:gd name="T85" fmla="*/ 29 h 704"/>
              <a:gd name="T86" fmla="*/ 264 w 572"/>
              <a:gd name="T87" fmla="*/ 29 h 704"/>
              <a:gd name="T88" fmla="*/ 316 w 572"/>
              <a:gd name="T89" fmla="*/ 50 h 704"/>
              <a:gd name="T90" fmla="*/ 338 w 572"/>
              <a:gd name="T91" fmla="*/ 102 h 704"/>
              <a:gd name="T92" fmla="*/ 338 w 572"/>
              <a:gd name="T93" fmla="*/ 146 h 704"/>
              <a:gd name="T94" fmla="*/ 264 w 572"/>
              <a:gd name="T95" fmla="*/ 146 h 704"/>
              <a:gd name="T96" fmla="*/ 162 w 572"/>
              <a:gd name="T97" fmla="*/ 146 h 704"/>
              <a:gd name="T98" fmla="*/ 162 w 572"/>
              <a:gd name="T99" fmla="*/ 102 h 704"/>
              <a:gd name="T100" fmla="*/ 30 w 572"/>
              <a:gd name="T101" fmla="*/ 176 h 704"/>
              <a:gd name="T102" fmla="*/ 30 w 572"/>
              <a:gd name="T103" fmla="*/ 176 h 704"/>
              <a:gd name="T104" fmla="*/ 147 w 572"/>
              <a:gd name="T105" fmla="*/ 176 h 704"/>
              <a:gd name="T106" fmla="*/ 264 w 572"/>
              <a:gd name="T107" fmla="*/ 176 h 704"/>
              <a:gd name="T108" fmla="*/ 351 w 572"/>
              <a:gd name="T109" fmla="*/ 176 h 704"/>
              <a:gd name="T110" fmla="*/ 425 w 572"/>
              <a:gd name="T111" fmla="*/ 176 h 704"/>
              <a:gd name="T112" fmla="*/ 425 w 572"/>
              <a:gd name="T113" fmla="*/ 629 h 704"/>
              <a:gd name="T114" fmla="*/ 441 w 572"/>
              <a:gd name="T115" fmla="*/ 673 h 704"/>
              <a:gd name="T116" fmla="*/ 103 w 572"/>
              <a:gd name="T117" fmla="*/ 673 h 704"/>
              <a:gd name="T118" fmla="*/ 51 w 572"/>
              <a:gd name="T119" fmla="*/ 652 h 704"/>
              <a:gd name="T120" fmla="*/ 30 w 572"/>
              <a:gd name="T121" fmla="*/ 600 h 704"/>
              <a:gd name="T122" fmla="*/ 30 w 572"/>
              <a:gd name="T123" fmla="*/ 17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72" h="704">
                <a:moveTo>
                  <a:pt x="103" y="703"/>
                </a:moveTo>
                <a:lnTo>
                  <a:pt x="103" y="703"/>
                </a:lnTo>
                <a:cubicBezTo>
                  <a:pt x="498" y="703"/>
                  <a:pt x="498" y="703"/>
                  <a:pt x="498" y="703"/>
                </a:cubicBezTo>
                <a:cubicBezTo>
                  <a:pt x="538" y="703"/>
                  <a:pt x="571" y="670"/>
                  <a:pt x="571" y="629"/>
                </a:cubicBezTo>
                <a:cubicBezTo>
                  <a:pt x="571" y="161"/>
                  <a:pt x="571" y="161"/>
                  <a:pt x="571" y="161"/>
                </a:cubicBezTo>
                <a:cubicBezTo>
                  <a:pt x="571" y="157"/>
                  <a:pt x="570" y="153"/>
                  <a:pt x="567" y="150"/>
                </a:cubicBezTo>
                <a:cubicBezTo>
                  <a:pt x="564" y="147"/>
                  <a:pt x="560" y="146"/>
                  <a:pt x="557" y="146"/>
                </a:cubicBezTo>
                <a:cubicBezTo>
                  <a:pt x="483" y="146"/>
                  <a:pt x="483" y="146"/>
                  <a:pt x="483" y="146"/>
                </a:cubicBezTo>
                <a:cubicBezTo>
                  <a:pt x="483" y="102"/>
                  <a:pt x="483" y="102"/>
                  <a:pt x="483" y="102"/>
                </a:cubicBezTo>
                <a:cubicBezTo>
                  <a:pt x="483" y="74"/>
                  <a:pt x="472" y="48"/>
                  <a:pt x="453" y="29"/>
                </a:cubicBezTo>
                <a:cubicBezTo>
                  <a:pt x="435" y="11"/>
                  <a:pt x="409" y="0"/>
                  <a:pt x="382" y="0"/>
                </a:cubicBezTo>
                <a:cubicBezTo>
                  <a:pt x="351" y="0"/>
                  <a:pt x="351" y="0"/>
                  <a:pt x="351" y="0"/>
                </a:cubicBezTo>
                <a:cubicBezTo>
                  <a:pt x="336" y="0"/>
                  <a:pt x="321" y="3"/>
                  <a:pt x="307" y="10"/>
                </a:cubicBezTo>
                <a:cubicBezTo>
                  <a:pt x="295" y="3"/>
                  <a:pt x="280" y="0"/>
                  <a:pt x="264" y="0"/>
                </a:cubicBezTo>
                <a:cubicBezTo>
                  <a:pt x="235" y="0"/>
                  <a:pt x="235" y="0"/>
                  <a:pt x="235" y="0"/>
                </a:cubicBezTo>
                <a:cubicBezTo>
                  <a:pt x="178" y="0"/>
                  <a:pt x="132" y="46"/>
                  <a:pt x="132" y="102"/>
                </a:cubicBezTo>
                <a:cubicBezTo>
                  <a:pt x="132" y="146"/>
                  <a:pt x="132" y="146"/>
                  <a:pt x="132" y="146"/>
                </a:cubicBezTo>
                <a:cubicBezTo>
                  <a:pt x="15" y="146"/>
                  <a:pt x="15" y="146"/>
                  <a:pt x="15" y="146"/>
                </a:cubicBezTo>
                <a:cubicBezTo>
                  <a:pt x="11" y="146"/>
                  <a:pt x="7" y="147"/>
                  <a:pt x="4" y="150"/>
                </a:cubicBezTo>
                <a:cubicBezTo>
                  <a:pt x="1" y="153"/>
                  <a:pt x="0" y="157"/>
                  <a:pt x="0" y="161"/>
                </a:cubicBezTo>
                <a:cubicBezTo>
                  <a:pt x="0" y="600"/>
                  <a:pt x="0" y="600"/>
                  <a:pt x="0" y="600"/>
                </a:cubicBezTo>
                <a:cubicBezTo>
                  <a:pt x="0" y="656"/>
                  <a:pt x="47" y="703"/>
                  <a:pt x="103" y="703"/>
                </a:cubicBezTo>
                <a:close/>
                <a:moveTo>
                  <a:pt x="542" y="629"/>
                </a:moveTo>
                <a:lnTo>
                  <a:pt x="542" y="629"/>
                </a:lnTo>
                <a:cubicBezTo>
                  <a:pt x="542" y="654"/>
                  <a:pt x="523" y="673"/>
                  <a:pt x="498" y="673"/>
                </a:cubicBezTo>
                <a:cubicBezTo>
                  <a:pt x="474" y="673"/>
                  <a:pt x="454" y="654"/>
                  <a:pt x="454" y="629"/>
                </a:cubicBezTo>
                <a:cubicBezTo>
                  <a:pt x="454" y="176"/>
                  <a:pt x="454" y="176"/>
                  <a:pt x="454" y="176"/>
                </a:cubicBezTo>
                <a:cubicBezTo>
                  <a:pt x="542" y="176"/>
                  <a:pt x="542" y="176"/>
                  <a:pt x="542" y="176"/>
                </a:cubicBezTo>
                <a:lnTo>
                  <a:pt x="542" y="629"/>
                </a:lnTo>
                <a:close/>
                <a:moveTo>
                  <a:pt x="382" y="29"/>
                </a:moveTo>
                <a:lnTo>
                  <a:pt x="382" y="29"/>
                </a:lnTo>
                <a:cubicBezTo>
                  <a:pt x="421" y="29"/>
                  <a:pt x="454" y="62"/>
                  <a:pt x="454" y="102"/>
                </a:cubicBezTo>
                <a:cubicBezTo>
                  <a:pt x="454" y="146"/>
                  <a:pt x="454" y="146"/>
                  <a:pt x="454" y="146"/>
                </a:cubicBezTo>
                <a:cubicBezTo>
                  <a:pt x="439" y="146"/>
                  <a:pt x="439" y="146"/>
                  <a:pt x="439" y="146"/>
                </a:cubicBezTo>
                <a:cubicBezTo>
                  <a:pt x="366" y="146"/>
                  <a:pt x="366" y="146"/>
                  <a:pt x="366" y="146"/>
                </a:cubicBezTo>
                <a:cubicBezTo>
                  <a:pt x="366" y="102"/>
                  <a:pt x="366" y="102"/>
                  <a:pt x="366" y="102"/>
                </a:cubicBezTo>
                <a:cubicBezTo>
                  <a:pt x="366" y="74"/>
                  <a:pt x="355" y="50"/>
                  <a:pt x="338" y="30"/>
                </a:cubicBezTo>
                <a:cubicBezTo>
                  <a:pt x="342" y="29"/>
                  <a:pt x="347" y="29"/>
                  <a:pt x="351" y="29"/>
                </a:cubicBezTo>
                <a:lnTo>
                  <a:pt x="382" y="29"/>
                </a:lnTo>
                <a:close/>
                <a:moveTo>
                  <a:pt x="162" y="102"/>
                </a:moveTo>
                <a:lnTo>
                  <a:pt x="162" y="102"/>
                </a:lnTo>
                <a:cubicBezTo>
                  <a:pt x="162" y="81"/>
                  <a:pt x="170" y="63"/>
                  <a:pt x="183" y="50"/>
                </a:cubicBezTo>
                <a:cubicBezTo>
                  <a:pt x="196" y="37"/>
                  <a:pt x="214" y="29"/>
                  <a:pt x="235" y="29"/>
                </a:cubicBezTo>
                <a:cubicBezTo>
                  <a:pt x="264" y="29"/>
                  <a:pt x="264" y="29"/>
                  <a:pt x="264" y="29"/>
                </a:cubicBezTo>
                <a:cubicBezTo>
                  <a:pt x="284" y="29"/>
                  <a:pt x="302" y="37"/>
                  <a:pt x="316" y="50"/>
                </a:cubicBezTo>
                <a:cubicBezTo>
                  <a:pt x="329" y="63"/>
                  <a:pt x="338" y="81"/>
                  <a:pt x="338" y="102"/>
                </a:cubicBezTo>
                <a:cubicBezTo>
                  <a:pt x="338" y="146"/>
                  <a:pt x="338" y="146"/>
                  <a:pt x="338" y="146"/>
                </a:cubicBezTo>
                <a:cubicBezTo>
                  <a:pt x="264" y="146"/>
                  <a:pt x="264" y="146"/>
                  <a:pt x="264" y="146"/>
                </a:cubicBezTo>
                <a:cubicBezTo>
                  <a:pt x="162" y="146"/>
                  <a:pt x="162" y="146"/>
                  <a:pt x="162" y="146"/>
                </a:cubicBezTo>
                <a:lnTo>
                  <a:pt x="162" y="102"/>
                </a:lnTo>
                <a:close/>
                <a:moveTo>
                  <a:pt x="30" y="176"/>
                </a:moveTo>
                <a:lnTo>
                  <a:pt x="30" y="176"/>
                </a:lnTo>
                <a:cubicBezTo>
                  <a:pt x="147" y="176"/>
                  <a:pt x="147" y="176"/>
                  <a:pt x="147" y="176"/>
                </a:cubicBezTo>
                <a:cubicBezTo>
                  <a:pt x="264" y="176"/>
                  <a:pt x="264" y="176"/>
                  <a:pt x="264" y="176"/>
                </a:cubicBezTo>
                <a:cubicBezTo>
                  <a:pt x="351" y="176"/>
                  <a:pt x="351" y="176"/>
                  <a:pt x="351" y="176"/>
                </a:cubicBezTo>
                <a:cubicBezTo>
                  <a:pt x="425" y="176"/>
                  <a:pt x="425" y="176"/>
                  <a:pt x="425" y="176"/>
                </a:cubicBezTo>
                <a:cubicBezTo>
                  <a:pt x="425" y="629"/>
                  <a:pt x="425" y="629"/>
                  <a:pt x="425" y="629"/>
                </a:cubicBezTo>
                <a:cubicBezTo>
                  <a:pt x="425" y="645"/>
                  <a:pt x="431" y="661"/>
                  <a:pt x="441" y="673"/>
                </a:cubicBezTo>
                <a:cubicBezTo>
                  <a:pt x="103" y="673"/>
                  <a:pt x="103" y="673"/>
                  <a:pt x="103" y="673"/>
                </a:cubicBezTo>
                <a:cubicBezTo>
                  <a:pt x="82" y="673"/>
                  <a:pt x="64" y="665"/>
                  <a:pt x="51" y="652"/>
                </a:cubicBezTo>
                <a:cubicBezTo>
                  <a:pt x="38" y="639"/>
                  <a:pt x="30" y="621"/>
                  <a:pt x="30" y="600"/>
                </a:cubicBezTo>
                <a:lnTo>
                  <a:pt x="30" y="176"/>
                </a:lnTo>
                <a:close/>
              </a:path>
            </a:pathLst>
          </a:custGeom>
          <a:solidFill>
            <a:schemeClr val="tx2"/>
          </a:solidFill>
          <a:ln>
            <a:noFill/>
          </a:ln>
          <a:effectLst/>
        </p:spPr>
        <p:txBody>
          <a:bodyPr wrap="none" anchor="ctr"/>
          <a:lstStyle/>
          <a:p>
            <a:endParaRPr lang="da-DK"/>
          </a:p>
        </p:txBody>
      </p:sp>
      <p:grpSp>
        <p:nvGrpSpPr>
          <p:cNvPr id="172" name="Group 175">
            <a:extLst>
              <a:ext uri="{FF2B5EF4-FFF2-40B4-BE49-F238E27FC236}">
                <a16:creationId xmlns:a16="http://schemas.microsoft.com/office/drawing/2014/main" id="{79CBEF0D-EA54-0B3C-FF2F-90F79CB75883}"/>
              </a:ext>
            </a:extLst>
          </p:cNvPr>
          <p:cNvGrpSpPr/>
          <p:nvPr/>
        </p:nvGrpSpPr>
        <p:grpSpPr>
          <a:xfrm>
            <a:off x="9472736" y="2910409"/>
            <a:ext cx="252413" cy="168275"/>
            <a:chOff x="8331200" y="3271838"/>
            <a:chExt cx="252413" cy="168275"/>
          </a:xfrm>
          <a:solidFill>
            <a:schemeClr val="tx2"/>
          </a:solidFill>
        </p:grpSpPr>
        <p:sp>
          <p:nvSpPr>
            <p:cNvPr id="173" name="Freeform 139">
              <a:extLst>
                <a:ext uri="{FF2B5EF4-FFF2-40B4-BE49-F238E27FC236}">
                  <a16:creationId xmlns:a16="http://schemas.microsoft.com/office/drawing/2014/main" id="{D5AE0F96-01F1-803D-DC62-CA784E5482D4}"/>
                </a:ext>
              </a:extLst>
            </p:cNvPr>
            <p:cNvSpPr>
              <a:spLocks noChangeArrowheads="1"/>
            </p:cNvSpPr>
            <p:nvPr/>
          </p:nvSpPr>
          <p:spPr bwMode="auto">
            <a:xfrm>
              <a:off x="8331200" y="3271838"/>
              <a:ext cx="252413" cy="168275"/>
            </a:xfrm>
            <a:custGeom>
              <a:avLst/>
              <a:gdLst>
                <a:gd name="T0" fmla="*/ 43 w 703"/>
                <a:gd name="T1" fmla="*/ 468 h 469"/>
                <a:gd name="T2" fmla="*/ 43 w 703"/>
                <a:gd name="T3" fmla="*/ 468 h 469"/>
                <a:gd name="T4" fmla="*/ 571 w 703"/>
                <a:gd name="T5" fmla="*/ 468 h 469"/>
                <a:gd name="T6" fmla="*/ 615 w 703"/>
                <a:gd name="T7" fmla="*/ 424 h 469"/>
                <a:gd name="T8" fmla="*/ 615 w 703"/>
                <a:gd name="T9" fmla="*/ 380 h 469"/>
                <a:gd name="T10" fmla="*/ 658 w 703"/>
                <a:gd name="T11" fmla="*/ 380 h 469"/>
                <a:gd name="T12" fmla="*/ 702 w 703"/>
                <a:gd name="T13" fmla="*/ 336 h 469"/>
                <a:gd name="T14" fmla="*/ 702 w 703"/>
                <a:gd name="T15" fmla="*/ 43 h 469"/>
                <a:gd name="T16" fmla="*/ 658 w 703"/>
                <a:gd name="T17" fmla="*/ 0 h 469"/>
                <a:gd name="T18" fmla="*/ 131 w 703"/>
                <a:gd name="T19" fmla="*/ 0 h 469"/>
                <a:gd name="T20" fmla="*/ 87 w 703"/>
                <a:gd name="T21" fmla="*/ 43 h 469"/>
                <a:gd name="T22" fmla="*/ 87 w 703"/>
                <a:gd name="T23" fmla="*/ 87 h 469"/>
                <a:gd name="T24" fmla="*/ 43 w 703"/>
                <a:gd name="T25" fmla="*/ 87 h 469"/>
                <a:gd name="T26" fmla="*/ 0 w 703"/>
                <a:gd name="T27" fmla="*/ 131 h 469"/>
                <a:gd name="T28" fmla="*/ 0 w 703"/>
                <a:gd name="T29" fmla="*/ 424 h 469"/>
                <a:gd name="T30" fmla="*/ 43 w 703"/>
                <a:gd name="T31" fmla="*/ 468 h 469"/>
                <a:gd name="T32" fmla="*/ 116 w 703"/>
                <a:gd name="T33" fmla="*/ 43 h 469"/>
                <a:gd name="T34" fmla="*/ 116 w 703"/>
                <a:gd name="T35" fmla="*/ 43 h 469"/>
                <a:gd name="T36" fmla="*/ 131 w 703"/>
                <a:gd name="T37" fmla="*/ 28 h 469"/>
                <a:gd name="T38" fmla="*/ 658 w 703"/>
                <a:gd name="T39" fmla="*/ 28 h 469"/>
                <a:gd name="T40" fmla="*/ 672 w 703"/>
                <a:gd name="T41" fmla="*/ 43 h 469"/>
                <a:gd name="T42" fmla="*/ 672 w 703"/>
                <a:gd name="T43" fmla="*/ 336 h 469"/>
                <a:gd name="T44" fmla="*/ 658 w 703"/>
                <a:gd name="T45" fmla="*/ 351 h 469"/>
                <a:gd name="T46" fmla="*/ 615 w 703"/>
                <a:gd name="T47" fmla="*/ 351 h 469"/>
                <a:gd name="T48" fmla="*/ 615 w 703"/>
                <a:gd name="T49" fmla="*/ 131 h 469"/>
                <a:gd name="T50" fmla="*/ 571 w 703"/>
                <a:gd name="T51" fmla="*/ 87 h 469"/>
                <a:gd name="T52" fmla="*/ 116 w 703"/>
                <a:gd name="T53" fmla="*/ 87 h 469"/>
                <a:gd name="T54" fmla="*/ 116 w 703"/>
                <a:gd name="T55" fmla="*/ 43 h 469"/>
                <a:gd name="T56" fmla="*/ 28 w 703"/>
                <a:gd name="T57" fmla="*/ 131 h 469"/>
                <a:gd name="T58" fmla="*/ 28 w 703"/>
                <a:gd name="T59" fmla="*/ 131 h 469"/>
                <a:gd name="T60" fmla="*/ 43 w 703"/>
                <a:gd name="T61" fmla="*/ 116 h 469"/>
                <a:gd name="T62" fmla="*/ 571 w 703"/>
                <a:gd name="T63" fmla="*/ 116 h 469"/>
                <a:gd name="T64" fmla="*/ 584 w 703"/>
                <a:gd name="T65" fmla="*/ 131 h 469"/>
                <a:gd name="T66" fmla="*/ 584 w 703"/>
                <a:gd name="T67" fmla="*/ 424 h 469"/>
                <a:gd name="T68" fmla="*/ 571 w 703"/>
                <a:gd name="T69" fmla="*/ 439 h 469"/>
                <a:gd name="T70" fmla="*/ 43 w 703"/>
                <a:gd name="T71" fmla="*/ 439 h 469"/>
                <a:gd name="T72" fmla="*/ 28 w 703"/>
                <a:gd name="T73" fmla="*/ 424 h 469"/>
                <a:gd name="T74" fmla="*/ 28 w 703"/>
                <a:gd name="T75" fmla="*/ 131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469">
                  <a:moveTo>
                    <a:pt x="43" y="468"/>
                  </a:moveTo>
                  <a:lnTo>
                    <a:pt x="43" y="468"/>
                  </a:lnTo>
                  <a:cubicBezTo>
                    <a:pt x="571" y="468"/>
                    <a:pt x="571" y="468"/>
                    <a:pt x="571" y="468"/>
                  </a:cubicBezTo>
                  <a:cubicBezTo>
                    <a:pt x="594" y="468"/>
                    <a:pt x="615" y="448"/>
                    <a:pt x="615" y="424"/>
                  </a:cubicBezTo>
                  <a:cubicBezTo>
                    <a:pt x="615" y="380"/>
                    <a:pt x="615" y="380"/>
                    <a:pt x="615" y="380"/>
                  </a:cubicBezTo>
                  <a:cubicBezTo>
                    <a:pt x="658" y="380"/>
                    <a:pt x="658" y="380"/>
                    <a:pt x="658" y="380"/>
                  </a:cubicBezTo>
                  <a:cubicBezTo>
                    <a:pt x="682" y="380"/>
                    <a:pt x="702" y="361"/>
                    <a:pt x="702" y="336"/>
                  </a:cubicBezTo>
                  <a:cubicBezTo>
                    <a:pt x="702" y="43"/>
                    <a:pt x="702" y="43"/>
                    <a:pt x="702" y="43"/>
                  </a:cubicBezTo>
                  <a:cubicBezTo>
                    <a:pt x="702" y="19"/>
                    <a:pt x="682" y="0"/>
                    <a:pt x="658" y="0"/>
                  </a:cubicBezTo>
                  <a:cubicBezTo>
                    <a:pt x="131" y="0"/>
                    <a:pt x="131" y="0"/>
                    <a:pt x="131" y="0"/>
                  </a:cubicBezTo>
                  <a:cubicBezTo>
                    <a:pt x="107" y="0"/>
                    <a:pt x="87" y="19"/>
                    <a:pt x="87" y="43"/>
                  </a:cubicBezTo>
                  <a:cubicBezTo>
                    <a:pt x="87" y="87"/>
                    <a:pt x="87" y="87"/>
                    <a:pt x="87" y="87"/>
                  </a:cubicBezTo>
                  <a:cubicBezTo>
                    <a:pt x="43" y="87"/>
                    <a:pt x="43" y="87"/>
                    <a:pt x="43" y="87"/>
                  </a:cubicBezTo>
                  <a:cubicBezTo>
                    <a:pt x="19" y="87"/>
                    <a:pt x="0" y="107"/>
                    <a:pt x="0" y="131"/>
                  </a:cubicBezTo>
                  <a:cubicBezTo>
                    <a:pt x="0" y="424"/>
                    <a:pt x="0" y="424"/>
                    <a:pt x="0" y="424"/>
                  </a:cubicBezTo>
                  <a:cubicBezTo>
                    <a:pt x="0" y="448"/>
                    <a:pt x="19" y="468"/>
                    <a:pt x="43" y="468"/>
                  </a:cubicBezTo>
                  <a:close/>
                  <a:moveTo>
                    <a:pt x="116" y="43"/>
                  </a:moveTo>
                  <a:lnTo>
                    <a:pt x="116" y="43"/>
                  </a:lnTo>
                  <a:cubicBezTo>
                    <a:pt x="116" y="35"/>
                    <a:pt x="123" y="28"/>
                    <a:pt x="131" y="28"/>
                  </a:cubicBezTo>
                  <a:cubicBezTo>
                    <a:pt x="658" y="28"/>
                    <a:pt x="658" y="28"/>
                    <a:pt x="658" y="28"/>
                  </a:cubicBezTo>
                  <a:cubicBezTo>
                    <a:pt x="667" y="28"/>
                    <a:pt x="672" y="35"/>
                    <a:pt x="672" y="43"/>
                  </a:cubicBezTo>
                  <a:cubicBezTo>
                    <a:pt x="672" y="336"/>
                    <a:pt x="672" y="336"/>
                    <a:pt x="672" y="336"/>
                  </a:cubicBezTo>
                  <a:cubicBezTo>
                    <a:pt x="672" y="344"/>
                    <a:pt x="667" y="351"/>
                    <a:pt x="658" y="351"/>
                  </a:cubicBezTo>
                  <a:cubicBezTo>
                    <a:pt x="615" y="351"/>
                    <a:pt x="615" y="351"/>
                    <a:pt x="615" y="351"/>
                  </a:cubicBezTo>
                  <a:cubicBezTo>
                    <a:pt x="615" y="131"/>
                    <a:pt x="615" y="131"/>
                    <a:pt x="615" y="131"/>
                  </a:cubicBezTo>
                  <a:cubicBezTo>
                    <a:pt x="615" y="107"/>
                    <a:pt x="594" y="87"/>
                    <a:pt x="571" y="87"/>
                  </a:cubicBezTo>
                  <a:cubicBezTo>
                    <a:pt x="116" y="87"/>
                    <a:pt x="116" y="87"/>
                    <a:pt x="116" y="87"/>
                  </a:cubicBezTo>
                  <a:lnTo>
                    <a:pt x="116" y="43"/>
                  </a:lnTo>
                  <a:close/>
                  <a:moveTo>
                    <a:pt x="28" y="131"/>
                  </a:moveTo>
                  <a:lnTo>
                    <a:pt x="28" y="131"/>
                  </a:lnTo>
                  <a:cubicBezTo>
                    <a:pt x="28" y="123"/>
                    <a:pt x="35" y="116"/>
                    <a:pt x="43" y="116"/>
                  </a:cubicBezTo>
                  <a:cubicBezTo>
                    <a:pt x="571" y="116"/>
                    <a:pt x="571" y="116"/>
                    <a:pt x="571" y="116"/>
                  </a:cubicBezTo>
                  <a:cubicBezTo>
                    <a:pt x="579" y="116"/>
                    <a:pt x="584" y="123"/>
                    <a:pt x="584" y="131"/>
                  </a:cubicBezTo>
                  <a:cubicBezTo>
                    <a:pt x="584" y="424"/>
                    <a:pt x="584" y="424"/>
                    <a:pt x="584" y="424"/>
                  </a:cubicBezTo>
                  <a:cubicBezTo>
                    <a:pt x="584" y="432"/>
                    <a:pt x="579" y="439"/>
                    <a:pt x="571" y="439"/>
                  </a:cubicBezTo>
                  <a:cubicBezTo>
                    <a:pt x="43" y="439"/>
                    <a:pt x="43" y="439"/>
                    <a:pt x="43" y="439"/>
                  </a:cubicBezTo>
                  <a:cubicBezTo>
                    <a:pt x="35" y="439"/>
                    <a:pt x="28" y="432"/>
                    <a:pt x="28" y="424"/>
                  </a:cubicBezTo>
                  <a:lnTo>
                    <a:pt x="28"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0">
              <a:extLst>
                <a:ext uri="{FF2B5EF4-FFF2-40B4-BE49-F238E27FC236}">
                  <a16:creationId xmlns:a16="http://schemas.microsoft.com/office/drawing/2014/main" id="{96E3FB63-AC4A-6AA3-9224-11A590079C24}"/>
                </a:ext>
              </a:extLst>
            </p:cNvPr>
            <p:cNvSpPr>
              <a:spLocks noChangeArrowheads="1"/>
            </p:cNvSpPr>
            <p:nvPr/>
          </p:nvSpPr>
          <p:spPr bwMode="auto">
            <a:xfrm>
              <a:off x="8405813" y="3335338"/>
              <a:ext cx="74612" cy="74612"/>
            </a:xfrm>
            <a:custGeom>
              <a:avLst/>
              <a:gdLst>
                <a:gd name="T0" fmla="*/ 103 w 206"/>
                <a:gd name="T1" fmla="*/ 205 h 206"/>
                <a:gd name="T2" fmla="*/ 103 w 206"/>
                <a:gd name="T3" fmla="*/ 205 h 206"/>
                <a:gd name="T4" fmla="*/ 205 w 206"/>
                <a:gd name="T5" fmla="*/ 103 h 206"/>
                <a:gd name="T6" fmla="*/ 103 w 206"/>
                <a:gd name="T7" fmla="*/ 0 h 206"/>
                <a:gd name="T8" fmla="*/ 0 w 206"/>
                <a:gd name="T9" fmla="*/ 103 h 206"/>
                <a:gd name="T10" fmla="*/ 103 w 206"/>
                <a:gd name="T11" fmla="*/ 205 h 206"/>
                <a:gd name="T12" fmla="*/ 51 w 206"/>
                <a:gd name="T13" fmla="*/ 51 h 206"/>
                <a:gd name="T14" fmla="*/ 51 w 206"/>
                <a:gd name="T15" fmla="*/ 51 h 206"/>
                <a:gd name="T16" fmla="*/ 103 w 206"/>
                <a:gd name="T17" fmla="*/ 29 h 206"/>
                <a:gd name="T18" fmla="*/ 154 w 206"/>
                <a:gd name="T19" fmla="*/ 51 h 206"/>
                <a:gd name="T20" fmla="*/ 176 w 206"/>
                <a:gd name="T21" fmla="*/ 103 h 206"/>
                <a:gd name="T22" fmla="*/ 154 w 206"/>
                <a:gd name="T23" fmla="*/ 154 h 206"/>
                <a:gd name="T24" fmla="*/ 103 w 206"/>
                <a:gd name="T25" fmla="*/ 176 h 206"/>
                <a:gd name="T26" fmla="*/ 51 w 206"/>
                <a:gd name="T27" fmla="*/ 154 h 206"/>
                <a:gd name="T28" fmla="*/ 29 w 206"/>
                <a:gd name="T29" fmla="*/ 103 h 206"/>
                <a:gd name="T30" fmla="*/ 51 w 206"/>
                <a:gd name="T31" fmla="*/ 51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6">
                  <a:moveTo>
                    <a:pt x="103" y="205"/>
                  </a:moveTo>
                  <a:lnTo>
                    <a:pt x="103" y="205"/>
                  </a:lnTo>
                  <a:cubicBezTo>
                    <a:pt x="159" y="205"/>
                    <a:pt x="205" y="159"/>
                    <a:pt x="205" y="103"/>
                  </a:cubicBezTo>
                  <a:cubicBezTo>
                    <a:pt x="205" y="46"/>
                    <a:pt x="159" y="0"/>
                    <a:pt x="103" y="0"/>
                  </a:cubicBezTo>
                  <a:cubicBezTo>
                    <a:pt x="45" y="0"/>
                    <a:pt x="0" y="46"/>
                    <a:pt x="0" y="103"/>
                  </a:cubicBezTo>
                  <a:cubicBezTo>
                    <a:pt x="0" y="159"/>
                    <a:pt x="45" y="205"/>
                    <a:pt x="103" y="205"/>
                  </a:cubicBezTo>
                  <a:close/>
                  <a:moveTo>
                    <a:pt x="51" y="51"/>
                  </a:moveTo>
                  <a:lnTo>
                    <a:pt x="51" y="51"/>
                  </a:lnTo>
                  <a:cubicBezTo>
                    <a:pt x="65" y="37"/>
                    <a:pt x="82" y="29"/>
                    <a:pt x="103" y="29"/>
                  </a:cubicBezTo>
                  <a:cubicBezTo>
                    <a:pt x="122" y="29"/>
                    <a:pt x="141" y="37"/>
                    <a:pt x="154" y="51"/>
                  </a:cubicBezTo>
                  <a:cubicBezTo>
                    <a:pt x="168" y="65"/>
                    <a:pt x="176" y="83"/>
                    <a:pt x="176" y="103"/>
                  </a:cubicBezTo>
                  <a:cubicBezTo>
                    <a:pt x="176" y="122"/>
                    <a:pt x="168" y="142"/>
                    <a:pt x="154" y="154"/>
                  </a:cubicBezTo>
                  <a:cubicBezTo>
                    <a:pt x="141" y="168"/>
                    <a:pt x="122" y="176"/>
                    <a:pt x="103" y="176"/>
                  </a:cubicBezTo>
                  <a:cubicBezTo>
                    <a:pt x="82" y="176"/>
                    <a:pt x="65" y="168"/>
                    <a:pt x="51" y="154"/>
                  </a:cubicBezTo>
                  <a:cubicBezTo>
                    <a:pt x="37" y="142"/>
                    <a:pt x="29" y="122"/>
                    <a:pt x="29" y="103"/>
                  </a:cubicBezTo>
                  <a:cubicBezTo>
                    <a:pt x="29" y="83"/>
                    <a:pt x="37" y="65"/>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5" name="Group 178">
            <a:extLst>
              <a:ext uri="{FF2B5EF4-FFF2-40B4-BE49-F238E27FC236}">
                <a16:creationId xmlns:a16="http://schemas.microsoft.com/office/drawing/2014/main" id="{EADF38F3-AF0C-2D92-C964-5EA5113E5A07}"/>
              </a:ext>
            </a:extLst>
          </p:cNvPr>
          <p:cNvGrpSpPr/>
          <p:nvPr/>
        </p:nvGrpSpPr>
        <p:grpSpPr>
          <a:xfrm>
            <a:off x="11028486" y="2419151"/>
            <a:ext cx="190500" cy="254000"/>
            <a:chOff x="9886950" y="2720975"/>
            <a:chExt cx="190500" cy="254000"/>
          </a:xfrm>
          <a:solidFill>
            <a:schemeClr val="tx2"/>
          </a:solidFill>
        </p:grpSpPr>
        <p:sp>
          <p:nvSpPr>
            <p:cNvPr id="176" name="Freeform 141">
              <a:extLst>
                <a:ext uri="{FF2B5EF4-FFF2-40B4-BE49-F238E27FC236}">
                  <a16:creationId xmlns:a16="http://schemas.microsoft.com/office/drawing/2014/main" id="{DCA30352-497E-2CE5-8254-54FC812352B0}"/>
                </a:ext>
              </a:extLst>
            </p:cNvPr>
            <p:cNvSpPr>
              <a:spLocks noChangeArrowheads="1"/>
            </p:cNvSpPr>
            <p:nvPr/>
          </p:nvSpPr>
          <p:spPr bwMode="auto">
            <a:xfrm>
              <a:off x="9886950" y="2720975"/>
              <a:ext cx="190500" cy="254000"/>
            </a:xfrm>
            <a:custGeom>
              <a:avLst/>
              <a:gdLst>
                <a:gd name="T0" fmla="*/ 161 w 528"/>
                <a:gd name="T1" fmla="*/ 0 h 704"/>
                <a:gd name="T2" fmla="*/ 161 w 528"/>
                <a:gd name="T3" fmla="*/ 0 h 704"/>
                <a:gd name="T4" fmla="*/ 157 w 528"/>
                <a:gd name="T5" fmla="*/ 0 h 704"/>
                <a:gd name="T6" fmla="*/ 155 w 528"/>
                <a:gd name="T7" fmla="*/ 1 h 704"/>
                <a:gd name="T8" fmla="*/ 151 w 528"/>
                <a:gd name="T9" fmla="*/ 4 h 704"/>
                <a:gd name="T10" fmla="*/ 4 w 528"/>
                <a:gd name="T11" fmla="*/ 150 h 704"/>
                <a:gd name="T12" fmla="*/ 1 w 528"/>
                <a:gd name="T13" fmla="*/ 154 h 704"/>
                <a:gd name="T14" fmla="*/ 1 w 528"/>
                <a:gd name="T15" fmla="*/ 155 h 704"/>
                <a:gd name="T16" fmla="*/ 0 w 528"/>
                <a:gd name="T17" fmla="*/ 159 h 704"/>
                <a:gd name="T18" fmla="*/ 0 w 528"/>
                <a:gd name="T19" fmla="*/ 161 h 704"/>
                <a:gd name="T20" fmla="*/ 0 w 528"/>
                <a:gd name="T21" fmla="*/ 659 h 704"/>
                <a:gd name="T22" fmla="*/ 44 w 528"/>
                <a:gd name="T23" fmla="*/ 703 h 704"/>
                <a:gd name="T24" fmla="*/ 483 w 528"/>
                <a:gd name="T25" fmla="*/ 703 h 704"/>
                <a:gd name="T26" fmla="*/ 527 w 528"/>
                <a:gd name="T27" fmla="*/ 659 h 704"/>
                <a:gd name="T28" fmla="*/ 527 w 528"/>
                <a:gd name="T29" fmla="*/ 44 h 704"/>
                <a:gd name="T30" fmla="*/ 483 w 528"/>
                <a:gd name="T31" fmla="*/ 0 h 704"/>
                <a:gd name="T32" fmla="*/ 162 w 528"/>
                <a:gd name="T33" fmla="*/ 0 h 704"/>
                <a:gd name="T34" fmla="*/ 161 w 528"/>
                <a:gd name="T35" fmla="*/ 0 h 704"/>
                <a:gd name="T36" fmla="*/ 147 w 528"/>
                <a:gd name="T37" fmla="*/ 49 h 704"/>
                <a:gd name="T38" fmla="*/ 147 w 528"/>
                <a:gd name="T39" fmla="*/ 49 h 704"/>
                <a:gd name="T40" fmla="*/ 147 w 528"/>
                <a:gd name="T41" fmla="*/ 132 h 704"/>
                <a:gd name="T42" fmla="*/ 132 w 528"/>
                <a:gd name="T43" fmla="*/ 146 h 704"/>
                <a:gd name="T44" fmla="*/ 51 w 528"/>
                <a:gd name="T45" fmla="*/ 146 h 704"/>
                <a:gd name="T46" fmla="*/ 125 w 528"/>
                <a:gd name="T47" fmla="*/ 71 h 704"/>
                <a:gd name="T48" fmla="*/ 147 w 528"/>
                <a:gd name="T49" fmla="*/ 49 h 704"/>
                <a:gd name="T50" fmla="*/ 498 w 528"/>
                <a:gd name="T51" fmla="*/ 44 h 704"/>
                <a:gd name="T52" fmla="*/ 498 w 528"/>
                <a:gd name="T53" fmla="*/ 44 h 704"/>
                <a:gd name="T54" fmla="*/ 498 w 528"/>
                <a:gd name="T55" fmla="*/ 659 h 704"/>
                <a:gd name="T56" fmla="*/ 483 w 528"/>
                <a:gd name="T57" fmla="*/ 673 h 704"/>
                <a:gd name="T58" fmla="*/ 44 w 528"/>
                <a:gd name="T59" fmla="*/ 673 h 704"/>
                <a:gd name="T60" fmla="*/ 30 w 528"/>
                <a:gd name="T61" fmla="*/ 659 h 704"/>
                <a:gd name="T62" fmla="*/ 30 w 528"/>
                <a:gd name="T63" fmla="*/ 176 h 704"/>
                <a:gd name="T64" fmla="*/ 132 w 528"/>
                <a:gd name="T65" fmla="*/ 176 h 704"/>
                <a:gd name="T66" fmla="*/ 176 w 528"/>
                <a:gd name="T67" fmla="*/ 132 h 704"/>
                <a:gd name="T68" fmla="*/ 176 w 528"/>
                <a:gd name="T69" fmla="*/ 29 h 704"/>
                <a:gd name="T70" fmla="*/ 483 w 528"/>
                <a:gd name="T71" fmla="*/ 29 h 704"/>
                <a:gd name="T72" fmla="*/ 498 w 528"/>
                <a:gd name="T73"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28" h="704">
                  <a:moveTo>
                    <a:pt x="161" y="0"/>
                  </a:moveTo>
                  <a:lnTo>
                    <a:pt x="161" y="0"/>
                  </a:lnTo>
                  <a:cubicBezTo>
                    <a:pt x="159" y="0"/>
                    <a:pt x="158" y="0"/>
                    <a:pt x="157" y="0"/>
                  </a:cubicBezTo>
                  <a:cubicBezTo>
                    <a:pt x="157" y="0"/>
                    <a:pt x="157" y="0"/>
                    <a:pt x="155" y="1"/>
                  </a:cubicBezTo>
                  <a:cubicBezTo>
                    <a:pt x="154" y="1"/>
                    <a:pt x="152" y="3"/>
                    <a:pt x="151" y="4"/>
                  </a:cubicBezTo>
                  <a:cubicBezTo>
                    <a:pt x="4" y="150"/>
                    <a:pt x="4" y="150"/>
                    <a:pt x="4" y="150"/>
                  </a:cubicBezTo>
                  <a:cubicBezTo>
                    <a:pt x="4" y="151"/>
                    <a:pt x="3" y="152"/>
                    <a:pt x="1" y="154"/>
                  </a:cubicBezTo>
                  <a:cubicBezTo>
                    <a:pt x="1" y="155"/>
                    <a:pt x="1" y="155"/>
                    <a:pt x="1" y="155"/>
                  </a:cubicBezTo>
                  <a:cubicBezTo>
                    <a:pt x="1" y="157"/>
                    <a:pt x="1" y="158"/>
                    <a:pt x="0" y="159"/>
                  </a:cubicBezTo>
                  <a:lnTo>
                    <a:pt x="0" y="161"/>
                  </a:lnTo>
                  <a:cubicBezTo>
                    <a:pt x="0" y="659"/>
                    <a:pt x="0" y="659"/>
                    <a:pt x="0" y="659"/>
                  </a:cubicBezTo>
                  <a:cubicBezTo>
                    <a:pt x="0" y="682"/>
                    <a:pt x="21" y="703"/>
                    <a:pt x="44" y="703"/>
                  </a:cubicBezTo>
                  <a:cubicBezTo>
                    <a:pt x="483" y="703"/>
                    <a:pt x="483" y="703"/>
                    <a:pt x="483" y="703"/>
                  </a:cubicBezTo>
                  <a:cubicBezTo>
                    <a:pt x="508" y="703"/>
                    <a:pt x="527" y="682"/>
                    <a:pt x="527" y="659"/>
                  </a:cubicBezTo>
                  <a:cubicBezTo>
                    <a:pt x="527" y="44"/>
                    <a:pt x="527" y="44"/>
                    <a:pt x="527" y="44"/>
                  </a:cubicBezTo>
                  <a:cubicBezTo>
                    <a:pt x="527" y="19"/>
                    <a:pt x="508" y="0"/>
                    <a:pt x="483" y="0"/>
                  </a:cubicBezTo>
                  <a:cubicBezTo>
                    <a:pt x="162" y="0"/>
                    <a:pt x="162" y="0"/>
                    <a:pt x="162" y="0"/>
                  </a:cubicBezTo>
                  <a:cubicBezTo>
                    <a:pt x="161" y="0"/>
                    <a:pt x="161" y="0"/>
                    <a:pt x="161" y="0"/>
                  </a:cubicBezTo>
                  <a:close/>
                  <a:moveTo>
                    <a:pt x="147" y="49"/>
                  </a:moveTo>
                  <a:lnTo>
                    <a:pt x="147" y="49"/>
                  </a:lnTo>
                  <a:cubicBezTo>
                    <a:pt x="147" y="132"/>
                    <a:pt x="147" y="132"/>
                    <a:pt x="147" y="132"/>
                  </a:cubicBezTo>
                  <a:cubicBezTo>
                    <a:pt x="147" y="139"/>
                    <a:pt x="140" y="146"/>
                    <a:pt x="132" y="146"/>
                  </a:cubicBezTo>
                  <a:cubicBezTo>
                    <a:pt x="51" y="146"/>
                    <a:pt x="51" y="146"/>
                    <a:pt x="51" y="146"/>
                  </a:cubicBezTo>
                  <a:cubicBezTo>
                    <a:pt x="125" y="71"/>
                    <a:pt x="125" y="71"/>
                    <a:pt x="125" y="71"/>
                  </a:cubicBezTo>
                  <a:lnTo>
                    <a:pt x="147" y="49"/>
                  </a:lnTo>
                  <a:close/>
                  <a:moveTo>
                    <a:pt x="498" y="44"/>
                  </a:moveTo>
                  <a:lnTo>
                    <a:pt x="498" y="44"/>
                  </a:lnTo>
                  <a:cubicBezTo>
                    <a:pt x="498" y="659"/>
                    <a:pt x="498" y="659"/>
                    <a:pt x="498" y="659"/>
                  </a:cubicBezTo>
                  <a:cubicBezTo>
                    <a:pt x="498" y="666"/>
                    <a:pt x="491" y="673"/>
                    <a:pt x="483" y="673"/>
                  </a:cubicBezTo>
                  <a:cubicBezTo>
                    <a:pt x="44" y="673"/>
                    <a:pt x="44" y="673"/>
                    <a:pt x="44" y="673"/>
                  </a:cubicBezTo>
                  <a:cubicBezTo>
                    <a:pt x="36" y="673"/>
                    <a:pt x="30" y="666"/>
                    <a:pt x="30" y="659"/>
                  </a:cubicBezTo>
                  <a:cubicBezTo>
                    <a:pt x="30" y="176"/>
                    <a:pt x="30" y="176"/>
                    <a:pt x="30" y="176"/>
                  </a:cubicBezTo>
                  <a:cubicBezTo>
                    <a:pt x="132" y="176"/>
                    <a:pt x="132" y="176"/>
                    <a:pt x="132" y="176"/>
                  </a:cubicBezTo>
                  <a:cubicBezTo>
                    <a:pt x="157" y="176"/>
                    <a:pt x="176" y="155"/>
                    <a:pt x="176" y="132"/>
                  </a:cubicBezTo>
                  <a:cubicBezTo>
                    <a:pt x="176" y="29"/>
                    <a:pt x="176" y="29"/>
                    <a:pt x="176" y="29"/>
                  </a:cubicBezTo>
                  <a:cubicBezTo>
                    <a:pt x="483" y="29"/>
                    <a:pt x="483" y="29"/>
                    <a:pt x="483" y="29"/>
                  </a:cubicBezTo>
                  <a:cubicBezTo>
                    <a:pt x="491" y="29"/>
                    <a:pt x="498" y="36"/>
                    <a:pt x="498" y="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9C7DFABB-ABCC-3F35-38A0-439472176F2A}"/>
                </a:ext>
              </a:extLst>
            </p:cNvPr>
            <p:cNvSpPr>
              <a:spLocks noChangeArrowheads="1"/>
            </p:cNvSpPr>
            <p:nvPr/>
          </p:nvSpPr>
          <p:spPr bwMode="auto">
            <a:xfrm>
              <a:off x="9939338" y="2847975"/>
              <a:ext cx="95250" cy="11113"/>
            </a:xfrm>
            <a:custGeom>
              <a:avLst/>
              <a:gdLst>
                <a:gd name="T0" fmla="*/ 15 w 264"/>
                <a:gd name="T1" fmla="*/ 0 h 30"/>
                <a:gd name="T2" fmla="*/ 15 w 264"/>
                <a:gd name="T3" fmla="*/ 0 h 30"/>
                <a:gd name="T4" fmla="*/ 0 w 264"/>
                <a:gd name="T5" fmla="*/ 14 h 30"/>
                <a:gd name="T6" fmla="*/ 15 w 264"/>
                <a:gd name="T7" fmla="*/ 29 h 30"/>
                <a:gd name="T8" fmla="*/ 248 w 264"/>
                <a:gd name="T9" fmla="*/ 29 h 30"/>
                <a:gd name="T10" fmla="*/ 263 w 264"/>
                <a:gd name="T11" fmla="*/ 14 h 30"/>
                <a:gd name="T12" fmla="*/ 248 w 264"/>
                <a:gd name="T13" fmla="*/ 0 h 30"/>
                <a:gd name="T14" fmla="*/ 15 w 264"/>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0">
                  <a:moveTo>
                    <a:pt x="15" y="0"/>
                  </a:moveTo>
                  <a:lnTo>
                    <a:pt x="15" y="0"/>
                  </a:lnTo>
                  <a:cubicBezTo>
                    <a:pt x="7" y="0"/>
                    <a:pt x="0" y="6"/>
                    <a:pt x="0" y="14"/>
                  </a:cubicBezTo>
                  <a:cubicBezTo>
                    <a:pt x="0" y="22"/>
                    <a:pt x="7" y="29"/>
                    <a:pt x="15" y="29"/>
                  </a:cubicBezTo>
                  <a:cubicBezTo>
                    <a:pt x="248" y="29"/>
                    <a:pt x="248" y="29"/>
                    <a:pt x="248" y="29"/>
                  </a:cubicBezTo>
                  <a:cubicBezTo>
                    <a:pt x="257" y="29"/>
                    <a:pt x="263" y="22"/>
                    <a:pt x="263" y="14"/>
                  </a:cubicBezTo>
                  <a:cubicBezTo>
                    <a:pt x="263" y="6"/>
                    <a:pt x="257" y="0"/>
                    <a:pt x="248"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CD4E98EB-656D-540D-0746-27C82B3EB943}"/>
                </a:ext>
              </a:extLst>
            </p:cNvPr>
            <p:cNvSpPr>
              <a:spLocks noChangeArrowheads="1"/>
            </p:cNvSpPr>
            <p:nvPr/>
          </p:nvSpPr>
          <p:spPr bwMode="auto">
            <a:xfrm>
              <a:off x="9939338" y="2900363"/>
              <a:ext cx="95250" cy="11112"/>
            </a:xfrm>
            <a:custGeom>
              <a:avLst/>
              <a:gdLst>
                <a:gd name="T0" fmla="*/ 248 w 264"/>
                <a:gd name="T1" fmla="*/ 0 h 31"/>
                <a:gd name="T2" fmla="*/ 248 w 264"/>
                <a:gd name="T3" fmla="*/ 0 h 31"/>
                <a:gd name="T4" fmla="*/ 15 w 264"/>
                <a:gd name="T5" fmla="*/ 0 h 31"/>
                <a:gd name="T6" fmla="*/ 0 w 264"/>
                <a:gd name="T7" fmla="*/ 15 h 31"/>
                <a:gd name="T8" fmla="*/ 15 w 264"/>
                <a:gd name="T9" fmla="*/ 30 h 31"/>
                <a:gd name="T10" fmla="*/ 248 w 264"/>
                <a:gd name="T11" fmla="*/ 30 h 31"/>
                <a:gd name="T12" fmla="*/ 263 w 264"/>
                <a:gd name="T13" fmla="*/ 15 h 31"/>
                <a:gd name="T14" fmla="*/ 248 w 26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1">
                  <a:moveTo>
                    <a:pt x="248" y="0"/>
                  </a:moveTo>
                  <a:lnTo>
                    <a:pt x="248" y="0"/>
                  </a:lnTo>
                  <a:cubicBezTo>
                    <a:pt x="15" y="0"/>
                    <a:pt x="15" y="0"/>
                    <a:pt x="15" y="0"/>
                  </a:cubicBezTo>
                  <a:cubicBezTo>
                    <a:pt x="7" y="0"/>
                    <a:pt x="0" y="7"/>
                    <a:pt x="0" y="15"/>
                  </a:cubicBezTo>
                  <a:cubicBezTo>
                    <a:pt x="0" y="23"/>
                    <a:pt x="7" y="30"/>
                    <a:pt x="15" y="30"/>
                  </a:cubicBezTo>
                  <a:cubicBezTo>
                    <a:pt x="248" y="30"/>
                    <a:pt x="248" y="30"/>
                    <a:pt x="248" y="30"/>
                  </a:cubicBezTo>
                  <a:cubicBezTo>
                    <a:pt x="257" y="30"/>
                    <a:pt x="263" y="23"/>
                    <a:pt x="263" y="15"/>
                  </a:cubicBezTo>
                  <a:cubicBezTo>
                    <a:pt x="263" y="7"/>
                    <a:pt x="257" y="0"/>
                    <a:pt x="2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9" name="Freeform 144">
            <a:extLst>
              <a:ext uri="{FF2B5EF4-FFF2-40B4-BE49-F238E27FC236}">
                <a16:creationId xmlns:a16="http://schemas.microsoft.com/office/drawing/2014/main" id="{1D2B6435-3E48-F534-9D85-F305CD362D49}"/>
              </a:ext>
            </a:extLst>
          </p:cNvPr>
          <p:cNvSpPr>
            <a:spLocks noChangeArrowheads="1"/>
          </p:cNvSpPr>
          <p:nvPr/>
        </p:nvSpPr>
        <p:spPr bwMode="auto">
          <a:xfrm>
            <a:off x="10510961" y="2421532"/>
            <a:ext cx="220663" cy="249238"/>
          </a:xfrm>
          <a:custGeom>
            <a:avLst/>
            <a:gdLst>
              <a:gd name="T0" fmla="*/ 207 w 615"/>
              <a:gd name="T1" fmla="*/ 679 h 691"/>
              <a:gd name="T2" fmla="*/ 207 w 615"/>
              <a:gd name="T3" fmla="*/ 679 h 691"/>
              <a:gd name="T4" fmla="*/ 227 w 615"/>
              <a:gd name="T5" fmla="*/ 687 h 691"/>
              <a:gd name="T6" fmla="*/ 235 w 615"/>
              <a:gd name="T7" fmla="*/ 668 h 691"/>
              <a:gd name="T8" fmla="*/ 148 w 615"/>
              <a:gd name="T9" fmla="*/ 445 h 691"/>
              <a:gd name="T10" fmla="*/ 240 w 615"/>
              <a:gd name="T11" fmla="*/ 384 h 691"/>
              <a:gd name="T12" fmla="*/ 434 w 615"/>
              <a:gd name="T13" fmla="*/ 364 h 691"/>
              <a:gd name="T14" fmla="*/ 531 w 615"/>
              <a:gd name="T15" fmla="*/ 340 h 691"/>
              <a:gd name="T16" fmla="*/ 611 w 615"/>
              <a:gd name="T17" fmla="*/ 276 h 691"/>
              <a:gd name="T18" fmla="*/ 612 w 615"/>
              <a:gd name="T19" fmla="*/ 262 h 691"/>
              <a:gd name="T20" fmla="*/ 514 w 615"/>
              <a:gd name="T21" fmla="*/ 9 h 691"/>
              <a:gd name="T22" fmla="*/ 503 w 615"/>
              <a:gd name="T23" fmla="*/ 1 h 691"/>
              <a:gd name="T24" fmla="*/ 489 w 615"/>
              <a:gd name="T25" fmla="*/ 7 h 691"/>
              <a:gd name="T26" fmla="*/ 394 w 615"/>
              <a:gd name="T27" fmla="*/ 74 h 691"/>
              <a:gd name="T28" fmla="*/ 206 w 615"/>
              <a:gd name="T29" fmla="*/ 104 h 691"/>
              <a:gd name="T30" fmla="*/ 111 w 615"/>
              <a:gd name="T31" fmla="*/ 132 h 691"/>
              <a:gd name="T32" fmla="*/ 45 w 615"/>
              <a:gd name="T33" fmla="*/ 182 h 691"/>
              <a:gd name="T34" fmla="*/ 30 w 615"/>
              <a:gd name="T35" fmla="*/ 141 h 691"/>
              <a:gd name="T36" fmla="*/ 11 w 615"/>
              <a:gd name="T37" fmla="*/ 133 h 691"/>
              <a:gd name="T38" fmla="*/ 3 w 615"/>
              <a:gd name="T39" fmla="*/ 152 h 691"/>
              <a:gd name="T40" fmla="*/ 207 w 615"/>
              <a:gd name="T41" fmla="*/ 679 h 691"/>
              <a:gd name="T42" fmla="*/ 151 w 615"/>
              <a:gd name="T43" fmla="*/ 147 h 691"/>
              <a:gd name="T44" fmla="*/ 151 w 615"/>
              <a:gd name="T45" fmla="*/ 147 h 691"/>
              <a:gd name="T46" fmla="*/ 339 w 615"/>
              <a:gd name="T47" fmla="*/ 116 h 691"/>
              <a:gd name="T48" fmla="*/ 434 w 615"/>
              <a:gd name="T49" fmla="*/ 89 h 691"/>
              <a:gd name="T50" fmla="*/ 496 w 615"/>
              <a:gd name="T51" fmla="*/ 44 h 691"/>
              <a:gd name="T52" fmla="*/ 582 w 615"/>
              <a:gd name="T53" fmla="*/ 265 h 691"/>
              <a:gd name="T54" fmla="*/ 492 w 615"/>
              <a:gd name="T55" fmla="*/ 322 h 691"/>
              <a:gd name="T56" fmla="*/ 298 w 615"/>
              <a:gd name="T57" fmla="*/ 344 h 691"/>
              <a:gd name="T58" fmla="*/ 201 w 615"/>
              <a:gd name="T59" fmla="*/ 366 h 691"/>
              <a:gd name="T60" fmla="*/ 137 w 615"/>
              <a:gd name="T61" fmla="*/ 412 h 691"/>
              <a:gd name="T62" fmla="*/ 62 w 615"/>
              <a:gd name="T63" fmla="*/ 208 h 691"/>
              <a:gd name="T64" fmla="*/ 151 w 615"/>
              <a:gd name="T65" fmla="*/ 147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15" h="691">
                <a:moveTo>
                  <a:pt x="207" y="679"/>
                </a:moveTo>
                <a:lnTo>
                  <a:pt x="207" y="679"/>
                </a:lnTo>
                <a:cubicBezTo>
                  <a:pt x="210" y="687"/>
                  <a:pt x="218" y="690"/>
                  <a:pt x="227" y="687"/>
                </a:cubicBezTo>
                <a:cubicBezTo>
                  <a:pt x="234" y="685"/>
                  <a:pt x="238" y="676"/>
                  <a:pt x="235" y="668"/>
                </a:cubicBezTo>
                <a:cubicBezTo>
                  <a:pt x="148" y="445"/>
                  <a:pt x="148" y="445"/>
                  <a:pt x="148" y="445"/>
                </a:cubicBezTo>
                <a:cubicBezTo>
                  <a:pt x="172" y="412"/>
                  <a:pt x="203" y="395"/>
                  <a:pt x="240" y="384"/>
                </a:cubicBezTo>
                <a:cubicBezTo>
                  <a:pt x="298" y="368"/>
                  <a:pt x="367" y="370"/>
                  <a:pt x="434" y="364"/>
                </a:cubicBezTo>
                <a:cubicBezTo>
                  <a:pt x="467" y="359"/>
                  <a:pt x="500" y="354"/>
                  <a:pt x="531" y="340"/>
                </a:cubicBezTo>
                <a:cubicBezTo>
                  <a:pt x="562" y="326"/>
                  <a:pt x="589" y="307"/>
                  <a:pt x="611" y="276"/>
                </a:cubicBezTo>
                <a:cubicBezTo>
                  <a:pt x="614" y="272"/>
                  <a:pt x="614" y="266"/>
                  <a:pt x="612" y="262"/>
                </a:cubicBezTo>
                <a:cubicBezTo>
                  <a:pt x="579" y="178"/>
                  <a:pt x="546" y="94"/>
                  <a:pt x="514" y="9"/>
                </a:cubicBezTo>
                <a:cubicBezTo>
                  <a:pt x="512" y="5"/>
                  <a:pt x="508" y="1"/>
                  <a:pt x="503" y="1"/>
                </a:cubicBezTo>
                <a:cubicBezTo>
                  <a:pt x="497" y="0"/>
                  <a:pt x="492" y="2"/>
                  <a:pt x="489" y="7"/>
                </a:cubicBezTo>
                <a:cubicBezTo>
                  <a:pt x="464" y="42"/>
                  <a:pt x="431" y="62"/>
                  <a:pt x="394" y="74"/>
                </a:cubicBezTo>
                <a:cubicBezTo>
                  <a:pt x="339" y="93"/>
                  <a:pt x="271" y="93"/>
                  <a:pt x="206" y="104"/>
                </a:cubicBezTo>
                <a:cubicBezTo>
                  <a:pt x="173" y="110"/>
                  <a:pt x="142" y="116"/>
                  <a:pt x="111" y="132"/>
                </a:cubicBezTo>
                <a:cubicBezTo>
                  <a:pt x="88" y="143"/>
                  <a:pt x="65" y="159"/>
                  <a:pt x="45" y="182"/>
                </a:cubicBezTo>
                <a:cubicBezTo>
                  <a:pt x="30" y="141"/>
                  <a:pt x="30" y="141"/>
                  <a:pt x="30" y="141"/>
                </a:cubicBezTo>
                <a:cubicBezTo>
                  <a:pt x="26" y="134"/>
                  <a:pt x="18" y="130"/>
                  <a:pt x="11" y="133"/>
                </a:cubicBezTo>
                <a:cubicBezTo>
                  <a:pt x="3" y="136"/>
                  <a:pt x="0" y="145"/>
                  <a:pt x="3" y="152"/>
                </a:cubicBezTo>
                <a:lnTo>
                  <a:pt x="207" y="679"/>
                </a:lnTo>
                <a:close/>
                <a:moveTo>
                  <a:pt x="151" y="147"/>
                </a:moveTo>
                <a:lnTo>
                  <a:pt x="151" y="147"/>
                </a:lnTo>
                <a:cubicBezTo>
                  <a:pt x="207" y="127"/>
                  <a:pt x="275" y="127"/>
                  <a:pt x="339" y="116"/>
                </a:cubicBezTo>
                <a:cubicBezTo>
                  <a:pt x="372" y="111"/>
                  <a:pt x="404" y="104"/>
                  <a:pt x="434" y="89"/>
                </a:cubicBezTo>
                <a:cubicBezTo>
                  <a:pt x="456" y="78"/>
                  <a:pt x="478" y="64"/>
                  <a:pt x="496" y="44"/>
                </a:cubicBezTo>
                <a:cubicBezTo>
                  <a:pt x="525" y="118"/>
                  <a:pt x="553" y="191"/>
                  <a:pt x="582" y="265"/>
                </a:cubicBezTo>
                <a:cubicBezTo>
                  <a:pt x="557" y="296"/>
                  <a:pt x="527" y="313"/>
                  <a:pt x="492" y="322"/>
                </a:cubicBezTo>
                <a:cubicBezTo>
                  <a:pt x="434" y="339"/>
                  <a:pt x="365" y="336"/>
                  <a:pt x="298" y="344"/>
                </a:cubicBezTo>
                <a:cubicBezTo>
                  <a:pt x="265" y="347"/>
                  <a:pt x="232" y="354"/>
                  <a:pt x="201" y="366"/>
                </a:cubicBezTo>
                <a:cubicBezTo>
                  <a:pt x="179" y="377"/>
                  <a:pt x="157" y="391"/>
                  <a:pt x="137" y="412"/>
                </a:cubicBezTo>
                <a:cubicBezTo>
                  <a:pt x="111" y="340"/>
                  <a:pt x="91" y="281"/>
                  <a:pt x="62" y="208"/>
                </a:cubicBezTo>
                <a:cubicBezTo>
                  <a:pt x="87" y="177"/>
                  <a:pt x="117" y="159"/>
                  <a:pt x="151" y="147"/>
                </a:cubicBezTo>
                <a:close/>
              </a:path>
            </a:pathLst>
          </a:custGeom>
          <a:solidFill>
            <a:schemeClr val="tx2"/>
          </a:solidFill>
          <a:ln>
            <a:noFill/>
          </a:ln>
          <a:effectLst/>
        </p:spPr>
        <p:txBody>
          <a:bodyPr wrap="none" anchor="ctr"/>
          <a:lstStyle/>
          <a:p>
            <a:endParaRPr lang="da-DK"/>
          </a:p>
        </p:txBody>
      </p:sp>
      <p:grpSp>
        <p:nvGrpSpPr>
          <p:cNvPr id="180" name="Group 183">
            <a:extLst>
              <a:ext uri="{FF2B5EF4-FFF2-40B4-BE49-F238E27FC236}">
                <a16:creationId xmlns:a16="http://schemas.microsoft.com/office/drawing/2014/main" id="{8C63AA4B-D0A5-6D93-E407-761B79F81B3F}"/>
              </a:ext>
            </a:extLst>
          </p:cNvPr>
          <p:cNvGrpSpPr/>
          <p:nvPr/>
        </p:nvGrpSpPr>
        <p:grpSpPr>
          <a:xfrm>
            <a:off x="8964736" y="476672"/>
            <a:ext cx="1793875" cy="138112"/>
            <a:chOff x="7823200" y="811213"/>
            <a:chExt cx="1793875" cy="138112"/>
          </a:xfrm>
          <a:solidFill>
            <a:schemeClr val="tx2"/>
          </a:solidFill>
        </p:grpSpPr>
        <p:sp>
          <p:nvSpPr>
            <p:cNvPr id="181" name="Freeform 145">
              <a:extLst>
                <a:ext uri="{FF2B5EF4-FFF2-40B4-BE49-F238E27FC236}">
                  <a16:creationId xmlns:a16="http://schemas.microsoft.com/office/drawing/2014/main" id="{1F6032D2-7BAC-0408-B2CB-DDE4132DD46E}"/>
                </a:ext>
              </a:extLst>
            </p:cNvPr>
            <p:cNvSpPr>
              <a:spLocks noChangeArrowheads="1"/>
            </p:cNvSpPr>
            <p:nvPr/>
          </p:nvSpPr>
          <p:spPr bwMode="auto">
            <a:xfrm>
              <a:off x="7823200" y="814388"/>
              <a:ext cx="79375" cy="131762"/>
            </a:xfrm>
            <a:custGeom>
              <a:avLst/>
              <a:gdLst>
                <a:gd name="T0" fmla="*/ 151 w 221"/>
                <a:gd name="T1" fmla="*/ 361 h 368"/>
                <a:gd name="T2" fmla="*/ 151 w 221"/>
                <a:gd name="T3" fmla="*/ 361 h 368"/>
                <a:gd name="T4" fmla="*/ 187 w 221"/>
                <a:gd name="T5" fmla="*/ 339 h 368"/>
                <a:gd name="T6" fmla="*/ 210 w 221"/>
                <a:gd name="T7" fmla="*/ 306 h 368"/>
                <a:gd name="T8" fmla="*/ 220 w 221"/>
                <a:gd name="T9" fmla="*/ 262 h 368"/>
                <a:gd name="T10" fmla="*/ 213 w 221"/>
                <a:gd name="T11" fmla="*/ 229 h 368"/>
                <a:gd name="T12" fmla="*/ 196 w 221"/>
                <a:gd name="T13" fmla="*/ 201 h 368"/>
                <a:gd name="T14" fmla="*/ 170 w 221"/>
                <a:gd name="T15" fmla="*/ 182 h 368"/>
                <a:gd name="T16" fmla="*/ 137 w 221"/>
                <a:gd name="T17" fmla="*/ 173 h 368"/>
                <a:gd name="T18" fmla="*/ 137 w 221"/>
                <a:gd name="T19" fmla="*/ 173 h 368"/>
                <a:gd name="T20" fmla="*/ 163 w 221"/>
                <a:gd name="T21" fmla="*/ 159 h 368"/>
                <a:gd name="T22" fmla="*/ 184 w 221"/>
                <a:gd name="T23" fmla="*/ 140 h 368"/>
                <a:gd name="T24" fmla="*/ 196 w 221"/>
                <a:gd name="T25" fmla="*/ 114 h 368"/>
                <a:gd name="T26" fmla="*/ 200 w 221"/>
                <a:gd name="T27" fmla="*/ 83 h 368"/>
                <a:gd name="T28" fmla="*/ 194 w 221"/>
                <a:gd name="T29" fmla="*/ 49 h 368"/>
                <a:gd name="T30" fmla="*/ 174 w 221"/>
                <a:gd name="T31" fmla="*/ 23 h 368"/>
                <a:gd name="T32" fmla="*/ 143 w 221"/>
                <a:gd name="T33" fmla="*/ 5 h 368"/>
                <a:gd name="T34" fmla="*/ 102 w 221"/>
                <a:gd name="T35" fmla="*/ 0 h 368"/>
                <a:gd name="T36" fmla="*/ 0 w 221"/>
                <a:gd name="T37" fmla="*/ 0 h 368"/>
                <a:gd name="T38" fmla="*/ 0 w 221"/>
                <a:gd name="T39" fmla="*/ 367 h 368"/>
                <a:gd name="T40" fmla="*/ 104 w 221"/>
                <a:gd name="T41" fmla="*/ 367 h 368"/>
                <a:gd name="T42" fmla="*/ 151 w 221"/>
                <a:gd name="T43" fmla="*/ 361 h 368"/>
                <a:gd name="T44" fmla="*/ 34 w 221"/>
                <a:gd name="T45" fmla="*/ 30 h 368"/>
                <a:gd name="T46" fmla="*/ 34 w 221"/>
                <a:gd name="T47" fmla="*/ 30 h 368"/>
                <a:gd name="T48" fmla="*/ 91 w 221"/>
                <a:gd name="T49" fmla="*/ 30 h 368"/>
                <a:gd name="T50" fmla="*/ 165 w 221"/>
                <a:gd name="T51" fmla="*/ 90 h 368"/>
                <a:gd name="T52" fmla="*/ 159 w 221"/>
                <a:gd name="T53" fmla="*/ 120 h 368"/>
                <a:gd name="T54" fmla="*/ 143 w 221"/>
                <a:gd name="T55" fmla="*/ 142 h 368"/>
                <a:gd name="T56" fmla="*/ 117 w 221"/>
                <a:gd name="T57" fmla="*/ 156 h 368"/>
                <a:gd name="T58" fmla="*/ 82 w 221"/>
                <a:gd name="T59" fmla="*/ 162 h 368"/>
                <a:gd name="T60" fmla="*/ 34 w 221"/>
                <a:gd name="T61" fmla="*/ 162 h 368"/>
                <a:gd name="T62" fmla="*/ 34 w 221"/>
                <a:gd name="T63" fmla="*/ 30 h 368"/>
                <a:gd name="T64" fmla="*/ 34 w 221"/>
                <a:gd name="T65" fmla="*/ 337 h 368"/>
                <a:gd name="T66" fmla="*/ 34 w 221"/>
                <a:gd name="T67" fmla="*/ 337 h 368"/>
                <a:gd name="T68" fmla="*/ 34 w 221"/>
                <a:gd name="T69" fmla="*/ 192 h 368"/>
                <a:gd name="T70" fmla="*/ 87 w 221"/>
                <a:gd name="T71" fmla="*/ 192 h 368"/>
                <a:gd name="T72" fmla="*/ 184 w 221"/>
                <a:gd name="T73" fmla="*/ 263 h 368"/>
                <a:gd name="T74" fmla="*/ 162 w 221"/>
                <a:gd name="T75" fmla="*/ 318 h 368"/>
                <a:gd name="T76" fmla="*/ 99 w 221"/>
                <a:gd name="T77" fmla="*/ 337 h 368"/>
                <a:gd name="T78" fmla="*/ 34 w 221"/>
                <a:gd name="T79"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21" h="368">
                  <a:moveTo>
                    <a:pt x="151" y="361"/>
                  </a:moveTo>
                  <a:lnTo>
                    <a:pt x="151" y="361"/>
                  </a:lnTo>
                  <a:cubicBezTo>
                    <a:pt x="165" y="355"/>
                    <a:pt x="177" y="348"/>
                    <a:pt x="187" y="339"/>
                  </a:cubicBezTo>
                  <a:cubicBezTo>
                    <a:pt x="198" y="329"/>
                    <a:pt x="205" y="318"/>
                    <a:pt x="210" y="306"/>
                  </a:cubicBezTo>
                  <a:cubicBezTo>
                    <a:pt x="217" y="292"/>
                    <a:pt x="220" y="278"/>
                    <a:pt x="220" y="262"/>
                  </a:cubicBezTo>
                  <a:cubicBezTo>
                    <a:pt x="220" y="249"/>
                    <a:pt x="217" y="238"/>
                    <a:pt x="213" y="229"/>
                  </a:cubicBezTo>
                  <a:cubicBezTo>
                    <a:pt x="209" y="218"/>
                    <a:pt x="203" y="208"/>
                    <a:pt x="196" y="201"/>
                  </a:cubicBezTo>
                  <a:cubicBezTo>
                    <a:pt x="189" y="193"/>
                    <a:pt x="181" y="188"/>
                    <a:pt x="170" y="182"/>
                  </a:cubicBezTo>
                  <a:cubicBezTo>
                    <a:pt x="161" y="178"/>
                    <a:pt x="150" y="174"/>
                    <a:pt x="137" y="173"/>
                  </a:cubicBezTo>
                  <a:lnTo>
                    <a:pt x="137" y="173"/>
                  </a:lnTo>
                  <a:cubicBezTo>
                    <a:pt x="147" y="168"/>
                    <a:pt x="157" y="164"/>
                    <a:pt x="163" y="159"/>
                  </a:cubicBezTo>
                  <a:cubicBezTo>
                    <a:pt x="172" y="153"/>
                    <a:pt x="179" y="147"/>
                    <a:pt x="184" y="140"/>
                  </a:cubicBezTo>
                  <a:cubicBezTo>
                    <a:pt x="189" y="131"/>
                    <a:pt x="194" y="123"/>
                    <a:pt x="196" y="114"/>
                  </a:cubicBezTo>
                  <a:cubicBezTo>
                    <a:pt x="199" y="104"/>
                    <a:pt x="200" y="94"/>
                    <a:pt x="200" y="83"/>
                  </a:cubicBezTo>
                  <a:cubicBezTo>
                    <a:pt x="200" y="71"/>
                    <a:pt x="199" y="60"/>
                    <a:pt x="194" y="49"/>
                  </a:cubicBezTo>
                  <a:cubicBezTo>
                    <a:pt x="189" y="39"/>
                    <a:pt x="183" y="30"/>
                    <a:pt x="174" y="23"/>
                  </a:cubicBezTo>
                  <a:cubicBezTo>
                    <a:pt x="166" y="15"/>
                    <a:pt x="155" y="9"/>
                    <a:pt x="143" y="5"/>
                  </a:cubicBezTo>
                  <a:cubicBezTo>
                    <a:pt x="130" y="1"/>
                    <a:pt x="117" y="0"/>
                    <a:pt x="102" y="0"/>
                  </a:cubicBezTo>
                  <a:cubicBezTo>
                    <a:pt x="0" y="0"/>
                    <a:pt x="0" y="0"/>
                    <a:pt x="0" y="0"/>
                  </a:cubicBezTo>
                  <a:cubicBezTo>
                    <a:pt x="0" y="367"/>
                    <a:pt x="0" y="367"/>
                    <a:pt x="0" y="367"/>
                  </a:cubicBezTo>
                  <a:cubicBezTo>
                    <a:pt x="104" y="367"/>
                    <a:pt x="104" y="367"/>
                    <a:pt x="104" y="367"/>
                  </a:cubicBezTo>
                  <a:cubicBezTo>
                    <a:pt x="121" y="367"/>
                    <a:pt x="136" y="366"/>
                    <a:pt x="151" y="361"/>
                  </a:cubicBezTo>
                  <a:close/>
                  <a:moveTo>
                    <a:pt x="34" y="30"/>
                  </a:moveTo>
                  <a:lnTo>
                    <a:pt x="34" y="30"/>
                  </a:lnTo>
                  <a:cubicBezTo>
                    <a:pt x="91" y="30"/>
                    <a:pt x="91" y="30"/>
                    <a:pt x="91" y="30"/>
                  </a:cubicBezTo>
                  <a:cubicBezTo>
                    <a:pt x="140" y="30"/>
                    <a:pt x="165" y="50"/>
                    <a:pt x="165" y="90"/>
                  </a:cubicBezTo>
                  <a:cubicBezTo>
                    <a:pt x="165" y="101"/>
                    <a:pt x="163" y="111"/>
                    <a:pt x="159" y="120"/>
                  </a:cubicBezTo>
                  <a:cubicBezTo>
                    <a:pt x="155" y="129"/>
                    <a:pt x="150" y="136"/>
                    <a:pt x="143" y="142"/>
                  </a:cubicBezTo>
                  <a:cubicBezTo>
                    <a:pt x="136" y="148"/>
                    <a:pt x="126" y="153"/>
                    <a:pt x="117" y="156"/>
                  </a:cubicBezTo>
                  <a:cubicBezTo>
                    <a:pt x="107" y="160"/>
                    <a:pt x="95" y="162"/>
                    <a:pt x="82" y="162"/>
                  </a:cubicBezTo>
                  <a:cubicBezTo>
                    <a:pt x="34" y="162"/>
                    <a:pt x="34" y="162"/>
                    <a:pt x="34" y="162"/>
                  </a:cubicBezTo>
                  <a:lnTo>
                    <a:pt x="34" y="30"/>
                  </a:lnTo>
                  <a:close/>
                  <a:moveTo>
                    <a:pt x="34" y="337"/>
                  </a:moveTo>
                  <a:lnTo>
                    <a:pt x="34" y="337"/>
                  </a:lnTo>
                  <a:cubicBezTo>
                    <a:pt x="34" y="192"/>
                    <a:pt x="34" y="192"/>
                    <a:pt x="34" y="192"/>
                  </a:cubicBezTo>
                  <a:cubicBezTo>
                    <a:pt x="87" y="192"/>
                    <a:pt x="87" y="192"/>
                    <a:pt x="87" y="192"/>
                  </a:cubicBezTo>
                  <a:cubicBezTo>
                    <a:pt x="151" y="192"/>
                    <a:pt x="184" y="216"/>
                    <a:pt x="184" y="263"/>
                  </a:cubicBezTo>
                  <a:cubicBezTo>
                    <a:pt x="184" y="286"/>
                    <a:pt x="176" y="304"/>
                    <a:pt x="162" y="318"/>
                  </a:cubicBezTo>
                  <a:cubicBezTo>
                    <a:pt x="147" y="330"/>
                    <a:pt x="126" y="337"/>
                    <a:pt x="99" y="337"/>
                  </a:cubicBezTo>
                  <a:lnTo>
                    <a:pt x="34"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C75139DE-274F-1B1C-A5A1-E0F669F9CB6B}"/>
                </a:ext>
              </a:extLst>
            </p:cNvPr>
            <p:cNvSpPr>
              <a:spLocks noChangeArrowheads="1"/>
            </p:cNvSpPr>
            <p:nvPr/>
          </p:nvSpPr>
          <p:spPr bwMode="auto">
            <a:xfrm>
              <a:off x="7927975" y="814388"/>
              <a:ext cx="95250" cy="134937"/>
            </a:xfrm>
            <a:custGeom>
              <a:avLst/>
              <a:gdLst>
                <a:gd name="T0" fmla="*/ 129 w 266"/>
                <a:gd name="T1" fmla="*/ 374 h 375"/>
                <a:gd name="T2" fmla="*/ 129 w 266"/>
                <a:gd name="T3" fmla="*/ 374 h 375"/>
                <a:gd name="T4" fmla="*/ 265 w 266"/>
                <a:gd name="T5" fmla="*/ 219 h 375"/>
                <a:gd name="T6" fmla="*/ 265 w 266"/>
                <a:gd name="T7" fmla="*/ 0 h 375"/>
                <a:gd name="T8" fmla="*/ 231 w 266"/>
                <a:gd name="T9" fmla="*/ 0 h 375"/>
                <a:gd name="T10" fmla="*/ 231 w 266"/>
                <a:gd name="T11" fmla="*/ 226 h 375"/>
                <a:gd name="T12" fmla="*/ 133 w 266"/>
                <a:gd name="T13" fmla="*/ 343 h 375"/>
                <a:gd name="T14" fmla="*/ 58 w 266"/>
                <a:gd name="T15" fmla="*/ 313 h 375"/>
                <a:gd name="T16" fmla="*/ 33 w 266"/>
                <a:gd name="T17" fmla="*/ 222 h 375"/>
                <a:gd name="T18" fmla="*/ 33 w 266"/>
                <a:gd name="T19" fmla="*/ 0 h 375"/>
                <a:gd name="T20" fmla="*/ 0 w 266"/>
                <a:gd name="T21" fmla="*/ 0 h 375"/>
                <a:gd name="T22" fmla="*/ 0 w 266"/>
                <a:gd name="T23" fmla="*/ 226 h 375"/>
                <a:gd name="T24" fmla="*/ 129 w 266"/>
                <a:gd name="T25" fmla="*/ 374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66" h="375">
                  <a:moveTo>
                    <a:pt x="129" y="374"/>
                  </a:moveTo>
                  <a:lnTo>
                    <a:pt x="129" y="374"/>
                  </a:lnTo>
                  <a:cubicBezTo>
                    <a:pt x="220" y="374"/>
                    <a:pt x="265" y="324"/>
                    <a:pt x="265" y="219"/>
                  </a:cubicBezTo>
                  <a:cubicBezTo>
                    <a:pt x="265" y="0"/>
                    <a:pt x="265" y="0"/>
                    <a:pt x="265" y="0"/>
                  </a:cubicBezTo>
                  <a:cubicBezTo>
                    <a:pt x="231" y="0"/>
                    <a:pt x="231" y="0"/>
                    <a:pt x="231" y="0"/>
                  </a:cubicBezTo>
                  <a:cubicBezTo>
                    <a:pt x="231" y="226"/>
                    <a:pt x="231" y="226"/>
                    <a:pt x="231" y="226"/>
                  </a:cubicBezTo>
                  <a:cubicBezTo>
                    <a:pt x="231" y="304"/>
                    <a:pt x="198" y="343"/>
                    <a:pt x="133" y="343"/>
                  </a:cubicBezTo>
                  <a:cubicBezTo>
                    <a:pt x="100" y="343"/>
                    <a:pt x="74" y="333"/>
                    <a:pt x="58" y="313"/>
                  </a:cubicBezTo>
                  <a:cubicBezTo>
                    <a:pt x="41" y="293"/>
                    <a:pt x="33" y="263"/>
                    <a:pt x="33" y="222"/>
                  </a:cubicBezTo>
                  <a:cubicBezTo>
                    <a:pt x="33" y="0"/>
                    <a:pt x="33" y="0"/>
                    <a:pt x="33" y="0"/>
                  </a:cubicBezTo>
                  <a:cubicBezTo>
                    <a:pt x="0" y="0"/>
                    <a:pt x="0" y="0"/>
                    <a:pt x="0" y="0"/>
                  </a:cubicBezTo>
                  <a:cubicBezTo>
                    <a:pt x="0" y="226"/>
                    <a:pt x="0" y="226"/>
                    <a:pt x="0" y="226"/>
                  </a:cubicBezTo>
                  <a:cubicBezTo>
                    <a:pt x="0" y="325"/>
                    <a:pt x="43" y="374"/>
                    <a:pt x="129"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CB22D205-88DF-A024-6045-F1D0A90A27A7}"/>
                </a:ext>
              </a:extLst>
            </p:cNvPr>
            <p:cNvSpPr>
              <a:spLocks noChangeArrowheads="1"/>
            </p:cNvSpPr>
            <p:nvPr/>
          </p:nvSpPr>
          <p:spPr bwMode="auto">
            <a:xfrm>
              <a:off x="8051800" y="811213"/>
              <a:ext cx="76200" cy="138112"/>
            </a:xfrm>
            <a:custGeom>
              <a:avLst/>
              <a:gdLst>
                <a:gd name="T0" fmla="*/ 185 w 210"/>
                <a:gd name="T1" fmla="*/ 225 h 382"/>
                <a:gd name="T2" fmla="*/ 185 w 210"/>
                <a:gd name="T3" fmla="*/ 225 h 382"/>
                <a:gd name="T4" fmla="*/ 156 w 210"/>
                <a:gd name="T5" fmla="*/ 200 h 382"/>
                <a:gd name="T6" fmla="*/ 117 w 210"/>
                <a:gd name="T7" fmla="*/ 177 h 382"/>
                <a:gd name="T8" fmla="*/ 79 w 210"/>
                <a:gd name="T9" fmla="*/ 155 h 382"/>
                <a:gd name="T10" fmla="*/ 55 w 210"/>
                <a:gd name="T11" fmla="*/ 137 h 382"/>
                <a:gd name="T12" fmla="*/ 41 w 210"/>
                <a:gd name="T13" fmla="*/ 118 h 382"/>
                <a:gd name="T14" fmla="*/ 37 w 210"/>
                <a:gd name="T15" fmla="*/ 93 h 382"/>
                <a:gd name="T16" fmla="*/ 42 w 210"/>
                <a:gd name="T17" fmla="*/ 66 h 382"/>
                <a:gd name="T18" fmla="*/ 60 w 210"/>
                <a:gd name="T19" fmla="*/ 46 h 382"/>
                <a:gd name="T20" fmla="*/ 85 w 210"/>
                <a:gd name="T21" fmla="*/ 35 h 382"/>
                <a:gd name="T22" fmla="*/ 117 w 210"/>
                <a:gd name="T23" fmla="*/ 31 h 382"/>
                <a:gd name="T24" fmla="*/ 193 w 210"/>
                <a:gd name="T25" fmla="*/ 49 h 382"/>
                <a:gd name="T26" fmla="*/ 193 w 210"/>
                <a:gd name="T27" fmla="*/ 12 h 382"/>
                <a:gd name="T28" fmla="*/ 121 w 210"/>
                <a:gd name="T29" fmla="*/ 0 h 382"/>
                <a:gd name="T30" fmla="*/ 74 w 210"/>
                <a:gd name="T31" fmla="*/ 7 h 382"/>
                <a:gd name="T32" fmla="*/ 36 w 210"/>
                <a:gd name="T33" fmla="*/ 26 h 382"/>
                <a:gd name="T34" fmla="*/ 11 w 210"/>
                <a:gd name="T35" fmla="*/ 56 h 382"/>
                <a:gd name="T36" fmla="*/ 1 w 210"/>
                <a:gd name="T37" fmla="*/ 96 h 382"/>
                <a:gd name="T38" fmla="*/ 5 w 210"/>
                <a:gd name="T39" fmla="*/ 127 h 382"/>
                <a:gd name="T40" fmla="*/ 22 w 210"/>
                <a:gd name="T41" fmla="*/ 154 h 382"/>
                <a:gd name="T42" fmla="*/ 49 w 210"/>
                <a:gd name="T43" fmla="*/ 177 h 382"/>
                <a:gd name="T44" fmla="*/ 89 w 210"/>
                <a:gd name="T45" fmla="*/ 202 h 382"/>
                <a:gd name="T46" fmla="*/ 126 w 210"/>
                <a:gd name="T47" fmla="*/ 222 h 382"/>
                <a:gd name="T48" fmla="*/ 152 w 210"/>
                <a:gd name="T49" fmla="*/ 241 h 382"/>
                <a:gd name="T50" fmla="*/ 167 w 210"/>
                <a:gd name="T51" fmla="*/ 262 h 382"/>
                <a:gd name="T52" fmla="*/ 173 w 210"/>
                <a:gd name="T53" fmla="*/ 288 h 382"/>
                <a:gd name="T54" fmla="*/ 152 w 210"/>
                <a:gd name="T55" fmla="*/ 335 h 382"/>
                <a:gd name="T56" fmla="*/ 89 w 210"/>
                <a:gd name="T57" fmla="*/ 350 h 382"/>
                <a:gd name="T58" fmla="*/ 66 w 210"/>
                <a:gd name="T59" fmla="*/ 348 h 382"/>
                <a:gd name="T60" fmla="*/ 42 w 210"/>
                <a:gd name="T61" fmla="*/ 343 h 382"/>
                <a:gd name="T62" fmla="*/ 20 w 210"/>
                <a:gd name="T63" fmla="*/ 333 h 382"/>
                <a:gd name="T64" fmla="*/ 0 w 210"/>
                <a:gd name="T65" fmla="*/ 321 h 382"/>
                <a:gd name="T66" fmla="*/ 0 w 210"/>
                <a:gd name="T67" fmla="*/ 361 h 382"/>
                <a:gd name="T68" fmla="*/ 18 w 210"/>
                <a:gd name="T69" fmla="*/ 369 h 382"/>
                <a:gd name="T70" fmla="*/ 41 w 210"/>
                <a:gd name="T71" fmla="*/ 376 h 382"/>
                <a:gd name="T72" fmla="*/ 66 w 210"/>
                <a:gd name="T73" fmla="*/ 380 h 382"/>
                <a:gd name="T74" fmla="*/ 86 w 210"/>
                <a:gd name="T75" fmla="*/ 381 h 382"/>
                <a:gd name="T76" fmla="*/ 136 w 210"/>
                <a:gd name="T77" fmla="*/ 374 h 382"/>
                <a:gd name="T78" fmla="*/ 174 w 210"/>
                <a:gd name="T79" fmla="*/ 357 h 382"/>
                <a:gd name="T80" fmla="*/ 199 w 210"/>
                <a:gd name="T81" fmla="*/ 326 h 382"/>
                <a:gd name="T82" fmla="*/ 209 w 210"/>
                <a:gd name="T83" fmla="*/ 284 h 382"/>
                <a:gd name="T84" fmla="*/ 203 w 210"/>
                <a:gd name="T85" fmla="*/ 252 h 382"/>
                <a:gd name="T86" fmla="*/ 185 w 210"/>
                <a:gd name="T87" fmla="*/ 22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185" y="225"/>
                  </a:moveTo>
                  <a:lnTo>
                    <a:pt x="185" y="225"/>
                  </a:lnTo>
                  <a:cubicBezTo>
                    <a:pt x="178" y="217"/>
                    <a:pt x="169" y="208"/>
                    <a:pt x="156" y="200"/>
                  </a:cubicBezTo>
                  <a:cubicBezTo>
                    <a:pt x="145" y="193"/>
                    <a:pt x="132" y="185"/>
                    <a:pt x="117" y="177"/>
                  </a:cubicBezTo>
                  <a:cubicBezTo>
                    <a:pt x="101" y="169"/>
                    <a:pt x="89" y="162"/>
                    <a:pt x="79" y="155"/>
                  </a:cubicBezTo>
                  <a:cubicBezTo>
                    <a:pt x="68" y="149"/>
                    <a:pt x="60" y="143"/>
                    <a:pt x="55" y="137"/>
                  </a:cubicBezTo>
                  <a:cubicBezTo>
                    <a:pt x="48" y="130"/>
                    <a:pt x="44" y="125"/>
                    <a:pt x="41" y="118"/>
                  </a:cubicBezTo>
                  <a:cubicBezTo>
                    <a:pt x="38" y="111"/>
                    <a:pt x="37" y="103"/>
                    <a:pt x="37" y="93"/>
                  </a:cubicBezTo>
                  <a:cubicBezTo>
                    <a:pt x="37" y="82"/>
                    <a:pt x="38" y="74"/>
                    <a:pt x="42" y="66"/>
                  </a:cubicBezTo>
                  <a:cubicBezTo>
                    <a:pt x="47" y="59"/>
                    <a:pt x="53" y="52"/>
                    <a:pt x="60" y="46"/>
                  </a:cubicBezTo>
                  <a:cubicBezTo>
                    <a:pt x="67" y="41"/>
                    <a:pt x="75" y="38"/>
                    <a:pt x="85" y="35"/>
                  </a:cubicBezTo>
                  <a:cubicBezTo>
                    <a:pt x="96" y="33"/>
                    <a:pt x="106" y="31"/>
                    <a:pt x="117" y="31"/>
                  </a:cubicBezTo>
                  <a:cubicBezTo>
                    <a:pt x="145" y="31"/>
                    <a:pt x="171" y="37"/>
                    <a:pt x="193" y="49"/>
                  </a:cubicBezTo>
                  <a:cubicBezTo>
                    <a:pt x="193" y="12"/>
                    <a:pt x="193" y="12"/>
                    <a:pt x="193" y="12"/>
                  </a:cubicBezTo>
                  <a:cubicBezTo>
                    <a:pt x="174" y="4"/>
                    <a:pt x="149" y="0"/>
                    <a:pt x="121" y="0"/>
                  </a:cubicBezTo>
                  <a:cubicBezTo>
                    <a:pt x="104" y="0"/>
                    <a:pt x="89" y="2"/>
                    <a:pt x="74" y="7"/>
                  </a:cubicBezTo>
                  <a:cubicBezTo>
                    <a:pt x="59" y="11"/>
                    <a:pt x="47" y="18"/>
                    <a:pt x="36" y="26"/>
                  </a:cubicBezTo>
                  <a:cubicBezTo>
                    <a:pt x="25" y="34"/>
                    <a:pt x="16" y="44"/>
                    <a:pt x="11" y="56"/>
                  </a:cubicBezTo>
                  <a:cubicBezTo>
                    <a:pt x="4" y="68"/>
                    <a:pt x="1" y="81"/>
                    <a:pt x="1" y="96"/>
                  </a:cubicBezTo>
                  <a:cubicBezTo>
                    <a:pt x="1" y="108"/>
                    <a:pt x="3" y="118"/>
                    <a:pt x="5" y="127"/>
                  </a:cubicBezTo>
                  <a:cubicBezTo>
                    <a:pt x="9" y="137"/>
                    <a:pt x="15" y="145"/>
                    <a:pt x="22" y="154"/>
                  </a:cubicBezTo>
                  <a:cubicBezTo>
                    <a:pt x="29" y="162"/>
                    <a:pt x="38" y="170"/>
                    <a:pt x="49" y="177"/>
                  </a:cubicBezTo>
                  <a:cubicBezTo>
                    <a:pt x="60" y="185"/>
                    <a:pt x="74" y="193"/>
                    <a:pt x="89" y="202"/>
                  </a:cubicBezTo>
                  <a:cubicBezTo>
                    <a:pt x="104" y="210"/>
                    <a:pt x="117" y="217"/>
                    <a:pt x="126" y="222"/>
                  </a:cubicBezTo>
                  <a:cubicBezTo>
                    <a:pt x="137" y="229"/>
                    <a:pt x="145" y="234"/>
                    <a:pt x="152" y="241"/>
                  </a:cubicBezTo>
                  <a:cubicBezTo>
                    <a:pt x="159" y="248"/>
                    <a:pt x="165" y="255"/>
                    <a:pt x="167" y="262"/>
                  </a:cubicBezTo>
                  <a:cubicBezTo>
                    <a:pt x="171" y="269"/>
                    <a:pt x="173" y="278"/>
                    <a:pt x="173" y="288"/>
                  </a:cubicBezTo>
                  <a:cubicBezTo>
                    <a:pt x="173" y="307"/>
                    <a:pt x="166" y="324"/>
                    <a:pt x="152" y="335"/>
                  </a:cubicBezTo>
                  <a:cubicBezTo>
                    <a:pt x="139" y="344"/>
                    <a:pt x="117" y="350"/>
                    <a:pt x="89" y="350"/>
                  </a:cubicBezTo>
                  <a:cubicBezTo>
                    <a:pt x="82" y="350"/>
                    <a:pt x="74" y="350"/>
                    <a:pt x="66" y="348"/>
                  </a:cubicBezTo>
                  <a:cubicBezTo>
                    <a:pt x="59" y="347"/>
                    <a:pt x="51" y="346"/>
                    <a:pt x="42" y="343"/>
                  </a:cubicBezTo>
                  <a:cubicBezTo>
                    <a:pt x="36" y="340"/>
                    <a:pt x="27" y="337"/>
                    <a:pt x="20" y="333"/>
                  </a:cubicBezTo>
                  <a:cubicBezTo>
                    <a:pt x="12" y="329"/>
                    <a:pt x="5" y="325"/>
                    <a:pt x="0" y="321"/>
                  </a:cubicBezTo>
                  <a:cubicBezTo>
                    <a:pt x="0" y="361"/>
                    <a:pt x="0" y="361"/>
                    <a:pt x="0" y="361"/>
                  </a:cubicBezTo>
                  <a:cubicBezTo>
                    <a:pt x="4" y="364"/>
                    <a:pt x="11" y="366"/>
                    <a:pt x="18" y="369"/>
                  </a:cubicBezTo>
                  <a:cubicBezTo>
                    <a:pt x="25" y="372"/>
                    <a:pt x="33" y="374"/>
                    <a:pt x="41" y="376"/>
                  </a:cubicBez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3" y="339"/>
                    <a:pt x="199" y="326"/>
                  </a:cubicBezTo>
                  <a:cubicBezTo>
                    <a:pt x="206" y="314"/>
                    <a:pt x="209" y="300"/>
                    <a:pt x="209" y="284"/>
                  </a:cubicBezTo>
                  <a:cubicBezTo>
                    <a:pt x="209" y="272"/>
                    <a:pt x="207" y="262"/>
                    <a:pt x="203" y="252"/>
                  </a:cubicBezTo>
                  <a:cubicBezTo>
                    <a:pt x="199" y="243"/>
                    <a:pt x="193" y="233"/>
                    <a:pt x="185"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52634416-A379-9F1B-5278-D8745D8152BA}"/>
                </a:ext>
              </a:extLst>
            </p:cNvPr>
            <p:cNvSpPr>
              <a:spLocks noChangeArrowheads="1"/>
            </p:cNvSpPr>
            <p:nvPr/>
          </p:nvSpPr>
          <p:spPr bwMode="auto">
            <a:xfrm>
              <a:off x="815340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E7588E75-EDE2-1698-7A47-8701F9445369}"/>
                </a:ext>
              </a:extLst>
            </p:cNvPr>
            <p:cNvSpPr>
              <a:spLocks noChangeArrowheads="1"/>
            </p:cNvSpPr>
            <p:nvPr/>
          </p:nvSpPr>
          <p:spPr bwMode="auto">
            <a:xfrm>
              <a:off x="8201025" y="814388"/>
              <a:ext cx="104775" cy="131762"/>
            </a:xfrm>
            <a:custGeom>
              <a:avLst/>
              <a:gdLst>
                <a:gd name="T0" fmla="*/ 288 w 289"/>
                <a:gd name="T1" fmla="*/ 0 h 368"/>
                <a:gd name="T2" fmla="*/ 288 w 289"/>
                <a:gd name="T3" fmla="*/ 0 h 368"/>
                <a:gd name="T4" fmla="*/ 252 w 289"/>
                <a:gd name="T5" fmla="*/ 0 h 368"/>
                <a:gd name="T6" fmla="*/ 252 w 289"/>
                <a:gd name="T7" fmla="*/ 273 h 368"/>
                <a:gd name="T8" fmla="*/ 254 w 289"/>
                <a:gd name="T9" fmla="*/ 296 h 368"/>
                <a:gd name="T10" fmla="*/ 255 w 289"/>
                <a:gd name="T11" fmla="*/ 315 h 368"/>
                <a:gd name="T12" fmla="*/ 254 w 289"/>
                <a:gd name="T13" fmla="*/ 315 h 368"/>
                <a:gd name="T14" fmla="*/ 247 w 289"/>
                <a:gd name="T15" fmla="*/ 304 h 368"/>
                <a:gd name="T16" fmla="*/ 239 w 289"/>
                <a:gd name="T17" fmla="*/ 292 h 368"/>
                <a:gd name="T18" fmla="*/ 37 w 289"/>
                <a:gd name="T19" fmla="*/ 0 h 368"/>
                <a:gd name="T20" fmla="*/ 0 w 289"/>
                <a:gd name="T21" fmla="*/ 0 h 368"/>
                <a:gd name="T22" fmla="*/ 0 w 289"/>
                <a:gd name="T23" fmla="*/ 367 h 368"/>
                <a:gd name="T24" fmla="*/ 33 w 289"/>
                <a:gd name="T25" fmla="*/ 367 h 368"/>
                <a:gd name="T26" fmla="*/ 33 w 289"/>
                <a:gd name="T27" fmla="*/ 82 h 368"/>
                <a:gd name="T28" fmla="*/ 33 w 289"/>
                <a:gd name="T29" fmla="*/ 61 h 368"/>
                <a:gd name="T30" fmla="*/ 33 w 289"/>
                <a:gd name="T31" fmla="*/ 49 h 368"/>
                <a:gd name="T32" fmla="*/ 33 w 289"/>
                <a:gd name="T33" fmla="*/ 49 h 368"/>
                <a:gd name="T34" fmla="*/ 40 w 289"/>
                <a:gd name="T35" fmla="*/ 60 h 368"/>
                <a:gd name="T36" fmla="*/ 46 w 289"/>
                <a:gd name="T37" fmla="*/ 72 h 368"/>
                <a:gd name="T38" fmla="*/ 252 w 289"/>
                <a:gd name="T39" fmla="*/ 367 h 368"/>
                <a:gd name="T40" fmla="*/ 288 w 289"/>
                <a:gd name="T41" fmla="*/ 367 h 368"/>
                <a:gd name="T42" fmla="*/ 288 w 289"/>
                <a:gd name="T43" fmla="*/ 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0"/>
                  </a:moveTo>
                  <a:lnTo>
                    <a:pt x="288" y="0"/>
                  </a:ln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cubicBezTo>
                    <a:pt x="33" y="82"/>
                    <a:pt x="33" y="82"/>
                    <a:pt x="33" y="82"/>
                  </a:cubicBez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lnTo>
                    <a:pt x="288"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10014689-0443-AACB-5017-D040C2B665F1}"/>
                </a:ext>
              </a:extLst>
            </p:cNvPr>
            <p:cNvSpPr>
              <a:spLocks noChangeArrowheads="1"/>
            </p:cNvSpPr>
            <p:nvPr/>
          </p:nvSpPr>
          <p:spPr bwMode="auto">
            <a:xfrm>
              <a:off x="8339138" y="814388"/>
              <a:ext cx="68262" cy="131762"/>
            </a:xfrm>
            <a:custGeom>
              <a:avLst/>
              <a:gdLst>
                <a:gd name="T0" fmla="*/ 188 w 189"/>
                <a:gd name="T1" fmla="*/ 337 h 368"/>
                <a:gd name="T2" fmla="*/ 34 w 189"/>
                <a:gd name="T3" fmla="*/ 337 h 368"/>
                <a:gd name="T4" fmla="*/ 34 w 189"/>
                <a:gd name="T5" fmla="*/ 197 h 368"/>
                <a:gd name="T6" fmla="*/ 169 w 189"/>
                <a:gd name="T7" fmla="*/ 197 h 368"/>
                <a:gd name="T8" fmla="*/ 169 w 189"/>
                <a:gd name="T9" fmla="*/ 166 h 368"/>
                <a:gd name="T10" fmla="*/ 34 w 189"/>
                <a:gd name="T11" fmla="*/ 166 h 368"/>
                <a:gd name="T12" fmla="*/ 34 w 189"/>
                <a:gd name="T13" fmla="*/ 30 h 368"/>
                <a:gd name="T14" fmla="*/ 180 w 189"/>
                <a:gd name="T15" fmla="*/ 30 h 368"/>
                <a:gd name="T16" fmla="*/ 180 w 189"/>
                <a:gd name="T17" fmla="*/ 0 h 368"/>
                <a:gd name="T18" fmla="*/ 0 w 189"/>
                <a:gd name="T19" fmla="*/ 0 h 368"/>
                <a:gd name="T20" fmla="*/ 0 w 189"/>
                <a:gd name="T21" fmla="*/ 367 h 368"/>
                <a:gd name="T22" fmla="*/ 188 w 189"/>
                <a:gd name="T23" fmla="*/ 367 h 368"/>
                <a:gd name="T24" fmla="*/ 188 w 189"/>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8">
                  <a:moveTo>
                    <a:pt x="188" y="337"/>
                  </a:moveTo>
                  <a:lnTo>
                    <a:pt x="34" y="337"/>
                  </a:lnTo>
                  <a:lnTo>
                    <a:pt x="34" y="197"/>
                  </a:lnTo>
                  <a:lnTo>
                    <a:pt x="169" y="197"/>
                  </a:lnTo>
                  <a:lnTo>
                    <a:pt x="169" y="166"/>
                  </a:lnTo>
                  <a:lnTo>
                    <a:pt x="34" y="166"/>
                  </a:lnTo>
                  <a:lnTo>
                    <a:pt x="34" y="30"/>
                  </a:lnTo>
                  <a:lnTo>
                    <a:pt x="180" y="30"/>
                  </a:lnTo>
                  <a:lnTo>
                    <a:pt x="180" y="0"/>
                  </a:lnTo>
                  <a:lnTo>
                    <a:pt x="0" y="0"/>
                  </a:lnTo>
                  <a:lnTo>
                    <a:pt x="0" y="367"/>
                  </a:lnTo>
                  <a:lnTo>
                    <a:pt x="188" y="367"/>
                  </a:lnTo>
                  <a:lnTo>
                    <a:pt x="188"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1">
              <a:extLst>
                <a:ext uri="{FF2B5EF4-FFF2-40B4-BE49-F238E27FC236}">
                  <a16:creationId xmlns:a16="http://schemas.microsoft.com/office/drawing/2014/main" id="{CBF54CF7-F1A4-9493-6E5C-D16CC19347D1}"/>
                </a:ext>
              </a:extLst>
            </p:cNvPr>
            <p:cNvSpPr>
              <a:spLocks noChangeArrowheads="1"/>
            </p:cNvSpPr>
            <p:nvPr/>
          </p:nvSpPr>
          <p:spPr bwMode="auto">
            <a:xfrm>
              <a:off x="8429625" y="811213"/>
              <a:ext cx="76200" cy="138112"/>
            </a:xfrm>
            <a:custGeom>
              <a:avLst/>
              <a:gdLst>
                <a:gd name="T0" fmla="*/ 41 w 210"/>
                <a:gd name="T1" fmla="*/ 376 h 382"/>
                <a:gd name="T2" fmla="*/ 41 w 210"/>
                <a:gd name="T3" fmla="*/ 376 h 382"/>
                <a:gd name="T4" fmla="*/ 66 w 210"/>
                <a:gd name="T5" fmla="*/ 380 h 382"/>
                <a:gd name="T6" fmla="*/ 86 w 210"/>
                <a:gd name="T7" fmla="*/ 381 h 382"/>
                <a:gd name="T8" fmla="*/ 136 w 210"/>
                <a:gd name="T9" fmla="*/ 374 h 382"/>
                <a:gd name="T10" fmla="*/ 174 w 210"/>
                <a:gd name="T11" fmla="*/ 357 h 382"/>
                <a:gd name="T12" fmla="*/ 200 w 210"/>
                <a:gd name="T13" fmla="*/ 326 h 382"/>
                <a:gd name="T14" fmla="*/ 209 w 210"/>
                <a:gd name="T15" fmla="*/ 284 h 382"/>
                <a:gd name="T16" fmla="*/ 203 w 210"/>
                <a:gd name="T17" fmla="*/ 252 h 382"/>
                <a:gd name="T18" fmla="*/ 187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4 w 210"/>
                <a:gd name="T33" fmla="*/ 66 h 382"/>
                <a:gd name="T34" fmla="*/ 60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7 w 210"/>
                <a:gd name="T49" fmla="*/ 26 h 382"/>
                <a:gd name="T50" fmla="*/ 11 w 210"/>
                <a:gd name="T51" fmla="*/ 56 h 382"/>
                <a:gd name="T52" fmla="*/ 1 w 210"/>
                <a:gd name="T53" fmla="*/ 96 h 382"/>
                <a:gd name="T54" fmla="*/ 7 w 210"/>
                <a:gd name="T55" fmla="*/ 127 h 382"/>
                <a:gd name="T56" fmla="*/ 22 w 210"/>
                <a:gd name="T57" fmla="*/ 154 h 382"/>
                <a:gd name="T58" fmla="*/ 49 w 210"/>
                <a:gd name="T59" fmla="*/ 177 h 382"/>
                <a:gd name="T60" fmla="*/ 91 w 210"/>
                <a:gd name="T61" fmla="*/ 202 h 382"/>
                <a:gd name="T62" fmla="*/ 128 w 210"/>
                <a:gd name="T63" fmla="*/ 222 h 382"/>
                <a:gd name="T64" fmla="*/ 152 w 210"/>
                <a:gd name="T65" fmla="*/ 241 h 382"/>
                <a:gd name="T66" fmla="*/ 169 w 210"/>
                <a:gd name="T67" fmla="*/ 262 h 382"/>
                <a:gd name="T68" fmla="*/ 173 w 210"/>
                <a:gd name="T69" fmla="*/ 288 h 382"/>
                <a:gd name="T70" fmla="*/ 152 w 210"/>
                <a:gd name="T71" fmla="*/ 335 h 382"/>
                <a:gd name="T72" fmla="*/ 89 w 210"/>
                <a:gd name="T73" fmla="*/ 350 h 382"/>
                <a:gd name="T74" fmla="*/ 67 w 210"/>
                <a:gd name="T75" fmla="*/ 348 h 382"/>
                <a:gd name="T76" fmla="*/ 44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4" y="339"/>
                    <a:pt x="200" y="326"/>
                  </a:cubicBezTo>
                  <a:cubicBezTo>
                    <a:pt x="206" y="314"/>
                    <a:pt x="209" y="300"/>
                    <a:pt x="209" y="284"/>
                  </a:cubicBezTo>
                  <a:cubicBezTo>
                    <a:pt x="209" y="272"/>
                    <a:pt x="207" y="262"/>
                    <a:pt x="203" y="252"/>
                  </a:cubicBezTo>
                  <a:cubicBezTo>
                    <a:pt x="199" y="243"/>
                    <a:pt x="194" y="233"/>
                    <a:pt x="187" y="225"/>
                  </a:cubicBezTo>
                  <a:cubicBezTo>
                    <a:pt x="178" y="217"/>
                    <a:pt x="169" y="208"/>
                    <a:pt x="158" y="200"/>
                  </a:cubicBezTo>
                  <a:cubicBezTo>
                    <a:pt x="145" y="193"/>
                    <a:pt x="132" y="185"/>
                    <a:pt x="117" y="177"/>
                  </a:cubicBezTo>
                  <a:cubicBezTo>
                    <a:pt x="102" y="169"/>
                    <a:pt x="89" y="162"/>
                    <a:pt x="80" y="155"/>
                  </a:cubicBezTo>
                  <a:cubicBezTo>
                    <a:pt x="70" y="149"/>
                    <a:pt x="62" y="143"/>
                    <a:pt x="55" y="137"/>
                  </a:cubicBezTo>
                  <a:cubicBezTo>
                    <a:pt x="48" y="130"/>
                    <a:pt x="44" y="125"/>
                    <a:pt x="41" y="118"/>
                  </a:cubicBezTo>
                  <a:cubicBezTo>
                    <a:pt x="38" y="111"/>
                    <a:pt x="37" y="103"/>
                    <a:pt x="37" y="93"/>
                  </a:cubicBezTo>
                  <a:cubicBezTo>
                    <a:pt x="37" y="82"/>
                    <a:pt x="38" y="74"/>
                    <a:pt x="44" y="66"/>
                  </a:cubicBezTo>
                  <a:cubicBezTo>
                    <a:pt x="48" y="59"/>
                    <a:pt x="54" y="52"/>
                    <a:pt x="60" y="46"/>
                  </a:cubicBezTo>
                  <a:cubicBezTo>
                    <a:pt x="67" y="41"/>
                    <a:pt x="77" y="38"/>
                    <a:pt x="86" y="35"/>
                  </a:cubicBezTo>
                  <a:cubicBezTo>
                    <a:pt x="96" y="33"/>
                    <a:pt x="106" y="31"/>
                    <a:pt x="117" y="31"/>
                  </a:cubicBezTo>
                  <a:cubicBezTo>
                    <a:pt x="147" y="31"/>
                    <a:pt x="172" y="37"/>
                    <a:pt x="194" y="49"/>
                  </a:cubicBezTo>
                  <a:cubicBezTo>
                    <a:pt x="194" y="12"/>
                    <a:pt x="194" y="12"/>
                    <a:pt x="194" y="12"/>
                  </a:cubicBezTo>
                  <a:cubicBezTo>
                    <a:pt x="174" y="4"/>
                    <a:pt x="150" y="0"/>
                    <a:pt x="121" y="0"/>
                  </a:cubicBezTo>
                  <a:cubicBezTo>
                    <a:pt x="104" y="0"/>
                    <a:pt x="89" y="2"/>
                    <a:pt x="74" y="7"/>
                  </a:cubicBezTo>
                  <a:cubicBezTo>
                    <a:pt x="60" y="11"/>
                    <a:pt x="47" y="18"/>
                    <a:pt x="37" y="26"/>
                  </a:cubicBezTo>
                  <a:cubicBezTo>
                    <a:pt x="26" y="34"/>
                    <a:pt x="16" y="44"/>
                    <a:pt x="11" y="56"/>
                  </a:cubicBezTo>
                  <a:cubicBezTo>
                    <a:pt x="4" y="68"/>
                    <a:pt x="1" y="81"/>
                    <a:pt x="1" y="96"/>
                  </a:cubicBezTo>
                  <a:cubicBezTo>
                    <a:pt x="1" y="108"/>
                    <a:pt x="3" y="118"/>
                    <a:pt x="7" y="127"/>
                  </a:cubicBezTo>
                  <a:cubicBezTo>
                    <a:pt x="10" y="137"/>
                    <a:pt x="15" y="145"/>
                    <a:pt x="22" y="154"/>
                  </a:cubicBezTo>
                  <a:cubicBezTo>
                    <a:pt x="29" y="162"/>
                    <a:pt x="38" y="170"/>
                    <a:pt x="49" y="177"/>
                  </a:cubicBezTo>
                  <a:cubicBezTo>
                    <a:pt x="60" y="185"/>
                    <a:pt x="74" y="193"/>
                    <a:pt x="91" y="202"/>
                  </a:cubicBezTo>
                  <a:cubicBezTo>
                    <a:pt x="104" y="210"/>
                    <a:pt x="117" y="217"/>
                    <a:pt x="128" y="222"/>
                  </a:cubicBezTo>
                  <a:cubicBezTo>
                    <a:pt x="137" y="229"/>
                    <a:pt x="145" y="234"/>
                    <a:pt x="152" y="241"/>
                  </a:cubicBezTo>
                  <a:cubicBezTo>
                    <a:pt x="159" y="248"/>
                    <a:pt x="165" y="255"/>
                    <a:pt x="169" y="262"/>
                  </a:cubicBezTo>
                  <a:cubicBezTo>
                    <a:pt x="172" y="269"/>
                    <a:pt x="173" y="278"/>
                    <a:pt x="173" y="288"/>
                  </a:cubicBezTo>
                  <a:cubicBezTo>
                    <a:pt x="173" y="307"/>
                    <a:pt x="166" y="324"/>
                    <a:pt x="152" y="335"/>
                  </a:cubicBezTo>
                  <a:cubicBezTo>
                    <a:pt x="139" y="344"/>
                    <a:pt x="118" y="350"/>
                    <a:pt x="89" y="350"/>
                  </a:cubicBezTo>
                  <a:cubicBezTo>
                    <a:pt x="82" y="350"/>
                    <a:pt x="74" y="350"/>
                    <a:pt x="67" y="348"/>
                  </a:cubicBezTo>
                  <a:cubicBezTo>
                    <a:pt x="59" y="347"/>
                    <a:pt x="51" y="346"/>
                    <a:pt x="44" y="343"/>
                  </a:cubicBezTo>
                  <a:cubicBezTo>
                    <a:pt x="36" y="340"/>
                    <a:pt x="27" y="337"/>
                    <a:pt x="21" y="333"/>
                  </a:cubicBezTo>
                  <a:cubicBezTo>
                    <a:pt x="12" y="329"/>
                    <a:pt x="5" y="325"/>
                    <a:pt x="0" y="321"/>
                  </a:cubicBezTo>
                  <a:cubicBezTo>
                    <a:pt x="0" y="361"/>
                    <a:pt x="0" y="361"/>
                    <a:pt x="0" y="361"/>
                  </a:cubicBezTo>
                  <a:cubicBezTo>
                    <a:pt x="4" y="364"/>
                    <a:pt x="11" y="366"/>
                    <a:pt x="18" y="369"/>
                  </a:cubicBezTo>
                  <a:cubicBezTo>
                    <a:pt x="26"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8" name="Freeform 152">
              <a:extLst>
                <a:ext uri="{FF2B5EF4-FFF2-40B4-BE49-F238E27FC236}">
                  <a16:creationId xmlns:a16="http://schemas.microsoft.com/office/drawing/2014/main" id="{2A01BD66-E08D-1710-F8BF-19A67DAB0283}"/>
                </a:ext>
              </a:extLst>
            </p:cNvPr>
            <p:cNvSpPr>
              <a:spLocks noChangeArrowheads="1"/>
            </p:cNvSpPr>
            <p:nvPr/>
          </p:nvSpPr>
          <p:spPr bwMode="auto">
            <a:xfrm>
              <a:off x="8526463" y="811213"/>
              <a:ext cx="76200" cy="138112"/>
            </a:xfrm>
            <a:custGeom>
              <a:avLst/>
              <a:gdLst>
                <a:gd name="T0" fmla="*/ 43 w 211"/>
                <a:gd name="T1" fmla="*/ 376 h 382"/>
                <a:gd name="T2" fmla="*/ 43 w 211"/>
                <a:gd name="T3" fmla="*/ 376 h 382"/>
                <a:gd name="T4" fmla="*/ 68 w 211"/>
                <a:gd name="T5" fmla="*/ 380 h 382"/>
                <a:gd name="T6" fmla="*/ 88 w 211"/>
                <a:gd name="T7" fmla="*/ 381 h 382"/>
                <a:gd name="T8" fmla="*/ 138 w 211"/>
                <a:gd name="T9" fmla="*/ 374 h 382"/>
                <a:gd name="T10" fmla="*/ 176 w 211"/>
                <a:gd name="T11" fmla="*/ 357 h 382"/>
                <a:gd name="T12" fmla="*/ 201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7 w 211"/>
                <a:gd name="T37" fmla="*/ 35 h 382"/>
                <a:gd name="T38" fmla="*/ 118 w 211"/>
                <a:gd name="T39" fmla="*/ 31 h 382"/>
                <a:gd name="T40" fmla="*/ 195 w 211"/>
                <a:gd name="T41" fmla="*/ 49 h 382"/>
                <a:gd name="T42" fmla="*/ 195 w 211"/>
                <a:gd name="T43" fmla="*/ 12 h 382"/>
                <a:gd name="T44" fmla="*/ 121 w 211"/>
                <a:gd name="T45" fmla="*/ 0 h 382"/>
                <a:gd name="T46" fmla="*/ 76 w 211"/>
                <a:gd name="T47" fmla="*/ 7 h 382"/>
                <a:gd name="T48" fmla="*/ 37 w 211"/>
                <a:gd name="T49" fmla="*/ 26 h 382"/>
                <a:gd name="T50" fmla="*/ 11 w 211"/>
                <a:gd name="T51" fmla="*/ 56 h 382"/>
                <a:gd name="T52" fmla="*/ 2 w 211"/>
                <a:gd name="T53" fmla="*/ 96 h 382"/>
                <a:gd name="T54" fmla="*/ 7 w 211"/>
                <a:gd name="T55" fmla="*/ 127 h 382"/>
                <a:gd name="T56" fmla="*/ 22 w 211"/>
                <a:gd name="T57" fmla="*/ 154 h 382"/>
                <a:gd name="T58" fmla="*/ 50 w 211"/>
                <a:gd name="T59" fmla="*/ 177 h 382"/>
                <a:gd name="T60" fmla="*/ 91 w 211"/>
                <a:gd name="T61" fmla="*/ 202 h 382"/>
                <a:gd name="T62" fmla="*/ 128 w 211"/>
                <a:gd name="T63" fmla="*/ 222 h 382"/>
                <a:gd name="T64" fmla="*/ 154 w 211"/>
                <a:gd name="T65" fmla="*/ 241 h 382"/>
                <a:gd name="T66" fmla="*/ 169 w 211"/>
                <a:gd name="T67" fmla="*/ 262 h 382"/>
                <a:gd name="T68" fmla="*/ 175 w 211"/>
                <a:gd name="T69" fmla="*/ 288 h 382"/>
                <a:gd name="T70" fmla="*/ 153 w 211"/>
                <a:gd name="T71" fmla="*/ 335 h 382"/>
                <a:gd name="T72" fmla="*/ 91 w 211"/>
                <a:gd name="T73" fmla="*/ 350 h 382"/>
                <a:gd name="T74" fmla="*/ 68 w 211"/>
                <a:gd name="T75" fmla="*/ 348 h 382"/>
                <a:gd name="T76" fmla="*/ 44 w 211"/>
                <a:gd name="T77" fmla="*/ 343 h 382"/>
                <a:gd name="T78" fmla="*/ 21 w 211"/>
                <a:gd name="T79" fmla="*/ 333 h 382"/>
                <a:gd name="T80" fmla="*/ 0 w 211"/>
                <a:gd name="T81" fmla="*/ 321 h 382"/>
                <a:gd name="T82" fmla="*/ 0 w 211"/>
                <a:gd name="T83" fmla="*/ 361 h 382"/>
                <a:gd name="T84" fmla="*/ 20 w 211"/>
                <a:gd name="T85" fmla="*/ 369 h 382"/>
                <a:gd name="T86" fmla="*/ 43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3" y="376"/>
                  </a:moveTo>
                  <a:lnTo>
                    <a:pt x="43" y="376"/>
                  </a:lnTo>
                  <a:cubicBezTo>
                    <a:pt x="51" y="377"/>
                    <a:pt x="59" y="379"/>
                    <a:pt x="68" y="380"/>
                  </a:cubicBezTo>
                  <a:cubicBezTo>
                    <a:pt x="75" y="381"/>
                    <a:pt x="81" y="381"/>
                    <a:pt x="88" y="381"/>
                  </a:cubicBezTo>
                  <a:cubicBezTo>
                    <a:pt x="106" y="381"/>
                    <a:pt x="123" y="379"/>
                    <a:pt x="138" y="374"/>
                  </a:cubicBezTo>
                  <a:cubicBezTo>
                    <a:pt x="151" y="370"/>
                    <a:pt x="165" y="365"/>
                    <a:pt x="176" y="357"/>
                  </a:cubicBezTo>
                  <a:cubicBezTo>
                    <a:pt x="187" y="348"/>
                    <a:pt x="195" y="339"/>
                    <a:pt x="201" y="326"/>
                  </a:cubicBezTo>
                  <a:cubicBezTo>
                    <a:pt x="206" y="314"/>
                    <a:pt x="210" y="300"/>
                    <a:pt x="210" y="284"/>
                  </a:cubicBezTo>
                  <a:cubicBezTo>
                    <a:pt x="210" y="272"/>
                    <a:pt x="208" y="262"/>
                    <a:pt x="204" y="252"/>
                  </a:cubicBezTo>
                  <a:cubicBezTo>
                    <a:pt x="201" y="243"/>
                    <a:pt x="195" y="233"/>
                    <a:pt x="187" y="225"/>
                  </a:cubicBezTo>
                  <a:cubicBezTo>
                    <a:pt x="179" y="217"/>
                    <a:pt x="169" y="208"/>
                    <a:pt x="158" y="200"/>
                  </a:cubicBezTo>
                  <a:cubicBezTo>
                    <a:pt x="147" y="193"/>
                    <a:pt x="134" y="185"/>
                    <a:pt x="118" y="177"/>
                  </a:cubicBezTo>
                  <a:cubicBezTo>
                    <a:pt x="103" y="169"/>
                    <a:pt x="91" y="162"/>
                    <a:pt x="80" y="155"/>
                  </a:cubicBezTo>
                  <a:cubicBezTo>
                    <a:pt x="70" y="149"/>
                    <a:pt x="62" y="143"/>
                    <a:pt x="55" y="137"/>
                  </a:cubicBezTo>
                  <a:cubicBezTo>
                    <a:pt x="50" y="130"/>
                    <a:pt x="46" y="125"/>
                    <a:pt x="42" y="118"/>
                  </a:cubicBezTo>
                  <a:cubicBezTo>
                    <a:pt x="39" y="111"/>
                    <a:pt x="37" y="103"/>
                    <a:pt x="37" y="93"/>
                  </a:cubicBezTo>
                  <a:cubicBezTo>
                    <a:pt x="37" y="82"/>
                    <a:pt x="40" y="74"/>
                    <a:pt x="44" y="66"/>
                  </a:cubicBezTo>
                  <a:cubicBezTo>
                    <a:pt x="48" y="59"/>
                    <a:pt x="54" y="52"/>
                    <a:pt x="62" y="46"/>
                  </a:cubicBezTo>
                  <a:cubicBezTo>
                    <a:pt x="69" y="41"/>
                    <a:pt x="77" y="38"/>
                    <a:pt x="87" y="35"/>
                  </a:cubicBezTo>
                  <a:cubicBezTo>
                    <a:pt x="96" y="33"/>
                    <a:pt x="107" y="31"/>
                    <a:pt x="118" y="31"/>
                  </a:cubicBezTo>
                  <a:cubicBezTo>
                    <a:pt x="147" y="31"/>
                    <a:pt x="173" y="37"/>
                    <a:pt x="195" y="49"/>
                  </a:cubicBezTo>
                  <a:cubicBezTo>
                    <a:pt x="195" y="12"/>
                    <a:pt x="195" y="12"/>
                    <a:pt x="195" y="12"/>
                  </a:cubicBezTo>
                  <a:cubicBezTo>
                    <a:pt x="175" y="4"/>
                    <a:pt x="151" y="0"/>
                    <a:pt x="121" y="0"/>
                  </a:cubicBezTo>
                  <a:cubicBezTo>
                    <a:pt x="105" y="0"/>
                    <a:pt x="90" y="2"/>
                    <a:pt x="76" y="7"/>
                  </a:cubicBezTo>
                  <a:cubicBezTo>
                    <a:pt x="61" y="11"/>
                    <a:pt x="48" y="18"/>
                    <a:pt x="37" y="26"/>
                  </a:cubicBezTo>
                  <a:cubicBezTo>
                    <a:pt x="26" y="34"/>
                    <a:pt x="18" y="44"/>
                    <a:pt x="11" y="56"/>
                  </a:cubicBezTo>
                  <a:cubicBezTo>
                    <a:pt x="6" y="68"/>
                    <a:pt x="2" y="81"/>
                    <a:pt x="2" y="96"/>
                  </a:cubicBezTo>
                  <a:cubicBezTo>
                    <a:pt x="2" y="108"/>
                    <a:pt x="5" y="118"/>
                    <a:pt x="7" y="127"/>
                  </a:cubicBezTo>
                  <a:cubicBezTo>
                    <a:pt x="10" y="137"/>
                    <a:pt x="15" y="145"/>
                    <a:pt x="22" y="154"/>
                  </a:cubicBezTo>
                  <a:cubicBezTo>
                    <a:pt x="31" y="162"/>
                    <a:pt x="39" y="170"/>
                    <a:pt x="50" y="177"/>
                  </a:cubicBezTo>
                  <a:cubicBezTo>
                    <a:pt x="62" y="185"/>
                    <a:pt x="75" y="193"/>
                    <a:pt x="91" y="202"/>
                  </a:cubicBezTo>
                  <a:cubicBezTo>
                    <a:pt x="105" y="210"/>
                    <a:pt x="117" y="217"/>
                    <a:pt x="128" y="222"/>
                  </a:cubicBezTo>
                  <a:cubicBezTo>
                    <a:pt x="139" y="229"/>
                    <a:pt x="147" y="234"/>
                    <a:pt x="154" y="241"/>
                  </a:cubicBezTo>
                  <a:cubicBezTo>
                    <a:pt x="161" y="248"/>
                    <a:pt x="166" y="255"/>
                    <a:pt x="169" y="262"/>
                  </a:cubicBezTo>
                  <a:cubicBezTo>
                    <a:pt x="172" y="269"/>
                    <a:pt x="175" y="278"/>
                    <a:pt x="175" y="288"/>
                  </a:cubicBezTo>
                  <a:cubicBezTo>
                    <a:pt x="175" y="307"/>
                    <a:pt x="166" y="324"/>
                    <a:pt x="153" y="335"/>
                  </a:cubicBezTo>
                  <a:cubicBezTo>
                    <a:pt x="139" y="344"/>
                    <a:pt x="118" y="350"/>
                    <a:pt x="91" y="350"/>
                  </a:cubicBezTo>
                  <a:cubicBezTo>
                    <a:pt x="83" y="350"/>
                    <a:pt x="76" y="350"/>
                    <a:pt x="68" y="348"/>
                  </a:cubicBezTo>
                  <a:cubicBezTo>
                    <a:pt x="59" y="347"/>
                    <a:pt x="53" y="346"/>
                    <a:pt x="44" y="343"/>
                  </a:cubicBezTo>
                  <a:cubicBezTo>
                    <a:pt x="36" y="340"/>
                    <a:pt x="29" y="337"/>
                    <a:pt x="21" y="333"/>
                  </a:cubicBezTo>
                  <a:cubicBezTo>
                    <a:pt x="14" y="329"/>
                    <a:pt x="7" y="325"/>
                    <a:pt x="0" y="321"/>
                  </a:cubicBezTo>
                  <a:cubicBezTo>
                    <a:pt x="0" y="361"/>
                    <a:pt x="0" y="361"/>
                    <a:pt x="0" y="361"/>
                  </a:cubicBezTo>
                  <a:cubicBezTo>
                    <a:pt x="6" y="364"/>
                    <a:pt x="11" y="366"/>
                    <a:pt x="20" y="369"/>
                  </a:cubicBezTo>
                  <a:cubicBezTo>
                    <a:pt x="26" y="372"/>
                    <a:pt x="35" y="374"/>
                    <a:pt x="43"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3">
              <a:extLst>
                <a:ext uri="{FF2B5EF4-FFF2-40B4-BE49-F238E27FC236}">
                  <a16:creationId xmlns:a16="http://schemas.microsoft.com/office/drawing/2014/main" id="{75B18C30-EDA4-E250-9370-A2861278E337}"/>
                </a:ext>
              </a:extLst>
            </p:cNvPr>
            <p:cNvSpPr>
              <a:spLocks noChangeArrowheads="1"/>
            </p:cNvSpPr>
            <p:nvPr/>
          </p:nvSpPr>
          <p:spPr bwMode="auto">
            <a:xfrm>
              <a:off x="8680450" y="814388"/>
              <a:ext cx="66675" cy="131762"/>
            </a:xfrm>
            <a:custGeom>
              <a:avLst/>
              <a:gdLst>
                <a:gd name="T0" fmla="*/ 34 w 184"/>
                <a:gd name="T1" fmla="*/ 0 h 368"/>
                <a:gd name="T2" fmla="*/ 0 w 184"/>
                <a:gd name="T3" fmla="*/ 0 h 368"/>
                <a:gd name="T4" fmla="*/ 0 w 184"/>
                <a:gd name="T5" fmla="*/ 367 h 368"/>
                <a:gd name="T6" fmla="*/ 183 w 184"/>
                <a:gd name="T7" fmla="*/ 367 h 368"/>
                <a:gd name="T8" fmla="*/ 183 w 184"/>
                <a:gd name="T9" fmla="*/ 337 h 368"/>
                <a:gd name="T10" fmla="*/ 34 w 184"/>
                <a:gd name="T11" fmla="*/ 337 h 368"/>
                <a:gd name="T12" fmla="*/ 34 w 184"/>
                <a:gd name="T13" fmla="*/ 0 h 368"/>
              </a:gdLst>
              <a:ahLst/>
              <a:cxnLst>
                <a:cxn ang="0">
                  <a:pos x="T0" y="T1"/>
                </a:cxn>
                <a:cxn ang="0">
                  <a:pos x="T2" y="T3"/>
                </a:cxn>
                <a:cxn ang="0">
                  <a:pos x="T4" y="T5"/>
                </a:cxn>
                <a:cxn ang="0">
                  <a:pos x="T6" y="T7"/>
                </a:cxn>
                <a:cxn ang="0">
                  <a:pos x="T8" y="T9"/>
                </a:cxn>
                <a:cxn ang="0">
                  <a:pos x="T10" y="T11"/>
                </a:cxn>
                <a:cxn ang="0">
                  <a:pos x="T12" y="T13"/>
                </a:cxn>
              </a:cxnLst>
              <a:rect l="0" t="0" r="r" b="b"/>
              <a:pathLst>
                <a:path w="184" h="368">
                  <a:moveTo>
                    <a:pt x="34" y="0"/>
                  </a:moveTo>
                  <a:lnTo>
                    <a:pt x="0" y="0"/>
                  </a:lnTo>
                  <a:lnTo>
                    <a:pt x="0" y="367"/>
                  </a:lnTo>
                  <a:lnTo>
                    <a:pt x="183" y="367"/>
                  </a:lnTo>
                  <a:lnTo>
                    <a:pt x="183"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4">
              <a:extLst>
                <a:ext uri="{FF2B5EF4-FFF2-40B4-BE49-F238E27FC236}">
                  <a16:creationId xmlns:a16="http://schemas.microsoft.com/office/drawing/2014/main" id="{78A5F18D-AF18-C074-D256-A1DA11300630}"/>
                </a:ext>
              </a:extLst>
            </p:cNvPr>
            <p:cNvSpPr>
              <a:spLocks noChangeArrowheads="1"/>
            </p:cNvSpPr>
            <p:nvPr/>
          </p:nvSpPr>
          <p:spPr bwMode="auto">
            <a:xfrm>
              <a:off x="8769350" y="814388"/>
              <a:ext cx="12700" cy="131762"/>
            </a:xfrm>
            <a:custGeom>
              <a:avLst/>
              <a:gdLst>
                <a:gd name="T0" fmla="*/ 0 w 35"/>
                <a:gd name="T1" fmla="*/ 367 h 368"/>
                <a:gd name="T2" fmla="*/ 34 w 35"/>
                <a:gd name="T3" fmla="*/ 367 h 368"/>
                <a:gd name="T4" fmla="*/ 34 w 35"/>
                <a:gd name="T5" fmla="*/ 0 h 368"/>
                <a:gd name="T6" fmla="*/ 0 w 35"/>
                <a:gd name="T7" fmla="*/ 0 h 368"/>
                <a:gd name="T8" fmla="*/ 0 w 35"/>
                <a:gd name="T9" fmla="*/ 367 h 368"/>
              </a:gdLst>
              <a:ahLst/>
              <a:cxnLst>
                <a:cxn ang="0">
                  <a:pos x="T0" y="T1"/>
                </a:cxn>
                <a:cxn ang="0">
                  <a:pos x="T2" y="T3"/>
                </a:cxn>
                <a:cxn ang="0">
                  <a:pos x="T4" y="T5"/>
                </a:cxn>
                <a:cxn ang="0">
                  <a:pos x="T6" y="T7"/>
                </a:cxn>
                <a:cxn ang="0">
                  <a:pos x="T8" y="T9"/>
                </a:cxn>
              </a:cxnLst>
              <a:rect l="0" t="0" r="r" b="b"/>
              <a:pathLst>
                <a:path w="35" h="368">
                  <a:moveTo>
                    <a:pt x="0" y="367"/>
                  </a:moveTo>
                  <a:lnTo>
                    <a:pt x="34" y="367"/>
                  </a:lnTo>
                  <a:lnTo>
                    <a:pt x="34" y="0"/>
                  </a:lnTo>
                  <a:lnTo>
                    <a:pt x="0" y="0"/>
                  </a:lnTo>
                  <a:lnTo>
                    <a:pt x="0"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5">
              <a:extLst>
                <a:ext uri="{FF2B5EF4-FFF2-40B4-BE49-F238E27FC236}">
                  <a16:creationId xmlns:a16="http://schemas.microsoft.com/office/drawing/2014/main" id="{3FCF848D-CF58-80CE-9326-7B17F026E84C}"/>
                </a:ext>
              </a:extLst>
            </p:cNvPr>
            <p:cNvSpPr>
              <a:spLocks noChangeArrowheads="1"/>
            </p:cNvSpPr>
            <p:nvPr/>
          </p:nvSpPr>
          <p:spPr bwMode="auto">
            <a:xfrm>
              <a:off x="8816975" y="814388"/>
              <a:ext cx="104775" cy="131762"/>
            </a:xfrm>
            <a:custGeom>
              <a:avLst/>
              <a:gdLst>
                <a:gd name="T0" fmla="*/ 34 w 289"/>
                <a:gd name="T1" fmla="*/ 82 h 368"/>
                <a:gd name="T2" fmla="*/ 34 w 289"/>
                <a:gd name="T3" fmla="*/ 82 h 368"/>
                <a:gd name="T4" fmla="*/ 33 w 289"/>
                <a:gd name="T5" fmla="*/ 61 h 368"/>
                <a:gd name="T6" fmla="*/ 33 w 289"/>
                <a:gd name="T7" fmla="*/ 49 h 368"/>
                <a:gd name="T8" fmla="*/ 34 w 289"/>
                <a:gd name="T9" fmla="*/ 49 h 368"/>
                <a:gd name="T10" fmla="*/ 40 w 289"/>
                <a:gd name="T11" fmla="*/ 60 h 368"/>
                <a:gd name="T12" fmla="*/ 48 w 289"/>
                <a:gd name="T13" fmla="*/ 72 h 368"/>
                <a:gd name="T14" fmla="*/ 253 w 289"/>
                <a:gd name="T15" fmla="*/ 367 h 368"/>
                <a:gd name="T16" fmla="*/ 288 w 289"/>
                <a:gd name="T17" fmla="*/ 367 h 368"/>
                <a:gd name="T18" fmla="*/ 288 w 289"/>
                <a:gd name="T19" fmla="*/ 0 h 368"/>
                <a:gd name="T20" fmla="*/ 254 w 289"/>
                <a:gd name="T21" fmla="*/ 0 h 368"/>
                <a:gd name="T22" fmla="*/ 254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4 w 289"/>
                <a:gd name="T41" fmla="*/ 367 h 368"/>
                <a:gd name="T42" fmla="*/ 34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4" y="82"/>
                  </a:moveTo>
                  <a:lnTo>
                    <a:pt x="34" y="82"/>
                  </a:lnTo>
                  <a:cubicBezTo>
                    <a:pt x="34" y="74"/>
                    <a:pt x="34" y="67"/>
                    <a:pt x="33" y="61"/>
                  </a:cubicBezTo>
                  <a:cubicBezTo>
                    <a:pt x="33" y="56"/>
                    <a:pt x="33" y="52"/>
                    <a:pt x="33" y="49"/>
                  </a:cubicBezTo>
                  <a:cubicBezTo>
                    <a:pt x="34" y="49"/>
                    <a:pt x="34" y="49"/>
                    <a:pt x="34" y="49"/>
                  </a:cubicBezTo>
                  <a:cubicBezTo>
                    <a:pt x="36" y="52"/>
                    <a:pt x="37" y="56"/>
                    <a:pt x="40" y="60"/>
                  </a:cubicBezTo>
                  <a:cubicBezTo>
                    <a:pt x="43" y="64"/>
                    <a:pt x="45" y="68"/>
                    <a:pt x="48" y="72"/>
                  </a:cubicBezTo>
                  <a:cubicBezTo>
                    <a:pt x="253" y="367"/>
                    <a:pt x="253" y="367"/>
                    <a:pt x="253" y="367"/>
                  </a:cubicBezTo>
                  <a:cubicBezTo>
                    <a:pt x="288" y="367"/>
                    <a:pt x="288" y="367"/>
                    <a:pt x="288" y="367"/>
                  </a:cubicBez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3" y="313"/>
                    <a:pt x="250" y="308"/>
                    <a:pt x="247" y="304"/>
                  </a:cubicBezTo>
                  <a:cubicBezTo>
                    <a:pt x="244" y="300"/>
                    <a:pt x="242" y="296"/>
                    <a:pt x="239" y="292"/>
                  </a:cubicBezTo>
                  <a:cubicBezTo>
                    <a:pt x="37" y="0"/>
                    <a:pt x="37" y="0"/>
                    <a:pt x="37" y="0"/>
                  </a:cubicBezTo>
                  <a:cubicBezTo>
                    <a:pt x="0" y="0"/>
                    <a:pt x="0" y="0"/>
                    <a:pt x="0" y="0"/>
                  </a:cubicBezTo>
                  <a:cubicBezTo>
                    <a:pt x="0" y="367"/>
                    <a:pt x="0" y="367"/>
                    <a:pt x="0" y="367"/>
                  </a:cubicBezTo>
                  <a:cubicBezTo>
                    <a:pt x="34" y="367"/>
                    <a:pt x="34" y="367"/>
                    <a:pt x="34" y="367"/>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2" name="Freeform 156">
              <a:extLst>
                <a:ext uri="{FF2B5EF4-FFF2-40B4-BE49-F238E27FC236}">
                  <a16:creationId xmlns:a16="http://schemas.microsoft.com/office/drawing/2014/main" id="{70BEA949-4564-89A4-A732-07E721FF49B5}"/>
                </a:ext>
              </a:extLst>
            </p:cNvPr>
            <p:cNvSpPr>
              <a:spLocks noChangeArrowheads="1"/>
            </p:cNvSpPr>
            <p:nvPr/>
          </p:nvSpPr>
          <p:spPr bwMode="auto">
            <a:xfrm>
              <a:off x="8953500" y="814388"/>
              <a:ext cx="68263" cy="131762"/>
            </a:xfrm>
            <a:custGeom>
              <a:avLst/>
              <a:gdLst>
                <a:gd name="T0" fmla="*/ 190 w 191"/>
                <a:gd name="T1" fmla="*/ 337 h 368"/>
                <a:gd name="T2" fmla="*/ 34 w 191"/>
                <a:gd name="T3" fmla="*/ 337 h 368"/>
                <a:gd name="T4" fmla="*/ 34 w 191"/>
                <a:gd name="T5" fmla="*/ 197 h 368"/>
                <a:gd name="T6" fmla="*/ 170 w 191"/>
                <a:gd name="T7" fmla="*/ 197 h 368"/>
                <a:gd name="T8" fmla="*/ 170 w 191"/>
                <a:gd name="T9" fmla="*/ 166 h 368"/>
                <a:gd name="T10" fmla="*/ 34 w 191"/>
                <a:gd name="T11" fmla="*/ 166 h 368"/>
                <a:gd name="T12" fmla="*/ 34 w 191"/>
                <a:gd name="T13" fmla="*/ 30 h 368"/>
                <a:gd name="T14" fmla="*/ 181 w 191"/>
                <a:gd name="T15" fmla="*/ 30 h 368"/>
                <a:gd name="T16" fmla="*/ 181 w 191"/>
                <a:gd name="T17" fmla="*/ 0 h 368"/>
                <a:gd name="T18" fmla="*/ 0 w 191"/>
                <a:gd name="T19" fmla="*/ 0 h 368"/>
                <a:gd name="T20" fmla="*/ 0 w 191"/>
                <a:gd name="T21" fmla="*/ 367 h 368"/>
                <a:gd name="T22" fmla="*/ 190 w 191"/>
                <a:gd name="T23" fmla="*/ 367 h 368"/>
                <a:gd name="T24" fmla="*/ 190 w 191"/>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68">
                  <a:moveTo>
                    <a:pt x="190" y="337"/>
                  </a:moveTo>
                  <a:lnTo>
                    <a:pt x="34" y="337"/>
                  </a:lnTo>
                  <a:lnTo>
                    <a:pt x="34" y="197"/>
                  </a:lnTo>
                  <a:lnTo>
                    <a:pt x="170" y="197"/>
                  </a:lnTo>
                  <a:lnTo>
                    <a:pt x="170" y="166"/>
                  </a:lnTo>
                  <a:lnTo>
                    <a:pt x="34" y="166"/>
                  </a:lnTo>
                  <a:lnTo>
                    <a:pt x="34" y="30"/>
                  </a:lnTo>
                  <a:lnTo>
                    <a:pt x="181" y="30"/>
                  </a:lnTo>
                  <a:lnTo>
                    <a:pt x="181" y="0"/>
                  </a:lnTo>
                  <a:lnTo>
                    <a:pt x="0" y="0"/>
                  </a:lnTo>
                  <a:lnTo>
                    <a:pt x="0" y="367"/>
                  </a:lnTo>
                  <a:lnTo>
                    <a:pt x="190" y="367"/>
                  </a:lnTo>
                  <a:lnTo>
                    <a:pt x="190"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7">
              <a:extLst>
                <a:ext uri="{FF2B5EF4-FFF2-40B4-BE49-F238E27FC236}">
                  <a16:creationId xmlns:a16="http://schemas.microsoft.com/office/drawing/2014/main" id="{09F08F58-568C-2783-D95A-23BB4B0FDDEF}"/>
                </a:ext>
              </a:extLst>
            </p:cNvPr>
            <p:cNvSpPr>
              <a:spLocks noChangeArrowheads="1"/>
            </p:cNvSpPr>
            <p:nvPr/>
          </p:nvSpPr>
          <p:spPr bwMode="auto">
            <a:xfrm>
              <a:off x="91027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8">
              <a:extLst>
                <a:ext uri="{FF2B5EF4-FFF2-40B4-BE49-F238E27FC236}">
                  <a16:creationId xmlns:a16="http://schemas.microsoft.com/office/drawing/2014/main" id="{1DE11C2E-E08B-690E-83FE-545003940825}"/>
                </a:ext>
              </a:extLst>
            </p:cNvPr>
            <p:cNvSpPr>
              <a:spLocks noChangeArrowheads="1"/>
            </p:cNvSpPr>
            <p:nvPr/>
          </p:nvSpPr>
          <p:spPr bwMode="auto">
            <a:xfrm>
              <a:off x="9140825" y="811213"/>
              <a:ext cx="96838" cy="138112"/>
            </a:xfrm>
            <a:custGeom>
              <a:avLst/>
              <a:gdLst>
                <a:gd name="T0" fmla="*/ 108 w 270"/>
                <a:gd name="T1" fmla="*/ 15 h 382"/>
                <a:gd name="T2" fmla="*/ 108 w 270"/>
                <a:gd name="T3" fmla="*/ 15 h 382"/>
                <a:gd name="T4" fmla="*/ 49 w 270"/>
                <a:gd name="T5" fmla="*/ 57 h 382"/>
                <a:gd name="T6" fmla="*/ 12 w 270"/>
                <a:gd name="T7" fmla="*/ 119 h 382"/>
                <a:gd name="T8" fmla="*/ 0 w 270"/>
                <a:gd name="T9" fmla="*/ 197 h 382"/>
                <a:gd name="T10" fmla="*/ 12 w 270"/>
                <a:gd name="T11" fmla="*/ 272 h 382"/>
                <a:gd name="T12" fmla="*/ 47 w 270"/>
                <a:gd name="T13" fmla="*/ 329 h 382"/>
                <a:gd name="T14" fmla="*/ 102 w 270"/>
                <a:gd name="T15" fmla="*/ 368 h 382"/>
                <a:gd name="T16" fmla="*/ 172 w 270"/>
                <a:gd name="T17" fmla="*/ 381 h 382"/>
                <a:gd name="T18" fmla="*/ 269 w 270"/>
                <a:gd name="T19" fmla="*/ 361 h 382"/>
                <a:gd name="T20" fmla="*/ 269 w 270"/>
                <a:gd name="T21" fmla="*/ 328 h 382"/>
                <a:gd name="T22" fmla="*/ 176 w 270"/>
                <a:gd name="T23" fmla="*/ 350 h 382"/>
                <a:gd name="T24" fmla="*/ 115 w 270"/>
                <a:gd name="T25" fmla="*/ 337 h 382"/>
                <a:gd name="T26" fmla="*/ 71 w 270"/>
                <a:gd name="T27" fmla="*/ 304 h 382"/>
                <a:gd name="T28" fmla="*/ 44 w 270"/>
                <a:gd name="T29" fmla="*/ 255 h 382"/>
                <a:gd name="T30" fmla="*/ 36 w 270"/>
                <a:gd name="T31" fmla="*/ 195 h 382"/>
                <a:gd name="T32" fmla="*/ 45 w 270"/>
                <a:gd name="T33" fmla="*/ 130 h 382"/>
                <a:gd name="T34" fmla="*/ 74 w 270"/>
                <a:gd name="T35" fmla="*/ 78 h 382"/>
                <a:gd name="T36" fmla="*/ 121 w 270"/>
                <a:gd name="T37" fmla="*/ 44 h 382"/>
                <a:gd name="T38" fmla="*/ 185 w 270"/>
                <a:gd name="T39" fmla="*/ 31 h 382"/>
                <a:gd name="T40" fmla="*/ 269 w 270"/>
                <a:gd name="T41" fmla="*/ 51 h 382"/>
                <a:gd name="T42" fmla="*/ 269 w 270"/>
                <a:gd name="T43" fmla="*/ 15 h 382"/>
                <a:gd name="T44" fmla="*/ 185 w 270"/>
                <a:gd name="T45" fmla="*/ 0 h 382"/>
                <a:gd name="T46" fmla="*/ 108 w 270"/>
                <a:gd name="T47" fmla="*/ 1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108" y="15"/>
                  </a:moveTo>
                  <a:lnTo>
                    <a:pt x="108" y="15"/>
                  </a:lnTo>
                  <a:cubicBezTo>
                    <a:pt x="85" y="24"/>
                    <a:pt x="66" y="40"/>
                    <a:pt x="49" y="57"/>
                  </a:cubicBezTo>
                  <a:cubicBezTo>
                    <a:pt x="34" y="75"/>
                    <a:pt x="21" y="96"/>
                    <a:pt x="12" y="119"/>
                  </a:cubicBezTo>
                  <a:cubicBezTo>
                    <a:pt x="4" y="144"/>
                    <a:pt x="0" y="170"/>
                    <a:pt x="0" y="197"/>
                  </a:cubicBezTo>
                  <a:cubicBezTo>
                    <a:pt x="0" y="225"/>
                    <a:pt x="4" y="248"/>
                    <a:pt x="12" y="272"/>
                  </a:cubicBezTo>
                  <a:cubicBezTo>
                    <a:pt x="21" y="293"/>
                    <a:pt x="32" y="313"/>
                    <a:pt x="47" y="329"/>
                  </a:cubicBezTo>
                  <a:cubicBezTo>
                    <a:pt x="62" y="346"/>
                    <a:pt x="80" y="358"/>
                    <a:pt x="102" y="368"/>
                  </a:cubicBezTo>
                  <a:cubicBezTo>
                    <a:pt x="122" y="377"/>
                    <a:pt x="146" y="381"/>
                    <a:pt x="172" y="381"/>
                  </a:cubicBezTo>
                  <a:cubicBezTo>
                    <a:pt x="209" y="381"/>
                    <a:pt x="242" y="374"/>
                    <a:pt x="269" y="361"/>
                  </a:cubicBezTo>
                  <a:cubicBezTo>
                    <a:pt x="269" y="328"/>
                    <a:pt x="269" y="328"/>
                    <a:pt x="269" y="328"/>
                  </a:cubicBezTo>
                  <a:cubicBezTo>
                    <a:pt x="243" y="343"/>
                    <a:pt x="211" y="350"/>
                    <a:pt x="176" y="350"/>
                  </a:cubicBezTo>
                  <a:cubicBezTo>
                    <a:pt x="152" y="350"/>
                    <a:pt x="132" y="346"/>
                    <a:pt x="115" y="337"/>
                  </a:cubicBezTo>
                  <a:cubicBezTo>
                    <a:pt x="97" y="329"/>
                    <a:pt x="82" y="318"/>
                    <a:pt x="71" y="304"/>
                  </a:cubicBezTo>
                  <a:cubicBezTo>
                    <a:pt x="59" y="291"/>
                    <a:pt x="51" y="274"/>
                    <a:pt x="44" y="255"/>
                  </a:cubicBezTo>
                  <a:cubicBezTo>
                    <a:pt x="38" y="236"/>
                    <a:pt x="36" y="217"/>
                    <a:pt x="36" y="195"/>
                  </a:cubicBezTo>
                  <a:cubicBezTo>
                    <a:pt x="36" y="171"/>
                    <a:pt x="38" y="149"/>
                    <a:pt x="45" y="130"/>
                  </a:cubicBezTo>
                  <a:cubicBezTo>
                    <a:pt x="52" y="110"/>
                    <a:pt x="62" y="92"/>
                    <a:pt x="74" y="78"/>
                  </a:cubicBezTo>
                  <a:cubicBezTo>
                    <a:pt x="88" y="63"/>
                    <a:pt x="103" y="52"/>
                    <a:pt x="121" y="44"/>
                  </a:cubicBezTo>
                  <a:cubicBezTo>
                    <a:pt x="140" y="35"/>
                    <a:pt x="161" y="31"/>
                    <a:pt x="185" y="31"/>
                  </a:cubicBezTo>
                  <a:cubicBezTo>
                    <a:pt x="215" y="31"/>
                    <a:pt x="243" y="38"/>
                    <a:pt x="269" y="51"/>
                  </a:cubicBezTo>
                  <a:cubicBezTo>
                    <a:pt x="269" y="15"/>
                    <a:pt x="269" y="15"/>
                    <a:pt x="269" y="15"/>
                  </a:cubicBezTo>
                  <a:cubicBezTo>
                    <a:pt x="244" y="5"/>
                    <a:pt x="217" y="0"/>
                    <a:pt x="185" y="0"/>
                  </a:cubicBezTo>
                  <a:cubicBezTo>
                    <a:pt x="157" y="0"/>
                    <a:pt x="132" y="5"/>
                    <a:pt x="108"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9">
              <a:extLst>
                <a:ext uri="{FF2B5EF4-FFF2-40B4-BE49-F238E27FC236}">
                  <a16:creationId xmlns:a16="http://schemas.microsoft.com/office/drawing/2014/main" id="{1D624AC8-CA8C-5B5F-DD36-F9F8E9FED169}"/>
                </a:ext>
              </a:extLst>
            </p:cNvPr>
            <p:cNvSpPr>
              <a:spLocks noChangeArrowheads="1"/>
            </p:cNvSpPr>
            <p:nvPr/>
          </p:nvSpPr>
          <p:spPr bwMode="auto">
            <a:xfrm>
              <a:off x="9256713" y="811213"/>
              <a:ext cx="125412" cy="138112"/>
            </a:xfrm>
            <a:custGeom>
              <a:avLst/>
              <a:gdLst>
                <a:gd name="T0" fmla="*/ 45 w 348"/>
                <a:gd name="T1" fmla="*/ 328 h 382"/>
                <a:gd name="T2" fmla="*/ 45 w 348"/>
                <a:gd name="T3" fmla="*/ 328 h 382"/>
                <a:gd name="T4" fmla="*/ 100 w 348"/>
                <a:gd name="T5" fmla="*/ 368 h 382"/>
                <a:gd name="T6" fmla="*/ 171 w 348"/>
                <a:gd name="T7" fmla="*/ 381 h 382"/>
                <a:gd name="T8" fmla="*/ 247 w 348"/>
                <a:gd name="T9" fmla="*/ 366 h 382"/>
                <a:gd name="T10" fmla="*/ 302 w 348"/>
                <a:gd name="T11" fmla="*/ 325 h 382"/>
                <a:gd name="T12" fmla="*/ 335 w 348"/>
                <a:gd name="T13" fmla="*/ 263 h 382"/>
                <a:gd name="T14" fmla="*/ 347 w 348"/>
                <a:gd name="T15" fmla="*/ 185 h 382"/>
                <a:gd name="T16" fmla="*/ 335 w 348"/>
                <a:gd name="T17" fmla="*/ 111 h 382"/>
                <a:gd name="T18" fmla="*/ 302 w 348"/>
                <a:gd name="T19" fmla="*/ 53 h 382"/>
                <a:gd name="T20" fmla="*/ 248 w 348"/>
                <a:gd name="T21" fmla="*/ 13 h 382"/>
                <a:gd name="T22" fmla="*/ 178 w 348"/>
                <a:gd name="T23" fmla="*/ 0 h 382"/>
                <a:gd name="T24" fmla="*/ 103 w 348"/>
                <a:gd name="T25" fmla="*/ 13 h 382"/>
                <a:gd name="T26" fmla="*/ 47 w 348"/>
                <a:gd name="T27" fmla="*/ 55 h 382"/>
                <a:gd name="T28" fmla="*/ 11 w 348"/>
                <a:gd name="T29" fmla="*/ 115 h 382"/>
                <a:gd name="T30" fmla="*/ 0 w 348"/>
                <a:gd name="T31" fmla="*/ 195 h 382"/>
                <a:gd name="T32" fmla="*/ 11 w 348"/>
                <a:gd name="T33" fmla="*/ 267 h 382"/>
                <a:gd name="T34" fmla="*/ 45 w 348"/>
                <a:gd name="T35" fmla="*/ 328 h 382"/>
                <a:gd name="T36" fmla="*/ 45 w 348"/>
                <a:gd name="T37" fmla="*/ 129 h 382"/>
                <a:gd name="T38" fmla="*/ 45 w 348"/>
                <a:gd name="T39" fmla="*/ 129 h 382"/>
                <a:gd name="T40" fmla="*/ 71 w 348"/>
                <a:gd name="T41" fmla="*/ 78 h 382"/>
                <a:gd name="T42" fmla="*/ 115 w 348"/>
                <a:gd name="T43" fmla="*/ 44 h 382"/>
                <a:gd name="T44" fmla="*/ 174 w 348"/>
                <a:gd name="T45" fmla="*/ 31 h 382"/>
                <a:gd name="T46" fmla="*/ 236 w 348"/>
                <a:gd name="T47" fmla="*/ 44 h 382"/>
                <a:gd name="T48" fmla="*/ 278 w 348"/>
                <a:gd name="T49" fmla="*/ 78 h 382"/>
                <a:gd name="T50" fmla="*/ 303 w 348"/>
                <a:gd name="T51" fmla="*/ 129 h 382"/>
                <a:gd name="T52" fmla="*/ 311 w 348"/>
                <a:gd name="T53" fmla="*/ 191 h 382"/>
                <a:gd name="T54" fmla="*/ 302 w 348"/>
                <a:gd name="T55" fmla="*/ 255 h 382"/>
                <a:gd name="T56" fmla="*/ 276 w 348"/>
                <a:gd name="T57" fmla="*/ 306 h 382"/>
                <a:gd name="T58" fmla="*/ 232 w 348"/>
                <a:gd name="T59" fmla="*/ 339 h 382"/>
                <a:gd name="T60" fmla="*/ 171 w 348"/>
                <a:gd name="T61" fmla="*/ 350 h 382"/>
                <a:gd name="T62" fmla="*/ 111 w 348"/>
                <a:gd name="T63" fmla="*/ 337 h 382"/>
                <a:gd name="T64" fmla="*/ 68 w 348"/>
                <a:gd name="T65" fmla="*/ 302 h 382"/>
                <a:gd name="T66" fmla="*/ 44 w 348"/>
                <a:gd name="T67" fmla="*/ 251 h 382"/>
                <a:gd name="T68" fmla="*/ 36 w 348"/>
                <a:gd name="T69" fmla="*/ 192 h 382"/>
                <a:gd name="T70" fmla="*/ 45 w 348"/>
                <a:gd name="T71" fmla="*/ 129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45" y="328"/>
                  </a:moveTo>
                  <a:lnTo>
                    <a:pt x="45" y="328"/>
                  </a:lnTo>
                  <a:cubicBezTo>
                    <a:pt x="60" y="344"/>
                    <a:pt x="78" y="357"/>
                    <a:pt x="100" y="368"/>
                  </a:cubicBezTo>
                  <a:cubicBezTo>
                    <a:pt x="121" y="377"/>
                    <a:pt x="145" y="381"/>
                    <a:pt x="171" y="381"/>
                  </a:cubicBezTo>
                  <a:cubicBezTo>
                    <a:pt x="200" y="381"/>
                    <a:pt x="225" y="376"/>
                    <a:pt x="247" y="366"/>
                  </a:cubicBezTo>
                  <a:cubicBezTo>
                    <a:pt x="269" y="357"/>
                    <a:pt x="287" y="343"/>
                    <a:pt x="302" y="325"/>
                  </a:cubicBezTo>
                  <a:cubicBezTo>
                    <a:pt x="317" y="307"/>
                    <a:pt x="328" y="287"/>
                    <a:pt x="335" y="263"/>
                  </a:cubicBezTo>
                  <a:cubicBezTo>
                    <a:pt x="343" y="240"/>
                    <a:pt x="347" y="214"/>
                    <a:pt x="347" y="185"/>
                  </a:cubicBezTo>
                  <a:cubicBezTo>
                    <a:pt x="347" y="159"/>
                    <a:pt x="343" y="134"/>
                    <a:pt x="335" y="111"/>
                  </a:cubicBezTo>
                  <a:cubicBezTo>
                    <a:pt x="327" y="89"/>
                    <a:pt x="316" y="70"/>
                    <a:pt x="302" y="53"/>
                  </a:cubicBezTo>
                  <a:cubicBezTo>
                    <a:pt x="287" y="37"/>
                    <a:pt x="269" y="23"/>
                    <a:pt x="248" y="13"/>
                  </a:cubicBezTo>
                  <a:cubicBezTo>
                    <a:pt x="228" y="4"/>
                    <a:pt x="204" y="0"/>
                    <a:pt x="178" y="0"/>
                  </a:cubicBezTo>
                  <a:cubicBezTo>
                    <a:pt x="149" y="0"/>
                    <a:pt x="125" y="5"/>
                    <a:pt x="103" y="13"/>
                  </a:cubicBezTo>
                  <a:cubicBezTo>
                    <a:pt x="81" y="23"/>
                    <a:pt x="62" y="37"/>
                    <a:pt x="47" y="55"/>
                  </a:cubicBezTo>
                  <a:cubicBezTo>
                    <a:pt x="31" y="71"/>
                    <a:pt x="19" y="92"/>
                    <a:pt x="11" y="115"/>
                  </a:cubicBezTo>
                  <a:cubicBezTo>
                    <a:pt x="4" y="140"/>
                    <a:pt x="0" y="166"/>
                    <a:pt x="0" y="195"/>
                  </a:cubicBezTo>
                  <a:cubicBezTo>
                    <a:pt x="0" y="221"/>
                    <a:pt x="4" y="245"/>
                    <a:pt x="11" y="267"/>
                  </a:cubicBezTo>
                  <a:cubicBezTo>
                    <a:pt x="19" y="291"/>
                    <a:pt x="31" y="310"/>
                    <a:pt x="45" y="328"/>
                  </a:cubicBezTo>
                  <a:close/>
                  <a:moveTo>
                    <a:pt x="45" y="129"/>
                  </a:moveTo>
                  <a:lnTo>
                    <a:pt x="45" y="129"/>
                  </a:lnTo>
                  <a:cubicBezTo>
                    <a:pt x="51" y="110"/>
                    <a:pt x="60" y="93"/>
                    <a:pt x="71" y="78"/>
                  </a:cubicBezTo>
                  <a:cubicBezTo>
                    <a:pt x="84" y="64"/>
                    <a:pt x="97" y="52"/>
                    <a:pt x="115" y="44"/>
                  </a:cubicBezTo>
                  <a:cubicBezTo>
                    <a:pt x="133" y="35"/>
                    <a:pt x="152" y="31"/>
                    <a:pt x="174" y="31"/>
                  </a:cubicBezTo>
                  <a:cubicBezTo>
                    <a:pt x="199" y="31"/>
                    <a:pt x="219" y="35"/>
                    <a:pt x="236" y="44"/>
                  </a:cubicBezTo>
                  <a:cubicBezTo>
                    <a:pt x="254" y="52"/>
                    <a:pt x="268" y="64"/>
                    <a:pt x="278" y="78"/>
                  </a:cubicBezTo>
                  <a:cubicBezTo>
                    <a:pt x="289" y="93"/>
                    <a:pt x="298" y="110"/>
                    <a:pt x="303" y="129"/>
                  </a:cubicBezTo>
                  <a:cubicBezTo>
                    <a:pt x="309" y="148"/>
                    <a:pt x="311" y="169"/>
                    <a:pt x="311" y="191"/>
                  </a:cubicBezTo>
                  <a:cubicBezTo>
                    <a:pt x="311" y="214"/>
                    <a:pt x="307" y="234"/>
                    <a:pt x="302" y="255"/>
                  </a:cubicBezTo>
                  <a:cubicBezTo>
                    <a:pt x="296" y="274"/>
                    <a:pt x="287" y="291"/>
                    <a:pt x="276" y="306"/>
                  </a:cubicBezTo>
                  <a:cubicBezTo>
                    <a:pt x="263" y="320"/>
                    <a:pt x="250" y="331"/>
                    <a:pt x="232" y="339"/>
                  </a:cubicBezTo>
                  <a:cubicBezTo>
                    <a:pt x="214" y="347"/>
                    <a:pt x="195" y="350"/>
                    <a:pt x="171" y="350"/>
                  </a:cubicBezTo>
                  <a:cubicBezTo>
                    <a:pt x="148" y="350"/>
                    <a:pt x="129" y="346"/>
                    <a:pt x="111" y="337"/>
                  </a:cubicBezTo>
                  <a:cubicBezTo>
                    <a:pt x="95" y="328"/>
                    <a:pt x="79" y="317"/>
                    <a:pt x="68" y="302"/>
                  </a:cubicBezTo>
                  <a:cubicBezTo>
                    <a:pt x="57" y="288"/>
                    <a:pt x="49" y="270"/>
                    <a:pt x="44" y="251"/>
                  </a:cubicBezTo>
                  <a:cubicBezTo>
                    <a:pt x="38" y="232"/>
                    <a:pt x="36" y="212"/>
                    <a:pt x="36" y="192"/>
                  </a:cubicBezTo>
                  <a:cubicBezTo>
                    <a:pt x="36" y="170"/>
                    <a:pt x="38" y="148"/>
                    <a:pt x="4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60">
              <a:extLst>
                <a:ext uri="{FF2B5EF4-FFF2-40B4-BE49-F238E27FC236}">
                  <a16:creationId xmlns:a16="http://schemas.microsoft.com/office/drawing/2014/main" id="{8BB298FA-8C30-33DD-9637-58DC2AD58BCE}"/>
                </a:ext>
              </a:extLst>
            </p:cNvPr>
            <p:cNvSpPr>
              <a:spLocks noChangeArrowheads="1"/>
            </p:cNvSpPr>
            <p:nvPr/>
          </p:nvSpPr>
          <p:spPr bwMode="auto">
            <a:xfrm>
              <a:off x="9407525" y="814388"/>
              <a:ext cx="104775" cy="131762"/>
            </a:xfrm>
            <a:custGeom>
              <a:avLst/>
              <a:gdLst>
                <a:gd name="T0" fmla="*/ 33 w 290"/>
                <a:gd name="T1" fmla="*/ 82 h 368"/>
                <a:gd name="T2" fmla="*/ 33 w 290"/>
                <a:gd name="T3" fmla="*/ 82 h 368"/>
                <a:gd name="T4" fmla="*/ 33 w 290"/>
                <a:gd name="T5" fmla="*/ 61 h 368"/>
                <a:gd name="T6" fmla="*/ 33 w 290"/>
                <a:gd name="T7" fmla="*/ 49 h 368"/>
                <a:gd name="T8" fmla="*/ 33 w 290"/>
                <a:gd name="T9" fmla="*/ 49 h 368"/>
                <a:gd name="T10" fmla="*/ 40 w 290"/>
                <a:gd name="T11" fmla="*/ 60 h 368"/>
                <a:gd name="T12" fmla="*/ 47 w 290"/>
                <a:gd name="T13" fmla="*/ 72 h 368"/>
                <a:gd name="T14" fmla="*/ 253 w 290"/>
                <a:gd name="T15" fmla="*/ 367 h 368"/>
                <a:gd name="T16" fmla="*/ 289 w 290"/>
                <a:gd name="T17" fmla="*/ 367 h 368"/>
                <a:gd name="T18" fmla="*/ 289 w 290"/>
                <a:gd name="T19" fmla="*/ 0 h 368"/>
                <a:gd name="T20" fmla="*/ 253 w 290"/>
                <a:gd name="T21" fmla="*/ 0 h 368"/>
                <a:gd name="T22" fmla="*/ 253 w 290"/>
                <a:gd name="T23" fmla="*/ 273 h 368"/>
                <a:gd name="T24" fmla="*/ 254 w 290"/>
                <a:gd name="T25" fmla="*/ 296 h 368"/>
                <a:gd name="T26" fmla="*/ 256 w 290"/>
                <a:gd name="T27" fmla="*/ 315 h 368"/>
                <a:gd name="T28" fmla="*/ 254 w 290"/>
                <a:gd name="T29" fmla="*/ 315 h 368"/>
                <a:gd name="T30" fmla="*/ 247 w 290"/>
                <a:gd name="T31" fmla="*/ 304 h 368"/>
                <a:gd name="T32" fmla="*/ 239 w 290"/>
                <a:gd name="T33" fmla="*/ 292 h 368"/>
                <a:gd name="T34" fmla="*/ 37 w 290"/>
                <a:gd name="T35" fmla="*/ 0 h 368"/>
                <a:gd name="T36" fmla="*/ 0 w 290"/>
                <a:gd name="T37" fmla="*/ 0 h 368"/>
                <a:gd name="T38" fmla="*/ 0 w 290"/>
                <a:gd name="T39" fmla="*/ 367 h 368"/>
                <a:gd name="T40" fmla="*/ 33 w 290"/>
                <a:gd name="T41" fmla="*/ 367 h 368"/>
                <a:gd name="T42" fmla="*/ 33 w 290"/>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8">
                  <a:moveTo>
                    <a:pt x="33" y="82"/>
                  </a:moveTo>
                  <a:lnTo>
                    <a:pt x="33" y="82"/>
                  </a:lnTo>
                  <a:cubicBezTo>
                    <a:pt x="33" y="74"/>
                    <a:pt x="33" y="67"/>
                    <a:pt x="33" y="61"/>
                  </a:cubicBezTo>
                  <a:cubicBezTo>
                    <a:pt x="33" y="56"/>
                    <a:pt x="33" y="52"/>
                    <a:pt x="33" y="49"/>
                  </a:cubicBezTo>
                  <a:lnTo>
                    <a:pt x="33" y="49"/>
                  </a:lnTo>
                  <a:cubicBezTo>
                    <a:pt x="36" y="52"/>
                    <a:pt x="37" y="56"/>
                    <a:pt x="40" y="60"/>
                  </a:cubicBezTo>
                  <a:cubicBezTo>
                    <a:pt x="43" y="64"/>
                    <a:pt x="46" y="68"/>
                    <a:pt x="47" y="72"/>
                  </a:cubicBezTo>
                  <a:cubicBezTo>
                    <a:pt x="253" y="367"/>
                    <a:pt x="253" y="367"/>
                    <a:pt x="253" y="367"/>
                  </a:cubicBezTo>
                  <a:cubicBezTo>
                    <a:pt x="289" y="367"/>
                    <a:pt x="289" y="367"/>
                    <a:pt x="289" y="367"/>
                  </a:cubicBezTo>
                  <a:cubicBezTo>
                    <a:pt x="289" y="0"/>
                    <a:pt x="289" y="0"/>
                    <a:pt x="289" y="0"/>
                  </a:cubicBezTo>
                  <a:cubicBezTo>
                    <a:pt x="253" y="0"/>
                    <a:pt x="253" y="0"/>
                    <a:pt x="253" y="0"/>
                  </a:cubicBezTo>
                  <a:cubicBezTo>
                    <a:pt x="253" y="273"/>
                    <a:pt x="253" y="273"/>
                    <a:pt x="253" y="273"/>
                  </a:cubicBezTo>
                  <a:cubicBezTo>
                    <a:pt x="253" y="282"/>
                    <a:pt x="254" y="289"/>
                    <a:pt x="254" y="296"/>
                  </a:cubicBezTo>
                  <a:cubicBezTo>
                    <a:pt x="254" y="304"/>
                    <a:pt x="254" y="310"/>
                    <a:pt x="256" y="315"/>
                  </a:cubicBezTo>
                  <a:cubicBezTo>
                    <a:pt x="254" y="315"/>
                    <a:pt x="254" y="315"/>
                    <a:pt x="254" y="315"/>
                  </a:cubicBezTo>
                  <a:cubicBezTo>
                    <a:pt x="251" y="313"/>
                    <a:pt x="250" y="308"/>
                    <a:pt x="247" y="304"/>
                  </a:cubicBezTo>
                  <a:cubicBezTo>
                    <a:pt x="245" y="300"/>
                    <a:pt x="242"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1">
              <a:extLst>
                <a:ext uri="{FF2B5EF4-FFF2-40B4-BE49-F238E27FC236}">
                  <a16:creationId xmlns:a16="http://schemas.microsoft.com/office/drawing/2014/main" id="{7B676684-BD91-DA28-2F6B-9DBF534450A7}"/>
                </a:ext>
              </a:extLst>
            </p:cNvPr>
            <p:cNvSpPr>
              <a:spLocks noChangeArrowheads="1"/>
            </p:cNvSpPr>
            <p:nvPr/>
          </p:nvSpPr>
          <p:spPr bwMode="auto">
            <a:xfrm>
              <a:off x="9540875" y="811213"/>
              <a:ext cx="76200" cy="138112"/>
            </a:xfrm>
            <a:custGeom>
              <a:avLst/>
              <a:gdLst>
                <a:gd name="T0" fmla="*/ 42 w 210"/>
                <a:gd name="T1" fmla="*/ 376 h 382"/>
                <a:gd name="T2" fmla="*/ 42 w 210"/>
                <a:gd name="T3" fmla="*/ 376 h 382"/>
                <a:gd name="T4" fmla="*/ 66 w 210"/>
                <a:gd name="T5" fmla="*/ 380 h 382"/>
                <a:gd name="T6" fmla="*/ 87 w 210"/>
                <a:gd name="T7" fmla="*/ 381 h 382"/>
                <a:gd name="T8" fmla="*/ 136 w 210"/>
                <a:gd name="T9" fmla="*/ 374 h 382"/>
                <a:gd name="T10" fmla="*/ 175 w 210"/>
                <a:gd name="T11" fmla="*/ 357 h 382"/>
                <a:gd name="T12" fmla="*/ 200 w 210"/>
                <a:gd name="T13" fmla="*/ 326 h 382"/>
                <a:gd name="T14" fmla="*/ 209 w 210"/>
                <a:gd name="T15" fmla="*/ 284 h 382"/>
                <a:gd name="T16" fmla="*/ 204 w 210"/>
                <a:gd name="T17" fmla="*/ 252 h 382"/>
                <a:gd name="T18" fmla="*/ 186 w 210"/>
                <a:gd name="T19" fmla="*/ 225 h 382"/>
                <a:gd name="T20" fmla="*/ 158 w 210"/>
                <a:gd name="T21" fmla="*/ 200 h 382"/>
                <a:gd name="T22" fmla="*/ 117 w 210"/>
                <a:gd name="T23" fmla="*/ 177 h 382"/>
                <a:gd name="T24" fmla="*/ 80 w 210"/>
                <a:gd name="T25" fmla="*/ 155 h 382"/>
                <a:gd name="T26" fmla="*/ 55 w 210"/>
                <a:gd name="T27" fmla="*/ 137 h 382"/>
                <a:gd name="T28" fmla="*/ 42 w 210"/>
                <a:gd name="T29" fmla="*/ 118 h 382"/>
                <a:gd name="T30" fmla="*/ 38 w 210"/>
                <a:gd name="T31" fmla="*/ 93 h 382"/>
                <a:gd name="T32" fmla="*/ 43 w 210"/>
                <a:gd name="T33" fmla="*/ 66 h 382"/>
                <a:gd name="T34" fmla="*/ 61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5 w 210"/>
                <a:gd name="T47" fmla="*/ 7 h 382"/>
                <a:gd name="T48" fmla="*/ 36 w 210"/>
                <a:gd name="T49" fmla="*/ 26 h 382"/>
                <a:gd name="T50" fmla="*/ 11 w 210"/>
                <a:gd name="T51" fmla="*/ 56 h 382"/>
                <a:gd name="T52" fmla="*/ 2 w 210"/>
                <a:gd name="T53" fmla="*/ 96 h 382"/>
                <a:gd name="T54" fmla="*/ 6 w 210"/>
                <a:gd name="T55" fmla="*/ 127 h 382"/>
                <a:gd name="T56" fmla="*/ 22 w 210"/>
                <a:gd name="T57" fmla="*/ 154 h 382"/>
                <a:gd name="T58" fmla="*/ 50 w 210"/>
                <a:gd name="T59" fmla="*/ 177 h 382"/>
                <a:gd name="T60" fmla="*/ 90 w 210"/>
                <a:gd name="T61" fmla="*/ 202 h 382"/>
                <a:gd name="T62" fmla="*/ 127 w 210"/>
                <a:gd name="T63" fmla="*/ 222 h 382"/>
                <a:gd name="T64" fmla="*/ 153 w 210"/>
                <a:gd name="T65" fmla="*/ 241 h 382"/>
                <a:gd name="T66" fmla="*/ 168 w 210"/>
                <a:gd name="T67" fmla="*/ 262 h 382"/>
                <a:gd name="T68" fmla="*/ 173 w 210"/>
                <a:gd name="T69" fmla="*/ 288 h 382"/>
                <a:gd name="T70" fmla="*/ 153 w 210"/>
                <a:gd name="T71" fmla="*/ 335 h 382"/>
                <a:gd name="T72" fmla="*/ 90 w 210"/>
                <a:gd name="T73" fmla="*/ 350 h 382"/>
                <a:gd name="T74" fmla="*/ 68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2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2" y="376"/>
                  </a:moveTo>
                  <a:lnTo>
                    <a:pt x="42" y="376"/>
                  </a:lnTo>
                  <a:cubicBezTo>
                    <a:pt x="50" y="377"/>
                    <a:pt x="58" y="379"/>
                    <a:pt x="66" y="380"/>
                  </a:cubicBezTo>
                  <a:cubicBezTo>
                    <a:pt x="75" y="381"/>
                    <a:pt x="81" y="381"/>
                    <a:pt x="87" y="381"/>
                  </a:cubicBezTo>
                  <a:cubicBezTo>
                    <a:pt x="105" y="381"/>
                    <a:pt x="121" y="379"/>
                    <a:pt x="136" y="374"/>
                  </a:cubicBezTo>
                  <a:cubicBezTo>
                    <a:pt x="151" y="370"/>
                    <a:pt x="164" y="365"/>
                    <a:pt x="175" y="357"/>
                  </a:cubicBezTo>
                  <a:cubicBezTo>
                    <a:pt x="186" y="348"/>
                    <a:pt x="194" y="339"/>
                    <a:pt x="200" y="326"/>
                  </a:cubicBezTo>
                  <a:cubicBezTo>
                    <a:pt x="206" y="314"/>
                    <a:pt x="209" y="300"/>
                    <a:pt x="209" y="284"/>
                  </a:cubicBezTo>
                  <a:cubicBezTo>
                    <a:pt x="209" y="272"/>
                    <a:pt x="208" y="262"/>
                    <a:pt x="204" y="252"/>
                  </a:cubicBezTo>
                  <a:cubicBezTo>
                    <a:pt x="200" y="243"/>
                    <a:pt x="194" y="233"/>
                    <a:pt x="186" y="225"/>
                  </a:cubicBezTo>
                  <a:cubicBezTo>
                    <a:pt x="179" y="217"/>
                    <a:pt x="169" y="208"/>
                    <a:pt x="158" y="200"/>
                  </a:cubicBezTo>
                  <a:cubicBezTo>
                    <a:pt x="146" y="193"/>
                    <a:pt x="132" y="185"/>
                    <a:pt x="117" y="177"/>
                  </a:cubicBezTo>
                  <a:cubicBezTo>
                    <a:pt x="102" y="169"/>
                    <a:pt x="90" y="162"/>
                    <a:pt x="80" y="155"/>
                  </a:cubicBezTo>
                  <a:cubicBezTo>
                    <a:pt x="69" y="149"/>
                    <a:pt x="61" y="143"/>
                    <a:pt x="55" y="137"/>
                  </a:cubicBezTo>
                  <a:cubicBezTo>
                    <a:pt x="49" y="130"/>
                    <a:pt x="44" y="125"/>
                    <a:pt x="42" y="118"/>
                  </a:cubicBezTo>
                  <a:cubicBezTo>
                    <a:pt x="39" y="111"/>
                    <a:pt x="38" y="103"/>
                    <a:pt x="38" y="93"/>
                  </a:cubicBezTo>
                  <a:cubicBezTo>
                    <a:pt x="38" y="82"/>
                    <a:pt x="39" y="74"/>
                    <a:pt x="43" y="66"/>
                  </a:cubicBezTo>
                  <a:cubicBezTo>
                    <a:pt x="47" y="59"/>
                    <a:pt x="54" y="52"/>
                    <a:pt x="61" y="46"/>
                  </a:cubicBezTo>
                  <a:cubicBezTo>
                    <a:pt x="68" y="41"/>
                    <a:pt x="76" y="38"/>
                    <a:pt x="86" y="35"/>
                  </a:cubicBezTo>
                  <a:cubicBezTo>
                    <a:pt x="97" y="33"/>
                    <a:pt x="106" y="31"/>
                    <a:pt x="117" y="31"/>
                  </a:cubicBezTo>
                  <a:cubicBezTo>
                    <a:pt x="146" y="31"/>
                    <a:pt x="172" y="37"/>
                    <a:pt x="194" y="49"/>
                  </a:cubicBezTo>
                  <a:cubicBezTo>
                    <a:pt x="194" y="12"/>
                    <a:pt x="194" y="12"/>
                    <a:pt x="194" y="12"/>
                  </a:cubicBezTo>
                  <a:cubicBezTo>
                    <a:pt x="175" y="4"/>
                    <a:pt x="150" y="0"/>
                    <a:pt x="121" y="0"/>
                  </a:cubicBezTo>
                  <a:cubicBezTo>
                    <a:pt x="105" y="0"/>
                    <a:pt x="90" y="2"/>
                    <a:pt x="75" y="7"/>
                  </a:cubicBezTo>
                  <a:cubicBezTo>
                    <a:pt x="60" y="11"/>
                    <a:pt x="47" y="18"/>
                    <a:pt x="36" y="26"/>
                  </a:cubicBezTo>
                  <a:cubicBezTo>
                    <a:pt x="27" y="34"/>
                    <a:pt x="17" y="44"/>
                    <a:pt x="11" y="56"/>
                  </a:cubicBezTo>
                  <a:cubicBezTo>
                    <a:pt x="5" y="68"/>
                    <a:pt x="2" y="81"/>
                    <a:pt x="2" y="96"/>
                  </a:cubicBezTo>
                  <a:cubicBezTo>
                    <a:pt x="2" y="108"/>
                    <a:pt x="3" y="118"/>
                    <a:pt x="6" y="127"/>
                  </a:cubicBezTo>
                  <a:cubicBezTo>
                    <a:pt x="10" y="137"/>
                    <a:pt x="16" y="145"/>
                    <a:pt x="22" y="154"/>
                  </a:cubicBezTo>
                  <a:cubicBezTo>
                    <a:pt x="29" y="162"/>
                    <a:pt x="39" y="170"/>
                    <a:pt x="50" y="177"/>
                  </a:cubicBezTo>
                  <a:cubicBezTo>
                    <a:pt x="61" y="185"/>
                    <a:pt x="75" y="193"/>
                    <a:pt x="90" y="202"/>
                  </a:cubicBezTo>
                  <a:cubicBezTo>
                    <a:pt x="105" y="210"/>
                    <a:pt x="117" y="217"/>
                    <a:pt x="127" y="222"/>
                  </a:cubicBezTo>
                  <a:cubicBezTo>
                    <a:pt x="138" y="229"/>
                    <a:pt x="146" y="234"/>
                    <a:pt x="153" y="241"/>
                  </a:cubicBezTo>
                  <a:cubicBezTo>
                    <a:pt x="160" y="248"/>
                    <a:pt x="165" y="255"/>
                    <a:pt x="168" y="262"/>
                  </a:cubicBezTo>
                  <a:cubicBezTo>
                    <a:pt x="172" y="269"/>
                    <a:pt x="173" y="278"/>
                    <a:pt x="173" y="288"/>
                  </a:cubicBezTo>
                  <a:cubicBezTo>
                    <a:pt x="173" y="307"/>
                    <a:pt x="167" y="324"/>
                    <a:pt x="153" y="335"/>
                  </a:cubicBezTo>
                  <a:cubicBezTo>
                    <a:pt x="139" y="344"/>
                    <a:pt x="117" y="350"/>
                    <a:pt x="90" y="350"/>
                  </a:cubicBezTo>
                  <a:cubicBezTo>
                    <a:pt x="83" y="350"/>
                    <a:pt x="75" y="350"/>
                    <a:pt x="68" y="348"/>
                  </a:cubicBezTo>
                  <a:cubicBezTo>
                    <a:pt x="60" y="347"/>
                    <a:pt x="51" y="346"/>
                    <a:pt x="43" y="343"/>
                  </a:cubicBezTo>
                  <a:cubicBezTo>
                    <a:pt x="36" y="340"/>
                    <a:pt x="28" y="337"/>
                    <a:pt x="21" y="333"/>
                  </a:cubicBezTo>
                  <a:cubicBezTo>
                    <a:pt x="13" y="329"/>
                    <a:pt x="6" y="325"/>
                    <a:pt x="0" y="321"/>
                  </a:cubicBezTo>
                  <a:cubicBezTo>
                    <a:pt x="0" y="361"/>
                    <a:pt x="0" y="361"/>
                    <a:pt x="0" y="361"/>
                  </a:cubicBezTo>
                  <a:cubicBezTo>
                    <a:pt x="5" y="364"/>
                    <a:pt x="11" y="366"/>
                    <a:pt x="18" y="369"/>
                  </a:cubicBezTo>
                  <a:cubicBezTo>
                    <a:pt x="25" y="372"/>
                    <a:pt x="33"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8" name="Group 201">
            <a:extLst>
              <a:ext uri="{FF2B5EF4-FFF2-40B4-BE49-F238E27FC236}">
                <a16:creationId xmlns:a16="http://schemas.microsoft.com/office/drawing/2014/main" id="{70D80839-8017-ED8B-A212-B0E6CD124D69}"/>
              </a:ext>
            </a:extLst>
          </p:cNvPr>
          <p:cNvGrpSpPr/>
          <p:nvPr/>
        </p:nvGrpSpPr>
        <p:grpSpPr>
          <a:xfrm>
            <a:off x="9477499" y="2450901"/>
            <a:ext cx="254000" cy="190500"/>
            <a:chOff x="8335963" y="2773363"/>
            <a:chExt cx="254000" cy="190500"/>
          </a:xfrm>
          <a:solidFill>
            <a:schemeClr val="tx2"/>
          </a:solidFill>
        </p:grpSpPr>
        <p:sp>
          <p:nvSpPr>
            <p:cNvPr id="199" name="Freeform 162">
              <a:extLst>
                <a:ext uri="{FF2B5EF4-FFF2-40B4-BE49-F238E27FC236}">
                  <a16:creationId xmlns:a16="http://schemas.microsoft.com/office/drawing/2014/main" id="{EC3A53D9-AA47-514A-9262-99FE4C0EF00B}"/>
                </a:ext>
              </a:extLst>
            </p:cNvPr>
            <p:cNvSpPr>
              <a:spLocks noChangeArrowheads="1"/>
            </p:cNvSpPr>
            <p:nvPr/>
          </p:nvSpPr>
          <p:spPr bwMode="auto">
            <a:xfrm>
              <a:off x="8335963" y="2773363"/>
              <a:ext cx="254000" cy="190500"/>
            </a:xfrm>
            <a:custGeom>
              <a:avLst/>
              <a:gdLst>
                <a:gd name="T0" fmla="*/ 44 w 704"/>
                <a:gd name="T1" fmla="*/ 527 h 528"/>
                <a:gd name="T2" fmla="*/ 44 w 704"/>
                <a:gd name="T3" fmla="*/ 527 h 528"/>
                <a:gd name="T4" fmla="*/ 659 w 704"/>
                <a:gd name="T5" fmla="*/ 527 h 528"/>
                <a:gd name="T6" fmla="*/ 703 w 704"/>
                <a:gd name="T7" fmla="*/ 483 h 528"/>
                <a:gd name="T8" fmla="*/ 703 w 704"/>
                <a:gd name="T9" fmla="*/ 43 h 528"/>
                <a:gd name="T10" fmla="*/ 659 w 704"/>
                <a:gd name="T11" fmla="*/ 0 h 528"/>
                <a:gd name="T12" fmla="*/ 571 w 704"/>
                <a:gd name="T13" fmla="*/ 0 h 528"/>
                <a:gd name="T14" fmla="*/ 558 w 704"/>
                <a:gd name="T15" fmla="*/ 15 h 528"/>
                <a:gd name="T16" fmla="*/ 558 w 704"/>
                <a:gd name="T17" fmla="*/ 30 h 528"/>
                <a:gd name="T18" fmla="*/ 527 w 704"/>
                <a:gd name="T19" fmla="*/ 59 h 528"/>
                <a:gd name="T20" fmla="*/ 499 w 704"/>
                <a:gd name="T21" fmla="*/ 30 h 528"/>
                <a:gd name="T22" fmla="*/ 499 w 704"/>
                <a:gd name="T23" fmla="*/ 15 h 528"/>
                <a:gd name="T24" fmla="*/ 483 w 704"/>
                <a:gd name="T25" fmla="*/ 0 h 528"/>
                <a:gd name="T26" fmla="*/ 250 w 704"/>
                <a:gd name="T27" fmla="*/ 0 h 528"/>
                <a:gd name="T28" fmla="*/ 235 w 704"/>
                <a:gd name="T29" fmla="*/ 15 h 528"/>
                <a:gd name="T30" fmla="*/ 235 w 704"/>
                <a:gd name="T31" fmla="*/ 30 h 528"/>
                <a:gd name="T32" fmla="*/ 206 w 704"/>
                <a:gd name="T33" fmla="*/ 59 h 528"/>
                <a:gd name="T34" fmla="*/ 176 w 704"/>
                <a:gd name="T35" fmla="*/ 30 h 528"/>
                <a:gd name="T36" fmla="*/ 176 w 704"/>
                <a:gd name="T37" fmla="*/ 15 h 528"/>
                <a:gd name="T38" fmla="*/ 162 w 704"/>
                <a:gd name="T39" fmla="*/ 0 h 528"/>
                <a:gd name="T40" fmla="*/ 44 w 704"/>
                <a:gd name="T41" fmla="*/ 0 h 528"/>
                <a:gd name="T42" fmla="*/ 0 w 704"/>
                <a:gd name="T43" fmla="*/ 43 h 528"/>
                <a:gd name="T44" fmla="*/ 0 w 704"/>
                <a:gd name="T45" fmla="*/ 483 h 528"/>
                <a:gd name="T46" fmla="*/ 44 w 704"/>
                <a:gd name="T47" fmla="*/ 527 h 528"/>
                <a:gd name="T48" fmla="*/ 30 w 704"/>
                <a:gd name="T49" fmla="*/ 43 h 528"/>
                <a:gd name="T50" fmla="*/ 30 w 704"/>
                <a:gd name="T51" fmla="*/ 43 h 528"/>
                <a:gd name="T52" fmla="*/ 35 w 704"/>
                <a:gd name="T53" fmla="*/ 34 h 528"/>
                <a:gd name="T54" fmla="*/ 44 w 704"/>
                <a:gd name="T55" fmla="*/ 30 h 528"/>
                <a:gd name="T56" fmla="*/ 147 w 704"/>
                <a:gd name="T57" fmla="*/ 30 h 528"/>
                <a:gd name="T58" fmla="*/ 164 w 704"/>
                <a:gd name="T59" fmla="*/ 71 h 528"/>
                <a:gd name="T60" fmla="*/ 206 w 704"/>
                <a:gd name="T61" fmla="*/ 87 h 528"/>
                <a:gd name="T62" fmla="*/ 247 w 704"/>
                <a:gd name="T63" fmla="*/ 71 h 528"/>
                <a:gd name="T64" fmla="*/ 264 w 704"/>
                <a:gd name="T65" fmla="*/ 30 h 528"/>
                <a:gd name="T66" fmla="*/ 470 w 704"/>
                <a:gd name="T67" fmla="*/ 30 h 528"/>
                <a:gd name="T68" fmla="*/ 486 w 704"/>
                <a:gd name="T69" fmla="*/ 71 h 528"/>
                <a:gd name="T70" fmla="*/ 527 w 704"/>
                <a:gd name="T71" fmla="*/ 87 h 528"/>
                <a:gd name="T72" fmla="*/ 570 w 704"/>
                <a:gd name="T73" fmla="*/ 71 h 528"/>
                <a:gd name="T74" fmla="*/ 586 w 704"/>
                <a:gd name="T75" fmla="*/ 30 h 528"/>
                <a:gd name="T76" fmla="*/ 659 w 704"/>
                <a:gd name="T77" fmla="*/ 30 h 528"/>
                <a:gd name="T78" fmla="*/ 670 w 704"/>
                <a:gd name="T79" fmla="*/ 34 h 528"/>
                <a:gd name="T80" fmla="*/ 674 w 704"/>
                <a:gd name="T81" fmla="*/ 43 h 528"/>
                <a:gd name="T82" fmla="*/ 674 w 704"/>
                <a:gd name="T83" fmla="*/ 483 h 528"/>
                <a:gd name="T84" fmla="*/ 670 w 704"/>
                <a:gd name="T85" fmla="*/ 494 h 528"/>
                <a:gd name="T86" fmla="*/ 659 w 704"/>
                <a:gd name="T87" fmla="*/ 498 h 528"/>
                <a:gd name="T88" fmla="*/ 44 w 704"/>
                <a:gd name="T89" fmla="*/ 498 h 528"/>
                <a:gd name="T90" fmla="*/ 35 w 704"/>
                <a:gd name="T91" fmla="*/ 494 h 528"/>
                <a:gd name="T92" fmla="*/ 30 w 704"/>
                <a:gd name="T93" fmla="*/ 483 h 528"/>
                <a:gd name="T94" fmla="*/ 30 w 704"/>
                <a:gd name="T95" fmla="*/ 43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528">
                  <a:moveTo>
                    <a:pt x="44" y="527"/>
                  </a:moveTo>
                  <a:lnTo>
                    <a:pt x="44" y="527"/>
                  </a:lnTo>
                  <a:cubicBezTo>
                    <a:pt x="659" y="527"/>
                    <a:pt x="659" y="527"/>
                    <a:pt x="659" y="527"/>
                  </a:cubicBezTo>
                  <a:cubicBezTo>
                    <a:pt x="684" y="527"/>
                    <a:pt x="703" y="507"/>
                    <a:pt x="703" y="483"/>
                  </a:cubicBezTo>
                  <a:cubicBezTo>
                    <a:pt x="703" y="43"/>
                    <a:pt x="703" y="43"/>
                    <a:pt x="703" y="43"/>
                  </a:cubicBezTo>
                  <a:cubicBezTo>
                    <a:pt x="703" y="20"/>
                    <a:pt x="684" y="0"/>
                    <a:pt x="659" y="0"/>
                  </a:cubicBezTo>
                  <a:cubicBezTo>
                    <a:pt x="571" y="0"/>
                    <a:pt x="571" y="0"/>
                    <a:pt x="571" y="0"/>
                  </a:cubicBezTo>
                  <a:cubicBezTo>
                    <a:pt x="563" y="0"/>
                    <a:pt x="558" y="6"/>
                    <a:pt x="558" y="15"/>
                  </a:cubicBezTo>
                  <a:cubicBezTo>
                    <a:pt x="558" y="30"/>
                    <a:pt x="558" y="30"/>
                    <a:pt x="558" y="30"/>
                  </a:cubicBezTo>
                  <a:cubicBezTo>
                    <a:pt x="558" y="45"/>
                    <a:pt x="544" y="59"/>
                    <a:pt x="527" y="59"/>
                  </a:cubicBezTo>
                  <a:cubicBezTo>
                    <a:pt x="511" y="59"/>
                    <a:pt x="499" y="45"/>
                    <a:pt x="499" y="30"/>
                  </a:cubicBezTo>
                  <a:cubicBezTo>
                    <a:pt x="499" y="15"/>
                    <a:pt x="499" y="15"/>
                    <a:pt x="499" y="15"/>
                  </a:cubicBezTo>
                  <a:cubicBezTo>
                    <a:pt x="499" y="6"/>
                    <a:pt x="492" y="0"/>
                    <a:pt x="483" y="0"/>
                  </a:cubicBezTo>
                  <a:cubicBezTo>
                    <a:pt x="250" y="0"/>
                    <a:pt x="250" y="0"/>
                    <a:pt x="250" y="0"/>
                  </a:cubicBezTo>
                  <a:cubicBezTo>
                    <a:pt x="242" y="0"/>
                    <a:pt x="235" y="6"/>
                    <a:pt x="235" y="15"/>
                  </a:cubicBezTo>
                  <a:cubicBezTo>
                    <a:pt x="235" y="30"/>
                    <a:pt x="235" y="30"/>
                    <a:pt x="235" y="30"/>
                  </a:cubicBezTo>
                  <a:cubicBezTo>
                    <a:pt x="235" y="45"/>
                    <a:pt x="221" y="59"/>
                    <a:pt x="206" y="59"/>
                  </a:cubicBezTo>
                  <a:cubicBezTo>
                    <a:pt x="190" y="59"/>
                    <a:pt x="176" y="45"/>
                    <a:pt x="176" y="30"/>
                  </a:cubicBezTo>
                  <a:cubicBezTo>
                    <a:pt x="176" y="15"/>
                    <a:pt x="176" y="15"/>
                    <a:pt x="176" y="15"/>
                  </a:cubicBezTo>
                  <a:cubicBezTo>
                    <a:pt x="176" y="6"/>
                    <a:pt x="170" y="0"/>
                    <a:pt x="162" y="0"/>
                  </a:cubicBezTo>
                  <a:cubicBezTo>
                    <a:pt x="44" y="0"/>
                    <a:pt x="44" y="0"/>
                    <a:pt x="44" y="0"/>
                  </a:cubicBezTo>
                  <a:cubicBezTo>
                    <a:pt x="21" y="0"/>
                    <a:pt x="0" y="20"/>
                    <a:pt x="0" y="43"/>
                  </a:cubicBezTo>
                  <a:cubicBezTo>
                    <a:pt x="0" y="483"/>
                    <a:pt x="0" y="483"/>
                    <a:pt x="0" y="483"/>
                  </a:cubicBezTo>
                  <a:cubicBezTo>
                    <a:pt x="0" y="507"/>
                    <a:pt x="21" y="527"/>
                    <a:pt x="44" y="527"/>
                  </a:cubicBezTo>
                  <a:close/>
                  <a:moveTo>
                    <a:pt x="30" y="43"/>
                  </a:moveTo>
                  <a:lnTo>
                    <a:pt x="30" y="43"/>
                  </a:lnTo>
                  <a:cubicBezTo>
                    <a:pt x="30" y="39"/>
                    <a:pt x="32" y="37"/>
                    <a:pt x="35" y="34"/>
                  </a:cubicBezTo>
                  <a:cubicBezTo>
                    <a:pt x="37" y="31"/>
                    <a:pt x="40" y="30"/>
                    <a:pt x="44" y="30"/>
                  </a:cubicBezTo>
                  <a:cubicBezTo>
                    <a:pt x="147" y="30"/>
                    <a:pt x="147" y="30"/>
                    <a:pt x="147" y="30"/>
                  </a:cubicBezTo>
                  <a:cubicBezTo>
                    <a:pt x="147" y="45"/>
                    <a:pt x="154" y="60"/>
                    <a:pt x="164" y="71"/>
                  </a:cubicBezTo>
                  <a:cubicBezTo>
                    <a:pt x="175" y="81"/>
                    <a:pt x="190" y="87"/>
                    <a:pt x="206" y="87"/>
                  </a:cubicBezTo>
                  <a:cubicBezTo>
                    <a:pt x="221" y="87"/>
                    <a:pt x="236" y="81"/>
                    <a:pt x="247" y="71"/>
                  </a:cubicBezTo>
                  <a:cubicBezTo>
                    <a:pt x="258" y="60"/>
                    <a:pt x="264" y="45"/>
                    <a:pt x="264" y="30"/>
                  </a:cubicBezTo>
                  <a:cubicBezTo>
                    <a:pt x="470" y="30"/>
                    <a:pt x="470" y="30"/>
                    <a:pt x="470" y="30"/>
                  </a:cubicBezTo>
                  <a:cubicBezTo>
                    <a:pt x="470" y="45"/>
                    <a:pt x="475" y="60"/>
                    <a:pt x="486" y="71"/>
                  </a:cubicBezTo>
                  <a:cubicBezTo>
                    <a:pt x="497" y="81"/>
                    <a:pt x="512" y="87"/>
                    <a:pt x="527" y="87"/>
                  </a:cubicBezTo>
                  <a:cubicBezTo>
                    <a:pt x="544" y="87"/>
                    <a:pt x="559" y="81"/>
                    <a:pt x="570" y="71"/>
                  </a:cubicBezTo>
                  <a:cubicBezTo>
                    <a:pt x="580" y="60"/>
                    <a:pt x="586" y="45"/>
                    <a:pt x="586" y="30"/>
                  </a:cubicBezTo>
                  <a:cubicBezTo>
                    <a:pt x="659" y="30"/>
                    <a:pt x="659" y="30"/>
                    <a:pt x="659" y="30"/>
                  </a:cubicBezTo>
                  <a:cubicBezTo>
                    <a:pt x="663" y="30"/>
                    <a:pt x="667" y="31"/>
                    <a:pt x="670" y="34"/>
                  </a:cubicBezTo>
                  <a:cubicBezTo>
                    <a:pt x="673" y="37"/>
                    <a:pt x="674" y="39"/>
                    <a:pt x="674" y="43"/>
                  </a:cubicBezTo>
                  <a:cubicBezTo>
                    <a:pt x="674" y="483"/>
                    <a:pt x="674" y="483"/>
                    <a:pt x="674" y="483"/>
                  </a:cubicBezTo>
                  <a:cubicBezTo>
                    <a:pt x="674" y="487"/>
                    <a:pt x="673" y="491"/>
                    <a:pt x="670" y="494"/>
                  </a:cubicBezTo>
                  <a:cubicBezTo>
                    <a:pt x="667" y="496"/>
                    <a:pt x="663" y="498"/>
                    <a:pt x="659" y="498"/>
                  </a:cubicBezTo>
                  <a:cubicBezTo>
                    <a:pt x="44" y="498"/>
                    <a:pt x="44" y="498"/>
                    <a:pt x="44" y="498"/>
                  </a:cubicBezTo>
                  <a:cubicBezTo>
                    <a:pt x="40" y="498"/>
                    <a:pt x="37" y="496"/>
                    <a:pt x="35" y="494"/>
                  </a:cubicBezTo>
                  <a:cubicBezTo>
                    <a:pt x="32" y="491"/>
                    <a:pt x="30" y="487"/>
                    <a:pt x="30" y="483"/>
                  </a:cubicBezTo>
                  <a:lnTo>
                    <a:pt x="30"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3">
              <a:extLst>
                <a:ext uri="{FF2B5EF4-FFF2-40B4-BE49-F238E27FC236}">
                  <a16:creationId xmlns:a16="http://schemas.microsoft.com/office/drawing/2014/main" id="{27316E34-F25C-E9A8-BBB0-D65895F369B5}"/>
                </a:ext>
              </a:extLst>
            </p:cNvPr>
            <p:cNvSpPr>
              <a:spLocks noChangeArrowheads="1"/>
            </p:cNvSpPr>
            <p:nvPr/>
          </p:nvSpPr>
          <p:spPr bwMode="auto">
            <a:xfrm>
              <a:off x="8389938" y="2825750"/>
              <a:ext cx="53975" cy="53975"/>
            </a:xfrm>
            <a:custGeom>
              <a:avLst/>
              <a:gdLst>
                <a:gd name="T0" fmla="*/ 73 w 148"/>
                <a:gd name="T1" fmla="*/ 147 h 148"/>
                <a:gd name="T2" fmla="*/ 73 w 148"/>
                <a:gd name="T3" fmla="*/ 147 h 148"/>
                <a:gd name="T4" fmla="*/ 147 w 148"/>
                <a:gd name="T5" fmla="*/ 73 h 148"/>
                <a:gd name="T6" fmla="*/ 73 w 148"/>
                <a:gd name="T7" fmla="*/ 0 h 148"/>
                <a:gd name="T8" fmla="*/ 0 w 148"/>
                <a:gd name="T9" fmla="*/ 73 h 148"/>
                <a:gd name="T10" fmla="*/ 73 w 148"/>
                <a:gd name="T11" fmla="*/ 147 h 148"/>
                <a:gd name="T12" fmla="*/ 73 w 148"/>
                <a:gd name="T13" fmla="*/ 29 h 148"/>
                <a:gd name="T14" fmla="*/ 73 w 148"/>
                <a:gd name="T15" fmla="*/ 29 h 148"/>
                <a:gd name="T16" fmla="*/ 117 w 148"/>
                <a:gd name="T17" fmla="*/ 73 h 148"/>
                <a:gd name="T18" fmla="*/ 73 w 148"/>
                <a:gd name="T19" fmla="*/ 117 h 148"/>
                <a:gd name="T20" fmla="*/ 29 w 148"/>
                <a:gd name="T21" fmla="*/ 73 h 148"/>
                <a:gd name="T22" fmla="*/ 73 w 148"/>
                <a:gd name="T23"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8">
                  <a:moveTo>
                    <a:pt x="73" y="147"/>
                  </a:moveTo>
                  <a:lnTo>
                    <a:pt x="73" y="147"/>
                  </a:lnTo>
                  <a:cubicBezTo>
                    <a:pt x="114" y="147"/>
                    <a:pt x="147" y="114"/>
                    <a:pt x="147" y="73"/>
                  </a:cubicBezTo>
                  <a:cubicBezTo>
                    <a:pt x="147" y="33"/>
                    <a:pt x="114" y="0"/>
                    <a:pt x="73" y="0"/>
                  </a:cubicBezTo>
                  <a:cubicBezTo>
                    <a:pt x="33" y="0"/>
                    <a:pt x="0" y="33"/>
                    <a:pt x="0" y="73"/>
                  </a:cubicBezTo>
                  <a:cubicBezTo>
                    <a:pt x="0" y="114"/>
                    <a:pt x="33" y="147"/>
                    <a:pt x="73" y="147"/>
                  </a:cubicBezTo>
                  <a:close/>
                  <a:moveTo>
                    <a:pt x="73" y="29"/>
                  </a:moveTo>
                  <a:lnTo>
                    <a:pt x="73" y="29"/>
                  </a:lnTo>
                  <a:cubicBezTo>
                    <a:pt x="98" y="29"/>
                    <a:pt x="117" y="50"/>
                    <a:pt x="117" y="73"/>
                  </a:cubicBezTo>
                  <a:cubicBezTo>
                    <a:pt x="117" y="98"/>
                    <a:pt x="98" y="117"/>
                    <a:pt x="73" y="117"/>
                  </a:cubicBezTo>
                  <a:cubicBezTo>
                    <a:pt x="50" y="117"/>
                    <a:pt x="29" y="98"/>
                    <a:pt x="29" y="73"/>
                  </a:cubicBezTo>
                  <a:cubicBezTo>
                    <a:pt x="29" y="50"/>
                    <a:pt x="50"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4">
              <a:extLst>
                <a:ext uri="{FF2B5EF4-FFF2-40B4-BE49-F238E27FC236}">
                  <a16:creationId xmlns:a16="http://schemas.microsoft.com/office/drawing/2014/main" id="{445D0904-4A98-AF4E-2D4C-D8CEE9D3F563}"/>
                </a:ext>
              </a:extLst>
            </p:cNvPr>
            <p:cNvSpPr>
              <a:spLocks noChangeArrowheads="1"/>
            </p:cNvSpPr>
            <p:nvPr/>
          </p:nvSpPr>
          <p:spPr bwMode="auto">
            <a:xfrm>
              <a:off x="8367713" y="2889250"/>
              <a:ext cx="95250" cy="42863"/>
            </a:xfrm>
            <a:custGeom>
              <a:avLst/>
              <a:gdLst>
                <a:gd name="T0" fmla="*/ 15 w 266"/>
                <a:gd name="T1" fmla="*/ 117 h 118"/>
                <a:gd name="T2" fmla="*/ 15 w 266"/>
                <a:gd name="T3" fmla="*/ 117 h 118"/>
                <a:gd name="T4" fmla="*/ 250 w 266"/>
                <a:gd name="T5" fmla="*/ 117 h 118"/>
                <a:gd name="T6" fmla="*/ 261 w 266"/>
                <a:gd name="T7" fmla="*/ 111 h 118"/>
                <a:gd name="T8" fmla="*/ 264 w 266"/>
                <a:gd name="T9" fmla="*/ 98 h 118"/>
                <a:gd name="T10" fmla="*/ 240 w 266"/>
                <a:gd name="T11" fmla="*/ 30 h 118"/>
                <a:gd name="T12" fmla="*/ 240 w 266"/>
                <a:gd name="T13" fmla="*/ 30 h 118"/>
                <a:gd name="T14" fmla="*/ 199 w 266"/>
                <a:gd name="T15" fmla="*/ 0 h 118"/>
                <a:gd name="T16" fmla="*/ 66 w 266"/>
                <a:gd name="T17" fmla="*/ 0 h 118"/>
                <a:gd name="T18" fmla="*/ 23 w 266"/>
                <a:gd name="T19" fmla="*/ 30 h 118"/>
                <a:gd name="T20" fmla="*/ 1 w 266"/>
                <a:gd name="T21" fmla="*/ 98 h 118"/>
                <a:gd name="T22" fmla="*/ 3 w 266"/>
                <a:gd name="T23" fmla="*/ 111 h 118"/>
                <a:gd name="T24" fmla="*/ 15 w 266"/>
                <a:gd name="T25" fmla="*/ 117 h 118"/>
                <a:gd name="T26" fmla="*/ 52 w 266"/>
                <a:gd name="T27" fmla="*/ 40 h 118"/>
                <a:gd name="T28" fmla="*/ 52 w 266"/>
                <a:gd name="T29" fmla="*/ 40 h 118"/>
                <a:gd name="T30" fmla="*/ 66 w 266"/>
                <a:gd name="T31" fmla="*/ 29 h 118"/>
                <a:gd name="T32" fmla="*/ 199 w 266"/>
                <a:gd name="T33" fmla="*/ 29 h 118"/>
                <a:gd name="T34" fmla="*/ 213 w 266"/>
                <a:gd name="T35" fmla="*/ 39 h 118"/>
                <a:gd name="T36" fmla="*/ 213 w 266"/>
                <a:gd name="T37" fmla="*/ 40 h 118"/>
                <a:gd name="T38" fmla="*/ 229 w 266"/>
                <a:gd name="T39" fmla="*/ 88 h 118"/>
                <a:gd name="T40" fmla="*/ 36 w 266"/>
                <a:gd name="T41" fmla="*/ 88 h 118"/>
                <a:gd name="T42" fmla="*/ 52 w 266"/>
                <a:gd name="T43" fmla="*/ 4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66" h="118">
                  <a:moveTo>
                    <a:pt x="15" y="117"/>
                  </a:moveTo>
                  <a:lnTo>
                    <a:pt x="15" y="117"/>
                  </a:lnTo>
                  <a:cubicBezTo>
                    <a:pt x="250" y="117"/>
                    <a:pt x="250" y="117"/>
                    <a:pt x="250" y="117"/>
                  </a:cubicBezTo>
                  <a:cubicBezTo>
                    <a:pt x="254" y="117"/>
                    <a:pt x="258" y="115"/>
                    <a:pt x="261" y="111"/>
                  </a:cubicBezTo>
                  <a:cubicBezTo>
                    <a:pt x="264" y="107"/>
                    <a:pt x="265" y="102"/>
                    <a:pt x="264" y="98"/>
                  </a:cubicBezTo>
                  <a:cubicBezTo>
                    <a:pt x="240" y="30"/>
                    <a:pt x="240" y="30"/>
                    <a:pt x="240" y="30"/>
                  </a:cubicBezTo>
                  <a:lnTo>
                    <a:pt x="240" y="30"/>
                  </a:lnTo>
                  <a:cubicBezTo>
                    <a:pt x="235" y="12"/>
                    <a:pt x="218" y="0"/>
                    <a:pt x="199" y="0"/>
                  </a:cubicBezTo>
                  <a:cubicBezTo>
                    <a:pt x="66" y="0"/>
                    <a:pt x="66" y="0"/>
                    <a:pt x="66" y="0"/>
                  </a:cubicBezTo>
                  <a:cubicBezTo>
                    <a:pt x="47" y="0"/>
                    <a:pt x="30" y="12"/>
                    <a:pt x="23" y="30"/>
                  </a:cubicBezTo>
                  <a:cubicBezTo>
                    <a:pt x="1" y="98"/>
                    <a:pt x="1" y="98"/>
                    <a:pt x="1" y="98"/>
                  </a:cubicBezTo>
                  <a:cubicBezTo>
                    <a:pt x="0" y="102"/>
                    <a:pt x="0" y="107"/>
                    <a:pt x="3" y="111"/>
                  </a:cubicBezTo>
                  <a:cubicBezTo>
                    <a:pt x="6" y="115"/>
                    <a:pt x="11" y="117"/>
                    <a:pt x="15" y="117"/>
                  </a:cubicBezTo>
                  <a:close/>
                  <a:moveTo>
                    <a:pt x="52" y="40"/>
                  </a:moveTo>
                  <a:lnTo>
                    <a:pt x="52" y="40"/>
                  </a:lnTo>
                  <a:cubicBezTo>
                    <a:pt x="54" y="33"/>
                    <a:pt x="59" y="29"/>
                    <a:pt x="66" y="29"/>
                  </a:cubicBezTo>
                  <a:cubicBezTo>
                    <a:pt x="199" y="29"/>
                    <a:pt x="199" y="29"/>
                    <a:pt x="199" y="29"/>
                  </a:cubicBezTo>
                  <a:cubicBezTo>
                    <a:pt x="206" y="29"/>
                    <a:pt x="212" y="33"/>
                    <a:pt x="213" y="39"/>
                  </a:cubicBezTo>
                  <a:cubicBezTo>
                    <a:pt x="213" y="40"/>
                    <a:pt x="213" y="40"/>
                    <a:pt x="213" y="40"/>
                  </a:cubicBezTo>
                  <a:cubicBezTo>
                    <a:pt x="229" y="88"/>
                    <a:pt x="229" y="88"/>
                    <a:pt x="229" y="88"/>
                  </a:cubicBezTo>
                  <a:cubicBezTo>
                    <a:pt x="36" y="88"/>
                    <a:pt x="36" y="88"/>
                    <a:pt x="36" y="88"/>
                  </a:cubicBezTo>
                  <a:lnTo>
                    <a:pt x="52" y="4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5">
              <a:extLst>
                <a:ext uri="{FF2B5EF4-FFF2-40B4-BE49-F238E27FC236}">
                  <a16:creationId xmlns:a16="http://schemas.microsoft.com/office/drawing/2014/main" id="{6B8EEEA3-FE32-EFCB-D58C-73FB1090957A}"/>
                </a:ext>
              </a:extLst>
            </p:cNvPr>
            <p:cNvSpPr>
              <a:spLocks noChangeArrowheads="1"/>
            </p:cNvSpPr>
            <p:nvPr/>
          </p:nvSpPr>
          <p:spPr bwMode="auto">
            <a:xfrm>
              <a:off x="8494713" y="2825750"/>
              <a:ext cx="63500" cy="11113"/>
            </a:xfrm>
            <a:custGeom>
              <a:avLst/>
              <a:gdLst>
                <a:gd name="T0" fmla="*/ 15 w 176"/>
                <a:gd name="T1" fmla="*/ 29 h 30"/>
                <a:gd name="T2" fmla="*/ 15 w 176"/>
                <a:gd name="T3" fmla="*/ 29 h 30"/>
                <a:gd name="T4" fmla="*/ 162 w 176"/>
                <a:gd name="T5" fmla="*/ 29 h 30"/>
                <a:gd name="T6" fmla="*/ 175 w 176"/>
                <a:gd name="T7" fmla="*/ 16 h 30"/>
                <a:gd name="T8" fmla="*/ 162 w 176"/>
                <a:gd name="T9" fmla="*/ 0 h 30"/>
                <a:gd name="T10" fmla="*/ 15 w 176"/>
                <a:gd name="T11" fmla="*/ 0 h 30"/>
                <a:gd name="T12" fmla="*/ 0 w 176"/>
                <a:gd name="T13" fmla="*/ 16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6"/>
                  </a:cubicBezTo>
                  <a:cubicBezTo>
                    <a:pt x="175" y="7"/>
                    <a:pt x="170" y="0"/>
                    <a:pt x="162" y="0"/>
                  </a:cubicBezTo>
                  <a:cubicBezTo>
                    <a:pt x="15" y="0"/>
                    <a:pt x="15" y="0"/>
                    <a:pt x="15" y="0"/>
                  </a:cubicBezTo>
                  <a:cubicBezTo>
                    <a:pt x="6" y="0"/>
                    <a:pt x="0" y="7"/>
                    <a:pt x="0" y="16"/>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6">
              <a:extLst>
                <a:ext uri="{FF2B5EF4-FFF2-40B4-BE49-F238E27FC236}">
                  <a16:creationId xmlns:a16="http://schemas.microsoft.com/office/drawing/2014/main" id="{4CBDC34C-C05F-F513-E884-D42EF39CCF78}"/>
                </a:ext>
              </a:extLst>
            </p:cNvPr>
            <p:cNvSpPr>
              <a:spLocks noChangeArrowheads="1"/>
            </p:cNvSpPr>
            <p:nvPr/>
          </p:nvSpPr>
          <p:spPr bwMode="auto">
            <a:xfrm>
              <a:off x="8494713" y="2868613"/>
              <a:ext cx="63500" cy="11112"/>
            </a:xfrm>
            <a:custGeom>
              <a:avLst/>
              <a:gdLst>
                <a:gd name="T0" fmla="*/ 15 w 176"/>
                <a:gd name="T1" fmla="*/ 30 h 31"/>
                <a:gd name="T2" fmla="*/ 15 w 176"/>
                <a:gd name="T3" fmla="*/ 30 h 31"/>
                <a:gd name="T4" fmla="*/ 162 w 176"/>
                <a:gd name="T5" fmla="*/ 30 h 31"/>
                <a:gd name="T6" fmla="*/ 175 w 176"/>
                <a:gd name="T7" fmla="*/ 15 h 31"/>
                <a:gd name="T8" fmla="*/ 162 w 176"/>
                <a:gd name="T9" fmla="*/ 0 h 31"/>
                <a:gd name="T10" fmla="*/ 15 w 176"/>
                <a:gd name="T11" fmla="*/ 0 h 31"/>
                <a:gd name="T12" fmla="*/ 0 w 176"/>
                <a:gd name="T13" fmla="*/ 15 h 31"/>
                <a:gd name="T14" fmla="*/ 15 w 176"/>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1">
                  <a:moveTo>
                    <a:pt x="15" y="30"/>
                  </a:moveTo>
                  <a:lnTo>
                    <a:pt x="15" y="30"/>
                  </a:lnTo>
                  <a:cubicBezTo>
                    <a:pt x="162" y="30"/>
                    <a:pt x="162" y="30"/>
                    <a:pt x="162" y="30"/>
                  </a:cubicBezTo>
                  <a:cubicBezTo>
                    <a:pt x="170" y="30"/>
                    <a:pt x="175" y="23"/>
                    <a:pt x="175" y="15"/>
                  </a:cubicBezTo>
                  <a:cubicBezTo>
                    <a:pt x="175" y="7"/>
                    <a:pt x="170" y="0"/>
                    <a:pt x="162" y="0"/>
                  </a:cubicBezTo>
                  <a:cubicBezTo>
                    <a:pt x="15" y="0"/>
                    <a:pt x="15" y="0"/>
                    <a:pt x="15" y="0"/>
                  </a:cubicBezTo>
                  <a:cubicBezTo>
                    <a:pt x="6" y="0"/>
                    <a:pt x="0" y="7"/>
                    <a:pt x="0" y="15"/>
                  </a:cubicBezTo>
                  <a:cubicBezTo>
                    <a:pt x="0" y="23"/>
                    <a:pt x="6"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7">
              <a:extLst>
                <a:ext uri="{FF2B5EF4-FFF2-40B4-BE49-F238E27FC236}">
                  <a16:creationId xmlns:a16="http://schemas.microsoft.com/office/drawing/2014/main" id="{2E3CAE79-4F17-DD4B-0AB5-4C015944E8B3}"/>
                </a:ext>
              </a:extLst>
            </p:cNvPr>
            <p:cNvSpPr>
              <a:spLocks noChangeArrowheads="1"/>
            </p:cNvSpPr>
            <p:nvPr/>
          </p:nvSpPr>
          <p:spPr bwMode="auto">
            <a:xfrm>
              <a:off x="8494713" y="2909888"/>
              <a:ext cx="63500" cy="11112"/>
            </a:xfrm>
            <a:custGeom>
              <a:avLst/>
              <a:gdLst>
                <a:gd name="T0" fmla="*/ 15 w 176"/>
                <a:gd name="T1" fmla="*/ 29 h 30"/>
                <a:gd name="T2" fmla="*/ 15 w 176"/>
                <a:gd name="T3" fmla="*/ 29 h 30"/>
                <a:gd name="T4" fmla="*/ 162 w 176"/>
                <a:gd name="T5" fmla="*/ 29 h 30"/>
                <a:gd name="T6" fmla="*/ 175 w 176"/>
                <a:gd name="T7" fmla="*/ 14 h 30"/>
                <a:gd name="T8" fmla="*/ 162 w 176"/>
                <a:gd name="T9" fmla="*/ 0 h 30"/>
                <a:gd name="T10" fmla="*/ 15 w 176"/>
                <a:gd name="T11" fmla="*/ 0 h 30"/>
                <a:gd name="T12" fmla="*/ 0 w 176"/>
                <a:gd name="T13" fmla="*/ 14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4"/>
                  </a:cubicBezTo>
                  <a:cubicBezTo>
                    <a:pt x="175" y="6"/>
                    <a:pt x="170" y="0"/>
                    <a:pt x="162" y="0"/>
                  </a:cubicBezTo>
                  <a:cubicBezTo>
                    <a:pt x="15" y="0"/>
                    <a:pt x="15" y="0"/>
                    <a:pt x="15" y="0"/>
                  </a:cubicBezTo>
                  <a:cubicBezTo>
                    <a:pt x="6" y="0"/>
                    <a:pt x="0" y="6"/>
                    <a:pt x="0" y="14"/>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E4B6D17E-269A-BA47-1FA9-4AFA54DBA5E9}"/>
              </a:ext>
            </a:extLst>
          </p:cNvPr>
          <p:cNvGrpSpPr/>
          <p:nvPr/>
        </p:nvGrpSpPr>
        <p:grpSpPr>
          <a:xfrm>
            <a:off x="1201861" y="4166022"/>
            <a:ext cx="254000" cy="252412"/>
            <a:chOff x="60325" y="4491038"/>
            <a:chExt cx="254000" cy="252412"/>
          </a:xfrm>
          <a:solidFill>
            <a:schemeClr val="tx2"/>
          </a:solidFill>
        </p:grpSpPr>
        <p:sp>
          <p:nvSpPr>
            <p:cNvPr id="206" name="Freeform 168">
              <a:extLst>
                <a:ext uri="{FF2B5EF4-FFF2-40B4-BE49-F238E27FC236}">
                  <a16:creationId xmlns:a16="http://schemas.microsoft.com/office/drawing/2014/main" id="{36FCFB92-725A-1B4C-C711-6C66FFAAEEFB}"/>
                </a:ext>
              </a:extLst>
            </p:cNvPr>
            <p:cNvSpPr>
              <a:spLocks noChangeArrowheads="1"/>
            </p:cNvSpPr>
            <p:nvPr/>
          </p:nvSpPr>
          <p:spPr bwMode="auto">
            <a:xfrm>
              <a:off x="60325" y="4491038"/>
              <a:ext cx="254000" cy="252412"/>
            </a:xfrm>
            <a:custGeom>
              <a:avLst/>
              <a:gdLst>
                <a:gd name="T0" fmla="*/ 351 w 704"/>
                <a:gd name="T1" fmla="*/ 0 h 703"/>
                <a:gd name="T2" fmla="*/ 351 w 704"/>
                <a:gd name="T3" fmla="*/ 702 h 703"/>
                <a:gd name="T4" fmla="*/ 351 w 704"/>
                <a:gd name="T5" fmla="*/ 0 h 703"/>
                <a:gd name="T6" fmla="*/ 648 w 704"/>
                <a:gd name="T7" fmla="*/ 225 h 703"/>
                <a:gd name="T8" fmla="*/ 646 w 704"/>
                <a:gd name="T9" fmla="*/ 226 h 703"/>
                <a:gd name="T10" fmla="*/ 640 w 704"/>
                <a:gd name="T11" fmla="*/ 207 h 703"/>
                <a:gd name="T12" fmla="*/ 618 w 704"/>
                <a:gd name="T13" fmla="*/ 215 h 703"/>
                <a:gd name="T14" fmla="*/ 567 w 704"/>
                <a:gd name="T15" fmla="*/ 234 h 703"/>
                <a:gd name="T16" fmla="*/ 564 w 704"/>
                <a:gd name="T17" fmla="*/ 233 h 703"/>
                <a:gd name="T18" fmla="*/ 523 w 704"/>
                <a:gd name="T19" fmla="*/ 149 h 703"/>
                <a:gd name="T20" fmla="*/ 471 w 704"/>
                <a:gd name="T21" fmla="*/ 59 h 703"/>
                <a:gd name="T22" fmla="*/ 579 w 704"/>
                <a:gd name="T23" fmla="*/ 123 h 703"/>
                <a:gd name="T24" fmla="*/ 232 w 704"/>
                <a:gd name="T25" fmla="*/ 52 h 703"/>
                <a:gd name="T26" fmla="*/ 123 w 704"/>
                <a:gd name="T27" fmla="*/ 123 h 703"/>
                <a:gd name="T28" fmla="*/ 210 w 704"/>
                <a:gd name="T29" fmla="*/ 61 h 703"/>
                <a:gd name="T30" fmla="*/ 244 w 704"/>
                <a:gd name="T31" fmla="*/ 81 h 703"/>
                <a:gd name="T32" fmla="*/ 324 w 704"/>
                <a:gd name="T33" fmla="*/ 137 h 703"/>
                <a:gd name="T34" fmla="*/ 324 w 704"/>
                <a:gd name="T35" fmla="*/ 138 h 703"/>
                <a:gd name="T36" fmla="*/ 305 w 704"/>
                <a:gd name="T37" fmla="*/ 155 h 703"/>
                <a:gd name="T38" fmla="*/ 210 w 704"/>
                <a:gd name="T39" fmla="*/ 208 h 703"/>
                <a:gd name="T40" fmla="*/ 133 w 704"/>
                <a:gd name="T41" fmla="*/ 236 h 703"/>
                <a:gd name="T42" fmla="*/ 123 w 704"/>
                <a:gd name="T43" fmla="*/ 123 h 703"/>
                <a:gd name="T44" fmla="*/ 123 w 704"/>
                <a:gd name="T45" fmla="*/ 578 h 703"/>
                <a:gd name="T46" fmla="*/ 49 w 704"/>
                <a:gd name="T47" fmla="*/ 240 h 703"/>
                <a:gd name="T48" fmla="*/ 189 w 704"/>
                <a:gd name="T49" fmla="*/ 255 h 703"/>
                <a:gd name="T50" fmla="*/ 259 w 704"/>
                <a:gd name="T51" fmla="*/ 210 h 703"/>
                <a:gd name="T52" fmla="*/ 340 w 704"/>
                <a:gd name="T53" fmla="*/ 164 h 703"/>
                <a:gd name="T54" fmla="*/ 354 w 704"/>
                <a:gd name="T55" fmla="*/ 138 h 703"/>
                <a:gd name="T56" fmla="*/ 350 w 704"/>
                <a:gd name="T57" fmla="*/ 125 h 703"/>
                <a:gd name="T58" fmla="*/ 254 w 704"/>
                <a:gd name="T59" fmla="*/ 53 h 703"/>
                <a:gd name="T60" fmla="*/ 351 w 704"/>
                <a:gd name="T61" fmla="*/ 28 h 703"/>
                <a:gd name="T62" fmla="*/ 442 w 704"/>
                <a:gd name="T63" fmla="*/ 59 h 703"/>
                <a:gd name="T64" fmla="*/ 502 w 704"/>
                <a:gd name="T65" fmla="*/ 170 h 703"/>
                <a:gd name="T66" fmla="*/ 538 w 704"/>
                <a:gd name="T67" fmla="*/ 248 h 703"/>
                <a:gd name="T68" fmla="*/ 564 w 704"/>
                <a:gd name="T69" fmla="*/ 265 h 703"/>
                <a:gd name="T70" fmla="*/ 634 w 704"/>
                <a:gd name="T71" fmla="*/ 241 h 703"/>
                <a:gd name="T72" fmla="*/ 652 w 704"/>
                <a:gd name="T73" fmla="*/ 234 h 703"/>
                <a:gd name="T74" fmla="*/ 620 w 704"/>
                <a:gd name="T75" fmla="*/ 332 h 703"/>
                <a:gd name="T76" fmla="*/ 491 w 704"/>
                <a:gd name="T77" fmla="*/ 329 h 703"/>
                <a:gd name="T78" fmla="*/ 469 w 704"/>
                <a:gd name="T79" fmla="*/ 365 h 703"/>
                <a:gd name="T80" fmla="*/ 450 w 704"/>
                <a:gd name="T81" fmla="*/ 400 h 703"/>
                <a:gd name="T82" fmla="*/ 441 w 704"/>
                <a:gd name="T83" fmla="*/ 457 h 703"/>
                <a:gd name="T84" fmla="*/ 511 w 704"/>
                <a:gd name="T85" fmla="*/ 525 h 703"/>
                <a:gd name="T86" fmla="*/ 527 w 704"/>
                <a:gd name="T87" fmla="*/ 539 h 703"/>
                <a:gd name="T88" fmla="*/ 527 w 704"/>
                <a:gd name="T89" fmla="*/ 540 h 703"/>
                <a:gd name="T90" fmla="*/ 509 w 704"/>
                <a:gd name="T91" fmla="*/ 580 h 703"/>
                <a:gd name="T92" fmla="*/ 498 w 704"/>
                <a:gd name="T93" fmla="*/ 612 h 703"/>
                <a:gd name="T94" fmla="*/ 508 w 704"/>
                <a:gd name="T95" fmla="*/ 632 h 703"/>
                <a:gd name="T96" fmla="*/ 123 w 704"/>
                <a:gd name="T97" fmla="*/ 578 h 703"/>
                <a:gd name="T98" fmla="*/ 579 w 704"/>
                <a:gd name="T99" fmla="*/ 578 h 703"/>
                <a:gd name="T100" fmla="*/ 527 w 704"/>
                <a:gd name="T101" fmla="*/ 610 h 703"/>
                <a:gd name="T102" fmla="*/ 534 w 704"/>
                <a:gd name="T103" fmla="*/ 598 h 703"/>
                <a:gd name="T104" fmla="*/ 557 w 704"/>
                <a:gd name="T105" fmla="*/ 540 h 703"/>
                <a:gd name="T106" fmla="*/ 557 w 704"/>
                <a:gd name="T107" fmla="*/ 540 h 703"/>
                <a:gd name="T108" fmla="*/ 552 w 704"/>
                <a:gd name="T109" fmla="*/ 523 h 703"/>
                <a:gd name="T110" fmla="*/ 491 w 704"/>
                <a:gd name="T111" fmla="*/ 480 h 703"/>
                <a:gd name="T112" fmla="*/ 468 w 704"/>
                <a:gd name="T113" fmla="*/ 450 h 703"/>
                <a:gd name="T114" fmla="*/ 471 w 704"/>
                <a:gd name="T115" fmla="*/ 424 h 703"/>
                <a:gd name="T116" fmla="*/ 494 w 704"/>
                <a:gd name="T117" fmla="*/ 384 h 703"/>
                <a:gd name="T118" fmla="*/ 500 w 704"/>
                <a:gd name="T119" fmla="*/ 359 h 703"/>
                <a:gd name="T120" fmla="*/ 534 w 704"/>
                <a:gd name="T121" fmla="*/ 350 h 703"/>
                <a:gd name="T122" fmla="*/ 666 w 704"/>
                <a:gd name="T123" fmla="*/ 374 h 703"/>
                <a:gd name="T124" fmla="*/ 579 w 704"/>
                <a:gd name="T125" fmla="*/ 57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4" h="703">
                  <a:moveTo>
                    <a:pt x="351" y="0"/>
                  </a:moveTo>
                  <a:lnTo>
                    <a:pt x="351" y="0"/>
                  </a:lnTo>
                  <a:cubicBezTo>
                    <a:pt x="158" y="0"/>
                    <a:pt x="0" y="156"/>
                    <a:pt x="0" y="351"/>
                  </a:cubicBezTo>
                  <a:cubicBezTo>
                    <a:pt x="0" y="545"/>
                    <a:pt x="158" y="702"/>
                    <a:pt x="351" y="702"/>
                  </a:cubicBezTo>
                  <a:cubicBezTo>
                    <a:pt x="546" y="702"/>
                    <a:pt x="703" y="545"/>
                    <a:pt x="703" y="351"/>
                  </a:cubicBezTo>
                  <a:cubicBezTo>
                    <a:pt x="703" y="156"/>
                    <a:pt x="546" y="0"/>
                    <a:pt x="351" y="0"/>
                  </a:cubicBezTo>
                  <a:close/>
                  <a:moveTo>
                    <a:pt x="648" y="225"/>
                  </a:moveTo>
                  <a:lnTo>
                    <a:pt x="648" y="225"/>
                  </a:lnTo>
                  <a:lnTo>
                    <a:pt x="648" y="225"/>
                  </a:lnTo>
                  <a:cubicBezTo>
                    <a:pt x="646" y="226"/>
                    <a:pt x="646" y="226"/>
                    <a:pt x="646" y="226"/>
                  </a:cubicBezTo>
                  <a:lnTo>
                    <a:pt x="648" y="225"/>
                  </a:lnTo>
                  <a:close/>
                  <a:moveTo>
                    <a:pt x="640" y="207"/>
                  </a:moveTo>
                  <a:lnTo>
                    <a:pt x="640" y="207"/>
                  </a:lnTo>
                  <a:cubicBezTo>
                    <a:pt x="634" y="210"/>
                    <a:pt x="626" y="212"/>
                    <a:pt x="618" y="215"/>
                  </a:cubicBezTo>
                  <a:cubicBezTo>
                    <a:pt x="604" y="221"/>
                    <a:pt x="586" y="227"/>
                    <a:pt x="567" y="234"/>
                  </a:cubicBezTo>
                  <a:lnTo>
                    <a:pt x="567" y="234"/>
                  </a:lnTo>
                  <a:cubicBezTo>
                    <a:pt x="565" y="234"/>
                    <a:pt x="565" y="234"/>
                    <a:pt x="565" y="234"/>
                  </a:cubicBezTo>
                  <a:cubicBezTo>
                    <a:pt x="564" y="234"/>
                    <a:pt x="564" y="234"/>
                    <a:pt x="564" y="233"/>
                  </a:cubicBezTo>
                  <a:cubicBezTo>
                    <a:pt x="563" y="230"/>
                    <a:pt x="561" y="226"/>
                    <a:pt x="560" y="221"/>
                  </a:cubicBezTo>
                  <a:cubicBezTo>
                    <a:pt x="554" y="203"/>
                    <a:pt x="548" y="174"/>
                    <a:pt x="523" y="149"/>
                  </a:cubicBezTo>
                  <a:cubicBezTo>
                    <a:pt x="509" y="136"/>
                    <a:pt x="495" y="122"/>
                    <a:pt x="486" y="107"/>
                  </a:cubicBezTo>
                  <a:cubicBezTo>
                    <a:pt x="476" y="92"/>
                    <a:pt x="471" y="76"/>
                    <a:pt x="471" y="59"/>
                  </a:cubicBezTo>
                  <a:cubicBezTo>
                    <a:pt x="471" y="56"/>
                    <a:pt x="471" y="53"/>
                    <a:pt x="471" y="52"/>
                  </a:cubicBezTo>
                  <a:cubicBezTo>
                    <a:pt x="512" y="67"/>
                    <a:pt x="549" y="92"/>
                    <a:pt x="579" y="123"/>
                  </a:cubicBezTo>
                  <a:cubicBezTo>
                    <a:pt x="604" y="147"/>
                    <a:pt x="624" y="175"/>
                    <a:pt x="640" y="207"/>
                  </a:cubicBezTo>
                  <a:close/>
                  <a:moveTo>
                    <a:pt x="232" y="52"/>
                  </a:moveTo>
                  <a:lnTo>
                    <a:pt x="232" y="52"/>
                  </a:lnTo>
                  <a:close/>
                  <a:moveTo>
                    <a:pt x="123" y="123"/>
                  </a:moveTo>
                  <a:lnTo>
                    <a:pt x="123" y="123"/>
                  </a:lnTo>
                  <a:cubicBezTo>
                    <a:pt x="150" y="98"/>
                    <a:pt x="178" y="76"/>
                    <a:pt x="210" y="61"/>
                  </a:cubicBezTo>
                  <a:cubicBezTo>
                    <a:pt x="213" y="64"/>
                    <a:pt x="215" y="67"/>
                    <a:pt x="218" y="68"/>
                  </a:cubicBezTo>
                  <a:cubicBezTo>
                    <a:pt x="225" y="72"/>
                    <a:pt x="235" y="76"/>
                    <a:pt x="244" y="81"/>
                  </a:cubicBezTo>
                  <a:cubicBezTo>
                    <a:pt x="259" y="87"/>
                    <a:pt x="276" y="94"/>
                    <a:pt x="291" y="104"/>
                  </a:cubicBezTo>
                  <a:cubicBezTo>
                    <a:pt x="306" y="114"/>
                    <a:pt x="317" y="125"/>
                    <a:pt x="324" y="137"/>
                  </a:cubicBezTo>
                  <a:cubicBezTo>
                    <a:pt x="324" y="138"/>
                    <a:pt x="324" y="138"/>
                    <a:pt x="324" y="138"/>
                  </a:cubicBezTo>
                  <a:lnTo>
                    <a:pt x="324" y="138"/>
                  </a:lnTo>
                  <a:cubicBezTo>
                    <a:pt x="324" y="138"/>
                    <a:pt x="324" y="140"/>
                    <a:pt x="322" y="141"/>
                  </a:cubicBezTo>
                  <a:cubicBezTo>
                    <a:pt x="320" y="144"/>
                    <a:pt x="313" y="149"/>
                    <a:pt x="305" y="155"/>
                  </a:cubicBezTo>
                  <a:cubicBezTo>
                    <a:pt x="291" y="162"/>
                    <a:pt x="273" y="170"/>
                    <a:pt x="257" y="178"/>
                  </a:cubicBezTo>
                  <a:cubicBezTo>
                    <a:pt x="239" y="186"/>
                    <a:pt x="222" y="196"/>
                    <a:pt x="210" y="208"/>
                  </a:cubicBezTo>
                  <a:cubicBezTo>
                    <a:pt x="203" y="215"/>
                    <a:pt x="192" y="222"/>
                    <a:pt x="180" y="227"/>
                  </a:cubicBezTo>
                  <a:cubicBezTo>
                    <a:pt x="166" y="232"/>
                    <a:pt x="150" y="236"/>
                    <a:pt x="133" y="236"/>
                  </a:cubicBezTo>
                  <a:cubicBezTo>
                    <a:pt x="110" y="236"/>
                    <a:pt x="85" y="229"/>
                    <a:pt x="60" y="212"/>
                  </a:cubicBezTo>
                  <a:cubicBezTo>
                    <a:pt x="77" y="179"/>
                    <a:pt x="99" y="149"/>
                    <a:pt x="123" y="123"/>
                  </a:cubicBezTo>
                  <a:close/>
                  <a:moveTo>
                    <a:pt x="123" y="578"/>
                  </a:moveTo>
                  <a:lnTo>
                    <a:pt x="123" y="578"/>
                  </a:lnTo>
                  <a:cubicBezTo>
                    <a:pt x="66" y="520"/>
                    <a:pt x="30" y="439"/>
                    <a:pt x="30" y="351"/>
                  </a:cubicBezTo>
                  <a:cubicBezTo>
                    <a:pt x="30" y="311"/>
                    <a:pt x="37" y="274"/>
                    <a:pt x="49" y="240"/>
                  </a:cubicBezTo>
                  <a:cubicBezTo>
                    <a:pt x="77" y="258"/>
                    <a:pt x="107" y="265"/>
                    <a:pt x="133" y="265"/>
                  </a:cubicBezTo>
                  <a:cubicBezTo>
                    <a:pt x="154" y="265"/>
                    <a:pt x="173" y="260"/>
                    <a:pt x="189" y="255"/>
                  </a:cubicBezTo>
                  <a:cubicBezTo>
                    <a:pt x="206" y="248"/>
                    <a:pt x="221" y="238"/>
                    <a:pt x="231" y="229"/>
                  </a:cubicBezTo>
                  <a:cubicBezTo>
                    <a:pt x="236" y="222"/>
                    <a:pt x="247" y="216"/>
                    <a:pt x="259" y="210"/>
                  </a:cubicBezTo>
                  <a:cubicBezTo>
                    <a:pt x="277" y="200"/>
                    <a:pt x="299" y="190"/>
                    <a:pt x="317" y="181"/>
                  </a:cubicBezTo>
                  <a:cubicBezTo>
                    <a:pt x="327" y="175"/>
                    <a:pt x="333" y="170"/>
                    <a:pt x="340" y="164"/>
                  </a:cubicBezTo>
                  <a:cubicBezTo>
                    <a:pt x="344" y="160"/>
                    <a:pt x="347" y="157"/>
                    <a:pt x="350" y="153"/>
                  </a:cubicBezTo>
                  <a:cubicBezTo>
                    <a:pt x="353" y="149"/>
                    <a:pt x="354" y="144"/>
                    <a:pt x="354" y="138"/>
                  </a:cubicBezTo>
                  <a:cubicBezTo>
                    <a:pt x="354" y="133"/>
                    <a:pt x="353" y="129"/>
                    <a:pt x="350" y="125"/>
                  </a:cubicBezTo>
                  <a:lnTo>
                    <a:pt x="350" y="125"/>
                  </a:lnTo>
                  <a:cubicBezTo>
                    <a:pt x="342" y="108"/>
                    <a:pt x="329" y="96"/>
                    <a:pt x="316" y="85"/>
                  </a:cubicBezTo>
                  <a:cubicBezTo>
                    <a:pt x="295" y="71"/>
                    <a:pt x="272" y="60"/>
                    <a:pt x="254" y="53"/>
                  </a:cubicBezTo>
                  <a:cubicBezTo>
                    <a:pt x="250" y="50"/>
                    <a:pt x="246" y="49"/>
                    <a:pt x="241" y="48"/>
                  </a:cubicBezTo>
                  <a:cubicBezTo>
                    <a:pt x="276" y="35"/>
                    <a:pt x="313" y="28"/>
                    <a:pt x="351" y="28"/>
                  </a:cubicBezTo>
                  <a:cubicBezTo>
                    <a:pt x="383" y="28"/>
                    <a:pt x="414" y="33"/>
                    <a:pt x="443" y="41"/>
                  </a:cubicBezTo>
                  <a:cubicBezTo>
                    <a:pt x="442" y="48"/>
                    <a:pt x="442" y="53"/>
                    <a:pt x="442" y="59"/>
                  </a:cubicBezTo>
                  <a:cubicBezTo>
                    <a:pt x="442" y="83"/>
                    <a:pt x="450" y="104"/>
                    <a:pt x="461" y="123"/>
                  </a:cubicBezTo>
                  <a:cubicBezTo>
                    <a:pt x="473" y="141"/>
                    <a:pt x="489" y="156"/>
                    <a:pt x="502" y="170"/>
                  </a:cubicBezTo>
                  <a:cubicBezTo>
                    <a:pt x="519" y="186"/>
                    <a:pt x="524" y="206"/>
                    <a:pt x="530" y="223"/>
                  </a:cubicBezTo>
                  <a:cubicBezTo>
                    <a:pt x="532" y="232"/>
                    <a:pt x="534" y="240"/>
                    <a:pt x="538" y="248"/>
                  </a:cubicBezTo>
                  <a:cubicBezTo>
                    <a:pt x="541" y="252"/>
                    <a:pt x="543" y="255"/>
                    <a:pt x="548" y="259"/>
                  </a:cubicBezTo>
                  <a:cubicBezTo>
                    <a:pt x="553" y="262"/>
                    <a:pt x="559" y="265"/>
                    <a:pt x="564" y="265"/>
                  </a:cubicBezTo>
                  <a:cubicBezTo>
                    <a:pt x="568" y="265"/>
                    <a:pt x="572" y="263"/>
                    <a:pt x="576" y="262"/>
                  </a:cubicBezTo>
                  <a:cubicBezTo>
                    <a:pt x="600" y="255"/>
                    <a:pt x="619" y="247"/>
                    <a:pt x="634" y="241"/>
                  </a:cubicBezTo>
                  <a:cubicBezTo>
                    <a:pt x="641" y="238"/>
                    <a:pt x="648" y="236"/>
                    <a:pt x="652" y="234"/>
                  </a:cubicBezTo>
                  <a:lnTo>
                    <a:pt x="652" y="234"/>
                  </a:lnTo>
                  <a:cubicBezTo>
                    <a:pt x="666" y="269"/>
                    <a:pt x="674" y="307"/>
                    <a:pt x="674" y="347"/>
                  </a:cubicBezTo>
                  <a:cubicBezTo>
                    <a:pt x="660" y="343"/>
                    <a:pt x="641" y="337"/>
                    <a:pt x="620" y="332"/>
                  </a:cubicBezTo>
                  <a:cubicBezTo>
                    <a:pt x="591" y="326"/>
                    <a:pt x="561" y="321"/>
                    <a:pt x="534" y="321"/>
                  </a:cubicBezTo>
                  <a:cubicBezTo>
                    <a:pt x="519" y="321"/>
                    <a:pt x="504" y="322"/>
                    <a:pt x="491" y="329"/>
                  </a:cubicBezTo>
                  <a:cubicBezTo>
                    <a:pt x="484" y="332"/>
                    <a:pt x="479" y="337"/>
                    <a:pt x="475" y="343"/>
                  </a:cubicBezTo>
                  <a:cubicBezTo>
                    <a:pt x="471" y="350"/>
                    <a:pt x="469" y="357"/>
                    <a:pt x="469" y="365"/>
                  </a:cubicBezTo>
                  <a:cubicBezTo>
                    <a:pt x="469" y="369"/>
                    <a:pt x="468" y="372"/>
                    <a:pt x="465" y="376"/>
                  </a:cubicBezTo>
                  <a:cubicBezTo>
                    <a:pt x="462" y="383"/>
                    <a:pt x="456" y="391"/>
                    <a:pt x="450" y="400"/>
                  </a:cubicBezTo>
                  <a:cubicBezTo>
                    <a:pt x="443" y="411"/>
                    <a:pt x="438" y="424"/>
                    <a:pt x="438" y="439"/>
                  </a:cubicBezTo>
                  <a:cubicBezTo>
                    <a:pt x="438" y="444"/>
                    <a:pt x="439" y="451"/>
                    <a:pt x="441" y="457"/>
                  </a:cubicBezTo>
                  <a:cubicBezTo>
                    <a:pt x="445" y="473"/>
                    <a:pt x="453" y="486"/>
                    <a:pt x="464" y="495"/>
                  </a:cubicBezTo>
                  <a:cubicBezTo>
                    <a:pt x="479" y="509"/>
                    <a:pt x="497" y="517"/>
                    <a:pt x="511" y="525"/>
                  </a:cubicBezTo>
                  <a:cubicBezTo>
                    <a:pt x="517" y="529"/>
                    <a:pt x="522" y="532"/>
                    <a:pt x="524" y="535"/>
                  </a:cubicBezTo>
                  <a:cubicBezTo>
                    <a:pt x="526" y="536"/>
                    <a:pt x="527" y="538"/>
                    <a:pt x="527" y="539"/>
                  </a:cubicBezTo>
                  <a:cubicBezTo>
                    <a:pt x="527" y="540"/>
                    <a:pt x="527" y="540"/>
                    <a:pt x="527" y="540"/>
                  </a:cubicBezTo>
                  <a:lnTo>
                    <a:pt x="527" y="540"/>
                  </a:lnTo>
                  <a:cubicBezTo>
                    <a:pt x="527" y="545"/>
                    <a:pt x="527" y="550"/>
                    <a:pt x="524" y="556"/>
                  </a:cubicBezTo>
                  <a:cubicBezTo>
                    <a:pt x="520" y="562"/>
                    <a:pt x="515" y="572"/>
                    <a:pt x="509" y="580"/>
                  </a:cubicBezTo>
                  <a:cubicBezTo>
                    <a:pt x="506" y="586"/>
                    <a:pt x="504" y="590"/>
                    <a:pt x="502" y="595"/>
                  </a:cubicBezTo>
                  <a:cubicBezTo>
                    <a:pt x="500" y="599"/>
                    <a:pt x="498" y="605"/>
                    <a:pt x="498" y="612"/>
                  </a:cubicBezTo>
                  <a:cubicBezTo>
                    <a:pt x="498" y="616"/>
                    <a:pt x="500" y="620"/>
                    <a:pt x="501" y="624"/>
                  </a:cubicBezTo>
                  <a:cubicBezTo>
                    <a:pt x="504" y="627"/>
                    <a:pt x="505" y="630"/>
                    <a:pt x="508" y="632"/>
                  </a:cubicBezTo>
                  <a:cubicBezTo>
                    <a:pt x="461" y="658"/>
                    <a:pt x="409" y="672"/>
                    <a:pt x="351" y="672"/>
                  </a:cubicBezTo>
                  <a:cubicBezTo>
                    <a:pt x="263" y="672"/>
                    <a:pt x="182" y="637"/>
                    <a:pt x="123" y="578"/>
                  </a:cubicBezTo>
                  <a:close/>
                  <a:moveTo>
                    <a:pt x="579" y="578"/>
                  </a:moveTo>
                  <a:lnTo>
                    <a:pt x="579" y="578"/>
                  </a:lnTo>
                  <a:cubicBezTo>
                    <a:pt x="567" y="591"/>
                    <a:pt x="553" y="602"/>
                    <a:pt x="538" y="613"/>
                  </a:cubicBezTo>
                  <a:cubicBezTo>
                    <a:pt x="532" y="612"/>
                    <a:pt x="528" y="610"/>
                    <a:pt x="527" y="610"/>
                  </a:cubicBezTo>
                  <a:cubicBezTo>
                    <a:pt x="527" y="609"/>
                    <a:pt x="527" y="609"/>
                    <a:pt x="528" y="609"/>
                  </a:cubicBezTo>
                  <a:cubicBezTo>
                    <a:pt x="528" y="606"/>
                    <a:pt x="531" y="602"/>
                    <a:pt x="534" y="598"/>
                  </a:cubicBezTo>
                  <a:cubicBezTo>
                    <a:pt x="538" y="591"/>
                    <a:pt x="543" y="583"/>
                    <a:pt x="548" y="573"/>
                  </a:cubicBezTo>
                  <a:cubicBezTo>
                    <a:pt x="553" y="564"/>
                    <a:pt x="557" y="553"/>
                    <a:pt x="557" y="540"/>
                  </a:cubicBezTo>
                  <a:lnTo>
                    <a:pt x="557" y="540"/>
                  </a:lnTo>
                  <a:lnTo>
                    <a:pt x="557" y="540"/>
                  </a:lnTo>
                  <a:lnTo>
                    <a:pt x="557" y="540"/>
                  </a:lnTo>
                  <a:cubicBezTo>
                    <a:pt x="557" y="534"/>
                    <a:pt x="554" y="527"/>
                    <a:pt x="552" y="523"/>
                  </a:cubicBezTo>
                  <a:cubicBezTo>
                    <a:pt x="545" y="513"/>
                    <a:pt x="537" y="507"/>
                    <a:pt x="528" y="502"/>
                  </a:cubicBezTo>
                  <a:cubicBezTo>
                    <a:pt x="516" y="495"/>
                    <a:pt x="502" y="488"/>
                    <a:pt x="491" y="480"/>
                  </a:cubicBezTo>
                  <a:cubicBezTo>
                    <a:pt x="480" y="472"/>
                    <a:pt x="472" y="462"/>
                    <a:pt x="468" y="450"/>
                  </a:cubicBezTo>
                  <a:lnTo>
                    <a:pt x="468" y="450"/>
                  </a:lnTo>
                  <a:cubicBezTo>
                    <a:pt x="468" y="446"/>
                    <a:pt x="467" y="442"/>
                    <a:pt x="467" y="439"/>
                  </a:cubicBezTo>
                  <a:cubicBezTo>
                    <a:pt x="467" y="433"/>
                    <a:pt x="468" y="429"/>
                    <a:pt x="471" y="424"/>
                  </a:cubicBezTo>
                  <a:cubicBezTo>
                    <a:pt x="473" y="417"/>
                    <a:pt x="480" y="409"/>
                    <a:pt x="486" y="399"/>
                  </a:cubicBezTo>
                  <a:cubicBezTo>
                    <a:pt x="489" y="395"/>
                    <a:pt x="491" y="389"/>
                    <a:pt x="494" y="384"/>
                  </a:cubicBezTo>
                  <a:cubicBezTo>
                    <a:pt x="497" y="378"/>
                    <a:pt x="498" y="372"/>
                    <a:pt x="498" y="365"/>
                  </a:cubicBezTo>
                  <a:cubicBezTo>
                    <a:pt x="498" y="362"/>
                    <a:pt x="500" y="361"/>
                    <a:pt x="500" y="359"/>
                  </a:cubicBezTo>
                  <a:cubicBezTo>
                    <a:pt x="501" y="357"/>
                    <a:pt x="504" y="355"/>
                    <a:pt x="509" y="352"/>
                  </a:cubicBezTo>
                  <a:cubicBezTo>
                    <a:pt x="516" y="351"/>
                    <a:pt x="524" y="350"/>
                    <a:pt x="534" y="350"/>
                  </a:cubicBezTo>
                  <a:cubicBezTo>
                    <a:pt x="561" y="350"/>
                    <a:pt x="597" y="357"/>
                    <a:pt x="627" y="365"/>
                  </a:cubicBezTo>
                  <a:cubicBezTo>
                    <a:pt x="642" y="367"/>
                    <a:pt x="656" y="372"/>
                    <a:pt x="666" y="374"/>
                  </a:cubicBezTo>
                  <a:cubicBezTo>
                    <a:pt x="668" y="376"/>
                    <a:pt x="671" y="376"/>
                    <a:pt x="672" y="376"/>
                  </a:cubicBezTo>
                  <a:cubicBezTo>
                    <a:pt x="667" y="455"/>
                    <a:pt x="633" y="525"/>
                    <a:pt x="579" y="5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9">
              <a:extLst>
                <a:ext uri="{FF2B5EF4-FFF2-40B4-BE49-F238E27FC236}">
                  <a16:creationId xmlns:a16="http://schemas.microsoft.com/office/drawing/2014/main" id="{D3F63D78-8893-1F9B-211A-8F84B3E9F62B}"/>
                </a:ext>
              </a:extLst>
            </p:cNvPr>
            <p:cNvSpPr>
              <a:spLocks noChangeArrowheads="1"/>
            </p:cNvSpPr>
            <p:nvPr/>
          </p:nvSpPr>
          <p:spPr bwMode="auto">
            <a:xfrm>
              <a:off x="107950" y="4603750"/>
              <a:ext cx="90488" cy="120650"/>
            </a:xfrm>
            <a:custGeom>
              <a:avLst/>
              <a:gdLst>
                <a:gd name="T0" fmla="*/ 196 w 253"/>
                <a:gd name="T1" fmla="*/ 11 h 333"/>
                <a:gd name="T2" fmla="*/ 196 w 253"/>
                <a:gd name="T3" fmla="*/ 11 h 333"/>
                <a:gd name="T4" fmla="*/ 129 w 253"/>
                <a:gd name="T5" fmla="*/ 0 h 333"/>
                <a:gd name="T6" fmla="*/ 63 w 253"/>
                <a:gd name="T7" fmla="*/ 10 h 333"/>
                <a:gd name="T8" fmla="*/ 14 w 253"/>
                <a:gd name="T9" fmla="*/ 46 h 333"/>
                <a:gd name="T10" fmla="*/ 14 w 253"/>
                <a:gd name="T11" fmla="*/ 46 h 333"/>
                <a:gd name="T12" fmla="*/ 14 w 253"/>
                <a:gd name="T13" fmla="*/ 46 h 333"/>
                <a:gd name="T14" fmla="*/ 14 w 253"/>
                <a:gd name="T15" fmla="*/ 46 h 333"/>
                <a:gd name="T16" fmla="*/ 14 w 253"/>
                <a:gd name="T17" fmla="*/ 46 h 333"/>
                <a:gd name="T18" fmla="*/ 0 w 253"/>
                <a:gd name="T19" fmla="*/ 85 h 333"/>
                <a:gd name="T20" fmla="*/ 14 w 253"/>
                <a:gd name="T21" fmla="*/ 129 h 333"/>
                <a:gd name="T22" fmla="*/ 42 w 253"/>
                <a:gd name="T23" fmla="*/ 179 h 333"/>
                <a:gd name="T24" fmla="*/ 82 w 253"/>
                <a:gd name="T25" fmla="*/ 275 h 333"/>
                <a:gd name="T26" fmla="*/ 114 w 253"/>
                <a:gd name="T27" fmla="*/ 316 h 333"/>
                <a:gd name="T28" fmla="*/ 171 w 253"/>
                <a:gd name="T29" fmla="*/ 332 h 333"/>
                <a:gd name="T30" fmla="*/ 178 w 253"/>
                <a:gd name="T31" fmla="*/ 331 h 333"/>
                <a:gd name="T32" fmla="*/ 189 w 253"/>
                <a:gd name="T33" fmla="*/ 323 h 333"/>
                <a:gd name="T34" fmla="*/ 192 w 253"/>
                <a:gd name="T35" fmla="*/ 313 h 333"/>
                <a:gd name="T36" fmla="*/ 189 w 253"/>
                <a:gd name="T37" fmla="*/ 298 h 333"/>
                <a:gd name="T38" fmla="*/ 178 w 253"/>
                <a:gd name="T39" fmla="*/ 232 h 333"/>
                <a:gd name="T40" fmla="*/ 186 w 253"/>
                <a:gd name="T41" fmla="*/ 175 h 333"/>
                <a:gd name="T42" fmla="*/ 202 w 253"/>
                <a:gd name="T43" fmla="*/ 143 h 333"/>
                <a:gd name="T44" fmla="*/ 230 w 253"/>
                <a:gd name="T45" fmla="*/ 116 h 333"/>
                <a:gd name="T46" fmla="*/ 245 w 253"/>
                <a:gd name="T47" fmla="*/ 102 h 333"/>
                <a:gd name="T48" fmla="*/ 252 w 253"/>
                <a:gd name="T49" fmla="*/ 78 h 333"/>
                <a:gd name="T50" fmla="*/ 244 w 253"/>
                <a:gd name="T51" fmla="*/ 47 h 333"/>
                <a:gd name="T52" fmla="*/ 196 w 253"/>
                <a:gd name="T53" fmla="*/ 11 h 333"/>
                <a:gd name="T54" fmla="*/ 222 w 253"/>
                <a:gd name="T55" fmla="*/ 83 h 333"/>
                <a:gd name="T56" fmla="*/ 222 w 253"/>
                <a:gd name="T57" fmla="*/ 83 h 333"/>
                <a:gd name="T58" fmla="*/ 214 w 253"/>
                <a:gd name="T59" fmla="*/ 92 h 333"/>
                <a:gd name="T60" fmla="*/ 185 w 253"/>
                <a:gd name="T61" fmla="*/ 117 h 333"/>
                <a:gd name="T62" fmla="*/ 158 w 253"/>
                <a:gd name="T63" fmla="*/ 168 h 333"/>
                <a:gd name="T64" fmla="*/ 149 w 253"/>
                <a:gd name="T65" fmla="*/ 232 h 333"/>
                <a:gd name="T66" fmla="*/ 156 w 253"/>
                <a:gd name="T67" fmla="*/ 288 h 333"/>
                <a:gd name="T68" fmla="*/ 159 w 253"/>
                <a:gd name="T69" fmla="*/ 302 h 333"/>
                <a:gd name="T70" fmla="*/ 130 w 253"/>
                <a:gd name="T71" fmla="*/ 291 h 333"/>
                <a:gd name="T72" fmla="*/ 112 w 253"/>
                <a:gd name="T73" fmla="*/ 272 h 333"/>
                <a:gd name="T74" fmla="*/ 93 w 253"/>
                <a:gd name="T75" fmla="*/ 223 h 333"/>
                <a:gd name="T76" fmla="*/ 67 w 253"/>
                <a:gd name="T77" fmla="*/ 164 h 333"/>
                <a:gd name="T78" fmla="*/ 40 w 253"/>
                <a:gd name="T79" fmla="*/ 116 h 333"/>
                <a:gd name="T80" fmla="*/ 30 w 253"/>
                <a:gd name="T81" fmla="*/ 85 h 333"/>
                <a:gd name="T82" fmla="*/ 38 w 253"/>
                <a:gd name="T83" fmla="*/ 62 h 333"/>
                <a:gd name="T84" fmla="*/ 26 w 253"/>
                <a:gd name="T85" fmla="*/ 54 h 333"/>
                <a:gd name="T86" fmla="*/ 38 w 253"/>
                <a:gd name="T87" fmla="*/ 62 h 333"/>
                <a:gd name="T88" fmla="*/ 73 w 253"/>
                <a:gd name="T89" fmla="*/ 37 h 333"/>
                <a:gd name="T90" fmla="*/ 129 w 253"/>
                <a:gd name="T91" fmla="*/ 29 h 333"/>
                <a:gd name="T92" fmla="*/ 186 w 253"/>
                <a:gd name="T93" fmla="*/ 39 h 333"/>
                <a:gd name="T94" fmla="*/ 218 w 253"/>
                <a:gd name="T95" fmla="*/ 61 h 333"/>
                <a:gd name="T96" fmla="*/ 224 w 253"/>
                <a:gd name="T97" fmla="*/ 78 h 333"/>
                <a:gd name="T98" fmla="*/ 222 w 253"/>
                <a:gd name="T99" fmla="*/ 83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53" h="333">
                  <a:moveTo>
                    <a:pt x="196" y="11"/>
                  </a:moveTo>
                  <a:lnTo>
                    <a:pt x="196" y="11"/>
                  </a:lnTo>
                  <a:cubicBezTo>
                    <a:pt x="177" y="3"/>
                    <a:pt x="152" y="0"/>
                    <a:pt x="129" y="0"/>
                  </a:cubicBezTo>
                  <a:cubicBezTo>
                    <a:pt x="105" y="0"/>
                    <a:pt x="84" y="3"/>
                    <a:pt x="63" y="10"/>
                  </a:cubicBezTo>
                  <a:cubicBezTo>
                    <a:pt x="44" y="18"/>
                    <a:pt x="24" y="29"/>
                    <a:pt x="14" y="46"/>
                  </a:cubicBezTo>
                  <a:lnTo>
                    <a:pt x="14" y="46"/>
                  </a:lnTo>
                  <a:lnTo>
                    <a:pt x="14" y="46"/>
                  </a:lnTo>
                  <a:lnTo>
                    <a:pt x="14" y="46"/>
                  </a:lnTo>
                  <a:lnTo>
                    <a:pt x="14" y="46"/>
                  </a:lnTo>
                  <a:cubicBezTo>
                    <a:pt x="5" y="59"/>
                    <a:pt x="0" y="72"/>
                    <a:pt x="0" y="85"/>
                  </a:cubicBezTo>
                  <a:cubicBezTo>
                    <a:pt x="0" y="100"/>
                    <a:pt x="5" y="116"/>
                    <a:pt x="14" y="129"/>
                  </a:cubicBezTo>
                  <a:cubicBezTo>
                    <a:pt x="20" y="144"/>
                    <a:pt x="31" y="159"/>
                    <a:pt x="42" y="179"/>
                  </a:cubicBezTo>
                  <a:cubicBezTo>
                    <a:pt x="60" y="207"/>
                    <a:pt x="67" y="243"/>
                    <a:pt x="82" y="275"/>
                  </a:cubicBezTo>
                  <a:cubicBezTo>
                    <a:pt x="89" y="290"/>
                    <a:pt x="99" y="305"/>
                    <a:pt x="114" y="316"/>
                  </a:cubicBezTo>
                  <a:cubicBezTo>
                    <a:pt x="129" y="327"/>
                    <a:pt x="148" y="332"/>
                    <a:pt x="171" y="332"/>
                  </a:cubicBezTo>
                  <a:cubicBezTo>
                    <a:pt x="174" y="332"/>
                    <a:pt x="175" y="332"/>
                    <a:pt x="178" y="331"/>
                  </a:cubicBezTo>
                  <a:cubicBezTo>
                    <a:pt x="182" y="330"/>
                    <a:pt x="186" y="327"/>
                    <a:pt x="189" y="323"/>
                  </a:cubicBezTo>
                  <a:cubicBezTo>
                    <a:pt x="191" y="319"/>
                    <a:pt x="192" y="316"/>
                    <a:pt x="192" y="313"/>
                  </a:cubicBezTo>
                  <a:cubicBezTo>
                    <a:pt x="191" y="308"/>
                    <a:pt x="191" y="304"/>
                    <a:pt x="189" y="298"/>
                  </a:cubicBezTo>
                  <a:cubicBezTo>
                    <a:pt x="185" y="284"/>
                    <a:pt x="178" y="264"/>
                    <a:pt x="178" y="232"/>
                  </a:cubicBezTo>
                  <a:cubicBezTo>
                    <a:pt x="178" y="216"/>
                    <a:pt x="180" y="196"/>
                    <a:pt x="186" y="175"/>
                  </a:cubicBezTo>
                  <a:cubicBezTo>
                    <a:pt x="189" y="161"/>
                    <a:pt x="195" y="151"/>
                    <a:pt x="202" y="143"/>
                  </a:cubicBezTo>
                  <a:cubicBezTo>
                    <a:pt x="210" y="132"/>
                    <a:pt x="221" y="124"/>
                    <a:pt x="230" y="116"/>
                  </a:cubicBezTo>
                  <a:cubicBezTo>
                    <a:pt x="236" y="111"/>
                    <a:pt x="241" y="107"/>
                    <a:pt x="245" y="102"/>
                  </a:cubicBezTo>
                  <a:cubicBezTo>
                    <a:pt x="250" y="95"/>
                    <a:pt x="252" y="87"/>
                    <a:pt x="252" y="78"/>
                  </a:cubicBezTo>
                  <a:cubicBezTo>
                    <a:pt x="252" y="69"/>
                    <a:pt x="250" y="59"/>
                    <a:pt x="244" y="47"/>
                  </a:cubicBezTo>
                  <a:cubicBezTo>
                    <a:pt x="234" y="29"/>
                    <a:pt x="217" y="18"/>
                    <a:pt x="196" y="11"/>
                  </a:cubicBezTo>
                  <a:close/>
                  <a:moveTo>
                    <a:pt x="222" y="83"/>
                  </a:moveTo>
                  <a:lnTo>
                    <a:pt x="222" y="83"/>
                  </a:lnTo>
                  <a:cubicBezTo>
                    <a:pt x="221" y="85"/>
                    <a:pt x="219" y="88"/>
                    <a:pt x="214" y="92"/>
                  </a:cubicBezTo>
                  <a:cubicBezTo>
                    <a:pt x="207" y="98"/>
                    <a:pt x="196" y="105"/>
                    <a:pt x="185" y="117"/>
                  </a:cubicBezTo>
                  <a:cubicBezTo>
                    <a:pt x="174" y="128"/>
                    <a:pt x="164" y="144"/>
                    <a:pt x="158" y="168"/>
                  </a:cubicBezTo>
                  <a:cubicBezTo>
                    <a:pt x="151" y="192"/>
                    <a:pt x="149" y="214"/>
                    <a:pt x="149" y="232"/>
                  </a:cubicBezTo>
                  <a:cubicBezTo>
                    <a:pt x="149" y="256"/>
                    <a:pt x="152" y="275"/>
                    <a:pt x="156" y="288"/>
                  </a:cubicBezTo>
                  <a:cubicBezTo>
                    <a:pt x="158" y="294"/>
                    <a:pt x="159" y="298"/>
                    <a:pt x="159" y="302"/>
                  </a:cubicBezTo>
                  <a:cubicBezTo>
                    <a:pt x="147" y="301"/>
                    <a:pt x="137" y="297"/>
                    <a:pt x="130" y="291"/>
                  </a:cubicBezTo>
                  <a:cubicBezTo>
                    <a:pt x="123" y="287"/>
                    <a:pt x="118" y="280"/>
                    <a:pt x="112" y="272"/>
                  </a:cubicBezTo>
                  <a:cubicBezTo>
                    <a:pt x="105" y="258"/>
                    <a:pt x="100" y="242"/>
                    <a:pt x="93" y="223"/>
                  </a:cubicBezTo>
                  <a:cubicBezTo>
                    <a:pt x="86" y="203"/>
                    <a:pt x="79" y="183"/>
                    <a:pt x="67" y="164"/>
                  </a:cubicBezTo>
                  <a:cubicBezTo>
                    <a:pt x="56" y="144"/>
                    <a:pt x="46" y="129"/>
                    <a:pt x="40" y="116"/>
                  </a:cubicBezTo>
                  <a:cubicBezTo>
                    <a:pt x="33" y="103"/>
                    <a:pt x="29" y="94"/>
                    <a:pt x="30" y="85"/>
                  </a:cubicBezTo>
                  <a:cubicBezTo>
                    <a:pt x="30" y="78"/>
                    <a:pt x="31" y="72"/>
                    <a:pt x="38" y="62"/>
                  </a:cubicBezTo>
                  <a:cubicBezTo>
                    <a:pt x="26" y="54"/>
                    <a:pt x="26" y="54"/>
                    <a:pt x="26" y="54"/>
                  </a:cubicBezTo>
                  <a:cubicBezTo>
                    <a:pt x="38" y="62"/>
                    <a:pt x="38" y="62"/>
                    <a:pt x="38" y="62"/>
                  </a:cubicBezTo>
                  <a:cubicBezTo>
                    <a:pt x="44" y="52"/>
                    <a:pt x="57" y="44"/>
                    <a:pt x="73" y="37"/>
                  </a:cubicBezTo>
                  <a:cubicBezTo>
                    <a:pt x="89" y="32"/>
                    <a:pt x="110" y="29"/>
                    <a:pt x="129" y="29"/>
                  </a:cubicBezTo>
                  <a:cubicBezTo>
                    <a:pt x="149" y="29"/>
                    <a:pt x="170" y="32"/>
                    <a:pt x="186" y="39"/>
                  </a:cubicBezTo>
                  <a:cubicBezTo>
                    <a:pt x="203" y="44"/>
                    <a:pt x="214" y="54"/>
                    <a:pt x="218" y="61"/>
                  </a:cubicBezTo>
                  <a:cubicBezTo>
                    <a:pt x="222" y="70"/>
                    <a:pt x="224" y="76"/>
                    <a:pt x="224" y="78"/>
                  </a:cubicBezTo>
                  <a:cubicBezTo>
                    <a:pt x="224" y="80"/>
                    <a:pt x="222" y="81"/>
                    <a:pt x="222" y="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8" name="Freeform 170">
              <a:extLst>
                <a:ext uri="{FF2B5EF4-FFF2-40B4-BE49-F238E27FC236}">
                  <a16:creationId xmlns:a16="http://schemas.microsoft.com/office/drawing/2014/main" id="{5B07545A-2E29-2BE2-29B1-A552913CBC9B}"/>
                </a:ext>
              </a:extLst>
            </p:cNvPr>
            <p:cNvSpPr>
              <a:spLocks noChangeArrowheads="1"/>
            </p:cNvSpPr>
            <p:nvPr/>
          </p:nvSpPr>
          <p:spPr bwMode="auto">
            <a:xfrm>
              <a:off x="219075" y="46561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9" name="Freeform 171">
              <a:extLst>
                <a:ext uri="{FF2B5EF4-FFF2-40B4-BE49-F238E27FC236}">
                  <a16:creationId xmlns:a16="http://schemas.microsoft.com/office/drawing/2014/main" id="{EB732598-6E6F-CAF9-BB42-2FD0D220ADF8}"/>
                </a:ext>
              </a:extLst>
            </p:cNvPr>
            <p:cNvSpPr>
              <a:spLocks noChangeArrowheads="1"/>
            </p:cNvSpPr>
            <p:nvPr/>
          </p:nvSpPr>
          <p:spPr bwMode="auto">
            <a:xfrm>
              <a:off x="266700" y="45862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0" name="Freeform 172">
            <a:extLst>
              <a:ext uri="{FF2B5EF4-FFF2-40B4-BE49-F238E27FC236}">
                <a16:creationId xmlns:a16="http://schemas.microsoft.com/office/drawing/2014/main" id="{C4F1BFA5-08EA-7FEF-2F87-3DA30C402C63}"/>
              </a:ext>
            </a:extLst>
          </p:cNvPr>
          <p:cNvSpPr>
            <a:spLocks noChangeArrowheads="1"/>
          </p:cNvSpPr>
          <p:nvPr/>
        </p:nvSpPr>
        <p:spPr bwMode="auto">
          <a:xfrm>
            <a:off x="1706686" y="4169991"/>
            <a:ext cx="252413" cy="244475"/>
          </a:xfrm>
          <a:custGeom>
            <a:avLst/>
            <a:gdLst>
              <a:gd name="T0" fmla="*/ 517 w 703"/>
              <a:gd name="T1" fmla="*/ 147 h 679"/>
              <a:gd name="T2" fmla="*/ 499 w 703"/>
              <a:gd name="T3" fmla="*/ 156 h 679"/>
              <a:gd name="T4" fmla="*/ 483 w 703"/>
              <a:gd name="T5" fmla="*/ 186 h 679"/>
              <a:gd name="T6" fmla="*/ 366 w 703"/>
              <a:gd name="T7" fmla="*/ 145 h 679"/>
              <a:gd name="T8" fmla="*/ 146 w 703"/>
              <a:gd name="T9" fmla="*/ 365 h 679"/>
              <a:gd name="T10" fmla="*/ 336 w 703"/>
              <a:gd name="T11" fmla="*/ 561 h 679"/>
              <a:gd name="T12" fmla="*/ 454 w 703"/>
              <a:gd name="T13" fmla="*/ 518 h 679"/>
              <a:gd name="T14" fmla="*/ 506 w 703"/>
              <a:gd name="T15" fmla="*/ 545 h 679"/>
              <a:gd name="T16" fmla="*/ 560 w 703"/>
              <a:gd name="T17" fmla="*/ 572 h 679"/>
              <a:gd name="T18" fmla="*/ 675 w 703"/>
              <a:gd name="T19" fmla="*/ 488 h 679"/>
              <a:gd name="T20" fmla="*/ 675 w 703"/>
              <a:gd name="T21" fmla="*/ 214 h 679"/>
              <a:gd name="T22" fmla="*/ 599 w 703"/>
              <a:gd name="T23" fmla="*/ 103 h 679"/>
              <a:gd name="T24" fmla="*/ 488 w 703"/>
              <a:gd name="T25" fmla="*/ 27 h 679"/>
              <a:gd name="T26" fmla="*/ 215 w 703"/>
              <a:gd name="T27" fmla="*/ 27 h 679"/>
              <a:gd name="T28" fmla="*/ 102 w 703"/>
              <a:gd name="T29" fmla="*/ 103 h 679"/>
              <a:gd name="T30" fmla="*/ 27 w 703"/>
              <a:gd name="T31" fmla="*/ 214 h 679"/>
              <a:gd name="T32" fmla="*/ 27 w 703"/>
              <a:gd name="T33" fmla="*/ 487 h 679"/>
              <a:gd name="T34" fmla="*/ 102 w 703"/>
              <a:gd name="T35" fmla="*/ 599 h 679"/>
              <a:gd name="T36" fmla="*/ 234 w 703"/>
              <a:gd name="T37" fmla="*/ 667 h 679"/>
              <a:gd name="T38" fmla="*/ 123 w 703"/>
              <a:gd name="T39" fmla="*/ 578 h 679"/>
              <a:gd name="T40" fmla="*/ 30 w 703"/>
              <a:gd name="T41" fmla="*/ 351 h 679"/>
              <a:gd name="T42" fmla="*/ 123 w 703"/>
              <a:gd name="T43" fmla="*/ 123 h 679"/>
              <a:gd name="T44" fmla="*/ 351 w 703"/>
              <a:gd name="T45" fmla="*/ 28 h 679"/>
              <a:gd name="T46" fmla="*/ 579 w 703"/>
              <a:gd name="T47" fmla="*/ 123 h 679"/>
              <a:gd name="T48" fmla="*/ 673 w 703"/>
              <a:gd name="T49" fmla="*/ 351 h 679"/>
              <a:gd name="T50" fmla="*/ 609 w 703"/>
              <a:gd name="T51" fmla="*/ 521 h 679"/>
              <a:gd name="T52" fmla="*/ 544 w 703"/>
              <a:gd name="T53" fmla="*/ 539 h 679"/>
              <a:gd name="T54" fmla="*/ 509 w 703"/>
              <a:gd name="T55" fmla="*/ 458 h 679"/>
              <a:gd name="T56" fmla="*/ 527 w 703"/>
              <a:gd name="T57" fmla="*/ 164 h 679"/>
              <a:gd name="T58" fmla="*/ 436 w 703"/>
              <a:gd name="T59" fmla="*/ 495 h 679"/>
              <a:gd name="T60" fmla="*/ 370 w 703"/>
              <a:gd name="T61" fmla="*/ 527 h 679"/>
              <a:gd name="T62" fmla="*/ 226 w 703"/>
              <a:gd name="T63" fmla="*/ 484 h 679"/>
              <a:gd name="T64" fmla="*/ 240 w 703"/>
              <a:gd name="T65" fmla="*/ 219 h 679"/>
              <a:gd name="T66" fmla="*/ 446 w 703"/>
              <a:gd name="T67" fmla="*/ 197 h 679"/>
              <a:gd name="T68" fmla="*/ 479 w 703"/>
              <a:gd name="T69" fmla="*/ 225 h 679"/>
              <a:gd name="T70" fmla="*/ 481 w 703"/>
              <a:gd name="T71" fmla="*/ 233 h 679"/>
              <a:gd name="T72" fmla="*/ 479 w 703"/>
              <a:gd name="T73" fmla="*/ 444 h 679"/>
              <a:gd name="T74" fmla="*/ 436 w 703"/>
              <a:gd name="T75" fmla="*/ 49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679">
                <a:moveTo>
                  <a:pt x="517" y="147"/>
                </a:moveTo>
                <a:lnTo>
                  <a:pt x="517" y="147"/>
                </a:lnTo>
                <a:cubicBezTo>
                  <a:pt x="510" y="144"/>
                  <a:pt x="501" y="148"/>
                  <a:pt x="499" y="156"/>
                </a:cubicBezTo>
                <a:lnTo>
                  <a:pt x="499" y="156"/>
                </a:lnTo>
                <a:cubicBezTo>
                  <a:pt x="495" y="167"/>
                  <a:pt x="491" y="179"/>
                  <a:pt x="488" y="192"/>
                </a:cubicBezTo>
                <a:cubicBezTo>
                  <a:pt x="487" y="190"/>
                  <a:pt x="484" y="188"/>
                  <a:pt x="483" y="186"/>
                </a:cubicBezTo>
                <a:cubicBezTo>
                  <a:pt x="468" y="175"/>
                  <a:pt x="450" y="166"/>
                  <a:pt x="429" y="157"/>
                </a:cubicBezTo>
                <a:cubicBezTo>
                  <a:pt x="410" y="151"/>
                  <a:pt x="388" y="145"/>
                  <a:pt x="366" y="145"/>
                </a:cubicBezTo>
                <a:cubicBezTo>
                  <a:pt x="319" y="145"/>
                  <a:pt x="264" y="160"/>
                  <a:pt x="222" y="196"/>
                </a:cubicBezTo>
                <a:cubicBezTo>
                  <a:pt x="178" y="232"/>
                  <a:pt x="146" y="288"/>
                  <a:pt x="146" y="365"/>
                </a:cubicBezTo>
                <a:cubicBezTo>
                  <a:pt x="146" y="421"/>
                  <a:pt x="170" y="469"/>
                  <a:pt x="205" y="505"/>
                </a:cubicBezTo>
                <a:cubicBezTo>
                  <a:pt x="241" y="539"/>
                  <a:pt x="288" y="561"/>
                  <a:pt x="336" y="561"/>
                </a:cubicBezTo>
                <a:cubicBezTo>
                  <a:pt x="351" y="561"/>
                  <a:pt x="365" y="560"/>
                  <a:pt x="380" y="554"/>
                </a:cubicBezTo>
                <a:cubicBezTo>
                  <a:pt x="409" y="546"/>
                  <a:pt x="433" y="535"/>
                  <a:pt x="454" y="518"/>
                </a:cubicBezTo>
                <a:cubicBezTo>
                  <a:pt x="465" y="510"/>
                  <a:pt x="476" y="501"/>
                  <a:pt x="484" y="488"/>
                </a:cubicBezTo>
                <a:cubicBezTo>
                  <a:pt x="490" y="513"/>
                  <a:pt x="496" y="531"/>
                  <a:pt x="506" y="545"/>
                </a:cubicBezTo>
                <a:cubicBezTo>
                  <a:pt x="513" y="554"/>
                  <a:pt x="521" y="561"/>
                  <a:pt x="531" y="565"/>
                </a:cubicBezTo>
                <a:cubicBezTo>
                  <a:pt x="539" y="571"/>
                  <a:pt x="550" y="572"/>
                  <a:pt x="560" y="572"/>
                </a:cubicBezTo>
                <a:cubicBezTo>
                  <a:pt x="584" y="572"/>
                  <a:pt x="608" y="560"/>
                  <a:pt x="627" y="543"/>
                </a:cubicBezTo>
                <a:cubicBezTo>
                  <a:pt x="647" y="528"/>
                  <a:pt x="664" y="507"/>
                  <a:pt x="675" y="488"/>
                </a:cubicBezTo>
                <a:cubicBezTo>
                  <a:pt x="697" y="447"/>
                  <a:pt x="702" y="398"/>
                  <a:pt x="702" y="351"/>
                </a:cubicBezTo>
                <a:cubicBezTo>
                  <a:pt x="702" y="302"/>
                  <a:pt x="693" y="256"/>
                  <a:pt x="675" y="214"/>
                </a:cubicBezTo>
                <a:lnTo>
                  <a:pt x="675" y="214"/>
                </a:lnTo>
                <a:cubicBezTo>
                  <a:pt x="657" y="171"/>
                  <a:pt x="632" y="134"/>
                  <a:pt x="599" y="103"/>
                </a:cubicBezTo>
                <a:cubicBezTo>
                  <a:pt x="568" y="70"/>
                  <a:pt x="531" y="45"/>
                  <a:pt x="488" y="27"/>
                </a:cubicBezTo>
                <a:lnTo>
                  <a:pt x="488" y="27"/>
                </a:lnTo>
                <a:cubicBezTo>
                  <a:pt x="446" y="9"/>
                  <a:pt x="400" y="0"/>
                  <a:pt x="351" y="0"/>
                </a:cubicBezTo>
                <a:cubicBezTo>
                  <a:pt x="303" y="0"/>
                  <a:pt x="256" y="9"/>
                  <a:pt x="215" y="27"/>
                </a:cubicBezTo>
                <a:lnTo>
                  <a:pt x="215" y="27"/>
                </a:lnTo>
                <a:cubicBezTo>
                  <a:pt x="172" y="45"/>
                  <a:pt x="135" y="70"/>
                  <a:pt x="102" y="103"/>
                </a:cubicBezTo>
                <a:cubicBezTo>
                  <a:pt x="71" y="134"/>
                  <a:pt x="46" y="171"/>
                  <a:pt x="27" y="214"/>
                </a:cubicBezTo>
                <a:lnTo>
                  <a:pt x="27" y="214"/>
                </a:lnTo>
                <a:cubicBezTo>
                  <a:pt x="11" y="256"/>
                  <a:pt x="0" y="302"/>
                  <a:pt x="0" y="351"/>
                </a:cubicBezTo>
                <a:cubicBezTo>
                  <a:pt x="0" y="399"/>
                  <a:pt x="11" y="446"/>
                  <a:pt x="27" y="487"/>
                </a:cubicBezTo>
                <a:lnTo>
                  <a:pt x="27" y="487"/>
                </a:lnTo>
                <a:cubicBezTo>
                  <a:pt x="46" y="529"/>
                  <a:pt x="71" y="567"/>
                  <a:pt x="102" y="599"/>
                </a:cubicBezTo>
                <a:cubicBezTo>
                  <a:pt x="135" y="631"/>
                  <a:pt x="172" y="656"/>
                  <a:pt x="215" y="674"/>
                </a:cubicBezTo>
                <a:cubicBezTo>
                  <a:pt x="222" y="678"/>
                  <a:pt x="230" y="674"/>
                  <a:pt x="234" y="667"/>
                </a:cubicBezTo>
                <a:cubicBezTo>
                  <a:pt x="237" y="658"/>
                  <a:pt x="233" y="650"/>
                  <a:pt x="226" y="648"/>
                </a:cubicBezTo>
                <a:cubicBezTo>
                  <a:pt x="188" y="631"/>
                  <a:pt x="153" y="608"/>
                  <a:pt x="123" y="578"/>
                </a:cubicBezTo>
                <a:cubicBezTo>
                  <a:pt x="94" y="549"/>
                  <a:pt x="71" y="514"/>
                  <a:pt x="54" y="476"/>
                </a:cubicBezTo>
                <a:cubicBezTo>
                  <a:pt x="38" y="438"/>
                  <a:pt x="30" y="395"/>
                  <a:pt x="30" y="351"/>
                </a:cubicBezTo>
                <a:cubicBezTo>
                  <a:pt x="30" y="306"/>
                  <a:pt x="38" y="263"/>
                  <a:pt x="54" y="225"/>
                </a:cubicBezTo>
                <a:cubicBezTo>
                  <a:pt x="71" y="186"/>
                  <a:pt x="94" y="152"/>
                  <a:pt x="123" y="123"/>
                </a:cubicBezTo>
                <a:cubicBezTo>
                  <a:pt x="153" y="93"/>
                  <a:pt x="188" y="70"/>
                  <a:pt x="226" y="53"/>
                </a:cubicBezTo>
                <a:cubicBezTo>
                  <a:pt x="264" y="37"/>
                  <a:pt x="307" y="28"/>
                  <a:pt x="351" y="28"/>
                </a:cubicBezTo>
                <a:cubicBezTo>
                  <a:pt x="396" y="28"/>
                  <a:pt x="439" y="37"/>
                  <a:pt x="477" y="53"/>
                </a:cubicBezTo>
                <a:cubicBezTo>
                  <a:pt x="516" y="70"/>
                  <a:pt x="550" y="93"/>
                  <a:pt x="579" y="123"/>
                </a:cubicBezTo>
                <a:cubicBezTo>
                  <a:pt x="608" y="152"/>
                  <a:pt x="632" y="186"/>
                  <a:pt x="649" y="225"/>
                </a:cubicBezTo>
                <a:cubicBezTo>
                  <a:pt x="665" y="263"/>
                  <a:pt x="673" y="306"/>
                  <a:pt x="673" y="351"/>
                </a:cubicBezTo>
                <a:cubicBezTo>
                  <a:pt x="673" y="396"/>
                  <a:pt x="668" y="440"/>
                  <a:pt x="649" y="475"/>
                </a:cubicBezTo>
                <a:cubicBezTo>
                  <a:pt x="641" y="490"/>
                  <a:pt x="625" y="507"/>
                  <a:pt x="609" y="521"/>
                </a:cubicBezTo>
                <a:cubicBezTo>
                  <a:pt x="593" y="535"/>
                  <a:pt x="573" y="543"/>
                  <a:pt x="560" y="543"/>
                </a:cubicBezTo>
                <a:cubicBezTo>
                  <a:pt x="554" y="543"/>
                  <a:pt x="549" y="542"/>
                  <a:pt x="544" y="539"/>
                </a:cubicBezTo>
                <a:cubicBezTo>
                  <a:pt x="538" y="536"/>
                  <a:pt x="531" y="529"/>
                  <a:pt x="524" y="516"/>
                </a:cubicBezTo>
                <a:cubicBezTo>
                  <a:pt x="517" y="503"/>
                  <a:pt x="512" y="484"/>
                  <a:pt x="509" y="458"/>
                </a:cubicBezTo>
                <a:cubicBezTo>
                  <a:pt x="506" y="421"/>
                  <a:pt x="503" y="381"/>
                  <a:pt x="503" y="341"/>
                </a:cubicBezTo>
                <a:cubicBezTo>
                  <a:pt x="503" y="278"/>
                  <a:pt x="509" y="215"/>
                  <a:pt x="527" y="164"/>
                </a:cubicBezTo>
                <a:cubicBezTo>
                  <a:pt x="529" y="157"/>
                  <a:pt x="525" y="149"/>
                  <a:pt x="517" y="147"/>
                </a:cubicBezTo>
                <a:close/>
                <a:moveTo>
                  <a:pt x="436" y="495"/>
                </a:moveTo>
                <a:lnTo>
                  <a:pt x="436" y="495"/>
                </a:lnTo>
                <a:cubicBezTo>
                  <a:pt x="418" y="509"/>
                  <a:pt x="398" y="518"/>
                  <a:pt x="370" y="527"/>
                </a:cubicBezTo>
                <a:cubicBezTo>
                  <a:pt x="359" y="531"/>
                  <a:pt x="348" y="532"/>
                  <a:pt x="336" y="532"/>
                </a:cubicBezTo>
                <a:cubicBezTo>
                  <a:pt x="297" y="532"/>
                  <a:pt x="256" y="514"/>
                  <a:pt x="226" y="484"/>
                </a:cubicBezTo>
                <a:cubicBezTo>
                  <a:pt x="196" y="454"/>
                  <a:pt x="175" y="411"/>
                  <a:pt x="175" y="365"/>
                </a:cubicBezTo>
                <a:cubicBezTo>
                  <a:pt x="177" y="296"/>
                  <a:pt x="203" y="249"/>
                  <a:pt x="240" y="219"/>
                </a:cubicBezTo>
                <a:cubicBezTo>
                  <a:pt x="277" y="189"/>
                  <a:pt x="325" y="175"/>
                  <a:pt x="366" y="175"/>
                </a:cubicBezTo>
                <a:cubicBezTo>
                  <a:pt x="392" y="174"/>
                  <a:pt x="422" y="184"/>
                  <a:pt x="446" y="197"/>
                </a:cubicBezTo>
                <a:cubicBezTo>
                  <a:pt x="457" y="203"/>
                  <a:pt x="466" y="210"/>
                  <a:pt x="473" y="216"/>
                </a:cubicBezTo>
                <a:cubicBezTo>
                  <a:pt x="476" y="221"/>
                  <a:pt x="477" y="223"/>
                  <a:pt x="479" y="225"/>
                </a:cubicBezTo>
                <a:cubicBezTo>
                  <a:pt x="480" y="227"/>
                  <a:pt x="480" y="229"/>
                  <a:pt x="480" y="230"/>
                </a:cubicBezTo>
                <a:cubicBezTo>
                  <a:pt x="480" y="232"/>
                  <a:pt x="481" y="232"/>
                  <a:pt x="481" y="233"/>
                </a:cubicBezTo>
                <a:cubicBezTo>
                  <a:pt x="476" y="269"/>
                  <a:pt x="474" y="304"/>
                  <a:pt x="474" y="341"/>
                </a:cubicBezTo>
                <a:cubicBezTo>
                  <a:pt x="474" y="377"/>
                  <a:pt x="476" y="411"/>
                  <a:pt x="479" y="444"/>
                </a:cubicBezTo>
                <a:cubicBezTo>
                  <a:pt x="479" y="446"/>
                  <a:pt x="477" y="446"/>
                  <a:pt x="477" y="446"/>
                </a:cubicBezTo>
                <a:cubicBezTo>
                  <a:pt x="468" y="466"/>
                  <a:pt x="454" y="483"/>
                  <a:pt x="436" y="495"/>
                </a:cubicBezTo>
                <a:close/>
              </a:path>
            </a:pathLst>
          </a:custGeom>
          <a:solidFill>
            <a:schemeClr val="tx2"/>
          </a:solidFill>
          <a:ln>
            <a:noFill/>
          </a:ln>
          <a:effectLst/>
        </p:spPr>
        <p:txBody>
          <a:bodyPr wrap="none" anchor="ctr"/>
          <a:lstStyle/>
          <a:p>
            <a:endParaRPr lang="da-DK"/>
          </a:p>
        </p:txBody>
      </p:sp>
      <p:grpSp>
        <p:nvGrpSpPr>
          <p:cNvPr id="211" name="Group 214">
            <a:extLst>
              <a:ext uri="{FF2B5EF4-FFF2-40B4-BE49-F238E27FC236}">
                <a16:creationId xmlns:a16="http://schemas.microsoft.com/office/drawing/2014/main" id="{D4F3DAD4-9EF3-3305-148F-BB9A0CE83C46}"/>
              </a:ext>
            </a:extLst>
          </p:cNvPr>
          <p:cNvGrpSpPr/>
          <p:nvPr/>
        </p:nvGrpSpPr>
        <p:grpSpPr>
          <a:xfrm>
            <a:off x="2244849" y="4168403"/>
            <a:ext cx="190500" cy="247650"/>
            <a:chOff x="1103313" y="4491038"/>
            <a:chExt cx="190500" cy="247650"/>
          </a:xfrm>
          <a:solidFill>
            <a:schemeClr val="tx2"/>
          </a:solidFill>
        </p:grpSpPr>
        <p:sp>
          <p:nvSpPr>
            <p:cNvPr id="212" name="Freeform 173">
              <a:extLst>
                <a:ext uri="{FF2B5EF4-FFF2-40B4-BE49-F238E27FC236}">
                  <a16:creationId xmlns:a16="http://schemas.microsoft.com/office/drawing/2014/main" id="{2725EC64-8CBA-1548-996B-FAA4D7B04349}"/>
                </a:ext>
              </a:extLst>
            </p:cNvPr>
            <p:cNvSpPr>
              <a:spLocks noChangeArrowheads="1"/>
            </p:cNvSpPr>
            <p:nvPr/>
          </p:nvSpPr>
          <p:spPr bwMode="auto">
            <a:xfrm>
              <a:off x="1103313" y="4491038"/>
              <a:ext cx="190500" cy="247650"/>
            </a:xfrm>
            <a:custGeom>
              <a:avLst/>
              <a:gdLst>
                <a:gd name="T0" fmla="*/ 29 w 528"/>
                <a:gd name="T1" fmla="*/ 383 h 690"/>
                <a:gd name="T2" fmla="*/ 29 w 528"/>
                <a:gd name="T3" fmla="*/ 383 h 690"/>
                <a:gd name="T4" fmla="*/ 232 w 528"/>
                <a:gd name="T5" fmla="*/ 675 h 690"/>
                <a:gd name="T6" fmla="*/ 264 w 528"/>
                <a:gd name="T7" fmla="*/ 689 h 690"/>
                <a:gd name="T8" fmla="*/ 296 w 528"/>
                <a:gd name="T9" fmla="*/ 675 h 690"/>
                <a:gd name="T10" fmla="*/ 434 w 528"/>
                <a:gd name="T11" fmla="*/ 501 h 690"/>
                <a:gd name="T12" fmla="*/ 500 w 528"/>
                <a:gd name="T13" fmla="*/ 383 h 690"/>
                <a:gd name="T14" fmla="*/ 527 w 528"/>
                <a:gd name="T15" fmla="*/ 260 h 690"/>
                <a:gd name="T16" fmla="*/ 450 w 528"/>
                <a:gd name="T17" fmla="*/ 75 h 690"/>
                <a:gd name="T18" fmla="*/ 264 w 528"/>
                <a:gd name="T19" fmla="*/ 0 h 690"/>
                <a:gd name="T20" fmla="*/ 78 w 528"/>
                <a:gd name="T21" fmla="*/ 75 h 690"/>
                <a:gd name="T22" fmla="*/ 0 w 528"/>
                <a:gd name="T23" fmla="*/ 260 h 690"/>
                <a:gd name="T24" fmla="*/ 0 w 528"/>
                <a:gd name="T25" fmla="*/ 260 h 690"/>
                <a:gd name="T26" fmla="*/ 0 w 528"/>
                <a:gd name="T27" fmla="*/ 260 h 690"/>
                <a:gd name="T28" fmla="*/ 0 w 528"/>
                <a:gd name="T29" fmla="*/ 260 h 690"/>
                <a:gd name="T30" fmla="*/ 0 w 528"/>
                <a:gd name="T31" fmla="*/ 260 h 690"/>
                <a:gd name="T32" fmla="*/ 0 w 528"/>
                <a:gd name="T33" fmla="*/ 260 h 690"/>
                <a:gd name="T34" fmla="*/ 29 w 528"/>
                <a:gd name="T35" fmla="*/ 383 h 690"/>
                <a:gd name="T36" fmla="*/ 99 w 528"/>
                <a:gd name="T37" fmla="*/ 96 h 690"/>
                <a:gd name="T38" fmla="*/ 99 w 528"/>
                <a:gd name="T39" fmla="*/ 96 h 690"/>
                <a:gd name="T40" fmla="*/ 264 w 528"/>
                <a:gd name="T41" fmla="*/ 28 h 690"/>
                <a:gd name="T42" fmla="*/ 430 w 528"/>
                <a:gd name="T43" fmla="*/ 96 h 690"/>
                <a:gd name="T44" fmla="*/ 498 w 528"/>
                <a:gd name="T45" fmla="*/ 260 h 690"/>
                <a:gd name="T46" fmla="*/ 472 w 528"/>
                <a:gd name="T47" fmla="*/ 370 h 690"/>
                <a:gd name="T48" fmla="*/ 275 w 528"/>
                <a:gd name="T49" fmla="*/ 654 h 690"/>
                <a:gd name="T50" fmla="*/ 264 w 528"/>
                <a:gd name="T51" fmla="*/ 660 h 690"/>
                <a:gd name="T52" fmla="*/ 254 w 528"/>
                <a:gd name="T53" fmla="*/ 654 h 690"/>
                <a:gd name="T54" fmla="*/ 118 w 528"/>
                <a:gd name="T55" fmla="*/ 486 h 690"/>
                <a:gd name="T56" fmla="*/ 56 w 528"/>
                <a:gd name="T57" fmla="*/ 372 h 690"/>
                <a:gd name="T58" fmla="*/ 30 w 528"/>
                <a:gd name="T59" fmla="*/ 260 h 690"/>
                <a:gd name="T60" fmla="*/ 30 w 528"/>
                <a:gd name="T61" fmla="*/ 260 h 690"/>
                <a:gd name="T62" fmla="*/ 30 w 528"/>
                <a:gd name="T63" fmla="*/ 260 h 690"/>
                <a:gd name="T64" fmla="*/ 99 w 528"/>
                <a:gd name="T65" fmla="*/ 96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690">
                  <a:moveTo>
                    <a:pt x="29" y="383"/>
                  </a:moveTo>
                  <a:lnTo>
                    <a:pt x="29" y="383"/>
                  </a:lnTo>
                  <a:cubicBezTo>
                    <a:pt x="80" y="505"/>
                    <a:pt x="187" y="626"/>
                    <a:pt x="232" y="675"/>
                  </a:cubicBezTo>
                  <a:cubicBezTo>
                    <a:pt x="240" y="685"/>
                    <a:pt x="253" y="689"/>
                    <a:pt x="264" y="689"/>
                  </a:cubicBezTo>
                  <a:cubicBezTo>
                    <a:pt x="276" y="689"/>
                    <a:pt x="287" y="685"/>
                    <a:pt x="296" y="675"/>
                  </a:cubicBezTo>
                  <a:cubicBezTo>
                    <a:pt x="327" y="642"/>
                    <a:pt x="384" y="578"/>
                    <a:pt x="434" y="501"/>
                  </a:cubicBezTo>
                  <a:cubicBezTo>
                    <a:pt x="458" y="464"/>
                    <a:pt x="482" y="422"/>
                    <a:pt x="500" y="383"/>
                  </a:cubicBezTo>
                  <a:cubicBezTo>
                    <a:pt x="516" y="341"/>
                    <a:pt x="527" y="300"/>
                    <a:pt x="527" y="260"/>
                  </a:cubicBezTo>
                  <a:cubicBezTo>
                    <a:pt x="527" y="189"/>
                    <a:pt x="498" y="123"/>
                    <a:pt x="450" y="75"/>
                  </a:cubicBezTo>
                  <a:cubicBezTo>
                    <a:pt x="402" y="28"/>
                    <a:pt x="336" y="0"/>
                    <a:pt x="264" y="0"/>
                  </a:cubicBezTo>
                  <a:cubicBezTo>
                    <a:pt x="191" y="0"/>
                    <a:pt x="125" y="28"/>
                    <a:pt x="78" y="75"/>
                  </a:cubicBezTo>
                  <a:cubicBezTo>
                    <a:pt x="30" y="123"/>
                    <a:pt x="0" y="188"/>
                    <a:pt x="0" y="260"/>
                  </a:cubicBezTo>
                  <a:lnTo>
                    <a:pt x="0" y="260"/>
                  </a:lnTo>
                  <a:lnTo>
                    <a:pt x="0" y="260"/>
                  </a:lnTo>
                  <a:lnTo>
                    <a:pt x="0" y="260"/>
                  </a:lnTo>
                  <a:lnTo>
                    <a:pt x="0" y="260"/>
                  </a:lnTo>
                  <a:lnTo>
                    <a:pt x="0" y="260"/>
                  </a:lnTo>
                  <a:cubicBezTo>
                    <a:pt x="0" y="300"/>
                    <a:pt x="11" y="341"/>
                    <a:pt x="29" y="383"/>
                  </a:cubicBezTo>
                  <a:close/>
                  <a:moveTo>
                    <a:pt x="99" y="96"/>
                  </a:moveTo>
                  <a:lnTo>
                    <a:pt x="99" y="96"/>
                  </a:lnTo>
                  <a:cubicBezTo>
                    <a:pt x="141" y="55"/>
                    <a:pt x="199" y="28"/>
                    <a:pt x="264" y="28"/>
                  </a:cubicBezTo>
                  <a:cubicBezTo>
                    <a:pt x="329" y="28"/>
                    <a:pt x="387" y="55"/>
                    <a:pt x="430" y="96"/>
                  </a:cubicBezTo>
                  <a:cubicBezTo>
                    <a:pt x="472" y="138"/>
                    <a:pt x="498" y="196"/>
                    <a:pt x="498" y="260"/>
                  </a:cubicBezTo>
                  <a:cubicBezTo>
                    <a:pt x="498" y="295"/>
                    <a:pt x="489" y="332"/>
                    <a:pt x="472" y="370"/>
                  </a:cubicBezTo>
                  <a:cubicBezTo>
                    <a:pt x="424" y="487"/>
                    <a:pt x="320" y="606"/>
                    <a:pt x="275" y="654"/>
                  </a:cubicBezTo>
                  <a:cubicBezTo>
                    <a:pt x="272" y="658"/>
                    <a:pt x="268" y="660"/>
                    <a:pt x="264" y="660"/>
                  </a:cubicBezTo>
                  <a:cubicBezTo>
                    <a:pt x="261" y="660"/>
                    <a:pt x="257" y="658"/>
                    <a:pt x="254" y="654"/>
                  </a:cubicBezTo>
                  <a:cubicBezTo>
                    <a:pt x="224" y="623"/>
                    <a:pt x="167" y="560"/>
                    <a:pt x="118" y="486"/>
                  </a:cubicBezTo>
                  <a:cubicBezTo>
                    <a:pt x="95" y="448"/>
                    <a:pt x="71" y="410"/>
                    <a:pt x="56" y="372"/>
                  </a:cubicBezTo>
                  <a:cubicBezTo>
                    <a:pt x="40" y="333"/>
                    <a:pt x="30" y="295"/>
                    <a:pt x="30" y="260"/>
                  </a:cubicBezTo>
                  <a:lnTo>
                    <a:pt x="30" y="260"/>
                  </a:lnTo>
                  <a:lnTo>
                    <a:pt x="30" y="260"/>
                  </a:lnTo>
                  <a:cubicBezTo>
                    <a:pt x="30" y="196"/>
                    <a:pt x="56" y="138"/>
                    <a:pt x="99"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3" name="Freeform 174">
              <a:extLst>
                <a:ext uri="{FF2B5EF4-FFF2-40B4-BE49-F238E27FC236}">
                  <a16:creationId xmlns:a16="http://schemas.microsoft.com/office/drawing/2014/main" id="{B2FD5E68-42BA-F1D9-7F63-95925772E046}"/>
                </a:ext>
              </a:extLst>
            </p:cNvPr>
            <p:cNvSpPr>
              <a:spLocks noChangeArrowheads="1"/>
            </p:cNvSpPr>
            <p:nvPr/>
          </p:nvSpPr>
          <p:spPr bwMode="auto">
            <a:xfrm>
              <a:off x="1150938" y="4540250"/>
              <a:ext cx="95250" cy="95250"/>
            </a:xfrm>
            <a:custGeom>
              <a:avLst/>
              <a:gdLst>
                <a:gd name="T0" fmla="*/ 132 w 264"/>
                <a:gd name="T1" fmla="*/ 263 h 264"/>
                <a:gd name="T2" fmla="*/ 132 w 264"/>
                <a:gd name="T3" fmla="*/ 263 h 264"/>
                <a:gd name="T4" fmla="*/ 263 w 264"/>
                <a:gd name="T5" fmla="*/ 132 h 264"/>
                <a:gd name="T6" fmla="*/ 132 w 264"/>
                <a:gd name="T7" fmla="*/ 0 h 264"/>
                <a:gd name="T8" fmla="*/ 0 w 264"/>
                <a:gd name="T9" fmla="*/ 132 h 264"/>
                <a:gd name="T10" fmla="*/ 132 w 264"/>
                <a:gd name="T11" fmla="*/ 263 h 264"/>
                <a:gd name="T12" fmla="*/ 60 w 264"/>
                <a:gd name="T13" fmla="*/ 59 h 264"/>
                <a:gd name="T14" fmla="*/ 60 w 264"/>
                <a:gd name="T15" fmla="*/ 59 h 264"/>
                <a:gd name="T16" fmla="*/ 132 w 264"/>
                <a:gd name="T17" fmla="*/ 29 h 264"/>
                <a:gd name="T18" fmla="*/ 204 w 264"/>
                <a:gd name="T19" fmla="*/ 59 h 264"/>
                <a:gd name="T20" fmla="*/ 234 w 264"/>
                <a:gd name="T21" fmla="*/ 132 h 264"/>
                <a:gd name="T22" fmla="*/ 204 w 264"/>
                <a:gd name="T23" fmla="*/ 204 h 264"/>
                <a:gd name="T24" fmla="*/ 132 w 264"/>
                <a:gd name="T25" fmla="*/ 234 h 264"/>
                <a:gd name="T26" fmla="*/ 60 w 264"/>
                <a:gd name="T27" fmla="*/ 204 h 264"/>
                <a:gd name="T28" fmla="*/ 30 w 264"/>
                <a:gd name="T29" fmla="*/ 132 h 264"/>
                <a:gd name="T30" fmla="*/ 60 w 264"/>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2"/>
                  </a:cubicBezTo>
                  <a:cubicBezTo>
                    <a:pt x="263" y="59"/>
                    <a:pt x="204" y="0"/>
                    <a:pt x="132" y="0"/>
                  </a:cubicBezTo>
                  <a:cubicBezTo>
                    <a:pt x="59" y="0"/>
                    <a:pt x="0" y="59"/>
                    <a:pt x="0" y="132"/>
                  </a:cubicBezTo>
                  <a:cubicBezTo>
                    <a:pt x="0" y="204"/>
                    <a:pt x="59" y="263"/>
                    <a:pt x="132" y="263"/>
                  </a:cubicBezTo>
                  <a:close/>
                  <a:moveTo>
                    <a:pt x="60" y="59"/>
                  </a:moveTo>
                  <a:lnTo>
                    <a:pt x="60" y="59"/>
                  </a:lnTo>
                  <a:cubicBezTo>
                    <a:pt x="78" y="41"/>
                    <a:pt x="104" y="29"/>
                    <a:pt x="132" y="29"/>
                  </a:cubicBezTo>
                  <a:cubicBezTo>
                    <a:pt x="160" y="29"/>
                    <a:pt x="186" y="41"/>
                    <a:pt x="204" y="59"/>
                  </a:cubicBezTo>
                  <a:cubicBezTo>
                    <a:pt x="223" y="78"/>
                    <a:pt x="234" y="103"/>
                    <a:pt x="234" y="132"/>
                  </a:cubicBezTo>
                  <a:cubicBezTo>
                    <a:pt x="234" y="160"/>
                    <a:pt x="223" y="185"/>
                    <a:pt x="204" y="204"/>
                  </a:cubicBezTo>
                  <a:cubicBezTo>
                    <a:pt x="186" y="222"/>
                    <a:pt x="160" y="234"/>
                    <a:pt x="132" y="234"/>
                  </a:cubicBezTo>
                  <a:cubicBezTo>
                    <a:pt x="104" y="234"/>
                    <a:pt x="78" y="222"/>
                    <a:pt x="60" y="204"/>
                  </a:cubicBezTo>
                  <a:cubicBezTo>
                    <a:pt x="41" y="185"/>
                    <a:pt x="30" y="160"/>
                    <a:pt x="30" y="132"/>
                  </a:cubicBezTo>
                  <a:cubicBezTo>
                    <a:pt x="30" y="103"/>
                    <a:pt x="41" y="78"/>
                    <a:pt x="60"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4" name="Freeform 175">
            <a:extLst>
              <a:ext uri="{FF2B5EF4-FFF2-40B4-BE49-F238E27FC236}">
                <a16:creationId xmlns:a16="http://schemas.microsoft.com/office/drawing/2014/main" id="{A71A25F5-2F83-513C-0C11-8D934E48FF59}"/>
              </a:ext>
            </a:extLst>
          </p:cNvPr>
          <p:cNvSpPr>
            <a:spLocks noChangeArrowheads="1"/>
          </p:cNvSpPr>
          <p:nvPr/>
        </p:nvSpPr>
        <p:spPr bwMode="auto">
          <a:xfrm>
            <a:off x="3721224" y="4166022"/>
            <a:ext cx="254000" cy="252412"/>
          </a:xfrm>
          <a:custGeom>
            <a:avLst/>
            <a:gdLst>
              <a:gd name="T0" fmla="*/ 0 w 704"/>
              <a:gd name="T1" fmla="*/ 367 h 703"/>
              <a:gd name="T2" fmla="*/ 703 w 704"/>
              <a:gd name="T3" fmla="*/ 367 h 703"/>
              <a:gd name="T4" fmla="*/ 703 w 704"/>
              <a:gd name="T5" fmla="*/ 363 h 703"/>
              <a:gd name="T6" fmla="*/ 352 w 704"/>
              <a:gd name="T7" fmla="*/ 0 h 703"/>
              <a:gd name="T8" fmla="*/ 0 w 704"/>
              <a:gd name="T9" fmla="*/ 363 h 703"/>
              <a:gd name="T10" fmla="*/ 0 w 704"/>
              <a:gd name="T11" fmla="*/ 367 h 703"/>
              <a:gd name="T12" fmla="*/ 224 w 704"/>
              <a:gd name="T13" fmla="*/ 225 h 703"/>
              <a:gd name="T14" fmla="*/ 479 w 704"/>
              <a:gd name="T15" fmla="*/ 225 h 703"/>
              <a:gd name="T16" fmla="*/ 205 w 704"/>
              <a:gd name="T17" fmla="*/ 351 h 703"/>
              <a:gd name="T18" fmla="*/ 339 w 704"/>
              <a:gd name="T19" fmla="*/ 33 h 703"/>
              <a:gd name="T20" fmla="*/ 352 w 704"/>
              <a:gd name="T21" fmla="*/ 28 h 703"/>
              <a:gd name="T22" fmla="*/ 404 w 704"/>
              <a:gd name="T23" fmla="*/ 71 h 703"/>
              <a:gd name="T24" fmla="*/ 471 w 704"/>
              <a:gd name="T25" fmla="*/ 196 h 703"/>
              <a:gd name="T26" fmla="*/ 232 w 704"/>
              <a:gd name="T27" fmla="*/ 196 h 703"/>
              <a:gd name="T28" fmla="*/ 319 w 704"/>
              <a:gd name="T29" fmla="*/ 50 h 703"/>
              <a:gd name="T30" fmla="*/ 626 w 704"/>
              <a:gd name="T31" fmla="*/ 520 h 703"/>
              <a:gd name="T32" fmla="*/ 619 w 704"/>
              <a:gd name="T33" fmla="*/ 518 h 703"/>
              <a:gd name="T34" fmla="*/ 503 w 704"/>
              <a:gd name="T35" fmla="*/ 501 h 703"/>
              <a:gd name="T36" fmla="*/ 673 w 704"/>
              <a:gd name="T37" fmla="*/ 380 h 703"/>
              <a:gd name="T38" fmla="*/ 497 w 704"/>
              <a:gd name="T39" fmla="*/ 380 h 703"/>
              <a:gd name="T40" fmla="*/ 472 w 704"/>
              <a:gd name="T41" fmla="*/ 499 h 703"/>
              <a:gd name="T42" fmla="*/ 231 w 704"/>
              <a:gd name="T43" fmla="*/ 499 h 703"/>
              <a:gd name="T44" fmla="*/ 497 w 704"/>
              <a:gd name="T45" fmla="*/ 380 h 703"/>
              <a:gd name="T46" fmla="*/ 364 w 704"/>
              <a:gd name="T47" fmla="*/ 668 h 703"/>
              <a:gd name="T48" fmla="*/ 339 w 704"/>
              <a:gd name="T49" fmla="*/ 668 h 703"/>
              <a:gd name="T50" fmla="*/ 242 w 704"/>
              <a:gd name="T51" fmla="*/ 528 h 703"/>
              <a:gd name="T52" fmla="*/ 461 w 704"/>
              <a:gd name="T53" fmla="*/ 528 h 703"/>
              <a:gd name="T54" fmla="*/ 385 w 704"/>
              <a:gd name="T55" fmla="*/ 650 h 703"/>
              <a:gd name="T56" fmla="*/ 201 w 704"/>
              <a:gd name="T57" fmla="*/ 501 h 703"/>
              <a:gd name="T58" fmla="*/ 176 w 704"/>
              <a:gd name="T59" fmla="*/ 503 h 703"/>
              <a:gd name="T60" fmla="*/ 84 w 704"/>
              <a:gd name="T61" fmla="*/ 518 h 703"/>
              <a:gd name="T62" fmla="*/ 30 w 704"/>
              <a:gd name="T63" fmla="*/ 380 h 703"/>
              <a:gd name="T64" fmla="*/ 201 w 704"/>
              <a:gd name="T65" fmla="*/ 501 h 703"/>
              <a:gd name="T66" fmla="*/ 95 w 704"/>
              <a:gd name="T67" fmla="*/ 545 h 703"/>
              <a:gd name="T68" fmla="*/ 210 w 704"/>
              <a:gd name="T69" fmla="*/ 529 h 703"/>
              <a:gd name="T70" fmla="*/ 294 w 704"/>
              <a:gd name="T71" fmla="*/ 667 h 703"/>
              <a:gd name="T72" fmla="*/ 95 w 704"/>
              <a:gd name="T73" fmla="*/ 545 h 703"/>
              <a:gd name="T74" fmla="*/ 579 w 704"/>
              <a:gd name="T75" fmla="*/ 578 h 703"/>
              <a:gd name="T76" fmla="*/ 427 w 704"/>
              <a:gd name="T77" fmla="*/ 648 h 703"/>
              <a:gd name="T78" fmla="*/ 526 w 704"/>
              <a:gd name="T79" fmla="*/ 532 h 703"/>
              <a:gd name="T80" fmla="*/ 608 w 704"/>
              <a:gd name="T81" fmla="*/ 545 h 703"/>
              <a:gd name="T82" fmla="*/ 527 w 704"/>
              <a:gd name="T83" fmla="*/ 351 h 703"/>
              <a:gd name="T84" fmla="*/ 509 w 704"/>
              <a:gd name="T85" fmla="*/ 222 h 703"/>
              <a:gd name="T86" fmla="*/ 607 w 704"/>
              <a:gd name="T87" fmla="*/ 211 h 703"/>
              <a:gd name="T88" fmla="*/ 638 w 704"/>
              <a:gd name="T89" fmla="*/ 203 h 703"/>
              <a:gd name="T90" fmla="*/ 527 w 704"/>
              <a:gd name="T91" fmla="*/ 351 h 703"/>
              <a:gd name="T92" fmla="*/ 623 w 704"/>
              <a:gd name="T93" fmla="*/ 177 h 703"/>
              <a:gd name="T94" fmla="*/ 501 w 704"/>
              <a:gd name="T95" fmla="*/ 193 h 703"/>
              <a:gd name="T96" fmla="*/ 409 w 704"/>
              <a:gd name="T97" fmla="*/ 34 h 703"/>
              <a:gd name="T98" fmla="*/ 623 w 704"/>
              <a:gd name="T99" fmla="*/ 177 h 703"/>
              <a:gd name="T100" fmla="*/ 124 w 704"/>
              <a:gd name="T101" fmla="*/ 123 h 703"/>
              <a:gd name="T102" fmla="*/ 276 w 704"/>
              <a:gd name="T103" fmla="*/ 53 h 703"/>
              <a:gd name="T104" fmla="*/ 202 w 704"/>
              <a:gd name="T105" fmla="*/ 193 h 703"/>
              <a:gd name="T106" fmla="*/ 102 w 704"/>
              <a:gd name="T107" fmla="*/ 182 h 703"/>
              <a:gd name="T108" fmla="*/ 124 w 704"/>
              <a:gd name="T109" fmla="*/ 123 h 703"/>
              <a:gd name="T110" fmla="*/ 66 w 704"/>
              <a:gd name="T111" fmla="*/ 203 h 703"/>
              <a:gd name="T112" fmla="*/ 120 w 704"/>
              <a:gd name="T113" fmla="*/ 215 h 703"/>
              <a:gd name="T114" fmla="*/ 176 w 704"/>
              <a:gd name="T115" fmla="*/ 351 h 703"/>
              <a:gd name="T116" fmla="*/ 66 w 704"/>
              <a:gd name="T117" fmla="*/ 20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3">
                <a:moveTo>
                  <a:pt x="0" y="367"/>
                </a:moveTo>
                <a:lnTo>
                  <a:pt x="0" y="367"/>
                </a:lnTo>
                <a:cubicBezTo>
                  <a:pt x="10" y="553"/>
                  <a:pt x="164" y="702"/>
                  <a:pt x="352" y="702"/>
                </a:cubicBezTo>
                <a:cubicBezTo>
                  <a:pt x="540" y="702"/>
                  <a:pt x="693" y="553"/>
                  <a:pt x="703" y="367"/>
                </a:cubicBezTo>
                <a:cubicBezTo>
                  <a:pt x="703" y="366"/>
                  <a:pt x="703" y="366"/>
                  <a:pt x="703" y="365"/>
                </a:cubicBezTo>
                <a:lnTo>
                  <a:pt x="703" y="363"/>
                </a:lnTo>
                <a:cubicBezTo>
                  <a:pt x="703" y="359"/>
                  <a:pt x="703" y="355"/>
                  <a:pt x="703" y="351"/>
                </a:cubicBezTo>
                <a:cubicBezTo>
                  <a:pt x="703" y="156"/>
                  <a:pt x="545" y="0"/>
                  <a:pt x="352" y="0"/>
                </a:cubicBezTo>
                <a:cubicBezTo>
                  <a:pt x="158" y="0"/>
                  <a:pt x="0" y="156"/>
                  <a:pt x="0" y="351"/>
                </a:cubicBezTo>
                <a:cubicBezTo>
                  <a:pt x="0" y="355"/>
                  <a:pt x="0" y="359"/>
                  <a:pt x="0" y="363"/>
                </a:cubicBezTo>
                <a:lnTo>
                  <a:pt x="0" y="365"/>
                </a:lnTo>
                <a:cubicBezTo>
                  <a:pt x="0" y="366"/>
                  <a:pt x="0" y="366"/>
                  <a:pt x="0" y="367"/>
                </a:cubicBezTo>
                <a:close/>
                <a:moveTo>
                  <a:pt x="224" y="225"/>
                </a:moveTo>
                <a:lnTo>
                  <a:pt x="224" y="225"/>
                </a:lnTo>
                <a:cubicBezTo>
                  <a:pt x="264" y="226"/>
                  <a:pt x="308" y="227"/>
                  <a:pt x="352" y="227"/>
                </a:cubicBezTo>
                <a:cubicBezTo>
                  <a:pt x="395" y="227"/>
                  <a:pt x="439" y="226"/>
                  <a:pt x="479" y="225"/>
                </a:cubicBezTo>
                <a:cubicBezTo>
                  <a:pt x="492" y="263"/>
                  <a:pt x="498" y="306"/>
                  <a:pt x="498" y="351"/>
                </a:cubicBezTo>
                <a:cubicBezTo>
                  <a:pt x="205" y="351"/>
                  <a:pt x="205" y="351"/>
                  <a:pt x="205" y="351"/>
                </a:cubicBezTo>
                <a:cubicBezTo>
                  <a:pt x="205" y="306"/>
                  <a:pt x="212" y="263"/>
                  <a:pt x="224" y="225"/>
                </a:cubicBezTo>
                <a:close/>
                <a:moveTo>
                  <a:pt x="339" y="33"/>
                </a:moveTo>
                <a:lnTo>
                  <a:pt x="339" y="33"/>
                </a:lnTo>
                <a:cubicBezTo>
                  <a:pt x="346" y="30"/>
                  <a:pt x="350" y="28"/>
                  <a:pt x="352" y="28"/>
                </a:cubicBezTo>
                <a:cubicBezTo>
                  <a:pt x="353" y="28"/>
                  <a:pt x="357" y="30"/>
                  <a:pt x="364" y="33"/>
                </a:cubicBezTo>
                <a:cubicBezTo>
                  <a:pt x="375" y="39"/>
                  <a:pt x="389" y="53"/>
                  <a:pt x="404" y="71"/>
                </a:cubicBezTo>
                <a:cubicBezTo>
                  <a:pt x="426" y="100"/>
                  <a:pt x="450" y="140"/>
                  <a:pt x="468" y="188"/>
                </a:cubicBezTo>
                <a:cubicBezTo>
                  <a:pt x="468" y="190"/>
                  <a:pt x="470" y="193"/>
                  <a:pt x="471" y="196"/>
                </a:cubicBezTo>
                <a:cubicBezTo>
                  <a:pt x="433" y="197"/>
                  <a:pt x="393" y="199"/>
                  <a:pt x="352" y="199"/>
                </a:cubicBezTo>
                <a:cubicBezTo>
                  <a:pt x="310" y="199"/>
                  <a:pt x="271" y="197"/>
                  <a:pt x="232" y="196"/>
                </a:cubicBezTo>
                <a:cubicBezTo>
                  <a:pt x="243" y="167"/>
                  <a:pt x="254" y="142"/>
                  <a:pt x="268" y="119"/>
                </a:cubicBezTo>
                <a:cubicBezTo>
                  <a:pt x="284" y="90"/>
                  <a:pt x="302" y="67"/>
                  <a:pt x="319" y="50"/>
                </a:cubicBezTo>
                <a:cubicBezTo>
                  <a:pt x="327" y="42"/>
                  <a:pt x="334" y="37"/>
                  <a:pt x="339" y="33"/>
                </a:cubicBezTo>
                <a:close/>
                <a:moveTo>
                  <a:pt x="626" y="520"/>
                </a:moveTo>
                <a:lnTo>
                  <a:pt x="626" y="520"/>
                </a:lnTo>
                <a:cubicBezTo>
                  <a:pt x="623" y="520"/>
                  <a:pt x="622" y="518"/>
                  <a:pt x="619" y="518"/>
                </a:cubicBezTo>
                <a:cubicBezTo>
                  <a:pt x="595" y="510"/>
                  <a:pt x="555" y="505"/>
                  <a:pt x="508" y="502"/>
                </a:cubicBezTo>
                <a:cubicBezTo>
                  <a:pt x="507" y="502"/>
                  <a:pt x="505" y="502"/>
                  <a:pt x="503" y="501"/>
                </a:cubicBezTo>
                <a:cubicBezTo>
                  <a:pt x="515" y="464"/>
                  <a:pt x="523" y="422"/>
                  <a:pt x="526" y="380"/>
                </a:cubicBezTo>
                <a:cubicBezTo>
                  <a:pt x="673" y="380"/>
                  <a:pt x="673" y="380"/>
                  <a:pt x="673" y="380"/>
                </a:cubicBezTo>
                <a:cubicBezTo>
                  <a:pt x="667" y="431"/>
                  <a:pt x="651" y="479"/>
                  <a:pt x="626" y="520"/>
                </a:cubicBezTo>
                <a:close/>
                <a:moveTo>
                  <a:pt x="497" y="380"/>
                </a:moveTo>
                <a:lnTo>
                  <a:pt x="497" y="380"/>
                </a:lnTo>
                <a:cubicBezTo>
                  <a:pt x="494" y="422"/>
                  <a:pt x="485" y="462"/>
                  <a:pt x="472" y="499"/>
                </a:cubicBezTo>
                <a:cubicBezTo>
                  <a:pt x="434" y="498"/>
                  <a:pt x="393" y="497"/>
                  <a:pt x="352" y="497"/>
                </a:cubicBezTo>
                <a:cubicBezTo>
                  <a:pt x="310" y="497"/>
                  <a:pt x="269" y="498"/>
                  <a:pt x="231" y="499"/>
                </a:cubicBezTo>
                <a:cubicBezTo>
                  <a:pt x="218" y="462"/>
                  <a:pt x="209" y="422"/>
                  <a:pt x="206" y="380"/>
                </a:cubicBezTo>
                <a:lnTo>
                  <a:pt x="497" y="380"/>
                </a:lnTo>
                <a:close/>
                <a:moveTo>
                  <a:pt x="364" y="668"/>
                </a:moveTo>
                <a:lnTo>
                  <a:pt x="364" y="668"/>
                </a:lnTo>
                <a:cubicBezTo>
                  <a:pt x="357" y="671"/>
                  <a:pt x="353" y="672"/>
                  <a:pt x="352" y="672"/>
                </a:cubicBezTo>
                <a:cubicBezTo>
                  <a:pt x="350" y="672"/>
                  <a:pt x="346" y="671"/>
                  <a:pt x="339" y="668"/>
                </a:cubicBezTo>
                <a:cubicBezTo>
                  <a:pt x="330" y="661"/>
                  <a:pt x="315" y="648"/>
                  <a:pt x="299" y="630"/>
                </a:cubicBezTo>
                <a:cubicBezTo>
                  <a:pt x="280" y="604"/>
                  <a:pt x="258" y="569"/>
                  <a:pt x="242" y="528"/>
                </a:cubicBezTo>
                <a:cubicBezTo>
                  <a:pt x="276" y="527"/>
                  <a:pt x="315" y="525"/>
                  <a:pt x="352" y="525"/>
                </a:cubicBezTo>
                <a:cubicBezTo>
                  <a:pt x="389" y="525"/>
                  <a:pt x="427" y="527"/>
                  <a:pt x="461" y="528"/>
                </a:cubicBezTo>
                <a:cubicBezTo>
                  <a:pt x="453" y="547"/>
                  <a:pt x="445" y="565"/>
                  <a:pt x="435" y="582"/>
                </a:cubicBezTo>
                <a:cubicBezTo>
                  <a:pt x="419" y="610"/>
                  <a:pt x="401" y="634"/>
                  <a:pt x="385" y="650"/>
                </a:cubicBezTo>
                <a:cubicBezTo>
                  <a:pt x="378" y="658"/>
                  <a:pt x="369" y="664"/>
                  <a:pt x="364" y="668"/>
                </a:cubicBezTo>
                <a:close/>
                <a:moveTo>
                  <a:pt x="201" y="501"/>
                </a:moveTo>
                <a:lnTo>
                  <a:pt x="201" y="501"/>
                </a:lnTo>
                <a:cubicBezTo>
                  <a:pt x="192" y="502"/>
                  <a:pt x="184" y="502"/>
                  <a:pt x="176" y="503"/>
                </a:cubicBezTo>
                <a:cubicBezTo>
                  <a:pt x="150" y="506"/>
                  <a:pt x="128" y="509"/>
                  <a:pt x="109" y="512"/>
                </a:cubicBezTo>
                <a:cubicBezTo>
                  <a:pt x="99" y="514"/>
                  <a:pt x="91" y="516"/>
                  <a:pt x="84" y="518"/>
                </a:cubicBezTo>
                <a:cubicBezTo>
                  <a:pt x="81" y="518"/>
                  <a:pt x="80" y="520"/>
                  <a:pt x="78" y="520"/>
                </a:cubicBezTo>
                <a:cubicBezTo>
                  <a:pt x="52" y="479"/>
                  <a:pt x="36" y="431"/>
                  <a:pt x="30" y="380"/>
                </a:cubicBezTo>
                <a:cubicBezTo>
                  <a:pt x="177" y="380"/>
                  <a:pt x="177" y="380"/>
                  <a:pt x="177" y="380"/>
                </a:cubicBezTo>
                <a:cubicBezTo>
                  <a:pt x="180" y="422"/>
                  <a:pt x="188" y="464"/>
                  <a:pt x="201" y="501"/>
                </a:cubicBezTo>
                <a:close/>
                <a:moveTo>
                  <a:pt x="95" y="545"/>
                </a:moveTo>
                <a:lnTo>
                  <a:pt x="95" y="545"/>
                </a:lnTo>
                <a:cubicBezTo>
                  <a:pt x="117" y="539"/>
                  <a:pt x="153" y="534"/>
                  <a:pt x="198" y="531"/>
                </a:cubicBezTo>
                <a:cubicBezTo>
                  <a:pt x="202" y="531"/>
                  <a:pt x="206" y="531"/>
                  <a:pt x="210" y="529"/>
                </a:cubicBezTo>
                <a:cubicBezTo>
                  <a:pt x="220" y="554"/>
                  <a:pt x="231" y="576"/>
                  <a:pt x="242" y="595"/>
                </a:cubicBezTo>
                <a:cubicBezTo>
                  <a:pt x="258" y="626"/>
                  <a:pt x="277" y="649"/>
                  <a:pt x="294" y="667"/>
                </a:cubicBezTo>
                <a:cubicBezTo>
                  <a:pt x="228" y="656"/>
                  <a:pt x="169" y="624"/>
                  <a:pt x="124" y="578"/>
                </a:cubicBezTo>
                <a:cubicBezTo>
                  <a:pt x="114" y="568"/>
                  <a:pt x="104" y="557"/>
                  <a:pt x="95" y="545"/>
                </a:cubicBezTo>
                <a:close/>
                <a:moveTo>
                  <a:pt x="579" y="578"/>
                </a:moveTo>
                <a:lnTo>
                  <a:pt x="579" y="578"/>
                </a:lnTo>
                <a:cubicBezTo>
                  <a:pt x="534" y="624"/>
                  <a:pt x="475" y="656"/>
                  <a:pt x="409" y="667"/>
                </a:cubicBezTo>
                <a:cubicBezTo>
                  <a:pt x="415" y="661"/>
                  <a:pt x="420" y="654"/>
                  <a:pt x="427" y="648"/>
                </a:cubicBezTo>
                <a:cubicBezTo>
                  <a:pt x="450" y="619"/>
                  <a:pt x="474" y="578"/>
                  <a:pt x="493" y="529"/>
                </a:cubicBezTo>
                <a:cubicBezTo>
                  <a:pt x="504" y="531"/>
                  <a:pt x="515" y="531"/>
                  <a:pt x="526" y="532"/>
                </a:cubicBezTo>
                <a:cubicBezTo>
                  <a:pt x="551" y="535"/>
                  <a:pt x="573" y="538"/>
                  <a:pt x="589" y="540"/>
                </a:cubicBezTo>
                <a:cubicBezTo>
                  <a:pt x="596" y="542"/>
                  <a:pt x="603" y="543"/>
                  <a:pt x="608" y="545"/>
                </a:cubicBezTo>
                <a:cubicBezTo>
                  <a:pt x="599" y="557"/>
                  <a:pt x="589" y="568"/>
                  <a:pt x="579" y="578"/>
                </a:cubicBezTo>
                <a:close/>
                <a:moveTo>
                  <a:pt x="527" y="351"/>
                </a:moveTo>
                <a:lnTo>
                  <a:pt x="527" y="351"/>
                </a:lnTo>
                <a:cubicBezTo>
                  <a:pt x="527" y="304"/>
                  <a:pt x="520" y="262"/>
                  <a:pt x="509" y="222"/>
                </a:cubicBezTo>
                <a:cubicBezTo>
                  <a:pt x="519" y="222"/>
                  <a:pt x="529" y="221"/>
                  <a:pt x="538" y="221"/>
                </a:cubicBezTo>
                <a:cubicBezTo>
                  <a:pt x="564" y="218"/>
                  <a:pt x="588" y="215"/>
                  <a:pt x="607" y="211"/>
                </a:cubicBezTo>
                <a:cubicBezTo>
                  <a:pt x="617" y="208"/>
                  <a:pt x="626" y="207"/>
                  <a:pt x="633" y="204"/>
                </a:cubicBezTo>
                <a:cubicBezTo>
                  <a:pt x="634" y="204"/>
                  <a:pt x="636" y="203"/>
                  <a:pt x="638" y="203"/>
                </a:cubicBezTo>
                <a:cubicBezTo>
                  <a:pt x="660" y="247"/>
                  <a:pt x="674" y="297"/>
                  <a:pt x="674" y="351"/>
                </a:cubicBezTo>
                <a:lnTo>
                  <a:pt x="527" y="351"/>
                </a:lnTo>
                <a:close/>
                <a:moveTo>
                  <a:pt x="623" y="177"/>
                </a:moveTo>
                <a:lnTo>
                  <a:pt x="623" y="177"/>
                </a:lnTo>
                <a:cubicBezTo>
                  <a:pt x="612" y="179"/>
                  <a:pt x="597" y="184"/>
                  <a:pt x="579" y="186"/>
                </a:cubicBezTo>
                <a:cubicBezTo>
                  <a:pt x="557" y="189"/>
                  <a:pt x="530" y="192"/>
                  <a:pt x="501" y="193"/>
                </a:cubicBezTo>
                <a:cubicBezTo>
                  <a:pt x="490" y="160"/>
                  <a:pt x="476" y="131"/>
                  <a:pt x="461" y="105"/>
                </a:cubicBezTo>
                <a:cubicBezTo>
                  <a:pt x="445" y="75"/>
                  <a:pt x="427" y="52"/>
                  <a:pt x="409" y="34"/>
                </a:cubicBezTo>
                <a:cubicBezTo>
                  <a:pt x="475" y="45"/>
                  <a:pt x="534" y="78"/>
                  <a:pt x="579" y="123"/>
                </a:cubicBezTo>
                <a:cubicBezTo>
                  <a:pt x="596" y="140"/>
                  <a:pt x="611" y="157"/>
                  <a:pt x="623" y="177"/>
                </a:cubicBezTo>
                <a:close/>
                <a:moveTo>
                  <a:pt x="124" y="123"/>
                </a:moveTo>
                <a:lnTo>
                  <a:pt x="124" y="123"/>
                </a:lnTo>
                <a:cubicBezTo>
                  <a:pt x="169" y="78"/>
                  <a:pt x="228" y="45"/>
                  <a:pt x="294" y="34"/>
                </a:cubicBezTo>
                <a:cubicBezTo>
                  <a:pt x="288" y="39"/>
                  <a:pt x="283" y="46"/>
                  <a:pt x="276" y="53"/>
                </a:cubicBezTo>
                <a:cubicBezTo>
                  <a:pt x="253" y="85"/>
                  <a:pt x="227" y="127"/>
                  <a:pt x="207" y="178"/>
                </a:cubicBezTo>
                <a:cubicBezTo>
                  <a:pt x="206" y="182"/>
                  <a:pt x="205" y="188"/>
                  <a:pt x="202" y="193"/>
                </a:cubicBezTo>
                <a:cubicBezTo>
                  <a:pt x="191" y="193"/>
                  <a:pt x="179" y="192"/>
                  <a:pt x="169" y="190"/>
                </a:cubicBezTo>
                <a:cubicBezTo>
                  <a:pt x="142" y="189"/>
                  <a:pt x="120" y="185"/>
                  <a:pt x="102" y="182"/>
                </a:cubicBezTo>
                <a:cubicBezTo>
                  <a:pt x="94" y="181"/>
                  <a:pt x="87" y="178"/>
                  <a:pt x="80" y="177"/>
                </a:cubicBezTo>
                <a:cubicBezTo>
                  <a:pt x="94" y="157"/>
                  <a:pt x="107" y="140"/>
                  <a:pt x="124" y="123"/>
                </a:cubicBezTo>
                <a:close/>
                <a:moveTo>
                  <a:pt x="66" y="203"/>
                </a:moveTo>
                <a:lnTo>
                  <a:pt x="66" y="203"/>
                </a:lnTo>
                <a:cubicBezTo>
                  <a:pt x="67" y="203"/>
                  <a:pt x="69" y="204"/>
                  <a:pt x="70" y="204"/>
                </a:cubicBezTo>
                <a:cubicBezTo>
                  <a:pt x="84" y="208"/>
                  <a:pt x="100" y="212"/>
                  <a:pt x="120" y="215"/>
                </a:cubicBezTo>
                <a:cubicBezTo>
                  <a:pt x="140" y="218"/>
                  <a:pt x="166" y="221"/>
                  <a:pt x="194" y="222"/>
                </a:cubicBezTo>
                <a:cubicBezTo>
                  <a:pt x="183" y="262"/>
                  <a:pt x="176" y="306"/>
                  <a:pt x="176" y="351"/>
                </a:cubicBezTo>
                <a:cubicBezTo>
                  <a:pt x="29" y="351"/>
                  <a:pt x="29" y="351"/>
                  <a:pt x="29" y="351"/>
                </a:cubicBezTo>
                <a:cubicBezTo>
                  <a:pt x="29" y="297"/>
                  <a:pt x="43" y="247"/>
                  <a:pt x="66" y="203"/>
                </a:cubicBezTo>
                <a:close/>
              </a:path>
            </a:pathLst>
          </a:custGeom>
          <a:solidFill>
            <a:schemeClr val="tx2"/>
          </a:solidFill>
          <a:ln>
            <a:noFill/>
          </a:ln>
          <a:effectLst/>
        </p:spPr>
        <p:txBody>
          <a:bodyPr wrap="none" anchor="ctr"/>
          <a:lstStyle/>
          <a:p>
            <a:endParaRPr lang="da-DK"/>
          </a:p>
        </p:txBody>
      </p:sp>
      <p:grpSp>
        <p:nvGrpSpPr>
          <p:cNvPr id="215" name="Group 218">
            <a:extLst>
              <a:ext uri="{FF2B5EF4-FFF2-40B4-BE49-F238E27FC236}">
                <a16:creationId xmlns:a16="http://schemas.microsoft.com/office/drawing/2014/main" id="{0815C7FC-6E16-03A4-D664-B91F4030F8A8}"/>
              </a:ext>
            </a:extLst>
          </p:cNvPr>
          <p:cNvGrpSpPr/>
          <p:nvPr/>
        </p:nvGrpSpPr>
        <p:grpSpPr>
          <a:xfrm>
            <a:off x="1203449" y="5687641"/>
            <a:ext cx="254000" cy="252412"/>
            <a:chOff x="61913" y="6037263"/>
            <a:chExt cx="254000" cy="252412"/>
          </a:xfrm>
          <a:solidFill>
            <a:schemeClr val="tx2"/>
          </a:solidFill>
        </p:grpSpPr>
        <p:sp>
          <p:nvSpPr>
            <p:cNvPr id="216" name="Freeform 176">
              <a:extLst>
                <a:ext uri="{FF2B5EF4-FFF2-40B4-BE49-F238E27FC236}">
                  <a16:creationId xmlns:a16="http://schemas.microsoft.com/office/drawing/2014/main" id="{7EE2E895-3C59-59D4-0D60-258EFEA20841}"/>
                </a:ext>
              </a:extLst>
            </p:cNvPr>
            <p:cNvSpPr>
              <a:spLocks noChangeArrowheads="1"/>
            </p:cNvSpPr>
            <p:nvPr/>
          </p:nvSpPr>
          <p:spPr bwMode="auto">
            <a:xfrm>
              <a:off x="61913" y="6130925"/>
              <a:ext cx="254000" cy="158750"/>
            </a:xfrm>
            <a:custGeom>
              <a:avLst/>
              <a:gdLst>
                <a:gd name="T0" fmla="*/ 645 w 705"/>
                <a:gd name="T1" fmla="*/ 13 h 441"/>
                <a:gd name="T2" fmla="*/ 645 w 705"/>
                <a:gd name="T3" fmla="*/ 13 h 441"/>
                <a:gd name="T4" fmla="*/ 630 w 705"/>
                <a:gd name="T5" fmla="*/ 0 h 441"/>
                <a:gd name="T6" fmla="*/ 601 w 705"/>
                <a:gd name="T7" fmla="*/ 0 h 441"/>
                <a:gd name="T8" fmla="*/ 586 w 705"/>
                <a:gd name="T9" fmla="*/ 14 h 441"/>
                <a:gd name="T10" fmla="*/ 601 w 705"/>
                <a:gd name="T11" fmla="*/ 29 h 441"/>
                <a:gd name="T12" fmla="*/ 617 w 705"/>
                <a:gd name="T13" fmla="*/ 29 h 441"/>
                <a:gd name="T14" fmla="*/ 671 w 705"/>
                <a:gd name="T15" fmla="*/ 399 h 441"/>
                <a:gd name="T16" fmla="*/ 520 w 705"/>
                <a:gd name="T17" fmla="*/ 324 h 441"/>
                <a:gd name="T18" fmla="*/ 508 w 705"/>
                <a:gd name="T19" fmla="*/ 323 h 441"/>
                <a:gd name="T20" fmla="*/ 353 w 705"/>
                <a:gd name="T21" fmla="*/ 392 h 441"/>
                <a:gd name="T22" fmla="*/ 197 w 705"/>
                <a:gd name="T23" fmla="*/ 323 h 441"/>
                <a:gd name="T24" fmla="*/ 185 w 705"/>
                <a:gd name="T25" fmla="*/ 324 h 441"/>
                <a:gd name="T26" fmla="*/ 34 w 705"/>
                <a:gd name="T27" fmla="*/ 399 h 441"/>
                <a:gd name="T28" fmla="*/ 86 w 705"/>
                <a:gd name="T29" fmla="*/ 29 h 441"/>
                <a:gd name="T30" fmla="*/ 103 w 705"/>
                <a:gd name="T31" fmla="*/ 29 h 441"/>
                <a:gd name="T32" fmla="*/ 118 w 705"/>
                <a:gd name="T33" fmla="*/ 14 h 441"/>
                <a:gd name="T34" fmla="*/ 103 w 705"/>
                <a:gd name="T35" fmla="*/ 0 h 441"/>
                <a:gd name="T36" fmla="*/ 74 w 705"/>
                <a:gd name="T37" fmla="*/ 0 h 441"/>
                <a:gd name="T38" fmla="*/ 59 w 705"/>
                <a:gd name="T39" fmla="*/ 13 h 441"/>
                <a:gd name="T40" fmla="*/ 1 w 705"/>
                <a:gd name="T41" fmla="*/ 423 h 441"/>
                <a:gd name="T42" fmla="*/ 7 w 705"/>
                <a:gd name="T43" fmla="*/ 437 h 441"/>
                <a:gd name="T44" fmla="*/ 22 w 705"/>
                <a:gd name="T45" fmla="*/ 438 h 441"/>
                <a:gd name="T46" fmla="*/ 192 w 705"/>
                <a:gd name="T47" fmla="*/ 353 h 441"/>
                <a:gd name="T48" fmla="*/ 346 w 705"/>
                <a:gd name="T49" fmla="*/ 422 h 441"/>
                <a:gd name="T50" fmla="*/ 358 w 705"/>
                <a:gd name="T51" fmla="*/ 422 h 441"/>
                <a:gd name="T52" fmla="*/ 513 w 705"/>
                <a:gd name="T53" fmla="*/ 353 h 441"/>
                <a:gd name="T54" fmla="*/ 682 w 705"/>
                <a:gd name="T55" fmla="*/ 438 h 441"/>
                <a:gd name="T56" fmla="*/ 697 w 705"/>
                <a:gd name="T57" fmla="*/ 437 h 441"/>
                <a:gd name="T58" fmla="*/ 704 w 705"/>
                <a:gd name="T59" fmla="*/ 423 h 441"/>
                <a:gd name="T60" fmla="*/ 645 w 705"/>
                <a:gd name="T61" fmla="*/ 13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5" h="441">
                  <a:moveTo>
                    <a:pt x="645" y="13"/>
                  </a:moveTo>
                  <a:lnTo>
                    <a:pt x="645" y="13"/>
                  </a:lnTo>
                  <a:cubicBezTo>
                    <a:pt x="644" y="6"/>
                    <a:pt x="638" y="0"/>
                    <a:pt x="630" y="0"/>
                  </a:cubicBezTo>
                  <a:cubicBezTo>
                    <a:pt x="601" y="0"/>
                    <a:pt x="601" y="0"/>
                    <a:pt x="601" y="0"/>
                  </a:cubicBezTo>
                  <a:cubicBezTo>
                    <a:pt x="593" y="0"/>
                    <a:pt x="586" y="7"/>
                    <a:pt x="586" y="14"/>
                  </a:cubicBezTo>
                  <a:cubicBezTo>
                    <a:pt x="586" y="22"/>
                    <a:pt x="593" y="29"/>
                    <a:pt x="601" y="29"/>
                  </a:cubicBezTo>
                  <a:cubicBezTo>
                    <a:pt x="617" y="29"/>
                    <a:pt x="617" y="29"/>
                    <a:pt x="617" y="29"/>
                  </a:cubicBezTo>
                  <a:cubicBezTo>
                    <a:pt x="671" y="399"/>
                    <a:pt x="671" y="399"/>
                    <a:pt x="671" y="399"/>
                  </a:cubicBezTo>
                  <a:cubicBezTo>
                    <a:pt x="520" y="324"/>
                    <a:pt x="520" y="324"/>
                    <a:pt x="520" y="324"/>
                  </a:cubicBezTo>
                  <a:cubicBezTo>
                    <a:pt x="516" y="322"/>
                    <a:pt x="512" y="322"/>
                    <a:pt x="508" y="323"/>
                  </a:cubicBezTo>
                  <a:cubicBezTo>
                    <a:pt x="353" y="392"/>
                    <a:pt x="353" y="392"/>
                    <a:pt x="353" y="392"/>
                  </a:cubicBezTo>
                  <a:cubicBezTo>
                    <a:pt x="197" y="323"/>
                    <a:pt x="197" y="323"/>
                    <a:pt x="197" y="323"/>
                  </a:cubicBezTo>
                  <a:cubicBezTo>
                    <a:pt x="193" y="322"/>
                    <a:pt x="188" y="322"/>
                    <a:pt x="185" y="324"/>
                  </a:cubicBezTo>
                  <a:cubicBezTo>
                    <a:pt x="34" y="399"/>
                    <a:pt x="34" y="399"/>
                    <a:pt x="34" y="399"/>
                  </a:cubicBezTo>
                  <a:cubicBezTo>
                    <a:pt x="86" y="29"/>
                    <a:pt x="86" y="29"/>
                    <a:pt x="86" y="29"/>
                  </a:cubicBezTo>
                  <a:cubicBezTo>
                    <a:pt x="103" y="29"/>
                    <a:pt x="103" y="29"/>
                    <a:pt x="103" y="29"/>
                  </a:cubicBezTo>
                  <a:cubicBezTo>
                    <a:pt x="111" y="29"/>
                    <a:pt x="118" y="22"/>
                    <a:pt x="118" y="14"/>
                  </a:cubicBezTo>
                  <a:cubicBezTo>
                    <a:pt x="118" y="7"/>
                    <a:pt x="111" y="0"/>
                    <a:pt x="103" y="0"/>
                  </a:cubicBezTo>
                  <a:cubicBezTo>
                    <a:pt x="74" y="0"/>
                    <a:pt x="74" y="0"/>
                    <a:pt x="74" y="0"/>
                  </a:cubicBezTo>
                  <a:cubicBezTo>
                    <a:pt x="67" y="0"/>
                    <a:pt x="60" y="6"/>
                    <a:pt x="59" y="13"/>
                  </a:cubicBezTo>
                  <a:cubicBezTo>
                    <a:pt x="1" y="423"/>
                    <a:pt x="1" y="423"/>
                    <a:pt x="1" y="423"/>
                  </a:cubicBezTo>
                  <a:cubicBezTo>
                    <a:pt x="0" y="429"/>
                    <a:pt x="2" y="433"/>
                    <a:pt x="7" y="437"/>
                  </a:cubicBezTo>
                  <a:cubicBezTo>
                    <a:pt x="11" y="440"/>
                    <a:pt x="18" y="440"/>
                    <a:pt x="22" y="438"/>
                  </a:cubicBezTo>
                  <a:cubicBezTo>
                    <a:pt x="192" y="353"/>
                    <a:pt x="192" y="353"/>
                    <a:pt x="192" y="353"/>
                  </a:cubicBezTo>
                  <a:cubicBezTo>
                    <a:pt x="346" y="422"/>
                    <a:pt x="346" y="422"/>
                    <a:pt x="346" y="422"/>
                  </a:cubicBezTo>
                  <a:cubicBezTo>
                    <a:pt x="350" y="423"/>
                    <a:pt x="354" y="423"/>
                    <a:pt x="358" y="422"/>
                  </a:cubicBezTo>
                  <a:cubicBezTo>
                    <a:pt x="513" y="353"/>
                    <a:pt x="513" y="353"/>
                    <a:pt x="513" y="353"/>
                  </a:cubicBezTo>
                  <a:cubicBezTo>
                    <a:pt x="682" y="438"/>
                    <a:pt x="682" y="438"/>
                    <a:pt x="682" y="438"/>
                  </a:cubicBezTo>
                  <a:cubicBezTo>
                    <a:pt x="687" y="440"/>
                    <a:pt x="693" y="440"/>
                    <a:pt x="697" y="437"/>
                  </a:cubicBezTo>
                  <a:cubicBezTo>
                    <a:pt x="703" y="433"/>
                    <a:pt x="704" y="429"/>
                    <a:pt x="704" y="423"/>
                  </a:cubicBezTo>
                  <a:lnTo>
                    <a:pt x="645" y="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7">
              <a:extLst>
                <a:ext uri="{FF2B5EF4-FFF2-40B4-BE49-F238E27FC236}">
                  <a16:creationId xmlns:a16="http://schemas.microsoft.com/office/drawing/2014/main" id="{9159B449-BF7C-49E5-0101-8310D9BF1218}"/>
                </a:ext>
              </a:extLst>
            </p:cNvPr>
            <p:cNvSpPr>
              <a:spLocks noChangeArrowheads="1"/>
            </p:cNvSpPr>
            <p:nvPr/>
          </p:nvSpPr>
          <p:spPr bwMode="auto">
            <a:xfrm>
              <a:off x="111125" y="6037263"/>
              <a:ext cx="155575" cy="209550"/>
            </a:xfrm>
            <a:custGeom>
              <a:avLst/>
              <a:gdLst>
                <a:gd name="T0" fmla="*/ 33 w 431"/>
                <a:gd name="T1" fmla="*/ 336 h 582"/>
                <a:gd name="T2" fmla="*/ 33 w 431"/>
                <a:gd name="T3" fmla="*/ 336 h 582"/>
                <a:gd name="T4" fmla="*/ 205 w 431"/>
                <a:gd name="T5" fmla="*/ 571 h 582"/>
                <a:gd name="T6" fmla="*/ 216 w 431"/>
                <a:gd name="T7" fmla="*/ 581 h 582"/>
                <a:gd name="T8" fmla="*/ 225 w 431"/>
                <a:gd name="T9" fmla="*/ 571 h 582"/>
                <a:gd name="T10" fmla="*/ 327 w 431"/>
                <a:gd name="T11" fmla="*/ 450 h 582"/>
                <a:gd name="T12" fmla="*/ 397 w 431"/>
                <a:gd name="T13" fmla="*/ 336 h 582"/>
                <a:gd name="T14" fmla="*/ 430 w 431"/>
                <a:gd name="T15" fmla="*/ 215 h 582"/>
                <a:gd name="T16" fmla="*/ 216 w 431"/>
                <a:gd name="T17" fmla="*/ 0 h 582"/>
                <a:gd name="T18" fmla="*/ 0 w 431"/>
                <a:gd name="T19" fmla="*/ 214 h 582"/>
                <a:gd name="T20" fmla="*/ 0 w 431"/>
                <a:gd name="T21" fmla="*/ 214 h 582"/>
                <a:gd name="T22" fmla="*/ 0 w 431"/>
                <a:gd name="T23" fmla="*/ 215 h 582"/>
                <a:gd name="T24" fmla="*/ 0 w 431"/>
                <a:gd name="T25" fmla="*/ 215 h 582"/>
                <a:gd name="T26" fmla="*/ 0 w 431"/>
                <a:gd name="T27" fmla="*/ 215 h 582"/>
                <a:gd name="T28" fmla="*/ 0 w 431"/>
                <a:gd name="T29" fmla="*/ 215 h 582"/>
                <a:gd name="T30" fmla="*/ 33 w 431"/>
                <a:gd name="T31" fmla="*/ 336 h 582"/>
                <a:gd name="T32" fmla="*/ 30 w 431"/>
                <a:gd name="T33" fmla="*/ 215 h 582"/>
                <a:gd name="T34" fmla="*/ 30 w 431"/>
                <a:gd name="T35" fmla="*/ 215 h 582"/>
                <a:gd name="T36" fmla="*/ 30 w 431"/>
                <a:gd name="T37" fmla="*/ 215 h 582"/>
                <a:gd name="T38" fmla="*/ 84 w 431"/>
                <a:gd name="T39" fmla="*/ 84 h 582"/>
                <a:gd name="T40" fmla="*/ 216 w 431"/>
                <a:gd name="T41" fmla="*/ 30 h 582"/>
                <a:gd name="T42" fmla="*/ 346 w 431"/>
                <a:gd name="T43" fmla="*/ 84 h 582"/>
                <a:gd name="T44" fmla="*/ 401 w 431"/>
                <a:gd name="T45" fmla="*/ 215 h 582"/>
                <a:gd name="T46" fmla="*/ 371 w 431"/>
                <a:gd name="T47" fmla="*/ 324 h 582"/>
                <a:gd name="T48" fmla="*/ 268 w 431"/>
                <a:gd name="T49" fmla="*/ 480 h 582"/>
                <a:gd name="T50" fmla="*/ 222 w 431"/>
                <a:gd name="T51" fmla="*/ 531 h 582"/>
                <a:gd name="T52" fmla="*/ 216 w 431"/>
                <a:gd name="T53" fmla="*/ 539 h 582"/>
                <a:gd name="T54" fmla="*/ 118 w 431"/>
                <a:gd name="T55" fmla="*/ 421 h 582"/>
                <a:gd name="T56" fmla="*/ 56 w 431"/>
                <a:gd name="T57" fmla="*/ 317 h 582"/>
                <a:gd name="T58" fmla="*/ 30 w 431"/>
                <a:gd name="T59" fmla="*/ 215 h 5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31" h="582">
                  <a:moveTo>
                    <a:pt x="33" y="336"/>
                  </a:moveTo>
                  <a:lnTo>
                    <a:pt x="33" y="336"/>
                  </a:lnTo>
                  <a:cubicBezTo>
                    <a:pt x="91" y="457"/>
                    <a:pt x="205" y="570"/>
                    <a:pt x="205" y="571"/>
                  </a:cubicBezTo>
                  <a:cubicBezTo>
                    <a:pt x="216" y="581"/>
                    <a:pt x="216" y="581"/>
                    <a:pt x="216" y="581"/>
                  </a:cubicBezTo>
                  <a:cubicBezTo>
                    <a:pt x="225" y="571"/>
                    <a:pt x="225" y="571"/>
                    <a:pt x="225" y="571"/>
                  </a:cubicBezTo>
                  <a:cubicBezTo>
                    <a:pt x="226" y="571"/>
                    <a:pt x="276" y="520"/>
                    <a:pt x="327" y="450"/>
                  </a:cubicBezTo>
                  <a:cubicBezTo>
                    <a:pt x="353" y="416"/>
                    <a:pt x="378" y="376"/>
                    <a:pt x="397" y="336"/>
                  </a:cubicBezTo>
                  <a:cubicBezTo>
                    <a:pt x="416" y="296"/>
                    <a:pt x="430" y="254"/>
                    <a:pt x="430" y="215"/>
                  </a:cubicBezTo>
                  <a:cubicBezTo>
                    <a:pt x="430" y="96"/>
                    <a:pt x="334" y="0"/>
                    <a:pt x="216" y="0"/>
                  </a:cubicBezTo>
                  <a:cubicBezTo>
                    <a:pt x="96" y="0"/>
                    <a:pt x="0" y="96"/>
                    <a:pt x="0" y="214"/>
                  </a:cubicBezTo>
                  <a:lnTo>
                    <a:pt x="0" y="214"/>
                  </a:lnTo>
                  <a:cubicBezTo>
                    <a:pt x="0" y="215"/>
                    <a:pt x="0" y="215"/>
                    <a:pt x="0" y="215"/>
                  </a:cubicBezTo>
                  <a:lnTo>
                    <a:pt x="0" y="215"/>
                  </a:lnTo>
                  <a:lnTo>
                    <a:pt x="0" y="215"/>
                  </a:lnTo>
                  <a:lnTo>
                    <a:pt x="0" y="215"/>
                  </a:lnTo>
                  <a:cubicBezTo>
                    <a:pt x="0" y="255"/>
                    <a:pt x="14" y="296"/>
                    <a:pt x="33" y="336"/>
                  </a:cubicBezTo>
                  <a:close/>
                  <a:moveTo>
                    <a:pt x="30" y="215"/>
                  </a:moveTo>
                  <a:lnTo>
                    <a:pt x="30" y="215"/>
                  </a:lnTo>
                  <a:lnTo>
                    <a:pt x="30" y="215"/>
                  </a:lnTo>
                  <a:cubicBezTo>
                    <a:pt x="30" y="163"/>
                    <a:pt x="51" y="118"/>
                    <a:pt x="84" y="84"/>
                  </a:cubicBezTo>
                  <a:cubicBezTo>
                    <a:pt x="118" y="51"/>
                    <a:pt x="163" y="30"/>
                    <a:pt x="216" y="30"/>
                  </a:cubicBezTo>
                  <a:cubicBezTo>
                    <a:pt x="266" y="30"/>
                    <a:pt x="313" y="51"/>
                    <a:pt x="346" y="84"/>
                  </a:cubicBezTo>
                  <a:cubicBezTo>
                    <a:pt x="380" y="118"/>
                    <a:pt x="401" y="163"/>
                    <a:pt x="401" y="215"/>
                  </a:cubicBezTo>
                  <a:cubicBezTo>
                    <a:pt x="401" y="247"/>
                    <a:pt x="388" y="285"/>
                    <a:pt x="371" y="324"/>
                  </a:cubicBezTo>
                  <a:cubicBezTo>
                    <a:pt x="343" y="380"/>
                    <a:pt x="302" y="438"/>
                    <a:pt x="268" y="480"/>
                  </a:cubicBezTo>
                  <a:cubicBezTo>
                    <a:pt x="250" y="501"/>
                    <a:pt x="235" y="519"/>
                    <a:pt x="222" y="531"/>
                  </a:cubicBezTo>
                  <a:cubicBezTo>
                    <a:pt x="220" y="534"/>
                    <a:pt x="217" y="537"/>
                    <a:pt x="216" y="539"/>
                  </a:cubicBezTo>
                  <a:cubicBezTo>
                    <a:pt x="196" y="520"/>
                    <a:pt x="156" y="475"/>
                    <a:pt x="118" y="421"/>
                  </a:cubicBezTo>
                  <a:cubicBezTo>
                    <a:pt x="95" y="388"/>
                    <a:pt x="73" y="353"/>
                    <a:pt x="56" y="317"/>
                  </a:cubicBezTo>
                  <a:cubicBezTo>
                    <a:pt x="40" y="281"/>
                    <a:pt x="30" y="246"/>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8">
              <a:extLst>
                <a:ext uri="{FF2B5EF4-FFF2-40B4-BE49-F238E27FC236}">
                  <a16:creationId xmlns:a16="http://schemas.microsoft.com/office/drawing/2014/main" id="{A2EF9F6D-C4DE-4470-D3DE-6F52950CD05E}"/>
                </a:ext>
              </a:extLst>
            </p:cNvPr>
            <p:cNvSpPr>
              <a:spLocks noChangeArrowheads="1"/>
            </p:cNvSpPr>
            <p:nvPr/>
          </p:nvSpPr>
          <p:spPr bwMode="auto">
            <a:xfrm>
              <a:off x="150813" y="6073775"/>
              <a:ext cx="76200" cy="76200"/>
            </a:xfrm>
            <a:custGeom>
              <a:avLst/>
              <a:gdLst>
                <a:gd name="T0" fmla="*/ 106 w 212"/>
                <a:gd name="T1" fmla="*/ 211 h 212"/>
                <a:gd name="T2" fmla="*/ 106 w 212"/>
                <a:gd name="T3" fmla="*/ 211 h 212"/>
                <a:gd name="T4" fmla="*/ 211 w 212"/>
                <a:gd name="T5" fmla="*/ 106 h 212"/>
                <a:gd name="T6" fmla="*/ 106 w 212"/>
                <a:gd name="T7" fmla="*/ 0 h 212"/>
                <a:gd name="T8" fmla="*/ 0 w 212"/>
                <a:gd name="T9" fmla="*/ 106 h 212"/>
                <a:gd name="T10" fmla="*/ 106 w 212"/>
                <a:gd name="T11" fmla="*/ 211 h 212"/>
                <a:gd name="T12" fmla="*/ 51 w 212"/>
                <a:gd name="T13" fmla="*/ 51 h 212"/>
                <a:gd name="T14" fmla="*/ 51 w 212"/>
                <a:gd name="T15" fmla="*/ 51 h 212"/>
                <a:gd name="T16" fmla="*/ 106 w 212"/>
                <a:gd name="T17" fmla="*/ 29 h 212"/>
                <a:gd name="T18" fmla="*/ 159 w 212"/>
                <a:gd name="T19" fmla="*/ 51 h 212"/>
                <a:gd name="T20" fmla="*/ 181 w 212"/>
                <a:gd name="T21" fmla="*/ 106 h 212"/>
                <a:gd name="T22" fmla="*/ 159 w 212"/>
                <a:gd name="T23" fmla="*/ 159 h 212"/>
                <a:gd name="T24" fmla="*/ 106 w 212"/>
                <a:gd name="T25" fmla="*/ 181 h 212"/>
                <a:gd name="T26" fmla="*/ 51 w 212"/>
                <a:gd name="T27" fmla="*/ 159 h 212"/>
                <a:gd name="T28" fmla="*/ 29 w 212"/>
                <a:gd name="T29" fmla="*/ 106 h 212"/>
                <a:gd name="T30" fmla="*/ 51 w 212"/>
                <a:gd name="T31" fmla="*/ 51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2" h="212">
                  <a:moveTo>
                    <a:pt x="106" y="211"/>
                  </a:moveTo>
                  <a:lnTo>
                    <a:pt x="106" y="211"/>
                  </a:lnTo>
                  <a:cubicBezTo>
                    <a:pt x="163" y="211"/>
                    <a:pt x="211" y="163"/>
                    <a:pt x="211" y="106"/>
                  </a:cubicBezTo>
                  <a:cubicBezTo>
                    <a:pt x="211" y="47"/>
                    <a:pt x="163" y="0"/>
                    <a:pt x="106" y="0"/>
                  </a:cubicBezTo>
                  <a:cubicBezTo>
                    <a:pt x="46" y="0"/>
                    <a:pt x="0" y="47"/>
                    <a:pt x="0" y="106"/>
                  </a:cubicBezTo>
                  <a:cubicBezTo>
                    <a:pt x="0" y="163"/>
                    <a:pt x="46" y="211"/>
                    <a:pt x="106" y="211"/>
                  </a:cubicBezTo>
                  <a:close/>
                  <a:moveTo>
                    <a:pt x="51" y="51"/>
                  </a:moveTo>
                  <a:lnTo>
                    <a:pt x="51" y="51"/>
                  </a:lnTo>
                  <a:cubicBezTo>
                    <a:pt x="66" y="37"/>
                    <a:pt x="84" y="29"/>
                    <a:pt x="106" y="29"/>
                  </a:cubicBezTo>
                  <a:cubicBezTo>
                    <a:pt x="126" y="29"/>
                    <a:pt x="145" y="37"/>
                    <a:pt x="159" y="51"/>
                  </a:cubicBezTo>
                  <a:cubicBezTo>
                    <a:pt x="173" y="66"/>
                    <a:pt x="181" y="84"/>
                    <a:pt x="181" y="106"/>
                  </a:cubicBezTo>
                  <a:cubicBezTo>
                    <a:pt x="181" y="126"/>
                    <a:pt x="173" y="145"/>
                    <a:pt x="159" y="159"/>
                  </a:cubicBezTo>
                  <a:cubicBezTo>
                    <a:pt x="145" y="173"/>
                    <a:pt x="126" y="181"/>
                    <a:pt x="106" y="181"/>
                  </a:cubicBezTo>
                  <a:cubicBezTo>
                    <a:pt x="84" y="181"/>
                    <a:pt x="66" y="173"/>
                    <a:pt x="51" y="159"/>
                  </a:cubicBezTo>
                  <a:cubicBezTo>
                    <a:pt x="37" y="145"/>
                    <a:pt x="29" y="126"/>
                    <a:pt x="29" y="106"/>
                  </a:cubicBezTo>
                  <a:cubicBezTo>
                    <a:pt x="29" y="84"/>
                    <a:pt x="37" y="66"/>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9" name="Group 222">
            <a:extLst>
              <a:ext uri="{FF2B5EF4-FFF2-40B4-BE49-F238E27FC236}">
                <a16:creationId xmlns:a16="http://schemas.microsoft.com/office/drawing/2014/main" id="{5D3DE7C5-0A0A-9AA5-B301-D52E57D7F498}"/>
              </a:ext>
            </a:extLst>
          </p:cNvPr>
          <p:cNvGrpSpPr/>
          <p:nvPr/>
        </p:nvGrpSpPr>
        <p:grpSpPr>
          <a:xfrm>
            <a:off x="2211511" y="6175004"/>
            <a:ext cx="254000" cy="211137"/>
            <a:chOff x="1069975" y="6469063"/>
            <a:chExt cx="254000" cy="211137"/>
          </a:xfrm>
          <a:solidFill>
            <a:schemeClr val="tx2"/>
          </a:solidFill>
        </p:grpSpPr>
        <p:sp>
          <p:nvSpPr>
            <p:cNvPr id="220" name="Freeform 179">
              <a:extLst>
                <a:ext uri="{FF2B5EF4-FFF2-40B4-BE49-F238E27FC236}">
                  <a16:creationId xmlns:a16="http://schemas.microsoft.com/office/drawing/2014/main" id="{0F72D2E1-D6B7-5BB7-5081-2154CF9DAB88}"/>
                </a:ext>
              </a:extLst>
            </p:cNvPr>
            <p:cNvSpPr>
              <a:spLocks noChangeArrowheads="1"/>
            </p:cNvSpPr>
            <p:nvPr/>
          </p:nvSpPr>
          <p:spPr bwMode="auto">
            <a:xfrm>
              <a:off x="1069975" y="6469063"/>
              <a:ext cx="254000" cy="211137"/>
            </a:xfrm>
            <a:custGeom>
              <a:avLst/>
              <a:gdLst>
                <a:gd name="T0" fmla="*/ 600 w 704"/>
                <a:gd name="T1" fmla="*/ 0 h 587"/>
                <a:gd name="T2" fmla="*/ 600 w 704"/>
                <a:gd name="T3" fmla="*/ 0 h 587"/>
                <a:gd name="T4" fmla="*/ 586 w 704"/>
                <a:gd name="T5" fmla="*/ 15 h 587"/>
                <a:gd name="T6" fmla="*/ 586 w 704"/>
                <a:gd name="T7" fmla="*/ 87 h 587"/>
                <a:gd name="T8" fmla="*/ 117 w 704"/>
                <a:gd name="T9" fmla="*/ 87 h 587"/>
                <a:gd name="T10" fmla="*/ 117 w 704"/>
                <a:gd name="T11" fmla="*/ 15 h 587"/>
                <a:gd name="T12" fmla="*/ 109 w 704"/>
                <a:gd name="T13" fmla="*/ 1 h 587"/>
                <a:gd name="T14" fmla="*/ 103 w 704"/>
                <a:gd name="T15" fmla="*/ 0 h 587"/>
                <a:gd name="T16" fmla="*/ 30 w 704"/>
                <a:gd name="T17" fmla="*/ 30 h 587"/>
                <a:gd name="T18" fmla="*/ 0 w 704"/>
                <a:gd name="T19" fmla="*/ 103 h 587"/>
                <a:gd name="T20" fmla="*/ 0 w 704"/>
                <a:gd name="T21" fmla="*/ 483 h 587"/>
                <a:gd name="T22" fmla="*/ 103 w 704"/>
                <a:gd name="T23" fmla="*/ 586 h 587"/>
                <a:gd name="T24" fmla="*/ 103 w 704"/>
                <a:gd name="T25" fmla="*/ 586 h 587"/>
                <a:gd name="T26" fmla="*/ 600 w 704"/>
                <a:gd name="T27" fmla="*/ 586 h 587"/>
                <a:gd name="T28" fmla="*/ 600 w 704"/>
                <a:gd name="T29" fmla="*/ 586 h 587"/>
                <a:gd name="T30" fmla="*/ 703 w 704"/>
                <a:gd name="T31" fmla="*/ 483 h 587"/>
                <a:gd name="T32" fmla="*/ 703 w 704"/>
                <a:gd name="T33" fmla="*/ 483 h 587"/>
                <a:gd name="T34" fmla="*/ 703 w 704"/>
                <a:gd name="T35" fmla="*/ 103 h 587"/>
                <a:gd name="T36" fmla="*/ 673 w 704"/>
                <a:gd name="T37" fmla="*/ 30 h 587"/>
                <a:gd name="T38" fmla="*/ 600 w 704"/>
                <a:gd name="T39" fmla="*/ 0 h 587"/>
                <a:gd name="T40" fmla="*/ 29 w 704"/>
                <a:gd name="T41" fmla="*/ 103 h 587"/>
                <a:gd name="T42" fmla="*/ 29 w 704"/>
                <a:gd name="T43" fmla="*/ 103 h 587"/>
                <a:gd name="T44" fmla="*/ 29 w 704"/>
                <a:gd name="T45" fmla="*/ 103 h 587"/>
                <a:gd name="T46" fmla="*/ 88 w 704"/>
                <a:gd name="T47" fmla="*/ 31 h 587"/>
                <a:gd name="T48" fmla="*/ 88 w 704"/>
                <a:gd name="T49" fmla="*/ 383 h 587"/>
                <a:gd name="T50" fmla="*/ 29 w 704"/>
                <a:gd name="T51" fmla="*/ 411 h 587"/>
                <a:gd name="T52" fmla="*/ 29 w 704"/>
                <a:gd name="T53" fmla="*/ 103 h 587"/>
                <a:gd name="T54" fmla="*/ 652 w 704"/>
                <a:gd name="T55" fmla="*/ 535 h 587"/>
                <a:gd name="T56" fmla="*/ 652 w 704"/>
                <a:gd name="T57" fmla="*/ 535 h 587"/>
                <a:gd name="T58" fmla="*/ 600 w 704"/>
                <a:gd name="T59" fmla="*/ 557 h 587"/>
                <a:gd name="T60" fmla="*/ 103 w 704"/>
                <a:gd name="T61" fmla="*/ 557 h 587"/>
                <a:gd name="T62" fmla="*/ 51 w 704"/>
                <a:gd name="T63" fmla="*/ 535 h 587"/>
                <a:gd name="T64" fmla="*/ 29 w 704"/>
                <a:gd name="T65" fmla="*/ 483 h 587"/>
                <a:gd name="T66" fmla="*/ 29 w 704"/>
                <a:gd name="T67" fmla="*/ 483 h 587"/>
                <a:gd name="T68" fmla="*/ 29 w 704"/>
                <a:gd name="T69" fmla="*/ 483 h 587"/>
                <a:gd name="T70" fmla="*/ 51 w 704"/>
                <a:gd name="T71" fmla="*/ 432 h 587"/>
                <a:gd name="T72" fmla="*/ 103 w 704"/>
                <a:gd name="T73" fmla="*/ 410 h 587"/>
                <a:gd name="T74" fmla="*/ 103 w 704"/>
                <a:gd name="T75" fmla="*/ 410 h 587"/>
                <a:gd name="T76" fmla="*/ 117 w 704"/>
                <a:gd name="T77" fmla="*/ 395 h 587"/>
                <a:gd name="T78" fmla="*/ 117 w 704"/>
                <a:gd name="T79" fmla="*/ 118 h 587"/>
                <a:gd name="T80" fmla="*/ 586 w 704"/>
                <a:gd name="T81" fmla="*/ 118 h 587"/>
                <a:gd name="T82" fmla="*/ 586 w 704"/>
                <a:gd name="T83" fmla="*/ 395 h 587"/>
                <a:gd name="T84" fmla="*/ 600 w 704"/>
                <a:gd name="T85" fmla="*/ 410 h 587"/>
                <a:gd name="T86" fmla="*/ 652 w 704"/>
                <a:gd name="T87" fmla="*/ 432 h 587"/>
                <a:gd name="T88" fmla="*/ 674 w 704"/>
                <a:gd name="T89" fmla="*/ 483 h 587"/>
                <a:gd name="T90" fmla="*/ 652 w 704"/>
                <a:gd name="T91" fmla="*/ 535 h 587"/>
                <a:gd name="T92" fmla="*/ 674 w 704"/>
                <a:gd name="T93" fmla="*/ 411 h 587"/>
                <a:gd name="T94" fmla="*/ 674 w 704"/>
                <a:gd name="T95" fmla="*/ 411 h 587"/>
                <a:gd name="T96" fmla="*/ 615 w 704"/>
                <a:gd name="T97" fmla="*/ 383 h 587"/>
                <a:gd name="T98" fmla="*/ 615 w 704"/>
                <a:gd name="T99" fmla="*/ 31 h 587"/>
                <a:gd name="T100" fmla="*/ 674 w 704"/>
                <a:gd name="T101" fmla="*/ 103 h 587"/>
                <a:gd name="T102" fmla="*/ 674 w 704"/>
                <a:gd name="T103" fmla="*/ 411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587">
                  <a:moveTo>
                    <a:pt x="600" y="0"/>
                  </a:moveTo>
                  <a:lnTo>
                    <a:pt x="600" y="0"/>
                  </a:lnTo>
                  <a:cubicBezTo>
                    <a:pt x="592" y="0"/>
                    <a:pt x="586" y="6"/>
                    <a:pt x="586" y="15"/>
                  </a:cubicBezTo>
                  <a:cubicBezTo>
                    <a:pt x="586" y="87"/>
                    <a:pt x="586" y="87"/>
                    <a:pt x="586" y="87"/>
                  </a:cubicBezTo>
                  <a:cubicBezTo>
                    <a:pt x="117" y="87"/>
                    <a:pt x="117" y="87"/>
                    <a:pt x="117" y="87"/>
                  </a:cubicBezTo>
                  <a:cubicBezTo>
                    <a:pt x="117" y="15"/>
                    <a:pt x="117" y="15"/>
                    <a:pt x="117" y="15"/>
                  </a:cubicBezTo>
                  <a:cubicBezTo>
                    <a:pt x="117" y="9"/>
                    <a:pt x="114" y="4"/>
                    <a:pt x="109" y="1"/>
                  </a:cubicBezTo>
                  <a:cubicBezTo>
                    <a:pt x="107" y="1"/>
                    <a:pt x="105" y="0"/>
                    <a:pt x="103" y="0"/>
                  </a:cubicBezTo>
                  <a:cubicBezTo>
                    <a:pt x="74" y="0"/>
                    <a:pt x="48" y="12"/>
                    <a:pt x="30" y="30"/>
                  </a:cubicBezTo>
                  <a:cubicBezTo>
                    <a:pt x="11" y="49"/>
                    <a:pt x="0" y="74"/>
                    <a:pt x="0" y="103"/>
                  </a:cubicBezTo>
                  <a:cubicBezTo>
                    <a:pt x="0" y="483"/>
                    <a:pt x="0" y="483"/>
                    <a:pt x="0" y="483"/>
                  </a:cubicBezTo>
                  <a:cubicBezTo>
                    <a:pt x="0" y="540"/>
                    <a:pt x="46" y="586"/>
                    <a:pt x="103" y="586"/>
                  </a:cubicBezTo>
                  <a:lnTo>
                    <a:pt x="103" y="586"/>
                  </a:lnTo>
                  <a:cubicBezTo>
                    <a:pt x="600" y="586"/>
                    <a:pt x="600" y="586"/>
                    <a:pt x="600" y="586"/>
                  </a:cubicBezTo>
                  <a:lnTo>
                    <a:pt x="600" y="586"/>
                  </a:lnTo>
                  <a:cubicBezTo>
                    <a:pt x="658" y="586"/>
                    <a:pt x="703" y="540"/>
                    <a:pt x="703" y="483"/>
                  </a:cubicBezTo>
                  <a:lnTo>
                    <a:pt x="703" y="483"/>
                  </a:lnTo>
                  <a:cubicBezTo>
                    <a:pt x="703" y="103"/>
                    <a:pt x="703" y="103"/>
                    <a:pt x="703" y="103"/>
                  </a:cubicBezTo>
                  <a:cubicBezTo>
                    <a:pt x="703" y="74"/>
                    <a:pt x="692" y="49"/>
                    <a:pt x="673" y="30"/>
                  </a:cubicBezTo>
                  <a:cubicBezTo>
                    <a:pt x="655" y="12"/>
                    <a:pt x="629" y="0"/>
                    <a:pt x="600" y="0"/>
                  </a:cubicBezTo>
                  <a:close/>
                  <a:moveTo>
                    <a:pt x="29" y="103"/>
                  </a:moveTo>
                  <a:lnTo>
                    <a:pt x="29" y="103"/>
                  </a:lnTo>
                  <a:lnTo>
                    <a:pt x="29" y="103"/>
                  </a:lnTo>
                  <a:cubicBezTo>
                    <a:pt x="29" y="67"/>
                    <a:pt x="55" y="38"/>
                    <a:pt x="88" y="31"/>
                  </a:cubicBezTo>
                  <a:cubicBezTo>
                    <a:pt x="88" y="383"/>
                    <a:pt x="88" y="383"/>
                    <a:pt x="88" y="383"/>
                  </a:cubicBezTo>
                  <a:cubicBezTo>
                    <a:pt x="65" y="385"/>
                    <a:pt x="46" y="396"/>
                    <a:pt x="29" y="411"/>
                  </a:cubicBezTo>
                  <a:lnTo>
                    <a:pt x="29" y="103"/>
                  </a:lnTo>
                  <a:close/>
                  <a:moveTo>
                    <a:pt x="652" y="535"/>
                  </a:moveTo>
                  <a:lnTo>
                    <a:pt x="652" y="535"/>
                  </a:lnTo>
                  <a:cubicBezTo>
                    <a:pt x="639" y="549"/>
                    <a:pt x="621" y="557"/>
                    <a:pt x="600" y="557"/>
                  </a:cubicBezTo>
                  <a:cubicBezTo>
                    <a:pt x="103" y="557"/>
                    <a:pt x="103" y="557"/>
                    <a:pt x="103" y="557"/>
                  </a:cubicBezTo>
                  <a:cubicBezTo>
                    <a:pt x="83" y="557"/>
                    <a:pt x="65" y="549"/>
                    <a:pt x="51" y="535"/>
                  </a:cubicBezTo>
                  <a:cubicBezTo>
                    <a:pt x="37" y="521"/>
                    <a:pt x="29" y="503"/>
                    <a:pt x="29" y="483"/>
                  </a:cubicBezTo>
                  <a:lnTo>
                    <a:pt x="29" y="483"/>
                  </a:lnTo>
                  <a:lnTo>
                    <a:pt x="29" y="483"/>
                  </a:lnTo>
                  <a:cubicBezTo>
                    <a:pt x="29" y="464"/>
                    <a:pt x="37" y="444"/>
                    <a:pt x="51" y="432"/>
                  </a:cubicBezTo>
                  <a:cubicBezTo>
                    <a:pt x="65" y="418"/>
                    <a:pt x="83" y="410"/>
                    <a:pt x="103" y="410"/>
                  </a:cubicBezTo>
                  <a:lnTo>
                    <a:pt x="103" y="410"/>
                  </a:lnTo>
                  <a:cubicBezTo>
                    <a:pt x="111" y="410"/>
                    <a:pt x="117" y="403"/>
                    <a:pt x="117" y="395"/>
                  </a:cubicBezTo>
                  <a:cubicBezTo>
                    <a:pt x="117" y="118"/>
                    <a:pt x="117" y="118"/>
                    <a:pt x="117" y="118"/>
                  </a:cubicBezTo>
                  <a:cubicBezTo>
                    <a:pt x="586" y="118"/>
                    <a:pt x="586" y="118"/>
                    <a:pt x="586" y="118"/>
                  </a:cubicBezTo>
                  <a:cubicBezTo>
                    <a:pt x="586" y="395"/>
                    <a:pt x="586" y="395"/>
                    <a:pt x="586" y="395"/>
                  </a:cubicBezTo>
                  <a:cubicBezTo>
                    <a:pt x="586" y="403"/>
                    <a:pt x="592" y="410"/>
                    <a:pt x="600" y="410"/>
                  </a:cubicBezTo>
                  <a:cubicBezTo>
                    <a:pt x="621" y="410"/>
                    <a:pt x="639" y="418"/>
                    <a:pt x="652" y="432"/>
                  </a:cubicBezTo>
                  <a:cubicBezTo>
                    <a:pt x="666" y="444"/>
                    <a:pt x="674" y="464"/>
                    <a:pt x="674" y="483"/>
                  </a:cubicBezTo>
                  <a:cubicBezTo>
                    <a:pt x="674" y="503"/>
                    <a:pt x="666" y="521"/>
                    <a:pt x="652" y="535"/>
                  </a:cubicBezTo>
                  <a:close/>
                  <a:moveTo>
                    <a:pt x="674" y="411"/>
                  </a:moveTo>
                  <a:lnTo>
                    <a:pt x="674" y="411"/>
                  </a:lnTo>
                  <a:cubicBezTo>
                    <a:pt x="659" y="396"/>
                    <a:pt x="639" y="385"/>
                    <a:pt x="615" y="383"/>
                  </a:cubicBezTo>
                  <a:cubicBezTo>
                    <a:pt x="615" y="31"/>
                    <a:pt x="615" y="31"/>
                    <a:pt x="615" y="31"/>
                  </a:cubicBezTo>
                  <a:cubicBezTo>
                    <a:pt x="648" y="38"/>
                    <a:pt x="674" y="67"/>
                    <a:pt x="674" y="103"/>
                  </a:cubicBezTo>
                  <a:lnTo>
                    <a:pt x="674"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0">
              <a:extLst>
                <a:ext uri="{FF2B5EF4-FFF2-40B4-BE49-F238E27FC236}">
                  <a16:creationId xmlns:a16="http://schemas.microsoft.com/office/drawing/2014/main" id="{9FD26D0B-08BD-026D-9EE5-EA2A1B796D72}"/>
                </a:ext>
              </a:extLst>
            </p:cNvPr>
            <p:cNvSpPr>
              <a:spLocks noChangeArrowheads="1"/>
            </p:cNvSpPr>
            <p:nvPr/>
          </p:nvSpPr>
          <p:spPr bwMode="auto">
            <a:xfrm>
              <a:off x="1163638" y="6553200"/>
              <a:ext cx="53975" cy="53975"/>
            </a:xfrm>
            <a:custGeom>
              <a:avLst/>
              <a:gdLst>
                <a:gd name="T0" fmla="*/ 145 w 151"/>
                <a:gd name="T1" fmla="*/ 5 h 151"/>
                <a:gd name="T2" fmla="*/ 145 w 151"/>
                <a:gd name="T3" fmla="*/ 5 h 151"/>
                <a:gd name="T4" fmla="*/ 124 w 151"/>
                <a:gd name="T5" fmla="*/ 5 h 151"/>
                <a:gd name="T6" fmla="*/ 75 w 151"/>
                <a:gd name="T7" fmla="*/ 53 h 151"/>
                <a:gd name="T8" fmla="*/ 27 w 151"/>
                <a:gd name="T9" fmla="*/ 5 h 151"/>
                <a:gd name="T10" fmla="*/ 6 w 151"/>
                <a:gd name="T11" fmla="*/ 5 h 151"/>
                <a:gd name="T12" fmla="*/ 6 w 151"/>
                <a:gd name="T13" fmla="*/ 26 h 151"/>
                <a:gd name="T14" fmla="*/ 54 w 151"/>
                <a:gd name="T15" fmla="*/ 74 h 151"/>
                <a:gd name="T16" fmla="*/ 6 w 151"/>
                <a:gd name="T17" fmla="*/ 123 h 151"/>
                <a:gd name="T18" fmla="*/ 6 w 151"/>
                <a:gd name="T19" fmla="*/ 144 h 151"/>
                <a:gd name="T20" fmla="*/ 27 w 151"/>
                <a:gd name="T21" fmla="*/ 144 h 151"/>
                <a:gd name="T22" fmla="*/ 75 w 151"/>
                <a:gd name="T23" fmla="*/ 96 h 151"/>
                <a:gd name="T24" fmla="*/ 124 w 151"/>
                <a:gd name="T25" fmla="*/ 144 h 151"/>
                <a:gd name="T26" fmla="*/ 145 w 151"/>
                <a:gd name="T27" fmla="*/ 144 h 151"/>
                <a:gd name="T28" fmla="*/ 145 w 151"/>
                <a:gd name="T29" fmla="*/ 123 h 151"/>
                <a:gd name="T30" fmla="*/ 95 w 151"/>
                <a:gd name="T31" fmla="*/ 74 h 151"/>
                <a:gd name="T32" fmla="*/ 145 w 151"/>
                <a:gd name="T33" fmla="*/ 26 h 151"/>
                <a:gd name="T34" fmla="*/ 145 w 151"/>
                <a:gd name="T3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1" h="151">
                  <a:moveTo>
                    <a:pt x="145" y="5"/>
                  </a:moveTo>
                  <a:lnTo>
                    <a:pt x="145" y="5"/>
                  </a:lnTo>
                  <a:cubicBezTo>
                    <a:pt x="138" y="0"/>
                    <a:pt x="129" y="0"/>
                    <a:pt x="124" y="5"/>
                  </a:cubicBezTo>
                  <a:cubicBezTo>
                    <a:pt x="75" y="53"/>
                    <a:pt x="75" y="53"/>
                    <a:pt x="75" y="53"/>
                  </a:cubicBezTo>
                  <a:cubicBezTo>
                    <a:pt x="27" y="5"/>
                    <a:pt x="27" y="5"/>
                    <a:pt x="27" y="5"/>
                  </a:cubicBezTo>
                  <a:cubicBezTo>
                    <a:pt x="21" y="0"/>
                    <a:pt x="11" y="0"/>
                    <a:pt x="6" y="5"/>
                  </a:cubicBezTo>
                  <a:cubicBezTo>
                    <a:pt x="0" y="11"/>
                    <a:pt x="0" y="21"/>
                    <a:pt x="6" y="26"/>
                  </a:cubicBezTo>
                  <a:cubicBezTo>
                    <a:pt x="54" y="74"/>
                    <a:pt x="54" y="74"/>
                    <a:pt x="54" y="74"/>
                  </a:cubicBezTo>
                  <a:cubicBezTo>
                    <a:pt x="6" y="123"/>
                    <a:pt x="6" y="123"/>
                    <a:pt x="6" y="123"/>
                  </a:cubicBezTo>
                  <a:cubicBezTo>
                    <a:pt x="0" y="129"/>
                    <a:pt x="0" y="137"/>
                    <a:pt x="6" y="144"/>
                  </a:cubicBezTo>
                  <a:cubicBezTo>
                    <a:pt x="11" y="150"/>
                    <a:pt x="21" y="150"/>
                    <a:pt x="27" y="144"/>
                  </a:cubicBezTo>
                  <a:cubicBezTo>
                    <a:pt x="75" y="96"/>
                    <a:pt x="75" y="96"/>
                    <a:pt x="75" y="96"/>
                  </a:cubicBezTo>
                  <a:cubicBezTo>
                    <a:pt x="124" y="144"/>
                    <a:pt x="124" y="144"/>
                    <a:pt x="124" y="144"/>
                  </a:cubicBezTo>
                  <a:cubicBezTo>
                    <a:pt x="129" y="150"/>
                    <a:pt x="138" y="150"/>
                    <a:pt x="145" y="144"/>
                  </a:cubicBezTo>
                  <a:cubicBezTo>
                    <a:pt x="150" y="137"/>
                    <a:pt x="150" y="129"/>
                    <a:pt x="145" y="123"/>
                  </a:cubicBezTo>
                  <a:cubicBezTo>
                    <a:pt x="95" y="74"/>
                    <a:pt x="95" y="74"/>
                    <a:pt x="95" y="74"/>
                  </a:cubicBezTo>
                  <a:cubicBezTo>
                    <a:pt x="145" y="26"/>
                    <a:pt x="145" y="26"/>
                    <a:pt x="145" y="26"/>
                  </a:cubicBezTo>
                  <a:cubicBezTo>
                    <a:pt x="150" y="21"/>
                    <a:pt x="150" y="11"/>
                    <a:pt x="145"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2" name="Group 225">
            <a:extLst>
              <a:ext uri="{FF2B5EF4-FFF2-40B4-BE49-F238E27FC236}">
                <a16:creationId xmlns:a16="http://schemas.microsoft.com/office/drawing/2014/main" id="{D5AC597C-2D0F-F2CE-F08A-978E459E67CE}"/>
              </a:ext>
            </a:extLst>
          </p:cNvPr>
          <p:cNvGrpSpPr/>
          <p:nvPr/>
        </p:nvGrpSpPr>
        <p:grpSpPr>
          <a:xfrm>
            <a:off x="2711574" y="6154366"/>
            <a:ext cx="254000" cy="252412"/>
            <a:chOff x="1570038" y="6469063"/>
            <a:chExt cx="254000" cy="252412"/>
          </a:xfrm>
          <a:solidFill>
            <a:schemeClr val="tx2"/>
          </a:solidFill>
        </p:grpSpPr>
        <p:sp>
          <p:nvSpPr>
            <p:cNvPr id="223" name="Freeform 181">
              <a:extLst>
                <a:ext uri="{FF2B5EF4-FFF2-40B4-BE49-F238E27FC236}">
                  <a16:creationId xmlns:a16="http://schemas.microsoft.com/office/drawing/2014/main" id="{529E825E-5D36-84C2-312E-B4C844E21310}"/>
                </a:ext>
              </a:extLst>
            </p:cNvPr>
            <p:cNvSpPr>
              <a:spLocks noChangeArrowheads="1"/>
            </p:cNvSpPr>
            <p:nvPr/>
          </p:nvSpPr>
          <p:spPr bwMode="auto">
            <a:xfrm>
              <a:off x="1570038" y="6469063"/>
              <a:ext cx="254000" cy="252412"/>
            </a:xfrm>
            <a:custGeom>
              <a:avLst/>
              <a:gdLst>
                <a:gd name="T0" fmla="*/ 642 w 704"/>
                <a:gd name="T1" fmla="*/ 153 h 703"/>
                <a:gd name="T2" fmla="*/ 557 w 704"/>
                <a:gd name="T3" fmla="*/ 146 h 703"/>
                <a:gd name="T4" fmla="*/ 553 w 704"/>
                <a:gd name="T5" fmla="*/ 5 h 703"/>
                <a:gd name="T6" fmla="*/ 162 w 704"/>
                <a:gd name="T7" fmla="*/ 0 h 703"/>
                <a:gd name="T8" fmla="*/ 147 w 704"/>
                <a:gd name="T9" fmla="*/ 15 h 703"/>
                <a:gd name="T10" fmla="*/ 74 w 704"/>
                <a:gd name="T11" fmla="*/ 146 h 703"/>
                <a:gd name="T12" fmla="*/ 12 w 704"/>
                <a:gd name="T13" fmla="*/ 226 h 703"/>
                <a:gd name="T14" fmla="*/ 0 w 704"/>
                <a:gd name="T15" fmla="*/ 483 h 703"/>
                <a:gd name="T16" fmla="*/ 44 w 704"/>
                <a:gd name="T17" fmla="*/ 527 h 703"/>
                <a:gd name="T18" fmla="*/ 147 w 704"/>
                <a:gd name="T19" fmla="*/ 689 h 703"/>
                <a:gd name="T20" fmla="*/ 162 w 704"/>
                <a:gd name="T21" fmla="*/ 702 h 703"/>
                <a:gd name="T22" fmla="*/ 553 w 704"/>
                <a:gd name="T23" fmla="*/ 698 h 703"/>
                <a:gd name="T24" fmla="*/ 557 w 704"/>
                <a:gd name="T25" fmla="*/ 527 h 703"/>
                <a:gd name="T26" fmla="*/ 690 w 704"/>
                <a:gd name="T27" fmla="*/ 514 h 703"/>
                <a:gd name="T28" fmla="*/ 703 w 704"/>
                <a:gd name="T29" fmla="*/ 267 h 703"/>
                <a:gd name="T30" fmla="*/ 642 w 704"/>
                <a:gd name="T31" fmla="*/ 153 h 703"/>
                <a:gd name="T32" fmla="*/ 175 w 704"/>
                <a:gd name="T33" fmla="*/ 30 h 703"/>
                <a:gd name="T34" fmla="*/ 527 w 704"/>
                <a:gd name="T35" fmla="*/ 146 h 703"/>
                <a:gd name="T36" fmla="*/ 175 w 704"/>
                <a:gd name="T37" fmla="*/ 30 h 703"/>
                <a:gd name="T38" fmla="*/ 175 w 704"/>
                <a:gd name="T39" fmla="*/ 513 h 703"/>
                <a:gd name="T40" fmla="*/ 175 w 704"/>
                <a:gd name="T41" fmla="*/ 513 h 703"/>
                <a:gd name="T42" fmla="*/ 527 w 704"/>
                <a:gd name="T43" fmla="*/ 439 h 703"/>
                <a:gd name="T44" fmla="*/ 175 w 704"/>
                <a:gd name="T45" fmla="*/ 674 h 703"/>
                <a:gd name="T46" fmla="*/ 674 w 704"/>
                <a:gd name="T47" fmla="*/ 483 h 703"/>
                <a:gd name="T48" fmla="*/ 670 w 704"/>
                <a:gd name="T49" fmla="*/ 494 h 703"/>
                <a:gd name="T50" fmla="*/ 557 w 704"/>
                <a:gd name="T51" fmla="*/ 498 h 703"/>
                <a:gd name="T52" fmla="*/ 601 w 704"/>
                <a:gd name="T53" fmla="*/ 439 h 703"/>
                <a:gd name="T54" fmla="*/ 601 w 704"/>
                <a:gd name="T55" fmla="*/ 410 h 703"/>
                <a:gd name="T56" fmla="*/ 162 w 704"/>
                <a:gd name="T57" fmla="*/ 410 h 703"/>
                <a:gd name="T58" fmla="*/ 88 w 704"/>
                <a:gd name="T59" fmla="*/ 425 h 703"/>
                <a:gd name="T60" fmla="*/ 147 w 704"/>
                <a:gd name="T61" fmla="*/ 439 h 703"/>
                <a:gd name="T62" fmla="*/ 44 w 704"/>
                <a:gd name="T63" fmla="*/ 498 h 703"/>
                <a:gd name="T64" fmla="*/ 30 w 704"/>
                <a:gd name="T65" fmla="*/ 483 h 703"/>
                <a:gd name="T66" fmla="*/ 37 w 704"/>
                <a:gd name="T67" fmla="*/ 243 h 703"/>
                <a:gd name="T68" fmla="*/ 162 w 704"/>
                <a:gd name="T69" fmla="*/ 175 h 703"/>
                <a:gd name="T70" fmla="*/ 622 w 704"/>
                <a:gd name="T71" fmla="*/ 175 h 703"/>
                <a:gd name="T72" fmla="*/ 674 w 704"/>
                <a:gd name="T73" fmla="*/ 267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3">
                  <a:moveTo>
                    <a:pt x="642" y="153"/>
                  </a:moveTo>
                  <a:lnTo>
                    <a:pt x="642" y="153"/>
                  </a:lnTo>
                  <a:cubicBezTo>
                    <a:pt x="639" y="149"/>
                    <a:pt x="635" y="146"/>
                    <a:pt x="630" y="146"/>
                  </a:cubicBezTo>
                  <a:cubicBezTo>
                    <a:pt x="557" y="146"/>
                    <a:pt x="557" y="146"/>
                    <a:pt x="557" y="146"/>
                  </a:cubicBezTo>
                  <a:cubicBezTo>
                    <a:pt x="557" y="15"/>
                    <a:pt x="557" y="15"/>
                    <a:pt x="557" y="15"/>
                  </a:cubicBezTo>
                  <a:cubicBezTo>
                    <a:pt x="557" y="11"/>
                    <a:pt x="556" y="8"/>
                    <a:pt x="553" y="5"/>
                  </a:cubicBezTo>
                  <a:cubicBezTo>
                    <a:pt x="550" y="2"/>
                    <a:pt x="546" y="0"/>
                    <a:pt x="542" y="0"/>
                  </a:cubicBezTo>
                  <a:cubicBezTo>
                    <a:pt x="162" y="0"/>
                    <a:pt x="162" y="0"/>
                    <a:pt x="162" y="0"/>
                  </a:cubicBezTo>
                  <a:cubicBezTo>
                    <a:pt x="158" y="0"/>
                    <a:pt x="154" y="2"/>
                    <a:pt x="151" y="5"/>
                  </a:cubicBezTo>
                  <a:cubicBezTo>
                    <a:pt x="148" y="8"/>
                    <a:pt x="147" y="11"/>
                    <a:pt x="147" y="15"/>
                  </a:cubicBezTo>
                  <a:cubicBezTo>
                    <a:pt x="147" y="146"/>
                    <a:pt x="147" y="146"/>
                    <a:pt x="147" y="146"/>
                  </a:cubicBezTo>
                  <a:cubicBezTo>
                    <a:pt x="74" y="146"/>
                    <a:pt x="74" y="146"/>
                    <a:pt x="74" y="146"/>
                  </a:cubicBezTo>
                  <a:cubicBezTo>
                    <a:pt x="68" y="146"/>
                    <a:pt x="64" y="149"/>
                    <a:pt x="62" y="153"/>
                  </a:cubicBezTo>
                  <a:cubicBezTo>
                    <a:pt x="12" y="226"/>
                    <a:pt x="12" y="226"/>
                    <a:pt x="12" y="226"/>
                  </a:cubicBezTo>
                  <a:cubicBezTo>
                    <a:pt x="4" y="238"/>
                    <a:pt x="0" y="252"/>
                    <a:pt x="0" y="267"/>
                  </a:cubicBezTo>
                  <a:cubicBezTo>
                    <a:pt x="0" y="483"/>
                    <a:pt x="0" y="483"/>
                    <a:pt x="0" y="483"/>
                  </a:cubicBezTo>
                  <a:cubicBezTo>
                    <a:pt x="0" y="494"/>
                    <a:pt x="5" y="506"/>
                    <a:pt x="14" y="514"/>
                  </a:cubicBezTo>
                  <a:cubicBezTo>
                    <a:pt x="20" y="523"/>
                    <a:pt x="31" y="527"/>
                    <a:pt x="44" y="527"/>
                  </a:cubicBezTo>
                  <a:cubicBezTo>
                    <a:pt x="147" y="527"/>
                    <a:pt x="147" y="527"/>
                    <a:pt x="147" y="527"/>
                  </a:cubicBezTo>
                  <a:cubicBezTo>
                    <a:pt x="147" y="689"/>
                    <a:pt x="147" y="689"/>
                    <a:pt x="147" y="689"/>
                  </a:cubicBezTo>
                  <a:cubicBezTo>
                    <a:pt x="147" y="693"/>
                    <a:pt x="148" y="696"/>
                    <a:pt x="151" y="698"/>
                  </a:cubicBezTo>
                  <a:cubicBezTo>
                    <a:pt x="154" y="701"/>
                    <a:pt x="158" y="702"/>
                    <a:pt x="162" y="702"/>
                  </a:cubicBezTo>
                  <a:cubicBezTo>
                    <a:pt x="542" y="702"/>
                    <a:pt x="542" y="702"/>
                    <a:pt x="542" y="702"/>
                  </a:cubicBezTo>
                  <a:cubicBezTo>
                    <a:pt x="546" y="702"/>
                    <a:pt x="550" y="701"/>
                    <a:pt x="553" y="698"/>
                  </a:cubicBezTo>
                  <a:cubicBezTo>
                    <a:pt x="556" y="696"/>
                    <a:pt x="557" y="693"/>
                    <a:pt x="557" y="689"/>
                  </a:cubicBezTo>
                  <a:cubicBezTo>
                    <a:pt x="557" y="527"/>
                    <a:pt x="557" y="527"/>
                    <a:pt x="557" y="527"/>
                  </a:cubicBezTo>
                  <a:cubicBezTo>
                    <a:pt x="659" y="527"/>
                    <a:pt x="659" y="527"/>
                    <a:pt x="659" y="527"/>
                  </a:cubicBezTo>
                  <a:cubicBezTo>
                    <a:pt x="671" y="527"/>
                    <a:pt x="683" y="523"/>
                    <a:pt x="690" y="514"/>
                  </a:cubicBezTo>
                  <a:cubicBezTo>
                    <a:pt x="698" y="506"/>
                    <a:pt x="703" y="494"/>
                    <a:pt x="703" y="483"/>
                  </a:cubicBezTo>
                  <a:cubicBezTo>
                    <a:pt x="703" y="267"/>
                    <a:pt x="703" y="267"/>
                    <a:pt x="703" y="267"/>
                  </a:cubicBezTo>
                  <a:cubicBezTo>
                    <a:pt x="703" y="252"/>
                    <a:pt x="698" y="238"/>
                    <a:pt x="690" y="226"/>
                  </a:cubicBezTo>
                  <a:lnTo>
                    <a:pt x="642" y="153"/>
                  </a:lnTo>
                  <a:close/>
                  <a:moveTo>
                    <a:pt x="175" y="30"/>
                  </a:moveTo>
                  <a:lnTo>
                    <a:pt x="175" y="30"/>
                  </a:lnTo>
                  <a:cubicBezTo>
                    <a:pt x="527" y="30"/>
                    <a:pt x="527" y="30"/>
                    <a:pt x="527" y="30"/>
                  </a:cubicBezTo>
                  <a:cubicBezTo>
                    <a:pt x="527" y="146"/>
                    <a:pt x="527" y="146"/>
                    <a:pt x="527" y="146"/>
                  </a:cubicBezTo>
                  <a:cubicBezTo>
                    <a:pt x="175" y="146"/>
                    <a:pt x="175" y="146"/>
                    <a:pt x="175" y="146"/>
                  </a:cubicBezTo>
                  <a:lnTo>
                    <a:pt x="175" y="30"/>
                  </a:lnTo>
                  <a:close/>
                  <a:moveTo>
                    <a:pt x="175" y="513"/>
                  </a:moveTo>
                  <a:lnTo>
                    <a:pt x="175" y="513"/>
                  </a:lnTo>
                  <a:lnTo>
                    <a:pt x="175" y="513"/>
                  </a:lnTo>
                  <a:lnTo>
                    <a:pt x="175" y="513"/>
                  </a:lnTo>
                  <a:cubicBezTo>
                    <a:pt x="175" y="439"/>
                    <a:pt x="175" y="439"/>
                    <a:pt x="175" y="439"/>
                  </a:cubicBezTo>
                  <a:cubicBezTo>
                    <a:pt x="527" y="439"/>
                    <a:pt x="527" y="439"/>
                    <a:pt x="527" y="439"/>
                  </a:cubicBezTo>
                  <a:cubicBezTo>
                    <a:pt x="527" y="674"/>
                    <a:pt x="527" y="674"/>
                    <a:pt x="527" y="674"/>
                  </a:cubicBezTo>
                  <a:cubicBezTo>
                    <a:pt x="175" y="674"/>
                    <a:pt x="175" y="674"/>
                    <a:pt x="175" y="674"/>
                  </a:cubicBezTo>
                  <a:lnTo>
                    <a:pt x="175" y="513"/>
                  </a:lnTo>
                  <a:close/>
                  <a:moveTo>
                    <a:pt x="674" y="483"/>
                  </a:moveTo>
                  <a:lnTo>
                    <a:pt x="674" y="483"/>
                  </a:lnTo>
                  <a:cubicBezTo>
                    <a:pt x="674" y="487"/>
                    <a:pt x="672" y="491"/>
                    <a:pt x="670" y="494"/>
                  </a:cubicBezTo>
                  <a:cubicBezTo>
                    <a:pt x="667" y="497"/>
                    <a:pt x="663" y="498"/>
                    <a:pt x="659" y="498"/>
                  </a:cubicBezTo>
                  <a:cubicBezTo>
                    <a:pt x="557" y="498"/>
                    <a:pt x="557" y="498"/>
                    <a:pt x="557" y="498"/>
                  </a:cubicBezTo>
                  <a:cubicBezTo>
                    <a:pt x="557" y="439"/>
                    <a:pt x="557" y="439"/>
                    <a:pt x="557" y="439"/>
                  </a:cubicBezTo>
                  <a:cubicBezTo>
                    <a:pt x="601" y="439"/>
                    <a:pt x="601" y="439"/>
                    <a:pt x="601" y="439"/>
                  </a:cubicBezTo>
                  <a:cubicBezTo>
                    <a:pt x="609" y="439"/>
                    <a:pt x="615" y="433"/>
                    <a:pt x="615" y="425"/>
                  </a:cubicBezTo>
                  <a:cubicBezTo>
                    <a:pt x="615" y="417"/>
                    <a:pt x="609" y="410"/>
                    <a:pt x="601" y="410"/>
                  </a:cubicBezTo>
                  <a:cubicBezTo>
                    <a:pt x="542" y="410"/>
                    <a:pt x="542" y="410"/>
                    <a:pt x="542" y="410"/>
                  </a:cubicBezTo>
                  <a:cubicBezTo>
                    <a:pt x="162" y="410"/>
                    <a:pt x="162" y="410"/>
                    <a:pt x="162" y="410"/>
                  </a:cubicBezTo>
                  <a:cubicBezTo>
                    <a:pt x="103" y="410"/>
                    <a:pt x="103" y="410"/>
                    <a:pt x="103" y="410"/>
                  </a:cubicBezTo>
                  <a:cubicBezTo>
                    <a:pt x="95" y="410"/>
                    <a:pt x="88" y="417"/>
                    <a:pt x="88" y="425"/>
                  </a:cubicBezTo>
                  <a:cubicBezTo>
                    <a:pt x="88" y="433"/>
                    <a:pt x="95" y="439"/>
                    <a:pt x="103" y="439"/>
                  </a:cubicBezTo>
                  <a:cubicBezTo>
                    <a:pt x="147" y="439"/>
                    <a:pt x="147" y="439"/>
                    <a:pt x="147" y="439"/>
                  </a:cubicBezTo>
                  <a:cubicBezTo>
                    <a:pt x="147" y="498"/>
                    <a:pt x="147" y="498"/>
                    <a:pt x="147" y="498"/>
                  </a:cubicBezTo>
                  <a:cubicBezTo>
                    <a:pt x="44" y="498"/>
                    <a:pt x="44" y="498"/>
                    <a:pt x="44" y="498"/>
                  </a:cubicBezTo>
                  <a:cubicBezTo>
                    <a:pt x="41" y="498"/>
                    <a:pt x="37" y="497"/>
                    <a:pt x="34" y="494"/>
                  </a:cubicBezTo>
                  <a:cubicBezTo>
                    <a:pt x="31" y="491"/>
                    <a:pt x="30" y="487"/>
                    <a:pt x="30" y="483"/>
                  </a:cubicBezTo>
                  <a:cubicBezTo>
                    <a:pt x="30" y="267"/>
                    <a:pt x="30" y="267"/>
                    <a:pt x="30" y="267"/>
                  </a:cubicBezTo>
                  <a:cubicBezTo>
                    <a:pt x="30" y="258"/>
                    <a:pt x="33" y="249"/>
                    <a:pt x="37" y="243"/>
                  </a:cubicBezTo>
                  <a:cubicBezTo>
                    <a:pt x="81" y="175"/>
                    <a:pt x="81" y="175"/>
                    <a:pt x="81" y="175"/>
                  </a:cubicBezTo>
                  <a:cubicBezTo>
                    <a:pt x="162" y="175"/>
                    <a:pt x="162" y="175"/>
                    <a:pt x="162" y="175"/>
                  </a:cubicBezTo>
                  <a:cubicBezTo>
                    <a:pt x="542" y="175"/>
                    <a:pt x="542" y="175"/>
                    <a:pt x="542" y="175"/>
                  </a:cubicBezTo>
                  <a:cubicBezTo>
                    <a:pt x="622" y="175"/>
                    <a:pt x="622" y="175"/>
                    <a:pt x="622" y="175"/>
                  </a:cubicBezTo>
                  <a:cubicBezTo>
                    <a:pt x="667" y="243"/>
                    <a:pt x="667" y="243"/>
                    <a:pt x="667" y="243"/>
                  </a:cubicBezTo>
                  <a:cubicBezTo>
                    <a:pt x="671" y="249"/>
                    <a:pt x="674" y="258"/>
                    <a:pt x="674" y="267"/>
                  </a:cubicBezTo>
                  <a:lnTo>
                    <a:pt x="674" y="48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397FBC01-AE76-96AA-F895-940003E00E08}"/>
                </a:ext>
              </a:extLst>
            </p:cNvPr>
            <p:cNvSpPr>
              <a:spLocks noChangeArrowheads="1"/>
            </p:cNvSpPr>
            <p:nvPr/>
          </p:nvSpPr>
          <p:spPr bwMode="auto">
            <a:xfrm>
              <a:off x="1654175" y="6648450"/>
              <a:ext cx="84138" cy="11113"/>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6" y="0"/>
                    <a:pt x="0" y="7"/>
                    <a:pt x="0" y="15"/>
                  </a:cubicBezTo>
                  <a:cubicBezTo>
                    <a:pt x="0" y="23"/>
                    <a:pt x="6" y="29"/>
                    <a:pt x="15" y="29"/>
                  </a:cubicBezTo>
                  <a:cubicBezTo>
                    <a:pt x="219" y="29"/>
                    <a:pt x="219" y="29"/>
                    <a:pt x="219" y="29"/>
                  </a:cubicBezTo>
                  <a:cubicBezTo>
                    <a:pt x="227" y="29"/>
                    <a:pt x="234" y="23"/>
                    <a:pt x="234" y="15"/>
                  </a:cubicBezTo>
                  <a:cubicBezTo>
                    <a:pt x="234" y="7"/>
                    <a:pt x="227"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3">
              <a:extLst>
                <a:ext uri="{FF2B5EF4-FFF2-40B4-BE49-F238E27FC236}">
                  <a16:creationId xmlns:a16="http://schemas.microsoft.com/office/drawing/2014/main" id="{C0B45296-5DBF-B39C-F860-3D01AA99B35B}"/>
                </a:ext>
              </a:extLst>
            </p:cNvPr>
            <p:cNvSpPr>
              <a:spLocks noChangeArrowheads="1"/>
            </p:cNvSpPr>
            <p:nvPr/>
          </p:nvSpPr>
          <p:spPr bwMode="auto">
            <a:xfrm>
              <a:off x="1654175" y="6680200"/>
              <a:ext cx="63500" cy="11113"/>
            </a:xfrm>
            <a:custGeom>
              <a:avLst/>
              <a:gdLst>
                <a:gd name="T0" fmla="*/ 160 w 176"/>
                <a:gd name="T1" fmla="*/ 0 h 30"/>
                <a:gd name="T2" fmla="*/ 160 w 176"/>
                <a:gd name="T3" fmla="*/ 0 h 30"/>
                <a:gd name="T4" fmla="*/ 15 w 176"/>
                <a:gd name="T5" fmla="*/ 0 h 30"/>
                <a:gd name="T6" fmla="*/ 0 w 176"/>
                <a:gd name="T7" fmla="*/ 15 h 30"/>
                <a:gd name="T8" fmla="*/ 15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5" y="0"/>
                    <a:pt x="15" y="0"/>
                    <a:pt x="15" y="0"/>
                  </a:cubicBezTo>
                  <a:cubicBezTo>
                    <a:pt x="6" y="0"/>
                    <a:pt x="0" y="7"/>
                    <a:pt x="0" y="15"/>
                  </a:cubicBezTo>
                  <a:cubicBezTo>
                    <a:pt x="0" y="23"/>
                    <a:pt x="6" y="29"/>
                    <a:pt x="15" y="29"/>
                  </a:cubicBezTo>
                  <a:cubicBezTo>
                    <a:pt x="160" y="29"/>
                    <a:pt x="160" y="29"/>
                    <a:pt x="160" y="29"/>
                  </a:cubicBezTo>
                  <a:cubicBezTo>
                    <a:pt x="168" y="29"/>
                    <a:pt x="175" y="23"/>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4">
              <a:extLst>
                <a:ext uri="{FF2B5EF4-FFF2-40B4-BE49-F238E27FC236}">
                  <a16:creationId xmlns:a16="http://schemas.microsoft.com/office/drawing/2014/main" id="{CFA75D5E-4F2E-6CCC-67C4-9208CF515CB2}"/>
                </a:ext>
              </a:extLst>
            </p:cNvPr>
            <p:cNvSpPr>
              <a:spLocks noChangeArrowheads="1"/>
            </p:cNvSpPr>
            <p:nvPr/>
          </p:nvSpPr>
          <p:spPr bwMode="auto">
            <a:xfrm>
              <a:off x="174942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5">
              <a:extLst>
                <a:ext uri="{FF2B5EF4-FFF2-40B4-BE49-F238E27FC236}">
                  <a16:creationId xmlns:a16="http://schemas.microsoft.com/office/drawing/2014/main" id="{A3313A15-C997-C50A-4DD3-091B9603CDFD}"/>
                </a:ext>
              </a:extLst>
            </p:cNvPr>
            <p:cNvSpPr>
              <a:spLocks noChangeArrowheads="1"/>
            </p:cNvSpPr>
            <p:nvPr/>
          </p:nvSpPr>
          <p:spPr bwMode="auto">
            <a:xfrm>
              <a:off x="178117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8" name="Freeform 186">
            <a:extLst>
              <a:ext uri="{FF2B5EF4-FFF2-40B4-BE49-F238E27FC236}">
                <a16:creationId xmlns:a16="http://schemas.microsoft.com/office/drawing/2014/main" id="{F8AD9438-9818-4D86-A3AB-5494FACA149E}"/>
              </a:ext>
            </a:extLst>
          </p:cNvPr>
          <p:cNvSpPr>
            <a:spLocks noChangeArrowheads="1"/>
          </p:cNvSpPr>
          <p:nvPr/>
        </p:nvSpPr>
        <p:spPr bwMode="auto">
          <a:xfrm>
            <a:off x="2700461" y="5686847"/>
            <a:ext cx="254000" cy="254000"/>
          </a:xfrm>
          <a:custGeom>
            <a:avLst/>
            <a:gdLst>
              <a:gd name="T0" fmla="*/ 161 w 704"/>
              <a:gd name="T1" fmla="*/ 527 h 704"/>
              <a:gd name="T2" fmla="*/ 161 w 704"/>
              <a:gd name="T3" fmla="*/ 527 h 704"/>
              <a:gd name="T4" fmla="*/ 323 w 704"/>
              <a:gd name="T5" fmla="*/ 527 h 704"/>
              <a:gd name="T6" fmla="*/ 351 w 704"/>
              <a:gd name="T7" fmla="*/ 703 h 704"/>
              <a:gd name="T8" fmla="*/ 395 w 704"/>
              <a:gd name="T9" fmla="*/ 527 h 704"/>
              <a:gd name="T10" fmla="*/ 410 w 704"/>
              <a:gd name="T11" fmla="*/ 703 h 704"/>
              <a:gd name="T12" fmla="*/ 439 w 704"/>
              <a:gd name="T13" fmla="*/ 527 h 704"/>
              <a:gd name="T14" fmla="*/ 703 w 704"/>
              <a:gd name="T15" fmla="*/ 483 h 704"/>
              <a:gd name="T16" fmla="*/ 542 w 704"/>
              <a:gd name="T17" fmla="*/ 147 h 704"/>
              <a:gd name="T18" fmla="*/ 410 w 704"/>
              <a:gd name="T19" fmla="*/ 117 h 704"/>
              <a:gd name="T20" fmla="*/ 552 w 704"/>
              <a:gd name="T21" fmla="*/ 112 h 704"/>
              <a:gd name="T22" fmla="*/ 556 w 704"/>
              <a:gd name="T23" fmla="*/ 15 h 704"/>
              <a:gd name="T24" fmla="*/ 542 w 704"/>
              <a:gd name="T25" fmla="*/ 0 h 704"/>
              <a:gd name="T26" fmla="*/ 390 w 704"/>
              <a:gd name="T27" fmla="*/ 1 h 704"/>
              <a:gd name="T28" fmla="*/ 386 w 704"/>
              <a:gd name="T29" fmla="*/ 4 h 704"/>
              <a:gd name="T30" fmla="*/ 382 w 704"/>
              <a:gd name="T31" fmla="*/ 9 h 704"/>
              <a:gd name="T32" fmla="*/ 380 w 704"/>
              <a:gd name="T33" fmla="*/ 103 h 704"/>
              <a:gd name="T34" fmla="*/ 161 w 704"/>
              <a:gd name="T35" fmla="*/ 147 h 704"/>
              <a:gd name="T36" fmla="*/ 0 w 704"/>
              <a:gd name="T37" fmla="*/ 483 h 704"/>
              <a:gd name="T38" fmla="*/ 161 w 704"/>
              <a:gd name="T39" fmla="*/ 527 h 704"/>
              <a:gd name="T40" fmla="*/ 527 w 704"/>
              <a:gd name="T41" fmla="*/ 88 h 704"/>
              <a:gd name="T42" fmla="*/ 410 w 704"/>
              <a:gd name="T43" fmla="*/ 29 h 704"/>
              <a:gd name="T44" fmla="*/ 527 w 704"/>
              <a:gd name="T45" fmla="*/ 88 h 704"/>
              <a:gd name="T46" fmla="*/ 380 w 704"/>
              <a:gd name="T47" fmla="*/ 176 h 704"/>
              <a:gd name="T48" fmla="*/ 395 w 704"/>
              <a:gd name="T49" fmla="*/ 322 h 704"/>
              <a:gd name="T50" fmla="*/ 410 w 704"/>
              <a:gd name="T51" fmla="*/ 176 h 704"/>
              <a:gd name="T52" fmla="*/ 636 w 704"/>
              <a:gd name="T53" fmla="*/ 214 h 704"/>
              <a:gd name="T54" fmla="*/ 674 w 704"/>
              <a:gd name="T55" fmla="*/ 483 h 704"/>
              <a:gd name="T56" fmla="*/ 395 w 704"/>
              <a:gd name="T57" fmla="*/ 498 h 704"/>
              <a:gd name="T58" fmla="*/ 323 w 704"/>
              <a:gd name="T59" fmla="*/ 307 h 704"/>
              <a:gd name="T60" fmla="*/ 380 w 704"/>
              <a:gd name="T61" fmla="*/ 176 h 704"/>
              <a:gd name="T62" fmla="*/ 29 w 704"/>
              <a:gd name="T63" fmla="*/ 483 h 704"/>
              <a:gd name="T64" fmla="*/ 69 w 704"/>
              <a:gd name="T65" fmla="*/ 214 h 704"/>
              <a:gd name="T66" fmla="*/ 161 w 704"/>
              <a:gd name="T67" fmla="*/ 176 h 704"/>
              <a:gd name="T68" fmla="*/ 254 w 704"/>
              <a:gd name="T69" fmla="*/ 214 h 704"/>
              <a:gd name="T70" fmla="*/ 292 w 704"/>
              <a:gd name="T71" fmla="*/ 498 h 704"/>
              <a:gd name="T72" fmla="*/ 44 w 704"/>
              <a:gd name="T73" fmla="*/ 49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4">
                <a:moveTo>
                  <a:pt x="161" y="527"/>
                </a:moveTo>
                <a:lnTo>
                  <a:pt x="161" y="527"/>
                </a:lnTo>
                <a:lnTo>
                  <a:pt x="161" y="527"/>
                </a:lnTo>
                <a:lnTo>
                  <a:pt x="161" y="527"/>
                </a:lnTo>
                <a:cubicBezTo>
                  <a:pt x="307" y="527"/>
                  <a:pt x="307" y="527"/>
                  <a:pt x="307" y="527"/>
                </a:cubicBezTo>
                <a:cubicBezTo>
                  <a:pt x="323" y="527"/>
                  <a:pt x="323" y="527"/>
                  <a:pt x="323" y="527"/>
                </a:cubicBezTo>
                <a:cubicBezTo>
                  <a:pt x="323" y="703"/>
                  <a:pt x="323" y="703"/>
                  <a:pt x="323" y="703"/>
                </a:cubicBezTo>
                <a:cubicBezTo>
                  <a:pt x="351" y="703"/>
                  <a:pt x="351" y="703"/>
                  <a:pt x="351" y="703"/>
                </a:cubicBezTo>
                <a:cubicBezTo>
                  <a:pt x="351" y="527"/>
                  <a:pt x="351" y="527"/>
                  <a:pt x="351" y="527"/>
                </a:cubicBezTo>
                <a:cubicBezTo>
                  <a:pt x="395" y="527"/>
                  <a:pt x="395" y="527"/>
                  <a:pt x="395" y="527"/>
                </a:cubicBezTo>
                <a:cubicBezTo>
                  <a:pt x="410" y="527"/>
                  <a:pt x="410" y="527"/>
                  <a:pt x="410" y="527"/>
                </a:cubicBezTo>
                <a:cubicBezTo>
                  <a:pt x="410" y="703"/>
                  <a:pt x="410" y="703"/>
                  <a:pt x="410" y="703"/>
                </a:cubicBezTo>
                <a:cubicBezTo>
                  <a:pt x="439" y="703"/>
                  <a:pt x="439" y="703"/>
                  <a:pt x="439" y="703"/>
                </a:cubicBezTo>
                <a:cubicBezTo>
                  <a:pt x="439" y="527"/>
                  <a:pt x="439" y="527"/>
                  <a:pt x="439" y="527"/>
                </a:cubicBezTo>
                <a:cubicBezTo>
                  <a:pt x="659" y="527"/>
                  <a:pt x="659" y="527"/>
                  <a:pt x="659" y="527"/>
                </a:cubicBezTo>
                <a:cubicBezTo>
                  <a:pt x="684" y="527"/>
                  <a:pt x="703" y="508"/>
                  <a:pt x="703" y="483"/>
                </a:cubicBezTo>
                <a:cubicBezTo>
                  <a:pt x="703" y="307"/>
                  <a:pt x="703" y="307"/>
                  <a:pt x="703" y="307"/>
                </a:cubicBezTo>
                <a:cubicBezTo>
                  <a:pt x="703" y="218"/>
                  <a:pt x="631" y="147"/>
                  <a:pt x="542" y="147"/>
                </a:cubicBezTo>
                <a:cubicBezTo>
                  <a:pt x="410" y="147"/>
                  <a:pt x="410" y="147"/>
                  <a:pt x="410" y="147"/>
                </a:cubicBezTo>
                <a:cubicBezTo>
                  <a:pt x="410" y="117"/>
                  <a:pt x="410" y="117"/>
                  <a:pt x="410" y="117"/>
                </a:cubicBezTo>
                <a:cubicBezTo>
                  <a:pt x="542" y="117"/>
                  <a:pt x="542" y="117"/>
                  <a:pt x="542" y="117"/>
                </a:cubicBezTo>
                <a:cubicBezTo>
                  <a:pt x="546" y="117"/>
                  <a:pt x="549" y="115"/>
                  <a:pt x="552" y="112"/>
                </a:cubicBezTo>
                <a:cubicBezTo>
                  <a:pt x="555" y="110"/>
                  <a:pt x="556" y="107"/>
                  <a:pt x="556" y="103"/>
                </a:cubicBezTo>
                <a:cubicBezTo>
                  <a:pt x="556" y="15"/>
                  <a:pt x="556" y="15"/>
                  <a:pt x="556" y="15"/>
                </a:cubicBezTo>
                <a:cubicBezTo>
                  <a:pt x="556" y="11"/>
                  <a:pt x="555" y="7"/>
                  <a:pt x="552" y="4"/>
                </a:cubicBezTo>
                <a:cubicBezTo>
                  <a:pt x="549" y="1"/>
                  <a:pt x="546" y="0"/>
                  <a:pt x="542" y="0"/>
                </a:cubicBezTo>
                <a:cubicBezTo>
                  <a:pt x="395" y="0"/>
                  <a:pt x="395" y="0"/>
                  <a:pt x="395" y="0"/>
                </a:cubicBezTo>
                <a:cubicBezTo>
                  <a:pt x="394" y="0"/>
                  <a:pt x="391" y="0"/>
                  <a:pt x="390" y="1"/>
                </a:cubicBezTo>
                <a:cubicBezTo>
                  <a:pt x="388" y="1"/>
                  <a:pt x="387" y="3"/>
                  <a:pt x="386" y="4"/>
                </a:cubicBezTo>
                <a:lnTo>
                  <a:pt x="386" y="4"/>
                </a:lnTo>
                <a:cubicBezTo>
                  <a:pt x="384" y="4"/>
                  <a:pt x="384" y="4"/>
                  <a:pt x="384" y="4"/>
                </a:cubicBezTo>
                <a:cubicBezTo>
                  <a:pt x="384" y="5"/>
                  <a:pt x="383" y="7"/>
                  <a:pt x="382" y="9"/>
                </a:cubicBezTo>
                <a:cubicBezTo>
                  <a:pt x="382" y="11"/>
                  <a:pt x="380" y="12"/>
                  <a:pt x="380" y="15"/>
                </a:cubicBezTo>
                <a:cubicBezTo>
                  <a:pt x="380" y="103"/>
                  <a:pt x="380" y="103"/>
                  <a:pt x="380" y="103"/>
                </a:cubicBezTo>
                <a:cubicBezTo>
                  <a:pt x="380" y="147"/>
                  <a:pt x="380" y="147"/>
                  <a:pt x="380" y="147"/>
                </a:cubicBezTo>
                <a:cubicBezTo>
                  <a:pt x="161" y="147"/>
                  <a:pt x="161" y="147"/>
                  <a:pt x="161" y="147"/>
                </a:cubicBezTo>
                <a:cubicBezTo>
                  <a:pt x="73" y="147"/>
                  <a:pt x="0" y="218"/>
                  <a:pt x="0" y="307"/>
                </a:cubicBezTo>
                <a:cubicBezTo>
                  <a:pt x="0" y="483"/>
                  <a:pt x="0" y="483"/>
                  <a:pt x="0" y="483"/>
                </a:cubicBezTo>
                <a:cubicBezTo>
                  <a:pt x="0" y="508"/>
                  <a:pt x="19" y="527"/>
                  <a:pt x="44" y="527"/>
                </a:cubicBezTo>
                <a:lnTo>
                  <a:pt x="161" y="527"/>
                </a:lnTo>
                <a:close/>
                <a:moveTo>
                  <a:pt x="527" y="88"/>
                </a:moveTo>
                <a:lnTo>
                  <a:pt x="527" y="88"/>
                </a:lnTo>
                <a:cubicBezTo>
                  <a:pt x="410" y="88"/>
                  <a:pt x="410" y="88"/>
                  <a:pt x="410" y="88"/>
                </a:cubicBezTo>
                <a:cubicBezTo>
                  <a:pt x="410" y="29"/>
                  <a:pt x="410" y="29"/>
                  <a:pt x="410" y="29"/>
                </a:cubicBezTo>
                <a:cubicBezTo>
                  <a:pt x="527" y="29"/>
                  <a:pt x="527" y="29"/>
                  <a:pt x="527" y="29"/>
                </a:cubicBezTo>
                <a:lnTo>
                  <a:pt x="527" y="88"/>
                </a:lnTo>
                <a:close/>
                <a:moveTo>
                  <a:pt x="380" y="176"/>
                </a:moveTo>
                <a:lnTo>
                  <a:pt x="380" y="176"/>
                </a:lnTo>
                <a:cubicBezTo>
                  <a:pt x="380" y="307"/>
                  <a:pt x="380" y="307"/>
                  <a:pt x="380" y="307"/>
                </a:cubicBezTo>
                <a:cubicBezTo>
                  <a:pt x="380" y="316"/>
                  <a:pt x="387" y="322"/>
                  <a:pt x="395" y="322"/>
                </a:cubicBezTo>
                <a:cubicBezTo>
                  <a:pt x="404" y="322"/>
                  <a:pt x="410" y="316"/>
                  <a:pt x="410" y="307"/>
                </a:cubicBezTo>
                <a:cubicBezTo>
                  <a:pt x="410" y="176"/>
                  <a:pt x="410" y="176"/>
                  <a:pt x="410" y="176"/>
                </a:cubicBezTo>
                <a:cubicBezTo>
                  <a:pt x="542" y="176"/>
                  <a:pt x="542" y="176"/>
                  <a:pt x="542" y="176"/>
                </a:cubicBezTo>
                <a:cubicBezTo>
                  <a:pt x="578" y="176"/>
                  <a:pt x="611" y="191"/>
                  <a:pt x="636" y="214"/>
                </a:cubicBezTo>
                <a:cubicBezTo>
                  <a:pt x="659" y="239"/>
                  <a:pt x="674" y="272"/>
                  <a:pt x="674" y="307"/>
                </a:cubicBezTo>
                <a:cubicBezTo>
                  <a:pt x="674" y="483"/>
                  <a:pt x="674" y="483"/>
                  <a:pt x="674" y="483"/>
                </a:cubicBezTo>
                <a:cubicBezTo>
                  <a:pt x="674" y="491"/>
                  <a:pt x="667" y="498"/>
                  <a:pt x="659" y="498"/>
                </a:cubicBezTo>
                <a:cubicBezTo>
                  <a:pt x="395" y="498"/>
                  <a:pt x="395" y="498"/>
                  <a:pt x="395" y="498"/>
                </a:cubicBezTo>
                <a:cubicBezTo>
                  <a:pt x="323" y="498"/>
                  <a:pt x="323" y="498"/>
                  <a:pt x="323" y="498"/>
                </a:cubicBezTo>
                <a:cubicBezTo>
                  <a:pt x="323" y="307"/>
                  <a:pt x="323" y="307"/>
                  <a:pt x="323" y="307"/>
                </a:cubicBezTo>
                <a:cubicBezTo>
                  <a:pt x="323" y="252"/>
                  <a:pt x="295" y="204"/>
                  <a:pt x="254" y="176"/>
                </a:cubicBezTo>
                <a:lnTo>
                  <a:pt x="380" y="176"/>
                </a:lnTo>
                <a:close/>
                <a:moveTo>
                  <a:pt x="29" y="483"/>
                </a:moveTo>
                <a:lnTo>
                  <a:pt x="29" y="483"/>
                </a:lnTo>
                <a:cubicBezTo>
                  <a:pt x="29" y="307"/>
                  <a:pt x="29" y="307"/>
                  <a:pt x="29" y="307"/>
                </a:cubicBezTo>
                <a:cubicBezTo>
                  <a:pt x="29" y="272"/>
                  <a:pt x="44" y="239"/>
                  <a:pt x="69" y="214"/>
                </a:cubicBezTo>
                <a:cubicBezTo>
                  <a:pt x="92" y="191"/>
                  <a:pt x="125" y="176"/>
                  <a:pt x="161" y="176"/>
                </a:cubicBezTo>
                <a:lnTo>
                  <a:pt x="161" y="176"/>
                </a:lnTo>
                <a:lnTo>
                  <a:pt x="161" y="176"/>
                </a:lnTo>
                <a:cubicBezTo>
                  <a:pt x="198" y="176"/>
                  <a:pt x="231" y="191"/>
                  <a:pt x="254" y="214"/>
                </a:cubicBezTo>
                <a:cubicBezTo>
                  <a:pt x="279" y="239"/>
                  <a:pt x="292" y="272"/>
                  <a:pt x="292" y="307"/>
                </a:cubicBezTo>
                <a:cubicBezTo>
                  <a:pt x="292" y="498"/>
                  <a:pt x="292" y="498"/>
                  <a:pt x="292" y="498"/>
                </a:cubicBezTo>
                <a:cubicBezTo>
                  <a:pt x="161" y="498"/>
                  <a:pt x="161" y="498"/>
                  <a:pt x="161" y="498"/>
                </a:cubicBezTo>
                <a:cubicBezTo>
                  <a:pt x="44" y="498"/>
                  <a:pt x="44" y="498"/>
                  <a:pt x="44" y="498"/>
                </a:cubicBezTo>
                <a:cubicBezTo>
                  <a:pt x="36" y="498"/>
                  <a:pt x="29" y="491"/>
                  <a:pt x="29" y="483"/>
                </a:cubicBezTo>
                <a:close/>
              </a:path>
            </a:pathLst>
          </a:custGeom>
          <a:solidFill>
            <a:schemeClr val="tx2"/>
          </a:solidFill>
          <a:ln>
            <a:noFill/>
          </a:ln>
          <a:effectLst/>
        </p:spPr>
        <p:txBody>
          <a:bodyPr wrap="none" anchor="ctr"/>
          <a:lstStyle/>
          <a:p>
            <a:endParaRPr lang="da-DK"/>
          </a:p>
        </p:txBody>
      </p:sp>
      <p:grpSp>
        <p:nvGrpSpPr>
          <p:cNvPr id="229" name="Group 232">
            <a:extLst>
              <a:ext uri="{FF2B5EF4-FFF2-40B4-BE49-F238E27FC236}">
                <a16:creationId xmlns:a16="http://schemas.microsoft.com/office/drawing/2014/main" id="{C52DD7BA-CF12-8FA0-B4F4-9186A59FCC0C}"/>
              </a:ext>
            </a:extLst>
          </p:cNvPr>
          <p:cNvGrpSpPr/>
          <p:nvPr/>
        </p:nvGrpSpPr>
        <p:grpSpPr>
          <a:xfrm>
            <a:off x="1673349" y="4664497"/>
            <a:ext cx="254000" cy="252413"/>
            <a:chOff x="531813" y="4997450"/>
            <a:chExt cx="254000" cy="252413"/>
          </a:xfrm>
          <a:solidFill>
            <a:schemeClr val="tx2"/>
          </a:solidFill>
        </p:grpSpPr>
        <p:sp>
          <p:nvSpPr>
            <p:cNvPr id="230" name="Freeform 187">
              <a:extLst>
                <a:ext uri="{FF2B5EF4-FFF2-40B4-BE49-F238E27FC236}">
                  <a16:creationId xmlns:a16="http://schemas.microsoft.com/office/drawing/2014/main" id="{9F3EF5D3-B660-6527-5E25-503D78546239}"/>
                </a:ext>
              </a:extLst>
            </p:cNvPr>
            <p:cNvSpPr>
              <a:spLocks noChangeArrowheads="1"/>
            </p:cNvSpPr>
            <p:nvPr/>
          </p:nvSpPr>
          <p:spPr bwMode="auto">
            <a:xfrm>
              <a:off x="531813" y="4997450"/>
              <a:ext cx="254000" cy="252413"/>
            </a:xfrm>
            <a:custGeom>
              <a:avLst/>
              <a:gdLst>
                <a:gd name="T0" fmla="*/ 351 w 704"/>
                <a:gd name="T1" fmla="*/ 702 h 703"/>
                <a:gd name="T2" fmla="*/ 351 w 704"/>
                <a:gd name="T3" fmla="*/ 702 h 703"/>
                <a:gd name="T4" fmla="*/ 703 w 704"/>
                <a:gd name="T5" fmla="*/ 351 h 703"/>
                <a:gd name="T6" fmla="*/ 351 w 704"/>
                <a:gd name="T7" fmla="*/ 0 h 703"/>
                <a:gd name="T8" fmla="*/ 0 w 704"/>
                <a:gd name="T9" fmla="*/ 351 h 703"/>
                <a:gd name="T10" fmla="*/ 46 w 704"/>
                <a:gd name="T11" fmla="*/ 525 h 703"/>
                <a:gd name="T12" fmla="*/ 5 w 704"/>
                <a:gd name="T13" fmla="*/ 679 h 703"/>
                <a:gd name="T14" fmla="*/ 9 w 704"/>
                <a:gd name="T15" fmla="*/ 694 h 703"/>
                <a:gd name="T16" fmla="*/ 23 w 704"/>
                <a:gd name="T17" fmla="*/ 697 h 703"/>
                <a:gd name="T18" fmla="*/ 177 w 704"/>
                <a:gd name="T19" fmla="*/ 656 h 703"/>
                <a:gd name="T20" fmla="*/ 351 w 704"/>
                <a:gd name="T21" fmla="*/ 702 h 703"/>
                <a:gd name="T22" fmla="*/ 77 w 704"/>
                <a:gd name="T23" fmla="*/ 528 h 703"/>
                <a:gd name="T24" fmla="*/ 77 w 704"/>
                <a:gd name="T25" fmla="*/ 528 h 703"/>
                <a:gd name="T26" fmla="*/ 75 w 704"/>
                <a:gd name="T27" fmla="*/ 516 h 703"/>
                <a:gd name="T28" fmla="*/ 29 w 704"/>
                <a:gd name="T29" fmla="*/ 351 h 703"/>
                <a:gd name="T30" fmla="*/ 123 w 704"/>
                <a:gd name="T31" fmla="*/ 123 h 703"/>
                <a:gd name="T32" fmla="*/ 351 w 704"/>
                <a:gd name="T33" fmla="*/ 30 h 703"/>
                <a:gd name="T34" fmla="*/ 579 w 704"/>
                <a:gd name="T35" fmla="*/ 123 h 703"/>
                <a:gd name="T36" fmla="*/ 674 w 704"/>
                <a:gd name="T37" fmla="*/ 351 h 703"/>
                <a:gd name="T38" fmla="*/ 579 w 704"/>
                <a:gd name="T39" fmla="*/ 579 h 703"/>
                <a:gd name="T40" fmla="*/ 351 w 704"/>
                <a:gd name="T41" fmla="*/ 674 h 703"/>
                <a:gd name="T42" fmla="*/ 186 w 704"/>
                <a:gd name="T43" fmla="*/ 628 h 703"/>
                <a:gd name="T44" fmla="*/ 175 w 704"/>
                <a:gd name="T45" fmla="*/ 627 h 703"/>
                <a:gd name="T46" fmla="*/ 40 w 704"/>
                <a:gd name="T47" fmla="*/ 663 h 703"/>
                <a:gd name="T48" fmla="*/ 77 w 704"/>
                <a:gd name="T49" fmla="*/ 52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3">
                  <a:moveTo>
                    <a:pt x="351" y="702"/>
                  </a:moveTo>
                  <a:lnTo>
                    <a:pt x="351" y="702"/>
                  </a:lnTo>
                  <a:cubicBezTo>
                    <a:pt x="545" y="702"/>
                    <a:pt x="703" y="546"/>
                    <a:pt x="703" y="351"/>
                  </a:cubicBezTo>
                  <a:cubicBezTo>
                    <a:pt x="703" y="157"/>
                    <a:pt x="545" y="0"/>
                    <a:pt x="351" y="0"/>
                  </a:cubicBezTo>
                  <a:cubicBezTo>
                    <a:pt x="158" y="0"/>
                    <a:pt x="0" y="157"/>
                    <a:pt x="0" y="351"/>
                  </a:cubicBezTo>
                  <a:cubicBezTo>
                    <a:pt x="0" y="416"/>
                    <a:pt x="18" y="475"/>
                    <a:pt x="46" y="525"/>
                  </a:cubicBezTo>
                  <a:cubicBezTo>
                    <a:pt x="5" y="679"/>
                    <a:pt x="5" y="679"/>
                    <a:pt x="5" y="679"/>
                  </a:cubicBezTo>
                  <a:cubicBezTo>
                    <a:pt x="4" y="685"/>
                    <a:pt x="5" y="690"/>
                    <a:pt x="9" y="694"/>
                  </a:cubicBezTo>
                  <a:cubicBezTo>
                    <a:pt x="14" y="697"/>
                    <a:pt x="18" y="698"/>
                    <a:pt x="23" y="697"/>
                  </a:cubicBezTo>
                  <a:cubicBezTo>
                    <a:pt x="177" y="656"/>
                    <a:pt x="177" y="656"/>
                    <a:pt x="177" y="656"/>
                  </a:cubicBezTo>
                  <a:cubicBezTo>
                    <a:pt x="229" y="686"/>
                    <a:pt x="288" y="702"/>
                    <a:pt x="351" y="702"/>
                  </a:cubicBezTo>
                  <a:close/>
                  <a:moveTo>
                    <a:pt x="77" y="528"/>
                  </a:moveTo>
                  <a:lnTo>
                    <a:pt x="77" y="528"/>
                  </a:lnTo>
                  <a:cubicBezTo>
                    <a:pt x="78" y="524"/>
                    <a:pt x="77" y="520"/>
                    <a:pt x="75" y="516"/>
                  </a:cubicBezTo>
                  <a:cubicBezTo>
                    <a:pt x="46" y="468"/>
                    <a:pt x="29" y="411"/>
                    <a:pt x="29" y="351"/>
                  </a:cubicBezTo>
                  <a:cubicBezTo>
                    <a:pt x="29" y="263"/>
                    <a:pt x="66" y="182"/>
                    <a:pt x="123" y="123"/>
                  </a:cubicBezTo>
                  <a:cubicBezTo>
                    <a:pt x="182" y="65"/>
                    <a:pt x="262" y="30"/>
                    <a:pt x="351" y="30"/>
                  </a:cubicBezTo>
                  <a:cubicBezTo>
                    <a:pt x="440" y="30"/>
                    <a:pt x="520" y="65"/>
                    <a:pt x="579" y="123"/>
                  </a:cubicBezTo>
                  <a:cubicBezTo>
                    <a:pt x="637" y="182"/>
                    <a:pt x="674" y="263"/>
                    <a:pt x="674" y="351"/>
                  </a:cubicBezTo>
                  <a:cubicBezTo>
                    <a:pt x="674" y="440"/>
                    <a:pt x="637" y="521"/>
                    <a:pt x="579" y="579"/>
                  </a:cubicBezTo>
                  <a:cubicBezTo>
                    <a:pt x="520" y="638"/>
                    <a:pt x="440" y="674"/>
                    <a:pt x="351" y="674"/>
                  </a:cubicBezTo>
                  <a:cubicBezTo>
                    <a:pt x="291" y="674"/>
                    <a:pt x="235" y="657"/>
                    <a:pt x="186" y="628"/>
                  </a:cubicBezTo>
                  <a:cubicBezTo>
                    <a:pt x="184" y="626"/>
                    <a:pt x="180" y="626"/>
                    <a:pt x="175" y="627"/>
                  </a:cubicBezTo>
                  <a:cubicBezTo>
                    <a:pt x="40" y="663"/>
                    <a:pt x="40" y="663"/>
                    <a:pt x="40" y="663"/>
                  </a:cubicBezTo>
                  <a:lnTo>
                    <a:pt x="77" y="5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8">
              <a:extLst>
                <a:ext uri="{FF2B5EF4-FFF2-40B4-BE49-F238E27FC236}">
                  <a16:creationId xmlns:a16="http://schemas.microsoft.com/office/drawing/2014/main" id="{7EF9F808-7E56-6515-AE2F-6C7C80B81D29}"/>
                </a:ext>
              </a:extLst>
            </p:cNvPr>
            <p:cNvSpPr>
              <a:spLocks noChangeArrowheads="1"/>
            </p:cNvSpPr>
            <p:nvPr/>
          </p:nvSpPr>
          <p:spPr bwMode="auto">
            <a:xfrm>
              <a:off x="595313" y="50927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9">
              <a:extLst>
                <a:ext uri="{FF2B5EF4-FFF2-40B4-BE49-F238E27FC236}">
                  <a16:creationId xmlns:a16="http://schemas.microsoft.com/office/drawing/2014/main" id="{4A4A85A8-1F91-D80A-FCE6-F2EB66774D53}"/>
                </a:ext>
              </a:extLst>
            </p:cNvPr>
            <p:cNvSpPr>
              <a:spLocks noChangeArrowheads="1"/>
            </p:cNvSpPr>
            <p:nvPr/>
          </p:nvSpPr>
          <p:spPr bwMode="auto">
            <a:xfrm>
              <a:off x="595313" y="512445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0">
              <a:extLst>
                <a:ext uri="{FF2B5EF4-FFF2-40B4-BE49-F238E27FC236}">
                  <a16:creationId xmlns:a16="http://schemas.microsoft.com/office/drawing/2014/main" id="{FB4AC1FB-796B-900E-1CDE-F0D327015464}"/>
                </a:ext>
              </a:extLst>
            </p:cNvPr>
            <p:cNvSpPr>
              <a:spLocks noChangeArrowheads="1"/>
            </p:cNvSpPr>
            <p:nvPr/>
          </p:nvSpPr>
          <p:spPr bwMode="auto">
            <a:xfrm>
              <a:off x="595313" y="51562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4" name="Freeform 191">
            <a:extLst>
              <a:ext uri="{FF2B5EF4-FFF2-40B4-BE49-F238E27FC236}">
                <a16:creationId xmlns:a16="http://schemas.microsoft.com/office/drawing/2014/main" id="{FD57E43E-947D-4E83-C74D-4D9617B1A0F7}"/>
              </a:ext>
            </a:extLst>
          </p:cNvPr>
          <p:cNvSpPr>
            <a:spLocks noChangeArrowheads="1"/>
          </p:cNvSpPr>
          <p:nvPr/>
        </p:nvSpPr>
        <p:spPr bwMode="auto">
          <a:xfrm>
            <a:off x="1701924" y="5158210"/>
            <a:ext cx="254000" cy="252412"/>
          </a:xfrm>
          <a:custGeom>
            <a:avLst/>
            <a:gdLst>
              <a:gd name="T0" fmla="*/ 237 w 704"/>
              <a:gd name="T1" fmla="*/ 696 h 703"/>
              <a:gd name="T2" fmla="*/ 237 w 704"/>
              <a:gd name="T3" fmla="*/ 696 h 703"/>
              <a:gd name="T4" fmla="*/ 248 w 704"/>
              <a:gd name="T5" fmla="*/ 702 h 703"/>
              <a:gd name="T6" fmla="*/ 259 w 704"/>
              <a:gd name="T7" fmla="*/ 695 h 703"/>
              <a:gd name="T8" fmla="*/ 269 w 704"/>
              <a:gd name="T9" fmla="*/ 691 h 703"/>
              <a:gd name="T10" fmla="*/ 447 w 704"/>
              <a:gd name="T11" fmla="*/ 589 h 703"/>
              <a:gd name="T12" fmla="*/ 454 w 704"/>
              <a:gd name="T13" fmla="*/ 588 h 703"/>
              <a:gd name="T14" fmla="*/ 461 w 704"/>
              <a:gd name="T15" fmla="*/ 589 h 703"/>
              <a:gd name="T16" fmla="*/ 638 w 704"/>
              <a:gd name="T17" fmla="*/ 678 h 703"/>
              <a:gd name="T18" fmla="*/ 659 w 704"/>
              <a:gd name="T19" fmla="*/ 682 h 703"/>
              <a:gd name="T20" fmla="*/ 689 w 704"/>
              <a:gd name="T21" fmla="*/ 670 h 703"/>
              <a:gd name="T22" fmla="*/ 703 w 704"/>
              <a:gd name="T23" fmla="*/ 638 h 703"/>
              <a:gd name="T24" fmla="*/ 703 w 704"/>
              <a:gd name="T25" fmla="*/ 121 h 703"/>
              <a:gd name="T26" fmla="*/ 674 w 704"/>
              <a:gd name="T27" fmla="*/ 80 h 703"/>
              <a:gd name="T28" fmla="*/ 469 w 704"/>
              <a:gd name="T29" fmla="*/ 3 h 703"/>
              <a:gd name="T30" fmla="*/ 454 w 704"/>
              <a:gd name="T31" fmla="*/ 0 h 703"/>
              <a:gd name="T32" fmla="*/ 436 w 704"/>
              <a:gd name="T33" fmla="*/ 4 h 703"/>
              <a:gd name="T34" fmla="*/ 254 w 704"/>
              <a:gd name="T35" fmla="*/ 83 h 703"/>
              <a:gd name="T36" fmla="*/ 248 w 704"/>
              <a:gd name="T37" fmla="*/ 84 h 703"/>
              <a:gd name="T38" fmla="*/ 243 w 704"/>
              <a:gd name="T39" fmla="*/ 83 h 703"/>
              <a:gd name="T40" fmla="*/ 59 w 704"/>
              <a:gd name="T41" fmla="*/ 14 h 703"/>
              <a:gd name="T42" fmla="*/ 44 w 704"/>
              <a:gd name="T43" fmla="*/ 11 h 703"/>
              <a:gd name="T44" fmla="*/ 12 w 704"/>
              <a:gd name="T45" fmla="*/ 24 h 703"/>
              <a:gd name="T46" fmla="*/ 0 w 704"/>
              <a:gd name="T47" fmla="*/ 55 h 703"/>
              <a:gd name="T48" fmla="*/ 0 w 704"/>
              <a:gd name="T49" fmla="*/ 551 h 703"/>
              <a:gd name="T50" fmla="*/ 23 w 704"/>
              <a:gd name="T51" fmla="*/ 590 h 703"/>
              <a:gd name="T52" fmla="*/ 228 w 704"/>
              <a:gd name="T53" fmla="*/ 692 h 703"/>
              <a:gd name="T54" fmla="*/ 237 w 704"/>
              <a:gd name="T55" fmla="*/ 696 h 703"/>
              <a:gd name="T56" fmla="*/ 663 w 704"/>
              <a:gd name="T57" fmla="*/ 107 h 703"/>
              <a:gd name="T58" fmla="*/ 663 w 704"/>
              <a:gd name="T59" fmla="*/ 107 h 703"/>
              <a:gd name="T60" fmla="*/ 672 w 704"/>
              <a:gd name="T61" fmla="*/ 121 h 703"/>
              <a:gd name="T62" fmla="*/ 672 w 704"/>
              <a:gd name="T63" fmla="*/ 638 h 703"/>
              <a:gd name="T64" fmla="*/ 668 w 704"/>
              <a:gd name="T65" fmla="*/ 649 h 703"/>
              <a:gd name="T66" fmla="*/ 659 w 704"/>
              <a:gd name="T67" fmla="*/ 654 h 703"/>
              <a:gd name="T68" fmla="*/ 652 w 704"/>
              <a:gd name="T69" fmla="*/ 652 h 703"/>
              <a:gd name="T70" fmla="*/ 473 w 704"/>
              <a:gd name="T71" fmla="*/ 563 h 703"/>
              <a:gd name="T72" fmla="*/ 468 w 704"/>
              <a:gd name="T73" fmla="*/ 562 h 703"/>
              <a:gd name="T74" fmla="*/ 468 w 704"/>
              <a:gd name="T75" fmla="*/ 34 h 703"/>
              <a:gd name="T76" fmla="*/ 663 w 704"/>
              <a:gd name="T77" fmla="*/ 107 h 703"/>
              <a:gd name="T78" fmla="*/ 439 w 704"/>
              <a:gd name="T79" fmla="*/ 34 h 703"/>
              <a:gd name="T80" fmla="*/ 439 w 704"/>
              <a:gd name="T81" fmla="*/ 34 h 703"/>
              <a:gd name="T82" fmla="*/ 439 w 704"/>
              <a:gd name="T83" fmla="*/ 562 h 703"/>
              <a:gd name="T84" fmla="*/ 432 w 704"/>
              <a:gd name="T85" fmla="*/ 564 h 703"/>
              <a:gd name="T86" fmla="*/ 263 w 704"/>
              <a:gd name="T87" fmla="*/ 660 h 703"/>
              <a:gd name="T88" fmla="*/ 263 w 704"/>
              <a:gd name="T89" fmla="*/ 110 h 703"/>
              <a:gd name="T90" fmla="*/ 265 w 704"/>
              <a:gd name="T91" fmla="*/ 110 h 703"/>
              <a:gd name="T92" fmla="*/ 439 w 704"/>
              <a:gd name="T93" fmla="*/ 34 h 703"/>
              <a:gd name="T94" fmla="*/ 29 w 704"/>
              <a:gd name="T95" fmla="*/ 551 h 703"/>
              <a:gd name="T96" fmla="*/ 29 w 704"/>
              <a:gd name="T97" fmla="*/ 551 h 703"/>
              <a:gd name="T98" fmla="*/ 29 w 704"/>
              <a:gd name="T99" fmla="*/ 55 h 703"/>
              <a:gd name="T100" fmla="*/ 33 w 704"/>
              <a:gd name="T101" fmla="*/ 44 h 703"/>
              <a:gd name="T102" fmla="*/ 44 w 704"/>
              <a:gd name="T103" fmla="*/ 40 h 703"/>
              <a:gd name="T104" fmla="*/ 48 w 704"/>
              <a:gd name="T105" fmla="*/ 41 h 703"/>
              <a:gd name="T106" fmla="*/ 232 w 704"/>
              <a:gd name="T107" fmla="*/ 110 h 703"/>
              <a:gd name="T108" fmla="*/ 233 w 704"/>
              <a:gd name="T109" fmla="*/ 110 h 703"/>
              <a:gd name="T110" fmla="*/ 233 w 704"/>
              <a:gd name="T111" fmla="*/ 663 h 703"/>
              <a:gd name="T112" fmla="*/ 37 w 704"/>
              <a:gd name="T113" fmla="*/ 564 h 703"/>
              <a:gd name="T114" fmla="*/ 29 w 704"/>
              <a:gd name="T115" fmla="*/ 551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4" h="703">
                <a:moveTo>
                  <a:pt x="237" y="696"/>
                </a:moveTo>
                <a:lnTo>
                  <a:pt x="237" y="696"/>
                </a:lnTo>
                <a:cubicBezTo>
                  <a:pt x="240" y="699"/>
                  <a:pt x="244" y="702"/>
                  <a:pt x="248" y="702"/>
                </a:cubicBezTo>
                <a:cubicBezTo>
                  <a:pt x="252" y="702"/>
                  <a:pt x="256" y="699"/>
                  <a:pt x="259" y="695"/>
                </a:cubicBezTo>
                <a:cubicBezTo>
                  <a:pt x="263" y="695"/>
                  <a:pt x="266" y="693"/>
                  <a:pt x="269" y="691"/>
                </a:cubicBezTo>
                <a:cubicBezTo>
                  <a:pt x="447" y="589"/>
                  <a:pt x="447" y="589"/>
                  <a:pt x="447" y="589"/>
                </a:cubicBezTo>
                <a:cubicBezTo>
                  <a:pt x="449" y="589"/>
                  <a:pt x="451" y="588"/>
                  <a:pt x="454" y="588"/>
                </a:cubicBezTo>
                <a:cubicBezTo>
                  <a:pt x="457" y="588"/>
                  <a:pt x="458" y="588"/>
                  <a:pt x="461" y="589"/>
                </a:cubicBezTo>
                <a:cubicBezTo>
                  <a:pt x="638" y="678"/>
                  <a:pt x="638" y="678"/>
                  <a:pt x="638" y="678"/>
                </a:cubicBezTo>
                <a:cubicBezTo>
                  <a:pt x="645" y="681"/>
                  <a:pt x="652" y="682"/>
                  <a:pt x="659" y="682"/>
                </a:cubicBezTo>
                <a:cubicBezTo>
                  <a:pt x="670" y="682"/>
                  <a:pt x="681" y="678"/>
                  <a:pt x="689" y="670"/>
                </a:cubicBezTo>
                <a:cubicBezTo>
                  <a:pt x="697" y="663"/>
                  <a:pt x="703" y="652"/>
                  <a:pt x="703" y="638"/>
                </a:cubicBezTo>
                <a:cubicBezTo>
                  <a:pt x="703" y="121"/>
                  <a:pt x="703" y="121"/>
                  <a:pt x="703" y="121"/>
                </a:cubicBezTo>
                <a:cubicBezTo>
                  <a:pt x="703" y="103"/>
                  <a:pt x="690" y="87"/>
                  <a:pt x="674" y="80"/>
                </a:cubicBezTo>
                <a:cubicBezTo>
                  <a:pt x="469" y="3"/>
                  <a:pt x="469" y="3"/>
                  <a:pt x="469" y="3"/>
                </a:cubicBezTo>
                <a:cubicBezTo>
                  <a:pt x="465" y="2"/>
                  <a:pt x="460" y="0"/>
                  <a:pt x="454" y="0"/>
                </a:cubicBezTo>
                <a:cubicBezTo>
                  <a:pt x="449" y="0"/>
                  <a:pt x="442" y="2"/>
                  <a:pt x="436" y="4"/>
                </a:cubicBezTo>
                <a:cubicBezTo>
                  <a:pt x="254" y="83"/>
                  <a:pt x="254" y="83"/>
                  <a:pt x="254" y="83"/>
                </a:cubicBezTo>
                <a:cubicBezTo>
                  <a:pt x="251" y="84"/>
                  <a:pt x="250" y="84"/>
                  <a:pt x="248" y="84"/>
                </a:cubicBezTo>
                <a:cubicBezTo>
                  <a:pt x="245" y="84"/>
                  <a:pt x="244" y="84"/>
                  <a:pt x="243" y="83"/>
                </a:cubicBezTo>
                <a:cubicBezTo>
                  <a:pt x="59" y="14"/>
                  <a:pt x="59" y="14"/>
                  <a:pt x="59" y="14"/>
                </a:cubicBezTo>
                <a:cubicBezTo>
                  <a:pt x="53" y="13"/>
                  <a:pt x="48" y="11"/>
                  <a:pt x="44" y="11"/>
                </a:cubicBezTo>
                <a:cubicBezTo>
                  <a:pt x="31" y="11"/>
                  <a:pt x="20" y="15"/>
                  <a:pt x="12" y="24"/>
                </a:cubicBezTo>
                <a:cubicBezTo>
                  <a:pt x="5" y="32"/>
                  <a:pt x="0" y="43"/>
                  <a:pt x="0" y="55"/>
                </a:cubicBezTo>
                <a:cubicBezTo>
                  <a:pt x="0" y="551"/>
                  <a:pt x="0" y="551"/>
                  <a:pt x="0" y="551"/>
                </a:cubicBezTo>
                <a:cubicBezTo>
                  <a:pt x="0" y="567"/>
                  <a:pt x="9" y="584"/>
                  <a:pt x="23" y="590"/>
                </a:cubicBezTo>
                <a:cubicBezTo>
                  <a:pt x="228" y="692"/>
                  <a:pt x="228" y="692"/>
                  <a:pt x="228" y="692"/>
                </a:cubicBezTo>
                <a:cubicBezTo>
                  <a:pt x="230" y="693"/>
                  <a:pt x="235" y="695"/>
                  <a:pt x="237" y="696"/>
                </a:cubicBezTo>
                <a:close/>
                <a:moveTo>
                  <a:pt x="663" y="107"/>
                </a:moveTo>
                <a:lnTo>
                  <a:pt x="663" y="107"/>
                </a:lnTo>
                <a:cubicBezTo>
                  <a:pt x="670" y="110"/>
                  <a:pt x="672" y="115"/>
                  <a:pt x="672" y="121"/>
                </a:cubicBezTo>
                <a:cubicBezTo>
                  <a:pt x="672" y="638"/>
                  <a:pt x="672" y="638"/>
                  <a:pt x="672" y="638"/>
                </a:cubicBezTo>
                <a:cubicBezTo>
                  <a:pt x="672" y="644"/>
                  <a:pt x="671" y="647"/>
                  <a:pt x="668" y="649"/>
                </a:cubicBezTo>
                <a:cubicBezTo>
                  <a:pt x="666" y="652"/>
                  <a:pt x="661" y="654"/>
                  <a:pt x="659" y="654"/>
                </a:cubicBezTo>
                <a:cubicBezTo>
                  <a:pt x="656" y="654"/>
                  <a:pt x="655" y="654"/>
                  <a:pt x="652" y="652"/>
                </a:cubicBezTo>
                <a:cubicBezTo>
                  <a:pt x="473" y="563"/>
                  <a:pt x="473" y="563"/>
                  <a:pt x="473" y="563"/>
                </a:cubicBezTo>
                <a:cubicBezTo>
                  <a:pt x="472" y="562"/>
                  <a:pt x="471" y="562"/>
                  <a:pt x="468" y="562"/>
                </a:cubicBezTo>
                <a:cubicBezTo>
                  <a:pt x="468" y="34"/>
                  <a:pt x="468" y="34"/>
                  <a:pt x="468" y="34"/>
                </a:cubicBezTo>
                <a:lnTo>
                  <a:pt x="663" y="107"/>
                </a:lnTo>
                <a:close/>
                <a:moveTo>
                  <a:pt x="439" y="34"/>
                </a:moveTo>
                <a:lnTo>
                  <a:pt x="439" y="34"/>
                </a:lnTo>
                <a:cubicBezTo>
                  <a:pt x="439" y="562"/>
                  <a:pt x="439" y="562"/>
                  <a:pt x="439" y="562"/>
                </a:cubicBezTo>
                <a:cubicBezTo>
                  <a:pt x="436" y="563"/>
                  <a:pt x="435" y="563"/>
                  <a:pt x="432" y="564"/>
                </a:cubicBezTo>
                <a:cubicBezTo>
                  <a:pt x="263" y="660"/>
                  <a:pt x="263" y="660"/>
                  <a:pt x="263" y="660"/>
                </a:cubicBezTo>
                <a:cubicBezTo>
                  <a:pt x="263" y="110"/>
                  <a:pt x="263" y="110"/>
                  <a:pt x="263" y="110"/>
                </a:cubicBezTo>
                <a:lnTo>
                  <a:pt x="265" y="110"/>
                </a:lnTo>
                <a:lnTo>
                  <a:pt x="439" y="34"/>
                </a:lnTo>
                <a:close/>
                <a:moveTo>
                  <a:pt x="29" y="551"/>
                </a:moveTo>
                <a:lnTo>
                  <a:pt x="29" y="551"/>
                </a:lnTo>
                <a:cubicBezTo>
                  <a:pt x="29" y="55"/>
                  <a:pt x="29" y="55"/>
                  <a:pt x="29" y="55"/>
                </a:cubicBezTo>
                <a:cubicBezTo>
                  <a:pt x="29" y="51"/>
                  <a:pt x="30" y="47"/>
                  <a:pt x="33" y="44"/>
                </a:cubicBezTo>
                <a:cubicBezTo>
                  <a:pt x="35" y="41"/>
                  <a:pt x="40" y="40"/>
                  <a:pt x="44" y="40"/>
                </a:cubicBezTo>
                <a:cubicBezTo>
                  <a:pt x="45" y="40"/>
                  <a:pt x="46" y="41"/>
                  <a:pt x="48" y="41"/>
                </a:cubicBezTo>
                <a:cubicBezTo>
                  <a:pt x="232" y="110"/>
                  <a:pt x="232" y="110"/>
                  <a:pt x="232" y="110"/>
                </a:cubicBezTo>
                <a:cubicBezTo>
                  <a:pt x="233" y="110"/>
                  <a:pt x="233" y="110"/>
                  <a:pt x="233" y="110"/>
                </a:cubicBezTo>
                <a:cubicBezTo>
                  <a:pt x="233" y="663"/>
                  <a:pt x="233" y="663"/>
                  <a:pt x="233" y="663"/>
                </a:cubicBezTo>
                <a:cubicBezTo>
                  <a:pt x="37" y="564"/>
                  <a:pt x="37" y="564"/>
                  <a:pt x="37" y="564"/>
                </a:cubicBezTo>
                <a:cubicBezTo>
                  <a:pt x="31" y="562"/>
                  <a:pt x="29" y="556"/>
                  <a:pt x="29" y="551"/>
                </a:cubicBezTo>
                <a:close/>
              </a:path>
            </a:pathLst>
          </a:custGeom>
          <a:solidFill>
            <a:schemeClr val="tx2"/>
          </a:solidFill>
          <a:ln>
            <a:noFill/>
          </a:ln>
          <a:effectLst/>
        </p:spPr>
        <p:txBody>
          <a:bodyPr wrap="none" anchor="ctr"/>
          <a:lstStyle/>
          <a:p>
            <a:endParaRPr lang="da-DK"/>
          </a:p>
        </p:txBody>
      </p:sp>
      <p:sp>
        <p:nvSpPr>
          <p:cNvPr id="235" name="Freeform 192">
            <a:extLst>
              <a:ext uri="{FF2B5EF4-FFF2-40B4-BE49-F238E27FC236}">
                <a16:creationId xmlns:a16="http://schemas.microsoft.com/office/drawing/2014/main" id="{E48C3081-E2F4-EA26-1796-94FB0D563403}"/>
              </a:ext>
            </a:extLst>
          </p:cNvPr>
          <p:cNvSpPr>
            <a:spLocks noChangeArrowheads="1"/>
          </p:cNvSpPr>
          <p:nvPr/>
        </p:nvSpPr>
        <p:spPr bwMode="auto">
          <a:xfrm>
            <a:off x="2179761" y="4689897"/>
            <a:ext cx="254000" cy="201613"/>
          </a:xfrm>
          <a:custGeom>
            <a:avLst/>
            <a:gdLst>
              <a:gd name="T0" fmla="*/ 680 w 704"/>
              <a:gd name="T1" fmla="*/ 554 h 559"/>
              <a:gd name="T2" fmla="*/ 680 w 704"/>
              <a:gd name="T3" fmla="*/ 554 h 559"/>
              <a:gd name="T4" fmla="*/ 695 w 704"/>
              <a:gd name="T5" fmla="*/ 556 h 559"/>
              <a:gd name="T6" fmla="*/ 703 w 704"/>
              <a:gd name="T7" fmla="*/ 543 h 559"/>
              <a:gd name="T8" fmla="*/ 703 w 704"/>
              <a:gd name="T9" fmla="*/ 426 h 559"/>
              <a:gd name="T10" fmla="*/ 703 w 704"/>
              <a:gd name="T11" fmla="*/ 75 h 559"/>
              <a:gd name="T12" fmla="*/ 630 w 704"/>
              <a:gd name="T13" fmla="*/ 0 h 559"/>
              <a:gd name="T14" fmla="*/ 73 w 704"/>
              <a:gd name="T15" fmla="*/ 0 h 559"/>
              <a:gd name="T16" fmla="*/ 0 w 704"/>
              <a:gd name="T17" fmla="*/ 75 h 559"/>
              <a:gd name="T18" fmla="*/ 0 w 704"/>
              <a:gd name="T19" fmla="*/ 367 h 559"/>
              <a:gd name="T20" fmla="*/ 73 w 704"/>
              <a:gd name="T21" fmla="*/ 440 h 559"/>
              <a:gd name="T22" fmla="*/ 537 w 704"/>
              <a:gd name="T23" fmla="*/ 440 h 559"/>
              <a:gd name="T24" fmla="*/ 680 w 704"/>
              <a:gd name="T25" fmla="*/ 554 h 559"/>
              <a:gd name="T26" fmla="*/ 29 w 704"/>
              <a:gd name="T27" fmla="*/ 367 h 559"/>
              <a:gd name="T28" fmla="*/ 29 w 704"/>
              <a:gd name="T29" fmla="*/ 367 h 559"/>
              <a:gd name="T30" fmla="*/ 29 w 704"/>
              <a:gd name="T31" fmla="*/ 75 h 559"/>
              <a:gd name="T32" fmla="*/ 73 w 704"/>
              <a:gd name="T33" fmla="*/ 31 h 559"/>
              <a:gd name="T34" fmla="*/ 630 w 704"/>
              <a:gd name="T35" fmla="*/ 31 h 559"/>
              <a:gd name="T36" fmla="*/ 674 w 704"/>
              <a:gd name="T37" fmla="*/ 75 h 559"/>
              <a:gd name="T38" fmla="*/ 674 w 704"/>
              <a:gd name="T39" fmla="*/ 426 h 559"/>
              <a:gd name="T40" fmla="*/ 674 w 704"/>
              <a:gd name="T41" fmla="*/ 512 h 559"/>
              <a:gd name="T42" fmla="*/ 551 w 704"/>
              <a:gd name="T43" fmla="*/ 414 h 559"/>
              <a:gd name="T44" fmla="*/ 543 w 704"/>
              <a:gd name="T45" fmla="*/ 411 h 559"/>
              <a:gd name="T46" fmla="*/ 73 w 704"/>
              <a:gd name="T47" fmla="*/ 411 h 559"/>
              <a:gd name="T48" fmla="*/ 29 w 704"/>
              <a:gd name="T49" fmla="*/ 367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680" y="554"/>
                </a:moveTo>
                <a:lnTo>
                  <a:pt x="680" y="554"/>
                </a:lnTo>
                <a:cubicBezTo>
                  <a:pt x="684" y="558"/>
                  <a:pt x="690" y="558"/>
                  <a:pt x="695" y="556"/>
                </a:cubicBezTo>
                <a:cubicBezTo>
                  <a:pt x="700" y="554"/>
                  <a:pt x="703" y="548"/>
                  <a:pt x="703" y="543"/>
                </a:cubicBezTo>
                <a:cubicBezTo>
                  <a:pt x="703" y="426"/>
                  <a:pt x="703" y="426"/>
                  <a:pt x="703" y="426"/>
                </a:cubicBezTo>
                <a:cubicBezTo>
                  <a:pt x="703" y="75"/>
                  <a:pt x="703" y="75"/>
                  <a:pt x="703" y="75"/>
                </a:cubicBezTo>
                <a:cubicBezTo>
                  <a:pt x="703" y="33"/>
                  <a:pt x="670" y="0"/>
                  <a:pt x="630" y="0"/>
                </a:cubicBezTo>
                <a:cubicBezTo>
                  <a:pt x="73" y="0"/>
                  <a:pt x="73" y="0"/>
                  <a:pt x="73" y="0"/>
                </a:cubicBezTo>
                <a:cubicBezTo>
                  <a:pt x="33" y="0"/>
                  <a:pt x="0" y="33"/>
                  <a:pt x="0" y="75"/>
                </a:cubicBezTo>
                <a:cubicBezTo>
                  <a:pt x="0" y="367"/>
                  <a:pt x="0" y="367"/>
                  <a:pt x="0" y="367"/>
                </a:cubicBezTo>
                <a:cubicBezTo>
                  <a:pt x="0" y="408"/>
                  <a:pt x="33" y="440"/>
                  <a:pt x="73" y="440"/>
                </a:cubicBezTo>
                <a:cubicBezTo>
                  <a:pt x="537" y="440"/>
                  <a:pt x="537" y="440"/>
                  <a:pt x="537" y="440"/>
                </a:cubicBezTo>
                <a:lnTo>
                  <a:pt x="680" y="554"/>
                </a:lnTo>
                <a:close/>
                <a:moveTo>
                  <a:pt x="29" y="367"/>
                </a:moveTo>
                <a:lnTo>
                  <a:pt x="29" y="367"/>
                </a:lnTo>
                <a:cubicBezTo>
                  <a:pt x="29" y="75"/>
                  <a:pt x="29" y="75"/>
                  <a:pt x="29" y="75"/>
                </a:cubicBezTo>
                <a:cubicBezTo>
                  <a:pt x="29" y="50"/>
                  <a:pt x="50" y="31"/>
                  <a:pt x="73" y="31"/>
                </a:cubicBezTo>
                <a:cubicBezTo>
                  <a:pt x="630" y="31"/>
                  <a:pt x="630" y="31"/>
                  <a:pt x="630" y="31"/>
                </a:cubicBezTo>
                <a:cubicBezTo>
                  <a:pt x="654" y="31"/>
                  <a:pt x="674" y="50"/>
                  <a:pt x="674" y="75"/>
                </a:cubicBezTo>
                <a:cubicBezTo>
                  <a:pt x="674" y="426"/>
                  <a:pt x="674" y="426"/>
                  <a:pt x="674" y="426"/>
                </a:cubicBezTo>
                <a:cubicBezTo>
                  <a:pt x="674" y="512"/>
                  <a:pt x="674" y="512"/>
                  <a:pt x="674" y="512"/>
                </a:cubicBezTo>
                <a:cubicBezTo>
                  <a:pt x="551" y="414"/>
                  <a:pt x="551" y="414"/>
                  <a:pt x="551" y="414"/>
                </a:cubicBezTo>
                <a:cubicBezTo>
                  <a:pt x="548" y="412"/>
                  <a:pt x="545" y="411"/>
                  <a:pt x="543" y="411"/>
                </a:cubicBezTo>
                <a:cubicBezTo>
                  <a:pt x="73" y="411"/>
                  <a:pt x="73" y="411"/>
                  <a:pt x="73" y="411"/>
                </a:cubicBezTo>
                <a:cubicBezTo>
                  <a:pt x="50" y="411"/>
                  <a:pt x="29" y="392"/>
                  <a:pt x="29" y="367"/>
                </a:cubicBezTo>
                <a:close/>
              </a:path>
            </a:pathLst>
          </a:custGeom>
          <a:solidFill>
            <a:schemeClr val="tx2"/>
          </a:solidFill>
          <a:ln>
            <a:noFill/>
          </a:ln>
          <a:effectLst/>
        </p:spPr>
        <p:txBody>
          <a:bodyPr wrap="none" anchor="ctr"/>
          <a:lstStyle/>
          <a:p>
            <a:endParaRPr lang="da-DK"/>
          </a:p>
        </p:txBody>
      </p:sp>
      <p:grpSp>
        <p:nvGrpSpPr>
          <p:cNvPr id="236" name="Group 239">
            <a:extLst>
              <a:ext uri="{FF2B5EF4-FFF2-40B4-BE49-F238E27FC236}">
                <a16:creationId xmlns:a16="http://schemas.microsoft.com/office/drawing/2014/main" id="{4A2C0395-11D2-6606-026D-91BA0F91BD7D}"/>
              </a:ext>
            </a:extLst>
          </p:cNvPr>
          <p:cNvGrpSpPr/>
          <p:nvPr/>
        </p:nvGrpSpPr>
        <p:grpSpPr>
          <a:xfrm>
            <a:off x="2208336" y="5157416"/>
            <a:ext cx="254000" cy="254000"/>
            <a:chOff x="1066800" y="5503863"/>
            <a:chExt cx="254000" cy="254000"/>
          </a:xfrm>
          <a:solidFill>
            <a:schemeClr val="tx2"/>
          </a:solidFill>
        </p:grpSpPr>
        <p:sp>
          <p:nvSpPr>
            <p:cNvPr id="237" name="Freeform 193">
              <a:extLst>
                <a:ext uri="{FF2B5EF4-FFF2-40B4-BE49-F238E27FC236}">
                  <a16:creationId xmlns:a16="http://schemas.microsoft.com/office/drawing/2014/main" id="{D0867163-05FB-658A-602A-CB71C84FBF9B}"/>
                </a:ext>
              </a:extLst>
            </p:cNvPr>
            <p:cNvSpPr>
              <a:spLocks noChangeArrowheads="1"/>
            </p:cNvSpPr>
            <p:nvPr/>
          </p:nvSpPr>
          <p:spPr bwMode="auto">
            <a:xfrm>
              <a:off x="1066800" y="5503863"/>
              <a:ext cx="254000" cy="254000"/>
            </a:xfrm>
            <a:custGeom>
              <a:avLst/>
              <a:gdLst>
                <a:gd name="T0" fmla="*/ 352 w 704"/>
                <a:gd name="T1" fmla="*/ 703 h 704"/>
                <a:gd name="T2" fmla="*/ 352 w 704"/>
                <a:gd name="T3" fmla="*/ 703 h 704"/>
                <a:gd name="T4" fmla="*/ 703 w 704"/>
                <a:gd name="T5" fmla="*/ 351 h 704"/>
                <a:gd name="T6" fmla="*/ 352 w 704"/>
                <a:gd name="T7" fmla="*/ 0 h 704"/>
                <a:gd name="T8" fmla="*/ 0 w 704"/>
                <a:gd name="T9" fmla="*/ 351 h 704"/>
                <a:gd name="T10" fmla="*/ 352 w 704"/>
                <a:gd name="T11" fmla="*/ 703 h 704"/>
                <a:gd name="T12" fmla="*/ 124 w 704"/>
                <a:gd name="T13" fmla="*/ 123 h 704"/>
                <a:gd name="T14" fmla="*/ 124 w 704"/>
                <a:gd name="T15" fmla="*/ 123 h 704"/>
                <a:gd name="T16" fmla="*/ 352 w 704"/>
                <a:gd name="T17" fmla="*/ 29 h 704"/>
                <a:gd name="T18" fmla="*/ 580 w 704"/>
                <a:gd name="T19" fmla="*/ 123 h 704"/>
                <a:gd name="T20" fmla="*/ 673 w 704"/>
                <a:gd name="T21" fmla="*/ 351 h 704"/>
                <a:gd name="T22" fmla="*/ 580 w 704"/>
                <a:gd name="T23" fmla="*/ 578 h 704"/>
                <a:gd name="T24" fmla="*/ 352 w 704"/>
                <a:gd name="T25" fmla="*/ 672 h 704"/>
                <a:gd name="T26" fmla="*/ 124 w 704"/>
                <a:gd name="T27" fmla="*/ 578 h 704"/>
                <a:gd name="T28" fmla="*/ 29 w 704"/>
                <a:gd name="T29" fmla="*/ 351 h 704"/>
                <a:gd name="T30" fmla="*/ 124 w 704"/>
                <a:gd name="T31" fmla="*/ 12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2" y="703"/>
                  </a:moveTo>
                  <a:lnTo>
                    <a:pt x="352" y="703"/>
                  </a:lnTo>
                  <a:cubicBezTo>
                    <a:pt x="545" y="703"/>
                    <a:pt x="703" y="545"/>
                    <a:pt x="703" y="351"/>
                  </a:cubicBezTo>
                  <a:cubicBezTo>
                    <a:pt x="703" y="156"/>
                    <a:pt x="545" y="0"/>
                    <a:pt x="352" y="0"/>
                  </a:cubicBezTo>
                  <a:cubicBezTo>
                    <a:pt x="157" y="0"/>
                    <a:pt x="0" y="156"/>
                    <a:pt x="0" y="351"/>
                  </a:cubicBezTo>
                  <a:cubicBezTo>
                    <a:pt x="0" y="545"/>
                    <a:pt x="157" y="703"/>
                    <a:pt x="352" y="703"/>
                  </a:cubicBezTo>
                  <a:close/>
                  <a:moveTo>
                    <a:pt x="124" y="123"/>
                  </a:moveTo>
                  <a:lnTo>
                    <a:pt x="124" y="123"/>
                  </a:lnTo>
                  <a:cubicBezTo>
                    <a:pt x="182" y="64"/>
                    <a:pt x="263" y="29"/>
                    <a:pt x="352" y="29"/>
                  </a:cubicBezTo>
                  <a:cubicBezTo>
                    <a:pt x="441" y="29"/>
                    <a:pt x="521" y="64"/>
                    <a:pt x="580" y="123"/>
                  </a:cubicBezTo>
                  <a:cubicBezTo>
                    <a:pt x="637" y="181"/>
                    <a:pt x="673" y="262"/>
                    <a:pt x="673" y="351"/>
                  </a:cubicBezTo>
                  <a:cubicBezTo>
                    <a:pt x="673" y="439"/>
                    <a:pt x="637" y="520"/>
                    <a:pt x="580" y="578"/>
                  </a:cubicBezTo>
                  <a:cubicBezTo>
                    <a:pt x="521" y="637"/>
                    <a:pt x="441" y="672"/>
                    <a:pt x="352" y="672"/>
                  </a:cubicBezTo>
                  <a:cubicBezTo>
                    <a:pt x="263" y="672"/>
                    <a:pt x="182" y="637"/>
                    <a:pt x="124" y="578"/>
                  </a:cubicBezTo>
                  <a:cubicBezTo>
                    <a:pt x="65" y="520"/>
                    <a:pt x="29" y="439"/>
                    <a:pt x="29" y="351"/>
                  </a:cubicBezTo>
                  <a:cubicBezTo>
                    <a:pt x="29" y="262"/>
                    <a:pt x="65" y="181"/>
                    <a:pt x="124" y="12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8" name="Freeform 194">
              <a:extLst>
                <a:ext uri="{FF2B5EF4-FFF2-40B4-BE49-F238E27FC236}">
                  <a16:creationId xmlns:a16="http://schemas.microsoft.com/office/drawing/2014/main" id="{DA5DF3A8-1249-160F-32F6-C38B7D19B656}"/>
                </a:ext>
              </a:extLst>
            </p:cNvPr>
            <p:cNvSpPr>
              <a:spLocks noChangeArrowheads="1"/>
            </p:cNvSpPr>
            <p:nvPr/>
          </p:nvSpPr>
          <p:spPr bwMode="auto">
            <a:xfrm>
              <a:off x="1119188" y="5556250"/>
              <a:ext cx="149225" cy="149225"/>
            </a:xfrm>
            <a:custGeom>
              <a:avLst/>
              <a:gdLst>
                <a:gd name="T0" fmla="*/ 23 w 414"/>
                <a:gd name="T1" fmla="*/ 410 h 414"/>
                <a:gd name="T2" fmla="*/ 23 w 414"/>
                <a:gd name="T3" fmla="*/ 410 h 414"/>
                <a:gd name="T4" fmla="*/ 207 w 414"/>
                <a:gd name="T5" fmla="*/ 313 h 414"/>
                <a:gd name="T6" fmla="*/ 207 w 414"/>
                <a:gd name="T7" fmla="*/ 313 h 414"/>
                <a:gd name="T8" fmla="*/ 314 w 414"/>
                <a:gd name="T9" fmla="*/ 207 h 414"/>
                <a:gd name="T10" fmla="*/ 314 w 414"/>
                <a:gd name="T11" fmla="*/ 207 h 414"/>
                <a:gd name="T12" fmla="*/ 410 w 414"/>
                <a:gd name="T13" fmla="*/ 23 h 414"/>
                <a:gd name="T14" fmla="*/ 407 w 414"/>
                <a:gd name="T15" fmla="*/ 5 h 414"/>
                <a:gd name="T16" fmla="*/ 389 w 414"/>
                <a:gd name="T17" fmla="*/ 3 h 414"/>
                <a:gd name="T18" fmla="*/ 208 w 414"/>
                <a:gd name="T19" fmla="*/ 99 h 414"/>
                <a:gd name="T20" fmla="*/ 208 w 414"/>
                <a:gd name="T21" fmla="*/ 99 h 414"/>
                <a:gd name="T22" fmla="*/ 98 w 414"/>
                <a:gd name="T23" fmla="*/ 207 h 414"/>
                <a:gd name="T24" fmla="*/ 98 w 414"/>
                <a:gd name="T25" fmla="*/ 207 h 414"/>
                <a:gd name="T26" fmla="*/ 4 w 414"/>
                <a:gd name="T27" fmla="*/ 390 h 414"/>
                <a:gd name="T28" fmla="*/ 6 w 414"/>
                <a:gd name="T29" fmla="*/ 408 h 414"/>
                <a:gd name="T30" fmla="*/ 23 w 414"/>
                <a:gd name="T31" fmla="*/ 410 h 414"/>
                <a:gd name="T32" fmla="*/ 124 w 414"/>
                <a:gd name="T33" fmla="*/ 222 h 414"/>
                <a:gd name="T34" fmla="*/ 124 w 414"/>
                <a:gd name="T35" fmla="*/ 222 h 414"/>
                <a:gd name="T36" fmla="*/ 222 w 414"/>
                <a:gd name="T37" fmla="*/ 125 h 414"/>
                <a:gd name="T38" fmla="*/ 362 w 414"/>
                <a:gd name="T39" fmla="*/ 51 h 414"/>
                <a:gd name="T40" fmla="*/ 288 w 414"/>
                <a:gd name="T41" fmla="*/ 193 h 414"/>
                <a:gd name="T42" fmla="*/ 193 w 414"/>
                <a:gd name="T43" fmla="*/ 288 h 414"/>
                <a:gd name="T44" fmla="*/ 50 w 414"/>
                <a:gd name="T45" fmla="*/ 362 h 414"/>
                <a:gd name="T46" fmla="*/ 124 w 414"/>
                <a:gd name="T47" fmla="*/ 222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14" h="414">
                  <a:moveTo>
                    <a:pt x="23" y="410"/>
                  </a:moveTo>
                  <a:lnTo>
                    <a:pt x="23" y="410"/>
                  </a:lnTo>
                  <a:cubicBezTo>
                    <a:pt x="207" y="313"/>
                    <a:pt x="207" y="313"/>
                    <a:pt x="207" y="313"/>
                  </a:cubicBezTo>
                  <a:lnTo>
                    <a:pt x="207" y="313"/>
                  </a:lnTo>
                  <a:cubicBezTo>
                    <a:pt x="252" y="288"/>
                    <a:pt x="288" y="252"/>
                    <a:pt x="314" y="207"/>
                  </a:cubicBezTo>
                  <a:lnTo>
                    <a:pt x="314" y="207"/>
                  </a:lnTo>
                  <a:cubicBezTo>
                    <a:pt x="410" y="23"/>
                    <a:pt x="410" y="23"/>
                    <a:pt x="410" y="23"/>
                  </a:cubicBezTo>
                  <a:cubicBezTo>
                    <a:pt x="413" y="18"/>
                    <a:pt x="411" y="11"/>
                    <a:pt x="407" y="5"/>
                  </a:cubicBezTo>
                  <a:cubicBezTo>
                    <a:pt x="403" y="1"/>
                    <a:pt x="396" y="0"/>
                    <a:pt x="389" y="3"/>
                  </a:cubicBezTo>
                  <a:cubicBezTo>
                    <a:pt x="208" y="99"/>
                    <a:pt x="208" y="99"/>
                    <a:pt x="208" y="99"/>
                  </a:cubicBezTo>
                  <a:lnTo>
                    <a:pt x="208" y="99"/>
                  </a:lnTo>
                  <a:cubicBezTo>
                    <a:pt x="162" y="123"/>
                    <a:pt x="124" y="162"/>
                    <a:pt x="98" y="207"/>
                  </a:cubicBezTo>
                  <a:lnTo>
                    <a:pt x="98" y="207"/>
                  </a:lnTo>
                  <a:cubicBezTo>
                    <a:pt x="4" y="390"/>
                    <a:pt x="4" y="390"/>
                    <a:pt x="4" y="390"/>
                  </a:cubicBezTo>
                  <a:cubicBezTo>
                    <a:pt x="0" y="395"/>
                    <a:pt x="1" y="402"/>
                    <a:pt x="6" y="408"/>
                  </a:cubicBezTo>
                  <a:cubicBezTo>
                    <a:pt x="10" y="412"/>
                    <a:pt x="17" y="413"/>
                    <a:pt x="23" y="410"/>
                  </a:cubicBezTo>
                  <a:close/>
                  <a:moveTo>
                    <a:pt x="124" y="222"/>
                  </a:moveTo>
                  <a:lnTo>
                    <a:pt x="124" y="222"/>
                  </a:lnTo>
                  <a:cubicBezTo>
                    <a:pt x="146" y="181"/>
                    <a:pt x="181" y="147"/>
                    <a:pt x="222" y="125"/>
                  </a:cubicBezTo>
                  <a:cubicBezTo>
                    <a:pt x="362" y="51"/>
                    <a:pt x="362" y="51"/>
                    <a:pt x="362" y="51"/>
                  </a:cubicBezTo>
                  <a:cubicBezTo>
                    <a:pt x="288" y="193"/>
                    <a:pt x="288" y="193"/>
                    <a:pt x="288" y="193"/>
                  </a:cubicBezTo>
                  <a:cubicBezTo>
                    <a:pt x="266" y="233"/>
                    <a:pt x="233" y="265"/>
                    <a:pt x="193" y="288"/>
                  </a:cubicBezTo>
                  <a:cubicBezTo>
                    <a:pt x="50" y="362"/>
                    <a:pt x="50" y="362"/>
                    <a:pt x="50" y="362"/>
                  </a:cubicBezTo>
                  <a:lnTo>
                    <a:pt x="124" y="22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9" name="Freeform 195">
              <a:extLst>
                <a:ext uri="{FF2B5EF4-FFF2-40B4-BE49-F238E27FC236}">
                  <a16:creationId xmlns:a16="http://schemas.microsoft.com/office/drawing/2014/main" id="{5D6AF827-1D9B-4B81-DB87-312E7B52E9A4}"/>
                </a:ext>
              </a:extLst>
            </p:cNvPr>
            <p:cNvSpPr>
              <a:spLocks noChangeArrowheads="1"/>
            </p:cNvSpPr>
            <p:nvPr/>
          </p:nvSpPr>
          <p:spPr bwMode="auto">
            <a:xfrm>
              <a:off x="1187450" y="5529263"/>
              <a:ext cx="11113" cy="11112"/>
            </a:xfrm>
            <a:custGeom>
              <a:avLst/>
              <a:gdLst>
                <a:gd name="T0" fmla="*/ 15 w 30"/>
                <a:gd name="T1" fmla="*/ 28 h 29"/>
                <a:gd name="T2" fmla="*/ 15 w 30"/>
                <a:gd name="T3" fmla="*/ 28 h 29"/>
                <a:gd name="T4" fmla="*/ 29 w 30"/>
                <a:gd name="T5" fmla="*/ 15 h 29"/>
                <a:gd name="T6" fmla="*/ 15 w 30"/>
                <a:gd name="T7" fmla="*/ 0 h 29"/>
                <a:gd name="T8" fmla="*/ 0 w 30"/>
                <a:gd name="T9" fmla="*/ 15 h 29"/>
                <a:gd name="T10" fmla="*/ 15 w 30"/>
                <a:gd name="T11" fmla="*/ 28 h 29"/>
              </a:gdLst>
              <a:ahLst/>
              <a:cxnLst>
                <a:cxn ang="0">
                  <a:pos x="T0" y="T1"/>
                </a:cxn>
                <a:cxn ang="0">
                  <a:pos x="T2" y="T3"/>
                </a:cxn>
                <a:cxn ang="0">
                  <a:pos x="T4" y="T5"/>
                </a:cxn>
                <a:cxn ang="0">
                  <a:pos x="T6" y="T7"/>
                </a:cxn>
                <a:cxn ang="0">
                  <a:pos x="T8" y="T9"/>
                </a:cxn>
                <a:cxn ang="0">
                  <a:pos x="T10" y="T11"/>
                </a:cxn>
              </a:cxnLst>
              <a:rect l="0" t="0" r="r" b="b"/>
              <a:pathLst>
                <a:path w="30" h="29">
                  <a:moveTo>
                    <a:pt x="15" y="28"/>
                  </a:moveTo>
                  <a:lnTo>
                    <a:pt x="15" y="28"/>
                  </a:lnTo>
                  <a:cubicBezTo>
                    <a:pt x="23" y="28"/>
                    <a:pt x="29" y="22"/>
                    <a:pt x="29" y="15"/>
                  </a:cubicBezTo>
                  <a:cubicBezTo>
                    <a:pt x="29" y="6"/>
                    <a:pt x="23" y="0"/>
                    <a:pt x="15" y="0"/>
                  </a:cubicBezTo>
                  <a:cubicBezTo>
                    <a:pt x="7" y="0"/>
                    <a:pt x="0" y="6"/>
                    <a:pt x="0" y="15"/>
                  </a:cubicBezTo>
                  <a:cubicBezTo>
                    <a:pt x="0" y="22"/>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80D29D4A-33A6-EF37-E25B-412837623F4E}"/>
                </a:ext>
              </a:extLst>
            </p:cNvPr>
            <p:cNvSpPr>
              <a:spLocks noChangeArrowheads="1"/>
            </p:cNvSpPr>
            <p:nvPr/>
          </p:nvSpPr>
          <p:spPr bwMode="auto">
            <a:xfrm>
              <a:off x="1092200" y="5624513"/>
              <a:ext cx="11113" cy="11112"/>
            </a:xfrm>
            <a:custGeom>
              <a:avLst/>
              <a:gdLst>
                <a:gd name="T0" fmla="*/ 15 w 30"/>
                <a:gd name="T1" fmla="*/ 0 h 30"/>
                <a:gd name="T2" fmla="*/ 15 w 30"/>
                <a:gd name="T3" fmla="*/ 0 h 30"/>
                <a:gd name="T4" fmla="*/ 0 w 30"/>
                <a:gd name="T5" fmla="*/ 15 h 30"/>
                <a:gd name="T6" fmla="*/ 15 w 30"/>
                <a:gd name="T7" fmla="*/ 29 h 30"/>
                <a:gd name="T8" fmla="*/ 29 w 30"/>
                <a:gd name="T9" fmla="*/ 15 h 30"/>
                <a:gd name="T10" fmla="*/ 15 w 30"/>
                <a:gd name="T11" fmla="*/ 0 h 30"/>
              </a:gdLst>
              <a:ahLst/>
              <a:cxnLst>
                <a:cxn ang="0">
                  <a:pos x="T0" y="T1"/>
                </a:cxn>
                <a:cxn ang="0">
                  <a:pos x="T2" y="T3"/>
                </a:cxn>
                <a:cxn ang="0">
                  <a:pos x="T4" y="T5"/>
                </a:cxn>
                <a:cxn ang="0">
                  <a:pos x="T6" y="T7"/>
                </a:cxn>
                <a:cxn ang="0">
                  <a:pos x="T8" y="T9"/>
                </a:cxn>
                <a:cxn ang="0">
                  <a:pos x="T10" y="T11"/>
                </a:cxn>
              </a:cxnLst>
              <a:rect l="0" t="0" r="r" b="b"/>
              <a:pathLst>
                <a:path w="30" h="30">
                  <a:moveTo>
                    <a:pt x="15" y="0"/>
                  </a:moveTo>
                  <a:lnTo>
                    <a:pt x="15" y="0"/>
                  </a:lnTo>
                  <a:cubicBezTo>
                    <a:pt x="7" y="0"/>
                    <a:pt x="0" y="7"/>
                    <a:pt x="0" y="15"/>
                  </a:cubicBezTo>
                  <a:cubicBezTo>
                    <a:pt x="0" y="22"/>
                    <a:pt x="7" y="29"/>
                    <a:pt x="15" y="29"/>
                  </a:cubicBezTo>
                  <a:cubicBezTo>
                    <a:pt x="23" y="29"/>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7">
              <a:extLst>
                <a:ext uri="{FF2B5EF4-FFF2-40B4-BE49-F238E27FC236}">
                  <a16:creationId xmlns:a16="http://schemas.microsoft.com/office/drawing/2014/main" id="{63C3A02E-632A-19AD-AED2-91BA06BEEAA0}"/>
                </a:ext>
              </a:extLst>
            </p:cNvPr>
            <p:cNvSpPr>
              <a:spLocks noChangeArrowheads="1"/>
            </p:cNvSpPr>
            <p:nvPr/>
          </p:nvSpPr>
          <p:spPr bwMode="auto">
            <a:xfrm>
              <a:off x="1187450" y="5719763"/>
              <a:ext cx="11113" cy="11112"/>
            </a:xfrm>
            <a:custGeom>
              <a:avLst/>
              <a:gdLst>
                <a:gd name="T0" fmla="*/ 15 w 30"/>
                <a:gd name="T1" fmla="*/ 0 h 29"/>
                <a:gd name="T2" fmla="*/ 15 w 30"/>
                <a:gd name="T3" fmla="*/ 0 h 29"/>
                <a:gd name="T4" fmla="*/ 0 w 30"/>
                <a:gd name="T5" fmla="*/ 15 h 29"/>
                <a:gd name="T6" fmla="*/ 15 w 30"/>
                <a:gd name="T7" fmla="*/ 28 h 29"/>
                <a:gd name="T8" fmla="*/ 29 w 30"/>
                <a:gd name="T9" fmla="*/ 15 h 29"/>
                <a:gd name="T10" fmla="*/ 15 w 30"/>
                <a:gd name="T11" fmla="*/ 0 h 29"/>
              </a:gdLst>
              <a:ahLst/>
              <a:cxnLst>
                <a:cxn ang="0">
                  <a:pos x="T0" y="T1"/>
                </a:cxn>
                <a:cxn ang="0">
                  <a:pos x="T2" y="T3"/>
                </a:cxn>
                <a:cxn ang="0">
                  <a:pos x="T4" y="T5"/>
                </a:cxn>
                <a:cxn ang="0">
                  <a:pos x="T6" y="T7"/>
                </a:cxn>
                <a:cxn ang="0">
                  <a:pos x="T8" y="T9"/>
                </a:cxn>
                <a:cxn ang="0">
                  <a:pos x="T10" y="T11"/>
                </a:cxn>
              </a:cxnLst>
              <a:rect l="0" t="0" r="r" b="b"/>
              <a:pathLst>
                <a:path w="30" h="29">
                  <a:moveTo>
                    <a:pt x="15" y="0"/>
                  </a:moveTo>
                  <a:lnTo>
                    <a:pt x="15" y="0"/>
                  </a:lnTo>
                  <a:cubicBezTo>
                    <a:pt x="7" y="0"/>
                    <a:pt x="0" y="7"/>
                    <a:pt x="0" y="15"/>
                  </a:cubicBezTo>
                  <a:cubicBezTo>
                    <a:pt x="0" y="22"/>
                    <a:pt x="7" y="28"/>
                    <a:pt x="15" y="28"/>
                  </a:cubicBezTo>
                  <a:cubicBezTo>
                    <a:pt x="23" y="28"/>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2" name="Freeform 198">
              <a:extLst>
                <a:ext uri="{FF2B5EF4-FFF2-40B4-BE49-F238E27FC236}">
                  <a16:creationId xmlns:a16="http://schemas.microsoft.com/office/drawing/2014/main" id="{EBA45D36-09F8-3B34-3655-7E6BF661AB6D}"/>
                </a:ext>
              </a:extLst>
            </p:cNvPr>
            <p:cNvSpPr>
              <a:spLocks noChangeArrowheads="1"/>
            </p:cNvSpPr>
            <p:nvPr/>
          </p:nvSpPr>
          <p:spPr bwMode="auto">
            <a:xfrm>
              <a:off x="1282700" y="5624513"/>
              <a:ext cx="11113"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5"/>
                  </a:cubicBezTo>
                  <a:cubicBezTo>
                    <a:pt x="29" y="7"/>
                    <a:pt x="24"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3" name="Group 246">
            <a:extLst>
              <a:ext uri="{FF2B5EF4-FFF2-40B4-BE49-F238E27FC236}">
                <a16:creationId xmlns:a16="http://schemas.microsoft.com/office/drawing/2014/main" id="{BBCE76AD-3213-5F29-F970-DBB4C6A010BA}"/>
              </a:ext>
            </a:extLst>
          </p:cNvPr>
          <p:cNvGrpSpPr/>
          <p:nvPr/>
        </p:nvGrpSpPr>
        <p:grpSpPr>
          <a:xfrm>
            <a:off x="1746374" y="5686847"/>
            <a:ext cx="179387" cy="254000"/>
            <a:chOff x="604838" y="6008688"/>
            <a:chExt cx="179387" cy="254000"/>
          </a:xfrm>
          <a:solidFill>
            <a:schemeClr val="tx2"/>
          </a:solidFill>
        </p:grpSpPr>
        <p:sp>
          <p:nvSpPr>
            <p:cNvPr id="244" name="Freeform 199">
              <a:extLst>
                <a:ext uri="{FF2B5EF4-FFF2-40B4-BE49-F238E27FC236}">
                  <a16:creationId xmlns:a16="http://schemas.microsoft.com/office/drawing/2014/main" id="{334FF926-D869-1686-BEEC-EA1BB14DD873}"/>
                </a:ext>
              </a:extLst>
            </p:cNvPr>
            <p:cNvSpPr>
              <a:spLocks noChangeArrowheads="1"/>
            </p:cNvSpPr>
            <p:nvPr/>
          </p:nvSpPr>
          <p:spPr bwMode="auto">
            <a:xfrm>
              <a:off x="646113"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C8653078-34A6-8DBD-75BF-2575E08A1830}"/>
                </a:ext>
              </a:extLst>
            </p:cNvPr>
            <p:cNvSpPr>
              <a:spLocks noChangeArrowheads="1"/>
            </p:cNvSpPr>
            <p:nvPr/>
          </p:nvSpPr>
          <p:spPr bwMode="auto">
            <a:xfrm>
              <a:off x="604838" y="6008688"/>
              <a:ext cx="179387" cy="254000"/>
            </a:xfrm>
            <a:custGeom>
              <a:avLst/>
              <a:gdLst>
                <a:gd name="T0" fmla="*/ 196 w 499"/>
                <a:gd name="T1" fmla="*/ 88 h 704"/>
                <a:gd name="T2" fmla="*/ 192 w 499"/>
                <a:gd name="T3" fmla="*/ 37 h 704"/>
                <a:gd name="T4" fmla="*/ 188 w 499"/>
                <a:gd name="T5" fmla="*/ 28 h 704"/>
                <a:gd name="T6" fmla="*/ 155 w 499"/>
                <a:gd name="T7" fmla="*/ 6 h 704"/>
                <a:gd name="T8" fmla="*/ 60 w 499"/>
                <a:gd name="T9" fmla="*/ 0 h 704"/>
                <a:gd name="T10" fmla="*/ 31 w 499"/>
                <a:gd name="T11" fmla="*/ 13 h 704"/>
                <a:gd name="T12" fmla="*/ 0 w 499"/>
                <a:gd name="T13" fmla="*/ 121 h 704"/>
                <a:gd name="T14" fmla="*/ 90 w 499"/>
                <a:gd name="T15" fmla="*/ 431 h 704"/>
                <a:gd name="T16" fmla="*/ 92 w 499"/>
                <a:gd name="T17" fmla="*/ 434 h 704"/>
                <a:gd name="T18" fmla="*/ 93 w 499"/>
                <a:gd name="T19" fmla="*/ 438 h 704"/>
                <a:gd name="T20" fmla="*/ 336 w 499"/>
                <a:gd name="T21" fmla="*/ 684 h 704"/>
                <a:gd name="T22" fmla="*/ 431 w 499"/>
                <a:gd name="T23" fmla="*/ 699 h 704"/>
                <a:gd name="T24" fmla="*/ 450 w 499"/>
                <a:gd name="T25" fmla="*/ 681 h 704"/>
                <a:gd name="T26" fmla="*/ 494 w 499"/>
                <a:gd name="T27" fmla="*/ 598 h 704"/>
                <a:gd name="T28" fmla="*/ 492 w 499"/>
                <a:gd name="T29" fmla="*/ 559 h 704"/>
                <a:gd name="T30" fmla="*/ 491 w 499"/>
                <a:gd name="T31" fmla="*/ 558 h 704"/>
                <a:gd name="T32" fmla="*/ 469 w 499"/>
                <a:gd name="T33" fmla="*/ 537 h 704"/>
                <a:gd name="T34" fmla="*/ 399 w 499"/>
                <a:gd name="T35" fmla="*/ 485 h 704"/>
                <a:gd name="T36" fmla="*/ 369 w 499"/>
                <a:gd name="T37" fmla="*/ 474 h 704"/>
                <a:gd name="T38" fmla="*/ 324 w 499"/>
                <a:gd name="T39" fmla="*/ 501 h 704"/>
                <a:gd name="T40" fmla="*/ 311 w 499"/>
                <a:gd name="T41" fmla="*/ 507 h 704"/>
                <a:gd name="T42" fmla="*/ 307 w 499"/>
                <a:gd name="T43" fmla="*/ 506 h 704"/>
                <a:gd name="T44" fmla="*/ 219 w 499"/>
                <a:gd name="T45" fmla="*/ 400 h 704"/>
                <a:gd name="T46" fmla="*/ 186 w 499"/>
                <a:gd name="T47" fmla="*/ 342 h 704"/>
                <a:gd name="T48" fmla="*/ 144 w 499"/>
                <a:gd name="T49" fmla="*/ 239 h 704"/>
                <a:gd name="T50" fmla="*/ 140 w 499"/>
                <a:gd name="T51" fmla="*/ 210 h 704"/>
                <a:gd name="T52" fmla="*/ 141 w 499"/>
                <a:gd name="T53" fmla="*/ 209 h 704"/>
                <a:gd name="T54" fmla="*/ 175 w 499"/>
                <a:gd name="T55" fmla="*/ 194 h 704"/>
                <a:gd name="T56" fmla="*/ 197 w 499"/>
                <a:gd name="T57" fmla="*/ 177 h 704"/>
                <a:gd name="T58" fmla="*/ 204 w 499"/>
                <a:gd name="T59" fmla="*/ 145 h 704"/>
                <a:gd name="T60" fmla="*/ 204 w 499"/>
                <a:gd name="T61" fmla="*/ 145 h 704"/>
                <a:gd name="T62" fmla="*/ 173 w 499"/>
                <a:gd name="T63" fmla="*/ 162 h 704"/>
                <a:gd name="T64" fmla="*/ 168 w 499"/>
                <a:gd name="T65" fmla="*/ 165 h 704"/>
                <a:gd name="T66" fmla="*/ 144 w 499"/>
                <a:gd name="T67" fmla="*/ 172 h 704"/>
                <a:gd name="T68" fmla="*/ 111 w 499"/>
                <a:gd name="T69" fmla="*/ 215 h 704"/>
                <a:gd name="T70" fmla="*/ 160 w 499"/>
                <a:gd name="T71" fmla="*/ 356 h 704"/>
                <a:gd name="T72" fmla="*/ 177 w 499"/>
                <a:gd name="T73" fmla="*/ 386 h 704"/>
                <a:gd name="T74" fmla="*/ 177 w 499"/>
                <a:gd name="T75" fmla="*/ 386 h 704"/>
                <a:gd name="T76" fmla="*/ 248 w 499"/>
                <a:gd name="T77" fmla="*/ 490 h 704"/>
                <a:gd name="T78" fmla="*/ 293 w 499"/>
                <a:gd name="T79" fmla="*/ 532 h 704"/>
                <a:gd name="T80" fmla="*/ 311 w 499"/>
                <a:gd name="T81" fmla="*/ 536 h 704"/>
                <a:gd name="T82" fmla="*/ 362 w 499"/>
                <a:gd name="T83" fmla="*/ 506 h 704"/>
                <a:gd name="T84" fmla="*/ 380 w 499"/>
                <a:gd name="T85" fmla="*/ 507 h 704"/>
                <a:gd name="T86" fmla="*/ 426 w 499"/>
                <a:gd name="T87" fmla="*/ 544 h 704"/>
                <a:gd name="T88" fmla="*/ 428 w 499"/>
                <a:gd name="T89" fmla="*/ 544 h 704"/>
                <a:gd name="T90" fmla="*/ 464 w 499"/>
                <a:gd name="T91" fmla="*/ 569 h 704"/>
                <a:gd name="T92" fmla="*/ 468 w 499"/>
                <a:gd name="T93" fmla="*/ 574 h 704"/>
                <a:gd name="T94" fmla="*/ 469 w 499"/>
                <a:gd name="T95" fmla="*/ 580 h 704"/>
                <a:gd name="T96" fmla="*/ 425 w 499"/>
                <a:gd name="T97" fmla="*/ 666 h 704"/>
                <a:gd name="T98" fmla="*/ 405 w 499"/>
                <a:gd name="T99" fmla="*/ 674 h 704"/>
                <a:gd name="T100" fmla="*/ 119 w 499"/>
                <a:gd name="T101" fmla="*/ 423 h 704"/>
                <a:gd name="T102" fmla="*/ 118 w 499"/>
                <a:gd name="T103" fmla="*/ 420 h 704"/>
                <a:gd name="T104" fmla="*/ 28 w 499"/>
                <a:gd name="T105" fmla="*/ 121 h 704"/>
                <a:gd name="T106" fmla="*/ 50 w 499"/>
                <a:gd name="T107" fmla="*/ 35 h 704"/>
                <a:gd name="T108" fmla="*/ 153 w 499"/>
                <a:gd name="T109" fmla="*/ 35 h 704"/>
                <a:gd name="T110" fmla="*/ 162 w 499"/>
                <a:gd name="T111" fmla="*/ 40 h 704"/>
                <a:gd name="T112" fmla="*/ 164 w 499"/>
                <a:gd name="T113" fmla="*/ 46 h 704"/>
                <a:gd name="T114" fmla="*/ 167 w 499"/>
                <a:gd name="T115" fmla="*/ 90 h 704"/>
                <a:gd name="T116" fmla="*/ 167 w 499"/>
                <a:gd name="T117" fmla="*/ 91 h 704"/>
                <a:gd name="T118" fmla="*/ 175 w 499"/>
                <a:gd name="T119" fmla="*/ 150 h 704"/>
                <a:gd name="T120" fmla="*/ 173 w 499"/>
                <a:gd name="T121" fmla="*/ 16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99" h="704">
                  <a:moveTo>
                    <a:pt x="196" y="88"/>
                  </a:moveTo>
                  <a:lnTo>
                    <a:pt x="196" y="88"/>
                  </a:lnTo>
                  <a:cubicBezTo>
                    <a:pt x="195" y="69"/>
                    <a:pt x="195" y="58"/>
                    <a:pt x="195" y="50"/>
                  </a:cubicBezTo>
                  <a:cubicBezTo>
                    <a:pt x="195" y="46"/>
                    <a:pt x="193" y="42"/>
                    <a:pt x="192" y="37"/>
                  </a:cubicBezTo>
                  <a:cubicBezTo>
                    <a:pt x="192" y="35"/>
                    <a:pt x="190" y="31"/>
                    <a:pt x="188" y="28"/>
                  </a:cubicBezTo>
                  <a:lnTo>
                    <a:pt x="188" y="28"/>
                  </a:lnTo>
                  <a:cubicBezTo>
                    <a:pt x="188" y="26"/>
                    <a:pt x="188" y="26"/>
                    <a:pt x="188" y="26"/>
                  </a:cubicBezTo>
                  <a:cubicBezTo>
                    <a:pt x="181" y="14"/>
                    <a:pt x="168" y="6"/>
                    <a:pt x="155" y="6"/>
                  </a:cubicBezTo>
                  <a:lnTo>
                    <a:pt x="155" y="6"/>
                  </a:lnTo>
                  <a:cubicBezTo>
                    <a:pt x="60" y="0"/>
                    <a:pt x="60" y="0"/>
                    <a:pt x="60" y="0"/>
                  </a:cubicBezTo>
                  <a:lnTo>
                    <a:pt x="60" y="0"/>
                  </a:lnTo>
                  <a:cubicBezTo>
                    <a:pt x="49" y="0"/>
                    <a:pt x="39" y="6"/>
                    <a:pt x="31" y="13"/>
                  </a:cubicBezTo>
                  <a:cubicBezTo>
                    <a:pt x="19" y="22"/>
                    <a:pt x="12" y="37"/>
                    <a:pt x="6" y="57"/>
                  </a:cubicBezTo>
                  <a:cubicBezTo>
                    <a:pt x="2" y="75"/>
                    <a:pt x="0" y="96"/>
                    <a:pt x="0" y="121"/>
                  </a:cubicBezTo>
                  <a:cubicBezTo>
                    <a:pt x="0" y="205"/>
                    <a:pt x="27" y="323"/>
                    <a:pt x="90" y="431"/>
                  </a:cubicBezTo>
                  <a:lnTo>
                    <a:pt x="90" y="431"/>
                  </a:lnTo>
                  <a:lnTo>
                    <a:pt x="90" y="431"/>
                  </a:lnTo>
                  <a:cubicBezTo>
                    <a:pt x="92" y="434"/>
                    <a:pt x="92" y="434"/>
                    <a:pt x="92" y="434"/>
                  </a:cubicBezTo>
                  <a:cubicBezTo>
                    <a:pt x="93" y="438"/>
                    <a:pt x="93" y="438"/>
                    <a:pt x="93" y="438"/>
                  </a:cubicBezTo>
                  <a:lnTo>
                    <a:pt x="93" y="438"/>
                  </a:lnTo>
                  <a:cubicBezTo>
                    <a:pt x="138" y="518"/>
                    <a:pt x="197" y="584"/>
                    <a:pt x="255" y="629"/>
                  </a:cubicBezTo>
                  <a:cubicBezTo>
                    <a:pt x="282" y="652"/>
                    <a:pt x="310" y="672"/>
                    <a:pt x="336" y="684"/>
                  </a:cubicBezTo>
                  <a:cubicBezTo>
                    <a:pt x="361" y="696"/>
                    <a:pt x="384" y="703"/>
                    <a:pt x="405" y="703"/>
                  </a:cubicBezTo>
                  <a:cubicBezTo>
                    <a:pt x="414" y="703"/>
                    <a:pt x="422" y="702"/>
                    <a:pt x="431" y="699"/>
                  </a:cubicBezTo>
                  <a:cubicBezTo>
                    <a:pt x="439" y="695"/>
                    <a:pt x="446" y="689"/>
                    <a:pt x="450" y="681"/>
                  </a:cubicBezTo>
                  <a:lnTo>
                    <a:pt x="450" y="681"/>
                  </a:lnTo>
                  <a:cubicBezTo>
                    <a:pt x="494" y="598"/>
                    <a:pt x="494" y="598"/>
                    <a:pt x="494" y="598"/>
                  </a:cubicBezTo>
                  <a:lnTo>
                    <a:pt x="494" y="598"/>
                  </a:lnTo>
                  <a:cubicBezTo>
                    <a:pt x="496" y="592"/>
                    <a:pt x="498" y="587"/>
                    <a:pt x="498" y="580"/>
                  </a:cubicBezTo>
                  <a:cubicBezTo>
                    <a:pt x="498" y="573"/>
                    <a:pt x="496" y="566"/>
                    <a:pt x="492" y="559"/>
                  </a:cubicBezTo>
                  <a:cubicBezTo>
                    <a:pt x="491" y="558"/>
                    <a:pt x="491" y="558"/>
                    <a:pt x="491" y="558"/>
                  </a:cubicBezTo>
                  <a:lnTo>
                    <a:pt x="491" y="558"/>
                  </a:lnTo>
                  <a:cubicBezTo>
                    <a:pt x="490" y="554"/>
                    <a:pt x="487" y="551"/>
                    <a:pt x="486" y="548"/>
                  </a:cubicBezTo>
                  <a:cubicBezTo>
                    <a:pt x="480" y="544"/>
                    <a:pt x="476" y="541"/>
                    <a:pt x="469" y="537"/>
                  </a:cubicBezTo>
                  <a:cubicBezTo>
                    <a:pt x="464" y="533"/>
                    <a:pt x="455" y="528"/>
                    <a:pt x="444" y="521"/>
                  </a:cubicBezTo>
                  <a:cubicBezTo>
                    <a:pt x="428" y="508"/>
                    <a:pt x="410" y="495"/>
                    <a:pt x="399" y="485"/>
                  </a:cubicBezTo>
                  <a:lnTo>
                    <a:pt x="399" y="485"/>
                  </a:lnTo>
                  <a:cubicBezTo>
                    <a:pt x="391" y="477"/>
                    <a:pt x="380" y="474"/>
                    <a:pt x="369" y="474"/>
                  </a:cubicBezTo>
                  <a:cubicBezTo>
                    <a:pt x="359" y="474"/>
                    <a:pt x="350" y="477"/>
                    <a:pt x="343" y="484"/>
                  </a:cubicBezTo>
                  <a:cubicBezTo>
                    <a:pt x="324" y="501"/>
                    <a:pt x="324" y="501"/>
                    <a:pt x="324" y="501"/>
                  </a:cubicBezTo>
                  <a:lnTo>
                    <a:pt x="324" y="501"/>
                  </a:lnTo>
                  <a:cubicBezTo>
                    <a:pt x="321" y="506"/>
                    <a:pt x="317" y="507"/>
                    <a:pt x="311" y="507"/>
                  </a:cubicBezTo>
                  <a:lnTo>
                    <a:pt x="311" y="507"/>
                  </a:lnTo>
                  <a:cubicBezTo>
                    <a:pt x="311" y="507"/>
                    <a:pt x="310" y="507"/>
                    <a:pt x="307" y="506"/>
                  </a:cubicBezTo>
                  <a:cubicBezTo>
                    <a:pt x="303" y="503"/>
                    <a:pt x="295" y="497"/>
                    <a:pt x="288" y="490"/>
                  </a:cubicBezTo>
                  <a:cubicBezTo>
                    <a:pt x="264" y="467"/>
                    <a:pt x="237" y="427"/>
                    <a:pt x="219" y="400"/>
                  </a:cubicBezTo>
                  <a:cubicBezTo>
                    <a:pt x="212" y="387"/>
                    <a:pt x="205" y="378"/>
                    <a:pt x="203" y="371"/>
                  </a:cubicBezTo>
                  <a:cubicBezTo>
                    <a:pt x="199" y="366"/>
                    <a:pt x="193" y="355"/>
                    <a:pt x="186" y="342"/>
                  </a:cubicBezTo>
                  <a:cubicBezTo>
                    <a:pt x="177" y="323"/>
                    <a:pt x="164" y="297"/>
                    <a:pt x="155" y="274"/>
                  </a:cubicBezTo>
                  <a:cubicBezTo>
                    <a:pt x="151" y="261"/>
                    <a:pt x="146" y="250"/>
                    <a:pt x="144" y="239"/>
                  </a:cubicBezTo>
                  <a:cubicBezTo>
                    <a:pt x="141" y="230"/>
                    <a:pt x="140" y="220"/>
                    <a:pt x="140" y="215"/>
                  </a:cubicBezTo>
                  <a:cubicBezTo>
                    <a:pt x="140" y="213"/>
                    <a:pt x="140" y="212"/>
                    <a:pt x="140" y="210"/>
                  </a:cubicBezTo>
                  <a:cubicBezTo>
                    <a:pt x="141" y="209"/>
                    <a:pt x="141" y="209"/>
                    <a:pt x="141" y="209"/>
                  </a:cubicBezTo>
                  <a:lnTo>
                    <a:pt x="141" y="209"/>
                  </a:lnTo>
                  <a:cubicBezTo>
                    <a:pt x="142" y="205"/>
                    <a:pt x="146" y="202"/>
                    <a:pt x="151" y="201"/>
                  </a:cubicBezTo>
                  <a:cubicBezTo>
                    <a:pt x="175" y="194"/>
                    <a:pt x="175" y="194"/>
                    <a:pt x="175" y="194"/>
                  </a:cubicBezTo>
                  <a:lnTo>
                    <a:pt x="175" y="194"/>
                  </a:lnTo>
                  <a:cubicBezTo>
                    <a:pt x="185" y="191"/>
                    <a:pt x="192" y="186"/>
                    <a:pt x="197" y="177"/>
                  </a:cubicBezTo>
                  <a:cubicBezTo>
                    <a:pt x="201" y="171"/>
                    <a:pt x="204" y="162"/>
                    <a:pt x="204" y="153"/>
                  </a:cubicBezTo>
                  <a:cubicBezTo>
                    <a:pt x="204" y="150"/>
                    <a:pt x="204" y="147"/>
                    <a:pt x="204" y="145"/>
                  </a:cubicBezTo>
                  <a:cubicBezTo>
                    <a:pt x="204" y="143"/>
                    <a:pt x="204" y="143"/>
                    <a:pt x="204" y="143"/>
                  </a:cubicBezTo>
                  <a:cubicBezTo>
                    <a:pt x="204" y="145"/>
                    <a:pt x="204" y="145"/>
                    <a:pt x="204" y="145"/>
                  </a:cubicBezTo>
                  <a:cubicBezTo>
                    <a:pt x="201" y="129"/>
                    <a:pt x="199" y="107"/>
                    <a:pt x="196" y="88"/>
                  </a:cubicBezTo>
                  <a:close/>
                  <a:moveTo>
                    <a:pt x="173" y="162"/>
                  </a:moveTo>
                  <a:lnTo>
                    <a:pt x="173" y="162"/>
                  </a:lnTo>
                  <a:cubicBezTo>
                    <a:pt x="171" y="164"/>
                    <a:pt x="170" y="165"/>
                    <a:pt x="168" y="165"/>
                  </a:cubicBezTo>
                  <a:cubicBezTo>
                    <a:pt x="144" y="172"/>
                    <a:pt x="144" y="172"/>
                    <a:pt x="144" y="172"/>
                  </a:cubicBezTo>
                  <a:lnTo>
                    <a:pt x="144" y="172"/>
                  </a:lnTo>
                  <a:cubicBezTo>
                    <a:pt x="131" y="175"/>
                    <a:pt x="120" y="183"/>
                    <a:pt x="115" y="194"/>
                  </a:cubicBezTo>
                  <a:cubicBezTo>
                    <a:pt x="111" y="201"/>
                    <a:pt x="111" y="208"/>
                    <a:pt x="111" y="215"/>
                  </a:cubicBezTo>
                  <a:cubicBezTo>
                    <a:pt x="111" y="226"/>
                    <a:pt x="112" y="235"/>
                    <a:pt x="115" y="247"/>
                  </a:cubicBezTo>
                  <a:cubicBezTo>
                    <a:pt x="126" y="282"/>
                    <a:pt x="145" y="326"/>
                    <a:pt x="160" y="356"/>
                  </a:cubicBezTo>
                  <a:lnTo>
                    <a:pt x="160" y="356"/>
                  </a:lnTo>
                  <a:cubicBezTo>
                    <a:pt x="167" y="368"/>
                    <a:pt x="173" y="379"/>
                    <a:pt x="177" y="386"/>
                  </a:cubicBezTo>
                  <a:lnTo>
                    <a:pt x="177" y="386"/>
                  </a:lnTo>
                  <a:lnTo>
                    <a:pt x="177" y="386"/>
                  </a:lnTo>
                  <a:cubicBezTo>
                    <a:pt x="181" y="393"/>
                    <a:pt x="188" y="403"/>
                    <a:pt x="195" y="415"/>
                  </a:cubicBezTo>
                  <a:cubicBezTo>
                    <a:pt x="210" y="437"/>
                    <a:pt x="229" y="466"/>
                    <a:pt x="248" y="490"/>
                  </a:cubicBezTo>
                  <a:cubicBezTo>
                    <a:pt x="259" y="501"/>
                    <a:pt x="269" y="512"/>
                    <a:pt x="278" y="521"/>
                  </a:cubicBezTo>
                  <a:cubicBezTo>
                    <a:pt x="284" y="525"/>
                    <a:pt x="288" y="529"/>
                    <a:pt x="293" y="532"/>
                  </a:cubicBezTo>
                  <a:cubicBezTo>
                    <a:pt x="299" y="534"/>
                    <a:pt x="304" y="536"/>
                    <a:pt x="311" y="536"/>
                  </a:cubicBezTo>
                  <a:lnTo>
                    <a:pt x="311" y="536"/>
                  </a:lnTo>
                  <a:cubicBezTo>
                    <a:pt x="324" y="536"/>
                    <a:pt x="336" y="532"/>
                    <a:pt x="344" y="523"/>
                  </a:cubicBezTo>
                  <a:cubicBezTo>
                    <a:pt x="362" y="506"/>
                    <a:pt x="362" y="506"/>
                    <a:pt x="362" y="506"/>
                  </a:cubicBezTo>
                  <a:cubicBezTo>
                    <a:pt x="363" y="504"/>
                    <a:pt x="366" y="503"/>
                    <a:pt x="369" y="503"/>
                  </a:cubicBezTo>
                  <a:cubicBezTo>
                    <a:pt x="372" y="503"/>
                    <a:pt x="376" y="504"/>
                    <a:pt x="380" y="507"/>
                  </a:cubicBezTo>
                  <a:lnTo>
                    <a:pt x="380" y="507"/>
                  </a:lnTo>
                  <a:cubicBezTo>
                    <a:pt x="392" y="518"/>
                    <a:pt x="410" y="532"/>
                    <a:pt x="426" y="544"/>
                  </a:cubicBezTo>
                  <a:lnTo>
                    <a:pt x="426" y="544"/>
                  </a:lnTo>
                  <a:cubicBezTo>
                    <a:pt x="428" y="544"/>
                    <a:pt x="428" y="544"/>
                    <a:pt x="428" y="544"/>
                  </a:cubicBezTo>
                  <a:cubicBezTo>
                    <a:pt x="443" y="555"/>
                    <a:pt x="454" y="560"/>
                    <a:pt x="459" y="565"/>
                  </a:cubicBezTo>
                  <a:cubicBezTo>
                    <a:pt x="461" y="566"/>
                    <a:pt x="462" y="567"/>
                    <a:pt x="464" y="569"/>
                  </a:cubicBezTo>
                  <a:cubicBezTo>
                    <a:pt x="465" y="569"/>
                    <a:pt x="465" y="570"/>
                    <a:pt x="466" y="573"/>
                  </a:cubicBezTo>
                  <a:cubicBezTo>
                    <a:pt x="468" y="574"/>
                    <a:pt x="468" y="574"/>
                    <a:pt x="468" y="574"/>
                  </a:cubicBezTo>
                  <a:lnTo>
                    <a:pt x="468" y="574"/>
                  </a:lnTo>
                  <a:cubicBezTo>
                    <a:pt x="469" y="577"/>
                    <a:pt x="469" y="578"/>
                    <a:pt x="469" y="580"/>
                  </a:cubicBezTo>
                  <a:cubicBezTo>
                    <a:pt x="469" y="581"/>
                    <a:pt x="469" y="582"/>
                    <a:pt x="468" y="584"/>
                  </a:cubicBezTo>
                  <a:cubicBezTo>
                    <a:pt x="425" y="666"/>
                    <a:pt x="425" y="666"/>
                    <a:pt x="425" y="666"/>
                  </a:cubicBezTo>
                  <a:cubicBezTo>
                    <a:pt x="422" y="669"/>
                    <a:pt x="421" y="670"/>
                    <a:pt x="418" y="672"/>
                  </a:cubicBezTo>
                  <a:cubicBezTo>
                    <a:pt x="416" y="673"/>
                    <a:pt x="411" y="674"/>
                    <a:pt x="405" y="674"/>
                  </a:cubicBezTo>
                  <a:cubicBezTo>
                    <a:pt x="392" y="674"/>
                    <a:pt x="372" y="669"/>
                    <a:pt x="348" y="658"/>
                  </a:cubicBezTo>
                  <a:cubicBezTo>
                    <a:pt x="280" y="624"/>
                    <a:pt x="184" y="537"/>
                    <a:pt x="119" y="423"/>
                  </a:cubicBezTo>
                  <a:cubicBezTo>
                    <a:pt x="118" y="420"/>
                    <a:pt x="118" y="420"/>
                    <a:pt x="118" y="420"/>
                  </a:cubicBezTo>
                  <a:lnTo>
                    <a:pt x="118" y="420"/>
                  </a:lnTo>
                  <a:cubicBezTo>
                    <a:pt x="115" y="418"/>
                    <a:pt x="115" y="418"/>
                    <a:pt x="115" y="418"/>
                  </a:cubicBezTo>
                  <a:cubicBezTo>
                    <a:pt x="56" y="313"/>
                    <a:pt x="28" y="198"/>
                    <a:pt x="28" y="121"/>
                  </a:cubicBezTo>
                  <a:cubicBezTo>
                    <a:pt x="28" y="91"/>
                    <a:pt x="33" y="66"/>
                    <a:pt x="39" y="50"/>
                  </a:cubicBezTo>
                  <a:cubicBezTo>
                    <a:pt x="42" y="43"/>
                    <a:pt x="46" y="37"/>
                    <a:pt x="50" y="35"/>
                  </a:cubicBezTo>
                  <a:cubicBezTo>
                    <a:pt x="53" y="32"/>
                    <a:pt x="56" y="31"/>
                    <a:pt x="60" y="31"/>
                  </a:cubicBezTo>
                  <a:cubicBezTo>
                    <a:pt x="153" y="35"/>
                    <a:pt x="153" y="35"/>
                    <a:pt x="153" y="35"/>
                  </a:cubicBezTo>
                  <a:cubicBezTo>
                    <a:pt x="156" y="35"/>
                    <a:pt x="159" y="36"/>
                    <a:pt x="162" y="40"/>
                  </a:cubicBezTo>
                  <a:lnTo>
                    <a:pt x="162" y="40"/>
                  </a:lnTo>
                  <a:cubicBezTo>
                    <a:pt x="162" y="42"/>
                    <a:pt x="162" y="42"/>
                    <a:pt x="162" y="42"/>
                  </a:cubicBezTo>
                  <a:cubicBezTo>
                    <a:pt x="163" y="44"/>
                    <a:pt x="164" y="46"/>
                    <a:pt x="164" y="46"/>
                  </a:cubicBezTo>
                  <a:cubicBezTo>
                    <a:pt x="164" y="48"/>
                    <a:pt x="166" y="51"/>
                    <a:pt x="166" y="58"/>
                  </a:cubicBezTo>
                  <a:cubicBezTo>
                    <a:pt x="166" y="65"/>
                    <a:pt x="166" y="75"/>
                    <a:pt x="167" y="90"/>
                  </a:cubicBezTo>
                  <a:lnTo>
                    <a:pt x="167" y="90"/>
                  </a:lnTo>
                  <a:cubicBezTo>
                    <a:pt x="167" y="91"/>
                    <a:pt x="167" y="91"/>
                    <a:pt x="167" y="91"/>
                  </a:cubicBezTo>
                  <a:cubicBezTo>
                    <a:pt x="170" y="112"/>
                    <a:pt x="173" y="134"/>
                    <a:pt x="175" y="150"/>
                  </a:cubicBezTo>
                  <a:lnTo>
                    <a:pt x="175" y="150"/>
                  </a:lnTo>
                  <a:cubicBezTo>
                    <a:pt x="175" y="153"/>
                    <a:pt x="175" y="153"/>
                    <a:pt x="175" y="153"/>
                  </a:cubicBezTo>
                  <a:cubicBezTo>
                    <a:pt x="175" y="157"/>
                    <a:pt x="174" y="160"/>
                    <a:pt x="173"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6" name="Group 249">
            <a:extLst>
              <a:ext uri="{FF2B5EF4-FFF2-40B4-BE49-F238E27FC236}">
                <a16:creationId xmlns:a16="http://schemas.microsoft.com/office/drawing/2014/main" id="{BFF2D0D8-B799-CB22-5710-93FDEB188C54}"/>
              </a:ext>
            </a:extLst>
          </p:cNvPr>
          <p:cNvGrpSpPr/>
          <p:nvPr/>
        </p:nvGrpSpPr>
        <p:grpSpPr>
          <a:xfrm>
            <a:off x="1170111" y="5157416"/>
            <a:ext cx="254000" cy="254000"/>
            <a:chOff x="28575" y="5483225"/>
            <a:chExt cx="254000" cy="254000"/>
          </a:xfrm>
          <a:solidFill>
            <a:schemeClr val="tx2"/>
          </a:solidFill>
        </p:grpSpPr>
        <p:sp>
          <p:nvSpPr>
            <p:cNvPr id="247" name="Freeform 205">
              <a:extLst>
                <a:ext uri="{FF2B5EF4-FFF2-40B4-BE49-F238E27FC236}">
                  <a16:creationId xmlns:a16="http://schemas.microsoft.com/office/drawing/2014/main" id="{323983E7-334D-8C01-E8E1-A52B1D5A6DD4}"/>
                </a:ext>
              </a:extLst>
            </p:cNvPr>
            <p:cNvSpPr>
              <a:spLocks noChangeArrowheads="1"/>
            </p:cNvSpPr>
            <p:nvPr/>
          </p:nvSpPr>
          <p:spPr bwMode="auto">
            <a:xfrm>
              <a:off x="92075" y="5532438"/>
              <a:ext cx="139700" cy="141287"/>
            </a:xfrm>
            <a:custGeom>
              <a:avLst/>
              <a:gdLst>
                <a:gd name="T0" fmla="*/ 105 w 386"/>
                <a:gd name="T1" fmla="*/ 274 h 394"/>
                <a:gd name="T2" fmla="*/ 322 w 386"/>
                <a:gd name="T3" fmla="*/ 393 h 394"/>
                <a:gd name="T4" fmla="*/ 362 w 386"/>
                <a:gd name="T5" fmla="*/ 372 h 394"/>
                <a:gd name="T6" fmla="*/ 374 w 386"/>
                <a:gd name="T7" fmla="*/ 349 h 394"/>
                <a:gd name="T8" fmla="*/ 385 w 386"/>
                <a:gd name="T9" fmla="*/ 317 h 394"/>
                <a:gd name="T10" fmla="*/ 374 w 386"/>
                <a:gd name="T11" fmla="*/ 280 h 394"/>
                <a:gd name="T12" fmla="*/ 321 w 386"/>
                <a:gd name="T13" fmla="*/ 249 h 394"/>
                <a:gd name="T14" fmla="*/ 269 w 386"/>
                <a:gd name="T15" fmla="*/ 261 h 394"/>
                <a:gd name="T16" fmla="*/ 265 w 386"/>
                <a:gd name="T17" fmla="*/ 264 h 394"/>
                <a:gd name="T18" fmla="*/ 258 w 386"/>
                <a:gd name="T19" fmla="*/ 267 h 394"/>
                <a:gd name="T20" fmla="*/ 178 w 386"/>
                <a:gd name="T21" fmla="*/ 212 h 394"/>
                <a:gd name="T22" fmla="*/ 129 w 386"/>
                <a:gd name="T23" fmla="*/ 123 h 394"/>
                <a:gd name="T24" fmla="*/ 130 w 386"/>
                <a:gd name="T25" fmla="*/ 118 h 394"/>
                <a:gd name="T26" fmla="*/ 133 w 386"/>
                <a:gd name="T27" fmla="*/ 116 h 394"/>
                <a:gd name="T28" fmla="*/ 143 w 386"/>
                <a:gd name="T29" fmla="*/ 59 h 394"/>
                <a:gd name="T30" fmla="*/ 132 w 386"/>
                <a:gd name="T31" fmla="*/ 33 h 394"/>
                <a:gd name="T32" fmla="*/ 78 w 386"/>
                <a:gd name="T33" fmla="*/ 0 h 394"/>
                <a:gd name="T34" fmla="*/ 40 w 386"/>
                <a:gd name="T35" fmla="*/ 11 h 394"/>
                <a:gd name="T36" fmla="*/ 19 w 386"/>
                <a:gd name="T37" fmla="*/ 24 h 394"/>
                <a:gd name="T38" fmla="*/ 0 w 386"/>
                <a:gd name="T39" fmla="*/ 64 h 394"/>
                <a:gd name="T40" fmla="*/ 105 w 386"/>
                <a:gd name="T41" fmla="*/ 274 h 394"/>
                <a:gd name="T42" fmla="*/ 31 w 386"/>
                <a:gd name="T43" fmla="*/ 53 h 394"/>
                <a:gd name="T44" fmla="*/ 34 w 386"/>
                <a:gd name="T45" fmla="*/ 50 h 394"/>
                <a:gd name="T46" fmla="*/ 53 w 386"/>
                <a:gd name="T47" fmla="*/ 36 h 394"/>
                <a:gd name="T48" fmla="*/ 78 w 386"/>
                <a:gd name="T49" fmla="*/ 29 h 394"/>
                <a:gd name="T50" fmla="*/ 105 w 386"/>
                <a:gd name="T51" fmla="*/ 47 h 394"/>
                <a:gd name="T52" fmla="*/ 116 w 386"/>
                <a:gd name="T53" fmla="*/ 72 h 394"/>
                <a:gd name="T54" fmla="*/ 111 w 386"/>
                <a:gd name="T55" fmla="*/ 97 h 394"/>
                <a:gd name="T56" fmla="*/ 108 w 386"/>
                <a:gd name="T57" fmla="*/ 99 h 394"/>
                <a:gd name="T58" fmla="*/ 107 w 386"/>
                <a:gd name="T59" fmla="*/ 154 h 394"/>
                <a:gd name="T60" fmla="*/ 228 w 386"/>
                <a:gd name="T61" fmla="*/ 287 h 394"/>
                <a:gd name="T62" fmla="*/ 285 w 386"/>
                <a:gd name="T63" fmla="*/ 286 h 394"/>
                <a:gd name="T64" fmla="*/ 306 w 386"/>
                <a:gd name="T65" fmla="*/ 275 h 394"/>
                <a:gd name="T66" fmla="*/ 337 w 386"/>
                <a:gd name="T67" fmla="*/ 287 h 394"/>
                <a:gd name="T68" fmla="*/ 357 w 386"/>
                <a:gd name="T69" fmla="*/ 311 h 394"/>
                <a:gd name="T70" fmla="*/ 348 w 386"/>
                <a:gd name="T71" fmla="*/ 338 h 394"/>
                <a:gd name="T72" fmla="*/ 337 w 386"/>
                <a:gd name="T73" fmla="*/ 359 h 394"/>
                <a:gd name="T74" fmla="*/ 333 w 386"/>
                <a:gd name="T75" fmla="*/ 361 h 394"/>
                <a:gd name="T76" fmla="*/ 307 w 386"/>
                <a:gd name="T77" fmla="*/ 361 h 394"/>
                <a:gd name="T78" fmla="*/ 31 w 386"/>
                <a:gd name="T79" fmla="*/ 79 h 394"/>
                <a:gd name="T80" fmla="*/ 31 w 386"/>
                <a:gd name="T81" fmla="*/ 53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386" h="394">
                  <a:moveTo>
                    <a:pt x="105" y="274"/>
                  </a:moveTo>
                  <a:lnTo>
                    <a:pt x="105" y="274"/>
                  </a:lnTo>
                  <a:cubicBezTo>
                    <a:pt x="152" y="326"/>
                    <a:pt x="215" y="364"/>
                    <a:pt x="299" y="389"/>
                  </a:cubicBezTo>
                  <a:cubicBezTo>
                    <a:pt x="307" y="392"/>
                    <a:pt x="314" y="393"/>
                    <a:pt x="322" y="393"/>
                  </a:cubicBezTo>
                  <a:cubicBezTo>
                    <a:pt x="331" y="393"/>
                    <a:pt x="337" y="392"/>
                    <a:pt x="344" y="389"/>
                  </a:cubicBezTo>
                  <a:cubicBezTo>
                    <a:pt x="353" y="385"/>
                    <a:pt x="358" y="379"/>
                    <a:pt x="362" y="372"/>
                  </a:cubicBezTo>
                  <a:lnTo>
                    <a:pt x="362" y="372"/>
                  </a:lnTo>
                  <a:cubicBezTo>
                    <a:pt x="366" y="367"/>
                    <a:pt x="370" y="359"/>
                    <a:pt x="374" y="349"/>
                  </a:cubicBezTo>
                  <a:cubicBezTo>
                    <a:pt x="379" y="339"/>
                    <a:pt x="383" y="330"/>
                    <a:pt x="385" y="317"/>
                  </a:cubicBezTo>
                  <a:lnTo>
                    <a:pt x="385" y="317"/>
                  </a:lnTo>
                  <a:cubicBezTo>
                    <a:pt x="385" y="315"/>
                    <a:pt x="385" y="313"/>
                    <a:pt x="385" y="311"/>
                  </a:cubicBezTo>
                  <a:cubicBezTo>
                    <a:pt x="385" y="300"/>
                    <a:pt x="381" y="289"/>
                    <a:pt x="374" y="280"/>
                  </a:cubicBezTo>
                  <a:cubicBezTo>
                    <a:pt x="368" y="271"/>
                    <a:pt x="359" y="264"/>
                    <a:pt x="348" y="260"/>
                  </a:cubicBezTo>
                  <a:cubicBezTo>
                    <a:pt x="337" y="256"/>
                    <a:pt x="331" y="252"/>
                    <a:pt x="321" y="249"/>
                  </a:cubicBezTo>
                  <a:cubicBezTo>
                    <a:pt x="317" y="246"/>
                    <a:pt x="311" y="245"/>
                    <a:pt x="306" y="245"/>
                  </a:cubicBezTo>
                  <a:cubicBezTo>
                    <a:pt x="291" y="245"/>
                    <a:pt x="277" y="253"/>
                    <a:pt x="269" y="261"/>
                  </a:cubicBezTo>
                  <a:lnTo>
                    <a:pt x="269" y="261"/>
                  </a:lnTo>
                  <a:cubicBezTo>
                    <a:pt x="265" y="264"/>
                    <a:pt x="265" y="264"/>
                    <a:pt x="265" y="264"/>
                  </a:cubicBezTo>
                  <a:lnTo>
                    <a:pt x="265" y="264"/>
                  </a:lnTo>
                  <a:cubicBezTo>
                    <a:pt x="263" y="265"/>
                    <a:pt x="262" y="267"/>
                    <a:pt x="258" y="267"/>
                  </a:cubicBezTo>
                  <a:cubicBezTo>
                    <a:pt x="254" y="267"/>
                    <a:pt x="247" y="265"/>
                    <a:pt x="241" y="261"/>
                  </a:cubicBezTo>
                  <a:cubicBezTo>
                    <a:pt x="221" y="250"/>
                    <a:pt x="197" y="232"/>
                    <a:pt x="178" y="212"/>
                  </a:cubicBezTo>
                  <a:cubicBezTo>
                    <a:pt x="159" y="191"/>
                    <a:pt x="143" y="168"/>
                    <a:pt x="134" y="145"/>
                  </a:cubicBezTo>
                  <a:cubicBezTo>
                    <a:pt x="132" y="135"/>
                    <a:pt x="129" y="128"/>
                    <a:pt x="129" y="123"/>
                  </a:cubicBezTo>
                  <a:cubicBezTo>
                    <a:pt x="129" y="120"/>
                    <a:pt x="129" y="120"/>
                    <a:pt x="130" y="118"/>
                  </a:cubicBezTo>
                  <a:lnTo>
                    <a:pt x="130" y="118"/>
                  </a:lnTo>
                  <a:cubicBezTo>
                    <a:pt x="133" y="116"/>
                    <a:pt x="133" y="116"/>
                    <a:pt x="133" y="116"/>
                  </a:cubicBezTo>
                  <a:lnTo>
                    <a:pt x="133" y="116"/>
                  </a:lnTo>
                  <a:cubicBezTo>
                    <a:pt x="141" y="106"/>
                    <a:pt x="147" y="92"/>
                    <a:pt x="147" y="79"/>
                  </a:cubicBezTo>
                  <a:cubicBezTo>
                    <a:pt x="147" y="73"/>
                    <a:pt x="145" y="66"/>
                    <a:pt x="143" y="59"/>
                  </a:cubicBezTo>
                  <a:lnTo>
                    <a:pt x="143" y="59"/>
                  </a:lnTo>
                  <a:cubicBezTo>
                    <a:pt x="140" y="53"/>
                    <a:pt x="137" y="43"/>
                    <a:pt x="132" y="33"/>
                  </a:cubicBezTo>
                  <a:cubicBezTo>
                    <a:pt x="126" y="22"/>
                    <a:pt x="118" y="14"/>
                    <a:pt x="108" y="9"/>
                  </a:cubicBezTo>
                  <a:cubicBezTo>
                    <a:pt x="99" y="2"/>
                    <a:pt x="88" y="0"/>
                    <a:pt x="78" y="0"/>
                  </a:cubicBezTo>
                  <a:cubicBezTo>
                    <a:pt x="75" y="0"/>
                    <a:pt x="75" y="0"/>
                    <a:pt x="75" y="0"/>
                  </a:cubicBezTo>
                  <a:cubicBezTo>
                    <a:pt x="60" y="0"/>
                    <a:pt x="49" y="6"/>
                    <a:pt x="40" y="11"/>
                  </a:cubicBezTo>
                  <a:cubicBezTo>
                    <a:pt x="30" y="16"/>
                    <a:pt x="23" y="22"/>
                    <a:pt x="19" y="24"/>
                  </a:cubicBezTo>
                  <a:lnTo>
                    <a:pt x="19" y="24"/>
                  </a:lnTo>
                  <a:cubicBezTo>
                    <a:pt x="12" y="28"/>
                    <a:pt x="7" y="35"/>
                    <a:pt x="4" y="42"/>
                  </a:cubicBezTo>
                  <a:cubicBezTo>
                    <a:pt x="1" y="48"/>
                    <a:pt x="0" y="55"/>
                    <a:pt x="0" y="64"/>
                  </a:cubicBezTo>
                  <a:cubicBezTo>
                    <a:pt x="0" y="72"/>
                    <a:pt x="1" y="80"/>
                    <a:pt x="4" y="88"/>
                  </a:cubicBezTo>
                  <a:cubicBezTo>
                    <a:pt x="27" y="160"/>
                    <a:pt x="57" y="223"/>
                    <a:pt x="105" y="274"/>
                  </a:cubicBezTo>
                  <a:close/>
                  <a:moveTo>
                    <a:pt x="31" y="53"/>
                  </a:moveTo>
                  <a:lnTo>
                    <a:pt x="31" y="53"/>
                  </a:lnTo>
                  <a:cubicBezTo>
                    <a:pt x="31" y="51"/>
                    <a:pt x="33" y="50"/>
                    <a:pt x="34" y="50"/>
                  </a:cubicBezTo>
                  <a:lnTo>
                    <a:pt x="34" y="50"/>
                  </a:lnTo>
                  <a:lnTo>
                    <a:pt x="34" y="50"/>
                  </a:lnTo>
                  <a:cubicBezTo>
                    <a:pt x="40" y="46"/>
                    <a:pt x="46" y="40"/>
                    <a:pt x="53" y="36"/>
                  </a:cubicBezTo>
                  <a:cubicBezTo>
                    <a:pt x="60" y="32"/>
                    <a:pt x="68" y="29"/>
                    <a:pt x="77" y="29"/>
                  </a:cubicBezTo>
                  <a:cubicBezTo>
                    <a:pt x="78" y="29"/>
                    <a:pt x="78" y="29"/>
                    <a:pt x="78" y="29"/>
                  </a:cubicBezTo>
                  <a:cubicBezTo>
                    <a:pt x="83" y="29"/>
                    <a:pt x="89" y="31"/>
                    <a:pt x="93" y="33"/>
                  </a:cubicBezTo>
                  <a:cubicBezTo>
                    <a:pt x="97" y="36"/>
                    <a:pt x="101" y="40"/>
                    <a:pt x="105" y="47"/>
                  </a:cubicBezTo>
                  <a:cubicBezTo>
                    <a:pt x="110" y="54"/>
                    <a:pt x="112" y="62"/>
                    <a:pt x="116" y="72"/>
                  </a:cubicBezTo>
                  <a:lnTo>
                    <a:pt x="116" y="72"/>
                  </a:lnTo>
                  <a:cubicBezTo>
                    <a:pt x="116" y="73"/>
                    <a:pt x="118" y="76"/>
                    <a:pt x="118" y="79"/>
                  </a:cubicBezTo>
                  <a:cubicBezTo>
                    <a:pt x="118" y="84"/>
                    <a:pt x="115" y="92"/>
                    <a:pt x="111" y="97"/>
                  </a:cubicBezTo>
                  <a:cubicBezTo>
                    <a:pt x="108" y="99"/>
                    <a:pt x="108" y="99"/>
                    <a:pt x="108" y="99"/>
                  </a:cubicBezTo>
                  <a:lnTo>
                    <a:pt x="108" y="99"/>
                  </a:lnTo>
                  <a:cubicBezTo>
                    <a:pt x="101" y="106"/>
                    <a:pt x="100" y="116"/>
                    <a:pt x="100" y="123"/>
                  </a:cubicBezTo>
                  <a:cubicBezTo>
                    <a:pt x="100" y="135"/>
                    <a:pt x="103" y="145"/>
                    <a:pt x="107" y="154"/>
                  </a:cubicBezTo>
                  <a:cubicBezTo>
                    <a:pt x="116" y="183"/>
                    <a:pt x="136" y="209"/>
                    <a:pt x="156" y="232"/>
                  </a:cubicBezTo>
                  <a:cubicBezTo>
                    <a:pt x="178" y="254"/>
                    <a:pt x="203" y="275"/>
                    <a:pt x="228" y="287"/>
                  </a:cubicBezTo>
                  <a:cubicBezTo>
                    <a:pt x="237" y="293"/>
                    <a:pt x="247" y="296"/>
                    <a:pt x="258" y="296"/>
                  </a:cubicBezTo>
                  <a:cubicBezTo>
                    <a:pt x="267" y="296"/>
                    <a:pt x="277" y="293"/>
                    <a:pt x="285" y="286"/>
                  </a:cubicBezTo>
                  <a:cubicBezTo>
                    <a:pt x="288" y="283"/>
                    <a:pt x="288" y="283"/>
                    <a:pt x="288" y="283"/>
                  </a:cubicBezTo>
                  <a:cubicBezTo>
                    <a:pt x="293" y="278"/>
                    <a:pt x="300" y="274"/>
                    <a:pt x="306" y="275"/>
                  </a:cubicBezTo>
                  <a:cubicBezTo>
                    <a:pt x="307" y="275"/>
                    <a:pt x="309" y="275"/>
                    <a:pt x="310" y="275"/>
                  </a:cubicBezTo>
                  <a:cubicBezTo>
                    <a:pt x="318" y="279"/>
                    <a:pt x="325" y="282"/>
                    <a:pt x="337" y="287"/>
                  </a:cubicBezTo>
                  <a:cubicBezTo>
                    <a:pt x="343" y="289"/>
                    <a:pt x="348" y="293"/>
                    <a:pt x="351" y="297"/>
                  </a:cubicBezTo>
                  <a:cubicBezTo>
                    <a:pt x="354" y="302"/>
                    <a:pt x="357" y="307"/>
                    <a:pt x="357" y="311"/>
                  </a:cubicBezTo>
                  <a:cubicBezTo>
                    <a:pt x="357" y="313"/>
                    <a:pt x="357" y="313"/>
                    <a:pt x="357" y="313"/>
                  </a:cubicBezTo>
                  <a:cubicBezTo>
                    <a:pt x="355" y="320"/>
                    <a:pt x="351" y="330"/>
                    <a:pt x="348" y="338"/>
                  </a:cubicBezTo>
                  <a:cubicBezTo>
                    <a:pt x="344" y="346"/>
                    <a:pt x="340" y="353"/>
                    <a:pt x="337" y="359"/>
                  </a:cubicBezTo>
                  <a:lnTo>
                    <a:pt x="337" y="359"/>
                  </a:lnTo>
                  <a:lnTo>
                    <a:pt x="337" y="359"/>
                  </a:lnTo>
                  <a:cubicBezTo>
                    <a:pt x="336" y="359"/>
                    <a:pt x="336" y="360"/>
                    <a:pt x="333" y="361"/>
                  </a:cubicBezTo>
                  <a:cubicBezTo>
                    <a:pt x="331" y="363"/>
                    <a:pt x="326" y="364"/>
                    <a:pt x="322" y="364"/>
                  </a:cubicBezTo>
                  <a:cubicBezTo>
                    <a:pt x="317" y="364"/>
                    <a:pt x="313" y="363"/>
                    <a:pt x="307" y="361"/>
                  </a:cubicBezTo>
                  <a:cubicBezTo>
                    <a:pt x="228" y="337"/>
                    <a:pt x="170" y="301"/>
                    <a:pt x="126" y="254"/>
                  </a:cubicBezTo>
                  <a:cubicBezTo>
                    <a:pt x="83" y="208"/>
                    <a:pt x="53" y="149"/>
                    <a:pt x="31" y="79"/>
                  </a:cubicBezTo>
                  <a:cubicBezTo>
                    <a:pt x="30" y="73"/>
                    <a:pt x="29" y="68"/>
                    <a:pt x="29" y="64"/>
                  </a:cubicBezTo>
                  <a:cubicBezTo>
                    <a:pt x="29" y="59"/>
                    <a:pt x="30" y="55"/>
                    <a:pt x="31" y="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6">
              <a:extLst>
                <a:ext uri="{FF2B5EF4-FFF2-40B4-BE49-F238E27FC236}">
                  <a16:creationId xmlns:a16="http://schemas.microsoft.com/office/drawing/2014/main" id="{0770A2D5-8BC8-315C-8983-09F9971B4AAB}"/>
                </a:ext>
              </a:extLst>
            </p:cNvPr>
            <p:cNvSpPr>
              <a:spLocks noChangeArrowheads="1"/>
            </p:cNvSpPr>
            <p:nvPr/>
          </p:nvSpPr>
          <p:spPr bwMode="auto">
            <a:xfrm>
              <a:off x="28575" y="5483225"/>
              <a:ext cx="254000" cy="254000"/>
            </a:xfrm>
            <a:custGeom>
              <a:avLst/>
              <a:gdLst>
                <a:gd name="T0" fmla="*/ 351 w 704"/>
                <a:gd name="T1" fmla="*/ 703 h 705"/>
                <a:gd name="T2" fmla="*/ 351 w 704"/>
                <a:gd name="T3" fmla="*/ 703 h 705"/>
                <a:gd name="T4" fmla="*/ 703 w 704"/>
                <a:gd name="T5" fmla="*/ 351 h 705"/>
                <a:gd name="T6" fmla="*/ 351 w 704"/>
                <a:gd name="T7" fmla="*/ 0 h 705"/>
                <a:gd name="T8" fmla="*/ 0 w 704"/>
                <a:gd name="T9" fmla="*/ 351 h 705"/>
                <a:gd name="T10" fmla="*/ 47 w 704"/>
                <a:gd name="T11" fmla="*/ 524 h 705"/>
                <a:gd name="T12" fmla="*/ 1 w 704"/>
                <a:gd name="T13" fmla="*/ 683 h 705"/>
                <a:gd name="T14" fmla="*/ 6 w 704"/>
                <a:gd name="T15" fmla="*/ 698 h 705"/>
                <a:gd name="T16" fmla="*/ 19 w 704"/>
                <a:gd name="T17" fmla="*/ 701 h 705"/>
                <a:gd name="T18" fmla="*/ 178 w 704"/>
                <a:gd name="T19" fmla="*/ 656 h 705"/>
                <a:gd name="T20" fmla="*/ 351 w 704"/>
                <a:gd name="T21" fmla="*/ 703 h 705"/>
                <a:gd name="T22" fmla="*/ 77 w 704"/>
                <a:gd name="T23" fmla="*/ 527 h 705"/>
                <a:gd name="T24" fmla="*/ 77 w 704"/>
                <a:gd name="T25" fmla="*/ 527 h 705"/>
                <a:gd name="T26" fmla="*/ 76 w 704"/>
                <a:gd name="T27" fmla="*/ 515 h 705"/>
                <a:gd name="T28" fmla="*/ 30 w 704"/>
                <a:gd name="T29" fmla="*/ 351 h 705"/>
                <a:gd name="T30" fmla="*/ 124 w 704"/>
                <a:gd name="T31" fmla="*/ 123 h 705"/>
                <a:gd name="T32" fmla="*/ 351 w 704"/>
                <a:gd name="T33" fmla="*/ 29 h 705"/>
                <a:gd name="T34" fmla="*/ 579 w 704"/>
                <a:gd name="T35" fmla="*/ 123 h 705"/>
                <a:gd name="T36" fmla="*/ 674 w 704"/>
                <a:gd name="T37" fmla="*/ 351 h 705"/>
                <a:gd name="T38" fmla="*/ 579 w 704"/>
                <a:gd name="T39" fmla="*/ 579 h 705"/>
                <a:gd name="T40" fmla="*/ 351 w 704"/>
                <a:gd name="T41" fmla="*/ 674 h 705"/>
                <a:gd name="T42" fmla="*/ 188 w 704"/>
                <a:gd name="T43" fmla="*/ 628 h 705"/>
                <a:gd name="T44" fmla="*/ 176 w 704"/>
                <a:gd name="T45" fmla="*/ 627 h 705"/>
                <a:gd name="T46" fmla="*/ 37 w 704"/>
                <a:gd name="T47" fmla="*/ 667 h 705"/>
                <a:gd name="T48" fmla="*/ 77 w 704"/>
                <a:gd name="T49" fmla="*/ 527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5">
                  <a:moveTo>
                    <a:pt x="351" y="703"/>
                  </a:moveTo>
                  <a:lnTo>
                    <a:pt x="351" y="703"/>
                  </a:lnTo>
                  <a:cubicBezTo>
                    <a:pt x="546" y="703"/>
                    <a:pt x="703" y="545"/>
                    <a:pt x="703" y="351"/>
                  </a:cubicBezTo>
                  <a:cubicBezTo>
                    <a:pt x="703" y="158"/>
                    <a:pt x="546" y="0"/>
                    <a:pt x="351" y="0"/>
                  </a:cubicBezTo>
                  <a:cubicBezTo>
                    <a:pt x="158" y="0"/>
                    <a:pt x="0" y="158"/>
                    <a:pt x="0" y="351"/>
                  </a:cubicBezTo>
                  <a:cubicBezTo>
                    <a:pt x="0" y="414"/>
                    <a:pt x="18" y="473"/>
                    <a:pt x="47" y="524"/>
                  </a:cubicBezTo>
                  <a:cubicBezTo>
                    <a:pt x="1" y="683"/>
                    <a:pt x="1" y="683"/>
                    <a:pt x="1" y="683"/>
                  </a:cubicBezTo>
                  <a:cubicBezTo>
                    <a:pt x="0" y="689"/>
                    <a:pt x="1" y="694"/>
                    <a:pt x="6" y="698"/>
                  </a:cubicBezTo>
                  <a:cubicBezTo>
                    <a:pt x="8" y="701"/>
                    <a:pt x="14" y="704"/>
                    <a:pt x="19" y="701"/>
                  </a:cubicBezTo>
                  <a:cubicBezTo>
                    <a:pt x="178" y="656"/>
                    <a:pt x="178" y="656"/>
                    <a:pt x="178" y="656"/>
                  </a:cubicBezTo>
                  <a:cubicBezTo>
                    <a:pt x="229" y="686"/>
                    <a:pt x="288" y="703"/>
                    <a:pt x="351" y="703"/>
                  </a:cubicBezTo>
                  <a:close/>
                  <a:moveTo>
                    <a:pt x="77" y="527"/>
                  </a:moveTo>
                  <a:lnTo>
                    <a:pt x="77" y="527"/>
                  </a:lnTo>
                  <a:cubicBezTo>
                    <a:pt x="77" y="523"/>
                    <a:pt x="77" y="519"/>
                    <a:pt x="76" y="515"/>
                  </a:cubicBezTo>
                  <a:cubicBezTo>
                    <a:pt x="47" y="468"/>
                    <a:pt x="30" y="412"/>
                    <a:pt x="30" y="351"/>
                  </a:cubicBezTo>
                  <a:cubicBezTo>
                    <a:pt x="30" y="262"/>
                    <a:pt x="66" y="181"/>
                    <a:pt x="124" y="123"/>
                  </a:cubicBezTo>
                  <a:cubicBezTo>
                    <a:pt x="183" y="64"/>
                    <a:pt x="264" y="29"/>
                    <a:pt x="351" y="29"/>
                  </a:cubicBezTo>
                  <a:cubicBezTo>
                    <a:pt x="441" y="29"/>
                    <a:pt x="522" y="64"/>
                    <a:pt x="579" y="123"/>
                  </a:cubicBezTo>
                  <a:cubicBezTo>
                    <a:pt x="638" y="181"/>
                    <a:pt x="674" y="262"/>
                    <a:pt x="674" y="351"/>
                  </a:cubicBezTo>
                  <a:cubicBezTo>
                    <a:pt x="674" y="440"/>
                    <a:pt x="638" y="520"/>
                    <a:pt x="579" y="579"/>
                  </a:cubicBezTo>
                  <a:cubicBezTo>
                    <a:pt x="522" y="637"/>
                    <a:pt x="441" y="674"/>
                    <a:pt x="351" y="674"/>
                  </a:cubicBezTo>
                  <a:cubicBezTo>
                    <a:pt x="292" y="674"/>
                    <a:pt x="236" y="657"/>
                    <a:pt x="188" y="628"/>
                  </a:cubicBezTo>
                  <a:cubicBezTo>
                    <a:pt x="184" y="626"/>
                    <a:pt x="180" y="626"/>
                    <a:pt x="176" y="627"/>
                  </a:cubicBezTo>
                  <a:cubicBezTo>
                    <a:pt x="37" y="667"/>
                    <a:pt x="37" y="667"/>
                    <a:pt x="37" y="667"/>
                  </a:cubicBezTo>
                  <a:lnTo>
                    <a:pt x="77" y="5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9" name="Group 252">
            <a:extLst>
              <a:ext uri="{FF2B5EF4-FFF2-40B4-BE49-F238E27FC236}">
                <a16:creationId xmlns:a16="http://schemas.microsoft.com/office/drawing/2014/main" id="{4C356408-FE11-197A-297D-2B0284608473}"/>
              </a:ext>
            </a:extLst>
          </p:cNvPr>
          <p:cNvGrpSpPr/>
          <p:nvPr/>
        </p:nvGrpSpPr>
        <p:grpSpPr>
          <a:xfrm>
            <a:off x="2225799" y="5686847"/>
            <a:ext cx="203200" cy="254000"/>
            <a:chOff x="1084263" y="6008688"/>
            <a:chExt cx="203200" cy="254000"/>
          </a:xfrm>
          <a:solidFill>
            <a:schemeClr val="tx2"/>
          </a:solidFill>
        </p:grpSpPr>
        <p:sp>
          <p:nvSpPr>
            <p:cNvPr id="250" name="Freeform 201">
              <a:extLst>
                <a:ext uri="{FF2B5EF4-FFF2-40B4-BE49-F238E27FC236}">
                  <a16:creationId xmlns:a16="http://schemas.microsoft.com/office/drawing/2014/main" id="{2D7DF7E0-B699-3F4C-5E8B-BED2F231E3D1}"/>
                </a:ext>
              </a:extLst>
            </p:cNvPr>
            <p:cNvSpPr>
              <a:spLocks noChangeArrowheads="1"/>
            </p:cNvSpPr>
            <p:nvPr/>
          </p:nvSpPr>
          <p:spPr bwMode="auto">
            <a:xfrm>
              <a:off x="1227138" y="6183313"/>
              <a:ext cx="1587" cy="1587"/>
            </a:xfrm>
            <a:custGeom>
              <a:avLst/>
              <a:gdLst>
                <a:gd name="T0" fmla="*/ 0 w 2"/>
                <a:gd name="T1" fmla="*/ 0 h 1"/>
                <a:gd name="T2" fmla="*/ 0 w 2"/>
                <a:gd name="T3" fmla="*/ 0 h 1"/>
                <a:gd name="T4" fmla="*/ 1 w 2"/>
                <a:gd name="T5" fmla="*/ 0 h 1"/>
                <a:gd name="T6" fmla="*/ 1 w 2"/>
                <a:gd name="T7" fmla="*/ 0 h 1"/>
                <a:gd name="T8" fmla="*/ 0 w 2"/>
                <a:gd name="T9" fmla="*/ 0 h 1"/>
              </a:gdLst>
              <a:ahLst/>
              <a:cxnLst>
                <a:cxn ang="0">
                  <a:pos x="T0" y="T1"/>
                </a:cxn>
                <a:cxn ang="0">
                  <a:pos x="T2" y="T3"/>
                </a:cxn>
                <a:cxn ang="0">
                  <a:pos x="T4" y="T5"/>
                </a:cxn>
                <a:cxn ang="0">
                  <a:pos x="T6" y="T7"/>
                </a:cxn>
                <a:cxn ang="0">
                  <a:pos x="T8" y="T9"/>
                </a:cxn>
              </a:cxnLst>
              <a:rect l="0" t="0" r="r" b="b"/>
              <a:pathLst>
                <a:path w="2" h="1">
                  <a:moveTo>
                    <a:pt x="0" y="0"/>
                  </a:moveTo>
                  <a:lnTo>
                    <a:pt x="0" y="0"/>
                  </a:lnTo>
                  <a:cubicBezTo>
                    <a:pt x="1" y="0"/>
                    <a:pt x="1" y="0"/>
                    <a:pt x="1" y="0"/>
                  </a:cubicBezTo>
                  <a:lnTo>
                    <a:pt x="1"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2">
              <a:extLst>
                <a:ext uri="{FF2B5EF4-FFF2-40B4-BE49-F238E27FC236}">
                  <a16:creationId xmlns:a16="http://schemas.microsoft.com/office/drawing/2014/main" id="{B19C8B02-E70A-ABB2-3761-49C2F71F3515}"/>
                </a:ext>
              </a:extLst>
            </p:cNvPr>
            <p:cNvSpPr>
              <a:spLocks noChangeArrowheads="1"/>
            </p:cNvSpPr>
            <p:nvPr/>
          </p:nvSpPr>
          <p:spPr bwMode="auto">
            <a:xfrm>
              <a:off x="1084263" y="6008688"/>
              <a:ext cx="179387" cy="254000"/>
            </a:xfrm>
            <a:custGeom>
              <a:avLst/>
              <a:gdLst>
                <a:gd name="T0" fmla="*/ 140 w 500"/>
                <a:gd name="T1" fmla="*/ 209 h 704"/>
                <a:gd name="T2" fmla="*/ 151 w 500"/>
                <a:gd name="T3" fmla="*/ 201 h 704"/>
                <a:gd name="T4" fmla="*/ 176 w 500"/>
                <a:gd name="T5" fmla="*/ 194 h 704"/>
                <a:gd name="T6" fmla="*/ 205 w 500"/>
                <a:gd name="T7" fmla="*/ 153 h 704"/>
                <a:gd name="T8" fmla="*/ 204 w 500"/>
                <a:gd name="T9" fmla="*/ 145 h 704"/>
                <a:gd name="T10" fmla="*/ 195 w 500"/>
                <a:gd name="T11" fmla="*/ 50 h 704"/>
                <a:gd name="T12" fmla="*/ 188 w 500"/>
                <a:gd name="T13" fmla="*/ 28 h 704"/>
                <a:gd name="T14" fmla="*/ 187 w 500"/>
                <a:gd name="T15" fmla="*/ 26 h 704"/>
                <a:gd name="T16" fmla="*/ 156 w 500"/>
                <a:gd name="T17" fmla="*/ 6 h 704"/>
                <a:gd name="T18" fmla="*/ 61 w 500"/>
                <a:gd name="T19" fmla="*/ 0 h 704"/>
                <a:gd name="T20" fmla="*/ 7 w 500"/>
                <a:gd name="T21" fmla="*/ 57 h 704"/>
                <a:gd name="T22" fmla="*/ 90 w 500"/>
                <a:gd name="T23" fmla="*/ 431 h 704"/>
                <a:gd name="T24" fmla="*/ 90 w 500"/>
                <a:gd name="T25" fmla="*/ 431 h 704"/>
                <a:gd name="T26" fmla="*/ 94 w 500"/>
                <a:gd name="T27" fmla="*/ 438 h 704"/>
                <a:gd name="T28" fmla="*/ 94 w 500"/>
                <a:gd name="T29" fmla="*/ 438 h 704"/>
                <a:gd name="T30" fmla="*/ 337 w 500"/>
                <a:gd name="T31" fmla="*/ 684 h 704"/>
                <a:gd name="T32" fmla="*/ 431 w 500"/>
                <a:gd name="T33" fmla="*/ 699 h 704"/>
                <a:gd name="T34" fmla="*/ 451 w 500"/>
                <a:gd name="T35" fmla="*/ 681 h 704"/>
                <a:gd name="T36" fmla="*/ 495 w 500"/>
                <a:gd name="T37" fmla="*/ 598 h 704"/>
                <a:gd name="T38" fmla="*/ 493 w 500"/>
                <a:gd name="T39" fmla="*/ 559 h 704"/>
                <a:gd name="T40" fmla="*/ 492 w 500"/>
                <a:gd name="T41" fmla="*/ 558 h 704"/>
                <a:gd name="T42" fmla="*/ 470 w 500"/>
                <a:gd name="T43" fmla="*/ 537 h 704"/>
                <a:gd name="T44" fmla="*/ 400 w 500"/>
                <a:gd name="T45" fmla="*/ 485 h 704"/>
                <a:gd name="T46" fmla="*/ 370 w 500"/>
                <a:gd name="T47" fmla="*/ 474 h 704"/>
                <a:gd name="T48" fmla="*/ 342 w 500"/>
                <a:gd name="T49" fmla="*/ 484 h 704"/>
                <a:gd name="T50" fmla="*/ 312 w 500"/>
                <a:gd name="T51" fmla="*/ 507 h 704"/>
                <a:gd name="T52" fmla="*/ 308 w 500"/>
                <a:gd name="T53" fmla="*/ 506 h 704"/>
                <a:gd name="T54" fmla="*/ 220 w 500"/>
                <a:gd name="T55" fmla="*/ 400 h 704"/>
                <a:gd name="T56" fmla="*/ 187 w 500"/>
                <a:gd name="T57" fmla="*/ 342 h 704"/>
                <a:gd name="T58" fmla="*/ 156 w 500"/>
                <a:gd name="T59" fmla="*/ 274 h 704"/>
                <a:gd name="T60" fmla="*/ 140 w 500"/>
                <a:gd name="T61" fmla="*/ 215 h 704"/>
                <a:gd name="T62" fmla="*/ 140 w 500"/>
                <a:gd name="T63" fmla="*/ 209 h 704"/>
                <a:gd name="T64" fmla="*/ 116 w 500"/>
                <a:gd name="T65" fmla="*/ 247 h 704"/>
                <a:gd name="T66" fmla="*/ 161 w 500"/>
                <a:gd name="T67" fmla="*/ 356 h 704"/>
                <a:gd name="T68" fmla="*/ 178 w 500"/>
                <a:gd name="T69" fmla="*/ 386 h 704"/>
                <a:gd name="T70" fmla="*/ 195 w 500"/>
                <a:gd name="T71" fmla="*/ 415 h 704"/>
                <a:gd name="T72" fmla="*/ 279 w 500"/>
                <a:gd name="T73" fmla="*/ 521 h 704"/>
                <a:gd name="T74" fmla="*/ 311 w 500"/>
                <a:gd name="T75" fmla="*/ 536 h 704"/>
                <a:gd name="T76" fmla="*/ 345 w 500"/>
                <a:gd name="T77" fmla="*/ 523 h 704"/>
                <a:gd name="T78" fmla="*/ 370 w 500"/>
                <a:gd name="T79" fmla="*/ 503 h 704"/>
                <a:gd name="T80" fmla="*/ 381 w 500"/>
                <a:gd name="T81" fmla="*/ 507 h 704"/>
                <a:gd name="T82" fmla="*/ 427 w 500"/>
                <a:gd name="T83" fmla="*/ 544 h 704"/>
                <a:gd name="T84" fmla="*/ 459 w 500"/>
                <a:gd name="T85" fmla="*/ 565 h 704"/>
                <a:gd name="T86" fmla="*/ 467 w 500"/>
                <a:gd name="T87" fmla="*/ 573 h 704"/>
                <a:gd name="T88" fmla="*/ 467 w 500"/>
                <a:gd name="T89" fmla="*/ 574 h 704"/>
                <a:gd name="T90" fmla="*/ 469 w 500"/>
                <a:gd name="T91" fmla="*/ 584 h 704"/>
                <a:gd name="T92" fmla="*/ 419 w 500"/>
                <a:gd name="T93" fmla="*/ 672 h 704"/>
                <a:gd name="T94" fmla="*/ 349 w 500"/>
                <a:gd name="T95" fmla="*/ 658 h 704"/>
                <a:gd name="T96" fmla="*/ 117 w 500"/>
                <a:gd name="T97" fmla="*/ 420 h 704"/>
                <a:gd name="T98" fmla="*/ 116 w 500"/>
                <a:gd name="T99" fmla="*/ 418 h 704"/>
                <a:gd name="T100" fmla="*/ 40 w 500"/>
                <a:gd name="T101" fmla="*/ 50 h 704"/>
                <a:gd name="T102" fmla="*/ 61 w 500"/>
                <a:gd name="T103" fmla="*/ 31 h 704"/>
                <a:gd name="T104" fmla="*/ 161 w 500"/>
                <a:gd name="T105" fmla="*/ 40 h 704"/>
                <a:gd name="T106" fmla="*/ 162 w 500"/>
                <a:gd name="T107" fmla="*/ 42 h 704"/>
                <a:gd name="T108" fmla="*/ 167 w 500"/>
                <a:gd name="T109" fmla="*/ 58 h 704"/>
                <a:gd name="T110" fmla="*/ 167 w 500"/>
                <a:gd name="T111" fmla="*/ 90 h 704"/>
                <a:gd name="T112" fmla="*/ 175 w 500"/>
                <a:gd name="T113" fmla="*/ 150 h 704"/>
                <a:gd name="T114" fmla="*/ 176 w 500"/>
                <a:gd name="T115" fmla="*/ 153 h 704"/>
                <a:gd name="T116" fmla="*/ 168 w 500"/>
                <a:gd name="T117" fmla="*/ 165 h 704"/>
                <a:gd name="T118" fmla="*/ 145 w 500"/>
                <a:gd name="T119" fmla="*/ 172 h 704"/>
                <a:gd name="T120" fmla="*/ 110 w 500"/>
                <a:gd name="T121" fmla="*/ 21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00" h="704">
                  <a:moveTo>
                    <a:pt x="140" y="209"/>
                  </a:moveTo>
                  <a:lnTo>
                    <a:pt x="140" y="209"/>
                  </a:lnTo>
                  <a:lnTo>
                    <a:pt x="140" y="209"/>
                  </a:lnTo>
                  <a:cubicBezTo>
                    <a:pt x="143" y="205"/>
                    <a:pt x="147" y="202"/>
                    <a:pt x="151" y="201"/>
                  </a:cubicBezTo>
                  <a:cubicBezTo>
                    <a:pt x="176" y="194"/>
                    <a:pt x="176" y="194"/>
                    <a:pt x="176" y="194"/>
                  </a:cubicBezTo>
                  <a:lnTo>
                    <a:pt x="176" y="194"/>
                  </a:lnTo>
                  <a:cubicBezTo>
                    <a:pt x="186" y="191"/>
                    <a:pt x="193" y="186"/>
                    <a:pt x="198" y="177"/>
                  </a:cubicBezTo>
                  <a:cubicBezTo>
                    <a:pt x="202" y="171"/>
                    <a:pt x="205" y="162"/>
                    <a:pt x="205" y="153"/>
                  </a:cubicBezTo>
                  <a:cubicBezTo>
                    <a:pt x="205" y="150"/>
                    <a:pt x="205" y="147"/>
                    <a:pt x="204" y="145"/>
                  </a:cubicBezTo>
                  <a:lnTo>
                    <a:pt x="204" y="145"/>
                  </a:lnTo>
                  <a:cubicBezTo>
                    <a:pt x="201" y="129"/>
                    <a:pt x="198" y="107"/>
                    <a:pt x="197" y="88"/>
                  </a:cubicBezTo>
                  <a:cubicBezTo>
                    <a:pt x="195" y="69"/>
                    <a:pt x="195" y="58"/>
                    <a:pt x="195" y="50"/>
                  </a:cubicBezTo>
                  <a:cubicBezTo>
                    <a:pt x="194" y="46"/>
                    <a:pt x="194" y="42"/>
                    <a:pt x="193" y="37"/>
                  </a:cubicBezTo>
                  <a:cubicBezTo>
                    <a:pt x="191" y="35"/>
                    <a:pt x="190" y="31"/>
                    <a:pt x="188" y="28"/>
                  </a:cubicBezTo>
                  <a:lnTo>
                    <a:pt x="188" y="28"/>
                  </a:lnTo>
                  <a:cubicBezTo>
                    <a:pt x="187" y="26"/>
                    <a:pt x="187" y="26"/>
                    <a:pt x="187" y="26"/>
                  </a:cubicBezTo>
                  <a:cubicBezTo>
                    <a:pt x="182" y="14"/>
                    <a:pt x="169" y="6"/>
                    <a:pt x="156" y="6"/>
                  </a:cubicBezTo>
                  <a:lnTo>
                    <a:pt x="156" y="6"/>
                  </a:lnTo>
                  <a:cubicBezTo>
                    <a:pt x="61" y="0"/>
                    <a:pt x="61" y="0"/>
                    <a:pt x="61" y="0"/>
                  </a:cubicBezTo>
                  <a:lnTo>
                    <a:pt x="61" y="0"/>
                  </a:lnTo>
                  <a:cubicBezTo>
                    <a:pt x="50" y="0"/>
                    <a:pt x="39" y="6"/>
                    <a:pt x="32" y="13"/>
                  </a:cubicBezTo>
                  <a:cubicBezTo>
                    <a:pt x="20" y="22"/>
                    <a:pt x="13" y="37"/>
                    <a:pt x="7" y="57"/>
                  </a:cubicBezTo>
                  <a:cubicBezTo>
                    <a:pt x="2" y="75"/>
                    <a:pt x="0" y="96"/>
                    <a:pt x="0" y="121"/>
                  </a:cubicBezTo>
                  <a:cubicBezTo>
                    <a:pt x="0" y="205"/>
                    <a:pt x="28" y="323"/>
                    <a:pt x="90" y="431"/>
                  </a:cubicBezTo>
                  <a:lnTo>
                    <a:pt x="90" y="431"/>
                  </a:lnTo>
                  <a:lnTo>
                    <a:pt x="90" y="431"/>
                  </a:lnTo>
                  <a:cubicBezTo>
                    <a:pt x="92" y="434"/>
                    <a:pt x="92" y="434"/>
                    <a:pt x="92" y="434"/>
                  </a:cubicBezTo>
                  <a:cubicBezTo>
                    <a:pt x="94" y="438"/>
                    <a:pt x="94" y="438"/>
                    <a:pt x="94" y="438"/>
                  </a:cubicBezTo>
                  <a:lnTo>
                    <a:pt x="94" y="438"/>
                  </a:lnTo>
                  <a:lnTo>
                    <a:pt x="94" y="438"/>
                  </a:lnTo>
                  <a:cubicBezTo>
                    <a:pt x="139" y="518"/>
                    <a:pt x="198" y="584"/>
                    <a:pt x="254" y="629"/>
                  </a:cubicBezTo>
                  <a:cubicBezTo>
                    <a:pt x="283" y="652"/>
                    <a:pt x="311" y="672"/>
                    <a:pt x="337" y="684"/>
                  </a:cubicBezTo>
                  <a:cubicBezTo>
                    <a:pt x="361" y="696"/>
                    <a:pt x="385" y="703"/>
                    <a:pt x="405" y="703"/>
                  </a:cubicBezTo>
                  <a:cubicBezTo>
                    <a:pt x="415" y="703"/>
                    <a:pt x="423" y="702"/>
                    <a:pt x="431" y="699"/>
                  </a:cubicBezTo>
                  <a:cubicBezTo>
                    <a:pt x="438" y="695"/>
                    <a:pt x="445" y="689"/>
                    <a:pt x="451" y="681"/>
                  </a:cubicBezTo>
                  <a:lnTo>
                    <a:pt x="451" y="681"/>
                  </a:lnTo>
                  <a:cubicBezTo>
                    <a:pt x="495" y="598"/>
                    <a:pt x="495" y="598"/>
                    <a:pt x="495" y="598"/>
                  </a:cubicBezTo>
                  <a:lnTo>
                    <a:pt x="495" y="598"/>
                  </a:lnTo>
                  <a:cubicBezTo>
                    <a:pt x="497" y="592"/>
                    <a:pt x="499" y="587"/>
                    <a:pt x="499" y="580"/>
                  </a:cubicBezTo>
                  <a:cubicBezTo>
                    <a:pt x="499" y="573"/>
                    <a:pt x="496" y="566"/>
                    <a:pt x="493" y="559"/>
                  </a:cubicBezTo>
                  <a:cubicBezTo>
                    <a:pt x="492" y="558"/>
                    <a:pt x="492" y="558"/>
                    <a:pt x="492" y="558"/>
                  </a:cubicBezTo>
                  <a:lnTo>
                    <a:pt x="492" y="558"/>
                  </a:lnTo>
                  <a:cubicBezTo>
                    <a:pt x="489" y="554"/>
                    <a:pt x="488" y="551"/>
                    <a:pt x="485" y="548"/>
                  </a:cubicBezTo>
                  <a:cubicBezTo>
                    <a:pt x="481" y="544"/>
                    <a:pt x="477" y="541"/>
                    <a:pt x="470" y="537"/>
                  </a:cubicBezTo>
                  <a:cubicBezTo>
                    <a:pt x="464" y="533"/>
                    <a:pt x="456" y="528"/>
                    <a:pt x="444" y="521"/>
                  </a:cubicBezTo>
                  <a:cubicBezTo>
                    <a:pt x="427" y="508"/>
                    <a:pt x="411" y="495"/>
                    <a:pt x="400" y="485"/>
                  </a:cubicBezTo>
                  <a:lnTo>
                    <a:pt x="400" y="485"/>
                  </a:lnTo>
                  <a:cubicBezTo>
                    <a:pt x="390" y="477"/>
                    <a:pt x="379" y="474"/>
                    <a:pt x="370" y="474"/>
                  </a:cubicBezTo>
                  <a:cubicBezTo>
                    <a:pt x="360" y="474"/>
                    <a:pt x="350" y="477"/>
                    <a:pt x="342" y="484"/>
                  </a:cubicBezTo>
                  <a:lnTo>
                    <a:pt x="342" y="484"/>
                  </a:lnTo>
                  <a:cubicBezTo>
                    <a:pt x="324" y="501"/>
                    <a:pt x="324" y="501"/>
                    <a:pt x="324" y="501"/>
                  </a:cubicBezTo>
                  <a:cubicBezTo>
                    <a:pt x="322" y="506"/>
                    <a:pt x="316" y="507"/>
                    <a:pt x="312" y="507"/>
                  </a:cubicBezTo>
                  <a:lnTo>
                    <a:pt x="312" y="507"/>
                  </a:lnTo>
                  <a:cubicBezTo>
                    <a:pt x="312" y="507"/>
                    <a:pt x="309" y="507"/>
                    <a:pt x="308" y="506"/>
                  </a:cubicBezTo>
                  <a:cubicBezTo>
                    <a:pt x="302" y="503"/>
                    <a:pt x="296" y="497"/>
                    <a:pt x="289" y="490"/>
                  </a:cubicBezTo>
                  <a:cubicBezTo>
                    <a:pt x="265" y="467"/>
                    <a:pt x="238" y="427"/>
                    <a:pt x="220" y="400"/>
                  </a:cubicBezTo>
                  <a:cubicBezTo>
                    <a:pt x="212" y="387"/>
                    <a:pt x="206" y="378"/>
                    <a:pt x="202" y="371"/>
                  </a:cubicBezTo>
                  <a:cubicBezTo>
                    <a:pt x="199" y="366"/>
                    <a:pt x="194" y="355"/>
                    <a:pt x="187" y="342"/>
                  </a:cubicBezTo>
                  <a:lnTo>
                    <a:pt x="187" y="342"/>
                  </a:lnTo>
                  <a:cubicBezTo>
                    <a:pt x="178" y="323"/>
                    <a:pt x="165" y="297"/>
                    <a:pt x="156" y="274"/>
                  </a:cubicBezTo>
                  <a:cubicBezTo>
                    <a:pt x="151" y="261"/>
                    <a:pt x="147" y="250"/>
                    <a:pt x="145" y="239"/>
                  </a:cubicBezTo>
                  <a:cubicBezTo>
                    <a:pt x="142" y="230"/>
                    <a:pt x="140" y="220"/>
                    <a:pt x="140" y="215"/>
                  </a:cubicBezTo>
                  <a:cubicBezTo>
                    <a:pt x="140" y="213"/>
                    <a:pt x="140" y="212"/>
                    <a:pt x="140" y="210"/>
                  </a:cubicBezTo>
                  <a:lnTo>
                    <a:pt x="140" y="209"/>
                  </a:lnTo>
                  <a:close/>
                  <a:moveTo>
                    <a:pt x="116" y="247"/>
                  </a:moveTo>
                  <a:lnTo>
                    <a:pt x="116" y="247"/>
                  </a:lnTo>
                  <a:cubicBezTo>
                    <a:pt x="125" y="282"/>
                    <a:pt x="146" y="326"/>
                    <a:pt x="161" y="356"/>
                  </a:cubicBezTo>
                  <a:lnTo>
                    <a:pt x="161" y="356"/>
                  </a:lnTo>
                  <a:cubicBezTo>
                    <a:pt x="168" y="368"/>
                    <a:pt x="173" y="379"/>
                    <a:pt x="178" y="386"/>
                  </a:cubicBezTo>
                  <a:lnTo>
                    <a:pt x="178" y="386"/>
                  </a:lnTo>
                  <a:lnTo>
                    <a:pt x="178" y="386"/>
                  </a:lnTo>
                  <a:cubicBezTo>
                    <a:pt x="182" y="393"/>
                    <a:pt x="187" y="403"/>
                    <a:pt x="195" y="415"/>
                  </a:cubicBezTo>
                  <a:cubicBezTo>
                    <a:pt x="209" y="437"/>
                    <a:pt x="230" y="466"/>
                    <a:pt x="249" y="490"/>
                  </a:cubicBezTo>
                  <a:cubicBezTo>
                    <a:pt x="259" y="501"/>
                    <a:pt x="268" y="512"/>
                    <a:pt x="279" y="521"/>
                  </a:cubicBezTo>
                  <a:cubicBezTo>
                    <a:pt x="283" y="525"/>
                    <a:pt x="289" y="529"/>
                    <a:pt x="294" y="532"/>
                  </a:cubicBezTo>
                  <a:cubicBezTo>
                    <a:pt x="298" y="534"/>
                    <a:pt x="305" y="536"/>
                    <a:pt x="311" y="536"/>
                  </a:cubicBezTo>
                  <a:cubicBezTo>
                    <a:pt x="312" y="536"/>
                    <a:pt x="312" y="536"/>
                    <a:pt x="312" y="536"/>
                  </a:cubicBezTo>
                  <a:cubicBezTo>
                    <a:pt x="324" y="536"/>
                    <a:pt x="337" y="532"/>
                    <a:pt x="345" y="523"/>
                  </a:cubicBezTo>
                  <a:cubicBezTo>
                    <a:pt x="363" y="506"/>
                    <a:pt x="363" y="506"/>
                    <a:pt x="363" y="506"/>
                  </a:cubicBezTo>
                  <a:cubicBezTo>
                    <a:pt x="364" y="504"/>
                    <a:pt x="367" y="503"/>
                    <a:pt x="370" y="503"/>
                  </a:cubicBezTo>
                  <a:cubicBezTo>
                    <a:pt x="372" y="503"/>
                    <a:pt x="377" y="504"/>
                    <a:pt x="381" y="507"/>
                  </a:cubicBezTo>
                  <a:lnTo>
                    <a:pt x="381" y="507"/>
                  </a:lnTo>
                  <a:cubicBezTo>
                    <a:pt x="393" y="518"/>
                    <a:pt x="411" y="532"/>
                    <a:pt x="427" y="544"/>
                  </a:cubicBezTo>
                  <a:lnTo>
                    <a:pt x="427" y="544"/>
                  </a:lnTo>
                  <a:lnTo>
                    <a:pt x="427" y="544"/>
                  </a:lnTo>
                  <a:cubicBezTo>
                    <a:pt x="444" y="555"/>
                    <a:pt x="453" y="560"/>
                    <a:pt x="459" y="565"/>
                  </a:cubicBezTo>
                  <a:cubicBezTo>
                    <a:pt x="462" y="566"/>
                    <a:pt x="463" y="567"/>
                    <a:pt x="464" y="569"/>
                  </a:cubicBezTo>
                  <a:cubicBezTo>
                    <a:pt x="464" y="569"/>
                    <a:pt x="466" y="570"/>
                    <a:pt x="467" y="573"/>
                  </a:cubicBezTo>
                  <a:cubicBezTo>
                    <a:pt x="467" y="574"/>
                    <a:pt x="467" y="574"/>
                    <a:pt x="467" y="574"/>
                  </a:cubicBezTo>
                  <a:lnTo>
                    <a:pt x="467" y="574"/>
                  </a:lnTo>
                  <a:cubicBezTo>
                    <a:pt x="469" y="577"/>
                    <a:pt x="470" y="578"/>
                    <a:pt x="470" y="580"/>
                  </a:cubicBezTo>
                  <a:cubicBezTo>
                    <a:pt x="470" y="581"/>
                    <a:pt x="469" y="582"/>
                    <a:pt x="469" y="584"/>
                  </a:cubicBezTo>
                  <a:cubicBezTo>
                    <a:pt x="425" y="666"/>
                    <a:pt x="425" y="666"/>
                    <a:pt x="425" y="666"/>
                  </a:cubicBezTo>
                  <a:cubicBezTo>
                    <a:pt x="423" y="669"/>
                    <a:pt x="422" y="670"/>
                    <a:pt x="419" y="672"/>
                  </a:cubicBezTo>
                  <a:cubicBezTo>
                    <a:pt x="415" y="673"/>
                    <a:pt x="411" y="674"/>
                    <a:pt x="405" y="674"/>
                  </a:cubicBezTo>
                  <a:cubicBezTo>
                    <a:pt x="392" y="674"/>
                    <a:pt x="372" y="669"/>
                    <a:pt x="349" y="658"/>
                  </a:cubicBezTo>
                  <a:cubicBezTo>
                    <a:pt x="280" y="624"/>
                    <a:pt x="184" y="537"/>
                    <a:pt x="118" y="423"/>
                  </a:cubicBezTo>
                  <a:cubicBezTo>
                    <a:pt x="117" y="420"/>
                    <a:pt x="117" y="420"/>
                    <a:pt x="117" y="420"/>
                  </a:cubicBezTo>
                  <a:lnTo>
                    <a:pt x="117" y="420"/>
                  </a:lnTo>
                  <a:cubicBezTo>
                    <a:pt x="116" y="418"/>
                    <a:pt x="116" y="418"/>
                    <a:pt x="116" y="418"/>
                  </a:cubicBezTo>
                  <a:cubicBezTo>
                    <a:pt x="55" y="313"/>
                    <a:pt x="29" y="198"/>
                    <a:pt x="29" y="121"/>
                  </a:cubicBezTo>
                  <a:cubicBezTo>
                    <a:pt x="29" y="91"/>
                    <a:pt x="33" y="66"/>
                    <a:pt x="40" y="50"/>
                  </a:cubicBezTo>
                  <a:cubicBezTo>
                    <a:pt x="43" y="43"/>
                    <a:pt x="47" y="37"/>
                    <a:pt x="50" y="35"/>
                  </a:cubicBezTo>
                  <a:cubicBezTo>
                    <a:pt x="54" y="32"/>
                    <a:pt x="57" y="31"/>
                    <a:pt x="61" y="31"/>
                  </a:cubicBezTo>
                  <a:cubicBezTo>
                    <a:pt x="154" y="35"/>
                    <a:pt x="154" y="35"/>
                    <a:pt x="154" y="35"/>
                  </a:cubicBezTo>
                  <a:cubicBezTo>
                    <a:pt x="157" y="35"/>
                    <a:pt x="158" y="36"/>
                    <a:pt x="161" y="40"/>
                  </a:cubicBezTo>
                  <a:lnTo>
                    <a:pt x="161" y="40"/>
                  </a:lnTo>
                  <a:cubicBezTo>
                    <a:pt x="162" y="42"/>
                    <a:pt x="162" y="42"/>
                    <a:pt x="162" y="42"/>
                  </a:cubicBezTo>
                  <a:cubicBezTo>
                    <a:pt x="164" y="44"/>
                    <a:pt x="164" y="46"/>
                    <a:pt x="165" y="46"/>
                  </a:cubicBezTo>
                  <a:cubicBezTo>
                    <a:pt x="165" y="48"/>
                    <a:pt x="165" y="51"/>
                    <a:pt x="167" y="58"/>
                  </a:cubicBezTo>
                  <a:cubicBezTo>
                    <a:pt x="167" y="65"/>
                    <a:pt x="167" y="75"/>
                    <a:pt x="167" y="90"/>
                  </a:cubicBezTo>
                  <a:lnTo>
                    <a:pt x="167" y="90"/>
                  </a:lnTo>
                  <a:cubicBezTo>
                    <a:pt x="167" y="91"/>
                    <a:pt x="167" y="91"/>
                    <a:pt x="167" y="91"/>
                  </a:cubicBezTo>
                  <a:cubicBezTo>
                    <a:pt x="169" y="112"/>
                    <a:pt x="172" y="134"/>
                    <a:pt x="175" y="150"/>
                  </a:cubicBezTo>
                  <a:lnTo>
                    <a:pt x="175" y="150"/>
                  </a:lnTo>
                  <a:cubicBezTo>
                    <a:pt x="176" y="153"/>
                    <a:pt x="176" y="153"/>
                    <a:pt x="176" y="153"/>
                  </a:cubicBezTo>
                  <a:cubicBezTo>
                    <a:pt x="176" y="157"/>
                    <a:pt x="175" y="160"/>
                    <a:pt x="173" y="162"/>
                  </a:cubicBezTo>
                  <a:cubicBezTo>
                    <a:pt x="172" y="164"/>
                    <a:pt x="171" y="165"/>
                    <a:pt x="168" y="165"/>
                  </a:cubicBezTo>
                  <a:cubicBezTo>
                    <a:pt x="145" y="172"/>
                    <a:pt x="145" y="172"/>
                    <a:pt x="145" y="172"/>
                  </a:cubicBezTo>
                  <a:lnTo>
                    <a:pt x="145" y="172"/>
                  </a:lnTo>
                  <a:cubicBezTo>
                    <a:pt x="132" y="175"/>
                    <a:pt x="121" y="183"/>
                    <a:pt x="116" y="194"/>
                  </a:cubicBezTo>
                  <a:cubicBezTo>
                    <a:pt x="112" y="201"/>
                    <a:pt x="110" y="208"/>
                    <a:pt x="110" y="215"/>
                  </a:cubicBezTo>
                  <a:cubicBezTo>
                    <a:pt x="110" y="226"/>
                    <a:pt x="113" y="235"/>
                    <a:pt x="116"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CA97EADD-45C7-B73F-99D9-AD0B4B72ABF5}"/>
                </a:ext>
              </a:extLst>
            </p:cNvPr>
            <p:cNvSpPr>
              <a:spLocks noChangeArrowheads="1"/>
            </p:cNvSpPr>
            <p:nvPr/>
          </p:nvSpPr>
          <p:spPr bwMode="auto">
            <a:xfrm>
              <a:off x="1125538"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4">
              <a:extLst>
                <a:ext uri="{FF2B5EF4-FFF2-40B4-BE49-F238E27FC236}">
                  <a16:creationId xmlns:a16="http://schemas.microsoft.com/office/drawing/2014/main" id="{8DB1FF66-EE02-9AD7-89C8-1F4EA784E33A}"/>
                </a:ext>
              </a:extLst>
            </p:cNvPr>
            <p:cNvSpPr>
              <a:spLocks noChangeArrowheads="1"/>
            </p:cNvSpPr>
            <p:nvPr/>
          </p:nvSpPr>
          <p:spPr bwMode="auto">
            <a:xfrm>
              <a:off x="1141413" y="61372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7">
              <a:extLst>
                <a:ext uri="{FF2B5EF4-FFF2-40B4-BE49-F238E27FC236}">
                  <a16:creationId xmlns:a16="http://schemas.microsoft.com/office/drawing/2014/main" id="{18374ECF-4D56-C635-59CB-F017E157393C}"/>
                </a:ext>
              </a:extLst>
            </p:cNvPr>
            <p:cNvSpPr>
              <a:spLocks noChangeArrowheads="1"/>
            </p:cNvSpPr>
            <p:nvPr/>
          </p:nvSpPr>
          <p:spPr bwMode="auto">
            <a:xfrm>
              <a:off x="1185863" y="6053138"/>
              <a:ext cx="69850" cy="103187"/>
            </a:xfrm>
            <a:custGeom>
              <a:avLst/>
              <a:gdLst>
                <a:gd name="T0" fmla="*/ 166 w 192"/>
                <a:gd name="T1" fmla="*/ 281 h 285"/>
                <a:gd name="T2" fmla="*/ 166 w 192"/>
                <a:gd name="T3" fmla="*/ 281 h 285"/>
                <a:gd name="T4" fmla="*/ 184 w 192"/>
                <a:gd name="T5" fmla="*/ 272 h 285"/>
                <a:gd name="T6" fmla="*/ 191 w 192"/>
                <a:gd name="T7" fmla="*/ 218 h 285"/>
                <a:gd name="T8" fmla="*/ 19 w 192"/>
                <a:gd name="T9" fmla="*/ 3 h 285"/>
                <a:gd name="T10" fmla="*/ 3 w 192"/>
                <a:gd name="T11" fmla="*/ 14 h 285"/>
                <a:gd name="T12" fmla="*/ 13 w 192"/>
                <a:gd name="T13" fmla="*/ 30 h 285"/>
                <a:gd name="T14" fmla="*/ 13 w 192"/>
                <a:gd name="T15" fmla="*/ 30 h 285"/>
                <a:gd name="T16" fmla="*/ 161 w 192"/>
                <a:gd name="T17" fmla="*/ 218 h 285"/>
                <a:gd name="T18" fmla="*/ 157 w 192"/>
                <a:gd name="T19" fmla="*/ 265 h 285"/>
                <a:gd name="T20" fmla="*/ 166 w 192"/>
                <a:gd name="T21" fmla="*/ 281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2" h="285">
                  <a:moveTo>
                    <a:pt x="166" y="281"/>
                  </a:moveTo>
                  <a:lnTo>
                    <a:pt x="166" y="281"/>
                  </a:lnTo>
                  <a:cubicBezTo>
                    <a:pt x="175" y="284"/>
                    <a:pt x="183" y="278"/>
                    <a:pt x="184" y="272"/>
                  </a:cubicBezTo>
                  <a:cubicBezTo>
                    <a:pt x="188" y="254"/>
                    <a:pt x="191" y="236"/>
                    <a:pt x="191" y="218"/>
                  </a:cubicBezTo>
                  <a:cubicBezTo>
                    <a:pt x="191" y="118"/>
                    <a:pt x="122" y="27"/>
                    <a:pt x="19" y="3"/>
                  </a:cubicBezTo>
                  <a:cubicBezTo>
                    <a:pt x="13" y="0"/>
                    <a:pt x="4" y="5"/>
                    <a:pt x="3" y="14"/>
                  </a:cubicBezTo>
                  <a:cubicBezTo>
                    <a:pt x="0" y="20"/>
                    <a:pt x="6" y="29"/>
                    <a:pt x="13" y="30"/>
                  </a:cubicBezTo>
                  <a:lnTo>
                    <a:pt x="13" y="30"/>
                  </a:lnTo>
                  <a:cubicBezTo>
                    <a:pt x="102" y="52"/>
                    <a:pt x="161" y="132"/>
                    <a:pt x="161" y="218"/>
                  </a:cubicBezTo>
                  <a:cubicBezTo>
                    <a:pt x="161" y="233"/>
                    <a:pt x="159" y="248"/>
                    <a:pt x="157" y="265"/>
                  </a:cubicBezTo>
                  <a:cubicBezTo>
                    <a:pt x="154" y="272"/>
                    <a:pt x="159" y="280"/>
                    <a:pt x="166" y="2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8">
              <a:extLst>
                <a:ext uri="{FF2B5EF4-FFF2-40B4-BE49-F238E27FC236}">
                  <a16:creationId xmlns:a16="http://schemas.microsoft.com/office/drawing/2014/main" id="{82A2CA05-FD9E-1ED8-9AB8-5A993D869471}"/>
                </a:ext>
              </a:extLst>
            </p:cNvPr>
            <p:cNvSpPr>
              <a:spLocks noChangeArrowheads="1"/>
            </p:cNvSpPr>
            <p:nvPr/>
          </p:nvSpPr>
          <p:spPr bwMode="auto">
            <a:xfrm>
              <a:off x="1193800" y="6021388"/>
              <a:ext cx="93663" cy="141287"/>
            </a:xfrm>
            <a:custGeom>
              <a:avLst/>
              <a:gdLst>
                <a:gd name="T0" fmla="*/ 232 w 259"/>
                <a:gd name="T1" fmla="*/ 388 h 391"/>
                <a:gd name="T2" fmla="*/ 232 w 259"/>
                <a:gd name="T3" fmla="*/ 388 h 391"/>
                <a:gd name="T4" fmla="*/ 250 w 259"/>
                <a:gd name="T5" fmla="*/ 377 h 391"/>
                <a:gd name="T6" fmla="*/ 258 w 259"/>
                <a:gd name="T7" fmla="*/ 303 h 391"/>
                <a:gd name="T8" fmla="*/ 20 w 259"/>
                <a:gd name="T9" fmla="*/ 1 h 391"/>
                <a:gd name="T10" fmla="*/ 3 w 259"/>
                <a:gd name="T11" fmla="*/ 12 h 391"/>
                <a:gd name="T12" fmla="*/ 14 w 259"/>
                <a:gd name="T13" fmla="*/ 30 h 391"/>
                <a:gd name="T14" fmla="*/ 14 w 259"/>
                <a:gd name="T15" fmla="*/ 30 h 391"/>
                <a:gd name="T16" fmla="*/ 229 w 259"/>
                <a:gd name="T17" fmla="*/ 303 h 391"/>
                <a:gd name="T18" fmla="*/ 221 w 259"/>
                <a:gd name="T19" fmla="*/ 370 h 391"/>
                <a:gd name="T20" fmla="*/ 232 w 259"/>
                <a:gd name="T21" fmla="*/ 388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9" h="391">
                  <a:moveTo>
                    <a:pt x="232" y="388"/>
                  </a:moveTo>
                  <a:lnTo>
                    <a:pt x="232" y="388"/>
                  </a:lnTo>
                  <a:cubicBezTo>
                    <a:pt x="240" y="390"/>
                    <a:pt x="247" y="384"/>
                    <a:pt x="250" y="377"/>
                  </a:cubicBezTo>
                  <a:cubicBezTo>
                    <a:pt x="255" y="352"/>
                    <a:pt x="258" y="328"/>
                    <a:pt x="258" y="303"/>
                  </a:cubicBezTo>
                  <a:cubicBezTo>
                    <a:pt x="258" y="163"/>
                    <a:pt x="162" y="35"/>
                    <a:pt x="20" y="1"/>
                  </a:cubicBezTo>
                  <a:cubicBezTo>
                    <a:pt x="12" y="0"/>
                    <a:pt x="4" y="4"/>
                    <a:pt x="3" y="12"/>
                  </a:cubicBezTo>
                  <a:cubicBezTo>
                    <a:pt x="0" y="20"/>
                    <a:pt x="5" y="29"/>
                    <a:pt x="14" y="30"/>
                  </a:cubicBezTo>
                  <a:lnTo>
                    <a:pt x="14" y="30"/>
                  </a:lnTo>
                  <a:cubicBezTo>
                    <a:pt x="143" y="61"/>
                    <a:pt x="229" y="177"/>
                    <a:pt x="229" y="303"/>
                  </a:cubicBezTo>
                  <a:cubicBezTo>
                    <a:pt x="229" y="325"/>
                    <a:pt x="226" y="347"/>
                    <a:pt x="221" y="370"/>
                  </a:cubicBezTo>
                  <a:cubicBezTo>
                    <a:pt x="219" y="377"/>
                    <a:pt x="224" y="385"/>
                    <a:pt x="232" y="3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56" name="Freeform 209">
            <a:extLst>
              <a:ext uri="{FF2B5EF4-FFF2-40B4-BE49-F238E27FC236}">
                <a16:creationId xmlns:a16="http://schemas.microsoft.com/office/drawing/2014/main" id="{1C22EC8D-7EA0-45C4-0CA4-541CE4B1703A}"/>
              </a:ext>
            </a:extLst>
          </p:cNvPr>
          <p:cNvSpPr>
            <a:spLocks noChangeArrowheads="1"/>
          </p:cNvSpPr>
          <p:nvPr/>
        </p:nvSpPr>
        <p:spPr bwMode="auto">
          <a:xfrm>
            <a:off x="3737099" y="5666210"/>
            <a:ext cx="258762" cy="295275"/>
          </a:xfrm>
          <a:custGeom>
            <a:avLst/>
            <a:gdLst>
              <a:gd name="T0" fmla="*/ 715 w 717"/>
              <a:gd name="T1" fmla="*/ 14 h 820"/>
              <a:gd name="T2" fmla="*/ 715 w 717"/>
              <a:gd name="T3" fmla="*/ 14 h 820"/>
              <a:gd name="T4" fmla="*/ 715 w 717"/>
              <a:gd name="T5" fmla="*/ 11 h 820"/>
              <a:gd name="T6" fmla="*/ 715 w 717"/>
              <a:gd name="T7" fmla="*/ 10 h 820"/>
              <a:gd name="T8" fmla="*/ 714 w 717"/>
              <a:gd name="T9" fmla="*/ 8 h 820"/>
              <a:gd name="T10" fmla="*/ 712 w 717"/>
              <a:gd name="T11" fmla="*/ 5 h 820"/>
              <a:gd name="T12" fmla="*/ 711 w 717"/>
              <a:gd name="T13" fmla="*/ 4 h 820"/>
              <a:gd name="T14" fmla="*/ 708 w 717"/>
              <a:gd name="T15" fmla="*/ 3 h 820"/>
              <a:gd name="T16" fmla="*/ 705 w 717"/>
              <a:gd name="T17" fmla="*/ 1 h 820"/>
              <a:gd name="T18" fmla="*/ 704 w 717"/>
              <a:gd name="T19" fmla="*/ 0 h 820"/>
              <a:gd name="T20" fmla="*/ 703 w 717"/>
              <a:gd name="T21" fmla="*/ 0 h 820"/>
              <a:gd name="T22" fmla="*/ 700 w 717"/>
              <a:gd name="T23" fmla="*/ 0 h 820"/>
              <a:gd name="T24" fmla="*/ 697 w 717"/>
              <a:gd name="T25" fmla="*/ 1 h 820"/>
              <a:gd name="T26" fmla="*/ 696 w 717"/>
              <a:gd name="T27" fmla="*/ 1 h 820"/>
              <a:gd name="T28" fmla="*/ 696 w 717"/>
              <a:gd name="T29" fmla="*/ 1 h 820"/>
              <a:gd name="T30" fmla="*/ 427 w 717"/>
              <a:gd name="T31" fmla="*/ 166 h 820"/>
              <a:gd name="T32" fmla="*/ 2 w 717"/>
              <a:gd name="T33" fmla="*/ 799 h 820"/>
              <a:gd name="T34" fmla="*/ 11 w 717"/>
              <a:gd name="T35" fmla="*/ 817 h 820"/>
              <a:gd name="T36" fmla="*/ 30 w 717"/>
              <a:gd name="T37" fmla="*/ 807 h 820"/>
              <a:gd name="T38" fmla="*/ 138 w 717"/>
              <a:gd name="T39" fmla="*/ 560 h 820"/>
              <a:gd name="T40" fmla="*/ 546 w 717"/>
              <a:gd name="T41" fmla="*/ 372 h 820"/>
              <a:gd name="T42" fmla="*/ 715 w 717"/>
              <a:gd name="T43" fmla="*/ 18 h 820"/>
              <a:gd name="T44" fmla="*/ 715 w 717"/>
              <a:gd name="T45" fmla="*/ 16 h 820"/>
              <a:gd name="T46" fmla="*/ 715 w 717"/>
              <a:gd name="T47" fmla="*/ 14 h 820"/>
              <a:gd name="T48" fmla="*/ 525 w 717"/>
              <a:gd name="T49" fmla="*/ 351 h 820"/>
              <a:gd name="T50" fmla="*/ 525 w 717"/>
              <a:gd name="T51" fmla="*/ 351 h 820"/>
              <a:gd name="T52" fmla="*/ 501 w 717"/>
              <a:gd name="T53" fmla="*/ 373 h 820"/>
              <a:gd name="T54" fmla="*/ 486 w 717"/>
              <a:gd name="T55" fmla="*/ 358 h 820"/>
              <a:gd name="T56" fmla="*/ 412 w 717"/>
              <a:gd name="T57" fmla="*/ 334 h 820"/>
              <a:gd name="T58" fmla="*/ 354 w 717"/>
              <a:gd name="T59" fmla="*/ 343 h 820"/>
              <a:gd name="T60" fmla="*/ 344 w 717"/>
              <a:gd name="T61" fmla="*/ 362 h 820"/>
              <a:gd name="T62" fmla="*/ 363 w 717"/>
              <a:gd name="T63" fmla="*/ 371 h 820"/>
              <a:gd name="T64" fmla="*/ 412 w 717"/>
              <a:gd name="T65" fmla="*/ 362 h 820"/>
              <a:gd name="T66" fmla="*/ 468 w 717"/>
              <a:gd name="T67" fmla="*/ 382 h 820"/>
              <a:gd name="T68" fmla="*/ 479 w 717"/>
              <a:gd name="T69" fmla="*/ 393 h 820"/>
              <a:gd name="T70" fmla="*/ 156 w 717"/>
              <a:gd name="T71" fmla="*/ 527 h 820"/>
              <a:gd name="T72" fmla="*/ 444 w 717"/>
              <a:gd name="T73" fmla="*/ 189 h 820"/>
              <a:gd name="T74" fmla="*/ 630 w 717"/>
              <a:gd name="T75" fmla="*/ 64 h 820"/>
              <a:gd name="T76" fmla="*/ 682 w 717"/>
              <a:gd name="T77" fmla="*/ 38 h 820"/>
              <a:gd name="T78" fmla="*/ 630 w 717"/>
              <a:gd name="T79" fmla="*/ 199 h 820"/>
              <a:gd name="T80" fmla="*/ 613 w 717"/>
              <a:gd name="T81" fmla="*/ 191 h 820"/>
              <a:gd name="T82" fmla="*/ 530 w 717"/>
              <a:gd name="T83" fmla="*/ 172 h 820"/>
              <a:gd name="T84" fmla="*/ 514 w 717"/>
              <a:gd name="T85" fmla="*/ 187 h 820"/>
              <a:gd name="T86" fmla="*/ 530 w 717"/>
              <a:gd name="T87" fmla="*/ 200 h 820"/>
              <a:gd name="T88" fmla="*/ 601 w 717"/>
              <a:gd name="T89" fmla="*/ 217 h 820"/>
              <a:gd name="T90" fmla="*/ 616 w 717"/>
              <a:gd name="T91" fmla="*/ 226 h 820"/>
              <a:gd name="T92" fmla="*/ 525 w 717"/>
              <a:gd name="T93" fmla="*/ 351 h 8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7" h="820">
                <a:moveTo>
                  <a:pt x="715" y="14"/>
                </a:moveTo>
                <a:lnTo>
                  <a:pt x="715" y="14"/>
                </a:lnTo>
                <a:cubicBezTo>
                  <a:pt x="715" y="12"/>
                  <a:pt x="715" y="11"/>
                  <a:pt x="715" y="11"/>
                </a:cubicBezTo>
                <a:lnTo>
                  <a:pt x="715" y="10"/>
                </a:lnTo>
                <a:cubicBezTo>
                  <a:pt x="715" y="10"/>
                  <a:pt x="715" y="8"/>
                  <a:pt x="714" y="8"/>
                </a:cubicBezTo>
                <a:cubicBezTo>
                  <a:pt x="714" y="7"/>
                  <a:pt x="714" y="7"/>
                  <a:pt x="712" y="5"/>
                </a:cubicBezTo>
                <a:lnTo>
                  <a:pt x="711" y="4"/>
                </a:lnTo>
                <a:cubicBezTo>
                  <a:pt x="709" y="3"/>
                  <a:pt x="709" y="3"/>
                  <a:pt x="708" y="3"/>
                </a:cubicBezTo>
                <a:cubicBezTo>
                  <a:pt x="707" y="1"/>
                  <a:pt x="707" y="1"/>
                  <a:pt x="705" y="1"/>
                </a:cubicBezTo>
                <a:lnTo>
                  <a:pt x="704" y="0"/>
                </a:lnTo>
                <a:lnTo>
                  <a:pt x="703" y="0"/>
                </a:lnTo>
                <a:cubicBezTo>
                  <a:pt x="701" y="0"/>
                  <a:pt x="701" y="0"/>
                  <a:pt x="700" y="0"/>
                </a:cubicBezTo>
                <a:cubicBezTo>
                  <a:pt x="698" y="0"/>
                  <a:pt x="698" y="0"/>
                  <a:pt x="697" y="1"/>
                </a:cubicBezTo>
                <a:cubicBezTo>
                  <a:pt x="697" y="1"/>
                  <a:pt x="697" y="1"/>
                  <a:pt x="696" y="1"/>
                </a:cubicBezTo>
                <a:lnTo>
                  <a:pt x="696" y="1"/>
                </a:lnTo>
                <a:cubicBezTo>
                  <a:pt x="696" y="1"/>
                  <a:pt x="574" y="45"/>
                  <a:pt x="427" y="166"/>
                </a:cubicBezTo>
                <a:cubicBezTo>
                  <a:pt x="278" y="287"/>
                  <a:pt x="105" y="487"/>
                  <a:pt x="2" y="799"/>
                </a:cubicBezTo>
                <a:cubicBezTo>
                  <a:pt x="0" y="806"/>
                  <a:pt x="4" y="814"/>
                  <a:pt x="11" y="817"/>
                </a:cubicBezTo>
                <a:cubicBezTo>
                  <a:pt x="19" y="819"/>
                  <a:pt x="27" y="815"/>
                  <a:pt x="30" y="807"/>
                </a:cubicBezTo>
                <a:cubicBezTo>
                  <a:pt x="60" y="715"/>
                  <a:pt x="97" y="633"/>
                  <a:pt x="138" y="560"/>
                </a:cubicBezTo>
                <a:cubicBezTo>
                  <a:pt x="320" y="534"/>
                  <a:pt x="454" y="467"/>
                  <a:pt x="546" y="372"/>
                </a:cubicBezTo>
                <a:cubicBezTo>
                  <a:pt x="639" y="276"/>
                  <a:pt x="692" y="152"/>
                  <a:pt x="715" y="18"/>
                </a:cubicBezTo>
                <a:cubicBezTo>
                  <a:pt x="715" y="16"/>
                  <a:pt x="715" y="16"/>
                  <a:pt x="715" y="16"/>
                </a:cubicBezTo>
                <a:cubicBezTo>
                  <a:pt x="716" y="15"/>
                  <a:pt x="715" y="15"/>
                  <a:pt x="715" y="14"/>
                </a:cubicBezTo>
                <a:close/>
                <a:moveTo>
                  <a:pt x="525" y="351"/>
                </a:moveTo>
                <a:lnTo>
                  <a:pt x="525" y="351"/>
                </a:lnTo>
                <a:cubicBezTo>
                  <a:pt x="517" y="358"/>
                  <a:pt x="509" y="366"/>
                  <a:pt x="501" y="373"/>
                </a:cubicBezTo>
                <a:cubicBezTo>
                  <a:pt x="498" y="369"/>
                  <a:pt x="493" y="364"/>
                  <a:pt x="486" y="358"/>
                </a:cubicBezTo>
                <a:cubicBezTo>
                  <a:pt x="471" y="346"/>
                  <a:pt x="446" y="334"/>
                  <a:pt x="412" y="334"/>
                </a:cubicBezTo>
                <a:cubicBezTo>
                  <a:pt x="395" y="334"/>
                  <a:pt x="376" y="336"/>
                  <a:pt x="354" y="343"/>
                </a:cubicBezTo>
                <a:cubicBezTo>
                  <a:pt x="346" y="346"/>
                  <a:pt x="342" y="354"/>
                  <a:pt x="344" y="362"/>
                </a:cubicBezTo>
                <a:cubicBezTo>
                  <a:pt x="347" y="369"/>
                  <a:pt x="355" y="373"/>
                  <a:pt x="363" y="371"/>
                </a:cubicBezTo>
                <a:cubicBezTo>
                  <a:pt x="383" y="365"/>
                  <a:pt x="399" y="362"/>
                  <a:pt x="412" y="362"/>
                </a:cubicBezTo>
                <a:cubicBezTo>
                  <a:pt x="439" y="362"/>
                  <a:pt x="457" y="372"/>
                  <a:pt x="468" y="382"/>
                </a:cubicBezTo>
                <a:cubicBezTo>
                  <a:pt x="473" y="386"/>
                  <a:pt x="476" y="390"/>
                  <a:pt x="479" y="393"/>
                </a:cubicBezTo>
                <a:cubicBezTo>
                  <a:pt x="399" y="457"/>
                  <a:pt x="293" y="505"/>
                  <a:pt x="156" y="527"/>
                </a:cubicBezTo>
                <a:cubicBezTo>
                  <a:pt x="247" y="376"/>
                  <a:pt x="351" y="266"/>
                  <a:pt x="444" y="189"/>
                </a:cubicBezTo>
                <a:cubicBezTo>
                  <a:pt x="517" y="129"/>
                  <a:pt x="582" y="89"/>
                  <a:pt x="630" y="64"/>
                </a:cubicBezTo>
                <a:cubicBezTo>
                  <a:pt x="652" y="52"/>
                  <a:pt x="668" y="44"/>
                  <a:pt x="682" y="38"/>
                </a:cubicBezTo>
                <a:cubicBezTo>
                  <a:pt x="670" y="96"/>
                  <a:pt x="653" y="150"/>
                  <a:pt x="630" y="199"/>
                </a:cubicBezTo>
                <a:cubicBezTo>
                  <a:pt x="626" y="196"/>
                  <a:pt x="620" y="193"/>
                  <a:pt x="613" y="191"/>
                </a:cubicBezTo>
                <a:cubicBezTo>
                  <a:pt x="594" y="181"/>
                  <a:pt x="567" y="172"/>
                  <a:pt x="530" y="172"/>
                </a:cubicBezTo>
                <a:cubicBezTo>
                  <a:pt x="521" y="172"/>
                  <a:pt x="514" y="178"/>
                  <a:pt x="514" y="187"/>
                </a:cubicBezTo>
                <a:cubicBezTo>
                  <a:pt x="514" y="193"/>
                  <a:pt x="521" y="200"/>
                  <a:pt x="530" y="200"/>
                </a:cubicBezTo>
                <a:cubicBezTo>
                  <a:pt x="561" y="200"/>
                  <a:pt x="585" y="209"/>
                  <a:pt x="601" y="217"/>
                </a:cubicBezTo>
                <a:cubicBezTo>
                  <a:pt x="608" y="220"/>
                  <a:pt x="612" y="224"/>
                  <a:pt x="616" y="226"/>
                </a:cubicBezTo>
                <a:cubicBezTo>
                  <a:pt x="591" y="272"/>
                  <a:pt x="563" y="313"/>
                  <a:pt x="525" y="351"/>
                </a:cubicBezTo>
                <a:close/>
              </a:path>
            </a:pathLst>
          </a:custGeom>
          <a:solidFill>
            <a:schemeClr val="tx2"/>
          </a:solidFill>
          <a:ln>
            <a:noFill/>
          </a:ln>
          <a:effectLst/>
        </p:spPr>
        <p:txBody>
          <a:bodyPr wrap="none" anchor="ctr"/>
          <a:lstStyle/>
          <a:p>
            <a:endParaRPr lang="da-DK"/>
          </a:p>
        </p:txBody>
      </p:sp>
      <p:sp>
        <p:nvSpPr>
          <p:cNvPr id="257" name="Freeform 210">
            <a:extLst>
              <a:ext uri="{FF2B5EF4-FFF2-40B4-BE49-F238E27FC236}">
                <a16:creationId xmlns:a16="http://schemas.microsoft.com/office/drawing/2014/main" id="{63C92347-1A18-EC6C-8841-032904FBFDF2}"/>
              </a:ext>
            </a:extLst>
          </p:cNvPr>
          <p:cNvSpPr>
            <a:spLocks noChangeArrowheads="1"/>
          </p:cNvSpPr>
          <p:nvPr/>
        </p:nvSpPr>
        <p:spPr bwMode="auto">
          <a:xfrm>
            <a:off x="2719511" y="4166022"/>
            <a:ext cx="254000" cy="252412"/>
          </a:xfrm>
          <a:custGeom>
            <a:avLst/>
            <a:gdLst>
              <a:gd name="T0" fmla="*/ 631 w 704"/>
              <a:gd name="T1" fmla="*/ 266 h 703"/>
              <a:gd name="T2" fmla="*/ 615 w 704"/>
              <a:gd name="T3" fmla="*/ 263 h 703"/>
              <a:gd name="T4" fmla="*/ 88 w 704"/>
              <a:gd name="T5" fmla="*/ 263 h 703"/>
              <a:gd name="T6" fmla="*/ 55 w 704"/>
              <a:gd name="T7" fmla="*/ 270 h 703"/>
              <a:gd name="T8" fmla="*/ 0 w 704"/>
              <a:gd name="T9" fmla="*/ 336 h 703"/>
              <a:gd name="T10" fmla="*/ 7 w 704"/>
              <a:gd name="T11" fmla="*/ 443 h 703"/>
              <a:gd name="T12" fmla="*/ 75 w 704"/>
              <a:gd name="T13" fmla="*/ 488 h 703"/>
              <a:gd name="T14" fmla="*/ 111 w 704"/>
              <a:gd name="T15" fmla="*/ 494 h 703"/>
              <a:gd name="T16" fmla="*/ 118 w 704"/>
              <a:gd name="T17" fmla="*/ 277 h 703"/>
              <a:gd name="T18" fmla="*/ 118 w 704"/>
              <a:gd name="T19" fmla="*/ 263 h 703"/>
              <a:gd name="T20" fmla="*/ 351 w 704"/>
              <a:gd name="T21" fmla="*/ 29 h 703"/>
              <a:gd name="T22" fmla="*/ 586 w 704"/>
              <a:gd name="T23" fmla="*/ 263 h 703"/>
              <a:gd name="T24" fmla="*/ 586 w 704"/>
              <a:gd name="T25" fmla="*/ 483 h 703"/>
              <a:gd name="T26" fmla="*/ 605 w 704"/>
              <a:gd name="T27" fmla="*/ 497 h 703"/>
              <a:gd name="T28" fmla="*/ 600 w 704"/>
              <a:gd name="T29" fmla="*/ 553 h 703"/>
              <a:gd name="T30" fmla="*/ 436 w 704"/>
              <a:gd name="T31" fmla="*/ 642 h 703"/>
              <a:gd name="T32" fmla="*/ 307 w 704"/>
              <a:gd name="T33" fmla="*/ 615 h 703"/>
              <a:gd name="T34" fmla="*/ 307 w 704"/>
              <a:gd name="T35" fmla="*/ 702 h 703"/>
              <a:gd name="T36" fmla="*/ 438 w 704"/>
              <a:gd name="T37" fmla="*/ 672 h 703"/>
              <a:gd name="T38" fmla="*/ 626 w 704"/>
              <a:gd name="T39" fmla="*/ 565 h 703"/>
              <a:gd name="T40" fmla="*/ 645 w 704"/>
              <a:gd name="T41" fmla="*/ 482 h 703"/>
              <a:gd name="T42" fmla="*/ 685 w 704"/>
              <a:gd name="T43" fmla="*/ 458 h 703"/>
              <a:gd name="T44" fmla="*/ 703 w 704"/>
              <a:gd name="T45" fmla="*/ 424 h 703"/>
              <a:gd name="T46" fmla="*/ 685 w 704"/>
              <a:gd name="T47" fmla="*/ 292 h 703"/>
              <a:gd name="T48" fmla="*/ 62 w 704"/>
              <a:gd name="T49" fmla="*/ 450 h 703"/>
              <a:gd name="T50" fmla="*/ 37 w 704"/>
              <a:gd name="T51" fmla="*/ 435 h 703"/>
              <a:gd name="T52" fmla="*/ 30 w 704"/>
              <a:gd name="T53" fmla="*/ 424 h 703"/>
              <a:gd name="T54" fmla="*/ 40 w 704"/>
              <a:gd name="T55" fmla="*/ 313 h 703"/>
              <a:gd name="T56" fmla="*/ 88 w 704"/>
              <a:gd name="T57" fmla="*/ 293 h 703"/>
              <a:gd name="T58" fmla="*/ 62 w 704"/>
              <a:gd name="T59" fmla="*/ 450 h 703"/>
              <a:gd name="T60" fmla="*/ 395 w 704"/>
              <a:gd name="T61" fmla="*/ 672 h 703"/>
              <a:gd name="T62" fmla="*/ 294 w 704"/>
              <a:gd name="T63" fmla="*/ 659 h 703"/>
              <a:gd name="T64" fmla="*/ 395 w 704"/>
              <a:gd name="T65" fmla="*/ 643 h 703"/>
              <a:gd name="T66" fmla="*/ 395 w 704"/>
              <a:gd name="T67" fmla="*/ 672 h 703"/>
              <a:gd name="T68" fmla="*/ 674 w 704"/>
              <a:gd name="T69" fmla="*/ 424 h 703"/>
              <a:gd name="T70" fmla="*/ 656 w 704"/>
              <a:gd name="T71" fmla="*/ 442 h 703"/>
              <a:gd name="T72" fmla="*/ 615 w 704"/>
              <a:gd name="T73" fmla="*/ 462 h 703"/>
              <a:gd name="T74" fmla="*/ 642 w 704"/>
              <a:gd name="T75" fmla="*/ 299 h 703"/>
              <a:gd name="T76" fmla="*/ 674 w 704"/>
              <a:gd name="T77" fmla="*/ 336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4" h="703">
                <a:moveTo>
                  <a:pt x="631" y="266"/>
                </a:moveTo>
                <a:lnTo>
                  <a:pt x="631" y="266"/>
                </a:lnTo>
                <a:cubicBezTo>
                  <a:pt x="626" y="265"/>
                  <a:pt x="620" y="265"/>
                  <a:pt x="615" y="263"/>
                </a:cubicBezTo>
                <a:lnTo>
                  <a:pt x="615" y="263"/>
                </a:lnTo>
                <a:cubicBezTo>
                  <a:pt x="615" y="118"/>
                  <a:pt x="497" y="0"/>
                  <a:pt x="351" y="0"/>
                </a:cubicBezTo>
                <a:cubicBezTo>
                  <a:pt x="206" y="0"/>
                  <a:pt x="88" y="118"/>
                  <a:pt x="88" y="263"/>
                </a:cubicBezTo>
                <a:lnTo>
                  <a:pt x="88" y="263"/>
                </a:lnTo>
                <a:cubicBezTo>
                  <a:pt x="79" y="265"/>
                  <a:pt x="67" y="266"/>
                  <a:pt x="55" y="270"/>
                </a:cubicBezTo>
                <a:cubicBezTo>
                  <a:pt x="42" y="274"/>
                  <a:pt x="29" y="281"/>
                  <a:pt x="19" y="292"/>
                </a:cubicBezTo>
                <a:cubicBezTo>
                  <a:pt x="8" y="302"/>
                  <a:pt x="0" y="318"/>
                  <a:pt x="0" y="336"/>
                </a:cubicBezTo>
                <a:cubicBezTo>
                  <a:pt x="0" y="424"/>
                  <a:pt x="0" y="424"/>
                  <a:pt x="0" y="424"/>
                </a:cubicBezTo>
                <a:cubicBezTo>
                  <a:pt x="0" y="431"/>
                  <a:pt x="2" y="438"/>
                  <a:pt x="7" y="443"/>
                </a:cubicBezTo>
                <a:cubicBezTo>
                  <a:pt x="12" y="453"/>
                  <a:pt x="22" y="460"/>
                  <a:pt x="31" y="466"/>
                </a:cubicBezTo>
                <a:cubicBezTo>
                  <a:pt x="45" y="476"/>
                  <a:pt x="62" y="483"/>
                  <a:pt x="75" y="488"/>
                </a:cubicBezTo>
                <a:cubicBezTo>
                  <a:pt x="89" y="494"/>
                  <a:pt x="99" y="497"/>
                  <a:pt x="99" y="497"/>
                </a:cubicBezTo>
                <a:cubicBezTo>
                  <a:pt x="103" y="498"/>
                  <a:pt x="108" y="497"/>
                  <a:pt x="111" y="494"/>
                </a:cubicBezTo>
                <a:cubicBezTo>
                  <a:pt x="115" y="491"/>
                  <a:pt x="118" y="487"/>
                  <a:pt x="118" y="483"/>
                </a:cubicBezTo>
                <a:cubicBezTo>
                  <a:pt x="118" y="277"/>
                  <a:pt x="118" y="277"/>
                  <a:pt x="118" y="277"/>
                </a:cubicBezTo>
                <a:lnTo>
                  <a:pt x="118" y="277"/>
                </a:lnTo>
                <a:cubicBezTo>
                  <a:pt x="118" y="263"/>
                  <a:pt x="118" y="263"/>
                  <a:pt x="118" y="263"/>
                </a:cubicBezTo>
                <a:cubicBezTo>
                  <a:pt x="118" y="197"/>
                  <a:pt x="144" y="140"/>
                  <a:pt x="186" y="97"/>
                </a:cubicBezTo>
                <a:cubicBezTo>
                  <a:pt x="229" y="55"/>
                  <a:pt x="287" y="29"/>
                  <a:pt x="351" y="29"/>
                </a:cubicBezTo>
                <a:cubicBezTo>
                  <a:pt x="417" y="29"/>
                  <a:pt x="475" y="55"/>
                  <a:pt x="517" y="97"/>
                </a:cubicBezTo>
                <a:cubicBezTo>
                  <a:pt x="560" y="140"/>
                  <a:pt x="586" y="197"/>
                  <a:pt x="586" y="263"/>
                </a:cubicBezTo>
                <a:cubicBezTo>
                  <a:pt x="586" y="277"/>
                  <a:pt x="586" y="277"/>
                  <a:pt x="586" y="277"/>
                </a:cubicBezTo>
                <a:cubicBezTo>
                  <a:pt x="586" y="483"/>
                  <a:pt x="586" y="483"/>
                  <a:pt x="586" y="483"/>
                </a:cubicBezTo>
                <a:cubicBezTo>
                  <a:pt x="586" y="487"/>
                  <a:pt x="589" y="491"/>
                  <a:pt x="591" y="494"/>
                </a:cubicBezTo>
                <a:cubicBezTo>
                  <a:pt x="595" y="497"/>
                  <a:pt x="601" y="498"/>
                  <a:pt x="605" y="497"/>
                </a:cubicBezTo>
                <a:cubicBezTo>
                  <a:pt x="605" y="497"/>
                  <a:pt x="609" y="495"/>
                  <a:pt x="615" y="492"/>
                </a:cubicBezTo>
                <a:cubicBezTo>
                  <a:pt x="613" y="516"/>
                  <a:pt x="608" y="535"/>
                  <a:pt x="600" y="553"/>
                </a:cubicBezTo>
                <a:cubicBezTo>
                  <a:pt x="585" y="582"/>
                  <a:pt x="560" y="604"/>
                  <a:pt x="528" y="620"/>
                </a:cubicBezTo>
                <a:cubicBezTo>
                  <a:pt x="501" y="634"/>
                  <a:pt x="469" y="641"/>
                  <a:pt x="436" y="642"/>
                </a:cubicBezTo>
                <a:cubicBezTo>
                  <a:pt x="431" y="626"/>
                  <a:pt x="414" y="615"/>
                  <a:pt x="395" y="615"/>
                </a:cubicBezTo>
                <a:cubicBezTo>
                  <a:pt x="307" y="615"/>
                  <a:pt x="307" y="615"/>
                  <a:pt x="307" y="615"/>
                </a:cubicBezTo>
                <a:cubicBezTo>
                  <a:pt x="284" y="615"/>
                  <a:pt x="263" y="634"/>
                  <a:pt x="263" y="659"/>
                </a:cubicBezTo>
                <a:cubicBezTo>
                  <a:pt x="263" y="682"/>
                  <a:pt x="284" y="702"/>
                  <a:pt x="307" y="702"/>
                </a:cubicBezTo>
                <a:cubicBezTo>
                  <a:pt x="395" y="702"/>
                  <a:pt x="395" y="702"/>
                  <a:pt x="395" y="702"/>
                </a:cubicBezTo>
                <a:cubicBezTo>
                  <a:pt x="414" y="702"/>
                  <a:pt x="431" y="689"/>
                  <a:pt x="438" y="672"/>
                </a:cubicBezTo>
                <a:cubicBezTo>
                  <a:pt x="487" y="670"/>
                  <a:pt x="536" y="654"/>
                  <a:pt x="575" y="626"/>
                </a:cubicBezTo>
                <a:cubicBezTo>
                  <a:pt x="595" y="609"/>
                  <a:pt x="613" y="590"/>
                  <a:pt x="626" y="565"/>
                </a:cubicBezTo>
                <a:cubicBezTo>
                  <a:pt x="638" y="542"/>
                  <a:pt x="645" y="513"/>
                  <a:pt x="645" y="483"/>
                </a:cubicBezTo>
                <a:cubicBezTo>
                  <a:pt x="645" y="482"/>
                  <a:pt x="645" y="482"/>
                  <a:pt x="645" y="482"/>
                </a:cubicBezTo>
                <a:cubicBezTo>
                  <a:pt x="646" y="480"/>
                  <a:pt x="649" y="479"/>
                  <a:pt x="650" y="479"/>
                </a:cubicBezTo>
                <a:cubicBezTo>
                  <a:pt x="663" y="473"/>
                  <a:pt x="674" y="466"/>
                  <a:pt x="685" y="458"/>
                </a:cubicBezTo>
                <a:cubicBezTo>
                  <a:pt x="689" y="454"/>
                  <a:pt x="693" y="449"/>
                  <a:pt x="697" y="443"/>
                </a:cubicBezTo>
                <a:cubicBezTo>
                  <a:pt x="701" y="438"/>
                  <a:pt x="703" y="431"/>
                  <a:pt x="703" y="424"/>
                </a:cubicBezTo>
                <a:cubicBezTo>
                  <a:pt x="703" y="336"/>
                  <a:pt x="703" y="336"/>
                  <a:pt x="703" y="336"/>
                </a:cubicBezTo>
                <a:cubicBezTo>
                  <a:pt x="703" y="318"/>
                  <a:pt x="696" y="302"/>
                  <a:pt x="685" y="292"/>
                </a:cubicBezTo>
                <a:cubicBezTo>
                  <a:pt x="670" y="276"/>
                  <a:pt x="648" y="270"/>
                  <a:pt x="631" y="266"/>
                </a:cubicBezTo>
                <a:close/>
                <a:moveTo>
                  <a:pt x="62" y="450"/>
                </a:moveTo>
                <a:lnTo>
                  <a:pt x="62" y="450"/>
                </a:lnTo>
                <a:cubicBezTo>
                  <a:pt x="52" y="446"/>
                  <a:pt x="42" y="439"/>
                  <a:pt x="37" y="435"/>
                </a:cubicBezTo>
                <a:cubicBezTo>
                  <a:pt x="34" y="432"/>
                  <a:pt x="31" y="429"/>
                  <a:pt x="31" y="428"/>
                </a:cubicBezTo>
                <a:cubicBezTo>
                  <a:pt x="30" y="425"/>
                  <a:pt x="30" y="424"/>
                  <a:pt x="30" y="424"/>
                </a:cubicBezTo>
                <a:cubicBezTo>
                  <a:pt x="30" y="336"/>
                  <a:pt x="30" y="336"/>
                  <a:pt x="30" y="336"/>
                </a:cubicBezTo>
                <a:cubicBezTo>
                  <a:pt x="30" y="325"/>
                  <a:pt x="33" y="318"/>
                  <a:pt x="40" y="313"/>
                </a:cubicBezTo>
                <a:cubicBezTo>
                  <a:pt x="48" y="303"/>
                  <a:pt x="64" y="298"/>
                  <a:pt x="78" y="295"/>
                </a:cubicBezTo>
                <a:cubicBezTo>
                  <a:pt x="82" y="293"/>
                  <a:pt x="85" y="293"/>
                  <a:pt x="88" y="293"/>
                </a:cubicBezTo>
                <a:cubicBezTo>
                  <a:pt x="88" y="462"/>
                  <a:pt x="88" y="462"/>
                  <a:pt x="88" y="462"/>
                </a:cubicBezTo>
                <a:cubicBezTo>
                  <a:pt x="81" y="458"/>
                  <a:pt x="71" y="454"/>
                  <a:pt x="62" y="450"/>
                </a:cubicBezTo>
                <a:close/>
                <a:moveTo>
                  <a:pt x="395" y="672"/>
                </a:moveTo>
                <a:lnTo>
                  <a:pt x="395" y="672"/>
                </a:lnTo>
                <a:cubicBezTo>
                  <a:pt x="307" y="672"/>
                  <a:pt x="307" y="672"/>
                  <a:pt x="307" y="672"/>
                </a:cubicBezTo>
                <a:cubicBezTo>
                  <a:pt x="300" y="672"/>
                  <a:pt x="294" y="665"/>
                  <a:pt x="294" y="659"/>
                </a:cubicBezTo>
                <a:cubicBezTo>
                  <a:pt x="294" y="650"/>
                  <a:pt x="300" y="643"/>
                  <a:pt x="307" y="643"/>
                </a:cubicBezTo>
                <a:cubicBezTo>
                  <a:pt x="395" y="643"/>
                  <a:pt x="395" y="643"/>
                  <a:pt x="395" y="643"/>
                </a:cubicBezTo>
                <a:cubicBezTo>
                  <a:pt x="403" y="643"/>
                  <a:pt x="410" y="650"/>
                  <a:pt x="410" y="659"/>
                </a:cubicBezTo>
                <a:cubicBezTo>
                  <a:pt x="410" y="665"/>
                  <a:pt x="403" y="672"/>
                  <a:pt x="395" y="672"/>
                </a:cubicBezTo>
                <a:close/>
                <a:moveTo>
                  <a:pt x="674" y="424"/>
                </a:moveTo>
                <a:lnTo>
                  <a:pt x="674" y="424"/>
                </a:lnTo>
                <a:cubicBezTo>
                  <a:pt x="674" y="424"/>
                  <a:pt x="674" y="425"/>
                  <a:pt x="672" y="428"/>
                </a:cubicBezTo>
                <a:cubicBezTo>
                  <a:pt x="670" y="431"/>
                  <a:pt x="664" y="436"/>
                  <a:pt x="656" y="442"/>
                </a:cubicBezTo>
                <a:cubicBezTo>
                  <a:pt x="645" y="450"/>
                  <a:pt x="630" y="457"/>
                  <a:pt x="617" y="461"/>
                </a:cubicBezTo>
                <a:cubicBezTo>
                  <a:pt x="616" y="461"/>
                  <a:pt x="616" y="461"/>
                  <a:pt x="615" y="462"/>
                </a:cubicBezTo>
                <a:cubicBezTo>
                  <a:pt x="615" y="293"/>
                  <a:pt x="615" y="293"/>
                  <a:pt x="615" y="293"/>
                </a:cubicBezTo>
                <a:cubicBezTo>
                  <a:pt x="623" y="293"/>
                  <a:pt x="633" y="296"/>
                  <a:pt x="642" y="299"/>
                </a:cubicBezTo>
                <a:cubicBezTo>
                  <a:pt x="650" y="302"/>
                  <a:pt x="660" y="307"/>
                  <a:pt x="666" y="313"/>
                </a:cubicBezTo>
                <a:cubicBezTo>
                  <a:pt x="671" y="318"/>
                  <a:pt x="674" y="325"/>
                  <a:pt x="674" y="336"/>
                </a:cubicBezTo>
                <a:lnTo>
                  <a:pt x="674" y="424"/>
                </a:lnTo>
                <a:close/>
              </a:path>
            </a:pathLst>
          </a:custGeom>
          <a:solidFill>
            <a:schemeClr val="tx2"/>
          </a:solidFill>
          <a:ln>
            <a:noFill/>
          </a:ln>
          <a:effectLst/>
        </p:spPr>
        <p:txBody>
          <a:bodyPr wrap="none" anchor="ctr"/>
          <a:lstStyle/>
          <a:p>
            <a:endParaRPr lang="da-DK"/>
          </a:p>
        </p:txBody>
      </p:sp>
      <p:grpSp>
        <p:nvGrpSpPr>
          <p:cNvPr id="258" name="Group 261">
            <a:extLst>
              <a:ext uri="{FF2B5EF4-FFF2-40B4-BE49-F238E27FC236}">
                <a16:creationId xmlns:a16="http://schemas.microsoft.com/office/drawing/2014/main" id="{EB648109-B9DB-D33E-8B19-1E6B2AE5BCE6}"/>
              </a:ext>
            </a:extLst>
          </p:cNvPr>
          <p:cNvGrpSpPr/>
          <p:nvPr/>
        </p:nvGrpSpPr>
        <p:grpSpPr>
          <a:xfrm>
            <a:off x="3217986" y="4689897"/>
            <a:ext cx="254000" cy="201613"/>
            <a:chOff x="2076450" y="5029200"/>
            <a:chExt cx="254000" cy="201613"/>
          </a:xfrm>
          <a:solidFill>
            <a:schemeClr val="tx2"/>
          </a:solidFill>
        </p:grpSpPr>
        <p:sp>
          <p:nvSpPr>
            <p:cNvPr id="259" name="Freeform 211">
              <a:extLst>
                <a:ext uri="{FF2B5EF4-FFF2-40B4-BE49-F238E27FC236}">
                  <a16:creationId xmlns:a16="http://schemas.microsoft.com/office/drawing/2014/main" id="{CC8D44CB-736A-A355-AD3D-CF8129797F50}"/>
                </a:ext>
              </a:extLst>
            </p:cNvPr>
            <p:cNvSpPr>
              <a:spLocks noChangeArrowheads="1"/>
            </p:cNvSpPr>
            <p:nvPr/>
          </p:nvSpPr>
          <p:spPr bwMode="auto">
            <a:xfrm>
              <a:off x="2076450" y="5029200"/>
              <a:ext cx="254000" cy="201613"/>
            </a:xfrm>
            <a:custGeom>
              <a:avLst/>
              <a:gdLst>
                <a:gd name="T0" fmla="*/ 191 w 704"/>
                <a:gd name="T1" fmla="*/ 0 h 559"/>
                <a:gd name="T2" fmla="*/ 191 w 704"/>
                <a:gd name="T3" fmla="*/ 0 h 559"/>
                <a:gd name="T4" fmla="*/ 0 w 704"/>
                <a:gd name="T5" fmla="*/ 191 h 559"/>
                <a:gd name="T6" fmla="*/ 0 w 704"/>
                <a:gd name="T7" fmla="*/ 426 h 559"/>
                <a:gd name="T8" fmla="*/ 0 w 704"/>
                <a:gd name="T9" fmla="*/ 543 h 559"/>
                <a:gd name="T10" fmla="*/ 9 w 704"/>
                <a:gd name="T11" fmla="*/ 555 h 559"/>
                <a:gd name="T12" fmla="*/ 24 w 704"/>
                <a:gd name="T13" fmla="*/ 555 h 559"/>
                <a:gd name="T14" fmla="*/ 195 w 704"/>
                <a:gd name="T15" fmla="*/ 440 h 559"/>
                <a:gd name="T16" fmla="*/ 514 w 704"/>
                <a:gd name="T17" fmla="*/ 440 h 559"/>
                <a:gd name="T18" fmla="*/ 703 w 704"/>
                <a:gd name="T19" fmla="*/ 250 h 559"/>
                <a:gd name="T20" fmla="*/ 703 w 704"/>
                <a:gd name="T21" fmla="*/ 191 h 559"/>
                <a:gd name="T22" fmla="*/ 514 w 704"/>
                <a:gd name="T23" fmla="*/ 0 h 559"/>
                <a:gd name="T24" fmla="*/ 191 w 704"/>
                <a:gd name="T25" fmla="*/ 0 h 559"/>
                <a:gd name="T26" fmla="*/ 674 w 704"/>
                <a:gd name="T27" fmla="*/ 191 h 559"/>
                <a:gd name="T28" fmla="*/ 674 w 704"/>
                <a:gd name="T29" fmla="*/ 191 h 559"/>
                <a:gd name="T30" fmla="*/ 674 w 704"/>
                <a:gd name="T31" fmla="*/ 250 h 559"/>
                <a:gd name="T32" fmla="*/ 628 w 704"/>
                <a:gd name="T33" fmla="*/ 364 h 559"/>
                <a:gd name="T34" fmla="*/ 514 w 704"/>
                <a:gd name="T35" fmla="*/ 411 h 559"/>
                <a:gd name="T36" fmla="*/ 191 w 704"/>
                <a:gd name="T37" fmla="*/ 411 h 559"/>
                <a:gd name="T38" fmla="*/ 183 w 704"/>
                <a:gd name="T39" fmla="*/ 414 h 559"/>
                <a:gd name="T40" fmla="*/ 31 w 704"/>
                <a:gd name="T41" fmla="*/ 515 h 559"/>
                <a:gd name="T42" fmla="*/ 31 w 704"/>
                <a:gd name="T43" fmla="*/ 426 h 559"/>
                <a:gd name="T44" fmla="*/ 31 w 704"/>
                <a:gd name="T45" fmla="*/ 191 h 559"/>
                <a:gd name="T46" fmla="*/ 77 w 704"/>
                <a:gd name="T47" fmla="*/ 77 h 559"/>
                <a:gd name="T48" fmla="*/ 191 w 704"/>
                <a:gd name="T49" fmla="*/ 31 h 559"/>
                <a:gd name="T50" fmla="*/ 514 w 704"/>
                <a:gd name="T51" fmla="*/ 31 h 559"/>
                <a:gd name="T52" fmla="*/ 628 w 704"/>
                <a:gd name="T53" fmla="*/ 77 h 559"/>
                <a:gd name="T54" fmla="*/ 674 w 704"/>
                <a:gd name="T55" fmla="*/ 191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559">
                  <a:moveTo>
                    <a:pt x="191" y="0"/>
                  </a:moveTo>
                  <a:lnTo>
                    <a:pt x="191" y="0"/>
                  </a:lnTo>
                  <a:cubicBezTo>
                    <a:pt x="86" y="0"/>
                    <a:pt x="0" y="87"/>
                    <a:pt x="0" y="191"/>
                  </a:cubicBezTo>
                  <a:cubicBezTo>
                    <a:pt x="0" y="426"/>
                    <a:pt x="0" y="426"/>
                    <a:pt x="0" y="426"/>
                  </a:cubicBezTo>
                  <a:cubicBezTo>
                    <a:pt x="0" y="543"/>
                    <a:pt x="0" y="543"/>
                    <a:pt x="0" y="543"/>
                  </a:cubicBezTo>
                  <a:cubicBezTo>
                    <a:pt x="0" y="548"/>
                    <a:pt x="5" y="554"/>
                    <a:pt x="9" y="555"/>
                  </a:cubicBezTo>
                  <a:cubicBezTo>
                    <a:pt x="14" y="558"/>
                    <a:pt x="20" y="558"/>
                    <a:pt x="24" y="555"/>
                  </a:cubicBezTo>
                  <a:cubicBezTo>
                    <a:pt x="195" y="440"/>
                    <a:pt x="195" y="440"/>
                    <a:pt x="195" y="440"/>
                  </a:cubicBezTo>
                  <a:cubicBezTo>
                    <a:pt x="514" y="440"/>
                    <a:pt x="514" y="440"/>
                    <a:pt x="514" y="440"/>
                  </a:cubicBezTo>
                  <a:cubicBezTo>
                    <a:pt x="618" y="440"/>
                    <a:pt x="703" y="355"/>
                    <a:pt x="703" y="250"/>
                  </a:cubicBezTo>
                  <a:cubicBezTo>
                    <a:pt x="703" y="191"/>
                    <a:pt x="703" y="191"/>
                    <a:pt x="703" y="191"/>
                  </a:cubicBezTo>
                  <a:cubicBezTo>
                    <a:pt x="703" y="87"/>
                    <a:pt x="618" y="0"/>
                    <a:pt x="514" y="0"/>
                  </a:cubicBezTo>
                  <a:lnTo>
                    <a:pt x="191" y="0"/>
                  </a:lnTo>
                  <a:close/>
                  <a:moveTo>
                    <a:pt x="674" y="191"/>
                  </a:moveTo>
                  <a:lnTo>
                    <a:pt x="674" y="191"/>
                  </a:lnTo>
                  <a:cubicBezTo>
                    <a:pt x="674" y="250"/>
                    <a:pt x="674" y="250"/>
                    <a:pt x="674" y="250"/>
                  </a:cubicBezTo>
                  <a:cubicBezTo>
                    <a:pt x="674" y="294"/>
                    <a:pt x="657" y="334"/>
                    <a:pt x="628" y="364"/>
                  </a:cubicBezTo>
                  <a:cubicBezTo>
                    <a:pt x="598" y="393"/>
                    <a:pt x="558" y="411"/>
                    <a:pt x="514" y="411"/>
                  </a:cubicBezTo>
                  <a:cubicBezTo>
                    <a:pt x="191" y="411"/>
                    <a:pt x="191" y="411"/>
                    <a:pt x="191" y="411"/>
                  </a:cubicBezTo>
                  <a:cubicBezTo>
                    <a:pt x="188" y="411"/>
                    <a:pt x="186" y="412"/>
                    <a:pt x="183" y="414"/>
                  </a:cubicBezTo>
                  <a:cubicBezTo>
                    <a:pt x="31" y="515"/>
                    <a:pt x="31" y="515"/>
                    <a:pt x="31" y="515"/>
                  </a:cubicBezTo>
                  <a:cubicBezTo>
                    <a:pt x="31" y="426"/>
                    <a:pt x="31" y="426"/>
                    <a:pt x="31" y="426"/>
                  </a:cubicBezTo>
                  <a:cubicBezTo>
                    <a:pt x="31" y="191"/>
                    <a:pt x="31" y="191"/>
                    <a:pt x="31" y="191"/>
                  </a:cubicBezTo>
                  <a:cubicBezTo>
                    <a:pt x="31" y="147"/>
                    <a:pt x="48" y="106"/>
                    <a:pt x="77" y="77"/>
                  </a:cubicBezTo>
                  <a:cubicBezTo>
                    <a:pt x="106" y="48"/>
                    <a:pt x="147" y="31"/>
                    <a:pt x="191" y="31"/>
                  </a:cubicBezTo>
                  <a:cubicBezTo>
                    <a:pt x="514" y="31"/>
                    <a:pt x="514" y="31"/>
                    <a:pt x="514" y="31"/>
                  </a:cubicBezTo>
                  <a:cubicBezTo>
                    <a:pt x="558" y="31"/>
                    <a:pt x="598" y="48"/>
                    <a:pt x="628" y="77"/>
                  </a:cubicBezTo>
                  <a:cubicBezTo>
                    <a:pt x="657" y="106"/>
                    <a:pt x="674" y="147"/>
                    <a:pt x="674"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2">
              <a:extLst>
                <a:ext uri="{FF2B5EF4-FFF2-40B4-BE49-F238E27FC236}">
                  <a16:creationId xmlns:a16="http://schemas.microsoft.com/office/drawing/2014/main" id="{11427061-B751-F411-9381-AC45B5FFA7BE}"/>
                </a:ext>
              </a:extLst>
            </p:cNvPr>
            <p:cNvSpPr>
              <a:spLocks noChangeArrowheads="1"/>
            </p:cNvSpPr>
            <p:nvPr/>
          </p:nvSpPr>
          <p:spPr bwMode="auto">
            <a:xfrm>
              <a:off x="2138363" y="5083175"/>
              <a:ext cx="138112" cy="11113"/>
            </a:xfrm>
            <a:custGeom>
              <a:avLst/>
              <a:gdLst>
                <a:gd name="T0" fmla="*/ 0 w 383"/>
                <a:gd name="T1" fmla="*/ 15 h 30"/>
                <a:gd name="T2" fmla="*/ 0 w 383"/>
                <a:gd name="T3" fmla="*/ 15 h 30"/>
                <a:gd name="T4" fmla="*/ 15 w 383"/>
                <a:gd name="T5" fmla="*/ 29 h 30"/>
                <a:gd name="T6" fmla="*/ 367 w 383"/>
                <a:gd name="T7" fmla="*/ 29 h 30"/>
                <a:gd name="T8" fmla="*/ 382 w 383"/>
                <a:gd name="T9" fmla="*/ 15 h 30"/>
                <a:gd name="T10" fmla="*/ 367 w 383"/>
                <a:gd name="T11" fmla="*/ 0 h 30"/>
                <a:gd name="T12" fmla="*/ 15 w 383"/>
                <a:gd name="T13" fmla="*/ 0 h 30"/>
                <a:gd name="T14" fmla="*/ 0 w 383"/>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0">
                  <a:moveTo>
                    <a:pt x="0" y="15"/>
                  </a:moveTo>
                  <a:lnTo>
                    <a:pt x="0" y="15"/>
                  </a:lnTo>
                  <a:cubicBezTo>
                    <a:pt x="0" y="24"/>
                    <a:pt x="7" y="29"/>
                    <a:pt x="15" y="29"/>
                  </a:cubicBezTo>
                  <a:cubicBezTo>
                    <a:pt x="367" y="29"/>
                    <a:pt x="367" y="29"/>
                    <a:pt x="367" y="29"/>
                  </a:cubicBezTo>
                  <a:cubicBezTo>
                    <a:pt x="375" y="29"/>
                    <a:pt x="382" y="24"/>
                    <a:pt x="382" y="15"/>
                  </a:cubicBezTo>
                  <a:cubicBezTo>
                    <a:pt x="382" y="7"/>
                    <a:pt x="375" y="0"/>
                    <a:pt x="367" y="0"/>
                  </a:cubicBezTo>
                  <a:cubicBezTo>
                    <a:pt x="15" y="0"/>
                    <a:pt x="15"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3">
              <a:extLst>
                <a:ext uri="{FF2B5EF4-FFF2-40B4-BE49-F238E27FC236}">
                  <a16:creationId xmlns:a16="http://schemas.microsoft.com/office/drawing/2014/main" id="{295BB85A-9492-9B5A-8D3B-280C7A0A7CE3}"/>
                </a:ext>
              </a:extLst>
            </p:cNvPr>
            <p:cNvSpPr>
              <a:spLocks noChangeArrowheads="1"/>
            </p:cNvSpPr>
            <p:nvPr/>
          </p:nvSpPr>
          <p:spPr bwMode="auto">
            <a:xfrm>
              <a:off x="2138363" y="5124450"/>
              <a:ext cx="138112" cy="11113"/>
            </a:xfrm>
            <a:custGeom>
              <a:avLst/>
              <a:gdLst>
                <a:gd name="T0" fmla="*/ 367 w 383"/>
                <a:gd name="T1" fmla="*/ 0 h 31"/>
                <a:gd name="T2" fmla="*/ 367 w 383"/>
                <a:gd name="T3" fmla="*/ 0 h 31"/>
                <a:gd name="T4" fmla="*/ 15 w 383"/>
                <a:gd name="T5" fmla="*/ 0 h 31"/>
                <a:gd name="T6" fmla="*/ 0 w 383"/>
                <a:gd name="T7" fmla="*/ 15 h 31"/>
                <a:gd name="T8" fmla="*/ 15 w 383"/>
                <a:gd name="T9" fmla="*/ 30 h 31"/>
                <a:gd name="T10" fmla="*/ 367 w 383"/>
                <a:gd name="T11" fmla="*/ 30 h 31"/>
                <a:gd name="T12" fmla="*/ 382 w 383"/>
                <a:gd name="T13" fmla="*/ 15 h 31"/>
                <a:gd name="T14" fmla="*/ 367 w 383"/>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1">
                  <a:moveTo>
                    <a:pt x="367" y="0"/>
                  </a:moveTo>
                  <a:lnTo>
                    <a:pt x="367" y="0"/>
                  </a:lnTo>
                  <a:cubicBezTo>
                    <a:pt x="15" y="0"/>
                    <a:pt x="15" y="0"/>
                    <a:pt x="15" y="0"/>
                  </a:cubicBezTo>
                  <a:cubicBezTo>
                    <a:pt x="7" y="0"/>
                    <a:pt x="0" y="7"/>
                    <a:pt x="0" y="15"/>
                  </a:cubicBezTo>
                  <a:cubicBezTo>
                    <a:pt x="0" y="23"/>
                    <a:pt x="7" y="30"/>
                    <a:pt x="15" y="30"/>
                  </a:cubicBezTo>
                  <a:cubicBezTo>
                    <a:pt x="367" y="30"/>
                    <a:pt x="367" y="30"/>
                    <a:pt x="367" y="30"/>
                  </a:cubicBezTo>
                  <a:cubicBezTo>
                    <a:pt x="375" y="30"/>
                    <a:pt x="382" y="23"/>
                    <a:pt x="382" y="15"/>
                  </a:cubicBezTo>
                  <a:cubicBezTo>
                    <a:pt x="382" y="7"/>
                    <a:pt x="375" y="0"/>
                    <a:pt x="3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2" name="Freeform 214">
            <a:extLst>
              <a:ext uri="{FF2B5EF4-FFF2-40B4-BE49-F238E27FC236}">
                <a16:creationId xmlns:a16="http://schemas.microsoft.com/office/drawing/2014/main" id="{577F1C23-504D-53B2-F87B-48D8947CC752}"/>
              </a:ext>
            </a:extLst>
          </p:cNvPr>
          <p:cNvSpPr>
            <a:spLocks noChangeArrowheads="1"/>
          </p:cNvSpPr>
          <p:nvPr/>
        </p:nvSpPr>
        <p:spPr bwMode="auto">
          <a:xfrm>
            <a:off x="3206874" y="6153572"/>
            <a:ext cx="242887" cy="254000"/>
          </a:xfrm>
          <a:custGeom>
            <a:avLst/>
            <a:gdLst>
              <a:gd name="T0" fmla="*/ 599 w 675"/>
              <a:gd name="T1" fmla="*/ 0 h 704"/>
              <a:gd name="T2" fmla="*/ 59 w 675"/>
              <a:gd name="T3" fmla="*/ 44 h 704"/>
              <a:gd name="T4" fmla="*/ 15 w 675"/>
              <a:gd name="T5" fmla="*/ 117 h 704"/>
              <a:gd name="T6" fmla="*/ 15 w 675"/>
              <a:gd name="T7" fmla="*/ 147 h 704"/>
              <a:gd name="T8" fmla="*/ 59 w 675"/>
              <a:gd name="T9" fmla="*/ 263 h 704"/>
              <a:gd name="T10" fmla="*/ 0 w 675"/>
              <a:gd name="T11" fmla="*/ 279 h 704"/>
              <a:gd name="T12" fmla="*/ 59 w 675"/>
              <a:gd name="T13" fmla="*/ 292 h 704"/>
              <a:gd name="T14" fmla="*/ 15 w 675"/>
              <a:gd name="T15" fmla="*/ 410 h 704"/>
              <a:gd name="T16" fmla="*/ 15 w 675"/>
              <a:gd name="T17" fmla="*/ 439 h 704"/>
              <a:gd name="T18" fmla="*/ 59 w 675"/>
              <a:gd name="T19" fmla="*/ 556 h 704"/>
              <a:gd name="T20" fmla="*/ 0 w 675"/>
              <a:gd name="T21" fmla="*/ 571 h 704"/>
              <a:gd name="T22" fmla="*/ 59 w 675"/>
              <a:gd name="T23" fmla="*/ 586 h 704"/>
              <a:gd name="T24" fmla="*/ 103 w 675"/>
              <a:gd name="T25" fmla="*/ 703 h 704"/>
              <a:gd name="T26" fmla="*/ 674 w 675"/>
              <a:gd name="T27" fmla="*/ 630 h 704"/>
              <a:gd name="T28" fmla="*/ 599 w 675"/>
              <a:gd name="T29" fmla="*/ 0 h 704"/>
              <a:gd name="T30" fmla="*/ 87 w 675"/>
              <a:gd name="T31" fmla="*/ 659 h 704"/>
              <a:gd name="T32" fmla="*/ 131 w 675"/>
              <a:gd name="T33" fmla="*/ 586 h 704"/>
              <a:gd name="T34" fmla="*/ 131 w 675"/>
              <a:gd name="T35" fmla="*/ 556 h 704"/>
              <a:gd name="T36" fmla="*/ 87 w 675"/>
              <a:gd name="T37" fmla="*/ 439 h 704"/>
              <a:gd name="T38" fmla="*/ 146 w 675"/>
              <a:gd name="T39" fmla="*/ 424 h 704"/>
              <a:gd name="T40" fmla="*/ 87 w 675"/>
              <a:gd name="T41" fmla="*/ 410 h 704"/>
              <a:gd name="T42" fmla="*/ 131 w 675"/>
              <a:gd name="T43" fmla="*/ 292 h 704"/>
              <a:gd name="T44" fmla="*/ 131 w 675"/>
              <a:gd name="T45" fmla="*/ 263 h 704"/>
              <a:gd name="T46" fmla="*/ 87 w 675"/>
              <a:gd name="T47" fmla="*/ 147 h 704"/>
              <a:gd name="T48" fmla="*/ 146 w 675"/>
              <a:gd name="T49" fmla="*/ 132 h 704"/>
              <a:gd name="T50" fmla="*/ 87 w 675"/>
              <a:gd name="T51" fmla="*/ 117 h 704"/>
              <a:gd name="T52" fmla="*/ 103 w 675"/>
              <a:gd name="T53" fmla="*/ 29 h 704"/>
              <a:gd name="T54" fmla="*/ 175 w 675"/>
              <a:gd name="T55" fmla="*/ 674 h 704"/>
              <a:gd name="T56" fmla="*/ 87 w 675"/>
              <a:gd name="T57" fmla="*/ 659 h 704"/>
              <a:gd name="T58" fmla="*/ 643 w 675"/>
              <a:gd name="T59" fmla="*/ 630 h 704"/>
              <a:gd name="T60" fmla="*/ 204 w 675"/>
              <a:gd name="T61" fmla="*/ 674 h 704"/>
              <a:gd name="T62" fmla="*/ 599 w 675"/>
              <a:gd name="T63" fmla="*/ 29 h 704"/>
              <a:gd name="T64" fmla="*/ 643 w 675"/>
              <a:gd name="T65"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5" h="704">
                <a:moveTo>
                  <a:pt x="599" y="0"/>
                </a:moveTo>
                <a:lnTo>
                  <a:pt x="599" y="0"/>
                </a:lnTo>
                <a:cubicBezTo>
                  <a:pt x="103" y="0"/>
                  <a:pt x="103" y="0"/>
                  <a:pt x="103" y="0"/>
                </a:cubicBezTo>
                <a:cubicBezTo>
                  <a:pt x="78" y="0"/>
                  <a:pt x="59" y="19"/>
                  <a:pt x="59" y="44"/>
                </a:cubicBezTo>
                <a:cubicBezTo>
                  <a:pt x="59" y="117"/>
                  <a:pt x="59" y="117"/>
                  <a:pt x="59" y="117"/>
                </a:cubicBezTo>
                <a:cubicBezTo>
                  <a:pt x="15" y="117"/>
                  <a:pt x="15" y="117"/>
                  <a:pt x="15" y="117"/>
                </a:cubicBezTo>
                <a:cubicBezTo>
                  <a:pt x="6" y="117"/>
                  <a:pt x="0" y="123"/>
                  <a:pt x="0" y="132"/>
                </a:cubicBezTo>
                <a:cubicBezTo>
                  <a:pt x="0" y="140"/>
                  <a:pt x="6" y="147"/>
                  <a:pt x="15" y="147"/>
                </a:cubicBezTo>
                <a:cubicBezTo>
                  <a:pt x="59" y="147"/>
                  <a:pt x="59" y="147"/>
                  <a:pt x="59" y="147"/>
                </a:cubicBezTo>
                <a:cubicBezTo>
                  <a:pt x="59" y="263"/>
                  <a:pt x="59" y="263"/>
                  <a:pt x="59" y="263"/>
                </a:cubicBezTo>
                <a:cubicBezTo>
                  <a:pt x="15" y="263"/>
                  <a:pt x="15" y="263"/>
                  <a:pt x="15" y="263"/>
                </a:cubicBezTo>
                <a:cubicBezTo>
                  <a:pt x="6" y="263"/>
                  <a:pt x="0" y="270"/>
                  <a:pt x="0" y="279"/>
                </a:cubicBezTo>
                <a:cubicBezTo>
                  <a:pt x="0" y="287"/>
                  <a:pt x="6" y="292"/>
                  <a:pt x="15" y="292"/>
                </a:cubicBezTo>
                <a:cubicBezTo>
                  <a:pt x="59" y="292"/>
                  <a:pt x="59" y="292"/>
                  <a:pt x="59" y="292"/>
                </a:cubicBezTo>
                <a:cubicBezTo>
                  <a:pt x="59" y="410"/>
                  <a:pt x="59" y="410"/>
                  <a:pt x="59" y="410"/>
                </a:cubicBezTo>
                <a:cubicBezTo>
                  <a:pt x="15" y="410"/>
                  <a:pt x="15" y="410"/>
                  <a:pt x="15" y="410"/>
                </a:cubicBezTo>
                <a:cubicBezTo>
                  <a:pt x="6" y="410"/>
                  <a:pt x="0" y="417"/>
                  <a:pt x="0" y="424"/>
                </a:cubicBezTo>
                <a:cubicBezTo>
                  <a:pt x="0" y="432"/>
                  <a:pt x="6" y="439"/>
                  <a:pt x="15" y="439"/>
                </a:cubicBezTo>
                <a:cubicBezTo>
                  <a:pt x="59" y="439"/>
                  <a:pt x="59" y="439"/>
                  <a:pt x="59" y="439"/>
                </a:cubicBezTo>
                <a:cubicBezTo>
                  <a:pt x="59" y="556"/>
                  <a:pt x="59" y="556"/>
                  <a:pt x="59" y="556"/>
                </a:cubicBezTo>
                <a:cubicBezTo>
                  <a:pt x="15" y="556"/>
                  <a:pt x="15" y="556"/>
                  <a:pt x="15" y="556"/>
                </a:cubicBezTo>
                <a:cubicBezTo>
                  <a:pt x="6" y="556"/>
                  <a:pt x="0" y="563"/>
                  <a:pt x="0" y="571"/>
                </a:cubicBezTo>
                <a:cubicBezTo>
                  <a:pt x="0" y="579"/>
                  <a:pt x="6" y="586"/>
                  <a:pt x="15" y="586"/>
                </a:cubicBezTo>
                <a:cubicBezTo>
                  <a:pt x="59" y="586"/>
                  <a:pt x="59" y="586"/>
                  <a:pt x="59" y="586"/>
                </a:cubicBezTo>
                <a:cubicBezTo>
                  <a:pt x="59" y="659"/>
                  <a:pt x="59" y="659"/>
                  <a:pt x="59" y="659"/>
                </a:cubicBezTo>
                <a:cubicBezTo>
                  <a:pt x="59" y="683"/>
                  <a:pt x="78" y="703"/>
                  <a:pt x="103" y="703"/>
                </a:cubicBezTo>
                <a:cubicBezTo>
                  <a:pt x="599" y="703"/>
                  <a:pt x="599" y="703"/>
                  <a:pt x="599" y="703"/>
                </a:cubicBezTo>
                <a:cubicBezTo>
                  <a:pt x="641" y="703"/>
                  <a:pt x="674" y="670"/>
                  <a:pt x="674" y="630"/>
                </a:cubicBezTo>
                <a:cubicBezTo>
                  <a:pt x="674" y="73"/>
                  <a:pt x="674" y="73"/>
                  <a:pt x="674" y="73"/>
                </a:cubicBezTo>
                <a:cubicBezTo>
                  <a:pt x="674" y="33"/>
                  <a:pt x="641" y="0"/>
                  <a:pt x="599" y="0"/>
                </a:cubicBezTo>
                <a:close/>
                <a:moveTo>
                  <a:pt x="87" y="659"/>
                </a:moveTo>
                <a:lnTo>
                  <a:pt x="87" y="659"/>
                </a:lnTo>
                <a:cubicBezTo>
                  <a:pt x="87" y="586"/>
                  <a:pt x="87" y="586"/>
                  <a:pt x="87" y="586"/>
                </a:cubicBezTo>
                <a:cubicBezTo>
                  <a:pt x="131" y="586"/>
                  <a:pt x="131" y="586"/>
                  <a:pt x="131" y="586"/>
                </a:cubicBezTo>
                <a:cubicBezTo>
                  <a:pt x="140" y="586"/>
                  <a:pt x="146" y="579"/>
                  <a:pt x="146" y="571"/>
                </a:cubicBezTo>
                <a:cubicBezTo>
                  <a:pt x="146" y="563"/>
                  <a:pt x="140" y="556"/>
                  <a:pt x="131" y="556"/>
                </a:cubicBezTo>
                <a:cubicBezTo>
                  <a:pt x="87" y="556"/>
                  <a:pt x="87" y="556"/>
                  <a:pt x="87" y="556"/>
                </a:cubicBezTo>
                <a:cubicBezTo>
                  <a:pt x="87" y="439"/>
                  <a:pt x="87" y="439"/>
                  <a:pt x="87" y="439"/>
                </a:cubicBezTo>
                <a:cubicBezTo>
                  <a:pt x="131" y="439"/>
                  <a:pt x="131" y="439"/>
                  <a:pt x="131" y="439"/>
                </a:cubicBezTo>
                <a:cubicBezTo>
                  <a:pt x="140" y="439"/>
                  <a:pt x="146" y="432"/>
                  <a:pt x="146" y="424"/>
                </a:cubicBezTo>
                <a:cubicBezTo>
                  <a:pt x="146" y="417"/>
                  <a:pt x="140" y="410"/>
                  <a:pt x="131" y="410"/>
                </a:cubicBezTo>
                <a:cubicBezTo>
                  <a:pt x="87" y="410"/>
                  <a:pt x="87" y="410"/>
                  <a:pt x="87" y="410"/>
                </a:cubicBezTo>
                <a:cubicBezTo>
                  <a:pt x="87" y="292"/>
                  <a:pt x="87" y="292"/>
                  <a:pt x="87" y="292"/>
                </a:cubicBezTo>
                <a:cubicBezTo>
                  <a:pt x="131" y="292"/>
                  <a:pt x="131" y="292"/>
                  <a:pt x="131" y="292"/>
                </a:cubicBezTo>
                <a:cubicBezTo>
                  <a:pt x="140" y="292"/>
                  <a:pt x="146" y="287"/>
                  <a:pt x="146" y="279"/>
                </a:cubicBezTo>
                <a:cubicBezTo>
                  <a:pt x="146" y="270"/>
                  <a:pt x="140" y="263"/>
                  <a:pt x="131" y="263"/>
                </a:cubicBezTo>
                <a:cubicBezTo>
                  <a:pt x="87" y="263"/>
                  <a:pt x="87" y="263"/>
                  <a:pt x="87" y="263"/>
                </a:cubicBezTo>
                <a:cubicBezTo>
                  <a:pt x="87" y="147"/>
                  <a:pt x="87" y="147"/>
                  <a:pt x="87" y="147"/>
                </a:cubicBezTo>
                <a:cubicBezTo>
                  <a:pt x="131" y="147"/>
                  <a:pt x="131" y="147"/>
                  <a:pt x="131" y="147"/>
                </a:cubicBezTo>
                <a:cubicBezTo>
                  <a:pt x="140" y="147"/>
                  <a:pt x="146" y="140"/>
                  <a:pt x="146" y="132"/>
                </a:cubicBezTo>
                <a:cubicBezTo>
                  <a:pt x="146" y="123"/>
                  <a:pt x="140" y="117"/>
                  <a:pt x="131" y="117"/>
                </a:cubicBezTo>
                <a:cubicBezTo>
                  <a:pt x="87" y="117"/>
                  <a:pt x="87" y="117"/>
                  <a:pt x="87" y="117"/>
                </a:cubicBezTo>
                <a:cubicBezTo>
                  <a:pt x="87" y="44"/>
                  <a:pt x="87" y="44"/>
                  <a:pt x="87" y="44"/>
                </a:cubicBezTo>
                <a:cubicBezTo>
                  <a:pt x="87" y="36"/>
                  <a:pt x="94" y="29"/>
                  <a:pt x="103" y="29"/>
                </a:cubicBezTo>
                <a:cubicBezTo>
                  <a:pt x="175" y="29"/>
                  <a:pt x="175" y="29"/>
                  <a:pt x="175" y="29"/>
                </a:cubicBezTo>
                <a:cubicBezTo>
                  <a:pt x="175" y="674"/>
                  <a:pt x="175" y="674"/>
                  <a:pt x="175" y="674"/>
                </a:cubicBezTo>
                <a:cubicBezTo>
                  <a:pt x="103" y="674"/>
                  <a:pt x="103" y="674"/>
                  <a:pt x="103" y="674"/>
                </a:cubicBezTo>
                <a:cubicBezTo>
                  <a:pt x="94" y="674"/>
                  <a:pt x="87" y="667"/>
                  <a:pt x="87" y="659"/>
                </a:cubicBezTo>
                <a:close/>
                <a:moveTo>
                  <a:pt x="643" y="630"/>
                </a:moveTo>
                <a:lnTo>
                  <a:pt x="643" y="630"/>
                </a:lnTo>
                <a:cubicBezTo>
                  <a:pt x="643" y="653"/>
                  <a:pt x="624" y="674"/>
                  <a:pt x="599" y="674"/>
                </a:cubicBezTo>
                <a:cubicBezTo>
                  <a:pt x="204" y="674"/>
                  <a:pt x="204" y="674"/>
                  <a:pt x="204" y="674"/>
                </a:cubicBezTo>
                <a:cubicBezTo>
                  <a:pt x="204" y="29"/>
                  <a:pt x="204" y="29"/>
                  <a:pt x="204" y="29"/>
                </a:cubicBezTo>
                <a:cubicBezTo>
                  <a:pt x="599" y="29"/>
                  <a:pt x="599" y="29"/>
                  <a:pt x="599" y="29"/>
                </a:cubicBezTo>
                <a:cubicBezTo>
                  <a:pt x="624" y="29"/>
                  <a:pt x="643" y="49"/>
                  <a:pt x="643" y="73"/>
                </a:cubicBezTo>
                <a:lnTo>
                  <a:pt x="643" y="630"/>
                </a:lnTo>
                <a:close/>
              </a:path>
            </a:pathLst>
          </a:custGeom>
          <a:solidFill>
            <a:schemeClr val="tx2"/>
          </a:solidFill>
          <a:ln>
            <a:noFill/>
          </a:ln>
          <a:effectLst/>
        </p:spPr>
        <p:txBody>
          <a:bodyPr wrap="none" anchor="ctr"/>
          <a:lstStyle/>
          <a:p>
            <a:endParaRPr lang="da-DK"/>
          </a:p>
        </p:txBody>
      </p:sp>
      <p:sp>
        <p:nvSpPr>
          <p:cNvPr id="263" name="Freeform 215">
            <a:extLst>
              <a:ext uri="{FF2B5EF4-FFF2-40B4-BE49-F238E27FC236}">
                <a16:creationId xmlns:a16="http://schemas.microsoft.com/office/drawing/2014/main" id="{BB5F7EF0-4BF6-3FED-62B7-84C22D6040B5}"/>
              </a:ext>
            </a:extLst>
          </p:cNvPr>
          <p:cNvSpPr>
            <a:spLocks noChangeArrowheads="1"/>
          </p:cNvSpPr>
          <p:nvPr/>
        </p:nvSpPr>
        <p:spPr bwMode="auto">
          <a:xfrm>
            <a:off x="1725736" y="6154366"/>
            <a:ext cx="252413" cy="252412"/>
          </a:xfrm>
          <a:custGeom>
            <a:avLst/>
            <a:gdLst>
              <a:gd name="T0" fmla="*/ 702 w 703"/>
              <a:gd name="T1" fmla="*/ 213 h 699"/>
              <a:gd name="T2" fmla="*/ 702 w 703"/>
              <a:gd name="T3" fmla="*/ 213 h 699"/>
              <a:gd name="T4" fmla="*/ 701 w 703"/>
              <a:gd name="T5" fmla="*/ 209 h 699"/>
              <a:gd name="T6" fmla="*/ 701 w 703"/>
              <a:gd name="T7" fmla="*/ 209 h 699"/>
              <a:gd name="T8" fmla="*/ 698 w 703"/>
              <a:gd name="T9" fmla="*/ 205 h 699"/>
              <a:gd name="T10" fmla="*/ 698 w 703"/>
              <a:gd name="T11" fmla="*/ 205 h 699"/>
              <a:gd name="T12" fmla="*/ 696 w 703"/>
              <a:gd name="T13" fmla="*/ 202 h 699"/>
              <a:gd name="T14" fmla="*/ 373 w 703"/>
              <a:gd name="T15" fmla="*/ 6 h 699"/>
              <a:gd name="T16" fmla="*/ 351 w 703"/>
              <a:gd name="T17" fmla="*/ 0 h 699"/>
              <a:gd name="T18" fmla="*/ 328 w 703"/>
              <a:gd name="T19" fmla="*/ 6 h 699"/>
              <a:gd name="T20" fmla="*/ 7 w 703"/>
              <a:gd name="T21" fmla="*/ 202 h 699"/>
              <a:gd name="T22" fmla="*/ 4 w 703"/>
              <a:gd name="T23" fmla="*/ 205 h 699"/>
              <a:gd name="T24" fmla="*/ 4 w 703"/>
              <a:gd name="T25" fmla="*/ 205 h 699"/>
              <a:gd name="T26" fmla="*/ 1 w 703"/>
              <a:gd name="T27" fmla="*/ 209 h 699"/>
              <a:gd name="T28" fmla="*/ 0 w 703"/>
              <a:gd name="T29" fmla="*/ 209 h 699"/>
              <a:gd name="T30" fmla="*/ 0 w 703"/>
              <a:gd name="T31" fmla="*/ 213 h 699"/>
              <a:gd name="T32" fmla="*/ 0 w 703"/>
              <a:gd name="T33" fmla="*/ 214 h 699"/>
              <a:gd name="T34" fmla="*/ 0 w 703"/>
              <a:gd name="T35" fmla="*/ 214 h 699"/>
              <a:gd name="T36" fmla="*/ 0 w 703"/>
              <a:gd name="T37" fmla="*/ 654 h 699"/>
              <a:gd name="T38" fmla="*/ 44 w 703"/>
              <a:gd name="T39" fmla="*/ 698 h 699"/>
              <a:gd name="T40" fmla="*/ 659 w 703"/>
              <a:gd name="T41" fmla="*/ 698 h 699"/>
              <a:gd name="T42" fmla="*/ 702 w 703"/>
              <a:gd name="T43" fmla="*/ 654 h 699"/>
              <a:gd name="T44" fmla="*/ 702 w 703"/>
              <a:gd name="T45" fmla="*/ 214 h 699"/>
              <a:gd name="T46" fmla="*/ 702 w 703"/>
              <a:gd name="T47" fmla="*/ 214 h 699"/>
              <a:gd name="T48" fmla="*/ 702 w 703"/>
              <a:gd name="T49" fmla="*/ 213 h 699"/>
              <a:gd name="T50" fmla="*/ 343 w 703"/>
              <a:gd name="T51" fmla="*/ 32 h 699"/>
              <a:gd name="T52" fmla="*/ 343 w 703"/>
              <a:gd name="T53" fmla="*/ 32 h 699"/>
              <a:gd name="T54" fmla="*/ 351 w 703"/>
              <a:gd name="T55" fmla="*/ 29 h 699"/>
              <a:gd name="T56" fmla="*/ 358 w 703"/>
              <a:gd name="T57" fmla="*/ 32 h 699"/>
              <a:gd name="T58" fmla="*/ 661 w 703"/>
              <a:gd name="T59" fmla="*/ 216 h 699"/>
              <a:gd name="T60" fmla="*/ 359 w 703"/>
              <a:gd name="T61" fmla="*/ 452 h 699"/>
              <a:gd name="T62" fmla="*/ 351 w 703"/>
              <a:gd name="T63" fmla="*/ 456 h 699"/>
              <a:gd name="T64" fmla="*/ 341 w 703"/>
              <a:gd name="T65" fmla="*/ 452 h 699"/>
              <a:gd name="T66" fmla="*/ 39 w 703"/>
              <a:gd name="T67" fmla="*/ 216 h 699"/>
              <a:gd name="T68" fmla="*/ 343 w 703"/>
              <a:gd name="T69" fmla="*/ 32 h 699"/>
              <a:gd name="T70" fmla="*/ 668 w 703"/>
              <a:gd name="T71" fmla="*/ 665 h 699"/>
              <a:gd name="T72" fmla="*/ 668 w 703"/>
              <a:gd name="T73" fmla="*/ 665 h 699"/>
              <a:gd name="T74" fmla="*/ 659 w 703"/>
              <a:gd name="T75" fmla="*/ 669 h 699"/>
              <a:gd name="T76" fmla="*/ 44 w 703"/>
              <a:gd name="T77" fmla="*/ 669 h 699"/>
              <a:gd name="T78" fmla="*/ 33 w 703"/>
              <a:gd name="T79" fmla="*/ 665 h 699"/>
              <a:gd name="T80" fmla="*/ 28 w 703"/>
              <a:gd name="T81" fmla="*/ 654 h 699"/>
              <a:gd name="T82" fmla="*/ 28 w 703"/>
              <a:gd name="T83" fmla="*/ 245 h 699"/>
              <a:gd name="T84" fmla="*/ 324 w 703"/>
              <a:gd name="T85" fmla="*/ 475 h 699"/>
              <a:gd name="T86" fmla="*/ 351 w 703"/>
              <a:gd name="T87" fmla="*/ 485 h 699"/>
              <a:gd name="T88" fmla="*/ 377 w 703"/>
              <a:gd name="T89" fmla="*/ 475 h 699"/>
              <a:gd name="T90" fmla="*/ 672 w 703"/>
              <a:gd name="T91" fmla="*/ 245 h 699"/>
              <a:gd name="T92" fmla="*/ 672 w 703"/>
              <a:gd name="T93" fmla="*/ 654 h 699"/>
              <a:gd name="T94" fmla="*/ 668 w 703"/>
              <a:gd name="T95" fmla="*/ 665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3" h="699">
                <a:moveTo>
                  <a:pt x="702" y="213"/>
                </a:moveTo>
                <a:lnTo>
                  <a:pt x="702" y="213"/>
                </a:lnTo>
                <a:cubicBezTo>
                  <a:pt x="702" y="212"/>
                  <a:pt x="701" y="210"/>
                  <a:pt x="701" y="209"/>
                </a:cubicBezTo>
                <a:lnTo>
                  <a:pt x="701" y="209"/>
                </a:lnTo>
                <a:cubicBezTo>
                  <a:pt x="700" y="206"/>
                  <a:pt x="698" y="205"/>
                  <a:pt x="698" y="205"/>
                </a:cubicBezTo>
                <a:lnTo>
                  <a:pt x="698" y="205"/>
                </a:lnTo>
                <a:cubicBezTo>
                  <a:pt x="697" y="203"/>
                  <a:pt x="696" y="202"/>
                  <a:pt x="696" y="202"/>
                </a:cubicBezTo>
                <a:cubicBezTo>
                  <a:pt x="373" y="6"/>
                  <a:pt x="373" y="6"/>
                  <a:pt x="373" y="6"/>
                </a:cubicBezTo>
                <a:cubicBezTo>
                  <a:pt x="366" y="2"/>
                  <a:pt x="358" y="0"/>
                  <a:pt x="351" y="0"/>
                </a:cubicBezTo>
                <a:cubicBezTo>
                  <a:pt x="343" y="0"/>
                  <a:pt x="335" y="2"/>
                  <a:pt x="328" y="6"/>
                </a:cubicBezTo>
                <a:cubicBezTo>
                  <a:pt x="7" y="202"/>
                  <a:pt x="7" y="202"/>
                  <a:pt x="7" y="202"/>
                </a:cubicBezTo>
                <a:cubicBezTo>
                  <a:pt x="5" y="202"/>
                  <a:pt x="4" y="203"/>
                  <a:pt x="4" y="205"/>
                </a:cubicBezTo>
                <a:lnTo>
                  <a:pt x="4" y="205"/>
                </a:lnTo>
                <a:cubicBezTo>
                  <a:pt x="2" y="205"/>
                  <a:pt x="1" y="206"/>
                  <a:pt x="1" y="209"/>
                </a:cubicBezTo>
                <a:cubicBezTo>
                  <a:pt x="1" y="209"/>
                  <a:pt x="1" y="209"/>
                  <a:pt x="0" y="209"/>
                </a:cubicBezTo>
                <a:cubicBezTo>
                  <a:pt x="0" y="210"/>
                  <a:pt x="0" y="212"/>
                  <a:pt x="0" y="213"/>
                </a:cubicBezTo>
                <a:cubicBezTo>
                  <a:pt x="0" y="214"/>
                  <a:pt x="0" y="214"/>
                  <a:pt x="0" y="214"/>
                </a:cubicBezTo>
                <a:lnTo>
                  <a:pt x="0" y="214"/>
                </a:lnTo>
                <a:cubicBezTo>
                  <a:pt x="0" y="654"/>
                  <a:pt x="0" y="654"/>
                  <a:pt x="0" y="654"/>
                </a:cubicBezTo>
                <a:cubicBezTo>
                  <a:pt x="0" y="678"/>
                  <a:pt x="19" y="698"/>
                  <a:pt x="44" y="698"/>
                </a:cubicBezTo>
                <a:cubicBezTo>
                  <a:pt x="659" y="698"/>
                  <a:pt x="659" y="698"/>
                  <a:pt x="659" y="698"/>
                </a:cubicBezTo>
                <a:cubicBezTo>
                  <a:pt x="682" y="698"/>
                  <a:pt x="702" y="678"/>
                  <a:pt x="702" y="654"/>
                </a:cubicBezTo>
                <a:cubicBezTo>
                  <a:pt x="702" y="214"/>
                  <a:pt x="702" y="214"/>
                  <a:pt x="702" y="214"/>
                </a:cubicBezTo>
                <a:lnTo>
                  <a:pt x="702" y="214"/>
                </a:lnTo>
                <a:cubicBezTo>
                  <a:pt x="702" y="214"/>
                  <a:pt x="702" y="214"/>
                  <a:pt x="702" y="213"/>
                </a:cubicBezTo>
                <a:close/>
                <a:moveTo>
                  <a:pt x="343" y="32"/>
                </a:moveTo>
                <a:lnTo>
                  <a:pt x="343" y="32"/>
                </a:lnTo>
                <a:cubicBezTo>
                  <a:pt x="346" y="31"/>
                  <a:pt x="348" y="29"/>
                  <a:pt x="351" y="29"/>
                </a:cubicBezTo>
                <a:cubicBezTo>
                  <a:pt x="354" y="29"/>
                  <a:pt x="357" y="31"/>
                  <a:pt x="358" y="32"/>
                </a:cubicBezTo>
                <a:cubicBezTo>
                  <a:pt x="661" y="216"/>
                  <a:pt x="661" y="216"/>
                  <a:pt x="661" y="216"/>
                </a:cubicBezTo>
                <a:cubicBezTo>
                  <a:pt x="359" y="452"/>
                  <a:pt x="359" y="452"/>
                  <a:pt x="359" y="452"/>
                </a:cubicBezTo>
                <a:cubicBezTo>
                  <a:pt x="357" y="455"/>
                  <a:pt x="354" y="456"/>
                  <a:pt x="351" y="456"/>
                </a:cubicBezTo>
                <a:cubicBezTo>
                  <a:pt x="347" y="456"/>
                  <a:pt x="344" y="455"/>
                  <a:pt x="341" y="452"/>
                </a:cubicBezTo>
                <a:cubicBezTo>
                  <a:pt x="39" y="216"/>
                  <a:pt x="39" y="216"/>
                  <a:pt x="39" y="216"/>
                </a:cubicBezTo>
                <a:lnTo>
                  <a:pt x="343" y="32"/>
                </a:lnTo>
                <a:close/>
                <a:moveTo>
                  <a:pt x="668" y="665"/>
                </a:moveTo>
                <a:lnTo>
                  <a:pt x="668" y="665"/>
                </a:lnTo>
                <a:cubicBezTo>
                  <a:pt x="665" y="667"/>
                  <a:pt x="663" y="669"/>
                  <a:pt x="659" y="669"/>
                </a:cubicBezTo>
                <a:cubicBezTo>
                  <a:pt x="44" y="669"/>
                  <a:pt x="44" y="669"/>
                  <a:pt x="44" y="669"/>
                </a:cubicBezTo>
                <a:cubicBezTo>
                  <a:pt x="39" y="669"/>
                  <a:pt x="35" y="667"/>
                  <a:pt x="33" y="665"/>
                </a:cubicBezTo>
                <a:cubicBezTo>
                  <a:pt x="30" y="662"/>
                  <a:pt x="28" y="658"/>
                  <a:pt x="28" y="654"/>
                </a:cubicBezTo>
                <a:cubicBezTo>
                  <a:pt x="28" y="245"/>
                  <a:pt x="28" y="245"/>
                  <a:pt x="28" y="245"/>
                </a:cubicBezTo>
                <a:cubicBezTo>
                  <a:pt x="324" y="475"/>
                  <a:pt x="324" y="475"/>
                  <a:pt x="324" y="475"/>
                </a:cubicBezTo>
                <a:cubicBezTo>
                  <a:pt x="332" y="482"/>
                  <a:pt x="341" y="485"/>
                  <a:pt x="351" y="485"/>
                </a:cubicBezTo>
                <a:cubicBezTo>
                  <a:pt x="361" y="485"/>
                  <a:pt x="370" y="482"/>
                  <a:pt x="377" y="475"/>
                </a:cubicBezTo>
                <a:cubicBezTo>
                  <a:pt x="672" y="245"/>
                  <a:pt x="672" y="245"/>
                  <a:pt x="672" y="245"/>
                </a:cubicBezTo>
                <a:cubicBezTo>
                  <a:pt x="672" y="654"/>
                  <a:pt x="672" y="654"/>
                  <a:pt x="672" y="654"/>
                </a:cubicBezTo>
                <a:cubicBezTo>
                  <a:pt x="672" y="658"/>
                  <a:pt x="671" y="662"/>
                  <a:pt x="668" y="665"/>
                </a:cubicBezTo>
                <a:close/>
              </a:path>
            </a:pathLst>
          </a:custGeom>
          <a:solidFill>
            <a:schemeClr val="tx2"/>
          </a:solidFill>
          <a:ln>
            <a:noFill/>
          </a:ln>
          <a:effectLst/>
        </p:spPr>
        <p:txBody>
          <a:bodyPr wrap="none" anchor="ctr"/>
          <a:lstStyle/>
          <a:p>
            <a:endParaRPr lang="da-DK"/>
          </a:p>
        </p:txBody>
      </p:sp>
      <p:sp>
        <p:nvSpPr>
          <p:cNvPr id="264" name="Freeform 216">
            <a:extLst>
              <a:ext uri="{FF2B5EF4-FFF2-40B4-BE49-F238E27FC236}">
                <a16:creationId xmlns:a16="http://schemas.microsoft.com/office/drawing/2014/main" id="{04794FEE-7E0A-D93D-4AC0-CB1B522659C6}"/>
              </a:ext>
            </a:extLst>
          </p:cNvPr>
          <p:cNvSpPr>
            <a:spLocks noChangeArrowheads="1"/>
          </p:cNvSpPr>
          <p:nvPr/>
        </p:nvSpPr>
        <p:spPr bwMode="auto">
          <a:xfrm>
            <a:off x="2724274" y="5162179"/>
            <a:ext cx="236537" cy="244475"/>
          </a:xfrm>
          <a:custGeom>
            <a:avLst/>
            <a:gdLst>
              <a:gd name="T0" fmla="*/ 656 w 658"/>
              <a:gd name="T1" fmla="*/ 55 h 678"/>
              <a:gd name="T2" fmla="*/ 656 w 658"/>
              <a:gd name="T3" fmla="*/ 55 h 678"/>
              <a:gd name="T4" fmla="*/ 657 w 658"/>
              <a:gd name="T5" fmla="*/ 44 h 678"/>
              <a:gd name="T6" fmla="*/ 645 w 658"/>
              <a:gd name="T7" fmla="*/ 14 h 678"/>
              <a:gd name="T8" fmla="*/ 613 w 658"/>
              <a:gd name="T9" fmla="*/ 0 h 678"/>
              <a:gd name="T10" fmla="*/ 593 w 658"/>
              <a:gd name="T11" fmla="*/ 5 h 678"/>
              <a:gd name="T12" fmla="*/ 23 w 658"/>
              <a:gd name="T13" fmla="*/ 303 h 678"/>
              <a:gd name="T14" fmla="*/ 0 w 658"/>
              <a:gd name="T15" fmla="*/ 342 h 678"/>
              <a:gd name="T16" fmla="*/ 19 w 658"/>
              <a:gd name="T17" fmla="*/ 379 h 678"/>
              <a:gd name="T18" fmla="*/ 204 w 658"/>
              <a:gd name="T19" fmla="*/ 498 h 678"/>
              <a:gd name="T20" fmla="*/ 204 w 658"/>
              <a:gd name="T21" fmla="*/ 662 h 678"/>
              <a:gd name="T22" fmla="*/ 213 w 658"/>
              <a:gd name="T23" fmla="*/ 674 h 678"/>
              <a:gd name="T24" fmla="*/ 228 w 658"/>
              <a:gd name="T25" fmla="*/ 672 h 678"/>
              <a:gd name="T26" fmla="*/ 342 w 658"/>
              <a:gd name="T27" fmla="*/ 587 h 678"/>
              <a:gd name="T28" fmla="*/ 440 w 658"/>
              <a:gd name="T29" fmla="*/ 652 h 678"/>
              <a:gd name="T30" fmla="*/ 465 w 658"/>
              <a:gd name="T31" fmla="*/ 659 h 678"/>
              <a:gd name="T32" fmla="*/ 491 w 658"/>
              <a:gd name="T33" fmla="*/ 651 h 678"/>
              <a:gd name="T34" fmla="*/ 508 w 658"/>
              <a:gd name="T35" fmla="*/ 626 h 678"/>
              <a:gd name="T36" fmla="*/ 494 w 658"/>
              <a:gd name="T37" fmla="*/ 622 h 678"/>
              <a:gd name="T38" fmla="*/ 508 w 658"/>
              <a:gd name="T39" fmla="*/ 626 h 678"/>
              <a:gd name="T40" fmla="*/ 656 w 658"/>
              <a:gd name="T41" fmla="*/ 55 h 678"/>
              <a:gd name="T42" fmla="*/ 235 w 658"/>
              <a:gd name="T43" fmla="*/ 633 h 678"/>
              <a:gd name="T44" fmla="*/ 235 w 658"/>
              <a:gd name="T45" fmla="*/ 633 h 678"/>
              <a:gd name="T46" fmla="*/ 235 w 658"/>
              <a:gd name="T47" fmla="*/ 517 h 678"/>
              <a:gd name="T48" fmla="*/ 316 w 658"/>
              <a:gd name="T49" fmla="*/ 571 h 678"/>
              <a:gd name="T50" fmla="*/ 235 w 658"/>
              <a:gd name="T51" fmla="*/ 633 h 678"/>
              <a:gd name="T52" fmla="*/ 479 w 658"/>
              <a:gd name="T53" fmla="*/ 619 h 678"/>
              <a:gd name="T54" fmla="*/ 479 w 658"/>
              <a:gd name="T55" fmla="*/ 619 h 678"/>
              <a:gd name="T56" fmla="*/ 479 w 658"/>
              <a:gd name="T57" fmla="*/ 619 h 678"/>
              <a:gd name="T58" fmla="*/ 473 w 658"/>
              <a:gd name="T59" fmla="*/ 626 h 678"/>
              <a:gd name="T60" fmla="*/ 465 w 658"/>
              <a:gd name="T61" fmla="*/ 630 h 678"/>
              <a:gd name="T62" fmla="*/ 457 w 658"/>
              <a:gd name="T63" fmla="*/ 627 h 678"/>
              <a:gd name="T64" fmla="*/ 240 w 658"/>
              <a:gd name="T65" fmla="*/ 487 h 678"/>
              <a:gd name="T66" fmla="*/ 523 w 658"/>
              <a:gd name="T67" fmla="*/ 173 h 678"/>
              <a:gd name="T68" fmla="*/ 523 w 658"/>
              <a:gd name="T69" fmla="*/ 152 h 678"/>
              <a:gd name="T70" fmla="*/ 501 w 658"/>
              <a:gd name="T71" fmla="*/ 154 h 678"/>
              <a:gd name="T72" fmla="*/ 215 w 658"/>
              <a:gd name="T73" fmla="*/ 471 h 678"/>
              <a:gd name="T74" fmla="*/ 36 w 658"/>
              <a:gd name="T75" fmla="*/ 354 h 678"/>
              <a:gd name="T76" fmla="*/ 29 w 658"/>
              <a:gd name="T77" fmla="*/ 342 h 678"/>
              <a:gd name="T78" fmla="*/ 37 w 658"/>
              <a:gd name="T79" fmla="*/ 329 h 678"/>
              <a:gd name="T80" fmla="*/ 607 w 658"/>
              <a:gd name="T81" fmla="*/ 31 h 678"/>
              <a:gd name="T82" fmla="*/ 613 w 658"/>
              <a:gd name="T83" fmla="*/ 30 h 678"/>
              <a:gd name="T84" fmla="*/ 624 w 658"/>
              <a:gd name="T85" fmla="*/ 34 h 678"/>
              <a:gd name="T86" fmla="*/ 629 w 658"/>
              <a:gd name="T87" fmla="*/ 44 h 678"/>
              <a:gd name="T88" fmla="*/ 629 w 658"/>
              <a:gd name="T89" fmla="*/ 48 h 678"/>
              <a:gd name="T90" fmla="*/ 479 w 658"/>
              <a:gd name="T91" fmla="*/ 619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8" h="678">
                <a:moveTo>
                  <a:pt x="656" y="55"/>
                </a:moveTo>
                <a:lnTo>
                  <a:pt x="656" y="55"/>
                </a:lnTo>
                <a:cubicBezTo>
                  <a:pt x="657" y="52"/>
                  <a:pt x="657" y="48"/>
                  <a:pt x="657" y="44"/>
                </a:cubicBezTo>
                <a:cubicBezTo>
                  <a:pt x="657" y="31"/>
                  <a:pt x="652" y="20"/>
                  <a:pt x="645" y="14"/>
                </a:cubicBezTo>
                <a:cubicBezTo>
                  <a:pt x="637" y="5"/>
                  <a:pt x="626" y="0"/>
                  <a:pt x="613" y="0"/>
                </a:cubicBezTo>
                <a:cubicBezTo>
                  <a:pt x="607" y="0"/>
                  <a:pt x="600" y="3"/>
                  <a:pt x="593" y="5"/>
                </a:cubicBezTo>
                <a:cubicBezTo>
                  <a:pt x="23" y="303"/>
                  <a:pt x="23" y="303"/>
                  <a:pt x="23" y="303"/>
                </a:cubicBezTo>
                <a:cubicBezTo>
                  <a:pt x="8" y="311"/>
                  <a:pt x="0" y="327"/>
                  <a:pt x="0" y="342"/>
                </a:cubicBezTo>
                <a:cubicBezTo>
                  <a:pt x="0" y="355"/>
                  <a:pt x="7" y="370"/>
                  <a:pt x="19" y="379"/>
                </a:cubicBezTo>
                <a:cubicBezTo>
                  <a:pt x="204" y="498"/>
                  <a:pt x="204" y="498"/>
                  <a:pt x="204" y="498"/>
                </a:cubicBezTo>
                <a:cubicBezTo>
                  <a:pt x="204" y="662"/>
                  <a:pt x="204" y="662"/>
                  <a:pt x="204" y="662"/>
                </a:cubicBezTo>
                <a:cubicBezTo>
                  <a:pt x="204" y="667"/>
                  <a:pt x="208" y="672"/>
                  <a:pt x="213" y="674"/>
                </a:cubicBezTo>
                <a:cubicBezTo>
                  <a:pt x="218" y="677"/>
                  <a:pt x="224" y="677"/>
                  <a:pt x="228" y="672"/>
                </a:cubicBezTo>
                <a:cubicBezTo>
                  <a:pt x="342" y="587"/>
                  <a:pt x="342" y="587"/>
                  <a:pt x="342" y="587"/>
                </a:cubicBezTo>
                <a:cubicBezTo>
                  <a:pt x="440" y="652"/>
                  <a:pt x="440" y="652"/>
                  <a:pt x="440" y="652"/>
                </a:cubicBezTo>
                <a:cubicBezTo>
                  <a:pt x="449" y="656"/>
                  <a:pt x="457" y="659"/>
                  <a:pt x="465" y="659"/>
                </a:cubicBezTo>
                <a:cubicBezTo>
                  <a:pt x="475" y="659"/>
                  <a:pt x="484" y="656"/>
                  <a:pt x="491" y="651"/>
                </a:cubicBezTo>
                <a:cubicBezTo>
                  <a:pt x="499" y="644"/>
                  <a:pt x="505" y="635"/>
                  <a:pt x="508" y="626"/>
                </a:cubicBezTo>
                <a:cubicBezTo>
                  <a:pt x="494" y="622"/>
                  <a:pt x="494" y="622"/>
                  <a:pt x="494" y="622"/>
                </a:cubicBezTo>
                <a:cubicBezTo>
                  <a:pt x="508" y="626"/>
                  <a:pt x="508" y="626"/>
                  <a:pt x="508" y="626"/>
                </a:cubicBezTo>
                <a:lnTo>
                  <a:pt x="656" y="55"/>
                </a:lnTo>
                <a:close/>
                <a:moveTo>
                  <a:pt x="235" y="633"/>
                </a:moveTo>
                <a:lnTo>
                  <a:pt x="235" y="633"/>
                </a:lnTo>
                <a:cubicBezTo>
                  <a:pt x="235" y="517"/>
                  <a:pt x="235" y="517"/>
                  <a:pt x="235" y="517"/>
                </a:cubicBezTo>
                <a:cubicBezTo>
                  <a:pt x="316" y="571"/>
                  <a:pt x="316" y="571"/>
                  <a:pt x="316" y="571"/>
                </a:cubicBezTo>
                <a:lnTo>
                  <a:pt x="235" y="633"/>
                </a:lnTo>
                <a:close/>
                <a:moveTo>
                  <a:pt x="479" y="619"/>
                </a:moveTo>
                <a:lnTo>
                  <a:pt x="479" y="619"/>
                </a:lnTo>
                <a:lnTo>
                  <a:pt x="479" y="619"/>
                </a:lnTo>
                <a:cubicBezTo>
                  <a:pt x="479" y="622"/>
                  <a:pt x="476" y="624"/>
                  <a:pt x="473" y="626"/>
                </a:cubicBezTo>
                <a:cubicBezTo>
                  <a:pt x="471" y="629"/>
                  <a:pt x="468" y="630"/>
                  <a:pt x="465" y="630"/>
                </a:cubicBezTo>
                <a:cubicBezTo>
                  <a:pt x="462" y="630"/>
                  <a:pt x="460" y="629"/>
                  <a:pt x="457" y="627"/>
                </a:cubicBezTo>
                <a:cubicBezTo>
                  <a:pt x="240" y="487"/>
                  <a:pt x="240" y="487"/>
                  <a:pt x="240" y="487"/>
                </a:cubicBezTo>
                <a:cubicBezTo>
                  <a:pt x="523" y="173"/>
                  <a:pt x="523" y="173"/>
                  <a:pt x="523" y="173"/>
                </a:cubicBezTo>
                <a:cubicBezTo>
                  <a:pt x="528" y="167"/>
                  <a:pt x="528" y="158"/>
                  <a:pt x="523" y="152"/>
                </a:cubicBezTo>
                <a:cubicBezTo>
                  <a:pt x="516" y="147"/>
                  <a:pt x="506" y="148"/>
                  <a:pt x="501" y="154"/>
                </a:cubicBezTo>
                <a:cubicBezTo>
                  <a:pt x="215" y="471"/>
                  <a:pt x="215" y="471"/>
                  <a:pt x="215" y="471"/>
                </a:cubicBezTo>
                <a:cubicBezTo>
                  <a:pt x="36" y="354"/>
                  <a:pt x="36" y="354"/>
                  <a:pt x="36" y="354"/>
                </a:cubicBezTo>
                <a:cubicBezTo>
                  <a:pt x="31" y="351"/>
                  <a:pt x="29" y="347"/>
                  <a:pt x="29" y="342"/>
                </a:cubicBezTo>
                <a:cubicBezTo>
                  <a:pt x="29" y="336"/>
                  <a:pt x="31" y="332"/>
                  <a:pt x="37" y="329"/>
                </a:cubicBezTo>
                <a:cubicBezTo>
                  <a:pt x="607" y="31"/>
                  <a:pt x="607" y="31"/>
                  <a:pt x="607" y="31"/>
                </a:cubicBezTo>
                <a:cubicBezTo>
                  <a:pt x="609" y="30"/>
                  <a:pt x="612" y="30"/>
                  <a:pt x="613" y="30"/>
                </a:cubicBezTo>
                <a:cubicBezTo>
                  <a:pt x="618" y="30"/>
                  <a:pt x="622" y="31"/>
                  <a:pt x="624" y="34"/>
                </a:cubicBezTo>
                <a:cubicBezTo>
                  <a:pt x="627" y="37"/>
                  <a:pt x="629" y="40"/>
                  <a:pt x="629" y="44"/>
                </a:cubicBezTo>
                <a:cubicBezTo>
                  <a:pt x="629" y="45"/>
                  <a:pt x="629" y="47"/>
                  <a:pt x="629" y="48"/>
                </a:cubicBezTo>
                <a:lnTo>
                  <a:pt x="479" y="619"/>
                </a:lnTo>
                <a:close/>
              </a:path>
            </a:pathLst>
          </a:custGeom>
          <a:solidFill>
            <a:schemeClr val="tx2"/>
          </a:solidFill>
          <a:ln>
            <a:noFill/>
          </a:ln>
          <a:effectLst/>
        </p:spPr>
        <p:txBody>
          <a:bodyPr wrap="none" anchor="ctr"/>
          <a:lstStyle/>
          <a:p>
            <a:endParaRPr lang="da-DK"/>
          </a:p>
        </p:txBody>
      </p:sp>
      <p:grpSp>
        <p:nvGrpSpPr>
          <p:cNvPr id="265" name="Group 268">
            <a:extLst>
              <a:ext uri="{FF2B5EF4-FFF2-40B4-BE49-F238E27FC236}">
                <a16:creationId xmlns:a16="http://schemas.microsoft.com/office/drawing/2014/main" id="{7AB65C19-34F2-A496-F9E8-2A095D3A96C9}"/>
              </a:ext>
            </a:extLst>
          </p:cNvPr>
          <p:cNvGrpSpPr/>
          <p:nvPr/>
        </p:nvGrpSpPr>
        <p:grpSpPr>
          <a:xfrm>
            <a:off x="3221161" y="5178847"/>
            <a:ext cx="252413" cy="211138"/>
            <a:chOff x="2079625" y="5524500"/>
            <a:chExt cx="252413" cy="211138"/>
          </a:xfrm>
          <a:solidFill>
            <a:schemeClr val="tx2"/>
          </a:solidFill>
        </p:grpSpPr>
        <p:sp>
          <p:nvSpPr>
            <p:cNvPr id="266" name="Freeform 217">
              <a:extLst>
                <a:ext uri="{FF2B5EF4-FFF2-40B4-BE49-F238E27FC236}">
                  <a16:creationId xmlns:a16="http://schemas.microsoft.com/office/drawing/2014/main" id="{BB6E6660-0834-C11C-ED33-CF5917DDC046}"/>
                </a:ext>
              </a:extLst>
            </p:cNvPr>
            <p:cNvSpPr>
              <a:spLocks noChangeArrowheads="1"/>
            </p:cNvSpPr>
            <p:nvPr/>
          </p:nvSpPr>
          <p:spPr bwMode="auto">
            <a:xfrm>
              <a:off x="2116138" y="5588000"/>
              <a:ext cx="180975" cy="147638"/>
            </a:xfrm>
            <a:custGeom>
              <a:avLst/>
              <a:gdLst>
                <a:gd name="T0" fmla="*/ 0 w 503"/>
                <a:gd name="T1" fmla="*/ 280 h 412"/>
                <a:gd name="T2" fmla="*/ 5 w 503"/>
                <a:gd name="T3" fmla="*/ 336 h 412"/>
                <a:gd name="T4" fmla="*/ 15 w 503"/>
                <a:gd name="T5" fmla="*/ 378 h 412"/>
                <a:gd name="T6" fmla="*/ 38 w 503"/>
                <a:gd name="T7" fmla="*/ 393 h 412"/>
                <a:gd name="T8" fmla="*/ 75 w 503"/>
                <a:gd name="T9" fmla="*/ 408 h 412"/>
                <a:gd name="T10" fmla="*/ 81 w 503"/>
                <a:gd name="T11" fmla="*/ 409 h 412"/>
                <a:gd name="T12" fmla="*/ 85 w 503"/>
                <a:gd name="T13" fmla="*/ 411 h 412"/>
                <a:gd name="T14" fmla="*/ 410 w 503"/>
                <a:gd name="T15" fmla="*/ 411 h 412"/>
                <a:gd name="T16" fmla="*/ 426 w 503"/>
                <a:gd name="T17" fmla="*/ 405 h 412"/>
                <a:gd name="T18" fmla="*/ 471 w 503"/>
                <a:gd name="T19" fmla="*/ 391 h 412"/>
                <a:gd name="T20" fmla="*/ 486 w 503"/>
                <a:gd name="T21" fmla="*/ 380 h 412"/>
                <a:gd name="T22" fmla="*/ 491 w 503"/>
                <a:gd name="T23" fmla="*/ 369 h 412"/>
                <a:gd name="T24" fmla="*/ 502 w 503"/>
                <a:gd name="T25" fmla="*/ 291 h 412"/>
                <a:gd name="T26" fmla="*/ 500 w 503"/>
                <a:gd name="T27" fmla="*/ 272 h 412"/>
                <a:gd name="T28" fmla="*/ 421 w 503"/>
                <a:gd name="T29" fmla="*/ 69 h 412"/>
                <a:gd name="T30" fmla="*/ 364 w 503"/>
                <a:gd name="T31" fmla="*/ 59 h 412"/>
                <a:gd name="T32" fmla="*/ 349 w 503"/>
                <a:gd name="T33" fmla="*/ 0 h 412"/>
                <a:gd name="T34" fmla="*/ 335 w 503"/>
                <a:gd name="T35" fmla="*/ 59 h 412"/>
                <a:gd name="T36" fmla="*/ 188 w 503"/>
                <a:gd name="T37" fmla="*/ 15 h 412"/>
                <a:gd name="T38" fmla="*/ 159 w 503"/>
                <a:gd name="T39" fmla="*/ 15 h 412"/>
                <a:gd name="T40" fmla="*/ 85 w 503"/>
                <a:gd name="T41" fmla="*/ 59 h 412"/>
                <a:gd name="T42" fmla="*/ 1 w 503"/>
                <a:gd name="T43" fmla="*/ 273 h 412"/>
                <a:gd name="T44" fmla="*/ 1 w 503"/>
                <a:gd name="T45" fmla="*/ 275 h 412"/>
                <a:gd name="T46" fmla="*/ 96 w 503"/>
                <a:gd name="T47" fmla="*/ 88 h 412"/>
                <a:gd name="T48" fmla="*/ 173 w 503"/>
                <a:gd name="T49" fmla="*/ 88 h 412"/>
                <a:gd name="T50" fmla="*/ 173 w 503"/>
                <a:gd name="T51" fmla="*/ 88 h 412"/>
                <a:gd name="T52" fmla="*/ 349 w 503"/>
                <a:gd name="T53" fmla="*/ 88 h 412"/>
                <a:gd name="T54" fmla="*/ 398 w 503"/>
                <a:gd name="T55" fmla="*/ 88 h 412"/>
                <a:gd name="T56" fmla="*/ 472 w 503"/>
                <a:gd name="T57" fmla="*/ 283 h 412"/>
                <a:gd name="T58" fmla="*/ 474 w 503"/>
                <a:gd name="T59" fmla="*/ 288 h 412"/>
                <a:gd name="T60" fmla="*/ 461 w 503"/>
                <a:gd name="T61" fmla="*/ 364 h 412"/>
                <a:gd name="T62" fmla="*/ 432 w 503"/>
                <a:gd name="T63" fmla="*/ 374 h 412"/>
                <a:gd name="T64" fmla="*/ 406 w 503"/>
                <a:gd name="T65" fmla="*/ 380 h 412"/>
                <a:gd name="T66" fmla="*/ 88 w 503"/>
                <a:gd name="T67" fmla="*/ 382 h 412"/>
                <a:gd name="T68" fmla="*/ 54 w 503"/>
                <a:gd name="T69" fmla="*/ 367 h 412"/>
                <a:gd name="T70" fmla="*/ 38 w 503"/>
                <a:gd name="T71" fmla="*/ 358 h 412"/>
                <a:gd name="T72" fmla="*/ 30 w 503"/>
                <a:gd name="T73" fmla="*/ 295 h 412"/>
                <a:gd name="T74" fmla="*/ 96 w 503"/>
                <a:gd name="T75" fmla="*/ 88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03" h="412">
                  <a:moveTo>
                    <a:pt x="0" y="280"/>
                  </a:moveTo>
                  <a:lnTo>
                    <a:pt x="0" y="280"/>
                  </a:lnTo>
                  <a:cubicBezTo>
                    <a:pt x="0" y="284"/>
                    <a:pt x="1" y="291"/>
                    <a:pt x="1" y="298"/>
                  </a:cubicBezTo>
                  <a:cubicBezTo>
                    <a:pt x="3" y="310"/>
                    <a:pt x="4" y="324"/>
                    <a:pt x="5" y="336"/>
                  </a:cubicBezTo>
                  <a:cubicBezTo>
                    <a:pt x="8" y="350"/>
                    <a:pt x="10" y="363"/>
                    <a:pt x="11" y="369"/>
                  </a:cubicBezTo>
                  <a:cubicBezTo>
                    <a:pt x="11" y="374"/>
                    <a:pt x="14" y="376"/>
                    <a:pt x="15" y="378"/>
                  </a:cubicBezTo>
                  <a:cubicBezTo>
                    <a:pt x="18" y="380"/>
                    <a:pt x="19" y="382"/>
                    <a:pt x="22" y="383"/>
                  </a:cubicBezTo>
                  <a:cubicBezTo>
                    <a:pt x="27" y="386"/>
                    <a:pt x="33" y="389"/>
                    <a:pt x="38" y="393"/>
                  </a:cubicBezTo>
                  <a:cubicBezTo>
                    <a:pt x="48" y="397"/>
                    <a:pt x="58" y="401"/>
                    <a:pt x="66" y="404"/>
                  </a:cubicBezTo>
                  <a:cubicBezTo>
                    <a:pt x="70" y="405"/>
                    <a:pt x="73" y="406"/>
                    <a:pt x="75" y="408"/>
                  </a:cubicBezTo>
                  <a:cubicBezTo>
                    <a:pt x="77" y="409"/>
                    <a:pt x="78" y="409"/>
                    <a:pt x="80" y="409"/>
                  </a:cubicBezTo>
                  <a:cubicBezTo>
                    <a:pt x="81" y="409"/>
                    <a:pt x="81" y="409"/>
                    <a:pt x="81" y="409"/>
                  </a:cubicBezTo>
                  <a:cubicBezTo>
                    <a:pt x="82" y="411"/>
                    <a:pt x="82" y="411"/>
                    <a:pt x="82" y="411"/>
                  </a:cubicBezTo>
                  <a:cubicBezTo>
                    <a:pt x="84" y="411"/>
                    <a:pt x="84" y="411"/>
                    <a:pt x="85" y="411"/>
                  </a:cubicBezTo>
                  <a:cubicBezTo>
                    <a:pt x="408" y="411"/>
                    <a:pt x="408" y="411"/>
                    <a:pt x="408" y="411"/>
                  </a:cubicBezTo>
                  <a:cubicBezTo>
                    <a:pt x="409" y="411"/>
                    <a:pt x="409" y="411"/>
                    <a:pt x="410" y="411"/>
                  </a:cubicBezTo>
                  <a:cubicBezTo>
                    <a:pt x="412" y="411"/>
                    <a:pt x="412" y="409"/>
                    <a:pt x="413" y="409"/>
                  </a:cubicBezTo>
                  <a:cubicBezTo>
                    <a:pt x="416" y="409"/>
                    <a:pt x="420" y="408"/>
                    <a:pt x="426" y="405"/>
                  </a:cubicBezTo>
                  <a:cubicBezTo>
                    <a:pt x="443" y="401"/>
                    <a:pt x="469" y="391"/>
                    <a:pt x="469" y="391"/>
                  </a:cubicBezTo>
                  <a:cubicBezTo>
                    <a:pt x="471" y="391"/>
                    <a:pt x="471" y="391"/>
                    <a:pt x="471" y="391"/>
                  </a:cubicBezTo>
                  <a:cubicBezTo>
                    <a:pt x="472" y="391"/>
                    <a:pt x="475" y="390"/>
                    <a:pt x="479" y="386"/>
                  </a:cubicBezTo>
                  <a:cubicBezTo>
                    <a:pt x="482" y="384"/>
                    <a:pt x="483" y="383"/>
                    <a:pt x="486" y="380"/>
                  </a:cubicBezTo>
                  <a:cubicBezTo>
                    <a:pt x="487" y="378"/>
                    <a:pt x="490" y="374"/>
                    <a:pt x="491" y="369"/>
                  </a:cubicBezTo>
                  <a:lnTo>
                    <a:pt x="491" y="369"/>
                  </a:lnTo>
                  <a:cubicBezTo>
                    <a:pt x="497" y="336"/>
                    <a:pt x="501" y="305"/>
                    <a:pt x="502" y="291"/>
                  </a:cubicBezTo>
                  <a:lnTo>
                    <a:pt x="502" y="291"/>
                  </a:lnTo>
                  <a:cubicBezTo>
                    <a:pt x="502" y="290"/>
                    <a:pt x="502" y="288"/>
                    <a:pt x="502" y="287"/>
                  </a:cubicBezTo>
                  <a:cubicBezTo>
                    <a:pt x="502" y="282"/>
                    <a:pt x="502" y="276"/>
                    <a:pt x="500" y="272"/>
                  </a:cubicBezTo>
                  <a:lnTo>
                    <a:pt x="500" y="272"/>
                  </a:lnTo>
                  <a:cubicBezTo>
                    <a:pt x="421" y="69"/>
                    <a:pt x="421" y="69"/>
                    <a:pt x="421" y="69"/>
                  </a:cubicBezTo>
                  <a:cubicBezTo>
                    <a:pt x="419" y="63"/>
                    <a:pt x="413" y="59"/>
                    <a:pt x="408" y="59"/>
                  </a:cubicBezTo>
                  <a:cubicBezTo>
                    <a:pt x="364" y="59"/>
                    <a:pt x="364" y="59"/>
                    <a:pt x="364" y="59"/>
                  </a:cubicBezTo>
                  <a:cubicBezTo>
                    <a:pt x="364" y="15"/>
                    <a:pt x="364" y="15"/>
                    <a:pt x="364" y="15"/>
                  </a:cubicBezTo>
                  <a:cubicBezTo>
                    <a:pt x="364" y="7"/>
                    <a:pt x="357" y="0"/>
                    <a:pt x="349" y="0"/>
                  </a:cubicBezTo>
                  <a:cubicBezTo>
                    <a:pt x="340" y="0"/>
                    <a:pt x="335" y="7"/>
                    <a:pt x="335" y="15"/>
                  </a:cubicBezTo>
                  <a:cubicBezTo>
                    <a:pt x="335" y="59"/>
                    <a:pt x="335" y="59"/>
                    <a:pt x="335" y="59"/>
                  </a:cubicBezTo>
                  <a:cubicBezTo>
                    <a:pt x="188" y="59"/>
                    <a:pt x="188" y="59"/>
                    <a:pt x="188" y="59"/>
                  </a:cubicBezTo>
                  <a:cubicBezTo>
                    <a:pt x="188" y="15"/>
                    <a:pt x="188" y="15"/>
                    <a:pt x="188" y="15"/>
                  </a:cubicBezTo>
                  <a:cubicBezTo>
                    <a:pt x="188" y="7"/>
                    <a:pt x="181" y="0"/>
                    <a:pt x="173" y="0"/>
                  </a:cubicBezTo>
                  <a:cubicBezTo>
                    <a:pt x="165" y="0"/>
                    <a:pt x="159" y="7"/>
                    <a:pt x="159" y="15"/>
                  </a:cubicBezTo>
                  <a:cubicBezTo>
                    <a:pt x="159" y="59"/>
                    <a:pt x="159" y="59"/>
                    <a:pt x="159" y="59"/>
                  </a:cubicBezTo>
                  <a:cubicBezTo>
                    <a:pt x="85" y="59"/>
                    <a:pt x="85" y="59"/>
                    <a:pt x="85" y="59"/>
                  </a:cubicBezTo>
                  <a:cubicBezTo>
                    <a:pt x="80" y="59"/>
                    <a:pt x="74" y="63"/>
                    <a:pt x="71" y="69"/>
                  </a:cubicBezTo>
                  <a:cubicBezTo>
                    <a:pt x="1" y="273"/>
                    <a:pt x="1" y="273"/>
                    <a:pt x="1" y="273"/>
                  </a:cubicBezTo>
                  <a:lnTo>
                    <a:pt x="1" y="273"/>
                  </a:lnTo>
                  <a:lnTo>
                    <a:pt x="1" y="275"/>
                  </a:lnTo>
                  <a:cubicBezTo>
                    <a:pt x="0" y="277"/>
                    <a:pt x="0" y="279"/>
                    <a:pt x="0" y="280"/>
                  </a:cubicBezTo>
                  <a:close/>
                  <a:moveTo>
                    <a:pt x="96" y="88"/>
                  </a:moveTo>
                  <a:lnTo>
                    <a:pt x="96" y="88"/>
                  </a:lnTo>
                  <a:cubicBezTo>
                    <a:pt x="173" y="88"/>
                    <a:pt x="173" y="88"/>
                    <a:pt x="173" y="88"/>
                  </a:cubicBezTo>
                  <a:lnTo>
                    <a:pt x="173" y="88"/>
                  </a:lnTo>
                  <a:lnTo>
                    <a:pt x="173" y="88"/>
                  </a:lnTo>
                  <a:cubicBezTo>
                    <a:pt x="349" y="88"/>
                    <a:pt x="349" y="88"/>
                    <a:pt x="349" y="88"/>
                  </a:cubicBezTo>
                  <a:lnTo>
                    <a:pt x="349" y="88"/>
                  </a:lnTo>
                  <a:lnTo>
                    <a:pt x="349" y="88"/>
                  </a:lnTo>
                  <a:cubicBezTo>
                    <a:pt x="398" y="88"/>
                    <a:pt x="398" y="88"/>
                    <a:pt x="398" y="88"/>
                  </a:cubicBezTo>
                  <a:cubicBezTo>
                    <a:pt x="472" y="283"/>
                    <a:pt x="472" y="283"/>
                    <a:pt x="472" y="283"/>
                  </a:cubicBezTo>
                  <a:lnTo>
                    <a:pt x="472" y="283"/>
                  </a:lnTo>
                  <a:cubicBezTo>
                    <a:pt x="474" y="287"/>
                    <a:pt x="474" y="287"/>
                    <a:pt x="474" y="287"/>
                  </a:cubicBezTo>
                  <a:cubicBezTo>
                    <a:pt x="474" y="288"/>
                    <a:pt x="474" y="288"/>
                    <a:pt x="474" y="288"/>
                  </a:cubicBezTo>
                  <a:cubicBezTo>
                    <a:pt x="472" y="301"/>
                    <a:pt x="468" y="331"/>
                    <a:pt x="463" y="363"/>
                  </a:cubicBezTo>
                  <a:cubicBezTo>
                    <a:pt x="461" y="364"/>
                    <a:pt x="461" y="364"/>
                    <a:pt x="461" y="364"/>
                  </a:cubicBezTo>
                  <a:cubicBezTo>
                    <a:pt x="460" y="364"/>
                    <a:pt x="460" y="364"/>
                    <a:pt x="460" y="364"/>
                  </a:cubicBezTo>
                  <a:cubicBezTo>
                    <a:pt x="456" y="365"/>
                    <a:pt x="445" y="369"/>
                    <a:pt x="432" y="374"/>
                  </a:cubicBezTo>
                  <a:cubicBezTo>
                    <a:pt x="426" y="375"/>
                    <a:pt x="419" y="378"/>
                    <a:pt x="413" y="379"/>
                  </a:cubicBezTo>
                  <a:cubicBezTo>
                    <a:pt x="410" y="380"/>
                    <a:pt x="408" y="380"/>
                    <a:pt x="406" y="380"/>
                  </a:cubicBezTo>
                  <a:cubicBezTo>
                    <a:pt x="406" y="382"/>
                    <a:pt x="406" y="382"/>
                    <a:pt x="406" y="382"/>
                  </a:cubicBezTo>
                  <a:cubicBezTo>
                    <a:pt x="88" y="382"/>
                    <a:pt x="88" y="382"/>
                    <a:pt x="88" y="382"/>
                  </a:cubicBezTo>
                  <a:cubicBezTo>
                    <a:pt x="86" y="380"/>
                    <a:pt x="86" y="380"/>
                    <a:pt x="85" y="380"/>
                  </a:cubicBezTo>
                  <a:cubicBezTo>
                    <a:pt x="78" y="378"/>
                    <a:pt x="64" y="372"/>
                    <a:pt x="54" y="367"/>
                  </a:cubicBezTo>
                  <a:cubicBezTo>
                    <a:pt x="48" y="364"/>
                    <a:pt x="43" y="361"/>
                    <a:pt x="40" y="360"/>
                  </a:cubicBezTo>
                  <a:cubicBezTo>
                    <a:pt x="40" y="360"/>
                    <a:pt x="38" y="360"/>
                    <a:pt x="38" y="358"/>
                  </a:cubicBezTo>
                  <a:cubicBezTo>
                    <a:pt x="37" y="350"/>
                    <a:pt x="36" y="335"/>
                    <a:pt x="33" y="320"/>
                  </a:cubicBezTo>
                  <a:cubicBezTo>
                    <a:pt x="33" y="312"/>
                    <a:pt x="32" y="304"/>
                    <a:pt x="30" y="295"/>
                  </a:cubicBezTo>
                  <a:cubicBezTo>
                    <a:pt x="30" y="288"/>
                    <a:pt x="30" y="283"/>
                    <a:pt x="30" y="280"/>
                  </a:cubicBezTo>
                  <a:lnTo>
                    <a:pt x="96"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8">
              <a:extLst>
                <a:ext uri="{FF2B5EF4-FFF2-40B4-BE49-F238E27FC236}">
                  <a16:creationId xmlns:a16="http://schemas.microsoft.com/office/drawing/2014/main" id="{A3BEB1EC-0554-9243-5A42-7259B9979309}"/>
                </a:ext>
              </a:extLst>
            </p:cNvPr>
            <p:cNvSpPr>
              <a:spLocks noChangeArrowheads="1"/>
            </p:cNvSpPr>
            <p:nvPr/>
          </p:nvSpPr>
          <p:spPr bwMode="auto">
            <a:xfrm>
              <a:off x="2162175" y="5635625"/>
              <a:ext cx="88900" cy="76200"/>
            </a:xfrm>
            <a:custGeom>
              <a:avLst/>
              <a:gdLst>
                <a:gd name="T0" fmla="*/ 37 w 249"/>
                <a:gd name="T1" fmla="*/ 181 h 212"/>
                <a:gd name="T2" fmla="*/ 37 w 249"/>
                <a:gd name="T3" fmla="*/ 181 h 212"/>
                <a:gd name="T4" fmla="*/ 123 w 249"/>
                <a:gd name="T5" fmla="*/ 211 h 212"/>
                <a:gd name="T6" fmla="*/ 211 w 249"/>
                <a:gd name="T7" fmla="*/ 181 h 212"/>
                <a:gd name="T8" fmla="*/ 248 w 249"/>
                <a:gd name="T9" fmla="*/ 106 h 212"/>
                <a:gd name="T10" fmla="*/ 211 w 249"/>
                <a:gd name="T11" fmla="*/ 30 h 212"/>
                <a:gd name="T12" fmla="*/ 123 w 249"/>
                <a:gd name="T13" fmla="*/ 0 h 212"/>
                <a:gd name="T14" fmla="*/ 37 w 249"/>
                <a:gd name="T15" fmla="*/ 30 h 212"/>
                <a:gd name="T16" fmla="*/ 0 w 249"/>
                <a:gd name="T17" fmla="*/ 106 h 212"/>
                <a:gd name="T18" fmla="*/ 37 w 249"/>
                <a:gd name="T19" fmla="*/ 181 h 212"/>
                <a:gd name="T20" fmla="*/ 55 w 249"/>
                <a:gd name="T21" fmla="*/ 52 h 212"/>
                <a:gd name="T22" fmla="*/ 55 w 249"/>
                <a:gd name="T23" fmla="*/ 52 h 212"/>
                <a:gd name="T24" fmla="*/ 123 w 249"/>
                <a:gd name="T25" fmla="*/ 29 h 212"/>
                <a:gd name="T26" fmla="*/ 192 w 249"/>
                <a:gd name="T27" fmla="*/ 52 h 212"/>
                <a:gd name="T28" fmla="*/ 219 w 249"/>
                <a:gd name="T29" fmla="*/ 106 h 212"/>
                <a:gd name="T30" fmla="*/ 192 w 249"/>
                <a:gd name="T31" fmla="*/ 158 h 212"/>
                <a:gd name="T32" fmla="*/ 123 w 249"/>
                <a:gd name="T33" fmla="*/ 181 h 212"/>
                <a:gd name="T34" fmla="*/ 55 w 249"/>
                <a:gd name="T35" fmla="*/ 158 h 212"/>
                <a:gd name="T36" fmla="*/ 28 w 249"/>
                <a:gd name="T37" fmla="*/ 106 h 212"/>
                <a:gd name="T38" fmla="*/ 55 w 249"/>
                <a:gd name="T39" fmla="*/ 5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2">
                  <a:moveTo>
                    <a:pt x="37" y="181"/>
                  </a:moveTo>
                  <a:lnTo>
                    <a:pt x="37" y="181"/>
                  </a:lnTo>
                  <a:cubicBezTo>
                    <a:pt x="59" y="200"/>
                    <a:pt x="90" y="211"/>
                    <a:pt x="123" y="211"/>
                  </a:cubicBezTo>
                  <a:cubicBezTo>
                    <a:pt x="157" y="211"/>
                    <a:pt x="188" y="200"/>
                    <a:pt x="211" y="181"/>
                  </a:cubicBezTo>
                  <a:cubicBezTo>
                    <a:pt x="233" y="162"/>
                    <a:pt x="248" y="136"/>
                    <a:pt x="248" y="106"/>
                  </a:cubicBezTo>
                  <a:cubicBezTo>
                    <a:pt x="248" y="75"/>
                    <a:pt x="233" y="48"/>
                    <a:pt x="211" y="30"/>
                  </a:cubicBezTo>
                  <a:cubicBezTo>
                    <a:pt x="188" y="11"/>
                    <a:pt x="157" y="0"/>
                    <a:pt x="123" y="0"/>
                  </a:cubicBezTo>
                  <a:cubicBezTo>
                    <a:pt x="90" y="0"/>
                    <a:pt x="59" y="11"/>
                    <a:pt x="37" y="30"/>
                  </a:cubicBezTo>
                  <a:cubicBezTo>
                    <a:pt x="13" y="48"/>
                    <a:pt x="0" y="75"/>
                    <a:pt x="0" y="106"/>
                  </a:cubicBezTo>
                  <a:cubicBezTo>
                    <a:pt x="0" y="136"/>
                    <a:pt x="13" y="162"/>
                    <a:pt x="37" y="181"/>
                  </a:cubicBezTo>
                  <a:close/>
                  <a:moveTo>
                    <a:pt x="55" y="52"/>
                  </a:moveTo>
                  <a:lnTo>
                    <a:pt x="55" y="52"/>
                  </a:lnTo>
                  <a:cubicBezTo>
                    <a:pt x="72" y="38"/>
                    <a:pt x="97" y="29"/>
                    <a:pt x="123" y="29"/>
                  </a:cubicBezTo>
                  <a:cubicBezTo>
                    <a:pt x="151" y="29"/>
                    <a:pt x="175" y="38"/>
                    <a:pt x="192" y="52"/>
                  </a:cubicBezTo>
                  <a:cubicBezTo>
                    <a:pt x="210" y="67"/>
                    <a:pt x="219" y="85"/>
                    <a:pt x="219" y="106"/>
                  </a:cubicBezTo>
                  <a:cubicBezTo>
                    <a:pt x="219" y="126"/>
                    <a:pt x="210" y="144"/>
                    <a:pt x="192" y="158"/>
                  </a:cubicBezTo>
                  <a:cubicBezTo>
                    <a:pt x="175" y="173"/>
                    <a:pt x="151" y="181"/>
                    <a:pt x="123" y="181"/>
                  </a:cubicBezTo>
                  <a:cubicBezTo>
                    <a:pt x="97" y="181"/>
                    <a:pt x="72" y="173"/>
                    <a:pt x="55" y="158"/>
                  </a:cubicBezTo>
                  <a:cubicBezTo>
                    <a:pt x="38" y="144"/>
                    <a:pt x="28" y="126"/>
                    <a:pt x="28" y="106"/>
                  </a:cubicBezTo>
                  <a:cubicBezTo>
                    <a:pt x="28" y="85"/>
                    <a:pt x="38" y="67"/>
                    <a:pt x="55"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806E53B2-0C66-3D10-63E6-D1A99B94FC3A}"/>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9660073B-8719-D5C1-5020-D92F5EA599DE}"/>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358E9D0F-7037-9384-EC11-6BAA071E21D4}"/>
                </a:ext>
              </a:extLst>
            </p:cNvPr>
            <p:cNvSpPr>
              <a:spLocks noChangeArrowheads="1"/>
            </p:cNvSpPr>
            <p:nvPr/>
          </p:nvSpPr>
          <p:spPr bwMode="auto">
            <a:xfrm>
              <a:off x="2143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E3ECFE83-30B4-5A24-C320-D83C8518C099}"/>
                </a:ext>
              </a:extLst>
            </p:cNvPr>
            <p:cNvSpPr>
              <a:spLocks noChangeArrowheads="1"/>
            </p:cNvSpPr>
            <p:nvPr/>
          </p:nvSpPr>
          <p:spPr bwMode="auto">
            <a:xfrm>
              <a:off x="2079625" y="5524500"/>
              <a:ext cx="252413" cy="88900"/>
            </a:xfrm>
            <a:custGeom>
              <a:avLst/>
              <a:gdLst>
                <a:gd name="T0" fmla="*/ 701 w 703"/>
                <a:gd name="T1" fmla="*/ 136 h 247"/>
                <a:gd name="T2" fmla="*/ 701 w 703"/>
                <a:gd name="T3" fmla="*/ 136 h 247"/>
                <a:gd name="T4" fmla="*/ 676 w 703"/>
                <a:gd name="T5" fmla="*/ 106 h 247"/>
                <a:gd name="T6" fmla="*/ 26 w 703"/>
                <a:gd name="T7" fmla="*/ 106 h 247"/>
                <a:gd name="T8" fmla="*/ 1 w 703"/>
                <a:gd name="T9" fmla="*/ 136 h 247"/>
                <a:gd name="T10" fmla="*/ 0 w 703"/>
                <a:gd name="T11" fmla="*/ 145 h 247"/>
                <a:gd name="T12" fmla="*/ 4 w 703"/>
                <a:gd name="T13" fmla="*/ 160 h 247"/>
                <a:gd name="T14" fmla="*/ 49 w 703"/>
                <a:gd name="T15" fmla="*/ 230 h 247"/>
                <a:gd name="T16" fmla="*/ 83 w 703"/>
                <a:gd name="T17" fmla="*/ 246 h 247"/>
                <a:gd name="T18" fmla="*/ 131 w 703"/>
                <a:gd name="T19" fmla="*/ 226 h 247"/>
                <a:gd name="T20" fmla="*/ 179 w 703"/>
                <a:gd name="T21" fmla="*/ 208 h 247"/>
                <a:gd name="T22" fmla="*/ 206 w 703"/>
                <a:gd name="T23" fmla="*/ 162 h 247"/>
                <a:gd name="T24" fmla="*/ 200 w 703"/>
                <a:gd name="T25" fmla="*/ 140 h 247"/>
                <a:gd name="T26" fmla="*/ 201 w 703"/>
                <a:gd name="T27" fmla="*/ 129 h 247"/>
                <a:gd name="T28" fmla="*/ 207 w 703"/>
                <a:gd name="T29" fmla="*/ 125 h 247"/>
                <a:gd name="T30" fmla="*/ 351 w 703"/>
                <a:gd name="T31" fmla="*/ 106 h 247"/>
                <a:gd name="T32" fmla="*/ 486 w 703"/>
                <a:gd name="T33" fmla="*/ 120 h 247"/>
                <a:gd name="T34" fmla="*/ 505 w 703"/>
                <a:gd name="T35" fmla="*/ 128 h 247"/>
                <a:gd name="T36" fmla="*/ 505 w 703"/>
                <a:gd name="T37" fmla="*/ 129 h 247"/>
                <a:gd name="T38" fmla="*/ 508 w 703"/>
                <a:gd name="T39" fmla="*/ 136 h 247"/>
                <a:gd name="T40" fmla="*/ 506 w 703"/>
                <a:gd name="T41" fmla="*/ 139 h 247"/>
                <a:gd name="T42" fmla="*/ 501 w 703"/>
                <a:gd name="T43" fmla="*/ 161 h 247"/>
                <a:gd name="T44" fmla="*/ 528 w 703"/>
                <a:gd name="T45" fmla="*/ 206 h 247"/>
                <a:gd name="T46" fmla="*/ 601 w 703"/>
                <a:gd name="T47" fmla="*/ 241 h 247"/>
                <a:gd name="T48" fmla="*/ 639 w 703"/>
                <a:gd name="T49" fmla="*/ 242 h 247"/>
                <a:gd name="T50" fmla="*/ 653 w 703"/>
                <a:gd name="T51" fmla="*/ 231 h 247"/>
                <a:gd name="T52" fmla="*/ 653 w 703"/>
                <a:gd name="T53" fmla="*/ 230 h 247"/>
                <a:gd name="T54" fmla="*/ 702 w 703"/>
                <a:gd name="T55" fmla="*/ 145 h 247"/>
                <a:gd name="T56" fmla="*/ 628 w 703"/>
                <a:gd name="T57" fmla="*/ 215 h 247"/>
                <a:gd name="T58" fmla="*/ 627 w 703"/>
                <a:gd name="T59" fmla="*/ 216 h 247"/>
                <a:gd name="T60" fmla="*/ 615 w 703"/>
                <a:gd name="T61" fmla="*/ 215 h 247"/>
                <a:gd name="T62" fmla="*/ 538 w 703"/>
                <a:gd name="T63" fmla="*/ 179 h 247"/>
                <a:gd name="T64" fmla="*/ 530 w 703"/>
                <a:gd name="T65" fmla="*/ 168 h 247"/>
                <a:gd name="T66" fmla="*/ 535 w 703"/>
                <a:gd name="T67" fmla="*/ 147 h 247"/>
                <a:gd name="T68" fmla="*/ 531 w 703"/>
                <a:gd name="T69" fmla="*/ 114 h 247"/>
                <a:gd name="T70" fmla="*/ 475 w 703"/>
                <a:gd name="T71" fmla="*/ 88 h 247"/>
                <a:gd name="T72" fmla="*/ 263 w 703"/>
                <a:gd name="T73" fmla="*/ 83 h 247"/>
                <a:gd name="T74" fmla="*/ 192 w 703"/>
                <a:gd name="T75" fmla="*/ 101 h 247"/>
                <a:gd name="T76" fmla="*/ 170 w 703"/>
                <a:gd name="T77" fmla="*/ 136 h 247"/>
                <a:gd name="T78" fmla="*/ 171 w 703"/>
                <a:gd name="T79" fmla="*/ 147 h 247"/>
                <a:gd name="T80" fmla="*/ 177 w 703"/>
                <a:gd name="T81" fmla="*/ 171 h 247"/>
                <a:gd name="T82" fmla="*/ 170 w 703"/>
                <a:gd name="T83" fmla="*/ 179 h 247"/>
                <a:gd name="T84" fmla="*/ 86 w 703"/>
                <a:gd name="T85" fmla="*/ 213 h 247"/>
                <a:gd name="T86" fmla="*/ 78 w 703"/>
                <a:gd name="T87" fmla="*/ 217 h 247"/>
                <a:gd name="T88" fmla="*/ 28 w 703"/>
                <a:gd name="T89" fmla="*/ 145 h 247"/>
                <a:gd name="T90" fmla="*/ 33 w 703"/>
                <a:gd name="T91" fmla="*/ 138 h 247"/>
                <a:gd name="T92" fmla="*/ 351 w 703"/>
                <a:gd name="T93" fmla="*/ 29 h 247"/>
                <a:gd name="T94" fmla="*/ 670 w 703"/>
                <a:gd name="T95" fmla="*/ 138 h 247"/>
                <a:gd name="T96" fmla="*/ 674 w 703"/>
                <a:gd name="T97" fmla="*/ 145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3" h="247">
                  <a:moveTo>
                    <a:pt x="701" y="136"/>
                  </a:moveTo>
                  <a:lnTo>
                    <a:pt x="701" y="136"/>
                  </a:lnTo>
                  <a:lnTo>
                    <a:pt x="701" y="136"/>
                  </a:lnTo>
                  <a:lnTo>
                    <a:pt x="701" y="136"/>
                  </a:lnTo>
                  <a:cubicBezTo>
                    <a:pt x="700" y="129"/>
                    <a:pt x="696" y="123"/>
                    <a:pt x="690" y="119"/>
                  </a:cubicBezTo>
                  <a:cubicBezTo>
                    <a:pt x="686" y="113"/>
                    <a:pt x="680" y="109"/>
                    <a:pt x="676" y="106"/>
                  </a:cubicBezTo>
                  <a:cubicBezTo>
                    <a:pt x="589" y="46"/>
                    <a:pt x="465" y="0"/>
                    <a:pt x="351" y="0"/>
                  </a:cubicBezTo>
                  <a:cubicBezTo>
                    <a:pt x="237" y="0"/>
                    <a:pt x="114" y="43"/>
                    <a:pt x="26" y="106"/>
                  </a:cubicBezTo>
                  <a:cubicBezTo>
                    <a:pt x="22" y="109"/>
                    <a:pt x="16" y="113"/>
                    <a:pt x="12" y="119"/>
                  </a:cubicBezTo>
                  <a:cubicBezTo>
                    <a:pt x="6" y="123"/>
                    <a:pt x="2" y="129"/>
                    <a:pt x="1" y="136"/>
                  </a:cubicBezTo>
                  <a:lnTo>
                    <a:pt x="1" y="136"/>
                  </a:lnTo>
                  <a:cubicBezTo>
                    <a:pt x="0" y="139"/>
                    <a:pt x="0" y="142"/>
                    <a:pt x="0" y="145"/>
                  </a:cubicBezTo>
                  <a:cubicBezTo>
                    <a:pt x="0" y="149"/>
                    <a:pt x="1" y="154"/>
                    <a:pt x="4" y="160"/>
                  </a:cubicBezTo>
                  <a:lnTo>
                    <a:pt x="4" y="160"/>
                  </a:lnTo>
                  <a:cubicBezTo>
                    <a:pt x="49" y="230"/>
                    <a:pt x="49" y="230"/>
                    <a:pt x="49" y="230"/>
                  </a:cubicBezTo>
                  <a:lnTo>
                    <a:pt x="49" y="230"/>
                  </a:lnTo>
                  <a:cubicBezTo>
                    <a:pt x="56" y="241"/>
                    <a:pt x="68" y="246"/>
                    <a:pt x="81" y="246"/>
                  </a:cubicBezTo>
                  <a:cubicBezTo>
                    <a:pt x="82" y="246"/>
                    <a:pt x="83" y="246"/>
                    <a:pt x="83" y="246"/>
                  </a:cubicBezTo>
                  <a:cubicBezTo>
                    <a:pt x="86" y="245"/>
                    <a:pt x="87" y="245"/>
                    <a:pt x="90" y="243"/>
                  </a:cubicBezTo>
                  <a:cubicBezTo>
                    <a:pt x="100" y="241"/>
                    <a:pt x="115" y="234"/>
                    <a:pt x="131" y="226"/>
                  </a:cubicBezTo>
                  <a:cubicBezTo>
                    <a:pt x="148" y="219"/>
                    <a:pt x="167" y="212"/>
                    <a:pt x="179" y="208"/>
                  </a:cubicBezTo>
                  <a:lnTo>
                    <a:pt x="179" y="208"/>
                  </a:lnTo>
                  <a:cubicBezTo>
                    <a:pt x="195" y="201"/>
                    <a:pt x="207" y="187"/>
                    <a:pt x="207" y="171"/>
                  </a:cubicBezTo>
                  <a:cubicBezTo>
                    <a:pt x="207" y="168"/>
                    <a:pt x="207" y="165"/>
                    <a:pt x="206" y="162"/>
                  </a:cubicBezTo>
                  <a:lnTo>
                    <a:pt x="206" y="162"/>
                  </a:lnTo>
                  <a:cubicBezTo>
                    <a:pt x="200" y="140"/>
                    <a:pt x="200" y="140"/>
                    <a:pt x="200" y="140"/>
                  </a:cubicBezTo>
                  <a:cubicBezTo>
                    <a:pt x="200" y="136"/>
                    <a:pt x="200" y="136"/>
                    <a:pt x="200" y="136"/>
                  </a:cubicBezTo>
                  <a:cubicBezTo>
                    <a:pt x="200" y="134"/>
                    <a:pt x="200" y="132"/>
                    <a:pt x="201" y="129"/>
                  </a:cubicBezTo>
                  <a:lnTo>
                    <a:pt x="201" y="129"/>
                  </a:lnTo>
                  <a:cubicBezTo>
                    <a:pt x="201" y="129"/>
                    <a:pt x="203" y="128"/>
                    <a:pt x="207" y="125"/>
                  </a:cubicBezTo>
                  <a:cubicBezTo>
                    <a:pt x="214" y="123"/>
                    <a:pt x="225" y="119"/>
                    <a:pt x="238" y="116"/>
                  </a:cubicBezTo>
                  <a:cubicBezTo>
                    <a:pt x="278" y="109"/>
                    <a:pt x="335" y="106"/>
                    <a:pt x="351" y="106"/>
                  </a:cubicBezTo>
                  <a:cubicBezTo>
                    <a:pt x="365" y="106"/>
                    <a:pt x="402" y="108"/>
                    <a:pt x="438" y="112"/>
                  </a:cubicBezTo>
                  <a:cubicBezTo>
                    <a:pt x="455" y="114"/>
                    <a:pt x="472" y="117"/>
                    <a:pt x="486" y="120"/>
                  </a:cubicBezTo>
                  <a:cubicBezTo>
                    <a:pt x="492" y="123"/>
                    <a:pt x="497" y="124"/>
                    <a:pt x="501" y="125"/>
                  </a:cubicBezTo>
                  <a:cubicBezTo>
                    <a:pt x="502" y="127"/>
                    <a:pt x="503" y="128"/>
                    <a:pt x="505" y="128"/>
                  </a:cubicBezTo>
                  <a:cubicBezTo>
                    <a:pt x="505" y="129"/>
                    <a:pt x="505" y="129"/>
                    <a:pt x="505" y="129"/>
                  </a:cubicBezTo>
                  <a:lnTo>
                    <a:pt x="505" y="129"/>
                  </a:lnTo>
                  <a:lnTo>
                    <a:pt x="505" y="129"/>
                  </a:lnTo>
                  <a:cubicBezTo>
                    <a:pt x="506" y="131"/>
                    <a:pt x="508" y="134"/>
                    <a:pt x="508" y="136"/>
                  </a:cubicBezTo>
                  <a:cubicBezTo>
                    <a:pt x="506" y="139"/>
                    <a:pt x="506" y="139"/>
                    <a:pt x="506" y="139"/>
                  </a:cubicBezTo>
                  <a:lnTo>
                    <a:pt x="506" y="139"/>
                  </a:lnTo>
                  <a:cubicBezTo>
                    <a:pt x="502" y="158"/>
                    <a:pt x="503" y="154"/>
                    <a:pt x="501" y="161"/>
                  </a:cubicBezTo>
                  <a:lnTo>
                    <a:pt x="501" y="161"/>
                  </a:lnTo>
                  <a:cubicBezTo>
                    <a:pt x="501" y="164"/>
                    <a:pt x="499" y="167"/>
                    <a:pt x="499" y="169"/>
                  </a:cubicBezTo>
                  <a:cubicBezTo>
                    <a:pt x="501" y="187"/>
                    <a:pt x="512" y="201"/>
                    <a:pt x="528" y="206"/>
                  </a:cubicBezTo>
                  <a:lnTo>
                    <a:pt x="528" y="206"/>
                  </a:lnTo>
                  <a:cubicBezTo>
                    <a:pt x="554" y="216"/>
                    <a:pt x="575" y="227"/>
                    <a:pt x="601" y="241"/>
                  </a:cubicBezTo>
                  <a:cubicBezTo>
                    <a:pt x="608" y="245"/>
                    <a:pt x="615" y="246"/>
                    <a:pt x="623" y="246"/>
                  </a:cubicBezTo>
                  <a:cubicBezTo>
                    <a:pt x="628" y="246"/>
                    <a:pt x="634" y="245"/>
                    <a:pt x="639" y="242"/>
                  </a:cubicBezTo>
                  <a:cubicBezTo>
                    <a:pt x="645" y="241"/>
                    <a:pt x="650" y="237"/>
                    <a:pt x="653" y="231"/>
                  </a:cubicBezTo>
                  <a:lnTo>
                    <a:pt x="653" y="231"/>
                  </a:lnTo>
                  <a:cubicBezTo>
                    <a:pt x="653" y="230"/>
                    <a:pt x="653" y="230"/>
                    <a:pt x="653" y="230"/>
                  </a:cubicBezTo>
                  <a:lnTo>
                    <a:pt x="653" y="230"/>
                  </a:lnTo>
                  <a:cubicBezTo>
                    <a:pt x="654" y="228"/>
                    <a:pt x="660" y="220"/>
                    <a:pt x="698" y="160"/>
                  </a:cubicBezTo>
                  <a:cubicBezTo>
                    <a:pt x="701" y="154"/>
                    <a:pt x="702" y="149"/>
                    <a:pt x="702" y="145"/>
                  </a:cubicBezTo>
                  <a:cubicBezTo>
                    <a:pt x="702" y="142"/>
                    <a:pt x="702" y="139"/>
                    <a:pt x="701" y="136"/>
                  </a:cubicBezTo>
                  <a:close/>
                  <a:moveTo>
                    <a:pt x="628" y="215"/>
                  </a:moveTo>
                  <a:lnTo>
                    <a:pt x="628" y="215"/>
                  </a:lnTo>
                  <a:cubicBezTo>
                    <a:pt x="627" y="216"/>
                    <a:pt x="627" y="216"/>
                    <a:pt x="627" y="216"/>
                  </a:cubicBezTo>
                  <a:cubicBezTo>
                    <a:pt x="626" y="216"/>
                    <a:pt x="624" y="217"/>
                    <a:pt x="623" y="217"/>
                  </a:cubicBezTo>
                  <a:cubicBezTo>
                    <a:pt x="620" y="217"/>
                    <a:pt x="617" y="216"/>
                    <a:pt x="615" y="215"/>
                  </a:cubicBezTo>
                  <a:cubicBezTo>
                    <a:pt x="590" y="201"/>
                    <a:pt x="567" y="189"/>
                    <a:pt x="538" y="179"/>
                  </a:cubicBezTo>
                  <a:lnTo>
                    <a:pt x="538" y="179"/>
                  </a:lnTo>
                  <a:cubicBezTo>
                    <a:pt x="532" y="178"/>
                    <a:pt x="530" y="172"/>
                    <a:pt x="530" y="169"/>
                  </a:cubicBezTo>
                  <a:cubicBezTo>
                    <a:pt x="530" y="168"/>
                    <a:pt x="530" y="168"/>
                    <a:pt x="530" y="168"/>
                  </a:cubicBezTo>
                  <a:cubicBezTo>
                    <a:pt x="531" y="161"/>
                    <a:pt x="530" y="167"/>
                    <a:pt x="535" y="147"/>
                  </a:cubicBezTo>
                  <a:lnTo>
                    <a:pt x="535" y="147"/>
                  </a:lnTo>
                  <a:cubicBezTo>
                    <a:pt x="536" y="143"/>
                    <a:pt x="536" y="140"/>
                    <a:pt x="536" y="136"/>
                  </a:cubicBezTo>
                  <a:cubicBezTo>
                    <a:pt x="536" y="128"/>
                    <a:pt x="535" y="121"/>
                    <a:pt x="531" y="114"/>
                  </a:cubicBezTo>
                  <a:cubicBezTo>
                    <a:pt x="527" y="108"/>
                    <a:pt x="520" y="103"/>
                    <a:pt x="514" y="101"/>
                  </a:cubicBezTo>
                  <a:cubicBezTo>
                    <a:pt x="503" y="94"/>
                    <a:pt x="490" y="91"/>
                    <a:pt x="475" y="88"/>
                  </a:cubicBezTo>
                  <a:cubicBezTo>
                    <a:pt x="429" y="79"/>
                    <a:pt x="370" y="77"/>
                    <a:pt x="351" y="77"/>
                  </a:cubicBezTo>
                  <a:cubicBezTo>
                    <a:pt x="337" y="77"/>
                    <a:pt x="300" y="79"/>
                    <a:pt x="263" y="83"/>
                  </a:cubicBezTo>
                  <a:cubicBezTo>
                    <a:pt x="245" y="86"/>
                    <a:pt x="227" y="88"/>
                    <a:pt x="212" y="92"/>
                  </a:cubicBezTo>
                  <a:cubicBezTo>
                    <a:pt x="206" y="95"/>
                    <a:pt x="199" y="97"/>
                    <a:pt x="192" y="101"/>
                  </a:cubicBezTo>
                  <a:cubicBezTo>
                    <a:pt x="186" y="103"/>
                    <a:pt x="181" y="108"/>
                    <a:pt x="177" y="114"/>
                  </a:cubicBezTo>
                  <a:cubicBezTo>
                    <a:pt x="173" y="121"/>
                    <a:pt x="170" y="129"/>
                    <a:pt x="170" y="136"/>
                  </a:cubicBezTo>
                  <a:cubicBezTo>
                    <a:pt x="170" y="140"/>
                    <a:pt x="171" y="145"/>
                    <a:pt x="171" y="147"/>
                  </a:cubicBezTo>
                  <a:lnTo>
                    <a:pt x="171" y="147"/>
                  </a:lnTo>
                  <a:cubicBezTo>
                    <a:pt x="177" y="169"/>
                    <a:pt x="177" y="169"/>
                    <a:pt x="177" y="169"/>
                  </a:cubicBezTo>
                  <a:cubicBezTo>
                    <a:pt x="177" y="171"/>
                    <a:pt x="177" y="171"/>
                    <a:pt x="177" y="171"/>
                  </a:cubicBezTo>
                  <a:cubicBezTo>
                    <a:pt x="178" y="172"/>
                    <a:pt x="175" y="178"/>
                    <a:pt x="170" y="179"/>
                  </a:cubicBezTo>
                  <a:lnTo>
                    <a:pt x="170" y="179"/>
                  </a:lnTo>
                  <a:cubicBezTo>
                    <a:pt x="153" y="184"/>
                    <a:pt x="130" y="194"/>
                    <a:pt x="111" y="202"/>
                  </a:cubicBezTo>
                  <a:cubicBezTo>
                    <a:pt x="101" y="206"/>
                    <a:pt x="93" y="210"/>
                    <a:pt x="86" y="213"/>
                  </a:cubicBezTo>
                  <a:cubicBezTo>
                    <a:pt x="83" y="215"/>
                    <a:pt x="81" y="216"/>
                    <a:pt x="79" y="217"/>
                  </a:cubicBezTo>
                  <a:cubicBezTo>
                    <a:pt x="78" y="217"/>
                    <a:pt x="78" y="217"/>
                    <a:pt x="78" y="217"/>
                  </a:cubicBezTo>
                  <a:cubicBezTo>
                    <a:pt x="75" y="216"/>
                    <a:pt x="74" y="215"/>
                    <a:pt x="74" y="215"/>
                  </a:cubicBezTo>
                  <a:cubicBezTo>
                    <a:pt x="28" y="145"/>
                    <a:pt x="28" y="145"/>
                    <a:pt x="28" y="145"/>
                  </a:cubicBezTo>
                  <a:lnTo>
                    <a:pt x="28" y="145"/>
                  </a:lnTo>
                  <a:cubicBezTo>
                    <a:pt x="30" y="143"/>
                    <a:pt x="30" y="140"/>
                    <a:pt x="33" y="138"/>
                  </a:cubicBezTo>
                  <a:cubicBezTo>
                    <a:pt x="35" y="136"/>
                    <a:pt x="39" y="132"/>
                    <a:pt x="44" y="129"/>
                  </a:cubicBezTo>
                  <a:cubicBezTo>
                    <a:pt x="125" y="70"/>
                    <a:pt x="245" y="29"/>
                    <a:pt x="351" y="29"/>
                  </a:cubicBezTo>
                  <a:cubicBezTo>
                    <a:pt x="457" y="29"/>
                    <a:pt x="578" y="73"/>
                    <a:pt x="659" y="129"/>
                  </a:cubicBezTo>
                  <a:cubicBezTo>
                    <a:pt x="663" y="132"/>
                    <a:pt x="667" y="135"/>
                    <a:pt x="670" y="138"/>
                  </a:cubicBezTo>
                  <a:cubicBezTo>
                    <a:pt x="672" y="140"/>
                    <a:pt x="672" y="143"/>
                    <a:pt x="674" y="145"/>
                  </a:cubicBezTo>
                  <a:lnTo>
                    <a:pt x="674" y="145"/>
                  </a:lnTo>
                  <a:cubicBezTo>
                    <a:pt x="635" y="205"/>
                    <a:pt x="630" y="213"/>
                    <a:pt x="628"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3">
              <a:extLst>
                <a:ext uri="{FF2B5EF4-FFF2-40B4-BE49-F238E27FC236}">
                  <a16:creationId xmlns:a16="http://schemas.microsoft.com/office/drawing/2014/main" id="{EF0C21BA-5987-746D-BB96-B49E13B5AA08}"/>
                </a:ext>
              </a:extLst>
            </p:cNvPr>
            <p:cNvSpPr>
              <a:spLocks noChangeArrowheads="1"/>
            </p:cNvSpPr>
            <p:nvPr/>
          </p:nvSpPr>
          <p:spPr bwMode="auto">
            <a:xfrm>
              <a:off x="2330450" y="55816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3" name="Group 276">
            <a:extLst>
              <a:ext uri="{FF2B5EF4-FFF2-40B4-BE49-F238E27FC236}">
                <a16:creationId xmlns:a16="http://schemas.microsoft.com/office/drawing/2014/main" id="{07BE1489-3C41-6C5F-D84C-82109DFAAF24}"/>
              </a:ext>
            </a:extLst>
          </p:cNvPr>
          <p:cNvGrpSpPr/>
          <p:nvPr/>
        </p:nvGrpSpPr>
        <p:grpSpPr>
          <a:xfrm>
            <a:off x="10022011" y="4685134"/>
            <a:ext cx="254000" cy="211138"/>
            <a:chOff x="8880475" y="5029200"/>
            <a:chExt cx="254000" cy="211138"/>
          </a:xfrm>
          <a:solidFill>
            <a:schemeClr val="tx2"/>
          </a:solidFill>
        </p:grpSpPr>
        <p:sp>
          <p:nvSpPr>
            <p:cNvPr id="274" name="Freeform 224">
              <a:extLst>
                <a:ext uri="{FF2B5EF4-FFF2-40B4-BE49-F238E27FC236}">
                  <a16:creationId xmlns:a16="http://schemas.microsoft.com/office/drawing/2014/main" id="{60EA0AF7-FA94-4401-0F67-EDF06F7A353C}"/>
                </a:ext>
              </a:extLst>
            </p:cNvPr>
            <p:cNvSpPr>
              <a:spLocks noChangeArrowheads="1"/>
            </p:cNvSpPr>
            <p:nvPr/>
          </p:nvSpPr>
          <p:spPr bwMode="auto">
            <a:xfrm>
              <a:off x="8918575" y="5092700"/>
              <a:ext cx="180975" cy="147638"/>
            </a:xfrm>
            <a:custGeom>
              <a:avLst/>
              <a:gdLst>
                <a:gd name="T0" fmla="*/ 498 w 503"/>
                <a:gd name="T1" fmla="*/ 270 h 410"/>
                <a:gd name="T2" fmla="*/ 406 w 503"/>
                <a:gd name="T3" fmla="*/ 57 h 410"/>
                <a:gd name="T4" fmla="*/ 362 w 503"/>
                <a:gd name="T5" fmla="*/ 13 h 410"/>
                <a:gd name="T6" fmla="*/ 333 w 503"/>
                <a:gd name="T7" fmla="*/ 13 h 410"/>
                <a:gd name="T8" fmla="*/ 186 w 503"/>
                <a:gd name="T9" fmla="*/ 57 h 410"/>
                <a:gd name="T10" fmla="*/ 173 w 503"/>
                <a:gd name="T11" fmla="*/ 0 h 410"/>
                <a:gd name="T12" fmla="*/ 157 w 503"/>
                <a:gd name="T13" fmla="*/ 57 h 410"/>
                <a:gd name="T14" fmla="*/ 71 w 503"/>
                <a:gd name="T15" fmla="*/ 67 h 410"/>
                <a:gd name="T16" fmla="*/ 0 w 503"/>
                <a:gd name="T17" fmla="*/ 272 h 410"/>
                <a:gd name="T18" fmla="*/ 0 w 503"/>
                <a:gd name="T19" fmla="*/ 278 h 410"/>
                <a:gd name="T20" fmla="*/ 5 w 503"/>
                <a:gd name="T21" fmla="*/ 336 h 410"/>
                <a:gd name="T22" fmla="*/ 13 w 503"/>
                <a:gd name="T23" fmla="*/ 376 h 410"/>
                <a:gd name="T24" fmla="*/ 37 w 503"/>
                <a:gd name="T25" fmla="*/ 391 h 410"/>
                <a:gd name="T26" fmla="*/ 75 w 503"/>
                <a:gd name="T27" fmla="*/ 406 h 410"/>
                <a:gd name="T28" fmla="*/ 81 w 503"/>
                <a:gd name="T29" fmla="*/ 409 h 410"/>
                <a:gd name="T30" fmla="*/ 85 w 503"/>
                <a:gd name="T31" fmla="*/ 409 h 410"/>
                <a:gd name="T32" fmla="*/ 409 w 503"/>
                <a:gd name="T33" fmla="*/ 409 h 410"/>
                <a:gd name="T34" fmla="*/ 425 w 503"/>
                <a:gd name="T35" fmla="*/ 405 h 410"/>
                <a:gd name="T36" fmla="*/ 469 w 503"/>
                <a:gd name="T37" fmla="*/ 390 h 410"/>
                <a:gd name="T38" fmla="*/ 484 w 503"/>
                <a:gd name="T39" fmla="*/ 379 h 410"/>
                <a:gd name="T40" fmla="*/ 490 w 503"/>
                <a:gd name="T41" fmla="*/ 368 h 410"/>
                <a:gd name="T42" fmla="*/ 501 w 503"/>
                <a:gd name="T43" fmla="*/ 289 h 410"/>
                <a:gd name="T44" fmla="*/ 498 w 503"/>
                <a:gd name="T45" fmla="*/ 270 h 410"/>
                <a:gd name="T46" fmla="*/ 472 w 503"/>
                <a:gd name="T47" fmla="*/ 287 h 410"/>
                <a:gd name="T48" fmla="*/ 459 w 503"/>
                <a:gd name="T49" fmla="*/ 362 h 410"/>
                <a:gd name="T50" fmla="*/ 431 w 503"/>
                <a:gd name="T51" fmla="*/ 372 h 410"/>
                <a:gd name="T52" fmla="*/ 406 w 503"/>
                <a:gd name="T53" fmla="*/ 380 h 410"/>
                <a:gd name="T54" fmla="*/ 86 w 503"/>
                <a:gd name="T55" fmla="*/ 380 h 410"/>
                <a:gd name="T56" fmla="*/ 52 w 503"/>
                <a:gd name="T57" fmla="*/ 366 h 410"/>
                <a:gd name="T58" fmla="*/ 37 w 503"/>
                <a:gd name="T59" fmla="*/ 358 h 410"/>
                <a:gd name="T60" fmla="*/ 30 w 503"/>
                <a:gd name="T61" fmla="*/ 295 h 410"/>
                <a:gd name="T62" fmla="*/ 94 w 503"/>
                <a:gd name="T63" fmla="*/ 88 h 410"/>
                <a:gd name="T64" fmla="*/ 173 w 503"/>
                <a:gd name="T65" fmla="*/ 88 h 410"/>
                <a:gd name="T66" fmla="*/ 348 w 503"/>
                <a:gd name="T67" fmla="*/ 88 h 410"/>
                <a:gd name="T68" fmla="*/ 348 w 503"/>
                <a:gd name="T69" fmla="*/ 88 h 410"/>
                <a:gd name="T70" fmla="*/ 472 w 503"/>
                <a:gd name="T71" fmla="*/ 281 h 410"/>
                <a:gd name="T72" fmla="*/ 472 w 503"/>
                <a:gd name="T73" fmla="*/ 285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03" h="410">
                  <a:moveTo>
                    <a:pt x="498" y="270"/>
                  </a:moveTo>
                  <a:lnTo>
                    <a:pt x="498" y="270"/>
                  </a:lnTo>
                  <a:cubicBezTo>
                    <a:pt x="420" y="67"/>
                    <a:pt x="420" y="67"/>
                    <a:pt x="420" y="67"/>
                  </a:cubicBezTo>
                  <a:cubicBezTo>
                    <a:pt x="418" y="62"/>
                    <a:pt x="413" y="57"/>
                    <a:pt x="406" y="57"/>
                  </a:cubicBezTo>
                  <a:cubicBezTo>
                    <a:pt x="362" y="57"/>
                    <a:pt x="362" y="57"/>
                    <a:pt x="362" y="57"/>
                  </a:cubicBezTo>
                  <a:cubicBezTo>
                    <a:pt x="362" y="13"/>
                    <a:pt x="362" y="13"/>
                    <a:pt x="362" y="13"/>
                  </a:cubicBezTo>
                  <a:cubicBezTo>
                    <a:pt x="362" y="5"/>
                    <a:pt x="356" y="0"/>
                    <a:pt x="348" y="0"/>
                  </a:cubicBezTo>
                  <a:cubicBezTo>
                    <a:pt x="340" y="0"/>
                    <a:pt x="333" y="5"/>
                    <a:pt x="333" y="13"/>
                  </a:cubicBezTo>
                  <a:cubicBezTo>
                    <a:pt x="333" y="57"/>
                    <a:pt x="333" y="57"/>
                    <a:pt x="333" y="57"/>
                  </a:cubicBezTo>
                  <a:cubicBezTo>
                    <a:pt x="186" y="57"/>
                    <a:pt x="186" y="57"/>
                    <a:pt x="186" y="57"/>
                  </a:cubicBezTo>
                  <a:cubicBezTo>
                    <a:pt x="186" y="13"/>
                    <a:pt x="186" y="13"/>
                    <a:pt x="186" y="13"/>
                  </a:cubicBezTo>
                  <a:cubicBezTo>
                    <a:pt x="186" y="5"/>
                    <a:pt x="181" y="0"/>
                    <a:pt x="173" y="0"/>
                  </a:cubicBezTo>
                  <a:cubicBezTo>
                    <a:pt x="164" y="0"/>
                    <a:pt x="157" y="5"/>
                    <a:pt x="157" y="13"/>
                  </a:cubicBezTo>
                  <a:cubicBezTo>
                    <a:pt x="157" y="57"/>
                    <a:pt x="157" y="57"/>
                    <a:pt x="157" y="57"/>
                  </a:cubicBezTo>
                  <a:cubicBezTo>
                    <a:pt x="85" y="57"/>
                    <a:pt x="85" y="57"/>
                    <a:pt x="85" y="57"/>
                  </a:cubicBezTo>
                  <a:cubicBezTo>
                    <a:pt x="78" y="57"/>
                    <a:pt x="72" y="62"/>
                    <a:pt x="71" y="67"/>
                  </a:cubicBezTo>
                  <a:cubicBezTo>
                    <a:pt x="0" y="272"/>
                    <a:pt x="0" y="272"/>
                    <a:pt x="0" y="272"/>
                  </a:cubicBezTo>
                  <a:lnTo>
                    <a:pt x="0" y="272"/>
                  </a:lnTo>
                  <a:cubicBezTo>
                    <a:pt x="0" y="273"/>
                    <a:pt x="0" y="273"/>
                    <a:pt x="0" y="274"/>
                  </a:cubicBezTo>
                  <a:cubicBezTo>
                    <a:pt x="0" y="276"/>
                    <a:pt x="0" y="277"/>
                    <a:pt x="0" y="278"/>
                  </a:cubicBezTo>
                  <a:cubicBezTo>
                    <a:pt x="0" y="284"/>
                    <a:pt x="0" y="289"/>
                    <a:pt x="0" y="298"/>
                  </a:cubicBezTo>
                  <a:cubicBezTo>
                    <a:pt x="1" y="309"/>
                    <a:pt x="2" y="322"/>
                    <a:pt x="5" y="336"/>
                  </a:cubicBezTo>
                  <a:cubicBezTo>
                    <a:pt x="6" y="348"/>
                    <a:pt x="8" y="361"/>
                    <a:pt x="9" y="368"/>
                  </a:cubicBezTo>
                  <a:cubicBezTo>
                    <a:pt x="11" y="372"/>
                    <a:pt x="12" y="374"/>
                    <a:pt x="13" y="376"/>
                  </a:cubicBezTo>
                  <a:cubicBezTo>
                    <a:pt x="16" y="379"/>
                    <a:pt x="19" y="380"/>
                    <a:pt x="22" y="383"/>
                  </a:cubicBezTo>
                  <a:cubicBezTo>
                    <a:pt x="26" y="385"/>
                    <a:pt x="31" y="388"/>
                    <a:pt x="37" y="391"/>
                  </a:cubicBezTo>
                  <a:cubicBezTo>
                    <a:pt x="46" y="395"/>
                    <a:pt x="56" y="399"/>
                    <a:pt x="64" y="403"/>
                  </a:cubicBezTo>
                  <a:cubicBezTo>
                    <a:pt x="68" y="405"/>
                    <a:pt x="72" y="406"/>
                    <a:pt x="75" y="406"/>
                  </a:cubicBezTo>
                  <a:cubicBezTo>
                    <a:pt x="76" y="407"/>
                    <a:pt x="78" y="407"/>
                    <a:pt x="78" y="407"/>
                  </a:cubicBezTo>
                  <a:cubicBezTo>
                    <a:pt x="81" y="409"/>
                    <a:pt x="81" y="409"/>
                    <a:pt x="81" y="409"/>
                  </a:cubicBezTo>
                  <a:cubicBezTo>
                    <a:pt x="82" y="409"/>
                    <a:pt x="82" y="409"/>
                    <a:pt x="82" y="409"/>
                  </a:cubicBezTo>
                  <a:cubicBezTo>
                    <a:pt x="82" y="409"/>
                    <a:pt x="82" y="409"/>
                    <a:pt x="85" y="409"/>
                  </a:cubicBezTo>
                  <a:cubicBezTo>
                    <a:pt x="406" y="409"/>
                    <a:pt x="406" y="409"/>
                    <a:pt x="406" y="409"/>
                  </a:cubicBezTo>
                  <a:cubicBezTo>
                    <a:pt x="407" y="409"/>
                    <a:pt x="409" y="409"/>
                    <a:pt x="409" y="409"/>
                  </a:cubicBezTo>
                  <a:cubicBezTo>
                    <a:pt x="410" y="409"/>
                    <a:pt x="410" y="409"/>
                    <a:pt x="411" y="409"/>
                  </a:cubicBezTo>
                  <a:cubicBezTo>
                    <a:pt x="414" y="407"/>
                    <a:pt x="418" y="406"/>
                    <a:pt x="425" y="405"/>
                  </a:cubicBezTo>
                  <a:cubicBezTo>
                    <a:pt x="442" y="399"/>
                    <a:pt x="468" y="391"/>
                    <a:pt x="468" y="391"/>
                  </a:cubicBezTo>
                  <a:cubicBezTo>
                    <a:pt x="469" y="390"/>
                    <a:pt x="469" y="390"/>
                    <a:pt x="469" y="390"/>
                  </a:cubicBezTo>
                  <a:cubicBezTo>
                    <a:pt x="470" y="390"/>
                    <a:pt x="473" y="388"/>
                    <a:pt x="477" y="385"/>
                  </a:cubicBezTo>
                  <a:cubicBezTo>
                    <a:pt x="480" y="384"/>
                    <a:pt x="483" y="381"/>
                    <a:pt x="484" y="379"/>
                  </a:cubicBezTo>
                  <a:cubicBezTo>
                    <a:pt x="487" y="376"/>
                    <a:pt x="488" y="372"/>
                    <a:pt x="490" y="368"/>
                  </a:cubicBezTo>
                  <a:lnTo>
                    <a:pt x="490" y="368"/>
                  </a:lnTo>
                  <a:cubicBezTo>
                    <a:pt x="496" y="335"/>
                    <a:pt x="499" y="303"/>
                    <a:pt x="501" y="289"/>
                  </a:cubicBezTo>
                  <a:lnTo>
                    <a:pt x="501" y="289"/>
                  </a:lnTo>
                  <a:cubicBezTo>
                    <a:pt x="502" y="288"/>
                    <a:pt x="502" y="287"/>
                    <a:pt x="502" y="285"/>
                  </a:cubicBezTo>
                  <a:cubicBezTo>
                    <a:pt x="502" y="280"/>
                    <a:pt x="501" y="276"/>
                    <a:pt x="498" y="270"/>
                  </a:cubicBezTo>
                  <a:close/>
                  <a:moveTo>
                    <a:pt x="472" y="287"/>
                  </a:moveTo>
                  <a:lnTo>
                    <a:pt x="472" y="287"/>
                  </a:lnTo>
                  <a:cubicBezTo>
                    <a:pt x="470" y="299"/>
                    <a:pt x="468" y="331"/>
                    <a:pt x="461" y="361"/>
                  </a:cubicBezTo>
                  <a:cubicBezTo>
                    <a:pt x="459" y="362"/>
                    <a:pt x="459" y="362"/>
                    <a:pt x="459" y="362"/>
                  </a:cubicBezTo>
                  <a:cubicBezTo>
                    <a:pt x="458" y="364"/>
                    <a:pt x="458" y="364"/>
                    <a:pt x="458" y="364"/>
                  </a:cubicBezTo>
                  <a:cubicBezTo>
                    <a:pt x="454" y="364"/>
                    <a:pt x="443" y="368"/>
                    <a:pt x="431" y="372"/>
                  </a:cubicBezTo>
                  <a:cubicBezTo>
                    <a:pt x="424" y="373"/>
                    <a:pt x="417" y="376"/>
                    <a:pt x="411" y="377"/>
                  </a:cubicBezTo>
                  <a:cubicBezTo>
                    <a:pt x="409" y="379"/>
                    <a:pt x="407" y="379"/>
                    <a:pt x="406" y="380"/>
                  </a:cubicBezTo>
                  <a:cubicBezTo>
                    <a:pt x="404" y="380"/>
                    <a:pt x="404" y="380"/>
                    <a:pt x="404" y="380"/>
                  </a:cubicBezTo>
                  <a:cubicBezTo>
                    <a:pt x="86" y="380"/>
                    <a:pt x="86" y="380"/>
                    <a:pt x="86" y="380"/>
                  </a:cubicBezTo>
                  <a:cubicBezTo>
                    <a:pt x="86" y="380"/>
                    <a:pt x="85" y="380"/>
                    <a:pt x="85" y="379"/>
                  </a:cubicBezTo>
                  <a:cubicBezTo>
                    <a:pt x="78" y="376"/>
                    <a:pt x="64" y="370"/>
                    <a:pt x="52" y="366"/>
                  </a:cubicBezTo>
                  <a:cubicBezTo>
                    <a:pt x="46" y="364"/>
                    <a:pt x="42" y="361"/>
                    <a:pt x="38" y="358"/>
                  </a:cubicBezTo>
                  <a:cubicBezTo>
                    <a:pt x="38" y="358"/>
                    <a:pt x="38" y="358"/>
                    <a:pt x="37" y="358"/>
                  </a:cubicBezTo>
                  <a:cubicBezTo>
                    <a:pt x="35" y="348"/>
                    <a:pt x="34" y="333"/>
                    <a:pt x="32" y="320"/>
                  </a:cubicBezTo>
                  <a:cubicBezTo>
                    <a:pt x="31" y="310"/>
                    <a:pt x="30" y="302"/>
                    <a:pt x="30" y="295"/>
                  </a:cubicBezTo>
                  <a:cubicBezTo>
                    <a:pt x="28" y="288"/>
                    <a:pt x="28" y="283"/>
                    <a:pt x="28" y="280"/>
                  </a:cubicBezTo>
                  <a:cubicBezTo>
                    <a:pt x="94" y="88"/>
                    <a:pt x="94" y="88"/>
                    <a:pt x="94" y="88"/>
                  </a:cubicBezTo>
                  <a:cubicBezTo>
                    <a:pt x="173" y="88"/>
                    <a:pt x="173" y="88"/>
                    <a:pt x="173" y="88"/>
                  </a:cubicBezTo>
                  <a:lnTo>
                    <a:pt x="173" y="88"/>
                  </a:lnTo>
                  <a:lnTo>
                    <a:pt x="173" y="88"/>
                  </a:lnTo>
                  <a:cubicBezTo>
                    <a:pt x="348" y="88"/>
                    <a:pt x="348" y="88"/>
                    <a:pt x="348" y="88"/>
                  </a:cubicBezTo>
                  <a:lnTo>
                    <a:pt x="348" y="88"/>
                  </a:lnTo>
                  <a:lnTo>
                    <a:pt x="348" y="88"/>
                  </a:lnTo>
                  <a:cubicBezTo>
                    <a:pt x="396" y="88"/>
                    <a:pt x="396" y="88"/>
                    <a:pt x="396" y="88"/>
                  </a:cubicBezTo>
                  <a:cubicBezTo>
                    <a:pt x="472" y="281"/>
                    <a:pt x="472" y="281"/>
                    <a:pt x="472" y="281"/>
                  </a:cubicBezTo>
                  <a:lnTo>
                    <a:pt x="472" y="281"/>
                  </a:lnTo>
                  <a:cubicBezTo>
                    <a:pt x="472" y="285"/>
                    <a:pt x="472" y="285"/>
                    <a:pt x="472" y="285"/>
                  </a:cubicBezTo>
                  <a:cubicBezTo>
                    <a:pt x="472" y="287"/>
                    <a:pt x="472" y="287"/>
                    <a:pt x="472"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5">
              <a:extLst>
                <a:ext uri="{FF2B5EF4-FFF2-40B4-BE49-F238E27FC236}">
                  <a16:creationId xmlns:a16="http://schemas.microsoft.com/office/drawing/2014/main" id="{3A7DC8B1-57C4-6BFA-A1DB-2C7779DB12ED}"/>
                </a:ext>
              </a:extLst>
            </p:cNvPr>
            <p:cNvSpPr>
              <a:spLocks noChangeArrowheads="1"/>
            </p:cNvSpPr>
            <p:nvPr/>
          </p:nvSpPr>
          <p:spPr bwMode="auto">
            <a:xfrm>
              <a:off x="8963025" y="5138738"/>
              <a:ext cx="88900" cy="76200"/>
            </a:xfrm>
            <a:custGeom>
              <a:avLst/>
              <a:gdLst>
                <a:gd name="T0" fmla="*/ 211 w 249"/>
                <a:gd name="T1" fmla="*/ 30 h 213"/>
                <a:gd name="T2" fmla="*/ 211 w 249"/>
                <a:gd name="T3" fmla="*/ 30 h 213"/>
                <a:gd name="T4" fmla="*/ 125 w 249"/>
                <a:gd name="T5" fmla="*/ 0 h 213"/>
                <a:gd name="T6" fmla="*/ 37 w 249"/>
                <a:gd name="T7" fmla="*/ 30 h 213"/>
                <a:gd name="T8" fmla="*/ 0 w 249"/>
                <a:gd name="T9" fmla="*/ 106 h 213"/>
                <a:gd name="T10" fmla="*/ 37 w 249"/>
                <a:gd name="T11" fmla="*/ 181 h 213"/>
                <a:gd name="T12" fmla="*/ 125 w 249"/>
                <a:gd name="T13" fmla="*/ 212 h 213"/>
                <a:gd name="T14" fmla="*/ 211 w 249"/>
                <a:gd name="T15" fmla="*/ 181 h 213"/>
                <a:gd name="T16" fmla="*/ 248 w 249"/>
                <a:gd name="T17" fmla="*/ 106 h 213"/>
                <a:gd name="T18" fmla="*/ 211 w 249"/>
                <a:gd name="T19" fmla="*/ 30 h 213"/>
                <a:gd name="T20" fmla="*/ 192 w 249"/>
                <a:gd name="T21" fmla="*/ 159 h 213"/>
                <a:gd name="T22" fmla="*/ 192 w 249"/>
                <a:gd name="T23" fmla="*/ 159 h 213"/>
                <a:gd name="T24" fmla="*/ 125 w 249"/>
                <a:gd name="T25" fmla="*/ 183 h 213"/>
                <a:gd name="T26" fmla="*/ 56 w 249"/>
                <a:gd name="T27" fmla="*/ 159 h 213"/>
                <a:gd name="T28" fmla="*/ 29 w 249"/>
                <a:gd name="T29" fmla="*/ 106 h 213"/>
                <a:gd name="T30" fmla="*/ 56 w 249"/>
                <a:gd name="T31" fmla="*/ 54 h 213"/>
                <a:gd name="T32" fmla="*/ 125 w 249"/>
                <a:gd name="T33" fmla="*/ 30 h 213"/>
                <a:gd name="T34" fmla="*/ 192 w 249"/>
                <a:gd name="T35" fmla="*/ 54 h 213"/>
                <a:gd name="T36" fmla="*/ 219 w 249"/>
                <a:gd name="T37" fmla="*/ 106 h 213"/>
                <a:gd name="T38" fmla="*/ 192 w 249"/>
                <a:gd name="T39" fmla="*/ 15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3">
                  <a:moveTo>
                    <a:pt x="211" y="30"/>
                  </a:moveTo>
                  <a:lnTo>
                    <a:pt x="211" y="30"/>
                  </a:lnTo>
                  <a:cubicBezTo>
                    <a:pt x="189" y="11"/>
                    <a:pt x="158" y="0"/>
                    <a:pt x="125" y="0"/>
                  </a:cubicBezTo>
                  <a:cubicBezTo>
                    <a:pt x="90" y="0"/>
                    <a:pt x="60" y="11"/>
                    <a:pt x="37" y="30"/>
                  </a:cubicBezTo>
                  <a:cubicBezTo>
                    <a:pt x="15" y="50"/>
                    <a:pt x="0" y="76"/>
                    <a:pt x="0" y="106"/>
                  </a:cubicBezTo>
                  <a:cubicBezTo>
                    <a:pt x="0" y="136"/>
                    <a:pt x="15" y="163"/>
                    <a:pt x="37" y="181"/>
                  </a:cubicBezTo>
                  <a:cubicBezTo>
                    <a:pt x="60" y="201"/>
                    <a:pt x="90" y="212"/>
                    <a:pt x="125" y="212"/>
                  </a:cubicBezTo>
                  <a:cubicBezTo>
                    <a:pt x="158" y="212"/>
                    <a:pt x="189" y="201"/>
                    <a:pt x="211" y="181"/>
                  </a:cubicBezTo>
                  <a:cubicBezTo>
                    <a:pt x="235" y="163"/>
                    <a:pt x="248" y="136"/>
                    <a:pt x="248" y="106"/>
                  </a:cubicBezTo>
                  <a:cubicBezTo>
                    <a:pt x="248" y="76"/>
                    <a:pt x="235" y="50"/>
                    <a:pt x="211" y="30"/>
                  </a:cubicBezTo>
                  <a:close/>
                  <a:moveTo>
                    <a:pt x="192" y="159"/>
                  </a:moveTo>
                  <a:lnTo>
                    <a:pt x="192" y="159"/>
                  </a:lnTo>
                  <a:cubicBezTo>
                    <a:pt x="176" y="173"/>
                    <a:pt x="151" y="183"/>
                    <a:pt x="125" y="183"/>
                  </a:cubicBezTo>
                  <a:cubicBezTo>
                    <a:pt x="97" y="183"/>
                    <a:pt x="73" y="173"/>
                    <a:pt x="56" y="159"/>
                  </a:cubicBezTo>
                  <a:cubicBezTo>
                    <a:pt x="38" y="144"/>
                    <a:pt x="29" y="126"/>
                    <a:pt x="29" y="106"/>
                  </a:cubicBezTo>
                  <a:cubicBezTo>
                    <a:pt x="29" y="85"/>
                    <a:pt x="38" y="67"/>
                    <a:pt x="56" y="54"/>
                  </a:cubicBezTo>
                  <a:cubicBezTo>
                    <a:pt x="73" y="39"/>
                    <a:pt x="97" y="30"/>
                    <a:pt x="125" y="30"/>
                  </a:cubicBezTo>
                  <a:cubicBezTo>
                    <a:pt x="151" y="30"/>
                    <a:pt x="176" y="39"/>
                    <a:pt x="192" y="54"/>
                  </a:cubicBezTo>
                  <a:cubicBezTo>
                    <a:pt x="210" y="67"/>
                    <a:pt x="219" y="85"/>
                    <a:pt x="219" y="106"/>
                  </a:cubicBezTo>
                  <a:cubicBezTo>
                    <a:pt x="219" y="126"/>
                    <a:pt x="210" y="144"/>
                    <a:pt x="192"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6">
              <a:extLst>
                <a:ext uri="{FF2B5EF4-FFF2-40B4-BE49-F238E27FC236}">
                  <a16:creationId xmlns:a16="http://schemas.microsoft.com/office/drawing/2014/main" id="{61BACB1D-4434-01B7-E09C-C33315FB3AEF}"/>
                </a:ext>
              </a:extLst>
            </p:cNvPr>
            <p:cNvSpPr>
              <a:spLocks noChangeArrowheads="1"/>
            </p:cNvSpPr>
            <p:nvPr/>
          </p:nvSpPr>
          <p:spPr bwMode="auto">
            <a:xfrm>
              <a:off x="8880475" y="5029200"/>
              <a:ext cx="254000" cy="88900"/>
            </a:xfrm>
            <a:custGeom>
              <a:avLst/>
              <a:gdLst>
                <a:gd name="T0" fmla="*/ 703 w 704"/>
                <a:gd name="T1" fmla="*/ 137 h 246"/>
                <a:gd name="T2" fmla="*/ 692 w 704"/>
                <a:gd name="T3" fmla="*/ 118 h 246"/>
                <a:gd name="T4" fmla="*/ 351 w 704"/>
                <a:gd name="T5" fmla="*/ 0 h 246"/>
                <a:gd name="T6" fmla="*/ 12 w 704"/>
                <a:gd name="T7" fmla="*/ 118 h 246"/>
                <a:gd name="T8" fmla="*/ 1 w 704"/>
                <a:gd name="T9" fmla="*/ 137 h 246"/>
                <a:gd name="T10" fmla="*/ 4 w 704"/>
                <a:gd name="T11" fmla="*/ 159 h 246"/>
                <a:gd name="T12" fmla="*/ 49 w 704"/>
                <a:gd name="T13" fmla="*/ 230 h 246"/>
                <a:gd name="T14" fmla="*/ 81 w 704"/>
                <a:gd name="T15" fmla="*/ 245 h 246"/>
                <a:gd name="T16" fmla="*/ 92 w 704"/>
                <a:gd name="T17" fmla="*/ 243 h 246"/>
                <a:gd name="T18" fmla="*/ 180 w 704"/>
                <a:gd name="T19" fmla="*/ 207 h 246"/>
                <a:gd name="T20" fmla="*/ 207 w 704"/>
                <a:gd name="T21" fmla="*/ 170 h 246"/>
                <a:gd name="T22" fmla="*/ 206 w 704"/>
                <a:gd name="T23" fmla="*/ 162 h 246"/>
                <a:gd name="T24" fmla="*/ 200 w 704"/>
                <a:gd name="T25" fmla="*/ 140 h 246"/>
                <a:gd name="T26" fmla="*/ 202 w 704"/>
                <a:gd name="T27" fmla="*/ 129 h 246"/>
                <a:gd name="T28" fmla="*/ 207 w 704"/>
                <a:gd name="T29" fmla="*/ 126 h 246"/>
                <a:gd name="T30" fmla="*/ 351 w 704"/>
                <a:gd name="T31" fmla="*/ 105 h 246"/>
                <a:gd name="T32" fmla="*/ 486 w 704"/>
                <a:gd name="T33" fmla="*/ 121 h 246"/>
                <a:gd name="T34" fmla="*/ 505 w 704"/>
                <a:gd name="T35" fmla="*/ 129 h 246"/>
                <a:gd name="T36" fmla="*/ 506 w 704"/>
                <a:gd name="T37" fmla="*/ 129 h 246"/>
                <a:gd name="T38" fmla="*/ 508 w 704"/>
                <a:gd name="T39" fmla="*/ 136 h 246"/>
                <a:gd name="T40" fmla="*/ 502 w 704"/>
                <a:gd name="T41" fmla="*/ 160 h 246"/>
                <a:gd name="T42" fmla="*/ 501 w 704"/>
                <a:gd name="T43" fmla="*/ 162 h 246"/>
                <a:gd name="T44" fmla="*/ 528 w 704"/>
                <a:gd name="T45" fmla="*/ 207 h 246"/>
                <a:gd name="T46" fmla="*/ 601 w 704"/>
                <a:gd name="T47" fmla="*/ 241 h 246"/>
                <a:gd name="T48" fmla="*/ 640 w 704"/>
                <a:gd name="T49" fmla="*/ 243 h 246"/>
                <a:gd name="T50" fmla="*/ 655 w 704"/>
                <a:gd name="T51" fmla="*/ 230 h 246"/>
                <a:gd name="T52" fmla="*/ 655 w 704"/>
                <a:gd name="T53" fmla="*/ 230 h 246"/>
                <a:gd name="T54" fmla="*/ 703 w 704"/>
                <a:gd name="T55" fmla="*/ 145 h 246"/>
                <a:gd name="T56" fmla="*/ 630 w 704"/>
                <a:gd name="T57" fmla="*/ 214 h 246"/>
                <a:gd name="T58" fmla="*/ 627 w 704"/>
                <a:gd name="T59" fmla="*/ 215 h 246"/>
                <a:gd name="T60" fmla="*/ 615 w 704"/>
                <a:gd name="T61" fmla="*/ 215 h 246"/>
                <a:gd name="T62" fmla="*/ 538 w 704"/>
                <a:gd name="T63" fmla="*/ 178 h 246"/>
                <a:gd name="T64" fmla="*/ 530 w 704"/>
                <a:gd name="T65" fmla="*/ 169 h 246"/>
                <a:gd name="T66" fmla="*/ 535 w 704"/>
                <a:gd name="T67" fmla="*/ 147 h 246"/>
                <a:gd name="T68" fmla="*/ 531 w 704"/>
                <a:gd name="T69" fmla="*/ 114 h 246"/>
                <a:gd name="T70" fmla="*/ 476 w 704"/>
                <a:gd name="T71" fmla="*/ 88 h 246"/>
                <a:gd name="T72" fmla="*/ 265 w 704"/>
                <a:gd name="T73" fmla="*/ 82 h 246"/>
                <a:gd name="T74" fmla="*/ 192 w 704"/>
                <a:gd name="T75" fmla="*/ 100 h 246"/>
                <a:gd name="T76" fmla="*/ 170 w 704"/>
                <a:gd name="T77" fmla="*/ 137 h 246"/>
                <a:gd name="T78" fmla="*/ 178 w 704"/>
                <a:gd name="T79" fmla="*/ 169 h 246"/>
                <a:gd name="T80" fmla="*/ 176 w 704"/>
                <a:gd name="T81" fmla="*/ 174 h 246"/>
                <a:gd name="T82" fmla="*/ 170 w 704"/>
                <a:gd name="T83" fmla="*/ 179 h 246"/>
                <a:gd name="T84" fmla="*/ 86 w 704"/>
                <a:gd name="T85" fmla="*/ 214 h 246"/>
                <a:gd name="T86" fmla="*/ 79 w 704"/>
                <a:gd name="T87" fmla="*/ 217 h 246"/>
                <a:gd name="T88" fmla="*/ 30 w 704"/>
                <a:gd name="T89" fmla="*/ 144 h 246"/>
                <a:gd name="T90" fmla="*/ 33 w 704"/>
                <a:gd name="T91" fmla="*/ 138 h 246"/>
                <a:gd name="T92" fmla="*/ 351 w 704"/>
                <a:gd name="T93" fmla="*/ 29 h 246"/>
                <a:gd name="T94" fmla="*/ 670 w 704"/>
                <a:gd name="T95" fmla="*/ 138 h 246"/>
                <a:gd name="T96" fmla="*/ 674 w 704"/>
                <a:gd name="T97" fmla="*/ 14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246">
                  <a:moveTo>
                    <a:pt x="703" y="137"/>
                  </a:moveTo>
                  <a:lnTo>
                    <a:pt x="703" y="137"/>
                  </a:lnTo>
                  <a:lnTo>
                    <a:pt x="703" y="137"/>
                  </a:lnTo>
                  <a:cubicBezTo>
                    <a:pt x="700" y="129"/>
                    <a:pt x="696" y="123"/>
                    <a:pt x="692" y="118"/>
                  </a:cubicBezTo>
                  <a:cubicBezTo>
                    <a:pt x="686" y="114"/>
                    <a:pt x="682" y="110"/>
                    <a:pt x="677" y="105"/>
                  </a:cubicBezTo>
                  <a:cubicBezTo>
                    <a:pt x="590" y="45"/>
                    <a:pt x="465" y="0"/>
                    <a:pt x="351" y="0"/>
                  </a:cubicBezTo>
                  <a:cubicBezTo>
                    <a:pt x="237" y="0"/>
                    <a:pt x="114" y="42"/>
                    <a:pt x="27" y="105"/>
                  </a:cubicBezTo>
                  <a:cubicBezTo>
                    <a:pt x="22" y="110"/>
                    <a:pt x="16" y="114"/>
                    <a:pt x="12" y="118"/>
                  </a:cubicBezTo>
                  <a:cubicBezTo>
                    <a:pt x="8" y="123"/>
                    <a:pt x="4" y="129"/>
                    <a:pt x="1" y="137"/>
                  </a:cubicBezTo>
                  <a:lnTo>
                    <a:pt x="1" y="137"/>
                  </a:lnTo>
                  <a:cubicBezTo>
                    <a:pt x="1" y="138"/>
                    <a:pt x="0" y="141"/>
                    <a:pt x="0" y="145"/>
                  </a:cubicBezTo>
                  <a:cubicBezTo>
                    <a:pt x="0" y="149"/>
                    <a:pt x="1" y="155"/>
                    <a:pt x="4" y="159"/>
                  </a:cubicBezTo>
                  <a:lnTo>
                    <a:pt x="4" y="159"/>
                  </a:lnTo>
                  <a:cubicBezTo>
                    <a:pt x="49" y="230"/>
                    <a:pt x="49" y="230"/>
                    <a:pt x="49" y="230"/>
                  </a:cubicBezTo>
                  <a:lnTo>
                    <a:pt x="49" y="230"/>
                  </a:lnTo>
                  <a:cubicBezTo>
                    <a:pt x="56" y="241"/>
                    <a:pt x="68" y="245"/>
                    <a:pt x="81" y="245"/>
                  </a:cubicBezTo>
                  <a:cubicBezTo>
                    <a:pt x="82" y="245"/>
                    <a:pt x="84" y="245"/>
                    <a:pt x="85" y="245"/>
                  </a:cubicBezTo>
                  <a:cubicBezTo>
                    <a:pt x="88" y="245"/>
                    <a:pt x="89" y="244"/>
                    <a:pt x="92" y="243"/>
                  </a:cubicBezTo>
                  <a:cubicBezTo>
                    <a:pt x="100" y="240"/>
                    <a:pt x="115" y="233"/>
                    <a:pt x="132" y="226"/>
                  </a:cubicBezTo>
                  <a:cubicBezTo>
                    <a:pt x="149" y="218"/>
                    <a:pt x="167" y="211"/>
                    <a:pt x="180" y="207"/>
                  </a:cubicBezTo>
                  <a:lnTo>
                    <a:pt x="180" y="207"/>
                  </a:lnTo>
                  <a:cubicBezTo>
                    <a:pt x="196" y="201"/>
                    <a:pt x="207" y="186"/>
                    <a:pt x="207" y="170"/>
                  </a:cubicBezTo>
                  <a:cubicBezTo>
                    <a:pt x="207" y="167"/>
                    <a:pt x="207" y="164"/>
                    <a:pt x="206" y="162"/>
                  </a:cubicBezTo>
                  <a:lnTo>
                    <a:pt x="206" y="162"/>
                  </a:lnTo>
                  <a:cubicBezTo>
                    <a:pt x="200" y="140"/>
                    <a:pt x="200" y="140"/>
                    <a:pt x="200" y="140"/>
                  </a:cubicBezTo>
                  <a:lnTo>
                    <a:pt x="200" y="140"/>
                  </a:lnTo>
                  <a:cubicBezTo>
                    <a:pt x="200" y="137"/>
                    <a:pt x="200" y="137"/>
                    <a:pt x="200" y="137"/>
                  </a:cubicBezTo>
                  <a:cubicBezTo>
                    <a:pt x="200" y="134"/>
                    <a:pt x="200" y="131"/>
                    <a:pt x="202" y="129"/>
                  </a:cubicBezTo>
                  <a:lnTo>
                    <a:pt x="202" y="129"/>
                  </a:lnTo>
                  <a:cubicBezTo>
                    <a:pt x="202" y="129"/>
                    <a:pt x="204" y="127"/>
                    <a:pt x="207" y="126"/>
                  </a:cubicBezTo>
                  <a:cubicBezTo>
                    <a:pt x="214" y="122"/>
                    <a:pt x="226" y="119"/>
                    <a:pt x="239" y="116"/>
                  </a:cubicBezTo>
                  <a:cubicBezTo>
                    <a:pt x="279" y="108"/>
                    <a:pt x="335" y="105"/>
                    <a:pt x="351" y="105"/>
                  </a:cubicBezTo>
                  <a:cubicBezTo>
                    <a:pt x="365" y="105"/>
                    <a:pt x="403" y="107"/>
                    <a:pt x="438" y="111"/>
                  </a:cubicBezTo>
                  <a:cubicBezTo>
                    <a:pt x="456" y="114"/>
                    <a:pt x="473" y="116"/>
                    <a:pt x="486" y="121"/>
                  </a:cubicBezTo>
                  <a:cubicBezTo>
                    <a:pt x="493" y="122"/>
                    <a:pt x="498" y="123"/>
                    <a:pt x="501" y="126"/>
                  </a:cubicBezTo>
                  <a:cubicBezTo>
                    <a:pt x="504" y="126"/>
                    <a:pt x="505" y="127"/>
                    <a:pt x="505" y="129"/>
                  </a:cubicBezTo>
                  <a:cubicBezTo>
                    <a:pt x="506" y="129"/>
                    <a:pt x="506" y="129"/>
                    <a:pt x="506" y="129"/>
                  </a:cubicBezTo>
                  <a:lnTo>
                    <a:pt x="506" y="129"/>
                  </a:lnTo>
                  <a:lnTo>
                    <a:pt x="506" y="129"/>
                  </a:lnTo>
                  <a:cubicBezTo>
                    <a:pt x="508" y="131"/>
                    <a:pt x="508" y="133"/>
                    <a:pt x="508" y="136"/>
                  </a:cubicBezTo>
                  <a:cubicBezTo>
                    <a:pt x="508" y="140"/>
                    <a:pt x="508" y="140"/>
                    <a:pt x="508" y="140"/>
                  </a:cubicBezTo>
                  <a:cubicBezTo>
                    <a:pt x="502" y="159"/>
                    <a:pt x="504" y="153"/>
                    <a:pt x="502" y="160"/>
                  </a:cubicBezTo>
                  <a:cubicBezTo>
                    <a:pt x="501" y="162"/>
                    <a:pt x="501" y="162"/>
                    <a:pt x="501" y="162"/>
                  </a:cubicBezTo>
                  <a:lnTo>
                    <a:pt x="501" y="162"/>
                  </a:lnTo>
                  <a:cubicBezTo>
                    <a:pt x="501" y="164"/>
                    <a:pt x="501" y="167"/>
                    <a:pt x="501" y="170"/>
                  </a:cubicBezTo>
                  <a:cubicBezTo>
                    <a:pt x="501" y="186"/>
                    <a:pt x="512" y="200"/>
                    <a:pt x="528" y="207"/>
                  </a:cubicBezTo>
                  <a:cubicBezTo>
                    <a:pt x="554" y="215"/>
                    <a:pt x="576" y="228"/>
                    <a:pt x="601" y="241"/>
                  </a:cubicBezTo>
                  <a:lnTo>
                    <a:pt x="601" y="241"/>
                  </a:lnTo>
                  <a:cubicBezTo>
                    <a:pt x="608" y="244"/>
                    <a:pt x="616" y="245"/>
                    <a:pt x="623" y="245"/>
                  </a:cubicBezTo>
                  <a:cubicBezTo>
                    <a:pt x="629" y="245"/>
                    <a:pt x="634" y="245"/>
                    <a:pt x="640" y="243"/>
                  </a:cubicBezTo>
                  <a:cubicBezTo>
                    <a:pt x="645" y="240"/>
                    <a:pt x="650" y="236"/>
                    <a:pt x="653" y="230"/>
                  </a:cubicBezTo>
                  <a:cubicBezTo>
                    <a:pt x="655" y="230"/>
                    <a:pt x="655" y="230"/>
                    <a:pt x="655" y="230"/>
                  </a:cubicBezTo>
                  <a:lnTo>
                    <a:pt x="655" y="230"/>
                  </a:lnTo>
                  <a:lnTo>
                    <a:pt x="655" y="230"/>
                  </a:lnTo>
                  <a:cubicBezTo>
                    <a:pt x="655" y="229"/>
                    <a:pt x="660" y="221"/>
                    <a:pt x="699" y="159"/>
                  </a:cubicBezTo>
                  <a:cubicBezTo>
                    <a:pt x="703" y="155"/>
                    <a:pt x="703" y="149"/>
                    <a:pt x="703" y="145"/>
                  </a:cubicBezTo>
                  <a:cubicBezTo>
                    <a:pt x="703" y="141"/>
                    <a:pt x="703" y="138"/>
                    <a:pt x="703" y="137"/>
                  </a:cubicBezTo>
                  <a:close/>
                  <a:moveTo>
                    <a:pt x="630" y="214"/>
                  </a:moveTo>
                  <a:lnTo>
                    <a:pt x="630" y="214"/>
                  </a:lnTo>
                  <a:cubicBezTo>
                    <a:pt x="627" y="215"/>
                    <a:pt x="627" y="215"/>
                    <a:pt x="627" y="215"/>
                  </a:cubicBezTo>
                  <a:cubicBezTo>
                    <a:pt x="626" y="217"/>
                    <a:pt x="624" y="217"/>
                    <a:pt x="623" y="217"/>
                  </a:cubicBezTo>
                  <a:cubicBezTo>
                    <a:pt x="620" y="217"/>
                    <a:pt x="618" y="217"/>
                    <a:pt x="615" y="215"/>
                  </a:cubicBezTo>
                  <a:cubicBezTo>
                    <a:pt x="616" y="215"/>
                    <a:pt x="616" y="215"/>
                    <a:pt x="616" y="215"/>
                  </a:cubicBezTo>
                  <a:cubicBezTo>
                    <a:pt x="590" y="201"/>
                    <a:pt x="567" y="189"/>
                    <a:pt x="538" y="178"/>
                  </a:cubicBezTo>
                  <a:cubicBezTo>
                    <a:pt x="532" y="177"/>
                    <a:pt x="530" y="173"/>
                    <a:pt x="530" y="170"/>
                  </a:cubicBezTo>
                  <a:cubicBezTo>
                    <a:pt x="530" y="169"/>
                    <a:pt x="530" y="169"/>
                    <a:pt x="530" y="169"/>
                  </a:cubicBezTo>
                  <a:cubicBezTo>
                    <a:pt x="532" y="160"/>
                    <a:pt x="531" y="166"/>
                    <a:pt x="535" y="147"/>
                  </a:cubicBezTo>
                  <a:lnTo>
                    <a:pt x="535" y="147"/>
                  </a:lnTo>
                  <a:cubicBezTo>
                    <a:pt x="537" y="144"/>
                    <a:pt x="537" y="140"/>
                    <a:pt x="537" y="136"/>
                  </a:cubicBezTo>
                  <a:cubicBezTo>
                    <a:pt x="537" y="129"/>
                    <a:pt x="535" y="121"/>
                    <a:pt x="531" y="114"/>
                  </a:cubicBezTo>
                  <a:cubicBezTo>
                    <a:pt x="527" y="107"/>
                    <a:pt x="521" y="103"/>
                    <a:pt x="515" y="100"/>
                  </a:cubicBezTo>
                  <a:cubicBezTo>
                    <a:pt x="504" y="94"/>
                    <a:pt x="491" y="90"/>
                    <a:pt x="476" y="88"/>
                  </a:cubicBezTo>
                  <a:cubicBezTo>
                    <a:pt x="431" y="79"/>
                    <a:pt x="370" y="77"/>
                    <a:pt x="351" y="77"/>
                  </a:cubicBezTo>
                  <a:cubicBezTo>
                    <a:pt x="338" y="77"/>
                    <a:pt x="300" y="78"/>
                    <a:pt x="265" y="82"/>
                  </a:cubicBezTo>
                  <a:cubicBezTo>
                    <a:pt x="246" y="85"/>
                    <a:pt x="228" y="88"/>
                    <a:pt x="213" y="92"/>
                  </a:cubicBezTo>
                  <a:cubicBezTo>
                    <a:pt x="206" y="94"/>
                    <a:pt x="199" y="97"/>
                    <a:pt x="192" y="100"/>
                  </a:cubicBezTo>
                  <a:cubicBezTo>
                    <a:pt x="187" y="104"/>
                    <a:pt x="181" y="107"/>
                    <a:pt x="177" y="114"/>
                  </a:cubicBezTo>
                  <a:cubicBezTo>
                    <a:pt x="173" y="121"/>
                    <a:pt x="170" y="129"/>
                    <a:pt x="170" y="137"/>
                  </a:cubicBezTo>
                  <a:cubicBezTo>
                    <a:pt x="170" y="140"/>
                    <a:pt x="171" y="144"/>
                    <a:pt x="171" y="148"/>
                  </a:cubicBezTo>
                  <a:cubicBezTo>
                    <a:pt x="178" y="169"/>
                    <a:pt x="178" y="169"/>
                    <a:pt x="178" y="169"/>
                  </a:cubicBezTo>
                  <a:cubicBezTo>
                    <a:pt x="178" y="170"/>
                    <a:pt x="178" y="170"/>
                    <a:pt x="178" y="170"/>
                  </a:cubicBezTo>
                  <a:cubicBezTo>
                    <a:pt x="178" y="171"/>
                    <a:pt x="177" y="173"/>
                    <a:pt x="176" y="174"/>
                  </a:cubicBezTo>
                  <a:cubicBezTo>
                    <a:pt x="174" y="177"/>
                    <a:pt x="173" y="178"/>
                    <a:pt x="170" y="179"/>
                  </a:cubicBezTo>
                  <a:lnTo>
                    <a:pt x="170" y="179"/>
                  </a:lnTo>
                  <a:cubicBezTo>
                    <a:pt x="154" y="185"/>
                    <a:pt x="132" y="195"/>
                    <a:pt x="112" y="203"/>
                  </a:cubicBezTo>
                  <a:cubicBezTo>
                    <a:pt x="103" y="207"/>
                    <a:pt x="93" y="211"/>
                    <a:pt x="86" y="214"/>
                  </a:cubicBezTo>
                  <a:cubicBezTo>
                    <a:pt x="84" y="215"/>
                    <a:pt x="81" y="215"/>
                    <a:pt x="79" y="217"/>
                  </a:cubicBezTo>
                  <a:lnTo>
                    <a:pt x="79" y="217"/>
                  </a:lnTo>
                  <a:cubicBezTo>
                    <a:pt x="75" y="217"/>
                    <a:pt x="74" y="215"/>
                    <a:pt x="74" y="214"/>
                  </a:cubicBezTo>
                  <a:cubicBezTo>
                    <a:pt x="30" y="144"/>
                    <a:pt x="30" y="144"/>
                    <a:pt x="30" y="144"/>
                  </a:cubicBezTo>
                  <a:lnTo>
                    <a:pt x="30" y="144"/>
                  </a:lnTo>
                  <a:cubicBezTo>
                    <a:pt x="30" y="142"/>
                    <a:pt x="31" y="141"/>
                    <a:pt x="33" y="138"/>
                  </a:cubicBezTo>
                  <a:cubicBezTo>
                    <a:pt x="36" y="136"/>
                    <a:pt x="40" y="133"/>
                    <a:pt x="44" y="129"/>
                  </a:cubicBezTo>
                  <a:cubicBezTo>
                    <a:pt x="125" y="70"/>
                    <a:pt x="246" y="29"/>
                    <a:pt x="351" y="29"/>
                  </a:cubicBezTo>
                  <a:cubicBezTo>
                    <a:pt x="458" y="29"/>
                    <a:pt x="578" y="72"/>
                    <a:pt x="660" y="130"/>
                  </a:cubicBezTo>
                  <a:cubicBezTo>
                    <a:pt x="664" y="133"/>
                    <a:pt x="667" y="136"/>
                    <a:pt x="670" y="138"/>
                  </a:cubicBezTo>
                  <a:cubicBezTo>
                    <a:pt x="672" y="141"/>
                    <a:pt x="674" y="142"/>
                    <a:pt x="674" y="144"/>
                  </a:cubicBezTo>
                  <a:lnTo>
                    <a:pt x="674" y="144"/>
                  </a:lnTo>
                  <a:cubicBezTo>
                    <a:pt x="635" y="204"/>
                    <a:pt x="630" y="212"/>
                    <a:pt x="630"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7" name="Freeform 227">
              <a:extLst>
                <a:ext uri="{FF2B5EF4-FFF2-40B4-BE49-F238E27FC236}">
                  <a16:creationId xmlns:a16="http://schemas.microsoft.com/office/drawing/2014/main" id="{06484ADD-9C44-C6EB-023D-2D0BC4AE95C1}"/>
                </a:ext>
              </a:extLst>
            </p:cNvPr>
            <p:cNvSpPr>
              <a:spLocks noChangeArrowheads="1"/>
            </p:cNvSpPr>
            <p:nvPr/>
          </p:nvSpPr>
          <p:spPr bwMode="auto">
            <a:xfrm>
              <a:off x="8943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8" name="Freeform 228">
              <a:extLst>
                <a:ext uri="{FF2B5EF4-FFF2-40B4-BE49-F238E27FC236}">
                  <a16:creationId xmlns:a16="http://schemas.microsoft.com/office/drawing/2014/main" id="{ECA1E021-4970-B933-2AC7-E1D8BB6FBF8D}"/>
                </a:ext>
              </a:extLst>
            </p:cNvPr>
            <p:cNvSpPr>
              <a:spLocks noChangeArrowheads="1"/>
            </p:cNvSpPr>
            <p:nvPr/>
          </p:nvSpPr>
          <p:spPr bwMode="auto">
            <a:xfrm>
              <a:off x="9131300" y="50863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9" name="Freeform 229">
              <a:extLst>
                <a:ext uri="{FF2B5EF4-FFF2-40B4-BE49-F238E27FC236}">
                  <a16:creationId xmlns:a16="http://schemas.microsoft.com/office/drawing/2014/main" id="{F265AB29-22FB-8CF2-E1E3-FDA4ABA67746}"/>
                </a:ext>
              </a:extLst>
            </p:cNvPr>
            <p:cNvSpPr>
              <a:spLocks noChangeArrowheads="1"/>
            </p:cNvSpPr>
            <p:nvPr/>
          </p:nvSpPr>
          <p:spPr bwMode="auto">
            <a:xfrm>
              <a:off x="9070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0" name="Group 283">
            <a:extLst>
              <a:ext uri="{FF2B5EF4-FFF2-40B4-BE49-F238E27FC236}">
                <a16:creationId xmlns:a16="http://schemas.microsoft.com/office/drawing/2014/main" id="{FE2542EC-218B-614B-3B94-57769A5E047D}"/>
              </a:ext>
            </a:extLst>
          </p:cNvPr>
          <p:cNvGrpSpPr/>
          <p:nvPr/>
        </p:nvGrpSpPr>
        <p:grpSpPr>
          <a:xfrm>
            <a:off x="1692399" y="3754860"/>
            <a:ext cx="1811337" cy="138113"/>
            <a:chOff x="550863" y="4098925"/>
            <a:chExt cx="1811337" cy="138113"/>
          </a:xfrm>
          <a:solidFill>
            <a:schemeClr val="tx2"/>
          </a:solidFill>
        </p:grpSpPr>
        <p:sp>
          <p:nvSpPr>
            <p:cNvPr id="281" name="Freeform 230">
              <a:extLst>
                <a:ext uri="{FF2B5EF4-FFF2-40B4-BE49-F238E27FC236}">
                  <a16:creationId xmlns:a16="http://schemas.microsoft.com/office/drawing/2014/main" id="{5ACE5AE0-96FE-B8D1-CAC5-E2FC48BF93F0}"/>
                </a:ext>
              </a:extLst>
            </p:cNvPr>
            <p:cNvSpPr>
              <a:spLocks noChangeArrowheads="1"/>
            </p:cNvSpPr>
            <p:nvPr/>
          </p:nvSpPr>
          <p:spPr bwMode="auto">
            <a:xfrm>
              <a:off x="550863" y="4098925"/>
              <a:ext cx="96837" cy="138113"/>
            </a:xfrm>
            <a:custGeom>
              <a:avLst/>
              <a:gdLst>
                <a:gd name="T0" fmla="*/ 13 w 270"/>
                <a:gd name="T1" fmla="*/ 120 h 383"/>
                <a:gd name="T2" fmla="*/ 13 w 270"/>
                <a:gd name="T3" fmla="*/ 120 h 383"/>
                <a:gd name="T4" fmla="*/ 0 w 270"/>
                <a:gd name="T5" fmla="*/ 198 h 383"/>
                <a:gd name="T6" fmla="*/ 11 w 270"/>
                <a:gd name="T7" fmla="*/ 272 h 383"/>
                <a:gd name="T8" fmla="*/ 47 w 270"/>
                <a:gd name="T9" fmla="*/ 330 h 383"/>
                <a:gd name="T10" fmla="*/ 101 w 270"/>
                <a:gd name="T11" fmla="*/ 368 h 383"/>
                <a:gd name="T12" fmla="*/ 172 w 270"/>
                <a:gd name="T13" fmla="*/ 382 h 383"/>
                <a:gd name="T14" fmla="*/ 269 w 270"/>
                <a:gd name="T15" fmla="*/ 361 h 383"/>
                <a:gd name="T16" fmla="*/ 269 w 270"/>
                <a:gd name="T17" fmla="*/ 328 h 383"/>
                <a:gd name="T18" fmla="*/ 176 w 270"/>
                <a:gd name="T19" fmla="*/ 350 h 383"/>
                <a:gd name="T20" fmla="*/ 116 w 270"/>
                <a:gd name="T21" fmla="*/ 338 h 383"/>
                <a:gd name="T22" fmla="*/ 72 w 270"/>
                <a:gd name="T23" fmla="*/ 305 h 383"/>
                <a:gd name="T24" fmla="*/ 44 w 270"/>
                <a:gd name="T25" fmla="*/ 255 h 383"/>
                <a:gd name="T26" fmla="*/ 36 w 270"/>
                <a:gd name="T27" fmla="*/ 195 h 383"/>
                <a:gd name="T28" fmla="*/ 46 w 270"/>
                <a:gd name="T29" fmla="*/ 130 h 383"/>
                <a:gd name="T30" fmla="*/ 74 w 270"/>
                <a:gd name="T31" fmla="*/ 78 h 383"/>
                <a:gd name="T32" fmla="*/ 121 w 270"/>
                <a:gd name="T33" fmla="*/ 44 h 383"/>
                <a:gd name="T34" fmla="*/ 186 w 270"/>
                <a:gd name="T35" fmla="*/ 32 h 383"/>
                <a:gd name="T36" fmla="*/ 269 w 270"/>
                <a:gd name="T37" fmla="*/ 51 h 383"/>
                <a:gd name="T38" fmla="*/ 269 w 270"/>
                <a:gd name="T39" fmla="*/ 15 h 383"/>
                <a:gd name="T40" fmla="*/ 186 w 270"/>
                <a:gd name="T41" fmla="*/ 0 h 383"/>
                <a:gd name="T42" fmla="*/ 109 w 270"/>
                <a:gd name="T43" fmla="*/ 15 h 383"/>
                <a:gd name="T44" fmla="*/ 50 w 270"/>
                <a:gd name="T45" fmla="*/ 58 h 383"/>
                <a:gd name="T46" fmla="*/ 13 w 270"/>
                <a:gd name="T47" fmla="*/ 12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3" y="120"/>
                  </a:moveTo>
                  <a:lnTo>
                    <a:pt x="13" y="120"/>
                  </a:lnTo>
                  <a:cubicBezTo>
                    <a:pt x="4" y="144"/>
                    <a:pt x="0" y="170"/>
                    <a:pt x="0" y="198"/>
                  </a:cubicBezTo>
                  <a:cubicBezTo>
                    <a:pt x="0" y="225"/>
                    <a:pt x="4" y="249"/>
                    <a:pt x="11" y="272"/>
                  </a:cubicBezTo>
                  <a:cubicBezTo>
                    <a:pt x="20" y="294"/>
                    <a:pt x="32" y="313"/>
                    <a:pt x="47" y="330"/>
                  </a:cubicBezTo>
                  <a:cubicBezTo>
                    <a:pt x="62" y="346"/>
                    <a:pt x="80" y="358"/>
                    <a:pt x="101" y="368"/>
                  </a:cubicBezTo>
                  <a:cubicBezTo>
                    <a:pt x="122" y="378"/>
                    <a:pt x="146" y="382"/>
                    <a:pt x="172" y="382"/>
                  </a:cubicBezTo>
                  <a:cubicBezTo>
                    <a:pt x="209" y="382"/>
                    <a:pt x="241"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1" y="6"/>
                    <a:pt x="109" y="15"/>
                  </a:cubicBezTo>
                  <a:cubicBezTo>
                    <a:pt x="85" y="25"/>
                    <a:pt x="66" y="40"/>
                    <a:pt x="50" y="58"/>
                  </a:cubicBezTo>
                  <a:cubicBezTo>
                    <a:pt x="33" y="76"/>
                    <a:pt x="21" y="96"/>
                    <a:pt x="13"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1">
              <a:extLst>
                <a:ext uri="{FF2B5EF4-FFF2-40B4-BE49-F238E27FC236}">
                  <a16:creationId xmlns:a16="http://schemas.microsoft.com/office/drawing/2014/main" id="{D09D256F-CABD-F8EF-C3B9-28F59B969178}"/>
                </a:ext>
              </a:extLst>
            </p:cNvPr>
            <p:cNvSpPr>
              <a:spLocks noChangeArrowheads="1"/>
            </p:cNvSpPr>
            <p:nvPr/>
          </p:nvSpPr>
          <p:spPr bwMode="auto">
            <a:xfrm>
              <a:off x="666750" y="4098925"/>
              <a:ext cx="125413" cy="138113"/>
            </a:xfrm>
            <a:custGeom>
              <a:avLst/>
              <a:gdLst>
                <a:gd name="T0" fmla="*/ 249 w 348"/>
                <a:gd name="T1" fmla="*/ 14 h 383"/>
                <a:gd name="T2" fmla="*/ 249 w 348"/>
                <a:gd name="T3" fmla="*/ 14 h 383"/>
                <a:gd name="T4" fmla="*/ 179 w 348"/>
                <a:gd name="T5" fmla="*/ 0 h 383"/>
                <a:gd name="T6" fmla="*/ 103 w 348"/>
                <a:gd name="T7" fmla="*/ 14 h 383"/>
                <a:gd name="T8" fmla="*/ 47 w 348"/>
                <a:gd name="T9" fmla="*/ 55 h 383"/>
                <a:gd name="T10" fmla="*/ 11 w 348"/>
                <a:gd name="T11" fmla="*/ 115 h 383"/>
                <a:gd name="T12" fmla="*/ 0 w 348"/>
                <a:gd name="T13" fmla="*/ 195 h 383"/>
                <a:gd name="T14" fmla="*/ 11 w 348"/>
                <a:gd name="T15" fmla="*/ 268 h 383"/>
                <a:gd name="T16" fmla="*/ 45 w 348"/>
                <a:gd name="T17" fmla="*/ 328 h 383"/>
                <a:gd name="T18" fmla="*/ 100 w 348"/>
                <a:gd name="T19" fmla="*/ 368 h 383"/>
                <a:gd name="T20" fmla="*/ 172 w 348"/>
                <a:gd name="T21" fmla="*/ 382 h 383"/>
                <a:gd name="T22" fmla="*/ 247 w 348"/>
                <a:gd name="T23" fmla="*/ 367 h 383"/>
                <a:gd name="T24" fmla="*/ 302 w 348"/>
                <a:gd name="T25" fmla="*/ 325 h 383"/>
                <a:gd name="T26" fmla="*/ 335 w 348"/>
                <a:gd name="T27" fmla="*/ 264 h 383"/>
                <a:gd name="T28" fmla="*/ 347 w 348"/>
                <a:gd name="T29" fmla="*/ 185 h 383"/>
                <a:gd name="T30" fmla="*/ 335 w 348"/>
                <a:gd name="T31" fmla="*/ 111 h 383"/>
                <a:gd name="T32" fmla="*/ 302 w 348"/>
                <a:gd name="T33" fmla="*/ 54 h 383"/>
                <a:gd name="T34" fmla="*/ 249 w 348"/>
                <a:gd name="T35" fmla="*/ 14 h 383"/>
                <a:gd name="T36" fmla="*/ 310 w 348"/>
                <a:gd name="T37" fmla="*/ 191 h 383"/>
                <a:gd name="T38" fmla="*/ 310 w 348"/>
                <a:gd name="T39" fmla="*/ 191 h 383"/>
                <a:gd name="T40" fmla="*/ 302 w 348"/>
                <a:gd name="T41" fmla="*/ 255 h 383"/>
                <a:gd name="T42" fmla="*/ 276 w 348"/>
                <a:gd name="T43" fmla="*/ 306 h 383"/>
                <a:gd name="T44" fmla="*/ 232 w 348"/>
                <a:gd name="T45" fmla="*/ 339 h 383"/>
                <a:gd name="T46" fmla="*/ 172 w 348"/>
                <a:gd name="T47" fmla="*/ 350 h 383"/>
                <a:gd name="T48" fmla="*/ 111 w 348"/>
                <a:gd name="T49" fmla="*/ 338 h 383"/>
                <a:gd name="T50" fmla="*/ 69 w 348"/>
                <a:gd name="T51" fmla="*/ 302 h 383"/>
                <a:gd name="T52" fmla="*/ 44 w 348"/>
                <a:gd name="T53" fmla="*/ 251 h 383"/>
                <a:gd name="T54" fmla="*/ 36 w 348"/>
                <a:gd name="T55" fmla="*/ 192 h 383"/>
                <a:gd name="T56" fmla="*/ 45 w 348"/>
                <a:gd name="T57" fmla="*/ 129 h 383"/>
                <a:gd name="T58" fmla="*/ 72 w 348"/>
                <a:gd name="T59" fmla="*/ 78 h 383"/>
                <a:gd name="T60" fmla="*/ 115 w 348"/>
                <a:gd name="T61" fmla="*/ 44 h 383"/>
                <a:gd name="T62" fmla="*/ 174 w 348"/>
                <a:gd name="T63" fmla="*/ 32 h 383"/>
                <a:gd name="T64" fmla="*/ 236 w 348"/>
                <a:gd name="T65" fmla="*/ 44 h 383"/>
                <a:gd name="T66" fmla="*/ 279 w 348"/>
                <a:gd name="T67" fmla="*/ 78 h 383"/>
                <a:gd name="T68" fmla="*/ 304 w 348"/>
                <a:gd name="T69" fmla="*/ 129 h 383"/>
                <a:gd name="T70" fmla="*/ 310 w 348"/>
                <a:gd name="T71" fmla="*/ 191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3">
                  <a:moveTo>
                    <a:pt x="249" y="14"/>
                  </a:moveTo>
                  <a:lnTo>
                    <a:pt x="249" y="14"/>
                  </a:lnTo>
                  <a:cubicBezTo>
                    <a:pt x="228" y="4"/>
                    <a:pt x="205" y="0"/>
                    <a:pt x="179" y="0"/>
                  </a:cubicBezTo>
                  <a:cubicBezTo>
                    <a:pt x="150" y="0"/>
                    <a:pt x="125" y="6"/>
                    <a:pt x="103" y="14"/>
                  </a:cubicBezTo>
                  <a:cubicBezTo>
                    <a:pt x="80" y="23"/>
                    <a:pt x="62" y="37"/>
                    <a:pt x="47" y="55"/>
                  </a:cubicBezTo>
                  <a:cubicBezTo>
                    <a:pt x="32" y="72"/>
                    <a:pt x="19" y="92"/>
                    <a:pt x="11" y="115"/>
                  </a:cubicBezTo>
                  <a:cubicBezTo>
                    <a:pt x="4" y="140"/>
                    <a:pt x="0" y="166"/>
                    <a:pt x="0" y="195"/>
                  </a:cubicBezTo>
                  <a:cubicBezTo>
                    <a:pt x="0" y="221"/>
                    <a:pt x="4" y="246"/>
                    <a:pt x="11" y="268"/>
                  </a:cubicBezTo>
                  <a:cubicBezTo>
                    <a:pt x="19" y="291"/>
                    <a:pt x="30" y="310"/>
                    <a:pt x="45" y="328"/>
                  </a:cubicBezTo>
                  <a:cubicBezTo>
                    <a:pt x="61" y="345"/>
                    <a:pt x="78" y="357"/>
                    <a:pt x="100" y="368"/>
                  </a:cubicBezTo>
                  <a:cubicBezTo>
                    <a:pt x="121" y="378"/>
                    <a:pt x="146" y="382"/>
                    <a:pt x="172" y="382"/>
                  </a:cubicBezTo>
                  <a:cubicBezTo>
                    <a:pt x="201" y="382"/>
                    <a:pt x="225" y="376"/>
                    <a:pt x="247" y="367"/>
                  </a:cubicBezTo>
                  <a:cubicBezTo>
                    <a:pt x="269" y="357"/>
                    <a:pt x="287" y="343"/>
                    <a:pt x="302" y="325"/>
                  </a:cubicBezTo>
                  <a:cubicBezTo>
                    <a:pt x="316" y="308"/>
                    <a:pt x="328" y="287"/>
                    <a:pt x="335" y="264"/>
                  </a:cubicBezTo>
                  <a:cubicBezTo>
                    <a:pt x="343" y="240"/>
                    <a:pt x="347" y="214"/>
                    <a:pt x="347" y="185"/>
                  </a:cubicBezTo>
                  <a:cubicBezTo>
                    <a:pt x="347" y="159"/>
                    <a:pt x="343" y="135"/>
                    <a:pt x="335" y="111"/>
                  </a:cubicBezTo>
                  <a:cubicBezTo>
                    <a:pt x="327" y="89"/>
                    <a:pt x="316" y="70"/>
                    <a:pt x="302" y="54"/>
                  </a:cubicBezTo>
                  <a:cubicBezTo>
                    <a:pt x="287" y="37"/>
                    <a:pt x="269" y="23"/>
                    <a:pt x="249" y="14"/>
                  </a:cubicBezTo>
                  <a:close/>
                  <a:moveTo>
                    <a:pt x="310" y="191"/>
                  </a:moveTo>
                  <a:lnTo>
                    <a:pt x="310" y="191"/>
                  </a:lnTo>
                  <a:cubicBezTo>
                    <a:pt x="310" y="214"/>
                    <a:pt x="308" y="235"/>
                    <a:pt x="302" y="255"/>
                  </a:cubicBezTo>
                  <a:cubicBezTo>
                    <a:pt x="297" y="275"/>
                    <a:pt x="287" y="291"/>
                    <a:pt x="276" y="306"/>
                  </a:cubicBezTo>
                  <a:cubicBezTo>
                    <a:pt x="264" y="320"/>
                    <a:pt x="250" y="331"/>
                    <a:pt x="232" y="339"/>
                  </a:cubicBezTo>
                  <a:cubicBezTo>
                    <a:pt x="214" y="347"/>
                    <a:pt x="195" y="350"/>
                    <a:pt x="172" y="350"/>
                  </a:cubicBezTo>
                  <a:cubicBezTo>
                    <a:pt x="148" y="350"/>
                    <a:pt x="128" y="346"/>
                    <a:pt x="111" y="338"/>
                  </a:cubicBezTo>
                  <a:cubicBezTo>
                    <a:pt x="93" y="328"/>
                    <a:pt x="80" y="317"/>
                    <a:pt x="69" y="302"/>
                  </a:cubicBezTo>
                  <a:cubicBezTo>
                    <a:pt x="58" y="288"/>
                    <a:pt x="50" y="271"/>
                    <a:pt x="44" y="251"/>
                  </a:cubicBezTo>
                  <a:cubicBezTo>
                    <a:pt x="39" y="232"/>
                    <a:pt x="36" y="213"/>
                    <a:pt x="36" y="192"/>
                  </a:cubicBezTo>
                  <a:cubicBezTo>
                    <a:pt x="36" y="170"/>
                    <a:pt x="39" y="148"/>
                    <a:pt x="45" y="129"/>
                  </a:cubicBezTo>
                  <a:cubicBezTo>
                    <a:pt x="51" y="110"/>
                    <a:pt x="59" y="93"/>
                    <a:pt x="72" y="78"/>
                  </a:cubicBezTo>
                  <a:cubicBezTo>
                    <a:pt x="84" y="65"/>
                    <a:pt x="98" y="52"/>
                    <a:pt x="115" y="44"/>
                  </a:cubicBezTo>
                  <a:cubicBezTo>
                    <a:pt x="132" y="36"/>
                    <a:pt x="153" y="32"/>
                    <a:pt x="174" y="32"/>
                  </a:cubicBezTo>
                  <a:cubicBezTo>
                    <a:pt x="199" y="32"/>
                    <a:pt x="220" y="36"/>
                    <a:pt x="236" y="44"/>
                  </a:cubicBezTo>
                  <a:cubicBezTo>
                    <a:pt x="254" y="52"/>
                    <a:pt x="268" y="65"/>
                    <a:pt x="279" y="78"/>
                  </a:cubicBezTo>
                  <a:cubicBezTo>
                    <a:pt x="290" y="93"/>
                    <a:pt x="298" y="110"/>
                    <a:pt x="304" y="129"/>
                  </a:cubicBezTo>
                  <a:cubicBezTo>
                    <a:pt x="309" y="148"/>
                    <a:pt x="310" y="169"/>
                    <a:pt x="31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2">
              <a:extLst>
                <a:ext uri="{FF2B5EF4-FFF2-40B4-BE49-F238E27FC236}">
                  <a16:creationId xmlns:a16="http://schemas.microsoft.com/office/drawing/2014/main" id="{C152F0F3-95ED-5037-BC7B-FF66881336ED}"/>
                </a:ext>
              </a:extLst>
            </p:cNvPr>
            <p:cNvSpPr>
              <a:spLocks noChangeArrowheads="1"/>
            </p:cNvSpPr>
            <p:nvPr/>
          </p:nvSpPr>
          <p:spPr bwMode="auto">
            <a:xfrm>
              <a:off x="817563" y="4102100"/>
              <a:ext cx="104775" cy="133350"/>
            </a:xfrm>
            <a:custGeom>
              <a:avLst/>
              <a:gdLst>
                <a:gd name="T0" fmla="*/ 254 w 289"/>
                <a:gd name="T1" fmla="*/ 273 h 369"/>
                <a:gd name="T2" fmla="*/ 254 w 289"/>
                <a:gd name="T3" fmla="*/ 273 h 369"/>
                <a:gd name="T4" fmla="*/ 256 w 289"/>
                <a:gd name="T5" fmla="*/ 296 h 369"/>
                <a:gd name="T6" fmla="*/ 257 w 289"/>
                <a:gd name="T7" fmla="*/ 316 h 369"/>
                <a:gd name="T8" fmla="*/ 256 w 289"/>
                <a:gd name="T9" fmla="*/ 316 h 369"/>
                <a:gd name="T10" fmla="*/ 249 w 289"/>
                <a:gd name="T11" fmla="*/ 305 h 369"/>
                <a:gd name="T12" fmla="*/ 240 w 289"/>
                <a:gd name="T13" fmla="*/ 292 h 369"/>
                <a:gd name="T14" fmla="*/ 39 w 289"/>
                <a:gd name="T15" fmla="*/ 0 h 369"/>
                <a:gd name="T16" fmla="*/ 0 w 289"/>
                <a:gd name="T17" fmla="*/ 0 h 369"/>
                <a:gd name="T18" fmla="*/ 0 w 289"/>
                <a:gd name="T19" fmla="*/ 368 h 369"/>
                <a:gd name="T20" fmla="*/ 35 w 289"/>
                <a:gd name="T21" fmla="*/ 368 h 369"/>
                <a:gd name="T22" fmla="*/ 35 w 289"/>
                <a:gd name="T23" fmla="*/ 82 h 369"/>
                <a:gd name="T24" fmla="*/ 35 w 289"/>
                <a:gd name="T25" fmla="*/ 62 h 369"/>
                <a:gd name="T26" fmla="*/ 33 w 289"/>
                <a:gd name="T27" fmla="*/ 49 h 369"/>
                <a:gd name="T28" fmla="*/ 35 w 289"/>
                <a:gd name="T29" fmla="*/ 49 h 369"/>
                <a:gd name="T30" fmla="*/ 41 w 289"/>
                <a:gd name="T31" fmla="*/ 60 h 369"/>
                <a:gd name="T32" fmla="*/ 48 w 289"/>
                <a:gd name="T33" fmla="*/ 73 h 369"/>
                <a:gd name="T34" fmla="*/ 253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3"/>
                    <a:pt x="254" y="290"/>
                    <a:pt x="256" y="296"/>
                  </a:cubicBezTo>
                  <a:cubicBezTo>
                    <a:pt x="256" y="305"/>
                    <a:pt x="256" y="310"/>
                    <a:pt x="257" y="316"/>
                  </a:cubicBezTo>
                  <a:cubicBezTo>
                    <a:pt x="256" y="316"/>
                    <a:pt x="256" y="316"/>
                    <a:pt x="256" y="316"/>
                  </a:cubicBezTo>
                  <a:cubicBezTo>
                    <a:pt x="253" y="313"/>
                    <a:pt x="251" y="309"/>
                    <a:pt x="249" y="305"/>
                  </a:cubicBezTo>
                  <a:cubicBezTo>
                    <a:pt x="246" y="301"/>
                    <a:pt x="243" y="296"/>
                    <a:pt x="240"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6" y="52"/>
                    <a:pt x="39" y="56"/>
                    <a:pt x="41" y="60"/>
                  </a:cubicBezTo>
                  <a:cubicBezTo>
                    <a:pt x="44" y="65"/>
                    <a:pt x="45" y="69"/>
                    <a:pt x="48" y="73"/>
                  </a:cubicBezTo>
                  <a:cubicBezTo>
                    <a:pt x="253" y="368"/>
                    <a:pt x="253" y="368"/>
                    <a:pt x="253"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4" name="Freeform 233">
              <a:extLst>
                <a:ext uri="{FF2B5EF4-FFF2-40B4-BE49-F238E27FC236}">
                  <a16:creationId xmlns:a16="http://schemas.microsoft.com/office/drawing/2014/main" id="{485A00AF-D6BD-A4C3-89A5-D8C3B9FB395C}"/>
                </a:ext>
              </a:extLst>
            </p:cNvPr>
            <p:cNvSpPr>
              <a:spLocks noChangeArrowheads="1"/>
            </p:cNvSpPr>
            <p:nvPr/>
          </p:nvSpPr>
          <p:spPr bwMode="auto">
            <a:xfrm>
              <a:off x="942975" y="4102100"/>
              <a:ext cx="88900" cy="133350"/>
            </a:xfrm>
            <a:custGeom>
              <a:avLst/>
              <a:gdLst>
                <a:gd name="T0" fmla="*/ 247 w 248"/>
                <a:gd name="T1" fmla="*/ 0 h 369"/>
                <a:gd name="T2" fmla="*/ 0 w 248"/>
                <a:gd name="T3" fmla="*/ 0 h 369"/>
                <a:gd name="T4" fmla="*/ 0 w 248"/>
                <a:gd name="T5" fmla="*/ 30 h 369"/>
                <a:gd name="T6" fmla="*/ 106 w 248"/>
                <a:gd name="T7" fmla="*/ 30 h 369"/>
                <a:gd name="T8" fmla="*/ 106 w 248"/>
                <a:gd name="T9" fmla="*/ 368 h 369"/>
                <a:gd name="T10" fmla="*/ 140 w 248"/>
                <a:gd name="T11" fmla="*/ 368 h 369"/>
                <a:gd name="T12" fmla="*/ 140 w 248"/>
                <a:gd name="T13" fmla="*/ 30 h 369"/>
                <a:gd name="T14" fmla="*/ 247 w 248"/>
                <a:gd name="T15" fmla="*/ 30 h 369"/>
                <a:gd name="T16" fmla="*/ 247 w 248"/>
                <a:gd name="T17"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247" y="0"/>
                  </a:moveTo>
                  <a:lnTo>
                    <a:pt x="0" y="0"/>
                  </a:lnTo>
                  <a:lnTo>
                    <a:pt x="0" y="30"/>
                  </a:lnTo>
                  <a:lnTo>
                    <a:pt x="106" y="30"/>
                  </a:lnTo>
                  <a:lnTo>
                    <a:pt x="106" y="368"/>
                  </a:lnTo>
                  <a:lnTo>
                    <a:pt x="140" y="368"/>
                  </a:lnTo>
                  <a:lnTo>
                    <a:pt x="140" y="30"/>
                  </a:lnTo>
                  <a:lnTo>
                    <a:pt x="247" y="30"/>
                  </a:lnTo>
                  <a:lnTo>
                    <a:pt x="247"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5" name="Freeform 234">
              <a:extLst>
                <a:ext uri="{FF2B5EF4-FFF2-40B4-BE49-F238E27FC236}">
                  <a16:creationId xmlns:a16="http://schemas.microsoft.com/office/drawing/2014/main" id="{F52B2515-DAFD-C63F-AB94-BB0F6707DA8D}"/>
                </a:ext>
              </a:extLst>
            </p:cNvPr>
            <p:cNvSpPr>
              <a:spLocks noChangeArrowheads="1"/>
            </p:cNvSpPr>
            <p:nvPr/>
          </p:nvSpPr>
          <p:spPr bwMode="auto">
            <a:xfrm>
              <a:off x="1027113" y="4102100"/>
              <a:ext cx="112712" cy="133350"/>
            </a:xfrm>
            <a:custGeom>
              <a:avLst/>
              <a:gdLst>
                <a:gd name="T0" fmla="*/ 77 w 315"/>
                <a:gd name="T1" fmla="*/ 259 h 369"/>
                <a:gd name="T2" fmla="*/ 77 w 315"/>
                <a:gd name="T3" fmla="*/ 259 h 369"/>
                <a:gd name="T4" fmla="*/ 236 w 315"/>
                <a:gd name="T5" fmla="*/ 259 h 369"/>
                <a:gd name="T6" fmla="*/ 276 w 315"/>
                <a:gd name="T7" fmla="*/ 368 h 369"/>
                <a:gd name="T8" fmla="*/ 314 w 315"/>
                <a:gd name="T9" fmla="*/ 368 h 369"/>
                <a:gd name="T10" fmla="*/ 174 w 315"/>
                <a:gd name="T11" fmla="*/ 0 h 369"/>
                <a:gd name="T12" fmla="*/ 140 w 315"/>
                <a:gd name="T13" fmla="*/ 0 h 369"/>
                <a:gd name="T14" fmla="*/ 0 w 315"/>
                <a:gd name="T15" fmla="*/ 368 h 369"/>
                <a:gd name="T16" fmla="*/ 37 w 315"/>
                <a:gd name="T17" fmla="*/ 368 h 369"/>
                <a:gd name="T18" fmla="*/ 77 w 315"/>
                <a:gd name="T19" fmla="*/ 259 h 369"/>
                <a:gd name="T20" fmla="*/ 148 w 315"/>
                <a:gd name="T21" fmla="*/ 65 h 369"/>
                <a:gd name="T22" fmla="*/ 148 w 315"/>
                <a:gd name="T23" fmla="*/ 65 h 369"/>
                <a:gd name="T24" fmla="*/ 152 w 315"/>
                <a:gd name="T25" fmla="*/ 52 h 369"/>
                <a:gd name="T26" fmla="*/ 155 w 315"/>
                <a:gd name="T27" fmla="*/ 38 h 369"/>
                <a:gd name="T28" fmla="*/ 156 w 315"/>
                <a:gd name="T29" fmla="*/ 38 h 369"/>
                <a:gd name="T30" fmla="*/ 160 w 315"/>
                <a:gd name="T31" fmla="*/ 52 h 369"/>
                <a:gd name="T32" fmla="*/ 163 w 315"/>
                <a:gd name="T33" fmla="*/ 65 h 369"/>
                <a:gd name="T34" fmla="*/ 224 w 315"/>
                <a:gd name="T35" fmla="*/ 228 h 369"/>
                <a:gd name="T36" fmla="*/ 89 w 315"/>
                <a:gd name="T37" fmla="*/ 228 h 369"/>
                <a:gd name="T38" fmla="*/ 148 w 315"/>
                <a:gd name="T39" fmla="*/ 6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77" y="259"/>
                  </a:moveTo>
                  <a:lnTo>
                    <a:pt x="77" y="259"/>
                  </a:lnTo>
                  <a:cubicBezTo>
                    <a:pt x="236" y="259"/>
                    <a:pt x="236" y="259"/>
                    <a:pt x="236" y="259"/>
                  </a:cubicBezTo>
                  <a:cubicBezTo>
                    <a:pt x="276" y="368"/>
                    <a:pt x="276" y="368"/>
                    <a:pt x="276" y="368"/>
                  </a:cubicBezTo>
                  <a:cubicBezTo>
                    <a:pt x="314" y="368"/>
                    <a:pt x="314" y="368"/>
                    <a:pt x="314" y="368"/>
                  </a:cubicBezTo>
                  <a:cubicBezTo>
                    <a:pt x="174" y="0"/>
                    <a:pt x="174" y="0"/>
                    <a:pt x="174" y="0"/>
                  </a:cubicBezTo>
                  <a:cubicBezTo>
                    <a:pt x="140" y="0"/>
                    <a:pt x="140" y="0"/>
                    <a:pt x="140" y="0"/>
                  </a:cubicBezTo>
                  <a:cubicBezTo>
                    <a:pt x="0" y="368"/>
                    <a:pt x="0" y="368"/>
                    <a:pt x="0" y="368"/>
                  </a:cubicBezTo>
                  <a:cubicBezTo>
                    <a:pt x="37" y="368"/>
                    <a:pt x="37" y="368"/>
                    <a:pt x="37" y="368"/>
                  </a:cubicBezTo>
                  <a:lnTo>
                    <a:pt x="77" y="259"/>
                  </a:lnTo>
                  <a:close/>
                  <a:moveTo>
                    <a:pt x="148" y="65"/>
                  </a:moveTo>
                  <a:lnTo>
                    <a:pt x="148" y="65"/>
                  </a:lnTo>
                  <a:cubicBezTo>
                    <a:pt x="149" y="60"/>
                    <a:pt x="151" y="56"/>
                    <a:pt x="152" y="52"/>
                  </a:cubicBezTo>
                  <a:cubicBezTo>
                    <a:pt x="154" y="48"/>
                    <a:pt x="155" y="44"/>
                    <a:pt x="155" y="38"/>
                  </a:cubicBezTo>
                  <a:cubicBezTo>
                    <a:pt x="156" y="38"/>
                    <a:pt x="156" y="38"/>
                    <a:pt x="156" y="38"/>
                  </a:cubicBezTo>
                  <a:cubicBezTo>
                    <a:pt x="158" y="44"/>
                    <a:pt x="159" y="48"/>
                    <a:pt x="160" y="52"/>
                  </a:cubicBezTo>
                  <a:cubicBezTo>
                    <a:pt x="160" y="56"/>
                    <a:pt x="162" y="60"/>
                    <a:pt x="163" y="65"/>
                  </a:cubicBezTo>
                  <a:cubicBezTo>
                    <a:pt x="224" y="228"/>
                    <a:pt x="224" y="228"/>
                    <a:pt x="224" y="228"/>
                  </a:cubicBezTo>
                  <a:cubicBezTo>
                    <a:pt x="89" y="228"/>
                    <a:pt x="89" y="228"/>
                    <a:pt x="89" y="228"/>
                  </a:cubicBezTo>
                  <a:lnTo>
                    <a:pt x="148"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5">
              <a:extLst>
                <a:ext uri="{FF2B5EF4-FFF2-40B4-BE49-F238E27FC236}">
                  <a16:creationId xmlns:a16="http://schemas.microsoft.com/office/drawing/2014/main" id="{C1476431-0907-B432-BADF-6E2FC4ED83A4}"/>
                </a:ext>
              </a:extLst>
            </p:cNvPr>
            <p:cNvSpPr>
              <a:spLocks noChangeArrowheads="1"/>
            </p:cNvSpPr>
            <p:nvPr/>
          </p:nvSpPr>
          <p:spPr bwMode="auto">
            <a:xfrm>
              <a:off x="1149350" y="4098925"/>
              <a:ext cx="96838" cy="138113"/>
            </a:xfrm>
            <a:custGeom>
              <a:avLst/>
              <a:gdLst>
                <a:gd name="T0" fmla="*/ 110 w 271"/>
                <a:gd name="T1" fmla="*/ 15 h 383"/>
                <a:gd name="T2" fmla="*/ 110 w 271"/>
                <a:gd name="T3" fmla="*/ 15 h 383"/>
                <a:gd name="T4" fmla="*/ 51 w 271"/>
                <a:gd name="T5" fmla="*/ 58 h 383"/>
                <a:gd name="T6" fmla="*/ 14 w 271"/>
                <a:gd name="T7" fmla="*/ 120 h 383"/>
                <a:gd name="T8" fmla="*/ 0 w 271"/>
                <a:gd name="T9" fmla="*/ 198 h 383"/>
                <a:gd name="T10" fmla="*/ 12 w 271"/>
                <a:gd name="T11" fmla="*/ 272 h 383"/>
                <a:gd name="T12" fmla="*/ 48 w 271"/>
                <a:gd name="T13" fmla="*/ 330 h 383"/>
                <a:gd name="T14" fmla="*/ 102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1 w 271"/>
                <a:gd name="T27" fmla="*/ 305 h 383"/>
                <a:gd name="T28" fmla="*/ 45 w 271"/>
                <a:gd name="T29" fmla="*/ 255 h 383"/>
                <a:gd name="T30" fmla="*/ 36 w 271"/>
                <a:gd name="T31" fmla="*/ 195 h 383"/>
                <a:gd name="T32" fmla="*/ 47 w 271"/>
                <a:gd name="T33" fmla="*/ 130 h 383"/>
                <a:gd name="T34" fmla="*/ 76 w 271"/>
                <a:gd name="T35" fmla="*/ 78 h 383"/>
                <a:gd name="T36" fmla="*/ 122 w 271"/>
                <a:gd name="T37" fmla="*/ 44 h 383"/>
                <a:gd name="T38" fmla="*/ 185 w 271"/>
                <a:gd name="T39" fmla="*/ 32 h 383"/>
                <a:gd name="T40" fmla="*/ 270 w 271"/>
                <a:gd name="T41" fmla="*/ 51 h 383"/>
                <a:gd name="T42" fmla="*/ 270 w 271"/>
                <a:gd name="T43" fmla="*/ 15 h 383"/>
                <a:gd name="T44" fmla="*/ 187 w 271"/>
                <a:gd name="T45" fmla="*/ 0 h 383"/>
                <a:gd name="T46" fmla="*/ 110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10" y="15"/>
                  </a:moveTo>
                  <a:lnTo>
                    <a:pt x="110" y="15"/>
                  </a:lnTo>
                  <a:cubicBezTo>
                    <a:pt x="86" y="25"/>
                    <a:pt x="67" y="40"/>
                    <a:pt x="51" y="58"/>
                  </a:cubicBezTo>
                  <a:cubicBezTo>
                    <a:pt x="34" y="76"/>
                    <a:pt x="22" y="96"/>
                    <a:pt x="14" y="120"/>
                  </a:cubicBezTo>
                  <a:cubicBezTo>
                    <a:pt x="4" y="144"/>
                    <a:pt x="0" y="170"/>
                    <a:pt x="0" y="198"/>
                  </a:cubicBezTo>
                  <a:cubicBezTo>
                    <a:pt x="0" y="225"/>
                    <a:pt x="4" y="249"/>
                    <a:pt x="12" y="272"/>
                  </a:cubicBezTo>
                  <a:cubicBezTo>
                    <a:pt x="21" y="294"/>
                    <a:pt x="33" y="313"/>
                    <a:pt x="48" y="330"/>
                  </a:cubicBezTo>
                  <a:cubicBezTo>
                    <a:pt x="62" y="346"/>
                    <a:pt x="81" y="358"/>
                    <a:pt x="102" y="368"/>
                  </a:cubicBezTo>
                  <a:cubicBezTo>
                    <a:pt x="124" y="378"/>
                    <a:pt x="147" y="382"/>
                    <a:pt x="173" y="382"/>
                  </a:cubicBezTo>
                  <a:cubicBezTo>
                    <a:pt x="210" y="382"/>
                    <a:pt x="242" y="375"/>
                    <a:pt x="270" y="361"/>
                  </a:cubicBezTo>
                  <a:cubicBezTo>
                    <a:pt x="270" y="328"/>
                    <a:pt x="270" y="328"/>
                    <a:pt x="270" y="328"/>
                  </a:cubicBezTo>
                  <a:cubicBezTo>
                    <a:pt x="243" y="343"/>
                    <a:pt x="213" y="350"/>
                    <a:pt x="177" y="350"/>
                  </a:cubicBezTo>
                  <a:cubicBezTo>
                    <a:pt x="154" y="350"/>
                    <a:pt x="133" y="346"/>
                    <a:pt x="115" y="338"/>
                  </a:cubicBezTo>
                  <a:cubicBezTo>
                    <a:pt x="99" y="330"/>
                    <a:pt x="84" y="319"/>
                    <a:pt x="71" y="305"/>
                  </a:cubicBezTo>
                  <a:cubicBezTo>
                    <a:pt x="60" y="291"/>
                    <a:pt x="51" y="275"/>
                    <a:pt x="45" y="255"/>
                  </a:cubicBezTo>
                  <a:cubicBezTo>
                    <a:pt x="40" y="236"/>
                    <a:pt x="36" y="217"/>
                    <a:pt x="36" y="195"/>
                  </a:cubicBezTo>
                  <a:cubicBezTo>
                    <a:pt x="36" y="172"/>
                    <a:pt x="40" y="150"/>
                    <a:pt x="47" y="130"/>
                  </a:cubicBezTo>
                  <a:cubicBezTo>
                    <a:pt x="54" y="110"/>
                    <a:pt x="63" y="92"/>
                    <a:pt x="76" y="78"/>
                  </a:cubicBezTo>
                  <a:cubicBezTo>
                    <a:pt x="88" y="63"/>
                    <a:pt x="103" y="52"/>
                    <a:pt x="122" y="44"/>
                  </a:cubicBezTo>
                  <a:cubicBezTo>
                    <a:pt x="140" y="36"/>
                    <a:pt x="162" y="32"/>
                    <a:pt x="185" y="32"/>
                  </a:cubicBezTo>
                  <a:cubicBezTo>
                    <a:pt x="216" y="32"/>
                    <a:pt x="244" y="39"/>
                    <a:pt x="270" y="51"/>
                  </a:cubicBezTo>
                  <a:cubicBezTo>
                    <a:pt x="270" y="15"/>
                    <a:pt x="270" y="15"/>
                    <a:pt x="270" y="15"/>
                  </a:cubicBezTo>
                  <a:cubicBezTo>
                    <a:pt x="246" y="6"/>
                    <a:pt x="218" y="0"/>
                    <a:pt x="187" y="0"/>
                  </a:cubicBezTo>
                  <a:cubicBezTo>
                    <a:pt x="158" y="0"/>
                    <a:pt x="132" y="6"/>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6">
              <a:extLst>
                <a:ext uri="{FF2B5EF4-FFF2-40B4-BE49-F238E27FC236}">
                  <a16:creationId xmlns:a16="http://schemas.microsoft.com/office/drawing/2014/main" id="{1E2A8278-07CB-4C7A-5384-9D23696815D7}"/>
                </a:ext>
              </a:extLst>
            </p:cNvPr>
            <p:cNvSpPr>
              <a:spLocks noChangeArrowheads="1"/>
            </p:cNvSpPr>
            <p:nvPr/>
          </p:nvSpPr>
          <p:spPr bwMode="auto">
            <a:xfrm>
              <a:off x="1263650" y="4102100"/>
              <a:ext cx="88900" cy="133350"/>
            </a:xfrm>
            <a:custGeom>
              <a:avLst/>
              <a:gdLst>
                <a:gd name="T0" fmla="*/ 0 w 248"/>
                <a:gd name="T1" fmla="*/ 30 h 369"/>
                <a:gd name="T2" fmla="*/ 106 w 248"/>
                <a:gd name="T3" fmla="*/ 30 h 369"/>
                <a:gd name="T4" fmla="*/ 106 w 248"/>
                <a:gd name="T5" fmla="*/ 368 h 369"/>
                <a:gd name="T6" fmla="*/ 140 w 248"/>
                <a:gd name="T7" fmla="*/ 368 h 369"/>
                <a:gd name="T8" fmla="*/ 140 w 248"/>
                <a:gd name="T9" fmla="*/ 30 h 369"/>
                <a:gd name="T10" fmla="*/ 247 w 248"/>
                <a:gd name="T11" fmla="*/ 30 h 369"/>
                <a:gd name="T12" fmla="*/ 247 w 248"/>
                <a:gd name="T13" fmla="*/ 0 h 369"/>
                <a:gd name="T14" fmla="*/ 0 w 248"/>
                <a:gd name="T15" fmla="*/ 0 h 369"/>
                <a:gd name="T16" fmla="*/ 0 w 248"/>
                <a:gd name="T17"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0" y="30"/>
                  </a:moveTo>
                  <a:lnTo>
                    <a:pt x="106" y="30"/>
                  </a:lnTo>
                  <a:lnTo>
                    <a:pt x="106" y="368"/>
                  </a:lnTo>
                  <a:lnTo>
                    <a:pt x="140" y="368"/>
                  </a:lnTo>
                  <a:lnTo>
                    <a:pt x="140" y="30"/>
                  </a:lnTo>
                  <a:lnTo>
                    <a:pt x="247" y="30"/>
                  </a:lnTo>
                  <a:lnTo>
                    <a:pt x="247"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8" name="Freeform 237">
              <a:extLst>
                <a:ext uri="{FF2B5EF4-FFF2-40B4-BE49-F238E27FC236}">
                  <a16:creationId xmlns:a16="http://schemas.microsoft.com/office/drawing/2014/main" id="{B99497E2-62C8-71A8-EAD1-F03002E61539}"/>
                </a:ext>
              </a:extLst>
            </p:cNvPr>
            <p:cNvSpPr>
              <a:spLocks noChangeArrowheads="1"/>
            </p:cNvSpPr>
            <p:nvPr/>
          </p:nvSpPr>
          <p:spPr bwMode="auto">
            <a:xfrm>
              <a:off x="1425575" y="4102100"/>
              <a:ext cx="66675" cy="133350"/>
            </a:xfrm>
            <a:custGeom>
              <a:avLst/>
              <a:gdLst>
                <a:gd name="T0" fmla="*/ 34 w 184"/>
                <a:gd name="T1" fmla="*/ 0 h 369"/>
                <a:gd name="T2" fmla="*/ 0 w 184"/>
                <a:gd name="T3" fmla="*/ 0 h 369"/>
                <a:gd name="T4" fmla="*/ 0 w 184"/>
                <a:gd name="T5" fmla="*/ 368 h 369"/>
                <a:gd name="T6" fmla="*/ 183 w 184"/>
                <a:gd name="T7" fmla="*/ 368 h 369"/>
                <a:gd name="T8" fmla="*/ 183 w 184"/>
                <a:gd name="T9" fmla="*/ 338 h 369"/>
                <a:gd name="T10" fmla="*/ 34 w 184"/>
                <a:gd name="T11" fmla="*/ 338 h 369"/>
                <a:gd name="T12" fmla="*/ 34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4" y="0"/>
                  </a:moveTo>
                  <a:lnTo>
                    <a:pt x="0" y="0"/>
                  </a:lnTo>
                  <a:lnTo>
                    <a:pt x="0" y="368"/>
                  </a:lnTo>
                  <a:lnTo>
                    <a:pt x="183" y="368"/>
                  </a:lnTo>
                  <a:lnTo>
                    <a:pt x="183" y="338"/>
                  </a:lnTo>
                  <a:lnTo>
                    <a:pt x="34" y="33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9" name="Freeform 238">
              <a:extLst>
                <a:ext uri="{FF2B5EF4-FFF2-40B4-BE49-F238E27FC236}">
                  <a16:creationId xmlns:a16="http://schemas.microsoft.com/office/drawing/2014/main" id="{3BBA42F0-31AA-6EB6-C652-45881F13FAB9}"/>
                </a:ext>
              </a:extLst>
            </p:cNvPr>
            <p:cNvSpPr>
              <a:spLocks noChangeArrowheads="1"/>
            </p:cNvSpPr>
            <p:nvPr/>
          </p:nvSpPr>
          <p:spPr bwMode="auto">
            <a:xfrm>
              <a:off x="1514475"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9">
              <a:extLst>
                <a:ext uri="{FF2B5EF4-FFF2-40B4-BE49-F238E27FC236}">
                  <a16:creationId xmlns:a16="http://schemas.microsoft.com/office/drawing/2014/main" id="{8D11EAD8-7AED-08EF-965D-194EEF2F8E5D}"/>
                </a:ext>
              </a:extLst>
            </p:cNvPr>
            <p:cNvSpPr>
              <a:spLocks noChangeArrowheads="1"/>
            </p:cNvSpPr>
            <p:nvPr/>
          </p:nvSpPr>
          <p:spPr bwMode="auto">
            <a:xfrm>
              <a:off x="1560513" y="4102100"/>
              <a:ext cx="104775" cy="133350"/>
            </a:xfrm>
            <a:custGeom>
              <a:avLst/>
              <a:gdLst>
                <a:gd name="T0" fmla="*/ 41 w 289"/>
                <a:gd name="T1" fmla="*/ 60 h 369"/>
                <a:gd name="T2" fmla="*/ 41 w 289"/>
                <a:gd name="T3" fmla="*/ 60 h 369"/>
                <a:gd name="T4" fmla="*/ 48 w 289"/>
                <a:gd name="T5" fmla="*/ 73 h 369"/>
                <a:gd name="T6" fmla="*/ 254 w 289"/>
                <a:gd name="T7" fmla="*/ 368 h 369"/>
                <a:gd name="T8" fmla="*/ 288 w 289"/>
                <a:gd name="T9" fmla="*/ 368 h 369"/>
                <a:gd name="T10" fmla="*/ 288 w 289"/>
                <a:gd name="T11" fmla="*/ 0 h 369"/>
                <a:gd name="T12" fmla="*/ 254 w 289"/>
                <a:gd name="T13" fmla="*/ 0 h 369"/>
                <a:gd name="T14" fmla="*/ 254 w 289"/>
                <a:gd name="T15" fmla="*/ 273 h 369"/>
                <a:gd name="T16" fmla="*/ 255 w 289"/>
                <a:gd name="T17" fmla="*/ 296 h 369"/>
                <a:gd name="T18" fmla="*/ 256 w 289"/>
                <a:gd name="T19" fmla="*/ 316 h 369"/>
                <a:gd name="T20" fmla="*/ 255 w 289"/>
                <a:gd name="T21" fmla="*/ 316 h 369"/>
                <a:gd name="T22" fmla="*/ 248 w 289"/>
                <a:gd name="T23" fmla="*/ 305 h 369"/>
                <a:gd name="T24" fmla="*/ 240 w 289"/>
                <a:gd name="T25" fmla="*/ 292 h 369"/>
                <a:gd name="T26" fmla="*/ 38 w 289"/>
                <a:gd name="T27" fmla="*/ 0 h 369"/>
                <a:gd name="T28" fmla="*/ 0 w 289"/>
                <a:gd name="T29" fmla="*/ 0 h 369"/>
                <a:gd name="T30" fmla="*/ 0 w 289"/>
                <a:gd name="T31" fmla="*/ 368 h 369"/>
                <a:gd name="T32" fmla="*/ 34 w 289"/>
                <a:gd name="T33" fmla="*/ 368 h 369"/>
                <a:gd name="T34" fmla="*/ 34 w 289"/>
                <a:gd name="T35" fmla="*/ 82 h 369"/>
                <a:gd name="T36" fmla="*/ 34 w 289"/>
                <a:gd name="T37" fmla="*/ 62 h 369"/>
                <a:gd name="T38" fmla="*/ 33 w 289"/>
                <a:gd name="T39" fmla="*/ 49 h 369"/>
                <a:gd name="T40" fmla="*/ 34 w 289"/>
                <a:gd name="T41" fmla="*/ 49 h 369"/>
                <a:gd name="T42" fmla="*/ 41 w 289"/>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1" y="60"/>
                  </a:moveTo>
                  <a:lnTo>
                    <a:pt x="41" y="60"/>
                  </a:lnTo>
                  <a:cubicBezTo>
                    <a:pt x="44" y="65"/>
                    <a:pt x="45" y="69"/>
                    <a:pt x="48" y="73"/>
                  </a:cubicBezTo>
                  <a:cubicBezTo>
                    <a:pt x="254" y="368"/>
                    <a:pt x="254" y="368"/>
                    <a:pt x="254"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6" y="316"/>
                  </a:cubicBezTo>
                  <a:cubicBezTo>
                    <a:pt x="255" y="316"/>
                    <a:pt x="255" y="316"/>
                    <a:pt x="255" y="316"/>
                  </a:cubicBezTo>
                  <a:cubicBezTo>
                    <a:pt x="252" y="313"/>
                    <a:pt x="251" y="309"/>
                    <a:pt x="248" y="305"/>
                  </a:cubicBezTo>
                  <a:cubicBezTo>
                    <a:pt x="245"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7" y="52"/>
                    <a:pt x="38"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40">
              <a:extLst>
                <a:ext uri="{FF2B5EF4-FFF2-40B4-BE49-F238E27FC236}">
                  <a16:creationId xmlns:a16="http://schemas.microsoft.com/office/drawing/2014/main" id="{3159704F-5B84-E94B-D232-8F1768B55AC7}"/>
                </a:ext>
              </a:extLst>
            </p:cNvPr>
            <p:cNvSpPr>
              <a:spLocks noChangeArrowheads="1"/>
            </p:cNvSpPr>
            <p:nvPr/>
          </p:nvSpPr>
          <p:spPr bwMode="auto">
            <a:xfrm>
              <a:off x="1698625" y="4102100"/>
              <a:ext cx="68263"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2" name="Freeform 241">
              <a:extLst>
                <a:ext uri="{FF2B5EF4-FFF2-40B4-BE49-F238E27FC236}">
                  <a16:creationId xmlns:a16="http://schemas.microsoft.com/office/drawing/2014/main" id="{099E1A04-7E29-1D1F-1305-F413FF7C93C0}"/>
                </a:ext>
              </a:extLst>
            </p:cNvPr>
            <p:cNvSpPr>
              <a:spLocks noChangeArrowheads="1"/>
            </p:cNvSpPr>
            <p:nvPr/>
          </p:nvSpPr>
          <p:spPr bwMode="auto">
            <a:xfrm>
              <a:off x="1846263" y="4102100"/>
              <a:ext cx="11112" cy="133350"/>
            </a:xfrm>
            <a:custGeom>
              <a:avLst/>
              <a:gdLst>
                <a:gd name="T0" fmla="*/ 0 w 33"/>
                <a:gd name="T1" fmla="*/ 368 h 369"/>
                <a:gd name="T2" fmla="*/ 32 w 33"/>
                <a:gd name="T3" fmla="*/ 368 h 369"/>
                <a:gd name="T4" fmla="*/ 32 w 33"/>
                <a:gd name="T5" fmla="*/ 0 h 369"/>
                <a:gd name="T6" fmla="*/ 0 w 33"/>
                <a:gd name="T7" fmla="*/ 0 h 369"/>
                <a:gd name="T8" fmla="*/ 0 w 33"/>
                <a:gd name="T9" fmla="*/ 368 h 369"/>
              </a:gdLst>
              <a:ahLst/>
              <a:cxnLst>
                <a:cxn ang="0">
                  <a:pos x="T0" y="T1"/>
                </a:cxn>
                <a:cxn ang="0">
                  <a:pos x="T2" y="T3"/>
                </a:cxn>
                <a:cxn ang="0">
                  <a:pos x="T4" y="T5"/>
                </a:cxn>
                <a:cxn ang="0">
                  <a:pos x="T6" y="T7"/>
                </a:cxn>
                <a:cxn ang="0">
                  <a:pos x="T8" y="T9"/>
                </a:cxn>
              </a:cxnLst>
              <a:rect l="0" t="0" r="r" b="b"/>
              <a:pathLst>
                <a:path w="33" h="369">
                  <a:moveTo>
                    <a:pt x="0" y="368"/>
                  </a:moveTo>
                  <a:lnTo>
                    <a:pt x="32" y="368"/>
                  </a:lnTo>
                  <a:lnTo>
                    <a:pt x="32"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3" name="Freeform 242">
              <a:extLst>
                <a:ext uri="{FF2B5EF4-FFF2-40B4-BE49-F238E27FC236}">
                  <a16:creationId xmlns:a16="http://schemas.microsoft.com/office/drawing/2014/main" id="{CDDC5486-6430-AF12-DDD2-32ADED9EFB24}"/>
                </a:ext>
              </a:extLst>
            </p:cNvPr>
            <p:cNvSpPr>
              <a:spLocks noChangeArrowheads="1"/>
            </p:cNvSpPr>
            <p:nvPr/>
          </p:nvSpPr>
          <p:spPr bwMode="auto">
            <a:xfrm>
              <a:off x="1885950" y="4098925"/>
              <a:ext cx="96838" cy="138113"/>
            </a:xfrm>
            <a:custGeom>
              <a:avLst/>
              <a:gdLst>
                <a:gd name="T0" fmla="*/ 109 w 271"/>
                <a:gd name="T1" fmla="*/ 15 h 383"/>
                <a:gd name="T2" fmla="*/ 109 w 271"/>
                <a:gd name="T3" fmla="*/ 15 h 383"/>
                <a:gd name="T4" fmla="*/ 50 w 271"/>
                <a:gd name="T5" fmla="*/ 58 h 383"/>
                <a:gd name="T6" fmla="*/ 13 w 271"/>
                <a:gd name="T7" fmla="*/ 120 h 383"/>
                <a:gd name="T8" fmla="*/ 0 w 271"/>
                <a:gd name="T9" fmla="*/ 198 h 383"/>
                <a:gd name="T10" fmla="*/ 12 w 271"/>
                <a:gd name="T11" fmla="*/ 272 h 383"/>
                <a:gd name="T12" fmla="*/ 48 w 271"/>
                <a:gd name="T13" fmla="*/ 330 h 383"/>
                <a:gd name="T14" fmla="*/ 101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2 w 271"/>
                <a:gd name="T27" fmla="*/ 305 h 383"/>
                <a:gd name="T28" fmla="*/ 45 w 271"/>
                <a:gd name="T29" fmla="*/ 255 h 383"/>
                <a:gd name="T30" fmla="*/ 37 w 271"/>
                <a:gd name="T31" fmla="*/ 195 h 383"/>
                <a:gd name="T32" fmla="*/ 46 w 271"/>
                <a:gd name="T33" fmla="*/ 130 h 383"/>
                <a:gd name="T34" fmla="*/ 75 w 271"/>
                <a:gd name="T35" fmla="*/ 78 h 383"/>
                <a:gd name="T36" fmla="*/ 122 w 271"/>
                <a:gd name="T37" fmla="*/ 44 h 383"/>
                <a:gd name="T38" fmla="*/ 185 w 271"/>
                <a:gd name="T39" fmla="*/ 32 h 383"/>
                <a:gd name="T40" fmla="*/ 270 w 271"/>
                <a:gd name="T41" fmla="*/ 51 h 383"/>
                <a:gd name="T42" fmla="*/ 270 w 271"/>
                <a:gd name="T43" fmla="*/ 15 h 383"/>
                <a:gd name="T44" fmla="*/ 186 w 271"/>
                <a:gd name="T45" fmla="*/ 0 h 383"/>
                <a:gd name="T46" fmla="*/ 109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09" y="15"/>
                  </a:moveTo>
                  <a:lnTo>
                    <a:pt x="109" y="15"/>
                  </a:lnTo>
                  <a:cubicBezTo>
                    <a:pt x="86" y="25"/>
                    <a:pt x="67" y="40"/>
                    <a:pt x="50" y="58"/>
                  </a:cubicBezTo>
                  <a:cubicBezTo>
                    <a:pt x="34" y="76"/>
                    <a:pt x="22" y="96"/>
                    <a:pt x="13" y="120"/>
                  </a:cubicBezTo>
                  <a:cubicBezTo>
                    <a:pt x="5" y="144"/>
                    <a:pt x="0" y="170"/>
                    <a:pt x="0" y="198"/>
                  </a:cubicBezTo>
                  <a:cubicBezTo>
                    <a:pt x="0" y="225"/>
                    <a:pt x="4" y="249"/>
                    <a:pt x="12" y="272"/>
                  </a:cubicBezTo>
                  <a:cubicBezTo>
                    <a:pt x="20" y="294"/>
                    <a:pt x="32" y="313"/>
                    <a:pt x="48" y="330"/>
                  </a:cubicBezTo>
                  <a:cubicBezTo>
                    <a:pt x="63" y="346"/>
                    <a:pt x="81" y="358"/>
                    <a:pt x="101" y="368"/>
                  </a:cubicBezTo>
                  <a:cubicBezTo>
                    <a:pt x="123" y="378"/>
                    <a:pt x="146" y="382"/>
                    <a:pt x="173" y="382"/>
                  </a:cubicBezTo>
                  <a:cubicBezTo>
                    <a:pt x="210" y="382"/>
                    <a:pt x="241" y="375"/>
                    <a:pt x="270" y="361"/>
                  </a:cubicBezTo>
                  <a:cubicBezTo>
                    <a:pt x="270" y="328"/>
                    <a:pt x="270" y="328"/>
                    <a:pt x="270" y="328"/>
                  </a:cubicBezTo>
                  <a:cubicBezTo>
                    <a:pt x="244" y="343"/>
                    <a:pt x="212" y="350"/>
                    <a:pt x="177" y="350"/>
                  </a:cubicBezTo>
                  <a:cubicBezTo>
                    <a:pt x="153" y="350"/>
                    <a:pt x="133" y="346"/>
                    <a:pt x="115" y="338"/>
                  </a:cubicBezTo>
                  <a:cubicBezTo>
                    <a:pt x="98" y="330"/>
                    <a:pt x="83" y="319"/>
                    <a:pt x="72" y="305"/>
                  </a:cubicBezTo>
                  <a:cubicBezTo>
                    <a:pt x="60" y="291"/>
                    <a:pt x="50" y="275"/>
                    <a:pt x="45" y="255"/>
                  </a:cubicBezTo>
                  <a:cubicBezTo>
                    <a:pt x="39" y="236"/>
                    <a:pt x="37" y="217"/>
                    <a:pt x="37" y="195"/>
                  </a:cubicBezTo>
                  <a:cubicBezTo>
                    <a:pt x="37" y="172"/>
                    <a:pt x="39" y="150"/>
                    <a:pt x="46" y="130"/>
                  </a:cubicBezTo>
                  <a:cubicBezTo>
                    <a:pt x="53" y="110"/>
                    <a:pt x="63" y="92"/>
                    <a:pt x="75" y="78"/>
                  </a:cubicBezTo>
                  <a:cubicBezTo>
                    <a:pt x="87" y="63"/>
                    <a:pt x="104" y="52"/>
                    <a:pt x="122" y="44"/>
                  </a:cubicBezTo>
                  <a:cubicBezTo>
                    <a:pt x="141" y="36"/>
                    <a:pt x="162" y="32"/>
                    <a:pt x="185" y="32"/>
                  </a:cubicBezTo>
                  <a:cubicBezTo>
                    <a:pt x="215" y="32"/>
                    <a:pt x="244" y="39"/>
                    <a:pt x="270" y="51"/>
                  </a:cubicBezTo>
                  <a:cubicBezTo>
                    <a:pt x="270" y="15"/>
                    <a:pt x="270" y="15"/>
                    <a:pt x="270" y="15"/>
                  </a:cubicBezTo>
                  <a:cubicBezTo>
                    <a:pt x="245" y="6"/>
                    <a:pt x="218" y="0"/>
                    <a:pt x="186" y="0"/>
                  </a:cubicBezTo>
                  <a:cubicBezTo>
                    <a:pt x="157" y="0"/>
                    <a:pt x="131"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43">
              <a:extLst>
                <a:ext uri="{FF2B5EF4-FFF2-40B4-BE49-F238E27FC236}">
                  <a16:creationId xmlns:a16="http://schemas.microsoft.com/office/drawing/2014/main" id="{DBCAD429-C73C-CFA5-87AD-E1DA0B9E4EFC}"/>
                </a:ext>
              </a:extLst>
            </p:cNvPr>
            <p:cNvSpPr>
              <a:spLocks noChangeArrowheads="1"/>
            </p:cNvSpPr>
            <p:nvPr/>
          </p:nvSpPr>
          <p:spPr bwMode="auto">
            <a:xfrm>
              <a:off x="2000250" y="4098925"/>
              <a:ext cx="125413" cy="138113"/>
            </a:xfrm>
            <a:custGeom>
              <a:avLst/>
              <a:gdLst>
                <a:gd name="T0" fmla="*/ 302 w 347"/>
                <a:gd name="T1" fmla="*/ 325 h 383"/>
                <a:gd name="T2" fmla="*/ 302 w 347"/>
                <a:gd name="T3" fmla="*/ 325 h 383"/>
                <a:gd name="T4" fmla="*/ 335 w 347"/>
                <a:gd name="T5" fmla="*/ 264 h 383"/>
                <a:gd name="T6" fmla="*/ 346 w 347"/>
                <a:gd name="T7" fmla="*/ 185 h 383"/>
                <a:gd name="T8" fmla="*/ 335 w 347"/>
                <a:gd name="T9" fmla="*/ 111 h 383"/>
                <a:gd name="T10" fmla="*/ 300 w 347"/>
                <a:gd name="T11" fmla="*/ 54 h 383"/>
                <a:gd name="T12" fmla="*/ 248 w 347"/>
                <a:gd name="T13" fmla="*/ 14 h 383"/>
                <a:gd name="T14" fmla="*/ 178 w 347"/>
                <a:gd name="T15" fmla="*/ 0 h 383"/>
                <a:gd name="T16" fmla="*/ 103 w 347"/>
                <a:gd name="T17" fmla="*/ 14 h 383"/>
                <a:gd name="T18" fmla="*/ 46 w 347"/>
                <a:gd name="T19" fmla="*/ 55 h 383"/>
                <a:gd name="T20" fmla="*/ 11 w 347"/>
                <a:gd name="T21" fmla="*/ 115 h 383"/>
                <a:gd name="T22" fmla="*/ 0 w 347"/>
                <a:gd name="T23" fmla="*/ 195 h 383"/>
                <a:gd name="T24" fmla="*/ 11 w 347"/>
                <a:gd name="T25" fmla="*/ 268 h 383"/>
                <a:gd name="T26" fmla="*/ 45 w 347"/>
                <a:gd name="T27" fmla="*/ 328 h 383"/>
                <a:gd name="T28" fmla="*/ 100 w 347"/>
                <a:gd name="T29" fmla="*/ 368 h 383"/>
                <a:gd name="T30" fmla="*/ 171 w 347"/>
                <a:gd name="T31" fmla="*/ 382 h 383"/>
                <a:gd name="T32" fmla="*/ 247 w 347"/>
                <a:gd name="T33" fmla="*/ 367 h 383"/>
                <a:gd name="T34" fmla="*/ 302 w 347"/>
                <a:gd name="T35" fmla="*/ 325 h 383"/>
                <a:gd name="T36" fmla="*/ 171 w 347"/>
                <a:gd name="T37" fmla="*/ 350 h 383"/>
                <a:gd name="T38" fmla="*/ 171 w 347"/>
                <a:gd name="T39" fmla="*/ 350 h 383"/>
                <a:gd name="T40" fmla="*/ 111 w 347"/>
                <a:gd name="T41" fmla="*/ 338 h 383"/>
                <a:gd name="T42" fmla="*/ 68 w 347"/>
                <a:gd name="T43" fmla="*/ 302 h 383"/>
                <a:gd name="T44" fmla="*/ 44 w 347"/>
                <a:gd name="T45" fmla="*/ 251 h 383"/>
                <a:gd name="T46" fmla="*/ 35 w 347"/>
                <a:gd name="T47" fmla="*/ 192 h 383"/>
                <a:gd name="T48" fmla="*/ 44 w 347"/>
                <a:gd name="T49" fmla="*/ 129 h 383"/>
                <a:gd name="T50" fmla="*/ 71 w 347"/>
                <a:gd name="T51" fmla="*/ 78 h 383"/>
                <a:gd name="T52" fmla="*/ 115 w 347"/>
                <a:gd name="T53" fmla="*/ 44 h 383"/>
                <a:gd name="T54" fmla="*/ 174 w 347"/>
                <a:gd name="T55" fmla="*/ 32 h 383"/>
                <a:gd name="T56" fmla="*/ 236 w 347"/>
                <a:gd name="T57" fmla="*/ 44 h 383"/>
                <a:gd name="T58" fmla="*/ 278 w 347"/>
                <a:gd name="T59" fmla="*/ 78 h 383"/>
                <a:gd name="T60" fmla="*/ 303 w 347"/>
                <a:gd name="T61" fmla="*/ 129 h 383"/>
                <a:gd name="T62" fmla="*/ 310 w 347"/>
                <a:gd name="T63" fmla="*/ 191 h 383"/>
                <a:gd name="T64" fmla="*/ 302 w 347"/>
                <a:gd name="T65" fmla="*/ 255 h 383"/>
                <a:gd name="T66" fmla="*/ 276 w 347"/>
                <a:gd name="T67" fmla="*/ 306 h 383"/>
                <a:gd name="T68" fmla="*/ 232 w 347"/>
                <a:gd name="T69" fmla="*/ 339 h 383"/>
                <a:gd name="T70" fmla="*/ 171 w 347"/>
                <a:gd name="T71" fmla="*/ 35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02" y="325"/>
                  </a:moveTo>
                  <a:lnTo>
                    <a:pt x="302" y="325"/>
                  </a:lnTo>
                  <a:cubicBezTo>
                    <a:pt x="315" y="308"/>
                    <a:pt x="328" y="287"/>
                    <a:pt x="335" y="264"/>
                  </a:cubicBezTo>
                  <a:cubicBezTo>
                    <a:pt x="343" y="240"/>
                    <a:pt x="346" y="214"/>
                    <a:pt x="346" y="185"/>
                  </a:cubicBezTo>
                  <a:cubicBezTo>
                    <a:pt x="346" y="159"/>
                    <a:pt x="343" y="135"/>
                    <a:pt x="335" y="111"/>
                  </a:cubicBezTo>
                  <a:cubicBezTo>
                    <a:pt x="326" y="89"/>
                    <a:pt x="315" y="70"/>
                    <a:pt x="300" y="54"/>
                  </a:cubicBezTo>
                  <a:cubicBezTo>
                    <a:pt x="287" y="37"/>
                    <a:pt x="269" y="23"/>
                    <a:pt x="248" y="14"/>
                  </a:cubicBezTo>
                  <a:cubicBezTo>
                    <a:pt x="228" y="4"/>
                    <a:pt x="204" y="0"/>
                    <a:pt x="178" y="0"/>
                  </a:cubicBezTo>
                  <a:cubicBezTo>
                    <a:pt x="149" y="0"/>
                    <a:pt x="125" y="6"/>
                    <a:pt x="103" y="14"/>
                  </a:cubicBezTo>
                  <a:cubicBezTo>
                    <a:pt x="79" y="23"/>
                    <a:pt x="62" y="37"/>
                    <a:pt x="46" y="55"/>
                  </a:cubicBezTo>
                  <a:cubicBezTo>
                    <a:pt x="31" y="72"/>
                    <a:pt x="19" y="92"/>
                    <a:pt x="11" y="115"/>
                  </a:cubicBezTo>
                  <a:cubicBezTo>
                    <a:pt x="3" y="140"/>
                    <a:pt x="0" y="166"/>
                    <a:pt x="0" y="195"/>
                  </a:cubicBezTo>
                  <a:cubicBezTo>
                    <a:pt x="0" y="221"/>
                    <a:pt x="3" y="246"/>
                    <a:pt x="11" y="268"/>
                  </a:cubicBezTo>
                  <a:cubicBezTo>
                    <a:pt x="19" y="291"/>
                    <a:pt x="30" y="310"/>
                    <a:pt x="45" y="328"/>
                  </a:cubicBezTo>
                  <a:cubicBezTo>
                    <a:pt x="60" y="345"/>
                    <a:pt x="78" y="357"/>
                    <a:pt x="100" y="368"/>
                  </a:cubicBezTo>
                  <a:cubicBezTo>
                    <a:pt x="121" y="378"/>
                    <a:pt x="145" y="382"/>
                    <a:pt x="171" y="382"/>
                  </a:cubicBezTo>
                  <a:cubicBezTo>
                    <a:pt x="200" y="382"/>
                    <a:pt x="225" y="376"/>
                    <a:pt x="247" y="367"/>
                  </a:cubicBezTo>
                  <a:cubicBezTo>
                    <a:pt x="267" y="357"/>
                    <a:pt x="287" y="343"/>
                    <a:pt x="302" y="325"/>
                  </a:cubicBezTo>
                  <a:close/>
                  <a:moveTo>
                    <a:pt x="171" y="350"/>
                  </a:moveTo>
                  <a:lnTo>
                    <a:pt x="171" y="350"/>
                  </a:lnTo>
                  <a:cubicBezTo>
                    <a:pt x="148" y="350"/>
                    <a:pt x="127" y="346"/>
                    <a:pt x="111" y="338"/>
                  </a:cubicBezTo>
                  <a:cubicBezTo>
                    <a:pt x="93" y="328"/>
                    <a:pt x="79" y="317"/>
                    <a:pt x="68" y="302"/>
                  </a:cubicBezTo>
                  <a:cubicBezTo>
                    <a:pt x="57" y="288"/>
                    <a:pt x="49" y="271"/>
                    <a:pt x="44" y="251"/>
                  </a:cubicBezTo>
                  <a:cubicBezTo>
                    <a:pt x="37" y="232"/>
                    <a:pt x="34" y="213"/>
                    <a:pt x="35" y="192"/>
                  </a:cubicBezTo>
                  <a:cubicBezTo>
                    <a:pt x="35" y="170"/>
                    <a:pt x="38" y="148"/>
                    <a:pt x="44" y="129"/>
                  </a:cubicBezTo>
                  <a:cubicBezTo>
                    <a:pt x="51" y="110"/>
                    <a:pt x="59" y="93"/>
                    <a:pt x="71" y="78"/>
                  </a:cubicBezTo>
                  <a:cubicBezTo>
                    <a:pt x="84" y="65"/>
                    <a:pt x="97" y="52"/>
                    <a:pt x="115" y="44"/>
                  </a:cubicBezTo>
                  <a:cubicBezTo>
                    <a:pt x="132" y="36"/>
                    <a:pt x="152" y="32"/>
                    <a:pt x="174" y="32"/>
                  </a:cubicBezTo>
                  <a:cubicBezTo>
                    <a:pt x="199" y="32"/>
                    <a:pt x="219" y="36"/>
                    <a:pt x="236" y="44"/>
                  </a:cubicBezTo>
                  <a:cubicBezTo>
                    <a:pt x="254" y="52"/>
                    <a:pt x="267" y="65"/>
                    <a:pt x="278" y="78"/>
                  </a:cubicBezTo>
                  <a:cubicBezTo>
                    <a:pt x="289" y="93"/>
                    <a:pt x="298" y="110"/>
                    <a:pt x="303" y="129"/>
                  </a:cubicBezTo>
                  <a:cubicBezTo>
                    <a:pt x="309" y="148"/>
                    <a:pt x="310" y="169"/>
                    <a:pt x="310" y="191"/>
                  </a:cubicBezTo>
                  <a:cubicBezTo>
                    <a:pt x="310" y="214"/>
                    <a:pt x="307" y="235"/>
                    <a:pt x="302" y="255"/>
                  </a:cubicBezTo>
                  <a:cubicBezTo>
                    <a:pt x="296" y="275"/>
                    <a:pt x="287" y="291"/>
                    <a:pt x="276" y="306"/>
                  </a:cubicBezTo>
                  <a:cubicBezTo>
                    <a:pt x="263" y="320"/>
                    <a:pt x="250" y="331"/>
                    <a:pt x="232" y="339"/>
                  </a:cubicBezTo>
                  <a:cubicBezTo>
                    <a:pt x="214" y="347"/>
                    <a:pt x="195" y="350"/>
                    <a:pt x="171" y="3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5" name="Freeform 244">
              <a:extLst>
                <a:ext uri="{FF2B5EF4-FFF2-40B4-BE49-F238E27FC236}">
                  <a16:creationId xmlns:a16="http://schemas.microsoft.com/office/drawing/2014/main" id="{C9032245-C844-9496-F1A7-48177DD1243B}"/>
                </a:ext>
              </a:extLst>
            </p:cNvPr>
            <p:cNvSpPr>
              <a:spLocks noChangeArrowheads="1"/>
            </p:cNvSpPr>
            <p:nvPr/>
          </p:nvSpPr>
          <p:spPr bwMode="auto">
            <a:xfrm>
              <a:off x="2152650" y="4102100"/>
              <a:ext cx="104775" cy="133350"/>
            </a:xfrm>
            <a:custGeom>
              <a:avLst/>
              <a:gdLst>
                <a:gd name="T0" fmla="*/ 248 w 289"/>
                <a:gd name="T1" fmla="*/ 305 h 369"/>
                <a:gd name="T2" fmla="*/ 248 w 289"/>
                <a:gd name="T3" fmla="*/ 305 h 369"/>
                <a:gd name="T4" fmla="*/ 240 w 289"/>
                <a:gd name="T5" fmla="*/ 292 h 369"/>
                <a:gd name="T6" fmla="*/ 38 w 289"/>
                <a:gd name="T7" fmla="*/ 0 h 369"/>
                <a:gd name="T8" fmla="*/ 0 w 289"/>
                <a:gd name="T9" fmla="*/ 0 h 369"/>
                <a:gd name="T10" fmla="*/ 0 w 289"/>
                <a:gd name="T11" fmla="*/ 368 h 369"/>
                <a:gd name="T12" fmla="*/ 34 w 289"/>
                <a:gd name="T13" fmla="*/ 368 h 369"/>
                <a:gd name="T14" fmla="*/ 34 w 289"/>
                <a:gd name="T15" fmla="*/ 82 h 369"/>
                <a:gd name="T16" fmla="*/ 34 w 289"/>
                <a:gd name="T17" fmla="*/ 62 h 369"/>
                <a:gd name="T18" fmla="*/ 33 w 289"/>
                <a:gd name="T19" fmla="*/ 49 h 369"/>
                <a:gd name="T20" fmla="*/ 34 w 289"/>
                <a:gd name="T21" fmla="*/ 49 h 369"/>
                <a:gd name="T22" fmla="*/ 41 w 289"/>
                <a:gd name="T23" fmla="*/ 60 h 369"/>
                <a:gd name="T24" fmla="*/ 48 w 289"/>
                <a:gd name="T25" fmla="*/ 73 h 369"/>
                <a:gd name="T26" fmla="*/ 252 w 289"/>
                <a:gd name="T27" fmla="*/ 368 h 369"/>
                <a:gd name="T28" fmla="*/ 288 w 289"/>
                <a:gd name="T29" fmla="*/ 368 h 369"/>
                <a:gd name="T30" fmla="*/ 288 w 289"/>
                <a:gd name="T31" fmla="*/ 0 h 369"/>
                <a:gd name="T32" fmla="*/ 254 w 289"/>
                <a:gd name="T33" fmla="*/ 0 h 369"/>
                <a:gd name="T34" fmla="*/ 254 w 289"/>
                <a:gd name="T35" fmla="*/ 273 h 369"/>
                <a:gd name="T36" fmla="*/ 255 w 289"/>
                <a:gd name="T37" fmla="*/ 296 h 369"/>
                <a:gd name="T38" fmla="*/ 257 w 289"/>
                <a:gd name="T39" fmla="*/ 316 h 369"/>
                <a:gd name="T40" fmla="*/ 255 w 289"/>
                <a:gd name="T41" fmla="*/ 316 h 369"/>
                <a:gd name="T42" fmla="*/ 248 w 289"/>
                <a:gd name="T43" fmla="*/ 30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48" y="305"/>
                  </a:moveTo>
                  <a:lnTo>
                    <a:pt x="248" y="305"/>
                  </a:lnTo>
                  <a:cubicBezTo>
                    <a:pt x="246"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5" y="52"/>
                    <a:pt x="38" y="56"/>
                    <a:pt x="41"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7" y="316"/>
                  </a:cubicBezTo>
                  <a:cubicBezTo>
                    <a:pt x="255" y="316"/>
                    <a:pt x="255" y="316"/>
                    <a:pt x="255" y="316"/>
                  </a:cubicBezTo>
                  <a:cubicBezTo>
                    <a:pt x="252" y="313"/>
                    <a:pt x="251" y="309"/>
                    <a:pt x="248" y="3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6" name="Freeform 245">
              <a:extLst>
                <a:ext uri="{FF2B5EF4-FFF2-40B4-BE49-F238E27FC236}">
                  <a16:creationId xmlns:a16="http://schemas.microsoft.com/office/drawing/2014/main" id="{95D5D363-8488-5C11-3985-3F25F2D0DA67}"/>
                </a:ext>
              </a:extLst>
            </p:cNvPr>
            <p:cNvSpPr>
              <a:spLocks noChangeArrowheads="1"/>
            </p:cNvSpPr>
            <p:nvPr/>
          </p:nvSpPr>
          <p:spPr bwMode="auto">
            <a:xfrm>
              <a:off x="2286000" y="4098925"/>
              <a:ext cx="76200" cy="138113"/>
            </a:xfrm>
            <a:custGeom>
              <a:avLst/>
              <a:gdLst>
                <a:gd name="T0" fmla="*/ 186 w 210"/>
                <a:gd name="T1" fmla="*/ 225 h 383"/>
                <a:gd name="T2" fmla="*/ 186 w 210"/>
                <a:gd name="T3" fmla="*/ 225 h 383"/>
                <a:gd name="T4" fmla="*/ 157 w 210"/>
                <a:gd name="T5" fmla="*/ 201 h 383"/>
                <a:gd name="T6" fmla="*/ 117 w 210"/>
                <a:gd name="T7" fmla="*/ 177 h 383"/>
                <a:gd name="T8" fmla="*/ 80 w 210"/>
                <a:gd name="T9" fmla="*/ 155 h 383"/>
                <a:gd name="T10" fmla="*/ 55 w 210"/>
                <a:gd name="T11" fmla="*/ 137 h 383"/>
                <a:gd name="T12" fmla="*/ 42 w 210"/>
                <a:gd name="T13" fmla="*/ 118 h 383"/>
                <a:gd name="T14" fmla="*/ 37 w 210"/>
                <a:gd name="T15" fmla="*/ 93 h 383"/>
                <a:gd name="T16" fmla="*/ 43 w 210"/>
                <a:gd name="T17" fmla="*/ 66 h 383"/>
                <a:gd name="T18" fmla="*/ 61 w 210"/>
                <a:gd name="T19" fmla="*/ 47 h 383"/>
                <a:gd name="T20" fmla="*/ 86 w 210"/>
                <a:gd name="T21" fmla="*/ 36 h 383"/>
                <a:gd name="T22" fmla="*/ 117 w 210"/>
                <a:gd name="T23" fmla="*/ 32 h 383"/>
                <a:gd name="T24" fmla="*/ 194 w 210"/>
                <a:gd name="T25" fmla="*/ 50 h 383"/>
                <a:gd name="T26" fmla="*/ 194 w 210"/>
                <a:gd name="T27" fmla="*/ 12 h 383"/>
                <a:gd name="T28" fmla="*/ 121 w 210"/>
                <a:gd name="T29" fmla="*/ 0 h 383"/>
                <a:gd name="T30" fmla="*/ 75 w 210"/>
                <a:gd name="T31" fmla="*/ 7 h 383"/>
                <a:gd name="T32" fmla="*/ 36 w 210"/>
                <a:gd name="T33" fmla="*/ 26 h 383"/>
                <a:gd name="T34" fmla="*/ 10 w 210"/>
                <a:gd name="T35" fmla="*/ 56 h 383"/>
                <a:gd name="T36" fmla="*/ 0 w 210"/>
                <a:gd name="T37" fmla="*/ 96 h 383"/>
                <a:gd name="T38" fmla="*/ 6 w 210"/>
                <a:gd name="T39" fmla="*/ 128 h 383"/>
                <a:gd name="T40" fmla="*/ 22 w 210"/>
                <a:gd name="T41" fmla="*/ 154 h 383"/>
                <a:gd name="T42" fmla="*/ 50 w 210"/>
                <a:gd name="T43" fmla="*/ 177 h 383"/>
                <a:gd name="T44" fmla="*/ 90 w 210"/>
                <a:gd name="T45" fmla="*/ 202 h 383"/>
                <a:gd name="T46" fmla="*/ 127 w 210"/>
                <a:gd name="T47" fmla="*/ 222 h 383"/>
                <a:gd name="T48" fmla="*/ 153 w 210"/>
                <a:gd name="T49" fmla="*/ 242 h 383"/>
                <a:gd name="T50" fmla="*/ 168 w 210"/>
                <a:gd name="T51" fmla="*/ 262 h 383"/>
                <a:gd name="T52" fmla="*/ 173 w 210"/>
                <a:gd name="T53" fmla="*/ 288 h 383"/>
                <a:gd name="T54" fmla="*/ 153 w 210"/>
                <a:gd name="T55" fmla="*/ 335 h 383"/>
                <a:gd name="T56" fmla="*/ 90 w 210"/>
                <a:gd name="T57" fmla="*/ 350 h 383"/>
                <a:gd name="T58" fmla="*/ 66 w 210"/>
                <a:gd name="T59" fmla="*/ 349 h 383"/>
                <a:gd name="T60" fmla="*/ 43 w 210"/>
                <a:gd name="T61" fmla="*/ 343 h 383"/>
                <a:gd name="T62" fmla="*/ 20 w 210"/>
                <a:gd name="T63" fmla="*/ 334 h 383"/>
                <a:gd name="T64" fmla="*/ 0 w 210"/>
                <a:gd name="T65" fmla="*/ 321 h 383"/>
                <a:gd name="T66" fmla="*/ 0 w 210"/>
                <a:gd name="T67" fmla="*/ 361 h 383"/>
                <a:gd name="T68" fmla="*/ 18 w 210"/>
                <a:gd name="T69" fmla="*/ 369 h 383"/>
                <a:gd name="T70" fmla="*/ 42 w 210"/>
                <a:gd name="T71" fmla="*/ 376 h 383"/>
                <a:gd name="T72" fmla="*/ 66 w 210"/>
                <a:gd name="T73" fmla="*/ 380 h 383"/>
                <a:gd name="T74" fmla="*/ 87 w 210"/>
                <a:gd name="T75" fmla="*/ 382 h 383"/>
                <a:gd name="T76" fmla="*/ 136 w 210"/>
                <a:gd name="T77" fmla="*/ 375 h 383"/>
                <a:gd name="T78" fmla="*/ 175 w 210"/>
                <a:gd name="T79" fmla="*/ 357 h 383"/>
                <a:gd name="T80" fmla="*/ 199 w 210"/>
                <a:gd name="T81" fmla="*/ 327 h 383"/>
                <a:gd name="T82" fmla="*/ 209 w 210"/>
                <a:gd name="T83" fmla="*/ 284 h 383"/>
                <a:gd name="T84" fmla="*/ 204 w 210"/>
                <a:gd name="T85" fmla="*/ 253 h 383"/>
                <a:gd name="T86" fmla="*/ 186 w 210"/>
                <a:gd name="T87" fmla="*/ 22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186" y="225"/>
                  </a:moveTo>
                  <a:lnTo>
                    <a:pt x="186" y="225"/>
                  </a:lnTo>
                  <a:cubicBezTo>
                    <a:pt x="179" y="217"/>
                    <a:pt x="169" y="209"/>
                    <a:pt x="157" y="201"/>
                  </a:cubicBezTo>
                  <a:cubicBezTo>
                    <a:pt x="146" y="194"/>
                    <a:pt x="132" y="185"/>
                    <a:pt x="117" y="177"/>
                  </a:cubicBezTo>
                  <a:cubicBezTo>
                    <a:pt x="102" y="169"/>
                    <a:pt x="90" y="162"/>
                    <a:pt x="80" y="155"/>
                  </a:cubicBezTo>
                  <a:cubicBezTo>
                    <a:pt x="69" y="150"/>
                    <a:pt x="61" y="143"/>
                    <a:pt x="55" y="137"/>
                  </a:cubicBezTo>
                  <a:cubicBezTo>
                    <a:pt x="48" y="130"/>
                    <a:pt x="44" y="125"/>
                    <a:pt x="42" y="118"/>
                  </a:cubicBezTo>
                  <a:cubicBezTo>
                    <a:pt x="39" y="111"/>
                    <a:pt x="37" y="103"/>
                    <a:pt x="37" y="93"/>
                  </a:cubicBezTo>
                  <a:cubicBezTo>
                    <a:pt x="37" y="82"/>
                    <a:pt x="39" y="74"/>
                    <a:pt x="43" y="66"/>
                  </a:cubicBezTo>
                  <a:cubicBezTo>
                    <a:pt x="47" y="59"/>
                    <a:pt x="53" y="52"/>
                    <a:pt x="61" y="47"/>
                  </a:cubicBezTo>
                  <a:cubicBezTo>
                    <a:pt x="68" y="41"/>
                    <a:pt x="76" y="39"/>
                    <a:pt x="86" y="36"/>
                  </a:cubicBezTo>
                  <a:cubicBezTo>
                    <a:pt x="95" y="33"/>
                    <a:pt x="106" y="32"/>
                    <a:pt x="117" y="32"/>
                  </a:cubicBezTo>
                  <a:cubicBezTo>
                    <a:pt x="146" y="32"/>
                    <a:pt x="172" y="37"/>
                    <a:pt x="194" y="50"/>
                  </a:cubicBezTo>
                  <a:cubicBezTo>
                    <a:pt x="194" y="12"/>
                    <a:pt x="194" y="12"/>
                    <a:pt x="194" y="12"/>
                  </a:cubicBezTo>
                  <a:cubicBezTo>
                    <a:pt x="173" y="4"/>
                    <a:pt x="150" y="0"/>
                    <a:pt x="121" y="0"/>
                  </a:cubicBezTo>
                  <a:cubicBezTo>
                    <a:pt x="105" y="0"/>
                    <a:pt x="88" y="3"/>
                    <a:pt x="75" y="7"/>
                  </a:cubicBezTo>
                  <a:cubicBezTo>
                    <a:pt x="59" y="11"/>
                    <a:pt x="47" y="18"/>
                    <a:pt x="36" y="26"/>
                  </a:cubicBezTo>
                  <a:cubicBezTo>
                    <a:pt x="25" y="34"/>
                    <a:pt x="17" y="44"/>
                    <a:pt x="10" y="56"/>
                  </a:cubicBezTo>
                  <a:cubicBezTo>
                    <a:pt x="5" y="69"/>
                    <a:pt x="0" y="81"/>
                    <a:pt x="0" y="96"/>
                  </a:cubicBezTo>
                  <a:cubicBezTo>
                    <a:pt x="0" y="109"/>
                    <a:pt x="3" y="118"/>
                    <a:pt x="6" y="128"/>
                  </a:cubicBezTo>
                  <a:cubicBezTo>
                    <a:pt x="10" y="137"/>
                    <a:pt x="14" y="146"/>
                    <a:pt x="22" y="154"/>
                  </a:cubicBezTo>
                  <a:cubicBezTo>
                    <a:pt x="29" y="162"/>
                    <a:pt x="37" y="170"/>
                    <a:pt x="50" y="177"/>
                  </a:cubicBezTo>
                  <a:cubicBezTo>
                    <a:pt x="61" y="185"/>
                    <a:pt x="75" y="194"/>
                    <a:pt x="90" y="202"/>
                  </a:cubicBezTo>
                  <a:cubicBezTo>
                    <a:pt x="105" y="210"/>
                    <a:pt x="117" y="217"/>
                    <a:pt x="127" y="222"/>
                  </a:cubicBezTo>
                  <a:cubicBezTo>
                    <a:pt x="138" y="229"/>
                    <a:pt x="146" y="235"/>
                    <a:pt x="153" y="242"/>
                  </a:cubicBezTo>
                  <a:cubicBezTo>
                    <a:pt x="160" y="249"/>
                    <a:pt x="165" y="255"/>
                    <a:pt x="168" y="262"/>
                  </a:cubicBezTo>
                  <a:cubicBezTo>
                    <a:pt x="172" y="269"/>
                    <a:pt x="173" y="279"/>
                    <a:pt x="173" y="288"/>
                  </a:cubicBezTo>
                  <a:cubicBezTo>
                    <a:pt x="173" y="308"/>
                    <a:pt x="167" y="324"/>
                    <a:pt x="153" y="335"/>
                  </a:cubicBezTo>
                  <a:cubicBezTo>
                    <a:pt x="138" y="345"/>
                    <a:pt x="117" y="350"/>
                    <a:pt x="90" y="350"/>
                  </a:cubicBezTo>
                  <a:cubicBezTo>
                    <a:pt x="83" y="350"/>
                    <a:pt x="75" y="350"/>
                    <a:pt x="66" y="349"/>
                  </a:cubicBezTo>
                  <a:cubicBezTo>
                    <a:pt x="59" y="347"/>
                    <a:pt x="51" y="346"/>
                    <a:pt x="43" y="343"/>
                  </a:cubicBezTo>
                  <a:cubicBezTo>
                    <a:pt x="35" y="341"/>
                    <a:pt x="28" y="338"/>
                    <a:pt x="20" y="334"/>
                  </a:cubicBezTo>
                  <a:cubicBezTo>
                    <a:pt x="13" y="330"/>
                    <a:pt x="6" y="325"/>
                    <a:pt x="0" y="321"/>
                  </a:cubicBezTo>
                  <a:cubicBezTo>
                    <a:pt x="0" y="361"/>
                    <a:pt x="0" y="361"/>
                    <a:pt x="0" y="361"/>
                  </a:cubicBezTo>
                  <a:cubicBezTo>
                    <a:pt x="5" y="364"/>
                    <a:pt x="10" y="367"/>
                    <a:pt x="18" y="369"/>
                  </a:cubicBezTo>
                  <a:cubicBezTo>
                    <a:pt x="25" y="372"/>
                    <a:pt x="33" y="375"/>
                    <a:pt x="42" y="376"/>
                  </a:cubicBezTo>
                  <a:cubicBezTo>
                    <a:pt x="50" y="378"/>
                    <a:pt x="58" y="379"/>
                    <a:pt x="66" y="380"/>
                  </a:cubicBezTo>
                  <a:cubicBezTo>
                    <a:pt x="75" y="382"/>
                    <a:pt x="81" y="382"/>
                    <a:pt x="87" y="382"/>
                  </a:cubicBezTo>
                  <a:cubicBezTo>
                    <a:pt x="105" y="382"/>
                    <a:pt x="121" y="379"/>
                    <a:pt x="136" y="375"/>
                  </a:cubicBezTo>
                  <a:cubicBezTo>
                    <a:pt x="151" y="371"/>
                    <a:pt x="164" y="365"/>
                    <a:pt x="175" y="357"/>
                  </a:cubicBezTo>
                  <a:cubicBezTo>
                    <a:pt x="186" y="349"/>
                    <a:pt x="194" y="339"/>
                    <a:pt x="199" y="327"/>
                  </a:cubicBezTo>
                  <a:cubicBezTo>
                    <a:pt x="206" y="314"/>
                    <a:pt x="209" y="301"/>
                    <a:pt x="209" y="284"/>
                  </a:cubicBezTo>
                  <a:cubicBezTo>
                    <a:pt x="209" y="272"/>
                    <a:pt x="206" y="262"/>
                    <a:pt x="204" y="253"/>
                  </a:cubicBezTo>
                  <a:cubicBezTo>
                    <a:pt x="199" y="243"/>
                    <a:pt x="194" y="233"/>
                    <a:pt x="186"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7" name="Group 300">
            <a:extLst>
              <a:ext uri="{FF2B5EF4-FFF2-40B4-BE49-F238E27FC236}">
                <a16:creationId xmlns:a16="http://schemas.microsoft.com/office/drawing/2014/main" id="{72E8B55F-CC45-53C5-3A53-CD8E252E4A3D}"/>
              </a:ext>
            </a:extLst>
          </p:cNvPr>
          <p:cNvGrpSpPr/>
          <p:nvPr/>
        </p:nvGrpSpPr>
        <p:grpSpPr>
          <a:xfrm>
            <a:off x="9059986" y="3754860"/>
            <a:ext cx="1687513" cy="138113"/>
            <a:chOff x="7918450" y="4098925"/>
            <a:chExt cx="1687513" cy="138113"/>
          </a:xfrm>
          <a:solidFill>
            <a:schemeClr val="tx2"/>
          </a:solidFill>
        </p:grpSpPr>
        <p:sp>
          <p:nvSpPr>
            <p:cNvPr id="298" name="Freeform 246">
              <a:extLst>
                <a:ext uri="{FF2B5EF4-FFF2-40B4-BE49-F238E27FC236}">
                  <a16:creationId xmlns:a16="http://schemas.microsoft.com/office/drawing/2014/main" id="{DA5C178E-AF2C-6027-2419-BA9D99424220}"/>
                </a:ext>
              </a:extLst>
            </p:cNvPr>
            <p:cNvSpPr>
              <a:spLocks noChangeArrowheads="1"/>
            </p:cNvSpPr>
            <p:nvPr/>
          </p:nvSpPr>
          <p:spPr bwMode="auto">
            <a:xfrm>
              <a:off x="7918450" y="4102100"/>
              <a:ext cx="104775" cy="133350"/>
            </a:xfrm>
            <a:custGeom>
              <a:avLst/>
              <a:gdLst>
                <a:gd name="T0" fmla="*/ 174 w 290"/>
                <a:gd name="T1" fmla="*/ 356 h 369"/>
                <a:gd name="T2" fmla="*/ 174 w 290"/>
                <a:gd name="T3" fmla="*/ 356 h 369"/>
                <a:gd name="T4" fmla="*/ 236 w 290"/>
                <a:gd name="T5" fmla="*/ 317 h 369"/>
                <a:gd name="T6" fmla="*/ 276 w 290"/>
                <a:gd name="T7" fmla="*/ 257 h 369"/>
                <a:gd name="T8" fmla="*/ 289 w 290"/>
                <a:gd name="T9" fmla="*/ 178 h 369"/>
                <a:gd name="T10" fmla="*/ 240 w 290"/>
                <a:gd name="T11" fmla="*/ 45 h 369"/>
                <a:gd name="T12" fmla="*/ 97 w 290"/>
                <a:gd name="T13" fmla="*/ 0 h 369"/>
                <a:gd name="T14" fmla="*/ 0 w 290"/>
                <a:gd name="T15" fmla="*/ 0 h 369"/>
                <a:gd name="T16" fmla="*/ 0 w 290"/>
                <a:gd name="T17" fmla="*/ 368 h 369"/>
                <a:gd name="T18" fmla="*/ 93 w 290"/>
                <a:gd name="T19" fmla="*/ 368 h 369"/>
                <a:gd name="T20" fmla="*/ 174 w 290"/>
                <a:gd name="T21" fmla="*/ 356 h 369"/>
                <a:gd name="T22" fmla="*/ 34 w 290"/>
                <a:gd name="T23" fmla="*/ 338 h 369"/>
                <a:gd name="T24" fmla="*/ 34 w 290"/>
                <a:gd name="T25" fmla="*/ 338 h 369"/>
                <a:gd name="T26" fmla="*/ 34 w 290"/>
                <a:gd name="T27" fmla="*/ 30 h 369"/>
                <a:gd name="T28" fmla="*/ 94 w 290"/>
                <a:gd name="T29" fmla="*/ 30 h 369"/>
                <a:gd name="T30" fmla="*/ 252 w 290"/>
                <a:gd name="T31" fmla="*/ 180 h 369"/>
                <a:gd name="T32" fmla="*/ 241 w 290"/>
                <a:gd name="T33" fmla="*/ 247 h 369"/>
                <a:gd name="T34" fmla="*/ 210 w 290"/>
                <a:gd name="T35" fmla="*/ 296 h 369"/>
                <a:gd name="T36" fmla="*/ 159 w 290"/>
                <a:gd name="T37" fmla="*/ 327 h 369"/>
                <a:gd name="T38" fmla="*/ 92 w 290"/>
                <a:gd name="T39" fmla="*/ 338 h 369"/>
                <a:gd name="T40" fmla="*/ 34 w 290"/>
                <a:gd name="T41" fmla="*/ 33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0" h="369">
                  <a:moveTo>
                    <a:pt x="174" y="356"/>
                  </a:moveTo>
                  <a:lnTo>
                    <a:pt x="174" y="356"/>
                  </a:lnTo>
                  <a:cubicBezTo>
                    <a:pt x="199" y="346"/>
                    <a:pt x="219" y="334"/>
                    <a:pt x="236" y="317"/>
                  </a:cubicBezTo>
                  <a:cubicBezTo>
                    <a:pt x="254" y="301"/>
                    <a:pt x="266" y="280"/>
                    <a:pt x="276" y="257"/>
                  </a:cubicBezTo>
                  <a:cubicBezTo>
                    <a:pt x="284" y="233"/>
                    <a:pt x="289" y="207"/>
                    <a:pt x="289" y="178"/>
                  </a:cubicBezTo>
                  <a:cubicBezTo>
                    <a:pt x="289" y="119"/>
                    <a:pt x="273" y="75"/>
                    <a:pt x="240" y="45"/>
                  </a:cubicBezTo>
                  <a:cubicBezTo>
                    <a:pt x="208" y="15"/>
                    <a:pt x="160" y="0"/>
                    <a:pt x="97" y="0"/>
                  </a:cubicBezTo>
                  <a:cubicBezTo>
                    <a:pt x="0" y="0"/>
                    <a:pt x="0" y="0"/>
                    <a:pt x="0" y="0"/>
                  </a:cubicBezTo>
                  <a:cubicBezTo>
                    <a:pt x="0" y="368"/>
                    <a:pt x="0" y="368"/>
                    <a:pt x="0" y="368"/>
                  </a:cubicBezTo>
                  <a:cubicBezTo>
                    <a:pt x="93" y="368"/>
                    <a:pt x="93" y="368"/>
                    <a:pt x="93" y="368"/>
                  </a:cubicBezTo>
                  <a:cubicBezTo>
                    <a:pt x="123" y="368"/>
                    <a:pt x="151" y="364"/>
                    <a:pt x="174" y="356"/>
                  </a:cubicBezTo>
                  <a:close/>
                  <a:moveTo>
                    <a:pt x="34" y="338"/>
                  </a:moveTo>
                  <a:lnTo>
                    <a:pt x="34" y="338"/>
                  </a:lnTo>
                  <a:cubicBezTo>
                    <a:pt x="34" y="30"/>
                    <a:pt x="34" y="30"/>
                    <a:pt x="34" y="30"/>
                  </a:cubicBezTo>
                  <a:cubicBezTo>
                    <a:pt x="94" y="30"/>
                    <a:pt x="94" y="30"/>
                    <a:pt x="94" y="30"/>
                  </a:cubicBezTo>
                  <a:cubicBezTo>
                    <a:pt x="200" y="30"/>
                    <a:pt x="252" y="81"/>
                    <a:pt x="252" y="180"/>
                  </a:cubicBezTo>
                  <a:cubicBezTo>
                    <a:pt x="252" y="206"/>
                    <a:pt x="249" y="228"/>
                    <a:pt x="241" y="247"/>
                  </a:cubicBezTo>
                  <a:cubicBezTo>
                    <a:pt x="234" y="268"/>
                    <a:pt x="223" y="284"/>
                    <a:pt x="210" y="296"/>
                  </a:cubicBezTo>
                  <a:cubicBezTo>
                    <a:pt x="196" y="310"/>
                    <a:pt x="179" y="320"/>
                    <a:pt x="159" y="327"/>
                  </a:cubicBezTo>
                  <a:cubicBezTo>
                    <a:pt x="140" y="334"/>
                    <a:pt x="116" y="338"/>
                    <a:pt x="92"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9" name="Freeform 247">
              <a:extLst>
                <a:ext uri="{FF2B5EF4-FFF2-40B4-BE49-F238E27FC236}">
                  <a16:creationId xmlns:a16="http://schemas.microsoft.com/office/drawing/2014/main" id="{22CC414E-EF4D-478A-4AD4-5A1881F872F5}"/>
                </a:ext>
              </a:extLst>
            </p:cNvPr>
            <p:cNvSpPr>
              <a:spLocks noChangeArrowheads="1"/>
            </p:cNvSpPr>
            <p:nvPr/>
          </p:nvSpPr>
          <p:spPr bwMode="auto">
            <a:xfrm>
              <a:off x="8048625" y="4102100"/>
              <a:ext cx="68263" cy="133350"/>
            </a:xfrm>
            <a:custGeom>
              <a:avLst/>
              <a:gdLst>
                <a:gd name="T0" fmla="*/ 34 w 189"/>
                <a:gd name="T1" fmla="*/ 198 h 369"/>
                <a:gd name="T2" fmla="*/ 170 w 189"/>
                <a:gd name="T3" fmla="*/ 198 h 369"/>
                <a:gd name="T4" fmla="*/ 170 w 189"/>
                <a:gd name="T5" fmla="*/ 166 h 369"/>
                <a:gd name="T6" fmla="*/ 34 w 189"/>
                <a:gd name="T7" fmla="*/ 166 h 369"/>
                <a:gd name="T8" fmla="*/ 34 w 189"/>
                <a:gd name="T9" fmla="*/ 30 h 369"/>
                <a:gd name="T10" fmla="*/ 180 w 189"/>
                <a:gd name="T11" fmla="*/ 30 h 369"/>
                <a:gd name="T12" fmla="*/ 180 w 189"/>
                <a:gd name="T13" fmla="*/ 0 h 369"/>
                <a:gd name="T14" fmla="*/ 0 w 189"/>
                <a:gd name="T15" fmla="*/ 0 h 369"/>
                <a:gd name="T16" fmla="*/ 0 w 189"/>
                <a:gd name="T17" fmla="*/ 368 h 369"/>
                <a:gd name="T18" fmla="*/ 188 w 189"/>
                <a:gd name="T19" fmla="*/ 368 h 369"/>
                <a:gd name="T20" fmla="*/ 188 w 189"/>
                <a:gd name="T21" fmla="*/ 338 h 369"/>
                <a:gd name="T22" fmla="*/ 34 w 189"/>
                <a:gd name="T23" fmla="*/ 338 h 369"/>
                <a:gd name="T24" fmla="*/ 34 w 189"/>
                <a:gd name="T25" fmla="*/ 19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8"/>
                  </a:moveTo>
                  <a:lnTo>
                    <a:pt x="170" y="198"/>
                  </a:lnTo>
                  <a:lnTo>
                    <a:pt x="170" y="166"/>
                  </a:lnTo>
                  <a:lnTo>
                    <a:pt x="34" y="166"/>
                  </a:lnTo>
                  <a:lnTo>
                    <a:pt x="34" y="30"/>
                  </a:lnTo>
                  <a:lnTo>
                    <a:pt x="180" y="30"/>
                  </a:lnTo>
                  <a:lnTo>
                    <a:pt x="180" y="0"/>
                  </a:lnTo>
                  <a:lnTo>
                    <a:pt x="0" y="0"/>
                  </a:lnTo>
                  <a:lnTo>
                    <a:pt x="0" y="368"/>
                  </a:lnTo>
                  <a:lnTo>
                    <a:pt x="188" y="368"/>
                  </a:lnTo>
                  <a:lnTo>
                    <a:pt x="188" y="338"/>
                  </a:lnTo>
                  <a:lnTo>
                    <a:pt x="34" y="338"/>
                  </a:lnTo>
                  <a:lnTo>
                    <a:pt x="34" y="19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0" name="Freeform 248">
              <a:extLst>
                <a:ext uri="{FF2B5EF4-FFF2-40B4-BE49-F238E27FC236}">
                  <a16:creationId xmlns:a16="http://schemas.microsoft.com/office/drawing/2014/main" id="{BABBB098-0424-6AB2-F6C6-D6E9CD688970}"/>
                </a:ext>
              </a:extLst>
            </p:cNvPr>
            <p:cNvSpPr>
              <a:spLocks noChangeArrowheads="1"/>
            </p:cNvSpPr>
            <p:nvPr/>
          </p:nvSpPr>
          <p:spPr bwMode="auto">
            <a:xfrm>
              <a:off x="8129588" y="4102100"/>
              <a:ext cx="111125" cy="133350"/>
            </a:xfrm>
            <a:custGeom>
              <a:avLst/>
              <a:gdLst>
                <a:gd name="T0" fmla="*/ 162 w 309"/>
                <a:gd name="T1" fmla="*/ 294 h 369"/>
                <a:gd name="T2" fmla="*/ 162 w 309"/>
                <a:gd name="T3" fmla="*/ 294 h 369"/>
                <a:gd name="T4" fmla="*/ 157 w 309"/>
                <a:gd name="T5" fmla="*/ 313 h 369"/>
                <a:gd name="T6" fmla="*/ 152 w 309"/>
                <a:gd name="T7" fmla="*/ 328 h 369"/>
                <a:gd name="T8" fmla="*/ 151 w 309"/>
                <a:gd name="T9" fmla="*/ 328 h 369"/>
                <a:gd name="T10" fmla="*/ 148 w 309"/>
                <a:gd name="T11" fmla="*/ 312 h 369"/>
                <a:gd name="T12" fmla="*/ 143 w 309"/>
                <a:gd name="T13" fmla="*/ 294 h 369"/>
                <a:gd name="T14" fmla="*/ 39 w 309"/>
                <a:gd name="T15" fmla="*/ 0 h 369"/>
                <a:gd name="T16" fmla="*/ 0 w 309"/>
                <a:gd name="T17" fmla="*/ 0 h 369"/>
                <a:gd name="T18" fmla="*/ 135 w 309"/>
                <a:gd name="T19" fmla="*/ 368 h 369"/>
                <a:gd name="T20" fmla="*/ 168 w 309"/>
                <a:gd name="T21" fmla="*/ 368 h 369"/>
                <a:gd name="T22" fmla="*/ 308 w 309"/>
                <a:gd name="T23" fmla="*/ 0 h 369"/>
                <a:gd name="T24" fmla="*/ 271 w 309"/>
                <a:gd name="T25" fmla="*/ 0 h 369"/>
                <a:gd name="T26" fmla="*/ 162 w 309"/>
                <a:gd name="T27" fmla="*/ 294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9" h="369">
                  <a:moveTo>
                    <a:pt x="162" y="294"/>
                  </a:moveTo>
                  <a:lnTo>
                    <a:pt x="162" y="294"/>
                  </a:lnTo>
                  <a:cubicBezTo>
                    <a:pt x="159" y="301"/>
                    <a:pt x="158" y="306"/>
                    <a:pt x="157" y="313"/>
                  </a:cubicBezTo>
                  <a:cubicBezTo>
                    <a:pt x="155" y="318"/>
                    <a:pt x="154" y="324"/>
                    <a:pt x="152" y="328"/>
                  </a:cubicBezTo>
                  <a:cubicBezTo>
                    <a:pt x="151" y="328"/>
                    <a:pt x="151" y="328"/>
                    <a:pt x="151" y="328"/>
                  </a:cubicBezTo>
                  <a:cubicBezTo>
                    <a:pt x="151" y="323"/>
                    <a:pt x="150" y="317"/>
                    <a:pt x="148" y="312"/>
                  </a:cubicBezTo>
                  <a:cubicBezTo>
                    <a:pt x="147" y="305"/>
                    <a:pt x="146" y="299"/>
                    <a:pt x="143" y="294"/>
                  </a:cubicBezTo>
                  <a:cubicBezTo>
                    <a:pt x="39" y="0"/>
                    <a:pt x="39" y="0"/>
                    <a:pt x="39" y="0"/>
                  </a:cubicBezTo>
                  <a:cubicBezTo>
                    <a:pt x="0" y="0"/>
                    <a:pt x="0" y="0"/>
                    <a:pt x="0" y="0"/>
                  </a:cubicBezTo>
                  <a:cubicBezTo>
                    <a:pt x="135" y="368"/>
                    <a:pt x="135" y="368"/>
                    <a:pt x="135" y="368"/>
                  </a:cubicBezTo>
                  <a:cubicBezTo>
                    <a:pt x="168" y="368"/>
                    <a:pt x="168" y="368"/>
                    <a:pt x="168" y="368"/>
                  </a:cubicBezTo>
                  <a:cubicBezTo>
                    <a:pt x="308" y="0"/>
                    <a:pt x="308" y="0"/>
                    <a:pt x="308" y="0"/>
                  </a:cubicBezTo>
                  <a:cubicBezTo>
                    <a:pt x="271" y="0"/>
                    <a:pt x="271" y="0"/>
                    <a:pt x="271" y="0"/>
                  </a:cubicBezTo>
                  <a:lnTo>
                    <a:pt x="162" y="29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1" name="Freeform 249">
              <a:extLst>
                <a:ext uri="{FF2B5EF4-FFF2-40B4-BE49-F238E27FC236}">
                  <a16:creationId xmlns:a16="http://schemas.microsoft.com/office/drawing/2014/main" id="{BABEE88F-4A30-416A-E551-EB364BF514AA}"/>
                </a:ext>
              </a:extLst>
            </p:cNvPr>
            <p:cNvSpPr>
              <a:spLocks noChangeArrowheads="1"/>
            </p:cNvSpPr>
            <p:nvPr/>
          </p:nvSpPr>
          <p:spPr bwMode="auto">
            <a:xfrm>
              <a:off x="8261350"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50">
              <a:extLst>
                <a:ext uri="{FF2B5EF4-FFF2-40B4-BE49-F238E27FC236}">
                  <a16:creationId xmlns:a16="http://schemas.microsoft.com/office/drawing/2014/main" id="{29FD9D1C-E34E-304D-55B2-9BA95E83FBA4}"/>
                </a:ext>
              </a:extLst>
            </p:cNvPr>
            <p:cNvSpPr>
              <a:spLocks noChangeArrowheads="1"/>
            </p:cNvSpPr>
            <p:nvPr/>
          </p:nvSpPr>
          <p:spPr bwMode="auto">
            <a:xfrm>
              <a:off x="8299450" y="4098925"/>
              <a:ext cx="96838" cy="138113"/>
            </a:xfrm>
            <a:custGeom>
              <a:avLst/>
              <a:gdLst>
                <a:gd name="T0" fmla="*/ 101 w 270"/>
                <a:gd name="T1" fmla="*/ 368 h 383"/>
                <a:gd name="T2" fmla="*/ 101 w 270"/>
                <a:gd name="T3" fmla="*/ 368 h 383"/>
                <a:gd name="T4" fmla="*/ 172 w 270"/>
                <a:gd name="T5" fmla="*/ 382 h 383"/>
                <a:gd name="T6" fmla="*/ 269 w 270"/>
                <a:gd name="T7" fmla="*/ 361 h 383"/>
                <a:gd name="T8" fmla="*/ 269 w 270"/>
                <a:gd name="T9" fmla="*/ 328 h 383"/>
                <a:gd name="T10" fmla="*/ 176 w 270"/>
                <a:gd name="T11" fmla="*/ 350 h 383"/>
                <a:gd name="T12" fmla="*/ 116 w 270"/>
                <a:gd name="T13" fmla="*/ 338 h 383"/>
                <a:gd name="T14" fmla="*/ 72 w 270"/>
                <a:gd name="T15" fmla="*/ 305 h 383"/>
                <a:gd name="T16" fmla="*/ 44 w 270"/>
                <a:gd name="T17" fmla="*/ 255 h 383"/>
                <a:gd name="T18" fmla="*/ 36 w 270"/>
                <a:gd name="T19" fmla="*/ 195 h 383"/>
                <a:gd name="T20" fmla="*/ 46 w 270"/>
                <a:gd name="T21" fmla="*/ 130 h 383"/>
                <a:gd name="T22" fmla="*/ 74 w 270"/>
                <a:gd name="T23" fmla="*/ 78 h 383"/>
                <a:gd name="T24" fmla="*/ 121 w 270"/>
                <a:gd name="T25" fmla="*/ 44 h 383"/>
                <a:gd name="T26" fmla="*/ 186 w 270"/>
                <a:gd name="T27" fmla="*/ 32 h 383"/>
                <a:gd name="T28" fmla="*/ 269 w 270"/>
                <a:gd name="T29" fmla="*/ 51 h 383"/>
                <a:gd name="T30" fmla="*/ 269 w 270"/>
                <a:gd name="T31" fmla="*/ 15 h 383"/>
                <a:gd name="T32" fmla="*/ 186 w 270"/>
                <a:gd name="T33" fmla="*/ 0 h 383"/>
                <a:gd name="T34" fmla="*/ 109 w 270"/>
                <a:gd name="T35" fmla="*/ 15 h 383"/>
                <a:gd name="T36" fmla="*/ 50 w 270"/>
                <a:gd name="T37" fmla="*/ 58 h 383"/>
                <a:gd name="T38" fmla="*/ 13 w 270"/>
                <a:gd name="T39" fmla="*/ 120 h 383"/>
                <a:gd name="T40" fmla="*/ 0 w 270"/>
                <a:gd name="T41" fmla="*/ 198 h 383"/>
                <a:gd name="T42" fmla="*/ 13 w 270"/>
                <a:gd name="T43" fmla="*/ 272 h 383"/>
                <a:gd name="T44" fmla="*/ 47 w 270"/>
                <a:gd name="T45" fmla="*/ 330 h 383"/>
                <a:gd name="T46" fmla="*/ 101 w 270"/>
                <a:gd name="T47" fmla="*/ 368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1" y="368"/>
                  </a:moveTo>
                  <a:lnTo>
                    <a:pt x="101" y="368"/>
                  </a:ln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2"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2" y="6"/>
                    <a:pt x="109" y="15"/>
                  </a:cubicBezTo>
                  <a:cubicBezTo>
                    <a:pt x="85" y="25"/>
                    <a:pt x="66" y="40"/>
                    <a:pt x="50" y="58"/>
                  </a:cubicBezTo>
                  <a:cubicBezTo>
                    <a:pt x="33" y="76"/>
                    <a:pt x="21" y="96"/>
                    <a:pt x="13" y="120"/>
                  </a:cubicBezTo>
                  <a:cubicBezTo>
                    <a:pt x="4" y="144"/>
                    <a:pt x="0" y="170"/>
                    <a:pt x="0" y="198"/>
                  </a:cubicBezTo>
                  <a:cubicBezTo>
                    <a:pt x="0" y="225"/>
                    <a:pt x="4" y="249"/>
                    <a:pt x="13" y="272"/>
                  </a:cubicBezTo>
                  <a:cubicBezTo>
                    <a:pt x="20" y="294"/>
                    <a:pt x="32" y="313"/>
                    <a:pt x="47" y="330"/>
                  </a:cubicBezTo>
                  <a:cubicBezTo>
                    <a:pt x="62" y="346"/>
                    <a:pt x="80" y="358"/>
                    <a:pt x="101"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51">
              <a:extLst>
                <a:ext uri="{FF2B5EF4-FFF2-40B4-BE49-F238E27FC236}">
                  <a16:creationId xmlns:a16="http://schemas.microsoft.com/office/drawing/2014/main" id="{E0A852B1-E0BB-66D9-41B0-CE99BE375CB2}"/>
                </a:ext>
              </a:extLst>
            </p:cNvPr>
            <p:cNvSpPr>
              <a:spLocks noChangeArrowheads="1"/>
            </p:cNvSpPr>
            <p:nvPr/>
          </p:nvSpPr>
          <p:spPr bwMode="auto">
            <a:xfrm>
              <a:off x="8424863" y="4102100"/>
              <a:ext cx="68262"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4" name="Freeform 252">
              <a:extLst>
                <a:ext uri="{FF2B5EF4-FFF2-40B4-BE49-F238E27FC236}">
                  <a16:creationId xmlns:a16="http://schemas.microsoft.com/office/drawing/2014/main" id="{96E4BADB-1BA9-8914-445D-40608E48A12A}"/>
                </a:ext>
              </a:extLst>
            </p:cNvPr>
            <p:cNvSpPr>
              <a:spLocks noChangeArrowheads="1"/>
            </p:cNvSpPr>
            <p:nvPr/>
          </p:nvSpPr>
          <p:spPr bwMode="auto">
            <a:xfrm>
              <a:off x="8515350" y="4098925"/>
              <a:ext cx="76200" cy="138113"/>
            </a:xfrm>
            <a:custGeom>
              <a:avLst/>
              <a:gdLst>
                <a:gd name="T0" fmla="*/ 152 w 211"/>
                <a:gd name="T1" fmla="*/ 335 h 383"/>
                <a:gd name="T2" fmla="*/ 152 w 211"/>
                <a:gd name="T3" fmla="*/ 335 h 383"/>
                <a:gd name="T4" fmla="*/ 90 w 211"/>
                <a:gd name="T5" fmla="*/ 350 h 383"/>
                <a:gd name="T6" fmla="*/ 67 w 211"/>
                <a:gd name="T7" fmla="*/ 349 h 383"/>
                <a:gd name="T8" fmla="*/ 44 w 211"/>
                <a:gd name="T9" fmla="*/ 343 h 383"/>
                <a:gd name="T10" fmla="*/ 20 w 211"/>
                <a:gd name="T11" fmla="*/ 334 h 383"/>
                <a:gd name="T12" fmla="*/ 0 w 211"/>
                <a:gd name="T13" fmla="*/ 321 h 383"/>
                <a:gd name="T14" fmla="*/ 0 w 211"/>
                <a:gd name="T15" fmla="*/ 361 h 383"/>
                <a:gd name="T16" fmla="*/ 19 w 211"/>
                <a:gd name="T17" fmla="*/ 369 h 383"/>
                <a:gd name="T18" fmla="*/ 42 w 211"/>
                <a:gd name="T19" fmla="*/ 376 h 383"/>
                <a:gd name="T20" fmla="*/ 66 w 211"/>
                <a:gd name="T21" fmla="*/ 380 h 383"/>
                <a:gd name="T22" fmla="*/ 88 w 211"/>
                <a:gd name="T23" fmla="*/ 382 h 383"/>
                <a:gd name="T24" fmla="*/ 136 w 211"/>
                <a:gd name="T25" fmla="*/ 375 h 383"/>
                <a:gd name="T26" fmla="*/ 175 w 211"/>
                <a:gd name="T27" fmla="*/ 357 h 383"/>
                <a:gd name="T28" fmla="*/ 200 w 211"/>
                <a:gd name="T29" fmla="*/ 327 h 383"/>
                <a:gd name="T30" fmla="*/ 210 w 211"/>
                <a:gd name="T31" fmla="*/ 284 h 383"/>
                <a:gd name="T32" fmla="*/ 203 w 211"/>
                <a:gd name="T33" fmla="*/ 253 h 383"/>
                <a:gd name="T34" fmla="*/ 186 w 211"/>
                <a:gd name="T35" fmla="*/ 225 h 383"/>
                <a:gd name="T36" fmla="*/ 158 w 211"/>
                <a:gd name="T37" fmla="*/ 201 h 383"/>
                <a:gd name="T38" fmla="*/ 118 w 211"/>
                <a:gd name="T39" fmla="*/ 177 h 383"/>
                <a:gd name="T40" fmla="*/ 79 w 211"/>
                <a:gd name="T41" fmla="*/ 155 h 383"/>
                <a:gd name="T42" fmla="*/ 55 w 211"/>
                <a:gd name="T43" fmla="*/ 137 h 383"/>
                <a:gd name="T44" fmla="*/ 41 w 211"/>
                <a:gd name="T45" fmla="*/ 118 h 383"/>
                <a:gd name="T46" fmla="*/ 37 w 211"/>
                <a:gd name="T47" fmla="*/ 93 h 383"/>
                <a:gd name="T48" fmla="*/ 44 w 211"/>
                <a:gd name="T49" fmla="*/ 66 h 383"/>
                <a:gd name="T50" fmla="*/ 60 w 211"/>
                <a:gd name="T51" fmla="*/ 47 h 383"/>
                <a:gd name="T52" fmla="*/ 86 w 211"/>
                <a:gd name="T53" fmla="*/ 36 h 383"/>
                <a:gd name="T54" fmla="*/ 118 w 211"/>
                <a:gd name="T55" fmla="*/ 32 h 383"/>
                <a:gd name="T56" fmla="*/ 193 w 211"/>
                <a:gd name="T57" fmla="*/ 50 h 383"/>
                <a:gd name="T58" fmla="*/ 193 w 211"/>
                <a:gd name="T59" fmla="*/ 12 h 383"/>
                <a:gd name="T60" fmla="*/ 121 w 211"/>
                <a:gd name="T61" fmla="*/ 0 h 383"/>
                <a:gd name="T62" fmla="*/ 75 w 211"/>
                <a:gd name="T63" fmla="*/ 7 h 383"/>
                <a:gd name="T64" fmla="*/ 37 w 211"/>
                <a:gd name="T65" fmla="*/ 26 h 383"/>
                <a:gd name="T66" fmla="*/ 11 w 211"/>
                <a:gd name="T67" fmla="*/ 56 h 383"/>
                <a:gd name="T68" fmla="*/ 1 w 211"/>
                <a:gd name="T69" fmla="*/ 96 h 383"/>
                <a:gd name="T70" fmla="*/ 7 w 211"/>
                <a:gd name="T71" fmla="*/ 128 h 383"/>
                <a:gd name="T72" fmla="*/ 22 w 211"/>
                <a:gd name="T73" fmla="*/ 154 h 383"/>
                <a:gd name="T74" fmla="*/ 49 w 211"/>
                <a:gd name="T75" fmla="*/ 177 h 383"/>
                <a:gd name="T76" fmla="*/ 90 w 211"/>
                <a:gd name="T77" fmla="*/ 202 h 383"/>
                <a:gd name="T78" fmla="*/ 127 w 211"/>
                <a:gd name="T79" fmla="*/ 222 h 383"/>
                <a:gd name="T80" fmla="*/ 154 w 211"/>
                <a:gd name="T81" fmla="*/ 242 h 383"/>
                <a:gd name="T82" fmla="*/ 169 w 211"/>
                <a:gd name="T83" fmla="*/ 262 h 383"/>
                <a:gd name="T84" fmla="*/ 173 w 211"/>
                <a:gd name="T85" fmla="*/ 288 h 383"/>
                <a:gd name="T86" fmla="*/ 152 w 211"/>
                <a:gd name="T87" fmla="*/ 33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3">
                  <a:moveTo>
                    <a:pt x="152" y="335"/>
                  </a:moveTo>
                  <a:lnTo>
                    <a:pt x="152" y="335"/>
                  </a:lnTo>
                  <a:cubicBezTo>
                    <a:pt x="138" y="345"/>
                    <a:pt x="118" y="350"/>
                    <a:pt x="90" y="350"/>
                  </a:cubicBezTo>
                  <a:cubicBezTo>
                    <a:pt x="82" y="350"/>
                    <a:pt x="75" y="350"/>
                    <a:pt x="67" y="349"/>
                  </a:cubicBezTo>
                  <a:cubicBezTo>
                    <a:pt x="59" y="347"/>
                    <a:pt x="52" y="346"/>
                    <a:pt x="44" y="343"/>
                  </a:cubicBezTo>
                  <a:cubicBezTo>
                    <a:pt x="36" y="341"/>
                    <a:pt x="29" y="338"/>
                    <a:pt x="20" y="334"/>
                  </a:cubicBezTo>
                  <a:cubicBezTo>
                    <a:pt x="14" y="330"/>
                    <a:pt x="7" y="325"/>
                    <a:pt x="0" y="321"/>
                  </a:cubicBezTo>
                  <a:cubicBezTo>
                    <a:pt x="0" y="361"/>
                    <a:pt x="0" y="361"/>
                    <a:pt x="0" y="361"/>
                  </a:cubicBezTo>
                  <a:cubicBezTo>
                    <a:pt x="5" y="364"/>
                    <a:pt x="11" y="367"/>
                    <a:pt x="19" y="369"/>
                  </a:cubicBezTo>
                  <a:cubicBezTo>
                    <a:pt x="26" y="372"/>
                    <a:pt x="34" y="375"/>
                    <a:pt x="42" y="376"/>
                  </a:cubicBezTo>
                  <a:cubicBezTo>
                    <a:pt x="51" y="378"/>
                    <a:pt x="59" y="379"/>
                    <a:pt x="66" y="380"/>
                  </a:cubicBezTo>
                  <a:cubicBezTo>
                    <a:pt x="74" y="382"/>
                    <a:pt x="81" y="382"/>
                    <a:pt x="88" y="382"/>
                  </a:cubicBezTo>
                  <a:cubicBezTo>
                    <a:pt x="106" y="382"/>
                    <a:pt x="122" y="379"/>
                    <a:pt x="136" y="375"/>
                  </a:cubicBezTo>
                  <a:cubicBezTo>
                    <a:pt x="151" y="371"/>
                    <a:pt x="165" y="365"/>
                    <a:pt x="175" y="357"/>
                  </a:cubicBezTo>
                  <a:cubicBezTo>
                    <a:pt x="185" y="349"/>
                    <a:pt x="195" y="339"/>
                    <a:pt x="200" y="327"/>
                  </a:cubicBezTo>
                  <a:cubicBezTo>
                    <a:pt x="206" y="314"/>
                    <a:pt x="210" y="301"/>
                    <a:pt x="210" y="284"/>
                  </a:cubicBezTo>
                  <a:cubicBezTo>
                    <a:pt x="210" y="272"/>
                    <a:pt x="207" y="262"/>
                    <a:pt x="203" y="253"/>
                  </a:cubicBezTo>
                  <a:cubicBezTo>
                    <a:pt x="200" y="243"/>
                    <a:pt x="195" y="233"/>
                    <a:pt x="186" y="225"/>
                  </a:cubicBezTo>
                  <a:cubicBezTo>
                    <a:pt x="178" y="217"/>
                    <a:pt x="169" y="209"/>
                    <a:pt x="158" y="201"/>
                  </a:cubicBezTo>
                  <a:cubicBezTo>
                    <a:pt x="147" y="194"/>
                    <a:pt x="133" y="185"/>
                    <a:pt x="118" y="177"/>
                  </a:cubicBezTo>
                  <a:cubicBezTo>
                    <a:pt x="103" y="169"/>
                    <a:pt x="90" y="162"/>
                    <a:pt x="79" y="155"/>
                  </a:cubicBezTo>
                  <a:cubicBezTo>
                    <a:pt x="70" y="150"/>
                    <a:pt x="62" y="143"/>
                    <a:pt x="55" y="137"/>
                  </a:cubicBezTo>
                  <a:cubicBezTo>
                    <a:pt x="49" y="130"/>
                    <a:pt x="44" y="125"/>
                    <a:pt x="41" y="118"/>
                  </a:cubicBezTo>
                  <a:cubicBezTo>
                    <a:pt x="38" y="111"/>
                    <a:pt x="37" y="103"/>
                    <a:pt x="37" y="93"/>
                  </a:cubicBezTo>
                  <a:cubicBezTo>
                    <a:pt x="37" y="82"/>
                    <a:pt x="40" y="74"/>
                    <a:pt x="44" y="66"/>
                  </a:cubicBezTo>
                  <a:cubicBezTo>
                    <a:pt x="48" y="59"/>
                    <a:pt x="53" y="52"/>
                    <a:pt x="60" y="47"/>
                  </a:cubicBezTo>
                  <a:cubicBezTo>
                    <a:pt x="68" y="41"/>
                    <a:pt x="77" y="39"/>
                    <a:pt x="86" y="36"/>
                  </a:cubicBezTo>
                  <a:cubicBezTo>
                    <a:pt x="96" y="33"/>
                    <a:pt x="107" y="32"/>
                    <a:pt x="118" y="32"/>
                  </a:cubicBezTo>
                  <a:cubicBezTo>
                    <a:pt x="147" y="32"/>
                    <a:pt x="173" y="37"/>
                    <a:pt x="193" y="50"/>
                  </a:cubicBezTo>
                  <a:cubicBezTo>
                    <a:pt x="193" y="12"/>
                    <a:pt x="193" y="12"/>
                    <a:pt x="193" y="12"/>
                  </a:cubicBezTo>
                  <a:cubicBezTo>
                    <a:pt x="174" y="4"/>
                    <a:pt x="151" y="0"/>
                    <a:pt x="121" y="0"/>
                  </a:cubicBezTo>
                  <a:cubicBezTo>
                    <a:pt x="104" y="0"/>
                    <a:pt x="89" y="3"/>
                    <a:pt x="75" y="7"/>
                  </a:cubicBezTo>
                  <a:cubicBezTo>
                    <a:pt x="60" y="11"/>
                    <a:pt x="48" y="18"/>
                    <a:pt x="37" y="26"/>
                  </a:cubicBezTo>
                  <a:cubicBezTo>
                    <a:pt x="26" y="34"/>
                    <a:pt x="18" y="44"/>
                    <a:pt x="11" y="56"/>
                  </a:cubicBezTo>
                  <a:cubicBezTo>
                    <a:pt x="5" y="69"/>
                    <a:pt x="1" y="81"/>
                    <a:pt x="1" y="96"/>
                  </a:cubicBezTo>
                  <a:cubicBezTo>
                    <a:pt x="1" y="109"/>
                    <a:pt x="3" y="118"/>
                    <a:pt x="7" y="128"/>
                  </a:cubicBezTo>
                  <a:cubicBezTo>
                    <a:pt x="9" y="137"/>
                    <a:pt x="15" y="146"/>
                    <a:pt x="22" y="154"/>
                  </a:cubicBezTo>
                  <a:cubicBezTo>
                    <a:pt x="30" y="162"/>
                    <a:pt x="38" y="170"/>
                    <a:pt x="49" y="177"/>
                  </a:cubicBezTo>
                  <a:cubicBezTo>
                    <a:pt x="62" y="185"/>
                    <a:pt x="74" y="194"/>
                    <a:pt x="90" y="202"/>
                  </a:cubicBezTo>
                  <a:cubicBezTo>
                    <a:pt x="104" y="210"/>
                    <a:pt x="117" y="217"/>
                    <a:pt x="127" y="222"/>
                  </a:cubicBezTo>
                  <a:cubicBezTo>
                    <a:pt x="138" y="229"/>
                    <a:pt x="147" y="235"/>
                    <a:pt x="154" y="242"/>
                  </a:cubicBezTo>
                  <a:cubicBezTo>
                    <a:pt x="160" y="249"/>
                    <a:pt x="166" y="255"/>
                    <a:pt x="169" y="262"/>
                  </a:cubicBezTo>
                  <a:cubicBezTo>
                    <a:pt x="171" y="269"/>
                    <a:pt x="173" y="279"/>
                    <a:pt x="173" y="288"/>
                  </a:cubicBezTo>
                  <a:cubicBezTo>
                    <a:pt x="173" y="308"/>
                    <a:pt x="166" y="324"/>
                    <a:pt x="152" y="3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5" name="Freeform 253">
              <a:extLst>
                <a:ext uri="{FF2B5EF4-FFF2-40B4-BE49-F238E27FC236}">
                  <a16:creationId xmlns:a16="http://schemas.microsoft.com/office/drawing/2014/main" id="{0C603497-7DE7-E11C-B0A2-CB71864E3D44}"/>
                </a:ext>
              </a:extLst>
            </p:cNvPr>
            <p:cNvSpPr>
              <a:spLocks noChangeArrowheads="1"/>
            </p:cNvSpPr>
            <p:nvPr/>
          </p:nvSpPr>
          <p:spPr bwMode="auto">
            <a:xfrm>
              <a:off x="8669338" y="4102100"/>
              <a:ext cx="66675" cy="133350"/>
            </a:xfrm>
            <a:custGeom>
              <a:avLst/>
              <a:gdLst>
                <a:gd name="T0" fmla="*/ 35 w 184"/>
                <a:gd name="T1" fmla="*/ 0 h 369"/>
                <a:gd name="T2" fmla="*/ 0 w 184"/>
                <a:gd name="T3" fmla="*/ 0 h 369"/>
                <a:gd name="T4" fmla="*/ 0 w 184"/>
                <a:gd name="T5" fmla="*/ 368 h 369"/>
                <a:gd name="T6" fmla="*/ 183 w 184"/>
                <a:gd name="T7" fmla="*/ 368 h 369"/>
                <a:gd name="T8" fmla="*/ 183 w 184"/>
                <a:gd name="T9" fmla="*/ 338 h 369"/>
                <a:gd name="T10" fmla="*/ 35 w 184"/>
                <a:gd name="T11" fmla="*/ 338 h 369"/>
                <a:gd name="T12" fmla="*/ 35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5" y="0"/>
                  </a:moveTo>
                  <a:lnTo>
                    <a:pt x="0" y="0"/>
                  </a:lnTo>
                  <a:lnTo>
                    <a:pt x="0" y="368"/>
                  </a:lnTo>
                  <a:lnTo>
                    <a:pt x="183" y="368"/>
                  </a:lnTo>
                  <a:lnTo>
                    <a:pt x="183" y="338"/>
                  </a:lnTo>
                  <a:lnTo>
                    <a:pt x="35" y="338"/>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54">
              <a:extLst>
                <a:ext uri="{FF2B5EF4-FFF2-40B4-BE49-F238E27FC236}">
                  <a16:creationId xmlns:a16="http://schemas.microsoft.com/office/drawing/2014/main" id="{31C0765F-D293-67EC-4D2E-7B239AD07014}"/>
                </a:ext>
              </a:extLst>
            </p:cNvPr>
            <p:cNvSpPr>
              <a:spLocks noChangeArrowheads="1"/>
            </p:cNvSpPr>
            <p:nvPr/>
          </p:nvSpPr>
          <p:spPr bwMode="auto">
            <a:xfrm>
              <a:off x="8758238" y="4102100"/>
              <a:ext cx="12700" cy="133350"/>
            </a:xfrm>
            <a:custGeom>
              <a:avLst/>
              <a:gdLst>
                <a:gd name="T0" fmla="*/ 0 w 36"/>
                <a:gd name="T1" fmla="*/ 368 h 369"/>
                <a:gd name="T2" fmla="*/ 35 w 36"/>
                <a:gd name="T3" fmla="*/ 368 h 369"/>
                <a:gd name="T4" fmla="*/ 35 w 36"/>
                <a:gd name="T5" fmla="*/ 0 h 369"/>
                <a:gd name="T6" fmla="*/ 0 w 36"/>
                <a:gd name="T7" fmla="*/ 0 h 369"/>
                <a:gd name="T8" fmla="*/ 0 w 36"/>
                <a:gd name="T9" fmla="*/ 368 h 369"/>
              </a:gdLst>
              <a:ahLst/>
              <a:cxnLst>
                <a:cxn ang="0">
                  <a:pos x="T0" y="T1"/>
                </a:cxn>
                <a:cxn ang="0">
                  <a:pos x="T2" y="T3"/>
                </a:cxn>
                <a:cxn ang="0">
                  <a:pos x="T4" y="T5"/>
                </a:cxn>
                <a:cxn ang="0">
                  <a:pos x="T6" y="T7"/>
                </a:cxn>
                <a:cxn ang="0">
                  <a:pos x="T8" y="T9"/>
                </a:cxn>
              </a:cxnLst>
              <a:rect l="0" t="0" r="r" b="b"/>
              <a:pathLst>
                <a:path w="36" h="369">
                  <a:moveTo>
                    <a:pt x="0" y="368"/>
                  </a:moveTo>
                  <a:lnTo>
                    <a:pt x="35" y="368"/>
                  </a:lnTo>
                  <a:lnTo>
                    <a:pt x="35"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5">
              <a:extLst>
                <a:ext uri="{FF2B5EF4-FFF2-40B4-BE49-F238E27FC236}">
                  <a16:creationId xmlns:a16="http://schemas.microsoft.com/office/drawing/2014/main" id="{81ED4C2F-208A-3CB2-500E-462BD6B8BC3C}"/>
                </a:ext>
              </a:extLst>
            </p:cNvPr>
            <p:cNvSpPr>
              <a:spLocks noChangeArrowheads="1"/>
            </p:cNvSpPr>
            <p:nvPr/>
          </p:nvSpPr>
          <p:spPr bwMode="auto">
            <a:xfrm>
              <a:off x="8805863" y="4102100"/>
              <a:ext cx="104775" cy="133350"/>
            </a:xfrm>
            <a:custGeom>
              <a:avLst/>
              <a:gdLst>
                <a:gd name="T0" fmla="*/ 34 w 289"/>
                <a:gd name="T1" fmla="*/ 82 h 369"/>
                <a:gd name="T2" fmla="*/ 34 w 289"/>
                <a:gd name="T3" fmla="*/ 82 h 369"/>
                <a:gd name="T4" fmla="*/ 33 w 289"/>
                <a:gd name="T5" fmla="*/ 62 h 369"/>
                <a:gd name="T6" fmla="*/ 33 w 289"/>
                <a:gd name="T7" fmla="*/ 49 h 369"/>
                <a:gd name="T8" fmla="*/ 34 w 289"/>
                <a:gd name="T9" fmla="*/ 49 h 369"/>
                <a:gd name="T10" fmla="*/ 39 w 289"/>
                <a:gd name="T11" fmla="*/ 60 h 369"/>
                <a:gd name="T12" fmla="*/ 48 w 289"/>
                <a:gd name="T13" fmla="*/ 73 h 369"/>
                <a:gd name="T14" fmla="*/ 252 w 289"/>
                <a:gd name="T15" fmla="*/ 368 h 369"/>
                <a:gd name="T16" fmla="*/ 288 w 289"/>
                <a:gd name="T17" fmla="*/ 368 h 369"/>
                <a:gd name="T18" fmla="*/ 288 w 289"/>
                <a:gd name="T19" fmla="*/ 0 h 369"/>
                <a:gd name="T20" fmla="*/ 254 w 289"/>
                <a:gd name="T21" fmla="*/ 0 h 369"/>
                <a:gd name="T22" fmla="*/ 254 w 289"/>
                <a:gd name="T23" fmla="*/ 273 h 369"/>
                <a:gd name="T24" fmla="*/ 254 w 289"/>
                <a:gd name="T25" fmla="*/ 296 h 369"/>
                <a:gd name="T26" fmla="*/ 255 w 289"/>
                <a:gd name="T27" fmla="*/ 316 h 369"/>
                <a:gd name="T28" fmla="*/ 254 w 289"/>
                <a:gd name="T29" fmla="*/ 316 h 369"/>
                <a:gd name="T30" fmla="*/ 247 w 289"/>
                <a:gd name="T31" fmla="*/ 305 h 369"/>
                <a:gd name="T32" fmla="*/ 238 w 289"/>
                <a:gd name="T33" fmla="*/ 292 h 369"/>
                <a:gd name="T34" fmla="*/ 37 w 289"/>
                <a:gd name="T35" fmla="*/ 0 h 369"/>
                <a:gd name="T36" fmla="*/ 0 w 289"/>
                <a:gd name="T37" fmla="*/ 0 h 369"/>
                <a:gd name="T38" fmla="*/ 0 w 289"/>
                <a:gd name="T39" fmla="*/ 368 h 369"/>
                <a:gd name="T40" fmla="*/ 34 w 289"/>
                <a:gd name="T41" fmla="*/ 368 h 369"/>
                <a:gd name="T42" fmla="*/ 34 w 289"/>
                <a:gd name="T43" fmla="*/ 82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34" y="82"/>
                  </a:moveTo>
                  <a:lnTo>
                    <a:pt x="34" y="82"/>
                  </a:lnTo>
                  <a:cubicBezTo>
                    <a:pt x="34" y="74"/>
                    <a:pt x="33" y="67"/>
                    <a:pt x="33" y="62"/>
                  </a:cubicBezTo>
                  <a:cubicBezTo>
                    <a:pt x="33" y="56"/>
                    <a:pt x="33" y="52"/>
                    <a:pt x="33" y="49"/>
                  </a:cubicBezTo>
                  <a:cubicBezTo>
                    <a:pt x="34" y="49"/>
                    <a:pt x="34" y="49"/>
                    <a:pt x="34" y="49"/>
                  </a:cubicBezTo>
                  <a:cubicBezTo>
                    <a:pt x="35" y="52"/>
                    <a:pt x="37" y="56"/>
                    <a:pt x="39"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4" y="296"/>
                  </a:cubicBezTo>
                  <a:cubicBezTo>
                    <a:pt x="254" y="305"/>
                    <a:pt x="255" y="310"/>
                    <a:pt x="255" y="316"/>
                  </a:cubicBezTo>
                  <a:cubicBezTo>
                    <a:pt x="254" y="316"/>
                    <a:pt x="254" y="316"/>
                    <a:pt x="254" y="316"/>
                  </a:cubicBezTo>
                  <a:cubicBezTo>
                    <a:pt x="252" y="313"/>
                    <a:pt x="249" y="309"/>
                    <a:pt x="247" y="305"/>
                  </a:cubicBezTo>
                  <a:cubicBezTo>
                    <a:pt x="244" y="301"/>
                    <a:pt x="241" y="296"/>
                    <a:pt x="238" y="292"/>
                  </a:cubicBezTo>
                  <a:cubicBezTo>
                    <a:pt x="37" y="0"/>
                    <a:pt x="37" y="0"/>
                    <a:pt x="37" y="0"/>
                  </a:cubicBezTo>
                  <a:cubicBezTo>
                    <a:pt x="0" y="0"/>
                    <a:pt x="0" y="0"/>
                    <a:pt x="0" y="0"/>
                  </a:cubicBezTo>
                  <a:cubicBezTo>
                    <a:pt x="0" y="368"/>
                    <a:pt x="0" y="368"/>
                    <a:pt x="0" y="368"/>
                  </a:cubicBezTo>
                  <a:cubicBezTo>
                    <a:pt x="34" y="368"/>
                    <a:pt x="34" y="368"/>
                    <a:pt x="34" y="368"/>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6">
              <a:extLst>
                <a:ext uri="{FF2B5EF4-FFF2-40B4-BE49-F238E27FC236}">
                  <a16:creationId xmlns:a16="http://schemas.microsoft.com/office/drawing/2014/main" id="{B4D04349-946A-B89D-93D0-4C318B6BA257}"/>
                </a:ext>
              </a:extLst>
            </p:cNvPr>
            <p:cNvSpPr>
              <a:spLocks noChangeArrowheads="1"/>
            </p:cNvSpPr>
            <p:nvPr/>
          </p:nvSpPr>
          <p:spPr bwMode="auto">
            <a:xfrm>
              <a:off x="8942388" y="4102100"/>
              <a:ext cx="68262" cy="133350"/>
            </a:xfrm>
            <a:custGeom>
              <a:avLst/>
              <a:gdLst>
                <a:gd name="T0" fmla="*/ 179 w 189"/>
                <a:gd name="T1" fmla="*/ 30 h 369"/>
                <a:gd name="T2" fmla="*/ 179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70 w 189"/>
                <a:gd name="T17" fmla="*/ 198 h 369"/>
                <a:gd name="T18" fmla="*/ 170 w 189"/>
                <a:gd name="T19" fmla="*/ 166 h 369"/>
                <a:gd name="T20" fmla="*/ 34 w 189"/>
                <a:gd name="T21" fmla="*/ 166 h 369"/>
                <a:gd name="T22" fmla="*/ 34 w 189"/>
                <a:gd name="T23" fmla="*/ 30 h 369"/>
                <a:gd name="T24" fmla="*/ 179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79" y="30"/>
                  </a:moveTo>
                  <a:lnTo>
                    <a:pt x="179" y="0"/>
                  </a:lnTo>
                  <a:lnTo>
                    <a:pt x="0" y="0"/>
                  </a:lnTo>
                  <a:lnTo>
                    <a:pt x="0" y="368"/>
                  </a:lnTo>
                  <a:lnTo>
                    <a:pt x="188" y="368"/>
                  </a:lnTo>
                  <a:lnTo>
                    <a:pt x="188" y="338"/>
                  </a:lnTo>
                  <a:lnTo>
                    <a:pt x="34" y="338"/>
                  </a:lnTo>
                  <a:lnTo>
                    <a:pt x="34" y="198"/>
                  </a:lnTo>
                  <a:lnTo>
                    <a:pt x="170" y="198"/>
                  </a:lnTo>
                  <a:lnTo>
                    <a:pt x="170" y="166"/>
                  </a:lnTo>
                  <a:lnTo>
                    <a:pt x="34" y="166"/>
                  </a:lnTo>
                  <a:lnTo>
                    <a:pt x="34" y="30"/>
                  </a:lnTo>
                  <a:lnTo>
                    <a:pt x="17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9" name="Freeform 257">
              <a:extLst>
                <a:ext uri="{FF2B5EF4-FFF2-40B4-BE49-F238E27FC236}">
                  <a16:creationId xmlns:a16="http://schemas.microsoft.com/office/drawing/2014/main" id="{FAB45AD7-5633-2854-8980-84347FEBC60E}"/>
                </a:ext>
              </a:extLst>
            </p:cNvPr>
            <p:cNvSpPr>
              <a:spLocks noChangeArrowheads="1"/>
            </p:cNvSpPr>
            <p:nvPr/>
          </p:nvSpPr>
          <p:spPr bwMode="auto">
            <a:xfrm>
              <a:off x="9090025" y="4102100"/>
              <a:ext cx="12700" cy="133350"/>
            </a:xfrm>
            <a:custGeom>
              <a:avLst/>
              <a:gdLst>
                <a:gd name="T0" fmla="*/ 34 w 35"/>
                <a:gd name="T1" fmla="*/ 0 h 369"/>
                <a:gd name="T2" fmla="*/ 0 w 35"/>
                <a:gd name="T3" fmla="*/ 0 h 369"/>
                <a:gd name="T4" fmla="*/ 0 w 35"/>
                <a:gd name="T5" fmla="*/ 368 h 369"/>
                <a:gd name="T6" fmla="*/ 34 w 35"/>
                <a:gd name="T7" fmla="*/ 368 h 369"/>
                <a:gd name="T8" fmla="*/ 34 w 35"/>
                <a:gd name="T9" fmla="*/ 0 h 369"/>
              </a:gdLst>
              <a:ahLst/>
              <a:cxnLst>
                <a:cxn ang="0">
                  <a:pos x="T0" y="T1"/>
                </a:cxn>
                <a:cxn ang="0">
                  <a:pos x="T2" y="T3"/>
                </a:cxn>
                <a:cxn ang="0">
                  <a:pos x="T4" y="T5"/>
                </a:cxn>
                <a:cxn ang="0">
                  <a:pos x="T6" y="T7"/>
                </a:cxn>
                <a:cxn ang="0">
                  <a:pos x="T8" y="T9"/>
                </a:cxn>
              </a:cxnLst>
              <a:rect l="0" t="0" r="r" b="b"/>
              <a:pathLst>
                <a:path w="35" h="369">
                  <a:moveTo>
                    <a:pt x="34" y="0"/>
                  </a:moveTo>
                  <a:lnTo>
                    <a:pt x="0" y="0"/>
                  </a:lnTo>
                  <a:lnTo>
                    <a:pt x="0" y="368"/>
                  </a:lnTo>
                  <a:lnTo>
                    <a:pt x="34" y="36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0" name="Freeform 258">
              <a:extLst>
                <a:ext uri="{FF2B5EF4-FFF2-40B4-BE49-F238E27FC236}">
                  <a16:creationId xmlns:a16="http://schemas.microsoft.com/office/drawing/2014/main" id="{039BD3A0-D221-0EEA-87F3-C659AAEC1931}"/>
                </a:ext>
              </a:extLst>
            </p:cNvPr>
            <p:cNvSpPr>
              <a:spLocks noChangeArrowheads="1"/>
            </p:cNvSpPr>
            <p:nvPr/>
          </p:nvSpPr>
          <p:spPr bwMode="auto">
            <a:xfrm>
              <a:off x="9129713" y="4098925"/>
              <a:ext cx="96837" cy="138113"/>
            </a:xfrm>
            <a:custGeom>
              <a:avLst/>
              <a:gdLst>
                <a:gd name="T0" fmla="*/ 109 w 270"/>
                <a:gd name="T1" fmla="*/ 15 h 383"/>
                <a:gd name="T2" fmla="*/ 109 w 270"/>
                <a:gd name="T3" fmla="*/ 15 h 383"/>
                <a:gd name="T4" fmla="*/ 50 w 270"/>
                <a:gd name="T5" fmla="*/ 58 h 383"/>
                <a:gd name="T6" fmla="*/ 13 w 270"/>
                <a:gd name="T7" fmla="*/ 120 h 383"/>
                <a:gd name="T8" fmla="*/ 0 w 270"/>
                <a:gd name="T9" fmla="*/ 198 h 383"/>
                <a:gd name="T10" fmla="*/ 13 w 270"/>
                <a:gd name="T11" fmla="*/ 272 h 383"/>
                <a:gd name="T12" fmla="*/ 47 w 270"/>
                <a:gd name="T13" fmla="*/ 330 h 383"/>
                <a:gd name="T14" fmla="*/ 102 w 270"/>
                <a:gd name="T15" fmla="*/ 368 h 383"/>
                <a:gd name="T16" fmla="*/ 172 w 270"/>
                <a:gd name="T17" fmla="*/ 382 h 383"/>
                <a:gd name="T18" fmla="*/ 269 w 270"/>
                <a:gd name="T19" fmla="*/ 361 h 383"/>
                <a:gd name="T20" fmla="*/ 269 w 270"/>
                <a:gd name="T21" fmla="*/ 328 h 383"/>
                <a:gd name="T22" fmla="*/ 176 w 270"/>
                <a:gd name="T23" fmla="*/ 350 h 383"/>
                <a:gd name="T24" fmla="*/ 116 w 270"/>
                <a:gd name="T25" fmla="*/ 338 h 383"/>
                <a:gd name="T26" fmla="*/ 72 w 270"/>
                <a:gd name="T27" fmla="*/ 305 h 383"/>
                <a:gd name="T28" fmla="*/ 44 w 270"/>
                <a:gd name="T29" fmla="*/ 255 h 383"/>
                <a:gd name="T30" fmla="*/ 36 w 270"/>
                <a:gd name="T31" fmla="*/ 195 h 383"/>
                <a:gd name="T32" fmla="*/ 46 w 270"/>
                <a:gd name="T33" fmla="*/ 130 h 383"/>
                <a:gd name="T34" fmla="*/ 75 w 270"/>
                <a:gd name="T35" fmla="*/ 78 h 383"/>
                <a:gd name="T36" fmla="*/ 121 w 270"/>
                <a:gd name="T37" fmla="*/ 44 h 383"/>
                <a:gd name="T38" fmla="*/ 186 w 270"/>
                <a:gd name="T39" fmla="*/ 32 h 383"/>
                <a:gd name="T40" fmla="*/ 269 w 270"/>
                <a:gd name="T41" fmla="*/ 51 h 383"/>
                <a:gd name="T42" fmla="*/ 269 w 270"/>
                <a:gd name="T43" fmla="*/ 15 h 383"/>
                <a:gd name="T44" fmla="*/ 186 w 270"/>
                <a:gd name="T45" fmla="*/ 0 h 383"/>
                <a:gd name="T46" fmla="*/ 109 w 270"/>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9" y="15"/>
                  </a:moveTo>
                  <a:lnTo>
                    <a:pt x="109" y="15"/>
                  </a:lnTo>
                  <a:cubicBezTo>
                    <a:pt x="86" y="25"/>
                    <a:pt x="66" y="40"/>
                    <a:pt x="50" y="58"/>
                  </a:cubicBezTo>
                  <a:cubicBezTo>
                    <a:pt x="33" y="76"/>
                    <a:pt x="21" y="96"/>
                    <a:pt x="13" y="120"/>
                  </a:cubicBezTo>
                  <a:cubicBezTo>
                    <a:pt x="5" y="144"/>
                    <a:pt x="0" y="170"/>
                    <a:pt x="0" y="198"/>
                  </a:cubicBezTo>
                  <a:cubicBezTo>
                    <a:pt x="0" y="225"/>
                    <a:pt x="5" y="249"/>
                    <a:pt x="13" y="272"/>
                  </a:cubicBezTo>
                  <a:cubicBezTo>
                    <a:pt x="20" y="294"/>
                    <a:pt x="32" y="313"/>
                    <a:pt x="47" y="330"/>
                  </a:cubicBezTo>
                  <a:cubicBezTo>
                    <a:pt x="62" y="346"/>
                    <a:pt x="80" y="358"/>
                    <a:pt x="102" y="368"/>
                  </a:cubicBez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5" y="78"/>
                  </a:cubicBezTo>
                  <a:cubicBezTo>
                    <a:pt x="87" y="63"/>
                    <a:pt x="103" y="52"/>
                    <a:pt x="121" y="44"/>
                  </a:cubicBezTo>
                  <a:cubicBezTo>
                    <a:pt x="140" y="36"/>
                    <a:pt x="161" y="32"/>
                    <a:pt x="186" y="32"/>
                  </a:cubicBezTo>
                  <a:cubicBezTo>
                    <a:pt x="216" y="32"/>
                    <a:pt x="243" y="39"/>
                    <a:pt x="269" y="51"/>
                  </a:cubicBezTo>
                  <a:cubicBezTo>
                    <a:pt x="269" y="15"/>
                    <a:pt x="269" y="15"/>
                    <a:pt x="269" y="15"/>
                  </a:cubicBezTo>
                  <a:cubicBezTo>
                    <a:pt x="245" y="6"/>
                    <a:pt x="217"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1" name="Freeform 259">
              <a:extLst>
                <a:ext uri="{FF2B5EF4-FFF2-40B4-BE49-F238E27FC236}">
                  <a16:creationId xmlns:a16="http://schemas.microsoft.com/office/drawing/2014/main" id="{372FA592-7AC0-2CDE-8FED-B537AD9D89BB}"/>
                </a:ext>
              </a:extLst>
            </p:cNvPr>
            <p:cNvSpPr>
              <a:spLocks noChangeArrowheads="1"/>
            </p:cNvSpPr>
            <p:nvPr/>
          </p:nvSpPr>
          <p:spPr bwMode="auto">
            <a:xfrm>
              <a:off x="9244013" y="4098925"/>
              <a:ext cx="125412" cy="138113"/>
            </a:xfrm>
            <a:custGeom>
              <a:avLst/>
              <a:gdLst>
                <a:gd name="T0" fmla="*/ 348 w 349"/>
                <a:gd name="T1" fmla="*/ 185 h 383"/>
                <a:gd name="T2" fmla="*/ 348 w 349"/>
                <a:gd name="T3" fmla="*/ 185 h 383"/>
                <a:gd name="T4" fmla="*/ 335 w 349"/>
                <a:gd name="T5" fmla="*/ 111 h 383"/>
                <a:gd name="T6" fmla="*/ 302 w 349"/>
                <a:gd name="T7" fmla="*/ 54 h 383"/>
                <a:gd name="T8" fmla="*/ 249 w 349"/>
                <a:gd name="T9" fmla="*/ 14 h 383"/>
                <a:gd name="T10" fmla="*/ 179 w 349"/>
                <a:gd name="T11" fmla="*/ 0 h 383"/>
                <a:gd name="T12" fmla="*/ 103 w 349"/>
                <a:gd name="T13" fmla="*/ 14 h 383"/>
                <a:gd name="T14" fmla="*/ 47 w 349"/>
                <a:gd name="T15" fmla="*/ 55 h 383"/>
                <a:gd name="T16" fmla="*/ 11 w 349"/>
                <a:gd name="T17" fmla="*/ 115 h 383"/>
                <a:gd name="T18" fmla="*/ 0 w 349"/>
                <a:gd name="T19" fmla="*/ 195 h 383"/>
                <a:gd name="T20" fmla="*/ 11 w 349"/>
                <a:gd name="T21" fmla="*/ 268 h 383"/>
                <a:gd name="T22" fmla="*/ 46 w 349"/>
                <a:gd name="T23" fmla="*/ 328 h 383"/>
                <a:gd name="T24" fmla="*/ 100 w 349"/>
                <a:gd name="T25" fmla="*/ 368 h 383"/>
                <a:gd name="T26" fmla="*/ 172 w 349"/>
                <a:gd name="T27" fmla="*/ 382 h 383"/>
                <a:gd name="T28" fmla="*/ 247 w 349"/>
                <a:gd name="T29" fmla="*/ 367 h 383"/>
                <a:gd name="T30" fmla="*/ 302 w 349"/>
                <a:gd name="T31" fmla="*/ 325 h 383"/>
                <a:gd name="T32" fmla="*/ 335 w 349"/>
                <a:gd name="T33" fmla="*/ 264 h 383"/>
                <a:gd name="T34" fmla="*/ 348 w 349"/>
                <a:gd name="T35" fmla="*/ 185 h 383"/>
                <a:gd name="T36" fmla="*/ 302 w 349"/>
                <a:gd name="T37" fmla="*/ 255 h 383"/>
                <a:gd name="T38" fmla="*/ 302 w 349"/>
                <a:gd name="T39" fmla="*/ 255 h 383"/>
                <a:gd name="T40" fmla="*/ 276 w 349"/>
                <a:gd name="T41" fmla="*/ 306 h 383"/>
                <a:gd name="T42" fmla="*/ 232 w 349"/>
                <a:gd name="T43" fmla="*/ 339 h 383"/>
                <a:gd name="T44" fmla="*/ 172 w 349"/>
                <a:gd name="T45" fmla="*/ 350 h 383"/>
                <a:gd name="T46" fmla="*/ 111 w 349"/>
                <a:gd name="T47" fmla="*/ 338 h 383"/>
                <a:gd name="T48" fmla="*/ 69 w 349"/>
                <a:gd name="T49" fmla="*/ 302 h 383"/>
                <a:gd name="T50" fmla="*/ 44 w 349"/>
                <a:gd name="T51" fmla="*/ 251 h 383"/>
                <a:gd name="T52" fmla="*/ 36 w 349"/>
                <a:gd name="T53" fmla="*/ 192 h 383"/>
                <a:gd name="T54" fmla="*/ 46 w 349"/>
                <a:gd name="T55" fmla="*/ 129 h 383"/>
                <a:gd name="T56" fmla="*/ 72 w 349"/>
                <a:gd name="T57" fmla="*/ 78 h 383"/>
                <a:gd name="T58" fmla="*/ 116 w 349"/>
                <a:gd name="T59" fmla="*/ 44 h 383"/>
                <a:gd name="T60" fmla="*/ 175 w 349"/>
                <a:gd name="T61" fmla="*/ 32 h 383"/>
                <a:gd name="T62" fmla="*/ 236 w 349"/>
                <a:gd name="T63" fmla="*/ 44 h 383"/>
                <a:gd name="T64" fmla="*/ 279 w 349"/>
                <a:gd name="T65" fmla="*/ 78 h 383"/>
                <a:gd name="T66" fmla="*/ 304 w 349"/>
                <a:gd name="T67" fmla="*/ 129 h 383"/>
                <a:gd name="T68" fmla="*/ 312 w 349"/>
                <a:gd name="T69" fmla="*/ 191 h 383"/>
                <a:gd name="T70" fmla="*/ 302 w 349"/>
                <a:gd name="T71" fmla="*/ 25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3">
                  <a:moveTo>
                    <a:pt x="348" y="185"/>
                  </a:moveTo>
                  <a:lnTo>
                    <a:pt x="348" y="185"/>
                  </a:lnTo>
                  <a:cubicBezTo>
                    <a:pt x="348" y="159"/>
                    <a:pt x="343" y="135"/>
                    <a:pt x="335" y="111"/>
                  </a:cubicBezTo>
                  <a:cubicBezTo>
                    <a:pt x="327" y="89"/>
                    <a:pt x="316" y="70"/>
                    <a:pt x="302" y="54"/>
                  </a:cubicBezTo>
                  <a:cubicBezTo>
                    <a:pt x="287" y="37"/>
                    <a:pt x="269" y="23"/>
                    <a:pt x="249" y="14"/>
                  </a:cubicBezTo>
                  <a:cubicBezTo>
                    <a:pt x="228" y="4"/>
                    <a:pt x="205" y="0"/>
                    <a:pt x="179" y="0"/>
                  </a:cubicBezTo>
                  <a:cubicBezTo>
                    <a:pt x="150" y="0"/>
                    <a:pt x="125" y="6"/>
                    <a:pt x="103" y="14"/>
                  </a:cubicBezTo>
                  <a:cubicBezTo>
                    <a:pt x="81" y="23"/>
                    <a:pt x="62" y="37"/>
                    <a:pt x="47" y="55"/>
                  </a:cubicBezTo>
                  <a:cubicBezTo>
                    <a:pt x="32" y="72"/>
                    <a:pt x="19" y="92"/>
                    <a:pt x="11" y="115"/>
                  </a:cubicBezTo>
                  <a:cubicBezTo>
                    <a:pt x="4" y="140"/>
                    <a:pt x="0" y="166"/>
                    <a:pt x="0" y="195"/>
                  </a:cubicBezTo>
                  <a:cubicBezTo>
                    <a:pt x="0" y="221"/>
                    <a:pt x="4" y="246"/>
                    <a:pt x="11" y="268"/>
                  </a:cubicBezTo>
                  <a:cubicBezTo>
                    <a:pt x="19" y="291"/>
                    <a:pt x="32" y="310"/>
                    <a:pt x="46" y="328"/>
                  </a:cubicBezTo>
                  <a:cubicBezTo>
                    <a:pt x="61" y="345"/>
                    <a:pt x="79" y="357"/>
                    <a:pt x="100" y="368"/>
                  </a:cubicBezTo>
                  <a:cubicBezTo>
                    <a:pt x="121" y="378"/>
                    <a:pt x="146" y="382"/>
                    <a:pt x="172" y="382"/>
                  </a:cubicBezTo>
                  <a:cubicBezTo>
                    <a:pt x="201" y="382"/>
                    <a:pt x="225" y="376"/>
                    <a:pt x="247" y="367"/>
                  </a:cubicBezTo>
                  <a:cubicBezTo>
                    <a:pt x="269" y="357"/>
                    <a:pt x="287" y="343"/>
                    <a:pt x="302" y="325"/>
                  </a:cubicBezTo>
                  <a:cubicBezTo>
                    <a:pt x="317" y="308"/>
                    <a:pt x="328" y="287"/>
                    <a:pt x="335" y="264"/>
                  </a:cubicBezTo>
                  <a:cubicBezTo>
                    <a:pt x="343" y="240"/>
                    <a:pt x="348" y="214"/>
                    <a:pt x="348" y="185"/>
                  </a:cubicBezTo>
                  <a:close/>
                  <a:moveTo>
                    <a:pt x="302" y="255"/>
                  </a:moveTo>
                  <a:lnTo>
                    <a:pt x="302" y="255"/>
                  </a:lnTo>
                  <a:cubicBezTo>
                    <a:pt x="297" y="275"/>
                    <a:pt x="287" y="291"/>
                    <a:pt x="276" y="306"/>
                  </a:cubicBezTo>
                  <a:cubicBezTo>
                    <a:pt x="264" y="320"/>
                    <a:pt x="250" y="331"/>
                    <a:pt x="232" y="339"/>
                  </a:cubicBezTo>
                  <a:cubicBezTo>
                    <a:pt x="214" y="347"/>
                    <a:pt x="195" y="350"/>
                    <a:pt x="172" y="350"/>
                  </a:cubicBezTo>
                  <a:cubicBezTo>
                    <a:pt x="149" y="350"/>
                    <a:pt x="129" y="346"/>
                    <a:pt x="111" y="338"/>
                  </a:cubicBezTo>
                  <a:cubicBezTo>
                    <a:pt x="95" y="328"/>
                    <a:pt x="80" y="317"/>
                    <a:pt x="69" y="302"/>
                  </a:cubicBezTo>
                  <a:cubicBezTo>
                    <a:pt x="58" y="288"/>
                    <a:pt x="50" y="271"/>
                    <a:pt x="44" y="251"/>
                  </a:cubicBezTo>
                  <a:cubicBezTo>
                    <a:pt x="39" y="232"/>
                    <a:pt x="36" y="213"/>
                    <a:pt x="36" y="192"/>
                  </a:cubicBezTo>
                  <a:cubicBezTo>
                    <a:pt x="36" y="170"/>
                    <a:pt x="39" y="148"/>
                    <a:pt x="46" y="129"/>
                  </a:cubicBezTo>
                  <a:cubicBezTo>
                    <a:pt x="51" y="110"/>
                    <a:pt x="61" y="93"/>
                    <a:pt x="72" y="78"/>
                  </a:cubicBezTo>
                  <a:cubicBezTo>
                    <a:pt x="84" y="65"/>
                    <a:pt x="98" y="52"/>
                    <a:pt x="116" y="44"/>
                  </a:cubicBezTo>
                  <a:cubicBezTo>
                    <a:pt x="133" y="36"/>
                    <a:pt x="153" y="32"/>
                    <a:pt x="175" y="32"/>
                  </a:cubicBezTo>
                  <a:cubicBezTo>
                    <a:pt x="199" y="32"/>
                    <a:pt x="220" y="36"/>
                    <a:pt x="236" y="44"/>
                  </a:cubicBezTo>
                  <a:cubicBezTo>
                    <a:pt x="254" y="52"/>
                    <a:pt x="268" y="65"/>
                    <a:pt x="279" y="78"/>
                  </a:cubicBezTo>
                  <a:cubicBezTo>
                    <a:pt x="290" y="93"/>
                    <a:pt x="298" y="110"/>
                    <a:pt x="304" y="129"/>
                  </a:cubicBezTo>
                  <a:cubicBezTo>
                    <a:pt x="309" y="148"/>
                    <a:pt x="312" y="169"/>
                    <a:pt x="312" y="191"/>
                  </a:cubicBezTo>
                  <a:cubicBezTo>
                    <a:pt x="312" y="214"/>
                    <a:pt x="308" y="235"/>
                    <a:pt x="302"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60">
              <a:extLst>
                <a:ext uri="{FF2B5EF4-FFF2-40B4-BE49-F238E27FC236}">
                  <a16:creationId xmlns:a16="http://schemas.microsoft.com/office/drawing/2014/main" id="{6F04CC14-F8B9-1086-D4EC-1626A4460BB2}"/>
                </a:ext>
              </a:extLst>
            </p:cNvPr>
            <p:cNvSpPr>
              <a:spLocks noChangeArrowheads="1"/>
            </p:cNvSpPr>
            <p:nvPr/>
          </p:nvSpPr>
          <p:spPr bwMode="auto">
            <a:xfrm>
              <a:off x="9396413" y="4102100"/>
              <a:ext cx="104775" cy="133350"/>
            </a:xfrm>
            <a:custGeom>
              <a:avLst/>
              <a:gdLst>
                <a:gd name="T0" fmla="*/ 41 w 290"/>
                <a:gd name="T1" fmla="*/ 60 h 369"/>
                <a:gd name="T2" fmla="*/ 41 w 290"/>
                <a:gd name="T3" fmla="*/ 60 h 369"/>
                <a:gd name="T4" fmla="*/ 48 w 290"/>
                <a:gd name="T5" fmla="*/ 73 h 369"/>
                <a:gd name="T6" fmla="*/ 254 w 290"/>
                <a:gd name="T7" fmla="*/ 368 h 369"/>
                <a:gd name="T8" fmla="*/ 289 w 290"/>
                <a:gd name="T9" fmla="*/ 368 h 369"/>
                <a:gd name="T10" fmla="*/ 289 w 290"/>
                <a:gd name="T11" fmla="*/ 0 h 369"/>
                <a:gd name="T12" fmla="*/ 254 w 290"/>
                <a:gd name="T13" fmla="*/ 0 h 369"/>
                <a:gd name="T14" fmla="*/ 254 w 290"/>
                <a:gd name="T15" fmla="*/ 273 h 369"/>
                <a:gd name="T16" fmla="*/ 256 w 290"/>
                <a:gd name="T17" fmla="*/ 296 h 369"/>
                <a:gd name="T18" fmla="*/ 257 w 290"/>
                <a:gd name="T19" fmla="*/ 316 h 369"/>
                <a:gd name="T20" fmla="*/ 256 w 290"/>
                <a:gd name="T21" fmla="*/ 316 h 369"/>
                <a:gd name="T22" fmla="*/ 249 w 290"/>
                <a:gd name="T23" fmla="*/ 305 h 369"/>
                <a:gd name="T24" fmla="*/ 241 w 290"/>
                <a:gd name="T25" fmla="*/ 292 h 369"/>
                <a:gd name="T26" fmla="*/ 39 w 290"/>
                <a:gd name="T27" fmla="*/ 0 h 369"/>
                <a:gd name="T28" fmla="*/ 0 w 290"/>
                <a:gd name="T29" fmla="*/ 0 h 369"/>
                <a:gd name="T30" fmla="*/ 0 w 290"/>
                <a:gd name="T31" fmla="*/ 368 h 369"/>
                <a:gd name="T32" fmla="*/ 35 w 290"/>
                <a:gd name="T33" fmla="*/ 368 h 369"/>
                <a:gd name="T34" fmla="*/ 35 w 290"/>
                <a:gd name="T35" fmla="*/ 82 h 369"/>
                <a:gd name="T36" fmla="*/ 35 w 290"/>
                <a:gd name="T37" fmla="*/ 62 h 369"/>
                <a:gd name="T38" fmla="*/ 33 w 290"/>
                <a:gd name="T39" fmla="*/ 49 h 369"/>
                <a:gd name="T40" fmla="*/ 35 w 290"/>
                <a:gd name="T41" fmla="*/ 49 h 369"/>
                <a:gd name="T42" fmla="*/ 41 w 290"/>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9">
                  <a:moveTo>
                    <a:pt x="41" y="60"/>
                  </a:moveTo>
                  <a:lnTo>
                    <a:pt x="41" y="60"/>
                  </a:lnTo>
                  <a:cubicBezTo>
                    <a:pt x="44" y="65"/>
                    <a:pt x="46" y="69"/>
                    <a:pt x="48" y="73"/>
                  </a:cubicBezTo>
                  <a:cubicBezTo>
                    <a:pt x="254" y="368"/>
                    <a:pt x="254" y="368"/>
                    <a:pt x="254" y="368"/>
                  </a:cubicBezTo>
                  <a:cubicBezTo>
                    <a:pt x="289" y="368"/>
                    <a:pt x="289" y="368"/>
                    <a:pt x="289" y="368"/>
                  </a:cubicBezTo>
                  <a:cubicBezTo>
                    <a:pt x="289" y="0"/>
                    <a:pt x="289" y="0"/>
                    <a:pt x="289" y="0"/>
                  </a:cubicBezTo>
                  <a:cubicBezTo>
                    <a:pt x="254" y="0"/>
                    <a:pt x="254" y="0"/>
                    <a:pt x="254" y="0"/>
                  </a:cubicBezTo>
                  <a:cubicBezTo>
                    <a:pt x="254" y="273"/>
                    <a:pt x="254" y="273"/>
                    <a:pt x="254" y="273"/>
                  </a:cubicBezTo>
                  <a:cubicBezTo>
                    <a:pt x="254" y="283"/>
                    <a:pt x="254" y="290"/>
                    <a:pt x="256" y="296"/>
                  </a:cubicBezTo>
                  <a:cubicBezTo>
                    <a:pt x="256" y="305"/>
                    <a:pt x="256" y="310"/>
                    <a:pt x="257" y="316"/>
                  </a:cubicBezTo>
                  <a:cubicBezTo>
                    <a:pt x="256" y="316"/>
                    <a:pt x="256" y="316"/>
                    <a:pt x="256" y="316"/>
                  </a:cubicBezTo>
                  <a:cubicBezTo>
                    <a:pt x="253" y="313"/>
                    <a:pt x="252" y="309"/>
                    <a:pt x="249" y="305"/>
                  </a:cubicBezTo>
                  <a:cubicBezTo>
                    <a:pt x="246" y="301"/>
                    <a:pt x="243" y="296"/>
                    <a:pt x="241"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7" y="52"/>
                    <a:pt x="39"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3" name="Freeform 261">
              <a:extLst>
                <a:ext uri="{FF2B5EF4-FFF2-40B4-BE49-F238E27FC236}">
                  <a16:creationId xmlns:a16="http://schemas.microsoft.com/office/drawing/2014/main" id="{F238148E-E2EE-D519-D8AF-0F264A9F7579}"/>
                </a:ext>
              </a:extLst>
            </p:cNvPr>
            <p:cNvSpPr>
              <a:spLocks noChangeArrowheads="1"/>
            </p:cNvSpPr>
            <p:nvPr/>
          </p:nvSpPr>
          <p:spPr bwMode="auto">
            <a:xfrm>
              <a:off x="9529763" y="4098925"/>
              <a:ext cx="76200" cy="138113"/>
            </a:xfrm>
            <a:custGeom>
              <a:avLst/>
              <a:gdLst>
                <a:gd name="T0" fmla="*/ 41 w 210"/>
                <a:gd name="T1" fmla="*/ 376 h 383"/>
                <a:gd name="T2" fmla="*/ 41 w 210"/>
                <a:gd name="T3" fmla="*/ 376 h 383"/>
                <a:gd name="T4" fmla="*/ 66 w 210"/>
                <a:gd name="T5" fmla="*/ 380 h 383"/>
                <a:gd name="T6" fmla="*/ 86 w 210"/>
                <a:gd name="T7" fmla="*/ 382 h 383"/>
                <a:gd name="T8" fmla="*/ 136 w 210"/>
                <a:gd name="T9" fmla="*/ 375 h 383"/>
                <a:gd name="T10" fmla="*/ 174 w 210"/>
                <a:gd name="T11" fmla="*/ 357 h 383"/>
                <a:gd name="T12" fmla="*/ 199 w 210"/>
                <a:gd name="T13" fmla="*/ 327 h 383"/>
                <a:gd name="T14" fmla="*/ 209 w 210"/>
                <a:gd name="T15" fmla="*/ 284 h 383"/>
                <a:gd name="T16" fmla="*/ 203 w 210"/>
                <a:gd name="T17" fmla="*/ 253 h 383"/>
                <a:gd name="T18" fmla="*/ 185 w 210"/>
                <a:gd name="T19" fmla="*/ 225 h 383"/>
                <a:gd name="T20" fmla="*/ 156 w 210"/>
                <a:gd name="T21" fmla="*/ 201 h 383"/>
                <a:gd name="T22" fmla="*/ 117 w 210"/>
                <a:gd name="T23" fmla="*/ 177 h 383"/>
                <a:gd name="T24" fmla="*/ 80 w 210"/>
                <a:gd name="T25" fmla="*/ 155 h 383"/>
                <a:gd name="T26" fmla="*/ 55 w 210"/>
                <a:gd name="T27" fmla="*/ 137 h 383"/>
                <a:gd name="T28" fmla="*/ 41 w 210"/>
                <a:gd name="T29" fmla="*/ 118 h 383"/>
                <a:gd name="T30" fmla="*/ 37 w 210"/>
                <a:gd name="T31" fmla="*/ 93 h 383"/>
                <a:gd name="T32" fmla="*/ 42 w 210"/>
                <a:gd name="T33" fmla="*/ 66 h 383"/>
                <a:gd name="T34" fmla="*/ 60 w 210"/>
                <a:gd name="T35" fmla="*/ 47 h 383"/>
                <a:gd name="T36" fmla="*/ 85 w 210"/>
                <a:gd name="T37" fmla="*/ 36 h 383"/>
                <a:gd name="T38" fmla="*/ 117 w 210"/>
                <a:gd name="T39" fmla="*/ 32 h 383"/>
                <a:gd name="T40" fmla="*/ 193 w 210"/>
                <a:gd name="T41" fmla="*/ 50 h 383"/>
                <a:gd name="T42" fmla="*/ 193 w 210"/>
                <a:gd name="T43" fmla="*/ 12 h 383"/>
                <a:gd name="T44" fmla="*/ 121 w 210"/>
                <a:gd name="T45" fmla="*/ 0 h 383"/>
                <a:gd name="T46" fmla="*/ 74 w 210"/>
                <a:gd name="T47" fmla="*/ 7 h 383"/>
                <a:gd name="T48" fmla="*/ 36 w 210"/>
                <a:gd name="T49" fmla="*/ 26 h 383"/>
                <a:gd name="T50" fmla="*/ 11 w 210"/>
                <a:gd name="T51" fmla="*/ 56 h 383"/>
                <a:gd name="T52" fmla="*/ 1 w 210"/>
                <a:gd name="T53" fmla="*/ 96 h 383"/>
                <a:gd name="T54" fmla="*/ 5 w 210"/>
                <a:gd name="T55" fmla="*/ 128 h 383"/>
                <a:gd name="T56" fmla="*/ 22 w 210"/>
                <a:gd name="T57" fmla="*/ 154 h 383"/>
                <a:gd name="T58" fmla="*/ 49 w 210"/>
                <a:gd name="T59" fmla="*/ 177 h 383"/>
                <a:gd name="T60" fmla="*/ 89 w 210"/>
                <a:gd name="T61" fmla="*/ 202 h 383"/>
                <a:gd name="T62" fmla="*/ 126 w 210"/>
                <a:gd name="T63" fmla="*/ 222 h 383"/>
                <a:gd name="T64" fmla="*/ 152 w 210"/>
                <a:gd name="T65" fmla="*/ 242 h 383"/>
                <a:gd name="T66" fmla="*/ 167 w 210"/>
                <a:gd name="T67" fmla="*/ 262 h 383"/>
                <a:gd name="T68" fmla="*/ 173 w 210"/>
                <a:gd name="T69" fmla="*/ 288 h 383"/>
                <a:gd name="T70" fmla="*/ 152 w 210"/>
                <a:gd name="T71" fmla="*/ 335 h 383"/>
                <a:gd name="T72" fmla="*/ 89 w 210"/>
                <a:gd name="T73" fmla="*/ 350 h 383"/>
                <a:gd name="T74" fmla="*/ 66 w 210"/>
                <a:gd name="T75" fmla="*/ 349 h 383"/>
                <a:gd name="T76" fmla="*/ 42 w 210"/>
                <a:gd name="T77" fmla="*/ 343 h 383"/>
                <a:gd name="T78" fmla="*/ 20 w 210"/>
                <a:gd name="T79" fmla="*/ 334 h 383"/>
                <a:gd name="T80" fmla="*/ 0 w 210"/>
                <a:gd name="T81" fmla="*/ 321 h 383"/>
                <a:gd name="T82" fmla="*/ 0 w 210"/>
                <a:gd name="T83" fmla="*/ 361 h 383"/>
                <a:gd name="T84" fmla="*/ 18 w 210"/>
                <a:gd name="T85" fmla="*/ 369 h 383"/>
                <a:gd name="T86" fmla="*/ 41 w 210"/>
                <a:gd name="T87" fmla="*/ 37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41" y="376"/>
                  </a:moveTo>
                  <a:lnTo>
                    <a:pt x="41" y="376"/>
                  </a:lnTo>
                  <a:cubicBezTo>
                    <a:pt x="49" y="378"/>
                    <a:pt x="58" y="379"/>
                    <a:pt x="66" y="380"/>
                  </a:cubicBezTo>
                  <a:cubicBezTo>
                    <a:pt x="74" y="382"/>
                    <a:pt x="81" y="382"/>
                    <a:pt x="86" y="382"/>
                  </a:cubicBezTo>
                  <a:cubicBezTo>
                    <a:pt x="104" y="382"/>
                    <a:pt x="121" y="379"/>
                    <a:pt x="136" y="375"/>
                  </a:cubicBezTo>
                  <a:cubicBezTo>
                    <a:pt x="151" y="371"/>
                    <a:pt x="163" y="365"/>
                    <a:pt x="174" y="357"/>
                  </a:cubicBezTo>
                  <a:cubicBezTo>
                    <a:pt x="185" y="349"/>
                    <a:pt x="193" y="339"/>
                    <a:pt x="199" y="327"/>
                  </a:cubicBezTo>
                  <a:cubicBezTo>
                    <a:pt x="206" y="314"/>
                    <a:pt x="209" y="301"/>
                    <a:pt x="209" y="284"/>
                  </a:cubicBezTo>
                  <a:cubicBezTo>
                    <a:pt x="209" y="272"/>
                    <a:pt x="207" y="262"/>
                    <a:pt x="203" y="253"/>
                  </a:cubicBezTo>
                  <a:cubicBezTo>
                    <a:pt x="199" y="243"/>
                    <a:pt x="193" y="233"/>
                    <a:pt x="185" y="225"/>
                  </a:cubicBezTo>
                  <a:cubicBezTo>
                    <a:pt x="178" y="217"/>
                    <a:pt x="169" y="209"/>
                    <a:pt x="156" y="201"/>
                  </a:cubicBezTo>
                  <a:cubicBezTo>
                    <a:pt x="145" y="194"/>
                    <a:pt x="132" y="185"/>
                    <a:pt x="117" y="177"/>
                  </a:cubicBezTo>
                  <a:cubicBezTo>
                    <a:pt x="101" y="169"/>
                    <a:pt x="89" y="162"/>
                    <a:pt x="80" y="155"/>
                  </a:cubicBezTo>
                  <a:cubicBezTo>
                    <a:pt x="69" y="150"/>
                    <a:pt x="60" y="143"/>
                    <a:pt x="55" y="137"/>
                  </a:cubicBezTo>
                  <a:cubicBezTo>
                    <a:pt x="48" y="130"/>
                    <a:pt x="44" y="125"/>
                    <a:pt x="41" y="118"/>
                  </a:cubicBezTo>
                  <a:cubicBezTo>
                    <a:pt x="38" y="111"/>
                    <a:pt x="37" y="103"/>
                    <a:pt x="37" y="93"/>
                  </a:cubicBezTo>
                  <a:cubicBezTo>
                    <a:pt x="37" y="82"/>
                    <a:pt x="38" y="74"/>
                    <a:pt x="42" y="66"/>
                  </a:cubicBezTo>
                  <a:cubicBezTo>
                    <a:pt x="47" y="59"/>
                    <a:pt x="53" y="52"/>
                    <a:pt x="60" y="47"/>
                  </a:cubicBezTo>
                  <a:cubicBezTo>
                    <a:pt x="67" y="41"/>
                    <a:pt x="75" y="39"/>
                    <a:pt x="85" y="36"/>
                  </a:cubicBezTo>
                  <a:cubicBezTo>
                    <a:pt x="95" y="33"/>
                    <a:pt x="106" y="32"/>
                    <a:pt x="117" y="32"/>
                  </a:cubicBezTo>
                  <a:cubicBezTo>
                    <a:pt x="145" y="32"/>
                    <a:pt x="172" y="37"/>
                    <a:pt x="193" y="50"/>
                  </a:cubicBezTo>
                  <a:cubicBezTo>
                    <a:pt x="193" y="12"/>
                    <a:pt x="193" y="12"/>
                    <a:pt x="193" y="12"/>
                  </a:cubicBezTo>
                  <a:cubicBezTo>
                    <a:pt x="174" y="4"/>
                    <a:pt x="150" y="0"/>
                    <a:pt x="121" y="0"/>
                  </a:cubicBezTo>
                  <a:cubicBezTo>
                    <a:pt x="104" y="0"/>
                    <a:pt x="89" y="3"/>
                    <a:pt x="74" y="7"/>
                  </a:cubicBezTo>
                  <a:cubicBezTo>
                    <a:pt x="59" y="11"/>
                    <a:pt x="47" y="18"/>
                    <a:pt x="36" y="26"/>
                  </a:cubicBezTo>
                  <a:cubicBezTo>
                    <a:pt x="25" y="34"/>
                    <a:pt x="16" y="44"/>
                    <a:pt x="11" y="56"/>
                  </a:cubicBezTo>
                  <a:cubicBezTo>
                    <a:pt x="4" y="69"/>
                    <a:pt x="1" y="81"/>
                    <a:pt x="1" y="96"/>
                  </a:cubicBezTo>
                  <a:cubicBezTo>
                    <a:pt x="1" y="109"/>
                    <a:pt x="3" y="118"/>
                    <a:pt x="5" y="128"/>
                  </a:cubicBezTo>
                  <a:cubicBezTo>
                    <a:pt x="10" y="137"/>
                    <a:pt x="15" y="146"/>
                    <a:pt x="22" y="154"/>
                  </a:cubicBezTo>
                  <a:cubicBezTo>
                    <a:pt x="29" y="162"/>
                    <a:pt x="38" y="170"/>
                    <a:pt x="49" y="177"/>
                  </a:cubicBezTo>
                  <a:cubicBezTo>
                    <a:pt x="60" y="185"/>
                    <a:pt x="74" y="194"/>
                    <a:pt x="89" y="202"/>
                  </a:cubicBezTo>
                  <a:cubicBezTo>
                    <a:pt x="104" y="210"/>
                    <a:pt x="117" y="217"/>
                    <a:pt x="126" y="222"/>
                  </a:cubicBezTo>
                  <a:cubicBezTo>
                    <a:pt x="137" y="229"/>
                    <a:pt x="145" y="235"/>
                    <a:pt x="152" y="242"/>
                  </a:cubicBezTo>
                  <a:cubicBezTo>
                    <a:pt x="159" y="249"/>
                    <a:pt x="165" y="255"/>
                    <a:pt x="167" y="262"/>
                  </a:cubicBezTo>
                  <a:cubicBezTo>
                    <a:pt x="172" y="269"/>
                    <a:pt x="173" y="279"/>
                    <a:pt x="173" y="288"/>
                  </a:cubicBezTo>
                  <a:cubicBezTo>
                    <a:pt x="173" y="308"/>
                    <a:pt x="166" y="324"/>
                    <a:pt x="152" y="335"/>
                  </a:cubicBezTo>
                  <a:cubicBezTo>
                    <a:pt x="139" y="345"/>
                    <a:pt x="117" y="350"/>
                    <a:pt x="89" y="350"/>
                  </a:cubicBezTo>
                  <a:cubicBezTo>
                    <a:pt x="82" y="350"/>
                    <a:pt x="74" y="350"/>
                    <a:pt x="66" y="349"/>
                  </a:cubicBezTo>
                  <a:cubicBezTo>
                    <a:pt x="59" y="347"/>
                    <a:pt x="51" y="346"/>
                    <a:pt x="42" y="343"/>
                  </a:cubicBezTo>
                  <a:cubicBezTo>
                    <a:pt x="36" y="341"/>
                    <a:pt x="27" y="338"/>
                    <a:pt x="20" y="334"/>
                  </a:cubicBezTo>
                  <a:cubicBezTo>
                    <a:pt x="12" y="330"/>
                    <a:pt x="5" y="325"/>
                    <a:pt x="0" y="321"/>
                  </a:cubicBezTo>
                  <a:cubicBezTo>
                    <a:pt x="0" y="361"/>
                    <a:pt x="0" y="361"/>
                    <a:pt x="0" y="361"/>
                  </a:cubicBezTo>
                  <a:cubicBezTo>
                    <a:pt x="4" y="364"/>
                    <a:pt x="10" y="367"/>
                    <a:pt x="18" y="369"/>
                  </a:cubicBezTo>
                  <a:cubicBezTo>
                    <a:pt x="25" y="372"/>
                    <a:pt x="33" y="375"/>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4" name="Group 317">
            <a:extLst>
              <a:ext uri="{FF2B5EF4-FFF2-40B4-BE49-F238E27FC236}">
                <a16:creationId xmlns:a16="http://schemas.microsoft.com/office/drawing/2014/main" id="{D055D41B-9DF9-6380-DC62-10178E93030C}"/>
              </a:ext>
            </a:extLst>
          </p:cNvPr>
          <p:cNvGrpSpPr/>
          <p:nvPr/>
        </p:nvGrpSpPr>
        <p:grpSpPr>
          <a:xfrm>
            <a:off x="8496424" y="4663703"/>
            <a:ext cx="150812" cy="254000"/>
            <a:chOff x="7354888" y="4984750"/>
            <a:chExt cx="150812" cy="254000"/>
          </a:xfrm>
          <a:solidFill>
            <a:schemeClr val="tx2"/>
          </a:solidFill>
        </p:grpSpPr>
        <p:sp>
          <p:nvSpPr>
            <p:cNvPr id="315" name="Freeform 262">
              <a:extLst>
                <a:ext uri="{FF2B5EF4-FFF2-40B4-BE49-F238E27FC236}">
                  <a16:creationId xmlns:a16="http://schemas.microsoft.com/office/drawing/2014/main" id="{7889681D-B64B-DFFE-17B8-46AA4ED424C0}"/>
                </a:ext>
              </a:extLst>
            </p:cNvPr>
            <p:cNvSpPr>
              <a:spLocks noChangeArrowheads="1"/>
            </p:cNvSpPr>
            <p:nvPr/>
          </p:nvSpPr>
          <p:spPr bwMode="auto">
            <a:xfrm>
              <a:off x="7424738" y="5016500"/>
              <a:ext cx="11112" cy="42863"/>
            </a:xfrm>
            <a:custGeom>
              <a:avLst/>
              <a:gdLst>
                <a:gd name="T0" fmla="*/ 15 w 30"/>
                <a:gd name="T1" fmla="*/ 116 h 117"/>
                <a:gd name="T2" fmla="*/ 15 w 30"/>
                <a:gd name="T3" fmla="*/ 116 h 117"/>
                <a:gd name="T4" fmla="*/ 29 w 30"/>
                <a:gd name="T5" fmla="*/ 101 h 117"/>
                <a:gd name="T6" fmla="*/ 29 w 30"/>
                <a:gd name="T7" fmla="*/ 13 h 117"/>
                <a:gd name="T8" fmla="*/ 15 w 30"/>
                <a:gd name="T9" fmla="*/ 0 h 117"/>
                <a:gd name="T10" fmla="*/ 0 w 30"/>
                <a:gd name="T11" fmla="*/ 13 h 117"/>
                <a:gd name="T12" fmla="*/ 0 w 30"/>
                <a:gd name="T13" fmla="*/ 101 h 117"/>
                <a:gd name="T14" fmla="*/ 15 w 30"/>
                <a:gd name="T15" fmla="*/ 116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15" y="116"/>
                  </a:moveTo>
                  <a:lnTo>
                    <a:pt x="15" y="116"/>
                  </a:lnTo>
                  <a:cubicBezTo>
                    <a:pt x="23" y="116"/>
                    <a:pt x="29" y="110"/>
                    <a:pt x="29" y="101"/>
                  </a:cubicBezTo>
                  <a:cubicBezTo>
                    <a:pt x="29" y="13"/>
                    <a:pt x="29" y="13"/>
                    <a:pt x="29" y="13"/>
                  </a:cubicBezTo>
                  <a:cubicBezTo>
                    <a:pt x="29" y="5"/>
                    <a:pt x="23" y="0"/>
                    <a:pt x="15" y="0"/>
                  </a:cubicBezTo>
                  <a:cubicBezTo>
                    <a:pt x="7" y="0"/>
                    <a:pt x="0" y="5"/>
                    <a:pt x="0" y="13"/>
                  </a:cubicBezTo>
                  <a:cubicBezTo>
                    <a:pt x="0" y="101"/>
                    <a:pt x="0" y="101"/>
                    <a:pt x="0" y="101"/>
                  </a:cubicBezTo>
                  <a:cubicBezTo>
                    <a:pt x="0" y="110"/>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6" name="Freeform 263">
              <a:extLst>
                <a:ext uri="{FF2B5EF4-FFF2-40B4-BE49-F238E27FC236}">
                  <a16:creationId xmlns:a16="http://schemas.microsoft.com/office/drawing/2014/main" id="{C4307061-2E29-3AE1-16D2-C7AFA3EE1D7D}"/>
                </a:ext>
              </a:extLst>
            </p:cNvPr>
            <p:cNvSpPr>
              <a:spLocks noChangeArrowheads="1"/>
            </p:cNvSpPr>
            <p:nvPr/>
          </p:nvSpPr>
          <p:spPr bwMode="auto">
            <a:xfrm>
              <a:off x="7354888" y="4984750"/>
              <a:ext cx="150812" cy="254000"/>
            </a:xfrm>
            <a:custGeom>
              <a:avLst/>
              <a:gdLst>
                <a:gd name="T0" fmla="*/ 51 w 417"/>
                <a:gd name="T1" fmla="*/ 651 h 704"/>
                <a:gd name="T2" fmla="*/ 51 w 417"/>
                <a:gd name="T3" fmla="*/ 651 h 704"/>
                <a:gd name="T4" fmla="*/ 179 w 417"/>
                <a:gd name="T5" fmla="*/ 703 h 704"/>
                <a:gd name="T6" fmla="*/ 238 w 417"/>
                <a:gd name="T7" fmla="*/ 703 h 704"/>
                <a:gd name="T8" fmla="*/ 365 w 417"/>
                <a:gd name="T9" fmla="*/ 651 h 704"/>
                <a:gd name="T10" fmla="*/ 416 w 417"/>
                <a:gd name="T11" fmla="*/ 523 h 704"/>
                <a:gd name="T12" fmla="*/ 416 w 417"/>
                <a:gd name="T13" fmla="*/ 512 h 704"/>
                <a:gd name="T14" fmla="*/ 416 w 417"/>
                <a:gd name="T15" fmla="*/ 512 h 704"/>
                <a:gd name="T16" fmla="*/ 412 w 417"/>
                <a:gd name="T17" fmla="*/ 351 h 704"/>
                <a:gd name="T18" fmla="*/ 416 w 417"/>
                <a:gd name="T19" fmla="*/ 191 h 704"/>
                <a:gd name="T20" fmla="*/ 416 w 417"/>
                <a:gd name="T21" fmla="*/ 191 h 704"/>
                <a:gd name="T22" fmla="*/ 416 w 417"/>
                <a:gd name="T23" fmla="*/ 180 h 704"/>
                <a:gd name="T24" fmla="*/ 365 w 417"/>
                <a:gd name="T25" fmla="*/ 52 h 704"/>
                <a:gd name="T26" fmla="*/ 238 w 417"/>
                <a:gd name="T27" fmla="*/ 0 h 704"/>
                <a:gd name="T28" fmla="*/ 179 w 417"/>
                <a:gd name="T29" fmla="*/ 0 h 704"/>
                <a:gd name="T30" fmla="*/ 51 w 417"/>
                <a:gd name="T31" fmla="*/ 52 h 704"/>
                <a:gd name="T32" fmla="*/ 0 w 417"/>
                <a:gd name="T33" fmla="*/ 180 h 704"/>
                <a:gd name="T34" fmla="*/ 2 w 417"/>
                <a:gd name="T35" fmla="*/ 191 h 704"/>
                <a:gd name="T36" fmla="*/ 2 w 417"/>
                <a:gd name="T37" fmla="*/ 191 h 704"/>
                <a:gd name="T38" fmla="*/ 4 w 417"/>
                <a:gd name="T39" fmla="*/ 351 h 704"/>
                <a:gd name="T40" fmla="*/ 2 w 417"/>
                <a:gd name="T41" fmla="*/ 512 h 704"/>
                <a:gd name="T42" fmla="*/ 2 w 417"/>
                <a:gd name="T43" fmla="*/ 512 h 704"/>
                <a:gd name="T44" fmla="*/ 0 w 417"/>
                <a:gd name="T45" fmla="*/ 523 h 704"/>
                <a:gd name="T46" fmla="*/ 51 w 417"/>
                <a:gd name="T47" fmla="*/ 651 h 704"/>
                <a:gd name="T48" fmla="*/ 345 w 417"/>
                <a:gd name="T49" fmla="*/ 630 h 704"/>
                <a:gd name="T50" fmla="*/ 345 w 417"/>
                <a:gd name="T51" fmla="*/ 630 h 704"/>
                <a:gd name="T52" fmla="*/ 238 w 417"/>
                <a:gd name="T53" fmla="*/ 672 h 704"/>
                <a:gd name="T54" fmla="*/ 179 w 417"/>
                <a:gd name="T55" fmla="*/ 672 h 704"/>
                <a:gd name="T56" fmla="*/ 72 w 417"/>
                <a:gd name="T57" fmla="*/ 630 h 704"/>
                <a:gd name="T58" fmla="*/ 30 w 417"/>
                <a:gd name="T59" fmla="*/ 523 h 704"/>
                <a:gd name="T60" fmla="*/ 30 w 417"/>
                <a:gd name="T61" fmla="*/ 513 h 704"/>
                <a:gd name="T62" fmla="*/ 30 w 417"/>
                <a:gd name="T63" fmla="*/ 513 h 704"/>
                <a:gd name="T64" fmla="*/ 34 w 417"/>
                <a:gd name="T65" fmla="*/ 351 h 704"/>
                <a:gd name="T66" fmla="*/ 33 w 417"/>
                <a:gd name="T67" fmla="*/ 292 h 704"/>
                <a:gd name="T68" fmla="*/ 383 w 417"/>
                <a:gd name="T69" fmla="*/ 292 h 704"/>
                <a:gd name="T70" fmla="*/ 383 w 417"/>
                <a:gd name="T71" fmla="*/ 351 h 704"/>
                <a:gd name="T72" fmla="*/ 386 w 417"/>
                <a:gd name="T73" fmla="*/ 513 h 704"/>
                <a:gd name="T74" fmla="*/ 386 w 417"/>
                <a:gd name="T75" fmla="*/ 513 h 704"/>
                <a:gd name="T76" fmla="*/ 387 w 417"/>
                <a:gd name="T77" fmla="*/ 523 h 704"/>
                <a:gd name="T78" fmla="*/ 345 w 417"/>
                <a:gd name="T79" fmla="*/ 630 h 704"/>
                <a:gd name="T80" fmla="*/ 72 w 417"/>
                <a:gd name="T81" fmla="*/ 73 h 704"/>
                <a:gd name="T82" fmla="*/ 72 w 417"/>
                <a:gd name="T83" fmla="*/ 73 h 704"/>
                <a:gd name="T84" fmla="*/ 179 w 417"/>
                <a:gd name="T85" fmla="*/ 29 h 704"/>
                <a:gd name="T86" fmla="*/ 238 w 417"/>
                <a:gd name="T87" fmla="*/ 29 h 704"/>
                <a:gd name="T88" fmla="*/ 345 w 417"/>
                <a:gd name="T89" fmla="*/ 73 h 704"/>
                <a:gd name="T90" fmla="*/ 387 w 417"/>
                <a:gd name="T91" fmla="*/ 180 h 704"/>
                <a:gd name="T92" fmla="*/ 386 w 417"/>
                <a:gd name="T93" fmla="*/ 189 h 704"/>
                <a:gd name="T94" fmla="*/ 386 w 417"/>
                <a:gd name="T95" fmla="*/ 189 h 704"/>
                <a:gd name="T96" fmla="*/ 384 w 417"/>
                <a:gd name="T97" fmla="*/ 263 h 704"/>
                <a:gd name="T98" fmla="*/ 33 w 417"/>
                <a:gd name="T99" fmla="*/ 263 h 704"/>
                <a:gd name="T100" fmla="*/ 30 w 417"/>
                <a:gd name="T101" fmla="*/ 189 h 704"/>
                <a:gd name="T102" fmla="*/ 30 w 417"/>
                <a:gd name="T103" fmla="*/ 189 h 704"/>
                <a:gd name="T104" fmla="*/ 30 w 417"/>
                <a:gd name="T105" fmla="*/ 180 h 704"/>
                <a:gd name="T106" fmla="*/ 72 w 417"/>
                <a:gd name="T107"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17" h="704">
                  <a:moveTo>
                    <a:pt x="51" y="651"/>
                  </a:moveTo>
                  <a:lnTo>
                    <a:pt x="51" y="651"/>
                  </a:lnTo>
                  <a:cubicBezTo>
                    <a:pt x="83" y="682"/>
                    <a:pt x="128" y="703"/>
                    <a:pt x="179" y="703"/>
                  </a:cubicBezTo>
                  <a:cubicBezTo>
                    <a:pt x="199" y="703"/>
                    <a:pt x="218" y="703"/>
                    <a:pt x="238" y="703"/>
                  </a:cubicBezTo>
                  <a:cubicBezTo>
                    <a:pt x="288" y="703"/>
                    <a:pt x="334" y="682"/>
                    <a:pt x="365" y="651"/>
                  </a:cubicBezTo>
                  <a:cubicBezTo>
                    <a:pt x="397" y="618"/>
                    <a:pt x="416" y="572"/>
                    <a:pt x="416" y="523"/>
                  </a:cubicBezTo>
                  <a:cubicBezTo>
                    <a:pt x="416" y="519"/>
                    <a:pt x="416" y="515"/>
                    <a:pt x="416" y="512"/>
                  </a:cubicBezTo>
                  <a:lnTo>
                    <a:pt x="416" y="512"/>
                  </a:lnTo>
                  <a:cubicBezTo>
                    <a:pt x="413" y="458"/>
                    <a:pt x="412" y="405"/>
                    <a:pt x="412" y="351"/>
                  </a:cubicBezTo>
                  <a:cubicBezTo>
                    <a:pt x="412" y="298"/>
                    <a:pt x="413" y="244"/>
                    <a:pt x="416" y="191"/>
                  </a:cubicBezTo>
                  <a:lnTo>
                    <a:pt x="416" y="191"/>
                  </a:lnTo>
                  <a:cubicBezTo>
                    <a:pt x="416" y="187"/>
                    <a:pt x="416" y="182"/>
                    <a:pt x="416" y="180"/>
                  </a:cubicBezTo>
                  <a:cubicBezTo>
                    <a:pt x="416" y="129"/>
                    <a:pt x="397" y="84"/>
                    <a:pt x="365" y="52"/>
                  </a:cubicBezTo>
                  <a:cubicBezTo>
                    <a:pt x="334" y="19"/>
                    <a:pt x="288" y="0"/>
                    <a:pt x="238" y="0"/>
                  </a:cubicBezTo>
                  <a:cubicBezTo>
                    <a:pt x="218" y="0"/>
                    <a:pt x="199" y="0"/>
                    <a:pt x="179" y="0"/>
                  </a:cubicBezTo>
                  <a:cubicBezTo>
                    <a:pt x="128" y="0"/>
                    <a:pt x="83" y="19"/>
                    <a:pt x="51" y="52"/>
                  </a:cubicBezTo>
                  <a:cubicBezTo>
                    <a:pt x="19" y="84"/>
                    <a:pt x="0" y="129"/>
                    <a:pt x="0" y="180"/>
                  </a:cubicBezTo>
                  <a:cubicBezTo>
                    <a:pt x="0" y="182"/>
                    <a:pt x="0" y="187"/>
                    <a:pt x="2" y="191"/>
                  </a:cubicBezTo>
                  <a:lnTo>
                    <a:pt x="2" y="191"/>
                  </a:lnTo>
                  <a:cubicBezTo>
                    <a:pt x="3" y="244"/>
                    <a:pt x="4" y="298"/>
                    <a:pt x="4" y="351"/>
                  </a:cubicBezTo>
                  <a:cubicBezTo>
                    <a:pt x="4" y="405"/>
                    <a:pt x="3" y="458"/>
                    <a:pt x="2" y="512"/>
                  </a:cubicBezTo>
                  <a:lnTo>
                    <a:pt x="2" y="512"/>
                  </a:lnTo>
                  <a:cubicBezTo>
                    <a:pt x="0" y="515"/>
                    <a:pt x="0" y="519"/>
                    <a:pt x="0" y="523"/>
                  </a:cubicBezTo>
                  <a:cubicBezTo>
                    <a:pt x="0" y="572"/>
                    <a:pt x="19" y="618"/>
                    <a:pt x="51" y="651"/>
                  </a:cubicBezTo>
                  <a:close/>
                  <a:moveTo>
                    <a:pt x="345" y="630"/>
                  </a:moveTo>
                  <a:lnTo>
                    <a:pt x="345" y="630"/>
                  </a:lnTo>
                  <a:cubicBezTo>
                    <a:pt x="319" y="656"/>
                    <a:pt x="282" y="672"/>
                    <a:pt x="238" y="672"/>
                  </a:cubicBezTo>
                  <a:cubicBezTo>
                    <a:pt x="218" y="672"/>
                    <a:pt x="199" y="672"/>
                    <a:pt x="179" y="672"/>
                  </a:cubicBezTo>
                  <a:cubicBezTo>
                    <a:pt x="135" y="672"/>
                    <a:pt x="99" y="656"/>
                    <a:pt x="72" y="630"/>
                  </a:cubicBezTo>
                  <a:cubicBezTo>
                    <a:pt x="45" y="602"/>
                    <a:pt x="30" y="565"/>
                    <a:pt x="30" y="523"/>
                  </a:cubicBezTo>
                  <a:cubicBezTo>
                    <a:pt x="30" y="519"/>
                    <a:pt x="30" y="516"/>
                    <a:pt x="30" y="513"/>
                  </a:cubicBezTo>
                  <a:lnTo>
                    <a:pt x="30" y="513"/>
                  </a:lnTo>
                  <a:cubicBezTo>
                    <a:pt x="33" y="458"/>
                    <a:pt x="34" y="405"/>
                    <a:pt x="34" y="351"/>
                  </a:cubicBezTo>
                  <a:cubicBezTo>
                    <a:pt x="34" y="331"/>
                    <a:pt x="33" y="311"/>
                    <a:pt x="33" y="292"/>
                  </a:cubicBezTo>
                  <a:cubicBezTo>
                    <a:pt x="383" y="292"/>
                    <a:pt x="383" y="292"/>
                    <a:pt x="383" y="292"/>
                  </a:cubicBezTo>
                  <a:cubicBezTo>
                    <a:pt x="383" y="311"/>
                    <a:pt x="383" y="331"/>
                    <a:pt x="383" y="351"/>
                  </a:cubicBezTo>
                  <a:cubicBezTo>
                    <a:pt x="383" y="405"/>
                    <a:pt x="384" y="458"/>
                    <a:pt x="386" y="513"/>
                  </a:cubicBezTo>
                  <a:lnTo>
                    <a:pt x="386" y="513"/>
                  </a:lnTo>
                  <a:cubicBezTo>
                    <a:pt x="387" y="516"/>
                    <a:pt x="387" y="519"/>
                    <a:pt x="387" y="523"/>
                  </a:cubicBezTo>
                  <a:cubicBezTo>
                    <a:pt x="387" y="565"/>
                    <a:pt x="371" y="602"/>
                    <a:pt x="345" y="630"/>
                  </a:cubicBezTo>
                  <a:close/>
                  <a:moveTo>
                    <a:pt x="72" y="73"/>
                  </a:moveTo>
                  <a:lnTo>
                    <a:pt x="72" y="73"/>
                  </a:lnTo>
                  <a:cubicBezTo>
                    <a:pt x="99" y="45"/>
                    <a:pt x="135" y="29"/>
                    <a:pt x="179" y="29"/>
                  </a:cubicBezTo>
                  <a:cubicBezTo>
                    <a:pt x="199" y="29"/>
                    <a:pt x="218" y="29"/>
                    <a:pt x="238" y="29"/>
                  </a:cubicBezTo>
                  <a:cubicBezTo>
                    <a:pt x="282" y="29"/>
                    <a:pt x="319" y="45"/>
                    <a:pt x="345" y="73"/>
                  </a:cubicBezTo>
                  <a:cubicBezTo>
                    <a:pt x="371" y="99"/>
                    <a:pt x="387" y="137"/>
                    <a:pt x="387" y="180"/>
                  </a:cubicBezTo>
                  <a:cubicBezTo>
                    <a:pt x="387" y="182"/>
                    <a:pt x="387" y="185"/>
                    <a:pt x="386" y="189"/>
                  </a:cubicBezTo>
                  <a:lnTo>
                    <a:pt x="386" y="189"/>
                  </a:lnTo>
                  <a:cubicBezTo>
                    <a:pt x="386" y="214"/>
                    <a:pt x="384" y="239"/>
                    <a:pt x="384" y="263"/>
                  </a:cubicBezTo>
                  <a:cubicBezTo>
                    <a:pt x="33" y="263"/>
                    <a:pt x="33" y="263"/>
                    <a:pt x="33" y="263"/>
                  </a:cubicBezTo>
                  <a:cubicBezTo>
                    <a:pt x="32" y="239"/>
                    <a:pt x="32" y="214"/>
                    <a:pt x="30" y="189"/>
                  </a:cubicBezTo>
                  <a:lnTo>
                    <a:pt x="30" y="189"/>
                  </a:lnTo>
                  <a:cubicBezTo>
                    <a:pt x="30" y="185"/>
                    <a:pt x="30" y="182"/>
                    <a:pt x="30" y="180"/>
                  </a:cubicBezTo>
                  <a:cubicBezTo>
                    <a:pt x="30" y="137"/>
                    <a:pt x="45" y="99"/>
                    <a:pt x="72"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ACA75C23-CFEA-8EB4-DC73-094C822CB39F}"/>
              </a:ext>
            </a:extLst>
          </p:cNvPr>
          <p:cNvGrpSpPr/>
          <p:nvPr/>
        </p:nvGrpSpPr>
        <p:grpSpPr>
          <a:xfrm>
            <a:off x="10066461" y="5157416"/>
            <a:ext cx="136525" cy="254000"/>
            <a:chOff x="8924925" y="5483225"/>
            <a:chExt cx="136525" cy="254000"/>
          </a:xfrm>
          <a:solidFill>
            <a:schemeClr val="tx2"/>
          </a:solidFill>
        </p:grpSpPr>
        <p:sp>
          <p:nvSpPr>
            <p:cNvPr id="318" name="Freeform 264">
              <a:extLst>
                <a:ext uri="{FF2B5EF4-FFF2-40B4-BE49-F238E27FC236}">
                  <a16:creationId xmlns:a16="http://schemas.microsoft.com/office/drawing/2014/main" id="{8EBDF5AD-B13C-4E80-4918-CC5EBA02E2AB}"/>
                </a:ext>
              </a:extLst>
            </p:cNvPr>
            <p:cNvSpPr>
              <a:spLocks noChangeArrowheads="1"/>
            </p:cNvSpPr>
            <p:nvPr/>
          </p:nvSpPr>
          <p:spPr bwMode="auto">
            <a:xfrm>
              <a:off x="8945563" y="5492750"/>
              <a:ext cx="23812" cy="33338"/>
            </a:xfrm>
            <a:custGeom>
              <a:avLst/>
              <a:gdLst>
                <a:gd name="T0" fmla="*/ 52 w 64"/>
                <a:gd name="T1" fmla="*/ 88 h 93"/>
                <a:gd name="T2" fmla="*/ 52 w 64"/>
                <a:gd name="T3" fmla="*/ 88 h 93"/>
                <a:gd name="T4" fmla="*/ 59 w 64"/>
                <a:gd name="T5" fmla="*/ 69 h 93"/>
                <a:gd name="T6" fmla="*/ 30 w 64"/>
                <a:gd name="T7" fmla="*/ 10 h 93"/>
                <a:gd name="T8" fmla="*/ 10 w 64"/>
                <a:gd name="T9" fmla="*/ 3 h 93"/>
                <a:gd name="T10" fmla="*/ 3 w 64"/>
                <a:gd name="T11" fmla="*/ 23 h 93"/>
                <a:gd name="T12" fmla="*/ 33 w 64"/>
                <a:gd name="T13" fmla="*/ 81 h 93"/>
                <a:gd name="T14" fmla="*/ 52 w 64"/>
                <a:gd name="T15" fmla="*/ 88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52" y="88"/>
                  </a:moveTo>
                  <a:lnTo>
                    <a:pt x="52" y="88"/>
                  </a:lnTo>
                  <a:cubicBezTo>
                    <a:pt x="59" y="84"/>
                    <a:pt x="63" y="75"/>
                    <a:pt x="59" y="69"/>
                  </a:cubicBezTo>
                  <a:cubicBezTo>
                    <a:pt x="30" y="10"/>
                    <a:pt x="30" y="10"/>
                    <a:pt x="30" y="10"/>
                  </a:cubicBezTo>
                  <a:cubicBezTo>
                    <a:pt x="26" y="3"/>
                    <a:pt x="17" y="0"/>
                    <a:pt x="10" y="3"/>
                  </a:cubicBezTo>
                  <a:cubicBezTo>
                    <a:pt x="3" y="7"/>
                    <a:pt x="0" y="15"/>
                    <a:pt x="3" y="23"/>
                  </a:cubicBezTo>
                  <a:cubicBezTo>
                    <a:pt x="33" y="81"/>
                    <a:pt x="33" y="81"/>
                    <a:pt x="33" y="81"/>
                  </a:cubicBezTo>
                  <a:cubicBezTo>
                    <a:pt x="36" y="88"/>
                    <a:pt x="45" y="92"/>
                    <a:pt x="52"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65">
              <a:extLst>
                <a:ext uri="{FF2B5EF4-FFF2-40B4-BE49-F238E27FC236}">
                  <a16:creationId xmlns:a16="http://schemas.microsoft.com/office/drawing/2014/main" id="{E741866D-1621-5522-B0C2-11598527D5D0}"/>
                </a:ext>
              </a:extLst>
            </p:cNvPr>
            <p:cNvSpPr>
              <a:spLocks noChangeArrowheads="1"/>
            </p:cNvSpPr>
            <p:nvPr/>
          </p:nvSpPr>
          <p:spPr bwMode="auto">
            <a:xfrm>
              <a:off x="9018588" y="5492750"/>
              <a:ext cx="23812" cy="33338"/>
            </a:xfrm>
            <a:custGeom>
              <a:avLst/>
              <a:gdLst>
                <a:gd name="T0" fmla="*/ 30 w 64"/>
                <a:gd name="T1" fmla="*/ 81 h 93"/>
                <a:gd name="T2" fmla="*/ 30 w 64"/>
                <a:gd name="T3" fmla="*/ 81 h 93"/>
                <a:gd name="T4" fmla="*/ 59 w 64"/>
                <a:gd name="T5" fmla="*/ 23 h 93"/>
                <a:gd name="T6" fmla="*/ 52 w 64"/>
                <a:gd name="T7" fmla="*/ 3 h 93"/>
                <a:gd name="T8" fmla="*/ 33 w 64"/>
                <a:gd name="T9" fmla="*/ 10 h 93"/>
                <a:gd name="T10" fmla="*/ 4 w 64"/>
                <a:gd name="T11" fmla="*/ 69 h 93"/>
                <a:gd name="T12" fmla="*/ 11 w 64"/>
                <a:gd name="T13" fmla="*/ 88 h 93"/>
                <a:gd name="T14" fmla="*/ 30 w 64"/>
                <a:gd name="T15" fmla="*/ 81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30" y="81"/>
                  </a:moveTo>
                  <a:lnTo>
                    <a:pt x="30" y="81"/>
                  </a:lnTo>
                  <a:cubicBezTo>
                    <a:pt x="59" y="23"/>
                    <a:pt x="59" y="23"/>
                    <a:pt x="59" y="23"/>
                  </a:cubicBezTo>
                  <a:cubicBezTo>
                    <a:pt x="63" y="15"/>
                    <a:pt x="60" y="7"/>
                    <a:pt x="52" y="3"/>
                  </a:cubicBezTo>
                  <a:cubicBezTo>
                    <a:pt x="45" y="0"/>
                    <a:pt x="37" y="3"/>
                    <a:pt x="33" y="10"/>
                  </a:cubicBezTo>
                  <a:cubicBezTo>
                    <a:pt x="4" y="69"/>
                    <a:pt x="4" y="69"/>
                    <a:pt x="4" y="69"/>
                  </a:cubicBezTo>
                  <a:cubicBezTo>
                    <a:pt x="0" y="75"/>
                    <a:pt x="2" y="84"/>
                    <a:pt x="11" y="88"/>
                  </a:cubicBezTo>
                  <a:cubicBezTo>
                    <a:pt x="17" y="92"/>
                    <a:pt x="26" y="88"/>
                    <a:pt x="30"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6">
              <a:extLst>
                <a:ext uri="{FF2B5EF4-FFF2-40B4-BE49-F238E27FC236}">
                  <a16:creationId xmlns:a16="http://schemas.microsoft.com/office/drawing/2014/main" id="{5DED9AF1-3517-ECD8-BE1A-67BAC7A0B63B}"/>
                </a:ext>
              </a:extLst>
            </p:cNvPr>
            <p:cNvSpPr>
              <a:spLocks noChangeArrowheads="1"/>
            </p:cNvSpPr>
            <p:nvPr/>
          </p:nvSpPr>
          <p:spPr bwMode="auto">
            <a:xfrm>
              <a:off x="8988425" y="5483225"/>
              <a:ext cx="11113" cy="42863"/>
            </a:xfrm>
            <a:custGeom>
              <a:avLst/>
              <a:gdLst>
                <a:gd name="T0" fmla="*/ 29 w 30"/>
                <a:gd name="T1" fmla="*/ 101 h 117"/>
                <a:gd name="T2" fmla="*/ 29 w 30"/>
                <a:gd name="T3" fmla="*/ 101 h 117"/>
                <a:gd name="T4" fmla="*/ 29 w 30"/>
                <a:gd name="T5" fmla="*/ 13 h 117"/>
                <a:gd name="T6" fmla="*/ 14 w 30"/>
                <a:gd name="T7" fmla="*/ 0 h 117"/>
                <a:gd name="T8" fmla="*/ 0 w 30"/>
                <a:gd name="T9" fmla="*/ 13 h 117"/>
                <a:gd name="T10" fmla="*/ 0 w 30"/>
                <a:gd name="T11" fmla="*/ 101 h 117"/>
                <a:gd name="T12" fmla="*/ 14 w 30"/>
                <a:gd name="T13" fmla="*/ 116 h 117"/>
                <a:gd name="T14" fmla="*/ 29 w 30"/>
                <a:gd name="T15" fmla="*/ 101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29" y="101"/>
                  </a:moveTo>
                  <a:lnTo>
                    <a:pt x="29" y="101"/>
                  </a:lnTo>
                  <a:cubicBezTo>
                    <a:pt x="29" y="13"/>
                    <a:pt x="29" y="13"/>
                    <a:pt x="29" y="13"/>
                  </a:cubicBezTo>
                  <a:cubicBezTo>
                    <a:pt x="29" y="6"/>
                    <a:pt x="22" y="0"/>
                    <a:pt x="14" y="0"/>
                  </a:cubicBezTo>
                  <a:cubicBezTo>
                    <a:pt x="6" y="0"/>
                    <a:pt x="0" y="6"/>
                    <a:pt x="0" y="13"/>
                  </a:cubicBezTo>
                  <a:cubicBezTo>
                    <a:pt x="0" y="101"/>
                    <a:pt x="0" y="101"/>
                    <a:pt x="0" y="101"/>
                  </a:cubicBezTo>
                  <a:cubicBezTo>
                    <a:pt x="0" y="109"/>
                    <a:pt x="6" y="116"/>
                    <a:pt x="14" y="116"/>
                  </a:cubicBezTo>
                  <a:cubicBezTo>
                    <a:pt x="22" y="116"/>
                    <a:pt x="29" y="109"/>
                    <a:pt x="29" y="1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7">
              <a:extLst>
                <a:ext uri="{FF2B5EF4-FFF2-40B4-BE49-F238E27FC236}">
                  <a16:creationId xmlns:a16="http://schemas.microsoft.com/office/drawing/2014/main" id="{23FEDD53-36D8-B0DA-B61A-5204BE038D7F}"/>
                </a:ext>
              </a:extLst>
            </p:cNvPr>
            <p:cNvSpPr>
              <a:spLocks noChangeArrowheads="1"/>
            </p:cNvSpPr>
            <p:nvPr/>
          </p:nvSpPr>
          <p:spPr bwMode="auto">
            <a:xfrm>
              <a:off x="8924925" y="5535613"/>
              <a:ext cx="136525" cy="201612"/>
            </a:xfrm>
            <a:custGeom>
              <a:avLst/>
              <a:gdLst>
                <a:gd name="T0" fmla="*/ 380 w 381"/>
                <a:gd name="T1" fmla="*/ 103 h 558"/>
                <a:gd name="T2" fmla="*/ 380 w 381"/>
                <a:gd name="T3" fmla="*/ 103 h 558"/>
                <a:gd name="T4" fmla="*/ 380 w 381"/>
                <a:gd name="T5" fmla="*/ 99 h 558"/>
                <a:gd name="T6" fmla="*/ 380 w 381"/>
                <a:gd name="T7" fmla="*/ 15 h 558"/>
                <a:gd name="T8" fmla="*/ 376 w 381"/>
                <a:gd name="T9" fmla="*/ 6 h 558"/>
                <a:gd name="T10" fmla="*/ 365 w 381"/>
                <a:gd name="T11" fmla="*/ 0 h 558"/>
                <a:gd name="T12" fmla="*/ 13 w 381"/>
                <a:gd name="T13" fmla="*/ 0 h 558"/>
                <a:gd name="T14" fmla="*/ 4 w 381"/>
                <a:gd name="T15" fmla="*/ 6 h 558"/>
                <a:gd name="T16" fmla="*/ 0 w 381"/>
                <a:gd name="T17" fmla="*/ 15 h 558"/>
                <a:gd name="T18" fmla="*/ 0 w 381"/>
                <a:gd name="T19" fmla="*/ 99 h 558"/>
                <a:gd name="T20" fmla="*/ 0 w 381"/>
                <a:gd name="T21" fmla="*/ 103 h 558"/>
                <a:gd name="T22" fmla="*/ 0 w 381"/>
                <a:gd name="T23" fmla="*/ 103 h 558"/>
                <a:gd name="T24" fmla="*/ 0 w 381"/>
                <a:gd name="T25" fmla="*/ 104 h 558"/>
                <a:gd name="T26" fmla="*/ 88 w 381"/>
                <a:gd name="T27" fmla="*/ 231 h 558"/>
                <a:gd name="T28" fmla="*/ 88 w 381"/>
                <a:gd name="T29" fmla="*/ 513 h 558"/>
                <a:gd name="T30" fmla="*/ 132 w 381"/>
                <a:gd name="T31" fmla="*/ 557 h 558"/>
                <a:gd name="T32" fmla="*/ 248 w 381"/>
                <a:gd name="T33" fmla="*/ 557 h 558"/>
                <a:gd name="T34" fmla="*/ 292 w 381"/>
                <a:gd name="T35" fmla="*/ 513 h 558"/>
                <a:gd name="T36" fmla="*/ 292 w 381"/>
                <a:gd name="T37" fmla="*/ 231 h 558"/>
                <a:gd name="T38" fmla="*/ 380 w 381"/>
                <a:gd name="T39" fmla="*/ 104 h 558"/>
                <a:gd name="T40" fmla="*/ 380 w 381"/>
                <a:gd name="T41" fmla="*/ 103 h 558"/>
                <a:gd name="T42" fmla="*/ 351 w 381"/>
                <a:gd name="T43" fmla="*/ 88 h 558"/>
                <a:gd name="T44" fmla="*/ 351 w 381"/>
                <a:gd name="T45" fmla="*/ 88 h 558"/>
                <a:gd name="T46" fmla="*/ 29 w 381"/>
                <a:gd name="T47" fmla="*/ 88 h 558"/>
                <a:gd name="T48" fmla="*/ 29 w 381"/>
                <a:gd name="T49" fmla="*/ 30 h 558"/>
                <a:gd name="T50" fmla="*/ 351 w 381"/>
                <a:gd name="T51" fmla="*/ 30 h 558"/>
                <a:gd name="T52" fmla="*/ 351 w 381"/>
                <a:gd name="T53" fmla="*/ 88 h 558"/>
                <a:gd name="T54" fmla="*/ 273 w 381"/>
                <a:gd name="T55" fmla="*/ 206 h 558"/>
                <a:gd name="T56" fmla="*/ 273 w 381"/>
                <a:gd name="T57" fmla="*/ 206 h 558"/>
                <a:gd name="T58" fmla="*/ 263 w 381"/>
                <a:gd name="T59" fmla="*/ 220 h 558"/>
                <a:gd name="T60" fmla="*/ 263 w 381"/>
                <a:gd name="T61" fmla="*/ 513 h 558"/>
                <a:gd name="T62" fmla="*/ 248 w 381"/>
                <a:gd name="T63" fmla="*/ 527 h 558"/>
                <a:gd name="T64" fmla="*/ 132 w 381"/>
                <a:gd name="T65" fmla="*/ 527 h 558"/>
                <a:gd name="T66" fmla="*/ 116 w 381"/>
                <a:gd name="T67" fmla="*/ 513 h 558"/>
                <a:gd name="T68" fmla="*/ 116 w 381"/>
                <a:gd name="T69" fmla="*/ 220 h 558"/>
                <a:gd name="T70" fmla="*/ 107 w 381"/>
                <a:gd name="T71" fmla="*/ 206 h 558"/>
                <a:gd name="T72" fmla="*/ 30 w 381"/>
                <a:gd name="T73" fmla="*/ 118 h 558"/>
                <a:gd name="T74" fmla="*/ 348 w 381"/>
                <a:gd name="T75" fmla="*/ 118 h 558"/>
                <a:gd name="T76" fmla="*/ 273 w 381"/>
                <a:gd name="T77" fmla="*/ 206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81" h="558">
                  <a:moveTo>
                    <a:pt x="380" y="103"/>
                  </a:moveTo>
                  <a:lnTo>
                    <a:pt x="380" y="103"/>
                  </a:lnTo>
                  <a:cubicBezTo>
                    <a:pt x="380" y="102"/>
                    <a:pt x="380" y="100"/>
                    <a:pt x="380" y="99"/>
                  </a:cubicBezTo>
                  <a:cubicBezTo>
                    <a:pt x="380" y="15"/>
                    <a:pt x="380" y="15"/>
                    <a:pt x="380" y="15"/>
                  </a:cubicBezTo>
                  <a:cubicBezTo>
                    <a:pt x="380" y="11"/>
                    <a:pt x="379" y="8"/>
                    <a:pt x="376" y="6"/>
                  </a:cubicBezTo>
                  <a:cubicBezTo>
                    <a:pt x="373" y="3"/>
                    <a:pt x="369" y="0"/>
                    <a:pt x="365" y="0"/>
                  </a:cubicBezTo>
                  <a:cubicBezTo>
                    <a:pt x="13" y="0"/>
                    <a:pt x="13" y="0"/>
                    <a:pt x="13" y="0"/>
                  </a:cubicBezTo>
                  <a:cubicBezTo>
                    <a:pt x="11" y="0"/>
                    <a:pt x="7" y="3"/>
                    <a:pt x="4" y="6"/>
                  </a:cubicBezTo>
                  <a:cubicBezTo>
                    <a:pt x="1" y="8"/>
                    <a:pt x="0" y="11"/>
                    <a:pt x="0" y="15"/>
                  </a:cubicBezTo>
                  <a:cubicBezTo>
                    <a:pt x="0" y="99"/>
                    <a:pt x="0" y="99"/>
                    <a:pt x="0" y="99"/>
                  </a:cubicBezTo>
                  <a:cubicBezTo>
                    <a:pt x="0" y="100"/>
                    <a:pt x="0" y="102"/>
                    <a:pt x="0" y="103"/>
                  </a:cubicBezTo>
                  <a:lnTo>
                    <a:pt x="0" y="103"/>
                  </a:lnTo>
                  <a:lnTo>
                    <a:pt x="0" y="104"/>
                  </a:lnTo>
                  <a:cubicBezTo>
                    <a:pt x="3" y="159"/>
                    <a:pt x="35" y="209"/>
                    <a:pt x="88" y="231"/>
                  </a:cubicBezTo>
                  <a:cubicBezTo>
                    <a:pt x="88" y="513"/>
                    <a:pt x="88" y="513"/>
                    <a:pt x="88" y="513"/>
                  </a:cubicBezTo>
                  <a:cubicBezTo>
                    <a:pt x="88" y="537"/>
                    <a:pt x="107" y="557"/>
                    <a:pt x="132" y="557"/>
                  </a:cubicBezTo>
                  <a:cubicBezTo>
                    <a:pt x="248" y="557"/>
                    <a:pt x="248" y="557"/>
                    <a:pt x="248" y="557"/>
                  </a:cubicBezTo>
                  <a:cubicBezTo>
                    <a:pt x="273" y="557"/>
                    <a:pt x="292" y="537"/>
                    <a:pt x="292" y="513"/>
                  </a:cubicBezTo>
                  <a:cubicBezTo>
                    <a:pt x="292" y="231"/>
                    <a:pt x="292" y="231"/>
                    <a:pt x="292" y="231"/>
                  </a:cubicBezTo>
                  <a:cubicBezTo>
                    <a:pt x="343" y="209"/>
                    <a:pt x="377" y="159"/>
                    <a:pt x="380" y="104"/>
                  </a:cubicBezTo>
                  <a:lnTo>
                    <a:pt x="380" y="103"/>
                  </a:lnTo>
                  <a:close/>
                  <a:moveTo>
                    <a:pt x="351" y="88"/>
                  </a:moveTo>
                  <a:lnTo>
                    <a:pt x="351" y="88"/>
                  </a:lnTo>
                  <a:cubicBezTo>
                    <a:pt x="29" y="88"/>
                    <a:pt x="29" y="88"/>
                    <a:pt x="29" y="88"/>
                  </a:cubicBezTo>
                  <a:cubicBezTo>
                    <a:pt x="29" y="30"/>
                    <a:pt x="29" y="30"/>
                    <a:pt x="29" y="30"/>
                  </a:cubicBezTo>
                  <a:cubicBezTo>
                    <a:pt x="351" y="30"/>
                    <a:pt x="351" y="30"/>
                    <a:pt x="351" y="30"/>
                  </a:cubicBezTo>
                  <a:lnTo>
                    <a:pt x="351" y="88"/>
                  </a:lnTo>
                  <a:close/>
                  <a:moveTo>
                    <a:pt x="273" y="206"/>
                  </a:moveTo>
                  <a:lnTo>
                    <a:pt x="273" y="206"/>
                  </a:lnTo>
                  <a:cubicBezTo>
                    <a:pt x="267" y="209"/>
                    <a:pt x="263" y="214"/>
                    <a:pt x="263" y="220"/>
                  </a:cubicBezTo>
                  <a:cubicBezTo>
                    <a:pt x="263" y="513"/>
                    <a:pt x="263" y="513"/>
                    <a:pt x="263" y="513"/>
                  </a:cubicBezTo>
                  <a:cubicBezTo>
                    <a:pt x="263" y="522"/>
                    <a:pt x="256" y="527"/>
                    <a:pt x="248" y="527"/>
                  </a:cubicBezTo>
                  <a:cubicBezTo>
                    <a:pt x="132" y="527"/>
                    <a:pt x="132" y="527"/>
                    <a:pt x="132" y="527"/>
                  </a:cubicBezTo>
                  <a:cubicBezTo>
                    <a:pt x="123" y="527"/>
                    <a:pt x="116" y="522"/>
                    <a:pt x="116" y="513"/>
                  </a:cubicBezTo>
                  <a:cubicBezTo>
                    <a:pt x="116" y="220"/>
                    <a:pt x="116" y="220"/>
                    <a:pt x="116" y="220"/>
                  </a:cubicBezTo>
                  <a:cubicBezTo>
                    <a:pt x="116" y="214"/>
                    <a:pt x="112" y="209"/>
                    <a:pt x="107" y="206"/>
                  </a:cubicBezTo>
                  <a:cubicBezTo>
                    <a:pt x="66" y="194"/>
                    <a:pt x="37" y="158"/>
                    <a:pt x="30" y="118"/>
                  </a:cubicBezTo>
                  <a:cubicBezTo>
                    <a:pt x="348" y="118"/>
                    <a:pt x="348" y="118"/>
                    <a:pt x="348" y="118"/>
                  </a:cubicBezTo>
                  <a:cubicBezTo>
                    <a:pt x="342" y="158"/>
                    <a:pt x="313" y="194"/>
                    <a:pt x="273" y="2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8">
              <a:extLst>
                <a:ext uri="{FF2B5EF4-FFF2-40B4-BE49-F238E27FC236}">
                  <a16:creationId xmlns:a16="http://schemas.microsoft.com/office/drawing/2014/main" id="{A8BC75C2-48D1-AE7C-0B1E-247611757194}"/>
                </a:ext>
              </a:extLst>
            </p:cNvPr>
            <p:cNvSpPr>
              <a:spLocks noChangeArrowheads="1"/>
            </p:cNvSpPr>
            <p:nvPr/>
          </p:nvSpPr>
          <p:spPr bwMode="auto">
            <a:xfrm>
              <a:off x="8988425" y="561022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6" y="0"/>
                    <a:pt x="0" y="7"/>
                    <a:pt x="0" y="14"/>
                  </a:cubicBezTo>
                  <a:cubicBezTo>
                    <a:pt x="0" y="73"/>
                    <a:pt x="0" y="73"/>
                    <a:pt x="0" y="73"/>
                  </a:cubicBezTo>
                  <a:cubicBezTo>
                    <a:pt x="0" y="81"/>
                    <a:pt x="6"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3" name="Group 326">
            <a:extLst>
              <a:ext uri="{FF2B5EF4-FFF2-40B4-BE49-F238E27FC236}">
                <a16:creationId xmlns:a16="http://schemas.microsoft.com/office/drawing/2014/main" id="{CEB85503-6A72-E9D0-6597-9E26053C2F17}"/>
              </a:ext>
            </a:extLst>
          </p:cNvPr>
          <p:cNvGrpSpPr/>
          <p:nvPr/>
        </p:nvGrpSpPr>
        <p:grpSpPr>
          <a:xfrm>
            <a:off x="11041429" y="5686847"/>
            <a:ext cx="168275" cy="254000"/>
            <a:chOff x="9899650" y="4508500"/>
            <a:chExt cx="168275" cy="254000"/>
          </a:xfrm>
          <a:solidFill>
            <a:schemeClr val="tx2"/>
          </a:solidFill>
        </p:grpSpPr>
        <p:sp>
          <p:nvSpPr>
            <p:cNvPr id="324" name="Freeform 269">
              <a:extLst>
                <a:ext uri="{FF2B5EF4-FFF2-40B4-BE49-F238E27FC236}">
                  <a16:creationId xmlns:a16="http://schemas.microsoft.com/office/drawing/2014/main" id="{578B5A46-D79A-D54F-3CF7-2B3995EB3BCA}"/>
                </a:ext>
              </a:extLst>
            </p:cNvPr>
            <p:cNvSpPr>
              <a:spLocks noChangeArrowheads="1"/>
            </p:cNvSpPr>
            <p:nvPr/>
          </p:nvSpPr>
          <p:spPr bwMode="auto">
            <a:xfrm>
              <a:off x="9899650" y="4508500"/>
              <a:ext cx="168275" cy="254000"/>
            </a:xfrm>
            <a:custGeom>
              <a:avLst/>
              <a:gdLst>
                <a:gd name="T0" fmla="*/ 468 w 469"/>
                <a:gd name="T1" fmla="*/ 659 h 704"/>
                <a:gd name="T2" fmla="*/ 468 w 469"/>
                <a:gd name="T3" fmla="*/ 659 h 704"/>
                <a:gd name="T4" fmla="*/ 468 w 469"/>
                <a:gd name="T5" fmla="*/ 44 h 704"/>
                <a:gd name="T6" fmla="*/ 424 w 469"/>
                <a:gd name="T7" fmla="*/ 0 h 704"/>
                <a:gd name="T8" fmla="*/ 44 w 469"/>
                <a:gd name="T9" fmla="*/ 0 h 704"/>
                <a:gd name="T10" fmla="*/ 0 w 469"/>
                <a:gd name="T11" fmla="*/ 44 h 704"/>
                <a:gd name="T12" fmla="*/ 0 w 469"/>
                <a:gd name="T13" fmla="*/ 659 h 704"/>
                <a:gd name="T14" fmla="*/ 44 w 469"/>
                <a:gd name="T15" fmla="*/ 703 h 704"/>
                <a:gd name="T16" fmla="*/ 424 w 469"/>
                <a:gd name="T17" fmla="*/ 703 h 704"/>
                <a:gd name="T18" fmla="*/ 468 w 469"/>
                <a:gd name="T19" fmla="*/ 659 h 704"/>
                <a:gd name="T20" fmla="*/ 44 w 469"/>
                <a:gd name="T21" fmla="*/ 674 h 704"/>
                <a:gd name="T22" fmla="*/ 44 w 469"/>
                <a:gd name="T23" fmla="*/ 674 h 704"/>
                <a:gd name="T24" fmla="*/ 29 w 469"/>
                <a:gd name="T25" fmla="*/ 659 h 704"/>
                <a:gd name="T26" fmla="*/ 29 w 469"/>
                <a:gd name="T27" fmla="*/ 44 h 704"/>
                <a:gd name="T28" fmla="*/ 44 w 469"/>
                <a:gd name="T29" fmla="*/ 30 h 704"/>
                <a:gd name="T30" fmla="*/ 424 w 469"/>
                <a:gd name="T31" fmla="*/ 30 h 704"/>
                <a:gd name="T32" fmla="*/ 439 w 469"/>
                <a:gd name="T33" fmla="*/ 44 h 704"/>
                <a:gd name="T34" fmla="*/ 439 w 469"/>
                <a:gd name="T35" fmla="*/ 659 h 704"/>
                <a:gd name="T36" fmla="*/ 424 w 469"/>
                <a:gd name="T37" fmla="*/ 674 h 704"/>
                <a:gd name="T38" fmla="*/ 44 w 469"/>
                <a:gd name="T39"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704">
                  <a:moveTo>
                    <a:pt x="468" y="659"/>
                  </a:moveTo>
                  <a:lnTo>
                    <a:pt x="468" y="659"/>
                  </a:lnTo>
                  <a:cubicBezTo>
                    <a:pt x="468" y="44"/>
                    <a:pt x="468" y="44"/>
                    <a:pt x="468" y="44"/>
                  </a:cubicBezTo>
                  <a:cubicBezTo>
                    <a:pt x="468" y="21"/>
                    <a:pt x="449" y="0"/>
                    <a:pt x="424" y="0"/>
                  </a:cubicBezTo>
                  <a:cubicBezTo>
                    <a:pt x="44" y="0"/>
                    <a:pt x="44" y="0"/>
                    <a:pt x="44" y="0"/>
                  </a:cubicBezTo>
                  <a:cubicBezTo>
                    <a:pt x="19" y="0"/>
                    <a:pt x="0" y="21"/>
                    <a:pt x="0" y="44"/>
                  </a:cubicBezTo>
                  <a:cubicBezTo>
                    <a:pt x="0" y="659"/>
                    <a:pt x="0" y="659"/>
                    <a:pt x="0" y="659"/>
                  </a:cubicBezTo>
                  <a:cubicBezTo>
                    <a:pt x="0" y="684"/>
                    <a:pt x="19" y="703"/>
                    <a:pt x="44" y="703"/>
                  </a:cubicBezTo>
                  <a:cubicBezTo>
                    <a:pt x="424" y="703"/>
                    <a:pt x="424" y="703"/>
                    <a:pt x="424" y="703"/>
                  </a:cubicBezTo>
                  <a:cubicBezTo>
                    <a:pt x="449" y="703"/>
                    <a:pt x="468" y="684"/>
                    <a:pt x="468" y="659"/>
                  </a:cubicBezTo>
                  <a:close/>
                  <a:moveTo>
                    <a:pt x="44" y="674"/>
                  </a:moveTo>
                  <a:lnTo>
                    <a:pt x="44" y="674"/>
                  </a:lnTo>
                  <a:cubicBezTo>
                    <a:pt x="36" y="674"/>
                    <a:pt x="29" y="667"/>
                    <a:pt x="29" y="659"/>
                  </a:cubicBezTo>
                  <a:cubicBezTo>
                    <a:pt x="29" y="44"/>
                    <a:pt x="29" y="44"/>
                    <a:pt x="29" y="44"/>
                  </a:cubicBezTo>
                  <a:cubicBezTo>
                    <a:pt x="29" y="37"/>
                    <a:pt x="36" y="30"/>
                    <a:pt x="44" y="30"/>
                  </a:cubicBezTo>
                  <a:cubicBezTo>
                    <a:pt x="424" y="30"/>
                    <a:pt x="424" y="30"/>
                    <a:pt x="424" y="30"/>
                  </a:cubicBezTo>
                  <a:cubicBezTo>
                    <a:pt x="432" y="30"/>
                    <a:pt x="439" y="37"/>
                    <a:pt x="439" y="44"/>
                  </a:cubicBezTo>
                  <a:cubicBezTo>
                    <a:pt x="439" y="659"/>
                    <a:pt x="439" y="659"/>
                    <a:pt x="439" y="659"/>
                  </a:cubicBezTo>
                  <a:cubicBezTo>
                    <a:pt x="439" y="667"/>
                    <a:pt x="432" y="674"/>
                    <a:pt x="424" y="674"/>
                  </a:cubicBezTo>
                  <a:lnTo>
                    <a:pt x="44" y="6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70">
              <a:extLst>
                <a:ext uri="{FF2B5EF4-FFF2-40B4-BE49-F238E27FC236}">
                  <a16:creationId xmlns:a16="http://schemas.microsoft.com/office/drawing/2014/main" id="{292EB972-EF5F-C34E-5ECA-88B83DBBB242}"/>
                </a:ext>
              </a:extLst>
            </p:cNvPr>
            <p:cNvSpPr>
              <a:spLocks noChangeArrowheads="1"/>
            </p:cNvSpPr>
            <p:nvPr/>
          </p:nvSpPr>
          <p:spPr bwMode="auto">
            <a:xfrm>
              <a:off x="9952038" y="4549775"/>
              <a:ext cx="63500" cy="63500"/>
            </a:xfrm>
            <a:custGeom>
              <a:avLst/>
              <a:gdLst>
                <a:gd name="T0" fmla="*/ 88 w 177"/>
                <a:gd name="T1" fmla="*/ 176 h 177"/>
                <a:gd name="T2" fmla="*/ 88 w 177"/>
                <a:gd name="T3" fmla="*/ 176 h 177"/>
                <a:gd name="T4" fmla="*/ 176 w 177"/>
                <a:gd name="T5" fmla="*/ 88 h 177"/>
                <a:gd name="T6" fmla="*/ 88 w 177"/>
                <a:gd name="T7" fmla="*/ 0 h 177"/>
                <a:gd name="T8" fmla="*/ 0 w 177"/>
                <a:gd name="T9" fmla="*/ 88 h 177"/>
                <a:gd name="T10" fmla="*/ 88 w 177"/>
                <a:gd name="T11" fmla="*/ 176 h 177"/>
                <a:gd name="T12" fmla="*/ 45 w 177"/>
                <a:gd name="T13" fmla="*/ 47 h 177"/>
                <a:gd name="T14" fmla="*/ 45 w 177"/>
                <a:gd name="T15" fmla="*/ 47 h 177"/>
                <a:gd name="T16" fmla="*/ 88 w 177"/>
                <a:gd name="T17" fmla="*/ 29 h 177"/>
                <a:gd name="T18" fmla="*/ 129 w 177"/>
                <a:gd name="T19" fmla="*/ 47 h 177"/>
                <a:gd name="T20" fmla="*/ 145 w 177"/>
                <a:gd name="T21" fmla="*/ 88 h 177"/>
                <a:gd name="T22" fmla="*/ 129 w 177"/>
                <a:gd name="T23" fmla="*/ 129 h 177"/>
                <a:gd name="T24" fmla="*/ 88 w 177"/>
                <a:gd name="T25" fmla="*/ 145 h 177"/>
                <a:gd name="T26" fmla="*/ 45 w 177"/>
                <a:gd name="T27" fmla="*/ 129 h 177"/>
                <a:gd name="T28" fmla="*/ 29 w 177"/>
                <a:gd name="T29" fmla="*/ 88 h 177"/>
                <a:gd name="T30" fmla="*/ 45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176"/>
                  </a:moveTo>
                  <a:lnTo>
                    <a:pt x="88" y="176"/>
                  </a:lnTo>
                  <a:cubicBezTo>
                    <a:pt x="136" y="176"/>
                    <a:pt x="176" y="136"/>
                    <a:pt x="176" y="88"/>
                  </a:cubicBezTo>
                  <a:cubicBezTo>
                    <a:pt x="176" y="38"/>
                    <a:pt x="136" y="0"/>
                    <a:pt x="88" y="0"/>
                  </a:cubicBezTo>
                  <a:cubicBezTo>
                    <a:pt x="38" y="0"/>
                    <a:pt x="0" y="38"/>
                    <a:pt x="0" y="88"/>
                  </a:cubicBezTo>
                  <a:cubicBezTo>
                    <a:pt x="0" y="136"/>
                    <a:pt x="38" y="176"/>
                    <a:pt x="88" y="176"/>
                  </a:cubicBezTo>
                  <a:close/>
                  <a:moveTo>
                    <a:pt x="45" y="47"/>
                  </a:moveTo>
                  <a:lnTo>
                    <a:pt x="45" y="47"/>
                  </a:lnTo>
                  <a:cubicBezTo>
                    <a:pt x="56" y="36"/>
                    <a:pt x="71" y="29"/>
                    <a:pt x="88" y="29"/>
                  </a:cubicBezTo>
                  <a:cubicBezTo>
                    <a:pt x="103" y="29"/>
                    <a:pt x="118" y="36"/>
                    <a:pt x="129" y="47"/>
                  </a:cubicBezTo>
                  <a:cubicBezTo>
                    <a:pt x="140" y="56"/>
                    <a:pt x="145" y="71"/>
                    <a:pt x="145" y="88"/>
                  </a:cubicBezTo>
                  <a:cubicBezTo>
                    <a:pt x="145" y="104"/>
                    <a:pt x="140" y="118"/>
                    <a:pt x="129" y="129"/>
                  </a:cubicBezTo>
                  <a:cubicBezTo>
                    <a:pt x="118" y="140"/>
                    <a:pt x="103" y="145"/>
                    <a:pt x="88" y="145"/>
                  </a:cubicBezTo>
                  <a:cubicBezTo>
                    <a:pt x="71" y="145"/>
                    <a:pt x="56" y="140"/>
                    <a:pt x="45" y="129"/>
                  </a:cubicBezTo>
                  <a:cubicBezTo>
                    <a:pt x="36" y="118"/>
                    <a:pt x="29" y="104"/>
                    <a:pt x="29" y="88"/>
                  </a:cubicBezTo>
                  <a:cubicBezTo>
                    <a:pt x="29" y="71"/>
                    <a:pt x="36" y="56"/>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71">
              <a:extLst>
                <a:ext uri="{FF2B5EF4-FFF2-40B4-BE49-F238E27FC236}">
                  <a16:creationId xmlns:a16="http://schemas.microsoft.com/office/drawing/2014/main" id="{CD077382-AB9E-7788-D90E-54D5F475AC9E}"/>
                </a:ext>
              </a:extLst>
            </p:cNvPr>
            <p:cNvSpPr>
              <a:spLocks noChangeArrowheads="1"/>
            </p:cNvSpPr>
            <p:nvPr/>
          </p:nvSpPr>
          <p:spPr bwMode="auto">
            <a:xfrm>
              <a:off x="9931400" y="4633913"/>
              <a:ext cx="104775" cy="106362"/>
            </a:xfrm>
            <a:custGeom>
              <a:avLst/>
              <a:gdLst>
                <a:gd name="T0" fmla="*/ 147 w 293"/>
                <a:gd name="T1" fmla="*/ 0 h 295"/>
                <a:gd name="T2" fmla="*/ 147 w 293"/>
                <a:gd name="T3" fmla="*/ 0 h 295"/>
                <a:gd name="T4" fmla="*/ 0 w 293"/>
                <a:gd name="T5" fmla="*/ 147 h 295"/>
                <a:gd name="T6" fmla="*/ 147 w 293"/>
                <a:gd name="T7" fmla="*/ 294 h 295"/>
                <a:gd name="T8" fmla="*/ 292 w 293"/>
                <a:gd name="T9" fmla="*/ 147 h 295"/>
                <a:gd name="T10" fmla="*/ 147 w 293"/>
                <a:gd name="T11" fmla="*/ 0 h 295"/>
                <a:gd name="T12" fmla="*/ 229 w 293"/>
                <a:gd name="T13" fmla="*/ 230 h 295"/>
                <a:gd name="T14" fmla="*/ 229 w 293"/>
                <a:gd name="T15" fmla="*/ 230 h 295"/>
                <a:gd name="T16" fmla="*/ 147 w 293"/>
                <a:gd name="T17" fmla="*/ 264 h 295"/>
                <a:gd name="T18" fmla="*/ 63 w 293"/>
                <a:gd name="T19" fmla="*/ 230 h 295"/>
                <a:gd name="T20" fmla="*/ 29 w 293"/>
                <a:gd name="T21" fmla="*/ 147 h 295"/>
                <a:gd name="T22" fmla="*/ 63 w 293"/>
                <a:gd name="T23" fmla="*/ 65 h 295"/>
                <a:gd name="T24" fmla="*/ 147 w 293"/>
                <a:gd name="T25" fmla="*/ 31 h 295"/>
                <a:gd name="T26" fmla="*/ 229 w 293"/>
                <a:gd name="T27" fmla="*/ 65 h 295"/>
                <a:gd name="T28" fmla="*/ 263 w 293"/>
                <a:gd name="T29" fmla="*/ 147 h 295"/>
                <a:gd name="T30" fmla="*/ 229 w 293"/>
                <a:gd name="T31" fmla="*/ 23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3" h="295">
                  <a:moveTo>
                    <a:pt x="147" y="0"/>
                  </a:moveTo>
                  <a:lnTo>
                    <a:pt x="147" y="0"/>
                  </a:lnTo>
                  <a:cubicBezTo>
                    <a:pt x="66" y="0"/>
                    <a:pt x="0" y="66"/>
                    <a:pt x="0" y="147"/>
                  </a:cubicBezTo>
                  <a:cubicBezTo>
                    <a:pt x="0" y="228"/>
                    <a:pt x="66" y="294"/>
                    <a:pt x="147" y="294"/>
                  </a:cubicBezTo>
                  <a:cubicBezTo>
                    <a:pt x="228" y="294"/>
                    <a:pt x="292" y="228"/>
                    <a:pt x="292" y="147"/>
                  </a:cubicBezTo>
                  <a:cubicBezTo>
                    <a:pt x="292" y="66"/>
                    <a:pt x="228" y="0"/>
                    <a:pt x="147" y="0"/>
                  </a:cubicBezTo>
                  <a:close/>
                  <a:moveTo>
                    <a:pt x="229" y="230"/>
                  </a:moveTo>
                  <a:lnTo>
                    <a:pt x="229" y="230"/>
                  </a:lnTo>
                  <a:cubicBezTo>
                    <a:pt x="209" y="252"/>
                    <a:pt x="178" y="264"/>
                    <a:pt x="147" y="264"/>
                  </a:cubicBezTo>
                  <a:cubicBezTo>
                    <a:pt x="114" y="264"/>
                    <a:pt x="85" y="252"/>
                    <a:pt x="63" y="230"/>
                  </a:cubicBezTo>
                  <a:cubicBezTo>
                    <a:pt x="42" y="209"/>
                    <a:pt x="29" y="180"/>
                    <a:pt x="29" y="147"/>
                  </a:cubicBezTo>
                  <a:cubicBezTo>
                    <a:pt x="29" y="114"/>
                    <a:pt x="42" y="85"/>
                    <a:pt x="63" y="65"/>
                  </a:cubicBezTo>
                  <a:cubicBezTo>
                    <a:pt x="85" y="43"/>
                    <a:pt x="114" y="31"/>
                    <a:pt x="147" y="31"/>
                  </a:cubicBezTo>
                  <a:cubicBezTo>
                    <a:pt x="178" y="31"/>
                    <a:pt x="209" y="43"/>
                    <a:pt x="229" y="65"/>
                  </a:cubicBezTo>
                  <a:cubicBezTo>
                    <a:pt x="250" y="85"/>
                    <a:pt x="263" y="114"/>
                    <a:pt x="263" y="147"/>
                  </a:cubicBezTo>
                  <a:cubicBezTo>
                    <a:pt x="263" y="180"/>
                    <a:pt x="250" y="209"/>
                    <a:pt x="229" y="2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7" name="Group 330">
            <a:extLst>
              <a:ext uri="{FF2B5EF4-FFF2-40B4-BE49-F238E27FC236}">
                <a16:creationId xmlns:a16="http://schemas.microsoft.com/office/drawing/2014/main" id="{748681B2-306C-929E-EA29-CBE2AEE9AF9B}"/>
              </a:ext>
            </a:extLst>
          </p:cNvPr>
          <p:cNvGrpSpPr/>
          <p:nvPr/>
        </p:nvGrpSpPr>
        <p:grpSpPr>
          <a:xfrm>
            <a:off x="8486899" y="5712247"/>
            <a:ext cx="271462" cy="203200"/>
            <a:chOff x="7345363" y="6046788"/>
            <a:chExt cx="271462" cy="203200"/>
          </a:xfrm>
          <a:solidFill>
            <a:schemeClr val="tx2"/>
          </a:solidFill>
        </p:grpSpPr>
        <p:sp>
          <p:nvSpPr>
            <p:cNvPr id="328" name="Freeform 272">
              <a:extLst>
                <a:ext uri="{FF2B5EF4-FFF2-40B4-BE49-F238E27FC236}">
                  <a16:creationId xmlns:a16="http://schemas.microsoft.com/office/drawing/2014/main" id="{443DB0CC-4BCA-0E8F-54E2-C145E5A627E9}"/>
                </a:ext>
              </a:extLst>
            </p:cNvPr>
            <p:cNvSpPr>
              <a:spLocks noChangeArrowheads="1"/>
            </p:cNvSpPr>
            <p:nvPr/>
          </p:nvSpPr>
          <p:spPr bwMode="auto">
            <a:xfrm>
              <a:off x="7345363" y="6046788"/>
              <a:ext cx="271462" cy="203200"/>
            </a:xfrm>
            <a:custGeom>
              <a:avLst/>
              <a:gdLst>
                <a:gd name="T0" fmla="*/ 581 w 753"/>
                <a:gd name="T1" fmla="*/ 219 h 565"/>
                <a:gd name="T2" fmla="*/ 581 w 753"/>
                <a:gd name="T3" fmla="*/ 219 h 565"/>
                <a:gd name="T4" fmla="*/ 343 w 753"/>
                <a:gd name="T5" fmla="*/ 219 h 565"/>
                <a:gd name="T6" fmla="*/ 343 w 753"/>
                <a:gd name="T7" fmla="*/ 219 h 565"/>
                <a:gd name="T8" fmla="*/ 343 w 753"/>
                <a:gd name="T9" fmla="*/ 203 h 565"/>
                <a:gd name="T10" fmla="*/ 367 w 753"/>
                <a:gd name="T11" fmla="*/ 147 h 565"/>
                <a:gd name="T12" fmla="*/ 423 w 753"/>
                <a:gd name="T13" fmla="*/ 123 h 565"/>
                <a:gd name="T14" fmla="*/ 549 w 753"/>
                <a:gd name="T15" fmla="*/ 123 h 565"/>
                <a:gd name="T16" fmla="*/ 658 w 753"/>
                <a:gd name="T17" fmla="*/ 15 h 565"/>
                <a:gd name="T18" fmla="*/ 644 w 753"/>
                <a:gd name="T19" fmla="*/ 0 h 565"/>
                <a:gd name="T20" fmla="*/ 629 w 753"/>
                <a:gd name="T21" fmla="*/ 15 h 565"/>
                <a:gd name="T22" fmla="*/ 629 w 753"/>
                <a:gd name="T23" fmla="*/ 15 h 565"/>
                <a:gd name="T24" fmla="*/ 605 w 753"/>
                <a:gd name="T25" fmla="*/ 71 h 565"/>
                <a:gd name="T26" fmla="*/ 549 w 753"/>
                <a:gd name="T27" fmla="*/ 94 h 565"/>
                <a:gd name="T28" fmla="*/ 423 w 753"/>
                <a:gd name="T29" fmla="*/ 94 h 565"/>
                <a:gd name="T30" fmla="*/ 314 w 753"/>
                <a:gd name="T31" fmla="*/ 203 h 565"/>
                <a:gd name="T32" fmla="*/ 314 w 753"/>
                <a:gd name="T33" fmla="*/ 219 h 565"/>
                <a:gd name="T34" fmla="*/ 314 w 753"/>
                <a:gd name="T35" fmla="*/ 219 h 565"/>
                <a:gd name="T36" fmla="*/ 176 w 753"/>
                <a:gd name="T37" fmla="*/ 219 h 565"/>
                <a:gd name="T38" fmla="*/ 66 w 753"/>
                <a:gd name="T39" fmla="*/ 256 h 565"/>
                <a:gd name="T40" fmla="*/ 4 w 753"/>
                <a:gd name="T41" fmla="*/ 354 h 565"/>
                <a:gd name="T42" fmla="*/ 0 w 753"/>
                <a:gd name="T43" fmla="*/ 392 h 565"/>
                <a:gd name="T44" fmla="*/ 172 w 753"/>
                <a:gd name="T45" fmla="*/ 564 h 565"/>
                <a:gd name="T46" fmla="*/ 324 w 753"/>
                <a:gd name="T47" fmla="*/ 471 h 565"/>
                <a:gd name="T48" fmla="*/ 376 w 753"/>
                <a:gd name="T49" fmla="*/ 438 h 565"/>
                <a:gd name="T50" fmla="*/ 376 w 753"/>
                <a:gd name="T51" fmla="*/ 438 h 565"/>
                <a:gd name="T52" fmla="*/ 427 w 753"/>
                <a:gd name="T53" fmla="*/ 469 h 565"/>
                <a:gd name="T54" fmla="*/ 581 w 753"/>
                <a:gd name="T55" fmla="*/ 564 h 565"/>
                <a:gd name="T56" fmla="*/ 630 w 753"/>
                <a:gd name="T57" fmla="*/ 557 h 565"/>
                <a:gd name="T58" fmla="*/ 744 w 753"/>
                <a:gd name="T59" fmla="*/ 446 h 565"/>
                <a:gd name="T60" fmla="*/ 752 w 753"/>
                <a:gd name="T61" fmla="*/ 391 h 565"/>
                <a:gd name="T62" fmla="*/ 581 w 753"/>
                <a:gd name="T63" fmla="*/ 219 h 565"/>
                <a:gd name="T64" fmla="*/ 715 w 753"/>
                <a:gd name="T65" fmla="*/ 438 h 565"/>
                <a:gd name="T66" fmla="*/ 715 w 753"/>
                <a:gd name="T67" fmla="*/ 438 h 565"/>
                <a:gd name="T68" fmla="*/ 622 w 753"/>
                <a:gd name="T69" fmla="*/ 528 h 565"/>
                <a:gd name="T70" fmla="*/ 581 w 753"/>
                <a:gd name="T71" fmla="*/ 534 h 565"/>
                <a:gd name="T72" fmla="*/ 453 w 753"/>
                <a:gd name="T73" fmla="*/ 457 h 565"/>
                <a:gd name="T74" fmla="*/ 376 w 753"/>
                <a:gd name="T75" fmla="*/ 409 h 565"/>
                <a:gd name="T76" fmla="*/ 376 w 753"/>
                <a:gd name="T77" fmla="*/ 409 h 565"/>
                <a:gd name="T78" fmla="*/ 299 w 753"/>
                <a:gd name="T79" fmla="*/ 457 h 565"/>
                <a:gd name="T80" fmla="*/ 172 w 753"/>
                <a:gd name="T81" fmla="*/ 534 h 565"/>
                <a:gd name="T82" fmla="*/ 71 w 753"/>
                <a:gd name="T83" fmla="*/ 493 h 565"/>
                <a:gd name="T84" fmla="*/ 29 w 753"/>
                <a:gd name="T85" fmla="*/ 392 h 565"/>
                <a:gd name="T86" fmla="*/ 33 w 753"/>
                <a:gd name="T87" fmla="*/ 361 h 565"/>
                <a:gd name="T88" fmla="*/ 84 w 753"/>
                <a:gd name="T89" fmla="*/ 280 h 565"/>
                <a:gd name="T90" fmla="*/ 176 w 753"/>
                <a:gd name="T91" fmla="*/ 250 h 565"/>
                <a:gd name="T92" fmla="*/ 581 w 753"/>
                <a:gd name="T93" fmla="*/ 250 h 565"/>
                <a:gd name="T94" fmla="*/ 681 w 753"/>
                <a:gd name="T95" fmla="*/ 291 h 565"/>
                <a:gd name="T96" fmla="*/ 723 w 753"/>
                <a:gd name="T97" fmla="*/ 391 h 565"/>
                <a:gd name="T98" fmla="*/ 715 w 753"/>
                <a:gd name="T99" fmla="*/ 438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53" h="565">
                  <a:moveTo>
                    <a:pt x="581" y="219"/>
                  </a:moveTo>
                  <a:lnTo>
                    <a:pt x="581" y="219"/>
                  </a:lnTo>
                  <a:cubicBezTo>
                    <a:pt x="343" y="219"/>
                    <a:pt x="343" y="219"/>
                    <a:pt x="343" y="219"/>
                  </a:cubicBezTo>
                  <a:lnTo>
                    <a:pt x="343" y="219"/>
                  </a:lnTo>
                  <a:cubicBezTo>
                    <a:pt x="343" y="203"/>
                    <a:pt x="343" y="203"/>
                    <a:pt x="343" y="203"/>
                  </a:cubicBezTo>
                  <a:cubicBezTo>
                    <a:pt x="343" y="181"/>
                    <a:pt x="353" y="162"/>
                    <a:pt x="367" y="147"/>
                  </a:cubicBezTo>
                  <a:cubicBezTo>
                    <a:pt x="382" y="133"/>
                    <a:pt x="401" y="123"/>
                    <a:pt x="423" y="123"/>
                  </a:cubicBezTo>
                  <a:cubicBezTo>
                    <a:pt x="549" y="123"/>
                    <a:pt x="549" y="123"/>
                    <a:pt x="549" y="123"/>
                  </a:cubicBezTo>
                  <a:cubicBezTo>
                    <a:pt x="610" y="123"/>
                    <a:pt x="658" y="75"/>
                    <a:pt x="658" y="15"/>
                  </a:cubicBezTo>
                  <a:cubicBezTo>
                    <a:pt x="658" y="7"/>
                    <a:pt x="651" y="0"/>
                    <a:pt x="644" y="0"/>
                  </a:cubicBezTo>
                  <a:cubicBezTo>
                    <a:pt x="636" y="0"/>
                    <a:pt x="629" y="7"/>
                    <a:pt x="629" y="15"/>
                  </a:cubicBezTo>
                  <a:lnTo>
                    <a:pt x="629" y="15"/>
                  </a:lnTo>
                  <a:cubicBezTo>
                    <a:pt x="629" y="37"/>
                    <a:pt x="619" y="56"/>
                    <a:pt x="605" y="71"/>
                  </a:cubicBezTo>
                  <a:cubicBezTo>
                    <a:pt x="590" y="85"/>
                    <a:pt x="571" y="94"/>
                    <a:pt x="549" y="94"/>
                  </a:cubicBezTo>
                  <a:cubicBezTo>
                    <a:pt x="423" y="94"/>
                    <a:pt x="423" y="94"/>
                    <a:pt x="423" y="94"/>
                  </a:cubicBezTo>
                  <a:cubicBezTo>
                    <a:pt x="362" y="94"/>
                    <a:pt x="314" y="142"/>
                    <a:pt x="314" y="203"/>
                  </a:cubicBezTo>
                  <a:cubicBezTo>
                    <a:pt x="314" y="219"/>
                    <a:pt x="314" y="219"/>
                    <a:pt x="314" y="219"/>
                  </a:cubicBezTo>
                  <a:lnTo>
                    <a:pt x="314" y="219"/>
                  </a:lnTo>
                  <a:cubicBezTo>
                    <a:pt x="176" y="219"/>
                    <a:pt x="176" y="219"/>
                    <a:pt x="176" y="219"/>
                  </a:cubicBezTo>
                  <a:cubicBezTo>
                    <a:pt x="136" y="219"/>
                    <a:pt x="98" y="233"/>
                    <a:pt x="66" y="256"/>
                  </a:cubicBezTo>
                  <a:cubicBezTo>
                    <a:pt x="36" y="281"/>
                    <a:pt x="12" y="314"/>
                    <a:pt x="4" y="354"/>
                  </a:cubicBezTo>
                  <a:cubicBezTo>
                    <a:pt x="1" y="368"/>
                    <a:pt x="0" y="380"/>
                    <a:pt x="0" y="392"/>
                  </a:cubicBezTo>
                  <a:cubicBezTo>
                    <a:pt x="0" y="487"/>
                    <a:pt x="77" y="564"/>
                    <a:pt x="172" y="564"/>
                  </a:cubicBezTo>
                  <a:cubicBezTo>
                    <a:pt x="239" y="564"/>
                    <a:pt x="297" y="525"/>
                    <a:pt x="324" y="471"/>
                  </a:cubicBezTo>
                  <a:cubicBezTo>
                    <a:pt x="335" y="450"/>
                    <a:pt x="354" y="438"/>
                    <a:pt x="376" y="438"/>
                  </a:cubicBezTo>
                  <a:lnTo>
                    <a:pt x="376" y="438"/>
                  </a:lnTo>
                  <a:cubicBezTo>
                    <a:pt x="398" y="438"/>
                    <a:pt x="417" y="450"/>
                    <a:pt x="427" y="469"/>
                  </a:cubicBezTo>
                  <a:cubicBezTo>
                    <a:pt x="456" y="525"/>
                    <a:pt x="513" y="564"/>
                    <a:pt x="581" y="564"/>
                  </a:cubicBezTo>
                  <a:cubicBezTo>
                    <a:pt x="597" y="564"/>
                    <a:pt x="614" y="561"/>
                    <a:pt x="630" y="557"/>
                  </a:cubicBezTo>
                  <a:cubicBezTo>
                    <a:pt x="684" y="541"/>
                    <a:pt x="728" y="499"/>
                    <a:pt x="744" y="446"/>
                  </a:cubicBezTo>
                  <a:cubicBezTo>
                    <a:pt x="750" y="428"/>
                    <a:pt x="752" y="409"/>
                    <a:pt x="752" y="391"/>
                  </a:cubicBezTo>
                  <a:cubicBezTo>
                    <a:pt x="752" y="296"/>
                    <a:pt x="675" y="219"/>
                    <a:pt x="581" y="219"/>
                  </a:cubicBezTo>
                  <a:close/>
                  <a:moveTo>
                    <a:pt x="715" y="438"/>
                  </a:moveTo>
                  <a:lnTo>
                    <a:pt x="715" y="438"/>
                  </a:lnTo>
                  <a:cubicBezTo>
                    <a:pt x="703" y="482"/>
                    <a:pt x="666" y="516"/>
                    <a:pt x="622" y="528"/>
                  </a:cubicBezTo>
                  <a:cubicBezTo>
                    <a:pt x="608" y="532"/>
                    <a:pt x="594" y="534"/>
                    <a:pt x="581" y="534"/>
                  </a:cubicBezTo>
                  <a:cubicBezTo>
                    <a:pt x="524" y="534"/>
                    <a:pt x="476" y="502"/>
                    <a:pt x="453" y="457"/>
                  </a:cubicBezTo>
                  <a:cubicBezTo>
                    <a:pt x="439" y="428"/>
                    <a:pt x="409" y="409"/>
                    <a:pt x="376" y="409"/>
                  </a:cubicBezTo>
                  <a:lnTo>
                    <a:pt x="376" y="409"/>
                  </a:lnTo>
                  <a:cubicBezTo>
                    <a:pt x="342" y="409"/>
                    <a:pt x="313" y="428"/>
                    <a:pt x="299" y="457"/>
                  </a:cubicBezTo>
                  <a:cubicBezTo>
                    <a:pt x="275" y="502"/>
                    <a:pt x="227" y="534"/>
                    <a:pt x="172" y="534"/>
                  </a:cubicBezTo>
                  <a:cubicBezTo>
                    <a:pt x="132" y="534"/>
                    <a:pt x="98" y="519"/>
                    <a:pt x="71" y="493"/>
                  </a:cubicBezTo>
                  <a:cubicBezTo>
                    <a:pt x="45" y="466"/>
                    <a:pt x="29" y="431"/>
                    <a:pt x="29" y="392"/>
                  </a:cubicBezTo>
                  <a:cubicBezTo>
                    <a:pt x="29" y="381"/>
                    <a:pt x="30" y="372"/>
                    <a:pt x="33" y="361"/>
                  </a:cubicBezTo>
                  <a:cubicBezTo>
                    <a:pt x="40" y="328"/>
                    <a:pt x="58" y="300"/>
                    <a:pt x="84" y="280"/>
                  </a:cubicBezTo>
                  <a:cubicBezTo>
                    <a:pt x="110" y="261"/>
                    <a:pt x="141" y="250"/>
                    <a:pt x="176" y="250"/>
                  </a:cubicBezTo>
                  <a:cubicBezTo>
                    <a:pt x="581" y="250"/>
                    <a:pt x="581" y="250"/>
                    <a:pt x="581" y="250"/>
                  </a:cubicBezTo>
                  <a:cubicBezTo>
                    <a:pt x="619" y="250"/>
                    <a:pt x="655" y="265"/>
                    <a:pt x="681" y="291"/>
                  </a:cubicBezTo>
                  <a:cubicBezTo>
                    <a:pt x="707" y="317"/>
                    <a:pt x="723" y="352"/>
                    <a:pt x="723" y="391"/>
                  </a:cubicBezTo>
                  <a:cubicBezTo>
                    <a:pt x="723" y="406"/>
                    <a:pt x="721" y="423"/>
                    <a:pt x="715" y="4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73">
              <a:extLst>
                <a:ext uri="{FF2B5EF4-FFF2-40B4-BE49-F238E27FC236}">
                  <a16:creationId xmlns:a16="http://schemas.microsoft.com/office/drawing/2014/main" id="{7724A55D-5D33-6D15-4DFF-41AF948CA9B1}"/>
                </a:ext>
              </a:extLst>
            </p:cNvPr>
            <p:cNvSpPr>
              <a:spLocks noChangeArrowheads="1"/>
            </p:cNvSpPr>
            <p:nvPr/>
          </p:nvSpPr>
          <p:spPr bwMode="auto">
            <a:xfrm>
              <a:off x="7380288" y="6161088"/>
              <a:ext cx="55562" cy="55562"/>
            </a:xfrm>
            <a:custGeom>
              <a:avLst/>
              <a:gdLst>
                <a:gd name="T0" fmla="*/ 140 w 156"/>
                <a:gd name="T1" fmla="*/ 63 h 156"/>
                <a:gd name="T2" fmla="*/ 140 w 156"/>
                <a:gd name="T3" fmla="*/ 63 h 156"/>
                <a:gd name="T4" fmla="*/ 92 w 156"/>
                <a:gd name="T5" fmla="*/ 63 h 156"/>
                <a:gd name="T6" fmla="*/ 92 w 156"/>
                <a:gd name="T7" fmla="*/ 15 h 156"/>
                <a:gd name="T8" fmla="*/ 77 w 156"/>
                <a:gd name="T9" fmla="*/ 0 h 156"/>
                <a:gd name="T10" fmla="*/ 62 w 156"/>
                <a:gd name="T11" fmla="*/ 15 h 156"/>
                <a:gd name="T12" fmla="*/ 62 w 156"/>
                <a:gd name="T13" fmla="*/ 63 h 156"/>
                <a:gd name="T14" fmla="*/ 14 w 156"/>
                <a:gd name="T15" fmla="*/ 63 h 156"/>
                <a:gd name="T16" fmla="*/ 0 w 156"/>
                <a:gd name="T17" fmla="*/ 78 h 156"/>
                <a:gd name="T18" fmla="*/ 14 w 156"/>
                <a:gd name="T19" fmla="*/ 92 h 156"/>
                <a:gd name="T20" fmla="*/ 62 w 156"/>
                <a:gd name="T21" fmla="*/ 92 h 156"/>
                <a:gd name="T22" fmla="*/ 62 w 156"/>
                <a:gd name="T23" fmla="*/ 140 h 156"/>
                <a:gd name="T24" fmla="*/ 77 w 156"/>
                <a:gd name="T25" fmla="*/ 155 h 156"/>
                <a:gd name="T26" fmla="*/ 92 w 156"/>
                <a:gd name="T27" fmla="*/ 140 h 156"/>
                <a:gd name="T28" fmla="*/ 92 w 156"/>
                <a:gd name="T29" fmla="*/ 92 h 156"/>
                <a:gd name="T30" fmla="*/ 140 w 156"/>
                <a:gd name="T31" fmla="*/ 92 h 156"/>
                <a:gd name="T32" fmla="*/ 155 w 156"/>
                <a:gd name="T33" fmla="*/ 78 h 156"/>
                <a:gd name="T34" fmla="*/ 140 w 156"/>
                <a:gd name="T35" fmla="*/ 6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6" h="156">
                  <a:moveTo>
                    <a:pt x="140" y="63"/>
                  </a:moveTo>
                  <a:lnTo>
                    <a:pt x="140" y="63"/>
                  </a:lnTo>
                  <a:cubicBezTo>
                    <a:pt x="92" y="63"/>
                    <a:pt x="92" y="63"/>
                    <a:pt x="92" y="63"/>
                  </a:cubicBezTo>
                  <a:cubicBezTo>
                    <a:pt x="92" y="15"/>
                    <a:pt x="92" y="15"/>
                    <a:pt x="92" y="15"/>
                  </a:cubicBezTo>
                  <a:cubicBezTo>
                    <a:pt x="92" y="7"/>
                    <a:pt x="85" y="0"/>
                    <a:pt x="77" y="0"/>
                  </a:cubicBezTo>
                  <a:cubicBezTo>
                    <a:pt x="68" y="0"/>
                    <a:pt x="62" y="7"/>
                    <a:pt x="62" y="15"/>
                  </a:cubicBezTo>
                  <a:cubicBezTo>
                    <a:pt x="62" y="63"/>
                    <a:pt x="62" y="63"/>
                    <a:pt x="62" y="63"/>
                  </a:cubicBezTo>
                  <a:cubicBezTo>
                    <a:pt x="14" y="63"/>
                    <a:pt x="14" y="63"/>
                    <a:pt x="14" y="63"/>
                  </a:cubicBezTo>
                  <a:cubicBezTo>
                    <a:pt x="5" y="63"/>
                    <a:pt x="0" y="70"/>
                    <a:pt x="0" y="78"/>
                  </a:cubicBezTo>
                  <a:cubicBezTo>
                    <a:pt x="0" y="85"/>
                    <a:pt x="5" y="92"/>
                    <a:pt x="14" y="92"/>
                  </a:cubicBezTo>
                  <a:cubicBezTo>
                    <a:pt x="62" y="92"/>
                    <a:pt x="62" y="92"/>
                    <a:pt x="62" y="92"/>
                  </a:cubicBezTo>
                  <a:cubicBezTo>
                    <a:pt x="62" y="140"/>
                    <a:pt x="62" y="140"/>
                    <a:pt x="62" y="140"/>
                  </a:cubicBezTo>
                  <a:cubicBezTo>
                    <a:pt x="62" y="148"/>
                    <a:pt x="68" y="155"/>
                    <a:pt x="77" y="155"/>
                  </a:cubicBezTo>
                  <a:cubicBezTo>
                    <a:pt x="85" y="155"/>
                    <a:pt x="92" y="148"/>
                    <a:pt x="92" y="140"/>
                  </a:cubicBezTo>
                  <a:cubicBezTo>
                    <a:pt x="92" y="92"/>
                    <a:pt x="92" y="92"/>
                    <a:pt x="92" y="92"/>
                  </a:cubicBezTo>
                  <a:cubicBezTo>
                    <a:pt x="140" y="92"/>
                    <a:pt x="140" y="92"/>
                    <a:pt x="140" y="92"/>
                  </a:cubicBezTo>
                  <a:cubicBezTo>
                    <a:pt x="148" y="92"/>
                    <a:pt x="155" y="85"/>
                    <a:pt x="155" y="78"/>
                  </a:cubicBezTo>
                  <a:cubicBezTo>
                    <a:pt x="155" y="70"/>
                    <a:pt x="148" y="63"/>
                    <a:pt x="14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4">
              <a:extLst>
                <a:ext uri="{FF2B5EF4-FFF2-40B4-BE49-F238E27FC236}">
                  <a16:creationId xmlns:a16="http://schemas.microsoft.com/office/drawing/2014/main" id="{D0E93D7D-62F1-3562-1260-9E972E408F9F}"/>
                </a:ext>
              </a:extLst>
            </p:cNvPr>
            <p:cNvSpPr>
              <a:spLocks noChangeArrowheads="1"/>
            </p:cNvSpPr>
            <p:nvPr/>
          </p:nvSpPr>
          <p:spPr bwMode="auto">
            <a:xfrm>
              <a:off x="7548563" y="6159500"/>
              <a:ext cx="11112" cy="11113"/>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4"/>
                    <a:pt x="7" y="31"/>
                    <a:pt x="17" y="31"/>
                  </a:cubicBezTo>
                  <a:cubicBezTo>
                    <a:pt x="25" y="31"/>
                    <a:pt x="32" y="24"/>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5">
              <a:extLst>
                <a:ext uri="{FF2B5EF4-FFF2-40B4-BE49-F238E27FC236}">
                  <a16:creationId xmlns:a16="http://schemas.microsoft.com/office/drawing/2014/main" id="{713D8B5A-3034-3559-626F-ED535E09E191}"/>
                </a:ext>
              </a:extLst>
            </p:cNvPr>
            <p:cNvSpPr>
              <a:spLocks noChangeArrowheads="1"/>
            </p:cNvSpPr>
            <p:nvPr/>
          </p:nvSpPr>
          <p:spPr bwMode="auto">
            <a:xfrm>
              <a:off x="7548563" y="6205538"/>
              <a:ext cx="11112" cy="11112"/>
            </a:xfrm>
            <a:custGeom>
              <a:avLst/>
              <a:gdLst>
                <a:gd name="T0" fmla="*/ 17 w 33"/>
                <a:gd name="T1" fmla="*/ 0 h 33"/>
                <a:gd name="T2" fmla="*/ 17 w 33"/>
                <a:gd name="T3" fmla="*/ 0 h 33"/>
                <a:gd name="T4" fmla="*/ 0 w 33"/>
                <a:gd name="T5" fmla="*/ 15 h 33"/>
                <a:gd name="T6" fmla="*/ 17 w 33"/>
                <a:gd name="T7" fmla="*/ 32 h 33"/>
                <a:gd name="T8" fmla="*/ 32 w 33"/>
                <a:gd name="T9" fmla="*/ 15 h 33"/>
                <a:gd name="T10" fmla="*/ 17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7" y="0"/>
                  </a:moveTo>
                  <a:lnTo>
                    <a:pt x="17" y="0"/>
                  </a:lnTo>
                  <a:cubicBezTo>
                    <a:pt x="7" y="0"/>
                    <a:pt x="0" y="7"/>
                    <a:pt x="0" y="15"/>
                  </a:cubicBezTo>
                  <a:cubicBezTo>
                    <a:pt x="0" y="25"/>
                    <a:pt x="7" y="32"/>
                    <a:pt x="17" y="32"/>
                  </a:cubicBezTo>
                  <a:cubicBezTo>
                    <a:pt x="25" y="32"/>
                    <a:pt x="32" y="25"/>
                    <a:pt x="32" y="15"/>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6">
              <a:extLst>
                <a:ext uri="{FF2B5EF4-FFF2-40B4-BE49-F238E27FC236}">
                  <a16:creationId xmlns:a16="http://schemas.microsoft.com/office/drawing/2014/main" id="{DABBE65C-6024-A5FA-A0AD-4D561BCE886A}"/>
                </a:ext>
              </a:extLst>
            </p:cNvPr>
            <p:cNvSpPr>
              <a:spLocks noChangeArrowheads="1"/>
            </p:cNvSpPr>
            <p:nvPr/>
          </p:nvSpPr>
          <p:spPr bwMode="auto">
            <a:xfrm>
              <a:off x="7570788" y="6183313"/>
              <a:ext cx="11112" cy="11112"/>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5"/>
                    <a:pt x="7" y="31"/>
                    <a:pt x="17" y="31"/>
                  </a:cubicBezTo>
                  <a:cubicBezTo>
                    <a:pt x="25" y="31"/>
                    <a:pt x="32" y="25"/>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7">
              <a:extLst>
                <a:ext uri="{FF2B5EF4-FFF2-40B4-BE49-F238E27FC236}">
                  <a16:creationId xmlns:a16="http://schemas.microsoft.com/office/drawing/2014/main" id="{E53A6437-93C4-7E62-952D-789B6E53F62F}"/>
                </a:ext>
              </a:extLst>
            </p:cNvPr>
            <p:cNvSpPr>
              <a:spLocks noChangeArrowheads="1"/>
            </p:cNvSpPr>
            <p:nvPr/>
          </p:nvSpPr>
          <p:spPr bwMode="auto">
            <a:xfrm>
              <a:off x="7526338" y="6183313"/>
              <a:ext cx="11112" cy="11112"/>
            </a:xfrm>
            <a:custGeom>
              <a:avLst/>
              <a:gdLst>
                <a:gd name="T0" fmla="*/ 16 w 32"/>
                <a:gd name="T1" fmla="*/ 0 h 32"/>
                <a:gd name="T2" fmla="*/ 16 w 32"/>
                <a:gd name="T3" fmla="*/ 0 h 32"/>
                <a:gd name="T4" fmla="*/ 0 w 32"/>
                <a:gd name="T5" fmla="*/ 16 h 32"/>
                <a:gd name="T6" fmla="*/ 16 w 32"/>
                <a:gd name="T7" fmla="*/ 31 h 32"/>
                <a:gd name="T8" fmla="*/ 31 w 32"/>
                <a:gd name="T9" fmla="*/ 16 h 32"/>
                <a:gd name="T10" fmla="*/ 16 w 32"/>
                <a:gd name="T11" fmla="*/ 0 h 32"/>
              </a:gdLst>
              <a:ahLst/>
              <a:cxnLst>
                <a:cxn ang="0">
                  <a:pos x="T0" y="T1"/>
                </a:cxn>
                <a:cxn ang="0">
                  <a:pos x="T2" y="T3"/>
                </a:cxn>
                <a:cxn ang="0">
                  <a:pos x="T4" y="T5"/>
                </a:cxn>
                <a:cxn ang="0">
                  <a:pos x="T6" y="T7"/>
                </a:cxn>
                <a:cxn ang="0">
                  <a:pos x="T8" y="T9"/>
                </a:cxn>
                <a:cxn ang="0">
                  <a:pos x="T10" y="T11"/>
                </a:cxn>
              </a:cxnLst>
              <a:rect l="0" t="0" r="r" b="b"/>
              <a:pathLst>
                <a:path w="32" h="32">
                  <a:moveTo>
                    <a:pt x="16" y="0"/>
                  </a:moveTo>
                  <a:lnTo>
                    <a:pt x="16" y="0"/>
                  </a:lnTo>
                  <a:cubicBezTo>
                    <a:pt x="7" y="0"/>
                    <a:pt x="0" y="7"/>
                    <a:pt x="0" y="16"/>
                  </a:cubicBezTo>
                  <a:cubicBezTo>
                    <a:pt x="0" y="25"/>
                    <a:pt x="7" y="31"/>
                    <a:pt x="16" y="31"/>
                  </a:cubicBezTo>
                  <a:cubicBezTo>
                    <a:pt x="24" y="31"/>
                    <a:pt x="31" y="25"/>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8">
            <a:extLst>
              <a:ext uri="{FF2B5EF4-FFF2-40B4-BE49-F238E27FC236}">
                <a16:creationId xmlns:a16="http://schemas.microsoft.com/office/drawing/2014/main" id="{E4A703D6-7E03-A3F7-49CB-3A80E8CDCE6C}"/>
              </a:ext>
            </a:extLst>
          </p:cNvPr>
          <p:cNvSpPr>
            <a:spLocks noChangeArrowheads="1"/>
          </p:cNvSpPr>
          <p:nvPr/>
        </p:nvSpPr>
        <p:spPr bwMode="auto">
          <a:xfrm>
            <a:off x="9018711" y="5686847"/>
            <a:ext cx="190500" cy="254000"/>
          </a:xfrm>
          <a:custGeom>
            <a:avLst/>
            <a:gdLst>
              <a:gd name="T0" fmla="*/ 329 w 531"/>
              <a:gd name="T1" fmla="*/ 222 h 706"/>
              <a:gd name="T2" fmla="*/ 329 w 531"/>
              <a:gd name="T3" fmla="*/ 222 h 706"/>
              <a:gd name="T4" fmla="*/ 407 w 531"/>
              <a:gd name="T5" fmla="*/ 144 h 706"/>
              <a:gd name="T6" fmla="*/ 407 w 531"/>
              <a:gd name="T7" fmla="*/ 123 h 706"/>
              <a:gd name="T8" fmla="*/ 386 w 531"/>
              <a:gd name="T9" fmla="*/ 123 h 706"/>
              <a:gd name="T10" fmla="*/ 308 w 531"/>
              <a:gd name="T11" fmla="*/ 201 h 706"/>
              <a:gd name="T12" fmla="*/ 112 w 531"/>
              <a:gd name="T13" fmla="*/ 4 h 706"/>
              <a:gd name="T14" fmla="*/ 101 w 531"/>
              <a:gd name="T15" fmla="*/ 0 h 706"/>
              <a:gd name="T16" fmla="*/ 91 w 531"/>
              <a:gd name="T17" fmla="*/ 4 h 706"/>
              <a:gd name="T18" fmla="*/ 0 w 531"/>
              <a:gd name="T19" fmla="*/ 222 h 706"/>
              <a:gd name="T20" fmla="*/ 91 w 531"/>
              <a:gd name="T21" fmla="*/ 439 h 706"/>
              <a:gd name="T22" fmla="*/ 147 w 531"/>
              <a:gd name="T23" fmla="*/ 484 h 706"/>
              <a:gd name="T24" fmla="*/ 147 w 531"/>
              <a:gd name="T25" fmla="*/ 485 h 706"/>
              <a:gd name="T26" fmla="*/ 147 w 531"/>
              <a:gd name="T27" fmla="*/ 588 h 706"/>
              <a:gd name="T28" fmla="*/ 59 w 531"/>
              <a:gd name="T29" fmla="*/ 690 h 706"/>
              <a:gd name="T30" fmla="*/ 64 w 531"/>
              <a:gd name="T31" fmla="*/ 701 h 706"/>
              <a:gd name="T32" fmla="*/ 75 w 531"/>
              <a:gd name="T33" fmla="*/ 705 h 706"/>
              <a:gd name="T34" fmla="*/ 250 w 531"/>
              <a:gd name="T35" fmla="*/ 705 h 706"/>
              <a:gd name="T36" fmla="*/ 260 w 531"/>
              <a:gd name="T37" fmla="*/ 701 h 706"/>
              <a:gd name="T38" fmla="*/ 264 w 531"/>
              <a:gd name="T39" fmla="*/ 690 h 706"/>
              <a:gd name="T40" fmla="*/ 197 w 531"/>
              <a:gd name="T41" fmla="*/ 594 h 706"/>
              <a:gd name="T42" fmla="*/ 286 w 531"/>
              <a:gd name="T43" fmla="*/ 528 h 706"/>
              <a:gd name="T44" fmla="*/ 308 w 531"/>
              <a:gd name="T45" fmla="*/ 529 h 706"/>
              <a:gd name="T46" fmla="*/ 526 w 531"/>
              <a:gd name="T47" fmla="*/ 439 h 706"/>
              <a:gd name="T48" fmla="*/ 530 w 531"/>
              <a:gd name="T49" fmla="*/ 429 h 706"/>
              <a:gd name="T50" fmla="*/ 526 w 531"/>
              <a:gd name="T51" fmla="*/ 418 h 706"/>
              <a:gd name="T52" fmla="*/ 329 w 531"/>
              <a:gd name="T53" fmla="*/ 222 h 706"/>
              <a:gd name="T54" fmla="*/ 234 w 531"/>
              <a:gd name="T55" fmla="*/ 676 h 706"/>
              <a:gd name="T56" fmla="*/ 234 w 531"/>
              <a:gd name="T57" fmla="*/ 676 h 706"/>
              <a:gd name="T58" fmla="*/ 90 w 531"/>
              <a:gd name="T59" fmla="*/ 676 h 706"/>
              <a:gd name="T60" fmla="*/ 110 w 531"/>
              <a:gd name="T61" fmla="*/ 638 h 706"/>
              <a:gd name="T62" fmla="*/ 162 w 531"/>
              <a:gd name="T63" fmla="*/ 617 h 706"/>
              <a:gd name="T64" fmla="*/ 213 w 531"/>
              <a:gd name="T65" fmla="*/ 638 h 706"/>
              <a:gd name="T66" fmla="*/ 234 w 531"/>
              <a:gd name="T67" fmla="*/ 676 h 706"/>
              <a:gd name="T68" fmla="*/ 176 w 531"/>
              <a:gd name="T69" fmla="*/ 573 h 706"/>
              <a:gd name="T70" fmla="*/ 176 w 531"/>
              <a:gd name="T71" fmla="*/ 573 h 706"/>
              <a:gd name="T72" fmla="*/ 176 w 531"/>
              <a:gd name="T73" fmla="*/ 499 h 706"/>
              <a:gd name="T74" fmla="*/ 245 w 531"/>
              <a:gd name="T75" fmla="*/ 523 h 706"/>
              <a:gd name="T76" fmla="*/ 176 w 531"/>
              <a:gd name="T77" fmla="*/ 573 h 706"/>
              <a:gd name="T78" fmla="*/ 112 w 531"/>
              <a:gd name="T79" fmla="*/ 418 h 706"/>
              <a:gd name="T80" fmla="*/ 112 w 531"/>
              <a:gd name="T81" fmla="*/ 418 h 706"/>
              <a:gd name="T82" fmla="*/ 31 w 531"/>
              <a:gd name="T83" fmla="*/ 222 h 706"/>
              <a:gd name="T84" fmla="*/ 102 w 531"/>
              <a:gd name="T85" fmla="*/ 35 h 706"/>
              <a:gd name="T86" fmla="*/ 495 w 531"/>
              <a:gd name="T87" fmla="*/ 428 h 706"/>
              <a:gd name="T88" fmla="*/ 308 w 531"/>
              <a:gd name="T89" fmla="*/ 501 h 706"/>
              <a:gd name="T90" fmla="*/ 112 w 531"/>
              <a:gd name="T91" fmla="*/ 418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6">
                <a:moveTo>
                  <a:pt x="329" y="222"/>
                </a:moveTo>
                <a:lnTo>
                  <a:pt x="329" y="222"/>
                </a:lnTo>
                <a:cubicBezTo>
                  <a:pt x="407" y="144"/>
                  <a:pt x="407" y="144"/>
                  <a:pt x="407" y="144"/>
                </a:cubicBezTo>
                <a:cubicBezTo>
                  <a:pt x="412" y="138"/>
                  <a:pt x="412" y="130"/>
                  <a:pt x="407" y="123"/>
                </a:cubicBezTo>
                <a:cubicBezTo>
                  <a:pt x="401" y="118"/>
                  <a:pt x="392" y="118"/>
                  <a:pt x="386" y="123"/>
                </a:cubicBezTo>
                <a:cubicBezTo>
                  <a:pt x="308" y="201"/>
                  <a:pt x="308" y="201"/>
                  <a:pt x="308" y="201"/>
                </a:cubicBezTo>
                <a:cubicBezTo>
                  <a:pt x="112" y="4"/>
                  <a:pt x="112" y="4"/>
                  <a:pt x="112" y="4"/>
                </a:cubicBezTo>
                <a:cubicBezTo>
                  <a:pt x="109" y="2"/>
                  <a:pt x="105" y="0"/>
                  <a:pt x="101" y="0"/>
                </a:cubicBezTo>
                <a:cubicBezTo>
                  <a:pt x="98" y="0"/>
                  <a:pt x="94" y="1"/>
                  <a:pt x="91" y="4"/>
                </a:cubicBezTo>
                <a:cubicBezTo>
                  <a:pt x="31" y="64"/>
                  <a:pt x="0" y="144"/>
                  <a:pt x="0" y="222"/>
                </a:cubicBezTo>
                <a:cubicBezTo>
                  <a:pt x="0" y="300"/>
                  <a:pt x="31" y="380"/>
                  <a:pt x="91" y="439"/>
                </a:cubicBezTo>
                <a:cubicBezTo>
                  <a:pt x="109" y="457"/>
                  <a:pt x="128" y="472"/>
                  <a:pt x="147" y="484"/>
                </a:cubicBezTo>
                <a:cubicBezTo>
                  <a:pt x="147" y="484"/>
                  <a:pt x="147" y="484"/>
                  <a:pt x="147" y="485"/>
                </a:cubicBezTo>
                <a:cubicBezTo>
                  <a:pt x="147" y="588"/>
                  <a:pt x="147" y="588"/>
                  <a:pt x="147" y="588"/>
                </a:cubicBezTo>
                <a:cubicBezTo>
                  <a:pt x="98" y="597"/>
                  <a:pt x="59" y="639"/>
                  <a:pt x="59" y="690"/>
                </a:cubicBezTo>
                <a:cubicBezTo>
                  <a:pt x="59" y="694"/>
                  <a:pt x="61" y="698"/>
                  <a:pt x="64" y="701"/>
                </a:cubicBezTo>
                <a:cubicBezTo>
                  <a:pt x="66" y="704"/>
                  <a:pt x="70" y="705"/>
                  <a:pt x="75" y="705"/>
                </a:cubicBezTo>
                <a:cubicBezTo>
                  <a:pt x="250" y="705"/>
                  <a:pt x="250" y="705"/>
                  <a:pt x="250" y="705"/>
                </a:cubicBezTo>
                <a:cubicBezTo>
                  <a:pt x="254" y="705"/>
                  <a:pt x="257" y="704"/>
                  <a:pt x="260" y="701"/>
                </a:cubicBezTo>
                <a:cubicBezTo>
                  <a:pt x="263" y="698"/>
                  <a:pt x="264" y="694"/>
                  <a:pt x="264" y="690"/>
                </a:cubicBezTo>
                <a:cubicBezTo>
                  <a:pt x="264" y="646"/>
                  <a:pt x="237" y="609"/>
                  <a:pt x="197" y="594"/>
                </a:cubicBezTo>
                <a:cubicBezTo>
                  <a:pt x="286" y="528"/>
                  <a:pt x="286" y="528"/>
                  <a:pt x="286" y="528"/>
                </a:cubicBezTo>
                <a:cubicBezTo>
                  <a:pt x="293" y="528"/>
                  <a:pt x="301" y="529"/>
                  <a:pt x="308" y="529"/>
                </a:cubicBezTo>
                <a:cubicBezTo>
                  <a:pt x="388" y="529"/>
                  <a:pt x="466" y="499"/>
                  <a:pt x="526" y="439"/>
                </a:cubicBezTo>
                <a:cubicBezTo>
                  <a:pt x="529" y="436"/>
                  <a:pt x="530" y="433"/>
                  <a:pt x="530" y="429"/>
                </a:cubicBezTo>
                <a:cubicBezTo>
                  <a:pt x="530" y="425"/>
                  <a:pt x="529" y="421"/>
                  <a:pt x="526" y="418"/>
                </a:cubicBezTo>
                <a:lnTo>
                  <a:pt x="329" y="222"/>
                </a:lnTo>
                <a:close/>
                <a:moveTo>
                  <a:pt x="234" y="676"/>
                </a:moveTo>
                <a:lnTo>
                  <a:pt x="234" y="676"/>
                </a:lnTo>
                <a:cubicBezTo>
                  <a:pt x="90" y="676"/>
                  <a:pt x="90" y="676"/>
                  <a:pt x="90" y="676"/>
                </a:cubicBezTo>
                <a:cubicBezTo>
                  <a:pt x="94" y="661"/>
                  <a:pt x="101" y="649"/>
                  <a:pt x="110" y="638"/>
                </a:cubicBezTo>
                <a:cubicBezTo>
                  <a:pt x="124" y="626"/>
                  <a:pt x="142" y="617"/>
                  <a:pt x="162" y="617"/>
                </a:cubicBezTo>
                <a:cubicBezTo>
                  <a:pt x="182" y="617"/>
                  <a:pt x="201" y="626"/>
                  <a:pt x="213" y="638"/>
                </a:cubicBezTo>
                <a:cubicBezTo>
                  <a:pt x="224" y="649"/>
                  <a:pt x="231" y="661"/>
                  <a:pt x="234" y="676"/>
                </a:cubicBezTo>
                <a:close/>
                <a:moveTo>
                  <a:pt x="176" y="573"/>
                </a:moveTo>
                <a:lnTo>
                  <a:pt x="176" y="573"/>
                </a:lnTo>
                <a:cubicBezTo>
                  <a:pt x="176" y="499"/>
                  <a:pt x="176" y="499"/>
                  <a:pt x="176" y="499"/>
                </a:cubicBezTo>
                <a:cubicBezTo>
                  <a:pt x="198" y="510"/>
                  <a:pt x="221" y="517"/>
                  <a:pt x="245" y="523"/>
                </a:cubicBezTo>
                <a:lnTo>
                  <a:pt x="176" y="573"/>
                </a:lnTo>
                <a:close/>
                <a:moveTo>
                  <a:pt x="112" y="418"/>
                </a:moveTo>
                <a:lnTo>
                  <a:pt x="112" y="418"/>
                </a:lnTo>
                <a:cubicBezTo>
                  <a:pt x="57" y="365"/>
                  <a:pt x="31" y="293"/>
                  <a:pt x="31" y="222"/>
                </a:cubicBezTo>
                <a:cubicBezTo>
                  <a:pt x="31" y="155"/>
                  <a:pt x="54" y="89"/>
                  <a:pt x="102" y="35"/>
                </a:cubicBezTo>
                <a:cubicBezTo>
                  <a:pt x="495" y="428"/>
                  <a:pt x="495" y="428"/>
                  <a:pt x="495" y="428"/>
                </a:cubicBezTo>
                <a:cubicBezTo>
                  <a:pt x="441" y="476"/>
                  <a:pt x="375" y="501"/>
                  <a:pt x="308" y="501"/>
                </a:cubicBezTo>
                <a:cubicBezTo>
                  <a:pt x="237" y="501"/>
                  <a:pt x="167" y="473"/>
                  <a:pt x="112" y="418"/>
                </a:cubicBezTo>
                <a:close/>
              </a:path>
            </a:pathLst>
          </a:custGeom>
          <a:solidFill>
            <a:schemeClr val="tx2"/>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2D3FFC1B-6F8D-7714-CCF9-50CF99D8961B}"/>
              </a:ext>
            </a:extLst>
          </p:cNvPr>
          <p:cNvGrpSpPr/>
          <p:nvPr/>
        </p:nvGrpSpPr>
        <p:grpSpPr>
          <a:xfrm>
            <a:off x="11012611" y="5157416"/>
            <a:ext cx="231775" cy="254000"/>
            <a:chOff x="9871075" y="5503863"/>
            <a:chExt cx="231775" cy="254000"/>
          </a:xfrm>
          <a:solidFill>
            <a:schemeClr val="tx2"/>
          </a:solidFill>
        </p:grpSpPr>
        <p:sp>
          <p:nvSpPr>
            <p:cNvPr id="336" name="Freeform 279">
              <a:extLst>
                <a:ext uri="{FF2B5EF4-FFF2-40B4-BE49-F238E27FC236}">
                  <a16:creationId xmlns:a16="http://schemas.microsoft.com/office/drawing/2014/main" id="{46DFD957-43C2-DB01-9A80-0F2232888A46}"/>
                </a:ext>
              </a:extLst>
            </p:cNvPr>
            <p:cNvSpPr>
              <a:spLocks noChangeArrowheads="1"/>
            </p:cNvSpPr>
            <p:nvPr/>
          </p:nvSpPr>
          <p:spPr bwMode="auto">
            <a:xfrm>
              <a:off x="9871075" y="5503863"/>
              <a:ext cx="231775" cy="254000"/>
            </a:xfrm>
            <a:custGeom>
              <a:avLst/>
              <a:gdLst>
                <a:gd name="T0" fmla="*/ 645 w 646"/>
                <a:gd name="T1" fmla="*/ 160 h 704"/>
                <a:gd name="T2" fmla="*/ 645 w 646"/>
                <a:gd name="T3" fmla="*/ 160 h 704"/>
                <a:gd name="T4" fmla="*/ 645 w 646"/>
                <a:gd name="T5" fmla="*/ 160 h 704"/>
                <a:gd name="T6" fmla="*/ 645 w 646"/>
                <a:gd name="T7" fmla="*/ 160 h 704"/>
                <a:gd name="T8" fmla="*/ 644 w 646"/>
                <a:gd name="T9" fmla="*/ 155 h 704"/>
                <a:gd name="T10" fmla="*/ 644 w 646"/>
                <a:gd name="T11" fmla="*/ 154 h 704"/>
                <a:gd name="T12" fmla="*/ 642 w 646"/>
                <a:gd name="T13" fmla="*/ 154 h 704"/>
                <a:gd name="T14" fmla="*/ 577 w 646"/>
                <a:gd name="T15" fmla="*/ 35 h 704"/>
                <a:gd name="T16" fmla="*/ 512 w 646"/>
                <a:gd name="T17" fmla="*/ 0 h 704"/>
                <a:gd name="T18" fmla="*/ 133 w 646"/>
                <a:gd name="T19" fmla="*/ 0 h 704"/>
                <a:gd name="T20" fmla="*/ 69 w 646"/>
                <a:gd name="T21" fmla="*/ 35 h 704"/>
                <a:gd name="T22" fmla="*/ 3 w 646"/>
                <a:gd name="T23" fmla="*/ 154 h 704"/>
                <a:gd name="T24" fmla="*/ 1 w 646"/>
                <a:gd name="T25" fmla="*/ 154 h 704"/>
                <a:gd name="T26" fmla="*/ 1 w 646"/>
                <a:gd name="T27" fmla="*/ 155 h 704"/>
                <a:gd name="T28" fmla="*/ 0 w 646"/>
                <a:gd name="T29" fmla="*/ 160 h 704"/>
                <a:gd name="T30" fmla="*/ 0 w 646"/>
                <a:gd name="T31" fmla="*/ 160 h 704"/>
                <a:gd name="T32" fmla="*/ 0 w 646"/>
                <a:gd name="T33" fmla="*/ 160 h 704"/>
                <a:gd name="T34" fmla="*/ 0 w 646"/>
                <a:gd name="T35" fmla="*/ 160 h 704"/>
                <a:gd name="T36" fmla="*/ 0 w 646"/>
                <a:gd name="T37" fmla="*/ 365 h 704"/>
                <a:gd name="T38" fmla="*/ 0 w 646"/>
                <a:gd name="T39" fmla="*/ 541 h 704"/>
                <a:gd name="T40" fmla="*/ 44 w 646"/>
                <a:gd name="T41" fmla="*/ 585 h 704"/>
                <a:gd name="T42" fmla="*/ 294 w 646"/>
                <a:gd name="T43" fmla="*/ 585 h 704"/>
                <a:gd name="T44" fmla="*/ 294 w 646"/>
                <a:gd name="T45" fmla="*/ 672 h 704"/>
                <a:gd name="T46" fmla="*/ 74 w 646"/>
                <a:gd name="T47" fmla="*/ 672 h 704"/>
                <a:gd name="T48" fmla="*/ 59 w 646"/>
                <a:gd name="T49" fmla="*/ 688 h 704"/>
                <a:gd name="T50" fmla="*/ 74 w 646"/>
                <a:gd name="T51" fmla="*/ 703 h 704"/>
                <a:gd name="T52" fmla="*/ 542 w 646"/>
                <a:gd name="T53" fmla="*/ 703 h 704"/>
                <a:gd name="T54" fmla="*/ 557 w 646"/>
                <a:gd name="T55" fmla="*/ 688 h 704"/>
                <a:gd name="T56" fmla="*/ 542 w 646"/>
                <a:gd name="T57" fmla="*/ 672 h 704"/>
                <a:gd name="T58" fmla="*/ 323 w 646"/>
                <a:gd name="T59" fmla="*/ 672 h 704"/>
                <a:gd name="T60" fmla="*/ 323 w 646"/>
                <a:gd name="T61" fmla="*/ 585 h 704"/>
                <a:gd name="T62" fmla="*/ 601 w 646"/>
                <a:gd name="T63" fmla="*/ 585 h 704"/>
                <a:gd name="T64" fmla="*/ 645 w 646"/>
                <a:gd name="T65" fmla="*/ 541 h 704"/>
                <a:gd name="T66" fmla="*/ 645 w 646"/>
                <a:gd name="T67" fmla="*/ 365 h 704"/>
                <a:gd name="T68" fmla="*/ 645 w 646"/>
                <a:gd name="T69" fmla="*/ 160 h 704"/>
                <a:gd name="T70" fmla="*/ 30 w 646"/>
                <a:gd name="T71" fmla="*/ 176 h 704"/>
                <a:gd name="T72" fmla="*/ 30 w 646"/>
                <a:gd name="T73" fmla="*/ 176 h 704"/>
                <a:gd name="T74" fmla="*/ 615 w 646"/>
                <a:gd name="T75" fmla="*/ 176 h 704"/>
                <a:gd name="T76" fmla="*/ 615 w 646"/>
                <a:gd name="T77" fmla="*/ 351 h 704"/>
                <a:gd name="T78" fmla="*/ 30 w 646"/>
                <a:gd name="T79" fmla="*/ 351 h 704"/>
                <a:gd name="T80" fmla="*/ 30 w 646"/>
                <a:gd name="T81" fmla="*/ 176 h 704"/>
                <a:gd name="T82" fmla="*/ 95 w 646"/>
                <a:gd name="T83" fmla="*/ 51 h 704"/>
                <a:gd name="T84" fmla="*/ 95 w 646"/>
                <a:gd name="T85" fmla="*/ 51 h 704"/>
                <a:gd name="T86" fmla="*/ 133 w 646"/>
                <a:gd name="T87" fmla="*/ 29 h 704"/>
                <a:gd name="T88" fmla="*/ 512 w 646"/>
                <a:gd name="T89" fmla="*/ 29 h 704"/>
                <a:gd name="T90" fmla="*/ 551 w 646"/>
                <a:gd name="T91" fmla="*/ 51 h 704"/>
                <a:gd name="T92" fmla="*/ 605 w 646"/>
                <a:gd name="T93" fmla="*/ 145 h 704"/>
                <a:gd name="T94" fmla="*/ 40 w 646"/>
                <a:gd name="T95" fmla="*/ 145 h 704"/>
                <a:gd name="T96" fmla="*/ 95 w 646"/>
                <a:gd name="T97" fmla="*/ 51 h 704"/>
                <a:gd name="T98" fmla="*/ 601 w 646"/>
                <a:gd name="T99" fmla="*/ 556 h 704"/>
                <a:gd name="T100" fmla="*/ 601 w 646"/>
                <a:gd name="T101" fmla="*/ 556 h 704"/>
                <a:gd name="T102" fmla="*/ 44 w 646"/>
                <a:gd name="T103" fmla="*/ 556 h 704"/>
                <a:gd name="T104" fmla="*/ 30 w 646"/>
                <a:gd name="T105" fmla="*/ 541 h 704"/>
                <a:gd name="T106" fmla="*/ 30 w 646"/>
                <a:gd name="T107" fmla="*/ 380 h 704"/>
                <a:gd name="T108" fmla="*/ 615 w 646"/>
                <a:gd name="T109" fmla="*/ 380 h 704"/>
                <a:gd name="T110" fmla="*/ 615 w 646"/>
                <a:gd name="T111" fmla="*/ 541 h 704"/>
                <a:gd name="T112" fmla="*/ 601 w 646"/>
                <a:gd name="T113" fmla="*/ 55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46" h="704">
                  <a:moveTo>
                    <a:pt x="645" y="160"/>
                  </a:moveTo>
                  <a:lnTo>
                    <a:pt x="645" y="160"/>
                  </a:lnTo>
                  <a:lnTo>
                    <a:pt x="645" y="160"/>
                  </a:lnTo>
                  <a:lnTo>
                    <a:pt x="645" y="160"/>
                  </a:lnTo>
                  <a:cubicBezTo>
                    <a:pt x="645" y="159"/>
                    <a:pt x="644" y="156"/>
                    <a:pt x="644" y="155"/>
                  </a:cubicBezTo>
                  <a:cubicBezTo>
                    <a:pt x="644" y="155"/>
                    <a:pt x="644" y="155"/>
                    <a:pt x="644" y="154"/>
                  </a:cubicBezTo>
                  <a:cubicBezTo>
                    <a:pt x="642" y="154"/>
                    <a:pt x="642" y="154"/>
                    <a:pt x="642" y="154"/>
                  </a:cubicBezTo>
                  <a:cubicBezTo>
                    <a:pt x="577" y="35"/>
                    <a:pt x="577" y="35"/>
                    <a:pt x="577" y="35"/>
                  </a:cubicBezTo>
                  <a:cubicBezTo>
                    <a:pt x="563" y="14"/>
                    <a:pt x="540" y="0"/>
                    <a:pt x="512" y="0"/>
                  </a:cubicBezTo>
                  <a:cubicBezTo>
                    <a:pt x="133" y="0"/>
                    <a:pt x="133" y="0"/>
                    <a:pt x="133" y="0"/>
                  </a:cubicBezTo>
                  <a:cubicBezTo>
                    <a:pt x="106" y="0"/>
                    <a:pt x="82" y="14"/>
                    <a:pt x="69" y="35"/>
                  </a:cubicBezTo>
                  <a:cubicBezTo>
                    <a:pt x="3" y="154"/>
                    <a:pt x="3" y="154"/>
                    <a:pt x="3" y="154"/>
                  </a:cubicBezTo>
                  <a:cubicBezTo>
                    <a:pt x="3" y="154"/>
                    <a:pt x="3" y="154"/>
                    <a:pt x="1" y="154"/>
                  </a:cubicBezTo>
                  <a:cubicBezTo>
                    <a:pt x="1" y="155"/>
                    <a:pt x="1" y="155"/>
                    <a:pt x="1" y="155"/>
                  </a:cubicBezTo>
                  <a:cubicBezTo>
                    <a:pt x="1" y="156"/>
                    <a:pt x="0" y="159"/>
                    <a:pt x="0" y="160"/>
                  </a:cubicBezTo>
                  <a:lnTo>
                    <a:pt x="0" y="160"/>
                  </a:lnTo>
                  <a:lnTo>
                    <a:pt x="0" y="160"/>
                  </a:lnTo>
                  <a:lnTo>
                    <a:pt x="0" y="160"/>
                  </a:lnTo>
                  <a:cubicBezTo>
                    <a:pt x="0" y="365"/>
                    <a:pt x="0" y="365"/>
                    <a:pt x="0" y="365"/>
                  </a:cubicBezTo>
                  <a:cubicBezTo>
                    <a:pt x="0" y="541"/>
                    <a:pt x="0" y="541"/>
                    <a:pt x="0" y="541"/>
                  </a:cubicBezTo>
                  <a:cubicBezTo>
                    <a:pt x="0" y="565"/>
                    <a:pt x="21" y="585"/>
                    <a:pt x="44" y="585"/>
                  </a:cubicBezTo>
                  <a:cubicBezTo>
                    <a:pt x="294" y="585"/>
                    <a:pt x="294" y="585"/>
                    <a:pt x="294" y="585"/>
                  </a:cubicBezTo>
                  <a:cubicBezTo>
                    <a:pt x="294" y="672"/>
                    <a:pt x="294" y="672"/>
                    <a:pt x="294" y="672"/>
                  </a:cubicBezTo>
                  <a:cubicBezTo>
                    <a:pt x="74" y="672"/>
                    <a:pt x="74" y="672"/>
                    <a:pt x="74" y="672"/>
                  </a:cubicBezTo>
                  <a:cubicBezTo>
                    <a:pt x="66" y="672"/>
                    <a:pt x="59" y="679"/>
                    <a:pt x="59" y="688"/>
                  </a:cubicBezTo>
                  <a:cubicBezTo>
                    <a:pt x="59" y="696"/>
                    <a:pt x="66" y="703"/>
                    <a:pt x="74" y="703"/>
                  </a:cubicBezTo>
                  <a:cubicBezTo>
                    <a:pt x="542" y="703"/>
                    <a:pt x="542" y="703"/>
                    <a:pt x="542" y="703"/>
                  </a:cubicBezTo>
                  <a:cubicBezTo>
                    <a:pt x="551" y="703"/>
                    <a:pt x="557" y="696"/>
                    <a:pt x="557" y="688"/>
                  </a:cubicBezTo>
                  <a:cubicBezTo>
                    <a:pt x="557" y="679"/>
                    <a:pt x="551" y="672"/>
                    <a:pt x="542" y="672"/>
                  </a:cubicBezTo>
                  <a:cubicBezTo>
                    <a:pt x="323" y="672"/>
                    <a:pt x="323" y="672"/>
                    <a:pt x="323" y="672"/>
                  </a:cubicBezTo>
                  <a:cubicBezTo>
                    <a:pt x="323" y="585"/>
                    <a:pt x="323" y="585"/>
                    <a:pt x="323" y="585"/>
                  </a:cubicBezTo>
                  <a:cubicBezTo>
                    <a:pt x="601" y="585"/>
                    <a:pt x="601" y="585"/>
                    <a:pt x="601" y="585"/>
                  </a:cubicBezTo>
                  <a:cubicBezTo>
                    <a:pt x="625" y="585"/>
                    <a:pt x="645" y="565"/>
                    <a:pt x="645" y="541"/>
                  </a:cubicBezTo>
                  <a:cubicBezTo>
                    <a:pt x="645" y="365"/>
                    <a:pt x="645" y="365"/>
                    <a:pt x="645" y="365"/>
                  </a:cubicBezTo>
                  <a:cubicBezTo>
                    <a:pt x="645" y="160"/>
                    <a:pt x="645" y="160"/>
                    <a:pt x="645" y="160"/>
                  </a:cubicBezTo>
                  <a:close/>
                  <a:moveTo>
                    <a:pt x="30" y="176"/>
                  </a:moveTo>
                  <a:lnTo>
                    <a:pt x="30" y="176"/>
                  </a:lnTo>
                  <a:cubicBezTo>
                    <a:pt x="615" y="176"/>
                    <a:pt x="615" y="176"/>
                    <a:pt x="615" y="176"/>
                  </a:cubicBezTo>
                  <a:cubicBezTo>
                    <a:pt x="615" y="351"/>
                    <a:pt x="615" y="351"/>
                    <a:pt x="615" y="351"/>
                  </a:cubicBezTo>
                  <a:cubicBezTo>
                    <a:pt x="30" y="351"/>
                    <a:pt x="30" y="351"/>
                    <a:pt x="30" y="351"/>
                  </a:cubicBezTo>
                  <a:lnTo>
                    <a:pt x="30" y="176"/>
                  </a:lnTo>
                  <a:close/>
                  <a:moveTo>
                    <a:pt x="95" y="51"/>
                  </a:moveTo>
                  <a:lnTo>
                    <a:pt x="95" y="51"/>
                  </a:lnTo>
                  <a:cubicBezTo>
                    <a:pt x="102" y="37"/>
                    <a:pt x="117" y="29"/>
                    <a:pt x="133" y="29"/>
                  </a:cubicBezTo>
                  <a:cubicBezTo>
                    <a:pt x="512" y="29"/>
                    <a:pt x="512" y="29"/>
                    <a:pt x="512" y="29"/>
                  </a:cubicBezTo>
                  <a:cubicBezTo>
                    <a:pt x="529" y="29"/>
                    <a:pt x="544" y="37"/>
                    <a:pt x="551" y="51"/>
                  </a:cubicBezTo>
                  <a:cubicBezTo>
                    <a:pt x="605" y="145"/>
                    <a:pt x="605" y="145"/>
                    <a:pt x="605" y="145"/>
                  </a:cubicBezTo>
                  <a:cubicBezTo>
                    <a:pt x="40" y="145"/>
                    <a:pt x="40" y="145"/>
                    <a:pt x="40" y="145"/>
                  </a:cubicBezTo>
                  <a:lnTo>
                    <a:pt x="95" y="51"/>
                  </a:lnTo>
                  <a:close/>
                  <a:moveTo>
                    <a:pt x="601" y="556"/>
                  </a:moveTo>
                  <a:lnTo>
                    <a:pt x="601" y="556"/>
                  </a:lnTo>
                  <a:cubicBezTo>
                    <a:pt x="44" y="556"/>
                    <a:pt x="44" y="556"/>
                    <a:pt x="44" y="556"/>
                  </a:cubicBezTo>
                  <a:cubicBezTo>
                    <a:pt x="36" y="556"/>
                    <a:pt x="30" y="549"/>
                    <a:pt x="30" y="541"/>
                  </a:cubicBezTo>
                  <a:cubicBezTo>
                    <a:pt x="30" y="380"/>
                    <a:pt x="30" y="380"/>
                    <a:pt x="30" y="380"/>
                  </a:cubicBezTo>
                  <a:cubicBezTo>
                    <a:pt x="615" y="380"/>
                    <a:pt x="615" y="380"/>
                    <a:pt x="615" y="380"/>
                  </a:cubicBezTo>
                  <a:cubicBezTo>
                    <a:pt x="615" y="541"/>
                    <a:pt x="615" y="541"/>
                    <a:pt x="615" y="541"/>
                  </a:cubicBezTo>
                  <a:cubicBezTo>
                    <a:pt x="615" y="549"/>
                    <a:pt x="610" y="556"/>
                    <a:pt x="601" y="5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80">
              <a:extLst>
                <a:ext uri="{FF2B5EF4-FFF2-40B4-BE49-F238E27FC236}">
                  <a16:creationId xmlns:a16="http://schemas.microsoft.com/office/drawing/2014/main" id="{97E37439-55B1-C5B8-E9DA-27396EF718B7}"/>
                </a:ext>
              </a:extLst>
            </p:cNvPr>
            <p:cNvSpPr>
              <a:spLocks noChangeArrowheads="1"/>
            </p:cNvSpPr>
            <p:nvPr/>
          </p:nvSpPr>
          <p:spPr bwMode="auto">
            <a:xfrm>
              <a:off x="9902825" y="5588000"/>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30"/>
                  </a:cubicBezTo>
                  <a:cubicBezTo>
                    <a:pt x="0" y="45"/>
                    <a:pt x="14" y="59"/>
                    <a:pt x="30" y="59"/>
                  </a:cubicBezTo>
                  <a:cubicBezTo>
                    <a:pt x="45" y="59"/>
                    <a:pt x="59" y="45"/>
                    <a:pt x="59" y="30"/>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81">
              <a:extLst>
                <a:ext uri="{FF2B5EF4-FFF2-40B4-BE49-F238E27FC236}">
                  <a16:creationId xmlns:a16="http://schemas.microsoft.com/office/drawing/2014/main" id="{6C589FB6-3389-03E7-AACB-78463F93B647}"/>
                </a:ext>
              </a:extLst>
            </p:cNvPr>
            <p:cNvSpPr>
              <a:spLocks noChangeArrowheads="1"/>
            </p:cNvSpPr>
            <p:nvPr/>
          </p:nvSpPr>
          <p:spPr bwMode="auto">
            <a:xfrm>
              <a:off x="9902825" y="5661025"/>
              <a:ext cx="22225" cy="20638"/>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2"/>
                    <a:pt x="0" y="29"/>
                  </a:cubicBezTo>
                  <a:cubicBezTo>
                    <a:pt x="0" y="45"/>
                    <a:pt x="14" y="58"/>
                    <a:pt x="30" y="58"/>
                  </a:cubicBezTo>
                  <a:cubicBezTo>
                    <a:pt x="45" y="58"/>
                    <a:pt x="59" y="45"/>
                    <a:pt x="59" y="29"/>
                  </a:cubicBezTo>
                  <a:cubicBezTo>
                    <a:pt x="59" y="12"/>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82">
              <a:extLst>
                <a:ext uri="{FF2B5EF4-FFF2-40B4-BE49-F238E27FC236}">
                  <a16:creationId xmlns:a16="http://schemas.microsoft.com/office/drawing/2014/main" id="{38F67800-4A92-7020-1987-8B96940EDABE}"/>
                </a:ext>
              </a:extLst>
            </p:cNvPr>
            <p:cNvSpPr>
              <a:spLocks noChangeArrowheads="1"/>
            </p:cNvSpPr>
            <p:nvPr/>
          </p:nvSpPr>
          <p:spPr bwMode="auto">
            <a:xfrm>
              <a:off x="9986963" y="5599113"/>
              <a:ext cx="84137" cy="11112"/>
            </a:xfrm>
            <a:custGeom>
              <a:avLst/>
              <a:gdLst>
                <a:gd name="T0" fmla="*/ 219 w 235"/>
                <a:gd name="T1" fmla="*/ 0 h 30"/>
                <a:gd name="T2" fmla="*/ 219 w 235"/>
                <a:gd name="T3" fmla="*/ 0 h 30"/>
                <a:gd name="T4" fmla="*/ 15 w 235"/>
                <a:gd name="T5" fmla="*/ 0 h 30"/>
                <a:gd name="T6" fmla="*/ 0 w 235"/>
                <a:gd name="T7" fmla="*/ 14 h 30"/>
                <a:gd name="T8" fmla="*/ 15 w 235"/>
                <a:gd name="T9" fmla="*/ 29 h 30"/>
                <a:gd name="T10" fmla="*/ 219 w 235"/>
                <a:gd name="T11" fmla="*/ 29 h 30"/>
                <a:gd name="T12" fmla="*/ 234 w 235"/>
                <a:gd name="T13" fmla="*/ 14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6"/>
                    <a:pt x="0" y="14"/>
                  </a:cubicBezTo>
                  <a:cubicBezTo>
                    <a:pt x="0" y="22"/>
                    <a:pt x="7" y="29"/>
                    <a:pt x="15" y="29"/>
                  </a:cubicBezTo>
                  <a:cubicBezTo>
                    <a:pt x="219" y="29"/>
                    <a:pt x="219" y="29"/>
                    <a:pt x="219" y="29"/>
                  </a:cubicBezTo>
                  <a:cubicBezTo>
                    <a:pt x="228" y="29"/>
                    <a:pt x="234" y="22"/>
                    <a:pt x="234" y="14"/>
                  </a:cubicBezTo>
                  <a:cubicBezTo>
                    <a:pt x="234" y="6"/>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83">
              <a:extLst>
                <a:ext uri="{FF2B5EF4-FFF2-40B4-BE49-F238E27FC236}">
                  <a16:creationId xmlns:a16="http://schemas.microsoft.com/office/drawing/2014/main" id="{2E8A4C40-AC55-D898-7784-1305CC575D82}"/>
                </a:ext>
              </a:extLst>
            </p:cNvPr>
            <p:cNvSpPr>
              <a:spLocks noChangeArrowheads="1"/>
            </p:cNvSpPr>
            <p:nvPr/>
          </p:nvSpPr>
          <p:spPr bwMode="auto">
            <a:xfrm>
              <a:off x="9986963" y="5672138"/>
              <a:ext cx="84137" cy="11112"/>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7"/>
                    <a:pt x="0" y="15"/>
                  </a:cubicBezTo>
                  <a:cubicBezTo>
                    <a:pt x="0" y="22"/>
                    <a:pt x="7" y="29"/>
                    <a:pt x="15" y="29"/>
                  </a:cubicBezTo>
                  <a:cubicBezTo>
                    <a:pt x="219" y="29"/>
                    <a:pt x="219" y="29"/>
                    <a:pt x="219" y="29"/>
                  </a:cubicBezTo>
                  <a:cubicBezTo>
                    <a:pt x="228" y="29"/>
                    <a:pt x="234" y="22"/>
                    <a:pt x="234" y="15"/>
                  </a:cubicBezTo>
                  <a:cubicBezTo>
                    <a:pt x="234"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41" name="Freeform 284">
            <a:extLst>
              <a:ext uri="{FF2B5EF4-FFF2-40B4-BE49-F238E27FC236}">
                <a16:creationId xmlns:a16="http://schemas.microsoft.com/office/drawing/2014/main" id="{286F87A2-0929-2C1C-5D7C-F41EA87ECB65}"/>
              </a:ext>
            </a:extLst>
          </p:cNvPr>
          <p:cNvSpPr>
            <a:spLocks noChangeArrowheads="1"/>
          </p:cNvSpPr>
          <p:nvPr/>
        </p:nvSpPr>
        <p:spPr bwMode="auto">
          <a:xfrm>
            <a:off x="9453686" y="5690022"/>
            <a:ext cx="227013" cy="247650"/>
          </a:xfrm>
          <a:custGeom>
            <a:avLst/>
            <a:gdLst>
              <a:gd name="T0" fmla="*/ 630 w 631"/>
              <a:gd name="T1" fmla="*/ 376 h 686"/>
              <a:gd name="T2" fmla="*/ 629 w 631"/>
              <a:gd name="T3" fmla="*/ 372 h 686"/>
              <a:gd name="T4" fmla="*/ 626 w 631"/>
              <a:gd name="T5" fmla="*/ 368 h 686"/>
              <a:gd name="T6" fmla="*/ 420 w 631"/>
              <a:gd name="T7" fmla="*/ 74 h 686"/>
              <a:gd name="T8" fmla="*/ 420 w 631"/>
              <a:gd name="T9" fmla="*/ 72 h 686"/>
              <a:gd name="T10" fmla="*/ 386 w 631"/>
              <a:gd name="T11" fmla="*/ 11 h 686"/>
              <a:gd name="T12" fmla="*/ 293 w 631"/>
              <a:gd name="T13" fmla="*/ 23 h 686"/>
              <a:gd name="T14" fmla="*/ 161 w 631"/>
              <a:gd name="T15" fmla="*/ 40 h 686"/>
              <a:gd name="T16" fmla="*/ 6 w 631"/>
              <a:gd name="T17" fmla="*/ 125 h 686"/>
              <a:gd name="T18" fmla="*/ 35 w 631"/>
              <a:gd name="T19" fmla="*/ 259 h 686"/>
              <a:gd name="T20" fmla="*/ 161 w 631"/>
              <a:gd name="T21" fmla="*/ 385 h 686"/>
              <a:gd name="T22" fmla="*/ 296 w 631"/>
              <a:gd name="T23" fmla="*/ 414 h 686"/>
              <a:gd name="T24" fmla="*/ 316 w 631"/>
              <a:gd name="T25" fmla="*/ 414 h 686"/>
              <a:gd name="T26" fmla="*/ 359 w 631"/>
              <a:gd name="T27" fmla="*/ 164 h 686"/>
              <a:gd name="T28" fmla="*/ 598 w 631"/>
              <a:gd name="T29" fmla="*/ 380 h 686"/>
              <a:gd name="T30" fmla="*/ 264 w 631"/>
              <a:gd name="T31" fmla="*/ 656 h 686"/>
              <a:gd name="T32" fmla="*/ 264 w 631"/>
              <a:gd name="T33" fmla="*/ 685 h 686"/>
              <a:gd name="T34" fmla="*/ 602 w 631"/>
              <a:gd name="T35" fmla="*/ 671 h 686"/>
              <a:gd name="T36" fmla="*/ 466 w 631"/>
              <a:gd name="T37" fmla="*/ 656 h 686"/>
              <a:gd name="T38" fmla="*/ 629 w 631"/>
              <a:gd name="T39" fmla="*/ 384 h 686"/>
              <a:gd name="T40" fmla="*/ 630 w 631"/>
              <a:gd name="T41" fmla="*/ 379 h 686"/>
              <a:gd name="T42" fmla="*/ 161 w 631"/>
              <a:gd name="T43" fmla="*/ 357 h 686"/>
              <a:gd name="T44" fmla="*/ 92 w 631"/>
              <a:gd name="T45" fmla="*/ 328 h 686"/>
              <a:gd name="T46" fmla="*/ 83 w 631"/>
              <a:gd name="T47" fmla="*/ 201 h 686"/>
              <a:gd name="T48" fmla="*/ 219 w 631"/>
              <a:gd name="T49" fmla="*/ 337 h 686"/>
              <a:gd name="T50" fmla="*/ 305 w 631"/>
              <a:gd name="T51" fmla="*/ 383 h 686"/>
              <a:gd name="T52" fmla="*/ 258 w 631"/>
              <a:gd name="T53" fmla="*/ 336 h 686"/>
              <a:gd name="T54" fmla="*/ 220 w 631"/>
              <a:gd name="T55" fmla="*/ 298 h 686"/>
              <a:gd name="T56" fmla="*/ 161 w 631"/>
              <a:gd name="T57" fmla="*/ 68 h 686"/>
              <a:gd name="T58" fmla="*/ 350 w 631"/>
              <a:gd name="T59" fmla="*/ 259 h 686"/>
              <a:gd name="T60" fmla="*/ 316 w 631"/>
              <a:gd name="T61" fmla="*/ 104 h 686"/>
              <a:gd name="T62" fmla="*/ 282 w 631"/>
              <a:gd name="T63" fmla="*/ 75 h 686"/>
              <a:gd name="T64" fmla="*/ 349 w 631"/>
              <a:gd name="T65" fmla="*/ 29 h 686"/>
              <a:gd name="T66" fmla="*/ 390 w 631"/>
              <a:gd name="T67" fmla="*/ 72 h 686"/>
              <a:gd name="T68" fmla="*/ 390 w 631"/>
              <a:gd name="T69" fmla="*/ 72 h 686"/>
              <a:gd name="T70" fmla="*/ 378 w 631"/>
              <a:gd name="T71" fmla="*/ 104 h 686"/>
              <a:gd name="T72" fmla="*/ 316 w 631"/>
              <a:gd name="T73" fmla="*/ 10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31" h="686">
                <a:moveTo>
                  <a:pt x="630" y="376"/>
                </a:moveTo>
                <a:lnTo>
                  <a:pt x="630" y="376"/>
                </a:lnTo>
                <a:cubicBezTo>
                  <a:pt x="630" y="376"/>
                  <a:pt x="630" y="374"/>
                  <a:pt x="629" y="373"/>
                </a:cubicBezTo>
                <a:lnTo>
                  <a:pt x="629" y="372"/>
                </a:lnTo>
                <a:cubicBezTo>
                  <a:pt x="628" y="370"/>
                  <a:pt x="628" y="369"/>
                  <a:pt x="628" y="369"/>
                </a:cubicBezTo>
                <a:cubicBezTo>
                  <a:pt x="626" y="369"/>
                  <a:pt x="626" y="368"/>
                  <a:pt x="626" y="368"/>
                </a:cubicBezTo>
                <a:cubicBezTo>
                  <a:pt x="404" y="118"/>
                  <a:pt x="404" y="118"/>
                  <a:pt x="404" y="118"/>
                </a:cubicBezTo>
                <a:cubicBezTo>
                  <a:pt x="415" y="105"/>
                  <a:pt x="420" y="89"/>
                  <a:pt x="420" y="74"/>
                </a:cubicBezTo>
                <a:cubicBezTo>
                  <a:pt x="420" y="72"/>
                  <a:pt x="420" y="72"/>
                  <a:pt x="420" y="72"/>
                </a:cubicBezTo>
                <a:lnTo>
                  <a:pt x="420" y="72"/>
                </a:lnTo>
                <a:lnTo>
                  <a:pt x="420" y="72"/>
                </a:lnTo>
                <a:cubicBezTo>
                  <a:pt x="420" y="48"/>
                  <a:pt x="408" y="24"/>
                  <a:pt x="386" y="11"/>
                </a:cubicBezTo>
                <a:cubicBezTo>
                  <a:pt x="374" y="2"/>
                  <a:pt x="361" y="0"/>
                  <a:pt x="349" y="0"/>
                </a:cubicBezTo>
                <a:cubicBezTo>
                  <a:pt x="328" y="0"/>
                  <a:pt x="308" y="8"/>
                  <a:pt x="293" y="23"/>
                </a:cubicBezTo>
                <a:cubicBezTo>
                  <a:pt x="256" y="61"/>
                  <a:pt x="256" y="61"/>
                  <a:pt x="256" y="61"/>
                </a:cubicBezTo>
                <a:cubicBezTo>
                  <a:pt x="226" y="46"/>
                  <a:pt x="193" y="40"/>
                  <a:pt x="161" y="40"/>
                </a:cubicBezTo>
                <a:cubicBezTo>
                  <a:pt x="105" y="40"/>
                  <a:pt x="48" y="61"/>
                  <a:pt x="6" y="104"/>
                </a:cubicBezTo>
                <a:cubicBezTo>
                  <a:pt x="0" y="109"/>
                  <a:pt x="0" y="119"/>
                  <a:pt x="6" y="125"/>
                </a:cubicBezTo>
                <a:cubicBezTo>
                  <a:pt x="62" y="181"/>
                  <a:pt x="62" y="181"/>
                  <a:pt x="62" y="181"/>
                </a:cubicBezTo>
                <a:cubicBezTo>
                  <a:pt x="43" y="204"/>
                  <a:pt x="35" y="232"/>
                  <a:pt x="35" y="259"/>
                </a:cubicBezTo>
                <a:cubicBezTo>
                  <a:pt x="35" y="292"/>
                  <a:pt x="47" y="324"/>
                  <a:pt x="72" y="348"/>
                </a:cubicBezTo>
                <a:cubicBezTo>
                  <a:pt x="96" y="373"/>
                  <a:pt x="128" y="385"/>
                  <a:pt x="161" y="385"/>
                </a:cubicBezTo>
                <a:cubicBezTo>
                  <a:pt x="188" y="385"/>
                  <a:pt x="216" y="376"/>
                  <a:pt x="239" y="358"/>
                </a:cubicBezTo>
                <a:cubicBezTo>
                  <a:pt x="296" y="414"/>
                  <a:pt x="296" y="414"/>
                  <a:pt x="296" y="414"/>
                </a:cubicBezTo>
                <a:cubicBezTo>
                  <a:pt x="298" y="417"/>
                  <a:pt x="302" y="418"/>
                  <a:pt x="305" y="418"/>
                </a:cubicBezTo>
                <a:cubicBezTo>
                  <a:pt x="309" y="418"/>
                  <a:pt x="313" y="417"/>
                  <a:pt x="316" y="414"/>
                </a:cubicBezTo>
                <a:cubicBezTo>
                  <a:pt x="359" y="372"/>
                  <a:pt x="381" y="315"/>
                  <a:pt x="381" y="259"/>
                </a:cubicBezTo>
                <a:cubicBezTo>
                  <a:pt x="381" y="226"/>
                  <a:pt x="372" y="195"/>
                  <a:pt x="359" y="164"/>
                </a:cubicBezTo>
                <a:cubicBezTo>
                  <a:pt x="385" y="140"/>
                  <a:pt x="385" y="140"/>
                  <a:pt x="385" y="140"/>
                </a:cubicBezTo>
                <a:cubicBezTo>
                  <a:pt x="598" y="380"/>
                  <a:pt x="598" y="380"/>
                  <a:pt x="598" y="380"/>
                </a:cubicBezTo>
                <a:cubicBezTo>
                  <a:pt x="431" y="656"/>
                  <a:pt x="431" y="656"/>
                  <a:pt x="431" y="656"/>
                </a:cubicBezTo>
                <a:cubicBezTo>
                  <a:pt x="264" y="656"/>
                  <a:pt x="264" y="656"/>
                  <a:pt x="264" y="656"/>
                </a:cubicBezTo>
                <a:cubicBezTo>
                  <a:pt x="256" y="656"/>
                  <a:pt x="250" y="663"/>
                  <a:pt x="250" y="671"/>
                </a:cubicBezTo>
                <a:cubicBezTo>
                  <a:pt x="250" y="679"/>
                  <a:pt x="256" y="685"/>
                  <a:pt x="264" y="685"/>
                </a:cubicBezTo>
                <a:cubicBezTo>
                  <a:pt x="587" y="685"/>
                  <a:pt x="587" y="685"/>
                  <a:pt x="587" y="685"/>
                </a:cubicBezTo>
                <a:cubicBezTo>
                  <a:pt x="595" y="685"/>
                  <a:pt x="602" y="679"/>
                  <a:pt x="602" y="671"/>
                </a:cubicBezTo>
                <a:cubicBezTo>
                  <a:pt x="602" y="663"/>
                  <a:pt x="595" y="656"/>
                  <a:pt x="587" y="656"/>
                </a:cubicBezTo>
                <a:cubicBezTo>
                  <a:pt x="466" y="656"/>
                  <a:pt x="466" y="656"/>
                  <a:pt x="466" y="656"/>
                </a:cubicBezTo>
                <a:cubicBezTo>
                  <a:pt x="628" y="385"/>
                  <a:pt x="628" y="385"/>
                  <a:pt x="628" y="385"/>
                </a:cubicBezTo>
                <a:cubicBezTo>
                  <a:pt x="629" y="385"/>
                  <a:pt x="629" y="385"/>
                  <a:pt x="629" y="384"/>
                </a:cubicBezTo>
                <a:cubicBezTo>
                  <a:pt x="629" y="384"/>
                  <a:pt x="629" y="383"/>
                  <a:pt x="629" y="381"/>
                </a:cubicBezTo>
                <a:cubicBezTo>
                  <a:pt x="630" y="381"/>
                  <a:pt x="630" y="380"/>
                  <a:pt x="630" y="379"/>
                </a:cubicBezTo>
                <a:cubicBezTo>
                  <a:pt x="630" y="379"/>
                  <a:pt x="630" y="377"/>
                  <a:pt x="630" y="376"/>
                </a:cubicBezTo>
                <a:close/>
                <a:moveTo>
                  <a:pt x="161" y="357"/>
                </a:moveTo>
                <a:lnTo>
                  <a:pt x="161" y="357"/>
                </a:lnTo>
                <a:cubicBezTo>
                  <a:pt x="136" y="357"/>
                  <a:pt x="112" y="347"/>
                  <a:pt x="92" y="328"/>
                </a:cubicBezTo>
                <a:cubicBezTo>
                  <a:pt x="73" y="309"/>
                  <a:pt x="64" y="284"/>
                  <a:pt x="64" y="259"/>
                </a:cubicBezTo>
                <a:cubicBezTo>
                  <a:pt x="64" y="239"/>
                  <a:pt x="70" y="219"/>
                  <a:pt x="83" y="201"/>
                </a:cubicBezTo>
                <a:cubicBezTo>
                  <a:pt x="150" y="270"/>
                  <a:pt x="150" y="270"/>
                  <a:pt x="150" y="270"/>
                </a:cubicBezTo>
                <a:cubicBezTo>
                  <a:pt x="219" y="337"/>
                  <a:pt x="219" y="337"/>
                  <a:pt x="219" y="337"/>
                </a:cubicBezTo>
                <a:cubicBezTo>
                  <a:pt x="201" y="350"/>
                  <a:pt x="182" y="357"/>
                  <a:pt x="161" y="357"/>
                </a:cubicBezTo>
                <a:close/>
                <a:moveTo>
                  <a:pt x="305" y="383"/>
                </a:moveTo>
                <a:lnTo>
                  <a:pt x="305" y="383"/>
                </a:lnTo>
                <a:cubicBezTo>
                  <a:pt x="258" y="336"/>
                  <a:pt x="258" y="336"/>
                  <a:pt x="258" y="336"/>
                </a:cubicBezTo>
                <a:cubicBezTo>
                  <a:pt x="250" y="328"/>
                  <a:pt x="250" y="328"/>
                  <a:pt x="250" y="328"/>
                </a:cubicBezTo>
                <a:cubicBezTo>
                  <a:pt x="220" y="298"/>
                  <a:pt x="220" y="298"/>
                  <a:pt x="220" y="298"/>
                </a:cubicBezTo>
                <a:cubicBezTo>
                  <a:pt x="37" y="115"/>
                  <a:pt x="37" y="115"/>
                  <a:pt x="37" y="115"/>
                </a:cubicBezTo>
                <a:cubicBezTo>
                  <a:pt x="73" y="85"/>
                  <a:pt x="117" y="68"/>
                  <a:pt x="161" y="68"/>
                </a:cubicBezTo>
                <a:cubicBezTo>
                  <a:pt x="209" y="68"/>
                  <a:pt x="258" y="88"/>
                  <a:pt x="296" y="125"/>
                </a:cubicBezTo>
                <a:cubicBezTo>
                  <a:pt x="333" y="162"/>
                  <a:pt x="350" y="210"/>
                  <a:pt x="350" y="259"/>
                </a:cubicBezTo>
                <a:cubicBezTo>
                  <a:pt x="350" y="303"/>
                  <a:pt x="335" y="347"/>
                  <a:pt x="305" y="383"/>
                </a:cubicBezTo>
                <a:close/>
                <a:moveTo>
                  <a:pt x="316" y="104"/>
                </a:moveTo>
                <a:lnTo>
                  <a:pt x="316" y="104"/>
                </a:lnTo>
                <a:cubicBezTo>
                  <a:pt x="305" y="93"/>
                  <a:pt x="294" y="83"/>
                  <a:pt x="282" y="75"/>
                </a:cubicBezTo>
                <a:cubicBezTo>
                  <a:pt x="315" y="44"/>
                  <a:pt x="315" y="44"/>
                  <a:pt x="315" y="44"/>
                </a:cubicBezTo>
                <a:cubicBezTo>
                  <a:pt x="323" y="34"/>
                  <a:pt x="337" y="29"/>
                  <a:pt x="349" y="29"/>
                </a:cubicBezTo>
                <a:cubicBezTo>
                  <a:pt x="356" y="29"/>
                  <a:pt x="363" y="31"/>
                  <a:pt x="370" y="35"/>
                </a:cubicBezTo>
                <a:cubicBezTo>
                  <a:pt x="383" y="44"/>
                  <a:pt x="390" y="57"/>
                  <a:pt x="390" y="72"/>
                </a:cubicBezTo>
                <a:lnTo>
                  <a:pt x="390" y="72"/>
                </a:lnTo>
                <a:lnTo>
                  <a:pt x="390" y="72"/>
                </a:lnTo>
                <a:cubicBezTo>
                  <a:pt x="390" y="74"/>
                  <a:pt x="390" y="74"/>
                  <a:pt x="390" y="74"/>
                </a:cubicBezTo>
                <a:cubicBezTo>
                  <a:pt x="390" y="85"/>
                  <a:pt x="386" y="96"/>
                  <a:pt x="378" y="104"/>
                </a:cubicBezTo>
                <a:cubicBezTo>
                  <a:pt x="344" y="138"/>
                  <a:pt x="344" y="138"/>
                  <a:pt x="344" y="138"/>
                </a:cubicBezTo>
                <a:cubicBezTo>
                  <a:pt x="335" y="126"/>
                  <a:pt x="327" y="115"/>
                  <a:pt x="316" y="104"/>
                </a:cubicBezTo>
                <a:close/>
              </a:path>
            </a:pathLst>
          </a:custGeom>
          <a:solidFill>
            <a:schemeClr val="tx2"/>
          </a:solidFill>
          <a:ln>
            <a:noFill/>
          </a:ln>
          <a:effectLst/>
        </p:spPr>
        <p:txBody>
          <a:bodyPr wrap="none" anchor="ctr"/>
          <a:lstStyle/>
          <a:p>
            <a:endParaRPr lang="da-DK"/>
          </a:p>
        </p:txBody>
      </p:sp>
      <p:grpSp>
        <p:nvGrpSpPr>
          <p:cNvPr id="342" name="Group 345">
            <a:extLst>
              <a:ext uri="{FF2B5EF4-FFF2-40B4-BE49-F238E27FC236}">
                <a16:creationId xmlns:a16="http://schemas.microsoft.com/office/drawing/2014/main" id="{50FD3EE6-7D95-C025-A813-05A1592E4FF1}"/>
              </a:ext>
            </a:extLst>
          </p:cNvPr>
          <p:cNvGrpSpPr/>
          <p:nvPr/>
        </p:nvGrpSpPr>
        <p:grpSpPr>
          <a:xfrm>
            <a:off x="8486899" y="5156623"/>
            <a:ext cx="254000" cy="255587"/>
            <a:chOff x="7345363" y="5497513"/>
            <a:chExt cx="254000" cy="255587"/>
          </a:xfrm>
          <a:solidFill>
            <a:schemeClr val="tx2"/>
          </a:solidFill>
        </p:grpSpPr>
        <p:sp>
          <p:nvSpPr>
            <p:cNvPr id="343" name="Freeform 285">
              <a:extLst>
                <a:ext uri="{FF2B5EF4-FFF2-40B4-BE49-F238E27FC236}">
                  <a16:creationId xmlns:a16="http://schemas.microsoft.com/office/drawing/2014/main" id="{7B4E914D-28DA-51A8-BCED-A62701C35442}"/>
                </a:ext>
              </a:extLst>
            </p:cNvPr>
            <p:cNvSpPr>
              <a:spLocks noChangeArrowheads="1"/>
            </p:cNvSpPr>
            <p:nvPr/>
          </p:nvSpPr>
          <p:spPr bwMode="auto">
            <a:xfrm>
              <a:off x="7345363" y="5583238"/>
              <a:ext cx="254000" cy="169862"/>
            </a:xfrm>
            <a:custGeom>
              <a:avLst/>
              <a:gdLst>
                <a:gd name="T0" fmla="*/ 117 w 704"/>
                <a:gd name="T1" fmla="*/ 205 h 470"/>
                <a:gd name="T2" fmla="*/ 117 w 704"/>
                <a:gd name="T3" fmla="*/ 205 h 470"/>
                <a:gd name="T4" fmla="*/ 117 w 704"/>
                <a:gd name="T5" fmla="*/ 14 h 470"/>
                <a:gd name="T6" fmla="*/ 103 w 704"/>
                <a:gd name="T7" fmla="*/ 0 h 470"/>
                <a:gd name="T8" fmla="*/ 88 w 704"/>
                <a:gd name="T9" fmla="*/ 14 h 470"/>
                <a:gd name="T10" fmla="*/ 88 w 704"/>
                <a:gd name="T11" fmla="*/ 205 h 470"/>
                <a:gd name="T12" fmla="*/ 73 w 704"/>
                <a:gd name="T13" fmla="*/ 205 h 470"/>
                <a:gd name="T14" fmla="*/ 0 w 704"/>
                <a:gd name="T15" fmla="*/ 278 h 470"/>
                <a:gd name="T16" fmla="*/ 0 w 704"/>
                <a:gd name="T17" fmla="*/ 396 h 470"/>
                <a:gd name="T18" fmla="*/ 73 w 704"/>
                <a:gd name="T19" fmla="*/ 469 h 470"/>
                <a:gd name="T20" fmla="*/ 630 w 704"/>
                <a:gd name="T21" fmla="*/ 469 h 470"/>
                <a:gd name="T22" fmla="*/ 703 w 704"/>
                <a:gd name="T23" fmla="*/ 396 h 470"/>
                <a:gd name="T24" fmla="*/ 703 w 704"/>
                <a:gd name="T25" fmla="*/ 278 h 470"/>
                <a:gd name="T26" fmla="*/ 630 w 704"/>
                <a:gd name="T27" fmla="*/ 205 h 470"/>
                <a:gd name="T28" fmla="*/ 117 w 704"/>
                <a:gd name="T29" fmla="*/ 205 h 470"/>
                <a:gd name="T30" fmla="*/ 674 w 704"/>
                <a:gd name="T31" fmla="*/ 278 h 470"/>
                <a:gd name="T32" fmla="*/ 674 w 704"/>
                <a:gd name="T33" fmla="*/ 278 h 470"/>
                <a:gd name="T34" fmla="*/ 674 w 704"/>
                <a:gd name="T35" fmla="*/ 396 h 470"/>
                <a:gd name="T36" fmla="*/ 630 w 704"/>
                <a:gd name="T37" fmla="*/ 440 h 470"/>
                <a:gd name="T38" fmla="*/ 73 w 704"/>
                <a:gd name="T39" fmla="*/ 440 h 470"/>
                <a:gd name="T40" fmla="*/ 29 w 704"/>
                <a:gd name="T41" fmla="*/ 396 h 470"/>
                <a:gd name="T42" fmla="*/ 29 w 704"/>
                <a:gd name="T43" fmla="*/ 278 h 470"/>
                <a:gd name="T44" fmla="*/ 73 w 704"/>
                <a:gd name="T45" fmla="*/ 234 h 470"/>
                <a:gd name="T46" fmla="*/ 103 w 704"/>
                <a:gd name="T47" fmla="*/ 234 h 470"/>
                <a:gd name="T48" fmla="*/ 103 w 704"/>
                <a:gd name="T49" fmla="*/ 234 h 470"/>
                <a:gd name="T50" fmla="*/ 103 w 704"/>
                <a:gd name="T51" fmla="*/ 234 h 470"/>
                <a:gd name="T52" fmla="*/ 630 w 704"/>
                <a:gd name="T53" fmla="*/ 234 h 470"/>
                <a:gd name="T54" fmla="*/ 674 w 704"/>
                <a:gd name="T55" fmla="*/ 278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470">
                  <a:moveTo>
                    <a:pt x="117" y="205"/>
                  </a:moveTo>
                  <a:lnTo>
                    <a:pt x="117" y="205"/>
                  </a:lnTo>
                  <a:cubicBezTo>
                    <a:pt x="117" y="14"/>
                    <a:pt x="117" y="14"/>
                    <a:pt x="117" y="14"/>
                  </a:cubicBezTo>
                  <a:cubicBezTo>
                    <a:pt x="117" y="6"/>
                    <a:pt x="111" y="0"/>
                    <a:pt x="103" y="0"/>
                  </a:cubicBezTo>
                  <a:cubicBezTo>
                    <a:pt x="95" y="0"/>
                    <a:pt x="88" y="6"/>
                    <a:pt x="88" y="14"/>
                  </a:cubicBezTo>
                  <a:cubicBezTo>
                    <a:pt x="88" y="205"/>
                    <a:pt x="88" y="205"/>
                    <a:pt x="88" y="205"/>
                  </a:cubicBezTo>
                  <a:cubicBezTo>
                    <a:pt x="73" y="205"/>
                    <a:pt x="73" y="205"/>
                    <a:pt x="73" y="205"/>
                  </a:cubicBezTo>
                  <a:cubicBezTo>
                    <a:pt x="33" y="205"/>
                    <a:pt x="0" y="238"/>
                    <a:pt x="0" y="278"/>
                  </a:cubicBezTo>
                  <a:cubicBezTo>
                    <a:pt x="0" y="396"/>
                    <a:pt x="0" y="396"/>
                    <a:pt x="0" y="396"/>
                  </a:cubicBezTo>
                  <a:cubicBezTo>
                    <a:pt x="0" y="436"/>
                    <a:pt x="33" y="469"/>
                    <a:pt x="73" y="469"/>
                  </a:cubicBezTo>
                  <a:cubicBezTo>
                    <a:pt x="630" y="469"/>
                    <a:pt x="630" y="469"/>
                    <a:pt x="630" y="469"/>
                  </a:cubicBezTo>
                  <a:cubicBezTo>
                    <a:pt x="670" y="469"/>
                    <a:pt x="703" y="436"/>
                    <a:pt x="703" y="396"/>
                  </a:cubicBezTo>
                  <a:cubicBezTo>
                    <a:pt x="703" y="278"/>
                    <a:pt x="703" y="278"/>
                    <a:pt x="703" y="278"/>
                  </a:cubicBezTo>
                  <a:cubicBezTo>
                    <a:pt x="703" y="238"/>
                    <a:pt x="670" y="205"/>
                    <a:pt x="630" y="205"/>
                  </a:cubicBezTo>
                  <a:lnTo>
                    <a:pt x="117" y="205"/>
                  </a:lnTo>
                  <a:close/>
                  <a:moveTo>
                    <a:pt x="674" y="278"/>
                  </a:moveTo>
                  <a:lnTo>
                    <a:pt x="674" y="278"/>
                  </a:lnTo>
                  <a:cubicBezTo>
                    <a:pt x="674" y="396"/>
                    <a:pt x="674" y="396"/>
                    <a:pt x="674" y="396"/>
                  </a:cubicBezTo>
                  <a:cubicBezTo>
                    <a:pt x="674" y="419"/>
                    <a:pt x="653" y="440"/>
                    <a:pt x="630" y="440"/>
                  </a:cubicBezTo>
                  <a:cubicBezTo>
                    <a:pt x="73" y="440"/>
                    <a:pt x="73" y="440"/>
                    <a:pt x="73" y="440"/>
                  </a:cubicBezTo>
                  <a:cubicBezTo>
                    <a:pt x="49" y="440"/>
                    <a:pt x="29" y="419"/>
                    <a:pt x="29" y="396"/>
                  </a:cubicBezTo>
                  <a:cubicBezTo>
                    <a:pt x="29" y="278"/>
                    <a:pt x="29" y="278"/>
                    <a:pt x="29" y="278"/>
                  </a:cubicBezTo>
                  <a:cubicBezTo>
                    <a:pt x="29" y="254"/>
                    <a:pt x="49" y="234"/>
                    <a:pt x="73" y="234"/>
                  </a:cubicBezTo>
                  <a:cubicBezTo>
                    <a:pt x="103" y="234"/>
                    <a:pt x="103" y="234"/>
                    <a:pt x="103" y="234"/>
                  </a:cubicBezTo>
                  <a:lnTo>
                    <a:pt x="103" y="234"/>
                  </a:lnTo>
                  <a:lnTo>
                    <a:pt x="103" y="234"/>
                  </a:lnTo>
                  <a:cubicBezTo>
                    <a:pt x="630" y="234"/>
                    <a:pt x="630" y="234"/>
                    <a:pt x="630" y="234"/>
                  </a:cubicBezTo>
                  <a:cubicBezTo>
                    <a:pt x="653" y="234"/>
                    <a:pt x="674" y="254"/>
                    <a:pt x="674" y="2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6">
              <a:extLst>
                <a:ext uri="{FF2B5EF4-FFF2-40B4-BE49-F238E27FC236}">
                  <a16:creationId xmlns:a16="http://schemas.microsoft.com/office/drawing/2014/main" id="{BECA5C60-28B7-45C1-6373-5E971B6BC9CD}"/>
                </a:ext>
              </a:extLst>
            </p:cNvPr>
            <p:cNvSpPr>
              <a:spLocks noChangeArrowheads="1"/>
            </p:cNvSpPr>
            <p:nvPr/>
          </p:nvSpPr>
          <p:spPr bwMode="auto">
            <a:xfrm>
              <a:off x="7377113" y="5551488"/>
              <a:ext cx="42862" cy="42862"/>
            </a:xfrm>
            <a:custGeom>
              <a:avLst/>
              <a:gdLst>
                <a:gd name="T0" fmla="*/ 0 w 118"/>
                <a:gd name="T1" fmla="*/ 13 h 117"/>
                <a:gd name="T2" fmla="*/ 0 w 118"/>
                <a:gd name="T3" fmla="*/ 13 h 117"/>
                <a:gd name="T4" fmla="*/ 15 w 118"/>
                <a:gd name="T5" fmla="*/ 28 h 117"/>
                <a:gd name="T6" fmla="*/ 15 w 118"/>
                <a:gd name="T7" fmla="*/ 28 h 117"/>
                <a:gd name="T8" fmla="*/ 66 w 118"/>
                <a:gd name="T9" fmla="*/ 49 h 117"/>
                <a:gd name="T10" fmla="*/ 88 w 118"/>
                <a:gd name="T11" fmla="*/ 101 h 117"/>
                <a:gd name="T12" fmla="*/ 103 w 118"/>
                <a:gd name="T13" fmla="*/ 116 h 117"/>
                <a:gd name="T14" fmla="*/ 117 w 118"/>
                <a:gd name="T15" fmla="*/ 101 h 117"/>
                <a:gd name="T16" fmla="*/ 15 w 118"/>
                <a:gd name="T17" fmla="*/ 0 h 117"/>
                <a:gd name="T18" fmla="*/ 0 w 118"/>
                <a:gd name="T19" fmla="*/ 13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8" h="117">
                  <a:moveTo>
                    <a:pt x="0" y="13"/>
                  </a:moveTo>
                  <a:lnTo>
                    <a:pt x="0" y="13"/>
                  </a:lnTo>
                  <a:cubicBezTo>
                    <a:pt x="0" y="22"/>
                    <a:pt x="7" y="28"/>
                    <a:pt x="15" y="28"/>
                  </a:cubicBezTo>
                  <a:lnTo>
                    <a:pt x="15" y="28"/>
                  </a:lnTo>
                  <a:cubicBezTo>
                    <a:pt x="34" y="28"/>
                    <a:pt x="53" y="37"/>
                    <a:pt x="66" y="49"/>
                  </a:cubicBezTo>
                  <a:cubicBezTo>
                    <a:pt x="80" y="63"/>
                    <a:pt x="88" y="81"/>
                    <a:pt x="88" y="101"/>
                  </a:cubicBezTo>
                  <a:cubicBezTo>
                    <a:pt x="88" y="109"/>
                    <a:pt x="95" y="116"/>
                    <a:pt x="103" y="116"/>
                  </a:cubicBezTo>
                  <a:cubicBezTo>
                    <a:pt x="111" y="116"/>
                    <a:pt x="117" y="109"/>
                    <a:pt x="117" y="101"/>
                  </a:cubicBezTo>
                  <a:cubicBezTo>
                    <a:pt x="117" y="45"/>
                    <a:pt x="71"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7">
              <a:extLst>
                <a:ext uri="{FF2B5EF4-FFF2-40B4-BE49-F238E27FC236}">
                  <a16:creationId xmlns:a16="http://schemas.microsoft.com/office/drawing/2014/main" id="{88BC8051-7D0F-BE49-9E56-743A20FA278B}"/>
                </a:ext>
              </a:extLst>
            </p:cNvPr>
            <p:cNvSpPr>
              <a:spLocks noChangeArrowheads="1"/>
            </p:cNvSpPr>
            <p:nvPr/>
          </p:nvSpPr>
          <p:spPr bwMode="auto">
            <a:xfrm>
              <a:off x="7377113" y="5524500"/>
              <a:ext cx="69850" cy="69850"/>
            </a:xfrm>
            <a:custGeom>
              <a:avLst/>
              <a:gdLst>
                <a:gd name="T0" fmla="*/ 161 w 192"/>
                <a:gd name="T1" fmla="*/ 176 h 192"/>
                <a:gd name="T2" fmla="*/ 161 w 192"/>
                <a:gd name="T3" fmla="*/ 176 h 192"/>
                <a:gd name="T4" fmla="*/ 176 w 192"/>
                <a:gd name="T5" fmla="*/ 191 h 192"/>
                <a:gd name="T6" fmla="*/ 191 w 192"/>
                <a:gd name="T7" fmla="*/ 176 h 192"/>
                <a:gd name="T8" fmla="*/ 15 w 192"/>
                <a:gd name="T9" fmla="*/ 0 h 192"/>
                <a:gd name="T10" fmla="*/ 0 w 192"/>
                <a:gd name="T11" fmla="*/ 16 h 192"/>
                <a:gd name="T12" fmla="*/ 15 w 192"/>
                <a:gd name="T13" fmla="*/ 31 h 192"/>
                <a:gd name="T14" fmla="*/ 15 w 192"/>
                <a:gd name="T15" fmla="*/ 31 h 192"/>
                <a:gd name="T16" fmla="*/ 118 w 192"/>
                <a:gd name="T17" fmla="*/ 73 h 192"/>
                <a:gd name="T18" fmla="*/ 161 w 192"/>
                <a:gd name="T19" fmla="*/ 17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192">
                  <a:moveTo>
                    <a:pt x="161" y="176"/>
                  </a:moveTo>
                  <a:lnTo>
                    <a:pt x="161" y="176"/>
                  </a:lnTo>
                  <a:cubicBezTo>
                    <a:pt x="161" y="184"/>
                    <a:pt x="167" y="191"/>
                    <a:pt x="176" y="191"/>
                  </a:cubicBezTo>
                  <a:cubicBezTo>
                    <a:pt x="184" y="191"/>
                    <a:pt x="191" y="184"/>
                    <a:pt x="191" y="176"/>
                  </a:cubicBezTo>
                  <a:cubicBezTo>
                    <a:pt x="191" y="80"/>
                    <a:pt x="111" y="0"/>
                    <a:pt x="15" y="0"/>
                  </a:cubicBezTo>
                  <a:cubicBezTo>
                    <a:pt x="7" y="0"/>
                    <a:pt x="0" y="7"/>
                    <a:pt x="0" y="16"/>
                  </a:cubicBezTo>
                  <a:cubicBezTo>
                    <a:pt x="0" y="24"/>
                    <a:pt x="7" y="31"/>
                    <a:pt x="15" y="31"/>
                  </a:cubicBezTo>
                  <a:lnTo>
                    <a:pt x="15" y="31"/>
                  </a:lnTo>
                  <a:cubicBezTo>
                    <a:pt x="55" y="31"/>
                    <a:pt x="92" y="46"/>
                    <a:pt x="118" y="73"/>
                  </a:cubicBezTo>
                  <a:cubicBezTo>
                    <a:pt x="144" y="99"/>
                    <a:pt x="161" y="136"/>
                    <a:pt x="161"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8">
              <a:extLst>
                <a:ext uri="{FF2B5EF4-FFF2-40B4-BE49-F238E27FC236}">
                  <a16:creationId xmlns:a16="http://schemas.microsoft.com/office/drawing/2014/main" id="{967CA222-279D-C161-176D-0CE358037CDB}"/>
                </a:ext>
              </a:extLst>
            </p:cNvPr>
            <p:cNvSpPr>
              <a:spLocks noChangeArrowheads="1"/>
            </p:cNvSpPr>
            <p:nvPr/>
          </p:nvSpPr>
          <p:spPr bwMode="auto">
            <a:xfrm>
              <a:off x="7377113" y="5497513"/>
              <a:ext cx="95250" cy="95250"/>
            </a:xfrm>
            <a:custGeom>
              <a:avLst/>
              <a:gdLst>
                <a:gd name="T0" fmla="*/ 248 w 264"/>
                <a:gd name="T1" fmla="*/ 263 h 264"/>
                <a:gd name="T2" fmla="*/ 248 w 264"/>
                <a:gd name="T3" fmla="*/ 263 h 264"/>
                <a:gd name="T4" fmla="*/ 263 w 264"/>
                <a:gd name="T5" fmla="*/ 248 h 264"/>
                <a:gd name="T6" fmla="*/ 15 w 264"/>
                <a:gd name="T7" fmla="*/ 0 h 264"/>
                <a:gd name="T8" fmla="*/ 0 w 264"/>
                <a:gd name="T9" fmla="*/ 15 h 264"/>
                <a:gd name="T10" fmla="*/ 15 w 264"/>
                <a:gd name="T11" fmla="*/ 29 h 264"/>
                <a:gd name="T12" fmla="*/ 15 w 264"/>
                <a:gd name="T13" fmla="*/ 29 h 264"/>
                <a:gd name="T14" fmla="*/ 170 w 264"/>
                <a:gd name="T15" fmla="*/ 93 h 264"/>
                <a:gd name="T16" fmla="*/ 235 w 264"/>
                <a:gd name="T17" fmla="*/ 248 h 264"/>
                <a:gd name="T18" fmla="*/ 248 w 264"/>
                <a:gd name="T19" fmla="*/ 263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4" h="264">
                  <a:moveTo>
                    <a:pt x="248" y="263"/>
                  </a:moveTo>
                  <a:lnTo>
                    <a:pt x="248" y="263"/>
                  </a:lnTo>
                  <a:cubicBezTo>
                    <a:pt x="257" y="263"/>
                    <a:pt x="263" y="256"/>
                    <a:pt x="263" y="248"/>
                  </a:cubicBezTo>
                  <a:cubicBezTo>
                    <a:pt x="263" y="111"/>
                    <a:pt x="152" y="0"/>
                    <a:pt x="15" y="0"/>
                  </a:cubicBezTo>
                  <a:cubicBezTo>
                    <a:pt x="7" y="0"/>
                    <a:pt x="0" y="7"/>
                    <a:pt x="0" y="15"/>
                  </a:cubicBezTo>
                  <a:cubicBezTo>
                    <a:pt x="0" y="22"/>
                    <a:pt x="7" y="29"/>
                    <a:pt x="15" y="29"/>
                  </a:cubicBezTo>
                  <a:lnTo>
                    <a:pt x="15" y="29"/>
                  </a:lnTo>
                  <a:cubicBezTo>
                    <a:pt x="75" y="29"/>
                    <a:pt x="130" y="53"/>
                    <a:pt x="170" y="93"/>
                  </a:cubicBezTo>
                  <a:cubicBezTo>
                    <a:pt x="210" y="133"/>
                    <a:pt x="235" y="188"/>
                    <a:pt x="235" y="248"/>
                  </a:cubicBezTo>
                  <a:cubicBezTo>
                    <a:pt x="235" y="256"/>
                    <a:pt x="240" y="263"/>
                    <a:pt x="248" y="2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9">
              <a:extLst>
                <a:ext uri="{FF2B5EF4-FFF2-40B4-BE49-F238E27FC236}">
                  <a16:creationId xmlns:a16="http://schemas.microsoft.com/office/drawing/2014/main" id="{16EBE746-AD40-6D82-D53B-D66437B04E7D}"/>
                </a:ext>
              </a:extLst>
            </p:cNvPr>
            <p:cNvSpPr>
              <a:spLocks noChangeArrowheads="1"/>
            </p:cNvSpPr>
            <p:nvPr/>
          </p:nvSpPr>
          <p:spPr bwMode="auto">
            <a:xfrm>
              <a:off x="7408863" y="5699125"/>
              <a:ext cx="22225" cy="22225"/>
            </a:xfrm>
            <a:custGeom>
              <a:avLst/>
              <a:gdLst>
                <a:gd name="T0" fmla="*/ 29 w 60"/>
                <a:gd name="T1" fmla="*/ 0 h 60"/>
                <a:gd name="T2" fmla="*/ 29 w 60"/>
                <a:gd name="T3" fmla="*/ 0 h 60"/>
                <a:gd name="T4" fmla="*/ 0 w 60"/>
                <a:gd name="T5" fmla="*/ 30 h 60"/>
                <a:gd name="T6" fmla="*/ 29 w 60"/>
                <a:gd name="T7" fmla="*/ 59 h 60"/>
                <a:gd name="T8" fmla="*/ 59 w 60"/>
                <a:gd name="T9" fmla="*/ 30 h 60"/>
                <a:gd name="T10" fmla="*/ 29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29" y="0"/>
                  </a:moveTo>
                  <a:lnTo>
                    <a:pt x="29" y="0"/>
                  </a:lnTo>
                  <a:cubicBezTo>
                    <a:pt x="13" y="0"/>
                    <a:pt x="0" y="13"/>
                    <a:pt x="0" y="30"/>
                  </a:cubicBezTo>
                  <a:cubicBezTo>
                    <a:pt x="0" y="45"/>
                    <a:pt x="13" y="59"/>
                    <a:pt x="29" y="59"/>
                  </a:cubicBezTo>
                  <a:cubicBezTo>
                    <a:pt x="45" y="59"/>
                    <a:pt x="59" y="45"/>
                    <a:pt x="59" y="30"/>
                  </a:cubicBezTo>
                  <a:cubicBezTo>
                    <a:pt x="59"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90">
              <a:extLst>
                <a:ext uri="{FF2B5EF4-FFF2-40B4-BE49-F238E27FC236}">
                  <a16:creationId xmlns:a16="http://schemas.microsoft.com/office/drawing/2014/main" id="{343E03CE-62CE-E2AC-000E-8B917ACE361A}"/>
                </a:ext>
              </a:extLst>
            </p:cNvPr>
            <p:cNvSpPr>
              <a:spLocks noChangeArrowheads="1"/>
            </p:cNvSpPr>
            <p:nvPr/>
          </p:nvSpPr>
          <p:spPr bwMode="auto">
            <a:xfrm>
              <a:off x="7462838" y="5699125"/>
              <a:ext cx="20637" cy="22225"/>
            </a:xfrm>
            <a:custGeom>
              <a:avLst/>
              <a:gdLst>
                <a:gd name="T0" fmla="*/ 28 w 58"/>
                <a:gd name="T1" fmla="*/ 0 h 60"/>
                <a:gd name="T2" fmla="*/ 28 w 58"/>
                <a:gd name="T3" fmla="*/ 0 h 60"/>
                <a:gd name="T4" fmla="*/ 0 w 58"/>
                <a:gd name="T5" fmla="*/ 30 h 60"/>
                <a:gd name="T6" fmla="*/ 28 w 58"/>
                <a:gd name="T7" fmla="*/ 59 h 60"/>
                <a:gd name="T8" fmla="*/ 57 w 58"/>
                <a:gd name="T9" fmla="*/ 30 h 60"/>
                <a:gd name="T10" fmla="*/ 28 w 58"/>
                <a:gd name="T11" fmla="*/ 0 h 60"/>
              </a:gdLst>
              <a:ahLst/>
              <a:cxnLst>
                <a:cxn ang="0">
                  <a:pos x="T0" y="T1"/>
                </a:cxn>
                <a:cxn ang="0">
                  <a:pos x="T2" y="T3"/>
                </a:cxn>
                <a:cxn ang="0">
                  <a:pos x="T4" y="T5"/>
                </a:cxn>
                <a:cxn ang="0">
                  <a:pos x="T6" y="T7"/>
                </a:cxn>
                <a:cxn ang="0">
                  <a:pos x="T8" y="T9"/>
                </a:cxn>
                <a:cxn ang="0">
                  <a:pos x="T10" y="T11"/>
                </a:cxn>
              </a:cxnLst>
              <a:rect l="0" t="0" r="r" b="b"/>
              <a:pathLst>
                <a:path w="58" h="60">
                  <a:moveTo>
                    <a:pt x="28" y="0"/>
                  </a:moveTo>
                  <a:lnTo>
                    <a:pt x="28" y="0"/>
                  </a:lnTo>
                  <a:cubicBezTo>
                    <a:pt x="12" y="0"/>
                    <a:pt x="0" y="13"/>
                    <a:pt x="0" y="30"/>
                  </a:cubicBezTo>
                  <a:cubicBezTo>
                    <a:pt x="0" y="45"/>
                    <a:pt x="12" y="59"/>
                    <a:pt x="28" y="59"/>
                  </a:cubicBezTo>
                  <a:cubicBezTo>
                    <a:pt x="45" y="59"/>
                    <a:pt x="57" y="45"/>
                    <a:pt x="57" y="30"/>
                  </a:cubicBezTo>
                  <a:cubicBezTo>
                    <a:pt x="57" y="13"/>
                    <a:pt x="45" y="0"/>
                    <a:pt x="2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91">
              <a:extLst>
                <a:ext uri="{FF2B5EF4-FFF2-40B4-BE49-F238E27FC236}">
                  <a16:creationId xmlns:a16="http://schemas.microsoft.com/office/drawing/2014/main" id="{CB8EFD5B-08B4-8AA2-844B-F092FC90AB83}"/>
                </a:ext>
              </a:extLst>
            </p:cNvPr>
            <p:cNvSpPr>
              <a:spLocks noChangeArrowheads="1"/>
            </p:cNvSpPr>
            <p:nvPr/>
          </p:nvSpPr>
          <p:spPr bwMode="auto">
            <a:xfrm>
              <a:off x="7513638" y="5699125"/>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3"/>
                    <a:pt x="0" y="30"/>
                  </a:cubicBezTo>
                  <a:cubicBezTo>
                    <a:pt x="0" y="45"/>
                    <a:pt x="14" y="59"/>
                    <a:pt x="30" y="59"/>
                  </a:cubicBezTo>
                  <a:cubicBezTo>
                    <a:pt x="45" y="59"/>
                    <a:pt x="59" y="45"/>
                    <a:pt x="59" y="30"/>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0125641E-0815-663D-9696-A6D3F92552B0}"/>
              </a:ext>
            </a:extLst>
          </p:cNvPr>
          <p:cNvGrpSpPr/>
          <p:nvPr/>
        </p:nvGrpSpPr>
        <p:grpSpPr>
          <a:xfrm>
            <a:off x="8448799" y="4186660"/>
            <a:ext cx="244475" cy="211137"/>
            <a:chOff x="7307263" y="4538663"/>
            <a:chExt cx="244475" cy="211137"/>
          </a:xfrm>
          <a:solidFill>
            <a:schemeClr val="tx2"/>
          </a:solidFill>
        </p:grpSpPr>
        <p:sp>
          <p:nvSpPr>
            <p:cNvPr id="351" name="Freeform 292">
              <a:extLst>
                <a:ext uri="{FF2B5EF4-FFF2-40B4-BE49-F238E27FC236}">
                  <a16:creationId xmlns:a16="http://schemas.microsoft.com/office/drawing/2014/main" id="{78746C53-9B44-B956-55D9-D8BE53AB96ED}"/>
                </a:ext>
              </a:extLst>
            </p:cNvPr>
            <p:cNvSpPr>
              <a:spLocks noChangeArrowheads="1"/>
            </p:cNvSpPr>
            <p:nvPr/>
          </p:nvSpPr>
          <p:spPr bwMode="auto">
            <a:xfrm>
              <a:off x="7307263" y="4538663"/>
              <a:ext cx="244475" cy="211137"/>
            </a:xfrm>
            <a:custGeom>
              <a:avLst/>
              <a:gdLst>
                <a:gd name="T0" fmla="*/ 667 w 681"/>
                <a:gd name="T1" fmla="*/ 573 h 586"/>
                <a:gd name="T2" fmla="*/ 667 w 681"/>
                <a:gd name="T3" fmla="*/ 573 h 586"/>
                <a:gd name="T4" fmla="*/ 680 w 681"/>
                <a:gd name="T5" fmla="*/ 541 h 586"/>
                <a:gd name="T6" fmla="*/ 678 w 681"/>
                <a:gd name="T7" fmla="*/ 527 h 586"/>
                <a:gd name="T8" fmla="*/ 678 w 681"/>
                <a:gd name="T9" fmla="*/ 527 h 586"/>
                <a:gd name="T10" fmla="*/ 633 w 681"/>
                <a:gd name="T11" fmla="*/ 393 h 586"/>
                <a:gd name="T12" fmla="*/ 633 w 681"/>
                <a:gd name="T13" fmla="*/ 44 h 586"/>
                <a:gd name="T14" fmla="*/ 589 w 681"/>
                <a:gd name="T15" fmla="*/ 0 h 586"/>
                <a:gd name="T16" fmla="*/ 91 w 681"/>
                <a:gd name="T17" fmla="*/ 0 h 586"/>
                <a:gd name="T18" fmla="*/ 47 w 681"/>
                <a:gd name="T19" fmla="*/ 44 h 586"/>
                <a:gd name="T20" fmla="*/ 47 w 681"/>
                <a:gd name="T21" fmla="*/ 393 h 586"/>
                <a:gd name="T22" fmla="*/ 3 w 681"/>
                <a:gd name="T23" fmla="*/ 527 h 586"/>
                <a:gd name="T24" fmla="*/ 0 w 681"/>
                <a:gd name="T25" fmla="*/ 541 h 586"/>
                <a:gd name="T26" fmla="*/ 13 w 681"/>
                <a:gd name="T27" fmla="*/ 573 h 586"/>
                <a:gd name="T28" fmla="*/ 44 w 681"/>
                <a:gd name="T29" fmla="*/ 585 h 586"/>
                <a:gd name="T30" fmla="*/ 636 w 681"/>
                <a:gd name="T31" fmla="*/ 585 h 586"/>
                <a:gd name="T32" fmla="*/ 667 w 681"/>
                <a:gd name="T33" fmla="*/ 573 h 586"/>
                <a:gd name="T34" fmla="*/ 77 w 681"/>
                <a:gd name="T35" fmla="*/ 44 h 586"/>
                <a:gd name="T36" fmla="*/ 77 w 681"/>
                <a:gd name="T37" fmla="*/ 44 h 586"/>
                <a:gd name="T38" fmla="*/ 91 w 681"/>
                <a:gd name="T39" fmla="*/ 29 h 586"/>
                <a:gd name="T40" fmla="*/ 589 w 681"/>
                <a:gd name="T41" fmla="*/ 29 h 586"/>
                <a:gd name="T42" fmla="*/ 604 w 681"/>
                <a:gd name="T43" fmla="*/ 44 h 586"/>
                <a:gd name="T44" fmla="*/ 604 w 681"/>
                <a:gd name="T45" fmla="*/ 381 h 586"/>
                <a:gd name="T46" fmla="*/ 77 w 681"/>
                <a:gd name="T47" fmla="*/ 381 h 586"/>
                <a:gd name="T48" fmla="*/ 77 w 681"/>
                <a:gd name="T49" fmla="*/ 44 h 586"/>
                <a:gd name="T50" fmla="*/ 33 w 681"/>
                <a:gd name="T51" fmla="*/ 552 h 586"/>
                <a:gd name="T52" fmla="*/ 33 w 681"/>
                <a:gd name="T53" fmla="*/ 552 h 586"/>
                <a:gd name="T54" fmla="*/ 29 w 681"/>
                <a:gd name="T55" fmla="*/ 541 h 586"/>
                <a:gd name="T56" fmla="*/ 31 w 681"/>
                <a:gd name="T57" fmla="*/ 537 h 586"/>
                <a:gd name="T58" fmla="*/ 73 w 681"/>
                <a:gd name="T59" fmla="*/ 409 h 586"/>
                <a:gd name="T60" fmla="*/ 608 w 681"/>
                <a:gd name="T61" fmla="*/ 409 h 586"/>
                <a:gd name="T62" fmla="*/ 651 w 681"/>
                <a:gd name="T63" fmla="*/ 537 h 586"/>
                <a:gd name="T64" fmla="*/ 651 w 681"/>
                <a:gd name="T65" fmla="*/ 537 h 586"/>
                <a:gd name="T66" fmla="*/ 651 w 681"/>
                <a:gd name="T67" fmla="*/ 541 h 586"/>
                <a:gd name="T68" fmla="*/ 647 w 681"/>
                <a:gd name="T69" fmla="*/ 552 h 586"/>
                <a:gd name="T70" fmla="*/ 636 w 681"/>
                <a:gd name="T71" fmla="*/ 556 h 586"/>
                <a:gd name="T72" fmla="*/ 44 w 681"/>
                <a:gd name="T73" fmla="*/ 556 h 586"/>
                <a:gd name="T74" fmla="*/ 33 w 681"/>
                <a:gd name="T75" fmla="*/ 55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81" h="586">
                  <a:moveTo>
                    <a:pt x="667" y="573"/>
                  </a:moveTo>
                  <a:lnTo>
                    <a:pt x="667" y="573"/>
                  </a:lnTo>
                  <a:cubicBezTo>
                    <a:pt x="676" y="565"/>
                    <a:pt x="680" y="554"/>
                    <a:pt x="680" y="541"/>
                  </a:cubicBezTo>
                  <a:cubicBezTo>
                    <a:pt x="680" y="537"/>
                    <a:pt x="680" y="532"/>
                    <a:pt x="678" y="527"/>
                  </a:cubicBezTo>
                  <a:lnTo>
                    <a:pt x="678" y="527"/>
                  </a:lnTo>
                  <a:cubicBezTo>
                    <a:pt x="633" y="393"/>
                    <a:pt x="633" y="393"/>
                    <a:pt x="633" y="393"/>
                  </a:cubicBezTo>
                  <a:cubicBezTo>
                    <a:pt x="633" y="44"/>
                    <a:pt x="633" y="44"/>
                    <a:pt x="633" y="44"/>
                  </a:cubicBezTo>
                  <a:cubicBezTo>
                    <a:pt x="633" y="20"/>
                    <a:pt x="614" y="0"/>
                    <a:pt x="589" y="0"/>
                  </a:cubicBezTo>
                  <a:cubicBezTo>
                    <a:pt x="91" y="0"/>
                    <a:pt x="91" y="0"/>
                    <a:pt x="91" y="0"/>
                  </a:cubicBezTo>
                  <a:cubicBezTo>
                    <a:pt x="68" y="0"/>
                    <a:pt x="47" y="20"/>
                    <a:pt x="47" y="44"/>
                  </a:cubicBezTo>
                  <a:cubicBezTo>
                    <a:pt x="47" y="393"/>
                    <a:pt x="47" y="393"/>
                    <a:pt x="47" y="393"/>
                  </a:cubicBezTo>
                  <a:cubicBezTo>
                    <a:pt x="3" y="527"/>
                    <a:pt x="3" y="527"/>
                    <a:pt x="3" y="527"/>
                  </a:cubicBezTo>
                  <a:cubicBezTo>
                    <a:pt x="0" y="532"/>
                    <a:pt x="0" y="537"/>
                    <a:pt x="0" y="541"/>
                  </a:cubicBezTo>
                  <a:cubicBezTo>
                    <a:pt x="0" y="554"/>
                    <a:pt x="4" y="565"/>
                    <a:pt x="13" y="573"/>
                  </a:cubicBezTo>
                  <a:cubicBezTo>
                    <a:pt x="21" y="580"/>
                    <a:pt x="32" y="585"/>
                    <a:pt x="44" y="585"/>
                  </a:cubicBezTo>
                  <a:cubicBezTo>
                    <a:pt x="636" y="585"/>
                    <a:pt x="636" y="585"/>
                    <a:pt x="636" y="585"/>
                  </a:cubicBezTo>
                  <a:cubicBezTo>
                    <a:pt x="648" y="585"/>
                    <a:pt x="661" y="580"/>
                    <a:pt x="667" y="573"/>
                  </a:cubicBezTo>
                  <a:close/>
                  <a:moveTo>
                    <a:pt x="77" y="44"/>
                  </a:moveTo>
                  <a:lnTo>
                    <a:pt x="77" y="44"/>
                  </a:lnTo>
                  <a:cubicBezTo>
                    <a:pt x="77" y="36"/>
                    <a:pt x="83" y="29"/>
                    <a:pt x="91" y="29"/>
                  </a:cubicBezTo>
                  <a:cubicBezTo>
                    <a:pt x="589" y="29"/>
                    <a:pt x="589" y="29"/>
                    <a:pt x="589" y="29"/>
                  </a:cubicBezTo>
                  <a:cubicBezTo>
                    <a:pt x="597" y="29"/>
                    <a:pt x="604" y="36"/>
                    <a:pt x="604" y="44"/>
                  </a:cubicBezTo>
                  <a:cubicBezTo>
                    <a:pt x="604" y="381"/>
                    <a:pt x="604" y="381"/>
                    <a:pt x="604" y="381"/>
                  </a:cubicBezTo>
                  <a:cubicBezTo>
                    <a:pt x="77" y="381"/>
                    <a:pt x="77" y="381"/>
                    <a:pt x="77" y="381"/>
                  </a:cubicBezTo>
                  <a:lnTo>
                    <a:pt x="77" y="44"/>
                  </a:lnTo>
                  <a:close/>
                  <a:moveTo>
                    <a:pt x="33" y="552"/>
                  </a:moveTo>
                  <a:lnTo>
                    <a:pt x="33" y="552"/>
                  </a:lnTo>
                  <a:cubicBezTo>
                    <a:pt x="31" y="549"/>
                    <a:pt x="29" y="545"/>
                    <a:pt x="29" y="541"/>
                  </a:cubicBezTo>
                  <a:cubicBezTo>
                    <a:pt x="29" y="540"/>
                    <a:pt x="29" y="538"/>
                    <a:pt x="31" y="537"/>
                  </a:cubicBezTo>
                  <a:cubicBezTo>
                    <a:pt x="73" y="409"/>
                    <a:pt x="73" y="409"/>
                    <a:pt x="73" y="409"/>
                  </a:cubicBezTo>
                  <a:cubicBezTo>
                    <a:pt x="608" y="409"/>
                    <a:pt x="608" y="409"/>
                    <a:pt x="608" y="409"/>
                  </a:cubicBezTo>
                  <a:cubicBezTo>
                    <a:pt x="651" y="537"/>
                    <a:pt x="651" y="537"/>
                    <a:pt x="651" y="537"/>
                  </a:cubicBezTo>
                  <a:lnTo>
                    <a:pt x="651" y="537"/>
                  </a:lnTo>
                  <a:cubicBezTo>
                    <a:pt x="651" y="538"/>
                    <a:pt x="651" y="540"/>
                    <a:pt x="651" y="541"/>
                  </a:cubicBezTo>
                  <a:cubicBezTo>
                    <a:pt x="651" y="545"/>
                    <a:pt x="650" y="549"/>
                    <a:pt x="647" y="552"/>
                  </a:cubicBezTo>
                  <a:cubicBezTo>
                    <a:pt x="644" y="555"/>
                    <a:pt x="641" y="556"/>
                    <a:pt x="636" y="556"/>
                  </a:cubicBezTo>
                  <a:cubicBezTo>
                    <a:pt x="44" y="556"/>
                    <a:pt x="44" y="556"/>
                    <a:pt x="44" y="556"/>
                  </a:cubicBezTo>
                  <a:cubicBezTo>
                    <a:pt x="40" y="556"/>
                    <a:pt x="36" y="555"/>
                    <a:pt x="33" y="5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3">
              <a:extLst>
                <a:ext uri="{FF2B5EF4-FFF2-40B4-BE49-F238E27FC236}">
                  <a16:creationId xmlns:a16="http://schemas.microsoft.com/office/drawing/2014/main" id="{94576442-030A-BEBB-BBAC-BE93F6EFC1BB}"/>
                </a:ext>
              </a:extLst>
            </p:cNvPr>
            <p:cNvSpPr>
              <a:spLocks noChangeArrowheads="1"/>
            </p:cNvSpPr>
            <p:nvPr/>
          </p:nvSpPr>
          <p:spPr bwMode="auto">
            <a:xfrm>
              <a:off x="7408863" y="4718050"/>
              <a:ext cx="42862" cy="11113"/>
            </a:xfrm>
            <a:custGeom>
              <a:avLst/>
              <a:gdLst>
                <a:gd name="T0" fmla="*/ 103 w 117"/>
                <a:gd name="T1" fmla="*/ 0 h 31"/>
                <a:gd name="T2" fmla="*/ 103 w 117"/>
                <a:gd name="T3" fmla="*/ 0 h 31"/>
                <a:gd name="T4" fmla="*/ 15 w 117"/>
                <a:gd name="T5" fmla="*/ 0 h 31"/>
                <a:gd name="T6" fmla="*/ 0 w 117"/>
                <a:gd name="T7" fmla="*/ 15 h 31"/>
                <a:gd name="T8" fmla="*/ 15 w 117"/>
                <a:gd name="T9" fmla="*/ 30 h 31"/>
                <a:gd name="T10" fmla="*/ 103 w 117"/>
                <a:gd name="T11" fmla="*/ 30 h 31"/>
                <a:gd name="T12" fmla="*/ 116 w 117"/>
                <a:gd name="T13" fmla="*/ 15 h 31"/>
                <a:gd name="T14" fmla="*/ 103 w 11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1">
                  <a:moveTo>
                    <a:pt x="103" y="0"/>
                  </a:moveTo>
                  <a:lnTo>
                    <a:pt x="103" y="0"/>
                  </a:lnTo>
                  <a:cubicBezTo>
                    <a:pt x="15" y="0"/>
                    <a:pt x="15" y="0"/>
                    <a:pt x="15" y="0"/>
                  </a:cubicBezTo>
                  <a:cubicBezTo>
                    <a:pt x="7" y="0"/>
                    <a:pt x="0" y="7"/>
                    <a:pt x="0" y="15"/>
                  </a:cubicBezTo>
                  <a:cubicBezTo>
                    <a:pt x="0" y="24"/>
                    <a:pt x="7" y="30"/>
                    <a:pt x="15" y="30"/>
                  </a:cubicBezTo>
                  <a:cubicBezTo>
                    <a:pt x="103" y="30"/>
                    <a:pt x="103" y="30"/>
                    <a:pt x="103" y="30"/>
                  </a:cubicBezTo>
                  <a:cubicBezTo>
                    <a:pt x="111" y="30"/>
                    <a:pt x="116" y="24"/>
                    <a:pt x="116" y="15"/>
                  </a:cubicBezTo>
                  <a:cubicBezTo>
                    <a:pt x="116"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3" name="Group 356">
            <a:extLst>
              <a:ext uri="{FF2B5EF4-FFF2-40B4-BE49-F238E27FC236}">
                <a16:creationId xmlns:a16="http://schemas.microsoft.com/office/drawing/2014/main" id="{9989DE8E-9ED1-1D73-33B2-593083A82012}"/>
              </a:ext>
            </a:extLst>
          </p:cNvPr>
          <p:cNvGrpSpPr/>
          <p:nvPr/>
        </p:nvGrpSpPr>
        <p:grpSpPr>
          <a:xfrm>
            <a:off x="9037761" y="4165228"/>
            <a:ext cx="158750" cy="254000"/>
            <a:chOff x="7896225" y="4508500"/>
            <a:chExt cx="158750" cy="254000"/>
          </a:xfrm>
          <a:solidFill>
            <a:schemeClr val="tx2"/>
          </a:solidFill>
        </p:grpSpPr>
        <p:sp>
          <p:nvSpPr>
            <p:cNvPr id="354" name="Freeform 294">
              <a:extLst>
                <a:ext uri="{FF2B5EF4-FFF2-40B4-BE49-F238E27FC236}">
                  <a16:creationId xmlns:a16="http://schemas.microsoft.com/office/drawing/2014/main" id="{3EB787BC-3C4A-7A1A-C6FE-79B920984167}"/>
                </a:ext>
              </a:extLst>
            </p:cNvPr>
            <p:cNvSpPr>
              <a:spLocks noChangeArrowheads="1"/>
            </p:cNvSpPr>
            <p:nvPr/>
          </p:nvSpPr>
          <p:spPr bwMode="auto">
            <a:xfrm>
              <a:off x="7896225" y="4508500"/>
              <a:ext cx="158750" cy="254000"/>
            </a:xfrm>
            <a:custGeom>
              <a:avLst/>
              <a:gdLst>
                <a:gd name="T0" fmla="*/ 365 w 440"/>
                <a:gd name="T1" fmla="*/ 0 h 704"/>
                <a:gd name="T2" fmla="*/ 365 w 440"/>
                <a:gd name="T3" fmla="*/ 0 h 704"/>
                <a:gd name="T4" fmla="*/ 72 w 440"/>
                <a:gd name="T5" fmla="*/ 0 h 704"/>
                <a:gd name="T6" fmla="*/ 0 w 440"/>
                <a:gd name="T7" fmla="*/ 74 h 704"/>
                <a:gd name="T8" fmla="*/ 0 w 440"/>
                <a:gd name="T9" fmla="*/ 630 h 704"/>
                <a:gd name="T10" fmla="*/ 72 w 440"/>
                <a:gd name="T11" fmla="*/ 703 h 704"/>
                <a:gd name="T12" fmla="*/ 365 w 440"/>
                <a:gd name="T13" fmla="*/ 703 h 704"/>
                <a:gd name="T14" fmla="*/ 439 w 440"/>
                <a:gd name="T15" fmla="*/ 630 h 704"/>
                <a:gd name="T16" fmla="*/ 439 w 440"/>
                <a:gd name="T17" fmla="*/ 571 h 704"/>
                <a:gd name="T18" fmla="*/ 439 w 440"/>
                <a:gd name="T19" fmla="*/ 571 h 704"/>
                <a:gd name="T20" fmla="*/ 439 w 440"/>
                <a:gd name="T21" fmla="*/ 571 h 704"/>
                <a:gd name="T22" fmla="*/ 439 w 440"/>
                <a:gd name="T23" fmla="*/ 74 h 704"/>
                <a:gd name="T24" fmla="*/ 365 w 440"/>
                <a:gd name="T25" fmla="*/ 0 h 704"/>
                <a:gd name="T26" fmla="*/ 72 w 440"/>
                <a:gd name="T27" fmla="*/ 30 h 704"/>
                <a:gd name="T28" fmla="*/ 72 w 440"/>
                <a:gd name="T29" fmla="*/ 30 h 704"/>
                <a:gd name="T30" fmla="*/ 365 w 440"/>
                <a:gd name="T31" fmla="*/ 30 h 704"/>
                <a:gd name="T32" fmla="*/ 409 w 440"/>
                <a:gd name="T33" fmla="*/ 74 h 704"/>
                <a:gd name="T34" fmla="*/ 409 w 440"/>
                <a:gd name="T35" fmla="*/ 557 h 704"/>
                <a:gd name="T36" fmla="*/ 28 w 440"/>
                <a:gd name="T37" fmla="*/ 557 h 704"/>
                <a:gd name="T38" fmla="*/ 28 w 440"/>
                <a:gd name="T39" fmla="*/ 74 h 704"/>
                <a:gd name="T40" fmla="*/ 72 w 440"/>
                <a:gd name="T41" fmla="*/ 30 h 704"/>
                <a:gd name="T42" fmla="*/ 365 w 440"/>
                <a:gd name="T43" fmla="*/ 674 h 704"/>
                <a:gd name="T44" fmla="*/ 365 w 440"/>
                <a:gd name="T45" fmla="*/ 674 h 704"/>
                <a:gd name="T46" fmla="*/ 72 w 440"/>
                <a:gd name="T47" fmla="*/ 674 h 704"/>
                <a:gd name="T48" fmla="*/ 28 w 440"/>
                <a:gd name="T49" fmla="*/ 630 h 704"/>
                <a:gd name="T50" fmla="*/ 28 w 440"/>
                <a:gd name="T51" fmla="*/ 586 h 704"/>
                <a:gd name="T52" fmla="*/ 409 w 440"/>
                <a:gd name="T53" fmla="*/ 586 h 704"/>
                <a:gd name="T54" fmla="*/ 409 w 440"/>
                <a:gd name="T55" fmla="*/ 630 h 704"/>
                <a:gd name="T56" fmla="*/ 365 w 440"/>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0" h="704">
                  <a:moveTo>
                    <a:pt x="365" y="0"/>
                  </a:moveTo>
                  <a:lnTo>
                    <a:pt x="365" y="0"/>
                  </a:lnTo>
                  <a:cubicBezTo>
                    <a:pt x="72" y="0"/>
                    <a:pt x="72" y="0"/>
                    <a:pt x="72" y="0"/>
                  </a:cubicBezTo>
                  <a:cubicBezTo>
                    <a:pt x="33" y="0"/>
                    <a:pt x="0" y="33"/>
                    <a:pt x="0" y="74"/>
                  </a:cubicBezTo>
                  <a:cubicBezTo>
                    <a:pt x="0" y="630"/>
                    <a:pt x="0" y="630"/>
                    <a:pt x="0" y="630"/>
                  </a:cubicBezTo>
                  <a:cubicBezTo>
                    <a:pt x="0" y="671"/>
                    <a:pt x="33" y="703"/>
                    <a:pt x="72" y="703"/>
                  </a:cubicBezTo>
                  <a:cubicBezTo>
                    <a:pt x="365" y="703"/>
                    <a:pt x="365" y="703"/>
                    <a:pt x="365" y="703"/>
                  </a:cubicBezTo>
                  <a:cubicBezTo>
                    <a:pt x="406" y="703"/>
                    <a:pt x="439" y="671"/>
                    <a:pt x="439" y="630"/>
                  </a:cubicBezTo>
                  <a:cubicBezTo>
                    <a:pt x="439" y="571"/>
                    <a:pt x="439" y="571"/>
                    <a:pt x="439" y="571"/>
                  </a:cubicBezTo>
                  <a:lnTo>
                    <a:pt x="439" y="571"/>
                  </a:lnTo>
                  <a:lnTo>
                    <a:pt x="439" y="571"/>
                  </a:lnTo>
                  <a:cubicBezTo>
                    <a:pt x="439" y="74"/>
                    <a:pt x="439" y="74"/>
                    <a:pt x="439" y="74"/>
                  </a:cubicBezTo>
                  <a:cubicBezTo>
                    <a:pt x="439" y="33"/>
                    <a:pt x="406" y="0"/>
                    <a:pt x="365" y="0"/>
                  </a:cubicBezTo>
                  <a:close/>
                  <a:moveTo>
                    <a:pt x="72" y="30"/>
                  </a:moveTo>
                  <a:lnTo>
                    <a:pt x="72" y="30"/>
                  </a:lnTo>
                  <a:cubicBezTo>
                    <a:pt x="365" y="30"/>
                    <a:pt x="365" y="30"/>
                    <a:pt x="365" y="30"/>
                  </a:cubicBezTo>
                  <a:cubicBezTo>
                    <a:pt x="389" y="30"/>
                    <a:pt x="409" y="49"/>
                    <a:pt x="409" y="74"/>
                  </a:cubicBezTo>
                  <a:cubicBezTo>
                    <a:pt x="409" y="557"/>
                    <a:pt x="409" y="557"/>
                    <a:pt x="409" y="557"/>
                  </a:cubicBezTo>
                  <a:cubicBezTo>
                    <a:pt x="28" y="557"/>
                    <a:pt x="28" y="557"/>
                    <a:pt x="28" y="557"/>
                  </a:cubicBezTo>
                  <a:cubicBezTo>
                    <a:pt x="28" y="74"/>
                    <a:pt x="28" y="74"/>
                    <a:pt x="28" y="74"/>
                  </a:cubicBezTo>
                  <a:cubicBezTo>
                    <a:pt x="28" y="49"/>
                    <a:pt x="48" y="30"/>
                    <a:pt x="72" y="30"/>
                  </a:cubicBezTo>
                  <a:close/>
                  <a:moveTo>
                    <a:pt x="365" y="674"/>
                  </a:moveTo>
                  <a:lnTo>
                    <a:pt x="365" y="674"/>
                  </a:lnTo>
                  <a:cubicBezTo>
                    <a:pt x="72" y="674"/>
                    <a:pt x="72" y="674"/>
                    <a:pt x="72" y="674"/>
                  </a:cubicBezTo>
                  <a:cubicBezTo>
                    <a:pt x="48" y="674"/>
                    <a:pt x="28" y="655"/>
                    <a:pt x="28" y="630"/>
                  </a:cubicBezTo>
                  <a:cubicBezTo>
                    <a:pt x="28" y="586"/>
                    <a:pt x="28" y="586"/>
                    <a:pt x="28" y="586"/>
                  </a:cubicBezTo>
                  <a:cubicBezTo>
                    <a:pt x="409" y="586"/>
                    <a:pt x="409" y="586"/>
                    <a:pt x="409" y="586"/>
                  </a:cubicBezTo>
                  <a:cubicBezTo>
                    <a:pt x="409" y="630"/>
                    <a:pt x="409" y="630"/>
                    <a:pt x="409" y="630"/>
                  </a:cubicBezTo>
                  <a:cubicBezTo>
                    <a:pt x="409" y="655"/>
                    <a:pt x="389" y="674"/>
                    <a:pt x="365"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5" name="Freeform 295">
              <a:extLst>
                <a:ext uri="{FF2B5EF4-FFF2-40B4-BE49-F238E27FC236}">
                  <a16:creationId xmlns:a16="http://schemas.microsoft.com/office/drawing/2014/main" id="{4C4B5105-A688-309B-4F7C-D5A40D93A7AD}"/>
                </a:ext>
              </a:extLst>
            </p:cNvPr>
            <p:cNvSpPr>
              <a:spLocks noChangeArrowheads="1"/>
            </p:cNvSpPr>
            <p:nvPr/>
          </p:nvSpPr>
          <p:spPr bwMode="auto">
            <a:xfrm>
              <a:off x="7959725" y="4729163"/>
              <a:ext cx="31750" cy="11112"/>
            </a:xfrm>
            <a:custGeom>
              <a:avLst/>
              <a:gdLst>
                <a:gd name="T0" fmla="*/ 73 w 89"/>
                <a:gd name="T1" fmla="*/ 0 h 31"/>
                <a:gd name="T2" fmla="*/ 73 w 89"/>
                <a:gd name="T3" fmla="*/ 0 h 31"/>
                <a:gd name="T4" fmla="*/ 14 w 89"/>
                <a:gd name="T5" fmla="*/ 0 h 31"/>
                <a:gd name="T6" fmla="*/ 0 w 89"/>
                <a:gd name="T7" fmla="*/ 15 h 31"/>
                <a:gd name="T8" fmla="*/ 14 w 89"/>
                <a:gd name="T9" fmla="*/ 30 h 31"/>
                <a:gd name="T10" fmla="*/ 73 w 89"/>
                <a:gd name="T11" fmla="*/ 30 h 31"/>
                <a:gd name="T12" fmla="*/ 88 w 89"/>
                <a:gd name="T13" fmla="*/ 15 h 31"/>
                <a:gd name="T14" fmla="*/ 73 w 8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1">
                  <a:moveTo>
                    <a:pt x="73" y="0"/>
                  </a:moveTo>
                  <a:lnTo>
                    <a:pt x="73" y="0"/>
                  </a:lnTo>
                  <a:cubicBezTo>
                    <a:pt x="14" y="0"/>
                    <a:pt x="14" y="0"/>
                    <a:pt x="14" y="0"/>
                  </a:cubicBezTo>
                  <a:cubicBezTo>
                    <a:pt x="6" y="0"/>
                    <a:pt x="0" y="7"/>
                    <a:pt x="0" y="15"/>
                  </a:cubicBezTo>
                  <a:cubicBezTo>
                    <a:pt x="0" y="23"/>
                    <a:pt x="6" y="30"/>
                    <a:pt x="14" y="30"/>
                  </a:cubicBezTo>
                  <a:cubicBezTo>
                    <a:pt x="73" y="30"/>
                    <a:pt x="73" y="30"/>
                    <a:pt x="73" y="30"/>
                  </a:cubicBezTo>
                  <a:cubicBezTo>
                    <a:pt x="81" y="30"/>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6" name="Group 359">
            <a:extLst>
              <a:ext uri="{FF2B5EF4-FFF2-40B4-BE49-F238E27FC236}">
                <a16:creationId xmlns:a16="http://schemas.microsoft.com/office/drawing/2014/main" id="{D936B87B-0F62-364A-09B6-211FC3063BD3}"/>
              </a:ext>
            </a:extLst>
          </p:cNvPr>
          <p:cNvGrpSpPr/>
          <p:nvPr/>
        </p:nvGrpSpPr>
        <p:grpSpPr>
          <a:xfrm>
            <a:off x="9488611" y="5158210"/>
            <a:ext cx="254000" cy="252412"/>
            <a:chOff x="8347075" y="5503863"/>
            <a:chExt cx="254000" cy="252412"/>
          </a:xfrm>
          <a:solidFill>
            <a:schemeClr val="tx2"/>
          </a:solidFill>
        </p:grpSpPr>
        <p:sp>
          <p:nvSpPr>
            <p:cNvPr id="357" name="Freeform 296">
              <a:extLst>
                <a:ext uri="{FF2B5EF4-FFF2-40B4-BE49-F238E27FC236}">
                  <a16:creationId xmlns:a16="http://schemas.microsoft.com/office/drawing/2014/main" id="{43F6E1D4-AB42-DF4C-0BF0-CE87FFC81B41}"/>
                </a:ext>
              </a:extLst>
            </p:cNvPr>
            <p:cNvSpPr>
              <a:spLocks noChangeArrowheads="1"/>
            </p:cNvSpPr>
            <p:nvPr/>
          </p:nvSpPr>
          <p:spPr bwMode="auto">
            <a:xfrm>
              <a:off x="8389938" y="5545138"/>
              <a:ext cx="168275" cy="169862"/>
            </a:xfrm>
            <a:custGeom>
              <a:avLst/>
              <a:gdLst>
                <a:gd name="T0" fmla="*/ 455 w 469"/>
                <a:gd name="T1" fmla="*/ 0 h 470"/>
                <a:gd name="T2" fmla="*/ 455 w 469"/>
                <a:gd name="T3" fmla="*/ 0 h 470"/>
                <a:gd name="T4" fmla="*/ 15 w 469"/>
                <a:gd name="T5" fmla="*/ 0 h 470"/>
                <a:gd name="T6" fmla="*/ 4 w 469"/>
                <a:gd name="T7" fmla="*/ 5 h 470"/>
                <a:gd name="T8" fmla="*/ 0 w 469"/>
                <a:gd name="T9" fmla="*/ 16 h 470"/>
                <a:gd name="T10" fmla="*/ 0 w 469"/>
                <a:gd name="T11" fmla="*/ 455 h 470"/>
                <a:gd name="T12" fmla="*/ 4 w 469"/>
                <a:gd name="T13" fmla="*/ 464 h 470"/>
                <a:gd name="T14" fmla="*/ 15 w 469"/>
                <a:gd name="T15" fmla="*/ 469 h 470"/>
                <a:gd name="T16" fmla="*/ 455 w 469"/>
                <a:gd name="T17" fmla="*/ 469 h 470"/>
                <a:gd name="T18" fmla="*/ 464 w 469"/>
                <a:gd name="T19" fmla="*/ 464 h 470"/>
                <a:gd name="T20" fmla="*/ 468 w 469"/>
                <a:gd name="T21" fmla="*/ 455 h 470"/>
                <a:gd name="T22" fmla="*/ 468 w 469"/>
                <a:gd name="T23" fmla="*/ 16 h 470"/>
                <a:gd name="T24" fmla="*/ 464 w 469"/>
                <a:gd name="T25" fmla="*/ 5 h 470"/>
                <a:gd name="T26" fmla="*/ 455 w 469"/>
                <a:gd name="T27" fmla="*/ 0 h 470"/>
                <a:gd name="T28" fmla="*/ 29 w 469"/>
                <a:gd name="T29" fmla="*/ 29 h 470"/>
                <a:gd name="T30" fmla="*/ 29 w 469"/>
                <a:gd name="T31" fmla="*/ 29 h 470"/>
                <a:gd name="T32" fmla="*/ 439 w 469"/>
                <a:gd name="T33" fmla="*/ 29 h 470"/>
                <a:gd name="T34" fmla="*/ 439 w 469"/>
                <a:gd name="T35" fmla="*/ 440 h 470"/>
                <a:gd name="T36" fmla="*/ 29 w 469"/>
                <a:gd name="T37" fmla="*/ 440 h 470"/>
                <a:gd name="T38" fmla="*/ 29 w 469"/>
                <a:gd name="T39" fmla="*/ 29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470">
                  <a:moveTo>
                    <a:pt x="455" y="0"/>
                  </a:moveTo>
                  <a:lnTo>
                    <a:pt x="455" y="0"/>
                  </a:lnTo>
                  <a:cubicBezTo>
                    <a:pt x="15" y="0"/>
                    <a:pt x="15" y="0"/>
                    <a:pt x="15" y="0"/>
                  </a:cubicBezTo>
                  <a:cubicBezTo>
                    <a:pt x="11" y="0"/>
                    <a:pt x="7" y="2"/>
                    <a:pt x="4" y="5"/>
                  </a:cubicBezTo>
                  <a:cubicBezTo>
                    <a:pt x="2" y="7"/>
                    <a:pt x="0" y="11"/>
                    <a:pt x="0" y="16"/>
                  </a:cubicBezTo>
                  <a:cubicBezTo>
                    <a:pt x="0" y="455"/>
                    <a:pt x="0" y="455"/>
                    <a:pt x="0" y="455"/>
                  </a:cubicBezTo>
                  <a:cubicBezTo>
                    <a:pt x="0" y="458"/>
                    <a:pt x="2" y="462"/>
                    <a:pt x="4" y="464"/>
                  </a:cubicBezTo>
                  <a:cubicBezTo>
                    <a:pt x="7" y="467"/>
                    <a:pt x="11" y="469"/>
                    <a:pt x="15" y="469"/>
                  </a:cubicBezTo>
                  <a:cubicBezTo>
                    <a:pt x="455" y="469"/>
                    <a:pt x="455" y="469"/>
                    <a:pt x="455" y="469"/>
                  </a:cubicBezTo>
                  <a:cubicBezTo>
                    <a:pt x="459" y="469"/>
                    <a:pt x="461" y="467"/>
                    <a:pt x="464" y="464"/>
                  </a:cubicBezTo>
                  <a:cubicBezTo>
                    <a:pt x="467" y="462"/>
                    <a:pt x="468" y="458"/>
                    <a:pt x="468" y="455"/>
                  </a:cubicBezTo>
                  <a:cubicBezTo>
                    <a:pt x="468" y="16"/>
                    <a:pt x="468" y="16"/>
                    <a:pt x="468" y="16"/>
                  </a:cubicBezTo>
                  <a:cubicBezTo>
                    <a:pt x="468" y="11"/>
                    <a:pt x="467" y="7"/>
                    <a:pt x="464" y="5"/>
                  </a:cubicBezTo>
                  <a:cubicBezTo>
                    <a:pt x="461" y="2"/>
                    <a:pt x="459" y="0"/>
                    <a:pt x="455" y="0"/>
                  </a:cubicBezTo>
                  <a:close/>
                  <a:moveTo>
                    <a:pt x="29" y="29"/>
                  </a:moveTo>
                  <a:lnTo>
                    <a:pt x="29" y="29"/>
                  </a:lnTo>
                  <a:cubicBezTo>
                    <a:pt x="439" y="29"/>
                    <a:pt x="439" y="29"/>
                    <a:pt x="439" y="29"/>
                  </a:cubicBezTo>
                  <a:cubicBezTo>
                    <a:pt x="439" y="440"/>
                    <a:pt x="439" y="440"/>
                    <a:pt x="439" y="440"/>
                  </a:cubicBezTo>
                  <a:cubicBezTo>
                    <a:pt x="29" y="440"/>
                    <a:pt x="29" y="440"/>
                    <a:pt x="29" y="44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8" name="Freeform 297">
              <a:extLst>
                <a:ext uri="{FF2B5EF4-FFF2-40B4-BE49-F238E27FC236}">
                  <a16:creationId xmlns:a16="http://schemas.microsoft.com/office/drawing/2014/main" id="{F328618F-14E5-14A5-5976-B499AFB7C3C7}"/>
                </a:ext>
              </a:extLst>
            </p:cNvPr>
            <p:cNvSpPr>
              <a:spLocks noChangeArrowheads="1"/>
            </p:cNvSpPr>
            <p:nvPr/>
          </p:nvSpPr>
          <p:spPr bwMode="auto">
            <a:xfrm>
              <a:off x="8410575" y="5503863"/>
              <a:ext cx="11113" cy="31750"/>
            </a:xfrm>
            <a:custGeom>
              <a:avLst/>
              <a:gdLst>
                <a:gd name="T0" fmla="*/ 29 w 30"/>
                <a:gd name="T1" fmla="*/ 73 h 89"/>
                <a:gd name="T2" fmla="*/ 29 w 30"/>
                <a:gd name="T3" fmla="*/ 73 h 89"/>
                <a:gd name="T4" fmla="*/ 29 w 30"/>
                <a:gd name="T5" fmla="*/ 14 h 89"/>
                <a:gd name="T6" fmla="*/ 14 w 30"/>
                <a:gd name="T7" fmla="*/ 0 h 89"/>
                <a:gd name="T8" fmla="*/ 0 w 30"/>
                <a:gd name="T9" fmla="*/ 14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4"/>
                    <a:pt x="29" y="14"/>
                    <a:pt x="29" y="14"/>
                  </a:cubicBezTo>
                  <a:cubicBezTo>
                    <a:pt x="29" y="5"/>
                    <a:pt x="22" y="0"/>
                    <a:pt x="14" y="0"/>
                  </a:cubicBezTo>
                  <a:cubicBezTo>
                    <a:pt x="6" y="0"/>
                    <a:pt x="0" y="5"/>
                    <a:pt x="0" y="14"/>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9" name="Freeform 298">
              <a:extLst>
                <a:ext uri="{FF2B5EF4-FFF2-40B4-BE49-F238E27FC236}">
                  <a16:creationId xmlns:a16="http://schemas.microsoft.com/office/drawing/2014/main" id="{D9192C01-85B3-AF62-1A04-E1D58A7335B7}"/>
                </a:ext>
              </a:extLst>
            </p:cNvPr>
            <p:cNvSpPr>
              <a:spLocks noChangeArrowheads="1"/>
            </p:cNvSpPr>
            <p:nvPr/>
          </p:nvSpPr>
          <p:spPr bwMode="auto">
            <a:xfrm>
              <a:off x="844232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6" y="88"/>
                    <a:pt x="14" y="88"/>
                  </a:cubicBezTo>
                  <a:cubicBezTo>
                    <a:pt x="22" y="88"/>
                    <a:pt x="29" y="81"/>
                    <a:pt x="29" y="73"/>
                  </a:cubicBezTo>
                  <a:cubicBezTo>
                    <a:pt x="29" y="14"/>
                    <a:pt x="29" y="14"/>
                    <a:pt x="29" y="14"/>
                  </a:cubicBezTo>
                  <a:cubicBezTo>
                    <a:pt x="29" y="5"/>
                    <a:pt x="22" y="0"/>
                    <a:pt x="14" y="0"/>
                  </a:cubicBezTo>
                  <a:cubicBezTo>
                    <a:pt x="6"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9">
              <a:extLst>
                <a:ext uri="{FF2B5EF4-FFF2-40B4-BE49-F238E27FC236}">
                  <a16:creationId xmlns:a16="http://schemas.microsoft.com/office/drawing/2014/main" id="{4CB20565-DC07-AB93-E5DB-B293F0EC4A85}"/>
                </a:ext>
              </a:extLst>
            </p:cNvPr>
            <p:cNvSpPr>
              <a:spLocks noChangeArrowheads="1"/>
            </p:cNvSpPr>
            <p:nvPr/>
          </p:nvSpPr>
          <p:spPr bwMode="auto">
            <a:xfrm>
              <a:off x="847407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4" y="88"/>
                  </a:cubicBezTo>
                  <a:cubicBezTo>
                    <a:pt x="22" y="88"/>
                    <a:pt x="29" y="81"/>
                    <a:pt x="29" y="73"/>
                  </a:cubicBezTo>
                  <a:cubicBezTo>
                    <a:pt x="29" y="14"/>
                    <a:pt x="29" y="14"/>
                    <a:pt x="29" y="14"/>
                  </a:cubicBezTo>
                  <a:cubicBezTo>
                    <a:pt x="29" y="5"/>
                    <a:pt x="22" y="0"/>
                    <a:pt x="14"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1" name="Freeform 300">
              <a:extLst>
                <a:ext uri="{FF2B5EF4-FFF2-40B4-BE49-F238E27FC236}">
                  <a16:creationId xmlns:a16="http://schemas.microsoft.com/office/drawing/2014/main" id="{7BFE3B22-FDB1-C793-086F-6A00B60876E5}"/>
                </a:ext>
              </a:extLst>
            </p:cNvPr>
            <p:cNvSpPr>
              <a:spLocks noChangeArrowheads="1"/>
            </p:cNvSpPr>
            <p:nvPr/>
          </p:nvSpPr>
          <p:spPr bwMode="auto">
            <a:xfrm>
              <a:off x="8505825" y="5503863"/>
              <a:ext cx="11113" cy="31750"/>
            </a:xfrm>
            <a:custGeom>
              <a:avLst/>
              <a:gdLst>
                <a:gd name="T0" fmla="*/ 0 w 30"/>
                <a:gd name="T1" fmla="*/ 14 h 89"/>
                <a:gd name="T2" fmla="*/ 0 w 30"/>
                <a:gd name="T3" fmla="*/ 14 h 89"/>
                <a:gd name="T4" fmla="*/ 0 w 30"/>
                <a:gd name="T5" fmla="*/ 73 h 89"/>
                <a:gd name="T6" fmla="*/ 13 w 30"/>
                <a:gd name="T7" fmla="*/ 88 h 89"/>
                <a:gd name="T8" fmla="*/ 29 w 30"/>
                <a:gd name="T9" fmla="*/ 73 h 89"/>
                <a:gd name="T10" fmla="*/ 29 w 30"/>
                <a:gd name="T11" fmla="*/ 14 h 89"/>
                <a:gd name="T12" fmla="*/ 13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3" y="88"/>
                  </a:cubicBezTo>
                  <a:cubicBezTo>
                    <a:pt x="22" y="88"/>
                    <a:pt x="29" y="81"/>
                    <a:pt x="29" y="73"/>
                  </a:cubicBezTo>
                  <a:cubicBezTo>
                    <a:pt x="29" y="14"/>
                    <a:pt x="29" y="14"/>
                    <a:pt x="29" y="14"/>
                  </a:cubicBezTo>
                  <a:cubicBezTo>
                    <a:pt x="29"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2" name="Freeform 301">
              <a:extLst>
                <a:ext uri="{FF2B5EF4-FFF2-40B4-BE49-F238E27FC236}">
                  <a16:creationId xmlns:a16="http://schemas.microsoft.com/office/drawing/2014/main" id="{493B6636-D526-CE33-6337-2B9225D7B3F2}"/>
                </a:ext>
              </a:extLst>
            </p:cNvPr>
            <p:cNvSpPr>
              <a:spLocks noChangeArrowheads="1"/>
            </p:cNvSpPr>
            <p:nvPr/>
          </p:nvSpPr>
          <p:spPr bwMode="auto">
            <a:xfrm>
              <a:off x="8537575" y="5503863"/>
              <a:ext cx="11113" cy="31750"/>
            </a:xfrm>
            <a:custGeom>
              <a:avLst/>
              <a:gdLst>
                <a:gd name="T0" fmla="*/ 0 w 29"/>
                <a:gd name="T1" fmla="*/ 14 h 89"/>
                <a:gd name="T2" fmla="*/ 0 w 29"/>
                <a:gd name="T3" fmla="*/ 14 h 89"/>
                <a:gd name="T4" fmla="*/ 0 w 29"/>
                <a:gd name="T5" fmla="*/ 73 h 89"/>
                <a:gd name="T6" fmla="*/ 13 w 29"/>
                <a:gd name="T7" fmla="*/ 88 h 89"/>
                <a:gd name="T8" fmla="*/ 28 w 29"/>
                <a:gd name="T9" fmla="*/ 73 h 89"/>
                <a:gd name="T10" fmla="*/ 28 w 29"/>
                <a:gd name="T11" fmla="*/ 14 h 89"/>
                <a:gd name="T12" fmla="*/ 13 w 29"/>
                <a:gd name="T13" fmla="*/ 0 h 89"/>
                <a:gd name="T14" fmla="*/ 0 w 29"/>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0" y="14"/>
                  </a:moveTo>
                  <a:lnTo>
                    <a:pt x="0" y="14"/>
                  </a:lnTo>
                  <a:cubicBezTo>
                    <a:pt x="0" y="73"/>
                    <a:pt x="0" y="73"/>
                    <a:pt x="0" y="73"/>
                  </a:cubicBezTo>
                  <a:cubicBezTo>
                    <a:pt x="0" y="81"/>
                    <a:pt x="5" y="88"/>
                    <a:pt x="13" y="88"/>
                  </a:cubicBezTo>
                  <a:cubicBezTo>
                    <a:pt x="22" y="88"/>
                    <a:pt x="28" y="81"/>
                    <a:pt x="28" y="73"/>
                  </a:cubicBezTo>
                  <a:cubicBezTo>
                    <a:pt x="28" y="14"/>
                    <a:pt x="28" y="14"/>
                    <a:pt x="28" y="14"/>
                  </a:cubicBezTo>
                  <a:cubicBezTo>
                    <a:pt x="28"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3" name="Freeform 302">
              <a:extLst>
                <a:ext uri="{FF2B5EF4-FFF2-40B4-BE49-F238E27FC236}">
                  <a16:creationId xmlns:a16="http://schemas.microsoft.com/office/drawing/2014/main" id="{00CBC42F-0117-1B78-FF1D-28BD7C8F53BE}"/>
                </a:ext>
              </a:extLst>
            </p:cNvPr>
            <p:cNvSpPr>
              <a:spLocks noChangeArrowheads="1"/>
            </p:cNvSpPr>
            <p:nvPr/>
          </p:nvSpPr>
          <p:spPr bwMode="auto">
            <a:xfrm>
              <a:off x="84105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4" name="Freeform 303">
              <a:extLst>
                <a:ext uri="{FF2B5EF4-FFF2-40B4-BE49-F238E27FC236}">
                  <a16:creationId xmlns:a16="http://schemas.microsoft.com/office/drawing/2014/main" id="{8AEB4F0F-5632-858E-1048-F36EB823D75C}"/>
                </a:ext>
              </a:extLst>
            </p:cNvPr>
            <p:cNvSpPr>
              <a:spLocks noChangeArrowheads="1"/>
            </p:cNvSpPr>
            <p:nvPr/>
          </p:nvSpPr>
          <p:spPr bwMode="auto">
            <a:xfrm>
              <a:off x="844232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5" name="Freeform 304">
              <a:extLst>
                <a:ext uri="{FF2B5EF4-FFF2-40B4-BE49-F238E27FC236}">
                  <a16:creationId xmlns:a16="http://schemas.microsoft.com/office/drawing/2014/main" id="{204E3651-2C17-0F34-DFBA-6B52CBDE8341}"/>
                </a:ext>
              </a:extLst>
            </p:cNvPr>
            <p:cNvSpPr>
              <a:spLocks noChangeArrowheads="1"/>
            </p:cNvSpPr>
            <p:nvPr/>
          </p:nvSpPr>
          <p:spPr bwMode="auto">
            <a:xfrm>
              <a:off x="84740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5" y="0"/>
                    <a:pt x="0" y="5"/>
                    <a:pt x="0" y="13"/>
                  </a:cubicBezTo>
                  <a:cubicBezTo>
                    <a:pt x="0" y="73"/>
                    <a:pt x="0" y="73"/>
                    <a:pt x="0" y="73"/>
                  </a:cubicBezTo>
                  <a:cubicBezTo>
                    <a:pt x="0" y="81"/>
                    <a:pt x="5"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5">
              <a:extLst>
                <a:ext uri="{FF2B5EF4-FFF2-40B4-BE49-F238E27FC236}">
                  <a16:creationId xmlns:a16="http://schemas.microsoft.com/office/drawing/2014/main" id="{265261D0-4B4A-F13B-3B25-85F037DB7655}"/>
                </a:ext>
              </a:extLst>
            </p:cNvPr>
            <p:cNvSpPr>
              <a:spLocks noChangeArrowheads="1"/>
            </p:cNvSpPr>
            <p:nvPr/>
          </p:nvSpPr>
          <p:spPr bwMode="auto">
            <a:xfrm>
              <a:off x="8505825" y="5724525"/>
              <a:ext cx="11113" cy="31750"/>
            </a:xfrm>
            <a:custGeom>
              <a:avLst/>
              <a:gdLst>
                <a:gd name="T0" fmla="*/ 29 w 30"/>
                <a:gd name="T1" fmla="*/ 73 h 89"/>
                <a:gd name="T2" fmla="*/ 29 w 30"/>
                <a:gd name="T3" fmla="*/ 73 h 89"/>
                <a:gd name="T4" fmla="*/ 29 w 30"/>
                <a:gd name="T5" fmla="*/ 13 h 89"/>
                <a:gd name="T6" fmla="*/ 13 w 30"/>
                <a:gd name="T7" fmla="*/ 0 h 89"/>
                <a:gd name="T8" fmla="*/ 0 w 30"/>
                <a:gd name="T9" fmla="*/ 13 h 89"/>
                <a:gd name="T10" fmla="*/ 0 w 30"/>
                <a:gd name="T11" fmla="*/ 73 h 89"/>
                <a:gd name="T12" fmla="*/ 13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3" y="0"/>
                  </a:cubicBezTo>
                  <a:cubicBezTo>
                    <a:pt x="5" y="0"/>
                    <a:pt x="0" y="5"/>
                    <a:pt x="0" y="13"/>
                  </a:cubicBezTo>
                  <a:cubicBezTo>
                    <a:pt x="0" y="73"/>
                    <a:pt x="0" y="73"/>
                    <a:pt x="0" y="73"/>
                  </a:cubicBezTo>
                  <a:cubicBezTo>
                    <a:pt x="0" y="81"/>
                    <a:pt x="5" y="88"/>
                    <a:pt x="13"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6">
              <a:extLst>
                <a:ext uri="{FF2B5EF4-FFF2-40B4-BE49-F238E27FC236}">
                  <a16:creationId xmlns:a16="http://schemas.microsoft.com/office/drawing/2014/main" id="{59EF71BB-850C-B0AD-B7B4-02FF8C259D5B}"/>
                </a:ext>
              </a:extLst>
            </p:cNvPr>
            <p:cNvSpPr>
              <a:spLocks noChangeArrowheads="1"/>
            </p:cNvSpPr>
            <p:nvPr/>
          </p:nvSpPr>
          <p:spPr bwMode="auto">
            <a:xfrm>
              <a:off x="8537575" y="5724525"/>
              <a:ext cx="11113" cy="31750"/>
            </a:xfrm>
            <a:custGeom>
              <a:avLst/>
              <a:gdLst>
                <a:gd name="T0" fmla="*/ 13 w 29"/>
                <a:gd name="T1" fmla="*/ 0 h 89"/>
                <a:gd name="T2" fmla="*/ 13 w 29"/>
                <a:gd name="T3" fmla="*/ 0 h 89"/>
                <a:gd name="T4" fmla="*/ 0 w 29"/>
                <a:gd name="T5" fmla="*/ 13 h 89"/>
                <a:gd name="T6" fmla="*/ 0 w 29"/>
                <a:gd name="T7" fmla="*/ 73 h 89"/>
                <a:gd name="T8" fmla="*/ 13 w 29"/>
                <a:gd name="T9" fmla="*/ 88 h 89"/>
                <a:gd name="T10" fmla="*/ 28 w 29"/>
                <a:gd name="T11" fmla="*/ 73 h 89"/>
                <a:gd name="T12" fmla="*/ 28 w 29"/>
                <a:gd name="T13" fmla="*/ 13 h 89"/>
                <a:gd name="T14" fmla="*/ 13 w 29"/>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13" y="0"/>
                  </a:moveTo>
                  <a:lnTo>
                    <a:pt x="13" y="0"/>
                  </a:lnTo>
                  <a:cubicBezTo>
                    <a:pt x="5" y="0"/>
                    <a:pt x="0" y="5"/>
                    <a:pt x="0" y="13"/>
                  </a:cubicBezTo>
                  <a:cubicBezTo>
                    <a:pt x="0" y="73"/>
                    <a:pt x="0" y="73"/>
                    <a:pt x="0" y="73"/>
                  </a:cubicBezTo>
                  <a:cubicBezTo>
                    <a:pt x="0" y="81"/>
                    <a:pt x="5" y="88"/>
                    <a:pt x="13" y="88"/>
                  </a:cubicBezTo>
                  <a:cubicBezTo>
                    <a:pt x="22" y="88"/>
                    <a:pt x="28" y="81"/>
                    <a:pt x="28" y="73"/>
                  </a:cubicBezTo>
                  <a:cubicBezTo>
                    <a:pt x="28" y="13"/>
                    <a:pt x="28" y="13"/>
                    <a:pt x="28" y="13"/>
                  </a:cubicBezTo>
                  <a:cubicBezTo>
                    <a:pt x="28" y="5"/>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7">
              <a:extLst>
                <a:ext uri="{FF2B5EF4-FFF2-40B4-BE49-F238E27FC236}">
                  <a16:creationId xmlns:a16="http://schemas.microsoft.com/office/drawing/2014/main" id="{F2025A5C-16B6-638A-314E-716C219C4F71}"/>
                </a:ext>
              </a:extLst>
            </p:cNvPr>
            <p:cNvSpPr>
              <a:spLocks noChangeArrowheads="1"/>
            </p:cNvSpPr>
            <p:nvPr/>
          </p:nvSpPr>
          <p:spPr bwMode="auto">
            <a:xfrm>
              <a:off x="834707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9" name="Freeform 308">
              <a:extLst>
                <a:ext uri="{FF2B5EF4-FFF2-40B4-BE49-F238E27FC236}">
                  <a16:creationId xmlns:a16="http://schemas.microsoft.com/office/drawing/2014/main" id="{CB3F5119-5F7B-4E48-38B4-7F1C9D7A610A}"/>
                </a:ext>
              </a:extLst>
            </p:cNvPr>
            <p:cNvSpPr>
              <a:spLocks noChangeArrowheads="1"/>
            </p:cNvSpPr>
            <p:nvPr/>
          </p:nvSpPr>
          <p:spPr bwMode="auto">
            <a:xfrm>
              <a:off x="834707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0" name="Freeform 309">
              <a:extLst>
                <a:ext uri="{FF2B5EF4-FFF2-40B4-BE49-F238E27FC236}">
                  <a16:creationId xmlns:a16="http://schemas.microsoft.com/office/drawing/2014/main" id="{4A046CCE-E528-D592-4DE3-ACCE62A406FA}"/>
                </a:ext>
              </a:extLst>
            </p:cNvPr>
            <p:cNvSpPr>
              <a:spLocks noChangeArrowheads="1"/>
            </p:cNvSpPr>
            <p:nvPr/>
          </p:nvSpPr>
          <p:spPr bwMode="auto">
            <a:xfrm>
              <a:off x="834707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10">
              <a:extLst>
                <a:ext uri="{FF2B5EF4-FFF2-40B4-BE49-F238E27FC236}">
                  <a16:creationId xmlns:a16="http://schemas.microsoft.com/office/drawing/2014/main" id="{A16A2980-E1A1-17BB-4130-E0306AB41046}"/>
                </a:ext>
              </a:extLst>
            </p:cNvPr>
            <p:cNvSpPr>
              <a:spLocks noChangeArrowheads="1"/>
            </p:cNvSpPr>
            <p:nvPr/>
          </p:nvSpPr>
          <p:spPr bwMode="auto">
            <a:xfrm>
              <a:off x="834707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11">
              <a:extLst>
                <a:ext uri="{FF2B5EF4-FFF2-40B4-BE49-F238E27FC236}">
                  <a16:creationId xmlns:a16="http://schemas.microsoft.com/office/drawing/2014/main" id="{F0E2D540-5D77-8934-0472-4009BDBCDBD0}"/>
                </a:ext>
              </a:extLst>
            </p:cNvPr>
            <p:cNvSpPr>
              <a:spLocks noChangeArrowheads="1"/>
            </p:cNvSpPr>
            <p:nvPr/>
          </p:nvSpPr>
          <p:spPr bwMode="auto">
            <a:xfrm>
              <a:off x="834707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12">
              <a:extLst>
                <a:ext uri="{FF2B5EF4-FFF2-40B4-BE49-F238E27FC236}">
                  <a16:creationId xmlns:a16="http://schemas.microsoft.com/office/drawing/2014/main" id="{7E627399-4CAA-F26D-3678-CB406C9F50C4}"/>
                </a:ext>
              </a:extLst>
            </p:cNvPr>
            <p:cNvSpPr>
              <a:spLocks noChangeArrowheads="1"/>
            </p:cNvSpPr>
            <p:nvPr/>
          </p:nvSpPr>
          <p:spPr bwMode="auto">
            <a:xfrm>
              <a:off x="856932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4" name="Freeform 313">
              <a:extLst>
                <a:ext uri="{FF2B5EF4-FFF2-40B4-BE49-F238E27FC236}">
                  <a16:creationId xmlns:a16="http://schemas.microsoft.com/office/drawing/2014/main" id="{4F71E9AE-4793-70D1-F8BA-2E1405A52852}"/>
                </a:ext>
              </a:extLst>
            </p:cNvPr>
            <p:cNvSpPr>
              <a:spLocks noChangeArrowheads="1"/>
            </p:cNvSpPr>
            <p:nvPr/>
          </p:nvSpPr>
          <p:spPr bwMode="auto">
            <a:xfrm>
              <a:off x="856932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5" name="Freeform 314">
              <a:extLst>
                <a:ext uri="{FF2B5EF4-FFF2-40B4-BE49-F238E27FC236}">
                  <a16:creationId xmlns:a16="http://schemas.microsoft.com/office/drawing/2014/main" id="{CC3ABE2F-ADA5-E620-102F-56998E1475C7}"/>
                </a:ext>
              </a:extLst>
            </p:cNvPr>
            <p:cNvSpPr>
              <a:spLocks noChangeArrowheads="1"/>
            </p:cNvSpPr>
            <p:nvPr/>
          </p:nvSpPr>
          <p:spPr bwMode="auto">
            <a:xfrm>
              <a:off x="856932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15">
              <a:extLst>
                <a:ext uri="{FF2B5EF4-FFF2-40B4-BE49-F238E27FC236}">
                  <a16:creationId xmlns:a16="http://schemas.microsoft.com/office/drawing/2014/main" id="{1032A096-9673-BC87-7324-9FDA4F4FC6B7}"/>
                </a:ext>
              </a:extLst>
            </p:cNvPr>
            <p:cNvSpPr>
              <a:spLocks noChangeArrowheads="1"/>
            </p:cNvSpPr>
            <p:nvPr/>
          </p:nvSpPr>
          <p:spPr bwMode="auto">
            <a:xfrm>
              <a:off x="856932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7" name="Freeform 316">
              <a:extLst>
                <a:ext uri="{FF2B5EF4-FFF2-40B4-BE49-F238E27FC236}">
                  <a16:creationId xmlns:a16="http://schemas.microsoft.com/office/drawing/2014/main" id="{8DA1E190-21D1-C420-1A92-8EDC38CD71B8}"/>
                </a:ext>
              </a:extLst>
            </p:cNvPr>
            <p:cNvSpPr>
              <a:spLocks noChangeArrowheads="1"/>
            </p:cNvSpPr>
            <p:nvPr/>
          </p:nvSpPr>
          <p:spPr bwMode="auto">
            <a:xfrm>
              <a:off x="856932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8" name="Freeform 317">
              <a:extLst>
                <a:ext uri="{FF2B5EF4-FFF2-40B4-BE49-F238E27FC236}">
                  <a16:creationId xmlns:a16="http://schemas.microsoft.com/office/drawing/2014/main" id="{A6A17166-4879-CD89-4ABF-4B1104109316}"/>
                </a:ext>
              </a:extLst>
            </p:cNvPr>
            <p:cNvSpPr>
              <a:spLocks noChangeArrowheads="1"/>
            </p:cNvSpPr>
            <p:nvPr/>
          </p:nvSpPr>
          <p:spPr bwMode="auto">
            <a:xfrm>
              <a:off x="8421688" y="5576888"/>
              <a:ext cx="104775" cy="106362"/>
            </a:xfrm>
            <a:custGeom>
              <a:avLst/>
              <a:gdLst>
                <a:gd name="T0" fmla="*/ 279 w 293"/>
                <a:gd name="T1" fmla="*/ 0 h 294"/>
                <a:gd name="T2" fmla="*/ 279 w 293"/>
                <a:gd name="T3" fmla="*/ 0 h 294"/>
                <a:gd name="T4" fmla="*/ 15 w 293"/>
                <a:gd name="T5" fmla="*/ 0 h 294"/>
                <a:gd name="T6" fmla="*/ 4 w 293"/>
                <a:gd name="T7" fmla="*/ 4 h 294"/>
                <a:gd name="T8" fmla="*/ 0 w 293"/>
                <a:gd name="T9" fmla="*/ 15 h 294"/>
                <a:gd name="T10" fmla="*/ 0 w 293"/>
                <a:gd name="T11" fmla="*/ 279 h 294"/>
                <a:gd name="T12" fmla="*/ 4 w 293"/>
                <a:gd name="T13" fmla="*/ 289 h 294"/>
                <a:gd name="T14" fmla="*/ 15 w 293"/>
                <a:gd name="T15" fmla="*/ 293 h 294"/>
                <a:gd name="T16" fmla="*/ 279 w 293"/>
                <a:gd name="T17" fmla="*/ 293 h 294"/>
                <a:gd name="T18" fmla="*/ 288 w 293"/>
                <a:gd name="T19" fmla="*/ 289 h 294"/>
                <a:gd name="T20" fmla="*/ 292 w 293"/>
                <a:gd name="T21" fmla="*/ 279 h 294"/>
                <a:gd name="T22" fmla="*/ 292 w 293"/>
                <a:gd name="T23" fmla="*/ 15 h 294"/>
                <a:gd name="T24" fmla="*/ 288 w 293"/>
                <a:gd name="T25" fmla="*/ 4 h 294"/>
                <a:gd name="T26" fmla="*/ 279 w 293"/>
                <a:gd name="T27" fmla="*/ 0 h 294"/>
                <a:gd name="T28" fmla="*/ 29 w 293"/>
                <a:gd name="T29" fmla="*/ 29 h 294"/>
                <a:gd name="T30" fmla="*/ 29 w 293"/>
                <a:gd name="T31" fmla="*/ 29 h 294"/>
                <a:gd name="T32" fmla="*/ 264 w 293"/>
                <a:gd name="T33" fmla="*/ 29 h 294"/>
                <a:gd name="T34" fmla="*/ 264 w 293"/>
                <a:gd name="T35" fmla="*/ 264 h 294"/>
                <a:gd name="T36" fmla="*/ 29 w 293"/>
                <a:gd name="T37" fmla="*/ 264 h 294"/>
                <a:gd name="T38" fmla="*/ 29 w 293"/>
                <a:gd name="T39" fmla="*/ 29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3" h="294">
                  <a:moveTo>
                    <a:pt x="279" y="0"/>
                  </a:moveTo>
                  <a:lnTo>
                    <a:pt x="279" y="0"/>
                  </a:lnTo>
                  <a:cubicBezTo>
                    <a:pt x="15" y="0"/>
                    <a:pt x="15" y="0"/>
                    <a:pt x="15" y="0"/>
                  </a:cubicBezTo>
                  <a:cubicBezTo>
                    <a:pt x="11" y="0"/>
                    <a:pt x="7" y="2"/>
                    <a:pt x="4" y="4"/>
                  </a:cubicBezTo>
                  <a:cubicBezTo>
                    <a:pt x="1" y="7"/>
                    <a:pt x="0" y="11"/>
                    <a:pt x="0" y="15"/>
                  </a:cubicBezTo>
                  <a:cubicBezTo>
                    <a:pt x="0" y="279"/>
                    <a:pt x="0" y="279"/>
                    <a:pt x="0" y="279"/>
                  </a:cubicBezTo>
                  <a:cubicBezTo>
                    <a:pt x="0" y="282"/>
                    <a:pt x="1" y="286"/>
                    <a:pt x="4" y="289"/>
                  </a:cubicBezTo>
                  <a:cubicBezTo>
                    <a:pt x="7" y="291"/>
                    <a:pt x="11" y="293"/>
                    <a:pt x="15" y="293"/>
                  </a:cubicBezTo>
                  <a:cubicBezTo>
                    <a:pt x="279" y="293"/>
                    <a:pt x="279" y="293"/>
                    <a:pt x="279" y="293"/>
                  </a:cubicBezTo>
                  <a:cubicBezTo>
                    <a:pt x="283" y="293"/>
                    <a:pt x="286" y="291"/>
                    <a:pt x="288" y="289"/>
                  </a:cubicBezTo>
                  <a:cubicBezTo>
                    <a:pt x="291" y="286"/>
                    <a:pt x="292" y="282"/>
                    <a:pt x="292" y="279"/>
                  </a:cubicBezTo>
                  <a:cubicBezTo>
                    <a:pt x="292" y="15"/>
                    <a:pt x="292" y="15"/>
                    <a:pt x="292" y="15"/>
                  </a:cubicBezTo>
                  <a:cubicBezTo>
                    <a:pt x="292" y="11"/>
                    <a:pt x="291" y="7"/>
                    <a:pt x="288" y="4"/>
                  </a:cubicBezTo>
                  <a:cubicBezTo>
                    <a:pt x="286" y="2"/>
                    <a:pt x="283" y="0"/>
                    <a:pt x="279" y="0"/>
                  </a:cubicBezTo>
                  <a:close/>
                  <a:moveTo>
                    <a:pt x="29" y="29"/>
                  </a:moveTo>
                  <a:lnTo>
                    <a:pt x="29" y="29"/>
                  </a:lnTo>
                  <a:cubicBezTo>
                    <a:pt x="264" y="29"/>
                    <a:pt x="264" y="29"/>
                    <a:pt x="264" y="29"/>
                  </a:cubicBezTo>
                  <a:cubicBezTo>
                    <a:pt x="264" y="264"/>
                    <a:pt x="264" y="264"/>
                    <a:pt x="264" y="264"/>
                  </a:cubicBezTo>
                  <a:cubicBezTo>
                    <a:pt x="29" y="264"/>
                    <a:pt x="29" y="264"/>
                    <a:pt x="29" y="264"/>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9" name="Group 382">
            <a:extLst>
              <a:ext uri="{FF2B5EF4-FFF2-40B4-BE49-F238E27FC236}">
                <a16:creationId xmlns:a16="http://schemas.microsoft.com/office/drawing/2014/main" id="{35EDA8B9-C0F3-C608-877F-AE4122D96675}"/>
              </a:ext>
            </a:extLst>
          </p:cNvPr>
          <p:cNvGrpSpPr/>
          <p:nvPr/>
        </p:nvGrpSpPr>
        <p:grpSpPr>
          <a:xfrm>
            <a:off x="9947399" y="5750347"/>
            <a:ext cx="254000" cy="127000"/>
            <a:chOff x="8805863" y="6130925"/>
            <a:chExt cx="254000" cy="127000"/>
          </a:xfrm>
          <a:solidFill>
            <a:schemeClr val="tx2"/>
          </a:solidFill>
        </p:grpSpPr>
        <p:sp>
          <p:nvSpPr>
            <p:cNvPr id="380" name="Freeform 318">
              <a:extLst>
                <a:ext uri="{FF2B5EF4-FFF2-40B4-BE49-F238E27FC236}">
                  <a16:creationId xmlns:a16="http://schemas.microsoft.com/office/drawing/2014/main" id="{0EB6B807-1DA5-959F-0386-B8772AAED5C8}"/>
                </a:ext>
              </a:extLst>
            </p:cNvPr>
            <p:cNvSpPr>
              <a:spLocks noChangeArrowheads="1"/>
            </p:cNvSpPr>
            <p:nvPr/>
          </p:nvSpPr>
          <p:spPr bwMode="auto">
            <a:xfrm>
              <a:off x="8805863" y="6130925"/>
              <a:ext cx="254000" cy="127000"/>
            </a:xfrm>
            <a:custGeom>
              <a:avLst/>
              <a:gdLst>
                <a:gd name="T0" fmla="*/ 659 w 704"/>
                <a:gd name="T1" fmla="*/ 0 h 352"/>
                <a:gd name="T2" fmla="*/ 0 w 704"/>
                <a:gd name="T3" fmla="*/ 44 h 352"/>
                <a:gd name="T4" fmla="*/ 14 w 704"/>
                <a:gd name="T5" fmla="*/ 116 h 352"/>
                <a:gd name="T6" fmla="*/ 29 w 704"/>
                <a:gd name="T7" fmla="*/ 131 h 352"/>
                <a:gd name="T8" fmla="*/ 14 w 704"/>
                <a:gd name="T9" fmla="*/ 147 h 352"/>
                <a:gd name="T10" fmla="*/ 0 w 704"/>
                <a:gd name="T11" fmla="*/ 160 h 352"/>
                <a:gd name="T12" fmla="*/ 14 w 704"/>
                <a:gd name="T13" fmla="*/ 291 h 352"/>
                <a:gd name="T14" fmla="*/ 29 w 704"/>
                <a:gd name="T15" fmla="*/ 336 h 352"/>
                <a:gd name="T16" fmla="*/ 44 w 704"/>
                <a:gd name="T17" fmla="*/ 351 h 352"/>
                <a:gd name="T18" fmla="*/ 132 w 704"/>
                <a:gd name="T19" fmla="*/ 351 h 352"/>
                <a:gd name="T20" fmla="*/ 220 w 704"/>
                <a:gd name="T21" fmla="*/ 351 h 352"/>
                <a:gd name="T22" fmla="*/ 220 w 704"/>
                <a:gd name="T23" fmla="*/ 351 h 352"/>
                <a:gd name="T24" fmla="*/ 308 w 704"/>
                <a:gd name="T25" fmla="*/ 351 h 352"/>
                <a:gd name="T26" fmla="*/ 396 w 704"/>
                <a:gd name="T27" fmla="*/ 351 h 352"/>
                <a:gd name="T28" fmla="*/ 396 w 704"/>
                <a:gd name="T29" fmla="*/ 351 h 352"/>
                <a:gd name="T30" fmla="*/ 484 w 704"/>
                <a:gd name="T31" fmla="*/ 351 h 352"/>
                <a:gd name="T32" fmla="*/ 571 w 704"/>
                <a:gd name="T33" fmla="*/ 351 h 352"/>
                <a:gd name="T34" fmla="*/ 571 w 704"/>
                <a:gd name="T35" fmla="*/ 351 h 352"/>
                <a:gd name="T36" fmla="*/ 669 w 704"/>
                <a:gd name="T37" fmla="*/ 347 h 352"/>
                <a:gd name="T38" fmla="*/ 673 w 704"/>
                <a:gd name="T39" fmla="*/ 293 h 352"/>
                <a:gd name="T40" fmla="*/ 698 w 704"/>
                <a:gd name="T41" fmla="*/ 289 h 352"/>
                <a:gd name="T42" fmla="*/ 703 w 704"/>
                <a:gd name="T43" fmla="*/ 160 h 352"/>
                <a:gd name="T44" fmla="*/ 677 w 704"/>
                <a:gd name="T45" fmla="*/ 141 h 352"/>
                <a:gd name="T46" fmla="*/ 677 w 704"/>
                <a:gd name="T47" fmla="*/ 120 h 352"/>
                <a:gd name="T48" fmla="*/ 688 w 704"/>
                <a:gd name="T49" fmla="*/ 116 h 352"/>
                <a:gd name="T50" fmla="*/ 703 w 704"/>
                <a:gd name="T51" fmla="*/ 44 h 352"/>
                <a:gd name="T52" fmla="*/ 673 w 704"/>
                <a:gd name="T53" fmla="*/ 173 h 352"/>
                <a:gd name="T54" fmla="*/ 673 w 704"/>
                <a:gd name="T55" fmla="*/ 263 h 352"/>
                <a:gd name="T56" fmla="*/ 648 w 704"/>
                <a:gd name="T57" fmla="*/ 267 h 352"/>
                <a:gd name="T58" fmla="*/ 644 w 704"/>
                <a:gd name="T59" fmla="*/ 322 h 352"/>
                <a:gd name="T60" fmla="*/ 585 w 704"/>
                <a:gd name="T61" fmla="*/ 278 h 352"/>
                <a:gd name="T62" fmla="*/ 556 w 704"/>
                <a:gd name="T63" fmla="*/ 278 h 352"/>
                <a:gd name="T64" fmla="*/ 497 w 704"/>
                <a:gd name="T65" fmla="*/ 322 h 352"/>
                <a:gd name="T66" fmla="*/ 484 w 704"/>
                <a:gd name="T67" fmla="*/ 263 h 352"/>
                <a:gd name="T68" fmla="*/ 468 w 704"/>
                <a:gd name="T69" fmla="*/ 322 h 352"/>
                <a:gd name="T70" fmla="*/ 409 w 704"/>
                <a:gd name="T71" fmla="*/ 278 h 352"/>
                <a:gd name="T72" fmla="*/ 381 w 704"/>
                <a:gd name="T73" fmla="*/ 278 h 352"/>
                <a:gd name="T74" fmla="*/ 322 w 704"/>
                <a:gd name="T75" fmla="*/ 322 h 352"/>
                <a:gd name="T76" fmla="*/ 308 w 704"/>
                <a:gd name="T77" fmla="*/ 263 h 352"/>
                <a:gd name="T78" fmla="*/ 293 w 704"/>
                <a:gd name="T79" fmla="*/ 322 h 352"/>
                <a:gd name="T80" fmla="*/ 234 w 704"/>
                <a:gd name="T81" fmla="*/ 278 h 352"/>
                <a:gd name="T82" fmla="*/ 205 w 704"/>
                <a:gd name="T83" fmla="*/ 278 h 352"/>
                <a:gd name="T84" fmla="*/ 146 w 704"/>
                <a:gd name="T85" fmla="*/ 322 h 352"/>
                <a:gd name="T86" fmla="*/ 132 w 704"/>
                <a:gd name="T87" fmla="*/ 263 h 352"/>
                <a:gd name="T88" fmla="*/ 117 w 704"/>
                <a:gd name="T89" fmla="*/ 322 h 352"/>
                <a:gd name="T90" fmla="*/ 58 w 704"/>
                <a:gd name="T91" fmla="*/ 278 h 352"/>
                <a:gd name="T92" fmla="*/ 29 w 704"/>
                <a:gd name="T93" fmla="*/ 262 h 352"/>
                <a:gd name="T94" fmla="*/ 58 w 704"/>
                <a:gd name="T95" fmla="*/ 131 h 352"/>
                <a:gd name="T96" fmla="*/ 29 w 704"/>
                <a:gd name="T97" fmla="*/ 44 h 352"/>
                <a:gd name="T98" fmla="*/ 659 w 704"/>
                <a:gd name="T99" fmla="*/ 29 h 352"/>
                <a:gd name="T100" fmla="*/ 673 w 704"/>
                <a:gd name="T101" fmla="*/ 90 h 352"/>
                <a:gd name="T102" fmla="*/ 673 w 704"/>
                <a:gd name="T103" fmla="*/ 1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352">
                  <a:moveTo>
                    <a:pt x="659" y="0"/>
                  </a:moveTo>
                  <a:lnTo>
                    <a:pt x="659" y="0"/>
                  </a:lnTo>
                  <a:cubicBezTo>
                    <a:pt x="44" y="0"/>
                    <a:pt x="44" y="0"/>
                    <a:pt x="44" y="0"/>
                  </a:cubicBezTo>
                  <a:cubicBezTo>
                    <a:pt x="20" y="0"/>
                    <a:pt x="0" y="19"/>
                    <a:pt x="0" y="44"/>
                  </a:cubicBezTo>
                  <a:cubicBezTo>
                    <a:pt x="0" y="103"/>
                    <a:pt x="0" y="103"/>
                    <a:pt x="0" y="103"/>
                  </a:cubicBezTo>
                  <a:cubicBezTo>
                    <a:pt x="0" y="110"/>
                    <a:pt x="6" y="116"/>
                    <a:pt x="14" y="116"/>
                  </a:cubicBezTo>
                  <a:cubicBezTo>
                    <a:pt x="18" y="116"/>
                    <a:pt x="22" y="118"/>
                    <a:pt x="25" y="120"/>
                  </a:cubicBezTo>
                  <a:cubicBezTo>
                    <a:pt x="28" y="123"/>
                    <a:pt x="29" y="127"/>
                    <a:pt x="29" y="131"/>
                  </a:cubicBezTo>
                  <a:cubicBezTo>
                    <a:pt x="29" y="136"/>
                    <a:pt x="28" y="138"/>
                    <a:pt x="25" y="141"/>
                  </a:cubicBezTo>
                  <a:cubicBezTo>
                    <a:pt x="22" y="144"/>
                    <a:pt x="18" y="147"/>
                    <a:pt x="14" y="147"/>
                  </a:cubicBezTo>
                  <a:cubicBezTo>
                    <a:pt x="6" y="147"/>
                    <a:pt x="0" y="152"/>
                    <a:pt x="0" y="160"/>
                  </a:cubicBezTo>
                  <a:lnTo>
                    <a:pt x="0" y="160"/>
                  </a:lnTo>
                  <a:cubicBezTo>
                    <a:pt x="0" y="277"/>
                    <a:pt x="0" y="277"/>
                    <a:pt x="0" y="277"/>
                  </a:cubicBezTo>
                  <a:cubicBezTo>
                    <a:pt x="0" y="284"/>
                    <a:pt x="6" y="291"/>
                    <a:pt x="14" y="291"/>
                  </a:cubicBezTo>
                  <a:cubicBezTo>
                    <a:pt x="29" y="292"/>
                    <a:pt x="29" y="292"/>
                    <a:pt x="29" y="292"/>
                  </a:cubicBezTo>
                  <a:cubicBezTo>
                    <a:pt x="29" y="336"/>
                    <a:pt x="29" y="336"/>
                    <a:pt x="29" y="336"/>
                  </a:cubicBezTo>
                  <a:cubicBezTo>
                    <a:pt x="29" y="340"/>
                    <a:pt x="31" y="344"/>
                    <a:pt x="33" y="347"/>
                  </a:cubicBezTo>
                  <a:cubicBezTo>
                    <a:pt x="36" y="350"/>
                    <a:pt x="40" y="351"/>
                    <a:pt x="44" y="351"/>
                  </a:cubicBezTo>
                  <a:cubicBezTo>
                    <a:pt x="132" y="351"/>
                    <a:pt x="132" y="351"/>
                    <a:pt x="132" y="351"/>
                  </a:cubicBezTo>
                  <a:lnTo>
                    <a:pt x="132" y="351"/>
                  </a:lnTo>
                  <a:lnTo>
                    <a:pt x="132" y="351"/>
                  </a:lnTo>
                  <a:cubicBezTo>
                    <a:pt x="220" y="351"/>
                    <a:pt x="220" y="351"/>
                    <a:pt x="220" y="351"/>
                  </a:cubicBezTo>
                  <a:lnTo>
                    <a:pt x="220" y="351"/>
                  </a:lnTo>
                  <a:lnTo>
                    <a:pt x="220" y="351"/>
                  </a:lnTo>
                  <a:cubicBezTo>
                    <a:pt x="308" y="351"/>
                    <a:pt x="308" y="351"/>
                    <a:pt x="308" y="351"/>
                  </a:cubicBezTo>
                  <a:lnTo>
                    <a:pt x="308" y="351"/>
                  </a:lnTo>
                  <a:lnTo>
                    <a:pt x="308" y="351"/>
                  </a:lnTo>
                  <a:cubicBezTo>
                    <a:pt x="396" y="351"/>
                    <a:pt x="396" y="351"/>
                    <a:pt x="396" y="351"/>
                  </a:cubicBezTo>
                  <a:lnTo>
                    <a:pt x="396" y="351"/>
                  </a:lnTo>
                  <a:lnTo>
                    <a:pt x="396" y="351"/>
                  </a:lnTo>
                  <a:cubicBezTo>
                    <a:pt x="484" y="351"/>
                    <a:pt x="484" y="351"/>
                    <a:pt x="484" y="351"/>
                  </a:cubicBezTo>
                  <a:lnTo>
                    <a:pt x="484" y="351"/>
                  </a:lnTo>
                  <a:lnTo>
                    <a:pt x="484" y="351"/>
                  </a:lnTo>
                  <a:cubicBezTo>
                    <a:pt x="571" y="351"/>
                    <a:pt x="571" y="351"/>
                    <a:pt x="571" y="351"/>
                  </a:cubicBezTo>
                  <a:lnTo>
                    <a:pt x="571" y="351"/>
                  </a:lnTo>
                  <a:lnTo>
                    <a:pt x="571" y="351"/>
                  </a:lnTo>
                  <a:cubicBezTo>
                    <a:pt x="659" y="351"/>
                    <a:pt x="659" y="351"/>
                    <a:pt x="659" y="351"/>
                  </a:cubicBezTo>
                  <a:cubicBezTo>
                    <a:pt x="662" y="351"/>
                    <a:pt x="666" y="350"/>
                    <a:pt x="669" y="347"/>
                  </a:cubicBezTo>
                  <a:cubicBezTo>
                    <a:pt x="672" y="344"/>
                    <a:pt x="673" y="340"/>
                    <a:pt x="673" y="336"/>
                  </a:cubicBezTo>
                  <a:cubicBezTo>
                    <a:pt x="673" y="293"/>
                    <a:pt x="673" y="293"/>
                    <a:pt x="673" y="293"/>
                  </a:cubicBezTo>
                  <a:cubicBezTo>
                    <a:pt x="688" y="293"/>
                    <a:pt x="688" y="293"/>
                    <a:pt x="688" y="293"/>
                  </a:cubicBezTo>
                  <a:cubicBezTo>
                    <a:pt x="691" y="293"/>
                    <a:pt x="695" y="292"/>
                    <a:pt x="698" y="289"/>
                  </a:cubicBezTo>
                  <a:cubicBezTo>
                    <a:pt x="700" y="287"/>
                    <a:pt x="703" y="282"/>
                    <a:pt x="703" y="278"/>
                  </a:cubicBezTo>
                  <a:cubicBezTo>
                    <a:pt x="703" y="160"/>
                    <a:pt x="703" y="160"/>
                    <a:pt x="703" y="160"/>
                  </a:cubicBezTo>
                  <a:cubicBezTo>
                    <a:pt x="703" y="152"/>
                    <a:pt x="696" y="147"/>
                    <a:pt x="688" y="147"/>
                  </a:cubicBezTo>
                  <a:cubicBezTo>
                    <a:pt x="684" y="147"/>
                    <a:pt x="680" y="144"/>
                    <a:pt x="677" y="141"/>
                  </a:cubicBezTo>
                  <a:cubicBezTo>
                    <a:pt x="676" y="138"/>
                    <a:pt x="673" y="136"/>
                    <a:pt x="673" y="131"/>
                  </a:cubicBezTo>
                  <a:cubicBezTo>
                    <a:pt x="673" y="127"/>
                    <a:pt x="676" y="123"/>
                    <a:pt x="677" y="120"/>
                  </a:cubicBezTo>
                  <a:cubicBezTo>
                    <a:pt x="680" y="118"/>
                    <a:pt x="684" y="116"/>
                    <a:pt x="688" y="116"/>
                  </a:cubicBezTo>
                  <a:lnTo>
                    <a:pt x="688" y="116"/>
                  </a:lnTo>
                  <a:cubicBezTo>
                    <a:pt x="696" y="116"/>
                    <a:pt x="703" y="110"/>
                    <a:pt x="703" y="103"/>
                  </a:cubicBezTo>
                  <a:cubicBezTo>
                    <a:pt x="703" y="44"/>
                    <a:pt x="703" y="44"/>
                    <a:pt x="703" y="44"/>
                  </a:cubicBezTo>
                  <a:cubicBezTo>
                    <a:pt x="703" y="19"/>
                    <a:pt x="683" y="0"/>
                    <a:pt x="659" y="0"/>
                  </a:cubicBezTo>
                  <a:close/>
                  <a:moveTo>
                    <a:pt x="673" y="173"/>
                  </a:moveTo>
                  <a:lnTo>
                    <a:pt x="673" y="173"/>
                  </a:lnTo>
                  <a:cubicBezTo>
                    <a:pt x="673" y="263"/>
                    <a:pt x="673" y="263"/>
                    <a:pt x="673" y="263"/>
                  </a:cubicBezTo>
                  <a:cubicBezTo>
                    <a:pt x="659" y="263"/>
                    <a:pt x="659" y="263"/>
                    <a:pt x="659" y="263"/>
                  </a:cubicBezTo>
                  <a:cubicBezTo>
                    <a:pt x="655" y="263"/>
                    <a:pt x="651" y="265"/>
                    <a:pt x="648" y="267"/>
                  </a:cubicBezTo>
                  <a:cubicBezTo>
                    <a:pt x="645" y="270"/>
                    <a:pt x="644" y="274"/>
                    <a:pt x="644" y="278"/>
                  </a:cubicBezTo>
                  <a:cubicBezTo>
                    <a:pt x="644" y="322"/>
                    <a:pt x="644" y="322"/>
                    <a:pt x="644" y="322"/>
                  </a:cubicBezTo>
                  <a:cubicBezTo>
                    <a:pt x="585" y="322"/>
                    <a:pt x="585" y="322"/>
                    <a:pt x="585" y="322"/>
                  </a:cubicBezTo>
                  <a:cubicBezTo>
                    <a:pt x="585" y="278"/>
                    <a:pt x="585" y="278"/>
                    <a:pt x="585" y="278"/>
                  </a:cubicBezTo>
                  <a:cubicBezTo>
                    <a:pt x="585" y="270"/>
                    <a:pt x="580" y="263"/>
                    <a:pt x="571" y="263"/>
                  </a:cubicBezTo>
                  <a:cubicBezTo>
                    <a:pt x="563" y="263"/>
                    <a:pt x="556" y="270"/>
                    <a:pt x="556" y="278"/>
                  </a:cubicBezTo>
                  <a:cubicBezTo>
                    <a:pt x="556" y="322"/>
                    <a:pt x="556" y="322"/>
                    <a:pt x="556" y="322"/>
                  </a:cubicBezTo>
                  <a:cubicBezTo>
                    <a:pt x="497" y="322"/>
                    <a:pt x="497" y="322"/>
                    <a:pt x="497" y="322"/>
                  </a:cubicBezTo>
                  <a:cubicBezTo>
                    <a:pt x="497" y="278"/>
                    <a:pt x="497" y="278"/>
                    <a:pt x="497" y="278"/>
                  </a:cubicBezTo>
                  <a:cubicBezTo>
                    <a:pt x="497" y="270"/>
                    <a:pt x="492" y="263"/>
                    <a:pt x="484" y="263"/>
                  </a:cubicBezTo>
                  <a:cubicBezTo>
                    <a:pt x="475" y="263"/>
                    <a:pt x="468" y="270"/>
                    <a:pt x="468" y="278"/>
                  </a:cubicBezTo>
                  <a:cubicBezTo>
                    <a:pt x="468" y="322"/>
                    <a:pt x="468" y="322"/>
                    <a:pt x="468" y="322"/>
                  </a:cubicBezTo>
                  <a:cubicBezTo>
                    <a:pt x="409" y="322"/>
                    <a:pt x="409" y="322"/>
                    <a:pt x="409" y="322"/>
                  </a:cubicBezTo>
                  <a:cubicBezTo>
                    <a:pt x="409" y="278"/>
                    <a:pt x="409" y="278"/>
                    <a:pt x="409" y="278"/>
                  </a:cubicBezTo>
                  <a:cubicBezTo>
                    <a:pt x="409" y="270"/>
                    <a:pt x="404" y="263"/>
                    <a:pt x="396" y="263"/>
                  </a:cubicBezTo>
                  <a:cubicBezTo>
                    <a:pt x="387" y="263"/>
                    <a:pt x="381" y="270"/>
                    <a:pt x="381" y="278"/>
                  </a:cubicBezTo>
                  <a:cubicBezTo>
                    <a:pt x="381" y="322"/>
                    <a:pt x="381" y="322"/>
                    <a:pt x="381" y="322"/>
                  </a:cubicBezTo>
                  <a:cubicBezTo>
                    <a:pt x="322" y="322"/>
                    <a:pt x="322" y="322"/>
                    <a:pt x="322" y="322"/>
                  </a:cubicBezTo>
                  <a:cubicBezTo>
                    <a:pt x="322" y="278"/>
                    <a:pt x="322" y="278"/>
                    <a:pt x="322" y="278"/>
                  </a:cubicBezTo>
                  <a:cubicBezTo>
                    <a:pt x="322" y="270"/>
                    <a:pt x="316" y="263"/>
                    <a:pt x="308" y="263"/>
                  </a:cubicBezTo>
                  <a:cubicBezTo>
                    <a:pt x="300" y="263"/>
                    <a:pt x="293" y="270"/>
                    <a:pt x="293" y="278"/>
                  </a:cubicBezTo>
                  <a:cubicBezTo>
                    <a:pt x="293" y="322"/>
                    <a:pt x="293" y="322"/>
                    <a:pt x="293" y="322"/>
                  </a:cubicBezTo>
                  <a:cubicBezTo>
                    <a:pt x="234" y="322"/>
                    <a:pt x="234" y="322"/>
                    <a:pt x="234" y="322"/>
                  </a:cubicBezTo>
                  <a:cubicBezTo>
                    <a:pt x="234" y="278"/>
                    <a:pt x="234" y="278"/>
                    <a:pt x="234" y="278"/>
                  </a:cubicBezTo>
                  <a:cubicBezTo>
                    <a:pt x="234" y="270"/>
                    <a:pt x="228" y="263"/>
                    <a:pt x="220" y="263"/>
                  </a:cubicBezTo>
                  <a:cubicBezTo>
                    <a:pt x="212" y="263"/>
                    <a:pt x="205" y="270"/>
                    <a:pt x="205" y="278"/>
                  </a:cubicBezTo>
                  <a:cubicBezTo>
                    <a:pt x="205" y="322"/>
                    <a:pt x="205" y="322"/>
                    <a:pt x="205" y="322"/>
                  </a:cubicBezTo>
                  <a:cubicBezTo>
                    <a:pt x="146" y="322"/>
                    <a:pt x="146" y="322"/>
                    <a:pt x="146" y="322"/>
                  </a:cubicBezTo>
                  <a:cubicBezTo>
                    <a:pt x="146" y="278"/>
                    <a:pt x="146" y="278"/>
                    <a:pt x="146" y="278"/>
                  </a:cubicBezTo>
                  <a:cubicBezTo>
                    <a:pt x="146" y="270"/>
                    <a:pt x="140" y="263"/>
                    <a:pt x="132" y="263"/>
                  </a:cubicBezTo>
                  <a:cubicBezTo>
                    <a:pt x="124" y="263"/>
                    <a:pt x="117" y="270"/>
                    <a:pt x="117" y="278"/>
                  </a:cubicBezTo>
                  <a:cubicBezTo>
                    <a:pt x="117" y="322"/>
                    <a:pt x="117" y="322"/>
                    <a:pt x="117" y="322"/>
                  </a:cubicBezTo>
                  <a:cubicBezTo>
                    <a:pt x="58" y="322"/>
                    <a:pt x="58" y="322"/>
                    <a:pt x="58" y="322"/>
                  </a:cubicBezTo>
                  <a:cubicBezTo>
                    <a:pt x="58" y="278"/>
                    <a:pt x="58" y="278"/>
                    <a:pt x="58" y="278"/>
                  </a:cubicBezTo>
                  <a:cubicBezTo>
                    <a:pt x="58" y="270"/>
                    <a:pt x="52" y="263"/>
                    <a:pt x="44" y="263"/>
                  </a:cubicBezTo>
                  <a:cubicBezTo>
                    <a:pt x="29" y="262"/>
                    <a:pt x="29" y="262"/>
                    <a:pt x="29" y="262"/>
                  </a:cubicBezTo>
                  <a:cubicBezTo>
                    <a:pt x="29" y="173"/>
                    <a:pt x="29" y="173"/>
                    <a:pt x="29" y="173"/>
                  </a:cubicBezTo>
                  <a:cubicBezTo>
                    <a:pt x="46" y="166"/>
                    <a:pt x="58" y="151"/>
                    <a:pt x="58" y="131"/>
                  </a:cubicBezTo>
                  <a:cubicBezTo>
                    <a:pt x="58" y="112"/>
                    <a:pt x="46" y="96"/>
                    <a:pt x="29" y="90"/>
                  </a:cubicBezTo>
                  <a:cubicBezTo>
                    <a:pt x="29" y="44"/>
                    <a:pt x="29" y="44"/>
                    <a:pt x="29" y="44"/>
                  </a:cubicBezTo>
                  <a:cubicBezTo>
                    <a:pt x="29" y="35"/>
                    <a:pt x="36" y="29"/>
                    <a:pt x="44" y="29"/>
                  </a:cubicBezTo>
                  <a:cubicBezTo>
                    <a:pt x="659" y="29"/>
                    <a:pt x="659" y="29"/>
                    <a:pt x="659" y="29"/>
                  </a:cubicBezTo>
                  <a:cubicBezTo>
                    <a:pt x="667" y="29"/>
                    <a:pt x="673" y="35"/>
                    <a:pt x="673" y="44"/>
                  </a:cubicBezTo>
                  <a:cubicBezTo>
                    <a:pt x="673" y="90"/>
                    <a:pt x="673" y="90"/>
                    <a:pt x="673" y="90"/>
                  </a:cubicBezTo>
                  <a:cubicBezTo>
                    <a:pt x="656" y="96"/>
                    <a:pt x="644" y="112"/>
                    <a:pt x="644" y="131"/>
                  </a:cubicBezTo>
                  <a:cubicBezTo>
                    <a:pt x="644" y="151"/>
                    <a:pt x="656" y="166"/>
                    <a:pt x="673"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9">
              <a:extLst>
                <a:ext uri="{FF2B5EF4-FFF2-40B4-BE49-F238E27FC236}">
                  <a16:creationId xmlns:a16="http://schemas.microsoft.com/office/drawing/2014/main" id="{FCDD9961-31B1-E16A-188B-18F4BB12940F}"/>
                </a:ext>
              </a:extLst>
            </p:cNvPr>
            <p:cNvSpPr>
              <a:spLocks noChangeArrowheads="1"/>
            </p:cNvSpPr>
            <p:nvPr/>
          </p:nvSpPr>
          <p:spPr bwMode="auto">
            <a:xfrm>
              <a:off x="8848725" y="6162675"/>
              <a:ext cx="42863" cy="42863"/>
            </a:xfrm>
            <a:custGeom>
              <a:avLst/>
              <a:gdLst>
                <a:gd name="T0" fmla="*/ 103 w 118"/>
                <a:gd name="T1" fmla="*/ 0 h 117"/>
                <a:gd name="T2" fmla="*/ 103 w 118"/>
                <a:gd name="T3" fmla="*/ 0 h 117"/>
                <a:gd name="T4" fmla="*/ 15 w 118"/>
                <a:gd name="T5" fmla="*/ 0 h 117"/>
                <a:gd name="T6" fmla="*/ 4 w 118"/>
                <a:gd name="T7" fmla="*/ 4 h 117"/>
                <a:gd name="T8" fmla="*/ 0 w 118"/>
                <a:gd name="T9" fmla="*/ 15 h 117"/>
                <a:gd name="T10" fmla="*/ 0 w 118"/>
                <a:gd name="T11" fmla="*/ 103 h 117"/>
                <a:gd name="T12" fmla="*/ 4 w 118"/>
                <a:gd name="T13" fmla="*/ 112 h 117"/>
                <a:gd name="T14" fmla="*/ 15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3" y="112"/>
                  </a:cubicBezTo>
                  <a:cubicBezTo>
                    <a:pt x="115" y="109"/>
                    <a:pt x="117" y="105"/>
                    <a:pt x="117" y="103"/>
                  </a:cubicBezTo>
                  <a:cubicBezTo>
                    <a:pt x="117" y="15"/>
                    <a:pt x="117" y="15"/>
                    <a:pt x="117" y="15"/>
                  </a:cubicBezTo>
                  <a:cubicBezTo>
                    <a:pt x="117" y="11"/>
                    <a:pt x="115"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20">
              <a:extLst>
                <a:ext uri="{FF2B5EF4-FFF2-40B4-BE49-F238E27FC236}">
                  <a16:creationId xmlns:a16="http://schemas.microsoft.com/office/drawing/2014/main" id="{2393C1D2-9DCF-09E4-787B-744B54FC9483}"/>
                </a:ext>
              </a:extLst>
            </p:cNvPr>
            <p:cNvSpPr>
              <a:spLocks noChangeArrowheads="1"/>
            </p:cNvSpPr>
            <p:nvPr/>
          </p:nvSpPr>
          <p:spPr bwMode="auto">
            <a:xfrm>
              <a:off x="8912225" y="6162675"/>
              <a:ext cx="42863" cy="42863"/>
            </a:xfrm>
            <a:custGeom>
              <a:avLst/>
              <a:gdLst>
                <a:gd name="T0" fmla="*/ 103 w 117"/>
                <a:gd name="T1" fmla="*/ 0 h 117"/>
                <a:gd name="T2" fmla="*/ 103 w 117"/>
                <a:gd name="T3" fmla="*/ 0 h 117"/>
                <a:gd name="T4" fmla="*/ 15 w 117"/>
                <a:gd name="T5" fmla="*/ 0 h 117"/>
                <a:gd name="T6" fmla="*/ 4 w 117"/>
                <a:gd name="T7" fmla="*/ 4 h 117"/>
                <a:gd name="T8" fmla="*/ 0 w 117"/>
                <a:gd name="T9" fmla="*/ 15 h 117"/>
                <a:gd name="T10" fmla="*/ 0 w 117"/>
                <a:gd name="T11" fmla="*/ 103 h 117"/>
                <a:gd name="T12" fmla="*/ 4 w 117"/>
                <a:gd name="T13" fmla="*/ 112 h 117"/>
                <a:gd name="T14" fmla="*/ 15 w 117"/>
                <a:gd name="T15" fmla="*/ 116 h 117"/>
                <a:gd name="T16" fmla="*/ 103 w 117"/>
                <a:gd name="T17" fmla="*/ 116 h 117"/>
                <a:gd name="T18" fmla="*/ 112 w 117"/>
                <a:gd name="T19" fmla="*/ 112 h 117"/>
                <a:gd name="T20" fmla="*/ 116 w 117"/>
                <a:gd name="T21" fmla="*/ 103 h 117"/>
                <a:gd name="T22" fmla="*/ 116 w 117"/>
                <a:gd name="T23" fmla="*/ 15 h 117"/>
                <a:gd name="T24" fmla="*/ 112 w 117"/>
                <a:gd name="T25" fmla="*/ 4 h 117"/>
                <a:gd name="T26" fmla="*/ 103 w 117"/>
                <a:gd name="T27" fmla="*/ 0 h 117"/>
                <a:gd name="T28" fmla="*/ 29 w 117"/>
                <a:gd name="T29" fmla="*/ 28 h 117"/>
                <a:gd name="T30" fmla="*/ 29 w 117"/>
                <a:gd name="T31" fmla="*/ 28 h 117"/>
                <a:gd name="T32" fmla="*/ 88 w 117"/>
                <a:gd name="T33" fmla="*/ 28 h 117"/>
                <a:gd name="T34" fmla="*/ 88 w 117"/>
                <a:gd name="T35" fmla="*/ 87 h 117"/>
                <a:gd name="T36" fmla="*/ 29 w 117"/>
                <a:gd name="T37" fmla="*/ 87 h 117"/>
                <a:gd name="T38" fmla="*/ 29 w 117"/>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7"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2" y="112"/>
                  </a:cubicBezTo>
                  <a:cubicBezTo>
                    <a:pt x="115" y="109"/>
                    <a:pt x="116" y="105"/>
                    <a:pt x="116" y="103"/>
                  </a:cubicBezTo>
                  <a:cubicBezTo>
                    <a:pt x="116" y="15"/>
                    <a:pt x="116" y="15"/>
                    <a:pt x="116" y="15"/>
                  </a:cubicBezTo>
                  <a:cubicBezTo>
                    <a:pt x="116" y="11"/>
                    <a:pt x="115" y="6"/>
                    <a:pt x="112"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3" name="Freeform 321">
              <a:extLst>
                <a:ext uri="{FF2B5EF4-FFF2-40B4-BE49-F238E27FC236}">
                  <a16:creationId xmlns:a16="http://schemas.microsoft.com/office/drawing/2014/main" id="{CC58A530-DB91-9C53-C753-E4882B6BA48B}"/>
                </a:ext>
              </a:extLst>
            </p:cNvPr>
            <p:cNvSpPr>
              <a:spLocks noChangeArrowheads="1"/>
            </p:cNvSpPr>
            <p:nvPr/>
          </p:nvSpPr>
          <p:spPr bwMode="auto">
            <a:xfrm>
              <a:off x="8974138" y="6162675"/>
              <a:ext cx="42862" cy="42863"/>
            </a:xfrm>
            <a:custGeom>
              <a:avLst/>
              <a:gdLst>
                <a:gd name="T0" fmla="*/ 103 w 118"/>
                <a:gd name="T1" fmla="*/ 0 h 117"/>
                <a:gd name="T2" fmla="*/ 103 w 118"/>
                <a:gd name="T3" fmla="*/ 0 h 117"/>
                <a:gd name="T4" fmla="*/ 16 w 118"/>
                <a:gd name="T5" fmla="*/ 0 h 117"/>
                <a:gd name="T6" fmla="*/ 5 w 118"/>
                <a:gd name="T7" fmla="*/ 4 h 117"/>
                <a:gd name="T8" fmla="*/ 0 w 118"/>
                <a:gd name="T9" fmla="*/ 15 h 117"/>
                <a:gd name="T10" fmla="*/ 0 w 118"/>
                <a:gd name="T11" fmla="*/ 103 h 117"/>
                <a:gd name="T12" fmla="*/ 5 w 118"/>
                <a:gd name="T13" fmla="*/ 112 h 117"/>
                <a:gd name="T14" fmla="*/ 16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6" y="0"/>
                    <a:pt x="16" y="0"/>
                    <a:pt x="16" y="0"/>
                  </a:cubicBezTo>
                  <a:cubicBezTo>
                    <a:pt x="11" y="0"/>
                    <a:pt x="7" y="1"/>
                    <a:pt x="5" y="4"/>
                  </a:cubicBezTo>
                  <a:cubicBezTo>
                    <a:pt x="2" y="6"/>
                    <a:pt x="0" y="11"/>
                    <a:pt x="0" y="15"/>
                  </a:cubicBezTo>
                  <a:cubicBezTo>
                    <a:pt x="0" y="103"/>
                    <a:pt x="0" y="103"/>
                    <a:pt x="0" y="103"/>
                  </a:cubicBezTo>
                  <a:cubicBezTo>
                    <a:pt x="0" y="105"/>
                    <a:pt x="2" y="109"/>
                    <a:pt x="5" y="112"/>
                  </a:cubicBezTo>
                  <a:cubicBezTo>
                    <a:pt x="7" y="115"/>
                    <a:pt x="11" y="116"/>
                    <a:pt x="16" y="116"/>
                  </a:cubicBezTo>
                  <a:cubicBezTo>
                    <a:pt x="103" y="116"/>
                    <a:pt x="103" y="116"/>
                    <a:pt x="103" y="116"/>
                  </a:cubicBezTo>
                  <a:cubicBezTo>
                    <a:pt x="107" y="116"/>
                    <a:pt x="110" y="115"/>
                    <a:pt x="113" y="112"/>
                  </a:cubicBezTo>
                  <a:cubicBezTo>
                    <a:pt x="116" y="109"/>
                    <a:pt x="117" y="105"/>
                    <a:pt x="117" y="103"/>
                  </a:cubicBezTo>
                  <a:cubicBezTo>
                    <a:pt x="117" y="15"/>
                    <a:pt x="117" y="15"/>
                    <a:pt x="117" y="15"/>
                  </a:cubicBezTo>
                  <a:cubicBezTo>
                    <a:pt x="117" y="11"/>
                    <a:pt x="116"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4" name="Group 387">
            <a:extLst>
              <a:ext uri="{FF2B5EF4-FFF2-40B4-BE49-F238E27FC236}">
                <a16:creationId xmlns:a16="http://schemas.microsoft.com/office/drawing/2014/main" id="{61E26222-A712-D3EC-AA95-4D00696638EB}"/>
              </a:ext>
            </a:extLst>
          </p:cNvPr>
          <p:cNvGrpSpPr/>
          <p:nvPr/>
        </p:nvGrpSpPr>
        <p:grpSpPr>
          <a:xfrm>
            <a:off x="8996486" y="4668466"/>
            <a:ext cx="252413" cy="244475"/>
            <a:chOff x="7854950" y="4997450"/>
            <a:chExt cx="252413" cy="244475"/>
          </a:xfrm>
          <a:solidFill>
            <a:schemeClr val="tx2"/>
          </a:solidFill>
        </p:grpSpPr>
        <p:sp>
          <p:nvSpPr>
            <p:cNvPr id="385" name="Freeform 322">
              <a:extLst>
                <a:ext uri="{FF2B5EF4-FFF2-40B4-BE49-F238E27FC236}">
                  <a16:creationId xmlns:a16="http://schemas.microsoft.com/office/drawing/2014/main" id="{36DE7689-FF46-3578-6DC7-C552910A0F5A}"/>
                </a:ext>
              </a:extLst>
            </p:cNvPr>
            <p:cNvSpPr>
              <a:spLocks noChangeArrowheads="1"/>
            </p:cNvSpPr>
            <p:nvPr/>
          </p:nvSpPr>
          <p:spPr bwMode="auto">
            <a:xfrm>
              <a:off x="7854950" y="4997450"/>
              <a:ext cx="252413" cy="244475"/>
            </a:xfrm>
            <a:custGeom>
              <a:avLst/>
              <a:gdLst>
                <a:gd name="T0" fmla="*/ 630 w 703"/>
                <a:gd name="T1" fmla="*/ 177 h 677"/>
                <a:gd name="T2" fmla="*/ 630 w 703"/>
                <a:gd name="T3" fmla="*/ 177 h 677"/>
                <a:gd name="T4" fmla="*/ 546 w 703"/>
                <a:gd name="T5" fmla="*/ 177 h 677"/>
                <a:gd name="T6" fmla="*/ 226 w 703"/>
                <a:gd name="T7" fmla="*/ 4 h 677"/>
                <a:gd name="T8" fmla="*/ 207 w 703"/>
                <a:gd name="T9" fmla="*/ 10 h 677"/>
                <a:gd name="T10" fmla="*/ 212 w 703"/>
                <a:gd name="T11" fmla="*/ 29 h 677"/>
                <a:gd name="T12" fmla="*/ 484 w 703"/>
                <a:gd name="T13" fmla="*/ 177 h 677"/>
                <a:gd name="T14" fmla="*/ 74 w 703"/>
                <a:gd name="T15" fmla="*/ 177 h 677"/>
                <a:gd name="T16" fmla="*/ 0 w 703"/>
                <a:gd name="T17" fmla="*/ 251 h 677"/>
                <a:gd name="T18" fmla="*/ 0 w 703"/>
                <a:gd name="T19" fmla="*/ 603 h 677"/>
                <a:gd name="T20" fmla="*/ 74 w 703"/>
                <a:gd name="T21" fmla="*/ 676 h 677"/>
                <a:gd name="T22" fmla="*/ 630 w 703"/>
                <a:gd name="T23" fmla="*/ 676 h 677"/>
                <a:gd name="T24" fmla="*/ 702 w 703"/>
                <a:gd name="T25" fmla="*/ 603 h 677"/>
                <a:gd name="T26" fmla="*/ 702 w 703"/>
                <a:gd name="T27" fmla="*/ 251 h 677"/>
                <a:gd name="T28" fmla="*/ 630 w 703"/>
                <a:gd name="T29" fmla="*/ 177 h 677"/>
                <a:gd name="T30" fmla="*/ 674 w 703"/>
                <a:gd name="T31" fmla="*/ 603 h 677"/>
                <a:gd name="T32" fmla="*/ 674 w 703"/>
                <a:gd name="T33" fmla="*/ 603 h 677"/>
                <a:gd name="T34" fmla="*/ 630 w 703"/>
                <a:gd name="T35" fmla="*/ 647 h 677"/>
                <a:gd name="T36" fmla="*/ 74 w 703"/>
                <a:gd name="T37" fmla="*/ 647 h 677"/>
                <a:gd name="T38" fmla="*/ 30 w 703"/>
                <a:gd name="T39" fmla="*/ 603 h 677"/>
                <a:gd name="T40" fmla="*/ 30 w 703"/>
                <a:gd name="T41" fmla="*/ 251 h 677"/>
                <a:gd name="T42" fmla="*/ 74 w 703"/>
                <a:gd name="T43" fmla="*/ 208 h 677"/>
                <a:gd name="T44" fmla="*/ 630 w 703"/>
                <a:gd name="T45" fmla="*/ 208 h 677"/>
                <a:gd name="T46" fmla="*/ 674 w 703"/>
                <a:gd name="T47" fmla="*/ 251 h 677"/>
                <a:gd name="T48" fmla="*/ 674 w 703"/>
                <a:gd name="T49" fmla="*/ 603 h 6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3" h="677">
                  <a:moveTo>
                    <a:pt x="630" y="177"/>
                  </a:moveTo>
                  <a:lnTo>
                    <a:pt x="630" y="177"/>
                  </a:lnTo>
                  <a:cubicBezTo>
                    <a:pt x="546" y="177"/>
                    <a:pt x="546" y="177"/>
                    <a:pt x="546" y="177"/>
                  </a:cubicBezTo>
                  <a:cubicBezTo>
                    <a:pt x="226" y="4"/>
                    <a:pt x="226" y="4"/>
                    <a:pt x="226" y="4"/>
                  </a:cubicBezTo>
                  <a:cubicBezTo>
                    <a:pt x="219" y="0"/>
                    <a:pt x="211" y="3"/>
                    <a:pt x="207" y="10"/>
                  </a:cubicBezTo>
                  <a:cubicBezTo>
                    <a:pt x="203" y="17"/>
                    <a:pt x="205" y="26"/>
                    <a:pt x="212" y="29"/>
                  </a:cubicBezTo>
                  <a:cubicBezTo>
                    <a:pt x="484" y="177"/>
                    <a:pt x="484" y="177"/>
                    <a:pt x="484" y="177"/>
                  </a:cubicBezTo>
                  <a:cubicBezTo>
                    <a:pt x="74" y="177"/>
                    <a:pt x="74" y="177"/>
                    <a:pt x="74" y="177"/>
                  </a:cubicBezTo>
                  <a:cubicBezTo>
                    <a:pt x="32" y="177"/>
                    <a:pt x="0" y="210"/>
                    <a:pt x="0" y="251"/>
                  </a:cubicBezTo>
                  <a:cubicBezTo>
                    <a:pt x="0" y="603"/>
                    <a:pt x="0" y="603"/>
                    <a:pt x="0" y="603"/>
                  </a:cubicBezTo>
                  <a:cubicBezTo>
                    <a:pt x="0" y="643"/>
                    <a:pt x="32" y="676"/>
                    <a:pt x="74" y="676"/>
                  </a:cubicBezTo>
                  <a:cubicBezTo>
                    <a:pt x="630" y="676"/>
                    <a:pt x="630" y="676"/>
                    <a:pt x="630" y="676"/>
                  </a:cubicBezTo>
                  <a:cubicBezTo>
                    <a:pt x="669" y="676"/>
                    <a:pt x="702" y="643"/>
                    <a:pt x="702" y="603"/>
                  </a:cubicBezTo>
                  <a:cubicBezTo>
                    <a:pt x="702" y="251"/>
                    <a:pt x="702" y="251"/>
                    <a:pt x="702" y="251"/>
                  </a:cubicBezTo>
                  <a:cubicBezTo>
                    <a:pt x="702" y="210"/>
                    <a:pt x="669" y="177"/>
                    <a:pt x="630" y="177"/>
                  </a:cubicBezTo>
                  <a:close/>
                  <a:moveTo>
                    <a:pt x="674" y="603"/>
                  </a:moveTo>
                  <a:lnTo>
                    <a:pt x="674" y="603"/>
                  </a:lnTo>
                  <a:cubicBezTo>
                    <a:pt x="674" y="626"/>
                    <a:pt x="654" y="647"/>
                    <a:pt x="630" y="647"/>
                  </a:cubicBezTo>
                  <a:cubicBezTo>
                    <a:pt x="74" y="647"/>
                    <a:pt x="74" y="647"/>
                    <a:pt x="74" y="647"/>
                  </a:cubicBezTo>
                  <a:cubicBezTo>
                    <a:pt x="49" y="647"/>
                    <a:pt x="30" y="626"/>
                    <a:pt x="30" y="603"/>
                  </a:cubicBezTo>
                  <a:cubicBezTo>
                    <a:pt x="30" y="251"/>
                    <a:pt x="30" y="251"/>
                    <a:pt x="30" y="251"/>
                  </a:cubicBezTo>
                  <a:cubicBezTo>
                    <a:pt x="30" y="227"/>
                    <a:pt x="49" y="208"/>
                    <a:pt x="74" y="208"/>
                  </a:cubicBezTo>
                  <a:cubicBezTo>
                    <a:pt x="630" y="208"/>
                    <a:pt x="630" y="208"/>
                    <a:pt x="630" y="208"/>
                  </a:cubicBezTo>
                  <a:cubicBezTo>
                    <a:pt x="654" y="208"/>
                    <a:pt x="674" y="227"/>
                    <a:pt x="674" y="251"/>
                  </a:cubicBezTo>
                  <a:lnTo>
                    <a:pt x="674" y="6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23">
              <a:extLst>
                <a:ext uri="{FF2B5EF4-FFF2-40B4-BE49-F238E27FC236}">
                  <a16:creationId xmlns:a16="http://schemas.microsoft.com/office/drawing/2014/main" id="{D1A524F2-BBE8-C8E2-9994-4B7C896455EB}"/>
                </a:ext>
              </a:extLst>
            </p:cNvPr>
            <p:cNvSpPr>
              <a:spLocks noChangeArrowheads="1"/>
            </p:cNvSpPr>
            <p:nvPr/>
          </p:nvSpPr>
          <p:spPr bwMode="auto">
            <a:xfrm>
              <a:off x="7885113" y="5103813"/>
              <a:ext cx="95250" cy="95250"/>
            </a:xfrm>
            <a:custGeom>
              <a:avLst/>
              <a:gdLst>
                <a:gd name="T0" fmla="*/ 132 w 265"/>
                <a:gd name="T1" fmla="*/ 0 h 265"/>
                <a:gd name="T2" fmla="*/ 132 w 265"/>
                <a:gd name="T3" fmla="*/ 0 h 265"/>
                <a:gd name="T4" fmla="*/ 0 w 265"/>
                <a:gd name="T5" fmla="*/ 132 h 265"/>
                <a:gd name="T6" fmla="*/ 132 w 265"/>
                <a:gd name="T7" fmla="*/ 264 h 265"/>
                <a:gd name="T8" fmla="*/ 264 w 265"/>
                <a:gd name="T9" fmla="*/ 132 h 265"/>
                <a:gd name="T10" fmla="*/ 132 w 265"/>
                <a:gd name="T11" fmla="*/ 0 h 265"/>
                <a:gd name="T12" fmla="*/ 205 w 265"/>
                <a:gd name="T13" fmla="*/ 205 h 265"/>
                <a:gd name="T14" fmla="*/ 205 w 265"/>
                <a:gd name="T15" fmla="*/ 205 h 265"/>
                <a:gd name="T16" fmla="*/ 132 w 265"/>
                <a:gd name="T17" fmla="*/ 234 h 265"/>
                <a:gd name="T18" fmla="*/ 61 w 265"/>
                <a:gd name="T19" fmla="*/ 205 h 265"/>
                <a:gd name="T20" fmla="*/ 31 w 265"/>
                <a:gd name="T21" fmla="*/ 132 h 265"/>
                <a:gd name="T22" fmla="*/ 61 w 265"/>
                <a:gd name="T23" fmla="*/ 59 h 265"/>
                <a:gd name="T24" fmla="*/ 132 w 265"/>
                <a:gd name="T25" fmla="*/ 29 h 265"/>
                <a:gd name="T26" fmla="*/ 205 w 265"/>
                <a:gd name="T27" fmla="*/ 59 h 265"/>
                <a:gd name="T28" fmla="*/ 235 w 265"/>
                <a:gd name="T29" fmla="*/ 132 h 265"/>
                <a:gd name="T30" fmla="*/ 205 w 265"/>
                <a:gd name="T31" fmla="*/ 205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5">
                  <a:moveTo>
                    <a:pt x="132" y="0"/>
                  </a:moveTo>
                  <a:lnTo>
                    <a:pt x="132" y="0"/>
                  </a:lnTo>
                  <a:cubicBezTo>
                    <a:pt x="59" y="0"/>
                    <a:pt x="0" y="59"/>
                    <a:pt x="0" y="132"/>
                  </a:cubicBezTo>
                  <a:cubicBezTo>
                    <a:pt x="0" y="205"/>
                    <a:pt x="59" y="264"/>
                    <a:pt x="132" y="264"/>
                  </a:cubicBezTo>
                  <a:cubicBezTo>
                    <a:pt x="205" y="264"/>
                    <a:pt x="264" y="205"/>
                    <a:pt x="264" y="132"/>
                  </a:cubicBezTo>
                  <a:cubicBezTo>
                    <a:pt x="264" y="59"/>
                    <a:pt x="205" y="0"/>
                    <a:pt x="132" y="0"/>
                  </a:cubicBezTo>
                  <a:close/>
                  <a:moveTo>
                    <a:pt x="205" y="205"/>
                  </a:moveTo>
                  <a:lnTo>
                    <a:pt x="205" y="205"/>
                  </a:lnTo>
                  <a:cubicBezTo>
                    <a:pt x="187" y="223"/>
                    <a:pt x="161" y="234"/>
                    <a:pt x="132" y="234"/>
                  </a:cubicBezTo>
                  <a:cubicBezTo>
                    <a:pt x="105" y="234"/>
                    <a:pt x="79" y="223"/>
                    <a:pt x="61" y="205"/>
                  </a:cubicBezTo>
                  <a:cubicBezTo>
                    <a:pt x="42" y="186"/>
                    <a:pt x="31" y="160"/>
                    <a:pt x="31" y="132"/>
                  </a:cubicBezTo>
                  <a:cubicBezTo>
                    <a:pt x="31" y="103"/>
                    <a:pt x="42" y="79"/>
                    <a:pt x="61" y="59"/>
                  </a:cubicBezTo>
                  <a:cubicBezTo>
                    <a:pt x="79" y="40"/>
                    <a:pt x="105" y="29"/>
                    <a:pt x="132" y="29"/>
                  </a:cubicBezTo>
                  <a:cubicBezTo>
                    <a:pt x="161" y="29"/>
                    <a:pt x="187" y="40"/>
                    <a:pt x="205" y="59"/>
                  </a:cubicBezTo>
                  <a:cubicBezTo>
                    <a:pt x="224" y="79"/>
                    <a:pt x="235" y="103"/>
                    <a:pt x="235" y="132"/>
                  </a:cubicBezTo>
                  <a:cubicBezTo>
                    <a:pt x="235" y="160"/>
                    <a:pt x="224" y="186"/>
                    <a:pt x="205" y="2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24">
              <a:extLst>
                <a:ext uri="{FF2B5EF4-FFF2-40B4-BE49-F238E27FC236}">
                  <a16:creationId xmlns:a16="http://schemas.microsoft.com/office/drawing/2014/main" id="{8E393EDF-BE40-181D-D64E-71945E710E99}"/>
                </a:ext>
              </a:extLst>
            </p:cNvPr>
            <p:cNvSpPr>
              <a:spLocks noChangeArrowheads="1"/>
            </p:cNvSpPr>
            <p:nvPr/>
          </p:nvSpPr>
          <p:spPr bwMode="auto">
            <a:xfrm>
              <a:off x="8002588" y="5103813"/>
              <a:ext cx="73025" cy="11112"/>
            </a:xfrm>
            <a:custGeom>
              <a:avLst/>
              <a:gdLst>
                <a:gd name="T0" fmla="*/ 191 w 205"/>
                <a:gd name="T1" fmla="*/ 0 h 30"/>
                <a:gd name="T2" fmla="*/ 191 w 205"/>
                <a:gd name="T3" fmla="*/ 0 h 30"/>
                <a:gd name="T4" fmla="*/ 15 w 205"/>
                <a:gd name="T5" fmla="*/ 0 h 30"/>
                <a:gd name="T6" fmla="*/ 0 w 205"/>
                <a:gd name="T7" fmla="*/ 14 h 30"/>
                <a:gd name="T8" fmla="*/ 15 w 205"/>
                <a:gd name="T9" fmla="*/ 29 h 30"/>
                <a:gd name="T10" fmla="*/ 191 w 205"/>
                <a:gd name="T11" fmla="*/ 29 h 30"/>
                <a:gd name="T12" fmla="*/ 204 w 205"/>
                <a:gd name="T13" fmla="*/ 14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4"/>
                  </a:cubicBezTo>
                  <a:cubicBezTo>
                    <a:pt x="0" y="22"/>
                    <a:pt x="7" y="29"/>
                    <a:pt x="15" y="29"/>
                  </a:cubicBezTo>
                  <a:cubicBezTo>
                    <a:pt x="191" y="29"/>
                    <a:pt x="191" y="29"/>
                    <a:pt x="191" y="29"/>
                  </a:cubicBezTo>
                  <a:cubicBezTo>
                    <a:pt x="199" y="29"/>
                    <a:pt x="204" y="22"/>
                    <a:pt x="204" y="14"/>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25">
              <a:extLst>
                <a:ext uri="{FF2B5EF4-FFF2-40B4-BE49-F238E27FC236}">
                  <a16:creationId xmlns:a16="http://schemas.microsoft.com/office/drawing/2014/main" id="{B9CF9F4A-68FB-F6A2-F38D-1E3295662C72}"/>
                </a:ext>
              </a:extLst>
            </p:cNvPr>
            <p:cNvSpPr>
              <a:spLocks noChangeArrowheads="1"/>
            </p:cNvSpPr>
            <p:nvPr/>
          </p:nvSpPr>
          <p:spPr bwMode="auto">
            <a:xfrm>
              <a:off x="8002588" y="5145088"/>
              <a:ext cx="73025" cy="11112"/>
            </a:xfrm>
            <a:custGeom>
              <a:avLst/>
              <a:gdLst>
                <a:gd name="T0" fmla="*/ 191 w 205"/>
                <a:gd name="T1" fmla="*/ 0 h 30"/>
                <a:gd name="T2" fmla="*/ 191 w 205"/>
                <a:gd name="T3" fmla="*/ 0 h 30"/>
                <a:gd name="T4" fmla="*/ 15 w 205"/>
                <a:gd name="T5" fmla="*/ 0 h 30"/>
                <a:gd name="T6" fmla="*/ 0 w 205"/>
                <a:gd name="T7" fmla="*/ 15 h 30"/>
                <a:gd name="T8" fmla="*/ 15 w 205"/>
                <a:gd name="T9" fmla="*/ 29 h 30"/>
                <a:gd name="T10" fmla="*/ 191 w 205"/>
                <a:gd name="T11" fmla="*/ 29 h 30"/>
                <a:gd name="T12" fmla="*/ 204 w 205"/>
                <a:gd name="T13" fmla="*/ 15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5"/>
                  </a:cubicBezTo>
                  <a:cubicBezTo>
                    <a:pt x="0" y="23"/>
                    <a:pt x="7" y="29"/>
                    <a:pt x="15" y="29"/>
                  </a:cubicBezTo>
                  <a:cubicBezTo>
                    <a:pt x="191" y="29"/>
                    <a:pt x="191" y="29"/>
                    <a:pt x="191" y="29"/>
                  </a:cubicBezTo>
                  <a:cubicBezTo>
                    <a:pt x="199" y="29"/>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9" name="Freeform 326">
              <a:extLst>
                <a:ext uri="{FF2B5EF4-FFF2-40B4-BE49-F238E27FC236}">
                  <a16:creationId xmlns:a16="http://schemas.microsoft.com/office/drawing/2014/main" id="{2AA98B60-C5F8-E6D3-289A-91D53D6CD3C0}"/>
                </a:ext>
              </a:extLst>
            </p:cNvPr>
            <p:cNvSpPr>
              <a:spLocks noChangeArrowheads="1"/>
            </p:cNvSpPr>
            <p:nvPr/>
          </p:nvSpPr>
          <p:spPr bwMode="auto">
            <a:xfrm>
              <a:off x="8002588" y="5187950"/>
              <a:ext cx="73025" cy="11113"/>
            </a:xfrm>
            <a:custGeom>
              <a:avLst/>
              <a:gdLst>
                <a:gd name="T0" fmla="*/ 191 w 205"/>
                <a:gd name="T1" fmla="*/ 0 h 31"/>
                <a:gd name="T2" fmla="*/ 191 w 205"/>
                <a:gd name="T3" fmla="*/ 0 h 31"/>
                <a:gd name="T4" fmla="*/ 15 w 205"/>
                <a:gd name="T5" fmla="*/ 0 h 31"/>
                <a:gd name="T6" fmla="*/ 0 w 205"/>
                <a:gd name="T7" fmla="*/ 15 h 31"/>
                <a:gd name="T8" fmla="*/ 15 w 205"/>
                <a:gd name="T9" fmla="*/ 30 h 31"/>
                <a:gd name="T10" fmla="*/ 191 w 205"/>
                <a:gd name="T11" fmla="*/ 30 h 31"/>
                <a:gd name="T12" fmla="*/ 204 w 205"/>
                <a:gd name="T13" fmla="*/ 15 h 31"/>
                <a:gd name="T14" fmla="*/ 191 w 20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1">
                  <a:moveTo>
                    <a:pt x="191" y="0"/>
                  </a:moveTo>
                  <a:lnTo>
                    <a:pt x="191" y="0"/>
                  </a:lnTo>
                  <a:cubicBezTo>
                    <a:pt x="15" y="0"/>
                    <a:pt x="15" y="0"/>
                    <a:pt x="15" y="0"/>
                  </a:cubicBezTo>
                  <a:cubicBezTo>
                    <a:pt x="7" y="0"/>
                    <a:pt x="0" y="7"/>
                    <a:pt x="0" y="15"/>
                  </a:cubicBezTo>
                  <a:cubicBezTo>
                    <a:pt x="0" y="23"/>
                    <a:pt x="7" y="30"/>
                    <a:pt x="15" y="30"/>
                  </a:cubicBezTo>
                  <a:cubicBezTo>
                    <a:pt x="191" y="30"/>
                    <a:pt x="191" y="30"/>
                    <a:pt x="191" y="30"/>
                  </a:cubicBezTo>
                  <a:cubicBezTo>
                    <a:pt x="199" y="30"/>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0" name="Group 393">
            <a:extLst>
              <a:ext uri="{FF2B5EF4-FFF2-40B4-BE49-F238E27FC236}">
                <a16:creationId xmlns:a16="http://schemas.microsoft.com/office/drawing/2014/main" id="{5698CBB7-18E3-C688-C6BA-0132516BD909}"/>
              </a:ext>
            </a:extLst>
          </p:cNvPr>
          <p:cNvGrpSpPr/>
          <p:nvPr/>
        </p:nvGrpSpPr>
        <p:grpSpPr>
          <a:xfrm>
            <a:off x="10520486" y="4179515"/>
            <a:ext cx="282575" cy="225425"/>
            <a:chOff x="8864600" y="4549775"/>
            <a:chExt cx="282575" cy="225425"/>
          </a:xfrm>
          <a:solidFill>
            <a:schemeClr val="tx2"/>
          </a:solidFill>
        </p:grpSpPr>
        <p:sp>
          <p:nvSpPr>
            <p:cNvPr id="391" name="Freeform 327">
              <a:extLst>
                <a:ext uri="{FF2B5EF4-FFF2-40B4-BE49-F238E27FC236}">
                  <a16:creationId xmlns:a16="http://schemas.microsoft.com/office/drawing/2014/main" id="{DBA489CD-83EB-3C66-1322-C412E6FE2C7F}"/>
                </a:ext>
              </a:extLst>
            </p:cNvPr>
            <p:cNvSpPr>
              <a:spLocks noChangeArrowheads="1"/>
            </p:cNvSpPr>
            <p:nvPr/>
          </p:nvSpPr>
          <p:spPr bwMode="auto">
            <a:xfrm>
              <a:off x="8864600" y="4549775"/>
              <a:ext cx="282575" cy="225425"/>
            </a:xfrm>
            <a:custGeom>
              <a:avLst/>
              <a:gdLst>
                <a:gd name="T0" fmla="*/ 740 w 787"/>
                <a:gd name="T1" fmla="*/ 0 h 624"/>
                <a:gd name="T2" fmla="*/ 740 w 787"/>
                <a:gd name="T3" fmla="*/ 0 h 624"/>
                <a:gd name="T4" fmla="*/ 48 w 787"/>
                <a:gd name="T5" fmla="*/ 0 h 624"/>
                <a:gd name="T6" fmla="*/ 0 w 787"/>
                <a:gd name="T7" fmla="*/ 47 h 624"/>
                <a:gd name="T8" fmla="*/ 0 w 787"/>
                <a:gd name="T9" fmla="*/ 475 h 624"/>
                <a:gd name="T10" fmla="*/ 48 w 787"/>
                <a:gd name="T11" fmla="*/ 523 h 624"/>
                <a:gd name="T12" fmla="*/ 185 w 787"/>
                <a:gd name="T13" fmla="*/ 523 h 624"/>
                <a:gd name="T14" fmla="*/ 134 w 787"/>
                <a:gd name="T15" fmla="*/ 598 h 624"/>
                <a:gd name="T16" fmla="*/ 139 w 787"/>
                <a:gd name="T17" fmla="*/ 619 h 624"/>
                <a:gd name="T18" fmla="*/ 159 w 787"/>
                <a:gd name="T19" fmla="*/ 615 h 624"/>
                <a:gd name="T20" fmla="*/ 220 w 787"/>
                <a:gd name="T21" fmla="*/ 523 h 624"/>
                <a:gd name="T22" fmla="*/ 567 w 787"/>
                <a:gd name="T23" fmla="*/ 523 h 624"/>
                <a:gd name="T24" fmla="*/ 629 w 787"/>
                <a:gd name="T25" fmla="*/ 615 h 624"/>
                <a:gd name="T26" fmla="*/ 648 w 787"/>
                <a:gd name="T27" fmla="*/ 619 h 624"/>
                <a:gd name="T28" fmla="*/ 652 w 787"/>
                <a:gd name="T29" fmla="*/ 598 h 624"/>
                <a:gd name="T30" fmla="*/ 652 w 787"/>
                <a:gd name="T31" fmla="*/ 598 h 624"/>
                <a:gd name="T32" fmla="*/ 603 w 787"/>
                <a:gd name="T33" fmla="*/ 523 h 624"/>
                <a:gd name="T34" fmla="*/ 740 w 787"/>
                <a:gd name="T35" fmla="*/ 523 h 624"/>
                <a:gd name="T36" fmla="*/ 786 w 787"/>
                <a:gd name="T37" fmla="*/ 475 h 624"/>
                <a:gd name="T38" fmla="*/ 786 w 787"/>
                <a:gd name="T39" fmla="*/ 47 h 624"/>
                <a:gd name="T40" fmla="*/ 740 w 787"/>
                <a:gd name="T41" fmla="*/ 0 h 624"/>
                <a:gd name="T42" fmla="*/ 758 w 787"/>
                <a:gd name="T43" fmla="*/ 475 h 624"/>
                <a:gd name="T44" fmla="*/ 758 w 787"/>
                <a:gd name="T45" fmla="*/ 475 h 624"/>
                <a:gd name="T46" fmla="*/ 740 w 787"/>
                <a:gd name="T47" fmla="*/ 494 h 624"/>
                <a:gd name="T48" fmla="*/ 575 w 787"/>
                <a:gd name="T49" fmla="*/ 494 h 624"/>
                <a:gd name="T50" fmla="*/ 213 w 787"/>
                <a:gd name="T51" fmla="*/ 494 h 624"/>
                <a:gd name="T52" fmla="*/ 48 w 787"/>
                <a:gd name="T53" fmla="*/ 494 h 624"/>
                <a:gd name="T54" fmla="*/ 29 w 787"/>
                <a:gd name="T55" fmla="*/ 475 h 624"/>
                <a:gd name="T56" fmla="*/ 29 w 787"/>
                <a:gd name="T57" fmla="*/ 47 h 624"/>
                <a:gd name="T58" fmla="*/ 48 w 787"/>
                <a:gd name="T59" fmla="*/ 29 h 624"/>
                <a:gd name="T60" fmla="*/ 740 w 787"/>
                <a:gd name="T61" fmla="*/ 29 h 624"/>
                <a:gd name="T62" fmla="*/ 758 w 787"/>
                <a:gd name="T63" fmla="*/ 47 h 624"/>
                <a:gd name="T64" fmla="*/ 758 w 787"/>
                <a:gd name="T65" fmla="*/ 475 h 6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87" h="624">
                  <a:moveTo>
                    <a:pt x="740" y="0"/>
                  </a:moveTo>
                  <a:lnTo>
                    <a:pt x="740" y="0"/>
                  </a:lnTo>
                  <a:cubicBezTo>
                    <a:pt x="48" y="0"/>
                    <a:pt x="48" y="0"/>
                    <a:pt x="48" y="0"/>
                  </a:cubicBezTo>
                  <a:cubicBezTo>
                    <a:pt x="22" y="0"/>
                    <a:pt x="0" y="21"/>
                    <a:pt x="0" y="47"/>
                  </a:cubicBezTo>
                  <a:cubicBezTo>
                    <a:pt x="0" y="475"/>
                    <a:pt x="0" y="475"/>
                    <a:pt x="0" y="475"/>
                  </a:cubicBezTo>
                  <a:cubicBezTo>
                    <a:pt x="0" y="501"/>
                    <a:pt x="22" y="523"/>
                    <a:pt x="48" y="523"/>
                  </a:cubicBezTo>
                  <a:cubicBezTo>
                    <a:pt x="185" y="523"/>
                    <a:pt x="185" y="523"/>
                    <a:pt x="185" y="523"/>
                  </a:cubicBezTo>
                  <a:cubicBezTo>
                    <a:pt x="134" y="598"/>
                    <a:pt x="134" y="598"/>
                    <a:pt x="134" y="598"/>
                  </a:cubicBezTo>
                  <a:cubicBezTo>
                    <a:pt x="129" y="605"/>
                    <a:pt x="132" y="615"/>
                    <a:pt x="139" y="619"/>
                  </a:cubicBezTo>
                  <a:cubicBezTo>
                    <a:pt x="145" y="623"/>
                    <a:pt x="154" y="622"/>
                    <a:pt x="159" y="615"/>
                  </a:cubicBezTo>
                  <a:cubicBezTo>
                    <a:pt x="220" y="523"/>
                    <a:pt x="220" y="523"/>
                    <a:pt x="220" y="523"/>
                  </a:cubicBezTo>
                  <a:cubicBezTo>
                    <a:pt x="567" y="523"/>
                    <a:pt x="567" y="523"/>
                    <a:pt x="567" y="523"/>
                  </a:cubicBezTo>
                  <a:cubicBezTo>
                    <a:pt x="629" y="615"/>
                    <a:pt x="629" y="615"/>
                    <a:pt x="629" y="615"/>
                  </a:cubicBezTo>
                  <a:cubicBezTo>
                    <a:pt x="633" y="622"/>
                    <a:pt x="642" y="623"/>
                    <a:pt x="648" y="619"/>
                  </a:cubicBezTo>
                  <a:cubicBezTo>
                    <a:pt x="655" y="615"/>
                    <a:pt x="657" y="605"/>
                    <a:pt x="652" y="598"/>
                  </a:cubicBezTo>
                  <a:lnTo>
                    <a:pt x="652" y="598"/>
                  </a:lnTo>
                  <a:cubicBezTo>
                    <a:pt x="603" y="523"/>
                    <a:pt x="603" y="523"/>
                    <a:pt x="603" y="523"/>
                  </a:cubicBezTo>
                  <a:cubicBezTo>
                    <a:pt x="740" y="523"/>
                    <a:pt x="740" y="523"/>
                    <a:pt x="740" y="523"/>
                  </a:cubicBezTo>
                  <a:cubicBezTo>
                    <a:pt x="766" y="523"/>
                    <a:pt x="786" y="501"/>
                    <a:pt x="786" y="475"/>
                  </a:cubicBezTo>
                  <a:cubicBezTo>
                    <a:pt x="786" y="47"/>
                    <a:pt x="786" y="47"/>
                    <a:pt x="786" y="47"/>
                  </a:cubicBezTo>
                  <a:cubicBezTo>
                    <a:pt x="786" y="21"/>
                    <a:pt x="766" y="0"/>
                    <a:pt x="740" y="0"/>
                  </a:cubicBezTo>
                  <a:close/>
                  <a:moveTo>
                    <a:pt x="758" y="475"/>
                  </a:moveTo>
                  <a:lnTo>
                    <a:pt x="758" y="475"/>
                  </a:lnTo>
                  <a:cubicBezTo>
                    <a:pt x="758" y="486"/>
                    <a:pt x="749" y="494"/>
                    <a:pt x="740" y="494"/>
                  </a:cubicBezTo>
                  <a:cubicBezTo>
                    <a:pt x="575" y="494"/>
                    <a:pt x="575" y="494"/>
                    <a:pt x="575" y="494"/>
                  </a:cubicBezTo>
                  <a:cubicBezTo>
                    <a:pt x="213" y="494"/>
                    <a:pt x="213" y="494"/>
                    <a:pt x="213" y="494"/>
                  </a:cubicBezTo>
                  <a:cubicBezTo>
                    <a:pt x="48" y="494"/>
                    <a:pt x="48" y="494"/>
                    <a:pt x="48" y="494"/>
                  </a:cubicBezTo>
                  <a:cubicBezTo>
                    <a:pt x="37" y="494"/>
                    <a:pt x="29" y="486"/>
                    <a:pt x="29" y="475"/>
                  </a:cubicBezTo>
                  <a:cubicBezTo>
                    <a:pt x="29" y="47"/>
                    <a:pt x="29" y="47"/>
                    <a:pt x="29" y="47"/>
                  </a:cubicBezTo>
                  <a:cubicBezTo>
                    <a:pt x="29" y="37"/>
                    <a:pt x="37" y="29"/>
                    <a:pt x="48" y="29"/>
                  </a:cubicBezTo>
                  <a:cubicBezTo>
                    <a:pt x="740" y="29"/>
                    <a:pt x="740" y="29"/>
                    <a:pt x="740" y="29"/>
                  </a:cubicBezTo>
                  <a:cubicBezTo>
                    <a:pt x="749" y="29"/>
                    <a:pt x="758" y="37"/>
                    <a:pt x="758" y="47"/>
                  </a:cubicBezTo>
                  <a:lnTo>
                    <a:pt x="758" y="4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8">
              <a:extLst>
                <a:ext uri="{FF2B5EF4-FFF2-40B4-BE49-F238E27FC236}">
                  <a16:creationId xmlns:a16="http://schemas.microsoft.com/office/drawing/2014/main" id="{0EDCE947-859B-245C-DA80-B572FE58BF1B}"/>
                </a:ext>
              </a:extLst>
            </p:cNvPr>
            <p:cNvSpPr>
              <a:spLocks noChangeArrowheads="1"/>
            </p:cNvSpPr>
            <p:nvPr/>
          </p:nvSpPr>
          <p:spPr bwMode="auto">
            <a:xfrm>
              <a:off x="8886825" y="4584700"/>
              <a:ext cx="34925" cy="34925"/>
            </a:xfrm>
            <a:custGeom>
              <a:avLst/>
              <a:gdLst>
                <a:gd name="T0" fmla="*/ 27 w 99"/>
                <a:gd name="T1" fmla="*/ 92 h 99"/>
                <a:gd name="T2" fmla="*/ 27 w 99"/>
                <a:gd name="T3" fmla="*/ 92 h 99"/>
                <a:gd name="T4" fmla="*/ 92 w 99"/>
                <a:gd name="T5" fmla="*/ 26 h 99"/>
                <a:gd name="T6" fmla="*/ 92 w 99"/>
                <a:gd name="T7" fmla="*/ 6 h 99"/>
                <a:gd name="T8" fmla="*/ 72 w 99"/>
                <a:gd name="T9" fmla="*/ 6 h 99"/>
                <a:gd name="T10" fmla="*/ 6 w 99"/>
                <a:gd name="T11" fmla="*/ 72 h 99"/>
                <a:gd name="T12" fmla="*/ 6 w 99"/>
                <a:gd name="T13" fmla="*/ 92 h 99"/>
                <a:gd name="T14" fmla="*/ 27 w 99"/>
                <a:gd name="T15" fmla="*/ 92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9" h="99">
                  <a:moveTo>
                    <a:pt x="27" y="92"/>
                  </a:moveTo>
                  <a:lnTo>
                    <a:pt x="27" y="92"/>
                  </a:lnTo>
                  <a:cubicBezTo>
                    <a:pt x="92" y="26"/>
                    <a:pt x="92" y="26"/>
                    <a:pt x="92" y="26"/>
                  </a:cubicBezTo>
                  <a:cubicBezTo>
                    <a:pt x="98" y="21"/>
                    <a:pt x="98" y="11"/>
                    <a:pt x="92" y="6"/>
                  </a:cubicBezTo>
                  <a:cubicBezTo>
                    <a:pt x="87" y="0"/>
                    <a:pt x="77" y="0"/>
                    <a:pt x="72" y="6"/>
                  </a:cubicBezTo>
                  <a:cubicBezTo>
                    <a:pt x="6" y="72"/>
                    <a:pt x="6" y="72"/>
                    <a:pt x="6" y="72"/>
                  </a:cubicBezTo>
                  <a:cubicBezTo>
                    <a:pt x="0" y="77"/>
                    <a:pt x="0" y="87"/>
                    <a:pt x="6" y="92"/>
                  </a:cubicBezTo>
                  <a:cubicBezTo>
                    <a:pt x="11" y="98"/>
                    <a:pt x="21" y="98"/>
                    <a:pt x="27" y="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3" name="Freeform 329">
              <a:extLst>
                <a:ext uri="{FF2B5EF4-FFF2-40B4-BE49-F238E27FC236}">
                  <a16:creationId xmlns:a16="http://schemas.microsoft.com/office/drawing/2014/main" id="{C493C0DE-C3FB-1772-E2AF-747BBEEC296E}"/>
                </a:ext>
              </a:extLst>
            </p:cNvPr>
            <p:cNvSpPr>
              <a:spLocks noChangeArrowheads="1"/>
            </p:cNvSpPr>
            <p:nvPr/>
          </p:nvSpPr>
          <p:spPr bwMode="auto">
            <a:xfrm>
              <a:off x="8886825" y="4584700"/>
              <a:ext cx="82550" cy="82550"/>
            </a:xfrm>
            <a:custGeom>
              <a:avLst/>
              <a:gdLst>
                <a:gd name="T0" fmla="*/ 204 w 231"/>
                <a:gd name="T1" fmla="*/ 6 h 231"/>
                <a:gd name="T2" fmla="*/ 204 w 231"/>
                <a:gd name="T3" fmla="*/ 6 h 231"/>
                <a:gd name="T4" fmla="*/ 6 w 231"/>
                <a:gd name="T5" fmla="*/ 204 h 231"/>
                <a:gd name="T6" fmla="*/ 6 w 231"/>
                <a:gd name="T7" fmla="*/ 224 h 231"/>
                <a:gd name="T8" fmla="*/ 27 w 231"/>
                <a:gd name="T9" fmla="*/ 224 h 231"/>
                <a:gd name="T10" fmla="*/ 224 w 231"/>
                <a:gd name="T11" fmla="*/ 26 h 231"/>
                <a:gd name="T12" fmla="*/ 224 w 231"/>
                <a:gd name="T13" fmla="*/ 6 h 231"/>
                <a:gd name="T14" fmla="*/ 204 w 231"/>
                <a:gd name="T15" fmla="*/ 6 h 2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1" h="231">
                  <a:moveTo>
                    <a:pt x="204" y="6"/>
                  </a:moveTo>
                  <a:lnTo>
                    <a:pt x="204" y="6"/>
                  </a:lnTo>
                  <a:cubicBezTo>
                    <a:pt x="6" y="204"/>
                    <a:pt x="6" y="204"/>
                    <a:pt x="6" y="204"/>
                  </a:cubicBezTo>
                  <a:cubicBezTo>
                    <a:pt x="0" y="209"/>
                    <a:pt x="0" y="219"/>
                    <a:pt x="6" y="224"/>
                  </a:cubicBezTo>
                  <a:cubicBezTo>
                    <a:pt x="11" y="230"/>
                    <a:pt x="21" y="230"/>
                    <a:pt x="27" y="224"/>
                  </a:cubicBezTo>
                  <a:cubicBezTo>
                    <a:pt x="224" y="26"/>
                    <a:pt x="224" y="26"/>
                    <a:pt x="224" y="26"/>
                  </a:cubicBezTo>
                  <a:cubicBezTo>
                    <a:pt x="230" y="21"/>
                    <a:pt x="230" y="11"/>
                    <a:pt x="224" y="6"/>
                  </a:cubicBezTo>
                  <a:cubicBezTo>
                    <a:pt x="219" y="0"/>
                    <a:pt x="209" y="0"/>
                    <a:pt x="2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4" name="Group 397">
            <a:extLst>
              <a:ext uri="{FF2B5EF4-FFF2-40B4-BE49-F238E27FC236}">
                <a16:creationId xmlns:a16="http://schemas.microsoft.com/office/drawing/2014/main" id="{8DDFE13D-D547-FE78-67E6-718358258DCD}"/>
              </a:ext>
            </a:extLst>
          </p:cNvPr>
          <p:cNvGrpSpPr/>
          <p:nvPr/>
        </p:nvGrpSpPr>
        <p:grpSpPr>
          <a:xfrm>
            <a:off x="9040936" y="5149479"/>
            <a:ext cx="146050" cy="269875"/>
            <a:chOff x="7899400" y="5497513"/>
            <a:chExt cx="146050" cy="269875"/>
          </a:xfrm>
          <a:solidFill>
            <a:schemeClr val="tx2"/>
          </a:solidFill>
        </p:grpSpPr>
        <p:sp>
          <p:nvSpPr>
            <p:cNvPr id="395" name="Freeform 330">
              <a:extLst>
                <a:ext uri="{FF2B5EF4-FFF2-40B4-BE49-F238E27FC236}">
                  <a16:creationId xmlns:a16="http://schemas.microsoft.com/office/drawing/2014/main" id="{8FF3D4E1-CF64-F849-8E5B-F158D9ADC496}"/>
                </a:ext>
              </a:extLst>
            </p:cNvPr>
            <p:cNvSpPr>
              <a:spLocks noChangeArrowheads="1"/>
            </p:cNvSpPr>
            <p:nvPr/>
          </p:nvSpPr>
          <p:spPr bwMode="auto">
            <a:xfrm>
              <a:off x="7899400" y="5497513"/>
              <a:ext cx="146050" cy="269875"/>
            </a:xfrm>
            <a:custGeom>
              <a:avLst/>
              <a:gdLst>
                <a:gd name="T0" fmla="*/ 70 w 406"/>
                <a:gd name="T1" fmla="*/ 635 h 750"/>
                <a:gd name="T2" fmla="*/ 70 w 406"/>
                <a:gd name="T3" fmla="*/ 635 h 750"/>
                <a:gd name="T4" fmla="*/ 92 w 406"/>
                <a:gd name="T5" fmla="*/ 709 h 750"/>
                <a:gd name="T6" fmla="*/ 138 w 406"/>
                <a:gd name="T7" fmla="*/ 749 h 750"/>
                <a:gd name="T8" fmla="*/ 268 w 406"/>
                <a:gd name="T9" fmla="*/ 749 h 750"/>
                <a:gd name="T10" fmla="*/ 313 w 406"/>
                <a:gd name="T11" fmla="*/ 711 h 750"/>
                <a:gd name="T12" fmla="*/ 337 w 406"/>
                <a:gd name="T13" fmla="*/ 635 h 750"/>
                <a:gd name="T14" fmla="*/ 366 w 406"/>
                <a:gd name="T15" fmla="*/ 591 h 750"/>
                <a:gd name="T16" fmla="*/ 405 w 406"/>
                <a:gd name="T17" fmla="*/ 546 h 750"/>
                <a:gd name="T18" fmla="*/ 405 w 406"/>
                <a:gd name="T19" fmla="*/ 201 h 750"/>
                <a:gd name="T20" fmla="*/ 366 w 406"/>
                <a:gd name="T21" fmla="*/ 156 h 750"/>
                <a:gd name="T22" fmla="*/ 335 w 406"/>
                <a:gd name="T23" fmla="*/ 112 h 750"/>
                <a:gd name="T24" fmla="*/ 313 w 406"/>
                <a:gd name="T25" fmla="*/ 38 h 750"/>
                <a:gd name="T26" fmla="*/ 268 w 406"/>
                <a:gd name="T27" fmla="*/ 0 h 750"/>
                <a:gd name="T28" fmla="*/ 138 w 406"/>
                <a:gd name="T29" fmla="*/ 0 h 750"/>
                <a:gd name="T30" fmla="*/ 92 w 406"/>
                <a:gd name="T31" fmla="*/ 38 h 750"/>
                <a:gd name="T32" fmla="*/ 69 w 406"/>
                <a:gd name="T33" fmla="*/ 112 h 750"/>
                <a:gd name="T34" fmla="*/ 40 w 406"/>
                <a:gd name="T35" fmla="*/ 156 h 750"/>
                <a:gd name="T36" fmla="*/ 0 w 406"/>
                <a:gd name="T37" fmla="*/ 201 h 750"/>
                <a:gd name="T38" fmla="*/ 0 w 406"/>
                <a:gd name="T39" fmla="*/ 546 h 750"/>
                <a:gd name="T40" fmla="*/ 40 w 406"/>
                <a:gd name="T41" fmla="*/ 591 h 750"/>
                <a:gd name="T42" fmla="*/ 70 w 406"/>
                <a:gd name="T43" fmla="*/ 635 h 750"/>
                <a:gd name="T44" fmla="*/ 311 w 406"/>
                <a:gd name="T45" fmla="*/ 623 h 750"/>
                <a:gd name="T46" fmla="*/ 311 w 406"/>
                <a:gd name="T47" fmla="*/ 623 h 750"/>
                <a:gd name="T48" fmla="*/ 285 w 406"/>
                <a:gd name="T49" fmla="*/ 705 h 750"/>
                <a:gd name="T50" fmla="*/ 268 w 406"/>
                <a:gd name="T51" fmla="*/ 719 h 750"/>
                <a:gd name="T52" fmla="*/ 138 w 406"/>
                <a:gd name="T53" fmla="*/ 719 h 750"/>
                <a:gd name="T54" fmla="*/ 121 w 406"/>
                <a:gd name="T55" fmla="*/ 705 h 750"/>
                <a:gd name="T56" fmla="*/ 97 w 406"/>
                <a:gd name="T57" fmla="*/ 623 h 750"/>
                <a:gd name="T58" fmla="*/ 79 w 406"/>
                <a:gd name="T59" fmla="*/ 593 h 750"/>
                <a:gd name="T60" fmla="*/ 329 w 406"/>
                <a:gd name="T61" fmla="*/ 593 h 750"/>
                <a:gd name="T62" fmla="*/ 311 w 406"/>
                <a:gd name="T63" fmla="*/ 623 h 750"/>
                <a:gd name="T64" fmla="*/ 95 w 406"/>
                <a:gd name="T65" fmla="*/ 125 h 750"/>
                <a:gd name="T66" fmla="*/ 95 w 406"/>
                <a:gd name="T67" fmla="*/ 125 h 750"/>
                <a:gd name="T68" fmla="*/ 121 w 406"/>
                <a:gd name="T69" fmla="*/ 42 h 750"/>
                <a:gd name="T70" fmla="*/ 138 w 406"/>
                <a:gd name="T71" fmla="*/ 29 h 750"/>
                <a:gd name="T72" fmla="*/ 268 w 406"/>
                <a:gd name="T73" fmla="*/ 29 h 750"/>
                <a:gd name="T74" fmla="*/ 285 w 406"/>
                <a:gd name="T75" fmla="*/ 42 h 750"/>
                <a:gd name="T76" fmla="*/ 309 w 406"/>
                <a:gd name="T77" fmla="*/ 125 h 750"/>
                <a:gd name="T78" fmla="*/ 327 w 406"/>
                <a:gd name="T79" fmla="*/ 156 h 750"/>
                <a:gd name="T80" fmla="*/ 77 w 406"/>
                <a:gd name="T81" fmla="*/ 156 h 750"/>
                <a:gd name="T82" fmla="*/ 95 w 406"/>
                <a:gd name="T83" fmla="*/ 125 h 750"/>
                <a:gd name="T84" fmla="*/ 29 w 406"/>
                <a:gd name="T85" fmla="*/ 201 h 750"/>
                <a:gd name="T86" fmla="*/ 29 w 406"/>
                <a:gd name="T87" fmla="*/ 201 h 750"/>
                <a:gd name="T88" fmla="*/ 46 w 406"/>
                <a:gd name="T89" fmla="*/ 185 h 750"/>
                <a:gd name="T90" fmla="*/ 360 w 406"/>
                <a:gd name="T91" fmla="*/ 185 h 750"/>
                <a:gd name="T92" fmla="*/ 377 w 406"/>
                <a:gd name="T93" fmla="*/ 201 h 750"/>
                <a:gd name="T94" fmla="*/ 377 w 406"/>
                <a:gd name="T95" fmla="*/ 546 h 750"/>
                <a:gd name="T96" fmla="*/ 360 w 406"/>
                <a:gd name="T97" fmla="*/ 563 h 750"/>
                <a:gd name="T98" fmla="*/ 46 w 406"/>
                <a:gd name="T99" fmla="*/ 563 h 750"/>
                <a:gd name="T100" fmla="*/ 29 w 406"/>
                <a:gd name="T101" fmla="*/ 546 h 750"/>
                <a:gd name="T102" fmla="*/ 29 w 406"/>
                <a:gd name="T103" fmla="*/ 201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06" h="750">
                  <a:moveTo>
                    <a:pt x="70" y="635"/>
                  </a:moveTo>
                  <a:lnTo>
                    <a:pt x="70" y="635"/>
                  </a:lnTo>
                  <a:cubicBezTo>
                    <a:pt x="80" y="657"/>
                    <a:pt x="88" y="683"/>
                    <a:pt x="92" y="709"/>
                  </a:cubicBezTo>
                  <a:cubicBezTo>
                    <a:pt x="95" y="733"/>
                    <a:pt x="114" y="749"/>
                    <a:pt x="138" y="749"/>
                  </a:cubicBezTo>
                  <a:cubicBezTo>
                    <a:pt x="268" y="749"/>
                    <a:pt x="268" y="749"/>
                    <a:pt x="268" y="749"/>
                  </a:cubicBezTo>
                  <a:cubicBezTo>
                    <a:pt x="291" y="749"/>
                    <a:pt x="311" y="733"/>
                    <a:pt x="313" y="711"/>
                  </a:cubicBezTo>
                  <a:cubicBezTo>
                    <a:pt x="318" y="683"/>
                    <a:pt x="327" y="657"/>
                    <a:pt x="337" y="635"/>
                  </a:cubicBezTo>
                  <a:cubicBezTo>
                    <a:pt x="346" y="616"/>
                    <a:pt x="357" y="601"/>
                    <a:pt x="366" y="591"/>
                  </a:cubicBezTo>
                  <a:cubicBezTo>
                    <a:pt x="388" y="589"/>
                    <a:pt x="405" y="569"/>
                    <a:pt x="405" y="546"/>
                  </a:cubicBezTo>
                  <a:cubicBezTo>
                    <a:pt x="405" y="201"/>
                    <a:pt x="405" y="201"/>
                    <a:pt x="405" y="201"/>
                  </a:cubicBezTo>
                  <a:cubicBezTo>
                    <a:pt x="405" y="178"/>
                    <a:pt x="388" y="160"/>
                    <a:pt x="366" y="156"/>
                  </a:cubicBezTo>
                  <a:cubicBezTo>
                    <a:pt x="356" y="148"/>
                    <a:pt x="345" y="133"/>
                    <a:pt x="335" y="112"/>
                  </a:cubicBezTo>
                  <a:cubicBezTo>
                    <a:pt x="326" y="92"/>
                    <a:pt x="318" y="66"/>
                    <a:pt x="313" y="38"/>
                  </a:cubicBezTo>
                  <a:cubicBezTo>
                    <a:pt x="311" y="16"/>
                    <a:pt x="291" y="0"/>
                    <a:pt x="268" y="0"/>
                  </a:cubicBezTo>
                  <a:cubicBezTo>
                    <a:pt x="138" y="0"/>
                    <a:pt x="138" y="0"/>
                    <a:pt x="138" y="0"/>
                  </a:cubicBezTo>
                  <a:cubicBezTo>
                    <a:pt x="114" y="0"/>
                    <a:pt x="95" y="16"/>
                    <a:pt x="92" y="38"/>
                  </a:cubicBezTo>
                  <a:cubicBezTo>
                    <a:pt x="88" y="64"/>
                    <a:pt x="79" y="90"/>
                    <a:pt x="69" y="112"/>
                  </a:cubicBezTo>
                  <a:cubicBezTo>
                    <a:pt x="59" y="133"/>
                    <a:pt x="49" y="148"/>
                    <a:pt x="40" y="156"/>
                  </a:cubicBezTo>
                  <a:cubicBezTo>
                    <a:pt x="18" y="160"/>
                    <a:pt x="0" y="178"/>
                    <a:pt x="0" y="201"/>
                  </a:cubicBezTo>
                  <a:cubicBezTo>
                    <a:pt x="0" y="546"/>
                    <a:pt x="0" y="546"/>
                    <a:pt x="0" y="546"/>
                  </a:cubicBezTo>
                  <a:cubicBezTo>
                    <a:pt x="0" y="569"/>
                    <a:pt x="18" y="589"/>
                    <a:pt x="40" y="591"/>
                  </a:cubicBezTo>
                  <a:cubicBezTo>
                    <a:pt x="50" y="601"/>
                    <a:pt x="61" y="616"/>
                    <a:pt x="70" y="635"/>
                  </a:cubicBezTo>
                  <a:close/>
                  <a:moveTo>
                    <a:pt x="311" y="623"/>
                  </a:moveTo>
                  <a:lnTo>
                    <a:pt x="311" y="623"/>
                  </a:lnTo>
                  <a:cubicBezTo>
                    <a:pt x="300" y="648"/>
                    <a:pt x="290" y="676"/>
                    <a:pt x="285" y="705"/>
                  </a:cubicBezTo>
                  <a:cubicBezTo>
                    <a:pt x="283" y="713"/>
                    <a:pt x="276" y="719"/>
                    <a:pt x="268" y="719"/>
                  </a:cubicBezTo>
                  <a:cubicBezTo>
                    <a:pt x="138" y="719"/>
                    <a:pt x="138" y="719"/>
                    <a:pt x="138" y="719"/>
                  </a:cubicBezTo>
                  <a:cubicBezTo>
                    <a:pt x="129" y="719"/>
                    <a:pt x="123" y="713"/>
                    <a:pt x="121" y="705"/>
                  </a:cubicBezTo>
                  <a:cubicBezTo>
                    <a:pt x="117" y="676"/>
                    <a:pt x="108" y="648"/>
                    <a:pt x="97" y="623"/>
                  </a:cubicBezTo>
                  <a:cubicBezTo>
                    <a:pt x="91" y="612"/>
                    <a:pt x="86" y="601"/>
                    <a:pt x="79" y="593"/>
                  </a:cubicBezTo>
                  <a:cubicBezTo>
                    <a:pt x="329" y="593"/>
                    <a:pt x="329" y="593"/>
                    <a:pt x="329" y="593"/>
                  </a:cubicBezTo>
                  <a:cubicBezTo>
                    <a:pt x="322" y="601"/>
                    <a:pt x="316" y="612"/>
                    <a:pt x="311" y="623"/>
                  </a:cubicBezTo>
                  <a:close/>
                  <a:moveTo>
                    <a:pt x="95" y="125"/>
                  </a:moveTo>
                  <a:lnTo>
                    <a:pt x="95" y="125"/>
                  </a:lnTo>
                  <a:cubicBezTo>
                    <a:pt x="106" y="101"/>
                    <a:pt x="116" y="72"/>
                    <a:pt x="121" y="42"/>
                  </a:cubicBezTo>
                  <a:cubicBezTo>
                    <a:pt x="123" y="34"/>
                    <a:pt x="129" y="29"/>
                    <a:pt x="138" y="29"/>
                  </a:cubicBezTo>
                  <a:cubicBezTo>
                    <a:pt x="268" y="29"/>
                    <a:pt x="268" y="29"/>
                    <a:pt x="268" y="29"/>
                  </a:cubicBezTo>
                  <a:cubicBezTo>
                    <a:pt x="276" y="29"/>
                    <a:pt x="283" y="35"/>
                    <a:pt x="285" y="42"/>
                  </a:cubicBezTo>
                  <a:cubicBezTo>
                    <a:pt x="289" y="72"/>
                    <a:pt x="298" y="101"/>
                    <a:pt x="309" y="125"/>
                  </a:cubicBezTo>
                  <a:cubicBezTo>
                    <a:pt x="315" y="137"/>
                    <a:pt x="320" y="147"/>
                    <a:pt x="327" y="156"/>
                  </a:cubicBezTo>
                  <a:cubicBezTo>
                    <a:pt x="77" y="156"/>
                    <a:pt x="77" y="156"/>
                    <a:pt x="77" y="156"/>
                  </a:cubicBezTo>
                  <a:cubicBezTo>
                    <a:pt x="84" y="147"/>
                    <a:pt x="90" y="137"/>
                    <a:pt x="95" y="125"/>
                  </a:cubicBezTo>
                  <a:close/>
                  <a:moveTo>
                    <a:pt x="29" y="201"/>
                  </a:moveTo>
                  <a:lnTo>
                    <a:pt x="29" y="201"/>
                  </a:lnTo>
                  <a:cubicBezTo>
                    <a:pt x="29" y="193"/>
                    <a:pt x="38" y="185"/>
                    <a:pt x="46" y="185"/>
                  </a:cubicBezTo>
                  <a:cubicBezTo>
                    <a:pt x="360" y="185"/>
                    <a:pt x="360" y="185"/>
                    <a:pt x="360" y="185"/>
                  </a:cubicBezTo>
                  <a:cubicBezTo>
                    <a:pt x="368" y="185"/>
                    <a:pt x="377" y="193"/>
                    <a:pt x="377" y="201"/>
                  </a:cubicBezTo>
                  <a:cubicBezTo>
                    <a:pt x="377" y="546"/>
                    <a:pt x="377" y="546"/>
                    <a:pt x="377" y="546"/>
                  </a:cubicBezTo>
                  <a:cubicBezTo>
                    <a:pt x="377" y="556"/>
                    <a:pt x="368" y="563"/>
                    <a:pt x="360" y="563"/>
                  </a:cubicBezTo>
                  <a:cubicBezTo>
                    <a:pt x="46" y="563"/>
                    <a:pt x="46" y="563"/>
                    <a:pt x="46" y="563"/>
                  </a:cubicBezTo>
                  <a:cubicBezTo>
                    <a:pt x="38" y="563"/>
                    <a:pt x="29" y="556"/>
                    <a:pt x="29" y="546"/>
                  </a:cubicBezTo>
                  <a:lnTo>
                    <a:pt x="29" y="20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31">
              <a:extLst>
                <a:ext uri="{FF2B5EF4-FFF2-40B4-BE49-F238E27FC236}">
                  <a16:creationId xmlns:a16="http://schemas.microsoft.com/office/drawing/2014/main" id="{369F8F0A-29DB-3468-47FF-4058639F04FE}"/>
                </a:ext>
              </a:extLst>
            </p:cNvPr>
            <p:cNvSpPr>
              <a:spLocks noChangeArrowheads="1"/>
            </p:cNvSpPr>
            <p:nvPr/>
          </p:nvSpPr>
          <p:spPr bwMode="auto">
            <a:xfrm>
              <a:off x="7967663" y="5588000"/>
              <a:ext cx="44450" cy="90488"/>
            </a:xfrm>
            <a:custGeom>
              <a:avLst/>
              <a:gdLst>
                <a:gd name="T0" fmla="*/ 1 w 125"/>
                <a:gd name="T1" fmla="*/ 145 h 250"/>
                <a:gd name="T2" fmla="*/ 1 w 125"/>
                <a:gd name="T3" fmla="*/ 145 h 250"/>
                <a:gd name="T4" fmla="*/ 4 w 125"/>
                <a:gd name="T5" fmla="*/ 151 h 250"/>
                <a:gd name="T6" fmla="*/ 4 w 125"/>
                <a:gd name="T7" fmla="*/ 151 h 250"/>
                <a:gd name="T8" fmla="*/ 97 w 125"/>
                <a:gd name="T9" fmla="*/ 244 h 250"/>
                <a:gd name="T10" fmla="*/ 118 w 125"/>
                <a:gd name="T11" fmla="*/ 244 h 250"/>
                <a:gd name="T12" fmla="*/ 118 w 125"/>
                <a:gd name="T13" fmla="*/ 223 h 250"/>
                <a:gd name="T14" fmla="*/ 28 w 125"/>
                <a:gd name="T15" fmla="*/ 134 h 250"/>
                <a:gd name="T16" fmla="*/ 28 w 125"/>
                <a:gd name="T17" fmla="*/ 15 h 250"/>
                <a:gd name="T18" fmla="*/ 13 w 125"/>
                <a:gd name="T19" fmla="*/ 0 h 250"/>
                <a:gd name="T20" fmla="*/ 0 w 125"/>
                <a:gd name="T21" fmla="*/ 15 h 250"/>
                <a:gd name="T22" fmla="*/ 0 w 125"/>
                <a:gd name="T23" fmla="*/ 140 h 250"/>
                <a:gd name="T24" fmla="*/ 1 w 125"/>
                <a:gd name="T25" fmla="*/ 145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250">
                  <a:moveTo>
                    <a:pt x="1" y="145"/>
                  </a:moveTo>
                  <a:lnTo>
                    <a:pt x="1" y="145"/>
                  </a:lnTo>
                  <a:cubicBezTo>
                    <a:pt x="1" y="148"/>
                    <a:pt x="2" y="149"/>
                    <a:pt x="4" y="151"/>
                  </a:cubicBezTo>
                  <a:lnTo>
                    <a:pt x="4" y="151"/>
                  </a:lnTo>
                  <a:cubicBezTo>
                    <a:pt x="97" y="244"/>
                    <a:pt x="97" y="244"/>
                    <a:pt x="97" y="244"/>
                  </a:cubicBezTo>
                  <a:cubicBezTo>
                    <a:pt x="104" y="249"/>
                    <a:pt x="112" y="249"/>
                    <a:pt x="118" y="244"/>
                  </a:cubicBezTo>
                  <a:cubicBezTo>
                    <a:pt x="124" y="238"/>
                    <a:pt x="124" y="229"/>
                    <a:pt x="118" y="223"/>
                  </a:cubicBezTo>
                  <a:cubicBezTo>
                    <a:pt x="28" y="134"/>
                    <a:pt x="28" y="134"/>
                    <a:pt x="28" y="134"/>
                  </a:cubicBezTo>
                  <a:cubicBezTo>
                    <a:pt x="28" y="15"/>
                    <a:pt x="28" y="15"/>
                    <a:pt x="28" y="15"/>
                  </a:cubicBezTo>
                  <a:cubicBezTo>
                    <a:pt x="28" y="6"/>
                    <a:pt x="21" y="0"/>
                    <a:pt x="13" y="0"/>
                  </a:cubicBezTo>
                  <a:cubicBezTo>
                    <a:pt x="6" y="0"/>
                    <a:pt x="0" y="6"/>
                    <a:pt x="0" y="15"/>
                  </a:cubicBezTo>
                  <a:cubicBezTo>
                    <a:pt x="0" y="140"/>
                    <a:pt x="0" y="140"/>
                    <a:pt x="0" y="140"/>
                  </a:cubicBezTo>
                  <a:cubicBezTo>
                    <a:pt x="0" y="142"/>
                    <a:pt x="0" y="144"/>
                    <a:pt x="1"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03184077-053D-EE9B-345F-C199343CADD6}"/>
              </a:ext>
            </a:extLst>
          </p:cNvPr>
          <p:cNvGrpSpPr/>
          <p:nvPr/>
        </p:nvGrpSpPr>
        <p:grpSpPr>
          <a:xfrm>
            <a:off x="11064999" y="4663703"/>
            <a:ext cx="115887" cy="254000"/>
            <a:chOff x="9923463" y="4997450"/>
            <a:chExt cx="115887" cy="254000"/>
          </a:xfrm>
          <a:solidFill>
            <a:schemeClr val="tx2"/>
          </a:solidFill>
        </p:grpSpPr>
        <p:sp>
          <p:nvSpPr>
            <p:cNvPr id="398" name="Freeform 332">
              <a:extLst>
                <a:ext uri="{FF2B5EF4-FFF2-40B4-BE49-F238E27FC236}">
                  <a16:creationId xmlns:a16="http://schemas.microsoft.com/office/drawing/2014/main" id="{22761EEA-C308-B072-181D-B3EC7F07DFE1}"/>
                </a:ext>
              </a:extLst>
            </p:cNvPr>
            <p:cNvSpPr>
              <a:spLocks noChangeArrowheads="1"/>
            </p:cNvSpPr>
            <p:nvPr/>
          </p:nvSpPr>
          <p:spPr bwMode="auto">
            <a:xfrm>
              <a:off x="9923463" y="4997450"/>
              <a:ext cx="115887" cy="254000"/>
            </a:xfrm>
            <a:custGeom>
              <a:avLst/>
              <a:gdLst>
                <a:gd name="T0" fmla="*/ 258 w 324"/>
                <a:gd name="T1" fmla="*/ 4 h 704"/>
                <a:gd name="T2" fmla="*/ 258 w 324"/>
                <a:gd name="T3" fmla="*/ 4 h 704"/>
                <a:gd name="T4" fmla="*/ 247 w 324"/>
                <a:gd name="T5" fmla="*/ 0 h 704"/>
                <a:gd name="T6" fmla="*/ 73 w 324"/>
                <a:gd name="T7" fmla="*/ 0 h 704"/>
                <a:gd name="T8" fmla="*/ 63 w 324"/>
                <a:gd name="T9" fmla="*/ 4 h 704"/>
                <a:gd name="T10" fmla="*/ 59 w 324"/>
                <a:gd name="T11" fmla="*/ 14 h 704"/>
                <a:gd name="T12" fmla="*/ 59 w 324"/>
                <a:gd name="T13" fmla="*/ 146 h 704"/>
                <a:gd name="T14" fmla="*/ 47 w 324"/>
                <a:gd name="T15" fmla="*/ 146 h 704"/>
                <a:gd name="T16" fmla="*/ 0 w 324"/>
                <a:gd name="T17" fmla="*/ 192 h 704"/>
                <a:gd name="T18" fmla="*/ 0 w 324"/>
                <a:gd name="T19" fmla="*/ 656 h 704"/>
                <a:gd name="T20" fmla="*/ 47 w 324"/>
                <a:gd name="T21" fmla="*/ 703 h 704"/>
                <a:gd name="T22" fmla="*/ 276 w 324"/>
                <a:gd name="T23" fmla="*/ 703 h 704"/>
                <a:gd name="T24" fmla="*/ 323 w 324"/>
                <a:gd name="T25" fmla="*/ 656 h 704"/>
                <a:gd name="T26" fmla="*/ 323 w 324"/>
                <a:gd name="T27" fmla="*/ 192 h 704"/>
                <a:gd name="T28" fmla="*/ 276 w 324"/>
                <a:gd name="T29" fmla="*/ 146 h 704"/>
                <a:gd name="T30" fmla="*/ 262 w 324"/>
                <a:gd name="T31" fmla="*/ 146 h 704"/>
                <a:gd name="T32" fmla="*/ 262 w 324"/>
                <a:gd name="T33" fmla="*/ 14 h 704"/>
                <a:gd name="T34" fmla="*/ 258 w 324"/>
                <a:gd name="T35" fmla="*/ 4 h 704"/>
                <a:gd name="T36" fmla="*/ 88 w 324"/>
                <a:gd name="T37" fmla="*/ 29 h 704"/>
                <a:gd name="T38" fmla="*/ 88 w 324"/>
                <a:gd name="T39" fmla="*/ 29 h 704"/>
                <a:gd name="T40" fmla="*/ 232 w 324"/>
                <a:gd name="T41" fmla="*/ 29 h 704"/>
                <a:gd name="T42" fmla="*/ 232 w 324"/>
                <a:gd name="T43" fmla="*/ 140 h 704"/>
                <a:gd name="T44" fmla="*/ 88 w 324"/>
                <a:gd name="T45" fmla="*/ 140 h 704"/>
                <a:gd name="T46" fmla="*/ 88 w 324"/>
                <a:gd name="T47" fmla="*/ 29 h 704"/>
                <a:gd name="T48" fmla="*/ 292 w 324"/>
                <a:gd name="T49" fmla="*/ 192 h 704"/>
                <a:gd name="T50" fmla="*/ 292 w 324"/>
                <a:gd name="T51" fmla="*/ 192 h 704"/>
                <a:gd name="T52" fmla="*/ 292 w 324"/>
                <a:gd name="T53" fmla="*/ 656 h 704"/>
                <a:gd name="T54" fmla="*/ 276 w 324"/>
                <a:gd name="T55" fmla="*/ 673 h 704"/>
                <a:gd name="T56" fmla="*/ 47 w 324"/>
                <a:gd name="T57" fmla="*/ 673 h 704"/>
                <a:gd name="T58" fmla="*/ 29 w 324"/>
                <a:gd name="T59" fmla="*/ 656 h 704"/>
                <a:gd name="T60" fmla="*/ 29 w 324"/>
                <a:gd name="T61" fmla="*/ 192 h 704"/>
                <a:gd name="T62" fmla="*/ 47 w 324"/>
                <a:gd name="T63" fmla="*/ 176 h 704"/>
                <a:gd name="T64" fmla="*/ 276 w 324"/>
                <a:gd name="T65" fmla="*/ 176 h 704"/>
                <a:gd name="T66" fmla="*/ 292 w 324"/>
                <a:gd name="T67" fmla="*/ 19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4" h="704">
                  <a:moveTo>
                    <a:pt x="258" y="4"/>
                  </a:moveTo>
                  <a:lnTo>
                    <a:pt x="258" y="4"/>
                  </a:lnTo>
                  <a:cubicBezTo>
                    <a:pt x="255" y="2"/>
                    <a:pt x="251" y="0"/>
                    <a:pt x="247" y="0"/>
                  </a:cubicBezTo>
                  <a:cubicBezTo>
                    <a:pt x="73" y="0"/>
                    <a:pt x="73" y="0"/>
                    <a:pt x="73" y="0"/>
                  </a:cubicBezTo>
                  <a:cubicBezTo>
                    <a:pt x="70" y="0"/>
                    <a:pt x="66" y="2"/>
                    <a:pt x="63" y="4"/>
                  </a:cubicBezTo>
                  <a:cubicBezTo>
                    <a:pt x="60" y="7"/>
                    <a:pt x="59" y="10"/>
                    <a:pt x="59" y="14"/>
                  </a:cubicBezTo>
                  <a:cubicBezTo>
                    <a:pt x="59" y="146"/>
                    <a:pt x="59" y="146"/>
                    <a:pt x="59" y="146"/>
                  </a:cubicBezTo>
                  <a:cubicBezTo>
                    <a:pt x="47" y="146"/>
                    <a:pt x="47" y="146"/>
                    <a:pt x="47" y="146"/>
                  </a:cubicBezTo>
                  <a:cubicBezTo>
                    <a:pt x="21" y="146"/>
                    <a:pt x="0" y="166"/>
                    <a:pt x="0" y="192"/>
                  </a:cubicBezTo>
                  <a:cubicBezTo>
                    <a:pt x="0" y="656"/>
                    <a:pt x="0" y="656"/>
                    <a:pt x="0" y="656"/>
                  </a:cubicBezTo>
                  <a:cubicBezTo>
                    <a:pt x="0" y="681"/>
                    <a:pt x="21" y="703"/>
                    <a:pt x="47" y="703"/>
                  </a:cubicBezTo>
                  <a:cubicBezTo>
                    <a:pt x="276" y="703"/>
                    <a:pt x="276" y="703"/>
                    <a:pt x="276" y="703"/>
                  </a:cubicBezTo>
                  <a:cubicBezTo>
                    <a:pt x="302" y="703"/>
                    <a:pt x="323" y="681"/>
                    <a:pt x="323" y="656"/>
                  </a:cubicBezTo>
                  <a:cubicBezTo>
                    <a:pt x="323" y="192"/>
                    <a:pt x="323" y="192"/>
                    <a:pt x="323" y="192"/>
                  </a:cubicBezTo>
                  <a:cubicBezTo>
                    <a:pt x="323" y="166"/>
                    <a:pt x="302" y="146"/>
                    <a:pt x="276" y="146"/>
                  </a:cubicBezTo>
                  <a:cubicBezTo>
                    <a:pt x="262" y="146"/>
                    <a:pt x="262" y="146"/>
                    <a:pt x="262" y="146"/>
                  </a:cubicBezTo>
                  <a:cubicBezTo>
                    <a:pt x="262" y="14"/>
                    <a:pt x="262" y="14"/>
                    <a:pt x="262" y="14"/>
                  </a:cubicBezTo>
                  <a:cubicBezTo>
                    <a:pt x="262" y="10"/>
                    <a:pt x="261" y="7"/>
                    <a:pt x="258" y="4"/>
                  </a:cubicBezTo>
                  <a:close/>
                  <a:moveTo>
                    <a:pt x="88" y="29"/>
                  </a:moveTo>
                  <a:lnTo>
                    <a:pt x="88" y="29"/>
                  </a:lnTo>
                  <a:cubicBezTo>
                    <a:pt x="232" y="29"/>
                    <a:pt x="232" y="29"/>
                    <a:pt x="232" y="29"/>
                  </a:cubicBezTo>
                  <a:cubicBezTo>
                    <a:pt x="232" y="140"/>
                    <a:pt x="232" y="140"/>
                    <a:pt x="232" y="140"/>
                  </a:cubicBezTo>
                  <a:cubicBezTo>
                    <a:pt x="88" y="140"/>
                    <a:pt x="88" y="140"/>
                    <a:pt x="88" y="140"/>
                  </a:cubicBezTo>
                  <a:lnTo>
                    <a:pt x="88" y="29"/>
                  </a:lnTo>
                  <a:close/>
                  <a:moveTo>
                    <a:pt x="292" y="192"/>
                  </a:moveTo>
                  <a:lnTo>
                    <a:pt x="292" y="192"/>
                  </a:lnTo>
                  <a:cubicBezTo>
                    <a:pt x="292" y="656"/>
                    <a:pt x="292" y="656"/>
                    <a:pt x="292" y="656"/>
                  </a:cubicBezTo>
                  <a:cubicBezTo>
                    <a:pt x="292" y="666"/>
                    <a:pt x="285" y="673"/>
                    <a:pt x="276" y="673"/>
                  </a:cubicBezTo>
                  <a:cubicBezTo>
                    <a:pt x="47" y="673"/>
                    <a:pt x="47" y="673"/>
                    <a:pt x="47" y="673"/>
                  </a:cubicBezTo>
                  <a:cubicBezTo>
                    <a:pt x="37" y="673"/>
                    <a:pt x="29" y="666"/>
                    <a:pt x="29" y="656"/>
                  </a:cubicBezTo>
                  <a:cubicBezTo>
                    <a:pt x="29" y="192"/>
                    <a:pt x="29" y="192"/>
                    <a:pt x="29" y="192"/>
                  </a:cubicBezTo>
                  <a:cubicBezTo>
                    <a:pt x="29" y="183"/>
                    <a:pt x="37" y="176"/>
                    <a:pt x="47" y="176"/>
                  </a:cubicBezTo>
                  <a:cubicBezTo>
                    <a:pt x="276" y="176"/>
                    <a:pt x="276" y="176"/>
                    <a:pt x="276" y="176"/>
                  </a:cubicBezTo>
                  <a:cubicBezTo>
                    <a:pt x="285" y="176"/>
                    <a:pt x="292" y="183"/>
                    <a:pt x="292"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33">
              <a:extLst>
                <a:ext uri="{FF2B5EF4-FFF2-40B4-BE49-F238E27FC236}">
                  <a16:creationId xmlns:a16="http://schemas.microsoft.com/office/drawing/2014/main" id="{AFC876A8-B0D3-DC4C-32D6-537AFC0729DE}"/>
                </a:ext>
              </a:extLst>
            </p:cNvPr>
            <p:cNvSpPr>
              <a:spLocks noChangeArrowheads="1"/>
            </p:cNvSpPr>
            <p:nvPr/>
          </p:nvSpPr>
          <p:spPr bwMode="auto">
            <a:xfrm>
              <a:off x="9964738" y="5018088"/>
              <a:ext cx="11112" cy="11112"/>
            </a:xfrm>
            <a:custGeom>
              <a:avLst/>
              <a:gdLst>
                <a:gd name="T0" fmla="*/ 0 w 31"/>
                <a:gd name="T1" fmla="*/ 30 h 31"/>
                <a:gd name="T2" fmla="*/ 30 w 31"/>
                <a:gd name="T3" fmla="*/ 30 h 31"/>
                <a:gd name="T4" fmla="*/ 30 w 31"/>
                <a:gd name="T5" fmla="*/ 0 h 31"/>
                <a:gd name="T6" fmla="*/ 0 w 31"/>
                <a:gd name="T7" fmla="*/ 0 h 31"/>
                <a:gd name="T8" fmla="*/ 0 w 31"/>
                <a:gd name="T9" fmla="*/ 30 h 31"/>
              </a:gdLst>
              <a:ahLst/>
              <a:cxnLst>
                <a:cxn ang="0">
                  <a:pos x="T0" y="T1"/>
                </a:cxn>
                <a:cxn ang="0">
                  <a:pos x="T2" y="T3"/>
                </a:cxn>
                <a:cxn ang="0">
                  <a:pos x="T4" y="T5"/>
                </a:cxn>
                <a:cxn ang="0">
                  <a:pos x="T6" y="T7"/>
                </a:cxn>
                <a:cxn ang="0">
                  <a:pos x="T8" y="T9"/>
                </a:cxn>
              </a:cxnLst>
              <a:rect l="0" t="0" r="r" b="b"/>
              <a:pathLst>
                <a:path w="31" h="31">
                  <a:moveTo>
                    <a:pt x="0" y="30"/>
                  </a:moveTo>
                  <a:lnTo>
                    <a:pt x="30" y="30"/>
                  </a:lnTo>
                  <a:lnTo>
                    <a:pt x="30"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34">
              <a:extLst>
                <a:ext uri="{FF2B5EF4-FFF2-40B4-BE49-F238E27FC236}">
                  <a16:creationId xmlns:a16="http://schemas.microsoft.com/office/drawing/2014/main" id="{16A46D55-9FC4-EA13-EB3A-955D421E6355}"/>
                </a:ext>
              </a:extLst>
            </p:cNvPr>
            <p:cNvSpPr>
              <a:spLocks noChangeArrowheads="1"/>
            </p:cNvSpPr>
            <p:nvPr/>
          </p:nvSpPr>
          <p:spPr bwMode="auto">
            <a:xfrm>
              <a:off x="9986963" y="5018088"/>
              <a:ext cx="11112" cy="11112"/>
            </a:xfrm>
            <a:custGeom>
              <a:avLst/>
              <a:gdLst>
                <a:gd name="T0" fmla="*/ 0 w 29"/>
                <a:gd name="T1" fmla="*/ 30 h 31"/>
                <a:gd name="T2" fmla="*/ 28 w 29"/>
                <a:gd name="T3" fmla="*/ 30 h 31"/>
                <a:gd name="T4" fmla="*/ 28 w 29"/>
                <a:gd name="T5" fmla="*/ 0 h 31"/>
                <a:gd name="T6" fmla="*/ 0 w 29"/>
                <a:gd name="T7" fmla="*/ 0 h 31"/>
                <a:gd name="T8" fmla="*/ 0 w 29"/>
                <a:gd name="T9" fmla="*/ 30 h 31"/>
              </a:gdLst>
              <a:ahLst/>
              <a:cxnLst>
                <a:cxn ang="0">
                  <a:pos x="T0" y="T1"/>
                </a:cxn>
                <a:cxn ang="0">
                  <a:pos x="T2" y="T3"/>
                </a:cxn>
                <a:cxn ang="0">
                  <a:pos x="T4" y="T5"/>
                </a:cxn>
                <a:cxn ang="0">
                  <a:pos x="T6" y="T7"/>
                </a:cxn>
                <a:cxn ang="0">
                  <a:pos x="T8" y="T9"/>
                </a:cxn>
              </a:cxnLst>
              <a:rect l="0" t="0" r="r" b="b"/>
              <a:pathLst>
                <a:path w="29" h="31">
                  <a:moveTo>
                    <a:pt x="0" y="30"/>
                  </a:moveTo>
                  <a:lnTo>
                    <a:pt x="28" y="30"/>
                  </a:lnTo>
                  <a:lnTo>
                    <a:pt x="28"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1" name="Group 404">
            <a:extLst>
              <a:ext uri="{FF2B5EF4-FFF2-40B4-BE49-F238E27FC236}">
                <a16:creationId xmlns:a16="http://schemas.microsoft.com/office/drawing/2014/main" id="{7E7C54EC-516A-9427-B048-D3B2E258EFDC}"/>
              </a:ext>
            </a:extLst>
          </p:cNvPr>
          <p:cNvGrpSpPr/>
          <p:nvPr/>
        </p:nvGrpSpPr>
        <p:grpSpPr>
          <a:xfrm>
            <a:off x="10595099" y="4651003"/>
            <a:ext cx="139700" cy="279400"/>
            <a:chOff x="9453563" y="4972050"/>
            <a:chExt cx="139700" cy="279400"/>
          </a:xfrm>
          <a:solidFill>
            <a:schemeClr val="tx2"/>
          </a:solidFill>
        </p:grpSpPr>
        <p:sp>
          <p:nvSpPr>
            <p:cNvPr id="402" name="Freeform 335">
              <a:extLst>
                <a:ext uri="{FF2B5EF4-FFF2-40B4-BE49-F238E27FC236}">
                  <a16:creationId xmlns:a16="http://schemas.microsoft.com/office/drawing/2014/main" id="{0EFC9BEB-55D2-DC13-F358-DCC084C496A7}"/>
                </a:ext>
              </a:extLst>
            </p:cNvPr>
            <p:cNvSpPr>
              <a:spLocks noChangeArrowheads="1"/>
            </p:cNvSpPr>
            <p:nvPr/>
          </p:nvSpPr>
          <p:spPr bwMode="auto">
            <a:xfrm>
              <a:off x="9453563" y="4972050"/>
              <a:ext cx="139700" cy="279400"/>
            </a:xfrm>
            <a:custGeom>
              <a:avLst/>
              <a:gdLst>
                <a:gd name="T0" fmla="*/ 79 w 386"/>
                <a:gd name="T1" fmla="*/ 0 h 775"/>
                <a:gd name="T2" fmla="*/ 79 w 386"/>
                <a:gd name="T3" fmla="*/ 0 h 775"/>
                <a:gd name="T4" fmla="*/ 65 w 386"/>
                <a:gd name="T5" fmla="*/ 15 h 775"/>
                <a:gd name="T6" fmla="*/ 65 w 386"/>
                <a:gd name="T7" fmla="*/ 130 h 775"/>
                <a:gd name="T8" fmla="*/ 0 w 386"/>
                <a:gd name="T9" fmla="*/ 208 h 775"/>
                <a:gd name="T10" fmla="*/ 0 w 386"/>
                <a:gd name="T11" fmla="*/ 694 h 775"/>
                <a:gd name="T12" fmla="*/ 79 w 386"/>
                <a:gd name="T13" fmla="*/ 774 h 775"/>
                <a:gd name="T14" fmla="*/ 305 w 386"/>
                <a:gd name="T15" fmla="*/ 774 h 775"/>
                <a:gd name="T16" fmla="*/ 385 w 386"/>
                <a:gd name="T17" fmla="*/ 694 h 775"/>
                <a:gd name="T18" fmla="*/ 385 w 386"/>
                <a:gd name="T19" fmla="*/ 208 h 775"/>
                <a:gd name="T20" fmla="*/ 305 w 386"/>
                <a:gd name="T21" fmla="*/ 129 h 775"/>
                <a:gd name="T22" fmla="*/ 94 w 386"/>
                <a:gd name="T23" fmla="*/ 129 h 775"/>
                <a:gd name="T24" fmla="*/ 94 w 386"/>
                <a:gd name="T25" fmla="*/ 15 h 775"/>
                <a:gd name="T26" fmla="*/ 79 w 386"/>
                <a:gd name="T27" fmla="*/ 0 h 775"/>
                <a:gd name="T28" fmla="*/ 356 w 386"/>
                <a:gd name="T29" fmla="*/ 208 h 775"/>
                <a:gd name="T30" fmla="*/ 356 w 386"/>
                <a:gd name="T31" fmla="*/ 208 h 775"/>
                <a:gd name="T32" fmla="*/ 356 w 386"/>
                <a:gd name="T33" fmla="*/ 694 h 775"/>
                <a:gd name="T34" fmla="*/ 305 w 386"/>
                <a:gd name="T35" fmla="*/ 744 h 775"/>
                <a:gd name="T36" fmla="*/ 79 w 386"/>
                <a:gd name="T37" fmla="*/ 744 h 775"/>
                <a:gd name="T38" fmla="*/ 29 w 386"/>
                <a:gd name="T39" fmla="*/ 694 h 775"/>
                <a:gd name="T40" fmla="*/ 29 w 386"/>
                <a:gd name="T41" fmla="*/ 208 h 775"/>
                <a:gd name="T42" fmla="*/ 79 w 386"/>
                <a:gd name="T43" fmla="*/ 159 h 775"/>
                <a:gd name="T44" fmla="*/ 305 w 386"/>
                <a:gd name="T45" fmla="*/ 159 h 775"/>
                <a:gd name="T46" fmla="*/ 356 w 386"/>
                <a:gd name="T47" fmla="*/ 208 h 7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6" h="775">
                  <a:moveTo>
                    <a:pt x="79" y="0"/>
                  </a:moveTo>
                  <a:lnTo>
                    <a:pt x="79" y="0"/>
                  </a:lnTo>
                  <a:cubicBezTo>
                    <a:pt x="72" y="0"/>
                    <a:pt x="65" y="7"/>
                    <a:pt x="65" y="15"/>
                  </a:cubicBezTo>
                  <a:cubicBezTo>
                    <a:pt x="65" y="130"/>
                    <a:pt x="65" y="130"/>
                    <a:pt x="65" y="130"/>
                  </a:cubicBezTo>
                  <a:cubicBezTo>
                    <a:pt x="28" y="137"/>
                    <a:pt x="0" y="170"/>
                    <a:pt x="0" y="208"/>
                  </a:cubicBezTo>
                  <a:cubicBezTo>
                    <a:pt x="0" y="694"/>
                    <a:pt x="0" y="694"/>
                    <a:pt x="0" y="694"/>
                  </a:cubicBezTo>
                  <a:cubicBezTo>
                    <a:pt x="0" y="738"/>
                    <a:pt x="36" y="774"/>
                    <a:pt x="79" y="774"/>
                  </a:cubicBezTo>
                  <a:cubicBezTo>
                    <a:pt x="305" y="774"/>
                    <a:pt x="305" y="774"/>
                    <a:pt x="305" y="774"/>
                  </a:cubicBezTo>
                  <a:cubicBezTo>
                    <a:pt x="349" y="774"/>
                    <a:pt x="385" y="738"/>
                    <a:pt x="385" y="694"/>
                  </a:cubicBezTo>
                  <a:cubicBezTo>
                    <a:pt x="385" y="208"/>
                    <a:pt x="385" y="208"/>
                    <a:pt x="385" y="208"/>
                  </a:cubicBezTo>
                  <a:cubicBezTo>
                    <a:pt x="385" y="165"/>
                    <a:pt x="349" y="129"/>
                    <a:pt x="305" y="129"/>
                  </a:cubicBezTo>
                  <a:cubicBezTo>
                    <a:pt x="94" y="129"/>
                    <a:pt x="94" y="129"/>
                    <a:pt x="94" y="129"/>
                  </a:cubicBezTo>
                  <a:cubicBezTo>
                    <a:pt x="94" y="15"/>
                    <a:pt x="94" y="15"/>
                    <a:pt x="94" y="15"/>
                  </a:cubicBezTo>
                  <a:cubicBezTo>
                    <a:pt x="94" y="7"/>
                    <a:pt x="87" y="0"/>
                    <a:pt x="79" y="0"/>
                  </a:cubicBezTo>
                  <a:close/>
                  <a:moveTo>
                    <a:pt x="356" y="208"/>
                  </a:moveTo>
                  <a:lnTo>
                    <a:pt x="356" y="208"/>
                  </a:lnTo>
                  <a:cubicBezTo>
                    <a:pt x="356" y="694"/>
                    <a:pt x="356" y="694"/>
                    <a:pt x="356" y="694"/>
                  </a:cubicBezTo>
                  <a:cubicBezTo>
                    <a:pt x="356" y="722"/>
                    <a:pt x="334" y="744"/>
                    <a:pt x="305" y="744"/>
                  </a:cubicBezTo>
                  <a:cubicBezTo>
                    <a:pt x="79" y="744"/>
                    <a:pt x="79" y="744"/>
                    <a:pt x="79" y="744"/>
                  </a:cubicBezTo>
                  <a:cubicBezTo>
                    <a:pt x="51" y="744"/>
                    <a:pt x="29" y="722"/>
                    <a:pt x="29" y="694"/>
                  </a:cubicBezTo>
                  <a:cubicBezTo>
                    <a:pt x="29" y="208"/>
                    <a:pt x="29" y="208"/>
                    <a:pt x="29" y="208"/>
                  </a:cubicBezTo>
                  <a:cubicBezTo>
                    <a:pt x="29" y="181"/>
                    <a:pt x="51" y="159"/>
                    <a:pt x="79" y="159"/>
                  </a:cubicBezTo>
                  <a:cubicBezTo>
                    <a:pt x="305" y="159"/>
                    <a:pt x="305" y="159"/>
                    <a:pt x="305" y="159"/>
                  </a:cubicBezTo>
                  <a:cubicBezTo>
                    <a:pt x="334" y="159"/>
                    <a:pt x="356" y="181"/>
                    <a:pt x="356"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3" name="Freeform 336">
              <a:extLst>
                <a:ext uri="{FF2B5EF4-FFF2-40B4-BE49-F238E27FC236}">
                  <a16:creationId xmlns:a16="http://schemas.microsoft.com/office/drawing/2014/main" id="{DAA25187-E594-00BB-7379-900CF9F31DEF}"/>
                </a:ext>
              </a:extLst>
            </p:cNvPr>
            <p:cNvSpPr>
              <a:spLocks noChangeArrowheads="1"/>
            </p:cNvSpPr>
            <p:nvPr/>
          </p:nvSpPr>
          <p:spPr bwMode="auto">
            <a:xfrm>
              <a:off x="9477375" y="5041900"/>
              <a:ext cx="92075" cy="69850"/>
            </a:xfrm>
            <a:custGeom>
              <a:avLst/>
              <a:gdLst>
                <a:gd name="T0" fmla="*/ 4 w 256"/>
                <a:gd name="T1" fmla="*/ 4 h 192"/>
                <a:gd name="T2" fmla="*/ 4 w 256"/>
                <a:gd name="T3" fmla="*/ 4 h 192"/>
                <a:gd name="T4" fmla="*/ 0 w 256"/>
                <a:gd name="T5" fmla="*/ 13 h 192"/>
                <a:gd name="T6" fmla="*/ 0 w 256"/>
                <a:gd name="T7" fmla="*/ 175 h 192"/>
                <a:gd name="T8" fmla="*/ 4 w 256"/>
                <a:gd name="T9" fmla="*/ 186 h 192"/>
                <a:gd name="T10" fmla="*/ 14 w 256"/>
                <a:gd name="T11" fmla="*/ 191 h 192"/>
                <a:gd name="T12" fmla="*/ 240 w 256"/>
                <a:gd name="T13" fmla="*/ 191 h 192"/>
                <a:gd name="T14" fmla="*/ 251 w 256"/>
                <a:gd name="T15" fmla="*/ 186 h 192"/>
                <a:gd name="T16" fmla="*/ 255 w 256"/>
                <a:gd name="T17" fmla="*/ 175 h 192"/>
                <a:gd name="T18" fmla="*/ 255 w 256"/>
                <a:gd name="T19" fmla="*/ 13 h 192"/>
                <a:gd name="T20" fmla="*/ 251 w 256"/>
                <a:gd name="T21" fmla="*/ 4 h 192"/>
                <a:gd name="T22" fmla="*/ 240 w 256"/>
                <a:gd name="T23" fmla="*/ 0 h 192"/>
                <a:gd name="T24" fmla="*/ 14 w 256"/>
                <a:gd name="T25" fmla="*/ 0 h 192"/>
                <a:gd name="T26" fmla="*/ 4 w 256"/>
                <a:gd name="T27" fmla="*/ 4 h 192"/>
                <a:gd name="T28" fmla="*/ 29 w 256"/>
                <a:gd name="T29" fmla="*/ 29 h 192"/>
                <a:gd name="T30" fmla="*/ 29 w 256"/>
                <a:gd name="T31" fmla="*/ 29 h 192"/>
                <a:gd name="T32" fmla="*/ 226 w 256"/>
                <a:gd name="T33" fmla="*/ 29 h 192"/>
                <a:gd name="T34" fmla="*/ 226 w 256"/>
                <a:gd name="T35" fmla="*/ 160 h 192"/>
                <a:gd name="T36" fmla="*/ 29 w 256"/>
                <a:gd name="T37" fmla="*/ 160 h 192"/>
                <a:gd name="T38" fmla="*/ 29 w 256"/>
                <a:gd name="T39" fmla="*/ 2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56" h="192">
                  <a:moveTo>
                    <a:pt x="4" y="4"/>
                  </a:moveTo>
                  <a:lnTo>
                    <a:pt x="4" y="4"/>
                  </a:lnTo>
                  <a:cubicBezTo>
                    <a:pt x="1" y="7"/>
                    <a:pt x="0" y="9"/>
                    <a:pt x="0" y="13"/>
                  </a:cubicBezTo>
                  <a:cubicBezTo>
                    <a:pt x="0" y="175"/>
                    <a:pt x="0" y="175"/>
                    <a:pt x="0" y="175"/>
                  </a:cubicBezTo>
                  <a:cubicBezTo>
                    <a:pt x="0" y="180"/>
                    <a:pt x="1" y="184"/>
                    <a:pt x="4" y="186"/>
                  </a:cubicBezTo>
                  <a:cubicBezTo>
                    <a:pt x="7" y="189"/>
                    <a:pt x="11" y="191"/>
                    <a:pt x="14" y="191"/>
                  </a:cubicBezTo>
                  <a:cubicBezTo>
                    <a:pt x="240" y="191"/>
                    <a:pt x="240" y="191"/>
                    <a:pt x="240" y="191"/>
                  </a:cubicBezTo>
                  <a:cubicBezTo>
                    <a:pt x="244" y="191"/>
                    <a:pt x="248" y="189"/>
                    <a:pt x="251" y="186"/>
                  </a:cubicBezTo>
                  <a:cubicBezTo>
                    <a:pt x="254" y="184"/>
                    <a:pt x="255" y="180"/>
                    <a:pt x="255" y="175"/>
                  </a:cubicBezTo>
                  <a:cubicBezTo>
                    <a:pt x="255" y="13"/>
                    <a:pt x="255" y="13"/>
                    <a:pt x="255" y="13"/>
                  </a:cubicBezTo>
                  <a:cubicBezTo>
                    <a:pt x="255" y="9"/>
                    <a:pt x="254" y="7"/>
                    <a:pt x="251" y="4"/>
                  </a:cubicBezTo>
                  <a:cubicBezTo>
                    <a:pt x="248" y="1"/>
                    <a:pt x="244" y="0"/>
                    <a:pt x="240" y="0"/>
                  </a:cubicBezTo>
                  <a:cubicBezTo>
                    <a:pt x="14" y="0"/>
                    <a:pt x="14" y="0"/>
                    <a:pt x="14" y="0"/>
                  </a:cubicBezTo>
                  <a:cubicBezTo>
                    <a:pt x="11" y="0"/>
                    <a:pt x="7" y="1"/>
                    <a:pt x="4" y="4"/>
                  </a:cubicBezTo>
                  <a:close/>
                  <a:moveTo>
                    <a:pt x="29" y="29"/>
                  </a:moveTo>
                  <a:lnTo>
                    <a:pt x="29" y="29"/>
                  </a:lnTo>
                  <a:cubicBezTo>
                    <a:pt x="226" y="29"/>
                    <a:pt x="226" y="29"/>
                    <a:pt x="226" y="29"/>
                  </a:cubicBezTo>
                  <a:cubicBezTo>
                    <a:pt x="226" y="160"/>
                    <a:pt x="226" y="160"/>
                    <a:pt x="226" y="160"/>
                  </a:cubicBezTo>
                  <a:cubicBezTo>
                    <a:pt x="29" y="160"/>
                    <a:pt x="29" y="160"/>
                    <a:pt x="29" y="16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4" name="Freeform 337">
              <a:extLst>
                <a:ext uri="{FF2B5EF4-FFF2-40B4-BE49-F238E27FC236}">
                  <a16:creationId xmlns:a16="http://schemas.microsoft.com/office/drawing/2014/main" id="{7AA7F610-5284-C015-340C-3763835A14B0}"/>
                </a:ext>
              </a:extLst>
            </p:cNvPr>
            <p:cNvSpPr>
              <a:spLocks noChangeArrowheads="1"/>
            </p:cNvSpPr>
            <p:nvPr/>
          </p:nvSpPr>
          <p:spPr bwMode="auto">
            <a:xfrm>
              <a:off x="9488488" y="5135563"/>
              <a:ext cx="22225" cy="11112"/>
            </a:xfrm>
            <a:custGeom>
              <a:avLst/>
              <a:gdLst>
                <a:gd name="T0" fmla="*/ 48 w 63"/>
                <a:gd name="T1" fmla="*/ 0 h 30"/>
                <a:gd name="T2" fmla="*/ 48 w 63"/>
                <a:gd name="T3" fmla="*/ 0 h 30"/>
                <a:gd name="T4" fmla="*/ 15 w 63"/>
                <a:gd name="T5" fmla="*/ 0 h 30"/>
                <a:gd name="T6" fmla="*/ 0 w 63"/>
                <a:gd name="T7" fmla="*/ 15 h 30"/>
                <a:gd name="T8" fmla="*/ 15 w 63"/>
                <a:gd name="T9" fmla="*/ 29 h 30"/>
                <a:gd name="T10" fmla="*/ 48 w 63"/>
                <a:gd name="T11" fmla="*/ 29 h 30"/>
                <a:gd name="T12" fmla="*/ 62 w 63"/>
                <a:gd name="T13" fmla="*/ 15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5"/>
                  </a:cubicBezTo>
                  <a:cubicBezTo>
                    <a:pt x="0" y="23"/>
                    <a:pt x="7" y="29"/>
                    <a:pt x="15" y="29"/>
                  </a:cubicBezTo>
                  <a:cubicBezTo>
                    <a:pt x="48" y="29"/>
                    <a:pt x="48" y="29"/>
                    <a:pt x="48" y="29"/>
                  </a:cubicBezTo>
                  <a:cubicBezTo>
                    <a:pt x="57" y="29"/>
                    <a:pt x="62" y="23"/>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8">
              <a:extLst>
                <a:ext uri="{FF2B5EF4-FFF2-40B4-BE49-F238E27FC236}">
                  <a16:creationId xmlns:a16="http://schemas.microsoft.com/office/drawing/2014/main" id="{A34F685E-C312-0F8B-8DC0-A267306E999E}"/>
                </a:ext>
              </a:extLst>
            </p:cNvPr>
            <p:cNvSpPr>
              <a:spLocks noChangeArrowheads="1"/>
            </p:cNvSpPr>
            <p:nvPr/>
          </p:nvSpPr>
          <p:spPr bwMode="auto">
            <a:xfrm>
              <a:off x="9536113" y="5135563"/>
              <a:ext cx="22225" cy="11112"/>
            </a:xfrm>
            <a:custGeom>
              <a:avLst/>
              <a:gdLst>
                <a:gd name="T0" fmla="*/ 46 w 63"/>
                <a:gd name="T1" fmla="*/ 0 h 30"/>
                <a:gd name="T2" fmla="*/ 46 w 63"/>
                <a:gd name="T3" fmla="*/ 0 h 30"/>
                <a:gd name="T4" fmla="*/ 13 w 63"/>
                <a:gd name="T5" fmla="*/ 0 h 30"/>
                <a:gd name="T6" fmla="*/ 0 w 63"/>
                <a:gd name="T7" fmla="*/ 15 h 30"/>
                <a:gd name="T8" fmla="*/ 13 w 63"/>
                <a:gd name="T9" fmla="*/ 29 h 30"/>
                <a:gd name="T10" fmla="*/ 46 w 63"/>
                <a:gd name="T11" fmla="*/ 29 h 30"/>
                <a:gd name="T12" fmla="*/ 62 w 63"/>
                <a:gd name="T13" fmla="*/ 15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5"/>
                  </a:cubicBezTo>
                  <a:cubicBezTo>
                    <a:pt x="0" y="23"/>
                    <a:pt x="5" y="29"/>
                    <a:pt x="13" y="29"/>
                  </a:cubicBezTo>
                  <a:cubicBezTo>
                    <a:pt x="46" y="29"/>
                    <a:pt x="46" y="29"/>
                    <a:pt x="46" y="29"/>
                  </a:cubicBezTo>
                  <a:cubicBezTo>
                    <a:pt x="55" y="29"/>
                    <a:pt x="62" y="23"/>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9">
              <a:extLst>
                <a:ext uri="{FF2B5EF4-FFF2-40B4-BE49-F238E27FC236}">
                  <a16:creationId xmlns:a16="http://schemas.microsoft.com/office/drawing/2014/main" id="{B2504045-511A-1422-F6F1-DE89075FF276}"/>
                </a:ext>
              </a:extLst>
            </p:cNvPr>
            <p:cNvSpPr>
              <a:spLocks noChangeArrowheads="1"/>
            </p:cNvSpPr>
            <p:nvPr/>
          </p:nvSpPr>
          <p:spPr bwMode="auto">
            <a:xfrm>
              <a:off x="9488488" y="5170488"/>
              <a:ext cx="22225" cy="11112"/>
            </a:xfrm>
            <a:custGeom>
              <a:avLst/>
              <a:gdLst>
                <a:gd name="T0" fmla="*/ 48 w 63"/>
                <a:gd name="T1" fmla="*/ 0 h 30"/>
                <a:gd name="T2" fmla="*/ 48 w 63"/>
                <a:gd name="T3" fmla="*/ 0 h 30"/>
                <a:gd name="T4" fmla="*/ 15 w 63"/>
                <a:gd name="T5" fmla="*/ 0 h 30"/>
                <a:gd name="T6" fmla="*/ 0 w 63"/>
                <a:gd name="T7" fmla="*/ 14 h 30"/>
                <a:gd name="T8" fmla="*/ 15 w 63"/>
                <a:gd name="T9" fmla="*/ 29 h 30"/>
                <a:gd name="T10" fmla="*/ 48 w 63"/>
                <a:gd name="T11" fmla="*/ 29 h 30"/>
                <a:gd name="T12" fmla="*/ 62 w 63"/>
                <a:gd name="T13" fmla="*/ 14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4"/>
                  </a:cubicBezTo>
                  <a:cubicBezTo>
                    <a:pt x="0" y="22"/>
                    <a:pt x="7" y="29"/>
                    <a:pt x="15" y="29"/>
                  </a:cubicBezTo>
                  <a:cubicBezTo>
                    <a:pt x="48" y="29"/>
                    <a:pt x="48" y="29"/>
                    <a:pt x="48" y="29"/>
                  </a:cubicBezTo>
                  <a:cubicBezTo>
                    <a:pt x="57" y="29"/>
                    <a:pt x="62" y="22"/>
                    <a:pt x="62" y="14"/>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40">
              <a:extLst>
                <a:ext uri="{FF2B5EF4-FFF2-40B4-BE49-F238E27FC236}">
                  <a16:creationId xmlns:a16="http://schemas.microsoft.com/office/drawing/2014/main" id="{EE739A19-EC26-B16D-E9AA-9F4AAFE62068}"/>
                </a:ext>
              </a:extLst>
            </p:cNvPr>
            <p:cNvSpPr>
              <a:spLocks noChangeArrowheads="1"/>
            </p:cNvSpPr>
            <p:nvPr/>
          </p:nvSpPr>
          <p:spPr bwMode="auto">
            <a:xfrm>
              <a:off x="9536113" y="5170488"/>
              <a:ext cx="22225" cy="11112"/>
            </a:xfrm>
            <a:custGeom>
              <a:avLst/>
              <a:gdLst>
                <a:gd name="T0" fmla="*/ 46 w 63"/>
                <a:gd name="T1" fmla="*/ 0 h 30"/>
                <a:gd name="T2" fmla="*/ 46 w 63"/>
                <a:gd name="T3" fmla="*/ 0 h 30"/>
                <a:gd name="T4" fmla="*/ 13 w 63"/>
                <a:gd name="T5" fmla="*/ 0 h 30"/>
                <a:gd name="T6" fmla="*/ 0 w 63"/>
                <a:gd name="T7" fmla="*/ 14 h 30"/>
                <a:gd name="T8" fmla="*/ 13 w 63"/>
                <a:gd name="T9" fmla="*/ 29 h 30"/>
                <a:gd name="T10" fmla="*/ 46 w 63"/>
                <a:gd name="T11" fmla="*/ 29 h 30"/>
                <a:gd name="T12" fmla="*/ 62 w 63"/>
                <a:gd name="T13" fmla="*/ 14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4"/>
                  </a:cubicBezTo>
                  <a:cubicBezTo>
                    <a:pt x="0" y="22"/>
                    <a:pt x="5" y="29"/>
                    <a:pt x="13" y="29"/>
                  </a:cubicBezTo>
                  <a:cubicBezTo>
                    <a:pt x="46" y="29"/>
                    <a:pt x="46" y="29"/>
                    <a:pt x="46" y="29"/>
                  </a:cubicBezTo>
                  <a:cubicBezTo>
                    <a:pt x="55" y="29"/>
                    <a:pt x="62" y="22"/>
                    <a:pt x="62" y="14"/>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41">
              <a:extLst>
                <a:ext uri="{FF2B5EF4-FFF2-40B4-BE49-F238E27FC236}">
                  <a16:creationId xmlns:a16="http://schemas.microsoft.com/office/drawing/2014/main" id="{6E659734-E3B4-D23F-2AF4-46D79951B0C4}"/>
                </a:ext>
              </a:extLst>
            </p:cNvPr>
            <p:cNvSpPr>
              <a:spLocks noChangeArrowheads="1"/>
            </p:cNvSpPr>
            <p:nvPr/>
          </p:nvSpPr>
          <p:spPr bwMode="auto">
            <a:xfrm>
              <a:off x="9488488" y="5203825"/>
              <a:ext cx="22225" cy="11113"/>
            </a:xfrm>
            <a:custGeom>
              <a:avLst/>
              <a:gdLst>
                <a:gd name="T0" fmla="*/ 48 w 63"/>
                <a:gd name="T1" fmla="*/ 0 h 32"/>
                <a:gd name="T2" fmla="*/ 48 w 63"/>
                <a:gd name="T3" fmla="*/ 0 h 32"/>
                <a:gd name="T4" fmla="*/ 15 w 63"/>
                <a:gd name="T5" fmla="*/ 0 h 32"/>
                <a:gd name="T6" fmla="*/ 0 w 63"/>
                <a:gd name="T7" fmla="*/ 15 h 32"/>
                <a:gd name="T8" fmla="*/ 15 w 63"/>
                <a:gd name="T9" fmla="*/ 31 h 32"/>
                <a:gd name="T10" fmla="*/ 48 w 63"/>
                <a:gd name="T11" fmla="*/ 31 h 32"/>
                <a:gd name="T12" fmla="*/ 62 w 63"/>
                <a:gd name="T13" fmla="*/ 15 h 32"/>
                <a:gd name="T14" fmla="*/ 48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8" y="0"/>
                  </a:moveTo>
                  <a:lnTo>
                    <a:pt x="48" y="0"/>
                  </a:lnTo>
                  <a:cubicBezTo>
                    <a:pt x="15" y="0"/>
                    <a:pt x="15" y="0"/>
                    <a:pt x="15" y="0"/>
                  </a:cubicBezTo>
                  <a:cubicBezTo>
                    <a:pt x="7" y="0"/>
                    <a:pt x="0" y="7"/>
                    <a:pt x="0" y="15"/>
                  </a:cubicBezTo>
                  <a:cubicBezTo>
                    <a:pt x="0" y="24"/>
                    <a:pt x="7" y="31"/>
                    <a:pt x="15" y="31"/>
                  </a:cubicBezTo>
                  <a:cubicBezTo>
                    <a:pt x="48" y="31"/>
                    <a:pt x="48" y="31"/>
                    <a:pt x="48" y="31"/>
                  </a:cubicBezTo>
                  <a:cubicBezTo>
                    <a:pt x="57" y="31"/>
                    <a:pt x="62" y="24"/>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42">
              <a:extLst>
                <a:ext uri="{FF2B5EF4-FFF2-40B4-BE49-F238E27FC236}">
                  <a16:creationId xmlns:a16="http://schemas.microsoft.com/office/drawing/2014/main" id="{7A2F8AEC-DD95-E2FD-A56D-C7FC4D80CD8C}"/>
                </a:ext>
              </a:extLst>
            </p:cNvPr>
            <p:cNvSpPr>
              <a:spLocks noChangeArrowheads="1"/>
            </p:cNvSpPr>
            <p:nvPr/>
          </p:nvSpPr>
          <p:spPr bwMode="auto">
            <a:xfrm>
              <a:off x="9536113" y="5203825"/>
              <a:ext cx="22225" cy="11113"/>
            </a:xfrm>
            <a:custGeom>
              <a:avLst/>
              <a:gdLst>
                <a:gd name="T0" fmla="*/ 46 w 63"/>
                <a:gd name="T1" fmla="*/ 0 h 32"/>
                <a:gd name="T2" fmla="*/ 46 w 63"/>
                <a:gd name="T3" fmla="*/ 0 h 32"/>
                <a:gd name="T4" fmla="*/ 13 w 63"/>
                <a:gd name="T5" fmla="*/ 0 h 32"/>
                <a:gd name="T6" fmla="*/ 0 w 63"/>
                <a:gd name="T7" fmla="*/ 15 h 32"/>
                <a:gd name="T8" fmla="*/ 13 w 63"/>
                <a:gd name="T9" fmla="*/ 31 h 32"/>
                <a:gd name="T10" fmla="*/ 46 w 63"/>
                <a:gd name="T11" fmla="*/ 31 h 32"/>
                <a:gd name="T12" fmla="*/ 62 w 63"/>
                <a:gd name="T13" fmla="*/ 15 h 32"/>
                <a:gd name="T14" fmla="*/ 46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6" y="0"/>
                  </a:moveTo>
                  <a:lnTo>
                    <a:pt x="46" y="0"/>
                  </a:lnTo>
                  <a:cubicBezTo>
                    <a:pt x="13" y="0"/>
                    <a:pt x="13" y="0"/>
                    <a:pt x="13" y="0"/>
                  </a:cubicBezTo>
                  <a:cubicBezTo>
                    <a:pt x="5" y="0"/>
                    <a:pt x="0" y="7"/>
                    <a:pt x="0" y="15"/>
                  </a:cubicBezTo>
                  <a:cubicBezTo>
                    <a:pt x="0" y="24"/>
                    <a:pt x="5" y="31"/>
                    <a:pt x="13" y="31"/>
                  </a:cubicBezTo>
                  <a:cubicBezTo>
                    <a:pt x="46" y="31"/>
                    <a:pt x="46" y="31"/>
                    <a:pt x="46" y="31"/>
                  </a:cubicBezTo>
                  <a:cubicBezTo>
                    <a:pt x="55" y="31"/>
                    <a:pt x="62" y="24"/>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0" name="Group 413">
            <a:extLst>
              <a:ext uri="{FF2B5EF4-FFF2-40B4-BE49-F238E27FC236}">
                <a16:creationId xmlns:a16="http://schemas.microsoft.com/office/drawing/2014/main" id="{DCB7E35F-1255-29B7-BF3E-6914C299D9AB}"/>
              </a:ext>
            </a:extLst>
          </p:cNvPr>
          <p:cNvGrpSpPr/>
          <p:nvPr/>
        </p:nvGrpSpPr>
        <p:grpSpPr>
          <a:xfrm>
            <a:off x="10542711" y="5686847"/>
            <a:ext cx="158750" cy="254000"/>
            <a:chOff x="9401175" y="6002338"/>
            <a:chExt cx="158750" cy="254000"/>
          </a:xfrm>
          <a:solidFill>
            <a:schemeClr val="tx2"/>
          </a:solidFill>
        </p:grpSpPr>
        <p:sp>
          <p:nvSpPr>
            <p:cNvPr id="411" name="Freeform 343">
              <a:extLst>
                <a:ext uri="{FF2B5EF4-FFF2-40B4-BE49-F238E27FC236}">
                  <a16:creationId xmlns:a16="http://schemas.microsoft.com/office/drawing/2014/main" id="{3BE2D49B-9CF9-6C3F-2A43-48BC832BBF1F}"/>
                </a:ext>
              </a:extLst>
            </p:cNvPr>
            <p:cNvSpPr>
              <a:spLocks noChangeArrowheads="1"/>
            </p:cNvSpPr>
            <p:nvPr/>
          </p:nvSpPr>
          <p:spPr bwMode="auto">
            <a:xfrm>
              <a:off x="9439275" y="6019800"/>
              <a:ext cx="80963" cy="173038"/>
            </a:xfrm>
            <a:custGeom>
              <a:avLst/>
              <a:gdLst>
                <a:gd name="T0" fmla="*/ 16 w 227"/>
                <a:gd name="T1" fmla="*/ 303 h 481"/>
                <a:gd name="T2" fmla="*/ 16 w 227"/>
                <a:gd name="T3" fmla="*/ 303 h 481"/>
                <a:gd name="T4" fmla="*/ 98 w 227"/>
                <a:gd name="T5" fmla="*/ 303 h 481"/>
                <a:gd name="T6" fmla="*/ 98 w 227"/>
                <a:gd name="T7" fmla="*/ 465 h 481"/>
                <a:gd name="T8" fmla="*/ 110 w 227"/>
                <a:gd name="T9" fmla="*/ 479 h 481"/>
                <a:gd name="T10" fmla="*/ 127 w 227"/>
                <a:gd name="T11" fmla="*/ 471 h 481"/>
                <a:gd name="T12" fmla="*/ 224 w 227"/>
                <a:gd name="T13" fmla="*/ 236 h 481"/>
                <a:gd name="T14" fmla="*/ 223 w 227"/>
                <a:gd name="T15" fmla="*/ 222 h 481"/>
                <a:gd name="T16" fmla="*/ 211 w 227"/>
                <a:gd name="T17" fmla="*/ 215 h 481"/>
                <a:gd name="T18" fmla="*/ 131 w 227"/>
                <a:gd name="T19" fmla="*/ 215 h 481"/>
                <a:gd name="T20" fmla="*/ 167 w 227"/>
                <a:gd name="T21" fmla="*/ 18 h 481"/>
                <a:gd name="T22" fmla="*/ 157 w 227"/>
                <a:gd name="T23" fmla="*/ 1 h 481"/>
                <a:gd name="T24" fmla="*/ 139 w 227"/>
                <a:gd name="T25" fmla="*/ 9 h 481"/>
                <a:gd name="T26" fmla="*/ 2 w 227"/>
                <a:gd name="T27" fmla="*/ 283 h 481"/>
                <a:gd name="T28" fmla="*/ 3 w 227"/>
                <a:gd name="T29" fmla="*/ 296 h 481"/>
                <a:gd name="T30" fmla="*/ 16 w 227"/>
                <a:gd name="T31" fmla="*/ 303 h 481"/>
                <a:gd name="T32" fmla="*/ 120 w 227"/>
                <a:gd name="T33" fmla="*/ 114 h 481"/>
                <a:gd name="T34" fmla="*/ 120 w 227"/>
                <a:gd name="T35" fmla="*/ 114 h 481"/>
                <a:gd name="T36" fmla="*/ 99 w 227"/>
                <a:gd name="T37" fmla="*/ 228 h 481"/>
                <a:gd name="T38" fmla="*/ 102 w 227"/>
                <a:gd name="T39" fmla="*/ 240 h 481"/>
                <a:gd name="T40" fmla="*/ 113 w 227"/>
                <a:gd name="T41" fmla="*/ 246 h 481"/>
                <a:gd name="T42" fmla="*/ 189 w 227"/>
                <a:gd name="T43" fmla="*/ 246 h 481"/>
                <a:gd name="T44" fmla="*/ 128 w 227"/>
                <a:gd name="T45" fmla="*/ 391 h 481"/>
                <a:gd name="T46" fmla="*/ 128 w 227"/>
                <a:gd name="T47" fmla="*/ 290 h 481"/>
                <a:gd name="T48" fmla="*/ 124 w 227"/>
                <a:gd name="T49" fmla="*/ 279 h 481"/>
                <a:gd name="T50" fmla="*/ 113 w 227"/>
                <a:gd name="T51" fmla="*/ 274 h 481"/>
                <a:gd name="T52" fmla="*/ 39 w 227"/>
                <a:gd name="T53" fmla="*/ 274 h 481"/>
                <a:gd name="T54" fmla="*/ 120 w 227"/>
                <a:gd name="T55" fmla="*/ 114 h 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7" h="481">
                  <a:moveTo>
                    <a:pt x="16" y="303"/>
                  </a:moveTo>
                  <a:lnTo>
                    <a:pt x="16" y="303"/>
                  </a:lnTo>
                  <a:cubicBezTo>
                    <a:pt x="98" y="303"/>
                    <a:pt x="98" y="303"/>
                    <a:pt x="98" y="303"/>
                  </a:cubicBezTo>
                  <a:cubicBezTo>
                    <a:pt x="98" y="465"/>
                    <a:pt x="98" y="465"/>
                    <a:pt x="98" y="465"/>
                  </a:cubicBezTo>
                  <a:cubicBezTo>
                    <a:pt x="98" y="472"/>
                    <a:pt x="103" y="478"/>
                    <a:pt x="110" y="479"/>
                  </a:cubicBezTo>
                  <a:cubicBezTo>
                    <a:pt x="117" y="480"/>
                    <a:pt x="124" y="476"/>
                    <a:pt x="127" y="471"/>
                  </a:cubicBezTo>
                  <a:cubicBezTo>
                    <a:pt x="224" y="236"/>
                    <a:pt x="224" y="236"/>
                    <a:pt x="224" y="236"/>
                  </a:cubicBezTo>
                  <a:cubicBezTo>
                    <a:pt x="226" y="232"/>
                    <a:pt x="226" y="226"/>
                    <a:pt x="223" y="222"/>
                  </a:cubicBezTo>
                  <a:cubicBezTo>
                    <a:pt x="220" y="218"/>
                    <a:pt x="216" y="215"/>
                    <a:pt x="211" y="215"/>
                  </a:cubicBezTo>
                  <a:cubicBezTo>
                    <a:pt x="131" y="215"/>
                    <a:pt x="131" y="215"/>
                    <a:pt x="131" y="215"/>
                  </a:cubicBezTo>
                  <a:cubicBezTo>
                    <a:pt x="167" y="18"/>
                    <a:pt x="167" y="18"/>
                    <a:pt x="167" y="18"/>
                  </a:cubicBezTo>
                  <a:cubicBezTo>
                    <a:pt x="168" y="11"/>
                    <a:pt x="164" y="4"/>
                    <a:pt x="157" y="1"/>
                  </a:cubicBezTo>
                  <a:cubicBezTo>
                    <a:pt x="150" y="0"/>
                    <a:pt x="142" y="3"/>
                    <a:pt x="139" y="9"/>
                  </a:cubicBezTo>
                  <a:cubicBezTo>
                    <a:pt x="2" y="283"/>
                    <a:pt x="2" y="283"/>
                    <a:pt x="2" y="283"/>
                  </a:cubicBezTo>
                  <a:cubicBezTo>
                    <a:pt x="0" y="287"/>
                    <a:pt x="0" y="292"/>
                    <a:pt x="3" y="296"/>
                  </a:cubicBezTo>
                  <a:cubicBezTo>
                    <a:pt x="6" y="300"/>
                    <a:pt x="10" y="303"/>
                    <a:pt x="16" y="303"/>
                  </a:cubicBezTo>
                  <a:close/>
                  <a:moveTo>
                    <a:pt x="120" y="114"/>
                  </a:moveTo>
                  <a:lnTo>
                    <a:pt x="120" y="114"/>
                  </a:lnTo>
                  <a:cubicBezTo>
                    <a:pt x="99" y="228"/>
                    <a:pt x="99" y="228"/>
                    <a:pt x="99" y="228"/>
                  </a:cubicBezTo>
                  <a:cubicBezTo>
                    <a:pt x="98" y="232"/>
                    <a:pt x="99" y="236"/>
                    <a:pt x="102" y="240"/>
                  </a:cubicBezTo>
                  <a:cubicBezTo>
                    <a:pt x="105" y="243"/>
                    <a:pt x="109" y="246"/>
                    <a:pt x="113" y="246"/>
                  </a:cubicBezTo>
                  <a:cubicBezTo>
                    <a:pt x="189" y="246"/>
                    <a:pt x="189" y="246"/>
                    <a:pt x="189" y="246"/>
                  </a:cubicBezTo>
                  <a:cubicBezTo>
                    <a:pt x="128" y="391"/>
                    <a:pt x="128" y="391"/>
                    <a:pt x="128" y="391"/>
                  </a:cubicBezTo>
                  <a:cubicBezTo>
                    <a:pt x="128" y="290"/>
                    <a:pt x="128" y="290"/>
                    <a:pt x="128" y="290"/>
                  </a:cubicBezTo>
                  <a:cubicBezTo>
                    <a:pt x="128" y="285"/>
                    <a:pt x="127" y="281"/>
                    <a:pt x="124" y="279"/>
                  </a:cubicBezTo>
                  <a:cubicBezTo>
                    <a:pt x="121" y="276"/>
                    <a:pt x="117" y="274"/>
                    <a:pt x="113" y="274"/>
                  </a:cubicBezTo>
                  <a:cubicBezTo>
                    <a:pt x="39" y="274"/>
                    <a:pt x="39" y="274"/>
                    <a:pt x="39" y="274"/>
                  </a:cubicBezTo>
                  <a:lnTo>
                    <a:pt x="120"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2" name="Freeform 344">
              <a:extLst>
                <a:ext uri="{FF2B5EF4-FFF2-40B4-BE49-F238E27FC236}">
                  <a16:creationId xmlns:a16="http://schemas.microsoft.com/office/drawing/2014/main" id="{0608DEBA-D231-545B-53EC-96CE7FF35D6D}"/>
                </a:ext>
              </a:extLst>
            </p:cNvPr>
            <p:cNvSpPr>
              <a:spLocks noChangeArrowheads="1"/>
            </p:cNvSpPr>
            <p:nvPr/>
          </p:nvSpPr>
          <p:spPr bwMode="auto">
            <a:xfrm>
              <a:off x="9401175" y="6002338"/>
              <a:ext cx="158750" cy="254000"/>
            </a:xfrm>
            <a:custGeom>
              <a:avLst/>
              <a:gdLst>
                <a:gd name="T0" fmla="*/ 440 w 441"/>
                <a:gd name="T1" fmla="*/ 74 h 704"/>
                <a:gd name="T2" fmla="*/ 440 w 441"/>
                <a:gd name="T3" fmla="*/ 74 h 704"/>
                <a:gd name="T4" fmla="*/ 367 w 441"/>
                <a:gd name="T5" fmla="*/ 0 h 704"/>
                <a:gd name="T6" fmla="*/ 73 w 441"/>
                <a:gd name="T7" fmla="*/ 0 h 704"/>
                <a:gd name="T8" fmla="*/ 0 w 441"/>
                <a:gd name="T9" fmla="*/ 74 h 704"/>
                <a:gd name="T10" fmla="*/ 0 w 441"/>
                <a:gd name="T11" fmla="*/ 645 h 704"/>
                <a:gd name="T12" fmla="*/ 59 w 441"/>
                <a:gd name="T13" fmla="*/ 703 h 704"/>
                <a:gd name="T14" fmla="*/ 381 w 441"/>
                <a:gd name="T15" fmla="*/ 703 h 704"/>
                <a:gd name="T16" fmla="*/ 440 w 441"/>
                <a:gd name="T17" fmla="*/ 645 h 704"/>
                <a:gd name="T18" fmla="*/ 440 w 441"/>
                <a:gd name="T19" fmla="*/ 645 h 704"/>
                <a:gd name="T20" fmla="*/ 440 w 441"/>
                <a:gd name="T21" fmla="*/ 74 h 704"/>
                <a:gd name="T22" fmla="*/ 73 w 441"/>
                <a:gd name="T23" fmla="*/ 30 h 704"/>
                <a:gd name="T24" fmla="*/ 73 w 441"/>
                <a:gd name="T25" fmla="*/ 30 h 704"/>
                <a:gd name="T26" fmla="*/ 367 w 441"/>
                <a:gd name="T27" fmla="*/ 30 h 704"/>
                <a:gd name="T28" fmla="*/ 411 w 441"/>
                <a:gd name="T29" fmla="*/ 74 h 704"/>
                <a:gd name="T30" fmla="*/ 411 w 441"/>
                <a:gd name="T31" fmla="*/ 594 h 704"/>
                <a:gd name="T32" fmla="*/ 381 w 441"/>
                <a:gd name="T33" fmla="*/ 586 h 704"/>
                <a:gd name="T34" fmla="*/ 59 w 441"/>
                <a:gd name="T35" fmla="*/ 586 h 704"/>
                <a:gd name="T36" fmla="*/ 29 w 441"/>
                <a:gd name="T37" fmla="*/ 594 h 704"/>
                <a:gd name="T38" fmla="*/ 29 w 441"/>
                <a:gd name="T39" fmla="*/ 74 h 704"/>
                <a:gd name="T40" fmla="*/ 73 w 441"/>
                <a:gd name="T41" fmla="*/ 30 h 704"/>
                <a:gd name="T42" fmla="*/ 381 w 441"/>
                <a:gd name="T43" fmla="*/ 674 h 704"/>
                <a:gd name="T44" fmla="*/ 381 w 441"/>
                <a:gd name="T45" fmla="*/ 674 h 704"/>
                <a:gd name="T46" fmla="*/ 59 w 441"/>
                <a:gd name="T47" fmla="*/ 674 h 704"/>
                <a:gd name="T48" fmla="*/ 29 w 441"/>
                <a:gd name="T49" fmla="*/ 645 h 704"/>
                <a:gd name="T50" fmla="*/ 29 w 441"/>
                <a:gd name="T51" fmla="*/ 645 h 704"/>
                <a:gd name="T52" fmla="*/ 29 w 441"/>
                <a:gd name="T53" fmla="*/ 645 h 704"/>
                <a:gd name="T54" fmla="*/ 59 w 441"/>
                <a:gd name="T55" fmla="*/ 615 h 704"/>
                <a:gd name="T56" fmla="*/ 381 w 441"/>
                <a:gd name="T57" fmla="*/ 615 h 704"/>
                <a:gd name="T58" fmla="*/ 411 w 441"/>
                <a:gd name="T59" fmla="*/ 645 h 704"/>
                <a:gd name="T60" fmla="*/ 381 w 441"/>
                <a:gd name="T61"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1" h="704">
                  <a:moveTo>
                    <a:pt x="440" y="74"/>
                  </a:moveTo>
                  <a:lnTo>
                    <a:pt x="440" y="74"/>
                  </a:lnTo>
                  <a:cubicBezTo>
                    <a:pt x="440" y="33"/>
                    <a:pt x="407" y="0"/>
                    <a:pt x="367" y="0"/>
                  </a:cubicBezTo>
                  <a:cubicBezTo>
                    <a:pt x="73" y="0"/>
                    <a:pt x="73" y="0"/>
                    <a:pt x="73" y="0"/>
                  </a:cubicBezTo>
                  <a:cubicBezTo>
                    <a:pt x="33" y="0"/>
                    <a:pt x="0" y="33"/>
                    <a:pt x="0" y="74"/>
                  </a:cubicBezTo>
                  <a:cubicBezTo>
                    <a:pt x="0" y="645"/>
                    <a:pt x="0" y="645"/>
                    <a:pt x="0" y="645"/>
                  </a:cubicBezTo>
                  <a:cubicBezTo>
                    <a:pt x="0" y="677"/>
                    <a:pt x="26" y="703"/>
                    <a:pt x="59" y="703"/>
                  </a:cubicBezTo>
                  <a:cubicBezTo>
                    <a:pt x="381" y="703"/>
                    <a:pt x="381" y="703"/>
                    <a:pt x="381" y="703"/>
                  </a:cubicBezTo>
                  <a:cubicBezTo>
                    <a:pt x="414" y="703"/>
                    <a:pt x="440" y="677"/>
                    <a:pt x="440" y="645"/>
                  </a:cubicBezTo>
                  <a:lnTo>
                    <a:pt x="440" y="645"/>
                  </a:lnTo>
                  <a:lnTo>
                    <a:pt x="440" y="74"/>
                  </a:lnTo>
                  <a:close/>
                  <a:moveTo>
                    <a:pt x="73" y="30"/>
                  </a:moveTo>
                  <a:lnTo>
                    <a:pt x="73" y="30"/>
                  </a:lnTo>
                  <a:cubicBezTo>
                    <a:pt x="367" y="30"/>
                    <a:pt x="367" y="30"/>
                    <a:pt x="367" y="30"/>
                  </a:cubicBezTo>
                  <a:cubicBezTo>
                    <a:pt x="390" y="30"/>
                    <a:pt x="411" y="49"/>
                    <a:pt x="411" y="74"/>
                  </a:cubicBezTo>
                  <a:cubicBezTo>
                    <a:pt x="411" y="594"/>
                    <a:pt x="411" y="594"/>
                    <a:pt x="411" y="594"/>
                  </a:cubicBezTo>
                  <a:cubicBezTo>
                    <a:pt x="401" y="589"/>
                    <a:pt x="392" y="586"/>
                    <a:pt x="381" y="586"/>
                  </a:cubicBezTo>
                  <a:cubicBezTo>
                    <a:pt x="59" y="586"/>
                    <a:pt x="59" y="586"/>
                    <a:pt x="59" y="586"/>
                  </a:cubicBezTo>
                  <a:cubicBezTo>
                    <a:pt x="48" y="586"/>
                    <a:pt x="39" y="589"/>
                    <a:pt x="29" y="594"/>
                  </a:cubicBezTo>
                  <a:cubicBezTo>
                    <a:pt x="29" y="74"/>
                    <a:pt x="29" y="74"/>
                    <a:pt x="29" y="74"/>
                  </a:cubicBezTo>
                  <a:cubicBezTo>
                    <a:pt x="29" y="49"/>
                    <a:pt x="50" y="30"/>
                    <a:pt x="73" y="30"/>
                  </a:cubicBezTo>
                  <a:close/>
                  <a:moveTo>
                    <a:pt x="381" y="674"/>
                  </a:moveTo>
                  <a:lnTo>
                    <a:pt x="381" y="674"/>
                  </a:lnTo>
                  <a:cubicBezTo>
                    <a:pt x="59" y="674"/>
                    <a:pt x="59" y="674"/>
                    <a:pt x="59" y="674"/>
                  </a:cubicBezTo>
                  <a:cubicBezTo>
                    <a:pt x="43" y="674"/>
                    <a:pt x="29" y="660"/>
                    <a:pt x="29" y="645"/>
                  </a:cubicBezTo>
                  <a:lnTo>
                    <a:pt x="29" y="645"/>
                  </a:lnTo>
                  <a:lnTo>
                    <a:pt x="29" y="645"/>
                  </a:lnTo>
                  <a:cubicBezTo>
                    <a:pt x="29" y="629"/>
                    <a:pt x="43" y="615"/>
                    <a:pt x="59" y="615"/>
                  </a:cubicBezTo>
                  <a:cubicBezTo>
                    <a:pt x="381" y="615"/>
                    <a:pt x="381" y="615"/>
                    <a:pt x="381" y="615"/>
                  </a:cubicBezTo>
                  <a:cubicBezTo>
                    <a:pt x="397" y="615"/>
                    <a:pt x="411" y="629"/>
                    <a:pt x="411" y="645"/>
                  </a:cubicBezTo>
                  <a:cubicBezTo>
                    <a:pt x="411" y="660"/>
                    <a:pt x="397" y="674"/>
                    <a:pt x="381"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3" name="Freeform 345">
            <a:extLst>
              <a:ext uri="{FF2B5EF4-FFF2-40B4-BE49-F238E27FC236}">
                <a16:creationId xmlns:a16="http://schemas.microsoft.com/office/drawing/2014/main" id="{100D3D82-7452-A68C-96C6-65779E7CD1D0}"/>
              </a:ext>
            </a:extLst>
          </p:cNvPr>
          <p:cNvSpPr>
            <a:spLocks noChangeArrowheads="1"/>
          </p:cNvSpPr>
          <p:nvPr/>
        </p:nvSpPr>
        <p:spPr bwMode="auto">
          <a:xfrm>
            <a:off x="6804149" y="2419151"/>
            <a:ext cx="242887" cy="254000"/>
          </a:xfrm>
          <a:custGeom>
            <a:avLst/>
            <a:gdLst>
              <a:gd name="T0" fmla="*/ 674 w 676"/>
              <a:gd name="T1" fmla="*/ 273 h 705"/>
              <a:gd name="T2" fmla="*/ 674 w 676"/>
              <a:gd name="T3" fmla="*/ 273 h 705"/>
              <a:gd name="T4" fmla="*/ 660 w 676"/>
              <a:gd name="T5" fmla="*/ 263 h 705"/>
              <a:gd name="T6" fmla="*/ 436 w 676"/>
              <a:gd name="T7" fmla="*/ 263 h 705"/>
              <a:gd name="T8" fmla="*/ 351 w 676"/>
              <a:gd name="T9" fmla="*/ 11 h 705"/>
              <a:gd name="T10" fmla="*/ 337 w 676"/>
              <a:gd name="T11" fmla="*/ 0 h 705"/>
              <a:gd name="T12" fmla="*/ 324 w 676"/>
              <a:gd name="T13" fmla="*/ 11 h 705"/>
              <a:gd name="T14" fmla="*/ 239 w 676"/>
              <a:gd name="T15" fmla="*/ 263 h 705"/>
              <a:gd name="T16" fmla="*/ 15 w 676"/>
              <a:gd name="T17" fmla="*/ 263 h 705"/>
              <a:gd name="T18" fmla="*/ 1 w 676"/>
              <a:gd name="T19" fmla="*/ 273 h 705"/>
              <a:gd name="T20" fmla="*/ 7 w 676"/>
              <a:gd name="T21" fmla="*/ 289 h 705"/>
              <a:gd name="T22" fmla="*/ 174 w 676"/>
              <a:gd name="T23" fmla="*/ 429 h 705"/>
              <a:gd name="T24" fmla="*/ 89 w 676"/>
              <a:gd name="T25" fmla="*/ 683 h 705"/>
              <a:gd name="T26" fmla="*/ 94 w 676"/>
              <a:gd name="T27" fmla="*/ 700 h 705"/>
              <a:gd name="T28" fmla="*/ 112 w 676"/>
              <a:gd name="T29" fmla="*/ 700 h 705"/>
              <a:gd name="T30" fmla="*/ 337 w 676"/>
              <a:gd name="T31" fmla="*/ 531 h 705"/>
              <a:gd name="T32" fmla="*/ 563 w 676"/>
              <a:gd name="T33" fmla="*/ 700 h 705"/>
              <a:gd name="T34" fmla="*/ 580 w 676"/>
              <a:gd name="T35" fmla="*/ 700 h 705"/>
              <a:gd name="T36" fmla="*/ 586 w 676"/>
              <a:gd name="T37" fmla="*/ 683 h 705"/>
              <a:gd name="T38" fmla="*/ 501 w 676"/>
              <a:gd name="T39" fmla="*/ 429 h 705"/>
              <a:gd name="T40" fmla="*/ 670 w 676"/>
              <a:gd name="T41" fmla="*/ 289 h 705"/>
              <a:gd name="T42" fmla="*/ 674 w 676"/>
              <a:gd name="T43" fmla="*/ 273 h 705"/>
              <a:gd name="T44" fmla="*/ 475 w 676"/>
              <a:gd name="T45" fmla="*/ 413 h 705"/>
              <a:gd name="T46" fmla="*/ 475 w 676"/>
              <a:gd name="T47" fmla="*/ 413 h 705"/>
              <a:gd name="T48" fmla="*/ 471 w 676"/>
              <a:gd name="T49" fmla="*/ 429 h 705"/>
              <a:gd name="T50" fmla="*/ 543 w 676"/>
              <a:gd name="T51" fmla="*/ 649 h 705"/>
              <a:gd name="T52" fmla="*/ 347 w 676"/>
              <a:gd name="T53" fmla="*/ 501 h 705"/>
              <a:gd name="T54" fmla="*/ 329 w 676"/>
              <a:gd name="T55" fmla="*/ 501 h 705"/>
              <a:gd name="T56" fmla="*/ 131 w 676"/>
              <a:gd name="T57" fmla="*/ 649 h 705"/>
              <a:gd name="T58" fmla="*/ 206 w 676"/>
              <a:gd name="T59" fmla="*/ 429 h 705"/>
              <a:gd name="T60" fmla="*/ 200 w 676"/>
              <a:gd name="T61" fmla="*/ 413 h 705"/>
              <a:gd name="T62" fmla="*/ 56 w 676"/>
              <a:gd name="T63" fmla="*/ 293 h 705"/>
              <a:gd name="T64" fmla="*/ 250 w 676"/>
              <a:gd name="T65" fmla="*/ 293 h 705"/>
              <a:gd name="T66" fmla="*/ 263 w 676"/>
              <a:gd name="T67" fmla="*/ 283 h 705"/>
              <a:gd name="T68" fmla="*/ 337 w 676"/>
              <a:gd name="T69" fmla="*/ 61 h 705"/>
              <a:gd name="T70" fmla="*/ 411 w 676"/>
              <a:gd name="T71" fmla="*/ 283 h 705"/>
              <a:gd name="T72" fmla="*/ 425 w 676"/>
              <a:gd name="T73" fmla="*/ 293 h 705"/>
              <a:gd name="T74" fmla="*/ 619 w 676"/>
              <a:gd name="T75" fmla="*/ 293 h 705"/>
              <a:gd name="T76" fmla="*/ 475 w 676"/>
              <a:gd name="T77" fmla="*/ 413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6" h="705">
                <a:moveTo>
                  <a:pt x="674" y="273"/>
                </a:moveTo>
                <a:lnTo>
                  <a:pt x="674" y="273"/>
                </a:lnTo>
                <a:cubicBezTo>
                  <a:pt x="671" y="267"/>
                  <a:pt x="665" y="263"/>
                  <a:pt x="660" y="263"/>
                </a:cubicBezTo>
                <a:cubicBezTo>
                  <a:pt x="436" y="263"/>
                  <a:pt x="436" y="263"/>
                  <a:pt x="436" y="263"/>
                </a:cubicBezTo>
                <a:cubicBezTo>
                  <a:pt x="351" y="11"/>
                  <a:pt x="351" y="11"/>
                  <a:pt x="351" y="11"/>
                </a:cubicBezTo>
                <a:cubicBezTo>
                  <a:pt x="350" y="4"/>
                  <a:pt x="344" y="0"/>
                  <a:pt x="337" y="0"/>
                </a:cubicBezTo>
                <a:cubicBezTo>
                  <a:pt x="331" y="0"/>
                  <a:pt x="325" y="4"/>
                  <a:pt x="324" y="11"/>
                </a:cubicBezTo>
                <a:cubicBezTo>
                  <a:pt x="239" y="263"/>
                  <a:pt x="239" y="263"/>
                  <a:pt x="239" y="263"/>
                </a:cubicBezTo>
                <a:cubicBezTo>
                  <a:pt x="15" y="263"/>
                  <a:pt x="15" y="263"/>
                  <a:pt x="15" y="263"/>
                </a:cubicBezTo>
                <a:cubicBezTo>
                  <a:pt x="9" y="263"/>
                  <a:pt x="4" y="267"/>
                  <a:pt x="1" y="273"/>
                </a:cubicBezTo>
                <a:cubicBezTo>
                  <a:pt x="0" y="280"/>
                  <a:pt x="1" y="285"/>
                  <a:pt x="7" y="289"/>
                </a:cubicBezTo>
                <a:cubicBezTo>
                  <a:pt x="174" y="429"/>
                  <a:pt x="174" y="429"/>
                  <a:pt x="174" y="429"/>
                </a:cubicBezTo>
                <a:cubicBezTo>
                  <a:pt x="89" y="683"/>
                  <a:pt x="89" y="683"/>
                  <a:pt x="89" y="683"/>
                </a:cubicBezTo>
                <a:cubicBezTo>
                  <a:pt x="88" y="690"/>
                  <a:pt x="89" y="697"/>
                  <a:pt x="94" y="700"/>
                </a:cubicBezTo>
                <a:cubicBezTo>
                  <a:pt x="100" y="704"/>
                  <a:pt x="107" y="704"/>
                  <a:pt x="112" y="700"/>
                </a:cubicBezTo>
                <a:cubicBezTo>
                  <a:pt x="337" y="531"/>
                  <a:pt x="337" y="531"/>
                  <a:pt x="337" y="531"/>
                </a:cubicBezTo>
                <a:cubicBezTo>
                  <a:pt x="563" y="700"/>
                  <a:pt x="563" y="700"/>
                  <a:pt x="563" y="700"/>
                </a:cubicBezTo>
                <a:cubicBezTo>
                  <a:pt x="568" y="704"/>
                  <a:pt x="575" y="704"/>
                  <a:pt x="580" y="700"/>
                </a:cubicBezTo>
                <a:cubicBezTo>
                  <a:pt x="586" y="697"/>
                  <a:pt x="587" y="690"/>
                  <a:pt x="586" y="683"/>
                </a:cubicBezTo>
                <a:cubicBezTo>
                  <a:pt x="501" y="429"/>
                  <a:pt x="501" y="429"/>
                  <a:pt x="501" y="429"/>
                </a:cubicBezTo>
                <a:cubicBezTo>
                  <a:pt x="670" y="289"/>
                  <a:pt x="670" y="289"/>
                  <a:pt x="670" y="289"/>
                </a:cubicBezTo>
                <a:cubicBezTo>
                  <a:pt x="674" y="285"/>
                  <a:pt x="675" y="280"/>
                  <a:pt x="674" y="273"/>
                </a:cubicBezTo>
                <a:close/>
                <a:moveTo>
                  <a:pt x="475" y="413"/>
                </a:moveTo>
                <a:lnTo>
                  <a:pt x="475" y="413"/>
                </a:lnTo>
                <a:cubicBezTo>
                  <a:pt x="471" y="417"/>
                  <a:pt x="468" y="424"/>
                  <a:pt x="471" y="429"/>
                </a:cubicBezTo>
                <a:cubicBezTo>
                  <a:pt x="543" y="649"/>
                  <a:pt x="543" y="649"/>
                  <a:pt x="543" y="649"/>
                </a:cubicBezTo>
                <a:cubicBezTo>
                  <a:pt x="347" y="501"/>
                  <a:pt x="347" y="501"/>
                  <a:pt x="347" y="501"/>
                </a:cubicBezTo>
                <a:cubicBezTo>
                  <a:pt x="342" y="497"/>
                  <a:pt x="333" y="497"/>
                  <a:pt x="329" y="501"/>
                </a:cubicBezTo>
                <a:cubicBezTo>
                  <a:pt x="131" y="649"/>
                  <a:pt x="131" y="649"/>
                  <a:pt x="131" y="649"/>
                </a:cubicBezTo>
                <a:cubicBezTo>
                  <a:pt x="206" y="429"/>
                  <a:pt x="206" y="429"/>
                  <a:pt x="206" y="429"/>
                </a:cubicBezTo>
                <a:cubicBezTo>
                  <a:pt x="207" y="424"/>
                  <a:pt x="206" y="417"/>
                  <a:pt x="200" y="413"/>
                </a:cubicBezTo>
                <a:cubicBezTo>
                  <a:pt x="56" y="293"/>
                  <a:pt x="56" y="293"/>
                  <a:pt x="56" y="293"/>
                </a:cubicBezTo>
                <a:cubicBezTo>
                  <a:pt x="250" y="293"/>
                  <a:pt x="250" y="293"/>
                  <a:pt x="250" y="293"/>
                </a:cubicBezTo>
                <a:cubicBezTo>
                  <a:pt x="256" y="293"/>
                  <a:pt x="262" y="289"/>
                  <a:pt x="263" y="283"/>
                </a:cubicBezTo>
                <a:cubicBezTo>
                  <a:pt x="337" y="61"/>
                  <a:pt x="337" y="61"/>
                  <a:pt x="337" y="61"/>
                </a:cubicBezTo>
                <a:cubicBezTo>
                  <a:pt x="411" y="283"/>
                  <a:pt x="411" y="283"/>
                  <a:pt x="411" y="283"/>
                </a:cubicBezTo>
                <a:cubicBezTo>
                  <a:pt x="413" y="289"/>
                  <a:pt x="418" y="293"/>
                  <a:pt x="425" y="293"/>
                </a:cubicBezTo>
                <a:cubicBezTo>
                  <a:pt x="619" y="293"/>
                  <a:pt x="619" y="293"/>
                  <a:pt x="619" y="293"/>
                </a:cubicBezTo>
                <a:lnTo>
                  <a:pt x="475" y="413"/>
                </a:lnTo>
                <a:close/>
              </a:path>
            </a:pathLst>
          </a:custGeom>
          <a:solidFill>
            <a:schemeClr val="tx2"/>
          </a:solidFill>
          <a:ln>
            <a:noFill/>
          </a:ln>
          <a:effectLst/>
        </p:spPr>
        <p:txBody>
          <a:bodyPr wrap="none" anchor="ctr"/>
          <a:lstStyle/>
          <a:p>
            <a:endParaRPr lang="da-DK"/>
          </a:p>
        </p:txBody>
      </p:sp>
      <p:grpSp>
        <p:nvGrpSpPr>
          <p:cNvPr id="414" name="Group 417">
            <a:extLst>
              <a:ext uri="{FF2B5EF4-FFF2-40B4-BE49-F238E27FC236}">
                <a16:creationId xmlns:a16="http://schemas.microsoft.com/office/drawing/2014/main" id="{75671833-CA91-D2DE-8549-B7174197D5D6}"/>
              </a:ext>
            </a:extLst>
          </p:cNvPr>
          <p:cNvGrpSpPr/>
          <p:nvPr/>
        </p:nvGrpSpPr>
        <p:grpSpPr>
          <a:xfrm>
            <a:off x="5270624" y="871960"/>
            <a:ext cx="242887" cy="242887"/>
            <a:chOff x="4129088" y="1201738"/>
            <a:chExt cx="242887" cy="242887"/>
          </a:xfrm>
          <a:solidFill>
            <a:schemeClr val="tx2"/>
          </a:solidFill>
        </p:grpSpPr>
        <p:sp>
          <p:nvSpPr>
            <p:cNvPr id="415" name="Freeform 346">
              <a:extLst>
                <a:ext uri="{FF2B5EF4-FFF2-40B4-BE49-F238E27FC236}">
                  <a16:creationId xmlns:a16="http://schemas.microsoft.com/office/drawing/2014/main" id="{ABE8C0BF-FD20-B8E4-5FB4-F053D0D834C7}"/>
                </a:ext>
              </a:extLst>
            </p:cNvPr>
            <p:cNvSpPr>
              <a:spLocks noChangeArrowheads="1"/>
            </p:cNvSpPr>
            <p:nvPr/>
          </p:nvSpPr>
          <p:spPr bwMode="auto">
            <a:xfrm>
              <a:off x="4129088" y="1201738"/>
              <a:ext cx="242887" cy="242887"/>
            </a:xfrm>
            <a:custGeom>
              <a:avLst/>
              <a:gdLst>
                <a:gd name="T0" fmla="*/ 73 w 674"/>
                <a:gd name="T1" fmla="*/ 411 h 675"/>
                <a:gd name="T2" fmla="*/ 102 w 674"/>
                <a:gd name="T3" fmla="*/ 456 h 675"/>
                <a:gd name="T4" fmla="*/ 79 w 674"/>
                <a:gd name="T5" fmla="*/ 492 h 675"/>
                <a:gd name="T6" fmla="*/ 120 w 674"/>
                <a:gd name="T7" fmla="*/ 596 h 675"/>
                <a:gd name="T8" fmla="*/ 202 w 674"/>
                <a:gd name="T9" fmla="*/ 575 h 675"/>
                <a:gd name="T10" fmla="*/ 254 w 674"/>
                <a:gd name="T11" fmla="*/ 588 h 675"/>
                <a:gd name="T12" fmla="*/ 264 w 674"/>
                <a:gd name="T13" fmla="*/ 630 h 675"/>
                <a:gd name="T14" fmla="*/ 409 w 674"/>
                <a:gd name="T15" fmla="*/ 630 h 675"/>
                <a:gd name="T16" fmla="*/ 419 w 674"/>
                <a:gd name="T17" fmla="*/ 588 h 675"/>
                <a:gd name="T18" fmla="*/ 471 w 674"/>
                <a:gd name="T19" fmla="*/ 575 h 675"/>
                <a:gd name="T20" fmla="*/ 553 w 674"/>
                <a:gd name="T21" fmla="*/ 596 h 675"/>
                <a:gd name="T22" fmla="*/ 596 w 674"/>
                <a:gd name="T23" fmla="*/ 492 h 675"/>
                <a:gd name="T24" fmla="*/ 571 w 674"/>
                <a:gd name="T25" fmla="*/ 456 h 675"/>
                <a:gd name="T26" fmla="*/ 600 w 674"/>
                <a:gd name="T27" fmla="*/ 411 h 675"/>
                <a:gd name="T28" fmla="*/ 673 w 674"/>
                <a:gd name="T29" fmla="*/ 308 h 675"/>
                <a:gd name="T30" fmla="*/ 592 w 674"/>
                <a:gd name="T31" fmla="*/ 261 h 675"/>
                <a:gd name="T32" fmla="*/ 570 w 674"/>
                <a:gd name="T33" fmla="*/ 213 h 675"/>
                <a:gd name="T34" fmla="*/ 608 w 674"/>
                <a:gd name="T35" fmla="*/ 151 h 675"/>
                <a:gd name="T36" fmla="*/ 523 w 674"/>
                <a:gd name="T37" fmla="*/ 66 h 675"/>
                <a:gd name="T38" fmla="*/ 462 w 674"/>
                <a:gd name="T39" fmla="*/ 103 h 675"/>
                <a:gd name="T40" fmla="*/ 412 w 674"/>
                <a:gd name="T41" fmla="*/ 81 h 675"/>
                <a:gd name="T42" fmla="*/ 365 w 674"/>
                <a:gd name="T43" fmla="*/ 0 h 675"/>
                <a:gd name="T44" fmla="*/ 264 w 674"/>
                <a:gd name="T45" fmla="*/ 73 h 675"/>
                <a:gd name="T46" fmla="*/ 219 w 674"/>
                <a:gd name="T47" fmla="*/ 102 h 675"/>
                <a:gd name="T48" fmla="*/ 181 w 674"/>
                <a:gd name="T49" fmla="*/ 78 h 675"/>
                <a:gd name="T50" fmla="*/ 79 w 674"/>
                <a:gd name="T51" fmla="*/ 120 h 675"/>
                <a:gd name="T52" fmla="*/ 98 w 674"/>
                <a:gd name="T53" fmla="*/ 202 h 675"/>
                <a:gd name="T54" fmla="*/ 87 w 674"/>
                <a:gd name="T55" fmla="*/ 255 h 675"/>
                <a:gd name="T56" fmla="*/ 73 w 674"/>
                <a:gd name="T57" fmla="*/ 264 h 675"/>
                <a:gd name="T58" fmla="*/ 0 w 674"/>
                <a:gd name="T59" fmla="*/ 367 h 675"/>
                <a:gd name="T60" fmla="*/ 29 w 674"/>
                <a:gd name="T61" fmla="*/ 308 h 675"/>
                <a:gd name="T62" fmla="*/ 98 w 674"/>
                <a:gd name="T63" fmla="*/ 286 h 675"/>
                <a:gd name="T64" fmla="*/ 128 w 674"/>
                <a:gd name="T65" fmla="*/ 232 h 675"/>
                <a:gd name="T66" fmla="*/ 99 w 674"/>
                <a:gd name="T67" fmla="*/ 161 h 675"/>
                <a:gd name="T68" fmla="*/ 140 w 674"/>
                <a:gd name="T69" fmla="*/ 99 h 675"/>
                <a:gd name="T70" fmla="*/ 181 w 674"/>
                <a:gd name="T71" fmla="*/ 120 h 675"/>
                <a:gd name="T72" fmla="*/ 264 w 674"/>
                <a:gd name="T73" fmla="*/ 114 h 675"/>
                <a:gd name="T74" fmla="*/ 293 w 674"/>
                <a:gd name="T75" fmla="*/ 44 h 675"/>
                <a:gd name="T76" fmla="*/ 381 w 674"/>
                <a:gd name="T77" fmla="*/ 44 h 675"/>
                <a:gd name="T78" fmla="*/ 409 w 674"/>
                <a:gd name="T79" fmla="*/ 114 h 675"/>
                <a:gd name="T80" fmla="*/ 492 w 674"/>
                <a:gd name="T81" fmla="*/ 120 h 675"/>
                <a:gd name="T82" fmla="*/ 533 w 674"/>
                <a:gd name="T83" fmla="*/ 99 h 675"/>
                <a:gd name="T84" fmla="*/ 575 w 674"/>
                <a:gd name="T85" fmla="*/ 161 h 675"/>
                <a:gd name="T86" fmla="*/ 545 w 674"/>
                <a:gd name="T87" fmla="*/ 232 h 675"/>
                <a:gd name="T88" fmla="*/ 600 w 674"/>
                <a:gd name="T89" fmla="*/ 293 h 675"/>
                <a:gd name="T90" fmla="*/ 644 w 674"/>
                <a:gd name="T91" fmla="*/ 367 h 675"/>
                <a:gd name="T92" fmla="*/ 575 w 674"/>
                <a:gd name="T93" fmla="*/ 389 h 675"/>
                <a:gd name="T94" fmla="*/ 541 w 674"/>
                <a:gd name="T95" fmla="*/ 461 h 675"/>
                <a:gd name="T96" fmla="*/ 580 w 674"/>
                <a:gd name="T97" fmla="*/ 523 h 675"/>
                <a:gd name="T98" fmla="*/ 523 w 674"/>
                <a:gd name="T99" fmla="*/ 579 h 675"/>
                <a:gd name="T100" fmla="*/ 462 w 674"/>
                <a:gd name="T101" fmla="*/ 541 h 675"/>
                <a:gd name="T102" fmla="*/ 389 w 674"/>
                <a:gd name="T103" fmla="*/ 575 h 675"/>
                <a:gd name="T104" fmla="*/ 365 w 674"/>
                <a:gd name="T105" fmla="*/ 644 h 675"/>
                <a:gd name="T106" fmla="*/ 293 w 674"/>
                <a:gd name="T107" fmla="*/ 601 h 675"/>
                <a:gd name="T108" fmla="*/ 231 w 674"/>
                <a:gd name="T109" fmla="*/ 546 h 675"/>
                <a:gd name="T110" fmla="*/ 161 w 674"/>
                <a:gd name="T111" fmla="*/ 575 h 675"/>
                <a:gd name="T112" fmla="*/ 99 w 674"/>
                <a:gd name="T113" fmla="*/ 534 h 675"/>
                <a:gd name="T114" fmla="*/ 120 w 674"/>
                <a:gd name="T115" fmla="*/ 493 h 675"/>
                <a:gd name="T116" fmla="*/ 114 w 674"/>
                <a:gd name="T117" fmla="*/ 411 h 675"/>
                <a:gd name="T118" fmla="*/ 44 w 674"/>
                <a:gd name="T119" fmla="*/ 380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4" h="675">
                  <a:moveTo>
                    <a:pt x="44" y="411"/>
                  </a:moveTo>
                  <a:lnTo>
                    <a:pt x="44" y="411"/>
                  </a:lnTo>
                  <a:cubicBezTo>
                    <a:pt x="73" y="411"/>
                    <a:pt x="73" y="411"/>
                    <a:pt x="73" y="411"/>
                  </a:cubicBezTo>
                  <a:cubicBezTo>
                    <a:pt x="76" y="411"/>
                    <a:pt x="79" y="411"/>
                    <a:pt x="81" y="413"/>
                  </a:cubicBezTo>
                  <a:cubicBezTo>
                    <a:pt x="84" y="415"/>
                    <a:pt x="85" y="416"/>
                    <a:pt x="87" y="419"/>
                  </a:cubicBezTo>
                  <a:cubicBezTo>
                    <a:pt x="91" y="433"/>
                    <a:pt x="95" y="444"/>
                    <a:pt x="102" y="456"/>
                  </a:cubicBezTo>
                  <a:cubicBezTo>
                    <a:pt x="102" y="457"/>
                    <a:pt x="103" y="460"/>
                    <a:pt x="103" y="461"/>
                  </a:cubicBezTo>
                  <a:cubicBezTo>
                    <a:pt x="103" y="465"/>
                    <a:pt x="102" y="468"/>
                    <a:pt x="98" y="472"/>
                  </a:cubicBezTo>
                  <a:cubicBezTo>
                    <a:pt x="79" y="492"/>
                    <a:pt x="79" y="492"/>
                    <a:pt x="79" y="492"/>
                  </a:cubicBezTo>
                  <a:cubicBezTo>
                    <a:pt x="69" y="501"/>
                    <a:pt x="65" y="512"/>
                    <a:pt x="65" y="523"/>
                  </a:cubicBezTo>
                  <a:cubicBezTo>
                    <a:pt x="65" y="534"/>
                    <a:pt x="69" y="546"/>
                    <a:pt x="79" y="555"/>
                  </a:cubicBezTo>
                  <a:cubicBezTo>
                    <a:pt x="120" y="596"/>
                    <a:pt x="120" y="596"/>
                    <a:pt x="120" y="596"/>
                  </a:cubicBezTo>
                  <a:cubicBezTo>
                    <a:pt x="128" y="604"/>
                    <a:pt x="139" y="608"/>
                    <a:pt x="150" y="608"/>
                  </a:cubicBezTo>
                  <a:cubicBezTo>
                    <a:pt x="162" y="608"/>
                    <a:pt x="173" y="604"/>
                    <a:pt x="181" y="596"/>
                  </a:cubicBezTo>
                  <a:cubicBezTo>
                    <a:pt x="202" y="575"/>
                    <a:pt x="202" y="575"/>
                    <a:pt x="202" y="575"/>
                  </a:cubicBezTo>
                  <a:cubicBezTo>
                    <a:pt x="205" y="573"/>
                    <a:pt x="209" y="571"/>
                    <a:pt x="213" y="571"/>
                  </a:cubicBezTo>
                  <a:cubicBezTo>
                    <a:pt x="214" y="571"/>
                    <a:pt x="216" y="571"/>
                    <a:pt x="219" y="573"/>
                  </a:cubicBezTo>
                  <a:cubicBezTo>
                    <a:pt x="229" y="578"/>
                    <a:pt x="242" y="584"/>
                    <a:pt x="254" y="588"/>
                  </a:cubicBezTo>
                  <a:cubicBezTo>
                    <a:pt x="257" y="588"/>
                    <a:pt x="260" y="590"/>
                    <a:pt x="261" y="592"/>
                  </a:cubicBezTo>
                  <a:cubicBezTo>
                    <a:pt x="262" y="594"/>
                    <a:pt x="264" y="597"/>
                    <a:pt x="264" y="601"/>
                  </a:cubicBezTo>
                  <a:cubicBezTo>
                    <a:pt x="264" y="630"/>
                    <a:pt x="264" y="630"/>
                    <a:pt x="264" y="630"/>
                  </a:cubicBezTo>
                  <a:cubicBezTo>
                    <a:pt x="264" y="654"/>
                    <a:pt x="283" y="674"/>
                    <a:pt x="308" y="674"/>
                  </a:cubicBezTo>
                  <a:cubicBezTo>
                    <a:pt x="365" y="674"/>
                    <a:pt x="365" y="674"/>
                    <a:pt x="365" y="674"/>
                  </a:cubicBezTo>
                  <a:cubicBezTo>
                    <a:pt x="390" y="674"/>
                    <a:pt x="409" y="654"/>
                    <a:pt x="409" y="630"/>
                  </a:cubicBezTo>
                  <a:cubicBezTo>
                    <a:pt x="409" y="601"/>
                    <a:pt x="409" y="601"/>
                    <a:pt x="409" y="601"/>
                  </a:cubicBezTo>
                  <a:cubicBezTo>
                    <a:pt x="409" y="597"/>
                    <a:pt x="411" y="594"/>
                    <a:pt x="412" y="592"/>
                  </a:cubicBezTo>
                  <a:cubicBezTo>
                    <a:pt x="415" y="590"/>
                    <a:pt x="416" y="588"/>
                    <a:pt x="419" y="588"/>
                  </a:cubicBezTo>
                  <a:cubicBezTo>
                    <a:pt x="431" y="584"/>
                    <a:pt x="444" y="578"/>
                    <a:pt x="456" y="573"/>
                  </a:cubicBezTo>
                  <a:cubicBezTo>
                    <a:pt x="457" y="571"/>
                    <a:pt x="459" y="571"/>
                    <a:pt x="462" y="571"/>
                  </a:cubicBezTo>
                  <a:cubicBezTo>
                    <a:pt x="464" y="571"/>
                    <a:pt x="468" y="573"/>
                    <a:pt x="471" y="575"/>
                  </a:cubicBezTo>
                  <a:cubicBezTo>
                    <a:pt x="492" y="596"/>
                    <a:pt x="492" y="596"/>
                    <a:pt x="492" y="596"/>
                  </a:cubicBezTo>
                  <a:cubicBezTo>
                    <a:pt x="500" y="604"/>
                    <a:pt x="512" y="608"/>
                    <a:pt x="523" y="608"/>
                  </a:cubicBezTo>
                  <a:cubicBezTo>
                    <a:pt x="534" y="608"/>
                    <a:pt x="545" y="604"/>
                    <a:pt x="553" y="596"/>
                  </a:cubicBezTo>
                  <a:cubicBezTo>
                    <a:pt x="596" y="555"/>
                    <a:pt x="596" y="555"/>
                    <a:pt x="596" y="555"/>
                  </a:cubicBezTo>
                  <a:cubicBezTo>
                    <a:pt x="604" y="546"/>
                    <a:pt x="608" y="534"/>
                    <a:pt x="608" y="523"/>
                  </a:cubicBezTo>
                  <a:cubicBezTo>
                    <a:pt x="608" y="512"/>
                    <a:pt x="604" y="501"/>
                    <a:pt x="596" y="492"/>
                  </a:cubicBezTo>
                  <a:cubicBezTo>
                    <a:pt x="575" y="472"/>
                    <a:pt x="575" y="472"/>
                    <a:pt x="575" y="472"/>
                  </a:cubicBezTo>
                  <a:cubicBezTo>
                    <a:pt x="573" y="468"/>
                    <a:pt x="570" y="465"/>
                    <a:pt x="570" y="461"/>
                  </a:cubicBezTo>
                  <a:cubicBezTo>
                    <a:pt x="570" y="460"/>
                    <a:pt x="571" y="457"/>
                    <a:pt x="571" y="456"/>
                  </a:cubicBezTo>
                  <a:cubicBezTo>
                    <a:pt x="578" y="444"/>
                    <a:pt x="582" y="433"/>
                    <a:pt x="586" y="419"/>
                  </a:cubicBezTo>
                  <a:cubicBezTo>
                    <a:pt x="588" y="416"/>
                    <a:pt x="589" y="415"/>
                    <a:pt x="592" y="413"/>
                  </a:cubicBezTo>
                  <a:cubicBezTo>
                    <a:pt x="595" y="411"/>
                    <a:pt x="597" y="411"/>
                    <a:pt x="600" y="411"/>
                  </a:cubicBezTo>
                  <a:cubicBezTo>
                    <a:pt x="629" y="411"/>
                    <a:pt x="629" y="411"/>
                    <a:pt x="629" y="411"/>
                  </a:cubicBezTo>
                  <a:cubicBezTo>
                    <a:pt x="654" y="411"/>
                    <a:pt x="673" y="390"/>
                    <a:pt x="673" y="367"/>
                  </a:cubicBezTo>
                  <a:cubicBezTo>
                    <a:pt x="673" y="308"/>
                    <a:pt x="673" y="308"/>
                    <a:pt x="673" y="308"/>
                  </a:cubicBezTo>
                  <a:cubicBezTo>
                    <a:pt x="673" y="283"/>
                    <a:pt x="654" y="264"/>
                    <a:pt x="629" y="264"/>
                  </a:cubicBezTo>
                  <a:cubicBezTo>
                    <a:pt x="600" y="264"/>
                    <a:pt x="600" y="264"/>
                    <a:pt x="600" y="264"/>
                  </a:cubicBezTo>
                  <a:cubicBezTo>
                    <a:pt x="597" y="264"/>
                    <a:pt x="595" y="262"/>
                    <a:pt x="592" y="261"/>
                  </a:cubicBezTo>
                  <a:cubicBezTo>
                    <a:pt x="589" y="260"/>
                    <a:pt x="588" y="257"/>
                    <a:pt x="586" y="255"/>
                  </a:cubicBezTo>
                  <a:cubicBezTo>
                    <a:pt x="582" y="242"/>
                    <a:pt x="578" y="229"/>
                    <a:pt x="571" y="218"/>
                  </a:cubicBezTo>
                  <a:cubicBezTo>
                    <a:pt x="571" y="217"/>
                    <a:pt x="570" y="214"/>
                    <a:pt x="570" y="213"/>
                  </a:cubicBezTo>
                  <a:cubicBezTo>
                    <a:pt x="570" y="209"/>
                    <a:pt x="573" y="205"/>
                    <a:pt x="575" y="202"/>
                  </a:cubicBezTo>
                  <a:cubicBezTo>
                    <a:pt x="596" y="181"/>
                    <a:pt x="596" y="181"/>
                    <a:pt x="596" y="181"/>
                  </a:cubicBezTo>
                  <a:cubicBezTo>
                    <a:pt x="604" y="173"/>
                    <a:pt x="608" y="162"/>
                    <a:pt x="608" y="151"/>
                  </a:cubicBezTo>
                  <a:cubicBezTo>
                    <a:pt x="608" y="140"/>
                    <a:pt x="604" y="128"/>
                    <a:pt x="596" y="120"/>
                  </a:cubicBezTo>
                  <a:cubicBezTo>
                    <a:pt x="553" y="78"/>
                    <a:pt x="553" y="78"/>
                    <a:pt x="553" y="78"/>
                  </a:cubicBezTo>
                  <a:cubicBezTo>
                    <a:pt x="545" y="70"/>
                    <a:pt x="534" y="66"/>
                    <a:pt x="523" y="66"/>
                  </a:cubicBezTo>
                  <a:cubicBezTo>
                    <a:pt x="512" y="66"/>
                    <a:pt x="500" y="70"/>
                    <a:pt x="492" y="78"/>
                  </a:cubicBezTo>
                  <a:cubicBezTo>
                    <a:pt x="471" y="99"/>
                    <a:pt x="471" y="99"/>
                    <a:pt x="471" y="99"/>
                  </a:cubicBezTo>
                  <a:cubicBezTo>
                    <a:pt x="468" y="102"/>
                    <a:pt x="464" y="103"/>
                    <a:pt x="462" y="103"/>
                  </a:cubicBezTo>
                  <a:cubicBezTo>
                    <a:pt x="459" y="103"/>
                    <a:pt x="457" y="103"/>
                    <a:pt x="456" y="102"/>
                  </a:cubicBezTo>
                  <a:cubicBezTo>
                    <a:pt x="444" y="96"/>
                    <a:pt x="431" y="91"/>
                    <a:pt x="419" y="87"/>
                  </a:cubicBezTo>
                  <a:cubicBezTo>
                    <a:pt x="416" y="85"/>
                    <a:pt x="415" y="84"/>
                    <a:pt x="412" y="81"/>
                  </a:cubicBezTo>
                  <a:cubicBezTo>
                    <a:pt x="411" y="80"/>
                    <a:pt x="409" y="76"/>
                    <a:pt x="409" y="73"/>
                  </a:cubicBezTo>
                  <a:cubicBezTo>
                    <a:pt x="409" y="44"/>
                    <a:pt x="409" y="44"/>
                    <a:pt x="409" y="44"/>
                  </a:cubicBezTo>
                  <a:cubicBezTo>
                    <a:pt x="409" y="19"/>
                    <a:pt x="390" y="0"/>
                    <a:pt x="365" y="0"/>
                  </a:cubicBezTo>
                  <a:cubicBezTo>
                    <a:pt x="308" y="0"/>
                    <a:pt x="308" y="0"/>
                    <a:pt x="308" y="0"/>
                  </a:cubicBezTo>
                  <a:cubicBezTo>
                    <a:pt x="283" y="0"/>
                    <a:pt x="264" y="19"/>
                    <a:pt x="264" y="44"/>
                  </a:cubicBezTo>
                  <a:cubicBezTo>
                    <a:pt x="264" y="73"/>
                    <a:pt x="264" y="73"/>
                    <a:pt x="264" y="73"/>
                  </a:cubicBezTo>
                  <a:cubicBezTo>
                    <a:pt x="264" y="76"/>
                    <a:pt x="262" y="80"/>
                    <a:pt x="261" y="81"/>
                  </a:cubicBezTo>
                  <a:cubicBezTo>
                    <a:pt x="260" y="84"/>
                    <a:pt x="257" y="85"/>
                    <a:pt x="254" y="87"/>
                  </a:cubicBezTo>
                  <a:cubicBezTo>
                    <a:pt x="242" y="91"/>
                    <a:pt x="229" y="96"/>
                    <a:pt x="219" y="102"/>
                  </a:cubicBezTo>
                  <a:cubicBezTo>
                    <a:pt x="216" y="103"/>
                    <a:pt x="214" y="103"/>
                    <a:pt x="213" y="103"/>
                  </a:cubicBezTo>
                  <a:cubicBezTo>
                    <a:pt x="209" y="103"/>
                    <a:pt x="205" y="102"/>
                    <a:pt x="202" y="99"/>
                  </a:cubicBezTo>
                  <a:cubicBezTo>
                    <a:pt x="181" y="78"/>
                    <a:pt x="181" y="78"/>
                    <a:pt x="181" y="78"/>
                  </a:cubicBezTo>
                  <a:cubicBezTo>
                    <a:pt x="173" y="70"/>
                    <a:pt x="162" y="66"/>
                    <a:pt x="150" y="66"/>
                  </a:cubicBezTo>
                  <a:cubicBezTo>
                    <a:pt x="139" y="66"/>
                    <a:pt x="128" y="70"/>
                    <a:pt x="120" y="78"/>
                  </a:cubicBezTo>
                  <a:cubicBezTo>
                    <a:pt x="79" y="120"/>
                    <a:pt x="79" y="120"/>
                    <a:pt x="79" y="120"/>
                  </a:cubicBezTo>
                  <a:cubicBezTo>
                    <a:pt x="69" y="128"/>
                    <a:pt x="65" y="140"/>
                    <a:pt x="65" y="151"/>
                  </a:cubicBezTo>
                  <a:cubicBezTo>
                    <a:pt x="65" y="162"/>
                    <a:pt x="69" y="173"/>
                    <a:pt x="79" y="181"/>
                  </a:cubicBezTo>
                  <a:cubicBezTo>
                    <a:pt x="98" y="202"/>
                    <a:pt x="98" y="202"/>
                    <a:pt x="98" y="202"/>
                  </a:cubicBezTo>
                  <a:cubicBezTo>
                    <a:pt x="102" y="205"/>
                    <a:pt x="103" y="209"/>
                    <a:pt x="103" y="213"/>
                  </a:cubicBezTo>
                  <a:cubicBezTo>
                    <a:pt x="103" y="214"/>
                    <a:pt x="102" y="217"/>
                    <a:pt x="102" y="218"/>
                  </a:cubicBezTo>
                  <a:cubicBezTo>
                    <a:pt x="95" y="229"/>
                    <a:pt x="91" y="242"/>
                    <a:pt x="87" y="255"/>
                  </a:cubicBezTo>
                  <a:lnTo>
                    <a:pt x="87" y="255"/>
                  </a:lnTo>
                  <a:cubicBezTo>
                    <a:pt x="85" y="257"/>
                    <a:pt x="84" y="260"/>
                    <a:pt x="81" y="261"/>
                  </a:cubicBezTo>
                  <a:cubicBezTo>
                    <a:pt x="79" y="262"/>
                    <a:pt x="76" y="264"/>
                    <a:pt x="73" y="264"/>
                  </a:cubicBezTo>
                  <a:cubicBezTo>
                    <a:pt x="44" y="264"/>
                    <a:pt x="44" y="264"/>
                    <a:pt x="44" y="264"/>
                  </a:cubicBezTo>
                  <a:cubicBezTo>
                    <a:pt x="19" y="264"/>
                    <a:pt x="0" y="283"/>
                    <a:pt x="0" y="308"/>
                  </a:cubicBezTo>
                  <a:cubicBezTo>
                    <a:pt x="0" y="367"/>
                    <a:pt x="0" y="367"/>
                    <a:pt x="0" y="367"/>
                  </a:cubicBezTo>
                  <a:cubicBezTo>
                    <a:pt x="0" y="390"/>
                    <a:pt x="19" y="411"/>
                    <a:pt x="44" y="411"/>
                  </a:cubicBezTo>
                  <a:close/>
                  <a:moveTo>
                    <a:pt x="29" y="308"/>
                  </a:moveTo>
                  <a:lnTo>
                    <a:pt x="29" y="308"/>
                  </a:lnTo>
                  <a:cubicBezTo>
                    <a:pt x="29" y="299"/>
                    <a:pt x="36" y="293"/>
                    <a:pt x="44" y="293"/>
                  </a:cubicBezTo>
                  <a:cubicBezTo>
                    <a:pt x="73" y="293"/>
                    <a:pt x="73" y="293"/>
                    <a:pt x="73" y="293"/>
                  </a:cubicBezTo>
                  <a:cubicBezTo>
                    <a:pt x="81" y="293"/>
                    <a:pt x="91" y="290"/>
                    <a:pt x="98" y="286"/>
                  </a:cubicBezTo>
                  <a:cubicBezTo>
                    <a:pt x="105" y="280"/>
                    <a:pt x="111" y="273"/>
                    <a:pt x="114" y="264"/>
                  </a:cubicBezTo>
                  <a:lnTo>
                    <a:pt x="114" y="264"/>
                  </a:lnTo>
                  <a:cubicBezTo>
                    <a:pt x="118" y="253"/>
                    <a:pt x="122" y="242"/>
                    <a:pt x="128" y="232"/>
                  </a:cubicBezTo>
                  <a:cubicBezTo>
                    <a:pt x="131" y="225"/>
                    <a:pt x="132" y="220"/>
                    <a:pt x="132" y="213"/>
                  </a:cubicBezTo>
                  <a:cubicBezTo>
                    <a:pt x="132" y="201"/>
                    <a:pt x="128" y="190"/>
                    <a:pt x="120" y="181"/>
                  </a:cubicBezTo>
                  <a:cubicBezTo>
                    <a:pt x="99" y="161"/>
                    <a:pt x="99" y="161"/>
                    <a:pt x="99" y="161"/>
                  </a:cubicBezTo>
                  <a:cubicBezTo>
                    <a:pt x="96" y="158"/>
                    <a:pt x="95" y="155"/>
                    <a:pt x="95" y="151"/>
                  </a:cubicBezTo>
                  <a:cubicBezTo>
                    <a:pt x="95" y="147"/>
                    <a:pt x="96" y="143"/>
                    <a:pt x="99" y="140"/>
                  </a:cubicBezTo>
                  <a:cubicBezTo>
                    <a:pt x="140" y="99"/>
                    <a:pt x="140" y="99"/>
                    <a:pt x="140" y="99"/>
                  </a:cubicBezTo>
                  <a:cubicBezTo>
                    <a:pt x="143" y="96"/>
                    <a:pt x="147" y="95"/>
                    <a:pt x="150" y="95"/>
                  </a:cubicBezTo>
                  <a:cubicBezTo>
                    <a:pt x="154" y="95"/>
                    <a:pt x="158" y="96"/>
                    <a:pt x="161" y="99"/>
                  </a:cubicBezTo>
                  <a:cubicBezTo>
                    <a:pt x="181" y="120"/>
                    <a:pt x="181" y="120"/>
                    <a:pt x="181" y="120"/>
                  </a:cubicBezTo>
                  <a:cubicBezTo>
                    <a:pt x="190" y="128"/>
                    <a:pt x="201" y="132"/>
                    <a:pt x="213" y="132"/>
                  </a:cubicBezTo>
                  <a:cubicBezTo>
                    <a:pt x="219" y="132"/>
                    <a:pt x="225" y="131"/>
                    <a:pt x="231" y="128"/>
                  </a:cubicBezTo>
                  <a:cubicBezTo>
                    <a:pt x="242" y="122"/>
                    <a:pt x="253" y="118"/>
                    <a:pt x="264" y="114"/>
                  </a:cubicBezTo>
                  <a:cubicBezTo>
                    <a:pt x="272" y="111"/>
                    <a:pt x="280" y="106"/>
                    <a:pt x="284" y="99"/>
                  </a:cubicBezTo>
                  <a:cubicBezTo>
                    <a:pt x="290" y="91"/>
                    <a:pt x="293" y="82"/>
                    <a:pt x="293" y="73"/>
                  </a:cubicBezTo>
                  <a:cubicBezTo>
                    <a:pt x="293" y="44"/>
                    <a:pt x="293" y="44"/>
                    <a:pt x="293" y="44"/>
                  </a:cubicBezTo>
                  <a:cubicBezTo>
                    <a:pt x="293" y="36"/>
                    <a:pt x="300" y="29"/>
                    <a:pt x="308" y="29"/>
                  </a:cubicBezTo>
                  <a:cubicBezTo>
                    <a:pt x="365" y="29"/>
                    <a:pt x="365" y="29"/>
                    <a:pt x="365" y="29"/>
                  </a:cubicBezTo>
                  <a:cubicBezTo>
                    <a:pt x="374" y="29"/>
                    <a:pt x="381" y="36"/>
                    <a:pt x="381" y="44"/>
                  </a:cubicBezTo>
                  <a:cubicBezTo>
                    <a:pt x="381" y="73"/>
                    <a:pt x="381" y="73"/>
                    <a:pt x="381" y="73"/>
                  </a:cubicBezTo>
                  <a:cubicBezTo>
                    <a:pt x="381" y="82"/>
                    <a:pt x="383" y="91"/>
                    <a:pt x="389" y="98"/>
                  </a:cubicBezTo>
                  <a:cubicBezTo>
                    <a:pt x="393" y="106"/>
                    <a:pt x="401" y="111"/>
                    <a:pt x="409" y="114"/>
                  </a:cubicBezTo>
                  <a:cubicBezTo>
                    <a:pt x="420" y="118"/>
                    <a:pt x="431" y="122"/>
                    <a:pt x="442" y="128"/>
                  </a:cubicBezTo>
                  <a:cubicBezTo>
                    <a:pt x="448" y="131"/>
                    <a:pt x="455" y="132"/>
                    <a:pt x="462" y="132"/>
                  </a:cubicBezTo>
                  <a:cubicBezTo>
                    <a:pt x="472" y="132"/>
                    <a:pt x="483" y="128"/>
                    <a:pt x="492" y="120"/>
                  </a:cubicBezTo>
                  <a:cubicBezTo>
                    <a:pt x="512" y="99"/>
                    <a:pt x="512" y="99"/>
                    <a:pt x="512" y="99"/>
                  </a:cubicBezTo>
                  <a:cubicBezTo>
                    <a:pt x="515" y="96"/>
                    <a:pt x="519" y="95"/>
                    <a:pt x="523" y="95"/>
                  </a:cubicBezTo>
                  <a:cubicBezTo>
                    <a:pt x="527" y="95"/>
                    <a:pt x="530" y="96"/>
                    <a:pt x="533" y="99"/>
                  </a:cubicBezTo>
                  <a:cubicBezTo>
                    <a:pt x="575" y="140"/>
                    <a:pt x="575" y="140"/>
                    <a:pt x="575" y="140"/>
                  </a:cubicBezTo>
                  <a:cubicBezTo>
                    <a:pt x="578" y="143"/>
                    <a:pt x="580" y="147"/>
                    <a:pt x="580" y="151"/>
                  </a:cubicBezTo>
                  <a:cubicBezTo>
                    <a:pt x="580" y="155"/>
                    <a:pt x="578" y="158"/>
                    <a:pt x="575" y="161"/>
                  </a:cubicBezTo>
                  <a:cubicBezTo>
                    <a:pt x="555" y="181"/>
                    <a:pt x="555" y="181"/>
                    <a:pt x="555" y="181"/>
                  </a:cubicBezTo>
                  <a:cubicBezTo>
                    <a:pt x="547" y="190"/>
                    <a:pt x="541" y="201"/>
                    <a:pt x="541" y="213"/>
                  </a:cubicBezTo>
                  <a:cubicBezTo>
                    <a:pt x="541" y="220"/>
                    <a:pt x="542" y="225"/>
                    <a:pt x="545" y="232"/>
                  </a:cubicBezTo>
                  <a:cubicBezTo>
                    <a:pt x="551" y="242"/>
                    <a:pt x="556" y="253"/>
                    <a:pt x="559" y="264"/>
                  </a:cubicBezTo>
                  <a:cubicBezTo>
                    <a:pt x="562" y="273"/>
                    <a:pt x="569" y="280"/>
                    <a:pt x="575" y="286"/>
                  </a:cubicBezTo>
                  <a:cubicBezTo>
                    <a:pt x="582" y="290"/>
                    <a:pt x="592" y="293"/>
                    <a:pt x="600" y="293"/>
                  </a:cubicBezTo>
                  <a:cubicBezTo>
                    <a:pt x="629" y="293"/>
                    <a:pt x="629" y="293"/>
                    <a:pt x="629" y="293"/>
                  </a:cubicBezTo>
                  <a:cubicBezTo>
                    <a:pt x="637" y="293"/>
                    <a:pt x="644" y="299"/>
                    <a:pt x="644" y="308"/>
                  </a:cubicBezTo>
                  <a:cubicBezTo>
                    <a:pt x="644" y="367"/>
                    <a:pt x="644" y="367"/>
                    <a:pt x="644" y="367"/>
                  </a:cubicBezTo>
                  <a:cubicBezTo>
                    <a:pt x="644" y="375"/>
                    <a:pt x="637" y="380"/>
                    <a:pt x="629" y="380"/>
                  </a:cubicBezTo>
                  <a:cubicBezTo>
                    <a:pt x="600" y="380"/>
                    <a:pt x="600" y="380"/>
                    <a:pt x="600" y="380"/>
                  </a:cubicBezTo>
                  <a:cubicBezTo>
                    <a:pt x="592" y="380"/>
                    <a:pt x="582" y="383"/>
                    <a:pt x="575" y="389"/>
                  </a:cubicBezTo>
                  <a:cubicBezTo>
                    <a:pt x="569" y="394"/>
                    <a:pt x="562" y="401"/>
                    <a:pt x="559" y="411"/>
                  </a:cubicBezTo>
                  <a:cubicBezTo>
                    <a:pt x="556" y="422"/>
                    <a:pt x="551" y="433"/>
                    <a:pt x="545" y="442"/>
                  </a:cubicBezTo>
                  <a:cubicBezTo>
                    <a:pt x="542" y="449"/>
                    <a:pt x="541" y="454"/>
                    <a:pt x="541" y="461"/>
                  </a:cubicBezTo>
                  <a:cubicBezTo>
                    <a:pt x="541" y="472"/>
                    <a:pt x="547" y="485"/>
                    <a:pt x="555" y="493"/>
                  </a:cubicBezTo>
                  <a:cubicBezTo>
                    <a:pt x="575" y="514"/>
                    <a:pt x="575" y="514"/>
                    <a:pt x="575" y="514"/>
                  </a:cubicBezTo>
                  <a:cubicBezTo>
                    <a:pt x="578" y="516"/>
                    <a:pt x="580" y="519"/>
                    <a:pt x="580" y="523"/>
                  </a:cubicBezTo>
                  <a:cubicBezTo>
                    <a:pt x="580" y="527"/>
                    <a:pt x="578" y="531"/>
                    <a:pt x="575" y="534"/>
                  </a:cubicBezTo>
                  <a:cubicBezTo>
                    <a:pt x="533" y="575"/>
                    <a:pt x="533" y="575"/>
                    <a:pt x="533" y="575"/>
                  </a:cubicBezTo>
                  <a:cubicBezTo>
                    <a:pt x="530" y="578"/>
                    <a:pt x="527" y="579"/>
                    <a:pt x="523" y="579"/>
                  </a:cubicBezTo>
                  <a:cubicBezTo>
                    <a:pt x="519" y="579"/>
                    <a:pt x="515" y="578"/>
                    <a:pt x="512" y="575"/>
                  </a:cubicBezTo>
                  <a:cubicBezTo>
                    <a:pt x="492" y="555"/>
                    <a:pt x="492" y="555"/>
                    <a:pt x="492" y="555"/>
                  </a:cubicBezTo>
                  <a:cubicBezTo>
                    <a:pt x="483" y="546"/>
                    <a:pt x="472" y="541"/>
                    <a:pt x="462" y="541"/>
                  </a:cubicBezTo>
                  <a:cubicBezTo>
                    <a:pt x="455" y="541"/>
                    <a:pt x="448" y="544"/>
                    <a:pt x="442" y="546"/>
                  </a:cubicBezTo>
                  <a:cubicBezTo>
                    <a:pt x="431" y="552"/>
                    <a:pt x="420" y="556"/>
                    <a:pt x="409" y="560"/>
                  </a:cubicBezTo>
                  <a:cubicBezTo>
                    <a:pt x="401" y="563"/>
                    <a:pt x="393" y="568"/>
                    <a:pt x="389" y="575"/>
                  </a:cubicBezTo>
                  <a:cubicBezTo>
                    <a:pt x="383" y="584"/>
                    <a:pt x="381" y="592"/>
                    <a:pt x="381" y="601"/>
                  </a:cubicBezTo>
                  <a:cubicBezTo>
                    <a:pt x="381" y="630"/>
                    <a:pt x="381" y="630"/>
                    <a:pt x="381" y="630"/>
                  </a:cubicBezTo>
                  <a:cubicBezTo>
                    <a:pt x="381" y="638"/>
                    <a:pt x="374" y="644"/>
                    <a:pt x="365" y="644"/>
                  </a:cubicBezTo>
                  <a:cubicBezTo>
                    <a:pt x="308" y="644"/>
                    <a:pt x="308" y="644"/>
                    <a:pt x="308" y="644"/>
                  </a:cubicBezTo>
                  <a:cubicBezTo>
                    <a:pt x="300" y="644"/>
                    <a:pt x="293" y="638"/>
                    <a:pt x="293" y="630"/>
                  </a:cubicBezTo>
                  <a:cubicBezTo>
                    <a:pt x="293" y="601"/>
                    <a:pt x="293" y="601"/>
                    <a:pt x="293" y="601"/>
                  </a:cubicBezTo>
                  <a:cubicBezTo>
                    <a:pt x="293" y="592"/>
                    <a:pt x="290" y="584"/>
                    <a:pt x="284" y="575"/>
                  </a:cubicBezTo>
                  <a:cubicBezTo>
                    <a:pt x="280" y="568"/>
                    <a:pt x="272" y="563"/>
                    <a:pt x="264" y="560"/>
                  </a:cubicBezTo>
                  <a:cubicBezTo>
                    <a:pt x="253" y="556"/>
                    <a:pt x="242" y="552"/>
                    <a:pt x="231" y="546"/>
                  </a:cubicBezTo>
                  <a:cubicBezTo>
                    <a:pt x="225" y="544"/>
                    <a:pt x="219" y="541"/>
                    <a:pt x="213" y="541"/>
                  </a:cubicBezTo>
                  <a:cubicBezTo>
                    <a:pt x="201" y="541"/>
                    <a:pt x="190" y="546"/>
                    <a:pt x="181" y="555"/>
                  </a:cubicBezTo>
                  <a:cubicBezTo>
                    <a:pt x="161" y="575"/>
                    <a:pt x="161" y="575"/>
                    <a:pt x="161" y="575"/>
                  </a:cubicBezTo>
                  <a:cubicBezTo>
                    <a:pt x="158" y="578"/>
                    <a:pt x="154" y="579"/>
                    <a:pt x="150" y="579"/>
                  </a:cubicBezTo>
                  <a:cubicBezTo>
                    <a:pt x="147" y="579"/>
                    <a:pt x="143" y="578"/>
                    <a:pt x="140" y="575"/>
                  </a:cubicBezTo>
                  <a:cubicBezTo>
                    <a:pt x="99" y="534"/>
                    <a:pt x="99" y="534"/>
                    <a:pt x="99" y="534"/>
                  </a:cubicBezTo>
                  <a:cubicBezTo>
                    <a:pt x="96" y="531"/>
                    <a:pt x="95" y="527"/>
                    <a:pt x="95" y="523"/>
                  </a:cubicBezTo>
                  <a:cubicBezTo>
                    <a:pt x="95" y="519"/>
                    <a:pt x="96" y="516"/>
                    <a:pt x="99" y="514"/>
                  </a:cubicBezTo>
                  <a:cubicBezTo>
                    <a:pt x="120" y="493"/>
                    <a:pt x="120" y="493"/>
                    <a:pt x="120" y="493"/>
                  </a:cubicBezTo>
                  <a:cubicBezTo>
                    <a:pt x="128" y="485"/>
                    <a:pt x="132" y="472"/>
                    <a:pt x="132" y="461"/>
                  </a:cubicBezTo>
                  <a:cubicBezTo>
                    <a:pt x="132" y="454"/>
                    <a:pt x="131" y="449"/>
                    <a:pt x="128" y="442"/>
                  </a:cubicBezTo>
                  <a:cubicBezTo>
                    <a:pt x="122" y="433"/>
                    <a:pt x="118" y="422"/>
                    <a:pt x="114" y="411"/>
                  </a:cubicBezTo>
                  <a:cubicBezTo>
                    <a:pt x="111" y="401"/>
                    <a:pt x="105" y="394"/>
                    <a:pt x="98" y="389"/>
                  </a:cubicBezTo>
                  <a:cubicBezTo>
                    <a:pt x="91" y="383"/>
                    <a:pt x="81" y="380"/>
                    <a:pt x="73" y="380"/>
                  </a:cubicBezTo>
                  <a:cubicBezTo>
                    <a:pt x="44" y="380"/>
                    <a:pt x="44" y="380"/>
                    <a:pt x="44" y="380"/>
                  </a:cubicBezTo>
                  <a:cubicBezTo>
                    <a:pt x="36" y="380"/>
                    <a:pt x="29" y="375"/>
                    <a:pt x="29" y="367"/>
                  </a:cubicBezTo>
                  <a:lnTo>
                    <a:pt x="29" y="3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7">
              <a:extLst>
                <a:ext uri="{FF2B5EF4-FFF2-40B4-BE49-F238E27FC236}">
                  <a16:creationId xmlns:a16="http://schemas.microsoft.com/office/drawing/2014/main" id="{1C9B2ED2-A9D8-8B59-09B9-FAB0E573D95A}"/>
                </a:ext>
              </a:extLst>
            </p:cNvPr>
            <p:cNvSpPr>
              <a:spLocks noChangeArrowheads="1"/>
            </p:cNvSpPr>
            <p:nvPr/>
          </p:nvSpPr>
          <p:spPr bwMode="auto">
            <a:xfrm>
              <a:off x="4203700" y="1274763"/>
              <a:ext cx="95250" cy="95250"/>
            </a:xfrm>
            <a:custGeom>
              <a:avLst/>
              <a:gdLst>
                <a:gd name="T0" fmla="*/ 132 w 264"/>
                <a:gd name="T1" fmla="*/ 263 h 264"/>
                <a:gd name="T2" fmla="*/ 132 w 264"/>
                <a:gd name="T3" fmla="*/ 263 h 264"/>
                <a:gd name="T4" fmla="*/ 263 w 264"/>
                <a:gd name="T5" fmla="*/ 131 h 264"/>
                <a:gd name="T6" fmla="*/ 132 w 264"/>
                <a:gd name="T7" fmla="*/ 0 h 264"/>
                <a:gd name="T8" fmla="*/ 0 w 264"/>
                <a:gd name="T9" fmla="*/ 131 h 264"/>
                <a:gd name="T10" fmla="*/ 132 w 264"/>
                <a:gd name="T11" fmla="*/ 263 h 264"/>
                <a:gd name="T12" fmla="*/ 59 w 264"/>
                <a:gd name="T13" fmla="*/ 60 h 264"/>
                <a:gd name="T14" fmla="*/ 59 w 264"/>
                <a:gd name="T15" fmla="*/ 60 h 264"/>
                <a:gd name="T16" fmla="*/ 132 w 264"/>
                <a:gd name="T17" fmla="*/ 30 h 264"/>
                <a:gd name="T18" fmla="*/ 204 w 264"/>
                <a:gd name="T19" fmla="*/ 60 h 264"/>
                <a:gd name="T20" fmla="*/ 235 w 264"/>
                <a:gd name="T21" fmla="*/ 131 h 264"/>
                <a:gd name="T22" fmla="*/ 204 w 264"/>
                <a:gd name="T23" fmla="*/ 204 h 264"/>
                <a:gd name="T24" fmla="*/ 132 w 264"/>
                <a:gd name="T25" fmla="*/ 234 h 264"/>
                <a:gd name="T26" fmla="*/ 59 w 264"/>
                <a:gd name="T27" fmla="*/ 204 h 264"/>
                <a:gd name="T28" fmla="*/ 29 w 264"/>
                <a:gd name="T29" fmla="*/ 131 h 264"/>
                <a:gd name="T30" fmla="*/ 59 w 264"/>
                <a:gd name="T31" fmla="*/ 6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1"/>
                  </a:cubicBezTo>
                  <a:cubicBezTo>
                    <a:pt x="263" y="59"/>
                    <a:pt x="204" y="0"/>
                    <a:pt x="132" y="0"/>
                  </a:cubicBezTo>
                  <a:cubicBezTo>
                    <a:pt x="59" y="0"/>
                    <a:pt x="0" y="59"/>
                    <a:pt x="0" y="131"/>
                  </a:cubicBezTo>
                  <a:cubicBezTo>
                    <a:pt x="0" y="204"/>
                    <a:pt x="59" y="263"/>
                    <a:pt x="132" y="263"/>
                  </a:cubicBezTo>
                  <a:close/>
                  <a:moveTo>
                    <a:pt x="59" y="60"/>
                  </a:moveTo>
                  <a:lnTo>
                    <a:pt x="59" y="60"/>
                  </a:lnTo>
                  <a:cubicBezTo>
                    <a:pt x="78" y="41"/>
                    <a:pt x="103" y="30"/>
                    <a:pt x="132" y="30"/>
                  </a:cubicBezTo>
                  <a:cubicBezTo>
                    <a:pt x="160" y="30"/>
                    <a:pt x="185" y="41"/>
                    <a:pt x="204" y="60"/>
                  </a:cubicBezTo>
                  <a:cubicBezTo>
                    <a:pt x="222" y="78"/>
                    <a:pt x="235" y="104"/>
                    <a:pt x="235" y="131"/>
                  </a:cubicBezTo>
                  <a:cubicBezTo>
                    <a:pt x="235" y="160"/>
                    <a:pt x="222" y="186"/>
                    <a:pt x="204" y="204"/>
                  </a:cubicBezTo>
                  <a:cubicBezTo>
                    <a:pt x="185" y="223"/>
                    <a:pt x="160" y="234"/>
                    <a:pt x="132" y="234"/>
                  </a:cubicBezTo>
                  <a:cubicBezTo>
                    <a:pt x="103" y="234"/>
                    <a:pt x="78" y="223"/>
                    <a:pt x="59" y="204"/>
                  </a:cubicBezTo>
                  <a:cubicBezTo>
                    <a:pt x="41" y="186"/>
                    <a:pt x="29" y="160"/>
                    <a:pt x="29" y="131"/>
                  </a:cubicBezTo>
                  <a:cubicBezTo>
                    <a:pt x="29" y="104"/>
                    <a:pt x="41" y="78"/>
                    <a:pt x="5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A0D66331-9A30-EAB9-06F5-E921A1C66183}"/>
              </a:ext>
            </a:extLst>
          </p:cNvPr>
          <p:cNvGrpSpPr/>
          <p:nvPr/>
        </p:nvGrpSpPr>
        <p:grpSpPr>
          <a:xfrm>
            <a:off x="4765799" y="867197"/>
            <a:ext cx="254000" cy="252412"/>
            <a:chOff x="3624263" y="1201738"/>
            <a:chExt cx="254000" cy="252412"/>
          </a:xfrm>
          <a:solidFill>
            <a:schemeClr val="tx2"/>
          </a:solidFill>
        </p:grpSpPr>
        <p:sp>
          <p:nvSpPr>
            <p:cNvPr id="418" name="Freeform 348">
              <a:extLst>
                <a:ext uri="{FF2B5EF4-FFF2-40B4-BE49-F238E27FC236}">
                  <a16:creationId xmlns:a16="http://schemas.microsoft.com/office/drawing/2014/main" id="{ECD80BF2-B119-91BD-7ED7-B1BBF0249478}"/>
                </a:ext>
              </a:extLst>
            </p:cNvPr>
            <p:cNvSpPr>
              <a:spLocks noChangeArrowheads="1"/>
            </p:cNvSpPr>
            <p:nvPr/>
          </p:nvSpPr>
          <p:spPr bwMode="auto">
            <a:xfrm>
              <a:off x="3624263" y="1201738"/>
              <a:ext cx="200025" cy="200025"/>
            </a:xfrm>
            <a:custGeom>
              <a:avLst/>
              <a:gdLst>
                <a:gd name="T0" fmla="*/ 71 w 557"/>
                <a:gd name="T1" fmla="*/ 352 h 557"/>
                <a:gd name="T2" fmla="*/ 39 w 557"/>
                <a:gd name="T3" fmla="*/ 413 h 557"/>
                <a:gd name="T4" fmla="*/ 142 w 557"/>
                <a:gd name="T5" fmla="*/ 516 h 557"/>
                <a:gd name="T6" fmla="*/ 204 w 557"/>
                <a:gd name="T7" fmla="*/ 542 h 557"/>
                <a:gd name="T8" fmla="*/ 336 w 557"/>
                <a:gd name="T9" fmla="*/ 556 h 557"/>
                <a:gd name="T10" fmla="*/ 351 w 557"/>
                <a:gd name="T11" fmla="*/ 485 h 557"/>
                <a:gd name="T12" fmla="*/ 433 w 557"/>
                <a:gd name="T13" fmla="*/ 516 h 557"/>
                <a:gd name="T14" fmla="*/ 516 w 557"/>
                <a:gd name="T15" fmla="*/ 413 h 557"/>
                <a:gd name="T16" fmla="*/ 540 w 557"/>
                <a:gd name="T17" fmla="*/ 352 h 557"/>
                <a:gd name="T18" fmla="*/ 556 w 557"/>
                <a:gd name="T19" fmla="*/ 220 h 557"/>
                <a:gd name="T20" fmla="*/ 484 w 557"/>
                <a:gd name="T21" fmla="*/ 205 h 557"/>
                <a:gd name="T22" fmla="*/ 520 w 557"/>
                <a:gd name="T23" fmla="*/ 133 h 557"/>
                <a:gd name="T24" fmla="*/ 422 w 557"/>
                <a:gd name="T25" fmla="*/ 36 h 557"/>
                <a:gd name="T26" fmla="*/ 351 w 557"/>
                <a:gd name="T27" fmla="*/ 72 h 557"/>
                <a:gd name="T28" fmla="*/ 336 w 557"/>
                <a:gd name="T29" fmla="*/ 0 h 557"/>
                <a:gd name="T30" fmla="*/ 204 w 557"/>
                <a:gd name="T31" fmla="*/ 15 h 557"/>
                <a:gd name="T32" fmla="*/ 142 w 557"/>
                <a:gd name="T33" fmla="*/ 40 h 557"/>
                <a:gd name="T34" fmla="*/ 39 w 557"/>
                <a:gd name="T35" fmla="*/ 124 h 557"/>
                <a:gd name="T36" fmla="*/ 71 w 557"/>
                <a:gd name="T37" fmla="*/ 205 h 557"/>
                <a:gd name="T38" fmla="*/ 0 w 557"/>
                <a:gd name="T39" fmla="*/ 220 h 557"/>
                <a:gd name="T40" fmla="*/ 13 w 557"/>
                <a:gd name="T41" fmla="*/ 352 h 557"/>
                <a:gd name="T42" fmla="*/ 81 w 557"/>
                <a:gd name="T43" fmla="*/ 235 h 557"/>
                <a:gd name="T44" fmla="*/ 108 w 557"/>
                <a:gd name="T45" fmla="*/ 170 h 557"/>
                <a:gd name="T46" fmla="*/ 170 w 557"/>
                <a:gd name="T47" fmla="*/ 109 h 557"/>
                <a:gd name="T48" fmla="*/ 179 w 557"/>
                <a:gd name="T49" fmla="*/ 113 h 557"/>
                <a:gd name="T50" fmla="*/ 185 w 557"/>
                <a:gd name="T51" fmla="*/ 111 h 557"/>
                <a:gd name="T52" fmla="*/ 223 w 557"/>
                <a:gd name="T53" fmla="*/ 96 h 557"/>
                <a:gd name="T54" fmla="*/ 321 w 557"/>
                <a:gd name="T55" fmla="*/ 29 h 557"/>
                <a:gd name="T56" fmla="*/ 368 w 557"/>
                <a:gd name="T57" fmla="*/ 111 h 557"/>
                <a:gd name="T58" fmla="*/ 374 w 557"/>
                <a:gd name="T59" fmla="*/ 113 h 557"/>
                <a:gd name="T60" fmla="*/ 385 w 557"/>
                <a:gd name="T61" fmla="*/ 109 h 557"/>
                <a:gd name="T62" fmla="*/ 422 w 557"/>
                <a:gd name="T63" fmla="*/ 72 h 557"/>
                <a:gd name="T64" fmla="*/ 444 w 557"/>
                <a:gd name="T65" fmla="*/ 188 h 557"/>
                <a:gd name="T66" fmla="*/ 527 w 557"/>
                <a:gd name="T67" fmla="*/ 235 h 557"/>
                <a:gd name="T68" fmla="*/ 459 w 557"/>
                <a:gd name="T69" fmla="*/ 332 h 557"/>
                <a:gd name="T70" fmla="*/ 444 w 557"/>
                <a:gd name="T71" fmla="*/ 371 h 557"/>
                <a:gd name="T72" fmla="*/ 447 w 557"/>
                <a:gd name="T73" fmla="*/ 384 h 557"/>
                <a:gd name="T74" fmla="*/ 447 w 557"/>
                <a:gd name="T75" fmla="*/ 387 h 557"/>
                <a:gd name="T76" fmla="*/ 385 w 557"/>
                <a:gd name="T77" fmla="*/ 449 h 557"/>
                <a:gd name="T78" fmla="*/ 321 w 557"/>
                <a:gd name="T79" fmla="*/ 475 h 557"/>
                <a:gd name="T80" fmla="*/ 233 w 557"/>
                <a:gd name="T81" fmla="*/ 475 h 557"/>
                <a:gd name="T82" fmla="*/ 170 w 557"/>
                <a:gd name="T83" fmla="*/ 449 h 557"/>
                <a:gd name="T84" fmla="*/ 108 w 557"/>
                <a:gd name="T85" fmla="*/ 386 h 557"/>
                <a:gd name="T86" fmla="*/ 101 w 557"/>
                <a:gd name="T87" fmla="*/ 350 h 557"/>
                <a:gd name="T88" fmla="*/ 28 w 557"/>
                <a:gd name="T89" fmla="*/ 323 h 5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57" h="557">
                  <a:moveTo>
                    <a:pt x="13" y="352"/>
                  </a:moveTo>
                  <a:lnTo>
                    <a:pt x="13" y="352"/>
                  </a:lnTo>
                  <a:cubicBezTo>
                    <a:pt x="71" y="352"/>
                    <a:pt x="71" y="352"/>
                    <a:pt x="71" y="352"/>
                  </a:cubicBezTo>
                  <a:cubicBezTo>
                    <a:pt x="72" y="357"/>
                    <a:pt x="75" y="363"/>
                    <a:pt x="77" y="368"/>
                  </a:cubicBezTo>
                  <a:cubicBezTo>
                    <a:pt x="78" y="369"/>
                    <a:pt x="79" y="371"/>
                    <a:pt x="79" y="373"/>
                  </a:cubicBezTo>
                  <a:cubicBezTo>
                    <a:pt x="39" y="413"/>
                    <a:pt x="39" y="413"/>
                    <a:pt x="39" y="413"/>
                  </a:cubicBezTo>
                  <a:cubicBezTo>
                    <a:pt x="34" y="419"/>
                    <a:pt x="34" y="428"/>
                    <a:pt x="39" y="434"/>
                  </a:cubicBezTo>
                  <a:cubicBezTo>
                    <a:pt x="122" y="516"/>
                    <a:pt x="122" y="516"/>
                    <a:pt x="122" y="516"/>
                  </a:cubicBezTo>
                  <a:cubicBezTo>
                    <a:pt x="127" y="522"/>
                    <a:pt x="137" y="522"/>
                    <a:pt x="142" y="516"/>
                  </a:cubicBezTo>
                  <a:cubicBezTo>
                    <a:pt x="184" y="476"/>
                    <a:pt x="184" y="476"/>
                    <a:pt x="184" y="476"/>
                  </a:cubicBezTo>
                  <a:cubicBezTo>
                    <a:pt x="190" y="479"/>
                    <a:pt x="197" y="483"/>
                    <a:pt x="204" y="485"/>
                  </a:cubicBezTo>
                  <a:cubicBezTo>
                    <a:pt x="204" y="542"/>
                    <a:pt x="204" y="542"/>
                    <a:pt x="204" y="542"/>
                  </a:cubicBezTo>
                  <a:cubicBezTo>
                    <a:pt x="204" y="546"/>
                    <a:pt x="206" y="549"/>
                    <a:pt x="208" y="552"/>
                  </a:cubicBezTo>
                  <a:cubicBezTo>
                    <a:pt x="211" y="555"/>
                    <a:pt x="215" y="556"/>
                    <a:pt x="219" y="556"/>
                  </a:cubicBezTo>
                  <a:cubicBezTo>
                    <a:pt x="336" y="556"/>
                    <a:pt x="336" y="556"/>
                    <a:pt x="336" y="556"/>
                  </a:cubicBezTo>
                  <a:cubicBezTo>
                    <a:pt x="340" y="556"/>
                    <a:pt x="344" y="555"/>
                    <a:pt x="347" y="552"/>
                  </a:cubicBezTo>
                  <a:cubicBezTo>
                    <a:pt x="350" y="549"/>
                    <a:pt x="351" y="546"/>
                    <a:pt x="351" y="542"/>
                  </a:cubicBezTo>
                  <a:cubicBezTo>
                    <a:pt x="351" y="485"/>
                    <a:pt x="351" y="485"/>
                    <a:pt x="351" y="485"/>
                  </a:cubicBezTo>
                  <a:cubicBezTo>
                    <a:pt x="358" y="483"/>
                    <a:pt x="365" y="479"/>
                    <a:pt x="372" y="476"/>
                  </a:cubicBezTo>
                  <a:cubicBezTo>
                    <a:pt x="411" y="516"/>
                    <a:pt x="411" y="516"/>
                    <a:pt x="411" y="516"/>
                  </a:cubicBezTo>
                  <a:cubicBezTo>
                    <a:pt x="418" y="522"/>
                    <a:pt x="427" y="522"/>
                    <a:pt x="433" y="516"/>
                  </a:cubicBezTo>
                  <a:cubicBezTo>
                    <a:pt x="516" y="434"/>
                    <a:pt x="516" y="434"/>
                    <a:pt x="516" y="434"/>
                  </a:cubicBezTo>
                  <a:cubicBezTo>
                    <a:pt x="519" y="431"/>
                    <a:pt x="520" y="427"/>
                    <a:pt x="520" y="423"/>
                  </a:cubicBezTo>
                  <a:cubicBezTo>
                    <a:pt x="520" y="420"/>
                    <a:pt x="519" y="416"/>
                    <a:pt x="516" y="413"/>
                  </a:cubicBezTo>
                  <a:cubicBezTo>
                    <a:pt x="476" y="373"/>
                    <a:pt x="476" y="373"/>
                    <a:pt x="476" y="373"/>
                  </a:cubicBezTo>
                  <a:cubicBezTo>
                    <a:pt x="479" y="367"/>
                    <a:pt x="481" y="358"/>
                    <a:pt x="484" y="352"/>
                  </a:cubicBezTo>
                  <a:cubicBezTo>
                    <a:pt x="540" y="352"/>
                    <a:pt x="540" y="352"/>
                    <a:pt x="540" y="352"/>
                  </a:cubicBezTo>
                  <a:cubicBezTo>
                    <a:pt x="545" y="352"/>
                    <a:pt x="549" y="350"/>
                    <a:pt x="551" y="347"/>
                  </a:cubicBezTo>
                  <a:cubicBezTo>
                    <a:pt x="554" y="345"/>
                    <a:pt x="556" y="341"/>
                    <a:pt x="556" y="336"/>
                  </a:cubicBezTo>
                  <a:cubicBezTo>
                    <a:pt x="556" y="220"/>
                    <a:pt x="556" y="220"/>
                    <a:pt x="556" y="220"/>
                  </a:cubicBezTo>
                  <a:cubicBezTo>
                    <a:pt x="556" y="216"/>
                    <a:pt x="554" y="213"/>
                    <a:pt x="551" y="210"/>
                  </a:cubicBezTo>
                  <a:cubicBezTo>
                    <a:pt x="549" y="207"/>
                    <a:pt x="545" y="205"/>
                    <a:pt x="540" y="205"/>
                  </a:cubicBezTo>
                  <a:cubicBezTo>
                    <a:pt x="484" y="205"/>
                    <a:pt x="484" y="205"/>
                    <a:pt x="484" y="205"/>
                  </a:cubicBezTo>
                  <a:cubicBezTo>
                    <a:pt x="481" y="198"/>
                    <a:pt x="479" y="191"/>
                    <a:pt x="476" y="184"/>
                  </a:cubicBezTo>
                  <a:cubicBezTo>
                    <a:pt x="516" y="144"/>
                    <a:pt x="516" y="144"/>
                    <a:pt x="516" y="144"/>
                  </a:cubicBezTo>
                  <a:cubicBezTo>
                    <a:pt x="519" y="142"/>
                    <a:pt x="520" y="137"/>
                    <a:pt x="520" y="133"/>
                  </a:cubicBezTo>
                  <a:cubicBezTo>
                    <a:pt x="520" y="129"/>
                    <a:pt x="519" y="126"/>
                    <a:pt x="516" y="124"/>
                  </a:cubicBezTo>
                  <a:cubicBezTo>
                    <a:pt x="433" y="40"/>
                    <a:pt x="433" y="40"/>
                    <a:pt x="433" y="40"/>
                  </a:cubicBezTo>
                  <a:cubicBezTo>
                    <a:pt x="431" y="37"/>
                    <a:pt x="427" y="36"/>
                    <a:pt x="422" y="36"/>
                  </a:cubicBezTo>
                  <a:cubicBezTo>
                    <a:pt x="418" y="36"/>
                    <a:pt x="414" y="37"/>
                    <a:pt x="411" y="40"/>
                  </a:cubicBezTo>
                  <a:cubicBezTo>
                    <a:pt x="372" y="81"/>
                    <a:pt x="372" y="81"/>
                    <a:pt x="372" y="81"/>
                  </a:cubicBezTo>
                  <a:cubicBezTo>
                    <a:pt x="365" y="77"/>
                    <a:pt x="358" y="74"/>
                    <a:pt x="351" y="72"/>
                  </a:cubicBezTo>
                  <a:cubicBezTo>
                    <a:pt x="351" y="15"/>
                    <a:pt x="351" y="15"/>
                    <a:pt x="351" y="15"/>
                  </a:cubicBezTo>
                  <a:cubicBezTo>
                    <a:pt x="351" y="11"/>
                    <a:pt x="350" y="7"/>
                    <a:pt x="347" y="4"/>
                  </a:cubicBezTo>
                  <a:cubicBezTo>
                    <a:pt x="344" y="2"/>
                    <a:pt x="340" y="0"/>
                    <a:pt x="336" y="0"/>
                  </a:cubicBezTo>
                  <a:cubicBezTo>
                    <a:pt x="219" y="0"/>
                    <a:pt x="219" y="0"/>
                    <a:pt x="219" y="0"/>
                  </a:cubicBezTo>
                  <a:cubicBezTo>
                    <a:pt x="215" y="0"/>
                    <a:pt x="211" y="2"/>
                    <a:pt x="208" y="4"/>
                  </a:cubicBezTo>
                  <a:cubicBezTo>
                    <a:pt x="206" y="7"/>
                    <a:pt x="204" y="11"/>
                    <a:pt x="204" y="15"/>
                  </a:cubicBezTo>
                  <a:cubicBezTo>
                    <a:pt x="204" y="72"/>
                    <a:pt x="204" y="72"/>
                    <a:pt x="204" y="72"/>
                  </a:cubicBezTo>
                  <a:cubicBezTo>
                    <a:pt x="197" y="74"/>
                    <a:pt x="190" y="77"/>
                    <a:pt x="184" y="81"/>
                  </a:cubicBezTo>
                  <a:cubicBezTo>
                    <a:pt x="142" y="40"/>
                    <a:pt x="142" y="40"/>
                    <a:pt x="142" y="40"/>
                  </a:cubicBezTo>
                  <a:cubicBezTo>
                    <a:pt x="140" y="37"/>
                    <a:pt x="137" y="36"/>
                    <a:pt x="133" y="36"/>
                  </a:cubicBezTo>
                  <a:cubicBezTo>
                    <a:pt x="129" y="36"/>
                    <a:pt x="125" y="37"/>
                    <a:pt x="122" y="40"/>
                  </a:cubicBezTo>
                  <a:cubicBezTo>
                    <a:pt x="39" y="124"/>
                    <a:pt x="39" y="124"/>
                    <a:pt x="39" y="124"/>
                  </a:cubicBezTo>
                  <a:cubicBezTo>
                    <a:pt x="34" y="129"/>
                    <a:pt x="34" y="139"/>
                    <a:pt x="39" y="144"/>
                  </a:cubicBezTo>
                  <a:cubicBezTo>
                    <a:pt x="79" y="184"/>
                    <a:pt x="79" y="184"/>
                    <a:pt x="79" y="184"/>
                  </a:cubicBezTo>
                  <a:cubicBezTo>
                    <a:pt x="77" y="191"/>
                    <a:pt x="74" y="198"/>
                    <a:pt x="71" y="205"/>
                  </a:cubicBezTo>
                  <a:cubicBezTo>
                    <a:pt x="13" y="205"/>
                    <a:pt x="13" y="205"/>
                    <a:pt x="13" y="205"/>
                  </a:cubicBezTo>
                  <a:cubicBezTo>
                    <a:pt x="11" y="205"/>
                    <a:pt x="7" y="207"/>
                    <a:pt x="4" y="210"/>
                  </a:cubicBezTo>
                  <a:cubicBezTo>
                    <a:pt x="1" y="213"/>
                    <a:pt x="0" y="216"/>
                    <a:pt x="0" y="220"/>
                  </a:cubicBezTo>
                  <a:cubicBezTo>
                    <a:pt x="0" y="336"/>
                    <a:pt x="0" y="336"/>
                    <a:pt x="0" y="336"/>
                  </a:cubicBezTo>
                  <a:cubicBezTo>
                    <a:pt x="0" y="341"/>
                    <a:pt x="1" y="345"/>
                    <a:pt x="4" y="347"/>
                  </a:cubicBezTo>
                  <a:cubicBezTo>
                    <a:pt x="7" y="350"/>
                    <a:pt x="11" y="352"/>
                    <a:pt x="13" y="352"/>
                  </a:cubicBezTo>
                  <a:close/>
                  <a:moveTo>
                    <a:pt x="28" y="235"/>
                  </a:moveTo>
                  <a:lnTo>
                    <a:pt x="28" y="235"/>
                  </a:lnTo>
                  <a:cubicBezTo>
                    <a:pt x="81" y="235"/>
                    <a:pt x="81" y="235"/>
                    <a:pt x="81" y="235"/>
                  </a:cubicBezTo>
                  <a:cubicBezTo>
                    <a:pt x="88" y="235"/>
                    <a:pt x="93" y="231"/>
                    <a:pt x="94" y="224"/>
                  </a:cubicBezTo>
                  <a:cubicBezTo>
                    <a:pt x="98" y="212"/>
                    <a:pt x="104" y="199"/>
                    <a:pt x="109" y="188"/>
                  </a:cubicBezTo>
                  <a:cubicBezTo>
                    <a:pt x="114" y="183"/>
                    <a:pt x="112" y="176"/>
                    <a:pt x="108" y="170"/>
                  </a:cubicBezTo>
                  <a:cubicBezTo>
                    <a:pt x="71" y="133"/>
                    <a:pt x="71" y="133"/>
                    <a:pt x="71" y="133"/>
                  </a:cubicBezTo>
                  <a:cubicBezTo>
                    <a:pt x="133" y="72"/>
                    <a:pt x="133" y="72"/>
                    <a:pt x="133" y="72"/>
                  </a:cubicBezTo>
                  <a:cubicBezTo>
                    <a:pt x="170" y="109"/>
                    <a:pt x="170" y="109"/>
                    <a:pt x="170" y="109"/>
                  </a:cubicBezTo>
                  <a:lnTo>
                    <a:pt x="170" y="109"/>
                  </a:lnTo>
                  <a:cubicBezTo>
                    <a:pt x="171" y="110"/>
                    <a:pt x="173" y="111"/>
                    <a:pt x="174" y="111"/>
                  </a:cubicBezTo>
                  <a:cubicBezTo>
                    <a:pt x="175" y="113"/>
                    <a:pt x="178" y="113"/>
                    <a:pt x="179" y="113"/>
                  </a:cubicBezTo>
                  <a:lnTo>
                    <a:pt x="179" y="113"/>
                  </a:lnTo>
                  <a:lnTo>
                    <a:pt x="179" y="113"/>
                  </a:lnTo>
                  <a:cubicBezTo>
                    <a:pt x="182" y="113"/>
                    <a:pt x="184" y="113"/>
                    <a:pt x="185" y="111"/>
                  </a:cubicBezTo>
                  <a:lnTo>
                    <a:pt x="186" y="111"/>
                  </a:lnTo>
                  <a:cubicBezTo>
                    <a:pt x="186" y="111"/>
                    <a:pt x="186" y="111"/>
                    <a:pt x="188" y="111"/>
                  </a:cubicBezTo>
                  <a:cubicBezTo>
                    <a:pt x="199" y="104"/>
                    <a:pt x="211" y="100"/>
                    <a:pt x="223" y="96"/>
                  </a:cubicBezTo>
                  <a:cubicBezTo>
                    <a:pt x="229" y="93"/>
                    <a:pt x="233" y="88"/>
                    <a:pt x="233" y="82"/>
                  </a:cubicBezTo>
                  <a:cubicBezTo>
                    <a:pt x="233" y="29"/>
                    <a:pt x="233" y="29"/>
                    <a:pt x="233" y="29"/>
                  </a:cubicBezTo>
                  <a:cubicBezTo>
                    <a:pt x="321" y="29"/>
                    <a:pt x="321" y="29"/>
                    <a:pt x="321" y="29"/>
                  </a:cubicBezTo>
                  <a:cubicBezTo>
                    <a:pt x="321" y="82"/>
                    <a:pt x="321" y="82"/>
                    <a:pt x="321" y="82"/>
                  </a:cubicBezTo>
                  <a:cubicBezTo>
                    <a:pt x="321" y="88"/>
                    <a:pt x="325" y="93"/>
                    <a:pt x="332" y="96"/>
                  </a:cubicBezTo>
                  <a:cubicBezTo>
                    <a:pt x="344" y="100"/>
                    <a:pt x="357" y="104"/>
                    <a:pt x="368" y="111"/>
                  </a:cubicBezTo>
                  <a:cubicBezTo>
                    <a:pt x="369" y="111"/>
                    <a:pt x="369" y="111"/>
                    <a:pt x="369" y="111"/>
                  </a:cubicBezTo>
                  <a:lnTo>
                    <a:pt x="370" y="111"/>
                  </a:lnTo>
                  <a:cubicBezTo>
                    <a:pt x="372" y="113"/>
                    <a:pt x="373" y="113"/>
                    <a:pt x="374" y="113"/>
                  </a:cubicBezTo>
                  <a:cubicBezTo>
                    <a:pt x="376" y="113"/>
                    <a:pt x="376" y="113"/>
                    <a:pt x="376" y="113"/>
                  </a:cubicBezTo>
                  <a:cubicBezTo>
                    <a:pt x="379" y="113"/>
                    <a:pt x="381" y="111"/>
                    <a:pt x="384" y="110"/>
                  </a:cubicBezTo>
                  <a:cubicBezTo>
                    <a:pt x="384" y="109"/>
                    <a:pt x="385" y="109"/>
                    <a:pt x="385" y="109"/>
                  </a:cubicBezTo>
                  <a:lnTo>
                    <a:pt x="385" y="109"/>
                  </a:lnTo>
                  <a:lnTo>
                    <a:pt x="385" y="109"/>
                  </a:lnTo>
                  <a:cubicBezTo>
                    <a:pt x="422" y="72"/>
                    <a:pt x="422" y="72"/>
                    <a:pt x="422" y="72"/>
                  </a:cubicBezTo>
                  <a:cubicBezTo>
                    <a:pt x="484" y="133"/>
                    <a:pt x="484" y="133"/>
                    <a:pt x="484" y="133"/>
                  </a:cubicBezTo>
                  <a:cubicBezTo>
                    <a:pt x="447" y="170"/>
                    <a:pt x="447" y="170"/>
                    <a:pt x="447" y="170"/>
                  </a:cubicBezTo>
                  <a:cubicBezTo>
                    <a:pt x="443" y="176"/>
                    <a:pt x="442" y="183"/>
                    <a:pt x="444" y="188"/>
                  </a:cubicBezTo>
                  <a:cubicBezTo>
                    <a:pt x="451" y="199"/>
                    <a:pt x="457" y="212"/>
                    <a:pt x="459" y="224"/>
                  </a:cubicBezTo>
                  <a:cubicBezTo>
                    <a:pt x="462" y="231"/>
                    <a:pt x="468" y="235"/>
                    <a:pt x="475" y="235"/>
                  </a:cubicBezTo>
                  <a:cubicBezTo>
                    <a:pt x="527" y="235"/>
                    <a:pt x="527" y="235"/>
                    <a:pt x="527" y="235"/>
                  </a:cubicBezTo>
                  <a:cubicBezTo>
                    <a:pt x="527" y="323"/>
                    <a:pt x="527" y="323"/>
                    <a:pt x="527" y="323"/>
                  </a:cubicBezTo>
                  <a:cubicBezTo>
                    <a:pt x="475" y="323"/>
                    <a:pt x="475" y="323"/>
                    <a:pt x="475" y="323"/>
                  </a:cubicBezTo>
                  <a:cubicBezTo>
                    <a:pt x="468" y="323"/>
                    <a:pt x="462" y="327"/>
                    <a:pt x="459" y="332"/>
                  </a:cubicBezTo>
                  <a:cubicBezTo>
                    <a:pt x="457" y="346"/>
                    <a:pt x="451" y="357"/>
                    <a:pt x="444" y="369"/>
                  </a:cubicBezTo>
                  <a:lnTo>
                    <a:pt x="444" y="369"/>
                  </a:lnTo>
                  <a:cubicBezTo>
                    <a:pt x="444" y="371"/>
                    <a:pt x="444" y="371"/>
                    <a:pt x="444" y="371"/>
                  </a:cubicBezTo>
                  <a:cubicBezTo>
                    <a:pt x="443" y="372"/>
                    <a:pt x="443" y="375"/>
                    <a:pt x="443" y="376"/>
                  </a:cubicBezTo>
                  <a:lnTo>
                    <a:pt x="443" y="376"/>
                  </a:lnTo>
                  <a:cubicBezTo>
                    <a:pt x="443" y="379"/>
                    <a:pt x="444" y="383"/>
                    <a:pt x="447" y="384"/>
                  </a:cubicBezTo>
                  <a:cubicBezTo>
                    <a:pt x="447" y="386"/>
                    <a:pt x="447" y="386"/>
                    <a:pt x="447" y="387"/>
                  </a:cubicBezTo>
                  <a:lnTo>
                    <a:pt x="447" y="387"/>
                  </a:lnTo>
                  <a:lnTo>
                    <a:pt x="447" y="387"/>
                  </a:lnTo>
                  <a:cubicBezTo>
                    <a:pt x="484" y="423"/>
                    <a:pt x="484" y="423"/>
                    <a:pt x="484" y="423"/>
                  </a:cubicBezTo>
                  <a:cubicBezTo>
                    <a:pt x="422" y="486"/>
                    <a:pt x="422" y="486"/>
                    <a:pt x="422" y="486"/>
                  </a:cubicBezTo>
                  <a:cubicBezTo>
                    <a:pt x="385" y="449"/>
                    <a:pt x="385" y="449"/>
                    <a:pt x="385" y="449"/>
                  </a:cubicBezTo>
                  <a:cubicBezTo>
                    <a:pt x="381" y="444"/>
                    <a:pt x="373" y="444"/>
                    <a:pt x="368" y="446"/>
                  </a:cubicBezTo>
                  <a:cubicBezTo>
                    <a:pt x="357" y="452"/>
                    <a:pt x="344" y="457"/>
                    <a:pt x="332" y="461"/>
                  </a:cubicBezTo>
                  <a:cubicBezTo>
                    <a:pt x="325" y="463"/>
                    <a:pt x="321" y="468"/>
                    <a:pt x="321" y="475"/>
                  </a:cubicBezTo>
                  <a:cubicBezTo>
                    <a:pt x="321" y="527"/>
                    <a:pt x="321" y="527"/>
                    <a:pt x="321" y="527"/>
                  </a:cubicBezTo>
                  <a:cubicBezTo>
                    <a:pt x="233" y="527"/>
                    <a:pt x="233" y="527"/>
                    <a:pt x="233" y="527"/>
                  </a:cubicBezTo>
                  <a:cubicBezTo>
                    <a:pt x="233" y="475"/>
                    <a:pt x="233" y="475"/>
                    <a:pt x="233" y="475"/>
                  </a:cubicBezTo>
                  <a:cubicBezTo>
                    <a:pt x="233" y="468"/>
                    <a:pt x="229" y="463"/>
                    <a:pt x="223" y="461"/>
                  </a:cubicBezTo>
                  <a:cubicBezTo>
                    <a:pt x="211" y="457"/>
                    <a:pt x="199" y="452"/>
                    <a:pt x="188" y="446"/>
                  </a:cubicBezTo>
                  <a:cubicBezTo>
                    <a:pt x="181" y="444"/>
                    <a:pt x="174" y="444"/>
                    <a:pt x="170" y="449"/>
                  </a:cubicBezTo>
                  <a:cubicBezTo>
                    <a:pt x="133" y="486"/>
                    <a:pt x="133" y="486"/>
                    <a:pt x="133" y="486"/>
                  </a:cubicBezTo>
                  <a:cubicBezTo>
                    <a:pt x="71" y="423"/>
                    <a:pt x="71" y="423"/>
                    <a:pt x="71" y="423"/>
                  </a:cubicBezTo>
                  <a:cubicBezTo>
                    <a:pt x="108" y="386"/>
                    <a:pt x="108" y="386"/>
                    <a:pt x="108" y="386"/>
                  </a:cubicBezTo>
                  <a:cubicBezTo>
                    <a:pt x="112" y="382"/>
                    <a:pt x="114" y="375"/>
                    <a:pt x="111" y="369"/>
                  </a:cubicBezTo>
                  <a:cubicBezTo>
                    <a:pt x="111" y="369"/>
                    <a:pt x="109" y="368"/>
                    <a:pt x="108" y="365"/>
                  </a:cubicBezTo>
                  <a:cubicBezTo>
                    <a:pt x="107" y="363"/>
                    <a:pt x="104" y="356"/>
                    <a:pt x="101" y="350"/>
                  </a:cubicBezTo>
                  <a:cubicBezTo>
                    <a:pt x="98" y="343"/>
                    <a:pt x="96" y="336"/>
                    <a:pt x="94" y="332"/>
                  </a:cubicBezTo>
                  <a:cubicBezTo>
                    <a:pt x="93" y="327"/>
                    <a:pt x="88" y="323"/>
                    <a:pt x="81" y="323"/>
                  </a:cubicBezTo>
                  <a:cubicBezTo>
                    <a:pt x="28" y="323"/>
                    <a:pt x="28" y="323"/>
                    <a:pt x="28" y="323"/>
                  </a:cubicBezTo>
                  <a:lnTo>
                    <a:pt x="28" y="23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9">
              <a:extLst>
                <a:ext uri="{FF2B5EF4-FFF2-40B4-BE49-F238E27FC236}">
                  <a16:creationId xmlns:a16="http://schemas.microsoft.com/office/drawing/2014/main" id="{E988D407-B6B7-48F0-53A6-70416F722D46}"/>
                </a:ext>
              </a:extLst>
            </p:cNvPr>
            <p:cNvSpPr>
              <a:spLocks noChangeArrowheads="1"/>
            </p:cNvSpPr>
            <p:nvPr/>
          </p:nvSpPr>
          <p:spPr bwMode="auto">
            <a:xfrm>
              <a:off x="3708400" y="1279525"/>
              <a:ext cx="169863" cy="174625"/>
            </a:xfrm>
            <a:custGeom>
              <a:avLst/>
              <a:gdLst>
                <a:gd name="T0" fmla="*/ 331 w 470"/>
                <a:gd name="T1" fmla="*/ 26 h 487"/>
                <a:gd name="T2" fmla="*/ 331 w 470"/>
                <a:gd name="T3" fmla="*/ 26 h 487"/>
                <a:gd name="T4" fmla="*/ 399 w 470"/>
                <a:gd name="T5" fmla="*/ 96 h 487"/>
                <a:gd name="T6" fmla="*/ 364 w 470"/>
                <a:gd name="T7" fmla="*/ 130 h 487"/>
                <a:gd name="T8" fmla="*/ 362 w 470"/>
                <a:gd name="T9" fmla="*/ 148 h 487"/>
                <a:gd name="T10" fmla="*/ 376 w 470"/>
                <a:gd name="T11" fmla="*/ 183 h 487"/>
                <a:gd name="T12" fmla="*/ 390 w 470"/>
                <a:gd name="T13" fmla="*/ 194 h 487"/>
                <a:gd name="T14" fmla="*/ 439 w 470"/>
                <a:gd name="T15" fmla="*/ 194 h 487"/>
                <a:gd name="T16" fmla="*/ 439 w 470"/>
                <a:gd name="T17" fmla="*/ 268 h 487"/>
                <a:gd name="T18" fmla="*/ 393 w 470"/>
                <a:gd name="T19" fmla="*/ 270 h 487"/>
                <a:gd name="T20" fmla="*/ 380 w 470"/>
                <a:gd name="T21" fmla="*/ 279 h 487"/>
                <a:gd name="T22" fmla="*/ 364 w 470"/>
                <a:gd name="T23" fmla="*/ 313 h 487"/>
                <a:gd name="T24" fmla="*/ 368 w 470"/>
                <a:gd name="T25" fmla="*/ 331 h 487"/>
                <a:gd name="T26" fmla="*/ 410 w 470"/>
                <a:gd name="T27" fmla="*/ 367 h 487"/>
                <a:gd name="T28" fmla="*/ 361 w 470"/>
                <a:gd name="T29" fmla="*/ 419 h 487"/>
                <a:gd name="T30" fmla="*/ 327 w 470"/>
                <a:gd name="T31" fmla="*/ 387 h 487"/>
                <a:gd name="T32" fmla="*/ 310 w 470"/>
                <a:gd name="T33" fmla="*/ 384 h 487"/>
                <a:gd name="T34" fmla="*/ 275 w 470"/>
                <a:gd name="T35" fmla="*/ 398 h 487"/>
                <a:gd name="T36" fmla="*/ 264 w 470"/>
                <a:gd name="T37" fmla="*/ 412 h 487"/>
                <a:gd name="T38" fmla="*/ 264 w 470"/>
                <a:gd name="T39" fmla="*/ 457 h 487"/>
                <a:gd name="T40" fmla="*/ 176 w 470"/>
                <a:gd name="T41" fmla="*/ 457 h 487"/>
                <a:gd name="T42" fmla="*/ 176 w 470"/>
                <a:gd name="T43" fmla="*/ 415 h 487"/>
                <a:gd name="T44" fmla="*/ 166 w 470"/>
                <a:gd name="T45" fmla="*/ 399 h 487"/>
                <a:gd name="T46" fmla="*/ 135 w 470"/>
                <a:gd name="T47" fmla="*/ 387 h 487"/>
                <a:gd name="T48" fmla="*/ 118 w 470"/>
                <a:gd name="T49" fmla="*/ 390 h 487"/>
                <a:gd name="T50" fmla="*/ 88 w 470"/>
                <a:gd name="T51" fmla="*/ 420 h 487"/>
                <a:gd name="T52" fmla="*/ 27 w 470"/>
                <a:gd name="T53" fmla="*/ 360 h 487"/>
                <a:gd name="T54" fmla="*/ 7 w 470"/>
                <a:gd name="T55" fmla="*/ 360 h 487"/>
                <a:gd name="T56" fmla="*/ 7 w 470"/>
                <a:gd name="T57" fmla="*/ 380 h 487"/>
                <a:gd name="T58" fmla="*/ 77 w 470"/>
                <a:gd name="T59" fmla="*/ 452 h 487"/>
                <a:gd name="T60" fmla="*/ 97 w 470"/>
                <a:gd name="T61" fmla="*/ 452 h 487"/>
                <a:gd name="T62" fmla="*/ 132 w 470"/>
                <a:gd name="T63" fmla="*/ 417 h 487"/>
                <a:gd name="T64" fmla="*/ 147 w 470"/>
                <a:gd name="T65" fmla="*/ 424 h 487"/>
                <a:gd name="T66" fmla="*/ 147 w 470"/>
                <a:gd name="T67" fmla="*/ 471 h 487"/>
                <a:gd name="T68" fmla="*/ 151 w 470"/>
                <a:gd name="T69" fmla="*/ 482 h 487"/>
                <a:gd name="T70" fmla="*/ 162 w 470"/>
                <a:gd name="T71" fmla="*/ 486 h 487"/>
                <a:gd name="T72" fmla="*/ 279 w 470"/>
                <a:gd name="T73" fmla="*/ 486 h 487"/>
                <a:gd name="T74" fmla="*/ 290 w 470"/>
                <a:gd name="T75" fmla="*/ 482 h 487"/>
                <a:gd name="T76" fmla="*/ 294 w 470"/>
                <a:gd name="T77" fmla="*/ 471 h 487"/>
                <a:gd name="T78" fmla="*/ 294 w 470"/>
                <a:gd name="T79" fmla="*/ 423 h 487"/>
                <a:gd name="T80" fmla="*/ 313 w 470"/>
                <a:gd name="T81" fmla="*/ 415 h 487"/>
                <a:gd name="T82" fmla="*/ 351 w 470"/>
                <a:gd name="T83" fmla="*/ 450 h 487"/>
                <a:gd name="T84" fmla="*/ 372 w 470"/>
                <a:gd name="T85" fmla="*/ 450 h 487"/>
                <a:gd name="T86" fmla="*/ 443 w 470"/>
                <a:gd name="T87" fmla="*/ 375 h 487"/>
                <a:gd name="T88" fmla="*/ 448 w 470"/>
                <a:gd name="T89" fmla="*/ 364 h 487"/>
                <a:gd name="T90" fmla="*/ 442 w 470"/>
                <a:gd name="T91" fmla="*/ 353 h 487"/>
                <a:gd name="T92" fmla="*/ 395 w 470"/>
                <a:gd name="T93" fmla="*/ 316 h 487"/>
                <a:gd name="T94" fmla="*/ 402 w 470"/>
                <a:gd name="T95" fmla="*/ 299 h 487"/>
                <a:gd name="T96" fmla="*/ 456 w 470"/>
                <a:gd name="T97" fmla="*/ 297 h 487"/>
                <a:gd name="T98" fmla="*/ 469 w 470"/>
                <a:gd name="T99" fmla="*/ 281 h 487"/>
                <a:gd name="T100" fmla="*/ 469 w 470"/>
                <a:gd name="T101" fmla="*/ 178 h 487"/>
                <a:gd name="T102" fmla="*/ 465 w 470"/>
                <a:gd name="T103" fmla="*/ 169 h 487"/>
                <a:gd name="T104" fmla="*/ 454 w 470"/>
                <a:gd name="T105" fmla="*/ 163 h 487"/>
                <a:gd name="T106" fmla="*/ 401 w 470"/>
                <a:gd name="T107" fmla="*/ 163 h 487"/>
                <a:gd name="T108" fmla="*/ 393 w 470"/>
                <a:gd name="T109" fmla="*/ 144 h 487"/>
                <a:gd name="T110" fmla="*/ 431 w 470"/>
                <a:gd name="T111" fmla="*/ 106 h 487"/>
                <a:gd name="T112" fmla="*/ 431 w 470"/>
                <a:gd name="T113" fmla="*/ 85 h 487"/>
                <a:gd name="T114" fmla="*/ 351 w 470"/>
                <a:gd name="T115" fmla="*/ 6 h 487"/>
                <a:gd name="T116" fmla="*/ 331 w 470"/>
                <a:gd name="T117" fmla="*/ 6 h 487"/>
                <a:gd name="T118" fmla="*/ 331 w 470"/>
                <a:gd name="T119" fmla="*/ 2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70" h="487">
                  <a:moveTo>
                    <a:pt x="331" y="26"/>
                  </a:moveTo>
                  <a:lnTo>
                    <a:pt x="331" y="26"/>
                  </a:lnTo>
                  <a:cubicBezTo>
                    <a:pt x="399" y="96"/>
                    <a:pt x="399" y="96"/>
                    <a:pt x="399" y="96"/>
                  </a:cubicBezTo>
                  <a:cubicBezTo>
                    <a:pt x="364" y="130"/>
                    <a:pt x="364" y="130"/>
                    <a:pt x="364" y="130"/>
                  </a:cubicBezTo>
                  <a:cubicBezTo>
                    <a:pt x="360" y="136"/>
                    <a:pt x="358" y="143"/>
                    <a:pt x="362" y="148"/>
                  </a:cubicBezTo>
                  <a:cubicBezTo>
                    <a:pt x="368" y="159"/>
                    <a:pt x="372" y="170"/>
                    <a:pt x="376" y="183"/>
                  </a:cubicBezTo>
                  <a:cubicBezTo>
                    <a:pt x="377" y="189"/>
                    <a:pt x="384" y="194"/>
                    <a:pt x="390" y="194"/>
                  </a:cubicBezTo>
                  <a:cubicBezTo>
                    <a:pt x="439" y="194"/>
                    <a:pt x="439" y="194"/>
                    <a:pt x="439" y="194"/>
                  </a:cubicBezTo>
                  <a:cubicBezTo>
                    <a:pt x="439" y="268"/>
                    <a:pt x="439" y="268"/>
                    <a:pt x="439" y="268"/>
                  </a:cubicBezTo>
                  <a:cubicBezTo>
                    <a:pt x="393" y="270"/>
                    <a:pt x="393" y="270"/>
                    <a:pt x="393" y="270"/>
                  </a:cubicBezTo>
                  <a:cubicBezTo>
                    <a:pt x="387" y="270"/>
                    <a:pt x="382" y="275"/>
                    <a:pt x="380" y="279"/>
                  </a:cubicBezTo>
                  <a:cubicBezTo>
                    <a:pt x="364" y="313"/>
                    <a:pt x="364" y="313"/>
                    <a:pt x="364" y="313"/>
                  </a:cubicBezTo>
                  <a:cubicBezTo>
                    <a:pt x="361" y="320"/>
                    <a:pt x="362" y="327"/>
                    <a:pt x="368" y="331"/>
                  </a:cubicBezTo>
                  <a:cubicBezTo>
                    <a:pt x="410" y="367"/>
                    <a:pt x="410" y="367"/>
                    <a:pt x="410" y="367"/>
                  </a:cubicBezTo>
                  <a:cubicBezTo>
                    <a:pt x="361" y="419"/>
                    <a:pt x="361" y="419"/>
                    <a:pt x="361" y="419"/>
                  </a:cubicBezTo>
                  <a:cubicBezTo>
                    <a:pt x="327" y="387"/>
                    <a:pt x="327" y="387"/>
                    <a:pt x="327" y="387"/>
                  </a:cubicBezTo>
                  <a:cubicBezTo>
                    <a:pt x="321" y="383"/>
                    <a:pt x="316" y="382"/>
                    <a:pt x="310" y="384"/>
                  </a:cubicBezTo>
                  <a:cubicBezTo>
                    <a:pt x="299" y="390"/>
                    <a:pt x="287" y="394"/>
                    <a:pt x="275" y="398"/>
                  </a:cubicBezTo>
                  <a:cubicBezTo>
                    <a:pt x="269" y="399"/>
                    <a:pt x="264" y="405"/>
                    <a:pt x="264" y="412"/>
                  </a:cubicBezTo>
                  <a:cubicBezTo>
                    <a:pt x="264" y="457"/>
                    <a:pt x="264" y="457"/>
                    <a:pt x="264" y="457"/>
                  </a:cubicBezTo>
                  <a:cubicBezTo>
                    <a:pt x="176" y="457"/>
                    <a:pt x="176" y="457"/>
                    <a:pt x="176" y="457"/>
                  </a:cubicBezTo>
                  <a:cubicBezTo>
                    <a:pt x="176" y="415"/>
                    <a:pt x="176" y="415"/>
                    <a:pt x="176" y="415"/>
                  </a:cubicBezTo>
                  <a:cubicBezTo>
                    <a:pt x="176" y="408"/>
                    <a:pt x="172" y="402"/>
                    <a:pt x="166" y="399"/>
                  </a:cubicBezTo>
                  <a:cubicBezTo>
                    <a:pt x="155" y="397"/>
                    <a:pt x="144" y="393"/>
                    <a:pt x="135" y="387"/>
                  </a:cubicBezTo>
                  <a:cubicBezTo>
                    <a:pt x="129" y="384"/>
                    <a:pt x="122" y="386"/>
                    <a:pt x="118" y="390"/>
                  </a:cubicBezTo>
                  <a:cubicBezTo>
                    <a:pt x="88" y="420"/>
                    <a:pt x="88" y="420"/>
                    <a:pt x="88" y="420"/>
                  </a:cubicBezTo>
                  <a:cubicBezTo>
                    <a:pt x="27" y="360"/>
                    <a:pt x="27" y="360"/>
                    <a:pt x="27" y="360"/>
                  </a:cubicBezTo>
                  <a:cubicBezTo>
                    <a:pt x="22" y="354"/>
                    <a:pt x="12" y="354"/>
                    <a:pt x="7" y="360"/>
                  </a:cubicBezTo>
                  <a:cubicBezTo>
                    <a:pt x="0" y="365"/>
                    <a:pt x="0" y="375"/>
                    <a:pt x="7" y="380"/>
                  </a:cubicBezTo>
                  <a:cubicBezTo>
                    <a:pt x="77" y="452"/>
                    <a:pt x="77" y="452"/>
                    <a:pt x="77" y="452"/>
                  </a:cubicBezTo>
                  <a:cubicBezTo>
                    <a:pt x="82" y="457"/>
                    <a:pt x="92" y="457"/>
                    <a:pt x="97" y="452"/>
                  </a:cubicBezTo>
                  <a:cubicBezTo>
                    <a:pt x="132" y="417"/>
                    <a:pt x="132" y="417"/>
                    <a:pt x="132" y="417"/>
                  </a:cubicBezTo>
                  <a:cubicBezTo>
                    <a:pt x="136" y="420"/>
                    <a:pt x="141" y="423"/>
                    <a:pt x="147" y="424"/>
                  </a:cubicBezTo>
                  <a:cubicBezTo>
                    <a:pt x="147" y="471"/>
                    <a:pt x="147" y="471"/>
                    <a:pt x="147" y="471"/>
                  </a:cubicBezTo>
                  <a:cubicBezTo>
                    <a:pt x="147" y="475"/>
                    <a:pt x="148" y="479"/>
                    <a:pt x="151" y="482"/>
                  </a:cubicBezTo>
                  <a:cubicBezTo>
                    <a:pt x="154" y="485"/>
                    <a:pt x="158" y="486"/>
                    <a:pt x="162" y="486"/>
                  </a:cubicBezTo>
                  <a:cubicBezTo>
                    <a:pt x="279" y="486"/>
                    <a:pt x="279" y="486"/>
                    <a:pt x="279" y="486"/>
                  </a:cubicBezTo>
                  <a:cubicBezTo>
                    <a:pt x="283" y="486"/>
                    <a:pt x="287" y="485"/>
                    <a:pt x="290" y="482"/>
                  </a:cubicBezTo>
                  <a:cubicBezTo>
                    <a:pt x="292" y="479"/>
                    <a:pt x="294" y="475"/>
                    <a:pt x="294" y="471"/>
                  </a:cubicBezTo>
                  <a:cubicBezTo>
                    <a:pt x="294" y="423"/>
                    <a:pt x="294" y="423"/>
                    <a:pt x="294" y="423"/>
                  </a:cubicBezTo>
                  <a:cubicBezTo>
                    <a:pt x="301" y="420"/>
                    <a:pt x="306" y="417"/>
                    <a:pt x="313" y="415"/>
                  </a:cubicBezTo>
                  <a:cubicBezTo>
                    <a:pt x="351" y="450"/>
                    <a:pt x="351" y="450"/>
                    <a:pt x="351" y="450"/>
                  </a:cubicBezTo>
                  <a:cubicBezTo>
                    <a:pt x="358" y="456"/>
                    <a:pt x="367" y="456"/>
                    <a:pt x="372" y="450"/>
                  </a:cubicBezTo>
                  <a:cubicBezTo>
                    <a:pt x="443" y="375"/>
                    <a:pt x="443" y="375"/>
                    <a:pt x="443" y="375"/>
                  </a:cubicBezTo>
                  <a:cubicBezTo>
                    <a:pt x="446" y="372"/>
                    <a:pt x="448" y="368"/>
                    <a:pt x="448" y="364"/>
                  </a:cubicBezTo>
                  <a:cubicBezTo>
                    <a:pt x="448" y="360"/>
                    <a:pt x="445" y="356"/>
                    <a:pt x="442" y="353"/>
                  </a:cubicBezTo>
                  <a:cubicBezTo>
                    <a:pt x="395" y="316"/>
                    <a:pt x="395" y="316"/>
                    <a:pt x="395" y="316"/>
                  </a:cubicBezTo>
                  <a:cubicBezTo>
                    <a:pt x="402" y="299"/>
                    <a:pt x="402" y="299"/>
                    <a:pt x="402" y="299"/>
                  </a:cubicBezTo>
                  <a:cubicBezTo>
                    <a:pt x="456" y="297"/>
                    <a:pt x="456" y="297"/>
                    <a:pt x="456" y="297"/>
                  </a:cubicBezTo>
                  <a:cubicBezTo>
                    <a:pt x="463" y="295"/>
                    <a:pt x="469" y="290"/>
                    <a:pt x="469" y="281"/>
                  </a:cubicBezTo>
                  <a:cubicBezTo>
                    <a:pt x="469" y="178"/>
                    <a:pt x="469" y="178"/>
                    <a:pt x="469" y="178"/>
                  </a:cubicBezTo>
                  <a:cubicBezTo>
                    <a:pt x="469" y="174"/>
                    <a:pt x="468" y="172"/>
                    <a:pt x="465" y="169"/>
                  </a:cubicBezTo>
                  <a:cubicBezTo>
                    <a:pt x="463" y="166"/>
                    <a:pt x="458" y="163"/>
                    <a:pt x="454" y="163"/>
                  </a:cubicBezTo>
                  <a:cubicBezTo>
                    <a:pt x="401" y="163"/>
                    <a:pt x="401" y="163"/>
                    <a:pt x="401" y="163"/>
                  </a:cubicBezTo>
                  <a:cubicBezTo>
                    <a:pt x="398" y="158"/>
                    <a:pt x="395" y="151"/>
                    <a:pt x="393" y="144"/>
                  </a:cubicBezTo>
                  <a:cubicBezTo>
                    <a:pt x="431" y="106"/>
                    <a:pt x="431" y="106"/>
                    <a:pt x="431" y="106"/>
                  </a:cubicBezTo>
                  <a:cubicBezTo>
                    <a:pt x="437" y="100"/>
                    <a:pt x="437" y="91"/>
                    <a:pt x="431" y="85"/>
                  </a:cubicBezTo>
                  <a:cubicBezTo>
                    <a:pt x="351" y="6"/>
                    <a:pt x="351" y="6"/>
                    <a:pt x="351" y="6"/>
                  </a:cubicBezTo>
                  <a:cubicBezTo>
                    <a:pt x="345" y="0"/>
                    <a:pt x="336" y="0"/>
                    <a:pt x="331" y="6"/>
                  </a:cubicBezTo>
                  <a:cubicBezTo>
                    <a:pt x="324" y="11"/>
                    <a:pt x="324" y="21"/>
                    <a:pt x="331"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50">
              <a:extLst>
                <a:ext uri="{FF2B5EF4-FFF2-40B4-BE49-F238E27FC236}">
                  <a16:creationId xmlns:a16="http://schemas.microsoft.com/office/drawing/2014/main" id="{5A7A3744-ABB4-9EE7-EAC6-02E12204B3D6}"/>
                </a:ext>
              </a:extLst>
            </p:cNvPr>
            <p:cNvSpPr>
              <a:spLocks noChangeArrowheads="1"/>
            </p:cNvSpPr>
            <p:nvPr/>
          </p:nvSpPr>
          <p:spPr bwMode="auto">
            <a:xfrm>
              <a:off x="3686175" y="1265238"/>
              <a:ext cx="74613" cy="73025"/>
            </a:xfrm>
            <a:custGeom>
              <a:avLst/>
              <a:gdLst>
                <a:gd name="T0" fmla="*/ 102 w 206"/>
                <a:gd name="T1" fmla="*/ 204 h 205"/>
                <a:gd name="T2" fmla="*/ 102 w 206"/>
                <a:gd name="T3" fmla="*/ 204 h 205"/>
                <a:gd name="T4" fmla="*/ 205 w 206"/>
                <a:gd name="T5" fmla="*/ 103 h 205"/>
                <a:gd name="T6" fmla="*/ 102 w 206"/>
                <a:gd name="T7" fmla="*/ 0 h 205"/>
                <a:gd name="T8" fmla="*/ 0 w 206"/>
                <a:gd name="T9" fmla="*/ 103 h 205"/>
                <a:gd name="T10" fmla="*/ 102 w 206"/>
                <a:gd name="T11" fmla="*/ 204 h 205"/>
                <a:gd name="T12" fmla="*/ 51 w 206"/>
                <a:gd name="T13" fmla="*/ 51 h 205"/>
                <a:gd name="T14" fmla="*/ 51 w 206"/>
                <a:gd name="T15" fmla="*/ 51 h 205"/>
                <a:gd name="T16" fmla="*/ 102 w 206"/>
                <a:gd name="T17" fmla="*/ 29 h 205"/>
                <a:gd name="T18" fmla="*/ 154 w 206"/>
                <a:gd name="T19" fmla="*/ 51 h 205"/>
                <a:gd name="T20" fmla="*/ 176 w 206"/>
                <a:gd name="T21" fmla="*/ 103 h 205"/>
                <a:gd name="T22" fmla="*/ 154 w 206"/>
                <a:gd name="T23" fmla="*/ 154 h 205"/>
                <a:gd name="T24" fmla="*/ 102 w 206"/>
                <a:gd name="T25" fmla="*/ 176 h 205"/>
                <a:gd name="T26" fmla="*/ 51 w 206"/>
                <a:gd name="T27" fmla="*/ 154 h 205"/>
                <a:gd name="T28" fmla="*/ 29 w 206"/>
                <a:gd name="T29" fmla="*/ 103 h 205"/>
                <a:gd name="T30" fmla="*/ 51 w 206"/>
                <a:gd name="T31" fmla="*/ 51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5">
                  <a:moveTo>
                    <a:pt x="102" y="204"/>
                  </a:moveTo>
                  <a:lnTo>
                    <a:pt x="102" y="204"/>
                  </a:lnTo>
                  <a:cubicBezTo>
                    <a:pt x="160" y="204"/>
                    <a:pt x="205" y="159"/>
                    <a:pt x="205" y="103"/>
                  </a:cubicBezTo>
                  <a:cubicBezTo>
                    <a:pt x="205" y="47"/>
                    <a:pt x="160" y="0"/>
                    <a:pt x="102" y="0"/>
                  </a:cubicBezTo>
                  <a:cubicBezTo>
                    <a:pt x="46" y="0"/>
                    <a:pt x="0" y="47"/>
                    <a:pt x="0" y="103"/>
                  </a:cubicBezTo>
                  <a:cubicBezTo>
                    <a:pt x="0" y="159"/>
                    <a:pt x="46" y="204"/>
                    <a:pt x="102" y="204"/>
                  </a:cubicBezTo>
                  <a:close/>
                  <a:moveTo>
                    <a:pt x="51" y="51"/>
                  </a:moveTo>
                  <a:lnTo>
                    <a:pt x="51" y="51"/>
                  </a:lnTo>
                  <a:cubicBezTo>
                    <a:pt x="63" y="37"/>
                    <a:pt x="83" y="29"/>
                    <a:pt x="102" y="29"/>
                  </a:cubicBezTo>
                  <a:cubicBezTo>
                    <a:pt x="123" y="29"/>
                    <a:pt x="140" y="37"/>
                    <a:pt x="154" y="51"/>
                  </a:cubicBezTo>
                  <a:cubicBezTo>
                    <a:pt x="168" y="64"/>
                    <a:pt x="176" y="82"/>
                    <a:pt x="176" y="103"/>
                  </a:cubicBezTo>
                  <a:cubicBezTo>
                    <a:pt x="176" y="123"/>
                    <a:pt x="168" y="141"/>
                    <a:pt x="154" y="154"/>
                  </a:cubicBezTo>
                  <a:cubicBezTo>
                    <a:pt x="140" y="167"/>
                    <a:pt x="123" y="176"/>
                    <a:pt x="102" y="176"/>
                  </a:cubicBezTo>
                  <a:cubicBezTo>
                    <a:pt x="83" y="176"/>
                    <a:pt x="63" y="167"/>
                    <a:pt x="51" y="154"/>
                  </a:cubicBezTo>
                  <a:cubicBezTo>
                    <a:pt x="37" y="141"/>
                    <a:pt x="29" y="123"/>
                    <a:pt x="29" y="103"/>
                  </a:cubicBezTo>
                  <a:cubicBezTo>
                    <a:pt x="29" y="82"/>
                    <a:pt x="37" y="64"/>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1" name="Group 424">
            <a:extLst>
              <a:ext uri="{FF2B5EF4-FFF2-40B4-BE49-F238E27FC236}">
                <a16:creationId xmlns:a16="http://schemas.microsoft.com/office/drawing/2014/main" id="{193E0A05-C8FC-E5AB-AFDB-B33A1D47DE1F}"/>
              </a:ext>
            </a:extLst>
          </p:cNvPr>
          <p:cNvGrpSpPr/>
          <p:nvPr/>
        </p:nvGrpSpPr>
        <p:grpSpPr>
          <a:xfrm>
            <a:off x="4765799" y="1899865"/>
            <a:ext cx="252412" cy="211138"/>
            <a:chOff x="3624263" y="2235200"/>
            <a:chExt cx="252412" cy="211138"/>
          </a:xfrm>
          <a:solidFill>
            <a:schemeClr val="tx2"/>
          </a:solidFill>
        </p:grpSpPr>
        <p:sp>
          <p:nvSpPr>
            <p:cNvPr id="422" name="Freeform 351">
              <a:extLst>
                <a:ext uri="{FF2B5EF4-FFF2-40B4-BE49-F238E27FC236}">
                  <a16:creationId xmlns:a16="http://schemas.microsoft.com/office/drawing/2014/main" id="{7AF40014-393D-3AEE-ABDD-9758717C290C}"/>
                </a:ext>
              </a:extLst>
            </p:cNvPr>
            <p:cNvSpPr>
              <a:spLocks noChangeArrowheads="1"/>
            </p:cNvSpPr>
            <p:nvPr/>
          </p:nvSpPr>
          <p:spPr bwMode="auto">
            <a:xfrm>
              <a:off x="3749675" y="2235200"/>
              <a:ext cx="74613" cy="95250"/>
            </a:xfrm>
            <a:custGeom>
              <a:avLst/>
              <a:gdLst>
                <a:gd name="T0" fmla="*/ 29 w 206"/>
                <a:gd name="T1" fmla="*/ 31 h 265"/>
                <a:gd name="T2" fmla="*/ 29 w 206"/>
                <a:gd name="T3" fmla="*/ 31 h 265"/>
                <a:gd name="T4" fmla="*/ 0 w 206"/>
                <a:gd name="T5" fmla="*/ 106 h 265"/>
                <a:gd name="T6" fmla="*/ 0 w 206"/>
                <a:gd name="T7" fmla="*/ 158 h 265"/>
                <a:gd name="T8" fmla="*/ 29 w 206"/>
                <a:gd name="T9" fmla="*/ 232 h 265"/>
                <a:gd name="T10" fmla="*/ 102 w 206"/>
                <a:gd name="T11" fmla="*/ 264 h 265"/>
                <a:gd name="T12" fmla="*/ 174 w 206"/>
                <a:gd name="T13" fmla="*/ 232 h 265"/>
                <a:gd name="T14" fmla="*/ 205 w 206"/>
                <a:gd name="T15" fmla="*/ 158 h 265"/>
                <a:gd name="T16" fmla="*/ 205 w 206"/>
                <a:gd name="T17" fmla="*/ 106 h 265"/>
                <a:gd name="T18" fmla="*/ 174 w 206"/>
                <a:gd name="T19" fmla="*/ 31 h 265"/>
                <a:gd name="T20" fmla="*/ 102 w 206"/>
                <a:gd name="T21" fmla="*/ 0 h 265"/>
                <a:gd name="T22" fmla="*/ 29 w 206"/>
                <a:gd name="T23" fmla="*/ 31 h 265"/>
                <a:gd name="T24" fmla="*/ 176 w 206"/>
                <a:gd name="T25" fmla="*/ 106 h 265"/>
                <a:gd name="T26" fmla="*/ 176 w 206"/>
                <a:gd name="T27" fmla="*/ 106 h 265"/>
                <a:gd name="T28" fmla="*/ 176 w 206"/>
                <a:gd name="T29" fmla="*/ 158 h 265"/>
                <a:gd name="T30" fmla="*/ 154 w 206"/>
                <a:gd name="T31" fmla="*/ 212 h 265"/>
                <a:gd name="T32" fmla="*/ 102 w 206"/>
                <a:gd name="T33" fmla="*/ 234 h 265"/>
                <a:gd name="T34" fmla="*/ 51 w 206"/>
                <a:gd name="T35" fmla="*/ 212 h 265"/>
                <a:gd name="T36" fmla="*/ 29 w 206"/>
                <a:gd name="T37" fmla="*/ 158 h 265"/>
                <a:gd name="T38" fmla="*/ 29 w 206"/>
                <a:gd name="T39" fmla="*/ 106 h 265"/>
                <a:gd name="T40" fmla="*/ 51 w 206"/>
                <a:gd name="T41" fmla="*/ 51 h 265"/>
                <a:gd name="T42" fmla="*/ 102 w 206"/>
                <a:gd name="T43" fmla="*/ 29 h 265"/>
                <a:gd name="T44" fmla="*/ 154 w 206"/>
                <a:gd name="T45" fmla="*/ 51 h 265"/>
                <a:gd name="T46" fmla="*/ 176 w 206"/>
                <a:gd name="T47" fmla="*/ 106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6" h="265">
                  <a:moveTo>
                    <a:pt x="29" y="31"/>
                  </a:moveTo>
                  <a:lnTo>
                    <a:pt x="29" y="31"/>
                  </a:lnTo>
                  <a:cubicBezTo>
                    <a:pt x="11" y="50"/>
                    <a:pt x="0" y="77"/>
                    <a:pt x="0" y="106"/>
                  </a:cubicBezTo>
                  <a:cubicBezTo>
                    <a:pt x="0" y="158"/>
                    <a:pt x="0" y="158"/>
                    <a:pt x="0" y="158"/>
                  </a:cubicBezTo>
                  <a:cubicBezTo>
                    <a:pt x="0" y="187"/>
                    <a:pt x="11" y="213"/>
                    <a:pt x="29" y="232"/>
                  </a:cubicBezTo>
                  <a:cubicBezTo>
                    <a:pt x="48" y="252"/>
                    <a:pt x="74" y="264"/>
                    <a:pt x="102" y="264"/>
                  </a:cubicBezTo>
                  <a:cubicBezTo>
                    <a:pt x="130" y="264"/>
                    <a:pt x="157" y="252"/>
                    <a:pt x="174" y="232"/>
                  </a:cubicBezTo>
                  <a:cubicBezTo>
                    <a:pt x="194" y="213"/>
                    <a:pt x="205" y="187"/>
                    <a:pt x="205" y="158"/>
                  </a:cubicBezTo>
                  <a:cubicBezTo>
                    <a:pt x="205" y="106"/>
                    <a:pt x="205" y="106"/>
                    <a:pt x="205" y="106"/>
                  </a:cubicBezTo>
                  <a:cubicBezTo>
                    <a:pt x="205" y="77"/>
                    <a:pt x="194" y="50"/>
                    <a:pt x="174" y="31"/>
                  </a:cubicBezTo>
                  <a:cubicBezTo>
                    <a:pt x="157" y="13"/>
                    <a:pt x="130" y="0"/>
                    <a:pt x="102" y="0"/>
                  </a:cubicBezTo>
                  <a:cubicBezTo>
                    <a:pt x="74" y="0"/>
                    <a:pt x="48" y="13"/>
                    <a:pt x="29" y="31"/>
                  </a:cubicBezTo>
                  <a:close/>
                  <a:moveTo>
                    <a:pt x="176" y="106"/>
                  </a:moveTo>
                  <a:lnTo>
                    <a:pt x="176" y="106"/>
                  </a:lnTo>
                  <a:cubicBezTo>
                    <a:pt x="176" y="158"/>
                    <a:pt x="176" y="158"/>
                    <a:pt x="176" y="158"/>
                  </a:cubicBezTo>
                  <a:cubicBezTo>
                    <a:pt x="176" y="179"/>
                    <a:pt x="168" y="198"/>
                    <a:pt x="154" y="212"/>
                  </a:cubicBezTo>
                  <a:cubicBezTo>
                    <a:pt x="140" y="225"/>
                    <a:pt x="122" y="234"/>
                    <a:pt x="102" y="234"/>
                  </a:cubicBezTo>
                  <a:cubicBezTo>
                    <a:pt x="82" y="234"/>
                    <a:pt x="65" y="225"/>
                    <a:pt x="51" y="212"/>
                  </a:cubicBezTo>
                  <a:cubicBezTo>
                    <a:pt x="37" y="198"/>
                    <a:pt x="29" y="179"/>
                    <a:pt x="29" y="158"/>
                  </a:cubicBezTo>
                  <a:cubicBezTo>
                    <a:pt x="29" y="106"/>
                    <a:pt x="29" y="106"/>
                    <a:pt x="29" y="106"/>
                  </a:cubicBezTo>
                  <a:cubicBezTo>
                    <a:pt x="29" y="84"/>
                    <a:pt x="37" y="65"/>
                    <a:pt x="51" y="51"/>
                  </a:cubicBezTo>
                  <a:cubicBezTo>
                    <a:pt x="65" y="37"/>
                    <a:pt x="82" y="29"/>
                    <a:pt x="102" y="29"/>
                  </a:cubicBezTo>
                  <a:cubicBezTo>
                    <a:pt x="122" y="29"/>
                    <a:pt x="140" y="37"/>
                    <a:pt x="154" y="51"/>
                  </a:cubicBezTo>
                  <a:cubicBezTo>
                    <a:pt x="168" y="65"/>
                    <a:pt x="176" y="84"/>
                    <a:pt x="176" y="1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3" name="Freeform 352">
              <a:extLst>
                <a:ext uri="{FF2B5EF4-FFF2-40B4-BE49-F238E27FC236}">
                  <a16:creationId xmlns:a16="http://schemas.microsoft.com/office/drawing/2014/main" id="{42A49D14-40D6-74C8-100A-E5DB003F81CA}"/>
                </a:ext>
              </a:extLst>
            </p:cNvPr>
            <p:cNvSpPr>
              <a:spLocks noChangeArrowheads="1"/>
            </p:cNvSpPr>
            <p:nvPr/>
          </p:nvSpPr>
          <p:spPr bwMode="auto">
            <a:xfrm>
              <a:off x="3670300" y="2239963"/>
              <a:ext cx="63500" cy="63500"/>
            </a:xfrm>
            <a:custGeom>
              <a:avLst/>
              <a:gdLst>
                <a:gd name="T0" fmla="*/ 88 w 177"/>
                <a:gd name="T1" fmla="*/ 0 h 177"/>
                <a:gd name="T2" fmla="*/ 88 w 177"/>
                <a:gd name="T3" fmla="*/ 0 h 177"/>
                <a:gd name="T4" fmla="*/ 0 w 177"/>
                <a:gd name="T5" fmla="*/ 88 h 177"/>
                <a:gd name="T6" fmla="*/ 88 w 177"/>
                <a:gd name="T7" fmla="*/ 176 h 177"/>
                <a:gd name="T8" fmla="*/ 176 w 177"/>
                <a:gd name="T9" fmla="*/ 88 h 177"/>
                <a:gd name="T10" fmla="*/ 88 w 177"/>
                <a:gd name="T11" fmla="*/ 0 h 177"/>
                <a:gd name="T12" fmla="*/ 129 w 177"/>
                <a:gd name="T13" fmla="*/ 130 h 177"/>
                <a:gd name="T14" fmla="*/ 129 w 177"/>
                <a:gd name="T15" fmla="*/ 130 h 177"/>
                <a:gd name="T16" fmla="*/ 88 w 177"/>
                <a:gd name="T17" fmla="*/ 147 h 177"/>
                <a:gd name="T18" fmla="*/ 47 w 177"/>
                <a:gd name="T19" fmla="*/ 130 h 177"/>
                <a:gd name="T20" fmla="*/ 29 w 177"/>
                <a:gd name="T21" fmla="*/ 88 h 177"/>
                <a:gd name="T22" fmla="*/ 47 w 177"/>
                <a:gd name="T23" fmla="*/ 47 h 177"/>
                <a:gd name="T24" fmla="*/ 88 w 177"/>
                <a:gd name="T25" fmla="*/ 30 h 177"/>
                <a:gd name="T26" fmla="*/ 129 w 177"/>
                <a:gd name="T27" fmla="*/ 47 h 177"/>
                <a:gd name="T28" fmla="*/ 146 w 177"/>
                <a:gd name="T29" fmla="*/ 88 h 177"/>
                <a:gd name="T30" fmla="*/ 129 w 177"/>
                <a:gd name="T31" fmla="*/ 13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0"/>
                  </a:moveTo>
                  <a:lnTo>
                    <a:pt x="88" y="0"/>
                  </a:lnTo>
                  <a:cubicBezTo>
                    <a:pt x="39" y="0"/>
                    <a:pt x="0" y="40"/>
                    <a:pt x="0" y="88"/>
                  </a:cubicBezTo>
                  <a:cubicBezTo>
                    <a:pt x="0" y="137"/>
                    <a:pt x="39" y="176"/>
                    <a:pt x="88" y="176"/>
                  </a:cubicBezTo>
                  <a:cubicBezTo>
                    <a:pt x="136" y="176"/>
                    <a:pt x="176" y="137"/>
                    <a:pt x="176" y="88"/>
                  </a:cubicBezTo>
                  <a:cubicBezTo>
                    <a:pt x="176" y="40"/>
                    <a:pt x="136" y="0"/>
                    <a:pt x="88" y="0"/>
                  </a:cubicBezTo>
                  <a:close/>
                  <a:moveTo>
                    <a:pt x="129" y="130"/>
                  </a:moveTo>
                  <a:lnTo>
                    <a:pt x="129" y="130"/>
                  </a:lnTo>
                  <a:cubicBezTo>
                    <a:pt x="118" y="140"/>
                    <a:pt x="105" y="147"/>
                    <a:pt x="88" y="147"/>
                  </a:cubicBezTo>
                  <a:cubicBezTo>
                    <a:pt x="72" y="147"/>
                    <a:pt x="57" y="140"/>
                    <a:pt x="47" y="130"/>
                  </a:cubicBezTo>
                  <a:cubicBezTo>
                    <a:pt x="36" y="119"/>
                    <a:pt x="29" y="104"/>
                    <a:pt x="29" y="88"/>
                  </a:cubicBezTo>
                  <a:cubicBezTo>
                    <a:pt x="29" y="73"/>
                    <a:pt x="36" y="58"/>
                    <a:pt x="47" y="47"/>
                  </a:cubicBezTo>
                  <a:cubicBezTo>
                    <a:pt x="57" y="37"/>
                    <a:pt x="72" y="30"/>
                    <a:pt x="88" y="30"/>
                  </a:cubicBezTo>
                  <a:cubicBezTo>
                    <a:pt x="105" y="30"/>
                    <a:pt x="118" y="37"/>
                    <a:pt x="129" y="47"/>
                  </a:cubicBezTo>
                  <a:cubicBezTo>
                    <a:pt x="140" y="58"/>
                    <a:pt x="146" y="73"/>
                    <a:pt x="146" y="88"/>
                  </a:cubicBezTo>
                  <a:cubicBezTo>
                    <a:pt x="146" y="104"/>
                    <a:pt x="140" y="119"/>
                    <a:pt x="129"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53">
              <a:extLst>
                <a:ext uri="{FF2B5EF4-FFF2-40B4-BE49-F238E27FC236}">
                  <a16:creationId xmlns:a16="http://schemas.microsoft.com/office/drawing/2014/main" id="{97DE6E92-4398-FFBF-E75A-10197631B2F3}"/>
                </a:ext>
              </a:extLst>
            </p:cNvPr>
            <p:cNvSpPr>
              <a:spLocks noChangeArrowheads="1"/>
            </p:cNvSpPr>
            <p:nvPr/>
          </p:nvSpPr>
          <p:spPr bwMode="auto">
            <a:xfrm>
              <a:off x="3624263" y="2339975"/>
              <a:ext cx="111125" cy="73025"/>
            </a:xfrm>
            <a:custGeom>
              <a:avLst/>
              <a:gdLst>
                <a:gd name="T0" fmla="*/ 187 w 309"/>
                <a:gd name="T1" fmla="*/ 204 h 205"/>
                <a:gd name="T2" fmla="*/ 187 w 309"/>
                <a:gd name="T3" fmla="*/ 204 h 205"/>
                <a:gd name="T4" fmla="*/ 202 w 309"/>
                <a:gd name="T5" fmla="*/ 191 h 205"/>
                <a:gd name="T6" fmla="*/ 187 w 309"/>
                <a:gd name="T7" fmla="*/ 175 h 205"/>
                <a:gd name="T8" fmla="*/ 44 w 309"/>
                <a:gd name="T9" fmla="*/ 175 h 205"/>
                <a:gd name="T10" fmla="*/ 33 w 309"/>
                <a:gd name="T11" fmla="*/ 171 h 205"/>
                <a:gd name="T12" fmla="*/ 29 w 309"/>
                <a:gd name="T13" fmla="*/ 162 h 205"/>
                <a:gd name="T14" fmla="*/ 29 w 309"/>
                <a:gd name="T15" fmla="*/ 159 h 205"/>
                <a:gd name="T16" fmla="*/ 29 w 309"/>
                <a:gd name="T17" fmla="*/ 159 h 205"/>
                <a:gd name="T18" fmla="*/ 187 w 309"/>
                <a:gd name="T19" fmla="*/ 29 h 205"/>
                <a:gd name="T20" fmla="*/ 282 w 309"/>
                <a:gd name="T21" fmla="*/ 60 h 205"/>
                <a:gd name="T22" fmla="*/ 302 w 309"/>
                <a:gd name="T23" fmla="*/ 56 h 205"/>
                <a:gd name="T24" fmla="*/ 300 w 309"/>
                <a:gd name="T25" fmla="*/ 35 h 205"/>
                <a:gd name="T26" fmla="*/ 300 w 309"/>
                <a:gd name="T27" fmla="*/ 35 h 205"/>
                <a:gd name="T28" fmla="*/ 187 w 309"/>
                <a:gd name="T29" fmla="*/ 0 h 205"/>
                <a:gd name="T30" fmla="*/ 0 w 309"/>
                <a:gd name="T31" fmla="*/ 153 h 205"/>
                <a:gd name="T32" fmla="*/ 0 w 309"/>
                <a:gd name="T33" fmla="*/ 162 h 205"/>
                <a:gd name="T34" fmla="*/ 13 w 309"/>
                <a:gd name="T35" fmla="*/ 192 h 205"/>
                <a:gd name="T36" fmla="*/ 44 w 309"/>
                <a:gd name="T37" fmla="*/ 204 h 205"/>
                <a:gd name="T38" fmla="*/ 187 w 309"/>
                <a:gd name="T39" fmla="*/ 204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09" h="205">
                  <a:moveTo>
                    <a:pt x="187" y="204"/>
                  </a:moveTo>
                  <a:lnTo>
                    <a:pt x="187" y="204"/>
                  </a:lnTo>
                  <a:cubicBezTo>
                    <a:pt x="195" y="204"/>
                    <a:pt x="202" y="199"/>
                    <a:pt x="202" y="191"/>
                  </a:cubicBezTo>
                  <a:cubicBezTo>
                    <a:pt x="202" y="182"/>
                    <a:pt x="195" y="175"/>
                    <a:pt x="187" y="175"/>
                  </a:cubicBezTo>
                  <a:cubicBezTo>
                    <a:pt x="44" y="175"/>
                    <a:pt x="44" y="175"/>
                    <a:pt x="44" y="175"/>
                  </a:cubicBezTo>
                  <a:cubicBezTo>
                    <a:pt x="40" y="175"/>
                    <a:pt x="36" y="174"/>
                    <a:pt x="33" y="171"/>
                  </a:cubicBezTo>
                  <a:cubicBezTo>
                    <a:pt x="31" y="169"/>
                    <a:pt x="29" y="166"/>
                    <a:pt x="29" y="162"/>
                  </a:cubicBezTo>
                  <a:cubicBezTo>
                    <a:pt x="29" y="159"/>
                    <a:pt x="29" y="159"/>
                    <a:pt x="29" y="159"/>
                  </a:cubicBezTo>
                  <a:lnTo>
                    <a:pt x="29" y="159"/>
                  </a:lnTo>
                  <a:cubicBezTo>
                    <a:pt x="44" y="85"/>
                    <a:pt x="109" y="29"/>
                    <a:pt x="187" y="29"/>
                  </a:cubicBezTo>
                  <a:cubicBezTo>
                    <a:pt x="223" y="29"/>
                    <a:pt x="256" y="41"/>
                    <a:pt x="282" y="60"/>
                  </a:cubicBezTo>
                  <a:cubicBezTo>
                    <a:pt x="289" y="64"/>
                    <a:pt x="298" y="63"/>
                    <a:pt x="302" y="56"/>
                  </a:cubicBezTo>
                  <a:cubicBezTo>
                    <a:pt x="308" y="51"/>
                    <a:pt x="307" y="41"/>
                    <a:pt x="300" y="35"/>
                  </a:cubicBezTo>
                  <a:lnTo>
                    <a:pt x="300" y="35"/>
                  </a:lnTo>
                  <a:cubicBezTo>
                    <a:pt x="268" y="13"/>
                    <a:pt x="230" y="0"/>
                    <a:pt x="187" y="0"/>
                  </a:cubicBezTo>
                  <a:cubicBezTo>
                    <a:pt x="95" y="0"/>
                    <a:pt x="18" y="66"/>
                    <a:pt x="0" y="153"/>
                  </a:cubicBezTo>
                  <a:cubicBezTo>
                    <a:pt x="0" y="156"/>
                    <a:pt x="0" y="159"/>
                    <a:pt x="0" y="162"/>
                  </a:cubicBezTo>
                  <a:cubicBezTo>
                    <a:pt x="0" y="174"/>
                    <a:pt x="6" y="185"/>
                    <a:pt x="13" y="192"/>
                  </a:cubicBezTo>
                  <a:cubicBezTo>
                    <a:pt x="21" y="200"/>
                    <a:pt x="32" y="204"/>
                    <a:pt x="44" y="204"/>
                  </a:cubicBezTo>
                  <a:lnTo>
                    <a:pt x="187" y="20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54">
              <a:extLst>
                <a:ext uri="{FF2B5EF4-FFF2-40B4-BE49-F238E27FC236}">
                  <a16:creationId xmlns:a16="http://schemas.microsoft.com/office/drawing/2014/main" id="{E59735E3-A2D4-C3F0-B1B5-AC2F60B4D3E6}"/>
                </a:ext>
              </a:extLst>
            </p:cNvPr>
            <p:cNvSpPr>
              <a:spLocks noChangeArrowheads="1"/>
            </p:cNvSpPr>
            <p:nvPr/>
          </p:nvSpPr>
          <p:spPr bwMode="auto">
            <a:xfrm>
              <a:off x="3624263" y="2395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6" name="Freeform 355">
              <a:extLst>
                <a:ext uri="{FF2B5EF4-FFF2-40B4-BE49-F238E27FC236}">
                  <a16:creationId xmlns:a16="http://schemas.microsoft.com/office/drawing/2014/main" id="{C54C7BC6-5880-AE23-237D-6A0151E50DA8}"/>
                </a:ext>
              </a:extLst>
            </p:cNvPr>
            <p:cNvSpPr>
              <a:spLocks noChangeArrowheads="1"/>
            </p:cNvSpPr>
            <p:nvPr/>
          </p:nvSpPr>
          <p:spPr bwMode="auto">
            <a:xfrm>
              <a:off x="3698875" y="2351088"/>
              <a:ext cx="177800" cy="95250"/>
            </a:xfrm>
            <a:custGeom>
              <a:avLst/>
              <a:gdLst>
                <a:gd name="T0" fmla="*/ 0 w 494"/>
                <a:gd name="T1" fmla="*/ 214 h 264"/>
                <a:gd name="T2" fmla="*/ 0 w 494"/>
                <a:gd name="T3" fmla="*/ 214 h 264"/>
                <a:gd name="T4" fmla="*/ 0 w 494"/>
                <a:gd name="T5" fmla="*/ 219 h 264"/>
                <a:gd name="T6" fmla="*/ 44 w 494"/>
                <a:gd name="T7" fmla="*/ 263 h 264"/>
                <a:gd name="T8" fmla="*/ 449 w 494"/>
                <a:gd name="T9" fmla="*/ 263 h 264"/>
                <a:gd name="T10" fmla="*/ 493 w 494"/>
                <a:gd name="T11" fmla="*/ 219 h 264"/>
                <a:gd name="T12" fmla="*/ 493 w 494"/>
                <a:gd name="T13" fmla="*/ 214 h 264"/>
                <a:gd name="T14" fmla="*/ 493 w 494"/>
                <a:gd name="T15" fmla="*/ 214 h 264"/>
                <a:gd name="T16" fmla="*/ 246 w 494"/>
                <a:gd name="T17" fmla="*/ 0 h 264"/>
                <a:gd name="T18" fmla="*/ 0 w 494"/>
                <a:gd name="T19" fmla="*/ 214 h 264"/>
                <a:gd name="T20" fmla="*/ 246 w 494"/>
                <a:gd name="T21" fmla="*/ 30 h 264"/>
                <a:gd name="T22" fmla="*/ 246 w 494"/>
                <a:gd name="T23" fmla="*/ 30 h 264"/>
                <a:gd name="T24" fmla="*/ 464 w 494"/>
                <a:gd name="T25" fmla="*/ 218 h 264"/>
                <a:gd name="T26" fmla="*/ 464 w 494"/>
                <a:gd name="T27" fmla="*/ 219 h 264"/>
                <a:gd name="T28" fmla="*/ 460 w 494"/>
                <a:gd name="T29" fmla="*/ 230 h 264"/>
                <a:gd name="T30" fmla="*/ 449 w 494"/>
                <a:gd name="T31" fmla="*/ 234 h 264"/>
                <a:gd name="T32" fmla="*/ 44 w 494"/>
                <a:gd name="T33" fmla="*/ 234 h 264"/>
                <a:gd name="T34" fmla="*/ 33 w 494"/>
                <a:gd name="T35" fmla="*/ 230 h 264"/>
                <a:gd name="T36" fmla="*/ 29 w 494"/>
                <a:gd name="T37" fmla="*/ 219 h 264"/>
                <a:gd name="T38" fmla="*/ 29 w 494"/>
                <a:gd name="T39" fmla="*/ 218 h 264"/>
                <a:gd name="T40" fmla="*/ 246 w 494"/>
                <a:gd name="T41" fmla="*/ 3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4" h="264">
                  <a:moveTo>
                    <a:pt x="0" y="214"/>
                  </a:moveTo>
                  <a:lnTo>
                    <a:pt x="0" y="214"/>
                  </a:lnTo>
                  <a:cubicBezTo>
                    <a:pt x="0" y="216"/>
                    <a:pt x="0" y="218"/>
                    <a:pt x="0" y="219"/>
                  </a:cubicBezTo>
                  <a:cubicBezTo>
                    <a:pt x="0" y="244"/>
                    <a:pt x="19" y="263"/>
                    <a:pt x="44" y="263"/>
                  </a:cubicBezTo>
                  <a:cubicBezTo>
                    <a:pt x="449" y="263"/>
                    <a:pt x="449" y="263"/>
                    <a:pt x="449" y="263"/>
                  </a:cubicBezTo>
                  <a:cubicBezTo>
                    <a:pt x="474" y="263"/>
                    <a:pt x="493" y="244"/>
                    <a:pt x="493" y="219"/>
                  </a:cubicBezTo>
                  <a:cubicBezTo>
                    <a:pt x="493" y="218"/>
                    <a:pt x="493" y="216"/>
                    <a:pt x="493" y="214"/>
                  </a:cubicBezTo>
                  <a:lnTo>
                    <a:pt x="493" y="214"/>
                  </a:lnTo>
                  <a:cubicBezTo>
                    <a:pt x="475" y="93"/>
                    <a:pt x="372" y="0"/>
                    <a:pt x="246" y="0"/>
                  </a:cubicBezTo>
                  <a:cubicBezTo>
                    <a:pt x="121" y="0"/>
                    <a:pt x="16" y="93"/>
                    <a:pt x="0" y="214"/>
                  </a:cubicBezTo>
                  <a:close/>
                  <a:moveTo>
                    <a:pt x="246" y="30"/>
                  </a:moveTo>
                  <a:lnTo>
                    <a:pt x="246" y="30"/>
                  </a:lnTo>
                  <a:cubicBezTo>
                    <a:pt x="357" y="30"/>
                    <a:pt x="449" y="111"/>
                    <a:pt x="464" y="218"/>
                  </a:cubicBezTo>
                  <a:cubicBezTo>
                    <a:pt x="464" y="219"/>
                    <a:pt x="464" y="219"/>
                    <a:pt x="464" y="219"/>
                  </a:cubicBezTo>
                  <a:cubicBezTo>
                    <a:pt x="464" y="223"/>
                    <a:pt x="463" y="227"/>
                    <a:pt x="460" y="230"/>
                  </a:cubicBezTo>
                  <a:cubicBezTo>
                    <a:pt x="457" y="233"/>
                    <a:pt x="453" y="234"/>
                    <a:pt x="449" y="234"/>
                  </a:cubicBezTo>
                  <a:cubicBezTo>
                    <a:pt x="44" y="234"/>
                    <a:pt x="44" y="234"/>
                    <a:pt x="44" y="234"/>
                  </a:cubicBezTo>
                  <a:cubicBezTo>
                    <a:pt x="40" y="234"/>
                    <a:pt x="36" y="233"/>
                    <a:pt x="33" y="230"/>
                  </a:cubicBezTo>
                  <a:cubicBezTo>
                    <a:pt x="30" y="227"/>
                    <a:pt x="29" y="223"/>
                    <a:pt x="29" y="219"/>
                  </a:cubicBezTo>
                  <a:cubicBezTo>
                    <a:pt x="29" y="218"/>
                    <a:pt x="29" y="218"/>
                    <a:pt x="29" y="218"/>
                  </a:cubicBezTo>
                  <a:cubicBezTo>
                    <a:pt x="44" y="111"/>
                    <a:pt x="136" y="30"/>
                    <a:pt x="24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27" name="Freeform 356">
            <a:extLst>
              <a:ext uri="{FF2B5EF4-FFF2-40B4-BE49-F238E27FC236}">
                <a16:creationId xmlns:a16="http://schemas.microsoft.com/office/drawing/2014/main" id="{4F20C851-2F36-18E0-5513-214E757AFBB4}"/>
              </a:ext>
            </a:extLst>
          </p:cNvPr>
          <p:cNvSpPr>
            <a:spLocks noChangeArrowheads="1"/>
          </p:cNvSpPr>
          <p:nvPr/>
        </p:nvSpPr>
        <p:spPr bwMode="auto">
          <a:xfrm>
            <a:off x="6794624" y="1371228"/>
            <a:ext cx="254000" cy="254000"/>
          </a:xfrm>
          <a:custGeom>
            <a:avLst/>
            <a:gdLst>
              <a:gd name="T0" fmla="*/ 541 w 705"/>
              <a:gd name="T1" fmla="*/ 483 h 704"/>
              <a:gd name="T2" fmla="*/ 541 w 705"/>
              <a:gd name="T3" fmla="*/ 483 h 704"/>
              <a:gd name="T4" fmla="*/ 512 w 705"/>
              <a:gd name="T5" fmla="*/ 492 h 704"/>
              <a:gd name="T6" fmla="*/ 486 w 705"/>
              <a:gd name="T7" fmla="*/ 464 h 704"/>
              <a:gd name="T8" fmla="*/ 557 w 705"/>
              <a:gd name="T9" fmla="*/ 279 h 704"/>
              <a:gd name="T10" fmla="*/ 279 w 705"/>
              <a:gd name="T11" fmla="*/ 0 h 704"/>
              <a:gd name="T12" fmla="*/ 0 w 705"/>
              <a:gd name="T13" fmla="*/ 279 h 704"/>
              <a:gd name="T14" fmla="*/ 279 w 705"/>
              <a:gd name="T15" fmla="*/ 558 h 704"/>
              <a:gd name="T16" fmla="*/ 465 w 705"/>
              <a:gd name="T17" fmla="*/ 486 h 704"/>
              <a:gd name="T18" fmla="*/ 491 w 705"/>
              <a:gd name="T19" fmla="*/ 512 h 704"/>
              <a:gd name="T20" fmla="*/ 483 w 705"/>
              <a:gd name="T21" fmla="*/ 541 h 704"/>
              <a:gd name="T22" fmla="*/ 500 w 705"/>
              <a:gd name="T23" fmla="*/ 582 h 704"/>
              <a:gd name="T24" fmla="*/ 604 w 705"/>
              <a:gd name="T25" fmla="*/ 687 h 704"/>
              <a:gd name="T26" fmla="*/ 645 w 705"/>
              <a:gd name="T27" fmla="*/ 703 h 704"/>
              <a:gd name="T28" fmla="*/ 686 w 705"/>
              <a:gd name="T29" fmla="*/ 687 h 704"/>
              <a:gd name="T30" fmla="*/ 675 w 705"/>
              <a:gd name="T31" fmla="*/ 676 h 704"/>
              <a:gd name="T32" fmla="*/ 686 w 705"/>
              <a:gd name="T33" fmla="*/ 687 h 704"/>
              <a:gd name="T34" fmla="*/ 704 w 705"/>
              <a:gd name="T35" fmla="*/ 645 h 704"/>
              <a:gd name="T36" fmla="*/ 686 w 705"/>
              <a:gd name="T37" fmla="*/ 603 h 704"/>
              <a:gd name="T38" fmla="*/ 583 w 705"/>
              <a:gd name="T39" fmla="*/ 500 h 704"/>
              <a:gd name="T40" fmla="*/ 541 w 705"/>
              <a:gd name="T41" fmla="*/ 483 h 704"/>
              <a:gd name="T42" fmla="*/ 103 w 705"/>
              <a:gd name="T43" fmla="*/ 455 h 704"/>
              <a:gd name="T44" fmla="*/ 103 w 705"/>
              <a:gd name="T45" fmla="*/ 455 h 704"/>
              <a:gd name="T46" fmla="*/ 30 w 705"/>
              <a:gd name="T47" fmla="*/ 279 h 704"/>
              <a:gd name="T48" fmla="*/ 103 w 705"/>
              <a:gd name="T49" fmla="*/ 103 h 704"/>
              <a:gd name="T50" fmla="*/ 279 w 705"/>
              <a:gd name="T51" fmla="*/ 30 h 704"/>
              <a:gd name="T52" fmla="*/ 454 w 705"/>
              <a:gd name="T53" fmla="*/ 103 h 704"/>
              <a:gd name="T54" fmla="*/ 527 w 705"/>
              <a:gd name="T55" fmla="*/ 279 h 704"/>
              <a:gd name="T56" fmla="*/ 461 w 705"/>
              <a:gd name="T57" fmla="*/ 448 h 704"/>
              <a:gd name="T58" fmla="*/ 449 w 705"/>
              <a:gd name="T59" fmla="*/ 461 h 704"/>
              <a:gd name="T60" fmla="*/ 279 w 705"/>
              <a:gd name="T61" fmla="*/ 527 h 704"/>
              <a:gd name="T62" fmla="*/ 103 w 705"/>
              <a:gd name="T63" fmla="*/ 455 h 704"/>
              <a:gd name="T64" fmla="*/ 674 w 705"/>
              <a:gd name="T65" fmla="*/ 645 h 704"/>
              <a:gd name="T66" fmla="*/ 674 w 705"/>
              <a:gd name="T67" fmla="*/ 645 h 704"/>
              <a:gd name="T68" fmla="*/ 666 w 705"/>
              <a:gd name="T69" fmla="*/ 666 h 704"/>
              <a:gd name="T70" fmla="*/ 645 w 705"/>
              <a:gd name="T71" fmla="*/ 674 h 704"/>
              <a:gd name="T72" fmla="*/ 624 w 705"/>
              <a:gd name="T73" fmla="*/ 666 h 704"/>
              <a:gd name="T74" fmla="*/ 520 w 705"/>
              <a:gd name="T75" fmla="*/ 562 h 704"/>
              <a:gd name="T76" fmla="*/ 512 w 705"/>
              <a:gd name="T77" fmla="*/ 541 h 704"/>
              <a:gd name="T78" fmla="*/ 520 w 705"/>
              <a:gd name="T79" fmla="*/ 520 h 704"/>
              <a:gd name="T80" fmla="*/ 541 w 705"/>
              <a:gd name="T81" fmla="*/ 512 h 704"/>
              <a:gd name="T82" fmla="*/ 563 w 705"/>
              <a:gd name="T83" fmla="*/ 520 h 704"/>
              <a:gd name="T84" fmla="*/ 666 w 705"/>
              <a:gd name="T85" fmla="*/ 625 h 704"/>
              <a:gd name="T86" fmla="*/ 674 w 705"/>
              <a:gd name="T87" fmla="*/ 64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5" h="704">
                <a:moveTo>
                  <a:pt x="541" y="483"/>
                </a:moveTo>
                <a:lnTo>
                  <a:pt x="541" y="483"/>
                </a:lnTo>
                <a:cubicBezTo>
                  <a:pt x="531" y="483"/>
                  <a:pt x="520" y="486"/>
                  <a:pt x="512" y="492"/>
                </a:cubicBezTo>
                <a:cubicBezTo>
                  <a:pt x="486" y="464"/>
                  <a:pt x="486" y="464"/>
                  <a:pt x="486" y="464"/>
                </a:cubicBezTo>
                <a:cubicBezTo>
                  <a:pt x="530" y="416"/>
                  <a:pt x="557" y="350"/>
                  <a:pt x="557" y="279"/>
                </a:cubicBezTo>
                <a:cubicBezTo>
                  <a:pt x="557" y="125"/>
                  <a:pt x="432" y="0"/>
                  <a:pt x="279" y="0"/>
                </a:cubicBezTo>
                <a:cubicBezTo>
                  <a:pt x="125" y="0"/>
                  <a:pt x="0" y="125"/>
                  <a:pt x="0" y="279"/>
                </a:cubicBezTo>
                <a:cubicBezTo>
                  <a:pt x="0" y="433"/>
                  <a:pt x="125" y="558"/>
                  <a:pt x="279" y="558"/>
                </a:cubicBezTo>
                <a:cubicBezTo>
                  <a:pt x="350" y="558"/>
                  <a:pt x="416" y="530"/>
                  <a:pt x="465" y="486"/>
                </a:cubicBezTo>
                <a:cubicBezTo>
                  <a:pt x="491" y="512"/>
                  <a:pt x="491" y="512"/>
                  <a:pt x="491" y="512"/>
                </a:cubicBezTo>
                <a:cubicBezTo>
                  <a:pt x="486" y="520"/>
                  <a:pt x="483" y="531"/>
                  <a:pt x="483" y="541"/>
                </a:cubicBezTo>
                <a:cubicBezTo>
                  <a:pt x="483" y="556"/>
                  <a:pt x="489" y="571"/>
                  <a:pt x="500" y="582"/>
                </a:cubicBezTo>
                <a:cubicBezTo>
                  <a:pt x="604" y="687"/>
                  <a:pt x="604" y="687"/>
                  <a:pt x="604" y="687"/>
                </a:cubicBezTo>
                <a:cubicBezTo>
                  <a:pt x="615" y="698"/>
                  <a:pt x="630" y="703"/>
                  <a:pt x="645" y="703"/>
                </a:cubicBezTo>
                <a:cubicBezTo>
                  <a:pt x="660" y="703"/>
                  <a:pt x="675" y="698"/>
                  <a:pt x="686" y="687"/>
                </a:cubicBezTo>
                <a:cubicBezTo>
                  <a:pt x="675" y="676"/>
                  <a:pt x="675" y="676"/>
                  <a:pt x="675" y="676"/>
                </a:cubicBezTo>
                <a:cubicBezTo>
                  <a:pt x="686" y="687"/>
                  <a:pt x="686" y="687"/>
                  <a:pt x="686" y="687"/>
                </a:cubicBezTo>
                <a:cubicBezTo>
                  <a:pt x="697" y="676"/>
                  <a:pt x="704" y="660"/>
                  <a:pt x="704" y="645"/>
                </a:cubicBezTo>
                <a:cubicBezTo>
                  <a:pt x="704" y="630"/>
                  <a:pt x="697" y="615"/>
                  <a:pt x="686" y="603"/>
                </a:cubicBezTo>
                <a:cubicBezTo>
                  <a:pt x="583" y="500"/>
                  <a:pt x="583" y="500"/>
                  <a:pt x="583" y="500"/>
                </a:cubicBezTo>
                <a:cubicBezTo>
                  <a:pt x="571" y="489"/>
                  <a:pt x="556" y="483"/>
                  <a:pt x="541" y="483"/>
                </a:cubicBezTo>
                <a:close/>
                <a:moveTo>
                  <a:pt x="103" y="455"/>
                </a:moveTo>
                <a:lnTo>
                  <a:pt x="103" y="455"/>
                </a:lnTo>
                <a:cubicBezTo>
                  <a:pt x="58" y="409"/>
                  <a:pt x="30" y="347"/>
                  <a:pt x="30" y="279"/>
                </a:cubicBezTo>
                <a:cubicBezTo>
                  <a:pt x="30" y="210"/>
                  <a:pt x="58" y="148"/>
                  <a:pt x="103" y="103"/>
                </a:cubicBezTo>
                <a:cubicBezTo>
                  <a:pt x="148" y="58"/>
                  <a:pt x="210" y="30"/>
                  <a:pt x="279" y="30"/>
                </a:cubicBezTo>
                <a:cubicBezTo>
                  <a:pt x="347" y="30"/>
                  <a:pt x="409" y="58"/>
                  <a:pt x="454" y="103"/>
                </a:cubicBezTo>
                <a:cubicBezTo>
                  <a:pt x="500" y="148"/>
                  <a:pt x="527" y="210"/>
                  <a:pt x="527" y="279"/>
                </a:cubicBezTo>
                <a:cubicBezTo>
                  <a:pt x="527" y="345"/>
                  <a:pt x="502" y="404"/>
                  <a:pt x="461" y="448"/>
                </a:cubicBezTo>
                <a:cubicBezTo>
                  <a:pt x="449" y="461"/>
                  <a:pt x="449" y="461"/>
                  <a:pt x="449" y="461"/>
                </a:cubicBezTo>
                <a:cubicBezTo>
                  <a:pt x="403" y="503"/>
                  <a:pt x="344" y="527"/>
                  <a:pt x="279" y="527"/>
                </a:cubicBezTo>
                <a:cubicBezTo>
                  <a:pt x="210" y="527"/>
                  <a:pt x="148" y="500"/>
                  <a:pt x="103" y="455"/>
                </a:cubicBezTo>
                <a:close/>
                <a:moveTo>
                  <a:pt x="674" y="645"/>
                </a:moveTo>
                <a:lnTo>
                  <a:pt x="674" y="645"/>
                </a:lnTo>
                <a:cubicBezTo>
                  <a:pt x="674" y="652"/>
                  <a:pt x="671" y="660"/>
                  <a:pt x="666" y="666"/>
                </a:cubicBezTo>
                <a:cubicBezTo>
                  <a:pt x="660" y="671"/>
                  <a:pt x="652" y="674"/>
                  <a:pt x="645" y="674"/>
                </a:cubicBezTo>
                <a:cubicBezTo>
                  <a:pt x="637" y="674"/>
                  <a:pt x="630" y="671"/>
                  <a:pt x="624" y="666"/>
                </a:cubicBezTo>
                <a:cubicBezTo>
                  <a:pt x="520" y="562"/>
                  <a:pt x="520" y="562"/>
                  <a:pt x="520" y="562"/>
                </a:cubicBezTo>
                <a:cubicBezTo>
                  <a:pt x="515" y="556"/>
                  <a:pt x="512" y="549"/>
                  <a:pt x="512" y="541"/>
                </a:cubicBezTo>
                <a:cubicBezTo>
                  <a:pt x="512" y="534"/>
                  <a:pt x="515" y="526"/>
                  <a:pt x="520" y="520"/>
                </a:cubicBezTo>
                <a:cubicBezTo>
                  <a:pt x="527" y="515"/>
                  <a:pt x="534" y="512"/>
                  <a:pt x="541" y="512"/>
                </a:cubicBezTo>
                <a:cubicBezTo>
                  <a:pt x="549" y="512"/>
                  <a:pt x="556" y="515"/>
                  <a:pt x="563" y="520"/>
                </a:cubicBezTo>
                <a:cubicBezTo>
                  <a:pt x="666" y="625"/>
                  <a:pt x="666" y="625"/>
                  <a:pt x="666" y="625"/>
                </a:cubicBezTo>
                <a:cubicBezTo>
                  <a:pt x="671" y="630"/>
                  <a:pt x="674" y="637"/>
                  <a:pt x="674" y="645"/>
                </a:cubicBezTo>
                <a:close/>
              </a:path>
            </a:pathLst>
          </a:custGeom>
          <a:solidFill>
            <a:schemeClr val="tx2"/>
          </a:solidFill>
          <a:ln>
            <a:noFill/>
          </a:ln>
          <a:effectLst/>
        </p:spPr>
        <p:txBody>
          <a:bodyPr wrap="none" anchor="ctr"/>
          <a:lstStyle/>
          <a:p>
            <a:endParaRPr lang="da-DK"/>
          </a:p>
        </p:txBody>
      </p:sp>
      <p:grpSp>
        <p:nvGrpSpPr>
          <p:cNvPr id="428" name="Group 431">
            <a:extLst>
              <a:ext uri="{FF2B5EF4-FFF2-40B4-BE49-F238E27FC236}">
                <a16:creationId xmlns:a16="http://schemas.microsoft.com/office/drawing/2014/main" id="{61FD63A4-AA3D-7C8E-5A58-BD80B439F4BD}"/>
              </a:ext>
            </a:extLst>
          </p:cNvPr>
          <p:cNvGrpSpPr/>
          <p:nvPr/>
        </p:nvGrpSpPr>
        <p:grpSpPr>
          <a:xfrm>
            <a:off x="5777036" y="1371228"/>
            <a:ext cx="254000" cy="254000"/>
            <a:chOff x="4635500" y="1709738"/>
            <a:chExt cx="254000" cy="254000"/>
          </a:xfrm>
          <a:solidFill>
            <a:schemeClr val="tx2"/>
          </a:solidFill>
        </p:grpSpPr>
        <p:sp>
          <p:nvSpPr>
            <p:cNvPr id="429" name="Freeform 357">
              <a:extLst>
                <a:ext uri="{FF2B5EF4-FFF2-40B4-BE49-F238E27FC236}">
                  <a16:creationId xmlns:a16="http://schemas.microsoft.com/office/drawing/2014/main" id="{9C2F42D4-E5D5-47C7-A5AE-FB77DFD7D849}"/>
                </a:ext>
              </a:extLst>
            </p:cNvPr>
            <p:cNvSpPr>
              <a:spLocks noChangeArrowheads="1"/>
            </p:cNvSpPr>
            <p:nvPr/>
          </p:nvSpPr>
          <p:spPr bwMode="auto">
            <a:xfrm>
              <a:off x="4687888" y="1762125"/>
              <a:ext cx="95250" cy="95250"/>
            </a:xfrm>
            <a:custGeom>
              <a:avLst/>
              <a:gdLst>
                <a:gd name="T0" fmla="*/ 16 w 265"/>
                <a:gd name="T1" fmla="*/ 147 h 265"/>
                <a:gd name="T2" fmla="*/ 16 w 265"/>
                <a:gd name="T3" fmla="*/ 147 h 265"/>
                <a:gd name="T4" fmla="*/ 118 w 265"/>
                <a:gd name="T5" fmla="*/ 147 h 265"/>
                <a:gd name="T6" fmla="*/ 118 w 265"/>
                <a:gd name="T7" fmla="*/ 249 h 265"/>
                <a:gd name="T8" fmla="*/ 132 w 265"/>
                <a:gd name="T9" fmla="*/ 264 h 265"/>
                <a:gd name="T10" fmla="*/ 147 w 265"/>
                <a:gd name="T11" fmla="*/ 249 h 265"/>
                <a:gd name="T12" fmla="*/ 147 w 265"/>
                <a:gd name="T13" fmla="*/ 147 h 265"/>
                <a:gd name="T14" fmla="*/ 250 w 265"/>
                <a:gd name="T15" fmla="*/ 147 h 265"/>
                <a:gd name="T16" fmla="*/ 264 w 265"/>
                <a:gd name="T17" fmla="*/ 132 h 265"/>
                <a:gd name="T18" fmla="*/ 250 w 265"/>
                <a:gd name="T19" fmla="*/ 117 h 265"/>
                <a:gd name="T20" fmla="*/ 147 w 265"/>
                <a:gd name="T21" fmla="*/ 117 h 265"/>
                <a:gd name="T22" fmla="*/ 147 w 265"/>
                <a:gd name="T23" fmla="*/ 15 h 265"/>
                <a:gd name="T24" fmla="*/ 132 w 265"/>
                <a:gd name="T25" fmla="*/ 0 h 265"/>
                <a:gd name="T26" fmla="*/ 118 w 265"/>
                <a:gd name="T27" fmla="*/ 15 h 265"/>
                <a:gd name="T28" fmla="*/ 118 w 265"/>
                <a:gd name="T29" fmla="*/ 117 h 265"/>
                <a:gd name="T30" fmla="*/ 16 w 265"/>
                <a:gd name="T31" fmla="*/ 117 h 265"/>
                <a:gd name="T32" fmla="*/ 0 w 265"/>
                <a:gd name="T33" fmla="*/ 132 h 265"/>
                <a:gd name="T34" fmla="*/ 16 w 265"/>
                <a:gd name="T35" fmla="*/ 147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5" h="265">
                  <a:moveTo>
                    <a:pt x="16" y="147"/>
                  </a:moveTo>
                  <a:lnTo>
                    <a:pt x="16" y="147"/>
                  </a:lnTo>
                  <a:cubicBezTo>
                    <a:pt x="118" y="147"/>
                    <a:pt x="118" y="147"/>
                    <a:pt x="118" y="147"/>
                  </a:cubicBezTo>
                  <a:cubicBezTo>
                    <a:pt x="118" y="249"/>
                    <a:pt x="118" y="249"/>
                    <a:pt x="118" y="249"/>
                  </a:cubicBezTo>
                  <a:cubicBezTo>
                    <a:pt x="118" y="257"/>
                    <a:pt x="125" y="264"/>
                    <a:pt x="132" y="264"/>
                  </a:cubicBezTo>
                  <a:cubicBezTo>
                    <a:pt x="140" y="264"/>
                    <a:pt x="147" y="257"/>
                    <a:pt x="147" y="249"/>
                  </a:cubicBezTo>
                  <a:cubicBezTo>
                    <a:pt x="147" y="147"/>
                    <a:pt x="147" y="147"/>
                    <a:pt x="147" y="147"/>
                  </a:cubicBezTo>
                  <a:cubicBezTo>
                    <a:pt x="250" y="147"/>
                    <a:pt x="250" y="147"/>
                    <a:pt x="250" y="147"/>
                  </a:cubicBezTo>
                  <a:cubicBezTo>
                    <a:pt x="258" y="147"/>
                    <a:pt x="264" y="140"/>
                    <a:pt x="264" y="132"/>
                  </a:cubicBezTo>
                  <a:cubicBezTo>
                    <a:pt x="264" y="124"/>
                    <a:pt x="258" y="117"/>
                    <a:pt x="250" y="117"/>
                  </a:cubicBezTo>
                  <a:cubicBezTo>
                    <a:pt x="147" y="117"/>
                    <a:pt x="147" y="117"/>
                    <a:pt x="147" y="117"/>
                  </a:cubicBezTo>
                  <a:cubicBezTo>
                    <a:pt x="147" y="15"/>
                    <a:pt x="147" y="15"/>
                    <a:pt x="147" y="15"/>
                  </a:cubicBezTo>
                  <a:cubicBezTo>
                    <a:pt x="147" y="7"/>
                    <a:pt x="140" y="0"/>
                    <a:pt x="132"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0"/>
                    <a:pt x="7" y="147"/>
                    <a:pt x="16"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8">
              <a:extLst>
                <a:ext uri="{FF2B5EF4-FFF2-40B4-BE49-F238E27FC236}">
                  <a16:creationId xmlns:a16="http://schemas.microsoft.com/office/drawing/2014/main" id="{A5D69CDC-65E6-B4B2-D84B-42EF13395A70}"/>
                </a:ext>
              </a:extLst>
            </p:cNvPr>
            <p:cNvSpPr>
              <a:spLocks noChangeArrowheads="1"/>
            </p:cNvSpPr>
            <p:nvPr/>
          </p:nvSpPr>
          <p:spPr bwMode="auto">
            <a:xfrm>
              <a:off x="4635500" y="1709738"/>
              <a:ext cx="254000" cy="254000"/>
            </a:xfrm>
            <a:custGeom>
              <a:avLst/>
              <a:gdLst>
                <a:gd name="T0" fmla="*/ 277 w 704"/>
                <a:gd name="T1" fmla="*/ 558 h 704"/>
                <a:gd name="T2" fmla="*/ 277 w 704"/>
                <a:gd name="T3" fmla="*/ 558 h 704"/>
                <a:gd name="T4" fmla="*/ 464 w 704"/>
                <a:gd name="T5" fmla="*/ 486 h 704"/>
                <a:gd name="T6" fmla="*/ 490 w 704"/>
                <a:gd name="T7" fmla="*/ 512 h 704"/>
                <a:gd name="T8" fmla="*/ 482 w 704"/>
                <a:gd name="T9" fmla="*/ 541 h 704"/>
                <a:gd name="T10" fmla="*/ 500 w 704"/>
                <a:gd name="T11" fmla="*/ 582 h 704"/>
                <a:gd name="T12" fmla="*/ 602 w 704"/>
                <a:gd name="T13" fmla="*/ 687 h 704"/>
                <a:gd name="T14" fmla="*/ 644 w 704"/>
                <a:gd name="T15" fmla="*/ 703 h 704"/>
                <a:gd name="T16" fmla="*/ 685 w 704"/>
                <a:gd name="T17" fmla="*/ 687 h 704"/>
                <a:gd name="T18" fmla="*/ 675 w 704"/>
                <a:gd name="T19" fmla="*/ 676 h 704"/>
                <a:gd name="T20" fmla="*/ 685 w 704"/>
                <a:gd name="T21" fmla="*/ 687 h 704"/>
                <a:gd name="T22" fmla="*/ 703 w 704"/>
                <a:gd name="T23" fmla="*/ 645 h 704"/>
                <a:gd name="T24" fmla="*/ 685 w 704"/>
                <a:gd name="T25" fmla="*/ 603 h 704"/>
                <a:gd name="T26" fmla="*/ 582 w 704"/>
                <a:gd name="T27" fmla="*/ 500 h 704"/>
                <a:gd name="T28" fmla="*/ 541 w 704"/>
                <a:gd name="T29" fmla="*/ 483 h 704"/>
                <a:gd name="T30" fmla="*/ 511 w 704"/>
                <a:gd name="T31" fmla="*/ 492 h 704"/>
                <a:gd name="T32" fmla="*/ 484 w 704"/>
                <a:gd name="T33" fmla="*/ 464 h 704"/>
                <a:gd name="T34" fmla="*/ 556 w 704"/>
                <a:gd name="T35" fmla="*/ 279 h 704"/>
                <a:gd name="T36" fmla="*/ 277 w 704"/>
                <a:gd name="T37" fmla="*/ 0 h 704"/>
                <a:gd name="T38" fmla="*/ 0 w 704"/>
                <a:gd name="T39" fmla="*/ 279 h 704"/>
                <a:gd name="T40" fmla="*/ 277 w 704"/>
                <a:gd name="T41" fmla="*/ 558 h 704"/>
                <a:gd name="T42" fmla="*/ 561 w 704"/>
                <a:gd name="T43" fmla="*/ 520 h 704"/>
                <a:gd name="T44" fmla="*/ 561 w 704"/>
                <a:gd name="T45" fmla="*/ 520 h 704"/>
                <a:gd name="T46" fmla="*/ 664 w 704"/>
                <a:gd name="T47" fmla="*/ 625 h 704"/>
                <a:gd name="T48" fmla="*/ 674 w 704"/>
                <a:gd name="T49" fmla="*/ 645 h 704"/>
                <a:gd name="T50" fmla="*/ 664 w 704"/>
                <a:gd name="T51" fmla="*/ 666 h 704"/>
                <a:gd name="T52" fmla="*/ 644 w 704"/>
                <a:gd name="T53" fmla="*/ 674 h 704"/>
                <a:gd name="T54" fmla="*/ 623 w 704"/>
                <a:gd name="T55" fmla="*/ 666 h 704"/>
                <a:gd name="T56" fmla="*/ 520 w 704"/>
                <a:gd name="T57" fmla="*/ 562 h 704"/>
                <a:gd name="T58" fmla="*/ 511 w 704"/>
                <a:gd name="T59" fmla="*/ 541 h 704"/>
                <a:gd name="T60" fmla="*/ 520 w 704"/>
                <a:gd name="T61" fmla="*/ 520 h 704"/>
                <a:gd name="T62" fmla="*/ 541 w 704"/>
                <a:gd name="T63" fmla="*/ 512 h 704"/>
                <a:gd name="T64" fmla="*/ 561 w 704"/>
                <a:gd name="T65" fmla="*/ 520 h 704"/>
                <a:gd name="T66" fmla="*/ 101 w 704"/>
                <a:gd name="T67" fmla="*/ 103 h 704"/>
                <a:gd name="T68" fmla="*/ 101 w 704"/>
                <a:gd name="T69" fmla="*/ 103 h 704"/>
                <a:gd name="T70" fmla="*/ 277 w 704"/>
                <a:gd name="T71" fmla="*/ 30 h 704"/>
                <a:gd name="T72" fmla="*/ 454 w 704"/>
                <a:gd name="T73" fmla="*/ 103 h 704"/>
                <a:gd name="T74" fmla="*/ 527 w 704"/>
                <a:gd name="T75" fmla="*/ 279 h 704"/>
                <a:gd name="T76" fmla="*/ 460 w 704"/>
                <a:gd name="T77" fmla="*/ 448 h 704"/>
                <a:gd name="T78" fmla="*/ 447 w 704"/>
                <a:gd name="T79" fmla="*/ 461 h 704"/>
                <a:gd name="T80" fmla="*/ 277 w 704"/>
                <a:gd name="T81" fmla="*/ 527 h 704"/>
                <a:gd name="T82" fmla="*/ 101 w 704"/>
                <a:gd name="T83" fmla="*/ 455 h 704"/>
                <a:gd name="T84" fmla="*/ 29 w 704"/>
                <a:gd name="T85" fmla="*/ 279 h 704"/>
                <a:gd name="T86" fmla="*/ 101 w 704"/>
                <a:gd name="T87" fmla="*/ 1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704">
                  <a:moveTo>
                    <a:pt x="277" y="558"/>
                  </a:moveTo>
                  <a:lnTo>
                    <a:pt x="277" y="558"/>
                  </a:lnTo>
                  <a:cubicBezTo>
                    <a:pt x="350" y="558"/>
                    <a:pt x="414" y="530"/>
                    <a:pt x="464" y="486"/>
                  </a:cubicBezTo>
                  <a:cubicBezTo>
                    <a:pt x="490" y="512"/>
                    <a:pt x="490" y="512"/>
                    <a:pt x="490" y="512"/>
                  </a:cubicBezTo>
                  <a:cubicBezTo>
                    <a:pt x="484" y="520"/>
                    <a:pt x="482" y="531"/>
                    <a:pt x="482" y="541"/>
                  </a:cubicBezTo>
                  <a:cubicBezTo>
                    <a:pt x="482" y="556"/>
                    <a:pt x="487" y="571"/>
                    <a:pt x="500" y="582"/>
                  </a:cubicBezTo>
                  <a:cubicBezTo>
                    <a:pt x="602" y="687"/>
                    <a:pt x="602" y="687"/>
                    <a:pt x="602" y="687"/>
                  </a:cubicBezTo>
                  <a:cubicBezTo>
                    <a:pt x="613" y="698"/>
                    <a:pt x="629" y="703"/>
                    <a:pt x="644" y="703"/>
                  </a:cubicBezTo>
                  <a:cubicBezTo>
                    <a:pt x="659" y="703"/>
                    <a:pt x="674" y="698"/>
                    <a:pt x="685" y="687"/>
                  </a:cubicBezTo>
                  <a:cubicBezTo>
                    <a:pt x="675" y="676"/>
                    <a:pt x="675" y="676"/>
                    <a:pt x="675" y="676"/>
                  </a:cubicBezTo>
                  <a:cubicBezTo>
                    <a:pt x="685" y="687"/>
                    <a:pt x="685" y="687"/>
                    <a:pt x="685" y="687"/>
                  </a:cubicBezTo>
                  <a:cubicBezTo>
                    <a:pt x="697" y="676"/>
                    <a:pt x="703" y="660"/>
                    <a:pt x="703" y="645"/>
                  </a:cubicBezTo>
                  <a:cubicBezTo>
                    <a:pt x="703" y="630"/>
                    <a:pt x="697" y="615"/>
                    <a:pt x="685" y="603"/>
                  </a:cubicBezTo>
                  <a:cubicBezTo>
                    <a:pt x="582" y="500"/>
                    <a:pt x="582" y="500"/>
                    <a:pt x="582" y="500"/>
                  </a:cubicBezTo>
                  <a:cubicBezTo>
                    <a:pt x="571" y="489"/>
                    <a:pt x="556" y="483"/>
                    <a:pt x="541" y="483"/>
                  </a:cubicBezTo>
                  <a:cubicBezTo>
                    <a:pt x="530" y="483"/>
                    <a:pt x="520" y="486"/>
                    <a:pt x="511" y="492"/>
                  </a:cubicBezTo>
                  <a:cubicBezTo>
                    <a:pt x="484" y="464"/>
                    <a:pt x="484" y="464"/>
                    <a:pt x="484" y="464"/>
                  </a:cubicBezTo>
                  <a:cubicBezTo>
                    <a:pt x="528" y="416"/>
                    <a:pt x="556" y="350"/>
                    <a:pt x="556" y="279"/>
                  </a:cubicBezTo>
                  <a:cubicBezTo>
                    <a:pt x="556" y="125"/>
                    <a:pt x="431" y="0"/>
                    <a:pt x="277" y="0"/>
                  </a:cubicBezTo>
                  <a:cubicBezTo>
                    <a:pt x="123" y="0"/>
                    <a:pt x="0" y="125"/>
                    <a:pt x="0" y="279"/>
                  </a:cubicBezTo>
                  <a:cubicBezTo>
                    <a:pt x="0" y="433"/>
                    <a:pt x="123" y="558"/>
                    <a:pt x="277" y="558"/>
                  </a:cubicBezTo>
                  <a:close/>
                  <a:moveTo>
                    <a:pt x="561" y="520"/>
                  </a:moveTo>
                  <a:lnTo>
                    <a:pt x="561" y="520"/>
                  </a:lnTo>
                  <a:cubicBezTo>
                    <a:pt x="664" y="625"/>
                    <a:pt x="664" y="625"/>
                    <a:pt x="664" y="625"/>
                  </a:cubicBezTo>
                  <a:cubicBezTo>
                    <a:pt x="670" y="630"/>
                    <a:pt x="673" y="637"/>
                    <a:pt x="674" y="645"/>
                  </a:cubicBezTo>
                  <a:cubicBezTo>
                    <a:pt x="673" y="652"/>
                    <a:pt x="670" y="660"/>
                    <a:pt x="664" y="666"/>
                  </a:cubicBezTo>
                  <a:cubicBezTo>
                    <a:pt x="659" y="671"/>
                    <a:pt x="652" y="674"/>
                    <a:pt x="644" y="674"/>
                  </a:cubicBezTo>
                  <a:cubicBezTo>
                    <a:pt x="637" y="674"/>
                    <a:pt x="629" y="671"/>
                    <a:pt x="623" y="666"/>
                  </a:cubicBezTo>
                  <a:cubicBezTo>
                    <a:pt x="520" y="562"/>
                    <a:pt x="520" y="562"/>
                    <a:pt x="520" y="562"/>
                  </a:cubicBezTo>
                  <a:cubicBezTo>
                    <a:pt x="513" y="556"/>
                    <a:pt x="511" y="549"/>
                    <a:pt x="511" y="541"/>
                  </a:cubicBezTo>
                  <a:cubicBezTo>
                    <a:pt x="511" y="534"/>
                    <a:pt x="513" y="526"/>
                    <a:pt x="520" y="520"/>
                  </a:cubicBezTo>
                  <a:cubicBezTo>
                    <a:pt x="526" y="515"/>
                    <a:pt x="533" y="512"/>
                    <a:pt x="541" y="512"/>
                  </a:cubicBezTo>
                  <a:cubicBezTo>
                    <a:pt x="548" y="512"/>
                    <a:pt x="556" y="515"/>
                    <a:pt x="561" y="520"/>
                  </a:cubicBezTo>
                  <a:close/>
                  <a:moveTo>
                    <a:pt x="101" y="103"/>
                  </a:moveTo>
                  <a:lnTo>
                    <a:pt x="101" y="103"/>
                  </a:lnTo>
                  <a:cubicBezTo>
                    <a:pt x="147" y="58"/>
                    <a:pt x="209" y="30"/>
                    <a:pt x="277" y="30"/>
                  </a:cubicBezTo>
                  <a:cubicBezTo>
                    <a:pt x="347" y="30"/>
                    <a:pt x="409" y="58"/>
                    <a:pt x="454" y="103"/>
                  </a:cubicBezTo>
                  <a:cubicBezTo>
                    <a:pt x="498" y="148"/>
                    <a:pt x="527" y="210"/>
                    <a:pt x="527" y="279"/>
                  </a:cubicBezTo>
                  <a:cubicBezTo>
                    <a:pt x="527" y="345"/>
                    <a:pt x="501" y="404"/>
                    <a:pt x="460" y="448"/>
                  </a:cubicBezTo>
                  <a:cubicBezTo>
                    <a:pt x="447" y="461"/>
                    <a:pt x="447" y="461"/>
                    <a:pt x="447" y="461"/>
                  </a:cubicBezTo>
                  <a:cubicBezTo>
                    <a:pt x="402" y="503"/>
                    <a:pt x="343" y="527"/>
                    <a:pt x="277" y="527"/>
                  </a:cubicBezTo>
                  <a:cubicBezTo>
                    <a:pt x="209" y="527"/>
                    <a:pt x="147" y="500"/>
                    <a:pt x="101" y="455"/>
                  </a:cubicBezTo>
                  <a:cubicBezTo>
                    <a:pt x="56" y="409"/>
                    <a:pt x="29" y="347"/>
                    <a:pt x="29" y="279"/>
                  </a:cubicBezTo>
                  <a:cubicBezTo>
                    <a:pt x="29" y="210"/>
                    <a:pt x="56" y="148"/>
                    <a:pt x="101" y="1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1" name="Group 434">
            <a:extLst>
              <a:ext uri="{FF2B5EF4-FFF2-40B4-BE49-F238E27FC236}">
                <a16:creationId xmlns:a16="http://schemas.microsoft.com/office/drawing/2014/main" id="{691FD7B1-8BAE-9520-B653-143C6C01E02D}"/>
              </a:ext>
            </a:extLst>
          </p:cNvPr>
          <p:cNvGrpSpPr/>
          <p:nvPr/>
        </p:nvGrpSpPr>
        <p:grpSpPr>
          <a:xfrm>
            <a:off x="6283449" y="1371228"/>
            <a:ext cx="252412" cy="254000"/>
            <a:chOff x="5141913" y="1709738"/>
            <a:chExt cx="252412" cy="254000"/>
          </a:xfrm>
          <a:solidFill>
            <a:schemeClr val="tx2"/>
          </a:solidFill>
        </p:grpSpPr>
        <p:sp>
          <p:nvSpPr>
            <p:cNvPr id="432" name="Freeform 359">
              <a:extLst>
                <a:ext uri="{FF2B5EF4-FFF2-40B4-BE49-F238E27FC236}">
                  <a16:creationId xmlns:a16="http://schemas.microsoft.com/office/drawing/2014/main" id="{37BBF1E3-FADA-389E-FB77-20CEA5D9464F}"/>
                </a:ext>
              </a:extLst>
            </p:cNvPr>
            <p:cNvSpPr>
              <a:spLocks noChangeArrowheads="1"/>
            </p:cNvSpPr>
            <p:nvPr/>
          </p:nvSpPr>
          <p:spPr bwMode="auto">
            <a:xfrm>
              <a:off x="5194300" y="1804988"/>
              <a:ext cx="95250" cy="11112"/>
            </a:xfrm>
            <a:custGeom>
              <a:avLst/>
              <a:gdLst>
                <a:gd name="T0" fmla="*/ 250 w 265"/>
                <a:gd name="T1" fmla="*/ 0 h 31"/>
                <a:gd name="T2" fmla="*/ 250 w 265"/>
                <a:gd name="T3" fmla="*/ 0 h 31"/>
                <a:gd name="T4" fmla="*/ 15 w 265"/>
                <a:gd name="T5" fmla="*/ 0 h 31"/>
                <a:gd name="T6" fmla="*/ 0 w 265"/>
                <a:gd name="T7" fmla="*/ 15 h 31"/>
                <a:gd name="T8" fmla="*/ 15 w 265"/>
                <a:gd name="T9" fmla="*/ 30 h 31"/>
                <a:gd name="T10" fmla="*/ 250 w 265"/>
                <a:gd name="T11" fmla="*/ 30 h 31"/>
                <a:gd name="T12" fmla="*/ 264 w 265"/>
                <a:gd name="T13" fmla="*/ 15 h 31"/>
                <a:gd name="T14" fmla="*/ 250 w 26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5" h="31">
                  <a:moveTo>
                    <a:pt x="250" y="0"/>
                  </a:moveTo>
                  <a:lnTo>
                    <a:pt x="250" y="0"/>
                  </a:lnTo>
                  <a:cubicBezTo>
                    <a:pt x="15" y="0"/>
                    <a:pt x="15" y="0"/>
                    <a:pt x="15" y="0"/>
                  </a:cubicBezTo>
                  <a:cubicBezTo>
                    <a:pt x="7" y="0"/>
                    <a:pt x="0" y="7"/>
                    <a:pt x="0" y="15"/>
                  </a:cubicBezTo>
                  <a:cubicBezTo>
                    <a:pt x="0" y="23"/>
                    <a:pt x="7" y="30"/>
                    <a:pt x="15" y="30"/>
                  </a:cubicBezTo>
                  <a:cubicBezTo>
                    <a:pt x="250" y="30"/>
                    <a:pt x="250" y="30"/>
                    <a:pt x="250" y="30"/>
                  </a:cubicBezTo>
                  <a:cubicBezTo>
                    <a:pt x="258" y="30"/>
                    <a:pt x="264" y="23"/>
                    <a:pt x="264" y="15"/>
                  </a:cubicBezTo>
                  <a:cubicBezTo>
                    <a:pt x="264"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60">
              <a:extLst>
                <a:ext uri="{FF2B5EF4-FFF2-40B4-BE49-F238E27FC236}">
                  <a16:creationId xmlns:a16="http://schemas.microsoft.com/office/drawing/2014/main" id="{5D3BD445-40A5-E443-B513-409AE33B0ACD}"/>
                </a:ext>
              </a:extLst>
            </p:cNvPr>
            <p:cNvSpPr>
              <a:spLocks noChangeArrowheads="1"/>
            </p:cNvSpPr>
            <p:nvPr/>
          </p:nvSpPr>
          <p:spPr bwMode="auto">
            <a:xfrm>
              <a:off x="5141913" y="1709738"/>
              <a:ext cx="252412" cy="254000"/>
            </a:xfrm>
            <a:custGeom>
              <a:avLst/>
              <a:gdLst>
                <a:gd name="T0" fmla="*/ 555 w 703"/>
                <a:gd name="T1" fmla="*/ 279 h 704"/>
                <a:gd name="T2" fmla="*/ 555 w 703"/>
                <a:gd name="T3" fmla="*/ 279 h 704"/>
                <a:gd name="T4" fmla="*/ 277 w 703"/>
                <a:gd name="T5" fmla="*/ 0 h 704"/>
                <a:gd name="T6" fmla="*/ 0 w 703"/>
                <a:gd name="T7" fmla="*/ 279 h 704"/>
                <a:gd name="T8" fmla="*/ 277 w 703"/>
                <a:gd name="T9" fmla="*/ 558 h 704"/>
                <a:gd name="T10" fmla="*/ 463 w 703"/>
                <a:gd name="T11" fmla="*/ 486 h 704"/>
                <a:gd name="T12" fmla="*/ 490 w 703"/>
                <a:gd name="T13" fmla="*/ 512 h 704"/>
                <a:gd name="T14" fmla="*/ 481 w 703"/>
                <a:gd name="T15" fmla="*/ 541 h 704"/>
                <a:gd name="T16" fmla="*/ 499 w 703"/>
                <a:gd name="T17" fmla="*/ 582 h 704"/>
                <a:gd name="T18" fmla="*/ 602 w 703"/>
                <a:gd name="T19" fmla="*/ 687 h 704"/>
                <a:gd name="T20" fmla="*/ 643 w 703"/>
                <a:gd name="T21" fmla="*/ 703 h 704"/>
                <a:gd name="T22" fmla="*/ 684 w 703"/>
                <a:gd name="T23" fmla="*/ 687 h 704"/>
                <a:gd name="T24" fmla="*/ 675 w 703"/>
                <a:gd name="T25" fmla="*/ 676 h 704"/>
                <a:gd name="T26" fmla="*/ 684 w 703"/>
                <a:gd name="T27" fmla="*/ 687 h 704"/>
                <a:gd name="T28" fmla="*/ 702 w 703"/>
                <a:gd name="T29" fmla="*/ 645 h 704"/>
                <a:gd name="T30" fmla="*/ 684 w 703"/>
                <a:gd name="T31" fmla="*/ 603 h 704"/>
                <a:gd name="T32" fmla="*/ 582 w 703"/>
                <a:gd name="T33" fmla="*/ 500 h 704"/>
                <a:gd name="T34" fmla="*/ 540 w 703"/>
                <a:gd name="T35" fmla="*/ 483 h 704"/>
                <a:gd name="T36" fmla="*/ 510 w 703"/>
                <a:gd name="T37" fmla="*/ 492 h 704"/>
                <a:gd name="T38" fmla="*/ 484 w 703"/>
                <a:gd name="T39" fmla="*/ 464 h 704"/>
                <a:gd name="T40" fmla="*/ 555 w 703"/>
                <a:gd name="T41" fmla="*/ 279 h 704"/>
                <a:gd name="T42" fmla="*/ 101 w 703"/>
                <a:gd name="T43" fmla="*/ 455 h 704"/>
                <a:gd name="T44" fmla="*/ 101 w 703"/>
                <a:gd name="T45" fmla="*/ 455 h 704"/>
                <a:gd name="T46" fmla="*/ 28 w 703"/>
                <a:gd name="T47" fmla="*/ 279 h 704"/>
                <a:gd name="T48" fmla="*/ 101 w 703"/>
                <a:gd name="T49" fmla="*/ 103 h 704"/>
                <a:gd name="T50" fmla="*/ 277 w 703"/>
                <a:gd name="T51" fmla="*/ 30 h 704"/>
                <a:gd name="T52" fmla="*/ 454 w 703"/>
                <a:gd name="T53" fmla="*/ 103 h 704"/>
                <a:gd name="T54" fmla="*/ 527 w 703"/>
                <a:gd name="T55" fmla="*/ 279 h 704"/>
                <a:gd name="T56" fmla="*/ 459 w 703"/>
                <a:gd name="T57" fmla="*/ 448 h 704"/>
                <a:gd name="T58" fmla="*/ 447 w 703"/>
                <a:gd name="T59" fmla="*/ 461 h 704"/>
                <a:gd name="T60" fmla="*/ 277 w 703"/>
                <a:gd name="T61" fmla="*/ 527 h 704"/>
                <a:gd name="T62" fmla="*/ 101 w 703"/>
                <a:gd name="T63" fmla="*/ 455 h 704"/>
                <a:gd name="T64" fmla="*/ 561 w 703"/>
                <a:gd name="T65" fmla="*/ 520 h 704"/>
                <a:gd name="T66" fmla="*/ 561 w 703"/>
                <a:gd name="T67" fmla="*/ 520 h 704"/>
                <a:gd name="T68" fmla="*/ 664 w 703"/>
                <a:gd name="T69" fmla="*/ 625 h 704"/>
                <a:gd name="T70" fmla="*/ 673 w 703"/>
                <a:gd name="T71" fmla="*/ 645 h 704"/>
                <a:gd name="T72" fmla="*/ 664 w 703"/>
                <a:gd name="T73" fmla="*/ 666 h 704"/>
                <a:gd name="T74" fmla="*/ 643 w 703"/>
                <a:gd name="T75" fmla="*/ 674 h 704"/>
                <a:gd name="T76" fmla="*/ 623 w 703"/>
                <a:gd name="T77" fmla="*/ 666 h 704"/>
                <a:gd name="T78" fmla="*/ 520 w 703"/>
                <a:gd name="T79" fmla="*/ 562 h 704"/>
                <a:gd name="T80" fmla="*/ 510 w 703"/>
                <a:gd name="T81" fmla="*/ 541 h 704"/>
                <a:gd name="T82" fmla="*/ 520 w 703"/>
                <a:gd name="T83" fmla="*/ 520 h 704"/>
                <a:gd name="T84" fmla="*/ 540 w 703"/>
                <a:gd name="T85" fmla="*/ 512 h 704"/>
                <a:gd name="T86" fmla="*/ 561 w 703"/>
                <a:gd name="T87" fmla="*/ 52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3" h="704">
                  <a:moveTo>
                    <a:pt x="555" y="279"/>
                  </a:moveTo>
                  <a:lnTo>
                    <a:pt x="555" y="279"/>
                  </a:lnTo>
                  <a:cubicBezTo>
                    <a:pt x="555" y="125"/>
                    <a:pt x="431" y="0"/>
                    <a:pt x="277" y="0"/>
                  </a:cubicBezTo>
                  <a:cubicBezTo>
                    <a:pt x="123" y="0"/>
                    <a:pt x="0" y="125"/>
                    <a:pt x="0" y="279"/>
                  </a:cubicBezTo>
                  <a:cubicBezTo>
                    <a:pt x="0" y="433"/>
                    <a:pt x="123" y="558"/>
                    <a:pt x="277" y="558"/>
                  </a:cubicBezTo>
                  <a:cubicBezTo>
                    <a:pt x="350" y="558"/>
                    <a:pt x="414" y="530"/>
                    <a:pt x="463" y="486"/>
                  </a:cubicBezTo>
                  <a:cubicBezTo>
                    <a:pt x="490" y="512"/>
                    <a:pt x="490" y="512"/>
                    <a:pt x="490" y="512"/>
                  </a:cubicBezTo>
                  <a:cubicBezTo>
                    <a:pt x="484" y="520"/>
                    <a:pt x="481" y="531"/>
                    <a:pt x="481" y="541"/>
                  </a:cubicBezTo>
                  <a:cubicBezTo>
                    <a:pt x="481" y="556"/>
                    <a:pt x="487" y="571"/>
                    <a:pt x="499" y="582"/>
                  </a:cubicBezTo>
                  <a:cubicBezTo>
                    <a:pt x="602" y="687"/>
                    <a:pt x="602" y="687"/>
                    <a:pt x="602" y="687"/>
                  </a:cubicBezTo>
                  <a:cubicBezTo>
                    <a:pt x="613" y="698"/>
                    <a:pt x="628" y="703"/>
                    <a:pt x="643" y="703"/>
                  </a:cubicBezTo>
                  <a:cubicBezTo>
                    <a:pt x="658" y="703"/>
                    <a:pt x="673" y="698"/>
                    <a:pt x="684" y="687"/>
                  </a:cubicBezTo>
                  <a:cubicBezTo>
                    <a:pt x="675" y="676"/>
                    <a:pt x="675" y="676"/>
                    <a:pt x="675" y="676"/>
                  </a:cubicBezTo>
                  <a:cubicBezTo>
                    <a:pt x="684" y="687"/>
                    <a:pt x="684" y="687"/>
                    <a:pt x="684" y="687"/>
                  </a:cubicBezTo>
                  <a:cubicBezTo>
                    <a:pt x="697" y="676"/>
                    <a:pt x="702" y="660"/>
                    <a:pt x="702" y="645"/>
                  </a:cubicBezTo>
                  <a:cubicBezTo>
                    <a:pt x="702" y="630"/>
                    <a:pt x="697" y="615"/>
                    <a:pt x="684" y="603"/>
                  </a:cubicBezTo>
                  <a:cubicBezTo>
                    <a:pt x="582" y="500"/>
                    <a:pt x="582" y="500"/>
                    <a:pt x="582" y="500"/>
                  </a:cubicBezTo>
                  <a:cubicBezTo>
                    <a:pt x="571" y="489"/>
                    <a:pt x="555" y="483"/>
                    <a:pt x="540" y="483"/>
                  </a:cubicBezTo>
                  <a:cubicBezTo>
                    <a:pt x="529" y="483"/>
                    <a:pt x="520" y="486"/>
                    <a:pt x="510" y="492"/>
                  </a:cubicBezTo>
                  <a:cubicBezTo>
                    <a:pt x="484" y="464"/>
                    <a:pt x="484" y="464"/>
                    <a:pt x="484" y="464"/>
                  </a:cubicBezTo>
                  <a:cubicBezTo>
                    <a:pt x="528" y="416"/>
                    <a:pt x="555" y="350"/>
                    <a:pt x="555" y="279"/>
                  </a:cubicBezTo>
                  <a:close/>
                  <a:moveTo>
                    <a:pt x="101" y="455"/>
                  </a:moveTo>
                  <a:lnTo>
                    <a:pt x="101" y="455"/>
                  </a:lnTo>
                  <a:cubicBezTo>
                    <a:pt x="56" y="409"/>
                    <a:pt x="28" y="347"/>
                    <a:pt x="28" y="279"/>
                  </a:cubicBezTo>
                  <a:cubicBezTo>
                    <a:pt x="28" y="210"/>
                    <a:pt x="56" y="148"/>
                    <a:pt x="101" y="103"/>
                  </a:cubicBezTo>
                  <a:cubicBezTo>
                    <a:pt x="146" y="58"/>
                    <a:pt x="208" y="30"/>
                    <a:pt x="277" y="30"/>
                  </a:cubicBezTo>
                  <a:cubicBezTo>
                    <a:pt x="347" y="30"/>
                    <a:pt x="409" y="58"/>
                    <a:pt x="454" y="103"/>
                  </a:cubicBezTo>
                  <a:cubicBezTo>
                    <a:pt x="498" y="148"/>
                    <a:pt x="527" y="210"/>
                    <a:pt x="527" y="279"/>
                  </a:cubicBezTo>
                  <a:cubicBezTo>
                    <a:pt x="527" y="345"/>
                    <a:pt x="501" y="404"/>
                    <a:pt x="459" y="448"/>
                  </a:cubicBezTo>
                  <a:cubicBezTo>
                    <a:pt x="447" y="461"/>
                    <a:pt x="447" y="461"/>
                    <a:pt x="447" y="461"/>
                  </a:cubicBezTo>
                  <a:cubicBezTo>
                    <a:pt x="402" y="503"/>
                    <a:pt x="343" y="527"/>
                    <a:pt x="277" y="527"/>
                  </a:cubicBezTo>
                  <a:cubicBezTo>
                    <a:pt x="208" y="527"/>
                    <a:pt x="146" y="500"/>
                    <a:pt x="101" y="455"/>
                  </a:cubicBezTo>
                  <a:close/>
                  <a:moveTo>
                    <a:pt x="561" y="520"/>
                  </a:moveTo>
                  <a:lnTo>
                    <a:pt x="561" y="520"/>
                  </a:lnTo>
                  <a:cubicBezTo>
                    <a:pt x="664" y="625"/>
                    <a:pt x="664" y="625"/>
                    <a:pt x="664" y="625"/>
                  </a:cubicBezTo>
                  <a:cubicBezTo>
                    <a:pt x="669" y="630"/>
                    <a:pt x="673" y="637"/>
                    <a:pt x="673" y="645"/>
                  </a:cubicBezTo>
                  <a:cubicBezTo>
                    <a:pt x="673" y="652"/>
                    <a:pt x="669" y="660"/>
                    <a:pt x="664" y="666"/>
                  </a:cubicBezTo>
                  <a:cubicBezTo>
                    <a:pt x="658" y="671"/>
                    <a:pt x="652" y="674"/>
                    <a:pt x="643" y="674"/>
                  </a:cubicBezTo>
                  <a:cubicBezTo>
                    <a:pt x="636" y="674"/>
                    <a:pt x="628" y="671"/>
                    <a:pt x="623" y="666"/>
                  </a:cubicBezTo>
                  <a:cubicBezTo>
                    <a:pt x="520" y="562"/>
                    <a:pt x="520" y="562"/>
                    <a:pt x="520" y="562"/>
                  </a:cubicBezTo>
                  <a:cubicBezTo>
                    <a:pt x="513" y="556"/>
                    <a:pt x="510" y="549"/>
                    <a:pt x="510" y="541"/>
                  </a:cubicBezTo>
                  <a:cubicBezTo>
                    <a:pt x="510" y="534"/>
                    <a:pt x="513" y="526"/>
                    <a:pt x="520" y="520"/>
                  </a:cubicBezTo>
                  <a:cubicBezTo>
                    <a:pt x="525" y="515"/>
                    <a:pt x="532" y="512"/>
                    <a:pt x="540" y="512"/>
                  </a:cubicBezTo>
                  <a:cubicBezTo>
                    <a:pt x="547" y="512"/>
                    <a:pt x="555" y="515"/>
                    <a:pt x="561" y="5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4" name="Freeform 361">
            <a:extLst>
              <a:ext uri="{FF2B5EF4-FFF2-40B4-BE49-F238E27FC236}">
                <a16:creationId xmlns:a16="http://schemas.microsoft.com/office/drawing/2014/main" id="{4F2C7C26-0CDE-8EA2-EBE4-CE0517FD12DB}"/>
              </a:ext>
            </a:extLst>
          </p:cNvPr>
          <p:cNvSpPr>
            <a:spLocks noChangeArrowheads="1"/>
          </p:cNvSpPr>
          <p:nvPr/>
        </p:nvSpPr>
        <p:spPr bwMode="auto">
          <a:xfrm>
            <a:off x="7283574" y="1371228"/>
            <a:ext cx="244475" cy="254000"/>
          </a:xfrm>
          <a:custGeom>
            <a:avLst/>
            <a:gdLst>
              <a:gd name="T0" fmla="*/ 61 w 678"/>
              <a:gd name="T1" fmla="*/ 688 h 704"/>
              <a:gd name="T2" fmla="*/ 61 w 678"/>
              <a:gd name="T3" fmla="*/ 688 h 704"/>
              <a:gd name="T4" fmla="*/ 65 w 678"/>
              <a:gd name="T5" fmla="*/ 699 h 704"/>
              <a:gd name="T6" fmla="*/ 76 w 678"/>
              <a:gd name="T7" fmla="*/ 703 h 704"/>
              <a:gd name="T8" fmla="*/ 251 w 678"/>
              <a:gd name="T9" fmla="*/ 703 h 704"/>
              <a:gd name="T10" fmla="*/ 261 w 678"/>
              <a:gd name="T11" fmla="*/ 699 h 704"/>
              <a:gd name="T12" fmla="*/ 265 w 678"/>
              <a:gd name="T13" fmla="*/ 688 h 704"/>
              <a:gd name="T14" fmla="*/ 265 w 678"/>
              <a:gd name="T15" fmla="*/ 440 h 704"/>
              <a:gd name="T16" fmla="*/ 412 w 678"/>
              <a:gd name="T17" fmla="*/ 440 h 704"/>
              <a:gd name="T18" fmla="*/ 412 w 678"/>
              <a:gd name="T19" fmla="*/ 688 h 704"/>
              <a:gd name="T20" fmla="*/ 416 w 678"/>
              <a:gd name="T21" fmla="*/ 699 h 704"/>
              <a:gd name="T22" fmla="*/ 427 w 678"/>
              <a:gd name="T23" fmla="*/ 703 h 704"/>
              <a:gd name="T24" fmla="*/ 603 w 678"/>
              <a:gd name="T25" fmla="*/ 703 h 704"/>
              <a:gd name="T26" fmla="*/ 612 w 678"/>
              <a:gd name="T27" fmla="*/ 699 h 704"/>
              <a:gd name="T28" fmla="*/ 617 w 678"/>
              <a:gd name="T29" fmla="*/ 688 h 704"/>
              <a:gd name="T30" fmla="*/ 617 w 678"/>
              <a:gd name="T31" fmla="*/ 315 h 704"/>
              <a:gd name="T32" fmla="*/ 651 w 678"/>
              <a:gd name="T33" fmla="*/ 348 h 704"/>
              <a:gd name="T34" fmla="*/ 671 w 678"/>
              <a:gd name="T35" fmla="*/ 348 h 704"/>
              <a:gd name="T36" fmla="*/ 671 w 678"/>
              <a:gd name="T37" fmla="*/ 327 h 704"/>
              <a:gd name="T38" fmla="*/ 671 w 678"/>
              <a:gd name="T39" fmla="*/ 327 h 704"/>
              <a:gd name="T40" fmla="*/ 349 w 678"/>
              <a:gd name="T41" fmla="*/ 5 h 704"/>
              <a:gd name="T42" fmla="*/ 339 w 678"/>
              <a:gd name="T43" fmla="*/ 0 h 704"/>
              <a:gd name="T44" fmla="*/ 328 w 678"/>
              <a:gd name="T45" fmla="*/ 5 h 704"/>
              <a:gd name="T46" fmla="*/ 7 w 678"/>
              <a:gd name="T47" fmla="*/ 327 h 704"/>
              <a:gd name="T48" fmla="*/ 7 w 678"/>
              <a:gd name="T49" fmla="*/ 348 h 704"/>
              <a:gd name="T50" fmla="*/ 28 w 678"/>
              <a:gd name="T51" fmla="*/ 348 h 704"/>
              <a:gd name="T52" fmla="*/ 61 w 678"/>
              <a:gd name="T53" fmla="*/ 315 h 704"/>
              <a:gd name="T54" fmla="*/ 61 w 678"/>
              <a:gd name="T55" fmla="*/ 688 h 704"/>
              <a:gd name="T56" fmla="*/ 339 w 678"/>
              <a:gd name="T57" fmla="*/ 36 h 704"/>
              <a:gd name="T58" fmla="*/ 339 w 678"/>
              <a:gd name="T59" fmla="*/ 36 h 704"/>
              <a:gd name="T60" fmla="*/ 588 w 678"/>
              <a:gd name="T61" fmla="*/ 285 h 704"/>
              <a:gd name="T62" fmla="*/ 588 w 678"/>
              <a:gd name="T63" fmla="*/ 674 h 704"/>
              <a:gd name="T64" fmla="*/ 441 w 678"/>
              <a:gd name="T65" fmla="*/ 674 h 704"/>
              <a:gd name="T66" fmla="*/ 441 w 678"/>
              <a:gd name="T67" fmla="*/ 425 h 704"/>
              <a:gd name="T68" fmla="*/ 437 w 678"/>
              <a:gd name="T69" fmla="*/ 415 h 704"/>
              <a:gd name="T70" fmla="*/ 427 w 678"/>
              <a:gd name="T71" fmla="*/ 411 h 704"/>
              <a:gd name="T72" fmla="*/ 251 w 678"/>
              <a:gd name="T73" fmla="*/ 411 h 704"/>
              <a:gd name="T74" fmla="*/ 240 w 678"/>
              <a:gd name="T75" fmla="*/ 415 h 704"/>
              <a:gd name="T76" fmla="*/ 236 w 678"/>
              <a:gd name="T77" fmla="*/ 425 h 704"/>
              <a:gd name="T78" fmla="*/ 236 w 678"/>
              <a:gd name="T79" fmla="*/ 674 h 704"/>
              <a:gd name="T80" fmla="*/ 89 w 678"/>
              <a:gd name="T81" fmla="*/ 674 h 704"/>
              <a:gd name="T82" fmla="*/ 89 w 678"/>
              <a:gd name="T83" fmla="*/ 285 h 704"/>
              <a:gd name="T84" fmla="*/ 339 w 678"/>
              <a:gd name="T85" fmla="*/ 3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8" h="704">
                <a:moveTo>
                  <a:pt x="61" y="688"/>
                </a:moveTo>
                <a:lnTo>
                  <a:pt x="61" y="688"/>
                </a:lnTo>
                <a:cubicBezTo>
                  <a:pt x="61" y="692"/>
                  <a:pt x="62" y="696"/>
                  <a:pt x="65" y="699"/>
                </a:cubicBezTo>
                <a:cubicBezTo>
                  <a:pt x="67" y="702"/>
                  <a:pt x="72" y="703"/>
                  <a:pt x="76" y="703"/>
                </a:cubicBezTo>
                <a:cubicBezTo>
                  <a:pt x="251" y="703"/>
                  <a:pt x="251" y="703"/>
                  <a:pt x="251" y="703"/>
                </a:cubicBezTo>
                <a:cubicBezTo>
                  <a:pt x="256" y="703"/>
                  <a:pt x="258" y="702"/>
                  <a:pt x="261" y="699"/>
                </a:cubicBezTo>
                <a:cubicBezTo>
                  <a:pt x="264" y="696"/>
                  <a:pt x="265" y="692"/>
                  <a:pt x="265" y="688"/>
                </a:cubicBezTo>
                <a:cubicBezTo>
                  <a:pt x="265" y="440"/>
                  <a:pt x="265" y="440"/>
                  <a:pt x="265" y="440"/>
                </a:cubicBezTo>
                <a:cubicBezTo>
                  <a:pt x="412" y="440"/>
                  <a:pt x="412" y="440"/>
                  <a:pt x="412" y="440"/>
                </a:cubicBezTo>
                <a:cubicBezTo>
                  <a:pt x="412" y="688"/>
                  <a:pt x="412" y="688"/>
                  <a:pt x="412" y="688"/>
                </a:cubicBezTo>
                <a:cubicBezTo>
                  <a:pt x="412" y="692"/>
                  <a:pt x="413" y="696"/>
                  <a:pt x="416" y="699"/>
                </a:cubicBezTo>
                <a:cubicBezTo>
                  <a:pt x="419" y="702"/>
                  <a:pt x="423" y="703"/>
                  <a:pt x="427" y="703"/>
                </a:cubicBezTo>
                <a:cubicBezTo>
                  <a:pt x="603" y="703"/>
                  <a:pt x="603" y="703"/>
                  <a:pt x="603" y="703"/>
                </a:cubicBezTo>
                <a:cubicBezTo>
                  <a:pt x="607" y="703"/>
                  <a:pt x="610" y="702"/>
                  <a:pt x="612" y="699"/>
                </a:cubicBezTo>
                <a:cubicBezTo>
                  <a:pt x="615" y="696"/>
                  <a:pt x="617" y="692"/>
                  <a:pt x="617" y="688"/>
                </a:cubicBezTo>
                <a:cubicBezTo>
                  <a:pt x="617" y="315"/>
                  <a:pt x="617" y="315"/>
                  <a:pt x="617" y="315"/>
                </a:cubicBezTo>
                <a:cubicBezTo>
                  <a:pt x="651" y="348"/>
                  <a:pt x="651" y="348"/>
                  <a:pt x="651" y="348"/>
                </a:cubicBezTo>
                <a:cubicBezTo>
                  <a:pt x="656" y="353"/>
                  <a:pt x="666" y="353"/>
                  <a:pt x="671" y="348"/>
                </a:cubicBezTo>
                <a:cubicBezTo>
                  <a:pt x="677" y="342"/>
                  <a:pt x="677" y="333"/>
                  <a:pt x="671" y="327"/>
                </a:cubicBezTo>
                <a:lnTo>
                  <a:pt x="671" y="327"/>
                </a:lnTo>
                <a:cubicBezTo>
                  <a:pt x="349" y="5"/>
                  <a:pt x="349" y="5"/>
                  <a:pt x="349" y="5"/>
                </a:cubicBezTo>
                <a:cubicBezTo>
                  <a:pt x="346" y="2"/>
                  <a:pt x="343" y="0"/>
                  <a:pt x="339" y="0"/>
                </a:cubicBezTo>
                <a:cubicBezTo>
                  <a:pt x="335" y="0"/>
                  <a:pt x="331" y="2"/>
                  <a:pt x="328" y="5"/>
                </a:cubicBezTo>
                <a:cubicBezTo>
                  <a:pt x="7" y="327"/>
                  <a:pt x="7" y="327"/>
                  <a:pt x="7" y="327"/>
                </a:cubicBezTo>
                <a:cubicBezTo>
                  <a:pt x="0" y="333"/>
                  <a:pt x="0" y="342"/>
                  <a:pt x="7" y="348"/>
                </a:cubicBezTo>
                <a:cubicBezTo>
                  <a:pt x="13" y="353"/>
                  <a:pt x="21" y="353"/>
                  <a:pt x="28" y="348"/>
                </a:cubicBezTo>
                <a:cubicBezTo>
                  <a:pt x="61" y="315"/>
                  <a:pt x="61" y="315"/>
                  <a:pt x="61" y="315"/>
                </a:cubicBezTo>
                <a:lnTo>
                  <a:pt x="61" y="688"/>
                </a:lnTo>
                <a:close/>
                <a:moveTo>
                  <a:pt x="339" y="36"/>
                </a:moveTo>
                <a:lnTo>
                  <a:pt x="339" y="36"/>
                </a:lnTo>
                <a:cubicBezTo>
                  <a:pt x="588" y="285"/>
                  <a:pt x="588" y="285"/>
                  <a:pt x="588" y="285"/>
                </a:cubicBezTo>
                <a:cubicBezTo>
                  <a:pt x="588" y="674"/>
                  <a:pt x="588" y="674"/>
                  <a:pt x="588" y="674"/>
                </a:cubicBezTo>
                <a:cubicBezTo>
                  <a:pt x="441" y="674"/>
                  <a:pt x="441" y="674"/>
                  <a:pt x="441" y="674"/>
                </a:cubicBezTo>
                <a:cubicBezTo>
                  <a:pt x="441" y="425"/>
                  <a:pt x="441" y="425"/>
                  <a:pt x="441" y="425"/>
                </a:cubicBezTo>
                <a:cubicBezTo>
                  <a:pt x="441" y="422"/>
                  <a:pt x="439" y="418"/>
                  <a:pt x="437" y="415"/>
                </a:cubicBezTo>
                <a:cubicBezTo>
                  <a:pt x="434" y="412"/>
                  <a:pt x="431" y="411"/>
                  <a:pt x="427" y="411"/>
                </a:cubicBezTo>
                <a:cubicBezTo>
                  <a:pt x="251" y="411"/>
                  <a:pt x="251" y="411"/>
                  <a:pt x="251" y="411"/>
                </a:cubicBezTo>
                <a:cubicBezTo>
                  <a:pt x="247" y="411"/>
                  <a:pt x="243" y="412"/>
                  <a:pt x="240" y="415"/>
                </a:cubicBezTo>
                <a:cubicBezTo>
                  <a:pt x="238" y="418"/>
                  <a:pt x="236" y="422"/>
                  <a:pt x="236" y="425"/>
                </a:cubicBezTo>
                <a:cubicBezTo>
                  <a:pt x="236" y="674"/>
                  <a:pt x="236" y="674"/>
                  <a:pt x="236" y="674"/>
                </a:cubicBezTo>
                <a:cubicBezTo>
                  <a:pt x="89" y="674"/>
                  <a:pt x="89" y="674"/>
                  <a:pt x="89" y="674"/>
                </a:cubicBezTo>
                <a:cubicBezTo>
                  <a:pt x="89" y="285"/>
                  <a:pt x="89" y="285"/>
                  <a:pt x="89" y="285"/>
                </a:cubicBezTo>
                <a:lnTo>
                  <a:pt x="339" y="36"/>
                </a:lnTo>
                <a:close/>
              </a:path>
            </a:pathLst>
          </a:custGeom>
          <a:solidFill>
            <a:schemeClr val="tx2"/>
          </a:solidFill>
          <a:ln>
            <a:noFill/>
          </a:ln>
          <a:effectLst/>
        </p:spPr>
        <p:txBody>
          <a:bodyPr wrap="none" anchor="ctr"/>
          <a:lstStyle/>
          <a:p>
            <a:endParaRPr lang="da-DK"/>
          </a:p>
        </p:txBody>
      </p:sp>
      <p:grpSp>
        <p:nvGrpSpPr>
          <p:cNvPr id="435" name="Group 438">
            <a:extLst>
              <a:ext uri="{FF2B5EF4-FFF2-40B4-BE49-F238E27FC236}">
                <a16:creationId xmlns:a16="http://schemas.microsoft.com/office/drawing/2014/main" id="{65B868F3-7026-0039-DD43-D24376AC462B}"/>
              </a:ext>
            </a:extLst>
          </p:cNvPr>
          <p:cNvGrpSpPr/>
          <p:nvPr/>
        </p:nvGrpSpPr>
        <p:grpSpPr>
          <a:xfrm>
            <a:off x="6267574" y="866403"/>
            <a:ext cx="252412" cy="254000"/>
            <a:chOff x="5126038" y="1195388"/>
            <a:chExt cx="252412" cy="254000"/>
          </a:xfrm>
          <a:solidFill>
            <a:schemeClr val="tx2"/>
          </a:solidFill>
        </p:grpSpPr>
        <p:sp>
          <p:nvSpPr>
            <p:cNvPr id="436" name="Freeform 362">
              <a:extLst>
                <a:ext uri="{FF2B5EF4-FFF2-40B4-BE49-F238E27FC236}">
                  <a16:creationId xmlns:a16="http://schemas.microsoft.com/office/drawing/2014/main" id="{EB409B63-26C4-3867-BC37-04C45C8A9E7B}"/>
                </a:ext>
              </a:extLst>
            </p:cNvPr>
            <p:cNvSpPr>
              <a:spLocks noChangeArrowheads="1"/>
            </p:cNvSpPr>
            <p:nvPr/>
          </p:nvSpPr>
          <p:spPr bwMode="auto">
            <a:xfrm>
              <a:off x="5176838" y="1247775"/>
              <a:ext cx="149225" cy="149225"/>
            </a:xfrm>
            <a:custGeom>
              <a:avLst/>
              <a:gdLst>
                <a:gd name="T0" fmla="*/ 7 w 414"/>
                <a:gd name="T1" fmla="*/ 407 h 414"/>
                <a:gd name="T2" fmla="*/ 7 w 414"/>
                <a:gd name="T3" fmla="*/ 407 h 414"/>
                <a:gd name="T4" fmla="*/ 27 w 414"/>
                <a:gd name="T5" fmla="*/ 407 h 414"/>
                <a:gd name="T6" fmla="*/ 207 w 414"/>
                <a:gd name="T7" fmla="*/ 227 h 414"/>
                <a:gd name="T8" fmla="*/ 387 w 414"/>
                <a:gd name="T9" fmla="*/ 407 h 414"/>
                <a:gd name="T10" fmla="*/ 407 w 414"/>
                <a:gd name="T11" fmla="*/ 407 h 414"/>
                <a:gd name="T12" fmla="*/ 407 w 414"/>
                <a:gd name="T13" fmla="*/ 387 h 414"/>
                <a:gd name="T14" fmla="*/ 228 w 414"/>
                <a:gd name="T15" fmla="*/ 205 h 414"/>
                <a:gd name="T16" fmla="*/ 407 w 414"/>
                <a:gd name="T17" fmla="*/ 26 h 414"/>
                <a:gd name="T18" fmla="*/ 407 w 414"/>
                <a:gd name="T19" fmla="*/ 5 h 414"/>
                <a:gd name="T20" fmla="*/ 387 w 414"/>
                <a:gd name="T21" fmla="*/ 5 h 414"/>
                <a:gd name="T22" fmla="*/ 207 w 414"/>
                <a:gd name="T23" fmla="*/ 185 h 414"/>
                <a:gd name="T24" fmla="*/ 27 w 414"/>
                <a:gd name="T25" fmla="*/ 5 h 414"/>
                <a:gd name="T26" fmla="*/ 7 w 414"/>
                <a:gd name="T27" fmla="*/ 5 h 414"/>
                <a:gd name="T28" fmla="*/ 7 w 414"/>
                <a:gd name="T29" fmla="*/ 26 h 414"/>
                <a:gd name="T30" fmla="*/ 186 w 414"/>
                <a:gd name="T31" fmla="*/ 205 h 414"/>
                <a:gd name="T32" fmla="*/ 7 w 414"/>
                <a:gd name="T33" fmla="*/ 387 h 414"/>
                <a:gd name="T34" fmla="*/ 7 w 414"/>
                <a:gd name="T35" fmla="*/ 407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4" h="414">
                  <a:moveTo>
                    <a:pt x="7" y="407"/>
                  </a:moveTo>
                  <a:lnTo>
                    <a:pt x="7" y="407"/>
                  </a:lnTo>
                  <a:cubicBezTo>
                    <a:pt x="12" y="413"/>
                    <a:pt x="20" y="413"/>
                    <a:pt x="27" y="407"/>
                  </a:cubicBezTo>
                  <a:cubicBezTo>
                    <a:pt x="207" y="227"/>
                    <a:pt x="207" y="227"/>
                    <a:pt x="207" y="227"/>
                  </a:cubicBezTo>
                  <a:cubicBezTo>
                    <a:pt x="387" y="407"/>
                    <a:pt x="387" y="407"/>
                    <a:pt x="387" y="407"/>
                  </a:cubicBezTo>
                  <a:cubicBezTo>
                    <a:pt x="392" y="413"/>
                    <a:pt x="402" y="413"/>
                    <a:pt x="407" y="407"/>
                  </a:cubicBezTo>
                  <a:cubicBezTo>
                    <a:pt x="413" y="400"/>
                    <a:pt x="413" y="392"/>
                    <a:pt x="407" y="387"/>
                  </a:cubicBezTo>
                  <a:cubicBezTo>
                    <a:pt x="228" y="205"/>
                    <a:pt x="228" y="205"/>
                    <a:pt x="228" y="205"/>
                  </a:cubicBezTo>
                  <a:cubicBezTo>
                    <a:pt x="407" y="26"/>
                    <a:pt x="407" y="26"/>
                    <a:pt x="407" y="26"/>
                  </a:cubicBezTo>
                  <a:cubicBezTo>
                    <a:pt x="413" y="20"/>
                    <a:pt x="413" y="11"/>
                    <a:pt x="407" y="5"/>
                  </a:cubicBezTo>
                  <a:cubicBezTo>
                    <a:pt x="402" y="0"/>
                    <a:pt x="392" y="0"/>
                    <a:pt x="387" y="5"/>
                  </a:cubicBezTo>
                  <a:cubicBezTo>
                    <a:pt x="207" y="185"/>
                    <a:pt x="207" y="185"/>
                    <a:pt x="207" y="185"/>
                  </a:cubicBezTo>
                  <a:cubicBezTo>
                    <a:pt x="27" y="5"/>
                    <a:pt x="27" y="5"/>
                    <a:pt x="27" y="5"/>
                  </a:cubicBezTo>
                  <a:cubicBezTo>
                    <a:pt x="20" y="0"/>
                    <a:pt x="12" y="0"/>
                    <a:pt x="7" y="5"/>
                  </a:cubicBezTo>
                  <a:cubicBezTo>
                    <a:pt x="0" y="11"/>
                    <a:pt x="0" y="20"/>
                    <a:pt x="7" y="26"/>
                  </a:cubicBezTo>
                  <a:cubicBezTo>
                    <a:pt x="186" y="205"/>
                    <a:pt x="186" y="205"/>
                    <a:pt x="186" y="205"/>
                  </a:cubicBezTo>
                  <a:cubicBezTo>
                    <a:pt x="7" y="387"/>
                    <a:pt x="7" y="387"/>
                    <a:pt x="7" y="387"/>
                  </a:cubicBezTo>
                  <a:cubicBezTo>
                    <a:pt x="0" y="392"/>
                    <a:pt x="0" y="400"/>
                    <a:pt x="7" y="4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7" name="Freeform 363">
              <a:extLst>
                <a:ext uri="{FF2B5EF4-FFF2-40B4-BE49-F238E27FC236}">
                  <a16:creationId xmlns:a16="http://schemas.microsoft.com/office/drawing/2014/main" id="{A2C5C3BC-40FC-5FBA-0E9B-9562C4404F8F}"/>
                </a:ext>
              </a:extLst>
            </p:cNvPr>
            <p:cNvSpPr>
              <a:spLocks noChangeArrowheads="1"/>
            </p:cNvSpPr>
            <p:nvPr/>
          </p:nvSpPr>
          <p:spPr bwMode="auto">
            <a:xfrm>
              <a:off x="5126038" y="1195388"/>
              <a:ext cx="252412" cy="254000"/>
            </a:xfrm>
            <a:custGeom>
              <a:avLst/>
              <a:gdLst>
                <a:gd name="T0" fmla="*/ 351 w 703"/>
                <a:gd name="T1" fmla="*/ 703 h 704"/>
                <a:gd name="T2" fmla="*/ 351 w 703"/>
                <a:gd name="T3" fmla="*/ 703 h 704"/>
                <a:gd name="T4" fmla="*/ 702 w 703"/>
                <a:gd name="T5" fmla="*/ 351 h 704"/>
                <a:gd name="T6" fmla="*/ 351 w 703"/>
                <a:gd name="T7" fmla="*/ 0 h 704"/>
                <a:gd name="T8" fmla="*/ 0 w 703"/>
                <a:gd name="T9" fmla="*/ 351 h 704"/>
                <a:gd name="T10" fmla="*/ 351 w 703"/>
                <a:gd name="T11" fmla="*/ 703 h 704"/>
                <a:gd name="T12" fmla="*/ 123 w 703"/>
                <a:gd name="T13" fmla="*/ 124 h 704"/>
                <a:gd name="T14" fmla="*/ 123 w 703"/>
                <a:gd name="T15" fmla="*/ 124 h 704"/>
                <a:gd name="T16" fmla="*/ 351 w 703"/>
                <a:gd name="T17" fmla="*/ 30 h 704"/>
                <a:gd name="T18" fmla="*/ 579 w 703"/>
                <a:gd name="T19" fmla="*/ 124 h 704"/>
                <a:gd name="T20" fmla="*/ 672 w 703"/>
                <a:gd name="T21" fmla="*/ 351 h 704"/>
                <a:gd name="T22" fmla="*/ 579 w 703"/>
                <a:gd name="T23" fmla="*/ 579 h 704"/>
                <a:gd name="T24" fmla="*/ 351 w 703"/>
                <a:gd name="T25" fmla="*/ 674 h 704"/>
                <a:gd name="T26" fmla="*/ 123 w 703"/>
                <a:gd name="T27" fmla="*/ 579 h 704"/>
                <a:gd name="T28" fmla="*/ 28 w 703"/>
                <a:gd name="T29" fmla="*/ 351 h 704"/>
                <a:gd name="T30" fmla="*/ 123 w 703"/>
                <a:gd name="T31" fmla="*/ 1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3" h="704">
                  <a:moveTo>
                    <a:pt x="351" y="703"/>
                  </a:moveTo>
                  <a:lnTo>
                    <a:pt x="351" y="703"/>
                  </a:lnTo>
                  <a:cubicBezTo>
                    <a:pt x="545" y="703"/>
                    <a:pt x="702" y="546"/>
                    <a:pt x="702" y="351"/>
                  </a:cubicBezTo>
                  <a:cubicBezTo>
                    <a:pt x="702" y="158"/>
                    <a:pt x="545" y="0"/>
                    <a:pt x="351" y="0"/>
                  </a:cubicBezTo>
                  <a:cubicBezTo>
                    <a:pt x="156" y="0"/>
                    <a:pt x="0" y="158"/>
                    <a:pt x="0" y="351"/>
                  </a:cubicBezTo>
                  <a:cubicBezTo>
                    <a:pt x="0" y="546"/>
                    <a:pt x="156" y="703"/>
                    <a:pt x="351" y="703"/>
                  </a:cubicBezTo>
                  <a:close/>
                  <a:moveTo>
                    <a:pt x="123" y="124"/>
                  </a:moveTo>
                  <a:lnTo>
                    <a:pt x="123" y="124"/>
                  </a:lnTo>
                  <a:cubicBezTo>
                    <a:pt x="181" y="66"/>
                    <a:pt x="262" y="30"/>
                    <a:pt x="351" y="30"/>
                  </a:cubicBezTo>
                  <a:cubicBezTo>
                    <a:pt x="440" y="30"/>
                    <a:pt x="520" y="66"/>
                    <a:pt x="579" y="124"/>
                  </a:cubicBezTo>
                  <a:cubicBezTo>
                    <a:pt x="637" y="183"/>
                    <a:pt x="672" y="264"/>
                    <a:pt x="672" y="351"/>
                  </a:cubicBezTo>
                  <a:cubicBezTo>
                    <a:pt x="672" y="441"/>
                    <a:pt x="637" y="522"/>
                    <a:pt x="579" y="579"/>
                  </a:cubicBezTo>
                  <a:cubicBezTo>
                    <a:pt x="520" y="638"/>
                    <a:pt x="440" y="674"/>
                    <a:pt x="351" y="674"/>
                  </a:cubicBezTo>
                  <a:cubicBezTo>
                    <a:pt x="262" y="674"/>
                    <a:pt x="181" y="638"/>
                    <a:pt x="123" y="579"/>
                  </a:cubicBezTo>
                  <a:cubicBezTo>
                    <a:pt x="64" y="522"/>
                    <a:pt x="28" y="441"/>
                    <a:pt x="28" y="351"/>
                  </a:cubicBezTo>
                  <a:cubicBezTo>
                    <a:pt x="28" y="264"/>
                    <a:pt x="64" y="183"/>
                    <a:pt x="123"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8" name="Freeform 366">
            <a:extLst>
              <a:ext uri="{FF2B5EF4-FFF2-40B4-BE49-F238E27FC236}">
                <a16:creationId xmlns:a16="http://schemas.microsoft.com/office/drawing/2014/main" id="{CA96B3D4-DB6C-EB55-9C80-2784083D1220}"/>
              </a:ext>
            </a:extLst>
          </p:cNvPr>
          <p:cNvSpPr>
            <a:spLocks noChangeArrowheads="1"/>
          </p:cNvSpPr>
          <p:nvPr/>
        </p:nvSpPr>
        <p:spPr bwMode="auto">
          <a:xfrm>
            <a:off x="7310561" y="882278"/>
            <a:ext cx="222250" cy="222250"/>
          </a:xfrm>
          <a:custGeom>
            <a:avLst/>
            <a:gdLst>
              <a:gd name="T0" fmla="*/ 13 w 616"/>
              <a:gd name="T1" fmla="*/ 323 h 616"/>
              <a:gd name="T2" fmla="*/ 13 w 616"/>
              <a:gd name="T3" fmla="*/ 323 h 616"/>
              <a:gd name="T4" fmla="*/ 292 w 616"/>
              <a:gd name="T5" fmla="*/ 323 h 616"/>
              <a:gd name="T6" fmla="*/ 292 w 616"/>
              <a:gd name="T7" fmla="*/ 600 h 616"/>
              <a:gd name="T8" fmla="*/ 307 w 616"/>
              <a:gd name="T9" fmla="*/ 615 h 616"/>
              <a:gd name="T10" fmla="*/ 321 w 616"/>
              <a:gd name="T11" fmla="*/ 600 h 616"/>
              <a:gd name="T12" fmla="*/ 321 w 616"/>
              <a:gd name="T13" fmla="*/ 323 h 616"/>
              <a:gd name="T14" fmla="*/ 600 w 616"/>
              <a:gd name="T15" fmla="*/ 323 h 616"/>
              <a:gd name="T16" fmla="*/ 615 w 616"/>
              <a:gd name="T17" fmla="*/ 308 h 616"/>
              <a:gd name="T18" fmla="*/ 600 w 616"/>
              <a:gd name="T19" fmla="*/ 292 h 616"/>
              <a:gd name="T20" fmla="*/ 321 w 616"/>
              <a:gd name="T21" fmla="*/ 292 h 616"/>
              <a:gd name="T22" fmla="*/ 321 w 616"/>
              <a:gd name="T23" fmla="*/ 15 h 616"/>
              <a:gd name="T24" fmla="*/ 307 w 616"/>
              <a:gd name="T25" fmla="*/ 0 h 616"/>
              <a:gd name="T26" fmla="*/ 292 w 616"/>
              <a:gd name="T27" fmla="*/ 15 h 616"/>
              <a:gd name="T28" fmla="*/ 292 w 616"/>
              <a:gd name="T29" fmla="*/ 292 h 616"/>
              <a:gd name="T30" fmla="*/ 13 w 616"/>
              <a:gd name="T31" fmla="*/ 292 h 616"/>
              <a:gd name="T32" fmla="*/ 0 w 616"/>
              <a:gd name="T33" fmla="*/ 308 h 616"/>
              <a:gd name="T34" fmla="*/ 13 w 616"/>
              <a:gd name="T35" fmla="*/ 323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6" h="616">
                <a:moveTo>
                  <a:pt x="13" y="323"/>
                </a:moveTo>
                <a:lnTo>
                  <a:pt x="13" y="323"/>
                </a:lnTo>
                <a:cubicBezTo>
                  <a:pt x="292" y="323"/>
                  <a:pt x="292" y="323"/>
                  <a:pt x="292" y="323"/>
                </a:cubicBezTo>
                <a:cubicBezTo>
                  <a:pt x="292" y="600"/>
                  <a:pt x="292" y="600"/>
                  <a:pt x="292" y="600"/>
                </a:cubicBezTo>
                <a:cubicBezTo>
                  <a:pt x="292" y="608"/>
                  <a:pt x="299" y="615"/>
                  <a:pt x="307" y="615"/>
                </a:cubicBezTo>
                <a:cubicBezTo>
                  <a:pt x="315" y="615"/>
                  <a:pt x="321" y="608"/>
                  <a:pt x="321" y="600"/>
                </a:cubicBezTo>
                <a:cubicBezTo>
                  <a:pt x="321" y="323"/>
                  <a:pt x="321" y="323"/>
                  <a:pt x="321" y="323"/>
                </a:cubicBezTo>
                <a:cubicBezTo>
                  <a:pt x="600" y="323"/>
                  <a:pt x="600" y="323"/>
                  <a:pt x="600" y="323"/>
                </a:cubicBezTo>
                <a:cubicBezTo>
                  <a:pt x="608" y="323"/>
                  <a:pt x="615" y="316"/>
                  <a:pt x="615" y="308"/>
                </a:cubicBezTo>
                <a:cubicBezTo>
                  <a:pt x="615" y="299"/>
                  <a:pt x="608" y="292"/>
                  <a:pt x="600" y="292"/>
                </a:cubicBezTo>
                <a:cubicBezTo>
                  <a:pt x="321" y="292"/>
                  <a:pt x="321" y="292"/>
                  <a:pt x="321" y="292"/>
                </a:cubicBezTo>
                <a:cubicBezTo>
                  <a:pt x="321" y="15"/>
                  <a:pt x="321" y="15"/>
                  <a:pt x="321" y="15"/>
                </a:cubicBezTo>
                <a:cubicBezTo>
                  <a:pt x="321" y="7"/>
                  <a:pt x="315" y="0"/>
                  <a:pt x="307" y="0"/>
                </a:cubicBezTo>
                <a:cubicBezTo>
                  <a:pt x="299" y="0"/>
                  <a:pt x="292" y="7"/>
                  <a:pt x="292" y="15"/>
                </a:cubicBezTo>
                <a:cubicBezTo>
                  <a:pt x="292" y="292"/>
                  <a:pt x="292" y="292"/>
                  <a:pt x="292" y="292"/>
                </a:cubicBezTo>
                <a:cubicBezTo>
                  <a:pt x="13" y="292"/>
                  <a:pt x="13" y="292"/>
                  <a:pt x="13" y="292"/>
                </a:cubicBezTo>
                <a:cubicBezTo>
                  <a:pt x="7" y="292"/>
                  <a:pt x="0" y="299"/>
                  <a:pt x="0" y="308"/>
                </a:cubicBezTo>
                <a:cubicBezTo>
                  <a:pt x="0" y="316"/>
                  <a:pt x="7" y="323"/>
                  <a:pt x="13" y="323"/>
                </a:cubicBezTo>
              </a:path>
            </a:pathLst>
          </a:custGeom>
          <a:solidFill>
            <a:schemeClr val="tx2"/>
          </a:solidFill>
          <a:ln>
            <a:noFill/>
          </a:ln>
          <a:effectLst/>
        </p:spPr>
        <p:txBody>
          <a:bodyPr wrap="none" anchor="ctr"/>
          <a:lstStyle/>
          <a:p>
            <a:endParaRPr lang="da-DK"/>
          </a:p>
        </p:txBody>
      </p:sp>
      <p:grpSp>
        <p:nvGrpSpPr>
          <p:cNvPr id="439" name="Group 442">
            <a:extLst>
              <a:ext uri="{FF2B5EF4-FFF2-40B4-BE49-F238E27FC236}">
                <a16:creationId xmlns:a16="http://schemas.microsoft.com/office/drawing/2014/main" id="{54649B7A-BC02-A2EC-7ADB-6706D3FC2C4A}"/>
              </a:ext>
            </a:extLst>
          </p:cNvPr>
          <p:cNvGrpSpPr/>
          <p:nvPr/>
        </p:nvGrpSpPr>
        <p:grpSpPr>
          <a:xfrm>
            <a:off x="5270624" y="1376784"/>
            <a:ext cx="242887" cy="242888"/>
            <a:chOff x="4129088" y="1717675"/>
            <a:chExt cx="242887" cy="242888"/>
          </a:xfrm>
          <a:solidFill>
            <a:schemeClr val="tx2"/>
          </a:solidFill>
        </p:grpSpPr>
        <p:sp>
          <p:nvSpPr>
            <p:cNvPr id="440" name="Freeform 367">
              <a:extLst>
                <a:ext uri="{FF2B5EF4-FFF2-40B4-BE49-F238E27FC236}">
                  <a16:creationId xmlns:a16="http://schemas.microsoft.com/office/drawing/2014/main" id="{BA376953-578B-681B-3764-04DC297B302B}"/>
                </a:ext>
              </a:extLst>
            </p:cNvPr>
            <p:cNvSpPr>
              <a:spLocks noChangeArrowheads="1"/>
            </p:cNvSpPr>
            <p:nvPr/>
          </p:nvSpPr>
          <p:spPr bwMode="auto">
            <a:xfrm>
              <a:off x="4129088" y="1717675"/>
              <a:ext cx="242887" cy="242888"/>
            </a:xfrm>
            <a:custGeom>
              <a:avLst/>
              <a:gdLst>
                <a:gd name="T0" fmla="*/ 337 w 674"/>
                <a:gd name="T1" fmla="*/ 674 h 675"/>
                <a:gd name="T2" fmla="*/ 337 w 674"/>
                <a:gd name="T3" fmla="*/ 674 h 675"/>
                <a:gd name="T4" fmla="*/ 673 w 674"/>
                <a:gd name="T5" fmla="*/ 337 h 675"/>
                <a:gd name="T6" fmla="*/ 337 w 674"/>
                <a:gd name="T7" fmla="*/ 0 h 675"/>
                <a:gd name="T8" fmla="*/ 0 w 674"/>
                <a:gd name="T9" fmla="*/ 337 h 675"/>
                <a:gd name="T10" fmla="*/ 337 w 674"/>
                <a:gd name="T11" fmla="*/ 674 h 675"/>
                <a:gd name="T12" fmla="*/ 120 w 674"/>
                <a:gd name="T13" fmla="*/ 119 h 675"/>
                <a:gd name="T14" fmla="*/ 120 w 674"/>
                <a:gd name="T15" fmla="*/ 119 h 675"/>
                <a:gd name="T16" fmla="*/ 337 w 674"/>
                <a:gd name="T17" fmla="*/ 30 h 675"/>
                <a:gd name="T18" fmla="*/ 553 w 674"/>
                <a:gd name="T19" fmla="*/ 119 h 675"/>
                <a:gd name="T20" fmla="*/ 644 w 674"/>
                <a:gd name="T21" fmla="*/ 337 h 675"/>
                <a:gd name="T22" fmla="*/ 553 w 674"/>
                <a:gd name="T23" fmla="*/ 554 h 675"/>
                <a:gd name="T24" fmla="*/ 337 w 674"/>
                <a:gd name="T25" fmla="*/ 645 h 675"/>
                <a:gd name="T26" fmla="*/ 120 w 674"/>
                <a:gd name="T27" fmla="*/ 554 h 675"/>
                <a:gd name="T28" fmla="*/ 29 w 674"/>
                <a:gd name="T29" fmla="*/ 337 h 675"/>
                <a:gd name="T30" fmla="*/ 120 w 674"/>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4" h="675">
                  <a:moveTo>
                    <a:pt x="337" y="674"/>
                  </a:moveTo>
                  <a:lnTo>
                    <a:pt x="337" y="674"/>
                  </a:lnTo>
                  <a:cubicBezTo>
                    <a:pt x="523" y="674"/>
                    <a:pt x="673" y="523"/>
                    <a:pt x="673" y="337"/>
                  </a:cubicBezTo>
                  <a:cubicBezTo>
                    <a:pt x="673" y="151"/>
                    <a:pt x="523" y="0"/>
                    <a:pt x="337" y="0"/>
                  </a:cubicBezTo>
                  <a:cubicBezTo>
                    <a:pt x="151" y="0"/>
                    <a:pt x="0" y="151"/>
                    <a:pt x="0" y="337"/>
                  </a:cubicBezTo>
                  <a:cubicBezTo>
                    <a:pt x="0" y="523"/>
                    <a:pt x="151" y="674"/>
                    <a:pt x="337" y="674"/>
                  </a:cubicBezTo>
                  <a:close/>
                  <a:moveTo>
                    <a:pt x="120" y="119"/>
                  </a:moveTo>
                  <a:lnTo>
                    <a:pt x="120" y="119"/>
                  </a:lnTo>
                  <a:cubicBezTo>
                    <a:pt x="175" y="64"/>
                    <a:pt x="251" y="30"/>
                    <a:pt x="337" y="30"/>
                  </a:cubicBezTo>
                  <a:cubicBezTo>
                    <a:pt x="422" y="30"/>
                    <a:pt x="499" y="64"/>
                    <a:pt x="553" y="119"/>
                  </a:cubicBezTo>
                  <a:cubicBezTo>
                    <a:pt x="610" y="175"/>
                    <a:pt x="644" y="252"/>
                    <a:pt x="644" y="337"/>
                  </a:cubicBezTo>
                  <a:cubicBezTo>
                    <a:pt x="644" y="422"/>
                    <a:pt x="610" y="499"/>
                    <a:pt x="553" y="554"/>
                  </a:cubicBezTo>
                  <a:cubicBezTo>
                    <a:pt x="499" y="610"/>
                    <a:pt x="422" y="645"/>
                    <a:pt x="337" y="645"/>
                  </a:cubicBezTo>
                  <a:cubicBezTo>
                    <a:pt x="251" y="645"/>
                    <a:pt x="175" y="610"/>
                    <a:pt x="120" y="554"/>
                  </a:cubicBezTo>
                  <a:cubicBezTo>
                    <a:pt x="63" y="499"/>
                    <a:pt x="29" y="422"/>
                    <a:pt x="29" y="337"/>
                  </a:cubicBezTo>
                  <a:cubicBezTo>
                    <a:pt x="29" y="252"/>
                    <a:pt x="63" y="175"/>
                    <a:pt x="120"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1" name="Freeform 368">
              <a:extLst>
                <a:ext uri="{FF2B5EF4-FFF2-40B4-BE49-F238E27FC236}">
                  <a16:creationId xmlns:a16="http://schemas.microsoft.com/office/drawing/2014/main" id="{BD1C58C2-1B33-A0D6-AB2B-440FC66B353B}"/>
                </a:ext>
              </a:extLst>
            </p:cNvPr>
            <p:cNvSpPr>
              <a:spLocks noChangeArrowheads="1"/>
            </p:cNvSpPr>
            <p:nvPr/>
          </p:nvSpPr>
          <p:spPr bwMode="auto">
            <a:xfrm>
              <a:off x="4160838" y="1749425"/>
              <a:ext cx="179387" cy="179388"/>
            </a:xfrm>
            <a:custGeom>
              <a:avLst/>
              <a:gdLst>
                <a:gd name="T0" fmla="*/ 233 w 498"/>
                <a:gd name="T1" fmla="*/ 484 h 500"/>
                <a:gd name="T2" fmla="*/ 233 w 498"/>
                <a:gd name="T3" fmla="*/ 484 h 500"/>
                <a:gd name="T4" fmla="*/ 249 w 498"/>
                <a:gd name="T5" fmla="*/ 499 h 500"/>
                <a:gd name="T6" fmla="*/ 264 w 498"/>
                <a:gd name="T7" fmla="*/ 484 h 500"/>
                <a:gd name="T8" fmla="*/ 264 w 498"/>
                <a:gd name="T9" fmla="*/ 264 h 500"/>
                <a:gd name="T10" fmla="*/ 483 w 498"/>
                <a:gd name="T11" fmla="*/ 264 h 500"/>
                <a:gd name="T12" fmla="*/ 497 w 498"/>
                <a:gd name="T13" fmla="*/ 250 h 500"/>
                <a:gd name="T14" fmla="*/ 483 w 498"/>
                <a:gd name="T15" fmla="*/ 235 h 500"/>
                <a:gd name="T16" fmla="*/ 264 w 498"/>
                <a:gd name="T17" fmla="*/ 235 h 500"/>
                <a:gd name="T18" fmla="*/ 264 w 498"/>
                <a:gd name="T19" fmla="*/ 16 h 500"/>
                <a:gd name="T20" fmla="*/ 249 w 498"/>
                <a:gd name="T21" fmla="*/ 0 h 500"/>
                <a:gd name="T22" fmla="*/ 233 w 498"/>
                <a:gd name="T23" fmla="*/ 16 h 500"/>
                <a:gd name="T24" fmla="*/ 233 w 498"/>
                <a:gd name="T25" fmla="*/ 235 h 500"/>
                <a:gd name="T26" fmla="*/ 14 w 498"/>
                <a:gd name="T27" fmla="*/ 235 h 500"/>
                <a:gd name="T28" fmla="*/ 0 w 498"/>
                <a:gd name="T29" fmla="*/ 250 h 500"/>
                <a:gd name="T30" fmla="*/ 14 w 498"/>
                <a:gd name="T31" fmla="*/ 264 h 500"/>
                <a:gd name="T32" fmla="*/ 233 w 498"/>
                <a:gd name="T33" fmla="*/ 264 h 500"/>
                <a:gd name="T34" fmla="*/ 233 w 498"/>
                <a:gd name="T35" fmla="*/ 484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98" h="500">
                  <a:moveTo>
                    <a:pt x="233" y="484"/>
                  </a:moveTo>
                  <a:lnTo>
                    <a:pt x="233" y="484"/>
                  </a:lnTo>
                  <a:cubicBezTo>
                    <a:pt x="233" y="492"/>
                    <a:pt x="240" y="499"/>
                    <a:pt x="249" y="499"/>
                  </a:cubicBezTo>
                  <a:cubicBezTo>
                    <a:pt x="257" y="499"/>
                    <a:pt x="264" y="492"/>
                    <a:pt x="264" y="484"/>
                  </a:cubicBezTo>
                  <a:cubicBezTo>
                    <a:pt x="264" y="264"/>
                    <a:pt x="264" y="264"/>
                    <a:pt x="264" y="264"/>
                  </a:cubicBezTo>
                  <a:cubicBezTo>
                    <a:pt x="483" y="264"/>
                    <a:pt x="483" y="264"/>
                    <a:pt x="483" y="264"/>
                  </a:cubicBezTo>
                  <a:cubicBezTo>
                    <a:pt x="492" y="264"/>
                    <a:pt x="497" y="258"/>
                    <a:pt x="497" y="250"/>
                  </a:cubicBezTo>
                  <a:cubicBezTo>
                    <a:pt x="497" y="242"/>
                    <a:pt x="492" y="235"/>
                    <a:pt x="483" y="235"/>
                  </a:cubicBezTo>
                  <a:cubicBezTo>
                    <a:pt x="264" y="235"/>
                    <a:pt x="264" y="235"/>
                    <a:pt x="264" y="235"/>
                  </a:cubicBezTo>
                  <a:cubicBezTo>
                    <a:pt x="264" y="16"/>
                    <a:pt x="264" y="16"/>
                    <a:pt x="264" y="16"/>
                  </a:cubicBezTo>
                  <a:cubicBezTo>
                    <a:pt x="264" y="7"/>
                    <a:pt x="257" y="0"/>
                    <a:pt x="249" y="0"/>
                  </a:cubicBezTo>
                  <a:cubicBezTo>
                    <a:pt x="240" y="0"/>
                    <a:pt x="233" y="7"/>
                    <a:pt x="233" y="16"/>
                  </a:cubicBezTo>
                  <a:cubicBezTo>
                    <a:pt x="233" y="235"/>
                    <a:pt x="233" y="235"/>
                    <a:pt x="233" y="235"/>
                  </a:cubicBezTo>
                  <a:cubicBezTo>
                    <a:pt x="14" y="235"/>
                    <a:pt x="14" y="235"/>
                    <a:pt x="14" y="235"/>
                  </a:cubicBezTo>
                  <a:cubicBezTo>
                    <a:pt x="7" y="235"/>
                    <a:pt x="0" y="242"/>
                    <a:pt x="0" y="250"/>
                  </a:cubicBezTo>
                  <a:cubicBezTo>
                    <a:pt x="0" y="258"/>
                    <a:pt x="7" y="264"/>
                    <a:pt x="14" y="264"/>
                  </a:cubicBezTo>
                  <a:cubicBezTo>
                    <a:pt x="233" y="264"/>
                    <a:pt x="233" y="264"/>
                    <a:pt x="233" y="264"/>
                  </a:cubicBezTo>
                  <a:lnTo>
                    <a:pt x="233" y="4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2" name="Group 445">
            <a:extLst>
              <a:ext uri="{FF2B5EF4-FFF2-40B4-BE49-F238E27FC236}">
                <a16:creationId xmlns:a16="http://schemas.microsoft.com/office/drawing/2014/main" id="{3FEA2FC8-5F77-4A55-E765-795857ABF1DC}"/>
              </a:ext>
            </a:extLst>
          </p:cNvPr>
          <p:cNvGrpSpPr/>
          <p:nvPr/>
        </p:nvGrpSpPr>
        <p:grpSpPr>
          <a:xfrm>
            <a:off x="5453186" y="476672"/>
            <a:ext cx="1476375" cy="138113"/>
            <a:chOff x="4311650" y="809625"/>
            <a:chExt cx="1476375" cy="138113"/>
          </a:xfrm>
          <a:solidFill>
            <a:schemeClr val="tx2"/>
          </a:solidFill>
        </p:grpSpPr>
        <p:sp>
          <p:nvSpPr>
            <p:cNvPr id="443" name="Freeform 369">
              <a:extLst>
                <a:ext uri="{FF2B5EF4-FFF2-40B4-BE49-F238E27FC236}">
                  <a16:creationId xmlns:a16="http://schemas.microsoft.com/office/drawing/2014/main" id="{04B4CBDB-E86F-AB88-921D-12F109FFFB7D}"/>
                </a:ext>
              </a:extLst>
            </p:cNvPr>
            <p:cNvSpPr>
              <a:spLocks noChangeArrowheads="1"/>
            </p:cNvSpPr>
            <p:nvPr/>
          </p:nvSpPr>
          <p:spPr bwMode="auto">
            <a:xfrm>
              <a:off x="4311650" y="811213"/>
              <a:ext cx="79375" cy="133350"/>
            </a:xfrm>
            <a:custGeom>
              <a:avLst/>
              <a:gdLst>
                <a:gd name="T0" fmla="*/ 149 w 219"/>
                <a:gd name="T1" fmla="*/ 362 h 371"/>
                <a:gd name="T2" fmla="*/ 149 w 219"/>
                <a:gd name="T3" fmla="*/ 362 h 371"/>
                <a:gd name="T4" fmla="*/ 186 w 219"/>
                <a:gd name="T5" fmla="*/ 341 h 371"/>
                <a:gd name="T6" fmla="*/ 210 w 219"/>
                <a:gd name="T7" fmla="*/ 307 h 371"/>
                <a:gd name="T8" fmla="*/ 218 w 219"/>
                <a:gd name="T9" fmla="*/ 264 h 371"/>
                <a:gd name="T10" fmla="*/ 213 w 219"/>
                <a:gd name="T11" fmla="*/ 230 h 371"/>
                <a:gd name="T12" fmla="*/ 196 w 219"/>
                <a:gd name="T13" fmla="*/ 202 h 371"/>
                <a:gd name="T14" fmla="*/ 170 w 219"/>
                <a:gd name="T15" fmla="*/ 184 h 371"/>
                <a:gd name="T16" fmla="*/ 136 w 219"/>
                <a:gd name="T17" fmla="*/ 175 h 371"/>
                <a:gd name="T18" fmla="*/ 136 w 219"/>
                <a:gd name="T19" fmla="*/ 173 h 371"/>
                <a:gd name="T20" fmla="*/ 163 w 219"/>
                <a:gd name="T21" fmla="*/ 161 h 371"/>
                <a:gd name="T22" fmla="*/ 184 w 219"/>
                <a:gd name="T23" fmla="*/ 141 h 371"/>
                <a:gd name="T24" fmla="*/ 196 w 219"/>
                <a:gd name="T25" fmla="*/ 116 h 371"/>
                <a:gd name="T26" fmla="*/ 200 w 219"/>
                <a:gd name="T27" fmla="*/ 86 h 371"/>
                <a:gd name="T28" fmla="*/ 193 w 219"/>
                <a:gd name="T29" fmla="*/ 51 h 371"/>
                <a:gd name="T30" fmla="*/ 173 w 219"/>
                <a:gd name="T31" fmla="*/ 24 h 371"/>
                <a:gd name="T32" fmla="*/ 141 w 219"/>
                <a:gd name="T33" fmla="*/ 7 h 371"/>
                <a:gd name="T34" fmla="*/ 100 w 219"/>
                <a:gd name="T35" fmla="*/ 0 h 371"/>
                <a:gd name="T36" fmla="*/ 0 w 219"/>
                <a:gd name="T37" fmla="*/ 0 h 371"/>
                <a:gd name="T38" fmla="*/ 0 w 219"/>
                <a:gd name="T39" fmla="*/ 370 h 371"/>
                <a:gd name="T40" fmla="*/ 103 w 219"/>
                <a:gd name="T41" fmla="*/ 370 h 371"/>
                <a:gd name="T42" fmla="*/ 149 w 219"/>
                <a:gd name="T43" fmla="*/ 362 h 371"/>
                <a:gd name="T44" fmla="*/ 34 w 219"/>
                <a:gd name="T45" fmla="*/ 32 h 371"/>
                <a:gd name="T46" fmla="*/ 34 w 219"/>
                <a:gd name="T47" fmla="*/ 32 h 371"/>
                <a:gd name="T48" fmla="*/ 89 w 219"/>
                <a:gd name="T49" fmla="*/ 32 h 371"/>
                <a:gd name="T50" fmla="*/ 165 w 219"/>
                <a:gd name="T51" fmla="*/ 92 h 371"/>
                <a:gd name="T52" fmla="*/ 158 w 219"/>
                <a:gd name="T53" fmla="*/ 121 h 371"/>
                <a:gd name="T54" fmla="*/ 141 w 219"/>
                <a:gd name="T55" fmla="*/ 145 h 371"/>
                <a:gd name="T56" fmla="*/ 115 w 219"/>
                <a:gd name="T57" fmla="*/ 158 h 371"/>
                <a:gd name="T58" fmla="*/ 82 w 219"/>
                <a:gd name="T59" fmla="*/ 162 h 371"/>
                <a:gd name="T60" fmla="*/ 34 w 219"/>
                <a:gd name="T61" fmla="*/ 162 h 371"/>
                <a:gd name="T62" fmla="*/ 34 w 219"/>
                <a:gd name="T63" fmla="*/ 32 h 371"/>
                <a:gd name="T64" fmla="*/ 34 w 219"/>
                <a:gd name="T65" fmla="*/ 338 h 371"/>
                <a:gd name="T66" fmla="*/ 34 w 219"/>
                <a:gd name="T67" fmla="*/ 338 h 371"/>
                <a:gd name="T68" fmla="*/ 34 w 219"/>
                <a:gd name="T69" fmla="*/ 194 h 371"/>
                <a:gd name="T70" fmla="*/ 86 w 219"/>
                <a:gd name="T71" fmla="*/ 194 h 371"/>
                <a:gd name="T72" fmla="*/ 182 w 219"/>
                <a:gd name="T73" fmla="*/ 265 h 371"/>
                <a:gd name="T74" fmla="*/ 160 w 219"/>
                <a:gd name="T75" fmla="*/ 319 h 371"/>
                <a:gd name="T76" fmla="*/ 97 w 219"/>
                <a:gd name="T77" fmla="*/ 338 h 371"/>
                <a:gd name="T78" fmla="*/ 34 w 219"/>
                <a:gd name="T79"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371">
                  <a:moveTo>
                    <a:pt x="149" y="362"/>
                  </a:moveTo>
                  <a:lnTo>
                    <a:pt x="149" y="362"/>
                  </a:lnTo>
                  <a:cubicBezTo>
                    <a:pt x="163" y="357"/>
                    <a:pt x="176" y="349"/>
                    <a:pt x="186" y="341"/>
                  </a:cubicBezTo>
                  <a:cubicBezTo>
                    <a:pt x="196" y="331"/>
                    <a:pt x="204" y="320"/>
                    <a:pt x="210" y="307"/>
                  </a:cubicBezTo>
                  <a:cubicBezTo>
                    <a:pt x="215" y="294"/>
                    <a:pt x="218" y="279"/>
                    <a:pt x="218" y="264"/>
                  </a:cubicBezTo>
                  <a:cubicBezTo>
                    <a:pt x="218" y="252"/>
                    <a:pt x="217" y="241"/>
                    <a:pt x="213" y="230"/>
                  </a:cubicBezTo>
                  <a:cubicBezTo>
                    <a:pt x="208" y="220"/>
                    <a:pt x="203" y="210"/>
                    <a:pt x="196" y="202"/>
                  </a:cubicBezTo>
                  <a:cubicBezTo>
                    <a:pt x="188" y="195"/>
                    <a:pt x="180" y="189"/>
                    <a:pt x="170" y="184"/>
                  </a:cubicBezTo>
                  <a:cubicBezTo>
                    <a:pt x="159" y="179"/>
                    <a:pt x="148" y="176"/>
                    <a:pt x="136" y="175"/>
                  </a:cubicBezTo>
                  <a:cubicBezTo>
                    <a:pt x="136" y="173"/>
                    <a:pt x="136" y="173"/>
                    <a:pt x="136" y="173"/>
                  </a:cubicBezTo>
                  <a:cubicBezTo>
                    <a:pt x="145" y="171"/>
                    <a:pt x="155" y="167"/>
                    <a:pt x="163" y="161"/>
                  </a:cubicBezTo>
                  <a:cubicBezTo>
                    <a:pt x="171" y="156"/>
                    <a:pt x="178" y="149"/>
                    <a:pt x="184" y="141"/>
                  </a:cubicBezTo>
                  <a:cubicBezTo>
                    <a:pt x="189" y="134"/>
                    <a:pt x="193" y="124"/>
                    <a:pt x="196" y="116"/>
                  </a:cubicBezTo>
                  <a:cubicBezTo>
                    <a:pt x="199" y="106"/>
                    <a:pt x="200" y="97"/>
                    <a:pt x="200" y="86"/>
                  </a:cubicBezTo>
                  <a:cubicBezTo>
                    <a:pt x="200" y="73"/>
                    <a:pt x="197" y="61"/>
                    <a:pt x="193" y="51"/>
                  </a:cubicBezTo>
                  <a:cubicBezTo>
                    <a:pt x="188" y="40"/>
                    <a:pt x="182" y="32"/>
                    <a:pt x="173" y="24"/>
                  </a:cubicBezTo>
                  <a:cubicBezTo>
                    <a:pt x="165" y="17"/>
                    <a:pt x="154" y="11"/>
                    <a:pt x="141" y="7"/>
                  </a:cubicBezTo>
                  <a:cubicBezTo>
                    <a:pt x="130" y="3"/>
                    <a:pt x="115" y="0"/>
                    <a:pt x="100" y="0"/>
                  </a:cubicBezTo>
                  <a:cubicBezTo>
                    <a:pt x="0" y="0"/>
                    <a:pt x="0" y="0"/>
                    <a:pt x="0" y="0"/>
                  </a:cubicBezTo>
                  <a:cubicBezTo>
                    <a:pt x="0" y="370"/>
                    <a:pt x="0" y="370"/>
                    <a:pt x="0" y="370"/>
                  </a:cubicBezTo>
                  <a:cubicBezTo>
                    <a:pt x="103" y="370"/>
                    <a:pt x="103" y="370"/>
                    <a:pt x="103" y="370"/>
                  </a:cubicBezTo>
                  <a:cubicBezTo>
                    <a:pt x="119" y="370"/>
                    <a:pt x="136" y="367"/>
                    <a:pt x="149" y="362"/>
                  </a:cubicBezTo>
                  <a:close/>
                  <a:moveTo>
                    <a:pt x="34" y="32"/>
                  </a:moveTo>
                  <a:lnTo>
                    <a:pt x="34" y="32"/>
                  </a:lnTo>
                  <a:cubicBezTo>
                    <a:pt x="89" y="32"/>
                    <a:pt x="89" y="32"/>
                    <a:pt x="89" y="32"/>
                  </a:cubicBezTo>
                  <a:cubicBezTo>
                    <a:pt x="140" y="32"/>
                    <a:pt x="165" y="53"/>
                    <a:pt x="165" y="92"/>
                  </a:cubicBezTo>
                  <a:cubicBezTo>
                    <a:pt x="165" y="103"/>
                    <a:pt x="162" y="113"/>
                    <a:pt x="158" y="121"/>
                  </a:cubicBezTo>
                  <a:cubicBezTo>
                    <a:pt x="155" y="131"/>
                    <a:pt x="149" y="138"/>
                    <a:pt x="141" y="145"/>
                  </a:cubicBezTo>
                  <a:cubicBezTo>
                    <a:pt x="134" y="150"/>
                    <a:pt x="126" y="154"/>
                    <a:pt x="115" y="158"/>
                  </a:cubicBezTo>
                  <a:cubicBezTo>
                    <a:pt x="105" y="161"/>
                    <a:pt x="95" y="162"/>
                    <a:pt x="82" y="162"/>
                  </a:cubicBezTo>
                  <a:cubicBezTo>
                    <a:pt x="34" y="162"/>
                    <a:pt x="34" y="162"/>
                    <a:pt x="34" y="162"/>
                  </a:cubicBezTo>
                  <a:lnTo>
                    <a:pt x="34" y="32"/>
                  </a:lnTo>
                  <a:close/>
                  <a:moveTo>
                    <a:pt x="34" y="338"/>
                  </a:moveTo>
                  <a:lnTo>
                    <a:pt x="34" y="338"/>
                  </a:lnTo>
                  <a:cubicBezTo>
                    <a:pt x="34" y="194"/>
                    <a:pt x="34" y="194"/>
                    <a:pt x="34" y="194"/>
                  </a:cubicBezTo>
                  <a:cubicBezTo>
                    <a:pt x="86" y="194"/>
                    <a:pt x="86" y="194"/>
                    <a:pt x="86" y="194"/>
                  </a:cubicBezTo>
                  <a:cubicBezTo>
                    <a:pt x="151" y="194"/>
                    <a:pt x="182" y="217"/>
                    <a:pt x="182" y="265"/>
                  </a:cubicBezTo>
                  <a:cubicBezTo>
                    <a:pt x="182" y="289"/>
                    <a:pt x="176" y="307"/>
                    <a:pt x="160" y="319"/>
                  </a:cubicBezTo>
                  <a:cubicBezTo>
                    <a:pt x="145" y="333"/>
                    <a:pt x="125" y="338"/>
                    <a:pt x="97"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4" name="Freeform 370">
              <a:extLst>
                <a:ext uri="{FF2B5EF4-FFF2-40B4-BE49-F238E27FC236}">
                  <a16:creationId xmlns:a16="http://schemas.microsoft.com/office/drawing/2014/main" id="{0A507CAD-3688-1D26-2F54-1ED9AD4023B6}"/>
                </a:ext>
              </a:extLst>
            </p:cNvPr>
            <p:cNvSpPr>
              <a:spLocks noChangeArrowheads="1"/>
            </p:cNvSpPr>
            <p:nvPr/>
          </p:nvSpPr>
          <p:spPr bwMode="auto">
            <a:xfrm>
              <a:off x="4405313" y="811213"/>
              <a:ext cx="112712" cy="133350"/>
            </a:xfrm>
            <a:custGeom>
              <a:avLst/>
              <a:gdLst>
                <a:gd name="T0" fmla="*/ 139 w 315"/>
                <a:gd name="T1" fmla="*/ 0 h 371"/>
                <a:gd name="T2" fmla="*/ 139 w 315"/>
                <a:gd name="T3" fmla="*/ 0 h 371"/>
                <a:gd name="T4" fmla="*/ 0 w 315"/>
                <a:gd name="T5" fmla="*/ 370 h 371"/>
                <a:gd name="T6" fmla="*/ 38 w 315"/>
                <a:gd name="T7" fmla="*/ 370 h 371"/>
                <a:gd name="T8" fmla="*/ 78 w 315"/>
                <a:gd name="T9" fmla="*/ 260 h 371"/>
                <a:gd name="T10" fmla="*/ 236 w 315"/>
                <a:gd name="T11" fmla="*/ 260 h 371"/>
                <a:gd name="T12" fmla="*/ 277 w 315"/>
                <a:gd name="T13" fmla="*/ 370 h 371"/>
                <a:gd name="T14" fmla="*/ 314 w 315"/>
                <a:gd name="T15" fmla="*/ 370 h 371"/>
                <a:gd name="T16" fmla="*/ 174 w 315"/>
                <a:gd name="T17" fmla="*/ 0 h 371"/>
                <a:gd name="T18" fmla="*/ 139 w 315"/>
                <a:gd name="T19" fmla="*/ 0 h 371"/>
                <a:gd name="T20" fmla="*/ 89 w 315"/>
                <a:gd name="T21" fmla="*/ 230 h 371"/>
                <a:gd name="T22" fmla="*/ 89 w 315"/>
                <a:gd name="T23" fmla="*/ 230 h 371"/>
                <a:gd name="T24" fmla="*/ 149 w 315"/>
                <a:gd name="T25" fmla="*/ 65 h 371"/>
                <a:gd name="T26" fmla="*/ 152 w 315"/>
                <a:gd name="T27" fmla="*/ 54 h 371"/>
                <a:gd name="T28" fmla="*/ 156 w 315"/>
                <a:gd name="T29" fmla="*/ 39 h 371"/>
                <a:gd name="T30" fmla="*/ 157 w 315"/>
                <a:gd name="T31" fmla="*/ 39 h 371"/>
                <a:gd name="T32" fmla="*/ 160 w 315"/>
                <a:gd name="T33" fmla="*/ 54 h 371"/>
                <a:gd name="T34" fmla="*/ 164 w 315"/>
                <a:gd name="T35" fmla="*/ 65 h 371"/>
                <a:gd name="T36" fmla="*/ 223 w 315"/>
                <a:gd name="T37" fmla="*/ 230 h 371"/>
                <a:gd name="T38" fmla="*/ 89 w 315"/>
                <a:gd name="T39" fmla="*/ 23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71">
                  <a:moveTo>
                    <a:pt x="139" y="0"/>
                  </a:moveTo>
                  <a:lnTo>
                    <a:pt x="139" y="0"/>
                  </a:lnTo>
                  <a:cubicBezTo>
                    <a:pt x="0" y="370"/>
                    <a:pt x="0" y="370"/>
                    <a:pt x="0" y="370"/>
                  </a:cubicBezTo>
                  <a:cubicBezTo>
                    <a:pt x="38" y="370"/>
                    <a:pt x="38" y="370"/>
                    <a:pt x="38" y="370"/>
                  </a:cubicBezTo>
                  <a:cubicBezTo>
                    <a:pt x="78" y="260"/>
                    <a:pt x="78" y="260"/>
                    <a:pt x="78" y="260"/>
                  </a:cubicBezTo>
                  <a:cubicBezTo>
                    <a:pt x="236" y="260"/>
                    <a:pt x="236" y="260"/>
                    <a:pt x="236" y="260"/>
                  </a:cubicBezTo>
                  <a:cubicBezTo>
                    <a:pt x="277" y="370"/>
                    <a:pt x="277" y="370"/>
                    <a:pt x="277" y="370"/>
                  </a:cubicBezTo>
                  <a:cubicBezTo>
                    <a:pt x="314" y="370"/>
                    <a:pt x="314" y="370"/>
                    <a:pt x="314" y="370"/>
                  </a:cubicBezTo>
                  <a:cubicBezTo>
                    <a:pt x="174" y="0"/>
                    <a:pt x="174" y="0"/>
                    <a:pt x="174" y="0"/>
                  </a:cubicBezTo>
                  <a:lnTo>
                    <a:pt x="139" y="0"/>
                  </a:lnTo>
                  <a:close/>
                  <a:moveTo>
                    <a:pt x="89" y="230"/>
                  </a:moveTo>
                  <a:lnTo>
                    <a:pt x="89" y="230"/>
                  </a:lnTo>
                  <a:cubicBezTo>
                    <a:pt x="149" y="65"/>
                    <a:pt x="149" y="65"/>
                    <a:pt x="149" y="65"/>
                  </a:cubicBezTo>
                  <a:cubicBezTo>
                    <a:pt x="149" y="62"/>
                    <a:pt x="150" y="58"/>
                    <a:pt x="152" y="54"/>
                  </a:cubicBezTo>
                  <a:cubicBezTo>
                    <a:pt x="153" y="50"/>
                    <a:pt x="155" y="44"/>
                    <a:pt x="156" y="39"/>
                  </a:cubicBezTo>
                  <a:cubicBezTo>
                    <a:pt x="157" y="39"/>
                    <a:pt x="157" y="39"/>
                    <a:pt x="157" y="39"/>
                  </a:cubicBezTo>
                  <a:cubicBezTo>
                    <a:pt x="157" y="44"/>
                    <a:pt x="159" y="50"/>
                    <a:pt x="160" y="54"/>
                  </a:cubicBezTo>
                  <a:cubicBezTo>
                    <a:pt x="161" y="58"/>
                    <a:pt x="163" y="62"/>
                    <a:pt x="164" y="65"/>
                  </a:cubicBezTo>
                  <a:cubicBezTo>
                    <a:pt x="223" y="230"/>
                    <a:pt x="223" y="230"/>
                    <a:pt x="223" y="230"/>
                  </a:cubicBezTo>
                  <a:lnTo>
                    <a:pt x="89" y="2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71">
              <a:extLst>
                <a:ext uri="{FF2B5EF4-FFF2-40B4-BE49-F238E27FC236}">
                  <a16:creationId xmlns:a16="http://schemas.microsoft.com/office/drawing/2014/main" id="{8E3DE84F-0C2C-614B-4A97-BD416651C394}"/>
                </a:ext>
              </a:extLst>
            </p:cNvPr>
            <p:cNvSpPr>
              <a:spLocks noChangeArrowheads="1"/>
            </p:cNvSpPr>
            <p:nvPr/>
          </p:nvSpPr>
          <p:spPr bwMode="auto">
            <a:xfrm>
              <a:off x="4533900" y="809625"/>
              <a:ext cx="74613" cy="136525"/>
            </a:xfrm>
            <a:custGeom>
              <a:avLst/>
              <a:gdLst>
                <a:gd name="T0" fmla="*/ 42 w 209"/>
                <a:gd name="T1" fmla="*/ 375 h 381"/>
                <a:gd name="T2" fmla="*/ 42 w 209"/>
                <a:gd name="T3" fmla="*/ 375 h 381"/>
                <a:gd name="T4" fmla="*/ 66 w 209"/>
                <a:gd name="T5" fmla="*/ 379 h 381"/>
                <a:gd name="T6" fmla="*/ 88 w 209"/>
                <a:gd name="T7" fmla="*/ 380 h 381"/>
                <a:gd name="T8" fmla="*/ 136 w 209"/>
                <a:gd name="T9" fmla="*/ 375 h 381"/>
                <a:gd name="T10" fmla="*/ 174 w 209"/>
                <a:gd name="T11" fmla="*/ 357 h 381"/>
                <a:gd name="T12" fmla="*/ 200 w 209"/>
                <a:gd name="T13" fmla="*/ 325 h 381"/>
                <a:gd name="T14" fmla="*/ 208 w 209"/>
                <a:gd name="T15" fmla="*/ 283 h 381"/>
                <a:gd name="T16" fmla="*/ 203 w 209"/>
                <a:gd name="T17" fmla="*/ 251 h 381"/>
                <a:gd name="T18" fmla="*/ 186 w 209"/>
                <a:gd name="T19" fmla="*/ 225 h 381"/>
                <a:gd name="T20" fmla="*/ 158 w 209"/>
                <a:gd name="T21" fmla="*/ 200 h 381"/>
                <a:gd name="T22" fmla="*/ 116 w 209"/>
                <a:gd name="T23" fmla="*/ 176 h 381"/>
                <a:gd name="T24" fmla="*/ 79 w 209"/>
                <a:gd name="T25" fmla="*/ 155 h 381"/>
                <a:gd name="T26" fmla="*/ 55 w 209"/>
                <a:gd name="T27" fmla="*/ 137 h 381"/>
                <a:gd name="T28" fmla="*/ 41 w 209"/>
                <a:gd name="T29" fmla="*/ 117 h 381"/>
                <a:gd name="T30" fmla="*/ 37 w 209"/>
                <a:gd name="T31" fmla="*/ 92 h 381"/>
                <a:gd name="T32" fmla="*/ 44 w 209"/>
                <a:gd name="T33" fmla="*/ 66 h 381"/>
                <a:gd name="T34" fmla="*/ 60 w 209"/>
                <a:gd name="T35" fmla="*/ 47 h 381"/>
                <a:gd name="T36" fmla="*/ 86 w 209"/>
                <a:gd name="T37" fmla="*/ 34 h 381"/>
                <a:gd name="T38" fmla="*/ 116 w 209"/>
                <a:gd name="T39" fmla="*/ 30 h 381"/>
                <a:gd name="T40" fmla="*/ 193 w 209"/>
                <a:gd name="T41" fmla="*/ 49 h 381"/>
                <a:gd name="T42" fmla="*/ 193 w 209"/>
                <a:gd name="T43" fmla="*/ 11 h 381"/>
                <a:gd name="T44" fmla="*/ 121 w 209"/>
                <a:gd name="T45" fmla="*/ 0 h 381"/>
                <a:gd name="T46" fmla="*/ 74 w 209"/>
                <a:gd name="T47" fmla="*/ 5 h 381"/>
                <a:gd name="T48" fmla="*/ 37 w 209"/>
                <a:gd name="T49" fmla="*/ 25 h 381"/>
                <a:gd name="T50" fmla="*/ 11 w 209"/>
                <a:gd name="T51" fmla="*/ 55 h 381"/>
                <a:gd name="T52" fmla="*/ 1 w 209"/>
                <a:gd name="T53" fmla="*/ 96 h 381"/>
                <a:gd name="T54" fmla="*/ 7 w 209"/>
                <a:gd name="T55" fmla="*/ 128 h 381"/>
                <a:gd name="T56" fmla="*/ 22 w 209"/>
                <a:gd name="T57" fmla="*/ 154 h 381"/>
                <a:gd name="T58" fmla="*/ 49 w 209"/>
                <a:gd name="T59" fmla="*/ 177 h 381"/>
                <a:gd name="T60" fmla="*/ 90 w 209"/>
                <a:gd name="T61" fmla="*/ 200 h 381"/>
                <a:gd name="T62" fmla="*/ 127 w 209"/>
                <a:gd name="T63" fmla="*/ 222 h 381"/>
                <a:gd name="T64" fmla="*/ 154 w 209"/>
                <a:gd name="T65" fmla="*/ 242 h 381"/>
                <a:gd name="T66" fmla="*/ 169 w 209"/>
                <a:gd name="T67" fmla="*/ 262 h 381"/>
                <a:gd name="T68" fmla="*/ 173 w 209"/>
                <a:gd name="T69" fmla="*/ 287 h 381"/>
                <a:gd name="T70" fmla="*/ 152 w 209"/>
                <a:gd name="T71" fmla="*/ 334 h 381"/>
                <a:gd name="T72" fmla="*/ 89 w 209"/>
                <a:gd name="T73" fmla="*/ 350 h 381"/>
                <a:gd name="T74" fmla="*/ 67 w 209"/>
                <a:gd name="T75" fmla="*/ 349 h 381"/>
                <a:gd name="T76" fmla="*/ 44 w 209"/>
                <a:gd name="T77" fmla="*/ 342 h 381"/>
                <a:gd name="T78" fmla="*/ 20 w 209"/>
                <a:gd name="T79" fmla="*/ 334 h 381"/>
                <a:gd name="T80" fmla="*/ 0 w 209"/>
                <a:gd name="T81" fmla="*/ 321 h 381"/>
                <a:gd name="T82" fmla="*/ 0 w 209"/>
                <a:gd name="T83" fmla="*/ 361 h 381"/>
                <a:gd name="T84" fmla="*/ 18 w 209"/>
                <a:gd name="T85" fmla="*/ 369 h 381"/>
                <a:gd name="T86" fmla="*/ 42 w 209"/>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09" h="381">
                  <a:moveTo>
                    <a:pt x="42" y="375"/>
                  </a:moveTo>
                  <a:lnTo>
                    <a:pt x="42" y="375"/>
                  </a:lnTo>
                  <a:cubicBezTo>
                    <a:pt x="51" y="377"/>
                    <a:pt x="57" y="379"/>
                    <a:pt x="66" y="379"/>
                  </a:cubicBezTo>
                  <a:cubicBezTo>
                    <a:pt x="74" y="380"/>
                    <a:pt x="81" y="380"/>
                    <a:pt x="88" y="380"/>
                  </a:cubicBezTo>
                  <a:cubicBezTo>
                    <a:pt x="105" y="380"/>
                    <a:pt x="121" y="379"/>
                    <a:pt x="136" y="375"/>
                  </a:cubicBezTo>
                  <a:cubicBezTo>
                    <a:pt x="151" y="371"/>
                    <a:pt x="164" y="365"/>
                    <a:pt x="174" y="357"/>
                  </a:cubicBezTo>
                  <a:cubicBezTo>
                    <a:pt x="185" y="349"/>
                    <a:pt x="193" y="338"/>
                    <a:pt x="200" y="325"/>
                  </a:cubicBezTo>
                  <a:cubicBezTo>
                    <a:pt x="206" y="314"/>
                    <a:pt x="208" y="299"/>
                    <a:pt x="208" y="283"/>
                  </a:cubicBezTo>
                  <a:cubicBezTo>
                    <a:pt x="208" y="272"/>
                    <a:pt x="207" y="261"/>
                    <a:pt x="203" y="251"/>
                  </a:cubicBezTo>
                  <a:cubicBezTo>
                    <a:pt x="200" y="242"/>
                    <a:pt x="193" y="233"/>
                    <a:pt x="186" y="225"/>
                  </a:cubicBezTo>
                  <a:cubicBezTo>
                    <a:pt x="178" y="215"/>
                    <a:pt x="169" y="207"/>
                    <a:pt x="158" y="200"/>
                  </a:cubicBezTo>
                  <a:cubicBezTo>
                    <a:pt x="147" y="192"/>
                    <a:pt x="133" y="184"/>
                    <a:pt x="116" y="176"/>
                  </a:cubicBezTo>
                  <a:cubicBezTo>
                    <a:pt x="103" y="167"/>
                    <a:pt x="90" y="161"/>
                    <a:pt x="79" y="155"/>
                  </a:cubicBezTo>
                  <a:cubicBezTo>
                    <a:pt x="70" y="150"/>
                    <a:pt x="62" y="143"/>
                    <a:pt x="55" y="137"/>
                  </a:cubicBezTo>
                  <a:cubicBezTo>
                    <a:pt x="49" y="130"/>
                    <a:pt x="44" y="124"/>
                    <a:pt x="41" y="117"/>
                  </a:cubicBezTo>
                  <a:cubicBezTo>
                    <a:pt x="38" y="110"/>
                    <a:pt x="37" y="102"/>
                    <a:pt x="37" y="92"/>
                  </a:cubicBezTo>
                  <a:cubicBezTo>
                    <a:pt x="37" y="82"/>
                    <a:pt x="40" y="73"/>
                    <a:pt x="44" y="66"/>
                  </a:cubicBezTo>
                  <a:cubicBezTo>
                    <a:pt x="48" y="58"/>
                    <a:pt x="53" y="51"/>
                    <a:pt x="60" y="47"/>
                  </a:cubicBezTo>
                  <a:cubicBezTo>
                    <a:pt x="68" y="41"/>
                    <a:pt x="77" y="37"/>
                    <a:pt x="86" y="34"/>
                  </a:cubicBezTo>
                  <a:cubicBezTo>
                    <a:pt x="96" y="32"/>
                    <a:pt x="105" y="30"/>
                    <a:pt x="116" y="30"/>
                  </a:cubicBezTo>
                  <a:cubicBezTo>
                    <a:pt x="147" y="30"/>
                    <a:pt x="171" y="37"/>
                    <a:pt x="193" y="49"/>
                  </a:cubicBezTo>
                  <a:cubicBezTo>
                    <a:pt x="193" y="11"/>
                    <a:pt x="193" y="11"/>
                    <a:pt x="193" y="11"/>
                  </a:cubicBezTo>
                  <a:cubicBezTo>
                    <a:pt x="174" y="4"/>
                    <a:pt x="149" y="0"/>
                    <a:pt x="121" y="0"/>
                  </a:cubicBezTo>
                  <a:cubicBezTo>
                    <a:pt x="104" y="0"/>
                    <a:pt x="89" y="1"/>
                    <a:pt x="74" y="5"/>
                  </a:cubicBezTo>
                  <a:cubicBezTo>
                    <a:pt x="60" y="11"/>
                    <a:pt x="48" y="16"/>
                    <a:pt x="37" y="25"/>
                  </a:cubicBezTo>
                  <a:cubicBezTo>
                    <a:pt x="26" y="34"/>
                    <a:pt x="18" y="44"/>
                    <a:pt x="11" y="55"/>
                  </a:cubicBezTo>
                  <a:cubicBezTo>
                    <a:pt x="4" y="67"/>
                    <a:pt x="1" y="81"/>
                    <a:pt x="1" y="96"/>
                  </a:cubicBezTo>
                  <a:cubicBezTo>
                    <a:pt x="1" y="107"/>
                    <a:pt x="2" y="118"/>
                    <a:pt x="7" y="128"/>
                  </a:cubicBezTo>
                  <a:cubicBezTo>
                    <a:pt x="9" y="137"/>
                    <a:pt x="15" y="146"/>
                    <a:pt x="22" y="154"/>
                  </a:cubicBezTo>
                  <a:cubicBezTo>
                    <a:pt x="29" y="161"/>
                    <a:pt x="38" y="169"/>
                    <a:pt x="49" y="177"/>
                  </a:cubicBezTo>
                  <a:cubicBezTo>
                    <a:pt x="60" y="184"/>
                    <a:pt x="74" y="192"/>
                    <a:pt x="90" y="200"/>
                  </a:cubicBezTo>
                  <a:cubicBezTo>
                    <a:pt x="104" y="209"/>
                    <a:pt x="116" y="215"/>
                    <a:pt x="127" y="222"/>
                  </a:cubicBezTo>
                  <a:cubicBezTo>
                    <a:pt x="137" y="228"/>
                    <a:pt x="147" y="235"/>
                    <a:pt x="154" y="242"/>
                  </a:cubicBezTo>
                  <a:cubicBezTo>
                    <a:pt x="160" y="247"/>
                    <a:pt x="164" y="254"/>
                    <a:pt x="169" y="262"/>
                  </a:cubicBezTo>
                  <a:cubicBezTo>
                    <a:pt x="171" y="269"/>
                    <a:pt x="173" y="277"/>
                    <a:pt x="173" y="287"/>
                  </a:cubicBezTo>
                  <a:cubicBezTo>
                    <a:pt x="173" y="307"/>
                    <a:pt x="166" y="323"/>
                    <a:pt x="152" y="334"/>
                  </a:cubicBezTo>
                  <a:cubicBezTo>
                    <a:pt x="138" y="345"/>
                    <a:pt x="118" y="350"/>
                    <a:pt x="89" y="350"/>
                  </a:cubicBezTo>
                  <a:cubicBezTo>
                    <a:pt x="82" y="350"/>
                    <a:pt x="75" y="350"/>
                    <a:pt x="67" y="349"/>
                  </a:cubicBezTo>
                  <a:cubicBezTo>
                    <a:pt x="59" y="347"/>
                    <a:pt x="51" y="345"/>
                    <a:pt x="44" y="342"/>
                  </a:cubicBezTo>
                  <a:cubicBezTo>
                    <a:pt x="35" y="340"/>
                    <a:pt x="29" y="336"/>
                    <a:pt x="20" y="334"/>
                  </a:cubicBezTo>
                  <a:cubicBezTo>
                    <a:pt x="13" y="329"/>
                    <a:pt x="7" y="325"/>
                    <a:pt x="0" y="321"/>
                  </a:cubicBezTo>
                  <a:cubicBezTo>
                    <a:pt x="0" y="361"/>
                    <a:pt x="0" y="361"/>
                    <a:pt x="0" y="361"/>
                  </a:cubicBezTo>
                  <a:cubicBezTo>
                    <a:pt x="5" y="364"/>
                    <a:pt x="11" y="367"/>
                    <a:pt x="18" y="369"/>
                  </a:cubicBezTo>
                  <a:cubicBezTo>
                    <a:pt x="26" y="372"/>
                    <a:pt x="34" y="373"/>
                    <a:pt x="42"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72">
              <a:extLst>
                <a:ext uri="{FF2B5EF4-FFF2-40B4-BE49-F238E27FC236}">
                  <a16:creationId xmlns:a16="http://schemas.microsoft.com/office/drawing/2014/main" id="{5EA90858-CE22-C616-4800-8DFE9161FB51}"/>
                </a:ext>
              </a:extLst>
            </p:cNvPr>
            <p:cNvSpPr>
              <a:spLocks noChangeArrowheads="1"/>
            </p:cNvSpPr>
            <p:nvPr/>
          </p:nvSpPr>
          <p:spPr bwMode="auto">
            <a:xfrm>
              <a:off x="46355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73">
              <a:extLst>
                <a:ext uri="{FF2B5EF4-FFF2-40B4-BE49-F238E27FC236}">
                  <a16:creationId xmlns:a16="http://schemas.microsoft.com/office/drawing/2014/main" id="{86BFFF87-71D9-922D-B60D-8364D196FA5F}"/>
                </a:ext>
              </a:extLst>
            </p:cNvPr>
            <p:cNvSpPr>
              <a:spLocks noChangeArrowheads="1"/>
            </p:cNvSpPr>
            <p:nvPr/>
          </p:nvSpPr>
          <p:spPr bwMode="auto">
            <a:xfrm>
              <a:off x="4675188" y="809625"/>
              <a:ext cx="96837" cy="138113"/>
            </a:xfrm>
            <a:custGeom>
              <a:avLst/>
              <a:gdLst>
                <a:gd name="T0" fmla="*/ 46 w 271"/>
                <a:gd name="T1" fmla="*/ 329 h 383"/>
                <a:gd name="T2" fmla="*/ 46 w 271"/>
                <a:gd name="T3" fmla="*/ 329 h 383"/>
                <a:gd name="T4" fmla="*/ 101 w 271"/>
                <a:gd name="T5" fmla="*/ 368 h 383"/>
                <a:gd name="T6" fmla="*/ 173 w 271"/>
                <a:gd name="T7" fmla="*/ 382 h 383"/>
                <a:gd name="T8" fmla="*/ 270 w 271"/>
                <a:gd name="T9" fmla="*/ 361 h 383"/>
                <a:gd name="T10" fmla="*/ 270 w 271"/>
                <a:gd name="T11" fmla="*/ 328 h 383"/>
                <a:gd name="T12" fmla="*/ 175 w 271"/>
                <a:gd name="T13" fmla="*/ 350 h 383"/>
                <a:gd name="T14" fmla="*/ 115 w 271"/>
                <a:gd name="T15" fmla="*/ 338 h 383"/>
                <a:gd name="T16" fmla="*/ 71 w 271"/>
                <a:gd name="T17" fmla="*/ 305 h 383"/>
                <a:gd name="T18" fmla="*/ 45 w 271"/>
                <a:gd name="T19" fmla="*/ 255 h 383"/>
                <a:gd name="T20" fmla="*/ 35 w 271"/>
                <a:gd name="T21" fmla="*/ 195 h 383"/>
                <a:gd name="T22" fmla="*/ 45 w 271"/>
                <a:gd name="T23" fmla="*/ 129 h 383"/>
                <a:gd name="T24" fmla="*/ 75 w 271"/>
                <a:gd name="T25" fmla="*/ 77 h 383"/>
                <a:gd name="T26" fmla="*/ 122 w 271"/>
                <a:gd name="T27" fmla="*/ 43 h 383"/>
                <a:gd name="T28" fmla="*/ 185 w 271"/>
                <a:gd name="T29" fmla="*/ 30 h 383"/>
                <a:gd name="T30" fmla="*/ 270 w 271"/>
                <a:gd name="T31" fmla="*/ 51 h 383"/>
                <a:gd name="T32" fmla="*/ 270 w 271"/>
                <a:gd name="T33" fmla="*/ 14 h 383"/>
                <a:gd name="T34" fmla="*/ 185 w 271"/>
                <a:gd name="T35" fmla="*/ 0 h 383"/>
                <a:gd name="T36" fmla="*/ 108 w 271"/>
                <a:gd name="T37" fmla="*/ 15 h 383"/>
                <a:gd name="T38" fmla="*/ 51 w 271"/>
                <a:gd name="T39" fmla="*/ 56 h 383"/>
                <a:gd name="T40" fmla="*/ 13 w 271"/>
                <a:gd name="T41" fmla="*/ 119 h 383"/>
                <a:gd name="T42" fmla="*/ 0 w 271"/>
                <a:gd name="T43" fmla="*/ 198 h 383"/>
                <a:gd name="T44" fmla="*/ 12 w 271"/>
                <a:gd name="T45" fmla="*/ 270 h 383"/>
                <a:gd name="T46" fmla="*/ 46 w 271"/>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46" y="329"/>
                  </a:moveTo>
                  <a:lnTo>
                    <a:pt x="46" y="329"/>
                  </a:lnTo>
                  <a:cubicBezTo>
                    <a:pt x="61" y="346"/>
                    <a:pt x="79" y="358"/>
                    <a:pt x="101" y="368"/>
                  </a:cubicBezTo>
                  <a:cubicBezTo>
                    <a:pt x="122" y="376"/>
                    <a:pt x="147" y="382"/>
                    <a:pt x="173" y="382"/>
                  </a:cubicBezTo>
                  <a:cubicBezTo>
                    <a:pt x="208" y="382"/>
                    <a:pt x="241" y="375"/>
                    <a:pt x="270" y="361"/>
                  </a:cubicBezTo>
                  <a:cubicBezTo>
                    <a:pt x="270" y="328"/>
                    <a:pt x="270" y="328"/>
                    <a:pt x="270" y="328"/>
                  </a:cubicBezTo>
                  <a:cubicBezTo>
                    <a:pt x="243" y="343"/>
                    <a:pt x="211" y="350"/>
                    <a:pt x="175" y="350"/>
                  </a:cubicBezTo>
                  <a:cubicBezTo>
                    <a:pt x="153" y="350"/>
                    <a:pt x="133" y="346"/>
                    <a:pt x="115" y="338"/>
                  </a:cubicBezTo>
                  <a:cubicBezTo>
                    <a:pt x="97" y="329"/>
                    <a:pt x="83" y="318"/>
                    <a:pt x="71" y="305"/>
                  </a:cubicBezTo>
                  <a:cubicBezTo>
                    <a:pt x="60" y="290"/>
                    <a:pt x="51" y="273"/>
                    <a:pt x="45" y="255"/>
                  </a:cubicBezTo>
                  <a:cubicBezTo>
                    <a:pt x="38" y="236"/>
                    <a:pt x="35" y="215"/>
                    <a:pt x="35" y="195"/>
                  </a:cubicBezTo>
                  <a:cubicBezTo>
                    <a:pt x="35" y="172"/>
                    <a:pt x="40" y="150"/>
                    <a:pt x="45" y="129"/>
                  </a:cubicBezTo>
                  <a:cubicBezTo>
                    <a:pt x="52" y="110"/>
                    <a:pt x="61" y="92"/>
                    <a:pt x="75" y="77"/>
                  </a:cubicBezTo>
                  <a:cubicBezTo>
                    <a:pt x="88" y="63"/>
                    <a:pt x="103" y="51"/>
                    <a:pt x="122" y="43"/>
                  </a:cubicBezTo>
                  <a:cubicBezTo>
                    <a:pt x="140" y="34"/>
                    <a:pt x="162" y="30"/>
                    <a:pt x="185" y="30"/>
                  </a:cubicBezTo>
                  <a:cubicBezTo>
                    <a:pt x="215" y="30"/>
                    <a:pt x="243" y="37"/>
                    <a:pt x="270" y="51"/>
                  </a:cubicBezTo>
                  <a:cubicBezTo>
                    <a:pt x="270" y="14"/>
                    <a:pt x="270" y="14"/>
                    <a:pt x="270" y="14"/>
                  </a:cubicBezTo>
                  <a:cubicBezTo>
                    <a:pt x="245" y="4"/>
                    <a:pt x="217" y="0"/>
                    <a:pt x="185" y="0"/>
                  </a:cubicBezTo>
                  <a:cubicBezTo>
                    <a:pt x="158" y="0"/>
                    <a:pt x="132" y="4"/>
                    <a:pt x="108" y="15"/>
                  </a:cubicBezTo>
                  <a:cubicBezTo>
                    <a:pt x="86" y="25"/>
                    <a:pt x="66" y="38"/>
                    <a:pt x="51" y="56"/>
                  </a:cubicBezTo>
                  <a:cubicBezTo>
                    <a:pt x="34" y="74"/>
                    <a:pt x="22" y="95"/>
                    <a:pt x="13" y="119"/>
                  </a:cubicBezTo>
                  <a:cubicBezTo>
                    <a:pt x="4" y="143"/>
                    <a:pt x="0" y="169"/>
                    <a:pt x="0" y="198"/>
                  </a:cubicBezTo>
                  <a:cubicBezTo>
                    <a:pt x="0" y="224"/>
                    <a:pt x="4" y="248"/>
                    <a:pt x="12" y="270"/>
                  </a:cubicBezTo>
                  <a:cubicBezTo>
                    <a:pt x="20" y="294"/>
                    <a:pt x="31" y="313"/>
                    <a:pt x="46"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8" name="Freeform 374">
              <a:extLst>
                <a:ext uri="{FF2B5EF4-FFF2-40B4-BE49-F238E27FC236}">
                  <a16:creationId xmlns:a16="http://schemas.microsoft.com/office/drawing/2014/main" id="{D2801B5E-4E39-0980-9EBE-E7755F655A88}"/>
                </a:ext>
              </a:extLst>
            </p:cNvPr>
            <p:cNvSpPr>
              <a:spLocks noChangeArrowheads="1"/>
            </p:cNvSpPr>
            <p:nvPr/>
          </p:nvSpPr>
          <p:spPr bwMode="auto">
            <a:xfrm>
              <a:off x="4852988" y="811213"/>
              <a:ext cx="66675" cy="133350"/>
            </a:xfrm>
            <a:custGeom>
              <a:avLst/>
              <a:gdLst>
                <a:gd name="T0" fmla="*/ 183 w 184"/>
                <a:gd name="T1" fmla="*/ 338 h 371"/>
                <a:gd name="T2" fmla="*/ 35 w 184"/>
                <a:gd name="T3" fmla="*/ 338 h 371"/>
                <a:gd name="T4" fmla="*/ 35 w 184"/>
                <a:gd name="T5" fmla="*/ 0 h 371"/>
                <a:gd name="T6" fmla="*/ 0 w 184"/>
                <a:gd name="T7" fmla="*/ 0 h 371"/>
                <a:gd name="T8" fmla="*/ 0 w 184"/>
                <a:gd name="T9" fmla="*/ 370 h 371"/>
                <a:gd name="T10" fmla="*/ 183 w 184"/>
                <a:gd name="T11" fmla="*/ 370 h 371"/>
                <a:gd name="T12" fmla="*/ 183 w 184"/>
                <a:gd name="T13" fmla="*/ 338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8"/>
                  </a:moveTo>
                  <a:lnTo>
                    <a:pt x="35" y="338"/>
                  </a:lnTo>
                  <a:lnTo>
                    <a:pt x="35" y="0"/>
                  </a:lnTo>
                  <a:lnTo>
                    <a:pt x="0" y="0"/>
                  </a:lnTo>
                  <a:lnTo>
                    <a:pt x="0" y="370"/>
                  </a:lnTo>
                  <a:lnTo>
                    <a:pt x="183" y="370"/>
                  </a:lnTo>
                  <a:lnTo>
                    <a:pt x="183"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9" name="Freeform 375">
              <a:extLst>
                <a:ext uri="{FF2B5EF4-FFF2-40B4-BE49-F238E27FC236}">
                  <a16:creationId xmlns:a16="http://schemas.microsoft.com/office/drawing/2014/main" id="{CDBCC39A-B72F-DA80-ED85-D02C310979D9}"/>
                </a:ext>
              </a:extLst>
            </p:cNvPr>
            <p:cNvSpPr>
              <a:spLocks noChangeArrowheads="1"/>
            </p:cNvSpPr>
            <p:nvPr/>
          </p:nvSpPr>
          <p:spPr bwMode="auto">
            <a:xfrm>
              <a:off x="49403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76">
              <a:extLst>
                <a:ext uri="{FF2B5EF4-FFF2-40B4-BE49-F238E27FC236}">
                  <a16:creationId xmlns:a16="http://schemas.microsoft.com/office/drawing/2014/main" id="{BB39B6A5-0C33-1D7A-80A7-3A22EF65DBBA}"/>
                </a:ext>
              </a:extLst>
            </p:cNvPr>
            <p:cNvSpPr>
              <a:spLocks noChangeArrowheads="1"/>
            </p:cNvSpPr>
            <p:nvPr/>
          </p:nvSpPr>
          <p:spPr bwMode="auto">
            <a:xfrm>
              <a:off x="4987925" y="811213"/>
              <a:ext cx="104775" cy="133350"/>
            </a:xfrm>
            <a:custGeom>
              <a:avLst/>
              <a:gdLst>
                <a:gd name="T0" fmla="*/ 253 w 289"/>
                <a:gd name="T1" fmla="*/ 275 h 371"/>
                <a:gd name="T2" fmla="*/ 253 w 289"/>
                <a:gd name="T3" fmla="*/ 275 h 371"/>
                <a:gd name="T4" fmla="*/ 255 w 289"/>
                <a:gd name="T5" fmla="*/ 298 h 371"/>
                <a:gd name="T6" fmla="*/ 256 w 289"/>
                <a:gd name="T7" fmla="*/ 318 h 371"/>
                <a:gd name="T8" fmla="*/ 255 w 289"/>
                <a:gd name="T9" fmla="*/ 318 h 371"/>
                <a:gd name="T10" fmla="*/ 248 w 289"/>
                <a:gd name="T11" fmla="*/ 307 h 371"/>
                <a:gd name="T12" fmla="*/ 239 w 289"/>
                <a:gd name="T13" fmla="*/ 293 h 371"/>
                <a:gd name="T14" fmla="*/ 39 w 289"/>
                <a:gd name="T15" fmla="*/ 0 h 371"/>
                <a:gd name="T16" fmla="*/ 0 w 289"/>
                <a:gd name="T17" fmla="*/ 0 h 371"/>
                <a:gd name="T18" fmla="*/ 0 w 289"/>
                <a:gd name="T19" fmla="*/ 370 h 371"/>
                <a:gd name="T20" fmla="*/ 35 w 289"/>
                <a:gd name="T21" fmla="*/ 370 h 371"/>
                <a:gd name="T22" fmla="*/ 35 w 289"/>
                <a:gd name="T23" fmla="*/ 84 h 371"/>
                <a:gd name="T24" fmla="*/ 35 w 289"/>
                <a:gd name="T25" fmla="*/ 64 h 371"/>
                <a:gd name="T26" fmla="*/ 33 w 289"/>
                <a:gd name="T27" fmla="*/ 50 h 371"/>
                <a:gd name="T28" fmla="*/ 35 w 289"/>
                <a:gd name="T29" fmla="*/ 50 h 371"/>
                <a:gd name="T30" fmla="*/ 41 w 289"/>
                <a:gd name="T31" fmla="*/ 62 h 371"/>
                <a:gd name="T32" fmla="*/ 48 w 289"/>
                <a:gd name="T33" fmla="*/ 73 h 371"/>
                <a:gd name="T34" fmla="*/ 253 w 289"/>
                <a:gd name="T35" fmla="*/ 370 h 371"/>
                <a:gd name="T36" fmla="*/ 288 w 289"/>
                <a:gd name="T37" fmla="*/ 370 h 371"/>
                <a:gd name="T38" fmla="*/ 288 w 289"/>
                <a:gd name="T39" fmla="*/ 0 h 371"/>
                <a:gd name="T40" fmla="*/ 253 w 289"/>
                <a:gd name="T41" fmla="*/ 0 h 371"/>
                <a:gd name="T42" fmla="*/ 253 w 289"/>
                <a:gd name="T43" fmla="*/ 275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71">
                  <a:moveTo>
                    <a:pt x="253" y="275"/>
                  </a:moveTo>
                  <a:lnTo>
                    <a:pt x="253" y="275"/>
                  </a:lnTo>
                  <a:cubicBezTo>
                    <a:pt x="253" y="283"/>
                    <a:pt x="253" y="291"/>
                    <a:pt x="255" y="298"/>
                  </a:cubicBezTo>
                  <a:cubicBezTo>
                    <a:pt x="255" y="305"/>
                    <a:pt x="255" y="312"/>
                    <a:pt x="256" y="318"/>
                  </a:cubicBezTo>
                  <a:cubicBezTo>
                    <a:pt x="255" y="318"/>
                    <a:pt x="255" y="318"/>
                    <a:pt x="255" y="318"/>
                  </a:cubicBezTo>
                  <a:cubicBezTo>
                    <a:pt x="252" y="313"/>
                    <a:pt x="250" y="311"/>
                    <a:pt x="248" y="307"/>
                  </a:cubicBezTo>
                  <a:cubicBezTo>
                    <a:pt x="245" y="302"/>
                    <a:pt x="242" y="298"/>
                    <a:pt x="239" y="293"/>
                  </a:cubicBezTo>
                  <a:cubicBezTo>
                    <a:pt x="39" y="0"/>
                    <a:pt x="39" y="0"/>
                    <a:pt x="39" y="0"/>
                  </a:cubicBezTo>
                  <a:cubicBezTo>
                    <a:pt x="0" y="0"/>
                    <a:pt x="0" y="0"/>
                    <a:pt x="0" y="0"/>
                  </a:cubicBezTo>
                  <a:cubicBezTo>
                    <a:pt x="0" y="370"/>
                    <a:pt x="0" y="370"/>
                    <a:pt x="0" y="370"/>
                  </a:cubicBezTo>
                  <a:cubicBezTo>
                    <a:pt x="35" y="370"/>
                    <a:pt x="35" y="370"/>
                    <a:pt x="35" y="370"/>
                  </a:cubicBezTo>
                  <a:cubicBezTo>
                    <a:pt x="35" y="84"/>
                    <a:pt x="35" y="84"/>
                    <a:pt x="35" y="84"/>
                  </a:cubicBezTo>
                  <a:cubicBezTo>
                    <a:pt x="35" y="76"/>
                    <a:pt x="35" y="69"/>
                    <a:pt x="35" y="64"/>
                  </a:cubicBezTo>
                  <a:cubicBezTo>
                    <a:pt x="35" y="58"/>
                    <a:pt x="35" y="54"/>
                    <a:pt x="33" y="50"/>
                  </a:cubicBezTo>
                  <a:cubicBezTo>
                    <a:pt x="35" y="50"/>
                    <a:pt x="35" y="50"/>
                    <a:pt x="35" y="50"/>
                  </a:cubicBezTo>
                  <a:cubicBezTo>
                    <a:pt x="37" y="54"/>
                    <a:pt x="39" y="58"/>
                    <a:pt x="41" y="62"/>
                  </a:cubicBezTo>
                  <a:cubicBezTo>
                    <a:pt x="44" y="66"/>
                    <a:pt x="46" y="69"/>
                    <a:pt x="48" y="73"/>
                  </a:cubicBezTo>
                  <a:cubicBezTo>
                    <a:pt x="253" y="370"/>
                    <a:pt x="253" y="370"/>
                    <a:pt x="253" y="370"/>
                  </a:cubicBezTo>
                  <a:cubicBezTo>
                    <a:pt x="288" y="370"/>
                    <a:pt x="288" y="370"/>
                    <a:pt x="288" y="370"/>
                  </a:cubicBezTo>
                  <a:cubicBezTo>
                    <a:pt x="288" y="0"/>
                    <a:pt x="288" y="0"/>
                    <a:pt x="288" y="0"/>
                  </a:cubicBezTo>
                  <a:cubicBezTo>
                    <a:pt x="253" y="0"/>
                    <a:pt x="253" y="0"/>
                    <a:pt x="253" y="0"/>
                  </a:cubicBezTo>
                  <a:lnTo>
                    <a:pt x="253" y="2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1" name="Freeform 377">
              <a:extLst>
                <a:ext uri="{FF2B5EF4-FFF2-40B4-BE49-F238E27FC236}">
                  <a16:creationId xmlns:a16="http://schemas.microsoft.com/office/drawing/2014/main" id="{16450762-B9F4-1633-5711-F71C17BDA605}"/>
                </a:ext>
              </a:extLst>
            </p:cNvPr>
            <p:cNvSpPr>
              <a:spLocks noChangeArrowheads="1"/>
            </p:cNvSpPr>
            <p:nvPr/>
          </p:nvSpPr>
          <p:spPr bwMode="auto">
            <a:xfrm>
              <a:off x="5126038" y="811213"/>
              <a:ext cx="68262" cy="133350"/>
            </a:xfrm>
            <a:custGeom>
              <a:avLst/>
              <a:gdLst>
                <a:gd name="T0" fmla="*/ 188 w 189"/>
                <a:gd name="T1" fmla="*/ 338 h 371"/>
                <a:gd name="T2" fmla="*/ 34 w 189"/>
                <a:gd name="T3" fmla="*/ 338 h 371"/>
                <a:gd name="T4" fmla="*/ 34 w 189"/>
                <a:gd name="T5" fmla="*/ 198 h 371"/>
                <a:gd name="T6" fmla="*/ 168 w 189"/>
                <a:gd name="T7" fmla="*/ 198 h 371"/>
                <a:gd name="T8" fmla="*/ 168 w 189"/>
                <a:gd name="T9" fmla="*/ 168 h 371"/>
                <a:gd name="T10" fmla="*/ 34 w 189"/>
                <a:gd name="T11" fmla="*/ 168 h 371"/>
                <a:gd name="T12" fmla="*/ 34 w 189"/>
                <a:gd name="T13" fmla="*/ 32 h 371"/>
                <a:gd name="T14" fmla="*/ 179 w 189"/>
                <a:gd name="T15" fmla="*/ 32 h 371"/>
                <a:gd name="T16" fmla="*/ 179 w 189"/>
                <a:gd name="T17" fmla="*/ 0 h 371"/>
                <a:gd name="T18" fmla="*/ 0 w 189"/>
                <a:gd name="T19" fmla="*/ 0 h 371"/>
                <a:gd name="T20" fmla="*/ 0 w 189"/>
                <a:gd name="T21" fmla="*/ 370 h 371"/>
                <a:gd name="T22" fmla="*/ 188 w 189"/>
                <a:gd name="T23" fmla="*/ 370 h 371"/>
                <a:gd name="T24" fmla="*/ 188 w 189"/>
                <a:gd name="T25"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71">
                  <a:moveTo>
                    <a:pt x="188" y="338"/>
                  </a:moveTo>
                  <a:lnTo>
                    <a:pt x="34" y="338"/>
                  </a:lnTo>
                  <a:lnTo>
                    <a:pt x="34" y="198"/>
                  </a:lnTo>
                  <a:lnTo>
                    <a:pt x="168" y="198"/>
                  </a:lnTo>
                  <a:lnTo>
                    <a:pt x="168" y="168"/>
                  </a:lnTo>
                  <a:lnTo>
                    <a:pt x="34" y="168"/>
                  </a:lnTo>
                  <a:lnTo>
                    <a:pt x="34" y="32"/>
                  </a:lnTo>
                  <a:lnTo>
                    <a:pt x="179" y="32"/>
                  </a:lnTo>
                  <a:lnTo>
                    <a:pt x="179" y="0"/>
                  </a:lnTo>
                  <a:lnTo>
                    <a:pt x="0" y="0"/>
                  </a:lnTo>
                  <a:lnTo>
                    <a:pt x="0" y="370"/>
                  </a:lnTo>
                  <a:lnTo>
                    <a:pt x="188" y="370"/>
                  </a:lnTo>
                  <a:lnTo>
                    <a:pt x="188"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2" name="Freeform 378">
              <a:extLst>
                <a:ext uri="{FF2B5EF4-FFF2-40B4-BE49-F238E27FC236}">
                  <a16:creationId xmlns:a16="http://schemas.microsoft.com/office/drawing/2014/main" id="{E1E0D03D-6A6A-92E8-E42F-D1D72D6E88A8}"/>
                </a:ext>
              </a:extLst>
            </p:cNvPr>
            <p:cNvSpPr>
              <a:spLocks noChangeArrowheads="1"/>
            </p:cNvSpPr>
            <p:nvPr/>
          </p:nvSpPr>
          <p:spPr bwMode="auto">
            <a:xfrm>
              <a:off x="5273675" y="811213"/>
              <a:ext cx="12700" cy="133350"/>
            </a:xfrm>
            <a:custGeom>
              <a:avLst/>
              <a:gdLst>
                <a:gd name="T0" fmla="*/ 33 w 34"/>
                <a:gd name="T1" fmla="*/ 0 h 371"/>
                <a:gd name="T2" fmla="*/ 0 w 34"/>
                <a:gd name="T3" fmla="*/ 0 h 371"/>
                <a:gd name="T4" fmla="*/ 0 w 34"/>
                <a:gd name="T5" fmla="*/ 370 h 371"/>
                <a:gd name="T6" fmla="*/ 33 w 34"/>
                <a:gd name="T7" fmla="*/ 370 h 371"/>
                <a:gd name="T8" fmla="*/ 33 w 34"/>
                <a:gd name="T9" fmla="*/ 0 h 371"/>
              </a:gdLst>
              <a:ahLst/>
              <a:cxnLst>
                <a:cxn ang="0">
                  <a:pos x="T0" y="T1"/>
                </a:cxn>
                <a:cxn ang="0">
                  <a:pos x="T2" y="T3"/>
                </a:cxn>
                <a:cxn ang="0">
                  <a:pos x="T4" y="T5"/>
                </a:cxn>
                <a:cxn ang="0">
                  <a:pos x="T6" y="T7"/>
                </a:cxn>
                <a:cxn ang="0">
                  <a:pos x="T8" y="T9"/>
                </a:cxn>
              </a:cxnLst>
              <a:rect l="0" t="0" r="r" b="b"/>
              <a:pathLst>
                <a:path w="34" h="371">
                  <a:moveTo>
                    <a:pt x="33" y="0"/>
                  </a:moveTo>
                  <a:lnTo>
                    <a:pt x="0" y="0"/>
                  </a:lnTo>
                  <a:lnTo>
                    <a:pt x="0" y="370"/>
                  </a:lnTo>
                  <a:lnTo>
                    <a:pt x="33" y="370"/>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3" name="Freeform 379">
              <a:extLst>
                <a:ext uri="{FF2B5EF4-FFF2-40B4-BE49-F238E27FC236}">
                  <a16:creationId xmlns:a16="http://schemas.microsoft.com/office/drawing/2014/main" id="{3DA394F9-8054-D217-9A7C-7CEC5407AAE0}"/>
                </a:ext>
              </a:extLst>
            </p:cNvPr>
            <p:cNvSpPr>
              <a:spLocks noChangeArrowheads="1"/>
            </p:cNvSpPr>
            <p:nvPr/>
          </p:nvSpPr>
          <p:spPr bwMode="auto">
            <a:xfrm>
              <a:off x="5311775" y="809625"/>
              <a:ext cx="98425" cy="138113"/>
            </a:xfrm>
            <a:custGeom>
              <a:avLst/>
              <a:gdLst>
                <a:gd name="T0" fmla="*/ 48 w 272"/>
                <a:gd name="T1" fmla="*/ 329 h 383"/>
                <a:gd name="T2" fmla="*/ 48 w 272"/>
                <a:gd name="T3" fmla="*/ 329 h 383"/>
                <a:gd name="T4" fmla="*/ 102 w 272"/>
                <a:gd name="T5" fmla="*/ 368 h 383"/>
                <a:gd name="T6" fmla="*/ 173 w 272"/>
                <a:gd name="T7" fmla="*/ 382 h 383"/>
                <a:gd name="T8" fmla="*/ 271 w 272"/>
                <a:gd name="T9" fmla="*/ 361 h 383"/>
                <a:gd name="T10" fmla="*/ 271 w 272"/>
                <a:gd name="T11" fmla="*/ 328 h 383"/>
                <a:gd name="T12" fmla="*/ 177 w 272"/>
                <a:gd name="T13" fmla="*/ 350 h 383"/>
                <a:gd name="T14" fmla="*/ 115 w 272"/>
                <a:gd name="T15" fmla="*/ 338 h 383"/>
                <a:gd name="T16" fmla="*/ 73 w 272"/>
                <a:gd name="T17" fmla="*/ 305 h 383"/>
                <a:gd name="T18" fmla="*/ 45 w 272"/>
                <a:gd name="T19" fmla="*/ 255 h 383"/>
                <a:gd name="T20" fmla="*/ 37 w 272"/>
                <a:gd name="T21" fmla="*/ 195 h 383"/>
                <a:gd name="T22" fmla="*/ 47 w 272"/>
                <a:gd name="T23" fmla="*/ 129 h 383"/>
                <a:gd name="T24" fmla="*/ 76 w 272"/>
                <a:gd name="T25" fmla="*/ 77 h 383"/>
                <a:gd name="T26" fmla="*/ 122 w 272"/>
                <a:gd name="T27" fmla="*/ 43 h 383"/>
                <a:gd name="T28" fmla="*/ 185 w 272"/>
                <a:gd name="T29" fmla="*/ 30 h 383"/>
                <a:gd name="T30" fmla="*/ 271 w 272"/>
                <a:gd name="T31" fmla="*/ 51 h 383"/>
                <a:gd name="T32" fmla="*/ 271 w 272"/>
                <a:gd name="T33" fmla="*/ 14 h 383"/>
                <a:gd name="T34" fmla="*/ 187 w 272"/>
                <a:gd name="T35" fmla="*/ 0 h 383"/>
                <a:gd name="T36" fmla="*/ 110 w 272"/>
                <a:gd name="T37" fmla="*/ 15 h 383"/>
                <a:gd name="T38" fmla="*/ 51 w 272"/>
                <a:gd name="T39" fmla="*/ 56 h 383"/>
                <a:gd name="T40" fmla="*/ 14 w 272"/>
                <a:gd name="T41" fmla="*/ 119 h 383"/>
                <a:gd name="T42" fmla="*/ 0 w 272"/>
                <a:gd name="T43" fmla="*/ 198 h 383"/>
                <a:gd name="T44" fmla="*/ 12 w 272"/>
                <a:gd name="T45" fmla="*/ 270 h 383"/>
                <a:gd name="T46" fmla="*/ 48 w 272"/>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3">
                  <a:moveTo>
                    <a:pt x="48" y="329"/>
                  </a:moveTo>
                  <a:lnTo>
                    <a:pt x="48" y="329"/>
                  </a:lnTo>
                  <a:cubicBezTo>
                    <a:pt x="63" y="346"/>
                    <a:pt x="81" y="358"/>
                    <a:pt x="102" y="368"/>
                  </a:cubicBezTo>
                  <a:cubicBezTo>
                    <a:pt x="124" y="376"/>
                    <a:pt x="147" y="382"/>
                    <a:pt x="173" y="382"/>
                  </a:cubicBezTo>
                  <a:cubicBezTo>
                    <a:pt x="210" y="382"/>
                    <a:pt x="242" y="375"/>
                    <a:pt x="271" y="361"/>
                  </a:cubicBezTo>
                  <a:cubicBezTo>
                    <a:pt x="271" y="328"/>
                    <a:pt x="271" y="328"/>
                    <a:pt x="271" y="328"/>
                  </a:cubicBezTo>
                  <a:cubicBezTo>
                    <a:pt x="244" y="343"/>
                    <a:pt x="213" y="350"/>
                    <a:pt x="177" y="350"/>
                  </a:cubicBezTo>
                  <a:cubicBezTo>
                    <a:pt x="154" y="350"/>
                    <a:pt x="133" y="346"/>
                    <a:pt x="115" y="338"/>
                  </a:cubicBezTo>
                  <a:cubicBezTo>
                    <a:pt x="99" y="329"/>
                    <a:pt x="84" y="318"/>
                    <a:pt x="73" y="305"/>
                  </a:cubicBezTo>
                  <a:cubicBezTo>
                    <a:pt x="61" y="290"/>
                    <a:pt x="51" y="273"/>
                    <a:pt x="45" y="255"/>
                  </a:cubicBezTo>
                  <a:cubicBezTo>
                    <a:pt x="40" y="236"/>
                    <a:pt x="37" y="215"/>
                    <a:pt x="37" y="195"/>
                  </a:cubicBezTo>
                  <a:cubicBezTo>
                    <a:pt x="37" y="172"/>
                    <a:pt x="40" y="150"/>
                    <a:pt x="47" y="129"/>
                  </a:cubicBezTo>
                  <a:cubicBezTo>
                    <a:pt x="54" y="110"/>
                    <a:pt x="63" y="92"/>
                    <a:pt x="76" y="77"/>
                  </a:cubicBezTo>
                  <a:cubicBezTo>
                    <a:pt x="88" y="63"/>
                    <a:pt x="104" y="51"/>
                    <a:pt x="122" y="43"/>
                  </a:cubicBezTo>
                  <a:cubicBezTo>
                    <a:pt x="142" y="34"/>
                    <a:pt x="162" y="30"/>
                    <a:pt x="185" y="30"/>
                  </a:cubicBezTo>
                  <a:cubicBezTo>
                    <a:pt x="216" y="30"/>
                    <a:pt x="244" y="37"/>
                    <a:pt x="271" y="51"/>
                  </a:cubicBezTo>
                  <a:cubicBezTo>
                    <a:pt x="271" y="14"/>
                    <a:pt x="271" y="14"/>
                    <a:pt x="271" y="14"/>
                  </a:cubicBezTo>
                  <a:cubicBezTo>
                    <a:pt x="246" y="4"/>
                    <a:pt x="218" y="0"/>
                    <a:pt x="187" y="0"/>
                  </a:cubicBezTo>
                  <a:cubicBezTo>
                    <a:pt x="158" y="0"/>
                    <a:pt x="132" y="4"/>
                    <a:pt x="110" y="15"/>
                  </a:cubicBezTo>
                  <a:cubicBezTo>
                    <a:pt x="87" y="25"/>
                    <a:pt x="67" y="38"/>
                    <a:pt x="51" y="56"/>
                  </a:cubicBezTo>
                  <a:cubicBezTo>
                    <a:pt x="34" y="74"/>
                    <a:pt x="22" y="95"/>
                    <a:pt x="14" y="119"/>
                  </a:cubicBezTo>
                  <a:cubicBezTo>
                    <a:pt x="6" y="143"/>
                    <a:pt x="0" y="169"/>
                    <a:pt x="0" y="198"/>
                  </a:cubicBezTo>
                  <a:cubicBezTo>
                    <a:pt x="0" y="224"/>
                    <a:pt x="4" y="248"/>
                    <a:pt x="12" y="270"/>
                  </a:cubicBezTo>
                  <a:cubicBezTo>
                    <a:pt x="21" y="294"/>
                    <a:pt x="33" y="313"/>
                    <a:pt x="48"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80">
              <a:extLst>
                <a:ext uri="{FF2B5EF4-FFF2-40B4-BE49-F238E27FC236}">
                  <a16:creationId xmlns:a16="http://schemas.microsoft.com/office/drawing/2014/main" id="{DF3AC4E6-9625-F5F9-5E36-6BA3C6B4520A}"/>
                </a:ext>
              </a:extLst>
            </p:cNvPr>
            <p:cNvSpPr>
              <a:spLocks noChangeArrowheads="1"/>
            </p:cNvSpPr>
            <p:nvPr/>
          </p:nvSpPr>
          <p:spPr bwMode="auto">
            <a:xfrm>
              <a:off x="5427663" y="809625"/>
              <a:ext cx="125412" cy="138113"/>
            </a:xfrm>
            <a:custGeom>
              <a:avLst/>
              <a:gdLst>
                <a:gd name="T0" fmla="*/ 346 w 347"/>
                <a:gd name="T1" fmla="*/ 185 h 383"/>
                <a:gd name="T2" fmla="*/ 346 w 347"/>
                <a:gd name="T3" fmla="*/ 185 h 383"/>
                <a:gd name="T4" fmla="*/ 335 w 347"/>
                <a:gd name="T5" fmla="*/ 111 h 383"/>
                <a:gd name="T6" fmla="*/ 301 w 347"/>
                <a:gd name="T7" fmla="*/ 52 h 383"/>
                <a:gd name="T8" fmla="*/ 249 w 347"/>
                <a:gd name="T9" fmla="*/ 14 h 383"/>
                <a:gd name="T10" fmla="*/ 179 w 347"/>
                <a:gd name="T11" fmla="*/ 0 h 383"/>
                <a:gd name="T12" fmla="*/ 103 w 347"/>
                <a:gd name="T13" fmla="*/ 14 h 383"/>
                <a:gd name="T14" fmla="*/ 47 w 347"/>
                <a:gd name="T15" fmla="*/ 54 h 383"/>
                <a:gd name="T16" fmla="*/ 11 w 347"/>
                <a:gd name="T17" fmla="*/ 115 h 383"/>
                <a:gd name="T18" fmla="*/ 0 w 347"/>
                <a:gd name="T19" fmla="*/ 195 h 383"/>
                <a:gd name="T20" fmla="*/ 11 w 347"/>
                <a:gd name="T21" fmla="*/ 268 h 383"/>
                <a:gd name="T22" fmla="*/ 46 w 347"/>
                <a:gd name="T23" fmla="*/ 327 h 383"/>
                <a:gd name="T24" fmla="*/ 101 w 347"/>
                <a:gd name="T25" fmla="*/ 367 h 383"/>
                <a:gd name="T26" fmla="*/ 172 w 347"/>
                <a:gd name="T27" fmla="*/ 382 h 383"/>
                <a:gd name="T28" fmla="*/ 247 w 347"/>
                <a:gd name="T29" fmla="*/ 367 h 383"/>
                <a:gd name="T30" fmla="*/ 302 w 347"/>
                <a:gd name="T31" fmla="*/ 325 h 383"/>
                <a:gd name="T32" fmla="*/ 335 w 347"/>
                <a:gd name="T33" fmla="*/ 264 h 383"/>
                <a:gd name="T34" fmla="*/ 346 w 347"/>
                <a:gd name="T35" fmla="*/ 185 h 383"/>
                <a:gd name="T36" fmla="*/ 302 w 347"/>
                <a:gd name="T37" fmla="*/ 254 h 383"/>
                <a:gd name="T38" fmla="*/ 302 w 347"/>
                <a:gd name="T39" fmla="*/ 254 h 383"/>
                <a:gd name="T40" fmla="*/ 276 w 347"/>
                <a:gd name="T41" fmla="*/ 305 h 383"/>
                <a:gd name="T42" fmla="*/ 232 w 347"/>
                <a:gd name="T43" fmla="*/ 338 h 383"/>
                <a:gd name="T44" fmla="*/ 172 w 347"/>
                <a:gd name="T45" fmla="*/ 350 h 383"/>
                <a:gd name="T46" fmla="*/ 112 w 347"/>
                <a:gd name="T47" fmla="*/ 336 h 383"/>
                <a:gd name="T48" fmla="*/ 69 w 347"/>
                <a:gd name="T49" fmla="*/ 302 h 383"/>
                <a:gd name="T50" fmla="*/ 44 w 347"/>
                <a:gd name="T51" fmla="*/ 251 h 383"/>
                <a:gd name="T52" fmla="*/ 36 w 347"/>
                <a:gd name="T53" fmla="*/ 191 h 383"/>
                <a:gd name="T54" fmla="*/ 44 w 347"/>
                <a:gd name="T55" fmla="*/ 129 h 383"/>
                <a:gd name="T56" fmla="*/ 72 w 347"/>
                <a:gd name="T57" fmla="*/ 78 h 383"/>
                <a:gd name="T58" fmla="*/ 116 w 347"/>
                <a:gd name="T59" fmla="*/ 44 h 383"/>
                <a:gd name="T60" fmla="*/ 175 w 347"/>
                <a:gd name="T61" fmla="*/ 30 h 383"/>
                <a:gd name="T62" fmla="*/ 236 w 347"/>
                <a:gd name="T63" fmla="*/ 44 h 383"/>
                <a:gd name="T64" fmla="*/ 279 w 347"/>
                <a:gd name="T65" fmla="*/ 78 h 383"/>
                <a:gd name="T66" fmla="*/ 304 w 347"/>
                <a:gd name="T67" fmla="*/ 129 h 383"/>
                <a:gd name="T68" fmla="*/ 311 w 347"/>
                <a:gd name="T69" fmla="*/ 191 h 383"/>
                <a:gd name="T70" fmla="*/ 302 w 347"/>
                <a:gd name="T71" fmla="*/ 254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46" y="185"/>
                  </a:moveTo>
                  <a:lnTo>
                    <a:pt x="346" y="185"/>
                  </a:lnTo>
                  <a:cubicBezTo>
                    <a:pt x="346" y="158"/>
                    <a:pt x="343" y="133"/>
                    <a:pt x="335" y="111"/>
                  </a:cubicBezTo>
                  <a:cubicBezTo>
                    <a:pt x="327" y="88"/>
                    <a:pt x="316" y="69"/>
                    <a:pt x="301" y="52"/>
                  </a:cubicBezTo>
                  <a:cubicBezTo>
                    <a:pt x="287" y="36"/>
                    <a:pt x="269" y="23"/>
                    <a:pt x="249" y="14"/>
                  </a:cubicBezTo>
                  <a:cubicBezTo>
                    <a:pt x="228" y="4"/>
                    <a:pt x="205" y="0"/>
                    <a:pt x="179" y="0"/>
                  </a:cubicBezTo>
                  <a:cubicBezTo>
                    <a:pt x="150" y="0"/>
                    <a:pt x="125" y="4"/>
                    <a:pt x="103" y="14"/>
                  </a:cubicBezTo>
                  <a:cubicBezTo>
                    <a:pt x="80" y="23"/>
                    <a:pt x="62" y="37"/>
                    <a:pt x="47" y="54"/>
                  </a:cubicBezTo>
                  <a:cubicBezTo>
                    <a:pt x="32" y="71"/>
                    <a:pt x="20" y="91"/>
                    <a:pt x="11" y="115"/>
                  </a:cubicBezTo>
                  <a:cubicBezTo>
                    <a:pt x="3" y="139"/>
                    <a:pt x="0" y="166"/>
                    <a:pt x="0" y="195"/>
                  </a:cubicBezTo>
                  <a:cubicBezTo>
                    <a:pt x="0" y="221"/>
                    <a:pt x="3" y="244"/>
                    <a:pt x="11" y="268"/>
                  </a:cubicBezTo>
                  <a:cubicBezTo>
                    <a:pt x="20" y="290"/>
                    <a:pt x="31" y="310"/>
                    <a:pt x="46" y="327"/>
                  </a:cubicBezTo>
                  <a:cubicBezTo>
                    <a:pt x="61" y="343"/>
                    <a:pt x="79" y="357"/>
                    <a:pt x="101" y="367"/>
                  </a:cubicBezTo>
                  <a:cubicBezTo>
                    <a:pt x="121" y="376"/>
                    <a:pt x="146" y="382"/>
                    <a:pt x="172" y="382"/>
                  </a:cubicBezTo>
                  <a:cubicBezTo>
                    <a:pt x="201" y="382"/>
                    <a:pt x="225" y="376"/>
                    <a:pt x="247" y="367"/>
                  </a:cubicBezTo>
                  <a:cubicBezTo>
                    <a:pt x="268" y="357"/>
                    <a:pt x="287" y="343"/>
                    <a:pt x="302" y="325"/>
                  </a:cubicBezTo>
                  <a:cubicBezTo>
                    <a:pt x="316" y="307"/>
                    <a:pt x="328" y="287"/>
                    <a:pt x="335" y="264"/>
                  </a:cubicBezTo>
                  <a:cubicBezTo>
                    <a:pt x="343" y="239"/>
                    <a:pt x="346" y="213"/>
                    <a:pt x="346" y="185"/>
                  </a:cubicBezTo>
                  <a:close/>
                  <a:moveTo>
                    <a:pt x="302" y="254"/>
                  </a:moveTo>
                  <a:lnTo>
                    <a:pt x="302" y="254"/>
                  </a:lnTo>
                  <a:cubicBezTo>
                    <a:pt x="297" y="273"/>
                    <a:pt x="287" y="291"/>
                    <a:pt x="276" y="305"/>
                  </a:cubicBezTo>
                  <a:cubicBezTo>
                    <a:pt x="264" y="318"/>
                    <a:pt x="250" y="329"/>
                    <a:pt x="232" y="338"/>
                  </a:cubicBezTo>
                  <a:cubicBezTo>
                    <a:pt x="214" y="346"/>
                    <a:pt x="195" y="350"/>
                    <a:pt x="172" y="350"/>
                  </a:cubicBezTo>
                  <a:cubicBezTo>
                    <a:pt x="149" y="350"/>
                    <a:pt x="128" y="346"/>
                    <a:pt x="112" y="336"/>
                  </a:cubicBezTo>
                  <a:cubicBezTo>
                    <a:pt x="94" y="328"/>
                    <a:pt x="80" y="317"/>
                    <a:pt x="69" y="302"/>
                  </a:cubicBezTo>
                  <a:cubicBezTo>
                    <a:pt x="58" y="287"/>
                    <a:pt x="50" y="270"/>
                    <a:pt x="44" y="251"/>
                  </a:cubicBezTo>
                  <a:cubicBezTo>
                    <a:pt x="37" y="232"/>
                    <a:pt x="35" y="211"/>
                    <a:pt x="36" y="191"/>
                  </a:cubicBezTo>
                  <a:cubicBezTo>
                    <a:pt x="36" y="169"/>
                    <a:pt x="39" y="148"/>
                    <a:pt x="44" y="129"/>
                  </a:cubicBezTo>
                  <a:cubicBezTo>
                    <a:pt x="51" y="110"/>
                    <a:pt x="59" y="92"/>
                    <a:pt x="72" y="78"/>
                  </a:cubicBezTo>
                  <a:cubicBezTo>
                    <a:pt x="84" y="63"/>
                    <a:pt x="98" y="52"/>
                    <a:pt x="116" y="44"/>
                  </a:cubicBezTo>
                  <a:cubicBezTo>
                    <a:pt x="132" y="34"/>
                    <a:pt x="153" y="30"/>
                    <a:pt x="175" y="30"/>
                  </a:cubicBezTo>
                  <a:cubicBezTo>
                    <a:pt x="199" y="30"/>
                    <a:pt x="220" y="34"/>
                    <a:pt x="236" y="44"/>
                  </a:cubicBezTo>
                  <a:cubicBezTo>
                    <a:pt x="254" y="52"/>
                    <a:pt x="268" y="63"/>
                    <a:pt x="279" y="78"/>
                  </a:cubicBezTo>
                  <a:cubicBezTo>
                    <a:pt x="290" y="92"/>
                    <a:pt x="298" y="110"/>
                    <a:pt x="304" y="129"/>
                  </a:cubicBezTo>
                  <a:cubicBezTo>
                    <a:pt x="309" y="148"/>
                    <a:pt x="311" y="169"/>
                    <a:pt x="311" y="191"/>
                  </a:cubicBezTo>
                  <a:cubicBezTo>
                    <a:pt x="311" y="213"/>
                    <a:pt x="308" y="235"/>
                    <a:pt x="302"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81">
              <a:extLst>
                <a:ext uri="{FF2B5EF4-FFF2-40B4-BE49-F238E27FC236}">
                  <a16:creationId xmlns:a16="http://schemas.microsoft.com/office/drawing/2014/main" id="{8414108B-987A-E819-49E8-1D7B6A591989}"/>
                </a:ext>
              </a:extLst>
            </p:cNvPr>
            <p:cNvSpPr>
              <a:spLocks noChangeArrowheads="1"/>
            </p:cNvSpPr>
            <p:nvPr/>
          </p:nvSpPr>
          <p:spPr bwMode="auto">
            <a:xfrm>
              <a:off x="5578475" y="811213"/>
              <a:ext cx="104775" cy="133350"/>
            </a:xfrm>
            <a:custGeom>
              <a:avLst/>
              <a:gdLst>
                <a:gd name="T0" fmla="*/ 35 w 290"/>
                <a:gd name="T1" fmla="*/ 84 h 371"/>
                <a:gd name="T2" fmla="*/ 35 w 290"/>
                <a:gd name="T3" fmla="*/ 84 h 371"/>
                <a:gd name="T4" fmla="*/ 35 w 290"/>
                <a:gd name="T5" fmla="*/ 64 h 371"/>
                <a:gd name="T6" fmla="*/ 33 w 290"/>
                <a:gd name="T7" fmla="*/ 50 h 371"/>
                <a:gd name="T8" fmla="*/ 35 w 290"/>
                <a:gd name="T9" fmla="*/ 50 h 371"/>
                <a:gd name="T10" fmla="*/ 42 w 290"/>
                <a:gd name="T11" fmla="*/ 62 h 371"/>
                <a:gd name="T12" fmla="*/ 48 w 290"/>
                <a:gd name="T13" fmla="*/ 73 h 371"/>
                <a:gd name="T14" fmla="*/ 253 w 290"/>
                <a:gd name="T15" fmla="*/ 370 h 371"/>
                <a:gd name="T16" fmla="*/ 289 w 290"/>
                <a:gd name="T17" fmla="*/ 370 h 371"/>
                <a:gd name="T18" fmla="*/ 289 w 290"/>
                <a:gd name="T19" fmla="*/ 0 h 371"/>
                <a:gd name="T20" fmla="*/ 254 w 290"/>
                <a:gd name="T21" fmla="*/ 0 h 371"/>
                <a:gd name="T22" fmla="*/ 254 w 290"/>
                <a:gd name="T23" fmla="*/ 275 h 371"/>
                <a:gd name="T24" fmla="*/ 256 w 290"/>
                <a:gd name="T25" fmla="*/ 298 h 371"/>
                <a:gd name="T26" fmla="*/ 257 w 290"/>
                <a:gd name="T27" fmla="*/ 318 h 371"/>
                <a:gd name="T28" fmla="*/ 256 w 290"/>
                <a:gd name="T29" fmla="*/ 318 h 371"/>
                <a:gd name="T30" fmla="*/ 249 w 290"/>
                <a:gd name="T31" fmla="*/ 307 h 371"/>
                <a:gd name="T32" fmla="*/ 241 w 290"/>
                <a:gd name="T33" fmla="*/ 293 h 371"/>
                <a:gd name="T34" fmla="*/ 39 w 290"/>
                <a:gd name="T35" fmla="*/ 0 h 371"/>
                <a:gd name="T36" fmla="*/ 0 w 290"/>
                <a:gd name="T37" fmla="*/ 0 h 371"/>
                <a:gd name="T38" fmla="*/ 0 w 290"/>
                <a:gd name="T39" fmla="*/ 370 h 371"/>
                <a:gd name="T40" fmla="*/ 35 w 290"/>
                <a:gd name="T41" fmla="*/ 370 h 371"/>
                <a:gd name="T42" fmla="*/ 35 w 290"/>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71">
                  <a:moveTo>
                    <a:pt x="35" y="84"/>
                  </a:moveTo>
                  <a:lnTo>
                    <a:pt x="35" y="84"/>
                  </a:lnTo>
                  <a:cubicBezTo>
                    <a:pt x="35" y="76"/>
                    <a:pt x="35" y="69"/>
                    <a:pt x="35" y="64"/>
                  </a:cubicBezTo>
                  <a:cubicBezTo>
                    <a:pt x="35" y="58"/>
                    <a:pt x="35" y="54"/>
                    <a:pt x="33" y="50"/>
                  </a:cubicBezTo>
                  <a:cubicBezTo>
                    <a:pt x="35" y="50"/>
                    <a:pt x="35" y="50"/>
                    <a:pt x="35" y="50"/>
                  </a:cubicBezTo>
                  <a:cubicBezTo>
                    <a:pt x="36" y="54"/>
                    <a:pt x="39" y="58"/>
                    <a:pt x="42" y="62"/>
                  </a:cubicBezTo>
                  <a:cubicBezTo>
                    <a:pt x="43" y="66"/>
                    <a:pt x="46" y="69"/>
                    <a:pt x="48" y="73"/>
                  </a:cubicBezTo>
                  <a:cubicBezTo>
                    <a:pt x="253" y="370"/>
                    <a:pt x="253" y="370"/>
                    <a:pt x="253" y="370"/>
                  </a:cubicBezTo>
                  <a:cubicBezTo>
                    <a:pt x="289" y="370"/>
                    <a:pt x="289" y="370"/>
                    <a:pt x="289" y="370"/>
                  </a:cubicBezTo>
                  <a:cubicBezTo>
                    <a:pt x="289" y="0"/>
                    <a:pt x="289" y="0"/>
                    <a:pt x="289" y="0"/>
                  </a:cubicBezTo>
                  <a:cubicBezTo>
                    <a:pt x="254" y="0"/>
                    <a:pt x="254" y="0"/>
                    <a:pt x="254" y="0"/>
                  </a:cubicBezTo>
                  <a:cubicBezTo>
                    <a:pt x="254" y="275"/>
                    <a:pt x="254" y="275"/>
                    <a:pt x="254" y="275"/>
                  </a:cubicBezTo>
                  <a:cubicBezTo>
                    <a:pt x="254" y="283"/>
                    <a:pt x="254" y="291"/>
                    <a:pt x="256" y="298"/>
                  </a:cubicBezTo>
                  <a:cubicBezTo>
                    <a:pt x="256" y="305"/>
                    <a:pt x="256" y="312"/>
                    <a:pt x="257" y="318"/>
                  </a:cubicBezTo>
                  <a:cubicBezTo>
                    <a:pt x="256" y="318"/>
                    <a:pt x="256" y="318"/>
                    <a:pt x="256" y="318"/>
                  </a:cubicBezTo>
                  <a:cubicBezTo>
                    <a:pt x="253" y="313"/>
                    <a:pt x="252" y="311"/>
                    <a:pt x="249" y="307"/>
                  </a:cubicBezTo>
                  <a:cubicBezTo>
                    <a:pt x="246" y="302"/>
                    <a:pt x="243" y="298"/>
                    <a:pt x="241" y="293"/>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6" name="Freeform 382">
              <a:extLst>
                <a:ext uri="{FF2B5EF4-FFF2-40B4-BE49-F238E27FC236}">
                  <a16:creationId xmlns:a16="http://schemas.microsoft.com/office/drawing/2014/main" id="{7013907E-87FB-F9E5-17D7-F307EFEC46C4}"/>
                </a:ext>
              </a:extLst>
            </p:cNvPr>
            <p:cNvSpPr>
              <a:spLocks noChangeArrowheads="1"/>
            </p:cNvSpPr>
            <p:nvPr/>
          </p:nvSpPr>
          <p:spPr bwMode="auto">
            <a:xfrm>
              <a:off x="5711825" y="809625"/>
              <a:ext cx="76200" cy="136525"/>
            </a:xfrm>
            <a:custGeom>
              <a:avLst/>
              <a:gdLst>
                <a:gd name="T0" fmla="*/ 41 w 210"/>
                <a:gd name="T1" fmla="*/ 375 h 381"/>
                <a:gd name="T2" fmla="*/ 41 w 210"/>
                <a:gd name="T3" fmla="*/ 375 h 381"/>
                <a:gd name="T4" fmla="*/ 66 w 210"/>
                <a:gd name="T5" fmla="*/ 379 h 381"/>
                <a:gd name="T6" fmla="*/ 86 w 210"/>
                <a:gd name="T7" fmla="*/ 380 h 381"/>
                <a:gd name="T8" fmla="*/ 136 w 210"/>
                <a:gd name="T9" fmla="*/ 375 h 381"/>
                <a:gd name="T10" fmla="*/ 174 w 210"/>
                <a:gd name="T11" fmla="*/ 357 h 381"/>
                <a:gd name="T12" fmla="*/ 199 w 210"/>
                <a:gd name="T13" fmla="*/ 325 h 381"/>
                <a:gd name="T14" fmla="*/ 209 w 210"/>
                <a:gd name="T15" fmla="*/ 283 h 381"/>
                <a:gd name="T16" fmla="*/ 203 w 210"/>
                <a:gd name="T17" fmla="*/ 251 h 381"/>
                <a:gd name="T18" fmla="*/ 185 w 210"/>
                <a:gd name="T19" fmla="*/ 225 h 381"/>
                <a:gd name="T20" fmla="*/ 156 w 210"/>
                <a:gd name="T21" fmla="*/ 200 h 381"/>
                <a:gd name="T22" fmla="*/ 117 w 210"/>
                <a:gd name="T23" fmla="*/ 176 h 381"/>
                <a:gd name="T24" fmla="*/ 80 w 210"/>
                <a:gd name="T25" fmla="*/ 155 h 381"/>
                <a:gd name="T26" fmla="*/ 55 w 210"/>
                <a:gd name="T27" fmla="*/ 137 h 381"/>
                <a:gd name="T28" fmla="*/ 41 w 210"/>
                <a:gd name="T29" fmla="*/ 117 h 381"/>
                <a:gd name="T30" fmla="*/ 37 w 210"/>
                <a:gd name="T31" fmla="*/ 92 h 381"/>
                <a:gd name="T32" fmla="*/ 43 w 210"/>
                <a:gd name="T33" fmla="*/ 66 h 381"/>
                <a:gd name="T34" fmla="*/ 60 w 210"/>
                <a:gd name="T35" fmla="*/ 47 h 381"/>
                <a:gd name="T36" fmla="*/ 85 w 210"/>
                <a:gd name="T37" fmla="*/ 34 h 381"/>
                <a:gd name="T38" fmla="*/ 117 w 210"/>
                <a:gd name="T39" fmla="*/ 30 h 381"/>
                <a:gd name="T40" fmla="*/ 194 w 210"/>
                <a:gd name="T41" fmla="*/ 49 h 381"/>
                <a:gd name="T42" fmla="*/ 194 w 210"/>
                <a:gd name="T43" fmla="*/ 11 h 381"/>
                <a:gd name="T44" fmla="*/ 121 w 210"/>
                <a:gd name="T45" fmla="*/ 0 h 381"/>
                <a:gd name="T46" fmla="*/ 74 w 210"/>
                <a:gd name="T47" fmla="*/ 5 h 381"/>
                <a:gd name="T48" fmla="*/ 36 w 210"/>
                <a:gd name="T49" fmla="*/ 25 h 381"/>
                <a:gd name="T50" fmla="*/ 10 w 210"/>
                <a:gd name="T51" fmla="*/ 55 h 381"/>
                <a:gd name="T52" fmla="*/ 0 w 210"/>
                <a:gd name="T53" fmla="*/ 96 h 381"/>
                <a:gd name="T54" fmla="*/ 5 w 210"/>
                <a:gd name="T55" fmla="*/ 128 h 381"/>
                <a:gd name="T56" fmla="*/ 22 w 210"/>
                <a:gd name="T57" fmla="*/ 154 h 381"/>
                <a:gd name="T58" fmla="*/ 49 w 210"/>
                <a:gd name="T59" fmla="*/ 177 h 381"/>
                <a:gd name="T60" fmla="*/ 89 w 210"/>
                <a:gd name="T61" fmla="*/ 200 h 381"/>
                <a:gd name="T62" fmla="*/ 126 w 210"/>
                <a:gd name="T63" fmla="*/ 222 h 381"/>
                <a:gd name="T64" fmla="*/ 152 w 210"/>
                <a:gd name="T65" fmla="*/ 242 h 381"/>
                <a:gd name="T66" fmla="*/ 167 w 210"/>
                <a:gd name="T67" fmla="*/ 262 h 381"/>
                <a:gd name="T68" fmla="*/ 173 w 210"/>
                <a:gd name="T69" fmla="*/ 287 h 381"/>
                <a:gd name="T70" fmla="*/ 152 w 210"/>
                <a:gd name="T71" fmla="*/ 334 h 381"/>
                <a:gd name="T72" fmla="*/ 89 w 210"/>
                <a:gd name="T73" fmla="*/ 350 h 381"/>
                <a:gd name="T74" fmla="*/ 66 w 210"/>
                <a:gd name="T75" fmla="*/ 349 h 381"/>
                <a:gd name="T76" fmla="*/ 43 w 210"/>
                <a:gd name="T77" fmla="*/ 342 h 381"/>
                <a:gd name="T78" fmla="*/ 19 w 210"/>
                <a:gd name="T79" fmla="*/ 334 h 381"/>
                <a:gd name="T80" fmla="*/ 0 w 210"/>
                <a:gd name="T81" fmla="*/ 321 h 381"/>
                <a:gd name="T82" fmla="*/ 0 w 210"/>
                <a:gd name="T83" fmla="*/ 361 h 381"/>
                <a:gd name="T84" fmla="*/ 18 w 210"/>
                <a:gd name="T85" fmla="*/ 369 h 381"/>
                <a:gd name="T86" fmla="*/ 41 w 210"/>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41" y="375"/>
                  </a:moveTo>
                  <a:lnTo>
                    <a:pt x="41" y="375"/>
                  </a:lnTo>
                  <a:cubicBezTo>
                    <a:pt x="49" y="377"/>
                    <a:pt x="58" y="379"/>
                    <a:pt x="66" y="379"/>
                  </a:cubicBezTo>
                  <a:cubicBezTo>
                    <a:pt x="74" y="380"/>
                    <a:pt x="81" y="380"/>
                    <a:pt x="86" y="380"/>
                  </a:cubicBezTo>
                  <a:cubicBezTo>
                    <a:pt x="104" y="380"/>
                    <a:pt x="121" y="379"/>
                    <a:pt x="136" y="375"/>
                  </a:cubicBezTo>
                  <a:cubicBezTo>
                    <a:pt x="151" y="371"/>
                    <a:pt x="163" y="365"/>
                    <a:pt x="174" y="357"/>
                  </a:cubicBezTo>
                  <a:cubicBezTo>
                    <a:pt x="185" y="349"/>
                    <a:pt x="194" y="338"/>
                    <a:pt x="199" y="325"/>
                  </a:cubicBezTo>
                  <a:cubicBezTo>
                    <a:pt x="206" y="314"/>
                    <a:pt x="209" y="299"/>
                    <a:pt x="209" y="283"/>
                  </a:cubicBezTo>
                  <a:cubicBezTo>
                    <a:pt x="209" y="272"/>
                    <a:pt x="206" y="261"/>
                    <a:pt x="203" y="251"/>
                  </a:cubicBezTo>
                  <a:cubicBezTo>
                    <a:pt x="199" y="242"/>
                    <a:pt x="194" y="233"/>
                    <a:pt x="185" y="225"/>
                  </a:cubicBezTo>
                  <a:cubicBezTo>
                    <a:pt x="178" y="215"/>
                    <a:pt x="169" y="207"/>
                    <a:pt x="156" y="200"/>
                  </a:cubicBezTo>
                  <a:cubicBezTo>
                    <a:pt x="145" y="192"/>
                    <a:pt x="132" y="184"/>
                    <a:pt x="117" y="176"/>
                  </a:cubicBezTo>
                  <a:cubicBezTo>
                    <a:pt x="102" y="167"/>
                    <a:pt x="89" y="161"/>
                    <a:pt x="80" y="155"/>
                  </a:cubicBezTo>
                  <a:cubicBezTo>
                    <a:pt x="69" y="150"/>
                    <a:pt x="60" y="143"/>
                    <a:pt x="55" y="137"/>
                  </a:cubicBezTo>
                  <a:cubicBezTo>
                    <a:pt x="48" y="130"/>
                    <a:pt x="44" y="124"/>
                    <a:pt x="41" y="117"/>
                  </a:cubicBezTo>
                  <a:cubicBezTo>
                    <a:pt x="38" y="110"/>
                    <a:pt x="37" y="102"/>
                    <a:pt x="37" y="92"/>
                  </a:cubicBezTo>
                  <a:cubicBezTo>
                    <a:pt x="37" y="82"/>
                    <a:pt x="38" y="73"/>
                    <a:pt x="43" y="66"/>
                  </a:cubicBezTo>
                  <a:cubicBezTo>
                    <a:pt x="47" y="58"/>
                    <a:pt x="52" y="51"/>
                    <a:pt x="60" y="47"/>
                  </a:cubicBezTo>
                  <a:cubicBezTo>
                    <a:pt x="67" y="41"/>
                    <a:pt x="75" y="37"/>
                    <a:pt x="85" y="34"/>
                  </a:cubicBezTo>
                  <a:cubicBezTo>
                    <a:pt x="95" y="32"/>
                    <a:pt x="106" y="30"/>
                    <a:pt x="117" y="30"/>
                  </a:cubicBezTo>
                  <a:cubicBezTo>
                    <a:pt x="145" y="30"/>
                    <a:pt x="172" y="37"/>
                    <a:pt x="194" y="49"/>
                  </a:cubicBezTo>
                  <a:cubicBezTo>
                    <a:pt x="194" y="11"/>
                    <a:pt x="194" y="11"/>
                    <a:pt x="194" y="11"/>
                  </a:cubicBezTo>
                  <a:cubicBezTo>
                    <a:pt x="173" y="4"/>
                    <a:pt x="150" y="0"/>
                    <a:pt x="121" y="0"/>
                  </a:cubicBezTo>
                  <a:cubicBezTo>
                    <a:pt x="104" y="0"/>
                    <a:pt x="88" y="1"/>
                    <a:pt x="74" y="5"/>
                  </a:cubicBezTo>
                  <a:cubicBezTo>
                    <a:pt x="59" y="11"/>
                    <a:pt x="47" y="16"/>
                    <a:pt x="36" y="25"/>
                  </a:cubicBezTo>
                  <a:cubicBezTo>
                    <a:pt x="25" y="34"/>
                    <a:pt x="16" y="44"/>
                    <a:pt x="10" y="55"/>
                  </a:cubicBezTo>
                  <a:cubicBezTo>
                    <a:pt x="4" y="67"/>
                    <a:pt x="0" y="81"/>
                    <a:pt x="0" y="96"/>
                  </a:cubicBezTo>
                  <a:cubicBezTo>
                    <a:pt x="0" y="107"/>
                    <a:pt x="3" y="118"/>
                    <a:pt x="5" y="128"/>
                  </a:cubicBezTo>
                  <a:cubicBezTo>
                    <a:pt x="10" y="137"/>
                    <a:pt x="14" y="146"/>
                    <a:pt x="22" y="154"/>
                  </a:cubicBezTo>
                  <a:cubicBezTo>
                    <a:pt x="29" y="161"/>
                    <a:pt x="37" y="169"/>
                    <a:pt x="49" y="177"/>
                  </a:cubicBezTo>
                  <a:cubicBezTo>
                    <a:pt x="60" y="184"/>
                    <a:pt x="74" y="192"/>
                    <a:pt x="89" y="200"/>
                  </a:cubicBezTo>
                  <a:cubicBezTo>
                    <a:pt x="104" y="209"/>
                    <a:pt x="117" y="215"/>
                    <a:pt x="126" y="222"/>
                  </a:cubicBezTo>
                  <a:cubicBezTo>
                    <a:pt x="137" y="228"/>
                    <a:pt x="145" y="235"/>
                    <a:pt x="152" y="242"/>
                  </a:cubicBezTo>
                  <a:cubicBezTo>
                    <a:pt x="159" y="247"/>
                    <a:pt x="165" y="254"/>
                    <a:pt x="167" y="262"/>
                  </a:cubicBezTo>
                  <a:cubicBezTo>
                    <a:pt x="172" y="269"/>
                    <a:pt x="173" y="277"/>
                    <a:pt x="173" y="287"/>
                  </a:cubicBezTo>
                  <a:cubicBezTo>
                    <a:pt x="173" y="307"/>
                    <a:pt x="166" y="323"/>
                    <a:pt x="152" y="334"/>
                  </a:cubicBezTo>
                  <a:cubicBezTo>
                    <a:pt x="137" y="345"/>
                    <a:pt x="117" y="350"/>
                    <a:pt x="89" y="350"/>
                  </a:cubicBezTo>
                  <a:cubicBezTo>
                    <a:pt x="82" y="350"/>
                    <a:pt x="74" y="350"/>
                    <a:pt x="66" y="349"/>
                  </a:cubicBezTo>
                  <a:cubicBezTo>
                    <a:pt x="59" y="347"/>
                    <a:pt x="51" y="345"/>
                    <a:pt x="43" y="342"/>
                  </a:cubicBezTo>
                  <a:cubicBezTo>
                    <a:pt x="34" y="340"/>
                    <a:pt x="27" y="336"/>
                    <a:pt x="19" y="334"/>
                  </a:cubicBezTo>
                  <a:cubicBezTo>
                    <a:pt x="12" y="329"/>
                    <a:pt x="5" y="325"/>
                    <a:pt x="0" y="321"/>
                  </a:cubicBezTo>
                  <a:cubicBezTo>
                    <a:pt x="0" y="361"/>
                    <a:pt x="0" y="361"/>
                    <a:pt x="0" y="361"/>
                  </a:cubicBezTo>
                  <a:cubicBezTo>
                    <a:pt x="4" y="364"/>
                    <a:pt x="10" y="367"/>
                    <a:pt x="18" y="369"/>
                  </a:cubicBezTo>
                  <a:cubicBezTo>
                    <a:pt x="25" y="372"/>
                    <a:pt x="33" y="373"/>
                    <a:pt x="41"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57" name="Group 460">
            <a:extLst>
              <a:ext uri="{FF2B5EF4-FFF2-40B4-BE49-F238E27FC236}">
                <a16:creationId xmlns:a16="http://schemas.microsoft.com/office/drawing/2014/main" id="{A65D8020-7AB8-E76E-99BB-6F0B542ACAE1}"/>
              </a:ext>
            </a:extLst>
          </p:cNvPr>
          <p:cNvGrpSpPr/>
          <p:nvPr/>
        </p:nvGrpSpPr>
        <p:grpSpPr>
          <a:xfrm>
            <a:off x="5280149" y="1879228"/>
            <a:ext cx="222250" cy="252412"/>
            <a:chOff x="4138613" y="2214563"/>
            <a:chExt cx="222250" cy="252412"/>
          </a:xfrm>
          <a:solidFill>
            <a:schemeClr val="tx2"/>
          </a:solidFill>
        </p:grpSpPr>
        <p:sp>
          <p:nvSpPr>
            <p:cNvPr id="458" name="Freeform 383">
              <a:extLst>
                <a:ext uri="{FF2B5EF4-FFF2-40B4-BE49-F238E27FC236}">
                  <a16:creationId xmlns:a16="http://schemas.microsoft.com/office/drawing/2014/main" id="{AD164220-F9AB-676B-5CFE-6E935BA990C3}"/>
                </a:ext>
              </a:extLst>
            </p:cNvPr>
            <p:cNvSpPr>
              <a:spLocks noChangeArrowheads="1"/>
            </p:cNvSpPr>
            <p:nvPr/>
          </p:nvSpPr>
          <p:spPr bwMode="auto">
            <a:xfrm>
              <a:off x="4202113" y="2214563"/>
              <a:ext cx="95250" cy="115887"/>
            </a:xfrm>
            <a:custGeom>
              <a:avLst/>
              <a:gdLst>
                <a:gd name="T0" fmla="*/ 131 w 264"/>
                <a:gd name="T1" fmla="*/ 322 h 323"/>
                <a:gd name="T2" fmla="*/ 131 w 264"/>
                <a:gd name="T3" fmla="*/ 322 h 323"/>
                <a:gd name="T4" fmla="*/ 263 w 264"/>
                <a:gd name="T5" fmla="*/ 190 h 323"/>
                <a:gd name="T6" fmla="*/ 263 w 264"/>
                <a:gd name="T7" fmla="*/ 131 h 323"/>
                <a:gd name="T8" fmla="*/ 131 w 264"/>
                <a:gd name="T9" fmla="*/ 0 h 323"/>
                <a:gd name="T10" fmla="*/ 0 w 264"/>
                <a:gd name="T11" fmla="*/ 131 h 323"/>
                <a:gd name="T12" fmla="*/ 0 w 264"/>
                <a:gd name="T13" fmla="*/ 190 h 323"/>
                <a:gd name="T14" fmla="*/ 131 w 264"/>
                <a:gd name="T15" fmla="*/ 322 h 323"/>
                <a:gd name="T16" fmla="*/ 30 w 264"/>
                <a:gd name="T17" fmla="*/ 131 h 323"/>
                <a:gd name="T18" fmla="*/ 30 w 264"/>
                <a:gd name="T19" fmla="*/ 131 h 323"/>
                <a:gd name="T20" fmla="*/ 60 w 264"/>
                <a:gd name="T21" fmla="*/ 59 h 323"/>
                <a:gd name="T22" fmla="*/ 131 w 264"/>
                <a:gd name="T23" fmla="*/ 29 h 323"/>
                <a:gd name="T24" fmla="*/ 204 w 264"/>
                <a:gd name="T25" fmla="*/ 59 h 323"/>
                <a:gd name="T26" fmla="*/ 234 w 264"/>
                <a:gd name="T27" fmla="*/ 131 h 323"/>
                <a:gd name="T28" fmla="*/ 234 w 264"/>
                <a:gd name="T29" fmla="*/ 190 h 323"/>
                <a:gd name="T30" fmla="*/ 204 w 264"/>
                <a:gd name="T31" fmla="*/ 263 h 323"/>
                <a:gd name="T32" fmla="*/ 131 w 264"/>
                <a:gd name="T33" fmla="*/ 292 h 323"/>
                <a:gd name="T34" fmla="*/ 60 w 264"/>
                <a:gd name="T35" fmla="*/ 263 h 323"/>
                <a:gd name="T36" fmla="*/ 30 w 264"/>
                <a:gd name="T37" fmla="*/ 190 h 323"/>
                <a:gd name="T38" fmla="*/ 30 w 264"/>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4" h="323">
                  <a:moveTo>
                    <a:pt x="131" y="322"/>
                  </a:moveTo>
                  <a:lnTo>
                    <a:pt x="131" y="322"/>
                  </a:lnTo>
                  <a:cubicBezTo>
                    <a:pt x="204" y="322"/>
                    <a:pt x="263" y="263"/>
                    <a:pt x="263" y="190"/>
                  </a:cubicBezTo>
                  <a:cubicBezTo>
                    <a:pt x="263" y="131"/>
                    <a:pt x="263" y="131"/>
                    <a:pt x="263" y="131"/>
                  </a:cubicBezTo>
                  <a:cubicBezTo>
                    <a:pt x="263" y="59"/>
                    <a:pt x="204" y="0"/>
                    <a:pt x="131" y="0"/>
                  </a:cubicBezTo>
                  <a:cubicBezTo>
                    <a:pt x="59" y="0"/>
                    <a:pt x="0" y="59"/>
                    <a:pt x="0" y="131"/>
                  </a:cubicBezTo>
                  <a:cubicBezTo>
                    <a:pt x="0" y="190"/>
                    <a:pt x="0" y="190"/>
                    <a:pt x="0" y="190"/>
                  </a:cubicBezTo>
                  <a:cubicBezTo>
                    <a:pt x="0" y="263"/>
                    <a:pt x="59" y="322"/>
                    <a:pt x="131" y="322"/>
                  </a:cubicBezTo>
                  <a:close/>
                  <a:moveTo>
                    <a:pt x="30" y="131"/>
                  </a:moveTo>
                  <a:lnTo>
                    <a:pt x="30" y="131"/>
                  </a:lnTo>
                  <a:cubicBezTo>
                    <a:pt x="30" y="103"/>
                    <a:pt x="41" y="78"/>
                    <a:pt x="60" y="59"/>
                  </a:cubicBezTo>
                  <a:cubicBezTo>
                    <a:pt x="78" y="41"/>
                    <a:pt x="104" y="29"/>
                    <a:pt x="131" y="29"/>
                  </a:cubicBezTo>
                  <a:cubicBezTo>
                    <a:pt x="160" y="29"/>
                    <a:pt x="186" y="41"/>
                    <a:pt x="204" y="59"/>
                  </a:cubicBezTo>
                  <a:cubicBezTo>
                    <a:pt x="223" y="78"/>
                    <a:pt x="234" y="103"/>
                    <a:pt x="234" y="131"/>
                  </a:cubicBezTo>
                  <a:cubicBezTo>
                    <a:pt x="234" y="190"/>
                    <a:pt x="234" y="190"/>
                    <a:pt x="234" y="190"/>
                  </a:cubicBezTo>
                  <a:cubicBezTo>
                    <a:pt x="234" y="218"/>
                    <a:pt x="223" y="244"/>
                    <a:pt x="204" y="263"/>
                  </a:cubicBezTo>
                  <a:cubicBezTo>
                    <a:pt x="186" y="281"/>
                    <a:pt x="160" y="292"/>
                    <a:pt x="131" y="292"/>
                  </a:cubicBezTo>
                  <a:cubicBezTo>
                    <a:pt x="104" y="292"/>
                    <a:pt x="78" y="281"/>
                    <a:pt x="60" y="263"/>
                  </a:cubicBezTo>
                  <a:cubicBezTo>
                    <a:pt x="41" y="244"/>
                    <a:pt x="30" y="218"/>
                    <a:pt x="30" y="190"/>
                  </a:cubicBezTo>
                  <a:lnTo>
                    <a:pt x="30"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9" name="Freeform 384">
              <a:extLst>
                <a:ext uri="{FF2B5EF4-FFF2-40B4-BE49-F238E27FC236}">
                  <a16:creationId xmlns:a16="http://schemas.microsoft.com/office/drawing/2014/main" id="{BA118114-E3A8-0C32-B2AB-9CC96561B98C}"/>
                </a:ext>
              </a:extLst>
            </p:cNvPr>
            <p:cNvSpPr>
              <a:spLocks noChangeArrowheads="1"/>
            </p:cNvSpPr>
            <p:nvPr/>
          </p:nvSpPr>
          <p:spPr bwMode="auto">
            <a:xfrm>
              <a:off x="4138613" y="2351088"/>
              <a:ext cx="222250" cy="115887"/>
            </a:xfrm>
            <a:custGeom>
              <a:avLst/>
              <a:gdLst>
                <a:gd name="T0" fmla="*/ 0 w 616"/>
                <a:gd name="T1" fmla="*/ 196 h 323"/>
                <a:gd name="T2" fmla="*/ 0 w 616"/>
                <a:gd name="T3" fmla="*/ 196 h 323"/>
                <a:gd name="T4" fmla="*/ 0 w 616"/>
                <a:gd name="T5" fmla="*/ 279 h 323"/>
                <a:gd name="T6" fmla="*/ 45 w 616"/>
                <a:gd name="T7" fmla="*/ 322 h 323"/>
                <a:gd name="T8" fmla="*/ 571 w 616"/>
                <a:gd name="T9" fmla="*/ 322 h 323"/>
                <a:gd name="T10" fmla="*/ 615 w 616"/>
                <a:gd name="T11" fmla="*/ 279 h 323"/>
                <a:gd name="T12" fmla="*/ 615 w 616"/>
                <a:gd name="T13" fmla="*/ 196 h 323"/>
                <a:gd name="T14" fmla="*/ 420 w 616"/>
                <a:gd name="T15" fmla="*/ 0 h 323"/>
                <a:gd name="T16" fmla="*/ 420 w 616"/>
                <a:gd name="T17" fmla="*/ 0 h 323"/>
                <a:gd name="T18" fmla="*/ 391 w 616"/>
                <a:gd name="T19" fmla="*/ 16 h 323"/>
                <a:gd name="T20" fmla="*/ 307 w 616"/>
                <a:gd name="T21" fmla="*/ 59 h 323"/>
                <a:gd name="T22" fmla="*/ 225 w 616"/>
                <a:gd name="T23" fmla="*/ 16 h 323"/>
                <a:gd name="T24" fmla="*/ 196 w 616"/>
                <a:gd name="T25" fmla="*/ 0 h 323"/>
                <a:gd name="T26" fmla="*/ 196 w 616"/>
                <a:gd name="T27" fmla="*/ 0 h 323"/>
                <a:gd name="T28" fmla="*/ 0 w 616"/>
                <a:gd name="T29" fmla="*/ 196 h 323"/>
                <a:gd name="T30" fmla="*/ 196 w 616"/>
                <a:gd name="T31" fmla="*/ 30 h 323"/>
                <a:gd name="T32" fmla="*/ 196 w 616"/>
                <a:gd name="T33" fmla="*/ 30 h 323"/>
                <a:gd name="T34" fmla="*/ 196 w 616"/>
                <a:gd name="T35" fmla="*/ 30 h 323"/>
                <a:gd name="T36" fmla="*/ 200 w 616"/>
                <a:gd name="T37" fmla="*/ 33 h 323"/>
                <a:gd name="T38" fmla="*/ 307 w 616"/>
                <a:gd name="T39" fmla="*/ 88 h 323"/>
                <a:gd name="T40" fmla="*/ 416 w 616"/>
                <a:gd name="T41" fmla="*/ 33 h 323"/>
                <a:gd name="T42" fmla="*/ 420 w 616"/>
                <a:gd name="T43" fmla="*/ 30 h 323"/>
                <a:gd name="T44" fmla="*/ 420 w 616"/>
                <a:gd name="T45" fmla="*/ 30 h 323"/>
                <a:gd name="T46" fmla="*/ 538 w 616"/>
                <a:gd name="T47" fmla="*/ 78 h 323"/>
                <a:gd name="T48" fmla="*/ 586 w 616"/>
                <a:gd name="T49" fmla="*/ 196 h 323"/>
                <a:gd name="T50" fmla="*/ 586 w 616"/>
                <a:gd name="T51" fmla="*/ 279 h 323"/>
                <a:gd name="T52" fmla="*/ 571 w 616"/>
                <a:gd name="T53" fmla="*/ 294 h 323"/>
                <a:gd name="T54" fmla="*/ 45 w 616"/>
                <a:gd name="T55" fmla="*/ 294 h 323"/>
                <a:gd name="T56" fmla="*/ 30 w 616"/>
                <a:gd name="T57" fmla="*/ 279 h 323"/>
                <a:gd name="T58" fmla="*/ 30 w 616"/>
                <a:gd name="T59" fmla="*/ 196 h 323"/>
                <a:gd name="T60" fmla="*/ 78 w 616"/>
                <a:gd name="T61" fmla="*/ 78 h 323"/>
                <a:gd name="T62" fmla="*/ 196 w 616"/>
                <a:gd name="T63" fmla="*/ 30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6"/>
                  </a:moveTo>
                  <a:lnTo>
                    <a:pt x="0" y="196"/>
                  </a:lnTo>
                  <a:cubicBezTo>
                    <a:pt x="0" y="279"/>
                    <a:pt x="0" y="279"/>
                    <a:pt x="0" y="279"/>
                  </a:cubicBezTo>
                  <a:cubicBezTo>
                    <a:pt x="0" y="303"/>
                    <a:pt x="21" y="322"/>
                    <a:pt x="45" y="322"/>
                  </a:cubicBezTo>
                  <a:cubicBezTo>
                    <a:pt x="571" y="322"/>
                    <a:pt x="571" y="322"/>
                    <a:pt x="571" y="322"/>
                  </a:cubicBezTo>
                  <a:cubicBezTo>
                    <a:pt x="596" y="322"/>
                    <a:pt x="615" y="303"/>
                    <a:pt x="615" y="279"/>
                  </a:cubicBezTo>
                  <a:cubicBezTo>
                    <a:pt x="615" y="196"/>
                    <a:pt x="615" y="196"/>
                    <a:pt x="615" y="196"/>
                  </a:cubicBezTo>
                  <a:cubicBezTo>
                    <a:pt x="615" y="88"/>
                    <a:pt x="528" y="0"/>
                    <a:pt x="420" y="0"/>
                  </a:cubicBezTo>
                  <a:lnTo>
                    <a:pt x="420" y="0"/>
                  </a:lnTo>
                  <a:cubicBezTo>
                    <a:pt x="408" y="0"/>
                    <a:pt x="398" y="7"/>
                    <a:pt x="391" y="16"/>
                  </a:cubicBezTo>
                  <a:cubicBezTo>
                    <a:pt x="373" y="42"/>
                    <a:pt x="343" y="59"/>
                    <a:pt x="307" y="59"/>
                  </a:cubicBezTo>
                  <a:cubicBezTo>
                    <a:pt x="273" y="59"/>
                    <a:pt x="243" y="42"/>
                    <a:pt x="225" y="16"/>
                  </a:cubicBezTo>
                  <a:cubicBezTo>
                    <a:pt x="218" y="7"/>
                    <a:pt x="209" y="0"/>
                    <a:pt x="196" y="0"/>
                  </a:cubicBezTo>
                  <a:lnTo>
                    <a:pt x="196" y="0"/>
                  </a:lnTo>
                  <a:cubicBezTo>
                    <a:pt x="88" y="0"/>
                    <a:pt x="0" y="88"/>
                    <a:pt x="0" y="196"/>
                  </a:cubicBezTo>
                  <a:close/>
                  <a:moveTo>
                    <a:pt x="196" y="30"/>
                  </a:moveTo>
                  <a:lnTo>
                    <a:pt x="196" y="30"/>
                  </a:lnTo>
                  <a:lnTo>
                    <a:pt x="196" y="30"/>
                  </a:lnTo>
                  <a:cubicBezTo>
                    <a:pt x="198" y="30"/>
                    <a:pt x="199" y="30"/>
                    <a:pt x="200" y="33"/>
                  </a:cubicBezTo>
                  <a:cubicBezTo>
                    <a:pt x="225" y="67"/>
                    <a:pt x="264" y="88"/>
                    <a:pt x="307" y="88"/>
                  </a:cubicBezTo>
                  <a:cubicBezTo>
                    <a:pt x="353" y="88"/>
                    <a:pt x="391" y="67"/>
                    <a:pt x="416" y="33"/>
                  </a:cubicBezTo>
                  <a:cubicBezTo>
                    <a:pt x="417" y="30"/>
                    <a:pt x="419" y="30"/>
                    <a:pt x="420" y="30"/>
                  </a:cubicBezTo>
                  <a:lnTo>
                    <a:pt x="420" y="30"/>
                  </a:lnTo>
                  <a:cubicBezTo>
                    <a:pt x="467" y="30"/>
                    <a:pt x="508" y="48"/>
                    <a:pt x="538" y="78"/>
                  </a:cubicBezTo>
                  <a:cubicBezTo>
                    <a:pt x="568" y="108"/>
                    <a:pt x="586" y="150"/>
                    <a:pt x="586" y="196"/>
                  </a:cubicBezTo>
                  <a:cubicBezTo>
                    <a:pt x="586" y="279"/>
                    <a:pt x="586" y="279"/>
                    <a:pt x="586" y="279"/>
                  </a:cubicBezTo>
                  <a:cubicBezTo>
                    <a:pt x="586" y="287"/>
                    <a:pt x="579" y="294"/>
                    <a:pt x="571" y="294"/>
                  </a:cubicBezTo>
                  <a:cubicBezTo>
                    <a:pt x="45" y="294"/>
                    <a:pt x="45" y="294"/>
                    <a:pt x="45" y="294"/>
                  </a:cubicBezTo>
                  <a:cubicBezTo>
                    <a:pt x="37" y="294"/>
                    <a:pt x="30" y="287"/>
                    <a:pt x="30" y="279"/>
                  </a:cubicBezTo>
                  <a:cubicBezTo>
                    <a:pt x="30" y="196"/>
                    <a:pt x="30" y="196"/>
                    <a:pt x="30" y="196"/>
                  </a:cubicBezTo>
                  <a:cubicBezTo>
                    <a:pt x="30" y="150"/>
                    <a:pt x="48" y="108"/>
                    <a:pt x="78" y="78"/>
                  </a:cubicBezTo>
                  <a:cubicBezTo>
                    <a:pt x="108" y="48"/>
                    <a:pt x="150" y="30"/>
                    <a:pt x="19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0" name="Group 463">
            <a:extLst>
              <a:ext uri="{FF2B5EF4-FFF2-40B4-BE49-F238E27FC236}">
                <a16:creationId xmlns:a16="http://schemas.microsoft.com/office/drawing/2014/main" id="{633A311B-B39E-9A7C-25EE-1704F4142792}"/>
              </a:ext>
            </a:extLst>
          </p:cNvPr>
          <p:cNvGrpSpPr/>
          <p:nvPr/>
        </p:nvGrpSpPr>
        <p:grpSpPr>
          <a:xfrm>
            <a:off x="6297736" y="1879228"/>
            <a:ext cx="254000" cy="252412"/>
            <a:chOff x="5156200" y="2214563"/>
            <a:chExt cx="254000" cy="252412"/>
          </a:xfrm>
          <a:solidFill>
            <a:schemeClr val="tx2"/>
          </a:solidFill>
        </p:grpSpPr>
        <p:sp>
          <p:nvSpPr>
            <p:cNvPr id="461" name="Freeform 365">
              <a:extLst>
                <a:ext uri="{FF2B5EF4-FFF2-40B4-BE49-F238E27FC236}">
                  <a16:creationId xmlns:a16="http://schemas.microsoft.com/office/drawing/2014/main" id="{64D1A9DE-E6E4-8E36-2EBF-4A50E3BDBE3C}"/>
                </a:ext>
              </a:extLst>
            </p:cNvPr>
            <p:cNvSpPr>
              <a:spLocks noChangeArrowheads="1"/>
            </p:cNvSpPr>
            <p:nvPr/>
          </p:nvSpPr>
          <p:spPr bwMode="auto">
            <a:xfrm>
              <a:off x="5335588" y="2225675"/>
              <a:ext cx="74612" cy="74613"/>
            </a:xfrm>
            <a:custGeom>
              <a:avLst/>
              <a:gdLst>
                <a:gd name="T0" fmla="*/ 191 w 207"/>
                <a:gd name="T1" fmla="*/ 88 h 206"/>
                <a:gd name="T2" fmla="*/ 191 w 207"/>
                <a:gd name="T3" fmla="*/ 88 h 206"/>
                <a:gd name="T4" fmla="*/ 118 w 207"/>
                <a:gd name="T5" fmla="*/ 88 h 206"/>
                <a:gd name="T6" fmla="*/ 118 w 207"/>
                <a:gd name="T7" fmla="*/ 14 h 206"/>
                <a:gd name="T8" fmla="*/ 103 w 207"/>
                <a:gd name="T9" fmla="*/ 0 h 206"/>
                <a:gd name="T10" fmla="*/ 88 w 207"/>
                <a:gd name="T11" fmla="*/ 14 h 206"/>
                <a:gd name="T12" fmla="*/ 88 w 207"/>
                <a:gd name="T13" fmla="*/ 88 h 206"/>
                <a:gd name="T14" fmla="*/ 15 w 207"/>
                <a:gd name="T15" fmla="*/ 88 h 206"/>
                <a:gd name="T16" fmla="*/ 0 w 207"/>
                <a:gd name="T17" fmla="*/ 102 h 206"/>
                <a:gd name="T18" fmla="*/ 15 w 207"/>
                <a:gd name="T19" fmla="*/ 117 h 206"/>
                <a:gd name="T20" fmla="*/ 88 w 207"/>
                <a:gd name="T21" fmla="*/ 117 h 206"/>
                <a:gd name="T22" fmla="*/ 88 w 207"/>
                <a:gd name="T23" fmla="*/ 189 h 206"/>
                <a:gd name="T24" fmla="*/ 103 w 207"/>
                <a:gd name="T25" fmla="*/ 205 h 206"/>
                <a:gd name="T26" fmla="*/ 118 w 207"/>
                <a:gd name="T27" fmla="*/ 189 h 206"/>
                <a:gd name="T28" fmla="*/ 118 w 207"/>
                <a:gd name="T29" fmla="*/ 117 h 206"/>
                <a:gd name="T30" fmla="*/ 191 w 207"/>
                <a:gd name="T31" fmla="*/ 117 h 206"/>
                <a:gd name="T32" fmla="*/ 206 w 207"/>
                <a:gd name="T33" fmla="*/ 102 h 206"/>
                <a:gd name="T34" fmla="*/ 191 w 207"/>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91" y="88"/>
                  </a:moveTo>
                  <a:lnTo>
                    <a:pt x="191" y="88"/>
                  </a:lnTo>
                  <a:cubicBezTo>
                    <a:pt x="118" y="88"/>
                    <a:pt x="118" y="88"/>
                    <a:pt x="118" y="88"/>
                  </a:cubicBezTo>
                  <a:cubicBezTo>
                    <a:pt x="118" y="14"/>
                    <a:pt x="118" y="14"/>
                    <a:pt x="118" y="14"/>
                  </a:cubicBezTo>
                  <a:cubicBezTo>
                    <a:pt x="118" y="7"/>
                    <a:pt x="112"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89"/>
                    <a:pt x="88" y="189"/>
                    <a:pt x="88" y="189"/>
                  </a:cubicBezTo>
                  <a:cubicBezTo>
                    <a:pt x="88" y="198"/>
                    <a:pt x="95" y="205"/>
                    <a:pt x="103" y="205"/>
                  </a:cubicBezTo>
                  <a:cubicBezTo>
                    <a:pt x="112" y="205"/>
                    <a:pt x="118" y="198"/>
                    <a:pt x="118" y="189"/>
                  </a:cubicBezTo>
                  <a:cubicBezTo>
                    <a:pt x="118" y="117"/>
                    <a:pt x="118" y="117"/>
                    <a:pt x="118" y="117"/>
                  </a:cubicBezTo>
                  <a:cubicBezTo>
                    <a:pt x="191" y="117"/>
                    <a:pt x="191" y="117"/>
                    <a:pt x="191" y="117"/>
                  </a:cubicBezTo>
                  <a:cubicBezTo>
                    <a:pt x="199" y="117"/>
                    <a:pt x="206" y="110"/>
                    <a:pt x="206" y="102"/>
                  </a:cubicBezTo>
                  <a:cubicBezTo>
                    <a:pt x="206"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2" name="Freeform 385">
              <a:extLst>
                <a:ext uri="{FF2B5EF4-FFF2-40B4-BE49-F238E27FC236}">
                  <a16:creationId xmlns:a16="http://schemas.microsoft.com/office/drawing/2014/main" id="{BF418D86-3C04-8901-426D-9BBA20D61FCE}"/>
                </a:ext>
              </a:extLst>
            </p:cNvPr>
            <p:cNvSpPr>
              <a:spLocks noChangeArrowheads="1"/>
            </p:cNvSpPr>
            <p:nvPr/>
          </p:nvSpPr>
          <p:spPr bwMode="auto">
            <a:xfrm>
              <a:off x="5219700" y="2214563"/>
              <a:ext cx="95250" cy="115887"/>
            </a:xfrm>
            <a:custGeom>
              <a:avLst/>
              <a:gdLst>
                <a:gd name="T0" fmla="*/ 0 w 265"/>
                <a:gd name="T1" fmla="*/ 131 h 323"/>
                <a:gd name="T2" fmla="*/ 0 w 265"/>
                <a:gd name="T3" fmla="*/ 131 h 323"/>
                <a:gd name="T4" fmla="*/ 0 w 265"/>
                <a:gd name="T5" fmla="*/ 190 h 323"/>
                <a:gd name="T6" fmla="*/ 132 w 265"/>
                <a:gd name="T7" fmla="*/ 322 h 323"/>
                <a:gd name="T8" fmla="*/ 264 w 265"/>
                <a:gd name="T9" fmla="*/ 190 h 323"/>
                <a:gd name="T10" fmla="*/ 264 w 265"/>
                <a:gd name="T11" fmla="*/ 131 h 323"/>
                <a:gd name="T12" fmla="*/ 132 w 265"/>
                <a:gd name="T13" fmla="*/ 0 h 323"/>
                <a:gd name="T14" fmla="*/ 0 w 265"/>
                <a:gd name="T15" fmla="*/ 131 h 323"/>
                <a:gd name="T16" fmla="*/ 235 w 265"/>
                <a:gd name="T17" fmla="*/ 131 h 323"/>
                <a:gd name="T18" fmla="*/ 235 w 265"/>
                <a:gd name="T19" fmla="*/ 131 h 323"/>
                <a:gd name="T20" fmla="*/ 235 w 265"/>
                <a:gd name="T21" fmla="*/ 190 h 323"/>
                <a:gd name="T22" fmla="*/ 205 w 265"/>
                <a:gd name="T23" fmla="*/ 263 h 323"/>
                <a:gd name="T24" fmla="*/ 132 w 265"/>
                <a:gd name="T25" fmla="*/ 292 h 323"/>
                <a:gd name="T26" fmla="*/ 59 w 265"/>
                <a:gd name="T27" fmla="*/ 263 h 323"/>
                <a:gd name="T28" fmla="*/ 29 w 265"/>
                <a:gd name="T29" fmla="*/ 190 h 323"/>
                <a:gd name="T30" fmla="*/ 29 w 265"/>
                <a:gd name="T31" fmla="*/ 131 h 323"/>
                <a:gd name="T32" fmla="*/ 59 w 265"/>
                <a:gd name="T33" fmla="*/ 59 h 323"/>
                <a:gd name="T34" fmla="*/ 132 w 265"/>
                <a:gd name="T35" fmla="*/ 29 h 323"/>
                <a:gd name="T36" fmla="*/ 205 w 265"/>
                <a:gd name="T37" fmla="*/ 59 h 323"/>
                <a:gd name="T38" fmla="*/ 235 w 265"/>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5" h="323">
                  <a:moveTo>
                    <a:pt x="0" y="131"/>
                  </a:moveTo>
                  <a:lnTo>
                    <a:pt x="0" y="131"/>
                  </a:lnTo>
                  <a:cubicBezTo>
                    <a:pt x="0" y="190"/>
                    <a:pt x="0" y="190"/>
                    <a:pt x="0" y="190"/>
                  </a:cubicBezTo>
                  <a:cubicBezTo>
                    <a:pt x="0" y="263"/>
                    <a:pt x="59" y="322"/>
                    <a:pt x="132" y="322"/>
                  </a:cubicBezTo>
                  <a:cubicBezTo>
                    <a:pt x="205" y="322"/>
                    <a:pt x="264" y="263"/>
                    <a:pt x="264" y="190"/>
                  </a:cubicBezTo>
                  <a:cubicBezTo>
                    <a:pt x="264" y="131"/>
                    <a:pt x="264" y="131"/>
                    <a:pt x="264" y="131"/>
                  </a:cubicBezTo>
                  <a:cubicBezTo>
                    <a:pt x="264" y="59"/>
                    <a:pt x="205" y="0"/>
                    <a:pt x="132" y="0"/>
                  </a:cubicBezTo>
                  <a:cubicBezTo>
                    <a:pt x="59" y="0"/>
                    <a:pt x="0" y="59"/>
                    <a:pt x="0" y="131"/>
                  </a:cubicBezTo>
                  <a:close/>
                  <a:moveTo>
                    <a:pt x="235" y="131"/>
                  </a:moveTo>
                  <a:lnTo>
                    <a:pt x="235" y="131"/>
                  </a:lnTo>
                  <a:cubicBezTo>
                    <a:pt x="235" y="190"/>
                    <a:pt x="235" y="190"/>
                    <a:pt x="235" y="190"/>
                  </a:cubicBezTo>
                  <a:cubicBezTo>
                    <a:pt x="235" y="218"/>
                    <a:pt x="222" y="244"/>
                    <a:pt x="205" y="263"/>
                  </a:cubicBezTo>
                  <a:cubicBezTo>
                    <a:pt x="185" y="281"/>
                    <a:pt x="161" y="292"/>
                    <a:pt x="132" y="292"/>
                  </a:cubicBezTo>
                  <a:cubicBezTo>
                    <a:pt x="103" y="292"/>
                    <a:pt x="78" y="281"/>
                    <a:pt x="59" y="263"/>
                  </a:cubicBezTo>
                  <a:cubicBezTo>
                    <a:pt x="41" y="244"/>
                    <a:pt x="29" y="218"/>
                    <a:pt x="29" y="190"/>
                  </a:cubicBezTo>
                  <a:cubicBezTo>
                    <a:pt x="29" y="131"/>
                    <a:pt x="29" y="131"/>
                    <a:pt x="29" y="131"/>
                  </a:cubicBezTo>
                  <a:cubicBezTo>
                    <a:pt x="29" y="103"/>
                    <a:pt x="41" y="78"/>
                    <a:pt x="59" y="59"/>
                  </a:cubicBezTo>
                  <a:cubicBezTo>
                    <a:pt x="78" y="41"/>
                    <a:pt x="103" y="29"/>
                    <a:pt x="132" y="29"/>
                  </a:cubicBezTo>
                  <a:cubicBezTo>
                    <a:pt x="161" y="29"/>
                    <a:pt x="185" y="41"/>
                    <a:pt x="205" y="59"/>
                  </a:cubicBezTo>
                  <a:cubicBezTo>
                    <a:pt x="222" y="78"/>
                    <a:pt x="235" y="103"/>
                    <a:pt x="23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86">
              <a:extLst>
                <a:ext uri="{FF2B5EF4-FFF2-40B4-BE49-F238E27FC236}">
                  <a16:creationId xmlns:a16="http://schemas.microsoft.com/office/drawing/2014/main" id="{86DDDCBD-63C9-80B1-8498-FA19F2740D85}"/>
                </a:ext>
              </a:extLst>
            </p:cNvPr>
            <p:cNvSpPr>
              <a:spLocks noChangeArrowheads="1"/>
            </p:cNvSpPr>
            <p:nvPr/>
          </p:nvSpPr>
          <p:spPr bwMode="auto">
            <a:xfrm>
              <a:off x="5156200" y="2351088"/>
              <a:ext cx="222250" cy="115887"/>
            </a:xfrm>
            <a:custGeom>
              <a:avLst/>
              <a:gdLst>
                <a:gd name="T0" fmla="*/ 46 w 616"/>
                <a:gd name="T1" fmla="*/ 322 h 323"/>
                <a:gd name="T2" fmla="*/ 46 w 616"/>
                <a:gd name="T3" fmla="*/ 322 h 323"/>
                <a:gd name="T4" fmla="*/ 570 w 616"/>
                <a:gd name="T5" fmla="*/ 322 h 323"/>
                <a:gd name="T6" fmla="*/ 615 w 616"/>
                <a:gd name="T7" fmla="*/ 279 h 323"/>
                <a:gd name="T8" fmla="*/ 615 w 616"/>
                <a:gd name="T9" fmla="*/ 196 h 323"/>
                <a:gd name="T10" fmla="*/ 420 w 616"/>
                <a:gd name="T11" fmla="*/ 0 h 323"/>
                <a:gd name="T12" fmla="*/ 420 w 616"/>
                <a:gd name="T13" fmla="*/ 0 h 323"/>
                <a:gd name="T14" fmla="*/ 392 w 616"/>
                <a:gd name="T15" fmla="*/ 16 h 323"/>
                <a:gd name="T16" fmla="*/ 308 w 616"/>
                <a:gd name="T17" fmla="*/ 59 h 323"/>
                <a:gd name="T18" fmla="*/ 224 w 616"/>
                <a:gd name="T19" fmla="*/ 16 h 323"/>
                <a:gd name="T20" fmla="*/ 195 w 616"/>
                <a:gd name="T21" fmla="*/ 0 h 323"/>
                <a:gd name="T22" fmla="*/ 195 w 616"/>
                <a:gd name="T23" fmla="*/ 0 h 323"/>
                <a:gd name="T24" fmla="*/ 0 w 616"/>
                <a:gd name="T25" fmla="*/ 196 h 323"/>
                <a:gd name="T26" fmla="*/ 0 w 616"/>
                <a:gd name="T27" fmla="*/ 279 h 323"/>
                <a:gd name="T28" fmla="*/ 46 w 616"/>
                <a:gd name="T29" fmla="*/ 322 h 323"/>
                <a:gd name="T30" fmla="*/ 29 w 616"/>
                <a:gd name="T31" fmla="*/ 196 h 323"/>
                <a:gd name="T32" fmla="*/ 29 w 616"/>
                <a:gd name="T33" fmla="*/ 196 h 323"/>
                <a:gd name="T34" fmla="*/ 79 w 616"/>
                <a:gd name="T35" fmla="*/ 78 h 323"/>
                <a:gd name="T36" fmla="*/ 195 w 616"/>
                <a:gd name="T37" fmla="*/ 30 h 323"/>
                <a:gd name="T38" fmla="*/ 195 w 616"/>
                <a:gd name="T39" fmla="*/ 30 h 323"/>
                <a:gd name="T40" fmla="*/ 201 w 616"/>
                <a:gd name="T41" fmla="*/ 33 h 323"/>
                <a:gd name="T42" fmla="*/ 308 w 616"/>
                <a:gd name="T43" fmla="*/ 88 h 323"/>
                <a:gd name="T44" fmla="*/ 415 w 616"/>
                <a:gd name="T45" fmla="*/ 33 h 323"/>
                <a:gd name="T46" fmla="*/ 420 w 616"/>
                <a:gd name="T47" fmla="*/ 30 h 323"/>
                <a:gd name="T48" fmla="*/ 420 w 616"/>
                <a:gd name="T49" fmla="*/ 30 h 323"/>
                <a:gd name="T50" fmla="*/ 537 w 616"/>
                <a:gd name="T51" fmla="*/ 78 h 323"/>
                <a:gd name="T52" fmla="*/ 586 w 616"/>
                <a:gd name="T53" fmla="*/ 196 h 323"/>
                <a:gd name="T54" fmla="*/ 586 w 616"/>
                <a:gd name="T55" fmla="*/ 279 h 323"/>
                <a:gd name="T56" fmla="*/ 570 w 616"/>
                <a:gd name="T57" fmla="*/ 294 h 323"/>
                <a:gd name="T58" fmla="*/ 46 w 616"/>
                <a:gd name="T59" fmla="*/ 294 h 323"/>
                <a:gd name="T60" fmla="*/ 29 w 616"/>
                <a:gd name="T61" fmla="*/ 279 h 323"/>
                <a:gd name="T62" fmla="*/ 29 w 616"/>
                <a:gd name="T63" fmla="*/ 196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46" y="322"/>
                  </a:moveTo>
                  <a:lnTo>
                    <a:pt x="46" y="322"/>
                  </a:lnTo>
                  <a:cubicBezTo>
                    <a:pt x="570" y="322"/>
                    <a:pt x="570" y="322"/>
                    <a:pt x="570" y="322"/>
                  </a:cubicBezTo>
                  <a:cubicBezTo>
                    <a:pt x="595" y="322"/>
                    <a:pt x="615" y="303"/>
                    <a:pt x="615" y="279"/>
                  </a:cubicBezTo>
                  <a:cubicBezTo>
                    <a:pt x="615" y="196"/>
                    <a:pt x="615" y="196"/>
                    <a:pt x="615" y="196"/>
                  </a:cubicBezTo>
                  <a:cubicBezTo>
                    <a:pt x="615" y="88"/>
                    <a:pt x="527" y="0"/>
                    <a:pt x="420" y="0"/>
                  </a:cubicBezTo>
                  <a:lnTo>
                    <a:pt x="420" y="0"/>
                  </a:lnTo>
                  <a:cubicBezTo>
                    <a:pt x="408" y="0"/>
                    <a:pt x="397" y="7"/>
                    <a:pt x="392" y="16"/>
                  </a:cubicBezTo>
                  <a:cubicBezTo>
                    <a:pt x="372" y="42"/>
                    <a:pt x="342" y="59"/>
                    <a:pt x="308" y="59"/>
                  </a:cubicBezTo>
                  <a:cubicBezTo>
                    <a:pt x="274" y="59"/>
                    <a:pt x="243" y="42"/>
                    <a:pt x="224" y="16"/>
                  </a:cubicBezTo>
                  <a:cubicBezTo>
                    <a:pt x="219" y="7"/>
                    <a:pt x="208" y="0"/>
                    <a:pt x="195" y="0"/>
                  </a:cubicBezTo>
                  <a:lnTo>
                    <a:pt x="195" y="0"/>
                  </a:lnTo>
                  <a:cubicBezTo>
                    <a:pt x="88" y="0"/>
                    <a:pt x="0" y="88"/>
                    <a:pt x="0" y="196"/>
                  </a:cubicBezTo>
                  <a:cubicBezTo>
                    <a:pt x="0" y="279"/>
                    <a:pt x="0" y="279"/>
                    <a:pt x="0" y="279"/>
                  </a:cubicBezTo>
                  <a:cubicBezTo>
                    <a:pt x="0" y="303"/>
                    <a:pt x="21" y="322"/>
                    <a:pt x="46" y="322"/>
                  </a:cubicBezTo>
                  <a:close/>
                  <a:moveTo>
                    <a:pt x="29" y="196"/>
                  </a:moveTo>
                  <a:lnTo>
                    <a:pt x="29" y="196"/>
                  </a:lnTo>
                  <a:cubicBezTo>
                    <a:pt x="29" y="150"/>
                    <a:pt x="48" y="108"/>
                    <a:pt x="79" y="78"/>
                  </a:cubicBezTo>
                  <a:cubicBezTo>
                    <a:pt x="109" y="48"/>
                    <a:pt x="150" y="30"/>
                    <a:pt x="195" y="30"/>
                  </a:cubicBezTo>
                  <a:lnTo>
                    <a:pt x="195" y="30"/>
                  </a:lnTo>
                  <a:cubicBezTo>
                    <a:pt x="197" y="30"/>
                    <a:pt x="199" y="30"/>
                    <a:pt x="201" y="33"/>
                  </a:cubicBezTo>
                  <a:cubicBezTo>
                    <a:pt x="224" y="67"/>
                    <a:pt x="264" y="88"/>
                    <a:pt x="308" y="88"/>
                  </a:cubicBezTo>
                  <a:cubicBezTo>
                    <a:pt x="352" y="88"/>
                    <a:pt x="392" y="67"/>
                    <a:pt x="415" y="33"/>
                  </a:cubicBezTo>
                  <a:cubicBezTo>
                    <a:pt x="418" y="30"/>
                    <a:pt x="419" y="30"/>
                    <a:pt x="420" y="30"/>
                  </a:cubicBezTo>
                  <a:lnTo>
                    <a:pt x="420" y="30"/>
                  </a:lnTo>
                  <a:cubicBezTo>
                    <a:pt x="466" y="30"/>
                    <a:pt x="508" y="48"/>
                    <a:pt x="537" y="78"/>
                  </a:cubicBezTo>
                  <a:cubicBezTo>
                    <a:pt x="567" y="108"/>
                    <a:pt x="586" y="150"/>
                    <a:pt x="586" y="196"/>
                  </a:cubicBezTo>
                  <a:cubicBezTo>
                    <a:pt x="586" y="279"/>
                    <a:pt x="586" y="279"/>
                    <a:pt x="586" y="279"/>
                  </a:cubicBezTo>
                  <a:cubicBezTo>
                    <a:pt x="586" y="287"/>
                    <a:pt x="580" y="294"/>
                    <a:pt x="570" y="294"/>
                  </a:cubicBezTo>
                  <a:cubicBezTo>
                    <a:pt x="46" y="294"/>
                    <a:pt x="46" y="294"/>
                    <a:pt x="46" y="294"/>
                  </a:cubicBezTo>
                  <a:cubicBezTo>
                    <a:pt x="36" y="294"/>
                    <a:pt x="29" y="287"/>
                    <a:pt x="29" y="279"/>
                  </a:cubicBezTo>
                  <a:lnTo>
                    <a:pt x="29" y="19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4" name="Group 467">
            <a:extLst>
              <a:ext uri="{FF2B5EF4-FFF2-40B4-BE49-F238E27FC236}">
                <a16:creationId xmlns:a16="http://schemas.microsoft.com/office/drawing/2014/main" id="{18575034-8CB5-FAC1-E372-9D2F02DECD90}"/>
              </a:ext>
            </a:extLst>
          </p:cNvPr>
          <p:cNvGrpSpPr/>
          <p:nvPr/>
        </p:nvGrpSpPr>
        <p:grpSpPr>
          <a:xfrm>
            <a:off x="6802561" y="1875259"/>
            <a:ext cx="222250" cy="260350"/>
            <a:chOff x="5661025" y="2208213"/>
            <a:chExt cx="222250" cy="260350"/>
          </a:xfrm>
          <a:solidFill>
            <a:schemeClr val="tx2"/>
          </a:solidFill>
        </p:grpSpPr>
        <p:sp>
          <p:nvSpPr>
            <p:cNvPr id="465" name="Freeform 364">
              <a:extLst>
                <a:ext uri="{FF2B5EF4-FFF2-40B4-BE49-F238E27FC236}">
                  <a16:creationId xmlns:a16="http://schemas.microsoft.com/office/drawing/2014/main" id="{14BDA0F1-CA20-5876-CB0F-7FAAB5DF9841}"/>
                </a:ext>
              </a:extLst>
            </p:cNvPr>
            <p:cNvSpPr>
              <a:spLocks noChangeArrowheads="1"/>
            </p:cNvSpPr>
            <p:nvPr/>
          </p:nvSpPr>
          <p:spPr bwMode="auto">
            <a:xfrm>
              <a:off x="5702300" y="2208213"/>
              <a:ext cx="136525" cy="127000"/>
            </a:xfrm>
            <a:custGeom>
              <a:avLst/>
              <a:gdLst>
                <a:gd name="T0" fmla="*/ 321 w 381"/>
                <a:gd name="T1" fmla="*/ 131 h 352"/>
                <a:gd name="T2" fmla="*/ 321 w 381"/>
                <a:gd name="T3" fmla="*/ 131 h 352"/>
                <a:gd name="T4" fmla="*/ 189 w 381"/>
                <a:gd name="T5" fmla="*/ 0 h 352"/>
                <a:gd name="T6" fmla="*/ 58 w 381"/>
                <a:gd name="T7" fmla="*/ 131 h 352"/>
                <a:gd name="T8" fmla="*/ 58 w 381"/>
                <a:gd name="T9" fmla="*/ 190 h 352"/>
                <a:gd name="T10" fmla="*/ 14 w 381"/>
                <a:gd name="T11" fmla="*/ 234 h 352"/>
                <a:gd name="T12" fmla="*/ 4 w 381"/>
                <a:gd name="T13" fmla="*/ 238 h 352"/>
                <a:gd name="T14" fmla="*/ 0 w 381"/>
                <a:gd name="T15" fmla="*/ 249 h 352"/>
                <a:gd name="T16" fmla="*/ 101 w 381"/>
                <a:gd name="T17" fmla="*/ 351 h 352"/>
                <a:gd name="T18" fmla="*/ 277 w 381"/>
                <a:gd name="T19" fmla="*/ 351 h 352"/>
                <a:gd name="T20" fmla="*/ 380 w 381"/>
                <a:gd name="T21" fmla="*/ 249 h 352"/>
                <a:gd name="T22" fmla="*/ 376 w 381"/>
                <a:gd name="T23" fmla="*/ 238 h 352"/>
                <a:gd name="T24" fmla="*/ 365 w 381"/>
                <a:gd name="T25" fmla="*/ 234 h 352"/>
                <a:gd name="T26" fmla="*/ 321 w 381"/>
                <a:gd name="T27" fmla="*/ 190 h 352"/>
                <a:gd name="T28" fmla="*/ 321 w 381"/>
                <a:gd name="T29" fmla="*/ 190 h 352"/>
                <a:gd name="T30" fmla="*/ 321 w 381"/>
                <a:gd name="T31" fmla="*/ 131 h 352"/>
                <a:gd name="T32" fmla="*/ 350 w 381"/>
                <a:gd name="T33" fmla="*/ 262 h 352"/>
                <a:gd name="T34" fmla="*/ 350 w 381"/>
                <a:gd name="T35" fmla="*/ 262 h 352"/>
                <a:gd name="T36" fmla="*/ 329 w 381"/>
                <a:gd name="T37" fmla="*/ 302 h 352"/>
                <a:gd name="T38" fmla="*/ 277 w 381"/>
                <a:gd name="T39" fmla="*/ 322 h 352"/>
                <a:gd name="T40" fmla="*/ 101 w 381"/>
                <a:gd name="T41" fmla="*/ 322 h 352"/>
                <a:gd name="T42" fmla="*/ 51 w 381"/>
                <a:gd name="T43" fmla="*/ 302 h 352"/>
                <a:gd name="T44" fmla="*/ 30 w 381"/>
                <a:gd name="T45" fmla="*/ 262 h 352"/>
                <a:gd name="T46" fmla="*/ 88 w 381"/>
                <a:gd name="T47" fmla="*/ 190 h 352"/>
                <a:gd name="T48" fmla="*/ 88 w 381"/>
                <a:gd name="T49" fmla="*/ 131 h 352"/>
                <a:gd name="T50" fmla="*/ 118 w 381"/>
                <a:gd name="T51" fmla="*/ 60 h 352"/>
                <a:gd name="T52" fmla="*/ 189 w 381"/>
                <a:gd name="T53" fmla="*/ 30 h 352"/>
                <a:gd name="T54" fmla="*/ 262 w 381"/>
                <a:gd name="T55" fmla="*/ 60 h 352"/>
                <a:gd name="T56" fmla="*/ 292 w 381"/>
                <a:gd name="T57" fmla="*/ 131 h 352"/>
                <a:gd name="T58" fmla="*/ 292 w 381"/>
                <a:gd name="T59" fmla="*/ 190 h 352"/>
                <a:gd name="T60" fmla="*/ 350 w 381"/>
                <a:gd name="T61" fmla="*/ 262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1" h="352">
                  <a:moveTo>
                    <a:pt x="321" y="131"/>
                  </a:moveTo>
                  <a:lnTo>
                    <a:pt x="321" y="131"/>
                  </a:lnTo>
                  <a:cubicBezTo>
                    <a:pt x="321" y="59"/>
                    <a:pt x="262" y="0"/>
                    <a:pt x="189" y="0"/>
                  </a:cubicBezTo>
                  <a:cubicBezTo>
                    <a:pt x="117" y="0"/>
                    <a:pt x="58" y="59"/>
                    <a:pt x="58" y="131"/>
                  </a:cubicBezTo>
                  <a:cubicBezTo>
                    <a:pt x="58" y="190"/>
                    <a:pt x="58" y="190"/>
                    <a:pt x="58" y="190"/>
                  </a:cubicBezTo>
                  <a:cubicBezTo>
                    <a:pt x="58" y="215"/>
                    <a:pt x="38" y="234"/>
                    <a:pt x="14" y="234"/>
                  </a:cubicBezTo>
                  <a:cubicBezTo>
                    <a:pt x="11" y="234"/>
                    <a:pt x="7" y="236"/>
                    <a:pt x="4" y="238"/>
                  </a:cubicBezTo>
                  <a:cubicBezTo>
                    <a:pt x="1" y="241"/>
                    <a:pt x="0" y="245"/>
                    <a:pt x="0" y="249"/>
                  </a:cubicBezTo>
                  <a:cubicBezTo>
                    <a:pt x="0" y="306"/>
                    <a:pt x="45" y="351"/>
                    <a:pt x="101" y="351"/>
                  </a:cubicBezTo>
                  <a:cubicBezTo>
                    <a:pt x="277" y="351"/>
                    <a:pt x="277" y="351"/>
                    <a:pt x="277" y="351"/>
                  </a:cubicBezTo>
                  <a:cubicBezTo>
                    <a:pt x="335" y="351"/>
                    <a:pt x="380" y="306"/>
                    <a:pt x="380" y="249"/>
                  </a:cubicBezTo>
                  <a:cubicBezTo>
                    <a:pt x="380" y="245"/>
                    <a:pt x="379" y="241"/>
                    <a:pt x="376" y="238"/>
                  </a:cubicBezTo>
                  <a:cubicBezTo>
                    <a:pt x="373" y="236"/>
                    <a:pt x="369" y="234"/>
                    <a:pt x="365" y="234"/>
                  </a:cubicBezTo>
                  <a:cubicBezTo>
                    <a:pt x="342" y="234"/>
                    <a:pt x="321" y="215"/>
                    <a:pt x="321" y="190"/>
                  </a:cubicBezTo>
                  <a:lnTo>
                    <a:pt x="321" y="190"/>
                  </a:lnTo>
                  <a:lnTo>
                    <a:pt x="321" y="131"/>
                  </a:lnTo>
                  <a:close/>
                  <a:moveTo>
                    <a:pt x="350" y="262"/>
                  </a:moveTo>
                  <a:lnTo>
                    <a:pt x="350" y="262"/>
                  </a:lnTo>
                  <a:cubicBezTo>
                    <a:pt x="347" y="277"/>
                    <a:pt x="340" y="291"/>
                    <a:pt x="329" y="302"/>
                  </a:cubicBezTo>
                  <a:cubicBezTo>
                    <a:pt x="316" y="314"/>
                    <a:pt x="298" y="322"/>
                    <a:pt x="277" y="322"/>
                  </a:cubicBezTo>
                  <a:cubicBezTo>
                    <a:pt x="101" y="322"/>
                    <a:pt x="101" y="322"/>
                    <a:pt x="101" y="322"/>
                  </a:cubicBezTo>
                  <a:cubicBezTo>
                    <a:pt x="82" y="322"/>
                    <a:pt x="63" y="314"/>
                    <a:pt x="51" y="302"/>
                  </a:cubicBezTo>
                  <a:cubicBezTo>
                    <a:pt x="40" y="291"/>
                    <a:pt x="33" y="277"/>
                    <a:pt x="30" y="262"/>
                  </a:cubicBezTo>
                  <a:cubicBezTo>
                    <a:pt x="63" y="255"/>
                    <a:pt x="88" y="226"/>
                    <a:pt x="88" y="190"/>
                  </a:cubicBezTo>
                  <a:cubicBezTo>
                    <a:pt x="88" y="131"/>
                    <a:pt x="88" y="131"/>
                    <a:pt x="88" y="131"/>
                  </a:cubicBezTo>
                  <a:cubicBezTo>
                    <a:pt x="88" y="104"/>
                    <a:pt x="99" y="78"/>
                    <a:pt x="118" y="60"/>
                  </a:cubicBezTo>
                  <a:cubicBezTo>
                    <a:pt x="136" y="41"/>
                    <a:pt x="162" y="30"/>
                    <a:pt x="189" y="30"/>
                  </a:cubicBezTo>
                  <a:cubicBezTo>
                    <a:pt x="218" y="30"/>
                    <a:pt x="244" y="41"/>
                    <a:pt x="262" y="60"/>
                  </a:cubicBezTo>
                  <a:cubicBezTo>
                    <a:pt x="281" y="78"/>
                    <a:pt x="292" y="104"/>
                    <a:pt x="292" y="131"/>
                  </a:cubicBezTo>
                  <a:cubicBezTo>
                    <a:pt x="292" y="190"/>
                    <a:pt x="292" y="190"/>
                    <a:pt x="292" y="190"/>
                  </a:cubicBezTo>
                  <a:cubicBezTo>
                    <a:pt x="292" y="226"/>
                    <a:pt x="317" y="255"/>
                    <a:pt x="350"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6" name="Freeform 387">
              <a:extLst>
                <a:ext uri="{FF2B5EF4-FFF2-40B4-BE49-F238E27FC236}">
                  <a16:creationId xmlns:a16="http://schemas.microsoft.com/office/drawing/2014/main" id="{6276AAB4-2F2F-AD71-DC1C-F7C2BF2FB4C6}"/>
                </a:ext>
              </a:extLst>
            </p:cNvPr>
            <p:cNvSpPr>
              <a:spLocks noChangeArrowheads="1"/>
            </p:cNvSpPr>
            <p:nvPr/>
          </p:nvSpPr>
          <p:spPr bwMode="auto">
            <a:xfrm>
              <a:off x="5661025" y="2352675"/>
              <a:ext cx="222250" cy="115888"/>
            </a:xfrm>
            <a:custGeom>
              <a:avLst/>
              <a:gdLst>
                <a:gd name="T0" fmla="*/ 0 w 616"/>
                <a:gd name="T1" fmla="*/ 195 h 323"/>
                <a:gd name="T2" fmla="*/ 0 w 616"/>
                <a:gd name="T3" fmla="*/ 195 h 323"/>
                <a:gd name="T4" fmla="*/ 0 w 616"/>
                <a:gd name="T5" fmla="*/ 278 h 323"/>
                <a:gd name="T6" fmla="*/ 45 w 616"/>
                <a:gd name="T7" fmla="*/ 322 h 323"/>
                <a:gd name="T8" fmla="*/ 571 w 616"/>
                <a:gd name="T9" fmla="*/ 322 h 323"/>
                <a:gd name="T10" fmla="*/ 615 w 616"/>
                <a:gd name="T11" fmla="*/ 278 h 323"/>
                <a:gd name="T12" fmla="*/ 615 w 616"/>
                <a:gd name="T13" fmla="*/ 195 h 323"/>
                <a:gd name="T14" fmla="*/ 420 w 616"/>
                <a:gd name="T15" fmla="*/ 0 h 323"/>
                <a:gd name="T16" fmla="*/ 420 w 616"/>
                <a:gd name="T17" fmla="*/ 0 h 323"/>
                <a:gd name="T18" fmla="*/ 391 w 616"/>
                <a:gd name="T19" fmla="*/ 16 h 323"/>
                <a:gd name="T20" fmla="*/ 307 w 616"/>
                <a:gd name="T21" fmla="*/ 58 h 323"/>
                <a:gd name="T22" fmla="*/ 225 w 616"/>
                <a:gd name="T23" fmla="*/ 16 h 323"/>
                <a:gd name="T24" fmla="*/ 196 w 616"/>
                <a:gd name="T25" fmla="*/ 0 h 323"/>
                <a:gd name="T26" fmla="*/ 196 w 616"/>
                <a:gd name="T27" fmla="*/ 0 h 323"/>
                <a:gd name="T28" fmla="*/ 0 w 616"/>
                <a:gd name="T29" fmla="*/ 195 h 323"/>
                <a:gd name="T30" fmla="*/ 196 w 616"/>
                <a:gd name="T31" fmla="*/ 29 h 323"/>
                <a:gd name="T32" fmla="*/ 196 w 616"/>
                <a:gd name="T33" fmla="*/ 29 h 323"/>
                <a:gd name="T34" fmla="*/ 196 w 616"/>
                <a:gd name="T35" fmla="*/ 29 h 323"/>
                <a:gd name="T36" fmla="*/ 200 w 616"/>
                <a:gd name="T37" fmla="*/ 32 h 323"/>
                <a:gd name="T38" fmla="*/ 307 w 616"/>
                <a:gd name="T39" fmla="*/ 88 h 323"/>
                <a:gd name="T40" fmla="*/ 416 w 616"/>
                <a:gd name="T41" fmla="*/ 32 h 323"/>
                <a:gd name="T42" fmla="*/ 420 w 616"/>
                <a:gd name="T43" fmla="*/ 29 h 323"/>
                <a:gd name="T44" fmla="*/ 420 w 616"/>
                <a:gd name="T45" fmla="*/ 29 h 323"/>
                <a:gd name="T46" fmla="*/ 538 w 616"/>
                <a:gd name="T47" fmla="*/ 77 h 323"/>
                <a:gd name="T48" fmla="*/ 586 w 616"/>
                <a:gd name="T49" fmla="*/ 195 h 323"/>
                <a:gd name="T50" fmla="*/ 586 w 616"/>
                <a:gd name="T51" fmla="*/ 278 h 323"/>
                <a:gd name="T52" fmla="*/ 571 w 616"/>
                <a:gd name="T53" fmla="*/ 293 h 323"/>
                <a:gd name="T54" fmla="*/ 45 w 616"/>
                <a:gd name="T55" fmla="*/ 293 h 323"/>
                <a:gd name="T56" fmla="*/ 30 w 616"/>
                <a:gd name="T57" fmla="*/ 278 h 323"/>
                <a:gd name="T58" fmla="*/ 30 w 616"/>
                <a:gd name="T59" fmla="*/ 195 h 323"/>
                <a:gd name="T60" fmla="*/ 78 w 616"/>
                <a:gd name="T61" fmla="*/ 77 h 323"/>
                <a:gd name="T62" fmla="*/ 196 w 616"/>
                <a:gd name="T63" fmla="*/ 29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5"/>
                  </a:moveTo>
                  <a:lnTo>
                    <a:pt x="0" y="195"/>
                  </a:lnTo>
                  <a:cubicBezTo>
                    <a:pt x="0" y="278"/>
                    <a:pt x="0" y="278"/>
                    <a:pt x="0" y="278"/>
                  </a:cubicBezTo>
                  <a:cubicBezTo>
                    <a:pt x="0" y="302"/>
                    <a:pt x="20" y="322"/>
                    <a:pt x="45" y="322"/>
                  </a:cubicBezTo>
                  <a:cubicBezTo>
                    <a:pt x="571" y="322"/>
                    <a:pt x="571" y="322"/>
                    <a:pt x="571" y="322"/>
                  </a:cubicBezTo>
                  <a:cubicBezTo>
                    <a:pt x="596" y="322"/>
                    <a:pt x="615" y="302"/>
                    <a:pt x="615" y="278"/>
                  </a:cubicBezTo>
                  <a:cubicBezTo>
                    <a:pt x="615" y="195"/>
                    <a:pt x="615" y="195"/>
                    <a:pt x="615" y="195"/>
                  </a:cubicBezTo>
                  <a:cubicBezTo>
                    <a:pt x="615" y="87"/>
                    <a:pt x="528" y="0"/>
                    <a:pt x="420" y="0"/>
                  </a:cubicBezTo>
                  <a:lnTo>
                    <a:pt x="420" y="0"/>
                  </a:lnTo>
                  <a:cubicBezTo>
                    <a:pt x="408" y="0"/>
                    <a:pt x="398" y="7"/>
                    <a:pt x="391" y="16"/>
                  </a:cubicBezTo>
                  <a:cubicBezTo>
                    <a:pt x="373" y="42"/>
                    <a:pt x="343" y="58"/>
                    <a:pt x="307" y="58"/>
                  </a:cubicBezTo>
                  <a:cubicBezTo>
                    <a:pt x="273" y="58"/>
                    <a:pt x="243" y="42"/>
                    <a:pt x="225" y="16"/>
                  </a:cubicBezTo>
                  <a:cubicBezTo>
                    <a:pt x="218" y="7"/>
                    <a:pt x="208" y="0"/>
                    <a:pt x="196" y="0"/>
                  </a:cubicBezTo>
                  <a:lnTo>
                    <a:pt x="196" y="0"/>
                  </a:lnTo>
                  <a:cubicBezTo>
                    <a:pt x="88" y="0"/>
                    <a:pt x="0" y="87"/>
                    <a:pt x="0" y="195"/>
                  </a:cubicBezTo>
                  <a:close/>
                  <a:moveTo>
                    <a:pt x="196" y="29"/>
                  </a:moveTo>
                  <a:lnTo>
                    <a:pt x="196" y="29"/>
                  </a:lnTo>
                  <a:lnTo>
                    <a:pt x="196" y="29"/>
                  </a:lnTo>
                  <a:cubicBezTo>
                    <a:pt x="197" y="29"/>
                    <a:pt x="199" y="31"/>
                    <a:pt x="200" y="32"/>
                  </a:cubicBezTo>
                  <a:cubicBezTo>
                    <a:pt x="225" y="66"/>
                    <a:pt x="263" y="88"/>
                    <a:pt x="307" y="88"/>
                  </a:cubicBezTo>
                  <a:cubicBezTo>
                    <a:pt x="353" y="88"/>
                    <a:pt x="391" y="66"/>
                    <a:pt x="416" y="32"/>
                  </a:cubicBezTo>
                  <a:cubicBezTo>
                    <a:pt x="417" y="31"/>
                    <a:pt x="418" y="29"/>
                    <a:pt x="420" y="29"/>
                  </a:cubicBezTo>
                  <a:lnTo>
                    <a:pt x="420" y="29"/>
                  </a:lnTo>
                  <a:cubicBezTo>
                    <a:pt x="467" y="29"/>
                    <a:pt x="508" y="48"/>
                    <a:pt x="538" y="77"/>
                  </a:cubicBezTo>
                  <a:cubicBezTo>
                    <a:pt x="568" y="107"/>
                    <a:pt x="586" y="149"/>
                    <a:pt x="586" y="195"/>
                  </a:cubicBezTo>
                  <a:cubicBezTo>
                    <a:pt x="586" y="278"/>
                    <a:pt x="586" y="278"/>
                    <a:pt x="586" y="278"/>
                  </a:cubicBezTo>
                  <a:cubicBezTo>
                    <a:pt x="586" y="286"/>
                    <a:pt x="579" y="293"/>
                    <a:pt x="571" y="293"/>
                  </a:cubicBezTo>
                  <a:cubicBezTo>
                    <a:pt x="45" y="293"/>
                    <a:pt x="45" y="293"/>
                    <a:pt x="45" y="293"/>
                  </a:cubicBezTo>
                  <a:cubicBezTo>
                    <a:pt x="37" y="293"/>
                    <a:pt x="30" y="286"/>
                    <a:pt x="30" y="278"/>
                  </a:cubicBezTo>
                  <a:cubicBezTo>
                    <a:pt x="30" y="195"/>
                    <a:pt x="30" y="195"/>
                    <a:pt x="30" y="195"/>
                  </a:cubicBezTo>
                  <a:cubicBezTo>
                    <a:pt x="30" y="149"/>
                    <a:pt x="48" y="107"/>
                    <a:pt x="78" y="77"/>
                  </a:cubicBezTo>
                  <a:cubicBezTo>
                    <a:pt x="108" y="48"/>
                    <a:pt x="149" y="29"/>
                    <a:pt x="19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67" name="Freeform 388">
            <a:extLst>
              <a:ext uri="{FF2B5EF4-FFF2-40B4-BE49-F238E27FC236}">
                <a16:creationId xmlns:a16="http://schemas.microsoft.com/office/drawing/2014/main" id="{98ACAC89-9A12-9320-381F-CA010D892573}"/>
              </a:ext>
            </a:extLst>
          </p:cNvPr>
          <p:cNvSpPr>
            <a:spLocks noChangeArrowheads="1"/>
          </p:cNvSpPr>
          <p:nvPr/>
        </p:nvSpPr>
        <p:spPr bwMode="auto">
          <a:xfrm>
            <a:off x="1185986" y="898153"/>
            <a:ext cx="254000" cy="190500"/>
          </a:xfrm>
          <a:custGeom>
            <a:avLst/>
            <a:gdLst>
              <a:gd name="T0" fmla="*/ 15 w 704"/>
              <a:gd name="T1" fmla="*/ 528 h 529"/>
              <a:gd name="T2" fmla="*/ 15 w 704"/>
              <a:gd name="T3" fmla="*/ 528 h 529"/>
              <a:gd name="T4" fmla="*/ 513 w 704"/>
              <a:gd name="T5" fmla="*/ 528 h 529"/>
              <a:gd name="T6" fmla="*/ 703 w 704"/>
              <a:gd name="T7" fmla="*/ 337 h 529"/>
              <a:gd name="T8" fmla="*/ 513 w 704"/>
              <a:gd name="T9" fmla="*/ 147 h 529"/>
              <a:gd name="T10" fmla="*/ 152 w 704"/>
              <a:gd name="T11" fmla="*/ 147 h 529"/>
              <a:gd name="T12" fmla="*/ 275 w 704"/>
              <a:gd name="T13" fmla="*/ 26 h 529"/>
              <a:gd name="T14" fmla="*/ 275 w 704"/>
              <a:gd name="T15" fmla="*/ 5 h 529"/>
              <a:gd name="T16" fmla="*/ 254 w 704"/>
              <a:gd name="T17" fmla="*/ 5 h 529"/>
              <a:gd name="T18" fmla="*/ 107 w 704"/>
              <a:gd name="T19" fmla="*/ 151 h 529"/>
              <a:gd name="T20" fmla="*/ 107 w 704"/>
              <a:gd name="T21" fmla="*/ 171 h 529"/>
              <a:gd name="T22" fmla="*/ 254 w 704"/>
              <a:gd name="T23" fmla="*/ 318 h 529"/>
              <a:gd name="T24" fmla="*/ 275 w 704"/>
              <a:gd name="T25" fmla="*/ 318 h 529"/>
              <a:gd name="T26" fmla="*/ 275 w 704"/>
              <a:gd name="T27" fmla="*/ 298 h 529"/>
              <a:gd name="T28" fmla="*/ 152 w 704"/>
              <a:gd name="T29" fmla="*/ 177 h 529"/>
              <a:gd name="T30" fmla="*/ 513 w 704"/>
              <a:gd name="T31" fmla="*/ 177 h 529"/>
              <a:gd name="T32" fmla="*/ 627 w 704"/>
              <a:gd name="T33" fmla="*/ 223 h 529"/>
              <a:gd name="T34" fmla="*/ 674 w 704"/>
              <a:gd name="T35" fmla="*/ 337 h 529"/>
              <a:gd name="T36" fmla="*/ 627 w 704"/>
              <a:gd name="T37" fmla="*/ 451 h 529"/>
              <a:gd name="T38" fmla="*/ 513 w 704"/>
              <a:gd name="T39" fmla="*/ 498 h 529"/>
              <a:gd name="T40" fmla="*/ 15 w 704"/>
              <a:gd name="T41" fmla="*/ 498 h 529"/>
              <a:gd name="T42" fmla="*/ 0 w 704"/>
              <a:gd name="T43" fmla="*/ 513 h 529"/>
              <a:gd name="T44" fmla="*/ 15 w 704"/>
              <a:gd name="T45" fmla="*/ 528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4" h="529">
                <a:moveTo>
                  <a:pt x="15" y="528"/>
                </a:moveTo>
                <a:lnTo>
                  <a:pt x="15" y="528"/>
                </a:lnTo>
                <a:cubicBezTo>
                  <a:pt x="513" y="528"/>
                  <a:pt x="513" y="528"/>
                  <a:pt x="513" y="528"/>
                </a:cubicBezTo>
                <a:cubicBezTo>
                  <a:pt x="618" y="528"/>
                  <a:pt x="703" y="442"/>
                  <a:pt x="703" y="337"/>
                </a:cubicBezTo>
                <a:cubicBezTo>
                  <a:pt x="703" y="232"/>
                  <a:pt x="618" y="147"/>
                  <a:pt x="513" y="147"/>
                </a:cubicBezTo>
                <a:cubicBezTo>
                  <a:pt x="152" y="147"/>
                  <a:pt x="152" y="147"/>
                  <a:pt x="152" y="147"/>
                </a:cubicBezTo>
                <a:cubicBezTo>
                  <a:pt x="275" y="26"/>
                  <a:pt x="275" y="26"/>
                  <a:pt x="275" y="26"/>
                </a:cubicBezTo>
                <a:cubicBezTo>
                  <a:pt x="280" y="20"/>
                  <a:pt x="280" y="11"/>
                  <a:pt x="275" y="5"/>
                </a:cubicBezTo>
                <a:cubicBezTo>
                  <a:pt x="269" y="0"/>
                  <a:pt x="259" y="0"/>
                  <a:pt x="254" y="5"/>
                </a:cubicBezTo>
                <a:cubicBezTo>
                  <a:pt x="107" y="151"/>
                  <a:pt x="107" y="151"/>
                  <a:pt x="107" y="151"/>
                </a:cubicBezTo>
                <a:cubicBezTo>
                  <a:pt x="102" y="158"/>
                  <a:pt x="102" y="166"/>
                  <a:pt x="107" y="171"/>
                </a:cubicBezTo>
                <a:cubicBezTo>
                  <a:pt x="254" y="318"/>
                  <a:pt x="254" y="318"/>
                  <a:pt x="254" y="318"/>
                </a:cubicBezTo>
                <a:cubicBezTo>
                  <a:pt x="259" y="324"/>
                  <a:pt x="269" y="324"/>
                  <a:pt x="275" y="318"/>
                </a:cubicBezTo>
                <a:cubicBezTo>
                  <a:pt x="280" y="313"/>
                  <a:pt x="280" y="303"/>
                  <a:pt x="275" y="298"/>
                </a:cubicBezTo>
                <a:cubicBezTo>
                  <a:pt x="152" y="177"/>
                  <a:pt x="152" y="177"/>
                  <a:pt x="152" y="177"/>
                </a:cubicBezTo>
                <a:cubicBezTo>
                  <a:pt x="513" y="177"/>
                  <a:pt x="513" y="177"/>
                  <a:pt x="513" y="177"/>
                </a:cubicBezTo>
                <a:cubicBezTo>
                  <a:pt x="557" y="177"/>
                  <a:pt x="597" y="195"/>
                  <a:pt x="627" y="223"/>
                </a:cubicBezTo>
                <a:cubicBezTo>
                  <a:pt x="656" y="252"/>
                  <a:pt x="674" y="292"/>
                  <a:pt x="674" y="337"/>
                </a:cubicBezTo>
                <a:cubicBezTo>
                  <a:pt x="674" y="381"/>
                  <a:pt x="656" y="423"/>
                  <a:pt x="627" y="451"/>
                </a:cubicBezTo>
                <a:cubicBezTo>
                  <a:pt x="597" y="480"/>
                  <a:pt x="557" y="498"/>
                  <a:pt x="513" y="498"/>
                </a:cubicBezTo>
                <a:cubicBezTo>
                  <a:pt x="15" y="498"/>
                  <a:pt x="15" y="498"/>
                  <a:pt x="15" y="498"/>
                </a:cubicBezTo>
                <a:cubicBezTo>
                  <a:pt x="7" y="498"/>
                  <a:pt x="0" y="505"/>
                  <a:pt x="0" y="513"/>
                </a:cubicBezTo>
                <a:cubicBezTo>
                  <a:pt x="0" y="521"/>
                  <a:pt x="7" y="528"/>
                  <a:pt x="15" y="528"/>
                </a:cubicBezTo>
              </a:path>
            </a:pathLst>
          </a:custGeom>
          <a:solidFill>
            <a:schemeClr val="tx2"/>
          </a:solidFill>
          <a:ln>
            <a:noFill/>
          </a:ln>
          <a:effectLst/>
        </p:spPr>
        <p:txBody>
          <a:bodyPr wrap="none" anchor="ctr"/>
          <a:lstStyle/>
          <a:p>
            <a:endParaRPr lang="da-DK"/>
          </a:p>
        </p:txBody>
      </p:sp>
      <p:sp>
        <p:nvSpPr>
          <p:cNvPr id="468" name="Freeform 389">
            <a:extLst>
              <a:ext uri="{FF2B5EF4-FFF2-40B4-BE49-F238E27FC236}">
                <a16:creationId xmlns:a16="http://schemas.microsoft.com/office/drawing/2014/main" id="{583423D4-C863-CB92-72EE-5060238C12D6}"/>
              </a:ext>
            </a:extLst>
          </p:cNvPr>
          <p:cNvSpPr>
            <a:spLocks noChangeArrowheads="1"/>
          </p:cNvSpPr>
          <p:nvPr/>
        </p:nvSpPr>
        <p:spPr bwMode="auto">
          <a:xfrm>
            <a:off x="1698749" y="1407741"/>
            <a:ext cx="254000" cy="180975"/>
          </a:xfrm>
          <a:custGeom>
            <a:avLst/>
            <a:gdLst>
              <a:gd name="T0" fmla="*/ 391 w 705"/>
              <a:gd name="T1" fmla="*/ 498 h 502"/>
              <a:gd name="T2" fmla="*/ 391 w 705"/>
              <a:gd name="T3" fmla="*/ 498 h 502"/>
              <a:gd name="T4" fmla="*/ 406 w 705"/>
              <a:gd name="T5" fmla="*/ 495 h 502"/>
              <a:gd name="T6" fmla="*/ 699 w 705"/>
              <a:gd name="T7" fmla="*/ 262 h 502"/>
              <a:gd name="T8" fmla="*/ 704 w 705"/>
              <a:gd name="T9" fmla="*/ 249 h 502"/>
              <a:gd name="T10" fmla="*/ 699 w 705"/>
              <a:gd name="T11" fmla="*/ 238 h 502"/>
              <a:gd name="T12" fmla="*/ 406 w 705"/>
              <a:gd name="T13" fmla="*/ 4 h 502"/>
              <a:gd name="T14" fmla="*/ 391 w 705"/>
              <a:gd name="T15" fmla="*/ 2 h 502"/>
              <a:gd name="T16" fmla="*/ 383 w 705"/>
              <a:gd name="T17" fmla="*/ 16 h 502"/>
              <a:gd name="T18" fmla="*/ 383 w 705"/>
              <a:gd name="T19" fmla="*/ 148 h 502"/>
              <a:gd name="T20" fmla="*/ 159 w 705"/>
              <a:gd name="T21" fmla="*/ 214 h 502"/>
              <a:gd name="T22" fmla="*/ 3 w 705"/>
              <a:gd name="T23" fmla="*/ 421 h 502"/>
              <a:gd name="T24" fmla="*/ 8 w 705"/>
              <a:gd name="T25" fmla="*/ 437 h 502"/>
              <a:gd name="T26" fmla="*/ 26 w 705"/>
              <a:gd name="T27" fmla="*/ 437 h 502"/>
              <a:gd name="T28" fmla="*/ 283 w 705"/>
              <a:gd name="T29" fmla="*/ 336 h 502"/>
              <a:gd name="T30" fmla="*/ 383 w 705"/>
              <a:gd name="T31" fmla="*/ 350 h 502"/>
              <a:gd name="T32" fmla="*/ 383 w 705"/>
              <a:gd name="T33" fmla="*/ 484 h 502"/>
              <a:gd name="T34" fmla="*/ 391 w 705"/>
              <a:gd name="T35" fmla="*/ 498 h 502"/>
              <a:gd name="T36" fmla="*/ 54 w 705"/>
              <a:gd name="T37" fmla="*/ 380 h 502"/>
              <a:gd name="T38" fmla="*/ 54 w 705"/>
              <a:gd name="T39" fmla="*/ 380 h 502"/>
              <a:gd name="T40" fmla="*/ 176 w 705"/>
              <a:gd name="T41" fmla="*/ 238 h 502"/>
              <a:gd name="T42" fmla="*/ 398 w 705"/>
              <a:gd name="T43" fmla="*/ 177 h 502"/>
              <a:gd name="T44" fmla="*/ 412 w 705"/>
              <a:gd name="T45" fmla="*/ 162 h 502"/>
              <a:gd name="T46" fmla="*/ 412 w 705"/>
              <a:gd name="T47" fmla="*/ 46 h 502"/>
              <a:gd name="T48" fmla="*/ 667 w 705"/>
              <a:gd name="T49" fmla="*/ 249 h 502"/>
              <a:gd name="T50" fmla="*/ 412 w 705"/>
              <a:gd name="T51" fmla="*/ 454 h 502"/>
              <a:gd name="T52" fmla="*/ 412 w 705"/>
              <a:gd name="T53" fmla="*/ 337 h 502"/>
              <a:gd name="T54" fmla="*/ 401 w 705"/>
              <a:gd name="T55" fmla="*/ 324 h 502"/>
              <a:gd name="T56" fmla="*/ 283 w 705"/>
              <a:gd name="T57" fmla="*/ 306 h 502"/>
              <a:gd name="T58" fmla="*/ 54 w 705"/>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2">
                <a:moveTo>
                  <a:pt x="391" y="498"/>
                </a:moveTo>
                <a:lnTo>
                  <a:pt x="391" y="498"/>
                </a:lnTo>
                <a:cubicBezTo>
                  <a:pt x="395" y="501"/>
                  <a:pt x="402" y="499"/>
                  <a:pt x="406" y="495"/>
                </a:cubicBezTo>
                <a:cubicBezTo>
                  <a:pt x="699" y="262"/>
                  <a:pt x="699" y="262"/>
                  <a:pt x="699" y="262"/>
                </a:cubicBezTo>
                <a:cubicBezTo>
                  <a:pt x="703" y="259"/>
                  <a:pt x="704" y="255"/>
                  <a:pt x="704" y="249"/>
                </a:cubicBezTo>
                <a:cubicBezTo>
                  <a:pt x="704" y="245"/>
                  <a:pt x="703" y="241"/>
                  <a:pt x="699" y="238"/>
                </a:cubicBezTo>
                <a:cubicBezTo>
                  <a:pt x="406" y="4"/>
                  <a:pt x="406" y="4"/>
                  <a:pt x="406" y="4"/>
                </a:cubicBezTo>
                <a:cubicBezTo>
                  <a:pt x="402" y="1"/>
                  <a:pt x="395" y="0"/>
                  <a:pt x="391" y="2"/>
                </a:cubicBezTo>
                <a:cubicBezTo>
                  <a:pt x="386" y="5"/>
                  <a:pt x="383" y="11"/>
                  <a:pt x="383" y="16"/>
                </a:cubicBezTo>
                <a:cubicBezTo>
                  <a:pt x="383" y="148"/>
                  <a:pt x="383" y="148"/>
                  <a:pt x="383" y="148"/>
                </a:cubicBezTo>
                <a:cubicBezTo>
                  <a:pt x="298" y="151"/>
                  <a:pt x="223" y="171"/>
                  <a:pt x="159" y="214"/>
                </a:cubicBezTo>
                <a:cubicBezTo>
                  <a:pt x="93" y="259"/>
                  <a:pt x="40" y="326"/>
                  <a:pt x="3" y="421"/>
                </a:cubicBezTo>
                <a:cubicBezTo>
                  <a:pt x="0" y="426"/>
                  <a:pt x="3" y="433"/>
                  <a:pt x="8" y="437"/>
                </a:cubicBezTo>
                <a:cubicBezTo>
                  <a:pt x="14" y="442"/>
                  <a:pt x="21" y="442"/>
                  <a:pt x="26" y="437"/>
                </a:cubicBezTo>
                <a:cubicBezTo>
                  <a:pt x="107" y="372"/>
                  <a:pt x="191" y="336"/>
                  <a:pt x="283" y="336"/>
                </a:cubicBezTo>
                <a:cubicBezTo>
                  <a:pt x="316" y="336"/>
                  <a:pt x="349" y="340"/>
                  <a:pt x="383" y="350"/>
                </a:cubicBezTo>
                <a:cubicBezTo>
                  <a:pt x="383" y="484"/>
                  <a:pt x="383" y="484"/>
                  <a:pt x="383" y="484"/>
                </a:cubicBezTo>
                <a:cubicBezTo>
                  <a:pt x="383" y="490"/>
                  <a:pt x="386" y="495"/>
                  <a:pt x="391" y="498"/>
                </a:cubicBezTo>
                <a:close/>
                <a:moveTo>
                  <a:pt x="54" y="380"/>
                </a:moveTo>
                <a:lnTo>
                  <a:pt x="54" y="380"/>
                </a:lnTo>
                <a:cubicBezTo>
                  <a:pt x="87" y="318"/>
                  <a:pt x="128" y="271"/>
                  <a:pt x="176" y="238"/>
                </a:cubicBezTo>
                <a:cubicBezTo>
                  <a:pt x="238" y="197"/>
                  <a:pt x="312" y="178"/>
                  <a:pt x="398" y="177"/>
                </a:cubicBezTo>
                <a:cubicBezTo>
                  <a:pt x="405" y="177"/>
                  <a:pt x="412" y="170"/>
                  <a:pt x="412" y="162"/>
                </a:cubicBezTo>
                <a:cubicBezTo>
                  <a:pt x="412" y="46"/>
                  <a:pt x="412" y="46"/>
                  <a:pt x="412" y="46"/>
                </a:cubicBezTo>
                <a:cubicBezTo>
                  <a:pt x="667" y="249"/>
                  <a:pt x="667" y="249"/>
                  <a:pt x="667" y="249"/>
                </a:cubicBezTo>
                <a:cubicBezTo>
                  <a:pt x="412" y="454"/>
                  <a:pt x="412" y="454"/>
                  <a:pt x="412" y="454"/>
                </a:cubicBezTo>
                <a:cubicBezTo>
                  <a:pt x="412" y="337"/>
                  <a:pt x="412" y="337"/>
                  <a:pt x="412" y="337"/>
                </a:cubicBezTo>
                <a:cubicBezTo>
                  <a:pt x="412" y="332"/>
                  <a:pt x="408" y="326"/>
                  <a:pt x="401" y="324"/>
                </a:cubicBezTo>
                <a:cubicBezTo>
                  <a:pt x="361" y="311"/>
                  <a:pt x="321" y="306"/>
                  <a:pt x="283" y="306"/>
                </a:cubicBezTo>
                <a:cubicBezTo>
                  <a:pt x="202" y="306"/>
                  <a:pt x="125" y="333"/>
                  <a:pt x="54" y="380"/>
                </a:cubicBezTo>
                <a:close/>
              </a:path>
            </a:pathLst>
          </a:custGeom>
          <a:solidFill>
            <a:schemeClr val="tx2"/>
          </a:solidFill>
          <a:ln>
            <a:noFill/>
          </a:ln>
          <a:effectLst/>
        </p:spPr>
        <p:txBody>
          <a:bodyPr wrap="none" anchor="ctr"/>
          <a:lstStyle/>
          <a:p>
            <a:endParaRPr lang="da-DK"/>
          </a:p>
        </p:txBody>
      </p:sp>
      <p:sp>
        <p:nvSpPr>
          <p:cNvPr id="469" name="Freeform 390">
            <a:extLst>
              <a:ext uri="{FF2B5EF4-FFF2-40B4-BE49-F238E27FC236}">
                <a16:creationId xmlns:a16="http://schemas.microsoft.com/office/drawing/2014/main" id="{6479B426-448E-1581-6F99-20680224A840}"/>
              </a:ext>
            </a:extLst>
          </p:cNvPr>
          <p:cNvSpPr>
            <a:spLocks noChangeArrowheads="1"/>
          </p:cNvSpPr>
          <p:nvPr/>
        </p:nvSpPr>
        <p:spPr bwMode="auto">
          <a:xfrm>
            <a:off x="2195636" y="1407741"/>
            <a:ext cx="254000" cy="180975"/>
          </a:xfrm>
          <a:custGeom>
            <a:avLst/>
            <a:gdLst>
              <a:gd name="T0" fmla="*/ 315 w 706"/>
              <a:gd name="T1" fmla="*/ 2 h 502"/>
              <a:gd name="T2" fmla="*/ 315 w 706"/>
              <a:gd name="T3" fmla="*/ 2 h 502"/>
              <a:gd name="T4" fmla="*/ 298 w 706"/>
              <a:gd name="T5" fmla="*/ 4 h 502"/>
              <a:gd name="T6" fmla="*/ 6 w 706"/>
              <a:gd name="T7" fmla="*/ 238 h 502"/>
              <a:gd name="T8" fmla="*/ 0 w 706"/>
              <a:gd name="T9" fmla="*/ 249 h 502"/>
              <a:gd name="T10" fmla="*/ 6 w 706"/>
              <a:gd name="T11" fmla="*/ 262 h 502"/>
              <a:gd name="T12" fmla="*/ 298 w 706"/>
              <a:gd name="T13" fmla="*/ 495 h 502"/>
              <a:gd name="T14" fmla="*/ 315 w 706"/>
              <a:gd name="T15" fmla="*/ 498 h 502"/>
              <a:gd name="T16" fmla="*/ 323 w 706"/>
              <a:gd name="T17" fmla="*/ 484 h 502"/>
              <a:gd name="T18" fmla="*/ 323 w 706"/>
              <a:gd name="T19" fmla="*/ 350 h 502"/>
              <a:gd name="T20" fmla="*/ 422 w 706"/>
              <a:gd name="T21" fmla="*/ 336 h 502"/>
              <a:gd name="T22" fmla="*/ 680 w 706"/>
              <a:gd name="T23" fmla="*/ 437 h 502"/>
              <a:gd name="T24" fmla="*/ 698 w 706"/>
              <a:gd name="T25" fmla="*/ 437 h 502"/>
              <a:gd name="T26" fmla="*/ 702 w 706"/>
              <a:gd name="T27" fmla="*/ 421 h 502"/>
              <a:gd name="T28" fmla="*/ 545 w 706"/>
              <a:gd name="T29" fmla="*/ 214 h 502"/>
              <a:gd name="T30" fmla="*/ 323 w 706"/>
              <a:gd name="T31" fmla="*/ 148 h 502"/>
              <a:gd name="T32" fmla="*/ 323 w 706"/>
              <a:gd name="T33" fmla="*/ 16 h 502"/>
              <a:gd name="T34" fmla="*/ 315 w 706"/>
              <a:gd name="T35" fmla="*/ 2 h 502"/>
              <a:gd name="T36" fmla="*/ 651 w 706"/>
              <a:gd name="T37" fmla="*/ 380 h 502"/>
              <a:gd name="T38" fmla="*/ 651 w 706"/>
              <a:gd name="T39" fmla="*/ 380 h 502"/>
              <a:gd name="T40" fmla="*/ 422 w 706"/>
              <a:gd name="T41" fmla="*/ 306 h 502"/>
              <a:gd name="T42" fmla="*/ 304 w 706"/>
              <a:gd name="T43" fmla="*/ 324 h 502"/>
              <a:gd name="T44" fmla="*/ 293 w 706"/>
              <a:gd name="T45" fmla="*/ 337 h 502"/>
              <a:gd name="T46" fmla="*/ 293 w 706"/>
              <a:gd name="T47" fmla="*/ 454 h 502"/>
              <a:gd name="T48" fmla="*/ 39 w 706"/>
              <a:gd name="T49" fmla="*/ 249 h 502"/>
              <a:gd name="T50" fmla="*/ 293 w 706"/>
              <a:gd name="T51" fmla="*/ 46 h 502"/>
              <a:gd name="T52" fmla="*/ 293 w 706"/>
              <a:gd name="T53" fmla="*/ 162 h 502"/>
              <a:gd name="T54" fmla="*/ 308 w 706"/>
              <a:gd name="T55" fmla="*/ 177 h 502"/>
              <a:gd name="T56" fmla="*/ 529 w 706"/>
              <a:gd name="T57" fmla="*/ 238 h 502"/>
              <a:gd name="T58" fmla="*/ 651 w 706"/>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6" h="502">
                <a:moveTo>
                  <a:pt x="315" y="2"/>
                </a:moveTo>
                <a:lnTo>
                  <a:pt x="315" y="2"/>
                </a:lnTo>
                <a:cubicBezTo>
                  <a:pt x="309" y="0"/>
                  <a:pt x="304" y="1"/>
                  <a:pt x="298" y="4"/>
                </a:cubicBezTo>
                <a:cubicBezTo>
                  <a:pt x="6" y="238"/>
                  <a:pt x="6" y="238"/>
                  <a:pt x="6" y="238"/>
                </a:cubicBezTo>
                <a:cubicBezTo>
                  <a:pt x="3" y="241"/>
                  <a:pt x="0" y="245"/>
                  <a:pt x="0" y="249"/>
                </a:cubicBezTo>
                <a:cubicBezTo>
                  <a:pt x="0" y="255"/>
                  <a:pt x="3" y="259"/>
                  <a:pt x="6" y="262"/>
                </a:cubicBezTo>
                <a:cubicBezTo>
                  <a:pt x="298" y="495"/>
                  <a:pt x="298" y="495"/>
                  <a:pt x="298" y="495"/>
                </a:cubicBezTo>
                <a:cubicBezTo>
                  <a:pt x="304" y="499"/>
                  <a:pt x="309" y="501"/>
                  <a:pt x="315" y="498"/>
                </a:cubicBezTo>
                <a:cubicBezTo>
                  <a:pt x="319" y="495"/>
                  <a:pt x="323" y="490"/>
                  <a:pt x="323" y="484"/>
                </a:cubicBezTo>
                <a:cubicBezTo>
                  <a:pt x="323" y="350"/>
                  <a:pt x="323" y="350"/>
                  <a:pt x="323" y="350"/>
                </a:cubicBezTo>
                <a:cubicBezTo>
                  <a:pt x="357" y="340"/>
                  <a:pt x="390" y="336"/>
                  <a:pt x="422" y="336"/>
                </a:cubicBezTo>
                <a:cubicBezTo>
                  <a:pt x="514" y="336"/>
                  <a:pt x="599" y="372"/>
                  <a:pt x="680" y="437"/>
                </a:cubicBezTo>
                <a:cubicBezTo>
                  <a:pt x="684" y="442"/>
                  <a:pt x="692" y="442"/>
                  <a:pt x="698" y="437"/>
                </a:cubicBezTo>
                <a:cubicBezTo>
                  <a:pt x="703" y="433"/>
                  <a:pt x="705" y="426"/>
                  <a:pt x="702" y="421"/>
                </a:cubicBezTo>
                <a:cubicBezTo>
                  <a:pt x="666" y="326"/>
                  <a:pt x="613" y="259"/>
                  <a:pt x="545" y="214"/>
                </a:cubicBezTo>
                <a:cubicBezTo>
                  <a:pt x="482" y="171"/>
                  <a:pt x="407" y="151"/>
                  <a:pt x="323" y="148"/>
                </a:cubicBezTo>
                <a:cubicBezTo>
                  <a:pt x="323" y="16"/>
                  <a:pt x="323" y="16"/>
                  <a:pt x="323" y="16"/>
                </a:cubicBezTo>
                <a:cubicBezTo>
                  <a:pt x="323" y="11"/>
                  <a:pt x="319" y="5"/>
                  <a:pt x="315" y="2"/>
                </a:cubicBezTo>
                <a:close/>
                <a:moveTo>
                  <a:pt x="651" y="380"/>
                </a:moveTo>
                <a:lnTo>
                  <a:pt x="651" y="380"/>
                </a:lnTo>
                <a:cubicBezTo>
                  <a:pt x="581" y="333"/>
                  <a:pt x="504" y="306"/>
                  <a:pt x="422" y="306"/>
                </a:cubicBezTo>
                <a:cubicBezTo>
                  <a:pt x="383" y="306"/>
                  <a:pt x="345" y="311"/>
                  <a:pt x="304" y="324"/>
                </a:cubicBezTo>
                <a:cubicBezTo>
                  <a:pt x="298" y="326"/>
                  <a:pt x="293" y="332"/>
                  <a:pt x="293" y="337"/>
                </a:cubicBezTo>
                <a:cubicBezTo>
                  <a:pt x="293" y="454"/>
                  <a:pt x="293" y="454"/>
                  <a:pt x="293" y="454"/>
                </a:cubicBezTo>
                <a:cubicBezTo>
                  <a:pt x="39" y="249"/>
                  <a:pt x="39" y="249"/>
                  <a:pt x="39" y="249"/>
                </a:cubicBezTo>
                <a:cubicBezTo>
                  <a:pt x="293" y="46"/>
                  <a:pt x="293" y="46"/>
                  <a:pt x="293" y="46"/>
                </a:cubicBezTo>
                <a:cubicBezTo>
                  <a:pt x="293" y="162"/>
                  <a:pt x="293" y="162"/>
                  <a:pt x="293" y="162"/>
                </a:cubicBezTo>
                <a:cubicBezTo>
                  <a:pt x="293" y="170"/>
                  <a:pt x="300" y="177"/>
                  <a:pt x="308" y="177"/>
                </a:cubicBezTo>
                <a:cubicBezTo>
                  <a:pt x="394" y="178"/>
                  <a:pt x="468" y="197"/>
                  <a:pt x="529" y="238"/>
                </a:cubicBezTo>
                <a:cubicBezTo>
                  <a:pt x="578" y="271"/>
                  <a:pt x="619" y="318"/>
                  <a:pt x="651" y="380"/>
                </a:cubicBezTo>
                <a:close/>
              </a:path>
            </a:pathLst>
          </a:custGeom>
          <a:solidFill>
            <a:schemeClr val="tx2"/>
          </a:solidFill>
          <a:ln>
            <a:noFill/>
          </a:ln>
          <a:effectLst/>
        </p:spPr>
        <p:txBody>
          <a:bodyPr wrap="none" anchor="ctr"/>
          <a:lstStyle/>
          <a:p>
            <a:endParaRPr lang="da-DK"/>
          </a:p>
        </p:txBody>
      </p:sp>
      <p:sp>
        <p:nvSpPr>
          <p:cNvPr id="470" name="Freeform 391">
            <a:extLst>
              <a:ext uri="{FF2B5EF4-FFF2-40B4-BE49-F238E27FC236}">
                <a16:creationId xmlns:a16="http://schemas.microsoft.com/office/drawing/2014/main" id="{946CC69C-B1F6-57D2-7341-8B3FC5A3E39B}"/>
              </a:ext>
            </a:extLst>
          </p:cNvPr>
          <p:cNvSpPr>
            <a:spLocks noChangeArrowheads="1"/>
          </p:cNvSpPr>
          <p:nvPr/>
        </p:nvSpPr>
        <p:spPr bwMode="auto">
          <a:xfrm>
            <a:off x="10490324" y="1372022"/>
            <a:ext cx="252412" cy="252412"/>
          </a:xfrm>
          <a:custGeom>
            <a:avLst/>
            <a:gdLst>
              <a:gd name="T0" fmla="*/ 702 w 703"/>
              <a:gd name="T1" fmla="*/ 121 h 703"/>
              <a:gd name="T2" fmla="*/ 702 w 703"/>
              <a:gd name="T3" fmla="*/ 121 h 703"/>
              <a:gd name="T4" fmla="*/ 675 w 703"/>
              <a:gd name="T5" fmla="*/ 80 h 703"/>
              <a:gd name="T6" fmla="*/ 470 w 703"/>
              <a:gd name="T7" fmla="*/ 3 h 703"/>
              <a:gd name="T8" fmla="*/ 455 w 703"/>
              <a:gd name="T9" fmla="*/ 0 h 703"/>
              <a:gd name="T10" fmla="*/ 437 w 703"/>
              <a:gd name="T11" fmla="*/ 4 h 703"/>
              <a:gd name="T12" fmla="*/ 253 w 703"/>
              <a:gd name="T13" fmla="*/ 83 h 703"/>
              <a:gd name="T14" fmla="*/ 248 w 703"/>
              <a:gd name="T15" fmla="*/ 84 h 703"/>
              <a:gd name="T16" fmla="*/ 242 w 703"/>
              <a:gd name="T17" fmla="*/ 83 h 703"/>
              <a:gd name="T18" fmla="*/ 60 w 703"/>
              <a:gd name="T19" fmla="*/ 14 h 703"/>
              <a:gd name="T20" fmla="*/ 43 w 703"/>
              <a:gd name="T21" fmla="*/ 11 h 703"/>
              <a:gd name="T22" fmla="*/ 13 w 703"/>
              <a:gd name="T23" fmla="*/ 24 h 703"/>
              <a:gd name="T24" fmla="*/ 0 w 703"/>
              <a:gd name="T25" fmla="*/ 55 h 703"/>
              <a:gd name="T26" fmla="*/ 0 w 703"/>
              <a:gd name="T27" fmla="*/ 551 h 703"/>
              <a:gd name="T28" fmla="*/ 24 w 703"/>
              <a:gd name="T29" fmla="*/ 590 h 703"/>
              <a:gd name="T30" fmla="*/ 229 w 703"/>
              <a:gd name="T31" fmla="*/ 692 h 703"/>
              <a:gd name="T32" fmla="*/ 238 w 703"/>
              <a:gd name="T33" fmla="*/ 696 h 703"/>
              <a:gd name="T34" fmla="*/ 249 w 703"/>
              <a:gd name="T35" fmla="*/ 702 h 703"/>
              <a:gd name="T36" fmla="*/ 260 w 703"/>
              <a:gd name="T37" fmla="*/ 695 h 703"/>
              <a:gd name="T38" fmla="*/ 270 w 703"/>
              <a:gd name="T39" fmla="*/ 691 h 703"/>
              <a:gd name="T40" fmla="*/ 447 w 703"/>
              <a:gd name="T41" fmla="*/ 589 h 703"/>
              <a:gd name="T42" fmla="*/ 455 w 703"/>
              <a:gd name="T43" fmla="*/ 588 h 703"/>
              <a:gd name="T44" fmla="*/ 461 w 703"/>
              <a:gd name="T45" fmla="*/ 589 h 703"/>
              <a:gd name="T46" fmla="*/ 639 w 703"/>
              <a:gd name="T47" fmla="*/ 678 h 703"/>
              <a:gd name="T48" fmla="*/ 658 w 703"/>
              <a:gd name="T49" fmla="*/ 682 h 703"/>
              <a:gd name="T50" fmla="*/ 690 w 703"/>
              <a:gd name="T51" fmla="*/ 670 h 703"/>
              <a:gd name="T52" fmla="*/ 702 w 703"/>
              <a:gd name="T53" fmla="*/ 638 h 703"/>
              <a:gd name="T54" fmla="*/ 702 w 703"/>
              <a:gd name="T55" fmla="*/ 121 h 703"/>
              <a:gd name="T56" fmla="*/ 38 w 703"/>
              <a:gd name="T57" fmla="*/ 564 h 703"/>
              <a:gd name="T58" fmla="*/ 38 w 703"/>
              <a:gd name="T59" fmla="*/ 564 h 703"/>
              <a:gd name="T60" fmla="*/ 30 w 703"/>
              <a:gd name="T61" fmla="*/ 551 h 703"/>
              <a:gd name="T62" fmla="*/ 30 w 703"/>
              <a:gd name="T63" fmla="*/ 55 h 703"/>
              <a:gd name="T64" fmla="*/ 34 w 703"/>
              <a:gd name="T65" fmla="*/ 44 h 703"/>
              <a:gd name="T66" fmla="*/ 43 w 703"/>
              <a:gd name="T67" fmla="*/ 40 h 703"/>
              <a:gd name="T68" fmla="*/ 49 w 703"/>
              <a:gd name="T69" fmla="*/ 41 h 703"/>
              <a:gd name="T70" fmla="*/ 233 w 703"/>
              <a:gd name="T71" fmla="*/ 110 h 703"/>
              <a:gd name="T72" fmla="*/ 234 w 703"/>
              <a:gd name="T73" fmla="*/ 110 h 703"/>
              <a:gd name="T74" fmla="*/ 234 w 703"/>
              <a:gd name="T75" fmla="*/ 663 h 703"/>
              <a:gd name="T76" fmla="*/ 38 w 703"/>
              <a:gd name="T77" fmla="*/ 564 h 703"/>
              <a:gd name="T78" fmla="*/ 263 w 703"/>
              <a:gd name="T79" fmla="*/ 660 h 703"/>
              <a:gd name="T80" fmla="*/ 263 w 703"/>
              <a:gd name="T81" fmla="*/ 660 h 703"/>
              <a:gd name="T82" fmla="*/ 263 w 703"/>
              <a:gd name="T83" fmla="*/ 110 h 703"/>
              <a:gd name="T84" fmla="*/ 266 w 703"/>
              <a:gd name="T85" fmla="*/ 110 h 703"/>
              <a:gd name="T86" fmla="*/ 439 w 703"/>
              <a:gd name="T87" fmla="*/ 35 h 703"/>
              <a:gd name="T88" fmla="*/ 439 w 703"/>
              <a:gd name="T89" fmla="*/ 562 h 703"/>
              <a:gd name="T90" fmla="*/ 433 w 703"/>
              <a:gd name="T91" fmla="*/ 564 h 703"/>
              <a:gd name="T92" fmla="*/ 263 w 703"/>
              <a:gd name="T93" fmla="*/ 660 h 703"/>
              <a:gd name="T94" fmla="*/ 674 w 703"/>
              <a:gd name="T95" fmla="*/ 638 h 703"/>
              <a:gd name="T96" fmla="*/ 674 w 703"/>
              <a:gd name="T97" fmla="*/ 638 h 703"/>
              <a:gd name="T98" fmla="*/ 669 w 703"/>
              <a:gd name="T99" fmla="*/ 649 h 703"/>
              <a:gd name="T100" fmla="*/ 658 w 703"/>
              <a:gd name="T101" fmla="*/ 654 h 703"/>
              <a:gd name="T102" fmla="*/ 653 w 703"/>
              <a:gd name="T103" fmla="*/ 652 h 703"/>
              <a:gd name="T104" fmla="*/ 474 w 703"/>
              <a:gd name="T105" fmla="*/ 563 h 703"/>
              <a:gd name="T106" fmla="*/ 469 w 703"/>
              <a:gd name="T107" fmla="*/ 562 h 703"/>
              <a:gd name="T108" fmla="*/ 469 w 703"/>
              <a:gd name="T109" fmla="*/ 35 h 703"/>
              <a:gd name="T110" fmla="*/ 664 w 703"/>
              <a:gd name="T111" fmla="*/ 107 h 703"/>
              <a:gd name="T112" fmla="*/ 674 w 703"/>
              <a:gd name="T113" fmla="*/ 121 h 703"/>
              <a:gd name="T114" fmla="*/ 674 w 703"/>
              <a:gd name="T115" fmla="*/ 63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3" h="703">
                <a:moveTo>
                  <a:pt x="702" y="121"/>
                </a:moveTo>
                <a:lnTo>
                  <a:pt x="702" y="121"/>
                </a:lnTo>
                <a:cubicBezTo>
                  <a:pt x="702" y="103"/>
                  <a:pt x="691" y="87"/>
                  <a:pt x="675" y="80"/>
                </a:cubicBezTo>
                <a:cubicBezTo>
                  <a:pt x="470" y="3"/>
                  <a:pt x="470" y="3"/>
                  <a:pt x="470" y="3"/>
                </a:cubicBezTo>
                <a:cubicBezTo>
                  <a:pt x="465" y="2"/>
                  <a:pt x="459" y="0"/>
                  <a:pt x="455" y="0"/>
                </a:cubicBezTo>
                <a:cubicBezTo>
                  <a:pt x="448" y="0"/>
                  <a:pt x="443" y="2"/>
                  <a:pt x="437" y="4"/>
                </a:cubicBezTo>
                <a:cubicBezTo>
                  <a:pt x="253" y="83"/>
                  <a:pt x="253" y="83"/>
                  <a:pt x="253" y="83"/>
                </a:cubicBezTo>
                <a:cubicBezTo>
                  <a:pt x="252" y="84"/>
                  <a:pt x="251" y="84"/>
                  <a:pt x="248" y="84"/>
                </a:cubicBezTo>
                <a:cubicBezTo>
                  <a:pt x="247" y="84"/>
                  <a:pt x="245" y="84"/>
                  <a:pt x="242" y="83"/>
                </a:cubicBezTo>
                <a:cubicBezTo>
                  <a:pt x="60" y="14"/>
                  <a:pt x="60" y="14"/>
                  <a:pt x="60" y="14"/>
                </a:cubicBezTo>
                <a:cubicBezTo>
                  <a:pt x="54" y="13"/>
                  <a:pt x="49" y="11"/>
                  <a:pt x="43" y="11"/>
                </a:cubicBezTo>
                <a:cubicBezTo>
                  <a:pt x="32" y="11"/>
                  <a:pt x="21" y="15"/>
                  <a:pt x="13" y="24"/>
                </a:cubicBezTo>
                <a:cubicBezTo>
                  <a:pt x="5" y="32"/>
                  <a:pt x="0" y="43"/>
                  <a:pt x="0" y="55"/>
                </a:cubicBezTo>
                <a:cubicBezTo>
                  <a:pt x="0" y="551"/>
                  <a:pt x="0" y="551"/>
                  <a:pt x="0" y="551"/>
                </a:cubicBezTo>
                <a:cubicBezTo>
                  <a:pt x="0" y="567"/>
                  <a:pt x="9" y="584"/>
                  <a:pt x="24" y="590"/>
                </a:cubicBezTo>
                <a:cubicBezTo>
                  <a:pt x="229" y="692"/>
                  <a:pt x="229" y="692"/>
                  <a:pt x="229" y="692"/>
                </a:cubicBezTo>
                <a:cubicBezTo>
                  <a:pt x="231" y="693"/>
                  <a:pt x="234" y="695"/>
                  <a:pt x="238" y="696"/>
                </a:cubicBezTo>
                <a:cubicBezTo>
                  <a:pt x="241" y="699"/>
                  <a:pt x="244" y="702"/>
                  <a:pt x="249" y="702"/>
                </a:cubicBezTo>
                <a:cubicBezTo>
                  <a:pt x="253" y="702"/>
                  <a:pt x="258" y="699"/>
                  <a:pt x="260" y="695"/>
                </a:cubicBezTo>
                <a:cubicBezTo>
                  <a:pt x="263" y="695"/>
                  <a:pt x="267" y="693"/>
                  <a:pt x="270" y="691"/>
                </a:cubicBezTo>
                <a:cubicBezTo>
                  <a:pt x="447" y="589"/>
                  <a:pt x="447" y="589"/>
                  <a:pt x="447" y="589"/>
                </a:cubicBezTo>
                <a:cubicBezTo>
                  <a:pt x="450" y="589"/>
                  <a:pt x="453" y="588"/>
                  <a:pt x="455" y="588"/>
                </a:cubicBezTo>
                <a:cubicBezTo>
                  <a:pt x="457" y="588"/>
                  <a:pt x="459" y="588"/>
                  <a:pt x="461" y="589"/>
                </a:cubicBezTo>
                <a:cubicBezTo>
                  <a:pt x="639" y="678"/>
                  <a:pt x="639" y="678"/>
                  <a:pt x="639" y="678"/>
                </a:cubicBezTo>
                <a:cubicBezTo>
                  <a:pt x="646" y="681"/>
                  <a:pt x="653" y="682"/>
                  <a:pt x="658" y="682"/>
                </a:cubicBezTo>
                <a:cubicBezTo>
                  <a:pt x="671" y="682"/>
                  <a:pt x="682" y="678"/>
                  <a:pt x="690" y="670"/>
                </a:cubicBezTo>
                <a:cubicBezTo>
                  <a:pt x="697" y="663"/>
                  <a:pt x="702" y="652"/>
                  <a:pt x="702" y="638"/>
                </a:cubicBezTo>
                <a:lnTo>
                  <a:pt x="702" y="121"/>
                </a:lnTo>
                <a:close/>
                <a:moveTo>
                  <a:pt x="38" y="564"/>
                </a:moveTo>
                <a:lnTo>
                  <a:pt x="38" y="564"/>
                </a:lnTo>
                <a:cubicBezTo>
                  <a:pt x="32" y="562"/>
                  <a:pt x="30" y="556"/>
                  <a:pt x="30" y="551"/>
                </a:cubicBezTo>
                <a:cubicBezTo>
                  <a:pt x="30" y="55"/>
                  <a:pt x="30" y="55"/>
                  <a:pt x="30" y="55"/>
                </a:cubicBezTo>
                <a:cubicBezTo>
                  <a:pt x="30" y="51"/>
                  <a:pt x="31" y="47"/>
                  <a:pt x="34" y="44"/>
                </a:cubicBezTo>
                <a:cubicBezTo>
                  <a:pt x="37" y="41"/>
                  <a:pt x="41" y="40"/>
                  <a:pt x="43" y="40"/>
                </a:cubicBezTo>
                <a:cubicBezTo>
                  <a:pt x="46" y="40"/>
                  <a:pt x="48" y="41"/>
                  <a:pt x="49" y="41"/>
                </a:cubicBezTo>
                <a:cubicBezTo>
                  <a:pt x="233" y="110"/>
                  <a:pt x="233" y="110"/>
                  <a:pt x="233" y="110"/>
                </a:cubicBezTo>
                <a:lnTo>
                  <a:pt x="234" y="110"/>
                </a:lnTo>
                <a:cubicBezTo>
                  <a:pt x="234" y="663"/>
                  <a:pt x="234" y="663"/>
                  <a:pt x="234" y="663"/>
                </a:cubicBezTo>
                <a:lnTo>
                  <a:pt x="38" y="564"/>
                </a:lnTo>
                <a:close/>
                <a:moveTo>
                  <a:pt x="263" y="660"/>
                </a:moveTo>
                <a:lnTo>
                  <a:pt x="263" y="660"/>
                </a:lnTo>
                <a:cubicBezTo>
                  <a:pt x="263" y="110"/>
                  <a:pt x="263" y="110"/>
                  <a:pt x="263" y="110"/>
                </a:cubicBezTo>
                <a:cubicBezTo>
                  <a:pt x="264" y="110"/>
                  <a:pt x="264" y="110"/>
                  <a:pt x="266" y="110"/>
                </a:cubicBezTo>
                <a:cubicBezTo>
                  <a:pt x="439" y="35"/>
                  <a:pt x="439" y="35"/>
                  <a:pt x="439" y="35"/>
                </a:cubicBezTo>
                <a:cubicBezTo>
                  <a:pt x="439" y="562"/>
                  <a:pt x="439" y="562"/>
                  <a:pt x="439" y="562"/>
                </a:cubicBezTo>
                <a:cubicBezTo>
                  <a:pt x="437" y="563"/>
                  <a:pt x="435" y="563"/>
                  <a:pt x="433" y="564"/>
                </a:cubicBezTo>
                <a:lnTo>
                  <a:pt x="263" y="660"/>
                </a:lnTo>
                <a:close/>
                <a:moveTo>
                  <a:pt x="674" y="638"/>
                </a:moveTo>
                <a:lnTo>
                  <a:pt x="674" y="638"/>
                </a:lnTo>
                <a:cubicBezTo>
                  <a:pt x="674" y="644"/>
                  <a:pt x="672" y="647"/>
                  <a:pt x="669" y="649"/>
                </a:cubicBezTo>
                <a:cubicBezTo>
                  <a:pt x="667" y="652"/>
                  <a:pt x="663" y="654"/>
                  <a:pt x="658" y="654"/>
                </a:cubicBezTo>
                <a:cubicBezTo>
                  <a:pt x="657" y="654"/>
                  <a:pt x="654" y="654"/>
                  <a:pt x="653" y="652"/>
                </a:cubicBezTo>
                <a:cubicBezTo>
                  <a:pt x="474" y="563"/>
                  <a:pt x="474" y="563"/>
                  <a:pt x="474" y="563"/>
                </a:cubicBezTo>
                <a:cubicBezTo>
                  <a:pt x="473" y="562"/>
                  <a:pt x="470" y="562"/>
                  <a:pt x="469" y="562"/>
                </a:cubicBezTo>
                <a:cubicBezTo>
                  <a:pt x="469" y="35"/>
                  <a:pt x="469" y="35"/>
                  <a:pt x="469" y="35"/>
                </a:cubicBezTo>
                <a:cubicBezTo>
                  <a:pt x="664" y="107"/>
                  <a:pt x="664" y="107"/>
                  <a:pt x="664" y="107"/>
                </a:cubicBezTo>
                <a:cubicBezTo>
                  <a:pt x="669" y="110"/>
                  <a:pt x="674" y="116"/>
                  <a:pt x="674" y="121"/>
                </a:cubicBezTo>
                <a:lnTo>
                  <a:pt x="674" y="638"/>
                </a:lnTo>
                <a:close/>
              </a:path>
            </a:pathLst>
          </a:custGeom>
          <a:solidFill>
            <a:schemeClr val="tx2"/>
          </a:solidFill>
          <a:ln>
            <a:noFill/>
          </a:ln>
          <a:effectLst/>
        </p:spPr>
        <p:txBody>
          <a:bodyPr wrap="none" anchor="ctr"/>
          <a:lstStyle/>
          <a:p>
            <a:endParaRPr lang="da-DK"/>
          </a:p>
        </p:txBody>
      </p:sp>
      <p:sp>
        <p:nvSpPr>
          <p:cNvPr id="471" name="Freeform 392">
            <a:extLst>
              <a:ext uri="{FF2B5EF4-FFF2-40B4-BE49-F238E27FC236}">
                <a16:creationId xmlns:a16="http://schemas.microsoft.com/office/drawing/2014/main" id="{7A9EF19A-D6F6-6EE3-B72C-56A2301ED923}"/>
              </a:ext>
            </a:extLst>
          </p:cNvPr>
          <p:cNvSpPr>
            <a:spLocks noChangeArrowheads="1"/>
          </p:cNvSpPr>
          <p:nvPr/>
        </p:nvSpPr>
        <p:spPr bwMode="auto">
          <a:xfrm>
            <a:off x="9980736" y="2904853"/>
            <a:ext cx="254000" cy="179387"/>
          </a:xfrm>
          <a:custGeom>
            <a:avLst/>
            <a:gdLst>
              <a:gd name="T0" fmla="*/ 689 w 704"/>
              <a:gd name="T1" fmla="*/ 486 h 500"/>
              <a:gd name="T2" fmla="*/ 689 w 704"/>
              <a:gd name="T3" fmla="*/ 486 h 500"/>
              <a:gd name="T4" fmla="*/ 690 w 704"/>
              <a:gd name="T5" fmla="*/ 486 h 500"/>
              <a:gd name="T6" fmla="*/ 690 w 704"/>
              <a:gd name="T7" fmla="*/ 485 h 500"/>
              <a:gd name="T8" fmla="*/ 703 w 704"/>
              <a:gd name="T9" fmla="*/ 455 h 500"/>
              <a:gd name="T10" fmla="*/ 703 w 704"/>
              <a:gd name="T11" fmla="*/ 44 h 500"/>
              <a:gd name="T12" fmla="*/ 659 w 704"/>
              <a:gd name="T13" fmla="*/ 0 h 500"/>
              <a:gd name="T14" fmla="*/ 44 w 704"/>
              <a:gd name="T15" fmla="*/ 0 h 500"/>
              <a:gd name="T16" fmla="*/ 0 w 704"/>
              <a:gd name="T17" fmla="*/ 44 h 500"/>
              <a:gd name="T18" fmla="*/ 0 w 704"/>
              <a:gd name="T19" fmla="*/ 455 h 500"/>
              <a:gd name="T20" fmla="*/ 12 w 704"/>
              <a:gd name="T21" fmla="*/ 485 h 500"/>
              <a:gd name="T22" fmla="*/ 14 w 704"/>
              <a:gd name="T23" fmla="*/ 486 h 500"/>
              <a:gd name="T24" fmla="*/ 14 w 704"/>
              <a:gd name="T25" fmla="*/ 486 h 500"/>
              <a:gd name="T26" fmla="*/ 44 w 704"/>
              <a:gd name="T27" fmla="*/ 499 h 500"/>
              <a:gd name="T28" fmla="*/ 659 w 704"/>
              <a:gd name="T29" fmla="*/ 499 h 500"/>
              <a:gd name="T30" fmla="*/ 689 w 704"/>
              <a:gd name="T31" fmla="*/ 486 h 500"/>
              <a:gd name="T32" fmla="*/ 324 w 704"/>
              <a:gd name="T33" fmla="*/ 274 h 500"/>
              <a:gd name="T34" fmla="*/ 324 w 704"/>
              <a:gd name="T35" fmla="*/ 274 h 500"/>
              <a:gd name="T36" fmla="*/ 351 w 704"/>
              <a:gd name="T37" fmla="*/ 285 h 500"/>
              <a:gd name="T38" fmla="*/ 380 w 704"/>
              <a:gd name="T39" fmla="*/ 274 h 500"/>
              <a:gd name="T40" fmla="*/ 421 w 704"/>
              <a:gd name="T41" fmla="*/ 238 h 500"/>
              <a:gd name="T42" fmla="*/ 653 w 704"/>
              <a:gd name="T43" fmla="*/ 470 h 500"/>
              <a:gd name="T44" fmla="*/ 51 w 704"/>
              <a:gd name="T45" fmla="*/ 470 h 500"/>
              <a:gd name="T46" fmla="*/ 281 w 704"/>
              <a:gd name="T47" fmla="*/ 238 h 500"/>
              <a:gd name="T48" fmla="*/ 324 w 704"/>
              <a:gd name="T49" fmla="*/ 274 h 500"/>
              <a:gd name="T50" fmla="*/ 674 w 704"/>
              <a:gd name="T51" fmla="*/ 449 h 500"/>
              <a:gd name="T52" fmla="*/ 674 w 704"/>
              <a:gd name="T53" fmla="*/ 449 h 500"/>
              <a:gd name="T54" fmla="*/ 445 w 704"/>
              <a:gd name="T55" fmla="*/ 219 h 500"/>
              <a:gd name="T56" fmla="*/ 664 w 704"/>
              <a:gd name="T57" fmla="*/ 31 h 500"/>
              <a:gd name="T58" fmla="*/ 674 w 704"/>
              <a:gd name="T59" fmla="*/ 44 h 500"/>
              <a:gd name="T60" fmla="*/ 674 w 704"/>
              <a:gd name="T61" fmla="*/ 449 h 500"/>
              <a:gd name="T62" fmla="*/ 361 w 704"/>
              <a:gd name="T63" fmla="*/ 252 h 500"/>
              <a:gd name="T64" fmla="*/ 361 w 704"/>
              <a:gd name="T65" fmla="*/ 252 h 500"/>
              <a:gd name="T66" fmla="*/ 351 w 704"/>
              <a:gd name="T67" fmla="*/ 254 h 500"/>
              <a:gd name="T68" fmla="*/ 342 w 704"/>
              <a:gd name="T69" fmla="*/ 252 h 500"/>
              <a:gd name="T70" fmla="*/ 84 w 704"/>
              <a:gd name="T71" fmla="*/ 31 h 500"/>
              <a:gd name="T72" fmla="*/ 619 w 704"/>
              <a:gd name="T73" fmla="*/ 31 h 500"/>
              <a:gd name="T74" fmla="*/ 361 w 704"/>
              <a:gd name="T75" fmla="*/ 252 h 500"/>
              <a:gd name="T76" fmla="*/ 40 w 704"/>
              <a:gd name="T77" fmla="*/ 31 h 500"/>
              <a:gd name="T78" fmla="*/ 40 w 704"/>
              <a:gd name="T79" fmla="*/ 31 h 500"/>
              <a:gd name="T80" fmla="*/ 259 w 704"/>
              <a:gd name="T81" fmla="*/ 219 h 500"/>
              <a:gd name="T82" fmla="*/ 30 w 704"/>
              <a:gd name="T83" fmla="*/ 449 h 500"/>
              <a:gd name="T84" fmla="*/ 30 w 704"/>
              <a:gd name="T85" fmla="*/ 44 h 500"/>
              <a:gd name="T86" fmla="*/ 40 w 704"/>
              <a:gd name="T87" fmla="*/ 3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689" y="486"/>
                </a:moveTo>
                <a:lnTo>
                  <a:pt x="689" y="486"/>
                </a:lnTo>
                <a:cubicBezTo>
                  <a:pt x="690" y="486"/>
                  <a:pt x="690" y="486"/>
                  <a:pt x="690" y="486"/>
                </a:cubicBezTo>
                <a:cubicBezTo>
                  <a:pt x="690" y="485"/>
                  <a:pt x="690" y="485"/>
                  <a:pt x="690" y="485"/>
                </a:cubicBezTo>
                <a:cubicBezTo>
                  <a:pt x="699" y="477"/>
                  <a:pt x="703" y="466"/>
                  <a:pt x="703" y="455"/>
                </a:cubicBezTo>
                <a:cubicBezTo>
                  <a:pt x="703" y="44"/>
                  <a:pt x="703" y="44"/>
                  <a:pt x="703" y="44"/>
                </a:cubicBezTo>
                <a:cubicBezTo>
                  <a:pt x="703" y="21"/>
                  <a:pt x="684" y="0"/>
                  <a:pt x="659" y="0"/>
                </a:cubicBezTo>
                <a:cubicBezTo>
                  <a:pt x="44" y="0"/>
                  <a:pt x="44" y="0"/>
                  <a:pt x="44" y="0"/>
                </a:cubicBezTo>
                <a:cubicBezTo>
                  <a:pt x="21" y="0"/>
                  <a:pt x="0" y="21"/>
                  <a:pt x="0" y="44"/>
                </a:cubicBezTo>
                <a:cubicBezTo>
                  <a:pt x="0" y="455"/>
                  <a:pt x="0" y="455"/>
                  <a:pt x="0" y="455"/>
                </a:cubicBezTo>
                <a:cubicBezTo>
                  <a:pt x="0" y="466"/>
                  <a:pt x="5" y="477"/>
                  <a:pt x="12" y="485"/>
                </a:cubicBezTo>
                <a:cubicBezTo>
                  <a:pt x="12" y="485"/>
                  <a:pt x="12" y="485"/>
                  <a:pt x="14" y="486"/>
                </a:cubicBezTo>
                <a:lnTo>
                  <a:pt x="14" y="486"/>
                </a:lnTo>
                <a:cubicBezTo>
                  <a:pt x="22" y="495"/>
                  <a:pt x="33" y="499"/>
                  <a:pt x="44" y="499"/>
                </a:cubicBezTo>
                <a:cubicBezTo>
                  <a:pt x="659" y="499"/>
                  <a:pt x="659" y="499"/>
                  <a:pt x="659" y="499"/>
                </a:cubicBezTo>
                <a:cubicBezTo>
                  <a:pt x="671" y="499"/>
                  <a:pt x="682" y="495"/>
                  <a:pt x="689" y="486"/>
                </a:cubicBezTo>
                <a:close/>
                <a:moveTo>
                  <a:pt x="324" y="274"/>
                </a:moveTo>
                <a:lnTo>
                  <a:pt x="324" y="274"/>
                </a:lnTo>
                <a:cubicBezTo>
                  <a:pt x="331" y="280"/>
                  <a:pt x="342" y="285"/>
                  <a:pt x="351" y="285"/>
                </a:cubicBezTo>
                <a:cubicBezTo>
                  <a:pt x="362" y="285"/>
                  <a:pt x="372" y="280"/>
                  <a:pt x="380" y="274"/>
                </a:cubicBezTo>
                <a:cubicBezTo>
                  <a:pt x="421" y="238"/>
                  <a:pt x="421" y="238"/>
                  <a:pt x="421" y="238"/>
                </a:cubicBezTo>
                <a:cubicBezTo>
                  <a:pt x="653" y="470"/>
                  <a:pt x="653" y="470"/>
                  <a:pt x="653" y="470"/>
                </a:cubicBezTo>
                <a:cubicBezTo>
                  <a:pt x="51" y="470"/>
                  <a:pt x="51" y="470"/>
                  <a:pt x="51" y="470"/>
                </a:cubicBezTo>
                <a:cubicBezTo>
                  <a:pt x="281" y="238"/>
                  <a:pt x="281" y="238"/>
                  <a:pt x="281" y="238"/>
                </a:cubicBezTo>
                <a:lnTo>
                  <a:pt x="324" y="274"/>
                </a:lnTo>
                <a:close/>
                <a:moveTo>
                  <a:pt x="674" y="449"/>
                </a:moveTo>
                <a:lnTo>
                  <a:pt x="674" y="449"/>
                </a:lnTo>
                <a:cubicBezTo>
                  <a:pt x="445" y="219"/>
                  <a:pt x="445" y="219"/>
                  <a:pt x="445" y="219"/>
                </a:cubicBezTo>
                <a:cubicBezTo>
                  <a:pt x="664" y="31"/>
                  <a:pt x="664" y="31"/>
                  <a:pt x="664" y="31"/>
                </a:cubicBezTo>
                <a:cubicBezTo>
                  <a:pt x="670" y="33"/>
                  <a:pt x="674" y="39"/>
                  <a:pt x="674" y="44"/>
                </a:cubicBezTo>
                <a:lnTo>
                  <a:pt x="674" y="449"/>
                </a:lnTo>
                <a:close/>
                <a:moveTo>
                  <a:pt x="361" y="252"/>
                </a:moveTo>
                <a:lnTo>
                  <a:pt x="361" y="252"/>
                </a:lnTo>
                <a:cubicBezTo>
                  <a:pt x="358" y="254"/>
                  <a:pt x="355" y="254"/>
                  <a:pt x="351" y="254"/>
                </a:cubicBezTo>
                <a:cubicBezTo>
                  <a:pt x="349" y="254"/>
                  <a:pt x="344" y="254"/>
                  <a:pt x="342" y="252"/>
                </a:cubicBezTo>
                <a:cubicBezTo>
                  <a:pt x="84" y="31"/>
                  <a:pt x="84" y="31"/>
                  <a:pt x="84" y="31"/>
                </a:cubicBezTo>
                <a:cubicBezTo>
                  <a:pt x="619" y="31"/>
                  <a:pt x="619" y="31"/>
                  <a:pt x="619" y="31"/>
                </a:cubicBezTo>
                <a:lnTo>
                  <a:pt x="361" y="252"/>
                </a:lnTo>
                <a:close/>
                <a:moveTo>
                  <a:pt x="40" y="31"/>
                </a:moveTo>
                <a:lnTo>
                  <a:pt x="40" y="31"/>
                </a:lnTo>
                <a:cubicBezTo>
                  <a:pt x="259" y="219"/>
                  <a:pt x="259" y="219"/>
                  <a:pt x="259" y="219"/>
                </a:cubicBezTo>
                <a:cubicBezTo>
                  <a:pt x="30" y="449"/>
                  <a:pt x="30" y="449"/>
                  <a:pt x="30" y="449"/>
                </a:cubicBezTo>
                <a:cubicBezTo>
                  <a:pt x="30" y="44"/>
                  <a:pt x="30" y="44"/>
                  <a:pt x="30" y="44"/>
                </a:cubicBezTo>
                <a:cubicBezTo>
                  <a:pt x="30" y="39"/>
                  <a:pt x="34" y="33"/>
                  <a:pt x="40" y="31"/>
                </a:cubicBezTo>
                <a:close/>
              </a:path>
            </a:pathLst>
          </a:custGeom>
          <a:solidFill>
            <a:schemeClr val="tx2"/>
          </a:solidFill>
          <a:ln>
            <a:noFill/>
          </a:ln>
          <a:effectLst/>
        </p:spPr>
        <p:txBody>
          <a:bodyPr wrap="none" anchor="ctr"/>
          <a:lstStyle/>
          <a:p>
            <a:endParaRPr lang="da-DK"/>
          </a:p>
        </p:txBody>
      </p:sp>
      <p:sp>
        <p:nvSpPr>
          <p:cNvPr id="472" name="Freeform 393">
            <a:extLst>
              <a:ext uri="{FF2B5EF4-FFF2-40B4-BE49-F238E27FC236}">
                <a16:creationId xmlns:a16="http://schemas.microsoft.com/office/drawing/2014/main" id="{8E0C5DF5-28CE-8EEC-40B6-314D7434EB51}"/>
              </a:ext>
            </a:extLst>
          </p:cNvPr>
          <p:cNvSpPr>
            <a:spLocks noChangeArrowheads="1"/>
          </p:cNvSpPr>
          <p:nvPr/>
        </p:nvSpPr>
        <p:spPr bwMode="auto">
          <a:xfrm>
            <a:off x="1192336" y="6190879"/>
            <a:ext cx="254000" cy="179387"/>
          </a:xfrm>
          <a:custGeom>
            <a:avLst/>
            <a:gdLst>
              <a:gd name="T0" fmla="*/ 659 w 704"/>
              <a:gd name="T1" fmla="*/ 0 h 498"/>
              <a:gd name="T2" fmla="*/ 659 w 704"/>
              <a:gd name="T3" fmla="*/ 0 h 498"/>
              <a:gd name="T4" fmla="*/ 44 w 704"/>
              <a:gd name="T5" fmla="*/ 0 h 498"/>
              <a:gd name="T6" fmla="*/ 0 w 704"/>
              <a:gd name="T7" fmla="*/ 44 h 498"/>
              <a:gd name="T8" fmla="*/ 0 w 704"/>
              <a:gd name="T9" fmla="*/ 453 h 498"/>
              <a:gd name="T10" fmla="*/ 13 w 704"/>
              <a:gd name="T11" fmla="*/ 484 h 498"/>
              <a:gd name="T12" fmla="*/ 13 w 704"/>
              <a:gd name="T13" fmla="*/ 485 h 498"/>
              <a:gd name="T14" fmla="*/ 14 w 704"/>
              <a:gd name="T15" fmla="*/ 486 h 498"/>
              <a:gd name="T16" fmla="*/ 44 w 704"/>
              <a:gd name="T17" fmla="*/ 497 h 498"/>
              <a:gd name="T18" fmla="*/ 659 w 704"/>
              <a:gd name="T19" fmla="*/ 497 h 498"/>
              <a:gd name="T20" fmla="*/ 689 w 704"/>
              <a:gd name="T21" fmla="*/ 486 h 498"/>
              <a:gd name="T22" fmla="*/ 689 w 704"/>
              <a:gd name="T23" fmla="*/ 485 h 498"/>
              <a:gd name="T24" fmla="*/ 691 w 704"/>
              <a:gd name="T25" fmla="*/ 484 h 498"/>
              <a:gd name="T26" fmla="*/ 703 w 704"/>
              <a:gd name="T27" fmla="*/ 453 h 498"/>
              <a:gd name="T28" fmla="*/ 703 w 704"/>
              <a:gd name="T29" fmla="*/ 44 h 498"/>
              <a:gd name="T30" fmla="*/ 659 w 704"/>
              <a:gd name="T31" fmla="*/ 0 h 498"/>
              <a:gd name="T32" fmla="*/ 673 w 704"/>
              <a:gd name="T33" fmla="*/ 448 h 498"/>
              <a:gd name="T34" fmla="*/ 673 w 704"/>
              <a:gd name="T35" fmla="*/ 448 h 498"/>
              <a:gd name="T36" fmla="*/ 444 w 704"/>
              <a:gd name="T37" fmla="*/ 219 h 498"/>
              <a:gd name="T38" fmla="*/ 663 w 704"/>
              <a:gd name="T39" fmla="*/ 31 h 498"/>
              <a:gd name="T40" fmla="*/ 673 w 704"/>
              <a:gd name="T41" fmla="*/ 44 h 498"/>
              <a:gd name="T42" fmla="*/ 673 w 704"/>
              <a:gd name="T43" fmla="*/ 448 h 498"/>
              <a:gd name="T44" fmla="*/ 323 w 704"/>
              <a:gd name="T45" fmla="*/ 274 h 498"/>
              <a:gd name="T46" fmla="*/ 323 w 704"/>
              <a:gd name="T47" fmla="*/ 274 h 498"/>
              <a:gd name="T48" fmla="*/ 352 w 704"/>
              <a:gd name="T49" fmla="*/ 283 h 498"/>
              <a:gd name="T50" fmla="*/ 380 w 704"/>
              <a:gd name="T51" fmla="*/ 274 h 498"/>
              <a:gd name="T52" fmla="*/ 422 w 704"/>
              <a:gd name="T53" fmla="*/ 238 h 498"/>
              <a:gd name="T54" fmla="*/ 652 w 704"/>
              <a:gd name="T55" fmla="*/ 468 h 498"/>
              <a:gd name="T56" fmla="*/ 50 w 704"/>
              <a:gd name="T57" fmla="*/ 468 h 498"/>
              <a:gd name="T58" fmla="*/ 282 w 704"/>
              <a:gd name="T59" fmla="*/ 238 h 498"/>
              <a:gd name="T60" fmla="*/ 323 w 704"/>
              <a:gd name="T61" fmla="*/ 274 h 498"/>
              <a:gd name="T62" fmla="*/ 361 w 704"/>
              <a:gd name="T63" fmla="*/ 250 h 498"/>
              <a:gd name="T64" fmla="*/ 361 w 704"/>
              <a:gd name="T65" fmla="*/ 250 h 498"/>
              <a:gd name="T66" fmla="*/ 352 w 704"/>
              <a:gd name="T67" fmla="*/ 254 h 498"/>
              <a:gd name="T68" fmla="*/ 342 w 704"/>
              <a:gd name="T69" fmla="*/ 250 h 498"/>
              <a:gd name="T70" fmla="*/ 84 w 704"/>
              <a:gd name="T71" fmla="*/ 29 h 498"/>
              <a:gd name="T72" fmla="*/ 619 w 704"/>
              <a:gd name="T73" fmla="*/ 29 h 498"/>
              <a:gd name="T74" fmla="*/ 361 w 704"/>
              <a:gd name="T75" fmla="*/ 250 h 498"/>
              <a:gd name="T76" fmla="*/ 40 w 704"/>
              <a:gd name="T77" fmla="*/ 31 h 498"/>
              <a:gd name="T78" fmla="*/ 40 w 704"/>
              <a:gd name="T79" fmla="*/ 31 h 498"/>
              <a:gd name="T80" fmla="*/ 258 w 704"/>
              <a:gd name="T81" fmla="*/ 219 h 498"/>
              <a:gd name="T82" fmla="*/ 29 w 704"/>
              <a:gd name="T83" fmla="*/ 448 h 498"/>
              <a:gd name="T84" fmla="*/ 29 w 704"/>
              <a:gd name="T85" fmla="*/ 44 h 498"/>
              <a:gd name="T86" fmla="*/ 40 w 704"/>
              <a:gd name="T87" fmla="*/ 31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498">
                <a:moveTo>
                  <a:pt x="659" y="0"/>
                </a:moveTo>
                <a:lnTo>
                  <a:pt x="659" y="0"/>
                </a:lnTo>
                <a:cubicBezTo>
                  <a:pt x="44" y="0"/>
                  <a:pt x="44" y="0"/>
                  <a:pt x="44" y="0"/>
                </a:cubicBezTo>
                <a:cubicBezTo>
                  <a:pt x="19" y="0"/>
                  <a:pt x="0" y="20"/>
                  <a:pt x="0" y="44"/>
                </a:cubicBezTo>
                <a:cubicBezTo>
                  <a:pt x="0" y="453"/>
                  <a:pt x="0" y="453"/>
                  <a:pt x="0" y="453"/>
                </a:cubicBezTo>
                <a:cubicBezTo>
                  <a:pt x="0" y="466"/>
                  <a:pt x="4" y="477"/>
                  <a:pt x="13" y="484"/>
                </a:cubicBezTo>
                <a:cubicBezTo>
                  <a:pt x="13" y="485"/>
                  <a:pt x="13" y="485"/>
                  <a:pt x="13" y="485"/>
                </a:cubicBezTo>
                <a:cubicBezTo>
                  <a:pt x="13" y="485"/>
                  <a:pt x="14" y="485"/>
                  <a:pt x="14" y="486"/>
                </a:cubicBezTo>
                <a:cubicBezTo>
                  <a:pt x="21" y="493"/>
                  <a:pt x="32" y="497"/>
                  <a:pt x="44" y="497"/>
                </a:cubicBezTo>
                <a:cubicBezTo>
                  <a:pt x="659" y="497"/>
                  <a:pt x="659" y="497"/>
                  <a:pt x="659" y="497"/>
                </a:cubicBezTo>
                <a:cubicBezTo>
                  <a:pt x="670" y="497"/>
                  <a:pt x="681" y="493"/>
                  <a:pt x="689" y="486"/>
                </a:cubicBezTo>
                <a:cubicBezTo>
                  <a:pt x="689" y="485"/>
                  <a:pt x="689" y="485"/>
                  <a:pt x="689" y="485"/>
                </a:cubicBezTo>
                <a:cubicBezTo>
                  <a:pt x="691" y="485"/>
                  <a:pt x="691" y="485"/>
                  <a:pt x="691" y="484"/>
                </a:cubicBezTo>
                <a:cubicBezTo>
                  <a:pt x="697" y="477"/>
                  <a:pt x="703" y="466"/>
                  <a:pt x="703" y="453"/>
                </a:cubicBezTo>
                <a:cubicBezTo>
                  <a:pt x="703" y="44"/>
                  <a:pt x="703" y="44"/>
                  <a:pt x="703" y="44"/>
                </a:cubicBezTo>
                <a:cubicBezTo>
                  <a:pt x="703" y="20"/>
                  <a:pt x="682" y="0"/>
                  <a:pt x="659" y="0"/>
                </a:cubicBezTo>
                <a:close/>
                <a:moveTo>
                  <a:pt x="673" y="448"/>
                </a:moveTo>
                <a:lnTo>
                  <a:pt x="673" y="448"/>
                </a:lnTo>
                <a:cubicBezTo>
                  <a:pt x="444" y="219"/>
                  <a:pt x="444" y="219"/>
                  <a:pt x="444" y="219"/>
                </a:cubicBezTo>
                <a:cubicBezTo>
                  <a:pt x="663" y="31"/>
                  <a:pt x="663" y="31"/>
                  <a:pt x="663" y="31"/>
                </a:cubicBezTo>
                <a:cubicBezTo>
                  <a:pt x="669" y="32"/>
                  <a:pt x="673" y="37"/>
                  <a:pt x="673" y="44"/>
                </a:cubicBezTo>
                <a:lnTo>
                  <a:pt x="673" y="448"/>
                </a:lnTo>
                <a:close/>
                <a:moveTo>
                  <a:pt x="323" y="274"/>
                </a:moveTo>
                <a:lnTo>
                  <a:pt x="323" y="274"/>
                </a:lnTo>
                <a:cubicBezTo>
                  <a:pt x="331" y="280"/>
                  <a:pt x="341" y="283"/>
                  <a:pt x="352" y="283"/>
                </a:cubicBezTo>
                <a:cubicBezTo>
                  <a:pt x="361" y="283"/>
                  <a:pt x="372" y="280"/>
                  <a:pt x="380" y="274"/>
                </a:cubicBezTo>
                <a:cubicBezTo>
                  <a:pt x="422" y="238"/>
                  <a:pt x="422" y="238"/>
                  <a:pt x="422" y="238"/>
                </a:cubicBezTo>
                <a:cubicBezTo>
                  <a:pt x="652" y="468"/>
                  <a:pt x="652" y="468"/>
                  <a:pt x="652" y="468"/>
                </a:cubicBezTo>
                <a:cubicBezTo>
                  <a:pt x="50" y="468"/>
                  <a:pt x="50" y="468"/>
                  <a:pt x="50" y="468"/>
                </a:cubicBezTo>
                <a:cubicBezTo>
                  <a:pt x="282" y="238"/>
                  <a:pt x="282" y="238"/>
                  <a:pt x="282" y="238"/>
                </a:cubicBezTo>
                <a:lnTo>
                  <a:pt x="323" y="274"/>
                </a:lnTo>
                <a:close/>
                <a:moveTo>
                  <a:pt x="361" y="250"/>
                </a:moveTo>
                <a:lnTo>
                  <a:pt x="361" y="250"/>
                </a:lnTo>
                <a:cubicBezTo>
                  <a:pt x="358" y="253"/>
                  <a:pt x="354" y="254"/>
                  <a:pt x="352" y="254"/>
                </a:cubicBezTo>
                <a:cubicBezTo>
                  <a:pt x="347" y="254"/>
                  <a:pt x="345" y="253"/>
                  <a:pt x="342" y="250"/>
                </a:cubicBezTo>
                <a:cubicBezTo>
                  <a:pt x="84" y="29"/>
                  <a:pt x="84" y="29"/>
                  <a:pt x="84" y="29"/>
                </a:cubicBezTo>
                <a:cubicBezTo>
                  <a:pt x="619" y="29"/>
                  <a:pt x="619" y="29"/>
                  <a:pt x="619" y="29"/>
                </a:cubicBezTo>
                <a:lnTo>
                  <a:pt x="361" y="250"/>
                </a:lnTo>
                <a:close/>
                <a:moveTo>
                  <a:pt x="40" y="31"/>
                </a:moveTo>
                <a:lnTo>
                  <a:pt x="40" y="31"/>
                </a:lnTo>
                <a:cubicBezTo>
                  <a:pt x="258" y="219"/>
                  <a:pt x="258" y="219"/>
                  <a:pt x="258" y="219"/>
                </a:cubicBezTo>
                <a:cubicBezTo>
                  <a:pt x="29" y="448"/>
                  <a:pt x="29" y="448"/>
                  <a:pt x="29" y="448"/>
                </a:cubicBezTo>
                <a:cubicBezTo>
                  <a:pt x="29" y="44"/>
                  <a:pt x="29" y="44"/>
                  <a:pt x="29" y="44"/>
                </a:cubicBezTo>
                <a:cubicBezTo>
                  <a:pt x="29" y="37"/>
                  <a:pt x="33" y="32"/>
                  <a:pt x="40" y="31"/>
                </a:cubicBezTo>
                <a:close/>
              </a:path>
            </a:pathLst>
          </a:custGeom>
          <a:solidFill>
            <a:schemeClr val="tx2"/>
          </a:solidFill>
          <a:ln>
            <a:noFill/>
          </a:ln>
          <a:effectLst/>
        </p:spPr>
        <p:txBody>
          <a:bodyPr wrap="none" anchor="ctr"/>
          <a:lstStyle/>
          <a:p>
            <a:endParaRPr lang="da-DK"/>
          </a:p>
        </p:txBody>
      </p:sp>
      <p:grpSp>
        <p:nvGrpSpPr>
          <p:cNvPr id="473" name="Group 476">
            <a:extLst>
              <a:ext uri="{FF2B5EF4-FFF2-40B4-BE49-F238E27FC236}">
                <a16:creationId xmlns:a16="http://schemas.microsoft.com/office/drawing/2014/main" id="{52D03EB2-E788-F1FB-F91B-BECAB25CE360}"/>
              </a:ext>
            </a:extLst>
          </p:cNvPr>
          <p:cNvGrpSpPr/>
          <p:nvPr/>
        </p:nvGrpSpPr>
        <p:grpSpPr>
          <a:xfrm>
            <a:off x="3275136" y="4165228"/>
            <a:ext cx="158750" cy="254000"/>
            <a:chOff x="2133600" y="4497388"/>
            <a:chExt cx="158750" cy="254000"/>
          </a:xfrm>
          <a:solidFill>
            <a:schemeClr val="tx2"/>
          </a:solidFill>
        </p:grpSpPr>
        <p:sp>
          <p:nvSpPr>
            <p:cNvPr id="474" name="Freeform 394">
              <a:extLst>
                <a:ext uri="{FF2B5EF4-FFF2-40B4-BE49-F238E27FC236}">
                  <a16:creationId xmlns:a16="http://schemas.microsoft.com/office/drawing/2014/main" id="{381204F5-3B40-D54A-DADD-05B1264ACDB1}"/>
                </a:ext>
              </a:extLst>
            </p:cNvPr>
            <p:cNvSpPr>
              <a:spLocks noChangeArrowheads="1"/>
            </p:cNvSpPr>
            <p:nvPr/>
          </p:nvSpPr>
          <p:spPr bwMode="auto">
            <a:xfrm>
              <a:off x="2133600" y="4497388"/>
              <a:ext cx="158750" cy="254000"/>
            </a:xfrm>
            <a:custGeom>
              <a:avLst/>
              <a:gdLst>
                <a:gd name="T0" fmla="*/ 366 w 441"/>
                <a:gd name="T1" fmla="*/ 0 h 704"/>
                <a:gd name="T2" fmla="*/ 366 w 441"/>
                <a:gd name="T3" fmla="*/ 0 h 704"/>
                <a:gd name="T4" fmla="*/ 73 w 441"/>
                <a:gd name="T5" fmla="*/ 0 h 704"/>
                <a:gd name="T6" fmla="*/ 0 w 441"/>
                <a:gd name="T7" fmla="*/ 73 h 704"/>
                <a:gd name="T8" fmla="*/ 0 w 441"/>
                <a:gd name="T9" fmla="*/ 630 h 704"/>
                <a:gd name="T10" fmla="*/ 73 w 441"/>
                <a:gd name="T11" fmla="*/ 703 h 704"/>
                <a:gd name="T12" fmla="*/ 366 w 441"/>
                <a:gd name="T13" fmla="*/ 703 h 704"/>
                <a:gd name="T14" fmla="*/ 440 w 441"/>
                <a:gd name="T15" fmla="*/ 630 h 704"/>
                <a:gd name="T16" fmla="*/ 440 w 441"/>
                <a:gd name="T17" fmla="*/ 571 h 704"/>
                <a:gd name="T18" fmla="*/ 440 w 441"/>
                <a:gd name="T19" fmla="*/ 571 h 704"/>
                <a:gd name="T20" fmla="*/ 440 w 441"/>
                <a:gd name="T21" fmla="*/ 571 h 704"/>
                <a:gd name="T22" fmla="*/ 440 w 441"/>
                <a:gd name="T23" fmla="*/ 73 h 704"/>
                <a:gd name="T24" fmla="*/ 366 w 441"/>
                <a:gd name="T25" fmla="*/ 0 h 704"/>
                <a:gd name="T26" fmla="*/ 73 w 441"/>
                <a:gd name="T27" fmla="*/ 29 h 704"/>
                <a:gd name="T28" fmla="*/ 73 w 441"/>
                <a:gd name="T29" fmla="*/ 29 h 704"/>
                <a:gd name="T30" fmla="*/ 366 w 441"/>
                <a:gd name="T31" fmla="*/ 29 h 704"/>
                <a:gd name="T32" fmla="*/ 409 w 441"/>
                <a:gd name="T33" fmla="*/ 73 h 704"/>
                <a:gd name="T34" fmla="*/ 409 w 441"/>
                <a:gd name="T35" fmla="*/ 556 h 704"/>
                <a:gd name="T36" fmla="*/ 29 w 441"/>
                <a:gd name="T37" fmla="*/ 556 h 704"/>
                <a:gd name="T38" fmla="*/ 29 w 441"/>
                <a:gd name="T39" fmla="*/ 73 h 704"/>
                <a:gd name="T40" fmla="*/ 73 w 441"/>
                <a:gd name="T41" fmla="*/ 29 h 704"/>
                <a:gd name="T42" fmla="*/ 366 w 441"/>
                <a:gd name="T43" fmla="*/ 674 h 704"/>
                <a:gd name="T44" fmla="*/ 366 w 441"/>
                <a:gd name="T45" fmla="*/ 674 h 704"/>
                <a:gd name="T46" fmla="*/ 73 w 441"/>
                <a:gd name="T47" fmla="*/ 674 h 704"/>
                <a:gd name="T48" fmla="*/ 29 w 441"/>
                <a:gd name="T49" fmla="*/ 630 h 704"/>
                <a:gd name="T50" fmla="*/ 29 w 441"/>
                <a:gd name="T51" fmla="*/ 586 h 704"/>
                <a:gd name="T52" fmla="*/ 409 w 441"/>
                <a:gd name="T53" fmla="*/ 586 h 704"/>
                <a:gd name="T54" fmla="*/ 409 w 441"/>
                <a:gd name="T55" fmla="*/ 630 h 704"/>
                <a:gd name="T56" fmla="*/ 366 w 441"/>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1" h="704">
                  <a:moveTo>
                    <a:pt x="366" y="0"/>
                  </a:moveTo>
                  <a:lnTo>
                    <a:pt x="366" y="0"/>
                  </a:lnTo>
                  <a:cubicBezTo>
                    <a:pt x="73" y="0"/>
                    <a:pt x="73" y="0"/>
                    <a:pt x="73" y="0"/>
                  </a:cubicBezTo>
                  <a:cubicBezTo>
                    <a:pt x="33" y="0"/>
                    <a:pt x="0" y="33"/>
                    <a:pt x="0" y="73"/>
                  </a:cubicBezTo>
                  <a:cubicBezTo>
                    <a:pt x="0" y="630"/>
                    <a:pt x="0" y="630"/>
                    <a:pt x="0" y="630"/>
                  </a:cubicBezTo>
                  <a:cubicBezTo>
                    <a:pt x="0" y="670"/>
                    <a:pt x="33" y="703"/>
                    <a:pt x="73" y="703"/>
                  </a:cubicBezTo>
                  <a:cubicBezTo>
                    <a:pt x="366" y="703"/>
                    <a:pt x="366" y="703"/>
                    <a:pt x="366" y="703"/>
                  </a:cubicBezTo>
                  <a:cubicBezTo>
                    <a:pt x="407" y="703"/>
                    <a:pt x="440" y="670"/>
                    <a:pt x="440" y="630"/>
                  </a:cubicBezTo>
                  <a:cubicBezTo>
                    <a:pt x="440" y="571"/>
                    <a:pt x="440" y="571"/>
                    <a:pt x="440" y="571"/>
                  </a:cubicBezTo>
                  <a:lnTo>
                    <a:pt x="440" y="571"/>
                  </a:lnTo>
                  <a:lnTo>
                    <a:pt x="440" y="571"/>
                  </a:lnTo>
                  <a:cubicBezTo>
                    <a:pt x="440" y="73"/>
                    <a:pt x="440" y="73"/>
                    <a:pt x="440" y="73"/>
                  </a:cubicBezTo>
                  <a:cubicBezTo>
                    <a:pt x="440" y="33"/>
                    <a:pt x="407" y="0"/>
                    <a:pt x="366" y="0"/>
                  </a:cubicBezTo>
                  <a:close/>
                  <a:moveTo>
                    <a:pt x="73" y="29"/>
                  </a:moveTo>
                  <a:lnTo>
                    <a:pt x="73" y="29"/>
                  </a:lnTo>
                  <a:cubicBezTo>
                    <a:pt x="366" y="29"/>
                    <a:pt x="366" y="29"/>
                    <a:pt x="366" y="29"/>
                  </a:cubicBezTo>
                  <a:cubicBezTo>
                    <a:pt x="390" y="29"/>
                    <a:pt x="409" y="50"/>
                    <a:pt x="409" y="73"/>
                  </a:cubicBezTo>
                  <a:cubicBezTo>
                    <a:pt x="409" y="556"/>
                    <a:pt x="409" y="556"/>
                    <a:pt x="409" y="556"/>
                  </a:cubicBezTo>
                  <a:cubicBezTo>
                    <a:pt x="29" y="556"/>
                    <a:pt x="29" y="556"/>
                    <a:pt x="29" y="556"/>
                  </a:cubicBezTo>
                  <a:cubicBezTo>
                    <a:pt x="29" y="73"/>
                    <a:pt x="29" y="73"/>
                    <a:pt x="29" y="73"/>
                  </a:cubicBezTo>
                  <a:cubicBezTo>
                    <a:pt x="29" y="50"/>
                    <a:pt x="48" y="29"/>
                    <a:pt x="73" y="29"/>
                  </a:cubicBezTo>
                  <a:close/>
                  <a:moveTo>
                    <a:pt x="366" y="674"/>
                  </a:moveTo>
                  <a:lnTo>
                    <a:pt x="366" y="674"/>
                  </a:lnTo>
                  <a:cubicBezTo>
                    <a:pt x="73" y="674"/>
                    <a:pt x="73" y="674"/>
                    <a:pt x="73" y="674"/>
                  </a:cubicBezTo>
                  <a:cubicBezTo>
                    <a:pt x="48" y="674"/>
                    <a:pt x="29" y="653"/>
                    <a:pt x="29" y="630"/>
                  </a:cubicBezTo>
                  <a:cubicBezTo>
                    <a:pt x="29" y="586"/>
                    <a:pt x="29" y="586"/>
                    <a:pt x="29" y="586"/>
                  </a:cubicBezTo>
                  <a:cubicBezTo>
                    <a:pt x="409" y="586"/>
                    <a:pt x="409" y="586"/>
                    <a:pt x="409" y="586"/>
                  </a:cubicBezTo>
                  <a:cubicBezTo>
                    <a:pt x="409" y="630"/>
                    <a:pt x="409" y="630"/>
                    <a:pt x="409" y="630"/>
                  </a:cubicBezTo>
                  <a:cubicBezTo>
                    <a:pt x="409" y="653"/>
                    <a:pt x="390" y="674"/>
                    <a:pt x="366"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95">
              <a:extLst>
                <a:ext uri="{FF2B5EF4-FFF2-40B4-BE49-F238E27FC236}">
                  <a16:creationId xmlns:a16="http://schemas.microsoft.com/office/drawing/2014/main" id="{B342A38E-965B-7921-6CA6-F2A118230FB3}"/>
                </a:ext>
              </a:extLst>
            </p:cNvPr>
            <p:cNvSpPr>
              <a:spLocks noChangeArrowheads="1"/>
            </p:cNvSpPr>
            <p:nvPr/>
          </p:nvSpPr>
          <p:spPr bwMode="auto">
            <a:xfrm>
              <a:off x="2197100" y="4719638"/>
              <a:ext cx="31750" cy="11112"/>
            </a:xfrm>
            <a:custGeom>
              <a:avLst/>
              <a:gdLst>
                <a:gd name="T0" fmla="*/ 73 w 89"/>
                <a:gd name="T1" fmla="*/ 0 h 30"/>
                <a:gd name="T2" fmla="*/ 73 w 89"/>
                <a:gd name="T3" fmla="*/ 0 h 30"/>
                <a:gd name="T4" fmla="*/ 14 w 89"/>
                <a:gd name="T5" fmla="*/ 0 h 30"/>
                <a:gd name="T6" fmla="*/ 0 w 89"/>
                <a:gd name="T7" fmla="*/ 15 h 30"/>
                <a:gd name="T8" fmla="*/ 14 w 89"/>
                <a:gd name="T9" fmla="*/ 29 h 30"/>
                <a:gd name="T10" fmla="*/ 73 w 89"/>
                <a:gd name="T11" fmla="*/ 29 h 30"/>
                <a:gd name="T12" fmla="*/ 88 w 89"/>
                <a:gd name="T13" fmla="*/ 15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7"/>
                    <a:pt x="0" y="15"/>
                  </a:cubicBezTo>
                  <a:cubicBezTo>
                    <a:pt x="0" y="23"/>
                    <a:pt x="6" y="29"/>
                    <a:pt x="14" y="29"/>
                  </a:cubicBezTo>
                  <a:cubicBezTo>
                    <a:pt x="73" y="29"/>
                    <a:pt x="73" y="29"/>
                    <a:pt x="73" y="29"/>
                  </a:cubicBezTo>
                  <a:cubicBezTo>
                    <a:pt x="81" y="29"/>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76" name="Freeform 396">
            <a:extLst>
              <a:ext uri="{FF2B5EF4-FFF2-40B4-BE49-F238E27FC236}">
                <a16:creationId xmlns:a16="http://schemas.microsoft.com/office/drawing/2014/main" id="{10571FB1-730B-FDE7-0669-2F7DB09B0EDA}"/>
              </a:ext>
            </a:extLst>
          </p:cNvPr>
          <p:cNvSpPr>
            <a:spLocks noChangeArrowheads="1"/>
          </p:cNvSpPr>
          <p:nvPr/>
        </p:nvSpPr>
        <p:spPr bwMode="auto">
          <a:xfrm>
            <a:off x="3227511" y="5686847"/>
            <a:ext cx="244475" cy="254000"/>
          </a:xfrm>
          <a:custGeom>
            <a:avLst/>
            <a:gdLst>
              <a:gd name="T0" fmla="*/ 670 w 677"/>
              <a:gd name="T1" fmla="*/ 328 h 706"/>
              <a:gd name="T2" fmla="*/ 670 w 677"/>
              <a:gd name="T3" fmla="*/ 328 h 706"/>
              <a:gd name="T4" fmla="*/ 349 w 677"/>
              <a:gd name="T5" fmla="*/ 7 h 706"/>
              <a:gd name="T6" fmla="*/ 328 w 677"/>
              <a:gd name="T7" fmla="*/ 7 h 706"/>
              <a:gd name="T8" fmla="*/ 6 w 677"/>
              <a:gd name="T9" fmla="*/ 328 h 706"/>
              <a:gd name="T10" fmla="*/ 6 w 677"/>
              <a:gd name="T11" fmla="*/ 349 h 706"/>
              <a:gd name="T12" fmla="*/ 26 w 677"/>
              <a:gd name="T13" fmla="*/ 349 h 706"/>
              <a:gd name="T14" fmla="*/ 59 w 677"/>
              <a:gd name="T15" fmla="*/ 316 h 706"/>
              <a:gd name="T16" fmla="*/ 59 w 677"/>
              <a:gd name="T17" fmla="*/ 691 h 706"/>
              <a:gd name="T18" fmla="*/ 65 w 677"/>
              <a:gd name="T19" fmla="*/ 700 h 706"/>
              <a:gd name="T20" fmla="*/ 74 w 677"/>
              <a:gd name="T21" fmla="*/ 705 h 706"/>
              <a:gd name="T22" fmla="*/ 250 w 677"/>
              <a:gd name="T23" fmla="*/ 705 h 706"/>
              <a:gd name="T24" fmla="*/ 261 w 677"/>
              <a:gd name="T25" fmla="*/ 700 h 706"/>
              <a:gd name="T26" fmla="*/ 265 w 677"/>
              <a:gd name="T27" fmla="*/ 691 h 706"/>
              <a:gd name="T28" fmla="*/ 265 w 677"/>
              <a:gd name="T29" fmla="*/ 441 h 706"/>
              <a:gd name="T30" fmla="*/ 411 w 677"/>
              <a:gd name="T31" fmla="*/ 441 h 706"/>
              <a:gd name="T32" fmla="*/ 411 w 677"/>
              <a:gd name="T33" fmla="*/ 691 h 706"/>
              <a:gd name="T34" fmla="*/ 416 w 677"/>
              <a:gd name="T35" fmla="*/ 700 h 706"/>
              <a:gd name="T36" fmla="*/ 426 w 677"/>
              <a:gd name="T37" fmla="*/ 705 h 706"/>
              <a:gd name="T38" fmla="*/ 601 w 677"/>
              <a:gd name="T39" fmla="*/ 705 h 706"/>
              <a:gd name="T40" fmla="*/ 612 w 677"/>
              <a:gd name="T41" fmla="*/ 700 h 706"/>
              <a:gd name="T42" fmla="*/ 617 w 677"/>
              <a:gd name="T43" fmla="*/ 691 h 706"/>
              <a:gd name="T44" fmla="*/ 617 w 677"/>
              <a:gd name="T45" fmla="*/ 316 h 706"/>
              <a:gd name="T46" fmla="*/ 650 w 677"/>
              <a:gd name="T47" fmla="*/ 349 h 706"/>
              <a:gd name="T48" fmla="*/ 670 w 677"/>
              <a:gd name="T49" fmla="*/ 349 h 706"/>
              <a:gd name="T50" fmla="*/ 670 w 677"/>
              <a:gd name="T51" fmla="*/ 328 h 706"/>
              <a:gd name="T52" fmla="*/ 586 w 677"/>
              <a:gd name="T53" fmla="*/ 676 h 706"/>
              <a:gd name="T54" fmla="*/ 586 w 677"/>
              <a:gd name="T55" fmla="*/ 676 h 706"/>
              <a:gd name="T56" fmla="*/ 441 w 677"/>
              <a:gd name="T57" fmla="*/ 676 h 706"/>
              <a:gd name="T58" fmla="*/ 441 w 677"/>
              <a:gd name="T59" fmla="*/ 427 h 706"/>
              <a:gd name="T60" fmla="*/ 437 w 677"/>
              <a:gd name="T61" fmla="*/ 416 h 706"/>
              <a:gd name="T62" fmla="*/ 426 w 677"/>
              <a:gd name="T63" fmla="*/ 412 h 706"/>
              <a:gd name="T64" fmla="*/ 250 w 677"/>
              <a:gd name="T65" fmla="*/ 412 h 706"/>
              <a:gd name="T66" fmla="*/ 240 w 677"/>
              <a:gd name="T67" fmla="*/ 416 h 706"/>
              <a:gd name="T68" fmla="*/ 235 w 677"/>
              <a:gd name="T69" fmla="*/ 427 h 706"/>
              <a:gd name="T70" fmla="*/ 235 w 677"/>
              <a:gd name="T71" fmla="*/ 676 h 706"/>
              <a:gd name="T72" fmla="*/ 89 w 677"/>
              <a:gd name="T73" fmla="*/ 676 h 706"/>
              <a:gd name="T74" fmla="*/ 89 w 677"/>
              <a:gd name="T75" fmla="*/ 287 h 706"/>
              <a:gd name="T76" fmla="*/ 338 w 677"/>
              <a:gd name="T77" fmla="*/ 37 h 706"/>
              <a:gd name="T78" fmla="*/ 586 w 677"/>
              <a:gd name="T79" fmla="*/ 287 h 706"/>
              <a:gd name="T80" fmla="*/ 586 w 677"/>
              <a:gd name="T81" fmla="*/ 676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77" h="706">
                <a:moveTo>
                  <a:pt x="670" y="328"/>
                </a:moveTo>
                <a:lnTo>
                  <a:pt x="670" y="328"/>
                </a:lnTo>
                <a:cubicBezTo>
                  <a:pt x="349" y="7"/>
                  <a:pt x="349" y="7"/>
                  <a:pt x="349" y="7"/>
                </a:cubicBezTo>
                <a:cubicBezTo>
                  <a:pt x="342" y="0"/>
                  <a:pt x="334" y="0"/>
                  <a:pt x="328" y="7"/>
                </a:cubicBezTo>
                <a:cubicBezTo>
                  <a:pt x="6" y="328"/>
                  <a:pt x="6" y="328"/>
                  <a:pt x="6" y="328"/>
                </a:cubicBezTo>
                <a:cubicBezTo>
                  <a:pt x="0" y="334"/>
                  <a:pt x="0" y="344"/>
                  <a:pt x="6" y="349"/>
                </a:cubicBezTo>
                <a:cubicBezTo>
                  <a:pt x="11" y="355"/>
                  <a:pt x="21" y="355"/>
                  <a:pt x="26" y="349"/>
                </a:cubicBezTo>
                <a:cubicBezTo>
                  <a:pt x="59" y="316"/>
                  <a:pt x="59" y="316"/>
                  <a:pt x="59" y="316"/>
                </a:cubicBezTo>
                <a:cubicBezTo>
                  <a:pt x="59" y="691"/>
                  <a:pt x="59" y="691"/>
                  <a:pt x="59" y="691"/>
                </a:cubicBezTo>
                <a:cubicBezTo>
                  <a:pt x="59" y="695"/>
                  <a:pt x="62" y="698"/>
                  <a:pt x="65" y="700"/>
                </a:cubicBezTo>
                <a:cubicBezTo>
                  <a:pt x="66" y="703"/>
                  <a:pt x="70" y="705"/>
                  <a:pt x="74" y="705"/>
                </a:cubicBezTo>
                <a:cubicBezTo>
                  <a:pt x="250" y="705"/>
                  <a:pt x="250" y="705"/>
                  <a:pt x="250" y="705"/>
                </a:cubicBezTo>
                <a:cubicBezTo>
                  <a:pt x="254" y="705"/>
                  <a:pt x="258" y="703"/>
                  <a:pt x="261" y="700"/>
                </a:cubicBezTo>
                <a:cubicBezTo>
                  <a:pt x="264" y="698"/>
                  <a:pt x="265" y="695"/>
                  <a:pt x="265" y="691"/>
                </a:cubicBezTo>
                <a:cubicBezTo>
                  <a:pt x="265" y="441"/>
                  <a:pt x="265" y="441"/>
                  <a:pt x="265" y="441"/>
                </a:cubicBezTo>
                <a:cubicBezTo>
                  <a:pt x="411" y="441"/>
                  <a:pt x="411" y="441"/>
                  <a:pt x="411" y="441"/>
                </a:cubicBezTo>
                <a:cubicBezTo>
                  <a:pt x="411" y="691"/>
                  <a:pt x="411" y="691"/>
                  <a:pt x="411" y="691"/>
                </a:cubicBezTo>
                <a:cubicBezTo>
                  <a:pt x="411" y="695"/>
                  <a:pt x="413" y="698"/>
                  <a:pt x="416" y="700"/>
                </a:cubicBezTo>
                <a:cubicBezTo>
                  <a:pt x="418" y="703"/>
                  <a:pt x="422" y="705"/>
                  <a:pt x="426" y="705"/>
                </a:cubicBezTo>
                <a:cubicBezTo>
                  <a:pt x="601" y="705"/>
                  <a:pt x="601" y="705"/>
                  <a:pt x="601" y="705"/>
                </a:cubicBezTo>
                <a:cubicBezTo>
                  <a:pt x="606" y="705"/>
                  <a:pt x="610" y="703"/>
                  <a:pt x="612" y="700"/>
                </a:cubicBezTo>
                <a:cubicBezTo>
                  <a:pt x="615" y="698"/>
                  <a:pt x="617" y="695"/>
                  <a:pt x="617" y="691"/>
                </a:cubicBezTo>
                <a:cubicBezTo>
                  <a:pt x="617" y="316"/>
                  <a:pt x="617" y="316"/>
                  <a:pt x="617" y="316"/>
                </a:cubicBezTo>
                <a:cubicBezTo>
                  <a:pt x="650" y="349"/>
                  <a:pt x="650" y="349"/>
                  <a:pt x="650" y="349"/>
                </a:cubicBezTo>
                <a:cubicBezTo>
                  <a:pt x="655" y="355"/>
                  <a:pt x="665" y="355"/>
                  <a:pt x="670" y="349"/>
                </a:cubicBezTo>
                <a:cubicBezTo>
                  <a:pt x="676" y="344"/>
                  <a:pt x="676" y="334"/>
                  <a:pt x="670" y="328"/>
                </a:cubicBezTo>
                <a:close/>
                <a:moveTo>
                  <a:pt x="586" y="676"/>
                </a:moveTo>
                <a:lnTo>
                  <a:pt x="586" y="676"/>
                </a:lnTo>
                <a:cubicBezTo>
                  <a:pt x="441" y="676"/>
                  <a:pt x="441" y="676"/>
                  <a:pt x="441" y="676"/>
                </a:cubicBezTo>
                <a:cubicBezTo>
                  <a:pt x="441" y="427"/>
                  <a:pt x="441" y="427"/>
                  <a:pt x="441" y="427"/>
                </a:cubicBezTo>
                <a:cubicBezTo>
                  <a:pt x="441" y="423"/>
                  <a:pt x="440" y="419"/>
                  <a:pt x="437" y="416"/>
                </a:cubicBezTo>
                <a:cubicBezTo>
                  <a:pt x="434" y="414"/>
                  <a:pt x="430" y="412"/>
                  <a:pt x="426" y="412"/>
                </a:cubicBezTo>
                <a:cubicBezTo>
                  <a:pt x="250" y="412"/>
                  <a:pt x="250" y="412"/>
                  <a:pt x="250" y="412"/>
                </a:cubicBezTo>
                <a:cubicBezTo>
                  <a:pt x="246" y="412"/>
                  <a:pt x="242" y="414"/>
                  <a:pt x="240" y="416"/>
                </a:cubicBezTo>
                <a:cubicBezTo>
                  <a:pt x="238" y="419"/>
                  <a:pt x="235" y="423"/>
                  <a:pt x="235" y="427"/>
                </a:cubicBezTo>
                <a:cubicBezTo>
                  <a:pt x="235" y="676"/>
                  <a:pt x="235" y="676"/>
                  <a:pt x="235" y="676"/>
                </a:cubicBezTo>
                <a:cubicBezTo>
                  <a:pt x="89" y="676"/>
                  <a:pt x="89" y="676"/>
                  <a:pt x="89" y="676"/>
                </a:cubicBezTo>
                <a:cubicBezTo>
                  <a:pt x="89" y="287"/>
                  <a:pt x="89" y="287"/>
                  <a:pt x="89" y="287"/>
                </a:cubicBezTo>
                <a:cubicBezTo>
                  <a:pt x="338" y="37"/>
                  <a:pt x="338" y="37"/>
                  <a:pt x="338" y="37"/>
                </a:cubicBezTo>
                <a:cubicBezTo>
                  <a:pt x="586" y="287"/>
                  <a:pt x="586" y="287"/>
                  <a:pt x="586" y="287"/>
                </a:cubicBezTo>
                <a:lnTo>
                  <a:pt x="586" y="676"/>
                </a:lnTo>
                <a:close/>
              </a:path>
            </a:pathLst>
          </a:custGeom>
          <a:solidFill>
            <a:schemeClr val="tx2"/>
          </a:solidFill>
          <a:ln>
            <a:noFill/>
          </a:ln>
          <a:effectLst/>
        </p:spPr>
        <p:txBody>
          <a:bodyPr wrap="none" anchor="ctr"/>
          <a:lstStyle/>
          <a:p>
            <a:endParaRPr lang="da-DK"/>
          </a:p>
        </p:txBody>
      </p:sp>
      <p:sp>
        <p:nvSpPr>
          <p:cNvPr id="477" name="Freeform 397">
            <a:extLst>
              <a:ext uri="{FF2B5EF4-FFF2-40B4-BE49-F238E27FC236}">
                <a16:creationId xmlns:a16="http://schemas.microsoft.com/office/drawing/2014/main" id="{1D62ADBE-6A2D-549A-2847-51F178CDCADC}"/>
              </a:ext>
            </a:extLst>
          </p:cNvPr>
          <p:cNvSpPr>
            <a:spLocks noChangeArrowheads="1"/>
          </p:cNvSpPr>
          <p:nvPr/>
        </p:nvSpPr>
        <p:spPr bwMode="auto">
          <a:xfrm>
            <a:off x="9512424" y="4170785"/>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solidFill>
            <a:schemeClr val="tx2"/>
          </a:solidFill>
          <a:ln>
            <a:noFill/>
          </a:ln>
          <a:effectLst/>
        </p:spPr>
        <p:txBody>
          <a:bodyPr wrap="none" anchor="ctr"/>
          <a:lstStyle/>
          <a:p>
            <a:endParaRPr lang="da-DK"/>
          </a:p>
        </p:txBody>
      </p:sp>
      <p:grpSp>
        <p:nvGrpSpPr>
          <p:cNvPr id="478" name="Group 481">
            <a:extLst>
              <a:ext uri="{FF2B5EF4-FFF2-40B4-BE49-F238E27FC236}">
                <a16:creationId xmlns:a16="http://schemas.microsoft.com/office/drawing/2014/main" id="{22FD63F6-0B5F-CB6C-1D38-EB2B771472C6}"/>
              </a:ext>
            </a:extLst>
          </p:cNvPr>
          <p:cNvGrpSpPr/>
          <p:nvPr/>
        </p:nvGrpSpPr>
        <p:grpSpPr>
          <a:xfrm>
            <a:off x="9575924" y="4663703"/>
            <a:ext cx="158750" cy="254000"/>
            <a:chOff x="8434388" y="5021263"/>
            <a:chExt cx="158750" cy="254000"/>
          </a:xfrm>
          <a:solidFill>
            <a:schemeClr val="tx2"/>
          </a:solidFill>
        </p:grpSpPr>
        <p:sp>
          <p:nvSpPr>
            <p:cNvPr id="479" name="Freeform 398">
              <a:extLst>
                <a:ext uri="{FF2B5EF4-FFF2-40B4-BE49-F238E27FC236}">
                  <a16:creationId xmlns:a16="http://schemas.microsoft.com/office/drawing/2014/main" id="{DED54E87-AE63-359F-C006-BF53171C6E7E}"/>
                </a:ext>
              </a:extLst>
            </p:cNvPr>
            <p:cNvSpPr>
              <a:spLocks noChangeArrowheads="1"/>
            </p:cNvSpPr>
            <p:nvPr/>
          </p:nvSpPr>
          <p:spPr bwMode="auto">
            <a:xfrm>
              <a:off x="8434388" y="5148263"/>
              <a:ext cx="158750" cy="127000"/>
            </a:xfrm>
            <a:custGeom>
              <a:avLst/>
              <a:gdLst>
                <a:gd name="T0" fmla="*/ 31 w 441"/>
                <a:gd name="T1" fmla="*/ 15 h 352"/>
                <a:gd name="T2" fmla="*/ 31 w 441"/>
                <a:gd name="T3" fmla="*/ 15 h 352"/>
                <a:gd name="T4" fmla="*/ 16 w 441"/>
                <a:gd name="T5" fmla="*/ 0 h 352"/>
                <a:gd name="T6" fmla="*/ 0 w 441"/>
                <a:gd name="T7" fmla="*/ 15 h 352"/>
                <a:gd name="T8" fmla="*/ 206 w 441"/>
                <a:gd name="T9" fmla="*/ 233 h 352"/>
                <a:gd name="T10" fmla="*/ 206 w 441"/>
                <a:gd name="T11" fmla="*/ 322 h 352"/>
                <a:gd name="T12" fmla="*/ 162 w 441"/>
                <a:gd name="T13" fmla="*/ 322 h 352"/>
                <a:gd name="T14" fmla="*/ 147 w 441"/>
                <a:gd name="T15" fmla="*/ 338 h 352"/>
                <a:gd name="T16" fmla="*/ 162 w 441"/>
                <a:gd name="T17" fmla="*/ 351 h 352"/>
                <a:gd name="T18" fmla="*/ 279 w 441"/>
                <a:gd name="T19" fmla="*/ 351 h 352"/>
                <a:gd name="T20" fmla="*/ 294 w 441"/>
                <a:gd name="T21" fmla="*/ 338 h 352"/>
                <a:gd name="T22" fmla="*/ 279 w 441"/>
                <a:gd name="T23" fmla="*/ 322 h 352"/>
                <a:gd name="T24" fmla="*/ 235 w 441"/>
                <a:gd name="T25" fmla="*/ 322 h 352"/>
                <a:gd name="T26" fmla="*/ 235 w 441"/>
                <a:gd name="T27" fmla="*/ 233 h 352"/>
                <a:gd name="T28" fmla="*/ 440 w 441"/>
                <a:gd name="T29" fmla="*/ 15 h 352"/>
                <a:gd name="T30" fmla="*/ 426 w 441"/>
                <a:gd name="T31" fmla="*/ 0 h 352"/>
                <a:gd name="T32" fmla="*/ 411 w 441"/>
                <a:gd name="T33" fmla="*/ 15 h 352"/>
                <a:gd name="T34" fmla="*/ 411 w 441"/>
                <a:gd name="T35" fmla="*/ 15 h 352"/>
                <a:gd name="T36" fmla="*/ 355 w 441"/>
                <a:gd name="T37" fmla="*/ 149 h 352"/>
                <a:gd name="T38" fmla="*/ 220 w 441"/>
                <a:gd name="T39" fmla="*/ 206 h 352"/>
                <a:gd name="T40" fmla="*/ 86 w 441"/>
                <a:gd name="T41" fmla="*/ 149 h 352"/>
                <a:gd name="T42" fmla="*/ 31 w 441"/>
                <a:gd name="T43" fmla="*/ 15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1" h="352">
                  <a:moveTo>
                    <a:pt x="31" y="15"/>
                  </a:moveTo>
                  <a:lnTo>
                    <a:pt x="31" y="15"/>
                  </a:lnTo>
                  <a:cubicBezTo>
                    <a:pt x="31" y="7"/>
                    <a:pt x="24" y="0"/>
                    <a:pt x="16" y="0"/>
                  </a:cubicBezTo>
                  <a:cubicBezTo>
                    <a:pt x="7" y="0"/>
                    <a:pt x="0" y="7"/>
                    <a:pt x="0" y="15"/>
                  </a:cubicBezTo>
                  <a:cubicBezTo>
                    <a:pt x="0" y="132"/>
                    <a:pt x="91" y="226"/>
                    <a:pt x="206" y="233"/>
                  </a:cubicBezTo>
                  <a:cubicBezTo>
                    <a:pt x="206" y="322"/>
                    <a:pt x="206" y="322"/>
                    <a:pt x="206" y="322"/>
                  </a:cubicBezTo>
                  <a:cubicBezTo>
                    <a:pt x="162" y="322"/>
                    <a:pt x="162" y="322"/>
                    <a:pt x="162" y="322"/>
                  </a:cubicBezTo>
                  <a:cubicBezTo>
                    <a:pt x="154" y="322"/>
                    <a:pt x="147" y="329"/>
                    <a:pt x="147" y="338"/>
                  </a:cubicBezTo>
                  <a:cubicBezTo>
                    <a:pt x="147" y="346"/>
                    <a:pt x="154" y="351"/>
                    <a:pt x="162" y="351"/>
                  </a:cubicBezTo>
                  <a:cubicBezTo>
                    <a:pt x="279" y="351"/>
                    <a:pt x="279" y="351"/>
                    <a:pt x="279" y="351"/>
                  </a:cubicBezTo>
                  <a:cubicBezTo>
                    <a:pt x="287" y="351"/>
                    <a:pt x="294" y="346"/>
                    <a:pt x="294" y="338"/>
                  </a:cubicBezTo>
                  <a:cubicBezTo>
                    <a:pt x="294" y="329"/>
                    <a:pt x="287" y="322"/>
                    <a:pt x="279" y="322"/>
                  </a:cubicBezTo>
                  <a:cubicBezTo>
                    <a:pt x="235" y="322"/>
                    <a:pt x="235" y="322"/>
                    <a:pt x="235" y="322"/>
                  </a:cubicBezTo>
                  <a:cubicBezTo>
                    <a:pt x="235" y="233"/>
                    <a:pt x="235" y="233"/>
                    <a:pt x="235" y="233"/>
                  </a:cubicBezTo>
                  <a:cubicBezTo>
                    <a:pt x="349" y="226"/>
                    <a:pt x="440" y="132"/>
                    <a:pt x="440" y="15"/>
                  </a:cubicBezTo>
                  <a:cubicBezTo>
                    <a:pt x="440" y="7"/>
                    <a:pt x="434" y="0"/>
                    <a:pt x="426" y="0"/>
                  </a:cubicBezTo>
                  <a:cubicBezTo>
                    <a:pt x="418" y="0"/>
                    <a:pt x="411" y="7"/>
                    <a:pt x="411" y="15"/>
                  </a:cubicBezTo>
                  <a:lnTo>
                    <a:pt x="411" y="15"/>
                  </a:lnTo>
                  <a:cubicBezTo>
                    <a:pt x="411" y="67"/>
                    <a:pt x="389" y="115"/>
                    <a:pt x="355" y="149"/>
                  </a:cubicBezTo>
                  <a:cubicBezTo>
                    <a:pt x="320" y="184"/>
                    <a:pt x="274" y="206"/>
                    <a:pt x="220" y="206"/>
                  </a:cubicBezTo>
                  <a:cubicBezTo>
                    <a:pt x="168" y="206"/>
                    <a:pt x="120" y="184"/>
                    <a:pt x="86" y="149"/>
                  </a:cubicBezTo>
                  <a:cubicBezTo>
                    <a:pt x="51" y="115"/>
                    <a:pt x="31" y="67"/>
                    <a:pt x="3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9">
              <a:extLst>
                <a:ext uri="{FF2B5EF4-FFF2-40B4-BE49-F238E27FC236}">
                  <a16:creationId xmlns:a16="http://schemas.microsoft.com/office/drawing/2014/main" id="{08060326-0D4D-011A-AC7E-FE17CFF27A49}"/>
                </a:ext>
              </a:extLst>
            </p:cNvPr>
            <p:cNvSpPr>
              <a:spLocks noChangeArrowheads="1"/>
            </p:cNvSpPr>
            <p:nvPr/>
          </p:nvSpPr>
          <p:spPr bwMode="auto">
            <a:xfrm>
              <a:off x="8466138" y="5021263"/>
              <a:ext cx="95250" cy="179387"/>
            </a:xfrm>
            <a:custGeom>
              <a:avLst/>
              <a:gdLst>
                <a:gd name="T0" fmla="*/ 132 w 265"/>
                <a:gd name="T1" fmla="*/ 0 h 500"/>
                <a:gd name="T2" fmla="*/ 132 w 265"/>
                <a:gd name="T3" fmla="*/ 0 h 500"/>
                <a:gd name="T4" fmla="*/ 0 w 265"/>
                <a:gd name="T5" fmla="*/ 132 h 500"/>
                <a:gd name="T6" fmla="*/ 0 w 265"/>
                <a:gd name="T7" fmla="*/ 367 h 500"/>
                <a:gd name="T8" fmla="*/ 132 w 265"/>
                <a:gd name="T9" fmla="*/ 499 h 500"/>
                <a:gd name="T10" fmla="*/ 264 w 265"/>
                <a:gd name="T11" fmla="*/ 367 h 500"/>
                <a:gd name="T12" fmla="*/ 264 w 265"/>
                <a:gd name="T13" fmla="*/ 338 h 500"/>
                <a:gd name="T14" fmla="*/ 264 w 265"/>
                <a:gd name="T15" fmla="*/ 338 h 500"/>
                <a:gd name="T16" fmla="*/ 264 w 265"/>
                <a:gd name="T17" fmla="*/ 338 h 500"/>
                <a:gd name="T18" fmla="*/ 264 w 265"/>
                <a:gd name="T19" fmla="*/ 250 h 500"/>
                <a:gd name="T20" fmla="*/ 264 w 265"/>
                <a:gd name="T21" fmla="*/ 250 h 500"/>
                <a:gd name="T22" fmla="*/ 264 w 265"/>
                <a:gd name="T23" fmla="*/ 250 h 500"/>
                <a:gd name="T24" fmla="*/ 264 w 265"/>
                <a:gd name="T25" fmla="*/ 162 h 500"/>
                <a:gd name="T26" fmla="*/ 264 w 265"/>
                <a:gd name="T27" fmla="*/ 162 h 500"/>
                <a:gd name="T28" fmla="*/ 264 w 265"/>
                <a:gd name="T29" fmla="*/ 162 h 500"/>
                <a:gd name="T30" fmla="*/ 264 w 265"/>
                <a:gd name="T31" fmla="*/ 132 h 500"/>
                <a:gd name="T32" fmla="*/ 132 w 265"/>
                <a:gd name="T33" fmla="*/ 0 h 500"/>
                <a:gd name="T34" fmla="*/ 205 w 265"/>
                <a:gd name="T35" fmla="*/ 440 h 500"/>
                <a:gd name="T36" fmla="*/ 205 w 265"/>
                <a:gd name="T37" fmla="*/ 440 h 500"/>
                <a:gd name="T38" fmla="*/ 132 w 265"/>
                <a:gd name="T39" fmla="*/ 470 h 500"/>
                <a:gd name="T40" fmla="*/ 61 w 265"/>
                <a:gd name="T41" fmla="*/ 440 h 500"/>
                <a:gd name="T42" fmla="*/ 30 w 265"/>
                <a:gd name="T43" fmla="*/ 367 h 500"/>
                <a:gd name="T44" fmla="*/ 30 w 265"/>
                <a:gd name="T45" fmla="*/ 352 h 500"/>
                <a:gd name="T46" fmla="*/ 44 w 265"/>
                <a:gd name="T47" fmla="*/ 352 h 500"/>
                <a:gd name="T48" fmla="*/ 59 w 265"/>
                <a:gd name="T49" fmla="*/ 338 h 500"/>
                <a:gd name="T50" fmla="*/ 44 w 265"/>
                <a:gd name="T51" fmla="*/ 323 h 500"/>
                <a:gd name="T52" fmla="*/ 30 w 265"/>
                <a:gd name="T53" fmla="*/ 323 h 500"/>
                <a:gd name="T54" fmla="*/ 30 w 265"/>
                <a:gd name="T55" fmla="*/ 264 h 500"/>
                <a:gd name="T56" fmla="*/ 44 w 265"/>
                <a:gd name="T57" fmla="*/ 264 h 500"/>
                <a:gd name="T58" fmla="*/ 59 w 265"/>
                <a:gd name="T59" fmla="*/ 250 h 500"/>
                <a:gd name="T60" fmla="*/ 44 w 265"/>
                <a:gd name="T61" fmla="*/ 235 h 500"/>
                <a:gd name="T62" fmla="*/ 30 w 265"/>
                <a:gd name="T63" fmla="*/ 235 h 500"/>
                <a:gd name="T64" fmla="*/ 30 w 265"/>
                <a:gd name="T65" fmla="*/ 176 h 500"/>
                <a:gd name="T66" fmla="*/ 44 w 265"/>
                <a:gd name="T67" fmla="*/ 176 h 500"/>
                <a:gd name="T68" fmla="*/ 59 w 265"/>
                <a:gd name="T69" fmla="*/ 162 h 500"/>
                <a:gd name="T70" fmla="*/ 44 w 265"/>
                <a:gd name="T71" fmla="*/ 147 h 500"/>
                <a:gd name="T72" fmla="*/ 30 w 265"/>
                <a:gd name="T73" fmla="*/ 147 h 500"/>
                <a:gd name="T74" fmla="*/ 30 w 265"/>
                <a:gd name="T75" fmla="*/ 132 h 500"/>
                <a:gd name="T76" fmla="*/ 61 w 265"/>
                <a:gd name="T77" fmla="*/ 61 h 500"/>
                <a:gd name="T78" fmla="*/ 132 w 265"/>
                <a:gd name="T79" fmla="*/ 31 h 500"/>
                <a:gd name="T80" fmla="*/ 205 w 265"/>
                <a:gd name="T81" fmla="*/ 61 h 500"/>
                <a:gd name="T82" fmla="*/ 235 w 265"/>
                <a:gd name="T83" fmla="*/ 132 h 500"/>
                <a:gd name="T84" fmla="*/ 235 w 265"/>
                <a:gd name="T85" fmla="*/ 147 h 500"/>
                <a:gd name="T86" fmla="*/ 220 w 265"/>
                <a:gd name="T87" fmla="*/ 147 h 500"/>
                <a:gd name="T88" fmla="*/ 206 w 265"/>
                <a:gd name="T89" fmla="*/ 162 h 500"/>
                <a:gd name="T90" fmla="*/ 220 w 265"/>
                <a:gd name="T91" fmla="*/ 176 h 500"/>
                <a:gd name="T92" fmla="*/ 235 w 265"/>
                <a:gd name="T93" fmla="*/ 176 h 500"/>
                <a:gd name="T94" fmla="*/ 235 w 265"/>
                <a:gd name="T95" fmla="*/ 235 h 500"/>
                <a:gd name="T96" fmla="*/ 220 w 265"/>
                <a:gd name="T97" fmla="*/ 235 h 500"/>
                <a:gd name="T98" fmla="*/ 206 w 265"/>
                <a:gd name="T99" fmla="*/ 250 h 500"/>
                <a:gd name="T100" fmla="*/ 220 w 265"/>
                <a:gd name="T101" fmla="*/ 264 h 500"/>
                <a:gd name="T102" fmla="*/ 235 w 265"/>
                <a:gd name="T103" fmla="*/ 264 h 500"/>
                <a:gd name="T104" fmla="*/ 235 w 265"/>
                <a:gd name="T105" fmla="*/ 323 h 500"/>
                <a:gd name="T106" fmla="*/ 220 w 265"/>
                <a:gd name="T107" fmla="*/ 323 h 500"/>
                <a:gd name="T108" fmla="*/ 206 w 265"/>
                <a:gd name="T109" fmla="*/ 338 h 500"/>
                <a:gd name="T110" fmla="*/ 220 w 265"/>
                <a:gd name="T111" fmla="*/ 352 h 500"/>
                <a:gd name="T112" fmla="*/ 235 w 265"/>
                <a:gd name="T113" fmla="*/ 352 h 500"/>
                <a:gd name="T114" fmla="*/ 235 w 265"/>
                <a:gd name="T115" fmla="*/ 367 h 500"/>
                <a:gd name="T116" fmla="*/ 205 w 265"/>
                <a:gd name="T117" fmla="*/ 44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5" h="500">
                  <a:moveTo>
                    <a:pt x="132" y="0"/>
                  </a:moveTo>
                  <a:lnTo>
                    <a:pt x="132" y="0"/>
                  </a:lnTo>
                  <a:cubicBezTo>
                    <a:pt x="59" y="0"/>
                    <a:pt x="0" y="60"/>
                    <a:pt x="0" y="132"/>
                  </a:cubicBezTo>
                  <a:cubicBezTo>
                    <a:pt x="0" y="367"/>
                    <a:pt x="0" y="367"/>
                    <a:pt x="0" y="367"/>
                  </a:cubicBezTo>
                  <a:cubicBezTo>
                    <a:pt x="0" y="440"/>
                    <a:pt x="59" y="499"/>
                    <a:pt x="132" y="499"/>
                  </a:cubicBezTo>
                  <a:cubicBezTo>
                    <a:pt x="205" y="499"/>
                    <a:pt x="264" y="440"/>
                    <a:pt x="264" y="367"/>
                  </a:cubicBezTo>
                  <a:cubicBezTo>
                    <a:pt x="264" y="338"/>
                    <a:pt x="264" y="338"/>
                    <a:pt x="264" y="338"/>
                  </a:cubicBezTo>
                  <a:lnTo>
                    <a:pt x="264" y="338"/>
                  </a:lnTo>
                  <a:lnTo>
                    <a:pt x="264" y="338"/>
                  </a:lnTo>
                  <a:cubicBezTo>
                    <a:pt x="264" y="250"/>
                    <a:pt x="264" y="250"/>
                    <a:pt x="264" y="250"/>
                  </a:cubicBezTo>
                  <a:lnTo>
                    <a:pt x="264" y="250"/>
                  </a:lnTo>
                  <a:lnTo>
                    <a:pt x="264" y="250"/>
                  </a:lnTo>
                  <a:cubicBezTo>
                    <a:pt x="264" y="162"/>
                    <a:pt x="264" y="162"/>
                    <a:pt x="264" y="162"/>
                  </a:cubicBezTo>
                  <a:lnTo>
                    <a:pt x="264" y="162"/>
                  </a:lnTo>
                  <a:lnTo>
                    <a:pt x="264" y="162"/>
                  </a:lnTo>
                  <a:cubicBezTo>
                    <a:pt x="264" y="132"/>
                    <a:pt x="264" y="132"/>
                    <a:pt x="264" y="132"/>
                  </a:cubicBezTo>
                  <a:cubicBezTo>
                    <a:pt x="264" y="60"/>
                    <a:pt x="205" y="0"/>
                    <a:pt x="132" y="0"/>
                  </a:cubicBezTo>
                  <a:close/>
                  <a:moveTo>
                    <a:pt x="205" y="440"/>
                  </a:moveTo>
                  <a:lnTo>
                    <a:pt x="205" y="440"/>
                  </a:lnTo>
                  <a:cubicBezTo>
                    <a:pt x="187" y="458"/>
                    <a:pt x="161" y="470"/>
                    <a:pt x="132" y="470"/>
                  </a:cubicBezTo>
                  <a:cubicBezTo>
                    <a:pt x="105" y="470"/>
                    <a:pt x="79" y="458"/>
                    <a:pt x="61" y="440"/>
                  </a:cubicBezTo>
                  <a:cubicBezTo>
                    <a:pt x="41" y="421"/>
                    <a:pt x="30" y="396"/>
                    <a:pt x="30" y="367"/>
                  </a:cubicBezTo>
                  <a:cubicBezTo>
                    <a:pt x="30" y="352"/>
                    <a:pt x="30" y="352"/>
                    <a:pt x="30" y="352"/>
                  </a:cubicBezTo>
                  <a:cubicBezTo>
                    <a:pt x="44" y="352"/>
                    <a:pt x="44" y="352"/>
                    <a:pt x="44" y="352"/>
                  </a:cubicBezTo>
                  <a:cubicBezTo>
                    <a:pt x="52" y="352"/>
                    <a:pt x="59" y="346"/>
                    <a:pt x="59" y="338"/>
                  </a:cubicBezTo>
                  <a:cubicBezTo>
                    <a:pt x="59" y="330"/>
                    <a:pt x="52" y="323"/>
                    <a:pt x="44" y="323"/>
                  </a:cubicBezTo>
                  <a:cubicBezTo>
                    <a:pt x="30" y="323"/>
                    <a:pt x="30" y="323"/>
                    <a:pt x="30" y="323"/>
                  </a:cubicBezTo>
                  <a:cubicBezTo>
                    <a:pt x="30" y="264"/>
                    <a:pt x="30" y="264"/>
                    <a:pt x="30" y="264"/>
                  </a:cubicBezTo>
                  <a:cubicBezTo>
                    <a:pt x="44" y="264"/>
                    <a:pt x="44" y="264"/>
                    <a:pt x="44" y="264"/>
                  </a:cubicBezTo>
                  <a:cubicBezTo>
                    <a:pt x="52" y="264"/>
                    <a:pt x="59" y="259"/>
                    <a:pt x="59" y="250"/>
                  </a:cubicBezTo>
                  <a:cubicBezTo>
                    <a:pt x="59" y="242"/>
                    <a:pt x="52" y="235"/>
                    <a:pt x="44" y="235"/>
                  </a:cubicBezTo>
                  <a:cubicBezTo>
                    <a:pt x="30" y="235"/>
                    <a:pt x="30" y="235"/>
                    <a:pt x="30" y="235"/>
                  </a:cubicBezTo>
                  <a:cubicBezTo>
                    <a:pt x="30" y="176"/>
                    <a:pt x="30" y="176"/>
                    <a:pt x="30" y="176"/>
                  </a:cubicBezTo>
                  <a:cubicBezTo>
                    <a:pt x="44" y="176"/>
                    <a:pt x="44" y="176"/>
                    <a:pt x="44" y="176"/>
                  </a:cubicBezTo>
                  <a:cubicBezTo>
                    <a:pt x="52" y="176"/>
                    <a:pt x="59" y="171"/>
                    <a:pt x="59" y="162"/>
                  </a:cubicBezTo>
                  <a:cubicBezTo>
                    <a:pt x="59" y="154"/>
                    <a:pt x="52" y="147"/>
                    <a:pt x="44" y="147"/>
                  </a:cubicBezTo>
                  <a:cubicBezTo>
                    <a:pt x="30" y="147"/>
                    <a:pt x="30" y="147"/>
                    <a:pt x="30" y="147"/>
                  </a:cubicBezTo>
                  <a:cubicBezTo>
                    <a:pt x="30" y="132"/>
                    <a:pt x="30" y="132"/>
                    <a:pt x="30" y="132"/>
                  </a:cubicBezTo>
                  <a:cubicBezTo>
                    <a:pt x="30" y="105"/>
                    <a:pt x="41" y="79"/>
                    <a:pt x="61" y="61"/>
                  </a:cubicBezTo>
                  <a:cubicBezTo>
                    <a:pt x="79" y="42"/>
                    <a:pt x="105" y="31"/>
                    <a:pt x="132" y="31"/>
                  </a:cubicBezTo>
                  <a:cubicBezTo>
                    <a:pt x="161" y="31"/>
                    <a:pt x="187" y="42"/>
                    <a:pt x="205" y="61"/>
                  </a:cubicBezTo>
                  <a:cubicBezTo>
                    <a:pt x="224" y="79"/>
                    <a:pt x="235" y="105"/>
                    <a:pt x="235" y="132"/>
                  </a:cubicBezTo>
                  <a:cubicBezTo>
                    <a:pt x="235" y="147"/>
                    <a:pt x="235" y="147"/>
                    <a:pt x="235" y="147"/>
                  </a:cubicBezTo>
                  <a:cubicBezTo>
                    <a:pt x="220" y="147"/>
                    <a:pt x="220" y="147"/>
                    <a:pt x="220" y="147"/>
                  </a:cubicBezTo>
                  <a:cubicBezTo>
                    <a:pt x="212" y="147"/>
                    <a:pt x="206" y="154"/>
                    <a:pt x="206" y="162"/>
                  </a:cubicBezTo>
                  <a:cubicBezTo>
                    <a:pt x="206" y="171"/>
                    <a:pt x="212" y="176"/>
                    <a:pt x="220" y="176"/>
                  </a:cubicBezTo>
                  <a:cubicBezTo>
                    <a:pt x="235" y="176"/>
                    <a:pt x="235" y="176"/>
                    <a:pt x="235" y="176"/>
                  </a:cubicBezTo>
                  <a:cubicBezTo>
                    <a:pt x="235" y="235"/>
                    <a:pt x="235" y="235"/>
                    <a:pt x="235" y="235"/>
                  </a:cubicBezTo>
                  <a:cubicBezTo>
                    <a:pt x="220" y="235"/>
                    <a:pt x="220" y="235"/>
                    <a:pt x="220" y="235"/>
                  </a:cubicBezTo>
                  <a:cubicBezTo>
                    <a:pt x="212" y="235"/>
                    <a:pt x="206" y="242"/>
                    <a:pt x="206" y="250"/>
                  </a:cubicBezTo>
                  <a:cubicBezTo>
                    <a:pt x="206" y="259"/>
                    <a:pt x="212" y="264"/>
                    <a:pt x="220" y="264"/>
                  </a:cubicBezTo>
                  <a:cubicBezTo>
                    <a:pt x="235" y="264"/>
                    <a:pt x="235" y="264"/>
                    <a:pt x="235" y="264"/>
                  </a:cubicBezTo>
                  <a:cubicBezTo>
                    <a:pt x="235" y="323"/>
                    <a:pt x="235" y="323"/>
                    <a:pt x="235" y="323"/>
                  </a:cubicBezTo>
                  <a:cubicBezTo>
                    <a:pt x="220" y="323"/>
                    <a:pt x="220" y="323"/>
                    <a:pt x="220" y="323"/>
                  </a:cubicBezTo>
                  <a:cubicBezTo>
                    <a:pt x="212" y="323"/>
                    <a:pt x="206" y="330"/>
                    <a:pt x="206" y="338"/>
                  </a:cubicBezTo>
                  <a:cubicBezTo>
                    <a:pt x="206" y="346"/>
                    <a:pt x="212" y="352"/>
                    <a:pt x="220" y="352"/>
                  </a:cubicBezTo>
                  <a:cubicBezTo>
                    <a:pt x="235" y="352"/>
                    <a:pt x="235" y="352"/>
                    <a:pt x="235" y="352"/>
                  </a:cubicBezTo>
                  <a:cubicBezTo>
                    <a:pt x="235" y="367"/>
                    <a:pt x="235" y="367"/>
                    <a:pt x="235" y="367"/>
                  </a:cubicBezTo>
                  <a:cubicBezTo>
                    <a:pt x="235" y="396"/>
                    <a:pt x="224" y="421"/>
                    <a:pt x="205" y="4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1" name="Group 484">
            <a:extLst>
              <a:ext uri="{FF2B5EF4-FFF2-40B4-BE49-F238E27FC236}">
                <a16:creationId xmlns:a16="http://schemas.microsoft.com/office/drawing/2014/main" id="{02CDE2C9-9C91-3135-5833-115C7F523795}"/>
              </a:ext>
            </a:extLst>
          </p:cNvPr>
          <p:cNvGrpSpPr/>
          <p:nvPr/>
        </p:nvGrpSpPr>
        <p:grpSpPr>
          <a:xfrm>
            <a:off x="10981927" y="4167609"/>
            <a:ext cx="254000" cy="222250"/>
            <a:chOff x="9393238" y="4529138"/>
            <a:chExt cx="254000" cy="222250"/>
          </a:xfrm>
          <a:solidFill>
            <a:schemeClr val="tx2"/>
          </a:solidFill>
        </p:grpSpPr>
        <p:sp>
          <p:nvSpPr>
            <p:cNvPr id="482" name="Freeform 400">
              <a:extLst>
                <a:ext uri="{FF2B5EF4-FFF2-40B4-BE49-F238E27FC236}">
                  <a16:creationId xmlns:a16="http://schemas.microsoft.com/office/drawing/2014/main" id="{14B2BF2B-5112-7EB4-7E37-E02BD0B0B4BE}"/>
                </a:ext>
              </a:extLst>
            </p:cNvPr>
            <p:cNvSpPr>
              <a:spLocks noChangeArrowheads="1"/>
            </p:cNvSpPr>
            <p:nvPr/>
          </p:nvSpPr>
          <p:spPr bwMode="auto">
            <a:xfrm>
              <a:off x="9393238" y="4529138"/>
              <a:ext cx="254000" cy="222250"/>
            </a:xfrm>
            <a:custGeom>
              <a:avLst/>
              <a:gdLst>
                <a:gd name="T0" fmla="*/ 659 w 704"/>
                <a:gd name="T1" fmla="*/ 88 h 616"/>
                <a:gd name="T2" fmla="*/ 659 w 704"/>
                <a:gd name="T3" fmla="*/ 88 h 616"/>
                <a:gd name="T4" fmla="*/ 455 w 704"/>
                <a:gd name="T5" fmla="*/ 88 h 616"/>
                <a:gd name="T6" fmla="*/ 444 w 704"/>
                <a:gd name="T7" fmla="*/ 81 h 616"/>
                <a:gd name="T8" fmla="*/ 444 w 704"/>
                <a:gd name="T9" fmla="*/ 81 h 616"/>
                <a:gd name="T10" fmla="*/ 403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4 w 704"/>
                <a:gd name="T41" fmla="*/ 571 h 616"/>
                <a:gd name="T42" fmla="*/ 674 w 704"/>
                <a:gd name="T43" fmla="*/ 571 h 616"/>
                <a:gd name="T44" fmla="*/ 659 w 704"/>
                <a:gd name="T45" fmla="*/ 586 h 616"/>
                <a:gd name="T46" fmla="*/ 44 w 704"/>
                <a:gd name="T47" fmla="*/ 586 h 616"/>
                <a:gd name="T48" fmla="*/ 29 w 704"/>
                <a:gd name="T49" fmla="*/ 571 h 616"/>
                <a:gd name="T50" fmla="*/ 29 w 704"/>
                <a:gd name="T51" fmla="*/ 132 h 616"/>
                <a:gd name="T52" fmla="*/ 44 w 704"/>
                <a:gd name="T53" fmla="*/ 117 h 616"/>
                <a:gd name="T54" fmla="*/ 131 w 704"/>
                <a:gd name="T55" fmla="*/ 117 h 616"/>
                <a:gd name="T56" fmla="*/ 168 w 704"/>
                <a:gd name="T57" fmla="*/ 97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7 h 616"/>
                <a:gd name="T70" fmla="*/ 419 w 704"/>
                <a:gd name="T71" fmla="*/ 97 h 616"/>
                <a:gd name="T72" fmla="*/ 455 w 704"/>
                <a:gd name="T73" fmla="*/ 117 h 616"/>
                <a:gd name="T74" fmla="*/ 659 w 704"/>
                <a:gd name="T75" fmla="*/ 117 h 616"/>
                <a:gd name="T76" fmla="*/ 674 w 704"/>
                <a:gd name="T77" fmla="*/ 132 h 616"/>
                <a:gd name="T78" fmla="*/ 674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7" y="85"/>
                    <a:pt x="444" y="81"/>
                  </a:cubicBezTo>
                  <a:lnTo>
                    <a:pt x="444" y="81"/>
                  </a:lnTo>
                  <a:cubicBezTo>
                    <a:pt x="403" y="19"/>
                    <a:pt x="403" y="19"/>
                    <a:pt x="403" y="19"/>
                  </a:cubicBezTo>
                  <a:cubicBezTo>
                    <a:pt x="394" y="7"/>
                    <a:pt x="381"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6"/>
                    <a:pt x="20" y="615"/>
                    <a:pt x="44" y="615"/>
                  </a:cubicBezTo>
                  <a:cubicBezTo>
                    <a:pt x="659" y="615"/>
                    <a:pt x="659" y="615"/>
                    <a:pt x="659" y="615"/>
                  </a:cubicBezTo>
                  <a:cubicBezTo>
                    <a:pt x="684" y="615"/>
                    <a:pt x="703" y="596"/>
                    <a:pt x="703" y="571"/>
                  </a:cubicBezTo>
                  <a:cubicBezTo>
                    <a:pt x="703" y="132"/>
                    <a:pt x="703" y="132"/>
                    <a:pt x="703" y="132"/>
                  </a:cubicBezTo>
                  <a:cubicBezTo>
                    <a:pt x="703" y="107"/>
                    <a:pt x="684" y="88"/>
                    <a:pt x="659" y="88"/>
                  </a:cubicBezTo>
                  <a:close/>
                  <a:moveTo>
                    <a:pt x="674" y="571"/>
                  </a:moveTo>
                  <a:lnTo>
                    <a:pt x="674" y="571"/>
                  </a:lnTo>
                  <a:cubicBezTo>
                    <a:pt x="674" y="579"/>
                    <a:pt x="668" y="586"/>
                    <a:pt x="659" y="586"/>
                  </a:cubicBezTo>
                  <a:cubicBezTo>
                    <a:pt x="44" y="586"/>
                    <a:pt x="44" y="586"/>
                    <a:pt x="44" y="586"/>
                  </a:cubicBezTo>
                  <a:cubicBezTo>
                    <a:pt x="36" y="586"/>
                    <a:pt x="29" y="579"/>
                    <a:pt x="29" y="571"/>
                  </a:cubicBezTo>
                  <a:cubicBezTo>
                    <a:pt x="29" y="132"/>
                    <a:pt x="29" y="132"/>
                    <a:pt x="29" y="132"/>
                  </a:cubicBezTo>
                  <a:cubicBezTo>
                    <a:pt x="29" y="123"/>
                    <a:pt x="36" y="117"/>
                    <a:pt x="44" y="117"/>
                  </a:cubicBezTo>
                  <a:cubicBezTo>
                    <a:pt x="131" y="117"/>
                    <a:pt x="131" y="117"/>
                    <a:pt x="131" y="117"/>
                  </a:cubicBezTo>
                  <a:cubicBezTo>
                    <a:pt x="146" y="117"/>
                    <a:pt x="160" y="110"/>
                    <a:pt x="168" y="97"/>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7"/>
                    <a:pt x="419" y="97"/>
                    <a:pt x="419" y="97"/>
                  </a:cubicBezTo>
                  <a:lnTo>
                    <a:pt x="419" y="97"/>
                  </a:lnTo>
                  <a:cubicBezTo>
                    <a:pt x="427" y="110"/>
                    <a:pt x="441" y="117"/>
                    <a:pt x="455" y="117"/>
                  </a:cubicBezTo>
                  <a:cubicBezTo>
                    <a:pt x="659" y="117"/>
                    <a:pt x="659" y="117"/>
                    <a:pt x="659" y="117"/>
                  </a:cubicBezTo>
                  <a:cubicBezTo>
                    <a:pt x="668" y="117"/>
                    <a:pt x="674" y="123"/>
                    <a:pt x="674" y="132"/>
                  </a:cubicBezTo>
                  <a:lnTo>
                    <a:pt x="674"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3" name="Freeform 401">
              <a:extLst>
                <a:ext uri="{FF2B5EF4-FFF2-40B4-BE49-F238E27FC236}">
                  <a16:creationId xmlns:a16="http://schemas.microsoft.com/office/drawing/2014/main" id="{7600FF0A-E48E-7224-9C74-DA54911323B2}"/>
                </a:ext>
              </a:extLst>
            </p:cNvPr>
            <p:cNvSpPr>
              <a:spLocks noChangeArrowheads="1"/>
            </p:cNvSpPr>
            <p:nvPr/>
          </p:nvSpPr>
          <p:spPr bwMode="auto">
            <a:xfrm>
              <a:off x="9440863" y="4587875"/>
              <a:ext cx="115887" cy="115888"/>
            </a:xfrm>
            <a:custGeom>
              <a:avLst/>
              <a:gdLst>
                <a:gd name="T0" fmla="*/ 161 w 324"/>
                <a:gd name="T1" fmla="*/ 0 h 323"/>
                <a:gd name="T2" fmla="*/ 161 w 324"/>
                <a:gd name="T3" fmla="*/ 0 h 323"/>
                <a:gd name="T4" fmla="*/ 0 w 324"/>
                <a:gd name="T5" fmla="*/ 162 h 323"/>
                <a:gd name="T6" fmla="*/ 161 w 324"/>
                <a:gd name="T7" fmla="*/ 322 h 323"/>
                <a:gd name="T8" fmla="*/ 323 w 324"/>
                <a:gd name="T9" fmla="*/ 162 h 323"/>
                <a:gd name="T10" fmla="*/ 161 w 324"/>
                <a:gd name="T11" fmla="*/ 0 h 323"/>
                <a:gd name="T12" fmla="*/ 254 w 324"/>
                <a:gd name="T13" fmla="*/ 255 h 323"/>
                <a:gd name="T14" fmla="*/ 254 w 324"/>
                <a:gd name="T15" fmla="*/ 255 h 323"/>
                <a:gd name="T16" fmla="*/ 161 w 324"/>
                <a:gd name="T17" fmla="*/ 293 h 323"/>
                <a:gd name="T18" fmla="*/ 67 w 324"/>
                <a:gd name="T19" fmla="*/ 255 h 323"/>
                <a:gd name="T20" fmla="*/ 29 w 324"/>
                <a:gd name="T21" fmla="*/ 162 h 323"/>
                <a:gd name="T22" fmla="*/ 67 w 324"/>
                <a:gd name="T23" fmla="*/ 68 h 323"/>
                <a:gd name="T24" fmla="*/ 161 w 324"/>
                <a:gd name="T25" fmla="*/ 30 h 323"/>
                <a:gd name="T26" fmla="*/ 254 w 324"/>
                <a:gd name="T27" fmla="*/ 68 h 323"/>
                <a:gd name="T28" fmla="*/ 293 w 324"/>
                <a:gd name="T29" fmla="*/ 162 h 323"/>
                <a:gd name="T30" fmla="*/ 254 w 324"/>
                <a:gd name="T31" fmla="*/ 25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3">
                  <a:moveTo>
                    <a:pt x="161" y="0"/>
                  </a:moveTo>
                  <a:lnTo>
                    <a:pt x="161" y="0"/>
                  </a:lnTo>
                  <a:cubicBezTo>
                    <a:pt x="73" y="0"/>
                    <a:pt x="0" y="72"/>
                    <a:pt x="0" y="162"/>
                  </a:cubicBezTo>
                  <a:cubicBezTo>
                    <a:pt x="0" y="251"/>
                    <a:pt x="73" y="322"/>
                    <a:pt x="161" y="322"/>
                  </a:cubicBezTo>
                  <a:cubicBezTo>
                    <a:pt x="250" y="322"/>
                    <a:pt x="323" y="251"/>
                    <a:pt x="323" y="162"/>
                  </a:cubicBezTo>
                  <a:cubicBezTo>
                    <a:pt x="323" y="72"/>
                    <a:pt x="250" y="0"/>
                    <a:pt x="161" y="0"/>
                  </a:cubicBezTo>
                  <a:close/>
                  <a:moveTo>
                    <a:pt x="254" y="255"/>
                  </a:moveTo>
                  <a:lnTo>
                    <a:pt x="254" y="255"/>
                  </a:lnTo>
                  <a:cubicBezTo>
                    <a:pt x="231" y="278"/>
                    <a:pt x="198" y="293"/>
                    <a:pt x="161" y="293"/>
                  </a:cubicBezTo>
                  <a:cubicBezTo>
                    <a:pt x="125" y="293"/>
                    <a:pt x="92" y="278"/>
                    <a:pt x="67" y="255"/>
                  </a:cubicBezTo>
                  <a:cubicBezTo>
                    <a:pt x="44" y="230"/>
                    <a:pt x="29" y="197"/>
                    <a:pt x="29" y="162"/>
                  </a:cubicBezTo>
                  <a:cubicBezTo>
                    <a:pt x="29" y="124"/>
                    <a:pt x="44" y="92"/>
                    <a:pt x="67" y="68"/>
                  </a:cubicBezTo>
                  <a:cubicBezTo>
                    <a:pt x="92" y="43"/>
                    <a:pt x="125" y="30"/>
                    <a:pt x="161" y="30"/>
                  </a:cubicBezTo>
                  <a:cubicBezTo>
                    <a:pt x="198" y="30"/>
                    <a:pt x="231" y="43"/>
                    <a:pt x="254" y="68"/>
                  </a:cubicBezTo>
                  <a:cubicBezTo>
                    <a:pt x="279" y="92"/>
                    <a:pt x="293" y="124"/>
                    <a:pt x="293" y="162"/>
                  </a:cubicBezTo>
                  <a:cubicBezTo>
                    <a:pt x="293" y="197"/>
                    <a:pt x="279" y="230"/>
                    <a:pt x="254"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402">
              <a:extLst>
                <a:ext uri="{FF2B5EF4-FFF2-40B4-BE49-F238E27FC236}">
                  <a16:creationId xmlns:a16="http://schemas.microsoft.com/office/drawing/2014/main" id="{3D8E844A-6AB6-1046-BE8A-8B54876726B2}"/>
                </a:ext>
              </a:extLst>
            </p:cNvPr>
            <p:cNvSpPr>
              <a:spLocks noChangeArrowheads="1"/>
            </p:cNvSpPr>
            <p:nvPr/>
          </p:nvSpPr>
          <p:spPr bwMode="auto">
            <a:xfrm>
              <a:off x="9583738" y="4529138"/>
              <a:ext cx="42862" cy="11112"/>
            </a:xfrm>
            <a:custGeom>
              <a:avLst/>
              <a:gdLst>
                <a:gd name="T0" fmla="*/ 0 w 117"/>
                <a:gd name="T1" fmla="*/ 15 h 30"/>
                <a:gd name="T2" fmla="*/ 0 w 117"/>
                <a:gd name="T3" fmla="*/ 15 h 30"/>
                <a:gd name="T4" fmla="*/ 15 w 117"/>
                <a:gd name="T5" fmla="*/ 29 h 30"/>
                <a:gd name="T6" fmla="*/ 103 w 117"/>
                <a:gd name="T7" fmla="*/ 29 h 30"/>
                <a:gd name="T8" fmla="*/ 116 w 117"/>
                <a:gd name="T9" fmla="*/ 15 h 30"/>
                <a:gd name="T10" fmla="*/ 103 w 117"/>
                <a:gd name="T11" fmla="*/ 0 h 30"/>
                <a:gd name="T12" fmla="*/ 15 w 117"/>
                <a:gd name="T13" fmla="*/ 0 h 30"/>
                <a:gd name="T14" fmla="*/ 0 w 117"/>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0" y="15"/>
                  </a:moveTo>
                  <a:lnTo>
                    <a:pt x="0" y="15"/>
                  </a:lnTo>
                  <a:cubicBezTo>
                    <a:pt x="0" y="23"/>
                    <a:pt x="6" y="29"/>
                    <a:pt x="15" y="29"/>
                  </a:cubicBezTo>
                  <a:cubicBezTo>
                    <a:pt x="103" y="29"/>
                    <a:pt x="103" y="29"/>
                    <a:pt x="103" y="29"/>
                  </a:cubicBezTo>
                  <a:cubicBezTo>
                    <a:pt x="111" y="29"/>
                    <a:pt x="116" y="23"/>
                    <a:pt x="116" y="15"/>
                  </a:cubicBezTo>
                  <a:cubicBezTo>
                    <a:pt x="116" y="7"/>
                    <a:pt x="111" y="0"/>
                    <a:pt x="103" y="0"/>
                  </a:cubicBezTo>
                  <a:cubicBezTo>
                    <a:pt x="15" y="0"/>
                    <a:pt x="15"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403">
              <a:extLst>
                <a:ext uri="{FF2B5EF4-FFF2-40B4-BE49-F238E27FC236}">
                  <a16:creationId xmlns:a16="http://schemas.microsoft.com/office/drawing/2014/main" id="{C538D24B-C428-03EE-536F-6852C25A8333}"/>
                </a:ext>
              </a:extLst>
            </p:cNvPr>
            <p:cNvSpPr>
              <a:spLocks noChangeArrowheads="1"/>
            </p:cNvSpPr>
            <p:nvPr/>
          </p:nvSpPr>
          <p:spPr bwMode="auto">
            <a:xfrm>
              <a:off x="9577388" y="4587875"/>
              <a:ext cx="31750" cy="31750"/>
            </a:xfrm>
            <a:custGeom>
              <a:avLst/>
              <a:gdLst>
                <a:gd name="T0" fmla="*/ 44 w 89"/>
                <a:gd name="T1" fmla="*/ 0 h 88"/>
                <a:gd name="T2" fmla="*/ 44 w 89"/>
                <a:gd name="T3" fmla="*/ 0 h 88"/>
                <a:gd name="T4" fmla="*/ 0 w 89"/>
                <a:gd name="T5" fmla="*/ 43 h 88"/>
                <a:gd name="T6" fmla="*/ 44 w 89"/>
                <a:gd name="T7" fmla="*/ 87 h 88"/>
                <a:gd name="T8" fmla="*/ 88 w 89"/>
                <a:gd name="T9" fmla="*/ 43 h 88"/>
                <a:gd name="T10" fmla="*/ 44 w 89"/>
                <a:gd name="T11" fmla="*/ 0 h 88"/>
                <a:gd name="T12" fmla="*/ 44 w 89"/>
                <a:gd name="T13" fmla="*/ 59 h 88"/>
                <a:gd name="T14" fmla="*/ 44 w 89"/>
                <a:gd name="T15" fmla="*/ 59 h 88"/>
                <a:gd name="T16" fmla="*/ 31 w 89"/>
                <a:gd name="T17" fmla="*/ 43 h 88"/>
                <a:gd name="T18" fmla="*/ 44 w 89"/>
                <a:gd name="T19" fmla="*/ 30 h 88"/>
                <a:gd name="T20" fmla="*/ 59 w 89"/>
                <a:gd name="T21" fmla="*/ 43 h 88"/>
                <a:gd name="T22" fmla="*/ 44 w 89"/>
                <a:gd name="T23" fmla="*/ 59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8">
                  <a:moveTo>
                    <a:pt x="44" y="0"/>
                  </a:moveTo>
                  <a:lnTo>
                    <a:pt x="44" y="0"/>
                  </a:lnTo>
                  <a:cubicBezTo>
                    <a:pt x="21" y="0"/>
                    <a:pt x="0" y="20"/>
                    <a:pt x="0" y="43"/>
                  </a:cubicBezTo>
                  <a:cubicBezTo>
                    <a:pt x="0" y="68"/>
                    <a:pt x="21" y="87"/>
                    <a:pt x="44" y="87"/>
                  </a:cubicBezTo>
                  <a:cubicBezTo>
                    <a:pt x="69" y="87"/>
                    <a:pt x="88" y="68"/>
                    <a:pt x="88" y="43"/>
                  </a:cubicBezTo>
                  <a:cubicBezTo>
                    <a:pt x="88" y="20"/>
                    <a:pt x="69" y="0"/>
                    <a:pt x="44" y="0"/>
                  </a:cubicBezTo>
                  <a:close/>
                  <a:moveTo>
                    <a:pt x="44" y="59"/>
                  </a:moveTo>
                  <a:lnTo>
                    <a:pt x="44" y="59"/>
                  </a:lnTo>
                  <a:cubicBezTo>
                    <a:pt x="36" y="59"/>
                    <a:pt x="31" y="52"/>
                    <a:pt x="31" y="43"/>
                  </a:cubicBezTo>
                  <a:cubicBezTo>
                    <a:pt x="31" y="37"/>
                    <a:pt x="36" y="30"/>
                    <a:pt x="44" y="30"/>
                  </a:cubicBezTo>
                  <a:cubicBezTo>
                    <a:pt x="53" y="30"/>
                    <a:pt x="59" y="37"/>
                    <a:pt x="59" y="43"/>
                  </a:cubicBezTo>
                  <a:cubicBezTo>
                    <a:pt x="59"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6" name="Group 489">
            <a:extLst>
              <a:ext uri="{FF2B5EF4-FFF2-40B4-BE49-F238E27FC236}">
                <a16:creationId xmlns:a16="http://schemas.microsoft.com/office/drawing/2014/main" id="{60D14A4D-B3A0-2121-CAF6-7E33C7F8E596}"/>
              </a:ext>
            </a:extLst>
          </p:cNvPr>
          <p:cNvGrpSpPr/>
          <p:nvPr/>
        </p:nvGrpSpPr>
        <p:grpSpPr>
          <a:xfrm>
            <a:off x="10498261" y="5158210"/>
            <a:ext cx="254000" cy="252413"/>
            <a:chOff x="9356725" y="5461000"/>
            <a:chExt cx="254000" cy="252413"/>
          </a:xfrm>
          <a:solidFill>
            <a:schemeClr val="tx2"/>
          </a:solidFill>
        </p:grpSpPr>
        <p:sp>
          <p:nvSpPr>
            <p:cNvPr id="487" name="Freeform 404">
              <a:extLst>
                <a:ext uri="{FF2B5EF4-FFF2-40B4-BE49-F238E27FC236}">
                  <a16:creationId xmlns:a16="http://schemas.microsoft.com/office/drawing/2014/main" id="{2AB1E266-E9D1-B37D-F46C-50FCE2DBFC6A}"/>
                </a:ext>
              </a:extLst>
            </p:cNvPr>
            <p:cNvSpPr>
              <a:spLocks noChangeArrowheads="1"/>
            </p:cNvSpPr>
            <p:nvPr/>
          </p:nvSpPr>
          <p:spPr bwMode="auto">
            <a:xfrm>
              <a:off x="9356725" y="5461000"/>
              <a:ext cx="254000" cy="252413"/>
            </a:xfrm>
            <a:custGeom>
              <a:avLst/>
              <a:gdLst>
                <a:gd name="T0" fmla="*/ 630 w 704"/>
                <a:gd name="T1" fmla="*/ 146 h 703"/>
                <a:gd name="T2" fmla="*/ 630 w 704"/>
                <a:gd name="T3" fmla="*/ 146 h 703"/>
                <a:gd name="T4" fmla="*/ 466 w 704"/>
                <a:gd name="T5" fmla="*/ 146 h 703"/>
                <a:gd name="T6" fmla="*/ 456 w 704"/>
                <a:gd name="T7" fmla="*/ 128 h 703"/>
                <a:gd name="T8" fmla="*/ 426 w 704"/>
                <a:gd name="T9" fmla="*/ 106 h 703"/>
                <a:gd name="T10" fmla="*/ 578 w 704"/>
                <a:gd name="T11" fmla="*/ 29 h 703"/>
                <a:gd name="T12" fmla="*/ 585 w 704"/>
                <a:gd name="T13" fmla="*/ 10 h 703"/>
                <a:gd name="T14" fmla="*/ 564 w 704"/>
                <a:gd name="T15" fmla="*/ 3 h 703"/>
                <a:gd name="T16" fmla="*/ 389 w 704"/>
                <a:gd name="T17" fmla="*/ 91 h 703"/>
                <a:gd name="T18" fmla="*/ 387 w 704"/>
                <a:gd name="T19" fmla="*/ 92 h 703"/>
                <a:gd name="T20" fmla="*/ 337 w 704"/>
                <a:gd name="T21" fmla="*/ 87 h 703"/>
                <a:gd name="T22" fmla="*/ 287 w 704"/>
                <a:gd name="T23" fmla="*/ 92 h 703"/>
                <a:gd name="T24" fmla="*/ 284 w 704"/>
                <a:gd name="T25" fmla="*/ 91 h 703"/>
                <a:gd name="T26" fmla="*/ 109 w 704"/>
                <a:gd name="T27" fmla="*/ 3 h 703"/>
                <a:gd name="T28" fmla="*/ 89 w 704"/>
                <a:gd name="T29" fmla="*/ 10 h 703"/>
                <a:gd name="T30" fmla="*/ 96 w 704"/>
                <a:gd name="T31" fmla="*/ 29 h 703"/>
                <a:gd name="T32" fmla="*/ 249 w 704"/>
                <a:gd name="T33" fmla="*/ 106 h 703"/>
                <a:gd name="T34" fmla="*/ 247 w 704"/>
                <a:gd name="T35" fmla="*/ 106 h 703"/>
                <a:gd name="T36" fmla="*/ 218 w 704"/>
                <a:gd name="T37" fmla="*/ 128 h 703"/>
                <a:gd name="T38" fmla="*/ 207 w 704"/>
                <a:gd name="T39" fmla="*/ 146 h 703"/>
                <a:gd name="T40" fmla="*/ 73 w 704"/>
                <a:gd name="T41" fmla="*/ 146 h 703"/>
                <a:gd name="T42" fmla="*/ 0 w 704"/>
                <a:gd name="T43" fmla="*/ 218 h 703"/>
                <a:gd name="T44" fmla="*/ 0 w 704"/>
                <a:gd name="T45" fmla="*/ 629 h 703"/>
                <a:gd name="T46" fmla="*/ 73 w 704"/>
                <a:gd name="T47" fmla="*/ 702 h 703"/>
                <a:gd name="T48" fmla="*/ 630 w 704"/>
                <a:gd name="T49" fmla="*/ 702 h 703"/>
                <a:gd name="T50" fmla="*/ 703 w 704"/>
                <a:gd name="T51" fmla="*/ 629 h 703"/>
                <a:gd name="T52" fmla="*/ 703 w 704"/>
                <a:gd name="T53" fmla="*/ 218 h 703"/>
                <a:gd name="T54" fmla="*/ 630 w 704"/>
                <a:gd name="T55" fmla="*/ 146 h 703"/>
                <a:gd name="T56" fmla="*/ 276 w 704"/>
                <a:gd name="T57" fmla="*/ 125 h 703"/>
                <a:gd name="T58" fmla="*/ 276 w 704"/>
                <a:gd name="T59" fmla="*/ 125 h 703"/>
                <a:gd name="T60" fmla="*/ 337 w 704"/>
                <a:gd name="T61" fmla="*/ 117 h 703"/>
                <a:gd name="T62" fmla="*/ 413 w 704"/>
                <a:gd name="T63" fmla="*/ 132 h 703"/>
                <a:gd name="T64" fmla="*/ 433 w 704"/>
                <a:gd name="T65" fmla="*/ 146 h 703"/>
                <a:gd name="T66" fmla="*/ 242 w 704"/>
                <a:gd name="T67" fmla="*/ 146 h 703"/>
                <a:gd name="T68" fmla="*/ 276 w 704"/>
                <a:gd name="T69" fmla="*/ 125 h 703"/>
                <a:gd name="T70" fmla="*/ 674 w 704"/>
                <a:gd name="T71" fmla="*/ 629 h 703"/>
                <a:gd name="T72" fmla="*/ 674 w 704"/>
                <a:gd name="T73" fmla="*/ 629 h 703"/>
                <a:gd name="T74" fmla="*/ 630 w 704"/>
                <a:gd name="T75" fmla="*/ 673 h 703"/>
                <a:gd name="T76" fmla="*/ 73 w 704"/>
                <a:gd name="T77" fmla="*/ 673 h 703"/>
                <a:gd name="T78" fmla="*/ 29 w 704"/>
                <a:gd name="T79" fmla="*/ 629 h 703"/>
                <a:gd name="T80" fmla="*/ 29 w 704"/>
                <a:gd name="T81" fmla="*/ 218 h 703"/>
                <a:gd name="T82" fmla="*/ 73 w 704"/>
                <a:gd name="T83" fmla="*/ 174 h 703"/>
                <a:gd name="T84" fmla="*/ 220 w 704"/>
                <a:gd name="T85" fmla="*/ 174 h 703"/>
                <a:gd name="T86" fmla="*/ 220 w 704"/>
                <a:gd name="T87" fmla="*/ 174 h 703"/>
                <a:gd name="T88" fmla="*/ 455 w 704"/>
                <a:gd name="T89" fmla="*/ 174 h 703"/>
                <a:gd name="T90" fmla="*/ 455 w 704"/>
                <a:gd name="T91" fmla="*/ 174 h 703"/>
                <a:gd name="T92" fmla="*/ 630 w 704"/>
                <a:gd name="T93" fmla="*/ 174 h 703"/>
                <a:gd name="T94" fmla="*/ 674 w 704"/>
                <a:gd name="T95" fmla="*/ 218 h 703"/>
                <a:gd name="T96" fmla="*/ 674 w 704"/>
                <a:gd name="T97" fmla="*/ 62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703">
                  <a:moveTo>
                    <a:pt x="630" y="146"/>
                  </a:moveTo>
                  <a:lnTo>
                    <a:pt x="630" y="146"/>
                  </a:lnTo>
                  <a:cubicBezTo>
                    <a:pt x="466" y="146"/>
                    <a:pt x="466" y="146"/>
                    <a:pt x="466" y="146"/>
                  </a:cubicBezTo>
                  <a:cubicBezTo>
                    <a:pt x="464" y="139"/>
                    <a:pt x="460" y="133"/>
                    <a:pt x="456" y="128"/>
                  </a:cubicBezTo>
                  <a:cubicBezTo>
                    <a:pt x="448" y="118"/>
                    <a:pt x="438" y="111"/>
                    <a:pt x="426" y="106"/>
                  </a:cubicBezTo>
                  <a:cubicBezTo>
                    <a:pt x="578" y="29"/>
                    <a:pt x="578" y="29"/>
                    <a:pt x="578" y="29"/>
                  </a:cubicBezTo>
                  <a:cubicBezTo>
                    <a:pt x="585" y="26"/>
                    <a:pt x="588" y="17"/>
                    <a:pt x="585" y="10"/>
                  </a:cubicBezTo>
                  <a:cubicBezTo>
                    <a:pt x="581" y="3"/>
                    <a:pt x="571" y="0"/>
                    <a:pt x="564" y="3"/>
                  </a:cubicBezTo>
                  <a:cubicBezTo>
                    <a:pt x="389" y="91"/>
                    <a:pt x="389" y="91"/>
                    <a:pt x="389" y="91"/>
                  </a:cubicBezTo>
                  <a:lnTo>
                    <a:pt x="387" y="92"/>
                  </a:lnTo>
                  <a:cubicBezTo>
                    <a:pt x="372" y="89"/>
                    <a:pt x="354" y="87"/>
                    <a:pt x="337" y="87"/>
                  </a:cubicBezTo>
                  <a:cubicBezTo>
                    <a:pt x="319" y="87"/>
                    <a:pt x="302" y="89"/>
                    <a:pt x="287" y="92"/>
                  </a:cubicBezTo>
                  <a:cubicBezTo>
                    <a:pt x="286" y="92"/>
                    <a:pt x="286" y="91"/>
                    <a:pt x="284" y="91"/>
                  </a:cubicBezTo>
                  <a:cubicBezTo>
                    <a:pt x="109" y="3"/>
                    <a:pt x="109" y="3"/>
                    <a:pt x="109" y="3"/>
                  </a:cubicBezTo>
                  <a:cubicBezTo>
                    <a:pt x="102" y="0"/>
                    <a:pt x="94" y="3"/>
                    <a:pt x="89" y="10"/>
                  </a:cubicBezTo>
                  <a:cubicBezTo>
                    <a:pt x="85" y="17"/>
                    <a:pt x="89" y="26"/>
                    <a:pt x="96" y="29"/>
                  </a:cubicBezTo>
                  <a:cubicBezTo>
                    <a:pt x="249" y="106"/>
                    <a:pt x="249" y="106"/>
                    <a:pt x="249" y="106"/>
                  </a:cubicBezTo>
                  <a:lnTo>
                    <a:pt x="247" y="106"/>
                  </a:lnTo>
                  <a:cubicBezTo>
                    <a:pt x="236" y="111"/>
                    <a:pt x="225" y="118"/>
                    <a:pt x="218" y="128"/>
                  </a:cubicBezTo>
                  <a:cubicBezTo>
                    <a:pt x="213" y="133"/>
                    <a:pt x="210" y="139"/>
                    <a:pt x="207" y="146"/>
                  </a:cubicBezTo>
                  <a:cubicBezTo>
                    <a:pt x="73" y="146"/>
                    <a:pt x="73" y="146"/>
                    <a:pt x="73" y="146"/>
                  </a:cubicBezTo>
                  <a:cubicBezTo>
                    <a:pt x="33" y="146"/>
                    <a:pt x="0" y="179"/>
                    <a:pt x="0" y="218"/>
                  </a:cubicBezTo>
                  <a:cubicBezTo>
                    <a:pt x="0" y="629"/>
                    <a:pt x="0" y="629"/>
                    <a:pt x="0" y="629"/>
                  </a:cubicBezTo>
                  <a:cubicBezTo>
                    <a:pt x="0" y="669"/>
                    <a:pt x="33" y="702"/>
                    <a:pt x="73" y="702"/>
                  </a:cubicBezTo>
                  <a:cubicBezTo>
                    <a:pt x="630" y="702"/>
                    <a:pt x="630" y="702"/>
                    <a:pt x="630" y="702"/>
                  </a:cubicBezTo>
                  <a:cubicBezTo>
                    <a:pt x="670" y="702"/>
                    <a:pt x="703" y="669"/>
                    <a:pt x="703" y="629"/>
                  </a:cubicBezTo>
                  <a:cubicBezTo>
                    <a:pt x="703" y="218"/>
                    <a:pt x="703" y="218"/>
                    <a:pt x="703" y="218"/>
                  </a:cubicBezTo>
                  <a:cubicBezTo>
                    <a:pt x="703" y="179"/>
                    <a:pt x="670" y="146"/>
                    <a:pt x="630" y="146"/>
                  </a:cubicBezTo>
                  <a:close/>
                  <a:moveTo>
                    <a:pt x="276" y="125"/>
                  </a:moveTo>
                  <a:lnTo>
                    <a:pt x="276" y="125"/>
                  </a:lnTo>
                  <a:cubicBezTo>
                    <a:pt x="293" y="120"/>
                    <a:pt x="315" y="117"/>
                    <a:pt x="337" y="117"/>
                  </a:cubicBezTo>
                  <a:cubicBezTo>
                    <a:pt x="367" y="117"/>
                    <a:pt x="394" y="122"/>
                    <a:pt x="413" y="132"/>
                  </a:cubicBezTo>
                  <a:cubicBezTo>
                    <a:pt x="422" y="136"/>
                    <a:pt x="429" y="142"/>
                    <a:pt x="433" y="146"/>
                  </a:cubicBezTo>
                  <a:cubicBezTo>
                    <a:pt x="242" y="146"/>
                    <a:pt x="242" y="146"/>
                    <a:pt x="242" y="146"/>
                  </a:cubicBezTo>
                  <a:cubicBezTo>
                    <a:pt x="249" y="139"/>
                    <a:pt x="260" y="131"/>
                    <a:pt x="276" y="125"/>
                  </a:cubicBezTo>
                  <a:close/>
                  <a:moveTo>
                    <a:pt x="674" y="629"/>
                  </a:moveTo>
                  <a:lnTo>
                    <a:pt x="674" y="629"/>
                  </a:lnTo>
                  <a:cubicBezTo>
                    <a:pt x="674" y="654"/>
                    <a:pt x="654" y="673"/>
                    <a:pt x="630" y="673"/>
                  </a:cubicBezTo>
                  <a:cubicBezTo>
                    <a:pt x="73" y="673"/>
                    <a:pt x="73" y="673"/>
                    <a:pt x="73" y="673"/>
                  </a:cubicBezTo>
                  <a:cubicBezTo>
                    <a:pt x="50" y="673"/>
                    <a:pt x="29" y="654"/>
                    <a:pt x="29" y="629"/>
                  </a:cubicBezTo>
                  <a:cubicBezTo>
                    <a:pt x="29" y="218"/>
                    <a:pt x="29" y="218"/>
                    <a:pt x="29" y="218"/>
                  </a:cubicBezTo>
                  <a:cubicBezTo>
                    <a:pt x="29" y="195"/>
                    <a:pt x="50" y="174"/>
                    <a:pt x="73" y="174"/>
                  </a:cubicBezTo>
                  <a:cubicBezTo>
                    <a:pt x="220" y="174"/>
                    <a:pt x="220" y="174"/>
                    <a:pt x="220" y="174"/>
                  </a:cubicBezTo>
                  <a:lnTo>
                    <a:pt x="220" y="174"/>
                  </a:lnTo>
                  <a:cubicBezTo>
                    <a:pt x="455" y="174"/>
                    <a:pt x="455" y="174"/>
                    <a:pt x="455" y="174"/>
                  </a:cubicBezTo>
                  <a:lnTo>
                    <a:pt x="455" y="174"/>
                  </a:lnTo>
                  <a:cubicBezTo>
                    <a:pt x="630" y="174"/>
                    <a:pt x="630" y="174"/>
                    <a:pt x="630" y="174"/>
                  </a:cubicBezTo>
                  <a:cubicBezTo>
                    <a:pt x="654" y="174"/>
                    <a:pt x="674" y="195"/>
                    <a:pt x="674" y="218"/>
                  </a:cubicBezTo>
                  <a:lnTo>
                    <a:pt x="674" y="6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405">
              <a:extLst>
                <a:ext uri="{FF2B5EF4-FFF2-40B4-BE49-F238E27FC236}">
                  <a16:creationId xmlns:a16="http://schemas.microsoft.com/office/drawing/2014/main" id="{794FD774-4A98-DED6-15E4-9AE6B5DAE93F}"/>
                </a:ext>
              </a:extLst>
            </p:cNvPr>
            <p:cNvSpPr>
              <a:spLocks noChangeArrowheads="1"/>
            </p:cNvSpPr>
            <p:nvPr/>
          </p:nvSpPr>
          <p:spPr bwMode="auto">
            <a:xfrm>
              <a:off x="9388475" y="5545138"/>
              <a:ext cx="147638" cy="138112"/>
            </a:xfrm>
            <a:custGeom>
              <a:avLst/>
              <a:gdLst>
                <a:gd name="T0" fmla="*/ 367 w 411"/>
                <a:gd name="T1" fmla="*/ 0 h 382"/>
                <a:gd name="T2" fmla="*/ 367 w 411"/>
                <a:gd name="T3" fmla="*/ 0 h 382"/>
                <a:gd name="T4" fmla="*/ 44 w 411"/>
                <a:gd name="T5" fmla="*/ 0 h 382"/>
                <a:gd name="T6" fmla="*/ 0 w 411"/>
                <a:gd name="T7" fmla="*/ 44 h 382"/>
                <a:gd name="T8" fmla="*/ 0 w 411"/>
                <a:gd name="T9" fmla="*/ 337 h 382"/>
                <a:gd name="T10" fmla="*/ 44 w 411"/>
                <a:gd name="T11" fmla="*/ 381 h 382"/>
                <a:gd name="T12" fmla="*/ 367 w 411"/>
                <a:gd name="T13" fmla="*/ 381 h 382"/>
                <a:gd name="T14" fmla="*/ 410 w 411"/>
                <a:gd name="T15" fmla="*/ 337 h 382"/>
                <a:gd name="T16" fmla="*/ 410 w 411"/>
                <a:gd name="T17" fmla="*/ 44 h 382"/>
                <a:gd name="T18" fmla="*/ 367 w 411"/>
                <a:gd name="T19" fmla="*/ 0 h 382"/>
                <a:gd name="T20" fmla="*/ 380 w 411"/>
                <a:gd name="T21" fmla="*/ 337 h 382"/>
                <a:gd name="T22" fmla="*/ 380 w 411"/>
                <a:gd name="T23" fmla="*/ 337 h 382"/>
                <a:gd name="T24" fmla="*/ 367 w 411"/>
                <a:gd name="T25" fmla="*/ 352 h 382"/>
                <a:gd name="T26" fmla="*/ 44 w 411"/>
                <a:gd name="T27" fmla="*/ 352 h 382"/>
                <a:gd name="T28" fmla="*/ 29 w 411"/>
                <a:gd name="T29" fmla="*/ 337 h 382"/>
                <a:gd name="T30" fmla="*/ 29 w 411"/>
                <a:gd name="T31" fmla="*/ 44 h 382"/>
                <a:gd name="T32" fmla="*/ 44 w 411"/>
                <a:gd name="T33" fmla="*/ 29 h 382"/>
                <a:gd name="T34" fmla="*/ 367 w 411"/>
                <a:gd name="T35" fmla="*/ 29 h 382"/>
                <a:gd name="T36" fmla="*/ 380 w 411"/>
                <a:gd name="T37" fmla="*/ 44 h 382"/>
                <a:gd name="T38" fmla="*/ 380 w 411"/>
                <a:gd name="T39"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1" h="382">
                  <a:moveTo>
                    <a:pt x="367" y="0"/>
                  </a:moveTo>
                  <a:lnTo>
                    <a:pt x="367" y="0"/>
                  </a:lnTo>
                  <a:cubicBezTo>
                    <a:pt x="44" y="0"/>
                    <a:pt x="44" y="0"/>
                    <a:pt x="44" y="0"/>
                  </a:cubicBezTo>
                  <a:cubicBezTo>
                    <a:pt x="19" y="0"/>
                    <a:pt x="0" y="20"/>
                    <a:pt x="0" y="44"/>
                  </a:cubicBezTo>
                  <a:cubicBezTo>
                    <a:pt x="0" y="337"/>
                    <a:pt x="0" y="337"/>
                    <a:pt x="0" y="337"/>
                  </a:cubicBezTo>
                  <a:cubicBezTo>
                    <a:pt x="0" y="361"/>
                    <a:pt x="19" y="381"/>
                    <a:pt x="44" y="381"/>
                  </a:cubicBezTo>
                  <a:cubicBezTo>
                    <a:pt x="367" y="381"/>
                    <a:pt x="367" y="381"/>
                    <a:pt x="367" y="381"/>
                  </a:cubicBezTo>
                  <a:cubicBezTo>
                    <a:pt x="390" y="381"/>
                    <a:pt x="410" y="361"/>
                    <a:pt x="410" y="337"/>
                  </a:cubicBezTo>
                  <a:cubicBezTo>
                    <a:pt x="410" y="44"/>
                    <a:pt x="410" y="44"/>
                    <a:pt x="410" y="44"/>
                  </a:cubicBezTo>
                  <a:cubicBezTo>
                    <a:pt x="410" y="20"/>
                    <a:pt x="390" y="0"/>
                    <a:pt x="367" y="0"/>
                  </a:cubicBezTo>
                  <a:close/>
                  <a:moveTo>
                    <a:pt x="380" y="337"/>
                  </a:moveTo>
                  <a:lnTo>
                    <a:pt x="380" y="337"/>
                  </a:lnTo>
                  <a:cubicBezTo>
                    <a:pt x="380" y="345"/>
                    <a:pt x="375" y="352"/>
                    <a:pt x="367" y="352"/>
                  </a:cubicBezTo>
                  <a:cubicBezTo>
                    <a:pt x="44" y="352"/>
                    <a:pt x="44" y="352"/>
                    <a:pt x="44" y="352"/>
                  </a:cubicBezTo>
                  <a:cubicBezTo>
                    <a:pt x="36" y="352"/>
                    <a:pt x="29" y="345"/>
                    <a:pt x="29" y="337"/>
                  </a:cubicBezTo>
                  <a:cubicBezTo>
                    <a:pt x="29" y="44"/>
                    <a:pt x="29" y="44"/>
                    <a:pt x="29" y="44"/>
                  </a:cubicBezTo>
                  <a:cubicBezTo>
                    <a:pt x="29" y="36"/>
                    <a:pt x="36" y="29"/>
                    <a:pt x="44" y="29"/>
                  </a:cubicBezTo>
                  <a:cubicBezTo>
                    <a:pt x="367" y="29"/>
                    <a:pt x="367" y="29"/>
                    <a:pt x="367" y="29"/>
                  </a:cubicBezTo>
                  <a:cubicBezTo>
                    <a:pt x="375" y="29"/>
                    <a:pt x="380" y="36"/>
                    <a:pt x="380" y="44"/>
                  </a:cubicBezTo>
                  <a:lnTo>
                    <a:pt x="380"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406">
              <a:extLst>
                <a:ext uri="{FF2B5EF4-FFF2-40B4-BE49-F238E27FC236}">
                  <a16:creationId xmlns:a16="http://schemas.microsoft.com/office/drawing/2014/main" id="{DA1EC653-1D29-E804-91F5-09A8E8B92AB0}"/>
                </a:ext>
              </a:extLst>
            </p:cNvPr>
            <p:cNvSpPr>
              <a:spLocks noChangeArrowheads="1"/>
            </p:cNvSpPr>
            <p:nvPr/>
          </p:nvSpPr>
          <p:spPr bwMode="auto">
            <a:xfrm>
              <a:off x="9547225" y="55562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1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6"/>
                    <a:pt x="29" y="59"/>
                  </a:cubicBezTo>
                  <a:cubicBezTo>
                    <a:pt x="29" y="43"/>
                    <a:pt x="43" y="31"/>
                    <a:pt x="59" y="31"/>
                  </a:cubicBezTo>
                  <a:cubicBezTo>
                    <a:pt x="74" y="31"/>
                    <a:pt x="88" y="43"/>
                    <a:pt x="88" y="59"/>
                  </a:cubicBezTo>
                  <a:cubicBezTo>
                    <a:pt x="88" y="76"/>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7">
              <a:extLst>
                <a:ext uri="{FF2B5EF4-FFF2-40B4-BE49-F238E27FC236}">
                  <a16:creationId xmlns:a16="http://schemas.microsoft.com/office/drawing/2014/main" id="{59C36F7A-C6A6-9771-0F75-56E8425337FB}"/>
                </a:ext>
              </a:extLst>
            </p:cNvPr>
            <p:cNvSpPr>
              <a:spLocks noChangeArrowheads="1"/>
            </p:cNvSpPr>
            <p:nvPr/>
          </p:nvSpPr>
          <p:spPr bwMode="auto">
            <a:xfrm>
              <a:off x="9547225" y="56197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0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5"/>
                    <a:pt x="29" y="59"/>
                  </a:cubicBezTo>
                  <a:cubicBezTo>
                    <a:pt x="29" y="43"/>
                    <a:pt x="43" y="30"/>
                    <a:pt x="59" y="30"/>
                  </a:cubicBezTo>
                  <a:cubicBezTo>
                    <a:pt x="74" y="30"/>
                    <a:pt x="88" y="43"/>
                    <a:pt x="88" y="59"/>
                  </a:cubicBezTo>
                  <a:cubicBezTo>
                    <a:pt x="88" y="75"/>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1" name="Freeform 408">
            <a:extLst>
              <a:ext uri="{FF2B5EF4-FFF2-40B4-BE49-F238E27FC236}">
                <a16:creationId xmlns:a16="http://schemas.microsoft.com/office/drawing/2014/main" id="{81F29F0F-7A36-57B6-8720-FD9D754450FC}"/>
              </a:ext>
            </a:extLst>
          </p:cNvPr>
          <p:cNvSpPr>
            <a:spLocks noChangeArrowheads="1"/>
          </p:cNvSpPr>
          <p:nvPr/>
        </p:nvSpPr>
        <p:spPr bwMode="auto">
          <a:xfrm>
            <a:off x="4786436" y="1372816"/>
            <a:ext cx="200025" cy="250825"/>
          </a:xfrm>
          <a:custGeom>
            <a:avLst/>
            <a:gdLst>
              <a:gd name="T0" fmla="*/ 349 w 554"/>
              <a:gd name="T1" fmla="*/ 624 h 698"/>
              <a:gd name="T2" fmla="*/ 508 w 554"/>
              <a:gd name="T3" fmla="*/ 609 h 698"/>
              <a:gd name="T4" fmla="*/ 553 w 554"/>
              <a:gd name="T5" fmla="*/ 530 h 698"/>
              <a:gd name="T6" fmla="*/ 520 w 554"/>
              <a:gd name="T7" fmla="*/ 439 h 698"/>
              <a:gd name="T8" fmla="*/ 520 w 554"/>
              <a:gd name="T9" fmla="*/ 439 h 698"/>
              <a:gd name="T10" fmla="*/ 467 w 554"/>
              <a:gd name="T11" fmla="*/ 332 h 698"/>
              <a:gd name="T12" fmla="*/ 419 w 554"/>
              <a:gd name="T13" fmla="*/ 81 h 698"/>
              <a:gd name="T14" fmla="*/ 276 w 554"/>
              <a:gd name="T15" fmla="*/ 0 h 698"/>
              <a:gd name="T16" fmla="*/ 137 w 554"/>
              <a:gd name="T17" fmla="*/ 64 h 698"/>
              <a:gd name="T18" fmla="*/ 85 w 554"/>
              <a:gd name="T19" fmla="*/ 332 h 698"/>
              <a:gd name="T20" fmla="*/ 32 w 554"/>
              <a:gd name="T21" fmla="*/ 439 h 698"/>
              <a:gd name="T22" fmla="*/ 0 w 554"/>
              <a:gd name="T23" fmla="*/ 530 h 698"/>
              <a:gd name="T24" fmla="*/ 44 w 554"/>
              <a:gd name="T25" fmla="*/ 609 h 698"/>
              <a:gd name="T26" fmla="*/ 203 w 554"/>
              <a:gd name="T27" fmla="*/ 624 h 698"/>
              <a:gd name="T28" fmla="*/ 349 w 554"/>
              <a:gd name="T29" fmla="*/ 624 h 698"/>
              <a:gd name="T30" fmla="*/ 30 w 554"/>
              <a:gd name="T31" fmla="*/ 567 h 698"/>
              <a:gd name="T32" fmla="*/ 33 w 554"/>
              <a:gd name="T33" fmla="*/ 488 h 698"/>
              <a:gd name="T34" fmla="*/ 102 w 554"/>
              <a:gd name="T35" fmla="*/ 391 h 698"/>
              <a:gd name="T36" fmla="*/ 115 w 554"/>
              <a:gd name="T37" fmla="*/ 202 h 698"/>
              <a:gd name="T38" fmla="*/ 268 w 554"/>
              <a:gd name="T39" fmla="*/ 29 h 698"/>
              <a:gd name="T40" fmla="*/ 343 w 554"/>
              <a:gd name="T41" fmla="*/ 48 h 698"/>
              <a:gd name="T42" fmla="*/ 437 w 554"/>
              <a:gd name="T43" fmla="*/ 244 h 698"/>
              <a:gd name="T44" fmla="*/ 450 w 554"/>
              <a:gd name="T45" fmla="*/ 391 h 698"/>
              <a:gd name="T46" fmla="*/ 500 w 554"/>
              <a:gd name="T47" fmla="*/ 460 h 698"/>
              <a:gd name="T48" fmla="*/ 523 w 554"/>
              <a:gd name="T49" fmla="*/ 530 h 698"/>
              <a:gd name="T50" fmla="*/ 508 w 554"/>
              <a:gd name="T51" fmla="*/ 580 h 698"/>
              <a:gd name="T52" fmla="*/ 276 w 554"/>
              <a:gd name="T53" fmla="*/ 580 h 698"/>
              <a:gd name="T54" fmla="*/ 44 w 554"/>
              <a:gd name="T55" fmla="*/ 580 h 698"/>
              <a:gd name="T56" fmla="*/ 232 w 554"/>
              <a:gd name="T57" fmla="*/ 624 h 698"/>
              <a:gd name="T58" fmla="*/ 232 w 554"/>
              <a:gd name="T59" fmla="*/ 609 h 698"/>
              <a:gd name="T60" fmla="*/ 320 w 554"/>
              <a:gd name="T61" fmla="*/ 624 h 698"/>
              <a:gd name="T62" fmla="*/ 232 w 554"/>
              <a:gd name="T63" fmla="*/ 62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4" h="698">
                <a:moveTo>
                  <a:pt x="349" y="624"/>
                </a:moveTo>
                <a:lnTo>
                  <a:pt x="349" y="624"/>
                </a:lnTo>
                <a:cubicBezTo>
                  <a:pt x="349" y="609"/>
                  <a:pt x="349" y="609"/>
                  <a:pt x="349" y="609"/>
                </a:cubicBezTo>
                <a:cubicBezTo>
                  <a:pt x="508" y="609"/>
                  <a:pt x="508" y="609"/>
                  <a:pt x="508" y="609"/>
                </a:cubicBezTo>
                <a:cubicBezTo>
                  <a:pt x="531" y="609"/>
                  <a:pt x="550" y="591"/>
                  <a:pt x="552" y="568"/>
                </a:cubicBezTo>
                <a:cubicBezTo>
                  <a:pt x="552" y="554"/>
                  <a:pt x="553" y="541"/>
                  <a:pt x="553" y="530"/>
                </a:cubicBezTo>
                <a:cubicBezTo>
                  <a:pt x="553" y="512"/>
                  <a:pt x="552" y="495"/>
                  <a:pt x="546" y="480"/>
                </a:cubicBezTo>
                <a:cubicBezTo>
                  <a:pt x="542" y="465"/>
                  <a:pt x="533" y="451"/>
                  <a:pt x="520" y="439"/>
                </a:cubicBezTo>
                <a:cubicBezTo>
                  <a:pt x="511" y="449"/>
                  <a:pt x="511" y="449"/>
                  <a:pt x="511" y="449"/>
                </a:cubicBezTo>
                <a:cubicBezTo>
                  <a:pt x="520" y="439"/>
                  <a:pt x="520" y="439"/>
                  <a:pt x="520" y="439"/>
                </a:cubicBezTo>
                <a:cubicBezTo>
                  <a:pt x="498" y="416"/>
                  <a:pt x="485" y="396"/>
                  <a:pt x="476" y="379"/>
                </a:cubicBezTo>
                <a:cubicBezTo>
                  <a:pt x="469" y="361"/>
                  <a:pt x="467" y="346"/>
                  <a:pt x="467" y="332"/>
                </a:cubicBezTo>
                <a:cubicBezTo>
                  <a:pt x="467" y="244"/>
                  <a:pt x="467" y="244"/>
                  <a:pt x="467" y="244"/>
                </a:cubicBezTo>
                <a:cubicBezTo>
                  <a:pt x="467" y="188"/>
                  <a:pt x="450" y="127"/>
                  <a:pt x="419" y="81"/>
                </a:cubicBezTo>
                <a:cubicBezTo>
                  <a:pt x="402" y="57"/>
                  <a:pt x="383" y="37"/>
                  <a:pt x="358" y="23"/>
                </a:cubicBezTo>
                <a:cubicBezTo>
                  <a:pt x="335" y="8"/>
                  <a:pt x="308" y="0"/>
                  <a:pt x="276" y="0"/>
                </a:cubicBezTo>
                <a:cubicBezTo>
                  <a:pt x="273" y="0"/>
                  <a:pt x="269" y="0"/>
                  <a:pt x="265" y="0"/>
                </a:cubicBezTo>
                <a:cubicBezTo>
                  <a:pt x="214" y="2"/>
                  <a:pt x="169" y="29"/>
                  <a:pt x="137" y="64"/>
                </a:cubicBezTo>
                <a:cubicBezTo>
                  <a:pt x="104" y="101"/>
                  <a:pt x="85" y="149"/>
                  <a:pt x="85" y="202"/>
                </a:cubicBezTo>
                <a:cubicBezTo>
                  <a:pt x="85" y="332"/>
                  <a:pt x="85" y="332"/>
                  <a:pt x="85" y="332"/>
                </a:cubicBezTo>
                <a:cubicBezTo>
                  <a:pt x="85" y="346"/>
                  <a:pt x="84" y="361"/>
                  <a:pt x="76" y="379"/>
                </a:cubicBezTo>
                <a:cubicBezTo>
                  <a:pt x="67" y="396"/>
                  <a:pt x="54" y="416"/>
                  <a:pt x="32" y="439"/>
                </a:cubicBezTo>
                <a:cubicBezTo>
                  <a:pt x="19" y="451"/>
                  <a:pt x="11" y="465"/>
                  <a:pt x="6" y="480"/>
                </a:cubicBezTo>
                <a:cubicBezTo>
                  <a:pt x="1" y="495"/>
                  <a:pt x="0" y="512"/>
                  <a:pt x="0" y="530"/>
                </a:cubicBezTo>
                <a:cubicBezTo>
                  <a:pt x="0" y="541"/>
                  <a:pt x="0" y="554"/>
                  <a:pt x="0" y="568"/>
                </a:cubicBezTo>
                <a:cubicBezTo>
                  <a:pt x="1" y="591"/>
                  <a:pt x="21" y="609"/>
                  <a:pt x="44" y="609"/>
                </a:cubicBezTo>
                <a:cubicBezTo>
                  <a:pt x="203" y="609"/>
                  <a:pt x="203" y="609"/>
                  <a:pt x="203" y="609"/>
                </a:cubicBezTo>
                <a:cubicBezTo>
                  <a:pt x="203" y="624"/>
                  <a:pt x="203" y="624"/>
                  <a:pt x="203" y="624"/>
                </a:cubicBezTo>
                <a:cubicBezTo>
                  <a:pt x="203" y="665"/>
                  <a:pt x="236" y="697"/>
                  <a:pt x="276" y="697"/>
                </a:cubicBezTo>
                <a:cubicBezTo>
                  <a:pt x="317" y="697"/>
                  <a:pt x="349" y="665"/>
                  <a:pt x="349" y="624"/>
                </a:cubicBezTo>
                <a:close/>
                <a:moveTo>
                  <a:pt x="30" y="567"/>
                </a:moveTo>
                <a:lnTo>
                  <a:pt x="30" y="567"/>
                </a:lnTo>
                <a:cubicBezTo>
                  <a:pt x="29" y="553"/>
                  <a:pt x="29" y="541"/>
                  <a:pt x="29" y="530"/>
                </a:cubicBezTo>
                <a:cubicBezTo>
                  <a:pt x="29" y="512"/>
                  <a:pt x="30" y="499"/>
                  <a:pt x="33" y="488"/>
                </a:cubicBezTo>
                <a:cubicBezTo>
                  <a:pt x="37" y="477"/>
                  <a:pt x="43" y="469"/>
                  <a:pt x="52" y="460"/>
                </a:cubicBezTo>
                <a:cubicBezTo>
                  <a:pt x="77" y="435"/>
                  <a:pt x="92" y="413"/>
                  <a:pt x="102" y="391"/>
                </a:cubicBezTo>
                <a:cubicBezTo>
                  <a:pt x="111" y="369"/>
                  <a:pt x="115" y="350"/>
                  <a:pt x="115" y="332"/>
                </a:cubicBezTo>
                <a:cubicBezTo>
                  <a:pt x="115" y="202"/>
                  <a:pt x="115" y="202"/>
                  <a:pt x="115" y="202"/>
                </a:cubicBezTo>
                <a:cubicBezTo>
                  <a:pt x="115" y="158"/>
                  <a:pt x="132" y="115"/>
                  <a:pt x="159" y="83"/>
                </a:cubicBezTo>
                <a:cubicBezTo>
                  <a:pt x="187" y="52"/>
                  <a:pt x="224" y="31"/>
                  <a:pt x="268" y="29"/>
                </a:cubicBezTo>
                <a:cubicBezTo>
                  <a:pt x="270" y="29"/>
                  <a:pt x="273" y="29"/>
                  <a:pt x="276" y="29"/>
                </a:cubicBezTo>
                <a:cubicBezTo>
                  <a:pt x="302" y="29"/>
                  <a:pt x="324" y="35"/>
                  <a:pt x="343" y="48"/>
                </a:cubicBezTo>
                <a:cubicBezTo>
                  <a:pt x="373" y="66"/>
                  <a:pt x="397" y="94"/>
                  <a:pt x="412" y="130"/>
                </a:cubicBezTo>
                <a:cubicBezTo>
                  <a:pt x="428" y="166"/>
                  <a:pt x="437" y="206"/>
                  <a:pt x="437" y="244"/>
                </a:cubicBezTo>
                <a:cubicBezTo>
                  <a:pt x="437" y="332"/>
                  <a:pt x="437" y="332"/>
                  <a:pt x="437" y="332"/>
                </a:cubicBezTo>
                <a:cubicBezTo>
                  <a:pt x="437" y="350"/>
                  <a:pt x="441" y="369"/>
                  <a:pt x="450" y="391"/>
                </a:cubicBezTo>
                <a:cubicBezTo>
                  <a:pt x="460" y="413"/>
                  <a:pt x="476" y="435"/>
                  <a:pt x="500" y="460"/>
                </a:cubicBezTo>
                <a:lnTo>
                  <a:pt x="500" y="460"/>
                </a:lnTo>
                <a:cubicBezTo>
                  <a:pt x="509" y="469"/>
                  <a:pt x="515" y="477"/>
                  <a:pt x="519" y="488"/>
                </a:cubicBezTo>
                <a:cubicBezTo>
                  <a:pt x="522" y="499"/>
                  <a:pt x="523" y="512"/>
                  <a:pt x="523" y="530"/>
                </a:cubicBezTo>
                <a:cubicBezTo>
                  <a:pt x="523" y="541"/>
                  <a:pt x="523" y="553"/>
                  <a:pt x="522" y="567"/>
                </a:cubicBezTo>
                <a:cubicBezTo>
                  <a:pt x="522" y="575"/>
                  <a:pt x="515" y="580"/>
                  <a:pt x="508" y="580"/>
                </a:cubicBezTo>
                <a:cubicBezTo>
                  <a:pt x="335" y="580"/>
                  <a:pt x="335" y="580"/>
                  <a:pt x="335" y="580"/>
                </a:cubicBezTo>
                <a:cubicBezTo>
                  <a:pt x="276" y="580"/>
                  <a:pt x="276" y="580"/>
                  <a:pt x="276" y="580"/>
                </a:cubicBezTo>
                <a:cubicBezTo>
                  <a:pt x="217" y="580"/>
                  <a:pt x="217" y="580"/>
                  <a:pt x="217" y="580"/>
                </a:cubicBezTo>
                <a:cubicBezTo>
                  <a:pt x="44" y="580"/>
                  <a:pt x="44" y="580"/>
                  <a:pt x="44" y="580"/>
                </a:cubicBezTo>
                <a:cubicBezTo>
                  <a:pt x="37" y="580"/>
                  <a:pt x="30" y="575"/>
                  <a:pt x="30" y="567"/>
                </a:cubicBezTo>
                <a:close/>
                <a:moveTo>
                  <a:pt x="232" y="624"/>
                </a:moveTo>
                <a:lnTo>
                  <a:pt x="232" y="624"/>
                </a:lnTo>
                <a:cubicBezTo>
                  <a:pt x="232" y="609"/>
                  <a:pt x="232" y="609"/>
                  <a:pt x="232" y="609"/>
                </a:cubicBezTo>
                <a:cubicBezTo>
                  <a:pt x="320" y="609"/>
                  <a:pt x="320" y="609"/>
                  <a:pt x="320" y="609"/>
                </a:cubicBezTo>
                <a:cubicBezTo>
                  <a:pt x="320" y="624"/>
                  <a:pt x="320" y="624"/>
                  <a:pt x="320" y="624"/>
                </a:cubicBezTo>
                <a:cubicBezTo>
                  <a:pt x="320" y="649"/>
                  <a:pt x="301" y="668"/>
                  <a:pt x="276" y="668"/>
                </a:cubicBezTo>
                <a:cubicBezTo>
                  <a:pt x="251" y="668"/>
                  <a:pt x="232" y="649"/>
                  <a:pt x="232" y="624"/>
                </a:cubicBezTo>
                <a:close/>
              </a:path>
            </a:pathLst>
          </a:custGeom>
          <a:solidFill>
            <a:schemeClr val="tx2"/>
          </a:solidFill>
          <a:ln>
            <a:noFill/>
          </a:ln>
          <a:effectLst/>
        </p:spPr>
        <p:txBody>
          <a:bodyPr wrap="none" anchor="ctr"/>
          <a:lstStyle/>
          <a:p>
            <a:endParaRPr lang="da-DK"/>
          </a:p>
        </p:txBody>
      </p:sp>
      <p:sp>
        <p:nvSpPr>
          <p:cNvPr id="492" name="Freeform 409">
            <a:extLst>
              <a:ext uri="{FF2B5EF4-FFF2-40B4-BE49-F238E27FC236}">
                <a16:creationId xmlns:a16="http://schemas.microsoft.com/office/drawing/2014/main" id="{E87C4127-E89C-CFDD-8601-55401E6839E5}"/>
              </a:ext>
            </a:extLst>
          </p:cNvPr>
          <p:cNvSpPr>
            <a:spLocks noChangeArrowheads="1"/>
          </p:cNvSpPr>
          <p:nvPr/>
        </p:nvSpPr>
        <p:spPr bwMode="auto">
          <a:xfrm>
            <a:off x="6772399" y="902916"/>
            <a:ext cx="254000" cy="180975"/>
          </a:xfrm>
          <a:custGeom>
            <a:avLst/>
            <a:gdLst>
              <a:gd name="T0" fmla="*/ 3 w 705"/>
              <a:gd name="T1" fmla="*/ 420 h 501"/>
              <a:gd name="T2" fmla="*/ 3 w 705"/>
              <a:gd name="T3" fmla="*/ 420 h 501"/>
              <a:gd name="T4" fmla="*/ 7 w 705"/>
              <a:gd name="T5" fmla="*/ 437 h 501"/>
              <a:gd name="T6" fmla="*/ 25 w 705"/>
              <a:gd name="T7" fmla="*/ 437 h 501"/>
              <a:gd name="T8" fmla="*/ 283 w 705"/>
              <a:gd name="T9" fmla="*/ 335 h 501"/>
              <a:gd name="T10" fmla="*/ 381 w 705"/>
              <a:gd name="T11" fmla="*/ 349 h 501"/>
              <a:gd name="T12" fmla="*/ 381 w 705"/>
              <a:gd name="T13" fmla="*/ 483 h 501"/>
              <a:gd name="T14" fmla="*/ 390 w 705"/>
              <a:gd name="T15" fmla="*/ 497 h 501"/>
              <a:gd name="T16" fmla="*/ 405 w 705"/>
              <a:gd name="T17" fmla="*/ 496 h 501"/>
              <a:gd name="T18" fmla="*/ 699 w 705"/>
              <a:gd name="T19" fmla="*/ 261 h 501"/>
              <a:gd name="T20" fmla="*/ 704 w 705"/>
              <a:gd name="T21" fmla="*/ 250 h 501"/>
              <a:gd name="T22" fmla="*/ 699 w 705"/>
              <a:gd name="T23" fmla="*/ 238 h 501"/>
              <a:gd name="T24" fmla="*/ 405 w 705"/>
              <a:gd name="T25" fmla="*/ 4 h 501"/>
              <a:gd name="T26" fmla="*/ 390 w 705"/>
              <a:gd name="T27" fmla="*/ 3 h 501"/>
              <a:gd name="T28" fmla="*/ 381 w 705"/>
              <a:gd name="T29" fmla="*/ 15 h 501"/>
              <a:gd name="T30" fmla="*/ 381 w 705"/>
              <a:gd name="T31" fmla="*/ 149 h 501"/>
              <a:gd name="T32" fmla="*/ 159 w 705"/>
              <a:gd name="T33" fmla="*/ 213 h 501"/>
              <a:gd name="T34" fmla="*/ 3 w 705"/>
              <a:gd name="T35" fmla="*/ 420 h 501"/>
              <a:gd name="T36" fmla="*/ 176 w 705"/>
              <a:gd name="T37" fmla="*/ 238 h 501"/>
              <a:gd name="T38" fmla="*/ 176 w 705"/>
              <a:gd name="T39" fmla="*/ 238 h 501"/>
              <a:gd name="T40" fmla="*/ 397 w 705"/>
              <a:gd name="T41" fmla="*/ 176 h 501"/>
              <a:gd name="T42" fmla="*/ 410 w 705"/>
              <a:gd name="T43" fmla="*/ 162 h 501"/>
              <a:gd name="T44" fmla="*/ 410 w 705"/>
              <a:gd name="T45" fmla="*/ 46 h 501"/>
              <a:gd name="T46" fmla="*/ 666 w 705"/>
              <a:gd name="T47" fmla="*/ 250 h 501"/>
              <a:gd name="T48" fmla="*/ 410 w 705"/>
              <a:gd name="T49" fmla="*/ 453 h 501"/>
              <a:gd name="T50" fmla="*/ 410 w 705"/>
              <a:gd name="T51" fmla="*/ 338 h 501"/>
              <a:gd name="T52" fmla="*/ 401 w 705"/>
              <a:gd name="T53" fmla="*/ 324 h 501"/>
              <a:gd name="T54" fmla="*/ 283 w 705"/>
              <a:gd name="T55" fmla="*/ 306 h 501"/>
              <a:gd name="T56" fmla="*/ 52 w 705"/>
              <a:gd name="T57" fmla="*/ 380 h 501"/>
              <a:gd name="T58" fmla="*/ 176 w 705"/>
              <a:gd name="T59" fmla="*/ 238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1">
                <a:moveTo>
                  <a:pt x="3" y="420"/>
                </a:moveTo>
                <a:lnTo>
                  <a:pt x="3" y="420"/>
                </a:lnTo>
                <a:cubicBezTo>
                  <a:pt x="0" y="426"/>
                  <a:pt x="1" y="434"/>
                  <a:pt x="7" y="437"/>
                </a:cubicBezTo>
                <a:cubicBezTo>
                  <a:pt x="12" y="441"/>
                  <a:pt x="19" y="441"/>
                  <a:pt x="25" y="437"/>
                </a:cubicBezTo>
                <a:cubicBezTo>
                  <a:pt x="106" y="371"/>
                  <a:pt x="191" y="335"/>
                  <a:pt x="283" y="335"/>
                </a:cubicBezTo>
                <a:cubicBezTo>
                  <a:pt x="314" y="335"/>
                  <a:pt x="347" y="339"/>
                  <a:pt x="381" y="349"/>
                </a:cubicBezTo>
                <a:cubicBezTo>
                  <a:pt x="381" y="483"/>
                  <a:pt x="381" y="483"/>
                  <a:pt x="381" y="483"/>
                </a:cubicBezTo>
                <a:cubicBezTo>
                  <a:pt x="381" y="490"/>
                  <a:pt x="384" y="494"/>
                  <a:pt x="390" y="497"/>
                </a:cubicBezTo>
                <a:cubicBezTo>
                  <a:pt x="395" y="500"/>
                  <a:pt x="401" y="499"/>
                  <a:pt x="405" y="496"/>
                </a:cubicBezTo>
                <a:cubicBezTo>
                  <a:pt x="699" y="261"/>
                  <a:pt x="699" y="261"/>
                  <a:pt x="699" y="261"/>
                </a:cubicBezTo>
                <a:cubicBezTo>
                  <a:pt x="701" y="258"/>
                  <a:pt x="704" y="254"/>
                  <a:pt x="704" y="250"/>
                </a:cubicBezTo>
                <a:cubicBezTo>
                  <a:pt x="704" y="246"/>
                  <a:pt x="701" y="242"/>
                  <a:pt x="699" y="238"/>
                </a:cubicBezTo>
                <a:cubicBezTo>
                  <a:pt x="405" y="4"/>
                  <a:pt x="405" y="4"/>
                  <a:pt x="405" y="4"/>
                </a:cubicBezTo>
                <a:cubicBezTo>
                  <a:pt x="401" y="0"/>
                  <a:pt x="395" y="0"/>
                  <a:pt x="390" y="3"/>
                </a:cubicBezTo>
                <a:cubicBezTo>
                  <a:pt x="384" y="4"/>
                  <a:pt x="381" y="10"/>
                  <a:pt x="381" y="15"/>
                </a:cubicBezTo>
                <a:cubicBezTo>
                  <a:pt x="381" y="149"/>
                  <a:pt x="381" y="149"/>
                  <a:pt x="381" y="149"/>
                </a:cubicBezTo>
                <a:cubicBezTo>
                  <a:pt x="298" y="151"/>
                  <a:pt x="222" y="172"/>
                  <a:pt x="159" y="213"/>
                </a:cubicBezTo>
                <a:cubicBezTo>
                  <a:pt x="92" y="258"/>
                  <a:pt x="38" y="327"/>
                  <a:pt x="3" y="420"/>
                </a:cubicBezTo>
                <a:close/>
                <a:moveTo>
                  <a:pt x="176" y="238"/>
                </a:moveTo>
                <a:lnTo>
                  <a:pt x="176" y="238"/>
                </a:lnTo>
                <a:cubicBezTo>
                  <a:pt x="236" y="197"/>
                  <a:pt x="310" y="177"/>
                  <a:pt x="397" y="176"/>
                </a:cubicBezTo>
                <a:cubicBezTo>
                  <a:pt x="405" y="176"/>
                  <a:pt x="410" y="170"/>
                  <a:pt x="410" y="162"/>
                </a:cubicBezTo>
                <a:cubicBezTo>
                  <a:pt x="410" y="46"/>
                  <a:pt x="410" y="46"/>
                  <a:pt x="410" y="46"/>
                </a:cubicBezTo>
                <a:cubicBezTo>
                  <a:pt x="666" y="250"/>
                  <a:pt x="666" y="250"/>
                  <a:pt x="666" y="250"/>
                </a:cubicBezTo>
                <a:cubicBezTo>
                  <a:pt x="410" y="453"/>
                  <a:pt x="410" y="453"/>
                  <a:pt x="410" y="453"/>
                </a:cubicBezTo>
                <a:cubicBezTo>
                  <a:pt x="410" y="338"/>
                  <a:pt x="410" y="338"/>
                  <a:pt x="410" y="338"/>
                </a:cubicBezTo>
                <a:cubicBezTo>
                  <a:pt x="410" y="331"/>
                  <a:pt x="406" y="326"/>
                  <a:pt x="401" y="324"/>
                </a:cubicBezTo>
                <a:cubicBezTo>
                  <a:pt x="359" y="312"/>
                  <a:pt x="321" y="306"/>
                  <a:pt x="283" y="306"/>
                </a:cubicBezTo>
                <a:cubicBezTo>
                  <a:pt x="200" y="306"/>
                  <a:pt x="123" y="332"/>
                  <a:pt x="52" y="380"/>
                </a:cubicBezTo>
                <a:cubicBezTo>
                  <a:pt x="85" y="317"/>
                  <a:pt x="126" y="271"/>
                  <a:pt x="176" y="238"/>
                </a:cubicBezTo>
                <a:close/>
              </a:path>
            </a:pathLst>
          </a:custGeom>
          <a:solidFill>
            <a:schemeClr val="tx2"/>
          </a:solidFill>
          <a:ln>
            <a:noFill/>
          </a:ln>
          <a:effectLst/>
        </p:spPr>
        <p:txBody>
          <a:bodyPr wrap="none" anchor="ctr"/>
          <a:lstStyle/>
          <a:p>
            <a:endParaRPr lang="da-DK"/>
          </a:p>
        </p:txBody>
      </p:sp>
      <p:sp>
        <p:nvSpPr>
          <p:cNvPr id="493" name="Freeform 410">
            <a:extLst>
              <a:ext uri="{FF2B5EF4-FFF2-40B4-BE49-F238E27FC236}">
                <a16:creationId xmlns:a16="http://schemas.microsoft.com/office/drawing/2014/main" id="{A1D7EF4B-23DA-DA9F-91B1-431BAF7CB764}"/>
              </a:ext>
            </a:extLst>
          </p:cNvPr>
          <p:cNvSpPr>
            <a:spLocks noChangeArrowheads="1"/>
          </p:cNvSpPr>
          <p:nvPr/>
        </p:nvSpPr>
        <p:spPr bwMode="auto">
          <a:xfrm>
            <a:off x="7299449" y="1915741"/>
            <a:ext cx="254000" cy="179387"/>
          </a:xfrm>
          <a:custGeom>
            <a:avLst/>
            <a:gdLst>
              <a:gd name="T0" fmla="*/ 0 w 704"/>
              <a:gd name="T1" fmla="*/ 44 h 500"/>
              <a:gd name="T2" fmla="*/ 0 w 704"/>
              <a:gd name="T3" fmla="*/ 44 h 500"/>
              <a:gd name="T4" fmla="*/ 0 w 704"/>
              <a:gd name="T5" fmla="*/ 455 h 500"/>
              <a:gd name="T6" fmla="*/ 12 w 704"/>
              <a:gd name="T7" fmla="*/ 485 h 500"/>
              <a:gd name="T8" fmla="*/ 12 w 704"/>
              <a:gd name="T9" fmla="*/ 486 h 500"/>
              <a:gd name="T10" fmla="*/ 13 w 704"/>
              <a:gd name="T11" fmla="*/ 486 h 500"/>
              <a:gd name="T12" fmla="*/ 44 w 704"/>
              <a:gd name="T13" fmla="*/ 499 h 500"/>
              <a:gd name="T14" fmla="*/ 659 w 704"/>
              <a:gd name="T15" fmla="*/ 499 h 500"/>
              <a:gd name="T16" fmla="*/ 689 w 704"/>
              <a:gd name="T17" fmla="*/ 486 h 500"/>
              <a:gd name="T18" fmla="*/ 689 w 704"/>
              <a:gd name="T19" fmla="*/ 486 h 500"/>
              <a:gd name="T20" fmla="*/ 690 w 704"/>
              <a:gd name="T21" fmla="*/ 485 h 500"/>
              <a:gd name="T22" fmla="*/ 703 w 704"/>
              <a:gd name="T23" fmla="*/ 455 h 500"/>
              <a:gd name="T24" fmla="*/ 703 w 704"/>
              <a:gd name="T25" fmla="*/ 44 h 500"/>
              <a:gd name="T26" fmla="*/ 659 w 704"/>
              <a:gd name="T27" fmla="*/ 0 h 500"/>
              <a:gd name="T28" fmla="*/ 44 w 704"/>
              <a:gd name="T29" fmla="*/ 0 h 500"/>
              <a:gd name="T30" fmla="*/ 0 w 704"/>
              <a:gd name="T31" fmla="*/ 44 h 500"/>
              <a:gd name="T32" fmla="*/ 40 w 704"/>
              <a:gd name="T33" fmla="*/ 30 h 500"/>
              <a:gd name="T34" fmla="*/ 40 w 704"/>
              <a:gd name="T35" fmla="*/ 30 h 500"/>
              <a:gd name="T36" fmla="*/ 258 w 704"/>
              <a:gd name="T37" fmla="*/ 219 h 500"/>
              <a:gd name="T38" fmla="*/ 29 w 704"/>
              <a:gd name="T39" fmla="*/ 449 h 500"/>
              <a:gd name="T40" fmla="*/ 29 w 704"/>
              <a:gd name="T41" fmla="*/ 44 h 500"/>
              <a:gd name="T42" fmla="*/ 40 w 704"/>
              <a:gd name="T43" fmla="*/ 30 h 500"/>
              <a:gd name="T44" fmla="*/ 421 w 704"/>
              <a:gd name="T45" fmla="*/ 238 h 500"/>
              <a:gd name="T46" fmla="*/ 421 w 704"/>
              <a:gd name="T47" fmla="*/ 238 h 500"/>
              <a:gd name="T48" fmla="*/ 652 w 704"/>
              <a:gd name="T49" fmla="*/ 470 h 500"/>
              <a:gd name="T50" fmla="*/ 49 w 704"/>
              <a:gd name="T51" fmla="*/ 470 h 500"/>
              <a:gd name="T52" fmla="*/ 281 w 704"/>
              <a:gd name="T53" fmla="*/ 238 h 500"/>
              <a:gd name="T54" fmla="*/ 322 w 704"/>
              <a:gd name="T55" fmla="*/ 273 h 500"/>
              <a:gd name="T56" fmla="*/ 351 w 704"/>
              <a:gd name="T57" fmla="*/ 284 h 500"/>
              <a:gd name="T58" fmla="*/ 380 w 704"/>
              <a:gd name="T59" fmla="*/ 273 h 500"/>
              <a:gd name="T60" fmla="*/ 421 w 704"/>
              <a:gd name="T61" fmla="*/ 238 h 500"/>
              <a:gd name="T62" fmla="*/ 672 w 704"/>
              <a:gd name="T63" fmla="*/ 449 h 500"/>
              <a:gd name="T64" fmla="*/ 672 w 704"/>
              <a:gd name="T65" fmla="*/ 449 h 500"/>
              <a:gd name="T66" fmla="*/ 443 w 704"/>
              <a:gd name="T67" fmla="*/ 219 h 500"/>
              <a:gd name="T68" fmla="*/ 663 w 704"/>
              <a:gd name="T69" fmla="*/ 30 h 500"/>
              <a:gd name="T70" fmla="*/ 672 w 704"/>
              <a:gd name="T71" fmla="*/ 44 h 500"/>
              <a:gd name="T72" fmla="*/ 672 w 704"/>
              <a:gd name="T73" fmla="*/ 449 h 500"/>
              <a:gd name="T74" fmla="*/ 361 w 704"/>
              <a:gd name="T75" fmla="*/ 251 h 500"/>
              <a:gd name="T76" fmla="*/ 361 w 704"/>
              <a:gd name="T77" fmla="*/ 251 h 500"/>
              <a:gd name="T78" fmla="*/ 351 w 704"/>
              <a:gd name="T79" fmla="*/ 256 h 500"/>
              <a:gd name="T80" fmla="*/ 342 w 704"/>
              <a:gd name="T81" fmla="*/ 251 h 500"/>
              <a:gd name="T82" fmla="*/ 83 w 704"/>
              <a:gd name="T83" fmla="*/ 30 h 500"/>
              <a:gd name="T84" fmla="*/ 619 w 704"/>
              <a:gd name="T85" fmla="*/ 30 h 500"/>
              <a:gd name="T86" fmla="*/ 361 w 704"/>
              <a:gd name="T87" fmla="*/ 25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0" y="44"/>
                </a:moveTo>
                <a:lnTo>
                  <a:pt x="0" y="44"/>
                </a:lnTo>
                <a:cubicBezTo>
                  <a:pt x="0" y="455"/>
                  <a:pt x="0" y="455"/>
                  <a:pt x="0" y="455"/>
                </a:cubicBezTo>
                <a:cubicBezTo>
                  <a:pt x="0" y="467"/>
                  <a:pt x="4" y="477"/>
                  <a:pt x="12" y="485"/>
                </a:cubicBezTo>
                <a:lnTo>
                  <a:pt x="12" y="486"/>
                </a:lnTo>
                <a:lnTo>
                  <a:pt x="13" y="486"/>
                </a:lnTo>
                <a:cubicBezTo>
                  <a:pt x="22" y="494"/>
                  <a:pt x="31" y="499"/>
                  <a:pt x="44" y="499"/>
                </a:cubicBezTo>
                <a:cubicBezTo>
                  <a:pt x="659" y="499"/>
                  <a:pt x="659" y="499"/>
                  <a:pt x="659" y="499"/>
                </a:cubicBezTo>
                <a:cubicBezTo>
                  <a:pt x="670" y="499"/>
                  <a:pt x="681" y="494"/>
                  <a:pt x="689" y="486"/>
                </a:cubicBezTo>
                <a:lnTo>
                  <a:pt x="689" y="486"/>
                </a:lnTo>
                <a:cubicBezTo>
                  <a:pt x="690" y="486"/>
                  <a:pt x="690" y="485"/>
                  <a:pt x="690" y="485"/>
                </a:cubicBezTo>
                <a:cubicBezTo>
                  <a:pt x="697" y="477"/>
                  <a:pt x="703" y="467"/>
                  <a:pt x="703" y="455"/>
                </a:cubicBezTo>
                <a:cubicBezTo>
                  <a:pt x="703" y="44"/>
                  <a:pt x="703" y="44"/>
                  <a:pt x="703" y="44"/>
                </a:cubicBezTo>
                <a:cubicBezTo>
                  <a:pt x="703" y="21"/>
                  <a:pt x="682" y="0"/>
                  <a:pt x="659" y="0"/>
                </a:cubicBezTo>
                <a:cubicBezTo>
                  <a:pt x="44" y="0"/>
                  <a:pt x="44" y="0"/>
                  <a:pt x="44" y="0"/>
                </a:cubicBezTo>
                <a:cubicBezTo>
                  <a:pt x="19" y="0"/>
                  <a:pt x="0" y="21"/>
                  <a:pt x="0" y="44"/>
                </a:cubicBezTo>
                <a:close/>
                <a:moveTo>
                  <a:pt x="40" y="30"/>
                </a:moveTo>
                <a:lnTo>
                  <a:pt x="40" y="30"/>
                </a:lnTo>
                <a:cubicBezTo>
                  <a:pt x="258" y="219"/>
                  <a:pt x="258" y="219"/>
                  <a:pt x="258" y="219"/>
                </a:cubicBezTo>
                <a:cubicBezTo>
                  <a:pt x="29" y="449"/>
                  <a:pt x="29" y="449"/>
                  <a:pt x="29" y="449"/>
                </a:cubicBezTo>
                <a:cubicBezTo>
                  <a:pt x="29" y="44"/>
                  <a:pt x="29" y="44"/>
                  <a:pt x="29" y="44"/>
                </a:cubicBezTo>
                <a:cubicBezTo>
                  <a:pt x="29" y="39"/>
                  <a:pt x="33" y="33"/>
                  <a:pt x="40" y="30"/>
                </a:cubicBezTo>
                <a:close/>
                <a:moveTo>
                  <a:pt x="421" y="238"/>
                </a:moveTo>
                <a:lnTo>
                  <a:pt x="421" y="238"/>
                </a:lnTo>
                <a:cubicBezTo>
                  <a:pt x="652" y="470"/>
                  <a:pt x="652" y="470"/>
                  <a:pt x="652" y="470"/>
                </a:cubicBezTo>
                <a:cubicBezTo>
                  <a:pt x="49" y="470"/>
                  <a:pt x="49" y="470"/>
                  <a:pt x="49" y="470"/>
                </a:cubicBezTo>
                <a:cubicBezTo>
                  <a:pt x="281" y="238"/>
                  <a:pt x="281" y="238"/>
                  <a:pt x="281" y="238"/>
                </a:cubicBezTo>
                <a:cubicBezTo>
                  <a:pt x="322" y="273"/>
                  <a:pt x="322" y="273"/>
                  <a:pt x="322" y="273"/>
                </a:cubicBezTo>
                <a:cubicBezTo>
                  <a:pt x="331" y="280"/>
                  <a:pt x="340" y="284"/>
                  <a:pt x="351" y="284"/>
                </a:cubicBezTo>
                <a:cubicBezTo>
                  <a:pt x="361" y="284"/>
                  <a:pt x="372" y="280"/>
                  <a:pt x="380" y="273"/>
                </a:cubicBezTo>
                <a:lnTo>
                  <a:pt x="421" y="238"/>
                </a:lnTo>
                <a:close/>
                <a:moveTo>
                  <a:pt x="672" y="449"/>
                </a:moveTo>
                <a:lnTo>
                  <a:pt x="672" y="449"/>
                </a:lnTo>
                <a:cubicBezTo>
                  <a:pt x="443" y="219"/>
                  <a:pt x="443" y="219"/>
                  <a:pt x="443" y="219"/>
                </a:cubicBezTo>
                <a:cubicBezTo>
                  <a:pt x="663" y="30"/>
                  <a:pt x="663" y="30"/>
                  <a:pt x="663" y="30"/>
                </a:cubicBezTo>
                <a:cubicBezTo>
                  <a:pt x="668" y="33"/>
                  <a:pt x="672" y="39"/>
                  <a:pt x="672" y="44"/>
                </a:cubicBezTo>
                <a:lnTo>
                  <a:pt x="672" y="449"/>
                </a:lnTo>
                <a:close/>
                <a:moveTo>
                  <a:pt x="361" y="251"/>
                </a:moveTo>
                <a:lnTo>
                  <a:pt x="361" y="251"/>
                </a:lnTo>
                <a:cubicBezTo>
                  <a:pt x="358" y="254"/>
                  <a:pt x="354" y="256"/>
                  <a:pt x="351" y="256"/>
                </a:cubicBezTo>
                <a:cubicBezTo>
                  <a:pt x="347" y="256"/>
                  <a:pt x="344" y="254"/>
                  <a:pt x="342" y="251"/>
                </a:cubicBezTo>
                <a:cubicBezTo>
                  <a:pt x="83" y="30"/>
                  <a:pt x="83" y="30"/>
                  <a:pt x="83" y="30"/>
                </a:cubicBezTo>
                <a:cubicBezTo>
                  <a:pt x="619" y="30"/>
                  <a:pt x="619" y="30"/>
                  <a:pt x="619" y="30"/>
                </a:cubicBezTo>
                <a:lnTo>
                  <a:pt x="361" y="251"/>
                </a:lnTo>
                <a:close/>
              </a:path>
            </a:pathLst>
          </a:custGeom>
          <a:solidFill>
            <a:schemeClr val="tx2"/>
          </a:solidFill>
          <a:ln>
            <a:noFill/>
          </a:ln>
          <a:effectLst/>
        </p:spPr>
        <p:txBody>
          <a:bodyPr wrap="none" anchor="ctr"/>
          <a:lstStyle/>
          <a:p>
            <a:endParaRPr lang="da-DK"/>
          </a:p>
        </p:txBody>
      </p:sp>
      <p:sp>
        <p:nvSpPr>
          <p:cNvPr id="494" name="Freeform 411">
            <a:extLst>
              <a:ext uri="{FF2B5EF4-FFF2-40B4-BE49-F238E27FC236}">
                <a16:creationId xmlns:a16="http://schemas.microsoft.com/office/drawing/2014/main" id="{61C53C00-2219-16AD-C0C5-4CB55A60451A}"/>
              </a:ext>
            </a:extLst>
          </p:cNvPr>
          <p:cNvSpPr>
            <a:spLocks noChangeArrowheads="1"/>
          </p:cNvSpPr>
          <p:nvPr/>
        </p:nvSpPr>
        <p:spPr bwMode="auto">
          <a:xfrm>
            <a:off x="5781799" y="887041"/>
            <a:ext cx="212725" cy="212725"/>
          </a:xfrm>
          <a:custGeom>
            <a:avLst/>
            <a:gdLst>
              <a:gd name="T0" fmla="*/ 7 w 590"/>
              <a:gd name="T1" fmla="*/ 5 h 590"/>
              <a:gd name="T2" fmla="*/ 7 w 590"/>
              <a:gd name="T3" fmla="*/ 5 h 590"/>
              <a:gd name="T4" fmla="*/ 7 w 590"/>
              <a:gd name="T5" fmla="*/ 26 h 590"/>
              <a:gd name="T6" fmla="*/ 275 w 590"/>
              <a:gd name="T7" fmla="*/ 293 h 590"/>
              <a:gd name="T8" fmla="*/ 7 w 590"/>
              <a:gd name="T9" fmla="*/ 562 h 590"/>
              <a:gd name="T10" fmla="*/ 7 w 590"/>
              <a:gd name="T11" fmla="*/ 583 h 590"/>
              <a:gd name="T12" fmla="*/ 28 w 590"/>
              <a:gd name="T13" fmla="*/ 583 h 590"/>
              <a:gd name="T14" fmla="*/ 295 w 590"/>
              <a:gd name="T15" fmla="*/ 315 h 590"/>
              <a:gd name="T16" fmla="*/ 563 w 590"/>
              <a:gd name="T17" fmla="*/ 583 h 590"/>
              <a:gd name="T18" fmla="*/ 584 w 590"/>
              <a:gd name="T19" fmla="*/ 583 h 590"/>
              <a:gd name="T20" fmla="*/ 584 w 590"/>
              <a:gd name="T21" fmla="*/ 562 h 590"/>
              <a:gd name="T22" fmla="*/ 316 w 590"/>
              <a:gd name="T23" fmla="*/ 293 h 590"/>
              <a:gd name="T24" fmla="*/ 584 w 590"/>
              <a:gd name="T25" fmla="*/ 26 h 590"/>
              <a:gd name="T26" fmla="*/ 584 w 590"/>
              <a:gd name="T27" fmla="*/ 5 h 590"/>
              <a:gd name="T28" fmla="*/ 563 w 590"/>
              <a:gd name="T29" fmla="*/ 5 h 590"/>
              <a:gd name="T30" fmla="*/ 295 w 590"/>
              <a:gd name="T31" fmla="*/ 273 h 590"/>
              <a:gd name="T32" fmla="*/ 28 w 590"/>
              <a:gd name="T33" fmla="*/ 5 h 590"/>
              <a:gd name="T34" fmla="*/ 7 w 590"/>
              <a:gd name="T35" fmla="*/ 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0" h="590">
                <a:moveTo>
                  <a:pt x="7" y="5"/>
                </a:moveTo>
                <a:lnTo>
                  <a:pt x="7" y="5"/>
                </a:lnTo>
                <a:cubicBezTo>
                  <a:pt x="0" y="11"/>
                  <a:pt x="0" y="20"/>
                  <a:pt x="7" y="26"/>
                </a:cubicBezTo>
                <a:cubicBezTo>
                  <a:pt x="275" y="293"/>
                  <a:pt x="275" y="293"/>
                  <a:pt x="275" y="293"/>
                </a:cubicBezTo>
                <a:cubicBezTo>
                  <a:pt x="7" y="562"/>
                  <a:pt x="7" y="562"/>
                  <a:pt x="7" y="562"/>
                </a:cubicBezTo>
                <a:cubicBezTo>
                  <a:pt x="0" y="568"/>
                  <a:pt x="0" y="576"/>
                  <a:pt x="7" y="583"/>
                </a:cubicBezTo>
                <a:cubicBezTo>
                  <a:pt x="13" y="589"/>
                  <a:pt x="21" y="589"/>
                  <a:pt x="28" y="583"/>
                </a:cubicBezTo>
                <a:cubicBezTo>
                  <a:pt x="295" y="315"/>
                  <a:pt x="295" y="315"/>
                  <a:pt x="295" y="315"/>
                </a:cubicBezTo>
                <a:cubicBezTo>
                  <a:pt x="563" y="583"/>
                  <a:pt x="563" y="583"/>
                  <a:pt x="563" y="583"/>
                </a:cubicBezTo>
                <a:cubicBezTo>
                  <a:pt x="569" y="589"/>
                  <a:pt x="578" y="589"/>
                  <a:pt x="584" y="583"/>
                </a:cubicBezTo>
                <a:cubicBezTo>
                  <a:pt x="589" y="576"/>
                  <a:pt x="589" y="568"/>
                  <a:pt x="584" y="562"/>
                </a:cubicBezTo>
                <a:cubicBezTo>
                  <a:pt x="316" y="293"/>
                  <a:pt x="316" y="293"/>
                  <a:pt x="316" y="293"/>
                </a:cubicBezTo>
                <a:cubicBezTo>
                  <a:pt x="584" y="26"/>
                  <a:pt x="584" y="26"/>
                  <a:pt x="584" y="26"/>
                </a:cubicBezTo>
                <a:cubicBezTo>
                  <a:pt x="589" y="20"/>
                  <a:pt x="589" y="11"/>
                  <a:pt x="584" y="5"/>
                </a:cubicBezTo>
                <a:cubicBezTo>
                  <a:pt x="578" y="0"/>
                  <a:pt x="569" y="0"/>
                  <a:pt x="563" y="5"/>
                </a:cubicBezTo>
                <a:cubicBezTo>
                  <a:pt x="295" y="273"/>
                  <a:pt x="295" y="273"/>
                  <a:pt x="295" y="273"/>
                </a:cubicBezTo>
                <a:cubicBezTo>
                  <a:pt x="28" y="5"/>
                  <a:pt x="28" y="5"/>
                  <a:pt x="28" y="5"/>
                </a:cubicBezTo>
                <a:cubicBezTo>
                  <a:pt x="21" y="0"/>
                  <a:pt x="13" y="0"/>
                  <a:pt x="7" y="5"/>
                </a:cubicBezTo>
              </a:path>
            </a:pathLst>
          </a:custGeom>
          <a:solidFill>
            <a:schemeClr val="tx2"/>
          </a:solidFill>
          <a:ln>
            <a:noFill/>
          </a:ln>
          <a:effectLst/>
        </p:spPr>
        <p:txBody>
          <a:bodyPr wrap="none" anchor="ctr"/>
          <a:lstStyle/>
          <a:p>
            <a:endParaRPr lang="da-DK"/>
          </a:p>
        </p:txBody>
      </p:sp>
      <p:grpSp>
        <p:nvGrpSpPr>
          <p:cNvPr id="495" name="Group 498">
            <a:extLst>
              <a:ext uri="{FF2B5EF4-FFF2-40B4-BE49-F238E27FC236}">
                <a16:creationId xmlns:a16="http://schemas.microsoft.com/office/drawing/2014/main" id="{548A4A67-D071-8D95-4551-DAB81AFD84B1}"/>
              </a:ext>
            </a:extLst>
          </p:cNvPr>
          <p:cNvGrpSpPr/>
          <p:nvPr/>
        </p:nvGrpSpPr>
        <p:grpSpPr>
          <a:xfrm>
            <a:off x="1182811" y="4679578"/>
            <a:ext cx="254000" cy="222250"/>
            <a:chOff x="41275" y="5024438"/>
            <a:chExt cx="254000" cy="222250"/>
          </a:xfrm>
          <a:solidFill>
            <a:schemeClr val="tx2"/>
          </a:solidFill>
        </p:grpSpPr>
        <p:sp>
          <p:nvSpPr>
            <p:cNvPr id="496" name="Freeform 412">
              <a:extLst>
                <a:ext uri="{FF2B5EF4-FFF2-40B4-BE49-F238E27FC236}">
                  <a16:creationId xmlns:a16="http://schemas.microsoft.com/office/drawing/2014/main" id="{4CAB6364-140E-5B92-EB23-0A89A5FE3C42}"/>
                </a:ext>
              </a:extLst>
            </p:cNvPr>
            <p:cNvSpPr>
              <a:spLocks noChangeArrowheads="1"/>
            </p:cNvSpPr>
            <p:nvPr/>
          </p:nvSpPr>
          <p:spPr bwMode="auto">
            <a:xfrm>
              <a:off x="41275" y="5024438"/>
              <a:ext cx="200025" cy="201612"/>
            </a:xfrm>
            <a:custGeom>
              <a:avLst/>
              <a:gdLst>
                <a:gd name="T0" fmla="*/ 44 w 557"/>
                <a:gd name="T1" fmla="*/ 409 h 558"/>
                <a:gd name="T2" fmla="*/ 44 w 557"/>
                <a:gd name="T3" fmla="*/ 409 h 558"/>
                <a:gd name="T4" fmla="*/ 117 w 557"/>
                <a:gd name="T5" fmla="*/ 409 h 558"/>
                <a:gd name="T6" fmla="*/ 117 w 557"/>
                <a:gd name="T7" fmla="*/ 541 h 558"/>
                <a:gd name="T8" fmla="*/ 125 w 557"/>
                <a:gd name="T9" fmla="*/ 554 h 558"/>
                <a:gd name="T10" fmla="*/ 140 w 557"/>
                <a:gd name="T11" fmla="*/ 553 h 558"/>
                <a:gd name="T12" fmla="*/ 342 w 557"/>
                <a:gd name="T13" fmla="*/ 409 h 558"/>
                <a:gd name="T14" fmla="*/ 512 w 557"/>
                <a:gd name="T15" fmla="*/ 409 h 558"/>
                <a:gd name="T16" fmla="*/ 556 w 557"/>
                <a:gd name="T17" fmla="*/ 365 h 558"/>
                <a:gd name="T18" fmla="*/ 556 w 557"/>
                <a:gd name="T19" fmla="*/ 44 h 558"/>
                <a:gd name="T20" fmla="*/ 512 w 557"/>
                <a:gd name="T21" fmla="*/ 0 h 558"/>
                <a:gd name="T22" fmla="*/ 44 w 557"/>
                <a:gd name="T23" fmla="*/ 0 h 558"/>
                <a:gd name="T24" fmla="*/ 0 w 557"/>
                <a:gd name="T25" fmla="*/ 44 h 558"/>
                <a:gd name="T26" fmla="*/ 0 w 557"/>
                <a:gd name="T27" fmla="*/ 365 h 558"/>
                <a:gd name="T28" fmla="*/ 44 w 557"/>
                <a:gd name="T29" fmla="*/ 409 h 558"/>
                <a:gd name="T30" fmla="*/ 29 w 557"/>
                <a:gd name="T31" fmla="*/ 44 h 558"/>
                <a:gd name="T32" fmla="*/ 29 w 557"/>
                <a:gd name="T33" fmla="*/ 44 h 558"/>
                <a:gd name="T34" fmla="*/ 44 w 557"/>
                <a:gd name="T35" fmla="*/ 29 h 558"/>
                <a:gd name="T36" fmla="*/ 512 w 557"/>
                <a:gd name="T37" fmla="*/ 29 h 558"/>
                <a:gd name="T38" fmla="*/ 527 w 557"/>
                <a:gd name="T39" fmla="*/ 44 h 558"/>
                <a:gd name="T40" fmla="*/ 527 w 557"/>
                <a:gd name="T41" fmla="*/ 365 h 558"/>
                <a:gd name="T42" fmla="*/ 512 w 557"/>
                <a:gd name="T43" fmla="*/ 380 h 558"/>
                <a:gd name="T44" fmla="*/ 336 w 557"/>
                <a:gd name="T45" fmla="*/ 380 h 558"/>
                <a:gd name="T46" fmla="*/ 328 w 557"/>
                <a:gd name="T47" fmla="*/ 383 h 558"/>
                <a:gd name="T48" fmla="*/ 147 w 557"/>
                <a:gd name="T49" fmla="*/ 513 h 558"/>
                <a:gd name="T50" fmla="*/ 147 w 557"/>
                <a:gd name="T51" fmla="*/ 395 h 558"/>
                <a:gd name="T52" fmla="*/ 143 w 557"/>
                <a:gd name="T53" fmla="*/ 384 h 558"/>
                <a:gd name="T54" fmla="*/ 132 w 557"/>
                <a:gd name="T55" fmla="*/ 380 h 558"/>
                <a:gd name="T56" fmla="*/ 44 w 557"/>
                <a:gd name="T57" fmla="*/ 380 h 558"/>
                <a:gd name="T58" fmla="*/ 29 w 557"/>
                <a:gd name="T59" fmla="*/ 365 h 558"/>
                <a:gd name="T60" fmla="*/ 29 w 557"/>
                <a:gd name="T61" fmla="*/ 44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57" h="558">
                  <a:moveTo>
                    <a:pt x="44" y="409"/>
                  </a:moveTo>
                  <a:lnTo>
                    <a:pt x="44" y="409"/>
                  </a:lnTo>
                  <a:cubicBezTo>
                    <a:pt x="117" y="409"/>
                    <a:pt x="117" y="409"/>
                    <a:pt x="117" y="409"/>
                  </a:cubicBezTo>
                  <a:cubicBezTo>
                    <a:pt x="117" y="541"/>
                    <a:pt x="117" y="541"/>
                    <a:pt x="117" y="541"/>
                  </a:cubicBezTo>
                  <a:cubicBezTo>
                    <a:pt x="117" y="546"/>
                    <a:pt x="121" y="552"/>
                    <a:pt x="125" y="554"/>
                  </a:cubicBezTo>
                  <a:cubicBezTo>
                    <a:pt x="130" y="557"/>
                    <a:pt x="136" y="556"/>
                    <a:pt x="140" y="553"/>
                  </a:cubicBezTo>
                  <a:cubicBezTo>
                    <a:pt x="342" y="409"/>
                    <a:pt x="342" y="409"/>
                    <a:pt x="342" y="409"/>
                  </a:cubicBezTo>
                  <a:cubicBezTo>
                    <a:pt x="512" y="409"/>
                    <a:pt x="512" y="409"/>
                    <a:pt x="512" y="409"/>
                  </a:cubicBezTo>
                  <a:cubicBezTo>
                    <a:pt x="537" y="409"/>
                    <a:pt x="556" y="390"/>
                    <a:pt x="556" y="365"/>
                  </a:cubicBezTo>
                  <a:cubicBezTo>
                    <a:pt x="556" y="44"/>
                    <a:pt x="556" y="44"/>
                    <a:pt x="556" y="44"/>
                  </a:cubicBezTo>
                  <a:cubicBezTo>
                    <a:pt x="556" y="19"/>
                    <a:pt x="537" y="0"/>
                    <a:pt x="512" y="0"/>
                  </a:cubicBezTo>
                  <a:cubicBezTo>
                    <a:pt x="44" y="0"/>
                    <a:pt x="44" y="0"/>
                    <a:pt x="44" y="0"/>
                  </a:cubicBezTo>
                  <a:cubicBezTo>
                    <a:pt x="19" y="0"/>
                    <a:pt x="0" y="19"/>
                    <a:pt x="0" y="44"/>
                  </a:cubicBezTo>
                  <a:cubicBezTo>
                    <a:pt x="0" y="365"/>
                    <a:pt x="0" y="365"/>
                    <a:pt x="0" y="365"/>
                  </a:cubicBezTo>
                  <a:cubicBezTo>
                    <a:pt x="0" y="390"/>
                    <a:pt x="19" y="409"/>
                    <a:pt x="44" y="409"/>
                  </a:cubicBezTo>
                  <a:close/>
                  <a:moveTo>
                    <a:pt x="29" y="44"/>
                  </a:moveTo>
                  <a:lnTo>
                    <a:pt x="29" y="44"/>
                  </a:lnTo>
                  <a:cubicBezTo>
                    <a:pt x="29" y="35"/>
                    <a:pt x="36" y="29"/>
                    <a:pt x="44" y="29"/>
                  </a:cubicBezTo>
                  <a:cubicBezTo>
                    <a:pt x="512" y="29"/>
                    <a:pt x="512" y="29"/>
                    <a:pt x="512" y="29"/>
                  </a:cubicBezTo>
                  <a:cubicBezTo>
                    <a:pt x="520" y="29"/>
                    <a:pt x="527" y="35"/>
                    <a:pt x="527" y="44"/>
                  </a:cubicBezTo>
                  <a:cubicBezTo>
                    <a:pt x="527" y="365"/>
                    <a:pt x="527" y="365"/>
                    <a:pt x="527" y="365"/>
                  </a:cubicBezTo>
                  <a:cubicBezTo>
                    <a:pt x="527" y="373"/>
                    <a:pt x="520" y="380"/>
                    <a:pt x="512" y="380"/>
                  </a:cubicBezTo>
                  <a:cubicBezTo>
                    <a:pt x="336" y="380"/>
                    <a:pt x="336" y="380"/>
                    <a:pt x="336" y="380"/>
                  </a:cubicBezTo>
                  <a:cubicBezTo>
                    <a:pt x="334" y="380"/>
                    <a:pt x="331" y="381"/>
                    <a:pt x="328" y="383"/>
                  </a:cubicBezTo>
                  <a:cubicBezTo>
                    <a:pt x="147" y="513"/>
                    <a:pt x="147" y="513"/>
                    <a:pt x="147" y="513"/>
                  </a:cubicBezTo>
                  <a:cubicBezTo>
                    <a:pt x="147" y="395"/>
                    <a:pt x="147" y="395"/>
                    <a:pt x="147" y="395"/>
                  </a:cubicBezTo>
                  <a:cubicBezTo>
                    <a:pt x="147" y="391"/>
                    <a:pt x="146" y="387"/>
                    <a:pt x="143" y="384"/>
                  </a:cubicBezTo>
                  <a:cubicBezTo>
                    <a:pt x="140" y="381"/>
                    <a:pt x="136" y="380"/>
                    <a:pt x="132" y="380"/>
                  </a:cubicBezTo>
                  <a:cubicBezTo>
                    <a:pt x="44" y="380"/>
                    <a:pt x="44" y="380"/>
                    <a:pt x="44" y="380"/>
                  </a:cubicBezTo>
                  <a:cubicBezTo>
                    <a:pt x="36" y="380"/>
                    <a:pt x="29" y="373"/>
                    <a:pt x="29" y="365"/>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13">
              <a:extLst>
                <a:ext uri="{FF2B5EF4-FFF2-40B4-BE49-F238E27FC236}">
                  <a16:creationId xmlns:a16="http://schemas.microsoft.com/office/drawing/2014/main" id="{6ABCE04A-F943-3943-D6C3-B0D0FA22C04C}"/>
                </a:ext>
              </a:extLst>
            </p:cNvPr>
            <p:cNvSpPr>
              <a:spLocks noChangeArrowheads="1"/>
            </p:cNvSpPr>
            <p:nvPr/>
          </p:nvSpPr>
          <p:spPr bwMode="auto">
            <a:xfrm>
              <a:off x="168275" y="5056188"/>
              <a:ext cx="127000" cy="190500"/>
            </a:xfrm>
            <a:custGeom>
              <a:avLst/>
              <a:gdLst>
                <a:gd name="T0" fmla="*/ 308 w 353"/>
                <a:gd name="T1" fmla="*/ 380 h 528"/>
                <a:gd name="T2" fmla="*/ 308 w 353"/>
                <a:gd name="T3" fmla="*/ 380 h 528"/>
                <a:gd name="T4" fmla="*/ 220 w 353"/>
                <a:gd name="T5" fmla="*/ 380 h 528"/>
                <a:gd name="T6" fmla="*/ 211 w 353"/>
                <a:gd name="T7" fmla="*/ 384 h 528"/>
                <a:gd name="T8" fmla="*/ 205 w 353"/>
                <a:gd name="T9" fmla="*/ 395 h 528"/>
                <a:gd name="T10" fmla="*/ 205 w 353"/>
                <a:gd name="T11" fmla="*/ 481 h 528"/>
                <a:gd name="T12" fmla="*/ 83 w 353"/>
                <a:gd name="T13" fmla="*/ 383 h 528"/>
                <a:gd name="T14" fmla="*/ 73 w 353"/>
                <a:gd name="T15" fmla="*/ 380 h 528"/>
                <a:gd name="T16" fmla="*/ 16 w 353"/>
                <a:gd name="T17" fmla="*/ 380 h 528"/>
                <a:gd name="T18" fmla="*/ 0 w 353"/>
                <a:gd name="T19" fmla="*/ 395 h 528"/>
                <a:gd name="T20" fmla="*/ 16 w 353"/>
                <a:gd name="T21" fmla="*/ 409 h 528"/>
                <a:gd name="T22" fmla="*/ 69 w 353"/>
                <a:gd name="T23" fmla="*/ 409 h 528"/>
                <a:gd name="T24" fmla="*/ 211 w 353"/>
                <a:gd name="T25" fmla="*/ 523 h 528"/>
                <a:gd name="T26" fmla="*/ 227 w 353"/>
                <a:gd name="T27" fmla="*/ 525 h 528"/>
                <a:gd name="T28" fmla="*/ 235 w 353"/>
                <a:gd name="T29" fmla="*/ 512 h 528"/>
                <a:gd name="T30" fmla="*/ 235 w 353"/>
                <a:gd name="T31" fmla="*/ 409 h 528"/>
                <a:gd name="T32" fmla="*/ 308 w 353"/>
                <a:gd name="T33" fmla="*/ 409 h 528"/>
                <a:gd name="T34" fmla="*/ 352 w 353"/>
                <a:gd name="T35" fmla="*/ 365 h 528"/>
                <a:gd name="T36" fmla="*/ 352 w 353"/>
                <a:gd name="T37" fmla="*/ 44 h 528"/>
                <a:gd name="T38" fmla="*/ 308 w 353"/>
                <a:gd name="T39" fmla="*/ 0 h 528"/>
                <a:gd name="T40" fmla="*/ 279 w 353"/>
                <a:gd name="T41" fmla="*/ 0 h 528"/>
                <a:gd name="T42" fmla="*/ 264 w 353"/>
                <a:gd name="T43" fmla="*/ 13 h 528"/>
                <a:gd name="T44" fmla="*/ 279 w 353"/>
                <a:gd name="T45" fmla="*/ 28 h 528"/>
                <a:gd name="T46" fmla="*/ 308 w 353"/>
                <a:gd name="T47" fmla="*/ 28 h 528"/>
                <a:gd name="T48" fmla="*/ 323 w 353"/>
                <a:gd name="T49" fmla="*/ 44 h 528"/>
                <a:gd name="T50" fmla="*/ 323 w 353"/>
                <a:gd name="T51" fmla="*/ 365 h 528"/>
                <a:gd name="T52" fmla="*/ 308 w 353"/>
                <a:gd name="T53" fmla="*/ 380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3" h="528">
                  <a:moveTo>
                    <a:pt x="308" y="380"/>
                  </a:moveTo>
                  <a:lnTo>
                    <a:pt x="308" y="380"/>
                  </a:lnTo>
                  <a:cubicBezTo>
                    <a:pt x="220" y="380"/>
                    <a:pt x="220" y="380"/>
                    <a:pt x="220" y="380"/>
                  </a:cubicBezTo>
                  <a:cubicBezTo>
                    <a:pt x="216" y="380"/>
                    <a:pt x="212" y="381"/>
                    <a:pt x="211" y="384"/>
                  </a:cubicBezTo>
                  <a:cubicBezTo>
                    <a:pt x="208" y="387"/>
                    <a:pt x="205" y="391"/>
                    <a:pt x="205" y="395"/>
                  </a:cubicBezTo>
                  <a:cubicBezTo>
                    <a:pt x="205" y="481"/>
                    <a:pt x="205" y="481"/>
                    <a:pt x="205" y="481"/>
                  </a:cubicBezTo>
                  <a:cubicBezTo>
                    <a:pt x="83" y="383"/>
                    <a:pt x="83" y="383"/>
                    <a:pt x="83" y="383"/>
                  </a:cubicBezTo>
                  <a:cubicBezTo>
                    <a:pt x="80" y="381"/>
                    <a:pt x="77" y="380"/>
                    <a:pt x="73" y="380"/>
                  </a:cubicBezTo>
                  <a:cubicBezTo>
                    <a:pt x="16" y="380"/>
                    <a:pt x="16" y="380"/>
                    <a:pt x="16" y="380"/>
                  </a:cubicBezTo>
                  <a:cubicBezTo>
                    <a:pt x="7" y="380"/>
                    <a:pt x="0" y="387"/>
                    <a:pt x="0" y="395"/>
                  </a:cubicBezTo>
                  <a:cubicBezTo>
                    <a:pt x="0" y="403"/>
                    <a:pt x="7" y="409"/>
                    <a:pt x="16" y="409"/>
                  </a:cubicBezTo>
                  <a:cubicBezTo>
                    <a:pt x="69" y="409"/>
                    <a:pt x="69" y="409"/>
                    <a:pt x="69" y="409"/>
                  </a:cubicBezTo>
                  <a:cubicBezTo>
                    <a:pt x="211" y="523"/>
                    <a:pt x="211" y="523"/>
                    <a:pt x="211" y="523"/>
                  </a:cubicBezTo>
                  <a:cubicBezTo>
                    <a:pt x="216" y="527"/>
                    <a:pt x="222" y="527"/>
                    <a:pt x="227" y="525"/>
                  </a:cubicBezTo>
                  <a:cubicBezTo>
                    <a:pt x="231" y="523"/>
                    <a:pt x="235" y="517"/>
                    <a:pt x="235" y="512"/>
                  </a:cubicBezTo>
                  <a:cubicBezTo>
                    <a:pt x="235" y="409"/>
                    <a:pt x="235" y="409"/>
                    <a:pt x="235" y="409"/>
                  </a:cubicBezTo>
                  <a:cubicBezTo>
                    <a:pt x="308" y="409"/>
                    <a:pt x="308" y="409"/>
                    <a:pt x="308" y="409"/>
                  </a:cubicBezTo>
                  <a:cubicBezTo>
                    <a:pt x="333" y="409"/>
                    <a:pt x="352" y="389"/>
                    <a:pt x="352" y="365"/>
                  </a:cubicBezTo>
                  <a:cubicBezTo>
                    <a:pt x="352" y="44"/>
                    <a:pt x="352" y="44"/>
                    <a:pt x="352" y="44"/>
                  </a:cubicBezTo>
                  <a:cubicBezTo>
                    <a:pt x="352" y="19"/>
                    <a:pt x="333" y="0"/>
                    <a:pt x="308" y="0"/>
                  </a:cubicBezTo>
                  <a:cubicBezTo>
                    <a:pt x="279" y="0"/>
                    <a:pt x="279" y="0"/>
                    <a:pt x="279" y="0"/>
                  </a:cubicBezTo>
                  <a:cubicBezTo>
                    <a:pt x="271" y="0"/>
                    <a:pt x="264" y="6"/>
                    <a:pt x="264" y="13"/>
                  </a:cubicBezTo>
                  <a:cubicBezTo>
                    <a:pt x="264" y="22"/>
                    <a:pt x="271" y="28"/>
                    <a:pt x="279" y="28"/>
                  </a:cubicBezTo>
                  <a:cubicBezTo>
                    <a:pt x="308" y="28"/>
                    <a:pt x="308" y="28"/>
                    <a:pt x="308" y="28"/>
                  </a:cubicBezTo>
                  <a:cubicBezTo>
                    <a:pt x="316" y="28"/>
                    <a:pt x="323" y="35"/>
                    <a:pt x="323" y="44"/>
                  </a:cubicBezTo>
                  <a:cubicBezTo>
                    <a:pt x="323" y="365"/>
                    <a:pt x="323" y="365"/>
                    <a:pt x="323" y="365"/>
                  </a:cubicBezTo>
                  <a:cubicBezTo>
                    <a:pt x="323" y="373"/>
                    <a:pt x="316" y="380"/>
                    <a:pt x="308"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98" name="Group 501">
            <a:extLst>
              <a:ext uri="{FF2B5EF4-FFF2-40B4-BE49-F238E27FC236}">
                <a16:creationId xmlns:a16="http://schemas.microsoft.com/office/drawing/2014/main" id="{29262A56-0430-3FE3-07A2-AF3DDB146B9F}"/>
              </a:ext>
            </a:extLst>
          </p:cNvPr>
          <p:cNvGrpSpPr/>
          <p:nvPr/>
        </p:nvGrpSpPr>
        <p:grpSpPr>
          <a:xfrm>
            <a:off x="5770686" y="1883991"/>
            <a:ext cx="242888" cy="242887"/>
            <a:chOff x="4629150" y="2239963"/>
            <a:chExt cx="242888" cy="242887"/>
          </a:xfrm>
          <a:solidFill>
            <a:schemeClr val="tx2"/>
          </a:solidFill>
        </p:grpSpPr>
        <p:sp>
          <p:nvSpPr>
            <p:cNvPr id="499" name="Freeform 414">
              <a:extLst>
                <a:ext uri="{FF2B5EF4-FFF2-40B4-BE49-F238E27FC236}">
                  <a16:creationId xmlns:a16="http://schemas.microsoft.com/office/drawing/2014/main" id="{525C9C9A-69E4-8BED-5A8B-EF4AC45E1D71}"/>
                </a:ext>
              </a:extLst>
            </p:cNvPr>
            <p:cNvSpPr>
              <a:spLocks noChangeArrowheads="1"/>
            </p:cNvSpPr>
            <p:nvPr/>
          </p:nvSpPr>
          <p:spPr bwMode="auto">
            <a:xfrm>
              <a:off x="4629150" y="2239963"/>
              <a:ext cx="242888" cy="242887"/>
            </a:xfrm>
            <a:custGeom>
              <a:avLst/>
              <a:gdLst>
                <a:gd name="T0" fmla="*/ 337 w 675"/>
                <a:gd name="T1" fmla="*/ 673 h 674"/>
                <a:gd name="T2" fmla="*/ 337 w 675"/>
                <a:gd name="T3" fmla="*/ 673 h 674"/>
                <a:gd name="T4" fmla="*/ 674 w 675"/>
                <a:gd name="T5" fmla="*/ 336 h 674"/>
                <a:gd name="T6" fmla="*/ 337 w 675"/>
                <a:gd name="T7" fmla="*/ 0 h 674"/>
                <a:gd name="T8" fmla="*/ 0 w 675"/>
                <a:gd name="T9" fmla="*/ 336 h 674"/>
                <a:gd name="T10" fmla="*/ 337 w 675"/>
                <a:gd name="T11" fmla="*/ 673 h 674"/>
                <a:gd name="T12" fmla="*/ 141 w 675"/>
                <a:gd name="T13" fmla="*/ 574 h 674"/>
                <a:gd name="T14" fmla="*/ 141 w 675"/>
                <a:gd name="T15" fmla="*/ 574 h 674"/>
                <a:gd name="T16" fmla="*/ 337 w 675"/>
                <a:gd name="T17" fmla="*/ 468 h 674"/>
                <a:gd name="T18" fmla="*/ 534 w 675"/>
                <a:gd name="T19" fmla="*/ 574 h 674"/>
                <a:gd name="T20" fmla="*/ 337 w 675"/>
                <a:gd name="T21" fmla="*/ 644 h 674"/>
                <a:gd name="T22" fmla="*/ 141 w 675"/>
                <a:gd name="T23" fmla="*/ 574 h 674"/>
                <a:gd name="T24" fmla="*/ 119 w 675"/>
                <a:gd name="T25" fmla="*/ 119 h 674"/>
                <a:gd name="T26" fmla="*/ 119 w 675"/>
                <a:gd name="T27" fmla="*/ 119 h 674"/>
                <a:gd name="T28" fmla="*/ 337 w 675"/>
                <a:gd name="T29" fmla="*/ 29 h 674"/>
                <a:gd name="T30" fmla="*/ 554 w 675"/>
                <a:gd name="T31" fmla="*/ 119 h 674"/>
                <a:gd name="T32" fmla="*/ 645 w 675"/>
                <a:gd name="T33" fmla="*/ 336 h 674"/>
                <a:gd name="T34" fmla="*/ 556 w 675"/>
                <a:gd name="T35" fmla="*/ 553 h 674"/>
                <a:gd name="T36" fmla="*/ 337 w 675"/>
                <a:gd name="T37" fmla="*/ 439 h 674"/>
                <a:gd name="T38" fmla="*/ 119 w 675"/>
                <a:gd name="T39" fmla="*/ 553 h 674"/>
                <a:gd name="T40" fmla="*/ 30 w 675"/>
                <a:gd name="T41" fmla="*/ 336 h 674"/>
                <a:gd name="T42" fmla="*/ 119 w 675"/>
                <a:gd name="T43" fmla="*/ 119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674">
                  <a:moveTo>
                    <a:pt x="337" y="673"/>
                  </a:moveTo>
                  <a:lnTo>
                    <a:pt x="337" y="673"/>
                  </a:lnTo>
                  <a:cubicBezTo>
                    <a:pt x="523" y="673"/>
                    <a:pt x="674" y="523"/>
                    <a:pt x="674" y="336"/>
                  </a:cubicBezTo>
                  <a:cubicBezTo>
                    <a:pt x="674" y="151"/>
                    <a:pt x="523" y="0"/>
                    <a:pt x="337" y="0"/>
                  </a:cubicBezTo>
                  <a:cubicBezTo>
                    <a:pt x="151" y="0"/>
                    <a:pt x="0" y="151"/>
                    <a:pt x="0" y="336"/>
                  </a:cubicBezTo>
                  <a:cubicBezTo>
                    <a:pt x="0" y="523"/>
                    <a:pt x="151" y="673"/>
                    <a:pt x="337" y="673"/>
                  </a:cubicBezTo>
                  <a:close/>
                  <a:moveTo>
                    <a:pt x="141" y="574"/>
                  </a:moveTo>
                  <a:lnTo>
                    <a:pt x="141" y="574"/>
                  </a:lnTo>
                  <a:cubicBezTo>
                    <a:pt x="177" y="512"/>
                    <a:pt x="251" y="468"/>
                    <a:pt x="337" y="468"/>
                  </a:cubicBezTo>
                  <a:cubicBezTo>
                    <a:pt x="424" y="468"/>
                    <a:pt x="498" y="512"/>
                    <a:pt x="534" y="574"/>
                  </a:cubicBezTo>
                  <a:cubicBezTo>
                    <a:pt x="480" y="618"/>
                    <a:pt x="411" y="644"/>
                    <a:pt x="337" y="644"/>
                  </a:cubicBezTo>
                  <a:cubicBezTo>
                    <a:pt x="262" y="644"/>
                    <a:pt x="195" y="618"/>
                    <a:pt x="141" y="574"/>
                  </a:cubicBezTo>
                  <a:close/>
                  <a:moveTo>
                    <a:pt x="119" y="119"/>
                  </a:moveTo>
                  <a:lnTo>
                    <a:pt x="119" y="119"/>
                  </a:lnTo>
                  <a:cubicBezTo>
                    <a:pt x="175" y="63"/>
                    <a:pt x="252" y="29"/>
                    <a:pt x="337" y="29"/>
                  </a:cubicBezTo>
                  <a:cubicBezTo>
                    <a:pt x="422" y="29"/>
                    <a:pt x="499" y="63"/>
                    <a:pt x="554" y="119"/>
                  </a:cubicBezTo>
                  <a:cubicBezTo>
                    <a:pt x="611" y="174"/>
                    <a:pt x="645" y="251"/>
                    <a:pt x="645" y="336"/>
                  </a:cubicBezTo>
                  <a:cubicBezTo>
                    <a:pt x="645" y="421"/>
                    <a:pt x="611" y="497"/>
                    <a:pt x="556" y="553"/>
                  </a:cubicBezTo>
                  <a:cubicBezTo>
                    <a:pt x="513" y="485"/>
                    <a:pt x="431" y="439"/>
                    <a:pt x="337" y="439"/>
                  </a:cubicBezTo>
                  <a:cubicBezTo>
                    <a:pt x="244" y="439"/>
                    <a:pt x="162" y="485"/>
                    <a:pt x="119" y="553"/>
                  </a:cubicBezTo>
                  <a:cubicBezTo>
                    <a:pt x="64" y="497"/>
                    <a:pt x="30" y="421"/>
                    <a:pt x="30" y="336"/>
                  </a:cubicBezTo>
                  <a:cubicBezTo>
                    <a:pt x="30" y="251"/>
                    <a:pt x="64" y="174"/>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0" name="Freeform 415">
              <a:extLst>
                <a:ext uri="{FF2B5EF4-FFF2-40B4-BE49-F238E27FC236}">
                  <a16:creationId xmlns:a16="http://schemas.microsoft.com/office/drawing/2014/main" id="{150692D7-A53F-8F44-B9E3-D51937775844}"/>
                </a:ext>
              </a:extLst>
            </p:cNvPr>
            <p:cNvSpPr>
              <a:spLocks noChangeArrowheads="1"/>
            </p:cNvSpPr>
            <p:nvPr/>
          </p:nvSpPr>
          <p:spPr bwMode="auto">
            <a:xfrm>
              <a:off x="4713288" y="2281238"/>
              <a:ext cx="74612" cy="95250"/>
            </a:xfrm>
            <a:custGeom>
              <a:avLst/>
              <a:gdLst>
                <a:gd name="T0" fmla="*/ 103 w 207"/>
                <a:gd name="T1" fmla="*/ 265 h 266"/>
                <a:gd name="T2" fmla="*/ 103 w 207"/>
                <a:gd name="T3" fmla="*/ 265 h 266"/>
                <a:gd name="T4" fmla="*/ 176 w 207"/>
                <a:gd name="T5" fmla="*/ 233 h 266"/>
                <a:gd name="T6" fmla="*/ 206 w 207"/>
                <a:gd name="T7" fmla="*/ 158 h 266"/>
                <a:gd name="T8" fmla="*/ 206 w 207"/>
                <a:gd name="T9" fmla="*/ 105 h 266"/>
                <a:gd name="T10" fmla="*/ 176 w 207"/>
                <a:gd name="T11" fmla="*/ 30 h 266"/>
                <a:gd name="T12" fmla="*/ 103 w 207"/>
                <a:gd name="T13" fmla="*/ 0 h 266"/>
                <a:gd name="T14" fmla="*/ 29 w 207"/>
                <a:gd name="T15" fmla="*/ 30 h 266"/>
                <a:gd name="T16" fmla="*/ 0 w 207"/>
                <a:gd name="T17" fmla="*/ 105 h 266"/>
                <a:gd name="T18" fmla="*/ 0 w 207"/>
                <a:gd name="T19" fmla="*/ 158 h 266"/>
                <a:gd name="T20" fmla="*/ 29 w 207"/>
                <a:gd name="T21" fmla="*/ 233 h 266"/>
                <a:gd name="T22" fmla="*/ 103 w 207"/>
                <a:gd name="T23" fmla="*/ 265 h 266"/>
                <a:gd name="T24" fmla="*/ 31 w 207"/>
                <a:gd name="T25" fmla="*/ 105 h 266"/>
                <a:gd name="T26" fmla="*/ 31 w 207"/>
                <a:gd name="T27" fmla="*/ 105 h 266"/>
                <a:gd name="T28" fmla="*/ 53 w 207"/>
                <a:gd name="T29" fmla="*/ 52 h 266"/>
                <a:gd name="T30" fmla="*/ 103 w 207"/>
                <a:gd name="T31" fmla="*/ 30 h 266"/>
                <a:gd name="T32" fmla="*/ 154 w 207"/>
                <a:gd name="T33" fmla="*/ 52 h 266"/>
                <a:gd name="T34" fmla="*/ 176 w 207"/>
                <a:gd name="T35" fmla="*/ 105 h 266"/>
                <a:gd name="T36" fmla="*/ 176 w 207"/>
                <a:gd name="T37" fmla="*/ 158 h 266"/>
                <a:gd name="T38" fmla="*/ 154 w 207"/>
                <a:gd name="T39" fmla="*/ 211 h 266"/>
                <a:gd name="T40" fmla="*/ 103 w 207"/>
                <a:gd name="T41" fmla="*/ 233 h 266"/>
                <a:gd name="T42" fmla="*/ 53 w 207"/>
                <a:gd name="T43" fmla="*/ 211 h 266"/>
                <a:gd name="T44" fmla="*/ 31 w 207"/>
                <a:gd name="T45" fmla="*/ 158 h 266"/>
                <a:gd name="T46" fmla="*/ 31 w 207"/>
                <a:gd name="T47" fmla="*/ 10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7" h="266">
                  <a:moveTo>
                    <a:pt x="103" y="265"/>
                  </a:moveTo>
                  <a:lnTo>
                    <a:pt x="103" y="265"/>
                  </a:lnTo>
                  <a:cubicBezTo>
                    <a:pt x="132" y="265"/>
                    <a:pt x="158" y="252"/>
                    <a:pt x="176" y="233"/>
                  </a:cubicBezTo>
                  <a:cubicBezTo>
                    <a:pt x="195" y="214"/>
                    <a:pt x="206" y="186"/>
                    <a:pt x="206" y="158"/>
                  </a:cubicBezTo>
                  <a:cubicBezTo>
                    <a:pt x="206" y="105"/>
                    <a:pt x="206" y="105"/>
                    <a:pt x="206" y="105"/>
                  </a:cubicBezTo>
                  <a:cubicBezTo>
                    <a:pt x="206" y="77"/>
                    <a:pt x="195" y="51"/>
                    <a:pt x="176" y="30"/>
                  </a:cubicBezTo>
                  <a:cubicBezTo>
                    <a:pt x="158" y="11"/>
                    <a:pt x="132" y="0"/>
                    <a:pt x="103" y="0"/>
                  </a:cubicBezTo>
                  <a:cubicBezTo>
                    <a:pt x="75" y="0"/>
                    <a:pt x="48" y="11"/>
                    <a:pt x="29" y="30"/>
                  </a:cubicBezTo>
                  <a:cubicBezTo>
                    <a:pt x="11" y="51"/>
                    <a:pt x="0" y="77"/>
                    <a:pt x="0" y="105"/>
                  </a:cubicBezTo>
                  <a:cubicBezTo>
                    <a:pt x="0" y="158"/>
                    <a:pt x="0" y="158"/>
                    <a:pt x="0" y="158"/>
                  </a:cubicBezTo>
                  <a:cubicBezTo>
                    <a:pt x="0" y="186"/>
                    <a:pt x="11" y="214"/>
                    <a:pt x="29" y="233"/>
                  </a:cubicBezTo>
                  <a:cubicBezTo>
                    <a:pt x="48" y="252"/>
                    <a:pt x="75" y="265"/>
                    <a:pt x="103" y="265"/>
                  </a:cubicBezTo>
                  <a:close/>
                  <a:moveTo>
                    <a:pt x="31" y="105"/>
                  </a:moveTo>
                  <a:lnTo>
                    <a:pt x="31" y="105"/>
                  </a:lnTo>
                  <a:cubicBezTo>
                    <a:pt x="31" y="85"/>
                    <a:pt x="39" y="66"/>
                    <a:pt x="53" y="52"/>
                  </a:cubicBezTo>
                  <a:cubicBezTo>
                    <a:pt x="65" y="38"/>
                    <a:pt x="83" y="30"/>
                    <a:pt x="103" y="30"/>
                  </a:cubicBezTo>
                  <a:cubicBezTo>
                    <a:pt x="123" y="30"/>
                    <a:pt x="140" y="38"/>
                    <a:pt x="154" y="52"/>
                  </a:cubicBezTo>
                  <a:cubicBezTo>
                    <a:pt x="168" y="66"/>
                    <a:pt x="176" y="85"/>
                    <a:pt x="176" y="105"/>
                  </a:cubicBezTo>
                  <a:cubicBezTo>
                    <a:pt x="176" y="158"/>
                    <a:pt x="176" y="158"/>
                    <a:pt x="176" y="158"/>
                  </a:cubicBezTo>
                  <a:cubicBezTo>
                    <a:pt x="176" y="178"/>
                    <a:pt x="168" y="197"/>
                    <a:pt x="154" y="211"/>
                  </a:cubicBezTo>
                  <a:cubicBezTo>
                    <a:pt x="140" y="225"/>
                    <a:pt x="123" y="233"/>
                    <a:pt x="103" y="233"/>
                  </a:cubicBezTo>
                  <a:cubicBezTo>
                    <a:pt x="83" y="233"/>
                    <a:pt x="65" y="225"/>
                    <a:pt x="53" y="211"/>
                  </a:cubicBezTo>
                  <a:cubicBezTo>
                    <a:pt x="39" y="197"/>
                    <a:pt x="31" y="178"/>
                    <a:pt x="31" y="158"/>
                  </a:cubicBezTo>
                  <a:lnTo>
                    <a:pt x="31" y="1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1" name="Group 504">
            <a:extLst>
              <a:ext uri="{FF2B5EF4-FFF2-40B4-BE49-F238E27FC236}">
                <a16:creationId xmlns:a16="http://schemas.microsoft.com/office/drawing/2014/main" id="{F0C41776-22DE-9CC2-3141-0BD6951B1520}"/>
              </a:ext>
            </a:extLst>
          </p:cNvPr>
          <p:cNvGrpSpPr/>
          <p:nvPr/>
        </p:nvGrpSpPr>
        <p:grpSpPr>
          <a:xfrm>
            <a:off x="6310436" y="2436614"/>
            <a:ext cx="252413" cy="219075"/>
            <a:chOff x="5168900" y="2687638"/>
            <a:chExt cx="252413" cy="219075"/>
          </a:xfrm>
          <a:solidFill>
            <a:schemeClr val="tx2"/>
          </a:solidFill>
        </p:grpSpPr>
        <p:sp>
          <p:nvSpPr>
            <p:cNvPr id="502" name="Freeform 416">
              <a:extLst>
                <a:ext uri="{FF2B5EF4-FFF2-40B4-BE49-F238E27FC236}">
                  <a16:creationId xmlns:a16="http://schemas.microsoft.com/office/drawing/2014/main" id="{6B55DC4F-06B7-835F-8835-741366B5FEA5}"/>
                </a:ext>
              </a:extLst>
            </p:cNvPr>
            <p:cNvSpPr>
              <a:spLocks noChangeArrowheads="1"/>
            </p:cNvSpPr>
            <p:nvPr/>
          </p:nvSpPr>
          <p:spPr bwMode="auto">
            <a:xfrm>
              <a:off x="5168900" y="2687638"/>
              <a:ext cx="252413" cy="219075"/>
            </a:xfrm>
            <a:custGeom>
              <a:avLst/>
              <a:gdLst>
                <a:gd name="T0" fmla="*/ 419 w 700"/>
                <a:gd name="T1" fmla="*/ 42 h 608"/>
                <a:gd name="T2" fmla="*/ 419 w 700"/>
                <a:gd name="T3" fmla="*/ 42 h 608"/>
                <a:gd name="T4" fmla="*/ 349 w 700"/>
                <a:gd name="T5" fmla="*/ 0 h 608"/>
                <a:gd name="T6" fmla="*/ 280 w 700"/>
                <a:gd name="T7" fmla="*/ 42 h 608"/>
                <a:gd name="T8" fmla="*/ 4 w 700"/>
                <a:gd name="T9" fmla="*/ 539 h 608"/>
                <a:gd name="T10" fmla="*/ 4 w 700"/>
                <a:gd name="T11" fmla="*/ 540 h 608"/>
                <a:gd name="T12" fmla="*/ 0 w 700"/>
                <a:gd name="T13" fmla="*/ 560 h 608"/>
                <a:gd name="T14" fmla="*/ 13 w 700"/>
                <a:gd name="T15" fmla="*/ 593 h 608"/>
                <a:gd name="T16" fmla="*/ 47 w 700"/>
                <a:gd name="T17" fmla="*/ 607 h 608"/>
                <a:gd name="T18" fmla="*/ 652 w 700"/>
                <a:gd name="T19" fmla="*/ 607 h 608"/>
                <a:gd name="T20" fmla="*/ 685 w 700"/>
                <a:gd name="T21" fmla="*/ 593 h 608"/>
                <a:gd name="T22" fmla="*/ 699 w 700"/>
                <a:gd name="T23" fmla="*/ 560 h 608"/>
                <a:gd name="T24" fmla="*/ 694 w 700"/>
                <a:gd name="T25" fmla="*/ 540 h 608"/>
                <a:gd name="T26" fmla="*/ 694 w 700"/>
                <a:gd name="T27" fmla="*/ 539 h 608"/>
                <a:gd name="T28" fmla="*/ 419 w 700"/>
                <a:gd name="T29" fmla="*/ 42 h 608"/>
                <a:gd name="T30" fmla="*/ 665 w 700"/>
                <a:gd name="T31" fmla="*/ 573 h 608"/>
                <a:gd name="T32" fmla="*/ 665 w 700"/>
                <a:gd name="T33" fmla="*/ 573 h 608"/>
                <a:gd name="T34" fmla="*/ 652 w 700"/>
                <a:gd name="T35" fmla="*/ 578 h 608"/>
                <a:gd name="T36" fmla="*/ 47 w 700"/>
                <a:gd name="T37" fmla="*/ 578 h 608"/>
                <a:gd name="T38" fmla="*/ 35 w 700"/>
                <a:gd name="T39" fmla="*/ 573 h 608"/>
                <a:gd name="T40" fmla="*/ 29 w 700"/>
                <a:gd name="T41" fmla="*/ 560 h 608"/>
                <a:gd name="T42" fmla="*/ 31 w 700"/>
                <a:gd name="T43" fmla="*/ 552 h 608"/>
                <a:gd name="T44" fmla="*/ 306 w 700"/>
                <a:gd name="T45" fmla="*/ 57 h 608"/>
                <a:gd name="T46" fmla="*/ 349 w 700"/>
                <a:gd name="T47" fmla="*/ 31 h 608"/>
                <a:gd name="T48" fmla="*/ 393 w 700"/>
                <a:gd name="T49" fmla="*/ 57 h 608"/>
                <a:gd name="T50" fmla="*/ 405 w 700"/>
                <a:gd name="T51" fmla="*/ 48 h 608"/>
                <a:gd name="T52" fmla="*/ 393 w 700"/>
                <a:gd name="T53" fmla="*/ 57 h 608"/>
                <a:gd name="T54" fmla="*/ 668 w 700"/>
                <a:gd name="T55" fmla="*/ 552 h 608"/>
                <a:gd name="T56" fmla="*/ 670 w 700"/>
                <a:gd name="T57" fmla="*/ 560 h 608"/>
                <a:gd name="T58" fmla="*/ 665 w 700"/>
                <a:gd name="T59" fmla="*/ 573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0" h="608">
                  <a:moveTo>
                    <a:pt x="419" y="42"/>
                  </a:moveTo>
                  <a:lnTo>
                    <a:pt x="419" y="42"/>
                  </a:lnTo>
                  <a:cubicBezTo>
                    <a:pt x="404" y="16"/>
                    <a:pt x="377" y="0"/>
                    <a:pt x="349" y="0"/>
                  </a:cubicBezTo>
                  <a:cubicBezTo>
                    <a:pt x="323" y="0"/>
                    <a:pt x="296" y="16"/>
                    <a:pt x="280" y="42"/>
                  </a:cubicBezTo>
                  <a:cubicBezTo>
                    <a:pt x="4" y="539"/>
                    <a:pt x="4" y="539"/>
                    <a:pt x="4" y="539"/>
                  </a:cubicBezTo>
                  <a:cubicBezTo>
                    <a:pt x="4" y="540"/>
                    <a:pt x="4" y="540"/>
                    <a:pt x="4" y="540"/>
                  </a:cubicBezTo>
                  <a:cubicBezTo>
                    <a:pt x="2" y="545"/>
                    <a:pt x="0" y="554"/>
                    <a:pt x="0" y="560"/>
                  </a:cubicBezTo>
                  <a:cubicBezTo>
                    <a:pt x="0" y="573"/>
                    <a:pt x="4" y="584"/>
                    <a:pt x="13" y="593"/>
                  </a:cubicBezTo>
                  <a:cubicBezTo>
                    <a:pt x="21" y="602"/>
                    <a:pt x="33" y="607"/>
                    <a:pt x="47" y="607"/>
                  </a:cubicBezTo>
                  <a:cubicBezTo>
                    <a:pt x="652" y="607"/>
                    <a:pt x="652" y="607"/>
                    <a:pt x="652" y="607"/>
                  </a:cubicBezTo>
                  <a:cubicBezTo>
                    <a:pt x="666" y="607"/>
                    <a:pt x="677" y="602"/>
                    <a:pt x="685" y="593"/>
                  </a:cubicBezTo>
                  <a:cubicBezTo>
                    <a:pt x="695" y="584"/>
                    <a:pt x="699" y="573"/>
                    <a:pt x="699" y="560"/>
                  </a:cubicBezTo>
                  <a:cubicBezTo>
                    <a:pt x="699" y="554"/>
                    <a:pt x="698" y="545"/>
                    <a:pt x="694" y="540"/>
                  </a:cubicBezTo>
                  <a:cubicBezTo>
                    <a:pt x="694" y="539"/>
                    <a:pt x="694" y="539"/>
                    <a:pt x="694" y="539"/>
                  </a:cubicBezTo>
                  <a:cubicBezTo>
                    <a:pt x="419" y="42"/>
                    <a:pt x="419" y="42"/>
                    <a:pt x="419" y="42"/>
                  </a:cubicBezTo>
                  <a:close/>
                  <a:moveTo>
                    <a:pt x="665" y="573"/>
                  </a:moveTo>
                  <a:lnTo>
                    <a:pt x="665" y="573"/>
                  </a:lnTo>
                  <a:cubicBezTo>
                    <a:pt x="662" y="576"/>
                    <a:pt x="658" y="578"/>
                    <a:pt x="652" y="578"/>
                  </a:cubicBezTo>
                  <a:cubicBezTo>
                    <a:pt x="47" y="578"/>
                    <a:pt x="47" y="578"/>
                    <a:pt x="47" y="578"/>
                  </a:cubicBezTo>
                  <a:cubicBezTo>
                    <a:pt x="42" y="578"/>
                    <a:pt x="37" y="576"/>
                    <a:pt x="35" y="573"/>
                  </a:cubicBezTo>
                  <a:cubicBezTo>
                    <a:pt x="31" y="569"/>
                    <a:pt x="29" y="565"/>
                    <a:pt x="29" y="560"/>
                  </a:cubicBezTo>
                  <a:cubicBezTo>
                    <a:pt x="29" y="558"/>
                    <a:pt x="29" y="555"/>
                    <a:pt x="31" y="552"/>
                  </a:cubicBezTo>
                  <a:cubicBezTo>
                    <a:pt x="306" y="57"/>
                    <a:pt x="306" y="57"/>
                    <a:pt x="306" y="57"/>
                  </a:cubicBezTo>
                  <a:cubicBezTo>
                    <a:pt x="316" y="39"/>
                    <a:pt x="333" y="31"/>
                    <a:pt x="349" y="31"/>
                  </a:cubicBezTo>
                  <a:cubicBezTo>
                    <a:pt x="367" y="31"/>
                    <a:pt x="383" y="39"/>
                    <a:pt x="393" y="57"/>
                  </a:cubicBezTo>
                  <a:cubicBezTo>
                    <a:pt x="405" y="48"/>
                    <a:pt x="405" y="48"/>
                    <a:pt x="405" y="48"/>
                  </a:cubicBezTo>
                  <a:cubicBezTo>
                    <a:pt x="393" y="57"/>
                    <a:pt x="393" y="57"/>
                    <a:pt x="393" y="57"/>
                  </a:cubicBezTo>
                  <a:cubicBezTo>
                    <a:pt x="668" y="552"/>
                    <a:pt x="668" y="552"/>
                    <a:pt x="668" y="552"/>
                  </a:cubicBezTo>
                  <a:cubicBezTo>
                    <a:pt x="669" y="555"/>
                    <a:pt x="670" y="558"/>
                    <a:pt x="670" y="560"/>
                  </a:cubicBezTo>
                  <a:cubicBezTo>
                    <a:pt x="670" y="565"/>
                    <a:pt x="668" y="569"/>
                    <a:pt x="665" y="5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7">
              <a:extLst>
                <a:ext uri="{FF2B5EF4-FFF2-40B4-BE49-F238E27FC236}">
                  <a16:creationId xmlns:a16="http://schemas.microsoft.com/office/drawing/2014/main" id="{74A21F9B-141C-05DC-6983-C07BD0983199}"/>
                </a:ext>
              </a:extLst>
            </p:cNvPr>
            <p:cNvSpPr>
              <a:spLocks noChangeArrowheads="1"/>
            </p:cNvSpPr>
            <p:nvPr/>
          </p:nvSpPr>
          <p:spPr bwMode="auto">
            <a:xfrm>
              <a:off x="5289550" y="2744788"/>
              <a:ext cx="11113" cy="103187"/>
            </a:xfrm>
            <a:custGeom>
              <a:avLst/>
              <a:gdLst>
                <a:gd name="T0" fmla="*/ 14 w 30"/>
                <a:gd name="T1" fmla="*/ 287 h 288"/>
                <a:gd name="T2" fmla="*/ 14 w 30"/>
                <a:gd name="T3" fmla="*/ 287 h 288"/>
                <a:gd name="T4" fmla="*/ 29 w 30"/>
                <a:gd name="T5" fmla="*/ 273 h 288"/>
                <a:gd name="T6" fmla="*/ 29 w 30"/>
                <a:gd name="T7" fmla="*/ 15 h 288"/>
                <a:gd name="T8" fmla="*/ 14 w 30"/>
                <a:gd name="T9" fmla="*/ 0 h 288"/>
                <a:gd name="T10" fmla="*/ 0 w 30"/>
                <a:gd name="T11" fmla="*/ 15 h 288"/>
                <a:gd name="T12" fmla="*/ 0 w 30"/>
                <a:gd name="T13" fmla="*/ 273 h 288"/>
                <a:gd name="T14" fmla="*/ 14 w 30"/>
                <a:gd name="T15" fmla="*/ 287 h 2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88">
                  <a:moveTo>
                    <a:pt x="14" y="287"/>
                  </a:moveTo>
                  <a:lnTo>
                    <a:pt x="14" y="287"/>
                  </a:lnTo>
                  <a:cubicBezTo>
                    <a:pt x="22" y="287"/>
                    <a:pt x="29" y="282"/>
                    <a:pt x="29" y="273"/>
                  </a:cubicBezTo>
                  <a:cubicBezTo>
                    <a:pt x="29" y="15"/>
                    <a:pt x="29" y="15"/>
                    <a:pt x="29" y="15"/>
                  </a:cubicBezTo>
                  <a:cubicBezTo>
                    <a:pt x="29" y="7"/>
                    <a:pt x="22" y="0"/>
                    <a:pt x="14" y="0"/>
                  </a:cubicBezTo>
                  <a:cubicBezTo>
                    <a:pt x="6" y="0"/>
                    <a:pt x="0" y="7"/>
                    <a:pt x="0" y="15"/>
                  </a:cubicBezTo>
                  <a:cubicBezTo>
                    <a:pt x="0" y="273"/>
                    <a:pt x="0" y="273"/>
                    <a:pt x="0" y="273"/>
                  </a:cubicBezTo>
                  <a:cubicBezTo>
                    <a:pt x="0" y="282"/>
                    <a:pt x="6" y="287"/>
                    <a:pt x="14" y="2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4" name="Freeform 418">
              <a:extLst>
                <a:ext uri="{FF2B5EF4-FFF2-40B4-BE49-F238E27FC236}">
                  <a16:creationId xmlns:a16="http://schemas.microsoft.com/office/drawing/2014/main" id="{264BEAE9-EF94-3F72-702E-B14FDA2FEFAA}"/>
                </a:ext>
              </a:extLst>
            </p:cNvPr>
            <p:cNvSpPr>
              <a:spLocks noChangeArrowheads="1"/>
            </p:cNvSpPr>
            <p:nvPr/>
          </p:nvSpPr>
          <p:spPr bwMode="auto">
            <a:xfrm>
              <a:off x="5289550" y="2860675"/>
              <a:ext cx="11113" cy="11113"/>
            </a:xfrm>
            <a:custGeom>
              <a:avLst/>
              <a:gdLst>
                <a:gd name="T0" fmla="*/ 15 w 33"/>
                <a:gd name="T1" fmla="*/ 0 h 33"/>
                <a:gd name="T2" fmla="*/ 15 w 33"/>
                <a:gd name="T3" fmla="*/ 0 h 33"/>
                <a:gd name="T4" fmla="*/ 0 w 33"/>
                <a:gd name="T5" fmla="*/ 16 h 33"/>
                <a:gd name="T6" fmla="*/ 15 w 33"/>
                <a:gd name="T7" fmla="*/ 32 h 33"/>
                <a:gd name="T8" fmla="*/ 32 w 33"/>
                <a:gd name="T9" fmla="*/ 16 h 33"/>
                <a:gd name="T10" fmla="*/ 15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5" y="0"/>
                  </a:moveTo>
                  <a:lnTo>
                    <a:pt x="15" y="0"/>
                  </a:lnTo>
                  <a:cubicBezTo>
                    <a:pt x="7" y="0"/>
                    <a:pt x="0" y="6"/>
                    <a:pt x="0" y="16"/>
                  </a:cubicBezTo>
                  <a:cubicBezTo>
                    <a:pt x="0" y="24"/>
                    <a:pt x="7" y="32"/>
                    <a:pt x="15" y="32"/>
                  </a:cubicBezTo>
                  <a:cubicBezTo>
                    <a:pt x="25" y="32"/>
                    <a:pt x="32" y="24"/>
                    <a:pt x="32" y="16"/>
                  </a:cubicBezTo>
                  <a:cubicBezTo>
                    <a:pt x="32" y="6"/>
                    <a:pt x="25"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5" name="Group 508">
            <a:extLst>
              <a:ext uri="{FF2B5EF4-FFF2-40B4-BE49-F238E27FC236}">
                <a16:creationId xmlns:a16="http://schemas.microsoft.com/office/drawing/2014/main" id="{37E7CCF0-3950-77B6-9A56-40F0155664E7}"/>
              </a:ext>
            </a:extLst>
          </p:cNvPr>
          <p:cNvGrpSpPr/>
          <p:nvPr/>
        </p:nvGrpSpPr>
        <p:grpSpPr>
          <a:xfrm>
            <a:off x="4775324" y="2424708"/>
            <a:ext cx="254000" cy="242887"/>
            <a:chOff x="3633788" y="2652713"/>
            <a:chExt cx="254000" cy="242887"/>
          </a:xfrm>
          <a:solidFill>
            <a:schemeClr val="tx2"/>
          </a:solidFill>
        </p:grpSpPr>
        <p:sp>
          <p:nvSpPr>
            <p:cNvPr id="506" name="Freeform 419">
              <a:extLst>
                <a:ext uri="{FF2B5EF4-FFF2-40B4-BE49-F238E27FC236}">
                  <a16:creationId xmlns:a16="http://schemas.microsoft.com/office/drawing/2014/main" id="{746DFDB7-5AE0-055F-8981-DAE3A5077761}"/>
                </a:ext>
              </a:extLst>
            </p:cNvPr>
            <p:cNvSpPr>
              <a:spLocks noChangeArrowheads="1"/>
            </p:cNvSpPr>
            <p:nvPr/>
          </p:nvSpPr>
          <p:spPr bwMode="auto">
            <a:xfrm>
              <a:off x="3697288" y="2763838"/>
              <a:ext cx="63500" cy="95250"/>
            </a:xfrm>
            <a:custGeom>
              <a:avLst/>
              <a:gdLst>
                <a:gd name="T0" fmla="*/ 176 w 177"/>
                <a:gd name="T1" fmla="*/ 73 h 265"/>
                <a:gd name="T2" fmla="*/ 176 w 177"/>
                <a:gd name="T3" fmla="*/ 73 h 265"/>
                <a:gd name="T4" fmla="*/ 103 w 177"/>
                <a:gd name="T5" fmla="*/ 0 h 265"/>
                <a:gd name="T6" fmla="*/ 73 w 177"/>
                <a:gd name="T7" fmla="*/ 0 h 265"/>
                <a:gd name="T8" fmla="*/ 0 w 177"/>
                <a:gd name="T9" fmla="*/ 73 h 265"/>
                <a:gd name="T10" fmla="*/ 15 w 177"/>
                <a:gd name="T11" fmla="*/ 88 h 265"/>
                <a:gd name="T12" fmla="*/ 29 w 177"/>
                <a:gd name="T13" fmla="*/ 73 h 265"/>
                <a:gd name="T14" fmla="*/ 73 w 177"/>
                <a:gd name="T15" fmla="*/ 29 h 265"/>
                <a:gd name="T16" fmla="*/ 103 w 177"/>
                <a:gd name="T17" fmla="*/ 29 h 265"/>
                <a:gd name="T18" fmla="*/ 147 w 177"/>
                <a:gd name="T19" fmla="*/ 73 h 265"/>
                <a:gd name="T20" fmla="*/ 103 w 177"/>
                <a:gd name="T21" fmla="*/ 117 h 265"/>
                <a:gd name="T22" fmla="*/ 73 w 177"/>
                <a:gd name="T23" fmla="*/ 117 h 265"/>
                <a:gd name="T24" fmla="*/ 63 w 177"/>
                <a:gd name="T25" fmla="*/ 121 h 265"/>
                <a:gd name="T26" fmla="*/ 59 w 177"/>
                <a:gd name="T27" fmla="*/ 132 h 265"/>
                <a:gd name="T28" fmla="*/ 63 w 177"/>
                <a:gd name="T29" fmla="*/ 142 h 265"/>
                <a:gd name="T30" fmla="*/ 73 w 177"/>
                <a:gd name="T31" fmla="*/ 146 h 265"/>
                <a:gd name="T32" fmla="*/ 103 w 177"/>
                <a:gd name="T33" fmla="*/ 146 h 265"/>
                <a:gd name="T34" fmla="*/ 147 w 177"/>
                <a:gd name="T35" fmla="*/ 190 h 265"/>
                <a:gd name="T36" fmla="*/ 103 w 177"/>
                <a:gd name="T37" fmla="*/ 234 h 265"/>
                <a:gd name="T38" fmla="*/ 73 w 177"/>
                <a:gd name="T39" fmla="*/ 234 h 265"/>
                <a:gd name="T40" fmla="*/ 29 w 177"/>
                <a:gd name="T41" fmla="*/ 190 h 265"/>
                <a:gd name="T42" fmla="*/ 15 w 177"/>
                <a:gd name="T43" fmla="*/ 176 h 265"/>
                <a:gd name="T44" fmla="*/ 0 w 177"/>
                <a:gd name="T45" fmla="*/ 190 h 265"/>
                <a:gd name="T46" fmla="*/ 0 w 177"/>
                <a:gd name="T47" fmla="*/ 190 h 265"/>
                <a:gd name="T48" fmla="*/ 73 w 177"/>
                <a:gd name="T49" fmla="*/ 264 h 265"/>
                <a:gd name="T50" fmla="*/ 103 w 177"/>
                <a:gd name="T51" fmla="*/ 264 h 265"/>
                <a:gd name="T52" fmla="*/ 176 w 177"/>
                <a:gd name="T53" fmla="*/ 190 h 265"/>
                <a:gd name="T54" fmla="*/ 146 w 177"/>
                <a:gd name="T55" fmla="*/ 132 h 265"/>
                <a:gd name="T56" fmla="*/ 176 w 177"/>
                <a:gd name="T57" fmla="*/ 73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7" h="265">
                  <a:moveTo>
                    <a:pt x="176" y="73"/>
                  </a:moveTo>
                  <a:lnTo>
                    <a:pt x="176" y="73"/>
                  </a:lnTo>
                  <a:cubicBezTo>
                    <a:pt x="176" y="33"/>
                    <a:pt x="143" y="0"/>
                    <a:pt x="103" y="0"/>
                  </a:cubicBezTo>
                  <a:cubicBezTo>
                    <a:pt x="73" y="0"/>
                    <a:pt x="73" y="0"/>
                    <a:pt x="73" y="0"/>
                  </a:cubicBezTo>
                  <a:cubicBezTo>
                    <a:pt x="33" y="0"/>
                    <a:pt x="0" y="33"/>
                    <a:pt x="0" y="73"/>
                  </a:cubicBezTo>
                  <a:cubicBezTo>
                    <a:pt x="0" y="81"/>
                    <a:pt x="7" y="88"/>
                    <a:pt x="15" y="88"/>
                  </a:cubicBezTo>
                  <a:cubicBezTo>
                    <a:pt x="24" y="88"/>
                    <a:pt x="29" y="81"/>
                    <a:pt x="29" y="73"/>
                  </a:cubicBezTo>
                  <a:cubicBezTo>
                    <a:pt x="29" y="48"/>
                    <a:pt x="50" y="29"/>
                    <a:pt x="73" y="29"/>
                  </a:cubicBezTo>
                  <a:cubicBezTo>
                    <a:pt x="103" y="29"/>
                    <a:pt x="103" y="29"/>
                    <a:pt x="103" y="29"/>
                  </a:cubicBezTo>
                  <a:cubicBezTo>
                    <a:pt x="126" y="29"/>
                    <a:pt x="147" y="48"/>
                    <a:pt x="147" y="73"/>
                  </a:cubicBezTo>
                  <a:cubicBezTo>
                    <a:pt x="147" y="98"/>
                    <a:pt x="126" y="117"/>
                    <a:pt x="103" y="117"/>
                  </a:cubicBezTo>
                  <a:cubicBezTo>
                    <a:pt x="73" y="117"/>
                    <a:pt x="73" y="117"/>
                    <a:pt x="73" y="117"/>
                  </a:cubicBezTo>
                  <a:cubicBezTo>
                    <a:pt x="70" y="117"/>
                    <a:pt x="66" y="119"/>
                    <a:pt x="63" y="121"/>
                  </a:cubicBezTo>
                  <a:cubicBezTo>
                    <a:pt x="61" y="124"/>
                    <a:pt x="59" y="128"/>
                    <a:pt x="59" y="132"/>
                  </a:cubicBezTo>
                  <a:cubicBezTo>
                    <a:pt x="59" y="136"/>
                    <a:pt x="61" y="139"/>
                    <a:pt x="63" y="142"/>
                  </a:cubicBezTo>
                  <a:cubicBezTo>
                    <a:pt x="66" y="145"/>
                    <a:pt x="70" y="146"/>
                    <a:pt x="73" y="146"/>
                  </a:cubicBezTo>
                  <a:cubicBezTo>
                    <a:pt x="103" y="146"/>
                    <a:pt x="103" y="146"/>
                    <a:pt x="103" y="146"/>
                  </a:cubicBezTo>
                  <a:cubicBezTo>
                    <a:pt x="126" y="146"/>
                    <a:pt x="147" y="167"/>
                    <a:pt x="147" y="190"/>
                  </a:cubicBezTo>
                  <a:cubicBezTo>
                    <a:pt x="147" y="215"/>
                    <a:pt x="126" y="234"/>
                    <a:pt x="103" y="234"/>
                  </a:cubicBezTo>
                  <a:cubicBezTo>
                    <a:pt x="73" y="234"/>
                    <a:pt x="73" y="234"/>
                    <a:pt x="73" y="234"/>
                  </a:cubicBezTo>
                  <a:cubicBezTo>
                    <a:pt x="50" y="234"/>
                    <a:pt x="29" y="215"/>
                    <a:pt x="29" y="190"/>
                  </a:cubicBezTo>
                  <a:cubicBezTo>
                    <a:pt x="29" y="183"/>
                    <a:pt x="24" y="176"/>
                    <a:pt x="15" y="176"/>
                  </a:cubicBezTo>
                  <a:cubicBezTo>
                    <a:pt x="7" y="176"/>
                    <a:pt x="0" y="183"/>
                    <a:pt x="0" y="190"/>
                  </a:cubicBezTo>
                  <a:lnTo>
                    <a:pt x="0" y="190"/>
                  </a:lnTo>
                  <a:cubicBezTo>
                    <a:pt x="0" y="231"/>
                    <a:pt x="33" y="264"/>
                    <a:pt x="73" y="264"/>
                  </a:cubicBezTo>
                  <a:cubicBezTo>
                    <a:pt x="103" y="264"/>
                    <a:pt x="103" y="264"/>
                    <a:pt x="103" y="264"/>
                  </a:cubicBezTo>
                  <a:cubicBezTo>
                    <a:pt x="143" y="264"/>
                    <a:pt x="176" y="231"/>
                    <a:pt x="176" y="190"/>
                  </a:cubicBezTo>
                  <a:cubicBezTo>
                    <a:pt x="176" y="167"/>
                    <a:pt x="165" y="145"/>
                    <a:pt x="146" y="132"/>
                  </a:cubicBezTo>
                  <a:cubicBezTo>
                    <a:pt x="165" y="119"/>
                    <a:pt x="176" y="98"/>
                    <a:pt x="176"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20">
              <a:extLst>
                <a:ext uri="{FF2B5EF4-FFF2-40B4-BE49-F238E27FC236}">
                  <a16:creationId xmlns:a16="http://schemas.microsoft.com/office/drawing/2014/main" id="{A301A5AB-06CA-76BA-59D5-A72CACACCBFE}"/>
                </a:ext>
              </a:extLst>
            </p:cNvPr>
            <p:cNvSpPr>
              <a:spLocks noChangeArrowheads="1"/>
            </p:cNvSpPr>
            <p:nvPr/>
          </p:nvSpPr>
          <p:spPr bwMode="auto">
            <a:xfrm>
              <a:off x="3781425" y="2763838"/>
              <a:ext cx="31750" cy="95250"/>
            </a:xfrm>
            <a:custGeom>
              <a:avLst/>
              <a:gdLst>
                <a:gd name="T0" fmla="*/ 79 w 90"/>
                <a:gd name="T1" fmla="*/ 3 h 266"/>
                <a:gd name="T2" fmla="*/ 79 w 90"/>
                <a:gd name="T3" fmla="*/ 3 h 266"/>
                <a:gd name="T4" fmla="*/ 64 w 90"/>
                <a:gd name="T5" fmla="*/ 6 h 266"/>
                <a:gd name="T6" fmla="*/ 5 w 90"/>
                <a:gd name="T7" fmla="*/ 65 h 266"/>
                <a:gd name="T8" fmla="*/ 5 w 90"/>
                <a:gd name="T9" fmla="*/ 85 h 266"/>
                <a:gd name="T10" fmla="*/ 26 w 90"/>
                <a:gd name="T11" fmla="*/ 85 h 266"/>
                <a:gd name="T12" fmla="*/ 59 w 90"/>
                <a:gd name="T13" fmla="*/ 51 h 266"/>
                <a:gd name="T14" fmla="*/ 59 w 90"/>
                <a:gd name="T15" fmla="*/ 250 h 266"/>
                <a:gd name="T16" fmla="*/ 74 w 90"/>
                <a:gd name="T17" fmla="*/ 265 h 266"/>
                <a:gd name="T18" fmla="*/ 89 w 90"/>
                <a:gd name="T19" fmla="*/ 250 h 266"/>
                <a:gd name="T20" fmla="*/ 89 w 90"/>
                <a:gd name="T21" fmla="*/ 15 h 266"/>
                <a:gd name="T22" fmla="*/ 79 w 90"/>
                <a:gd name="T23" fmla="*/ 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6">
                  <a:moveTo>
                    <a:pt x="79" y="3"/>
                  </a:moveTo>
                  <a:lnTo>
                    <a:pt x="79" y="3"/>
                  </a:lnTo>
                  <a:cubicBezTo>
                    <a:pt x="74" y="0"/>
                    <a:pt x="68" y="1"/>
                    <a:pt x="64" y="6"/>
                  </a:cubicBezTo>
                  <a:cubicBezTo>
                    <a:pt x="5" y="65"/>
                    <a:pt x="5" y="65"/>
                    <a:pt x="5" y="65"/>
                  </a:cubicBezTo>
                  <a:cubicBezTo>
                    <a:pt x="0" y="70"/>
                    <a:pt x="0" y="78"/>
                    <a:pt x="5" y="85"/>
                  </a:cubicBezTo>
                  <a:cubicBezTo>
                    <a:pt x="10" y="91"/>
                    <a:pt x="20" y="91"/>
                    <a:pt x="26" y="85"/>
                  </a:cubicBezTo>
                  <a:cubicBezTo>
                    <a:pt x="59" y="51"/>
                    <a:pt x="59" y="51"/>
                    <a:pt x="59" y="51"/>
                  </a:cubicBezTo>
                  <a:cubicBezTo>
                    <a:pt x="59" y="250"/>
                    <a:pt x="59" y="250"/>
                    <a:pt x="59" y="250"/>
                  </a:cubicBezTo>
                  <a:cubicBezTo>
                    <a:pt x="59" y="258"/>
                    <a:pt x="65" y="265"/>
                    <a:pt x="74" y="265"/>
                  </a:cubicBezTo>
                  <a:cubicBezTo>
                    <a:pt x="82" y="265"/>
                    <a:pt x="89" y="258"/>
                    <a:pt x="89" y="250"/>
                  </a:cubicBezTo>
                  <a:cubicBezTo>
                    <a:pt x="89" y="15"/>
                    <a:pt x="89" y="15"/>
                    <a:pt x="89" y="15"/>
                  </a:cubicBezTo>
                  <a:cubicBezTo>
                    <a:pt x="89" y="10"/>
                    <a:pt x="85" y="4"/>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21">
              <a:extLst>
                <a:ext uri="{FF2B5EF4-FFF2-40B4-BE49-F238E27FC236}">
                  <a16:creationId xmlns:a16="http://schemas.microsoft.com/office/drawing/2014/main" id="{6682A074-E4C5-37F4-B7B8-4130EC3326CB}"/>
                </a:ext>
              </a:extLst>
            </p:cNvPr>
            <p:cNvSpPr>
              <a:spLocks noChangeArrowheads="1"/>
            </p:cNvSpPr>
            <p:nvPr/>
          </p:nvSpPr>
          <p:spPr bwMode="auto">
            <a:xfrm>
              <a:off x="3633788" y="2652713"/>
              <a:ext cx="254000" cy="242887"/>
            </a:xfrm>
            <a:custGeom>
              <a:avLst/>
              <a:gdLst>
                <a:gd name="T0" fmla="*/ 572 w 704"/>
                <a:gd name="T1" fmla="*/ 58 h 674"/>
                <a:gd name="T2" fmla="*/ 572 w 704"/>
                <a:gd name="T3" fmla="*/ 58 h 674"/>
                <a:gd name="T4" fmla="*/ 528 w 704"/>
                <a:gd name="T5" fmla="*/ 58 h 674"/>
                <a:gd name="T6" fmla="*/ 528 w 704"/>
                <a:gd name="T7" fmla="*/ 14 h 674"/>
                <a:gd name="T8" fmla="*/ 512 w 704"/>
                <a:gd name="T9" fmla="*/ 0 h 674"/>
                <a:gd name="T10" fmla="*/ 499 w 704"/>
                <a:gd name="T11" fmla="*/ 14 h 674"/>
                <a:gd name="T12" fmla="*/ 499 w 704"/>
                <a:gd name="T13" fmla="*/ 58 h 674"/>
                <a:gd name="T14" fmla="*/ 205 w 704"/>
                <a:gd name="T15" fmla="*/ 58 h 674"/>
                <a:gd name="T16" fmla="*/ 205 w 704"/>
                <a:gd name="T17" fmla="*/ 14 h 674"/>
                <a:gd name="T18" fmla="*/ 191 w 704"/>
                <a:gd name="T19" fmla="*/ 0 h 674"/>
                <a:gd name="T20" fmla="*/ 176 w 704"/>
                <a:gd name="T21" fmla="*/ 14 h 674"/>
                <a:gd name="T22" fmla="*/ 176 w 704"/>
                <a:gd name="T23" fmla="*/ 58 h 674"/>
                <a:gd name="T24" fmla="*/ 132 w 704"/>
                <a:gd name="T25" fmla="*/ 58 h 674"/>
                <a:gd name="T26" fmla="*/ 44 w 704"/>
                <a:gd name="T27" fmla="*/ 58 h 674"/>
                <a:gd name="T28" fmla="*/ 0 w 704"/>
                <a:gd name="T29" fmla="*/ 102 h 674"/>
                <a:gd name="T30" fmla="*/ 0 w 704"/>
                <a:gd name="T31" fmla="*/ 629 h 674"/>
                <a:gd name="T32" fmla="*/ 44 w 704"/>
                <a:gd name="T33" fmla="*/ 673 h 674"/>
                <a:gd name="T34" fmla="*/ 659 w 704"/>
                <a:gd name="T35" fmla="*/ 673 h 674"/>
                <a:gd name="T36" fmla="*/ 703 w 704"/>
                <a:gd name="T37" fmla="*/ 629 h 674"/>
                <a:gd name="T38" fmla="*/ 703 w 704"/>
                <a:gd name="T39" fmla="*/ 220 h 674"/>
                <a:gd name="T40" fmla="*/ 703 w 704"/>
                <a:gd name="T41" fmla="*/ 220 h 674"/>
                <a:gd name="T42" fmla="*/ 703 w 704"/>
                <a:gd name="T43" fmla="*/ 220 h 674"/>
                <a:gd name="T44" fmla="*/ 703 w 704"/>
                <a:gd name="T45" fmla="*/ 102 h 674"/>
                <a:gd name="T46" fmla="*/ 659 w 704"/>
                <a:gd name="T47" fmla="*/ 58 h 674"/>
                <a:gd name="T48" fmla="*/ 572 w 704"/>
                <a:gd name="T49" fmla="*/ 58 h 674"/>
                <a:gd name="T50" fmla="*/ 670 w 704"/>
                <a:gd name="T51" fmla="*/ 640 h 674"/>
                <a:gd name="T52" fmla="*/ 670 w 704"/>
                <a:gd name="T53" fmla="*/ 640 h 674"/>
                <a:gd name="T54" fmla="*/ 659 w 704"/>
                <a:gd name="T55" fmla="*/ 644 h 674"/>
                <a:gd name="T56" fmla="*/ 44 w 704"/>
                <a:gd name="T57" fmla="*/ 644 h 674"/>
                <a:gd name="T58" fmla="*/ 35 w 704"/>
                <a:gd name="T59" fmla="*/ 640 h 674"/>
                <a:gd name="T60" fmla="*/ 29 w 704"/>
                <a:gd name="T61" fmla="*/ 629 h 674"/>
                <a:gd name="T62" fmla="*/ 29 w 704"/>
                <a:gd name="T63" fmla="*/ 233 h 674"/>
                <a:gd name="T64" fmla="*/ 674 w 704"/>
                <a:gd name="T65" fmla="*/ 233 h 674"/>
                <a:gd name="T66" fmla="*/ 674 w 704"/>
                <a:gd name="T67" fmla="*/ 629 h 674"/>
                <a:gd name="T68" fmla="*/ 670 w 704"/>
                <a:gd name="T69" fmla="*/ 640 h 674"/>
                <a:gd name="T70" fmla="*/ 674 w 704"/>
                <a:gd name="T71" fmla="*/ 102 h 674"/>
                <a:gd name="T72" fmla="*/ 674 w 704"/>
                <a:gd name="T73" fmla="*/ 102 h 674"/>
                <a:gd name="T74" fmla="*/ 674 w 704"/>
                <a:gd name="T75" fmla="*/ 205 h 674"/>
                <a:gd name="T76" fmla="*/ 29 w 704"/>
                <a:gd name="T77" fmla="*/ 205 h 674"/>
                <a:gd name="T78" fmla="*/ 29 w 704"/>
                <a:gd name="T79" fmla="*/ 102 h 674"/>
                <a:gd name="T80" fmla="*/ 35 w 704"/>
                <a:gd name="T81" fmla="*/ 92 h 674"/>
                <a:gd name="T82" fmla="*/ 44 w 704"/>
                <a:gd name="T83" fmla="*/ 88 h 674"/>
                <a:gd name="T84" fmla="*/ 132 w 704"/>
                <a:gd name="T85" fmla="*/ 88 h 674"/>
                <a:gd name="T86" fmla="*/ 176 w 704"/>
                <a:gd name="T87" fmla="*/ 88 h 674"/>
                <a:gd name="T88" fmla="*/ 176 w 704"/>
                <a:gd name="T89" fmla="*/ 132 h 674"/>
                <a:gd name="T90" fmla="*/ 191 w 704"/>
                <a:gd name="T91" fmla="*/ 145 h 674"/>
                <a:gd name="T92" fmla="*/ 205 w 704"/>
                <a:gd name="T93" fmla="*/ 132 h 674"/>
                <a:gd name="T94" fmla="*/ 205 w 704"/>
                <a:gd name="T95" fmla="*/ 88 h 674"/>
                <a:gd name="T96" fmla="*/ 499 w 704"/>
                <a:gd name="T97" fmla="*/ 88 h 674"/>
                <a:gd name="T98" fmla="*/ 499 w 704"/>
                <a:gd name="T99" fmla="*/ 132 h 674"/>
                <a:gd name="T100" fmla="*/ 512 w 704"/>
                <a:gd name="T101" fmla="*/ 145 h 674"/>
                <a:gd name="T102" fmla="*/ 528 w 704"/>
                <a:gd name="T103" fmla="*/ 132 h 674"/>
                <a:gd name="T104" fmla="*/ 528 w 704"/>
                <a:gd name="T105" fmla="*/ 88 h 674"/>
                <a:gd name="T106" fmla="*/ 572 w 704"/>
                <a:gd name="T107" fmla="*/ 88 h 674"/>
                <a:gd name="T108" fmla="*/ 659 w 704"/>
                <a:gd name="T109" fmla="*/ 88 h 674"/>
                <a:gd name="T110" fmla="*/ 670 w 704"/>
                <a:gd name="T111" fmla="*/ 92 h 674"/>
                <a:gd name="T112" fmla="*/ 674 w 704"/>
                <a:gd name="T113" fmla="*/ 102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572" y="58"/>
                  </a:moveTo>
                  <a:lnTo>
                    <a:pt x="572" y="58"/>
                  </a:lnTo>
                  <a:cubicBezTo>
                    <a:pt x="528" y="58"/>
                    <a:pt x="528" y="58"/>
                    <a:pt x="528" y="58"/>
                  </a:cubicBezTo>
                  <a:cubicBezTo>
                    <a:pt x="528" y="14"/>
                    <a:pt x="528" y="14"/>
                    <a:pt x="528" y="14"/>
                  </a:cubicBezTo>
                  <a:cubicBezTo>
                    <a:pt x="528" y="7"/>
                    <a:pt x="521" y="0"/>
                    <a:pt x="512" y="0"/>
                  </a:cubicBezTo>
                  <a:cubicBezTo>
                    <a:pt x="506" y="0"/>
                    <a:pt x="499" y="7"/>
                    <a:pt x="499" y="14"/>
                  </a:cubicBezTo>
                  <a:cubicBezTo>
                    <a:pt x="499" y="58"/>
                    <a:pt x="499" y="58"/>
                    <a:pt x="499" y="58"/>
                  </a:cubicBezTo>
                  <a:cubicBezTo>
                    <a:pt x="205" y="58"/>
                    <a:pt x="205" y="58"/>
                    <a:pt x="205" y="58"/>
                  </a:cubicBezTo>
                  <a:cubicBezTo>
                    <a:pt x="205" y="14"/>
                    <a:pt x="205" y="14"/>
                    <a:pt x="205" y="14"/>
                  </a:cubicBezTo>
                  <a:cubicBezTo>
                    <a:pt x="205" y="7"/>
                    <a:pt x="200"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20" y="58"/>
                    <a:pt x="0" y="78"/>
                    <a:pt x="0" y="102"/>
                  </a:cubicBezTo>
                  <a:cubicBezTo>
                    <a:pt x="0" y="629"/>
                    <a:pt x="0" y="629"/>
                    <a:pt x="0" y="629"/>
                  </a:cubicBezTo>
                  <a:cubicBezTo>
                    <a:pt x="0" y="653"/>
                    <a:pt x="20"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lnTo>
                    <a:pt x="572" y="58"/>
                  </a:lnTo>
                  <a:close/>
                  <a:moveTo>
                    <a:pt x="670" y="640"/>
                  </a:moveTo>
                  <a:lnTo>
                    <a:pt x="670" y="640"/>
                  </a:lnTo>
                  <a:cubicBezTo>
                    <a:pt x="668" y="642"/>
                    <a:pt x="663" y="644"/>
                    <a:pt x="659" y="644"/>
                  </a:cubicBezTo>
                  <a:cubicBezTo>
                    <a:pt x="44" y="644"/>
                    <a:pt x="44" y="644"/>
                    <a:pt x="44" y="644"/>
                  </a:cubicBezTo>
                  <a:cubicBezTo>
                    <a:pt x="40" y="644"/>
                    <a:pt x="38" y="642"/>
                    <a:pt x="35"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moveTo>
                    <a:pt x="674" y="102"/>
                  </a:moveTo>
                  <a:lnTo>
                    <a:pt x="674" y="102"/>
                  </a:lnTo>
                  <a:cubicBezTo>
                    <a:pt x="674" y="205"/>
                    <a:pt x="674" y="205"/>
                    <a:pt x="674" y="205"/>
                  </a:cubicBezTo>
                  <a:cubicBezTo>
                    <a:pt x="29" y="205"/>
                    <a:pt x="29" y="205"/>
                    <a:pt x="29" y="205"/>
                  </a:cubicBezTo>
                  <a:cubicBezTo>
                    <a:pt x="29" y="102"/>
                    <a:pt x="29" y="102"/>
                    <a:pt x="29" y="102"/>
                  </a:cubicBezTo>
                  <a:cubicBezTo>
                    <a:pt x="29" y="97"/>
                    <a:pt x="32" y="95"/>
                    <a:pt x="35" y="92"/>
                  </a:cubicBezTo>
                  <a:cubicBezTo>
                    <a:pt x="38"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200" y="145"/>
                    <a:pt x="205" y="140"/>
                    <a:pt x="205" y="132"/>
                  </a:cubicBezTo>
                  <a:cubicBezTo>
                    <a:pt x="205" y="88"/>
                    <a:pt x="205" y="88"/>
                    <a:pt x="205" y="88"/>
                  </a:cubicBezTo>
                  <a:cubicBezTo>
                    <a:pt x="499" y="88"/>
                    <a:pt x="499" y="88"/>
                    <a:pt x="499" y="88"/>
                  </a:cubicBezTo>
                  <a:cubicBezTo>
                    <a:pt x="499" y="132"/>
                    <a:pt x="499" y="132"/>
                    <a:pt x="499" y="132"/>
                  </a:cubicBezTo>
                  <a:cubicBezTo>
                    <a:pt x="499" y="140"/>
                    <a:pt x="506" y="145"/>
                    <a:pt x="512" y="145"/>
                  </a:cubicBezTo>
                  <a:cubicBezTo>
                    <a:pt x="521" y="145"/>
                    <a:pt x="528" y="140"/>
                    <a:pt x="528" y="132"/>
                  </a:cubicBezTo>
                  <a:cubicBezTo>
                    <a:pt x="528" y="88"/>
                    <a:pt x="528" y="88"/>
                    <a:pt x="528" y="88"/>
                  </a:cubicBezTo>
                  <a:cubicBezTo>
                    <a:pt x="572" y="88"/>
                    <a:pt x="572" y="88"/>
                    <a:pt x="572" y="88"/>
                  </a:cubicBezTo>
                  <a:cubicBezTo>
                    <a:pt x="659" y="88"/>
                    <a:pt x="659" y="88"/>
                    <a:pt x="659" y="88"/>
                  </a:cubicBezTo>
                  <a:cubicBezTo>
                    <a:pt x="663" y="88"/>
                    <a:pt x="668" y="89"/>
                    <a:pt x="670" y="92"/>
                  </a:cubicBezTo>
                  <a:cubicBezTo>
                    <a:pt x="673" y="95"/>
                    <a:pt x="674" y="97"/>
                    <a:pt x="674" y="10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09" name="Freeform 422">
            <a:extLst>
              <a:ext uri="{FF2B5EF4-FFF2-40B4-BE49-F238E27FC236}">
                <a16:creationId xmlns:a16="http://schemas.microsoft.com/office/drawing/2014/main" id="{2FD0EF67-9692-0AAB-D408-E708773A84D9}"/>
              </a:ext>
            </a:extLst>
          </p:cNvPr>
          <p:cNvSpPr>
            <a:spLocks noChangeArrowheads="1"/>
          </p:cNvSpPr>
          <p:nvPr/>
        </p:nvSpPr>
        <p:spPr bwMode="auto">
          <a:xfrm>
            <a:off x="5281736" y="2424708"/>
            <a:ext cx="254000" cy="242887"/>
          </a:xfrm>
          <a:custGeom>
            <a:avLst/>
            <a:gdLst>
              <a:gd name="T0" fmla="*/ 659 w 704"/>
              <a:gd name="T1" fmla="*/ 58 h 674"/>
              <a:gd name="T2" fmla="*/ 659 w 704"/>
              <a:gd name="T3" fmla="*/ 58 h 674"/>
              <a:gd name="T4" fmla="*/ 571 w 704"/>
              <a:gd name="T5" fmla="*/ 58 h 674"/>
              <a:gd name="T6" fmla="*/ 527 w 704"/>
              <a:gd name="T7" fmla="*/ 58 h 674"/>
              <a:gd name="T8" fmla="*/ 527 w 704"/>
              <a:gd name="T9" fmla="*/ 14 h 674"/>
              <a:gd name="T10" fmla="*/ 512 w 704"/>
              <a:gd name="T11" fmla="*/ 0 h 674"/>
              <a:gd name="T12" fmla="*/ 498 w 704"/>
              <a:gd name="T13" fmla="*/ 14 h 674"/>
              <a:gd name="T14" fmla="*/ 498 w 704"/>
              <a:gd name="T15" fmla="*/ 58 h 674"/>
              <a:gd name="T16" fmla="*/ 205 w 704"/>
              <a:gd name="T17" fmla="*/ 58 h 674"/>
              <a:gd name="T18" fmla="*/ 205 w 704"/>
              <a:gd name="T19" fmla="*/ 14 h 674"/>
              <a:gd name="T20" fmla="*/ 191 w 704"/>
              <a:gd name="T21" fmla="*/ 0 h 674"/>
              <a:gd name="T22" fmla="*/ 176 w 704"/>
              <a:gd name="T23" fmla="*/ 14 h 674"/>
              <a:gd name="T24" fmla="*/ 176 w 704"/>
              <a:gd name="T25" fmla="*/ 58 h 674"/>
              <a:gd name="T26" fmla="*/ 132 w 704"/>
              <a:gd name="T27" fmla="*/ 58 h 674"/>
              <a:gd name="T28" fmla="*/ 44 w 704"/>
              <a:gd name="T29" fmla="*/ 58 h 674"/>
              <a:gd name="T30" fmla="*/ 0 w 704"/>
              <a:gd name="T31" fmla="*/ 102 h 674"/>
              <a:gd name="T32" fmla="*/ 0 w 704"/>
              <a:gd name="T33" fmla="*/ 629 h 674"/>
              <a:gd name="T34" fmla="*/ 44 w 704"/>
              <a:gd name="T35" fmla="*/ 673 h 674"/>
              <a:gd name="T36" fmla="*/ 659 w 704"/>
              <a:gd name="T37" fmla="*/ 673 h 674"/>
              <a:gd name="T38" fmla="*/ 703 w 704"/>
              <a:gd name="T39" fmla="*/ 629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34 w 704"/>
              <a:gd name="T51" fmla="*/ 92 h 674"/>
              <a:gd name="T52" fmla="*/ 34 w 704"/>
              <a:gd name="T53" fmla="*/ 92 h 674"/>
              <a:gd name="T54" fmla="*/ 44 w 704"/>
              <a:gd name="T55" fmla="*/ 88 h 674"/>
              <a:gd name="T56" fmla="*/ 132 w 704"/>
              <a:gd name="T57" fmla="*/ 88 h 674"/>
              <a:gd name="T58" fmla="*/ 176 w 704"/>
              <a:gd name="T59" fmla="*/ 88 h 674"/>
              <a:gd name="T60" fmla="*/ 176 w 704"/>
              <a:gd name="T61" fmla="*/ 132 h 674"/>
              <a:gd name="T62" fmla="*/ 191 w 704"/>
              <a:gd name="T63" fmla="*/ 145 h 674"/>
              <a:gd name="T64" fmla="*/ 205 w 704"/>
              <a:gd name="T65" fmla="*/ 132 h 674"/>
              <a:gd name="T66" fmla="*/ 205 w 704"/>
              <a:gd name="T67" fmla="*/ 88 h 674"/>
              <a:gd name="T68" fmla="*/ 498 w 704"/>
              <a:gd name="T69" fmla="*/ 88 h 674"/>
              <a:gd name="T70" fmla="*/ 498 w 704"/>
              <a:gd name="T71" fmla="*/ 132 h 674"/>
              <a:gd name="T72" fmla="*/ 512 w 704"/>
              <a:gd name="T73" fmla="*/ 145 h 674"/>
              <a:gd name="T74" fmla="*/ 527 w 704"/>
              <a:gd name="T75" fmla="*/ 132 h 674"/>
              <a:gd name="T76" fmla="*/ 527 w 704"/>
              <a:gd name="T77" fmla="*/ 88 h 674"/>
              <a:gd name="T78" fmla="*/ 571 w 704"/>
              <a:gd name="T79" fmla="*/ 88 h 674"/>
              <a:gd name="T80" fmla="*/ 659 w 704"/>
              <a:gd name="T81" fmla="*/ 88 h 674"/>
              <a:gd name="T82" fmla="*/ 670 w 704"/>
              <a:gd name="T83" fmla="*/ 92 h 674"/>
              <a:gd name="T84" fmla="*/ 674 w 704"/>
              <a:gd name="T85" fmla="*/ 102 h 674"/>
              <a:gd name="T86" fmla="*/ 674 w 704"/>
              <a:gd name="T87" fmla="*/ 205 h 674"/>
              <a:gd name="T88" fmla="*/ 29 w 704"/>
              <a:gd name="T89" fmla="*/ 205 h 674"/>
              <a:gd name="T90" fmla="*/ 29 w 704"/>
              <a:gd name="T91" fmla="*/ 102 h 674"/>
              <a:gd name="T92" fmla="*/ 34 w 704"/>
              <a:gd name="T93" fmla="*/ 92 h 674"/>
              <a:gd name="T94" fmla="*/ 670 w 704"/>
              <a:gd name="T95" fmla="*/ 640 h 674"/>
              <a:gd name="T96" fmla="*/ 670 w 704"/>
              <a:gd name="T97" fmla="*/ 640 h 674"/>
              <a:gd name="T98" fmla="*/ 659 w 704"/>
              <a:gd name="T99" fmla="*/ 644 h 674"/>
              <a:gd name="T100" fmla="*/ 44 w 704"/>
              <a:gd name="T101" fmla="*/ 644 h 674"/>
              <a:gd name="T102" fmla="*/ 34 w 704"/>
              <a:gd name="T103" fmla="*/ 640 h 674"/>
              <a:gd name="T104" fmla="*/ 29 w 704"/>
              <a:gd name="T105" fmla="*/ 629 h 674"/>
              <a:gd name="T106" fmla="*/ 29 w 704"/>
              <a:gd name="T107" fmla="*/ 233 h 674"/>
              <a:gd name="T108" fmla="*/ 674 w 704"/>
              <a:gd name="T109" fmla="*/ 233 h 674"/>
              <a:gd name="T110" fmla="*/ 674 w 704"/>
              <a:gd name="T111" fmla="*/ 629 h 674"/>
              <a:gd name="T112" fmla="*/ 670 w 704"/>
              <a:gd name="T113" fmla="*/ 640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659" y="58"/>
                </a:moveTo>
                <a:lnTo>
                  <a:pt x="659" y="58"/>
                </a:lnTo>
                <a:cubicBezTo>
                  <a:pt x="571" y="58"/>
                  <a:pt x="571" y="58"/>
                  <a:pt x="571" y="58"/>
                </a:cubicBezTo>
                <a:cubicBezTo>
                  <a:pt x="527" y="58"/>
                  <a:pt x="527" y="58"/>
                  <a:pt x="527" y="58"/>
                </a:cubicBezTo>
                <a:cubicBezTo>
                  <a:pt x="527" y="14"/>
                  <a:pt x="527" y="14"/>
                  <a:pt x="527" y="14"/>
                </a:cubicBezTo>
                <a:cubicBezTo>
                  <a:pt x="527" y="7"/>
                  <a:pt x="520" y="0"/>
                  <a:pt x="512" y="0"/>
                </a:cubicBezTo>
                <a:cubicBezTo>
                  <a:pt x="505" y="0"/>
                  <a:pt x="498" y="7"/>
                  <a:pt x="498" y="14"/>
                </a:cubicBezTo>
                <a:cubicBezTo>
                  <a:pt x="498" y="58"/>
                  <a:pt x="498" y="58"/>
                  <a:pt x="498" y="58"/>
                </a:cubicBezTo>
                <a:cubicBezTo>
                  <a:pt x="205" y="58"/>
                  <a:pt x="205" y="58"/>
                  <a:pt x="205" y="58"/>
                </a:cubicBezTo>
                <a:cubicBezTo>
                  <a:pt x="205" y="14"/>
                  <a:pt x="205" y="14"/>
                  <a:pt x="205" y="14"/>
                </a:cubicBezTo>
                <a:cubicBezTo>
                  <a:pt x="205" y="7"/>
                  <a:pt x="199"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close/>
                <a:moveTo>
                  <a:pt x="34" y="92"/>
                </a:moveTo>
                <a:lnTo>
                  <a:pt x="34" y="92"/>
                </a:lnTo>
                <a:cubicBezTo>
                  <a:pt x="37"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199" y="145"/>
                  <a:pt x="205" y="140"/>
                  <a:pt x="205" y="132"/>
                </a:cubicBezTo>
                <a:cubicBezTo>
                  <a:pt x="205" y="88"/>
                  <a:pt x="205" y="88"/>
                  <a:pt x="205" y="88"/>
                </a:cubicBezTo>
                <a:cubicBezTo>
                  <a:pt x="498" y="88"/>
                  <a:pt x="498" y="88"/>
                  <a:pt x="498" y="88"/>
                </a:cubicBezTo>
                <a:cubicBezTo>
                  <a:pt x="498" y="132"/>
                  <a:pt x="498" y="132"/>
                  <a:pt x="498" y="132"/>
                </a:cubicBezTo>
                <a:cubicBezTo>
                  <a:pt x="498" y="140"/>
                  <a:pt x="505"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7" y="89"/>
                  <a:pt x="670" y="92"/>
                </a:cubicBezTo>
                <a:cubicBezTo>
                  <a:pt x="673" y="95"/>
                  <a:pt x="674" y="97"/>
                  <a:pt x="674" y="102"/>
                </a:cubicBezTo>
                <a:cubicBezTo>
                  <a:pt x="674" y="205"/>
                  <a:pt x="674" y="205"/>
                  <a:pt x="674" y="205"/>
                </a:cubicBezTo>
                <a:cubicBezTo>
                  <a:pt x="29" y="205"/>
                  <a:pt x="29" y="205"/>
                  <a:pt x="29" y="205"/>
                </a:cubicBezTo>
                <a:cubicBezTo>
                  <a:pt x="29" y="102"/>
                  <a:pt x="29" y="102"/>
                  <a:pt x="29" y="102"/>
                </a:cubicBezTo>
                <a:cubicBezTo>
                  <a:pt x="29" y="97"/>
                  <a:pt x="32" y="95"/>
                  <a:pt x="34" y="92"/>
                </a:cubicBezTo>
                <a:close/>
                <a:moveTo>
                  <a:pt x="670" y="640"/>
                </a:moveTo>
                <a:lnTo>
                  <a:pt x="670" y="640"/>
                </a:lnTo>
                <a:cubicBezTo>
                  <a:pt x="667" y="642"/>
                  <a:pt x="663" y="644"/>
                  <a:pt x="659" y="644"/>
                </a:cubicBezTo>
                <a:cubicBezTo>
                  <a:pt x="44" y="644"/>
                  <a:pt x="44" y="644"/>
                  <a:pt x="44" y="644"/>
                </a:cubicBezTo>
                <a:cubicBezTo>
                  <a:pt x="40" y="644"/>
                  <a:pt x="37" y="642"/>
                  <a:pt x="34"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path>
            </a:pathLst>
          </a:custGeom>
          <a:solidFill>
            <a:schemeClr val="tx2"/>
          </a:solidFill>
          <a:ln>
            <a:noFill/>
          </a:ln>
          <a:effectLst/>
        </p:spPr>
        <p:txBody>
          <a:bodyPr wrap="none" anchor="ctr"/>
          <a:lstStyle/>
          <a:p>
            <a:endParaRPr lang="da-DK"/>
          </a:p>
        </p:txBody>
      </p:sp>
      <p:grpSp>
        <p:nvGrpSpPr>
          <p:cNvPr id="510" name="Group 513">
            <a:extLst>
              <a:ext uri="{FF2B5EF4-FFF2-40B4-BE49-F238E27FC236}">
                <a16:creationId xmlns:a16="http://schemas.microsoft.com/office/drawing/2014/main" id="{BE7F85DD-3DAC-FA19-B345-765FBBFEECC9}"/>
              </a:ext>
            </a:extLst>
          </p:cNvPr>
          <p:cNvGrpSpPr/>
          <p:nvPr/>
        </p:nvGrpSpPr>
        <p:grpSpPr>
          <a:xfrm>
            <a:off x="5777036" y="2414389"/>
            <a:ext cx="268288" cy="263525"/>
            <a:chOff x="4635500" y="2652713"/>
            <a:chExt cx="268288" cy="263525"/>
          </a:xfrm>
          <a:solidFill>
            <a:schemeClr val="tx2"/>
          </a:solidFill>
        </p:grpSpPr>
        <p:sp>
          <p:nvSpPr>
            <p:cNvPr id="511" name="Freeform 423">
              <a:extLst>
                <a:ext uri="{FF2B5EF4-FFF2-40B4-BE49-F238E27FC236}">
                  <a16:creationId xmlns:a16="http://schemas.microsoft.com/office/drawing/2014/main" id="{E14B01EA-A6D8-3C59-4399-BC881312253D}"/>
                </a:ext>
              </a:extLst>
            </p:cNvPr>
            <p:cNvSpPr>
              <a:spLocks noChangeArrowheads="1"/>
            </p:cNvSpPr>
            <p:nvPr/>
          </p:nvSpPr>
          <p:spPr bwMode="auto">
            <a:xfrm>
              <a:off x="4787900" y="2800350"/>
              <a:ext cx="115888" cy="115888"/>
            </a:xfrm>
            <a:custGeom>
              <a:avLst/>
              <a:gdLst>
                <a:gd name="T0" fmla="*/ 323 w 324"/>
                <a:gd name="T1" fmla="*/ 162 h 324"/>
                <a:gd name="T2" fmla="*/ 323 w 324"/>
                <a:gd name="T3" fmla="*/ 162 h 324"/>
                <a:gd name="T4" fmla="*/ 161 w 324"/>
                <a:gd name="T5" fmla="*/ 0 h 324"/>
                <a:gd name="T6" fmla="*/ 0 w 324"/>
                <a:gd name="T7" fmla="*/ 162 h 324"/>
                <a:gd name="T8" fmla="*/ 161 w 324"/>
                <a:gd name="T9" fmla="*/ 323 h 324"/>
                <a:gd name="T10" fmla="*/ 323 w 324"/>
                <a:gd name="T11" fmla="*/ 162 h 324"/>
                <a:gd name="T12" fmla="*/ 161 w 324"/>
                <a:gd name="T13" fmla="*/ 294 h 324"/>
                <a:gd name="T14" fmla="*/ 161 w 324"/>
                <a:gd name="T15" fmla="*/ 294 h 324"/>
                <a:gd name="T16" fmla="*/ 69 w 324"/>
                <a:gd name="T17" fmla="*/ 255 h 324"/>
                <a:gd name="T18" fmla="*/ 29 w 324"/>
                <a:gd name="T19" fmla="*/ 162 h 324"/>
                <a:gd name="T20" fmla="*/ 69 w 324"/>
                <a:gd name="T21" fmla="*/ 69 h 324"/>
                <a:gd name="T22" fmla="*/ 161 w 324"/>
                <a:gd name="T23" fmla="*/ 30 h 324"/>
                <a:gd name="T24" fmla="*/ 254 w 324"/>
                <a:gd name="T25" fmla="*/ 69 h 324"/>
                <a:gd name="T26" fmla="*/ 292 w 324"/>
                <a:gd name="T27" fmla="*/ 162 h 324"/>
                <a:gd name="T28" fmla="*/ 254 w 324"/>
                <a:gd name="T29" fmla="*/ 255 h 324"/>
                <a:gd name="T30" fmla="*/ 161 w 324"/>
                <a:gd name="T31" fmla="*/ 29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4">
                  <a:moveTo>
                    <a:pt x="323" y="162"/>
                  </a:moveTo>
                  <a:lnTo>
                    <a:pt x="323" y="162"/>
                  </a:lnTo>
                  <a:cubicBezTo>
                    <a:pt x="323" y="73"/>
                    <a:pt x="250" y="0"/>
                    <a:pt x="161" y="0"/>
                  </a:cubicBezTo>
                  <a:cubicBezTo>
                    <a:pt x="73" y="0"/>
                    <a:pt x="0" y="73"/>
                    <a:pt x="0" y="162"/>
                  </a:cubicBezTo>
                  <a:cubicBezTo>
                    <a:pt x="0" y="251"/>
                    <a:pt x="73" y="323"/>
                    <a:pt x="161" y="323"/>
                  </a:cubicBezTo>
                  <a:cubicBezTo>
                    <a:pt x="250" y="323"/>
                    <a:pt x="323" y="251"/>
                    <a:pt x="323" y="162"/>
                  </a:cubicBezTo>
                  <a:close/>
                  <a:moveTo>
                    <a:pt x="161" y="294"/>
                  </a:moveTo>
                  <a:lnTo>
                    <a:pt x="161" y="294"/>
                  </a:lnTo>
                  <a:cubicBezTo>
                    <a:pt x="125" y="294"/>
                    <a:pt x="92" y="279"/>
                    <a:pt x="69" y="255"/>
                  </a:cubicBezTo>
                  <a:cubicBezTo>
                    <a:pt x="44" y="231"/>
                    <a:pt x="29" y="198"/>
                    <a:pt x="29" y="162"/>
                  </a:cubicBezTo>
                  <a:cubicBezTo>
                    <a:pt x="29" y="125"/>
                    <a:pt x="44" y="92"/>
                    <a:pt x="69" y="69"/>
                  </a:cubicBezTo>
                  <a:cubicBezTo>
                    <a:pt x="92" y="44"/>
                    <a:pt x="125" y="30"/>
                    <a:pt x="161" y="30"/>
                  </a:cubicBezTo>
                  <a:cubicBezTo>
                    <a:pt x="198" y="30"/>
                    <a:pt x="231" y="44"/>
                    <a:pt x="254" y="69"/>
                  </a:cubicBezTo>
                  <a:cubicBezTo>
                    <a:pt x="279" y="92"/>
                    <a:pt x="292" y="125"/>
                    <a:pt x="292" y="162"/>
                  </a:cubicBezTo>
                  <a:cubicBezTo>
                    <a:pt x="292" y="198"/>
                    <a:pt x="279" y="231"/>
                    <a:pt x="254" y="255"/>
                  </a:cubicBezTo>
                  <a:cubicBezTo>
                    <a:pt x="231" y="279"/>
                    <a:pt x="198" y="294"/>
                    <a:pt x="16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2" name="Freeform 424">
              <a:extLst>
                <a:ext uri="{FF2B5EF4-FFF2-40B4-BE49-F238E27FC236}">
                  <a16:creationId xmlns:a16="http://schemas.microsoft.com/office/drawing/2014/main" id="{355FBD9E-1C9A-7148-F431-F18783870704}"/>
                </a:ext>
              </a:extLst>
            </p:cNvPr>
            <p:cNvSpPr>
              <a:spLocks noChangeArrowheads="1"/>
            </p:cNvSpPr>
            <p:nvPr/>
          </p:nvSpPr>
          <p:spPr bwMode="auto">
            <a:xfrm>
              <a:off x="4841875" y="2820988"/>
              <a:ext cx="31750" cy="63500"/>
            </a:xfrm>
            <a:custGeom>
              <a:avLst/>
              <a:gdLst>
                <a:gd name="T0" fmla="*/ 29 w 90"/>
                <a:gd name="T1" fmla="*/ 96 h 178"/>
                <a:gd name="T2" fmla="*/ 29 w 90"/>
                <a:gd name="T3" fmla="*/ 96 h 178"/>
                <a:gd name="T4" fmla="*/ 29 w 90"/>
                <a:gd name="T5" fmla="*/ 15 h 178"/>
                <a:gd name="T6" fmla="*/ 14 w 90"/>
                <a:gd name="T7" fmla="*/ 0 h 178"/>
                <a:gd name="T8" fmla="*/ 0 w 90"/>
                <a:gd name="T9" fmla="*/ 15 h 178"/>
                <a:gd name="T10" fmla="*/ 0 w 90"/>
                <a:gd name="T11" fmla="*/ 103 h 178"/>
                <a:gd name="T12" fmla="*/ 1 w 90"/>
                <a:gd name="T13" fmla="*/ 109 h 178"/>
                <a:gd name="T14" fmla="*/ 4 w 90"/>
                <a:gd name="T15" fmla="*/ 113 h 178"/>
                <a:gd name="T16" fmla="*/ 63 w 90"/>
                <a:gd name="T17" fmla="*/ 172 h 178"/>
                <a:gd name="T18" fmla="*/ 84 w 90"/>
                <a:gd name="T19" fmla="*/ 172 h 178"/>
                <a:gd name="T20" fmla="*/ 84 w 90"/>
                <a:gd name="T21" fmla="*/ 151 h 178"/>
                <a:gd name="T22" fmla="*/ 29 w 90"/>
                <a:gd name="T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178">
                  <a:moveTo>
                    <a:pt x="29" y="96"/>
                  </a:moveTo>
                  <a:lnTo>
                    <a:pt x="29" y="96"/>
                  </a:lnTo>
                  <a:cubicBezTo>
                    <a:pt x="29" y="15"/>
                    <a:pt x="29" y="15"/>
                    <a:pt x="29" y="15"/>
                  </a:cubicBezTo>
                  <a:cubicBezTo>
                    <a:pt x="29" y="7"/>
                    <a:pt x="22" y="0"/>
                    <a:pt x="14" y="0"/>
                  </a:cubicBezTo>
                  <a:cubicBezTo>
                    <a:pt x="7" y="0"/>
                    <a:pt x="0" y="7"/>
                    <a:pt x="0" y="15"/>
                  </a:cubicBezTo>
                  <a:cubicBezTo>
                    <a:pt x="0" y="103"/>
                    <a:pt x="0" y="103"/>
                    <a:pt x="0" y="103"/>
                  </a:cubicBezTo>
                  <a:cubicBezTo>
                    <a:pt x="0" y="104"/>
                    <a:pt x="0" y="107"/>
                    <a:pt x="1" y="109"/>
                  </a:cubicBezTo>
                  <a:cubicBezTo>
                    <a:pt x="1" y="110"/>
                    <a:pt x="3" y="111"/>
                    <a:pt x="4" y="113"/>
                  </a:cubicBezTo>
                  <a:cubicBezTo>
                    <a:pt x="63" y="172"/>
                    <a:pt x="63" y="172"/>
                    <a:pt x="63" y="172"/>
                  </a:cubicBezTo>
                  <a:cubicBezTo>
                    <a:pt x="69" y="177"/>
                    <a:pt x="77" y="177"/>
                    <a:pt x="84" y="172"/>
                  </a:cubicBezTo>
                  <a:cubicBezTo>
                    <a:pt x="89" y="166"/>
                    <a:pt x="89" y="157"/>
                    <a:pt x="84" y="151"/>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5">
              <a:extLst>
                <a:ext uri="{FF2B5EF4-FFF2-40B4-BE49-F238E27FC236}">
                  <a16:creationId xmlns:a16="http://schemas.microsoft.com/office/drawing/2014/main" id="{007F936F-44DB-7620-FF6C-B2C31B98725A}"/>
                </a:ext>
              </a:extLst>
            </p:cNvPr>
            <p:cNvSpPr>
              <a:spLocks noChangeArrowheads="1"/>
            </p:cNvSpPr>
            <p:nvPr/>
          </p:nvSpPr>
          <p:spPr bwMode="auto">
            <a:xfrm>
              <a:off x="4635500" y="2652713"/>
              <a:ext cx="254000" cy="242887"/>
            </a:xfrm>
            <a:custGeom>
              <a:avLst/>
              <a:gdLst>
                <a:gd name="T0" fmla="*/ 189 w 704"/>
                <a:gd name="T1" fmla="*/ 0 h 674"/>
                <a:gd name="T2" fmla="*/ 189 w 704"/>
                <a:gd name="T3" fmla="*/ 0 h 674"/>
                <a:gd name="T4" fmla="*/ 176 w 704"/>
                <a:gd name="T5" fmla="*/ 14 h 674"/>
                <a:gd name="T6" fmla="*/ 176 w 704"/>
                <a:gd name="T7" fmla="*/ 58 h 674"/>
                <a:gd name="T8" fmla="*/ 132 w 704"/>
                <a:gd name="T9" fmla="*/ 58 h 674"/>
                <a:gd name="T10" fmla="*/ 44 w 704"/>
                <a:gd name="T11" fmla="*/ 58 h 674"/>
                <a:gd name="T12" fmla="*/ 0 w 704"/>
                <a:gd name="T13" fmla="*/ 102 h 674"/>
                <a:gd name="T14" fmla="*/ 0 w 704"/>
                <a:gd name="T15" fmla="*/ 629 h 674"/>
                <a:gd name="T16" fmla="*/ 44 w 704"/>
                <a:gd name="T17" fmla="*/ 673 h 674"/>
                <a:gd name="T18" fmla="*/ 364 w 704"/>
                <a:gd name="T19" fmla="*/ 673 h 674"/>
                <a:gd name="T20" fmla="*/ 379 w 704"/>
                <a:gd name="T21" fmla="*/ 659 h 674"/>
                <a:gd name="T22" fmla="*/ 364 w 704"/>
                <a:gd name="T23" fmla="*/ 644 h 674"/>
                <a:gd name="T24" fmla="*/ 44 w 704"/>
                <a:gd name="T25" fmla="*/ 644 h 674"/>
                <a:gd name="T26" fmla="*/ 33 w 704"/>
                <a:gd name="T27" fmla="*/ 640 h 674"/>
                <a:gd name="T28" fmla="*/ 29 w 704"/>
                <a:gd name="T29" fmla="*/ 629 h 674"/>
                <a:gd name="T30" fmla="*/ 29 w 704"/>
                <a:gd name="T31" fmla="*/ 233 h 674"/>
                <a:gd name="T32" fmla="*/ 673 w 704"/>
                <a:gd name="T33" fmla="*/ 233 h 674"/>
                <a:gd name="T34" fmla="*/ 673 w 704"/>
                <a:gd name="T35" fmla="*/ 361 h 674"/>
                <a:gd name="T36" fmla="*/ 688 w 704"/>
                <a:gd name="T37" fmla="*/ 376 h 674"/>
                <a:gd name="T38" fmla="*/ 703 w 704"/>
                <a:gd name="T39" fmla="*/ 361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571 w 704"/>
                <a:gd name="T51" fmla="*/ 58 h 674"/>
                <a:gd name="T52" fmla="*/ 527 w 704"/>
                <a:gd name="T53" fmla="*/ 58 h 674"/>
                <a:gd name="T54" fmla="*/ 527 w 704"/>
                <a:gd name="T55" fmla="*/ 14 h 674"/>
                <a:gd name="T56" fmla="*/ 512 w 704"/>
                <a:gd name="T57" fmla="*/ 0 h 674"/>
                <a:gd name="T58" fmla="*/ 497 w 704"/>
                <a:gd name="T59" fmla="*/ 14 h 674"/>
                <a:gd name="T60" fmla="*/ 497 w 704"/>
                <a:gd name="T61" fmla="*/ 58 h 674"/>
                <a:gd name="T62" fmla="*/ 204 w 704"/>
                <a:gd name="T63" fmla="*/ 58 h 674"/>
                <a:gd name="T64" fmla="*/ 204 w 704"/>
                <a:gd name="T65" fmla="*/ 14 h 674"/>
                <a:gd name="T66" fmla="*/ 189 w 704"/>
                <a:gd name="T67" fmla="*/ 0 h 674"/>
                <a:gd name="T68" fmla="*/ 497 w 704"/>
                <a:gd name="T69" fmla="*/ 88 h 674"/>
                <a:gd name="T70" fmla="*/ 497 w 704"/>
                <a:gd name="T71" fmla="*/ 88 h 674"/>
                <a:gd name="T72" fmla="*/ 497 w 704"/>
                <a:gd name="T73" fmla="*/ 132 h 674"/>
                <a:gd name="T74" fmla="*/ 512 w 704"/>
                <a:gd name="T75" fmla="*/ 145 h 674"/>
                <a:gd name="T76" fmla="*/ 527 w 704"/>
                <a:gd name="T77" fmla="*/ 132 h 674"/>
                <a:gd name="T78" fmla="*/ 527 w 704"/>
                <a:gd name="T79" fmla="*/ 88 h 674"/>
                <a:gd name="T80" fmla="*/ 571 w 704"/>
                <a:gd name="T81" fmla="*/ 88 h 674"/>
                <a:gd name="T82" fmla="*/ 659 w 704"/>
                <a:gd name="T83" fmla="*/ 88 h 674"/>
                <a:gd name="T84" fmla="*/ 668 w 704"/>
                <a:gd name="T85" fmla="*/ 92 h 674"/>
                <a:gd name="T86" fmla="*/ 673 w 704"/>
                <a:gd name="T87" fmla="*/ 102 h 674"/>
                <a:gd name="T88" fmla="*/ 673 w 704"/>
                <a:gd name="T89" fmla="*/ 205 h 674"/>
                <a:gd name="T90" fmla="*/ 29 w 704"/>
                <a:gd name="T91" fmla="*/ 205 h 674"/>
                <a:gd name="T92" fmla="*/ 29 w 704"/>
                <a:gd name="T93" fmla="*/ 102 h 674"/>
                <a:gd name="T94" fmla="*/ 33 w 704"/>
                <a:gd name="T95" fmla="*/ 92 h 674"/>
                <a:gd name="T96" fmla="*/ 44 w 704"/>
                <a:gd name="T97" fmla="*/ 88 h 674"/>
                <a:gd name="T98" fmla="*/ 132 w 704"/>
                <a:gd name="T99" fmla="*/ 88 h 674"/>
                <a:gd name="T100" fmla="*/ 176 w 704"/>
                <a:gd name="T101" fmla="*/ 88 h 674"/>
                <a:gd name="T102" fmla="*/ 176 w 704"/>
                <a:gd name="T103" fmla="*/ 132 h 674"/>
                <a:gd name="T104" fmla="*/ 189 w 704"/>
                <a:gd name="T105" fmla="*/ 145 h 674"/>
                <a:gd name="T106" fmla="*/ 204 w 704"/>
                <a:gd name="T107" fmla="*/ 132 h 674"/>
                <a:gd name="T108" fmla="*/ 204 w 704"/>
                <a:gd name="T109" fmla="*/ 88 h 674"/>
                <a:gd name="T110" fmla="*/ 497 w 704"/>
                <a:gd name="T111" fmla="*/ 88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4" h="674">
                  <a:moveTo>
                    <a:pt x="189" y="0"/>
                  </a:moveTo>
                  <a:lnTo>
                    <a:pt x="189" y="0"/>
                  </a:lnTo>
                  <a:cubicBezTo>
                    <a:pt x="182"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364" y="673"/>
                    <a:pt x="364" y="673"/>
                    <a:pt x="364" y="673"/>
                  </a:cubicBezTo>
                  <a:cubicBezTo>
                    <a:pt x="372" y="673"/>
                    <a:pt x="379" y="667"/>
                    <a:pt x="379" y="659"/>
                  </a:cubicBezTo>
                  <a:cubicBezTo>
                    <a:pt x="379" y="651"/>
                    <a:pt x="372" y="644"/>
                    <a:pt x="364" y="644"/>
                  </a:cubicBezTo>
                  <a:cubicBezTo>
                    <a:pt x="44" y="644"/>
                    <a:pt x="44" y="644"/>
                    <a:pt x="44" y="644"/>
                  </a:cubicBezTo>
                  <a:cubicBezTo>
                    <a:pt x="40" y="644"/>
                    <a:pt x="36" y="642"/>
                    <a:pt x="33" y="640"/>
                  </a:cubicBezTo>
                  <a:cubicBezTo>
                    <a:pt x="30" y="637"/>
                    <a:pt x="29" y="633"/>
                    <a:pt x="29" y="629"/>
                  </a:cubicBezTo>
                  <a:cubicBezTo>
                    <a:pt x="29" y="233"/>
                    <a:pt x="29" y="233"/>
                    <a:pt x="29" y="233"/>
                  </a:cubicBezTo>
                  <a:cubicBezTo>
                    <a:pt x="673" y="233"/>
                    <a:pt x="673" y="233"/>
                    <a:pt x="673" y="233"/>
                  </a:cubicBezTo>
                  <a:cubicBezTo>
                    <a:pt x="673" y="361"/>
                    <a:pt x="673" y="361"/>
                    <a:pt x="673" y="361"/>
                  </a:cubicBezTo>
                  <a:cubicBezTo>
                    <a:pt x="673" y="369"/>
                    <a:pt x="679" y="376"/>
                    <a:pt x="688" y="376"/>
                  </a:cubicBezTo>
                  <a:cubicBezTo>
                    <a:pt x="696" y="376"/>
                    <a:pt x="703" y="369"/>
                    <a:pt x="703" y="361"/>
                  </a:cubicBezTo>
                  <a:cubicBezTo>
                    <a:pt x="703" y="220"/>
                    <a:pt x="703" y="220"/>
                    <a:pt x="703" y="220"/>
                  </a:cubicBezTo>
                  <a:lnTo>
                    <a:pt x="703" y="220"/>
                  </a:lnTo>
                  <a:lnTo>
                    <a:pt x="703" y="220"/>
                  </a:lnTo>
                  <a:cubicBezTo>
                    <a:pt x="703" y="102"/>
                    <a:pt x="703" y="102"/>
                    <a:pt x="703" y="102"/>
                  </a:cubicBezTo>
                  <a:cubicBezTo>
                    <a:pt x="703" y="78"/>
                    <a:pt x="682" y="58"/>
                    <a:pt x="659" y="58"/>
                  </a:cubicBezTo>
                  <a:cubicBezTo>
                    <a:pt x="571" y="58"/>
                    <a:pt x="571" y="58"/>
                    <a:pt x="571" y="58"/>
                  </a:cubicBezTo>
                  <a:cubicBezTo>
                    <a:pt x="527" y="58"/>
                    <a:pt x="527" y="58"/>
                    <a:pt x="527" y="58"/>
                  </a:cubicBezTo>
                  <a:cubicBezTo>
                    <a:pt x="527" y="14"/>
                    <a:pt x="527" y="14"/>
                    <a:pt x="527" y="14"/>
                  </a:cubicBezTo>
                  <a:cubicBezTo>
                    <a:pt x="527" y="7"/>
                    <a:pt x="520" y="0"/>
                    <a:pt x="512" y="0"/>
                  </a:cubicBezTo>
                  <a:cubicBezTo>
                    <a:pt x="504" y="0"/>
                    <a:pt x="497" y="7"/>
                    <a:pt x="497" y="14"/>
                  </a:cubicBezTo>
                  <a:cubicBezTo>
                    <a:pt x="497" y="58"/>
                    <a:pt x="497" y="58"/>
                    <a:pt x="497" y="58"/>
                  </a:cubicBezTo>
                  <a:cubicBezTo>
                    <a:pt x="204" y="58"/>
                    <a:pt x="204" y="58"/>
                    <a:pt x="204" y="58"/>
                  </a:cubicBezTo>
                  <a:cubicBezTo>
                    <a:pt x="204" y="14"/>
                    <a:pt x="204" y="14"/>
                    <a:pt x="204" y="14"/>
                  </a:cubicBezTo>
                  <a:cubicBezTo>
                    <a:pt x="204" y="7"/>
                    <a:pt x="198" y="0"/>
                    <a:pt x="189" y="0"/>
                  </a:cubicBezTo>
                  <a:close/>
                  <a:moveTo>
                    <a:pt x="497" y="88"/>
                  </a:moveTo>
                  <a:lnTo>
                    <a:pt x="497" y="88"/>
                  </a:lnTo>
                  <a:cubicBezTo>
                    <a:pt x="497" y="132"/>
                    <a:pt x="497" y="132"/>
                    <a:pt x="497" y="132"/>
                  </a:cubicBezTo>
                  <a:cubicBezTo>
                    <a:pt x="497" y="140"/>
                    <a:pt x="504"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6" y="89"/>
                    <a:pt x="668" y="92"/>
                  </a:cubicBezTo>
                  <a:cubicBezTo>
                    <a:pt x="671" y="95"/>
                    <a:pt x="673" y="97"/>
                    <a:pt x="673" y="102"/>
                  </a:cubicBezTo>
                  <a:cubicBezTo>
                    <a:pt x="673" y="205"/>
                    <a:pt x="673" y="205"/>
                    <a:pt x="673" y="205"/>
                  </a:cubicBezTo>
                  <a:cubicBezTo>
                    <a:pt x="29" y="205"/>
                    <a:pt x="29" y="205"/>
                    <a:pt x="29" y="205"/>
                  </a:cubicBezTo>
                  <a:cubicBezTo>
                    <a:pt x="29" y="102"/>
                    <a:pt x="29" y="102"/>
                    <a:pt x="29" y="102"/>
                  </a:cubicBezTo>
                  <a:cubicBezTo>
                    <a:pt x="29" y="97"/>
                    <a:pt x="30" y="95"/>
                    <a:pt x="33" y="92"/>
                  </a:cubicBezTo>
                  <a:cubicBezTo>
                    <a:pt x="36" y="89"/>
                    <a:pt x="40" y="88"/>
                    <a:pt x="44" y="88"/>
                  </a:cubicBezTo>
                  <a:cubicBezTo>
                    <a:pt x="132" y="88"/>
                    <a:pt x="132" y="88"/>
                    <a:pt x="132" y="88"/>
                  </a:cubicBezTo>
                  <a:cubicBezTo>
                    <a:pt x="176" y="88"/>
                    <a:pt x="176" y="88"/>
                    <a:pt x="176" y="88"/>
                  </a:cubicBezTo>
                  <a:cubicBezTo>
                    <a:pt x="176" y="132"/>
                    <a:pt x="176" y="132"/>
                    <a:pt x="176" y="132"/>
                  </a:cubicBezTo>
                  <a:cubicBezTo>
                    <a:pt x="176" y="140"/>
                    <a:pt x="182" y="145"/>
                    <a:pt x="189" y="145"/>
                  </a:cubicBezTo>
                  <a:cubicBezTo>
                    <a:pt x="198" y="145"/>
                    <a:pt x="204" y="140"/>
                    <a:pt x="204" y="132"/>
                  </a:cubicBezTo>
                  <a:cubicBezTo>
                    <a:pt x="204" y="88"/>
                    <a:pt x="204" y="88"/>
                    <a:pt x="204" y="88"/>
                  </a:cubicBezTo>
                  <a:lnTo>
                    <a:pt x="497"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4" name="Group 517">
            <a:extLst>
              <a:ext uri="{FF2B5EF4-FFF2-40B4-BE49-F238E27FC236}">
                <a16:creationId xmlns:a16="http://schemas.microsoft.com/office/drawing/2014/main" id="{DF5281A0-5C1C-9FF3-72F5-7FB8A07BA3F4}"/>
              </a:ext>
            </a:extLst>
          </p:cNvPr>
          <p:cNvGrpSpPr/>
          <p:nvPr/>
        </p:nvGrpSpPr>
        <p:grpSpPr>
          <a:xfrm>
            <a:off x="5831011" y="2863577"/>
            <a:ext cx="169863" cy="261938"/>
            <a:chOff x="4689475" y="3140075"/>
            <a:chExt cx="169863" cy="261938"/>
          </a:xfrm>
          <a:solidFill>
            <a:schemeClr val="tx2"/>
          </a:solidFill>
        </p:grpSpPr>
        <p:sp>
          <p:nvSpPr>
            <p:cNvPr id="515" name="Freeform 426">
              <a:extLst>
                <a:ext uri="{FF2B5EF4-FFF2-40B4-BE49-F238E27FC236}">
                  <a16:creationId xmlns:a16="http://schemas.microsoft.com/office/drawing/2014/main" id="{2E8AEB88-A80A-D0B0-2C0F-649E0F3A89DA}"/>
                </a:ext>
              </a:extLst>
            </p:cNvPr>
            <p:cNvSpPr>
              <a:spLocks noChangeArrowheads="1"/>
            </p:cNvSpPr>
            <p:nvPr/>
          </p:nvSpPr>
          <p:spPr bwMode="auto">
            <a:xfrm>
              <a:off x="4810125" y="33924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7">
              <a:extLst>
                <a:ext uri="{FF2B5EF4-FFF2-40B4-BE49-F238E27FC236}">
                  <a16:creationId xmlns:a16="http://schemas.microsoft.com/office/drawing/2014/main" id="{CCC17712-141F-F404-B6E8-DA137B011B87}"/>
                </a:ext>
              </a:extLst>
            </p:cNvPr>
            <p:cNvSpPr>
              <a:spLocks noChangeArrowheads="1"/>
            </p:cNvSpPr>
            <p:nvPr/>
          </p:nvSpPr>
          <p:spPr bwMode="auto">
            <a:xfrm>
              <a:off x="4689475" y="3140075"/>
              <a:ext cx="169863" cy="261938"/>
            </a:xfrm>
            <a:custGeom>
              <a:avLst/>
              <a:gdLst>
                <a:gd name="T0" fmla="*/ 467 w 470"/>
                <a:gd name="T1" fmla="*/ 449 h 726"/>
                <a:gd name="T2" fmla="*/ 467 w 470"/>
                <a:gd name="T3" fmla="*/ 449 h 726"/>
                <a:gd name="T4" fmla="*/ 464 w 470"/>
                <a:gd name="T5" fmla="*/ 431 h 726"/>
                <a:gd name="T6" fmla="*/ 34 w 470"/>
                <a:gd name="T7" fmla="*/ 6 h 726"/>
                <a:gd name="T8" fmla="*/ 19 w 470"/>
                <a:gd name="T9" fmla="*/ 3 h 726"/>
                <a:gd name="T10" fmla="*/ 10 w 470"/>
                <a:gd name="T11" fmla="*/ 16 h 726"/>
                <a:gd name="T12" fmla="*/ 0 w 470"/>
                <a:gd name="T13" fmla="*/ 621 h 726"/>
                <a:gd name="T14" fmla="*/ 10 w 470"/>
                <a:gd name="T15" fmla="*/ 635 h 726"/>
                <a:gd name="T16" fmla="*/ 26 w 470"/>
                <a:gd name="T17" fmla="*/ 629 h 726"/>
                <a:gd name="T18" fmla="*/ 145 w 470"/>
                <a:gd name="T19" fmla="*/ 474 h 726"/>
                <a:gd name="T20" fmla="*/ 240 w 470"/>
                <a:gd name="T21" fmla="*/ 706 h 726"/>
                <a:gd name="T22" fmla="*/ 270 w 470"/>
                <a:gd name="T23" fmla="*/ 725 h 726"/>
                <a:gd name="T24" fmla="*/ 283 w 470"/>
                <a:gd name="T25" fmla="*/ 724 h 726"/>
                <a:gd name="T26" fmla="*/ 283 w 470"/>
                <a:gd name="T27" fmla="*/ 724 h 726"/>
                <a:gd name="T28" fmla="*/ 333 w 470"/>
                <a:gd name="T29" fmla="*/ 702 h 726"/>
                <a:gd name="T30" fmla="*/ 354 w 470"/>
                <a:gd name="T31" fmla="*/ 673 h 726"/>
                <a:gd name="T32" fmla="*/ 351 w 470"/>
                <a:gd name="T33" fmla="*/ 661 h 726"/>
                <a:gd name="T34" fmla="*/ 351 w 470"/>
                <a:gd name="T35" fmla="*/ 661 h 726"/>
                <a:gd name="T36" fmla="*/ 257 w 470"/>
                <a:gd name="T37" fmla="*/ 429 h 726"/>
                <a:gd name="T38" fmla="*/ 451 w 470"/>
                <a:gd name="T39" fmla="*/ 456 h 726"/>
                <a:gd name="T40" fmla="*/ 467 w 470"/>
                <a:gd name="T41" fmla="*/ 449 h 726"/>
                <a:gd name="T42" fmla="*/ 220 w 470"/>
                <a:gd name="T43" fmla="*/ 416 h 726"/>
                <a:gd name="T44" fmla="*/ 220 w 470"/>
                <a:gd name="T45" fmla="*/ 416 h 726"/>
                <a:gd name="T46" fmla="*/ 324 w 470"/>
                <a:gd name="T47" fmla="*/ 672 h 726"/>
                <a:gd name="T48" fmla="*/ 324 w 470"/>
                <a:gd name="T49" fmla="*/ 672 h 726"/>
                <a:gd name="T50" fmla="*/ 324 w 470"/>
                <a:gd name="T51" fmla="*/ 673 h 726"/>
                <a:gd name="T52" fmla="*/ 322 w 470"/>
                <a:gd name="T53" fmla="*/ 676 h 726"/>
                <a:gd name="T54" fmla="*/ 322 w 470"/>
                <a:gd name="T55" fmla="*/ 676 h 726"/>
                <a:gd name="T56" fmla="*/ 272 w 470"/>
                <a:gd name="T57" fmla="*/ 696 h 726"/>
                <a:gd name="T58" fmla="*/ 270 w 470"/>
                <a:gd name="T59" fmla="*/ 696 h 726"/>
                <a:gd name="T60" fmla="*/ 268 w 470"/>
                <a:gd name="T61" fmla="*/ 695 h 726"/>
                <a:gd name="T62" fmla="*/ 163 w 470"/>
                <a:gd name="T63" fmla="*/ 440 h 726"/>
                <a:gd name="T64" fmla="*/ 152 w 470"/>
                <a:gd name="T65" fmla="*/ 431 h 726"/>
                <a:gd name="T66" fmla="*/ 139 w 470"/>
                <a:gd name="T67" fmla="*/ 437 h 726"/>
                <a:gd name="T68" fmla="*/ 30 w 470"/>
                <a:gd name="T69" fmla="*/ 577 h 726"/>
                <a:gd name="T70" fmla="*/ 38 w 470"/>
                <a:gd name="T71" fmla="*/ 51 h 726"/>
                <a:gd name="T72" fmla="*/ 412 w 470"/>
                <a:gd name="T73" fmla="*/ 422 h 726"/>
                <a:gd name="T74" fmla="*/ 235 w 470"/>
                <a:gd name="T75" fmla="*/ 397 h 726"/>
                <a:gd name="T76" fmla="*/ 222 w 470"/>
                <a:gd name="T77" fmla="*/ 403 h 726"/>
                <a:gd name="T78" fmla="*/ 220 w 470"/>
                <a:gd name="T79" fmla="*/ 416 h 7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0" h="726">
                  <a:moveTo>
                    <a:pt x="467" y="449"/>
                  </a:moveTo>
                  <a:lnTo>
                    <a:pt x="467" y="449"/>
                  </a:lnTo>
                  <a:cubicBezTo>
                    <a:pt x="469" y="442"/>
                    <a:pt x="468" y="436"/>
                    <a:pt x="464" y="431"/>
                  </a:cubicBezTo>
                  <a:cubicBezTo>
                    <a:pt x="34" y="6"/>
                    <a:pt x="34" y="6"/>
                    <a:pt x="34" y="6"/>
                  </a:cubicBezTo>
                  <a:cubicBezTo>
                    <a:pt x="30" y="2"/>
                    <a:pt x="25" y="0"/>
                    <a:pt x="19" y="3"/>
                  </a:cubicBezTo>
                  <a:cubicBezTo>
                    <a:pt x="14" y="5"/>
                    <a:pt x="10" y="10"/>
                    <a:pt x="10" y="16"/>
                  </a:cubicBezTo>
                  <a:cubicBezTo>
                    <a:pt x="0" y="621"/>
                    <a:pt x="0" y="621"/>
                    <a:pt x="0" y="621"/>
                  </a:cubicBezTo>
                  <a:cubicBezTo>
                    <a:pt x="0" y="626"/>
                    <a:pt x="4" y="632"/>
                    <a:pt x="10" y="635"/>
                  </a:cubicBezTo>
                  <a:cubicBezTo>
                    <a:pt x="15" y="636"/>
                    <a:pt x="22" y="635"/>
                    <a:pt x="26" y="629"/>
                  </a:cubicBezTo>
                  <a:cubicBezTo>
                    <a:pt x="145" y="474"/>
                    <a:pt x="145" y="474"/>
                    <a:pt x="145" y="474"/>
                  </a:cubicBezTo>
                  <a:cubicBezTo>
                    <a:pt x="240" y="706"/>
                    <a:pt x="240" y="706"/>
                    <a:pt x="240" y="706"/>
                  </a:cubicBezTo>
                  <a:cubicBezTo>
                    <a:pt x="246" y="718"/>
                    <a:pt x="258" y="725"/>
                    <a:pt x="270" y="725"/>
                  </a:cubicBezTo>
                  <a:cubicBezTo>
                    <a:pt x="274" y="725"/>
                    <a:pt x="279" y="725"/>
                    <a:pt x="283" y="724"/>
                  </a:cubicBezTo>
                  <a:lnTo>
                    <a:pt x="283" y="724"/>
                  </a:lnTo>
                  <a:cubicBezTo>
                    <a:pt x="333" y="702"/>
                    <a:pt x="333" y="702"/>
                    <a:pt x="333" y="702"/>
                  </a:cubicBezTo>
                  <a:cubicBezTo>
                    <a:pt x="346" y="698"/>
                    <a:pt x="354" y="685"/>
                    <a:pt x="354" y="673"/>
                  </a:cubicBezTo>
                  <a:cubicBezTo>
                    <a:pt x="354" y="669"/>
                    <a:pt x="353" y="665"/>
                    <a:pt x="351" y="661"/>
                  </a:cubicBezTo>
                  <a:lnTo>
                    <a:pt x="351" y="661"/>
                  </a:lnTo>
                  <a:cubicBezTo>
                    <a:pt x="257" y="429"/>
                    <a:pt x="257" y="429"/>
                    <a:pt x="257" y="429"/>
                  </a:cubicBezTo>
                  <a:cubicBezTo>
                    <a:pt x="451" y="456"/>
                    <a:pt x="451" y="456"/>
                    <a:pt x="451" y="456"/>
                  </a:cubicBezTo>
                  <a:cubicBezTo>
                    <a:pt x="457" y="457"/>
                    <a:pt x="464" y="455"/>
                    <a:pt x="467" y="449"/>
                  </a:cubicBezTo>
                  <a:close/>
                  <a:moveTo>
                    <a:pt x="220" y="416"/>
                  </a:moveTo>
                  <a:lnTo>
                    <a:pt x="220" y="416"/>
                  </a:lnTo>
                  <a:cubicBezTo>
                    <a:pt x="324" y="672"/>
                    <a:pt x="324" y="672"/>
                    <a:pt x="324" y="672"/>
                  </a:cubicBezTo>
                  <a:lnTo>
                    <a:pt x="324" y="672"/>
                  </a:lnTo>
                  <a:cubicBezTo>
                    <a:pt x="324" y="673"/>
                    <a:pt x="324" y="673"/>
                    <a:pt x="324" y="673"/>
                  </a:cubicBezTo>
                  <a:cubicBezTo>
                    <a:pt x="322" y="676"/>
                    <a:pt x="322" y="676"/>
                    <a:pt x="322" y="676"/>
                  </a:cubicBezTo>
                  <a:lnTo>
                    <a:pt x="322" y="676"/>
                  </a:lnTo>
                  <a:cubicBezTo>
                    <a:pt x="272" y="696"/>
                    <a:pt x="272" y="696"/>
                    <a:pt x="272" y="696"/>
                  </a:cubicBezTo>
                  <a:cubicBezTo>
                    <a:pt x="270" y="696"/>
                    <a:pt x="270" y="696"/>
                    <a:pt x="270" y="696"/>
                  </a:cubicBezTo>
                  <a:cubicBezTo>
                    <a:pt x="268" y="695"/>
                    <a:pt x="268" y="695"/>
                    <a:pt x="268" y="695"/>
                  </a:cubicBezTo>
                  <a:cubicBezTo>
                    <a:pt x="163" y="440"/>
                    <a:pt x="163" y="440"/>
                    <a:pt x="163" y="440"/>
                  </a:cubicBezTo>
                  <a:cubicBezTo>
                    <a:pt x="162" y="436"/>
                    <a:pt x="158" y="431"/>
                    <a:pt x="152" y="431"/>
                  </a:cubicBezTo>
                  <a:cubicBezTo>
                    <a:pt x="147" y="430"/>
                    <a:pt x="141" y="433"/>
                    <a:pt x="139" y="437"/>
                  </a:cubicBezTo>
                  <a:cubicBezTo>
                    <a:pt x="30" y="577"/>
                    <a:pt x="30" y="577"/>
                    <a:pt x="30" y="577"/>
                  </a:cubicBezTo>
                  <a:cubicBezTo>
                    <a:pt x="38" y="51"/>
                    <a:pt x="38" y="51"/>
                    <a:pt x="38" y="51"/>
                  </a:cubicBezTo>
                  <a:cubicBezTo>
                    <a:pt x="412" y="422"/>
                    <a:pt x="412" y="422"/>
                    <a:pt x="412" y="422"/>
                  </a:cubicBezTo>
                  <a:cubicBezTo>
                    <a:pt x="235" y="397"/>
                    <a:pt x="235" y="397"/>
                    <a:pt x="235" y="397"/>
                  </a:cubicBezTo>
                  <a:cubicBezTo>
                    <a:pt x="230" y="396"/>
                    <a:pt x="225" y="399"/>
                    <a:pt x="222" y="403"/>
                  </a:cubicBezTo>
                  <a:cubicBezTo>
                    <a:pt x="218" y="407"/>
                    <a:pt x="218" y="412"/>
                    <a:pt x="220" y="4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DCD3C5C4-BD8F-51D8-6DF9-0D112C2F03F2}"/>
              </a:ext>
            </a:extLst>
          </p:cNvPr>
          <p:cNvGrpSpPr/>
          <p:nvPr/>
        </p:nvGrpSpPr>
        <p:grpSpPr>
          <a:xfrm>
            <a:off x="5237286" y="2830240"/>
            <a:ext cx="328613" cy="328612"/>
            <a:chOff x="4095750" y="3106738"/>
            <a:chExt cx="328613" cy="328612"/>
          </a:xfrm>
          <a:solidFill>
            <a:schemeClr val="tx2"/>
          </a:solidFill>
        </p:grpSpPr>
        <p:sp>
          <p:nvSpPr>
            <p:cNvPr id="518" name="Freeform 428">
              <a:extLst>
                <a:ext uri="{FF2B5EF4-FFF2-40B4-BE49-F238E27FC236}">
                  <a16:creationId xmlns:a16="http://schemas.microsoft.com/office/drawing/2014/main" id="{34401E8F-2681-9632-C885-007B692EDA0F}"/>
                </a:ext>
              </a:extLst>
            </p:cNvPr>
            <p:cNvSpPr>
              <a:spLocks noChangeArrowheads="1"/>
            </p:cNvSpPr>
            <p:nvPr/>
          </p:nvSpPr>
          <p:spPr bwMode="auto">
            <a:xfrm>
              <a:off x="4225925" y="3236913"/>
              <a:ext cx="68263" cy="68262"/>
            </a:xfrm>
            <a:custGeom>
              <a:avLst/>
              <a:gdLst>
                <a:gd name="T0" fmla="*/ 95 w 191"/>
                <a:gd name="T1" fmla="*/ 0 h 189"/>
                <a:gd name="T2" fmla="*/ 95 w 191"/>
                <a:gd name="T3" fmla="*/ 0 h 189"/>
                <a:gd name="T4" fmla="*/ 0 w 191"/>
                <a:gd name="T5" fmla="*/ 95 h 189"/>
                <a:gd name="T6" fmla="*/ 95 w 191"/>
                <a:gd name="T7" fmla="*/ 188 h 189"/>
                <a:gd name="T8" fmla="*/ 190 w 191"/>
                <a:gd name="T9" fmla="*/ 95 h 189"/>
                <a:gd name="T10" fmla="*/ 95 w 191"/>
                <a:gd name="T11" fmla="*/ 0 h 189"/>
                <a:gd name="T12" fmla="*/ 142 w 191"/>
                <a:gd name="T13" fmla="*/ 140 h 189"/>
                <a:gd name="T14" fmla="*/ 142 w 191"/>
                <a:gd name="T15" fmla="*/ 140 h 189"/>
                <a:gd name="T16" fmla="*/ 95 w 191"/>
                <a:gd name="T17" fmla="*/ 159 h 189"/>
                <a:gd name="T18" fmla="*/ 50 w 191"/>
                <a:gd name="T19" fmla="*/ 140 h 189"/>
                <a:gd name="T20" fmla="*/ 31 w 191"/>
                <a:gd name="T21" fmla="*/ 95 h 189"/>
                <a:gd name="T22" fmla="*/ 50 w 191"/>
                <a:gd name="T23" fmla="*/ 48 h 189"/>
                <a:gd name="T24" fmla="*/ 95 w 191"/>
                <a:gd name="T25" fmla="*/ 29 h 189"/>
                <a:gd name="T26" fmla="*/ 142 w 191"/>
                <a:gd name="T27" fmla="*/ 48 h 189"/>
                <a:gd name="T28" fmla="*/ 161 w 191"/>
                <a:gd name="T29" fmla="*/ 95 h 189"/>
                <a:gd name="T30" fmla="*/ 142 w 191"/>
                <a:gd name="T31" fmla="*/ 140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1" h="189">
                  <a:moveTo>
                    <a:pt x="95" y="0"/>
                  </a:moveTo>
                  <a:lnTo>
                    <a:pt x="95" y="0"/>
                  </a:lnTo>
                  <a:cubicBezTo>
                    <a:pt x="43" y="0"/>
                    <a:pt x="0" y="41"/>
                    <a:pt x="0" y="95"/>
                  </a:cubicBezTo>
                  <a:cubicBezTo>
                    <a:pt x="0" y="147"/>
                    <a:pt x="43" y="188"/>
                    <a:pt x="95" y="188"/>
                  </a:cubicBezTo>
                  <a:cubicBezTo>
                    <a:pt x="147" y="188"/>
                    <a:pt x="190" y="147"/>
                    <a:pt x="190" y="95"/>
                  </a:cubicBezTo>
                  <a:cubicBezTo>
                    <a:pt x="190" y="41"/>
                    <a:pt x="147" y="0"/>
                    <a:pt x="95" y="0"/>
                  </a:cubicBezTo>
                  <a:close/>
                  <a:moveTo>
                    <a:pt x="142" y="140"/>
                  </a:moveTo>
                  <a:lnTo>
                    <a:pt x="142" y="140"/>
                  </a:lnTo>
                  <a:cubicBezTo>
                    <a:pt x="129" y="152"/>
                    <a:pt x="113" y="159"/>
                    <a:pt x="95" y="159"/>
                  </a:cubicBezTo>
                  <a:cubicBezTo>
                    <a:pt x="77" y="159"/>
                    <a:pt x="61" y="152"/>
                    <a:pt x="50" y="140"/>
                  </a:cubicBezTo>
                  <a:cubicBezTo>
                    <a:pt x="37" y="129"/>
                    <a:pt x="31" y="113"/>
                    <a:pt x="31" y="95"/>
                  </a:cubicBezTo>
                  <a:cubicBezTo>
                    <a:pt x="31" y="76"/>
                    <a:pt x="37" y="60"/>
                    <a:pt x="50" y="48"/>
                  </a:cubicBezTo>
                  <a:cubicBezTo>
                    <a:pt x="61" y="36"/>
                    <a:pt x="77" y="29"/>
                    <a:pt x="95" y="29"/>
                  </a:cubicBezTo>
                  <a:cubicBezTo>
                    <a:pt x="113" y="29"/>
                    <a:pt x="129" y="36"/>
                    <a:pt x="142" y="48"/>
                  </a:cubicBezTo>
                  <a:cubicBezTo>
                    <a:pt x="154" y="60"/>
                    <a:pt x="161" y="76"/>
                    <a:pt x="161" y="95"/>
                  </a:cubicBezTo>
                  <a:cubicBezTo>
                    <a:pt x="161" y="113"/>
                    <a:pt x="154" y="129"/>
                    <a:pt x="142" y="1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9">
              <a:extLst>
                <a:ext uri="{FF2B5EF4-FFF2-40B4-BE49-F238E27FC236}">
                  <a16:creationId xmlns:a16="http://schemas.microsoft.com/office/drawing/2014/main" id="{BFA325E9-5E6C-7BDA-2E50-E41585CA643B}"/>
                </a:ext>
              </a:extLst>
            </p:cNvPr>
            <p:cNvSpPr>
              <a:spLocks noChangeArrowheads="1"/>
            </p:cNvSpPr>
            <p:nvPr/>
          </p:nvSpPr>
          <p:spPr bwMode="auto">
            <a:xfrm>
              <a:off x="4095750" y="3106738"/>
              <a:ext cx="328613" cy="328612"/>
            </a:xfrm>
            <a:custGeom>
              <a:avLst/>
              <a:gdLst>
                <a:gd name="T0" fmla="*/ 897 w 913"/>
                <a:gd name="T1" fmla="*/ 441 h 911"/>
                <a:gd name="T2" fmla="*/ 897 w 913"/>
                <a:gd name="T3" fmla="*/ 441 h 911"/>
                <a:gd name="T4" fmla="*/ 777 w 913"/>
                <a:gd name="T5" fmla="*/ 441 h 911"/>
                <a:gd name="T6" fmla="*/ 471 w 913"/>
                <a:gd name="T7" fmla="*/ 135 h 911"/>
                <a:gd name="T8" fmla="*/ 471 w 913"/>
                <a:gd name="T9" fmla="*/ 14 h 911"/>
                <a:gd name="T10" fmla="*/ 456 w 913"/>
                <a:gd name="T11" fmla="*/ 0 h 911"/>
                <a:gd name="T12" fmla="*/ 442 w 913"/>
                <a:gd name="T13" fmla="*/ 14 h 911"/>
                <a:gd name="T14" fmla="*/ 442 w 913"/>
                <a:gd name="T15" fmla="*/ 135 h 911"/>
                <a:gd name="T16" fmla="*/ 136 w 913"/>
                <a:gd name="T17" fmla="*/ 441 h 911"/>
                <a:gd name="T18" fmla="*/ 15 w 913"/>
                <a:gd name="T19" fmla="*/ 441 h 911"/>
                <a:gd name="T20" fmla="*/ 0 w 913"/>
                <a:gd name="T21" fmla="*/ 456 h 911"/>
                <a:gd name="T22" fmla="*/ 15 w 913"/>
                <a:gd name="T23" fmla="*/ 470 h 911"/>
                <a:gd name="T24" fmla="*/ 136 w 913"/>
                <a:gd name="T25" fmla="*/ 470 h 911"/>
                <a:gd name="T26" fmla="*/ 442 w 913"/>
                <a:gd name="T27" fmla="*/ 776 h 911"/>
                <a:gd name="T28" fmla="*/ 442 w 913"/>
                <a:gd name="T29" fmla="*/ 896 h 911"/>
                <a:gd name="T30" fmla="*/ 456 w 913"/>
                <a:gd name="T31" fmla="*/ 910 h 911"/>
                <a:gd name="T32" fmla="*/ 471 w 913"/>
                <a:gd name="T33" fmla="*/ 896 h 911"/>
                <a:gd name="T34" fmla="*/ 471 w 913"/>
                <a:gd name="T35" fmla="*/ 776 h 911"/>
                <a:gd name="T36" fmla="*/ 777 w 913"/>
                <a:gd name="T37" fmla="*/ 470 h 911"/>
                <a:gd name="T38" fmla="*/ 897 w 913"/>
                <a:gd name="T39" fmla="*/ 470 h 911"/>
                <a:gd name="T40" fmla="*/ 912 w 913"/>
                <a:gd name="T41" fmla="*/ 456 h 911"/>
                <a:gd name="T42" fmla="*/ 897 w 913"/>
                <a:gd name="T43" fmla="*/ 441 h 911"/>
                <a:gd name="T44" fmla="*/ 663 w 913"/>
                <a:gd name="T45" fmla="*/ 249 h 911"/>
                <a:gd name="T46" fmla="*/ 663 w 913"/>
                <a:gd name="T47" fmla="*/ 249 h 911"/>
                <a:gd name="T48" fmla="*/ 747 w 913"/>
                <a:gd name="T49" fmla="*/ 441 h 911"/>
                <a:gd name="T50" fmla="*/ 663 w 913"/>
                <a:gd name="T51" fmla="*/ 441 h 911"/>
                <a:gd name="T52" fmla="*/ 471 w 913"/>
                <a:gd name="T53" fmla="*/ 249 h 911"/>
                <a:gd name="T54" fmla="*/ 471 w 913"/>
                <a:gd name="T55" fmla="*/ 163 h 911"/>
                <a:gd name="T56" fmla="*/ 663 w 913"/>
                <a:gd name="T57" fmla="*/ 249 h 911"/>
                <a:gd name="T58" fmla="*/ 456 w 913"/>
                <a:gd name="T59" fmla="*/ 634 h 911"/>
                <a:gd name="T60" fmla="*/ 456 w 913"/>
                <a:gd name="T61" fmla="*/ 634 h 911"/>
                <a:gd name="T62" fmla="*/ 330 w 913"/>
                <a:gd name="T63" fmla="*/ 582 h 911"/>
                <a:gd name="T64" fmla="*/ 278 w 913"/>
                <a:gd name="T65" fmla="*/ 456 h 911"/>
                <a:gd name="T66" fmla="*/ 330 w 913"/>
                <a:gd name="T67" fmla="*/ 330 h 911"/>
                <a:gd name="T68" fmla="*/ 456 w 913"/>
                <a:gd name="T69" fmla="*/ 276 h 911"/>
                <a:gd name="T70" fmla="*/ 582 w 913"/>
                <a:gd name="T71" fmla="*/ 330 h 911"/>
                <a:gd name="T72" fmla="*/ 634 w 913"/>
                <a:gd name="T73" fmla="*/ 456 h 911"/>
                <a:gd name="T74" fmla="*/ 582 w 913"/>
                <a:gd name="T75" fmla="*/ 582 h 911"/>
                <a:gd name="T76" fmla="*/ 456 w 913"/>
                <a:gd name="T77" fmla="*/ 634 h 911"/>
                <a:gd name="T78" fmla="*/ 250 w 913"/>
                <a:gd name="T79" fmla="*/ 249 h 911"/>
                <a:gd name="T80" fmla="*/ 250 w 913"/>
                <a:gd name="T81" fmla="*/ 249 h 911"/>
                <a:gd name="T82" fmla="*/ 442 w 913"/>
                <a:gd name="T83" fmla="*/ 163 h 911"/>
                <a:gd name="T84" fmla="*/ 442 w 913"/>
                <a:gd name="T85" fmla="*/ 249 h 911"/>
                <a:gd name="T86" fmla="*/ 249 w 913"/>
                <a:gd name="T87" fmla="*/ 441 h 911"/>
                <a:gd name="T88" fmla="*/ 165 w 913"/>
                <a:gd name="T89" fmla="*/ 441 h 911"/>
                <a:gd name="T90" fmla="*/ 250 w 913"/>
                <a:gd name="T91" fmla="*/ 249 h 911"/>
                <a:gd name="T92" fmla="*/ 250 w 913"/>
                <a:gd name="T93" fmla="*/ 662 h 911"/>
                <a:gd name="T94" fmla="*/ 250 w 913"/>
                <a:gd name="T95" fmla="*/ 662 h 911"/>
                <a:gd name="T96" fmla="*/ 165 w 913"/>
                <a:gd name="T97" fmla="*/ 470 h 911"/>
                <a:gd name="T98" fmla="*/ 249 w 913"/>
                <a:gd name="T99" fmla="*/ 470 h 911"/>
                <a:gd name="T100" fmla="*/ 442 w 913"/>
                <a:gd name="T101" fmla="*/ 662 h 911"/>
                <a:gd name="T102" fmla="*/ 442 w 913"/>
                <a:gd name="T103" fmla="*/ 747 h 911"/>
                <a:gd name="T104" fmla="*/ 250 w 913"/>
                <a:gd name="T105" fmla="*/ 662 h 911"/>
                <a:gd name="T106" fmla="*/ 663 w 913"/>
                <a:gd name="T107" fmla="*/ 662 h 911"/>
                <a:gd name="T108" fmla="*/ 663 w 913"/>
                <a:gd name="T109" fmla="*/ 662 h 911"/>
                <a:gd name="T110" fmla="*/ 471 w 913"/>
                <a:gd name="T111" fmla="*/ 747 h 911"/>
                <a:gd name="T112" fmla="*/ 471 w 913"/>
                <a:gd name="T113" fmla="*/ 662 h 911"/>
                <a:gd name="T114" fmla="*/ 663 w 913"/>
                <a:gd name="T115" fmla="*/ 470 h 911"/>
                <a:gd name="T116" fmla="*/ 747 w 913"/>
                <a:gd name="T117" fmla="*/ 470 h 911"/>
                <a:gd name="T118" fmla="*/ 663 w 913"/>
                <a:gd name="T119" fmla="*/ 662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913" h="911">
                  <a:moveTo>
                    <a:pt x="897" y="441"/>
                  </a:moveTo>
                  <a:lnTo>
                    <a:pt x="897" y="441"/>
                  </a:lnTo>
                  <a:cubicBezTo>
                    <a:pt x="777" y="441"/>
                    <a:pt x="777" y="441"/>
                    <a:pt x="777" y="441"/>
                  </a:cubicBezTo>
                  <a:cubicBezTo>
                    <a:pt x="769" y="275"/>
                    <a:pt x="637" y="141"/>
                    <a:pt x="471" y="135"/>
                  </a:cubicBezTo>
                  <a:cubicBezTo>
                    <a:pt x="471" y="14"/>
                    <a:pt x="471" y="14"/>
                    <a:pt x="471" y="14"/>
                  </a:cubicBezTo>
                  <a:cubicBezTo>
                    <a:pt x="471" y="6"/>
                    <a:pt x="464" y="0"/>
                    <a:pt x="456" y="0"/>
                  </a:cubicBezTo>
                  <a:cubicBezTo>
                    <a:pt x="448" y="0"/>
                    <a:pt x="442" y="6"/>
                    <a:pt x="442" y="14"/>
                  </a:cubicBezTo>
                  <a:cubicBezTo>
                    <a:pt x="442" y="135"/>
                    <a:pt x="442" y="135"/>
                    <a:pt x="442" y="135"/>
                  </a:cubicBezTo>
                  <a:cubicBezTo>
                    <a:pt x="276" y="141"/>
                    <a:pt x="143" y="275"/>
                    <a:pt x="136" y="441"/>
                  </a:cubicBezTo>
                  <a:cubicBezTo>
                    <a:pt x="15" y="441"/>
                    <a:pt x="15" y="441"/>
                    <a:pt x="15" y="441"/>
                  </a:cubicBezTo>
                  <a:cubicBezTo>
                    <a:pt x="7" y="441"/>
                    <a:pt x="0" y="448"/>
                    <a:pt x="0" y="456"/>
                  </a:cubicBezTo>
                  <a:cubicBezTo>
                    <a:pt x="0" y="463"/>
                    <a:pt x="7" y="470"/>
                    <a:pt x="15" y="470"/>
                  </a:cubicBezTo>
                  <a:cubicBezTo>
                    <a:pt x="136" y="470"/>
                    <a:pt x="136" y="470"/>
                    <a:pt x="136" y="470"/>
                  </a:cubicBezTo>
                  <a:cubicBezTo>
                    <a:pt x="143" y="636"/>
                    <a:pt x="276" y="769"/>
                    <a:pt x="442" y="776"/>
                  </a:cubicBezTo>
                  <a:cubicBezTo>
                    <a:pt x="442" y="896"/>
                    <a:pt x="442" y="896"/>
                    <a:pt x="442" y="896"/>
                  </a:cubicBezTo>
                  <a:cubicBezTo>
                    <a:pt x="442" y="905"/>
                    <a:pt x="448" y="910"/>
                    <a:pt x="456" y="910"/>
                  </a:cubicBezTo>
                  <a:cubicBezTo>
                    <a:pt x="464" y="910"/>
                    <a:pt x="471" y="905"/>
                    <a:pt x="471" y="896"/>
                  </a:cubicBezTo>
                  <a:cubicBezTo>
                    <a:pt x="471" y="776"/>
                    <a:pt x="471" y="776"/>
                    <a:pt x="471" y="776"/>
                  </a:cubicBezTo>
                  <a:cubicBezTo>
                    <a:pt x="637" y="769"/>
                    <a:pt x="769" y="636"/>
                    <a:pt x="777" y="470"/>
                  </a:cubicBezTo>
                  <a:cubicBezTo>
                    <a:pt x="897" y="470"/>
                    <a:pt x="897" y="470"/>
                    <a:pt x="897" y="470"/>
                  </a:cubicBezTo>
                  <a:cubicBezTo>
                    <a:pt x="905" y="470"/>
                    <a:pt x="912" y="463"/>
                    <a:pt x="912" y="456"/>
                  </a:cubicBezTo>
                  <a:cubicBezTo>
                    <a:pt x="912" y="448"/>
                    <a:pt x="905" y="441"/>
                    <a:pt x="897" y="441"/>
                  </a:cubicBezTo>
                  <a:close/>
                  <a:moveTo>
                    <a:pt x="663" y="249"/>
                  </a:moveTo>
                  <a:lnTo>
                    <a:pt x="663" y="249"/>
                  </a:lnTo>
                  <a:cubicBezTo>
                    <a:pt x="713" y="298"/>
                    <a:pt x="744" y="365"/>
                    <a:pt x="747" y="441"/>
                  </a:cubicBezTo>
                  <a:cubicBezTo>
                    <a:pt x="663" y="441"/>
                    <a:pt x="663" y="441"/>
                    <a:pt x="663" y="441"/>
                  </a:cubicBezTo>
                  <a:cubicBezTo>
                    <a:pt x="656" y="338"/>
                    <a:pt x="574" y="255"/>
                    <a:pt x="471" y="249"/>
                  </a:cubicBezTo>
                  <a:cubicBezTo>
                    <a:pt x="471" y="163"/>
                    <a:pt x="471" y="163"/>
                    <a:pt x="471" y="163"/>
                  </a:cubicBezTo>
                  <a:cubicBezTo>
                    <a:pt x="545" y="168"/>
                    <a:pt x="613" y="199"/>
                    <a:pt x="663" y="249"/>
                  </a:cubicBezTo>
                  <a:close/>
                  <a:moveTo>
                    <a:pt x="456" y="634"/>
                  </a:moveTo>
                  <a:lnTo>
                    <a:pt x="456" y="634"/>
                  </a:lnTo>
                  <a:cubicBezTo>
                    <a:pt x="407" y="634"/>
                    <a:pt x="363" y="614"/>
                    <a:pt x="330" y="582"/>
                  </a:cubicBezTo>
                  <a:cubicBezTo>
                    <a:pt x="298" y="549"/>
                    <a:pt x="278" y="505"/>
                    <a:pt x="278" y="456"/>
                  </a:cubicBezTo>
                  <a:cubicBezTo>
                    <a:pt x="278" y="406"/>
                    <a:pt x="298" y="361"/>
                    <a:pt x="330" y="330"/>
                  </a:cubicBezTo>
                  <a:cubicBezTo>
                    <a:pt x="363" y="297"/>
                    <a:pt x="407" y="276"/>
                    <a:pt x="456" y="276"/>
                  </a:cubicBezTo>
                  <a:cubicBezTo>
                    <a:pt x="505" y="276"/>
                    <a:pt x="551" y="297"/>
                    <a:pt x="582" y="330"/>
                  </a:cubicBezTo>
                  <a:cubicBezTo>
                    <a:pt x="615" y="361"/>
                    <a:pt x="634" y="406"/>
                    <a:pt x="634" y="456"/>
                  </a:cubicBezTo>
                  <a:cubicBezTo>
                    <a:pt x="634" y="505"/>
                    <a:pt x="615" y="549"/>
                    <a:pt x="582" y="582"/>
                  </a:cubicBezTo>
                  <a:cubicBezTo>
                    <a:pt x="551" y="614"/>
                    <a:pt x="505" y="634"/>
                    <a:pt x="456" y="634"/>
                  </a:cubicBezTo>
                  <a:close/>
                  <a:moveTo>
                    <a:pt x="250" y="249"/>
                  </a:moveTo>
                  <a:lnTo>
                    <a:pt x="250" y="249"/>
                  </a:lnTo>
                  <a:cubicBezTo>
                    <a:pt x="300" y="199"/>
                    <a:pt x="367" y="168"/>
                    <a:pt x="442" y="163"/>
                  </a:cubicBezTo>
                  <a:cubicBezTo>
                    <a:pt x="442" y="249"/>
                    <a:pt x="442" y="249"/>
                    <a:pt x="442" y="249"/>
                  </a:cubicBezTo>
                  <a:cubicBezTo>
                    <a:pt x="338" y="255"/>
                    <a:pt x="257" y="338"/>
                    <a:pt x="249" y="441"/>
                  </a:cubicBezTo>
                  <a:cubicBezTo>
                    <a:pt x="165" y="441"/>
                    <a:pt x="165" y="441"/>
                    <a:pt x="165" y="441"/>
                  </a:cubicBezTo>
                  <a:cubicBezTo>
                    <a:pt x="169" y="365"/>
                    <a:pt x="201" y="298"/>
                    <a:pt x="250" y="249"/>
                  </a:cubicBezTo>
                  <a:close/>
                  <a:moveTo>
                    <a:pt x="250" y="662"/>
                  </a:moveTo>
                  <a:lnTo>
                    <a:pt x="250" y="662"/>
                  </a:lnTo>
                  <a:cubicBezTo>
                    <a:pt x="201" y="612"/>
                    <a:pt x="169" y="545"/>
                    <a:pt x="165" y="470"/>
                  </a:cubicBezTo>
                  <a:cubicBezTo>
                    <a:pt x="249" y="470"/>
                    <a:pt x="249" y="470"/>
                    <a:pt x="249" y="470"/>
                  </a:cubicBezTo>
                  <a:cubicBezTo>
                    <a:pt x="257" y="572"/>
                    <a:pt x="338" y="655"/>
                    <a:pt x="442" y="662"/>
                  </a:cubicBezTo>
                  <a:cubicBezTo>
                    <a:pt x="442" y="747"/>
                    <a:pt x="442" y="747"/>
                    <a:pt x="442" y="747"/>
                  </a:cubicBezTo>
                  <a:cubicBezTo>
                    <a:pt x="367" y="743"/>
                    <a:pt x="300" y="711"/>
                    <a:pt x="250" y="662"/>
                  </a:cubicBezTo>
                  <a:close/>
                  <a:moveTo>
                    <a:pt x="663" y="662"/>
                  </a:moveTo>
                  <a:lnTo>
                    <a:pt x="663" y="662"/>
                  </a:lnTo>
                  <a:cubicBezTo>
                    <a:pt x="613" y="711"/>
                    <a:pt x="545" y="743"/>
                    <a:pt x="471" y="747"/>
                  </a:cubicBezTo>
                  <a:cubicBezTo>
                    <a:pt x="471" y="662"/>
                    <a:pt x="471" y="662"/>
                    <a:pt x="471" y="662"/>
                  </a:cubicBezTo>
                  <a:cubicBezTo>
                    <a:pt x="574" y="655"/>
                    <a:pt x="656" y="572"/>
                    <a:pt x="663" y="470"/>
                  </a:cubicBezTo>
                  <a:cubicBezTo>
                    <a:pt x="747" y="470"/>
                    <a:pt x="747" y="470"/>
                    <a:pt x="747" y="470"/>
                  </a:cubicBezTo>
                  <a:cubicBezTo>
                    <a:pt x="744" y="545"/>
                    <a:pt x="713" y="612"/>
                    <a:pt x="663" y="6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0" name="Group 523">
            <a:extLst>
              <a:ext uri="{FF2B5EF4-FFF2-40B4-BE49-F238E27FC236}">
                <a16:creationId xmlns:a16="http://schemas.microsoft.com/office/drawing/2014/main" id="{A9E547AE-D63E-B423-62CC-06947AF4239A}"/>
              </a:ext>
            </a:extLst>
          </p:cNvPr>
          <p:cNvGrpSpPr/>
          <p:nvPr/>
        </p:nvGrpSpPr>
        <p:grpSpPr>
          <a:xfrm>
            <a:off x="4772149" y="2868340"/>
            <a:ext cx="250825" cy="252412"/>
            <a:chOff x="3630613" y="3144838"/>
            <a:chExt cx="250825" cy="252412"/>
          </a:xfrm>
          <a:solidFill>
            <a:schemeClr val="tx2"/>
          </a:solidFill>
        </p:grpSpPr>
        <p:sp>
          <p:nvSpPr>
            <p:cNvPr id="521" name="Freeform 430">
              <a:extLst>
                <a:ext uri="{FF2B5EF4-FFF2-40B4-BE49-F238E27FC236}">
                  <a16:creationId xmlns:a16="http://schemas.microsoft.com/office/drawing/2014/main" id="{33C314B6-9556-49EC-E176-293745B800CA}"/>
                </a:ext>
              </a:extLst>
            </p:cNvPr>
            <p:cNvSpPr>
              <a:spLocks noChangeArrowheads="1"/>
            </p:cNvSpPr>
            <p:nvPr/>
          </p:nvSpPr>
          <p:spPr bwMode="auto">
            <a:xfrm>
              <a:off x="3630613" y="3144838"/>
              <a:ext cx="250825" cy="252412"/>
            </a:xfrm>
            <a:custGeom>
              <a:avLst/>
              <a:gdLst>
                <a:gd name="T0" fmla="*/ 346 w 697"/>
                <a:gd name="T1" fmla="*/ 702 h 703"/>
                <a:gd name="T2" fmla="*/ 346 w 697"/>
                <a:gd name="T3" fmla="*/ 702 h 703"/>
                <a:gd name="T4" fmla="*/ 346 w 697"/>
                <a:gd name="T5" fmla="*/ 686 h 703"/>
                <a:gd name="T6" fmla="*/ 346 w 697"/>
                <a:gd name="T7" fmla="*/ 702 h 703"/>
                <a:gd name="T8" fmla="*/ 347 w 697"/>
                <a:gd name="T9" fmla="*/ 702 h 703"/>
                <a:gd name="T10" fmla="*/ 696 w 697"/>
                <a:gd name="T11" fmla="*/ 353 h 703"/>
                <a:gd name="T12" fmla="*/ 696 w 697"/>
                <a:gd name="T13" fmla="*/ 353 h 703"/>
                <a:gd name="T14" fmla="*/ 696 w 697"/>
                <a:gd name="T15" fmla="*/ 350 h 703"/>
                <a:gd name="T16" fmla="*/ 349 w 697"/>
                <a:gd name="T17" fmla="*/ 0 h 703"/>
                <a:gd name="T18" fmla="*/ 347 w 697"/>
                <a:gd name="T19" fmla="*/ 0 h 703"/>
                <a:gd name="T20" fmla="*/ 0 w 697"/>
                <a:gd name="T21" fmla="*/ 349 h 703"/>
                <a:gd name="T22" fmla="*/ 0 w 697"/>
                <a:gd name="T23" fmla="*/ 349 h 703"/>
                <a:gd name="T24" fmla="*/ 0 w 697"/>
                <a:gd name="T25" fmla="*/ 352 h 703"/>
                <a:gd name="T26" fmla="*/ 346 w 697"/>
                <a:gd name="T27" fmla="*/ 702 h 703"/>
                <a:gd name="T28" fmla="*/ 29 w 697"/>
                <a:gd name="T29" fmla="*/ 349 h 703"/>
                <a:gd name="T30" fmla="*/ 29 w 697"/>
                <a:gd name="T31" fmla="*/ 349 h 703"/>
                <a:gd name="T32" fmla="*/ 29 w 697"/>
                <a:gd name="T33" fmla="*/ 349 h 703"/>
                <a:gd name="T34" fmla="*/ 347 w 697"/>
                <a:gd name="T35" fmla="*/ 29 h 703"/>
                <a:gd name="T36" fmla="*/ 349 w 697"/>
                <a:gd name="T37" fmla="*/ 29 h 703"/>
                <a:gd name="T38" fmla="*/ 666 w 697"/>
                <a:gd name="T39" fmla="*/ 350 h 703"/>
                <a:gd name="T40" fmla="*/ 666 w 697"/>
                <a:gd name="T41" fmla="*/ 353 h 703"/>
                <a:gd name="T42" fmla="*/ 666 w 697"/>
                <a:gd name="T43" fmla="*/ 353 h 703"/>
                <a:gd name="T44" fmla="*/ 347 w 697"/>
                <a:gd name="T45" fmla="*/ 673 h 703"/>
                <a:gd name="T46" fmla="*/ 346 w 697"/>
                <a:gd name="T47" fmla="*/ 673 h 703"/>
                <a:gd name="T48" fmla="*/ 346 w 697"/>
                <a:gd name="T49" fmla="*/ 673 h 703"/>
                <a:gd name="T50" fmla="*/ 29 w 697"/>
                <a:gd name="T51" fmla="*/ 352 h 703"/>
                <a:gd name="T52" fmla="*/ 29 w 697"/>
                <a:gd name="T53" fmla="*/ 34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97" h="703">
                  <a:moveTo>
                    <a:pt x="346" y="702"/>
                  </a:moveTo>
                  <a:lnTo>
                    <a:pt x="346" y="702"/>
                  </a:lnTo>
                  <a:cubicBezTo>
                    <a:pt x="346" y="686"/>
                    <a:pt x="346" y="686"/>
                    <a:pt x="346" y="686"/>
                  </a:cubicBezTo>
                  <a:cubicBezTo>
                    <a:pt x="346" y="702"/>
                    <a:pt x="346" y="702"/>
                    <a:pt x="346" y="702"/>
                  </a:cubicBezTo>
                  <a:cubicBezTo>
                    <a:pt x="347" y="702"/>
                    <a:pt x="347" y="702"/>
                    <a:pt x="347" y="702"/>
                  </a:cubicBezTo>
                  <a:cubicBezTo>
                    <a:pt x="539" y="702"/>
                    <a:pt x="694" y="545"/>
                    <a:pt x="696" y="353"/>
                  </a:cubicBezTo>
                  <a:lnTo>
                    <a:pt x="696" y="353"/>
                  </a:lnTo>
                  <a:cubicBezTo>
                    <a:pt x="696" y="350"/>
                    <a:pt x="696" y="350"/>
                    <a:pt x="696" y="350"/>
                  </a:cubicBezTo>
                  <a:cubicBezTo>
                    <a:pt x="696" y="158"/>
                    <a:pt x="541" y="2"/>
                    <a:pt x="349" y="0"/>
                  </a:cubicBezTo>
                  <a:cubicBezTo>
                    <a:pt x="347" y="0"/>
                    <a:pt x="347" y="0"/>
                    <a:pt x="347" y="0"/>
                  </a:cubicBezTo>
                  <a:cubicBezTo>
                    <a:pt x="156" y="0"/>
                    <a:pt x="0" y="157"/>
                    <a:pt x="0" y="349"/>
                  </a:cubicBezTo>
                  <a:lnTo>
                    <a:pt x="0" y="349"/>
                  </a:lnTo>
                  <a:cubicBezTo>
                    <a:pt x="0" y="352"/>
                    <a:pt x="0" y="352"/>
                    <a:pt x="0" y="352"/>
                  </a:cubicBezTo>
                  <a:cubicBezTo>
                    <a:pt x="0" y="544"/>
                    <a:pt x="154" y="700"/>
                    <a:pt x="346" y="702"/>
                  </a:cubicBezTo>
                  <a:close/>
                  <a:moveTo>
                    <a:pt x="29" y="349"/>
                  </a:moveTo>
                  <a:lnTo>
                    <a:pt x="29" y="349"/>
                  </a:lnTo>
                  <a:lnTo>
                    <a:pt x="29" y="349"/>
                  </a:lnTo>
                  <a:cubicBezTo>
                    <a:pt x="30" y="172"/>
                    <a:pt x="173" y="29"/>
                    <a:pt x="347" y="29"/>
                  </a:cubicBezTo>
                  <a:cubicBezTo>
                    <a:pt x="349" y="29"/>
                    <a:pt x="349" y="29"/>
                    <a:pt x="349" y="29"/>
                  </a:cubicBezTo>
                  <a:cubicBezTo>
                    <a:pt x="524" y="30"/>
                    <a:pt x="666" y="174"/>
                    <a:pt x="666" y="350"/>
                  </a:cubicBezTo>
                  <a:cubicBezTo>
                    <a:pt x="666" y="353"/>
                    <a:pt x="666" y="353"/>
                    <a:pt x="666" y="353"/>
                  </a:cubicBezTo>
                  <a:lnTo>
                    <a:pt x="666" y="353"/>
                  </a:lnTo>
                  <a:cubicBezTo>
                    <a:pt x="666" y="530"/>
                    <a:pt x="523" y="673"/>
                    <a:pt x="347" y="673"/>
                  </a:cubicBezTo>
                  <a:cubicBezTo>
                    <a:pt x="346" y="673"/>
                    <a:pt x="346" y="673"/>
                    <a:pt x="346" y="673"/>
                  </a:cubicBezTo>
                  <a:lnTo>
                    <a:pt x="346" y="673"/>
                  </a:lnTo>
                  <a:cubicBezTo>
                    <a:pt x="170" y="671"/>
                    <a:pt x="29" y="527"/>
                    <a:pt x="29" y="352"/>
                  </a:cubicBezTo>
                  <a:lnTo>
                    <a:pt x="29" y="3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31">
              <a:extLst>
                <a:ext uri="{FF2B5EF4-FFF2-40B4-BE49-F238E27FC236}">
                  <a16:creationId xmlns:a16="http://schemas.microsoft.com/office/drawing/2014/main" id="{400C92AA-AA70-8097-4597-5237579434F9}"/>
                </a:ext>
              </a:extLst>
            </p:cNvPr>
            <p:cNvSpPr>
              <a:spLocks noChangeArrowheads="1"/>
            </p:cNvSpPr>
            <p:nvPr/>
          </p:nvSpPr>
          <p:spPr bwMode="auto">
            <a:xfrm>
              <a:off x="3673475" y="3189288"/>
              <a:ext cx="165100" cy="166687"/>
            </a:xfrm>
            <a:custGeom>
              <a:avLst/>
              <a:gdLst>
                <a:gd name="T0" fmla="*/ 227 w 457"/>
                <a:gd name="T1" fmla="*/ 460 h 461"/>
                <a:gd name="T2" fmla="*/ 227 w 457"/>
                <a:gd name="T3" fmla="*/ 460 h 461"/>
                <a:gd name="T4" fmla="*/ 228 w 457"/>
                <a:gd name="T5" fmla="*/ 460 h 461"/>
                <a:gd name="T6" fmla="*/ 456 w 457"/>
                <a:gd name="T7" fmla="*/ 231 h 461"/>
                <a:gd name="T8" fmla="*/ 456 w 457"/>
                <a:gd name="T9" fmla="*/ 231 h 461"/>
                <a:gd name="T10" fmla="*/ 456 w 457"/>
                <a:gd name="T11" fmla="*/ 229 h 461"/>
                <a:gd name="T12" fmla="*/ 230 w 457"/>
                <a:gd name="T13" fmla="*/ 0 h 461"/>
                <a:gd name="T14" fmla="*/ 228 w 457"/>
                <a:gd name="T15" fmla="*/ 0 h 461"/>
                <a:gd name="T16" fmla="*/ 0 w 457"/>
                <a:gd name="T17" fmla="*/ 229 h 461"/>
                <a:gd name="T18" fmla="*/ 0 w 457"/>
                <a:gd name="T19" fmla="*/ 231 h 461"/>
                <a:gd name="T20" fmla="*/ 227 w 457"/>
                <a:gd name="T21" fmla="*/ 460 h 461"/>
                <a:gd name="T22" fmla="*/ 29 w 457"/>
                <a:gd name="T23" fmla="*/ 229 h 461"/>
                <a:gd name="T24" fmla="*/ 29 w 457"/>
                <a:gd name="T25" fmla="*/ 229 h 461"/>
                <a:gd name="T26" fmla="*/ 228 w 457"/>
                <a:gd name="T27" fmla="*/ 29 h 461"/>
                <a:gd name="T28" fmla="*/ 230 w 457"/>
                <a:gd name="T29" fmla="*/ 29 h 461"/>
                <a:gd name="T30" fmla="*/ 427 w 457"/>
                <a:gd name="T31" fmla="*/ 229 h 461"/>
                <a:gd name="T32" fmla="*/ 427 w 457"/>
                <a:gd name="T33" fmla="*/ 231 h 461"/>
                <a:gd name="T34" fmla="*/ 228 w 457"/>
                <a:gd name="T35" fmla="*/ 431 h 461"/>
                <a:gd name="T36" fmla="*/ 228 w 457"/>
                <a:gd name="T37" fmla="*/ 431 h 461"/>
                <a:gd name="T38" fmla="*/ 29 w 457"/>
                <a:gd name="T39" fmla="*/ 231 h 461"/>
                <a:gd name="T40" fmla="*/ 29 w 457"/>
                <a:gd name="T41" fmla="*/ 229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57" h="461">
                  <a:moveTo>
                    <a:pt x="227" y="460"/>
                  </a:moveTo>
                  <a:lnTo>
                    <a:pt x="227" y="460"/>
                  </a:lnTo>
                  <a:cubicBezTo>
                    <a:pt x="228" y="460"/>
                    <a:pt x="228" y="460"/>
                    <a:pt x="228" y="460"/>
                  </a:cubicBezTo>
                  <a:cubicBezTo>
                    <a:pt x="354" y="460"/>
                    <a:pt x="456" y="357"/>
                    <a:pt x="456" y="231"/>
                  </a:cubicBezTo>
                  <a:lnTo>
                    <a:pt x="456" y="231"/>
                  </a:lnTo>
                  <a:cubicBezTo>
                    <a:pt x="456" y="229"/>
                    <a:pt x="456" y="229"/>
                    <a:pt x="456" y="229"/>
                  </a:cubicBezTo>
                  <a:cubicBezTo>
                    <a:pt x="456" y="103"/>
                    <a:pt x="356" y="1"/>
                    <a:pt x="230" y="0"/>
                  </a:cubicBezTo>
                  <a:cubicBezTo>
                    <a:pt x="228" y="0"/>
                    <a:pt x="228" y="0"/>
                    <a:pt x="228" y="0"/>
                  </a:cubicBezTo>
                  <a:cubicBezTo>
                    <a:pt x="103" y="0"/>
                    <a:pt x="2" y="103"/>
                    <a:pt x="0" y="229"/>
                  </a:cubicBezTo>
                  <a:cubicBezTo>
                    <a:pt x="0" y="231"/>
                    <a:pt x="0" y="231"/>
                    <a:pt x="0" y="231"/>
                  </a:cubicBezTo>
                  <a:cubicBezTo>
                    <a:pt x="0" y="357"/>
                    <a:pt x="102" y="458"/>
                    <a:pt x="227" y="460"/>
                  </a:cubicBezTo>
                  <a:close/>
                  <a:moveTo>
                    <a:pt x="29" y="229"/>
                  </a:moveTo>
                  <a:lnTo>
                    <a:pt x="29" y="229"/>
                  </a:lnTo>
                  <a:cubicBezTo>
                    <a:pt x="30" y="118"/>
                    <a:pt x="120" y="29"/>
                    <a:pt x="228" y="29"/>
                  </a:cubicBezTo>
                  <a:cubicBezTo>
                    <a:pt x="230" y="29"/>
                    <a:pt x="230" y="29"/>
                    <a:pt x="230" y="29"/>
                  </a:cubicBezTo>
                  <a:cubicBezTo>
                    <a:pt x="339" y="30"/>
                    <a:pt x="427" y="119"/>
                    <a:pt x="427" y="229"/>
                  </a:cubicBezTo>
                  <a:cubicBezTo>
                    <a:pt x="427" y="231"/>
                    <a:pt x="427" y="231"/>
                    <a:pt x="427" y="231"/>
                  </a:cubicBezTo>
                  <a:cubicBezTo>
                    <a:pt x="427" y="342"/>
                    <a:pt x="338" y="431"/>
                    <a:pt x="228" y="431"/>
                  </a:cubicBezTo>
                  <a:lnTo>
                    <a:pt x="228" y="431"/>
                  </a:lnTo>
                  <a:cubicBezTo>
                    <a:pt x="118" y="430"/>
                    <a:pt x="29" y="340"/>
                    <a:pt x="29" y="231"/>
                  </a:cubicBezTo>
                  <a:lnTo>
                    <a:pt x="29"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3" name="Freeform 432">
              <a:extLst>
                <a:ext uri="{FF2B5EF4-FFF2-40B4-BE49-F238E27FC236}">
                  <a16:creationId xmlns:a16="http://schemas.microsoft.com/office/drawing/2014/main" id="{858695C5-F40E-3C1A-055F-3B40179ABE2C}"/>
                </a:ext>
              </a:extLst>
            </p:cNvPr>
            <p:cNvSpPr>
              <a:spLocks noChangeArrowheads="1"/>
            </p:cNvSpPr>
            <p:nvPr/>
          </p:nvSpPr>
          <p:spPr bwMode="auto">
            <a:xfrm>
              <a:off x="3716338" y="3232150"/>
              <a:ext cx="77787" cy="79375"/>
            </a:xfrm>
            <a:custGeom>
              <a:avLst/>
              <a:gdLst>
                <a:gd name="T0" fmla="*/ 108 w 218"/>
                <a:gd name="T1" fmla="*/ 218 h 219"/>
                <a:gd name="T2" fmla="*/ 108 w 218"/>
                <a:gd name="T3" fmla="*/ 218 h 219"/>
                <a:gd name="T4" fmla="*/ 108 w 218"/>
                <a:gd name="T5" fmla="*/ 203 h 219"/>
                <a:gd name="T6" fmla="*/ 108 w 218"/>
                <a:gd name="T7" fmla="*/ 218 h 219"/>
                <a:gd name="T8" fmla="*/ 108 w 218"/>
                <a:gd name="T9" fmla="*/ 218 h 219"/>
                <a:gd name="T10" fmla="*/ 217 w 218"/>
                <a:gd name="T11" fmla="*/ 110 h 219"/>
                <a:gd name="T12" fmla="*/ 217 w 218"/>
                <a:gd name="T13" fmla="*/ 110 h 219"/>
                <a:gd name="T14" fmla="*/ 217 w 218"/>
                <a:gd name="T15" fmla="*/ 108 h 219"/>
                <a:gd name="T16" fmla="*/ 110 w 218"/>
                <a:gd name="T17" fmla="*/ 0 h 219"/>
                <a:gd name="T18" fmla="*/ 108 w 218"/>
                <a:gd name="T19" fmla="*/ 0 h 219"/>
                <a:gd name="T20" fmla="*/ 0 w 218"/>
                <a:gd name="T21" fmla="*/ 108 h 219"/>
                <a:gd name="T22" fmla="*/ 0 w 218"/>
                <a:gd name="T23" fmla="*/ 108 h 219"/>
                <a:gd name="T24" fmla="*/ 0 w 218"/>
                <a:gd name="T25" fmla="*/ 108 h 219"/>
                <a:gd name="T26" fmla="*/ 108 w 218"/>
                <a:gd name="T27" fmla="*/ 218 h 219"/>
                <a:gd name="T28" fmla="*/ 30 w 218"/>
                <a:gd name="T29" fmla="*/ 108 h 219"/>
                <a:gd name="T30" fmla="*/ 30 w 218"/>
                <a:gd name="T31" fmla="*/ 108 h 219"/>
                <a:gd name="T32" fmla="*/ 30 w 218"/>
                <a:gd name="T33" fmla="*/ 108 h 219"/>
                <a:gd name="T34" fmla="*/ 108 w 218"/>
                <a:gd name="T35" fmla="*/ 29 h 219"/>
                <a:gd name="T36" fmla="*/ 108 w 218"/>
                <a:gd name="T37" fmla="*/ 29 h 219"/>
                <a:gd name="T38" fmla="*/ 188 w 218"/>
                <a:gd name="T39" fmla="*/ 108 h 219"/>
                <a:gd name="T40" fmla="*/ 188 w 218"/>
                <a:gd name="T41" fmla="*/ 110 h 219"/>
                <a:gd name="T42" fmla="*/ 108 w 218"/>
                <a:gd name="T43" fmla="*/ 189 h 219"/>
                <a:gd name="T44" fmla="*/ 108 w 218"/>
                <a:gd name="T45" fmla="*/ 189 h 219"/>
                <a:gd name="T46" fmla="*/ 108 w 218"/>
                <a:gd name="T47" fmla="*/ 189 h 219"/>
                <a:gd name="T48" fmla="*/ 30 w 218"/>
                <a:gd name="T49" fmla="*/ 108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8" h="219">
                  <a:moveTo>
                    <a:pt x="108" y="218"/>
                  </a:moveTo>
                  <a:lnTo>
                    <a:pt x="108" y="218"/>
                  </a:lnTo>
                  <a:cubicBezTo>
                    <a:pt x="108" y="203"/>
                    <a:pt x="108" y="203"/>
                    <a:pt x="108" y="203"/>
                  </a:cubicBezTo>
                  <a:cubicBezTo>
                    <a:pt x="108" y="218"/>
                    <a:pt x="108" y="218"/>
                    <a:pt x="108" y="218"/>
                  </a:cubicBezTo>
                  <a:lnTo>
                    <a:pt x="108" y="218"/>
                  </a:lnTo>
                  <a:cubicBezTo>
                    <a:pt x="169" y="218"/>
                    <a:pt x="217" y="169"/>
                    <a:pt x="217" y="110"/>
                  </a:cubicBezTo>
                  <a:lnTo>
                    <a:pt x="217" y="110"/>
                  </a:lnTo>
                  <a:cubicBezTo>
                    <a:pt x="217" y="108"/>
                    <a:pt x="217" y="108"/>
                    <a:pt x="217" y="108"/>
                  </a:cubicBezTo>
                  <a:cubicBezTo>
                    <a:pt x="217" y="49"/>
                    <a:pt x="169" y="0"/>
                    <a:pt x="110" y="0"/>
                  </a:cubicBezTo>
                  <a:cubicBezTo>
                    <a:pt x="108" y="0"/>
                    <a:pt x="108" y="0"/>
                    <a:pt x="108" y="0"/>
                  </a:cubicBezTo>
                  <a:cubicBezTo>
                    <a:pt x="49" y="0"/>
                    <a:pt x="1" y="48"/>
                    <a:pt x="0" y="108"/>
                  </a:cubicBezTo>
                  <a:lnTo>
                    <a:pt x="0" y="108"/>
                  </a:lnTo>
                  <a:lnTo>
                    <a:pt x="0" y="108"/>
                  </a:lnTo>
                  <a:cubicBezTo>
                    <a:pt x="0" y="169"/>
                    <a:pt x="48" y="218"/>
                    <a:pt x="108" y="218"/>
                  </a:cubicBezTo>
                  <a:close/>
                  <a:moveTo>
                    <a:pt x="30" y="108"/>
                  </a:moveTo>
                  <a:lnTo>
                    <a:pt x="30" y="108"/>
                  </a:lnTo>
                  <a:lnTo>
                    <a:pt x="30" y="108"/>
                  </a:lnTo>
                  <a:cubicBezTo>
                    <a:pt x="30" y="64"/>
                    <a:pt x="66" y="29"/>
                    <a:pt x="108" y="29"/>
                  </a:cubicBezTo>
                  <a:lnTo>
                    <a:pt x="108" y="29"/>
                  </a:lnTo>
                  <a:cubicBezTo>
                    <a:pt x="152" y="30"/>
                    <a:pt x="188" y="64"/>
                    <a:pt x="188" y="108"/>
                  </a:cubicBezTo>
                  <a:cubicBezTo>
                    <a:pt x="188" y="110"/>
                    <a:pt x="188" y="110"/>
                    <a:pt x="188" y="110"/>
                  </a:cubicBezTo>
                  <a:cubicBezTo>
                    <a:pt x="186" y="153"/>
                    <a:pt x="152" y="189"/>
                    <a:pt x="108" y="189"/>
                  </a:cubicBezTo>
                  <a:lnTo>
                    <a:pt x="108" y="189"/>
                  </a:lnTo>
                  <a:lnTo>
                    <a:pt x="108" y="189"/>
                  </a:lnTo>
                  <a:cubicBezTo>
                    <a:pt x="64" y="188"/>
                    <a:pt x="30" y="152"/>
                    <a:pt x="30"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4" name="Group 527">
            <a:extLst>
              <a:ext uri="{FF2B5EF4-FFF2-40B4-BE49-F238E27FC236}">
                <a16:creationId xmlns:a16="http://schemas.microsoft.com/office/drawing/2014/main" id="{EA72AC11-DD93-786E-5BA7-16C1022A902A}"/>
              </a:ext>
            </a:extLst>
          </p:cNvPr>
          <p:cNvGrpSpPr/>
          <p:nvPr/>
        </p:nvGrpSpPr>
        <p:grpSpPr>
          <a:xfrm>
            <a:off x="6258049" y="2877071"/>
            <a:ext cx="338137" cy="234950"/>
            <a:chOff x="5116513" y="3149600"/>
            <a:chExt cx="338137" cy="234950"/>
          </a:xfrm>
          <a:solidFill>
            <a:schemeClr val="tx2"/>
          </a:solidFill>
        </p:grpSpPr>
        <p:sp>
          <p:nvSpPr>
            <p:cNvPr id="525" name="Freeform 433">
              <a:extLst>
                <a:ext uri="{FF2B5EF4-FFF2-40B4-BE49-F238E27FC236}">
                  <a16:creationId xmlns:a16="http://schemas.microsoft.com/office/drawing/2014/main" id="{453AFE36-3A04-F3FB-AC63-810F304183E7}"/>
                </a:ext>
              </a:extLst>
            </p:cNvPr>
            <p:cNvSpPr>
              <a:spLocks noChangeArrowheads="1"/>
            </p:cNvSpPr>
            <p:nvPr/>
          </p:nvSpPr>
          <p:spPr bwMode="auto">
            <a:xfrm>
              <a:off x="5116513" y="3149600"/>
              <a:ext cx="338137" cy="234950"/>
            </a:xfrm>
            <a:custGeom>
              <a:avLst/>
              <a:gdLst>
                <a:gd name="T0" fmla="*/ 69 w 938"/>
                <a:gd name="T1" fmla="*/ 346 h 654"/>
                <a:gd name="T2" fmla="*/ 141 w 938"/>
                <a:gd name="T3" fmla="*/ 338 h 654"/>
                <a:gd name="T4" fmla="*/ 156 w 938"/>
                <a:gd name="T5" fmla="*/ 398 h 654"/>
                <a:gd name="T6" fmla="*/ 163 w 938"/>
                <a:gd name="T7" fmla="*/ 489 h 654"/>
                <a:gd name="T8" fmla="*/ 203 w 938"/>
                <a:gd name="T9" fmla="*/ 510 h 654"/>
                <a:gd name="T10" fmla="*/ 291 w 938"/>
                <a:gd name="T11" fmla="*/ 564 h 654"/>
                <a:gd name="T12" fmla="*/ 350 w 938"/>
                <a:gd name="T13" fmla="*/ 612 h 654"/>
                <a:gd name="T14" fmla="*/ 421 w 938"/>
                <a:gd name="T15" fmla="*/ 651 h 654"/>
                <a:gd name="T16" fmla="*/ 441 w 938"/>
                <a:gd name="T17" fmla="*/ 523 h 654"/>
                <a:gd name="T18" fmla="*/ 417 w 938"/>
                <a:gd name="T19" fmla="*/ 462 h 654"/>
                <a:gd name="T20" fmla="*/ 354 w 938"/>
                <a:gd name="T21" fmla="*/ 392 h 654"/>
                <a:gd name="T22" fmla="*/ 314 w 938"/>
                <a:gd name="T23" fmla="*/ 371 h 654"/>
                <a:gd name="T24" fmla="*/ 206 w 938"/>
                <a:gd name="T25" fmla="*/ 333 h 654"/>
                <a:gd name="T26" fmla="*/ 144 w 938"/>
                <a:gd name="T27" fmla="*/ 302 h 654"/>
                <a:gd name="T28" fmla="*/ 328 w 938"/>
                <a:gd name="T29" fmla="*/ 200 h 654"/>
                <a:gd name="T30" fmla="*/ 447 w 938"/>
                <a:gd name="T31" fmla="*/ 230 h 654"/>
                <a:gd name="T32" fmla="*/ 748 w 938"/>
                <a:gd name="T33" fmla="*/ 376 h 654"/>
                <a:gd name="T34" fmla="*/ 708 w 938"/>
                <a:gd name="T35" fmla="*/ 428 h 654"/>
                <a:gd name="T36" fmla="*/ 634 w 938"/>
                <a:gd name="T37" fmla="*/ 409 h 654"/>
                <a:gd name="T38" fmla="*/ 688 w 938"/>
                <a:gd name="T39" fmla="*/ 493 h 654"/>
                <a:gd name="T40" fmla="*/ 624 w 938"/>
                <a:gd name="T41" fmla="*/ 486 h 654"/>
                <a:gd name="T42" fmla="*/ 608 w 938"/>
                <a:gd name="T43" fmla="*/ 509 h 654"/>
                <a:gd name="T44" fmla="*/ 586 w 938"/>
                <a:gd name="T45" fmla="*/ 570 h 654"/>
                <a:gd name="T46" fmla="*/ 539 w 938"/>
                <a:gd name="T47" fmla="*/ 579 h 654"/>
                <a:gd name="T48" fmla="*/ 509 w 938"/>
                <a:gd name="T49" fmla="*/ 619 h 654"/>
                <a:gd name="T50" fmla="*/ 524 w 938"/>
                <a:gd name="T51" fmla="*/ 653 h 654"/>
                <a:gd name="T52" fmla="*/ 634 w 938"/>
                <a:gd name="T53" fmla="*/ 574 h 654"/>
                <a:gd name="T54" fmla="*/ 648 w 938"/>
                <a:gd name="T55" fmla="*/ 532 h 654"/>
                <a:gd name="T56" fmla="*/ 711 w 938"/>
                <a:gd name="T57" fmla="*/ 509 h 654"/>
                <a:gd name="T58" fmla="*/ 777 w 938"/>
                <a:gd name="T59" fmla="*/ 439 h 654"/>
                <a:gd name="T60" fmla="*/ 850 w 938"/>
                <a:gd name="T61" fmla="*/ 377 h 654"/>
                <a:gd name="T62" fmla="*/ 830 w 938"/>
                <a:gd name="T63" fmla="*/ 25 h 654"/>
                <a:gd name="T64" fmla="*/ 701 w 938"/>
                <a:gd name="T65" fmla="*/ 71 h 654"/>
                <a:gd name="T66" fmla="*/ 675 w 938"/>
                <a:gd name="T67" fmla="*/ 88 h 654"/>
                <a:gd name="T68" fmla="*/ 414 w 938"/>
                <a:gd name="T69" fmla="*/ 95 h 654"/>
                <a:gd name="T70" fmla="*/ 299 w 938"/>
                <a:gd name="T71" fmla="*/ 97 h 654"/>
                <a:gd name="T72" fmla="*/ 218 w 938"/>
                <a:gd name="T73" fmla="*/ 0 h 654"/>
                <a:gd name="T74" fmla="*/ 270 w 938"/>
                <a:gd name="T75" fmla="*/ 403 h 654"/>
                <a:gd name="T76" fmla="*/ 441 w 938"/>
                <a:gd name="T77" fmla="*/ 612 h 654"/>
                <a:gd name="T78" fmla="*/ 405 w 938"/>
                <a:gd name="T79" fmla="*/ 581 h 654"/>
                <a:gd name="T80" fmla="*/ 399 w 938"/>
                <a:gd name="T81" fmla="*/ 486 h 654"/>
                <a:gd name="T82" fmla="*/ 405 w 938"/>
                <a:gd name="T83" fmla="*/ 530 h 654"/>
                <a:gd name="T84" fmla="*/ 332 w 938"/>
                <a:gd name="T85" fmla="*/ 576 h 654"/>
                <a:gd name="T86" fmla="*/ 380 w 938"/>
                <a:gd name="T87" fmla="*/ 480 h 654"/>
                <a:gd name="T88" fmla="*/ 336 w 938"/>
                <a:gd name="T89" fmla="*/ 416 h 654"/>
                <a:gd name="T90" fmla="*/ 246 w 938"/>
                <a:gd name="T91" fmla="*/ 535 h 654"/>
                <a:gd name="T92" fmla="*/ 294 w 938"/>
                <a:gd name="T93" fmla="*/ 421 h 654"/>
                <a:gd name="T94" fmla="*/ 229 w 938"/>
                <a:gd name="T95" fmla="*/ 351 h 654"/>
                <a:gd name="T96" fmla="*/ 279 w 938"/>
                <a:gd name="T97" fmla="*/ 388 h 654"/>
                <a:gd name="T98" fmla="*/ 181 w 938"/>
                <a:gd name="T99" fmla="*/ 465 h 654"/>
                <a:gd name="T100" fmla="*/ 229 w 938"/>
                <a:gd name="T101" fmla="*/ 351 h 654"/>
                <a:gd name="T102" fmla="*/ 803 w 938"/>
                <a:gd name="T103" fmla="*/ 34 h 654"/>
                <a:gd name="T104" fmla="*/ 839 w 938"/>
                <a:gd name="T105" fmla="*/ 350 h 654"/>
                <a:gd name="T106" fmla="*/ 729 w 938"/>
                <a:gd name="T107" fmla="*/ 60 h 654"/>
                <a:gd name="T108" fmla="*/ 487 w 938"/>
                <a:gd name="T109" fmla="*/ 92 h 654"/>
                <a:gd name="T110" fmla="*/ 673 w 938"/>
                <a:gd name="T111" fmla="*/ 117 h 654"/>
                <a:gd name="T112" fmla="*/ 705 w 938"/>
                <a:gd name="T113" fmla="*/ 108 h 654"/>
                <a:gd name="T114" fmla="*/ 670 w 938"/>
                <a:gd name="T115" fmla="*/ 279 h 654"/>
                <a:gd name="T116" fmla="*/ 419 w 938"/>
                <a:gd name="T117" fmla="*/ 217 h 654"/>
                <a:gd name="T118" fmla="*/ 357 w 938"/>
                <a:gd name="T119" fmla="*/ 200 h 654"/>
                <a:gd name="T120" fmla="*/ 30 w 938"/>
                <a:gd name="T121" fmla="*/ 273 h 654"/>
                <a:gd name="T122" fmla="*/ 277 w 938"/>
                <a:gd name="T123" fmla="*/ 77 h 654"/>
                <a:gd name="T124" fmla="*/ 86 w 938"/>
                <a:gd name="T125" fmla="*/ 322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38" h="654">
                  <a:moveTo>
                    <a:pt x="12" y="303"/>
                  </a:moveTo>
                  <a:lnTo>
                    <a:pt x="12" y="303"/>
                  </a:lnTo>
                  <a:cubicBezTo>
                    <a:pt x="69" y="346"/>
                    <a:pt x="69" y="346"/>
                    <a:pt x="69" y="346"/>
                  </a:cubicBezTo>
                  <a:cubicBezTo>
                    <a:pt x="77" y="333"/>
                    <a:pt x="77" y="333"/>
                    <a:pt x="77" y="333"/>
                  </a:cubicBezTo>
                  <a:cubicBezTo>
                    <a:pt x="69" y="346"/>
                    <a:pt x="69" y="346"/>
                    <a:pt x="69" y="346"/>
                  </a:cubicBezTo>
                  <a:cubicBezTo>
                    <a:pt x="74" y="350"/>
                    <a:pt x="81" y="353"/>
                    <a:pt x="88" y="353"/>
                  </a:cubicBezTo>
                  <a:cubicBezTo>
                    <a:pt x="99" y="353"/>
                    <a:pt x="108" y="347"/>
                    <a:pt x="115" y="339"/>
                  </a:cubicBezTo>
                  <a:cubicBezTo>
                    <a:pt x="126" y="325"/>
                    <a:pt x="126" y="325"/>
                    <a:pt x="126" y="325"/>
                  </a:cubicBezTo>
                  <a:cubicBezTo>
                    <a:pt x="129" y="328"/>
                    <a:pt x="134" y="332"/>
                    <a:pt x="139" y="336"/>
                  </a:cubicBezTo>
                  <a:cubicBezTo>
                    <a:pt x="141" y="338"/>
                    <a:pt x="141" y="338"/>
                    <a:pt x="141" y="338"/>
                  </a:cubicBezTo>
                  <a:cubicBezTo>
                    <a:pt x="139" y="336"/>
                    <a:pt x="139" y="336"/>
                    <a:pt x="139" y="336"/>
                  </a:cubicBezTo>
                  <a:cubicBezTo>
                    <a:pt x="144" y="339"/>
                    <a:pt x="148" y="344"/>
                    <a:pt x="151" y="351"/>
                  </a:cubicBezTo>
                  <a:cubicBezTo>
                    <a:pt x="155" y="358"/>
                    <a:pt x="158" y="366"/>
                    <a:pt x="158" y="379"/>
                  </a:cubicBezTo>
                  <a:cubicBezTo>
                    <a:pt x="158" y="384"/>
                    <a:pt x="156" y="391"/>
                    <a:pt x="155" y="398"/>
                  </a:cubicBezTo>
                  <a:cubicBezTo>
                    <a:pt x="156" y="398"/>
                    <a:pt x="156" y="398"/>
                    <a:pt x="156" y="398"/>
                  </a:cubicBezTo>
                  <a:cubicBezTo>
                    <a:pt x="152" y="403"/>
                    <a:pt x="152" y="403"/>
                    <a:pt x="152" y="403"/>
                  </a:cubicBezTo>
                  <a:lnTo>
                    <a:pt x="152" y="403"/>
                  </a:lnTo>
                  <a:cubicBezTo>
                    <a:pt x="144" y="414"/>
                    <a:pt x="140" y="428"/>
                    <a:pt x="140" y="440"/>
                  </a:cubicBezTo>
                  <a:cubicBezTo>
                    <a:pt x="140" y="458"/>
                    <a:pt x="148" y="476"/>
                    <a:pt x="163" y="489"/>
                  </a:cubicBezTo>
                  <a:lnTo>
                    <a:pt x="163" y="489"/>
                  </a:lnTo>
                  <a:cubicBezTo>
                    <a:pt x="165" y="489"/>
                    <a:pt x="165" y="489"/>
                    <a:pt x="165" y="489"/>
                  </a:cubicBezTo>
                  <a:lnTo>
                    <a:pt x="165" y="489"/>
                  </a:lnTo>
                  <a:cubicBezTo>
                    <a:pt x="174" y="497"/>
                    <a:pt x="188" y="501"/>
                    <a:pt x="200" y="501"/>
                  </a:cubicBezTo>
                  <a:cubicBezTo>
                    <a:pt x="202" y="501"/>
                    <a:pt x="203" y="501"/>
                    <a:pt x="204" y="501"/>
                  </a:cubicBezTo>
                  <a:cubicBezTo>
                    <a:pt x="203" y="504"/>
                    <a:pt x="203" y="508"/>
                    <a:pt x="203" y="510"/>
                  </a:cubicBezTo>
                  <a:cubicBezTo>
                    <a:pt x="203" y="528"/>
                    <a:pt x="211" y="546"/>
                    <a:pt x="226" y="559"/>
                  </a:cubicBezTo>
                  <a:cubicBezTo>
                    <a:pt x="228" y="559"/>
                    <a:pt x="228" y="559"/>
                    <a:pt x="228" y="559"/>
                  </a:cubicBezTo>
                  <a:lnTo>
                    <a:pt x="228" y="559"/>
                  </a:lnTo>
                  <a:cubicBezTo>
                    <a:pt x="239" y="567"/>
                    <a:pt x="251" y="571"/>
                    <a:pt x="263" y="571"/>
                  </a:cubicBezTo>
                  <a:cubicBezTo>
                    <a:pt x="273" y="571"/>
                    <a:pt x="283" y="570"/>
                    <a:pt x="291" y="564"/>
                  </a:cubicBezTo>
                  <a:cubicBezTo>
                    <a:pt x="295" y="578"/>
                    <a:pt x="302" y="590"/>
                    <a:pt x="313" y="598"/>
                  </a:cubicBezTo>
                  <a:lnTo>
                    <a:pt x="313" y="598"/>
                  </a:lnTo>
                  <a:cubicBezTo>
                    <a:pt x="314" y="600"/>
                    <a:pt x="314" y="600"/>
                    <a:pt x="314" y="600"/>
                  </a:cubicBezTo>
                  <a:lnTo>
                    <a:pt x="314" y="600"/>
                  </a:lnTo>
                  <a:cubicBezTo>
                    <a:pt x="325" y="608"/>
                    <a:pt x="338" y="612"/>
                    <a:pt x="350" y="612"/>
                  </a:cubicBezTo>
                  <a:cubicBezTo>
                    <a:pt x="357" y="612"/>
                    <a:pt x="364" y="611"/>
                    <a:pt x="371" y="608"/>
                  </a:cubicBezTo>
                  <a:cubicBezTo>
                    <a:pt x="373" y="620"/>
                    <a:pt x="379" y="631"/>
                    <a:pt x="390" y="640"/>
                  </a:cubicBezTo>
                  <a:cubicBezTo>
                    <a:pt x="399" y="627"/>
                    <a:pt x="399" y="627"/>
                    <a:pt x="399" y="627"/>
                  </a:cubicBezTo>
                  <a:cubicBezTo>
                    <a:pt x="390" y="640"/>
                    <a:pt x="390" y="640"/>
                    <a:pt x="390" y="640"/>
                  </a:cubicBezTo>
                  <a:cubicBezTo>
                    <a:pt x="399" y="646"/>
                    <a:pt x="410" y="651"/>
                    <a:pt x="421" y="651"/>
                  </a:cubicBezTo>
                  <a:cubicBezTo>
                    <a:pt x="438" y="651"/>
                    <a:pt x="454" y="644"/>
                    <a:pt x="464" y="630"/>
                  </a:cubicBezTo>
                  <a:cubicBezTo>
                    <a:pt x="480" y="608"/>
                    <a:pt x="480" y="608"/>
                    <a:pt x="480" y="608"/>
                  </a:cubicBezTo>
                  <a:cubicBezTo>
                    <a:pt x="489" y="598"/>
                    <a:pt x="491" y="586"/>
                    <a:pt x="491" y="575"/>
                  </a:cubicBezTo>
                  <a:cubicBezTo>
                    <a:pt x="491" y="560"/>
                    <a:pt x="484" y="543"/>
                    <a:pt x="471" y="534"/>
                  </a:cubicBezTo>
                  <a:cubicBezTo>
                    <a:pt x="461" y="526"/>
                    <a:pt x="451" y="523"/>
                    <a:pt x="441" y="523"/>
                  </a:cubicBezTo>
                  <a:cubicBezTo>
                    <a:pt x="441" y="519"/>
                    <a:pt x="441" y="515"/>
                    <a:pt x="441" y="512"/>
                  </a:cubicBezTo>
                  <a:cubicBezTo>
                    <a:pt x="441" y="494"/>
                    <a:pt x="434" y="476"/>
                    <a:pt x="417" y="464"/>
                  </a:cubicBezTo>
                  <a:lnTo>
                    <a:pt x="417" y="464"/>
                  </a:lnTo>
                  <a:cubicBezTo>
                    <a:pt x="417" y="462"/>
                    <a:pt x="417" y="462"/>
                    <a:pt x="417" y="462"/>
                  </a:cubicBezTo>
                  <a:lnTo>
                    <a:pt x="417" y="462"/>
                  </a:lnTo>
                  <a:cubicBezTo>
                    <a:pt x="406" y="454"/>
                    <a:pt x="392" y="450"/>
                    <a:pt x="380" y="450"/>
                  </a:cubicBezTo>
                  <a:cubicBezTo>
                    <a:pt x="379" y="450"/>
                    <a:pt x="379" y="451"/>
                    <a:pt x="377" y="451"/>
                  </a:cubicBezTo>
                  <a:cubicBezTo>
                    <a:pt x="377" y="447"/>
                    <a:pt x="377" y="445"/>
                    <a:pt x="377" y="440"/>
                  </a:cubicBezTo>
                  <a:cubicBezTo>
                    <a:pt x="377" y="423"/>
                    <a:pt x="371" y="405"/>
                    <a:pt x="354" y="392"/>
                  </a:cubicBezTo>
                  <a:lnTo>
                    <a:pt x="354" y="392"/>
                  </a:lnTo>
                  <a:lnTo>
                    <a:pt x="354" y="392"/>
                  </a:lnTo>
                  <a:lnTo>
                    <a:pt x="354" y="392"/>
                  </a:lnTo>
                  <a:cubicBezTo>
                    <a:pt x="343" y="384"/>
                    <a:pt x="329" y="380"/>
                    <a:pt x="317" y="380"/>
                  </a:cubicBezTo>
                  <a:cubicBezTo>
                    <a:pt x="316" y="380"/>
                    <a:pt x="314" y="380"/>
                    <a:pt x="313" y="380"/>
                  </a:cubicBezTo>
                  <a:cubicBezTo>
                    <a:pt x="314" y="377"/>
                    <a:pt x="314" y="373"/>
                    <a:pt x="314" y="371"/>
                  </a:cubicBezTo>
                  <a:cubicBezTo>
                    <a:pt x="314" y="353"/>
                    <a:pt x="306" y="335"/>
                    <a:pt x="291" y="322"/>
                  </a:cubicBezTo>
                  <a:cubicBezTo>
                    <a:pt x="290" y="321"/>
                    <a:pt x="290" y="321"/>
                    <a:pt x="290" y="321"/>
                  </a:cubicBezTo>
                  <a:cubicBezTo>
                    <a:pt x="290" y="322"/>
                    <a:pt x="290" y="322"/>
                    <a:pt x="290" y="322"/>
                  </a:cubicBezTo>
                  <a:cubicBezTo>
                    <a:pt x="279" y="313"/>
                    <a:pt x="266" y="310"/>
                    <a:pt x="254" y="310"/>
                  </a:cubicBezTo>
                  <a:cubicBezTo>
                    <a:pt x="236" y="310"/>
                    <a:pt x="218" y="317"/>
                    <a:pt x="206" y="333"/>
                  </a:cubicBezTo>
                  <a:cubicBezTo>
                    <a:pt x="185" y="361"/>
                    <a:pt x="185" y="361"/>
                    <a:pt x="185" y="361"/>
                  </a:cubicBezTo>
                  <a:cubicBezTo>
                    <a:pt x="184" y="353"/>
                    <a:pt x="181" y="344"/>
                    <a:pt x="177" y="338"/>
                  </a:cubicBezTo>
                  <a:cubicBezTo>
                    <a:pt x="171" y="327"/>
                    <a:pt x="165" y="318"/>
                    <a:pt x="156" y="313"/>
                  </a:cubicBezTo>
                  <a:lnTo>
                    <a:pt x="156" y="313"/>
                  </a:lnTo>
                  <a:cubicBezTo>
                    <a:pt x="152" y="309"/>
                    <a:pt x="147" y="305"/>
                    <a:pt x="144" y="302"/>
                  </a:cubicBezTo>
                  <a:cubicBezTo>
                    <a:pt x="280" y="123"/>
                    <a:pt x="280" y="123"/>
                    <a:pt x="280" y="123"/>
                  </a:cubicBezTo>
                  <a:cubicBezTo>
                    <a:pt x="281" y="123"/>
                    <a:pt x="281" y="123"/>
                    <a:pt x="283" y="125"/>
                  </a:cubicBezTo>
                  <a:cubicBezTo>
                    <a:pt x="295" y="134"/>
                    <a:pt x="318" y="149"/>
                    <a:pt x="351" y="151"/>
                  </a:cubicBezTo>
                  <a:cubicBezTo>
                    <a:pt x="344" y="158"/>
                    <a:pt x="339" y="165"/>
                    <a:pt x="335" y="171"/>
                  </a:cubicBezTo>
                  <a:cubicBezTo>
                    <a:pt x="331" y="181"/>
                    <a:pt x="328" y="191"/>
                    <a:pt x="328" y="200"/>
                  </a:cubicBezTo>
                  <a:cubicBezTo>
                    <a:pt x="328" y="209"/>
                    <a:pt x="329" y="217"/>
                    <a:pt x="333" y="224"/>
                  </a:cubicBezTo>
                  <a:cubicBezTo>
                    <a:pt x="336" y="230"/>
                    <a:pt x="342" y="237"/>
                    <a:pt x="347" y="243"/>
                  </a:cubicBezTo>
                  <a:cubicBezTo>
                    <a:pt x="360" y="255"/>
                    <a:pt x="373" y="261"/>
                    <a:pt x="387" y="261"/>
                  </a:cubicBezTo>
                  <a:cubicBezTo>
                    <a:pt x="398" y="261"/>
                    <a:pt x="406" y="258"/>
                    <a:pt x="414" y="254"/>
                  </a:cubicBezTo>
                  <a:cubicBezTo>
                    <a:pt x="427" y="248"/>
                    <a:pt x="438" y="239"/>
                    <a:pt x="447" y="230"/>
                  </a:cubicBezTo>
                  <a:cubicBezTo>
                    <a:pt x="457" y="222"/>
                    <a:pt x="464" y="214"/>
                    <a:pt x="471" y="209"/>
                  </a:cubicBezTo>
                  <a:cubicBezTo>
                    <a:pt x="482" y="199"/>
                    <a:pt x="493" y="195"/>
                    <a:pt x="502" y="195"/>
                  </a:cubicBezTo>
                  <a:cubicBezTo>
                    <a:pt x="511" y="195"/>
                    <a:pt x="517" y="198"/>
                    <a:pt x="520" y="200"/>
                  </a:cubicBezTo>
                  <a:cubicBezTo>
                    <a:pt x="535" y="213"/>
                    <a:pt x="674" y="320"/>
                    <a:pt x="674" y="320"/>
                  </a:cubicBezTo>
                  <a:cubicBezTo>
                    <a:pt x="748" y="376"/>
                    <a:pt x="748" y="376"/>
                    <a:pt x="748" y="376"/>
                  </a:cubicBezTo>
                  <a:cubicBezTo>
                    <a:pt x="756" y="381"/>
                    <a:pt x="760" y="391"/>
                    <a:pt x="760" y="401"/>
                  </a:cubicBezTo>
                  <a:cubicBezTo>
                    <a:pt x="760" y="408"/>
                    <a:pt x="758" y="414"/>
                    <a:pt x="753" y="421"/>
                  </a:cubicBezTo>
                  <a:cubicBezTo>
                    <a:pt x="752" y="421"/>
                    <a:pt x="752" y="421"/>
                    <a:pt x="752" y="421"/>
                  </a:cubicBezTo>
                  <a:cubicBezTo>
                    <a:pt x="747" y="429"/>
                    <a:pt x="737" y="434"/>
                    <a:pt x="727" y="434"/>
                  </a:cubicBezTo>
                  <a:cubicBezTo>
                    <a:pt x="721" y="434"/>
                    <a:pt x="714" y="432"/>
                    <a:pt x="708" y="428"/>
                  </a:cubicBezTo>
                  <a:cubicBezTo>
                    <a:pt x="701" y="423"/>
                    <a:pt x="701" y="423"/>
                    <a:pt x="701" y="423"/>
                  </a:cubicBezTo>
                  <a:lnTo>
                    <a:pt x="701" y="423"/>
                  </a:lnTo>
                  <a:lnTo>
                    <a:pt x="701" y="423"/>
                  </a:lnTo>
                  <a:cubicBezTo>
                    <a:pt x="652" y="386"/>
                    <a:pt x="652" y="386"/>
                    <a:pt x="652" y="386"/>
                  </a:cubicBezTo>
                  <a:cubicBezTo>
                    <a:pt x="634" y="409"/>
                    <a:pt x="634" y="409"/>
                    <a:pt x="634" y="409"/>
                  </a:cubicBezTo>
                  <a:lnTo>
                    <a:pt x="634" y="409"/>
                  </a:lnTo>
                  <a:cubicBezTo>
                    <a:pt x="684" y="446"/>
                    <a:pt x="684" y="446"/>
                    <a:pt x="684" y="446"/>
                  </a:cubicBezTo>
                  <a:cubicBezTo>
                    <a:pt x="692" y="453"/>
                    <a:pt x="694" y="461"/>
                    <a:pt x="694" y="471"/>
                  </a:cubicBezTo>
                  <a:cubicBezTo>
                    <a:pt x="694" y="478"/>
                    <a:pt x="693" y="486"/>
                    <a:pt x="688" y="491"/>
                  </a:cubicBezTo>
                  <a:cubicBezTo>
                    <a:pt x="688" y="493"/>
                    <a:pt x="688" y="493"/>
                    <a:pt x="688" y="493"/>
                  </a:cubicBezTo>
                  <a:lnTo>
                    <a:pt x="688" y="493"/>
                  </a:lnTo>
                  <a:cubicBezTo>
                    <a:pt x="681" y="501"/>
                    <a:pt x="671" y="505"/>
                    <a:pt x="662" y="505"/>
                  </a:cubicBezTo>
                  <a:cubicBezTo>
                    <a:pt x="655" y="505"/>
                    <a:pt x="648" y="504"/>
                    <a:pt x="642" y="500"/>
                  </a:cubicBezTo>
                  <a:cubicBezTo>
                    <a:pt x="626" y="486"/>
                    <a:pt x="626" y="486"/>
                    <a:pt x="626" y="486"/>
                  </a:cubicBezTo>
                  <a:lnTo>
                    <a:pt x="624" y="486"/>
                  </a:lnTo>
                  <a:lnTo>
                    <a:pt x="624" y="486"/>
                  </a:lnTo>
                  <a:cubicBezTo>
                    <a:pt x="570" y="443"/>
                    <a:pt x="570" y="443"/>
                    <a:pt x="570" y="443"/>
                  </a:cubicBezTo>
                  <a:cubicBezTo>
                    <a:pt x="552" y="465"/>
                    <a:pt x="552" y="465"/>
                    <a:pt x="552" y="465"/>
                  </a:cubicBezTo>
                  <a:lnTo>
                    <a:pt x="552" y="465"/>
                  </a:lnTo>
                  <a:cubicBezTo>
                    <a:pt x="608" y="509"/>
                    <a:pt x="608" y="509"/>
                    <a:pt x="608" y="509"/>
                  </a:cubicBezTo>
                  <a:cubicBezTo>
                    <a:pt x="615" y="515"/>
                    <a:pt x="619" y="524"/>
                    <a:pt x="619" y="534"/>
                  </a:cubicBezTo>
                  <a:cubicBezTo>
                    <a:pt x="619" y="542"/>
                    <a:pt x="616" y="549"/>
                    <a:pt x="612" y="556"/>
                  </a:cubicBezTo>
                  <a:cubicBezTo>
                    <a:pt x="611" y="556"/>
                    <a:pt x="611" y="556"/>
                    <a:pt x="611" y="556"/>
                  </a:cubicBezTo>
                  <a:lnTo>
                    <a:pt x="611" y="556"/>
                  </a:lnTo>
                  <a:cubicBezTo>
                    <a:pt x="605" y="564"/>
                    <a:pt x="596" y="570"/>
                    <a:pt x="586" y="570"/>
                  </a:cubicBezTo>
                  <a:cubicBezTo>
                    <a:pt x="579" y="570"/>
                    <a:pt x="572" y="567"/>
                    <a:pt x="567" y="563"/>
                  </a:cubicBezTo>
                  <a:cubicBezTo>
                    <a:pt x="526" y="531"/>
                    <a:pt x="526" y="531"/>
                    <a:pt x="526" y="531"/>
                  </a:cubicBezTo>
                  <a:cubicBezTo>
                    <a:pt x="508" y="553"/>
                    <a:pt x="508" y="553"/>
                    <a:pt x="508" y="553"/>
                  </a:cubicBezTo>
                  <a:lnTo>
                    <a:pt x="508" y="553"/>
                  </a:lnTo>
                  <a:cubicBezTo>
                    <a:pt x="539" y="579"/>
                    <a:pt x="539" y="579"/>
                    <a:pt x="539" y="579"/>
                  </a:cubicBezTo>
                  <a:lnTo>
                    <a:pt x="539" y="579"/>
                  </a:lnTo>
                  <a:cubicBezTo>
                    <a:pt x="546" y="585"/>
                    <a:pt x="549" y="591"/>
                    <a:pt x="549" y="600"/>
                  </a:cubicBezTo>
                  <a:cubicBezTo>
                    <a:pt x="549" y="605"/>
                    <a:pt x="548" y="611"/>
                    <a:pt x="543" y="615"/>
                  </a:cubicBezTo>
                  <a:cubicBezTo>
                    <a:pt x="539" y="622"/>
                    <a:pt x="532" y="624"/>
                    <a:pt x="524" y="624"/>
                  </a:cubicBezTo>
                  <a:cubicBezTo>
                    <a:pt x="519" y="624"/>
                    <a:pt x="513" y="623"/>
                    <a:pt x="509" y="619"/>
                  </a:cubicBezTo>
                  <a:cubicBezTo>
                    <a:pt x="487" y="602"/>
                    <a:pt x="487" y="602"/>
                    <a:pt x="487" y="602"/>
                  </a:cubicBezTo>
                  <a:cubicBezTo>
                    <a:pt x="469" y="626"/>
                    <a:pt x="469" y="626"/>
                    <a:pt x="469" y="626"/>
                  </a:cubicBezTo>
                  <a:lnTo>
                    <a:pt x="469" y="626"/>
                  </a:lnTo>
                  <a:cubicBezTo>
                    <a:pt x="491" y="642"/>
                    <a:pt x="491" y="642"/>
                    <a:pt x="491" y="642"/>
                  </a:cubicBezTo>
                  <a:cubicBezTo>
                    <a:pt x="501" y="651"/>
                    <a:pt x="513" y="653"/>
                    <a:pt x="524" y="653"/>
                  </a:cubicBezTo>
                  <a:cubicBezTo>
                    <a:pt x="541" y="653"/>
                    <a:pt x="557" y="646"/>
                    <a:pt x="567" y="633"/>
                  </a:cubicBezTo>
                  <a:cubicBezTo>
                    <a:pt x="575" y="623"/>
                    <a:pt x="578" y="611"/>
                    <a:pt x="578" y="600"/>
                  </a:cubicBezTo>
                  <a:cubicBezTo>
                    <a:pt x="578" y="598"/>
                    <a:pt x="578" y="598"/>
                    <a:pt x="578" y="597"/>
                  </a:cubicBezTo>
                  <a:cubicBezTo>
                    <a:pt x="581" y="598"/>
                    <a:pt x="583" y="598"/>
                    <a:pt x="586" y="598"/>
                  </a:cubicBezTo>
                  <a:cubicBezTo>
                    <a:pt x="604" y="598"/>
                    <a:pt x="623" y="590"/>
                    <a:pt x="634" y="574"/>
                  </a:cubicBezTo>
                  <a:lnTo>
                    <a:pt x="634" y="574"/>
                  </a:lnTo>
                  <a:cubicBezTo>
                    <a:pt x="635" y="574"/>
                    <a:pt x="635" y="574"/>
                    <a:pt x="635" y="574"/>
                  </a:cubicBezTo>
                  <a:lnTo>
                    <a:pt x="635" y="574"/>
                  </a:lnTo>
                  <a:cubicBezTo>
                    <a:pt x="644" y="561"/>
                    <a:pt x="648" y="548"/>
                    <a:pt x="648" y="534"/>
                  </a:cubicBezTo>
                  <a:cubicBezTo>
                    <a:pt x="648" y="534"/>
                    <a:pt x="648" y="534"/>
                    <a:pt x="648" y="532"/>
                  </a:cubicBezTo>
                  <a:cubicBezTo>
                    <a:pt x="653" y="534"/>
                    <a:pt x="657" y="535"/>
                    <a:pt x="662" y="535"/>
                  </a:cubicBezTo>
                  <a:cubicBezTo>
                    <a:pt x="679" y="535"/>
                    <a:pt x="699" y="527"/>
                    <a:pt x="711" y="510"/>
                  </a:cubicBezTo>
                  <a:lnTo>
                    <a:pt x="711" y="510"/>
                  </a:lnTo>
                  <a:cubicBezTo>
                    <a:pt x="711" y="509"/>
                    <a:pt x="711" y="509"/>
                    <a:pt x="711" y="509"/>
                  </a:cubicBezTo>
                  <a:lnTo>
                    <a:pt x="711" y="509"/>
                  </a:lnTo>
                  <a:cubicBezTo>
                    <a:pt x="721" y="498"/>
                    <a:pt x="725" y="484"/>
                    <a:pt x="725" y="471"/>
                  </a:cubicBezTo>
                  <a:cubicBezTo>
                    <a:pt x="725" y="468"/>
                    <a:pt x="723" y="465"/>
                    <a:pt x="723" y="464"/>
                  </a:cubicBezTo>
                  <a:cubicBezTo>
                    <a:pt x="725" y="464"/>
                    <a:pt x="726" y="464"/>
                    <a:pt x="727" y="464"/>
                  </a:cubicBezTo>
                  <a:cubicBezTo>
                    <a:pt x="745" y="464"/>
                    <a:pt x="764" y="456"/>
                    <a:pt x="775" y="439"/>
                  </a:cubicBezTo>
                  <a:cubicBezTo>
                    <a:pt x="777" y="439"/>
                    <a:pt x="777" y="439"/>
                    <a:pt x="777" y="439"/>
                  </a:cubicBezTo>
                  <a:cubicBezTo>
                    <a:pt x="785" y="427"/>
                    <a:pt x="789" y="414"/>
                    <a:pt x="789" y="401"/>
                  </a:cubicBezTo>
                  <a:cubicBezTo>
                    <a:pt x="789" y="392"/>
                    <a:pt x="788" y="384"/>
                    <a:pt x="784" y="376"/>
                  </a:cubicBezTo>
                  <a:cubicBezTo>
                    <a:pt x="810" y="364"/>
                    <a:pt x="810" y="364"/>
                    <a:pt x="810" y="364"/>
                  </a:cubicBezTo>
                  <a:cubicBezTo>
                    <a:pt x="817" y="373"/>
                    <a:pt x="826" y="380"/>
                    <a:pt x="837" y="380"/>
                  </a:cubicBezTo>
                  <a:cubicBezTo>
                    <a:pt x="841" y="380"/>
                    <a:pt x="845" y="379"/>
                    <a:pt x="850" y="377"/>
                  </a:cubicBezTo>
                  <a:cubicBezTo>
                    <a:pt x="915" y="353"/>
                    <a:pt x="915" y="353"/>
                    <a:pt x="915" y="353"/>
                  </a:cubicBezTo>
                  <a:cubicBezTo>
                    <a:pt x="929" y="349"/>
                    <a:pt x="937" y="335"/>
                    <a:pt x="937" y="321"/>
                  </a:cubicBezTo>
                  <a:cubicBezTo>
                    <a:pt x="937" y="318"/>
                    <a:pt x="936" y="314"/>
                    <a:pt x="935" y="310"/>
                  </a:cubicBezTo>
                  <a:cubicBezTo>
                    <a:pt x="925" y="284"/>
                    <a:pt x="925" y="284"/>
                    <a:pt x="925" y="284"/>
                  </a:cubicBezTo>
                  <a:cubicBezTo>
                    <a:pt x="830" y="25"/>
                    <a:pt x="830" y="25"/>
                    <a:pt x="830" y="25"/>
                  </a:cubicBezTo>
                  <a:cubicBezTo>
                    <a:pt x="825" y="11"/>
                    <a:pt x="813" y="1"/>
                    <a:pt x="799" y="1"/>
                  </a:cubicBezTo>
                  <a:cubicBezTo>
                    <a:pt x="795" y="1"/>
                    <a:pt x="791" y="3"/>
                    <a:pt x="788" y="4"/>
                  </a:cubicBezTo>
                  <a:cubicBezTo>
                    <a:pt x="722" y="29"/>
                    <a:pt x="722" y="29"/>
                    <a:pt x="722" y="29"/>
                  </a:cubicBezTo>
                  <a:cubicBezTo>
                    <a:pt x="708" y="33"/>
                    <a:pt x="700" y="47"/>
                    <a:pt x="700" y="60"/>
                  </a:cubicBezTo>
                  <a:cubicBezTo>
                    <a:pt x="700" y="63"/>
                    <a:pt x="700" y="67"/>
                    <a:pt x="701" y="71"/>
                  </a:cubicBezTo>
                  <a:cubicBezTo>
                    <a:pt x="704" y="77"/>
                    <a:pt x="704" y="77"/>
                    <a:pt x="704" y="77"/>
                  </a:cubicBezTo>
                  <a:cubicBezTo>
                    <a:pt x="701" y="78"/>
                    <a:pt x="694" y="81"/>
                    <a:pt x="689" y="84"/>
                  </a:cubicBezTo>
                  <a:cubicBezTo>
                    <a:pt x="685" y="85"/>
                    <a:pt x="682" y="85"/>
                    <a:pt x="679" y="86"/>
                  </a:cubicBezTo>
                  <a:cubicBezTo>
                    <a:pt x="677" y="88"/>
                    <a:pt x="677" y="88"/>
                    <a:pt x="677" y="88"/>
                  </a:cubicBezTo>
                  <a:cubicBezTo>
                    <a:pt x="675" y="88"/>
                    <a:pt x="675" y="88"/>
                    <a:pt x="675" y="88"/>
                  </a:cubicBezTo>
                  <a:cubicBezTo>
                    <a:pt x="675" y="88"/>
                    <a:pt x="673" y="86"/>
                    <a:pt x="668" y="86"/>
                  </a:cubicBezTo>
                  <a:cubicBezTo>
                    <a:pt x="640" y="84"/>
                    <a:pt x="546" y="71"/>
                    <a:pt x="522" y="67"/>
                  </a:cubicBezTo>
                  <a:cubicBezTo>
                    <a:pt x="511" y="66"/>
                    <a:pt x="500" y="63"/>
                    <a:pt x="487" y="62"/>
                  </a:cubicBezTo>
                  <a:cubicBezTo>
                    <a:pt x="478" y="62"/>
                    <a:pt x="467" y="64"/>
                    <a:pt x="454" y="70"/>
                  </a:cubicBezTo>
                  <a:cubicBezTo>
                    <a:pt x="443" y="74"/>
                    <a:pt x="430" y="82"/>
                    <a:pt x="414" y="95"/>
                  </a:cubicBezTo>
                  <a:cubicBezTo>
                    <a:pt x="405" y="101"/>
                    <a:pt x="397" y="108"/>
                    <a:pt x="388" y="114"/>
                  </a:cubicBezTo>
                  <a:cubicBezTo>
                    <a:pt x="375" y="119"/>
                    <a:pt x="364" y="121"/>
                    <a:pt x="354" y="121"/>
                  </a:cubicBezTo>
                  <a:cubicBezTo>
                    <a:pt x="329" y="121"/>
                    <a:pt x="311" y="110"/>
                    <a:pt x="301" y="101"/>
                  </a:cubicBezTo>
                  <a:cubicBezTo>
                    <a:pt x="299" y="101"/>
                    <a:pt x="299" y="100"/>
                    <a:pt x="298" y="100"/>
                  </a:cubicBezTo>
                  <a:cubicBezTo>
                    <a:pt x="299" y="97"/>
                    <a:pt x="299" y="97"/>
                    <a:pt x="299" y="97"/>
                  </a:cubicBezTo>
                  <a:lnTo>
                    <a:pt x="299" y="97"/>
                  </a:lnTo>
                  <a:cubicBezTo>
                    <a:pt x="305" y="92"/>
                    <a:pt x="306" y="84"/>
                    <a:pt x="306" y="77"/>
                  </a:cubicBezTo>
                  <a:cubicBezTo>
                    <a:pt x="306" y="67"/>
                    <a:pt x="302" y="56"/>
                    <a:pt x="294" y="51"/>
                  </a:cubicBezTo>
                  <a:cubicBezTo>
                    <a:pt x="239" y="7"/>
                    <a:pt x="239" y="7"/>
                    <a:pt x="239" y="7"/>
                  </a:cubicBezTo>
                  <a:cubicBezTo>
                    <a:pt x="232" y="3"/>
                    <a:pt x="225" y="0"/>
                    <a:pt x="218" y="0"/>
                  </a:cubicBezTo>
                  <a:cubicBezTo>
                    <a:pt x="207" y="0"/>
                    <a:pt x="198" y="5"/>
                    <a:pt x="191" y="14"/>
                  </a:cubicBezTo>
                  <a:cubicBezTo>
                    <a:pt x="7" y="255"/>
                    <a:pt x="7" y="255"/>
                    <a:pt x="7" y="255"/>
                  </a:cubicBezTo>
                  <a:cubicBezTo>
                    <a:pt x="1" y="262"/>
                    <a:pt x="0" y="269"/>
                    <a:pt x="0" y="276"/>
                  </a:cubicBezTo>
                  <a:cubicBezTo>
                    <a:pt x="0" y="285"/>
                    <a:pt x="4" y="296"/>
                    <a:pt x="12" y="303"/>
                  </a:cubicBezTo>
                  <a:close/>
                  <a:moveTo>
                    <a:pt x="270" y="403"/>
                  </a:moveTo>
                  <a:lnTo>
                    <a:pt x="270" y="403"/>
                  </a:lnTo>
                  <a:close/>
                  <a:moveTo>
                    <a:pt x="462" y="575"/>
                  </a:moveTo>
                  <a:lnTo>
                    <a:pt x="462" y="575"/>
                  </a:lnTo>
                  <a:cubicBezTo>
                    <a:pt x="462" y="581"/>
                    <a:pt x="461" y="586"/>
                    <a:pt x="457" y="590"/>
                  </a:cubicBezTo>
                  <a:cubicBezTo>
                    <a:pt x="441" y="612"/>
                    <a:pt x="441" y="612"/>
                    <a:pt x="441" y="612"/>
                  </a:cubicBezTo>
                  <a:cubicBezTo>
                    <a:pt x="436" y="618"/>
                    <a:pt x="430" y="622"/>
                    <a:pt x="421" y="622"/>
                  </a:cubicBezTo>
                  <a:cubicBezTo>
                    <a:pt x="417" y="622"/>
                    <a:pt x="412" y="619"/>
                    <a:pt x="408" y="616"/>
                  </a:cubicBezTo>
                  <a:cubicBezTo>
                    <a:pt x="402" y="612"/>
                    <a:pt x="398" y="605"/>
                    <a:pt x="398" y="597"/>
                  </a:cubicBezTo>
                  <a:cubicBezTo>
                    <a:pt x="398" y="591"/>
                    <a:pt x="399" y="587"/>
                    <a:pt x="403" y="583"/>
                  </a:cubicBezTo>
                  <a:cubicBezTo>
                    <a:pt x="405" y="581"/>
                    <a:pt x="405" y="581"/>
                    <a:pt x="405" y="581"/>
                  </a:cubicBezTo>
                  <a:cubicBezTo>
                    <a:pt x="420" y="561"/>
                    <a:pt x="420" y="561"/>
                    <a:pt x="420" y="561"/>
                  </a:cubicBezTo>
                  <a:cubicBezTo>
                    <a:pt x="424" y="554"/>
                    <a:pt x="432" y="552"/>
                    <a:pt x="439" y="552"/>
                  </a:cubicBezTo>
                  <a:cubicBezTo>
                    <a:pt x="443" y="552"/>
                    <a:pt x="449" y="553"/>
                    <a:pt x="453" y="556"/>
                  </a:cubicBezTo>
                  <a:cubicBezTo>
                    <a:pt x="460" y="561"/>
                    <a:pt x="462" y="568"/>
                    <a:pt x="462" y="575"/>
                  </a:cubicBezTo>
                  <a:close/>
                  <a:moveTo>
                    <a:pt x="399" y="486"/>
                  </a:moveTo>
                  <a:lnTo>
                    <a:pt x="399" y="486"/>
                  </a:lnTo>
                  <a:cubicBezTo>
                    <a:pt x="399" y="487"/>
                    <a:pt x="399" y="487"/>
                    <a:pt x="399" y="487"/>
                  </a:cubicBezTo>
                  <a:lnTo>
                    <a:pt x="399" y="487"/>
                  </a:lnTo>
                  <a:cubicBezTo>
                    <a:pt x="408" y="493"/>
                    <a:pt x="412" y="502"/>
                    <a:pt x="412" y="512"/>
                  </a:cubicBezTo>
                  <a:cubicBezTo>
                    <a:pt x="412" y="519"/>
                    <a:pt x="410" y="524"/>
                    <a:pt x="405" y="530"/>
                  </a:cubicBezTo>
                  <a:cubicBezTo>
                    <a:pt x="375" y="571"/>
                    <a:pt x="375" y="571"/>
                    <a:pt x="375" y="571"/>
                  </a:cubicBezTo>
                  <a:cubicBezTo>
                    <a:pt x="369" y="578"/>
                    <a:pt x="360" y="582"/>
                    <a:pt x="350" y="582"/>
                  </a:cubicBezTo>
                  <a:cubicBezTo>
                    <a:pt x="344" y="582"/>
                    <a:pt x="338" y="581"/>
                    <a:pt x="332" y="576"/>
                  </a:cubicBezTo>
                  <a:lnTo>
                    <a:pt x="332" y="576"/>
                  </a:lnTo>
                  <a:lnTo>
                    <a:pt x="332" y="576"/>
                  </a:lnTo>
                  <a:cubicBezTo>
                    <a:pt x="331" y="575"/>
                    <a:pt x="331" y="575"/>
                    <a:pt x="331" y="575"/>
                  </a:cubicBezTo>
                  <a:cubicBezTo>
                    <a:pt x="324" y="570"/>
                    <a:pt x="320" y="560"/>
                    <a:pt x="320" y="550"/>
                  </a:cubicBezTo>
                  <a:cubicBezTo>
                    <a:pt x="320" y="545"/>
                    <a:pt x="321" y="538"/>
                    <a:pt x="325" y="532"/>
                  </a:cubicBezTo>
                  <a:cubicBezTo>
                    <a:pt x="357" y="491"/>
                    <a:pt x="357" y="491"/>
                    <a:pt x="357" y="491"/>
                  </a:cubicBezTo>
                  <a:cubicBezTo>
                    <a:pt x="362" y="484"/>
                    <a:pt x="371" y="480"/>
                    <a:pt x="380" y="480"/>
                  </a:cubicBezTo>
                  <a:cubicBezTo>
                    <a:pt x="387" y="480"/>
                    <a:pt x="394" y="482"/>
                    <a:pt x="399" y="486"/>
                  </a:cubicBezTo>
                  <a:close/>
                  <a:moveTo>
                    <a:pt x="336" y="416"/>
                  </a:moveTo>
                  <a:lnTo>
                    <a:pt x="336" y="416"/>
                  </a:lnTo>
                  <a:lnTo>
                    <a:pt x="336" y="416"/>
                  </a:lnTo>
                  <a:lnTo>
                    <a:pt x="336" y="416"/>
                  </a:lnTo>
                  <a:cubicBezTo>
                    <a:pt x="344" y="423"/>
                    <a:pt x="349" y="431"/>
                    <a:pt x="349" y="440"/>
                  </a:cubicBezTo>
                  <a:cubicBezTo>
                    <a:pt x="349" y="447"/>
                    <a:pt x="347" y="454"/>
                    <a:pt x="343" y="460"/>
                  </a:cubicBezTo>
                  <a:cubicBezTo>
                    <a:pt x="288" y="530"/>
                    <a:pt x="288" y="530"/>
                    <a:pt x="288" y="530"/>
                  </a:cubicBezTo>
                  <a:cubicBezTo>
                    <a:pt x="283" y="538"/>
                    <a:pt x="273" y="542"/>
                    <a:pt x="263" y="542"/>
                  </a:cubicBezTo>
                  <a:cubicBezTo>
                    <a:pt x="258" y="542"/>
                    <a:pt x="251" y="541"/>
                    <a:pt x="246" y="535"/>
                  </a:cubicBezTo>
                  <a:cubicBezTo>
                    <a:pt x="244" y="535"/>
                    <a:pt x="244" y="535"/>
                    <a:pt x="244" y="535"/>
                  </a:cubicBezTo>
                  <a:lnTo>
                    <a:pt x="244" y="535"/>
                  </a:lnTo>
                  <a:cubicBezTo>
                    <a:pt x="237" y="528"/>
                    <a:pt x="233" y="520"/>
                    <a:pt x="233" y="510"/>
                  </a:cubicBezTo>
                  <a:cubicBezTo>
                    <a:pt x="233" y="504"/>
                    <a:pt x="235" y="497"/>
                    <a:pt x="239" y="491"/>
                  </a:cubicBezTo>
                  <a:cubicBezTo>
                    <a:pt x="294" y="421"/>
                    <a:pt x="294" y="421"/>
                    <a:pt x="294" y="421"/>
                  </a:cubicBezTo>
                  <a:lnTo>
                    <a:pt x="294" y="421"/>
                  </a:lnTo>
                  <a:cubicBezTo>
                    <a:pt x="299" y="413"/>
                    <a:pt x="307" y="409"/>
                    <a:pt x="317" y="409"/>
                  </a:cubicBezTo>
                  <a:cubicBezTo>
                    <a:pt x="324" y="409"/>
                    <a:pt x="331" y="412"/>
                    <a:pt x="336" y="416"/>
                  </a:cubicBezTo>
                  <a:close/>
                  <a:moveTo>
                    <a:pt x="229" y="351"/>
                  </a:moveTo>
                  <a:lnTo>
                    <a:pt x="229" y="351"/>
                  </a:lnTo>
                  <a:cubicBezTo>
                    <a:pt x="236" y="343"/>
                    <a:pt x="244" y="339"/>
                    <a:pt x="254" y="339"/>
                  </a:cubicBezTo>
                  <a:cubicBezTo>
                    <a:pt x="261" y="339"/>
                    <a:pt x="266" y="340"/>
                    <a:pt x="272" y="344"/>
                  </a:cubicBezTo>
                  <a:cubicBezTo>
                    <a:pt x="273" y="346"/>
                    <a:pt x="273" y="346"/>
                    <a:pt x="273" y="346"/>
                  </a:cubicBezTo>
                  <a:cubicBezTo>
                    <a:pt x="281" y="351"/>
                    <a:pt x="285" y="361"/>
                    <a:pt x="285" y="371"/>
                  </a:cubicBezTo>
                  <a:cubicBezTo>
                    <a:pt x="285" y="377"/>
                    <a:pt x="283" y="383"/>
                    <a:pt x="279" y="388"/>
                  </a:cubicBezTo>
                  <a:cubicBezTo>
                    <a:pt x="225" y="460"/>
                    <a:pt x="225" y="460"/>
                    <a:pt x="225" y="460"/>
                  </a:cubicBezTo>
                  <a:cubicBezTo>
                    <a:pt x="218" y="468"/>
                    <a:pt x="210" y="472"/>
                    <a:pt x="200" y="472"/>
                  </a:cubicBezTo>
                  <a:cubicBezTo>
                    <a:pt x="193" y="472"/>
                    <a:pt x="188" y="469"/>
                    <a:pt x="182" y="465"/>
                  </a:cubicBezTo>
                  <a:cubicBezTo>
                    <a:pt x="181" y="465"/>
                    <a:pt x="181" y="465"/>
                    <a:pt x="181" y="465"/>
                  </a:cubicBezTo>
                  <a:lnTo>
                    <a:pt x="181" y="465"/>
                  </a:lnTo>
                  <a:lnTo>
                    <a:pt x="181" y="465"/>
                  </a:lnTo>
                  <a:cubicBezTo>
                    <a:pt x="173" y="458"/>
                    <a:pt x="169" y="450"/>
                    <a:pt x="169" y="440"/>
                  </a:cubicBezTo>
                  <a:cubicBezTo>
                    <a:pt x="169" y="434"/>
                    <a:pt x="171" y="427"/>
                    <a:pt x="176" y="421"/>
                  </a:cubicBezTo>
                  <a:lnTo>
                    <a:pt x="176" y="421"/>
                  </a:lnTo>
                  <a:lnTo>
                    <a:pt x="229" y="351"/>
                  </a:lnTo>
                  <a:close/>
                  <a:moveTo>
                    <a:pt x="732" y="56"/>
                  </a:moveTo>
                  <a:lnTo>
                    <a:pt x="732" y="56"/>
                  </a:lnTo>
                  <a:cubicBezTo>
                    <a:pt x="797" y="31"/>
                    <a:pt x="797" y="31"/>
                    <a:pt x="797" y="31"/>
                  </a:cubicBezTo>
                  <a:cubicBezTo>
                    <a:pt x="799" y="31"/>
                    <a:pt x="799" y="31"/>
                    <a:pt x="799" y="31"/>
                  </a:cubicBezTo>
                  <a:cubicBezTo>
                    <a:pt x="800" y="31"/>
                    <a:pt x="803" y="33"/>
                    <a:pt x="803" y="34"/>
                  </a:cubicBezTo>
                  <a:cubicBezTo>
                    <a:pt x="898" y="295"/>
                    <a:pt x="898" y="295"/>
                    <a:pt x="898" y="295"/>
                  </a:cubicBezTo>
                  <a:cubicBezTo>
                    <a:pt x="907" y="320"/>
                    <a:pt x="907" y="320"/>
                    <a:pt x="907" y="320"/>
                  </a:cubicBezTo>
                  <a:cubicBezTo>
                    <a:pt x="907" y="321"/>
                    <a:pt x="907" y="321"/>
                    <a:pt x="907" y="321"/>
                  </a:cubicBezTo>
                  <a:cubicBezTo>
                    <a:pt x="907" y="324"/>
                    <a:pt x="906" y="325"/>
                    <a:pt x="904" y="325"/>
                  </a:cubicBezTo>
                  <a:cubicBezTo>
                    <a:pt x="839" y="350"/>
                    <a:pt x="839" y="350"/>
                    <a:pt x="839" y="350"/>
                  </a:cubicBezTo>
                  <a:cubicBezTo>
                    <a:pt x="837" y="350"/>
                    <a:pt x="837" y="350"/>
                    <a:pt x="837" y="350"/>
                  </a:cubicBezTo>
                  <a:cubicBezTo>
                    <a:pt x="836" y="350"/>
                    <a:pt x="834" y="349"/>
                    <a:pt x="833" y="347"/>
                  </a:cubicBezTo>
                  <a:cubicBezTo>
                    <a:pt x="833" y="346"/>
                    <a:pt x="833" y="346"/>
                    <a:pt x="833" y="346"/>
                  </a:cubicBezTo>
                  <a:cubicBezTo>
                    <a:pt x="729" y="62"/>
                    <a:pt x="729" y="62"/>
                    <a:pt x="729" y="62"/>
                  </a:cubicBezTo>
                  <a:cubicBezTo>
                    <a:pt x="729" y="60"/>
                    <a:pt x="729" y="60"/>
                    <a:pt x="729" y="60"/>
                  </a:cubicBezTo>
                  <a:cubicBezTo>
                    <a:pt x="729" y="58"/>
                    <a:pt x="730" y="56"/>
                    <a:pt x="732" y="56"/>
                  </a:cubicBezTo>
                  <a:close/>
                  <a:moveTo>
                    <a:pt x="432" y="118"/>
                  </a:moveTo>
                  <a:lnTo>
                    <a:pt x="432" y="118"/>
                  </a:lnTo>
                  <a:cubicBezTo>
                    <a:pt x="446" y="107"/>
                    <a:pt x="457" y="100"/>
                    <a:pt x="467" y="96"/>
                  </a:cubicBezTo>
                  <a:cubicBezTo>
                    <a:pt x="475" y="93"/>
                    <a:pt x="480" y="92"/>
                    <a:pt x="487" y="92"/>
                  </a:cubicBezTo>
                  <a:cubicBezTo>
                    <a:pt x="495" y="92"/>
                    <a:pt x="504" y="95"/>
                    <a:pt x="517" y="96"/>
                  </a:cubicBezTo>
                  <a:cubicBezTo>
                    <a:pt x="532" y="99"/>
                    <a:pt x="570" y="104"/>
                    <a:pt x="604" y="108"/>
                  </a:cubicBezTo>
                  <a:cubicBezTo>
                    <a:pt x="622" y="111"/>
                    <a:pt x="638" y="112"/>
                    <a:pt x="651" y="114"/>
                  </a:cubicBezTo>
                  <a:cubicBezTo>
                    <a:pt x="657" y="115"/>
                    <a:pt x="663" y="115"/>
                    <a:pt x="667" y="117"/>
                  </a:cubicBezTo>
                  <a:cubicBezTo>
                    <a:pt x="668" y="117"/>
                    <a:pt x="671" y="117"/>
                    <a:pt x="673" y="117"/>
                  </a:cubicBezTo>
                  <a:cubicBezTo>
                    <a:pt x="674" y="117"/>
                    <a:pt x="674" y="117"/>
                    <a:pt x="675" y="117"/>
                  </a:cubicBezTo>
                  <a:lnTo>
                    <a:pt x="675" y="117"/>
                  </a:lnTo>
                  <a:cubicBezTo>
                    <a:pt x="677" y="117"/>
                    <a:pt x="677" y="117"/>
                    <a:pt x="677" y="117"/>
                  </a:cubicBezTo>
                  <a:cubicBezTo>
                    <a:pt x="679" y="117"/>
                    <a:pt x="681" y="117"/>
                    <a:pt x="684" y="115"/>
                  </a:cubicBezTo>
                  <a:cubicBezTo>
                    <a:pt x="690" y="114"/>
                    <a:pt x="699" y="111"/>
                    <a:pt x="705" y="108"/>
                  </a:cubicBezTo>
                  <a:cubicBezTo>
                    <a:pt x="708" y="107"/>
                    <a:pt x="711" y="106"/>
                    <a:pt x="714" y="104"/>
                  </a:cubicBezTo>
                  <a:cubicBezTo>
                    <a:pt x="799" y="338"/>
                    <a:pt x="799" y="338"/>
                    <a:pt x="799" y="338"/>
                  </a:cubicBezTo>
                  <a:cubicBezTo>
                    <a:pt x="764" y="351"/>
                    <a:pt x="764" y="351"/>
                    <a:pt x="764" y="351"/>
                  </a:cubicBezTo>
                  <a:cubicBezTo>
                    <a:pt x="692" y="296"/>
                    <a:pt x="692" y="296"/>
                    <a:pt x="692" y="296"/>
                  </a:cubicBezTo>
                  <a:cubicBezTo>
                    <a:pt x="692" y="296"/>
                    <a:pt x="684" y="290"/>
                    <a:pt x="670" y="279"/>
                  </a:cubicBezTo>
                  <a:cubicBezTo>
                    <a:pt x="631" y="248"/>
                    <a:pt x="550" y="187"/>
                    <a:pt x="538" y="177"/>
                  </a:cubicBezTo>
                  <a:lnTo>
                    <a:pt x="538" y="177"/>
                  </a:lnTo>
                  <a:cubicBezTo>
                    <a:pt x="528" y="170"/>
                    <a:pt x="516" y="166"/>
                    <a:pt x="502" y="166"/>
                  </a:cubicBezTo>
                  <a:cubicBezTo>
                    <a:pt x="486" y="166"/>
                    <a:pt x="468" y="173"/>
                    <a:pt x="451" y="187"/>
                  </a:cubicBezTo>
                  <a:cubicBezTo>
                    <a:pt x="442" y="195"/>
                    <a:pt x="431" y="207"/>
                    <a:pt x="419" y="217"/>
                  </a:cubicBezTo>
                  <a:cubicBezTo>
                    <a:pt x="413" y="221"/>
                    <a:pt x="408" y="225"/>
                    <a:pt x="402" y="228"/>
                  </a:cubicBezTo>
                  <a:cubicBezTo>
                    <a:pt x="397" y="230"/>
                    <a:pt x="392" y="232"/>
                    <a:pt x="387" y="232"/>
                  </a:cubicBezTo>
                  <a:cubicBezTo>
                    <a:pt x="382" y="232"/>
                    <a:pt x="376" y="230"/>
                    <a:pt x="368" y="222"/>
                  </a:cubicBezTo>
                  <a:cubicBezTo>
                    <a:pt x="364" y="218"/>
                    <a:pt x="361" y="214"/>
                    <a:pt x="360" y="211"/>
                  </a:cubicBezTo>
                  <a:cubicBezTo>
                    <a:pt x="358" y="207"/>
                    <a:pt x="357" y="204"/>
                    <a:pt x="357" y="200"/>
                  </a:cubicBezTo>
                  <a:cubicBezTo>
                    <a:pt x="357" y="196"/>
                    <a:pt x="358" y="192"/>
                    <a:pt x="361" y="185"/>
                  </a:cubicBezTo>
                  <a:cubicBezTo>
                    <a:pt x="366" y="177"/>
                    <a:pt x="375" y="166"/>
                    <a:pt x="387" y="155"/>
                  </a:cubicBezTo>
                  <a:cubicBezTo>
                    <a:pt x="399" y="143"/>
                    <a:pt x="414" y="130"/>
                    <a:pt x="432" y="118"/>
                  </a:cubicBezTo>
                  <a:close/>
                  <a:moveTo>
                    <a:pt x="30" y="273"/>
                  </a:moveTo>
                  <a:lnTo>
                    <a:pt x="30" y="273"/>
                  </a:lnTo>
                  <a:cubicBezTo>
                    <a:pt x="214" y="31"/>
                    <a:pt x="214" y="31"/>
                    <a:pt x="214" y="31"/>
                  </a:cubicBezTo>
                  <a:cubicBezTo>
                    <a:pt x="215" y="30"/>
                    <a:pt x="217" y="30"/>
                    <a:pt x="218" y="30"/>
                  </a:cubicBezTo>
                  <a:cubicBezTo>
                    <a:pt x="221" y="30"/>
                    <a:pt x="221" y="30"/>
                    <a:pt x="221" y="30"/>
                  </a:cubicBezTo>
                  <a:cubicBezTo>
                    <a:pt x="276" y="73"/>
                    <a:pt x="276" y="73"/>
                    <a:pt x="276" y="73"/>
                  </a:cubicBezTo>
                  <a:cubicBezTo>
                    <a:pt x="277" y="74"/>
                    <a:pt x="277" y="75"/>
                    <a:pt x="277" y="77"/>
                  </a:cubicBezTo>
                  <a:cubicBezTo>
                    <a:pt x="276" y="80"/>
                    <a:pt x="276" y="80"/>
                    <a:pt x="276" y="80"/>
                  </a:cubicBezTo>
                  <a:cubicBezTo>
                    <a:pt x="108" y="299"/>
                    <a:pt x="108" y="299"/>
                    <a:pt x="108" y="299"/>
                  </a:cubicBezTo>
                  <a:cubicBezTo>
                    <a:pt x="92" y="321"/>
                    <a:pt x="92" y="321"/>
                    <a:pt x="92" y="321"/>
                  </a:cubicBezTo>
                  <a:cubicBezTo>
                    <a:pt x="91" y="322"/>
                    <a:pt x="91" y="322"/>
                    <a:pt x="88" y="322"/>
                  </a:cubicBezTo>
                  <a:cubicBezTo>
                    <a:pt x="86" y="322"/>
                    <a:pt x="86" y="322"/>
                    <a:pt x="86" y="322"/>
                  </a:cubicBezTo>
                  <a:lnTo>
                    <a:pt x="86" y="322"/>
                  </a:lnTo>
                  <a:cubicBezTo>
                    <a:pt x="30" y="280"/>
                    <a:pt x="30" y="280"/>
                    <a:pt x="30" y="280"/>
                  </a:cubicBezTo>
                  <a:cubicBezTo>
                    <a:pt x="29" y="279"/>
                    <a:pt x="29" y="277"/>
                    <a:pt x="29" y="276"/>
                  </a:cubicBezTo>
                  <a:lnTo>
                    <a:pt x="30" y="2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4">
              <a:extLst>
                <a:ext uri="{FF2B5EF4-FFF2-40B4-BE49-F238E27FC236}">
                  <a16:creationId xmlns:a16="http://schemas.microsoft.com/office/drawing/2014/main" id="{D5708661-30A7-5CDF-68D7-AAE541209E46}"/>
                </a:ext>
              </a:extLst>
            </p:cNvPr>
            <p:cNvSpPr>
              <a:spLocks noChangeArrowheads="1"/>
            </p:cNvSpPr>
            <p:nvPr/>
          </p:nvSpPr>
          <p:spPr bwMode="auto">
            <a:xfrm>
              <a:off x="5395913" y="3308350"/>
              <a:ext cx="1587" cy="1588"/>
            </a:xfrm>
            <a:custGeom>
              <a:avLst/>
              <a:gdLst>
                <a:gd name="T0" fmla="*/ 0 w 1"/>
                <a:gd name="T1" fmla="*/ 0 h 2"/>
                <a:gd name="T2" fmla="*/ 0 w 1"/>
                <a:gd name="T3" fmla="*/ 0 h 2"/>
                <a:gd name="T4" fmla="*/ 0 w 1"/>
                <a:gd name="T5" fmla="*/ 1 h 2"/>
                <a:gd name="T6" fmla="*/ 0 w 1"/>
                <a:gd name="T7" fmla="*/ 1 h 2"/>
                <a:gd name="T8" fmla="*/ 0 w 1"/>
                <a:gd name="T9" fmla="*/ 0 h 2"/>
              </a:gdLst>
              <a:ahLst/>
              <a:cxnLst>
                <a:cxn ang="0">
                  <a:pos x="T0" y="T1"/>
                </a:cxn>
                <a:cxn ang="0">
                  <a:pos x="T2" y="T3"/>
                </a:cxn>
                <a:cxn ang="0">
                  <a:pos x="T4" y="T5"/>
                </a:cxn>
                <a:cxn ang="0">
                  <a:pos x="T6" y="T7"/>
                </a:cxn>
                <a:cxn ang="0">
                  <a:pos x="T8" y="T9"/>
                </a:cxn>
              </a:cxnLst>
              <a:rect l="0" t="0" r="r" b="b"/>
              <a:pathLst>
                <a:path w="1" h="2">
                  <a:moveTo>
                    <a:pt x="0" y="0"/>
                  </a:moveTo>
                  <a:lnTo>
                    <a:pt x="0" y="0"/>
                  </a:lnTo>
                  <a:cubicBezTo>
                    <a:pt x="0" y="1"/>
                    <a:pt x="0" y="1"/>
                    <a:pt x="0" y="1"/>
                  </a:cubicBezTo>
                  <a:lnTo>
                    <a:pt x="0" y="1"/>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7" name="Freeform 435">
            <a:extLst>
              <a:ext uri="{FF2B5EF4-FFF2-40B4-BE49-F238E27FC236}">
                <a16:creationId xmlns:a16="http://schemas.microsoft.com/office/drawing/2014/main" id="{A6C22A24-CF70-5A38-05BE-4F11CEA900BB}"/>
              </a:ext>
            </a:extLst>
          </p:cNvPr>
          <p:cNvSpPr>
            <a:spLocks noChangeArrowheads="1"/>
          </p:cNvSpPr>
          <p:nvPr/>
        </p:nvSpPr>
        <p:spPr bwMode="auto">
          <a:xfrm>
            <a:off x="6810499" y="2867546"/>
            <a:ext cx="190500" cy="254000"/>
          </a:xfrm>
          <a:custGeom>
            <a:avLst/>
            <a:gdLst>
              <a:gd name="T0" fmla="*/ 527 w 529"/>
              <a:gd name="T1" fmla="*/ 424 h 704"/>
              <a:gd name="T2" fmla="*/ 527 w 529"/>
              <a:gd name="T3" fmla="*/ 336 h 704"/>
              <a:gd name="T4" fmla="*/ 438 w 529"/>
              <a:gd name="T5" fmla="*/ 263 h 704"/>
              <a:gd name="T6" fmla="*/ 350 w 529"/>
              <a:gd name="T7" fmla="*/ 204 h 704"/>
              <a:gd name="T8" fmla="*/ 263 w 529"/>
              <a:gd name="T9" fmla="*/ 145 h 704"/>
              <a:gd name="T10" fmla="*/ 247 w 529"/>
              <a:gd name="T11" fmla="*/ 16 h 704"/>
              <a:gd name="T12" fmla="*/ 165 w 529"/>
              <a:gd name="T13" fmla="*/ 16 h 704"/>
              <a:gd name="T14" fmla="*/ 147 w 529"/>
              <a:gd name="T15" fmla="*/ 277 h 704"/>
              <a:gd name="T16" fmla="*/ 132 w 529"/>
              <a:gd name="T17" fmla="*/ 351 h 704"/>
              <a:gd name="T18" fmla="*/ 118 w 529"/>
              <a:gd name="T19" fmla="*/ 248 h 704"/>
              <a:gd name="T20" fmla="*/ 0 w 529"/>
              <a:gd name="T21" fmla="*/ 219 h 704"/>
              <a:gd name="T22" fmla="*/ 0 w 529"/>
              <a:gd name="T23" fmla="*/ 365 h 704"/>
              <a:gd name="T24" fmla="*/ 7 w 529"/>
              <a:gd name="T25" fmla="*/ 451 h 704"/>
              <a:gd name="T26" fmla="*/ 90 w 529"/>
              <a:gd name="T27" fmla="*/ 568 h 704"/>
              <a:gd name="T28" fmla="*/ 118 w 529"/>
              <a:gd name="T29" fmla="*/ 688 h 704"/>
              <a:gd name="T30" fmla="*/ 132 w 529"/>
              <a:gd name="T31" fmla="*/ 703 h 704"/>
              <a:gd name="T32" fmla="*/ 465 w 529"/>
              <a:gd name="T33" fmla="*/ 698 h 704"/>
              <a:gd name="T34" fmla="*/ 497 w 529"/>
              <a:gd name="T35" fmla="*/ 561 h 704"/>
              <a:gd name="T36" fmla="*/ 471 w 529"/>
              <a:gd name="T37" fmla="*/ 550 h 704"/>
              <a:gd name="T38" fmla="*/ 440 w 529"/>
              <a:gd name="T39" fmla="*/ 672 h 704"/>
              <a:gd name="T40" fmla="*/ 147 w 529"/>
              <a:gd name="T41" fmla="*/ 659 h 704"/>
              <a:gd name="T42" fmla="*/ 63 w 529"/>
              <a:gd name="T43" fmla="*/ 484 h 704"/>
              <a:gd name="T44" fmla="*/ 30 w 529"/>
              <a:gd name="T45" fmla="*/ 424 h 704"/>
              <a:gd name="T46" fmla="*/ 30 w 529"/>
              <a:gd name="T47" fmla="*/ 336 h 704"/>
              <a:gd name="T48" fmla="*/ 44 w 529"/>
              <a:gd name="T49" fmla="*/ 204 h 704"/>
              <a:gd name="T50" fmla="*/ 88 w 529"/>
              <a:gd name="T51" fmla="*/ 248 h 704"/>
              <a:gd name="T52" fmla="*/ 132 w 529"/>
              <a:gd name="T53" fmla="*/ 380 h 704"/>
              <a:gd name="T54" fmla="*/ 175 w 529"/>
              <a:gd name="T55" fmla="*/ 277 h 704"/>
              <a:gd name="T56" fmla="*/ 206 w 529"/>
              <a:gd name="T57" fmla="*/ 29 h 704"/>
              <a:gd name="T58" fmla="*/ 235 w 529"/>
              <a:gd name="T59" fmla="*/ 145 h 704"/>
              <a:gd name="T60" fmla="*/ 235 w 529"/>
              <a:gd name="T61" fmla="*/ 365 h 704"/>
              <a:gd name="T62" fmla="*/ 263 w 529"/>
              <a:gd name="T63" fmla="*/ 365 h 704"/>
              <a:gd name="T64" fmla="*/ 278 w 529"/>
              <a:gd name="T65" fmla="*/ 176 h 704"/>
              <a:gd name="T66" fmla="*/ 322 w 529"/>
              <a:gd name="T67" fmla="*/ 219 h 704"/>
              <a:gd name="T68" fmla="*/ 337 w 529"/>
              <a:gd name="T69" fmla="*/ 380 h 704"/>
              <a:gd name="T70" fmla="*/ 351 w 529"/>
              <a:gd name="T71" fmla="*/ 365 h 704"/>
              <a:gd name="T72" fmla="*/ 366 w 529"/>
              <a:gd name="T73" fmla="*/ 233 h 704"/>
              <a:gd name="T74" fmla="*/ 410 w 529"/>
              <a:gd name="T75" fmla="*/ 277 h 704"/>
              <a:gd name="T76" fmla="*/ 425 w 529"/>
              <a:gd name="T77" fmla="*/ 380 h 704"/>
              <a:gd name="T78" fmla="*/ 439 w 529"/>
              <a:gd name="T79" fmla="*/ 292 h 704"/>
              <a:gd name="T80" fmla="*/ 486 w 529"/>
              <a:gd name="T81" fmla="*/ 305 h 704"/>
              <a:gd name="T82" fmla="*/ 498 w 529"/>
              <a:gd name="T83" fmla="*/ 4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29" h="704">
                <a:moveTo>
                  <a:pt x="527" y="424"/>
                </a:moveTo>
                <a:lnTo>
                  <a:pt x="527" y="424"/>
                </a:lnTo>
                <a:lnTo>
                  <a:pt x="527" y="424"/>
                </a:lnTo>
                <a:cubicBezTo>
                  <a:pt x="527" y="336"/>
                  <a:pt x="527" y="336"/>
                  <a:pt x="527" y="336"/>
                </a:cubicBezTo>
                <a:cubicBezTo>
                  <a:pt x="527" y="296"/>
                  <a:pt x="495" y="263"/>
                  <a:pt x="454" y="263"/>
                </a:cubicBezTo>
                <a:cubicBezTo>
                  <a:pt x="438" y="263"/>
                  <a:pt x="438" y="263"/>
                  <a:pt x="438" y="263"/>
                </a:cubicBezTo>
                <a:cubicBezTo>
                  <a:pt x="431" y="229"/>
                  <a:pt x="402" y="204"/>
                  <a:pt x="366" y="204"/>
                </a:cubicBezTo>
                <a:cubicBezTo>
                  <a:pt x="350" y="204"/>
                  <a:pt x="350" y="204"/>
                  <a:pt x="350" y="204"/>
                </a:cubicBezTo>
                <a:cubicBezTo>
                  <a:pt x="343" y="171"/>
                  <a:pt x="314" y="145"/>
                  <a:pt x="278" y="145"/>
                </a:cubicBezTo>
                <a:cubicBezTo>
                  <a:pt x="263" y="145"/>
                  <a:pt x="263" y="145"/>
                  <a:pt x="263" y="145"/>
                </a:cubicBezTo>
                <a:cubicBezTo>
                  <a:pt x="263" y="57"/>
                  <a:pt x="263" y="57"/>
                  <a:pt x="263" y="57"/>
                </a:cubicBezTo>
                <a:cubicBezTo>
                  <a:pt x="263" y="42"/>
                  <a:pt x="258" y="27"/>
                  <a:pt x="247" y="16"/>
                </a:cubicBezTo>
                <a:cubicBezTo>
                  <a:pt x="236" y="7"/>
                  <a:pt x="222" y="0"/>
                  <a:pt x="206" y="0"/>
                </a:cubicBezTo>
                <a:cubicBezTo>
                  <a:pt x="189" y="0"/>
                  <a:pt x="174" y="7"/>
                  <a:pt x="165" y="16"/>
                </a:cubicBezTo>
                <a:cubicBezTo>
                  <a:pt x="154" y="27"/>
                  <a:pt x="147" y="42"/>
                  <a:pt x="147" y="57"/>
                </a:cubicBezTo>
                <a:cubicBezTo>
                  <a:pt x="147" y="277"/>
                  <a:pt x="147" y="277"/>
                  <a:pt x="147" y="277"/>
                </a:cubicBezTo>
                <a:cubicBezTo>
                  <a:pt x="147" y="336"/>
                  <a:pt x="147" y="336"/>
                  <a:pt x="147" y="336"/>
                </a:cubicBezTo>
                <a:cubicBezTo>
                  <a:pt x="147" y="344"/>
                  <a:pt x="140" y="351"/>
                  <a:pt x="132" y="351"/>
                </a:cubicBezTo>
                <a:cubicBezTo>
                  <a:pt x="125" y="351"/>
                  <a:pt x="118" y="344"/>
                  <a:pt x="118" y="336"/>
                </a:cubicBezTo>
                <a:cubicBezTo>
                  <a:pt x="118" y="248"/>
                  <a:pt x="118" y="248"/>
                  <a:pt x="118" y="248"/>
                </a:cubicBezTo>
                <a:cubicBezTo>
                  <a:pt x="118" y="208"/>
                  <a:pt x="85" y="176"/>
                  <a:pt x="44" y="176"/>
                </a:cubicBezTo>
                <a:cubicBezTo>
                  <a:pt x="20" y="176"/>
                  <a:pt x="0" y="195"/>
                  <a:pt x="0" y="219"/>
                </a:cubicBezTo>
                <a:cubicBezTo>
                  <a:pt x="0" y="336"/>
                  <a:pt x="0" y="336"/>
                  <a:pt x="0" y="336"/>
                </a:cubicBezTo>
                <a:cubicBezTo>
                  <a:pt x="0" y="365"/>
                  <a:pt x="0" y="365"/>
                  <a:pt x="0" y="365"/>
                </a:cubicBezTo>
                <a:cubicBezTo>
                  <a:pt x="0" y="424"/>
                  <a:pt x="0" y="424"/>
                  <a:pt x="0" y="424"/>
                </a:cubicBezTo>
                <a:cubicBezTo>
                  <a:pt x="0" y="434"/>
                  <a:pt x="3" y="443"/>
                  <a:pt x="7" y="451"/>
                </a:cubicBezTo>
                <a:cubicBezTo>
                  <a:pt x="14" y="468"/>
                  <a:pt x="25" y="482"/>
                  <a:pt x="36" y="497"/>
                </a:cubicBezTo>
                <a:cubicBezTo>
                  <a:pt x="53" y="517"/>
                  <a:pt x="74" y="541"/>
                  <a:pt x="90" y="568"/>
                </a:cubicBezTo>
                <a:cubicBezTo>
                  <a:pt x="105" y="594"/>
                  <a:pt x="118" y="623"/>
                  <a:pt x="118" y="659"/>
                </a:cubicBezTo>
                <a:cubicBezTo>
                  <a:pt x="118" y="688"/>
                  <a:pt x="118" y="688"/>
                  <a:pt x="118" y="688"/>
                </a:cubicBezTo>
                <a:cubicBezTo>
                  <a:pt x="118" y="692"/>
                  <a:pt x="119" y="696"/>
                  <a:pt x="122" y="698"/>
                </a:cubicBezTo>
                <a:cubicBezTo>
                  <a:pt x="125" y="701"/>
                  <a:pt x="129" y="703"/>
                  <a:pt x="132" y="703"/>
                </a:cubicBezTo>
                <a:cubicBezTo>
                  <a:pt x="454" y="703"/>
                  <a:pt x="454" y="703"/>
                  <a:pt x="454" y="703"/>
                </a:cubicBezTo>
                <a:cubicBezTo>
                  <a:pt x="458" y="703"/>
                  <a:pt x="462" y="701"/>
                  <a:pt x="465" y="698"/>
                </a:cubicBezTo>
                <a:cubicBezTo>
                  <a:pt x="468" y="696"/>
                  <a:pt x="469" y="692"/>
                  <a:pt x="469" y="688"/>
                </a:cubicBezTo>
                <a:cubicBezTo>
                  <a:pt x="469" y="631"/>
                  <a:pt x="483" y="598"/>
                  <a:pt x="497" y="561"/>
                </a:cubicBezTo>
                <a:cubicBezTo>
                  <a:pt x="512" y="524"/>
                  <a:pt x="528" y="486"/>
                  <a:pt x="527" y="424"/>
                </a:cubicBezTo>
                <a:close/>
                <a:moveTo>
                  <a:pt x="471" y="550"/>
                </a:moveTo>
                <a:lnTo>
                  <a:pt x="471" y="550"/>
                </a:lnTo>
                <a:cubicBezTo>
                  <a:pt x="457" y="583"/>
                  <a:pt x="442" y="620"/>
                  <a:pt x="440" y="672"/>
                </a:cubicBezTo>
                <a:cubicBezTo>
                  <a:pt x="147" y="672"/>
                  <a:pt x="147" y="672"/>
                  <a:pt x="147" y="672"/>
                </a:cubicBezTo>
                <a:cubicBezTo>
                  <a:pt x="147" y="659"/>
                  <a:pt x="147" y="659"/>
                  <a:pt x="147" y="659"/>
                </a:cubicBezTo>
                <a:cubicBezTo>
                  <a:pt x="147" y="627"/>
                  <a:pt x="138" y="598"/>
                  <a:pt x="127" y="574"/>
                </a:cubicBezTo>
                <a:cubicBezTo>
                  <a:pt x="110" y="538"/>
                  <a:pt x="84" y="509"/>
                  <a:pt x="63" y="484"/>
                </a:cubicBezTo>
                <a:cubicBezTo>
                  <a:pt x="53" y="472"/>
                  <a:pt x="44" y="460"/>
                  <a:pt x="38" y="450"/>
                </a:cubicBezTo>
                <a:cubicBezTo>
                  <a:pt x="33" y="440"/>
                  <a:pt x="30" y="431"/>
                  <a:pt x="30" y="424"/>
                </a:cubicBezTo>
                <a:cubicBezTo>
                  <a:pt x="30" y="365"/>
                  <a:pt x="30" y="365"/>
                  <a:pt x="30" y="365"/>
                </a:cubicBezTo>
                <a:cubicBezTo>
                  <a:pt x="30" y="336"/>
                  <a:pt x="30" y="336"/>
                  <a:pt x="30" y="336"/>
                </a:cubicBezTo>
                <a:cubicBezTo>
                  <a:pt x="30" y="219"/>
                  <a:pt x="30" y="219"/>
                  <a:pt x="30" y="219"/>
                </a:cubicBezTo>
                <a:cubicBezTo>
                  <a:pt x="30" y="211"/>
                  <a:pt x="37" y="204"/>
                  <a:pt x="44" y="204"/>
                </a:cubicBezTo>
                <a:cubicBezTo>
                  <a:pt x="56" y="204"/>
                  <a:pt x="67" y="210"/>
                  <a:pt x="75" y="217"/>
                </a:cubicBezTo>
                <a:cubicBezTo>
                  <a:pt x="84" y="225"/>
                  <a:pt x="88" y="236"/>
                  <a:pt x="88" y="248"/>
                </a:cubicBezTo>
                <a:cubicBezTo>
                  <a:pt x="88" y="336"/>
                  <a:pt x="88" y="336"/>
                  <a:pt x="88" y="336"/>
                </a:cubicBezTo>
                <a:cubicBezTo>
                  <a:pt x="88" y="361"/>
                  <a:pt x="108" y="380"/>
                  <a:pt x="132" y="380"/>
                </a:cubicBezTo>
                <a:cubicBezTo>
                  <a:pt x="156" y="380"/>
                  <a:pt x="175" y="361"/>
                  <a:pt x="175" y="336"/>
                </a:cubicBezTo>
                <a:cubicBezTo>
                  <a:pt x="175" y="277"/>
                  <a:pt x="175" y="277"/>
                  <a:pt x="175" y="277"/>
                </a:cubicBezTo>
                <a:cubicBezTo>
                  <a:pt x="175" y="57"/>
                  <a:pt x="175" y="57"/>
                  <a:pt x="175" y="57"/>
                </a:cubicBezTo>
                <a:cubicBezTo>
                  <a:pt x="175" y="42"/>
                  <a:pt x="189" y="29"/>
                  <a:pt x="206" y="29"/>
                </a:cubicBezTo>
                <a:cubicBezTo>
                  <a:pt x="222" y="29"/>
                  <a:pt x="235" y="42"/>
                  <a:pt x="235" y="57"/>
                </a:cubicBezTo>
                <a:cubicBezTo>
                  <a:pt x="235" y="145"/>
                  <a:pt x="235" y="145"/>
                  <a:pt x="235" y="145"/>
                </a:cubicBezTo>
                <a:cubicBezTo>
                  <a:pt x="235" y="160"/>
                  <a:pt x="235" y="160"/>
                  <a:pt x="235" y="160"/>
                </a:cubicBezTo>
                <a:cubicBezTo>
                  <a:pt x="235" y="365"/>
                  <a:pt x="235" y="365"/>
                  <a:pt x="235" y="365"/>
                </a:cubicBezTo>
                <a:cubicBezTo>
                  <a:pt x="235" y="373"/>
                  <a:pt x="241" y="380"/>
                  <a:pt x="250" y="380"/>
                </a:cubicBezTo>
                <a:cubicBezTo>
                  <a:pt x="258" y="380"/>
                  <a:pt x="263" y="373"/>
                  <a:pt x="263" y="365"/>
                </a:cubicBezTo>
                <a:cubicBezTo>
                  <a:pt x="263" y="176"/>
                  <a:pt x="263" y="176"/>
                  <a:pt x="263" y="176"/>
                </a:cubicBezTo>
                <a:cubicBezTo>
                  <a:pt x="278" y="176"/>
                  <a:pt x="278" y="176"/>
                  <a:pt x="278" y="176"/>
                </a:cubicBezTo>
                <a:cubicBezTo>
                  <a:pt x="291" y="176"/>
                  <a:pt x="302" y="180"/>
                  <a:pt x="310" y="188"/>
                </a:cubicBezTo>
                <a:cubicBezTo>
                  <a:pt x="318" y="196"/>
                  <a:pt x="322" y="207"/>
                  <a:pt x="322" y="219"/>
                </a:cubicBezTo>
                <a:cubicBezTo>
                  <a:pt x="322" y="365"/>
                  <a:pt x="322" y="365"/>
                  <a:pt x="322" y="365"/>
                </a:cubicBezTo>
                <a:cubicBezTo>
                  <a:pt x="322" y="373"/>
                  <a:pt x="329" y="380"/>
                  <a:pt x="337" y="380"/>
                </a:cubicBezTo>
                <a:cubicBezTo>
                  <a:pt x="346" y="380"/>
                  <a:pt x="351" y="373"/>
                  <a:pt x="351" y="365"/>
                </a:cubicBezTo>
                <a:lnTo>
                  <a:pt x="351" y="365"/>
                </a:lnTo>
                <a:cubicBezTo>
                  <a:pt x="351" y="233"/>
                  <a:pt x="351" y="233"/>
                  <a:pt x="351" y="233"/>
                </a:cubicBezTo>
                <a:cubicBezTo>
                  <a:pt x="366" y="233"/>
                  <a:pt x="366" y="233"/>
                  <a:pt x="366" y="233"/>
                </a:cubicBezTo>
                <a:cubicBezTo>
                  <a:pt x="379" y="233"/>
                  <a:pt x="390" y="239"/>
                  <a:pt x="398" y="247"/>
                </a:cubicBezTo>
                <a:cubicBezTo>
                  <a:pt x="406" y="255"/>
                  <a:pt x="410" y="266"/>
                  <a:pt x="410" y="277"/>
                </a:cubicBezTo>
                <a:cubicBezTo>
                  <a:pt x="410" y="365"/>
                  <a:pt x="410" y="365"/>
                  <a:pt x="410" y="365"/>
                </a:cubicBezTo>
                <a:cubicBezTo>
                  <a:pt x="410" y="373"/>
                  <a:pt x="417" y="380"/>
                  <a:pt x="425" y="380"/>
                </a:cubicBezTo>
                <a:cubicBezTo>
                  <a:pt x="434" y="380"/>
                  <a:pt x="439" y="373"/>
                  <a:pt x="439" y="365"/>
                </a:cubicBezTo>
                <a:cubicBezTo>
                  <a:pt x="439" y="292"/>
                  <a:pt x="439" y="292"/>
                  <a:pt x="439" y="292"/>
                </a:cubicBezTo>
                <a:cubicBezTo>
                  <a:pt x="454" y="292"/>
                  <a:pt x="454" y="292"/>
                  <a:pt x="454" y="292"/>
                </a:cubicBezTo>
                <a:cubicBezTo>
                  <a:pt x="467" y="292"/>
                  <a:pt x="477" y="298"/>
                  <a:pt x="486" y="305"/>
                </a:cubicBezTo>
                <a:cubicBezTo>
                  <a:pt x="494" y="313"/>
                  <a:pt x="498" y="324"/>
                  <a:pt x="498" y="336"/>
                </a:cubicBezTo>
                <a:cubicBezTo>
                  <a:pt x="498" y="424"/>
                  <a:pt x="498" y="424"/>
                  <a:pt x="498" y="424"/>
                </a:cubicBezTo>
                <a:cubicBezTo>
                  <a:pt x="498" y="480"/>
                  <a:pt x="484" y="513"/>
                  <a:pt x="471" y="550"/>
                </a:cubicBezTo>
                <a:close/>
              </a:path>
            </a:pathLst>
          </a:custGeom>
          <a:solidFill>
            <a:schemeClr val="tx2"/>
          </a:solidFill>
          <a:ln>
            <a:noFill/>
          </a:ln>
          <a:effectLst/>
        </p:spPr>
        <p:txBody>
          <a:bodyPr wrap="none" anchor="ctr"/>
          <a:lstStyle/>
          <a:p>
            <a:endParaRPr lang="da-DK"/>
          </a:p>
        </p:txBody>
      </p:sp>
      <p:grpSp>
        <p:nvGrpSpPr>
          <p:cNvPr id="528" name="Group 531">
            <a:extLst>
              <a:ext uri="{FF2B5EF4-FFF2-40B4-BE49-F238E27FC236}">
                <a16:creationId xmlns:a16="http://schemas.microsoft.com/office/drawing/2014/main" id="{0E2089B7-2352-D1EA-86DD-68F68479EAF8}"/>
              </a:ext>
            </a:extLst>
          </p:cNvPr>
          <p:cNvGrpSpPr/>
          <p:nvPr/>
        </p:nvGrpSpPr>
        <p:grpSpPr>
          <a:xfrm>
            <a:off x="7294686" y="2869134"/>
            <a:ext cx="239713" cy="250825"/>
            <a:chOff x="6153150" y="3113088"/>
            <a:chExt cx="239713" cy="250825"/>
          </a:xfrm>
          <a:solidFill>
            <a:schemeClr val="tx2"/>
          </a:solidFill>
        </p:grpSpPr>
        <p:sp>
          <p:nvSpPr>
            <p:cNvPr id="529" name="Freeform 436">
              <a:extLst>
                <a:ext uri="{FF2B5EF4-FFF2-40B4-BE49-F238E27FC236}">
                  <a16:creationId xmlns:a16="http://schemas.microsoft.com/office/drawing/2014/main" id="{4923F6BE-F459-4570-661C-C81B2D4CC359}"/>
                </a:ext>
              </a:extLst>
            </p:cNvPr>
            <p:cNvSpPr>
              <a:spLocks noChangeArrowheads="1"/>
            </p:cNvSpPr>
            <p:nvPr/>
          </p:nvSpPr>
          <p:spPr bwMode="auto">
            <a:xfrm>
              <a:off x="6202363" y="3325813"/>
              <a:ext cx="20637" cy="20637"/>
            </a:xfrm>
            <a:custGeom>
              <a:avLst/>
              <a:gdLst>
                <a:gd name="T0" fmla="*/ 28 w 56"/>
                <a:gd name="T1" fmla="*/ 56 h 57"/>
                <a:gd name="T2" fmla="*/ 28 w 56"/>
                <a:gd name="T3" fmla="*/ 56 h 57"/>
                <a:gd name="T4" fmla="*/ 55 w 56"/>
                <a:gd name="T5" fmla="*/ 28 h 57"/>
                <a:gd name="T6" fmla="*/ 28 w 56"/>
                <a:gd name="T7" fmla="*/ 0 h 57"/>
                <a:gd name="T8" fmla="*/ 0 w 56"/>
                <a:gd name="T9" fmla="*/ 28 h 57"/>
                <a:gd name="T10" fmla="*/ 28 w 56"/>
                <a:gd name="T11" fmla="*/ 56 h 57"/>
              </a:gdLst>
              <a:ahLst/>
              <a:cxnLst>
                <a:cxn ang="0">
                  <a:pos x="T0" y="T1"/>
                </a:cxn>
                <a:cxn ang="0">
                  <a:pos x="T2" y="T3"/>
                </a:cxn>
                <a:cxn ang="0">
                  <a:pos x="T4" y="T5"/>
                </a:cxn>
                <a:cxn ang="0">
                  <a:pos x="T6" y="T7"/>
                </a:cxn>
                <a:cxn ang="0">
                  <a:pos x="T8" y="T9"/>
                </a:cxn>
                <a:cxn ang="0">
                  <a:pos x="T10" y="T11"/>
                </a:cxn>
              </a:cxnLst>
              <a:rect l="0" t="0" r="r" b="b"/>
              <a:pathLst>
                <a:path w="56" h="57">
                  <a:moveTo>
                    <a:pt x="28" y="56"/>
                  </a:moveTo>
                  <a:lnTo>
                    <a:pt x="28" y="56"/>
                  </a:lnTo>
                  <a:cubicBezTo>
                    <a:pt x="43" y="55"/>
                    <a:pt x="55" y="44"/>
                    <a:pt x="55" y="28"/>
                  </a:cubicBezTo>
                  <a:cubicBezTo>
                    <a:pt x="55" y="13"/>
                    <a:pt x="43" y="0"/>
                    <a:pt x="28" y="0"/>
                  </a:cubicBezTo>
                  <a:cubicBezTo>
                    <a:pt x="11" y="0"/>
                    <a:pt x="0" y="13"/>
                    <a:pt x="0" y="28"/>
                  </a:cubicBezTo>
                  <a:cubicBezTo>
                    <a:pt x="0" y="44"/>
                    <a:pt x="11" y="55"/>
                    <a:pt x="28"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7">
              <a:extLst>
                <a:ext uri="{FF2B5EF4-FFF2-40B4-BE49-F238E27FC236}">
                  <a16:creationId xmlns:a16="http://schemas.microsoft.com/office/drawing/2014/main" id="{1C39F361-3C2F-A45A-E5B0-562D1BC8DA21}"/>
                </a:ext>
              </a:extLst>
            </p:cNvPr>
            <p:cNvSpPr>
              <a:spLocks noChangeArrowheads="1"/>
            </p:cNvSpPr>
            <p:nvPr/>
          </p:nvSpPr>
          <p:spPr bwMode="auto">
            <a:xfrm>
              <a:off x="6153150" y="3113088"/>
              <a:ext cx="239713" cy="250825"/>
            </a:xfrm>
            <a:custGeom>
              <a:avLst/>
              <a:gdLst>
                <a:gd name="T0" fmla="*/ 191 w 664"/>
                <a:gd name="T1" fmla="*/ 696 h 697"/>
                <a:gd name="T2" fmla="*/ 235 w 664"/>
                <a:gd name="T3" fmla="*/ 645 h 697"/>
                <a:gd name="T4" fmla="*/ 317 w 664"/>
                <a:gd name="T5" fmla="*/ 677 h 697"/>
                <a:gd name="T6" fmla="*/ 404 w 664"/>
                <a:gd name="T7" fmla="*/ 685 h 697"/>
                <a:gd name="T8" fmla="*/ 538 w 664"/>
                <a:gd name="T9" fmla="*/ 685 h 697"/>
                <a:gd name="T10" fmla="*/ 551 w 664"/>
                <a:gd name="T11" fmla="*/ 684 h 697"/>
                <a:gd name="T12" fmla="*/ 585 w 664"/>
                <a:gd name="T13" fmla="*/ 589 h 697"/>
                <a:gd name="T14" fmla="*/ 608 w 664"/>
                <a:gd name="T15" fmla="*/ 487 h 697"/>
                <a:gd name="T16" fmla="*/ 627 w 664"/>
                <a:gd name="T17" fmla="*/ 475 h 697"/>
                <a:gd name="T18" fmla="*/ 630 w 664"/>
                <a:gd name="T19" fmla="*/ 379 h 697"/>
                <a:gd name="T20" fmla="*/ 597 w 664"/>
                <a:gd name="T21" fmla="*/ 257 h 697"/>
                <a:gd name="T22" fmla="*/ 527 w 664"/>
                <a:gd name="T23" fmla="*/ 114 h 697"/>
                <a:gd name="T24" fmla="*/ 492 w 664"/>
                <a:gd name="T25" fmla="*/ 15 h 697"/>
                <a:gd name="T26" fmla="*/ 417 w 664"/>
                <a:gd name="T27" fmla="*/ 10 h 697"/>
                <a:gd name="T28" fmla="*/ 343 w 664"/>
                <a:gd name="T29" fmla="*/ 222 h 697"/>
                <a:gd name="T30" fmla="*/ 235 w 664"/>
                <a:gd name="T31" fmla="*/ 301 h 697"/>
                <a:gd name="T32" fmla="*/ 44 w 664"/>
                <a:gd name="T33" fmla="*/ 257 h 697"/>
                <a:gd name="T34" fmla="*/ 0 w 664"/>
                <a:gd name="T35" fmla="*/ 652 h 697"/>
                <a:gd name="T36" fmla="*/ 191 w 664"/>
                <a:gd name="T37" fmla="*/ 696 h 697"/>
                <a:gd name="T38" fmla="*/ 367 w 664"/>
                <a:gd name="T39" fmla="*/ 239 h 697"/>
                <a:gd name="T40" fmla="*/ 435 w 664"/>
                <a:gd name="T41" fmla="*/ 33 h 697"/>
                <a:gd name="T42" fmla="*/ 472 w 664"/>
                <a:gd name="T43" fmla="*/ 38 h 697"/>
                <a:gd name="T44" fmla="*/ 498 w 664"/>
                <a:gd name="T45" fmla="*/ 114 h 697"/>
                <a:gd name="T46" fmla="*/ 456 w 664"/>
                <a:gd name="T47" fmla="*/ 280 h 697"/>
                <a:gd name="T48" fmla="*/ 597 w 664"/>
                <a:gd name="T49" fmla="*/ 287 h 697"/>
                <a:gd name="T50" fmla="*/ 597 w 664"/>
                <a:gd name="T51" fmla="*/ 360 h 697"/>
                <a:gd name="T52" fmla="*/ 568 w 664"/>
                <a:gd name="T53" fmla="*/ 375 h 697"/>
                <a:gd name="T54" fmla="*/ 621 w 664"/>
                <a:gd name="T55" fmla="*/ 425 h 697"/>
                <a:gd name="T56" fmla="*/ 571 w 664"/>
                <a:gd name="T57" fmla="*/ 463 h 697"/>
                <a:gd name="T58" fmla="*/ 544 w 664"/>
                <a:gd name="T59" fmla="*/ 478 h 697"/>
                <a:gd name="T60" fmla="*/ 595 w 664"/>
                <a:gd name="T61" fmla="*/ 528 h 697"/>
                <a:gd name="T62" fmla="*/ 545 w 664"/>
                <a:gd name="T63" fmla="*/ 565 h 697"/>
                <a:gd name="T64" fmla="*/ 538 w 664"/>
                <a:gd name="T65" fmla="*/ 565 h 697"/>
                <a:gd name="T66" fmla="*/ 518 w 664"/>
                <a:gd name="T67" fmla="*/ 579 h 697"/>
                <a:gd name="T68" fmla="*/ 538 w 664"/>
                <a:gd name="T69" fmla="*/ 594 h 697"/>
                <a:gd name="T70" fmla="*/ 538 w 664"/>
                <a:gd name="T71" fmla="*/ 655 h 697"/>
                <a:gd name="T72" fmla="*/ 404 w 664"/>
                <a:gd name="T73" fmla="*/ 655 h 697"/>
                <a:gd name="T74" fmla="*/ 325 w 664"/>
                <a:gd name="T75" fmla="*/ 648 h 697"/>
                <a:gd name="T76" fmla="*/ 236 w 664"/>
                <a:gd name="T77" fmla="*/ 613 h 697"/>
                <a:gd name="T78" fmla="*/ 235 w 664"/>
                <a:gd name="T79" fmla="*/ 340 h 697"/>
                <a:gd name="T80" fmla="*/ 30 w 664"/>
                <a:gd name="T81" fmla="*/ 652 h 697"/>
                <a:gd name="T82" fmla="*/ 30 w 664"/>
                <a:gd name="T83" fmla="*/ 301 h 697"/>
                <a:gd name="T84" fmla="*/ 191 w 664"/>
                <a:gd name="T85" fmla="*/ 285 h 697"/>
                <a:gd name="T86" fmla="*/ 206 w 664"/>
                <a:gd name="T87" fmla="*/ 652 h 697"/>
                <a:gd name="T88" fmla="*/ 44 w 664"/>
                <a:gd name="T89" fmla="*/ 667 h 6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64" h="697">
                  <a:moveTo>
                    <a:pt x="191" y="696"/>
                  </a:moveTo>
                  <a:lnTo>
                    <a:pt x="191" y="696"/>
                  </a:lnTo>
                  <a:cubicBezTo>
                    <a:pt x="216" y="696"/>
                    <a:pt x="235" y="677"/>
                    <a:pt x="235" y="652"/>
                  </a:cubicBezTo>
                  <a:cubicBezTo>
                    <a:pt x="235" y="645"/>
                    <a:pt x="235" y="645"/>
                    <a:pt x="235" y="645"/>
                  </a:cubicBezTo>
                  <a:cubicBezTo>
                    <a:pt x="244" y="649"/>
                    <a:pt x="255" y="655"/>
                    <a:pt x="268" y="660"/>
                  </a:cubicBezTo>
                  <a:cubicBezTo>
                    <a:pt x="283" y="666"/>
                    <a:pt x="301" y="671"/>
                    <a:pt x="317" y="677"/>
                  </a:cubicBezTo>
                  <a:cubicBezTo>
                    <a:pt x="334" y="681"/>
                    <a:pt x="350" y="685"/>
                    <a:pt x="365" y="685"/>
                  </a:cubicBezTo>
                  <a:cubicBezTo>
                    <a:pt x="404" y="685"/>
                    <a:pt x="404" y="685"/>
                    <a:pt x="404" y="685"/>
                  </a:cubicBezTo>
                  <a:cubicBezTo>
                    <a:pt x="519" y="685"/>
                    <a:pt x="519" y="685"/>
                    <a:pt x="519" y="685"/>
                  </a:cubicBezTo>
                  <a:cubicBezTo>
                    <a:pt x="538" y="685"/>
                    <a:pt x="538" y="685"/>
                    <a:pt x="538" y="685"/>
                  </a:cubicBezTo>
                  <a:cubicBezTo>
                    <a:pt x="545" y="685"/>
                    <a:pt x="545" y="685"/>
                    <a:pt x="545" y="685"/>
                  </a:cubicBezTo>
                  <a:cubicBezTo>
                    <a:pt x="548" y="685"/>
                    <a:pt x="549" y="684"/>
                    <a:pt x="551" y="684"/>
                  </a:cubicBezTo>
                  <a:cubicBezTo>
                    <a:pt x="578" y="677"/>
                    <a:pt x="599" y="653"/>
                    <a:pt x="599" y="624"/>
                  </a:cubicBezTo>
                  <a:cubicBezTo>
                    <a:pt x="599" y="611"/>
                    <a:pt x="593" y="598"/>
                    <a:pt x="585" y="589"/>
                  </a:cubicBezTo>
                  <a:cubicBezTo>
                    <a:pt x="608" y="578"/>
                    <a:pt x="625" y="554"/>
                    <a:pt x="625" y="528"/>
                  </a:cubicBezTo>
                  <a:cubicBezTo>
                    <a:pt x="625" y="512"/>
                    <a:pt x="618" y="498"/>
                    <a:pt x="608" y="487"/>
                  </a:cubicBezTo>
                  <a:cubicBezTo>
                    <a:pt x="615" y="484"/>
                    <a:pt x="621" y="480"/>
                    <a:pt x="625" y="476"/>
                  </a:cubicBezTo>
                  <a:cubicBezTo>
                    <a:pt x="626" y="476"/>
                    <a:pt x="627" y="475"/>
                    <a:pt x="627" y="475"/>
                  </a:cubicBezTo>
                  <a:cubicBezTo>
                    <a:pt x="641" y="463"/>
                    <a:pt x="649" y="445"/>
                    <a:pt x="649" y="425"/>
                  </a:cubicBezTo>
                  <a:cubicBezTo>
                    <a:pt x="649" y="408"/>
                    <a:pt x="643" y="391"/>
                    <a:pt x="630" y="379"/>
                  </a:cubicBezTo>
                  <a:cubicBezTo>
                    <a:pt x="649" y="368"/>
                    <a:pt x="663" y="347"/>
                    <a:pt x="663" y="322"/>
                  </a:cubicBezTo>
                  <a:cubicBezTo>
                    <a:pt x="663" y="287"/>
                    <a:pt x="633" y="257"/>
                    <a:pt x="597" y="257"/>
                  </a:cubicBezTo>
                  <a:cubicBezTo>
                    <a:pt x="490" y="257"/>
                    <a:pt x="490" y="257"/>
                    <a:pt x="490" y="257"/>
                  </a:cubicBezTo>
                  <a:cubicBezTo>
                    <a:pt x="508" y="213"/>
                    <a:pt x="527" y="167"/>
                    <a:pt x="527" y="114"/>
                  </a:cubicBezTo>
                  <a:cubicBezTo>
                    <a:pt x="529" y="97"/>
                    <a:pt x="526" y="80"/>
                    <a:pt x="520" y="62"/>
                  </a:cubicBezTo>
                  <a:cubicBezTo>
                    <a:pt x="515" y="41"/>
                    <a:pt x="504" y="26"/>
                    <a:pt x="492" y="15"/>
                  </a:cubicBezTo>
                  <a:cubicBezTo>
                    <a:pt x="478" y="5"/>
                    <a:pt x="463" y="0"/>
                    <a:pt x="449" y="0"/>
                  </a:cubicBezTo>
                  <a:cubicBezTo>
                    <a:pt x="437" y="0"/>
                    <a:pt x="426" y="3"/>
                    <a:pt x="417" y="10"/>
                  </a:cubicBezTo>
                  <a:cubicBezTo>
                    <a:pt x="408" y="16"/>
                    <a:pt x="402" y="29"/>
                    <a:pt x="402" y="41"/>
                  </a:cubicBezTo>
                  <a:cubicBezTo>
                    <a:pt x="402" y="110"/>
                    <a:pt x="379" y="173"/>
                    <a:pt x="343" y="222"/>
                  </a:cubicBezTo>
                  <a:cubicBezTo>
                    <a:pt x="313" y="265"/>
                    <a:pt x="273" y="295"/>
                    <a:pt x="235" y="310"/>
                  </a:cubicBezTo>
                  <a:cubicBezTo>
                    <a:pt x="235" y="301"/>
                    <a:pt x="235" y="301"/>
                    <a:pt x="235" y="301"/>
                  </a:cubicBezTo>
                  <a:cubicBezTo>
                    <a:pt x="235" y="276"/>
                    <a:pt x="216" y="257"/>
                    <a:pt x="191" y="257"/>
                  </a:cubicBezTo>
                  <a:cubicBezTo>
                    <a:pt x="44" y="257"/>
                    <a:pt x="44" y="257"/>
                    <a:pt x="44" y="257"/>
                  </a:cubicBezTo>
                  <a:cubicBezTo>
                    <a:pt x="21" y="257"/>
                    <a:pt x="0" y="276"/>
                    <a:pt x="0" y="301"/>
                  </a:cubicBezTo>
                  <a:cubicBezTo>
                    <a:pt x="0" y="652"/>
                    <a:pt x="0" y="652"/>
                    <a:pt x="0" y="652"/>
                  </a:cubicBezTo>
                  <a:cubicBezTo>
                    <a:pt x="0" y="677"/>
                    <a:pt x="21" y="696"/>
                    <a:pt x="44" y="696"/>
                  </a:cubicBezTo>
                  <a:lnTo>
                    <a:pt x="191" y="696"/>
                  </a:lnTo>
                  <a:close/>
                  <a:moveTo>
                    <a:pt x="367" y="239"/>
                  </a:moveTo>
                  <a:lnTo>
                    <a:pt x="367" y="239"/>
                  </a:lnTo>
                  <a:cubicBezTo>
                    <a:pt x="406" y="185"/>
                    <a:pt x="431" y="117"/>
                    <a:pt x="431" y="41"/>
                  </a:cubicBezTo>
                  <a:cubicBezTo>
                    <a:pt x="431" y="37"/>
                    <a:pt x="433" y="36"/>
                    <a:pt x="435" y="33"/>
                  </a:cubicBezTo>
                  <a:cubicBezTo>
                    <a:pt x="438" y="31"/>
                    <a:pt x="442" y="29"/>
                    <a:pt x="449" y="29"/>
                  </a:cubicBezTo>
                  <a:cubicBezTo>
                    <a:pt x="456" y="29"/>
                    <a:pt x="466" y="31"/>
                    <a:pt x="472" y="38"/>
                  </a:cubicBezTo>
                  <a:cubicBezTo>
                    <a:pt x="481" y="44"/>
                    <a:pt x="489" y="55"/>
                    <a:pt x="493" y="70"/>
                  </a:cubicBezTo>
                  <a:cubicBezTo>
                    <a:pt x="497" y="85"/>
                    <a:pt x="498" y="100"/>
                    <a:pt x="498" y="114"/>
                  </a:cubicBezTo>
                  <a:cubicBezTo>
                    <a:pt x="498" y="166"/>
                    <a:pt x="475" y="215"/>
                    <a:pt x="455" y="266"/>
                  </a:cubicBezTo>
                  <a:cubicBezTo>
                    <a:pt x="453" y="270"/>
                    <a:pt x="453" y="276"/>
                    <a:pt x="456" y="280"/>
                  </a:cubicBezTo>
                  <a:cubicBezTo>
                    <a:pt x="459" y="284"/>
                    <a:pt x="463" y="287"/>
                    <a:pt x="468" y="287"/>
                  </a:cubicBezTo>
                  <a:cubicBezTo>
                    <a:pt x="597" y="287"/>
                    <a:pt x="597" y="287"/>
                    <a:pt x="597" y="287"/>
                  </a:cubicBezTo>
                  <a:cubicBezTo>
                    <a:pt x="616" y="287"/>
                    <a:pt x="633" y="303"/>
                    <a:pt x="633" y="322"/>
                  </a:cubicBezTo>
                  <a:cubicBezTo>
                    <a:pt x="633" y="343"/>
                    <a:pt x="616" y="360"/>
                    <a:pt x="597" y="360"/>
                  </a:cubicBezTo>
                  <a:cubicBezTo>
                    <a:pt x="584" y="360"/>
                    <a:pt x="584" y="360"/>
                    <a:pt x="584" y="360"/>
                  </a:cubicBezTo>
                  <a:cubicBezTo>
                    <a:pt x="575" y="360"/>
                    <a:pt x="568" y="366"/>
                    <a:pt x="568" y="375"/>
                  </a:cubicBezTo>
                  <a:cubicBezTo>
                    <a:pt x="568" y="383"/>
                    <a:pt x="575" y="388"/>
                    <a:pt x="584" y="388"/>
                  </a:cubicBezTo>
                  <a:cubicBezTo>
                    <a:pt x="604" y="388"/>
                    <a:pt x="621" y="405"/>
                    <a:pt x="621" y="425"/>
                  </a:cubicBezTo>
                  <a:cubicBezTo>
                    <a:pt x="621" y="446"/>
                    <a:pt x="604" y="463"/>
                    <a:pt x="584" y="463"/>
                  </a:cubicBezTo>
                  <a:cubicBezTo>
                    <a:pt x="571" y="463"/>
                    <a:pt x="571" y="463"/>
                    <a:pt x="571" y="463"/>
                  </a:cubicBezTo>
                  <a:cubicBezTo>
                    <a:pt x="557" y="463"/>
                    <a:pt x="557" y="463"/>
                    <a:pt x="557" y="463"/>
                  </a:cubicBezTo>
                  <a:cubicBezTo>
                    <a:pt x="551" y="463"/>
                    <a:pt x="544" y="469"/>
                    <a:pt x="544" y="478"/>
                  </a:cubicBezTo>
                  <a:cubicBezTo>
                    <a:pt x="544" y="484"/>
                    <a:pt x="551" y="491"/>
                    <a:pt x="557" y="491"/>
                  </a:cubicBezTo>
                  <a:cubicBezTo>
                    <a:pt x="578" y="491"/>
                    <a:pt x="595" y="508"/>
                    <a:pt x="595" y="528"/>
                  </a:cubicBezTo>
                  <a:cubicBezTo>
                    <a:pt x="595" y="549"/>
                    <a:pt x="578" y="565"/>
                    <a:pt x="557" y="565"/>
                  </a:cubicBezTo>
                  <a:cubicBezTo>
                    <a:pt x="545" y="565"/>
                    <a:pt x="545" y="565"/>
                    <a:pt x="545" y="565"/>
                  </a:cubicBezTo>
                  <a:lnTo>
                    <a:pt x="544" y="565"/>
                  </a:lnTo>
                  <a:cubicBezTo>
                    <a:pt x="541" y="565"/>
                    <a:pt x="540" y="565"/>
                    <a:pt x="538" y="565"/>
                  </a:cubicBezTo>
                  <a:cubicBezTo>
                    <a:pt x="533" y="565"/>
                    <a:pt x="533" y="565"/>
                    <a:pt x="533" y="565"/>
                  </a:cubicBezTo>
                  <a:cubicBezTo>
                    <a:pt x="524" y="565"/>
                    <a:pt x="518" y="572"/>
                    <a:pt x="518" y="579"/>
                  </a:cubicBezTo>
                  <a:cubicBezTo>
                    <a:pt x="518" y="587"/>
                    <a:pt x="524" y="594"/>
                    <a:pt x="533" y="594"/>
                  </a:cubicBezTo>
                  <a:cubicBezTo>
                    <a:pt x="538" y="594"/>
                    <a:pt x="538" y="594"/>
                    <a:pt x="538" y="594"/>
                  </a:cubicBezTo>
                  <a:cubicBezTo>
                    <a:pt x="556" y="594"/>
                    <a:pt x="568" y="608"/>
                    <a:pt x="568" y="624"/>
                  </a:cubicBezTo>
                  <a:cubicBezTo>
                    <a:pt x="568" y="641"/>
                    <a:pt x="556" y="655"/>
                    <a:pt x="538" y="655"/>
                  </a:cubicBezTo>
                  <a:cubicBezTo>
                    <a:pt x="519" y="655"/>
                    <a:pt x="519" y="655"/>
                    <a:pt x="519" y="655"/>
                  </a:cubicBezTo>
                  <a:cubicBezTo>
                    <a:pt x="404" y="655"/>
                    <a:pt x="404" y="655"/>
                    <a:pt x="404" y="655"/>
                  </a:cubicBezTo>
                  <a:cubicBezTo>
                    <a:pt x="365" y="655"/>
                    <a:pt x="365" y="655"/>
                    <a:pt x="365" y="655"/>
                  </a:cubicBezTo>
                  <a:cubicBezTo>
                    <a:pt x="354" y="655"/>
                    <a:pt x="341" y="652"/>
                    <a:pt x="325" y="648"/>
                  </a:cubicBezTo>
                  <a:cubicBezTo>
                    <a:pt x="302" y="642"/>
                    <a:pt x="277" y="633"/>
                    <a:pt x="258" y="624"/>
                  </a:cubicBezTo>
                  <a:cubicBezTo>
                    <a:pt x="249" y="620"/>
                    <a:pt x="242" y="616"/>
                    <a:pt x="236" y="613"/>
                  </a:cubicBezTo>
                  <a:cubicBezTo>
                    <a:pt x="235" y="613"/>
                    <a:pt x="235" y="613"/>
                    <a:pt x="235" y="613"/>
                  </a:cubicBezTo>
                  <a:cubicBezTo>
                    <a:pt x="235" y="340"/>
                    <a:pt x="235" y="340"/>
                    <a:pt x="235" y="340"/>
                  </a:cubicBezTo>
                  <a:cubicBezTo>
                    <a:pt x="284" y="325"/>
                    <a:pt x="331" y="288"/>
                    <a:pt x="367" y="239"/>
                  </a:cubicBezTo>
                  <a:close/>
                  <a:moveTo>
                    <a:pt x="30" y="652"/>
                  </a:moveTo>
                  <a:lnTo>
                    <a:pt x="30" y="652"/>
                  </a:lnTo>
                  <a:cubicBezTo>
                    <a:pt x="30" y="301"/>
                    <a:pt x="30" y="301"/>
                    <a:pt x="30" y="301"/>
                  </a:cubicBezTo>
                  <a:cubicBezTo>
                    <a:pt x="30" y="292"/>
                    <a:pt x="37" y="285"/>
                    <a:pt x="44" y="285"/>
                  </a:cubicBezTo>
                  <a:cubicBezTo>
                    <a:pt x="191" y="285"/>
                    <a:pt x="191" y="285"/>
                    <a:pt x="191" y="285"/>
                  </a:cubicBezTo>
                  <a:cubicBezTo>
                    <a:pt x="199" y="285"/>
                    <a:pt x="206" y="292"/>
                    <a:pt x="206" y="301"/>
                  </a:cubicBezTo>
                  <a:cubicBezTo>
                    <a:pt x="206" y="652"/>
                    <a:pt x="206" y="652"/>
                    <a:pt x="206" y="652"/>
                  </a:cubicBezTo>
                  <a:cubicBezTo>
                    <a:pt x="206" y="660"/>
                    <a:pt x="199" y="667"/>
                    <a:pt x="191" y="667"/>
                  </a:cubicBezTo>
                  <a:cubicBezTo>
                    <a:pt x="44" y="667"/>
                    <a:pt x="44" y="667"/>
                    <a:pt x="44" y="667"/>
                  </a:cubicBezTo>
                  <a:cubicBezTo>
                    <a:pt x="37" y="667"/>
                    <a:pt x="30" y="660"/>
                    <a:pt x="30" y="6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0B816155-C723-D074-93B0-6FC205FB3833}"/>
              </a:ext>
            </a:extLst>
          </p:cNvPr>
          <p:cNvGrpSpPr/>
          <p:nvPr/>
        </p:nvGrpSpPr>
        <p:grpSpPr>
          <a:xfrm>
            <a:off x="7296274" y="2366764"/>
            <a:ext cx="209550" cy="358775"/>
            <a:chOff x="6154738" y="2589213"/>
            <a:chExt cx="209550" cy="358775"/>
          </a:xfrm>
          <a:solidFill>
            <a:schemeClr val="tx2"/>
          </a:solidFill>
        </p:grpSpPr>
        <p:sp>
          <p:nvSpPr>
            <p:cNvPr id="532" name="Freeform 438">
              <a:extLst>
                <a:ext uri="{FF2B5EF4-FFF2-40B4-BE49-F238E27FC236}">
                  <a16:creationId xmlns:a16="http://schemas.microsoft.com/office/drawing/2014/main" id="{14EEEA8A-CEB7-011B-E15F-70530DE2F57A}"/>
                </a:ext>
              </a:extLst>
            </p:cNvPr>
            <p:cNvSpPr>
              <a:spLocks noChangeArrowheads="1"/>
            </p:cNvSpPr>
            <p:nvPr/>
          </p:nvSpPr>
          <p:spPr bwMode="auto">
            <a:xfrm>
              <a:off x="6154738" y="2776538"/>
              <a:ext cx="74612" cy="74612"/>
            </a:xfrm>
            <a:custGeom>
              <a:avLst/>
              <a:gdLst>
                <a:gd name="T0" fmla="*/ 184 w 206"/>
                <a:gd name="T1" fmla="*/ 9 h 207"/>
                <a:gd name="T2" fmla="*/ 184 w 206"/>
                <a:gd name="T3" fmla="*/ 9 h 207"/>
                <a:gd name="T4" fmla="*/ 30 w 206"/>
                <a:gd name="T5" fmla="*/ 0 h 207"/>
                <a:gd name="T6" fmla="*/ 15 w 206"/>
                <a:gd name="T7" fmla="*/ 9 h 207"/>
                <a:gd name="T8" fmla="*/ 0 w 206"/>
                <a:gd name="T9" fmla="*/ 94 h 207"/>
                <a:gd name="T10" fmla="*/ 19 w 206"/>
                <a:gd name="T11" fmla="*/ 166 h 207"/>
                <a:gd name="T12" fmla="*/ 50 w 206"/>
                <a:gd name="T13" fmla="*/ 193 h 207"/>
                <a:gd name="T14" fmla="*/ 96 w 206"/>
                <a:gd name="T15" fmla="*/ 206 h 207"/>
                <a:gd name="T16" fmla="*/ 106 w 206"/>
                <a:gd name="T17" fmla="*/ 206 h 207"/>
                <a:gd name="T18" fmla="*/ 155 w 206"/>
                <a:gd name="T19" fmla="*/ 195 h 207"/>
                <a:gd name="T20" fmla="*/ 195 w 206"/>
                <a:gd name="T21" fmla="*/ 144 h 207"/>
                <a:gd name="T22" fmla="*/ 205 w 206"/>
                <a:gd name="T23" fmla="*/ 85 h 207"/>
                <a:gd name="T24" fmla="*/ 198 w 206"/>
                <a:gd name="T25" fmla="*/ 22 h 207"/>
                <a:gd name="T26" fmla="*/ 184 w 206"/>
                <a:gd name="T27" fmla="*/ 9 h 207"/>
                <a:gd name="T28" fmla="*/ 161 w 206"/>
                <a:gd name="T29" fmla="*/ 148 h 207"/>
                <a:gd name="T30" fmla="*/ 161 w 206"/>
                <a:gd name="T31" fmla="*/ 148 h 207"/>
                <a:gd name="T32" fmla="*/ 142 w 206"/>
                <a:gd name="T33" fmla="*/ 169 h 207"/>
                <a:gd name="T34" fmla="*/ 106 w 206"/>
                <a:gd name="T35" fmla="*/ 177 h 207"/>
                <a:gd name="T36" fmla="*/ 98 w 206"/>
                <a:gd name="T37" fmla="*/ 177 h 207"/>
                <a:gd name="T38" fmla="*/ 63 w 206"/>
                <a:gd name="T39" fmla="*/ 167 h 207"/>
                <a:gd name="T40" fmla="*/ 37 w 206"/>
                <a:gd name="T41" fmla="*/ 138 h 207"/>
                <a:gd name="T42" fmla="*/ 30 w 206"/>
                <a:gd name="T43" fmla="*/ 94 h 207"/>
                <a:gd name="T44" fmla="*/ 36 w 206"/>
                <a:gd name="T45" fmla="*/ 42 h 207"/>
                <a:gd name="T46" fmla="*/ 40 w 206"/>
                <a:gd name="T47" fmla="*/ 30 h 207"/>
                <a:gd name="T48" fmla="*/ 170 w 206"/>
                <a:gd name="T49" fmla="*/ 38 h 207"/>
                <a:gd name="T50" fmla="*/ 175 w 206"/>
                <a:gd name="T51" fmla="*/ 85 h 207"/>
                <a:gd name="T52" fmla="*/ 161 w 206"/>
                <a:gd name="T53" fmla="*/ 148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06" h="207">
                  <a:moveTo>
                    <a:pt x="184" y="9"/>
                  </a:moveTo>
                  <a:lnTo>
                    <a:pt x="184" y="9"/>
                  </a:lnTo>
                  <a:cubicBezTo>
                    <a:pt x="30" y="0"/>
                    <a:pt x="30" y="0"/>
                    <a:pt x="30" y="0"/>
                  </a:cubicBezTo>
                  <a:cubicBezTo>
                    <a:pt x="24" y="0"/>
                    <a:pt x="17" y="4"/>
                    <a:pt x="15" y="9"/>
                  </a:cubicBezTo>
                  <a:cubicBezTo>
                    <a:pt x="15" y="11"/>
                    <a:pt x="0" y="51"/>
                    <a:pt x="0" y="94"/>
                  </a:cubicBezTo>
                  <a:cubicBezTo>
                    <a:pt x="0" y="119"/>
                    <a:pt x="4" y="144"/>
                    <a:pt x="19" y="166"/>
                  </a:cubicBezTo>
                  <a:cubicBezTo>
                    <a:pt x="26" y="177"/>
                    <a:pt x="37" y="186"/>
                    <a:pt x="50" y="193"/>
                  </a:cubicBezTo>
                  <a:cubicBezTo>
                    <a:pt x="62" y="200"/>
                    <a:pt x="79" y="204"/>
                    <a:pt x="96" y="206"/>
                  </a:cubicBezTo>
                  <a:cubicBezTo>
                    <a:pt x="99" y="206"/>
                    <a:pt x="103" y="206"/>
                    <a:pt x="106" y="206"/>
                  </a:cubicBezTo>
                  <a:cubicBezTo>
                    <a:pt x="125" y="206"/>
                    <a:pt x="142" y="202"/>
                    <a:pt x="155" y="195"/>
                  </a:cubicBezTo>
                  <a:cubicBezTo>
                    <a:pt x="176" y="182"/>
                    <a:pt x="188" y="163"/>
                    <a:pt x="195" y="144"/>
                  </a:cubicBezTo>
                  <a:cubicBezTo>
                    <a:pt x="202" y="125"/>
                    <a:pt x="205" y="104"/>
                    <a:pt x="205" y="85"/>
                  </a:cubicBezTo>
                  <a:cubicBezTo>
                    <a:pt x="205" y="51"/>
                    <a:pt x="198" y="22"/>
                    <a:pt x="198" y="22"/>
                  </a:cubicBezTo>
                  <a:cubicBezTo>
                    <a:pt x="197" y="15"/>
                    <a:pt x="191" y="11"/>
                    <a:pt x="184" y="9"/>
                  </a:cubicBezTo>
                  <a:close/>
                  <a:moveTo>
                    <a:pt x="161" y="148"/>
                  </a:moveTo>
                  <a:lnTo>
                    <a:pt x="161" y="148"/>
                  </a:lnTo>
                  <a:cubicBezTo>
                    <a:pt x="157" y="156"/>
                    <a:pt x="150" y="163"/>
                    <a:pt x="142" y="169"/>
                  </a:cubicBezTo>
                  <a:cubicBezTo>
                    <a:pt x="132" y="173"/>
                    <a:pt x="121" y="177"/>
                    <a:pt x="106" y="177"/>
                  </a:cubicBezTo>
                  <a:cubicBezTo>
                    <a:pt x="103" y="177"/>
                    <a:pt x="100" y="177"/>
                    <a:pt x="98" y="177"/>
                  </a:cubicBezTo>
                  <a:cubicBezTo>
                    <a:pt x="84" y="175"/>
                    <a:pt x="72" y="173"/>
                    <a:pt x="63" y="167"/>
                  </a:cubicBezTo>
                  <a:cubicBezTo>
                    <a:pt x="51" y="160"/>
                    <a:pt x="43" y="151"/>
                    <a:pt x="37" y="138"/>
                  </a:cubicBezTo>
                  <a:cubicBezTo>
                    <a:pt x="32" y="126"/>
                    <a:pt x="30" y="110"/>
                    <a:pt x="30" y="94"/>
                  </a:cubicBezTo>
                  <a:cubicBezTo>
                    <a:pt x="30" y="75"/>
                    <a:pt x="33" y="56"/>
                    <a:pt x="36" y="42"/>
                  </a:cubicBezTo>
                  <a:cubicBezTo>
                    <a:pt x="37" y="38"/>
                    <a:pt x="39" y="34"/>
                    <a:pt x="40" y="30"/>
                  </a:cubicBezTo>
                  <a:cubicBezTo>
                    <a:pt x="170" y="38"/>
                    <a:pt x="170" y="38"/>
                    <a:pt x="170" y="38"/>
                  </a:cubicBezTo>
                  <a:cubicBezTo>
                    <a:pt x="173" y="49"/>
                    <a:pt x="175" y="66"/>
                    <a:pt x="175" y="85"/>
                  </a:cubicBezTo>
                  <a:cubicBezTo>
                    <a:pt x="175" y="107"/>
                    <a:pt x="172" y="132"/>
                    <a:pt x="161" y="1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9">
              <a:extLst>
                <a:ext uri="{FF2B5EF4-FFF2-40B4-BE49-F238E27FC236}">
                  <a16:creationId xmlns:a16="http://schemas.microsoft.com/office/drawing/2014/main" id="{D08A07BB-7F10-9B36-E6D9-AC7305A07334}"/>
                </a:ext>
              </a:extLst>
            </p:cNvPr>
            <p:cNvSpPr>
              <a:spLocks noChangeArrowheads="1"/>
            </p:cNvSpPr>
            <p:nvPr/>
          </p:nvSpPr>
          <p:spPr bwMode="auto">
            <a:xfrm>
              <a:off x="6234113" y="2867025"/>
              <a:ext cx="77787" cy="80963"/>
            </a:xfrm>
            <a:custGeom>
              <a:avLst/>
              <a:gdLst>
                <a:gd name="T0" fmla="*/ 68 w 217"/>
                <a:gd name="T1" fmla="*/ 216 h 226"/>
                <a:gd name="T2" fmla="*/ 68 w 217"/>
                <a:gd name="T3" fmla="*/ 216 h 226"/>
                <a:gd name="T4" fmla="*/ 107 w 217"/>
                <a:gd name="T5" fmla="*/ 223 h 226"/>
                <a:gd name="T6" fmla="*/ 170 w 217"/>
                <a:gd name="T7" fmla="*/ 197 h 226"/>
                <a:gd name="T8" fmla="*/ 210 w 217"/>
                <a:gd name="T9" fmla="*/ 115 h 226"/>
                <a:gd name="T10" fmla="*/ 216 w 217"/>
                <a:gd name="T11" fmla="*/ 67 h 226"/>
                <a:gd name="T12" fmla="*/ 207 w 217"/>
                <a:gd name="T13" fmla="*/ 52 h 226"/>
                <a:gd name="T14" fmla="*/ 60 w 217"/>
                <a:gd name="T15" fmla="*/ 2 h 226"/>
                <a:gd name="T16" fmla="*/ 43 w 217"/>
                <a:gd name="T17" fmla="*/ 8 h 226"/>
                <a:gd name="T18" fmla="*/ 21 w 217"/>
                <a:gd name="T19" fmla="*/ 45 h 226"/>
                <a:gd name="T20" fmla="*/ 0 w 217"/>
                <a:gd name="T21" fmla="*/ 127 h 226"/>
                <a:gd name="T22" fmla="*/ 15 w 217"/>
                <a:gd name="T23" fmla="*/ 179 h 226"/>
                <a:gd name="T24" fmla="*/ 68 w 217"/>
                <a:gd name="T25" fmla="*/ 216 h 226"/>
                <a:gd name="T26" fmla="*/ 48 w 217"/>
                <a:gd name="T27" fmla="*/ 57 h 226"/>
                <a:gd name="T28" fmla="*/ 48 w 217"/>
                <a:gd name="T29" fmla="*/ 57 h 226"/>
                <a:gd name="T30" fmla="*/ 61 w 217"/>
                <a:gd name="T31" fmla="*/ 34 h 226"/>
                <a:gd name="T32" fmla="*/ 61 w 217"/>
                <a:gd name="T33" fmla="*/ 34 h 226"/>
                <a:gd name="T34" fmla="*/ 186 w 217"/>
                <a:gd name="T35" fmla="*/ 76 h 226"/>
                <a:gd name="T36" fmla="*/ 172 w 217"/>
                <a:gd name="T37" fmla="*/ 135 h 226"/>
                <a:gd name="T38" fmla="*/ 148 w 217"/>
                <a:gd name="T39" fmla="*/ 178 h 226"/>
                <a:gd name="T40" fmla="*/ 107 w 217"/>
                <a:gd name="T41" fmla="*/ 195 h 226"/>
                <a:gd name="T42" fmla="*/ 78 w 217"/>
                <a:gd name="T43" fmla="*/ 189 h 226"/>
                <a:gd name="T44" fmla="*/ 38 w 217"/>
                <a:gd name="T45" fmla="*/ 163 h 226"/>
                <a:gd name="T46" fmla="*/ 28 w 217"/>
                <a:gd name="T47" fmla="*/ 127 h 226"/>
                <a:gd name="T48" fmla="*/ 48 w 217"/>
                <a:gd name="T49" fmla="*/ 57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7" h="226">
                  <a:moveTo>
                    <a:pt x="68" y="216"/>
                  </a:moveTo>
                  <a:lnTo>
                    <a:pt x="68" y="216"/>
                  </a:lnTo>
                  <a:cubicBezTo>
                    <a:pt x="82" y="222"/>
                    <a:pt x="96" y="223"/>
                    <a:pt x="107" y="223"/>
                  </a:cubicBezTo>
                  <a:cubicBezTo>
                    <a:pt x="133" y="225"/>
                    <a:pt x="155" y="212"/>
                    <a:pt x="170" y="197"/>
                  </a:cubicBezTo>
                  <a:cubicBezTo>
                    <a:pt x="192" y="174"/>
                    <a:pt x="203" y="141"/>
                    <a:pt x="210" y="115"/>
                  </a:cubicBezTo>
                  <a:cubicBezTo>
                    <a:pt x="215" y="89"/>
                    <a:pt x="216" y="67"/>
                    <a:pt x="216" y="67"/>
                  </a:cubicBezTo>
                  <a:cubicBezTo>
                    <a:pt x="216" y="60"/>
                    <a:pt x="212" y="54"/>
                    <a:pt x="207" y="52"/>
                  </a:cubicBezTo>
                  <a:cubicBezTo>
                    <a:pt x="60" y="2"/>
                    <a:pt x="60" y="2"/>
                    <a:pt x="60" y="2"/>
                  </a:cubicBezTo>
                  <a:cubicBezTo>
                    <a:pt x="54" y="0"/>
                    <a:pt x="48" y="2"/>
                    <a:pt x="43" y="8"/>
                  </a:cubicBezTo>
                  <a:cubicBezTo>
                    <a:pt x="43" y="8"/>
                    <a:pt x="32" y="23"/>
                    <a:pt x="21" y="45"/>
                  </a:cubicBezTo>
                  <a:cubicBezTo>
                    <a:pt x="10" y="67"/>
                    <a:pt x="0" y="97"/>
                    <a:pt x="0" y="127"/>
                  </a:cubicBezTo>
                  <a:cubicBezTo>
                    <a:pt x="0" y="145"/>
                    <a:pt x="4" y="163"/>
                    <a:pt x="15" y="179"/>
                  </a:cubicBezTo>
                  <a:cubicBezTo>
                    <a:pt x="26" y="196"/>
                    <a:pt x="43" y="208"/>
                    <a:pt x="68" y="216"/>
                  </a:cubicBezTo>
                  <a:close/>
                  <a:moveTo>
                    <a:pt x="48" y="57"/>
                  </a:moveTo>
                  <a:lnTo>
                    <a:pt x="48" y="57"/>
                  </a:lnTo>
                  <a:cubicBezTo>
                    <a:pt x="53" y="48"/>
                    <a:pt x="57" y="39"/>
                    <a:pt x="61" y="34"/>
                  </a:cubicBezTo>
                  <a:lnTo>
                    <a:pt x="61" y="34"/>
                  </a:lnTo>
                  <a:cubicBezTo>
                    <a:pt x="186" y="76"/>
                    <a:pt x="186" y="76"/>
                    <a:pt x="186" y="76"/>
                  </a:cubicBezTo>
                  <a:cubicBezTo>
                    <a:pt x="185" y="90"/>
                    <a:pt x="181" y="114"/>
                    <a:pt x="172" y="135"/>
                  </a:cubicBezTo>
                  <a:cubicBezTo>
                    <a:pt x="167" y="152"/>
                    <a:pt x="159" y="167"/>
                    <a:pt x="148" y="178"/>
                  </a:cubicBezTo>
                  <a:cubicBezTo>
                    <a:pt x="137" y="188"/>
                    <a:pt x="124" y="195"/>
                    <a:pt x="107" y="195"/>
                  </a:cubicBezTo>
                  <a:cubicBezTo>
                    <a:pt x="98" y="195"/>
                    <a:pt x="89" y="193"/>
                    <a:pt x="78" y="189"/>
                  </a:cubicBezTo>
                  <a:cubicBezTo>
                    <a:pt x="57" y="182"/>
                    <a:pt x="46" y="173"/>
                    <a:pt x="38" y="163"/>
                  </a:cubicBezTo>
                  <a:cubicBezTo>
                    <a:pt x="31" y="152"/>
                    <a:pt x="28" y="141"/>
                    <a:pt x="28" y="127"/>
                  </a:cubicBezTo>
                  <a:cubicBezTo>
                    <a:pt x="28" y="104"/>
                    <a:pt x="38" y="78"/>
                    <a:pt x="48" y="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40">
              <a:extLst>
                <a:ext uri="{FF2B5EF4-FFF2-40B4-BE49-F238E27FC236}">
                  <a16:creationId xmlns:a16="http://schemas.microsoft.com/office/drawing/2014/main" id="{56E54C7A-D988-A129-A094-D5A903D87977}"/>
                </a:ext>
              </a:extLst>
            </p:cNvPr>
            <p:cNvSpPr>
              <a:spLocks noChangeArrowheads="1"/>
            </p:cNvSpPr>
            <p:nvPr/>
          </p:nvSpPr>
          <p:spPr bwMode="auto">
            <a:xfrm>
              <a:off x="6154738" y="2589213"/>
              <a:ext cx="100012" cy="176212"/>
            </a:xfrm>
            <a:custGeom>
              <a:avLst/>
              <a:gdLst>
                <a:gd name="T0" fmla="*/ 249 w 280"/>
                <a:gd name="T1" fmla="*/ 328 h 490"/>
                <a:gd name="T2" fmla="*/ 249 w 280"/>
                <a:gd name="T3" fmla="*/ 328 h 490"/>
                <a:gd name="T4" fmla="*/ 279 w 280"/>
                <a:gd name="T5" fmla="*/ 217 h 490"/>
                <a:gd name="T6" fmla="*/ 268 w 280"/>
                <a:gd name="T7" fmla="*/ 129 h 490"/>
                <a:gd name="T8" fmla="*/ 234 w 280"/>
                <a:gd name="T9" fmla="*/ 43 h 490"/>
                <a:gd name="T10" fmla="*/ 202 w 280"/>
                <a:gd name="T11" fmla="*/ 13 h 490"/>
                <a:gd name="T12" fmla="*/ 160 w 280"/>
                <a:gd name="T13" fmla="*/ 0 h 490"/>
                <a:gd name="T14" fmla="*/ 154 w 280"/>
                <a:gd name="T15" fmla="*/ 0 h 490"/>
                <a:gd name="T16" fmla="*/ 106 w 280"/>
                <a:gd name="T17" fmla="*/ 14 h 490"/>
                <a:gd name="T18" fmla="*/ 50 w 280"/>
                <a:gd name="T19" fmla="*/ 76 h 490"/>
                <a:gd name="T20" fmla="*/ 11 w 280"/>
                <a:gd name="T21" fmla="*/ 176 h 490"/>
                <a:gd name="T22" fmla="*/ 0 w 280"/>
                <a:gd name="T23" fmla="*/ 279 h 490"/>
                <a:gd name="T24" fmla="*/ 19 w 280"/>
                <a:gd name="T25" fmla="*/ 467 h 490"/>
                <a:gd name="T26" fmla="*/ 32 w 280"/>
                <a:gd name="T27" fmla="*/ 479 h 490"/>
                <a:gd name="T28" fmla="*/ 180 w 280"/>
                <a:gd name="T29" fmla="*/ 489 h 490"/>
                <a:gd name="T30" fmla="*/ 192 w 280"/>
                <a:gd name="T31" fmla="*/ 483 h 490"/>
                <a:gd name="T32" fmla="*/ 197 w 280"/>
                <a:gd name="T33" fmla="*/ 472 h 490"/>
                <a:gd name="T34" fmla="*/ 195 w 280"/>
                <a:gd name="T35" fmla="*/ 455 h 490"/>
                <a:gd name="T36" fmla="*/ 208 w 280"/>
                <a:gd name="T37" fmla="*/ 401 h 490"/>
                <a:gd name="T38" fmla="*/ 249 w 280"/>
                <a:gd name="T39" fmla="*/ 328 h 490"/>
                <a:gd name="T40" fmla="*/ 181 w 280"/>
                <a:gd name="T41" fmla="*/ 389 h 490"/>
                <a:gd name="T42" fmla="*/ 181 w 280"/>
                <a:gd name="T43" fmla="*/ 389 h 490"/>
                <a:gd name="T44" fmla="*/ 166 w 280"/>
                <a:gd name="T45" fmla="*/ 455 h 490"/>
                <a:gd name="T46" fmla="*/ 166 w 280"/>
                <a:gd name="T47" fmla="*/ 459 h 490"/>
                <a:gd name="T48" fmla="*/ 46 w 280"/>
                <a:gd name="T49" fmla="*/ 451 h 490"/>
                <a:gd name="T50" fmla="*/ 29 w 280"/>
                <a:gd name="T51" fmla="*/ 279 h 490"/>
                <a:gd name="T52" fmla="*/ 39 w 280"/>
                <a:gd name="T53" fmla="*/ 183 h 490"/>
                <a:gd name="T54" fmla="*/ 91 w 280"/>
                <a:gd name="T55" fmla="*/ 68 h 490"/>
                <a:gd name="T56" fmla="*/ 121 w 280"/>
                <a:gd name="T57" fmla="*/ 39 h 490"/>
                <a:gd name="T58" fmla="*/ 154 w 280"/>
                <a:gd name="T59" fmla="*/ 29 h 490"/>
                <a:gd name="T60" fmla="*/ 158 w 280"/>
                <a:gd name="T61" fmla="*/ 29 h 490"/>
                <a:gd name="T62" fmla="*/ 187 w 280"/>
                <a:gd name="T63" fmla="*/ 39 h 490"/>
                <a:gd name="T64" fmla="*/ 220 w 280"/>
                <a:gd name="T65" fmla="*/ 76 h 490"/>
                <a:gd name="T66" fmla="*/ 239 w 280"/>
                <a:gd name="T67" fmla="*/ 133 h 490"/>
                <a:gd name="T68" fmla="*/ 249 w 280"/>
                <a:gd name="T69" fmla="*/ 217 h 490"/>
                <a:gd name="T70" fmla="*/ 223 w 280"/>
                <a:gd name="T71" fmla="*/ 315 h 490"/>
                <a:gd name="T72" fmla="*/ 181 w 280"/>
                <a:gd name="T73" fmla="*/ 389 h 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80" h="490">
                  <a:moveTo>
                    <a:pt x="249" y="328"/>
                  </a:moveTo>
                  <a:lnTo>
                    <a:pt x="249" y="328"/>
                  </a:lnTo>
                  <a:cubicBezTo>
                    <a:pt x="271" y="289"/>
                    <a:pt x="279" y="251"/>
                    <a:pt x="279" y="217"/>
                  </a:cubicBezTo>
                  <a:cubicBezTo>
                    <a:pt x="279" y="187"/>
                    <a:pt x="273" y="158"/>
                    <a:pt x="268" y="129"/>
                  </a:cubicBezTo>
                  <a:cubicBezTo>
                    <a:pt x="262" y="96"/>
                    <a:pt x="251" y="66"/>
                    <a:pt x="234" y="43"/>
                  </a:cubicBezTo>
                  <a:cubicBezTo>
                    <a:pt x="225" y="30"/>
                    <a:pt x="214" y="21"/>
                    <a:pt x="202" y="13"/>
                  </a:cubicBezTo>
                  <a:cubicBezTo>
                    <a:pt x="190" y="6"/>
                    <a:pt x="175" y="2"/>
                    <a:pt x="160" y="0"/>
                  </a:cubicBezTo>
                  <a:cubicBezTo>
                    <a:pt x="158" y="0"/>
                    <a:pt x="155" y="0"/>
                    <a:pt x="154" y="0"/>
                  </a:cubicBezTo>
                  <a:cubicBezTo>
                    <a:pt x="138" y="0"/>
                    <a:pt x="121" y="4"/>
                    <a:pt x="106" y="14"/>
                  </a:cubicBezTo>
                  <a:cubicBezTo>
                    <a:pt x="84" y="26"/>
                    <a:pt x="66" y="48"/>
                    <a:pt x="50" y="76"/>
                  </a:cubicBezTo>
                  <a:cubicBezTo>
                    <a:pt x="35" y="103"/>
                    <a:pt x="21" y="136"/>
                    <a:pt x="11" y="176"/>
                  </a:cubicBezTo>
                  <a:cubicBezTo>
                    <a:pt x="3" y="208"/>
                    <a:pt x="0" y="243"/>
                    <a:pt x="0" y="279"/>
                  </a:cubicBezTo>
                  <a:cubicBezTo>
                    <a:pt x="0" y="372"/>
                    <a:pt x="18" y="467"/>
                    <a:pt x="19" y="467"/>
                  </a:cubicBezTo>
                  <a:cubicBezTo>
                    <a:pt x="19" y="474"/>
                    <a:pt x="25" y="478"/>
                    <a:pt x="32" y="479"/>
                  </a:cubicBezTo>
                  <a:cubicBezTo>
                    <a:pt x="180" y="489"/>
                    <a:pt x="180" y="489"/>
                    <a:pt x="180" y="489"/>
                  </a:cubicBezTo>
                  <a:cubicBezTo>
                    <a:pt x="186" y="489"/>
                    <a:pt x="190" y="488"/>
                    <a:pt x="192" y="483"/>
                  </a:cubicBezTo>
                  <a:cubicBezTo>
                    <a:pt x="195" y="481"/>
                    <a:pt x="197" y="477"/>
                    <a:pt x="197" y="472"/>
                  </a:cubicBezTo>
                  <a:cubicBezTo>
                    <a:pt x="195" y="466"/>
                    <a:pt x="195" y="460"/>
                    <a:pt x="195" y="455"/>
                  </a:cubicBezTo>
                  <a:cubicBezTo>
                    <a:pt x="195" y="435"/>
                    <a:pt x="199" y="420"/>
                    <a:pt x="208" y="401"/>
                  </a:cubicBezTo>
                  <a:cubicBezTo>
                    <a:pt x="217" y="383"/>
                    <a:pt x="229" y="360"/>
                    <a:pt x="249" y="328"/>
                  </a:cubicBezTo>
                  <a:close/>
                  <a:moveTo>
                    <a:pt x="181" y="389"/>
                  </a:moveTo>
                  <a:lnTo>
                    <a:pt x="181" y="389"/>
                  </a:lnTo>
                  <a:cubicBezTo>
                    <a:pt x="172" y="411"/>
                    <a:pt x="166" y="431"/>
                    <a:pt x="166" y="455"/>
                  </a:cubicBezTo>
                  <a:cubicBezTo>
                    <a:pt x="166" y="456"/>
                    <a:pt x="166" y="457"/>
                    <a:pt x="166" y="459"/>
                  </a:cubicBezTo>
                  <a:cubicBezTo>
                    <a:pt x="46" y="451"/>
                    <a:pt x="46" y="451"/>
                    <a:pt x="46" y="451"/>
                  </a:cubicBezTo>
                  <a:cubicBezTo>
                    <a:pt x="41" y="423"/>
                    <a:pt x="29" y="350"/>
                    <a:pt x="29" y="279"/>
                  </a:cubicBezTo>
                  <a:cubicBezTo>
                    <a:pt x="29" y="245"/>
                    <a:pt x="32" y="210"/>
                    <a:pt x="39" y="183"/>
                  </a:cubicBezTo>
                  <a:cubicBezTo>
                    <a:pt x="52" y="133"/>
                    <a:pt x="70" y="94"/>
                    <a:pt x="91" y="68"/>
                  </a:cubicBezTo>
                  <a:cubicBezTo>
                    <a:pt x="100" y="55"/>
                    <a:pt x="111" y="46"/>
                    <a:pt x="121" y="39"/>
                  </a:cubicBezTo>
                  <a:cubicBezTo>
                    <a:pt x="132" y="32"/>
                    <a:pt x="143" y="29"/>
                    <a:pt x="154" y="29"/>
                  </a:cubicBezTo>
                  <a:cubicBezTo>
                    <a:pt x="158" y="29"/>
                    <a:pt x="158" y="29"/>
                    <a:pt x="158" y="29"/>
                  </a:cubicBezTo>
                  <a:cubicBezTo>
                    <a:pt x="169" y="30"/>
                    <a:pt x="179" y="33"/>
                    <a:pt x="187" y="39"/>
                  </a:cubicBezTo>
                  <a:cubicBezTo>
                    <a:pt x="201" y="46"/>
                    <a:pt x="212" y="59"/>
                    <a:pt x="220" y="76"/>
                  </a:cubicBezTo>
                  <a:cubicBezTo>
                    <a:pt x="229" y="92"/>
                    <a:pt x="236" y="111"/>
                    <a:pt x="239" y="133"/>
                  </a:cubicBezTo>
                  <a:cubicBezTo>
                    <a:pt x="245" y="164"/>
                    <a:pt x="249" y="190"/>
                    <a:pt x="249" y="217"/>
                  </a:cubicBezTo>
                  <a:cubicBezTo>
                    <a:pt x="249" y="247"/>
                    <a:pt x="243" y="278"/>
                    <a:pt x="223" y="315"/>
                  </a:cubicBezTo>
                  <a:cubicBezTo>
                    <a:pt x="205" y="345"/>
                    <a:pt x="191" y="368"/>
                    <a:pt x="181" y="3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41">
              <a:extLst>
                <a:ext uri="{FF2B5EF4-FFF2-40B4-BE49-F238E27FC236}">
                  <a16:creationId xmlns:a16="http://schemas.microsoft.com/office/drawing/2014/main" id="{9ED7A1C8-387C-E359-9318-59E1474632A9}"/>
                </a:ext>
              </a:extLst>
            </p:cNvPr>
            <p:cNvSpPr>
              <a:spLocks noChangeArrowheads="1"/>
            </p:cNvSpPr>
            <p:nvPr/>
          </p:nvSpPr>
          <p:spPr bwMode="auto">
            <a:xfrm>
              <a:off x="6259513" y="2692400"/>
              <a:ext cx="104775" cy="180975"/>
            </a:xfrm>
            <a:custGeom>
              <a:avLst/>
              <a:gdLst>
                <a:gd name="T0" fmla="*/ 169 w 289"/>
                <a:gd name="T1" fmla="*/ 492 h 501"/>
                <a:gd name="T2" fmla="*/ 169 w 289"/>
                <a:gd name="T3" fmla="*/ 492 h 501"/>
                <a:gd name="T4" fmla="*/ 221 w 289"/>
                <a:gd name="T5" fmla="*/ 400 h 501"/>
                <a:gd name="T6" fmla="*/ 284 w 289"/>
                <a:gd name="T7" fmla="*/ 224 h 501"/>
                <a:gd name="T8" fmla="*/ 288 w 289"/>
                <a:gd name="T9" fmla="*/ 164 h 501"/>
                <a:gd name="T10" fmla="*/ 270 w 289"/>
                <a:gd name="T11" fmla="*/ 62 h 501"/>
                <a:gd name="T12" fmla="*/ 211 w 289"/>
                <a:gd name="T13" fmla="*/ 4 h 501"/>
                <a:gd name="T14" fmla="*/ 181 w 289"/>
                <a:gd name="T15" fmla="*/ 0 h 501"/>
                <a:gd name="T16" fmla="*/ 114 w 289"/>
                <a:gd name="T17" fmla="*/ 24 h 501"/>
                <a:gd name="T18" fmla="*/ 63 w 289"/>
                <a:gd name="T19" fmla="*/ 83 h 501"/>
                <a:gd name="T20" fmla="*/ 23 w 289"/>
                <a:gd name="T21" fmla="*/ 153 h 501"/>
                <a:gd name="T22" fmla="*/ 5 w 289"/>
                <a:gd name="T23" fmla="*/ 240 h 501"/>
                <a:gd name="T24" fmla="*/ 8 w 289"/>
                <a:gd name="T25" fmla="*/ 275 h 501"/>
                <a:gd name="T26" fmla="*/ 8 w 289"/>
                <a:gd name="T27" fmla="*/ 275 h 501"/>
                <a:gd name="T28" fmla="*/ 18 w 289"/>
                <a:gd name="T29" fmla="*/ 368 h 501"/>
                <a:gd name="T30" fmla="*/ 3 w 289"/>
                <a:gd name="T31" fmla="*/ 427 h 501"/>
                <a:gd name="T32" fmla="*/ 1 w 289"/>
                <a:gd name="T33" fmla="*/ 439 h 501"/>
                <a:gd name="T34" fmla="*/ 11 w 289"/>
                <a:gd name="T35" fmla="*/ 449 h 501"/>
                <a:gd name="T36" fmla="*/ 151 w 289"/>
                <a:gd name="T37" fmla="*/ 497 h 501"/>
                <a:gd name="T38" fmla="*/ 169 w 289"/>
                <a:gd name="T39" fmla="*/ 492 h 501"/>
                <a:gd name="T40" fmla="*/ 51 w 289"/>
                <a:gd name="T41" fmla="*/ 165 h 501"/>
                <a:gd name="T42" fmla="*/ 51 w 289"/>
                <a:gd name="T43" fmla="*/ 165 h 501"/>
                <a:gd name="T44" fmla="*/ 88 w 289"/>
                <a:gd name="T45" fmla="*/ 98 h 501"/>
                <a:gd name="T46" fmla="*/ 132 w 289"/>
                <a:gd name="T47" fmla="*/ 47 h 501"/>
                <a:gd name="T48" fmla="*/ 181 w 289"/>
                <a:gd name="T49" fmla="*/ 29 h 501"/>
                <a:gd name="T50" fmla="*/ 203 w 289"/>
                <a:gd name="T51" fmla="*/ 33 h 501"/>
                <a:gd name="T52" fmla="*/ 243 w 289"/>
                <a:gd name="T53" fmla="*/ 74 h 501"/>
                <a:gd name="T54" fmla="*/ 258 w 289"/>
                <a:gd name="T55" fmla="*/ 164 h 501"/>
                <a:gd name="T56" fmla="*/ 255 w 289"/>
                <a:gd name="T57" fmla="*/ 221 h 501"/>
                <a:gd name="T58" fmla="*/ 195 w 289"/>
                <a:gd name="T59" fmla="*/ 386 h 501"/>
                <a:gd name="T60" fmla="*/ 159 w 289"/>
                <a:gd name="T61" fmla="*/ 450 h 501"/>
                <a:gd name="T62" fmla="*/ 150 w 289"/>
                <a:gd name="T63" fmla="*/ 466 h 501"/>
                <a:gd name="T64" fmla="*/ 36 w 289"/>
                <a:gd name="T65" fmla="*/ 426 h 501"/>
                <a:gd name="T66" fmla="*/ 48 w 289"/>
                <a:gd name="T67" fmla="*/ 368 h 501"/>
                <a:gd name="T68" fmla="*/ 37 w 289"/>
                <a:gd name="T69" fmla="*/ 271 h 501"/>
                <a:gd name="T70" fmla="*/ 37 w 289"/>
                <a:gd name="T71" fmla="*/ 271 h 501"/>
                <a:gd name="T72" fmla="*/ 34 w 289"/>
                <a:gd name="T73" fmla="*/ 240 h 501"/>
                <a:gd name="T74" fmla="*/ 51 w 289"/>
                <a:gd name="T75" fmla="*/ 16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501">
                  <a:moveTo>
                    <a:pt x="169" y="492"/>
                  </a:moveTo>
                  <a:lnTo>
                    <a:pt x="169" y="492"/>
                  </a:lnTo>
                  <a:cubicBezTo>
                    <a:pt x="169" y="490"/>
                    <a:pt x="193" y="452"/>
                    <a:pt x="221" y="400"/>
                  </a:cubicBezTo>
                  <a:cubicBezTo>
                    <a:pt x="247" y="347"/>
                    <a:pt x="277" y="282"/>
                    <a:pt x="284" y="224"/>
                  </a:cubicBezTo>
                  <a:cubicBezTo>
                    <a:pt x="287" y="203"/>
                    <a:pt x="288" y="183"/>
                    <a:pt x="288" y="164"/>
                  </a:cubicBezTo>
                  <a:cubicBezTo>
                    <a:pt x="288" y="124"/>
                    <a:pt x="283" y="89"/>
                    <a:pt x="270" y="62"/>
                  </a:cubicBezTo>
                  <a:cubicBezTo>
                    <a:pt x="258" y="34"/>
                    <a:pt x="239" y="14"/>
                    <a:pt x="211" y="4"/>
                  </a:cubicBezTo>
                  <a:cubicBezTo>
                    <a:pt x="202" y="2"/>
                    <a:pt x="191" y="0"/>
                    <a:pt x="181" y="0"/>
                  </a:cubicBezTo>
                  <a:cubicBezTo>
                    <a:pt x="156" y="0"/>
                    <a:pt x="133" y="10"/>
                    <a:pt x="114" y="24"/>
                  </a:cubicBezTo>
                  <a:cubicBezTo>
                    <a:pt x="95" y="39"/>
                    <a:pt x="77" y="59"/>
                    <a:pt x="63" y="83"/>
                  </a:cubicBezTo>
                  <a:cubicBezTo>
                    <a:pt x="49" y="106"/>
                    <a:pt x="34" y="128"/>
                    <a:pt x="23" y="153"/>
                  </a:cubicBezTo>
                  <a:cubicBezTo>
                    <a:pt x="12" y="179"/>
                    <a:pt x="5" y="207"/>
                    <a:pt x="5" y="240"/>
                  </a:cubicBezTo>
                  <a:cubicBezTo>
                    <a:pt x="5" y="251"/>
                    <a:pt x="5" y="262"/>
                    <a:pt x="8" y="275"/>
                  </a:cubicBezTo>
                  <a:lnTo>
                    <a:pt x="8" y="275"/>
                  </a:lnTo>
                  <a:cubicBezTo>
                    <a:pt x="14" y="317"/>
                    <a:pt x="18" y="345"/>
                    <a:pt x="18" y="368"/>
                  </a:cubicBezTo>
                  <a:cubicBezTo>
                    <a:pt x="18" y="389"/>
                    <a:pt x="14" y="405"/>
                    <a:pt x="3" y="427"/>
                  </a:cubicBezTo>
                  <a:cubicBezTo>
                    <a:pt x="0" y="431"/>
                    <a:pt x="0" y="435"/>
                    <a:pt x="1" y="439"/>
                  </a:cubicBezTo>
                  <a:cubicBezTo>
                    <a:pt x="3" y="444"/>
                    <a:pt x="7" y="448"/>
                    <a:pt x="11" y="449"/>
                  </a:cubicBezTo>
                  <a:cubicBezTo>
                    <a:pt x="151" y="497"/>
                    <a:pt x="151" y="497"/>
                    <a:pt x="151" y="497"/>
                  </a:cubicBezTo>
                  <a:cubicBezTo>
                    <a:pt x="158" y="500"/>
                    <a:pt x="165" y="497"/>
                    <a:pt x="169" y="492"/>
                  </a:cubicBezTo>
                  <a:close/>
                  <a:moveTo>
                    <a:pt x="51" y="165"/>
                  </a:moveTo>
                  <a:lnTo>
                    <a:pt x="51" y="165"/>
                  </a:lnTo>
                  <a:cubicBezTo>
                    <a:pt x="60" y="142"/>
                    <a:pt x="74" y="121"/>
                    <a:pt x="88" y="98"/>
                  </a:cubicBezTo>
                  <a:cubicBezTo>
                    <a:pt x="100" y="77"/>
                    <a:pt x="115" y="59"/>
                    <a:pt x="132" y="47"/>
                  </a:cubicBezTo>
                  <a:cubicBezTo>
                    <a:pt x="148" y="36"/>
                    <a:pt x="165" y="29"/>
                    <a:pt x="181" y="29"/>
                  </a:cubicBezTo>
                  <a:cubicBezTo>
                    <a:pt x="188" y="29"/>
                    <a:pt x="195" y="30"/>
                    <a:pt x="203" y="33"/>
                  </a:cubicBezTo>
                  <a:cubicBezTo>
                    <a:pt x="220" y="39"/>
                    <a:pt x="233" y="52"/>
                    <a:pt x="243" y="74"/>
                  </a:cubicBezTo>
                  <a:cubicBezTo>
                    <a:pt x="254" y="96"/>
                    <a:pt x="258" y="126"/>
                    <a:pt x="258" y="164"/>
                  </a:cubicBezTo>
                  <a:cubicBezTo>
                    <a:pt x="258" y="181"/>
                    <a:pt x="258" y="201"/>
                    <a:pt x="255" y="221"/>
                  </a:cubicBezTo>
                  <a:cubicBezTo>
                    <a:pt x="248" y="272"/>
                    <a:pt x="221" y="335"/>
                    <a:pt x="195" y="386"/>
                  </a:cubicBezTo>
                  <a:cubicBezTo>
                    <a:pt x="181" y="412"/>
                    <a:pt x="169" y="434"/>
                    <a:pt x="159" y="450"/>
                  </a:cubicBezTo>
                  <a:cubicBezTo>
                    <a:pt x="155" y="456"/>
                    <a:pt x="152" y="461"/>
                    <a:pt x="150" y="466"/>
                  </a:cubicBezTo>
                  <a:cubicBezTo>
                    <a:pt x="36" y="426"/>
                    <a:pt x="36" y="426"/>
                    <a:pt x="36" y="426"/>
                  </a:cubicBezTo>
                  <a:cubicBezTo>
                    <a:pt x="44" y="406"/>
                    <a:pt x="48" y="387"/>
                    <a:pt x="48" y="368"/>
                  </a:cubicBezTo>
                  <a:cubicBezTo>
                    <a:pt x="47" y="341"/>
                    <a:pt x="42" y="312"/>
                    <a:pt x="37" y="271"/>
                  </a:cubicBezTo>
                  <a:lnTo>
                    <a:pt x="37" y="271"/>
                  </a:lnTo>
                  <a:cubicBezTo>
                    <a:pt x="36" y="260"/>
                    <a:pt x="34" y="250"/>
                    <a:pt x="34" y="240"/>
                  </a:cubicBezTo>
                  <a:cubicBezTo>
                    <a:pt x="34" y="212"/>
                    <a:pt x="41" y="187"/>
                    <a:pt x="51"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6" name="Group 539">
            <a:extLst>
              <a:ext uri="{FF2B5EF4-FFF2-40B4-BE49-F238E27FC236}">
                <a16:creationId xmlns:a16="http://schemas.microsoft.com/office/drawing/2014/main" id="{21FA928F-D0DA-0DB8-A093-32A0302190AB}"/>
              </a:ext>
            </a:extLst>
          </p:cNvPr>
          <p:cNvGrpSpPr/>
          <p:nvPr/>
        </p:nvGrpSpPr>
        <p:grpSpPr>
          <a:xfrm>
            <a:off x="4810249" y="4165228"/>
            <a:ext cx="190500" cy="254000"/>
            <a:chOff x="3668713" y="4506913"/>
            <a:chExt cx="190500" cy="254000"/>
          </a:xfrm>
          <a:solidFill>
            <a:schemeClr val="tx2"/>
          </a:solidFill>
        </p:grpSpPr>
        <p:sp>
          <p:nvSpPr>
            <p:cNvPr id="537" name="Freeform 442">
              <a:extLst>
                <a:ext uri="{FF2B5EF4-FFF2-40B4-BE49-F238E27FC236}">
                  <a16:creationId xmlns:a16="http://schemas.microsoft.com/office/drawing/2014/main" id="{2DD14969-AB93-D9FD-AA90-77C75777F558}"/>
                </a:ext>
              </a:extLst>
            </p:cNvPr>
            <p:cNvSpPr>
              <a:spLocks noChangeArrowheads="1"/>
            </p:cNvSpPr>
            <p:nvPr/>
          </p:nvSpPr>
          <p:spPr bwMode="auto">
            <a:xfrm>
              <a:off x="3668713" y="4506913"/>
              <a:ext cx="190500" cy="254000"/>
            </a:xfrm>
            <a:custGeom>
              <a:avLst/>
              <a:gdLst>
                <a:gd name="T0" fmla="*/ 527 w 528"/>
                <a:gd name="T1" fmla="*/ 659 h 704"/>
                <a:gd name="T2" fmla="*/ 527 w 528"/>
                <a:gd name="T3" fmla="*/ 659 h 704"/>
                <a:gd name="T4" fmla="*/ 527 w 528"/>
                <a:gd name="T5" fmla="*/ 44 h 704"/>
                <a:gd name="T6" fmla="*/ 483 w 528"/>
                <a:gd name="T7" fmla="*/ 0 h 704"/>
                <a:gd name="T8" fmla="*/ 44 w 528"/>
                <a:gd name="T9" fmla="*/ 0 h 704"/>
                <a:gd name="T10" fmla="*/ 0 w 528"/>
                <a:gd name="T11" fmla="*/ 44 h 704"/>
                <a:gd name="T12" fmla="*/ 0 w 528"/>
                <a:gd name="T13" fmla="*/ 659 h 704"/>
                <a:gd name="T14" fmla="*/ 44 w 528"/>
                <a:gd name="T15" fmla="*/ 703 h 704"/>
                <a:gd name="T16" fmla="*/ 483 w 528"/>
                <a:gd name="T17" fmla="*/ 703 h 704"/>
                <a:gd name="T18" fmla="*/ 527 w 528"/>
                <a:gd name="T19" fmla="*/ 659 h 704"/>
                <a:gd name="T20" fmla="*/ 499 w 528"/>
                <a:gd name="T21" fmla="*/ 659 h 704"/>
                <a:gd name="T22" fmla="*/ 499 w 528"/>
                <a:gd name="T23" fmla="*/ 659 h 704"/>
                <a:gd name="T24" fmla="*/ 483 w 528"/>
                <a:gd name="T25" fmla="*/ 674 h 704"/>
                <a:gd name="T26" fmla="*/ 44 w 528"/>
                <a:gd name="T27" fmla="*/ 674 h 704"/>
                <a:gd name="T28" fmla="*/ 29 w 528"/>
                <a:gd name="T29" fmla="*/ 659 h 704"/>
                <a:gd name="T30" fmla="*/ 29 w 528"/>
                <a:gd name="T31" fmla="*/ 44 h 704"/>
                <a:gd name="T32" fmla="*/ 44 w 528"/>
                <a:gd name="T33" fmla="*/ 29 h 704"/>
                <a:gd name="T34" fmla="*/ 483 w 528"/>
                <a:gd name="T35" fmla="*/ 29 h 704"/>
                <a:gd name="T36" fmla="*/ 499 w 528"/>
                <a:gd name="T37" fmla="*/ 44 h 704"/>
                <a:gd name="T38" fmla="*/ 499 w 528"/>
                <a:gd name="T39"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28" h="704">
                  <a:moveTo>
                    <a:pt x="527" y="659"/>
                  </a:moveTo>
                  <a:lnTo>
                    <a:pt x="527" y="659"/>
                  </a:lnTo>
                  <a:cubicBezTo>
                    <a:pt x="527" y="44"/>
                    <a:pt x="527" y="44"/>
                    <a:pt x="527" y="44"/>
                  </a:cubicBezTo>
                  <a:cubicBezTo>
                    <a:pt x="527" y="19"/>
                    <a:pt x="508" y="0"/>
                    <a:pt x="483" y="0"/>
                  </a:cubicBezTo>
                  <a:cubicBezTo>
                    <a:pt x="44" y="0"/>
                    <a:pt x="44" y="0"/>
                    <a:pt x="44" y="0"/>
                  </a:cubicBezTo>
                  <a:cubicBezTo>
                    <a:pt x="20" y="0"/>
                    <a:pt x="0" y="19"/>
                    <a:pt x="0" y="44"/>
                  </a:cubicBezTo>
                  <a:cubicBezTo>
                    <a:pt x="0" y="659"/>
                    <a:pt x="0" y="659"/>
                    <a:pt x="0" y="659"/>
                  </a:cubicBezTo>
                  <a:cubicBezTo>
                    <a:pt x="0" y="683"/>
                    <a:pt x="20" y="703"/>
                    <a:pt x="44" y="703"/>
                  </a:cubicBezTo>
                  <a:cubicBezTo>
                    <a:pt x="483" y="703"/>
                    <a:pt x="483" y="703"/>
                    <a:pt x="483" y="703"/>
                  </a:cubicBezTo>
                  <a:cubicBezTo>
                    <a:pt x="508" y="703"/>
                    <a:pt x="527" y="683"/>
                    <a:pt x="527" y="659"/>
                  </a:cubicBezTo>
                  <a:close/>
                  <a:moveTo>
                    <a:pt x="499" y="659"/>
                  </a:moveTo>
                  <a:lnTo>
                    <a:pt x="499" y="659"/>
                  </a:lnTo>
                  <a:cubicBezTo>
                    <a:pt x="499" y="667"/>
                    <a:pt x="492" y="674"/>
                    <a:pt x="483" y="674"/>
                  </a:cubicBezTo>
                  <a:cubicBezTo>
                    <a:pt x="44" y="674"/>
                    <a:pt x="44" y="674"/>
                    <a:pt x="44" y="674"/>
                  </a:cubicBezTo>
                  <a:cubicBezTo>
                    <a:pt x="36" y="674"/>
                    <a:pt x="29" y="667"/>
                    <a:pt x="29" y="659"/>
                  </a:cubicBezTo>
                  <a:cubicBezTo>
                    <a:pt x="29" y="44"/>
                    <a:pt x="29" y="44"/>
                    <a:pt x="29" y="44"/>
                  </a:cubicBezTo>
                  <a:cubicBezTo>
                    <a:pt x="29" y="35"/>
                    <a:pt x="36" y="29"/>
                    <a:pt x="44" y="29"/>
                  </a:cubicBezTo>
                  <a:cubicBezTo>
                    <a:pt x="483" y="29"/>
                    <a:pt x="483" y="29"/>
                    <a:pt x="483" y="29"/>
                  </a:cubicBezTo>
                  <a:cubicBezTo>
                    <a:pt x="492" y="29"/>
                    <a:pt x="499" y="35"/>
                    <a:pt x="499" y="44"/>
                  </a:cubicBezTo>
                  <a:lnTo>
                    <a:pt x="499"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3">
              <a:extLst>
                <a:ext uri="{FF2B5EF4-FFF2-40B4-BE49-F238E27FC236}">
                  <a16:creationId xmlns:a16="http://schemas.microsoft.com/office/drawing/2014/main" id="{4B84FC8C-C01D-6EDD-6AC4-88478C9AC86C}"/>
                </a:ext>
              </a:extLst>
            </p:cNvPr>
            <p:cNvSpPr>
              <a:spLocks noChangeArrowheads="1"/>
            </p:cNvSpPr>
            <p:nvPr/>
          </p:nvSpPr>
          <p:spPr bwMode="auto">
            <a:xfrm>
              <a:off x="3700463" y="4538663"/>
              <a:ext cx="127000" cy="53975"/>
            </a:xfrm>
            <a:custGeom>
              <a:avLst/>
              <a:gdLst>
                <a:gd name="T0" fmla="*/ 15 w 353"/>
                <a:gd name="T1" fmla="*/ 147 h 148"/>
                <a:gd name="T2" fmla="*/ 15 w 353"/>
                <a:gd name="T3" fmla="*/ 147 h 148"/>
                <a:gd name="T4" fmla="*/ 336 w 353"/>
                <a:gd name="T5" fmla="*/ 147 h 148"/>
                <a:gd name="T6" fmla="*/ 347 w 353"/>
                <a:gd name="T7" fmla="*/ 142 h 148"/>
                <a:gd name="T8" fmla="*/ 352 w 353"/>
                <a:gd name="T9" fmla="*/ 131 h 148"/>
                <a:gd name="T10" fmla="*/ 352 w 353"/>
                <a:gd name="T11" fmla="*/ 15 h 148"/>
                <a:gd name="T12" fmla="*/ 347 w 353"/>
                <a:gd name="T13" fmla="*/ 4 h 148"/>
                <a:gd name="T14" fmla="*/ 336 w 353"/>
                <a:gd name="T15" fmla="*/ 0 h 148"/>
                <a:gd name="T16" fmla="*/ 15 w 353"/>
                <a:gd name="T17" fmla="*/ 0 h 148"/>
                <a:gd name="T18" fmla="*/ 4 w 353"/>
                <a:gd name="T19" fmla="*/ 4 h 148"/>
                <a:gd name="T20" fmla="*/ 0 w 353"/>
                <a:gd name="T21" fmla="*/ 15 h 148"/>
                <a:gd name="T22" fmla="*/ 0 w 353"/>
                <a:gd name="T23" fmla="*/ 131 h 148"/>
                <a:gd name="T24" fmla="*/ 4 w 353"/>
                <a:gd name="T25" fmla="*/ 142 h 148"/>
                <a:gd name="T26" fmla="*/ 15 w 353"/>
                <a:gd name="T27" fmla="*/ 147 h 148"/>
                <a:gd name="T28" fmla="*/ 29 w 353"/>
                <a:gd name="T29" fmla="*/ 28 h 148"/>
                <a:gd name="T30" fmla="*/ 29 w 353"/>
                <a:gd name="T31" fmla="*/ 28 h 148"/>
                <a:gd name="T32" fmla="*/ 323 w 353"/>
                <a:gd name="T33" fmla="*/ 28 h 148"/>
                <a:gd name="T34" fmla="*/ 323 w 353"/>
                <a:gd name="T35" fmla="*/ 116 h 148"/>
                <a:gd name="T36" fmla="*/ 29 w 353"/>
                <a:gd name="T37" fmla="*/ 116 h 148"/>
                <a:gd name="T38" fmla="*/ 29 w 353"/>
                <a:gd name="T39" fmla="*/ 2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3" h="148">
                  <a:moveTo>
                    <a:pt x="15" y="147"/>
                  </a:moveTo>
                  <a:lnTo>
                    <a:pt x="15" y="147"/>
                  </a:lnTo>
                  <a:cubicBezTo>
                    <a:pt x="336" y="147"/>
                    <a:pt x="336" y="147"/>
                    <a:pt x="336" y="147"/>
                  </a:cubicBezTo>
                  <a:cubicBezTo>
                    <a:pt x="341" y="147"/>
                    <a:pt x="345" y="145"/>
                    <a:pt x="347" y="142"/>
                  </a:cubicBezTo>
                  <a:cubicBezTo>
                    <a:pt x="350" y="140"/>
                    <a:pt x="352" y="136"/>
                    <a:pt x="352" y="131"/>
                  </a:cubicBezTo>
                  <a:cubicBezTo>
                    <a:pt x="352" y="15"/>
                    <a:pt x="352" y="15"/>
                    <a:pt x="352" y="15"/>
                  </a:cubicBezTo>
                  <a:cubicBezTo>
                    <a:pt x="352" y="11"/>
                    <a:pt x="350" y="7"/>
                    <a:pt x="347" y="4"/>
                  </a:cubicBezTo>
                  <a:cubicBezTo>
                    <a:pt x="345" y="1"/>
                    <a:pt x="341" y="0"/>
                    <a:pt x="336" y="0"/>
                  </a:cubicBezTo>
                  <a:cubicBezTo>
                    <a:pt x="15" y="0"/>
                    <a:pt x="15" y="0"/>
                    <a:pt x="15" y="0"/>
                  </a:cubicBezTo>
                  <a:cubicBezTo>
                    <a:pt x="11" y="0"/>
                    <a:pt x="7" y="1"/>
                    <a:pt x="4" y="4"/>
                  </a:cubicBezTo>
                  <a:cubicBezTo>
                    <a:pt x="2" y="7"/>
                    <a:pt x="0" y="11"/>
                    <a:pt x="0" y="15"/>
                  </a:cubicBezTo>
                  <a:cubicBezTo>
                    <a:pt x="0" y="131"/>
                    <a:pt x="0" y="131"/>
                    <a:pt x="0" y="131"/>
                  </a:cubicBezTo>
                  <a:cubicBezTo>
                    <a:pt x="0" y="136"/>
                    <a:pt x="2" y="140"/>
                    <a:pt x="4" y="142"/>
                  </a:cubicBezTo>
                  <a:cubicBezTo>
                    <a:pt x="7" y="145"/>
                    <a:pt x="11" y="147"/>
                    <a:pt x="15" y="147"/>
                  </a:cubicBezTo>
                  <a:close/>
                  <a:moveTo>
                    <a:pt x="29" y="28"/>
                  </a:moveTo>
                  <a:lnTo>
                    <a:pt x="29" y="28"/>
                  </a:lnTo>
                  <a:cubicBezTo>
                    <a:pt x="323" y="28"/>
                    <a:pt x="323" y="28"/>
                    <a:pt x="323" y="28"/>
                  </a:cubicBezTo>
                  <a:cubicBezTo>
                    <a:pt x="323" y="116"/>
                    <a:pt x="323" y="116"/>
                    <a:pt x="323" y="116"/>
                  </a:cubicBezTo>
                  <a:cubicBezTo>
                    <a:pt x="29" y="116"/>
                    <a:pt x="29" y="116"/>
                    <a:pt x="29" y="116"/>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4">
              <a:extLst>
                <a:ext uri="{FF2B5EF4-FFF2-40B4-BE49-F238E27FC236}">
                  <a16:creationId xmlns:a16="http://schemas.microsoft.com/office/drawing/2014/main" id="{45424260-0C4C-1B7C-4B66-C747E9A6ED00}"/>
                </a:ext>
              </a:extLst>
            </p:cNvPr>
            <p:cNvSpPr>
              <a:spLocks noChangeArrowheads="1"/>
            </p:cNvSpPr>
            <p:nvPr/>
          </p:nvSpPr>
          <p:spPr bwMode="auto">
            <a:xfrm>
              <a:off x="3690938" y="4611688"/>
              <a:ext cx="52387" cy="53975"/>
            </a:xfrm>
            <a:custGeom>
              <a:avLst/>
              <a:gdLst>
                <a:gd name="T0" fmla="*/ 132 w 147"/>
                <a:gd name="T1" fmla="*/ 59 h 148"/>
                <a:gd name="T2" fmla="*/ 132 w 147"/>
                <a:gd name="T3" fmla="*/ 59 h 148"/>
                <a:gd name="T4" fmla="*/ 88 w 147"/>
                <a:gd name="T5" fmla="*/ 59 h 148"/>
                <a:gd name="T6" fmla="*/ 88 w 147"/>
                <a:gd name="T7" fmla="*/ 15 h 148"/>
                <a:gd name="T8" fmla="*/ 73 w 147"/>
                <a:gd name="T9" fmla="*/ 0 h 148"/>
                <a:gd name="T10" fmla="*/ 58 w 147"/>
                <a:gd name="T11" fmla="*/ 15 h 148"/>
                <a:gd name="T12" fmla="*/ 58 w 147"/>
                <a:gd name="T13" fmla="*/ 59 h 148"/>
                <a:gd name="T14" fmla="*/ 14 w 147"/>
                <a:gd name="T15" fmla="*/ 59 h 148"/>
                <a:gd name="T16" fmla="*/ 0 w 147"/>
                <a:gd name="T17" fmla="*/ 74 h 148"/>
                <a:gd name="T18" fmla="*/ 14 w 147"/>
                <a:gd name="T19" fmla="*/ 88 h 148"/>
                <a:gd name="T20" fmla="*/ 58 w 147"/>
                <a:gd name="T21" fmla="*/ 88 h 148"/>
                <a:gd name="T22" fmla="*/ 58 w 147"/>
                <a:gd name="T23" fmla="*/ 132 h 148"/>
                <a:gd name="T24" fmla="*/ 73 w 147"/>
                <a:gd name="T25" fmla="*/ 147 h 148"/>
                <a:gd name="T26" fmla="*/ 88 w 147"/>
                <a:gd name="T27" fmla="*/ 132 h 148"/>
                <a:gd name="T28" fmla="*/ 88 w 147"/>
                <a:gd name="T29" fmla="*/ 88 h 148"/>
                <a:gd name="T30" fmla="*/ 132 w 147"/>
                <a:gd name="T31" fmla="*/ 88 h 148"/>
                <a:gd name="T32" fmla="*/ 146 w 147"/>
                <a:gd name="T33" fmla="*/ 74 h 148"/>
                <a:gd name="T34" fmla="*/ 132 w 147"/>
                <a:gd name="T35" fmla="*/ 5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7" h="148">
                  <a:moveTo>
                    <a:pt x="132" y="59"/>
                  </a:moveTo>
                  <a:lnTo>
                    <a:pt x="132" y="59"/>
                  </a:lnTo>
                  <a:cubicBezTo>
                    <a:pt x="88" y="59"/>
                    <a:pt x="88" y="59"/>
                    <a:pt x="88" y="59"/>
                  </a:cubicBezTo>
                  <a:cubicBezTo>
                    <a:pt x="88" y="15"/>
                    <a:pt x="88" y="15"/>
                    <a:pt x="88" y="15"/>
                  </a:cubicBezTo>
                  <a:cubicBezTo>
                    <a:pt x="88" y="7"/>
                    <a:pt x="81" y="0"/>
                    <a:pt x="73" y="0"/>
                  </a:cubicBezTo>
                  <a:cubicBezTo>
                    <a:pt x="65" y="0"/>
                    <a:pt x="58" y="7"/>
                    <a:pt x="58" y="15"/>
                  </a:cubicBezTo>
                  <a:cubicBezTo>
                    <a:pt x="58" y="59"/>
                    <a:pt x="58" y="59"/>
                    <a:pt x="58" y="59"/>
                  </a:cubicBezTo>
                  <a:cubicBezTo>
                    <a:pt x="14" y="59"/>
                    <a:pt x="14" y="59"/>
                    <a:pt x="14" y="59"/>
                  </a:cubicBezTo>
                  <a:cubicBezTo>
                    <a:pt x="7" y="59"/>
                    <a:pt x="0" y="66"/>
                    <a:pt x="0" y="74"/>
                  </a:cubicBezTo>
                  <a:cubicBezTo>
                    <a:pt x="0" y="83"/>
                    <a:pt x="7" y="88"/>
                    <a:pt x="14" y="88"/>
                  </a:cubicBezTo>
                  <a:cubicBezTo>
                    <a:pt x="58" y="88"/>
                    <a:pt x="58" y="88"/>
                    <a:pt x="58" y="88"/>
                  </a:cubicBezTo>
                  <a:cubicBezTo>
                    <a:pt x="58" y="132"/>
                    <a:pt x="58" y="132"/>
                    <a:pt x="58" y="132"/>
                  </a:cubicBezTo>
                  <a:cubicBezTo>
                    <a:pt x="58" y="140"/>
                    <a:pt x="65" y="147"/>
                    <a:pt x="73" y="147"/>
                  </a:cubicBezTo>
                  <a:cubicBezTo>
                    <a:pt x="81" y="147"/>
                    <a:pt x="88" y="140"/>
                    <a:pt x="88" y="132"/>
                  </a:cubicBezTo>
                  <a:cubicBezTo>
                    <a:pt x="88" y="88"/>
                    <a:pt x="88" y="88"/>
                    <a:pt x="88" y="88"/>
                  </a:cubicBezTo>
                  <a:cubicBezTo>
                    <a:pt x="132" y="88"/>
                    <a:pt x="132" y="88"/>
                    <a:pt x="132" y="88"/>
                  </a:cubicBezTo>
                  <a:cubicBezTo>
                    <a:pt x="140" y="88"/>
                    <a:pt x="146" y="83"/>
                    <a:pt x="146" y="74"/>
                  </a:cubicBezTo>
                  <a:cubicBezTo>
                    <a:pt x="146" y="66"/>
                    <a:pt x="140" y="59"/>
                    <a:pt x="13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5">
              <a:extLst>
                <a:ext uri="{FF2B5EF4-FFF2-40B4-BE49-F238E27FC236}">
                  <a16:creationId xmlns:a16="http://schemas.microsoft.com/office/drawing/2014/main" id="{C941DC3B-D2D7-421D-8E9D-A1C2FCD5BA35}"/>
                </a:ext>
              </a:extLst>
            </p:cNvPr>
            <p:cNvSpPr>
              <a:spLocks noChangeArrowheads="1"/>
            </p:cNvSpPr>
            <p:nvPr/>
          </p:nvSpPr>
          <p:spPr bwMode="auto">
            <a:xfrm>
              <a:off x="3786188" y="4632325"/>
              <a:ext cx="52387" cy="11113"/>
            </a:xfrm>
            <a:custGeom>
              <a:avLst/>
              <a:gdLst>
                <a:gd name="T0" fmla="*/ 132 w 146"/>
                <a:gd name="T1" fmla="*/ 0 h 30"/>
                <a:gd name="T2" fmla="*/ 132 w 146"/>
                <a:gd name="T3" fmla="*/ 0 h 30"/>
                <a:gd name="T4" fmla="*/ 14 w 146"/>
                <a:gd name="T5" fmla="*/ 0 h 30"/>
                <a:gd name="T6" fmla="*/ 0 w 146"/>
                <a:gd name="T7" fmla="*/ 15 h 30"/>
                <a:gd name="T8" fmla="*/ 14 w 146"/>
                <a:gd name="T9" fmla="*/ 29 h 30"/>
                <a:gd name="T10" fmla="*/ 132 w 146"/>
                <a:gd name="T11" fmla="*/ 29 h 30"/>
                <a:gd name="T12" fmla="*/ 145 w 146"/>
                <a:gd name="T13" fmla="*/ 15 h 30"/>
                <a:gd name="T14" fmla="*/ 132 w 14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6" h="30">
                  <a:moveTo>
                    <a:pt x="132" y="0"/>
                  </a:moveTo>
                  <a:lnTo>
                    <a:pt x="132" y="0"/>
                  </a:lnTo>
                  <a:cubicBezTo>
                    <a:pt x="14" y="0"/>
                    <a:pt x="14" y="0"/>
                    <a:pt x="14" y="0"/>
                  </a:cubicBezTo>
                  <a:cubicBezTo>
                    <a:pt x="7" y="0"/>
                    <a:pt x="0" y="7"/>
                    <a:pt x="0" y="15"/>
                  </a:cubicBezTo>
                  <a:cubicBezTo>
                    <a:pt x="0" y="24"/>
                    <a:pt x="7" y="29"/>
                    <a:pt x="14" y="29"/>
                  </a:cubicBezTo>
                  <a:cubicBezTo>
                    <a:pt x="132" y="29"/>
                    <a:pt x="132" y="29"/>
                    <a:pt x="132" y="29"/>
                  </a:cubicBezTo>
                  <a:cubicBezTo>
                    <a:pt x="140" y="29"/>
                    <a:pt x="145" y="24"/>
                    <a:pt x="145" y="15"/>
                  </a:cubicBezTo>
                  <a:cubicBezTo>
                    <a:pt x="145"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1" name="Freeform 446">
              <a:extLst>
                <a:ext uri="{FF2B5EF4-FFF2-40B4-BE49-F238E27FC236}">
                  <a16:creationId xmlns:a16="http://schemas.microsoft.com/office/drawing/2014/main" id="{60D9F0FA-7343-81A9-938B-1586C9846EE3}"/>
                </a:ext>
              </a:extLst>
            </p:cNvPr>
            <p:cNvSpPr>
              <a:spLocks noChangeArrowheads="1"/>
            </p:cNvSpPr>
            <p:nvPr/>
          </p:nvSpPr>
          <p:spPr bwMode="auto">
            <a:xfrm>
              <a:off x="3784600" y="4684713"/>
              <a:ext cx="53975" cy="53975"/>
            </a:xfrm>
            <a:custGeom>
              <a:avLst/>
              <a:gdLst>
                <a:gd name="T0" fmla="*/ 143 w 150"/>
                <a:gd name="T1" fmla="*/ 5 h 150"/>
                <a:gd name="T2" fmla="*/ 143 w 150"/>
                <a:gd name="T3" fmla="*/ 5 h 150"/>
                <a:gd name="T4" fmla="*/ 123 w 150"/>
                <a:gd name="T5" fmla="*/ 5 h 150"/>
                <a:gd name="T6" fmla="*/ 75 w 150"/>
                <a:gd name="T7" fmla="*/ 53 h 150"/>
                <a:gd name="T8" fmla="*/ 27 w 150"/>
                <a:gd name="T9" fmla="*/ 5 h 150"/>
                <a:gd name="T10" fmla="*/ 6 w 150"/>
                <a:gd name="T11" fmla="*/ 5 h 150"/>
                <a:gd name="T12" fmla="*/ 6 w 150"/>
                <a:gd name="T13" fmla="*/ 26 h 150"/>
                <a:gd name="T14" fmla="*/ 54 w 150"/>
                <a:gd name="T15" fmla="*/ 74 h 150"/>
                <a:gd name="T16" fmla="*/ 6 w 150"/>
                <a:gd name="T17" fmla="*/ 122 h 150"/>
                <a:gd name="T18" fmla="*/ 6 w 150"/>
                <a:gd name="T19" fmla="*/ 142 h 150"/>
                <a:gd name="T20" fmla="*/ 27 w 150"/>
                <a:gd name="T21" fmla="*/ 142 h 150"/>
                <a:gd name="T22" fmla="*/ 75 w 150"/>
                <a:gd name="T23" fmla="*/ 94 h 150"/>
                <a:gd name="T24" fmla="*/ 123 w 150"/>
                <a:gd name="T25" fmla="*/ 142 h 150"/>
                <a:gd name="T26" fmla="*/ 143 w 150"/>
                <a:gd name="T27" fmla="*/ 142 h 150"/>
                <a:gd name="T28" fmla="*/ 143 w 150"/>
                <a:gd name="T29" fmla="*/ 122 h 150"/>
                <a:gd name="T30" fmla="*/ 95 w 150"/>
                <a:gd name="T31" fmla="*/ 74 h 150"/>
                <a:gd name="T32" fmla="*/ 143 w 150"/>
                <a:gd name="T33" fmla="*/ 26 h 150"/>
                <a:gd name="T34" fmla="*/ 143 w 150"/>
                <a:gd name="T35" fmla="*/ 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150">
                  <a:moveTo>
                    <a:pt x="143" y="5"/>
                  </a:moveTo>
                  <a:lnTo>
                    <a:pt x="143" y="5"/>
                  </a:lnTo>
                  <a:cubicBezTo>
                    <a:pt x="138" y="0"/>
                    <a:pt x="128" y="0"/>
                    <a:pt x="123" y="5"/>
                  </a:cubicBezTo>
                  <a:cubicBezTo>
                    <a:pt x="75" y="53"/>
                    <a:pt x="75" y="53"/>
                    <a:pt x="75" y="53"/>
                  </a:cubicBezTo>
                  <a:cubicBezTo>
                    <a:pt x="27" y="5"/>
                    <a:pt x="27" y="5"/>
                    <a:pt x="27" y="5"/>
                  </a:cubicBezTo>
                  <a:cubicBezTo>
                    <a:pt x="21" y="0"/>
                    <a:pt x="11" y="0"/>
                    <a:pt x="6" y="5"/>
                  </a:cubicBezTo>
                  <a:cubicBezTo>
                    <a:pt x="0" y="11"/>
                    <a:pt x="0" y="20"/>
                    <a:pt x="6" y="26"/>
                  </a:cubicBezTo>
                  <a:cubicBezTo>
                    <a:pt x="54" y="74"/>
                    <a:pt x="54" y="74"/>
                    <a:pt x="54" y="74"/>
                  </a:cubicBezTo>
                  <a:cubicBezTo>
                    <a:pt x="6" y="122"/>
                    <a:pt x="6" y="122"/>
                    <a:pt x="6" y="122"/>
                  </a:cubicBezTo>
                  <a:cubicBezTo>
                    <a:pt x="0" y="127"/>
                    <a:pt x="0" y="137"/>
                    <a:pt x="6" y="142"/>
                  </a:cubicBezTo>
                  <a:cubicBezTo>
                    <a:pt x="11" y="149"/>
                    <a:pt x="21" y="149"/>
                    <a:pt x="27" y="142"/>
                  </a:cubicBezTo>
                  <a:cubicBezTo>
                    <a:pt x="75" y="94"/>
                    <a:pt x="75" y="94"/>
                    <a:pt x="75" y="94"/>
                  </a:cubicBezTo>
                  <a:cubicBezTo>
                    <a:pt x="123" y="142"/>
                    <a:pt x="123" y="142"/>
                    <a:pt x="123" y="142"/>
                  </a:cubicBezTo>
                  <a:cubicBezTo>
                    <a:pt x="128" y="149"/>
                    <a:pt x="138" y="149"/>
                    <a:pt x="143" y="142"/>
                  </a:cubicBezTo>
                  <a:cubicBezTo>
                    <a:pt x="149" y="137"/>
                    <a:pt x="149" y="127"/>
                    <a:pt x="143" y="122"/>
                  </a:cubicBezTo>
                  <a:cubicBezTo>
                    <a:pt x="95" y="74"/>
                    <a:pt x="95" y="74"/>
                    <a:pt x="95" y="74"/>
                  </a:cubicBezTo>
                  <a:cubicBezTo>
                    <a:pt x="143" y="26"/>
                    <a:pt x="143" y="26"/>
                    <a:pt x="143" y="26"/>
                  </a:cubicBezTo>
                  <a:cubicBezTo>
                    <a:pt x="149" y="20"/>
                    <a:pt x="149"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2" name="Freeform 447">
              <a:extLst>
                <a:ext uri="{FF2B5EF4-FFF2-40B4-BE49-F238E27FC236}">
                  <a16:creationId xmlns:a16="http://schemas.microsoft.com/office/drawing/2014/main" id="{FBAC5226-56F5-C1C8-93EB-29BBB46ACD0A}"/>
                </a:ext>
              </a:extLst>
            </p:cNvPr>
            <p:cNvSpPr>
              <a:spLocks noChangeArrowheads="1"/>
            </p:cNvSpPr>
            <p:nvPr/>
          </p:nvSpPr>
          <p:spPr bwMode="auto">
            <a:xfrm>
              <a:off x="3690938" y="4706938"/>
              <a:ext cx="52387" cy="11112"/>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7" y="0"/>
                    <a:pt x="0" y="7"/>
                    <a:pt x="0" y="15"/>
                  </a:cubicBezTo>
                  <a:cubicBezTo>
                    <a:pt x="0" y="23"/>
                    <a:pt x="7" y="30"/>
                    <a:pt x="14" y="30"/>
                  </a:cubicBezTo>
                  <a:cubicBezTo>
                    <a:pt x="132" y="30"/>
                    <a:pt x="132" y="30"/>
                    <a:pt x="132" y="30"/>
                  </a:cubicBezTo>
                  <a:cubicBezTo>
                    <a:pt x="140" y="30"/>
                    <a:pt x="146" y="23"/>
                    <a:pt x="146" y="15"/>
                  </a:cubicBezTo>
                  <a:cubicBezTo>
                    <a:pt x="146"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8">
              <a:extLst>
                <a:ext uri="{FF2B5EF4-FFF2-40B4-BE49-F238E27FC236}">
                  <a16:creationId xmlns:a16="http://schemas.microsoft.com/office/drawing/2014/main" id="{A625045D-DBFF-7633-8A4D-6A70E065E37C}"/>
                </a:ext>
              </a:extLst>
            </p:cNvPr>
            <p:cNvSpPr>
              <a:spLocks noChangeArrowheads="1"/>
            </p:cNvSpPr>
            <p:nvPr/>
          </p:nvSpPr>
          <p:spPr bwMode="auto">
            <a:xfrm>
              <a:off x="3711575" y="4686300"/>
              <a:ext cx="11113" cy="11113"/>
            </a:xfrm>
            <a:custGeom>
              <a:avLst/>
              <a:gdLst>
                <a:gd name="T0" fmla="*/ 30 w 31"/>
                <a:gd name="T1" fmla="*/ 14 h 30"/>
                <a:gd name="T2" fmla="*/ 30 w 31"/>
                <a:gd name="T3" fmla="*/ 14 h 30"/>
                <a:gd name="T4" fmla="*/ 15 w 31"/>
                <a:gd name="T5" fmla="*/ 0 h 30"/>
                <a:gd name="T6" fmla="*/ 0 w 31"/>
                <a:gd name="T7" fmla="*/ 14 h 30"/>
                <a:gd name="T8" fmla="*/ 15 w 31"/>
                <a:gd name="T9" fmla="*/ 29 h 30"/>
                <a:gd name="T10" fmla="*/ 30 w 31"/>
                <a:gd name="T11" fmla="*/ 14 h 30"/>
              </a:gdLst>
              <a:ahLst/>
              <a:cxnLst>
                <a:cxn ang="0">
                  <a:pos x="T0" y="T1"/>
                </a:cxn>
                <a:cxn ang="0">
                  <a:pos x="T2" y="T3"/>
                </a:cxn>
                <a:cxn ang="0">
                  <a:pos x="T4" y="T5"/>
                </a:cxn>
                <a:cxn ang="0">
                  <a:pos x="T6" y="T7"/>
                </a:cxn>
                <a:cxn ang="0">
                  <a:pos x="T8" y="T9"/>
                </a:cxn>
                <a:cxn ang="0">
                  <a:pos x="T10" y="T11"/>
                </a:cxn>
              </a:cxnLst>
              <a:rect l="0" t="0" r="r" b="b"/>
              <a:pathLst>
                <a:path w="31" h="30">
                  <a:moveTo>
                    <a:pt x="30" y="14"/>
                  </a:moveTo>
                  <a:lnTo>
                    <a:pt x="30" y="14"/>
                  </a:lnTo>
                  <a:cubicBezTo>
                    <a:pt x="30" y="7"/>
                    <a:pt x="23" y="0"/>
                    <a:pt x="15" y="0"/>
                  </a:cubicBezTo>
                  <a:cubicBezTo>
                    <a:pt x="7" y="0"/>
                    <a:pt x="0" y="7"/>
                    <a:pt x="0" y="14"/>
                  </a:cubicBezTo>
                  <a:cubicBezTo>
                    <a:pt x="0" y="22"/>
                    <a:pt x="7" y="29"/>
                    <a:pt x="15" y="29"/>
                  </a:cubicBezTo>
                  <a:cubicBezTo>
                    <a:pt x="23" y="29"/>
                    <a:pt x="30" y="22"/>
                    <a:pt x="3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9">
              <a:extLst>
                <a:ext uri="{FF2B5EF4-FFF2-40B4-BE49-F238E27FC236}">
                  <a16:creationId xmlns:a16="http://schemas.microsoft.com/office/drawing/2014/main" id="{A14D0673-AA80-B366-1789-D79A98A42F0D}"/>
                </a:ext>
              </a:extLst>
            </p:cNvPr>
            <p:cNvSpPr>
              <a:spLocks noChangeArrowheads="1"/>
            </p:cNvSpPr>
            <p:nvPr/>
          </p:nvSpPr>
          <p:spPr bwMode="auto">
            <a:xfrm>
              <a:off x="3711575" y="4727575"/>
              <a:ext cx="11113" cy="11113"/>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3"/>
                    <a:pt x="7"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5" name="Group 548">
            <a:extLst>
              <a:ext uri="{FF2B5EF4-FFF2-40B4-BE49-F238E27FC236}">
                <a16:creationId xmlns:a16="http://schemas.microsoft.com/office/drawing/2014/main" id="{7FEDF6BA-F446-6B0C-F969-22E9B93CB586}"/>
              </a:ext>
            </a:extLst>
          </p:cNvPr>
          <p:cNvGrpSpPr/>
          <p:nvPr/>
        </p:nvGrpSpPr>
        <p:grpSpPr>
          <a:xfrm>
            <a:off x="5791324" y="4191422"/>
            <a:ext cx="254000" cy="201612"/>
            <a:chOff x="4649788" y="4538663"/>
            <a:chExt cx="254000" cy="201612"/>
          </a:xfrm>
          <a:solidFill>
            <a:schemeClr val="tx2"/>
          </a:solidFill>
        </p:grpSpPr>
        <p:sp>
          <p:nvSpPr>
            <p:cNvPr id="546" name="Freeform 450">
              <a:extLst>
                <a:ext uri="{FF2B5EF4-FFF2-40B4-BE49-F238E27FC236}">
                  <a16:creationId xmlns:a16="http://schemas.microsoft.com/office/drawing/2014/main" id="{2AE41041-0625-D5F8-401B-5EA8F123549C}"/>
                </a:ext>
              </a:extLst>
            </p:cNvPr>
            <p:cNvSpPr>
              <a:spLocks noChangeArrowheads="1"/>
            </p:cNvSpPr>
            <p:nvPr/>
          </p:nvSpPr>
          <p:spPr bwMode="auto">
            <a:xfrm>
              <a:off x="4649788" y="4538663"/>
              <a:ext cx="254000" cy="201612"/>
            </a:xfrm>
            <a:custGeom>
              <a:avLst/>
              <a:gdLst>
                <a:gd name="T0" fmla="*/ 44 w 704"/>
                <a:gd name="T1" fmla="*/ 439 h 558"/>
                <a:gd name="T2" fmla="*/ 44 w 704"/>
                <a:gd name="T3" fmla="*/ 439 h 558"/>
                <a:gd name="T4" fmla="*/ 508 w 704"/>
                <a:gd name="T5" fmla="*/ 439 h 558"/>
                <a:gd name="T6" fmla="*/ 681 w 704"/>
                <a:gd name="T7" fmla="*/ 554 h 558"/>
                <a:gd name="T8" fmla="*/ 694 w 704"/>
                <a:gd name="T9" fmla="*/ 554 h 558"/>
                <a:gd name="T10" fmla="*/ 703 w 704"/>
                <a:gd name="T11" fmla="*/ 542 h 558"/>
                <a:gd name="T12" fmla="*/ 703 w 704"/>
                <a:gd name="T13" fmla="*/ 424 h 558"/>
                <a:gd name="T14" fmla="*/ 703 w 704"/>
                <a:gd name="T15" fmla="*/ 44 h 558"/>
                <a:gd name="T16" fmla="*/ 659 w 704"/>
                <a:gd name="T17" fmla="*/ 0 h 558"/>
                <a:gd name="T18" fmla="*/ 44 w 704"/>
                <a:gd name="T19" fmla="*/ 0 h 558"/>
                <a:gd name="T20" fmla="*/ 0 w 704"/>
                <a:gd name="T21" fmla="*/ 44 h 558"/>
                <a:gd name="T22" fmla="*/ 0 w 704"/>
                <a:gd name="T23" fmla="*/ 395 h 558"/>
                <a:gd name="T24" fmla="*/ 44 w 704"/>
                <a:gd name="T25" fmla="*/ 439 h 558"/>
                <a:gd name="T26" fmla="*/ 44 w 704"/>
                <a:gd name="T27" fmla="*/ 28 h 558"/>
                <a:gd name="T28" fmla="*/ 44 w 704"/>
                <a:gd name="T29" fmla="*/ 28 h 558"/>
                <a:gd name="T30" fmla="*/ 659 w 704"/>
                <a:gd name="T31" fmla="*/ 28 h 558"/>
                <a:gd name="T32" fmla="*/ 674 w 704"/>
                <a:gd name="T33" fmla="*/ 44 h 558"/>
                <a:gd name="T34" fmla="*/ 674 w 704"/>
                <a:gd name="T35" fmla="*/ 424 h 558"/>
                <a:gd name="T36" fmla="*/ 674 w 704"/>
                <a:gd name="T37" fmla="*/ 514 h 558"/>
                <a:gd name="T38" fmla="*/ 520 w 704"/>
                <a:gd name="T39" fmla="*/ 413 h 558"/>
                <a:gd name="T40" fmla="*/ 512 w 704"/>
                <a:gd name="T41" fmla="*/ 410 h 558"/>
                <a:gd name="T42" fmla="*/ 44 w 704"/>
                <a:gd name="T43" fmla="*/ 410 h 558"/>
                <a:gd name="T44" fmla="*/ 29 w 704"/>
                <a:gd name="T45" fmla="*/ 395 h 558"/>
                <a:gd name="T46" fmla="*/ 29 w 704"/>
                <a:gd name="T47" fmla="*/ 44 h 558"/>
                <a:gd name="T48" fmla="*/ 44 w 704"/>
                <a:gd name="T49" fmla="*/ 28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8">
                  <a:moveTo>
                    <a:pt x="44" y="439"/>
                  </a:moveTo>
                  <a:lnTo>
                    <a:pt x="44" y="439"/>
                  </a:lnTo>
                  <a:cubicBezTo>
                    <a:pt x="508" y="439"/>
                    <a:pt x="508" y="439"/>
                    <a:pt x="508" y="439"/>
                  </a:cubicBezTo>
                  <a:cubicBezTo>
                    <a:pt x="681" y="554"/>
                    <a:pt x="681" y="554"/>
                    <a:pt x="681" y="554"/>
                  </a:cubicBezTo>
                  <a:cubicBezTo>
                    <a:pt x="685" y="557"/>
                    <a:pt x="690" y="557"/>
                    <a:pt x="694" y="554"/>
                  </a:cubicBezTo>
                  <a:cubicBezTo>
                    <a:pt x="700" y="551"/>
                    <a:pt x="703" y="547"/>
                    <a:pt x="703" y="542"/>
                  </a:cubicBezTo>
                  <a:cubicBezTo>
                    <a:pt x="703" y="424"/>
                    <a:pt x="703" y="424"/>
                    <a:pt x="703" y="424"/>
                  </a:cubicBezTo>
                  <a:cubicBezTo>
                    <a:pt x="703" y="44"/>
                    <a:pt x="703" y="44"/>
                    <a:pt x="703" y="44"/>
                  </a:cubicBezTo>
                  <a:cubicBezTo>
                    <a:pt x="703" y="19"/>
                    <a:pt x="683" y="0"/>
                    <a:pt x="659" y="0"/>
                  </a:cubicBezTo>
                  <a:cubicBezTo>
                    <a:pt x="44" y="0"/>
                    <a:pt x="44" y="0"/>
                    <a:pt x="44" y="0"/>
                  </a:cubicBezTo>
                  <a:cubicBezTo>
                    <a:pt x="19" y="0"/>
                    <a:pt x="0" y="19"/>
                    <a:pt x="0" y="44"/>
                  </a:cubicBezTo>
                  <a:cubicBezTo>
                    <a:pt x="0" y="395"/>
                    <a:pt x="0" y="395"/>
                    <a:pt x="0" y="395"/>
                  </a:cubicBezTo>
                  <a:cubicBezTo>
                    <a:pt x="0" y="420"/>
                    <a:pt x="19" y="439"/>
                    <a:pt x="44" y="439"/>
                  </a:cubicBezTo>
                  <a:close/>
                  <a:moveTo>
                    <a:pt x="44" y="28"/>
                  </a:moveTo>
                  <a:lnTo>
                    <a:pt x="44" y="28"/>
                  </a:lnTo>
                  <a:cubicBezTo>
                    <a:pt x="659" y="28"/>
                    <a:pt x="659" y="28"/>
                    <a:pt x="659" y="28"/>
                  </a:cubicBezTo>
                  <a:cubicBezTo>
                    <a:pt x="667" y="28"/>
                    <a:pt x="674" y="35"/>
                    <a:pt x="674" y="44"/>
                  </a:cubicBezTo>
                  <a:cubicBezTo>
                    <a:pt x="674" y="424"/>
                    <a:pt x="674" y="424"/>
                    <a:pt x="674" y="424"/>
                  </a:cubicBezTo>
                  <a:cubicBezTo>
                    <a:pt x="674" y="514"/>
                    <a:pt x="674" y="514"/>
                    <a:pt x="674" y="514"/>
                  </a:cubicBezTo>
                  <a:cubicBezTo>
                    <a:pt x="520" y="413"/>
                    <a:pt x="520" y="413"/>
                    <a:pt x="520" y="413"/>
                  </a:cubicBezTo>
                  <a:cubicBezTo>
                    <a:pt x="519" y="410"/>
                    <a:pt x="516" y="410"/>
                    <a:pt x="512" y="410"/>
                  </a:cubicBezTo>
                  <a:cubicBezTo>
                    <a:pt x="44" y="410"/>
                    <a:pt x="44" y="410"/>
                    <a:pt x="44" y="410"/>
                  </a:cubicBezTo>
                  <a:cubicBezTo>
                    <a:pt x="35" y="410"/>
                    <a:pt x="29" y="403"/>
                    <a:pt x="29" y="395"/>
                  </a:cubicBezTo>
                  <a:cubicBezTo>
                    <a:pt x="29" y="44"/>
                    <a:pt x="29" y="44"/>
                    <a:pt x="29" y="44"/>
                  </a:cubicBezTo>
                  <a:cubicBezTo>
                    <a:pt x="29" y="35"/>
                    <a:pt x="35"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1">
              <a:extLst>
                <a:ext uri="{FF2B5EF4-FFF2-40B4-BE49-F238E27FC236}">
                  <a16:creationId xmlns:a16="http://schemas.microsoft.com/office/drawing/2014/main" id="{EAE957C1-32B6-944B-1C31-F8F381791074}"/>
                </a:ext>
              </a:extLst>
            </p:cNvPr>
            <p:cNvSpPr>
              <a:spLocks noChangeArrowheads="1"/>
            </p:cNvSpPr>
            <p:nvPr/>
          </p:nvSpPr>
          <p:spPr bwMode="auto">
            <a:xfrm>
              <a:off x="4692650" y="4591050"/>
              <a:ext cx="158750" cy="11113"/>
            </a:xfrm>
            <a:custGeom>
              <a:avLst/>
              <a:gdLst>
                <a:gd name="T0" fmla="*/ 15 w 441"/>
                <a:gd name="T1" fmla="*/ 28 h 29"/>
                <a:gd name="T2" fmla="*/ 15 w 441"/>
                <a:gd name="T3" fmla="*/ 28 h 29"/>
                <a:gd name="T4" fmla="*/ 426 w 441"/>
                <a:gd name="T5" fmla="*/ 28 h 29"/>
                <a:gd name="T6" fmla="*/ 440 w 441"/>
                <a:gd name="T7" fmla="*/ 13 h 29"/>
                <a:gd name="T8" fmla="*/ 426 w 441"/>
                <a:gd name="T9" fmla="*/ 0 h 29"/>
                <a:gd name="T10" fmla="*/ 15 w 441"/>
                <a:gd name="T11" fmla="*/ 0 h 29"/>
                <a:gd name="T12" fmla="*/ 0 w 441"/>
                <a:gd name="T13" fmla="*/ 13 h 29"/>
                <a:gd name="T14" fmla="*/ 15 w 441"/>
                <a:gd name="T15" fmla="*/ 28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29">
                  <a:moveTo>
                    <a:pt x="15" y="28"/>
                  </a:moveTo>
                  <a:lnTo>
                    <a:pt x="15" y="28"/>
                  </a:lnTo>
                  <a:cubicBezTo>
                    <a:pt x="426" y="28"/>
                    <a:pt x="426" y="28"/>
                    <a:pt x="426" y="28"/>
                  </a:cubicBezTo>
                  <a:cubicBezTo>
                    <a:pt x="434" y="28"/>
                    <a:pt x="440" y="21"/>
                    <a:pt x="440" y="13"/>
                  </a:cubicBezTo>
                  <a:cubicBezTo>
                    <a:pt x="440" y="6"/>
                    <a:pt x="434" y="0"/>
                    <a:pt x="426" y="0"/>
                  </a:cubicBezTo>
                  <a:cubicBezTo>
                    <a:pt x="15" y="0"/>
                    <a:pt x="15" y="0"/>
                    <a:pt x="15" y="0"/>
                  </a:cubicBezTo>
                  <a:cubicBezTo>
                    <a:pt x="7" y="0"/>
                    <a:pt x="0" y="6"/>
                    <a:pt x="0" y="13"/>
                  </a:cubicBezTo>
                  <a:cubicBezTo>
                    <a:pt x="0" y="21"/>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2">
              <a:extLst>
                <a:ext uri="{FF2B5EF4-FFF2-40B4-BE49-F238E27FC236}">
                  <a16:creationId xmlns:a16="http://schemas.microsoft.com/office/drawing/2014/main" id="{A4B57DBD-DBB4-7D26-8C74-325E975A204F}"/>
                </a:ext>
              </a:extLst>
            </p:cNvPr>
            <p:cNvSpPr>
              <a:spLocks noChangeArrowheads="1"/>
            </p:cNvSpPr>
            <p:nvPr/>
          </p:nvSpPr>
          <p:spPr bwMode="auto">
            <a:xfrm>
              <a:off x="4692650" y="4632325"/>
              <a:ext cx="158750" cy="11113"/>
            </a:xfrm>
            <a:custGeom>
              <a:avLst/>
              <a:gdLst>
                <a:gd name="T0" fmla="*/ 15 w 441"/>
                <a:gd name="T1" fmla="*/ 29 h 30"/>
                <a:gd name="T2" fmla="*/ 15 w 441"/>
                <a:gd name="T3" fmla="*/ 29 h 30"/>
                <a:gd name="T4" fmla="*/ 426 w 441"/>
                <a:gd name="T5" fmla="*/ 29 h 30"/>
                <a:gd name="T6" fmla="*/ 440 w 441"/>
                <a:gd name="T7" fmla="*/ 15 h 30"/>
                <a:gd name="T8" fmla="*/ 426 w 441"/>
                <a:gd name="T9" fmla="*/ 0 h 30"/>
                <a:gd name="T10" fmla="*/ 15 w 441"/>
                <a:gd name="T11" fmla="*/ 0 h 30"/>
                <a:gd name="T12" fmla="*/ 0 w 441"/>
                <a:gd name="T13" fmla="*/ 15 h 30"/>
                <a:gd name="T14" fmla="*/ 15 w 44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30">
                  <a:moveTo>
                    <a:pt x="15" y="29"/>
                  </a:moveTo>
                  <a:lnTo>
                    <a:pt x="15" y="29"/>
                  </a:lnTo>
                  <a:cubicBezTo>
                    <a:pt x="426" y="29"/>
                    <a:pt x="426" y="29"/>
                    <a:pt x="426" y="29"/>
                  </a:cubicBezTo>
                  <a:cubicBezTo>
                    <a:pt x="434" y="29"/>
                    <a:pt x="440" y="24"/>
                    <a:pt x="440" y="15"/>
                  </a:cubicBezTo>
                  <a:cubicBezTo>
                    <a:pt x="440" y="7"/>
                    <a:pt x="434" y="0"/>
                    <a:pt x="426"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9" name="Group 552">
            <a:extLst>
              <a:ext uri="{FF2B5EF4-FFF2-40B4-BE49-F238E27FC236}">
                <a16:creationId xmlns:a16="http://schemas.microsoft.com/office/drawing/2014/main" id="{6FD739A2-15EF-82AA-10E0-1FEE0105D436}"/>
              </a:ext>
            </a:extLst>
          </p:cNvPr>
          <p:cNvGrpSpPr/>
          <p:nvPr/>
        </p:nvGrpSpPr>
        <p:grpSpPr>
          <a:xfrm>
            <a:off x="2695699" y="4689897"/>
            <a:ext cx="254000" cy="201613"/>
            <a:chOff x="1554163" y="5029200"/>
            <a:chExt cx="254000" cy="201613"/>
          </a:xfrm>
          <a:solidFill>
            <a:schemeClr val="tx2"/>
          </a:solidFill>
        </p:grpSpPr>
        <p:sp>
          <p:nvSpPr>
            <p:cNvPr id="550" name="Freeform 453">
              <a:extLst>
                <a:ext uri="{FF2B5EF4-FFF2-40B4-BE49-F238E27FC236}">
                  <a16:creationId xmlns:a16="http://schemas.microsoft.com/office/drawing/2014/main" id="{5377BE49-1A22-A66F-5CA6-686018611BA5}"/>
                </a:ext>
              </a:extLst>
            </p:cNvPr>
            <p:cNvSpPr>
              <a:spLocks noChangeArrowheads="1"/>
            </p:cNvSpPr>
            <p:nvPr/>
          </p:nvSpPr>
          <p:spPr bwMode="auto">
            <a:xfrm>
              <a:off x="1554163" y="5029200"/>
              <a:ext cx="254000" cy="201613"/>
            </a:xfrm>
            <a:custGeom>
              <a:avLst/>
              <a:gdLst>
                <a:gd name="T0" fmla="*/ 508 w 704"/>
                <a:gd name="T1" fmla="*/ 440 h 559"/>
                <a:gd name="T2" fmla="*/ 508 w 704"/>
                <a:gd name="T3" fmla="*/ 440 h 559"/>
                <a:gd name="T4" fmla="*/ 681 w 704"/>
                <a:gd name="T5" fmla="*/ 555 h 559"/>
                <a:gd name="T6" fmla="*/ 696 w 704"/>
                <a:gd name="T7" fmla="*/ 555 h 559"/>
                <a:gd name="T8" fmla="*/ 703 w 704"/>
                <a:gd name="T9" fmla="*/ 543 h 559"/>
                <a:gd name="T10" fmla="*/ 703 w 704"/>
                <a:gd name="T11" fmla="*/ 426 h 559"/>
                <a:gd name="T12" fmla="*/ 703 w 704"/>
                <a:gd name="T13" fmla="*/ 44 h 559"/>
                <a:gd name="T14" fmla="*/ 659 w 704"/>
                <a:gd name="T15" fmla="*/ 0 h 559"/>
                <a:gd name="T16" fmla="*/ 44 w 704"/>
                <a:gd name="T17" fmla="*/ 0 h 559"/>
                <a:gd name="T18" fmla="*/ 0 w 704"/>
                <a:gd name="T19" fmla="*/ 44 h 559"/>
                <a:gd name="T20" fmla="*/ 0 w 704"/>
                <a:gd name="T21" fmla="*/ 396 h 559"/>
                <a:gd name="T22" fmla="*/ 44 w 704"/>
                <a:gd name="T23" fmla="*/ 440 h 559"/>
                <a:gd name="T24" fmla="*/ 508 w 704"/>
                <a:gd name="T25" fmla="*/ 440 h 559"/>
                <a:gd name="T26" fmla="*/ 30 w 704"/>
                <a:gd name="T27" fmla="*/ 396 h 559"/>
                <a:gd name="T28" fmla="*/ 30 w 704"/>
                <a:gd name="T29" fmla="*/ 396 h 559"/>
                <a:gd name="T30" fmla="*/ 30 w 704"/>
                <a:gd name="T31" fmla="*/ 44 h 559"/>
                <a:gd name="T32" fmla="*/ 44 w 704"/>
                <a:gd name="T33" fmla="*/ 31 h 559"/>
                <a:gd name="T34" fmla="*/ 659 w 704"/>
                <a:gd name="T35" fmla="*/ 31 h 559"/>
                <a:gd name="T36" fmla="*/ 674 w 704"/>
                <a:gd name="T37" fmla="*/ 44 h 559"/>
                <a:gd name="T38" fmla="*/ 674 w 704"/>
                <a:gd name="T39" fmla="*/ 426 h 559"/>
                <a:gd name="T40" fmla="*/ 674 w 704"/>
                <a:gd name="T41" fmla="*/ 515 h 559"/>
                <a:gd name="T42" fmla="*/ 521 w 704"/>
                <a:gd name="T43" fmla="*/ 414 h 559"/>
                <a:gd name="T44" fmla="*/ 513 w 704"/>
                <a:gd name="T45" fmla="*/ 411 h 559"/>
                <a:gd name="T46" fmla="*/ 44 w 704"/>
                <a:gd name="T47" fmla="*/ 411 h 559"/>
                <a:gd name="T48" fmla="*/ 30 w 704"/>
                <a:gd name="T49" fmla="*/ 396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508" y="440"/>
                  </a:moveTo>
                  <a:lnTo>
                    <a:pt x="508" y="440"/>
                  </a:lnTo>
                  <a:cubicBezTo>
                    <a:pt x="681" y="555"/>
                    <a:pt x="681" y="555"/>
                    <a:pt x="681" y="555"/>
                  </a:cubicBezTo>
                  <a:cubicBezTo>
                    <a:pt x="685" y="558"/>
                    <a:pt x="690" y="558"/>
                    <a:pt x="696" y="555"/>
                  </a:cubicBezTo>
                  <a:cubicBezTo>
                    <a:pt x="700" y="554"/>
                    <a:pt x="703" y="548"/>
                    <a:pt x="703" y="543"/>
                  </a:cubicBezTo>
                  <a:cubicBezTo>
                    <a:pt x="703" y="426"/>
                    <a:pt x="703" y="426"/>
                    <a:pt x="703" y="426"/>
                  </a:cubicBezTo>
                  <a:cubicBezTo>
                    <a:pt x="703" y="44"/>
                    <a:pt x="703" y="44"/>
                    <a:pt x="703" y="44"/>
                  </a:cubicBezTo>
                  <a:cubicBezTo>
                    <a:pt x="703" y="21"/>
                    <a:pt x="683" y="0"/>
                    <a:pt x="659" y="0"/>
                  </a:cubicBezTo>
                  <a:cubicBezTo>
                    <a:pt x="44" y="0"/>
                    <a:pt x="44" y="0"/>
                    <a:pt x="44" y="0"/>
                  </a:cubicBezTo>
                  <a:cubicBezTo>
                    <a:pt x="20" y="0"/>
                    <a:pt x="0" y="21"/>
                    <a:pt x="0" y="44"/>
                  </a:cubicBezTo>
                  <a:cubicBezTo>
                    <a:pt x="0" y="396"/>
                    <a:pt x="0" y="396"/>
                    <a:pt x="0" y="396"/>
                  </a:cubicBezTo>
                  <a:cubicBezTo>
                    <a:pt x="0" y="420"/>
                    <a:pt x="20" y="440"/>
                    <a:pt x="44" y="440"/>
                  </a:cubicBezTo>
                  <a:lnTo>
                    <a:pt x="508" y="440"/>
                  </a:lnTo>
                  <a:close/>
                  <a:moveTo>
                    <a:pt x="30" y="396"/>
                  </a:moveTo>
                  <a:lnTo>
                    <a:pt x="30" y="396"/>
                  </a:lnTo>
                  <a:cubicBezTo>
                    <a:pt x="30" y="44"/>
                    <a:pt x="30" y="44"/>
                    <a:pt x="30" y="44"/>
                  </a:cubicBezTo>
                  <a:cubicBezTo>
                    <a:pt x="30" y="38"/>
                    <a:pt x="37" y="31"/>
                    <a:pt x="44" y="31"/>
                  </a:cubicBezTo>
                  <a:cubicBezTo>
                    <a:pt x="659" y="31"/>
                    <a:pt x="659" y="31"/>
                    <a:pt x="659" y="31"/>
                  </a:cubicBezTo>
                  <a:cubicBezTo>
                    <a:pt x="667" y="31"/>
                    <a:pt x="674" y="38"/>
                    <a:pt x="674" y="44"/>
                  </a:cubicBezTo>
                  <a:cubicBezTo>
                    <a:pt x="674" y="426"/>
                    <a:pt x="674" y="426"/>
                    <a:pt x="674" y="426"/>
                  </a:cubicBezTo>
                  <a:cubicBezTo>
                    <a:pt x="674" y="515"/>
                    <a:pt x="674" y="515"/>
                    <a:pt x="674" y="515"/>
                  </a:cubicBezTo>
                  <a:cubicBezTo>
                    <a:pt x="521" y="414"/>
                    <a:pt x="521" y="414"/>
                    <a:pt x="521" y="414"/>
                  </a:cubicBezTo>
                  <a:cubicBezTo>
                    <a:pt x="519" y="412"/>
                    <a:pt x="516" y="411"/>
                    <a:pt x="513" y="411"/>
                  </a:cubicBezTo>
                  <a:cubicBezTo>
                    <a:pt x="44" y="411"/>
                    <a:pt x="44" y="411"/>
                    <a:pt x="44" y="411"/>
                  </a:cubicBezTo>
                  <a:cubicBezTo>
                    <a:pt x="37" y="411"/>
                    <a:pt x="30" y="404"/>
                    <a:pt x="30" y="3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1" name="Freeform 454">
              <a:extLst>
                <a:ext uri="{FF2B5EF4-FFF2-40B4-BE49-F238E27FC236}">
                  <a16:creationId xmlns:a16="http://schemas.microsoft.com/office/drawing/2014/main" id="{FA9FE188-6C49-312B-5534-661C8A7D6BB0}"/>
                </a:ext>
              </a:extLst>
            </p:cNvPr>
            <p:cNvSpPr>
              <a:spLocks noChangeArrowheads="1"/>
            </p:cNvSpPr>
            <p:nvPr/>
          </p:nvSpPr>
          <p:spPr bwMode="auto">
            <a:xfrm>
              <a:off x="1597025" y="5083175"/>
              <a:ext cx="158750" cy="11113"/>
            </a:xfrm>
            <a:custGeom>
              <a:avLst/>
              <a:gdLst>
                <a:gd name="T0" fmla="*/ 14 w 440"/>
                <a:gd name="T1" fmla="*/ 29 h 30"/>
                <a:gd name="T2" fmla="*/ 14 w 440"/>
                <a:gd name="T3" fmla="*/ 29 h 30"/>
                <a:gd name="T4" fmla="*/ 424 w 440"/>
                <a:gd name="T5" fmla="*/ 29 h 30"/>
                <a:gd name="T6" fmla="*/ 439 w 440"/>
                <a:gd name="T7" fmla="*/ 15 h 30"/>
                <a:gd name="T8" fmla="*/ 424 w 440"/>
                <a:gd name="T9" fmla="*/ 0 h 30"/>
                <a:gd name="T10" fmla="*/ 14 w 440"/>
                <a:gd name="T11" fmla="*/ 0 h 30"/>
                <a:gd name="T12" fmla="*/ 0 w 440"/>
                <a:gd name="T13" fmla="*/ 15 h 30"/>
                <a:gd name="T14" fmla="*/ 14 w 44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0">
                  <a:moveTo>
                    <a:pt x="14" y="29"/>
                  </a:moveTo>
                  <a:lnTo>
                    <a:pt x="14" y="29"/>
                  </a:lnTo>
                  <a:cubicBezTo>
                    <a:pt x="424" y="29"/>
                    <a:pt x="424" y="29"/>
                    <a:pt x="424" y="29"/>
                  </a:cubicBezTo>
                  <a:cubicBezTo>
                    <a:pt x="432" y="29"/>
                    <a:pt x="439" y="24"/>
                    <a:pt x="439" y="15"/>
                  </a:cubicBezTo>
                  <a:cubicBezTo>
                    <a:pt x="439" y="7"/>
                    <a:pt x="432" y="0"/>
                    <a:pt x="424" y="0"/>
                  </a:cubicBezTo>
                  <a:cubicBezTo>
                    <a:pt x="14" y="0"/>
                    <a:pt x="14" y="0"/>
                    <a:pt x="14" y="0"/>
                  </a:cubicBezTo>
                  <a:cubicBezTo>
                    <a:pt x="5" y="0"/>
                    <a:pt x="0" y="7"/>
                    <a:pt x="0" y="15"/>
                  </a:cubicBezTo>
                  <a:cubicBezTo>
                    <a:pt x="0" y="24"/>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5">
              <a:extLst>
                <a:ext uri="{FF2B5EF4-FFF2-40B4-BE49-F238E27FC236}">
                  <a16:creationId xmlns:a16="http://schemas.microsoft.com/office/drawing/2014/main" id="{90796362-2497-3173-08AA-E51D7CD0C360}"/>
                </a:ext>
              </a:extLst>
            </p:cNvPr>
            <p:cNvSpPr>
              <a:spLocks noChangeArrowheads="1"/>
            </p:cNvSpPr>
            <p:nvPr/>
          </p:nvSpPr>
          <p:spPr bwMode="auto">
            <a:xfrm>
              <a:off x="1597025" y="5124450"/>
              <a:ext cx="158750" cy="11113"/>
            </a:xfrm>
            <a:custGeom>
              <a:avLst/>
              <a:gdLst>
                <a:gd name="T0" fmla="*/ 14 w 440"/>
                <a:gd name="T1" fmla="*/ 30 h 31"/>
                <a:gd name="T2" fmla="*/ 14 w 440"/>
                <a:gd name="T3" fmla="*/ 30 h 31"/>
                <a:gd name="T4" fmla="*/ 424 w 440"/>
                <a:gd name="T5" fmla="*/ 30 h 31"/>
                <a:gd name="T6" fmla="*/ 439 w 440"/>
                <a:gd name="T7" fmla="*/ 15 h 31"/>
                <a:gd name="T8" fmla="*/ 424 w 440"/>
                <a:gd name="T9" fmla="*/ 0 h 31"/>
                <a:gd name="T10" fmla="*/ 14 w 440"/>
                <a:gd name="T11" fmla="*/ 0 h 31"/>
                <a:gd name="T12" fmla="*/ 0 w 440"/>
                <a:gd name="T13" fmla="*/ 15 h 31"/>
                <a:gd name="T14" fmla="*/ 14 w 44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1">
                  <a:moveTo>
                    <a:pt x="14" y="30"/>
                  </a:moveTo>
                  <a:lnTo>
                    <a:pt x="14" y="30"/>
                  </a:lnTo>
                  <a:cubicBezTo>
                    <a:pt x="424" y="30"/>
                    <a:pt x="424" y="30"/>
                    <a:pt x="424" y="30"/>
                  </a:cubicBezTo>
                  <a:cubicBezTo>
                    <a:pt x="432" y="30"/>
                    <a:pt x="439" y="23"/>
                    <a:pt x="439" y="15"/>
                  </a:cubicBezTo>
                  <a:cubicBezTo>
                    <a:pt x="439" y="7"/>
                    <a:pt x="432" y="0"/>
                    <a:pt x="42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3" name="Group 556">
            <a:extLst>
              <a:ext uri="{FF2B5EF4-FFF2-40B4-BE49-F238E27FC236}">
                <a16:creationId xmlns:a16="http://schemas.microsoft.com/office/drawing/2014/main" id="{56E0984F-7CCB-0125-B888-2B6E6DFE4D99}"/>
              </a:ext>
            </a:extLst>
          </p:cNvPr>
          <p:cNvGrpSpPr/>
          <p:nvPr/>
        </p:nvGrpSpPr>
        <p:grpSpPr>
          <a:xfrm>
            <a:off x="6824786" y="4166022"/>
            <a:ext cx="211138" cy="252412"/>
            <a:chOff x="5683250" y="4506913"/>
            <a:chExt cx="211138" cy="252412"/>
          </a:xfrm>
          <a:solidFill>
            <a:schemeClr val="tx2"/>
          </a:solidFill>
        </p:grpSpPr>
        <p:sp>
          <p:nvSpPr>
            <p:cNvPr id="554" name="Freeform 456">
              <a:extLst>
                <a:ext uri="{FF2B5EF4-FFF2-40B4-BE49-F238E27FC236}">
                  <a16:creationId xmlns:a16="http://schemas.microsoft.com/office/drawing/2014/main" id="{515D083A-440A-567F-8267-45CD782B3CE8}"/>
                </a:ext>
              </a:extLst>
            </p:cNvPr>
            <p:cNvSpPr>
              <a:spLocks noChangeArrowheads="1"/>
            </p:cNvSpPr>
            <p:nvPr/>
          </p:nvSpPr>
          <p:spPr bwMode="auto">
            <a:xfrm>
              <a:off x="5683250" y="4506913"/>
              <a:ext cx="211138" cy="31750"/>
            </a:xfrm>
            <a:custGeom>
              <a:avLst/>
              <a:gdLst>
                <a:gd name="T0" fmla="*/ 571 w 586"/>
                <a:gd name="T1" fmla="*/ 0 h 89"/>
                <a:gd name="T2" fmla="*/ 571 w 586"/>
                <a:gd name="T3" fmla="*/ 0 h 89"/>
                <a:gd name="T4" fmla="*/ 14 w 586"/>
                <a:gd name="T5" fmla="*/ 0 h 89"/>
                <a:gd name="T6" fmla="*/ 4 w 586"/>
                <a:gd name="T7" fmla="*/ 4 h 89"/>
                <a:gd name="T8" fmla="*/ 0 w 586"/>
                <a:gd name="T9" fmla="*/ 15 h 89"/>
                <a:gd name="T10" fmla="*/ 0 w 586"/>
                <a:gd name="T11" fmla="*/ 73 h 89"/>
                <a:gd name="T12" fmla="*/ 14 w 586"/>
                <a:gd name="T13" fmla="*/ 88 h 89"/>
                <a:gd name="T14" fmla="*/ 29 w 586"/>
                <a:gd name="T15" fmla="*/ 73 h 89"/>
                <a:gd name="T16" fmla="*/ 29 w 586"/>
                <a:gd name="T17" fmla="*/ 29 h 89"/>
                <a:gd name="T18" fmla="*/ 556 w 586"/>
                <a:gd name="T19" fmla="*/ 29 h 89"/>
                <a:gd name="T20" fmla="*/ 556 w 586"/>
                <a:gd name="T21" fmla="*/ 73 h 89"/>
                <a:gd name="T22" fmla="*/ 571 w 586"/>
                <a:gd name="T23" fmla="*/ 88 h 89"/>
                <a:gd name="T24" fmla="*/ 585 w 586"/>
                <a:gd name="T25" fmla="*/ 73 h 89"/>
                <a:gd name="T26" fmla="*/ 585 w 586"/>
                <a:gd name="T27" fmla="*/ 15 h 89"/>
                <a:gd name="T28" fmla="*/ 581 w 586"/>
                <a:gd name="T29" fmla="*/ 4 h 89"/>
                <a:gd name="T30" fmla="*/ 571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571" y="0"/>
                  </a:moveTo>
                  <a:lnTo>
                    <a:pt x="571" y="0"/>
                  </a:lnTo>
                  <a:cubicBezTo>
                    <a:pt x="14" y="0"/>
                    <a:pt x="14" y="0"/>
                    <a:pt x="14" y="0"/>
                  </a:cubicBezTo>
                  <a:cubicBezTo>
                    <a:pt x="11" y="0"/>
                    <a:pt x="7" y="1"/>
                    <a:pt x="4" y="4"/>
                  </a:cubicBezTo>
                  <a:cubicBezTo>
                    <a:pt x="1" y="7"/>
                    <a:pt x="0" y="11"/>
                    <a:pt x="0" y="15"/>
                  </a:cubicBezTo>
                  <a:cubicBezTo>
                    <a:pt x="0" y="73"/>
                    <a:pt x="0" y="73"/>
                    <a:pt x="0" y="73"/>
                  </a:cubicBezTo>
                  <a:cubicBezTo>
                    <a:pt x="0" y="81"/>
                    <a:pt x="7" y="88"/>
                    <a:pt x="14" y="88"/>
                  </a:cubicBezTo>
                  <a:cubicBezTo>
                    <a:pt x="22" y="88"/>
                    <a:pt x="29" y="81"/>
                    <a:pt x="29" y="73"/>
                  </a:cubicBezTo>
                  <a:cubicBezTo>
                    <a:pt x="29" y="29"/>
                    <a:pt x="29" y="29"/>
                    <a:pt x="29" y="29"/>
                  </a:cubicBezTo>
                  <a:cubicBezTo>
                    <a:pt x="556" y="29"/>
                    <a:pt x="556" y="29"/>
                    <a:pt x="556" y="29"/>
                  </a:cubicBezTo>
                  <a:cubicBezTo>
                    <a:pt x="556" y="73"/>
                    <a:pt x="556" y="73"/>
                    <a:pt x="556" y="73"/>
                  </a:cubicBezTo>
                  <a:cubicBezTo>
                    <a:pt x="556" y="81"/>
                    <a:pt x="563" y="88"/>
                    <a:pt x="571" y="88"/>
                  </a:cubicBezTo>
                  <a:cubicBezTo>
                    <a:pt x="579" y="88"/>
                    <a:pt x="585" y="81"/>
                    <a:pt x="585" y="73"/>
                  </a:cubicBezTo>
                  <a:cubicBezTo>
                    <a:pt x="585" y="15"/>
                    <a:pt x="585" y="15"/>
                    <a:pt x="585" y="15"/>
                  </a:cubicBezTo>
                  <a:cubicBezTo>
                    <a:pt x="585" y="11"/>
                    <a:pt x="583" y="7"/>
                    <a:pt x="581" y="4"/>
                  </a:cubicBezTo>
                  <a:cubicBezTo>
                    <a:pt x="578" y="1"/>
                    <a:pt x="575" y="0"/>
                    <a:pt x="57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808B7D58-7BB6-D397-AFA8-9B6BCAD3E4B3}"/>
                </a:ext>
              </a:extLst>
            </p:cNvPr>
            <p:cNvSpPr>
              <a:spLocks noChangeArrowheads="1"/>
            </p:cNvSpPr>
            <p:nvPr/>
          </p:nvSpPr>
          <p:spPr bwMode="auto">
            <a:xfrm>
              <a:off x="5683250" y="4727575"/>
              <a:ext cx="211138" cy="31750"/>
            </a:xfrm>
            <a:custGeom>
              <a:avLst/>
              <a:gdLst>
                <a:gd name="T0" fmla="*/ 14 w 586"/>
                <a:gd name="T1" fmla="*/ 0 h 89"/>
                <a:gd name="T2" fmla="*/ 14 w 586"/>
                <a:gd name="T3" fmla="*/ 0 h 89"/>
                <a:gd name="T4" fmla="*/ 0 w 586"/>
                <a:gd name="T5" fmla="*/ 15 h 89"/>
                <a:gd name="T6" fmla="*/ 0 w 586"/>
                <a:gd name="T7" fmla="*/ 73 h 89"/>
                <a:gd name="T8" fmla="*/ 4 w 586"/>
                <a:gd name="T9" fmla="*/ 83 h 89"/>
                <a:gd name="T10" fmla="*/ 14 w 586"/>
                <a:gd name="T11" fmla="*/ 88 h 89"/>
                <a:gd name="T12" fmla="*/ 571 w 586"/>
                <a:gd name="T13" fmla="*/ 88 h 89"/>
                <a:gd name="T14" fmla="*/ 581 w 586"/>
                <a:gd name="T15" fmla="*/ 83 h 89"/>
                <a:gd name="T16" fmla="*/ 585 w 586"/>
                <a:gd name="T17" fmla="*/ 73 h 89"/>
                <a:gd name="T18" fmla="*/ 585 w 586"/>
                <a:gd name="T19" fmla="*/ 15 h 89"/>
                <a:gd name="T20" fmla="*/ 571 w 586"/>
                <a:gd name="T21" fmla="*/ 0 h 89"/>
                <a:gd name="T22" fmla="*/ 556 w 586"/>
                <a:gd name="T23" fmla="*/ 15 h 89"/>
                <a:gd name="T24" fmla="*/ 556 w 586"/>
                <a:gd name="T25" fmla="*/ 59 h 89"/>
                <a:gd name="T26" fmla="*/ 29 w 586"/>
                <a:gd name="T27" fmla="*/ 59 h 89"/>
                <a:gd name="T28" fmla="*/ 29 w 586"/>
                <a:gd name="T29" fmla="*/ 15 h 89"/>
                <a:gd name="T30" fmla="*/ 14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14" y="0"/>
                  </a:moveTo>
                  <a:lnTo>
                    <a:pt x="14" y="0"/>
                  </a:lnTo>
                  <a:cubicBezTo>
                    <a:pt x="7" y="0"/>
                    <a:pt x="0" y="7"/>
                    <a:pt x="0" y="15"/>
                  </a:cubicBezTo>
                  <a:cubicBezTo>
                    <a:pt x="0" y="73"/>
                    <a:pt x="0" y="73"/>
                    <a:pt x="0" y="73"/>
                  </a:cubicBezTo>
                  <a:cubicBezTo>
                    <a:pt x="0" y="77"/>
                    <a:pt x="1" y="81"/>
                    <a:pt x="4" y="83"/>
                  </a:cubicBezTo>
                  <a:cubicBezTo>
                    <a:pt x="7" y="86"/>
                    <a:pt x="11" y="88"/>
                    <a:pt x="14" y="88"/>
                  </a:cubicBezTo>
                  <a:cubicBezTo>
                    <a:pt x="571" y="88"/>
                    <a:pt x="571" y="88"/>
                    <a:pt x="571" y="88"/>
                  </a:cubicBezTo>
                  <a:cubicBezTo>
                    <a:pt x="575" y="88"/>
                    <a:pt x="578" y="86"/>
                    <a:pt x="581" y="83"/>
                  </a:cubicBezTo>
                  <a:cubicBezTo>
                    <a:pt x="583" y="81"/>
                    <a:pt x="585" y="77"/>
                    <a:pt x="585" y="73"/>
                  </a:cubicBezTo>
                  <a:cubicBezTo>
                    <a:pt x="585" y="15"/>
                    <a:pt x="585" y="15"/>
                    <a:pt x="585" y="15"/>
                  </a:cubicBezTo>
                  <a:cubicBezTo>
                    <a:pt x="585" y="7"/>
                    <a:pt x="579" y="0"/>
                    <a:pt x="571" y="0"/>
                  </a:cubicBezTo>
                  <a:cubicBezTo>
                    <a:pt x="563" y="0"/>
                    <a:pt x="556" y="7"/>
                    <a:pt x="556" y="15"/>
                  </a:cubicBezTo>
                  <a:cubicBezTo>
                    <a:pt x="556" y="59"/>
                    <a:pt x="556" y="59"/>
                    <a:pt x="556" y="59"/>
                  </a:cubicBezTo>
                  <a:cubicBezTo>
                    <a:pt x="29" y="59"/>
                    <a:pt x="29" y="59"/>
                    <a:pt x="29" y="59"/>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6" name="Freeform 458">
              <a:extLst>
                <a:ext uri="{FF2B5EF4-FFF2-40B4-BE49-F238E27FC236}">
                  <a16:creationId xmlns:a16="http://schemas.microsoft.com/office/drawing/2014/main" id="{478F4442-54AF-8186-23CB-06AE41DE3965}"/>
                </a:ext>
              </a:extLst>
            </p:cNvPr>
            <p:cNvSpPr>
              <a:spLocks noChangeArrowheads="1"/>
            </p:cNvSpPr>
            <p:nvPr/>
          </p:nvSpPr>
          <p:spPr bwMode="auto">
            <a:xfrm>
              <a:off x="5799138" y="463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7" name="Freeform 459">
              <a:extLst>
                <a:ext uri="{FF2B5EF4-FFF2-40B4-BE49-F238E27FC236}">
                  <a16:creationId xmlns:a16="http://schemas.microsoft.com/office/drawing/2014/main" id="{C95192FB-6280-09C1-92A7-A22BF6EB8519}"/>
                </a:ext>
              </a:extLst>
            </p:cNvPr>
            <p:cNvSpPr>
              <a:spLocks noChangeArrowheads="1"/>
            </p:cNvSpPr>
            <p:nvPr/>
          </p:nvSpPr>
          <p:spPr bwMode="auto">
            <a:xfrm>
              <a:off x="5797550" y="4527550"/>
              <a:ext cx="74613" cy="211138"/>
            </a:xfrm>
            <a:custGeom>
              <a:avLst/>
              <a:gdLst>
                <a:gd name="T0" fmla="*/ 16 w 208"/>
                <a:gd name="T1" fmla="*/ 368 h 586"/>
                <a:gd name="T2" fmla="*/ 16 w 208"/>
                <a:gd name="T3" fmla="*/ 368 h 586"/>
                <a:gd name="T4" fmla="*/ 71 w 208"/>
                <a:gd name="T5" fmla="*/ 406 h 586"/>
                <a:gd name="T6" fmla="*/ 121 w 208"/>
                <a:gd name="T7" fmla="*/ 438 h 586"/>
                <a:gd name="T8" fmla="*/ 155 w 208"/>
                <a:gd name="T9" fmla="*/ 498 h 586"/>
                <a:gd name="T10" fmla="*/ 163 w 208"/>
                <a:gd name="T11" fmla="*/ 571 h 586"/>
                <a:gd name="T12" fmla="*/ 177 w 208"/>
                <a:gd name="T13" fmla="*/ 585 h 586"/>
                <a:gd name="T14" fmla="*/ 192 w 208"/>
                <a:gd name="T15" fmla="*/ 571 h 586"/>
                <a:gd name="T16" fmla="*/ 192 w 208"/>
                <a:gd name="T17" fmla="*/ 571 h 586"/>
                <a:gd name="T18" fmla="*/ 184 w 208"/>
                <a:gd name="T19" fmla="*/ 490 h 586"/>
                <a:gd name="T20" fmla="*/ 141 w 208"/>
                <a:gd name="T21" fmla="*/ 417 h 586"/>
                <a:gd name="T22" fmla="*/ 104 w 208"/>
                <a:gd name="T23" fmla="*/ 391 h 586"/>
                <a:gd name="T24" fmla="*/ 51 w 208"/>
                <a:gd name="T25" fmla="*/ 359 h 586"/>
                <a:gd name="T26" fmla="*/ 34 w 208"/>
                <a:gd name="T27" fmla="*/ 343 h 586"/>
                <a:gd name="T28" fmla="*/ 29 w 208"/>
                <a:gd name="T29" fmla="*/ 322 h 586"/>
                <a:gd name="T30" fmla="*/ 31 w 208"/>
                <a:gd name="T31" fmla="*/ 305 h 586"/>
                <a:gd name="T32" fmla="*/ 31 w 208"/>
                <a:gd name="T33" fmla="*/ 305 h 586"/>
                <a:gd name="T34" fmla="*/ 48 w 208"/>
                <a:gd name="T35" fmla="*/ 283 h 586"/>
                <a:gd name="T36" fmla="*/ 79 w 208"/>
                <a:gd name="T37" fmla="*/ 266 h 586"/>
                <a:gd name="T38" fmla="*/ 173 w 208"/>
                <a:gd name="T39" fmla="*/ 180 h 586"/>
                <a:gd name="T40" fmla="*/ 202 w 208"/>
                <a:gd name="T41" fmla="*/ 97 h 586"/>
                <a:gd name="T42" fmla="*/ 207 w 208"/>
                <a:gd name="T43" fmla="*/ 14 h 586"/>
                <a:gd name="T44" fmla="*/ 192 w 208"/>
                <a:gd name="T45" fmla="*/ 0 h 586"/>
                <a:gd name="T46" fmla="*/ 177 w 208"/>
                <a:gd name="T47" fmla="*/ 14 h 586"/>
                <a:gd name="T48" fmla="*/ 173 w 208"/>
                <a:gd name="T49" fmla="*/ 93 h 586"/>
                <a:gd name="T50" fmla="*/ 148 w 208"/>
                <a:gd name="T51" fmla="*/ 165 h 586"/>
                <a:gd name="T52" fmla="*/ 66 w 208"/>
                <a:gd name="T53" fmla="*/ 240 h 586"/>
                <a:gd name="T54" fmla="*/ 31 w 208"/>
                <a:gd name="T55" fmla="*/ 259 h 586"/>
                <a:gd name="T56" fmla="*/ 4 w 208"/>
                <a:gd name="T57" fmla="*/ 296 h 586"/>
                <a:gd name="T58" fmla="*/ 0 w 208"/>
                <a:gd name="T59" fmla="*/ 322 h 586"/>
                <a:gd name="T60" fmla="*/ 16 w 208"/>
                <a:gd name="T61" fmla="*/ 368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08" h="586">
                  <a:moveTo>
                    <a:pt x="16" y="368"/>
                  </a:moveTo>
                  <a:lnTo>
                    <a:pt x="16" y="368"/>
                  </a:lnTo>
                  <a:cubicBezTo>
                    <a:pt x="31" y="386"/>
                    <a:pt x="52" y="395"/>
                    <a:pt x="71" y="406"/>
                  </a:cubicBezTo>
                  <a:cubicBezTo>
                    <a:pt x="90" y="417"/>
                    <a:pt x="110" y="427"/>
                    <a:pt x="121" y="438"/>
                  </a:cubicBezTo>
                  <a:cubicBezTo>
                    <a:pt x="138" y="457"/>
                    <a:pt x="149" y="476"/>
                    <a:pt x="155" y="498"/>
                  </a:cubicBezTo>
                  <a:cubicBezTo>
                    <a:pt x="162" y="520"/>
                    <a:pt x="163" y="543"/>
                    <a:pt x="163" y="571"/>
                  </a:cubicBezTo>
                  <a:cubicBezTo>
                    <a:pt x="163" y="579"/>
                    <a:pt x="170" y="585"/>
                    <a:pt x="177" y="585"/>
                  </a:cubicBezTo>
                  <a:cubicBezTo>
                    <a:pt x="185" y="585"/>
                    <a:pt x="192" y="579"/>
                    <a:pt x="192" y="571"/>
                  </a:cubicBezTo>
                  <a:lnTo>
                    <a:pt x="192" y="571"/>
                  </a:lnTo>
                  <a:cubicBezTo>
                    <a:pt x="192" y="543"/>
                    <a:pt x="191" y="516"/>
                    <a:pt x="184" y="490"/>
                  </a:cubicBezTo>
                  <a:cubicBezTo>
                    <a:pt x="176" y="464"/>
                    <a:pt x="163" y="439"/>
                    <a:pt x="141" y="417"/>
                  </a:cubicBezTo>
                  <a:cubicBezTo>
                    <a:pt x="130" y="406"/>
                    <a:pt x="118" y="398"/>
                    <a:pt x="104" y="391"/>
                  </a:cubicBezTo>
                  <a:cubicBezTo>
                    <a:pt x="85" y="380"/>
                    <a:pt x="64" y="370"/>
                    <a:pt x="51" y="359"/>
                  </a:cubicBezTo>
                  <a:cubicBezTo>
                    <a:pt x="44" y="354"/>
                    <a:pt x="38" y="348"/>
                    <a:pt x="34" y="343"/>
                  </a:cubicBezTo>
                  <a:cubicBezTo>
                    <a:pt x="31" y="336"/>
                    <a:pt x="29" y="331"/>
                    <a:pt x="29" y="322"/>
                  </a:cubicBezTo>
                  <a:cubicBezTo>
                    <a:pt x="29" y="317"/>
                    <a:pt x="30" y="311"/>
                    <a:pt x="31" y="305"/>
                  </a:cubicBezTo>
                  <a:lnTo>
                    <a:pt x="31" y="305"/>
                  </a:lnTo>
                  <a:cubicBezTo>
                    <a:pt x="35" y="294"/>
                    <a:pt x="40" y="289"/>
                    <a:pt x="48" y="283"/>
                  </a:cubicBezTo>
                  <a:cubicBezTo>
                    <a:pt x="56" y="277"/>
                    <a:pt x="67" y="273"/>
                    <a:pt x="79" y="266"/>
                  </a:cubicBezTo>
                  <a:cubicBezTo>
                    <a:pt x="118" y="247"/>
                    <a:pt x="151" y="217"/>
                    <a:pt x="173" y="180"/>
                  </a:cubicBezTo>
                  <a:cubicBezTo>
                    <a:pt x="189" y="154"/>
                    <a:pt x="197" y="126"/>
                    <a:pt x="202" y="97"/>
                  </a:cubicBezTo>
                  <a:cubicBezTo>
                    <a:pt x="206" y="70"/>
                    <a:pt x="207" y="42"/>
                    <a:pt x="207" y="14"/>
                  </a:cubicBezTo>
                  <a:cubicBezTo>
                    <a:pt x="207" y="7"/>
                    <a:pt x="200" y="0"/>
                    <a:pt x="192" y="0"/>
                  </a:cubicBezTo>
                  <a:cubicBezTo>
                    <a:pt x="184" y="0"/>
                    <a:pt x="177" y="7"/>
                    <a:pt x="177" y="14"/>
                  </a:cubicBezTo>
                  <a:cubicBezTo>
                    <a:pt x="177" y="42"/>
                    <a:pt x="177" y="68"/>
                    <a:pt x="173" y="93"/>
                  </a:cubicBezTo>
                  <a:cubicBezTo>
                    <a:pt x="169" y="118"/>
                    <a:pt x="162" y="141"/>
                    <a:pt x="148" y="165"/>
                  </a:cubicBezTo>
                  <a:cubicBezTo>
                    <a:pt x="129" y="196"/>
                    <a:pt x="100" y="224"/>
                    <a:pt x="66" y="240"/>
                  </a:cubicBezTo>
                  <a:cubicBezTo>
                    <a:pt x="55" y="246"/>
                    <a:pt x="42" y="251"/>
                    <a:pt x="31" y="259"/>
                  </a:cubicBezTo>
                  <a:cubicBezTo>
                    <a:pt x="19" y="267"/>
                    <a:pt x="8" y="280"/>
                    <a:pt x="4" y="296"/>
                  </a:cubicBezTo>
                  <a:cubicBezTo>
                    <a:pt x="1" y="306"/>
                    <a:pt x="0" y="314"/>
                    <a:pt x="0" y="322"/>
                  </a:cubicBezTo>
                  <a:cubicBezTo>
                    <a:pt x="0" y="340"/>
                    <a:pt x="7" y="355"/>
                    <a:pt x="16"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60">
              <a:extLst>
                <a:ext uri="{FF2B5EF4-FFF2-40B4-BE49-F238E27FC236}">
                  <a16:creationId xmlns:a16="http://schemas.microsoft.com/office/drawing/2014/main" id="{CAEE0C6C-6B1C-E94B-90B3-A20B2DBCCD57}"/>
                </a:ext>
              </a:extLst>
            </p:cNvPr>
            <p:cNvSpPr>
              <a:spLocks noChangeArrowheads="1"/>
            </p:cNvSpPr>
            <p:nvPr/>
          </p:nvSpPr>
          <p:spPr bwMode="auto">
            <a:xfrm>
              <a:off x="5703888" y="4527550"/>
              <a:ext cx="74612" cy="211138"/>
            </a:xfrm>
            <a:custGeom>
              <a:avLst/>
              <a:gdLst>
                <a:gd name="T0" fmla="*/ 156 w 208"/>
                <a:gd name="T1" fmla="*/ 362 h 586"/>
                <a:gd name="T2" fmla="*/ 156 w 208"/>
                <a:gd name="T3" fmla="*/ 362 h 586"/>
                <a:gd name="T4" fmla="*/ 111 w 208"/>
                <a:gd name="T5" fmla="*/ 386 h 586"/>
                <a:gd name="T6" fmla="*/ 66 w 208"/>
                <a:gd name="T7" fmla="*/ 417 h 586"/>
                <a:gd name="T8" fmla="*/ 24 w 208"/>
                <a:gd name="T9" fmla="*/ 490 h 586"/>
                <a:gd name="T10" fmla="*/ 15 w 208"/>
                <a:gd name="T11" fmla="*/ 571 h 586"/>
                <a:gd name="T12" fmla="*/ 30 w 208"/>
                <a:gd name="T13" fmla="*/ 585 h 586"/>
                <a:gd name="T14" fmla="*/ 44 w 208"/>
                <a:gd name="T15" fmla="*/ 571 h 586"/>
                <a:gd name="T16" fmla="*/ 52 w 208"/>
                <a:gd name="T17" fmla="*/ 498 h 586"/>
                <a:gd name="T18" fmla="*/ 86 w 208"/>
                <a:gd name="T19" fmla="*/ 438 h 586"/>
                <a:gd name="T20" fmla="*/ 125 w 208"/>
                <a:gd name="T21" fmla="*/ 412 h 586"/>
                <a:gd name="T22" fmla="*/ 170 w 208"/>
                <a:gd name="T23" fmla="*/ 388 h 586"/>
                <a:gd name="T24" fmla="*/ 197 w 208"/>
                <a:gd name="T25" fmla="*/ 359 h 586"/>
                <a:gd name="T26" fmla="*/ 207 w 208"/>
                <a:gd name="T27" fmla="*/ 322 h 586"/>
                <a:gd name="T28" fmla="*/ 206 w 208"/>
                <a:gd name="T29" fmla="*/ 316 h 586"/>
                <a:gd name="T30" fmla="*/ 199 w 208"/>
                <a:gd name="T31" fmla="*/ 287 h 586"/>
                <a:gd name="T32" fmla="*/ 173 w 208"/>
                <a:gd name="T33" fmla="*/ 258 h 586"/>
                <a:gd name="T34" fmla="*/ 141 w 208"/>
                <a:gd name="T35" fmla="*/ 240 h 586"/>
                <a:gd name="T36" fmla="*/ 59 w 208"/>
                <a:gd name="T37" fmla="*/ 165 h 586"/>
                <a:gd name="T38" fmla="*/ 34 w 208"/>
                <a:gd name="T39" fmla="*/ 93 h 586"/>
                <a:gd name="T40" fmla="*/ 30 w 208"/>
                <a:gd name="T41" fmla="*/ 14 h 586"/>
                <a:gd name="T42" fmla="*/ 15 w 208"/>
                <a:gd name="T43" fmla="*/ 0 h 586"/>
                <a:gd name="T44" fmla="*/ 0 w 208"/>
                <a:gd name="T45" fmla="*/ 14 h 586"/>
                <a:gd name="T46" fmla="*/ 0 w 208"/>
                <a:gd name="T47" fmla="*/ 14 h 586"/>
                <a:gd name="T48" fmla="*/ 5 w 208"/>
                <a:gd name="T49" fmla="*/ 97 h 586"/>
                <a:gd name="T50" fmla="*/ 34 w 208"/>
                <a:gd name="T51" fmla="*/ 180 h 586"/>
                <a:gd name="T52" fmla="*/ 127 w 208"/>
                <a:gd name="T53" fmla="*/ 266 h 586"/>
                <a:gd name="T54" fmla="*/ 163 w 208"/>
                <a:gd name="T55" fmla="*/ 288 h 586"/>
                <a:gd name="T56" fmla="*/ 173 w 208"/>
                <a:gd name="T57" fmla="*/ 299 h 586"/>
                <a:gd name="T58" fmla="*/ 177 w 208"/>
                <a:gd name="T59" fmla="*/ 317 h 586"/>
                <a:gd name="T60" fmla="*/ 177 w 208"/>
                <a:gd name="T61" fmla="*/ 322 h 586"/>
                <a:gd name="T62" fmla="*/ 171 w 208"/>
                <a:gd name="T63" fmla="*/ 346 h 586"/>
                <a:gd name="T64" fmla="*/ 156 w 208"/>
                <a:gd name="T65" fmla="*/ 36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586">
                  <a:moveTo>
                    <a:pt x="156" y="362"/>
                  </a:moveTo>
                  <a:lnTo>
                    <a:pt x="156" y="362"/>
                  </a:lnTo>
                  <a:cubicBezTo>
                    <a:pt x="141" y="370"/>
                    <a:pt x="126" y="377"/>
                    <a:pt x="111" y="386"/>
                  </a:cubicBezTo>
                  <a:cubicBezTo>
                    <a:pt x="96" y="394"/>
                    <a:pt x="81" y="403"/>
                    <a:pt x="66" y="417"/>
                  </a:cubicBezTo>
                  <a:cubicBezTo>
                    <a:pt x="44" y="439"/>
                    <a:pt x="31" y="464"/>
                    <a:pt x="24" y="490"/>
                  </a:cubicBezTo>
                  <a:cubicBezTo>
                    <a:pt x="16" y="516"/>
                    <a:pt x="15" y="543"/>
                    <a:pt x="15" y="571"/>
                  </a:cubicBezTo>
                  <a:cubicBezTo>
                    <a:pt x="15" y="579"/>
                    <a:pt x="22" y="585"/>
                    <a:pt x="30" y="585"/>
                  </a:cubicBezTo>
                  <a:cubicBezTo>
                    <a:pt x="38" y="585"/>
                    <a:pt x="44" y="579"/>
                    <a:pt x="44" y="571"/>
                  </a:cubicBezTo>
                  <a:cubicBezTo>
                    <a:pt x="44" y="543"/>
                    <a:pt x="46" y="520"/>
                    <a:pt x="52" y="498"/>
                  </a:cubicBezTo>
                  <a:cubicBezTo>
                    <a:pt x="59" y="476"/>
                    <a:pt x="68" y="457"/>
                    <a:pt x="86" y="438"/>
                  </a:cubicBezTo>
                  <a:cubicBezTo>
                    <a:pt x="98" y="427"/>
                    <a:pt x="111" y="418"/>
                    <a:pt x="125" y="412"/>
                  </a:cubicBezTo>
                  <a:cubicBezTo>
                    <a:pt x="138" y="403"/>
                    <a:pt x="153" y="398"/>
                    <a:pt x="170" y="388"/>
                  </a:cubicBezTo>
                  <a:cubicBezTo>
                    <a:pt x="182" y="381"/>
                    <a:pt x="192" y="372"/>
                    <a:pt x="197" y="359"/>
                  </a:cubicBezTo>
                  <a:cubicBezTo>
                    <a:pt x="204" y="348"/>
                    <a:pt x="207" y="335"/>
                    <a:pt x="207" y="322"/>
                  </a:cubicBezTo>
                  <a:cubicBezTo>
                    <a:pt x="207" y="320"/>
                    <a:pt x="207" y="318"/>
                    <a:pt x="206" y="316"/>
                  </a:cubicBezTo>
                  <a:cubicBezTo>
                    <a:pt x="206" y="305"/>
                    <a:pt x="203" y="295"/>
                    <a:pt x="199" y="287"/>
                  </a:cubicBezTo>
                  <a:cubicBezTo>
                    <a:pt x="193" y="274"/>
                    <a:pt x="184" y="265"/>
                    <a:pt x="173" y="258"/>
                  </a:cubicBezTo>
                  <a:cubicBezTo>
                    <a:pt x="163" y="251"/>
                    <a:pt x="152" y="246"/>
                    <a:pt x="141" y="240"/>
                  </a:cubicBezTo>
                  <a:cubicBezTo>
                    <a:pt x="108" y="224"/>
                    <a:pt x="79" y="196"/>
                    <a:pt x="59" y="165"/>
                  </a:cubicBezTo>
                  <a:cubicBezTo>
                    <a:pt x="45" y="141"/>
                    <a:pt x="38" y="118"/>
                    <a:pt x="34" y="93"/>
                  </a:cubicBezTo>
                  <a:cubicBezTo>
                    <a:pt x="30" y="68"/>
                    <a:pt x="30" y="42"/>
                    <a:pt x="30" y="14"/>
                  </a:cubicBezTo>
                  <a:cubicBezTo>
                    <a:pt x="30" y="7"/>
                    <a:pt x="23" y="0"/>
                    <a:pt x="15" y="0"/>
                  </a:cubicBezTo>
                  <a:cubicBezTo>
                    <a:pt x="6" y="0"/>
                    <a:pt x="0" y="7"/>
                    <a:pt x="0" y="14"/>
                  </a:cubicBezTo>
                  <a:lnTo>
                    <a:pt x="0" y="14"/>
                  </a:lnTo>
                  <a:cubicBezTo>
                    <a:pt x="0" y="42"/>
                    <a:pt x="1" y="70"/>
                    <a:pt x="5" y="97"/>
                  </a:cubicBezTo>
                  <a:cubicBezTo>
                    <a:pt x="9" y="126"/>
                    <a:pt x="17" y="154"/>
                    <a:pt x="34" y="180"/>
                  </a:cubicBezTo>
                  <a:cubicBezTo>
                    <a:pt x="57" y="217"/>
                    <a:pt x="89" y="247"/>
                    <a:pt x="127" y="266"/>
                  </a:cubicBezTo>
                  <a:cubicBezTo>
                    <a:pt x="142" y="274"/>
                    <a:pt x="156" y="280"/>
                    <a:pt x="163" y="288"/>
                  </a:cubicBezTo>
                  <a:cubicBezTo>
                    <a:pt x="167" y="291"/>
                    <a:pt x="170" y="295"/>
                    <a:pt x="173" y="299"/>
                  </a:cubicBezTo>
                  <a:cubicBezTo>
                    <a:pt x="175" y="303"/>
                    <a:pt x="177" y="310"/>
                    <a:pt x="177" y="317"/>
                  </a:cubicBezTo>
                  <a:cubicBezTo>
                    <a:pt x="177" y="318"/>
                    <a:pt x="177" y="321"/>
                    <a:pt x="177" y="322"/>
                  </a:cubicBezTo>
                  <a:cubicBezTo>
                    <a:pt x="177" y="332"/>
                    <a:pt x="175" y="340"/>
                    <a:pt x="171" y="346"/>
                  </a:cubicBezTo>
                  <a:cubicBezTo>
                    <a:pt x="168" y="353"/>
                    <a:pt x="163" y="358"/>
                    <a:pt x="156" y="3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9" name="Freeform 461">
            <a:extLst>
              <a:ext uri="{FF2B5EF4-FFF2-40B4-BE49-F238E27FC236}">
                <a16:creationId xmlns:a16="http://schemas.microsoft.com/office/drawing/2014/main" id="{06EE20A1-426B-C7ED-2A70-3D2D6932E0F5}"/>
              </a:ext>
            </a:extLst>
          </p:cNvPr>
          <p:cNvSpPr>
            <a:spLocks noChangeArrowheads="1"/>
          </p:cNvSpPr>
          <p:nvPr/>
        </p:nvSpPr>
        <p:spPr bwMode="auto">
          <a:xfrm>
            <a:off x="7308974" y="4165228"/>
            <a:ext cx="254000" cy="254000"/>
          </a:xfrm>
          <a:custGeom>
            <a:avLst/>
            <a:gdLst>
              <a:gd name="T0" fmla="*/ 689 w 707"/>
              <a:gd name="T1" fmla="*/ 258 h 705"/>
              <a:gd name="T2" fmla="*/ 689 w 707"/>
              <a:gd name="T3" fmla="*/ 258 h 705"/>
              <a:gd name="T4" fmla="*/ 444 w 707"/>
              <a:gd name="T5" fmla="*/ 258 h 705"/>
              <a:gd name="T6" fmla="*/ 367 w 707"/>
              <a:gd name="T7" fmla="*/ 11 h 705"/>
              <a:gd name="T8" fmla="*/ 353 w 707"/>
              <a:gd name="T9" fmla="*/ 0 h 705"/>
              <a:gd name="T10" fmla="*/ 339 w 707"/>
              <a:gd name="T11" fmla="*/ 11 h 705"/>
              <a:gd name="T12" fmla="*/ 262 w 707"/>
              <a:gd name="T13" fmla="*/ 258 h 705"/>
              <a:gd name="T14" fmla="*/ 17 w 707"/>
              <a:gd name="T15" fmla="*/ 258 h 705"/>
              <a:gd name="T16" fmla="*/ 3 w 707"/>
              <a:gd name="T17" fmla="*/ 267 h 705"/>
              <a:gd name="T18" fmla="*/ 7 w 707"/>
              <a:gd name="T19" fmla="*/ 284 h 705"/>
              <a:gd name="T20" fmla="*/ 207 w 707"/>
              <a:gd name="T21" fmla="*/ 436 h 705"/>
              <a:gd name="T22" fmla="*/ 131 w 707"/>
              <a:gd name="T23" fmla="*/ 685 h 705"/>
              <a:gd name="T24" fmla="*/ 136 w 707"/>
              <a:gd name="T25" fmla="*/ 701 h 705"/>
              <a:gd name="T26" fmla="*/ 154 w 707"/>
              <a:gd name="T27" fmla="*/ 700 h 705"/>
              <a:gd name="T28" fmla="*/ 353 w 707"/>
              <a:gd name="T29" fmla="*/ 547 h 705"/>
              <a:gd name="T30" fmla="*/ 552 w 707"/>
              <a:gd name="T31" fmla="*/ 700 h 705"/>
              <a:gd name="T32" fmla="*/ 570 w 707"/>
              <a:gd name="T33" fmla="*/ 701 h 705"/>
              <a:gd name="T34" fmla="*/ 575 w 707"/>
              <a:gd name="T35" fmla="*/ 685 h 705"/>
              <a:gd name="T36" fmla="*/ 498 w 707"/>
              <a:gd name="T37" fmla="*/ 436 h 705"/>
              <a:gd name="T38" fmla="*/ 699 w 707"/>
              <a:gd name="T39" fmla="*/ 284 h 705"/>
              <a:gd name="T40" fmla="*/ 704 w 707"/>
              <a:gd name="T41" fmla="*/ 267 h 705"/>
              <a:gd name="T42" fmla="*/ 689 w 707"/>
              <a:gd name="T43" fmla="*/ 258 h 705"/>
              <a:gd name="T44" fmla="*/ 472 w 707"/>
              <a:gd name="T45" fmla="*/ 420 h 705"/>
              <a:gd name="T46" fmla="*/ 472 w 707"/>
              <a:gd name="T47" fmla="*/ 420 h 705"/>
              <a:gd name="T48" fmla="*/ 468 w 707"/>
              <a:gd name="T49" fmla="*/ 436 h 705"/>
              <a:gd name="T50" fmla="*/ 534 w 707"/>
              <a:gd name="T51" fmla="*/ 649 h 705"/>
              <a:gd name="T52" fmla="*/ 363 w 707"/>
              <a:gd name="T53" fmla="*/ 517 h 705"/>
              <a:gd name="T54" fmla="*/ 345 w 707"/>
              <a:gd name="T55" fmla="*/ 517 h 705"/>
              <a:gd name="T56" fmla="*/ 173 w 707"/>
              <a:gd name="T57" fmla="*/ 649 h 705"/>
              <a:gd name="T58" fmla="*/ 239 w 707"/>
              <a:gd name="T59" fmla="*/ 436 h 705"/>
              <a:gd name="T60" fmla="*/ 234 w 707"/>
              <a:gd name="T61" fmla="*/ 420 h 705"/>
              <a:gd name="T62" fmla="*/ 59 w 707"/>
              <a:gd name="T63" fmla="*/ 287 h 705"/>
              <a:gd name="T64" fmla="*/ 273 w 707"/>
              <a:gd name="T65" fmla="*/ 287 h 705"/>
              <a:gd name="T66" fmla="*/ 287 w 707"/>
              <a:gd name="T67" fmla="*/ 277 h 705"/>
              <a:gd name="T68" fmla="*/ 353 w 707"/>
              <a:gd name="T69" fmla="*/ 64 h 705"/>
              <a:gd name="T70" fmla="*/ 419 w 707"/>
              <a:gd name="T71" fmla="*/ 277 h 705"/>
              <a:gd name="T72" fmla="*/ 433 w 707"/>
              <a:gd name="T73" fmla="*/ 287 h 705"/>
              <a:gd name="T74" fmla="*/ 647 w 707"/>
              <a:gd name="T75" fmla="*/ 287 h 705"/>
              <a:gd name="T76" fmla="*/ 472 w 707"/>
              <a:gd name="T77" fmla="*/ 420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7" h="705">
                <a:moveTo>
                  <a:pt x="689" y="258"/>
                </a:moveTo>
                <a:lnTo>
                  <a:pt x="689" y="258"/>
                </a:lnTo>
                <a:cubicBezTo>
                  <a:pt x="444" y="258"/>
                  <a:pt x="444" y="258"/>
                  <a:pt x="444" y="258"/>
                </a:cubicBezTo>
                <a:cubicBezTo>
                  <a:pt x="367" y="11"/>
                  <a:pt x="367" y="11"/>
                  <a:pt x="367" y="11"/>
                </a:cubicBezTo>
                <a:cubicBezTo>
                  <a:pt x="365" y="5"/>
                  <a:pt x="360" y="0"/>
                  <a:pt x="353" y="0"/>
                </a:cubicBezTo>
                <a:cubicBezTo>
                  <a:pt x="346" y="0"/>
                  <a:pt x="341" y="5"/>
                  <a:pt x="339" y="11"/>
                </a:cubicBezTo>
                <a:cubicBezTo>
                  <a:pt x="262" y="258"/>
                  <a:pt x="262" y="258"/>
                  <a:pt x="262" y="258"/>
                </a:cubicBezTo>
                <a:cubicBezTo>
                  <a:pt x="17" y="258"/>
                  <a:pt x="17" y="258"/>
                  <a:pt x="17" y="258"/>
                </a:cubicBezTo>
                <a:cubicBezTo>
                  <a:pt x="10" y="258"/>
                  <a:pt x="4" y="262"/>
                  <a:pt x="3" y="267"/>
                </a:cubicBezTo>
                <a:cubicBezTo>
                  <a:pt x="0" y="273"/>
                  <a:pt x="3" y="280"/>
                  <a:pt x="7" y="284"/>
                </a:cubicBezTo>
                <a:cubicBezTo>
                  <a:pt x="207" y="436"/>
                  <a:pt x="207" y="436"/>
                  <a:pt x="207" y="436"/>
                </a:cubicBezTo>
                <a:cubicBezTo>
                  <a:pt x="131" y="685"/>
                  <a:pt x="131" y="685"/>
                  <a:pt x="131" y="685"/>
                </a:cubicBezTo>
                <a:cubicBezTo>
                  <a:pt x="129" y="690"/>
                  <a:pt x="132" y="697"/>
                  <a:pt x="136" y="701"/>
                </a:cubicBezTo>
                <a:cubicBezTo>
                  <a:pt x="142" y="704"/>
                  <a:pt x="148" y="704"/>
                  <a:pt x="154" y="700"/>
                </a:cubicBezTo>
                <a:cubicBezTo>
                  <a:pt x="353" y="547"/>
                  <a:pt x="353" y="547"/>
                  <a:pt x="353" y="547"/>
                </a:cubicBezTo>
                <a:cubicBezTo>
                  <a:pt x="552" y="700"/>
                  <a:pt x="552" y="700"/>
                  <a:pt x="552" y="700"/>
                </a:cubicBezTo>
                <a:cubicBezTo>
                  <a:pt x="558" y="704"/>
                  <a:pt x="564" y="704"/>
                  <a:pt x="570" y="701"/>
                </a:cubicBezTo>
                <a:cubicBezTo>
                  <a:pt x="575" y="697"/>
                  <a:pt x="577" y="690"/>
                  <a:pt x="575" y="685"/>
                </a:cubicBezTo>
                <a:cubicBezTo>
                  <a:pt x="498" y="436"/>
                  <a:pt x="498" y="436"/>
                  <a:pt x="498" y="436"/>
                </a:cubicBezTo>
                <a:cubicBezTo>
                  <a:pt x="699" y="284"/>
                  <a:pt x="699" y="284"/>
                  <a:pt x="699" y="284"/>
                </a:cubicBezTo>
                <a:cubicBezTo>
                  <a:pt x="704" y="280"/>
                  <a:pt x="706" y="273"/>
                  <a:pt x="704" y="267"/>
                </a:cubicBezTo>
                <a:cubicBezTo>
                  <a:pt x="702" y="262"/>
                  <a:pt x="696" y="258"/>
                  <a:pt x="689" y="258"/>
                </a:cubicBezTo>
                <a:close/>
                <a:moveTo>
                  <a:pt x="472" y="420"/>
                </a:moveTo>
                <a:lnTo>
                  <a:pt x="472" y="420"/>
                </a:lnTo>
                <a:cubicBezTo>
                  <a:pt x="468" y="424"/>
                  <a:pt x="466" y="429"/>
                  <a:pt x="468" y="436"/>
                </a:cubicBezTo>
                <a:cubicBezTo>
                  <a:pt x="534" y="649"/>
                  <a:pt x="534" y="649"/>
                  <a:pt x="534" y="649"/>
                </a:cubicBezTo>
                <a:cubicBezTo>
                  <a:pt x="363" y="517"/>
                  <a:pt x="363" y="517"/>
                  <a:pt x="363" y="517"/>
                </a:cubicBezTo>
                <a:cubicBezTo>
                  <a:pt x="357" y="515"/>
                  <a:pt x="349" y="515"/>
                  <a:pt x="345" y="517"/>
                </a:cubicBezTo>
                <a:cubicBezTo>
                  <a:pt x="173" y="649"/>
                  <a:pt x="173" y="649"/>
                  <a:pt x="173" y="649"/>
                </a:cubicBezTo>
                <a:cubicBezTo>
                  <a:pt x="239" y="436"/>
                  <a:pt x="239" y="436"/>
                  <a:pt x="239" y="436"/>
                </a:cubicBezTo>
                <a:cubicBezTo>
                  <a:pt x="240" y="429"/>
                  <a:pt x="238" y="424"/>
                  <a:pt x="234" y="420"/>
                </a:cubicBezTo>
                <a:cubicBezTo>
                  <a:pt x="59" y="287"/>
                  <a:pt x="59" y="287"/>
                  <a:pt x="59" y="287"/>
                </a:cubicBezTo>
                <a:cubicBezTo>
                  <a:pt x="273" y="287"/>
                  <a:pt x="273" y="287"/>
                  <a:pt x="273" y="287"/>
                </a:cubicBezTo>
                <a:cubicBezTo>
                  <a:pt x="280" y="287"/>
                  <a:pt x="286" y="283"/>
                  <a:pt x="287" y="277"/>
                </a:cubicBezTo>
                <a:cubicBezTo>
                  <a:pt x="353" y="64"/>
                  <a:pt x="353" y="64"/>
                  <a:pt x="353" y="64"/>
                </a:cubicBezTo>
                <a:cubicBezTo>
                  <a:pt x="419" y="277"/>
                  <a:pt x="419" y="277"/>
                  <a:pt x="419" y="277"/>
                </a:cubicBezTo>
                <a:cubicBezTo>
                  <a:pt x="420" y="283"/>
                  <a:pt x="426" y="287"/>
                  <a:pt x="433" y="287"/>
                </a:cubicBezTo>
                <a:cubicBezTo>
                  <a:pt x="647" y="287"/>
                  <a:pt x="647" y="287"/>
                  <a:pt x="647" y="287"/>
                </a:cubicBezTo>
                <a:lnTo>
                  <a:pt x="472" y="420"/>
                </a:lnTo>
                <a:close/>
              </a:path>
            </a:pathLst>
          </a:custGeom>
          <a:solidFill>
            <a:schemeClr val="tx2"/>
          </a:solidFill>
          <a:ln>
            <a:noFill/>
          </a:ln>
          <a:effectLst/>
        </p:spPr>
        <p:txBody>
          <a:bodyPr wrap="none" anchor="ctr"/>
          <a:lstStyle/>
          <a:p>
            <a:endParaRPr lang="da-DK"/>
          </a:p>
        </p:txBody>
      </p:sp>
      <p:sp>
        <p:nvSpPr>
          <p:cNvPr id="560" name="Freeform 462">
            <a:extLst>
              <a:ext uri="{FF2B5EF4-FFF2-40B4-BE49-F238E27FC236}">
                <a16:creationId xmlns:a16="http://schemas.microsoft.com/office/drawing/2014/main" id="{0253EBCB-BE60-5019-54BC-829B87D465FF}"/>
              </a:ext>
            </a:extLst>
          </p:cNvPr>
          <p:cNvSpPr>
            <a:spLocks noChangeArrowheads="1"/>
          </p:cNvSpPr>
          <p:nvPr/>
        </p:nvSpPr>
        <p:spPr bwMode="auto">
          <a:xfrm>
            <a:off x="7310561" y="4668466"/>
            <a:ext cx="244475" cy="244475"/>
          </a:xfrm>
          <a:custGeom>
            <a:avLst/>
            <a:gdLst>
              <a:gd name="T0" fmla="*/ 649 w 679"/>
              <a:gd name="T1" fmla="*/ 29 h 679"/>
              <a:gd name="T2" fmla="*/ 649 w 679"/>
              <a:gd name="T3" fmla="*/ 29 h 679"/>
              <a:gd name="T4" fmla="*/ 581 w 679"/>
              <a:gd name="T5" fmla="*/ 0 h 679"/>
              <a:gd name="T6" fmla="*/ 511 w 679"/>
              <a:gd name="T7" fmla="*/ 29 h 679"/>
              <a:gd name="T8" fmla="*/ 380 w 679"/>
              <a:gd name="T9" fmla="*/ 159 h 679"/>
              <a:gd name="T10" fmla="*/ 351 w 679"/>
              <a:gd name="T11" fmla="*/ 228 h 679"/>
              <a:gd name="T12" fmla="*/ 371 w 679"/>
              <a:gd name="T13" fmla="*/ 285 h 679"/>
              <a:gd name="T14" fmla="*/ 287 w 679"/>
              <a:gd name="T15" fmla="*/ 371 h 679"/>
              <a:gd name="T16" fmla="*/ 229 w 679"/>
              <a:gd name="T17" fmla="*/ 351 h 679"/>
              <a:gd name="T18" fmla="*/ 159 w 679"/>
              <a:gd name="T19" fmla="*/ 380 h 679"/>
              <a:gd name="T20" fmla="*/ 29 w 679"/>
              <a:gd name="T21" fmla="*/ 511 h 679"/>
              <a:gd name="T22" fmla="*/ 0 w 679"/>
              <a:gd name="T23" fmla="*/ 579 h 679"/>
              <a:gd name="T24" fmla="*/ 29 w 679"/>
              <a:gd name="T25" fmla="*/ 649 h 679"/>
              <a:gd name="T26" fmla="*/ 29 w 679"/>
              <a:gd name="T27" fmla="*/ 649 h 679"/>
              <a:gd name="T28" fmla="*/ 29 w 679"/>
              <a:gd name="T29" fmla="*/ 649 h 679"/>
              <a:gd name="T30" fmla="*/ 98 w 679"/>
              <a:gd name="T31" fmla="*/ 678 h 679"/>
              <a:gd name="T32" fmla="*/ 168 w 679"/>
              <a:gd name="T33" fmla="*/ 649 h 679"/>
              <a:gd name="T34" fmla="*/ 298 w 679"/>
              <a:gd name="T35" fmla="*/ 517 h 679"/>
              <a:gd name="T36" fmla="*/ 327 w 679"/>
              <a:gd name="T37" fmla="*/ 449 h 679"/>
              <a:gd name="T38" fmla="*/ 308 w 679"/>
              <a:gd name="T39" fmla="*/ 391 h 679"/>
              <a:gd name="T40" fmla="*/ 391 w 679"/>
              <a:gd name="T41" fmla="*/ 306 h 679"/>
              <a:gd name="T42" fmla="*/ 449 w 679"/>
              <a:gd name="T43" fmla="*/ 327 h 679"/>
              <a:gd name="T44" fmla="*/ 519 w 679"/>
              <a:gd name="T45" fmla="*/ 298 h 679"/>
              <a:gd name="T46" fmla="*/ 649 w 679"/>
              <a:gd name="T47" fmla="*/ 166 h 679"/>
              <a:gd name="T48" fmla="*/ 678 w 679"/>
              <a:gd name="T49" fmla="*/ 97 h 679"/>
              <a:gd name="T50" fmla="*/ 649 w 679"/>
              <a:gd name="T51" fmla="*/ 29 h 679"/>
              <a:gd name="T52" fmla="*/ 298 w 679"/>
              <a:gd name="T53" fmla="*/ 449 h 679"/>
              <a:gd name="T54" fmla="*/ 298 w 679"/>
              <a:gd name="T55" fmla="*/ 449 h 679"/>
              <a:gd name="T56" fmla="*/ 277 w 679"/>
              <a:gd name="T57" fmla="*/ 497 h 679"/>
              <a:gd name="T58" fmla="*/ 147 w 679"/>
              <a:gd name="T59" fmla="*/ 629 h 679"/>
              <a:gd name="T60" fmla="*/ 98 w 679"/>
              <a:gd name="T61" fmla="*/ 648 h 679"/>
              <a:gd name="T62" fmla="*/ 49 w 679"/>
              <a:gd name="T63" fmla="*/ 629 h 679"/>
              <a:gd name="T64" fmla="*/ 39 w 679"/>
              <a:gd name="T65" fmla="*/ 638 h 679"/>
              <a:gd name="T66" fmla="*/ 49 w 679"/>
              <a:gd name="T67" fmla="*/ 629 h 679"/>
              <a:gd name="T68" fmla="*/ 49 w 679"/>
              <a:gd name="T69" fmla="*/ 629 h 679"/>
              <a:gd name="T70" fmla="*/ 29 w 679"/>
              <a:gd name="T71" fmla="*/ 579 h 679"/>
              <a:gd name="T72" fmla="*/ 49 w 679"/>
              <a:gd name="T73" fmla="*/ 531 h 679"/>
              <a:gd name="T74" fmla="*/ 180 w 679"/>
              <a:gd name="T75" fmla="*/ 401 h 679"/>
              <a:gd name="T76" fmla="*/ 229 w 679"/>
              <a:gd name="T77" fmla="*/ 380 h 679"/>
              <a:gd name="T78" fmla="*/ 265 w 679"/>
              <a:gd name="T79" fmla="*/ 391 h 679"/>
              <a:gd name="T80" fmla="*/ 233 w 679"/>
              <a:gd name="T81" fmla="*/ 423 h 679"/>
              <a:gd name="T82" fmla="*/ 233 w 679"/>
              <a:gd name="T83" fmla="*/ 443 h 679"/>
              <a:gd name="T84" fmla="*/ 254 w 679"/>
              <a:gd name="T85" fmla="*/ 443 h 679"/>
              <a:gd name="T86" fmla="*/ 286 w 679"/>
              <a:gd name="T87" fmla="*/ 412 h 679"/>
              <a:gd name="T88" fmla="*/ 298 w 679"/>
              <a:gd name="T89" fmla="*/ 449 h 679"/>
              <a:gd name="T90" fmla="*/ 629 w 679"/>
              <a:gd name="T91" fmla="*/ 146 h 679"/>
              <a:gd name="T92" fmla="*/ 629 w 679"/>
              <a:gd name="T93" fmla="*/ 146 h 679"/>
              <a:gd name="T94" fmla="*/ 498 w 679"/>
              <a:gd name="T95" fmla="*/ 277 h 679"/>
              <a:gd name="T96" fmla="*/ 449 w 679"/>
              <a:gd name="T97" fmla="*/ 296 h 679"/>
              <a:gd name="T98" fmla="*/ 412 w 679"/>
              <a:gd name="T99" fmla="*/ 285 h 679"/>
              <a:gd name="T100" fmla="*/ 459 w 679"/>
              <a:gd name="T101" fmla="*/ 239 h 679"/>
              <a:gd name="T102" fmla="*/ 459 w 679"/>
              <a:gd name="T103" fmla="*/ 218 h 679"/>
              <a:gd name="T104" fmla="*/ 438 w 679"/>
              <a:gd name="T105" fmla="*/ 218 h 679"/>
              <a:gd name="T106" fmla="*/ 391 w 679"/>
              <a:gd name="T107" fmla="*/ 265 h 679"/>
              <a:gd name="T108" fmla="*/ 380 w 679"/>
              <a:gd name="T109" fmla="*/ 228 h 679"/>
              <a:gd name="T110" fmla="*/ 401 w 679"/>
              <a:gd name="T111" fmla="*/ 180 h 679"/>
              <a:gd name="T112" fmla="*/ 531 w 679"/>
              <a:gd name="T113" fmla="*/ 49 h 679"/>
              <a:gd name="T114" fmla="*/ 581 w 679"/>
              <a:gd name="T115" fmla="*/ 29 h 679"/>
              <a:gd name="T116" fmla="*/ 629 w 679"/>
              <a:gd name="T117" fmla="*/ 49 h 679"/>
              <a:gd name="T118" fmla="*/ 629 w 679"/>
              <a:gd name="T119" fmla="*/ 49 h 679"/>
              <a:gd name="T120" fmla="*/ 649 w 679"/>
              <a:gd name="T121" fmla="*/ 97 h 679"/>
              <a:gd name="T122" fmla="*/ 629 w 679"/>
              <a:gd name="T123" fmla="*/ 146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9" h="679">
                <a:moveTo>
                  <a:pt x="649" y="29"/>
                </a:moveTo>
                <a:lnTo>
                  <a:pt x="649" y="29"/>
                </a:lnTo>
                <a:cubicBezTo>
                  <a:pt x="630" y="10"/>
                  <a:pt x="605" y="0"/>
                  <a:pt x="581" y="0"/>
                </a:cubicBezTo>
                <a:cubicBezTo>
                  <a:pt x="555" y="0"/>
                  <a:pt x="530" y="10"/>
                  <a:pt x="511" y="29"/>
                </a:cubicBezTo>
                <a:cubicBezTo>
                  <a:pt x="380" y="159"/>
                  <a:pt x="380" y="159"/>
                  <a:pt x="380" y="159"/>
                </a:cubicBezTo>
                <a:cubicBezTo>
                  <a:pt x="361" y="178"/>
                  <a:pt x="351" y="203"/>
                  <a:pt x="351" y="228"/>
                </a:cubicBezTo>
                <a:cubicBezTo>
                  <a:pt x="351" y="248"/>
                  <a:pt x="358" y="269"/>
                  <a:pt x="371" y="285"/>
                </a:cubicBezTo>
                <a:cubicBezTo>
                  <a:pt x="287" y="371"/>
                  <a:pt x="287" y="371"/>
                  <a:pt x="287" y="371"/>
                </a:cubicBezTo>
                <a:cubicBezTo>
                  <a:pt x="269" y="357"/>
                  <a:pt x="249" y="351"/>
                  <a:pt x="229" y="351"/>
                </a:cubicBezTo>
                <a:cubicBezTo>
                  <a:pt x="203" y="351"/>
                  <a:pt x="179" y="361"/>
                  <a:pt x="159" y="380"/>
                </a:cubicBezTo>
                <a:cubicBezTo>
                  <a:pt x="29" y="511"/>
                  <a:pt x="29" y="511"/>
                  <a:pt x="29" y="511"/>
                </a:cubicBezTo>
                <a:cubicBezTo>
                  <a:pt x="10" y="530"/>
                  <a:pt x="0" y="555"/>
                  <a:pt x="0" y="579"/>
                </a:cubicBezTo>
                <a:cubicBezTo>
                  <a:pt x="0" y="605"/>
                  <a:pt x="10" y="630"/>
                  <a:pt x="29" y="649"/>
                </a:cubicBezTo>
                <a:lnTo>
                  <a:pt x="29" y="649"/>
                </a:lnTo>
                <a:lnTo>
                  <a:pt x="29" y="649"/>
                </a:lnTo>
                <a:cubicBezTo>
                  <a:pt x="48" y="668"/>
                  <a:pt x="73" y="678"/>
                  <a:pt x="98" y="678"/>
                </a:cubicBezTo>
                <a:cubicBezTo>
                  <a:pt x="122" y="678"/>
                  <a:pt x="148" y="668"/>
                  <a:pt x="168" y="649"/>
                </a:cubicBezTo>
                <a:cubicBezTo>
                  <a:pt x="298" y="517"/>
                  <a:pt x="298" y="517"/>
                  <a:pt x="298" y="517"/>
                </a:cubicBezTo>
                <a:cubicBezTo>
                  <a:pt x="317" y="500"/>
                  <a:pt x="327" y="474"/>
                  <a:pt x="327" y="449"/>
                </a:cubicBezTo>
                <a:cubicBezTo>
                  <a:pt x="327" y="428"/>
                  <a:pt x="320" y="408"/>
                  <a:pt x="308" y="391"/>
                </a:cubicBezTo>
                <a:cubicBezTo>
                  <a:pt x="391" y="306"/>
                  <a:pt x="391" y="306"/>
                  <a:pt x="391" y="306"/>
                </a:cubicBezTo>
                <a:cubicBezTo>
                  <a:pt x="408" y="320"/>
                  <a:pt x="428" y="327"/>
                  <a:pt x="449" y="327"/>
                </a:cubicBezTo>
                <a:cubicBezTo>
                  <a:pt x="474" y="327"/>
                  <a:pt x="500" y="317"/>
                  <a:pt x="519" y="298"/>
                </a:cubicBezTo>
                <a:cubicBezTo>
                  <a:pt x="649" y="166"/>
                  <a:pt x="649" y="166"/>
                  <a:pt x="649" y="166"/>
                </a:cubicBezTo>
                <a:cubicBezTo>
                  <a:pt x="669" y="148"/>
                  <a:pt x="678" y="122"/>
                  <a:pt x="678" y="97"/>
                </a:cubicBezTo>
                <a:cubicBezTo>
                  <a:pt x="678" y="73"/>
                  <a:pt x="669" y="48"/>
                  <a:pt x="649" y="29"/>
                </a:cubicBezTo>
                <a:close/>
                <a:moveTo>
                  <a:pt x="298" y="449"/>
                </a:moveTo>
                <a:lnTo>
                  <a:pt x="298" y="449"/>
                </a:lnTo>
                <a:cubicBezTo>
                  <a:pt x="298" y="467"/>
                  <a:pt x="291" y="485"/>
                  <a:pt x="277" y="497"/>
                </a:cubicBezTo>
                <a:cubicBezTo>
                  <a:pt x="147" y="629"/>
                  <a:pt x="147" y="629"/>
                  <a:pt x="147" y="629"/>
                </a:cubicBezTo>
                <a:cubicBezTo>
                  <a:pt x="133" y="641"/>
                  <a:pt x="115" y="648"/>
                  <a:pt x="98" y="648"/>
                </a:cubicBezTo>
                <a:cubicBezTo>
                  <a:pt x="80" y="648"/>
                  <a:pt x="63" y="641"/>
                  <a:pt x="49" y="629"/>
                </a:cubicBezTo>
                <a:cubicBezTo>
                  <a:pt x="39" y="638"/>
                  <a:pt x="39" y="638"/>
                  <a:pt x="39" y="638"/>
                </a:cubicBezTo>
                <a:cubicBezTo>
                  <a:pt x="49" y="629"/>
                  <a:pt x="49" y="629"/>
                  <a:pt x="49" y="629"/>
                </a:cubicBezTo>
                <a:lnTo>
                  <a:pt x="49" y="629"/>
                </a:lnTo>
                <a:cubicBezTo>
                  <a:pt x="36" y="615"/>
                  <a:pt x="29" y="597"/>
                  <a:pt x="29" y="579"/>
                </a:cubicBezTo>
                <a:cubicBezTo>
                  <a:pt x="29" y="563"/>
                  <a:pt x="36" y="545"/>
                  <a:pt x="49" y="531"/>
                </a:cubicBezTo>
                <a:cubicBezTo>
                  <a:pt x="180" y="401"/>
                  <a:pt x="180" y="401"/>
                  <a:pt x="180" y="401"/>
                </a:cubicBezTo>
                <a:cubicBezTo>
                  <a:pt x="194" y="387"/>
                  <a:pt x="211" y="380"/>
                  <a:pt x="229" y="380"/>
                </a:cubicBezTo>
                <a:cubicBezTo>
                  <a:pt x="242" y="380"/>
                  <a:pt x="254" y="384"/>
                  <a:pt x="265" y="391"/>
                </a:cubicBezTo>
                <a:cubicBezTo>
                  <a:pt x="233" y="423"/>
                  <a:pt x="233" y="423"/>
                  <a:pt x="233" y="423"/>
                </a:cubicBezTo>
                <a:cubicBezTo>
                  <a:pt x="228" y="428"/>
                  <a:pt x="228" y="438"/>
                  <a:pt x="233" y="443"/>
                </a:cubicBezTo>
                <a:cubicBezTo>
                  <a:pt x="239" y="450"/>
                  <a:pt x="249" y="450"/>
                  <a:pt x="254" y="443"/>
                </a:cubicBezTo>
                <a:cubicBezTo>
                  <a:pt x="286" y="412"/>
                  <a:pt x="286" y="412"/>
                  <a:pt x="286" y="412"/>
                </a:cubicBezTo>
                <a:cubicBezTo>
                  <a:pt x="294" y="423"/>
                  <a:pt x="298" y="437"/>
                  <a:pt x="298" y="449"/>
                </a:cubicBezTo>
                <a:close/>
                <a:moveTo>
                  <a:pt x="629" y="146"/>
                </a:moveTo>
                <a:lnTo>
                  <a:pt x="629" y="146"/>
                </a:lnTo>
                <a:cubicBezTo>
                  <a:pt x="498" y="277"/>
                  <a:pt x="498" y="277"/>
                  <a:pt x="498" y="277"/>
                </a:cubicBezTo>
                <a:cubicBezTo>
                  <a:pt x="485" y="290"/>
                  <a:pt x="467" y="296"/>
                  <a:pt x="449" y="296"/>
                </a:cubicBezTo>
                <a:cubicBezTo>
                  <a:pt x="437" y="296"/>
                  <a:pt x="423" y="294"/>
                  <a:pt x="412" y="285"/>
                </a:cubicBezTo>
                <a:cubicBezTo>
                  <a:pt x="459" y="239"/>
                  <a:pt x="459" y="239"/>
                  <a:pt x="459" y="239"/>
                </a:cubicBezTo>
                <a:cubicBezTo>
                  <a:pt x="464" y="233"/>
                  <a:pt x="464" y="224"/>
                  <a:pt x="459" y="218"/>
                </a:cubicBezTo>
                <a:cubicBezTo>
                  <a:pt x="453" y="213"/>
                  <a:pt x="443" y="213"/>
                  <a:pt x="438" y="218"/>
                </a:cubicBezTo>
                <a:cubicBezTo>
                  <a:pt x="391" y="265"/>
                  <a:pt x="391" y="265"/>
                  <a:pt x="391" y="265"/>
                </a:cubicBezTo>
                <a:cubicBezTo>
                  <a:pt x="384" y="254"/>
                  <a:pt x="380" y="242"/>
                  <a:pt x="380" y="228"/>
                </a:cubicBezTo>
                <a:cubicBezTo>
                  <a:pt x="380" y="211"/>
                  <a:pt x="387" y="194"/>
                  <a:pt x="401" y="180"/>
                </a:cubicBezTo>
                <a:cubicBezTo>
                  <a:pt x="531" y="49"/>
                  <a:pt x="531" y="49"/>
                  <a:pt x="531" y="49"/>
                </a:cubicBezTo>
                <a:cubicBezTo>
                  <a:pt x="545" y="36"/>
                  <a:pt x="563" y="29"/>
                  <a:pt x="581" y="29"/>
                </a:cubicBezTo>
                <a:cubicBezTo>
                  <a:pt x="597" y="29"/>
                  <a:pt x="615" y="36"/>
                  <a:pt x="629" y="49"/>
                </a:cubicBezTo>
                <a:lnTo>
                  <a:pt x="629" y="49"/>
                </a:lnTo>
                <a:cubicBezTo>
                  <a:pt x="642" y="62"/>
                  <a:pt x="649" y="80"/>
                  <a:pt x="649" y="97"/>
                </a:cubicBezTo>
                <a:cubicBezTo>
                  <a:pt x="649" y="115"/>
                  <a:pt x="642" y="133"/>
                  <a:pt x="629" y="146"/>
                </a:cubicBezTo>
                <a:close/>
              </a:path>
            </a:pathLst>
          </a:custGeom>
          <a:solidFill>
            <a:schemeClr val="tx2"/>
          </a:solidFill>
          <a:ln>
            <a:noFill/>
          </a:ln>
          <a:effectLst/>
        </p:spPr>
        <p:txBody>
          <a:bodyPr wrap="none" anchor="ctr"/>
          <a:lstStyle/>
          <a:p>
            <a:endParaRPr lang="da-DK"/>
          </a:p>
        </p:txBody>
      </p:sp>
      <p:grpSp>
        <p:nvGrpSpPr>
          <p:cNvPr id="561" name="Group 564">
            <a:extLst>
              <a:ext uri="{FF2B5EF4-FFF2-40B4-BE49-F238E27FC236}">
                <a16:creationId xmlns:a16="http://schemas.microsoft.com/office/drawing/2014/main" id="{6F89DE34-0AF8-9B60-809C-D908EDB48800}"/>
              </a:ext>
            </a:extLst>
          </p:cNvPr>
          <p:cNvGrpSpPr/>
          <p:nvPr/>
        </p:nvGrpSpPr>
        <p:grpSpPr>
          <a:xfrm>
            <a:off x="7310561" y="5162179"/>
            <a:ext cx="244475" cy="244475"/>
            <a:chOff x="6169025" y="5526088"/>
            <a:chExt cx="244475" cy="244475"/>
          </a:xfrm>
          <a:solidFill>
            <a:schemeClr val="tx2"/>
          </a:solidFill>
        </p:grpSpPr>
        <p:sp>
          <p:nvSpPr>
            <p:cNvPr id="562" name="Freeform 463">
              <a:extLst>
                <a:ext uri="{FF2B5EF4-FFF2-40B4-BE49-F238E27FC236}">
                  <a16:creationId xmlns:a16="http://schemas.microsoft.com/office/drawing/2014/main" id="{225D83E2-6B42-5B28-F8A7-A199D2097067}"/>
                </a:ext>
              </a:extLst>
            </p:cNvPr>
            <p:cNvSpPr>
              <a:spLocks noChangeArrowheads="1"/>
            </p:cNvSpPr>
            <p:nvPr/>
          </p:nvSpPr>
          <p:spPr bwMode="auto">
            <a:xfrm>
              <a:off x="6296025" y="5526088"/>
              <a:ext cx="117475" cy="117475"/>
            </a:xfrm>
            <a:custGeom>
              <a:avLst/>
              <a:gdLst>
                <a:gd name="T0" fmla="*/ 298 w 328"/>
                <a:gd name="T1" fmla="*/ 28 h 327"/>
                <a:gd name="T2" fmla="*/ 298 w 328"/>
                <a:gd name="T3" fmla="*/ 28 h 327"/>
                <a:gd name="T4" fmla="*/ 230 w 328"/>
                <a:gd name="T5" fmla="*/ 0 h 327"/>
                <a:gd name="T6" fmla="*/ 160 w 328"/>
                <a:gd name="T7" fmla="*/ 28 h 327"/>
                <a:gd name="T8" fmla="*/ 29 w 328"/>
                <a:gd name="T9" fmla="*/ 159 h 327"/>
                <a:gd name="T10" fmla="*/ 0 w 328"/>
                <a:gd name="T11" fmla="*/ 227 h 327"/>
                <a:gd name="T12" fmla="*/ 29 w 328"/>
                <a:gd name="T13" fmla="*/ 297 h 327"/>
                <a:gd name="T14" fmla="*/ 29 w 328"/>
                <a:gd name="T15" fmla="*/ 297 h 327"/>
                <a:gd name="T16" fmla="*/ 29 w 328"/>
                <a:gd name="T17" fmla="*/ 297 h 327"/>
                <a:gd name="T18" fmla="*/ 98 w 328"/>
                <a:gd name="T19" fmla="*/ 326 h 327"/>
                <a:gd name="T20" fmla="*/ 168 w 328"/>
                <a:gd name="T21" fmla="*/ 297 h 327"/>
                <a:gd name="T22" fmla="*/ 298 w 328"/>
                <a:gd name="T23" fmla="*/ 166 h 327"/>
                <a:gd name="T24" fmla="*/ 327 w 328"/>
                <a:gd name="T25" fmla="*/ 97 h 327"/>
                <a:gd name="T26" fmla="*/ 298 w 328"/>
                <a:gd name="T27" fmla="*/ 28 h 327"/>
                <a:gd name="T28" fmla="*/ 278 w 328"/>
                <a:gd name="T29" fmla="*/ 145 h 327"/>
                <a:gd name="T30" fmla="*/ 278 w 328"/>
                <a:gd name="T31" fmla="*/ 145 h 327"/>
                <a:gd name="T32" fmla="*/ 147 w 328"/>
                <a:gd name="T33" fmla="*/ 277 h 327"/>
                <a:gd name="T34" fmla="*/ 98 w 328"/>
                <a:gd name="T35" fmla="*/ 296 h 327"/>
                <a:gd name="T36" fmla="*/ 50 w 328"/>
                <a:gd name="T37" fmla="*/ 277 h 327"/>
                <a:gd name="T38" fmla="*/ 39 w 328"/>
                <a:gd name="T39" fmla="*/ 286 h 327"/>
                <a:gd name="T40" fmla="*/ 50 w 328"/>
                <a:gd name="T41" fmla="*/ 277 h 327"/>
                <a:gd name="T42" fmla="*/ 50 w 328"/>
                <a:gd name="T43" fmla="*/ 277 h 327"/>
                <a:gd name="T44" fmla="*/ 29 w 328"/>
                <a:gd name="T45" fmla="*/ 227 h 327"/>
                <a:gd name="T46" fmla="*/ 50 w 328"/>
                <a:gd name="T47" fmla="*/ 179 h 327"/>
                <a:gd name="T48" fmla="*/ 180 w 328"/>
                <a:gd name="T49" fmla="*/ 49 h 327"/>
                <a:gd name="T50" fmla="*/ 230 w 328"/>
                <a:gd name="T51" fmla="*/ 28 h 327"/>
                <a:gd name="T52" fmla="*/ 278 w 328"/>
                <a:gd name="T53" fmla="*/ 49 h 327"/>
                <a:gd name="T54" fmla="*/ 278 w 328"/>
                <a:gd name="T55" fmla="*/ 49 h 327"/>
                <a:gd name="T56" fmla="*/ 298 w 328"/>
                <a:gd name="T57" fmla="*/ 97 h 327"/>
                <a:gd name="T58" fmla="*/ 278 w 328"/>
                <a:gd name="T59" fmla="*/ 145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28" h="327">
                  <a:moveTo>
                    <a:pt x="298" y="28"/>
                  </a:moveTo>
                  <a:lnTo>
                    <a:pt x="298" y="28"/>
                  </a:lnTo>
                  <a:cubicBezTo>
                    <a:pt x="279" y="9"/>
                    <a:pt x="254" y="0"/>
                    <a:pt x="230" y="0"/>
                  </a:cubicBezTo>
                  <a:cubicBezTo>
                    <a:pt x="204" y="0"/>
                    <a:pt x="179" y="9"/>
                    <a:pt x="160" y="28"/>
                  </a:cubicBezTo>
                  <a:cubicBezTo>
                    <a:pt x="29" y="159"/>
                    <a:pt x="29" y="159"/>
                    <a:pt x="29" y="159"/>
                  </a:cubicBezTo>
                  <a:cubicBezTo>
                    <a:pt x="10" y="178"/>
                    <a:pt x="0" y="203"/>
                    <a:pt x="0" y="227"/>
                  </a:cubicBezTo>
                  <a:cubicBezTo>
                    <a:pt x="0" y="254"/>
                    <a:pt x="10" y="278"/>
                    <a:pt x="29" y="297"/>
                  </a:cubicBezTo>
                  <a:lnTo>
                    <a:pt x="29" y="297"/>
                  </a:lnTo>
                  <a:lnTo>
                    <a:pt x="29" y="297"/>
                  </a:lnTo>
                  <a:cubicBezTo>
                    <a:pt x="49" y="317"/>
                    <a:pt x="73" y="326"/>
                    <a:pt x="98" y="326"/>
                  </a:cubicBezTo>
                  <a:cubicBezTo>
                    <a:pt x="123" y="326"/>
                    <a:pt x="149" y="317"/>
                    <a:pt x="168" y="297"/>
                  </a:cubicBezTo>
                  <a:cubicBezTo>
                    <a:pt x="298" y="166"/>
                    <a:pt x="298" y="166"/>
                    <a:pt x="298" y="166"/>
                  </a:cubicBezTo>
                  <a:cubicBezTo>
                    <a:pt x="318" y="148"/>
                    <a:pt x="327" y="122"/>
                    <a:pt x="327" y="97"/>
                  </a:cubicBezTo>
                  <a:cubicBezTo>
                    <a:pt x="327" y="72"/>
                    <a:pt x="318" y="48"/>
                    <a:pt x="298" y="28"/>
                  </a:cubicBezTo>
                  <a:close/>
                  <a:moveTo>
                    <a:pt x="278" y="145"/>
                  </a:moveTo>
                  <a:lnTo>
                    <a:pt x="278" y="145"/>
                  </a:lnTo>
                  <a:cubicBezTo>
                    <a:pt x="147" y="277"/>
                    <a:pt x="147" y="277"/>
                    <a:pt x="147" y="277"/>
                  </a:cubicBezTo>
                  <a:cubicBezTo>
                    <a:pt x="134" y="289"/>
                    <a:pt x="116" y="296"/>
                    <a:pt x="98" y="296"/>
                  </a:cubicBezTo>
                  <a:cubicBezTo>
                    <a:pt x="80" y="296"/>
                    <a:pt x="64" y="289"/>
                    <a:pt x="50" y="277"/>
                  </a:cubicBezTo>
                  <a:cubicBezTo>
                    <a:pt x="39" y="286"/>
                    <a:pt x="39" y="286"/>
                    <a:pt x="39" y="286"/>
                  </a:cubicBezTo>
                  <a:cubicBezTo>
                    <a:pt x="50" y="277"/>
                    <a:pt x="50" y="277"/>
                    <a:pt x="50" y="277"/>
                  </a:cubicBezTo>
                  <a:lnTo>
                    <a:pt x="50" y="277"/>
                  </a:lnTo>
                  <a:cubicBezTo>
                    <a:pt x="36" y="263"/>
                    <a:pt x="29" y="245"/>
                    <a:pt x="29" y="227"/>
                  </a:cubicBezTo>
                  <a:cubicBezTo>
                    <a:pt x="29" y="211"/>
                    <a:pt x="36" y="193"/>
                    <a:pt x="50" y="179"/>
                  </a:cubicBezTo>
                  <a:cubicBezTo>
                    <a:pt x="180" y="49"/>
                    <a:pt x="180" y="49"/>
                    <a:pt x="180" y="49"/>
                  </a:cubicBezTo>
                  <a:cubicBezTo>
                    <a:pt x="194" y="35"/>
                    <a:pt x="212" y="28"/>
                    <a:pt x="230" y="28"/>
                  </a:cubicBezTo>
                  <a:cubicBezTo>
                    <a:pt x="246" y="28"/>
                    <a:pt x="264" y="35"/>
                    <a:pt x="278" y="49"/>
                  </a:cubicBezTo>
                  <a:lnTo>
                    <a:pt x="278" y="49"/>
                  </a:lnTo>
                  <a:cubicBezTo>
                    <a:pt x="291" y="61"/>
                    <a:pt x="298" y="79"/>
                    <a:pt x="298" y="97"/>
                  </a:cubicBezTo>
                  <a:cubicBezTo>
                    <a:pt x="298" y="115"/>
                    <a:pt x="291" y="133"/>
                    <a:pt x="278"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3" name="Freeform 464">
              <a:extLst>
                <a:ext uri="{FF2B5EF4-FFF2-40B4-BE49-F238E27FC236}">
                  <a16:creationId xmlns:a16="http://schemas.microsoft.com/office/drawing/2014/main" id="{BF5C290F-9505-6F99-C066-4F45AB5F3B6F}"/>
                </a:ext>
              </a:extLst>
            </p:cNvPr>
            <p:cNvSpPr>
              <a:spLocks noChangeArrowheads="1"/>
            </p:cNvSpPr>
            <p:nvPr/>
          </p:nvSpPr>
          <p:spPr bwMode="auto">
            <a:xfrm>
              <a:off x="6169025" y="5653088"/>
              <a:ext cx="117475" cy="117475"/>
            </a:xfrm>
            <a:custGeom>
              <a:avLst/>
              <a:gdLst>
                <a:gd name="T0" fmla="*/ 327 w 328"/>
                <a:gd name="T1" fmla="*/ 97 h 328"/>
                <a:gd name="T2" fmla="*/ 327 w 328"/>
                <a:gd name="T3" fmla="*/ 97 h 328"/>
                <a:gd name="T4" fmla="*/ 298 w 328"/>
                <a:gd name="T5" fmla="*/ 29 h 328"/>
                <a:gd name="T6" fmla="*/ 298 w 328"/>
                <a:gd name="T7" fmla="*/ 29 h 328"/>
                <a:gd name="T8" fmla="*/ 229 w 328"/>
                <a:gd name="T9" fmla="*/ 0 h 328"/>
                <a:gd name="T10" fmla="*/ 159 w 328"/>
                <a:gd name="T11" fmla="*/ 29 h 328"/>
                <a:gd name="T12" fmla="*/ 29 w 328"/>
                <a:gd name="T13" fmla="*/ 159 h 328"/>
                <a:gd name="T14" fmla="*/ 0 w 328"/>
                <a:gd name="T15" fmla="*/ 228 h 328"/>
                <a:gd name="T16" fmla="*/ 29 w 328"/>
                <a:gd name="T17" fmla="*/ 298 h 328"/>
                <a:gd name="T18" fmla="*/ 29 w 328"/>
                <a:gd name="T19" fmla="*/ 298 h 328"/>
                <a:gd name="T20" fmla="*/ 29 w 328"/>
                <a:gd name="T21" fmla="*/ 298 h 328"/>
                <a:gd name="T22" fmla="*/ 98 w 328"/>
                <a:gd name="T23" fmla="*/ 327 h 328"/>
                <a:gd name="T24" fmla="*/ 168 w 328"/>
                <a:gd name="T25" fmla="*/ 298 h 328"/>
                <a:gd name="T26" fmla="*/ 298 w 328"/>
                <a:gd name="T27" fmla="*/ 166 h 328"/>
                <a:gd name="T28" fmla="*/ 327 w 328"/>
                <a:gd name="T29" fmla="*/ 97 h 328"/>
                <a:gd name="T30" fmla="*/ 277 w 328"/>
                <a:gd name="T31" fmla="*/ 145 h 328"/>
                <a:gd name="T32" fmla="*/ 277 w 328"/>
                <a:gd name="T33" fmla="*/ 145 h 328"/>
                <a:gd name="T34" fmla="*/ 147 w 328"/>
                <a:gd name="T35" fmla="*/ 277 h 328"/>
                <a:gd name="T36" fmla="*/ 98 w 328"/>
                <a:gd name="T37" fmla="*/ 296 h 328"/>
                <a:gd name="T38" fmla="*/ 49 w 328"/>
                <a:gd name="T39" fmla="*/ 277 h 328"/>
                <a:gd name="T40" fmla="*/ 39 w 328"/>
                <a:gd name="T41" fmla="*/ 287 h 328"/>
                <a:gd name="T42" fmla="*/ 49 w 328"/>
                <a:gd name="T43" fmla="*/ 277 h 328"/>
                <a:gd name="T44" fmla="*/ 49 w 328"/>
                <a:gd name="T45" fmla="*/ 277 h 328"/>
                <a:gd name="T46" fmla="*/ 29 w 328"/>
                <a:gd name="T47" fmla="*/ 228 h 328"/>
                <a:gd name="T48" fmla="*/ 49 w 328"/>
                <a:gd name="T49" fmla="*/ 180 h 328"/>
                <a:gd name="T50" fmla="*/ 180 w 328"/>
                <a:gd name="T51" fmla="*/ 49 h 328"/>
                <a:gd name="T52" fmla="*/ 229 w 328"/>
                <a:gd name="T53" fmla="*/ 29 h 328"/>
                <a:gd name="T54" fmla="*/ 277 w 328"/>
                <a:gd name="T55" fmla="*/ 49 h 328"/>
                <a:gd name="T56" fmla="*/ 277 w 328"/>
                <a:gd name="T57" fmla="*/ 49 h 328"/>
                <a:gd name="T58" fmla="*/ 298 w 328"/>
                <a:gd name="T59" fmla="*/ 97 h 328"/>
                <a:gd name="T60" fmla="*/ 277 w 328"/>
                <a:gd name="T61" fmla="*/ 145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28" h="328">
                  <a:moveTo>
                    <a:pt x="327" y="97"/>
                  </a:moveTo>
                  <a:lnTo>
                    <a:pt x="327" y="97"/>
                  </a:lnTo>
                  <a:cubicBezTo>
                    <a:pt x="327" y="73"/>
                    <a:pt x="317" y="48"/>
                    <a:pt x="298" y="29"/>
                  </a:cubicBezTo>
                  <a:lnTo>
                    <a:pt x="298" y="29"/>
                  </a:lnTo>
                  <a:cubicBezTo>
                    <a:pt x="279" y="10"/>
                    <a:pt x="254" y="0"/>
                    <a:pt x="229" y="0"/>
                  </a:cubicBezTo>
                  <a:cubicBezTo>
                    <a:pt x="203" y="0"/>
                    <a:pt x="179" y="10"/>
                    <a:pt x="159" y="29"/>
                  </a:cubicBezTo>
                  <a:cubicBezTo>
                    <a:pt x="29" y="159"/>
                    <a:pt x="29" y="159"/>
                    <a:pt x="29" y="159"/>
                  </a:cubicBezTo>
                  <a:cubicBezTo>
                    <a:pt x="10" y="178"/>
                    <a:pt x="0" y="203"/>
                    <a:pt x="0" y="228"/>
                  </a:cubicBezTo>
                  <a:cubicBezTo>
                    <a:pt x="0" y="254"/>
                    <a:pt x="10" y="279"/>
                    <a:pt x="29" y="298"/>
                  </a:cubicBezTo>
                  <a:lnTo>
                    <a:pt x="29" y="298"/>
                  </a:lnTo>
                  <a:lnTo>
                    <a:pt x="29" y="298"/>
                  </a:lnTo>
                  <a:cubicBezTo>
                    <a:pt x="48" y="317"/>
                    <a:pt x="73" y="327"/>
                    <a:pt x="98" y="327"/>
                  </a:cubicBezTo>
                  <a:cubicBezTo>
                    <a:pt x="122" y="327"/>
                    <a:pt x="148" y="317"/>
                    <a:pt x="168" y="298"/>
                  </a:cubicBezTo>
                  <a:cubicBezTo>
                    <a:pt x="298" y="166"/>
                    <a:pt x="298" y="166"/>
                    <a:pt x="298" y="166"/>
                  </a:cubicBezTo>
                  <a:cubicBezTo>
                    <a:pt x="317" y="148"/>
                    <a:pt x="327" y="122"/>
                    <a:pt x="327" y="97"/>
                  </a:cubicBezTo>
                  <a:close/>
                  <a:moveTo>
                    <a:pt x="277" y="145"/>
                  </a:moveTo>
                  <a:lnTo>
                    <a:pt x="277" y="145"/>
                  </a:lnTo>
                  <a:cubicBezTo>
                    <a:pt x="147" y="277"/>
                    <a:pt x="147" y="277"/>
                    <a:pt x="147" y="277"/>
                  </a:cubicBezTo>
                  <a:cubicBezTo>
                    <a:pt x="133" y="290"/>
                    <a:pt x="115" y="296"/>
                    <a:pt x="98" y="296"/>
                  </a:cubicBezTo>
                  <a:cubicBezTo>
                    <a:pt x="80" y="296"/>
                    <a:pt x="63" y="290"/>
                    <a:pt x="49" y="277"/>
                  </a:cubicBezTo>
                  <a:cubicBezTo>
                    <a:pt x="39" y="287"/>
                    <a:pt x="39" y="287"/>
                    <a:pt x="39" y="287"/>
                  </a:cubicBezTo>
                  <a:cubicBezTo>
                    <a:pt x="49" y="277"/>
                    <a:pt x="49" y="277"/>
                    <a:pt x="49" y="277"/>
                  </a:cubicBezTo>
                  <a:lnTo>
                    <a:pt x="49" y="277"/>
                  </a:lnTo>
                  <a:cubicBezTo>
                    <a:pt x="36" y="264"/>
                    <a:pt x="29" y="246"/>
                    <a:pt x="29" y="228"/>
                  </a:cubicBezTo>
                  <a:cubicBezTo>
                    <a:pt x="29" y="211"/>
                    <a:pt x="36" y="194"/>
                    <a:pt x="49" y="180"/>
                  </a:cubicBezTo>
                  <a:cubicBezTo>
                    <a:pt x="180" y="49"/>
                    <a:pt x="180" y="49"/>
                    <a:pt x="180" y="49"/>
                  </a:cubicBezTo>
                  <a:cubicBezTo>
                    <a:pt x="194" y="36"/>
                    <a:pt x="211" y="29"/>
                    <a:pt x="229" y="29"/>
                  </a:cubicBezTo>
                  <a:cubicBezTo>
                    <a:pt x="246" y="29"/>
                    <a:pt x="264" y="36"/>
                    <a:pt x="277" y="49"/>
                  </a:cubicBezTo>
                  <a:lnTo>
                    <a:pt x="277" y="49"/>
                  </a:lnTo>
                  <a:cubicBezTo>
                    <a:pt x="291" y="62"/>
                    <a:pt x="298" y="80"/>
                    <a:pt x="298" y="97"/>
                  </a:cubicBezTo>
                  <a:cubicBezTo>
                    <a:pt x="298" y="115"/>
                    <a:pt x="291" y="133"/>
                    <a:pt x="277"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5">
              <a:extLst>
                <a:ext uri="{FF2B5EF4-FFF2-40B4-BE49-F238E27FC236}">
                  <a16:creationId xmlns:a16="http://schemas.microsoft.com/office/drawing/2014/main" id="{0AAD3F16-37C6-60C4-9024-B1931F0AB5BC}"/>
                </a:ext>
              </a:extLst>
            </p:cNvPr>
            <p:cNvSpPr>
              <a:spLocks noChangeArrowheads="1"/>
            </p:cNvSpPr>
            <p:nvPr/>
          </p:nvSpPr>
          <p:spPr bwMode="auto">
            <a:xfrm>
              <a:off x="6283325" y="554037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7" y="0"/>
                    <a:pt x="0" y="7"/>
                    <a:pt x="0" y="14"/>
                  </a:cubicBezTo>
                  <a:cubicBezTo>
                    <a:pt x="0" y="73"/>
                    <a:pt x="0" y="73"/>
                    <a:pt x="0" y="73"/>
                  </a:cubicBezTo>
                  <a:cubicBezTo>
                    <a:pt x="0" y="81"/>
                    <a:pt x="7"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6">
              <a:extLst>
                <a:ext uri="{FF2B5EF4-FFF2-40B4-BE49-F238E27FC236}">
                  <a16:creationId xmlns:a16="http://schemas.microsoft.com/office/drawing/2014/main" id="{3356D3DE-358C-F033-C93C-27F3179C0173}"/>
                </a:ext>
              </a:extLst>
            </p:cNvPr>
            <p:cNvSpPr>
              <a:spLocks noChangeArrowheads="1"/>
            </p:cNvSpPr>
            <p:nvPr/>
          </p:nvSpPr>
          <p:spPr bwMode="auto">
            <a:xfrm>
              <a:off x="6219825" y="5570538"/>
              <a:ext cx="33338" cy="33337"/>
            </a:xfrm>
            <a:custGeom>
              <a:avLst/>
              <a:gdLst>
                <a:gd name="T0" fmla="*/ 65 w 92"/>
                <a:gd name="T1" fmla="*/ 86 h 92"/>
                <a:gd name="T2" fmla="*/ 65 w 92"/>
                <a:gd name="T3" fmla="*/ 86 h 92"/>
                <a:gd name="T4" fmla="*/ 85 w 92"/>
                <a:gd name="T5" fmla="*/ 86 h 92"/>
                <a:gd name="T6" fmla="*/ 85 w 92"/>
                <a:gd name="T7" fmla="*/ 65 h 92"/>
                <a:gd name="T8" fmla="*/ 26 w 92"/>
                <a:gd name="T9" fmla="*/ 6 h 92"/>
                <a:gd name="T10" fmla="*/ 6 w 92"/>
                <a:gd name="T11" fmla="*/ 6 h 92"/>
                <a:gd name="T12" fmla="*/ 6 w 92"/>
                <a:gd name="T13" fmla="*/ 27 h 92"/>
                <a:gd name="T14" fmla="*/ 65 w 92"/>
                <a:gd name="T15" fmla="*/ 86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65" y="86"/>
                  </a:moveTo>
                  <a:lnTo>
                    <a:pt x="65" y="86"/>
                  </a:lnTo>
                  <a:cubicBezTo>
                    <a:pt x="70" y="91"/>
                    <a:pt x="78" y="91"/>
                    <a:pt x="85" y="86"/>
                  </a:cubicBezTo>
                  <a:cubicBezTo>
                    <a:pt x="91" y="80"/>
                    <a:pt x="91" y="71"/>
                    <a:pt x="85" y="65"/>
                  </a:cubicBezTo>
                  <a:cubicBezTo>
                    <a:pt x="26" y="6"/>
                    <a:pt x="26" y="6"/>
                    <a:pt x="26" y="6"/>
                  </a:cubicBezTo>
                  <a:cubicBezTo>
                    <a:pt x="21" y="0"/>
                    <a:pt x="11" y="0"/>
                    <a:pt x="6" y="6"/>
                  </a:cubicBezTo>
                  <a:cubicBezTo>
                    <a:pt x="0" y="11"/>
                    <a:pt x="0" y="21"/>
                    <a:pt x="6" y="27"/>
                  </a:cubicBezTo>
                  <a:lnTo>
                    <a:pt x="65" y="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6" name="Freeform 467">
              <a:extLst>
                <a:ext uri="{FF2B5EF4-FFF2-40B4-BE49-F238E27FC236}">
                  <a16:creationId xmlns:a16="http://schemas.microsoft.com/office/drawing/2014/main" id="{7705E4F6-2347-C4E6-EAF0-8637C088A6B2}"/>
                </a:ext>
              </a:extLst>
            </p:cNvPr>
            <p:cNvSpPr>
              <a:spLocks noChangeArrowheads="1"/>
            </p:cNvSpPr>
            <p:nvPr/>
          </p:nvSpPr>
          <p:spPr bwMode="auto">
            <a:xfrm>
              <a:off x="6189663" y="5645150"/>
              <a:ext cx="31750" cy="11113"/>
            </a:xfrm>
            <a:custGeom>
              <a:avLst/>
              <a:gdLst>
                <a:gd name="T0" fmla="*/ 72 w 88"/>
                <a:gd name="T1" fmla="*/ 0 h 30"/>
                <a:gd name="T2" fmla="*/ 72 w 88"/>
                <a:gd name="T3" fmla="*/ 0 h 30"/>
                <a:gd name="T4" fmla="*/ 13 w 88"/>
                <a:gd name="T5" fmla="*/ 0 h 30"/>
                <a:gd name="T6" fmla="*/ 0 w 88"/>
                <a:gd name="T7" fmla="*/ 15 h 30"/>
                <a:gd name="T8" fmla="*/ 13 w 88"/>
                <a:gd name="T9" fmla="*/ 29 h 30"/>
                <a:gd name="T10" fmla="*/ 72 w 88"/>
                <a:gd name="T11" fmla="*/ 29 h 30"/>
                <a:gd name="T12" fmla="*/ 87 w 88"/>
                <a:gd name="T13" fmla="*/ 15 h 30"/>
                <a:gd name="T14" fmla="*/ 72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2" y="0"/>
                  </a:moveTo>
                  <a:lnTo>
                    <a:pt x="72" y="0"/>
                  </a:lnTo>
                  <a:cubicBezTo>
                    <a:pt x="13" y="0"/>
                    <a:pt x="13" y="0"/>
                    <a:pt x="13" y="0"/>
                  </a:cubicBezTo>
                  <a:cubicBezTo>
                    <a:pt x="6" y="0"/>
                    <a:pt x="0" y="7"/>
                    <a:pt x="0" y="15"/>
                  </a:cubicBezTo>
                  <a:cubicBezTo>
                    <a:pt x="0" y="24"/>
                    <a:pt x="6" y="29"/>
                    <a:pt x="13" y="29"/>
                  </a:cubicBezTo>
                  <a:cubicBezTo>
                    <a:pt x="72" y="29"/>
                    <a:pt x="72" y="29"/>
                    <a:pt x="72" y="29"/>
                  </a:cubicBezTo>
                  <a:cubicBezTo>
                    <a:pt x="81" y="29"/>
                    <a:pt x="87" y="24"/>
                    <a:pt x="87" y="15"/>
                  </a:cubicBezTo>
                  <a:cubicBezTo>
                    <a:pt x="87" y="7"/>
                    <a:pt x="81"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7" name="Freeform 468">
              <a:extLst>
                <a:ext uri="{FF2B5EF4-FFF2-40B4-BE49-F238E27FC236}">
                  <a16:creationId xmlns:a16="http://schemas.microsoft.com/office/drawing/2014/main" id="{D0CB09F1-BE10-C34A-5804-9C5CFED2C6A7}"/>
                </a:ext>
              </a:extLst>
            </p:cNvPr>
            <p:cNvSpPr>
              <a:spLocks noChangeArrowheads="1"/>
            </p:cNvSpPr>
            <p:nvPr/>
          </p:nvSpPr>
          <p:spPr bwMode="auto">
            <a:xfrm>
              <a:off x="6335713" y="5686425"/>
              <a:ext cx="33337" cy="33338"/>
            </a:xfrm>
            <a:custGeom>
              <a:avLst/>
              <a:gdLst>
                <a:gd name="T0" fmla="*/ 28 w 92"/>
                <a:gd name="T1" fmla="*/ 7 h 93"/>
                <a:gd name="T2" fmla="*/ 28 w 92"/>
                <a:gd name="T3" fmla="*/ 7 h 93"/>
                <a:gd name="T4" fmla="*/ 7 w 92"/>
                <a:gd name="T5" fmla="*/ 7 h 93"/>
                <a:gd name="T6" fmla="*/ 7 w 92"/>
                <a:gd name="T7" fmla="*/ 27 h 93"/>
                <a:gd name="T8" fmla="*/ 65 w 92"/>
                <a:gd name="T9" fmla="*/ 85 h 93"/>
                <a:gd name="T10" fmla="*/ 85 w 92"/>
                <a:gd name="T11" fmla="*/ 85 h 93"/>
                <a:gd name="T12" fmla="*/ 85 w 92"/>
                <a:gd name="T13" fmla="*/ 64 h 93"/>
                <a:gd name="T14" fmla="*/ 28 w 92"/>
                <a:gd name="T15" fmla="*/ 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3">
                  <a:moveTo>
                    <a:pt x="28" y="7"/>
                  </a:moveTo>
                  <a:lnTo>
                    <a:pt x="28" y="7"/>
                  </a:lnTo>
                  <a:cubicBezTo>
                    <a:pt x="21" y="0"/>
                    <a:pt x="13" y="0"/>
                    <a:pt x="7" y="7"/>
                  </a:cubicBezTo>
                  <a:cubicBezTo>
                    <a:pt x="0" y="12"/>
                    <a:pt x="0" y="22"/>
                    <a:pt x="7" y="27"/>
                  </a:cubicBezTo>
                  <a:cubicBezTo>
                    <a:pt x="65" y="85"/>
                    <a:pt x="65" y="85"/>
                    <a:pt x="65" y="85"/>
                  </a:cubicBezTo>
                  <a:cubicBezTo>
                    <a:pt x="70" y="92"/>
                    <a:pt x="80" y="92"/>
                    <a:pt x="85" y="85"/>
                  </a:cubicBezTo>
                  <a:cubicBezTo>
                    <a:pt x="91" y="79"/>
                    <a:pt x="91" y="70"/>
                    <a:pt x="85" y="64"/>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8" name="Freeform 469">
              <a:extLst>
                <a:ext uri="{FF2B5EF4-FFF2-40B4-BE49-F238E27FC236}">
                  <a16:creationId xmlns:a16="http://schemas.microsoft.com/office/drawing/2014/main" id="{1F35F714-3CD9-D5DD-4199-C1C370C48B29}"/>
                </a:ext>
              </a:extLst>
            </p:cNvPr>
            <p:cNvSpPr>
              <a:spLocks noChangeArrowheads="1"/>
            </p:cNvSpPr>
            <p:nvPr/>
          </p:nvSpPr>
          <p:spPr bwMode="auto">
            <a:xfrm>
              <a:off x="6367463" y="5645150"/>
              <a:ext cx="31750" cy="11113"/>
            </a:xfrm>
            <a:custGeom>
              <a:avLst/>
              <a:gdLst>
                <a:gd name="T0" fmla="*/ 74 w 88"/>
                <a:gd name="T1" fmla="*/ 0 h 30"/>
                <a:gd name="T2" fmla="*/ 74 w 88"/>
                <a:gd name="T3" fmla="*/ 0 h 30"/>
                <a:gd name="T4" fmla="*/ 15 w 88"/>
                <a:gd name="T5" fmla="*/ 0 h 30"/>
                <a:gd name="T6" fmla="*/ 0 w 88"/>
                <a:gd name="T7" fmla="*/ 15 h 30"/>
                <a:gd name="T8" fmla="*/ 15 w 88"/>
                <a:gd name="T9" fmla="*/ 29 h 30"/>
                <a:gd name="T10" fmla="*/ 74 w 88"/>
                <a:gd name="T11" fmla="*/ 29 h 30"/>
                <a:gd name="T12" fmla="*/ 87 w 88"/>
                <a:gd name="T13" fmla="*/ 15 h 30"/>
                <a:gd name="T14" fmla="*/ 74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4" y="0"/>
                  </a:moveTo>
                  <a:lnTo>
                    <a:pt x="74" y="0"/>
                  </a:lnTo>
                  <a:cubicBezTo>
                    <a:pt x="15" y="0"/>
                    <a:pt x="15" y="0"/>
                    <a:pt x="15" y="0"/>
                  </a:cubicBezTo>
                  <a:cubicBezTo>
                    <a:pt x="6" y="0"/>
                    <a:pt x="0" y="7"/>
                    <a:pt x="0" y="15"/>
                  </a:cubicBezTo>
                  <a:cubicBezTo>
                    <a:pt x="0" y="24"/>
                    <a:pt x="6" y="29"/>
                    <a:pt x="15" y="29"/>
                  </a:cubicBezTo>
                  <a:cubicBezTo>
                    <a:pt x="74" y="29"/>
                    <a:pt x="74" y="29"/>
                    <a:pt x="74" y="29"/>
                  </a:cubicBezTo>
                  <a:cubicBezTo>
                    <a:pt x="82" y="29"/>
                    <a:pt x="87" y="24"/>
                    <a:pt x="87" y="15"/>
                  </a:cubicBezTo>
                  <a:cubicBezTo>
                    <a:pt x="87"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9" name="Freeform 470">
              <a:extLst>
                <a:ext uri="{FF2B5EF4-FFF2-40B4-BE49-F238E27FC236}">
                  <a16:creationId xmlns:a16="http://schemas.microsoft.com/office/drawing/2014/main" id="{F7F3DA7F-AC5C-D4FE-6897-5FAEF94BDEAC}"/>
                </a:ext>
              </a:extLst>
            </p:cNvPr>
            <p:cNvSpPr>
              <a:spLocks noChangeArrowheads="1"/>
            </p:cNvSpPr>
            <p:nvPr/>
          </p:nvSpPr>
          <p:spPr bwMode="auto">
            <a:xfrm>
              <a:off x="6294438" y="5718175"/>
              <a:ext cx="11112" cy="31750"/>
            </a:xfrm>
            <a:custGeom>
              <a:avLst/>
              <a:gdLst>
                <a:gd name="T0" fmla="*/ 0 w 30"/>
                <a:gd name="T1" fmla="*/ 74 h 89"/>
                <a:gd name="T2" fmla="*/ 0 w 30"/>
                <a:gd name="T3" fmla="*/ 74 h 89"/>
                <a:gd name="T4" fmla="*/ 15 w 30"/>
                <a:gd name="T5" fmla="*/ 88 h 89"/>
                <a:gd name="T6" fmla="*/ 29 w 30"/>
                <a:gd name="T7" fmla="*/ 74 h 89"/>
                <a:gd name="T8" fmla="*/ 29 w 30"/>
                <a:gd name="T9" fmla="*/ 15 h 89"/>
                <a:gd name="T10" fmla="*/ 15 w 30"/>
                <a:gd name="T11" fmla="*/ 0 h 89"/>
                <a:gd name="T12" fmla="*/ 0 w 30"/>
                <a:gd name="T13" fmla="*/ 15 h 89"/>
                <a:gd name="T14" fmla="*/ 0 w 30"/>
                <a:gd name="T15" fmla="*/ 7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74"/>
                  </a:moveTo>
                  <a:lnTo>
                    <a:pt x="0" y="74"/>
                  </a:lnTo>
                  <a:cubicBezTo>
                    <a:pt x="0" y="82"/>
                    <a:pt x="7" y="88"/>
                    <a:pt x="15" y="88"/>
                  </a:cubicBezTo>
                  <a:cubicBezTo>
                    <a:pt x="23" y="88"/>
                    <a:pt x="29" y="82"/>
                    <a:pt x="29" y="74"/>
                  </a:cubicBezTo>
                  <a:cubicBezTo>
                    <a:pt x="29" y="15"/>
                    <a:pt x="29" y="15"/>
                    <a:pt x="29" y="15"/>
                  </a:cubicBezTo>
                  <a:cubicBezTo>
                    <a:pt x="29" y="7"/>
                    <a:pt x="23" y="0"/>
                    <a:pt x="15"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0" name="Freeform 471">
            <a:extLst>
              <a:ext uri="{FF2B5EF4-FFF2-40B4-BE49-F238E27FC236}">
                <a16:creationId xmlns:a16="http://schemas.microsoft.com/office/drawing/2014/main" id="{0756580D-AD50-EA89-57B5-A045BFA9DFF7}"/>
              </a:ext>
            </a:extLst>
          </p:cNvPr>
          <p:cNvSpPr>
            <a:spLocks noChangeArrowheads="1"/>
          </p:cNvSpPr>
          <p:nvPr/>
        </p:nvSpPr>
        <p:spPr bwMode="auto">
          <a:xfrm>
            <a:off x="6802561" y="5164560"/>
            <a:ext cx="211138" cy="239713"/>
          </a:xfrm>
          <a:custGeom>
            <a:avLst/>
            <a:gdLst>
              <a:gd name="T0" fmla="*/ 44 w 587"/>
              <a:gd name="T1" fmla="*/ 479 h 666"/>
              <a:gd name="T2" fmla="*/ 44 w 587"/>
              <a:gd name="T3" fmla="*/ 479 h 666"/>
              <a:gd name="T4" fmla="*/ 187 w 587"/>
              <a:gd name="T5" fmla="*/ 479 h 666"/>
              <a:gd name="T6" fmla="*/ 522 w 587"/>
              <a:gd name="T7" fmla="*/ 659 h 666"/>
              <a:gd name="T8" fmla="*/ 542 w 587"/>
              <a:gd name="T9" fmla="*/ 665 h 666"/>
              <a:gd name="T10" fmla="*/ 572 w 587"/>
              <a:gd name="T11" fmla="*/ 652 h 666"/>
              <a:gd name="T12" fmla="*/ 586 w 587"/>
              <a:gd name="T13" fmla="*/ 621 h 666"/>
              <a:gd name="T14" fmla="*/ 586 w 587"/>
              <a:gd name="T15" fmla="*/ 45 h 666"/>
              <a:gd name="T16" fmla="*/ 572 w 587"/>
              <a:gd name="T17" fmla="*/ 14 h 666"/>
              <a:gd name="T18" fmla="*/ 542 w 587"/>
              <a:gd name="T19" fmla="*/ 2 h 666"/>
              <a:gd name="T20" fmla="*/ 522 w 587"/>
              <a:gd name="T21" fmla="*/ 6 h 666"/>
              <a:gd name="T22" fmla="*/ 187 w 587"/>
              <a:gd name="T23" fmla="*/ 186 h 666"/>
              <a:gd name="T24" fmla="*/ 44 w 587"/>
              <a:gd name="T25" fmla="*/ 186 h 666"/>
              <a:gd name="T26" fmla="*/ 0 w 587"/>
              <a:gd name="T27" fmla="*/ 229 h 666"/>
              <a:gd name="T28" fmla="*/ 0 w 587"/>
              <a:gd name="T29" fmla="*/ 435 h 666"/>
              <a:gd name="T30" fmla="*/ 44 w 587"/>
              <a:gd name="T31" fmla="*/ 479 h 666"/>
              <a:gd name="T32" fmla="*/ 535 w 587"/>
              <a:gd name="T33" fmla="*/ 32 h 666"/>
              <a:gd name="T34" fmla="*/ 535 w 587"/>
              <a:gd name="T35" fmla="*/ 32 h 666"/>
              <a:gd name="T36" fmla="*/ 542 w 587"/>
              <a:gd name="T37" fmla="*/ 30 h 666"/>
              <a:gd name="T38" fmla="*/ 552 w 587"/>
              <a:gd name="T39" fmla="*/ 35 h 666"/>
              <a:gd name="T40" fmla="*/ 556 w 587"/>
              <a:gd name="T41" fmla="*/ 45 h 666"/>
              <a:gd name="T42" fmla="*/ 556 w 587"/>
              <a:gd name="T43" fmla="*/ 621 h 666"/>
              <a:gd name="T44" fmla="*/ 552 w 587"/>
              <a:gd name="T45" fmla="*/ 630 h 666"/>
              <a:gd name="T46" fmla="*/ 542 w 587"/>
              <a:gd name="T47" fmla="*/ 634 h 666"/>
              <a:gd name="T48" fmla="*/ 535 w 587"/>
              <a:gd name="T49" fmla="*/ 633 h 666"/>
              <a:gd name="T50" fmla="*/ 204 w 587"/>
              <a:gd name="T51" fmla="*/ 456 h 666"/>
              <a:gd name="T52" fmla="*/ 204 w 587"/>
              <a:gd name="T53" fmla="*/ 210 h 666"/>
              <a:gd name="T54" fmla="*/ 535 w 587"/>
              <a:gd name="T55" fmla="*/ 32 h 666"/>
              <a:gd name="T56" fmla="*/ 29 w 587"/>
              <a:gd name="T57" fmla="*/ 229 h 666"/>
              <a:gd name="T58" fmla="*/ 29 w 587"/>
              <a:gd name="T59" fmla="*/ 229 h 666"/>
              <a:gd name="T60" fmla="*/ 44 w 587"/>
              <a:gd name="T61" fmla="*/ 216 h 666"/>
              <a:gd name="T62" fmla="*/ 176 w 587"/>
              <a:gd name="T63" fmla="*/ 216 h 666"/>
              <a:gd name="T64" fmla="*/ 176 w 587"/>
              <a:gd name="T65" fmla="*/ 449 h 666"/>
              <a:gd name="T66" fmla="*/ 44 w 587"/>
              <a:gd name="T67" fmla="*/ 449 h 666"/>
              <a:gd name="T68" fmla="*/ 29 w 587"/>
              <a:gd name="T69" fmla="*/ 435 h 666"/>
              <a:gd name="T70" fmla="*/ 29 w 587"/>
              <a:gd name="T71" fmla="*/ 229 h 6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87" h="666">
                <a:moveTo>
                  <a:pt x="44" y="479"/>
                </a:moveTo>
                <a:lnTo>
                  <a:pt x="44" y="479"/>
                </a:lnTo>
                <a:cubicBezTo>
                  <a:pt x="187" y="479"/>
                  <a:pt x="187" y="479"/>
                  <a:pt x="187" y="479"/>
                </a:cubicBezTo>
                <a:cubicBezTo>
                  <a:pt x="522" y="659"/>
                  <a:pt x="522" y="659"/>
                  <a:pt x="522" y="659"/>
                </a:cubicBezTo>
                <a:cubicBezTo>
                  <a:pt x="527" y="663"/>
                  <a:pt x="535" y="665"/>
                  <a:pt x="542" y="665"/>
                </a:cubicBezTo>
                <a:cubicBezTo>
                  <a:pt x="553" y="665"/>
                  <a:pt x="564" y="659"/>
                  <a:pt x="572" y="652"/>
                </a:cubicBezTo>
                <a:cubicBezTo>
                  <a:pt x="581" y="644"/>
                  <a:pt x="586" y="633"/>
                  <a:pt x="586" y="621"/>
                </a:cubicBezTo>
                <a:cubicBezTo>
                  <a:pt x="586" y="45"/>
                  <a:pt x="586" y="45"/>
                  <a:pt x="586" y="45"/>
                </a:cubicBezTo>
                <a:cubicBezTo>
                  <a:pt x="586" y="32"/>
                  <a:pt x="581" y="21"/>
                  <a:pt x="572" y="14"/>
                </a:cubicBezTo>
                <a:cubicBezTo>
                  <a:pt x="564" y="6"/>
                  <a:pt x="553" y="2"/>
                  <a:pt x="542" y="2"/>
                </a:cubicBezTo>
                <a:cubicBezTo>
                  <a:pt x="535" y="0"/>
                  <a:pt x="527" y="3"/>
                  <a:pt x="522" y="6"/>
                </a:cubicBezTo>
                <a:cubicBezTo>
                  <a:pt x="187" y="186"/>
                  <a:pt x="187" y="186"/>
                  <a:pt x="187" y="186"/>
                </a:cubicBezTo>
                <a:cubicBezTo>
                  <a:pt x="44" y="186"/>
                  <a:pt x="44" y="186"/>
                  <a:pt x="44" y="186"/>
                </a:cubicBezTo>
                <a:cubicBezTo>
                  <a:pt x="19" y="186"/>
                  <a:pt x="0" y="206"/>
                  <a:pt x="0" y="229"/>
                </a:cubicBezTo>
                <a:cubicBezTo>
                  <a:pt x="0" y="435"/>
                  <a:pt x="0" y="435"/>
                  <a:pt x="0" y="435"/>
                </a:cubicBezTo>
                <a:cubicBezTo>
                  <a:pt x="0" y="459"/>
                  <a:pt x="19" y="479"/>
                  <a:pt x="44" y="479"/>
                </a:cubicBezTo>
                <a:close/>
                <a:moveTo>
                  <a:pt x="535" y="32"/>
                </a:moveTo>
                <a:lnTo>
                  <a:pt x="535" y="32"/>
                </a:lnTo>
                <a:cubicBezTo>
                  <a:pt x="537" y="30"/>
                  <a:pt x="539" y="30"/>
                  <a:pt x="542" y="30"/>
                </a:cubicBezTo>
                <a:cubicBezTo>
                  <a:pt x="545" y="30"/>
                  <a:pt x="549" y="32"/>
                  <a:pt x="552" y="35"/>
                </a:cubicBezTo>
                <a:cubicBezTo>
                  <a:pt x="555" y="37"/>
                  <a:pt x="556" y="40"/>
                  <a:pt x="556" y="45"/>
                </a:cubicBezTo>
                <a:cubicBezTo>
                  <a:pt x="556" y="621"/>
                  <a:pt x="556" y="621"/>
                  <a:pt x="556" y="621"/>
                </a:cubicBezTo>
                <a:cubicBezTo>
                  <a:pt x="556" y="625"/>
                  <a:pt x="555" y="628"/>
                  <a:pt x="552" y="630"/>
                </a:cubicBezTo>
                <a:cubicBezTo>
                  <a:pt x="549" y="633"/>
                  <a:pt x="545" y="634"/>
                  <a:pt x="542" y="634"/>
                </a:cubicBezTo>
                <a:cubicBezTo>
                  <a:pt x="539" y="634"/>
                  <a:pt x="537" y="634"/>
                  <a:pt x="535" y="633"/>
                </a:cubicBezTo>
                <a:cubicBezTo>
                  <a:pt x="204" y="456"/>
                  <a:pt x="204" y="456"/>
                  <a:pt x="204" y="456"/>
                </a:cubicBezTo>
                <a:cubicBezTo>
                  <a:pt x="204" y="210"/>
                  <a:pt x="204" y="210"/>
                  <a:pt x="204" y="210"/>
                </a:cubicBezTo>
                <a:lnTo>
                  <a:pt x="535" y="32"/>
                </a:lnTo>
                <a:close/>
                <a:moveTo>
                  <a:pt x="29" y="229"/>
                </a:moveTo>
                <a:lnTo>
                  <a:pt x="29" y="229"/>
                </a:lnTo>
                <a:cubicBezTo>
                  <a:pt x="29" y="223"/>
                  <a:pt x="36" y="216"/>
                  <a:pt x="44" y="216"/>
                </a:cubicBezTo>
                <a:cubicBezTo>
                  <a:pt x="176" y="216"/>
                  <a:pt x="176" y="216"/>
                  <a:pt x="176" y="216"/>
                </a:cubicBezTo>
                <a:cubicBezTo>
                  <a:pt x="176" y="449"/>
                  <a:pt x="176" y="449"/>
                  <a:pt x="176" y="449"/>
                </a:cubicBezTo>
                <a:cubicBezTo>
                  <a:pt x="44" y="449"/>
                  <a:pt x="44" y="449"/>
                  <a:pt x="44" y="449"/>
                </a:cubicBezTo>
                <a:cubicBezTo>
                  <a:pt x="36" y="449"/>
                  <a:pt x="29" y="444"/>
                  <a:pt x="29" y="435"/>
                </a:cubicBezTo>
                <a:lnTo>
                  <a:pt x="29" y="229"/>
                </a:lnTo>
                <a:close/>
              </a:path>
            </a:pathLst>
          </a:custGeom>
          <a:solidFill>
            <a:schemeClr val="tx2"/>
          </a:solidFill>
          <a:ln>
            <a:noFill/>
          </a:ln>
          <a:effectLst/>
        </p:spPr>
        <p:txBody>
          <a:bodyPr wrap="none" anchor="ctr"/>
          <a:lstStyle/>
          <a:p>
            <a:endParaRPr lang="da-DK"/>
          </a:p>
        </p:txBody>
      </p:sp>
      <p:sp>
        <p:nvSpPr>
          <p:cNvPr id="571" name="Freeform 472">
            <a:extLst>
              <a:ext uri="{FF2B5EF4-FFF2-40B4-BE49-F238E27FC236}">
                <a16:creationId xmlns:a16="http://schemas.microsoft.com/office/drawing/2014/main" id="{F033030C-A416-A03A-73C6-F22ADF078492}"/>
              </a:ext>
            </a:extLst>
          </p:cNvPr>
          <p:cNvSpPr>
            <a:spLocks noChangeArrowheads="1"/>
          </p:cNvSpPr>
          <p:nvPr/>
        </p:nvSpPr>
        <p:spPr bwMode="auto">
          <a:xfrm>
            <a:off x="6297736" y="5157416"/>
            <a:ext cx="254000" cy="254000"/>
          </a:xfrm>
          <a:custGeom>
            <a:avLst/>
            <a:gdLst>
              <a:gd name="T0" fmla="*/ 688 w 704"/>
              <a:gd name="T1" fmla="*/ 0 h 705"/>
              <a:gd name="T2" fmla="*/ 688 w 704"/>
              <a:gd name="T3" fmla="*/ 0 h 705"/>
              <a:gd name="T4" fmla="*/ 659 w 704"/>
              <a:gd name="T5" fmla="*/ 0 h 705"/>
              <a:gd name="T6" fmla="*/ 44 w 704"/>
              <a:gd name="T7" fmla="*/ 0 h 705"/>
              <a:gd name="T8" fmla="*/ 15 w 704"/>
              <a:gd name="T9" fmla="*/ 0 h 705"/>
              <a:gd name="T10" fmla="*/ 0 w 704"/>
              <a:gd name="T11" fmla="*/ 15 h 705"/>
              <a:gd name="T12" fmla="*/ 15 w 704"/>
              <a:gd name="T13" fmla="*/ 29 h 705"/>
              <a:gd name="T14" fmla="*/ 29 w 704"/>
              <a:gd name="T15" fmla="*/ 29 h 705"/>
              <a:gd name="T16" fmla="*/ 29 w 704"/>
              <a:gd name="T17" fmla="*/ 88 h 705"/>
              <a:gd name="T18" fmla="*/ 264 w 704"/>
              <a:gd name="T19" fmla="*/ 398 h 705"/>
              <a:gd name="T20" fmla="*/ 264 w 704"/>
              <a:gd name="T21" fmla="*/ 688 h 705"/>
              <a:gd name="T22" fmla="*/ 271 w 704"/>
              <a:gd name="T23" fmla="*/ 700 h 705"/>
              <a:gd name="T24" fmla="*/ 284 w 704"/>
              <a:gd name="T25" fmla="*/ 701 h 705"/>
              <a:gd name="T26" fmla="*/ 430 w 704"/>
              <a:gd name="T27" fmla="*/ 644 h 705"/>
              <a:gd name="T28" fmla="*/ 440 w 704"/>
              <a:gd name="T29" fmla="*/ 630 h 705"/>
              <a:gd name="T30" fmla="*/ 440 w 704"/>
              <a:gd name="T31" fmla="*/ 398 h 705"/>
              <a:gd name="T32" fmla="*/ 674 w 704"/>
              <a:gd name="T33" fmla="*/ 88 h 705"/>
              <a:gd name="T34" fmla="*/ 674 w 704"/>
              <a:gd name="T35" fmla="*/ 29 h 705"/>
              <a:gd name="T36" fmla="*/ 688 w 704"/>
              <a:gd name="T37" fmla="*/ 29 h 705"/>
              <a:gd name="T38" fmla="*/ 703 w 704"/>
              <a:gd name="T39" fmla="*/ 15 h 705"/>
              <a:gd name="T40" fmla="*/ 688 w 704"/>
              <a:gd name="T41" fmla="*/ 0 h 705"/>
              <a:gd name="T42" fmla="*/ 644 w 704"/>
              <a:gd name="T43" fmla="*/ 88 h 705"/>
              <a:gd name="T44" fmla="*/ 644 w 704"/>
              <a:gd name="T45" fmla="*/ 88 h 705"/>
              <a:gd name="T46" fmla="*/ 422 w 704"/>
              <a:gd name="T47" fmla="*/ 372 h 705"/>
              <a:gd name="T48" fmla="*/ 420 w 704"/>
              <a:gd name="T49" fmla="*/ 373 h 705"/>
              <a:gd name="T50" fmla="*/ 418 w 704"/>
              <a:gd name="T51" fmla="*/ 375 h 705"/>
              <a:gd name="T52" fmla="*/ 416 w 704"/>
              <a:gd name="T53" fmla="*/ 376 h 705"/>
              <a:gd name="T54" fmla="*/ 414 w 704"/>
              <a:gd name="T55" fmla="*/ 377 h 705"/>
              <a:gd name="T56" fmla="*/ 412 w 704"/>
              <a:gd name="T57" fmla="*/ 380 h 705"/>
              <a:gd name="T58" fmla="*/ 411 w 704"/>
              <a:gd name="T59" fmla="*/ 383 h 705"/>
              <a:gd name="T60" fmla="*/ 411 w 704"/>
              <a:gd name="T61" fmla="*/ 386 h 705"/>
              <a:gd name="T62" fmla="*/ 411 w 704"/>
              <a:gd name="T63" fmla="*/ 387 h 705"/>
              <a:gd name="T64" fmla="*/ 411 w 704"/>
              <a:gd name="T65" fmla="*/ 387 h 705"/>
              <a:gd name="T66" fmla="*/ 411 w 704"/>
              <a:gd name="T67" fmla="*/ 620 h 705"/>
              <a:gd name="T68" fmla="*/ 293 w 704"/>
              <a:gd name="T69" fmla="*/ 667 h 705"/>
              <a:gd name="T70" fmla="*/ 293 w 704"/>
              <a:gd name="T71" fmla="*/ 387 h 705"/>
              <a:gd name="T72" fmla="*/ 293 w 704"/>
              <a:gd name="T73" fmla="*/ 386 h 705"/>
              <a:gd name="T74" fmla="*/ 293 w 704"/>
              <a:gd name="T75" fmla="*/ 383 h 705"/>
              <a:gd name="T76" fmla="*/ 291 w 704"/>
              <a:gd name="T77" fmla="*/ 380 h 705"/>
              <a:gd name="T78" fmla="*/ 290 w 704"/>
              <a:gd name="T79" fmla="*/ 377 h 705"/>
              <a:gd name="T80" fmla="*/ 289 w 704"/>
              <a:gd name="T81" fmla="*/ 376 h 705"/>
              <a:gd name="T82" fmla="*/ 286 w 704"/>
              <a:gd name="T83" fmla="*/ 375 h 705"/>
              <a:gd name="T84" fmla="*/ 283 w 704"/>
              <a:gd name="T85" fmla="*/ 373 h 705"/>
              <a:gd name="T86" fmla="*/ 282 w 704"/>
              <a:gd name="T87" fmla="*/ 372 h 705"/>
              <a:gd name="T88" fmla="*/ 59 w 704"/>
              <a:gd name="T89" fmla="*/ 88 h 705"/>
              <a:gd name="T90" fmla="*/ 59 w 704"/>
              <a:gd name="T91" fmla="*/ 29 h 705"/>
              <a:gd name="T92" fmla="*/ 644 w 704"/>
              <a:gd name="T93" fmla="*/ 29 h 705"/>
              <a:gd name="T94" fmla="*/ 644 w 704"/>
              <a:gd name="T95" fmla="*/ 88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705">
                <a:moveTo>
                  <a:pt x="688" y="0"/>
                </a:moveTo>
                <a:lnTo>
                  <a:pt x="688" y="0"/>
                </a:lnTo>
                <a:cubicBezTo>
                  <a:pt x="659" y="0"/>
                  <a:pt x="659" y="0"/>
                  <a:pt x="659" y="0"/>
                </a:cubicBezTo>
                <a:cubicBezTo>
                  <a:pt x="44" y="0"/>
                  <a:pt x="44" y="0"/>
                  <a:pt x="44" y="0"/>
                </a:cubicBezTo>
                <a:cubicBezTo>
                  <a:pt x="15" y="0"/>
                  <a:pt x="15" y="0"/>
                  <a:pt x="15" y="0"/>
                </a:cubicBezTo>
                <a:cubicBezTo>
                  <a:pt x="7" y="0"/>
                  <a:pt x="0" y="7"/>
                  <a:pt x="0" y="15"/>
                </a:cubicBezTo>
                <a:cubicBezTo>
                  <a:pt x="0" y="23"/>
                  <a:pt x="7" y="29"/>
                  <a:pt x="15" y="29"/>
                </a:cubicBezTo>
                <a:cubicBezTo>
                  <a:pt x="29" y="29"/>
                  <a:pt x="29" y="29"/>
                  <a:pt x="29" y="29"/>
                </a:cubicBezTo>
                <a:cubicBezTo>
                  <a:pt x="29" y="88"/>
                  <a:pt x="29" y="88"/>
                  <a:pt x="29" y="88"/>
                </a:cubicBezTo>
                <a:cubicBezTo>
                  <a:pt x="29" y="236"/>
                  <a:pt x="129" y="360"/>
                  <a:pt x="264" y="398"/>
                </a:cubicBezTo>
                <a:cubicBezTo>
                  <a:pt x="264" y="688"/>
                  <a:pt x="264" y="688"/>
                  <a:pt x="264" y="688"/>
                </a:cubicBezTo>
                <a:cubicBezTo>
                  <a:pt x="264" y="693"/>
                  <a:pt x="267" y="697"/>
                  <a:pt x="271" y="700"/>
                </a:cubicBezTo>
                <a:cubicBezTo>
                  <a:pt x="275" y="703"/>
                  <a:pt x="279" y="704"/>
                  <a:pt x="284" y="701"/>
                </a:cubicBezTo>
                <a:cubicBezTo>
                  <a:pt x="430" y="644"/>
                  <a:pt x="430" y="644"/>
                  <a:pt x="430" y="644"/>
                </a:cubicBezTo>
                <a:cubicBezTo>
                  <a:pt x="435" y="641"/>
                  <a:pt x="440" y="636"/>
                  <a:pt x="440" y="630"/>
                </a:cubicBezTo>
                <a:cubicBezTo>
                  <a:pt x="440" y="398"/>
                  <a:pt x="440" y="398"/>
                  <a:pt x="440" y="398"/>
                </a:cubicBezTo>
                <a:cubicBezTo>
                  <a:pt x="576" y="360"/>
                  <a:pt x="674" y="236"/>
                  <a:pt x="674" y="88"/>
                </a:cubicBezTo>
                <a:cubicBezTo>
                  <a:pt x="674" y="29"/>
                  <a:pt x="674" y="29"/>
                  <a:pt x="674" y="29"/>
                </a:cubicBezTo>
                <a:cubicBezTo>
                  <a:pt x="688" y="29"/>
                  <a:pt x="688" y="29"/>
                  <a:pt x="688" y="29"/>
                </a:cubicBezTo>
                <a:cubicBezTo>
                  <a:pt x="696" y="29"/>
                  <a:pt x="703" y="23"/>
                  <a:pt x="703" y="15"/>
                </a:cubicBezTo>
                <a:cubicBezTo>
                  <a:pt x="703" y="7"/>
                  <a:pt x="696" y="0"/>
                  <a:pt x="688" y="0"/>
                </a:cubicBezTo>
                <a:close/>
                <a:moveTo>
                  <a:pt x="644" y="88"/>
                </a:moveTo>
                <a:lnTo>
                  <a:pt x="644" y="88"/>
                </a:lnTo>
                <a:cubicBezTo>
                  <a:pt x="644" y="226"/>
                  <a:pt x="549" y="342"/>
                  <a:pt x="422" y="372"/>
                </a:cubicBezTo>
                <a:lnTo>
                  <a:pt x="420" y="373"/>
                </a:lnTo>
                <a:cubicBezTo>
                  <a:pt x="419" y="373"/>
                  <a:pt x="419" y="373"/>
                  <a:pt x="418" y="375"/>
                </a:cubicBezTo>
                <a:cubicBezTo>
                  <a:pt x="418" y="375"/>
                  <a:pt x="416" y="375"/>
                  <a:pt x="416" y="376"/>
                </a:cubicBezTo>
                <a:cubicBezTo>
                  <a:pt x="415" y="376"/>
                  <a:pt x="415" y="377"/>
                  <a:pt x="414" y="377"/>
                </a:cubicBezTo>
                <a:cubicBezTo>
                  <a:pt x="414" y="379"/>
                  <a:pt x="412" y="379"/>
                  <a:pt x="412" y="380"/>
                </a:cubicBezTo>
                <a:cubicBezTo>
                  <a:pt x="412" y="382"/>
                  <a:pt x="412" y="382"/>
                  <a:pt x="411" y="383"/>
                </a:cubicBezTo>
                <a:cubicBezTo>
                  <a:pt x="411" y="383"/>
                  <a:pt x="411" y="384"/>
                  <a:pt x="411" y="386"/>
                </a:cubicBezTo>
                <a:cubicBezTo>
                  <a:pt x="411" y="386"/>
                  <a:pt x="411" y="386"/>
                  <a:pt x="411" y="387"/>
                </a:cubicBezTo>
                <a:lnTo>
                  <a:pt x="411" y="387"/>
                </a:lnTo>
                <a:cubicBezTo>
                  <a:pt x="411" y="620"/>
                  <a:pt x="411" y="620"/>
                  <a:pt x="411" y="620"/>
                </a:cubicBezTo>
                <a:cubicBezTo>
                  <a:pt x="293" y="667"/>
                  <a:pt x="293" y="667"/>
                  <a:pt x="293" y="667"/>
                </a:cubicBezTo>
                <a:cubicBezTo>
                  <a:pt x="293" y="387"/>
                  <a:pt x="293" y="387"/>
                  <a:pt x="293" y="387"/>
                </a:cubicBezTo>
                <a:cubicBezTo>
                  <a:pt x="293" y="386"/>
                  <a:pt x="293" y="386"/>
                  <a:pt x="293" y="386"/>
                </a:cubicBezTo>
                <a:cubicBezTo>
                  <a:pt x="293" y="384"/>
                  <a:pt x="293" y="383"/>
                  <a:pt x="293" y="383"/>
                </a:cubicBezTo>
                <a:cubicBezTo>
                  <a:pt x="293" y="382"/>
                  <a:pt x="291" y="382"/>
                  <a:pt x="291" y="380"/>
                </a:cubicBezTo>
                <a:cubicBezTo>
                  <a:pt x="291" y="379"/>
                  <a:pt x="290" y="379"/>
                  <a:pt x="290" y="377"/>
                </a:cubicBezTo>
                <a:lnTo>
                  <a:pt x="289" y="376"/>
                </a:lnTo>
                <a:cubicBezTo>
                  <a:pt x="287" y="375"/>
                  <a:pt x="287" y="375"/>
                  <a:pt x="286" y="375"/>
                </a:cubicBezTo>
                <a:cubicBezTo>
                  <a:pt x="284" y="373"/>
                  <a:pt x="284" y="373"/>
                  <a:pt x="283" y="373"/>
                </a:cubicBezTo>
                <a:cubicBezTo>
                  <a:pt x="283" y="373"/>
                  <a:pt x="283" y="372"/>
                  <a:pt x="282" y="372"/>
                </a:cubicBezTo>
                <a:cubicBezTo>
                  <a:pt x="154" y="342"/>
                  <a:pt x="59" y="226"/>
                  <a:pt x="59" y="88"/>
                </a:cubicBezTo>
                <a:cubicBezTo>
                  <a:pt x="59" y="29"/>
                  <a:pt x="59" y="29"/>
                  <a:pt x="59" y="29"/>
                </a:cubicBezTo>
                <a:cubicBezTo>
                  <a:pt x="644" y="29"/>
                  <a:pt x="644" y="29"/>
                  <a:pt x="644" y="29"/>
                </a:cubicBezTo>
                <a:lnTo>
                  <a:pt x="644" y="88"/>
                </a:lnTo>
                <a:close/>
              </a:path>
            </a:pathLst>
          </a:custGeom>
          <a:solidFill>
            <a:schemeClr val="tx2"/>
          </a:solidFill>
          <a:ln>
            <a:noFill/>
          </a:ln>
          <a:effectLst/>
        </p:spPr>
        <p:txBody>
          <a:bodyPr wrap="none" anchor="ctr"/>
          <a:lstStyle/>
          <a:p>
            <a:endParaRPr lang="da-DK"/>
          </a:p>
        </p:txBody>
      </p:sp>
      <p:sp>
        <p:nvSpPr>
          <p:cNvPr id="572" name="Freeform 474">
            <a:extLst>
              <a:ext uri="{FF2B5EF4-FFF2-40B4-BE49-F238E27FC236}">
                <a16:creationId xmlns:a16="http://schemas.microsoft.com/office/drawing/2014/main" id="{9719BDEE-406A-F939-048B-1A6741DDF1FA}"/>
              </a:ext>
            </a:extLst>
          </p:cNvPr>
          <p:cNvSpPr>
            <a:spLocks noChangeArrowheads="1"/>
          </p:cNvSpPr>
          <p:nvPr/>
        </p:nvSpPr>
        <p:spPr bwMode="auto">
          <a:xfrm>
            <a:off x="4780086" y="5157416"/>
            <a:ext cx="254000" cy="254000"/>
          </a:xfrm>
          <a:custGeom>
            <a:avLst/>
            <a:gdLst>
              <a:gd name="T0" fmla="*/ 449 w 704"/>
              <a:gd name="T1" fmla="*/ 181 h 704"/>
              <a:gd name="T2" fmla="*/ 449 w 704"/>
              <a:gd name="T3" fmla="*/ 181 h 704"/>
              <a:gd name="T4" fmla="*/ 571 w 704"/>
              <a:gd name="T5" fmla="*/ 264 h 704"/>
              <a:gd name="T6" fmla="*/ 703 w 704"/>
              <a:gd name="T7" fmla="*/ 132 h 704"/>
              <a:gd name="T8" fmla="*/ 571 w 704"/>
              <a:gd name="T9" fmla="*/ 0 h 704"/>
              <a:gd name="T10" fmla="*/ 440 w 704"/>
              <a:gd name="T11" fmla="*/ 132 h 704"/>
              <a:gd name="T12" fmla="*/ 441 w 704"/>
              <a:gd name="T13" fmla="*/ 152 h 704"/>
              <a:gd name="T14" fmla="*/ 243 w 704"/>
              <a:gd name="T15" fmla="*/ 265 h 704"/>
              <a:gd name="T16" fmla="*/ 132 w 704"/>
              <a:gd name="T17" fmla="*/ 205 h 704"/>
              <a:gd name="T18" fmla="*/ 0 w 704"/>
              <a:gd name="T19" fmla="*/ 336 h 704"/>
              <a:gd name="T20" fmla="*/ 132 w 704"/>
              <a:gd name="T21" fmla="*/ 468 h 704"/>
              <a:gd name="T22" fmla="*/ 243 w 704"/>
              <a:gd name="T23" fmla="*/ 409 h 704"/>
              <a:gd name="T24" fmla="*/ 447 w 704"/>
              <a:gd name="T25" fmla="*/ 526 h 704"/>
              <a:gd name="T26" fmla="*/ 448 w 704"/>
              <a:gd name="T27" fmla="*/ 526 h 704"/>
              <a:gd name="T28" fmla="*/ 440 w 704"/>
              <a:gd name="T29" fmla="*/ 571 h 704"/>
              <a:gd name="T30" fmla="*/ 571 w 704"/>
              <a:gd name="T31" fmla="*/ 703 h 704"/>
              <a:gd name="T32" fmla="*/ 703 w 704"/>
              <a:gd name="T33" fmla="*/ 571 h 704"/>
              <a:gd name="T34" fmla="*/ 571 w 704"/>
              <a:gd name="T35" fmla="*/ 439 h 704"/>
              <a:gd name="T36" fmla="*/ 462 w 704"/>
              <a:gd name="T37" fmla="*/ 500 h 704"/>
              <a:gd name="T38" fmla="*/ 257 w 704"/>
              <a:gd name="T39" fmla="*/ 383 h 704"/>
              <a:gd name="T40" fmla="*/ 256 w 704"/>
              <a:gd name="T41" fmla="*/ 383 h 704"/>
              <a:gd name="T42" fmla="*/ 264 w 704"/>
              <a:gd name="T43" fmla="*/ 336 h 704"/>
              <a:gd name="T44" fmla="*/ 256 w 704"/>
              <a:gd name="T45" fmla="*/ 291 h 704"/>
              <a:gd name="T46" fmla="*/ 257 w 704"/>
              <a:gd name="T47" fmla="*/ 291 h 704"/>
              <a:gd name="T48" fmla="*/ 449 w 704"/>
              <a:gd name="T49" fmla="*/ 181 h 704"/>
              <a:gd name="T50" fmla="*/ 499 w 704"/>
              <a:gd name="T51" fmla="*/ 59 h 704"/>
              <a:gd name="T52" fmla="*/ 499 w 704"/>
              <a:gd name="T53" fmla="*/ 59 h 704"/>
              <a:gd name="T54" fmla="*/ 571 w 704"/>
              <a:gd name="T55" fmla="*/ 29 h 704"/>
              <a:gd name="T56" fmla="*/ 644 w 704"/>
              <a:gd name="T57" fmla="*/ 59 h 704"/>
              <a:gd name="T58" fmla="*/ 674 w 704"/>
              <a:gd name="T59" fmla="*/ 132 h 704"/>
              <a:gd name="T60" fmla="*/ 644 w 704"/>
              <a:gd name="T61" fmla="*/ 205 h 704"/>
              <a:gd name="T62" fmla="*/ 571 w 704"/>
              <a:gd name="T63" fmla="*/ 235 h 704"/>
              <a:gd name="T64" fmla="*/ 499 w 704"/>
              <a:gd name="T65" fmla="*/ 205 h 704"/>
              <a:gd name="T66" fmla="*/ 469 w 704"/>
              <a:gd name="T67" fmla="*/ 132 h 704"/>
              <a:gd name="T68" fmla="*/ 499 w 704"/>
              <a:gd name="T69" fmla="*/ 59 h 704"/>
              <a:gd name="T70" fmla="*/ 499 w 704"/>
              <a:gd name="T71" fmla="*/ 498 h 704"/>
              <a:gd name="T72" fmla="*/ 499 w 704"/>
              <a:gd name="T73" fmla="*/ 498 h 704"/>
              <a:gd name="T74" fmla="*/ 571 w 704"/>
              <a:gd name="T75" fmla="*/ 468 h 704"/>
              <a:gd name="T76" fmla="*/ 644 w 704"/>
              <a:gd name="T77" fmla="*/ 498 h 704"/>
              <a:gd name="T78" fmla="*/ 674 w 704"/>
              <a:gd name="T79" fmla="*/ 571 h 704"/>
              <a:gd name="T80" fmla="*/ 644 w 704"/>
              <a:gd name="T81" fmla="*/ 644 h 704"/>
              <a:gd name="T82" fmla="*/ 571 w 704"/>
              <a:gd name="T83" fmla="*/ 674 h 704"/>
              <a:gd name="T84" fmla="*/ 499 w 704"/>
              <a:gd name="T85" fmla="*/ 644 h 704"/>
              <a:gd name="T86" fmla="*/ 469 w 704"/>
              <a:gd name="T87" fmla="*/ 571 h 704"/>
              <a:gd name="T88" fmla="*/ 499 w 704"/>
              <a:gd name="T89" fmla="*/ 498 h 704"/>
              <a:gd name="T90" fmla="*/ 205 w 704"/>
              <a:gd name="T91" fmla="*/ 409 h 704"/>
              <a:gd name="T92" fmla="*/ 205 w 704"/>
              <a:gd name="T93" fmla="*/ 409 h 704"/>
              <a:gd name="T94" fmla="*/ 132 w 704"/>
              <a:gd name="T95" fmla="*/ 439 h 704"/>
              <a:gd name="T96" fmla="*/ 59 w 704"/>
              <a:gd name="T97" fmla="*/ 409 h 704"/>
              <a:gd name="T98" fmla="*/ 29 w 704"/>
              <a:gd name="T99" fmla="*/ 336 h 704"/>
              <a:gd name="T100" fmla="*/ 59 w 704"/>
              <a:gd name="T101" fmla="*/ 265 h 704"/>
              <a:gd name="T102" fmla="*/ 132 w 704"/>
              <a:gd name="T103" fmla="*/ 235 h 704"/>
              <a:gd name="T104" fmla="*/ 205 w 704"/>
              <a:gd name="T105" fmla="*/ 265 h 704"/>
              <a:gd name="T106" fmla="*/ 235 w 704"/>
              <a:gd name="T107" fmla="*/ 336 h 704"/>
              <a:gd name="T108" fmla="*/ 205 w 704"/>
              <a:gd name="T109" fmla="*/ 40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4" h="704">
                <a:moveTo>
                  <a:pt x="449" y="181"/>
                </a:moveTo>
                <a:lnTo>
                  <a:pt x="449" y="181"/>
                </a:lnTo>
                <a:cubicBezTo>
                  <a:pt x="469" y="229"/>
                  <a:pt x="517" y="264"/>
                  <a:pt x="571" y="264"/>
                </a:cubicBezTo>
                <a:cubicBezTo>
                  <a:pt x="644" y="264"/>
                  <a:pt x="703" y="205"/>
                  <a:pt x="703" y="132"/>
                </a:cubicBezTo>
                <a:cubicBezTo>
                  <a:pt x="703" y="59"/>
                  <a:pt x="644" y="0"/>
                  <a:pt x="571" y="0"/>
                </a:cubicBezTo>
                <a:cubicBezTo>
                  <a:pt x="499" y="0"/>
                  <a:pt x="440" y="59"/>
                  <a:pt x="440" y="132"/>
                </a:cubicBezTo>
                <a:cubicBezTo>
                  <a:pt x="440" y="139"/>
                  <a:pt x="441" y="145"/>
                  <a:pt x="441" y="152"/>
                </a:cubicBezTo>
                <a:cubicBezTo>
                  <a:pt x="243" y="265"/>
                  <a:pt x="243" y="265"/>
                  <a:pt x="243" y="265"/>
                </a:cubicBezTo>
                <a:cubicBezTo>
                  <a:pt x="219" y="229"/>
                  <a:pt x="179" y="205"/>
                  <a:pt x="132" y="205"/>
                </a:cubicBezTo>
                <a:cubicBezTo>
                  <a:pt x="59" y="205"/>
                  <a:pt x="0" y="264"/>
                  <a:pt x="0" y="336"/>
                </a:cubicBezTo>
                <a:cubicBezTo>
                  <a:pt x="0" y="410"/>
                  <a:pt x="59" y="468"/>
                  <a:pt x="132" y="468"/>
                </a:cubicBezTo>
                <a:cubicBezTo>
                  <a:pt x="179" y="468"/>
                  <a:pt x="219" y="445"/>
                  <a:pt x="243" y="409"/>
                </a:cubicBezTo>
                <a:cubicBezTo>
                  <a:pt x="447" y="526"/>
                  <a:pt x="447" y="526"/>
                  <a:pt x="447" y="526"/>
                </a:cubicBezTo>
                <a:cubicBezTo>
                  <a:pt x="448" y="526"/>
                  <a:pt x="448" y="526"/>
                  <a:pt x="448" y="526"/>
                </a:cubicBezTo>
                <a:cubicBezTo>
                  <a:pt x="442" y="539"/>
                  <a:pt x="440" y="555"/>
                  <a:pt x="440" y="571"/>
                </a:cubicBezTo>
                <a:cubicBezTo>
                  <a:pt x="440" y="644"/>
                  <a:pt x="499" y="703"/>
                  <a:pt x="571" y="703"/>
                </a:cubicBezTo>
                <a:cubicBezTo>
                  <a:pt x="644" y="703"/>
                  <a:pt x="703" y="644"/>
                  <a:pt x="703" y="571"/>
                </a:cubicBezTo>
                <a:cubicBezTo>
                  <a:pt x="703" y="498"/>
                  <a:pt x="644" y="439"/>
                  <a:pt x="571" y="439"/>
                </a:cubicBezTo>
                <a:cubicBezTo>
                  <a:pt x="525" y="439"/>
                  <a:pt x="485" y="464"/>
                  <a:pt x="462" y="500"/>
                </a:cubicBezTo>
                <a:cubicBezTo>
                  <a:pt x="257" y="383"/>
                  <a:pt x="257" y="383"/>
                  <a:pt x="257" y="383"/>
                </a:cubicBezTo>
                <a:lnTo>
                  <a:pt x="256" y="383"/>
                </a:lnTo>
                <a:cubicBezTo>
                  <a:pt x="261" y="368"/>
                  <a:pt x="264" y="353"/>
                  <a:pt x="264" y="336"/>
                </a:cubicBezTo>
                <a:cubicBezTo>
                  <a:pt x="264" y="321"/>
                  <a:pt x="261" y="306"/>
                  <a:pt x="256" y="291"/>
                </a:cubicBezTo>
                <a:lnTo>
                  <a:pt x="257" y="291"/>
                </a:lnTo>
                <a:lnTo>
                  <a:pt x="449" y="181"/>
                </a:lnTo>
                <a:close/>
                <a:moveTo>
                  <a:pt x="499" y="59"/>
                </a:moveTo>
                <a:lnTo>
                  <a:pt x="499" y="59"/>
                </a:lnTo>
                <a:cubicBezTo>
                  <a:pt x="518" y="41"/>
                  <a:pt x="543" y="29"/>
                  <a:pt x="571" y="29"/>
                </a:cubicBezTo>
                <a:cubicBezTo>
                  <a:pt x="600" y="29"/>
                  <a:pt x="625" y="41"/>
                  <a:pt x="644" y="59"/>
                </a:cubicBezTo>
                <a:cubicBezTo>
                  <a:pt x="662" y="78"/>
                  <a:pt x="674" y="103"/>
                  <a:pt x="674" y="132"/>
                </a:cubicBezTo>
                <a:cubicBezTo>
                  <a:pt x="674" y="161"/>
                  <a:pt x="662" y="185"/>
                  <a:pt x="644" y="205"/>
                </a:cubicBezTo>
                <a:cubicBezTo>
                  <a:pt x="625" y="222"/>
                  <a:pt x="600" y="235"/>
                  <a:pt x="571" y="235"/>
                </a:cubicBezTo>
                <a:cubicBezTo>
                  <a:pt x="543" y="235"/>
                  <a:pt x="518" y="222"/>
                  <a:pt x="499" y="205"/>
                </a:cubicBezTo>
                <a:cubicBezTo>
                  <a:pt x="481" y="185"/>
                  <a:pt x="469" y="161"/>
                  <a:pt x="469" y="132"/>
                </a:cubicBezTo>
                <a:cubicBezTo>
                  <a:pt x="469" y="103"/>
                  <a:pt x="481" y="78"/>
                  <a:pt x="499" y="59"/>
                </a:cubicBezTo>
                <a:close/>
                <a:moveTo>
                  <a:pt x="499" y="498"/>
                </a:moveTo>
                <a:lnTo>
                  <a:pt x="499" y="498"/>
                </a:lnTo>
                <a:cubicBezTo>
                  <a:pt x="518" y="480"/>
                  <a:pt x="543" y="468"/>
                  <a:pt x="571" y="468"/>
                </a:cubicBezTo>
                <a:cubicBezTo>
                  <a:pt x="600" y="468"/>
                  <a:pt x="625" y="480"/>
                  <a:pt x="644" y="498"/>
                </a:cubicBezTo>
                <a:cubicBezTo>
                  <a:pt x="662" y="517"/>
                  <a:pt x="674" y="542"/>
                  <a:pt x="674" y="571"/>
                </a:cubicBezTo>
                <a:cubicBezTo>
                  <a:pt x="674" y="600"/>
                  <a:pt x="662" y="625"/>
                  <a:pt x="644" y="644"/>
                </a:cubicBezTo>
                <a:cubicBezTo>
                  <a:pt x="625" y="662"/>
                  <a:pt x="600" y="674"/>
                  <a:pt x="571" y="674"/>
                </a:cubicBezTo>
                <a:cubicBezTo>
                  <a:pt x="543" y="674"/>
                  <a:pt x="518" y="662"/>
                  <a:pt x="499" y="644"/>
                </a:cubicBezTo>
                <a:cubicBezTo>
                  <a:pt x="481" y="625"/>
                  <a:pt x="469" y="600"/>
                  <a:pt x="469" y="571"/>
                </a:cubicBezTo>
                <a:cubicBezTo>
                  <a:pt x="469" y="542"/>
                  <a:pt x="481" y="517"/>
                  <a:pt x="499" y="498"/>
                </a:cubicBezTo>
                <a:close/>
                <a:moveTo>
                  <a:pt x="205" y="409"/>
                </a:moveTo>
                <a:lnTo>
                  <a:pt x="205" y="409"/>
                </a:lnTo>
                <a:cubicBezTo>
                  <a:pt x="186" y="428"/>
                  <a:pt x="161" y="439"/>
                  <a:pt x="132" y="439"/>
                </a:cubicBezTo>
                <a:cubicBezTo>
                  <a:pt x="103" y="439"/>
                  <a:pt x="79" y="428"/>
                  <a:pt x="59" y="409"/>
                </a:cubicBezTo>
                <a:cubicBezTo>
                  <a:pt x="42" y="391"/>
                  <a:pt x="29" y="365"/>
                  <a:pt x="29" y="336"/>
                </a:cubicBezTo>
                <a:cubicBezTo>
                  <a:pt x="29" y="309"/>
                  <a:pt x="42" y="283"/>
                  <a:pt x="59" y="265"/>
                </a:cubicBezTo>
                <a:cubicBezTo>
                  <a:pt x="79" y="246"/>
                  <a:pt x="103" y="235"/>
                  <a:pt x="132" y="235"/>
                </a:cubicBezTo>
                <a:cubicBezTo>
                  <a:pt x="161" y="235"/>
                  <a:pt x="186" y="246"/>
                  <a:pt x="205" y="265"/>
                </a:cubicBezTo>
                <a:cubicBezTo>
                  <a:pt x="223" y="283"/>
                  <a:pt x="235" y="309"/>
                  <a:pt x="235" y="336"/>
                </a:cubicBezTo>
                <a:cubicBezTo>
                  <a:pt x="235" y="365"/>
                  <a:pt x="223" y="391"/>
                  <a:pt x="205" y="409"/>
                </a:cubicBezTo>
                <a:close/>
              </a:path>
            </a:pathLst>
          </a:custGeom>
          <a:solidFill>
            <a:schemeClr val="tx2"/>
          </a:solidFill>
          <a:ln>
            <a:noFill/>
          </a:ln>
          <a:effectLst/>
        </p:spPr>
        <p:txBody>
          <a:bodyPr wrap="none" anchor="ctr"/>
          <a:lstStyle/>
          <a:p>
            <a:endParaRPr lang="da-DK"/>
          </a:p>
        </p:txBody>
      </p:sp>
      <p:grpSp>
        <p:nvGrpSpPr>
          <p:cNvPr id="573" name="Group 577">
            <a:extLst>
              <a:ext uri="{FF2B5EF4-FFF2-40B4-BE49-F238E27FC236}">
                <a16:creationId xmlns:a16="http://schemas.microsoft.com/office/drawing/2014/main" id="{98E021F2-5C95-2CC1-8A1B-E78F17989CC6}"/>
              </a:ext>
            </a:extLst>
          </p:cNvPr>
          <p:cNvGrpSpPr/>
          <p:nvPr/>
        </p:nvGrpSpPr>
        <p:grpSpPr>
          <a:xfrm>
            <a:off x="5284911" y="4663703"/>
            <a:ext cx="254000" cy="254000"/>
            <a:chOff x="4143375" y="5011738"/>
            <a:chExt cx="254000" cy="254000"/>
          </a:xfrm>
          <a:solidFill>
            <a:schemeClr val="tx2"/>
          </a:solidFill>
        </p:grpSpPr>
        <p:sp>
          <p:nvSpPr>
            <p:cNvPr id="574" name="Freeform 475">
              <a:extLst>
                <a:ext uri="{FF2B5EF4-FFF2-40B4-BE49-F238E27FC236}">
                  <a16:creationId xmlns:a16="http://schemas.microsoft.com/office/drawing/2014/main" id="{DEF832D6-472D-54C0-51C9-AFBB5549153A}"/>
                </a:ext>
              </a:extLst>
            </p:cNvPr>
            <p:cNvSpPr>
              <a:spLocks noChangeArrowheads="1"/>
            </p:cNvSpPr>
            <p:nvPr/>
          </p:nvSpPr>
          <p:spPr bwMode="auto">
            <a:xfrm>
              <a:off x="4143375" y="5011738"/>
              <a:ext cx="254000" cy="254000"/>
            </a:xfrm>
            <a:custGeom>
              <a:avLst/>
              <a:gdLst>
                <a:gd name="T0" fmla="*/ 73 w 704"/>
                <a:gd name="T1" fmla="*/ 703 h 704"/>
                <a:gd name="T2" fmla="*/ 73 w 704"/>
                <a:gd name="T3" fmla="*/ 703 h 704"/>
                <a:gd name="T4" fmla="*/ 630 w 704"/>
                <a:gd name="T5" fmla="*/ 703 h 704"/>
                <a:gd name="T6" fmla="*/ 703 w 704"/>
                <a:gd name="T7" fmla="*/ 630 h 704"/>
                <a:gd name="T8" fmla="*/ 703 w 704"/>
                <a:gd name="T9" fmla="*/ 73 h 704"/>
                <a:gd name="T10" fmla="*/ 630 w 704"/>
                <a:gd name="T11" fmla="*/ 0 h 704"/>
                <a:gd name="T12" fmla="*/ 73 w 704"/>
                <a:gd name="T13" fmla="*/ 0 h 704"/>
                <a:gd name="T14" fmla="*/ 0 w 704"/>
                <a:gd name="T15" fmla="*/ 73 h 704"/>
                <a:gd name="T16" fmla="*/ 0 w 704"/>
                <a:gd name="T17" fmla="*/ 630 h 704"/>
                <a:gd name="T18" fmla="*/ 73 w 704"/>
                <a:gd name="T19" fmla="*/ 703 h 704"/>
                <a:gd name="T20" fmla="*/ 29 w 704"/>
                <a:gd name="T21" fmla="*/ 73 h 704"/>
                <a:gd name="T22" fmla="*/ 29 w 704"/>
                <a:gd name="T23" fmla="*/ 73 h 704"/>
                <a:gd name="T24" fmla="*/ 73 w 704"/>
                <a:gd name="T25" fmla="*/ 29 h 704"/>
                <a:gd name="T26" fmla="*/ 630 w 704"/>
                <a:gd name="T27" fmla="*/ 29 h 704"/>
                <a:gd name="T28" fmla="*/ 674 w 704"/>
                <a:gd name="T29" fmla="*/ 73 h 704"/>
                <a:gd name="T30" fmla="*/ 674 w 704"/>
                <a:gd name="T31" fmla="*/ 630 h 704"/>
                <a:gd name="T32" fmla="*/ 630 w 704"/>
                <a:gd name="T33" fmla="*/ 674 h 704"/>
                <a:gd name="T34" fmla="*/ 73 w 704"/>
                <a:gd name="T35" fmla="*/ 674 h 704"/>
                <a:gd name="T36" fmla="*/ 29 w 704"/>
                <a:gd name="T37" fmla="*/ 630 h 704"/>
                <a:gd name="T38" fmla="*/ 29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3" y="703"/>
                  </a:moveTo>
                  <a:lnTo>
                    <a:pt x="73" y="703"/>
                  </a:lnTo>
                  <a:cubicBezTo>
                    <a:pt x="630" y="703"/>
                    <a:pt x="630" y="703"/>
                    <a:pt x="630" y="703"/>
                  </a:cubicBezTo>
                  <a:cubicBezTo>
                    <a:pt x="670" y="703"/>
                    <a:pt x="703" y="670"/>
                    <a:pt x="703" y="630"/>
                  </a:cubicBezTo>
                  <a:cubicBezTo>
                    <a:pt x="703" y="73"/>
                    <a:pt x="703" y="73"/>
                    <a:pt x="703" y="73"/>
                  </a:cubicBezTo>
                  <a:cubicBezTo>
                    <a:pt x="703" y="33"/>
                    <a:pt x="670" y="0"/>
                    <a:pt x="630" y="0"/>
                  </a:cubicBezTo>
                  <a:cubicBezTo>
                    <a:pt x="73" y="0"/>
                    <a:pt x="73" y="0"/>
                    <a:pt x="73" y="0"/>
                  </a:cubicBezTo>
                  <a:cubicBezTo>
                    <a:pt x="33" y="0"/>
                    <a:pt x="0" y="33"/>
                    <a:pt x="0" y="73"/>
                  </a:cubicBezTo>
                  <a:cubicBezTo>
                    <a:pt x="0" y="630"/>
                    <a:pt x="0" y="630"/>
                    <a:pt x="0" y="630"/>
                  </a:cubicBezTo>
                  <a:cubicBezTo>
                    <a:pt x="0" y="670"/>
                    <a:pt x="33" y="703"/>
                    <a:pt x="73" y="703"/>
                  </a:cubicBezTo>
                  <a:close/>
                  <a:moveTo>
                    <a:pt x="29" y="73"/>
                  </a:moveTo>
                  <a:lnTo>
                    <a:pt x="29" y="73"/>
                  </a:lnTo>
                  <a:cubicBezTo>
                    <a:pt x="29" y="50"/>
                    <a:pt x="50" y="31"/>
                    <a:pt x="73" y="29"/>
                  </a:cubicBezTo>
                  <a:cubicBezTo>
                    <a:pt x="630" y="29"/>
                    <a:pt x="630" y="29"/>
                    <a:pt x="630" y="29"/>
                  </a:cubicBezTo>
                  <a:cubicBezTo>
                    <a:pt x="653" y="31"/>
                    <a:pt x="674" y="50"/>
                    <a:pt x="674" y="73"/>
                  </a:cubicBezTo>
                  <a:cubicBezTo>
                    <a:pt x="674" y="630"/>
                    <a:pt x="674" y="630"/>
                    <a:pt x="674" y="630"/>
                  </a:cubicBezTo>
                  <a:cubicBezTo>
                    <a:pt x="674" y="654"/>
                    <a:pt x="653" y="674"/>
                    <a:pt x="630" y="674"/>
                  </a:cubicBezTo>
                  <a:cubicBezTo>
                    <a:pt x="73" y="674"/>
                    <a:pt x="73" y="674"/>
                    <a:pt x="73" y="674"/>
                  </a:cubicBezTo>
                  <a:cubicBezTo>
                    <a:pt x="50" y="674"/>
                    <a:pt x="29" y="654"/>
                    <a:pt x="29" y="630"/>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5" name="Freeform 476">
              <a:extLst>
                <a:ext uri="{FF2B5EF4-FFF2-40B4-BE49-F238E27FC236}">
                  <a16:creationId xmlns:a16="http://schemas.microsoft.com/office/drawing/2014/main" id="{E840DD3F-BDDA-68DD-3408-A557AA1B0F56}"/>
                </a:ext>
              </a:extLst>
            </p:cNvPr>
            <p:cNvSpPr>
              <a:spLocks noChangeArrowheads="1"/>
            </p:cNvSpPr>
            <p:nvPr/>
          </p:nvSpPr>
          <p:spPr bwMode="auto">
            <a:xfrm>
              <a:off x="4175125" y="5043488"/>
              <a:ext cx="190500" cy="190500"/>
            </a:xfrm>
            <a:custGeom>
              <a:avLst/>
              <a:gdLst>
                <a:gd name="T0" fmla="*/ 15 w 528"/>
                <a:gd name="T1" fmla="*/ 176 h 528"/>
                <a:gd name="T2" fmla="*/ 15 w 528"/>
                <a:gd name="T3" fmla="*/ 176 h 528"/>
                <a:gd name="T4" fmla="*/ 29 w 528"/>
                <a:gd name="T5" fmla="*/ 161 h 528"/>
                <a:gd name="T6" fmla="*/ 29 w 528"/>
                <a:gd name="T7" fmla="*/ 161 h 528"/>
                <a:gd name="T8" fmla="*/ 29 w 528"/>
                <a:gd name="T9" fmla="*/ 51 h 528"/>
                <a:gd name="T10" fmla="*/ 478 w 528"/>
                <a:gd name="T11" fmla="*/ 499 h 528"/>
                <a:gd name="T12" fmla="*/ 366 w 528"/>
                <a:gd name="T13" fmla="*/ 499 h 528"/>
                <a:gd name="T14" fmla="*/ 351 w 528"/>
                <a:gd name="T15" fmla="*/ 512 h 528"/>
                <a:gd name="T16" fmla="*/ 366 w 528"/>
                <a:gd name="T17" fmla="*/ 527 h 528"/>
                <a:gd name="T18" fmla="*/ 512 w 528"/>
                <a:gd name="T19" fmla="*/ 527 h 528"/>
                <a:gd name="T20" fmla="*/ 513 w 528"/>
                <a:gd name="T21" fmla="*/ 527 h 528"/>
                <a:gd name="T22" fmla="*/ 517 w 528"/>
                <a:gd name="T23" fmla="*/ 526 h 528"/>
                <a:gd name="T24" fmla="*/ 523 w 528"/>
                <a:gd name="T25" fmla="*/ 523 h 528"/>
                <a:gd name="T26" fmla="*/ 523 w 528"/>
                <a:gd name="T27" fmla="*/ 523 h 528"/>
                <a:gd name="T28" fmla="*/ 523 w 528"/>
                <a:gd name="T29" fmla="*/ 523 h 528"/>
                <a:gd name="T30" fmla="*/ 526 w 528"/>
                <a:gd name="T31" fmla="*/ 519 h 528"/>
                <a:gd name="T32" fmla="*/ 527 w 528"/>
                <a:gd name="T33" fmla="*/ 512 h 528"/>
                <a:gd name="T34" fmla="*/ 527 w 528"/>
                <a:gd name="T35" fmla="*/ 367 h 528"/>
                <a:gd name="T36" fmla="*/ 512 w 528"/>
                <a:gd name="T37" fmla="*/ 352 h 528"/>
                <a:gd name="T38" fmla="*/ 498 w 528"/>
                <a:gd name="T39" fmla="*/ 367 h 528"/>
                <a:gd name="T40" fmla="*/ 498 w 528"/>
                <a:gd name="T41" fmla="*/ 478 h 528"/>
                <a:gd name="T42" fmla="*/ 51 w 528"/>
                <a:gd name="T43" fmla="*/ 29 h 528"/>
                <a:gd name="T44" fmla="*/ 161 w 528"/>
                <a:gd name="T45" fmla="*/ 29 h 528"/>
                <a:gd name="T46" fmla="*/ 176 w 528"/>
                <a:gd name="T47" fmla="*/ 15 h 528"/>
                <a:gd name="T48" fmla="*/ 161 w 528"/>
                <a:gd name="T49" fmla="*/ 0 h 528"/>
                <a:gd name="T50" fmla="*/ 15 w 528"/>
                <a:gd name="T51" fmla="*/ 0 h 528"/>
                <a:gd name="T52" fmla="*/ 15 w 528"/>
                <a:gd name="T53" fmla="*/ 0 h 528"/>
                <a:gd name="T54" fmla="*/ 10 w 528"/>
                <a:gd name="T55" fmla="*/ 2 h 528"/>
                <a:gd name="T56" fmla="*/ 4 w 528"/>
                <a:gd name="T57" fmla="*/ 4 h 528"/>
                <a:gd name="T58" fmla="*/ 1 w 528"/>
                <a:gd name="T59" fmla="*/ 10 h 528"/>
                <a:gd name="T60" fmla="*/ 0 w 528"/>
                <a:gd name="T61" fmla="*/ 15 h 528"/>
                <a:gd name="T62" fmla="*/ 0 w 528"/>
                <a:gd name="T63" fmla="*/ 161 h 528"/>
                <a:gd name="T64" fmla="*/ 15 w 528"/>
                <a:gd name="T65" fmla="*/ 1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528">
                  <a:moveTo>
                    <a:pt x="15" y="176"/>
                  </a:moveTo>
                  <a:lnTo>
                    <a:pt x="15" y="176"/>
                  </a:lnTo>
                  <a:cubicBezTo>
                    <a:pt x="23" y="176"/>
                    <a:pt x="29" y="169"/>
                    <a:pt x="29" y="161"/>
                  </a:cubicBezTo>
                  <a:lnTo>
                    <a:pt x="29" y="161"/>
                  </a:lnTo>
                  <a:cubicBezTo>
                    <a:pt x="29" y="51"/>
                    <a:pt x="29" y="51"/>
                    <a:pt x="29" y="51"/>
                  </a:cubicBezTo>
                  <a:cubicBezTo>
                    <a:pt x="478" y="499"/>
                    <a:pt x="478" y="499"/>
                    <a:pt x="478" y="499"/>
                  </a:cubicBezTo>
                  <a:cubicBezTo>
                    <a:pt x="366" y="499"/>
                    <a:pt x="366" y="499"/>
                    <a:pt x="366" y="499"/>
                  </a:cubicBezTo>
                  <a:cubicBezTo>
                    <a:pt x="358" y="499"/>
                    <a:pt x="351" y="505"/>
                    <a:pt x="351" y="512"/>
                  </a:cubicBezTo>
                  <a:cubicBezTo>
                    <a:pt x="351" y="520"/>
                    <a:pt x="358" y="527"/>
                    <a:pt x="366" y="527"/>
                  </a:cubicBezTo>
                  <a:cubicBezTo>
                    <a:pt x="512" y="527"/>
                    <a:pt x="512" y="527"/>
                    <a:pt x="512" y="527"/>
                  </a:cubicBezTo>
                  <a:lnTo>
                    <a:pt x="513" y="527"/>
                  </a:lnTo>
                  <a:cubicBezTo>
                    <a:pt x="515" y="527"/>
                    <a:pt x="516" y="527"/>
                    <a:pt x="517" y="526"/>
                  </a:cubicBezTo>
                  <a:cubicBezTo>
                    <a:pt x="520" y="526"/>
                    <a:pt x="522" y="525"/>
                    <a:pt x="523" y="523"/>
                  </a:cubicBezTo>
                  <a:lnTo>
                    <a:pt x="523" y="523"/>
                  </a:lnTo>
                  <a:lnTo>
                    <a:pt x="523" y="523"/>
                  </a:lnTo>
                  <a:cubicBezTo>
                    <a:pt x="524" y="522"/>
                    <a:pt x="526" y="520"/>
                    <a:pt x="526" y="519"/>
                  </a:cubicBezTo>
                  <a:cubicBezTo>
                    <a:pt x="527" y="516"/>
                    <a:pt x="527" y="515"/>
                    <a:pt x="527" y="512"/>
                  </a:cubicBezTo>
                  <a:cubicBezTo>
                    <a:pt x="527" y="367"/>
                    <a:pt x="527" y="367"/>
                    <a:pt x="527" y="367"/>
                  </a:cubicBezTo>
                  <a:cubicBezTo>
                    <a:pt x="527" y="359"/>
                    <a:pt x="520" y="352"/>
                    <a:pt x="512" y="352"/>
                  </a:cubicBezTo>
                  <a:cubicBezTo>
                    <a:pt x="505" y="352"/>
                    <a:pt x="498" y="359"/>
                    <a:pt x="498" y="367"/>
                  </a:cubicBezTo>
                  <a:cubicBezTo>
                    <a:pt x="498" y="478"/>
                    <a:pt x="498" y="478"/>
                    <a:pt x="498" y="478"/>
                  </a:cubicBezTo>
                  <a:cubicBezTo>
                    <a:pt x="51" y="29"/>
                    <a:pt x="51" y="29"/>
                    <a:pt x="51" y="29"/>
                  </a:cubicBezTo>
                  <a:cubicBezTo>
                    <a:pt x="161" y="29"/>
                    <a:pt x="161" y="29"/>
                    <a:pt x="161" y="29"/>
                  </a:cubicBezTo>
                  <a:cubicBezTo>
                    <a:pt x="169" y="29"/>
                    <a:pt x="176" y="24"/>
                    <a:pt x="176" y="15"/>
                  </a:cubicBezTo>
                  <a:cubicBezTo>
                    <a:pt x="176" y="7"/>
                    <a:pt x="169" y="0"/>
                    <a:pt x="161" y="0"/>
                  </a:cubicBezTo>
                  <a:cubicBezTo>
                    <a:pt x="15" y="0"/>
                    <a:pt x="15" y="0"/>
                    <a:pt x="15" y="0"/>
                  </a:cubicBezTo>
                  <a:lnTo>
                    <a:pt x="15" y="0"/>
                  </a:lnTo>
                  <a:cubicBezTo>
                    <a:pt x="12" y="0"/>
                    <a:pt x="11" y="0"/>
                    <a:pt x="10" y="2"/>
                  </a:cubicBezTo>
                  <a:cubicBezTo>
                    <a:pt x="7" y="2"/>
                    <a:pt x="5" y="3"/>
                    <a:pt x="4" y="4"/>
                  </a:cubicBezTo>
                  <a:cubicBezTo>
                    <a:pt x="3" y="6"/>
                    <a:pt x="1" y="7"/>
                    <a:pt x="1" y="10"/>
                  </a:cubicBezTo>
                  <a:cubicBezTo>
                    <a:pt x="0" y="11"/>
                    <a:pt x="0" y="13"/>
                    <a:pt x="0" y="15"/>
                  </a:cubicBezTo>
                  <a:cubicBezTo>
                    <a:pt x="0" y="161"/>
                    <a:pt x="0" y="161"/>
                    <a:pt x="0" y="161"/>
                  </a:cubicBezTo>
                  <a:cubicBezTo>
                    <a:pt x="0" y="169"/>
                    <a:pt x="7" y="176"/>
                    <a:pt x="15"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76" name="Group 580">
            <a:extLst>
              <a:ext uri="{FF2B5EF4-FFF2-40B4-BE49-F238E27FC236}">
                <a16:creationId xmlns:a16="http://schemas.microsoft.com/office/drawing/2014/main" id="{82EB154C-B360-4645-8B19-E87F83D7BC0E}"/>
              </a:ext>
            </a:extLst>
          </p:cNvPr>
          <p:cNvGrpSpPr/>
          <p:nvPr/>
        </p:nvGrpSpPr>
        <p:grpSpPr>
          <a:xfrm>
            <a:off x="6802561" y="4663703"/>
            <a:ext cx="254000" cy="254000"/>
            <a:chOff x="5661025" y="5011738"/>
            <a:chExt cx="254000" cy="254000"/>
          </a:xfrm>
          <a:solidFill>
            <a:schemeClr val="tx2"/>
          </a:solidFill>
        </p:grpSpPr>
        <p:sp>
          <p:nvSpPr>
            <p:cNvPr id="577" name="Freeform 477">
              <a:extLst>
                <a:ext uri="{FF2B5EF4-FFF2-40B4-BE49-F238E27FC236}">
                  <a16:creationId xmlns:a16="http://schemas.microsoft.com/office/drawing/2014/main" id="{29CED8F8-BDB3-D3B3-F3E6-E26208A4174B}"/>
                </a:ext>
              </a:extLst>
            </p:cNvPr>
            <p:cNvSpPr>
              <a:spLocks noChangeArrowheads="1"/>
            </p:cNvSpPr>
            <p:nvPr/>
          </p:nvSpPr>
          <p:spPr bwMode="auto">
            <a:xfrm>
              <a:off x="5661025" y="5011738"/>
              <a:ext cx="254000" cy="254000"/>
            </a:xfrm>
            <a:custGeom>
              <a:avLst/>
              <a:gdLst>
                <a:gd name="T0" fmla="*/ 351 w 704"/>
                <a:gd name="T1" fmla="*/ 0 h 704"/>
                <a:gd name="T2" fmla="*/ 351 w 704"/>
                <a:gd name="T3" fmla="*/ 0 h 704"/>
                <a:gd name="T4" fmla="*/ 0 w 704"/>
                <a:gd name="T5" fmla="*/ 352 h 704"/>
                <a:gd name="T6" fmla="*/ 351 w 704"/>
                <a:gd name="T7" fmla="*/ 703 h 704"/>
                <a:gd name="T8" fmla="*/ 703 w 704"/>
                <a:gd name="T9" fmla="*/ 352 h 704"/>
                <a:gd name="T10" fmla="*/ 351 w 704"/>
                <a:gd name="T11" fmla="*/ 0 h 704"/>
                <a:gd name="T12" fmla="*/ 579 w 704"/>
                <a:gd name="T13" fmla="*/ 580 h 704"/>
                <a:gd name="T14" fmla="*/ 579 w 704"/>
                <a:gd name="T15" fmla="*/ 580 h 704"/>
                <a:gd name="T16" fmla="*/ 351 w 704"/>
                <a:gd name="T17" fmla="*/ 674 h 704"/>
                <a:gd name="T18" fmla="*/ 123 w 704"/>
                <a:gd name="T19" fmla="*/ 580 h 704"/>
                <a:gd name="T20" fmla="*/ 29 w 704"/>
                <a:gd name="T21" fmla="*/ 352 h 704"/>
                <a:gd name="T22" fmla="*/ 123 w 704"/>
                <a:gd name="T23" fmla="*/ 124 h 704"/>
                <a:gd name="T24" fmla="*/ 351 w 704"/>
                <a:gd name="T25" fmla="*/ 29 h 704"/>
                <a:gd name="T26" fmla="*/ 579 w 704"/>
                <a:gd name="T27" fmla="*/ 124 h 704"/>
                <a:gd name="T28" fmla="*/ 674 w 704"/>
                <a:gd name="T29" fmla="*/ 352 h 704"/>
                <a:gd name="T30" fmla="*/ 579 w 704"/>
                <a:gd name="T31" fmla="*/ 58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1" y="0"/>
                  </a:moveTo>
                  <a:lnTo>
                    <a:pt x="351" y="0"/>
                  </a:lnTo>
                  <a:cubicBezTo>
                    <a:pt x="158" y="0"/>
                    <a:pt x="0" y="158"/>
                    <a:pt x="0" y="352"/>
                  </a:cubicBezTo>
                  <a:cubicBezTo>
                    <a:pt x="0" y="547"/>
                    <a:pt x="158" y="703"/>
                    <a:pt x="351" y="703"/>
                  </a:cubicBezTo>
                  <a:cubicBezTo>
                    <a:pt x="545" y="703"/>
                    <a:pt x="703" y="547"/>
                    <a:pt x="703" y="352"/>
                  </a:cubicBezTo>
                  <a:cubicBezTo>
                    <a:pt x="703" y="158"/>
                    <a:pt x="545" y="0"/>
                    <a:pt x="351" y="0"/>
                  </a:cubicBezTo>
                  <a:close/>
                  <a:moveTo>
                    <a:pt x="579" y="580"/>
                  </a:moveTo>
                  <a:lnTo>
                    <a:pt x="579" y="580"/>
                  </a:lnTo>
                  <a:cubicBezTo>
                    <a:pt x="522" y="639"/>
                    <a:pt x="441" y="674"/>
                    <a:pt x="351" y="674"/>
                  </a:cubicBezTo>
                  <a:cubicBezTo>
                    <a:pt x="262" y="674"/>
                    <a:pt x="183" y="639"/>
                    <a:pt x="123" y="580"/>
                  </a:cubicBezTo>
                  <a:cubicBezTo>
                    <a:pt x="66" y="522"/>
                    <a:pt x="29" y="441"/>
                    <a:pt x="29" y="352"/>
                  </a:cubicBezTo>
                  <a:cubicBezTo>
                    <a:pt x="29" y="263"/>
                    <a:pt x="66" y="183"/>
                    <a:pt x="123" y="124"/>
                  </a:cubicBezTo>
                  <a:cubicBezTo>
                    <a:pt x="183" y="66"/>
                    <a:pt x="262" y="29"/>
                    <a:pt x="351" y="29"/>
                  </a:cubicBezTo>
                  <a:cubicBezTo>
                    <a:pt x="441" y="29"/>
                    <a:pt x="522" y="66"/>
                    <a:pt x="579" y="124"/>
                  </a:cubicBezTo>
                  <a:cubicBezTo>
                    <a:pt x="638" y="183"/>
                    <a:pt x="674" y="263"/>
                    <a:pt x="674" y="352"/>
                  </a:cubicBezTo>
                  <a:cubicBezTo>
                    <a:pt x="674" y="441"/>
                    <a:pt x="638" y="522"/>
                    <a:pt x="579" y="58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8" name="Freeform 478">
              <a:extLst>
                <a:ext uri="{FF2B5EF4-FFF2-40B4-BE49-F238E27FC236}">
                  <a16:creationId xmlns:a16="http://schemas.microsoft.com/office/drawing/2014/main" id="{89662597-5A60-CF0C-46E1-19ACE717D169}"/>
                </a:ext>
              </a:extLst>
            </p:cNvPr>
            <p:cNvSpPr>
              <a:spLocks noChangeArrowheads="1"/>
            </p:cNvSpPr>
            <p:nvPr/>
          </p:nvSpPr>
          <p:spPr bwMode="auto">
            <a:xfrm>
              <a:off x="5746750" y="5211763"/>
              <a:ext cx="84138" cy="11112"/>
            </a:xfrm>
            <a:custGeom>
              <a:avLst/>
              <a:gdLst>
                <a:gd name="T0" fmla="*/ 219 w 234"/>
                <a:gd name="T1" fmla="*/ 0 h 32"/>
                <a:gd name="T2" fmla="*/ 219 w 234"/>
                <a:gd name="T3" fmla="*/ 0 h 32"/>
                <a:gd name="T4" fmla="*/ 13 w 234"/>
                <a:gd name="T5" fmla="*/ 0 h 32"/>
                <a:gd name="T6" fmla="*/ 0 w 234"/>
                <a:gd name="T7" fmla="*/ 15 h 32"/>
                <a:gd name="T8" fmla="*/ 13 w 234"/>
                <a:gd name="T9" fmla="*/ 31 h 32"/>
                <a:gd name="T10" fmla="*/ 219 w 234"/>
                <a:gd name="T11" fmla="*/ 31 h 32"/>
                <a:gd name="T12" fmla="*/ 233 w 234"/>
                <a:gd name="T13" fmla="*/ 15 h 32"/>
                <a:gd name="T14" fmla="*/ 219 w 23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32">
                  <a:moveTo>
                    <a:pt x="219" y="0"/>
                  </a:moveTo>
                  <a:lnTo>
                    <a:pt x="219" y="0"/>
                  </a:lnTo>
                  <a:cubicBezTo>
                    <a:pt x="13" y="0"/>
                    <a:pt x="13" y="0"/>
                    <a:pt x="13" y="0"/>
                  </a:cubicBezTo>
                  <a:cubicBezTo>
                    <a:pt x="7" y="0"/>
                    <a:pt x="0" y="7"/>
                    <a:pt x="0" y="15"/>
                  </a:cubicBezTo>
                  <a:cubicBezTo>
                    <a:pt x="0" y="24"/>
                    <a:pt x="7" y="31"/>
                    <a:pt x="13" y="31"/>
                  </a:cubicBezTo>
                  <a:cubicBezTo>
                    <a:pt x="219" y="31"/>
                    <a:pt x="219" y="31"/>
                    <a:pt x="219" y="31"/>
                  </a:cubicBezTo>
                  <a:cubicBezTo>
                    <a:pt x="228" y="31"/>
                    <a:pt x="233" y="24"/>
                    <a:pt x="233" y="15"/>
                  </a:cubicBezTo>
                  <a:cubicBezTo>
                    <a:pt x="233"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9">
              <a:extLst>
                <a:ext uri="{FF2B5EF4-FFF2-40B4-BE49-F238E27FC236}">
                  <a16:creationId xmlns:a16="http://schemas.microsoft.com/office/drawing/2014/main" id="{DE3C0AAB-F935-0342-E6A5-ECA63470CC96}"/>
                </a:ext>
              </a:extLst>
            </p:cNvPr>
            <p:cNvSpPr>
              <a:spLocks noChangeArrowheads="1"/>
            </p:cNvSpPr>
            <p:nvPr/>
          </p:nvSpPr>
          <p:spPr bwMode="auto">
            <a:xfrm>
              <a:off x="5767388" y="5073650"/>
              <a:ext cx="61912" cy="87313"/>
            </a:xfrm>
            <a:custGeom>
              <a:avLst/>
              <a:gdLst>
                <a:gd name="T0" fmla="*/ 31 w 172"/>
                <a:gd name="T1" fmla="*/ 232 h 241"/>
                <a:gd name="T2" fmla="*/ 31 w 172"/>
                <a:gd name="T3" fmla="*/ 232 h 241"/>
                <a:gd name="T4" fmla="*/ 59 w 172"/>
                <a:gd name="T5" fmla="*/ 240 h 241"/>
                <a:gd name="T6" fmla="*/ 110 w 172"/>
                <a:gd name="T7" fmla="*/ 210 h 241"/>
                <a:gd name="T8" fmla="*/ 98 w 172"/>
                <a:gd name="T9" fmla="*/ 203 h 241"/>
                <a:gd name="T10" fmla="*/ 110 w 172"/>
                <a:gd name="T11" fmla="*/ 210 h 241"/>
                <a:gd name="T12" fmla="*/ 117 w 172"/>
                <a:gd name="T13" fmla="*/ 195 h 241"/>
                <a:gd name="T14" fmla="*/ 150 w 172"/>
                <a:gd name="T15" fmla="*/ 89 h 241"/>
                <a:gd name="T16" fmla="*/ 169 w 172"/>
                <a:gd name="T17" fmla="*/ 20 h 241"/>
                <a:gd name="T18" fmla="*/ 162 w 172"/>
                <a:gd name="T19" fmla="*/ 4 h 241"/>
                <a:gd name="T20" fmla="*/ 144 w 172"/>
                <a:gd name="T21" fmla="*/ 6 h 241"/>
                <a:gd name="T22" fmla="*/ 83 w 172"/>
                <a:gd name="T23" fmla="*/ 70 h 241"/>
                <a:gd name="T24" fmla="*/ 36 w 172"/>
                <a:gd name="T25" fmla="*/ 118 h 241"/>
                <a:gd name="T26" fmla="*/ 20 w 172"/>
                <a:gd name="T27" fmla="*/ 137 h 241"/>
                <a:gd name="T28" fmla="*/ 9 w 172"/>
                <a:gd name="T29" fmla="*/ 152 h 241"/>
                <a:gd name="T30" fmla="*/ 0 w 172"/>
                <a:gd name="T31" fmla="*/ 181 h 241"/>
                <a:gd name="T32" fmla="*/ 31 w 172"/>
                <a:gd name="T33" fmla="*/ 232 h 241"/>
                <a:gd name="T34" fmla="*/ 35 w 172"/>
                <a:gd name="T35" fmla="*/ 166 h 241"/>
                <a:gd name="T36" fmla="*/ 35 w 172"/>
                <a:gd name="T37" fmla="*/ 166 h 241"/>
                <a:gd name="T38" fmla="*/ 42 w 172"/>
                <a:gd name="T39" fmla="*/ 156 h 241"/>
                <a:gd name="T40" fmla="*/ 114 w 172"/>
                <a:gd name="T41" fmla="*/ 78 h 241"/>
                <a:gd name="T42" fmla="*/ 125 w 172"/>
                <a:gd name="T43" fmla="*/ 67 h 241"/>
                <a:gd name="T44" fmla="*/ 107 w 172"/>
                <a:gd name="T45" fmla="*/ 130 h 241"/>
                <a:gd name="T46" fmla="*/ 94 w 172"/>
                <a:gd name="T47" fmla="*/ 173 h 241"/>
                <a:gd name="T48" fmla="*/ 88 w 172"/>
                <a:gd name="T49" fmla="*/ 188 h 241"/>
                <a:gd name="T50" fmla="*/ 85 w 172"/>
                <a:gd name="T51" fmla="*/ 196 h 241"/>
                <a:gd name="T52" fmla="*/ 59 w 172"/>
                <a:gd name="T53" fmla="*/ 210 h 241"/>
                <a:gd name="T54" fmla="*/ 44 w 172"/>
                <a:gd name="T55" fmla="*/ 207 h 241"/>
                <a:gd name="T56" fmla="*/ 31 w 172"/>
                <a:gd name="T57" fmla="*/ 181 h 241"/>
                <a:gd name="T58" fmla="*/ 35 w 172"/>
                <a:gd name="T59" fmla="*/ 166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241">
                  <a:moveTo>
                    <a:pt x="31" y="232"/>
                  </a:moveTo>
                  <a:lnTo>
                    <a:pt x="31" y="232"/>
                  </a:lnTo>
                  <a:cubicBezTo>
                    <a:pt x="39" y="237"/>
                    <a:pt x="50" y="240"/>
                    <a:pt x="59" y="240"/>
                  </a:cubicBezTo>
                  <a:cubicBezTo>
                    <a:pt x="80" y="240"/>
                    <a:pt x="99" y="229"/>
                    <a:pt x="110" y="210"/>
                  </a:cubicBezTo>
                  <a:cubicBezTo>
                    <a:pt x="98" y="203"/>
                    <a:pt x="98" y="203"/>
                    <a:pt x="98" y="203"/>
                  </a:cubicBezTo>
                  <a:cubicBezTo>
                    <a:pt x="110" y="210"/>
                    <a:pt x="110" y="210"/>
                    <a:pt x="110" y="210"/>
                  </a:cubicBezTo>
                  <a:cubicBezTo>
                    <a:pt x="113" y="206"/>
                    <a:pt x="114" y="201"/>
                    <a:pt x="117" y="195"/>
                  </a:cubicBezTo>
                  <a:cubicBezTo>
                    <a:pt x="125" y="170"/>
                    <a:pt x="139" y="127"/>
                    <a:pt x="150" y="89"/>
                  </a:cubicBezTo>
                  <a:cubicBezTo>
                    <a:pt x="160" y="52"/>
                    <a:pt x="169" y="20"/>
                    <a:pt x="169" y="20"/>
                  </a:cubicBezTo>
                  <a:cubicBezTo>
                    <a:pt x="171" y="13"/>
                    <a:pt x="168" y="6"/>
                    <a:pt x="162" y="4"/>
                  </a:cubicBezTo>
                  <a:cubicBezTo>
                    <a:pt x="157" y="0"/>
                    <a:pt x="149" y="1"/>
                    <a:pt x="144" y="6"/>
                  </a:cubicBezTo>
                  <a:cubicBezTo>
                    <a:pt x="144" y="6"/>
                    <a:pt x="114" y="37"/>
                    <a:pt x="83" y="70"/>
                  </a:cubicBezTo>
                  <a:cubicBezTo>
                    <a:pt x="66" y="86"/>
                    <a:pt x="50" y="104"/>
                    <a:pt x="36" y="118"/>
                  </a:cubicBezTo>
                  <a:cubicBezTo>
                    <a:pt x="31" y="126"/>
                    <a:pt x="24" y="131"/>
                    <a:pt x="20" y="137"/>
                  </a:cubicBezTo>
                  <a:cubicBezTo>
                    <a:pt x="14" y="144"/>
                    <a:pt x="11" y="148"/>
                    <a:pt x="9" y="152"/>
                  </a:cubicBezTo>
                  <a:cubicBezTo>
                    <a:pt x="3" y="162"/>
                    <a:pt x="0" y="171"/>
                    <a:pt x="0" y="181"/>
                  </a:cubicBezTo>
                  <a:cubicBezTo>
                    <a:pt x="0" y="201"/>
                    <a:pt x="11" y="221"/>
                    <a:pt x="31" y="232"/>
                  </a:cubicBezTo>
                  <a:close/>
                  <a:moveTo>
                    <a:pt x="35" y="166"/>
                  </a:moveTo>
                  <a:lnTo>
                    <a:pt x="35" y="166"/>
                  </a:lnTo>
                  <a:cubicBezTo>
                    <a:pt x="35" y="166"/>
                    <a:pt x="37" y="162"/>
                    <a:pt x="42" y="156"/>
                  </a:cubicBezTo>
                  <a:cubicBezTo>
                    <a:pt x="57" y="138"/>
                    <a:pt x="88" y="105"/>
                    <a:pt x="114" y="78"/>
                  </a:cubicBezTo>
                  <a:cubicBezTo>
                    <a:pt x="118" y="74"/>
                    <a:pt x="122" y="71"/>
                    <a:pt x="125" y="67"/>
                  </a:cubicBezTo>
                  <a:cubicBezTo>
                    <a:pt x="120" y="86"/>
                    <a:pt x="113" y="109"/>
                    <a:pt x="107" y="130"/>
                  </a:cubicBezTo>
                  <a:cubicBezTo>
                    <a:pt x="102" y="146"/>
                    <a:pt x="98" y="162"/>
                    <a:pt x="94" y="173"/>
                  </a:cubicBezTo>
                  <a:cubicBezTo>
                    <a:pt x="91" y="179"/>
                    <a:pt x="90" y="185"/>
                    <a:pt x="88" y="188"/>
                  </a:cubicBezTo>
                  <a:cubicBezTo>
                    <a:pt x="87" y="192"/>
                    <a:pt x="85" y="195"/>
                    <a:pt x="85" y="196"/>
                  </a:cubicBezTo>
                  <a:cubicBezTo>
                    <a:pt x="80" y="206"/>
                    <a:pt x="69" y="210"/>
                    <a:pt x="59" y="210"/>
                  </a:cubicBezTo>
                  <a:cubicBezTo>
                    <a:pt x="54" y="210"/>
                    <a:pt x="50" y="210"/>
                    <a:pt x="44" y="207"/>
                  </a:cubicBezTo>
                  <a:cubicBezTo>
                    <a:pt x="36" y="201"/>
                    <a:pt x="31" y="192"/>
                    <a:pt x="31" y="181"/>
                  </a:cubicBezTo>
                  <a:cubicBezTo>
                    <a:pt x="31" y="175"/>
                    <a:pt x="32" y="171"/>
                    <a:pt x="35" y="1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80">
              <a:extLst>
                <a:ext uri="{FF2B5EF4-FFF2-40B4-BE49-F238E27FC236}">
                  <a16:creationId xmlns:a16="http://schemas.microsoft.com/office/drawing/2014/main" id="{88692EE5-B74D-3846-675D-7765F6A6CF87}"/>
                </a:ext>
              </a:extLst>
            </p:cNvPr>
            <p:cNvSpPr>
              <a:spLocks noChangeArrowheads="1"/>
            </p:cNvSpPr>
            <p:nvPr/>
          </p:nvSpPr>
          <p:spPr bwMode="auto">
            <a:xfrm>
              <a:off x="5683250" y="5118100"/>
              <a:ext cx="11113" cy="11113"/>
            </a:xfrm>
            <a:custGeom>
              <a:avLst/>
              <a:gdLst>
                <a:gd name="T0" fmla="*/ 14 w 30"/>
                <a:gd name="T1" fmla="*/ 0 h 31"/>
                <a:gd name="T2" fmla="*/ 14 w 30"/>
                <a:gd name="T3" fmla="*/ 0 h 31"/>
                <a:gd name="T4" fmla="*/ 0 w 30"/>
                <a:gd name="T5" fmla="*/ 15 h 31"/>
                <a:gd name="T6" fmla="*/ 14 w 30"/>
                <a:gd name="T7" fmla="*/ 30 h 31"/>
                <a:gd name="T8" fmla="*/ 29 w 30"/>
                <a:gd name="T9" fmla="*/ 15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7"/>
                    <a:pt x="0" y="15"/>
                  </a:cubicBezTo>
                  <a:cubicBezTo>
                    <a:pt x="0" y="23"/>
                    <a:pt x="7" y="30"/>
                    <a:pt x="14" y="30"/>
                  </a:cubicBezTo>
                  <a:cubicBezTo>
                    <a:pt x="22" y="30"/>
                    <a:pt x="29" y="23"/>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81">
              <a:extLst>
                <a:ext uri="{FF2B5EF4-FFF2-40B4-BE49-F238E27FC236}">
                  <a16:creationId xmlns:a16="http://schemas.microsoft.com/office/drawing/2014/main" id="{620A78EF-5F49-8295-CD0C-679B7A666DC2}"/>
                </a:ext>
              </a:extLst>
            </p:cNvPr>
            <p:cNvSpPr>
              <a:spLocks noChangeArrowheads="1"/>
            </p:cNvSpPr>
            <p:nvPr/>
          </p:nvSpPr>
          <p:spPr bwMode="auto">
            <a:xfrm>
              <a:off x="5703888" y="507523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6" y="0"/>
                    <a:pt x="0" y="7"/>
                    <a:pt x="0" y="15"/>
                  </a:cubicBezTo>
                  <a:cubicBezTo>
                    <a:pt x="0" y="23"/>
                    <a:pt x="6"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82">
              <a:extLst>
                <a:ext uri="{FF2B5EF4-FFF2-40B4-BE49-F238E27FC236}">
                  <a16:creationId xmlns:a16="http://schemas.microsoft.com/office/drawing/2014/main" id="{1DE2CBEB-675B-6D43-91CB-13BDFCBA51AC}"/>
                </a:ext>
              </a:extLst>
            </p:cNvPr>
            <p:cNvSpPr>
              <a:spLocks noChangeArrowheads="1"/>
            </p:cNvSpPr>
            <p:nvPr/>
          </p:nvSpPr>
          <p:spPr bwMode="auto">
            <a:xfrm>
              <a:off x="5735638" y="5043488"/>
              <a:ext cx="11112" cy="11112"/>
            </a:xfrm>
            <a:custGeom>
              <a:avLst/>
              <a:gdLst>
                <a:gd name="T0" fmla="*/ 16 w 32"/>
                <a:gd name="T1" fmla="*/ 0 h 30"/>
                <a:gd name="T2" fmla="*/ 16 w 32"/>
                <a:gd name="T3" fmla="*/ 0 h 30"/>
                <a:gd name="T4" fmla="*/ 0 w 32"/>
                <a:gd name="T5" fmla="*/ 15 h 30"/>
                <a:gd name="T6" fmla="*/ 16 w 32"/>
                <a:gd name="T7" fmla="*/ 29 h 30"/>
                <a:gd name="T8" fmla="*/ 31 w 32"/>
                <a:gd name="T9" fmla="*/ 15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5"/>
                  </a:cubicBezTo>
                  <a:cubicBezTo>
                    <a:pt x="0" y="24"/>
                    <a:pt x="7" y="29"/>
                    <a:pt x="16" y="29"/>
                  </a:cubicBezTo>
                  <a:cubicBezTo>
                    <a:pt x="24" y="29"/>
                    <a:pt x="31" y="24"/>
                    <a:pt x="31" y="15"/>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3" name="Freeform 483">
              <a:extLst>
                <a:ext uri="{FF2B5EF4-FFF2-40B4-BE49-F238E27FC236}">
                  <a16:creationId xmlns:a16="http://schemas.microsoft.com/office/drawing/2014/main" id="{29936D47-BBA0-FFA6-05B2-BB9EBABF9A07}"/>
                </a:ext>
              </a:extLst>
            </p:cNvPr>
            <p:cNvSpPr>
              <a:spLocks noChangeArrowheads="1"/>
            </p:cNvSpPr>
            <p:nvPr/>
          </p:nvSpPr>
          <p:spPr bwMode="auto">
            <a:xfrm>
              <a:off x="5783263" y="5033963"/>
              <a:ext cx="11112" cy="11112"/>
            </a:xfrm>
            <a:custGeom>
              <a:avLst/>
              <a:gdLst>
                <a:gd name="T0" fmla="*/ 15 w 31"/>
                <a:gd name="T1" fmla="*/ 29 h 30"/>
                <a:gd name="T2" fmla="*/ 15 w 31"/>
                <a:gd name="T3" fmla="*/ 29 h 30"/>
                <a:gd name="T4" fmla="*/ 30 w 31"/>
                <a:gd name="T5" fmla="*/ 14 h 30"/>
                <a:gd name="T6" fmla="*/ 15 w 31"/>
                <a:gd name="T7" fmla="*/ 0 h 30"/>
                <a:gd name="T8" fmla="*/ 0 w 31"/>
                <a:gd name="T9" fmla="*/ 14 h 30"/>
                <a:gd name="T10" fmla="*/ 15 w 31"/>
                <a:gd name="T11" fmla="*/ 29 h 30"/>
              </a:gdLst>
              <a:ahLst/>
              <a:cxnLst>
                <a:cxn ang="0">
                  <a:pos x="T0" y="T1"/>
                </a:cxn>
                <a:cxn ang="0">
                  <a:pos x="T2" y="T3"/>
                </a:cxn>
                <a:cxn ang="0">
                  <a:pos x="T4" y="T5"/>
                </a:cxn>
                <a:cxn ang="0">
                  <a:pos x="T6" y="T7"/>
                </a:cxn>
                <a:cxn ang="0">
                  <a:pos x="T8" y="T9"/>
                </a:cxn>
                <a:cxn ang="0">
                  <a:pos x="T10" y="T11"/>
                </a:cxn>
              </a:cxnLst>
              <a:rect l="0" t="0" r="r" b="b"/>
              <a:pathLst>
                <a:path w="31" h="30">
                  <a:moveTo>
                    <a:pt x="15" y="29"/>
                  </a:moveTo>
                  <a:lnTo>
                    <a:pt x="15" y="29"/>
                  </a:lnTo>
                  <a:cubicBezTo>
                    <a:pt x="24" y="29"/>
                    <a:pt x="30" y="22"/>
                    <a:pt x="30" y="14"/>
                  </a:cubicBezTo>
                  <a:cubicBezTo>
                    <a:pt x="30"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4" name="Freeform 484">
              <a:extLst>
                <a:ext uri="{FF2B5EF4-FFF2-40B4-BE49-F238E27FC236}">
                  <a16:creationId xmlns:a16="http://schemas.microsoft.com/office/drawing/2014/main" id="{503795DF-8E35-9CB1-9B96-14F8C4D212E2}"/>
                </a:ext>
              </a:extLst>
            </p:cNvPr>
            <p:cNvSpPr>
              <a:spLocks noChangeArrowheads="1"/>
            </p:cNvSpPr>
            <p:nvPr/>
          </p:nvSpPr>
          <p:spPr bwMode="auto">
            <a:xfrm>
              <a:off x="5830888" y="504348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4"/>
                    <a:pt x="7" y="29"/>
                    <a:pt x="15" y="29"/>
                  </a:cubicBezTo>
                  <a:cubicBezTo>
                    <a:pt x="23" y="29"/>
                    <a:pt x="30" y="24"/>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5">
              <a:extLst>
                <a:ext uri="{FF2B5EF4-FFF2-40B4-BE49-F238E27FC236}">
                  <a16:creationId xmlns:a16="http://schemas.microsoft.com/office/drawing/2014/main" id="{FB48F062-05ED-C587-1753-FF54BE9DF917}"/>
                </a:ext>
              </a:extLst>
            </p:cNvPr>
            <p:cNvSpPr>
              <a:spLocks noChangeArrowheads="1"/>
            </p:cNvSpPr>
            <p:nvPr/>
          </p:nvSpPr>
          <p:spPr bwMode="auto">
            <a:xfrm>
              <a:off x="5862638" y="5075238"/>
              <a:ext cx="11112" cy="11112"/>
            </a:xfrm>
            <a:custGeom>
              <a:avLst/>
              <a:gdLst>
                <a:gd name="T0" fmla="*/ 0 w 31"/>
                <a:gd name="T1" fmla="*/ 15 h 30"/>
                <a:gd name="T2" fmla="*/ 0 w 31"/>
                <a:gd name="T3" fmla="*/ 15 h 30"/>
                <a:gd name="T4" fmla="*/ 15 w 31"/>
                <a:gd name="T5" fmla="*/ 29 h 30"/>
                <a:gd name="T6" fmla="*/ 30 w 31"/>
                <a:gd name="T7" fmla="*/ 15 h 30"/>
                <a:gd name="T8" fmla="*/ 15 w 31"/>
                <a:gd name="T9" fmla="*/ 0 h 30"/>
                <a:gd name="T10" fmla="*/ 0 w 31"/>
                <a:gd name="T11" fmla="*/ 15 h 30"/>
              </a:gdLst>
              <a:ahLst/>
              <a:cxnLst>
                <a:cxn ang="0">
                  <a:pos x="T0" y="T1"/>
                </a:cxn>
                <a:cxn ang="0">
                  <a:pos x="T2" y="T3"/>
                </a:cxn>
                <a:cxn ang="0">
                  <a:pos x="T4" y="T5"/>
                </a:cxn>
                <a:cxn ang="0">
                  <a:pos x="T6" y="T7"/>
                </a:cxn>
                <a:cxn ang="0">
                  <a:pos x="T8" y="T9"/>
                </a:cxn>
                <a:cxn ang="0">
                  <a:pos x="T10" y="T11"/>
                </a:cxn>
              </a:cxnLst>
              <a:rect l="0" t="0" r="r" b="b"/>
              <a:pathLst>
                <a:path w="31" h="30">
                  <a:moveTo>
                    <a:pt x="0" y="15"/>
                  </a:moveTo>
                  <a:lnTo>
                    <a:pt x="0" y="15"/>
                  </a:lnTo>
                  <a:cubicBezTo>
                    <a:pt x="0" y="23"/>
                    <a:pt x="7" y="29"/>
                    <a:pt x="15" y="29"/>
                  </a:cubicBezTo>
                  <a:cubicBezTo>
                    <a:pt x="23" y="29"/>
                    <a:pt x="30" y="23"/>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6">
              <a:extLst>
                <a:ext uri="{FF2B5EF4-FFF2-40B4-BE49-F238E27FC236}">
                  <a16:creationId xmlns:a16="http://schemas.microsoft.com/office/drawing/2014/main" id="{54D1366F-9011-BB4A-2BB0-A19F59CB9073}"/>
                </a:ext>
              </a:extLst>
            </p:cNvPr>
            <p:cNvSpPr>
              <a:spLocks noChangeArrowheads="1"/>
            </p:cNvSpPr>
            <p:nvPr/>
          </p:nvSpPr>
          <p:spPr bwMode="auto">
            <a:xfrm>
              <a:off x="5883275" y="5118100"/>
              <a:ext cx="11113" cy="11113"/>
            </a:xfrm>
            <a:custGeom>
              <a:avLst/>
              <a:gdLst>
                <a:gd name="T0" fmla="*/ 15 w 30"/>
                <a:gd name="T1" fmla="*/ 30 h 31"/>
                <a:gd name="T2" fmla="*/ 15 w 30"/>
                <a:gd name="T3" fmla="*/ 30 h 31"/>
                <a:gd name="T4" fmla="*/ 29 w 30"/>
                <a:gd name="T5" fmla="*/ 15 h 31"/>
                <a:gd name="T6" fmla="*/ 15 w 30"/>
                <a:gd name="T7" fmla="*/ 0 h 31"/>
                <a:gd name="T8" fmla="*/ 0 w 30"/>
                <a:gd name="T9" fmla="*/ 15 h 31"/>
                <a:gd name="T10" fmla="*/ 15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5" y="30"/>
                  </a:moveTo>
                  <a:lnTo>
                    <a:pt x="15" y="30"/>
                  </a:lnTo>
                  <a:cubicBezTo>
                    <a:pt x="23" y="30"/>
                    <a:pt x="29" y="23"/>
                    <a:pt x="29" y="15"/>
                  </a:cubicBezTo>
                  <a:cubicBezTo>
                    <a:pt x="29" y="7"/>
                    <a:pt x="23"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7" name="Group 591">
            <a:extLst>
              <a:ext uri="{FF2B5EF4-FFF2-40B4-BE49-F238E27FC236}">
                <a16:creationId xmlns:a16="http://schemas.microsoft.com/office/drawing/2014/main" id="{BA2E7EBF-F1E5-841E-6C23-312D4D1B8F23}"/>
              </a:ext>
            </a:extLst>
          </p:cNvPr>
          <p:cNvGrpSpPr/>
          <p:nvPr/>
        </p:nvGrpSpPr>
        <p:grpSpPr>
          <a:xfrm>
            <a:off x="4780086" y="5708278"/>
            <a:ext cx="254000" cy="211138"/>
            <a:chOff x="3638550" y="6042025"/>
            <a:chExt cx="254000" cy="211138"/>
          </a:xfrm>
          <a:solidFill>
            <a:schemeClr val="tx2"/>
          </a:solidFill>
        </p:grpSpPr>
        <p:sp>
          <p:nvSpPr>
            <p:cNvPr id="588" name="Freeform 487">
              <a:extLst>
                <a:ext uri="{FF2B5EF4-FFF2-40B4-BE49-F238E27FC236}">
                  <a16:creationId xmlns:a16="http://schemas.microsoft.com/office/drawing/2014/main" id="{D2DFC79D-252F-6FA0-1D69-EBC6ED69205D}"/>
                </a:ext>
              </a:extLst>
            </p:cNvPr>
            <p:cNvSpPr>
              <a:spLocks noChangeArrowheads="1"/>
            </p:cNvSpPr>
            <p:nvPr/>
          </p:nvSpPr>
          <p:spPr bwMode="auto">
            <a:xfrm>
              <a:off x="3638550" y="6042025"/>
              <a:ext cx="254000" cy="211138"/>
            </a:xfrm>
            <a:custGeom>
              <a:avLst/>
              <a:gdLst>
                <a:gd name="T0" fmla="*/ 659 w 704"/>
                <a:gd name="T1" fmla="*/ 0 h 587"/>
                <a:gd name="T2" fmla="*/ 659 w 704"/>
                <a:gd name="T3" fmla="*/ 0 h 587"/>
                <a:gd name="T4" fmla="*/ 44 w 704"/>
                <a:gd name="T5" fmla="*/ 0 h 587"/>
                <a:gd name="T6" fmla="*/ 0 w 704"/>
                <a:gd name="T7" fmla="*/ 44 h 587"/>
                <a:gd name="T8" fmla="*/ 0 w 704"/>
                <a:gd name="T9" fmla="*/ 543 h 587"/>
                <a:gd name="T10" fmla="*/ 44 w 704"/>
                <a:gd name="T11" fmla="*/ 586 h 587"/>
                <a:gd name="T12" fmla="*/ 425 w 704"/>
                <a:gd name="T13" fmla="*/ 586 h 587"/>
                <a:gd name="T14" fmla="*/ 425 w 704"/>
                <a:gd name="T15" fmla="*/ 586 h 587"/>
                <a:gd name="T16" fmla="*/ 425 w 704"/>
                <a:gd name="T17" fmla="*/ 586 h 587"/>
                <a:gd name="T18" fmla="*/ 631 w 704"/>
                <a:gd name="T19" fmla="*/ 586 h 587"/>
                <a:gd name="T20" fmla="*/ 659 w 704"/>
                <a:gd name="T21" fmla="*/ 586 h 587"/>
                <a:gd name="T22" fmla="*/ 703 w 704"/>
                <a:gd name="T23" fmla="*/ 543 h 587"/>
                <a:gd name="T24" fmla="*/ 703 w 704"/>
                <a:gd name="T25" fmla="*/ 44 h 587"/>
                <a:gd name="T26" fmla="*/ 659 w 704"/>
                <a:gd name="T27" fmla="*/ 0 h 587"/>
                <a:gd name="T28" fmla="*/ 433 w 704"/>
                <a:gd name="T29" fmla="*/ 556 h 587"/>
                <a:gd name="T30" fmla="*/ 433 w 704"/>
                <a:gd name="T31" fmla="*/ 556 h 587"/>
                <a:gd name="T32" fmla="*/ 296 w 704"/>
                <a:gd name="T33" fmla="*/ 339 h 587"/>
                <a:gd name="T34" fmla="*/ 367 w 704"/>
                <a:gd name="T35" fmla="*/ 245 h 587"/>
                <a:gd name="T36" fmla="*/ 600 w 704"/>
                <a:gd name="T37" fmla="*/ 556 h 587"/>
                <a:gd name="T38" fmla="*/ 433 w 704"/>
                <a:gd name="T39" fmla="*/ 556 h 587"/>
                <a:gd name="T40" fmla="*/ 264 w 704"/>
                <a:gd name="T41" fmla="*/ 346 h 587"/>
                <a:gd name="T42" fmla="*/ 264 w 704"/>
                <a:gd name="T43" fmla="*/ 346 h 587"/>
                <a:gd name="T44" fmla="*/ 265 w 704"/>
                <a:gd name="T45" fmla="*/ 346 h 587"/>
                <a:gd name="T46" fmla="*/ 399 w 704"/>
                <a:gd name="T47" fmla="*/ 556 h 587"/>
                <a:gd name="T48" fmla="*/ 69 w 704"/>
                <a:gd name="T49" fmla="*/ 556 h 587"/>
                <a:gd name="T50" fmla="*/ 221 w 704"/>
                <a:gd name="T51" fmla="*/ 278 h 587"/>
                <a:gd name="T52" fmla="*/ 264 w 704"/>
                <a:gd name="T53" fmla="*/ 346 h 587"/>
                <a:gd name="T54" fmla="*/ 674 w 704"/>
                <a:gd name="T55" fmla="*/ 543 h 587"/>
                <a:gd name="T56" fmla="*/ 674 w 704"/>
                <a:gd name="T57" fmla="*/ 543 h 587"/>
                <a:gd name="T58" fmla="*/ 659 w 704"/>
                <a:gd name="T59" fmla="*/ 556 h 587"/>
                <a:gd name="T60" fmla="*/ 637 w 704"/>
                <a:gd name="T61" fmla="*/ 556 h 587"/>
                <a:gd name="T62" fmla="*/ 378 w 704"/>
                <a:gd name="T63" fmla="*/ 210 h 587"/>
                <a:gd name="T64" fmla="*/ 367 w 704"/>
                <a:gd name="T65" fmla="*/ 205 h 587"/>
                <a:gd name="T66" fmla="*/ 355 w 704"/>
                <a:gd name="T67" fmla="*/ 210 h 587"/>
                <a:gd name="T68" fmla="*/ 278 w 704"/>
                <a:gd name="T69" fmla="*/ 313 h 587"/>
                <a:gd name="T70" fmla="*/ 232 w 704"/>
                <a:gd name="T71" fmla="*/ 241 h 587"/>
                <a:gd name="T72" fmla="*/ 220 w 704"/>
                <a:gd name="T73" fmla="*/ 235 h 587"/>
                <a:gd name="T74" fmla="*/ 208 w 704"/>
                <a:gd name="T75" fmla="*/ 242 h 587"/>
                <a:gd name="T76" fmla="*/ 38 w 704"/>
                <a:gd name="T77" fmla="*/ 554 h 587"/>
                <a:gd name="T78" fmla="*/ 29 w 704"/>
                <a:gd name="T79" fmla="*/ 543 h 587"/>
                <a:gd name="T80" fmla="*/ 29 w 704"/>
                <a:gd name="T81" fmla="*/ 44 h 587"/>
                <a:gd name="T82" fmla="*/ 44 w 704"/>
                <a:gd name="T83" fmla="*/ 29 h 587"/>
                <a:gd name="T84" fmla="*/ 659 w 704"/>
                <a:gd name="T85" fmla="*/ 29 h 587"/>
                <a:gd name="T86" fmla="*/ 674 w 704"/>
                <a:gd name="T87" fmla="*/ 44 h 587"/>
                <a:gd name="T88" fmla="*/ 674 w 704"/>
                <a:gd name="T89" fmla="*/ 543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587">
                  <a:moveTo>
                    <a:pt x="659" y="0"/>
                  </a:moveTo>
                  <a:lnTo>
                    <a:pt x="659" y="0"/>
                  </a:lnTo>
                  <a:cubicBezTo>
                    <a:pt x="44" y="0"/>
                    <a:pt x="44" y="0"/>
                    <a:pt x="44" y="0"/>
                  </a:cubicBezTo>
                  <a:cubicBezTo>
                    <a:pt x="20" y="0"/>
                    <a:pt x="0" y="20"/>
                    <a:pt x="0" y="44"/>
                  </a:cubicBezTo>
                  <a:cubicBezTo>
                    <a:pt x="0" y="543"/>
                    <a:pt x="0" y="543"/>
                    <a:pt x="0" y="543"/>
                  </a:cubicBezTo>
                  <a:cubicBezTo>
                    <a:pt x="0" y="566"/>
                    <a:pt x="20" y="586"/>
                    <a:pt x="44" y="586"/>
                  </a:cubicBezTo>
                  <a:cubicBezTo>
                    <a:pt x="425" y="586"/>
                    <a:pt x="425" y="586"/>
                    <a:pt x="425" y="586"/>
                  </a:cubicBezTo>
                  <a:lnTo>
                    <a:pt x="425" y="586"/>
                  </a:lnTo>
                  <a:lnTo>
                    <a:pt x="425" y="586"/>
                  </a:lnTo>
                  <a:cubicBezTo>
                    <a:pt x="631" y="586"/>
                    <a:pt x="631" y="586"/>
                    <a:pt x="631" y="586"/>
                  </a:cubicBezTo>
                  <a:cubicBezTo>
                    <a:pt x="659" y="586"/>
                    <a:pt x="659" y="586"/>
                    <a:pt x="659" y="586"/>
                  </a:cubicBezTo>
                  <a:cubicBezTo>
                    <a:pt x="684" y="586"/>
                    <a:pt x="703" y="566"/>
                    <a:pt x="703" y="543"/>
                  </a:cubicBezTo>
                  <a:cubicBezTo>
                    <a:pt x="703" y="44"/>
                    <a:pt x="703" y="44"/>
                    <a:pt x="703" y="44"/>
                  </a:cubicBezTo>
                  <a:cubicBezTo>
                    <a:pt x="703" y="20"/>
                    <a:pt x="684" y="0"/>
                    <a:pt x="659" y="0"/>
                  </a:cubicBezTo>
                  <a:close/>
                  <a:moveTo>
                    <a:pt x="433" y="556"/>
                  </a:moveTo>
                  <a:lnTo>
                    <a:pt x="433" y="556"/>
                  </a:lnTo>
                  <a:cubicBezTo>
                    <a:pt x="296" y="339"/>
                    <a:pt x="296" y="339"/>
                    <a:pt x="296" y="339"/>
                  </a:cubicBezTo>
                  <a:cubicBezTo>
                    <a:pt x="367" y="245"/>
                    <a:pt x="367" y="245"/>
                    <a:pt x="367" y="245"/>
                  </a:cubicBezTo>
                  <a:cubicBezTo>
                    <a:pt x="600" y="556"/>
                    <a:pt x="600" y="556"/>
                    <a:pt x="600" y="556"/>
                  </a:cubicBezTo>
                  <a:lnTo>
                    <a:pt x="433" y="556"/>
                  </a:lnTo>
                  <a:close/>
                  <a:moveTo>
                    <a:pt x="264" y="346"/>
                  </a:moveTo>
                  <a:lnTo>
                    <a:pt x="264" y="346"/>
                  </a:lnTo>
                  <a:lnTo>
                    <a:pt x="265" y="346"/>
                  </a:lnTo>
                  <a:cubicBezTo>
                    <a:pt x="399" y="556"/>
                    <a:pt x="399" y="556"/>
                    <a:pt x="399" y="556"/>
                  </a:cubicBezTo>
                  <a:cubicBezTo>
                    <a:pt x="69" y="556"/>
                    <a:pt x="69" y="556"/>
                    <a:pt x="69" y="556"/>
                  </a:cubicBezTo>
                  <a:cubicBezTo>
                    <a:pt x="221" y="278"/>
                    <a:pt x="221" y="278"/>
                    <a:pt x="221" y="278"/>
                  </a:cubicBezTo>
                  <a:lnTo>
                    <a:pt x="264" y="346"/>
                  </a:lnTo>
                  <a:close/>
                  <a:moveTo>
                    <a:pt x="674" y="543"/>
                  </a:moveTo>
                  <a:lnTo>
                    <a:pt x="674" y="543"/>
                  </a:lnTo>
                  <a:cubicBezTo>
                    <a:pt x="674" y="549"/>
                    <a:pt x="668" y="556"/>
                    <a:pt x="659" y="556"/>
                  </a:cubicBezTo>
                  <a:cubicBezTo>
                    <a:pt x="637" y="556"/>
                    <a:pt x="637" y="556"/>
                    <a:pt x="637" y="556"/>
                  </a:cubicBezTo>
                  <a:cubicBezTo>
                    <a:pt x="378" y="210"/>
                    <a:pt x="378" y="210"/>
                    <a:pt x="378" y="210"/>
                  </a:cubicBezTo>
                  <a:cubicBezTo>
                    <a:pt x="375" y="208"/>
                    <a:pt x="371" y="205"/>
                    <a:pt x="367" y="205"/>
                  </a:cubicBezTo>
                  <a:cubicBezTo>
                    <a:pt x="361" y="205"/>
                    <a:pt x="357" y="208"/>
                    <a:pt x="355" y="210"/>
                  </a:cubicBezTo>
                  <a:cubicBezTo>
                    <a:pt x="278" y="313"/>
                    <a:pt x="278" y="313"/>
                    <a:pt x="278" y="313"/>
                  </a:cubicBezTo>
                  <a:cubicBezTo>
                    <a:pt x="232" y="241"/>
                    <a:pt x="232" y="241"/>
                    <a:pt x="232" y="241"/>
                  </a:cubicBezTo>
                  <a:cubicBezTo>
                    <a:pt x="230" y="236"/>
                    <a:pt x="226" y="234"/>
                    <a:pt x="220" y="235"/>
                  </a:cubicBezTo>
                  <a:cubicBezTo>
                    <a:pt x="215" y="235"/>
                    <a:pt x="210" y="238"/>
                    <a:pt x="208" y="242"/>
                  </a:cubicBezTo>
                  <a:cubicBezTo>
                    <a:pt x="38" y="554"/>
                    <a:pt x="38" y="554"/>
                    <a:pt x="38" y="554"/>
                  </a:cubicBezTo>
                  <a:cubicBezTo>
                    <a:pt x="33" y="552"/>
                    <a:pt x="29" y="547"/>
                    <a:pt x="29" y="543"/>
                  </a:cubicBezTo>
                  <a:cubicBezTo>
                    <a:pt x="29" y="44"/>
                    <a:pt x="29" y="44"/>
                    <a:pt x="29" y="44"/>
                  </a:cubicBezTo>
                  <a:cubicBezTo>
                    <a:pt x="29" y="36"/>
                    <a:pt x="36" y="29"/>
                    <a:pt x="44" y="29"/>
                  </a:cubicBezTo>
                  <a:cubicBezTo>
                    <a:pt x="659" y="29"/>
                    <a:pt x="659" y="29"/>
                    <a:pt x="659" y="29"/>
                  </a:cubicBezTo>
                  <a:cubicBezTo>
                    <a:pt x="668" y="29"/>
                    <a:pt x="674" y="36"/>
                    <a:pt x="674" y="44"/>
                  </a:cubicBezTo>
                  <a:lnTo>
                    <a:pt x="674" y="5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8">
              <a:extLst>
                <a:ext uri="{FF2B5EF4-FFF2-40B4-BE49-F238E27FC236}">
                  <a16:creationId xmlns:a16="http://schemas.microsoft.com/office/drawing/2014/main" id="{B5E531BD-EAA8-3623-1359-8DED980FFF41}"/>
                </a:ext>
              </a:extLst>
            </p:cNvPr>
            <p:cNvSpPr>
              <a:spLocks noChangeArrowheads="1"/>
            </p:cNvSpPr>
            <p:nvPr/>
          </p:nvSpPr>
          <p:spPr bwMode="auto">
            <a:xfrm>
              <a:off x="3806825" y="6073775"/>
              <a:ext cx="52388" cy="53975"/>
            </a:xfrm>
            <a:custGeom>
              <a:avLst/>
              <a:gdLst>
                <a:gd name="T0" fmla="*/ 74 w 147"/>
                <a:gd name="T1" fmla="*/ 0 h 148"/>
                <a:gd name="T2" fmla="*/ 74 w 147"/>
                <a:gd name="T3" fmla="*/ 0 h 148"/>
                <a:gd name="T4" fmla="*/ 0 w 147"/>
                <a:gd name="T5" fmla="*/ 73 h 148"/>
                <a:gd name="T6" fmla="*/ 74 w 147"/>
                <a:gd name="T7" fmla="*/ 147 h 148"/>
                <a:gd name="T8" fmla="*/ 146 w 147"/>
                <a:gd name="T9" fmla="*/ 73 h 148"/>
                <a:gd name="T10" fmla="*/ 74 w 147"/>
                <a:gd name="T11" fmla="*/ 0 h 148"/>
                <a:gd name="T12" fmla="*/ 74 w 147"/>
                <a:gd name="T13" fmla="*/ 117 h 148"/>
                <a:gd name="T14" fmla="*/ 74 w 147"/>
                <a:gd name="T15" fmla="*/ 117 h 148"/>
                <a:gd name="T16" fmla="*/ 30 w 147"/>
                <a:gd name="T17" fmla="*/ 73 h 148"/>
                <a:gd name="T18" fmla="*/ 74 w 147"/>
                <a:gd name="T19" fmla="*/ 29 h 148"/>
                <a:gd name="T20" fmla="*/ 118 w 147"/>
                <a:gd name="T21" fmla="*/ 73 h 148"/>
                <a:gd name="T22" fmla="*/ 74 w 147"/>
                <a:gd name="T23" fmla="*/ 117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8">
                  <a:moveTo>
                    <a:pt x="74" y="0"/>
                  </a:moveTo>
                  <a:lnTo>
                    <a:pt x="74" y="0"/>
                  </a:lnTo>
                  <a:cubicBezTo>
                    <a:pt x="32" y="0"/>
                    <a:pt x="0" y="33"/>
                    <a:pt x="0" y="73"/>
                  </a:cubicBezTo>
                  <a:cubicBezTo>
                    <a:pt x="0" y="114"/>
                    <a:pt x="32" y="147"/>
                    <a:pt x="74" y="147"/>
                  </a:cubicBezTo>
                  <a:cubicBezTo>
                    <a:pt x="113" y="147"/>
                    <a:pt x="146" y="114"/>
                    <a:pt x="146" y="73"/>
                  </a:cubicBezTo>
                  <a:cubicBezTo>
                    <a:pt x="146" y="33"/>
                    <a:pt x="113" y="0"/>
                    <a:pt x="74" y="0"/>
                  </a:cubicBezTo>
                  <a:close/>
                  <a:moveTo>
                    <a:pt x="74" y="117"/>
                  </a:moveTo>
                  <a:lnTo>
                    <a:pt x="74" y="117"/>
                  </a:lnTo>
                  <a:cubicBezTo>
                    <a:pt x="49" y="117"/>
                    <a:pt x="30" y="98"/>
                    <a:pt x="30" y="73"/>
                  </a:cubicBezTo>
                  <a:cubicBezTo>
                    <a:pt x="30" y="48"/>
                    <a:pt x="49" y="29"/>
                    <a:pt x="74" y="29"/>
                  </a:cubicBezTo>
                  <a:cubicBezTo>
                    <a:pt x="97" y="29"/>
                    <a:pt x="118" y="50"/>
                    <a:pt x="118" y="73"/>
                  </a:cubicBezTo>
                  <a:cubicBezTo>
                    <a:pt x="118" y="98"/>
                    <a:pt x="97"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90" name="Freeform 489">
            <a:extLst>
              <a:ext uri="{FF2B5EF4-FFF2-40B4-BE49-F238E27FC236}">
                <a16:creationId xmlns:a16="http://schemas.microsoft.com/office/drawing/2014/main" id="{0A77612D-5891-4D0A-13F6-8EFF13B97DD2}"/>
              </a:ext>
            </a:extLst>
          </p:cNvPr>
          <p:cNvSpPr>
            <a:spLocks noChangeArrowheads="1"/>
          </p:cNvSpPr>
          <p:nvPr/>
        </p:nvSpPr>
        <p:spPr bwMode="auto">
          <a:xfrm>
            <a:off x="4789611" y="6153572"/>
            <a:ext cx="242888" cy="254000"/>
          </a:xfrm>
          <a:custGeom>
            <a:avLst/>
            <a:gdLst>
              <a:gd name="T0" fmla="*/ 571 w 675"/>
              <a:gd name="T1" fmla="*/ 0 h 705"/>
              <a:gd name="T2" fmla="*/ 571 w 675"/>
              <a:gd name="T3" fmla="*/ 0 h 705"/>
              <a:gd name="T4" fmla="*/ 455 w 675"/>
              <a:gd name="T5" fmla="*/ 0 h 705"/>
              <a:gd name="T6" fmla="*/ 103 w 675"/>
              <a:gd name="T7" fmla="*/ 0 h 705"/>
              <a:gd name="T8" fmla="*/ 30 w 675"/>
              <a:gd name="T9" fmla="*/ 30 h 705"/>
              <a:gd name="T10" fmla="*/ 0 w 675"/>
              <a:gd name="T11" fmla="*/ 103 h 705"/>
              <a:gd name="T12" fmla="*/ 0 w 675"/>
              <a:gd name="T13" fmla="*/ 688 h 705"/>
              <a:gd name="T14" fmla="*/ 9 w 675"/>
              <a:gd name="T15" fmla="*/ 702 h 705"/>
              <a:gd name="T16" fmla="*/ 25 w 675"/>
              <a:gd name="T17" fmla="*/ 700 h 705"/>
              <a:gd name="T18" fmla="*/ 250 w 675"/>
              <a:gd name="T19" fmla="*/ 531 h 705"/>
              <a:gd name="T20" fmla="*/ 475 w 675"/>
              <a:gd name="T21" fmla="*/ 700 h 705"/>
              <a:gd name="T22" fmla="*/ 490 w 675"/>
              <a:gd name="T23" fmla="*/ 702 h 705"/>
              <a:gd name="T24" fmla="*/ 499 w 675"/>
              <a:gd name="T25" fmla="*/ 688 h 705"/>
              <a:gd name="T26" fmla="*/ 499 w 675"/>
              <a:gd name="T27" fmla="*/ 293 h 705"/>
              <a:gd name="T28" fmla="*/ 659 w 675"/>
              <a:gd name="T29" fmla="*/ 293 h 705"/>
              <a:gd name="T30" fmla="*/ 670 w 675"/>
              <a:gd name="T31" fmla="*/ 288 h 705"/>
              <a:gd name="T32" fmla="*/ 674 w 675"/>
              <a:gd name="T33" fmla="*/ 279 h 705"/>
              <a:gd name="T34" fmla="*/ 674 w 675"/>
              <a:gd name="T35" fmla="*/ 103 h 705"/>
              <a:gd name="T36" fmla="*/ 571 w 675"/>
              <a:gd name="T37" fmla="*/ 0 h 705"/>
              <a:gd name="T38" fmla="*/ 470 w 675"/>
              <a:gd name="T39" fmla="*/ 659 h 705"/>
              <a:gd name="T40" fmla="*/ 470 w 675"/>
              <a:gd name="T41" fmla="*/ 659 h 705"/>
              <a:gd name="T42" fmla="*/ 258 w 675"/>
              <a:gd name="T43" fmla="*/ 501 h 705"/>
              <a:gd name="T44" fmla="*/ 241 w 675"/>
              <a:gd name="T45" fmla="*/ 501 h 705"/>
              <a:gd name="T46" fmla="*/ 30 w 675"/>
              <a:gd name="T47" fmla="*/ 659 h 705"/>
              <a:gd name="T48" fmla="*/ 30 w 675"/>
              <a:gd name="T49" fmla="*/ 103 h 705"/>
              <a:gd name="T50" fmla="*/ 103 w 675"/>
              <a:gd name="T51" fmla="*/ 29 h 705"/>
              <a:gd name="T52" fmla="*/ 455 w 675"/>
              <a:gd name="T53" fmla="*/ 29 h 705"/>
              <a:gd name="T54" fmla="*/ 500 w 675"/>
              <a:gd name="T55" fmla="*/ 29 h 705"/>
              <a:gd name="T56" fmla="*/ 470 w 675"/>
              <a:gd name="T57" fmla="*/ 103 h 705"/>
              <a:gd name="T58" fmla="*/ 470 w 675"/>
              <a:gd name="T59" fmla="*/ 279 h 705"/>
              <a:gd name="T60" fmla="*/ 470 w 675"/>
              <a:gd name="T61" fmla="*/ 659 h 705"/>
              <a:gd name="T62" fmla="*/ 645 w 675"/>
              <a:gd name="T63" fmla="*/ 264 h 705"/>
              <a:gd name="T64" fmla="*/ 645 w 675"/>
              <a:gd name="T65" fmla="*/ 264 h 705"/>
              <a:gd name="T66" fmla="*/ 499 w 675"/>
              <a:gd name="T67" fmla="*/ 264 h 705"/>
              <a:gd name="T68" fmla="*/ 499 w 675"/>
              <a:gd name="T69" fmla="*/ 103 h 705"/>
              <a:gd name="T70" fmla="*/ 521 w 675"/>
              <a:gd name="T71" fmla="*/ 51 h 705"/>
              <a:gd name="T72" fmla="*/ 571 w 675"/>
              <a:gd name="T73" fmla="*/ 29 h 705"/>
              <a:gd name="T74" fmla="*/ 571 w 675"/>
              <a:gd name="T75" fmla="*/ 29 h 705"/>
              <a:gd name="T76" fmla="*/ 571 w 675"/>
              <a:gd name="T77" fmla="*/ 29 h 705"/>
              <a:gd name="T78" fmla="*/ 623 w 675"/>
              <a:gd name="T79" fmla="*/ 51 h 705"/>
              <a:gd name="T80" fmla="*/ 645 w 675"/>
              <a:gd name="T81" fmla="*/ 103 h 705"/>
              <a:gd name="T82" fmla="*/ 645 w 675"/>
              <a:gd name="T83" fmla="*/ 26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75" h="705">
                <a:moveTo>
                  <a:pt x="571" y="0"/>
                </a:moveTo>
                <a:lnTo>
                  <a:pt x="571" y="0"/>
                </a:lnTo>
                <a:cubicBezTo>
                  <a:pt x="455" y="0"/>
                  <a:pt x="455" y="0"/>
                  <a:pt x="455" y="0"/>
                </a:cubicBezTo>
                <a:cubicBezTo>
                  <a:pt x="103" y="0"/>
                  <a:pt x="103" y="0"/>
                  <a:pt x="103" y="0"/>
                </a:cubicBezTo>
                <a:cubicBezTo>
                  <a:pt x="74" y="0"/>
                  <a:pt x="50" y="11"/>
                  <a:pt x="30" y="30"/>
                </a:cubicBezTo>
                <a:cubicBezTo>
                  <a:pt x="13" y="48"/>
                  <a:pt x="0" y="74"/>
                  <a:pt x="0" y="103"/>
                </a:cubicBezTo>
                <a:cubicBezTo>
                  <a:pt x="0" y="688"/>
                  <a:pt x="0" y="688"/>
                  <a:pt x="0" y="688"/>
                </a:cubicBezTo>
                <a:cubicBezTo>
                  <a:pt x="0" y="695"/>
                  <a:pt x="4" y="699"/>
                  <a:pt x="9" y="702"/>
                </a:cubicBezTo>
                <a:cubicBezTo>
                  <a:pt x="14" y="704"/>
                  <a:pt x="20" y="703"/>
                  <a:pt x="25" y="700"/>
                </a:cubicBezTo>
                <a:cubicBezTo>
                  <a:pt x="250" y="531"/>
                  <a:pt x="250" y="531"/>
                  <a:pt x="250" y="531"/>
                </a:cubicBezTo>
                <a:cubicBezTo>
                  <a:pt x="475" y="700"/>
                  <a:pt x="475" y="700"/>
                  <a:pt x="475" y="700"/>
                </a:cubicBezTo>
                <a:cubicBezTo>
                  <a:pt x="479" y="703"/>
                  <a:pt x="486" y="704"/>
                  <a:pt x="490" y="702"/>
                </a:cubicBezTo>
                <a:cubicBezTo>
                  <a:pt x="496" y="699"/>
                  <a:pt x="499" y="695"/>
                  <a:pt x="499" y="688"/>
                </a:cubicBezTo>
                <a:cubicBezTo>
                  <a:pt x="499" y="293"/>
                  <a:pt x="499" y="293"/>
                  <a:pt x="499" y="293"/>
                </a:cubicBezTo>
                <a:cubicBezTo>
                  <a:pt x="659" y="293"/>
                  <a:pt x="659" y="293"/>
                  <a:pt x="659" y="293"/>
                </a:cubicBezTo>
                <a:cubicBezTo>
                  <a:pt x="663" y="293"/>
                  <a:pt x="667" y="291"/>
                  <a:pt x="670" y="288"/>
                </a:cubicBezTo>
                <a:cubicBezTo>
                  <a:pt x="673" y="286"/>
                  <a:pt x="674" y="283"/>
                  <a:pt x="674" y="279"/>
                </a:cubicBezTo>
                <a:cubicBezTo>
                  <a:pt x="674" y="103"/>
                  <a:pt x="674" y="103"/>
                  <a:pt x="674" y="103"/>
                </a:cubicBezTo>
                <a:cubicBezTo>
                  <a:pt x="674" y="47"/>
                  <a:pt x="629" y="0"/>
                  <a:pt x="571" y="0"/>
                </a:cubicBezTo>
                <a:close/>
                <a:moveTo>
                  <a:pt x="470" y="659"/>
                </a:moveTo>
                <a:lnTo>
                  <a:pt x="470" y="659"/>
                </a:lnTo>
                <a:cubicBezTo>
                  <a:pt x="258" y="501"/>
                  <a:pt x="258" y="501"/>
                  <a:pt x="258" y="501"/>
                </a:cubicBezTo>
                <a:cubicBezTo>
                  <a:pt x="253" y="497"/>
                  <a:pt x="246" y="497"/>
                  <a:pt x="241" y="501"/>
                </a:cubicBezTo>
                <a:cubicBezTo>
                  <a:pt x="30" y="659"/>
                  <a:pt x="30" y="659"/>
                  <a:pt x="30" y="659"/>
                </a:cubicBezTo>
                <a:cubicBezTo>
                  <a:pt x="30" y="103"/>
                  <a:pt x="30" y="103"/>
                  <a:pt x="30" y="103"/>
                </a:cubicBezTo>
                <a:cubicBezTo>
                  <a:pt x="30" y="62"/>
                  <a:pt x="63" y="29"/>
                  <a:pt x="103" y="29"/>
                </a:cubicBezTo>
                <a:cubicBezTo>
                  <a:pt x="455" y="29"/>
                  <a:pt x="455" y="29"/>
                  <a:pt x="455" y="29"/>
                </a:cubicBezTo>
                <a:cubicBezTo>
                  <a:pt x="500" y="29"/>
                  <a:pt x="500" y="29"/>
                  <a:pt x="500" y="29"/>
                </a:cubicBezTo>
                <a:cubicBezTo>
                  <a:pt x="481" y="48"/>
                  <a:pt x="470" y="74"/>
                  <a:pt x="470" y="103"/>
                </a:cubicBezTo>
                <a:cubicBezTo>
                  <a:pt x="470" y="279"/>
                  <a:pt x="470" y="279"/>
                  <a:pt x="470" y="279"/>
                </a:cubicBezTo>
                <a:lnTo>
                  <a:pt x="470" y="659"/>
                </a:lnTo>
                <a:close/>
                <a:moveTo>
                  <a:pt x="645" y="264"/>
                </a:moveTo>
                <a:lnTo>
                  <a:pt x="645" y="264"/>
                </a:lnTo>
                <a:cubicBezTo>
                  <a:pt x="499" y="264"/>
                  <a:pt x="499" y="264"/>
                  <a:pt x="499" y="264"/>
                </a:cubicBezTo>
                <a:cubicBezTo>
                  <a:pt x="499" y="103"/>
                  <a:pt x="499" y="103"/>
                  <a:pt x="499" y="103"/>
                </a:cubicBezTo>
                <a:cubicBezTo>
                  <a:pt x="499" y="83"/>
                  <a:pt x="507" y="65"/>
                  <a:pt x="521" y="51"/>
                </a:cubicBezTo>
                <a:cubicBezTo>
                  <a:pt x="533" y="37"/>
                  <a:pt x="552" y="29"/>
                  <a:pt x="571" y="29"/>
                </a:cubicBezTo>
                <a:lnTo>
                  <a:pt x="571" y="29"/>
                </a:lnTo>
                <a:lnTo>
                  <a:pt x="571" y="29"/>
                </a:lnTo>
                <a:cubicBezTo>
                  <a:pt x="592" y="29"/>
                  <a:pt x="610" y="37"/>
                  <a:pt x="623" y="51"/>
                </a:cubicBezTo>
                <a:cubicBezTo>
                  <a:pt x="637" y="65"/>
                  <a:pt x="645" y="83"/>
                  <a:pt x="645" y="103"/>
                </a:cubicBezTo>
                <a:lnTo>
                  <a:pt x="645" y="264"/>
                </a:lnTo>
                <a:close/>
              </a:path>
            </a:pathLst>
          </a:custGeom>
          <a:solidFill>
            <a:schemeClr val="tx2"/>
          </a:solidFill>
          <a:ln>
            <a:noFill/>
          </a:ln>
          <a:effectLst/>
        </p:spPr>
        <p:txBody>
          <a:bodyPr wrap="none" anchor="ctr"/>
          <a:lstStyle/>
          <a:p>
            <a:endParaRPr lang="da-DK"/>
          </a:p>
        </p:txBody>
      </p:sp>
      <p:grpSp>
        <p:nvGrpSpPr>
          <p:cNvPr id="591" name="Group 595">
            <a:extLst>
              <a:ext uri="{FF2B5EF4-FFF2-40B4-BE49-F238E27FC236}">
                <a16:creationId xmlns:a16="http://schemas.microsoft.com/office/drawing/2014/main" id="{D2ADB99B-6A48-5F89-130B-2FCE61511E9E}"/>
              </a:ext>
            </a:extLst>
          </p:cNvPr>
          <p:cNvGrpSpPr/>
          <p:nvPr/>
        </p:nvGrpSpPr>
        <p:grpSpPr>
          <a:xfrm>
            <a:off x="5296024" y="6153572"/>
            <a:ext cx="242887" cy="254000"/>
            <a:chOff x="4154488" y="6530975"/>
            <a:chExt cx="242887" cy="254000"/>
          </a:xfrm>
          <a:solidFill>
            <a:schemeClr val="tx2"/>
          </a:solidFill>
        </p:grpSpPr>
        <p:sp>
          <p:nvSpPr>
            <p:cNvPr id="592" name="Freeform 490">
              <a:extLst>
                <a:ext uri="{FF2B5EF4-FFF2-40B4-BE49-F238E27FC236}">
                  <a16:creationId xmlns:a16="http://schemas.microsoft.com/office/drawing/2014/main" id="{DE1A2CFA-64CB-4644-25E5-483211D04E66}"/>
                </a:ext>
              </a:extLst>
            </p:cNvPr>
            <p:cNvSpPr>
              <a:spLocks noChangeArrowheads="1"/>
            </p:cNvSpPr>
            <p:nvPr/>
          </p:nvSpPr>
          <p:spPr bwMode="auto">
            <a:xfrm>
              <a:off x="4154488" y="6572250"/>
              <a:ext cx="160337" cy="158750"/>
            </a:xfrm>
            <a:custGeom>
              <a:avLst/>
              <a:gdLst>
                <a:gd name="T0" fmla="*/ 234 w 444"/>
                <a:gd name="T1" fmla="*/ 7 h 442"/>
                <a:gd name="T2" fmla="*/ 234 w 444"/>
                <a:gd name="T3" fmla="*/ 7 h 442"/>
                <a:gd name="T4" fmla="*/ 233 w 444"/>
                <a:gd name="T5" fmla="*/ 6 h 442"/>
                <a:gd name="T6" fmla="*/ 232 w 444"/>
                <a:gd name="T7" fmla="*/ 4 h 442"/>
                <a:gd name="T8" fmla="*/ 229 w 444"/>
                <a:gd name="T9" fmla="*/ 2 h 442"/>
                <a:gd name="T10" fmla="*/ 227 w 444"/>
                <a:gd name="T11" fmla="*/ 2 h 442"/>
                <a:gd name="T12" fmla="*/ 226 w 444"/>
                <a:gd name="T13" fmla="*/ 0 h 442"/>
                <a:gd name="T14" fmla="*/ 223 w 444"/>
                <a:gd name="T15" fmla="*/ 0 h 442"/>
                <a:gd name="T16" fmla="*/ 221 w 444"/>
                <a:gd name="T17" fmla="*/ 0 h 442"/>
                <a:gd name="T18" fmla="*/ 218 w 444"/>
                <a:gd name="T19" fmla="*/ 0 h 442"/>
                <a:gd name="T20" fmla="*/ 215 w 444"/>
                <a:gd name="T21" fmla="*/ 0 h 442"/>
                <a:gd name="T22" fmla="*/ 215 w 444"/>
                <a:gd name="T23" fmla="*/ 2 h 442"/>
                <a:gd name="T24" fmla="*/ 214 w 444"/>
                <a:gd name="T25" fmla="*/ 2 h 442"/>
                <a:gd name="T26" fmla="*/ 211 w 444"/>
                <a:gd name="T27" fmla="*/ 4 h 442"/>
                <a:gd name="T28" fmla="*/ 210 w 444"/>
                <a:gd name="T29" fmla="*/ 6 h 442"/>
                <a:gd name="T30" fmla="*/ 208 w 444"/>
                <a:gd name="T31" fmla="*/ 7 h 442"/>
                <a:gd name="T32" fmla="*/ 4 w 444"/>
                <a:gd name="T33" fmla="*/ 418 h 442"/>
                <a:gd name="T34" fmla="*/ 9 w 444"/>
                <a:gd name="T35" fmla="*/ 437 h 442"/>
                <a:gd name="T36" fmla="*/ 30 w 444"/>
                <a:gd name="T37" fmla="*/ 431 h 442"/>
                <a:gd name="T38" fmla="*/ 98 w 444"/>
                <a:gd name="T39" fmla="*/ 293 h 442"/>
                <a:gd name="T40" fmla="*/ 344 w 444"/>
                <a:gd name="T41" fmla="*/ 293 h 442"/>
                <a:gd name="T42" fmla="*/ 413 w 444"/>
                <a:gd name="T43" fmla="*/ 431 h 442"/>
                <a:gd name="T44" fmla="*/ 433 w 444"/>
                <a:gd name="T45" fmla="*/ 437 h 442"/>
                <a:gd name="T46" fmla="*/ 439 w 444"/>
                <a:gd name="T47" fmla="*/ 418 h 442"/>
                <a:gd name="T48" fmla="*/ 234 w 444"/>
                <a:gd name="T49" fmla="*/ 7 h 442"/>
                <a:gd name="T50" fmla="*/ 113 w 444"/>
                <a:gd name="T51" fmla="*/ 262 h 442"/>
                <a:gd name="T52" fmla="*/ 113 w 444"/>
                <a:gd name="T53" fmla="*/ 262 h 442"/>
                <a:gd name="T54" fmla="*/ 221 w 444"/>
                <a:gd name="T55" fmla="*/ 47 h 442"/>
                <a:gd name="T56" fmla="*/ 329 w 444"/>
                <a:gd name="T57" fmla="*/ 262 h 442"/>
                <a:gd name="T58" fmla="*/ 113 w 444"/>
                <a:gd name="T59" fmla="*/ 262 h 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4" h="442">
                  <a:moveTo>
                    <a:pt x="234" y="7"/>
                  </a:moveTo>
                  <a:lnTo>
                    <a:pt x="234" y="7"/>
                  </a:lnTo>
                  <a:cubicBezTo>
                    <a:pt x="234" y="7"/>
                    <a:pt x="233" y="7"/>
                    <a:pt x="233" y="6"/>
                  </a:cubicBezTo>
                  <a:lnTo>
                    <a:pt x="232" y="4"/>
                  </a:lnTo>
                  <a:cubicBezTo>
                    <a:pt x="230" y="3"/>
                    <a:pt x="230" y="3"/>
                    <a:pt x="229" y="2"/>
                  </a:cubicBezTo>
                  <a:cubicBezTo>
                    <a:pt x="229" y="2"/>
                    <a:pt x="229" y="2"/>
                    <a:pt x="227" y="2"/>
                  </a:cubicBezTo>
                  <a:cubicBezTo>
                    <a:pt x="227" y="0"/>
                    <a:pt x="227" y="2"/>
                    <a:pt x="226" y="0"/>
                  </a:cubicBezTo>
                  <a:cubicBezTo>
                    <a:pt x="226" y="0"/>
                    <a:pt x="225" y="0"/>
                    <a:pt x="223" y="0"/>
                  </a:cubicBezTo>
                  <a:cubicBezTo>
                    <a:pt x="223" y="0"/>
                    <a:pt x="222" y="0"/>
                    <a:pt x="221" y="0"/>
                  </a:cubicBezTo>
                  <a:cubicBezTo>
                    <a:pt x="221" y="0"/>
                    <a:pt x="219" y="0"/>
                    <a:pt x="218" y="0"/>
                  </a:cubicBezTo>
                  <a:cubicBezTo>
                    <a:pt x="218" y="0"/>
                    <a:pt x="216" y="0"/>
                    <a:pt x="215" y="0"/>
                  </a:cubicBezTo>
                  <a:cubicBezTo>
                    <a:pt x="215" y="2"/>
                    <a:pt x="215" y="0"/>
                    <a:pt x="215" y="2"/>
                  </a:cubicBezTo>
                  <a:cubicBezTo>
                    <a:pt x="214" y="2"/>
                    <a:pt x="214" y="2"/>
                    <a:pt x="214" y="2"/>
                  </a:cubicBezTo>
                  <a:cubicBezTo>
                    <a:pt x="212" y="3"/>
                    <a:pt x="212" y="3"/>
                    <a:pt x="211" y="4"/>
                  </a:cubicBezTo>
                  <a:cubicBezTo>
                    <a:pt x="210" y="4"/>
                    <a:pt x="210" y="6"/>
                    <a:pt x="210" y="6"/>
                  </a:cubicBezTo>
                  <a:cubicBezTo>
                    <a:pt x="208" y="7"/>
                    <a:pt x="208" y="7"/>
                    <a:pt x="208" y="7"/>
                  </a:cubicBezTo>
                  <a:cubicBezTo>
                    <a:pt x="4" y="418"/>
                    <a:pt x="4" y="418"/>
                    <a:pt x="4" y="418"/>
                  </a:cubicBezTo>
                  <a:cubicBezTo>
                    <a:pt x="0" y="424"/>
                    <a:pt x="2" y="434"/>
                    <a:pt x="9" y="437"/>
                  </a:cubicBezTo>
                  <a:cubicBezTo>
                    <a:pt x="17" y="441"/>
                    <a:pt x="26" y="438"/>
                    <a:pt x="30" y="431"/>
                  </a:cubicBezTo>
                  <a:cubicBezTo>
                    <a:pt x="98" y="293"/>
                    <a:pt x="98" y="293"/>
                    <a:pt x="98" y="293"/>
                  </a:cubicBezTo>
                  <a:cubicBezTo>
                    <a:pt x="344" y="293"/>
                    <a:pt x="344" y="293"/>
                    <a:pt x="344" y="293"/>
                  </a:cubicBezTo>
                  <a:cubicBezTo>
                    <a:pt x="413" y="431"/>
                    <a:pt x="413" y="431"/>
                    <a:pt x="413" y="431"/>
                  </a:cubicBezTo>
                  <a:cubicBezTo>
                    <a:pt x="417" y="438"/>
                    <a:pt x="425" y="441"/>
                    <a:pt x="433" y="437"/>
                  </a:cubicBezTo>
                  <a:cubicBezTo>
                    <a:pt x="440" y="434"/>
                    <a:pt x="443" y="424"/>
                    <a:pt x="439" y="418"/>
                  </a:cubicBezTo>
                  <a:lnTo>
                    <a:pt x="234" y="7"/>
                  </a:lnTo>
                  <a:close/>
                  <a:moveTo>
                    <a:pt x="113" y="262"/>
                  </a:moveTo>
                  <a:lnTo>
                    <a:pt x="113" y="262"/>
                  </a:lnTo>
                  <a:cubicBezTo>
                    <a:pt x="221" y="47"/>
                    <a:pt x="221" y="47"/>
                    <a:pt x="221" y="47"/>
                  </a:cubicBezTo>
                  <a:cubicBezTo>
                    <a:pt x="329" y="262"/>
                    <a:pt x="329" y="262"/>
                    <a:pt x="329" y="262"/>
                  </a:cubicBezTo>
                  <a:lnTo>
                    <a:pt x="113" y="2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91">
              <a:extLst>
                <a:ext uri="{FF2B5EF4-FFF2-40B4-BE49-F238E27FC236}">
                  <a16:creationId xmlns:a16="http://schemas.microsoft.com/office/drawing/2014/main" id="{9BFCC7CF-52C2-1432-D16F-047451F71A73}"/>
                </a:ext>
              </a:extLst>
            </p:cNvPr>
            <p:cNvSpPr>
              <a:spLocks noChangeArrowheads="1"/>
            </p:cNvSpPr>
            <p:nvPr/>
          </p:nvSpPr>
          <p:spPr bwMode="auto">
            <a:xfrm>
              <a:off x="4322763" y="6530975"/>
              <a:ext cx="74612" cy="254000"/>
            </a:xfrm>
            <a:custGeom>
              <a:avLst/>
              <a:gdLst>
                <a:gd name="T0" fmla="*/ 181 w 208"/>
                <a:gd name="T1" fmla="*/ 113 h 704"/>
                <a:gd name="T2" fmla="*/ 181 w 208"/>
                <a:gd name="T3" fmla="*/ 113 h 704"/>
                <a:gd name="T4" fmla="*/ 202 w 208"/>
                <a:gd name="T5" fmla="*/ 113 h 704"/>
                <a:gd name="T6" fmla="*/ 202 w 208"/>
                <a:gd name="T7" fmla="*/ 92 h 704"/>
                <a:gd name="T8" fmla="*/ 202 w 208"/>
                <a:gd name="T9" fmla="*/ 92 h 704"/>
                <a:gd name="T10" fmla="*/ 114 w 208"/>
                <a:gd name="T11" fmla="*/ 4 h 704"/>
                <a:gd name="T12" fmla="*/ 114 w 208"/>
                <a:gd name="T13" fmla="*/ 4 h 704"/>
                <a:gd name="T14" fmla="*/ 110 w 208"/>
                <a:gd name="T15" fmla="*/ 2 h 704"/>
                <a:gd name="T16" fmla="*/ 97 w 208"/>
                <a:gd name="T17" fmla="*/ 2 h 704"/>
                <a:gd name="T18" fmla="*/ 93 w 208"/>
                <a:gd name="T19" fmla="*/ 4 h 704"/>
                <a:gd name="T20" fmla="*/ 93 w 208"/>
                <a:gd name="T21" fmla="*/ 4 h 704"/>
                <a:gd name="T22" fmla="*/ 5 w 208"/>
                <a:gd name="T23" fmla="*/ 92 h 704"/>
                <a:gd name="T24" fmla="*/ 5 w 208"/>
                <a:gd name="T25" fmla="*/ 113 h 704"/>
                <a:gd name="T26" fmla="*/ 26 w 208"/>
                <a:gd name="T27" fmla="*/ 113 h 704"/>
                <a:gd name="T28" fmla="*/ 89 w 208"/>
                <a:gd name="T29" fmla="*/ 51 h 704"/>
                <a:gd name="T30" fmla="*/ 89 w 208"/>
                <a:gd name="T31" fmla="*/ 654 h 704"/>
                <a:gd name="T32" fmla="*/ 26 w 208"/>
                <a:gd name="T33" fmla="*/ 590 h 704"/>
                <a:gd name="T34" fmla="*/ 5 w 208"/>
                <a:gd name="T35" fmla="*/ 590 h 704"/>
                <a:gd name="T36" fmla="*/ 5 w 208"/>
                <a:gd name="T37" fmla="*/ 611 h 704"/>
                <a:gd name="T38" fmla="*/ 5 w 208"/>
                <a:gd name="T39" fmla="*/ 611 h 704"/>
                <a:gd name="T40" fmla="*/ 93 w 208"/>
                <a:gd name="T41" fmla="*/ 699 h 704"/>
                <a:gd name="T42" fmla="*/ 97 w 208"/>
                <a:gd name="T43" fmla="*/ 702 h 704"/>
                <a:gd name="T44" fmla="*/ 103 w 208"/>
                <a:gd name="T45" fmla="*/ 703 h 704"/>
                <a:gd name="T46" fmla="*/ 103 w 208"/>
                <a:gd name="T47" fmla="*/ 703 h 704"/>
                <a:gd name="T48" fmla="*/ 104 w 208"/>
                <a:gd name="T49" fmla="*/ 703 h 704"/>
                <a:gd name="T50" fmla="*/ 110 w 208"/>
                <a:gd name="T51" fmla="*/ 702 h 704"/>
                <a:gd name="T52" fmla="*/ 114 w 208"/>
                <a:gd name="T53" fmla="*/ 699 h 704"/>
                <a:gd name="T54" fmla="*/ 202 w 208"/>
                <a:gd name="T55" fmla="*/ 611 h 704"/>
                <a:gd name="T56" fmla="*/ 202 w 208"/>
                <a:gd name="T57" fmla="*/ 590 h 704"/>
                <a:gd name="T58" fmla="*/ 181 w 208"/>
                <a:gd name="T59" fmla="*/ 590 h 704"/>
                <a:gd name="T60" fmla="*/ 118 w 208"/>
                <a:gd name="T61" fmla="*/ 654 h 704"/>
                <a:gd name="T62" fmla="*/ 118 w 208"/>
                <a:gd name="T63" fmla="*/ 51 h 704"/>
                <a:gd name="T64" fmla="*/ 181 w 208"/>
                <a:gd name="T65" fmla="*/ 11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704">
                  <a:moveTo>
                    <a:pt x="181" y="113"/>
                  </a:moveTo>
                  <a:lnTo>
                    <a:pt x="181" y="113"/>
                  </a:lnTo>
                  <a:cubicBezTo>
                    <a:pt x="187" y="120"/>
                    <a:pt x="196" y="120"/>
                    <a:pt x="202" y="113"/>
                  </a:cubicBezTo>
                  <a:cubicBezTo>
                    <a:pt x="207" y="107"/>
                    <a:pt x="207" y="98"/>
                    <a:pt x="202" y="92"/>
                  </a:cubicBezTo>
                  <a:lnTo>
                    <a:pt x="202" y="92"/>
                  </a:lnTo>
                  <a:cubicBezTo>
                    <a:pt x="114" y="4"/>
                    <a:pt x="114" y="4"/>
                    <a:pt x="114" y="4"/>
                  </a:cubicBezTo>
                  <a:lnTo>
                    <a:pt x="114" y="4"/>
                  </a:lnTo>
                  <a:cubicBezTo>
                    <a:pt x="113" y="3"/>
                    <a:pt x="111" y="3"/>
                    <a:pt x="110" y="2"/>
                  </a:cubicBezTo>
                  <a:cubicBezTo>
                    <a:pt x="106" y="0"/>
                    <a:pt x="102" y="0"/>
                    <a:pt x="97" y="2"/>
                  </a:cubicBezTo>
                  <a:cubicBezTo>
                    <a:pt x="96" y="3"/>
                    <a:pt x="95" y="3"/>
                    <a:pt x="93" y="4"/>
                  </a:cubicBezTo>
                  <a:lnTo>
                    <a:pt x="93" y="4"/>
                  </a:lnTo>
                  <a:cubicBezTo>
                    <a:pt x="5" y="92"/>
                    <a:pt x="5" y="92"/>
                    <a:pt x="5" y="92"/>
                  </a:cubicBezTo>
                  <a:cubicBezTo>
                    <a:pt x="0" y="98"/>
                    <a:pt x="0" y="107"/>
                    <a:pt x="5" y="113"/>
                  </a:cubicBezTo>
                  <a:cubicBezTo>
                    <a:pt x="11" y="120"/>
                    <a:pt x="21" y="120"/>
                    <a:pt x="26" y="113"/>
                  </a:cubicBezTo>
                  <a:cubicBezTo>
                    <a:pt x="89" y="51"/>
                    <a:pt x="89" y="51"/>
                    <a:pt x="89" y="51"/>
                  </a:cubicBezTo>
                  <a:cubicBezTo>
                    <a:pt x="89" y="654"/>
                    <a:pt x="89" y="654"/>
                    <a:pt x="89" y="654"/>
                  </a:cubicBezTo>
                  <a:cubicBezTo>
                    <a:pt x="26" y="590"/>
                    <a:pt x="26" y="590"/>
                    <a:pt x="26" y="590"/>
                  </a:cubicBezTo>
                  <a:cubicBezTo>
                    <a:pt x="21" y="585"/>
                    <a:pt x="11" y="585"/>
                    <a:pt x="5" y="590"/>
                  </a:cubicBezTo>
                  <a:cubicBezTo>
                    <a:pt x="0" y="596"/>
                    <a:pt x="0" y="606"/>
                    <a:pt x="5" y="611"/>
                  </a:cubicBezTo>
                  <a:lnTo>
                    <a:pt x="5" y="611"/>
                  </a:lnTo>
                  <a:cubicBezTo>
                    <a:pt x="93" y="699"/>
                    <a:pt x="93" y="699"/>
                    <a:pt x="93" y="699"/>
                  </a:cubicBezTo>
                  <a:cubicBezTo>
                    <a:pt x="95" y="700"/>
                    <a:pt x="96" y="702"/>
                    <a:pt x="97" y="702"/>
                  </a:cubicBezTo>
                  <a:cubicBezTo>
                    <a:pt x="100" y="703"/>
                    <a:pt x="102" y="703"/>
                    <a:pt x="103" y="703"/>
                  </a:cubicBezTo>
                  <a:lnTo>
                    <a:pt x="103" y="703"/>
                  </a:lnTo>
                  <a:cubicBezTo>
                    <a:pt x="104" y="703"/>
                    <a:pt x="104" y="703"/>
                    <a:pt x="104" y="703"/>
                  </a:cubicBezTo>
                  <a:cubicBezTo>
                    <a:pt x="106" y="703"/>
                    <a:pt x="107" y="703"/>
                    <a:pt x="110" y="702"/>
                  </a:cubicBezTo>
                  <a:cubicBezTo>
                    <a:pt x="111" y="702"/>
                    <a:pt x="113" y="700"/>
                    <a:pt x="114" y="699"/>
                  </a:cubicBezTo>
                  <a:cubicBezTo>
                    <a:pt x="202" y="611"/>
                    <a:pt x="202" y="611"/>
                    <a:pt x="202" y="611"/>
                  </a:cubicBezTo>
                  <a:cubicBezTo>
                    <a:pt x="207" y="606"/>
                    <a:pt x="207" y="596"/>
                    <a:pt x="202" y="590"/>
                  </a:cubicBezTo>
                  <a:cubicBezTo>
                    <a:pt x="196" y="585"/>
                    <a:pt x="187" y="585"/>
                    <a:pt x="181" y="590"/>
                  </a:cubicBezTo>
                  <a:cubicBezTo>
                    <a:pt x="118" y="654"/>
                    <a:pt x="118" y="654"/>
                    <a:pt x="118" y="654"/>
                  </a:cubicBezTo>
                  <a:cubicBezTo>
                    <a:pt x="118" y="51"/>
                    <a:pt x="118" y="51"/>
                    <a:pt x="118" y="51"/>
                  </a:cubicBezTo>
                  <a:lnTo>
                    <a:pt x="181" y="1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4" name="Group 598">
            <a:extLst>
              <a:ext uri="{FF2B5EF4-FFF2-40B4-BE49-F238E27FC236}">
                <a16:creationId xmlns:a16="http://schemas.microsoft.com/office/drawing/2014/main" id="{BA952071-B42F-08BB-3D48-12E9D5B0047B}"/>
              </a:ext>
            </a:extLst>
          </p:cNvPr>
          <p:cNvGrpSpPr/>
          <p:nvPr/>
        </p:nvGrpSpPr>
        <p:grpSpPr>
          <a:xfrm>
            <a:off x="7374061" y="5686847"/>
            <a:ext cx="115888" cy="254000"/>
            <a:chOff x="6232525" y="6021388"/>
            <a:chExt cx="115888" cy="254000"/>
          </a:xfrm>
          <a:solidFill>
            <a:schemeClr val="tx2"/>
          </a:solidFill>
        </p:grpSpPr>
        <p:sp>
          <p:nvSpPr>
            <p:cNvPr id="595" name="Freeform 492">
              <a:extLst>
                <a:ext uri="{FF2B5EF4-FFF2-40B4-BE49-F238E27FC236}">
                  <a16:creationId xmlns:a16="http://schemas.microsoft.com/office/drawing/2014/main" id="{17DB2F47-466E-6047-310C-AED203699924}"/>
                </a:ext>
              </a:extLst>
            </p:cNvPr>
            <p:cNvSpPr>
              <a:spLocks noChangeArrowheads="1"/>
            </p:cNvSpPr>
            <p:nvPr/>
          </p:nvSpPr>
          <p:spPr bwMode="auto">
            <a:xfrm>
              <a:off x="6232525" y="6021388"/>
              <a:ext cx="115888" cy="254000"/>
            </a:xfrm>
            <a:custGeom>
              <a:avLst/>
              <a:gdLst>
                <a:gd name="T0" fmla="*/ 278 w 323"/>
                <a:gd name="T1" fmla="*/ 88 h 704"/>
                <a:gd name="T2" fmla="*/ 278 w 323"/>
                <a:gd name="T3" fmla="*/ 88 h 704"/>
                <a:gd name="T4" fmla="*/ 234 w 323"/>
                <a:gd name="T5" fmla="*/ 88 h 704"/>
                <a:gd name="T6" fmla="*/ 234 w 323"/>
                <a:gd name="T7" fmla="*/ 44 h 704"/>
                <a:gd name="T8" fmla="*/ 190 w 323"/>
                <a:gd name="T9" fmla="*/ 0 h 704"/>
                <a:gd name="T10" fmla="*/ 132 w 323"/>
                <a:gd name="T11" fmla="*/ 0 h 704"/>
                <a:gd name="T12" fmla="*/ 88 w 323"/>
                <a:gd name="T13" fmla="*/ 44 h 704"/>
                <a:gd name="T14" fmla="*/ 88 w 323"/>
                <a:gd name="T15" fmla="*/ 88 h 704"/>
                <a:gd name="T16" fmla="*/ 44 w 323"/>
                <a:gd name="T17" fmla="*/ 88 h 704"/>
                <a:gd name="T18" fmla="*/ 0 w 323"/>
                <a:gd name="T19" fmla="*/ 132 h 704"/>
                <a:gd name="T20" fmla="*/ 0 w 323"/>
                <a:gd name="T21" fmla="*/ 659 h 704"/>
                <a:gd name="T22" fmla="*/ 44 w 323"/>
                <a:gd name="T23" fmla="*/ 703 h 704"/>
                <a:gd name="T24" fmla="*/ 278 w 323"/>
                <a:gd name="T25" fmla="*/ 703 h 704"/>
                <a:gd name="T26" fmla="*/ 278 w 323"/>
                <a:gd name="T27" fmla="*/ 703 h 704"/>
                <a:gd name="T28" fmla="*/ 322 w 323"/>
                <a:gd name="T29" fmla="*/ 659 h 704"/>
                <a:gd name="T30" fmla="*/ 322 w 323"/>
                <a:gd name="T31" fmla="*/ 132 h 704"/>
                <a:gd name="T32" fmla="*/ 278 w 323"/>
                <a:gd name="T33" fmla="*/ 88 h 704"/>
                <a:gd name="T34" fmla="*/ 117 w 323"/>
                <a:gd name="T35" fmla="*/ 44 h 704"/>
                <a:gd name="T36" fmla="*/ 117 w 323"/>
                <a:gd name="T37" fmla="*/ 44 h 704"/>
                <a:gd name="T38" fmla="*/ 132 w 323"/>
                <a:gd name="T39" fmla="*/ 31 h 704"/>
                <a:gd name="T40" fmla="*/ 190 w 323"/>
                <a:gd name="T41" fmla="*/ 31 h 704"/>
                <a:gd name="T42" fmla="*/ 205 w 323"/>
                <a:gd name="T43" fmla="*/ 44 h 704"/>
                <a:gd name="T44" fmla="*/ 205 w 323"/>
                <a:gd name="T45" fmla="*/ 88 h 704"/>
                <a:gd name="T46" fmla="*/ 117 w 323"/>
                <a:gd name="T47" fmla="*/ 88 h 704"/>
                <a:gd name="T48" fmla="*/ 117 w 323"/>
                <a:gd name="T49" fmla="*/ 44 h 704"/>
                <a:gd name="T50" fmla="*/ 293 w 323"/>
                <a:gd name="T51" fmla="*/ 659 h 704"/>
                <a:gd name="T52" fmla="*/ 293 w 323"/>
                <a:gd name="T53" fmla="*/ 659 h 704"/>
                <a:gd name="T54" fmla="*/ 278 w 323"/>
                <a:gd name="T55" fmla="*/ 674 h 704"/>
                <a:gd name="T56" fmla="*/ 44 w 323"/>
                <a:gd name="T57" fmla="*/ 674 h 704"/>
                <a:gd name="T58" fmla="*/ 29 w 323"/>
                <a:gd name="T59" fmla="*/ 659 h 704"/>
                <a:gd name="T60" fmla="*/ 29 w 323"/>
                <a:gd name="T61" fmla="*/ 132 h 704"/>
                <a:gd name="T62" fmla="*/ 44 w 323"/>
                <a:gd name="T63" fmla="*/ 118 h 704"/>
                <a:gd name="T64" fmla="*/ 102 w 323"/>
                <a:gd name="T65" fmla="*/ 118 h 704"/>
                <a:gd name="T66" fmla="*/ 102 w 323"/>
                <a:gd name="T67" fmla="*/ 118 h 704"/>
                <a:gd name="T68" fmla="*/ 220 w 323"/>
                <a:gd name="T69" fmla="*/ 118 h 704"/>
                <a:gd name="T70" fmla="*/ 220 w 323"/>
                <a:gd name="T71" fmla="*/ 118 h 704"/>
                <a:gd name="T72" fmla="*/ 278 w 323"/>
                <a:gd name="T73" fmla="*/ 118 h 704"/>
                <a:gd name="T74" fmla="*/ 293 w 323"/>
                <a:gd name="T75" fmla="*/ 132 h 704"/>
                <a:gd name="T76" fmla="*/ 293 w 323"/>
                <a:gd name="T77"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23" h="704">
                  <a:moveTo>
                    <a:pt x="278" y="88"/>
                  </a:moveTo>
                  <a:lnTo>
                    <a:pt x="278" y="88"/>
                  </a:lnTo>
                  <a:cubicBezTo>
                    <a:pt x="234" y="88"/>
                    <a:pt x="234" y="88"/>
                    <a:pt x="234" y="88"/>
                  </a:cubicBezTo>
                  <a:cubicBezTo>
                    <a:pt x="234" y="44"/>
                    <a:pt x="234" y="44"/>
                    <a:pt x="234" y="44"/>
                  </a:cubicBezTo>
                  <a:cubicBezTo>
                    <a:pt x="234" y="20"/>
                    <a:pt x="215" y="0"/>
                    <a:pt x="190" y="0"/>
                  </a:cubicBezTo>
                  <a:cubicBezTo>
                    <a:pt x="132" y="0"/>
                    <a:pt x="132" y="0"/>
                    <a:pt x="132" y="0"/>
                  </a:cubicBezTo>
                  <a:cubicBezTo>
                    <a:pt x="107" y="0"/>
                    <a:pt x="88" y="20"/>
                    <a:pt x="88" y="44"/>
                  </a:cubicBezTo>
                  <a:cubicBezTo>
                    <a:pt x="88" y="88"/>
                    <a:pt x="88" y="88"/>
                    <a:pt x="88" y="88"/>
                  </a:cubicBezTo>
                  <a:cubicBezTo>
                    <a:pt x="44" y="88"/>
                    <a:pt x="44" y="88"/>
                    <a:pt x="44" y="88"/>
                  </a:cubicBezTo>
                  <a:cubicBezTo>
                    <a:pt x="20" y="88"/>
                    <a:pt x="0" y="107"/>
                    <a:pt x="0" y="132"/>
                  </a:cubicBezTo>
                  <a:cubicBezTo>
                    <a:pt x="0" y="659"/>
                    <a:pt x="0" y="659"/>
                    <a:pt x="0" y="659"/>
                  </a:cubicBezTo>
                  <a:cubicBezTo>
                    <a:pt x="0" y="684"/>
                    <a:pt x="20" y="703"/>
                    <a:pt x="44" y="703"/>
                  </a:cubicBezTo>
                  <a:cubicBezTo>
                    <a:pt x="278" y="703"/>
                    <a:pt x="278" y="703"/>
                    <a:pt x="278" y="703"/>
                  </a:cubicBezTo>
                  <a:lnTo>
                    <a:pt x="278" y="703"/>
                  </a:lnTo>
                  <a:cubicBezTo>
                    <a:pt x="302" y="703"/>
                    <a:pt x="322" y="684"/>
                    <a:pt x="322" y="659"/>
                  </a:cubicBezTo>
                  <a:cubicBezTo>
                    <a:pt x="322" y="132"/>
                    <a:pt x="322" y="132"/>
                    <a:pt x="322" y="132"/>
                  </a:cubicBezTo>
                  <a:cubicBezTo>
                    <a:pt x="322" y="107"/>
                    <a:pt x="302" y="88"/>
                    <a:pt x="278" y="88"/>
                  </a:cubicBezTo>
                  <a:close/>
                  <a:moveTo>
                    <a:pt x="117" y="44"/>
                  </a:moveTo>
                  <a:lnTo>
                    <a:pt x="117" y="44"/>
                  </a:lnTo>
                  <a:cubicBezTo>
                    <a:pt x="117" y="36"/>
                    <a:pt x="124" y="31"/>
                    <a:pt x="132" y="31"/>
                  </a:cubicBezTo>
                  <a:cubicBezTo>
                    <a:pt x="190" y="31"/>
                    <a:pt x="190" y="31"/>
                    <a:pt x="190" y="31"/>
                  </a:cubicBezTo>
                  <a:cubicBezTo>
                    <a:pt x="198" y="31"/>
                    <a:pt x="205" y="36"/>
                    <a:pt x="205" y="44"/>
                  </a:cubicBezTo>
                  <a:cubicBezTo>
                    <a:pt x="205" y="88"/>
                    <a:pt x="205" y="88"/>
                    <a:pt x="205" y="88"/>
                  </a:cubicBezTo>
                  <a:cubicBezTo>
                    <a:pt x="117" y="88"/>
                    <a:pt x="117" y="88"/>
                    <a:pt x="117" y="88"/>
                  </a:cubicBezTo>
                  <a:lnTo>
                    <a:pt x="117" y="44"/>
                  </a:lnTo>
                  <a:close/>
                  <a:moveTo>
                    <a:pt x="293" y="659"/>
                  </a:moveTo>
                  <a:lnTo>
                    <a:pt x="293" y="659"/>
                  </a:lnTo>
                  <a:cubicBezTo>
                    <a:pt x="293" y="667"/>
                    <a:pt x="286" y="674"/>
                    <a:pt x="278" y="674"/>
                  </a:cubicBezTo>
                  <a:cubicBezTo>
                    <a:pt x="44" y="674"/>
                    <a:pt x="44" y="674"/>
                    <a:pt x="44" y="674"/>
                  </a:cubicBezTo>
                  <a:cubicBezTo>
                    <a:pt x="36" y="674"/>
                    <a:pt x="29" y="667"/>
                    <a:pt x="29" y="659"/>
                  </a:cubicBezTo>
                  <a:cubicBezTo>
                    <a:pt x="29" y="132"/>
                    <a:pt x="29" y="132"/>
                    <a:pt x="29" y="132"/>
                  </a:cubicBezTo>
                  <a:cubicBezTo>
                    <a:pt x="29" y="124"/>
                    <a:pt x="36" y="118"/>
                    <a:pt x="44" y="118"/>
                  </a:cubicBezTo>
                  <a:cubicBezTo>
                    <a:pt x="102" y="118"/>
                    <a:pt x="102" y="118"/>
                    <a:pt x="102" y="118"/>
                  </a:cubicBezTo>
                  <a:lnTo>
                    <a:pt x="102" y="118"/>
                  </a:lnTo>
                  <a:cubicBezTo>
                    <a:pt x="220" y="118"/>
                    <a:pt x="220" y="118"/>
                    <a:pt x="220" y="118"/>
                  </a:cubicBezTo>
                  <a:lnTo>
                    <a:pt x="220" y="118"/>
                  </a:lnTo>
                  <a:cubicBezTo>
                    <a:pt x="278" y="118"/>
                    <a:pt x="278" y="118"/>
                    <a:pt x="278" y="118"/>
                  </a:cubicBezTo>
                  <a:cubicBezTo>
                    <a:pt x="286" y="118"/>
                    <a:pt x="293" y="124"/>
                    <a:pt x="293" y="132"/>
                  </a:cubicBezTo>
                  <a:lnTo>
                    <a:pt x="293"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6" name="Freeform 493">
              <a:extLst>
                <a:ext uri="{FF2B5EF4-FFF2-40B4-BE49-F238E27FC236}">
                  <a16:creationId xmlns:a16="http://schemas.microsoft.com/office/drawing/2014/main" id="{06EE6460-467B-431A-DAFA-27A158A02A6A}"/>
                </a:ext>
              </a:extLst>
            </p:cNvPr>
            <p:cNvSpPr>
              <a:spLocks noChangeArrowheads="1"/>
            </p:cNvSpPr>
            <p:nvPr/>
          </p:nvSpPr>
          <p:spPr bwMode="auto">
            <a:xfrm>
              <a:off x="6262688" y="6084888"/>
              <a:ext cx="53975" cy="160337"/>
            </a:xfrm>
            <a:custGeom>
              <a:avLst/>
              <a:gdLst>
                <a:gd name="T0" fmla="*/ 130 w 152"/>
                <a:gd name="T1" fmla="*/ 207 h 444"/>
                <a:gd name="T2" fmla="*/ 130 w 152"/>
                <a:gd name="T3" fmla="*/ 207 h 444"/>
                <a:gd name="T4" fmla="*/ 43 w 152"/>
                <a:gd name="T5" fmla="*/ 229 h 444"/>
                <a:gd name="T6" fmla="*/ 146 w 152"/>
                <a:gd name="T7" fmla="*/ 23 h 444"/>
                <a:gd name="T8" fmla="*/ 141 w 152"/>
                <a:gd name="T9" fmla="*/ 2 h 444"/>
                <a:gd name="T10" fmla="*/ 120 w 152"/>
                <a:gd name="T11" fmla="*/ 9 h 444"/>
                <a:gd name="T12" fmla="*/ 4 w 152"/>
                <a:gd name="T13" fmla="*/ 244 h 444"/>
                <a:gd name="T14" fmla="*/ 5 w 152"/>
                <a:gd name="T15" fmla="*/ 259 h 444"/>
                <a:gd name="T16" fmla="*/ 20 w 152"/>
                <a:gd name="T17" fmla="*/ 265 h 444"/>
                <a:gd name="T18" fmla="*/ 104 w 152"/>
                <a:gd name="T19" fmla="*/ 244 h 444"/>
                <a:gd name="T20" fmla="*/ 4 w 152"/>
                <a:gd name="T21" fmla="*/ 418 h 444"/>
                <a:gd name="T22" fmla="*/ 9 w 152"/>
                <a:gd name="T23" fmla="*/ 439 h 444"/>
                <a:gd name="T24" fmla="*/ 30 w 152"/>
                <a:gd name="T25" fmla="*/ 433 h 444"/>
                <a:gd name="T26" fmla="*/ 30 w 152"/>
                <a:gd name="T27" fmla="*/ 433 h 444"/>
                <a:gd name="T28" fmla="*/ 146 w 152"/>
                <a:gd name="T29" fmla="*/ 228 h 444"/>
                <a:gd name="T30" fmla="*/ 145 w 152"/>
                <a:gd name="T31" fmla="*/ 212 h 444"/>
                <a:gd name="T32" fmla="*/ 130 w 152"/>
                <a:gd name="T33" fmla="*/ 207 h 4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2" h="444">
                  <a:moveTo>
                    <a:pt x="130" y="207"/>
                  </a:moveTo>
                  <a:lnTo>
                    <a:pt x="130" y="207"/>
                  </a:lnTo>
                  <a:cubicBezTo>
                    <a:pt x="43" y="229"/>
                    <a:pt x="43" y="229"/>
                    <a:pt x="43" y="229"/>
                  </a:cubicBezTo>
                  <a:cubicBezTo>
                    <a:pt x="146" y="23"/>
                    <a:pt x="146" y="23"/>
                    <a:pt x="146" y="23"/>
                  </a:cubicBezTo>
                  <a:cubicBezTo>
                    <a:pt x="151" y="15"/>
                    <a:pt x="148" y="7"/>
                    <a:pt x="141" y="2"/>
                  </a:cubicBezTo>
                  <a:cubicBezTo>
                    <a:pt x="133" y="0"/>
                    <a:pt x="124" y="2"/>
                    <a:pt x="120" y="9"/>
                  </a:cubicBezTo>
                  <a:cubicBezTo>
                    <a:pt x="4" y="244"/>
                    <a:pt x="4" y="244"/>
                    <a:pt x="4" y="244"/>
                  </a:cubicBezTo>
                  <a:cubicBezTo>
                    <a:pt x="1" y="248"/>
                    <a:pt x="2" y="255"/>
                    <a:pt x="5" y="259"/>
                  </a:cubicBezTo>
                  <a:cubicBezTo>
                    <a:pt x="9" y="263"/>
                    <a:pt x="15" y="266"/>
                    <a:pt x="20" y="265"/>
                  </a:cubicBezTo>
                  <a:cubicBezTo>
                    <a:pt x="104" y="244"/>
                    <a:pt x="104" y="244"/>
                    <a:pt x="104" y="244"/>
                  </a:cubicBezTo>
                  <a:cubicBezTo>
                    <a:pt x="4" y="418"/>
                    <a:pt x="4" y="418"/>
                    <a:pt x="4" y="418"/>
                  </a:cubicBezTo>
                  <a:cubicBezTo>
                    <a:pt x="0" y="425"/>
                    <a:pt x="2" y="435"/>
                    <a:pt x="9" y="439"/>
                  </a:cubicBezTo>
                  <a:cubicBezTo>
                    <a:pt x="16" y="443"/>
                    <a:pt x="26" y="440"/>
                    <a:pt x="30" y="433"/>
                  </a:cubicBezTo>
                  <a:lnTo>
                    <a:pt x="30" y="433"/>
                  </a:lnTo>
                  <a:cubicBezTo>
                    <a:pt x="146" y="228"/>
                    <a:pt x="146" y="228"/>
                    <a:pt x="146" y="228"/>
                  </a:cubicBezTo>
                  <a:cubicBezTo>
                    <a:pt x="149" y="223"/>
                    <a:pt x="149" y="217"/>
                    <a:pt x="145" y="212"/>
                  </a:cubicBezTo>
                  <a:cubicBezTo>
                    <a:pt x="142" y="207"/>
                    <a:pt x="135" y="206"/>
                    <a:pt x="130" y="2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7" name="Group 601">
            <a:extLst>
              <a:ext uri="{FF2B5EF4-FFF2-40B4-BE49-F238E27FC236}">
                <a16:creationId xmlns:a16="http://schemas.microsoft.com/office/drawing/2014/main" id="{4CA67532-F030-33C2-4408-245C72717B0C}"/>
              </a:ext>
            </a:extLst>
          </p:cNvPr>
          <p:cNvGrpSpPr/>
          <p:nvPr/>
        </p:nvGrpSpPr>
        <p:grpSpPr>
          <a:xfrm>
            <a:off x="5427786" y="3754860"/>
            <a:ext cx="1771650" cy="136525"/>
            <a:chOff x="4286250" y="4087813"/>
            <a:chExt cx="1771650" cy="136525"/>
          </a:xfrm>
          <a:solidFill>
            <a:schemeClr val="tx2"/>
          </a:solidFill>
        </p:grpSpPr>
        <p:sp>
          <p:nvSpPr>
            <p:cNvPr id="598" name="Freeform 494">
              <a:extLst>
                <a:ext uri="{FF2B5EF4-FFF2-40B4-BE49-F238E27FC236}">
                  <a16:creationId xmlns:a16="http://schemas.microsoft.com/office/drawing/2014/main" id="{DA3C5519-4FCB-AD73-F62A-810F1AE75FE8}"/>
                </a:ext>
              </a:extLst>
            </p:cNvPr>
            <p:cNvSpPr>
              <a:spLocks noChangeArrowheads="1"/>
            </p:cNvSpPr>
            <p:nvPr/>
          </p:nvSpPr>
          <p:spPr bwMode="auto">
            <a:xfrm>
              <a:off x="4286250" y="4087813"/>
              <a:ext cx="106363" cy="136525"/>
            </a:xfrm>
            <a:custGeom>
              <a:avLst/>
              <a:gdLst>
                <a:gd name="T0" fmla="*/ 77 w 295"/>
                <a:gd name="T1" fmla="*/ 77 h 381"/>
                <a:gd name="T2" fmla="*/ 77 w 295"/>
                <a:gd name="T3" fmla="*/ 77 h 381"/>
                <a:gd name="T4" fmla="*/ 123 w 295"/>
                <a:gd name="T5" fmla="*/ 43 h 381"/>
                <a:gd name="T6" fmla="*/ 184 w 295"/>
                <a:gd name="T7" fmla="*/ 30 h 381"/>
                <a:gd name="T8" fmla="*/ 285 w 295"/>
                <a:gd name="T9" fmla="*/ 56 h 381"/>
                <a:gd name="T10" fmla="*/ 285 w 295"/>
                <a:gd name="T11" fmla="*/ 19 h 381"/>
                <a:gd name="T12" fmla="*/ 188 w 295"/>
                <a:gd name="T13" fmla="*/ 0 h 381"/>
                <a:gd name="T14" fmla="*/ 134 w 295"/>
                <a:gd name="T15" fmla="*/ 7 h 381"/>
                <a:gd name="T16" fmla="*/ 88 w 295"/>
                <a:gd name="T17" fmla="*/ 26 h 381"/>
                <a:gd name="T18" fmla="*/ 51 w 295"/>
                <a:gd name="T19" fmla="*/ 56 h 381"/>
                <a:gd name="T20" fmla="*/ 23 w 295"/>
                <a:gd name="T21" fmla="*/ 96 h 381"/>
                <a:gd name="T22" fmla="*/ 5 w 295"/>
                <a:gd name="T23" fmla="*/ 143 h 381"/>
                <a:gd name="T24" fmla="*/ 0 w 295"/>
                <a:gd name="T25" fmla="*/ 195 h 381"/>
                <a:gd name="T26" fmla="*/ 12 w 295"/>
                <a:gd name="T27" fmla="*/ 269 h 381"/>
                <a:gd name="T28" fmla="*/ 46 w 295"/>
                <a:gd name="T29" fmla="*/ 328 h 381"/>
                <a:gd name="T30" fmla="*/ 101 w 295"/>
                <a:gd name="T31" fmla="*/ 367 h 381"/>
                <a:gd name="T32" fmla="*/ 173 w 295"/>
                <a:gd name="T33" fmla="*/ 380 h 381"/>
                <a:gd name="T34" fmla="*/ 294 w 295"/>
                <a:gd name="T35" fmla="*/ 349 h 381"/>
                <a:gd name="T36" fmla="*/ 294 w 295"/>
                <a:gd name="T37" fmla="*/ 187 h 381"/>
                <a:gd name="T38" fmla="*/ 175 w 295"/>
                <a:gd name="T39" fmla="*/ 187 h 381"/>
                <a:gd name="T40" fmla="*/ 175 w 295"/>
                <a:gd name="T41" fmla="*/ 217 h 381"/>
                <a:gd name="T42" fmla="*/ 259 w 295"/>
                <a:gd name="T43" fmla="*/ 217 h 381"/>
                <a:gd name="T44" fmla="*/ 259 w 295"/>
                <a:gd name="T45" fmla="*/ 330 h 381"/>
                <a:gd name="T46" fmla="*/ 178 w 295"/>
                <a:gd name="T47" fmla="*/ 349 h 381"/>
                <a:gd name="T48" fmla="*/ 116 w 295"/>
                <a:gd name="T49" fmla="*/ 338 h 381"/>
                <a:gd name="T50" fmla="*/ 73 w 295"/>
                <a:gd name="T51" fmla="*/ 305 h 381"/>
                <a:gd name="T52" fmla="*/ 45 w 295"/>
                <a:gd name="T53" fmla="*/ 254 h 381"/>
                <a:gd name="T54" fmla="*/ 35 w 295"/>
                <a:gd name="T55" fmla="*/ 191 h 381"/>
                <a:gd name="T56" fmla="*/ 46 w 295"/>
                <a:gd name="T57" fmla="*/ 128 h 381"/>
                <a:gd name="T58" fmla="*/ 77 w 295"/>
                <a:gd name="T59" fmla="*/ 7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5" h="381">
                  <a:moveTo>
                    <a:pt x="77" y="77"/>
                  </a:moveTo>
                  <a:lnTo>
                    <a:pt x="77" y="77"/>
                  </a:lnTo>
                  <a:cubicBezTo>
                    <a:pt x="89" y="62"/>
                    <a:pt x="104" y="51"/>
                    <a:pt x="123" y="43"/>
                  </a:cubicBezTo>
                  <a:cubicBezTo>
                    <a:pt x="141" y="34"/>
                    <a:pt x="162" y="30"/>
                    <a:pt x="184" y="30"/>
                  </a:cubicBezTo>
                  <a:cubicBezTo>
                    <a:pt x="221" y="30"/>
                    <a:pt x="254" y="40"/>
                    <a:pt x="285" y="56"/>
                  </a:cubicBezTo>
                  <a:cubicBezTo>
                    <a:pt x="285" y="19"/>
                    <a:pt x="285" y="19"/>
                    <a:pt x="285" y="19"/>
                  </a:cubicBezTo>
                  <a:cubicBezTo>
                    <a:pt x="258" y="6"/>
                    <a:pt x="225" y="0"/>
                    <a:pt x="188" y="0"/>
                  </a:cubicBezTo>
                  <a:cubicBezTo>
                    <a:pt x="169" y="0"/>
                    <a:pt x="151" y="2"/>
                    <a:pt x="134" y="7"/>
                  </a:cubicBezTo>
                  <a:cubicBezTo>
                    <a:pt x="116" y="11"/>
                    <a:pt x="101" y="18"/>
                    <a:pt x="88" y="26"/>
                  </a:cubicBezTo>
                  <a:cubicBezTo>
                    <a:pt x="74" y="34"/>
                    <a:pt x="62" y="45"/>
                    <a:pt x="51" y="56"/>
                  </a:cubicBezTo>
                  <a:cubicBezTo>
                    <a:pt x="40" y="69"/>
                    <a:pt x="30" y="83"/>
                    <a:pt x="23" y="96"/>
                  </a:cubicBezTo>
                  <a:cubicBezTo>
                    <a:pt x="15" y="111"/>
                    <a:pt x="9" y="126"/>
                    <a:pt x="5" y="143"/>
                  </a:cubicBezTo>
                  <a:cubicBezTo>
                    <a:pt x="3" y="159"/>
                    <a:pt x="0" y="177"/>
                    <a:pt x="0" y="195"/>
                  </a:cubicBezTo>
                  <a:cubicBezTo>
                    <a:pt x="0" y="223"/>
                    <a:pt x="4" y="247"/>
                    <a:pt x="12" y="269"/>
                  </a:cubicBezTo>
                  <a:cubicBezTo>
                    <a:pt x="20" y="293"/>
                    <a:pt x="31" y="312"/>
                    <a:pt x="46" y="328"/>
                  </a:cubicBezTo>
                  <a:cubicBezTo>
                    <a:pt x="62" y="345"/>
                    <a:pt x="79" y="357"/>
                    <a:pt x="101" y="367"/>
                  </a:cubicBezTo>
                  <a:cubicBezTo>
                    <a:pt x="122" y="375"/>
                    <a:pt x="147" y="380"/>
                    <a:pt x="173" y="380"/>
                  </a:cubicBezTo>
                  <a:cubicBezTo>
                    <a:pt x="215" y="380"/>
                    <a:pt x="255" y="369"/>
                    <a:pt x="294" y="349"/>
                  </a:cubicBezTo>
                  <a:cubicBezTo>
                    <a:pt x="294" y="187"/>
                    <a:pt x="294" y="187"/>
                    <a:pt x="294" y="187"/>
                  </a:cubicBezTo>
                  <a:cubicBezTo>
                    <a:pt x="175" y="187"/>
                    <a:pt x="175" y="187"/>
                    <a:pt x="175" y="187"/>
                  </a:cubicBezTo>
                  <a:cubicBezTo>
                    <a:pt x="175" y="217"/>
                    <a:pt x="175" y="217"/>
                    <a:pt x="175" y="217"/>
                  </a:cubicBezTo>
                  <a:cubicBezTo>
                    <a:pt x="259" y="217"/>
                    <a:pt x="259" y="217"/>
                    <a:pt x="259" y="217"/>
                  </a:cubicBezTo>
                  <a:cubicBezTo>
                    <a:pt x="259" y="330"/>
                    <a:pt x="259" y="330"/>
                    <a:pt x="259" y="330"/>
                  </a:cubicBezTo>
                  <a:cubicBezTo>
                    <a:pt x="236" y="342"/>
                    <a:pt x="208" y="349"/>
                    <a:pt x="178" y="349"/>
                  </a:cubicBezTo>
                  <a:cubicBezTo>
                    <a:pt x="155" y="349"/>
                    <a:pt x="134" y="345"/>
                    <a:pt x="116" y="338"/>
                  </a:cubicBezTo>
                  <a:cubicBezTo>
                    <a:pt x="99" y="330"/>
                    <a:pt x="84" y="319"/>
                    <a:pt x="73" y="305"/>
                  </a:cubicBezTo>
                  <a:cubicBezTo>
                    <a:pt x="60" y="290"/>
                    <a:pt x="51" y="273"/>
                    <a:pt x="45" y="254"/>
                  </a:cubicBezTo>
                  <a:cubicBezTo>
                    <a:pt x="38" y="235"/>
                    <a:pt x="35" y="214"/>
                    <a:pt x="35" y="191"/>
                  </a:cubicBezTo>
                  <a:cubicBezTo>
                    <a:pt x="35" y="169"/>
                    <a:pt x="40" y="147"/>
                    <a:pt x="46" y="128"/>
                  </a:cubicBezTo>
                  <a:cubicBezTo>
                    <a:pt x="53" y="109"/>
                    <a:pt x="64" y="91"/>
                    <a:pt x="77"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5">
              <a:extLst>
                <a:ext uri="{FF2B5EF4-FFF2-40B4-BE49-F238E27FC236}">
                  <a16:creationId xmlns:a16="http://schemas.microsoft.com/office/drawing/2014/main" id="{EAB31040-1BF5-5867-91AB-8505460987EC}"/>
                </a:ext>
              </a:extLst>
            </p:cNvPr>
            <p:cNvSpPr>
              <a:spLocks noChangeArrowheads="1"/>
            </p:cNvSpPr>
            <p:nvPr/>
          </p:nvSpPr>
          <p:spPr bwMode="auto">
            <a:xfrm>
              <a:off x="4422775" y="4089400"/>
              <a:ext cx="68263" cy="133350"/>
            </a:xfrm>
            <a:custGeom>
              <a:avLst/>
              <a:gdLst>
                <a:gd name="T0" fmla="*/ 34 w 189"/>
                <a:gd name="T1" fmla="*/ 197 h 369"/>
                <a:gd name="T2" fmla="*/ 168 w 189"/>
                <a:gd name="T3" fmla="*/ 197 h 369"/>
                <a:gd name="T4" fmla="*/ 168 w 189"/>
                <a:gd name="T5" fmla="*/ 166 h 369"/>
                <a:gd name="T6" fmla="*/ 34 w 189"/>
                <a:gd name="T7" fmla="*/ 166 h 369"/>
                <a:gd name="T8" fmla="*/ 34 w 189"/>
                <a:gd name="T9" fmla="*/ 31 h 369"/>
                <a:gd name="T10" fmla="*/ 179 w 189"/>
                <a:gd name="T11" fmla="*/ 31 h 369"/>
                <a:gd name="T12" fmla="*/ 179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8" y="197"/>
                  </a:lnTo>
                  <a:lnTo>
                    <a:pt x="168" y="166"/>
                  </a:lnTo>
                  <a:lnTo>
                    <a:pt x="34" y="166"/>
                  </a:lnTo>
                  <a:lnTo>
                    <a:pt x="34" y="31"/>
                  </a:lnTo>
                  <a:lnTo>
                    <a:pt x="179" y="31"/>
                  </a:lnTo>
                  <a:lnTo>
                    <a:pt x="179"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6">
              <a:extLst>
                <a:ext uri="{FF2B5EF4-FFF2-40B4-BE49-F238E27FC236}">
                  <a16:creationId xmlns:a16="http://schemas.microsoft.com/office/drawing/2014/main" id="{38E9B6A8-831A-05EC-AEA9-0D8CD6D3930E}"/>
                </a:ext>
              </a:extLst>
            </p:cNvPr>
            <p:cNvSpPr>
              <a:spLocks noChangeArrowheads="1"/>
            </p:cNvSpPr>
            <p:nvPr/>
          </p:nvSpPr>
          <p:spPr bwMode="auto">
            <a:xfrm>
              <a:off x="4518025" y="4089400"/>
              <a:ext cx="104775" cy="133350"/>
            </a:xfrm>
            <a:custGeom>
              <a:avLst/>
              <a:gdLst>
                <a:gd name="T0" fmla="*/ 254 w 289"/>
                <a:gd name="T1" fmla="*/ 273 h 369"/>
                <a:gd name="T2" fmla="*/ 254 w 289"/>
                <a:gd name="T3" fmla="*/ 273 h 369"/>
                <a:gd name="T4" fmla="*/ 254 w 289"/>
                <a:gd name="T5" fmla="*/ 296 h 369"/>
                <a:gd name="T6" fmla="*/ 256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4" y="296"/>
                  </a:cubicBezTo>
                  <a:cubicBezTo>
                    <a:pt x="255" y="303"/>
                    <a:pt x="255" y="310"/>
                    <a:pt x="256" y="315"/>
                  </a:cubicBezTo>
                  <a:cubicBezTo>
                    <a:pt x="255" y="315"/>
                    <a:pt x="255" y="315"/>
                    <a:pt x="255" y="315"/>
                  </a:cubicBezTo>
                  <a:cubicBezTo>
                    <a:pt x="252" y="313"/>
                    <a:pt x="249" y="309"/>
                    <a:pt x="248" y="304"/>
                  </a:cubicBezTo>
                  <a:cubicBezTo>
                    <a:pt x="245"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3" y="52"/>
                    <a:pt x="33" y="49"/>
                  </a:cubicBezTo>
                  <a:cubicBezTo>
                    <a:pt x="34" y="49"/>
                    <a:pt x="34" y="49"/>
                    <a:pt x="34" y="49"/>
                  </a:cubicBezTo>
                  <a:cubicBezTo>
                    <a:pt x="35"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1" name="Freeform 497">
              <a:extLst>
                <a:ext uri="{FF2B5EF4-FFF2-40B4-BE49-F238E27FC236}">
                  <a16:creationId xmlns:a16="http://schemas.microsoft.com/office/drawing/2014/main" id="{1EE304E8-84AA-B85F-3E62-C774765C4762}"/>
                </a:ext>
              </a:extLst>
            </p:cNvPr>
            <p:cNvSpPr>
              <a:spLocks noChangeArrowheads="1"/>
            </p:cNvSpPr>
            <p:nvPr/>
          </p:nvSpPr>
          <p:spPr bwMode="auto">
            <a:xfrm>
              <a:off x="4657725" y="4089400"/>
              <a:ext cx="68263" cy="133350"/>
            </a:xfrm>
            <a:custGeom>
              <a:avLst/>
              <a:gdLst>
                <a:gd name="T0" fmla="*/ 180 w 189"/>
                <a:gd name="T1" fmla="*/ 31 h 369"/>
                <a:gd name="T2" fmla="*/ 180 w 189"/>
                <a:gd name="T3" fmla="*/ 0 h 369"/>
                <a:gd name="T4" fmla="*/ 0 w 189"/>
                <a:gd name="T5" fmla="*/ 0 h 369"/>
                <a:gd name="T6" fmla="*/ 0 w 189"/>
                <a:gd name="T7" fmla="*/ 368 h 369"/>
                <a:gd name="T8" fmla="*/ 188 w 189"/>
                <a:gd name="T9" fmla="*/ 368 h 369"/>
                <a:gd name="T10" fmla="*/ 188 w 189"/>
                <a:gd name="T11" fmla="*/ 337 h 369"/>
                <a:gd name="T12" fmla="*/ 34 w 189"/>
                <a:gd name="T13" fmla="*/ 337 h 369"/>
                <a:gd name="T14" fmla="*/ 34 w 189"/>
                <a:gd name="T15" fmla="*/ 197 h 369"/>
                <a:gd name="T16" fmla="*/ 169 w 189"/>
                <a:gd name="T17" fmla="*/ 197 h 369"/>
                <a:gd name="T18" fmla="*/ 169 w 189"/>
                <a:gd name="T19" fmla="*/ 166 h 369"/>
                <a:gd name="T20" fmla="*/ 34 w 189"/>
                <a:gd name="T21" fmla="*/ 166 h 369"/>
                <a:gd name="T22" fmla="*/ 34 w 189"/>
                <a:gd name="T23" fmla="*/ 31 h 369"/>
                <a:gd name="T24" fmla="*/ 180 w 189"/>
                <a:gd name="T25" fmla="*/ 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1"/>
                  </a:moveTo>
                  <a:lnTo>
                    <a:pt x="180" y="0"/>
                  </a:lnTo>
                  <a:lnTo>
                    <a:pt x="0" y="0"/>
                  </a:lnTo>
                  <a:lnTo>
                    <a:pt x="0" y="368"/>
                  </a:lnTo>
                  <a:lnTo>
                    <a:pt x="188" y="368"/>
                  </a:lnTo>
                  <a:lnTo>
                    <a:pt x="188" y="337"/>
                  </a:lnTo>
                  <a:lnTo>
                    <a:pt x="34" y="337"/>
                  </a:lnTo>
                  <a:lnTo>
                    <a:pt x="34" y="197"/>
                  </a:lnTo>
                  <a:lnTo>
                    <a:pt x="169" y="197"/>
                  </a:lnTo>
                  <a:lnTo>
                    <a:pt x="169" y="166"/>
                  </a:lnTo>
                  <a:lnTo>
                    <a:pt x="34" y="166"/>
                  </a:lnTo>
                  <a:lnTo>
                    <a:pt x="34" y="31"/>
                  </a:lnTo>
                  <a:lnTo>
                    <a:pt x="180"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2" name="Freeform 498">
              <a:extLst>
                <a:ext uri="{FF2B5EF4-FFF2-40B4-BE49-F238E27FC236}">
                  <a16:creationId xmlns:a16="http://schemas.microsoft.com/office/drawing/2014/main" id="{CA0A2852-4C12-713E-6B73-542C99A4349D}"/>
                </a:ext>
              </a:extLst>
            </p:cNvPr>
            <p:cNvSpPr>
              <a:spLocks noChangeArrowheads="1"/>
            </p:cNvSpPr>
            <p:nvPr/>
          </p:nvSpPr>
          <p:spPr bwMode="auto">
            <a:xfrm>
              <a:off x="4752975" y="4089400"/>
              <a:ext cx="87313" cy="133350"/>
            </a:xfrm>
            <a:custGeom>
              <a:avLst/>
              <a:gdLst>
                <a:gd name="T0" fmla="*/ 167 w 242"/>
                <a:gd name="T1" fmla="*/ 233 h 369"/>
                <a:gd name="T2" fmla="*/ 167 w 242"/>
                <a:gd name="T3" fmla="*/ 233 h 369"/>
                <a:gd name="T4" fmla="*/ 156 w 242"/>
                <a:gd name="T5" fmla="*/ 218 h 369"/>
                <a:gd name="T6" fmla="*/ 144 w 242"/>
                <a:gd name="T7" fmla="*/ 206 h 369"/>
                <a:gd name="T8" fmla="*/ 130 w 242"/>
                <a:gd name="T9" fmla="*/ 197 h 369"/>
                <a:gd name="T10" fmla="*/ 130 w 242"/>
                <a:gd name="T11" fmla="*/ 196 h 369"/>
                <a:gd name="T12" fmla="*/ 166 w 242"/>
                <a:gd name="T13" fmla="*/ 184 h 369"/>
                <a:gd name="T14" fmla="*/ 192 w 242"/>
                <a:gd name="T15" fmla="*/ 162 h 369"/>
                <a:gd name="T16" fmla="*/ 209 w 242"/>
                <a:gd name="T17" fmla="*/ 133 h 369"/>
                <a:gd name="T18" fmla="*/ 214 w 242"/>
                <a:gd name="T19" fmla="*/ 97 h 369"/>
                <a:gd name="T20" fmla="*/ 206 w 242"/>
                <a:gd name="T21" fmla="*/ 55 h 369"/>
                <a:gd name="T22" fmla="*/ 181 w 242"/>
                <a:gd name="T23" fmla="*/ 24 h 369"/>
                <a:gd name="T24" fmla="*/ 147 w 242"/>
                <a:gd name="T25" fmla="*/ 7 h 369"/>
                <a:gd name="T26" fmla="*/ 107 w 242"/>
                <a:gd name="T27" fmla="*/ 0 h 369"/>
                <a:gd name="T28" fmla="*/ 0 w 242"/>
                <a:gd name="T29" fmla="*/ 0 h 369"/>
                <a:gd name="T30" fmla="*/ 0 w 242"/>
                <a:gd name="T31" fmla="*/ 368 h 369"/>
                <a:gd name="T32" fmla="*/ 34 w 242"/>
                <a:gd name="T33" fmla="*/ 368 h 369"/>
                <a:gd name="T34" fmla="*/ 34 w 242"/>
                <a:gd name="T35" fmla="*/ 208 h 369"/>
                <a:gd name="T36" fmla="*/ 75 w 242"/>
                <a:gd name="T37" fmla="*/ 208 h 369"/>
                <a:gd name="T38" fmla="*/ 96 w 242"/>
                <a:gd name="T39" fmla="*/ 210 h 369"/>
                <a:gd name="T40" fmla="*/ 114 w 242"/>
                <a:gd name="T41" fmla="*/ 219 h 369"/>
                <a:gd name="T42" fmla="*/ 129 w 242"/>
                <a:gd name="T43" fmla="*/ 236 h 369"/>
                <a:gd name="T44" fmla="*/ 145 w 242"/>
                <a:gd name="T45" fmla="*/ 262 h 369"/>
                <a:gd name="T46" fmla="*/ 202 w 242"/>
                <a:gd name="T47" fmla="*/ 368 h 369"/>
                <a:gd name="T48" fmla="*/ 241 w 242"/>
                <a:gd name="T49" fmla="*/ 368 h 369"/>
                <a:gd name="T50" fmla="*/ 180 w 242"/>
                <a:gd name="T51" fmla="*/ 254 h 369"/>
                <a:gd name="T52" fmla="*/ 167 w 242"/>
                <a:gd name="T53" fmla="*/ 233 h 369"/>
                <a:gd name="T54" fmla="*/ 96 w 242"/>
                <a:gd name="T55" fmla="*/ 177 h 369"/>
                <a:gd name="T56" fmla="*/ 96 w 242"/>
                <a:gd name="T57" fmla="*/ 177 h 369"/>
                <a:gd name="T58" fmla="*/ 34 w 242"/>
                <a:gd name="T59" fmla="*/ 177 h 369"/>
                <a:gd name="T60" fmla="*/ 34 w 242"/>
                <a:gd name="T61" fmla="*/ 31 h 369"/>
                <a:gd name="T62" fmla="*/ 99 w 242"/>
                <a:gd name="T63" fmla="*/ 31 h 369"/>
                <a:gd name="T64" fmla="*/ 158 w 242"/>
                <a:gd name="T65" fmla="*/ 49 h 369"/>
                <a:gd name="T66" fmla="*/ 178 w 242"/>
                <a:gd name="T67" fmla="*/ 100 h 369"/>
                <a:gd name="T68" fmla="*/ 173 w 242"/>
                <a:gd name="T69" fmla="*/ 131 h 369"/>
                <a:gd name="T70" fmla="*/ 156 w 242"/>
                <a:gd name="T71" fmla="*/ 156 h 369"/>
                <a:gd name="T72" fmla="*/ 129 w 242"/>
                <a:gd name="T73" fmla="*/ 171 h 369"/>
                <a:gd name="T74" fmla="*/ 96 w 242"/>
                <a:gd name="T75" fmla="*/ 17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369">
                  <a:moveTo>
                    <a:pt x="167" y="233"/>
                  </a:moveTo>
                  <a:lnTo>
                    <a:pt x="167" y="233"/>
                  </a:lnTo>
                  <a:cubicBezTo>
                    <a:pt x="163" y="228"/>
                    <a:pt x="159" y="222"/>
                    <a:pt x="156" y="218"/>
                  </a:cubicBezTo>
                  <a:cubicBezTo>
                    <a:pt x="152" y="212"/>
                    <a:pt x="148" y="208"/>
                    <a:pt x="144" y="206"/>
                  </a:cubicBezTo>
                  <a:cubicBezTo>
                    <a:pt x="140" y="203"/>
                    <a:pt x="136" y="200"/>
                    <a:pt x="130" y="197"/>
                  </a:cubicBezTo>
                  <a:cubicBezTo>
                    <a:pt x="130" y="196"/>
                    <a:pt x="130" y="196"/>
                    <a:pt x="130" y="196"/>
                  </a:cubicBezTo>
                  <a:cubicBezTo>
                    <a:pt x="143" y="193"/>
                    <a:pt x="155" y="189"/>
                    <a:pt x="166" y="184"/>
                  </a:cubicBezTo>
                  <a:cubicBezTo>
                    <a:pt x="176" y="178"/>
                    <a:pt x="185" y="170"/>
                    <a:pt x="192" y="162"/>
                  </a:cubicBezTo>
                  <a:cubicBezTo>
                    <a:pt x="199" y="153"/>
                    <a:pt x="204" y="144"/>
                    <a:pt x="209" y="133"/>
                  </a:cubicBezTo>
                  <a:cubicBezTo>
                    <a:pt x="213" y="122"/>
                    <a:pt x="214" y="109"/>
                    <a:pt x="214" y="97"/>
                  </a:cubicBezTo>
                  <a:cubicBezTo>
                    <a:pt x="214" y="81"/>
                    <a:pt x="211" y="67"/>
                    <a:pt x="206" y="55"/>
                  </a:cubicBezTo>
                  <a:cubicBezTo>
                    <a:pt x="199" y="42"/>
                    <a:pt x="191" y="33"/>
                    <a:pt x="181" y="24"/>
                  </a:cubicBezTo>
                  <a:cubicBezTo>
                    <a:pt x="171" y="16"/>
                    <a:pt x="159" y="11"/>
                    <a:pt x="147" y="7"/>
                  </a:cubicBezTo>
                  <a:cubicBezTo>
                    <a:pt x="133" y="2"/>
                    <a:pt x="121" y="0"/>
                    <a:pt x="107" y="0"/>
                  </a:cubicBezTo>
                  <a:cubicBezTo>
                    <a:pt x="0" y="0"/>
                    <a:pt x="0" y="0"/>
                    <a:pt x="0" y="0"/>
                  </a:cubicBezTo>
                  <a:cubicBezTo>
                    <a:pt x="0" y="368"/>
                    <a:pt x="0" y="368"/>
                    <a:pt x="0" y="368"/>
                  </a:cubicBezTo>
                  <a:cubicBezTo>
                    <a:pt x="34" y="368"/>
                    <a:pt x="34" y="368"/>
                    <a:pt x="34" y="368"/>
                  </a:cubicBezTo>
                  <a:cubicBezTo>
                    <a:pt x="34" y="208"/>
                    <a:pt x="34" y="208"/>
                    <a:pt x="34" y="208"/>
                  </a:cubicBezTo>
                  <a:cubicBezTo>
                    <a:pt x="75" y="208"/>
                    <a:pt x="75" y="208"/>
                    <a:pt x="75" y="208"/>
                  </a:cubicBezTo>
                  <a:cubicBezTo>
                    <a:pt x="82" y="208"/>
                    <a:pt x="89" y="208"/>
                    <a:pt x="96" y="210"/>
                  </a:cubicBezTo>
                  <a:cubicBezTo>
                    <a:pt x="101" y="212"/>
                    <a:pt x="108" y="215"/>
                    <a:pt x="114" y="219"/>
                  </a:cubicBezTo>
                  <a:cubicBezTo>
                    <a:pt x="119" y="223"/>
                    <a:pt x="125" y="229"/>
                    <a:pt x="129" y="236"/>
                  </a:cubicBezTo>
                  <a:cubicBezTo>
                    <a:pt x="134" y="243"/>
                    <a:pt x="140" y="252"/>
                    <a:pt x="145" y="262"/>
                  </a:cubicBezTo>
                  <a:cubicBezTo>
                    <a:pt x="202" y="368"/>
                    <a:pt x="202" y="368"/>
                    <a:pt x="202" y="368"/>
                  </a:cubicBezTo>
                  <a:cubicBezTo>
                    <a:pt x="241" y="368"/>
                    <a:pt x="241" y="368"/>
                    <a:pt x="241" y="368"/>
                  </a:cubicBezTo>
                  <a:cubicBezTo>
                    <a:pt x="180" y="254"/>
                    <a:pt x="180" y="254"/>
                    <a:pt x="180" y="254"/>
                  </a:cubicBezTo>
                  <a:cubicBezTo>
                    <a:pt x="176" y="247"/>
                    <a:pt x="171" y="240"/>
                    <a:pt x="167" y="233"/>
                  </a:cubicBezTo>
                  <a:close/>
                  <a:moveTo>
                    <a:pt x="96" y="177"/>
                  </a:moveTo>
                  <a:lnTo>
                    <a:pt x="96" y="177"/>
                  </a:lnTo>
                  <a:cubicBezTo>
                    <a:pt x="34" y="177"/>
                    <a:pt x="34" y="177"/>
                    <a:pt x="34" y="177"/>
                  </a:cubicBezTo>
                  <a:cubicBezTo>
                    <a:pt x="34" y="31"/>
                    <a:pt x="34" y="31"/>
                    <a:pt x="34" y="31"/>
                  </a:cubicBezTo>
                  <a:cubicBezTo>
                    <a:pt x="99" y="31"/>
                    <a:pt x="99" y="31"/>
                    <a:pt x="99" y="31"/>
                  </a:cubicBezTo>
                  <a:cubicBezTo>
                    <a:pt x="125" y="31"/>
                    <a:pt x="144" y="37"/>
                    <a:pt x="158" y="49"/>
                  </a:cubicBezTo>
                  <a:cubicBezTo>
                    <a:pt x="171" y="61"/>
                    <a:pt x="178" y="78"/>
                    <a:pt x="178" y="100"/>
                  </a:cubicBezTo>
                  <a:cubicBezTo>
                    <a:pt x="178" y="112"/>
                    <a:pt x="177" y="122"/>
                    <a:pt x="173" y="131"/>
                  </a:cubicBezTo>
                  <a:cubicBezTo>
                    <a:pt x="169" y="141"/>
                    <a:pt x="163" y="149"/>
                    <a:pt x="156" y="156"/>
                  </a:cubicBezTo>
                  <a:cubicBezTo>
                    <a:pt x="148" y="163"/>
                    <a:pt x="140" y="167"/>
                    <a:pt x="129" y="171"/>
                  </a:cubicBezTo>
                  <a:cubicBezTo>
                    <a:pt x="119" y="175"/>
                    <a:pt x="108" y="177"/>
                    <a:pt x="96" y="1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9">
              <a:extLst>
                <a:ext uri="{FF2B5EF4-FFF2-40B4-BE49-F238E27FC236}">
                  <a16:creationId xmlns:a16="http://schemas.microsoft.com/office/drawing/2014/main" id="{6693C20C-5D8D-882C-F75E-F42AD22B1DD5}"/>
                </a:ext>
              </a:extLst>
            </p:cNvPr>
            <p:cNvSpPr>
              <a:spLocks noChangeArrowheads="1"/>
            </p:cNvSpPr>
            <p:nvPr/>
          </p:nvSpPr>
          <p:spPr bwMode="auto">
            <a:xfrm>
              <a:off x="4848225" y="4089400"/>
              <a:ext cx="112713" cy="133350"/>
            </a:xfrm>
            <a:custGeom>
              <a:avLst/>
              <a:gdLst>
                <a:gd name="T0" fmla="*/ 142 w 315"/>
                <a:gd name="T1" fmla="*/ 0 h 369"/>
                <a:gd name="T2" fmla="*/ 142 w 315"/>
                <a:gd name="T3" fmla="*/ 0 h 369"/>
                <a:gd name="T4" fmla="*/ 0 w 315"/>
                <a:gd name="T5" fmla="*/ 368 h 369"/>
                <a:gd name="T6" fmla="*/ 39 w 315"/>
                <a:gd name="T7" fmla="*/ 368 h 369"/>
                <a:gd name="T8" fmla="*/ 78 w 315"/>
                <a:gd name="T9" fmla="*/ 259 h 369"/>
                <a:gd name="T10" fmla="*/ 236 w 315"/>
                <a:gd name="T11" fmla="*/ 259 h 369"/>
                <a:gd name="T12" fmla="*/ 277 w 315"/>
                <a:gd name="T13" fmla="*/ 368 h 369"/>
                <a:gd name="T14" fmla="*/ 314 w 315"/>
                <a:gd name="T15" fmla="*/ 368 h 369"/>
                <a:gd name="T16" fmla="*/ 176 w 315"/>
                <a:gd name="T17" fmla="*/ 0 h 369"/>
                <a:gd name="T18" fmla="*/ 142 w 315"/>
                <a:gd name="T19" fmla="*/ 0 h 369"/>
                <a:gd name="T20" fmla="*/ 89 w 315"/>
                <a:gd name="T21" fmla="*/ 228 h 369"/>
                <a:gd name="T22" fmla="*/ 89 w 315"/>
                <a:gd name="T23" fmla="*/ 228 h 369"/>
                <a:gd name="T24" fmla="*/ 150 w 315"/>
                <a:gd name="T25" fmla="*/ 64 h 369"/>
                <a:gd name="T26" fmla="*/ 153 w 315"/>
                <a:gd name="T27" fmla="*/ 53 h 369"/>
                <a:gd name="T28" fmla="*/ 157 w 315"/>
                <a:gd name="T29" fmla="*/ 38 h 369"/>
                <a:gd name="T30" fmla="*/ 158 w 315"/>
                <a:gd name="T31" fmla="*/ 38 h 369"/>
                <a:gd name="T32" fmla="*/ 161 w 315"/>
                <a:gd name="T33" fmla="*/ 53 h 369"/>
                <a:gd name="T34" fmla="*/ 165 w 315"/>
                <a:gd name="T35" fmla="*/ 64 h 369"/>
                <a:gd name="T36" fmla="*/ 225 w 315"/>
                <a:gd name="T37" fmla="*/ 228 h 369"/>
                <a:gd name="T38" fmla="*/ 89 w 315"/>
                <a:gd name="T39" fmla="*/ 22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142" y="0"/>
                  </a:moveTo>
                  <a:lnTo>
                    <a:pt x="142" y="0"/>
                  </a:lnTo>
                  <a:cubicBezTo>
                    <a:pt x="0" y="368"/>
                    <a:pt x="0" y="368"/>
                    <a:pt x="0" y="368"/>
                  </a:cubicBezTo>
                  <a:cubicBezTo>
                    <a:pt x="39" y="368"/>
                    <a:pt x="39" y="368"/>
                    <a:pt x="39" y="368"/>
                  </a:cubicBezTo>
                  <a:cubicBezTo>
                    <a:pt x="78" y="259"/>
                    <a:pt x="78" y="259"/>
                    <a:pt x="78" y="259"/>
                  </a:cubicBezTo>
                  <a:cubicBezTo>
                    <a:pt x="236" y="259"/>
                    <a:pt x="236" y="259"/>
                    <a:pt x="236" y="259"/>
                  </a:cubicBezTo>
                  <a:cubicBezTo>
                    <a:pt x="277" y="368"/>
                    <a:pt x="277" y="368"/>
                    <a:pt x="277" y="368"/>
                  </a:cubicBezTo>
                  <a:cubicBezTo>
                    <a:pt x="314" y="368"/>
                    <a:pt x="314" y="368"/>
                    <a:pt x="314" y="368"/>
                  </a:cubicBezTo>
                  <a:cubicBezTo>
                    <a:pt x="176" y="0"/>
                    <a:pt x="176" y="0"/>
                    <a:pt x="176" y="0"/>
                  </a:cubicBezTo>
                  <a:lnTo>
                    <a:pt x="142" y="0"/>
                  </a:lnTo>
                  <a:close/>
                  <a:moveTo>
                    <a:pt x="89" y="228"/>
                  </a:moveTo>
                  <a:lnTo>
                    <a:pt x="89" y="228"/>
                  </a:lnTo>
                  <a:cubicBezTo>
                    <a:pt x="150" y="64"/>
                    <a:pt x="150" y="64"/>
                    <a:pt x="150" y="64"/>
                  </a:cubicBezTo>
                  <a:cubicBezTo>
                    <a:pt x="151" y="61"/>
                    <a:pt x="151" y="57"/>
                    <a:pt x="153" y="53"/>
                  </a:cubicBezTo>
                  <a:cubicBezTo>
                    <a:pt x="154" y="49"/>
                    <a:pt x="155" y="44"/>
                    <a:pt x="157" y="38"/>
                  </a:cubicBezTo>
                  <a:cubicBezTo>
                    <a:pt x="158" y="38"/>
                    <a:pt x="158" y="38"/>
                    <a:pt x="158" y="38"/>
                  </a:cubicBezTo>
                  <a:cubicBezTo>
                    <a:pt x="158" y="44"/>
                    <a:pt x="159" y="49"/>
                    <a:pt x="161" y="53"/>
                  </a:cubicBezTo>
                  <a:cubicBezTo>
                    <a:pt x="162" y="57"/>
                    <a:pt x="164" y="61"/>
                    <a:pt x="165" y="64"/>
                  </a:cubicBezTo>
                  <a:cubicBezTo>
                    <a:pt x="225" y="228"/>
                    <a:pt x="225" y="228"/>
                    <a:pt x="225" y="228"/>
                  </a:cubicBezTo>
                  <a:lnTo>
                    <a:pt x="89" y="2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500">
              <a:extLst>
                <a:ext uri="{FF2B5EF4-FFF2-40B4-BE49-F238E27FC236}">
                  <a16:creationId xmlns:a16="http://schemas.microsoft.com/office/drawing/2014/main" id="{49E6F060-25A7-9504-C2FA-F813EF86EA8B}"/>
                </a:ext>
              </a:extLst>
            </p:cNvPr>
            <p:cNvSpPr>
              <a:spLocks noChangeArrowheads="1"/>
            </p:cNvSpPr>
            <p:nvPr/>
          </p:nvSpPr>
          <p:spPr bwMode="auto">
            <a:xfrm>
              <a:off x="4983163" y="4089400"/>
              <a:ext cx="65087" cy="133350"/>
            </a:xfrm>
            <a:custGeom>
              <a:avLst/>
              <a:gdLst>
                <a:gd name="T0" fmla="*/ 34 w 183"/>
                <a:gd name="T1" fmla="*/ 0 h 369"/>
                <a:gd name="T2" fmla="*/ 0 w 183"/>
                <a:gd name="T3" fmla="*/ 0 h 369"/>
                <a:gd name="T4" fmla="*/ 0 w 183"/>
                <a:gd name="T5" fmla="*/ 368 h 369"/>
                <a:gd name="T6" fmla="*/ 182 w 183"/>
                <a:gd name="T7" fmla="*/ 368 h 369"/>
                <a:gd name="T8" fmla="*/ 182 w 183"/>
                <a:gd name="T9" fmla="*/ 337 h 369"/>
                <a:gd name="T10" fmla="*/ 34 w 183"/>
                <a:gd name="T11" fmla="*/ 337 h 369"/>
                <a:gd name="T12" fmla="*/ 34 w 183"/>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3" h="369">
                  <a:moveTo>
                    <a:pt x="34" y="0"/>
                  </a:moveTo>
                  <a:lnTo>
                    <a:pt x="0" y="0"/>
                  </a:lnTo>
                  <a:lnTo>
                    <a:pt x="0" y="368"/>
                  </a:lnTo>
                  <a:lnTo>
                    <a:pt x="182" y="368"/>
                  </a:lnTo>
                  <a:lnTo>
                    <a:pt x="182"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501">
              <a:extLst>
                <a:ext uri="{FF2B5EF4-FFF2-40B4-BE49-F238E27FC236}">
                  <a16:creationId xmlns:a16="http://schemas.microsoft.com/office/drawing/2014/main" id="{178DE6D4-28CF-B1C0-D329-446B959340AC}"/>
                </a:ext>
              </a:extLst>
            </p:cNvPr>
            <p:cNvSpPr>
              <a:spLocks noChangeArrowheads="1"/>
            </p:cNvSpPr>
            <p:nvPr/>
          </p:nvSpPr>
          <p:spPr bwMode="auto">
            <a:xfrm>
              <a:off x="5122863" y="4089400"/>
              <a:ext cx="66675" cy="133350"/>
            </a:xfrm>
            <a:custGeom>
              <a:avLst/>
              <a:gdLst>
                <a:gd name="T0" fmla="*/ 0 w 184"/>
                <a:gd name="T1" fmla="*/ 0 h 369"/>
                <a:gd name="T2" fmla="*/ 0 w 184"/>
                <a:gd name="T3" fmla="*/ 368 h 369"/>
                <a:gd name="T4" fmla="*/ 183 w 184"/>
                <a:gd name="T5" fmla="*/ 368 h 369"/>
                <a:gd name="T6" fmla="*/ 183 w 184"/>
                <a:gd name="T7" fmla="*/ 337 h 369"/>
                <a:gd name="T8" fmla="*/ 34 w 184"/>
                <a:gd name="T9" fmla="*/ 337 h 369"/>
                <a:gd name="T10" fmla="*/ 34 w 184"/>
                <a:gd name="T11" fmla="*/ 0 h 369"/>
                <a:gd name="T12" fmla="*/ 0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0" y="0"/>
                  </a:moveTo>
                  <a:lnTo>
                    <a:pt x="0" y="368"/>
                  </a:lnTo>
                  <a:lnTo>
                    <a:pt x="183" y="368"/>
                  </a:lnTo>
                  <a:lnTo>
                    <a:pt x="183" y="337"/>
                  </a:lnTo>
                  <a:lnTo>
                    <a:pt x="34" y="337"/>
                  </a:lnTo>
                  <a:lnTo>
                    <a:pt x="34"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2">
              <a:extLst>
                <a:ext uri="{FF2B5EF4-FFF2-40B4-BE49-F238E27FC236}">
                  <a16:creationId xmlns:a16="http://schemas.microsoft.com/office/drawing/2014/main" id="{99AD0F0E-5424-0233-0A2F-17C0675CF662}"/>
                </a:ext>
              </a:extLst>
            </p:cNvPr>
            <p:cNvSpPr>
              <a:spLocks noChangeArrowheads="1"/>
            </p:cNvSpPr>
            <p:nvPr/>
          </p:nvSpPr>
          <p:spPr bwMode="auto">
            <a:xfrm>
              <a:off x="5210175"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3">
              <a:extLst>
                <a:ext uri="{FF2B5EF4-FFF2-40B4-BE49-F238E27FC236}">
                  <a16:creationId xmlns:a16="http://schemas.microsoft.com/office/drawing/2014/main" id="{1AD8765F-7CB6-FB04-9FE4-6CC9AF2BE460}"/>
                </a:ext>
              </a:extLst>
            </p:cNvPr>
            <p:cNvSpPr>
              <a:spLocks noChangeArrowheads="1"/>
            </p:cNvSpPr>
            <p:nvPr/>
          </p:nvSpPr>
          <p:spPr bwMode="auto">
            <a:xfrm>
              <a:off x="5257800" y="4089400"/>
              <a:ext cx="104775" cy="133350"/>
            </a:xfrm>
            <a:custGeom>
              <a:avLst/>
              <a:gdLst>
                <a:gd name="T0" fmla="*/ 40 w 289"/>
                <a:gd name="T1" fmla="*/ 61 h 369"/>
                <a:gd name="T2" fmla="*/ 40 w 289"/>
                <a:gd name="T3" fmla="*/ 61 h 369"/>
                <a:gd name="T4" fmla="*/ 47 w 289"/>
                <a:gd name="T5" fmla="*/ 72 h 369"/>
                <a:gd name="T6" fmla="*/ 253 w 289"/>
                <a:gd name="T7" fmla="*/ 368 h 369"/>
                <a:gd name="T8" fmla="*/ 288 w 289"/>
                <a:gd name="T9" fmla="*/ 368 h 369"/>
                <a:gd name="T10" fmla="*/ 288 w 289"/>
                <a:gd name="T11" fmla="*/ 0 h 369"/>
                <a:gd name="T12" fmla="*/ 253 w 289"/>
                <a:gd name="T13" fmla="*/ 0 h 369"/>
                <a:gd name="T14" fmla="*/ 253 w 289"/>
                <a:gd name="T15" fmla="*/ 273 h 369"/>
                <a:gd name="T16" fmla="*/ 254 w 289"/>
                <a:gd name="T17" fmla="*/ 296 h 369"/>
                <a:gd name="T18" fmla="*/ 255 w 289"/>
                <a:gd name="T19" fmla="*/ 315 h 369"/>
                <a:gd name="T20" fmla="*/ 254 w 289"/>
                <a:gd name="T21" fmla="*/ 315 h 369"/>
                <a:gd name="T22" fmla="*/ 247 w 289"/>
                <a:gd name="T23" fmla="*/ 304 h 369"/>
                <a:gd name="T24" fmla="*/ 239 w 289"/>
                <a:gd name="T25" fmla="*/ 292 h 369"/>
                <a:gd name="T26" fmla="*/ 37 w 289"/>
                <a:gd name="T27" fmla="*/ 0 h 369"/>
                <a:gd name="T28" fmla="*/ 0 w 289"/>
                <a:gd name="T29" fmla="*/ 0 h 369"/>
                <a:gd name="T30" fmla="*/ 0 w 289"/>
                <a:gd name="T31" fmla="*/ 368 h 369"/>
                <a:gd name="T32" fmla="*/ 33 w 289"/>
                <a:gd name="T33" fmla="*/ 368 h 369"/>
                <a:gd name="T34" fmla="*/ 33 w 289"/>
                <a:gd name="T35" fmla="*/ 82 h 369"/>
                <a:gd name="T36" fmla="*/ 33 w 289"/>
                <a:gd name="T37" fmla="*/ 63 h 369"/>
                <a:gd name="T38" fmla="*/ 33 w 289"/>
                <a:gd name="T39" fmla="*/ 49 h 369"/>
                <a:gd name="T40" fmla="*/ 33 w 289"/>
                <a:gd name="T41" fmla="*/ 49 h 369"/>
                <a:gd name="T42" fmla="*/ 40 w 289"/>
                <a:gd name="T43" fmla="*/ 6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0" y="61"/>
                  </a:moveTo>
                  <a:lnTo>
                    <a:pt x="40" y="61"/>
                  </a:lnTo>
                  <a:cubicBezTo>
                    <a:pt x="43" y="64"/>
                    <a:pt x="45" y="68"/>
                    <a:pt x="47" y="72"/>
                  </a:cubicBezTo>
                  <a:cubicBezTo>
                    <a:pt x="253" y="368"/>
                    <a:pt x="253" y="368"/>
                    <a:pt x="253" y="368"/>
                  </a:cubicBezTo>
                  <a:cubicBezTo>
                    <a:pt x="288" y="368"/>
                    <a:pt x="288" y="368"/>
                    <a:pt x="288" y="368"/>
                  </a:cubicBezTo>
                  <a:cubicBezTo>
                    <a:pt x="288" y="0"/>
                    <a:pt x="288" y="0"/>
                    <a:pt x="288" y="0"/>
                  </a:cubicBezTo>
                  <a:cubicBezTo>
                    <a:pt x="253" y="0"/>
                    <a:pt x="253" y="0"/>
                    <a:pt x="253" y="0"/>
                  </a:cubicBezTo>
                  <a:cubicBezTo>
                    <a:pt x="253" y="273"/>
                    <a:pt x="253" y="273"/>
                    <a:pt x="253" y="273"/>
                  </a:cubicBezTo>
                  <a:cubicBezTo>
                    <a:pt x="253" y="282"/>
                    <a:pt x="254" y="289"/>
                    <a:pt x="254" y="296"/>
                  </a:cubicBezTo>
                  <a:cubicBezTo>
                    <a:pt x="254" y="303"/>
                    <a:pt x="254" y="310"/>
                    <a:pt x="255" y="315"/>
                  </a:cubicBezTo>
                  <a:cubicBezTo>
                    <a:pt x="254" y="315"/>
                    <a:pt x="254" y="315"/>
                    <a:pt x="254" y="315"/>
                  </a:cubicBezTo>
                  <a:cubicBezTo>
                    <a:pt x="251" y="313"/>
                    <a:pt x="250" y="309"/>
                    <a:pt x="247" y="304"/>
                  </a:cubicBezTo>
                  <a:cubicBezTo>
                    <a:pt x="244" y="300"/>
                    <a:pt x="242" y="296"/>
                    <a:pt x="239" y="292"/>
                  </a:cubicBezTo>
                  <a:cubicBezTo>
                    <a:pt x="37" y="0"/>
                    <a:pt x="37" y="0"/>
                    <a:pt x="37" y="0"/>
                  </a:cubicBezTo>
                  <a:cubicBezTo>
                    <a:pt x="0" y="0"/>
                    <a:pt x="0" y="0"/>
                    <a:pt x="0" y="0"/>
                  </a:cubicBezTo>
                  <a:cubicBezTo>
                    <a:pt x="0" y="368"/>
                    <a:pt x="0" y="368"/>
                    <a:pt x="0" y="368"/>
                  </a:cubicBezTo>
                  <a:cubicBezTo>
                    <a:pt x="33" y="368"/>
                    <a:pt x="33" y="368"/>
                    <a:pt x="33" y="368"/>
                  </a:cubicBezTo>
                  <a:cubicBezTo>
                    <a:pt x="33" y="82"/>
                    <a:pt x="33" y="82"/>
                    <a:pt x="33" y="82"/>
                  </a:cubicBezTo>
                  <a:cubicBezTo>
                    <a:pt x="33" y="75"/>
                    <a:pt x="33" y="68"/>
                    <a:pt x="33" y="63"/>
                  </a:cubicBezTo>
                  <a:cubicBezTo>
                    <a:pt x="33" y="57"/>
                    <a:pt x="33" y="52"/>
                    <a:pt x="33" y="49"/>
                  </a:cubicBezTo>
                  <a:lnTo>
                    <a:pt x="33" y="49"/>
                  </a:lnTo>
                  <a:cubicBezTo>
                    <a:pt x="36" y="53"/>
                    <a:pt x="37" y="57"/>
                    <a:pt x="40"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4">
              <a:extLst>
                <a:ext uri="{FF2B5EF4-FFF2-40B4-BE49-F238E27FC236}">
                  <a16:creationId xmlns:a16="http://schemas.microsoft.com/office/drawing/2014/main" id="{A91F3D98-324E-6E3F-D672-A0ED9DD46265}"/>
                </a:ext>
              </a:extLst>
            </p:cNvPr>
            <p:cNvSpPr>
              <a:spLocks noChangeArrowheads="1"/>
            </p:cNvSpPr>
            <p:nvPr/>
          </p:nvSpPr>
          <p:spPr bwMode="auto">
            <a:xfrm>
              <a:off x="5395913" y="4089400"/>
              <a:ext cx="68262" cy="133350"/>
            </a:xfrm>
            <a:custGeom>
              <a:avLst/>
              <a:gdLst>
                <a:gd name="T0" fmla="*/ 34 w 189"/>
                <a:gd name="T1" fmla="*/ 197 h 369"/>
                <a:gd name="T2" fmla="*/ 169 w 189"/>
                <a:gd name="T3" fmla="*/ 197 h 369"/>
                <a:gd name="T4" fmla="*/ 169 w 189"/>
                <a:gd name="T5" fmla="*/ 166 h 369"/>
                <a:gd name="T6" fmla="*/ 34 w 189"/>
                <a:gd name="T7" fmla="*/ 166 h 369"/>
                <a:gd name="T8" fmla="*/ 34 w 189"/>
                <a:gd name="T9" fmla="*/ 31 h 369"/>
                <a:gd name="T10" fmla="*/ 180 w 189"/>
                <a:gd name="T11" fmla="*/ 31 h 369"/>
                <a:gd name="T12" fmla="*/ 180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9" y="197"/>
                  </a:lnTo>
                  <a:lnTo>
                    <a:pt x="169" y="166"/>
                  </a:lnTo>
                  <a:lnTo>
                    <a:pt x="34" y="166"/>
                  </a:lnTo>
                  <a:lnTo>
                    <a:pt x="34" y="31"/>
                  </a:lnTo>
                  <a:lnTo>
                    <a:pt x="180" y="31"/>
                  </a:lnTo>
                  <a:lnTo>
                    <a:pt x="180"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9" name="Freeform 505">
              <a:extLst>
                <a:ext uri="{FF2B5EF4-FFF2-40B4-BE49-F238E27FC236}">
                  <a16:creationId xmlns:a16="http://schemas.microsoft.com/office/drawing/2014/main" id="{3E2E5713-6F1F-6903-7EC9-621458BF8BB7}"/>
                </a:ext>
              </a:extLst>
            </p:cNvPr>
            <p:cNvSpPr>
              <a:spLocks noChangeArrowheads="1"/>
            </p:cNvSpPr>
            <p:nvPr/>
          </p:nvSpPr>
          <p:spPr bwMode="auto">
            <a:xfrm>
              <a:off x="5543550"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0" name="Freeform 506">
              <a:extLst>
                <a:ext uri="{FF2B5EF4-FFF2-40B4-BE49-F238E27FC236}">
                  <a16:creationId xmlns:a16="http://schemas.microsoft.com/office/drawing/2014/main" id="{2D251809-81D4-A3D8-E3FF-15B04EAB8EF4}"/>
                </a:ext>
              </a:extLst>
            </p:cNvPr>
            <p:cNvSpPr>
              <a:spLocks noChangeArrowheads="1"/>
            </p:cNvSpPr>
            <p:nvPr/>
          </p:nvSpPr>
          <p:spPr bwMode="auto">
            <a:xfrm>
              <a:off x="5581650" y="4087813"/>
              <a:ext cx="96838" cy="136525"/>
            </a:xfrm>
            <a:custGeom>
              <a:avLst/>
              <a:gdLst>
                <a:gd name="T0" fmla="*/ 269 w 270"/>
                <a:gd name="T1" fmla="*/ 327 h 381"/>
                <a:gd name="T2" fmla="*/ 269 w 270"/>
                <a:gd name="T3" fmla="*/ 327 h 381"/>
                <a:gd name="T4" fmla="*/ 176 w 270"/>
                <a:gd name="T5" fmla="*/ 349 h 381"/>
                <a:gd name="T6" fmla="*/ 115 w 270"/>
                <a:gd name="T7" fmla="*/ 336 h 381"/>
                <a:gd name="T8" fmla="*/ 71 w 270"/>
                <a:gd name="T9" fmla="*/ 304 h 381"/>
                <a:gd name="T10" fmla="*/ 44 w 270"/>
                <a:gd name="T11" fmla="*/ 254 h 381"/>
                <a:gd name="T12" fmla="*/ 36 w 270"/>
                <a:gd name="T13" fmla="*/ 194 h 381"/>
                <a:gd name="T14" fmla="*/ 45 w 270"/>
                <a:gd name="T15" fmla="*/ 129 h 381"/>
                <a:gd name="T16" fmla="*/ 74 w 270"/>
                <a:gd name="T17" fmla="*/ 77 h 381"/>
                <a:gd name="T18" fmla="*/ 121 w 270"/>
                <a:gd name="T19" fmla="*/ 43 h 381"/>
                <a:gd name="T20" fmla="*/ 185 w 270"/>
                <a:gd name="T21" fmla="*/ 30 h 381"/>
                <a:gd name="T22" fmla="*/ 269 w 270"/>
                <a:gd name="T23" fmla="*/ 51 h 381"/>
                <a:gd name="T24" fmla="*/ 269 w 270"/>
                <a:gd name="T25" fmla="*/ 14 h 381"/>
                <a:gd name="T26" fmla="*/ 185 w 270"/>
                <a:gd name="T27" fmla="*/ 0 h 381"/>
                <a:gd name="T28" fmla="*/ 108 w 270"/>
                <a:gd name="T29" fmla="*/ 15 h 381"/>
                <a:gd name="T30" fmla="*/ 49 w 270"/>
                <a:gd name="T31" fmla="*/ 56 h 381"/>
                <a:gd name="T32" fmla="*/ 12 w 270"/>
                <a:gd name="T33" fmla="*/ 120 h 381"/>
                <a:gd name="T34" fmla="*/ 0 w 270"/>
                <a:gd name="T35" fmla="*/ 196 h 381"/>
                <a:gd name="T36" fmla="*/ 11 w 270"/>
                <a:gd name="T37" fmla="*/ 271 h 381"/>
                <a:gd name="T38" fmla="*/ 47 w 270"/>
                <a:gd name="T39" fmla="*/ 328 h 381"/>
                <a:gd name="T40" fmla="*/ 100 w 270"/>
                <a:gd name="T41" fmla="*/ 367 h 381"/>
                <a:gd name="T42" fmla="*/ 172 w 270"/>
                <a:gd name="T43" fmla="*/ 380 h 381"/>
                <a:gd name="T44" fmla="*/ 269 w 270"/>
                <a:gd name="T45" fmla="*/ 360 h 381"/>
                <a:gd name="T46" fmla="*/ 269 w 270"/>
                <a:gd name="T47" fmla="*/ 32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1">
                  <a:moveTo>
                    <a:pt x="269" y="327"/>
                  </a:moveTo>
                  <a:lnTo>
                    <a:pt x="269" y="327"/>
                  </a:lnTo>
                  <a:cubicBezTo>
                    <a:pt x="243" y="342"/>
                    <a:pt x="211" y="349"/>
                    <a:pt x="176" y="349"/>
                  </a:cubicBezTo>
                  <a:cubicBezTo>
                    <a:pt x="152" y="349"/>
                    <a:pt x="132" y="345"/>
                    <a:pt x="115" y="336"/>
                  </a:cubicBezTo>
                  <a:cubicBezTo>
                    <a:pt x="97" y="328"/>
                    <a:pt x="82" y="317"/>
                    <a:pt x="71" y="304"/>
                  </a:cubicBezTo>
                  <a:cubicBezTo>
                    <a:pt x="59" y="290"/>
                    <a:pt x="51" y="273"/>
                    <a:pt x="44" y="254"/>
                  </a:cubicBezTo>
                  <a:cubicBezTo>
                    <a:pt x="38" y="235"/>
                    <a:pt x="36" y="216"/>
                    <a:pt x="36" y="194"/>
                  </a:cubicBezTo>
                  <a:cubicBezTo>
                    <a:pt x="36" y="170"/>
                    <a:pt x="38" y="148"/>
                    <a:pt x="45" y="129"/>
                  </a:cubicBezTo>
                  <a:cubicBezTo>
                    <a:pt x="52" y="109"/>
                    <a:pt x="62" y="92"/>
                    <a:pt x="74" y="77"/>
                  </a:cubicBezTo>
                  <a:cubicBezTo>
                    <a:pt x="86" y="63"/>
                    <a:pt x="103" y="51"/>
                    <a:pt x="121" y="43"/>
                  </a:cubicBezTo>
                  <a:cubicBezTo>
                    <a:pt x="140" y="34"/>
                    <a:pt x="161" y="30"/>
                    <a:pt x="185" y="30"/>
                  </a:cubicBezTo>
                  <a:cubicBezTo>
                    <a:pt x="214" y="30"/>
                    <a:pt x="243" y="37"/>
                    <a:pt x="269" y="51"/>
                  </a:cubicBezTo>
                  <a:cubicBezTo>
                    <a:pt x="269" y="14"/>
                    <a:pt x="269" y="14"/>
                    <a:pt x="269" y="14"/>
                  </a:cubicBezTo>
                  <a:cubicBezTo>
                    <a:pt x="244" y="4"/>
                    <a:pt x="217" y="0"/>
                    <a:pt x="185" y="0"/>
                  </a:cubicBezTo>
                  <a:cubicBezTo>
                    <a:pt x="156" y="0"/>
                    <a:pt x="130" y="4"/>
                    <a:pt x="108" y="15"/>
                  </a:cubicBezTo>
                  <a:cubicBezTo>
                    <a:pt x="85" y="25"/>
                    <a:pt x="66" y="39"/>
                    <a:pt x="49" y="56"/>
                  </a:cubicBezTo>
                  <a:cubicBezTo>
                    <a:pt x="33" y="74"/>
                    <a:pt x="21" y="95"/>
                    <a:pt x="12" y="120"/>
                  </a:cubicBezTo>
                  <a:cubicBezTo>
                    <a:pt x="4" y="143"/>
                    <a:pt x="0" y="169"/>
                    <a:pt x="0" y="196"/>
                  </a:cubicBezTo>
                  <a:cubicBezTo>
                    <a:pt x="0" y="224"/>
                    <a:pt x="3" y="247"/>
                    <a:pt x="11" y="271"/>
                  </a:cubicBezTo>
                  <a:cubicBezTo>
                    <a:pt x="19" y="293"/>
                    <a:pt x="32" y="312"/>
                    <a:pt x="47" y="328"/>
                  </a:cubicBezTo>
                  <a:cubicBezTo>
                    <a:pt x="62" y="345"/>
                    <a:pt x="80" y="357"/>
                    <a:pt x="100" y="367"/>
                  </a:cubicBezTo>
                  <a:cubicBezTo>
                    <a:pt x="122" y="375"/>
                    <a:pt x="145" y="380"/>
                    <a:pt x="172" y="380"/>
                  </a:cubicBezTo>
                  <a:cubicBezTo>
                    <a:pt x="209" y="380"/>
                    <a:pt x="240" y="374"/>
                    <a:pt x="269" y="360"/>
                  </a:cubicBezTo>
                  <a:lnTo>
                    <a:pt x="269" y="32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7">
              <a:extLst>
                <a:ext uri="{FF2B5EF4-FFF2-40B4-BE49-F238E27FC236}">
                  <a16:creationId xmlns:a16="http://schemas.microsoft.com/office/drawing/2014/main" id="{2B04CB4A-92D4-FF15-C856-D55820F61DEA}"/>
                </a:ext>
              </a:extLst>
            </p:cNvPr>
            <p:cNvSpPr>
              <a:spLocks noChangeArrowheads="1"/>
            </p:cNvSpPr>
            <p:nvPr/>
          </p:nvSpPr>
          <p:spPr bwMode="auto">
            <a:xfrm>
              <a:off x="5697538" y="4087813"/>
              <a:ext cx="125412" cy="136525"/>
            </a:xfrm>
            <a:custGeom>
              <a:avLst/>
              <a:gdLst>
                <a:gd name="T0" fmla="*/ 100 w 348"/>
                <a:gd name="T1" fmla="*/ 365 h 381"/>
                <a:gd name="T2" fmla="*/ 100 w 348"/>
                <a:gd name="T3" fmla="*/ 365 h 381"/>
                <a:gd name="T4" fmla="*/ 171 w 348"/>
                <a:gd name="T5" fmla="*/ 380 h 381"/>
                <a:gd name="T6" fmla="*/ 247 w 348"/>
                <a:gd name="T7" fmla="*/ 365 h 381"/>
                <a:gd name="T8" fmla="*/ 302 w 348"/>
                <a:gd name="T9" fmla="*/ 324 h 381"/>
                <a:gd name="T10" fmla="*/ 335 w 348"/>
                <a:gd name="T11" fmla="*/ 262 h 381"/>
                <a:gd name="T12" fmla="*/ 347 w 348"/>
                <a:gd name="T13" fmla="*/ 184 h 381"/>
                <a:gd name="T14" fmla="*/ 335 w 348"/>
                <a:gd name="T15" fmla="*/ 111 h 381"/>
                <a:gd name="T16" fmla="*/ 302 w 348"/>
                <a:gd name="T17" fmla="*/ 52 h 381"/>
                <a:gd name="T18" fmla="*/ 248 w 348"/>
                <a:gd name="T19" fmla="*/ 14 h 381"/>
                <a:gd name="T20" fmla="*/ 178 w 348"/>
                <a:gd name="T21" fmla="*/ 0 h 381"/>
                <a:gd name="T22" fmla="*/ 103 w 348"/>
                <a:gd name="T23" fmla="*/ 14 h 381"/>
                <a:gd name="T24" fmla="*/ 46 w 348"/>
                <a:gd name="T25" fmla="*/ 54 h 381"/>
                <a:gd name="T26" fmla="*/ 11 w 348"/>
                <a:gd name="T27" fmla="*/ 115 h 381"/>
                <a:gd name="T28" fmla="*/ 0 w 348"/>
                <a:gd name="T29" fmla="*/ 194 h 381"/>
                <a:gd name="T30" fmla="*/ 11 w 348"/>
                <a:gd name="T31" fmla="*/ 266 h 381"/>
                <a:gd name="T32" fmla="*/ 45 w 348"/>
                <a:gd name="T33" fmla="*/ 325 h 381"/>
                <a:gd name="T34" fmla="*/ 100 w 348"/>
                <a:gd name="T35" fmla="*/ 365 h 381"/>
                <a:gd name="T36" fmla="*/ 35 w 348"/>
                <a:gd name="T37" fmla="*/ 191 h 381"/>
                <a:gd name="T38" fmla="*/ 35 w 348"/>
                <a:gd name="T39" fmla="*/ 191 h 381"/>
                <a:gd name="T40" fmla="*/ 44 w 348"/>
                <a:gd name="T41" fmla="*/ 129 h 381"/>
                <a:gd name="T42" fmla="*/ 71 w 348"/>
                <a:gd name="T43" fmla="*/ 78 h 381"/>
                <a:gd name="T44" fmla="*/ 115 w 348"/>
                <a:gd name="T45" fmla="*/ 43 h 381"/>
                <a:gd name="T46" fmla="*/ 174 w 348"/>
                <a:gd name="T47" fmla="*/ 30 h 381"/>
                <a:gd name="T48" fmla="*/ 236 w 348"/>
                <a:gd name="T49" fmla="*/ 43 h 381"/>
                <a:gd name="T50" fmla="*/ 278 w 348"/>
                <a:gd name="T51" fmla="*/ 78 h 381"/>
                <a:gd name="T52" fmla="*/ 303 w 348"/>
                <a:gd name="T53" fmla="*/ 128 h 381"/>
                <a:gd name="T54" fmla="*/ 310 w 348"/>
                <a:gd name="T55" fmla="*/ 190 h 381"/>
                <a:gd name="T56" fmla="*/ 302 w 348"/>
                <a:gd name="T57" fmla="*/ 254 h 381"/>
                <a:gd name="T58" fmla="*/ 276 w 348"/>
                <a:gd name="T59" fmla="*/ 304 h 381"/>
                <a:gd name="T60" fmla="*/ 232 w 348"/>
                <a:gd name="T61" fmla="*/ 338 h 381"/>
                <a:gd name="T62" fmla="*/ 171 w 348"/>
                <a:gd name="T63" fmla="*/ 349 h 381"/>
                <a:gd name="T64" fmla="*/ 111 w 348"/>
                <a:gd name="T65" fmla="*/ 336 h 381"/>
                <a:gd name="T66" fmla="*/ 68 w 348"/>
                <a:gd name="T67" fmla="*/ 301 h 381"/>
                <a:gd name="T68" fmla="*/ 44 w 348"/>
                <a:gd name="T69" fmla="*/ 250 h 381"/>
                <a:gd name="T70" fmla="*/ 35 w 348"/>
                <a:gd name="T71" fmla="*/ 191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1">
                  <a:moveTo>
                    <a:pt x="100" y="365"/>
                  </a:moveTo>
                  <a:lnTo>
                    <a:pt x="100" y="365"/>
                  </a:lnTo>
                  <a:cubicBezTo>
                    <a:pt x="121" y="375"/>
                    <a:pt x="145" y="380"/>
                    <a:pt x="171" y="380"/>
                  </a:cubicBezTo>
                  <a:cubicBezTo>
                    <a:pt x="200" y="380"/>
                    <a:pt x="225" y="375"/>
                    <a:pt x="247" y="365"/>
                  </a:cubicBezTo>
                  <a:cubicBezTo>
                    <a:pt x="267" y="356"/>
                    <a:pt x="287" y="342"/>
                    <a:pt x="302" y="324"/>
                  </a:cubicBezTo>
                  <a:cubicBezTo>
                    <a:pt x="315" y="306"/>
                    <a:pt x="328" y="286"/>
                    <a:pt x="335" y="262"/>
                  </a:cubicBezTo>
                  <a:cubicBezTo>
                    <a:pt x="343" y="239"/>
                    <a:pt x="347" y="213"/>
                    <a:pt x="347" y="184"/>
                  </a:cubicBezTo>
                  <a:cubicBezTo>
                    <a:pt x="347" y="158"/>
                    <a:pt x="343" y="133"/>
                    <a:pt x="335" y="111"/>
                  </a:cubicBezTo>
                  <a:cubicBezTo>
                    <a:pt x="326" y="88"/>
                    <a:pt x="315" y="69"/>
                    <a:pt x="302" y="52"/>
                  </a:cubicBezTo>
                  <a:cubicBezTo>
                    <a:pt x="287" y="36"/>
                    <a:pt x="269" y="24"/>
                    <a:pt x="248" y="14"/>
                  </a:cubicBezTo>
                  <a:cubicBezTo>
                    <a:pt x="228" y="4"/>
                    <a:pt x="204" y="0"/>
                    <a:pt x="178" y="0"/>
                  </a:cubicBezTo>
                  <a:cubicBezTo>
                    <a:pt x="149" y="0"/>
                    <a:pt x="125" y="4"/>
                    <a:pt x="103" y="14"/>
                  </a:cubicBezTo>
                  <a:cubicBezTo>
                    <a:pt x="79" y="24"/>
                    <a:pt x="62" y="37"/>
                    <a:pt x="46" y="54"/>
                  </a:cubicBezTo>
                  <a:cubicBezTo>
                    <a:pt x="31" y="70"/>
                    <a:pt x="19" y="91"/>
                    <a:pt x="11" y="115"/>
                  </a:cubicBezTo>
                  <a:cubicBezTo>
                    <a:pt x="3" y="139"/>
                    <a:pt x="0" y="165"/>
                    <a:pt x="0" y="194"/>
                  </a:cubicBezTo>
                  <a:cubicBezTo>
                    <a:pt x="0" y="220"/>
                    <a:pt x="3" y="244"/>
                    <a:pt x="11" y="266"/>
                  </a:cubicBezTo>
                  <a:cubicBezTo>
                    <a:pt x="19" y="290"/>
                    <a:pt x="30" y="309"/>
                    <a:pt x="45" y="325"/>
                  </a:cubicBezTo>
                  <a:cubicBezTo>
                    <a:pt x="60" y="343"/>
                    <a:pt x="78" y="356"/>
                    <a:pt x="100" y="365"/>
                  </a:cubicBezTo>
                  <a:close/>
                  <a:moveTo>
                    <a:pt x="35" y="191"/>
                  </a:moveTo>
                  <a:lnTo>
                    <a:pt x="35" y="191"/>
                  </a:lnTo>
                  <a:cubicBezTo>
                    <a:pt x="35" y="169"/>
                    <a:pt x="38" y="148"/>
                    <a:pt x="44" y="129"/>
                  </a:cubicBezTo>
                  <a:cubicBezTo>
                    <a:pt x="51" y="109"/>
                    <a:pt x="59" y="92"/>
                    <a:pt x="71" y="78"/>
                  </a:cubicBezTo>
                  <a:cubicBezTo>
                    <a:pt x="84" y="63"/>
                    <a:pt x="97" y="52"/>
                    <a:pt x="115" y="43"/>
                  </a:cubicBezTo>
                  <a:cubicBezTo>
                    <a:pt x="132" y="34"/>
                    <a:pt x="152" y="30"/>
                    <a:pt x="174" y="30"/>
                  </a:cubicBezTo>
                  <a:cubicBezTo>
                    <a:pt x="199" y="30"/>
                    <a:pt x="219" y="34"/>
                    <a:pt x="236" y="43"/>
                  </a:cubicBezTo>
                  <a:cubicBezTo>
                    <a:pt x="254" y="52"/>
                    <a:pt x="267" y="63"/>
                    <a:pt x="278" y="78"/>
                  </a:cubicBezTo>
                  <a:cubicBezTo>
                    <a:pt x="289" y="92"/>
                    <a:pt x="298" y="109"/>
                    <a:pt x="303" y="128"/>
                  </a:cubicBezTo>
                  <a:cubicBezTo>
                    <a:pt x="309" y="148"/>
                    <a:pt x="310" y="168"/>
                    <a:pt x="310" y="190"/>
                  </a:cubicBezTo>
                  <a:cubicBezTo>
                    <a:pt x="310" y="213"/>
                    <a:pt x="307" y="234"/>
                    <a:pt x="302" y="254"/>
                  </a:cubicBezTo>
                  <a:cubicBezTo>
                    <a:pt x="296" y="273"/>
                    <a:pt x="287" y="290"/>
                    <a:pt x="276" y="304"/>
                  </a:cubicBezTo>
                  <a:cubicBezTo>
                    <a:pt x="263" y="319"/>
                    <a:pt x="250" y="330"/>
                    <a:pt x="232" y="338"/>
                  </a:cubicBezTo>
                  <a:cubicBezTo>
                    <a:pt x="214" y="345"/>
                    <a:pt x="195" y="349"/>
                    <a:pt x="171" y="349"/>
                  </a:cubicBezTo>
                  <a:cubicBezTo>
                    <a:pt x="148" y="349"/>
                    <a:pt x="127" y="345"/>
                    <a:pt x="111" y="336"/>
                  </a:cubicBezTo>
                  <a:cubicBezTo>
                    <a:pt x="93" y="327"/>
                    <a:pt x="79" y="316"/>
                    <a:pt x="68" y="301"/>
                  </a:cubicBezTo>
                  <a:cubicBezTo>
                    <a:pt x="57" y="286"/>
                    <a:pt x="49" y="269"/>
                    <a:pt x="44" y="250"/>
                  </a:cubicBezTo>
                  <a:cubicBezTo>
                    <a:pt x="37" y="231"/>
                    <a:pt x="35" y="212"/>
                    <a:pt x="35"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8">
              <a:extLst>
                <a:ext uri="{FF2B5EF4-FFF2-40B4-BE49-F238E27FC236}">
                  <a16:creationId xmlns:a16="http://schemas.microsoft.com/office/drawing/2014/main" id="{E239BA4D-83F7-5552-464C-82FD1CE66388}"/>
                </a:ext>
              </a:extLst>
            </p:cNvPr>
            <p:cNvSpPr>
              <a:spLocks noChangeArrowheads="1"/>
            </p:cNvSpPr>
            <p:nvPr/>
          </p:nvSpPr>
          <p:spPr bwMode="auto">
            <a:xfrm>
              <a:off x="5848350" y="4089400"/>
              <a:ext cx="104775" cy="133350"/>
            </a:xfrm>
            <a:custGeom>
              <a:avLst/>
              <a:gdLst>
                <a:gd name="T0" fmla="*/ 254 w 289"/>
                <a:gd name="T1" fmla="*/ 273 h 369"/>
                <a:gd name="T2" fmla="*/ 254 w 289"/>
                <a:gd name="T3" fmla="*/ 273 h 369"/>
                <a:gd name="T4" fmla="*/ 255 w 289"/>
                <a:gd name="T5" fmla="*/ 296 h 369"/>
                <a:gd name="T6" fmla="*/ 257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5" y="296"/>
                  </a:cubicBezTo>
                  <a:cubicBezTo>
                    <a:pt x="255" y="303"/>
                    <a:pt x="255" y="310"/>
                    <a:pt x="257" y="315"/>
                  </a:cubicBezTo>
                  <a:cubicBezTo>
                    <a:pt x="255" y="315"/>
                    <a:pt x="255" y="315"/>
                    <a:pt x="255" y="315"/>
                  </a:cubicBezTo>
                  <a:cubicBezTo>
                    <a:pt x="252" y="313"/>
                    <a:pt x="251" y="309"/>
                    <a:pt x="248" y="304"/>
                  </a:cubicBezTo>
                  <a:cubicBezTo>
                    <a:pt x="246"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4" y="52"/>
                    <a:pt x="33" y="49"/>
                  </a:cubicBezTo>
                  <a:cubicBezTo>
                    <a:pt x="34" y="49"/>
                    <a:pt x="34" y="49"/>
                    <a:pt x="34" y="49"/>
                  </a:cubicBezTo>
                  <a:cubicBezTo>
                    <a:pt x="36"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9">
              <a:extLst>
                <a:ext uri="{FF2B5EF4-FFF2-40B4-BE49-F238E27FC236}">
                  <a16:creationId xmlns:a16="http://schemas.microsoft.com/office/drawing/2014/main" id="{C80FE163-55A2-3A4C-A328-F67258A4A275}"/>
                </a:ext>
              </a:extLst>
            </p:cNvPr>
            <p:cNvSpPr>
              <a:spLocks noChangeArrowheads="1"/>
            </p:cNvSpPr>
            <p:nvPr/>
          </p:nvSpPr>
          <p:spPr bwMode="auto">
            <a:xfrm>
              <a:off x="5981700" y="4087813"/>
              <a:ext cx="76200" cy="136525"/>
            </a:xfrm>
            <a:custGeom>
              <a:avLst/>
              <a:gdLst>
                <a:gd name="T0" fmla="*/ 186 w 210"/>
                <a:gd name="T1" fmla="*/ 224 h 381"/>
                <a:gd name="T2" fmla="*/ 186 w 210"/>
                <a:gd name="T3" fmla="*/ 224 h 381"/>
                <a:gd name="T4" fmla="*/ 157 w 210"/>
                <a:gd name="T5" fmla="*/ 199 h 381"/>
                <a:gd name="T6" fmla="*/ 117 w 210"/>
                <a:gd name="T7" fmla="*/ 176 h 381"/>
                <a:gd name="T8" fmla="*/ 80 w 210"/>
                <a:gd name="T9" fmla="*/ 155 h 381"/>
                <a:gd name="T10" fmla="*/ 55 w 210"/>
                <a:gd name="T11" fmla="*/ 136 h 381"/>
                <a:gd name="T12" fmla="*/ 42 w 210"/>
                <a:gd name="T13" fmla="*/ 117 h 381"/>
                <a:gd name="T14" fmla="*/ 38 w 210"/>
                <a:gd name="T15" fmla="*/ 92 h 381"/>
                <a:gd name="T16" fmla="*/ 43 w 210"/>
                <a:gd name="T17" fmla="*/ 66 h 381"/>
                <a:gd name="T18" fmla="*/ 61 w 210"/>
                <a:gd name="T19" fmla="*/ 47 h 381"/>
                <a:gd name="T20" fmla="*/ 86 w 210"/>
                <a:gd name="T21" fmla="*/ 34 h 381"/>
                <a:gd name="T22" fmla="*/ 117 w 210"/>
                <a:gd name="T23" fmla="*/ 30 h 381"/>
                <a:gd name="T24" fmla="*/ 194 w 210"/>
                <a:gd name="T25" fmla="*/ 50 h 381"/>
                <a:gd name="T26" fmla="*/ 194 w 210"/>
                <a:gd name="T27" fmla="*/ 11 h 381"/>
                <a:gd name="T28" fmla="*/ 121 w 210"/>
                <a:gd name="T29" fmla="*/ 0 h 381"/>
                <a:gd name="T30" fmla="*/ 75 w 210"/>
                <a:gd name="T31" fmla="*/ 6 h 381"/>
                <a:gd name="T32" fmla="*/ 36 w 210"/>
                <a:gd name="T33" fmla="*/ 25 h 381"/>
                <a:gd name="T34" fmla="*/ 10 w 210"/>
                <a:gd name="T35" fmla="*/ 55 h 381"/>
                <a:gd name="T36" fmla="*/ 2 w 210"/>
                <a:gd name="T37" fmla="*/ 96 h 381"/>
                <a:gd name="T38" fmla="*/ 6 w 210"/>
                <a:gd name="T39" fmla="*/ 128 h 381"/>
                <a:gd name="T40" fmla="*/ 22 w 210"/>
                <a:gd name="T41" fmla="*/ 153 h 381"/>
                <a:gd name="T42" fmla="*/ 50 w 210"/>
                <a:gd name="T43" fmla="*/ 176 h 381"/>
                <a:gd name="T44" fmla="*/ 90 w 210"/>
                <a:gd name="T45" fmla="*/ 201 h 381"/>
                <a:gd name="T46" fmla="*/ 127 w 210"/>
                <a:gd name="T47" fmla="*/ 221 h 381"/>
                <a:gd name="T48" fmla="*/ 153 w 210"/>
                <a:gd name="T49" fmla="*/ 240 h 381"/>
                <a:gd name="T50" fmla="*/ 168 w 210"/>
                <a:gd name="T51" fmla="*/ 261 h 381"/>
                <a:gd name="T52" fmla="*/ 173 w 210"/>
                <a:gd name="T53" fmla="*/ 287 h 381"/>
                <a:gd name="T54" fmla="*/ 153 w 210"/>
                <a:gd name="T55" fmla="*/ 332 h 381"/>
                <a:gd name="T56" fmla="*/ 90 w 210"/>
                <a:gd name="T57" fmla="*/ 349 h 381"/>
                <a:gd name="T58" fmla="*/ 66 w 210"/>
                <a:gd name="T59" fmla="*/ 347 h 381"/>
                <a:gd name="T60" fmla="*/ 43 w 210"/>
                <a:gd name="T61" fmla="*/ 342 h 381"/>
                <a:gd name="T62" fmla="*/ 20 w 210"/>
                <a:gd name="T63" fmla="*/ 332 h 381"/>
                <a:gd name="T64" fmla="*/ 0 w 210"/>
                <a:gd name="T65" fmla="*/ 320 h 381"/>
                <a:gd name="T66" fmla="*/ 0 w 210"/>
                <a:gd name="T67" fmla="*/ 360 h 381"/>
                <a:gd name="T68" fmla="*/ 18 w 210"/>
                <a:gd name="T69" fmla="*/ 368 h 381"/>
                <a:gd name="T70" fmla="*/ 42 w 210"/>
                <a:gd name="T71" fmla="*/ 375 h 381"/>
                <a:gd name="T72" fmla="*/ 66 w 210"/>
                <a:gd name="T73" fmla="*/ 379 h 381"/>
                <a:gd name="T74" fmla="*/ 87 w 210"/>
                <a:gd name="T75" fmla="*/ 380 h 381"/>
                <a:gd name="T76" fmla="*/ 136 w 210"/>
                <a:gd name="T77" fmla="*/ 374 h 381"/>
                <a:gd name="T78" fmla="*/ 175 w 210"/>
                <a:gd name="T79" fmla="*/ 356 h 381"/>
                <a:gd name="T80" fmla="*/ 199 w 210"/>
                <a:gd name="T81" fmla="*/ 325 h 381"/>
                <a:gd name="T82" fmla="*/ 209 w 210"/>
                <a:gd name="T83" fmla="*/ 283 h 381"/>
                <a:gd name="T84" fmla="*/ 204 w 210"/>
                <a:gd name="T85" fmla="*/ 251 h 381"/>
                <a:gd name="T86" fmla="*/ 186 w 210"/>
                <a:gd name="T87" fmla="*/ 224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186" y="224"/>
                  </a:moveTo>
                  <a:lnTo>
                    <a:pt x="186" y="224"/>
                  </a:lnTo>
                  <a:cubicBezTo>
                    <a:pt x="179" y="216"/>
                    <a:pt x="169" y="207"/>
                    <a:pt x="157" y="199"/>
                  </a:cubicBezTo>
                  <a:cubicBezTo>
                    <a:pt x="146" y="192"/>
                    <a:pt x="132" y="184"/>
                    <a:pt x="117" y="176"/>
                  </a:cubicBezTo>
                  <a:cubicBezTo>
                    <a:pt x="102" y="168"/>
                    <a:pt x="90" y="161"/>
                    <a:pt x="80" y="155"/>
                  </a:cubicBezTo>
                  <a:cubicBezTo>
                    <a:pt x="69" y="148"/>
                    <a:pt x="61" y="143"/>
                    <a:pt x="55" y="136"/>
                  </a:cubicBezTo>
                  <a:cubicBezTo>
                    <a:pt x="49" y="131"/>
                    <a:pt x="44" y="124"/>
                    <a:pt x="42" y="117"/>
                  </a:cubicBezTo>
                  <a:cubicBezTo>
                    <a:pt x="39" y="110"/>
                    <a:pt x="38" y="102"/>
                    <a:pt x="38" y="92"/>
                  </a:cubicBezTo>
                  <a:cubicBezTo>
                    <a:pt x="38" y="83"/>
                    <a:pt x="39" y="73"/>
                    <a:pt x="43" y="66"/>
                  </a:cubicBezTo>
                  <a:cubicBezTo>
                    <a:pt x="47" y="58"/>
                    <a:pt x="53" y="51"/>
                    <a:pt x="61" y="47"/>
                  </a:cubicBezTo>
                  <a:cubicBezTo>
                    <a:pt x="68" y="41"/>
                    <a:pt x="76" y="37"/>
                    <a:pt x="86" y="34"/>
                  </a:cubicBezTo>
                  <a:cubicBezTo>
                    <a:pt x="95" y="32"/>
                    <a:pt x="106" y="30"/>
                    <a:pt x="117" y="30"/>
                  </a:cubicBezTo>
                  <a:cubicBezTo>
                    <a:pt x="146" y="30"/>
                    <a:pt x="172" y="37"/>
                    <a:pt x="194" y="50"/>
                  </a:cubicBezTo>
                  <a:cubicBezTo>
                    <a:pt x="194" y="11"/>
                    <a:pt x="194" y="11"/>
                    <a:pt x="194" y="11"/>
                  </a:cubicBezTo>
                  <a:cubicBezTo>
                    <a:pt x="175" y="4"/>
                    <a:pt x="150" y="0"/>
                    <a:pt x="121" y="0"/>
                  </a:cubicBezTo>
                  <a:cubicBezTo>
                    <a:pt x="105" y="0"/>
                    <a:pt x="88" y="2"/>
                    <a:pt x="75" y="6"/>
                  </a:cubicBezTo>
                  <a:cubicBezTo>
                    <a:pt x="59" y="11"/>
                    <a:pt x="47" y="17"/>
                    <a:pt x="36" y="25"/>
                  </a:cubicBezTo>
                  <a:cubicBezTo>
                    <a:pt x="25" y="33"/>
                    <a:pt x="17" y="44"/>
                    <a:pt x="10" y="55"/>
                  </a:cubicBezTo>
                  <a:cubicBezTo>
                    <a:pt x="5" y="67"/>
                    <a:pt x="2" y="81"/>
                    <a:pt x="2" y="96"/>
                  </a:cubicBezTo>
                  <a:cubicBezTo>
                    <a:pt x="2" y="107"/>
                    <a:pt x="3" y="118"/>
                    <a:pt x="6" y="128"/>
                  </a:cubicBezTo>
                  <a:cubicBezTo>
                    <a:pt x="10" y="136"/>
                    <a:pt x="14" y="146"/>
                    <a:pt x="22" y="153"/>
                  </a:cubicBezTo>
                  <a:cubicBezTo>
                    <a:pt x="29" y="161"/>
                    <a:pt x="38" y="169"/>
                    <a:pt x="50" y="176"/>
                  </a:cubicBezTo>
                  <a:cubicBezTo>
                    <a:pt x="61" y="184"/>
                    <a:pt x="75" y="192"/>
                    <a:pt x="90" y="201"/>
                  </a:cubicBezTo>
                  <a:cubicBezTo>
                    <a:pt x="105" y="209"/>
                    <a:pt x="117" y="216"/>
                    <a:pt x="127" y="221"/>
                  </a:cubicBezTo>
                  <a:cubicBezTo>
                    <a:pt x="138" y="228"/>
                    <a:pt x="146" y="235"/>
                    <a:pt x="153" y="240"/>
                  </a:cubicBezTo>
                  <a:cubicBezTo>
                    <a:pt x="160" y="247"/>
                    <a:pt x="165" y="254"/>
                    <a:pt x="168" y="261"/>
                  </a:cubicBezTo>
                  <a:cubicBezTo>
                    <a:pt x="172" y="268"/>
                    <a:pt x="173" y="276"/>
                    <a:pt x="173" y="287"/>
                  </a:cubicBezTo>
                  <a:cubicBezTo>
                    <a:pt x="173" y="306"/>
                    <a:pt x="167" y="323"/>
                    <a:pt x="153" y="332"/>
                  </a:cubicBezTo>
                  <a:cubicBezTo>
                    <a:pt x="138" y="343"/>
                    <a:pt x="117" y="349"/>
                    <a:pt x="90" y="349"/>
                  </a:cubicBezTo>
                  <a:cubicBezTo>
                    <a:pt x="83" y="349"/>
                    <a:pt x="75" y="349"/>
                    <a:pt x="66" y="347"/>
                  </a:cubicBezTo>
                  <a:cubicBezTo>
                    <a:pt x="59" y="346"/>
                    <a:pt x="51" y="343"/>
                    <a:pt x="43" y="342"/>
                  </a:cubicBezTo>
                  <a:cubicBezTo>
                    <a:pt x="35" y="339"/>
                    <a:pt x="28" y="336"/>
                    <a:pt x="20" y="332"/>
                  </a:cubicBezTo>
                  <a:cubicBezTo>
                    <a:pt x="13" y="328"/>
                    <a:pt x="6" y="324"/>
                    <a:pt x="0" y="320"/>
                  </a:cubicBezTo>
                  <a:cubicBezTo>
                    <a:pt x="0" y="360"/>
                    <a:pt x="0" y="360"/>
                    <a:pt x="0" y="360"/>
                  </a:cubicBezTo>
                  <a:cubicBezTo>
                    <a:pt x="5" y="363"/>
                    <a:pt x="10" y="365"/>
                    <a:pt x="18" y="368"/>
                  </a:cubicBezTo>
                  <a:cubicBezTo>
                    <a:pt x="25" y="371"/>
                    <a:pt x="33" y="372"/>
                    <a:pt x="42" y="375"/>
                  </a:cubicBezTo>
                  <a:cubicBezTo>
                    <a:pt x="50" y="376"/>
                    <a:pt x="58" y="378"/>
                    <a:pt x="66" y="379"/>
                  </a:cubicBezTo>
                  <a:cubicBezTo>
                    <a:pt x="75" y="379"/>
                    <a:pt x="81" y="380"/>
                    <a:pt x="87" y="380"/>
                  </a:cubicBezTo>
                  <a:cubicBezTo>
                    <a:pt x="105" y="380"/>
                    <a:pt x="121" y="378"/>
                    <a:pt x="136" y="374"/>
                  </a:cubicBezTo>
                  <a:cubicBezTo>
                    <a:pt x="151" y="369"/>
                    <a:pt x="164" y="364"/>
                    <a:pt x="175" y="356"/>
                  </a:cubicBezTo>
                  <a:cubicBezTo>
                    <a:pt x="186" y="347"/>
                    <a:pt x="194" y="338"/>
                    <a:pt x="199" y="325"/>
                  </a:cubicBezTo>
                  <a:cubicBezTo>
                    <a:pt x="206" y="313"/>
                    <a:pt x="209" y="298"/>
                    <a:pt x="209" y="283"/>
                  </a:cubicBezTo>
                  <a:cubicBezTo>
                    <a:pt x="209" y="271"/>
                    <a:pt x="206" y="261"/>
                    <a:pt x="204" y="251"/>
                  </a:cubicBezTo>
                  <a:cubicBezTo>
                    <a:pt x="199" y="242"/>
                    <a:pt x="194" y="232"/>
                    <a:pt x="186"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14" name="Freeform 510">
            <a:extLst>
              <a:ext uri="{FF2B5EF4-FFF2-40B4-BE49-F238E27FC236}">
                <a16:creationId xmlns:a16="http://schemas.microsoft.com/office/drawing/2014/main" id="{597D8772-5DA6-4985-ED93-D9A83CD0B81C}"/>
              </a:ext>
            </a:extLst>
          </p:cNvPr>
          <p:cNvSpPr>
            <a:spLocks noChangeArrowheads="1"/>
          </p:cNvSpPr>
          <p:nvPr/>
        </p:nvSpPr>
        <p:spPr bwMode="auto">
          <a:xfrm>
            <a:off x="6810499" y="5686847"/>
            <a:ext cx="201612" cy="254000"/>
          </a:xfrm>
          <a:custGeom>
            <a:avLst/>
            <a:gdLst>
              <a:gd name="T0" fmla="*/ 289 w 558"/>
              <a:gd name="T1" fmla="*/ 699 h 704"/>
              <a:gd name="T2" fmla="*/ 289 w 558"/>
              <a:gd name="T3" fmla="*/ 699 h 704"/>
              <a:gd name="T4" fmla="*/ 453 w 558"/>
              <a:gd name="T5" fmla="*/ 565 h 704"/>
              <a:gd name="T6" fmla="*/ 526 w 558"/>
              <a:gd name="T7" fmla="*/ 488 h 704"/>
              <a:gd name="T8" fmla="*/ 557 w 558"/>
              <a:gd name="T9" fmla="*/ 396 h 704"/>
              <a:gd name="T10" fmla="*/ 557 w 558"/>
              <a:gd name="T11" fmla="*/ 74 h 704"/>
              <a:gd name="T12" fmla="*/ 550 w 558"/>
              <a:gd name="T13" fmla="*/ 62 h 704"/>
              <a:gd name="T14" fmla="*/ 538 w 558"/>
              <a:gd name="T15" fmla="*/ 59 h 704"/>
              <a:gd name="T16" fmla="*/ 472 w 558"/>
              <a:gd name="T17" fmla="*/ 70 h 704"/>
              <a:gd name="T18" fmla="*/ 287 w 558"/>
              <a:gd name="T19" fmla="*/ 3 h 704"/>
              <a:gd name="T20" fmla="*/ 270 w 558"/>
              <a:gd name="T21" fmla="*/ 3 h 704"/>
              <a:gd name="T22" fmla="*/ 86 w 558"/>
              <a:gd name="T23" fmla="*/ 70 h 704"/>
              <a:gd name="T24" fmla="*/ 19 w 558"/>
              <a:gd name="T25" fmla="*/ 59 h 704"/>
              <a:gd name="T26" fmla="*/ 7 w 558"/>
              <a:gd name="T27" fmla="*/ 62 h 704"/>
              <a:gd name="T28" fmla="*/ 0 w 558"/>
              <a:gd name="T29" fmla="*/ 74 h 704"/>
              <a:gd name="T30" fmla="*/ 0 w 558"/>
              <a:gd name="T31" fmla="*/ 396 h 704"/>
              <a:gd name="T32" fmla="*/ 31 w 558"/>
              <a:gd name="T33" fmla="*/ 488 h 704"/>
              <a:gd name="T34" fmla="*/ 148 w 558"/>
              <a:gd name="T35" fmla="*/ 600 h 704"/>
              <a:gd name="T36" fmla="*/ 269 w 558"/>
              <a:gd name="T37" fmla="*/ 699 h 704"/>
              <a:gd name="T38" fmla="*/ 278 w 558"/>
              <a:gd name="T39" fmla="*/ 703 h 704"/>
              <a:gd name="T40" fmla="*/ 289 w 558"/>
              <a:gd name="T41" fmla="*/ 699 h 704"/>
              <a:gd name="T42" fmla="*/ 123 w 558"/>
              <a:gd name="T43" fmla="*/ 543 h 704"/>
              <a:gd name="T44" fmla="*/ 123 w 558"/>
              <a:gd name="T45" fmla="*/ 543 h 704"/>
              <a:gd name="T46" fmla="*/ 56 w 558"/>
              <a:gd name="T47" fmla="*/ 470 h 704"/>
              <a:gd name="T48" fmla="*/ 30 w 558"/>
              <a:gd name="T49" fmla="*/ 396 h 704"/>
              <a:gd name="T50" fmla="*/ 30 w 558"/>
              <a:gd name="T51" fmla="*/ 94 h 704"/>
              <a:gd name="T52" fmla="*/ 86 w 558"/>
              <a:gd name="T53" fmla="*/ 101 h 704"/>
              <a:gd name="T54" fmla="*/ 278 w 558"/>
              <a:gd name="T55" fmla="*/ 32 h 704"/>
              <a:gd name="T56" fmla="*/ 472 w 558"/>
              <a:gd name="T57" fmla="*/ 101 h 704"/>
              <a:gd name="T58" fmla="*/ 527 w 558"/>
              <a:gd name="T59" fmla="*/ 94 h 704"/>
              <a:gd name="T60" fmla="*/ 527 w 558"/>
              <a:gd name="T61" fmla="*/ 396 h 704"/>
              <a:gd name="T62" fmla="*/ 501 w 558"/>
              <a:gd name="T63" fmla="*/ 470 h 704"/>
              <a:gd name="T64" fmla="*/ 391 w 558"/>
              <a:gd name="T65" fmla="*/ 577 h 704"/>
              <a:gd name="T66" fmla="*/ 278 w 558"/>
              <a:gd name="T67" fmla="*/ 669 h 704"/>
              <a:gd name="T68" fmla="*/ 123 w 558"/>
              <a:gd name="T69" fmla="*/ 54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8" h="704">
                <a:moveTo>
                  <a:pt x="289" y="699"/>
                </a:moveTo>
                <a:lnTo>
                  <a:pt x="289" y="699"/>
                </a:lnTo>
                <a:cubicBezTo>
                  <a:pt x="331" y="656"/>
                  <a:pt x="396" y="613"/>
                  <a:pt x="453" y="565"/>
                </a:cubicBezTo>
                <a:cubicBezTo>
                  <a:pt x="480" y="540"/>
                  <a:pt x="506" y="515"/>
                  <a:pt x="526" y="488"/>
                </a:cubicBezTo>
                <a:cubicBezTo>
                  <a:pt x="545" y="459"/>
                  <a:pt x="557" y="429"/>
                  <a:pt x="557" y="396"/>
                </a:cubicBezTo>
                <a:cubicBezTo>
                  <a:pt x="557" y="74"/>
                  <a:pt x="557" y="74"/>
                  <a:pt x="557" y="74"/>
                </a:cubicBezTo>
                <a:cubicBezTo>
                  <a:pt x="557" y="69"/>
                  <a:pt x="554" y="65"/>
                  <a:pt x="550" y="62"/>
                </a:cubicBezTo>
                <a:cubicBezTo>
                  <a:pt x="548" y="59"/>
                  <a:pt x="542" y="58"/>
                  <a:pt x="538" y="59"/>
                </a:cubicBezTo>
                <a:cubicBezTo>
                  <a:pt x="516" y="68"/>
                  <a:pt x="494" y="70"/>
                  <a:pt x="472" y="70"/>
                </a:cubicBezTo>
                <a:cubicBezTo>
                  <a:pt x="412" y="70"/>
                  <a:pt x="350" y="46"/>
                  <a:pt x="287" y="3"/>
                </a:cubicBezTo>
                <a:cubicBezTo>
                  <a:pt x="281" y="0"/>
                  <a:pt x="276" y="0"/>
                  <a:pt x="270" y="3"/>
                </a:cubicBezTo>
                <a:cubicBezTo>
                  <a:pt x="207" y="46"/>
                  <a:pt x="145" y="70"/>
                  <a:pt x="86" y="70"/>
                </a:cubicBezTo>
                <a:cubicBezTo>
                  <a:pt x="63" y="70"/>
                  <a:pt x="42" y="68"/>
                  <a:pt x="19" y="59"/>
                </a:cubicBezTo>
                <a:cubicBezTo>
                  <a:pt x="15" y="58"/>
                  <a:pt x="11" y="59"/>
                  <a:pt x="7" y="62"/>
                </a:cubicBezTo>
                <a:cubicBezTo>
                  <a:pt x="3" y="65"/>
                  <a:pt x="0" y="69"/>
                  <a:pt x="0" y="74"/>
                </a:cubicBezTo>
                <a:cubicBezTo>
                  <a:pt x="0" y="396"/>
                  <a:pt x="0" y="396"/>
                  <a:pt x="0" y="396"/>
                </a:cubicBezTo>
                <a:cubicBezTo>
                  <a:pt x="0" y="429"/>
                  <a:pt x="14" y="459"/>
                  <a:pt x="31" y="488"/>
                </a:cubicBezTo>
                <a:cubicBezTo>
                  <a:pt x="60" y="529"/>
                  <a:pt x="104" y="565"/>
                  <a:pt x="148" y="600"/>
                </a:cubicBezTo>
                <a:cubicBezTo>
                  <a:pt x="192" y="634"/>
                  <a:pt x="236" y="667"/>
                  <a:pt x="269" y="699"/>
                </a:cubicBezTo>
                <a:cubicBezTo>
                  <a:pt x="272" y="702"/>
                  <a:pt x="274" y="703"/>
                  <a:pt x="278" y="703"/>
                </a:cubicBezTo>
                <a:cubicBezTo>
                  <a:pt x="283" y="703"/>
                  <a:pt x="287" y="702"/>
                  <a:pt x="289" y="699"/>
                </a:cubicBezTo>
                <a:close/>
                <a:moveTo>
                  <a:pt x="123" y="543"/>
                </a:moveTo>
                <a:lnTo>
                  <a:pt x="123" y="543"/>
                </a:lnTo>
                <a:cubicBezTo>
                  <a:pt x="96" y="519"/>
                  <a:pt x="73" y="495"/>
                  <a:pt x="56" y="470"/>
                </a:cubicBezTo>
                <a:cubicBezTo>
                  <a:pt x="40" y="446"/>
                  <a:pt x="30" y="422"/>
                  <a:pt x="30" y="396"/>
                </a:cubicBezTo>
                <a:cubicBezTo>
                  <a:pt x="30" y="94"/>
                  <a:pt x="30" y="94"/>
                  <a:pt x="30" y="94"/>
                </a:cubicBezTo>
                <a:cubicBezTo>
                  <a:pt x="48" y="98"/>
                  <a:pt x="67" y="101"/>
                  <a:pt x="86" y="101"/>
                </a:cubicBezTo>
                <a:cubicBezTo>
                  <a:pt x="151" y="101"/>
                  <a:pt x="215" y="73"/>
                  <a:pt x="278" y="32"/>
                </a:cubicBezTo>
                <a:cubicBezTo>
                  <a:pt x="342" y="73"/>
                  <a:pt x="406" y="101"/>
                  <a:pt x="472" y="101"/>
                </a:cubicBezTo>
                <a:cubicBezTo>
                  <a:pt x="490" y="101"/>
                  <a:pt x="509" y="98"/>
                  <a:pt x="527" y="94"/>
                </a:cubicBezTo>
                <a:cubicBezTo>
                  <a:pt x="527" y="396"/>
                  <a:pt x="527" y="396"/>
                  <a:pt x="527" y="396"/>
                </a:cubicBezTo>
                <a:cubicBezTo>
                  <a:pt x="527" y="422"/>
                  <a:pt x="519" y="446"/>
                  <a:pt x="501" y="470"/>
                </a:cubicBezTo>
                <a:cubicBezTo>
                  <a:pt x="476" y="507"/>
                  <a:pt x="435" y="543"/>
                  <a:pt x="391" y="577"/>
                </a:cubicBezTo>
                <a:cubicBezTo>
                  <a:pt x="353" y="608"/>
                  <a:pt x="311" y="637"/>
                  <a:pt x="278" y="669"/>
                </a:cubicBezTo>
                <a:cubicBezTo>
                  <a:pt x="233" y="626"/>
                  <a:pt x="174" y="585"/>
                  <a:pt x="123" y="543"/>
                </a:cubicBezTo>
                <a:close/>
              </a:path>
            </a:pathLst>
          </a:custGeom>
          <a:solidFill>
            <a:schemeClr val="tx2"/>
          </a:solidFill>
          <a:ln>
            <a:noFill/>
          </a:ln>
          <a:effectLst/>
        </p:spPr>
        <p:txBody>
          <a:bodyPr wrap="none" anchor="ctr"/>
          <a:lstStyle/>
          <a:p>
            <a:endParaRPr lang="da-DK"/>
          </a:p>
        </p:txBody>
      </p:sp>
      <p:grpSp>
        <p:nvGrpSpPr>
          <p:cNvPr id="615" name="Group 619">
            <a:extLst>
              <a:ext uri="{FF2B5EF4-FFF2-40B4-BE49-F238E27FC236}">
                <a16:creationId xmlns:a16="http://schemas.microsoft.com/office/drawing/2014/main" id="{7A8BC902-753E-D824-E8B6-9B34D97DA00C}"/>
              </a:ext>
            </a:extLst>
          </p:cNvPr>
          <p:cNvGrpSpPr/>
          <p:nvPr/>
        </p:nvGrpSpPr>
        <p:grpSpPr>
          <a:xfrm>
            <a:off x="6299324" y="4181103"/>
            <a:ext cx="254000" cy="222250"/>
            <a:chOff x="5157788" y="4518025"/>
            <a:chExt cx="254000" cy="222250"/>
          </a:xfrm>
          <a:solidFill>
            <a:schemeClr val="tx2"/>
          </a:solidFill>
        </p:grpSpPr>
        <p:sp>
          <p:nvSpPr>
            <p:cNvPr id="616" name="Freeform 511">
              <a:extLst>
                <a:ext uri="{FF2B5EF4-FFF2-40B4-BE49-F238E27FC236}">
                  <a16:creationId xmlns:a16="http://schemas.microsoft.com/office/drawing/2014/main" id="{BD61BCB3-7F2B-FF06-2626-EBA93C97B7D4}"/>
                </a:ext>
              </a:extLst>
            </p:cNvPr>
            <p:cNvSpPr>
              <a:spLocks noChangeArrowheads="1"/>
            </p:cNvSpPr>
            <p:nvPr/>
          </p:nvSpPr>
          <p:spPr bwMode="auto">
            <a:xfrm>
              <a:off x="5157788" y="4518025"/>
              <a:ext cx="254000" cy="222250"/>
            </a:xfrm>
            <a:custGeom>
              <a:avLst/>
              <a:gdLst>
                <a:gd name="T0" fmla="*/ 659 w 704"/>
                <a:gd name="T1" fmla="*/ 88 h 616"/>
                <a:gd name="T2" fmla="*/ 659 w 704"/>
                <a:gd name="T3" fmla="*/ 88 h 616"/>
                <a:gd name="T4" fmla="*/ 455 w 704"/>
                <a:gd name="T5" fmla="*/ 88 h 616"/>
                <a:gd name="T6" fmla="*/ 442 w 704"/>
                <a:gd name="T7" fmla="*/ 81 h 616"/>
                <a:gd name="T8" fmla="*/ 442 w 704"/>
                <a:gd name="T9" fmla="*/ 81 h 616"/>
                <a:gd name="T10" fmla="*/ 401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3 w 704"/>
                <a:gd name="T41" fmla="*/ 571 h 616"/>
                <a:gd name="T42" fmla="*/ 673 w 704"/>
                <a:gd name="T43" fmla="*/ 571 h 616"/>
                <a:gd name="T44" fmla="*/ 659 w 704"/>
                <a:gd name="T45" fmla="*/ 585 h 616"/>
                <a:gd name="T46" fmla="*/ 44 w 704"/>
                <a:gd name="T47" fmla="*/ 585 h 616"/>
                <a:gd name="T48" fmla="*/ 29 w 704"/>
                <a:gd name="T49" fmla="*/ 571 h 616"/>
                <a:gd name="T50" fmla="*/ 29 w 704"/>
                <a:gd name="T51" fmla="*/ 132 h 616"/>
                <a:gd name="T52" fmla="*/ 44 w 704"/>
                <a:gd name="T53" fmla="*/ 117 h 616"/>
                <a:gd name="T54" fmla="*/ 131 w 704"/>
                <a:gd name="T55" fmla="*/ 117 h 616"/>
                <a:gd name="T56" fmla="*/ 168 w 704"/>
                <a:gd name="T57" fmla="*/ 98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8 h 616"/>
                <a:gd name="T70" fmla="*/ 419 w 704"/>
                <a:gd name="T71" fmla="*/ 98 h 616"/>
                <a:gd name="T72" fmla="*/ 455 w 704"/>
                <a:gd name="T73" fmla="*/ 117 h 616"/>
                <a:gd name="T74" fmla="*/ 659 w 704"/>
                <a:gd name="T75" fmla="*/ 117 h 616"/>
                <a:gd name="T76" fmla="*/ 673 w 704"/>
                <a:gd name="T77" fmla="*/ 132 h 616"/>
                <a:gd name="T78" fmla="*/ 673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5" y="85"/>
                    <a:pt x="442" y="81"/>
                  </a:cubicBezTo>
                  <a:lnTo>
                    <a:pt x="442" y="81"/>
                  </a:lnTo>
                  <a:cubicBezTo>
                    <a:pt x="401" y="19"/>
                    <a:pt x="401" y="19"/>
                    <a:pt x="401" y="19"/>
                  </a:cubicBezTo>
                  <a:cubicBezTo>
                    <a:pt x="393" y="7"/>
                    <a:pt x="379"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4"/>
                    <a:pt x="20" y="615"/>
                    <a:pt x="44" y="615"/>
                  </a:cubicBezTo>
                  <a:cubicBezTo>
                    <a:pt x="659" y="615"/>
                    <a:pt x="659" y="615"/>
                    <a:pt x="659" y="615"/>
                  </a:cubicBezTo>
                  <a:cubicBezTo>
                    <a:pt x="683" y="615"/>
                    <a:pt x="703" y="594"/>
                    <a:pt x="703" y="571"/>
                  </a:cubicBezTo>
                  <a:cubicBezTo>
                    <a:pt x="703" y="132"/>
                    <a:pt x="703" y="132"/>
                    <a:pt x="703" y="132"/>
                  </a:cubicBezTo>
                  <a:cubicBezTo>
                    <a:pt x="703" y="107"/>
                    <a:pt x="683" y="88"/>
                    <a:pt x="659" y="88"/>
                  </a:cubicBezTo>
                  <a:close/>
                  <a:moveTo>
                    <a:pt x="673" y="571"/>
                  </a:moveTo>
                  <a:lnTo>
                    <a:pt x="673" y="571"/>
                  </a:lnTo>
                  <a:cubicBezTo>
                    <a:pt x="673" y="579"/>
                    <a:pt x="668" y="585"/>
                    <a:pt x="659" y="585"/>
                  </a:cubicBezTo>
                  <a:cubicBezTo>
                    <a:pt x="44" y="585"/>
                    <a:pt x="44" y="585"/>
                    <a:pt x="44" y="585"/>
                  </a:cubicBezTo>
                  <a:cubicBezTo>
                    <a:pt x="36" y="585"/>
                    <a:pt x="29" y="579"/>
                    <a:pt x="29" y="571"/>
                  </a:cubicBezTo>
                  <a:cubicBezTo>
                    <a:pt x="29" y="132"/>
                    <a:pt x="29" y="132"/>
                    <a:pt x="29" y="132"/>
                  </a:cubicBezTo>
                  <a:cubicBezTo>
                    <a:pt x="29" y="124"/>
                    <a:pt x="36" y="117"/>
                    <a:pt x="44" y="117"/>
                  </a:cubicBezTo>
                  <a:cubicBezTo>
                    <a:pt x="131" y="117"/>
                    <a:pt x="131" y="117"/>
                    <a:pt x="131" y="117"/>
                  </a:cubicBezTo>
                  <a:cubicBezTo>
                    <a:pt x="146" y="117"/>
                    <a:pt x="160" y="110"/>
                    <a:pt x="168" y="98"/>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8"/>
                    <a:pt x="419" y="98"/>
                    <a:pt x="419" y="98"/>
                  </a:cubicBezTo>
                  <a:lnTo>
                    <a:pt x="419" y="98"/>
                  </a:lnTo>
                  <a:cubicBezTo>
                    <a:pt x="426" y="110"/>
                    <a:pt x="440" y="117"/>
                    <a:pt x="455" y="117"/>
                  </a:cubicBezTo>
                  <a:cubicBezTo>
                    <a:pt x="659" y="117"/>
                    <a:pt x="659" y="117"/>
                    <a:pt x="659" y="117"/>
                  </a:cubicBezTo>
                  <a:cubicBezTo>
                    <a:pt x="668" y="117"/>
                    <a:pt x="673" y="124"/>
                    <a:pt x="673" y="132"/>
                  </a:cubicBezTo>
                  <a:lnTo>
                    <a:pt x="673"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12">
              <a:extLst>
                <a:ext uri="{FF2B5EF4-FFF2-40B4-BE49-F238E27FC236}">
                  <a16:creationId xmlns:a16="http://schemas.microsoft.com/office/drawing/2014/main" id="{7560D72D-ADA4-26FB-7E0E-531B1A1458E7}"/>
                </a:ext>
              </a:extLst>
            </p:cNvPr>
            <p:cNvSpPr>
              <a:spLocks noChangeArrowheads="1"/>
            </p:cNvSpPr>
            <p:nvPr/>
          </p:nvSpPr>
          <p:spPr bwMode="auto">
            <a:xfrm>
              <a:off x="5203825" y="4576763"/>
              <a:ext cx="115888" cy="115887"/>
            </a:xfrm>
            <a:custGeom>
              <a:avLst/>
              <a:gdLst>
                <a:gd name="T0" fmla="*/ 161 w 322"/>
                <a:gd name="T1" fmla="*/ 0 h 323"/>
                <a:gd name="T2" fmla="*/ 161 w 322"/>
                <a:gd name="T3" fmla="*/ 0 h 323"/>
                <a:gd name="T4" fmla="*/ 0 w 322"/>
                <a:gd name="T5" fmla="*/ 160 h 323"/>
                <a:gd name="T6" fmla="*/ 161 w 322"/>
                <a:gd name="T7" fmla="*/ 322 h 323"/>
                <a:gd name="T8" fmla="*/ 321 w 322"/>
                <a:gd name="T9" fmla="*/ 160 h 323"/>
                <a:gd name="T10" fmla="*/ 161 w 322"/>
                <a:gd name="T11" fmla="*/ 0 h 323"/>
                <a:gd name="T12" fmla="*/ 254 w 322"/>
                <a:gd name="T13" fmla="*/ 254 h 323"/>
                <a:gd name="T14" fmla="*/ 254 w 322"/>
                <a:gd name="T15" fmla="*/ 254 h 323"/>
                <a:gd name="T16" fmla="*/ 161 w 322"/>
                <a:gd name="T17" fmla="*/ 292 h 323"/>
                <a:gd name="T18" fmla="*/ 67 w 322"/>
                <a:gd name="T19" fmla="*/ 254 h 323"/>
                <a:gd name="T20" fmla="*/ 29 w 322"/>
                <a:gd name="T21" fmla="*/ 160 h 323"/>
                <a:gd name="T22" fmla="*/ 67 w 322"/>
                <a:gd name="T23" fmla="*/ 68 h 323"/>
                <a:gd name="T24" fmla="*/ 161 w 322"/>
                <a:gd name="T25" fmla="*/ 29 h 323"/>
                <a:gd name="T26" fmla="*/ 254 w 322"/>
                <a:gd name="T27" fmla="*/ 68 h 323"/>
                <a:gd name="T28" fmla="*/ 293 w 322"/>
                <a:gd name="T29" fmla="*/ 160 h 323"/>
                <a:gd name="T30" fmla="*/ 254 w 322"/>
                <a:gd name="T31" fmla="*/ 254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2" h="323">
                  <a:moveTo>
                    <a:pt x="161" y="0"/>
                  </a:moveTo>
                  <a:lnTo>
                    <a:pt x="161" y="0"/>
                  </a:lnTo>
                  <a:cubicBezTo>
                    <a:pt x="72" y="0"/>
                    <a:pt x="0" y="72"/>
                    <a:pt x="0" y="160"/>
                  </a:cubicBezTo>
                  <a:cubicBezTo>
                    <a:pt x="0" y="250"/>
                    <a:pt x="72" y="322"/>
                    <a:pt x="161" y="322"/>
                  </a:cubicBezTo>
                  <a:cubicBezTo>
                    <a:pt x="250" y="322"/>
                    <a:pt x="321" y="250"/>
                    <a:pt x="321" y="160"/>
                  </a:cubicBezTo>
                  <a:cubicBezTo>
                    <a:pt x="321" y="72"/>
                    <a:pt x="250" y="0"/>
                    <a:pt x="161" y="0"/>
                  </a:cubicBezTo>
                  <a:close/>
                  <a:moveTo>
                    <a:pt x="254" y="254"/>
                  </a:moveTo>
                  <a:lnTo>
                    <a:pt x="254" y="254"/>
                  </a:lnTo>
                  <a:cubicBezTo>
                    <a:pt x="231" y="278"/>
                    <a:pt x="198" y="292"/>
                    <a:pt x="161" y="292"/>
                  </a:cubicBezTo>
                  <a:cubicBezTo>
                    <a:pt x="125" y="292"/>
                    <a:pt x="92" y="278"/>
                    <a:pt x="67" y="254"/>
                  </a:cubicBezTo>
                  <a:cubicBezTo>
                    <a:pt x="44" y="230"/>
                    <a:pt x="29" y="197"/>
                    <a:pt x="29" y="160"/>
                  </a:cubicBezTo>
                  <a:cubicBezTo>
                    <a:pt x="29" y="125"/>
                    <a:pt x="44" y="92"/>
                    <a:pt x="67" y="68"/>
                  </a:cubicBezTo>
                  <a:cubicBezTo>
                    <a:pt x="92" y="44"/>
                    <a:pt x="125" y="29"/>
                    <a:pt x="161" y="29"/>
                  </a:cubicBezTo>
                  <a:cubicBezTo>
                    <a:pt x="198" y="29"/>
                    <a:pt x="231" y="44"/>
                    <a:pt x="254" y="68"/>
                  </a:cubicBezTo>
                  <a:cubicBezTo>
                    <a:pt x="278" y="92"/>
                    <a:pt x="293" y="125"/>
                    <a:pt x="293" y="160"/>
                  </a:cubicBezTo>
                  <a:cubicBezTo>
                    <a:pt x="293" y="197"/>
                    <a:pt x="278" y="230"/>
                    <a:pt x="254"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3">
              <a:extLst>
                <a:ext uri="{FF2B5EF4-FFF2-40B4-BE49-F238E27FC236}">
                  <a16:creationId xmlns:a16="http://schemas.microsoft.com/office/drawing/2014/main" id="{709963ED-02A1-EE6F-96EC-37EF52B4EE1D}"/>
                </a:ext>
              </a:extLst>
            </p:cNvPr>
            <p:cNvSpPr>
              <a:spLocks noChangeArrowheads="1"/>
            </p:cNvSpPr>
            <p:nvPr/>
          </p:nvSpPr>
          <p:spPr bwMode="auto">
            <a:xfrm>
              <a:off x="5346700" y="4518025"/>
              <a:ext cx="42863" cy="11113"/>
            </a:xfrm>
            <a:custGeom>
              <a:avLst/>
              <a:gdLst>
                <a:gd name="T0" fmla="*/ 13 w 117"/>
                <a:gd name="T1" fmla="*/ 29 h 30"/>
                <a:gd name="T2" fmla="*/ 13 w 117"/>
                <a:gd name="T3" fmla="*/ 29 h 30"/>
                <a:gd name="T4" fmla="*/ 101 w 117"/>
                <a:gd name="T5" fmla="*/ 29 h 30"/>
                <a:gd name="T6" fmla="*/ 116 w 117"/>
                <a:gd name="T7" fmla="*/ 14 h 30"/>
                <a:gd name="T8" fmla="*/ 101 w 117"/>
                <a:gd name="T9" fmla="*/ 0 h 30"/>
                <a:gd name="T10" fmla="*/ 13 w 117"/>
                <a:gd name="T11" fmla="*/ 0 h 30"/>
                <a:gd name="T12" fmla="*/ 0 w 117"/>
                <a:gd name="T13" fmla="*/ 14 h 30"/>
                <a:gd name="T14" fmla="*/ 13 w 11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13" y="29"/>
                  </a:moveTo>
                  <a:lnTo>
                    <a:pt x="13" y="29"/>
                  </a:lnTo>
                  <a:cubicBezTo>
                    <a:pt x="101" y="29"/>
                    <a:pt x="101" y="29"/>
                    <a:pt x="101" y="29"/>
                  </a:cubicBezTo>
                  <a:cubicBezTo>
                    <a:pt x="109" y="29"/>
                    <a:pt x="116" y="22"/>
                    <a:pt x="116" y="14"/>
                  </a:cubicBezTo>
                  <a:cubicBezTo>
                    <a:pt x="116" y="7"/>
                    <a:pt x="109" y="0"/>
                    <a:pt x="101" y="0"/>
                  </a:cubicBezTo>
                  <a:cubicBezTo>
                    <a:pt x="13" y="0"/>
                    <a:pt x="13" y="0"/>
                    <a:pt x="13" y="0"/>
                  </a:cubicBezTo>
                  <a:cubicBezTo>
                    <a:pt x="6" y="0"/>
                    <a:pt x="0" y="7"/>
                    <a:pt x="0" y="14"/>
                  </a:cubicBezTo>
                  <a:cubicBezTo>
                    <a:pt x="0" y="22"/>
                    <a:pt x="6"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4">
              <a:extLst>
                <a:ext uri="{FF2B5EF4-FFF2-40B4-BE49-F238E27FC236}">
                  <a16:creationId xmlns:a16="http://schemas.microsoft.com/office/drawing/2014/main" id="{0C635070-587F-DF1E-665B-02AC46DF283D}"/>
                </a:ext>
              </a:extLst>
            </p:cNvPr>
            <p:cNvSpPr>
              <a:spLocks noChangeArrowheads="1"/>
            </p:cNvSpPr>
            <p:nvPr/>
          </p:nvSpPr>
          <p:spPr bwMode="auto">
            <a:xfrm>
              <a:off x="5341938" y="4576763"/>
              <a:ext cx="31750" cy="31750"/>
            </a:xfrm>
            <a:custGeom>
              <a:avLst/>
              <a:gdLst>
                <a:gd name="T0" fmla="*/ 44 w 89"/>
                <a:gd name="T1" fmla="*/ 0 h 89"/>
                <a:gd name="T2" fmla="*/ 44 w 89"/>
                <a:gd name="T3" fmla="*/ 0 h 89"/>
                <a:gd name="T4" fmla="*/ 0 w 89"/>
                <a:gd name="T5" fmla="*/ 44 h 89"/>
                <a:gd name="T6" fmla="*/ 44 w 89"/>
                <a:gd name="T7" fmla="*/ 88 h 89"/>
                <a:gd name="T8" fmla="*/ 88 w 89"/>
                <a:gd name="T9" fmla="*/ 44 h 89"/>
                <a:gd name="T10" fmla="*/ 44 w 89"/>
                <a:gd name="T11" fmla="*/ 0 h 89"/>
                <a:gd name="T12" fmla="*/ 44 w 89"/>
                <a:gd name="T13" fmla="*/ 59 h 89"/>
                <a:gd name="T14" fmla="*/ 44 w 89"/>
                <a:gd name="T15" fmla="*/ 59 h 89"/>
                <a:gd name="T16" fmla="*/ 29 w 89"/>
                <a:gd name="T17" fmla="*/ 44 h 89"/>
                <a:gd name="T18" fmla="*/ 44 w 89"/>
                <a:gd name="T19" fmla="*/ 29 h 89"/>
                <a:gd name="T20" fmla="*/ 60 w 89"/>
                <a:gd name="T21" fmla="*/ 44 h 89"/>
                <a:gd name="T22" fmla="*/ 44 w 89"/>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0"/>
                  </a:moveTo>
                  <a:lnTo>
                    <a:pt x="44" y="0"/>
                  </a:lnTo>
                  <a:cubicBezTo>
                    <a:pt x="20" y="0"/>
                    <a:pt x="0" y="19"/>
                    <a:pt x="0" y="44"/>
                  </a:cubicBezTo>
                  <a:cubicBezTo>
                    <a:pt x="0" y="68"/>
                    <a:pt x="20" y="88"/>
                    <a:pt x="44" y="88"/>
                  </a:cubicBezTo>
                  <a:cubicBezTo>
                    <a:pt x="69" y="88"/>
                    <a:pt x="88" y="68"/>
                    <a:pt x="88" y="44"/>
                  </a:cubicBezTo>
                  <a:cubicBezTo>
                    <a:pt x="88" y="19"/>
                    <a:pt x="69" y="0"/>
                    <a:pt x="44" y="0"/>
                  </a:cubicBezTo>
                  <a:close/>
                  <a:moveTo>
                    <a:pt x="44" y="59"/>
                  </a:moveTo>
                  <a:lnTo>
                    <a:pt x="44" y="59"/>
                  </a:lnTo>
                  <a:cubicBezTo>
                    <a:pt x="36" y="59"/>
                    <a:pt x="29" y="52"/>
                    <a:pt x="29" y="44"/>
                  </a:cubicBezTo>
                  <a:cubicBezTo>
                    <a:pt x="29" y="35"/>
                    <a:pt x="36" y="29"/>
                    <a:pt x="44" y="29"/>
                  </a:cubicBezTo>
                  <a:cubicBezTo>
                    <a:pt x="53" y="29"/>
                    <a:pt x="60" y="35"/>
                    <a:pt x="60" y="44"/>
                  </a:cubicBezTo>
                  <a:cubicBezTo>
                    <a:pt x="60"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4">
            <a:extLst>
              <a:ext uri="{FF2B5EF4-FFF2-40B4-BE49-F238E27FC236}">
                <a16:creationId xmlns:a16="http://schemas.microsoft.com/office/drawing/2014/main" id="{30C6DB41-240E-CC0C-19FE-53336D64CEBA}"/>
              </a:ext>
            </a:extLst>
          </p:cNvPr>
          <p:cNvGrpSpPr/>
          <p:nvPr/>
        </p:nvGrpSpPr>
        <p:grpSpPr>
          <a:xfrm>
            <a:off x="4780086" y="4663703"/>
            <a:ext cx="211138" cy="254000"/>
            <a:chOff x="3638550" y="5016500"/>
            <a:chExt cx="211138" cy="254000"/>
          </a:xfrm>
          <a:solidFill>
            <a:schemeClr val="tx2"/>
          </a:solidFill>
        </p:grpSpPr>
        <p:sp>
          <p:nvSpPr>
            <p:cNvPr id="621" name="Freeform 515">
              <a:extLst>
                <a:ext uri="{FF2B5EF4-FFF2-40B4-BE49-F238E27FC236}">
                  <a16:creationId xmlns:a16="http://schemas.microsoft.com/office/drawing/2014/main" id="{DC822677-21DF-C7CE-C55C-9DD04787BA35}"/>
                </a:ext>
              </a:extLst>
            </p:cNvPr>
            <p:cNvSpPr>
              <a:spLocks noChangeArrowheads="1"/>
            </p:cNvSpPr>
            <p:nvPr/>
          </p:nvSpPr>
          <p:spPr bwMode="auto">
            <a:xfrm>
              <a:off x="3638550" y="5021263"/>
              <a:ext cx="115888" cy="249237"/>
            </a:xfrm>
            <a:custGeom>
              <a:avLst/>
              <a:gdLst>
                <a:gd name="T0" fmla="*/ 161 w 324"/>
                <a:gd name="T1" fmla="*/ 692 h 693"/>
                <a:gd name="T2" fmla="*/ 161 w 324"/>
                <a:gd name="T3" fmla="*/ 692 h 693"/>
                <a:gd name="T4" fmla="*/ 235 w 324"/>
                <a:gd name="T5" fmla="*/ 619 h 693"/>
                <a:gd name="T6" fmla="*/ 235 w 324"/>
                <a:gd name="T7" fmla="*/ 293 h 693"/>
                <a:gd name="T8" fmla="*/ 323 w 324"/>
                <a:gd name="T9" fmla="*/ 149 h 693"/>
                <a:gd name="T10" fmla="*/ 226 w 324"/>
                <a:gd name="T11" fmla="*/ 2 h 693"/>
                <a:gd name="T12" fmla="*/ 212 w 324"/>
                <a:gd name="T13" fmla="*/ 4 h 693"/>
                <a:gd name="T14" fmla="*/ 205 w 324"/>
                <a:gd name="T15" fmla="*/ 16 h 693"/>
                <a:gd name="T16" fmla="*/ 205 w 324"/>
                <a:gd name="T17" fmla="*/ 121 h 693"/>
                <a:gd name="T18" fmla="*/ 193 w 324"/>
                <a:gd name="T19" fmla="*/ 152 h 693"/>
                <a:gd name="T20" fmla="*/ 161 w 324"/>
                <a:gd name="T21" fmla="*/ 164 h 693"/>
                <a:gd name="T22" fmla="*/ 131 w 324"/>
                <a:gd name="T23" fmla="*/ 152 h 693"/>
                <a:gd name="T24" fmla="*/ 117 w 324"/>
                <a:gd name="T25" fmla="*/ 121 h 693"/>
                <a:gd name="T26" fmla="*/ 117 w 324"/>
                <a:gd name="T27" fmla="*/ 16 h 693"/>
                <a:gd name="T28" fmla="*/ 112 w 324"/>
                <a:gd name="T29" fmla="*/ 4 h 693"/>
                <a:gd name="T30" fmla="*/ 97 w 324"/>
                <a:gd name="T31" fmla="*/ 2 h 693"/>
                <a:gd name="T32" fmla="*/ 0 w 324"/>
                <a:gd name="T33" fmla="*/ 149 h 693"/>
                <a:gd name="T34" fmla="*/ 88 w 324"/>
                <a:gd name="T35" fmla="*/ 293 h 693"/>
                <a:gd name="T36" fmla="*/ 88 w 324"/>
                <a:gd name="T37" fmla="*/ 619 h 693"/>
                <a:gd name="T38" fmla="*/ 161 w 324"/>
                <a:gd name="T39" fmla="*/ 692 h 693"/>
                <a:gd name="T40" fmla="*/ 29 w 324"/>
                <a:gd name="T41" fmla="*/ 149 h 693"/>
                <a:gd name="T42" fmla="*/ 29 w 324"/>
                <a:gd name="T43" fmla="*/ 149 h 693"/>
                <a:gd name="T44" fmla="*/ 88 w 324"/>
                <a:gd name="T45" fmla="*/ 41 h 693"/>
                <a:gd name="T46" fmla="*/ 88 w 324"/>
                <a:gd name="T47" fmla="*/ 121 h 693"/>
                <a:gd name="T48" fmla="*/ 161 w 324"/>
                <a:gd name="T49" fmla="*/ 193 h 693"/>
                <a:gd name="T50" fmla="*/ 235 w 324"/>
                <a:gd name="T51" fmla="*/ 121 h 693"/>
                <a:gd name="T52" fmla="*/ 235 w 324"/>
                <a:gd name="T53" fmla="*/ 41 h 693"/>
                <a:gd name="T54" fmla="*/ 293 w 324"/>
                <a:gd name="T55" fmla="*/ 149 h 693"/>
                <a:gd name="T56" fmla="*/ 215 w 324"/>
                <a:gd name="T57" fmla="*/ 272 h 693"/>
                <a:gd name="T58" fmla="*/ 205 w 324"/>
                <a:gd name="T59" fmla="*/ 284 h 693"/>
                <a:gd name="T60" fmla="*/ 205 w 324"/>
                <a:gd name="T61" fmla="*/ 619 h 693"/>
                <a:gd name="T62" fmla="*/ 161 w 324"/>
                <a:gd name="T63" fmla="*/ 663 h 693"/>
                <a:gd name="T64" fmla="*/ 117 w 324"/>
                <a:gd name="T65" fmla="*/ 619 h 693"/>
                <a:gd name="T66" fmla="*/ 117 w 324"/>
                <a:gd name="T67" fmla="*/ 284 h 693"/>
                <a:gd name="T68" fmla="*/ 109 w 324"/>
                <a:gd name="T69" fmla="*/ 272 h 693"/>
                <a:gd name="T70" fmla="*/ 29 w 324"/>
                <a:gd name="T71" fmla="*/ 14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4" h="693">
                  <a:moveTo>
                    <a:pt x="161" y="692"/>
                  </a:moveTo>
                  <a:lnTo>
                    <a:pt x="161" y="692"/>
                  </a:lnTo>
                  <a:cubicBezTo>
                    <a:pt x="202" y="692"/>
                    <a:pt x="235" y="659"/>
                    <a:pt x="235" y="619"/>
                  </a:cubicBezTo>
                  <a:cubicBezTo>
                    <a:pt x="235" y="293"/>
                    <a:pt x="235" y="293"/>
                    <a:pt x="235" y="293"/>
                  </a:cubicBezTo>
                  <a:cubicBezTo>
                    <a:pt x="287" y="266"/>
                    <a:pt x="323" y="212"/>
                    <a:pt x="323" y="149"/>
                  </a:cubicBezTo>
                  <a:cubicBezTo>
                    <a:pt x="323" y="83"/>
                    <a:pt x="283" y="27"/>
                    <a:pt x="226" y="2"/>
                  </a:cubicBezTo>
                  <a:cubicBezTo>
                    <a:pt x="221" y="0"/>
                    <a:pt x="216" y="1"/>
                    <a:pt x="212" y="4"/>
                  </a:cubicBezTo>
                  <a:cubicBezTo>
                    <a:pt x="208" y="7"/>
                    <a:pt x="205" y="11"/>
                    <a:pt x="205" y="16"/>
                  </a:cubicBezTo>
                  <a:cubicBezTo>
                    <a:pt x="205" y="121"/>
                    <a:pt x="205" y="121"/>
                    <a:pt x="205" y="121"/>
                  </a:cubicBezTo>
                  <a:cubicBezTo>
                    <a:pt x="205" y="133"/>
                    <a:pt x="201" y="144"/>
                    <a:pt x="193" y="152"/>
                  </a:cubicBezTo>
                  <a:cubicBezTo>
                    <a:pt x="184" y="160"/>
                    <a:pt x="173" y="164"/>
                    <a:pt x="161" y="164"/>
                  </a:cubicBezTo>
                  <a:cubicBezTo>
                    <a:pt x="150" y="164"/>
                    <a:pt x="139" y="160"/>
                    <a:pt x="131" y="152"/>
                  </a:cubicBezTo>
                  <a:cubicBezTo>
                    <a:pt x="123" y="144"/>
                    <a:pt x="117" y="133"/>
                    <a:pt x="117" y="121"/>
                  </a:cubicBezTo>
                  <a:cubicBezTo>
                    <a:pt x="117" y="16"/>
                    <a:pt x="117" y="16"/>
                    <a:pt x="117" y="16"/>
                  </a:cubicBezTo>
                  <a:cubicBezTo>
                    <a:pt x="117" y="11"/>
                    <a:pt x="116" y="7"/>
                    <a:pt x="112" y="4"/>
                  </a:cubicBezTo>
                  <a:cubicBezTo>
                    <a:pt x="108" y="1"/>
                    <a:pt x="102" y="0"/>
                    <a:pt x="97" y="2"/>
                  </a:cubicBezTo>
                  <a:cubicBezTo>
                    <a:pt x="40" y="27"/>
                    <a:pt x="0" y="83"/>
                    <a:pt x="0" y="149"/>
                  </a:cubicBezTo>
                  <a:cubicBezTo>
                    <a:pt x="0" y="212"/>
                    <a:pt x="36" y="266"/>
                    <a:pt x="88" y="293"/>
                  </a:cubicBezTo>
                  <a:cubicBezTo>
                    <a:pt x="88" y="619"/>
                    <a:pt x="88" y="619"/>
                    <a:pt x="88" y="619"/>
                  </a:cubicBezTo>
                  <a:cubicBezTo>
                    <a:pt x="88" y="659"/>
                    <a:pt x="121" y="692"/>
                    <a:pt x="161" y="692"/>
                  </a:cubicBezTo>
                  <a:close/>
                  <a:moveTo>
                    <a:pt x="29" y="149"/>
                  </a:moveTo>
                  <a:lnTo>
                    <a:pt x="29" y="149"/>
                  </a:lnTo>
                  <a:cubicBezTo>
                    <a:pt x="29" y="104"/>
                    <a:pt x="53" y="64"/>
                    <a:pt x="88" y="41"/>
                  </a:cubicBezTo>
                  <a:cubicBezTo>
                    <a:pt x="88" y="121"/>
                    <a:pt x="88" y="121"/>
                    <a:pt x="88" y="121"/>
                  </a:cubicBezTo>
                  <a:cubicBezTo>
                    <a:pt x="88" y="162"/>
                    <a:pt x="121" y="193"/>
                    <a:pt x="161" y="193"/>
                  </a:cubicBezTo>
                  <a:cubicBezTo>
                    <a:pt x="202" y="193"/>
                    <a:pt x="235" y="162"/>
                    <a:pt x="235" y="121"/>
                  </a:cubicBezTo>
                  <a:cubicBezTo>
                    <a:pt x="235" y="41"/>
                    <a:pt x="235" y="41"/>
                    <a:pt x="235" y="41"/>
                  </a:cubicBezTo>
                  <a:cubicBezTo>
                    <a:pt x="270" y="64"/>
                    <a:pt x="293" y="104"/>
                    <a:pt x="293" y="149"/>
                  </a:cubicBezTo>
                  <a:cubicBezTo>
                    <a:pt x="293" y="204"/>
                    <a:pt x="261" y="251"/>
                    <a:pt x="215" y="272"/>
                  </a:cubicBezTo>
                  <a:cubicBezTo>
                    <a:pt x="209" y="273"/>
                    <a:pt x="205" y="278"/>
                    <a:pt x="205" y="284"/>
                  </a:cubicBezTo>
                  <a:cubicBezTo>
                    <a:pt x="205" y="619"/>
                    <a:pt x="205" y="619"/>
                    <a:pt x="205" y="619"/>
                  </a:cubicBezTo>
                  <a:cubicBezTo>
                    <a:pt x="205" y="642"/>
                    <a:pt x="186" y="663"/>
                    <a:pt x="161" y="663"/>
                  </a:cubicBezTo>
                  <a:cubicBezTo>
                    <a:pt x="138" y="663"/>
                    <a:pt x="117" y="642"/>
                    <a:pt x="117" y="619"/>
                  </a:cubicBezTo>
                  <a:cubicBezTo>
                    <a:pt x="117" y="284"/>
                    <a:pt x="117" y="284"/>
                    <a:pt x="117" y="284"/>
                  </a:cubicBezTo>
                  <a:cubicBezTo>
                    <a:pt x="117" y="278"/>
                    <a:pt x="114" y="273"/>
                    <a:pt x="109" y="272"/>
                  </a:cubicBezTo>
                  <a:cubicBezTo>
                    <a:pt x="62" y="251"/>
                    <a:pt x="29" y="204"/>
                    <a:pt x="29"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6">
              <a:extLst>
                <a:ext uri="{FF2B5EF4-FFF2-40B4-BE49-F238E27FC236}">
                  <a16:creationId xmlns:a16="http://schemas.microsoft.com/office/drawing/2014/main" id="{151382D1-96FD-AE1A-75B2-567E02D2C53F}"/>
                </a:ext>
              </a:extLst>
            </p:cNvPr>
            <p:cNvSpPr>
              <a:spLocks noChangeArrowheads="1"/>
            </p:cNvSpPr>
            <p:nvPr/>
          </p:nvSpPr>
          <p:spPr bwMode="auto">
            <a:xfrm>
              <a:off x="3795713" y="5016500"/>
              <a:ext cx="53975" cy="254000"/>
            </a:xfrm>
            <a:custGeom>
              <a:avLst/>
              <a:gdLst>
                <a:gd name="T0" fmla="*/ 15 w 148"/>
                <a:gd name="T1" fmla="*/ 351 h 704"/>
                <a:gd name="T2" fmla="*/ 15 w 148"/>
                <a:gd name="T3" fmla="*/ 351 h 704"/>
                <a:gd name="T4" fmla="*/ 4 w 148"/>
                <a:gd name="T5" fmla="*/ 355 h 704"/>
                <a:gd name="T6" fmla="*/ 0 w 148"/>
                <a:gd name="T7" fmla="*/ 366 h 704"/>
                <a:gd name="T8" fmla="*/ 0 w 148"/>
                <a:gd name="T9" fmla="*/ 630 h 704"/>
                <a:gd name="T10" fmla="*/ 72 w 148"/>
                <a:gd name="T11" fmla="*/ 703 h 704"/>
                <a:gd name="T12" fmla="*/ 147 w 148"/>
                <a:gd name="T13" fmla="*/ 630 h 704"/>
                <a:gd name="T14" fmla="*/ 147 w 148"/>
                <a:gd name="T15" fmla="*/ 366 h 704"/>
                <a:gd name="T16" fmla="*/ 142 w 148"/>
                <a:gd name="T17" fmla="*/ 355 h 704"/>
                <a:gd name="T18" fmla="*/ 131 w 148"/>
                <a:gd name="T19" fmla="*/ 351 h 704"/>
                <a:gd name="T20" fmla="*/ 88 w 148"/>
                <a:gd name="T21" fmla="*/ 351 h 704"/>
                <a:gd name="T22" fmla="*/ 88 w 148"/>
                <a:gd name="T23" fmla="*/ 175 h 704"/>
                <a:gd name="T24" fmla="*/ 103 w 148"/>
                <a:gd name="T25" fmla="*/ 175 h 704"/>
                <a:gd name="T26" fmla="*/ 115 w 148"/>
                <a:gd name="T27" fmla="*/ 167 h 704"/>
                <a:gd name="T28" fmla="*/ 145 w 148"/>
                <a:gd name="T29" fmla="*/ 110 h 704"/>
                <a:gd name="T30" fmla="*/ 145 w 148"/>
                <a:gd name="T31" fmla="*/ 97 h 704"/>
                <a:gd name="T32" fmla="*/ 116 w 148"/>
                <a:gd name="T33" fmla="*/ 9 h 704"/>
                <a:gd name="T34" fmla="*/ 103 w 148"/>
                <a:gd name="T35" fmla="*/ 0 h 704"/>
                <a:gd name="T36" fmla="*/ 44 w 148"/>
                <a:gd name="T37" fmla="*/ 0 h 704"/>
                <a:gd name="T38" fmla="*/ 30 w 148"/>
                <a:gd name="T39" fmla="*/ 9 h 704"/>
                <a:gd name="T40" fmla="*/ 1 w 148"/>
                <a:gd name="T41" fmla="*/ 97 h 704"/>
                <a:gd name="T42" fmla="*/ 1 w 148"/>
                <a:gd name="T43" fmla="*/ 110 h 704"/>
                <a:gd name="T44" fmla="*/ 31 w 148"/>
                <a:gd name="T45" fmla="*/ 167 h 704"/>
                <a:gd name="T46" fmla="*/ 44 w 148"/>
                <a:gd name="T47" fmla="*/ 175 h 704"/>
                <a:gd name="T48" fmla="*/ 59 w 148"/>
                <a:gd name="T49" fmla="*/ 175 h 704"/>
                <a:gd name="T50" fmla="*/ 59 w 148"/>
                <a:gd name="T51" fmla="*/ 351 h 704"/>
                <a:gd name="T52" fmla="*/ 15 w 148"/>
                <a:gd name="T53" fmla="*/ 351 h 704"/>
                <a:gd name="T54" fmla="*/ 30 w 148"/>
                <a:gd name="T55" fmla="*/ 101 h 704"/>
                <a:gd name="T56" fmla="*/ 30 w 148"/>
                <a:gd name="T57" fmla="*/ 101 h 704"/>
                <a:gd name="T58" fmla="*/ 55 w 148"/>
                <a:gd name="T59" fmla="*/ 29 h 704"/>
                <a:gd name="T60" fmla="*/ 92 w 148"/>
                <a:gd name="T61" fmla="*/ 29 h 704"/>
                <a:gd name="T62" fmla="*/ 116 w 148"/>
                <a:gd name="T63" fmla="*/ 101 h 704"/>
                <a:gd name="T64" fmla="*/ 93 w 148"/>
                <a:gd name="T65" fmla="*/ 147 h 704"/>
                <a:gd name="T66" fmla="*/ 53 w 148"/>
                <a:gd name="T67" fmla="*/ 147 h 704"/>
                <a:gd name="T68" fmla="*/ 30 w 148"/>
                <a:gd name="T69" fmla="*/ 101 h 704"/>
                <a:gd name="T70" fmla="*/ 116 w 148"/>
                <a:gd name="T71" fmla="*/ 630 h 704"/>
                <a:gd name="T72" fmla="*/ 116 w 148"/>
                <a:gd name="T73" fmla="*/ 630 h 704"/>
                <a:gd name="T74" fmla="*/ 72 w 148"/>
                <a:gd name="T75" fmla="*/ 674 h 704"/>
                <a:gd name="T76" fmla="*/ 29 w 148"/>
                <a:gd name="T77" fmla="*/ 630 h 704"/>
                <a:gd name="T78" fmla="*/ 29 w 148"/>
                <a:gd name="T79" fmla="*/ 380 h 704"/>
                <a:gd name="T80" fmla="*/ 116 w 148"/>
                <a:gd name="T81" fmla="*/ 380 h 704"/>
                <a:gd name="T82" fmla="*/ 116 w 148"/>
                <a:gd name="T83"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48" h="704">
                  <a:moveTo>
                    <a:pt x="15" y="351"/>
                  </a:moveTo>
                  <a:lnTo>
                    <a:pt x="15" y="351"/>
                  </a:lnTo>
                  <a:cubicBezTo>
                    <a:pt x="11" y="351"/>
                    <a:pt x="7" y="353"/>
                    <a:pt x="4" y="355"/>
                  </a:cubicBezTo>
                  <a:cubicBezTo>
                    <a:pt x="1" y="358"/>
                    <a:pt x="0" y="362"/>
                    <a:pt x="0" y="366"/>
                  </a:cubicBezTo>
                  <a:cubicBezTo>
                    <a:pt x="0" y="630"/>
                    <a:pt x="0" y="630"/>
                    <a:pt x="0" y="630"/>
                  </a:cubicBezTo>
                  <a:cubicBezTo>
                    <a:pt x="0" y="670"/>
                    <a:pt x="33" y="703"/>
                    <a:pt x="72" y="703"/>
                  </a:cubicBezTo>
                  <a:cubicBezTo>
                    <a:pt x="114" y="703"/>
                    <a:pt x="147" y="670"/>
                    <a:pt x="147" y="630"/>
                  </a:cubicBezTo>
                  <a:cubicBezTo>
                    <a:pt x="147" y="366"/>
                    <a:pt x="147" y="366"/>
                    <a:pt x="147" y="366"/>
                  </a:cubicBezTo>
                  <a:cubicBezTo>
                    <a:pt x="147" y="362"/>
                    <a:pt x="145" y="358"/>
                    <a:pt x="142" y="355"/>
                  </a:cubicBezTo>
                  <a:cubicBezTo>
                    <a:pt x="140" y="353"/>
                    <a:pt x="136" y="351"/>
                    <a:pt x="131" y="351"/>
                  </a:cubicBezTo>
                  <a:cubicBezTo>
                    <a:pt x="88" y="351"/>
                    <a:pt x="88" y="351"/>
                    <a:pt x="88" y="351"/>
                  </a:cubicBezTo>
                  <a:cubicBezTo>
                    <a:pt x="88" y="175"/>
                    <a:pt x="88" y="175"/>
                    <a:pt x="88" y="175"/>
                  </a:cubicBezTo>
                  <a:cubicBezTo>
                    <a:pt x="103" y="175"/>
                    <a:pt x="103" y="175"/>
                    <a:pt x="103" y="175"/>
                  </a:cubicBezTo>
                  <a:cubicBezTo>
                    <a:pt x="108" y="175"/>
                    <a:pt x="112" y="173"/>
                    <a:pt x="115" y="167"/>
                  </a:cubicBezTo>
                  <a:cubicBezTo>
                    <a:pt x="145" y="110"/>
                    <a:pt x="145" y="110"/>
                    <a:pt x="145" y="110"/>
                  </a:cubicBezTo>
                  <a:cubicBezTo>
                    <a:pt x="147" y="105"/>
                    <a:pt x="147" y="101"/>
                    <a:pt x="145" y="97"/>
                  </a:cubicBezTo>
                  <a:cubicBezTo>
                    <a:pt x="116" y="9"/>
                    <a:pt x="116" y="9"/>
                    <a:pt x="116" y="9"/>
                  </a:cubicBezTo>
                  <a:cubicBezTo>
                    <a:pt x="114" y="4"/>
                    <a:pt x="108" y="0"/>
                    <a:pt x="103" y="0"/>
                  </a:cubicBezTo>
                  <a:cubicBezTo>
                    <a:pt x="44" y="0"/>
                    <a:pt x="44" y="0"/>
                    <a:pt x="44" y="0"/>
                  </a:cubicBezTo>
                  <a:cubicBezTo>
                    <a:pt x="37" y="0"/>
                    <a:pt x="31" y="4"/>
                    <a:pt x="30" y="9"/>
                  </a:cubicBezTo>
                  <a:cubicBezTo>
                    <a:pt x="1" y="97"/>
                    <a:pt x="1" y="97"/>
                    <a:pt x="1" y="97"/>
                  </a:cubicBezTo>
                  <a:cubicBezTo>
                    <a:pt x="0" y="101"/>
                    <a:pt x="0" y="105"/>
                    <a:pt x="1" y="110"/>
                  </a:cubicBezTo>
                  <a:cubicBezTo>
                    <a:pt x="31" y="167"/>
                    <a:pt x="31" y="167"/>
                    <a:pt x="31" y="167"/>
                  </a:cubicBezTo>
                  <a:cubicBezTo>
                    <a:pt x="33" y="173"/>
                    <a:pt x="38" y="175"/>
                    <a:pt x="44" y="175"/>
                  </a:cubicBezTo>
                  <a:cubicBezTo>
                    <a:pt x="59" y="175"/>
                    <a:pt x="59" y="175"/>
                    <a:pt x="59" y="175"/>
                  </a:cubicBezTo>
                  <a:cubicBezTo>
                    <a:pt x="59" y="351"/>
                    <a:pt x="59" y="351"/>
                    <a:pt x="59" y="351"/>
                  </a:cubicBezTo>
                  <a:lnTo>
                    <a:pt x="15" y="351"/>
                  </a:lnTo>
                  <a:close/>
                  <a:moveTo>
                    <a:pt x="30" y="101"/>
                  </a:moveTo>
                  <a:lnTo>
                    <a:pt x="30" y="101"/>
                  </a:lnTo>
                  <a:cubicBezTo>
                    <a:pt x="55" y="29"/>
                    <a:pt x="55" y="29"/>
                    <a:pt x="55" y="29"/>
                  </a:cubicBezTo>
                  <a:cubicBezTo>
                    <a:pt x="92" y="29"/>
                    <a:pt x="92" y="29"/>
                    <a:pt x="92" y="29"/>
                  </a:cubicBezTo>
                  <a:cubicBezTo>
                    <a:pt x="116" y="101"/>
                    <a:pt x="116" y="101"/>
                    <a:pt x="116" y="101"/>
                  </a:cubicBezTo>
                  <a:cubicBezTo>
                    <a:pt x="93" y="147"/>
                    <a:pt x="93" y="147"/>
                    <a:pt x="93" y="147"/>
                  </a:cubicBezTo>
                  <a:cubicBezTo>
                    <a:pt x="53" y="147"/>
                    <a:pt x="53" y="147"/>
                    <a:pt x="53" y="147"/>
                  </a:cubicBezTo>
                  <a:lnTo>
                    <a:pt x="30" y="101"/>
                  </a:lnTo>
                  <a:close/>
                  <a:moveTo>
                    <a:pt x="116" y="630"/>
                  </a:moveTo>
                  <a:lnTo>
                    <a:pt x="116" y="630"/>
                  </a:lnTo>
                  <a:cubicBezTo>
                    <a:pt x="116" y="653"/>
                    <a:pt x="97" y="674"/>
                    <a:pt x="72" y="674"/>
                  </a:cubicBezTo>
                  <a:cubicBezTo>
                    <a:pt x="49" y="674"/>
                    <a:pt x="29" y="653"/>
                    <a:pt x="29" y="630"/>
                  </a:cubicBezTo>
                  <a:cubicBezTo>
                    <a:pt x="29" y="380"/>
                    <a:pt x="29" y="380"/>
                    <a:pt x="29" y="380"/>
                  </a:cubicBezTo>
                  <a:cubicBezTo>
                    <a:pt x="116" y="380"/>
                    <a:pt x="116" y="380"/>
                    <a:pt x="116" y="380"/>
                  </a:cubicBezTo>
                  <a:lnTo>
                    <a:pt x="116"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7">
            <a:extLst>
              <a:ext uri="{FF2B5EF4-FFF2-40B4-BE49-F238E27FC236}">
                <a16:creationId xmlns:a16="http://schemas.microsoft.com/office/drawing/2014/main" id="{779E8231-1140-7231-7698-FCFA66EA6977}"/>
              </a:ext>
            </a:extLst>
          </p:cNvPr>
          <p:cNvSpPr>
            <a:spLocks noChangeArrowheads="1"/>
          </p:cNvSpPr>
          <p:nvPr/>
        </p:nvSpPr>
        <p:spPr bwMode="auto">
          <a:xfrm>
            <a:off x="5773861" y="4663703"/>
            <a:ext cx="254000" cy="254000"/>
          </a:xfrm>
          <a:custGeom>
            <a:avLst/>
            <a:gdLst>
              <a:gd name="T0" fmla="*/ 98 w 705"/>
              <a:gd name="T1" fmla="*/ 497 h 704"/>
              <a:gd name="T2" fmla="*/ 118 w 705"/>
              <a:gd name="T3" fmla="*/ 483 h 704"/>
              <a:gd name="T4" fmla="*/ 118 w 705"/>
              <a:gd name="T5" fmla="*/ 277 h 704"/>
              <a:gd name="T6" fmla="*/ 186 w 705"/>
              <a:gd name="T7" fmla="*/ 98 h 704"/>
              <a:gd name="T8" fmla="*/ 517 w 705"/>
              <a:gd name="T9" fmla="*/ 98 h 704"/>
              <a:gd name="T10" fmla="*/ 586 w 705"/>
              <a:gd name="T11" fmla="*/ 277 h 704"/>
              <a:gd name="T12" fmla="*/ 591 w 705"/>
              <a:gd name="T13" fmla="*/ 494 h 704"/>
              <a:gd name="T14" fmla="*/ 615 w 705"/>
              <a:gd name="T15" fmla="*/ 493 h 704"/>
              <a:gd name="T16" fmla="*/ 528 w 705"/>
              <a:gd name="T17" fmla="*/ 621 h 704"/>
              <a:gd name="T18" fmla="*/ 395 w 705"/>
              <a:gd name="T19" fmla="*/ 615 h 704"/>
              <a:gd name="T20" fmla="*/ 263 w 705"/>
              <a:gd name="T21" fmla="*/ 659 h 704"/>
              <a:gd name="T22" fmla="*/ 395 w 705"/>
              <a:gd name="T23" fmla="*/ 703 h 704"/>
              <a:gd name="T24" fmla="*/ 575 w 705"/>
              <a:gd name="T25" fmla="*/ 626 h 704"/>
              <a:gd name="T26" fmla="*/ 645 w 705"/>
              <a:gd name="T27" fmla="*/ 483 h 704"/>
              <a:gd name="T28" fmla="*/ 650 w 705"/>
              <a:gd name="T29" fmla="*/ 479 h 704"/>
              <a:gd name="T30" fmla="*/ 697 w 705"/>
              <a:gd name="T31" fmla="*/ 444 h 704"/>
              <a:gd name="T32" fmla="*/ 702 w 705"/>
              <a:gd name="T33" fmla="*/ 336 h 704"/>
              <a:gd name="T34" fmla="*/ 631 w 705"/>
              <a:gd name="T35" fmla="*/ 266 h 704"/>
              <a:gd name="T36" fmla="*/ 615 w 705"/>
              <a:gd name="T37" fmla="*/ 264 h 704"/>
              <a:gd name="T38" fmla="*/ 88 w 705"/>
              <a:gd name="T39" fmla="*/ 264 h 704"/>
              <a:gd name="T40" fmla="*/ 55 w 705"/>
              <a:gd name="T41" fmla="*/ 271 h 704"/>
              <a:gd name="T42" fmla="*/ 0 w 705"/>
              <a:gd name="T43" fmla="*/ 336 h 704"/>
              <a:gd name="T44" fmla="*/ 7 w 705"/>
              <a:gd name="T45" fmla="*/ 444 h 704"/>
              <a:gd name="T46" fmla="*/ 75 w 705"/>
              <a:gd name="T47" fmla="*/ 489 h 704"/>
              <a:gd name="T48" fmla="*/ 395 w 705"/>
              <a:gd name="T49" fmla="*/ 673 h 704"/>
              <a:gd name="T50" fmla="*/ 307 w 705"/>
              <a:gd name="T51" fmla="*/ 673 h 704"/>
              <a:gd name="T52" fmla="*/ 307 w 705"/>
              <a:gd name="T53" fmla="*/ 644 h 704"/>
              <a:gd name="T54" fmla="*/ 410 w 705"/>
              <a:gd name="T55" fmla="*/ 659 h 704"/>
              <a:gd name="T56" fmla="*/ 642 w 705"/>
              <a:gd name="T57" fmla="*/ 299 h 704"/>
              <a:gd name="T58" fmla="*/ 665 w 705"/>
              <a:gd name="T59" fmla="*/ 313 h 704"/>
              <a:gd name="T60" fmla="*/ 674 w 705"/>
              <a:gd name="T61" fmla="*/ 424 h 704"/>
              <a:gd name="T62" fmla="*/ 656 w 705"/>
              <a:gd name="T63" fmla="*/ 442 h 704"/>
              <a:gd name="T64" fmla="*/ 615 w 705"/>
              <a:gd name="T65" fmla="*/ 463 h 704"/>
              <a:gd name="T66" fmla="*/ 642 w 705"/>
              <a:gd name="T67" fmla="*/ 299 h 704"/>
              <a:gd name="T68" fmla="*/ 37 w 705"/>
              <a:gd name="T69" fmla="*/ 435 h 704"/>
              <a:gd name="T70" fmla="*/ 30 w 705"/>
              <a:gd name="T71" fmla="*/ 424 h 704"/>
              <a:gd name="T72" fmla="*/ 39 w 705"/>
              <a:gd name="T73" fmla="*/ 313 h 704"/>
              <a:gd name="T74" fmla="*/ 88 w 705"/>
              <a:gd name="T75" fmla="*/ 294 h 704"/>
              <a:gd name="T76" fmla="*/ 61 w 705"/>
              <a:gd name="T77" fmla="*/ 45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5" h="704">
                <a:moveTo>
                  <a:pt x="98" y="497"/>
                </a:moveTo>
                <a:lnTo>
                  <a:pt x="98" y="497"/>
                </a:lnTo>
                <a:cubicBezTo>
                  <a:pt x="103" y="498"/>
                  <a:pt x="108" y="497"/>
                  <a:pt x="111" y="494"/>
                </a:cubicBezTo>
                <a:cubicBezTo>
                  <a:pt x="115" y="492"/>
                  <a:pt x="118" y="487"/>
                  <a:pt x="118" y="483"/>
                </a:cubicBezTo>
                <a:cubicBezTo>
                  <a:pt x="118" y="277"/>
                  <a:pt x="118" y="277"/>
                  <a:pt x="118" y="277"/>
                </a:cubicBezTo>
                <a:lnTo>
                  <a:pt x="118" y="277"/>
                </a:lnTo>
                <a:cubicBezTo>
                  <a:pt x="118" y="264"/>
                  <a:pt x="118" y="264"/>
                  <a:pt x="118" y="264"/>
                </a:cubicBezTo>
                <a:cubicBezTo>
                  <a:pt x="118" y="198"/>
                  <a:pt x="144" y="140"/>
                  <a:pt x="186" y="98"/>
                </a:cubicBezTo>
                <a:cubicBezTo>
                  <a:pt x="229" y="55"/>
                  <a:pt x="287" y="29"/>
                  <a:pt x="351" y="29"/>
                </a:cubicBezTo>
                <a:cubicBezTo>
                  <a:pt x="417" y="29"/>
                  <a:pt x="475" y="55"/>
                  <a:pt x="517" y="98"/>
                </a:cubicBezTo>
                <a:cubicBezTo>
                  <a:pt x="560" y="140"/>
                  <a:pt x="586" y="198"/>
                  <a:pt x="586" y="264"/>
                </a:cubicBezTo>
                <a:cubicBezTo>
                  <a:pt x="586" y="277"/>
                  <a:pt x="586" y="277"/>
                  <a:pt x="586" y="277"/>
                </a:cubicBezTo>
                <a:cubicBezTo>
                  <a:pt x="586" y="483"/>
                  <a:pt x="586" y="483"/>
                  <a:pt x="586" y="483"/>
                </a:cubicBezTo>
                <a:cubicBezTo>
                  <a:pt x="586" y="487"/>
                  <a:pt x="589" y="492"/>
                  <a:pt x="591" y="494"/>
                </a:cubicBezTo>
                <a:cubicBezTo>
                  <a:pt x="595" y="497"/>
                  <a:pt x="601" y="498"/>
                  <a:pt x="605" y="497"/>
                </a:cubicBezTo>
                <a:cubicBezTo>
                  <a:pt x="605" y="497"/>
                  <a:pt x="609" y="496"/>
                  <a:pt x="615" y="493"/>
                </a:cubicBezTo>
                <a:cubicBezTo>
                  <a:pt x="613" y="516"/>
                  <a:pt x="608" y="535"/>
                  <a:pt x="600" y="553"/>
                </a:cubicBezTo>
                <a:cubicBezTo>
                  <a:pt x="584" y="582"/>
                  <a:pt x="560" y="604"/>
                  <a:pt x="528" y="621"/>
                </a:cubicBezTo>
                <a:cubicBezTo>
                  <a:pt x="501" y="634"/>
                  <a:pt x="469" y="641"/>
                  <a:pt x="436" y="643"/>
                </a:cubicBezTo>
                <a:cubicBezTo>
                  <a:pt x="431" y="626"/>
                  <a:pt x="414" y="615"/>
                  <a:pt x="395" y="615"/>
                </a:cubicBezTo>
                <a:cubicBezTo>
                  <a:pt x="307" y="615"/>
                  <a:pt x="307" y="615"/>
                  <a:pt x="307" y="615"/>
                </a:cubicBezTo>
                <a:cubicBezTo>
                  <a:pt x="284" y="615"/>
                  <a:pt x="263" y="634"/>
                  <a:pt x="263" y="659"/>
                </a:cubicBezTo>
                <a:cubicBezTo>
                  <a:pt x="263" y="682"/>
                  <a:pt x="284" y="703"/>
                  <a:pt x="307" y="703"/>
                </a:cubicBezTo>
                <a:cubicBezTo>
                  <a:pt x="395" y="703"/>
                  <a:pt x="395" y="703"/>
                  <a:pt x="395" y="703"/>
                </a:cubicBezTo>
                <a:cubicBezTo>
                  <a:pt x="414" y="703"/>
                  <a:pt x="431" y="689"/>
                  <a:pt x="438" y="673"/>
                </a:cubicBezTo>
                <a:cubicBezTo>
                  <a:pt x="487" y="670"/>
                  <a:pt x="536" y="655"/>
                  <a:pt x="575" y="626"/>
                </a:cubicBezTo>
                <a:cubicBezTo>
                  <a:pt x="595" y="610"/>
                  <a:pt x="613" y="590"/>
                  <a:pt x="626" y="566"/>
                </a:cubicBezTo>
                <a:cubicBezTo>
                  <a:pt x="638" y="542"/>
                  <a:pt x="645" y="513"/>
                  <a:pt x="645" y="483"/>
                </a:cubicBezTo>
                <a:cubicBezTo>
                  <a:pt x="645" y="482"/>
                  <a:pt x="645" y="482"/>
                  <a:pt x="645" y="482"/>
                </a:cubicBezTo>
                <a:cubicBezTo>
                  <a:pt x="646" y="481"/>
                  <a:pt x="649" y="479"/>
                  <a:pt x="650" y="479"/>
                </a:cubicBezTo>
                <a:cubicBezTo>
                  <a:pt x="663" y="474"/>
                  <a:pt x="675" y="467"/>
                  <a:pt x="685" y="459"/>
                </a:cubicBezTo>
                <a:cubicBezTo>
                  <a:pt x="689" y="455"/>
                  <a:pt x="693" y="449"/>
                  <a:pt x="697" y="444"/>
                </a:cubicBezTo>
                <a:cubicBezTo>
                  <a:pt x="701" y="438"/>
                  <a:pt x="702" y="431"/>
                  <a:pt x="702" y="424"/>
                </a:cubicBezTo>
                <a:cubicBezTo>
                  <a:pt x="702" y="336"/>
                  <a:pt x="702" y="336"/>
                  <a:pt x="702" y="336"/>
                </a:cubicBezTo>
                <a:cubicBezTo>
                  <a:pt x="704" y="319"/>
                  <a:pt x="696" y="302"/>
                  <a:pt x="685" y="293"/>
                </a:cubicBezTo>
                <a:cubicBezTo>
                  <a:pt x="670" y="276"/>
                  <a:pt x="648" y="271"/>
                  <a:pt x="631" y="266"/>
                </a:cubicBezTo>
                <a:cubicBezTo>
                  <a:pt x="626" y="265"/>
                  <a:pt x="620" y="265"/>
                  <a:pt x="615" y="264"/>
                </a:cubicBezTo>
                <a:lnTo>
                  <a:pt x="615" y="264"/>
                </a:lnTo>
                <a:cubicBezTo>
                  <a:pt x="615" y="118"/>
                  <a:pt x="497" y="0"/>
                  <a:pt x="351" y="0"/>
                </a:cubicBezTo>
                <a:cubicBezTo>
                  <a:pt x="206" y="0"/>
                  <a:pt x="88" y="118"/>
                  <a:pt x="88" y="264"/>
                </a:cubicBezTo>
                <a:lnTo>
                  <a:pt x="88" y="264"/>
                </a:lnTo>
                <a:cubicBezTo>
                  <a:pt x="79" y="265"/>
                  <a:pt x="67" y="266"/>
                  <a:pt x="55" y="271"/>
                </a:cubicBezTo>
                <a:cubicBezTo>
                  <a:pt x="42" y="275"/>
                  <a:pt x="28" y="282"/>
                  <a:pt x="19" y="293"/>
                </a:cubicBezTo>
                <a:cubicBezTo>
                  <a:pt x="8" y="302"/>
                  <a:pt x="0" y="319"/>
                  <a:pt x="0" y="336"/>
                </a:cubicBezTo>
                <a:cubicBezTo>
                  <a:pt x="0" y="424"/>
                  <a:pt x="0" y="424"/>
                  <a:pt x="0" y="424"/>
                </a:cubicBezTo>
                <a:cubicBezTo>
                  <a:pt x="0" y="431"/>
                  <a:pt x="2" y="438"/>
                  <a:pt x="7" y="444"/>
                </a:cubicBezTo>
                <a:cubicBezTo>
                  <a:pt x="12" y="453"/>
                  <a:pt x="22" y="460"/>
                  <a:pt x="31" y="467"/>
                </a:cubicBezTo>
                <a:cubicBezTo>
                  <a:pt x="45" y="476"/>
                  <a:pt x="61" y="483"/>
                  <a:pt x="75" y="489"/>
                </a:cubicBezTo>
                <a:cubicBezTo>
                  <a:pt x="89" y="494"/>
                  <a:pt x="98" y="497"/>
                  <a:pt x="98" y="497"/>
                </a:cubicBezTo>
                <a:close/>
                <a:moveTo>
                  <a:pt x="395" y="673"/>
                </a:moveTo>
                <a:lnTo>
                  <a:pt x="395" y="673"/>
                </a:lnTo>
                <a:cubicBezTo>
                  <a:pt x="307" y="673"/>
                  <a:pt x="307" y="673"/>
                  <a:pt x="307" y="673"/>
                </a:cubicBezTo>
                <a:cubicBezTo>
                  <a:pt x="300" y="673"/>
                  <a:pt x="293" y="666"/>
                  <a:pt x="293" y="659"/>
                </a:cubicBezTo>
                <a:cubicBezTo>
                  <a:pt x="293" y="651"/>
                  <a:pt x="300" y="644"/>
                  <a:pt x="307" y="644"/>
                </a:cubicBezTo>
                <a:cubicBezTo>
                  <a:pt x="395" y="644"/>
                  <a:pt x="395" y="644"/>
                  <a:pt x="395" y="644"/>
                </a:cubicBezTo>
                <a:cubicBezTo>
                  <a:pt x="403" y="644"/>
                  <a:pt x="410" y="651"/>
                  <a:pt x="410" y="659"/>
                </a:cubicBezTo>
                <a:cubicBezTo>
                  <a:pt x="410" y="666"/>
                  <a:pt x="403" y="673"/>
                  <a:pt x="395" y="673"/>
                </a:cubicBezTo>
                <a:close/>
                <a:moveTo>
                  <a:pt x="642" y="299"/>
                </a:moveTo>
                <a:lnTo>
                  <a:pt x="642" y="299"/>
                </a:lnTo>
                <a:cubicBezTo>
                  <a:pt x="650" y="302"/>
                  <a:pt x="660" y="308"/>
                  <a:pt x="665" y="313"/>
                </a:cubicBezTo>
                <a:cubicBezTo>
                  <a:pt x="671" y="319"/>
                  <a:pt x="674" y="325"/>
                  <a:pt x="674" y="336"/>
                </a:cubicBezTo>
                <a:cubicBezTo>
                  <a:pt x="674" y="424"/>
                  <a:pt x="674" y="424"/>
                  <a:pt x="674" y="424"/>
                </a:cubicBezTo>
                <a:cubicBezTo>
                  <a:pt x="674" y="424"/>
                  <a:pt x="674" y="426"/>
                  <a:pt x="672" y="428"/>
                </a:cubicBezTo>
                <a:cubicBezTo>
                  <a:pt x="670" y="431"/>
                  <a:pt x="664" y="437"/>
                  <a:pt x="656" y="442"/>
                </a:cubicBezTo>
                <a:cubicBezTo>
                  <a:pt x="645" y="450"/>
                  <a:pt x="630" y="457"/>
                  <a:pt x="617" y="461"/>
                </a:cubicBezTo>
                <a:cubicBezTo>
                  <a:pt x="616" y="461"/>
                  <a:pt x="616" y="461"/>
                  <a:pt x="615" y="463"/>
                </a:cubicBezTo>
                <a:cubicBezTo>
                  <a:pt x="615" y="294"/>
                  <a:pt x="615" y="294"/>
                  <a:pt x="615" y="294"/>
                </a:cubicBezTo>
                <a:cubicBezTo>
                  <a:pt x="623" y="294"/>
                  <a:pt x="632" y="297"/>
                  <a:pt x="642" y="299"/>
                </a:cubicBezTo>
                <a:close/>
                <a:moveTo>
                  <a:pt x="37" y="435"/>
                </a:moveTo>
                <a:lnTo>
                  <a:pt x="37" y="435"/>
                </a:lnTo>
                <a:cubicBezTo>
                  <a:pt x="34" y="433"/>
                  <a:pt x="33" y="430"/>
                  <a:pt x="31" y="428"/>
                </a:cubicBezTo>
                <a:cubicBezTo>
                  <a:pt x="30" y="426"/>
                  <a:pt x="30" y="424"/>
                  <a:pt x="30" y="424"/>
                </a:cubicBezTo>
                <a:cubicBezTo>
                  <a:pt x="30" y="336"/>
                  <a:pt x="30" y="336"/>
                  <a:pt x="30" y="336"/>
                </a:cubicBezTo>
                <a:cubicBezTo>
                  <a:pt x="30" y="325"/>
                  <a:pt x="33" y="319"/>
                  <a:pt x="39" y="313"/>
                </a:cubicBezTo>
                <a:cubicBezTo>
                  <a:pt x="48" y="303"/>
                  <a:pt x="64" y="298"/>
                  <a:pt x="78" y="295"/>
                </a:cubicBezTo>
                <a:cubicBezTo>
                  <a:pt x="82" y="294"/>
                  <a:pt x="85" y="294"/>
                  <a:pt x="88" y="294"/>
                </a:cubicBezTo>
                <a:cubicBezTo>
                  <a:pt x="88" y="463"/>
                  <a:pt x="88" y="463"/>
                  <a:pt x="88" y="463"/>
                </a:cubicBezTo>
                <a:cubicBezTo>
                  <a:pt x="81" y="459"/>
                  <a:pt x="71" y="455"/>
                  <a:pt x="61" y="450"/>
                </a:cubicBezTo>
                <a:cubicBezTo>
                  <a:pt x="52" y="446"/>
                  <a:pt x="42" y="439"/>
                  <a:pt x="37" y="435"/>
                </a:cubicBezTo>
                <a:close/>
              </a:path>
            </a:pathLst>
          </a:custGeom>
          <a:solidFill>
            <a:schemeClr val="tx2"/>
          </a:solidFill>
          <a:ln>
            <a:noFill/>
          </a:ln>
          <a:effectLst/>
        </p:spPr>
        <p:txBody>
          <a:bodyPr wrap="none" anchor="ctr"/>
          <a:lstStyle/>
          <a:p>
            <a:endParaRPr lang="da-DK"/>
          </a:p>
        </p:txBody>
      </p:sp>
      <p:sp>
        <p:nvSpPr>
          <p:cNvPr id="624" name="Freeform 518">
            <a:extLst>
              <a:ext uri="{FF2B5EF4-FFF2-40B4-BE49-F238E27FC236}">
                <a16:creationId xmlns:a16="http://schemas.microsoft.com/office/drawing/2014/main" id="{EC8EE4D5-E9B7-068B-BF5C-10FB1BB1F2D1}"/>
              </a:ext>
            </a:extLst>
          </p:cNvPr>
          <p:cNvSpPr>
            <a:spLocks noChangeArrowheads="1"/>
          </p:cNvSpPr>
          <p:nvPr/>
        </p:nvSpPr>
        <p:spPr bwMode="auto">
          <a:xfrm>
            <a:off x="5265861" y="4165228"/>
            <a:ext cx="254000" cy="254000"/>
          </a:xfrm>
          <a:custGeom>
            <a:avLst/>
            <a:gdLst>
              <a:gd name="T0" fmla="*/ 0 w 704"/>
              <a:gd name="T1" fmla="*/ 368 h 704"/>
              <a:gd name="T2" fmla="*/ 703 w 704"/>
              <a:gd name="T3" fmla="*/ 368 h 704"/>
              <a:gd name="T4" fmla="*/ 703 w 704"/>
              <a:gd name="T5" fmla="*/ 364 h 704"/>
              <a:gd name="T6" fmla="*/ 352 w 704"/>
              <a:gd name="T7" fmla="*/ 0 h 704"/>
              <a:gd name="T8" fmla="*/ 0 w 704"/>
              <a:gd name="T9" fmla="*/ 364 h 704"/>
              <a:gd name="T10" fmla="*/ 0 w 704"/>
              <a:gd name="T11" fmla="*/ 368 h 704"/>
              <a:gd name="T12" fmla="*/ 224 w 704"/>
              <a:gd name="T13" fmla="*/ 225 h 704"/>
              <a:gd name="T14" fmla="*/ 481 w 704"/>
              <a:gd name="T15" fmla="*/ 225 h 704"/>
              <a:gd name="T16" fmla="*/ 205 w 704"/>
              <a:gd name="T17" fmla="*/ 352 h 704"/>
              <a:gd name="T18" fmla="*/ 339 w 704"/>
              <a:gd name="T19" fmla="*/ 34 h 704"/>
              <a:gd name="T20" fmla="*/ 352 w 704"/>
              <a:gd name="T21" fmla="*/ 29 h 704"/>
              <a:gd name="T22" fmla="*/ 404 w 704"/>
              <a:gd name="T23" fmla="*/ 73 h 704"/>
              <a:gd name="T24" fmla="*/ 471 w 704"/>
              <a:gd name="T25" fmla="*/ 196 h 704"/>
              <a:gd name="T26" fmla="*/ 232 w 704"/>
              <a:gd name="T27" fmla="*/ 196 h 704"/>
              <a:gd name="T28" fmla="*/ 319 w 704"/>
              <a:gd name="T29" fmla="*/ 51 h 704"/>
              <a:gd name="T30" fmla="*/ 626 w 704"/>
              <a:gd name="T31" fmla="*/ 520 h 704"/>
              <a:gd name="T32" fmla="*/ 619 w 704"/>
              <a:gd name="T33" fmla="*/ 519 h 704"/>
              <a:gd name="T34" fmla="*/ 503 w 704"/>
              <a:gd name="T35" fmla="*/ 503 h 704"/>
              <a:gd name="T36" fmla="*/ 673 w 704"/>
              <a:gd name="T37" fmla="*/ 380 h 704"/>
              <a:gd name="T38" fmla="*/ 497 w 704"/>
              <a:gd name="T39" fmla="*/ 380 h 704"/>
              <a:gd name="T40" fmla="*/ 472 w 704"/>
              <a:gd name="T41" fmla="*/ 500 h 704"/>
              <a:gd name="T42" fmla="*/ 231 w 704"/>
              <a:gd name="T43" fmla="*/ 500 h 704"/>
              <a:gd name="T44" fmla="*/ 497 w 704"/>
              <a:gd name="T45" fmla="*/ 380 h 704"/>
              <a:gd name="T46" fmla="*/ 364 w 704"/>
              <a:gd name="T47" fmla="*/ 669 h 704"/>
              <a:gd name="T48" fmla="*/ 339 w 704"/>
              <a:gd name="T49" fmla="*/ 669 h 704"/>
              <a:gd name="T50" fmla="*/ 242 w 704"/>
              <a:gd name="T51" fmla="*/ 529 h 704"/>
              <a:gd name="T52" fmla="*/ 461 w 704"/>
              <a:gd name="T53" fmla="*/ 529 h 704"/>
              <a:gd name="T54" fmla="*/ 385 w 704"/>
              <a:gd name="T55" fmla="*/ 651 h 704"/>
              <a:gd name="T56" fmla="*/ 201 w 704"/>
              <a:gd name="T57" fmla="*/ 503 h 704"/>
              <a:gd name="T58" fmla="*/ 176 w 704"/>
              <a:gd name="T59" fmla="*/ 504 h 704"/>
              <a:gd name="T60" fmla="*/ 84 w 704"/>
              <a:gd name="T61" fmla="*/ 519 h 704"/>
              <a:gd name="T62" fmla="*/ 30 w 704"/>
              <a:gd name="T63" fmla="*/ 380 h 704"/>
              <a:gd name="T64" fmla="*/ 201 w 704"/>
              <a:gd name="T65" fmla="*/ 503 h 704"/>
              <a:gd name="T66" fmla="*/ 95 w 704"/>
              <a:gd name="T67" fmla="*/ 546 h 704"/>
              <a:gd name="T68" fmla="*/ 212 w 704"/>
              <a:gd name="T69" fmla="*/ 531 h 704"/>
              <a:gd name="T70" fmla="*/ 294 w 704"/>
              <a:gd name="T71" fmla="*/ 669 h 704"/>
              <a:gd name="T72" fmla="*/ 95 w 704"/>
              <a:gd name="T73" fmla="*/ 546 h 704"/>
              <a:gd name="T74" fmla="*/ 579 w 704"/>
              <a:gd name="T75" fmla="*/ 579 h 704"/>
              <a:gd name="T76" fmla="*/ 427 w 704"/>
              <a:gd name="T77" fmla="*/ 648 h 704"/>
              <a:gd name="T78" fmla="*/ 526 w 704"/>
              <a:gd name="T79" fmla="*/ 533 h 704"/>
              <a:gd name="T80" fmla="*/ 608 w 704"/>
              <a:gd name="T81" fmla="*/ 546 h 704"/>
              <a:gd name="T82" fmla="*/ 527 w 704"/>
              <a:gd name="T83" fmla="*/ 352 h 704"/>
              <a:gd name="T84" fmla="*/ 509 w 704"/>
              <a:gd name="T85" fmla="*/ 222 h 704"/>
              <a:gd name="T86" fmla="*/ 607 w 704"/>
              <a:gd name="T87" fmla="*/ 211 h 704"/>
              <a:gd name="T88" fmla="*/ 638 w 704"/>
              <a:gd name="T89" fmla="*/ 203 h 704"/>
              <a:gd name="T90" fmla="*/ 527 w 704"/>
              <a:gd name="T91" fmla="*/ 352 h 704"/>
              <a:gd name="T92" fmla="*/ 623 w 704"/>
              <a:gd name="T93" fmla="*/ 177 h 704"/>
              <a:gd name="T94" fmla="*/ 501 w 704"/>
              <a:gd name="T95" fmla="*/ 195 h 704"/>
              <a:gd name="T96" fmla="*/ 409 w 704"/>
              <a:gd name="T97" fmla="*/ 34 h 704"/>
              <a:gd name="T98" fmla="*/ 623 w 704"/>
              <a:gd name="T99" fmla="*/ 177 h 704"/>
              <a:gd name="T100" fmla="*/ 124 w 704"/>
              <a:gd name="T101" fmla="*/ 124 h 704"/>
              <a:gd name="T102" fmla="*/ 276 w 704"/>
              <a:gd name="T103" fmla="*/ 54 h 704"/>
              <a:gd name="T104" fmla="*/ 202 w 704"/>
              <a:gd name="T105" fmla="*/ 195 h 704"/>
              <a:gd name="T106" fmla="*/ 102 w 704"/>
              <a:gd name="T107" fmla="*/ 183 h 704"/>
              <a:gd name="T108" fmla="*/ 124 w 704"/>
              <a:gd name="T109" fmla="*/ 124 h 704"/>
              <a:gd name="T110" fmla="*/ 66 w 704"/>
              <a:gd name="T111" fmla="*/ 203 h 704"/>
              <a:gd name="T112" fmla="*/ 120 w 704"/>
              <a:gd name="T113" fmla="*/ 216 h 704"/>
              <a:gd name="T114" fmla="*/ 176 w 704"/>
              <a:gd name="T115" fmla="*/ 352 h 704"/>
              <a:gd name="T116" fmla="*/ 66 w 704"/>
              <a:gd name="T117" fmla="*/ 2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4">
                <a:moveTo>
                  <a:pt x="0" y="368"/>
                </a:moveTo>
                <a:lnTo>
                  <a:pt x="0" y="368"/>
                </a:lnTo>
                <a:cubicBezTo>
                  <a:pt x="10" y="555"/>
                  <a:pt x="164" y="703"/>
                  <a:pt x="352" y="703"/>
                </a:cubicBezTo>
                <a:cubicBezTo>
                  <a:pt x="540" y="703"/>
                  <a:pt x="693" y="555"/>
                  <a:pt x="703" y="368"/>
                </a:cubicBezTo>
                <a:cubicBezTo>
                  <a:pt x="703" y="367"/>
                  <a:pt x="703" y="367"/>
                  <a:pt x="703" y="365"/>
                </a:cubicBezTo>
                <a:cubicBezTo>
                  <a:pt x="703" y="365"/>
                  <a:pt x="703" y="365"/>
                  <a:pt x="703" y="364"/>
                </a:cubicBezTo>
                <a:cubicBezTo>
                  <a:pt x="703" y="360"/>
                  <a:pt x="703" y="356"/>
                  <a:pt x="703" y="352"/>
                </a:cubicBezTo>
                <a:cubicBezTo>
                  <a:pt x="703" y="157"/>
                  <a:pt x="545" y="0"/>
                  <a:pt x="352" y="0"/>
                </a:cubicBezTo>
                <a:cubicBezTo>
                  <a:pt x="158" y="0"/>
                  <a:pt x="0" y="157"/>
                  <a:pt x="0" y="352"/>
                </a:cubicBezTo>
                <a:cubicBezTo>
                  <a:pt x="0" y="356"/>
                  <a:pt x="0" y="360"/>
                  <a:pt x="0" y="364"/>
                </a:cubicBezTo>
                <a:cubicBezTo>
                  <a:pt x="0" y="365"/>
                  <a:pt x="0" y="365"/>
                  <a:pt x="0" y="365"/>
                </a:cubicBezTo>
                <a:cubicBezTo>
                  <a:pt x="0" y="367"/>
                  <a:pt x="0" y="367"/>
                  <a:pt x="0" y="368"/>
                </a:cubicBezTo>
                <a:close/>
                <a:moveTo>
                  <a:pt x="224" y="225"/>
                </a:moveTo>
                <a:lnTo>
                  <a:pt x="224" y="225"/>
                </a:lnTo>
                <a:cubicBezTo>
                  <a:pt x="264" y="227"/>
                  <a:pt x="308" y="228"/>
                  <a:pt x="352" y="228"/>
                </a:cubicBezTo>
                <a:cubicBezTo>
                  <a:pt x="396" y="228"/>
                  <a:pt x="439" y="227"/>
                  <a:pt x="481" y="225"/>
                </a:cubicBezTo>
                <a:cubicBezTo>
                  <a:pt x="492" y="264"/>
                  <a:pt x="498" y="306"/>
                  <a:pt x="498" y="352"/>
                </a:cubicBezTo>
                <a:cubicBezTo>
                  <a:pt x="205" y="352"/>
                  <a:pt x="205" y="352"/>
                  <a:pt x="205" y="352"/>
                </a:cubicBezTo>
                <a:cubicBezTo>
                  <a:pt x="205" y="306"/>
                  <a:pt x="213" y="264"/>
                  <a:pt x="224" y="225"/>
                </a:cubicBezTo>
                <a:close/>
                <a:moveTo>
                  <a:pt x="339" y="34"/>
                </a:moveTo>
                <a:lnTo>
                  <a:pt x="339" y="34"/>
                </a:lnTo>
                <a:cubicBezTo>
                  <a:pt x="346" y="30"/>
                  <a:pt x="350" y="29"/>
                  <a:pt x="352" y="29"/>
                </a:cubicBezTo>
                <a:cubicBezTo>
                  <a:pt x="353" y="29"/>
                  <a:pt x="357" y="30"/>
                  <a:pt x="364" y="34"/>
                </a:cubicBezTo>
                <a:cubicBezTo>
                  <a:pt x="375" y="40"/>
                  <a:pt x="389" y="54"/>
                  <a:pt x="404" y="73"/>
                </a:cubicBezTo>
                <a:cubicBezTo>
                  <a:pt x="426" y="100"/>
                  <a:pt x="450" y="140"/>
                  <a:pt x="468" y="188"/>
                </a:cubicBezTo>
                <a:cubicBezTo>
                  <a:pt x="468" y="191"/>
                  <a:pt x="470" y="194"/>
                  <a:pt x="471" y="196"/>
                </a:cubicBezTo>
                <a:cubicBezTo>
                  <a:pt x="433" y="198"/>
                  <a:pt x="393" y="199"/>
                  <a:pt x="352" y="199"/>
                </a:cubicBezTo>
                <a:cubicBezTo>
                  <a:pt x="310" y="199"/>
                  <a:pt x="271" y="198"/>
                  <a:pt x="232" y="196"/>
                </a:cubicBezTo>
                <a:cubicBezTo>
                  <a:pt x="243" y="168"/>
                  <a:pt x="254" y="143"/>
                  <a:pt x="268" y="121"/>
                </a:cubicBezTo>
                <a:cubicBezTo>
                  <a:pt x="284" y="91"/>
                  <a:pt x="302" y="67"/>
                  <a:pt x="319" y="51"/>
                </a:cubicBezTo>
                <a:cubicBezTo>
                  <a:pt x="327" y="44"/>
                  <a:pt x="334" y="37"/>
                  <a:pt x="339" y="34"/>
                </a:cubicBezTo>
                <a:close/>
                <a:moveTo>
                  <a:pt x="626" y="520"/>
                </a:moveTo>
                <a:lnTo>
                  <a:pt x="626" y="520"/>
                </a:lnTo>
                <a:cubicBezTo>
                  <a:pt x="623" y="520"/>
                  <a:pt x="622" y="519"/>
                  <a:pt x="619" y="519"/>
                </a:cubicBezTo>
                <a:cubicBezTo>
                  <a:pt x="595" y="511"/>
                  <a:pt x="555" y="507"/>
                  <a:pt x="508" y="503"/>
                </a:cubicBezTo>
                <a:cubicBezTo>
                  <a:pt x="507" y="503"/>
                  <a:pt x="505" y="503"/>
                  <a:pt x="503" y="503"/>
                </a:cubicBezTo>
                <a:cubicBezTo>
                  <a:pt x="515" y="465"/>
                  <a:pt x="523" y="424"/>
                  <a:pt x="526" y="380"/>
                </a:cubicBezTo>
                <a:cubicBezTo>
                  <a:pt x="673" y="380"/>
                  <a:pt x="673" y="380"/>
                  <a:pt x="673" y="380"/>
                </a:cubicBezTo>
                <a:cubicBezTo>
                  <a:pt x="667" y="431"/>
                  <a:pt x="651" y="479"/>
                  <a:pt x="626" y="520"/>
                </a:cubicBezTo>
                <a:close/>
                <a:moveTo>
                  <a:pt x="497" y="380"/>
                </a:moveTo>
                <a:lnTo>
                  <a:pt x="497" y="380"/>
                </a:lnTo>
                <a:cubicBezTo>
                  <a:pt x="494" y="423"/>
                  <a:pt x="485" y="464"/>
                  <a:pt x="472" y="500"/>
                </a:cubicBezTo>
                <a:cubicBezTo>
                  <a:pt x="434" y="498"/>
                  <a:pt x="393" y="497"/>
                  <a:pt x="352" y="497"/>
                </a:cubicBezTo>
                <a:cubicBezTo>
                  <a:pt x="310" y="497"/>
                  <a:pt x="269" y="498"/>
                  <a:pt x="231" y="500"/>
                </a:cubicBezTo>
                <a:cubicBezTo>
                  <a:pt x="218" y="464"/>
                  <a:pt x="209" y="423"/>
                  <a:pt x="206" y="380"/>
                </a:cubicBezTo>
                <a:lnTo>
                  <a:pt x="497" y="380"/>
                </a:lnTo>
                <a:close/>
                <a:moveTo>
                  <a:pt x="364" y="669"/>
                </a:moveTo>
                <a:lnTo>
                  <a:pt x="364" y="669"/>
                </a:lnTo>
                <a:cubicBezTo>
                  <a:pt x="357" y="673"/>
                  <a:pt x="353" y="674"/>
                  <a:pt x="352" y="673"/>
                </a:cubicBezTo>
                <a:cubicBezTo>
                  <a:pt x="350" y="674"/>
                  <a:pt x="346" y="673"/>
                  <a:pt x="339" y="669"/>
                </a:cubicBezTo>
                <a:cubicBezTo>
                  <a:pt x="330" y="662"/>
                  <a:pt x="315" y="649"/>
                  <a:pt x="299" y="630"/>
                </a:cubicBezTo>
                <a:cubicBezTo>
                  <a:pt x="280" y="605"/>
                  <a:pt x="258" y="570"/>
                  <a:pt x="242" y="529"/>
                </a:cubicBezTo>
                <a:cubicBezTo>
                  <a:pt x="276" y="527"/>
                  <a:pt x="315" y="526"/>
                  <a:pt x="352" y="526"/>
                </a:cubicBezTo>
                <a:cubicBezTo>
                  <a:pt x="389" y="526"/>
                  <a:pt x="427" y="527"/>
                  <a:pt x="461" y="529"/>
                </a:cubicBezTo>
                <a:cubicBezTo>
                  <a:pt x="455" y="548"/>
                  <a:pt x="445" y="566"/>
                  <a:pt x="437" y="582"/>
                </a:cubicBezTo>
                <a:cubicBezTo>
                  <a:pt x="419" y="611"/>
                  <a:pt x="401" y="636"/>
                  <a:pt x="385" y="651"/>
                </a:cubicBezTo>
                <a:cubicBezTo>
                  <a:pt x="378" y="659"/>
                  <a:pt x="369" y="664"/>
                  <a:pt x="364" y="669"/>
                </a:cubicBezTo>
                <a:close/>
                <a:moveTo>
                  <a:pt x="201" y="503"/>
                </a:moveTo>
                <a:lnTo>
                  <a:pt x="201" y="503"/>
                </a:lnTo>
                <a:cubicBezTo>
                  <a:pt x="192" y="503"/>
                  <a:pt x="184" y="504"/>
                  <a:pt x="176" y="504"/>
                </a:cubicBezTo>
                <a:cubicBezTo>
                  <a:pt x="150" y="507"/>
                  <a:pt x="128" y="509"/>
                  <a:pt x="109" y="512"/>
                </a:cubicBezTo>
                <a:cubicBezTo>
                  <a:pt x="99" y="515"/>
                  <a:pt x="91" y="516"/>
                  <a:pt x="84" y="519"/>
                </a:cubicBezTo>
                <a:cubicBezTo>
                  <a:pt x="81" y="519"/>
                  <a:pt x="80" y="520"/>
                  <a:pt x="78" y="520"/>
                </a:cubicBezTo>
                <a:cubicBezTo>
                  <a:pt x="52" y="479"/>
                  <a:pt x="36" y="431"/>
                  <a:pt x="30" y="380"/>
                </a:cubicBezTo>
                <a:cubicBezTo>
                  <a:pt x="177" y="380"/>
                  <a:pt x="177" y="380"/>
                  <a:pt x="177" y="380"/>
                </a:cubicBezTo>
                <a:cubicBezTo>
                  <a:pt x="180" y="424"/>
                  <a:pt x="188" y="464"/>
                  <a:pt x="201" y="503"/>
                </a:cubicBezTo>
                <a:close/>
                <a:moveTo>
                  <a:pt x="95" y="546"/>
                </a:moveTo>
                <a:lnTo>
                  <a:pt x="95" y="546"/>
                </a:lnTo>
                <a:cubicBezTo>
                  <a:pt x="117" y="540"/>
                  <a:pt x="154" y="535"/>
                  <a:pt x="198" y="531"/>
                </a:cubicBezTo>
                <a:cubicBezTo>
                  <a:pt x="202" y="531"/>
                  <a:pt x="206" y="531"/>
                  <a:pt x="212" y="531"/>
                </a:cubicBezTo>
                <a:cubicBezTo>
                  <a:pt x="220" y="555"/>
                  <a:pt x="231" y="577"/>
                  <a:pt x="242" y="597"/>
                </a:cubicBezTo>
                <a:cubicBezTo>
                  <a:pt x="258" y="626"/>
                  <a:pt x="277" y="651"/>
                  <a:pt x="294" y="669"/>
                </a:cubicBezTo>
                <a:cubicBezTo>
                  <a:pt x="228" y="656"/>
                  <a:pt x="169" y="625"/>
                  <a:pt x="124" y="579"/>
                </a:cubicBezTo>
                <a:cubicBezTo>
                  <a:pt x="114" y="568"/>
                  <a:pt x="105" y="557"/>
                  <a:pt x="95" y="546"/>
                </a:cubicBezTo>
                <a:close/>
                <a:moveTo>
                  <a:pt x="579" y="579"/>
                </a:moveTo>
                <a:lnTo>
                  <a:pt x="579" y="579"/>
                </a:lnTo>
                <a:cubicBezTo>
                  <a:pt x="534" y="625"/>
                  <a:pt x="475" y="656"/>
                  <a:pt x="409" y="669"/>
                </a:cubicBezTo>
                <a:cubicBezTo>
                  <a:pt x="415" y="662"/>
                  <a:pt x="420" y="656"/>
                  <a:pt x="427" y="648"/>
                </a:cubicBezTo>
                <a:cubicBezTo>
                  <a:pt x="450" y="619"/>
                  <a:pt x="474" y="578"/>
                  <a:pt x="493" y="531"/>
                </a:cubicBezTo>
                <a:cubicBezTo>
                  <a:pt x="504" y="531"/>
                  <a:pt x="515" y="533"/>
                  <a:pt x="526" y="533"/>
                </a:cubicBezTo>
                <a:cubicBezTo>
                  <a:pt x="551" y="535"/>
                  <a:pt x="573" y="538"/>
                  <a:pt x="589" y="541"/>
                </a:cubicBezTo>
                <a:cubicBezTo>
                  <a:pt x="596" y="542"/>
                  <a:pt x="603" y="545"/>
                  <a:pt x="608" y="546"/>
                </a:cubicBezTo>
                <a:cubicBezTo>
                  <a:pt x="600" y="557"/>
                  <a:pt x="590" y="568"/>
                  <a:pt x="579" y="579"/>
                </a:cubicBezTo>
                <a:close/>
                <a:moveTo>
                  <a:pt x="527" y="352"/>
                </a:moveTo>
                <a:lnTo>
                  <a:pt x="527" y="352"/>
                </a:lnTo>
                <a:cubicBezTo>
                  <a:pt x="527" y="306"/>
                  <a:pt x="520" y="262"/>
                  <a:pt x="509" y="222"/>
                </a:cubicBezTo>
                <a:cubicBezTo>
                  <a:pt x="519" y="222"/>
                  <a:pt x="529" y="221"/>
                  <a:pt x="538" y="221"/>
                </a:cubicBezTo>
                <a:cubicBezTo>
                  <a:pt x="564" y="218"/>
                  <a:pt x="588" y="216"/>
                  <a:pt x="607" y="211"/>
                </a:cubicBezTo>
                <a:cubicBezTo>
                  <a:pt x="617" y="210"/>
                  <a:pt x="626" y="207"/>
                  <a:pt x="633" y="205"/>
                </a:cubicBezTo>
                <a:cubicBezTo>
                  <a:pt x="634" y="205"/>
                  <a:pt x="636" y="203"/>
                  <a:pt x="638" y="203"/>
                </a:cubicBezTo>
                <a:cubicBezTo>
                  <a:pt x="660" y="247"/>
                  <a:pt x="674" y="298"/>
                  <a:pt x="674" y="352"/>
                </a:cubicBezTo>
                <a:lnTo>
                  <a:pt x="527" y="352"/>
                </a:lnTo>
                <a:close/>
                <a:moveTo>
                  <a:pt x="623" y="177"/>
                </a:moveTo>
                <a:lnTo>
                  <a:pt x="623" y="177"/>
                </a:lnTo>
                <a:cubicBezTo>
                  <a:pt x="612" y="181"/>
                  <a:pt x="597" y="184"/>
                  <a:pt x="579" y="187"/>
                </a:cubicBezTo>
                <a:cubicBezTo>
                  <a:pt x="557" y="190"/>
                  <a:pt x="530" y="192"/>
                  <a:pt x="501" y="195"/>
                </a:cubicBezTo>
                <a:cubicBezTo>
                  <a:pt x="490" y="162"/>
                  <a:pt x="477" y="132"/>
                  <a:pt x="461" y="106"/>
                </a:cubicBezTo>
                <a:cubicBezTo>
                  <a:pt x="445" y="77"/>
                  <a:pt x="427" y="52"/>
                  <a:pt x="409" y="34"/>
                </a:cubicBezTo>
                <a:cubicBezTo>
                  <a:pt x="475" y="47"/>
                  <a:pt x="534" y="78"/>
                  <a:pt x="579" y="124"/>
                </a:cubicBezTo>
                <a:cubicBezTo>
                  <a:pt x="596" y="140"/>
                  <a:pt x="611" y="158"/>
                  <a:pt x="623" y="177"/>
                </a:cubicBezTo>
                <a:close/>
                <a:moveTo>
                  <a:pt x="124" y="124"/>
                </a:moveTo>
                <a:lnTo>
                  <a:pt x="124" y="124"/>
                </a:lnTo>
                <a:cubicBezTo>
                  <a:pt x="169" y="78"/>
                  <a:pt x="228" y="47"/>
                  <a:pt x="294" y="34"/>
                </a:cubicBezTo>
                <a:cubicBezTo>
                  <a:pt x="288" y="40"/>
                  <a:pt x="283" y="47"/>
                  <a:pt x="276" y="54"/>
                </a:cubicBezTo>
                <a:cubicBezTo>
                  <a:pt x="253" y="85"/>
                  <a:pt x="227" y="128"/>
                  <a:pt x="207" y="179"/>
                </a:cubicBezTo>
                <a:cubicBezTo>
                  <a:pt x="206" y="184"/>
                  <a:pt x="205" y="190"/>
                  <a:pt x="202" y="195"/>
                </a:cubicBezTo>
                <a:cubicBezTo>
                  <a:pt x="191" y="194"/>
                  <a:pt x="179" y="192"/>
                  <a:pt x="169" y="192"/>
                </a:cubicBezTo>
                <a:cubicBezTo>
                  <a:pt x="143" y="190"/>
                  <a:pt x="120" y="187"/>
                  <a:pt x="102" y="183"/>
                </a:cubicBezTo>
                <a:cubicBezTo>
                  <a:pt x="94" y="181"/>
                  <a:pt x="87" y="180"/>
                  <a:pt x="81" y="177"/>
                </a:cubicBezTo>
                <a:cubicBezTo>
                  <a:pt x="94" y="158"/>
                  <a:pt x="107" y="140"/>
                  <a:pt x="124" y="124"/>
                </a:cubicBezTo>
                <a:close/>
                <a:moveTo>
                  <a:pt x="66" y="203"/>
                </a:moveTo>
                <a:lnTo>
                  <a:pt x="66" y="203"/>
                </a:lnTo>
                <a:cubicBezTo>
                  <a:pt x="67" y="203"/>
                  <a:pt x="69" y="205"/>
                  <a:pt x="70" y="205"/>
                </a:cubicBezTo>
                <a:cubicBezTo>
                  <a:pt x="84" y="209"/>
                  <a:pt x="100" y="213"/>
                  <a:pt x="120" y="216"/>
                </a:cubicBezTo>
                <a:cubicBezTo>
                  <a:pt x="142" y="218"/>
                  <a:pt x="166" y="221"/>
                  <a:pt x="194" y="224"/>
                </a:cubicBezTo>
                <a:cubicBezTo>
                  <a:pt x="183" y="262"/>
                  <a:pt x="176" y="306"/>
                  <a:pt x="176" y="352"/>
                </a:cubicBezTo>
                <a:cubicBezTo>
                  <a:pt x="29" y="352"/>
                  <a:pt x="29" y="352"/>
                  <a:pt x="29" y="352"/>
                </a:cubicBezTo>
                <a:cubicBezTo>
                  <a:pt x="29" y="298"/>
                  <a:pt x="43" y="247"/>
                  <a:pt x="66" y="203"/>
                </a:cubicBezTo>
                <a:close/>
              </a:path>
            </a:pathLst>
          </a:custGeom>
          <a:solidFill>
            <a:schemeClr val="tx2"/>
          </a:solidFill>
          <a:ln>
            <a:noFill/>
          </a:ln>
          <a:effectLst/>
        </p:spPr>
        <p:txBody>
          <a:bodyPr wrap="none" anchor="ctr"/>
          <a:lstStyle/>
          <a:p>
            <a:endParaRPr lang="da-DK"/>
          </a:p>
        </p:txBody>
      </p:sp>
      <p:grpSp>
        <p:nvGrpSpPr>
          <p:cNvPr id="625" name="Group 629">
            <a:extLst>
              <a:ext uri="{FF2B5EF4-FFF2-40B4-BE49-F238E27FC236}">
                <a16:creationId xmlns:a16="http://schemas.microsoft.com/office/drawing/2014/main" id="{D3A1A465-AEE8-26D8-0A6C-ED130C8D968C}"/>
              </a:ext>
            </a:extLst>
          </p:cNvPr>
          <p:cNvGrpSpPr/>
          <p:nvPr/>
        </p:nvGrpSpPr>
        <p:grpSpPr>
          <a:xfrm>
            <a:off x="5813549" y="5157416"/>
            <a:ext cx="254000" cy="254000"/>
            <a:chOff x="4672013" y="5519738"/>
            <a:chExt cx="254000" cy="254000"/>
          </a:xfrm>
          <a:solidFill>
            <a:schemeClr val="tx2"/>
          </a:solidFill>
        </p:grpSpPr>
        <p:sp>
          <p:nvSpPr>
            <p:cNvPr id="626" name="Freeform 519">
              <a:extLst>
                <a:ext uri="{FF2B5EF4-FFF2-40B4-BE49-F238E27FC236}">
                  <a16:creationId xmlns:a16="http://schemas.microsoft.com/office/drawing/2014/main" id="{B82A8364-61FE-28E9-7A24-A648BC069CB0}"/>
                </a:ext>
              </a:extLst>
            </p:cNvPr>
            <p:cNvSpPr>
              <a:spLocks noChangeArrowheads="1"/>
            </p:cNvSpPr>
            <p:nvPr/>
          </p:nvSpPr>
          <p:spPr bwMode="auto">
            <a:xfrm>
              <a:off x="4672013" y="5519738"/>
              <a:ext cx="254000" cy="254000"/>
            </a:xfrm>
            <a:custGeom>
              <a:avLst/>
              <a:gdLst>
                <a:gd name="T0" fmla="*/ 631 w 704"/>
                <a:gd name="T1" fmla="*/ 0 h 704"/>
                <a:gd name="T2" fmla="*/ 631 w 704"/>
                <a:gd name="T3" fmla="*/ 0 h 704"/>
                <a:gd name="T4" fmla="*/ 75 w 704"/>
                <a:gd name="T5" fmla="*/ 0 h 704"/>
                <a:gd name="T6" fmla="*/ 0 w 704"/>
                <a:gd name="T7" fmla="*/ 74 h 704"/>
                <a:gd name="T8" fmla="*/ 0 w 704"/>
                <a:gd name="T9" fmla="*/ 630 h 704"/>
                <a:gd name="T10" fmla="*/ 75 w 704"/>
                <a:gd name="T11" fmla="*/ 703 h 704"/>
                <a:gd name="T12" fmla="*/ 631 w 704"/>
                <a:gd name="T13" fmla="*/ 703 h 704"/>
                <a:gd name="T14" fmla="*/ 703 w 704"/>
                <a:gd name="T15" fmla="*/ 630 h 704"/>
                <a:gd name="T16" fmla="*/ 703 w 704"/>
                <a:gd name="T17" fmla="*/ 74 h 704"/>
                <a:gd name="T18" fmla="*/ 631 w 704"/>
                <a:gd name="T19" fmla="*/ 0 h 704"/>
                <a:gd name="T20" fmla="*/ 75 w 704"/>
                <a:gd name="T21" fmla="*/ 674 h 704"/>
                <a:gd name="T22" fmla="*/ 75 w 704"/>
                <a:gd name="T23" fmla="*/ 674 h 704"/>
                <a:gd name="T24" fmla="*/ 31 w 704"/>
                <a:gd name="T25" fmla="*/ 630 h 704"/>
                <a:gd name="T26" fmla="*/ 31 w 704"/>
                <a:gd name="T27" fmla="*/ 74 h 704"/>
                <a:gd name="T28" fmla="*/ 35 w 704"/>
                <a:gd name="T29" fmla="*/ 55 h 704"/>
                <a:gd name="T30" fmla="*/ 650 w 704"/>
                <a:gd name="T31" fmla="*/ 670 h 704"/>
                <a:gd name="T32" fmla="*/ 631 w 704"/>
                <a:gd name="T33" fmla="*/ 674 h 704"/>
                <a:gd name="T34" fmla="*/ 75 w 704"/>
                <a:gd name="T35" fmla="*/ 674 h 704"/>
                <a:gd name="T36" fmla="*/ 674 w 704"/>
                <a:gd name="T37" fmla="*/ 630 h 704"/>
                <a:gd name="T38" fmla="*/ 674 w 704"/>
                <a:gd name="T39" fmla="*/ 630 h 704"/>
                <a:gd name="T40" fmla="*/ 670 w 704"/>
                <a:gd name="T41" fmla="*/ 649 h 704"/>
                <a:gd name="T42" fmla="*/ 55 w 704"/>
                <a:gd name="T43" fmla="*/ 34 h 704"/>
                <a:gd name="T44" fmla="*/ 75 w 704"/>
                <a:gd name="T45" fmla="*/ 30 h 704"/>
                <a:gd name="T46" fmla="*/ 631 w 704"/>
                <a:gd name="T47" fmla="*/ 30 h 704"/>
                <a:gd name="T48" fmla="*/ 674 w 704"/>
                <a:gd name="T49" fmla="*/ 74 h 704"/>
                <a:gd name="T50" fmla="*/ 674 w 704"/>
                <a:gd name="T51"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631" y="0"/>
                  </a:moveTo>
                  <a:lnTo>
                    <a:pt x="631" y="0"/>
                  </a:lnTo>
                  <a:cubicBezTo>
                    <a:pt x="75" y="0"/>
                    <a:pt x="75" y="0"/>
                    <a:pt x="75" y="0"/>
                  </a:cubicBezTo>
                  <a:cubicBezTo>
                    <a:pt x="33" y="0"/>
                    <a:pt x="0" y="33"/>
                    <a:pt x="0" y="74"/>
                  </a:cubicBezTo>
                  <a:cubicBezTo>
                    <a:pt x="0" y="630"/>
                    <a:pt x="0" y="630"/>
                    <a:pt x="0" y="630"/>
                  </a:cubicBezTo>
                  <a:cubicBezTo>
                    <a:pt x="0" y="671"/>
                    <a:pt x="33" y="703"/>
                    <a:pt x="75" y="703"/>
                  </a:cubicBezTo>
                  <a:cubicBezTo>
                    <a:pt x="631" y="703"/>
                    <a:pt x="631" y="703"/>
                    <a:pt x="631" y="703"/>
                  </a:cubicBezTo>
                  <a:cubicBezTo>
                    <a:pt x="672" y="703"/>
                    <a:pt x="703" y="671"/>
                    <a:pt x="703" y="630"/>
                  </a:cubicBezTo>
                  <a:cubicBezTo>
                    <a:pt x="703" y="74"/>
                    <a:pt x="703" y="74"/>
                    <a:pt x="703" y="74"/>
                  </a:cubicBezTo>
                  <a:cubicBezTo>
                    <a:pt x="703" y="33"/>
                    <a:pt x="672" y="0"/>
                    <a:pt x="631" y="0"/>
                  </a:cubicBezTo>
                  <a:close/>
                  <a:moveTo>
                    <a:pt x="75" y="674"/>
                  </a:moveTo>
                  <a:lnTo>
                    <a:pt x="75" y="674"/>
                  </a:lnTo>
                  <a:cubicBezTo>
                    <a:pt x="50" y="674"/>
                    <a:pt x="31" y="655"/>
                    <a:pt x="31" y="630"/>
                  </a:cubicBezTo>
                  <a:cubicBezTo>
                    <a:pt x="31" y="74"/>
                    <a:pt x="31" y="74"/>
                    <a:pt x="31" y="74"/>
                  </a:cubicBezTo>
                  <a:cubicBezTo>
                    <a:pt x="31" y="67"/>
                    <a:pt x="32" y="60"/>
                    <a:pt x="35" y="55"/>
                  </a:cubicBezTo>
                  <a:cubicBezTo>
                    <a:pt x="650" y="670"/>
                    <a:pt x="650" y="670"/>
                    <a:pt x="650" y="670"/>
                  </a:cubicBezTo>
                  <a:cubicBezTo>
                    <a:pt x="644" y="673"/>
                    <a:pt x="637" y="674"/>
                    <a:pt x="631" y="674"/>
                  </a:cubicBezTo>
                  <a:lnTo>
                    <a:pt x="75" y="674"/>
                  </a:lnTo>
                  <a:close/>
                  <a:moveTo>
                    <a:pt x="674" y="630"/>
                  </a:moveTo>
                  <a:lnTo>
                    <a:pt x="674" y="630"/>
                  </a:lnTo>
                  <a:cubicBezTo>
                    <a:pt x="674" y="637"/>
                    <a:pt x="673" y="644"/>
                    <a:pt x="670" y="649"/>
                  </a:cubicBezTo>
                  <a:cubicBezTo>
                    <a:pt x="55" y="34"/>
                    <a:pt x="55" y="34"/>
                    <a:pt x="55" y="34"/>
                  </a:cubicBezTo>
                  <a:cubicBezTo>
                    <a:pt x="61" y="32"/>
                    <a:pt x="68" y="30"/>
                    <a:pt x="75" y="30"/>
                  </a:cubicBezTo>
                  <a:cubicBezTo>
                    <a:pt x="631" y="30"/>
                    <a:pt x="631" y="30"/>
                    <a:pt x="631" y="30"/>
                  </a:cubicBezTo>
                  <a:cubicBezTo>
                    <a:pt x="655" y="30"/>
                    <a:pt x="674" y="50"/>
                    <a:pt x="674" y="74"/>
                  </a:cubicBezTo>
                  <a:lnTo>
                    <a:pt x="674"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7" name="Freeform 520">
              <a:extLst>
                <a:ext uri="{FF2B5EF4-FFF2-40B4-BE49-F238E27FC236}">
                  <a16:creationId xmlns:a16="http://schemas.microsoft.com/office/drawing/2014/main" id="{F0A8C522-78AD-05BE-95CA-78953C17F497}"/>
                </a:ext>
              </a:extLst>
            </p:cNvPr>
            <p:cNvSpPr>
              <a:spLocks noChangeArrowheads="1"/>
            </p:cNvSpPr>
            <p:nvPr/>
          </p:nvSpPr>
          <p:spPr bwMode="auto">
            <a:xfrm>
              <a:off x="4819650" y="5562600"/>
              <a:ext cx="73025" cy="74613"/>
            </a:xfrm>
            <a:custGeom>
              <a:avLst/>
              <a:gdLst>
                <a:gd name="T0" fmla="*/ 191 w 205"/>
                <a:gd name="T1" fmla="*/ 88 h 206"/>
                <a:gd name="T2" fmla="*/ 191 w 205"/>
                <a:gd name="T3" fmla="*/ 88 h 206"/>
                <a:gd name="T4" fmla="*/ 117 w 205"/>
                <a:gd name="T5" fmla="*/ 88 h 206"/>
                <a:gd name="T6" fmla="*/ 117 w 205"/>
                <a:gd name="T7" fmla="*/ 14 h 206"/>
                <a:gd name="T8" fmla="*/ 103 w 205"/>
                <a:gd name="T9" fmla="*/ 0 h 206"/>
                <a:gd name="T10" fmla="*/ 88 w 205"/>
                <a:gd name="T11" fmla="*/ 14 h 206"/>
                <a:gd name="T12" fmla="*/ 88 w 205"/>
                <a:gd name="T13" fmla="*/ 88 h 206"/>
                <a:gd name="T14" fmla="*/ 15 w 205"/>
                <a:gd name="T15" fmla="*/ 88 h 206"/>
                <a:gd name="T16" fmla="*/ 0 w 205"/>
                <a:gd name="T17" fmla="*/ 102 h 206"/>
                <a:gd name="T18" fmla="*/ 15 w 205"/>
                <a:gd name="T19" fmla="*/ 117 h 206"/>
                <a:gd name="T20" fmla="*/ 88 w 205"/>
                <a:gd name="T21" fmla="*/ 117 h 206"/>
                <a:gd name="T22" fmla="*/ 88 w 205"/>
                <a:gd name="T23" fmla="*/ 190 h 206"/>
                <a:gd name="T24" fmla="*/ 103 w 205"/>
                <a:gd name="T25" fmla="*/ 205 h 206"/>
                <a:gd name="T26" fmla="*/ 117 w 205"/>
                <a:gd name="T27" fmla="*/ 190 h 206"/>
                <a:gd name="T28" fmla="*/ 117 w 205"/>
                <a:gd name="T29" fmla="*/ 117 h 206"/>
                <a:gd name="T30" fmla="*/ 191 w 205"/>
                <a:gd name="T31" fmla="*/ 117 h 206"/>
                <a:gd name="T32" fmla="*/ 204 w 205"/>
                <a:gd name="T33" fmla="*/ 102 h 206"/>
                <a:gd name="T34" fmla="*/ 191 w 205"/>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5" h="206">
                  <a:moveTo>
                    <a:pt x="191" y="88"/>
                  </a:moveTo>
                  <a:lnTo>
                    <a:pt x="191" y="88"/>
                  </a:lnTo>
                  <a:cubicBezTo>
                    <a:pt x="117" y="88"/>
                    <a:pt x="117" y="88"/>
                    <a:pt x="117" y="88"/>
                  </a:cubicBezTo>
                  <a:cubicBezTo>
                    <a:pt x="117" y="14"/>
                    <a:pt x="117" y="14"/>
                    <a:pt x="117" y="14"/>
                  </a:cubicBezTo>
                  <a:cubicBezTo>
                    <a:pt x="117" y="7"/>
                    <a:pt x="111"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90"/>
                    <a:pt x="88" y="190"/>
                    <a:pt x="88" y="190"/>
                  </a:cubicBezTo>
                  <a:cubicBezTo>
                    <a:pt x="88" y="198"/>
                    <a:pt x="95" y="205"/>
                    <a:pt x="103" y="205"/>
                  </a:cubicBezTo>
                  <a:cubicBezTo>
                    <a:pt x="111" y="205"/>
                    <a:pt x="117" y="198"/>
                    <a:pt x="117" y="190"/>
                  </a:cubicBezTo>
                  <a:cubicBezTo>
                    <a:pt x="117" y="117"/>
                    <a:pt x="117" y="117"/>
                    <a:pt x="117" y="117"/>
                  </a:cubicBezTo>
                  <a:cubicBezTo>
                    <a:pt x="191" y="117"/>
                    <a:pt x="191" y="117"/>
                    <a:pt x="191" y="117"/>
                  </a:cubicBezTo>
                  <a:cubicBezTo>
                    <a:pt x="199" y="117"/>
                    <a:pt x="204" y="110"/>
                    <a:pt x="204" y="102"/>
                  </a:cubicBezTo>
                  <a:cubicBezTo>
                    <a:pt x="204"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8" name="Freeform 521">
              <a:extLst>
                <a:ext uri="{FF2B5EF4-FFF2-40B4-BE49-F238E27FC236}">
                  <a16:creationId xmlns:a16="http://schemas.microsoft.com/office/drawing/2014/main" id="{732DA8F0-F255-1A99-6525-68AFCDD3BC69}"/>
                </a:ext>
              </a:extLst>
            </p:cNvPr>
            <p:cNvSpPr>
              <a:spLocks noChangeArrowheads="1"/>
            </p:cNvSpPr>
            <p:nvPr/>
          </p:nvSpPr>
          <p:spPr bwMode="auto">
            <a:xfrm>
              <a:off x="4703763" y="5699125"/>
              <a:ext cx="74612" cy="11113"/>
            </a:xfrm>
            <a:custGeom>
              <a:avLst/>
              <a:gdLst>
                <a:gd name="T0" fmla="*/ 191 w 207"/>
                <a:gd name="T1" fmla="*/ 0 h 30"/>
                <a:gd name="T2" fmla="*/ 191 w 207"/>
                <a:gd name="T3" fmla="*/ 0 h 30"/>
                <a:gd name="T4" fmla="*/ 15 w 207"/>
                <a:gd name="T5" fmla="*/ 0 h 30"/>
                <a:gd name="T6" fmla="*/ 0 w 207"/>
                <a:gd name="T7" fmla="*/ 15 h 30"/>
                <a:gd name="T8" fmla="*/ 15 w 207"/>
                <a:gd name="T9" fmla="*/ 29 h 30"/>
                <a:gd name="T10" fmla="*/ 191 w 207"/>
                <a:gd name="T11" fmla="*/ 29 h 30"/>
                <a:gd name="T12" fmla="*/ 206 w 207"/>
                <a:gd name="T13" fmla="*/ 15 h 30"/>
                <a:gd name="T14" fmla="*/ 191 w 20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91" y="0"/>
                  </a:moveTo>
                  <a:lnTo>
                    <a:pt x="191" y="0"/>
                  </a:lnTo>
                  <a:cubicBezTo>
                    <a:pt x="15" y="0"/>
                    <a:pt x="15" y="0"/>
                    <a:pt x="15" y="0"/>
                  </a:cubicBezTo>
                  <a:cubicBezTo>
                    <a:pt x="7" y="0"/>
                    <a:pt x="0" y="7"/>
                    <a:pt x="0" y="15"/>
                  </a:cubicBezTo>
                  <a:cubicBezTo>
                    <a:pt x="0" y="24"/>
                    <a:pt x="7" y="29"/>
                    <a:pt x="15" y="29"/>
                  </a:cubicBezTo>
                  <a:cubicBezTo>
                    <a:pt x="191" y="29"/>
                    <a:pt x="191" y="29"/>
                    <a:pt x="191" y="29"/>
                  </a:cubicBezTo>
                  <a:cubicBezTo>
                    <a:pt x="199" y="29"/>
                    <a:pt x="206" y="24"/>
                    <a:pt x="206" y="15"/>
                  </a:cubicBezTo>
                  <a:cubicBezTo>
                    <a:pt x="206"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9" name="Freeform 522">
            <a:extLst>
              <a:ext uri="{FF2B5EF4-FFF2-40B4-BE49-F238E27FC236}">
                <a16:creationId xmlns:a16="http://schemas.microsoft.com/office/drawing/2014/main" id="{972BD83F-57DF-9101-EB3C-9F9BD7EDAE79}"/>
              </a:ext>
            </a:extLst>
          </p:cNvPr>
          <p:cNvSpPr>
            <a:spLocks noChangeArrowheads="1"/>
          </p:cNvSpPr>
          <p:nvPr/>
        </p:nvSpPr>
        <p:spPr bwMode="auto">
          <a:xfrm>
            <a:off x="5797674" y="5691610"/>
            <a:ext cx="236537" cy="244475"/>
          </a:xfrm>
          <a:custGeom>
            <a:avLst/>
            <a:gdLst>
              <a:gd name="T0" fmla="*/ 205 w 659"/>
              <a:gd name="T1" fmla="*/ 498 h 678"/>
              <a:gd name="T2" fmla="*/ 205 w 659"/>
              <a:gd name="T3" fmla="*/ 498 h 678"/>
              <a:gd name="T4" fmla="*/ 205 w 659"/>
              <a:gd name="T5" fmla="*/ 662 h 678"/>
              <a:gd name="T6" fmla="*/ 214 w 659"/>
              <a:gd name="T7" fmla="*/ 674 h 678"/>
              <a:gd name="T8" fmla="*/ 229 w 659"/>
              <a:gd name="T9" fmla="*/ 673 h 678"/>
              <a:gd name="T10" fmla="*/ 343 w 659"/>
              <a:gd name="T11" fmla="*/ 588 h 678"/>
              <a:gd name="T12" fmla="*/ 442 w 659"/>
              <a:gd name="T13" fmla="*/ 652 h 678"/>
              <a:gd name="T14" fmla="*/ 465 w 659"/>
              <a:gd name="T15" fmla="*/ 659 h 678"/>
              <a:gd name="T16" fmla="*/ 491 w 659"/>
              <a:gd name="T17" fmla="*/ 649 h 678"/>
              <a:gd name="T18" fmla="*/ 507 w 659"/>
              <a:gd name="T19" fmla="*/ 626 h 678"/>
              <a:gd name="T20" fmla="*/ 494 w 659"/>
              <a:gd name="T21" fmla="*/ 622 h 678"/>
              <a:gd name="T22" fmla="*/ 507 w 659"/>
              <a:gd name="T23" fmla="*/ 626 h 678"/>
              <a:gd name="T24" fmla="*/ 657 w 659"/>
              <a:gd name="T25" fmla="*/ 55 h 678"/>
              <a:gd name="T26" fmla="*/ 658 w 659"/>
              <a:gd name="T27" fmla="*/ 44 h 678"/>
              <a:gd name="T28" fmla="*/ 645 w 659"/>
              <a:gd name="T29" fmla="*/ 12 h 678"/>
              <a:gd name="T30" fmla="*/ 615 w 659"/>
              <a:gd name="T31" fmla="*/ 0 h 678"/>
              <a:gd name="T32" fmla="*/ 594 w 659"/>
              <a:gd name="T33" fmla="*/ 6 h 678"/>
              <a:gd name="T34" fmla="*/ 23 w 659"/>
              <a:gd name="T35" fmla="*/ 303 h 678"/>
              <a:gd name="T36" fmla="*/ 0 w 659"/>
              <a:gd name="T37" fmla="*/ 342 h 678"/>
              <a:gd name="T38" fmla="*/ 20 w 659"/>
              <a:gd name="T39" fmla="*/ 379 h 678"/>
              <a:gd name="T40" fmla="*/ 205 w 659"/>
              <a:gd name="T41" fmla="*/ 498 h 678"/>
              <a:gd name="T42" fmla="*/ 234 w 659"/>
              <a:gd name="T43" fmla="*/ 631 h 678"/>
              <a:gd name="T44" fmla="*/ 234 w 659"/>
              <a:gd name="T45" fmla="*/ 631 h 678"/>
              <a:gd name="T46" fmla="*/ 234 w 659"/>
              <a:gd name="T47" fmla="*/ 518 h 678"/>
              <a:gd name="T48" fmla="*/ 317 w 659"/>
              <a:gd name="T49" fmla="*/ 571 h 678"/>
              <a:gd name="T50" fmla="*/ 234 w 659"/>
              <a:gd name="T51" fmla="*/ 631 h 678"/>
              <a:gd name="T52" fmla="*/ 37 w 659"/>
              <a:gd name="T53" fmla="*/ 328 h 678"/>
              <a:gd name="T54" fmla="*/ 37 w 659"/>
              <a:gd name="T55" fmla="*/ 328 h 678"/>
              <a:gd name="T56" fmla="*/ 608 w 659"/>
              <a:gd name="T57" fmla="*/ 32 h 678"/>
              <a:gd name="T58" fmla="*/ 615 w 659"/>
              <a:gd name="T59" fmla="*/ 29 h 678"/>
              <a:gd name="T60" fmla="*/ 624 w 659"/>
              <a:gd name="T61" fmla="*/ 34 h 678"/>
              <a:gd name="T62" fmla="*/ 628 w 659"/>
              <a:gd name="T63" fmla="*/ 44 h 678"/>
              <a:gd name="T64" fmla="*/ 628 w 659"/>
              <a:gd name="T65" fmla="*/ 48 h 678"/>
              <a:gd name="T66" fmla="*/ 480 w 659"/>
              <a:gd name="T67" fmla="*/ 618 h 678"/>
              <a:gd name="T68" fmla="*/ 480 w 659"/>
              <a:gd name="T69" fmla="*/ 618 h 678"/>
              <a:gd name="T70" fmla="*/ 475 w 659"/>
              <a:gd name="T71" fmla="*/ 626 h 678"/>
              <a:gd name="T72" fmla="*/ 465 w 659"/>
              <a:gd name="T73" fmla="*/ 629 h 678"/>
              <a:gd name="T74" fmla="*/ 457 w 659"/>
              <a:gd name="T75" fmla="*/ 627 h 678"/>
              <a:gd name="T76" fmla="*/ 241 w 659"/>
              <a:gd name="T77" fmla="*/ 486 h 678"/>
              <a:gd name="T78" fmla="*/ 524 w 659"/>
              <a:gd name="T79" fmla="*/ 173 h 678"/>
              <a:gd name="T80" fmla="*/ 523 w 659"/>
              <a:gd name="T81" fmla="*/ 152 h 678"/>
              <a:gd name="T82" fmla="*/ 502 w 659"/>
              <a:gd name="T83" fmla="*/ 154 h 678"/>
              <a:gd name="T84" fmla="*/ 215 w 659"/>
              <a:gd name="T85" fmla="*/ 471 h 678"/>
              <a:gd name="T86" fmla="*/ 35 w 659"/>
              <a:gd name="T87" fmla="*/ 354 h 678"/>
              <a:gd name="T88" fmla="*/ 28 w 659"/>
              <a:gd name="T89" fmla="*/ 342 h 678"/>
              <a:gd name="T90" fmla="*/ 37 w 659"/>
              <a:gd name="T91" fmla="*/ 32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9" h="678">
                <a:moveTo>
                  <a:pt x="205" y="498"/>
                </a:moveTo>
                <a:lnTo>
                  <a:pt x="205" y="498"/>
                </a:lnTo>
                <a:cubicBezTo>
                  <a:pt x="205" y="662"/>
                  <a:pt x="205" y="662"/>
                  <a:pt x="205" y="662"/>
                </a:cubicBezTo>
                <a:cubicBezTo>
                  <a:pt x="205" y="667"/>
                  <a:pt x="208" y="671"/>
                  <a:pt x="214" y="674"/>
                </a:cubicBezTo>
                <a:cubicBezTo>
                  <a:pt x="218" y="677"/>
                  <a:pt x="225" y="677"/>
                  <a:pt x="229" y="673"/>
                </a:cubicBezTo>
                <a:cubicBezTo>
                  <a:pt x="343" y="588"/>
                  <a:pt x="343" y="588"/>
                  <a:pt x="343" y="588"/>
                </a:cubicBezTo>
                <a:cubicBezTo>
                  <a:pt x="442" y="652"/>
                  <a:pt x="442" y="652"/>
                  <a:pt x="442" y="652"/>
                </a:cubicBezTo>
                <a:cubicBezTo>
                  <a:pt x="448" y="656"/>
                  <a:pt x="457" y="659"/>
                  <a:pt x="465" y="659"/>
                </a:cubicBezTo>
                <a:cubicBezTo>
                  <a:pt x="475" y="659"/>
                  <a:pt x="484" y="655"/>
                  <a:pt x="491" y="649"/>
                </a:cubicBezTo>
                <a:cubicBezTo>
                  <a:pt x="499" y="644"/>
                  <a:pt x="505" y="636"/>
                  <a:pt x="507" y="626"/>
                </a:cubicBezTo>
                <a:cubicBezTo>
                  <a:pt x="494" y="622"/>
                  <a:pt x="494" y="622"/>
                  <a:pt x="494" y="622"/>
                </a:cubicBezTo>
                <a:cubicBezTo>
                  <a:pt x="507" y="626"/>
                  <a:pt x="507" y="626"/>
                  <a:pt x="507" y="626"/>
                </a:cubicBezTo>
                <a:cubicBezTo>
                  <a:pt x="657" y="55"/>
                  <a:pt x="657" y="55"/>
                  <a:pt x="657" y="55"/>
                </a:cubicBezTo>
                <a:cubicBezTo>
                  <a:pt x="657" y="51"/>
                  <a:pt x="658" y="48"/>
                  <a:pt x="658" y="44"/>
                </a:cubicBezTo>
                <a:cubicBezTo>
                  <a:pt x="658" y="32"/>
                  <a:pt x="653" y="21"/>
                  <a:pt x="645" y="12"/>
                </a:cubicBezTo>
                <a:cubicBezTo>
                  <a:pt x="636" y="6"/>
                  <a:pt x="625" y="0"/>
                  <a:pt x="615" y="0"/>
                </a:cubicBezTo>
                <a:cubicBezTo>
                  <a:pt x="608" y="0"/>
                  <a:pt x="601" y="1"/>
                  <a:pt x="594" y="6"/>
                </a:cubicBezTo>
                <a:cubicBezTo>
                  <a:pt x="23" y="303"/>
                  <a:pt x="23" y="303"/>
                  <a:pt x="23" y="303"/>
                </a:cubicBezTo>
                <a:cubicBezTo>
                  <a:pt x="8" y="310"/>
                  <a:pt x="0" y="327"/>
                  <a:pt x="0" y="342"/>
                </a:cubicBezTo>
                <a:cubicBezTo>
                  <a:pt x="0" y="356"/>
                  <a:pt x="6" y="371"/>
                  <a:pt x="20" y="379"/>
                </a:cubicBezTo>
                <a:lnTo>
                  <a:pt x="205" y="498"/>
                </a:lnTo>
                <a:close/>
                <a:moveTo>
                  <a:pt x="234" y="631"/>
                </a:moveTo>
                <a:lnTo>
                  <a:pt x="234" y="631"/>
                </a:lnTo>
                <a:cubicBezTo>
                  <a:pt x="234" y="518"/>
                  <a:pt x="234" y="518"/>
                  <a:pt x="234" y="518"/>
                </a:cubicBezTo>
                <a:cubicBezTo>
                  <a:pt x="317" y="571"/>
                  <a:pt x="317" y="571"/>
                  <a:pt x="317" y="571"/>
                </a:cubicBezTo>
                <a:lnTo>
                  <a:pt x="234" y="631"/>
                </a:lnTo>
                <a:close/>
                <a:moveTo>
                  <a:pt x="37" y="328"/>
                </a:moveTo>
                <a:lnTo>
                  <a:pt x="37" y="328"/>
                </a:lnTo>
                <a:cubicBezTo>
                  <a:pt x="608" y="32"/>
                  <a:pt x="608" y="32"/>
                  <a:pt x="608" y="32"/>
                </a:cubicBezTo>
                <a:cubicBezTo>
                  <a:pt x="609" y="30"/>
                  <a:pt x="612" y="29"/>
                  <a:pt x="615" y="29"/>
                </a:cubicBezTo>
                <a:cubicBezTo>
                  <a:pt x="617" y="29"/>
                  <a:pt x="621" y="32"/>
                  <a:pt x="624" y="34"/>
                </a:cubicBezTo>
                <a:cubicBezTo>
                  <a:pt x="627" y="37"/>
                  <a:pt x="628" y="40"/>
                  <a:pt x="628" y="44"/>
                </a:cubicBezTo>
                <a:cubicBezTo>
                  <a:pt x="628" y="45"/>
                  <a:pt x="628" y="47"/>
                  <a:pt x="628" y="48"/>
                </a:cubicBezTo>
                <a:cubicBezTo>
                  <a:pt x="480" y="618"/>
                  <a:pt x="480" y="618"/>
                  <a:pt x="480" y="618"/>
                </a:cubicBezTo>
                <a:lnTo>
                  <a:pt x="480" y="618"/>
                </a:lnTo>
                <a:cubicBezTo>
                  <a:pt x="479" y="622"/>
                  <a:pt x="477" y="625"/>
                  <a:pt x="475" y="626"/>
                </a:cubicBezTo>
                <a:cubicBezTo>
                  <a:pt x="472" y="629"/>
                  <a:pt x="468" y="629"/>
                  <a:pt x="465" y="629"/>
                </a:cubicBezTo>
                <a:cubicBezTo>
                  <a:pt x="462" y="629"/>
                  <a:pt x="459" y="629"/>
                  <a:pt x="457" y="627"/>
                </a:cubicBezTo>
                <a:cubicBezTo>
                  <a:pt x="241" y="486"/>
                  <a:pt x="241" y="486"/>
                  <a:pt x="241" y="486"/>
                </a:cubicBezTo>
                <a:cubicBezTo>
                  <a:pt x="524" y="173"/>
                  <a:pt x="524" y="173"/>
                  <a:pt x="524" y="173"/>
                </a:cubicBezTo>
                <a:cubicBezTo>
                  <a:pt x="529" y="168"/>
                  <a:pt x="528" y="158"/>
                  <a:pt x="523" y="152"/>
                </a:cubicBezTo>
                <a:cubicBezTo>
                  <a:pt x="517" y="147"/>
                  <a:pt x="507" y="147"/>
                  <a:pt x="502" y="154"/>
                </a:cubicBezTo>
                <a:cubicBezTo>
                  <a:pt x="215" y="471"/>
                  <a:pt x="215" y="471"/>
                  <a:pt x="215" y="471"/>
                </a:cubicBezTo>
                <a:cubicBezTo>
                  <a:pt x="35" y="354"/>
                  <a:pt x="35" y="354"/>
                  <a:pt x="35" y="354"/>
                </a:cubicBezTo>
                <a:cubicBezTo>
                  <a:pt x="31" y="351"/>
                  <a:pt x="28" y="346"/>
                  <a:pt x="28" y="342"/>
                </a:cubicBezTo>
                <a:cubicBezTo>
                  <a:pt x="28" y="336"/>
                  <a:pt x="31" y="332"/>
                  <a:pt x="37" y="328"/>
                </a:cubicBezTo>
                <a:close/>
              </a:path>
            </a:pathLst>
          </a:custGeom>
          <a:solidFill>
            <a:schemeClr val="tx2"/>
          </a:solidFill>
          <a:ln>
            <a:noFill/>
          </a:ln>
          <a:effectLst/>
        </p:spPr>
        <p:txBody>
          <a:bodyPr wrap="none" anchor="ctr"/>
          <a:lstStyle/>
          <a:p>
            <a:endParaRPr lang="da-DK"/>
          </a:p>
        </p:txBody>
      </p:sp>
      <p:sp>
        <p:nvSpPr>
          <p:cNvPr id="630" name="Freeform 523">
            <a:extLst>
              <a:ext uri="{FF2B5EF4-FFF2-40B4-BE49-F238E27FC236}">
                <a16:creationId xmlns:a16="http://schemas.microsoft.com/office/drawing/2014/main" id="{16FE476E-2FA1-E98E-CA8D-C26FFCC0F624}"/>
              </a:ext>
            </a:extLst>
          </p:cNvPr>
          <p:cNvSpPr>
            <a:spLocks noChangeArrowheads="1"/>
          </p:cNvSpPr>
          <p:nvPr/>
        </p:nvSpPr>
        <p:spPr bwMode="auto">
          <a:xfrm>
            <a:off x="6288211" y="5704310"/>
            <a:ext cx="242888" cy="219075"/>
          </a:xfrm>
          <a:custGeom>
            <a:avLst/>
            <a:gdLst>
              <a:gd name="T0" fmla="*/ 6 w 675"/>
              <a:gd name="T1" fmla="*/ 136 h 609"/>
              <a:gd name="T2" fmla="*/ 6 w 675"/>
              <a:gd name="T3" fmla="*/ 136 h 609"/>
              <a:gd name="T4" fmla="*/ 0 w 675"/>
              <a:gd name="T5" fmla="*/ 176 h 609"/>
              <a:gd name="T6" fmla="*/ 36 w 675"/>
              <a:gd name="T7" fmla="*/ 282 h 609"/>
              <a:gd name="T8" fmla="*/ 37 w 675"/>
              <a:gd name="T9" fmla="*/ 282 h 609"/>
              <a:gd name="T10" fmla="*/ 302 w 675"/>
              <a:gd name="T11" fmla="*/ 592 h 609"/>
              <a:gd name="T12" fmla="*/ 338 w 675"/>
              <a:gd name="T13" fmla="*/ 608 h 609"/>
              <a:gd name="T14" fmla="*/ 374 w 675"/>
              <a:gd name="T15" fmla="*/ 592 h 609"/>
              <a:gd name="T16" fmla="*/ 639 w 675"/>
              <a:gd name="T17" fmla="*/ 282 h 609"/>
              <a:gd name="T18" fmla="*/ 639 w 675"/>
              <a:gd name="T19" fmla="*/ 282 h 609"/>
              <a:gd name="T20" fmla="*/ 674 w 675"/>
              <a:gd name="T21" fmla="*/ 176 h 609"/>
              <a:gd name="T22" fmla="*/ 670 w 675"/>
              <a:gd name="T23" fmla="*/ 138 h 609"/>
              <a:gd name="T24" fmla="*/ 534 w 675"/>
              <a:gd name="T25" fmla="*/ 3 h 609"/>
              <a:gd name="T26" fmla="*/ 499 w 675"/>
              <a:gd name="T27" fmla="*/ 0 h 609"/>
              <a:gd name="T28" fmla="*/ 338 w 675"/>
              <a:gd name="T29" fmla="*/ 106 h 609"/>
              <a:gd name="T30" fmla="*/ 176 w 675"/>
              <a:gd name="T31" fmla="*/ 0 h 609"/>
              <a:gd name="T32" fmla="*/ 140 w 675"/>
              <a:gd name="T33" fmla="*/ 3 h 609"/>
              <a:gd name="T34" fmla="*/ 140 w 675"/>
              <a:gd name="T35" fmla="*/ 3 h 609"/>
              <a:gd name="T36" fmla="*/ 6 w 675"/>
              <a:gd name="T37" fmla="*/ 136 h 609"/>
              <a:gd name="T38" fmla="*/ 143 w 675"/>
              <a:gd name="T39" fmla="*/ 18 h 609"/>
              <a:gd name="T40" fmla="*/ 143 w 675"/>
              <a:gd name="T41" fmla="*/ 18 h 609"/>
              <a:gd name="T42" fmla="*/ 146 w 675"/>
              <a:gd name="T43" fmla="*/ 32 h 609"/>
              <a:gd name="T44" fmla="*/ 176 w 675"/>
              <a:gd name="T45" fmla="*/ 29 h 609"/>
              <a:gd name="T46" fmla="*/ 280 w 675"/>
              <a:gd name="T47" fmla="*/ 72 h 609"/>
              <a:gd name="T48" fmla="*/ 323 w 675"/>
              <a:gd name="T49" fmla="*/ 176 h 609"/>
              <a:gd name="T50" fmla="*/ 327 w 675"/>
              <a:gd name="T51" fmla="*/ 186 h 609"/>
              <a:gd name="T52" fmla="*/ 338 w 675"/>
              <a:gd name="T53" fmla="*/ 190 h 609"/>
              <a:gd name="T54" fmla="*/ 348 w 675"/>
              <a:gd name="T55" fmla="*/ 186 h 609"/>
              <a:gd name="T56" fmla="*/ 352 w 675"/>
              <a:gd name="T57" fmla="*/ 176 h 609"/>
              <a:gd name="T58" fmla="*/ 396 w 675"/>
              <a:gd name="T59" fmla="*/ 72 h 609"/>
              <a:gd name="T60" fmla="*/ 499 w 675"/>
              <a:gd name="T61" fmla="*/ 29 h 609"/>
              <a:gd name="T62" fmla="*/ 529 w 675"/>
              <a:gd name="T63" fmla="*/ 32 h 609"/>
              <a:gd name="T64" fmla="*/ 641 w 675"/>
              <a:gd name="T65" fmla="*/ 143 h 609"/>
              <a:gd name="T66" fmla="*/ 645 w 675"/>
              <a:gd name="T67" fmla="*/ 176 h 609"/>
              <a:gd name="T68" fmla="*/ 615 w 675"/>
              <a:gd name="T69" fmla="*/ 264 h 609"/>
              <a:gd name="T70" fmla="*/ 350 w 675"/>
              <a:gd name="T71" fmla="*/ 573 h 609"/>
              <a:gd name="T72" fmla="*/ 338 w 675"/>
              <a:gd name="T73" fmla="*/ 578 h 609"/>
              <a:gd name="T74" fmla="*/ 324 w 675"/>
              <a:gd name="T75" fmla="*/ 573 h 609"/>
              <a:gd name="T76" fmla="*/ 59 w 675"/>
              <a:gd name="T77" fmla="*/ 264 h 609"/>
              <a:gd name="T78" fmla="*/ 30 w 675"/>
              <a:gd name="T79" fmla="*/ 176 h 609"/>
              <a:gd name="T80" fmla="*/ 33 w 675"/>
              <a:gd name="T81" fmla="*/ 143 h 609"/>
              <a:gd name="T82" fmla="*/ 146 w 675"/>
              <a:gd name="T83" fmla="*/ 32 h 609"/>
              <a:gd name="T84" fmla="*/ 143 w 675"/>
              <a:gd name="T85" fmla="*/ 18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5" h="609">
                <a:moveTo>
                  <a:pt x="6" y="136"/>
                </a:moveTo>
                <a:lnTo>
                  <a:pt x="6" y="136"/>
                </a:lnTo>
                <a:cubicBezTo>
                  <a:pt x="2" y="150"/>
                  <a:pt x="0" y="164"/>
                  <a:pt x="0" y="176"/>
                </a:cubicBezTo>
                <a:cubicBezTo>
                  <a:pt x="0" y="216"/>
                  <a:pt x="14" y="252"/>
                  <a:pt x="36" y="282"/>
                </a:cubicBezTo>
                <a:cubicBezTo>
                  <a:pt x="37" y="282"/>
                  <a:pt x="37" y="282"/>
                  <a:pt x="37" y="282"/>
                </a:cubicBezTo>
                <a:cubicBezTo>
                  <a:pt x="302" y="592"/>
                  <a:pt x="302" y="592"/>
                  <a:pt x="302" y="592"/>
                </a:cubicBezTo>
                <a:cubicBezTo>
                  <a:pt x="312" y="603"/>
                  <a:pt x="324" y="608"/>
                  <a:pt x="338" y="608"/>
                </a:cubicBezTo>
                <a:cubicBezTo>
                  <a:pt x="350" y="608"/>
                  <a:pt x="364" y="603"/>
                  <a:pt x="374" y="592"/>
                </a:cubicBezTo>
                <a:cubicBezTo>
                  <a:pt x="639" y="282"/>
                  <a:pt x="639" y="282"/>
                  <a:pt x="639" y="282"/>
                </a:cubicBezTo>
                <a:lnTo>
                  <a:pt x="639" y="282"/>
                </a:lnTo>
                <a:cubicBezTo>
                  <a:pt x="660" y="252"/>
                  <a:pt x="674" y="216"/>
                  <a:pt x="674" y="176"/>
                </a:cubicBezTo>
                <a:cubicBezTo>
                  <a:pt x="674" y="164"/>
                  <a:pt x="673" y="150"/>
                  <a:pt x="670" y="138"/>
                </a:cubicBezTo>
                <a:cubicBezTo>
                  <a:pt x="655" y="70"/>
                  <a:pt x="602" y="17"/>
                  <a:pt x="534" y="3"/>
                </a:cubicBezTo>
                <a:cubicBezTo>
                  <a:pt x="522" y="2"/>
                  <a:pt x="511" y="0"/>
                  <a:pt x="499" y="0"/>
                </a:cubicBezTo>
                <a:cubicBezTo>
                  <a:pt x="427" y="0"/>
                  <a:pt x="365" y="43"/>
                  <a:pt x="338" y="106"/>
                </a:cubicBezTo>
                <a:cubicBezTo>
                  <a:pt x="310" y="43"/>
                  <a:pt x="249" y="0"/>
                  <a:pt x="176" y="0"/>
                </a:cubicBezTo>
                <a:cubicBezTo>
                  <a:pt x="165" y="0"/>
                  <a:pt x="153" y="2"/>
                  <a:pt x="140" y="3"/>
                </a:cubicBezTo>
                <a:lnTo>
                  <a:pt x="140" y="3"/>
                </a:lnTo>
                <a:cubicBezTo>
                  <a:pt x="73" y="17"/>
                  <a:pt x="19" y="70"/>
                  <a:pt x="6" y="136"/>
                </a:cubicBezTo>
                <a:close/>
                <a:moveTo>
                  <a:pt x="143" y="18"/>
                </a:moveTo>
                <a:lnTo>
                  <a:pt x="143" y="18"/>
                </a:lnTo>
                <a:cubicBezTo>
                  <a:pt x="146" y="32"/>
                  <a:pt x="146" y="32"/>
                  <a:pt x="146" y="32"/>
                </a:cubicBezTo>
                <a:cubicBezTo>
                  <a:pt x="157" y="31"/>
                  <a:pt x="166" y="29"/>
                  <a:pt x="176" y="29"/>
                </a:cubicBezTo>
                <a:cubicBezTo>
                  <a:pt x="217" y="29"/>
                  <a:pt x="254" y="46"/>
                  <a:pt x="280" y="72"/>
                </a:cubicBezTo>
                <a:cubicBezTo>
                  <a:pt x="306" y="99"/>
                  <a:pt x="323" y="135"/>
                  <a:pt x="323" y="176"/>
                </a:cubicBezTo>
                <a:cubicBezTo>
                  <a:pt x="323" y="180"/>
                  <a:pt x="324" y="183"/>
                  <a:pt x="327" y="186"/>
                </a:cubicBezTo>
                <a:cubicBezTo>
                  <a:pt x="330" y="188"/>
                  <a:pt x="334" y="190"/>
                  <a:pt x="338" y="190"/>
                </a:cubicBezTo>
                <a:cubicBezTo>
                  <a:pt x="342" y="190"/>
                  <a:pt x="345" y="188"/>
                  <a:pt x="348" y="186"/>
                </a:cubicBezTo>
                <a:cubicBezTo>
                  <a:pt x="350" y="183"/>
                  <a:pt x="352" y="180"/>
                  <a:pt x="352" y="176"/>
                </a:cubicBezTo>
                <a:cubicBezTo>
                  <a:pt x="352" y="135"/>
                  <a:pt x="368" y="99"/>
                  <a:pt x="396" y="72"/>
                </a:cubicBezTo>
                <a:cubicBezTo>
                  <a:pt x="422" y="46"/>
                  <a:pt x="459" y="29"/>
                  <a:pt x="499" y="29"/>
                </a:cubicBezTo>
                <a:cubicBezTo>
                  <a:pt x="508" y="29"/>
                  <a:pt x="519" y="31"/>
                  <a:pt x="529" y="32"/>
                </a:cubicBezTo>
                <a:cubicBezTo>
                  <a:pt x="584" y="43"/>
                  <a:pt x="629" y="88"/>
                  <a:pt x="641" y="143"/>
                </a:cubicBezTo>
                <a:cubicBezTo>
                  <a:pt x="644" y="154"/>
                  <a:pt x="645" y="165"/>
                  <a:pt x="645" y="176"/>
                </a:cubicBezTo>
                <a:cubicBezTo>
                  <a:pt x="645" y="209"/>
                  <a:pt x="634" y="239"/>
                  <a:pt x="615" y="264"/>
                </a:cubicBezTo>
                <a:cubicBezTo>
                  <a:pt x="350" y="573"/>
                  <a:pt x="350" y="573"/>
                  <a:pt x="350" y="573"/>
                </a:cubicBezTo>
                <a:cubicBezTo>
                  <a:pt x="348" y="577"/>
                  <a:pt x="342" y="578"/>
                  <a:pt x="338" y="578"/>
                </a:cubicBezTo>
                <a:cubicBezTo>
                  <a:pt x="332" y="578"/>
                  <a:pt x="328" y="577"/>
                  <a:pt x="324" y="573"/>
                </a:cubicBezTo>
                <a:cubicBezTo>
                  <a:pt x="59" y="264"/>
                  <a:pt x="59" y="264"/>
                  <a:pt x="59" y="264"/>
                </a:cubicBezTo>
                <a:cubicBezTo>
                  <a:pt x="41" y="239"/>
                  <a:pt x="30" y="209"/>
                  <a:pt x="30" y="176"/>
                </a:cubicBezTo>
                <a:cubicBezTo>
                  <a:pt x="30" y="165"/>
                  <a:pt x="32" y="154"/>
                  <a:pt x="33" y="143"/>
                </a:cubicBezTo>
                <a:cubicBezTo>
                  <a:pt x="46" y="88"/>
                  <a:pt x="91" y="43"/>
                  <a:pt x="146" y="32"/>
                </a:cubicBezTo>
                <a:lnTo>
                  <a:pt x="143" y="18"/>
                </a:lnTo>
                <a:close/>
              </a:path>
            </a:pathLst>
          </a:custGeom>
          <a:solidFill>
            <a:schemeClr val="tx2"/>
          </a:solidFill>
          <a:ln>
            <a:noFill/>
          </a:ln>
          <a:effectLst/>
        </p:spPr>
        <p:txBody>
          <a:bodyPr wrap="none" anchor="ctr"/>
          <a:lstStyle/>
          <a:p>
            <a:endParaRPr lang="da-DK"/>
          </a:p>
        </p:txBody>
      </p:sp>
      <p:sp>
        <p:nvSpPr>
          <p:cNvPr id="631" name="Freeform 524">
            <a:extLst>
              <a:ext uri="{FF2B5EF4-FFF2-40B4-BE49-F238E27FC236}">
                <a16:creationId xmlns:a16="http://schemas.microsoft.com/office/drawing/2014/main" id="{BA447529-0B0C-FDD0-278C-D4665B52FF0B}"/>
              </a:ext>
            </a:extLst>
          </p:cNvPr>
          <p:cNvSpPr>
            <a:spLocks noChangeArrowheads="1"/>
          </p:cNvSpPr>
          <p:nvPr/>
        </p:nvSpPr>
        <p:spPr bwMode="auto">
          <a:xfrm>
            <a:off x="5315074" y="5681291"/>
            <a:ext cx="236537" cy="265113"/>
          </a:xfrm>
          <a:custGeom>
            <a:avLst/>
            <a:gdLst>
              <a:gd name="T0" fmla="*/ 548 w 656"/>
              <a:gd name="T1" fmla="*/ 11 h 737"/>
              <a:gd name="T2" fmla="*/ 548 w 656"/>
              <a:gd name="T3" fmla="*/ 11 h 737"/>
              <a:gd name="T4" fmla="*/ 536 w 656"/>
              <a:gd name="T5" fmla="*/ 1 h 737"/>
              <a:gd name="T6" fmla="*/ 522 w 656"/>
              <a:gd name="T7" fmla="*/ 7 h 737"/>
              <a:gd name="T8" fmla="*/ 422 w 656"/>
              <a:gd name="T9" fmla="*/ 80 h 737"/>
              <a:gd name="T10" fmla="*/ 220 w 656"/>
              <a:gd name="T11" fmla="*/ 111 h 737"/>
              <a:gd name="T12" fmla="*/ 120 w 656"/>
              <a:gd name="T13" fmla="*/ 140 h 737"/>
              <a:gd name="T14" fmla="*/ 49 w 656"/>
              <a:gd name="T15" fmla="*/ 196 h 737"/>
              <a:gd name="T16" fmla="*/ 31 w 656"/>
              <a:gd name="T17" fmla="*/ 151 h 737"/>
              <a:gd name="T18" fmla="*/ 11 w 656"/>
              <a:gd name="T19" fmla="*/ 143 h 737"/>
              <a:gd name="T20" fmla="*/ 3 w 656"/>
              <a:gd name="T21" fmla="*/ 162 h 737"/>
              <a:gd name="T22" fmla="*/ 223 w 656"/>
              <a:gd name="T23" fmla="*/ 725 h 737"/>
              <a:gd name="T24" fmla="*/ 241 w 656"/>
              <a:gd name="T25" fmla="*/ 733 h 737"/>
              <a:gd name="T26" fmla="*/ 250 w 656"/>
              <a:gd name="T27" fmla="*/ 714 h 737"/>
              <a:gd name="T28" fmla="*/ 157 w 656"/>
              <a:gd name="T29" fmla="*/ 475 h 737"/>
              <a:gd name="T30" fmla="*/ 256 w 656"/>
              <a:gd name="T31" fmla="*/ 409 h 737"/>
              <a:gd name="T32" fmla="*/ 463 w 656"/>
              <a:gd name="T33" fmla="*/ 387 h 737"/>
              <a:gd name="T34" fmla="*/ 566 w 656"/>
              <a:gd name="T35" fmla="*/ 362 h 737"/>
              <a:gd name="T36" fmla="*/ 651 w 656"/>
              <a:gd name="T37" fmla="*/ 294 h 737"/>
              <a:gd name="T38" fmla="*/ 652 w 656"/>
              <a:gd name="T39" fmla="*/ 280 h 737"/>
              <a:gd name="T40" fmla="*/ 548 w 656"/>
              <a:gd name="T41" fmla="*/ 11 h 737"/>
              <a:gd name="T42" fmla="*/ 525 w 656"/>
              <a:gd name="T43" fmla="*/ 346 h 737"/>
              <a:gd name="T44" fmla="*/ 525 w 656"/>
              <a:gd name="T45" fmla="*/ 346 h 737"/>
              <a:gd name="T46" fmla="*/ 318 w 656"/>
              <a:gd name="T47" fmla="*/ 368 h 737"/>
              <a:gd name="T48" fmla="*/ 215 w 656"/>
              <a:gd name="T49" fmla="*/ 392 h 737"/>
              <a:gd name="T50" fmla="*/ 147 w 656"/>
              <a:gd name="T51" fmla="*/ 441 h 737"/>
              <a:gd name="T52" fmla="*/ 65 w 656"/>
              <a:gd name="T53" fmla="*/ 221 h 737"/>
              <a:gd name="T54" fmla="*/ 161 w 656"/>
              <a:gd name="T55" fmla="*/ 155 h 737"/>
              <a:gd name="T56" fmla="*/ 363 w 656"/>
              <a:gd name="T57" fmla="*/ 123 h 737"/>
              <a:gd name="T58" fmla="*/ 463 w 656"/>
              <a:gd name="T59" fmla="*/ 95 h 737"/>
              <a:gd name="T60" fmla="*/ 530 w 656"/>
              <a:gd name="T61" fmla="*/ 44 h 737"/>
              <a:gd name="T62" fmla="*/ 622 w 656"/>
              <a:gd name="T63" fmla="*/ 283 h 737"/>
              <a:gd name="T64" fmla="*/ 525 w 656"/>
              <a:gd name="T65" fmla="*/ 346 h 7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6" h="737">
                <a:moveTo>
                  <a:pt x="548" y="11"/>
                </a:moveTo>
                <a:lnTo>
                  <a:pt x="548" y="11"/>
                </a:lnTo>
                <a:cubicBezTo>
                  <a:pt x="547" y="5"/>
                  <a:pt x="541" y="1"/>
                  <a:pt x="536" y="1"/>
                </a:cubicBezTo>
                <a:cubicBezTo>
                  <a:pt x="530" y="0"/>
                  <a:pt x="526" y="3"/>
                  <a:pt x="522" y="7"/>
                </a:cubicBezTo>
                <a:cubicBezTo>
                  <a:pt x="496" y="45"/>
                  <a:pt x="462" y="66"/>
                  <a:pt x="422" y="80"/>
                </a:cubicBezTo>
                <a:cubicBezTo>
                  <a:pt x="361" y="99"/>
                  <a:pt x="290" y="100"/>
                  <a:pt x="220" y="111"/>
                </a:cubicBezTo>
                <a:cubicBezTo>
                  <a:pt x="186" y="117"/>
                  <a:pt x="151" y="125"/>
                  <a:pt x="120" y="140"/>
                </a:cubicBezTo>
                <a:cubicBezTo>
                  <a:pt x="94" y="154"/>
                  <a:pt x="69" y="171"/>
                  <a:pt x="49" y="196"/>
                </a:cubicBezTo>
                <a:cubicBezTo>
                  <a:pt x="31" y="151"/>
                  <a:pt x="31" y="151"/>
                  <a:pt x="31" y="151"/>
                </a:cubicBezTo>
                <a:cubicBezTo>
                  <a:pt x="28" y="144"/>
                  <a:pt x="20" y="140"/>
                  <a:pt x="11" y="143"/>
                </a:cubicBezTo>
                <a:cubicBezTo>
                  <a:pt x="5" y="145"/>
                  <a:pt x="0" y="154"/>
                  <a:pt x="3" y="162"/>
                </a:cubicBezTo>
                <a:cubicBezTo>
                  <a:pt x="223" y="725"/>
                  <a:pt x="223" y="725"/>
                  <a:pt x="223" y="725"/>
                </a:cubicBezTo>
                <a:cubicBezTo>
                  <a:pt x="226" y="733"/>
                  <a:pt x="234" y="736"/>
                  <a:pt x="241" y="733"/>
                </a:cubicBezTo>
                <a:cubicBezTo>
                  <a:pt x="249" y="730"/>
                  <a:pt x="253" y="722"/>
                  <a:pt x="250" y="714"/>
                </a:cubicBezTo>
                <a:cubicBezTo>
                  <a:pt x="157" y="475"/>
                  <a:pt x="157" y="475"/>
                  <a:pt x="157" y="475"/>
                </a:cubicBezTo>
                <a:cubicBezTo>
                  <a:pt x="183" y="439"/>
                  <a:pt x="216" y="420"/>
                  <a:pt x="256" y="409"/>
                </a:cubicBezTo>
                <a:cubicBezTo>
                  <a:pt x="318" y="391"/>
                  <a:pt x="392" y="394"/>
                  <a:pt x="463" y="387"/>
                </a:cubicBezTo>
                <a:cubicBezTo>
                  <a:pt x="499" y="383"/>
                  <a:pt x="534" y="376"/>
                  <a:pt x="566" y="362"/>
                </a:cubicBezTo>
                <a:cubicBezTo>
                  <a:pt x="599" y="347"/>
                  <a:pt x="628" y="327"/>
                  <a:pt x="651" y="294"/>
                </a:cubicBezTo>
                <a:cubicBezTo>
                  <a:pt x="654" y="290"/>
                  <a:pt x="655" y="284"/>
                  <a:pt x="652" y="280"/>
                </a:cubicBezTo>
                <a:cubicBezTo>
                  <a:pt x="618" y="189"/>
                  <a:pt x="582" y="100"/>
                  <a:pt x="548" y="11"/>
                </a:cubicBezTo>
                <a:close/>
                <a:moveTo>
                  <a:pt x="525" y="346"/>
                </a:moveTo>
                <a:lnTo>
                  <a:pt x="525" y="346"/>
                </a:lnTo>
                <a:cubicBezTo>
                  <a:pt x="464" y="362"/>
                  <a:pt x="389" y="360"/>
                  <a:pt x="318" y="368"/>
                </a:cubicBezTo>
                <a:cubicBezTo>
                  <a:pt x="282" y="372"/>
                  <a:pt x="248" y="379"/>
                  <a:pt x="215" y="392"/>
                </a:cubicBezTo>
                <a:cubicBezTo>
                  <a:pt x="190" y="403"/>
                  <a:pt x="167" y="419"/>
                  <a:pt x="147" y="441"/>
                </a:cubicBezTo>
                <a:cubicBezTo>
                  <a:pt x="117" y="364"/>
                  <a:pt x="95" y="299"/>
                  <a:pt x="65" y="221"/>
                </a:cubicBezTo>
                <a:cubicBezTo>
                  <a:pt x="91" y="188"/>
                  <a:pt x="124" y="167"/>
                  <a:pt x="161" y="155"/>
                </a:cubicBezTo>
                <a:cubicBezTo>
                  <a:pt x="221" y="136"/>
                  <a:pt x="293" y="134"/>
                  <a:pt x="363" y="123"/>
                </a:cubicBezTo>
                <a:cubicBezTo>
                  <a:pt x="397" y="118"/>
                  <a:pt x="431" y="110"/>
                  <a:pt x="463" y="95"/>
                </a:cubicBezTo>
                <a:cubicBezTo>
                  <a:pt x="488" y="82"/>
                  <a:pt x="510" y="66"/>
                  <a:pt x="530" y="44"/>
                </a:cubicBezTo>
                <a:cubicBezTo>
                  <a:pt x="561" y="123"/>
                  <a:pt x="592" y="203"/>
                  <a:pt x="622" y="283"/>
                </a:cubicBezTo>
                <a:cubicBezTo>
                  <a:pt x="596" y="316"/>
                  <a:pt x="563" y="335"/>
                  <a:pt x="525" y="346"/>
                </a:cubicBezTo>
                <a:close/>
              </a:path>
            </a:pathLst>
          </a:custGeom>
          <a:solidFill>
            <a:schemeClr val="tx2"/>
          </a:solidFill>
          <a:ln>
            <a:noFill/>
          </a:ln>
          <a:effectLst/>
        </p:spPr>
        <p:txBody>
          <a:bodyPr wrap="none" anchor="ctr"/>
          <a:lstStyle/>
          <a:p>
            <a:endParaRPr lang="da-DK"/>
          </a:p>
        </p:txBody>
      </p:sp>
      <p:sp>
        <p:nvSpPr>
          <p:cNvPr id="632" name="Freeform 525">
            <a:extLst>
              <a:ext uri="{FF2B5EF4-FFF2-40B4-BE49-F238E27FC236}">
                <a16:creationId xmlns:a16="http://schemas.microsoft.com/office/drawing/2014/main" id="{2928E743-C9FA-87CA-4F91-F458EC339D65}"/>
              </a:ext>
            </a:extLst>
          </p:cNvPr>
          <p:cNvSpPr>
            <a:spLocks noChangeArrowheads="1"/>
          </p:cNvSpPr>
          <p:nvPr/>
        </p:nvSpPr>
        <p:spPr bwMode="auto">
          <a:xfrm>
            <a:off x="5802436" y="6153572"/>
            <a:ext cx="252413" cy="254000"/>
          </a:xfrm>
          <a:custGeom>
            <a:avLst/>
            <a:gdLst>
              <a:gd name="T0" fmla="*/ 582 w 703"/>
              <a:gd name="T1" fmla="*/ 7 h 707"/>
              <a:gd name="T2" fmla="*/ 582 w 703"/>
              <a:gd name="T3" fmla="*/ 7 h 707"/>
              <a:gd name="T4" fmla="*/ 561 w 703"/>
              <a:gd name="T5" fmla="*/ 7 h 707"/>
              <a:gd name="T6" fmla="*/ 63 w 703"/>
              <a:gd name="T7" fmla="*/ 504 h 707"/>
              <a:gd name="T8" fmla="*/ 63 w 703"/>
              <a:gd name="T9" fmla="*/ 505 h 707"/>
              <a:gd name="T10" fmla="*/ 60 w 703"/>
              <a:gd name="T11" fmla="*/ 508 h 707"/>
              <a:gd name="T12" fmla="*/ 60 w 703"/>
              <a:gd name="T13" fmla="*/ 509 h 707"/>
              <a:gd name="T14" fmla="*/ 60 w 703"/>
              <a:gd name="T15" fmla="*/ 509 h 707"/>
              <a:gd name="T16" fmla="*/ 1 w 703"/>
              <a:gd name="T17" fmla="*/ 685 h 707"/>
              <a:gd name="T18" fmla="*/ 5 w 703"/>
              <a:gd name="T19" fmla="*/ 700 h 707"/>
              <a:gd name="T20" fmla="*/ 19 w 703"/>
              <a:gd name="T21" fmla="*/ 704 h 707"/>
              <a:gd name="T22" fmla="*/ 194 w 703"/>
              <a:gd name="T23" fmla="*/ 645 h 707"/>
              <a:gd name="T24" fmla="*/ 196 w 703"/>
              <a:gd name="T25" fmla="*/ 645 h 707"/>
              <a:gd name="T26" fmla="*/ 197 w 703"/>
              <a:gd name="T27" fmla="*/ 645 h 707"/>
              <a:gd name="T28" fmla="*/ 200 w 703"/>
              <a:gd name="T29" fmla="*/ 643 h 707"/>
              <a:gd name="T30" fmla="*/ 201 w 703"/>
              <a:gd name="T31" fmla="*/ 643 h 707"/>
              <a:gd name="T32" fmla="*/ 698 w 703"/>
              <a:gd name="T33" fmla="*/ 144 h 707"/>
              <a:gd name="T34" fmla="*/ 702 w 703"/>
              <a:gd name="T35" fmla="*/ 133 h 707"/>
              <a:gd name="T36" fmla="*/ 698 w 703"/>
              <a:gd name="T37" fmla="*/ 124 h 707"/>
              <a:gd name="T38" fmla="*/ 582 w 703"/>
              <a:gd name="T39" fmla="*/ 7 h 707"/>
              <a:gd name="T40" fmla="*/ 190 w 703"/>
              <a:gd name="T41" fmla="*/ 611 h 707"/>
              <a:gd name="T42" fmla="*/ 190 w 703"/>
              <a:gd name="T43" fmla="*/ 611 h 707"/>
              <a:gd name="T44" fmla="*/ 94 w 703"/>
              <a:gd name="T45" fmla="*/ 515 h 707"/>
              <a:gd name="T46" fmla="*/ 483 w 703"/>
              <a:gd name="T47" fmla="*/ 125 h 707"/>
              <a:gd name="T48" fmla="*/ 580 w 703"/>
              <a:gd name="T49" fmla="*/ 221 h 707"/>
              <a:gd name="T50" fmla="*/ 190 w 703"/>
              <a:gd name="T51" fmla="*/ 611 h 707"/>
              <a:gd name="T52" fmla="*/ 38 w 703"/>
              <a:gd name="T53" fmla="*/ 667 h 707"/>
              <a:gd name="T54" fmla="*/ 38 w 703"/>
              <a:gd name="T55" fmla="*/ 667 h 707"/>
              <a:gd name="T56" fmla="*/ 79 w 703"/>
              <a:gd name="T57" fmla="*/ 542 h 707"/>
              <a:gd name="T58" fmla="*/ 163 w 703"/>
              <a:gd name="T59" fmla="*/ 625 h 707"/>
              <a:gd name="T60" fmla="*/ 38 w 703"/>
              <a:gd name="T61" fmla="*/ 667 h 707"/>
              <a:gd name="T62" fmla="*/ 601 w 703"/>
              <a:gd name="T63" fmla="*/ 201 h 707"/>
              <a:gd name="T64" fmla="*/ 601 w 703"/>
              <a:gd name="T65" fmla="*/ 201 h 707"/>
              <a:gd name="T66" fmla="*/ 505 w 703"/>
              <a:gd name="T67" fmla="*/ 104 h 707"/>
              <a:gd name="T68" fmla="*/ 571 w 703"/>
              <a:gd name="T69" fmla="*/ 37 h 707"/>
              <a:gd name="T70" fmla="*/ 668 w 703"/>
              <a:gd name="T71" fmla="*/ 133 h 707"/>
              <a:gd name="T72" fmla="*/ 601 w 703"/>
              <a:gd name="T73" fmla="*/ 201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3" h="707">
                <a:moveTo>
                  <a:pt x="582" y="7"/>
                </a:moveTo>
                <a:lnTo>
                  <a:pt x="582" y="7"/>
                </a:lnTo>
                <a:cubicBezTo>
                  <a:pt x="576" y="0"/>
                  <a:pt x="566" y="0"/>
                  <a:pt x="561" y="7"/>
                </a:cubicBezTo>
                <a:cubicBezTo>
                  <a:pt x="63" y="504"/>
                  <a:pt x="63" y="504"/>
                  <a:pt x="63" y="504"/>
                </a:cubicBezTo>
                <a:cubicBezTo>
                  <a:pt x="63" y="504"/>
                  <a:pt x="63" y="504"/>
                  <a:pt x="63" y="505"/>
                </a:cubicBezTo>
                <a:cubicBezTo>
                  <a:pt x="61" y="505"/>
                  <a:pt x="61" y="507"/>
                  <a:pt x="60" y="508"/>
                </a:cubicBezTo>
                <a:cubicBezTo>
                  <a:pt x="60" y="509"/>
                  <a:pt x="60" y="509"/>
                  <a:pt x="60" y="509"/>
                </a:cubicBezTo>
                <a:lnTo>
                  <a:pt x="60" y="509"/>
                </a:lnTo>
                <a:cubicBezTo>
                  <a:pt x="1" y="685"/>
                  <a:pt x="1" y="685"/>
                  <a:pt x="1" y="685"/>
                </a:cubicBezTo>
                <a:cubicBezTo>
                  <a:pt x="0" y="691"/>
                  <a:pt x="1" y="696"/>
                  <a:pt x="5" y="700"/>
                </a:cubicBezTo>
                <a:cubicBezTo>
                  <a:pt x="8" y="704"/>
                  <a:pt x="15" y="706"/>
                  <a:pt x="19" y="704"/>
                </a:cubicBezTo>
                <a:cubicBezTo>
                  <a:pt x="194" y="645"/>
                  <a:pt x="194" y="645"/>
                  <a:pt x="194" y="645"/>
                </a:cubicBezTo>
                <a:cubicBezTo>
                  <a:pt x="196" y="645"/>
                  <a:pt x="196" y="645"/>
                  <a:pt x="196" y="645"/>
                </a:cubicBezTo>
                <a:cubicBezTo>
                  <a:pt x="196" y="645"/>
                  <a:pt x="196" y="645"/>
                  <a:pt x="197" y="645"/>
                </a:cubicBezTo>
                <a:cubicBezTo>
                  <a:pt x="199" y="644"/>
                  <a:pt x="200" y="644"/>
                  <a:pt x="200" y="643"/>
                </a:cubicBezTo>
                <a:lnTo>
                  <a:pt x="201" y="643"/>
                </a:lnTo>
                <a:cubicBezTo>
                  <a:pt x="698" y="144"/>
                  <a:pt x="698" y="144"/>
                  <a:pt x="698" y="144"/>
                </a:cubicBezTo>
                <a:cubicBezTo>
                  <a:pt x="701" y="141"/>
                  <a:pt x="702" y="137"/>
                  <a:pt x="702" y="133"/>
                </a:cubicBezTo>
                <a:cubicBezTo>
                  <a:pt x="702" y="131"/>
                  <a:pt x="701" y="126"/>
                  <a:pt x="698" y="124"/>
                </a:cubicBezTo>
                <a:lnTo>
                  <a:pt x="582" y="7"/>
                </a:lnTo>
                <a:close/>
                <a:moveTo>
                  <a:pt x="190" y="611"/>
                </a:moveTo>
                <a:lnTo>
                  <a:pt x="190" y="611"/>
                </a:lnTo>
                <a:cubicBezTo>
                  <a:pt x="94" y="515"/>
                  <a:pt x="94" y="515"/>
                  <a:pt x="94" y="515"/>
                </a:cubicBezTo>
                <a:cubicBezTo>
                  <a:pt x="483" y="125"/>
                  <a:pt x="483" y="125"/>
                  <a:pt x="483" y="125"/>
                </a:cubicBezTo>
                <a:cubicBezTo>
                  <a:pt x="580" y="221"/>
                  <a:pt x="580" y="221"/>
                  <a:pt x="580" y="221"/>
                </a:cubicBezTo>
                <a:lnTo>
                  <a:pt x="190" y="611"/>
                </a:lnTo>
                <a:close/>
                <a:moveTo>
                  <a:pt x="38" y="667"/>
                </a:moveTo>
                <a:lnTo>
                  <a:pt x="38" y="667"/>
                </a:lnTo>
                <a:cubicBezTo>
                  <a:pt x="79" y="542"/>
                  <a:pt x="79" y="542"/>
                  <a:pt x="79" y="542"/>
                </a:cubicBezTo>
                <a:cubicBezTo>
                  <a:pt x="163" y="625"/>
                  <a:pt x="163" y="625"/>
                  <a:pt x="163" y="625"/>
                </a:cubicBezTo>
                <a:lnTo>
                  <a:pt x="38" y="667"/>
                </a:lnTo>
                <a:close/>
                <a:moveTo>
                  <a:pt x="601" y="201"/>
                </a:moveTo>
                <a:lnTo>
                  <a:pt x="601" y="201"/>
                </a:lnTo>
                <a:cubicBezTo>
                  <a:pt x="505" y="104"/>
                  <a:pt x="505" y="104"/>
                  <a:pt x="505" y="104"/>
                </a:cubicBezTo>
                <a:cubicBezTo>
                  <a:pt x="571" y="37"/>
                  <a:pt x="571" y="37"/>
                  <a:pt x="571" y="37"/>
                </a:cubicBezTo>
                <a:cubicBezTo>
                  <a:pt x="668" y="133"/>
                  <a:pt x="668" y="133"/>
                  <a:pt x="668" y="133"/>
                </a:cubicBezTo>
                <a:lnTo>
                  <a:pt x="601" y="201"/>
                </a:lnTo>
                <a:close/>
              </a:path>
            </a:pathLst>
          </a:custGeom>
          <a:solidFill>
            <a:schemeClr val="tx2"/>
          </a:solidFill>
          <a:ln>
            <a:noFill/>
          </a:ln>
          <a:effectLst/>
        </p:spPr>
        <p:txBody>
          <a:bodyPr wrap="none" anchor="ctr"/>
          <a:lstStyle/>
          <a:p>
            <a:endParaRPr lang="da-DK"/>
          </a:p>
        </p:txBody>
      </p:sp>
      <p:grpSp>
        <p:nvGrpSpPr>
          <p:cNvPr id="633" name="Group 637">
            <a:extLst>
              <a:ext uri="{FF2B5EF4-FFF2-40B4-BE49-F238E27FC236}">
                <a16:creationId xmlns:a16="http://schemas.microsoft.com/office/drawing/2014/main" id="{FE1CE519-523F-42B8-5CCF-6AE35B8CF251}"/>
              </a:ext>
            </a:extLst>
          </p:cNvPr>
          <p:cNvGrpSpPr/>
          <p:nvPr/>
        </p:nvGrpSpPr>
        <p:grpSpPr>
          <a:xfrm>
            <a:off x="6283449" y="4669259"/>
            <a:ext cx="242887" cy="242888"/>
            <a:chOff x="5141913" y="4997450"/>
            <a:chExt cx="242887" cy="242888"/>
          </a:xfrm>
          <a:solidFill>
            <a:schemeClr val="tx2"/>
          </a:solidFill>
        </p:grpSpPr>
        <p:sp>
          <p:nvSpPr>
            <p:cNvPr id="634" name="Freeform 526">
              <a:extLst>
                <a:ext uri="{FF2B5EF4-FFF2-40B4-BE49-F238E27FC236}">
                  <a16:creationId xmlns:a16="http://schemas.microsoft.com/office/drawing/2014/main" id="{F1305B67-88FD-6470-B4F2-2D607B6A362A}"/>
                </a:ext>
              </a:extLst>
            </p:cNvPr>
            <p:cNvSpPr>
              <a:spLocks noChangeArrowheads="1"/>
            </p:cNvSpPr>
            <p:nvPr/>
          </p:nvSpPr>
          <p:spPr bwMode="auto">
            <a:xfrm>
              <a:off x="5141913" y="4997450"/>
              <a:ext cx="242887" cy="242888"/>
            </a:xfrm>
            <a:custGeom>
              <a:avLst/>
              <a:gdLst>
                <a:gd name="T0" fmla="*/ 336 w 673"/>
                <a:gd name="T1" fmla="*/ 674 h 675"/>
                <a:gd name="T2" fmla="*/ 336 w 673"/>
                <a:gd name="T3" fmla="*/ 674 h 675"/>
                <a:gd name="T4" fmla="*/ 672 w 673"/>
                <a:gd name="T5" fmla="*/ 337 h 675"/>
                <a:gd name="T6" fmla="*/ 336 w 673"/>
                <a:gd name="T7" fmla="*/ 0 h 675"/>
                <a:gd name="T8" fmla="*/ 0 w 673"/>
                <a:gd name="T9" fmla="*/ 337 h 675"/>
                <a:gd name="T10" fmla="*/ 336 w 673"/>
                <a:gd name="T11" fmla="*/ 674 h 675"/>
                <a:gd name="T12" fmla="*/ 119 w 673"/>
                <a:gd name="T13" fmla="*/ 119 h 675"/>
                <a:gd name="T14" fmla="*/ 119 w 673"/>
                <a:gd name="T15" fmla="*/ 119 h 675"/>
                <a:gd name="T16" fmla="*/ 336 w 673"/>
                <a:gd name="T17" fmla="*/ 30 h 675"/>
                <a:gd name="T18" fmla="*/ 553 w 673"/>
                <a:gd name="T19" fmla="*/ 119 h 675"/>
                <a:gd name="T20" fmla="*/ 643 w 673"/>
                <a:gd name="T21" fmla="*/ 337 h 675"/>
                <a:gd name="T22" fmla="*/ 553 w 673"/>
                <a:gd name="T23" fmla="*/ 554 h 675"/>
                <a:gd name="T24" fmla="*/ 336 w 673"/>
                <a:gd name="T25" fmla="*/ 645 h 675"/>
                <a:gd name="T26" fmla="*/ 119 w 673"/>
                <a:gd name="T27" fmla="*/ 554 h 675"/>
                <a:gd name="T28" fmla="*/ 28 w 673"/>
                <a:gd name="T29" fmla="*/ 337 h 675"/>
                <a:gd name="T30" fmla="*/ 119 w 673"/>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3" h="675">
                  <a:moveTo>
                    <a:pt x="336" y="674"/>
                  </a:moveTo>
                  <a:lnTo>
                    <a:pt x="336" y="674"/>
                  </a:lnTo>
                  <a:cubicBezTo>
                    <a:pt x="523" y="674"/>
                    <a:pt x="672" y="523"/>
                    <a:pt x="672" y="337"/>
                  </a:cubicBezTo>
                  <a:cubicBezTo>
                    <a:pt x="672" y="151"/>
                    <a:pt x="523" y="0"/>
                    <a:pt x="336" y="0"/>
                  </a:cubicBezTo>
                  <a:cubicBezTo>
                    <a:pt x="151" y="0"/>
                    <a:pt x="0" y="151"/>
                    <a:pt x="0" y="337"/>
                  </a:cubicBezTo>
                  <a:cubicBezTo>
                    <a:pt x="0" y="523"/>
                    <a:pt x="151" y="674"/>
                    <a:pt x="336" y="674"/>
                  </a:cubicBezTo>
                  <a:close/>
                  <a:moveTo>
                    <a:pt x="119" y="119"/>
                  </a:moveTo>
                  <a:lnTo>
                    <a:pt x="119" y="119"/>
                  </a:lnTo>
                  <a:cubicBezTo>
                    <a:pt x="174" y="64"/>
                    <a:pt x="251" y="30"/>
                    <a:pt x="336" y="30"/>
                  </a:cubicBezTo>
                  <a:cubicBezTo>
                    <a:pt x="421" y="30"/>
                    <a:pt x="498" y="64"/>
                    <a:pt x="553" y="119"/>
                  </a:cubicBezTo>
                  <a:cubicBezTo>
                    <a:pt x="609" y="175"/>
                    <a:pt x="643" y="252"/>
                    <a:pt x="643" y="337"/>
                  </a:cubicBezTo>
                  <a:cubicBezTo>
                    <a:pt x="643" y="422"/>
                    <a:pt x="609" y="499"/>
                    <a:pt x="553" y="554"/>
                  </a:cubicBezTo>
                  <a:cubicBezTo>
                    <a:pt x="498" y="610"/>
                    <a:pt x="421" y="645"/>
                    <a:pt x="336" y="645"/>
                  </a:cubicBezTo>
                  <a:cubicBezTo>
                    <a:pt x="251" y="645"/>
                    <a:pt x="174" y="610"/>
                    <a:pt x="119" y="554"/>
                  </a:cubicBezTo>
                  <a:cubicBezTo>
                    <a:pt x="63" y="499"/>
                    <a:pt x="28" y="422"/>
                    <a:pt x="28" y="337"/>
                  </a:cubicBezTo>
                  <a:cubicBezTo>
                    <a:pt x="28" y="252"/>
                    <a:pt x="63" y="175"/>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7">
              <a:extLst>
                <a:ext uri="{FF2B5EF4-FFF2-40B4-BE49-F238E27FC236}">
                  <a16:creationId xmlns:a16="http://schemas.microsoft.com/office/drawing/2014/main" id="{54856E38-6AFA-3799-873C-37F53CF2F98E}"/>
                </a:ext>
              </a:extLst>
            </p:cNvPr>
            <p:cNvSpPr>
              <a:spLocks noChangeArrowheads="1"/>
            </p:cNvSpPr>
            <p:nvPr/>
          </p:nvSpPr>
          <p:spPr bwMode="auto">
            <a:xfrm>
              <a:off x="5203825" y="5154613"/>
              <a:ext cx="115888" cy="33337"/>
            </a:xfrm>
            <a:custGeom>
              <a:avLst/>
              <a:gdLst>
                <a:gd name="T0" fmla="*/ 6 w 322"/>
                <a:gd name="T1" fmla="*/ 6 h 92"/>
                <a:gd name="T2" fmla="*/ 6 w 322"/>
                <a:gd name="T3" fmla="*/ 6 h 92"/>
                <a:gd name="T4" fmla="*/ 6 w 322"/>
                <a:gd name="T5" fmla="*/ 28 h 92"/>
                <a:gd name="T6" fmla="*/ 161 w 322"/>
                <a:gd name="T7" fmla="*/ 91 h 92"/>
                <a:gd name="T8" fmla="*/ 316 w 322"/>
                <a:gd name="T9" fmla="*/ 28 h 92"/>
                <a:gd name="T10" fmla="*/ 316 w 322"/>
                <a:gd name="T11" fmla="*/ 6 h 92"/>
                <a:gd name="T12" fmla="*/ 295 w 322"/>
                <a:gd name="T13" fmla="*/ 6 h 92"/>
                <a:gd name="T14" fmla="*/ 295 w 322"/>
                <a:gd name="T15" fmla="*/ 6 h 92"/>
                <a:gd name="T16" fmla="*/ 161 w 322"/>
                <a:gd name="T17" fmla="*/ 62 h 92"/>
                <a:gd name="T18" fmla="*/ 26 w 322"/>
                <a:gd name="T19" fmla="*/ 6 h 92"/>
                <a:gd name="T20" fmla="*/ 6 w 322"/>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2" h="92">
                  <a:moveTo>
                    <a:pt x="6" y="6"/>
                  </a:moveTo>
                  <a:lnTo>
                    <a:pt x="6" y="6"/>
                  </a:lnTo>
                  <a:cubicBezTo>
                    <a:pt x="0" y="12"/>
                    <a:pt x="0" y="21"/>
                    <a:pt x="6" y="28"/>
                  </a:cubicBezTo>
                  <a:cubicBezTo>
                    <a:pt x="46" y="66"/>
                    <a:pt x="100" y="91"/>
                    <a:pt x="161" y="91"/>
                  </a:cubicBezTo>
                  <a:cubicBezTo>
                    <a:pt x="221" y="91"/>
                    <a:pt x="276" y="66"/>
                    <a:pt x="316" y="28"/>
                  </a:cubicBezTo>
                  <a:cubicBezTo>
                    <a:pt x="321" y="21"/>
                    <a:pt x="321" y="12"/>
                    <a:pt x="316" y="6"/>
                  </a:cubicBezTo>
                  <a:cubicBezTo>
                    <a:pt x="310" y="0"/>
                    <a:pt x="301" y="0"/>
                    <a:pt x="295" y="6"/>
                  </a:cubicBezTo>
                  <a:lnTo>
                    <a:pt x="295" y="6"/>
                  </a:lnTo>
                  <a:cubicBezTo>
                    <a:pt x="261" y="41"/>
                    <a:pt x="213" y="62"/>
                    <a:pt x="161" y="62"/>
                  </a:cubicBezTo>
                  <a:cubicBezTo>
                    <a:pt x="109" y="62"/>
                    <a:pt x="61" y="41"/>
                    <a:pt x="26" y="6"/>
                  </a:cubicBezTo>
                  <a:cubicBezTo>
                    <a:pt x="21" y="0"/>
                    <a:pt x="11"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8">
              <a:extLst>
                <a:ext uri="{FF2B5EF4-FFF2-40B4-BE49-F238E27FC236}">
                  <a16:creationId xmlns:a16="http://schemas.microsoft.com/office/drawing/2014/main" id="{796081D5-B220-5AA6-3E78-08FA95C8BDDA}"/>
                </a:ext>
              </a:extLst>
            </p:cNvPr>
            <p:cNvSpPr>
              <a:spLocks noChangeArrowheads="1"/>
            </p:cNvSpPr>
            <p:nvPr/>
          </p:nvSpPr>
          <p:spPr bwMode="auto">
            <a:xfrm>
              <a:off x="5203825" y="5083175"/>
              <a:ext cx="20638"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6" y="59"/>
                    <a:pt x="58" y="46"/>
                    <a:pt x="58" y="29"/>
                  </a:cubicBezTo>
                  <a:cubicBezTo>
                    <a:pt x="58" y="14"/>
                    <a:pt x="46" y="0"/>
                    <a:pt x="29" y="0"/>
                  </a:cubicBezTo>
                  <a:cubicBezTo>
                    <a:pt x="13" y="0"/>
                    <a:pt x="0" y="14"/>
                    <a:pt x="0" y="29"/>
                  </a:cubicBezTo>
                  <a:cubicBezTo>
                    <a:pt x="0" y="46"/>
                    <a:pt x="13"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7" name="Freeform 529">
              <a:extLst>
                <a:ext uri="{FF2B5EF4-FFF2-40B4-BE49-F238E27FC236}">
                  <a16:creationId xmlns:a16="http://schemas.microsoft.com/office/drawing/2014/main" id="{D3A5CB70-102A-9A84-F6D6-5DE22D9383FA}"/>
                </a:ext>
              </a:extLst>
            </p:cNvPr>
            <p:cNvSpPr>
              <a:spLocks noChangeArrowheads="1"/>
            </p:cNvSpPr>
            <p:nvPr/>
          </p:nvSpPr>
          <p:spPr bwMode="auto">
            <a:xfrm>
              <a:off x="5299075" y="5083175"/>
              <a:ext cx="20638" cy="22225"/>
            </a:xfrm>
            <a:custGeom>
              <a:avLst/>
              <a:gdLst>
                <a:gd name="T0" fmla="*/ 29 w 58"/>
                <a:gd name="T1" fmla="*/ 59 h 60"/>
                <a:gd name="T2" fmla="*/ 29 w 58"/>
                <a:gd name="T3" fmla="*/ 59 h 60"/>
                <a:gd name="T4" fmla="*/ 57 w 58"/>
                <a:gd name="T5" fmla="*/ 29 h 60"/>
                <a:gd name="T6" fmla="*/ 29 w 58"/>
                <a:gd name="T7" fmla="*/ 0 h 60"/>
                <a:gd name="T8" fmla="*/ 0 w 58"/>
                <a:gd name="T9" fmla="*/ 29 h 60"/>
                <a:gd name="T10" fmla="*/ 29 w 58"/>
                <a:gd name="T11" fmla="*/ 59 h 60"/>
              </a:gdLst>
              <a:ahLst/>
              <a:cxnLst>
                <a:cxn ang="0">
                  <a:pos x="T0" y="T1"/>
                </a:cxn>
                <a:cxn ang="0">
                  <a:pos x="T2" y="T3"/>
                </a:cxn>
                <a:cxn ang="0">
                  <a:pos x="T4" y="T5"/>
                </a:cxn>
                <a:cxn ang="0">
                  <a:pos x="T6" y="T7"/>
                </a:cxn>
                <a:cxn ang="0">
                  <a:pos x="T8" y="T9"/>
                </a:cxn>
                <a:cxn ang="0">
                  <a:pos x="T10" y="T11"/>
                </a:cxn>
              </a:cxnLst>
              <a:rect l="0" t="0" r="r" b="b"/>
              <a:pathLst>
                <a:path w="58" h="60">
                  <a:moveTo>
                    <a:pt x="29" y="59"/>
                  </a:moveTo>
                  <a:lnTo>
                    <a:pt x="29" y="59"/>
                  </a:lnTo>
                  <a:cubicBezTo>
                    <a:pt x="45" y="59"/>
                    <a:pt x="57" y="46"/>
                    <a:pt x="57" y="29"/>
                  </a:cubicBezTo>
                  <a:cubicBezTo>
                    <a:pt x="57" y="14"/>
                    <a:pt x="45" y="0"/>
                    <a:pt x="29" y="0"/>
                  </a:cubicBezTo>
                  <a:cubicBezTo>
                    <a:pt x="12" y="0"/>
                    <a:pt x="0" y="14"/>
                    <a:pt x="0" y="29"/>
                  </a:cubicBezTo>
                  <a:cubicBezTo>
                    <a:pt x="0" y="46"/>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8" name="Group 642">
            <a:extLst>
              <a:ext uri="{FF2B5EF4-FFF2-40B4-BE49-F238E27FC236}">
                <a16:creationId xmlns:a16="http://schemas.microsoft.com/office/drawing/2014/main" id="{D5E1E4A0-EBFA-C25A-1785-6065E00BF668}"/>
              </a:ext>
            </a:extLst>
          </p:cNvPr>
          <p:cNvGrpSpPr/>
          <p:nvPr/>
        </p:nvGrpSpPr>
        <p:grpSpPr>
          <a:xfrm>
            <a:off x="6700961" y="6123410"/>
            <a:ext cx="357188" cy="314325"/>
            <a:chOff x="5559425" y="6469063"/>
            <a:chExt cx="357188" cy="314325"/>
          </a:xfrm>
          <a:solidFill>
            <a:schemeClr val="tx2"/>
          </a:solidFill>
        </p:grpSpPr>
        <p:sp>
          <p:nvSpPr>
            <p:cNvPr id="639" name="Freeform 530">
              <a:extLst>
                <a:ext uri="{FF2B5EF4-FFF2-40B4-BE49-F238E27FC236}">
                  <a16:creationId xmlns:a16="http://schemas.microsoft.com/office/drawing/2014/main" id="{ADA6FA1A-F6CB-05FF-B9CD-0CBAD2E64639}"/>
                </a:ext>
              </a:extLst>
            </p:cNvPr>
            <p:cNvSpPr>
              <a:spLocks noChangeArrowheads="1"/>
            </p:cNvSpPr>
            <p:nvPr/>
          </p:nvSpPr>
          <p:spPr bwMode="auto">
            <a:xfrm>
              <a:off x="5673725" y="6545263"/>
              <a:ext cx="128588" cy="63500"/>
            </a:xfrm>
            <a:custGeom>
              <a:avLst/>
              <a:gdLst>
                <a:gd name="T0" fmla="*/ 328 w 357"/>
                <a:gd name="T1" fmla="*/ 160 h 176"/>
                <a:gd name="T2" fmla="*/ 328 w 357"/>
                <a:gd name="T3" fmla="*/ 160 h 176"/>
                <a:gd name="T4" fmla="*/ 343 w 357"/>
                <a:gd name="T5" fmla="*/ 175 h 176"/>
                <a:gd name="T6" fmla="*/ 356 w 357"/>
                <a:gd name="T7" fmla="*/ 160 h 176"/>
                <a:gd name="T8" fmla="*/ 356 w 357"/>
                <a:gd name="T9" fmla="*/ 115 h 176"/>
                <a:gd name="T10" fmla="*/ 241 w 357"/>
                <a:gd name="T11" fmla="*/ 0 h 176"/>
                <a:gd name="T12" fmla="*/ 241 w 357"/>
                <a:gd name="T13" fmla="*/ 0 h 176"/>
                <a:gd name="T14" fmla="*/ 219 w 357"/>
                <a:gd name="T15" fmla="*/ 11 h 176"/>
                <a:gd name="T16" fmla="*/ 178 w 357"/>
                <a:gd name="T17" fmla="*/ 31 h 176"/>
                <a:gd name="T18" fmla="*/ 137 w 357"/>
                <a:gd name="T19" fmla="*/ 11 h 176"/>
                <a:gd name="T20" fmla="*/ 115 w 357"/>
                <a:gd name="T21" fmla="*/ 0 h 176"/>
                <a:gd name="T22" fmla="*/ 115 w 357"/>
                <a:gd name="T23" fmla="*/ 0 h 176"/>
                <a:gd name="T24" fmla="*/ 0 w 357"/>
                <a:gd name="T25" fmla="*/ 115 h 176"/>
                <a:gd name="T26" fmla="*/ 0 w 357"/>
                <a:gd name="T27" fmla="*/ 160 h 176"/>
                <a:gd name="T28" fmla="*/ 15 w 357"/>
                <a:gd name="T29" fmla="*/ 175 h 176"/>
                <a:gd name="T30" fmla="*/ 30 w 357"/>
                <a:gd name="T31" fmla="*/ 160 h 176"/>
                <a:gd name="T32" fmla="*/ 30 w 357"/>
                <a:gd name="T33" fmla="*/ 160 h 176"/>
                <a:gd name="T34" fmla="*/ 30 w 357"/>
                <a:gd name="T35" fmla="*/ 115 h 176"/>
                <a:gd name="T36" fmla="*/ 54 w 357"/>
                <a:gd name="T37" fmla="*/ 53 h 176"/>
                <a:gd name="T38" fmla="*/ 113 w 357"/>
                <a:gd name="T39" fmla="*/ 29 h 176"/>
                <a:gd name="T40" fmla="*/ 178 w 357"/>
                <a:gd name="T41" fmla="*/ 61 h 176"/>
                <a:gd name="T42" fmla="*/ 242 w 357"/>
                <a:gd name="T43" fmla="*/ 29 h 176"/>
                <a:gd name="T44" fmla="*/ 303 w 357"/>
                <a:gd name="T45" fmla="*/ 53 h 176"/>
                <a:gd name="T46" fmla="*/ 328 w 357"/>
                <a:gd name="T47" fmla="*/ 115 h 176"/>
                <a:gd name="T48" fmla="*/ 328 w 357"/>
                <a:gd name="T49" fmla="*/ 16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7" h="176">
                  <a:moveTo>
                    <a:pt x="328" y="160"/>
                  </a:moveTo>
                  <a:lnTo>
                    <a:pt x="328" y="160"/>
                  </a:lnTo>
                  <a:cubicBezTo>
                    <a:pt x="328" y="169"/>
                    <a:pt x="334" y="175"/>
                    <a:pt x="343" y="175"/>
                  </a:cubicBezTo>
                  <a:cubicBezTo>
                    <a:pt x="351" y="175"/>
                    <a:pt x="356" y="169"/>
                    <a:pt x="356" y="160"/>
                  </a:cubicBezTo>
                  <a:cubicBezTo>
                    <a:pt x="356" y="115"/>
                    <a:pt x="356" y="115"/>
                    <a:pt x="356" y="115"/>
                  </a:cubicBezTo>
                  <a:cubicBezTo>
                    <a:pt x="356" y="50"/>
                    <a:pt x="306" y="0"/>
                    <a:pt x="241" y="0"/>
                  </a:cubicBezTo>
                  <a:lnTo>
                    <a:pt x="241" y="0"/>
                  </a:lnTo>
                  <a:cubicBezTo>
                    <a:pt x="232" y="0"/>
                    <a:pt x="225" y="4"/>
                    <a:pt x="219" y="11"/>
                  </a:cubicBezTo>
                  <a:cubicBezTo>
                    <a:pt x="211" y="23"/>
                    <a:pt x="196" y="31"/>
                    <a:pt x="178" y="31"/>
                  </a:cubicBezTo>
                  <a:cubicBezTo>
                    <a:pt x="161" y="31"/>
                    <a:pt x="146" y="23"/>
                    <a:pt x="137" y="11"/>
                  </a:cubicBezTo>
                  <a:cubicBezTo>
                    <a:pt x="133" y="4"/>
                    <a:pt x="124" y="0"/>
                    <a:pt x="115" y="0"/>
                  </a:cubicBezTo>
                  <a:lnTo>
                    <a:pt x="115" y="0"/>
                  </a:lnTo>
                  <a:cubicBezTo>
                    <a:pt x="52" y="0"/>
                    <a:pt x="0" y="50"/>
                    <a:pt x="0" y="115"/>
                  </a:cubicBezTo>
                  <a:cubicBezTo>
                    <a:pt x="0" y="160"/>
                    <a:pt x="0" y="160"/>
                    <a:pt x="0" y="160"/>
                  </a:cubicBezTo>
                  <a:cubicBezTo>
                    <a:pt x="0" y="169"/>
                    <a:pt x="6" y="175"/>
                    <a:pt x="15" y="175"/>
                  </a:cubicBezTo>
                  <a:cubicBezTo>
                    <a:pt x="23" y="175"/>
                    <a:pt x="30" y="169"/>
                    <a:pt x="30" y="160"/>
                  </a:cubicBezTo>
                  <a:lnTo>
                    <a:pt x="30" y="160"/>
                  </a:lnTo>
                  <a:cubicBezTo>
                    <a:pt x="30" y="115"/>
                    <a:pt x="30" y="115"/>
                    <a:pt x="30" y="115"/>
                  </a:cubicBezTo>
                  <a:cubicBezTo>
                    <a:pt x="30" y="90"/>
                    <a:pt x="39" y="70"/>
                    <a:pt x="54" y="53"/>
                  </a:cubicBezTo>
                  <a:cubicBezTo>
                    <a:pt x="70" y="38"/>
                    <a:pt x="90" y="29"/>
                    <a:pt x="113" y="29"/>
                  </a:cubicBezTo>
                  <a:cubicBezTo>
                    <a:pt x="129" y="48"/>
                    <a:pt x="152" y="61"/>
                    <a:pt x="178" y="61"/>
                  </a:cubicBezTo>
                  <a:cubicBezTo>
                    <a:pt x="205" y="61"/>
                    <a:pt x="229" y="48"/>
                    <a:pt x="242" y="29"/>
                  </a:cubicBezTo>
                  <a:cubicBezTo>
                    <a:pt x="266" y="29"/>
                    <a:pt x="286" y="38"/>
                    <a:pt x="303" y="53"/>
                  </a:cubicBezTo>
                  <a:cubicBezTo>
                    <a:pt x="318" y="70"/>
                    <a:pt x="328" y="90"/>
                    <a:pt x="328" y="115"/>
                  </a:cubicBezTo>
                  <a:lnTo>
                    <a:pt x="328" y="16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31">
              <a:extLst>
                <a:ext uri="{FF2B5EF4-FFF2-40B4-BE49-F238E27FC236}">
                  <a16:creationId xmlns:a16="http://schemas.microsoft.com/office/drawing/2014/main" id="{351A9008-7153-1797-CE0D-18E7F5BA4E7E}"/>
                </a:ext>
              </a:extLst>
            </p:cNvPr>
            <p:cNvSpPr>
              <a:spLocks noChangeArrowheads="1"/>
            </p:cNvSpPr>
            <p:nvPr/>
          </p:nvSpPr>
          <p:spPr bwMode="auto">
            <a:xfrm>
              <a:off x="5708650" y="6469063"/>
              <a:ext cx="58738" cy="69850"/>
            </a:xfrm>
            <a:custGeom>
              <a:avLst/>
              <a:gdLst>
                <a:gd name="T0" fmla="*/ 80 w 162"/>
                <a:gd name="T1" fmla="*/ 0 h 194"/>
                <a:gd name="T2" fmla="*/ 80 w 162"/>
                <a:gd name="T3" fmla="*/ 0 h 194"/>
                <a:gd name="T4" fmla="*/ 0 w 162"/>
                <a:gd name="T5" fmla="*/ 81 h 194"/>
                <a:gd name="T6" fmla="*/ 0 w 162"/>
                <a:gd name="T7" fmla="*/ 114 h 194"/>
                <a:gd name="T8" fmla="*/ 80 w 162"/>
                <a:gd name="T9" fmla="*/ 193 h 194"/>
                <a:gd name="T10" fmla="*/ 161 w 162"/>
                <a:gd name="T11" fmla="*/ 114 h 194"/>
                <a:gd name="T12" fmla="*/ 161 w 162"/>
                <a:gd name="T13" fmla="*/ 81 h 194"/>
                <a:gd name="T14" fmla="*/ 80 w 162"/>
                <a:gd name="T15" fmla="*/ 0 h 194"/>
                <a:gd name="T16" fmla="*/ 131 w 162"/>
                <a:gd name="T17" fmla="*/ 114 h 194"/>
                <a:gd name="T18" fmla="*/ 131 w 162"/>
                <a:gd name="T19" fmla="*/ 114 h 194"/>
                <a:gd name="T20" fmla="*/ 80 w 162"/>
                <a:gd name="T21" fmla="*/ 164 h 194"/>
                <a:gd name="T22" fmla="*/ 29 w 162"/>
                <a:gd name="T23" fmla="*/ 114 h 194"/>
                <a:gd name="T24" fmla="*/ 29 w 162"/>
                <a:gd name="T25" fmla="*/ 81 h 194"/>
                <a:gd name="T26" fmla="*/ 80 w 162"/>
                <a:gd name="T27" fmla="*/ 30 h 194"/>
                <a:gd name="T28" fmla="*/ 131 w 162"/>
                <a:gd name="T29" fmla="*/ 81 h 194"/>
                <a:gd name="T30" fmla="*/ 131 w 162"/>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0" y="0"/>
                  </a:moveTo>
                  <a:lnTo>
                    <a:pt x="80" y="0"/>
                  </a:lnTo>
                  <a:cubicBezTo>
                    <a:pt x="36" y="0"/>
                    <a:pt x="0" y="37"/>
                    <a:pt x="0" y="81"/>
                  </a:cubicBezTo>
                  <a:cubicBezTo>
                    <a:pt x="0" y="114"/>
                    <a:pt x="0" y="114"/>
                    <a:pt x="0" y="114"/>
                  </a:cubicBezTo>
                  <a:cubicBezTo>
                    <a:pt x="0" y="157"/>
                    <a:pt x="36" y="193"/>
                    <a:pt x="80" y="193"/>
                  </a:cubicBezTo>
                  <a:cubicBezTo>
                    <a:pt x="125" y="193"/>
                    <a:pt x="161" y="157"/>
                    <a:pt x="161" y="114"/>
                  </a:cubicBezTo>
                  <a:cubicBezTo>
                    <a:pt x="161" y="81"/>
                    <a:pt x="161" y="81"/>
                    <a:pt x="161" y="81"/>
                  </a:cubicBezTo>
                  <a:cubicBezTo>
                    <a:pt x="161" y="37"/>
                    <a:pt x="125" y="0"/>
                    <a:pt x="80" y="0"/>
                  </a:cubicBezTo>
                  <a:close/>
                  <a:moveTo>
                    <a:pt x="131" y="114"/>
                  </a:moveTo>
                  <a:lnTo>
                    <a:pt x="131" y="114"/>
                  </a:lnTo>
                  <a:cubicBezTo>
                    <a:pt x="131" y="141"/>
                    <a:pt x="109" y="164"/>
                    <a:pt x="80" y="164"/>
                  </a:cubicBezTo>
                  <a:cubicBezTo>
                    <a:pt x="53" y="164"/>
                    <a:pt x="29" y="141"/>
                    <a:pt x="29" y="114"/>
                  </a:cubicBezTo>
                  <a:cubicBezTo>
                    <a:pt x="29" y="81"/>
                    <a:pt x="29" y="81"/>
                    <a:pt x="29" y="81"/>
                  </a:cubicBezTo>
                  <a:cubicBezTo>
                    <a:pt x="29" y="52"/>
                    <a:pt x="53"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32">
              <a:extLst>
                <a:ext uri="{FF2B5EF4-FFF2-40B4-BE49-F238E27FC236}">
                  <a16:creationId xmlns:a16="http://schemas.microsoft.com/office/drawing/2014/main" id="{C0C43E54-7E64-7DFE-5564-A638176D9F3D}"/>
                </a:ext>
              </a:extLst>
            </p:cNvPr>
            <p:cNvSpPr>
              <a:spLocks noChangeArrowheads="1"/>
            </p:cNvSpPr>
            <p:nvPr/>
          </p:nvSpPr>
          <p:spPr bwMode="auto">
            <a:xfrm>
              <a:off x="5594350" y="6642100"/>
              <a:ext cx="58738" cy="69850"/>
            </a:xfrm>
            <a:custGeom>
              <a:avLst/>
              <a:gdLst>
                <a:gd name="T0" fmla="*/ 80 w 161"/>
                <a:gd name="T1" fmla="*/ 0 h 194"/>
                <a:gd name="T2" fmla="*/ 80 w 161"/>
                <a:gd name="T3" fmla="*/ 0 h 194"/>
                <a:gd name="T4" fmla="*/ 0 w 161"/>
                <a:gd name="T5" fmla="*/ 81 h 194"/>
                <a:gd name="T6" fmla="*/ 0 w 161"/>
                <a:gd name="T7" fmla="*/ 114 h 194"/>
                <a:gd name="T8" fmla="*/ 80 w 161"/>
                <a:gd name="T9" fmla="*/ 193 h 194"/>
                <a:gd name="T10" fmla="*/ 160 w 161"/>
                <a:gd name="T11" fmla="*/ 114 h 194"/>
                <a:gd name="T12" fmla="*/ 160 w 161"/>
                <a:gd name="T13" fmla="*/ 81 h 194"/>
                <a:gd name="T14" fmla="*/ 80 w 161"/>
                <a:gd name="T15" fmla="*/ 0 h 194"/>
                <a:gd name="T16" fmla="*/ 131 w 161"/>
                <a:gd name="T17" fmla="*/ 114 h 194"/>
                <a:gd name="T18" fmla="*/ 131 w 161"/>
                <a:gd name="T19" fmla="*/ 114 h 194"/>
                <a:gd name="T20" fmla="*/ 80 w 161"/>
                <a:gd name="T21" fmla="*/ 164 h 194"/>
                <a:gd name="T22" fmla="*/ 29 w 161"/>
                <a:gd name="T23" fmla="*/ 114 h 194"/>
                <a:gd name="T24" fmla="*/ 29 w 161"/>
                <a:gd name="T25" fmla="*/ 81 h 194"/>
                <a:gd name="T26" fmla="*/ 80 w 161"/>
                <a:gd name="T27" fmla="*/ 30 h 194"/>
                <a:gd name="T28" fmla="*/ 131 w 161"/>
                <a:gd name="T29" fmla="*/ 81 h 194"/>
                <a:gd name="T30" fmla="*/ 131 w 161"/>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1" h="194">
                  <a:moveTo>
                    <a:pt x="80" y="0"/>
                  </a:moveTo>
                  <a:lnTo>
                    <a:pt x="80" y="0"/>
                  </a:lnTo>
                  <a:cubicBezTo>
                    <a:pt x="36" y="0"/>
                    <a:pt x="0" y="37"/>
                    <a:pt x="0" y="81"/>
                  </a:cubicBezTo>
                  <a:cubicBezTo>
                    <a:pt x="0" y="114"/>
                    <a:pt x="0" y="114"/>
                    <a:pt x="0" y="114"/>
                  </a:cubicBezTo>
                  <a:cubicBezTo>
                    <a:pt x="0" y="158"/>
                    <a:pt x="36" y="193"/>
                    <a:pt x="80" y="193"/>
                  </a:cubicBezTo>
                  <a:cubicBezTo>
                    <a:pt x="124" y="193"/>
                    <a:pt x="160" y="158"/>
                    <a:pt x="160" y="114"/>
                  </a:cubicBezTo>
                  <a:cubicBezTo>
                    <a:pt x="160" y="81"/>
                    <a:pt x="160" y="81"/>
                    <a:pt x="160" y="81"/>
                  </a:cubicBezTo>
                  <a:cubicBezTo>
                    <a:pt x="160" y="37"/>
                    <a:pt x="124" y="0"/>
                    <a:pt x="80" y="0"/>
                  </a:cubicBezTo>
                  <a:close/>
                  <a:moveTo>
                    <a:pt x="131" y="114"/>
                  </a:moveTo>
                  <a:lnTo>
                    <a:pt x="131" y="114"/>
                  </a:lnTo>
                  <a:cubicBezTo>
                    <a:pt x="131" y="141"/>
                    <a:pt x="109" y="164"/>
                    <a:pt x="80" y="164"/>
                  </a:cubicBezTo>
                  <a:cubicBezTo>
                    <a:pt x="52" y="164"/>
                    <a:pt x="29" y="141"/>
                    <a:pt x="29" y="114"/>
                  </a:cubicBezTo>
                  <a:cubicBezTo>
                    <a:pt x="29" y="81"/>
                    <a:pt x="29" y="81"/>
                    <a:pt x="29" y="81"/>
                  </a:cubicBezTo>
                  <a:cubicBezTo>
                    <a:pt x="29" y="52"/>
                    <a:pt x="52"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3">
              <a:extLst>
                <a:ext uri="{FF2B5EF4-FFF2-40B4-BE49-F238E27FC236}">
                  <a16:creationId xmlns:a16="http://schemas.microsoft.com/office/drawing/2014/main" id="{5AEC4708-F62C-5E6D-6429-AAC5E17F83E1}"/>
                </a:ext>
              </a:extLst>
            </p:cNvPr>
            <p:cNvSpPr>
              <a:spLocks noChangeArrowheads="1"/>
            </p:cNvSpPr>
            <p:nvPr/>
          </p:nvSpPr>
          <p:spPr bwMode="auto">
            <a:xfrm>
              <a:off x="5559425" y="6719888"/>
              <a:ext cx="128588" cy="63500"/>
            </a:xfrm>
            <a:custGeom>
              <a:avLst/>
              <a:gdLst>
                <a:gd name="T0" fmla="*/ 242 w 358"/>
                <a:gd name="T1" fmla="*/ 0 h 177"/>
                <a:gd name="T2" fmla="*/ 242 w 358"/>
                <a:gd name="T3" fmla="*/ 0 h 177"/>
                <a:gd name="T4" fmla="*/ 242 w 358"/>
                <a:gd name="T5" fmla="*/ 0 h 177"/>
                <a:gd name="T6" fmla="*/ 220 w 358"/>
                <a:gd name="T7" fmla="*/ 11 h 177"/>
                <a:gd name="T8" fmla="*/ 179 w 358"/>
                <a:gd name="T9" fmla="*/ 31 h 177"/>
                <a:gd name="T10" fmla="*/ 138 w 358"/>
                <a:gd name="T11" fmla="*/ 11 h 177"/>
                <a:gd name="T12" fmla="*/ 116 w 358"/>
                <a:gd name="T13" fmla="*/ 0 h 177"/>
                <a:gd name="T14" fmla="*/ 116 w 358"/>
                <a:gd name="T15" fmla="*/ 0 h 177"/>
                <a:gd name="T16" fmla="*/ 0 w 358"/>
                <a:gd name="T17" fmla="*/ 115 h 177"/>
                <a:gd name="T18" fmla="*/ 0 w 358"/>
                <a:gd name="T19" fmla="*/ 160 h 177"/>
                <a:gd name="T20" fmla="*/ 16 w 358"/>
                <a:gd name="T21" fmla="*/ 176 h 177"/>
                <a:gd name="T22" fmla="*/ 29 w 358"/>
                <a:gd name="T23" fmla="*/ 160 h 177"/>
                <a:gd name="T24" fmla="*/ 29 w 358"/>
                <a:gd name="T25" fmla="*/ 160 h 177"/>
                <a:gd name="T26" fmla="*/ 29 w 358"/>
                <a:gd name="T27" fmla="*/ 115 h 177"/>
                <a:gd name="T28" fmla="*/ 55 w 358"/>
                <a:gd name="T29" fmla="*/ 53 h 177"/>
                <a:gd name="T30" fmla="*/ 114 w 358"/>
                <a:gd name="T31" fmla="*/ 29 h 177"/>
                <a:gd name="T32" fmla="*/ 179 w 358"/>
                <a:gd name="T33" fmla="*/ 62 h 177"/>
                <a:gd name="T34" fmla="*/ 243 w 358"/>
                <a:gd name="T35" fmla="*/ 29 h 177"/>
                <a:gd name="T36" fmla="*/ 302 w 358"/>
                <a:gd name="T37" fmla="*/ 53 h 177"/>
                <a:gd name="T38" fmla="*/ 329 w 358"/>
                <a:gd name="T39" fmla="*/ 115 h 177"/>
                <a:gd name="T40" fmla="*/ 329 w 358"/>
                <a:gd name="T41" fmla="*/ 160 h 177"/>
                <a:gd name="T42" fmla="*/ 342 w 358"/>
                <a:gd name="T43" fmla="*/ 176 h 177"/>
                <a:gd name="T44" fmla="*/ 357 w 358"/>
                <a:gd name="T45" fmla="*/ 160 h 177"/>
                <a:gd name="T46" fmla="*/ 357 w 358"/>
                <a:gd name="T47" fmla="*/ 115 h 177"/>
                <a:gd name="T48" fmla="*/ 242 w 358"/>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8" h="177">
                  <a:moveTo>
                    <a:pt x="242" y="0"/>
                  </a:moveTo>
                  <a:lnTo>
                    <a:pt x="242" y="0"/>
                  </a:lnTo>
                  <a:lnTo>
                    <a:pt x="242" y="0"/>
                  </a:lnTo>
                  <a:cubicBezTo>
                    <a:pt x="232" y="0"/>
                    <a:pt x="224" y="4"/>
                    <a:pt x="220" y="11"/>
                  </a:cubicBezTo>
                  <a:cubicBezTo>
                    <a:pt x="212" y="23"/>
                    <a:pt x="197" y="31"/>
                    <a:pt x="179" y="31"/>
                  </a:cubicBezTo>
                  <a:cubicBezTo>
                    <a:pt x="162" y="31"/>
                    <a:pt x="147" y="23"/>
                    <a:pt x="138" y="11"/>
                  </a:cubicBezTo>
                  <a:cubicBezTo>
                    <a:pt x="134" y="4"/>
                    <a:pt x="125" y="0"/>
                    <a:pt x="116" y="0"/>
                  </a:cubicBezTo>
                  <a:lnTo>
                    <a:pt x="116" y="0"/>
                  </a:lnTo>
                  <a:cubicBezTo>
                    <a:pt x="53" y="0"/>
                    <a:pt x="0" y="51"/>
                    <a:pt x="0" y="115"/>
                  </a:cubicBezTo>
                  <a:cubicBezTo>
                    <a:pt x="0" y="160"/>
                    <a:pt x="0" y="160"/>
                    <a:pt x="0" y="160"/>
                  </a:cubicBezTo>
                  <a:cubicBezTo>
                    <a:pt x="0" y="169"/>
                    <a:pt x="7" y="176"/>
                    <a:pt x="16" y="176"/>
                  </a:cubicBezTo>
                  <a:cubicBezTo>
                    <a:pt x="24" y="176"/>
                    <a:pt x="29" y="169"/>
                    <a:pt x="29" y="160"/>
                  </a:cubicBezTo>
                  <a:lnTo>
                    <a:pt x="29" y="160"/>
                  </a:lnTo>
                  <a:cubicBezTo>
                    <a:pt x="29" y="115"/>
                    <a:pt x="29" y="115"/>
                    <a:pt x="29" y="115"/>
                  </a:cubicBezTo>
                  <a:cubicBezTo>
                    <a:pt x="29" y="91"/>
                    <a:pt x="39" y="70"/>
                    <a:pt x="55" y="53"/>
                  </a:cubicBezTo>
                  <a:cubicBezTo>
                    <a:pt x="70" y="38"/>
                    <a:pt x="91" y="29"/>
                    <a:pt x="114" y="29"/>
                  </a:cubicBezTo>
                  <a:cubicBezTo>
                    <a:pt x="129" y="48"/>
                    <a:pt x="153" y="62"/>
                    <a:pt x="179" y="62"/>
                  </a:cubicBezTo>
                  <a:cubicBezTo>
                    <a:pt x="205" y="62"/>
                    <a:pt x="228" y="48"/>
                    <a:pt x="243" y="29"/>
                  </a:cubicBezTo>
                  <a:cubicBezTo>
                    <a:pt x="267" y="29"/>
                    <a:pt x="287" y="38"/>
                    <a:pt x="302" y="53"/>
                  </a:cubicBezTo>
                  <a:cubicBezTo>
                    <a:pt x="319" y="70"/>
                    <a:pt x="329" y="91"/>
                    <a:pt x="329" y="115"/>
                  </a:cubicBezTo>
                  <a:cubicBezTo>
                    <a:pt x="329" y="160"/>
                    <a:pt x="329" y="160"/>
                    <a:pt x="329" y="160"/>
                  </a:cubicBezTo>
                  <a:cubicBezTo>
                    <a:pt x="329" y="169"/>
                    <a:pt x="335" y="176"/>
                    <a:pt x="342" y="176"/>
                  </a:cubicBezTo>
                  <a:cubicBezTo>
                    <a:pt x="350" y="176"/>
                    <a:pt x="357" y="169"/>
                    <a:pt x="357" y="160"/>
                  </a:cubicBezTo>
                  <a:cubicBezTo>
                    <a:pt x="357" y="115"/>
                    <a:pt x="357" y="115"/>
                    <a:pt x="357" y="115"/>
                  </a:cubicBezTo>
                  <a:cubicBezTo>
                    <a:pt x="357" y="51"/>
                    <a:pt x="305" y="0"/>
                    <a:pt x="2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3" name="Freeform 534">
              <a:extLst>
                <a:ext uri="{FF2B5EF4-FFF2-40B4-BE49-F238E27FC236}">
                  <a16:creationId xmlns:a16="http://schemas.microsoft.com/office/drawing/2014/main" id="{59255F52-AF6D-ED55-39CA-C657E6D94FB9}"/>
                </a:ext>
              </a:extLst>
            </p:cNvPr>
            <p:cNvSpPr>
              <a:spLocks noChangeArrowheads="1"/>
            </p:cNvSpPr>
            <p:nvPr/>
          </p:nvSpPr>
          <p:spPr bwMode="auto">
            <a:xfrm>
              <a:off x="5788025" y="6719888"/>
              <a:ext cx="128588" cy="63500"/>
            </a:xfrm>
            <a:custGeom>
              <a:avLst/>
              <a:gdLst>
                <a:gd name="T0" fmla="*/ 241 w 359"/>
                <a:gd name="T1" fmla="*/ 0 h 177"/>
                <a:gd name="T2" fmla="*/ 241 w 359"/>
                <a:gd name="T3" fmla="*/ 0 h 177"/>
                <a:gd name="T4" fmla="*/ 241 w 359"/>
                <a:gd name="T5" fmla="*/ 0 h 177"/>
                <a:gd name="T6" fmla="*/ 221 w 359"/>
                <a:gd name="T7" fmla="*/ 11 h 177"/>
                <a:gd name="T8" fmla="*/ 179 w 359"/>
                <a:gd name="T9" fmla="*/ 31 h 177"/>
                <a:gd name="T10" fmla="*/ 137 w 359"/>
                <a:gd name="T11" fmla="*/ 11 h 177"/>
                <a:gd name="T12" fmla="*/ 116 w 359"/>
                <a:gd name="T13" fmla="*/ 0 h 177"/>
                <a:gd name="T14" fmla="*/ 116 w 359"/>
                <a:gd name="T15" fmla="*/ 0 h 177"/>
                <a:gd name="T16" fmla="*/ 0 w 359"/>
                <a:gd name="T17" fmla="*/ 115 h 177"/>
                <a:gd name="T18" fmla="*/ 0 w 359"/>
                <a:gd name="T19" fmla="*/ 160 h 177"/>
                <a:gd name="T20" fmla="*/ 15 w 359"/>
                <a:gd name="T21" fmla="*/ 176 h 177"/>
                <a:gd name="T22" fmla="*/ 30 w 359"/>
                <a:gd name="T23" fmla="*/ 160 h 177"/>
                <a:gd name="T24" fmla="*/ 30 w 359"/>
                <a:gd name="T25" fmla="*/ 160 h 177"/>
                <a:gd name="T26" fmla="*/ 30 w 359"/>
                <a:gd name="T27" fmla="*/ 115 h 177"/>
                <a:gd name="T28" fmla="*/ 55 w 359"/>
                <a:gd name="T29" fmla="*/ 53 h 177"/>
                <a:gd name="T30" fmla="*/ 115 w 359"/>
                <a:gd name="T31" fmla="*/ 29 h 177"/>
                <a:gd name="T32" fmla="*/ 179 w 359"/>
                <a:gd name="T33" fmla="*/ 62 h 177"/>
                <a:gd name="T34" fmla="*/ 243 w 359"/>
                <a:gd name="T35" fmla="*/ 29 h 177"/>
                <a:gd name="T36" fmla="*/ 303 w 359"/>
                <a:gd name="T37" fmla="*/ 53 h 177"/>
                <a:gd name="T38" fmla="*/ 328 w 359"/>
                <a:gd name="T39" fmla="*/ 115 h 177"/>
                <a:gd name="T40" fmla="*/ 328 w 359"/>
                <a:gd name="T41" fmla="*/ 160 h 177"/>
                <a:gd name="T42" fmla="*/ 343 w 359"/>
                <a:gd name="T43" fmla="*/ 176 h 177"/>
                <a:gd name="T44" fmla="*/ 358 w 359"/>
                <a:gd name="T45" fmla="*/ 160 h 177"/>
                <a:gd name="T46" fmla="*/ 358 w 359"/>
                <a:gd name="T47" fmla="*/ 115 h 177"/>
                <a:gd name="T48" fmla="*/ 241 w 359"/>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9" h="177">
                  <a:moveTo>
                    <a:pt x="241" y="0"/>
                  </a:moveTo>
                  <a:lnTo>
                    <a:pt x="241" y="0"/>
                  </a:lnTo>
                  <a:lnTo>
                    <a:pt x="241" y="0"/>
                  </a:lnTo>
                  <a:cubicBezTo>
                    <a:pt x="233" y="0"/>
                    <a:pt x="225" y="4"/>
                    <a:pt x="221" y="11"/>
                  </a:cubicBezTo>
                  <a:cubicBezTo>
                    <a:pt x="211" y="23"/>
                    <a:pt x="196" y="31"/>
                    <a:pt x="179" y="31"/>
                  </a:cubicBezTo>
                  <a:cubicBezTo>
                    <a:pt x="162" y="31"/>
                    <a:pt x="146" y="23"/>
                    <a:pt x="137" y="11"/>
                  </a:cubicBezTo>
                  <a:cubicBezTo>
                    <a:pt x="133" y="4"/>
                    <a:pt x="125" y="0"/>
                    <a:pt x="116" y="0"/>
                  </a:cubicBezTo>
                  <a:lnTo>
                    <a:pt x="116" y="0"/>
                  </a:lnTo>
                  <a:cubicBezTo>
                    <a:pt x="52" y="0"/>
                    <a:pt x="0" y="51"/>
                    <a:pt x="0" y="115"/>
                  </a:cubicBezTo>
                  <a:cubicBezTo>
                    <a:pt x="0" y="160"/>
                    <a:pt x="0" y="160"/>
                    <a:pt x="0" y="160"/>
                  </a:cubicBezTo>
                  <a:cubicBezTo>
                    <a:pt x="0" y="169"/>
                    <a:pt x="6" y="176"/>
                    <a:pt x="15" y="176"/>
                  </a:cubicBezTo>
                  <a:cubicBezTo>
                    <a:pt x="23" y="176"/>
                    <a:pt x="30" y="169"/>
                    <a:pt x="30" y="160"/>
                  </a:cubicBezTo>
                  <a:lnTo>
                    <a:pt x="30" y="160"/>
                  </a:lnTo>
                  <a:cubicBezTo>
                    <a:pt x="30" y="115"/>
                    <a:pt x="30" y="115"/>
                    <a:pt x="30" y="115"/>
                  </a:cubicBezTo>
                  <a:cubicBezTo>
                    <a:pt x="30" y="91"/>
                    <a:pt x="39" y="70"/>
                    <a:pt x="55" y="53"/>
                  </a:cubicBezTo>
                  <a:cubicBezTo>
                    <a:pt x="70" y="38"/>
                    <a:pt x="92" y="29"/>
                    <a:pt x="115" y="29"/>
                  </a:cubicBezTo>
                  <a:cubicBezTo>
                    <a:pt x="129" y="48"/>
                    <a:pt x="152" y="62"/>
                    <a:pt x="179" y="62"/>
                  </a:cubicBezTo>
                  <a:cubicBezTo>
                    <a:pt x="206" y="62"/>
                    <a:pt x="229" y="48"/>
                    <a:pt x="243" y="29"/>
                  </a:cubicBezTo>
                  <a:cubicBezTo>
                    <a:pt x="266" y="29"/>
                    <a:pt x="288" y="38"/>
                    <a:pt x="303" y="53"/>
                  </a:cubicBezTo>
                  <a:cubicBezTo>
                    <a:pt x="318" y="70"/>
                    <a:pt x="328" y="91"/>
                    <a:pt x="328" y="115"/>
                  </a:cubicBezTo>
                  <a:cubicBezTo>
                    <a:pt x="328" y="160"/>
                    <a:pt x="328" y="160"/>
                    <a:pt x="328" y="160"/>
                  </a:cubicBezTo>
                  <a:cubicBezTo>
                    <a:pt x="328" y="169"/>
                    <a:pt x="335" y="176"/>
                    <a:pt x="343" y="176"/>
                  </a:cubicBezTo>
                  <a:cubicBezTo>
                    <a:pt x="351" y="176"/>
                    <a:pt x="358" y="169"/>
                    <a:pt x="358" y="160"/>
                  </a:cubicBezTo>
                  <a:cubicBezTo>
                    <a:pt x="358" y="115"/>
                    <a:pt x="358" y="115"/>
                    <a:pt x="358" y="115"/>
                  </a:cubicBezTo>
                  <a:cubicBezTo>
                    <a:pt x="358" y="51"/>
                    <a:pt x="306" y="0"/>
                    <a:pt x="2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4" name="Freeform 535">
              <a:extLst>
                <a:ext uri="{FF2B5EF4-FFF2-40B4-BE49-F238E27FC236}">
                  <a16:creationId xmlns:a16="http://schemas.microsoft.com/office/drawing/2014/main" id="{2976E0A7-0556-6494-41FF-BC29AAE0A740}"/>
                </a:ext>
              </a:extLst>
            </p:cNvPr>
            <p:cNvSpPr>
              <a:spLocks noChangeArrowheads="1"/>
            </p:cNvSpPr>
            <p:nvPr/>
          </p:nvSpPr>
          <p:spPr bwMode="auto">
            <a:xfrm>
              <a:off x="5822950" y="6642100"/>
              <a:ext cx="58738" cy="69850"/>
            </a:xfrm>
            <a:custGeom>
              <a:avLst/>
              <a:gdLst>
                <a:gd name="T0" fmla="*/ 81 w 162"/>
                <a:gd name="T1" fmla="*/ 193 h 194"/>
                <a:gd name="T2" fmla="*/ 81 w 162"/>
                <a:gd name="T3" fmla="*/ 193 h 194"/>
                <a:gd name="T4" fmla="*/ 161 w 162"/>
                <a:gd name="T5" fmla="*/ 114 h 194"/>
                <a:gd name="T6" fmla="*/ 161 w 162"/>
                <a:gd name="T7" fmla="*/ 81 h 194"/>
                <a:gd name="T8" fmla="*/ 81 w 162"/>
                <a:gd name="T9" fmla="*/ 0 h 194"/>
                <a:gd name="T10" fmla="*/ 0 w 162"/>
                <a:gd name="T11" fmla="*/ 81 h 194"/>
                <a:gd name="T12" fmla="*/ 0 w 162"/>
                <a:gd name="T13" fmla="*/ 114 h 194"/>
                <a:gd name="T14" fmla="*/ 81 w 162"/>
                <a:gd name="T15" fmla="*/ 193 h 194"/>
                <a:gd name="T16" fmla="*/ 29 w 162"/>
                <a:gd name="T17" fmla="*/ 81 h 194"/>
                <a:gd name="T18" fmla="*/ 29 w 162"/>
                <a:gd name="T19" fmla="*/ 81 h 194"/>
                <a:gd name="T20" fmla="*/ 81 w 162"/>
                <a:gd name="T21" fmla="*/ 30 h 194"/>
                <a:gd name="T22" fmla="*/ 132 w 162"/>
                <a:gd name="T23" fmla="*/ 81 h 194"/>
                <a:gd name="T24" fmla="*/ 132 w 162"/>
                <a:gd name="T25" fmla="*/ 114 h 194"/>
                <a:gd name="T26" fmla="*/ 81 w 162"/>
                <a:gd name="T27" fmla="*/ 164 h 194"/>
                <a:gd name="T28" fmla="*/ 29 w 162"/>
                <a:gd name="T29" fmla="*/ 114 h 194"/>
                <a:gd name="T30" fmla="*/ 29 w 162"/>
                <a:gd name="T31" fmla="*/ 81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1" y="193"/>
                  </a:moveTo>
                  <a:lnTo>
                    <a:pt x="81" y="193"/>
                  </a:lnTo>
                  <a:cubicBezTo>
                    <a:pt x="125" y="193"/>
                    <a:pt x="161" y="158"/>
                    <a:pt x="161" y="114"/>
                  </a:cubicBezTo>
                  <a:cubicBezTo>
                    <a:pt x="161" y="81"/>
                    <a:pt x="161" y="81"/>
                    <a:pt x="161" y="81"/>
                  </a:cubicBezTo>
                  <a:cubicBezTo>
                    <a:pt x="161" y="37"/>
                    <a:pt x="125" y="0"/>
                    <a:pt x="81" y="0"/>
                  </a:cubicBezTo>
                  <a:cubicBezTo>
                    <a:pt x="36" y="0"/>
                    <a:pt x="0" y="37"/>
                    <a:pt x="0" y="81"/>
                  </a:cubicBezTo>
                  <a:cubicBezTo>
                    <a:pt x="0" y="114"/>
                    <a:pt x="0" y="114"/>
                    <a:pt x="0" y="114"/>
                  </a:cubicBezTo>
                  <a:cubicBezTo>
                    <a:pt x="0" y="158"/>
                    <a:pt x="36" y="193"/>
                    <a:pt x="81" y="193"/>
                  </a:cubicBezTo>
                  <a:close/>
                  <a:moveTo>
                    <a:pt x="29" y="81"/>
                  </a:moveTo>
                  <a:lnTo>
                    <a:pt x="29" y="81"/>
                  </a:lnTo>
                  <a:cubicBezTo>
                    <a:pt x="29" y="52"/>
                    <a:pt x="53" y="30"/>
                    <a:pt x="81" y="30"/>
                  </a:cubicBezTo>
                  <a:cubicBezTo>
                    <a:pt x="109" y="30"/>
                    <a:pt x="132" y="52"/>
                    <a:pt x="132" y="81"/>
                  </a:cubicBezTo>
                  <a:cubicBezTo>
                    <a:pt x="132" y="114"/>
                    <a:pt x="132" y="114"/>
                    <a:pt x="132" y="114"/>
                  </a:cubicBezTo>
                  <a:cubicBezTo>
                    <a:pt x="132" y="141"/>
                    <a:pt x="109" y="164"/>
                    <a:pt x="81" y="164"/>
                  </a:cubicBezTo>
                  <a:cubicBezTo>
                    <a:pt x="53" y="164"/>
                    <a:pt x="29" y="141"/>
                    <a:pt x="29" y="114"/>
                  </a:cubicBezTo>
                  <a:lnTo>
                    <a:pt x="29" y="8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6">
              <a:extLst>
                <a:ext uri="{FF2B5EF4-FFF2-40B4-BE49-F238E27FC236}">
                  <a16:creationId xmlns:a16="http://schemas.microsoft.com/office/drawing/2014/main" id="{7C0CD925-D0DF-34D8-0FBF-6B6F29F7D1FD}"/>
                </a:ext>
              </a:extLst>
            </p:cNvPr>
            <p:cNvSpPr>
              <a:spLocks noChangeArrowheads="1"/>
            </p:cNvSpPr>
            <p:nvPr/>
          </p:nvSpPr>
          <p:spPr bwMode="auto">
            <a:xfrm>
              <a:off x="5703888" y="6627813"/>
              <a:ext cx="68262" cy="73025"/>
            </a:xfrm>
            <a:custGeom>
              <a:avLst/>
              <a:gdLst>
                <a:gd name="T0" fmla="*/ 111 w 189"/>
                <a:gd name="T1" fmla="*/ 105 h 204"/>
                <a:gd name="T2" fmla="*/ 111 w 189"/>
                <a:gd name="T3" fmla="*/ 105 h 204"/>
                <a:gd name="T4" fmla="*/ 107 w 189"/>
                <a:gd name="T5" fmla="*/ 104 h 204"/>
                <a:gd name="T6" fmla="*/ 107 w 189"/>
                <a:gd name="T7" fmla="*/ 13 h 204"/>
                <a:gd name="T8" fmla="*/ 93 w 189"/>
                <a:gd name="T9" fmla="*/ 0 h 204"/>
                <a:gd name="T10" fmla="*/ 78 w 189"/>
                <a:gd name="T11" fmla="*/ 13 h 204"/>
                <a:gd name="T12" fmla="*/ 78 w 189"/>
                <a:gd name="T13" fmla="*/ 105 h 204"/>
                <a:gd name="T14" fmla="*/ 76 w 189"/>
                <a:gd name="T15" fmla="*/ 105 h 204"/>
                <a:gd name="T16" fmla="*/ 5 w 189"/>
                <a:gd name="T17" fmla="*/ 177 h 204"/>
                <a:gd name="T18" fmla="*/ 5 w 189"/>
                <a:gd name="T19" fmla="*/ 197 h 204"/>
                <a:gd name="T20" fmla="*/ 26 w 189"/>
                <a:gd name="T21" fmla="*/ 197 h 204"/>
                <a:gd name="T22" fmla="*/ 93 w 189"/>
                <a:gd name="T23" fmla="*/ 130 h 204"/>
                <a:gd name="T24" fmla="*/ 160 w 189"/>
                <a:gd name="T25" fmla="*/ 197 h 204"/>
                <a:gd name="T26" fmla="*/ 182 w 189"/>
                <a:gd name="T27" fmla="*/ 197 h 204"/>
                <a:gd name="T28" fmla="*/ 182 w 189"/>
                <a:gd name="T29" fmla="*/ 177 h 204"/>
                <a:gd name="T30" fmla="*/ 111 w 189"/>
                <a:gd name="T31" fmla="*/ 10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9" h="204">
                  <a:moveTo>
                    <a:pt x="111" y="105"/>
                  </a:moveTo>
                  <a:lnTo>
                    <a:pt x="111" y="105"/>
                  </a:lnTo>
                  <a:cubicBezTo>
                    <a:pt x="109" y="105"/>
                    <a:pt x="108" y="104"/>
                    <a:pt x="107" y="104"/>
                  </a:cubicBezTo>
                  <a:cubicBezTo>
                    <a:pt x="107" y="13"/>
                    <a:pt x="107" y="13"/>
                    <a:pt x="107" y="13"/>
                  </a:cubicBezTo>
                  <a:cubicBezTo>
                    <a:pt x="107" y="5"/>
                    <a:pt x="101" y="0"/>
                    <a:pt x="93" y="0"/>
                  </a:cubicBezTo>
                  <a:cubicBezTo>
                    <a:pt x="85" y="0"/>
                    <a:pt x="78" y="5"/>
                    <a:pt x="78" y="13"/>
                  </a:cubicBezTo>
                  <a:cubicBezTo>
                    <a:pt x="78" y="105"/>
                    <a:pt x="78" y="105"/>
                    <a:pt x="78" y="105"/>
                  </a:cubicBezTo>
                  <a:lnTo>
                    <a:pt x="76" y="105"/>
                  </a:lnTo>
                  <a:cubicBezTo>
                    <a:pt x="5" y="177"/>
                    <a:pt x="5" y="177"/>
                    <a:pt x="5" y="177"/>
                  </a:cubicBezTo>
                  <a:cubicBezTo>
                    <a:pt x="0" y="182"/>
                    <a:pt x="0" y="192"/>
                    <a:pt x="5" y="197"/>
                  </a:cubicBezTo>
                  <a:cubicBezTo>
                    <a:pt x="11" y="203"/>
                    <a:pt x="20" y="203"/>
                    <a:pt x="26" y="197"/>
                  </a:cubicBezTo>
                  <a:cubicBezTo>
                    <a:pt x="93" y="130"/>
                    <a:pt x="93" y="130"/>
                    <a:pt x="93" y="130"/>
                  </a:cubicBezTo>
                  <a:cubicBezTo>
                    <a:pt x="160" y="197"/>
                    <a:pt x="160" y="197"/>
                    <a:pt x="160" y="197"/>
                  </a:cubicBezTo>
                  <a:cubicBezTo>
                    <a:pt x="167" y="203"/>
                    <a:pt x="175" y="203"/>
                    <a:pt x="182" y="197"/>
                  </a:cubicBezTo>
                  <a:cubicBezTo>
                    <a:pt x="188" y="192"/>
                    <a:pt x="188" y="182"/>
                    <a:pt x="182" y="177"/>
                  </a:cubicBezTo>
                  <a:lnTo>
                    <a:pt x="111"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6" name="Group 650">
            <a:extLst>
              <a:ext uri="{FF2B5EF4-FFF2-40B4-BE49-F238E27FC236}">
                <a16:creationId xmlns:a16="http://schemas.microsoft.com/office/drawing/2014/main" id="{37806391-197E-320B-CFC7-FCE55D86CA45}"/>
              </a:ext>
            </a:extLst>
          </p:cNvPr>
          <p:cNvGrpSpPr/>
          <p:nvPr/>
        </p:nvGrpSpPr>
        <p:grpSpPr>
          <a:xfrm>
            <a:off x="6243761" y="6128966"/>
            <a:ext cx="287338" cy="303212"/>
            <a:chOff x="5102225" y="6472238"/>
            <a:chExt cx="287338" cy="303212"/>
          </a:xfrm>
          <a:solidFill>
            <a:schemeClr val="tx2"/>
          </a:solidFill>
        </p:grpSpPr>
        <p:sp>
          <p:nvSpPr>
            <p:cNvPr id="647" name="Freeform 537">
              <a:extLst>
                <a:ext uri="{FF2B5EF4-FFF2-40B4-BE49-F238E27FC236}">
                  <a16:creationId xmlns:a16="http://schemas.microsoft.com/office/drawing/2014/main" id="{521F44C4-1814-27F2-8270-9A0DDE0F381F}"/>
                </a:ext>
              </a:extLst>
            </p:cNvPr>
            <p:cNvSpPr>
              <a:spLocks noChangeArrowheads="1"/>
            </p:cNvSpPr>
            <p:nvPr/>
          </p:nvSpPr>
          <p:spPr bwMode="auto">
            <a:xfrm>
              <a:off x="5186363" y="6581775"/>
              <a:ext cx="119062" cy="193675"/>
            </a:xfrm>
            <a:custGeom>
              <a:avLst/>
              <a:gdLst>
                <a:gd name="T0" fmla="*/ 294 w 330"/>
                <a:gd name="T1" fmla="*/ 14 h 538"/>
                <a:gd name="T2" fmla="*/ 294 w 330"/>
                <a:gd name="T3" fmla="*/ 14 h 538"/>
                <a:gd name="T4" fmla="*/ 246 w 330"/>
                <a:gd name="T5" fmla="*/ 0 h 538"/>
                <a:gd name="T6" fmla="*/ 82 w 330"/>
                <a:gd name="T7" fmla="*/ 0 h 538"/>
                <a:gd name="T8" fmla="*/ 41 w 330"/>
                <a:gd name="T9" fmla="*/ 10 h 538"/>
                <a:gd name="T10" fmla="*/ 12 w 330"/>
                <a:gd name="T11" fmla="*/ 36 h 538"/>
                <a:gd name="T12" fmla="*/ 0 w 330"/>
                <a:gd name="T13" fmla="*/ 83 h 538"/>
                <a:gd name="T14" fmla="*/ 0 w 330"/>
                <a:gd name="T15" fmla="*/ 272 h 538"/>
                <a:gd name="T16" fmla="*/ 9 w 330"/>
                <a:gd name="T17" fmla="*/ 313 h 538"/>
                <a:gd name="T18" fmla="*/ 34 w 330"/>
                <a:gd name="T19" fmla="*/ 342 h 538"/>
                <a:gd name="T20" fmla="*/ 67 w 330"/>
                <a:gd name="T21" fmla="*/ 354 h 538"/>
                <a:gd name="T22" fmla="*/ 67 w 330"/>
                <a:gd name="T23" fmla="*/ 537 h 538"/>
                <a:gd name="T24" fmla="*/ 97 w 330"/>
                <a:gd name="T25" fmla="*/ 537 h 538"/>
                <a:gd name="T26" fmla="*/ 97 w 330"/>
                <a:gd name="T27" fmla="*/ 326 h 538"/>
                <a:gd name="T28" fmla="*/ 82 w 330"/>
                <a:gd name="T29" fmla="*/ 326 h 538"/>
                <a:gd name="T30" fmla="*/ 51 w 330"/>
                <a:gd name="T31" fmla="*/ 317 h 538"/>
                <a:gd name="T32" fmla="*/ 31 w 330"/>
                <a:gd name="T33" fmla="*/ 290 h 538"/>
                <a:gd name="T34" fmla="*/ 29 w 330"/>
                <a:gd name="T35" fmla="*/ 278 h 538"/>
                <a:gd name="T36" fmla="*/ 29 w 330"/>
                <a:gd name="T37" fmla="*/ 273 h 538"/>
                <a:gd name="T38" fmla="*/ 29 w 330"/>
                <a:gd name="T39" fmla="*/ 272 h 538"/>
                <a:gd name="T40" fmla="*/ 29 w 330"/>
                <a:gd name="T41" fmla="*/ 272 h 538"/>
                <a:gd name="T42" fmla="*/ 29 w 330"/>
                <a:gd name="T43" fmla="*/ 83 h 538"/>
                <a:gd name="T44" fmla="*/ 37 w 330"/>
                <a:gd name="T45" fmla="*/ 52 h 538"/>
                <a:gd name="T46" fmla="*/ 64 w 330"/>
                <a:gd name="T47" fmla="*/ 33 h 538"/>
                <a:gd name="T48" fmla="*/ 78 w 330"/>
                <a:gd name="T49" fmla="*/ 30 h 538"/>
                <a:gd name="T50" fmla="*/ 81 w 330"/>
                <a:gd name="T51" fmla="*/ 30 h 538"/>
                <a:gd name="T52" fmla="*/ 82 w 330"/>
                <a:gd name="T53" fmla="*/ 29 h 538"/>
                <a:gd name="T54" fmla="*/ 82 w 330"/>
                <a:gd name="T55" fmla="*/ 29 h 538"/>
                <a:gd name="T56" fmla="*/ 246 w 330"/>
                <a:gd name="T57" fmla="*/ 29 h 538"/>
                <a:gd name="T58" fmla="*/ 277 w 330"/>
                <a:gd name="T59" fmla="*/ 37 h 538"/>
                <a:gd name="T60" fmla="*/ 296 w 330"/>
                <a:gd name="T61" fmla="*/ 66 h 538"/>
                <a:gd name="T62" fmla="*/ 299 w 330"/>
                <a:gd name="T63" fmla="*/ 79 h 538"/>
                <a:gd name="T64" fmla="*/ 299 w 330"/>
                <a:gd name="T65" fmla="*/ 83 h 538"/>
                <a:gd name="T66" fmla="*/ 299 w 330"/>
                <a:gd name="T67" fmla="*/ 83 h 538"/>
                <a:gd name="T68" fmla="*/ 299 w 330"/>
                <a:gd name="T69" fmla="*/ 83 h 538"/>
                <a:gd name="T70" fmla="*/ 299 w 330"/>
                <a:gd name="T71" fmla="*/ 272 h 538"/>
                <a:gd name="T72" fmla="*/ 291 w 330"/>
                <a:gd name="T73" fmla="*/ 304 h 538"/>
                <a:gd name="T74" fmla="*/ 263 w 330"/>
                <a:gd name="T75" fmla="*/ 323 h 538"/>
                <a:gd name="T76" fmla="*/ 251 w 330"/>
                <a:gd name="T77" fmla="*/ 326 h 538"/>
                <a:gd name="T78" fmla="*/ 247 w 330"/>
                <a:gd name="T79" fmla="*/ 326 h 538"/>
                <a:gd name="T80" fmla="*/ 246 w 330"/>
                <a:gd name="T81" fmla="*/ 326 h 538"/>
                <a:gd name="T82" fmla="*/ 246 w 330"/>
                <a:gd name="T83" fmla="*/ 326 h 538"/>
                <a:gd name="T84" fmla="*/ 232 w 330"/>
                <a:gd name="T85" fmla="*/ 326 h 538"/>
                <a:gd name="T86" fmla="*/ 232 w 330"/>
                <a:gd name="T87" fmla="*/ 537 h 538"/>
                <a:gd name="T88" fmla="*/ 261 w 330"/>
                <a:gd name="T89" fmla="*/ 537 h 538"/>
                <a:gd name="T90" fmla="*/ 261 w 330"/>
                <a:gd name="T91" fmla="*/ 353 h 538"/>
                <a:gd name="T92" fmla="*/ 287 w 330"/>
                <a:gd name="T93" fmla="*/ 345 h 538"/>
                <a:gd name="T94" fmla="*/ 316 w 330"/>
                <a:gd name="T95" fmla="*/ 320 h 538"/>
                <a:gd name="T96" fmla="*/ 329 w 330"/>
                <a:gd name="T97" fmla="*/ 272 h 538"/>
                <a:gd name="T98" fmla="*/ 329 w 330"/>
                <a:gd name="T99" fmla="*/ 83 h 538"/>
                <a:gd name="T100" fmla="*/ 318 w 330"/>
                <a:gd name="T101" fmla="*/ 43 h 538"/>
                <a:gd name="T102" fmla="*/ 294 w 330"/>
                <a:gd name="T103" fmla="*/ 1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30" h="538">
                  <a:moveTo>
                    <a:pt x="294" y="14"/>
                  </a:moveTo>
                  <a:lnTo>
                    <a:pt x="294" y="14"/>
                  </a:lnTo>
                  <a:cubicBezTo>
                    <a:pt x="281" y="6"/>
                    <a:pt x="265" y="0"/>
                    <a:pt x="246" y="0"/>
                  </a:cubicBezTo>
                  <a:cubicBezTo>
                    <a:pt x="82" y="0"/>
                    <a:pt x="82" y="0"/>
                    <a:pt x="82" y="0"/>
                  </a:cubicBezTo>
                  <a:cubicBezTo>
                    <a:pt x="81" y="0"/>
                    <a:pt x="62" y="0"/>
                    <a:pt x="41" y="10"/>
                  </a:cubicBezTo>
                  <a:cubicBezTo>
                    <a:pt x="31" y="15"/>
                    <a:pt x="20" y="24"/>
                    <a:pt x="12" y="36"/>
                  </a:cubicBezTo>
                  <a:cubicBezTo>
                    <a:pt x="4" y="48"/>
                    <a:pt x="0" y="63"/>
                    <a:pt x="0" y="83"/>
                  </a:cubicBezTo>
                  <a:cubicBezTo>
                    <a:pt x="0" y="272"/>
                    <a:pt x="0" y="272"/>
                    <a:pt x="0" y="272"/>
                  </a:cubicBezTo>
                  <a:cubicBezTo>
                    <a:pt x="0" y="273"/>
                    <a:pt x="0" y="293"/>
                    <a:pt x="9" y="313"/>
                  </a:cubicBezTo>
                  <a:cubicBezTo>
                    <a:pt x="15" y="323"/>
                    <a:pt x="23" y="334"/>
                    <a:pt x="34" y="342"/>
                  </a:cubicBezTo>
                  <a:cubicBezTo>
                    <a:pt x="44" y="348"/>
                    <a:pt x="55" y="352"/>
                    <a:pt x="67" y="354"/>
                  </a:cubicBezTo>
                  <a:cubicBezTo>
                    <a:pt x="67" y="537"/>
                    <a:pt x="67" y="537"/>
                    <a:pt x="67" y="537"/>
                  </a:cubicBezTo>
                  <a:cubicBezTo>
                    <a:pt x="97" y="537"/>
                    <a:pt x="97" y="537"/>
                    <a:pt x="97" y="537"/>
                  </a:cubicBezTo>
                  <a:cubicBezTo>
                    <a:pt x="97" y="326"/>
                    <a:pt x="97" y="326"/>
                    <a:pt x="97" y="326"/>
                  </a:cubicBezTo>
                  <a:cubicBezTo>
                    <a:pt x="82" y="326"/>
                    <a:pt x="82" y="326"/>
                    <a:pt x="82" y="326"/>
                  </a:cubicBezTo>
                  <a:cubicBezTo>
                    <a:pt x="67" y="326"/>
                    <a:pt x="57" y="323"/>
                    <a:pt x="51" y="317"/>
                  </a:cubicBezTo>
                  <a:cubicBezTo>
                    <a:pt x="41" y="311"/>
                    <a:pt x="35" y="300"/>
                    <a:pt x="31" y="290"/>
                  </a:cubicBezTo>
                  <a:cubicBezTo>
                    <a:pt x="30" y="284"/>
                    <a:pt x="30" y="280"/>
                    <a:pt x="29" y="278"/>
                  </a:cubicBezTo>
                  <a:cubicBezTo>
                    <a:pt x="29" y="276"/>
                    <a:pt x="29" y="275"/>
                    <a:pt x="29" y="273"/>
                  </a:cubicBezTo>
                  <a:cubicBezTo>
                    <a:pt x="29" y="272"/>
                    <a:pt x="29" y="272"/>
                    <a:pt x="29" y="272"/>
                  </a:cubicBezTo>
                  <a:lnTo>
                    <a:pt x="29" y="272"/>
                  </a:lnTo>
                  <a:cubicBezTo>
                    <a:pt x="29" y="83"/>
                    <a:pt x="29" y="83"/>
                    <a:pt x="29" y="83"/>
                  </a:cubicBezTo>
                  <a:cubicBezTo>
                    <a:pt x="29" y="69"/>
                    <a:pt x="33" y="59"/>
                    <a:pt x="37" y="52"/>
                  </a:cubicBezTo>
                  <a:cubicBezTo>
                    <a:pt x="44" y="41"/>
                    <a:pt x="55" y="36"/>
                    <a:pt x="64" y="33"/>
                  </a:cubicBezTo>
                  <a:cubicBezTo>
                    <a:pt x="70" y="32"/>
                    <a:pt x="74" y="30"/>
                    <a:pt x="78" y="30"/>
                  </a:cubicBezTo>
                  <a:cubicBezTo>
                    <a:pt x="79" y="30"/>
                    <a:pt x="81" y="30"/>
                    <a:pt x="81" y="30"/>
                  </a:cubicBezTo>
                  <a:cubicBezTo>
                    <a:pt x="82" y="29"/>
                    <a:pt x="82" y="29"/>
                    <a:pt x="82" y="29"/>
                  </a:cubicBezTo>
                  <a:lnTo>
                    <a:pt x="82" y="29"/>
                  </a:lnTo>
                  <a:cubicBezTo>
                    <a:pt x="246" y="29"/>
                    <a:pt x="246" y="29"/>
                    <a:pt x="246" y="29"/>
                  </a:cubicBezTo>
                  <a:cubicBezTo>
                    <a:pt x="261" y="30"/>
                    <a:pt x="270" y="33"/>
                    <a:pt x="277" y="37"/>
                  </a:cubicBezTo>
                  <a:cubicBezTo>
                    <a:pt x="288" y="44"/>
                    <a:pt x="294" y="55"/>
                    <a:pt x="296" y="66"/>
                  </a:cubicBezTo>
                  <a:cubicBezTo>
                    <a:pt x="298" y="70"/>
                    <a:pt x="299" y="76"/>
                    <a:pt x="299" y="79"/>
                  </a:cubicBezTo>
                  <a:cubicBezTo>
                    <a:pt x="299" y="80"/>
                    <a:pt x="299" y="81"/>
                    <a:pt x="299" y="83"/>
                  </a:cubicBezTo>
                  <a:lnTo>
                    <a:pt x="299" y="83"/>
                  </a:lnTo>
                  <a:lnTo>
                    <a:pt x="299" y="83"/>
                  </a:lnTo>
                  <a:cubicBezTo>
                    <a:pt x="299" y="272"/>
                    <a:pt x="299" y="272"/>
                    <a:pt x="299" y="272"/>
                  </a:cubicBezTo>
                  <a:cubicBezTo>
                    <a:pt x="299" y="287"/>
                    <a:pt x="296" y="297"/>
                    <a:pt x="291" y="304"/>
                  </a:cubicBezTo>
                  <a:cubicBezTo>
                    <a:pt x="284" y="315"/>
                    <a:pt x="273" y="320"/>
                    <a:pt x="263" y="323"/>
                  </a:cubicBezTo>
                  <a:cubicBezTo>
                    <a:pt x="258" y="324"/>
                    <a:pt x="254" y="326"/>
                    <a:pt x="251" y="326"/>
                  </a:cubicBezTo>
                  <a:cubicBezTo>
                    <a:pt x="250" y="326"/>
                    <a:pt x="248" y="326"/>
                    <a:pt x="247" y="326"/>
                  </a:cubicBezTo>
                  <a:cubicBezTo>
                    <a:pt x="246" y="326"/>
                    <a:pt x="246" y="326"/>
                    <a:pt x="246" y="326"/>
                  </a:cubicBezTo>
                  <a:lnTo>
                    <a:pt x="246" y="326"/>
                  </a:lnTo>
                  <a:cubicBezTo>
                    <a:pt x="232" y="326"/>
                    <a:pt x="232" y="326"/>
                    <a:pt x="232" y="326"/>
                  </a:cubicBezTo>
                  <a:cubicBezTo>
                    <a:pt x="232" y="537"/>
                    <a:pt x="232" y="537"/>
                    <a:pt x="232" y="537"/>
                  </a:cubicBezTo>
                  <a:cubicBezTo>
                    <a:pt x="261" y="537"/>
                    <a:pt x="261" y="537"/>
                    <a:pt x="261" y="537"/>
                  </a:cubicBezTo>
                  <a:cubicBezTo>
                    <a:pt x="261" y="353"/>
                    <a:pt x="261" y="353"/>
                    <a:pt x="261" y="353"/>
                  </a:cubicBezTo>
                  <a:cubicBezTo>
                    <a:pt x="267" y="352"/>
                    <a:pt x="277" y="350"/>
                    <a:pt x="287" y="345"/>
                  </a:cubicBezTo>
                  <a:cubicBezTo>
                    <a:pt x="296" y="339"/>
                    <a:pt x="307" y="332"/>
                    <a:pt x="316" y="320"/>
                  </a:cubicBezTo>
                  <a:cubicBezTo>
                    <a:pt x="324" y="308"/>
                    <a:pt x="329" y="291"/>
                    <a:pt x="329" y="272"/>
                  </a:cubicBezTo>
                  <a:cubicBezTo>
                    <a:pt x="329" y="83"/>
                    <a:pt x="329" y="83"/>
                    <a:pt x="329" y="83"/>
                  </a:cubicBezTo>
                  <a:cubicBezTo>
                    <a:pt x="328" y="81"/>
                    <a:pt x="329" y="63"/>
                    <a:pt x="318" y="43"/>
                  </a:cubicBezTo>
                  <a:cubicBezTo>
                    <a:pt x="313" y="32"/>
                    <a:pt x="306" y="22"/>
                    <a:pt x="294"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8">
              <a:extLst>
                <a:ext uri="{FF2B5EF4-FFF2-40B4-BE49-F238E27FC236}">
                  <a16:creationId xmlns:a16="http://schemas.microsoft.com/office/drawing/2014/main" id="{C3E16E9C-3041-6CC9-A71D-8954D88E452D}"/>
                </a:ext>
              </a:extLst>
            </p:cNvPr>
            <p:cNvSpPr>
              <a:spLocks noChangeArrowheads="1"/>
            </p:cNvSpPr>
            <p:nvPr/>
          </p:nvSpPr>
          <p:spPr bwMode="auto">
            <a:xfrm>
              <a:off x="5102225" y="6616700"/>
              <a:ext cx="61913" cy="158750"/>
            </a:xfrm>
            <a:custGeom>
              <a:avLst/>
              <a:gdLst>
                <a:gd name="T0" fmla="*/ 43 w 172"/>
                <a:gd name="T1" fmla="*/ 11 h 443"/>
                <a:gd name="T2" fmla="*/ 43 w 172"/>
                <a:gd name="T3" fmla="*/ 11 h 443"/>
                <a:gd name="T4" fmla="*/ 14 w 172"/>
                <a:gd name="T5" fmla="*/ 36 h 443"/>
                <a:gd name="T6" fmla="*/ 0 w 172"/>
                <a:gd name="T7" fmla="*/ 84 h 443"/>
                <a:gd name="T8" fmla="*/ 0 w 172"/>
                <a:gd name="T9" fmla="*/ 229 h 443"/>
                <a:gd name="T10" fmla="*/ 11 w 172"/>
                <a:gd name="T11" fmla="*/ 270 h 443"/>
                <a:gd name="T12" fmla="*/ 36 w 172"/>
                <a:gd name="T13" fmla="*/ 299 h 443"/>
                <a:gd name="T14" fmla="*/ 69 w 172"/>
                <a:gd name="T15" fmla="*/ 312 h 443"/>
                <a:gd name="T16" fmla="*/ 69 w 172"/>
                <a:gd name="T17" fmla="*/ 442 h 443"/>
                <a:gd name="T18" fmla="*/ 98 w 172"/>
                <a:gd name="T19" fmla="*/ 442 h 443"/>
                <a:gd name="T20" fmla="*/ 98 w 172"/>
                <a:gd name="T21" fmla="*/ 283 h 443"/>
                <a:gd name="T22" fmla="*/ 83 w 172"/>
                <a:gd name="T23" fmla="*/ 283 h 443"/>
                <a:gd name="T24" fmla="*/ 53 w 172"/>
                <a:gd name="T25" fmla="*/ 275 h 443"/>
                <a:gd name="T26" fmla="*/ 33 w 172"/>
                <a:gd name="T27" fmla="*/ 247 h 443"/>
                <a:gd name="T28" fmla="*/ 31 w 172"/>
                <a:gd name="T29" fmla="*/ 235 h 443"/>
                <a:gd name="T30" fmla="*/ 31 w 172"/>
                <a:gd name="T31" fmla="*/ 231 h 443"/>
                <a:gd name="T32" fmla="*/ 31 w 172"/>
                <a:gd name="T33" fmla="*/ 229 h 443"/>
                <a:gd name="T34" fmla="*/ 31 w 172"/>
                <a:gd name="T35" fmla="*/ 229 h 443"/>
                <a:gd name="T36" fmla="*/ 31 w 172"/>
                <a:gd name="T37" fmla="*/ 84 h 443"/>
                <a:gd name="T38" fmla="*/ 39 w 172"/>
                <a:gd name="T39" fmla="*/ 52 h 443"/>
                <a:gd name="T40" fmla="*/ 66 w 172"/>
                <a:gd name="T41" fmla="*/ 33 h 443"/>
                <a:gd name="T42" fmla="*/ 79 w 172"/>
                <a:gd name="T43" fmla="*/ 30 h 443"/>
                <a:gd name="T44" fmla="*/ 83 w 172"/>
                <a:gd name="T45" fmla="*/ 30 h 443"/>
                <a:gd name="T46" fmla="*/ 83 w 172"/>
                <a:gd name="T47" fmla="*/ 30 h 443"/>
                <a:gd name="T48" fmla="*/ 83 w 172"/>
                <a:gd name="T49" fmla="*/ 30 h 443"/>
                <a:gd name="T50" fmla="*/ 171 w 172"/>
                <a:gd name="T51" fmla="*/ 30 h 443"/>
                <a:gd name="T52" fmla="*/ 171 w 172"/>
                <a:gd name="T53" fmla="*/ 0 h 443"/>
                <a:gd name="T54" fmla="*/ 171 w 172"/>
                <a:gd name="T55" fmla="*/ 0 h 443"/>
                <a:gd name="T56" fmla="*/ 83 w 172"/>
                <a:gd name="T57" fmla="*/ 0 h 443"/>
                <a:gd name="T58" fmla="*/ 43 w 172"/>
                <a:gd name="T59" fmla="*/ 11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443">
                  <a:moveTo>
                    <a:pt x="43" y="11"/>
                  </a:moveTo>
                  <a:lnTo>
                    <a:pt x="43" y="11"/>
                  </a:lnTo>
                  <a:cubicBezTo>
                    <a:pt x="32" y="15"/>
                    <a:pt x="22" y="23"/>
                    <a:pt x="14" y="36"/>
                  </a:cubicBezTo>
                  <a:cubicBezTo>
                    <a:pt x="6" y="48"/>
                    <a:pt x="0" y="63"/>
                    <a:pt x="0" y="84"/>
                  </a:cubicBezTo>
                  <a:cubicBezTo>
                    <a:pt x="0" y="229"/>
                    <a:pt x="0" y="229"/>
                    <a:pt x="0" y="229"/>
                  </a:cubicBezTo>
                  <a:cubicBezTo>
                    <a:pt x="0" y="231"/>
                    <a:pt x="0" y="250"/>
                    <a:pt x="11" y="270"/>
                  </a:cubicBezTo>
                  <a:cubicBezTo>
                    <a:pt x="16" y="280"/>
                    <a:pt x="24" y="291"/>
                    <a:pt x="36" y="299"/>
                  </a:cubicBezTo>
                  <a:cubicBezTo>
                    <a:pt x="44" y="305"/>
                    <a:pt x="55" y="309"/>
                    <a:pt x="69" y="312"/>
                  </a:cubicBezTo>
                  <a:cubicBezTo>
                    <a:pt x="69" y="442"/>
                    <a:pt x="69" y="442"/>
                    <a:pt x="69" y="442"/>
                  </a:cubicBezTo>
                  <a:cubicBezTo>
                    <a:pt x="98" y="442"/>
                    <a:pt x="98" y="442"/>
                    <a:pt x="98" y="442"/>
                  </a:cubicBezTo>
                  <a:cubicBezTo>
                    <a:pt x="98" y="283"/>
                    <a:pt x="98" y="283"/>
                    <a:pt x="98" y="283"/>
                  </a:cubicBezTo>
                  <a:cubicBezTo>
                    <a:pt x="83" y="283"/>
                    <a:pt x="83" y="283"/>
                    <a:pt x="83" y="283"/>
                  </a:cubicBezTo>
                  <a:cubicBezTo>
                    <a:pt x="69" y="283"/>
                    <a:pt x="59" y="280"/>
                    <a:pt x="53" y="275"/>
                  </a:cubicBezTo>
                  <a:cubicBezTo>
                    <a:pt x="42" y="268"/>
                    <a:pt x="36" y="257"/>
                    <a:pt x="33" y="247"/>
                  </a:cubicBezTo>
                  <a:cubicBezTo>
                    <a:pt x="32" y="242"/>
                    <a:pt x="31" y="237"/>
                    <a:pt x="31" y="235"/>
                  </a:cubicBezTo>
                  <a:cubicBezTo>
                    <a:pt x="31" y="232"/>
                    <a:pt x="31" y="232"/>
                    <a:pt x="31" y="231"/>
                  </a:cubicBezTo>
                  <a:cubicBezTo>
                    <a:pt x="31" y="229"/>
                    <a:pt x="31" y="229"/>
                    <a:pt x="31" y="229"/>
                  </a:cubicBezTo>
                  <a:lnTo>
                    <a:pt x="31" y="229"/>
                  </a:lnTo>
                  <a:cubicBezTo>
                    <a:pt x="31" y="84"/>
                    <a:pt x="31" y="84"/>
                    <a:pt x="31" y="84"/>
                  </a:cubicBezTo>
                  <a:cubicBezTo>
                    <a:pt x="31" y="69"/>
                    <a:pt x="33" y="59"/>
                    <a:pt x="39" y="52"/>
                  </a:cubicBezTo>
                  <a:cubicBezTo>
                    <a:pt x="46" y="41"/>
                    <a:pt x="57" y="36"/>
                    <a:pt x="66" y="33"/>
                  </a:cubicBezTo>
                  <a:cubicBezTo>
                    <a:pt x="70" y="32"/>
                    <a:pt x="76" y="30"/>
                    <a:pt x="79" y="30"/>
                  </a:cubicBezTo>
                  <a:cubicBezTo>
                    <a:pt x="80" y="30"/>
                    <a:pt x="81" y="30"/>
                    <a:pt x="83" y="30"/>
                  </a:cubicBezTo>
                  <a:lnTo>
                    <a:pt x="83" y="30"/>
                  </a:lnTo>
                  <a:lnTo>
                    <a:pt x="83" y="30"/>
                  </a:lnTo>
                  <a:cubicBezTo>
                    <a:pt x="171" y="30"/>
                    <a:pt x="171" y="30"/>
                    <a:pt x="171" y="30"/>
                  </a:cubicBezTo>
                  <a:cubicBezTo>
                    <a:pt x="171" y="0"/>
                    <a:pt x="171" y="0"/>
                    <a:pt x="171" y="0"/>
                  </a:cubicBezTo>
                  <a:lnTo>
                    <a:pt x="171" y="0"/>
                  </a:lnTo>
                  <a:cubicBezTo>
                    <a:pt x="83" y="0"/>
                    <a:pt x="83" y="0"/>
                    <a:pt x="83" y="0"/>
                  </a:cubicBezTo>
                  <a:cubicBezTo>
                    <a:pt x="83" y="0"/>
                    <a:pt x="64" y="0"/>
                    <a:pt x="43"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9">
              <a:extLst>
                <a:ext uri="{FF2B5EF4-FFF2-40B4-BE49-F238E27FC236}">
                  <a16:creationId xmlns:a16="http://schemas.microsoft.com/office/drawing/2014/main" id="{BEEE9834-A5B1-3B93-AC00-6451FD14B475}"/>
                </a:ext>
              </a:extLst>
            </p:cNvPr>
            <p:cNvSpPr>
              <a:spLocks noChangeArrowheads="1"/>
            </p:cNvSpPr>
            <p:nvPr/>
          </p:nvSpPr>
          <p:spPr bwMode="auto">
            <a:xfrm>
              <a:off x="5327650" y="6616700"/>
              <a:ext cx="61913" cy="158750"/>
            </a:xfrm>
            <a:custGeom>
              <a:avLst/>
              <a:gdLst>
                <a:gd name="T0" fmla="*/ 114 w 171"/>
                <a:gd name="T1" fmla="*/ 4 h 443"/>
                <a:gd name="T2" fmla="*/ 114 w 171"/>
                <a:gd name="T3" fmla="*/ 4 h 443"/>
                <a:gd name="T4" fmla="*/ 88 w 171"/>
                <a:gd name="T5" fmla="*/ 0 h 443"/>
                <a:gd name="T6" fmla="*/ 0 w 171"/>
                <a:gd name="T7" fmla="*/ 0 h 443"/>
                <a:gd name="T8" fmla="*/ 0 w 171"/>
                <a:gd name="T9" fmla="*/ 30 h 443"/>
                <a:gd name="T10" fmla="*/ 88 w 171"/>
                <a:gd name="T11" fmla="*/ 30 h 443"/>
                <a:gd name="T12" fmla="*/ 88 w 171"/>
                <a:gd name="T13" fmla="*/ 30 h 443"/>
                <a:gd name="T14" fmla="*/ 117 w 171"/>
                <a:gd name="T15" fmla="*/ 37 h 443"/>
                <a:gd name="T16" fmla="*/ 133 w 171"/>
                <a:gd name="T17" fmla="*/ 52 h 443"/>
                <a:gd name="T18" fmla="*/ 141 w 171"/>
                <a:gd name="T19" fmla="*/ 84 h 443"/>
                <a:gd name="T20" fmla="*/ 141 w 171"/>
                <a:gd name="T21" fmla="*/ 229 h 443"/>
                <a:gd name="T22" fmla="*/ 141 w 171"/>
                <a:gd name="T23" fmla="*/ 229 h 443"/>
                <a:gd name="T24" fmla="*/ 133 w 171"/>
                <a:gd name="T25" fmla="*/ 258 h 443"/>
                <a:gd name="T26" fmla="*/ 118 w 171"/>
                <a:gd name="T27" fmla="*/ 275 h 443"/>
                <a:gd name="T28" fmla="*/ 88 w 171"/>
                <a:gd name="T29" fmla="*/ 283 h 443"/>
                <a:gd name="T30" fmla="*/ 52 w 171"/>
                <a:gd name="T31" fmla="*/ 283 h 443"/>
                <a:gd name="T32" fmla="*/ 52 w 171"/>
                <a:gd name="T33" fmla="*/ 442 h 443"/>
                <a:gd name="T34" fmla="*/ 82 w 171"/>
                <a:gd name="T35" fmla="*/ 442 h 443"/>
                <a:gd name="T36" fmla="*/ 82 w 171"/>
                <a:gd name="T37" fmla="*/ 312 h 443"/>
                <a:gd name="T38" fmla="*/ 88 w 171"/>
                <a:gd name="T39" fmla="*/ 312 h 443"/>
                <a:gd name="T40" fmla="*/ 135 w 171"/>
                <a:gd name="T41" fmla="*/ 299 h 443"/>
                <a:gd name="T42" fmla="*/ 166 w 171"/>
                <a:gd name="T43" fmla="*/ 255 h 443"/>
                <a:gd name="T44" fmla="*/ 170 w 171"/>
                <a:gd name="T45" fmla="*/ 229 h 443"/>
                <a:gd name="T46" fmla="*/ 170 w 171"/>
                <a:gd name="T47" fmla="*/ 84 h 443"/>
                <a:gd name="T48" fmla="*/ 158 w 171"/>
                <a:gd name="T49" fmla="*/ 36 h 443"/>
                <a:gd name="T50" fmla="*/ 114 w 171"/>
                <a:gd name="T51" fmla="*/ 4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1" h="443">
                  <a:moveTo>
                    <a:pt x="114" y="4"/>
                  </a:moveTo>
                  <a:lnTo>
                    <a:pt x="114" y="4"/>
                  </a:lnTo>
                  <a:cubicBezTo>
                    <a:pt x="99" y="0"/>
                    <a:pt x="89" y="0"/>
                    <a:pt x="88" y="0"/>
                  </a:cubicBezTo>
                  <a:cubicBezTo>
                    <a:pt x="0" y="0"/>
                    <a:pt x="0" y="0"/>
                    <a:pt x="0" y="0"/>
                  </a:cubicBezTo>
                  <a:cubicBezTo>
                    <a:pt x="0" y="30"/>
                    <a:pt x="0" y="30"/>
                    <a:pt x="0" y="30"/>
                  </a:cubicBezTo>
                  <a:cubicBezTo>
                    <a:pt x="88" y="30"/>
                    <a:pt x="88" y="30"/>
                    <a:pt x="88" y="30"/>
                  </a:cubicBezTo>
                  <a:lnTo>
                    <a:pt x="88" y="30"/>
                  </a:lnTo>
                  <a:cubicBezTo>
                    <a:pt x="88" y="30"/>
                    <a:pt x="103" y="30"/>
                    <a:pt x="117" y="37"/>
                  </a:cubicBezTo>
                  <a:cubicBezTo>
                    <a:pt x="124" y="41"/>
                    <a:pt x="129" y="45"/>
                    <a:pt x="133" y="52"/>
                  </a:cubicBezTo>
                  <a:cubicBezTo>
                    <a:pt x="137" y="59"/>
                    <a:pt x="141" y="69"/>
                    <a:pt x="141" y="84"/>
                  </a:cubicBezTo>
                  <a:cubicBezTo>
                    <a:pt x="141" y="229"/>
                    <a:pt x="141" y="229"/>
                    <a:pt x="141" y="229"/>
                  </a:cubicBezTo>
                  <a:lnTo>
                    <a:pt x="141" y="229"/>
                  </a:lnTo>
                  <a:cubicBezTo>
                    <a:pt x="141" y="231"/>
                    <a:pt x="140" y="246"/>
                    <a:pt x="133" y="258"/>
                  </a:cubicBezTo>
                  <a:cubicBezTo>
                    <a:pt x="130" y="265"/>
                    <a:pt x="125" y="270"/>
                    <a:pt x="118" y="275"/>
                  </a:cubicBezTo>
                  <a:cubicBezTo>
                    <a:pt x="111" y="280"/>
                    <a:pt x="102" y="283"/>
                    <a:pt x="88" y="283"/>
                  </a:cubicBezTo>
                  <a:cubicBezTo>
                    <a:pt x="52" y="283"/>
                    <a:pt x="52" y="283"/>
                    <a:pt x="52" y="283"/>
                  </a:cubicBezTo>
                  <a:cubicBezTo>
                    <a:pt x="52" y="442"/>
                    <a:pt x="52" y="442"/>
                    <a:pt x="52" y="442"/>
                  </a:cubicBezTo>
                  <a:cubicBezTo>
                    <a:pt x="82" y="442"/>
                    <a:pt x="82" y="442"/>
                    <a:pt x="82" y="442"/>
                  </a:cubicBezTo>
                  <a:cubicBezTo>
                    <a:pt x="82" y="312"/>
                    <a:pt x="82" y="312"/>
                    <a:pt x="82" y="312"/>
                  </a:cubicBezTo>
                  <a:cubicBezTo>
                    <a:pt x="88" y="312"/>
                    <a:pt x="88" y="312"/>
                    <a:pt x="88" y="312"/>
                  </a:cubicBezTo>
                  <a:cubicBezTo>
                    <a:pt x="107" y="312"/>
                    <a:pt x="124" y="307"/>
                    <a:pt x="135" y="299"/>
                  </a:cubicBezTo>
                  <a:cubicBezTo>
                    <a:pt x="154" y="287"/>
                    <a:pt x="162" y="269"/>
                    <a:pt x="166" y="255"/>
                  </a:cubicBezTo>
                  <a:cubicBezTo>
                    <a:pt x="170" y="242"/>
                    <a:pt x="170" y="231"/>
                    <a:pt x="170" y="229"/>
                  </a:cubicBezTo>
                  <a:cubicBezTo>
                    <a:pt x="170" y="84"/>
                    <a:pt x="170" y="84"/>
                    <a:pt x="170" y="84"/>
                  </a:cubicBezTo>
                  <a:cubicBezTo>
                    <a:pt x="170" y="63"/>
                    <a:pt x="165" y="48"/>
                    <a:pt x="158" y="36"/>
                  </a:cubicBezTo>
                  <a:cubicBezTo>
                    <a:pt x="146" y="18"/>
                    <a:pt x="128" y="8"/>
                    <a:pt x="11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40">
              <a:extLst>
                <a:ext uri="{FF2B5EF4-FFF2-40B4-BE49-F238E27FC236}">
                  <a16:creationId xmlns:a16="http://schemas.microsoft.com/office/drawing/2014/main" id="{93303790-9031-87C6-D00F-AEBBFEC7523E}"/>
                </a:ext>
              </a:extLst>
            </p:cNvPr>
            <p:cNvSpPr>
              <a:spLocks noChangeArrowheads="1"/>
            </p:cNvSpPr>
            <p:nvPr/>
          </p:nvSpPr>
          <p:spPr bwMode="auto">
            <a:xfrm>
              <a:off x="5211763" y="6472238"/>
              <a:ext cx="69850" cy="84137"/>
            </a:xfrm>
            <a:custGeom>
              <a:avLst/>
              <a:gdLst>
                <a:gd name="T0" fmla="*/ 97 w 194"/>
                <a:gd name="T1" fmla="*/ 0 h 235"/>
                <a:gd name="T2" fmla="*/ 97 w 194"/>
                <a:gd name="T3" fmla="*/ 0 h 235"/>
                <a:gd name="T4" fmla="*/ 0 w 194"/>
                <a:gd name="T5" fmla="*/ 96 h 235"/>
                <a:gd name="T6" fmla="*/ 0 w 194"/>
                <a:gd name="T7" fmla="*/ 137 h 235"/>
                <a:gd name="T8" fmla="*/ 97 w 194"/>
                <a:gd name="T9" fmla="*/ 234 h 235"/>
                <a:gd name="T10" fmla="*/ 193 w 194"/>
                <a:gd name="T11" fmla="*/ 137 h 235"/>
                <a:gd name="T12" fmla="*/ 193 w 194"/>
                <a:gd name="T13" fmla="*/ 96 h 235"/>
                <a:gd name="T14" fmla="*/ 97 w 194"/>
                <a:gd name="T15" fmla="*/ 0 h 235"/>
                <a:gd name="T16" fmla="*/ 164 w 194"/>
                <a:gd name="T17" fmla="*/ 137 h 235"/>
                <a:gd name="T18" fmla="*/ 164 w 194"/>
                <a:gd name="T19" fmla="*/ 137 h 235"/>
                <a:gd name="T20" fmla="*/ 143 w 194"/>
                <a:gd name="T21" fmla="*/ 184 h 235"/>
                <a:gd name="T22" fmla="*/ 97 w 194"/>
                <a:gd name="T23" fmla="*/ 205 h 235"/>
                <a:gd name="T24" fmla="*/ 48 w 194"/>
                <a:gd name="T25" fmla="*/ 184 h 235"/>
                <a:gd name="T26" fmla="*/ 29 w 194"/>
                <a:gd name="T27" fmla="*/ 137 h 235"/>
                <a:gd name="T28" fmla="*/ 29 w 194"/>
                <a:gd name="T29" fmla="*/ 96 h 235"/>
                <a:gd name="T30" fmla="*/ 48 w 194"/>
                <a:gd name="T31" fmla="*/ 50 h 235"/>
                <a:gd name="T32" fmla="*/ 97 w 194"/>
                <a:gd name="T33" fmla="*/ 29 h 235"/>
                <a:gd name="T34" fmla="*/ 143 w 194"/>
                <a:gd name="T35" fmla="*/ 50 h 235"/>
                <a:gd name="T36" fmla="*/ 164 w 194"/>
                <a:gd name="T37" fmla="*/ 96 h 235"/>
                <a:gd name="T38" fmla="*/ 164 w 194"/>
                <a:gd name="T39" fmla="*/ 13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235">
                  <a:moveTo>
                    <a:pt x="97" y="0"/>
                  </a:moveTo>
                  <a:lnTo>
                    <a:pt x="97" y="0"/>
                  </a:lnTo>
                  <a:cubicBezTo>
                    <a:pt x="43" y="0"/>
                    <a:pt x="0" y="43"/>
                    <a:pt x="0" y="96"/>
                  </a:cubicBezTo>
                  <a:cubicBezTo>
                    <a:pt x="0" y="137"/>
                    <a:pt x="0" y="137"/>
                    <a:pt x="0" y="137"/>
                  </a:cubicBezTo>
                  <a:cubicBezTo>
                    <a:pt x="0" y="191"/>
                    <a:pt x="43" y="234"/>
                    <a:pt x="97" y="234"/>
                  </a:cubicBezTo>
                  <a:cubicBezTo>
                    <a:pt x="149" y="234"/>
                    <a:pt x="193" y="191"/>
                    <a:pt x="193" y="137"/>
                  </a:cubicBezTo>
                  <a:cubicBezTo>
                    <a:pt x="193" y="96"/>
                    <a:pt x="193" y="96"/>
                    <a:pt x="193" y="96"/>
                  </a:cubicBezTo>
                  <a:cubicBezTo>
                    <a:pt x="193" y="43"/>
                    <a:pt x="149" y="0"/>
                    <a:pt x="97" y="0"/>
                  </a:cubicBezTo>
                  <a:close/>
                  <a:moveTo>
                    <a:pt x="164" y="137"/>
                  </a:moveTo>
                  <a:lnTo>
                    <a:pt x="164" y="137"/>
                  </a:lnTo>
                  <a:cubicBezTo>
                    <a:pt x="164" y="155"/>
                    <a:pt x="156" y="173"/>
                    <a:pt x="143" y="184"/>
                  </a:cubicBezTo>
                  <a:cubicBezTo>
                    <a:pt x="131" y="197"/>
                    <a:pt x="114" y="205"/>
                    <a:pt x="97" y="205"/>
                  </a:cubicBezTo>
                  <a:cubicBezTo>
                    <a:pt x="77" y="205"/>
                    <a:pt x="61" y="197"/>
                    <a:pt x="48" y="184"/>
                  </a:cubicBezTo>
                  <a:cubicBezTo>
                    <a:pt x="36" y="173"/>
                    <a:pt x="29" y="155"/>
                    <a:pt x="29" y="137"/>
                  </a:cubicBezTo>
                  <a:cubicBezTo>
                    <a:pt x="29" y="96"/>
                    <a:pt x="29" y="96"/>
                    <a:pt x="29" y="96"/>
                  </a:cubicBezTo>
                  <a:cubicBezTo>
                    <a:pt x="29" y="78"/>
                    <a:pt x="36" y="61"/>
                    <a:pt x="48" y="50"/>
                  </a:cubicBezTo>
                  <a:cubicBezTo>
                    <a:pt x="61" y="37"/>
                    <a:pt x="77" y="29"/>
                    <a:pt x="97" y="29"/>
                  </a:cubicBezTo>
                  <a:cubicBezTo>
                    <a:pt x="114" y="29"/>
                    <a:pt x="131" y="37"/>
                    <a:pt x="143" y="50"/>
                  </a:cubicBezTo>
                  <a:cubicBezTo>
                    <a:pt x="156" y="61"/>
                    <a:pt x="164" y="78"/>
                    <a:pt x="164" y="96"/>
                  </a:cubicBezTo>
                  <a:lnTo>
                    <a:pt x="164"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41">
              <a:extLst>
                <a:ext uri="{FF2B5EF4-FFF2-40B4-BE49-F238E27FC236}">
                  <a16:creationId xmlns:a16="http://schemas.microsoft.com/office/drawing/2014/main" id="{F744D6F2-63EC-ADB4-C616-7F33FD96B982}"/>
                </a:ext>
              </a:extLst>
            </p:cNvPr>
            <p:cNvSpPr>
              <a:spLocks noChangeArrowheads="1"/>
            </p:cNvSpPr>
            <p:nvPr/>
          </p:nvSpPr>
          <p:spPr bwMode="auto">
            <a:xfrm>
              <a:off x="5305425" y="6505575"/>
              <a:ext cx="69850" cy="84138"/>
            </a:xfrm>
            <a:custGeom>
              <a:avLst/>
              <a:gdLst>
                <a:gd name="T0" fmla="*/ 192 w 193"/>
                <a:gd name="T1" fmla="*/ 137 h 234"/>
                <a:gd name="T2" fmla="*/ 192 w 193"/>
                <a:gd name="T3" fmla="*/ 137 h 234"/>
                <a:gd name="T4" fmla="*/ 192 w 193"/>
                <a:gd name="T5" fmla="*/ 96 h 234"/>
                <a:gd name="T6" fmla="*/ 96 w 193"/>
                <a:gd name="T7" fmla="*/ 0 h 234"/>
                <a:gd name="T8" fmla="*/ 0 w 193"/>
                <a:gd name="T9" fmla="*/ 96 h 234"/>
                <a:gd name="T10" fmla="*/ 0 w 193"/>
                <a:gd name="T11" fmla="*/ 137 h 234"/>
                <a:gd name="T12" fmla="*/ 96 w 193"/>
                <a:gd name="T13" fmla="*/ 233 h 234"/>
                <a:gd name="T14" fmla="*/ 192 w 193"/>
                <a:gd name="T15" fmla="*/ 137 h 234"/>
                <a:gd name="T16" fmla="*/ 49 w 193"/>
                <a:gd name="T17" fmla="*/ 185 h 234"/>
                <a:gd name="T18" fmla="*/ 49 w 193"/>
                <a:gd name="T19" fmla="*/ 185 h 234"/>
                <a:gd name="T20" fmla="*/ 28 w 193"/>
                <a:gd name="T21" fmla="*/ 137 h 234"/>
                <a:gd name="T22" fmla="*/ 28 w 193"/>
                <a:gd name="T23" fmla="*/ 96 h 234"/>
                <a:gd name="T24" fmla="*/ 49 w 193"/>
                <a:gd name="T25" fmla="*/ 49 h 234"/>
                <a:gd name="T26" fmla="*/ 96 w 193"/>
                <a:gd name="T27" fmla="*/ 29 h 234"/>
                <a:gd name="T28" fmla="*/ 144 w 193"/>
                <a:gd name="T29" fmla="*/ 49 h 234"/>
                <a:gd name="T30" fmla="*/ 163 w 193"/>
                <a:gd name="T31" fmla="*/ 96 h 234"/>
                <a:gd name="T32" fmla="*/ 163 w 193"/>
                <a:gd name="T33" fmla="*/ 137 h 234"/>
                <a:gd name="T34" fmla="*/ 144 w 193"/>
                <a:gd name="T35" fmla="*/ 185 h 234"/>
                <a:gd name="T36" fmla="*/ 96 w 193"/>
                <a:gd name="T37" fmla="*/ 204 h 234"/>
                <a:gd name="T38" fmla="*/ 49 w 193"/>
                <a:gd name="T39" fmla="*/ 18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192" y="137"/>
                  </a:moveTo>
                  <a:lnTo>
                    <a:pt x="192" y="137"/>
                  </a:lnTo>
                  <a:cubicBezTo>
                    <a:pt x="192" y="96"/>
                    <a:pt x="192" y="96"/>
                    <a:pt x="192" y="96"/>
                  </a:cubicBezTo>
                  <a:cubicBezTo>
                    <a:pt x="192" y="44"/>
                    <a:pt x="149" y="0"/>
                    <a:pt x="96" y="0"/>
                  </a:cubicBezTo>
                  <a:cubicBezTo>
                    <a:pt x="42" y="0"/>
                    <a:pt x="0" y="44"/>
                    <a:pt x="0" y="96"/>
                  </a:cubicBezTo>
                  <a:cubicBezTo>
                    <a:pt x="0" y="137"/>
                    <a:pt x="0" y="137"/>
                    <a:pt x="0" y="137"/>
                  </a:cubicBezTo>
                  <a:cubicBezTo>
                    <a:pt x="0" y="191"/>
                    <a:pt x="42" y="233"/>
                    <a:pt x="96" y="233"/>
                  </a:cubicBezTo>
                  <a:cubicBezTo>
                    <a:pt x="149" y="233"/>
                    <a:pt x="192" y="191"/>
                    <a:pt x="192" y="137"/>
                  </a:cubicBezTo>
                  <a:close/>
                  <a:moveTo>
                    <a:pt x="49" y="185"/>
                  </a:moveTo>
                  <a:lnTo>
                    <a:pt x="49" y="185"/>
                  </a:lnTo>
                  <a:cubicBezTo>
                    <a:pt x="37" y="173"/>
                    <a:pt x="28" y="156"/>
                    <a:pt x="28" y="137"/>
                  </a:cubicBezTo>
                  <a:cubicBezTo>
                    <a:pt x="28" y="96"/>
                    <a:pt x="28" y="96"/>
                    <a:pt x="28" y="96"/>
                  </a:cubicBezTo>
                  <a:cubicBezTo>
                    <a:pt x="28" y="78"/>
                    <a:pt x="37" y="62"/>
                    <a:pt x="49" y="49"/>
                  </a:cubicBezTo>
                  <a:cubicBezTo>
                    <a:pt x="61" y="37"/>
                    <a:pt x="78" y="29"/>
                    <a:pt x="96" y="29"/>
                  </a:cubicBezTo>
                  <a:cubicBezTo>
                    <a:pt x="115" y="29"/>
                    <a:pt x="131" y="37"/>
                    <a:pt x="144" y="49"/>
                  </a:cubicBezTo>
                  <a:cubicBezTo>
                    <a:pt x="156" y="62"/>
                    <a:pt x="163" y="78"/>
                    <a:pt x="163" y="96"/>
                  </a:cubicBezTo>
                  <a:cubicBezTo>
                    <a:pt x="163" y="137"/>
                    <a:pt x="163" y="137"/>
                    <a:pt x="163" y="137"/>
                  </a:cubicBezTo>
                  <a:cubicBezTo>
                    <a:pt x="163" y="156"/>
                    <a:pt x="156" y="173"/>
                    <a:pt x="144" y="185"/>
                  </a:cubicBezTo>
                  <a:cubicBezTo>
                    <a:pt x="131" y="196"/>
                    <a:pt x="115" y="204"/>
                    <a:pt x="96" y="204"/>
                  </a:cubicBezTo>
                  <a:cubicBezTo>
                    <a:pt x="78" y="204"/>
                    <a:pt x="61" y="196"/>
                    <a:pt x="49" y="1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42">
              <a:extLst>
                <a:ext uri="{FF2B5EF4-FFF2-40B4-BE49-F238E27FC236}">
                  <a16:creationId xmlns:a16="http://schemas.microsoft.com/office/drawing/2014/main" id="{AA81B5F2-6656-3411-EC4B-AB999C5E34F5}"/>
                </a:ext>
              </a:extLst>
            </p:cNvPr>
            <p:cNvSpPr>
              <a:spLocks noChangeArrowheads="1"/>
            </p:cNvSpPr>
            <p:nvPr/>
          </p:nvSpPr>
          <p:spPr bwMode="auto">
            <a:xfrm>
              <a:off x="5114925" y="6505575"/>
              <a:ext cx="69850" cy="84138"/>
            </a:xfrm>
            <a:custGeom>
              <a:avLst/>
              <a:gdLst>
                <a:gd name="T0" fmla="*/ 96 w 193"/>
                <a:gd name="T1" fmla="*/ 0 h 234"/>
                <a:gd name="T2" fmla="*/ 96 w 193"/>
                <a:gd name="T3" fmla="*/ 0 h 234"/>
                <a:gd name="T4" fmla="*/ 0 w 193"/>
                <a:gd name="T5" fmla="*/ 96 h 234"/>
                <a:gd name="T6" fmla="*/ 0 w 193"/>
                <a:gd name="T7" fmla="*/ 137 h 234"/>
                <a:gd name="T8" fmla="*/ 96 w 193"/>
                <a:gd name="T9" fmla="*/ 233 h 234"/>
                <a:gd name="T10" fmla="*/ 192 w 193"/>
                <a:gd name="T11" fmla="*/ 137 h 234"/>
                <a:gd name="T12" fmla="*/ 192 w 193"/>
                <a:gd name="T13" fmla="*/ 96 h 234"/>
                <a:gd name="T14" fmla="*/ 96 w 193"/>
                <a:gd name="T15" fmla="*/ 0 h 234"/>
                <a:gd name="T16" fmla="*/ 163 w 193"/>
                <a:gd name="T17" fmla="*/ 137 h 234"/>
                <a:gd name="T18" fmla="*/ 163 w 193"/>
                <a:gd name="T19" fmla="*/ 137 h 234"/>
                <a:gd name="T20" fmla="*/ 143 w 193"/>
                <a:gd name="T21" fmla="*/ 185 h 234"/>
                <a:gd name="T22" fmla="*/ 96 w 193"/>
                <a:gd name="T23" fmla="*/ 204 h 234"/>
                <a:gd name="T24" fmla="*/ 48 w 193"/>
                <a:gd name="T25" fmla="*/ 185 h 234"/>
                <a:gd name="T26" fmla="*/ 29 w 193"/>
                <a:gd name="T27" fmla="*/ 137 h 234"/>
                <a:gd name="T28" fmla="*/ 29 w 193"/>
                <a:gd name="T29" fmla="*/ 96 h 234"/>
                <a:gd name="T30" fmla="*/ 48 w 193"/>
                <a:gd name="T31" fmla="*/ 49 h 234"/>
                <a:gd name="T32" fmla="*/ 96 w 193"/>
                <a:gd name="T33" fmla="*/ 29 h 234"/>
                <a:gd name="T34" fmla="*/ 143 w 193"/>
                <a:gd name="T35" fmla="*/ 49 h 234"/>
                <a:gd name="T36" fmla="*/ 163 w 193"/>
                <a:gd name="T37" fmla="*/ 96 h 234"/>
                <a:gd name="T38" fmla="*/ 163 w 193"/>
                <a:gd name="T39" fmla="*/ 137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96" y="0"/>
                  </a:moveTo>
                  <a:lnTo>
                    <a:pt x="96" y="0"/>
                  </a:lnTo>
                  <a:cubicBezTo>
                    <a:pt x="43" y="0"/>
                    <a:pt x="0" y="44"/>
                    <a:pt x="0" y="96"/>
                  </a:cubicBezTo>
                  <a:cubicBezTo>
                    <a:pt x="0" y="137"/>
                    <a:pt x="0" y="137"/>
                    <a:pt x="0" y="137"/>
                  </a:cubicBezTo>
                  <a:cubicBezTo>
                    <a:pt x="0" y="191"/>
                    <a:pt x="43" y="233"/>
                    <a:pt x="96" y="233"/>
                  </a:cubicBezTo>
                  <a:cubicBezTo>
                    <a:pt x="150" y="233"/>
                    <a:pt x="192" y="191"/>
                    <a:pt x="192" y="137"/>
                  </a:cubicBezTo>
                  <a:cubicBezTo>
                    <a:pt x="192" y="96"/>
                    <a:pt x="192" y="96"/>
                    <a:pt x="192" y="96"/>
                  </a:cubicBezTo>
                  <a:cubicBezTo>
                    <a:pt x="192" y="44"/>
                    <a:pt x="150" y="0"/>
                    <a:pt x="96" y="0"/>
                  </a:cubicBezTo>
                  <a:close/>
                  <a:moveTo>
                    <a:pt x="163" y="137"/>
                  </a:moveTo>
                  <a:lnTo>
                    <a:pt x="163" y="137"/>
                  </a:lnTo>
                  <a:cubicBezTo>
                    <a:pt x="163" y="156"/>
                    <a:pt x="155" y="173"/>
                    <a:pt x="143" y="185"/>
                  </a:cubicBezTo>
                  <a:cubicBezTo>
                    <a:pt x="130" y="196"/>
                    <a:pt x="114" y="204"/>
                    <a:pt x="96" y="204"/>
                  </a:cubicBezTo>
                  <a:cubicBezTo>
                    <a:pt x="77" y="204"/>
                    <a:pt x="60" y="196"/>
                    <a:pt x="48" y="185"/>
                  </a:cubicBezTo>
                  <a:cubicBezTo>
                    <a:pt x="36" y="173"/>
                    <a:pt x="29" y="156"/>
                    <a:pt x="29" y="137"/>
                  </a:cubicBezTo>
                  <a:cubicBezTo>
                    <a:pt x="29" y="96"/>
                    <a:pt x="29" y="96"/>
                    <a:pt x="29" y="96"/>
                  </a:cubicBezTo>
                  <a:cubicBezTo>
                    <a:pt x="29" y="78"/>
                    <a:pt x="36" y="62"/>
                    <a:pt x="48" y="49"/>
                  </a:cubicBezTo>
                  <a:cubicBezTo>
                    <a:pt x="60" y="37"/>
                    <a:pt x="77" y="29"/>
                    <a:pt x="96" y="29"/>
                  </a:cubicBezTo>
                  <a:cubicBezTo>
                    <a:pt x="114" y="29"/>
                    <a:pt x="130" y="37"/>
                    <a:pt x="143" y="49"/>
                  </a:cubicBezTo>
                  <a:cubicBezTo>
                    <a:pt x="155" y="62"/>
                    <a:pt x="163" y="78"/>
                    <a:pt x="163" y="96"/>
                  </a:cubicBezTo>
                  <a:lnTo>
                    <a:pt x="163"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3" name="Group 657">
            <a:extLst>
              <a:ext uri="{FF2B5EF4-FFF2-40B4-BE49-F238E27FC236}">
                <a16:creationId xmlns:a16="http://schemas.microsoft.com/office/drawing/2014/main" id="{FF38FBD4-20A9-CB6A-1C06-EA8D8E1CAB40}"/>
              </a:ext>
            </a:extLst>
          </p:cNvPr>
          <p:cNvGrpSpPr/>
          <p:nvPr/>
        </p:nvGrpSpPr>
        <p:grpSpPr>
          <a:xfrm>
            <a:off x="3751386" y="4654178"/>
            <a:ext cx="300038" cy="273050"/>
            <a:chOff x="2609850" y="4986338"/>
            <a:chExt cx="300038" cy="273050"/>
          </a:xfrm>
          <a:solidFill>
            <a:schemeClr val="tx2"/>
          </a:solidFill>
        </p:grpSpPr>
        <p:sp>
          <p:nvSpPr>
            <p:cNvPr id="654" name="Freeform 543">
              <a:extLst>
                <a:ext uri="{FF2B5EF4-FFF2-40B4-BE49-F238E27FC236}">
                  <a16:creationId xmlns:a16="http://schemas.microsoft.com/office/drawing/2014/main" id="{2EF92513-A904-B183-B119-1FA045A824AB}"/>
                </a:ext>
              </a:extLst>
            </p:cNvPr>
            <p:cNvSpPr>
              <a:spLocks noChangeArrowheads="1"/>
            </p:cNvSpPr>
            <p:nvPr/>
          </p:nvSpPr>
          <p:spPr bwMode="auto">
            <a:xfrm>
              <a:off x="2609850" y="4986338"/>
              <a:ext cx="300038" cy="196850"/>
            </a:xfrm>
            <a:custGeom>
              <a:avLst/>
              <a:gdLst>
                <a:gd name="T0" fmla="*/ 667 w 832"/>
                <a:gd name="T1" fmla="*/ 223 h 549"/>
                <a:gd name="T2" fmla="*/ 667 w 832"/>
                <a:gd name="T3" fmla="*/ 223 h 549"/>
                <a:gd name="T4" fmla="*/ 639 w 832"/>
                <a:gd name="T5" fmla="*/ 225 h 549"/>
                <a:gd name="T6" fmla="*/ 643 w 832"/>
                <a:gd name="T7" fmla="*/ 186 h 549"/>
                <a:gd name="T8" fmla="*/ 457 w 832"/>
                <a:gd name="T9" fmla="*/ 0 h 549"/>
                <a:gd name="T10" fmla="*/ 289 w 832"/>
                <a:gd name="T11" fmla="*/ 110 h 549"/>
                <a:gd name="T12" fmla="*/ 221 w 832"/>
                <a:gd name="T13" fmla="*/ 79 h 549"/>
                <a:gd name="T14" fmla="*/ 135 w 832"/>
                <a:gd name="T15" fmla="*/ 165 h 549"/>
                <a:gd name="T16" fmla="*/ 139 w 832"/>
                <a:gd name="T17" fmla="*/ 188 h 549"/>
                <a:gd name="T18" fmla="*/ 0 w 832"/>
                <a:gd name="T19" fmla="*/ 364 h 549"/>
                <a:gd name="T20" fmla="*/ 55 w 832"/>
                <a:gd name="T21" fmla="*/ 494 h 549"/>
                <a:gd name="T22" fmla="*/ 186 w 832"/>
                <a:gd name="T23" fmla="*/ 548 h 549"/>
                <a:gd name="T24" fmla="*/ 463 w 832"/>
                <a:gd name="T25" fmla="*/ 548 h 549"/>
                <a:gd name="T26" fmla="*/ 607 w 832"/>
                <a:gd name="T27" fmla="*/ 548 h 549"/>
                <a:gd name="T28" fmla="*/ 669 w 832"/>
                <a:gd name="T29" fmla="*/ 548 h 549"/>
                <a:gd name="T30" fmla="*/ 669 w 832"/>
                <a:gd name="T31" fmla="*/ 548 h 549"/>
                <a:gd name="T32" fmla="*/ 831 w 832"/>
                <a:gd name="T33" fmla="*/ 385 h 549"/>
                <a:gd name="T34" fmla="*/ 667 w 832"/>
                <a:gd name="T35" fmla="*/ 223 h 549"/>
                <a:gd name="T36" fmla="*/ 762 w 832"/>
                <a:gd name="T37" fmla="*/ 479 h 549"/>
                <a:gd name="T38" fmla="*/ 762 w 832"/>
                <a:gd name="T39" fmla="*/ 479 h 549"/>
                <a:gd name="T40" fmla="*/ 667 w 832"/>
                <a:gd name="T41" fmla="*/ 518 h 549"/>
                <a:gd name="T42" fmla="*/ 667 w 832"/>
                <a:gd name="T43" fmla="*/ 519 h 549"/>
                <a:gd name="T44" fmla="*/ 186 w 832"/>
                <a:gd name="T45" fmla="*/ 518 h 549"/>
                <a:gd name="T46" fmla="*/ 76 w 832"/>
                <a:gd name="T47" fmla="*/ 474 h 549"/>
                <a:gd name="T48" fmla="*/ 29 w 832"/>
                <a:gd name="T49" fmla="*/ 364 h 549"/>
                <a:gd name="T50" fmla="*/ 161 w 832"/>
                <a:gd name="T51" fmla="*/ 213 h 549"/>
                <a:gd name="T52" fmla="*/ 172 w 832"/>
                <a:gd name="T53" fmla="*/ 205 h 549"/>
                <a:gd name="T54" fmla="*/ 172 w 832"/>
                <a:gd name="T55" fmla="*/ 191 h 549"/>
                <a:gd name="T56" fmla="*/ 165 w 832"/>
                <a:gd name="T57" fmla="*/ 165 h 549"/>
                <a:gd name="T58" fmla="*/ 181 w 832"/>
                <a:gd name="T59" fmla="*/ 124 h 549"/>
                <a:gd name="T60" fmla="*/ 221 w 832"/>
                <a:gd name="T61" fmla="*/ 107 h 549"/>
                <a:gd name="T62" fmla="*/ 276 w 832"/>
                <a:gd name="T63" fmla="*/ 151 h 549"/>
                <a:gd name="T64" fmla="*/ 291 w 832"/>
                <a:gd name="T65" fmla="*/ 162 h 549"/>
                <a:gd name="T66" fmla="*/ 305 w 832"/>
                <a:gd name="T67" fmla="*/ 151 h 549"/>
                <a:gd name="T68" fmla="*/ 457 w 832"/>
                <a:gd name="T69" fmla="*/ 30 h 549"/>
                <a:gd name="T70" fmla="*/ 567 w 832"/>
                <a:gd name="T71" fmla="*/ 76 h 549"/>
                <a:gd name="T72" fmla="*/ 614 w 832"/>
                <a:gd name="T73" fmla="*/ 186 h 549"/>
                <a:gd name="T74" fmla="*/ 603 w 832"/>
                <a:gd name="T75" fmla="*/ 242 h 549"/>
                <a:gd name="T76" fmla="*/ 607 w 832"/>
                <a:gd name="T77" fmla="*/ 257 h 549"/>
                <a:gd name="T78" fmla="*/ 622 w 832"/>
                <a:gd name="T79" fmla="*/ 260 h 549"/>
                <a:gd name="T80" fmla="*/ 667 w 832"/>
                <a:gd name="T81" fmla="*/ 251 h 549"/>
                <a:gd name="T82" fmla="*/ 762 w 832"/>
                <a:gd name="T83" fmla="*/ 290 h 549"/>
                <a:gd name="T84" fmla="*/ 802 w 832"/>
                <a:gd name="T85" fmla="*/ 385 h 549"/>
                <a:gd name="T86" fmla="*/ 762 w 832"/>
                <a:gd name="T87" fmla="*/ 479 h 5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2" h="549">
                  <a:moveTo>
                    <a:pt x="667" y="223"/>
                  </a:moveTo>
                  <a:lnTo>
                    <a:pt x="667" y="223"/>
                  </a:lnTo>
                  <a:cubicBezTo>
                    <a:pt x="658" y="223"/>
                    <a:pt x="648" y="223"/>
                    <a:pt x="639" y="225"/>
                  </a:cubicBezTo>
                  <a:cubicBezTo>
                    <a:pt x="641" y="213"/>
                    <a:pt x="643" y="199"/>
                    <a:pt x="643" y="186"/>
                  </a:cubicBezTo>
                  <a:cubicBezTo>
                    <a:pt x="643" y="84"/>
                    <a:pt x="560" y="0"/>
                    <a:pt x="457" y="0"/>
                  </a:cubicBezTo>
                  <a:cubicBezTo>
                    <a:pt x="382" y="0"/>
                    <a:pt x="317" y="46"/>
                    <a:pt x="289" y="110"/>
                  </a:cubicBezTo>
                  <a:cubicBezTo>
                    <a:pt x="272" y="91"/>
                    <a:pt x="249" y="79"/>
                    <a:pt x="221" y="79"/>
                  </a:cubicBezTo>
                  <a:cubicBezTo>
                    <a:pt x="173" y="79"/>
                    <a:pt x="135" y="117"/>
                    <a:pt x="135" y="165"/>
                  </a:cubicBezTo>
                  <a:cubicBezTo>
                    <a:pt x="135" y="173"/>
                    <a:pt x="136" y="180"/>
                    <a:pt x="139" y="188"/>
                  </a:cubicBezTo>
                  <a:cubicBezTo>
                    <a:pt x="59" y="208"/>
                    <a:pt x="0" y="279"/>
                    <a:pt x="0" y="364"/>
                  </a:cubicBezTo>
                  <a:cubicBezTo>
                    <a:pt x="0" y="415"/>
                    <a:pt x="21" y="461"/>
                    <a:pt x="55" y="494"/>
                  </a:cubicBezTo>
                  <a:cubicBezTo>
                    <a:pt x="88" y="527"/>
                    <a:pt x="135" y="548"/>
                    <a:pt x="186" y="548"/>
                  </a:cubicBezTo>
                  <a:cubicBezTo>
                    <a:pt x="232" y="548"/>
                    <a:pt x="354" y="548"/>
                    <a:pt x="463" y="548"/>
                  </a:cubicBezTo>
                  <a:cubicBezTo>
                    <a:pt x="518" y="548"/>
                    <a:pt x="569" y="548"/>
                    <a:pt x="607" y="548"/>
                  </a:cubicBezTo>
                  <a:cubicBezTo>
                    <a:pt x="645" y="548"/>
                    <a:pt x="669" y="548"/>
                    <a:pt x="669" y="548"/>
                  </a:cubicBezTo>
                  <a:lnTo>
                    <a:pt x="669" y="548"/>
                  </a:lnTo>
                  <a:cubicBezTo>
                    <a:pt x="758" y="547"/>
                    <a:pt x="831" y="474"/>
                    <a:pt x="831" y="385"/>
                  </a:cubicBezTo>
                  <a:cubicBezTo>
                    <a:pt x="831" y="295"/>
                    <a:pt x="758" y="223"/>
                    <a:pt x="667" y="223"/>
                  </a:cubicBezTo>
                  <a:close/>
                  <a:moveTo>
                    <a:pt x="762" y="479"/>
                  </a:moveTo>
                  <a:lnTo>
                    <a:pt x="762" y="479"/>
                  </a:lnTo>
                  <a:cubicBezTo>
                    <a:pt x="739" y="504"/>
                    <a:pt x="704" y="518"/>
                    <a:pt x="667" y="518"/>
                  </a:cubicBezTo>
                  <a:cubicBezTo>
                    <a:pt x="667" y="519"/>
                    <a:pt x="667" y="519"/>
                    <a:pt x="667" y="519"/>
                  </a:cubicBezTo>
                  <a:cubicBezTo>
                    <a:pt x="644" y="519"/>
                    <a:pt x="278" y="518"/>
                    <a:pt x="186" y="518"/>
                  </a:cubicBezTo>
                  <a:cubicBezTo>
                    <a:pt x="143" y="518"/>
                    <a:pt x="103" y="501"/>
                    <a:pt x="76" y="474"/>
                  </a:cubicBezTo>
                  <a:cubicBezTo>
                    <a:pt x="47" y="445"/>
                    <a:pt x="29" y="407"/>
                    <a:pt x="29" y="364"/>
                  </a:cubicBezTo>
                  <a:cubicBezTo>
                    <a:pt x="29" y="289"/>
                    <a:pt x="87" y="224"/>
                    <a:pt x="161" y="213"/>
                  </a:cubicBezTo>
                  <a:cubicBezTo>
                    <a:pt x="166" y="212"/>
                    <a:pt x="171" y="209"/>
                    <a:pt x="172" y="205"/>
                  </a:cubicBezTo>
                  <a:cubicBezTo>
                    <a:pt x="175" y="201"/>
                    <a:pt x="175" y="195"/>
                    <a:pt x="172" y="191"/>
                  </a:cubicBezTo>
                  <a:cubicBezTo>
                    <a:pt x="168" y="183"/>
                    <a:pt x="165" y="175"/>
                    <a:pt x="165" y="165"/>
                  </a:cubicBezTo>
                  <a:cubicBezTo>
                    <a:pt x="165" y="149"/>
                    <a:pt x="171" y="135"/>
                    <a:pt x="181" y="124"/>
                  </a:cubicBezTo>
                  <a:cubicBezTo>
                    <a:pt x="191" y="114"/>
                    <a:pt x="206" y="107"/>
                    <a:pt x="221" y="107"/>
                  </a:cubicBezTo>
                  <a:cubicBezTo>
                    <a:pt x="249" y="107"/>
                    <a:pt x="271" y="127"/>
                    <a:pt x="276" y="151"/>
                  </a:cubicBezTo>
                  <a:cubicBezTo>
                    <a:pt x="278" y="158"/>
                    <a:pt x="284" y="162"/>
                    <a:pt x="291" y="162"/>
                  </a:cubicBezTo>
                  <a:cubicBezTo>
                    <a:pt x="298" y="162"/>
                    <a:pt x="304" y="158"/>
                    <a:pt x="305" y="151"/>
                  </a:cubicBezTo>
                  <a:cubicBezTo>
                    <a:pt x="321" y="81"/>
                    <a:pt x="383" y="30"/>
                    <a:pt x="457" y="30"/>
                  </a:cubicBezTo>
                  <a:cubicBezTo>
                    <a:pt x="500" y="30"/>
                    <a:pt x="540" y="47"/>
                    <a:pt x="567" y="76"/>
                  </a:cubicBezTo>
                  <a:cubicBezTo>
                    <a:pt x="596" y="105"/>
                    <a:pt x="614" y="143"/>
                    <a:pt x="614" y="186"/>
                  </a:cubicBezTo>
                  <a:cubicBezTo>
                    <a:pt x="614" y="205"/>
                    <a:pt x="610" y="224"/>
                    <a:pt x="603" y="242"/>
                  </a:cubicBezTo>
                  <a:cubicBezTo>
                    <a:pt x="601" y="246"/>
                    <a:pt x="603" y="253"/>
                    <a:pt x="607" y="257"/>
                  </a:cubicBezTo>
                  <a:cubicBezTo>
                    <a:pt x="611" y="261"/>
                    <a:pt x="617" y="262"/>
                    <a:pt x="622" y="260"/>
                  </a:cubicBezTo>
                  <a:cubicBezTo>
                    <a:pt x="637" y="254"/>
                    <a:pt x="652" y="251"/>
                    <a:pt x="667" y="251"/>
                  </a:cubicBezTo>
                  <a:cubicBezTo>
                    <a:pt x="704" y="251"/>
                    <a:pt x="739" y="267"/>
                    <a:pt x="762" y="290"/>
                  </a:cubicBezTo>
                  <a:cubicBezTo>
                    <a:pt x="787" y="315"/>
                    <a:pt x="802" y="348"/>
                    <a:pt x="802" y="385"/>
                  </a:cubicBezTo>
                  <a:cubicBezTo>
                    <a:pt x="802" y="422"/>
                    <a:pt x="787" y="455"/>
                    <a:pt x="762" y="4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4">
              <a:extLst>
                <a:ext uri="{FF2B5EF4-FFF2-40B4-BE49-F238E27FC236}">
                  <a16:creationId xmlns:a16="http://schemas.microsoft.com/office/drawing/2014/main" id="{64BFF614-3D77-FA0C-EEF0-E3F7C4E4084B}"/>
                </a:ext>
              </a:extLst>
            </p:cNvPr>
            <p:cNvSpPr>
              <a:spLocks noChangeArrowheads="1"/>
            </p:cNvSpPr>
            <p:nvPr/>
          </p:nvSpPr>
          <p:spPr bwMode="auto">
            <a:xfrm>
              <a:off x="2674938" y="5197475"/>
              <a:ext cx="47625" cy="47625"/>
            </a:xfrm>
            <a:custGeom>
              <a:avLst/>
              <a:gdLst>
                <a:gd name="T0" fmla="*/ 130 w 131"/>
                <a:gd name="T1" fmla="*/ 64 h 131"/>
                <a:gd name="T2" fmla="*/ 130 w 131"/>
                <a:gd name="T3" fmla="*/ 64 h 131"/>
                <a:gd name="T4" fmla="*/ 65 w 131"/>
                <a:gd name="T5" fmla="*/ 0 h 131"/>
                <a:gd name="T6" fmla="*/ 0 w 131"/>
                <a:gd name="T7" fmla="*/ 64 h 131"/>
                <a:gd name="T8" fmla="*/ 65 w 131"/>
                <a:gd name="T9" fmla="*/ 130 h 131"/>
                <a:gd name="T10" fmla="*/ 130 w 131"/>
                <a:gd name="T11" fmla="*/ 64 h 131"/>
                <a:gd name="T12" fmla="*/ 30 w 131"/>
                <a:gd name="T13" fmla="*/ 64 h 131"/>
                <a:gd name="T14" fmla="*/ 30 w 131"/>
                <a:gd name="T15" fmla="*/ 64 h 131"/>
                <a:gd name="T16" fmla="*/ 65 w 131"/>
                <a:gd name="T17" fmla="*/ 30 h 131"/>
                <a:gd name="T18" fmla="*/ 100 w 131"/>
                <a:gd name="T19" fmla="*/ 64 h 131"/>
                <a:gd name="T20" fmla="*/ 65 w 131"/>
                <a:gd name="T21" fmla="*/ 100 h 131"/>
                <a:gd name="T22" fmla="*/ 30 w 131"/>
                <a:gd name="T23" fmla="*/ 64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1" h="131">
                  <a:moveTo>
                    <a:pt x="130" y="64"/>
                  </a:moveTo>
                  <a:lnTo>
                    <a:pt x="130" y="64"/>
                  </a:lnTo>
                  <a:cubicBezTo>
                    <a:pt x="130" y="29"/>
                    <a:pt x="102" y="0"/>
                    <a:pt x="65" y="0"/>
                  </a:cubicBezTo>
                  <a:cubicBezTo>
                    <a:pt x="29" y="0"/>
                    <a:pt x="0" y="29"/>
                    <a:pt x="0" y="64"/>
                  </a:cubicBezTo>
                  <a:cubicBezTo>
                    <a:pt x="0" y="101"/>
                    <a:pt x="29" y="130"/>
                    <a:pt x="65" y="130"/>
                  </a:cubicBezTo>
                  <a:cubicBezTo>
                    <a:pt x="102" y="130"/>
                    <a:pt x="130" y="101"/>
                    <a:pt x="130" y="64"/>
                  </a:cubicBezTo>
                  <a:close/>
                  <a:moveTo>
                    <a:pt x="30" y="64"/>
                  </a:moveTo>
                  <a:lnTo>
                    <a:pt x="30" y="64"/>
                  </a:lnTo>
                  <a:cubicBezTo>
                    <a:pt x="30" y="45"/>
                    <a:pt x="45" y="30"/>
                    <a:pt x="65" y="30"/>
                  </a:cubicBezTo>
                  <a:cubicBezTo>
                    <a:pt x="85" y="30"/>
                    <a:pt x="100" y="45"/>
                    <a:pt x="100" y="64"/>
                  </a:cubicBezTo>
                  <a:cubicBezTo>
                    <a:pt x="100" y="85"/>
                    <a:pt x="85" y="100"/>
                    <a:pt x="65" y="100"/>
                  </a:cubicBezTo>
                  <a:cubicBezTo>
                    <a:pt x="45" y="100"/>
                    <a:pt x="30" y="85"/>
                    <a:pt x="3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5">
              <a:extLst>
                <a:ext uri="{FF2B5EF4-FFF2-40B4-BE49-F238E27FC236}">
                  <a16:creationId xmlns:a16="http://schemas.microsoft.com/office/drawing/2014/main" id="{4BB2EC4C-6A3A-4D0D-4ED4-8102E2A8AE4E}"/>
                </a:ext>
              </a:extLst>
            </p:cNvPr>
            <p:cNvSpPr>
              <a:spLocks noChangeArrowheads="1"/>
            </p:cNvSpPr>
            <p:nvPr/>
          </p:nvSpPr>
          <p:spPr bwMode="auto">
            <a:xfrm>
              <a:off x="2638425" y="5227638"/>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20"/>
                    <a:pt x="66" y="0"/>
                    <a:pt x="43" y="0"/>
                  </a:cubicBezTo>
                  <a:cubicBezTo>
                    <a:pt x="19" y="0"/>
                    <a:pt x="0" y="20"/>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7" name="Freeform 546">
            <a:extLst>
              <a:ext uri="{FF2B5EF4-FFF2-40B4-BE49-F238E27FC236}">
                <a16:creationId xmlns:a16="http://schemas.microsoft.com/office/drawing/2014/main" id="{ADC34FD9-E318-A802-0999-D2C66E6DE5EE}"/>
              </a:ext>
            </a:extLst>
          </p:cNvPr>
          <p:cNvSpPr>
            <a:spLocks noChangeArrowheads="1"/>
          </p:cNvSpPr>
          <p:nvPr/>
        </p:nvSpPr>
        <p:spPr bwMode="auto">
          <a:xfrm>
            <a:off x="3729161" y="5170910"/>
            <a:ext cx="254000" cy="227012"/>
          </a:xfrm>
          <a:custGeom>
            <a:avLst/>
            <a:gdLst>
              <a:gd name="T0" fmla="*/ 88 w 704"/>
              <a:gd name="T1" fmla="*/ 402 h 629"/>
              <a:gd name="T2" fmla="*/ 88 w 704"/>
              <a:gd name="T3" fmla="*/ 402 h 629"/>
              <a:gd name="T4" fmla="*/ 88 w 704"/>
              <a:gd name="T5" fmla="*/ 571 h 629"/>
              <a:gd name="T6" fmla="*/ 121 w 704"/>
              <a:gd name="T7" fmla="*/ 613 h 629"/>
              <a:gd name="T8" fmla="*/ 180 w 704"/>
              <a:gd name="T9" fmla="*/ 627 h 629"/>
              <a:gd name="T10" fmla="*/ 180 w 704"/>
              <a:gd name="T11" fmla="*/ 627 h 629"/>
              <a:gd name="T12" fmla="*/ 189 w 704"/>
              <a:gd name="T13" fmla="*/ 628 h 629"/>
              <a:gd name="T14" fmla="*/ 221 w 704"/>
              <a:gd name="T15" fmla="*/ 616 h 629"/>
              <a:gd name="T16" fmla="*/ 233 w 704"/>
              <a:gd name="T17" fmla="*/ 584 h 629"/>
              <a:gd name="T18" fmla="*/ 233 w 704"/>
              <a:gd name="T19" fmla="*/ 403 h 629"/>
              <a:gd name="T20" fmla="*/ 274 w 704"/>
              <a:gd name="T21" fmla="*/ 403 h 629"/>
              <a:gd name="T22" fmla="*/ 646 w 704"/>
              <a:gd name="T23" fmla="*/ 538 h 629"/>
              <a:gd name="T24" fmla="*/ 646 w 704"/>
              <a:gd name="T25" fmla="*/ 539 h 629"/>
              <a:gd name="T26" fmla="*/ 659 w 704"/>
              <a:gd name="T27" fmla="*/ 540 h 629"/>
              <a:gd name="T28" fmla="*/ 689 w 704"/>
              <a:gd name="T29" fmla="*/ 528 h 629"/>
              <a:gd name="T30" fmla="*/ 703 w 704"/>
              <a:gd name="T31" fmla="*/ 496 h 629"/>
              <a:gd name="T32" fmla="*/ 703 w 704"/>
              <a:gd name="T33" fmla="*/ 43 h 629"/>
              <a:gd name="T34" fmla="*/ 689 w 704"/>
              <a:gd name="T35" fmla="*/ 12 h 629"/>
              <a:gd name="T36" fmla="*/ 659 w 704"/>
              <a:gd name="T37" fmla="*/ 0 h 629"/>
              <a:gd name="T38" fmla="*/ 649 w 704"/>
              <a:gd name="T39" fmla="*/ 1 h 629"/>
              <a:gd name="T40" fmla="*/ 648 w 704"/>
              <a:gd name="T41" fmla="*/ 1 h 629"/>
              <a:gd name="T42" fmla="*/ 276 w 704"/>
              <a:gd name="T43" fmla="*/ 109 h 629"/>
              <a:gd name="T44" fmla="*/ 101 w 704"/>
              <a:gd name="T45" fmla="*/ 109 h 629"/>
              <a:gd name="T46" fmla="*/ 0 w 704"/>
              <a:gd name="T47" fmla="*/ 212 h 629"/>
              <a:gd name="T48" fmla="*/ 0 w 704"/>
              <a:gd name="T49" fmla="*/ 300 h 629"/>
              <a:gd name="T50" fmla="*/ 88 w 704"/>
              <a:gd name="T51" fmla="*/ 402 h 629"/>
              <a:gd name="T52" fmla="*/ 200 w 704"/>
              <a:gd name="T53" fmla="*/ 595 h 629"/>
              <a:gd name="T54" fmla="*/ 200 w 704"/>
              <a:gd name="T55" fmla="*/ 595 h 629"/>
              <a:gd name="T56" fmla="*/ 189 w 704"/>
              <a:gd name="T57" fmla="*/ 599 h 629"/>
              <a:gd name="T58" fmla="*/ 187 w 704"/>
              <a:gd name="T59" fmla="*/ 599 h 629"/>
              <a:gd name="T60" fmla="*/ 182 w 704"/>
              <a:gd name="T61" fmla="*/ 613 h 629"/>
              <a:gd name="T62" fmla="*/ 187 w 704"/>
              <a:gd name="T63" fmla="*/ 599 h 629"/>
              <a:gd name="T64" fmla="*/ 128 w 704"/>
              <a:gd name="T65" fmla="*/ 584 h 629"/>
              <a:gd name="T66" fmla="*/ 117 w 704"/>
              <a:gd name="T67" fmla="*/ 571 h 629"/>
              <a:gd name="T68" fmla="*/ 117 w 704"/>
              <a:gd name="T69" fmla="*/ 403 h 629"/>
              <a:gd name="T70" fmla="*/ 204 w 704"/>
              <a:gd name="T71" fmla="*/ 403 h 629"/>
              <a:gd name="T72" fmla="*/ 204 w 704"/>
              <a:gd name="T73" fmla="*/ 584 h 629"/>
              <a:gd name="T74" fmla="*/ 200 w 704"/>
              <a:gd name="T75" fmla="*/ 595 h 629"/>
              <a:gd name="T76" fmla="*/ 656 w 704"/>
              <a:gd name="T77" fmla="*/ 28 h 629"/>
              <a:gd name="T78" fmla="*/ 656 w 704"/>
              <a:gd name="T79" fmla="*/ 28 h 629"/>
              <a:gd name="T80" fmla="*/ 659 w 704"/>
              <a:gd name="T81" fmla="*/ 28 h 629"/>
              <a:gd name="T82" fmla="*/ 668 w 704"/>
              <a:gd name="T83" fmla="*/ 33 h 629"/>
              <a:gd name="T84" fmla="*/ 672 w 704"/>
              <a:gd name="T85" fmla="*/ 43 h 629"/>
              <a:gd name="T86" fmla="*/ 672 w 704"/>
              <a:gd name="T87" fmla="*/ 496 h 629"/>
              <a:gd name="T88" fmla="*/ 668 w 704"/>
              <a:gd name="T89" fmla="*/ 506 h 629"/>
              <a:gd name="T90" fmla="*/ 659 w 704"/>
              <a:gd name="T91" fmla="*/ 510 h 629"/>
              <a:gd name="T92" fmla="*/ 655 w 704"/>
              <a:gd name="T93" fmla="*/ 510 h 629"/>
              <a:gd name="T94" fmla="*/ 292 w 704"/>
              <a:gd name="T95" fmla="*/ 377 h 629"/>
              <a:gd name="T96" fmla="*/ 292 w 704"/>
              <a:gd name="T97" fmla="*/ 135 h 629"/>
              <a:gd name="T98" fmla="*/ 656 w 704"/>
              <a:gd name="T99" fmla="*/ 28 h 629"/>
              <a:gd name="T100" fmla="*/ 29 w 704"/>
              <a:gd name="T101" fmla="*/ 212 h 629"/>
              <a:gd name="T102" fmla="*/ 29 w 704"/>
              <a:gd name="T103" fmla="*/ 212 h 629"/>
              <a:gd name="T104" fmla="*/ 51 w 704"/>
              <a:gd name="T105" fmla="*/ 160 h 629"/>
              <a:gd name="T106" fmla="*/ 101 w 704"/>
              <a:gd name="T107" fmla="*/ 140 h 629"/>
              <a:gd name="T108" fmla="*/ 263 w 704"/>
              <a:gd name="T109" fmla="*/ 140 h 629"/>
              <a:gd name="T110" fmla="*/ 263 w 704"/>
              <a:gd name="T111" fmla="*/ 373 h 629"/>
              <a:gd name="T112" fmla="*/ 101 w 704"/>
              <a:gd name="T113" fmla="*/ 373 h 629"/>
              <a:gd name="T114" fmla="*/ 51 w 704"/>
              <a:gd name="T115" fmla="*/ 352 h 629"/>
              <a:gd name="T116" fmla="*/ 29 w 704"/>
              <a:gd name="T117" fmla="*/ 300 h 629"/>
              <a:gd name="T118" fmla="*/ 29 w 704"/>
              <a:gd name="T119" fmla="*/ 212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4" h="629">
                <a:moveTo>
                  <a:pt x="88" y="402"/>
                </a:moveTo>
                <a:lnTo>
                  <a:pt x="88" y="402"/>
                </a:lnTo>
                <a:cubicBezTo>
                  <a:pt x="88" y="571"/>
                  <a:pt x="88" y="571"/>
                  <a:pt x="88" y="571"/>
                </a:cubicBezTo>
                <a:cubicBezTo>
                  <a:pt x="88" y="590"/>
                  <a:pt x="101" y="608"/>
                  <a:pt x="121" y="613"/>
                </a:cubicBezTo>
                <a:cubicBezTo>
                  <a:pt x="180" y="627"/>
                  <a:pt x="180" y="627"/>
                  <a:pt x="180" y="627"/>
                </a:cubicBezTo>
                <a:lnTo>
                  <a:pt x="180" y="627"/>
                </a:lnTo>
                <a:cubicBezTo>
                  <a:pt x="182" y="628"/>
                  <a:pt x="187" y="628"/>
                  <a:pt x="189" y="628"/>
                </a:cubicBezTo>
                <a:cubicBezTo>
                  <a:pt x="202" y="628"/>
                  <a:pt x="213" y="624"/>
                  <a:pt x="221" y="616"/>
                </a:cubicBezTo>
                <a:cubicBezTo>
                  <a:pt x="229" y="608"/>
                  <a:pt x="233" y="597"/>
                  <a:pt x="233" y="584"/>
                </a:cubicBezTo>
                <a:cubicBezTo>
                  <a:pt x="233" y="403"/>
                  <a:pt x="233" y="403"/>
                  <a:pt x="233" y="403"/>
                </a:cubicBezTo>
                <a:cubicBezTo>
                  <a:pt x="274" y="403"/>
                  <a:pt x="274" y="403"/>
                  <a:pt x="274" y="403"/>
                </a:cubicBezTo>
                <a:cubicBezTo>
                  <a:pt x="646" y="538"/>
                  <a:pt x="646" y="538"/>
                  <a:pt x="646" y="538"/>
                </a:cubicBezTo>
                <a:cubicBezTo>
                  <a:pt x="646" y="539"/>
                  <a:pt x="646" y="539"/>
                  <a:pt x="646" y="539"/>
                </a:cubicBezTo>
                <a:cubicBezTo>
                  <a:pt x="651" y="539"/>
                  <a:pt x="655" y="540"/>
                  <a:pt x="659" y="540"/>
                </a:cubicBezTo>
                <a:cubicBezTo>
                  <a:pt x="670" y="540"/>
                  <a:pt x="681" y="535"/>
                  <a:pt x="689" y="528"/>
                </a:cubicBezTo>
                <a:cubicBezTo>
                  <a:pt x="697" y="520"/>
                  <a:pt x="703" y="509"/>
                  <a:pt x="703" y="496"/>
                </a:cubicBezTo>
                <a:cubicBezTo>
                  <a:pt x="703" y="43"/>
                  <a:pt x="703" y="43"/>
                  <a:pt x="703" y="43"/>
                </a:cubicBezTo>
                <a:cubicBezTo>
                  <a:pt x="703" y="31"/>
                  <a:pt x="697" y="20"/>
                  <a:pt x="689" y="12"/>
                </a:cubicBezTo>
                <a:cubicBezTo>
                  <a:pt x="681" y="4"/>
                  <a:pt x="670" y="0"/>
                  <a:pt x="659" y="0"/>
                </a:cubicBezTo>
                <a:cubicBezTo>
                  <a:pt x="656" y="0"/>
                  <a:pt x="652" y="0"/>
                  <a:pt x="649" y="1"/>
                </a:cubicBezTo>
                <a:cubicBezTo>
                  <a:pt x="648" y="1"/>
                  <a:pt x="648" y="1"/>
                  <a:pt x="648" y="1"/>
                </a:cubicBezTo>
                <a:cubicBezTo>
                  <a:pt x="276" y="109"/>
                  <a:pt x="276" y="109"/>
                  <a:pt x="276" y="109"/>
                </a:cubicBezTo>
                <a:cubicBezTo>
                  <a:pt x="101" y="109"/>
                  <a:pt x="101" y="109"/>
                  <a:pt x="101" y="109"/>
                </a:cubicBezTo>
                <a:cubicBezTo>
                  <a:pt x="45" y="109"/>
                  <a:pt x="0" y="156"/>
                  <a:pt x="0" y="212"/>
                </a:cubicBezTo>
                <a:cubicBezTo>
                  <a:pt x="0" y="300"/>
                  <a:pt x="0" y="300"/>
                  <a:pt x="0" y="300"/>
                </a:cubicBezTo>
                <a:cubicBezTo>
                  <a:pt x="0" y="351"/>
                  <a:pt x="38" y="395"/>
                  <a:pt x="88" y="402"/>
                </a:cubicBezTo>
                <a:close/>
                <a:moveTo>
                  <a:pt x="200" y="595"/>
                </a:moveTo>
                <a:lnTo>
                  <a:pt x="200" y="595"/>
                </a:lnTo>
                <a:cubicBezTo>
                  <a:pt x="198" y="598"/>
                  <a:pt x="193" y="599"/>
                  <a:pt x="189" y="599"/>
                </a:cubicBezTo>
                <a:cubicBezTo>
                  <a:pt x="187" y="599"/>
                  <a:pt x="187" y="599"/>
                  <a:pt x="187" y="599"/>
                </a:cubicBezTo>
                <a:cubicBezTo>
                  <a:pt x="182" y="613"/>
                  <a:pt x="182" y="613"/>
                  <a:pt x="182" y="613"/>
                </a:cubicBezTo>
                <a:cubicBezTo>
                  <a:pt x="187" y="599"/>
                  <a:pt x="187" y="599"/>
                  <a:pt x="187" y="599"/>
                </a:cubicBezTo>
                <a:cubicBezTo>
                  <a:pt x="128" y="584"/>
                  <a:pt x="128" y="584"/>
                  <a:pt x="128" y="584"/>
                </a:cubicBezTo>
                <a:cubicBezTo>
                  <a:pt x="121" y="583"/>
                  <a:pt x="117" y="576"/>
                  <a:pt x="117" y="571"/>
                </a:cubicBezTo>
                <a:cubicBezTo>
                  <a:pt x="117" y="403"/>
                  <a:pt x="117" y="403"/>
                  <a:pt x="117" y="403"/>
                </a:cubicBezTo>
                <a:cubicBezTo>
                  <a:pt x="204" y="403"/>
                  <a:pt x="204" y="403"/>
                  <a:pt x="204" y="403"/>
                </a:cubicBezTo>
                <a:cubicBezTo>
                  <a:pt x="204" y="584"/>
                  <a:pt x="204" y="584"/>
                  <a:pt x="204" y="584"/>
                </a:cubicBezTo>
                <a:cubicBezTo>
                  <a:pt x="204" y="588"/>
                  <a:pt x="203" y="593"/>
                  <a:pt x="200" y="595"/>
                </a:cubicBezTo>
                <a:close/>
                <a:moveTo>
                  <a:pt x="656" y="28"/>
                </a:moveTo>
                <a:lnTo>
                  <a:pt x="656" y="28"/>
                </a:lnTo>
                <a:cubicBezTo>
                  <a:pt x="659" y="28"/>
                  <a:pt x="659" y="28"/>
                  <a:pt x="659" y="28"/>
                </a:cubicBezTo>
                <a:cubicBezTo>
                  <a:pt x="663" y="28"/>
                  <a:pt x="666" y="30"/>
                  <a:pt x="668" y="33"/>
                </a:cubicBezTo>
                <a:cubicBezTo>
                  <a:pt x="671" y="35"/>
                  <a:pt x="672" y="39"/>
                  <a:pt x="672" y="43"/>
                </a:cubicBezTo>
                <a:cubicBezTo>
                  <a:pt x="672" y="496"/>
                  <a:pt x="672" y="496"/>
                  <a:pt x="672" y="496"/>
                </a:cubicBezTo>
                <a:cubicBezTo>
                  <a:pt x="672" y="501"/>
                  <a:pt x="671" y="503"/>
                  <a:pt x="668" y="506"/>
                </a:cubicBezTo>
                <a:cubicBezTo>
                  <a:pt x="666" y="509"/>
                  <a:pt x="663" y="510"/>
                  <a:pt x="659" y="510"/>
                </a:cubicBezTo>
                <a:cubicBezTo>
                  <a:pt x="657" y="510"/>
                  <a:pt x="656" y="510"/>
                  <a:pt x="655" y="510"/>
                </a:cubicBezTo>
                <a:cubicBezTo>
                  <a:pt x="292" y="377"/>
                  <a:pt x="292" y="377"/>
                  <a:pt x="292" y="377"/>
                </a:cubicBezTo>
                <a:cubicBezTo>
                  <a:pt x="292" y="135"/>
                  <a:pt x="292" y="135"/>
                  <a:pt x="292" y="135"/>
                </a:cubicBezTo>
                <a:lnTo>
                  <a:pt x="656" y="28"/>
                </a:lnTo>
                <a:close/>
                <a:moveTo>
                  <a:pt x="29" y="212"/>
                </a:moveTo>
                <a:lnTo>
                  <a:pt x="29" y="212"/>
                </a:lnTo>
                <a:cubicBezTo>
                  <a:pt x="29" y="192"/>
                  <a:pt x="37" y="174"/>
                  <a:pt x="51" y="160"/>
                </a:cubicBezTo>
                <a:cubicBezTo>
                  <a:pt x="63" y="146"/>
                  <a:pt x="82" y="140"/>
                  <a:pt x="101" y="140"/>
                </a:cubicBezTo>
                <a:cubicBezTo>
                  <a:pt x="263" y="140"/>
                  <a:pt x="263" y="140"/>
                  <a:pt x="263" y="140"/>
                </a:cubicBezTo>
                <a:cubicBezTo>
                  <a:pt x="263" y="373"/>
                  <a:pt x="263" y="373"/>
                  <a:pt x="263" y="373"/>
                </a:cubicBezTo>
                <a:cubicBezTo>
                  <a:pt x="101" y="373"/>
                  <a:pt x="101" y="373"/>
                  <a:pt x="101" y="373"/>
                </a:cubicBezTo>
                <a:cubicBezTo>
                  <a:pt x="82" y="373"/>
                  <a:pt x="63" y="365"/>
                  <a:pt x="51" y="352"/>
                </a:cubicBezTo>
                <a:cubicBezTo>
                  <a:pt x="37" y="339"/>
                  <a:pt x="29" y="321"/>
                  <a:pt x="29" y="300"/>
                </a:cubicBezTo>
                <a:lnTo>
                  <a:pt x="29" y="212"/>
                </a:lnTo>
                <a:close/>
              </a:path>
            </a:pathLst>
          </a:custGeom>
          <a:solidFill>
            <a:schemeClr val="tx2"/>
          </a:solidFill>
          <a:ln>
            <a:noFill/>
          </a:ln>
          <a:effectLst/>
        </p:spPr>
        <p:txBody>
          <a:bodyPr wrap="none" anchor="ctr"/>
          <a:lstStyle/>
          <a:p>
            <a:endParaRPr lang="da-DK"/>
          </a:p>
        </p:txBody>
      </p:sp>
      <p:grpSp>
        <p:nvGrpSpPr>
          <p:cNvPr id="658" name="Group 662">
            <a:extLst>
              <a:ext uri="{FF2B5EF4-FFF2-40B4-BE49-F238E27FC236}">
                <a16:creationId xmlns:a16="http://schemas.microsoft.com/office/drawing/2014/main" id="{11092240-EC9C-E287-DD69-E1A4A6D0FBF5}"/>
              </a:ext>
            </a:extLst>
          </p:cNvPr>
          <p:cNvGrpSpPr/>
          <p:nvPr/>
        </p:nvGrpSpPr>
        <p:grpSpPr>
          <a:xfrm>
            <a:off x="10517311" y="2870721"/>
            <a:ext cx="242888" cy="247650"/>
            <a:chOff x="9375775" y="3230563"/>
            <a:chExt cx="242888" cy="247650"/>
          </a:xfrm>
          <a:solidFill>
            <a:schemeClr val="tx2"/>
          </a:solidFill>
        </p:grpSpPr>
        <p:sp>
          <p:nvSpPr>
            <p:cNvPr id="659" name="Freeform 547">
              <a:extLst>
                <a:ext uri="{FF2B5EF4-FFF2-40B4-BE49-F238E27FC236}">
                  <a16:creationId xmlns:a16="http://schemas.microsoft.com/office/drawing/2014/main" id="{34829BFE-4EE0-2FBC-2014-31ACFB6C8270}"/>
                </a:ext>
              </a:extLst>
            </p:cNvPr>
            <p:cNvSpPr>
              <a:spLocks noChangeArrowheads="1"/>
            </p:cNvSpPr>
            <p:nvPr/>
          </p:nvSpPr>
          <p:spPr bwMode="auto">
            <a:xfrm>
              <a:off x="9375775" y="3230563"/>
              <a:ext cx="63500" cy="242887"/>
            </a:xfrm>
            <a:custGeom>
              <a:avLst/>
              <a:gdLst>
                <a:gd name="T0" fmla="*/ 75 w 177"/>
                <a:gd name="T1" fmla="*/ 599 h 675"/>
                <a:gd name="T2" fmla="*/ 75 w 177"/>
                <a:gd name="T3" fmla="*/ 599 h 675"/>
                <a:gd name="T4" fmla="*/ 75 w 177"/>
                <a:gd name="T5" fmla="*/ 659 h 675"/>
                <a:gd name="T6" fmla="*/ 88 w 177"/>
                <a:gd name="T7" fmla="*/ 674 h 675"/>
                <a:gd name="T8" fmla="*/ 103 w 177"/>
                <a:gd name="T9" fmla="*/ 659 h 675"/>
                <a:gd name="T10" fmla="*/ 103 w 177"/>
                <a:gd name="T11" fmla="*/ 599 h 675"/>
                <a:gd name="T12" fmla="*/ 176 w 177"/>
                <a:gd name="T13" fmla="*/ 512 h 675"/>
                <a:gd name="T14" fmla="*/ 103 w 177"/>
                <a:gd name="T15" fmla="*/ 426 h 675"/>
                <a:gd name="T16" fmla="*/ 103 w 177"/>
                <a:gd name="T17" fmla="*/ 15 h 675"/>
                <a:gd name="T18" fmla="*/ 88 w 177"/>
                <a:gd name="T19" fmla="*/ 0 h 675"/>
                <a:gd name="T20" fmla="*/ 75 w 177"/>
                <a:gd name="T21" fmla="*/ 15 h 675"/>
                <a:gd name="T22" fmla="*/ 75 w 177"/>
                <a:gd name="T23" fmla="*/ 426 h 675"/>
                <a:gd name="T24" fmla="*/ 0 w 177"/>
                <a:gd name="T25" fmla="*/ 512 h 675"/>
                <a:gd name="T26" fmla="*/ 75 w 177"/>
                <a:gd name="T27" fmla="*/ 599 h 675"/>
                <a:gd name="T28" fmla="*/ 47 w 177"/>
                <a:gd name="T29" fmla="*/ 471 h 675"/>
                <a:gd name="T30" fmla="*/ 47 w 177"/>
                <a:gd name="T31" fmla="*/ 471 h 675"/>
                <a:gd name="T32" fmla="*/ 88 w 177"/>
                <a:gd name="T33" fmla="*/ 455 h 675"/>
                <a:gd name="T34" fmla="*/ 131 w 177"/>
                <a:gd name="T35" fmla="*/ 471 h 675"/>
                <a:gd name="T36" fmla="*/ 147 w 177"/>
                <a:gd name="T37" fmla="*/ 512 h 675"/>
                <a:gd name="T38" fmla="*/ 131 w 177"/>
                <a:gd name="T39" fmla="*/ 555 h 675"/>
                <a:gd name="T40" fmla="*/ 88 w 177"/>
                <a:gd name="T41" fmla="*/ 571 h 675"/>
                <a:gd name="T42" fmla="*/ 47 w 177"/>
                <a:gd name="T43" fmla="*/ 555 h 675"/>
                <a:gd name="T44" fmla="*/ 31 w 177"/>
                <a:gd name="T45" fmla="*/ 512 h 675"/>
                <a:gd name="T46" fmla="*/ 47 w 177"/>
                <a:gd name="T47" fmla="*/ 47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75" y="599"/>
                  </a:moveTo>
                  <a:lnTo>
                    <a:pt x="75" y="599"/>
                  </a:lnTo>
                  <a:cubicBezTo>
                    <a:pt x="75" y="659"/>
                    <a:pt x="75" y="659"/>
                    <a:pt x="75" y="659"/>
                  </a:cubicBezTo>
                  <a:cubicBezTo>
                    <a:pt x="75" y="667"/>
                    <a:pt x="80" y="674"/>
                    <a:pt x="88" y="674"/>
                  </a:cubicBezTo>
                  <a:cubicBezTo>
                    <a:pt x="96" y="674"/>
                    <a:pt x="103" y="667"/>
                    <a:pt x="103" y="659"/>
                  </a:cubicBezTo>
                  <a:cubicBezTo>
                    <a:pt x="103" y="599"/>
                    <a:pt x="103" y="599"/>
                    <a:pt x="103" y="599"/>
                  </a:cubicBezTo>
                  <a:cubicBezTo>
                    <a:pt x="145" y="592"/>
                    <a:pt x="176" y="556"/>
                    <a:pt x="176" y="512"/>
                  </a:cubicBezTo>
                  <a:cubicBezTo>
                    <a:pt x="176" y="470"/>
                    <a:pt x="145" y="434"/>
                    <a:pt x="103" y="426"/>
                  </a:cubicBezTo>
                  <a:cubicBezTo>
                    <a:pt x="103" y="15"/>
                    <a:pt x="103" y="15"/>
                    <a:pt x="103" y="15"/>
                  </a:cubicBezTo>
                  <a:cubicBezTo>
                    <a:pt x="103" y="7"/>
                    <a:pt x="96" y="0"/>
                    <a:pt x="88" y="0"/>
                  </a:cubicBezTo>
                  <a:cubicBezTo>
                    <a:pt x="80" y="0"/>
                    <a:pt x="75" y="7"/>
                    <a:pt x="75" y="15"/>
                  </a:cubicBezTo>
                  <a:cubicBezTo>
                    <a:pt x="75" y="426"/>
                    <a:pt x="75" y="426"/>
                    <a:pt x="75" y="426"/>
                  </a:cubicBezTo>
                  <a:cubicBezTo>
                    <a:pt x="32" y="434"/>
                    <a:pt x="0" y="470"/>
                    <a:pt x="0" y="512"/>
                  </a:cubicBezTo>
                  <a:cubicBezTo>
                    <a:pt x="0" y="556"/>
                    <a:pt x="32" y="592"/>
                    <a:pt x="75" y="599"/>
                  </a:cubicBezTo>
                  <a:close/>
                  <a:moveTo>
                    <a:pt x="47" y="471"/>
                  </a:moveTo>
                  <a:lnTo>
                    <a:pt x="47" y="471"/>
                  </a:lnTo>
                  <a:cubicBezTo>
                    <a:pt x="58" y="461"/>
                    <a:pt x="73" y="455"/>
                    <a:pt x="88" y="455"/>
                  </a:cubicBezTo>
                  <a:cubicBezTo>
                    <a:pt x="105" y="455"/>
                    <a:pt x="120" y="461"/>
                    <a:pt x="131" y="471"/>
                  </a:cubicBezTo>
                  <a:cubicBezTo>
                    <a:pt x="140" y="482"/>
                    <a:pt x="147" y="497"/>
                    <a:pt x="147" y="512"/>
                  </a:cubicBezTo>
                  <a:cubicBezTo>
                    <a:pt x="147" y="529"/>
                    <a:pt x="140" y="544"/>
                    <a:pt x="131" y="555"/>
                  </a:cubicBezTo>
                  <a:cubicBezTo>
                    <a:pt x="120" y="564"/>
                    <a:pt x="105" y="571"/>
                    <a:pt x="88" y="571"/>
                  </a:cubicBezTo>
                  <a:cubicBezTo>
                    <a:pt x="73" y="571"/>
                    <a:pt x="58" y="564"/>
                    <a:pt x="47" y="555"/>
                  </a:cubicBezTo>
                  <a:cubicBezTo>
                    <a:pt x="36" y="544"/>
                    <a:pt x="31" y="529"/>
                    <a:pt x="31" y="512"/>
                  </a:cubicBezTo>
                  <a:cubicBezTo>
                    <a:pt x="31" y="497"/>
                    <a:pt x="36" y="482"/>
                    <a:pt x="47"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0" name="Freeform 548">
              <a:extLst>
                <a:ext uri="{FF2B5EF4-FFF2-40B4-BE49-F238E27FC236}">
                  <a16:creationId xmlns:a16="http://schemas.microsoft.com/office/drawing/2014/main" id="{A0071441-B96C-92FD-B3E0-07C8849541F9}"/>
                </a:ext>
              </a:extLst>
            </p:cNvPr>
            <p:cNvSpPr>
              <a:spLocks noChangeArrowheads="1"/>
            </p:cNvSpPr>
            <p:nvPr/>
          </p:nvSpPr>
          <p:spPr bwMode="auto">
            <a:xfrm>
              <a:off x="9471025" y="3230563"/>
              <a:ext cx="63500" cy="242887"/>
            </a:xfrm>
            <a:custGeom>
              <a:avLst/>
              <a:gdLst>
                <a:gd name="T0" fmla="*/ 103 w 177"/>
                <a:gd name="T1" fmla="*/ 659 h 675"/>
                <a:gd name="T2" fmla="*/ 103 w 177"/>
                <a:gd name="T3" fmla="*/ 659 h 675"/>
                <a:gd name="T4" fmla="*/ 103 w 177"/>
                <a:gd name="T5" fmla="*/ 278 h 675"/>
                <a:gd name="T6" fmla="*/ 176 w 177"/>
                <a:gd name="T7" fmla="*/ 191 h 675"/>
                <a:gd name="T8" fmla="*/ 103 w 177"/>
                <a:gd name="T9" fmla="*/ 105 h 675"/>
                <a:gd name="T10" fmla="*/ 103 w 177"/>
                <a:gd name="T11" fmla="*/ 15 h 675"/>
                <a:gd name="T12" fmla="*/ 88 w 177"/>
                <a:gd name="T13" fmla="*/ 0 h 675"/>
                <a:gd name="T14" fmla="*/ 74 w 177"/>
                <a:gd name="T15" fmla="*/ 15 h 675"/>
                <a:gd name="T16" fmla="*/ 74 w 177"/>
                <a:gd name="T17" fmla="*/ 105 h 675"/>
                <a:gd name="T18" fmla="*/ 0 w 177"/>
                <a:gd name="T19" fmla="*/ 191 h 675"/>
                <a:gd name="T20" fmla="*/ 74 w 177"/>
                <a:gd name="T21" fmla="*/ 278 h 675"/>
                <a:gd name="T22" fmla="*/ 74 w 177"/>
                <a:gd name="T23" fmla="*/ 659 h 675"/>
                <a:gd name="T24" fmla="*/ 88 w 177"/>
                <a:gd name="T25" fmla="*/ 674 h 675"/>
                <a:gd name="T26" fmla="*/ 103 w 177"/>
                <a:gd name="T27" fmla="*/ 659 h 675"/>
                <a:gd name="T28" fmla="*/ 30 w 177"/>
                <a:gd name="T29" fmla="*/ 191 h 675"/>
                <a:gd name="T30" fmla="*/ 30 w 177"/>
                <a:gd name="T31" fmla="*/ 191 h 675"/>
                <a:gd name="T32" fmla="*/ 47 w 177"/>
                <a:gd name="T33" fmla="*/ 150 h 675"/>
                <a:gd name="T34" fmla="*/ 88 w 177"/>
                <a:gd name="T35" fmla="*/ 132 h 675"/>
                <a:gd name="T36" fmla="*/ 130 w 177"/>
                <a:gd name="T37" fmla="*/ 150 h 675"/>
                <a:gd name="T38" fmla="*/ 147 w 177"/>
                <a:gd name="T39" fmla="*/ 191 h 675"/>
                <a:gd name="T40" fmla="*/ 130 w 177"/>
                <a:gd name="T41" fmla="*/ 232 h 675"/>
                <a:gd name="T42" fmla="*/ 88 w 177"/>
                <a:gd name="T43" fmla="*/ 249 h 675"/>
                <a:gd name="T44" fmla="*/ 47 w 177"/>
                <a:gd name="T45" fmla="*/ 232 h 675"/>
                <a:gd name="T46" fmla="*/ 30 w 177"/>
                <a:gd name="T47" fmla="*/ 19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103" y="659"/>
                  </a:moveTo>
                  <a:lnTo>
                    <a:pt x="103" y="659"/>
                  </a:lnTo>
                  <a:cubicBezTo>
                    <a:pt x="103" y="278"/>
                    <a:pt x="103" y="278"/>
                    <a:pt x="103" y="278"/>
                  </a:cubicBezTo>
                  <a:cubicBezTo>
                    <a:pt x="144" y="271"/>
                    <a:pt x="176" y="234"/>
                    <a:pt x="176" y="191"/>
                  </a:cubicBezTo>
                  <a:cubicBezTo>
                    <a:pt x="176" y="147"/>
                    <a:pt x="144" y="111"/>
                    <a:pt x="103" y="105"/>
                  </a:cubicBezTo>
                  <a:cubicBezTo>
                    <a:pt x="103" y="15"/>
                    <a:pt x="103" y="15"/>
                    <a:pt x="103" y="15"/>
                  </a:cubicBezTo>
                  <a:cubicBezTo>
                    <a:pt x="103" y="7"/>
                    <a:pt x="96" y="0"/>
                    <a:pt x="88" y="0"/>
                  </a:cubicBezTo>
                  <a:cubicBezTo>
                    <a:pt x="80" y="0"/>
                    <a:pt x="74" y="7"/>
                    <a:pt x="74" y="15"/>
                  </a:cubicBezTo>
                  <a:cubicBezTo>
                    <a:pt x="74" y="105"/>
                    <a:pt x="74" y="105"/>
                    <a:pt x="74" y="105"/>
                  </a:cubicBezTo>
                  <a:cubicBezTo>
                    <a:pt x="32" y="111"/>
                    <a:pt x="0" y="147"/>
                    <a:pt x="0" y="191"/>
                  </a:cubicBezTo>
                  <a:cubicBezTo>
                    <a:pt x="0" y="234"/>
                    <a:pt x="32" y="271"/>
                    <a:pt x="74" y="278"/>
                  </a:cubicBezTo>
                  <a:cubicBezTo>
                    <a:pt x="74" y="659"/>
                    <a:pt x="74" y="659"/>
                    <a:pt x="74" y="659"/>
                  </a:cubicBezTo>
                  <a:cubicBezTo>
                    <a:pt x="74" y="667"/>
                    <a:pt x="80" y="674"/>
                    <a:pt x="88" y="674"/>
                  </a:cubicBezTo>
                  <a:cubicBezTo>
                    <a:pt x="96" y="674"/>
                    <a:pt x="103" y="667"/>
                    <a:pt x="103" y="659"/>
                  </a:cubicBezTo>
                  <a:close/>
                  <a:moveTo>
                    <a:pt x="30" y="191"/>
                  </a:moveTo>
                  <a:lnTo>
                    <a:pt x="30" y="191"/>
                  </a:lnTo>
                  <a:cubicBezTo>
                    <a:pt x="30" y="175"/>
                    <a:pt x="36" y="159"/>
                    <a:pt x="47" y="150"/>
                  </a:cubicBezTo>
                  <a:cubicBezTo>
                    <a:pt x="58" y="139"/>
                    <a:pt x="73" y="132"/>
                    <a:pt x="88" y="132"/>
                  </a:cubicBezTo>
                  <a:cubicBezTo>
                    <a:pt x="104" y="132"/>
                    <a:pt x="119" y="139"/>
                    <a:pt x="130" y="150"/>
                  </a:cubicBezTo>
                  <a:cubicBezTo>
                    <a:pt x="140" y="159"/>
                    <a:pt x="147" y="175"/>
                    <a:pt x="147" y="191"/>
                  </a:cubicBezTo>
                  <a:cubicBezTo>
                    <a:pt x="147" y="207"/>
                    <a:pt x="140" y="221"/>
                    <a:pt x="130" y="232"/>
                  </a:cubicBezTo>
                  <a:cubicBezTo>
                    <a:pt x="119" y="243"/>
                    <a:pt x="104" y="249"/>
                    <a:pt x="88" y="249"/>
                  </a:cubicBezTo>
                  <a:cubicBezTo>
                    <a:pt x="73" y="249"/>
                    <a:pt x="58" y="243"/>
                    <a:pt x="47" y="232"/>
                  </a:cubicBezTo>
                  <a:cubicBezTo>
                    <a:pt x="36" y="221"/>
                    <a:pt x="30" y="207"/>
                    <a:pt x="3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9">
              <a:extLst>
                <a:ext uri="{FF2B5EF4-FFF2-40B4-BE49-F238E27FC236}">
                  <a16:creationId xmlns:a16="http://schemas.microsoft.com/office/drawing/2014/main" id="{69DB7E54-E924-18B9-0646-C1B12C2CF7A7}"/>
                </a:ext>
              </a:extLst>
            </p:cNvPr>
            <p:cNvSpPr>
              <a:spLocks noChangeArrowheads="1"/>
            </p:cNvSpPr>
            <p:nvPr/>
          </p:nvSpPr>
          <p:spPr bwMode="auto">
            <a:xfrm>
              <a:off x="9555163" y="3230563"/>
              <a:ext cx="63500" cy="247650"/>
            </a:xfrm>
            <a:custGeom>
              <a:avLst/>
              <a:gdLst>
                <a:gd name="T0" fmla="*/ 103 w 176"/>
                <a:gd name="T1" fmla="*/ 514 h 689"/>
                <a:gd name="T2" fmla="*/ 103 w 176"/>
                <a:gd name="T3" fmla="*/ 514 h 689"/>
                <a:gd name="T4" fmla="*/ 103 w 176"/>
                <a:gd name="T5" fmla="*/ 15 h 689"/>
                <a:gd name="T6" fmla="*/ 88 w 176"/>
                <a:gd name="T7" fmla="*/ 0 h 689"/>
                <a:gd name="T8" fmla="*/ 72 w 176"/>
                <a:gd name="T9" fmla="*/ 15 h 689"/>
                <a:gd name="T10" fmla="*/ 72 w 176"/>
                <a:gd name="T11" fmla="*/ 514 h 689"/>
                <a:gd name="T12" fmla="*/ 0 w 176"/>
                <a:gd name="T13" fmla="*/ 600 h 689"/>
                <a:gd name="T14" fmla="*/ 88 w 176"/>
                <a:gd name="T15" fmla="*/ 688 h 689"/>
                <a:gd name="T16" fmla="*/ 175 w 176"/>
                <a:gd name="T17" fmla="*/ 600 h 689"/>
                <a:gd name="T18" fmla="*/ 103 w 176"/>
                <a:gd name="T19" fmla="*/ 514 h 689"/>
                <a:gd name="T20" fmla="*/ 129 w 176"/>
                <a:gd name="T21" fmla="*/ 643 h 689"/>
                <a:gd name="T22" fmla="*/ 129 w 176"/>
                <a:gd name="T23" fmla="*/ 643 h 689"/>
                <a:gd name="T24" fmla="*/ 88 w 176"/>
                <a:gd name="T25" fmla="*/ 659 h 689"/>
                <a:gd name="T26" fmla="*/ 46 w 176"/>
                <a:gd name="T27" fmla="*/ 643 h 689"/>
                <a:gd name="T28" fmla="*/ 28 w 176"/>
                <a:gd name="T29" fmla="*/ 600 h 689"/>
                <a:gd name="T30" fmla="*/ 46 w 176"/>
                <a:gd name="T31" fmla="*/ 559 h 689"/>
                <a:gd name="T32" fmla="*/ 88 w 176"/>
                <a:gd name="T33" fmla="*/ 542 h 689"/>
                <a:gd name="T34" fmla="*/ 129 w 176"/>
                <a:gd name="T35" fmla="*/ 559 h 689"/>
                <a:gd name="T36" fmla="*/ 147 w 176"/>
                <a:gd name="T37" fmla="*/ 600 h 689"/>
                <a:gd name="T38" fmla="*/ 129 w 176"/>
                <a:gd name="T39" fmla="*/ 643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689">
                  <a:moveTo>
                    <a:pt x="103" y="514"/>
                  </a:moveTo>
                  <a:lnTo>
                    <a:pt x="103" y="514"/>
                  </a:lnTo>
                  <a:cubicBezTo>
                    <a:pt x="103" y="15"/>
                    <a:pt x="103" y="15"/>
                    <a:pt x="103" y="15"/>
                  </a:cubicBezTo>
                  <a:cubicBezTo>
                    <a:pt x="103" y="7"/>
                    <a:pt x="96" y="0"/>
                    <a:pt x="88" y="0"/>
                  </a:cubicBezTo>
                  <a:cubicBezTo>
                    <a:pt x="79" y="0"/>
                    <a:pt x="72" y="7"/>
                    <a:pt x="72" y="15"/>
                  </a:cubicBezTo>
                  <a:cubicBezTo>
                    <a:pt x="72" y="514"/>
                    <a:pt x="72" y="514"/>
                    <a:pt x="72" y="514"/>
                  </a:cubicBezTo>
                  <a:cubicBezTo>
                    <a:pt x="31" y="522"/>
                    <a:pt x="0" y="558"/>
                    <a:pt x="0" y="600"/>
                  </a:cubicBezTo>
                  <a:cubicBezTo>
                    <a:pt x="0" y="650"/>
                    <a:pt x="39" y="688"/>
                    <a:pt x="88" y="688"/>
                  </a:cubicBezTo>
                  <a:cubicBezTo>
                    <a:pt x="136" y="688"/>
                    <a:pt x="175" y="650"/>
                    <a:pt x="175" y="600"/>
                  </a:cubicBezTo>
                  <a:cubicBezTo>
                    <a:pt x="175" y="558"/>
                    <a:pt x="144" y="522"/>
                    <a:pt x="103" y="514"/>
                  </a:cubicBezTo>
                  <a:close/>
                  <a:moveTo>
                    <a:pt x="129" y="643"/>
                  </a:moveTo>
                  <a:lnTo>
                    <a:pt x="129" y="643"/>
                  </a:lnTo>
                  <a:cubicBezTo>
                    <a:pt x="118" y="652"/>
                    <a:pt x="104" y="659"/>
                    <a:pt x="88" y="659"/>
                  </a:cubicBezTo>
                  <a:cubicBezTo>
                    <a:pt x="71" y="659"/>
                    <a:pt x="57" y="652"/>
                    <a:pt x="46" y="643"/>
                  </a:cubicBezTo>
                  <a:cubicBezTo>
                    <a:pt x="35" y="632"/>
                    <a:pt x="28" y="617"/>
                    <a:pt x="28" y="600"/>
                  </a:cubicBezTo>
                  <a:cubicBezTo>
                    <a:pt x="28" y="585"/>
                    <a:pt x="35" y="570"/>
                    <a:pt x="46" y="559"/>
                  </a:cubicBezTo>
                  <a:cubicBezTo>
                    <a:pt x="57" y="549"/>
                    <a:pt x="71" y="542"/>
                    <a:pt x="88" y="542"/>
                  </a:cubicBezTo>
                  <a:cubicBezTo>
                    <a:pt x="104" y="542"/>
                    <a:pt x="118" y="549"/>
                    <a:pt x="129" y="559"/>
                  </a:cubicBezTo>
                  <a:cubicBezTo>
                    <a:pt x="140" y="570"/>
                    <a:pt x="147" y="585"/>
                    <a:pt x="147" y="600"/>
                  </a:cubicBezTo>
                  <a:cubicBezTo>
                    <a:pt x="147" y="617"/>
                    <a:pt x="140" y="632"/>
                    <a:pt x="129"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66">
            <a:extLst>
              <a:ext uri="{FF2B5EF4-FFF2-40B4-BE49-F238E27FC236}">
                <a16:creationId xmlns:a16="http://schemas.microsoft.com/office/drawing/2014/main" id="{F27BAEE8-AEB3-FCF1-7A82-CEC03E8F0352}"/>
              </a:ext>
            </a:extLst>
          </p:cNvPr>
          <p:cNvGrpSpPr/>
          <p:nvPr/>
        </p:nvGrpSpPr>
        <p:grpSpPr>
          <a:xfrm>
            <a:off x="10990386" y="2873103"/>
            <a:ext cx="249238" cy="242887"/>
            <a:chOff x="9848850" y="3198813"/>
            <a:chExt cx="249238" cy="242887"/>
          </a:xfrm>
          <a:solidFill>
            <a:schemeClr val="tx2"/>
          </a:solidFill>
        </p:grpSpPr>
        <p:sp>
          <p:nvSpPr>
            <p:cNvPr id="663" name="Freeform 550">
              <a:extLst>
                <a:ext uri="{FF2B5EF4-FFF2-40B4-BE49-F238E27FC236}">
                  <a16:creationId xmlns:a16="http://schemas.microsoft.com/office/drawing/2014/main" id="{6920F352-5DF1-C29C-8278-8824215DA958}"/>
                </a:ext>
              </a:extLst>
            </p:cNvPr>
            <p:cNvSpPr>
              <a:spLocks noChangeArrowheads="1"/>
            </p:cNvSpPr>
            <p:nvPr/>
          </p:nvSpPr>
          <p:spPr bwMode="auto">
            <a:xfrm>
              <a:off x="9855200" y="3198813"/>
              <a:ext cx="242888" cy="63500"/>
            </a:xfrm>
            <a:custGeom>
              <a:avLst/>
              <a:gdLst>
                <a:gd name="T0" fmla="*/ 15 w 675"/>
                <a:gd name="T1" fmla="*/ 102 h 177"/>
                <a:gd name="T2" fmla="*/ 15 w 675"/>
                <a:gd name="T3" fmla="*/ 102 h 177"/>
                <a:gd name="T4" fmla="*/ 76 w 675"/>
                <a:gd name="T5" fmla="*/ 102 h 177"/>
                <a:gd name="T6" fmla="*/ 162 w 675"/>
                <a:gd name="T7" fmla="*/ 176 h 177"/>
                <a:gd name="T8" fmla="*/ 249 w 675"/>
                <a:gd name="T9" fmla="*/ 102 h 177"/>
                <a:gd name="T10" fmla="*/ 659 w 675"/>
                <a:gd name="T11" fmla="*/ 102 h 177"/>
                <a:gd name="T12" fmla="*/ 674 w 675"/>
                <a:gd name="T13" fmla="*/ 88 h 177"/>
                <a:gd name="T14" fmla="*/ 659 w 675"/>
                <a:gd name="T15" fmla="*/ 73 h 177"/>
                <a:gd name="T16" fmla="*/ 249 w 675"/>
                <a:gd name="T17" fmla="*/ 73 h 177"/>
                <a:gd name="T18" fmla="*/ 162 w 675"/>
                <a:gd name="T19" fmla="*/ 0 h 177"/>
                <a:gd name="T20" fmla="*/ 76 w 675"/>
                <a:gd name="T21" fmla="*/ 73 h 177"/>
                <a:gd name="T22" fmla="*/ 15 w 675"/>
                <a:gd name="T23" fmla="*/ 73 h 177"/>
                <a:gd name="T24" fmla="*/ 0 w 675"/>
                <a:gd name="T25" fmla="*/ 88 h 177"/>
                <a:gd name="T26" fmla="*/ 15 w 675"/>
                <a:gd name="T27" fmla="*/ 102 h 177"/>
                <a:gd name="T28" fmla="*/ 162 w 675"/>
                <a:gd name="T29" fmla="*/ 29 h 177"/>
                <a:gd name="T30" fmla="*/ 162 w 675"/>
                <a:gd name="T31" fmla="*/ 29 h 177"/>
                <a:gd name="T32" fmla="*/ 203 w 675"/>
                <a:gd name="T33" fmla="*/ 47 h 177"/>
                <a:gd name="T34" fmla="*/ 220 w 675"/>
                <a:gd name="T35" fmla="*/ 88 h 177"/>
                <a:gd name="T36" fmla="*/ 203 w 675"/>
                <a:gd name="T37" fmla="*/ 129 h 177"/>
                <a:gd name="T38" fmla="*/ 162 w 675"/>
                <a:gd name="T39" fmla="*/ 146 h 177"/>
                <a:gd name="T40" fmla="*/ 120 w 675"/>
                <a:gd name="T41" fmla="*/ 129 h 177"/>
                <a:gd name="T42" fmla="*/ 103 w 675"/>
                <a:gd name="T43" fmla="*/ 88 h 177"/>
                <a:gd name="T44" fmla="*/ 103 w 675"/>
                <a:gd name="T45" fmla="*/ 88 h 177"/>
                <a:gd name="T46" fmla="*/ 103 w 675"/>
                <a:gd name="T47" fmla="*/ 88 h 177"/>
                <a:gd name="T48" fmla="*/ 120 w 675"/>
                <a:gd name="T49" fmla="*/ 47 h 177"/>
                <a:gd name="T50" fmla="*/ 162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76" y="102"/>
                    <a:pt x="76" y="102"/>
                    <a:pt x="76" y="102"/>
                  </a:cubicBezTo>
                  <a:cubicBezTo>
                    <a:pt x="83" y="145"/>
                    <a:pt x="118" y="176"/>
                    <a:pt x="162" y="176"/>
                  </a:cubicBezTo>
                  <a:cubicBezTo>
                    <a:pt x="205" y="176"/>
                    <a:pt x="242" y="145"/>
                    <a:pt x="249" y="102"/>
                  </a:cubicBezTo>
                  <a:cubicBezTo>
                    <a:pt x="659" y="102"/>
                    <a:pt x="659" y="102"/>
                    <a:pt x="659" y="102"/>
                  </a:cubicBezTo>
                  <a:cubicBezTo>
                    <a:pt x="667" y="102"/>
                    <a:pt x="674" y="96"/>
                    <a:pt x="674" y="88"/>
                  </a:cubicBezTo>
                  <a:cubicBezTo>
                    <a:pt x="674" y="80"/>
                    <a:pt x="667" y="73"/>
                    <a:pt x="659" y="73"/>
                  </a:cubicBezTo>
                  <a:cubicBezTo>
                    <a:pt x="249" y="73"/>
                    <a:pt x="249" y="73"/>
                    <a:pt x="249" y="73"/>
                  </a:cubicBezTo>
                  <a:cubicBezTo>
                    <a:pt x="242" y="32"/>
                    <a:pt x="205" y="0"/>
                    <a:pt x="162" y="0"/>
                  </a:cubicBezTo>
                  <a:cubicBezTo>
                    <a:pt x="118" y="0"/>
                    <a:pt x="83" y="32"/>
                    <a:pt x="76" y="73"/>
                  </a:cubicBezTo>
                  <a:cubicBezTo>
                    <a:pt x="15" y="73"/>
                    <a:pt x="15" y="73"/>
                    <a:pt x="15" y="73"/>
                  </a:cubicBezTo>
                  <a:cubicBezTo>
                    <a:pt x="7" y="73"/>
                    <a:pt x="0" y="80"/>
                    <a:pt x="0" y="88"/>
                  </a:cubicBezTo>
                  <a:cubicBezTo>
                    <a:pt x="0" y="96"/>
                    <a:pt x="7" y="102"/>
                    <a:pt x="15" y="102"/>
                  </a:cubicBezTo>
                  <a:close/>
                  <a:moveTo>
                    <a:pt x="162" y="29"/>
                  </a:moveTo>
                  <a:lnTo>
                    <a:pt x="162" y="29"/>
                  </a:lnTo>
                  <a:cubicBezTo>
                    <a:pt x="177" y="29"/>
                    <a:pt x="192" y="36"/>
                    <a:pt x="203" y="47"/>
                  </a:cubicBezTo>
                  <a:cubicBezTo>
                    <a:pt x="214" y="57"/>
                    <a:pt x="220" y="72"/>
                    <a:pt x="220" y="88"/>
                  </a:cubicBezTo>
                  <a:cubicBezTo>
                    <a:pt x="220" y="105"/>
                    <a:pt x="214" y="118"/>
                    <a:pt x="203" y="129"/>
                  </a:cubicBezTo>
                  <a:cubicBezTo>
                    <a:pt x="192" y="140"/>
                    <a:pt x="177" y="146"/>
                    <a:pt x="162" y="146"/>
                  </a:cubicBezTo>
                  <a:cubicBezTo>
                    <a:pt x="146" y="146"/>
                    <a:pt x="131" y="140"/>
                    <a:pt x="120" y="129"/>
                  </a:cubicBezTo>
                  <a:cubicBezTo>
                    <a:pt x="110" y="118"/>
                    <a:pt x="103" y="105"/>
                    <a:pt x="103" y="88"/>
                  </a:cubicBezTo>
                  <a:lnTo>
                    <a:pt x="103" y="88"/>
                  </a:lnTo>
                  <a:lnTo>
                    <a:pt x="103" y="88"/>
                  </a:lnTo>
                  <a:cubicBezTo>
                    <a:pt x="103" y="72"/>
                    <a:pt x="110" y="57"/>
                    <a:pt x="120" y="47"/>
                  </a:cubicBezTo>
                  <a:cubicBezTo>
                    <a:pt x="131" y="36"/>
                    <a:pt x="146" y="29"/>
                    <a:pt x="162"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1">
              <a:extLst>
                <a:ext uri="{FF2B5EF4-FFF2-40B4-BE49-F238E27FC236}">
                  <a16:creationId xmlns:a16="http://schemas.microsoft.com/office/drawing/2014/main" id="{6A338696-250D-D951-1112-58FE4DF5FAB2}"/>
                </a:ext>
              </a:extLst>
            </p:cNvPr>
            <p:cNvSpPr>
              <a:spLocks noChangeArrowheads="1"/>
            </p:cNvSpPr>
            <p:nvPr/>
          </p:nvSpPr>
          <p:spPr bwMode="auto">
            <a:xfrm>
              <a:off x="9855200" y="3294063"/>
              <a:ext cx="242888" cy="63500"/>
            </a:xfrm>
            <a:custGeom>
              <a:avLst/>
              <a:gdLst>
                <a:gd name="T0" fmla="*/ 15 w 675"/>
                <a:gd name="T1" fmla="*/ 102 h 177"/>
                <a:gd name="T2" fmla="*/ 15 w 675"/>
                <a:gd name="T3" fmla="*/ 102 h 177"/>
                <a:gd name="T4" fmla="*/ 397 w 675"/>
                <a:gd name="T5" fmla="*/ 102 h 177"/>
                <a:gd name="T6" fmla="*/ 483 w 675"/>
                <a:gd name="T7" fmla="*/ 176 h 177"/>
                <a:gd name="T8" fmla="*/ 570 w 675"/>
                <a:gd name="T9" fmla="*/ 102 h 177"/>
                <a:gd name="T10" fmla="*/ 659 w 675"/>
                <a:gd name="T11" fmla="*/ 102 h 177"/>
                <a:gd name="T12" fmla="*/ 674 w 675"/>
                <a:gd name="T13" fmla="*/ 88 h 177"/>
                <a:gd name="T14" fmla="*/ 659 w 675"/>
                <a:gd name="T15" fmla="*/ 73 h 177"/>
                <a:gd name="T16" fmla="*/ 570 w 675"/>
                <a:gd name="T17" fmla="*/ 73 h 177"/>
                <a:gd name="T18" fmla="*/ 483 w 675"/>
                <a:gd name="T19" fmla="*/ 0 h 177"/>
                <a:gd name="T20" fmla="*/ 397 w 675"/>
                <a:gd name="T21" fmla="*/ 73 h 177"/>
                <a:gd name="T22" fmla="*/ 15 w 675"/>
                <a:gd name="T23" fmla="*/ 73 h 177"/>
                <a:gd name="T24" fmla="*/ 0 w 675"/>
                <a:gd name="T25" fmla="*/ 88 h 177"/>
                <a:gd name="T26" fmla="*/ 15 w 675"/>
                <a:gd name="T27" fmla="*/ 102 h 177"/>
                <a:gd name="T28" fmla="*/ 483 w 675"/>
                <a:gd name="T29" fmla="*/ 29 h 177"/>
                <a:gd name="T30" fmla="*/ 483 w 675"/>
                <a:gd name="T31" fmla="*/ 29 h 177"/>
                <a:gd name="T32" fmla="*/ 526 w 675"/>
                <a:gd name="T33" fmla="*/ 47 h 177"/>
                <a:gd name="T34" fmla="*/ 542 w 675"/>
                <a:gd name="T35" fmla="*/ 88 h 177"/>
                <a:gd name="T36" fmla="*/ 526 w 675"/>
                <a:gd name="T37" fmla="*/ 129 h 177"/>
                <a:gd name="T38" fmla="*/ 483 w 675"/>
                <a:gd name="T39" fmla="*/ 145 h 177"/>
                <a:gd name="T40" fmla="*/ 442 w 675"/>
                <a:gd name="T41" fmla="*/ 129 h 177"/>
                <a:gd name="T42" fmla="*/ 426 w 675"/>
                <a:gd name="T43" fmla="*/ 88 h 177"/>
                <a:gd name="T44" fmla="*/ 426 w 675"/>
                <a:gd name="T45" fmla="*/ 88 h 177"/>
                <a:gd name="T46" fmla="*/ 426 w 675"/>
                <a:gd name="T47" fmla="*/ 88 h 177"/>
                <a:gd name="T48" fmla="*/ 442 w 675"/>
                <a:gd name="T49" fmla="*/ 47 h 177"/>
                <a:gd name="T50" fmla="*/ 483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397" y="102"/>
                    <a:pt x="397" y="102"/>
                    <a:pt x="397" y="102"/>
                  </a:cubicBezTo>
                  <a:cubicBezTo>
                    <a:pt x="404" y="144"/>
                    <a:pt x="441" y="176"/>
                    <a:pt x="483" y="176"/>
                  </a:cubicBezTo>
                  <a:cubicBezTo>
                    <a:pt x="527" y="176"/>
                    <a:pt x="563" y="144"/>
                    <a:pt x="570" y="102"/>
                  </a:cubicBezTo>
                  <a:cubicBezTo>
                    <a:pt x="659" y="102"/>
                    <a:pt x="659" y="102"/>
                    <a:pt x="659" y="102"/>
                  </a:cubicBezTo>
                  <a:cubicBezTo>
                    <a:pt x="667" y="102"/>
                    <a:pt x="674" y="96"/>
                    <a:pt x="674" y="88"/>
                  </a:cubicBezTo>
                  <a:cubicBezTo>
                    <a:pt x="674" y="80"/>
                    <a:pt x="667" y="73"/>
                    <a:pt x="659" y="73"/>
                  </a:cubicBezTo>
                  <a:cubicBezTo>
                    <a:pt x="570" y="73"/>
                    <a:pt x="570" y="73"/>
                    <a:pt x="570" y="73"/>
                  </a:cubicBezTo>
                  <a:cubicBezTo>
                    <a:pt x="563" y="31"/>
                    <a:pt x="527" y="0"/>
                    <a:pt x="483" y="0"/>
                  </a:cubicBezTo>
                  <a:cubicBezTo>
                    <a:pt x="441" y="0"/>
                    <a:pt x="404" y="31"/>
                    <a:pt x="397" y="73"/>
                  </a:cubicBezTo>
                  <a:cubicBezTo>
                    <a:pt x="15" y="73"/>
                    <a:pt x="15" y="73"/>
                    <a:pt x="15" y="73"/>
                  </a:cubicBezTo>
                  <a:cubicBezTo>
                    <a:pt x="7" y="73"/>
                    <a:pt x="0" y="80"/>
                    <a:pt x="0" y="88"/>
                  </a:cubicBezTo>
                  <a:cubicBezTo>
                    <a:pt x="0" y="96"/>
                    <a:pt x="7" y="102"/>
                    <a:pt x="15" y="102"/>
                  </a:cubicBezTo>
                  <a:close/>
                  <a:moveTo>
                    <a:pt x="483" y="29"/>
                  </a:moveTo>
                  <a:lnTo>
                    <a:pt x="483" y="29"/>
                  </a:lnTo>
                  <a:cubicBezTo>
                    <a:pt x="500" y="29"/>
                    <a:pt x="515" y="36"/>
                    <a:pt x="526" y="47"/>
                  </a:cubicBezTo>
                  <a:cubicBezTo>
                    <a:pt x="536" y="56"/>
                    <a:pt x="542" y="71"/>
                    <a:pt x="542" y="88"/>
                  </a:cubicBezTo>
                  <a:cubicBezTo>
                    <a:pt x="542" y="104"/>
                    <a:pt x="536" y="118"/>
                    <a:pt x="526" y="129"/>
                  </a:cubicBezTo>
                  <a:cubicBezTo>
                    <a:pt x="515" y="140"/>
                    <a:pt x="500" y="145"/>
                    <a:pt x="483" y="145"/>
                  </a:cubicBezTo>
                  <a:cubicBezTo>
                    <a:pt x="468" y="145"/>
                    <a:pt x="453" y="140"/>
                    <a:pt x="442" y="129"/>
                  </a:cubicBezTo>
                  <a:cubicBezTo>
                    <a:pt x="431" y="118"/>
                    <a:pt x="426" y="104"/>
                    <a:pt x="426" y="88"/>
                  </a:cubicBezTo>
                  <a:lnTo>
                    <a:pt x="426" y="88"/>
                  </a:lnTo>
                  <a:lnTo>
                    <a:pt x="426" y="88"/>
                  </a:lnTo>
                  <a:cubicBezTo>
                    <a:pt x="426" y="71"/>
                    <a:pt x="431" y="56"/>
                    <a:pt x="442" y="47"/>
                  </a:cubicBezTo>
                  <a:cubicBezTo>
                    <a:pt x="453" y="36"/>
                    <a:pt x="468" y="29"/>
                    <a:pt x="48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2">
              <a:extLst>
                <a:ext uri="{FF2B5EF4-FFF2-40B4-BE49-F238E27FC236}">
                  <a16:creationId xmlns:a16="http://schemas.microsoft.com/office/drawing/2014/main" id="{1C1929D4-82D2-3DB3-28D0-9C0FD3BB0BB3}"/>
                </a:ext>
              </a:extLst>
            </p:cNvPr>
            <p:cNvSpPr>
              <a:spLocks noChangeArrowheads="1"/>
            </p:cNvSpPr>
            <p:nvPr/>
          </p:nvSpPr>
          <p:spPr bwMode="auto">
            <a:xfrm>
              <a:off x="9848850" y="3378200"/>
              <a:ext cx="247650" cy="63500"/>
            </a:xfrm>
            <a:custGeom>
              <a:avLst/>
              <a:gdLst>
                <a:gd name="T0" fmla="*/ 175 w 689"/>
                <a:gd name="T1" fmla="*/ 103 h 177"/>
                <a:gd name="T2" fmla="*/ 175 w 689"/>
                <a:gd name="T3" fmla="*/ 103 h 177"/>
                <a:gd name="T4" fmla="*/ 673 w 689"/>
                <a:gd name="T5" fmla="*/ 103 h 177"/>
                <a:gd name="T6" fmla="*/ 688 w 689"/>
                <a:gd name="T7" fmla="*/ 88 h 177"/>
                <a:gd name="T8" fmla="*/ 673 w 689"/>
                <a:gd name="T9" fmla="*/ 74 h 177"/>
                <a:gd name="T10" fmla="*/ 175 w 689"/>
                <a:gd name="T11" fmla="*/ 74 h 177"/>
                <a:gd name="T12" fmla="*/ 88 w 689"/>
                <a:gd name="T13" fmla="*/ 0 h 177"/>
                <a:gd name="T14" fmla="*/ 0 w 689"/>
                <a:gd name="T15" fmla="*/ 88 h 177"/>
                <a:gd name="T16" fmla="*/ 88 w 689"/>
                <a:gd name="T17" fmla="*/ 176 h 177"/>
                <a:gd name="T18" fmla="*/ 175 w 689"/>
                <a:gd name="T19" fmla="*/ 103 h 177"/>
                <a:gd name="T20" fmla="*/ 29 w 689"/>
                <a:gd name="T21" fmla="*/ 88 h 177"/>
                <a:gd name="T22" fmla="*/ 29 w 689"/>
                <a:gd name="T23" fmla="*/ 88 h 177"/>
                <a:gd name="T24" fmla="*/ 46 w 689"/>
                <a:gd name="T25" fmla="*/ 47 h 177"/>
                <a:gd name="T26" fmla="*/ 88 w 689"/>
                <a:gd name="T27" fmla="*/ 31 h 177"/>
                <a:gd name="T28" fmla="*/ 129 w 689"/>
                <a:gd name="T29" fmla="*/ 47 h 177"/>
                <a:gd name="T30" fmla="*/ 146 w 689"/>
                <a:gd name="T31" fmla="*/ 88 h 177"/>
                <a:gd name="T32" fmla="*/ 129 w 689"/>
                <a:gd name="T33" fmla="*/ 131 h 177"/>
                <a:gd name="T34" fmla="*/ 88 w 689"/>
                <a:gd name="T35" fmla="*/ 147 h 177"/>
                <a:gd name="T36" fmla="*/ 46 w 689"/>
                <a:gd name="T37" fmla="*/ 131 h 177"/>
                <a:gd name="T38" fmla="*/ 29 w 689"/>
                <a:gd name="T39" fmla="*/ 88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9" h="177">
                  <a:moveTo>
                    <a:pt x="175" y="103"/>
                  </a:moveTo>
                  <a:lnTo>
                    <a:pt x="175" y="103"/>
                  </a:lnTo>
                  <a:cubicBezTo>
                    <a:pt x="673" y="103"/>
                    <a:pt x="673" y="103"/>
                    <a:pt x="673" y="103"/>
                  </a:cubicBezTo>
                  <a:cubicBezTo>
                    <a:pt x="681" y="103"/>
                    <a:pt x="688" y="96"/>
                    <a:pt x="688" y="88"/>
                  </a:cubicBezTo>
                  <a:cubicBezTo>
                    <a:pt x="688" y="81"/>
                    <a:pt x="681" y="74"/>
                    <a:pt x="673" y="74"/>
                  </a:cubicBezTo>
                  <a:cubicBezTo>
                    <a:pt x="175" y="74"/>
                    <a:pt x="175" y="74"/>
                    <a:pt x="175" y="74"/>
                  </a:cubicBezTo>
                  <a:cubicBezTo>
                    <a:pt x="168" y="32"/>
                    <a:pt x="131" y="0"/>
                    <a:pt x="88" y="0"/>
                  </a:cubicBezTo>
                  <a:cubicBezTo>
                    <a:pt x="39" y="0"/>
                    <a:pt x="0" y="40"/>
                    <a:pt x="0" y="88"/>
                  </a:cubicBezTo>
                  <a:cubicBezTo>
                    <a:pt x="0" y="138"/>
                    <a:pt x="39" y="176"/>
                    <a:pt x="88" y="176"/>
                  </a:cubicBezTo>
                  <a:cubicBezTo>
                    <a:pt x="131" y="176"/>
                    <a:pt x="168" y="144"/>
                    <a:pt x="175" y="103"/>
                  </a:cubicBezTo>
                  <a:close/>
                  <a:moveTo>
                    <a:pt x="29" y="88"/>
                  </a:moveTo>
                  <a:lnTo>
                    <a:pt x="29" y="88"/>
                  </a:lnTo>
                  <a:cubicBezTo>
                    <a:pt x="29" y="73"/>
                    <a:pt x="36" y="58"/>
                    <a:pt x="46" y="47"/>
                  </a:cubicBezTo>
                  <a:cubicBezTo>
                    <a:pt x="57" y="37"/>
                    <a:pt x="72" y="31"/>
                    <a:pt x="88" y="31"/>
                  </a:cubicBezTo>
                  <a:cubicBezTo>
                    <a:pt x="103" y="31"/>
                    <a:pt x="118" y="37"/>
                    <a:pt x="129" y="47"/>
                  </a:cubicBezTo>
                  <a:cubicBezTo>
                    <a:pt x="140" y="58"/>
                    <a:pt x="146" y="73"/>
                    <a:pt x="146" y="88"/>
                  </a:cubicBezTo>
                  <a:cubicBezTo>
                    <a:pt x="146" y="105"/>
                    <a:pt x="140" y="120"/>
                    <a:pt x="129" y="131"/>
                  </a:cubicBezTo>
                  <a:cubicBezTo>
                    <a:pt x="118" y="140"/>
                    <a:pt x="103" y="147"/>
                    <a:pt x="88" y="147"/>
                  </a:cubicBezTo>
                  <a:cubicBezTo>
                    <a:pt x="72" y="147"/>
                    <a:pt x="57" y="140"/>
                    <a:pt x="46" y="131"/>
                  </a:cubicBezTo>
                  <a:cubicBezTo>
                    <a:pt x="36" y="120"/>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66" name="Freeform 552">
            <a:extLst>
              <a:ext uri="{FF2B5EF4-FFF2-40B4-BE49-F238E27FC236}">
                <a16:creationId xmlns:a16="http://schemas.microsoft.com/office/drawing/2014/main" id="{0BE0909A-2C6D-1A24-4D0C-78A83510496D}"/>
              </a:ext>
            </a:extLst>
          </p:cNvPr>
          <p:cNvSpPr>
            <a:spLocks noChangeArrowheads="1"/>
          </p:cNvSpPr>
          <p:nvPr/>
        </p:nvSpPr>
        <p:spPr bwMode="auto">
          <a:xfrm>
            <a:off x="5275560" y="5183080"/>
            <a:ext cx="261937" cy="214312"/>
          </a:xfrm>
          <a:custGeom>
            <a:avLst/>
            <a:gdLst>
              <a:gd name="T0" fmla="*/ 628 w 726"/>
              <a:gd name="T1" fmla="*/ 0 h 595"/>
              <a:gd name="T2" fmla="*/ 628 w 726"/>
              <a:gd name="T3" fmla="*/ 0 h 595"/>
              <a:gd name="T4" fmla="*/ 97 w 726"/>
              <a:gd name="T5" fmla="*/ 0 h 595"/>
              <a:gd name="T6" fmla="*/ 0 w 726"/>
              <a:gd name="T7" fmla="*/ 164 h 595"/>
              <a:gd name="T8" fmla="*/ 362 w 726"/>
              <a:gd name="T9" fmla="*/ 594 h 595"/>
              <a:gd name="T10" fmla="*/ 373 w 726"/>
              <a:gd name="T11" fmla="*/ 580 h 595"/>
              <a:gd name="T12" fmla="*/ 725 w 726"/>
              <a:gd name="T13" fmla="*/ 164 h 595"/>
              <a:gd name="T14" fmla="*/ 628 w 726"/>
              <a:gd name="T15" fmla="*/ 0 h 595"/>
              <a:gd name="T16" fmla="*/ 105 w 726"/>
              <a:gd name="T17" fmla="*/ 44 h 595"/>
              <a:gd name="T18" fmla="*/ 105 w 726"/>
              <a:gd name="T19" fmla="*/ 44 h 595"/>
              <a:gd name="T20" fmla="*/ 174 w 726"/>
              <a:gd name="T21" fmla="*/ 147 h 595"/>
              <a:gd name="T22" fmla="*/ 44 w 726"/>
              <a:gd name="T23" fmla="*/ 147 h 595"/>
              <a:gd name="T24" fmla="*/ 105 w 726"/>
              <a:gd name="T25" fmla="*/ 44 h 595"/>
              <a:gd name="T26" fmla="*/ 497 w 726"/>
              <a:gd name="T27" fmla="*/ 177 h 595"/>
              <a:gd name="T28" fmla="*/ 497 w 726"/>
              <a:gd name="T29" fmla="*/ 177 h 595"/>
              <a:gd name="T30" fmla="*/ 362 w 726"/>
              <a:gd name="T31" fmla="*/ 524 h 595"/>
              <a:gd name="T32" fmla="*/ 229 w 726"/>
              <a:gd name="T33" fmla="*/ 177 h 595"/>
              <a:gd name="T34" fmla="*/ 497 w 726"/>
              <a:gd name="T35" fmla="*/ 177 h 595"/>
              <a:gd name="T36" fmla="*/ 254 w 726"/>
              <a:gd name="T37" fmla="*/ 147 h 595"/>
              <a:gd name="T38" fmla="*/ 254 w 726"/>
              <a:gd name="T39" fmla="*/ 147 h 595"/>
              <a:gd name="T40" fmla="*/ 364 w 726"/>
              <a:gd name="T41" fmla="*/ 30 h 595"/>
              <a:gd name="T42" fmla="*/ 472 w 726"/>
              <a:gd name="T43" fmla="*/ 147 h 595"/>
              <a:gd name="T44" fmla="*/ 254 w 726"/>
              <a:gd name="T45" fmla="*/ 147 h 595"/>
              <a:gd name="T46" fmla="*/ 519 w 726"/>
              <a:gd name="T47" fmla="*/ 144 h 595"/>
              <a:gd name="T48" fmla="*/ 519 w 726"/>
              <a:gd name="T49" fmla="*/ 144 h 595"/>
              <a:gd name="T50" fmla="*/ 510 w 726"/>
              <a:gd name="T51" fmla="*/ 147 h 595"/>
              <a:gd name="T52" fmla="*/ 402 w 726"/>
              <a:gd name="T53" fmla="*/ 28 h 595"/>
              <a:gd name="T54" fmla="*/ 594 w 726"/>
              <a:gd name="T55" fmla="*/ 28 h 595"/>
              <a:gd name="T56" fmla="*/ 519 w 726"/>
              <a:gd name="T57" fmla="*/ 144 h 595"/>
              <a:gd name="T58" fmla="*/ 215 w 726"/>
              <a:gd name="T59" fmla="*/ 147 h 595"/>
              <a:gd name="T60" fmla="*/ 215 w 726"/>
              <a:gd name="T61" fmla="*/ 147 h 595"/>
              <a:gd name="T62" fmla="*/ 207 w 726"/>
              <a:gd name="T63" fmla="*/ 144 h 595"/>
              <a:gd name="T64" fmla="*/ 132 w 726"/>
              <a:gd name="T65" fmla="*/ 28 h 595"/>
              <a:gd name="T66" fmla="*/ 325 w 726"/>
              <a:gd name="T67" fmla="*/ 28 h 595"/>
              <a:gd name="T68" fmla="*/ 215 w 726"/>
              <a:gd name="T69" fmla="*/ 147 h 595"/>
              <a:gd name="T70" fmla="*/ 197 w 726"/>
              <a:gd name="T71" fmla="*/ 177 h 595"/>
              <a:gd name="T72" fmla="*/ 197 w 726"/>
              <a:gd name="T73" fmla="*/ 177 h 595"/>
              <a:gd name="T74" fmla="*/ 322 w 726"/>
              <a:gd name="T75" fmla="*/ 501 h 595"/>
              <a:gd name="T76" fmla="*/ 48 w 726"/>
              <a:gd name="T77" fmla="*/ 177 h 595"/>
              <a:gd name="T78" fmla="*/ 197 w 726"/>
              <a:gd name="T79" fmla="*/ 177 h 595"/>
              <a:gd name="T80" fmla="*/ 528 w 726"/>
              <a:gd name="T81" fmla="*/ 177 h 595"/>
              <a:gd name="T82" fmla="*/ 528 w 726"/>
              <a:gd name="T83" fmla="*/ 177 h 595"/>
              <a:gd name="T84" fmla="*/ 676 w 726"/>
              <a:gd name="T85" fmla="*/ 177 h 595"/>
              <a:gd name="T86" fmla="*/ 403 w 726"/>
              <a:gd name="T87" fmla="*/ 499 h 595"/>
              <a:gd name="T88" fmla="*/ 528 w 726"/>
              <a:gd name="T89" fmla="*/ 177 h 595"/>
              <a:gd name="T90" fmla="*/ 552 w 726"/>
              <a:gd name="T91" fmla="*/ 147 h 595"/>
              <a:gd name="T92" fmla="*/ 552 w 726"/>
              <a:gd name="T93" fmla="*/ 147 h 595"/>
              <a:gd name="T94" fmla="*/ 620 w 726"/>
              <a:gd name="T95" fmla="*/ 44 h 595"/>
              <a:gd name="T96" fmla="*/ 681 w 726"/>
              <a:gd name="T97" fmla="*/ 147 h 595"/>
              <a:gd name="T98" fmla="*/ 552 w 726"/>
              <a:gd name="T99" fmla="*/ 147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6" h="595">
                <a:moveTo>
                  <a:pt x="628" y="0"/>
                </a:moveTo>
                <a:lnTo>
                  <a:pt x="628" y="0"/>
                </a:lnTo>
                <a:cubicBezTo>
                  <a:pt x="97" y="0"/>
                  <a:pt x="97" y="0"/>
                  <a:pt x="97" y="0"/>
                </a:cubicBezTo>
                <a:cubicBezTo>
                  <a:pt x="0" y="164"/>
                  <a:pt x="0" y="164"/>
                  <a:pt x="0" y="164"/>
                </a:cubicBezTo>
                <a:cubicBezTo>
                  <a:pt x="362" y="594"/>
                  <a:pt x="362" y="594"/>
                  <a:pt x="362" y="594"/>
                </a:cubicBezTo>
                <a:cubicBezTo>
                  <a:pt x="373" y="580"/>
                  <a:pt x="373" y="580"/>
                  <a:pt x="373" y="580"/>
                </a:cubicBezTo>
                <a:cubicBezTo>
                  <a:pt x="725" y="164"/>
                  <a:pt x="725" y="164"/>
                  <a:pt x="725" y="164"/>
                </a:cubicBezTo>
                <a:lnTo>
                  <a:pt x="628" y="0"/>
                </a:lnTo>
                <a:close/>
                <a:moveTo>
                  <a:pt x="105" y="44"/>
                </a:moveTo>
                <a:lnTo>
                  <a:pt x="105" y="44"/>
                </a:lnTo>
                <a:cubicBezTo>
                  <a:pt x="174" y="147"/>
                  <a:pt x="174" y="147"/>
                  <a:pt x="174" y="147"/>
                </a:cubicBezTo>
                <a:cubicBezTo>
                  <a:pt x="44" y="147"/>
                  <a:pt x="44" y="147"/>
                  <a:pt x="44" y="147"/>
                </a:cubicBezTo>
                <a:lnTo>
                  <a:pt x="105" y="44"/>
                </a:lnTo>
                <a:close/>
                <a:moveTo>
                  <a:pt x="497" y="177"/>
                </a:moveTo>
                <a:lnTo>
                  <a:pt x="497" y="177"/>
                </a:lnTo>
                <a:cubicBezTo>
                  <a:pt x="362" y="524"/>
                  <a:pt x="362" y="524"/>
                  <a:pt x="362" y="524"/>
                </a:cubicBezTo>
                <a:cubicBezTo>
                  <a:pt x="229" y="177"/>
                  <a:pt x="229" y="177"/>
                  <a:pt x="229" y="177"/>
                </a:cubicBezTo>
                <a:lnTo>
                  <a:pt x="497" y="177"/>
                </a:lnTo>
                <a:close/>
                <a:moveTo>
                  <a:pt x="254" y="147"/>
                </a:moveTo>
                <a:lnTo>
                  <a:pt x="254" y="147"/>
                </a:lnTo>
                <a:cubicBezTo>
                  <a:pt x="364" y="30"/>
                  <a:pt x="364" y="30"/>
                  <a:pt x="364" y="30"/>
                </a:cubicBezTo>
                <a:cubicBezTo>
                  <a:pt x="472" y="147"/>
                  <a:pt x="472" y="147"/>
                  <a:pt x="472" y="147"/>
                </a:cubicBezTo>
                <a:lnTo>
                  <a:pt x="254" y="147"/>
                </a:lnTo>
                <a:close/>
                <a:moveTo>
                  <a:pt x="519" y="144"/>
                </a:moveTo>
                <a:lnTo>
                  <a:pt x="519" y="144"/>
                </a:lnTo>
                <a:cubicBezTo>
                  <a:pt x="516" y="144"/>
                  <a:pt x="513" y="145"/>
                  <a:pt x="510" y="147"/>
                </a:cubicBezTo>
                <a:cubicBezTo>
                  <a:pt x="402" y="28"/>
                  <a:pt x="402" y="28"/>
                  <a:pt x="402" y="28"/>
                </a:cubicBezTo>
                <a:cubicBezTo>
                  <a:pt x="594" y="28"/>
                  <a:pt x="594" y="28"/>
                  <a:pt x="594" y="28"/>
                </a:cubicBezTo>
                <a:lnTo>
                  <a:pt x="519" y="144"/>
                </a:lnTo>
                <a:close/>
                <a:moveTo>
                  <a:pt x="215" y="147"/>
                </a:moveTo>
                <a:lnTo>
                  <a:pt x="215" y="147"/>
                </a:lnTo>
                <a:cubicBezTo>
                  <a:pt x="212" y="145"/>
                  <a:pt x="210" y="144"/>
                  <a:pt x="207" y="144"/>
                </a:cubicBezTo>
                <a:cubicBezTo>
                  <a:pt x="132" y="28"/>
                  <a:pt x="132" y="28"/>
                  <a:pt x="132" y="28"/>
                </a:cubicBezTo>
                <a:cubicBezTo>
                  <a:pt x="325" y="28"/>
                  <a:pt x="325" y="28"/>
                  <a:pt x="325" y="28"/>
                </a:cubicBezTo>
                <a:lnTo>
                  <a:pt x="215" y="147"/>
                </a:lnTo>
                <a:close/>
                <a:moveTo>
                  <a:pt x="197" y="177"/>
                </a:moveTo>
                <a:lnTo>
                  <a:pt x="197" y="177"/>
                </a:lnTo>
                <a:cubicBezTo>
                  <a:pt x="322" y="501"/>
                  <a:pt x="322" y="501"/>
                  <a:pt x="322" y="501"/>
                </a:cubicBezTo>
                <a:cubicBezTo>
                  <a:pt x="48" y="177"/>
                  <a:pt x="48" y="177"/>
                  <a:pt x="48" y="177"/>
                </a:cubicBezTo>
                <a:lnTo>
                  <a:pt x="197" y="177"/>
                </a:lnTo>
                <a:close/>
                <a:moveTo>
                  <a:pt x="528" y="177"/>
                </a:moveTo>
                <a:lnTo>
                  <a:pt x="528" y="177"/>
                </a:lnTo>
                <a:cubicBezTo>
                  <a:pt x="676" y="177"/>
                  <a:pt x="676" y="177"/>
                  <a:pt x="676" y="177"/>
                </a:cubicBezTo>
                <a:cubicBezTo>
                  <a:pt x="403" y="499"/>
                  <a:pt x="403" y="499"/>
                  <a:pt x="403" y="499"/>
                </a:cubicBezTo>
                <a:lnTo>
                  <a:pt x="528" y="177"/>
                </a:lnTo>
                <a:close/>
                <a:moveTo>
                  <a:pt x="552" y="147"/>
                </a:moveTo>
                <a:lnTo>
                  <a:pt x="552" y="147"/>
                </a:lnTo>
                <a:cubicBezTo>
                  <a:pt x="620" y="44"/>
                  <a:pt x="620" y="44"/>
                  <a:pt x="620" y="44"/>
                </a:cubicBezTo>
                <a:cubicBezTo>
                  <a:pt x="681" y="147"/>
                  <a:pt x="681" y="147"/>
                  <a:pt x="681" y="147"/>
                </a:cubicBezTo>
                <a:lnTo>
                  <a:pt x="552" y="147"/>
                </a:lnTo>
                <a:close/>
              </a:path>
            </a:pathLst>
          </a:custGeom>
          <a:solidFill>
            <a:schemeClr val="tx2"/>
          </a:solidFill>
          <a:ln>
            <a:noFill/>
          </a:ln>
          <a:effectLst/>
        </p:spPr>
        <p:txBody>
          <a:bodyPr wrap="none" anchor="ctr"/>
          <a:lstStyle/>
          <a:p>
            <a:endParaRPr lang="da-DK"/>
          </a:p>
        </p:txBody>
      </p:sp>
      <p:grpSp>
        <p:nvGrpSpPr>
          <p:cNvPr id="667" name="Group 691">
            <a:extLst>
              <a:ext uri="{FF2B5EF4-FFF2-40B4-BE49-F238E27FC236}">
                <a16:creationId xmlns:a16="http://schemas.microsoft.com/office/drawing/2014/main" id="{DB6C4316-0FFA-E0C5-4702-482C4B223F5C}"/>
              </a:ext>
            </a:extLst>
          </p:cNvPr>
          <p:cNvGrpSpPr/>
          <p:nvPr/>
        </p:nvGrpSpPr>
        <p:grpSpPr>
          <a:xfrm>
            <a:off x="7288510" y="6151455"/>
            <a:ext cx="246062" cy="261937"/>
            <a:chOff x="6157913" y="6507163"/>
            <a:chExt cx="246062" cy="261937"/>
          </a:xfrm>
          <a:solidFill>
            <a:schemeClr val="tx2"/>
          </a:solidFill>
        </p:grpSpPr>
        <p:sp>
          <p:nvSpPr>
            <p:cNvPr id="668" name="Freeform 553">
              <a:extLst>
                <a:ext uri="{FF2B5EF4-FFF2-40B4-BE49-F238E27FC236}">
                  <a16:creationId xmlns:a16="http://schemas.microsoft.com/office/drawing/2014/main" id="{8F18117C-7FD3-239B-B081-865D8F313C2D}"/>
                </a:ext>
              </a:extLst>
            </p:cNvPr>
            <p:cNvSpPr>
              <a:spLocks noChangeArrowheads="1"/>
            </p:cNvSpPr>
            <p:nvPr/>
          </p:nvSpPr>
          <p:spPr bwMode="auto">
            <a:xfrm>
              <a:off x="6173788" y="6507163"/>
              <a:ext cx="215900" cy="261937"/>
            </a:xfrm>
            <a:custGeom>
              <a:avLst/>
              <a:gdLst>
                <a:gd name="T0" fmla="*/ 471 w 601"/>
                <a:gd name="T1" fmla="*/ 699 h 729"/>
                <a:gd name="T2" fmla="*/ 471 w 601"/>
                <a:gd name="T3" fmla="*/ 699 h 729"/>
                <a:gd name="T4" fmla="*/ 315 w 601"/>
                <a:gd name="T5" fmla="*/ 699 h 729"/>
                <a:gd name="T6" fmla="*/ 315 w 601"/>
                <a:gd name="T7" fmla="*/ 178 h 729"/>
                <a:gd name="T8" fmla="*/ 357 w 601"/>
                <a:gd name="T9" fmla="*/ 124 h 729"/>
                <a:gd name="T10" fmla="*/ 357 w 601"/>
                <a:gd name="T11" fmla="*/ 114 h 729"/>
                <a:gd name="T12" fmla="*/ 588 w 601"/>
                <a:gd name="T13" fmla="*/ 30 h 729"/>
                <a:gd name="T14" fmla="*/ 597 w 601"/>
                <a:gd name="T15" fmla="*/ 11 h 729"/>
                <a:gd name="T16" fmla="*/ 578 w 601"/>
                <a:gd name="T17" fmla="*/ 3 h 729"/>
                <a:gd name="T18" fmla="*/ 345 w 601"/>
                <a:gd name="T19" fmla="*/ 88 h 729"/>
                <a:gd name="T20" fmla="*/ 300 w 601"/>
                <a:gd name="T21" fmla="*/ 66 h 729"/>
                <a:gd name="T22" fmla="*/ 243 w 601"/>
                <a:gd name="T23" fmla="*/ 124 h 729"/>
                <a:gd name="T24" fmla="*/ 243 w 601"/>
                <a:gd name="T25" fmla="*/ 125 h 729"/>
                <a:gd name="T26" fmla="*/ 11 w 601"/>
                <a:gd name="T27" fmla="*/ 209 h 729"/>
                <a:gd name="T28" fmla="*/ 3 w 601"/>
                <a:gd name="T29" fmla="*/ 228 h 729"/>
                <a:gd name="T30" fmla="*/ 22 w 601"/>
                <a:gd name="T31" fmla="*/ 236 h 729"/>
                <a:gd name="T32" fmla="*/ 252 w 601"/>
                <a:gd name="T33" fmla="*/ 152 h 729"/>
                <a:gd name="T34" fmla="*/ 286 w 601"/>
                <a:gd name="T35" fmla="*/ 178 h 729"/>
                <a:gd name="T36" fmla="*/ 286 w 601"/>
                <a:gd name="T37" fmla="*/ 699 h 729"/>
                <a:gd name="T38" fmla="*/ 129 w 601"/>
                <a:gd name="T39" fmla="*/ 699 h 729"/>
                <a:gd name="T40" fmla="*/ 114 w 601"/>
                <a:gd name="T41" fmla="*/ 712 h 729"/>
                <a:gd name="T42" fmla="*/ 129 w 601"/>
                <a:gd name="T43" fmla="*/ 728 h 729"/>
                <a:gd name="T44" fmla="*/ 471 w 601"/>
                <a:gd name="T45" fmla="*/ 728 h 729"/>
                <a:gd name="T46" fmla="*/ 486 w 601"/>
                <a:gd name="T47" fmla="*/ 712 h 729"/>
                <a:gd name="T48" fmla="*/ 471 w 601"/>
                <a:gd name="T49" fmla="*/ 699 h 729"/>
                <a:gd name="T50" fmla="*/ 272 w 601"/>
                <a:gd name="T51" fmla="*/ 124 h 729"/>
                <a:gd name="T52" fmla="*/ 272 w 601"/>
                <a:gd name="T53" fmla="*/ 124 h 729"/>
                <a:gd name="T54" fmla="*/ 300 w 601"/>
                <a:gd name="T55" fmla="*/ 96 h 729"/>
                <a:gd name="T56" fmla="*/ 328 w 601"/>
                <a:gd name="T57" fmla="*/ 124 h 729"/>
                <a:gd name="T58" fmla="*/ 300 w 601"/>
                <a:gd name="T59" fmla="*/ 151 h 729"/>
                <a:gd name="T60" fmla="*/ 272 w 601"/>
                <a:gd name="T61" fmla="*/ 124 h 7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1" h="729">
                  <a:moveTo>
                    <a:pt x="471" y="699"/>
                  </a:moveTo>
                  <a:lnTo>
                    <a:pt x="471" y="699"/>
                  </a:lnTo>
                  <a:cubicBezTo>
                    <a:pt x="315" y="699"/>
                    <a:pt x="315" y="699"/>
                    <a:pt x="315" y="699"/>
                  </a:cubicBezTo>
                  <a:cubicBezTo>
                    <a:pt x="315" y="178"/>
                    <a:pt x="315" y="178"/>
                    <a:pt x="315" y="178"/>
                  </a:cubicBezTo>
                  <a:cubicBezTo>
                    <a:pt x="339" y="172"/>
                    <a:pt x="357" y="150"/>
                    <a:pt x="357" y="124"/>
                  </a:cubicBezTo>
                  <a:cubicBezTo>
                    <a:pt x="357" y="121"/>
                    <a:pt x="357" y="117"/>
                    <a:pt x="357" y="114"/>
                  </a:cubicBezTo>
                  <a:cubicBezTo>
                    <a:pt x="588" y="30"/>
                    <a:pt x="588" y="30"/>
                    <a:pt x="588" y="30"/>
                  </a:cubicBezTo>
                  <a:cubicBezTo>
                    <a:pt x="596" y="27"/>
                    <a:pt x="600" y="19"/>
                    <a:pt x="597" y="11"/>
                  </a:cubicBezTo>
                  <a:cubicBezTo>
                    <a:pt x="595" y="4"/>
                    <a:pt x="586" y="0"/>
                    <a:pt x="578" y="3"/>
                  </a:cubicBezTo>
                  <a:cubicBezTo>
                    <a:pt x="345" y="88"/>
                    <a:pt x="345" y="88"/>
                    <a:pt x="345" y="88"/>
                  </a:cubicBezTo>
                  <a:cubicBezTo>
                    <a:pt x="334" y="74"/>
                    <a:pt x="319" y="66"/>
                    <a:pt x="300" y="66"/>
                  </a:cubicBezTo>
                  <a:cubicBezTo>
                    <a:pt x="269" y="66"/>
                    <a:pt x="243" y="92"/>
                    <a:pt x="243" y="124"/>
                  </a:cubicBezTo>
                  <a:cubicBezTo>
                    <a:pt x="243" y="124"/>
                    <a:pt x="243" y="124"/>
                    <a:pt x="243" y="125"/>
                  </a:cubicBezTo>
                  <a:cubicBezTo>
                    <a:pt x="11" y="209"/>
                    <a:pt x="11" y="209"/>
                    <a:pt x="11" y="209"/>
                  </a:cubicBezTo>
                  <a:cubicBezTo>
                    <a:pt x="4" y="211"/>
                    <a:pt x="0" y="220"/>
                    <a:pt x="3" y="228"/>
                  </a:cubicBezTo>
                  <a:cubicBezTo>
                    <a:pt x="6" y="235"/>
                    <a:pt x="14" y="239"/>
                    <a:pt x="22" y="236"/>
                  </a:cubicBezTo>
                  <a:cubicBezTo>
                    <a:pt x="252" y="152"/>
                    <a:pt x="252" y="152"/>
                    <a:pt x="252" y="152"/>
                  </a:cubicBezTo>
                  <a:cubicBezTo>
                    <a:pt x="258" y="165"/>
                    <a:pt x="271" y="174"/>
                    <a:pt x="286" y="178"/>
                  </a:cubicBezTo>
                  <a:cubicBezTo>
                    <a:pt x="286" y="699"/>
                    <a:pt x="286" y="699"/>
                    <a:pt x="286" y="699"/>
                  </a:cubicBezTo>
                  <a:cubicBezTo>
                    <a:pt x="129" y="699"/>
                    <a:pt x="129" y="699"/>
                    <a:pt x="129" y="699"/>
                  </a:cubicBezTo>
                  <a:cubicBezTo>
                    <a:pt x="121" y="699"/>
                    <a:pt x="114" y="704"/>
                    <a:pt x="114" y="712"/>
                  </a:cubicBezTo>
                  <a:cubicBezTo>
                    <a:pt x="114" y="721"/>
                    <a:pt x="121" y="728"/>
                    <a:pt x="129" y="728"/>
                  </a:cubicBezTo>
                  <a:cubicBezTo>
                    <a:pt x="471" y="728"/>
                    <a:pt x="471" y="728"/>
                    <a:pt x="471" y="728"/>
                  </a:cubicBezTo>
                  <a:cubicBezTo>
                    <a:pt x="479" y="728"/>
                    <a:pt x="486" y="721"/>
                    <a:pt x="486" y="712"/>
                  </a:cubicBezTo>
                  <a:cubicBezTo>
                    <a:pt x="486" y="704"/>
                    <a:pt x="479" y="699"/>
                    <a:pt x="471" y="699"/>
                  </a:cubicBezTo>
                  <a:close/>
                  <a:moveTo>
                    <a:pt x="272" y="124"/>
                  </a:moveTo>
                  <a:lnTo>
                    <a:pt x="272" y="124"/>
                  </a:lnTo>
                  <a:cubicBezTo>
                    <a:pt x="272" y="108"/>
                    <a:pt x="284" y="96"/>
                    <a:pt x="300" y="96"/>
                  </a:cubicBezTo>
                  <a:cubicBezTo>
                    <a:pt x="316" y="96"/>
                    <a:pt x="328" y="108"/>
                    <a:pt x="328" y="124"/>
                  </a:cubicBezTo>
                  <a:cubicBezTo>
                    <a:pt x="328" y="139"/>
                    <a:pt x="316" y="151"/>
                    <a:pt x="300" y="151"/>
                  </a:cubicBezTo>
                  <a:cubicBezTo>
                    <a:pt x="284" y="151"/>
                    <a:pt x="272" y="139"/>
                    <a:pt x="272"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54">
              <a:extLst>
                <a:ext uri="{FF2B5EF4-FFF2-40B4-BE49-F238E27FC236}">
                  <a16:creationId xmlns:a16="http://schemas.microsoft.com/office/drawing/2014/main" id="{C0E36319-F0C5-C805-00D9-0ECBE8D5738D}"/>
                </a:ext>
              </a:extLst>
            </p:cNvPr>
            <p:cNvSpPr>
              <a:spLocks noChangeArrowheads="1"/>
            </p:cNvSpPr>
            <p:nvPr/>
          </p:nvSpPr>
          <p:spPr bwMode="auto">
            <a:xfrm>
              <a:off x="6307138" y="6543675"/>
              <a:ext cx="96837" cy="150813"/>
            </a:xfrm>
            <a:custGeom>
              <a:avLst/>
              <a:gdLst>
                <a:gd name="T0" fmla="*/ 269 w 271"/>
                <a:gd name="T1" fmla="*/ 302 h 417"/>
                <a:gd name="T2" fmla="*/ 269 w 271"/>
                <a:gd name="T3" fmla="*/ 302 h 417"/>
                <a:gd name="T4" fmla="*/ 269 w 271"/>
                <a:gd name="T5" fmla="*/ 302 h 417"/>
                <a:gd name="T6" fmla="*/ 269 w 271"/>
                <a:gd name="T7" fmla="*/ 300 h 417"/>
                <a:gd name="T8" fmla="*/ 265 w 271"/>
                <a:gd name="T9" fmla="*/ 277 h 417"/>
                <a:gd name="T10" fmla="*/ 265 w 271"/>
                <a:gd name="T11" fmla="*/ 277 h 417"/>
                <a:gd name="T12" fmla="*/ 166 w 271"/>
                <a:gd name="T13" fmla="*/ 20 h 417"/>
                <a:gd name="T14" fmla="*/ 148 w 271"/>
                <a:gd name="T15" fmla="*/ 1 h 417"/>
                <a:gd name="T16" fmla="*/ 138 w 271"/>
                <a:gd name="T17" fmla="*/ 0 h 417"/>
                <a:gd name="T18" fmla="*/ 111 w 271"/>
                <a:gd name="T19" fmla="*/ 19 h 417"/>
                <a:gd name="T20" fmla="*/ 110 w 271"/>
                <a:gd name="T21" fmla="*/ 20 h 417"/>
                <a:gd name="T22" fmla="*/ 59 w 271"/>
                <a:gd name="T23" fmla="*/ 148 h 417"/>
                <a:gd name="T24" fmla="*/ 5 w 271"/>
                <a:gd name="T25" fmla="*/ 279 h 417"/>
                <a:gd name="T26" fmla="*/ 0 w 271"/>
                <a:gd name="T27" fmla="*/ 300 h 417"/>
                <a:gd name="T28" fmla="*/ 0 w 271"/>
                <a:gd name="T29" fmla="*/ 300 h 417"/>
                <a:gd name="T30" fmla="*/ 0 w 271"/>
                <a:gd name="T31" fmla="*/ 300 h 417"/>
                <a:gd name="T32" fmla="*/ 0 w 271"/>
                <a:gd name="T33" fmla="*/ 302 h 417"/>
                <a:gd name="T34" fmla="*/ 0 w 271"/>
                <a:gd name="T35" fmla="*/ 302 h 417"/>
                <a:gd name="T36" fmla="*/ 0 w 271"/>
                <a:gd name="T37" fmla="*/ 305 h 417"/>
                <a:gd name="T38" fmla="*/ 8 w 271"/>
                <a:gd name="T39" fmla="*/ 333 h 417"/>
                <a:gd name="T40" fmla="*/ 20 w 271"/>
                <a:gd name="T41" fmla="*/ 327 h 417"/>
                <a:gd name="T42" fmla="*/ 8 w 271"/>
                <a:gd name="T43" fmla="*/ 333 h 417"/>
                <a:gd name="T44" fmla="*/ 60 w 271"/>
                <a:gd name="T45" fmla="*/ 392 h 417"/>
                <a:gd name="T46" fmla="*/ 134 w 271"/>
                <a:gd name="T47" fmla="*/ 416 h 417"/>
                <a:gd name="T48" fmla="*/ 210 w 271"/>
                <a:gd name="T49" fmla="*/ 392 h 417"/>
                <a:gd name="T50" fmla="*/ 261 w 271"/>
                <a:gd name="T51" fmla="*/ 335 h 417"/>
                <a:gd name="T52" fmla="*/ 270 w 271"/>
                <a:gd name="T53" fmla="*/ 305 h 417"/>
                <a:gd name="T54" fmla="*/ 269 w 271"/>
                <a:gd name="T55" fmla="*/ 302 h 417"/>
                <a:gd name="T56" fmla="*/ 85 w 271"/>
                <a:gd name="T57" fmla="*/ 159 h 417"/>
                <a:gd name="T58" fmla="*/ 85 w 271"/>
                <a:gd name="T59" fmla="*/ 159 h 417"/>
                <a:gd name="T60" fmla="*/ 138 w 271"/>
                <a:gd name="T61" fmla="*/ 29 h 417"/>
                <a:gd name="T62" fmla="*/ 138 w 271"/>
                <a:gd name="T63" fmla="*/ 30 h 417"/>
                <a:gd name="T64" fmla="*/ 237 w 271"/>
                <a:gd name="T65" fmla="*/ 287 h 417"/>
                <a:gd name="T66" fmla="*/ 237 w 271"/>
                <a:gd name="T67" fmla="*/ 287 h 417"/>
                <a:gd name="T68" fmla="*/ 33 w 271"/>
                <a:gd name="T69" fmla="*/ 287 h 417"/>
                <a:gd name="T70" fmla="*/ 85 w 271"/>
                <a:gd name="T71" fmla="*/ 159 h 417"/>
                <a:gd name="T72" fmla="*/ 193 w 271"/>
                <a:gd name="T73" fmla="*/ 368 h 417"/>
                <a:gd name="T74" fmla="*/ 193 w 271"/>
                <a:gd name="T75" fmla="*/ 368 h 417"/>
                <a:gd name="T76" fmla="*/ 134 w 271"/>
                <a:gd name="T77" fmla="*/ 386 h 417"/>
                <a:gd name="T78" fmla="*/ 77 w 271"/>
                <a:gd name="T79" fmla="*/ 368 h 417"/>
                <a:gd name="T80" fmla="*/ 34 w 271"/>
                <a:gd name="T81" fmla="*/ 320 h 417"/>
                <a:gd name="T82" fmla="*/ 34 w 271"/>
                <a:gd name="T83" fmla="*/ 320 h 417"/>
                <a:gd name="T84" fmla="*/ 33 w 271"/>
                <a:gd name="T85" fmla="*/ 317 h 417"/>
                <a:gd name="T86" fmla="*/ 237 w 271"/>
                <a:gd name="T87" fmla="*/ 317 h 417"/>
                <a:gd name="T88" fmla="*/ 234 w 271"/>
                <a:gd name="T89" fmla="*/ 321 h 417"/>
                <a:gd name="T90" fmla="*/ 193 w 271"/>
                <a:gd name="T91" fmla="*/ 368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71" h="417">
                  <a:moveTo>
                    <a:pt x="269" y="302"/>
                  </a:moveTo>
                  <a:lnTo>
                    <a:pt x="269" y="302"/>
                  </a:lnTo>
                  <a:lnTo>
                    <a:pt x="269" y="302"/>
                  </a:lnTo>
                  <a:lnTo>
                    <a:pt x="269" y="300"/>
                  </a:lnTo>
                  <a:cubicBezTo>
                    <a:pt x="269" y="292"/>
                    <a:pt x="267" y="285"/>
                    <a:pt x="265" y="277"/>
                  </a:cubicBezTo>
                  <a:lnTo>
                    <a:pt x="265" y="277"/>
                  </a:lnTo>
                  <a:cubicBezTo>
                    <a:pt x="166" y="20"/>
                    <a:pt x="166" y="20"/>
                    <a:pt x="166" y="20"/>
                  </a:cubicBezTo>
                  <a:cubicBezTo>
                    <a:pt x="163" y="12"/>
                    <a:pt x="156" y="4"/>
                    <a:pt x="148" y="1"/>
                  </a:cubicBezTo>
                  <a:cubicBezTo>
                    <a:pt x="144" y="0"/>
                    <a:pt x="141" y="0"/>
                    <a:pt x="138" y="0"/>
                  </a:cubicBezTo>
                  <a:cubicBezTo>
                    <a:pt x="126" y="0"/>
                    <a:pt x="115" y="7"/>
                    <a:pt x="111" y="19"/>
                  </a:cubicBezTo>
                  <a:cubicBezTo>
                    <a:pt x="110" y="19"/>
                    <a:pt x="110" y="19"/>
                    <a:pt x="110" y="20"/>
                  </a:cubicBezTo>
                  <a:cubicBezTo>
                    <a:pt x="93" y="70"/>
                    <a:pt x="75" y="108"/>
                    <a:pt x="59" y="148"/>
                  </a:cubicBezTo>
                  <a:cubicBezTo>
                    <a:pt x="41" y="188"/>
                    <a:pt x="23" y="228"/>
                    <a:pt x="5" y="279"/>
                  </a:cubicBezTo>
                  <a:cubicBezTo>
                    <a:pt x="2" y="285"/>
                    <a:pt x="1" y="292"/>
                    <a:pt x="0" y="300"/>
                  </a:cubicBezTo>
                  <a:lnTo>
                    <a:pt x="0" y="300"/>
                  </a:lnTo>
                  <a:lnTo>
                    <a:pt x="0" y="300"/>
                  </a:lnTo>
                  <a:cubicBezTo>
                    <a:pt x="0" y="302"/>
                    <a:pt x="0" y="302"/>
                    <a:pt x="0" y="302"/>
                  </a:cubicBezTo>
                  <a:lnTo>
                    <a:pt x="0" y="302"/>
                  </a:lnTo>
                  <a:cubicBezTo>
                    <a:pt x="0" y="303"/>
                    <a:pt x="0" y="303"/>
                    <a:pt x="0" y="305"/>
                  </a:cubicBezTo>
                  <a:cubicBezTo>
                    <a:pt x="0" y="314"/>
                    <a:pt x="2" y="324"/>
                    <a:pt x="8" y="333"/>
                  </a:cubicBezTo>
                  <a:cubicBezTo>
                    <a:pt x="20" y="327"/>
                    <a:pt x="20" y="327"/>
                    <a:pt x="20" y="327"/>
                  </a:cubicBezTo>
                  <a:cubicBezTo>
                    <a:pt x="8" y="333"/>
                    <a:pt x="8" y="333"/>
                    <a:pt x="8" y="333"/>
                  </a:cubicBezTo>
                  <a:cubicBezTo>
                    <a:pt x="20" y="357"/>
                    <a:pt x="38" y="377"/>
                    <a:pt x="60" y="392"/>
                  </a:cubicBezTo>
                  <a:cubicBezTo>
                    <a:pt x="81" y="406"/>
                    <a:pt x="107" y="416"/>
                    <a:pt x="134" y="416"/>
                  </a:cubicBezTo>
                  <a:cubicBezTo>
                    <a:pt x="162" y="416"/>
                    <a:pt x="188" y="406"/>
                    <a:pt x="210" y="392"/>
                  </a:cubicBezTo>
                  <a:cubicBezTo>
                    <a:pt x="230" y="377"/>
                    <a:pt x="248" y="358"/>
                    <a:pt x="261" y="335"/>
                  </a:cubicBezTo>
                  <a:cubicBezTo>
                    <a:pt x="266" y="324"/>
                    <a:pt x="270" y="314"/>
                    <a:pt x="270" y="305"/>
                  </a:cubicBezTo>
                  <a:cubicBezTo>
                    <a:pt x="270" y="303"/>
                    <a:pt x="269" y="303"/>
                    <a:pt x="269" y="302"/>
                  </a:cubicBezTo>
                  <a:close/>
                  <a:moveTo>
                    <a:pt x="85" y="159"/>
                  </a:moveTo>
                  <a:lnTo>
                    <a:pt x="85" y="159"/>
                  </a:lnTo>
                  <a:cubicBezTo>
                    <a:pt x="103" y="121"/>
                    <a:pt x="120" y="81"/>
                    <a:pt x="138" y="29"/>
                  </a:cubicBezTo>
                  <a:cubicBezTo>
                    <a:pt x="138" y="30"/>
                    <a:pt x="138" y="30"/>
                    <a:pt x="138" y="30"/>
                  </a:cubicBezTo>
                  <a:cubicBezTo>
                    <a:pt x="237" y="287"/>
                    <a:pt x="237" y="287"/>
                    <a:pt x="237" y="287"/>
                  </a:cubicBezTo>
                  <a:lnTo>
                    <a:pt x="237" y="287"/>
                  </a:lnTo>
                  <a:cubicBezTo>
                    <a:pt x="33" y="287"/>
                    <a:pt x="33" y="287"/>
                    <a:pt x="33" y="287"/>
                  </a:cubicBezTo>
                  <a:cubicBezTo>
                    <a:pt x="51" y="237"/>
                    <a:pt x="67" y="199"/>
                    <a:pt x="85" y="159"/>
                  </a:cubicBezTo>
                  <a:close/>
                  <a:moveTo>
                    <a:pt x="193" y="368"/>
                  </a:moveTo>
                  <a:lnTo>
                    <a:pt x="193" y="368"/>
                  </a:lnTo>
                  <a:cubicBezTo>
                    <a:pt x="175" y="380"/>
                    <a:pt x="156" y="386"/>
                    <a:pt x="134" y="386"/>
                  </a:cubicBezTo>
                  <a:cubicBezTo>
                    <a:pt x="114" y="386"/>
                    <a:pt x="93" y="379"/>
                    <a:pt x="77" y="368"/>
                  </a:cubicBezTo>
                  <a:cubicBezTo>
                    <a:pt x="59" y="355"/>
                    <a:pt x="44" y="339"/>
                    <a:pt x="34" y="320"/>
                  </a:cubicBezTo>
                  <a:lnTo>
                    <a:pt x="34" y="320"/>
                  </a:lnTo>
                  <a:cubicBezTo>
                    <a:pt x="33" y="318"/>
                    <a:pt x="33" y="317"/>
                    <a:pt x="33" y="317"/>
                  </a:cubicBezTo>
                  <a:cubicBezTo>
                    <a:pt x="237" y="317"/>
                    <a:pt x="237" y="317"/>
                    <a:pt x="237" y="317"/>
                  </a:cubicBezTo>
                  <a:cubicBezTo>
                    <a:pt x="236" y="318"/>
                    <a:pt x="236" y="320"/>
                    <a:pt x="234" y="321"/>
                  </a:cubicBezTo>
                  <a:cubicBezTo>
                    <a:pt x="225" y="340"/>
                    <a:pt x="210" y="357"/>
                    <a:pt x="193" y="3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55">
              <a:extLst>
                <a:ext uri="{FF2B5EF4-FFF2-40B4-BE49-F238E27FC236}">
                  <a16:creationId xmlns:a16="http://schemas.microsoft.com/office/drawing/2014/main" id="{F3A8ECB8-766B-2111-2F06-35BEA45CB6DF}"/>
                </a:ext>
              </a:extLst>
            </p:cNvPr>
            <p:cNvSpPr>
              <a:spLocks noChangeArrowheads="1"/>
            </p:cNvSpPr>
            <p:nvPr/>
          </p:nvSpPr>
          <p:spPr bwMode="auto">
            <a:xfrm>
              <a:off x="6157913" y="6597650"/>
              <a:ext cx="98425" cy="150813"/>
            </a:xfrm>
            <a:custGeom>
              <a:avLst/>
              <a:gdLst>
                <a:gd name="T0" fmla="*/ 261 w 272"/>
                <a:gd name="T1" fmla="*/ 335 h 417"/>
                <a:gd name="T2" fmla="*/ 261 w 272"/>
                <a:gd name="T3" fmla="*/ 335 h 417"/>
                <a:gd name="T4" fmla="*/ 271 w 272"/>
                <a:gd name="T5" fmla="*/ 305 h 417"/>
                <a:gd name="T6" fmla="*/ 271 w 272"/>
                <a:gd name="T7" fmla="*/ 302 h 417"/>
                <a:gd name="T8" fmla="*/ 271 w 272"/>
                <a:gd name="T9" fmla="*/ 302 h 417"/>
                <a:gd name="T10" fmla="*/ 271 w 272"/>
                <a:gd name="T11" fmla="*/ 301 h 417"/>
                <a:gd name="T12" fmla="*/ 271 w 272"/>
                <a:gd name="T13" fmla="*/ 301 h 417"/>
                <a:gd name="T14" fmla="*/ 271 w 272"/>
                <a:gd name="T15" fmla="*/ 301 h 417"/>
                <a:gd name="T16" fmla="*/ 265 w 272"/>
                <a:gd name="T17" fmla="*/ 278 h 417"/>
                <a:gd name="T18" fmla="*/ 265 w 272"/>
                <a:gd name="T19" fmla="*/ 278 h 417"/>
                <a:gd name="T20" fmla="*/ 167 w 272"/>
                <a:gd name="T21" fmla="*/ 21 h 417"/>
                <a:gd name="T22" fmla="*/ 149 w 272"/>
                <a:gd name="T23" fmla="*/ 2 h 417"/>
                <a:gd name="T24" fmla="*/ 139 w 272"/>
                <a:gd name="T25" fmla="*/ 0 h 417"/>
                <a:gd name="T26" fmla="*/ 112 w 272"/>
                <a:gd name="T27" fmla="*/ 20 h 417"/>
                <a:gd name="T28" fmla="*/ 110 w 272"/>
                <a:gd name="T29" fmla="*/ 21 h 417"/>
                <a:gd name="T30" fmla="*/ 59 w 272"/>
                <a:gd name="T31" fmla="*/ 149 h 417"/>
                <a:gd name="T32" fmla="*/ 6 w 272"/>
                <a:gd name="T33" fmla="*/ 279 h 417"/>
                <a:gd name="T34" fmla="*/ 2 w 272"/>
                <a:gd name="T35" fmla="*/ 301 h 417"/>
                <a:gd name="T36" fmla="*/ 0 w 272"/>
                <a:gd name="T37" fmla="*/ 302 h 417"/>
                <a:gd name="T38" fmla="*/ 0 w 272"/>
                <a:gd name="T39" fmla="*/ 302 h 417"/>
                <a:gd name="T40" fmla="*/ 0 w 272"/>
                <a:gd name="T41" fmla="*/ 305 h 417"/>
                <a:gd name="T42" fmla="*/ 9 w 272"/>
                <a:gd name="T43" fmla="*/ 334 h 417"/>
                <a:gd name="T44" fmla="*/ 9 w 272"/>
                <a:gd name="T45" fmla="*/ 334 h 417"/>
                <a:gd name="T46" fmla="*/ 9 w 272"/>
                <a:gd name="T47" fmla="*/ 334 h 417"/>
                <a:gd name="T48" fmla="*/ 9 w 272"/>
                <a:gd name="T49" fmla="*/ 334 h 417"/>
                <a:gd name="T50" fmla="*/ 9 w 272"/>
                <a:gd name="T51" fmla="*/ 334 h 417"/>
                <a:gd name="T52" fmla="*/ 61 w 272"/>
                <a:gd name="T53" fmla="*/ 393 h 417"/>
                <a:gd name="T54" fmla="*/ 136 w 272"/>
                <a:gd name="T55" fmla="*/ 416 h 417"/>
                <a:gd name="T56" fmla="*/ 210 w 272"/>
                <a:gd name="T57" fmla="*/ 393 h 417"/>
                <a:gd name="T58" fmla="*/ 261 w 272"/>
                <a:gd name="T59" fmla="*/ 335 h 417"/>
                <a:gd name="T60" fmla="*/ 86 w 272"/>
                <a:gd name="T61" fmla="*/ 161 h 417"/>
                <a:gd name="T62" fmla="*/ 86 w 272"/>
                <a:gd name="T63" fmla="*/ 161 h 417"/>
                <a:gd name="T64" fmla="*/ 139 w 272"/>
                <a:gd name="T65" fmla="*/ 29 h 417"/>
                <a:gd name="T66" fmla="*/ 139 w 272"/>
                <a:gd name="T67" fmla="*/ 31 h 417"/>
                <a:gd name="T68" fmla="*/ 238 w 272"/>
                <a:gd name="T69" fmla="*/ 287 h 417"/>
                <a:gd name="T70" fmla="*/ 238 w 272"/>
                <a:gd name="T71" fmla="*/ 287 h 417"/>
                <a:gd name="T72" fmla="*/ 35 w 272"/>
                <a:gd name="T73" fmla="*/ 287 h 417"/>
                <a:gd name="T74" fmla="*/ 86 w 272"/>
                <a:gd name="T75" fmla="*/ 161 h 417"/>
                <a:gd name="T76" fmla="*/ 136 w 272"/>
                <a:gd name="T77" fmla="*/ 386 h 417"/>
                <a:gd name="T78" fmla="*/ 136 w 272"/>
                <a:gd name="T79" fmla="*/ 386 h 417"/>
                <a:gd name="T80" fmla="*/ 77 w 272"/>
                <a:gd name="T81" fmla="*/ 368 h 417"/>
                <a:gd name="T82" fmla="*/ 35 w 272"/>
                <a:gd name="T83" fmla="*/ 320 h 417"/>
                <a:gd name="T84" fmla="*/ 22 w 272"/>
                <a:gd name="T85" fmla="*/ 327 h 417"/>
                <a:gd name="T86" fmla="*/ 35 w 272"/>
                <a:gd name="T87" fmla="*/ 320 h 417"/>
                <a:gd name="T88" fmla="*/ 33 w 272"/>
                <a:gd name="T89" fmla="*/ 318 h 417"/>
                <a:gd name="T90" fmla="*/ 238 w 272"/>
                <a:gd name="T91" fmla="*/ 318 h 417"/>
                <a:gd name="T92" fmla="*/ 237 w 272"/>
                <a:gd name="T93" fmla="*/ 322 h 417"/>
                <a:gd name="T94" fmla="*/ 194 w 272"/>
                <a:gd name="T95" fmla="*/ 368 h 417"/>
                <a:gd name="T96" fmla="*/ 136 w 272"/>
                <a:gd name="T97" fmla="*/ 386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2" h="417">
                  <a:moveTo>
                    <a:pt x="261" y="335"/>
                  </a:moveTo>
                  <a:lnTo>
                    <a:pt x="261" y="335"/>
                  </a:lnTo>
                  <a:cubicBezTo>
                    <a:pt x="267" y="326"/>
                    <a:pt x="271" y="315"/>
                    <a:pt x="271" y="305"/>
                  </a:cubicBezTo>
                  <a:cubicBezTo>
                    <a:pt x="271" y="304"/>
                    <a:pt x="271" y="304"/>
                    <a:pt x="271" y="302"/>
                  </a:cubicBezTo>
                  <a:lnTo>
                    <a:pt x="271" y="302"/>
                  </a:lnTo>
                  <a:cubicBezTo>
                    <a:pt x="271" y="302"/>
                    <a:pt x="271" y="302"/>
                    <a:pt x="271" y="301"/>
                  </a:cubicBezTo>
                  <a:lnTo>
                    <a:pt x="271" y="301"/>
                  </a:lnTo>
                  <a:lnTo>
                    <a:pt x="271" y="301"/>
                  </a:lnTo>
                  <a:cubicBezTo>
                    <a:pt x="269" y="293"/>
                    <a:pt x="268" y="286"/>
                    <a:pt x="265" y="278"/>
                  </a:cubicBezTo>
                  <a:lnTo>
                    <a:pt x="265" y="278"/>
                  </a:lnTo>
                  <a:cubicBezTo>
                    <a:pt x="167" y="21"/>
                    <a:pt x="167" y="21"/>
                    <a:pt x="167" y="21"/>
                  </a:cubicBezTo>
                  <a:cubicBezTo>
                    <a:pt x="164" y="13"/>
                    <a:pt x="158" y="5"/>
                    <a:pt x="149" y="2"/>
                  </a:cubicBezTo>
                  <a:cubicBezTo>
                    <a:pt x="146" y="0"/>
                    <a:pt x="142" y="0"/>
                    <a:pt x="139" y="0"/>
                  </a:cubicBezTo>
                  <a:cubicBezTo>
                    <a:pt x="127" y="0"/>
                    <a:pt x="116" y="7"/>
                    <a:pt x="112" y="20"/>
                  </a:cubicBezTo>
                  <a:cubicBezTo>
                    <a:pt x="112" y="20"/>
                    <a:pt x="112" y="21"/>
                    <a:pt x="110" y="21"/>
                  </a:cubicBezTo>
                  <a:cubicBezTo>
                    <a:pt x="94" y="70"/>
                    <a:pt x="76" y="109"/>
                    <a:pt x="59" y="149"/>
                  </a:cubicBezTo>
                  <a:cubicBezTo>
                    <a:pt x="42" y="189"/>
                    <a:pt x="24" y="228"/>
                    <a:pt x="6" y="279"/>
                  </a:cubicBezTo>
                  <a:cubicBezTo>
                    <a:pt x="3" y="287"/>
                    <a:pt x="2" y="293"/>
                    <a:pt x="2" y="301"/>
                  </a:cubicBezTo>
                  <a:lnTo>
                    <a:pt x="0" y="302"/>
                  </a:lnTo>
                  <a:lnTo>
                    <a:pt x="0" y="302"/>
                  </a:lnTo>
                  <a:cubicBezTo>
                    <a:pt x="0" y="304"/>
                    <a:pt x="0" y="304"/>
                    <a:pt x="0" y="305"/>
                  </a:cubicBezTo>
                  <a:cubicBezTo>
                    <a:pt x="0" y="315"/>
                    <a:pt x="5" y="324"/>
                    <a:pt x="9" y="334"/>
                  </a:cubicBezTo>
                  <a:lnTo>
                    <a:pt x="9" y="334"/>
                  </a:lnTo>
                  <a:lnTo>
                    <a:pt x="9" y="334"/>
                  </a:lnTo>
                  <a:lnTo>
                    <a:pt x="9" y="334"/>
                  </a:lnTo>
                  <a:lnTo>
                    <a:pt x="9" y="334"/>
                  </a:lnTo>
                  <a:cubicBezTo>
                    <a:pt x="21" y="357"/>
                    <a:pt x="39" y="378"/>
                    <a:pt x="61" y="393"/>
                  </a:cubicBezTo>
                  <a:cubicBezTo>
                    <a:pt x="83" y="407"/>
                    <a:pt x="107" y="416"/>
                    <a:pt x="136" y="416"/>
                  </a:cubicBezTo>
                  <a:cubicBezTo>
                    <a:pt x="164" y="416"/>
                    <a:pt x="188" y="408"/>
                    <a:pt x="210" y="393"/>
                  </a:cubicBezTo>
                  <a:cubicBezTo>
                    <a:pt x="231" y="379"/>
                    <a:pt x="249" y="359"/>
                    <a:pt x="261" y="335"/>
                  </a:cubicBezTo>
                  <a:close/>
                  <a:moveTo>
                    <a:pt x="86" y="161"/>
                  </a:moveTo>
                  <a:lnTo>
                    <a:pt x="86" y="161"/>
                  </a:lnTo>
                  <a:cubicBezTo>
                    <a:pt x="103" y="121"/>
                    <a:pt x="121" y="81"/>
                    <a:pt x="139" y="29"/>
                  </a:cubicBezTo>
                  <a:cubicBezTo>
                    <a:pt x="139" y="31"/>
                    <a:pt x="139" y="31"/>
                    <a:pt x="139" y="31"/>
                  </a:cubicBezTo>
                  <a:cubicBezTo>
                    <a:pt x="238" y="287"/>
                    <a:pt x="238" y="287"/>
                    <a:pt x="238" y="287"/>
                  </a:cubicBezTo>
                  <a:lnTo>
                    <a:pt x="238" y="287"/>
                  </a:lnTo>
                  <a:cubicBezTo>
                    <a:pt x="35" y="287"/>
                    <a:pt x="35" y="287"/>
                    <a:pt x="35" y="287"/>
                  </a:cubicBezTo>
                  <a:cubicBezTo>
                    <a:pt x="51" y="238"/>
                    <a:pt x="69" y="200"/>
                    <a:pt x="86" y="161"/>
                  </a:cubicBezTo>
                  <a:close/>
                  <a:moveTo>
                    <a:pt x="136" y="386"/>
                  </a:moveTo>
                  <a:lnTo>
                    <a:pt x="136" y="386"/>
                  </a:lnTo>
                  <a:cubicBezTo>
                    <a:pt x="114" y="386"/>
                    <a:pt x="94" y="381"/>
                    <a:pt x="77" y="368"/>
                  </a:cubicBezTo>
                  <a:cubicBezTo>
                    <a:pt x="59" y="357"/>
                    <a:pt x="46" y="340"/>
                    <a:pt x="35" y="320"/>
                  </a:cubicBezTo>
                  <a:cubicBezTo>
                    <a:pt x="22" y="327"/>
                    <a:pt x="22" y="327"/>
                    <a:pt x="22" y="327"/>
                  </a:cubicBezTo>
                  <a:cubicBezTo>
                    <a:pt x="35" y="320"/>
                    <a:pt x="35" y="320"/>
                    <a:pt x="35" y="320"/>
                  </a:cubicBezTo>
                  <a:cubicBezTo>
                    <a:pt x="35" y="319"/>
                    <a:pt x="33" y="318"/>
                    <a:pt x="33" y="318"/>
                  </a:cubicBezTo>
                  <a:cubicBezTo>
                    <a:pt x="238" y="318"/>
                    <a:pt x="238" y="318"/>
                    <a:pt x="238" y="318"/>
                  </a:cubicBezTo>
                  <a:cubicBezTo>
                    <a:pt x="238" y="319"/>
                    <a:pt x="237" y="320"/>
                    <a:pt x="237" y="322"/>
                  </a:cubicBezTo>
                  <a:cubicBezTo>
                    <a:pt x="226" y="341"/>
                    <a:pt x="210" y="357"/>
                    <a:pt x="194" y="368"/>
                  </a:cubicBezTo>
                  <a:cubicBezTo>
                    <a:pt x="176" y="381"/>
                    <a:pt x="157" y="386"/>
                    <a:pt x="136" y="3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1" name="Group 695">
            <a:extLst>
              <a:ext uri="{FF2B5EF4-FFF2-40B4-BE49-F238E27FC236}">
                <a16:creationId xmlns:a16="http://schemas.microsoft.com/office/drawing/2014/main" id="{1284533C-3BD1-EB73-1401-52B4296CD20F}"/>
              </a:ext>
            </a:extLst>
          </p:cNvPr>
          <p:cNvGrpSpPr/>
          <p:nvPr/>
        </p:nvGrpSpPr>
        <p:grpSpPr>
          <a:xfrm>
            <a:off x="10022451" y="4179515"/>
            <a:ext cx="254000" cy="242887"/>
            <a:chOff x="3848806" y="354689"/>
            <a:chExt cx="254000" cy="242887"/>
          </a:xfrm>
          <a:solidFill>
            <a:schemeClr val="tx2"/>
          </a:solidFill>
        </p:grpSpPr>
        <p:sp>
          <p:nvSpPr>
            <p:cNvPr id="672" name="Freeform 52">
              <a:extLst>
                <a:ext uri="{FF2B5EF4-FFF2-40B4-BE49-F238E27FC236}">
                  <a16:creationId xmlns:a16="http://schemas.microsoft.com/office/drawing/2014/main" id="{65E87EC4-19B4-AC51-162F-2F1962E82B2F}"/>
                </a:ext>
              </a:extLst>
            </p:cNvPr>
            <p:cNvSpPr>
              <a:spLocks noChangeArrowheads="1"/>
            </p:cNvSpPr>
            <p:nvPr/>
          </p:nvSpPr>
          <p:spPr bwMode="auto">
            <a:xfrm>
              <a:off x="3995992" y="383071"/>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397">
              <a:extLst>
                <a:ext uri="{FF2B5EF4-FFF2-40B4-BE49-F238E27FC236}">
                  <a16:creationId xmlns:a16="http://schemas.microsoft.com/office/drawing/2014/main" id="{2BBE12C6-FA98-074C-107D-6D76419157F8}"/>
                </a:ext>
              </a:extLst>
            </p:cNvPr>
            <p:cNvSpPr>
              <a:spLocks noChangeArrowheads="1"/>
            </p:cNvSpPr>
            <p:nvPr/>
          </p:nvSpPr>
          <p:spPr bwMode="auto">
            <a:xfrm>
              <a:off x="3848806" y="354689"/>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grpFill/>
            <a:ln>
              <a:noFill/>
            </a:ln>
            <a:effectLst/>
          </p:spPr>
          <p:txBody>
            <a:bodyPr wrap="none" anchor="ctr"/>
            <a:lstStyle/>
            <a:p>
              <a:endParaRPr lang="da-DK"/>
            </a:p>
          </p:txBody>
        </p:sp>
      </p:grpSp>
      <p:grpSp>
        <p:nvGrpSpPr>
          <p:cNvPr id="674" name="Group 717">
            <a:extLst>
              <a:ext uri="{FF2B5EF4-FFF2-40B4-BE49-F238E27FC236}">
                <a16:creationId xmlns:a16="http://schemas.microsoft.com/office/drawing/2014/main" id="{16BB57DC-6E84-46FA-2647-F1C02576D43D}"/>
              </a:ext>
            </a:extLst>
          </p:cNvPr>
          <p:cNvGrpSpPr/>
          <p:nvPr/>
        </p:nvGrpSpPr>
        <p:grpSpPr>
          <a:xfrm>
            <a:off x="7750864" y="5666210"/>
            <a:ext cx="258762" cy="269875"/>
            <a:chOff x="6221413" y="4894263"/>
            <a:chExt cx="258762" cy="269875"/>
          </a:xfrm>
          <a:solidFill>
            <a:schemeClr val="tx2"/>
          </a:solidFill>
        </p:grpSpPr>
        <p:sp>
          <p:nvSpPr>
            <p:cNvPr id="675" name="Freeform 255">
              <a:extLst>
                <a:ext uri="{FF2B5EF4-FFF2-40B4-BE49-F238E27FC236}">
                  <a16:creationId xmlns:a16="http://schemas.microsoft.com/office/drawing/2014/main" id="{0DFC45E4-3E87-067F-EE0E-17757D989CDC}"/>
                </a:ext>
              </a:extLst>
            </p:cNvPr>
            <p:cNvSpPr>
              <a:spLocks noChangeArrowheads="1"/>
            </p:cNvSpPr>
            <p:nvPr/>
          </p:nvSpPr>
          <p:spPr bwMode="auto">
            <a:xfrm>
              <a:off x="6221413" y="5006975"/>
              <a:ext cx="258762" cy="157163"/>
            </a:xfrm>
            <a:custGeom>
              <a:avLst/>
              <a:gdLst>
                <a:gd name="T0" fmla="*/ 715 w 719"/>
                <a:gd name="T1" fmla="*/ 7 h 435"/>
                <a:gd name="T2" fmla="*/ 715 w 719"/>
                <a:gd name="T3" fmla="*/ 7 h 435"/>
                <a:gd name="T4" fmla="*/ 704 w 719"/>
                <a:gd name="T5" fmla="*/ 0 h 435"/>
                <a:gd name="T6" fmla="*/ 573 w 719"/>
                <a:gd name="T7" fmla="*/ 36 h 435"/>
                <a:gd name="T8" fmla="*/ 496 w 719"/>
                <a:gd name="T9" fmla="*/ 100 h 435"/>
                <a:gd name="T10" fmla="*/ 409 w 719"/>
                <a:gd name="T11" fmla="*/ 242 h 435"/>
                <a:gd name="T12" fmla="*/ 358 w 719"/>
                <a:gd name="T13" fmla="*/ 379 h 435"/>
                <a:gd name="T14" fmla="*/ 316 w 719"/>
                <a:gd name="T15" fmla="*/ 260 h 435"/>
                <a:gd name="T16" fmla="*/ 263 w 719"/>
                <a:gd name="T17" fmla="*/ 158 h 435"/>
                <a:gd name="T18" fmla="*/ 157 w 719"/>
                <a:gd name="T19" fmla="*/ 44 h 435"/>
                <a:gd name="T20" fmla="*/ 90 w 719"/>
                <a:gd name="T21" fmla="*/ 12 h 435"/>
                <a:gd name="T22" fmla="*/ 13 w 719"/>
                <a:gd name="T23" fmla="*/ 0 h 435"/>
                <a:gd name="T24" fmla="*/ 1 w 719"/>
                <a:gd name="T25" fmla="*/ 7 h 435"/>
                <a:gd name="T26" fmla="*/ 3 w 719"/>
                <a:gd name="T27" fmla="*/ 20 h 435"/>
                <a:gd name="T28" fmla="*/ 83 w 719"/>
                <a:gd name="T29" fmla="*/ 162 h 435"/>
                <a:gd name="T30" fmla="*/ 133 w 719"/>
                <a:gd name="T31" fmla="*/ 263 h 435"/>
                <a:gd name="T32" fmla="*/ 176 w 719"/>
                <a:gd name="T33" fmla="*/ 330 h 435"/>
                <a:gd name="T34" fmla="*/ 211 w 719"/>
                <a:gd name="T35" fmla="*/ 372 h 435"/>
                <a:gd name="T36" fmla="*/ 275 w 719"/>
                <a:gd name="T37" fmla="*/ 417 h 435"/>
                <a:gd name="T38" fmla="*/ 358 w 719"/>
                <a:gd name="T39" fmla="*/ 434 h 435"/>
                <a:gd name="T40" fmla="*/ 425 w 719"/>
                <a:gd name="T41" fmla="*/ 423 h 435"/>
                <a:gd name="T42" fmla="*/ 475 w 719"/>
                <a:gd name="T43" fmla="*/ 399 h 435"/>
                <a:gd name="T44" fmla="*/ 543 w 719"/>
                <a:gd name="T45" fmla="*/ 329 h 435"/>
                <a:gd name="T46" fmla="*/ 623 w 719"/>
                <a:gd name="T47" fmla="*/ 183 h 435"/>
                <a:gd name="T48" fmla="*/ 715 w 719"/>
                <a:gd name="T49" fmla="*/ 20 h 435"/>
                <a:gd name="T50" fmla="*/ 715 w 719"/>
                <a:gd name="T51" fmla="*/ 7 h 435"/>
                <a:gd name="T52" fmla="*/ 256 w 719"/>
                <a:gd name="T53" fmla="*/ 378 h 435"/>
                <a:gd name="T54" fmla="*/ 256 w 719"/>
                <a:gd name="T55" fmla="*/ 378 h 435"/>
                <a:gd name="T56" fmla="*/ 194 w 719"/>
                <a:gd name="T57" fmla="*/ 315 h 435"/>
                <a:gd name="T58" fmla="*/ 115 w 719"/>
                <a:gd name="T59" fmla="*/ 172 h 435"/>
                <a:gd name="T60" fmla="*/ 35 w 719"/>
                <a:gd name="T61" fmla="*/ 26 h 435"/>
                <a:gd name="T62" fmla="*/ 132 w 719"/>
                <a:gd name="T63" fmla="*/ 57 h 435"/>
                <a:gd name="T64" fmla="*/ 202 w 719"/>
                <a:gd name="T65" fmla="*/ 117 h 435"/>
                <a:gd name="T66" fmla="*/ 285 w 719"/>
                <a:gd name="T67" fmla="*/ 252 h 435"/>
                <a:gd name="T68" fmla="*/ 343 w 719"/>
                <a:gd name="T69" fmla="*/ 409 h 435"/>
                <a:gd name="T70" fmla="*/ 299 w 719"/>
                <a:gd name="T71" fmla="*/ 401 h 435"/>
                <a:gd name="T72" fmla="*/ 256 w 719"/>
                <a:gd name="T73" fmla="*/ 378 h 435"/>
                <a:gd name="T74" fmla="*/ 612 w 719"/>
                <a:gd name="T75" fmla="*/ 151 h 435"/>
                <a:gd name="T76" fmla="*/ 612 w 719"/>
                <a:gd name="T77" fmla="*/ 151 h 435"/>
                <a:gd name="T78" fmla="*/ 562 w 719"/>
                <a:gd name="T79" fmla="*/ 252 h 435"/>
                <a:gd name="T80" fmla="*/ 522 w 719"/>
                <a:gd name="T81" fmla="*/ 316 h 435"/>
                <a:gd name="T82" fmla="*/ 490 w 719"/>
                <a:gd name="T83" fmla="*/ 356 h 435"/>
                <a:gd name="T84" fmla="*/ 433 w 719"/>
                <a:gd name="T85" fmla="*/ 395 h 435"/>
                <a:gd name="T86" fmla="*/ 375 w 719"/>
                <a:gd name="T87" fmla="*/ 409 h 435"/>
                <a:gd name="T88" fmla="*/ 424 w 719"/>
                <a:gd name="T89" fmla="*/ 270 h 435"/>
                <a:gd name="T90" fmla="*/ 475 w 719"/>
                <a:gd name="T91" fmla="*/ 170 h 435"/>
                <a:gd name="T92" fmla="*/ 573 w 719"/>
                <a:gd name="T93" fmla="*/ 65 h 435"/>
                <a:gd name="T94" fmla="*/ 633 w 719"/>
                <a:gd name="T95" fmla="*/ 36 h 435"/>
                <a:gd name="T96" fmla="*/ 681 w 719"/>
                <a:gd name="T97" fmla="*/ 26 h 435"/>
                <a:gd name="T98" fmla="*/ 612 w 719"/>
                <a:gd name="T99" fmla="*/ 151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9" h="435">
                  <a:moveTo>
                    <a:pt x="715" y="7"/>
                  </a:moveTo>
                  <a:lnTo>
                    <a:pt x="715" y="7"/>
                  </a:lnTo>
                  <a:cubicBezTo>
                    <a:pt x="713" y="3"/>
                    <a:pt x="709" y="0"/>
                    <a:pt x="704" y="0"/>
                  </a:cubicBezTo>
                  <a:cubicBezTo>
                    <a:pt x="654" y="0"/>
                    <a:pt x="611" y="13"/>
                    <a:pt x="573" y="36"/>
                  </a:cubicBezTo>
                  <a:cubicBezTo>
                    <a:pt x="545" y="52"/>
                    <a:pt x="520" y="75"/>
                    <a:pt x="496" y="100"/>
                  </a:cubicBezTo>
                  <a:cubicBezTo>
                    <a:pt x="462" y="139"/>
                    <a:pt x="434" y="189"/>
                    <a:pt x="409" y="242"/>
                  </a:cubicBezTo>
                  <a:cubicBezTo>
                    <a:pt x="390" y="285"/>
                    <a:pt x="374" y="330"/>
                    <a:pt x="358" y="379"/>
                  </a:cubicBezTo>
                  <a:cubicBezTo>
                    <a:pt x="345" y="337"/>
                    <a:pt x="331" y="298"/>
                    <a:pt x="316" y="260"/>
                  </a:cubicBezTo>
                  <a:cubicBezTo>
                    <a:pt x="301" y="224"/>
                    <a:pt x="282" y="189"/>
                    <a:pt x="263" y="158"/>
                  </a:cubicBezTo>
                  <a:cubicBezTo>
                    <a:pt x="233" y="111"/>
                    <a:pt x="199" y="72"/>
                    <a:pt x="157" y="44"/>
                  </a:cubicBezTo>
                  <a:cubicBezTo>
                    <a:pt x="138" y="30"/>
                    <a:pt x="115" y="20"/>
                    <a:pt x="90" y="12"/>
                  </a:cubicBezTo>
                  <a:cubicBezTo>
                    <a:pt x="66" y="5"/>
                    <a:pt x="41" y="0"/>
                    <a:pt x="13" y="0"/>
                  </a:cubicBezTo>
                  <a:cubicBezTo>
                    <a:pt x="8" y="0"/>
                    <a:pt x="4" y="3"/>
                    <a:pt x="1" y="7"/>
                  </a:cubicBezTo>
                  <a:cubicBezTo>
                    <a:pt x="0" y="12"/>
                    <a:pt x="0" y="16"/>
                    <a:pt x="3" y="20"/>
                  </a:cubicBezTo>
                  <a:cubicBezTo>
                    <a:pt x="34" y="66"/>
                    <a:pt x="59" y="116"/>
                    <a:pt x="83" y="162"/>
                  </a:cubicBezTo>
                  <a:cubicBezTo>
                    <a:pt x="100" y="197"/>
                    <a:pt x="117" y="232"/>
                    <a:pt x="133" y="263"/>
                  </a:cubicBezTo>
                  <a:cubicBezTo>
                    <a:pt x="148" y="287"/>
                    <a:pt x="160" y="309"/>
                    <a:pt x="176" y="330"/>
                  </a:cubicBezTo>
                  <a:cubicBezTo>
                    <a:pt x="185" y="346"/>
                    <a:pt x="198" y="360"/>
                    <a:pt x="211" y="372"/>
                  </a:cubicBezTo>
                  <a:cubicBezTo>
                    <a:pt x="229" y="391"/>
                    <a:pt x="250" y="406"/>
                    <a:pt x="275" y="417"/>
                  </a:cubicBezTo>
                  <a:cubicBezTo>
                    <a:pt x="299" y="429"/>
                    <a:pt x="327" y="434"/>
                    <a:pt x="358" y="434"/>
                  </a:cubicBezTo>
                  <a:cubicBezTo>
                    <a:pt x="383" y="434"/>
                    <a:pt x="406" y="430"/>
                    <a:pt x="425" y="423"/>
                  </a:cubicBezTo>
                  <a:cubicBezTo>
                    <a:pt x="444" y="417"/>
                    <a:pt x="461" y="409"/>
                    <a:pt x="475" y="399"/>
                  </a:cubicBezTo>
                  <a:cubicBezTo>
                    <a:pt x="501" y="381"/>
                    <a:pt x="524" y="357"/>
                    <a:pt x="543" y="329"/>
                  </a:cubicBezTo>
                  <a:cubicBezTo>
                    <a:pt x="573" y="287"/>
                    <a:pt x="598" y="236"/>
                    <a:pt x="623" y="183"/>
                  </a:cubicBezTo>
                  <a:cubicBezTo>
                    <a:pt x="650" y="130"/>
                    <a:pt x="678" y="73"/>
                    <a:pt x="715" y="20"/>
                  </a:cubicBezTo>
                  <a:cubicBezTo>
                    <a:pt x="716" y="16"/>
                    <a:pt x="718" y="12"/>
                    <a:pt x="715" y="7"/>
                  </a:cubicBezTo>
                  <a:close/>
                  <a:moveTo>
                    <a:pt x="256" y="378"/>
                  </a:moveTo>
                  <a:lnTo>
                    <a:pt x="256" y="378"/>
                  </a:lnTo>
                  <a:cubicBezTo>
                    <a:pt x="232" y="363"/>
                    <a:pt x="212" y="340"/>
                    <a:pt x="194" y="315"/>
                  </a:cubicBezTo>
                  <a:cubicBezTo>
                    <a:pt x="166" y="276"/>
                    <a:pt x="140" y="225"/>
                    <a:pt x="115" y="172"/>
                  </a:cubicBezTo>
                  <a:cubicBezTo>
                    <a:pt x="91" y="125"/>
                    <a:pt x="66" y="75"/>
                    <a:pt x="35" y="26"/>
                  </a:cubicBezTo>
                  <a:cubicBezTo>
                    <a:pt x="72" y="30"/>
                    <a:pt x="103" y="40"/>
                    <a:pt x="132" y="57"/>
                  </a:cubicBezTo>
                  <a:cubicBezTo>
                    <a:pt x="157" y="72"/>
                    <a:pt x="181" y="92"/>
                    <a:pt x="202" y="117"/>
                  </a:cubicBezTo>
                  <a:cubicBezTo>
                    <a:pt x="235" y="153"/>
                    <a:pt x="261" y="200"/>
                    <a:pt x="285" y="252"/>
                  </a:cubicBezTo>
                  <a:cubicBezTo>
                    <a:pt x="308" y="299"/>
                    <a:pt x="326" y="353"/>
                    <a:pt x="343" y="409"/>
                  </a:cubicBezTo>
                  <a:cubicBezTo>
                    <a:pt x="326" y="408"/>
                    <a:pt x="312" y="405"/>
                    <a:pt x="299" y="401"/>
                  </a:cubicBezTo>
                  <a:cubicBezTo>
                    <a:pt x="282" y="395"/>
                    <a:pt x="268" y="388"/>
                    <a:pt x="256" y="378"/>
                  </a:cubicBezTo>
                  <a:close/>
                  <a:moveTo>
                    <a:pt x="612" y="151"/>
                  </a:moveTo>
                  <a:lnTo>
                    <a:pt x="612" y="151"/>
                  </a:lnTo>
                  <a:cubicBezTo>
                    <a:pt x="595" y="187"/>
                    <a:pt x="579" y="221"/>
                    <a:pt x="562" y="252"/>
                  </a:cubicBezTo>
                  <a:cubicBezTo>
                    <a:pt x="549" y="276"/>
                    <a:pt x="536" y="297"/>
                    <a:pt x="522" y="316"/>
                  </a:cubicBezTo>
                  <a:cubicBezTo>
                    <a:pt x="511" y="330"/>
                    <a:pt x="501" y="343"/>
                    <a:pt x="490" y="356"/>
                  </a:cubicBezTo>
                  <a:cubicBezTo>
                    <a:pt x="472" y="372"/>
                    <a:pt x="454" y="385"/>
                    <a:pt x="433" y="395"/>
                  </a:cubicBezTo>
                  <a:cubicBezTo>
                    <a:pt x="416" y="402"/>
                    <a:pt x="396" y="408"/>
                    <a:pt x="375" y="409"/>
                  </a:cubicBezTo>
                  <a:cubicBezTo>
                    <a:pt x="389" y="360"/>
                    <a:pt x="406" y="313"/>
                    <a:pt x="424" y="270"/>
                  </a:cubicBezTo>
                  <a:cubicBezTo>
                    <a:pt x="440" y="233"/>
                    <a:pt x="456" y="200"/>
                    <a:pt x="475" y="170"/>
                  </a:cubicBezTo>
                  <a:cubicBezTo>
                    <a:pt x="503" y="125"/>
                    <a:pt x="535" y="90"/>
                    <a:pt x="573" y="65"/>
                  </a:cubicBezTo>
                  <a:cubicBezTo>
                    <a:pt x="591" y="52"/>
                    <a:pt x="612" y="43"/>
                    <a:pt x="633" y="36"/>
                  </a:cubicBezTo>
                  <a:cubicBezTo>
                    <a:pt x="649" y="31"/>
                    <a:pt x="664" y="28"/>
                    <a:pt x="681" y="26"/>
                  </a:cubicBezTo>
                  <a:cubicBezTo>
                    <a:pt x="654" y="68"/>
                    <a:pt x="633" y="110"/>
                    <a:pt x="612" y="1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6" name="Freeform 256">
              <a:extLst>
                <a:ext uri="{FF2B5EF4-FFF2-40B4-BE49-F238E27FC236}">
                  <a16:creationId xmlns:a16="http://schemas.microsoft.com/office/drawing/2014/main" id="{90F8AFD3-C3DB-A504-FA6B-175B872A38CC}"/>
                </a:ext>
              </a:extLst>
            </p:cNvPr>
            <p:cNvSpPr>
              <a:spLocks noChangeArrowheads="1"/>
            </p:cNvSpPr>
            <p:nvPr/>
          </p:nvSpPr>
          <p:spPr bwMode="auto">
            <a:xfrm>
              <a:off x="6265863" y="4951413"/>
              <a:ext cx="77787" cy="53975"/>
            </a:xfrm>
            <a:custGeom>
              <a:avLst/>
              <a:gdLst>
                <a:gd name="T0" fmla="*/ 75 w 215"/>
                <a:gd name="T1" fmla="*/ 150 h 151"/>
                <a:gd name="T2" fmla="*/ 75 w 215"/>
                <a:gd name="T3" fmla="*/ 150 h 151"/>
                <a:gd name="T4" fmla="*/ 95 w 215"/>
                <a:gd name="T5" fmla="*/ 148 h 151"/>
                <a:gd name="T6" fmla="*/ 131 w 215"/>
                <a:gd name="T7" fmla="*/ 132 h 151"/>
                <a:gd name="T8" fmla="*/ 183 w 215"/>
                <a:gd name="T9" fmla="*/ 103 h 151"/>
                <a:gd name="T10" fmla="*/ 208 w 215"/>
                <a:gd name="T11" fmla="*/ 86 h 151"/>
                <a:gd name="T12" fmla="*/ 214 w 215"/>
                <a:gd name="T13" fmla="*/ 76 h 151"/>
                <a:gd name="T14" fmla="*/ 208 w 215"/>
                <a:gd name="T15" fmla="*/ 66 h 151"/>
                <a:gd name="T16" fmla="*/ 158 w 215"/>
                <a:gd name="T17" fmla="*/ 34 h 151"/>
                <a:gd name="T18" fmla="*/ 114 w 215"/>
                <a:gd name="T19" fmla="*/ 11 h 151"/>
                <a:gd name="T20" fmla="*/ 95 w 215"/>
                <a:gd name="T21" fmla="*/ 4 h 151"/>
                <a:gd name="T22" fmla="*/ 75 w 215"/>
                <a:gd name="T23" fmla="*/ 0 h 151"/>
                <a:gd name="T24" fmla="*/ 23 w 215"/>
                <a:gd name="T25" fmla="*/ 23 h 151"/>
                <a:gd name="T26" fmla="*/ 0 w 215"/>
                <a:gd name="T27" fmla="*/ 76 h 151"/>
                <a:gd name="T28" fmla="*/ 23 w 215"/>
                <a:gd name="T29" fmla="*/ 129 h 151"/>
                <a:gd name="T30" fmla="*/ 75 w 215"/>
                <a:gd name="T31" fmla="*/ 150 h 151"/>
                <a:gd name="T32" fmla="*/ 40 w 215"/>
                <a:gd name="T33" fmla="*/ 39 h 151"/>
                <a:gd name="T34" fmla="*/ 40 w 215"/>
                <a:gd name="T35" fmla="*/ 39 h 151"/>
                <a:gd name="T36" fmla="*/ 55 w 215"/>
                <a:gd name="T37" fmla="*/ 30 h 151"/>
                <a:gd name="T38" fmla="*/ 75 w 215"/>
                <a:gd name="T39" fmla="*/ 25 h 151"/>
                <a:gd name="T40" fmla="*/ 80 w 215"/>
                <a:gd name="T41" fmla="*/ 25 h 151"/>
                <a:gd name="T42" fmla="*/ 95 w 215"/>
                <a:gd name="T43" fmla="*/ 30 h 151"/>
                <a:gd name="T44" fmla="*/ 127 w 215"/>
                <a:gd name="T45" fmla="*/ 45 h 151"/>
                <a:gd name="T46" fmla="*/ 173 w 215"/>
                <a:gd name="T47" fmla="*/ 72 h 151"/>
                <a:gd name="T48" fmla="*/ 179 w 215"/>
                <a:gd name="T49" fmla="*/ 76 h 151"/>
                <a:gd name="T50" fmla="*/ 144 w 215"/>
                <a:gd name="T51" fmla="*/ 97 h 151"/>
                <a:gd name="T52" fmla="*/ 104 w 215"/>
                <a:gd name="T53" fmla="*/ 118 h 151"/>
                <a:gd name="T54" fmla="*/ 88 w 215"/>
                <a:gd name="T55" fmla="*/ 125 h 151"/>
                <a:gd name="T56" fmla="*/ 75 w 215"/>
                <a:gd name="T57" fmla="*/ 127 h 151"/>
                <a:gd name="T58" fmla="*/ 40 w 215"/>
                <a:gd name="T59" fmla="*/ 111 h 151"/>
                <a:gd name="T60" fmla="*/ 29 w 215"/>
                <a:gd name="T61" fmla="*/ 96 h 151"/>
                <a:gd name="T62" fmla="*/ 24 w 215"/>
                <a:gd name="T63" fmla="*/ 76 h 151"/>
                <a:gd name="T64" fmla="*/ 40 w 215"/>
                <a:gd name="T65" fmla="*/ 39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5" h="151">
                  <a:moveTo>
                    <a:pt x="75" y="150"/>
                  </a:moveTo>
                  <a:lnTo>
                    <a:pt x="75" y="150"/>
                  </a:lnTo>
                  <a:cubicBezTo>
                    <a:pt x="82" y="150"/>
                    <a:pt x="88" y="149"/>
                    <a:pt x="95" y="148"/>
                  </a:cubicBezTo>
                  <a:cubicBezTo>
                    <a:pt x="106" y="145"/>
                    <a:pt x="118" y="139"/>
                    <a:pt x="131" y="132"/>
                  </a:cubicBezTo>
                  <a:cubicBezTo>
                    <a:pt x="149" y="122"/>
                    <a:pt x="169" y="111"/>
                    <a:pt x="183" y="103"/>
                  </a:cubicBezTo>
                  <a:cubicBezTo>
                    <a:pt x="198" y="93"/>
                    <a:pt x="208" y="86"/>
                    <a:pt x="208" y="86"/>
                  </a:cubicBezTo>
                  <a:cubicBezTo>
                    <a:pt x="211" y="83"/>
                    <a:pt x="214" y="80"/>
                    <a:pt x="214" y="76"/>
                  </a:cubicBezTo>
                  <a:cubicBezTo>
                    <a:pt x="214" y="72"/>
                    <a:pt x="211" y="68"/>
                    <a:pt x="208" y="66"/>
                  </a:cubicBezTo>
                  <a:cubicBezTo>
                    <a:pt x="208" y="66"/>
                    <a:pt x="184" y="49"/>
                    <a:pt x="158" y="34"/>
                  </a:cubicBezTo>
                  <a:cubicBezTo>
                    <a:pt x="144" y="25"/>
                    <a:pt x="128" y="18"/>
                    <a:pt x="114" y="11"/>
                  </a:cubicBezTo>
                  <a:cubicBezTo>
                    <a:pt x="107" y="9"/>
                    <a:pt x="100" y="6"/>
                    <a:pt x="95" y="4"/>
                  </a:cubicBezTo>
                  <a:cubicBezTo>
                    <a:pt x="88" y="2"/>
                    <a:pt x="82" y="0"/>
                    <a:pt x="75" y="0"/>
                  </a:cubicBezTo>
                  <a:cubicBezTo>
                    <a:pt x="55" y="0"/>
                    <a:pt x="36" y="9"/>
                    <a:pt x="23" y="23"/>
                  </a:cubicBezTo>
                  <a:cubicBezTo>
                    <a:pt x="9" y="37"/>
                    <a:pt x="0" y="55"/>
                    <a:pt x="0" y="76"/>
                  </a:cubicBezTo>
                  <a:cubicBezTo>
                    <a:pt x="0" y="97"/>
                    <a:pt x="9" y="115"/>
                    <a:pt x="23" y="129"/>
                  </a:cubicBezTo>
                  <a:cubicBezTo>
                    <a:pt x="36" y="142"/>
                    <a:pt x="55" y="150"/>
                    <a:pt x="75" y="150"/>
                  </a:cubicBezTo>
                  <a:close/>
                  <a:moveTo>
                    <a:pt x="40" y="39"/>
                  </a:moveTo>
                  <a:lnTo>
                    <a:pt x="40" y="39"/>
                  </a:lnTo>
                  <a:cubicBezTo>
                    <a:pt x="44" y="35"/>
                    <a:pt x="50" y="31"/>
                    <a:pt x="55" y="30"/>
                  </a:cubicBezTo>
                  <a:cubicBezTo>
                    <a:pt x="62" y="27"/>
                    <a:pt x="68" y="25"/>
                    <a:pt x="75" y="25"/>
                  </a:cubicBezTo>
                  <a:cubicBezTo>
                    <a:pt x="76" y="25"/>
                    <a:pt x="78" y="25"/>
                    <a:pt x="80" y="25"/>
                  </a:cubicBezTo>
                  <a:cubicBezTo>
                    <a:pt x="85" y="27"/>
                    <a:pt x="89" y="28"/>
                    <a:pt x="95" y="30"/>
                  </a:cubicBezTo>
                  <a:cubicBezTo>
                    <a:pt x="104" y="34"/>
                    <a:pt x="116" y="38"/>
                    <a:pt x="127" y="45"/>
                  </a:cubicBezTo>
                  <a:cubicBezTo>
                    <a:pt x="144" y="53"/>
                    <a:pt x="161" y="63"/>
                    <a:pt x="173" y="72"/>
                  </a:cubicBezTo>
                  <a:cubicBezTo>
                    <a:pt x="175" y="73"/>
                    <a:pt x="177" y="75"/>
                    <a:pt x="179" y="76"/>
                  </a:cubicBezTo>
                  <a:cubicBezTo>
                    <a:pt x="170" y="82"/>
                    <a:pt x="158" y="90"/>
                    <a:pt x="144" y="97"/>
                  </a:cubicBezTo>
                  <a:cubicBezTo>
                    <a:pt x="131" y="105"/>
                    <a:pt x="117" y="112"/>
                    <a:pt x="104" y="118"/>
                  </a:cubicBezTo>
                  <a:cubicBezTo>
                    <a:pt x="97" y="121"/>
                    <a:pt x="92" y="122"/>
                    <a:pt x="88" y="125"/>
                  </a:cubicBezTo>
                  <a:cubicBezTo>
                    <a:pt x="82" y="127"/>
                    <a:pt x="78" y="127"/>
                    <a:pt x="75" y="127"/>
                  </a:cubicBezTo>
                  <a:cubicBezTo>
                    <a:pt x="61" y="127"/>
                    <a:pt x="48" y="121"/>
                    <a:pt x="40" y="111"/>
                  </a:cubicBezTo>
                  <a:cubicBezTo>
                    <a:pt x="36" y="107"/>
                    <a:pt x="31" y="101"/>
                    <a:pt x="29" y="96"/>
                  </a:cubicBezTo>
                  <a:cubicBezTo>
                    <a:pt x="26" y="90"/>
                    <a:pt x="24" y="83"/>
                    <a:pt x="24" y="76"/>
                  </a:cubicBezTo>
                  <a:cubicBezTo>
                    <a:pt x="24" y="62"/>
                    <a:pt x="30" y="49"/>
                    <a:pt x="40" y="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7" name="Freeform 257">
              <a:extLst>
                <a:ext uri="{FF2B5EF4-FFF2-40B4-BE49-F238E27FC236}">
                  <a16:creationId xmlns:a16="http://schemas.microsoft.com/office/drawing/2014/main" id="{F130AECC-443F-E27C-B494-821470276A6C}"/>
                </a:ext>
              </a:extLst>
            </p:cNvPr>
            <p:cNvSpPr>
              <a:spLocks noChangeArrowheads="1"/>
            </p:cNvSpPr>
            <p:nvPr/>
          </p:nvSpPr>
          <p:spPr bwMode="auto">
            <a:xfrm>
              <a:off x="6357938" y="4951413"/>
              <a:ext cx="77787" cy="53975"/>
            </a:xfrm>
            <a:custGeom>
              <a:avLst/>
              <a:gdLst>
                <a:gd name="T0" fmla="*/ 5 w 214"/>
                <a:gd name="T1" fmla="*/ 66 h 151"/>
                <a:gd name="T2" fmla="*/ 5 w 214"/>
                <a:gd name="T3" fmla="*/ 66 h 151"/>
                <a:gd name="T4" fmla="*/ 0 w 214"/>
                <a:gd name="T5" fmla="*/ 76 h 151"/>
                <a:gd name="T6" fmla="*/ 5 w 214"/>
                <a:gd name="T7" fmla="*/ 86 h 151"/>
                <a:gd name="T8" fmla="*/ 56 w 214"/>
                <a:gd name="T9" fmla="*/ 118 h 151"/>
                <a:gd name="T10" fmla="*/ 98 w 214"/>
                <a:gd name="T11" fmla="*/ 141 h 151"/>
                <a:gd name="T12" fmla="*/ 119 w 214"/>
                <a:gd name="T13" fmla="*/ 148 h 151"/>
                <a:gd name="T14" fmla="*/ 137 w 214"/>
                <a:gd name="T15" fmla="*/ 150 h 151"/>
                <a:gd name="T16" fmla="*/ 191 w 214"/>
                <a:gd name="T17" fmla="*/ 129 h 151"/>
                <a:gd name="T18" fmla="*/ 213 w 214"/>
                <a:gd name="T19" fmla="*/ 76 h 151"/>
                <a:gd name="T20" fmla="*/ 191 w 214"/>
                <a:gd name="T21" fmla="*/ 23 h 151"/>
                <a:gd name="T22" fmla="*/ 137 w 214"/>
                <a:gd name="T23" fmla="*/ 0 h 151"/>
                <a:gd name="T24" fmla="*/ 119 w 214"/>
                <a:gd name="T25" fmla="*/ 4 h 151"/>
                <a:gd name="T26" fmla="*/ 83 w 214"/>
                <a:gd name="T27" fmla="*/ 20 h 151"/>
                <a:gd name="T28" fmla="*/ 29 w 214"/>
                <a:gd name="T29" fmla="*/ 49 h 151"/>
                <a:gd name="T30" fmla="*/ 5 w 214"/>
                <a:gd name="T31" fmla="*/ 66 h 151"/>
                <a:gd name="T32" fmla="*/ 109 w 214"/>
                <a:gd name="T33" fmla="*/ 34 h 151"/>
                <a:gd name="T34" fmla="*/ 109 w 214"/>
                <a:gd name="T35" fmla="*/ 34 h 151"/>
                <a:gd name="T36" fmla="*/ 126 w 214"/>
                <a:gd name="T37" fmla="*/ 27 h 151"/>
                <a:gd name="T38" fmla="*/ 137 w 214"/>
                <a:gd name="T39" fmla="*/ 25 h 151"/>
                <a:gd name="T40" fmla="*/ 157 w 214"/>
                <a:gd name="T41" fmla="*/ 30 h 151"/>
                <a:gd name="T42" fmla="*/ 179 w 214"/>
                <a:gd name="T43" fmla="*/ 48 h 151"/>
                <a:gd name="T44" fmla="*/ 188 w 214"/>
                <a:gd name="T45" fmla="*/ 76 h 151"/>
                <a:gd name="T46" fmla="*/ 174 w 214"/>
                <a:gd name="T47" fmla="*/ 111 h 151"/>
                <a:gd name="T48" fmla="*/ 157 w 214"/>
                <a:gd name="T49" fmla="*/ 122 h 151"/>
                <a:gd name="T50" fmla="*/ 137 w 214"/>
                <a:gd name="T51" fmla="*/ 127 h 151"/>
                <a:gd name="T52" fmla="*/ 133 w 214"/>
                <a:gd name="T53" fmla="*/ 127 h 151"/>
                <a:gd name="T54" fmla="*/ 119 w 214"/>
                <a:gd name="T55" fmla="*/ 122 h 151"/>
                <a:gd name="T56" fmla="*/ 87 w 214"/>
                <a:gd name="T57" fmla="*/ 107 h 151"/>
                <a:gd name="T58" fmla="*/ 40 w 214"/>
                <a:gd name="T59" fmla="*/ 80 h 151"/>
                <a:gd name="T60" fmla="*/ 33 w 214"/>
                <a:gd name="T61" fmla="*/ 76 h 151"/>
                <a:gd name="T62" fmla="*/ 69 w 214"/>
                <a:gd name="T63" fmla="*/ 55 h 151"/>
                <a:gd name="T64" fmla="*/ 109 w 214"/>
                <a:gd name="T65" fmla="*/ 3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4" h="151">
                  <a:moveTo>
                    <a:pt x="5" y="66"/>
                  </a:moveTo>
                  <a:lnTo>
                    <a:pt x="5" y="66"/>
                  </a:lnTo>
                  <a:cubicBezTo>
                    <a:pt x="1" y="68"/>
                    <a:pt x="0" y="72"/>
                    <a:pt x="0" y="76"/>
                  </a:cubicBezTo>
                  <a:cubicBezTo>
                    <a:pt x="0" y="80"/>
                    <a:pt x="1" y="83"/>
                    <a:pt x="5" y="86"/>
                  </a:cubicBezTo>
                  <a:cubicBezTo>
                    <a:pt x="5" y="86"/>
                    <a:pt x="28" y="101"/>
                    <a:pt x="56" y="118"/>
                  </a:cubicBezTo>
                  <a:cubicBezTo>
                    <a:pt x="70" y="125"/>
                    <a:pt x="84" y="134"/>
                    <a:pt x="98" y="141"/>
                  </a:cubicBezTo>
                  <a:cubicBezTo>
                    <a:pt x="105" y="143"/>
                    <a:pt x="112" y="146"/>
                    <a:pt x="119" y="148"/>
                  </a:cubicBezTo>
                  <a:cubicBezTo>
                    <a:pt x="125" y="149"/>
                    <a:pt x="132" y="150"/>
                    <a:pt x="137" y="150"/>
                  </a:cubicBezTo>
                  <a:cubicBezTo>
                    <a:pt x="158" y="150"/>
                    <a:pt x="177" y="142"/>
                    <a:pt x="191" y="129"/>
                  </a:cubicBezTo>
                  <a:cubicBezTo>
                    <a:pt x="205" y="115"/>
                    <a:pt x="213" y="97"/>
                    <a:pt x="213" y="76"/>
                  </a:cubicBezTo>
                  <a:cubicBezTo>
                    <a:pt x="213" y="55"/>
                    <a:pt x="205" y="37"/>
                    <a:pt x="191" y="23"/>
                  </a:cubicBezTo>
                  <a:cubicBezTo>
                    <a:pt x="177" y="9"/>
                    <a:pt x="158" y="0"/>
                    <a:pt x="137" y="0"/>
                  </a:cubicBezTo>
                  <a:cubicBezTo>
                    <a:pt x="132" y="0"/>
                    <a:pt x="125" y="2"/>
                    <a:pt x="119" y="4"/>
                  </a:cubicBezTo>
                  <a:cubicBezTo>
                    <a:pt x="108" y="7"/>
                    <a:pt x="95" y="13"/>
                    <a:pt x="83" y="20"/>
                  </a:cubicBezTo>
                  <a:cubicBezTo>
                    <a:pt x="63" y="28"/>
                    <a:pt x="45" y="41"/>
                    <a:pt x="29" y="49"/>
                  </a:cubicBezTo>
                  <a:cubicBezTo>
                    <a:pt x="15" y="59"/>
                    <a:pt x="5" y="66"/>
                    <a:pt x="5" y="66"/>
                  </a:cubicBezTo>
                  <a:close/>
                  <a:moveTo>
                    <a:pt x="109" y="34"/>
                  </a:moveTo>
                  <a:lnTo>
                    <a:pt x="109" y="34"/>
                  </a:lnTo>
                  <a:cubicBezTo>
                    <a:pt x="115" y="31"/>
                    <a:pt x="120" y="28"/>
                    <a:pt x="126" y="27"/>
                  </a:cubicBezTo>
                  <a:cubicBezTo>
                    <a:pt x="130" y="25"/>
                    <a:pt x="135" y="25"/>
                    <a:pt x="137" y="25"/>
                  </a:cubicBezTo>
                  <a:cubicBezTo>
                    <a:pt x="144" y="25"/>
                    <a:pt x="151" y="27"/>
                    <a:pt x="157" y="30"/>
                  </a:cubicBezTo>
                  <a:cubicBezTo>
                    <a:pt x="167" y="32"/>
                    <a:pt x="174" y="39"/>
                    <a:pt x="179" y="48"/>
                  </a:cubicBezTo>
                  <a:cubicBezTo>
                    <a:pt x="185" y="56"/>
                    <a:pt x="188" y="65"/>
                    <a:pt x="188" y="76"/>
                  </a:cubicBezTo>
                  <a:cubicBezTo>
                    <a:pt x="188" y="90"/>
                    <a:pt x="182" y="103"/>
                    <a:pt x="174" y="111"/>
                  </a:cubicBezTo>
                  <a:cubicBezTo>
                    <a:pt x="168" y="117"/>
                    <a:pt x="163" y="119"/>
                    <a:pt x="157" y="122"/>
                  </a:cubicBezTo>
                  <a:cubicBezTo>
                    <a:pt x="151" y="125"/>
                    <a:pt x="144" y="127"/>
                    <a:pt x="137" y="127"/>
                  </a:cubicBezTo>
                  <a:cubicBezTo>
                    <a:pt x="136" y="127"/>
                    <a:pt x="135" y="127"/>
                    <a:pt x="133" y="127"/>
                  </a:cubicBezTo>
                  <a:cubicBezTo>
                    <a:pt x="129" y="125"/>
                    <a:pt x="123" y="124"/>
                    <a:pt x="119" y="122"/>
                  </a:cubicBezTo>
                  <a:cubicBezTo>
                    <a:pt x="109" y="118"/>
                    <a:pt x="98" y="112"/>
                    <a:pt x="87" y="107"/>
                  </a:cubicBezTo>
                  <a:cubicBezTo>
                    <a:pt x="70" y="98"/>
                    <a:pt x="53" y="87"/>
                    <a:pt x="40" y="80"/>
                  </a:cubicBezTo>
                  <a:cubicBezTo>
                    <a:pt x="38" y="79"/>
                    <a:pt x="36" y="77"/>
                    <a:pt x="33" y="76"/>
                  </a:cubicBezTo>
                  <a:cubicBezTo>
                    <a:pt x="43" y="70"/>
                    <a:pt x="56" y="62"/>
                    <a:pt x="69" y="55"/>
                  </a:cubicBezTo>
                  <a:cubicBezTo>
                    <a:pt x="83" y="46"/>
                    <a:pt x="97" y="39"/>
                    <a:pt x="109"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8" name="Freeform 258">
              <a:extLst>
                <a:ext uri="{FF2B5EF4-FFF2-40B4-BE49-F238E27FC236}">
                  <a16:creationId xmlns:a16="http://schemas.microsoft.com/office/drawing/2014/main" id="{5948DB89-1697-19F8-D907-BBBA84E97605}"/>
                </a:ext>
              </a:extLst>
            </p:cNvPr>
            <p:cNvSpPr>
              <a:spLocks noChangeArrowheads="1"/>
            </p:cNvSpPr>
            <p:nvPr/>
          </p:nvSpPr>
          <p:spPr bwMode="auto">
            <a:xfrm>
              <a:off x="6323013" y="4984750"/>
              <a:ext cx="53975" cy="76200"/>
            </a:xfrm>
            <a:custGeom>
              <a:avLst/>
              <a:gdLst>
                <a:gd name="T0" fmla="*/ 101 w 151"/>
                <a:gd name="T1" fmla="*/ 29 h 213"/>
                <a:gd name="T2" fmla="*/ 101 w 151"/>
                <a:gd name="T3" fmla="*/ 29 h 213"/>
                <a:gd name="T4" fmla="*/ 84 w 151"/>
                <a:gd name="T5" fmla="*/ 4 h 213"/>
                <a:gd name="T6" fmla="*/ 74 w 151"/>
                <a:gd name="T7" fmla="*/ 0 h 213"/>
                <a:gd name="T8" fmla="*/ 64 w 151"/>
                <a:gd name="T9" fmla="*/ 4 h 213"/>
                <a:gd name="T10" fmla="*/ 32 w 151"/>
                <a:gd name="T11" fmla="*/ 54 h 213"/>
                <a:gd name="T12" fmla="*/ 11 w 151"/>
                <a:gd name="T13" fmla="*/ 98 h 213"/>
                <a:gd name="T14" fmla="*/ 3 w 151"/>
                <a:gd name="T15" fmla="*/ 118 h 213"/>
                <a:gd name="T16" fmla="*/ 0 w 151"/>
                <a:gd name="T17" fmla="*/ 137 h 213"/>
                <a:gd name="T18" fmla="*/ 21 w 151"/>
                <a:gd name="T19" fmla="*/ 191 h 213"/>
                <a:gd name="T20" fmla="*/ 74 w 151"/>
                <a:gd name="T21" fmla="*/ 212 h 213"/>
                <a:gd name="T22" fmla="*/ 127 w 151"/>
                <a:gd name="T23" fmla="*/ 191 h 213"/>
                <a:gd name="T24" fmla="*/ 150 w 151"/>
                <a:gd name="T25" fmla="*/ 137 h 213"/>
                <a:gd name="T26" fmla="*/ 146 w 151"/>
                <a:gd name="T27" fmla="*/ 118 h 213"/>
                <a:gd name="T28" fmla="*/ 130 w 151"/>
                <a:gd name="T29" fmla="*/ 81 h 213"/>
                <a:gd name="T30" fmla="*/ 101 w 151"/>
                <a:gd name="T31" fmla="*/ 29 h 213"/>
                <a:gd name="T32" fmla="*/ 111 w 151"/>
                <a:gd name="T33" fmla="*/ 172 h 213"/>
                <a:gd name="T34" fmla="*/ 111 w 151"/>
                <a:gd name="T35" fmla="*/ 172 h 213"/>
                <a:gd name="T36" fmla="*/ 94 w 151"/>
                <a:gd name="T37" fmla="*/ 184 h 213"/>
                <a:gd name="T38" fmla="*/ 74 w 151"/>
                <a:gd name="T39" fmla="*/ 188 h 213"/>
                <a:gd name="T40" fmla="*/ 54 w 151"/>
                <a:gd name="T41" fmla="*/ 184 h 213"/>
                <a:gd name="T42" fmla="*/ 32 w 151"/>
                <a:gd name="T43" fmla="*/ 165 h 213"/>
                <a:gd name="T44" fmla="*/ 24 w 151"/>
                <a:gd name="T45" fmla="*/ 137 h 213"/>
                <a:gd name="T46" fmla="*/ 25 w 151"/>
                <a:gd name="T47" fmla="*/ 132 h 213"/>
                <a:gd name="T48" fmla="*/ 28 w 151"/>
                <a:gd name="T49" fmla="*/ 118 h 213"/>
                <a:gd name="T50" fmla="*/ 43 w 151"/>
                <a:gd name="T51" fmla="*/ 87 h 213"/>
                <a:gd name="T52" fmla="*/ 70 w 151"/>
                <a:gd name="T53" fmla="*/ 39 h 213"/>
                <a:gd name="T54" fmla="*/ 74 w 151"/>
                <a:gd name="T55" fmla="*/ 33 h 213"/>
                <a:gd name="T56" fmla="*/ 97 w 151"/>
                <a:gd name="T57" fmla="*/ 68 h 213"/>
                <a:gd name="T58" fmla="*/ 116 w 151"/>
                <a:gd name="T59" fmla="*/ 108 h 213"/>
                <a:gd name="T60" fmla="*/ 123 w 151"/>
                <a:gd name="T61" fmla="*/ 126 h 213"/>
                <a:gd name="T62" fmla="*/ 125 w 151"/>
                <a:gd name="T63" fmla="*/ 137 h 213"/>
                <a:gd name="T64" fmla="*/ 111 w 151"/>
                <a:gd name="T65" fmla="*/ 17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01" y="29"/>
                  </a:moveTo>
                  <a:lnTo>
                    <a:pt x="101" y="29"/>
                  </a:lnTo>
                  <a:cubicBezTo>
                    <a:pt x="91" y="15"/>
                    <a:pt x="84" y="4"/>
                    <a:pt x="84" y="4"/>
                  </a:cubicBezTo>
                  <a:cubicBezTo>
                    <a:pt x="83" y="1"/>
                    <a:pt x="78" y="0"/>
                    <a:pt x="74" y="0"/>
                  </a:cubicBezTo>
                  <a:cubicBezTo>
                    <a:pt x="70" y="0"/>
                    <a:pt x="67" y="1"/>
                    <a:pt x="64" y="4"/>
                  </a:cubicBezTo>
                  <a:cubicBezTo>
                    <a:pt x="64" y="4"/>
                    <a:pt x="49" y="28"/>
                    <a:pt x="32" y="54"/>
                  </a:cubicBezTo>
                  <a:cubicBezTo>
                    <a:pt x="25" y="68"/>
                    <a:pt x="17" y="84"/>
                    <a:pt x="11" y="98"/>
                  </a:cubicBezTo>
                  <a:cubicBezTo>
                    <a:pt x="7" y="105"/>
                    <a:pt x="4" y="112"/>
                    <a:pt x="3" y="118"/>
                  </a:cubicBezTo>
                  <a:cubicBezTo>
                    <a:pt x="1" y="125"/>
                    <a:pt x="0" y="130"/>
                    <a:pt x="0" y="137"/>
                  </a:cubicBezTo>
                  <a:cubicBezTo>
                    <a:pt x="0" y="158"/>
                    <a:pt x="8" y="177"/>
                    <a:pt x="21" y="191"/>
                  </a:cubicBezTo>
                  <a:cubicBezTo>
                    <a:pt x="35" y="203"/>
                    <a:pt x="54" y="212"/>
                    <a:pt x="74" y="212"/>
                  </a:cubicBezTo>
                  <a:cubicBezTo>
                    <a:pt x="95" y="212"/>
                    <a:pt x="113" y="203"/>
                    <a:pt x="127" y="191"/>
                  </a:cubicBezTo>
                  <a:cubicBezTo>
                    <a:pt x="141" y="177"/>
                    <a:pt x="150" y="158"/>
                    <a:pt x="150" y="137"/>
                  </a:cubicBezTo>
                  <a:cubicBezTo>
                    <a:pt x="150" y="130"/>
                    <a:pt x="149" y="125"/>
                    <a:pt x="146" y="118"/>
                  </a:cubicBezTo>
                  <a:cubicBezTo>
                    <a:pt x="143" y="106"/>
                    <a:pt x="137" y="95"/>
                    <a:pt x="130" y="81"/>
                  </a:cubicBezTo>
                  <a:cubicBezTo>
                    <a:pt x="122" y="63"/>
                    <a:pt x="109" y="43"/>
                    <a:pt x="101" y="29"/>
                  </a:cubicBezTo>
                  <a:close/>
                  <a:moveTo>
                    <a:pt x="111" y="172"/>
                  </a:moveTo>
                  <a:lnTo>
                    <a:pt x="111" y="172"/>
                  </a:lnTo>
                  <a:cubicBezTo>
                    <a:pt x="105" y="178"/>
                    <a:pt x="101" y="181"/>
                    <a:pt x="94" y="184"/>
                  </a:cubicBezTo>
                  <a:cubicBezTo>
                    <a:pt x="88" y="186"/>
                    <a:pt x="81" y="188"/>
                    <a:pt x="74" y="188"/>
                  </a:cubicBezTo>
                  <a:cubicBezTo>
                    <a:pt x="67" y="188"/>
                    <a:pt x="61" y="186"/>
                    <a:pt x="54" y="184"/>
                  </a:cubicBezTo>
                  <a:cubicBezTo>
                    <a:pt x="46" y="179"/>
                    <a:pt x="38" y="174"/>
                    <a:pt x="32" y="165"/>
                  </a:cubicBezTo>
                  <a:cubicBezTo>
                    <a:pt x="26" y="157"/>
                    <a:pt x="24" y="147"/>
                    <a:pt x="24" y="137"/>
                  </a:cubicBezTo>
                  <a:cubicBezTo>
                    <a:pt x="24" y="136"/>
                    <a:pt x="24" y="134"/>
                    <a:pt x="25" y="132"/>
                  </a:cubicBezTo>
                  <a:cubicBezTo>
                    <a:pt x="25" y="129"/>
                    <a:pt x="26" y="123"/>
                    <a:pt x="28" y="118"/>
                  </a:cubicBezTo>
                  <a:cubicBezTo>
                    <a:pt x="32" y="108"/>
                    <a:pt x="38" y="98"/>
                    <a:pt x="43" y="87"/>
                  </a:cubicBezTo>
                  <a:cubicBezTo>
                    <a:pt x="52" y="70"/>
                    <a:pt x="63" y="52"/>
                    <a:pt x="70" y="39"/>
                  </a:cubicBezTo>
                  <a:cubicBezTo>
                    <a:pt x="71" y="38"/>
                    <a:pt x="73" y="35"/>
                    <a:pt x="74" y="33"/>
                  </a:cubicBezTo>
                  <a:cubicBezTo>
                    <a:pt x="80" y="43"/>
                    <a:pt x="88" y="54"/>
                    <a:pt x="97" y="68"/>
                  </a:cubicBezTo>
                  <a:cubicBezTo>
                    <a:pt x="104" y="81"/>
                    <a:pt x="111" y="95"/>
                    <a:pt x="116" y="108"/>
                  </a:cubicBezTo>
                  <a:cubicBezTo>
                    <a:pt x="119" y="115"/>
                    <a:pt x="122" y="120"/>
                    <a:pt x="123" y="126"/>
                  </a:cubicBezTo>
                  <a:cubicBezTo>
                    <a:pt x="125" y="130"/>
                    <a:pt x="125" y="134"/>
                    <a:pt x="125" y="137"/>
                  </a:cubicBezTo>
                  <a:cubicBezTo>
                    <a:pt x="125" y="151"/>
                    <a:pt x="119" y="164"/>
                    <a:pt x="111" y="1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9" name="Freeform 259">
              <a:extLst>
                <a:ext uri="{FF2B5EF4-FFF2-40B4-BE49-F238E27FC236}">
                  <a16:creationId xmlns:a16="http://schemas.microsoft.com/office/drawing/2014/main" id="{173B7479-8B38-63E9-6C9A-A31DBC46B8B1}"/>
                </a:ext>
              </a:extLst>
            </p:cNvPr>
            <p:cNvSpPr>
              <a:spLocks noChangeArrowheads="1"/>
            </p:cNvSpPr>
            <p:nvPr/>
          </p:nvSpPr>
          <p:spPr bwMode="auto">
            <a:xfrm>
              <a:off x="6323013" y="4894263"/>
              <a:ext cx="53975" cy="76200"/>
            </a:xfrm>
            <a:custGeom>
              <a:avLst/>
              <a:gdLst>
                <a:gd name="T0" fmla="*/ 18 w 151"/>
                <a:gd name="T1" fmla="*/ 129 h 213"/>
                <a:gd name="T2" fmla="*/ 18 w 151"/>
                <a:gd name="T3" fmla="*/ 129 h 213"/>
                <a:gd name="T4" fmla="*/ 49 w 151"/>
                <a:gd name="T5" fmla="*/ 183 h 213"/>
                <a:gd name="T6" fmla="*/ 64 w 151"/>
                <a:gd name="T7" fmla="*/ 207 h 213"/>
                <a:gd name="T8" fmla="*/ 74 w 151"/>
                <a:gd name="T9" fmla="*/ 212 h 213"/>
                <a:gd name="T10" fmla="*/ 84 w 151"/>
                <a:gd name="T11" fmla="*/ 207 h 213"/>
                <a:gd name="T12" fmla="*/ 116 w 151"/>
                <a:gd name="T13" fmla="*/ 156 h 213"/>
                <a:gd name="T14" fmla="*/ 139 w 151"/>
                <a:gd name="T15" fmla="*/ 114 h 213"/>
                <a:gd name="T16" fmla="*/ 146 w 151"/>
                <a:gd name="T17" fmla="*/ 93 h 213"/>
                <a:gd name="T18" fmla="*/ 150 w 151"/>
                <a:gd name="T19" fmla="*/ 75 h 213"/>
                <a:gd name="T20" fmla="*/ 127 w 151"/>
                <a:gd name="T21" fmla="*/ 21 h 213"/>
                <a:gd name="T22" fmla="*/ 74 w 151"/>
                <a:gd name="T23" fmla="*/ 0 h 213"/>
                <a:gd name="T24" fmla="*/ 21 w 151"/>
                <a:gd name="T25" fmla="*/ 21 h 213"/>
                <a:gd name="T26" fmla="*/ 0 w 151"/>
                <a:gd name="T27" fmla="*/ 75 h 213"/>
                <a:gd name="T28" fmla="*/ 3 w 151"/>
                <a:gd name="T29" fmla="*/ 93 h 213"/>
                <a:gd name="T30" fmla="*/ 18 w 151"/>
                <a:gd name="T31" fmla="*/ 129 h 213"/>
                <a:gd name="T32" fmla="*/ 39 w 151"/>
                <a:gd name="T33" fmla="*/ 38 h 213"/>
                <a:gd name="T34" fmla="*/ 39 w 151"/>
                <a:gd name="T35" fmla="*/ 38 h 213"/>
                <a:gd name="T36" fmla="*/ 54 w 151"/>
                <a:gd name="T37" fmla="*/ 28 h 213"/>
                <a:gd name="T38" fmla="*/ 74 w 151"/>
                <a:gd name="T39" fmla="*/ 24 h 213"/>
                <a:gd name="T40" fmla="*/ 94 w 151"/>
                <a:gd name="T41" fmla="*/ 28 h 213"/>
                <a:gd name="T42" fmla="*/ 116 w 151"/>
                <a:gd name="T43" fmla="*/ 47 h 213"/>
                <a:gd name="T44" fmla="*/ 125 w 151"/>
                <a:gd name="T45" fmla="*/ 75 h 213"/>
                <a:gd name="T46" fmla="*/ 125 w 151"/>
                <a:gd name="T47" fmla="*/ 80 h 213"/>
                <a:gd name="T48" fmla="*/ 120 w 151"/>
                <a:gd name="T49" fmla="*/ 94 h 213"/>
                <a:gd name="T50" fmla="*/ 106 w 151"/>
                <a:gd name="T51" fmla="*/ 125 h 213"/>
                <a:gd name="T52" fmla="*/ 78 w 151"/>
                <a:gd name="T53" fmla="*/ 173 h 213"/>
                <a:gd name="T54" fmla="*/ 74 w 151"/>
                <a:gd name="T55" fmla="*/ 179 h 213"/>
                <a:gd name="T56" fmla="*/ 53 w 151"/>
                <a:gd name="T57" fmla="*/ 143 h 213"/>
                <a:gd name="T58" fmla="*/ 32 w 151"/>
                <a:gd name="T59" fmla="*/ 103 h 213"/>
                <a:gd name="T60" fmla="*/ 26 w 151"/>
                <a:gd name="T61" fmla="*/ 86 h 213"/>
                <a:gd name="T62" fmla="*/ 24 w 151"/>
                <a:gd name="T63" fmla="*/ 75 h 213"/>
                <a:gd name="T64" fmla="*/ 39 w 151"/>
                <a:gd name="T65" fmla="*/ 38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8" y="129"/>
                  </a:moveTo>
                  <a:lnTo>
                    <a:pt x="18" y="129"/>
                  </a:lnTo>
                  <a:cubicBezTo>
                    <a:pt x="28" y="149"/>
                    <a:pt x="39" y="169"/>
                    <a:pt x="49" y="183"/>
                  </a:cubicBezTo>
                  <a:cubicBezTo>
                    <a:pt x="57" y="197"/>
                    <a:pt x="64" y="207"/>
                    <a:pt x="64" y="207"/>
                  </a:cubicBezTo>
                  <a:cubicBezTo>
                    <a:pt x="67" y="211"/>
                    <a:pt x="70" y="212"/>
                    <a:pt x="74" y="212"/>
                  </a:cubicBezTo>
                  <a:cubicBezTo>
                    <a:pt x="78" y="212"/>
                    <a:pt x="83" y="211"/>
                    <a:pt x="84" y="207"/>
                  </a:cubicBezTo>
                  <a:cubicBezTo>
                    <a:pt x="84" y="207"/>
                    <a:pt x="101" y="184"/>
                    <a:pt x="116" y="156"/>
                  </a:cubicBezTo>
                  <a:cubicBezTo>
                    <a:pt x="125" y="143"/>
                    <a:pt x="133" y="128"/>
                    <a:pt x="139" y="114"/>
                  </a:cubicBezTo>
                  <a:cubicBezTo>
                    <a:pt x="141" y="107"/>
                    <a:pt x="144" y="100"/>
                    <a:pt x="146" y="93"/>
                  </a:cubicBezTo>
                  <a:cubicBezTo>
                    <a:pt x="149" y="87"/>
                    <a:pt x="150" y="80"/>
                    <a:pt x="150" y="75"/>
                  </a:cubicBezTo>
                  <a:cubicBezTo>
                    <a:pt x="150" y="54"/>
                    <a:pt x="141" y="35"/>
                    <a:pt x="127" y="21"/>
                  </a:cubicBezTo>
                  <a:cubicBezTo>
                    <a:pt x="113" y="9"/>
                    <a:pt x="95" y="0"/>
                    <a:pt x="74" y="0"/>
                  </a:cubicBezTo>
                  <a:cubicBezTo>
                    <a:pt x="54" y="0"/>
                    <a:pt x="35" y="9"/>
                    <a:pt x="21" y="21"/>
                  </a:cubicBezTo>
                  <a:cubicBezTo>
                    <a:pt x="8" y="35"/>
                    <a:pt x="0" y="54"/>
                    <a:pt x="0" y="75"/>
                  </a:cubicBezTo>
                  <a:cubicBezTo>
                    <a:pt x="0" y="80"/>
                    <a:pt x="1" y="87"/>
                    <a:pt x="3" y="93"/>
                  </a:cubicBezTo>
                  <a:cubicBezTo>
                    <a:pt x="5" y="104"/>
                    <a:pt x="11" y="117"/>
                    <a:pt x="18" y="129"/>
                  </a:cubicBezTo>
                  <a:close/>
                  <a:moveTo>
                    <a:pt x="39" y="38"/>
                  </a:moveTo>
                  <a:lnTo>
                    <a:pt x="39" y="38"/>
                  </a:lnTo>
                  <a:cubicBezTo>
                    <a:pt x="43" y="34"/>
                    <a:pt x="49" y="31"/>
                    <a:pt x="54" y="28"/>
                  </a:cubicBezTo>
                  <a:cubicBezTo>
                    <a:pt x="61" y="26"/>
                    <a:pt x="67" y="24"/>
                    <a:pt x="74" y="24"/>
                  </a:cubicBezTo>
                  <a:cubicBezTo>
                    <a:pt x="81" y="24"/>
                    <a:pt x="88" y="26"/>
                    <a:pt x="94" y="28"/>
                  </a:cubicBezTo>
                  <a:cubicBezTo>
                    <a:pt x="104" y="31"/>
                    <a:pt x="111" y="38"/>
                    <a:pt x="116" y="47"/>
                  </a:cubicBezTo>
                  <a:cubicBezTo>
                    <a:pt x="122" y="55"/>
                    <a:pt x="125" y="63"/>
                    <a:pt x="125" y="75"/>
                  </a:cubicBezTo>
                  <a:cubicBezTo>
                    <a:pt x="125" y="76"/>
                    <a:pt x="125" y="78"/>
                    <a:pt x="125" y="80"/>
                  </a:cubicBezTo>
                  <a:cubicBezTo>
                    <a:pt x="123" y="83"/>
                    <a:pt x="122" y="89"/>
                    <a:pt x="120" y="94"/>
                  </a:cubicBezTo>
                  <a:cubicBezTo>
                    <a:pt x="118" y="103"/>
                    <a:pt x="112" y="114"/>
                    <a:pt x="106" y="125"/>
                  </a:cubicBezTo>
                  <a:cubicBezTo>
                    <a:pt x="97" y="142"/>
                    <a:pt x="87" y="159"/>
                    <a:pt x="78" y="173"/>
                  </a:cubicBezTo>
                  <a:cubicBezTo>
                    <a:pt x="77" y="174"/>
                    <a:pt x="76" y="177"/>
                    <a:pt x="74" y="179"/>
                  </a:cubicBezTo>
                  <a:cubicBezTo>
                    <a:pt x="68" y="169"/>
                    <a:pt x="60" y="156"/>
                    <a:pt x="53" y="143"/>
                  </a:cubicBezTo>
                  <a:cubicBezTo>
                    <a:pt x="45" y="129"/>
                    <a:pt x="38" y="115"/>
                    <a:pt x="32" y="103"/>
                  </a:cubicBezTo>
                  <a:cubicBezTo>
                    <a:pt x="29" y="97"/>
                    <a:pt x="28" y="92"/>
                    <a:pt x="26" y="86"/>
                  </a:cubicBezTo>
                  <a:cubicBezTo>
                    <a:pt x="25" y="82"/>
                    <a:pt x="24" y="78"/>
                    <a:pt x="24" y="75"/>
                  </a:cubicBezTo>
                  <a:cubicBezTo>
                    <a:pt x="24" y="61"/>
                    <a:pt x="29" y="48"/>
                    <a:pt x="39" y="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0" name="Group 734">
            <a:extLst>
              <a:ext uri="{FF2B5EF4-FFF2-40B4-BE49-F238E27FC236}">
                <a16:creationId xmlns:a16="http://schemas.microsoft.com/office/drawing/2014/main" id="{4614FFC1-5DF9-3306-FD5E-CC82EC83C941}"/>
              </a:ext>
            </a:extLst>
          </p:cNvPr>
          <p:cNvGrpSpPr/>
          <p:nvPr/>
        </p:nvGrpSpPr>
        <p:grpSpPr>
          <a:xfrm>
            <a:off x="3721224" y="6097479"/>
            <a:ext cx="219075" cy="315913"/>
            <a:chOff x="3168650" y="4616450"/>
            <a:chExt cx="219075" cy="315913"/>
          </a:xfrm>
          <a:solidFill>
            <a:schemeClr val="tx2"/>
          </a:solidFill>
        </p:grpSpPr>
        <p:sp>
          <p:nvSpPr>
            <p:cNvPr id="681" name="Freeform 599">
              <a:extLst>
                <a:ext uri="{FF2B5EF4-FFF2-40B4-BE49-F238E27FC236}">
                  <a16:creationId xmlns:a16="http://schemas.microsoft.com/office/drawing/2014/main" id="{C5928262-8E27-C292-838C-8F242335117F}"/>
                </a:ext>
              </a:extLst>
            </p:cNvPr>
            <p:cNvSpPr>
              <a:spLocks noChangeArrowheads="1"/>
            </p:cNvSpPr>
            <p:nvPr/>
          </p:nvSpPr>
          <p:spPr bwMode="auto">
            <a:xfrm>
              <a:off x="3168650" y="4616450"/>
              <a:ext cx="219075" cy="315913"/>
            </a:xfrm>
            <a:custGeom>
              <a:avLst/>
              <a:gdLst>
                <a:gd name="T0" fmla="*/ 588 w 609"/>
                <a:gd name="T1" fmla="*/ 181 h 877"/>
                <a:gd name="T2" fmla="*/ 424 w 609"/>
                <a:gd name="T3" fmla="*/ 23 h 877"/>
                <a:gd name="T4" fmla="*/ 203 w 609"/>
                <a:gd name="T5" fmla="*/ 18 h 877"/>
                <a:gd name="T6" fmla="*/ 55 w 609"/>
                <a:gd name="T7" fmla="*/ 128 h 877"/>
                <a:gd name="T8" fmla="*/ 0 w 609"/>
                <a:gd name="T9" fmla="*/ 301 h 877"/>
                <a:gd name="T10" fmla="*/ 17 w 609"/>
                <a:gd name="T11" fmla="*/ 405 h 877"/>
                <a:gd name="T12" fmla="*/ 47 w 609"/>
                <a:gd name="T13" fmla="*/ 394 h 877"/>
                <a:gd name="T14" fmla="*/ 47 w 609"/>
                <a:gd name="T15" fmla="*/ 394 h 877"/>
                <a:gd name="T16" fmla="*/ 47 w 609"/>
                <a:gd name="T17" fmla="*/ 394 h 877"/>
                <a:gd name="T18" fmla="*/ 33 w 609"/>
                <a:gd name="T19" fmla="*/ 301 h 877"/>
                <a:gd name="T20" fmla="*/ 81 w 609"/>
                <a:gd name="T21" fmla="*/ 147 h 877"/>
                <a:gd name="T22" fmla="*/ 213 w 609"/>
                <a:gd name="T23" fmla="*/ 48 h 877"/>
                <a:gd name="T24" fmla="*/ 412 w 609"/>
                <a:gd name="T25" fmla="*/ 53 h 877"/>
                <a:gd name="T26" fmla="*/ 557 w 609"/>
                <a:gd name="T27" fmla="*/ 193 h 877"/>
                <a:gd name="T28" fmla="*/ 551 w 609"/>
                <a:gd name="T29" fmla="*/ 409 h 877"/>
                <a:gd name="T30" fmla="*/ 433 w 609"/>
                <a:gd name="T31" fmla="*/ 576 h 877"/>
                <a:gd name="T32" fmla="*/ 389 w 609"/>
                <a:gd name="T33" fmla="*/ 729 h 877"/>
                <a:gd name="T34" fmla="*/ 368 w 609"/>
                <a:gd name="T35" fmla="*/ 792 h 877"/>
                <a:gd name="T36" fmla="*/ 295 w 609"/>
                <a:gd name="T37" fmla="*/ 839 h 877"/>
                <a:gd name="T38" fmla="*/ 231 w 609"/>
                <a:gd name="T39" fmla="*/ 839 h 877"/>
                <a:gd name="T40" fmla="*/ 183 w 609"/>
                <a:gd name="T41" fmla="*/ 800 h 877"/>
                <a:gd name="T42" fmla="*/ 158 w 609"/>
                <a:gd name="T43" fmla="*/ 736 h 877"/>
                <a:gd name="T44" fmla="*/ 157 w 609"/>
                <a:gd name="T45" fmla="*/ 730 h 877"/>
                <a:gd name="T46" fmla="*/ 157 w 609"/>
                <a:gd name="T47" fmla="*/ 730 h 877"/>
                <a:gd name="T48" fmla="*/ 154 w 609"/>
                <a:gd name="T49" fmla="*/ 730 h 877"/>
                <a:gd name="T50" fmla="*/ 157 w 609"/>
                <a:gd name="T51" fmla="*/ 730 h 877"/>
                <a:gd name="T52" fmla="*/ 153 w 609"/>
                <a:gd name="T53" fmla="*/ 730 h 877"/>
                <a:gd name="T54" fmla="*/ 157 w 609"/>
                <a:gd name="T55" fmla="*/ 730 h 877"/>
                <a:gd name="T56" fmla="*/ 128 w 609"/>
                <a:gd name="T57" fmla="*/ 755 h 877"/>
                <a:gd name="T58" fmla="*/ 157 w 609"/>
                <a:gd name="T59" fmla="*/ 819 h 877"/>
                <a:gd name="T60" fmla="*/ 212 w 609"/>
                <a:gd name="T61" fmla="*/ 866 h 877"/>
                <a:gd name="T62" fmla="*/ 302 w 609"/>
                <a:gd name="T63" fmla="*/ 872 h 877"/>
                <a:gd name="T64" fmla="*/ 387 w 609"/>
                <a:gd name="T65" fmla="*/ 822 h 877"/>
                <a:gd name="T66" fmla="*/ 422 w 609"/>
                <a:gd name="T67" fmla="*/ 733 h 877"/>
                <a:gd name="T68" fmla="*/ 461 w 609"/>
                <a:gd name="T69" fmla="*/ 593 h 877"/>
                <a:gd name="T70" fmla="*/ 581 w 609"/>
                <a:gd name="T71" fmla="*/ 423 h 877"/>
                <a:gd name="T72" fmla="*/ 588 w 609"/>
                <a:gd name="T73" fmla="*/ 181 h 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9" h="877">
                  <a:moveTo>
                    <a:pt x="588" y="181"/>
                  </a:moveTo>
                  <a:lnTo>
                    <a:pt x="588" y="181"/>
                  </a:lnTo>
                  <a:cubicBezTo>
                    <a:pt x="574" y="148"/>
                    <a:pt x="553" y="117"/>
                    <a:pt x="527" y="91"/>
                  </a:cubicBezTo>
                  <a:cubicBezTo>
                    <a:pt x="497" y="60"/>
                    <a:pt x="463" y="38"/>
                    <a:pt x="424" y="23"/>
                  </a:cubicBezTo>
                  <a:cubicBezTo>
                    <a:pt x="387" y="7"/>
                    <a:pt x="346" y="0"/>
                    <a:pt x="306" y="0"/>
                  </a:cubicBezTo>
                  <a:cubicBezTo>
                    <a:pt x="272" y="0"/>
                    <a:pt x="236" y="5"/>
                    <a:pt x="203" y="18"/>
                  </a:cubicBezTo>
                  <a:cubicBezTo>
                    <a:pt x="169" y="29"/>
                    <a:pt x="137" y="47"/>
                    <a:pt x="109" y="70"/>
                  </a:cubicBezTo>
                  <a:cubicBezTo>
                    <a:pt x="87" y="88"/>
                    <a:pt x="69" y="107"/>
                    <a:pt x="55" y="128"/>
                  </a:cubicBezTo>
                  <a:cubicBezTo>
                    <a:pt x="33" y="156"/>
                    <a:pt x="19" y="188"/>
                    <a:pt x="11" y="217"/>
                  </a:cubicBezTo>
                  <a:cubicBezTo>
                    <a:pt x="3" y="247"/>
                    <a:pt x="0" y="276"/>
                    <a:pt x="0" y="301"/>
                  </a:cubicBezTo>
                  <a:cubicBezTo>
                    <a:pt x="0" y="331"/>
                    <a:pt x="4" y="357"/>
                    <a:pt x="8" y="375"/>
                  </a:cubicBezTo>
                  <a:cubicBezTo>
                    <a:pt x="13" y="394"/>
                    <a:pt x="17" y="405"/>
                    <a:pt x="17" y="405"/>
                  </a:cubicBezTo>
                  <a:cubicBezTo>
                    <a:pt x="40" y="397"/>
                    <a:pt x="40" y="397"/>
                    <a:pt x="40" y="397"/>
                  </a:cubicBezTo>
                  <a:cubicBezTo>
                    <a:pt x="47" y="394"/>
                    <a:pt x="47" y="394"/>
                    <a:pt x="47" y="394"/>
                  </a:cubicBezTo>
                  <a:lnTo>
                    <a:pt x="47" y="394"/>
                  </a:lnTo>
                  <a:lnTo>
                    <a:pt x="47" y="394"/>
                  </a:lnTo>
                  <a:lnTo>
                    <a:pt x="47" y="394"/>
                  </a:lnTo>
                  <a:lnTo>
                    <a:pt x="47" y="394"/>
                  </a:lnTo>
                  <a:cubicBezTo>
                    <a:pt x="47" y="394"/>
                    <a:pt x="44" y="384"/>
                    <a:pt x="40" y="368"/>
                  </a:cubicBezTo>
                  <a:cubicBezTo>
                    <a:pt x="36" y="351"/>
                    <a:pt x="33" y="328"/>
                    <a:pt x="33" y="301"/>
                  </a:cubicBezTo>
                  <a:cubicBezTo>
                    <a:pt x="33" y="270"/>
                    <a:pt x="37" y="235"/>
                    <a:pt x="52" y="199"/>
                  </a:cubicBezTo>
                  <a:cubicBezTo>
                    <a:pt x="59" y="182"/>
                    <a:pt x="69" y="165"/>
                    <a:pt x="81" y="147"/>
                  </a:cubicBezTo>
                  <a:cubicBezTo>
                    <a:pt x="94" y="129"/>
                    <a:pt x="110" y="112"/>
                    <a:pt x="129" y="96"/>
                  </a:cubicBezTo>
                  <a:cubicBezTo>
                    <a:pt x="155" y="74"/>
                    <a:pt x="184" y="59"/>
                    <a:pt x="213" y="48"/>
                  </a:cubicBezTo>
                  <a:cubicBezTo>
                    <a:pt x="243" y="38"/>
                    <a:pt x="275" y="33"/>
                    <a:pt x="306" y="33"/>
                  </a:cubicBezTo>
                  <a:cubicBezTo>
                    <a:pt x="342" y="33"/>
                    <a:pt x="379" y="40"/>
                    <a:pt x="412" y="53"/>
                  </a:cubicBezTo>
                  <a:cubicBezTo>
                    <a:pt x="446" y="67"/>
                    <a:pt x="478" y="86"/>
                    <a:pt x="504" y="114"/>
                  </a:cubicBezTo>
                  <a:cubicBezTo>
                    <a:pt x="527" y="137"/>
                    <a:pt x="545" y="163"/>
                    <a:pt x="557" y="193"/>
                  </a:cubicBezTo>
                  <a:cubicBezTo>
                    <a:pt x="570" y="224"/>
                    <a:pt x="575" y="257"/>
                    <a:pt x="575" y="290"/>
                  </a:cubicBezTo>
                  <a:cubicBezTo>
                    <a:pt x="575" y="328"/>
                    <a:pt x="567" y="369"/>
                    <a:pt x="551" y="409"/>
                  </a:cubicBezTo>
                  <a:cubicBezTo>
                    <a:pt x="533" y="450"/>
                    <a:pt x="507" y="490"/>
                    <a:pt x="470" y="527"/>
                  </a:cubicBezTo>
                  <a:cubicBezTo>
                    <a:pt x="455" y="543"/>
                    <a:pt x="442" y="560"/>
                    <a:pt x="433" y="576"/>
                  </a:cubicBezTo>
                  <a:cubicBezTo>
                    <a:pt x="416" y="607"/>
                    <a:pt x="406" y="637"/>
                    <a:pt x="401" y="666"/>
                  </a:cubicBezTo>
                  <a:cubicBezTo>
                    <a:pt x="395" y="688"/>
                    <a:pt x="393" y="710"/>
                    <a:pt x="389" y="729"/>
                  </a:cubicBezTo>
                  <a:cubicBezTo>
                    <a:pt x="386" y="742"/>
                    <a:pt x="383" y="756"/>
                    <a:pt x="379" y="769"/>
                  </a:cubicBezTo>
                  <a:cubicBezTo>
                    <a:pt x="375" y="777"/>
                    <a:pt x="372" y="785"/>
                    <a:pt x="368" y="792"/>
                  </a:cubicBezTo>
                  <a:cubicBezTo>
                    <a:pt x="361" y="803"/>
                    <a:pt x="353" y="813"/>
                    <a:pt x="342" y="821"/>
                  </a:cubicBezTo>
                  <a:cubicBezTo>
                    <a:pt x="331" y="829"/>
                    <a:pt x="316" y="834"/>
                    <a:pt x="295" y="839"/>
                  </a:cubicBezTo>
                  <a:cubicBezTo>
                    <a:pt x="284" y="841"/>
                    <a:pt x="273" y="843"/>
                    <a:pt x="264" y="843"/>
                  </a:cubicBezTo>
                  <a:cubicBezTo>
                    <a:pt x="251" y="843"/>
                    <a:pt x="240" y="841"/>
                    <a:pt x="231" y="839"/>
                  </a:cubicBezTo>
                  <a:cubicBezTo>
                    <a:pt x="224" y="836"/>
                    <a:pt x="216" y="832"/>
                    <a:pt x="210" y="828"/>
                  </a:cubicBezTo>
                  <a:cubicBezTo>
                    <a:pt x="199" y="821"/>
                    <a:pt x="190" y="811"/>
                    <a:pt x="183" y="800"/>
                  </a:cubicBezTo>
                  <a:cubicBezTo>
                    <a:pt x="172" y="785"/>
                    <a:pt x="165" y="767"/>
                    <a:pt x="161" y="753"/>
                  </a:cubicBezTo>
                  <a:cubicBezTo>
                    <a:pt x="159" y="747"/>
                    <a:pt x="158" y="740"/>
                    <a:pt x="158" y="736"/>
                  </a:cubicBezTo>
                  <a:cubicBezTo>
                    <a:pt x="157" y="734"/>
                    <a:pt x="157" y="733"/>
                    <a:pt x="157" y="732"/>
                  </a:cubicBezTo>
                  <a:lnTo>
                    <a:pt x="157" y="730"/>
                  </a:lnTo>
                  <a:lnTo>
                    <a:pt x="157" y="730"/>
                  </a:lnTo>
                  <a:lnTo>
                    <a:pt x="157" y="730"/>
                  </a:lnTo>
                  <a:lnTo>
                    <a:pt x="157" y="730"/>
                  </a:lnTo>
                  <a:cubicBezTo>
                    <a:pt x="154" y="730"/>
                    <a:pt x="154" y="730"/>
                    <a:pt x="154" y="730"/>
                  </a:cubicBezTo>
                  <a:lnTo>
                    <a:pt x="154" y="730"/>
                  </a:lnTo>
                  <a:cubicBezTo>
                    <a:pt x="157" y="730"/>
                    <a:pt x="157" y="730"/>
                    <a:pt x="157" y="730"/>
                  </a:cubicBezTo>
                  <a:lnTo>
                    <a:pt x="157" y="730"/>
                  </a:lnTo>
                  <a:cubicBezTo>
                    <a:pt x="153" y="730"/>
                    <a:pt x="153" y="730"/>
                    <a:pt x="153" y="730"/>
                  </a:cubicBezTo>
                  <a:cubicBezTo>
                    <a:pt x="142" y="732"/>
                    <a:pt x="142" y="732"/>
                    <a:pt x="142" y="732"/>
                  </a:cubicBezTo>
                  <a:cubicBezTo>
                    <a:pt x="157" y="730"/>
                    <a:pt x="157" y="730"/>
                    <a:pt x="157" y="730"/>
                  </a:cubicBezTo>
                  <a:cubicBezTo>
                    <a:pt x="124" y="733"/>
                    <a:pt x="124" y="733"/>
                    <a:pt x="124" y="733"/>
                  </a:cubicBezTo>
                  <a:cubicBezTo>
                    <a:pt x="124" y="734"/>
                    <a:pt x="125" y="742"/>
                    <a:pt x="128" y="755"/>
                  </a:cubicBezTo>
                  <a:cubicBezTo>
                    <a:pt x="131" y="766"/>
                    <a:pt x="135" y="777"/>
                    <a:pt x="140" y="791"/>
                  </a:cubicBezTo>
                  <a:cubicBezTo>
                    <a:pt x="144" y="800"/>
                    <a:pt x="150" y="810"/>
                    <a:pt x="157" y="819"/>
                  </a:cubicBezTo>
                  <a:cubicBezTo>
                    <a:pt x="161" y="828"/>
                    <a:pt x="168" y="834"/>
                    <a:pt x="175" y="841"/>
                  </a:cubicBezTo>
                  <a:cubicBezTo>
                    <a:pt x="184" y="851"/>
                    <a:pt x="196" y="859"/>
                    <a:pt x="212" y="866"/>
                  </a:cubicBezTo>
                  <a:cubicBezTo>
                    <a:pt x="227" y="872"/>
                    <a:pt x="243" y="876"/>
                    <a:pt x="264" y="876"/>
                  </a:cubicBezTo>
                  <a:cubicBezTo>
                    <a:pt x="276" y="876"/>
                    <a:pt x="288" y="874"/>
                    <a:pt x="302" y="872"/>
                  </a:cubicBezTo>
                  <a:cubicBezTo>
                    <a:pt x="324" y="867"/>
                    <a:pt x="341" y="861"/>
                    <a:pt x="356" y="851"/>
                  </a:cubicBezTo>
                  <a:cubicBezTo>
                    <a:pt x="368" y="843"/>
                    <a:pt x="379" y="833"/>
                    <a:pt x="387" y="822"/>
                  </a:cubicBezTo>
                  <a:cubicBezTo>
                    <a:pt x="394" y="813"/>
                    <a:pt x="400" y="803"/>
                    <a:pt x="405" y="792"/>
                  </a:cubicBezTo>
                  <a:cubicBezTo>
                    <a:pt x="413" y="773"/>
                    <a:pt x="417" y="753"/>
                    <a:pt x="422" y="733"/>
                  </a:cubicBezTo>
                  <a:cubicBezTo>
                    <a:pt x="427" y="701"/>
                    <a:pt x="433" y="670"/>
                    <a:pt x="442" y="638"/>
                  </a:cubicBezTo>
                  <a:cubicBezTo>
                    <a:pt x="446" y="623"/>
                    <a:pt x="453" y="608"/>
                    <a:pt x="461" y="593"/>
                  </a:cubicBezTo>
                  <a:cubicBezTo>
                    <a:pt x="470" y="578"/>
                    <a:pt x="479" y="564"/>
                    <a:pt x="493" y="550"/>
                  </a:cubicBezTo>
                  <a:cubicBezTo>
                    <a:pt x="533" y="509"/>
                    <a:pt x="562" y="467"/>
                    <a:pt x="581" y="423"/>
                  </a:cubicBezTo>
                  <a:cubicBezTo>
                    <a:pt x="599" y="379"/>
                    <a:pt x="608" y="333"/>
                    <a:pt x="608" y="290"/>
                  </a:cubicBezTo>
                  <a:cubicBezTo>
                    <a:pt x="608" y="252"/>
                    <a:pt x="601" y="215"/>
                    <a:pt x="588" y="1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2" name="Freeform 600">
              <a:extLst>
                <a:ext uri="{FF2B5EF4-FFF2-40B4-BE49-F238E27FC236}">
                  <a16:creationId xmlns:a16="http://schemas.microsoft.com/office/drawing/2014/main" id="{6A8928CB-86B7-2130-85A2-509BD50FC561}"/>
                </a:ext>
              </a:extLst>
            </p:cNvPr>
            <p:cNvSpPr>
              <a:spLocks noChangeArrowheads="1"/>
            </p:cNvSpPr>
            <p:nvPr/>
          </p:nvSpPr>
          <p:spPr bwMode="auto">
            <a:xfrm>
              <a:off x="3217863" y="4657725"/>
              <a:ext cx="128587" cy="195263"/>
            </a:xfrm>
            <a:custGeom>
              <a:avLst/>
              <a:gdLst>
                <a:gd name="T0" fmla="*/ 354 w 359"/>
                <a:gd name="T1" fmla="*/ 132 h 542"/>
                <a:gd name="T2" fmla="*/ 293 w 359"/>
                <a:gd name="T3" fmla="*/ 36 h 542"/>
                <a:gd name="T4" fmla="*/ 210 w 359"/>
                <a:gd name="T5" fmla="*/ 3 h 542"/>
                <a:gd name="T6" fmla="*/ 90 w 359"/>
                <a:gd name="T7" fmla="*/ 20 h 542"/>
                <a:gd name="T8" fmla="*/ 11 w 359"/>
                <a:gd name="T9" fmla="*/ 127 h 542"/>
                <a:gd name="T10" fmla="*/ 2 w 359"/>
                <a:gd name="T11" fmla="*/ 221 h 542"/>
                <a:gd name="T12" fmla="*/ 15 w 359"/>
                <a:gd name="T13" fmla="*/ 257 h 542"/>
                <a:gd name="T14" fmla="*/ 34 w 359"/>
                <a:gd name="T15" fmla="*/ 274 h 542"/>
                <a:gd name="T16" fmla="*/ 60 w 359"/>
                <a:gd name="T17" fmla="*/ 276 h 542"/>
                <a:gd name="T18" fmla="*/ 92 w 359"/>
                <a:gd name="T19" fmla="*/ 254 h 542"/>
                <a:gd name="T20" fmla="*/ 105 w 359"/>
                <a:gd name="T21" fmla="*/ 239 h 542"/>
                <a:gd name="T22" fmla="*/ 147 w 359"/>
                <a:gd name="T23" fmla="*/ 206 h 542"/>
                <a:gd name="T24" fmla="*/ 178 w 359"/>
                <a:gd name="T25" fmla="*/ 206 h 542"/>
                <a:gd name="T26" fmla="*/ 195 w 359"/>
                <a:gd name="T27" fmla="*/ 218 h 542"/>
                <a:gd name="T28" fmla="*/ 225 w 359"/>
                <a:gd name="T29" fmla="*/ 276 h 542"/>
                <a:gd name="T30" fmla="*/ 212 w 359"/>
                <a:gd name="T31" fmla="*/ 307 h 542"/>
                <a:gd name="T32" fmla="*/ 152 w 359"/>
                <a:gd name="T33" fmla="*/ 357 h 542"/>
                <a:gd name="T34" fmla="*/ 107 w 359"/>
                <a:gd name="T35" fmla="*/ 467 h 542"/>
                <a:gd name="T36" fmla="*/ 100 w 359"/>
                <a:gd name="T37" fmla="*/ 494 h 542"/>
                <a:gd name="T38" fmla="*/ 86 w 359"/>
                <a:gd name="T39" fmla="*/ 506 h 542"/>
                <a:gd name="T40" fmla="*/ 68 w 359"/>
                <a:gd name="T41" fmla="*/ 505 h 542"/>
                <a:gd name="T42" fmla="*/ 66 w 359"/>
                <a:gd name="T43" fmla="*/ 504 h 542"/>
                <a:gd name="T44" fmla="*/ 56 w 359"/>
                <a:gd name="T45" fmla="*/ 489 h 542"/>
                <a:gd name="T46" fmla="*/ 48 w 359"/>
                <a:gd name="T47" fmla="*/ 435 h 542"/>
                <a:gd name="T48" fmla="*/ 49 w 359"/>
                <a:gd name="T49" fmla="*/ 418 h 542"/>
                <a:gd name="T50" fmla="*/ 15 w 359"/>
                <a:gd name="T51" fmla="*/ 423 h 542"/>
                <a:gd name="T52" fmla="*/ 16 w 359"/>
                <a:gd name="T53" fmla="*/ 462 h 542"/>
                <a:gd name="T54" fmla="*/ 33 w 359"/>
                <a:gd name="T55" fmla="*/ 515 h 542"/>
                <a:gd name="T56" fmla="*/ 59 w 359"/>
                <a:gd name="T57" fmla="*/ 537 h 542"/>
                <a:gd name="T58" fmla="*/ 105 w 359"/>
                <a:gd name="T59" fmla="*/ 534 h 542"/>
                <a:gd name="T60" fmla="*/ 136 w 359"/>
                <a:gd name="T61" fmla="*/ 497 h 542"/>
                <a:gd name="T62" fmla="*/ 144 w 359"/>
                <a:gd name="T63" fmla="*/ 439 h 542"/>
                <a:gd name="T64" fmla="*/ 207 w 359"/>
                <a:gd name="T65" fmla="*/ 354 h 542"/>
                <a:gd name="T66" fmla="*/ 254 w 359"/>
                <a:gd name="T67" fmla="*/ 298 h 542"/>
                <a:gd name="T68" fmla="*/ 247 w 359"/>
                <a:gd name="T69" fmla="*/ 233 h 542"/>
                <a:gd name="T70" fmla="*/ 218 w 359"/>
                <a:gd name="T71" fmla="*/ 195 h 542"/>
                <a:gd name="T72" fmla="*/ 163 w 359"/>
                <a:gd name="T73" fmla="*/ 170 h 542"/>
                <a:gd name="T74" fmla="*/ 103 w 359"/>
                <a:gd name="T75" fmla="*/ 195 h 542"/>
                <a:gd name="T76" fmla="*/ 79 w 359"/>
                <a:gd name="T77" fmla="*/ 217 h 542"/>
                <a:gd name="T78" fmla="*/ 57 w 359"/>
                <a:gd name="T79" fmla="*/ 241 h 542"/>
                <a:gd name="T80" fmla="*/ 49 w 359"/>
                <a:gd name="T81" fmla="*/ 244 h 542"/>
                <a:gd name="T82" fmla="*/ 48 w 359"/>
                <a:gd name="T83" fmla="*/ 244 h 542"/>
                <a:gd name="T84" fmla="*/ 38 w 359"/>
                <a:gd name="T85" fmla="*/ 229 h 542"/>
                <a:gd name="T86" fmla="*/ 34 w 359"/>
                <a:gd name="T87" fmla="*/ 215 h 542"/>
                <a:gd name="T88" fmla="*/ 41 w 359"/>
                <a:gd name="T89" fmla="*/ 144 h 542"/>
                <a:gd name="T90" fmla="*/ 75 w 359"/>
                <a:gd name="T91" fmla="*/ 75 h 542"/>
                <a:gd name="T92" fmla="*/ 173 w 359"/>
                <a:gd name="T93" fmla="*/ 33 h 542"/>
                <a:gd name="T94" fmla="*/ 269 w 359"/>
                <a:gd name="T95" fmla="*/ 59 h 542"/>
                <a:gd name="T96" fmla="*/ 320 w 359"/>
                <a:gd name="T97" fmla="*/ 133 h 542"/>
                <a:gd name="T98" fmla="*/ 324 w 359"/>
                <a:gd name="T99" fmla="*/ 206 h 542"/>
                <a:gd name="T100" fmla="*/ 322 w 359"/>
                <a:gd name="T101" fmla="*/ 214 h 542"/>
                <a:gd name="T102" fmla="*/ 322 w 359"/>
                <a:gd name="T103" fmla="*/ 215 h 542"/>
                <a:gd name="T104" fmla="*/ 322 w 359"/>
                <a:gd name="T105" fmla="*/ 214 h 542"/>
                <a:gd name="T106" fmla="*/ 355 w 359"/>
                <a:gd name="T107" fmla="*/ 222 h 542"/>
                <a:gd name="T108" fmla="*/ 354 w 359"/>
                <a:gd name="T109" fmla="*/ 132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9" h="542">
                  <a:moveTo>
                    <a:pt x="354" y="132"/>
                  </a:moveTo>
                  <a:lnTo>
                    <a:pt x="354" y="132"/>
                  </a:lnTo>
                  <a:cubicBezTo>
                    <a:pt x="351" y="118"/>
                    <a:pt x="346" y="104"/>
                    <a:pt x="340" y="92"/>
                  </a:cubicBezTo>
                  <a:cubicBezTo>
                    <a:pt x="331" y="71"/>
                    <a:pt x="315" y="52"/>
                    <a:pt x="293" y="36"/>
                  </a:cubicBezTo>
                  <a:cubicBezTo>
                    <a:pt x="282" y="29"/>
                    <a:pt x="270" y="22"/>
                    <a:pt x="256" y="16"/>
                  </a:cubicBezTo>
                  <a:cubicBezTo>
                    <a:pt x="243" y="11"/>
                    <a:pt x="228" y="5"/>
                    <a:pt x="210" y="3"/>
                  </a:cubicBezTo>
                  <a:cubicBezTo>
                    <a:pt x="197" y="1"/>
                    <a:pt x="185" y="0"/>
                    <a:pt x="173" y="0"/>
                  </a:cubicBezTo>
                  <a:cubicBezTo>
                    <a:pt x="141" y="0"/>
                    <a:pt x="114" y="8"/>
                    <a:pt x="90" y="20"/>
                  </a:cubicBezTo>
                  <a:cubicBezTo>
                    <a:pt x="74" y="30"/>
                    <a:pt x="60" y="42"/>
                    <a:pt x="48" y="57"/>
                  </a:cubicBezTo>
                  <a:cubicBezTo>
                    <a:pt x="30" y="78"/>
                    <a:pt x="19" y="103"/>
                    <a:pt x="11" y="127"/>
                  </a:cubicBezTo>
                  <a:cubicBezTo>
                    <a:pt x="4" y="151"/>
                    <a:pt x="0" y="176"/>
                    <a:pt x="0" y="196"/>
                  </a:cubicBezTo>
                  <a:cubicBezTo>
                    <a:pt x="0" y="206"/>
                    <a:pt x="1" y="214"/>
                    <a:pt x="2" y="221"/>
                  </a:cubicBezTo>
                  <a:cubicBezTo>
                    <a:pt x="4" y="229"/>
                    <a:pt x="5" y="236"/>
                    <a:pt x="8" y="241"/>
                  </a:cubicBezTo>
                  <a:cubicBezTo>
                    <a:pt x="9" y="247"/>
                    <a:pt x="12" y="252"/>
                    <a:pt x="15" y="257"/>
                  </a:cubicBezTo>
                  <a:cubicBezTo>
                    <a:pt x="18" y="259"/>
                    <a:pt x="19" y="262"/>
                    <a:pt x="22" y="265"/>
                  </a:cubicBezTo>
                  <a:cubicBezTo>
                    <a:pt x="26" y="269"/>
                    <a:pt x="30" y="272"/>
                    <a:pt x="34" y="274"/>
                  </a:cubicBezTo>
                  <a:cubicBezTo>
                    <a:pt x="40" y="277"/>
                    <a:pt x="44" y="277"/>
                    <a:pt x="49" y="277"/>
                  </a:cubicBezTo>
                  <a:cubicBezTo>
                    <a:pt x="53" y="277"/>
                    <a:pt x="56" y="277"/>
                    <a:pt x="60" y="276"/>
                  </a:cubicBezTo>
                  <a:cubicBezTo>
                    <a:pt x="66" y="274"/>
                    <a:pt x="70" y="272"/>
                    <a:pt x="74" y="269"/>
                  </a:cubicBezTo>
                  <a:cubicBezTo>
                    <a:pt x="81" y="265"/>
                    <a:pt x="86" y="259"/>
                    <a:pt x="92" y="254"/>
                  </a:cubicBezTo>
                  <a:cubicBezTo>
                    <a:pt x="97" y="248"/>
                    <a:pt x="101" y="243"/>
                    <a:pt x="105" y="239"/>
                  </a:cubicBezTo>
                  <a:lnTo>
                    <a:pt x="105" y="239"/>
                  </a:lnTo>
                  <a:cubicBezTo>
                    <a:pt x="111" y="232"/>
                    <a:pt x="120" y="222"/>
                    <a:pt x="130" y="214"/>
                  </a:cubicBezTo>
                  <a:cubicBezTo>
                    <a:pt x="136" y="211"/>
                    <a:pt x="141" y="208"/>
                    <a:pt x="147" y="206"/>
                  </a:cubicBezTo>
                  <a:cubicBezTo>
                    <a:pt x="152" y="204"/>
                    <a:pt x="158" y="203"/>
                    <a:pt x="163" y="203"/>
                  </a:cubicBezTo>
                  <a:cubicBezTo>
                    <a:pt x="169" y="203"/>
                    <a:pt x="173" y="203"/>
                    <a:pt x="178" y="206"/>
                  </a:cubicBezTo>
                  <a:cubicBezTo>
                    <a:pt x="184" y="208"/>
                    <a:pt x="189" y="213"/>
                    <a:pt x="195" y="218"/>
                  </a:cubicBezTo>
                  <a:lnTo>
                    <a:pt x="195" y="218"/>
                  </a:lnTo>
                  <a:cubicBezTo>
                    <a:pt x="206" y="228"/>
                    <a:pt x="212" y="239"/>
                    <a:pt x="218" y="248"/>
                  </a:cubicBezTo>
                  <a:cubicBezTo>
                    <a:pt x="222" y="258"/>
                    <a:pt x="225" y="268"/>
                    <a:pt x="225" y="276"/>
                  </a:cubicBezTo>
                  <a:cubicBezTo>
                    <a:pt x="225" y="280"/>
                    <a:pt x="223" y="284"/>
                    <a:pt x="222" y="289"/>
                  </a:cubicBezTo>
                  <a:cubicBezTo>
                    <a:pt x="221" y="295"/>
                    <a:pt x="217" y="302"/>
                    <a:pt x="212" y="307"/>
                  </a:cubicBezTo>
                  <a:cubicBezTo>
                    <a:pt x="207" y="314"/>
                    <a:pt x="200" y="320"/>
                    <a:pt x="190" y="325"/>
                  </a:cubicBezTo>
                  <a:cubicBezTo>
                    <a:pt x="175" y="335"/>
                    <a:pt x="163" y="346"/>
                    <a:pt x="152" y="357"/>
                  </a:cubicBezTo>
                  <a:cubicBezTo>
                    <a:pt x="137" y="375"/>
                    <a:pt x="125" y="394"/>
                    <a:pt x="118" y="413"/>
                  </a:cubicBezTo>
                  <a:cubicBezTo>
                    <a:pt x="111" y="432"/>
                    <a:pt x="107" y="450"/>
                    <a:pt x="107" y="467"/>
                  </a:cubicBezTo>
                  <a:cubicBezTo>
                    <a:pt x="107" y="473"/>
                    <a:pt x="107" y="479"/>
                    <a:pt x="105" y="484"/>
                  </a:cubicBezTo>
                  <a:cubicBezTo>
                    <a:pt x="104" y="489"/>
                    <a:pt x="103" y="491"/>
                    <a:pt x="100" y="494"/>
                  </a:cubicBezTo>
                  <a:cubicBezTo>
                    <a:pt x="97" y="499"/>
                    <a:pt x="94" y="502"/>
                    <a:pt x="92" y="504"/>
                  </a:cubicBezTo>
                  <a:cubicBezTo>
                    <a:pt x="89" y="505"/>
                    <a:pt x="88" y="506"/>
                    <a:pt x="86" y="506"/>
                  </a:cubicBezTo>
                  <a:cubicBezTo>
                    <a:pt x="83" y="506"/>
                    <a:pt x="82" y="508"/>
                    <a:pt x="79" y="508"/>
                  </a:cubicBezTo>
                  <a:cubicBezTo>
                    <a:pt x="77" y="508"/>
                    <a:pt x="72" y="506"/>
                    <a:pt x="68" y="505"/>
                  </a:cubicBezTo>
                  <a:lnTo>
                    <a:pt x="68" y="505"/>
                  </a:lnTo>
                  <a:cubicBezTo>
                    <a:pt x="68" y="505"/>
                    <a:pt x="67" y="505"/>
                    <a:pt x="66" y="504"/>
                  </a:cubicBezTo>
                  <a:cubicBezTo>
                    <a:pt x="66" y="504"/>
                    <a:pt x="64" y="502"/>
                    <a:pt x="63" y="501"/>
                  </a:cubicBezTo>
                  <a:cubicBezTo>
                    <a:pt x="60" y="497"/>
                    <a:pt x="59" y="493"/>
                    <a:pt x="56" y="489"/>
                  </a:cubicBezTo>
                  <a:cubicBezTo>
                    <a:pt x="53" y="480"/>
                    <a:pt x="50" y="471"/>
                    <a:pt x="49" y="461"/>
                  </a:cubicBezTo>
                  <a:cubicBezTo>
                    <a:pt x="48" y="451"/>
                    <a:pt x="48" y="442"/>
                    <a:pt x="48" y="435"/>
                  </a:cubicBezTo>
                  <a:cubicBezTo>
                    <a:pt x="48" y="431"/>
                    <a:pt x="48" y="428"/>
                    <a:pt x="48" y="425"/>
                  </a:cubicBezTo>
                  <a:cubicBezTo>
                    <a:pt x="48" y="423"/>
                    <a:pt x="48" y="420"/>
                    <a:pt x="49" y="418"/>
                  </a:cubicBezTo>
                  <a:cubicBezTo>
                    <a:pt x="16" y="412"/>
                    <a:pt x="16" y="412"/>
                    <a:pt x="16" y="412"/>
                  </a:cubicBezTo>
                  <a:cubicBezTo>
                    <a:pt x="16" y="414"/>
                    <a:pt x="15" y="418"/>
                    <a:pt x="15" y="423"/>
                  </a:cubicBezTo>
                  <a:cubicBezTo>
                    <a:pt x="15" y="425"/>
                    <a:pt x="15" y="429"/>
                    <a:pt x="15" y="435"/>
                  </a:cubicBezTo>
                  <a:cubicBezTo>
                    <a:pt x="15" y="443"/>
                    <a:pt x="15" y="453"/>
                    <a:pt x="16" y="462"/>
                  </a:cubicBezTo>
                  <a:cubicBezTo>
                    <a:pt x="18" y="469"/>
                    <a:pt x="19" y="478"/>
                    <a:pt x="20" y="484"/>
                  </a:cubicBezTo>
                  <a:cubicBezTo>
                    <a:pt x="23" y="495"/>
                    <a:pt x="27" y="506"/>
                    <a:pt x="33" y="515"/>
                  </a:cubicBezTo>
                  <a:cubicBezTo>
                    <a:pt x="35" y="520"/>
                    <a:pt x="40" y="524"/>
                    <a:pt x="44" y="528"/>
                  </a:cubicBezTo>
                  <a:cubicBezTo>
                    <a:pt x="48" y="532"/>
                    <a:pt x="53" y="535"/>
                    <a:pt x="59" y="537"/>
                  </a:cubicBezTo>
                  <a:cubicBezTo>
                    <a:pt x="66" y="539"/>
                    <a:pt x="72" y="541"/>
                    <a:pt x="79" y="541"/>
                  </a:cubicBezTo>
                  <a:cubicBezTo>
                    <a:pt x="89" y="541"/>
                    <a:pt x="97" y="538"/>
                    <a:pt x="105" y="534"/>
                  </a:cubicBezTo>
                  <a:cubicBezTo>
                    <a:pt x="111" y="531"/>
                    <a:pt x="116" y="527"/>
                    <a:pt x="120" y="521"/>
                  </a:cubicBezTo>
                  <a:cubicBezTo>
                    <a:pt x="127" y="515"/>
                    <a:pt x="133" y="506"/>
                    <a:pt x="136" y="497"/>
                  </a:cubicBezTo>
                  <a:cubicBezTo>
                    <a:pt x="138" y="487"/>
                    <a:pt x="140" y="478"/>
                    <a:pt x="140" y="467"/>
                  </a:cubicBezTo>
                  <a:cubicBezTo>
                    <a:pt x="140" y="458"/>
                    <a:pt x="141" y="450"/>
                    <a:pt x="144" y="439"/>
                  </a:cubicBezTo>
                  <a:cubicBezTo>
                    <a:pt x="148" y="424"/>
                    <a:pt x="155" y="409"/>
                    <a:pt x="164" y="394"/>
                  </a:cubicBezTo>
                  <a:cubicBezTo>
                    <a:pt x="175" y="379"/>
                    <a:pt x="189" y="365"/>
                    <a:pt x="207" y="354"/>
                  </a:cubicBezTo>
                  <a:cubicBezTo>
                    <a:pt x="223" y="344"/>
                    <a:pt x="236" y="332"/>
                    <a:pt x="244" y="320"/>
                  </a:cubicBezTo>
                  <a:cubicBezTo>
                    <a:pt x="248" y="313"/>
                    <a:pt x="252" y="306"/>
                    <a:pt x="254" y="298"/>
                  </a:cubicBezTo>
                  <a:cubicBezTo>
                    <a:pt x="256" y="291"/>
                    <a:pt x="258" y="283"/>
                    <a:pt x="258" y="276"/>
                  </a:cubicBezTo>
                  <a:cubicBezTo>
                    <a:pt x="258" y="261"/>
                    <a:pt x="254" y="247"/>
                    <a:pt x="247" y="233"/>
                  </a:cubicBezTo>
                  <a:cubicBezTo>
                    <a:pt x="240" y="219"/>
                    <a:pt x="230" y="207"/>
                    <a:pt x="218" y="195"/>
                  </a:cubicBezTo>
                  <a:lnTo>
                    <a:pt x="218" y="195"/>
                  </a:lnTo>
                  <a:cubicBezTo>
                    <a:pt x="210" y="187"/>
                    <a:pt x="200" y="180"/>
                    <a:pt x="192" y="176"/>
                  </a:cubicBezTo>
                  <a:cubicBezTo>
                    <a:pt x="182" y="171"/>
                    <a:pt x="173" y="170"/>
                    <a:pt x="163" y="170"/>
                  </a:cubicBezTo>
                  <a:cubicBezTo>
                    <a:pt x="153" y="170"/>
                    <a:pt x="144" y="171"/>
                    <a:pt x="136" y="176"/>
                  </a:cubicBezTo>
                  <a:cubicBezTo>
                    <a:pt x="122" y="180"/>
                    <a:pt x="111" y="188"/>
                    <a:pt x="103" y="195"/>
                  </a:cubicBezTo>
                  <a:cubicBezTo>
                    <a:pt x="93" y="203"/>
                    <a:pt x="85" y="211"/>
                    <a:pt x="79" y="217"/>
                  </a:cubicBezTo>
                  <a:lnTo>
                    <a:pt x="79" y="217"/>
                  </a:lnTo>
                  <a:cubicBezTo>
                    <a:pt x="77" y="221"/>
                    <a:pt x="74" y="225"/>
                    <a:pt x="71" y="228"/>
                  </a:cubicBezTo>
                  <a:cubicBezTo>
                    <a:pt x="66" y="233"/>
                    <a:pt x="61" y="239"/>
                    <a:pt x="57" y="241"/>
                  </a:cubicBezTo>
                  <a:cubicBezTo>
                    <a:pt x="55" y="243"/>
                    <a:pt x="53" y="244"/>
                    <a:pt x="52" y="244"/>
                  </a:cubicBezTo>
                  <a:cubicBezTo>
                    <a:pt x="50" y="244"/>
                    <a:pt x="49" y="244"/>
                    <a:pt x="49" y="244"/>
                  </a:cubicBezTo>
                  <a:lnTo>
                    <a:pt x="49" y="244"/>
                  </a:lnTo>
                  <a:cubicBezTo>
                    <a:pt x="48" y="244"/>
                    <a:pt x="48" y="244"/>
                    <a:pt x="48" y="244"/>
                  </a:cubicBezTo>
                  <a:cubicBezTo>
                    <a:pt x="46" y="243"/>
                    <a:pt x="45" y="241"/>
                    <a:pt x="44" y="239"/>
                  </a:cubicBezTo>
                  <a:cubicBezTo>
                    <a:pt x="42" y="237"/>
                    <a:pt x="40" y="233"/>
                    <a:pt x="38" y="229"/>
                  </a:cubicBezTo>
                  <a:lnTo>
                    <a:pt x="38" y="229"/>
                  </a:lnTo>
                  <a:cubicBezTo>
                    <a:pt x="37" y="226"/>
                    <a:pt x="35" y="222"/>
                    <a:pt x="34" y="215"/>
                  </a:cubicBezTo>
                  <a:cubicBezTo>
                    <a:pt x="34" y="210"/>
                    <a:pt x="33" y="203"/>
                    <a:pt x="33" y="196"/>
                  </a:cubicBezTo>
                  <a:cubicBezTo>
                    <a:pt x="33" y="181"/>
                    <a:pt x="35" y="162"/>
                    <a:pt x="41" y="144"/>
                  </a:cubicBezTo>
                  <a:cubicBezTo>
                    <a:pt x="44" y="130"/>
                    <a:pt x="49" y="115"/>
                    <a:pt x="57" y="103"/>
                  </a:cubicBezTo>
                  <a:cubicBezTo>
                    <a:pt x="61" y="93"/>
                    <a:pt x="68" y="84"/>
                    <a:pt x="75" y="75"/>
                  </a:cubicBezTo>
                  <a:cubicBezTo>
                    <a:pt x="86" y="63"/>
                    <a:pt x="100" y="52"/>
                    <a:pt x="115" y="45"/>
                  </a:cubicBezTo>
                  <a:cubicBezTo>
                    <a:pt x="131" y="37"/>
                    <a:pt x="151" y="33"/>
                    <a:pt x="173" y="33"/>
                  </a:cubicBezTo>
                  <a:cubicBezTo>
                    <a:pt x="182" y="33"/>
                    <a:pt x="193" y="34"/>
                    <a:pt x="204" y="36"/>
                  </a:cubicBezTo>
                  <a:cubicBezTo>
                    <a:pt x="232" y="40"/>
                    <a:pt x="252" y="48"/>
                    <a:pt x="269" y="59"/>
                  </a:cubicBezTo>
                  <a:cubicBezTo>
                    <a:pt x="281" y="67"/>
                    <a:pt x="289" y="75"/>
                    <a:pt x="298" y="85"/>
                  </a:cubicBezTo>
                  <a:cubicBezTo>
                    <a:pt x="309" y="100"/>
                    <a:pt x="315" y="117"/>
                    <a:pt x="320" y="133"/>
                  </a:cubicBezTo>
                  <a:cubicBezTo>
                    <a:pt x="324" y="149"/>
                    <a:pt x="325" y="166"/>
                    <a:pt x="325" y="180"/>
                  </a:cubicBezTo>
                  <a:cubicBezTo>
                    <a:pt x="325" y="191"/>
                    <a:pt x="325" y="199"/>
                    <a:pt x="324" y="206"/>
                  </a:cubicBezTo>
                  <a:cubicBezTo>
                    <a:pt x="324" y="208"/>
                    <a:pt x="324" y="211"/>
                    <a:pt x="322" y="213"/>
                  </a:cubicBezTo>
                  <a:lnTo>
                    <a:pt x="322" y="214"/>
                  </a:lnTo>
                  <a:lnTo>
                    <a:pt x="322" y="214"/>
                  </a:lnTo>
                  <a:cubicBezTo>
                    <a:pt x="322" y="215"/>
                    <a:pt x="322" y="215"/>
                    <a:pt x="322" y="215"/>
                  </a:cubicBezTo>
                  <a:cubicBezTo>
                    <a:pt x="329" y="215"/>
                    <a:pt x="329" y="215"/>
                    <a:pt x="329" y="215"/>
                  </a:cubicBezTo>
                  <a:cubicBezTo>
                    <a:pt x="322" y="214"/>
                    <a:pt x="322" y="214"/>
                    <a:pt x="322" y="214"/>
                  </a:cubicBezTo>
                  <a:cubicBezTo>
                    <a:pt x="355" y="222"/>
                    <a:pt x="355" y="222"/>
                    <a:pt x="355" y="222"/>
                  </a:cubicBezTo>
                  <a:lnTo>
                    <a:pt x="355" y="222"/>
                  </a:lnTo>
                  <a:cubicBezTo>
                    <a:pt x="355" y="221"/>
                    <a:pt x="358" y="204"/>
                    <a:pt x="358" y="180"/>
                  </a:cubicBezTo>
                  <a:cubicBezTo>
                    <a:pt x="358" y="166"/>
                    <a:pt x="357" y="149"/>
                    <a:pt x="354"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3" name="Freeform 601">
              <a:extLst>
                <a:ext uri="{FF2B5EF4-FFF2-40B4-BE49-F238E27FC236}">
                  <a16:creationId xmlns:a16="http://schemas.microsoft.com/office/drawing/2014/main" id="{47D74466-C415-E751-0FC5-5A06F4A217F6}"/>
                </a:ext>
              </a:extLst>
            </p:cNvPr>
            <p:cNvSpPr>
              <a:spLocks noChangeArrowheads="1"/>
            </p:cNvSpPr>
            <p:nvPr/>
          </p:nvSpPr>
          <p:spPr bwMode="auto">
            <a:xfrm>
              <a:off x="3238500" y="4851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4" name="Freeform 602">
              <a:extLst>
                <a:ext uri="{FF2B5EF4-FFF2-40B4-BE49-F238E27FC236}">
                  <a16:creationId xmlns:a16="http://schemas.microsoft.com/office/drawing/2014/main" id="{C974DB32-3B01-6B0B-4C9A-0362FDC8D857}"/>
                </a:ext>
              </a:extLst>
            </p:cNvPr>
            <p:cNvSpPr>
              <a:spLocks noChangeArrowheads="1"/>
            </p:cNvSpPr>
            <p:nvPr/>
          </p:nvSpPr>
          <p:spPr bwMode="auto">
            <a:xfrm>
              <a:off x="3221038" y="47450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5" name="Group 739">
            <a:extLst>
              <a:ext uri="{FF2B5EF4-FFF2-40B4-BE49-F238E27FC236}">
                <a16:creationId xmlns:a16="http://schemas.microsoft.com/office/drawing/2014/main" id="{90D348F4-BAA3-FF20-7C11-3464866335AC}"/>
              </a:ext>
            </a:extLst>
          </p:cNvPr>
          <p:cNvGrpSpPr/>
          <p:nvPr/>
        </p:nvGrpSpPr>
        <p:grpSpPr>
          <a:xfrm>
            <a:off x="7795206" y="4650210"/>
            <a:ext cx="246062" cy="312738"/>
            <a:chOff x="3186113" y="3943350"/>
            <a:chExt cx="246062" cy="312738"/>
          </a:xfrm>
          <a:solidFill>
            <a:schemeClr val="tx2"/>
          </a:solidFill>
        </p:grpSpPr>
        <p:sp>
          <p:nvSpPr>
            <p:cNvPr id="686" name="Freeform 568">
              <a:extLst>
                <a:ext uri="{FF2B5EF4-FFF2-40B4-BE49-F238E27FC236}">
                  <a16:creationId xmlns:a16="http://schemas.microsoft.com/office/drawing/2014/main" id="{4760CABC-4C62-4446-5187-93F650DA250A}"/>
                </a:ext>
              </a:extLst>
            </p:cNvPr>
            <p:cNvSpPr>
              <a:spLocks noChangeArrowheads="1"/>
            </p:cNvSpPr>
            <p:nvPr/>
          </p:nvSpPr>
          <p:spPr bwMode="auto">
            <a:xfrm>
              <a:off x="3262313" y="3971925"/>
              <a:ext cx="84137" cy="25400"/>
            </a:xfrm>
            <a:custGeom>
              <a:avLst/>
              <a:gdLst>
                <a:gd name="T0" fmla="*/ 230 w 234"/>
                <a:gd name="T1" fmla="*/ 35 h 71"/>
                <a:gd name="T2" fmla="*/ 230 w 234"/>
                <a:gd name="T3" fmla="*/ 35 h 71"/>
                <a:gd name="T4" fmla="*/ 221 w 234"/>
                <a:gd name="T5" fmla="*/ 14 h 71"/>
                <a:gd name="T6" fmla="*/ 141 w 234"/>
                <a:gd name="T7" fmla="*/ 0 h 71"/>
                <a:gd name="T8" fmla="*/ 9 w 234"/>
                <a:gd name="T9" fmla="*/ 37 h 71"/>
                <a:gd name="T10" fmla="*/ 4 w 234"/>
                <a:gd name="T11" fmla="*/ 61 h 71"/>
                <a:gd name="T12" fmla="*/ 26 w 234"/>
                <a:gd name="T13" fmla="*/ 66 h 71"/>
                <a:gd name="T14" fmla="*/ 26 w 234"/>
                <a:gd name="T15" fmla="*/ 66 h 71"/>
                <a:gd name="T16" fmla="*/ 141 w 234"/>
                <a:gd name="T17" fmla="*/ 33 h 71"/>
                <a:gd name="T18" fmla="*/ 210 w 234"/>
                <a:gd name="T19" fmla="*/ 46 h 71"/>
                <a:gd name="T20" fmla="*/ 230 w 234"/>
                <a:gd name="T21" fmla="*/ 3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34" h="71">
                  <a:moveTo>
                    <a:pt x="230" y="35"/>
                  </a:moveTo>
                  <a:lnTo>
                    <a:pt x="230" y="35"/>
                  </a:lnTo>
                  <a:cubicBezTo>
                    <a:pt x="233" y="26"/>
                    <a:pt x="229" y="17"/>
                    <a:pt x="221" y="14"/>
                  </a:cubicBezTo>
                  <a:cubicBezTo>
                    <a:pt x="195" y="6"/>
                    <a:pt x="167" y="0"/>
                    <a:pt x="141" y="0"/>
                  </a:cubicBezTo>
                  <a:cubicBezTo>
                    <a:pt x="95" y="0"/>
                    <a:pt x="49" y="14"/>
                    <a:pt x="9" y="37"/>
                  </a:cubicBezTo>
                  <a:cubicBezTo>
                    <a:pt x="1" y="41"/>
                    <a:pt x="0" y="52"/>
                    <a:pt x="4" y="61"/>
                  </a:cubicBezTo>
                  <a:cubicBezTo>
                    <a:pt x="8" y="67"/>
                    <a:pt x="19" y="70"/>
                    <a:pt x="26" y="66"/>
                  </a:cubicBezTo>
                  <a:lnTo>
                    <a:pt x="26" y="66"/>
                  </a:lnTo>
                  <a:cubicBezTo>
                    <a:pt x="62" y="44"/>
                    <a:pt x="100" y="33"/>
                    <a:pt x="141" y="33"/>
                  </a:cubicBezTo>
                  <a:cubicBezTo>
                    <a:pt x="165" y="33"/>
                    <a:pt x="188" y="37"/>
                    <a:pt x="210" y="46"/>
                  </a:cubicBezTo>
                  <a:cubicBezTo>
                    <a:pt x="218" y="48"/>
                    <a:pt x="228" y="43"/>
                    <a:pt x="230"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7" name="Freeform 569">
              <a:extLst>
                <a:ext uri="{FF2B5EF4-FFF2-40B4-BE49-F238E27FC236}">
                  <a16:creationId xmlns:a16="http://schemas.microsoft.com/office/drawing/2014/main" id="{A0B932A3-2E0C-37CD-EF77-6677EC748C62}"/>
                </a:ext>
              </a:extLst>
            </p:cNvPr>
            <p:cNvSpPr>
              <a:spLocks noChangeArrowheads="1"/>
            </p:cNvSpPr>
            <p:nvPr/>
          </p:nvSpPr>
          <p:spPr bwMode="auto">
            <a:xfrm>
              <a:off x="3300413" y="3998913"/>
              <a:ext cx="31750" cy="12700"/>
            </a:xfrm>
            <a:custGeom>
              <a:avLst/>
              <a:gdLst>
                <a:gd name="T0" fmla="*/ 64 w 86"/>
                <a:gd name="T1" fmla="*/ 35 h 37"/>
                <a:gd name="T2" fmla="*/ 64 w 86"/>
                <a:gd name="T3" fmla="*/ 35 h 37"/>
                <a:gd name="T4" fmla="*/ 83 w 86"/>
                <a:gd name="T5" fmla="*/ 21 h 37"/>
                <a:gd name="T6" fmla="*/ 70 w 86"/>
                <a:gd name="T7" fmla="*/ 2 h 37"/>
                <a:gd name="T8" fmla="*/ 43 w 86"/>
                <a:gd name="T9" fmla="*/ 0 h 37"/>
                <a:gd name="T10" fmla="*/ 15 w 86"/>
                <a:gd name="T11" fmla="*/ 2 h 37"/>
                <a:gd name="T12" fmla="*/ 2 w 86"/>
                <a:gd name="T13" fmla="*/ 21 h 37"/>
                <a:gd name="T14" fmla="*/ 20 w 86"/>
                <a:gd name="T15" fmla="*/ 35 h 37"/>
                <a:gd name="T16" fmla="*/ 20 w 86"/>
                <a:gd name="T17" fmla="*/ 35 h 37"/>
                <a:gd name="T18" fmla="*/ 43 w 86"/>
                <a:gd name="T19" fmla="*/ 33 h 37"/>
                <a:gd name="T20" fmla="*/ 64 w 86"/>
                <a:gd name="T21" fmla="*/ 35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6" h="37">
                  <a:moveTo>
                    <a:pt x="64" y="35"/>
                  </a:moveTo>
                  <a:lnTo>
                    <a:pt x="64" y="35"/>
                  </a:lnTo>
                  <a:cubicBezTo>
                    <a:pt x="74" y="36"/>
                    <a:pt x="82" y="29"/>
                    <a:pt x="83" y="21"/>
                  </a:cubicBezTo>
                  <a:cubicBezTo>
                    <a:pt x="85" y="11"/>
                    <a:pt x="78" y="3"/>
                    <a:pt x="70" y="2"/>
                  </a:cubicBezTo>
                  <a:cubicBezTo>
                    <a:pt x="61" y="0"/>
                    <a:pt x="52" y="0"/>
                    <a:pt x="43" y="0"/>
                  </a:cubicBezTo>
                  <a:cubicBezTo>
                    <a:pt x="34" y="0"/>
                    <a:pt x="24" y="0"/>
                    <a:pt x="15" y="2"/>
                  </a:cubicBezTo>
                  <a:cubicBezTo>
                    <a:pt x="6" y="5"/>
                    <a:pt x="0" y="13"/>
                    <a:pt x="2" y="21"/>
                  </a:cubicBezTo>
                  <a:cubicBezTo>
                    <a:pt x="4" y="31"/>
                    <a:pt x="12" y="36"/>
                    <a:pt x="20" y="35"/>
                  </a:cubicBezTo>
                  <a:lnTo>
                    <a:pt x="20" y="35"/>
                  </a:lnTo>
                  <a:cubicBezTo>
                    <a:pt x="28" y="33"/>
                    <a:pt x="37" y="33"/>
                    <a:pt x="43" y="33"/>
                  </a:cubicBezTo>
                  <a:cubicBezTo>
                    <a:pt x="50" y="33"/>
                    <a:pt x="57" y="33"/>
                    <a:pt x="6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8" name="Freeform 570">
              <a:extLst>
                <a:ext uri="{FF2B5EF4-FFF2-40B4-BE49-F238E27FC236}">
                  <a16:creationId xmlns:a16="http://schemas.microsoft.com/office/drawing/2014/main" id="{5D119AA0-A729-C3ED-E89F-8BB60D71E56F}"/>
                </a:ext>
              </a:extLst>
            </p:cNvPr>
            <p:cNvSpPr>
              <a:spLocks noChangeArrowheads="1"/>
            </p:cNvSpPr>
            <p:nvPr/>
          </p:nvSpPr>
          <p:spPr bwMode="auto">
            <a:xfrm>
              <a:off x="3190875" y="4071938"/>
              <a:ext cx="90488" cy="109537"/>
            </a:xfrm>
            <a:custGeom>
              <a:avLst/>
              <a:gdLst>
                <a:gd name="T0" fmla="*/ 225 w 250"/>
                <a:gd name="T1" fmla="*/ 301 h 306"/>
                <a:gd name="T2" fmla="*/ 225 w 250"/>
                <a:gd name="T3" fmla="*/ 301 h 306"/>
                <a:gd name="T4" fmla="*/ 246 w 250"/>
                <a:gd name="T5" fmla="*/ 291 h 306"/>
                <a:gd name="T6" fmla="*/ 236 w 250"/>
                <a:gd name="T7" fmla="*/ 271 h 306"/>
                <a:gd name="T8" fmla="*/ 236 w 250"/>
                <a:gd name="T9" fmla="*/ 271 h 306"/>
                <a:gd name="T10" fmla="*/ 99 w 250"/>
                <a:gd name="T11" fmla="*/ 172 h 306"/>
                <a:gd name="T12" fmla="*/ 35 w 250"/>
                <a:gd name="T13" fmla="*/ 15 h 306"/>
                <a:gd name="T14" fmla="*/ 15 w 250"/>
                <a:gd name="T15" fmla="*/ 0 h 306"/>
                <a:gd name="T16" fmla="*/ 2 w 250"/>
                <a:gd name="T17" fmla="*/ 19 h 306"/>
                <a:gd name="T18" fmla="*/ 73 w 250"/>
                <a:gd name="T19" fmla="*/ 192 h 306"/>
                <a:gd name="T20" fmla="*/ 225 w 250"/>
                <a:gd name="T21" fmla="*/ 301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306">
                  <a:moveTo>
                    <a:pt x="225" y="301"/>
                  </a:moveTo>
                  <a:lnTo>
                    <a:pt x="225" y="301"/>
                  </a:lnTo>
                  <a:cubicBezTo>
                    <a:pt x="234" y="305"/>
                    <a:pt x="243" y="299"/>
                    <a:pt x="246" y="291"/>
                  </a:cubicBezTo>
                  <a:cubicBezTo>
                    <a:pt x="249" y="283"/>
                    <a:pt x="245" y="273"/>
                    <a:pt x="236" y="271"/>
                  </a:cubicBezTo>
                  <a:lnTo>
                    <a:pt x="236" y="271"/>
                  </a:lnTo>
                  <a:cubicBezTo>
                    <a:pt x="181" y="250"/>
                    <a:pt x="135" y="216"/>
                    <a:pt x="99" y="172"/>
                  </a:cubicBezTo>
                  <a:cubicBezTo>
                    <a:pt x="65" y="128"/>
                    <a:pt x="41" y="74"/>
                    <a:pt x="35" y="15"/>
                  </a:cubicBezTo>
                  <a:cubicBezTo>
                    <a:pt x="33" y="6"/>
                    <a:pt x="25" y="0"/>
                    <a:pt x="15" y="0"/>
                  </a:cubicBezTo>
                  <a:cubicBezTo>
                    <a:pt x="7" y="2"/>
                    <a:pt x="0" y="10"/>
                    <a:pt x="2" y="19"/>
                  </a:cubicBezTo>
                  <a:cubicBezTo>
                    <a:pt x="8" y="84"/>
                    <a:pt x="35" y="143"/>
                    <a:pt x="73" y="192"/>
                  </a:cubicBezTo>
                  <a:cubicBezTo>
                    <a:pt x="113" y="242"/>
                    <a:pt x="165" y="279"/>
                    <a:pt x="225" y="3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9" name="Freeform 571">
              <a:extLst>
                <a:ext uri="{FF2B5EF4-FFF2-40B4-BE49-F238E27FC236}">
                  <a16:creationId xmlns:a16="http://schemas.microsoft.com/office/drawing/2014/main" id="{249B6562-9BC5-3F99-7AC6-33BF2A10E22F}"/>
                </a:ext>
              </a:extLst>
            </p:cNvPr>
            <p:cNvSpPr>
              <a:spLocks noChangeArrowheads="1"/>
            </p:cNvSpPr>
            <p:nvPr/>
          </p:nvSpPr>
          <p:spPr bwMode="auto">
            <a:xfrm>
              <a:off x="3227388" y="3943350"/>
              <a:ext cx="134937" cy="41275"/>
            </a:xfrm>
            <a:custGeom>
              <a:avLst/>
              <a:gdLst>
                <a:gd name="T0" fmla="*/ 31 w 377"/>
                <a:gd name="T1" fmla="*/ 106 h 114"/>
                <a:gd name="T2" fmla="*/ 31 w 377"/>
                <a:gd name="T3" fmla="*/ 106 h 114"/>
                <a:gd name="T4" fmla="*/ 31 w 377"/>
                <a:gd name="T5" fmla="*/ 106 h 114"/>
                <a:gd name="T6" fmla="*/ 230 w 377"/>
                <a:gd name="T7" fmla="*/ 33 h 114"/>
                <a:gd name="T8" fmla="*/ 352 w 377"/>
                <a:gd name="T9" fmla="*/ 59 h 114"/>
                <a:gd name="T10" fmla="*/ 374 w 377"/>
                <a:gd name="T11" fmla="*/ 50 h 114"/>
                <a:gd name="T12" fmla="*/ 364 w 377"/>
                <a:gd name="T13" fmla="*/ 29 h 114"/>
                <a:gd name="T14" fmla="*/ 230 w 377"/>
                <a:gd name="T15" fmla="*/ 0 h 114"/>
                <a:gd name="T16" fmla="*/ 9 w 377"/>
                <a:gd name="T17" fmla="*/ 81 h 114"/>
                <a:gd name="T18" fmla="*/ 7 w 377"/>
                <a:gd name="T19" fmla="*/ 105 h 114"/>
                <a:gd name="T20" fmla="*/ 31 w 377"/>
                <a:gd name="T21" fmla="*/ 10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77" h="114">
                  <a:moveTo>
                    <a:pt x="31" y="106"/>
                  </a:moveTo>
                  <a:lnTo>
                    <a:pt x="31" y="106"/>
                  </a:lnTo>
                  <a:lnTo>
                    <a:pt x="31" y="106"/>
                  </a:lnTo>
                  <a:cubicBezTo>
                    <a:pt x="87" y="59"/>
                    <a:pt x="157" y="33"/>
                    <a:pt x="230" y="33"/>
                  </a:cubicBezTo>
                  <a:cubicBezTo>
                    <a:pt x="271" y="33"/>
                    <a:pt x="312" y="42"/>
                    <a:pt x="352" y="59"/>
                  </a:cubicBezTo>
                  <a:cubicBezTo>
                    <a:pt x="360" y="62"/>
                    <a:pt x="370" y="59"/>
                    <a:pt x="374" y="50"/>
                  </a:cubicBezTo>
                  <a:cubicBezTo>
                    <a:pt x="376" y="42"/>
                    <a:pt x="374" y="32"/>
                    <a:pt x="364" y="29"/>
                  </a:cubicBezTo>
                  <a:cubicBezTo>
                    <a:pt x="322" y="10"/>
                    <a:pt x="275" y="0"/>
                    <a:pt x="230" y="0"/>
                  </a:cubicBezTo>
                  <a:cubicBezTo>
                    <a:pt x="150" y="0"/>
                    <a:pt x="72" y="29"/>
                    <a:pt x="9" y="81"/>
                  </a:cubicBezTo>
                  <a:cubicBezTo>
                    <a:pt x="2" y="87"/>
                    <a:pt x="0" y="98"/>
                    <a:pt x="7" y="105"/>
                  </a:cubicBezTo>
                  <a:cubicBezTo>
                    <a:pt x="13" y="112"/>
                    <a:pt x="24" y="113"/>
                    <a:pt x="31"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0" name="Freeform 572">
              <a:extLst>
                <a:ext uri="{FF2B5EF4-FFF2-40B4-BE49-F238E27FC236}">
                  <a16:creationId xmlns:a16="http://schemas.microsoft.com/office/drawing/2014/main" id="{71A61FDA-4DFF-AE99-113A-C95369051885}"/>
                </a:ext>
              </a:extLst>
            </p:cNvPr>
            <p:cNvSpPr>
              <a:spLocks noChangeArrowheads="1"/>
            </p:cNvSpPr>
            <p:nvPr/>
          </p:nvSpPr>
          <p:spPr bwMode="auto">
            <a:xfrm>
              <a:off x="3348038" y="4083050"/>
              <a:ext cx="22225" cy="28575"/>
            </a:xfrm>
            <a:custGeom>
              <a:avLst/>
              <a:gdLst>
                <a:gd name="T0" fmla="*/ 48 w 62"/>
                <a:gd name="T1" fmla="*/ 4 h 80"/>
                <a:gd name="T2" fmla="*/ 48 w 62"/>
                <a:gd name="T3" fmla="*/ 4 h 80"/>
                <a:gd name="T4" fmla="*/ 27 w 62"/>
                <a:gd name="T5" fmla="*/ 14 h 80"/>
                <a:gd name="T6" fmla="*/ 27 w 62"/>
                <a:gd name="T7" fmla="*/ 14 h 80"/>
                <a:gd name="T8" fmla="*/ 5 w 62"/>
                <a:gd name="T9" fmla="*/ 51 h 80"/>
                <a:gd name="T10" fmla="*/ 8 w 62"/>
                <a:gd name="T11" fmla="*/ 74 h 80"/>
                <a:gd name="T12" fmla="*/ 31 w 62"/>
                <a:gd name="T13" fmla="*/ 71 h 80"/>
                <a:gd name="T14" fmla="*/ 57 w 62"/>
                <a:gd name="T15" fmla="*/ 25 h 80"/>
                <a:gd name="T16" fmla="*/ 48 w 62"/>
                <a:gd name="T17" fmla="*/ 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80">
                  <a:moveTo>
                    <a:pt x="48" y="4"/>
                  </a:moveTo>
                  <a:lnTo>
                    <a:pt x="48" y="4"/>
                  </a:lnTo>
                  <a:cubicBezTo>
                    <a:pt x="39" y="0"/>
                    <a:pt x="30" y="4"/>
                    <a:pt x="27" y="14"/>
                  </a:cubicBezTo>
                  <a:lnTo>
                    <a:pt x="27" y="14"/>
                  </a:lnTo>
                  <a:cubicBezTo>
                    <a:pt x="22" y="27"/>
                    <a:pt x="15" y="40"/>
                    <a:pt x="5" y="51"/>
                  </a:cubicBezTo>
                  <a:cubicBezTo>
                    <a:pt x="0" y="57"/>
                    <a:pt x="1" y="68"/>
                    <a:pt x="8" y="74"/>
                  </a:cubicBezTo>
                  <a:cubicBezTo>
                    <a:pt x="15" y="79"/>
                    <a:pt x="26" y="78"/>
                    <a:pt x="31" y="71"/>
                  </a:cubicBezTo>
                  <a:cubicBezTo>
                    <a:pt x="42" y="57"/>
                    <a:pt x="52" y="41"/>
                    <a:pt x="57" y="25"/>
                  </a:cubicBezTo>
                  <a:cubicBezTo>
                    <a:pt x="61" y="16"/>
                    <a:pt x="57" y="7"/>
                    <a:pt x="48"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1" name="Freeform 573">
              <a:extLst>
                <a:ext uri="{FF2B5EF4-FFF2-40B4-BE49-F238E27FC236}">
                  <a16:creationId xmlns:a16="http://schemas.microsoft.com/office/drawing/2014/main" id="{8DD21798-7E22-A09C-9768-4508C88EAF46}"/>
                </a:ext>
              </a:extLst>
            </p:cNvPr>
            <p:cNvSpPr>
              <a:spLocks noChangeArrowheads="1"/>
            </p:cNvSpPr>
            <p:nvPr/>
          </p:nvSpPr>
          <p:spPr bwMode="auto">
            <a:xfrm>
              <a:off x="3360738" y="4059238"/>
              <a:ext cx="41275" cy="77787"/>
            </a:xfrm>
            <a:custGeom>
              <a:avLst/>
              <a:gdLst>
                <a:gd name="T0" fmla="*/ 7 w 115"/>
                <a:gd name="T1" fmla="*/ 186 h 217"/>
                <a:gd name="T2" fmla="*/ 7 w 115"/>
                <a:gd name="T3" fmla="*/ 186 h 217"/>
                <a:gd name="T4" fmla="*/ 5 w 115"/>
                <a:gd name="T5" fmla="*/ 210 h 217"/>
                <a:gd name="T6" fmla="*/ 29 w 115"/>
                <a:gd name="T7" fmla="*/ 211 h 217"/>
                <a:gd name="T8" fmla="*/ 114 w 115"/>
                <a:gd name="T9" fmla="*/ 22 h 217"/>
                <a:gd name="T10" fmla="*/ 114 w 115"/>
                <a:gd name="T11" fmla="*/ 16 h 217"/>
                <a:gd name="T12" fmla="*/ 97 w 115"/>
                <a:gd name="T13" fmla="*/ 0 h 217"/>
                <a:gd name="T14" fmla="*/ 81 w 115"/>
                <a:gd name="T15" fmla="*/ 17 h 217"/>
                <a:gd name="T16" fmla="*/ 81 w 115"/>
                <a:gd name="T17" fmla="*/ 17 h 217"/>
                <a:gd name="T18" fmla="*/ 81 w 115"/>
                <a:gd name="T19" fmla="*/ 22 h 217"/>
                <a:gd name="T20" fmla="*/ 7 w 115"/>
                <a:gd name="T21" fmla="*/ 18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5" h="217">
                  <a:moveTo>
                    <a:pt x="7" y="186"/>
                  </a:moveTo>
                  <a:lnTo>
                    <a:pt x="7" y="186"/>
                  </a:lnTo>
                  <a:cubicBezTo>
                    <a:pt x="0" y="192"/>
                    <a:pt x="0" y="203"/>
                    <a:pt x="5" y="210"/>
                  </a:cubicBezTo>
                  <a:cubicBezTo>
                    <a:pt x="12" y="216"/>
                    <a:pt x="22" y="216"/>
                    <a:pt x="29" y="211"/>
                  </a:cubicBezTo>
                  <a:cubicBezTo>
                    <a:pt x="83" y="163"/>
                    <a:pt x="114" y="93"/>
                    <a:pt x="114" y="22"/>
                  </a:cubicBezTo>
                  <a:cubicBezTo>
                    <a:pt x="114" y="20"/>
                    <a:pt x="114" y="17"/>
                    <a:pt x="114" y="16"/>
                  </a:cubicBezTo>
                  <a:cubicBezTo>
                    <a:pt x="114" y="8"/>
                    <a:pt x="107" y="0"/>
                    <a:pt x="97" y="0"/>
                  </a:cubicBezTo>
                  <a:cubicBezTo>
                    <a:pt x="88" y="1"/>
                    <a:pt x="81" y="8"/>
                    <a:pt x="81" y="17"/>
                  </a:cubicBezTo>
                  <a:lnTo>
                    <a:pt x="81" y="17"/>
                  </a:lnTo>
                  <a:cubicBezTo>
                    <a:pt x="81" y="19"/>
                    <a:pt x="81" y="20"/>
                    <a:pt x="81" y="22"/>
                  </a:cubicBezTo>
                  <a:cubicBezTo>
                    <a:pt x="81" y="83"/>
                    <a:pt x="55" y="144"/>
                    <a:pt x="7" y="1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2" name="Freeform 574">
              <a:extLst>
                <a:ext uri="{FF2B5EF4-FFF2-40B4-BE49-F238E27FC236}">
                  <a16:creationId xmlns:a16="http://schemas.microsoft.com/office/drawing/2014/main" id="{A636EAD8-2709-9EE7-07EE-3C1837A49155}"/>
                </a:ext>
              </a:extLst>
            </p:cNvPr>
            <p:cNvSpPr>
              <a:spLocks noChangeArrowheads="1"/>
            </p:cNvSpPr>
            <p:nvPr/>
          </p:nvSpPr>
          <p:spPr bwMode="auto">
            <a:xfrm>
              <a:off x="3217863" y="4075113"/>
              <a:ext cx="55562" cy="71437"/>
            </a:xfrm>
            <a:custGeom>
              <a:avLst/>
              <a:gdLst>
                <a:gd name="T0" fmla="*/ 14 w 155"/>
                <a:gd name="T1" fmla="*/ 1 h 197"/>
                <a:gd name="T2" fmla="*/ 14 w 155"/>
                <a:gd name="T3" fmla="*/ 1 h 197"/>
                <a:gd name="T4" fmla="*/ 1 w 155"/>
                <a:gd name="T5" fmla="*/ 21 h 197"/>
                <a:gd name="T6" fmla="*/ 128 w 155"/>
                <a:gd name="T7" fmla="*/ 192 h 197"/>
                <a:gd name="T8" fmla="*/ 150 w 155"/>
                <a:gd name="T9" fmla="*/ 185 h 197"/>
                <a:gd name="T10" fmla="*/ 143 w 155"/>
                <a:gd name="T11" fmla="*/ 163 h 197"/>
                <a:gd name="T12" fmla="*/ 143 w 155"/>
                <a:gd name="T13" fmla="*/ 163 h 197"/>
                <a:gd name="T14" fmla="*/ 33 w 155"/>
                <a:gd name="T15" fmla="*/ 14 h 197"/>
                <a:gd name="T16" fmla="*/ 14 w 155"/>
                <a:gd name="T17" fmla="*/ 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5" h="197">
                  <a:moveTo>
                    <a:pt x="14" y="1"/>
                  </a:moveTo>
                  <a:lnTo>
                    <a:pt x="14" y="1"/>
                  </a:lnTo>
                  <a:cubicBezTo>
                    <a:pt x="6" y="3"/>
                    <a:pt x="0" y="12"/>
                    <a:pt x="1" y="21"/>
                  </a:cubicBezTo>
                  <a:cubicBezTo>
                    <a:pt x="17" y="95"/>
                    <a:pt x="63" y="157"/>
                    <a:pt x="128" y="192"/>
                  </a:cubicBezTo>
                  <a:cubicBezTo>
                    <a:pt x="135" y="196"/>
                    <a:pt x="146" y="194"/>
                    <a:pt x="150" y="185"/>
                  </a:cubicBezTo>
                  <a:cubicBezTo>
                    <a:pt x="154" y="177"/>
                    <a:pt x="151" y="168"/>
                    <a:pt x="143" y="163"/>
                  </a:cubicBezTo>
                  <a:lnTo>
                    <a:pt x="143" y="163"/>
                  </a:lnTo>
                  <a:cubicBezTo>
                    <a:pt x="87" y="133"/>
                    <a:pt x="47" y="78"/>
                    <a:pt x="33" y="14"/>
                  </a:cubicBezTo>
                  <a:cubicBezTo>
                    <a:pt x="32" y="6"/>
                    <a:pt x="23" y="0"/>
                    <a:pt x="14"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3" name="Freeform 575">
              <a:extLst>
                <a:ext uri="{FF2B5EF4-FFF2-40B4-BE49-F238E27FC236}">
                  <a16:creationId xmlns:a16="http://schemas.microsoft.com/office/drawing/2014/main" id="{30CDF516-BFBB-7F09-232E-F1E7434174E4}"/>
                </a:ext>
              </a:extLst>
            </p:cNvPr>
            <p:cNvSpPr>
              <a:spLocks noChangeArrowheads="1"/>
            </p:cNvSpPr>
            <p:nvPr/>
          </p:nvSpPr>
          <p:spPr bwMode="auto">
            <a:xfrm>
              <a:off x="3186113" y="3959225"/>
              <a:ext cx="220662" cy="296863"/>
            </a:xfrm>
            <a:custGeom>
              <a:avLst/>
              <a:gdLst>
                <a:gd name="T0" fmla="*/ 596 w 612"/>
                <a:gd name="T1" fmla="*/ 791 h 826"/>
                <a:gd name="T2" fmla="*/ 596 w 612"/>
                <a:gd name="T3" fmla="*/ 791 h 826"/>
                <a:gd name="T4" fmla="*/ 483 w 612"/>
                <a:gd name="T5" fmla="*/ 772 h 826"/>
                <a:gd name="T6" fmla="*/ 359 w 612"/>
                <a:gd name="T7" fmla="*/ 763 h 826"/>
                <a:gd name="T8" fmla="*/ 359 w 612"/>
                <a:gd name="T9" fmla="*/ 360 h 826"/>
                <a:gd name="T10" fmla="*/ 476 w 612"/>
                <a:gd name="T11" fmla="*/ 596 h 826"/>
                <a:gd name="T12" fmla="*/ 498 w 612"/>
                <a:gd name="T13" fmla="*/ 603 h 826"/>
                <a:gd name="T14" fmla="*/ 505 w 612"/>
                <a:gd name="T15" fmla="*/ 581 h 826"/>
                <a:gd name="T16" fmla="*/ 387 w 612"/>
                <a:gd name="T17" fmla="*/ 341 h 826"/>
                <a:gd name="T18" fmla="*/ 403 w 612"/>
                <a:gd name="T19" fmla="*/ 320 h 826"/>
                <a:gd name="T20" fmla="*/ 403 w 612"/>
                <a:gd name="T21" fmla="*/ 320 h 826"/>
                <a:gd name="T22" fmla="*/ 409 w 612"/>
                <a:gd name="T23" fmla="*/ 293 h 826"/>
                <a:gd name="T24" fmla="*/ 399 w 612"/>
                <a:gd name="T25" fmla="*/ 258 h 826"/>
                <a:gd name="T26" fmla="*/ 394 w 612"/>
                <a:gd name="T27" fmla="*/ 250 h 826"/>
                <a:gd name="T28" fmla="*/ 542 w 612"/>
                <a:gd name="T29" fmla="*/ 28 h 826"/>
                <a:gd name="T30" fmla="*/ 538 w 612"/>
                <a:gd name="T31" fmla="*/ 4 h 826"/>
                <a:gd name="T32" fmla="*/ 515 w 612"/>
                <a:gd name="T33" fmla="*/ 10 h 826"/>
                <a:gd name="T34" fmla="*/ 366 w 612"/>
                <a:gd name="T35" fmla="*/ 232 h 826"/>
                <a:gd name="T36" fmla="*/ 346 w 612"/>
                <a:gd name="T37" fmla="*/ 228 h 826"/>
                <a:gd name="T38" fmla="*/ 311 w 612"/>
                <a:gd name="T39" fmla="*/ 238 h 826"/>
                <a:gd name="T40" fmla="*/ 288 w 612"/>
                <a:gd name="T41" fmla="*/ 265 h 826"/>
                <a:gd name="T42" fmla="*/ 284 w 612"/>
                <a:gd name="T43" fmla="*/ 272 h 826"/>
                <a:gd name="T44" fmla="*/ 18 w 612"/>
                <a:gd name="T45" fmla="*/ 254 h 826"/>
                <a:gd name="T46" fmla="*/ 0 w 612"/>
                <a:gd name="T47" fmla="*/ 269 h 826"/>
                <a:gd name="T48" fmla="*/ 15 w 612"/>
                <a:gd name="T49" fmla="*/ 286 h 826"/>
                <a:gd name="T50" fmla="*/ 283 w 612"/>
                <a:gd name="T51" fmla="*/ 305 h 826"/>
                <a:gd name="T52" fmla="*/ 291 w 612"/>
                <a:gd name="T53" fmla="*/ 326 h 826"/>
                <a:gd name="T54" fmla="*/ 317 w 612"/>
                <a:gd name="T55" fmla="*/ 350 h 826"/>
                <a:gd name="T56" fmla="*/ 327 w 612"/>
                <a:gd name="T57" fmla="*/ 353 h 826"/>
                <a:gd name="T58" fmla="*/ 327 w 612"/>
                <a:gd name="T59" fmla="*/ 763 h 826"/>
                <a:gd name="T60" fmla="*/ 203 w 612"/>
                <a:gd name="T61" fmla="*/ 772 h 826"/>
                <a:gd name="T62" fmla="*/ 90 w 612"/>
                <a:gd name="T63" fmla="*/ 791 h 826"/>
                <a:gd name="T64" fmla="*/ 78 w 612"/>
                <a:gd name="T65" fmla="*/ 811 h 826"/>
                <a:gd name="T66" fmla="*/ 99 w 612"/>
                <a:gd name="T67" fmla="*/ 824 h 826"/>
                <a:gd name="T68" fmla="*/ 99 w 612"/>
                <a:gd name="T69" fmla="*/ 824 h 826"/>
                <a:gd name="T70" fmla="*/ 207 w 612"/>
                <a:gd name="T71" fmla="*/ 805 h 826"/>
                <a:gd name="T72" fmla="*/ 343 w 612"/>
                <a:gd name="T73" fmla="*/ 796 h 826"/>
                <a:gd name="T74" fmla="*/ 479 w 612"/>
                <a:gd name="T75" fmla="*/ 805 h 826"/>
                <a:gd name="T76" fmla="*/ 587 w 612"/>
                <a:gd name="T77" fmla="*/ 824 h 826"/>
                <a:gd name="T78" fmla="*/ 608 w 612"/>
                <a:gd name="T79" fmla="*/ 811 h 826"/>
                <a:gd name="T80" fmla="*/ 596 w 612"/>
                <a:gd name="T81" fmla="*/ 791 h 826"/>
                <a:gd name="T82" fmla="*/ 318 w 612"/>
                <a:gd name="T83" fmla="*/ 309 h 826"/>
                <a:gd name="T84" fmla="*/ 318 w 612"/>
                <a:gd name="T85" fmla="*/ 309 h 826"/>
                <a:gd name="T86" fmla="*/ 314 w 612"/>
                <a:gd name="T87" fmla="*/ 293 h 826"/>
                <a:gd name="T88" fmla="*/ 317 w 612"/>
                <a:gd name="T89" fmla="*/ 279 h 826"/>
                <a:gd name="T90" fmla="*/ 317 w 612"/>
                <a:gd name="T91" fmla="*/ 279 h 826"/>
                <a:gd name="T92" fmla="*/ 329 w 612"/>
                <a:gd name="T93" fmla="*/ 265 h 826"/>
                <a:gd name="T94" fmla="*/ 346 w 612"/>
                <a:gd name="T95" fmla="*/ 261 h 826"/>
                <a:gd name="T96" fmla="*/ 358 w 612"/>
                <a:gd name="T97" fmla="*/ 264 h 826"/>
                <a:gd name="T98" fmla="*/ 372 w 612"/>
                <a:gd name="T99" fmla="*/ 276 h 826"/>
                <a:gd name="T100" fmla="*/ 376 w 612"/>
                <a:gd name="T101" fmla="*/ 293 h 826"/>
                <a:gd name="T102" fmla="*/ 373 w 612"/>
                <a:gd name="T103" fmla="*/ 306 h 826"/>
                <a:gd name="T104" fmla="*/ 362 w 612"/>
                <a:gd name="T105" fmla="*/ 319 h 826"/>
                <a:gd name="T106" fmla="*/ 346 w 612"/>
                <a:gd name="T107" fmla="*/ 323 h 826"/>
                <a:gd name="T108" fmla="*/ 332 w 612"/>
                <a:gd name="T109" fmla="*/ 320 h 826"/>
                <a:gd name="T110" fmla="*/ 332 w 612"/>
                <a:gd name="T111" fmla="*/ 320 h 826"/>
                <a:gd name="T112" fmla="*/ 318 w 612"/>
                <a:gd name="T113" fmla="*/ 309 h 8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2" h="826">
                  <a:moveTo>
                    <a:pt x="596" y="791"/>
                  </a:moveTo>
                  <a:lnTo>
                    <a:pt x="596" y="791"/>
                  </a:lnTo>
                  <a:cubicBezTo>
                    <a:pt x="564" y="783"/>
                    <a:pt x="526" y="776"/>
                    <a:pt x="483" y="772"/>
                  </a:cubicBezTo>
                  <a:cubicBezTo>
                    <a:pt x="445" y="768"/>
                    <a:pt x="403" y="765"/>
                    <a:pt x="359" y="763"/>
                  </a:cubicBezTo>
                  <a:cubicBezTo>
                    <a:pt x="359" y="360"/>
                    <a:pt x="359" y="360"/>
                    <a:pt x="359" y="360"/>
                  </a:cubicBezTo>
                  <a:cubicBezTo>
                    <a:pt x="476" y="596"/>
                    <a:pt x="476" y="596"/>
                    <a:pt x="476" y="596"/>
                  </a:cubicBezTo>
                  <a:cubicBezTo>
                    <a:pt x="479" y="604"/>
                    <a:pt x="490" y="607"/>
                    <a:pt x="498" y="603"/>
                  </a:cubicBezTo>
                  <a:cubicBezTo>
                    <a:pt x="506" y="599"/>
                    <a:pt x="509" y="589"/>
                    <a:pt x="505" y="581"/>
                  </a:cubicBezTo>
                  <a:cubicBezTo>
                    <a:pt x="387" y="341"/>
                    <a:pt x="387" y="341"/>
                    <a:pt x="387" y="341"/>
                  </a:cubicBezTo>
                  <a:cubicBezTo>
                    <a:pt x="394" y="335"/>
                    <a:pt x="399" y="328"/>
                    <a:pt x="403" y="320"/>
                  </a:cubicBezTo>
                  <a:lnTo>
                    <a:pt x="403" y="320"/>
                  </a:lnTo>
                  <a:cubicBezTo>
                    <a:pt x="408" y="312"/>
                    <a:pt x="409" y="302"/>
                    <a:pt x="409" y="293"/>
                  </a:cubicBezTo>
                  <a:cubicBezTo>
                    <a:pt x="409" y="280"/>
                    <a:pt x="406" y="269"/>
                    <a:pt x="399" y="258"/>
                  </a:cubicBezTo>
                  <a:cubicBezTo>
                    <a:pt x="398" y="256"/>
                    <a:pt x="397" y="253"/>
                    <a:pt x="394" y="250"/>
                  </a:cubicBezTo>
                  <a:cubicBezTo>
                    <a:pt x="542" y="28"/>
                    <a:pt x="542" y="28"/>
                    <a:pt x="542" y="28"/>
                  </a:cubicBezTo>
                  <a:cubicBezTo>
                    <a:pt x="548" y="19"/>
                    <a:pt x="546" y="10"/>
                    <a:pt x="538" y="4"/>
                  </a:cubicBezTo>
                  <a:cubicBezTo>
                    <a:pt x="531" y="0"/>
                    <a:pt x="520" y="2"/>
                    <a:pt x="515" y="10"/>
                  </a:cubicBezTo>
                  <a:cubicBezTo>
                    <a:pt x="366" y="232"/>
                    <a:pt x="366" y="232"/>
                    <a:pt x="366" y="232"/>
                  </a:cubicBezTo>
                  <a:cubicBezTo>
                    <a:pt x="359" y="229"/>
                    <a:pt x="353" y="228"/>
                    <a:pt x="346" y="228"/>
                  </a:cubicBezTo>
                  <a:cubicBezTo>
                    <a:pt x="333" y="228"/>
                    <a:pt x="321" y="231"/>
                    <a:pt x="311" y="238"/>
                  </a:cubicBezTo>
                  <a:cubicBezTo>
                    <a:pt x="302" y="243"/>
                    <a:pt x="294" y="253"/>
                    <a:pt x="288" y="265"/>
                  </a:cubicBezTo>
                  <a:cubicBezTo>
                    <a:pt x="287" y="267"/>
                    <a:pt x="285" y="269"/>
                    <a:pt x="284" y="272"/>
                  </a:cubicBezTo>
                  <a:cubicBezTo>
                    <a:pt x="18" y="254"/>
                    <a:pt x="18" y="254"/>
                    <a:pt x="18" y="254"/>
                  </a:cubicBezTo>
                  <a:cubicBezTo>
                    <a:pt x="8" y="253"/>
                    <a:pt x="1" y="260"/>
                    <a:pt x="0" y="269"/>
                  </a:cubicBezTo>
                  <a:cubicBezTo>
                    <a:pt x="0" y="278"/>
                    <a:pt x="7" y="286"/>
                    <a:pt x="15" y="286"/>
                  </a:cubicBezTo>
                  <a:cubicBezTo>
                    <a:pt x="283" y="305"/>
                    <a:pt x="283" y="305"/>
                    <a:pt x="283" y="305"/>
                  </a:cubicBezTo>
                  <a:cubicBezTo>
                    <a:pt x="284" y="312"/>
                    <a:pt x="287" y="320"/>
                    <a:pt x="291" y="326"/>
                  </a:cubicBezTo>
                  <a:cubicBezTo>
                    <a:pt x="296" y="337"/>
                    <a:pt x="306" y="345"/>
                    <a:pt x="317" y="350"/>
                  </a:cubicBezTo>
                  <a:cubicBezTo>
                    <a:pt x="321" y="352"/>
                    <a:pt x="324" y="353"/>
                    <a:pt x="327" y="353"/>
                  </a:cubicBezTo>
                  <a:cubicBezTo>
                    <a:pt x="327" y="763"/>
                    <a:pt x="327" y="763"/>
                    <a:pt x="327" y="763"/>
                  </a:cubicBezTo>
                  <a:cubicBezTo>
                    <a:pt x="283" y="765"/>
                    <a:pt x="241" y="768"/>
                    <a:pt x="203" y="772"/>
                  </a:cubicBezTo>
                  <a:cubicBezTo>
                    <a:pt x="160" y="776"/>
                    <a:pt x="122" y="783"/>
                    <a:pt x="90" y="791"/>
                  </a:cubicBezTo>
                  <a:cubicBezTo>
                    <a:pt x="82" y="794"/>
                    <a:pt x="77" y="803"/>
                    <a:pt x="78" y="811"/>
                  </a:cubicBezTo>
                  <a:cubicBezTo>
                    <a:pt x="81" y="820"/>
                    <a:pt x="90" y="825"/>
                    <a:pt x="99" y="824"/>
                  </a:cubicBezTo>
                  <a:lnTo>
                    <a:pt x="99" y="824"/>
                  </a:lnTo>
                  <a:cubicBezTo>
                    <a:pt x="129" y="816"/>
                    <a:pt x="166" y="809"/>
                    <a:pt x="207" y="805"/>
                  </a:cubicBezTo>
                  <a:cubicBezTo>
                    <a:pt x="248" y="799"/>
                    <a:pt x="295" y="796"/>
                    <a:pt x="343" y="796"/>
                  </a:cubicBezTo>
                  <a:cubicBezTo>
                    <a:pt x="392" y="796"/>
                    <a:pt x="438" y="799"/>
                    <a:pt x="479" y="805"/>
                  </a:cubicBezTo>
                  <a:cubicBezTo>
                    <a:pt x="521" y="809"/>
                    <a:pt x="557" y="816"/>
                    <a:pt x="587" y="824"/>
                  </a:cubicBezTo>
                  <a:cubicBezTo>
                    <a:pt x="597" y="825"/>
                    <a:pt x="605" y="820"/>
                    <a:pt x="608" y="811"/>
                  </a:cubicBezTo>
                  <a:cubicBezTo>
                    <a:pt x="611" y="803"/>
                    <a:pt x="605" y="794"/>
                    <a:pt x="596" y="791"/>
                  </a:cubicBezTo>
                  <a:close/>
                  <a:moveTo>
                    <a:pt x="318" y="309"/>
                  </a:moveTo>
                  <a:lnTo>
                    <a:pt x="318" y="309"/>
                  </a:lnTo>
                  <a:cubicBezTo>
                    <a:pt x="316" y="304"/>
                    <a:pt x="314" y="298"/>
                    <a:pt x="314" y="293"/>
                  </a:cubicBezTo>
                  <a:cubicBezTo>
                    <a:pt x="314" y="287"/>
                    <a:pt x="316" y="283"/>
                    <a:pt x="317" y="279"/>
                  </a:cubicBezTo>
                  <a:lnTo>
                    <a:pt x="317" y="279"/>
                  </a:lnTo>
                  <a:cubicBezTo>
                    <a:pt x="320" y="273"/>
                    <a:pt x="324" y="269"/>
                    <a:pt x="329" y="265"/>
                  </a:cubicBezTo>
                  <a:cubicBezTo>
                    <a:pt x="333" y="262"/>
                    <a:pt x="339" y="261"/>
                    <a:pt x="346" y="261"/>
                  </a:cubicBezTo>
                  <a:cubicBezTo>
                    <a:pt x="350" y="261"/>
                    <a:pt x="354" y="262"/>
                    <a:pt x="358" y="264"/>
                  </a:cubicBezTo>
                  <a:cubicBezTo>
                    <a:pt x="365" y="267"/>
                    <a:pt x="369" y="271"/>
                    <a:pt x="372" y="276"/>
                  </a:cubicBezTo>
                  <a:cubicBezTo>
                    <a:pt x="375" y="280"/>
                    <a:pt x="376" y="287"/>
                    <a:pt x="376" y="293"/>
                  </a:cubicBezTo>
                  <a:cubicBezTo>
                    <a:pt x="376" y="297"/>
                    <a:pt x="376" y="301"/>
                    <a:pt x="373" y="306"/>
                  </a:cubicBezTo>
                  <a:cubicBezTo>
                    <a:pt x="370" y="312"/>
                    <a:pt x="366" y="316"/>
                    <a:pt x="362" y="319"/>
                  </a:cubicBezTo>
                  <a:cubicBezTo>
                    <a:pt x="357" y="321"/>
                    <a:pt x="351" y="323"/>
                    <a:pt x="346" y="323"/>
                  </a:cubicBezTo>
                  <a:cubicBezTo>
                    <a:pt x="340" y="323"/>
                    <a:pt x="336" y="323"/>
                    <a:pt x="332" y="320"/>
                  </a:cubicBezTo>
                  <a:lnTo>
                    <a:pt x="332" y="320"/>
                  </a:lnTo>
                  <a:cubicBezTo>
                    <a:pt x="327" y="317"/>
                    <a:pt x="322" y="313"/>
                    <a:pt x="318"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4" name="Freeform 576">
              <a:extLst>
                <a:ext uri="{FF2B5EF4-FFF2-40B4-BE49-F238E27FC236}">
                  <a16:creationId xmlns:a16="http://schemas.microsoft.com/office/drawing/2014/main" id="{3526DFD2-A286-CA10-A241-5C8A1B9CC64D}"/>
                </a:ext>
              </a:extLst>
            </p:cNvPr>
            <p:cNvSpPr>
              <a:spLocks noChangeArrowheads="1"/>
            </p:cNvSpPr>
            <p:nvPr/>
          </p:nvSpPr>
          <p:spPr bwMode="auto">
            <a:xfrm>
              <a:off x="3371850" y="4035425"/>
              <a:ext cx="60325" cy="128588"/>
            </a:xfrm>
            <a:custGeom>
              <a:avLst/>
              <a:gdLst>
                <a:gd name="T0" fmla="*/ 161 w 167"/>
                <a:gd name="T1" fmla="*/ 15 h 357"/>
                <a:gd name="T2" fmla="*/ 161 w 167"/>
                <a:gd name="T3" fmla="*/ 15 h 357"/>
                <a:gd name="T4" fmla="*/ 142 w 167"/>
                <a:gd name="T5" fmla="*/ 2 h 357"/>
                <a:gd name="T6" fmla="*/ 128 w 167"/>
                <a:gd name="T7" fmla="*/ 21 h 357"/>
                <a:gd name="T8" fmla="*/ 128 w 167"/>
                <a:gd name="T9" fmla="*/ 21 h 357"/>
                <a:gd name="T10" fmla="*/ 133 w 167"/>
                <a:gd name="T11" fmla="*/ 76 h 357"/>
                <a:gd name="T12" fmla="*/ 101 w 167"/>
                <a:gd name="T13" fmla="*/ 213 h 357"/>
                <a:gd name="T14" fmla="*/ 9 w 167"/>
                <a:gd name="T15" fmla="*/ 324 h 357"/>
                <a:gd name="T16" fmla="*/ 6 w 167"/>
                <a:gd name="T17" fmla="*/ 346 h 357"/>
                <a:gd name="T18" fmla="*/ 29 w 167"/>
                <a:gd name="T19" fmla="*/ 350 h 357"/>
                <a:gd name="T20" fmla="*/ 131 w 167"/>
                <a:gd name="T21" fmla="*/ 228 h 357"/>
                <a:gd name="T22" fmla="*/ 166 w 167"/>
                <a:gd name="T23" fmla="*/ 76 h 357"/>
                <a:gd name="T24" fmla="*/ 161 w 167"/>
                <a:gd name="T25" fmla="*/ 15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7" h="357">
                  <a:moveTo>
                    <a:pt x="161" y="15"/>
                  </a:moveTo>
                  <a:lnTo>
                    <a:pt x="161" y="15"/>
                  </a:lnTo>
                  <a:cubicBezTo>
                    <a:pt x="160" y="6"/>
                    <a:pt x="151" y="0"/>
                    <a:pt x="142" y="2"/>
                  </a:cubicBezTo>
                  <a:cubicBezTo>
                    <a:pt x="133" y="3"/>
                    <a:pt x="127" y="13"/>
                    <a:pt x="128" y="21"/>
                  </a:cubicBezTo>
                  <a:lnTo>
                    <a:pt x="128" y="21"/>
                  </a:lnTo>
                  <a:cubicBezTo>
                    <a:pt x="132" y="39"/>
                    <a:pt x="133" y="58"/>
                    <a:pt x="133" y="76"/>
                  </a:cubicBezTo>
                  <a:cubicBezTo>
                    <a:pt x="133" y="124"/>
                    <a:pt x="123" y="171"/>
                    <a:pt x="101" y="213"/>
                  </a:cubicBezTo>
                  <a:cubicBezTo>
                    <a:pt x="80" y="256"/>
                    <a:pt x="48" y="294"/>
                    <a:pt x="9" y="324"/>
                  </a:cubicBezTo>
                  <a:cubicBezTo>
                    <a:pt x="2" y="330"/>
                    <a:pt x="0" y="339"/>
                    <a:pt x="6" y="346"/>
                  </a:cubicBezTo>
                  <a:cubicBezTo>
                    <a:pt x="11" y="354"/>
                    <a:pt x="21" y="356"/>
                    <a:pt x="29" y="350"/>
                  </a:cubicBezTo>
                  <a:cubicBezTo>
                    <a:pt x="73" y="317"/>
                    <a:pt x="107" y="275"/>
                    <a:pt x="131" y="228"/>
                  </a:cubicBezTo>
                  <a:cubicBezTo>
                    <a:pt x="154" y="181"/>
                    <a:pt x="166" y="129"/>
                    <a:pt x="166" y="76"/>
                  </a:cubicBezTo>
                  <a:cubicBezTo>
                    <a:pt x="166" y="55"/>
                    <a:pt x="165" y="35"/>
                    <a:pt x="16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5" name="Freeform 577">
              <a:extLst>
                <a:ext uri="{FF2B5EF4-FFF2-40B4-BE49-F238E27FC236}">
                  <a16:creationId xmlns:a16="http://schemas.microsoft.com/office/drawing/2014/main" id="{61D83045-D989-A33F-B516-5C64A8F74CB4}"/>
                </a:ext>
              </a:extLst>
            </p:cNvPr>
            <p:cNvSpPr>
              <a:spLocks noChangeArrowheads="1"/>
            </p:cNvSpPr>
            <p:nvPr/>
          </p:nvSpPr>
          <p:spPr bwMode="auto">
            <a:xfrm>
              <a:off x="3289300" y="4054475"/>
              <a:ext cx="1588" cy="1588"/>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6" name="Freeform 578">
              <a:extLst>
                <a:ext uri="{FF2B5EF4-FFF2-40B4-BE49-F238E27FC236}">
                  <a16:creationId xmlns:a16="http://schemas.microsoft.com/office/drawing/2014/main" id="{2794B553-9110-B023-65E1-09D9B087F219}"/>
                </a:ext>
              </a:extLst>
            </p:cNvPr>
            <p:cNvSpPr>
              <a:spLocks noChangeArrowheads="1"/>
            </p:cNvSpPr>
            <p:nvPr/>
          </p:nvSpPr>
          <p:spPr bwMode="auto">
            <a:xfrm>
              <a:off x="3300413" y="40846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7" name="Freeform 579">
              <a:extLst>
                <a:ext uri="{FF2B5EF4-FFF2-40B4-BE49-F238E27FC236}">
                  <a16:creationId xmlns:a16="http://schemas.microsoft.com/office/drawing/2014/main" id="{5D7E4AF6-3CCC-4E2A-5EC2-05FF142D47FA}"/>
                </a:ext>
              </a:extLst>
            </p:cNvPr>
            <p:cNvSpPr>
              <a:spLocks noChangeArrowheads="1"/>
            </p:cNvSpPr>
            <p:nvPr/>
          </p:nvSpPr>
          <p:spPr bwMode="auto">
            <a:xfrm>
              <a:off x="3246438" y="4075113"/>
              <a:ext cx="22225" cy="28575"/>
            </a:xfrm>
            <a:custGeom>
              <a:avLst/>
              <a:gdLst>
                <a:gd name="T0" fmla="*/ 54 w 63"/>
                <a:gd name="T1" fmla="*/ 73 h 80"/>
                <a:gd name="T2" fmla="*/ 54 w 63"/>
                <a:gd name="T3" fmla="*/ 73 h 80"/>
                <a:gd name="T4" fmla="*/ 55 w 63"/>
                <a:gd name="T5" fmla="*/ 49 h 80"/>
                <a:gd name="T6" fmla="*/ 55 w 63"/>
                <a:gd name="T7" fmla="*/ 49 h 80"/>
                <a:gd name="T8" fmla="*/ 33 w 63"/>
                <a:gd name="T9" fmla="*/ 12 h 80"/>
                <a:gd name="T10" fmla="*/ 13 w 63"/>
                <a:gd name="T11" fmla="*/ 3 h 80"/>
                <a:gd name="T12" fmla="*/ 3 w 63"/>
                <a:gd name="T13" fmla="*/ 25 h 80"/>
                <a:gd name="T14" fmla="*/ 30 w 63"/>
                <a:gd name="T15" fmla="*/ 71 h 80"/>
                <a:gd name="T16" fmla="*/ 54 w 63"/>
                <a:gd name="T17" fmla="*/ 73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80">
                  <a:moveTo>
                    <a:pt x="54" y="73"/>
                  </a:moveTo>
                  <a:lnTo>
                    <a:pt x="54" y="73"/>
                  </a:lnTo>
                  <a:cubicBezTo>
                    <a:pt x="61" y="67"/>
                    <a:pt x="62" y="56"/>
                    <a:pt x="55" y="49"/>
                  </a:cubicBezTo>
                  <a:lnTo>
                    <a:pt x="55" y="49"/>
                  </a:lnTo>
                  <a:cubicBezTo>
                    <a:pt x="47" y="38"/>
                    <a:pt x="39" y="26"/>
                    <a:pt x="33" y="12"/>
                  </a:cubicBezTo>
                  <a:cubicBezTo>
                    <a:pt x="30" y="4"/>
                    <a:pt x="21" y="0"/>
                    <a:pt x="13" y="3"/>
                  </a:cubicBezTo>
                  <a:cubicBezTo>
                    <a:pt x="4" y="7"/>
                    <a:pt x="0" y="16"/>
                    <a:pt x="3" y="25"/>
                  </a:cubicBezTo>
                  <a:cubicBezTo>
                    <a:pt x="10" y="41"/>
                    <a:pt x="19" y="58"/>
                    <a:pt x="30" y="71"/>
                  </a:cubicBezTo>
                  <a:cubicBezTo>
                    <a:pt x="36" y="78"/>
                    <a:pt x="47" y="79"/>
                    <a:pt x="54"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98" name="Group 753">
            <a:extLst>
              <a:ext uri="{FF2B5EF4-FFF2-40B4-BE49-F238E27FC236}">
                <a16:creationId xmlns:a16="http://schemas.microsoft.com/office/drawing/2014/main" id="{F54AE76C-E0D7-84B7-D74A-A879BDA27C8C}"/>
              </a:ext>
            </a:extLst>
          </p:cNvPr>
          <p:cNvGrpSpPr/>
          <p:nvPr/>
        </p:nvGrpSpPr>
        <p:grpSpPr>
          <a:xfrm>
            <a:off x="7745536" y="4098101"/>
            <a:ext cx="320675" cy="334963"/>
            <a:chOff x="3157538" y="3308350"/>
            <a:chExt cx="320675" cy="334963"/>
          </a:xfrm>
          <a:solidFill>
            <a:schemeClr val="tx2"/>
          </a:solidFill>
        </p:grpSpPr>
        <p:sp>
          <p:nvSpPr>
            <p:cNvPr id="699" name="Freeform 592">
              <a:extLst>
                <a:ext uri="{FF2B5EF4-FFF2-40B4-BE49-F238E27FC236}">
                  <a16:creationId xmlns:a16="http://schemas.microsoft.com/office/drawing/2014/main" id="{A44BD4AF-67DE-4D96-DB16-5E5D0120E945}"/>
                </a:ext>
              </a:extLst>
            </p:cNvPr>
            <p:cNvSpPr>
              <a:spLocks noChangeArrowheads="1"/>
            </p:cNvSpPr>
            <p:nvPr/>
          </p:nvSpPr>
          <p:spPr bwMode="auto">
            <a:xfrm>
              <a:off x="3359150" y="34115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0" name="Freeform 593">
              <a:extLst>
                <a:ext uri="{FF2B5EF4-FFF2-40B4-BE49-F238E27FC236}">
                  <a16:creationId xmlns:a16="http://schemas.microsoft.com/office/drawing/2014/main" id="{D9DF800E-EA5F-0EB7-8F9B-6441725F7326}"/>
                </a:ext>
              </a:extLst>
            </p:cNvPr>
            <p:cNvSpPr>
              <a:spLocks noChangeArrowheads="1"/>
            </p:cNvSpPr>
            <p:nvPr/>
          </p:nvSpPr>
          <p:spPr bwMode="auto">
            <a:xfrm>
              <a:off x="3424238" y="3508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1" name="Freeform 594">
              <a:extLst>
                <a:ext uri="{FF2B5EF4-FFF2-40B4-BE49-F238E27FC236}">
                  <a16:creationId xmlns:a16="http://schemas.microsoft.com/office/drawing/2014/main" id="{6BC61DF8-C252-B606-63CE-B76B0032E1A9}"/>
                </a:ext>
              </a:extLst>
            </p:cNvPr>
            <p:cNvSpPr>
              <a:spLocks noChangeArrowheads="1"/>
            </p:cNvSpPr>
            <p:nvPr/>
          </p:nvSpPr>
          <p:spPr bwMode="auto">
            <a:xfrm>
              <a:off x="3359150" y="3444875"/>
              <a:ext cx="17463" cy="17463"/>
            </a:xfrm>
            <a:custGeom>
              <a:avLst/>
              <a:gdLst>
                <a:gd name="T0" fmla="*/ 23 w 47"/>
                <a:gd name="T1" fmla="*/ 0 h 48"/>
                <a:gd name="T2" fmla="*/ 23 w 47"/>
                <a:gd name="T3" fmla="*/ 0 h 48"/>
                <a:gd name="T4" fmla="*/ 0 w 47"/>
                <a:gd name="T5" fmla="*/ 24 h 48"/>
                <a:gd name="T6" fmla="*/ 23 w 47"/>
                <a:gd name="T7" fmla="*/ 47 h 48"/>
                <a:gd name="T8" fmla="*/ 46 w 47"/>
                <a:gd name="T9" fmla="*/ 24 h 48"/>
                <a:gd name="T10" fmla="*/ 23 w 47"/>
                <a:gd name="T11" fmla="*/ 0 h 48"/>
              </a:gdLst>
              <a:ahLst/>
              <a:cxnLst>
                <a:cxn ang="0">
                  <a:pos x="T0" y="T1"/>
                </a:cxn>
                <a:cxn ang="0">
                  <a:pos x="T2" y="T3"/>
                </a:cxn>
                <a:cxn ang="0">
                  <a:pos x="T4" y="T5"/>
                </a:cxn>
                <a:cxn ang="0">
                  <a:pos x="T6" y="T7"/>
                </a:cxn>
                <a:cxn ang="0">
                  <a:pos x="T8" y="T9"/>
                </a:cxn>
                <a:cxn ang="0">
                  <a:pos x="T10" y="T11"/>
                </a:cxn>
              </a:cxnLst>
              <a:rect l="0" t="0" r="r" b="b"/>
              <a:pathLst>
                <a:path w="47" h="48">
                  <a:moveTo>
                    <a:pt x="23" y="0"/>
                  </a:moveTo>
                  <a:lnTo>
                    <a:pt x="23" y="0"/>
                  </a:lnTo>
                  <a:cubicBezTo>
                    <a:pt x="10" y="0"/>
                    <a:pt x="0" y="11"/>
                    <a:pt x="0" y="24"/>
                  </a:cubicBezTo>
                  <a:cubicBezTo>
                    <a:pt x="0" y="37"/>
                    <a:pt x="10" y="47"/>
                    <a:pt x="23" y="47"/>
                  </a:cubicBezTo>
                  <a:cubicBezTo>
                    <a:pt x="37" y="47"/>
                    <a:pt x="46" y="37"/>
                    <a:pt x="46" y="24"/>
                  </a:cubicBezTo>
                  <a:cubicBezTo>
                    <a:pt x="46" y="11"/>
                    <a:pt x="37" y="0"/>
                    <a:pt x="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2" name="Freeform 595">
              <a:extLst>
                <a:ext uri="{FF2B5EF4-FFF2-40B4-BE49-F238E27FC236}">
                  <a16:creationId xmlns:a16="http://schemas.microsoft.com/office/drawing/2014/main" id="{7D5DFCF0-7D72-DBBF-A5A6-6BBC1BF43AA0}"/>
                </a:ext>
              </a:extLst>
            </p:cNvPr>
            <p:cNvSpPr>
              <a:spLocks noChangeArrowheads="1"/>
            </p:cNvSpPr>
            <p:nvPr/>
          </p:nvSpPr>
          <p:spPr bwMode="auto">
            <a:xfrm>
              <a:off x="3417888" y="336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3" name="Freeform 596">
              <a:extLst>
                <a:ext uri="{FF2B5EF4-FFF2-40B4-BE49-F238E27FC236}">
                  <a16:creationId xmlns:a16="http://schemas.microsoft.com/office/drawing/2014/main" id="{3D71880F-E602-6EBE-B4CE-CE258A9555FE}"/>
                </a:ext>
              </a:extLst>
            </p:cNvPr>
            <p:cNvSpPr>
              <a:spLocks noChangeArrowheads="1"/>
            </p:cNvSpPr>
            <p:nvPr/>
          </p:nvSpPr>
          <p:spPr bwMode="auto">
            <a:xfrm>
              <a:off x="3411538" y="3340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4" name="Freeform 597">
              <a:extLst>
                <a:ext uri="{FF2B5EF4-FFF2-40B4-BE49-F238E27FC236}">
                  <a16:creationId xmlns:a16="http://schemas.microsoft.com/office/drawing/2014/main" id="{E43BC65E-46AA-E3F5-94CF-7434B0A1EA15}"/>
                </a:ext>
              </a:extLst>
            </p:cNvPr>
            <p:cNvSpPr>
              <a:spLocks noChangeArrowheads="1"/>
            </p:cNvSpPr>
            <p:nvPr/>
          </p:nvSpPr>
          <p:spPr bwMode="auto">
            <a:xfrm>
              <a:off x="3157538" y="3308350"/>
              <a:ext cx="320675" cy="334963"/>
            </a:xfrm>
            <a:custGeom>
              <a:avLst/>
              <a:gdLst>
                <a:gd name="T0" fmla="*/ 869 w 892"/>
                <a:gd name="T1" fmla="*/ 192 h 929"/>
                <a:gd name="T2" fmla="*/ 791 w 892"/>
                <a:gd name="T3" fmla="*/ 200 h 929"/>
                <a:gd name="T4" fmla="*/ 782 w 892"/>
                <a:gd name="T5" fmla="*/ 137 h 929"/>
                <a:gd name="T6" fmla="*/ 788 w 892"/>
                <a:gd name="T7" fmla="*/ 63 h 929"/>
                <a:gd name="T8" fmla="*/ 715 w 892"/>
                <a:gd name="T9" fmla="*/ 9 h 929"/>
                <a:gd name="T10" fmla="*/ 721 w 892"/>
                <a:gd name="T11" fmla="*/ 115 h 929"/>
                <a:gd name="T12" fmla="*/ 751 w 892"/>
                <a:gd name="T13" fmla="*/ 195 h 929"/>
                <a:gd name="T14" fmla="*/ 666 w 892"/>
                <a:gd name="T15" fmla="*/ 130 h 929"/>
                <a:gd name="T16" fmla="*/ 626 w 892"/>
                <a:gd name="T17" fmla="*/ 144 h 929"/>
                <a:gd name="T18" fmla="*/ 688 w 892"/>
                <a:gd name="T19" fmla="*/ 241 h 929"/>
                <a:gd name="T20" fmla="*/ 725 w 892"/>
                <a:gd name="T21" fmla="*/ 291 h 929"/>
                <a:gd name="T22" fmla="*/ 640 w 892"/>
                <a:gd name="T23" fmla="*/ 276 h 929"/>
                <a:gd name="T24" fmla="*/ 443 w 892"/>
                <a:gd name="T25" fmla="*/ 387 h 929"/>
                <a:gd name="T26" fmla="*/ 342 w 892"/>
                <a:gd name="T27" fmla="*/ 225 h 929"/>
                <a:gd name="T28" fmla="*/ 206 w 892"/>
                <a:gd name="T29" fmla="*/ 340 h 929"/>
                <a:gd name="T30" fmla="*/ 75 w 892"/>
                <a:gd name="T31" fmla="*/ 340 h 929"/>
                <a:gd name="T32" fmla="*/ 170 w 892"/>
                <a:gd name="T33" fmla="*/ 687 h 929"/>
                <a:gd name="T34" fmla="*/ 19 w 892"/>
                <a:gd name="T35" fmla="*/ 749 h 929"/>
                <a:gd name="T36" fmla="*/ 9 w 892"/>
                <a:gd name="T37" fmla="*/ 789 h 929"/>
                <a:gd name="T38" fmla="*/ 380 w 892"/>
                <a:gd name="T39" fmla="*/ 928 h 929"/>
                <a:gd name="T40" fmla="*/ 733 w 892"/>
                <a:gd name="T41" fmla="*/ 668 h 929"/>
                <a:gd name="T42" fmla="*/ 714 w 892"/>
                <a:gd name="T43" fmla="*/ 453 h 929"/>
                <a:gd name="T44" fmla="*/ 722 w 892"/>
                <a:gd name="T45" fmla="*/ 343 h 929"/>
                <a:gd name="T46" fmla="*/ 774 w 892"/>
                <a:gd name="T47" fmla="*/ 387 h 929"/>
                <a:gd name="T48" fmla="*/ 751 w 892"/>
                <a:gd name="T49" fmla="*/ 324 h 929"/>
                <a:gd name="T50" fmla="*/ 807 w 892"/>
                <a:gd name="T51" fmla="*/ 292 h 929"/>
                <a:gd name="T52" fmla="*/ 882 w 892"/>
                <a:gd name="T53" fmla="*/ 229 h 929"/>
                <a:gd name="T54" fmla="*/ 262 w 892"/>
                <a:gd name="T55" fmla="*/ 311 h 929"/>
                <a:gd name="T56" fmla="*/ 361 w 892"/>
                <a:gd name="T57" fmla="*/ 506 h 929"/>
                <a:gd name="T58" fmla="*/ 710 w 892"/>
                <a:gd name="T59" fmla="*/ 560 h 929"/>
                <a:gd name="T60" fmla="*/ 681 w 892"/>
                <a:gd name="T61" fmla="*/ 709 h 929"/>
                <a:gd name="T62" fmla="*/ 276 w 892"/>
                <a:gd name="T63" fmla="*/ 882 h 929"/>
                <a:gd name="T64" fmla="*/ 44 w 892"/>
                <a:gd name="T65" fmla="*/ 781 h 929"/>
                <a:gd name="T66" fmla="*/ 209 w 892"/>
                <a:gd name="T67" fmla="*/ 703 h 929"/>
                <a:gd name="T68" fmla="*/ 203 w 892"/>
                <a:gd name="T69" fmla="*/ 676 h 929"/>
                <a:gd name="T70" fmla="*/ 92 w 892"/>
                <a:gd name="T71" fmla="*/ 436 h 929"/>
                <a:gd name="T72" fmla="*/ 193 w 892"/>
                <a:gd name="T73" fmla="*/ 387 h 929"/>
                <a:gd name="T74" fmla="*/ 328 w 892"/>
                <a:gd name="T75" fmla="*/ 528 h 929"/>
                <a:gd name="T76" fmla="*/ 392 w 892"/>
                <a:gd name="T77" fmla="*/ 543 h 929"/>
                <a:gd name="T78" fmla="*/ 412 w 892"/>
                <a:gd name="T79" fmla="*/ 542 h 929"/>
                <a:gd name="T80" fmla="*/ 456 w 892"/>
                <a:gd name="T81" fmla="*/ 460 h 929"/>
                <a:gd name="T82" fmla="*/ 571 w 892"/>
                <a:gd name="T83" fmla="*/ 321 h 929"/>
                <a:gd name="T84" fmla="*/ 689 w 892"/>
                <a:gd name="T85" fmla="*/ 320 h 929"/>
                <a:gd name="T86" fmla="*/ 696 w 892"/>
                <a:gd name="T87" fmla="*/ 502 h 929"/>
                <a:gd name="T88" fmla="*/ 734 w 892"/>
                <a:gd name="T89" fmla="*/ 79 h 929"/>
                <a:gd name="T90" fmla="*/ 738 w 892"/>
                <a:gd name="T91" fmla="*/ 42 h 929"/>
                <a:gd name="T92" fmla="*/ 763 w 892"/>
                <a:gd name="T93" fmla="*/ 89 h 929"/>
                <a:gd name="T94" fmla="*/ 718 w 892"/>
                <a:gd name="T95" fmla="*/ 221 h 929"/>
                <a:gd name="T96" fmla="*/ 667 w 892"/>
                <a:gd name="T97" fmla="*/ 185 h 929"/>
                <a:gd name="T98" fmla="*/ 705 w 892"/>
                <a:gd name="T99" fmla="*/ 178 h 929"/>
                <a:gd name="T100" fmla="*/ 718 w 892"/>
                <a:gd name="T101" fmla="*/ 221 h 929"/>
                <a:gd name="T102" fmla="*/ 802 w 892"/>
                <a:gd name="T103" fmla="*/ 263 h 929"/>
                <a:gd name="T104" fmla="*/ 785 w 892"/>
                <a:gd name="T105" fmla="*/ 240 h 929"/>
                <a:gd name="T106" fmla="*/ 841 w 892"/>
                <a:gd name="T107" fmla="*/ 218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92" h="929">
                  <a:moveTo>
                    <a:pt x="888" y="202"/>
                  </a:moveTo>
                  <a:lnTo>
                    <a:pt x="888" y="202"/>
                  </a:lnTo>
                  <a:cubicBezTo>
                    <a:pt x="887" y="199"/>
                    <a:pt x="884" y="196"/>
                    <a:pt x="880" y="195"/>
                  </a:cubicBezTo>
                  <a:cubicBezTo>
                    <a:pt x="880" y="195"/>
                    <a:pt x="876" y="193"/>
                    <a:pt x="869" y="192"/>
                  </a:cubicBezTo>
                  <a:cubicBezTo>
                    <a:pt x="862" y="191"/>
                    <a:pt x="852" y="189"/>
                    <a:pt x="841" y="189"/>
                  </a:cubicBezTo>
                  <a:cubicBezTo>
                    <a:pt x="833" y="189"/>
                    <a:pt x="825" y="189"/>
                    <a:pt x="817" y="192"/>
                  </a:cubicBezTo>
                  <a:cubicBezTo>
                    <a:pt x="807" y="193"/>
                    <a:pt x="799" y="196"/>
                    <a:pt x="791" y="200"/>
                  </a:cubicBezTo>
                  <a:lnTo>
                    <a:pt x="791" y="200"/>
                  </a:lnTo>
                  <a:cubicBezTo>
                    <a:pt x="786" y="203"/>
                    <a:pt x="782" y="206"/>
                    <a:pt x="778" y="208"/>
                  </a:cubicBezTo>
                  <a:cubicBezTo>
                    <a:pt x="780" y="204"/>
                    <a:pt x="780" y="200"/>
                    <a:pt x="781" y="196"/>
                  </a:cubicBezTo>
                  <a:cubicBezTo>
                    <a:pt x="784" y="185"/>
                    <a:pt x="784" y="174"/>
                    <a:pt x="784" y="163"/>
                  </a:cubicBezTo>
                  <a:cubicBezTo>
                    <a:pt x="784" y="155"/>
                    <a:pt x="784" y="147"/>
                    <a:pt x="782" y="137"/>
                  </a:cubicBezTo>
                  <a:cubicBezTo>
                    <a:pt x="782" y="134"/>
                    <a:pt x="785" y="132"/>
                    <a:pt x="786" y="126"/>
                  </a:cubicBezTo>
                  <a:cubicBezTo>
                    <a:pt x="789" y="116"/>
                    <a:pt x="792" y="104"/>
                    <a:pt x="792" y="89"/>
                  </a:cubicBezTo>
                  <a:cubicBezTo>
                    <a:pt x="792" y="81"/>
                    <a:pt x="791" y="72"/>
                    <a:pt x="788" y="63"/>
                  </a:cubicBezTo>
                  <a:lnTo>
                    <a:pt x="788" y="63"/>
                  </a:lnTo>
                  <a:cubicBezTo>
                    <a:pt x="785" y="53"/>
                    <a:pt x="780" y="45"/>
                    <a:pt x="774" y="37"/>
                  </a:cubicBezTo>
                  <a:cubicBezTo>
                    <a:pt x="766" y="26"/>
                    <a:pt x="756" y="18"/>
                    <a:pt x="749" y="12"/>
                  </a:cubicBezTo>
                  <a:cubicBezTo>
                    <a:pt x="741" y="7"/>
                    <a:pt x="736" y="4"/>
                    <a:pt x="736" y="4"/>
                  </a:cubicBezTo>
                  <a:cubicBezTo>
                    <a:pt x="729" y="0"/>
                    <a:pt x="719" y="2"/>
                    <a:pt x="715" y="9"/>
                  </a:cubicBezTo>
                  <a:cubicBezTo>
                    <a:pt x="715" y="11"/>
                    <a:pt x="712" y="16"/>
                    <a:pt x="710" y="26"/>
                  </a:cubicBezTo>
                  <a:cubicBezTo>
                    <a:pt x="705" y="35"/>
                    <a:pt x="703" y="48"/>
                    <a:pt x="703" y="63"/>
                  </a:cubicBezTo>
                  <a:cubicBezTo>
                    <a:pt x="703" y="71"/>
                    <a:pt x="704" y="79"/>
                    <a:pt x="707" y="89"/>
                  </a:cubicBezTo>
                  <a:cubicBezTo>
                    <a:pt x="710" y="99"/>
                    <a:pt x="715" y="108"/>
                    <a:pt x="721" y="115"/>
                  </a:cubicBezTo>
                  <a:cubicBezTo>
                    <a:pt x="729" y="126"/>
                    <a:pt x="738" y="134"/>
                    <a:pt x="747" y="140"/>
                  </a:cubicBezTo>
                  <a:cubicBezTo>
                    <a:pt x="749" y="143"/>
                    <a:pt x="751" y="144"/>
                    <a:pt x="753" y="145"/>
                  </a:cubicBezTo>
                  <a:cubicBezTo>
                    <a:pt x="755" y="151"/>
                    <a:pt x="755" y="158"/>
                    <a:pt x="755" y="163"/>
                  </a:cubicBezTo>
                  <a:cubicBezTo>
                    <a:pt x="755" y="173"/>
                    <a:pt x="753" y="184"/>
                    <a:pt x="751" y="195"/>
                  </a:cubicBezTo>
                  <a:cubicBezTo>
                    <a:pt x="749" y="191"/>
                    <a:pt x="748" y="186"/>
                    <a:pt x="745" y="182"/>
                  </a:cubicBezTo>
                  <a:cubicBezTo>
                    <a:pt x="741" y="174"/>
                    <a:pt x="734" y="164"/>
                    <a:pt x="725" y="156"/>
                  </a:cubicBezTo>
                  <a:cubicBezTo>
                    <a:pt x="718" y="149"/>
                    <a:pt x="710" y="145"/>
                    <a:pt x="700" y="141"/>
                  </a:cubicBezTo>
                  <a:cubicBezTo>
                    <a:pt x="688" y="136"/>
                    <a:pt x="675" y="133"/>
                    <a:pt x="666" y="130"/>
                  </a:cubicBezTo>
                  <a:cubicBezTo>
                    <a:pt x="655" y="129"/>
                    <a:pt x="646" y="129"/>
                    <a:pt x="642" y="129"/>
                  </a:cubicBezTo>
                  <a:cubicBezTo>
                    <a:pt x="641" y="129"/>
                    <a:pt x="640" y="129"/>
                    <a:pt x="640" y="129"/>
                  </a:cubicBezTo>
                  <a:cubicBezTo>
                    <a:pt x="635" y="129"/>
                    <a:pt x="631" y="130"/>
                    <a:pt x="629" y="134"/>
                  </a:cubicBezTo>
                  <a:cubicBezTo>
                    <a:pt x="627" y="137"/>
                    <a:pt x="626" y="141"/>
                    <a:pt x="626" y="144"/>
                  </a:cubicBezTo>
                  <a:cubicBezTo>
                    <a:pt x="626" y="145"/>
                    <a:pt x="626" y="158"/>
                    <a:pt x="631" y="174"/>
                  </a:cubicBezTo>
                  <a:cubicBezTo>
                    <a:pt x="634" y="181"/>
                    <a:pt x="637" y="191"/>
                    <a:pt x="642" y="200"/>
                  </a:cubicBezTo>
                  <a:cubicBezTo>
                    <a:pt x="646" y="208"/>
                    <a:pt x="653" y="218"/>
                    <a:pt x="663" y="226"/>
                  </a:cubicBezTo>
                  <a:cubicBezTo>
                    <a:pt x="670" y="232"/>
                    <a:pt x="678" y="237"/>
                    <a:pt x="688" y="241"/>
                  </a:cubicBezTo>
                  <a:cubicBezTo>
                    <a:pt x="700" y="247"/>
                    <a:pt x="712" y="250"/>
                    <a:pt x="722" y="251"/>
                  </a:cubicBezTo>
                  <a:cubicBezTo>
                    <a:pt x="726" y="252"/>
                    <a:pt x="730" y="252"/>
                    <a:pt x="734" y="254"/>
                  </a:cubicBezTo>
                  <a:cubicBezTo>
                    <a:pt x="734" y="255"/>
                    <a:pt x="733" y="258"/>
                    <a:pt x="733" y="259"/>
                  </a:cubicBezTo>
                  <a:cubicBezTo>
                    <a:pt x="729" y="270"/>
                    <a:pt x="726" y="280"/>
                    <a:pt x="725" y="291"/>
                  </a:cubicBezTo>
                  <a:cubicBezTo>
                    <a:pt x="723" y="295"/>
                    <a:pt x="723" y="299"/>
                    <a:pt x="722" y="303"/>
                  </a:cubicBezTo>
                  <a:cubicBezTo>
                    <a:pt x="722" y="303"/>
                    <a:pt x="722" y="303"/>
                    <a:pt x="722" y="302"/>
                  </a:cubicBezTo>
                  <a:cubicBezTo>
                    <a:pt x="710" y="292"/>
                    <a:pt x="696" y="285"/>
                    <a:pt x="682" y="281"/>
                  </a:cubicBezTo>
                  <a:cubicBezTo>
                    <a:pt x="668" y="277"/>
                    <a:pt x="653" y="276"/>
                    <a:pt x="640" y="276"/>
                  </a:cubicBezTo>
                  <a:cubicBezTo>
                    <a:pt x="611" y="276"/>
                    <a:pt x="583" y="283"/>
                    <a:pt x="560" y="289"/>
                  </a:cubicBezTo>
                  <a:cubicBezTo>
                    <a:pt x="537" y="298"/>
                    <a:pt x="513" y="310"/>
                    <a:pt x="493" y="326"/>
                  </a:cubicBezTo>
                  <a:cubicBezTo>
                    <a:pt x="472" y="343"/>
                    <a:pt x="456" y="362"/>
                    <a:pt x="443" y="387"/>
                  </a:cubicBezTo>
                  <a:lnTo>
                    <a:pt x="443" y="387"/>
                  </a:lnTo>
                  <a:cubicBezTo>
                    <a:pt x="434" y="407"/>
                    <a:pt x="428" y="429"/>
                    <a:pt x="423" y="453"/>
                  </a:cubicBezTo>
                  <a:cubicBezTo>
                    <a:pt x="419" y="471"/>
                    <a:pt x="416" y="488"/>
                    <a:pt x="414" y="506"/>
                  </a:cubicBezTo>
                  <a:cubicBezTo>
                    <a:pt x="399" y="483"/>
                    <a:pt x="386" y="451"/>
                    <a:pt x="373" y="410"/>
                  </a:cubicBezTo>
                  <a:cubicBezTo>
                    <a:pt x="358" y="363"/>
                    <a:pt x="347" y="303"/>
                    <a:pt x="342" y="225"/>
                  </a:cubicBezTo>
                  <a:cubicBezTo>
                    <a:pt x="340" y="219"/>
                    <a:pt x="338" y="214"/>
                    <a:pt x="332" y="211"/>
                  </a:cubicBezTo>
                  <a:cubicBezTo>
                    <a:pt x="327" y="210"/>
                    <a:pt x="320" y="210"/>
                    <a:pt x="314" y="214"/>
                  </a:cubicBezTo>
                  <a:cubicBezTo>
                    <a:pt x="281" y="239"/>
                    <a:pt x="255" y="265"/>
                    <a:pt x="236" y="292"/>
                  </a:cubicBezTo>
                  <a:cubicBezTo>
                    <a:pt x="224" y="309"/>
                    <a:pt x="214" y="325"/>
                    <a:pt x="206" y="340"/>
                  </a:cubicBezTo>
                  <a:cubicBezTo>
                    <a:pt x="191" y="311"/>
                    <a:pt x="176" y="278"/>
                    <a:pt x="160" y="239"/>
                  </a:cubicBezTo>
                  <a:cubicBezTo>
                    <a:pt x="158" y="233"/>
                    <a:pt x="154" y="229"/>
                    <a:pt x="147" y="229"/>
                  </a:cubicBezTo>
                  <a:cubicBezTo>
                    <a:pt x="141" y="228"/>
                    <a:pt x="136" y="230"/>
                    <a:pt x="132" y="236"/>
                  </a:cubicBezTo>
                  <a:cubicBezTo>
                    <a:pt x="106" y="272"/>
                    <a:pt x="86" y="307"/>
                    <a:pt x="75" y="340"/>
                  </a:cubicBezTo>
                  <a:cubicBezTo>
                    <a:pt x="63" y="374"/>
                    <a:pt x="59" y="406"/>
                    <a:pt x="59" y="436"/>
                  </a:cubicBezTo>
                  <a:cubicBezTo>
                    <a:pt x="59" y="475"/>
                    <a:pt x="67" y="510"/>
                    <a:pt x="78" y="542"/>
                  </a:cubicBezTo>
                  <a:cubicBezTo>
                    <a:pt x="96" y="589"/>
                    <a:pt x="122" y="626"/>
                    <a:pt x="143" y="653"/>
                  </a:cubicBezTo>
                  <a:cubicBezTo>
                    <a:pt x="154" y="668"/>
                    <a:pt x="163" y="679"/>
                    <a:pt x="170" y="687"/>
                  </a:cubicBezTo>
                  <a:cubicBezTo>
                    <a:pt x="171" y="689"/>
                    <a:pt x="173" y="690"/>
                    <a:pt x="174" y="693"/>
                  </a:cubicBezTo>
                  <a:cubicBezTo>
                    <a:pt x="167" y="698"/>
                    <a:pt x="159" y="704"/>
                    <a:pt x="151" y="709"/>
                  </a:cubicBezTo>
                  <a:cubicBezTo>
                    <a:pt x="133" y="720"/>
                    <a:pt x="112" y="730"/>
                    <a:pt x="89" y="738"/>
                  </a:cubicBezTo>
                  <a:cubicBezTo>
                    <a:pt x="67" y="745"/>
                    <a:pt x="42" y="749"/>
                    <a:pt x="19" y="749"/>
                  </a:cubicBezTo>
                  <a:cubicBezTo>
                    <a:pt x="18" y="749"/>
                    <a:pt x="18" y="749"/>
                    <a:pt x="18" y="749"/>
                  </a:cubicBezTo>
                  <a:cubicBezTo>
                    <a:pt x="12" y="749"/>
                    <a:pt x="7" y="752"/>
                    <a:pt x="4" y="756"/>
                  </a:cubicBezTo>
                  <a:cubicBezTo>
                    <a:pt x="1" y="760"/>
                    <a:pt x="0" y="766"/>
                    <a:pt x="1" y="771"/>
                  </a:cubicBezTo>
                  <a:cubicBezTo>
                    <a:pt x="4" y="777"/>
                    <a:pt x="7" y="784"/>
                    <a:pt x="9" y="789"/>
                  </a:cubicBezTo>
                  <a:cubicBezTo>
                    <a:pt x="16" y="800"/>
                    <a:pt x="25" y="811"/>
                    <a:pt x="36" y="819"/>
                  </a:cubicBezTo>
                  <a:cubicBezTo>
                    <a:pt x="55" y="836"/>
                    <a:pt x="78" y="851"/>
                    <a:pt x="106" y="863"/>
                  </a:cubicBezTo>
                  <a:cubicBezTo>
                    <a:pt x="147" y="882"/>
                    <a:pt x="195" y="899"/>
                    <a:pt x="243" y="910"/>
                  </a:cubicBezTo>
                  <a:cubicBezTo>
                    <a:pt x="291" y="921"/>
                    <a:pt x="339" y="928"/>
                    <a:pt x="380" y="928"/>
                  </a:cubicBezTo>
                  <a:cubicBezTo>
                    <a:pt x="420" y="928"/>
                    <a:pt x="462" y="918"/>
                    <a:pt x="504" y="902"/>
                  </a:cubicBezTo>
                  <a:cubicBezTo>
                    <a:pt x="535" y="889"/>
                    <a:pt x="565" y="873"/>
                    <a:pt x="594" y="852"/>
                  </a:cubicBezTo>
                  <a:cubicBezTo>
                    <a:pt x="637" y="822"/>
                    <a:pt x="674" y="784"/>
                    <a:pt x="701" y="740"/>
                  </a:cubicBezTo>
                  <a:cubicBezTo>
                    <a:pt x="715" y="718"/>
                    <a:pt x="726" y="694"/>
                    <a:pt x="733" y="668"/>
                  </a:cubicBezTo>
                  <a:cubicBezTo>
                    <a:pt x="741" y="644"/>
                    <a:pt x="745" y="617"/>
                    <a:pt x="745" y="590"/>
                  </a:cubicBezTo>
                  <a:cubicBezTo>
                    <a:pt x="745" y="579"/>
                    <a:pt x="744" y="567"/>
                    <a:pt x="742" y="556"/>
                  </a:cubicBezTo>
                  <a:cubicBezTo>
                    <a:pt x="741" y="541"/>
                    <a:pt x="737" y="527"/>
                    <a:pt x="733" y="513"/>
                  </a:cubicBezTo>
                  <a:cubicBezTo>
                    <a:pt x="727" y="491"/>
                    <a:pt x="719" y="472"/>
                    <a:pt x="714" y="453"/>
                  </a:cubicBezTo>
                  <a:cubicBezTo>
                    <a:pt x="707" y="432"/>
                    <a:pt x="703" y="414"/>
                    <a:pt x="703" y="395"/>
                  </a:cubicBezTo>
                  <a:cubicBezTo>
                    <a:pt x="703" y="384"/>
                    <a:pt x="704" y="372"/>
                    <a:pt x="708" y="361"/>
                  </a:cubicBezTo>
                  <a:cubicBezTo>
                    <a:pt x="711" y="350"/>
                    <a:pt x="715" y="340"/>
                    <a:pt x="722" y="329"/>
                  </a:cubicBezTo>
                  <a:cubicBezTo>
                    <a:pt x="722" y="333"/>
                    <a:pt x="722" y="339"/>
                    <a:pt x="722" y="343"/>
                  </a:cubicBezTo>
                  <a:lnTo>
                    <a:pt x="722" y="343"/>
                  </a:lnTo>
                  <a:cubicBezTo>
                    <a:pt x="726" y="366"/>
                    <a:pt x="736" y="388"/>
                    <a:pt x="751" y="406"/>
                  </a:cubicBezTo>
                  <a:cubicBezTo>
                    <a:pt x="756" y="413"/>
                    <a:pt x="766" y="413"/>
                    <a:pt x="771" y="407"/>
                  </a:cubicBezTo>
                  <a:cubicBezTo>
                    <a:pt x="778" y="402"/>
                    <a:pt x="778" y="394"/>
                    <a:pt x="774" y="387"/>
                  </a:cubicBezTo>
                  <a:lnTo>
                    <a:pt x="774" y="387"/>
                  </a:lnTo>
                  <a:cubicBezTo>
                    <a:pt x="762" y="373"/>
                    <a:pt x="753" y="357"/>
                    <a:pt x="752" y="339"/>
                  </a:cubicBezTo>
                  <a:lnTo>
                    <a:pt x="752" y="339"/>
                  </a:lnTo>
                  <a:cubicBezTo>
                    <a:pt x="751" y="335"/>
                    <a:pt x="751" y="329"/>
                    <a:pt x="751" y="324"/>
                  </a:cubicBezTo>
                  <a:cubicBezTo>
                    <a:pt x="751" y="313"/>
                    <a:pt x="752" y="302"/>
                    <a:pt x="755" y="291"/>
                  </a:cubicBezTo>
                  <a:lnTo>
                    <a:pt x="755" y="291"/>
                  </a:lnTo>
                  <a:cubicBezTo>
                    <a:pt x="762" y="292"/>
                    <a:pt x="771" y="293"/>
                    <a:pt x="782" y="293"/>
                  </a:cubicBezTo>
                  <a:cubicBezTo>
                    <a:pt x="791" y="293"/>
                    <a:pt x="799" y="293"/>
                    <a:pt x="807" y="292"/>
                  </a:cubicBezTo>
                  <a:cubicBezTo>
                    <a:pt x="815" y="289"/>
                    <a:pt x="825" y="287"/>
                    <a:pt x="833" y="283"/>
                  </a:cubicBezTo>
                  <a:lnTo>
                    <a:pt x="833" y="283"/>
                  </a:lnTo>
                  <a:cubicBezTo>
                    <a:pt x="844" y="277"/>
                    <a:pt x="852" y="270"/>
                    <a:pt x="859" y="262"/>
                  </a:cubicBezTo>
                  <a:cubicBezTo>
                    <a:pt x="870" y="251"/>
                    <a:pt x="877" y="239"/>
                    <a:pt x="882" y="229"/>
                  </a:cubicBezTo>
                  <a:cubicBezTo>
                    <a:pt x="887" y="221"/>
                    <a:pt x="889" y="214"/>
                    <a:pt x="889" y="213"/>
                  </a:cubicBezTo>
                  <a:cubicBezTo>
                    <a:pt x="891" y="210"/>
                    <a:pt x="891" y="206"/>
                    <a:pt x="888" y="202"/>
                  </a:cubicBezTo>
                  <a:close/>
                  <a:moveTo>
                    <a:pt x="262" y="311"/>
                  </a:moveTo>
                  <a:lnTo>
                    <a:pt x="262" y="311"/>
                  </a:lnTo>
                  <a:cubicBezTo>
                    <a:pt x="276" y="293"/>
                    <a:pt x="291" y="277"/>
                    <a:pt x="311" y="259"/>
                  </a:cubicBezTo>
                  <a:cubicBezTo>
                    <a:pt x="318" y="324"/>
                    <a:pt x="328" y="377"/>
                    <a:pt x="342" y="420"/>
                  </a:cubicBezTo>
                  <a:cubicBezTo>
                    <a:pt x="353" y="457"/>
                    <a:pt x="365" y="486"/>
                    <a:pt x="379" y="510"/>
                  </a:cubicBezTo>
                  <a:cubicBezTo>
                    <a:pt x="373" y="509"/>
                    <a:pt x="368" y="508"/>
                    <a:pt x="361" y="506"/>
                  </a:cubicBezTo>
                  <a:cubicBezTo>
                    <a:pt x="343" y="501"/>
                    <a:pt x="321" y="490"/>
                    <a:pt x="298" y="469"/>
                  </a:cubicBezTo>
                  <a:cubicBezTo>
                    <a:pt x="276" y="449"/>
                    <a:pt x="251" y="420"/>
                    <a:pt x="225" y="377"/>
                  </a:cubicBezTo>
                  <a:cubicBezTo>
                    <a:pt x="233" y="355"/>
                    <a:pt x="246" y="333"/>
                    <a:pt x="262" y="311"/>
                  </a:cubicBezTo>
                  <a:close/>
                  <a:moveTo>
                    <a:pt x="710" y="560"/>
                  </a:moveTo>
                  <a:lnTo>
                    <a:pt x="710" y="560"/>
                  </a:lnTo>
                  <a:lnTo>
                    <a:pt x="710" y="560"/>
                  </a:lnTo>
                  <a:cubicBezTo>
                    <a:pt x="711" y="569"/>
                    <a:pt x="712" y="580"/>
                    <a:pt x="712" y="590"/>
                  </a:cubicBezTo>
                  <a:cubicBezTo>
                    <a:pt x="712" y="633"/>
                    <a:pt x="700" y="672"/>
                    <a:pt x="681" y="709"/>
                  </a:cubicBezTo>
                  <a:cubicBezTo>
                    <a:pt x="666" y="737"/>
                    <a:pt x="646" y="762"/>
                    <a:pt x="624" y="785"/>
                  </a:cubicBezTo>
                  <a:cubicBezTo>
                    <a:pt x="590" y="818"/>
                    <a:pt x="549" y="845"/>
                    <a:pt x="506" y="865"/>
                  </a:cubicBezTo>
                  <a:cubicBezTo>
                    <a:pt x="464" y="884"/>
                    <a:pt x="420" y="895"/>
                    <a:pt x="380" y="895"/>
                  </a:cubicBezTo>
                  <a:cubicBezTo>
                    <a:pt x="350" y="895"/>
                    <a:pt x="313" y="891"/>
                    <a:pt x="276" y="882"/>
                  </a:cubicBezTo>
                  <a:cubicBezTo>
                    <a:pt x="248" y="878"/>
                    <a:pt x="219" y="870"/>
                    <a:pt x="192" y="862"/>
                  </a:cubicBezTo>
                  <a:cubicBezTo>
                    <a:pt x="171" y="855"/>
                    <a:pt x="152" y="848"/>
                    <a:pt x="133" y="840"/>
                  </a:cubicBezTo>
                  <a:cubicBezTo>
                    <a:pt x="107" y="829"/>
                    <a:pt x="82" y="815"/>
                    <a:pt x="64" y="801"/>
                  </a:cubicBezTo>
                  <a:cubicBezTo>
                    <a:pt x="56" y="795"/>
                    <a:pt x="49" y="788"/>
                    <a:pt x="44" y="781"/>
                  </a:cubicBezTo>
                  <a:cubicBezTo>
                    <a:pt x="73" y="778"/>
                    <a:pt x="100" y="770"/>
                    <a:pt x="125" y="760"/>
                  </a:cubicBezTo>
                  <a:cubicBezTo>
                    <a:pt x="140" y="753"/>
                    <a:pt x="155" y="745"/>
                    <a:pt x="169" y="737"/>
                  </a:cubicBezTo>
                  <a:cubicBezTo>
                    <a:pt x="182" y="729"/>
                    <a:pt x="195" y="719"/>
                    <a:pt x="204" y="709"/>
                  </a:cubicBezTo>
                  <a:cubicBezTo>
                    <a:pt x="207" y="707"/>
                    <a:pt x="209" y="704"/>
                    <a:pt x="209" y="703"/>
                  </a:cubicBezTo>
                  <a:cubicBezTo>
                    <a:pt x="210" y="700"/>
                    <a:pt x="210" y="697"/>
                    <a:pt x="210" y="696"/>
                  </a:cubicBezTo>
                  <a:cubicBezTo>
                    <a:pt x="210" y="693"/>
                    <a:pt x="210" y="690"/>
                    <a:pt x="210" y="689"/>
                  </a:cubicBezTo>
                  <a:cubicBezTo>
                    <a:pt x="209" y="686"/>
                    <a:pt x="209" y="685"/>
                    <a:pt x="207" y="683"/>
                  </a:cubicBezTo>
                  <a:cubicBezTo>
                    <a:pt x="206" y="681"/>
                    <a:pt x="204" y="678"/>
                    <a:pt x="203" y="676"/>
                  </a:cubicBezTo>
                  <a:cubicBezTo>
                    <a:pt x="199" y="671"/>
                    <a:pt x="196" y="667"/>
                    <a:pt x="191" y="660"/>
                  </a:cubicBezTo>
                  <a:cubicBezTo>
                    <a:pt x="182" y="650"/>
                    <a:pt x="173" y="638"/>
                    <a:pt x="162" y="623"/>
                  </a:cubicBezTo>
                  <a:cubicBezTo>
                    <a:pt x="145" y="601"/>
                    <a:pt x="128" y="574"/>
                    <a:pt x="114" y="542"/>
                  </a:cubicBezTo>
                  <a:cubicBezTo>
                    <a:pt x="101" y="512"/>
                    <a:pt x="92" y="476"/>
                    <a:pt x="92" y="436"/>
                  </a:cubicBezTo>
                  <a:cubicBezTo>
                    <a:pt x="92" y="410"/>
                    <a:pt x="96" y="381"/>
                    <a:pt x="106" y="351"/>
                  </a:cubicBezTo>
                  <a:cubicBezTo>
                    <a:pt x="114" y="328"/>
                    <a:pt x="125" y="304"/>
                    <a:pt x="141" y="280"/>
                  </a:cubicBezTo>
                  <a:cubicBezTo>
                    <a:pt x="158" y="322"/>
                    <a:pt x="176" y="357"/>
                    <a:pt x="193" y="387"/>
                  </a:cubicBezTo>
                  <a:lnTo>
                    <a:pt x="193" y="387"/>
                  </a:lnTo>
                  <a:lnTo>
                    <a:pt x="193" y="387"/>
                  </a:lnTo>
                  <a:cubicBezTo>
                    <a:pt x="193" y="388"/>
                    <a:pt x="195" y="390"/>
                    <a:pt x="195" y="391"/>
                  </a:cubicBezTo>
                  <a:cubicBezTo>
                    <a:pt x="214" y="421"/>
                    <a:pt x="232" y="446"/>
                    <a:pt x="250" y="466"/>
                  </a:cubicBezTo>
                  <a:cubicBezTo>
                    <a:pt x="277" y="497"/>
                    <a:pt x="303" y="517"/>
                    <a:pt x="328" y="528"/>
                  </a:cubicBezTo>
                  <a:cubicBezTo>
                    <a:pt x="343" y="535"/>
                    <a:pt x="357" y="541"/>
                    <a:pt x="370" y="542"/>
                  </a:cubicBezTo>
                  <a:cubicBezTo>
                    <a:pt x="372" y="542"/>
                    <a:pt x="373" y="542"/>
                    <a:pt x="373" y="543"/>
                  </a:cubicBezTo>
                  <a:cubicBezTo>
                    <a:pt x="380" y="543"/>
                    <a:pt x="386" y="543"/>
                    <a:pt x="392" y="543"/>
                  </a:cubicBezTo>
                  <a:lnTo>
                    <a:pt x="392" y="543"/>
                  </a:lnTo>
                  <a:lnTo>
                    <a:pt x="392" y="543"/>
                  </a:lnTo>
                  <a:cubicBezTo>
                    <a:pt x="398" y="543"/>
                    <a:pt x="405" y="543"/>
                    <a:pt x="409" y="542"/>
                  </a:cubicBezTo>
                  <a:cubicBezTo>
                    <a:pt x="410" y="542"/>
                    <a:pt x="410" y="542"/>
                    <a:pt x="412" y="542"/>
                  </a:cubicBezTo>
                  <a:lnTo>
                    <a:pt x="412" y="542"/>
                  </a:lnTo>
                  <a:lnTo>
                    <a:pt x="412" y="542"/>
                  </a:lnTo>
                  <a:cubicBezTo>
                    <a:pt x="427" y="539"/>
                    <a:pt x="436" y="535"/>
                    <a:pt x="438" y="534"/>
                  </a:cubicBezTo>
                  <a:cubicBezTo>
                    <a:pt x="443" y="531"/>
                    <a:pt x="446" y="527"/>
                    <a:pt x="446" y="521"/>
                  </a:cubicBezTo>
                  <a:cubicBezTo>
                    <a:pt x="447" y="501"/>
                    <a:pt x="450" y="479"/>
                    <a:pt x="456" y="460"/>
                  </a:cubicBezTo>
                  <a:cubicBezTo>
                    <a:pt x="460" y="439"/>
                    <a:pt x="465" y="418"/>
                    <a:pt x="473" y="401"/>
                  </a:cubicBezTo>
                  <a:lnTo>
                    <a:pt x="473" y="401"/>
                  </a:lnTo>
                  <a:cubicBezTo>
                    <a:pt x="483" y="381"/>
                    <a:pt x="497" y="365"/>
                    <a:pt x="513" y="351"/>
                  </a:cubicBezTo>
                  <a:cubicBezTo>
                    <a:pt x="530" y="339"/>
                    <a:pt x="550" y="328"/>
                    <a:pt x="571" y="321"/>
                  </a:cubicBezTo>
                  <a:lnTo>
                    <a:pt x="571" y="321"/>
                  </a:lnTo>
                  <a:cubicBezTo>
                    <a:pt x="591" y="314"/>
                    <a:pt x="616" y="309"/>
                    <a:pt x="640" y="309"/>
                  </a:cubicBezTo>
                  <a:cubicBezTo>
                    <a:pt x="650" y="309"/>
                    <a:pt x="663" y="310"/>
                    <a:pt x="674" y="313"/>
                  </a:cubicBezTo>
                  <a:cubicBezTo>
                    <a:pt x="679" y="315"/>
                    <a:pt x="685" y="317"/>
                    <a:pt x="689" y="320"/>
                  </a:cubicBezTo>
                  <a:cubicBezTo>
                    <a:pt x="683" y="331"/>
                    <a:pt x="679" y="342"/>
                    <a:pt x="677" y="351"/>
                  </a:cubicBezTo>
                  <a:cubicBezTo>
                    <a:pt x="672" y="366"/>
                    <a:pt x="670" y="381"/>
                    <a:pt x="670" y="395"/>
                  </a:cubicBezTo>
                  <a:cubicBezTo>
                    <a:pt x="670" y="410"/>
                    <a:pt x="672" y="425"/>
                    <a:pt x="677" y="440"/>
                  </a:cubicBezTo>
                  <a:cubicBezTo>
                    <a:pt x="681" y="462"/>
                    <a:pt x="689" y="483"/>
                    <a:pt x="696" y="502"/>
                  </a:cubicBezTo>
                  <a:cubicBezTo>
                    <a:pt x="701" y="523"/>
                    <a:pt x="708" y="542"/>
                    <a:pt x="710" y="560"/>
                  </a:cubicBezTo>
                  <a:close/>
                  <a:moveTo>
                    <a:pt x="744" y="97"/>
                  </a:moveTo>
                  <a:lnTo>
                    <a:pt x="744" y="97"/>
                  </a:lnTo>
                  <a:cubicBezTo>
                    <a:pt x="740" y="92"/>
                    <a:pt x="737" y="86"/>
                    <a:pt x="734" y="79"/>
                  </a:cubicBezTo>
                  <a:lnTo>
                    <a:pt x="734" y="79"/>
                  </a:lnTo>
                  <a:cubicBezTo>
                    <a:pt x="733" y="74"/>
                    <a:pt x="731" y="68"/>
                    <a:pt x="731" y="63"/>
                  </a:cubicBezTo>
                  <a:cubicBezTo>
                    <a:pt x="731" y="55"/>
                    <a:pt x="734" y="46"/>
                    <a:pt x="736" y="40"/>
                  </a:cubicBezTo>
                  <a:cubicBezTo>
                    <a:pt x="737" y="40"/>
                    <a:pt x="738" y="41"/>
                    <a:pt x="738" y="42"/>
                  </a:cubicBezTo>
                  <a:cubicBezTo>
                    <a:pt x="742" y="45"/>
                    <a:pt x="748" y="51"/>
                    <a:pt x="752" y="55"/>
                  </a:cubicBezTo>
                  <a:cubicBezTo>
                    <a:pt x="755" y="60"/>
                    <a:pt x="759" y="66"/>
                    <a:pt x="760" y="72"/>
                  </a:cubicBezTo>
                  <a:lnTo>
                    <a:pt x="760" y="72"/>
                  </a:lnTo>
                  <a:cubicBezTo>
                    <a:pt x="762" y="78"/>
                    <a:pt x="763" y="83"/>
                    <a:pt x="763" y="89"/>
                  </a:cubicBezTo>
                  <a:cubicBezTo>
                    <a:pt x="763" y="99"/>
                    <a:pt x="762" y="107"/>
                    <a:pt x="759" y="114"/>
                  </a:cubicBezTo>
                  <a:cubicBezTo>
                    <a:pt x="759" y="112"/>
                    <a:pt x="758" y="111"/>
                    <a:pt x="756" y="111"/>
                  </a:cubicBezTo>
                  <a:cubicBezTo>
                    <a:pt x="752" y="107"/>
                    <a:pt x="748" y="103"/>
                    <a:pt x="744" y="97"/>
                  </a:cubicBezTo>
                  <a:close/>
                  <a:moveTo>
                    <a:pt x="718" y="221"/>
                  </a:moveTo>
                  <a:lnTo>
                    <a:pt x="718" y="221"/>
                  </a:lnTo>
                  <a:cubicBezTo>
                    <a:pt x="712" y="219"/>
                    <a:pt x="705" y="218"/>
                    <a:pt x="699" y="215"/>
                  </a:cubicBezTo>
                  <a:cubicBezTo>
                    <a:pt x="693" y="211"/>
                    <a:pt x="688" y="208"/>
                    <a:pt x="682" y="204"/>
                  </a:cubicBezTo>
                  <a:cubicBezTo>
                    <a:pt x="677" y="199"/>
                    <a:pt x="671" y="192"/>
                    <a:pt x="667" y="185"/>
                  </a:cubicBezTo>
                  <a:cubicBezTo>
                    <a:pt x="663" y="177"/>
                    <a:pt x="659" y="167"/>
                    <a:pt x="657" y="159"/>
                  </a:cubicBezTo>
                  <a:cubicBezTo>
                    <a:pt x="661" y="159"/>
                    <a:pt x="666" y="160"/>
                    <a:pt x="670" y="162"/>
                  </a:cubicBezTo>
                  <a:cubicBezTo>
                    <a:pt x="675" y="163"/>
                    <a:pt x="682" y="164"/>
                    <a:pt x="689" y="167"/>
                  </a:cubicBezTo>
                  <a:cubicBezTo>
                    <a:pt x="694" y="170"/>
                    <a:pt x="700" y="174"/>
                    <a:pt x="705" y="178"/>
                  </a:cubicBezTo>
                  <a:lnTo>
                    <a:pt x="705" y="178"/>
                  </a:lnTo>
                  <a:cubicBezTo>
                    <a:pt x="711" y="184"/>
                    <a:pt x="716" y="191"/>
                    <a:pt x="721" y="197"/>
                  </a:cubicBezTo>
                  <a:cubicBezTo>
                    <a:pt x="725" y="206"/>
                    <a:pt x="729" y="215"/>
                    <a:pt x="730" y="224"/>
                  </a:cubicBezTo>
                  <a:cubicBezTo>
                    <a:pt x="726" y="222"/>
                    <a:pt x="722" y="222"/>
                    <a:pt x="718" y="221"/>
                  </a:cubicBezTo>
                  <a:close/>
                  <a:moveTo>
                    <a:pt x="837" y="243"/>
                  </a:moveTo>
                  <a:lnTo>
                    <a:pt x="837" y="243"/>
                  </a:lnTo>
                  <a:cubicBezTo>
                    <a:pt x="833" y="248"/>
                    <a:pt x="826" y="252"/>
                    <a:pt x="819" y="256"/>
                  </a:cubicBezTo>
                  <a:cubicBezTo>
                    <a:pt x="814" y="259"/>
                    <a:pt x="807" y="262"/>
                    <a:pt x="802" y="263"/>
                  </a:cubicBezTo>
                  <a:cubicBezTo>
                    <a:pt x="795" y="265"/>
                    <a:pt x="788" y="265"/>
                    <a:pt x="782" y="265"/>
                  </a:cubicBezTo>
                  <a:cubicBezTo>
                    <a:pt x="777" y="265"/>
                    <a:pt x="773" y="265"/>
                    <a:pt x="769" y="263"/>
                  </a:cubicBezTo>
                  <a:cubicBezTo>
                    <a:pt x="770" y="262"/>
                    <a:pt x="771" y="259"/>
                    <a:pt x="773" y="256"/>
                  </a:cubicBezTo>
                  <a:cubicBezTo>
                    <a:pt x="775" y="251"/>
                    <a:pt x="780" y="245"/>
                    <a:pt x="785" y="240"/>
                  </a:cubicBezTo>
                  <a:cubicBezTo>
                    <a:pt x="791" y="234"/>
                    <a:pt x="796" y="230"/>
                    <a:pt x="803" y="226"/>
                  </a:cubicBezTo>
                  <a:lnTo>
                    <a:pt x="803" y="226"/>
                  </a:lnTo>
                  <a:cubicBezTo>
                    <a:pt x="810" y="224"/>
                    <a:pt x="815" y="222"/>
                    <a:pt x="822" y="221"/>
                  </a:cubicBezTo>
                  <a:cubicBezTo>
                    <a:pt x="828" y="219"/>
                    <a:pt x="834" y="218"/>
                    <a:pt x="841" y="218"/>
                  </a:cubicBezTo>
                  <a:cubicBezTo>
                    <a:pt x="845" y="218"/>
                    <a:pt x="851" y="219"/>
                    <a:pt x="855" y="219"/>
                  </a:cubicBezTo>
                  <a:cubicBezTo>
                    <a:pt x="854" y="222"/>
                    <a:pt x="852" y="224"/>
                    <a:pt x="851" y="226"/>
                  </a:cubicBezTo>
                  <a:cubicBezTo>
                    <a:pt x="847" y="232"/>
                    <a:pt x="843" y="237"/>
                    <a:pt x="837" y="2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5" name="Group 760">
            <a:extLst>
              <a:ext uri="{FF2B5EF4-FFF2-40B4-BE49-F238E27FC236}">
                <a16:creationId xmlns:a16="http://schemas.microsoft.com/office/drawing/2014/main" id="{1F9DE130-37D5-5696-E765-2B78802A4343}"/>
              </a:ext>
            </a:extLst>
          </p:cNvPr>
          <p:cNvGrpSpPr/>
          <p:nvPr/>
        </p:nvGrpSpPr>
        <p:grpSpPr>
          <a:xfrm>
            <a:off x="7738151" y="6121831"/>
            <a:ext cx="300477" cy="293148"/>
            <a:chOff x="3114675" y="5214938"/>
            <a:chExt cx="325438" cy="317500"/>
          </a:xfrm>
          <a:solidFill>
            <a:schemeClr val="tx2"/>
          </a:solidFill>
        </p:grpSpPr>
        <p:sp>
          <p:nvSpPr>
            <p:cNvPr id="706" name="Freeform 580">
              <a:extLst>
                <a:ext uri="{FF2B5EF4-FFF2-40B4-BE49-F238E27FC236}">
                  <a16:creationId xmlns:a16="http://schemas.microsoft.com/office/drawing/2014/main" id="{783BC117-080A-187E-9249-62FBC622EA9B}"/>
                </a:ext>
              </a:extLst>
            </p:cNvPr>
            <p:cNvSpPr>
              <a:spLocks noChangeArrowheads="1"/>
            </p:cNvSpPr>
            <p:nvPr/>
          </p:nvSpPr>
          <p:spPr bwMode="auto">
            <a:xfrm>
              <a:off x="3402013" y="5276850"/>
              <a:ext cx="30162" cy="12700"/>
            </a:xfrm>
            <a:custGeom>
              <a:avLst/>
              <a:gdLst>
                <a:gd name="T0" fmla="*/ 0 w 82"/>
                <a:gd name="T1" fmla="*/ 17 h 34"/>
                <a:gd name="T2" fmla="*/ 0 w 82"/>
                <a:gd name="T3" fmla="*/ 17 h 34"/>
                <a:gd name="T4" fmla="*/ 16 w 82"/>
                <a:gd name="T5" fmla="*/ 33 h 34"/>
                <a:gd name="T6" fmla="*/ 64 w 82"/>
                <a:gd name="T7" fmla="*/ 33 h 34"/>
                <a:gd name="T8" fmla="*/ 81 w 82"/>
                <a:gd name="T9" fmla="*/ 17 h 34"/>
                <a:gd name="T10" fmla="*/ 64 w 82"/>
                <a:gd name="T11" fmla="*/ 0 h 34"/>
                <a:gd name="T12" fmla="*/ 16 w 82"/>
                <a:gd name="T13" fmla="*/ 0 h 34"/>
                <a:gd name="T14" fmla="*/ 0 w 82"/>
                <a:gd name="T15" fmla="*/ 17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0" y="17"/>
                  </a:moveTo>
                  <a:lnTo>
                    <a:pt x="0" y="17"/>
                  </a:lnTo>
                  <a:cubicBezTo>
                    <a:pt x="0" y="26"/>
                    <a:pt x="7" y="33"/>
                    <a:pt x="16" y="33"/>
                  </a:cubicBezTo>
                  <a:cubicBezTo>
                    <a:pt x="64" y="33"/>
                    <a:pt x="64" y="33"/>
                    <a:pt x="64" y="33"/>
                  </a:cubicBezTo>
                  <a:cubicBezTo>
                    <a:pt x="74" y="33"/>
                    <a:pt x="81" y="26"/>
                    <a:pt x="81" y="17"/>
                  </a:cubicBezTo>
                  <a:cubicBezTo>
                    <a:pt x="81" y="7"/>
                    <a:pt x="74" y="0"/>
                    <a:pt x="64" y="0"/>
                  </a:cubicBezTo>
                  <a:cubicBezTo>
                    <a:pt x="16" y="0"/>
                    <a:pt x="16" y="0"/>
                    <a:pt x="16" y="0"/>
                  </a:cubicBezTo>
                  <a:cubicBezTo>
                    <a:pt x="7" y="0"/>
                    <a:pt x="0" y="7"/>
                    <a:pt x="0"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7" name="Freeform 581">
              <a:extLst>
                <a:ext uri="{FF2B5EF4-FFF2-40B4-BE49-F238E27FC236}">
                  <a16:creationId xmlns:a16="http://schemas.microsoft.com/office/drawing/2014/main" id="{6C93A4EB-8E72-F889-F23E-1505ADD3953A}"/>
                </a:ext>
              </a:extLst>
            </p:cNvPr>
            <p:cNvSpPr>
              <a:spLocks noChangeArrowheads="1"/>
            </p:cNvSpPr>
            <p:nvPr/>
          </p:nvSpPr>
          <p:spPr bwMode="auto">
            <a:xfrm>
              <a:off x="3333750" y="5251450"/>
              <a:ext cx="61913" cy="61913"/>
            </a:xfrm>
            <a:custGeom>
              <a:avLst/>
              <a:gdLst>
                <a:gd name="T0" fmla="*/ 0 w 171"/>
                <a:gd name="T1" fmla="*/ 85 h 171"/>
                <a:gd name="T2" fmla="*/ 0 w 171"/>
                <a:gd name="T3" fmla="*/ 85 h 171"/>
                <a:gd name="T4" fmla="*/ 7 w 171"/>
                <a:gd name="T5" fmla="*/ 118 h 171"/>
                <a:gd name="T6" fmla="*/ 38 w 171"/>
                <a:gd name="T7" fmla="*/ 155 h 171"/>
                <a:gd name="T8" fmla="*/ 85 w 171"/>
                <a:gd name="T9" fmla="*/ 170 h 171"/>
                <a:gd name="T10" fmla="*/ 118 w 171"/>
                <a:gd name="T11" fmla="*/ 163 h 171"/>
                <a:gd name="T12" fmla="*/ 155 w 171"/>
                <a:gd name="T13" fmla="*/ 133 h 171"/>
                <a:gd name="T14" fmla="*/ 170 w 171"/>
                <a:gd name="T15" fmla="*/ 85 h 171"/>
                <a:gd name="T16" fmla="*/ 163 w 171"/>
                <a:gd name="T17" fmla="*/ 52 h 171"/>
                <a:gd name="T18" fmla="*/ 133 w 171"/>
                <a:gd name="T19" fmla="*/ 15 h 171"/>
                <a:gd name="T20" fmla="*/ 85 w 171"/>
                <a:gd name="T21" fmla="*/ 0 h 171"/>
                <a:gd name="T22" fmla="*/ 52 w 171"/>
                <a:gd name="T23" fmla="*/ 7 h 171"/>
                <a:gd name="T24" fmla="*/ 15 w 171"/>
                <a:gd name="T25" fmla="*/ 37 h 171"/>
                <a:gd name="T26" fmla="*/ 0 w 171"/>
                <a:gd name="T27" fmla="*/ 85 h 171"/>
                <a:gd name="T28" fmla="*/ 37 w 171"/>
                <a:gd name="T29" fmla="*/ 65 h 171"/>
                <a:gd name="T30" fmla="*/ 37 w 171"/>
                <a:gd name="T31" fmla="*/ 65 h 171"/>
                <a:gd name="T32" fmla="*/ 56 w 171"/>
                <a:gd name="T33" fmla="*/ 43 h 171"/>
                <a:gd name="T34" fmla="*/ 85 w 171"/>
                <a:gd name="T35" fmla="*/ 33 h 171"/>
                <a:gd name="T36" fmla="*/ 106 w 171"/>
                <a:gd name="T37" fmla="*/ 37 h 171"/>
                <a:gd name="T38" fmla="*/ 129 w 171"/>
                <a:gd name="T39" fmla="*/ 56 h 171"/>
                <a:gd name="T40" fmla="*/ 137 w 171"/>
                <a:gd name="T41" fmla="*/ 85 h 171"/>
                <a:gd name="T42" fmla="*/ 133 w 171"/>
                <a:gd name="T43" fmla="*/ 106 h 171"/>
                <a:gd name="T44" fmla="*/ 114 w 171"/>
                <a:gd name="T45" fmla="*/ 128 h 171"/>
                <a:gd name="T46" fmla="*/ 85 w 171"/>
                <a:gd name="T47" fmla="*/ 137 h 171"/>
                <a:gd name="T48" fmla="*/ 64 w 171"/>
                <a:gd name="T49" fmla="*/ 133 h 171"/>
                <a:gd name="T50" fmla="*/ 42 w 171"/>
                <a:gd name="T51" fmla="*/ 114 h 171"/>
                <a:gd name="T52" fmla="*/ 33 w 171"/>
                <a:gd name="T53" fmla="*/ 85 h 171"/>
                <a:gd name="T54" fmla="*/ 37 w 171"/>
                <a:gd name="T55" fmla="*/ 65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71" h="171">
                  <a:moveTo>
                    <a:pt x="0" y="85"/>
                  </a:moveTo>
                  <a:lnTo>
                    <a:pt x="0" y="85"/>
                  </a:lnTo>
                  <a:cubicBezTo>
                    <a:pt x="0" y="98"/>
                    <a:pt x="3" y="109"/>
                    <a:pt x="7" y="118"/>
                  </a:cubicBezTo>
                  <a:cubicBezTo>
                    <a:pt x="14" y="133"/>
                    <a:pt x="25" y="147"/>
                    <a:pt x="38" y="155"/>
                  </a:cubicBezTo>
                  <a:cubicBezTo>
                    <a:pt x="51" y="165"/>
                    <a:pt x="67" y="170"/>
                    <a:pt x="85" y="170"/>
                  </a:cubicBezTo>
                  <a:cubicBezTo>
                    <a:pt x="97" y="170"/>
                    <a:pt x="108" y="168"/>
                    <a:pt x="118" y="163"/>
                  </a:cubicBezTo>
                  <a:cubicBezTo>
                    <a:pt x="133" y="157"/>
                    <a:pt x="147" y="147"/>
                    <a:pt x="155" y="133"/>
                  </a:cubicBezTo>
                  <a:cubicBezTo>
                    <a:pt x="165" y="120"/>
                    <a:pt x="170" y="103"/>
                    <a:pt x="170" y="85"/>
                  </a:cubicBezTo>
                  <a:cubicBezTo>
                    <a:pt x="170" y="74"/>
                    <a:pt x="167" y="62"/>
                    <a:pt x="163" y="52"/>
                  </a:cubicBezTo>
                  <a:cubicBezTo>
                    <a:pt x="156" y="37"/>
                    <a:pt x="147" y="23"/>
                    <a:pt x="133" y="15"/>
                  </a:cubicBezTo>
                  <a:cubicBezTo>
                    <a:pt x="119" y="6"/>
                    <a:pt x="103" y="0"/>
                    <a:pt x="85" y="0"/>
                  </a:cubicBezTo>
                  <a:cubicBezTo>
                    <a:pt x="74" y="0"/>
                    <a:pt x="62" y="3"/>
                    <a:pt x="52" y="7"/>
                  </a:cubicBezTo>
                  <a:cubicBezTo>
                    <a:pt x="37" y="14"/>
                    <a:pt x="25" y="25"/>
                    <a:pt x="15" y="37"/>
                  </a:cubicBezTo>
                  <a:cubicBezTo>
                    <a:pt x="5" y="51"/>
                    <a:pt x="0" y="67"/>
                    <a:pt x="0" y="85"/>
                  </a:cubicBezTo>
                  <a:close/>
                  <a:moveTo>
                    <a:pt x="37" y="65"/>
                  </a:moveTo>
                  <a:lnTo>
                    <a:pt x="37" y="65"/>
                  </a:lnTo>
                  <a:cubicBezTo>
                    <a:pt x="41" y="56"/>
                    <a:pt x="48" y="48"/>
                    <a:pt x="56" y="43"/>
                  </a:cubicBezTo>
                  <a:cubicBezTo>
                    <a:pt x="64" y="37"/>
                    <a:pt x="74" y="33"/>
                    <a:pt x="85" y="33"/>
                  </a:cubicBezTo>
                  <a:cubicBezTo>
                    <a:pt x="92" y="33"/>
                    <a:pt x="99" y="34"/>
                    <a:pt x="106" y="37"/>
                  </a:cubicBezTo>
                  <a:cubicBezTo>
                    <a:pt x="115" y="41"/>
                    <a:pt x="122" y="48"/>
                    <a:pt x="129" y="56"/>
                  </a:cubicBezTo>
                  <a:cubicBezTo>
                    <a:pt x="134" y="65"/>
                    <a:pt x="137" y="74"/>
                    <a:pt x="137" y="85"/>
                  </a:cubicBezTo>
                  <a:cubicBezTo>
                    <a:pt x="137" y="92"/>
                    <a:pt x="136" y="99"/>
                    <a:pt x="133" y="106"/>
                  </a:cubicBezTo>
                  <a:cubicBezTo>
                    <a:pt x="129" y="115"/>
                    <a:pt x="122" y="122"/>
                    <a:pt x="114" y="128"/>
                  </a:cubicBezTo>
                  <a:cubicBezTo>
                    <a:pt x="106" y="135"/>
                    <a:pt x="96" y="137"/>
                    <a:pt x="85" y="137"/>
                  </a:cubicBezTo>
                  <a:cubicBezTo>
                    <a:pt x="78" y="137"/>
                    <a:pt x="71" y="136"/>
                    <a:pt x="64" y="133"/>
                  </a:cubicBezTo>
                  <a:cubicBezTo>
                    <a:pt x="56" y="129"/>
                    <a:pt x="48" y="122"/>
                    <a:pt x="42" y="114"/>
                  </a:cubicBezTo>
                  <a:cubicBezTo>
                    <a:pt x="37" y="106"/>
                    <a:pt x="33" y="96"/>
                    <a:pt x="33" y="85"/>
                  </a:cubicBezTo>
                  <a:cubicBezTo>
                    <a:pt x="33" y="78"/>
                    <a:pt x="34" y="72"/>
                    <a:pt x="37"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8" name="Freeform 582">
              <a:extLst>
                <a:ext uri="{FF2B5EF4-FFF2-40B4-BE49-F238E27FC236}">
                  <a16:creationId xmlns:a16="http://schemas.microsoft.com/office/drawing/2014/main" id="{CAA97B77-D051-F43D-4301-4ABB2E0F4B8B}"/>
                </a:ext>
              </a:extLst>
            </p:cNvPr>
            <p:cNvSpPr>
              <a:spLocks noChangeArrowheads="1"/>
            </p:cNvSpPr>
            <p:nvPr/>
          </p:nvSpPr>
          <p:spPr bwMode="auto">
            <a:xfrm>
              <a:off x="3359150" y="5214938"/>
              <a:ext cx="12700" cy="30162"/>
            </a:xfrm>
            <a:custGeom>
              <a:avLst/>
              <a:gdLst>
                <a:gd name="T0" fmla="*/ 16 w 34"/>
                <a:gd name="T1" fmla="*/ 81 h 82"/>
                <a:gd name="T2" fmla="*/ 16 w 34"/>
                <a:gd name="T3" fmla="*/ 81 h 82"/>
                <a:gd name="T4" fmla="*/ 33 w 34"/>
                <a:gd name="T5" fmla="*/ 64 h 82"/>
                <a:gd name="T6" fmla="*/ 33 w 34"/>
                <a:gd name="T7" fmla="*/ 16 h 82"/>
                <a:gd name="T8" fmla="*/ 16 w 34"/>
                <a:gd name="T9" fmla="*/ 0 h 82"/>
                <a:gd name="T10" fmla="*/ 0 w 34"/>
                <a:gd name="T11" fmla="*/ 16 h 82"/>
                <a:gd name="T12" fmla="*/ 0 w 34"/>
                <a:gd name="T13" fmla="*/ 64 h 82"/>
                <a:gd name="T14" fmla="*/ 16 w 34"/>
                <a:gd name="T15" fmla="*/ 81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16" y="81"/>
                  </a:moveTo>
                  <a:lnTo>
                    <a:pt x="16" y="81"/>
                  </a:lnTo>
                  <a:cubicBezTo>
                    <a:pt x="26" y="81"/>
                    <a:pt x="33" y="74"/>
                    <a:pt x="33" y="64"/>
                  </a:cubicBezTo>
                  <a:cubicBezTo>
                    <a:pt x="33" y="16"/>
                    <a:pt x="33" y="16"/>
                    <a:pt x="33" y="16"/>
                  </a:cubicBezTo>
                  <a:cubicBezTo>
                    <a:pt x="33" y="8"/>
                    <a:pt x="26" y="0"/>
                    <a:pt x="16" y="0"/>
                  </a:cubicBezTo>
                  <a:cubicBezTo>
                    <a:pt x="7" y="0"/>
                    <a:pt x="0" y="8"/>
                    <a:pt x="0" y="16"/>
                  </a:cubicBezTo>
                  <a:cubicBezTo>
                    <a:pt x="0" y="64"/>
                    <a:pt x="0" y="64"/>
                    <a:pt x="0" y="64"/>
                  </a:cubicBezTo>
                  <a:cubicBezTo>
                    <a:pt x="0" y="74"/>
                    <a:pt x="7" y="81"/>
                    <a:pt x="16"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9" name="Freeform 583">
              <a:extLst>
                <a:ext uri="{FF2B5EF4-FFF2-40B4-BE49-F238E27FC236}">
                  <a16:creationId xmlns:a16="http://schemas.microsoft.com/office/drawing/2014/main" id="{2EE1BE30-6610-5891-DF73-19B41A90B52B}"/>
                </a:ext>
              </a:extLst>
            </p:cNvPr>
            <p:cNvSpPr>
              <a:spLocks noChangeArrowheads="1"/>
            </p:cNvSpPr>
            <p:nvPr/>
          </p:nvSpPr>
          <p:spPr bwMode="auto">
            <a:xfrm>
              <a:off x="3389313" y="5233988"/>
              <a:ext cx="25400" cy="25400"/>
            </a:xfrm>
            <a:custGeom>
              <a:avLst/>
              <a:gdLst>
                <a:gd name="T0" fmla="*/ 30 w 71"/>
                <a:gd name="T1" fmla="*/ 63 h 71"/>
                <a:gd name="T2" fmla="*/ 30 w 71"/>
                <a:gd name="T3" fmla="*/ 63 h 71"/>
                <a:gd name="T4" fmla="*/ 64 w 71"/>
                <a:gd name="T5" fmla="*/ 30 h 71"/>
                <a:gd name="T6" fmla="*/ 64 w 71"/>
                <a:gd name="T7" fmla="*/ 7 h 71"/>
                <a:gd name="T8" fmla="*/ 41 w 71"/>
                <a:gd name="T9" fmla="*/ 7 h 71"/>
                <a:gd name="T10" fmla="*/ 6 w 71"/>
                <a:gd name="T11" fmla="*/ 40 h 71"/>
                <a:gd name="T12" fmla="*/ 6 w 71"/>
                <a:gd name="T13" fmla="*/ 63 h 71"/>
                <a:gd name="T14" fmla="*/ 3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30" y="63"/>
                  </a:moveTo>
                  <a:lnTo>
                    <a:pt x="30" y="63"/>
                  </a:lnTo>
                  <a:cubicBezTo>
                    <a:pt x="64" y="30"/>
                    <a:pt x="64" y="30"/>
                    <a:pt x="64" y="30"/>
                  </a:cubicBezTo>
                  <a:cubicBezTo>
                    <a:pt x="70" y="23"/>
                    <a:pt x="70" y="12"/>
                    <a:pt x="64" y="7"/>
                  </a:cubicBezTo>
                  <a:cubicBezTo>
                    <a:pt x="57" y="0"/>
                    <a:pt x="46" y="0"/>
                    <a:pt x="41" y="7"/>
                  </a:cubicBezTo>
                  <a:cubicBezTo>
                    <a:pt x="6" y="40"/>
                    <a:pt x="6" y="40"/>
                    <a:pt x="6" y="40"/>
                  </a:cubicBezTo>
                  <a:cubicBezTo>
                    <a:pt x="0" y="47"/>
                    <a:pt x="0" y="58"/>
                    <a:pt x="6" y="63"/>
                  </a:cubicBezTo>
                  <a:cubicBezTo>
                    <a:pt x="13" y="70"/>
                    <a:pt x="23" y="70"/>
                    <a:pt x="3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0" name="Freeform 584">
              <a:extLst>
                <a:ext uri="{FF2B5EF4-FFF2-40B4-BE49-F238E27FC236}">
                  <a16:creationId xmlns:a16="http://schemas.microsoft.com/office/drawing/2014/main" id="{E712838D-F347-077D-31CF-1D660C936333}"/>
                </a:ext>
              </a:extLst>
            </p:cNvPr>
            <p:cNvSpPr>
              <a:spLocks noChangeArrowheads="1"/>
            </p:cNvSpPr>
            <p:nvPr/>
          </p:nvSpPr>
          <p:spPr bwMode="auto">
            <a:xfrm>
              <a:off x="3387725" y="5307013"/>
              <a:ext cx="25400" cy="25400"/>
            </a:xfrm>
            <a:custGeom>
              <a:avLst/>
              <a:gdLst>
                <a:gd name="T0" fmla="*/ 7 w 71"/>
                <a:gd name="T1" fmla="*/ 7 h 71"/>
                <a:gd name="T2" fmla="*/ 7 w 71"/>
                <a:gd name="T3" fmla="*/ 7 h 71"/>
                <a:gd name="T4" fmla="*/ 7 w 71"/>
                <a:gd name="T5" fmla="*/ 30 h 71"/>
                <a:gd name="T6" fmla="*/ 41 w 71"/>
                <a:gd name="T7" fmla="*/ 64 h 71"/>
                <a:gd name="T8" fmla="*/ 65 w 71"/>
                <a:gd name="T9" fmla="*/ 64 h 71"/>
                <a:gd name="T10" fmla="*/ 65 w 71"/>
                <a:gd name="T11" fmla="*/ 41 h 71"/>
                <a:gd name="T12" fmla="*/ 30 w 71"/>
                <a:gd name="T13" fmla="*/ 7 h 71"/>
                <a:gd name="T14" fmla="*/ 7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7" y="7"/>
                  </a:moveTo>
                  <a:lnTo>
                    <a:pt x="7" y="7"/>
                  </a:lnTo>
                  <a:cubicBezTo>
                    <a:pt x="0" y="14"/>
                    <a:pt x="0" y="23"/>
                    <a:pt x="7" y="30"/>
                  </a:cubicBezTo>
                  <a:cubicBezTo>
                    <a:pt x="41" y="64"/>
                    <a:pt x="41" y="64"/>
                    <a:pt x="41" y="64"/>
                  </a:cubicBezTo>
                  <a:cubicBezTo>
                    <a:pt x="47" y="70"/>
                    <a:pt x="58" y="70"/>
                    <a:pt x="65" y="64"/>
                  </a:cubicBezTo>
                  <a:cubicBezTo>
                    <a:pt x="70" y="58"/>
                    <a:pt x="70" y="47"/>
                    <a:pt x="65" y="41"/>
                  </a:cubicBezTo>
                  <a:cubicBezTo>
                    <a:pt x="30" y="7"/>
                    <a:pt x="30" y="7"/>
                    <a:pt x="30" y="7"/>
                  </a:cubicBezTo>
                  <a:cubicBezTo>
                    <a:pt x="24" y="0"/>
                    <a:pt x="14" y="0"/>
                    <a:pt x="7"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1" name="Freeform 585">
              <a:extLst>
                <a:ext uri="{FF2B5EF4-FFF2-40B4-BE49-F238E27FC236}">
                  <a16:creationId xmlns:a16="http://schemas.microsoft.com/office/drawing/2014/main" id="{00F698A2-963E-7000-3D7B-E09D579F426C}"/>
                </a:ext>
              </a:extLst>
            </p:cNvPr>
            <p:cNvSpPr>
              <a:spLocks noChangeArrowheads="1"/>
            </p:cNvSpPr>
            <p:nvPr/>
          </p:nvSpPr>
          <p:spPr bwMode="auto">
            <a:xfrm>
              <a:off x="3314700" y="5307013"/>
              <a:ext cx="25400" cy="25400"/>
            </a:xfrm>
            <a:custGeom>
              <a:avLst/>
              <a:gdLst>
                <a:gd name="T0" fmla="*/ 40 w 71"/>
                <a:gd name="T1" fmla="*/ 7 h 71"/>
                <a:gd name="T2" fmla="*/ 40 w 71"/>
                <a:gd name="T3" fmla="*/ 7 h 71"/>
                <a:gd name="T4" fmla="*/ 7 w 71"/>
                <a:gd name="T5" fmla="*/ 42 h 71"/>
                <a:gd name="T6" fmla="*/ 7 w 71"/>
                <a:gd name="T7" fmla="*/ 65 h 71"/>
                <a:gd name="T8" fmla="*/ 31 w 71"/>
                <a:gd name="T9" fmla="*/ 65 h 71"/>
                <a:gd name="T10" fmla="*/ 64 w 71"/>
                <a:gd name="T11" fmla="*/ 31 h 71"/>
                <a:gd name="T12" fmla="*/ 64 w 71"/>
                <a:gd name="T13" fmla="*/ 7 h 71"/>
                <a:gd name="T14" fmla="*/ 40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7"/>
                  </a:moveTo>
                  <a:lnTo>
                    <a:pt x="40" y="7"/>
                  </a:lnTo>
                  <a:cubicBezTo>
                    <a:pt x="7" y="42"/>
                    <a:pt x="7" y="42"/>
                    <a:pt x="7" y="42"/>
                  </a:cubicBezTo>
                  <a:cubicBezTo>
                    <a:pt x="0" y="47"/>
                    <a:pt x="0" y="58"/>
                    <a:pt x="7" y="65"/>
                  </a:cubicBezTo>
                  <a:cubicBezTo>
                    <a:pt x="13" y="70"/>
                    <a:pt x="24" y="70"/>
                    <a:pt x="31" y="65"/>
                  </a:cubicBezTo>
                  <a:cubicBezTo>
                    <a:pt x="64" y="31"/>
                    <a:pt x="64" y="31"/>
                    <a:pt x="64" y="31"/>
                  </a:cubicBezTo>
                  <a:cubicBezTo>
                    <a:pt x="70" y="24"/>
                    <a:pt x="70" y="13"/>
                    <a:pt x="64" y="7"/>
                  </a:cubicBezTo>
                  <a:cubicBezTo>
                    <a:pt x="58" y="0"/>
                    <a:pt x="47" y="0"/>
                    <a:pt x="40"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2" name="Freeform 586">
              <a:extLst>
                <a:ext uri="{FF2B5EF4-FFF2-40B4-BE49-F238E27FC236}">
                  <a16:creationId xmlns:a16="http://schemas.microsoft.com/office/drawing/2014/main" id="{B257DBEE-F41F-3344-74DD-42F5158DE605}"/>
                </a:ext>
              </a:extLst>
            </p:cNvPr>
            <p:cNvSpPr>
              <a:spLocks noChangeArrowheads="1"/>
            </p:cNvSpPr>
            <p:nvPr/>
          </p:nvSpPr>
          <p:spPr bwMode="auto">
            <a:xfrm>
              <a:off x="3114675" y="5449888"/>
              <a:ext cx="325438" cy="38100"/>
            </a:xfrm>
            <a:custGeom>
              <a:avLst/>
              <a:gdLst>
                <a:gd name="T0" fmla="*/ 17 w 903"/>
                <a:gd name="T1" fmla="*/ 105 h 106"/>
                <a:gd name="T2" fmla="*/ 17 w 903"/>
                <a:gd name="T3" fmla="*/ 105 h 106"/>
                <a:gd name="T4" fmla="*/ 89 w 903"/>
                <a:gd name="T5" fmla="*/ 83 h 106"/>
                <a:gd name="T6" fmla="*/ 125 w 903"/>
                <a:gd name="T7" fmla="*/ 48 h 106"/>
                <a:gd name="T8" fmla="*/ 161 w 903"/>
                <a:gd name="T9" fmla="*/ 83 h 106"/>
                <a:gd name="T10" fmla="*/ 234 w 903"/>
                <a:gd name="T11" fmla="*/ 105 h 106"/>
                <a:gd name="T12" fmla="*/ 308 w 903"/>
                <a:gd name="T13" fmla="*/ 83 h 106"/>
                <a:gd name="T14" fmla="*/ 342 w 903"/>
                <a:gd name="T15" fmla="*/ 48 h 106"/>
                <a:gd name="T16" fmla="*/ 378 w 903"/>
                <a:gd name="T17" fmla="*/ 83 h 106"/>
                <a:gd name="T18" fmla="*/ 450 w 903"/>
                <a:gd name="T19" fmla="*/ 105 h 106"/>
                <a:gd name="T20" fmla="*/ 525 w 903"/>
                <a:gd name="T21" fmla="*/ 83 h 106"/>
                <a:gd name="T22" fmla="*/ 560 w 903"/>
                <a:gd name="T23" fmla="*/ 48 h 106"/>
                <a:gd name="T24" fmla="*/ 595 w 903"/>
                <a:gd name="T25" fmla="*/ 83 h 106"/>
                <a:gd name="T26" fmla="*/ 669 w 903"/>
                <a:gd name="T27" fmla="*/ 105 h 106"/>
                <a:gd name="T28" fmla="*/ 741 w 903"/>
                <a:gd name="T29" fmla="*/ 83 h 106"/>
                <a:gd name="T30" fmla="*/ 777 w 903"/>
                <a:gd name="T31" fmla="*/ 48 h 106"/>
                <a:gd name="T32" fmla="*/ 811 w 903"/>
                <a:gd name="T33" fmla="*/ 83 h 106"/>
                <a:gd name="T34" fmla="*/ 886 w 903"/>
                <a:gd name="T35" fmla="*/ 105 h 106"/>
                <a:gd name="T36" fmla="*/ 902 w 903"/>
                <a:gd name="T37" fmla="*/ 88 h 106"/>
                <a:gd name="T38" fmla="*/ 886 w 903"/>
                <a:gd name="T39" fmla="*/ 72 h 106"/>
                <a:gd name="T40" fmla="*/ 886 w 903"/>
                <a:gd name="T41" fmla="*/ 72 h 106"/>
                <a:gd name="T42" fmla="*/ 831 w 903"/>
                <a:gd name="T43" fmla="*/ 55 h 106"/>
                <a:gd name="T44" fmla="*/ 792 w 903"/>
                <a:gd name="T45" fmla="*/ 10 h 106"/>
                <a:gd name="T46" fmla="*/ 777 w 903"/>
                <a:gd name="T47" fmla="*/ 0 h 106"/>
                <a:gd name="T48" fmla="*/ 762 w 903"/>
                <a:gd name="T49" fmla="*/ 10 h 106"/>
                <a:gd name="T50" fmla="*/ 724 w 903"/>
                <a:gd name="T51" fmla="*/ 55 h 106"/>
                <a:gd name="T52" fmla="*/ 669 w 903"/>
                <a:gd name="T53" fmla="*/ 72 h 106"/>
                <a:gd name="T54" fmla="*/ 614 w 903"/>
                <a:gd name="T55" fmla="*/ 55 h 106"/>
                <a:gd name="T56" fmla="*/ 574 w 903"/>
                <a:gd name="T57" fmla="*/ 10 h 106"/>
                <a:gd name="T58" fmla="*/ 560 w 903"/>
                <a:gd name="T59" fmla="*/ 0 h 106"/>
                <a:gd name="T60" fmla="*/ 545 w 903"/>
                <a:gd name="T61" fmla="*/ 10 h 106"/>
                <a:gd name="T62" fmla="*/ 505 w 903"/>
                <a:gd name="T63" fmla="*/ 55 h 106"/>
                <a:gd name="T64" fmla="*/ 450 w 903"/>
                <a:gd name="T65" fmla="*/ 72 h 106"/>
                <a:gd name="T66" fmla="*/ 395 w 903"/>
                <a:gd name="T67" fmla="*/ 55 h 106"/>
                <a:gd name="T68" fmla="*/ 357 w 903"/>
                <a:gd name="T69" fmla="*/ 10 h 106"/>
                <a:gd name="T70" fmla="*/ 342 w 903"/>
                <a:gd name="T71" fmla="*/ 0 h 106"/>
                <a:gd name="T72" fmla="*/ 327 w 903"/>
                <a:gd name="T73" fmla="*/ 10 h 106"/>
                <a:gd name="T74" fmla="*/ 288 w 903"/>
                <a:gd name="T75" fmla="*/ 55 h 106"/>
                <a:gd name="T76" fmla="*/ 234 w 903"/>
                <a:gd name="T77" fmla="*/ 72 h 106"/>
                <a:gd name="T78" fmla="*/ 179 w 903"/>
                <a:gd name="T79" fmla="*/ 55 h 106"/>
                <a:gd name="T80" fmla="*/ 140 w 903"/>
                <a:gd name="T81" fmla="*/ 10 h 106"/>
                <a:gd name="T82" fmla="*/ 125 w 903"/>
                <a:gd name="T83" fmla="*/ 0 h 106"/>
                <a:gd name="T84" fmla="*/ 110 w 903"/>
                <a:gd name="T85" fmla="*/ 10 h 106"/>
                <a:gd name="T86" fmla="*/ 72 w 903"/>
                <a:gd name="T87" fmla="*/ 55 h 106"/>
                <a:gd name="T88" fmla="*/ 17 w 903"/>
                <a:gd name="T89" fmla="*/ 72 h 106"/>
                <a:gd name="T90" fmla="*/ 0 w 903"/>
                <a:gd name="T91" fmla="*/ 88 h 106"/>
                <a:gd name="T92" fmla="*/ 17 w 903"/>
                <a:gd name="T93" fmla="*/ 10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6">
                  <a:moveTo>
                    <a:pt x="17" y="105"/>
                  </a:moveTo>
                  <a:lnTo>
                    <a:pt x="17" y="105"/>
                  </a:lnTo>
                  <a:cubicBezTo>
                    <a:pt x="43" y="105"/>
                    <a:pt x="69" y="96"/>
                    <a:pt x="89" y="83"/>
                  </a:cubicBezTo>
                  <a:cubicBezTo>
                    <a:pt x="103" y="73"/>
                    <a:pt x="115" y="62"/>
                    <a:pt x="125" y="48"/>
                  </a:cubicBezTo>
                  <a:cubicBezTo>
                    <a:pt x="135" y="62"/>
                    <a:pt x="147" y="73"/>
                    <a:pt x="161" y="83"/>
                  </a:cubicBezTo>
                  <a:cubicBezTo>
                    <a:pt x="181" y="96"/>
                    <a:pt x="206" y="105"/>
                    <a:pt x="234" y="105"/>
                  </a:cubicBezTo>
                  <a:cubicBezTo>
                    <a:pt x="261" y="105"/>
                    <a:pt x="286" y="96"/>
                    <a:pt x="308" y="83"/>
                  </a:cubicBezTo>
                  <a:cubicBezTo>
                    <a:pt x="320" y="73"/>
                    <a:pt x="332" y="62"/>
                    <a:pt x="342" y="48"/>
                  </a:cubicBezTo>
                  <a:cubicBezTo>
                    <a:pt x="352" y="62"/>
                    <a:pt x="364" y="73"/>
                    <a:pt x="378" y="83"/>
                  </a:cubicBezTo>
                  <a:cubicBezTo>
                    <a:pt x="398" y="96"/>
                    <a:pt x="424" y="105"/>
                    <a:pt x="450" y="105"/>
                  </a:cubicBezTo>
                  <a:cubicBezTo>
                    <a:pt x="478" y="105"/>
                    <a:pt x="503" y="96"/>
                    <a:pt x="525" y="83"/>
                  </a:cubicBezTo>
                  <a:cubicBezTo>
                    <a:pt x="538" y="73"/>
                    <a:pt x="549" y="62"/>
                    <a:pt x="560" y="48"/>
                  </a:cubicBezTo>
                  <a:cubicBezTo>
                    <a:pt x="570" y="62"/>
                    <a:pt x="581" y="73"/>
                    <a:pt x="595" y="83"/>
                  </a:cubicBezTo>
                  <a:cubicBezTo>
                    <a:pt x="617" y="96"/>
                    <a:pt x="641" y="105"/>
                    <a:pt x="669" y="105"/>
                  </a:cubicBezTo>
                  <a:cubicBezTo>
                    <a:pt x="695" y="105"/>
                    <a:pt x="721" y="96"/>
                    <a:pt x="741" y="83"/>
                  </a:cubicBezTo>
                  <a:cubicBezTo>
                    <a:pt x="755" y="73"/>
                    <a:pt x="767" y="62"/>
                    <a:pt x="777" y="48"/>
                  </a:cubicBezTo>
                  <a:cubicBezTo>
                    <a:pt x="787" y="62"/>
                    <a:pt x="799" y="73"/>
                    <a:pt x="811" y="83"/>
                  </a:cubicBezTo>
                  <a:cubicBezTo>
                    <a:pt x="833" y="96"/>
                    <a:pt x="858" y="105"/>
                    <a:pt x="886" y="105"/>
                  </a:cubicBezTo>
                  <a:cubicBezTo>
                    <a:pt x="895" y="105"/>
                    <a:pt x="902" y="98"/>
                    <a:pt x="902" y="88"/>
                  </a:cubicBezTo>
                  <a:cubicBezTo>
                    <a:pt x="902" y="80"/>
                    <a:pt x="895" y="72"/>
                    <a:pt x="886" y="72"/>
                  </a:cubicBezTo>
                  <a:lnTo>
                    <a:pt x="886" y="72"/>
                  </a:lnTo>
                  <a:cubicBezTo>
                    <a:pt x="865" y="72"/>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2"/>
                    <a:pt x="669" y="72"/>
                  </a:cubicBezTo>
                  <a:cubicBezTo>
                    <a:pt x="648" y="72"/>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2"/>
                    <a:pt x="450" y="72"/>
                  </a:cubicBezTo>
                  <a:cubicBezTo>
                    <a:pt x="431" y="72"/>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2"/>
                    <a:pt x="234" y="72"/>
                  </a:cubicBezTo>
                  <a:cubicBezTo>
                    <a:pt x="213" y="72"/>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2"/>
                    <a:pt x="17" y="72"/>
                  </a:cubicBezTo>
                  <a:cubicBezTo>
                    <a:pt x="7" y="72"/>
                    <a:pt x="0" y="80"/>
                    <a:pt x="0" y="88"/>
                  </a:cubicBezTo>
                  <a:cubicBezTo>
                    <a:pt x="0" y="98"/>
                    <a:pt x="7" y="105"/>
                    <a:pt x="17"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3" name="Freeform 587">
              <a:extLst>
                <a:ext uri="{FF2B5EF4-FFF2-40B4-BE49-F238E27FC236}">
                  <a16:creationId xmlns:a16="http://schemas.microsoft.com/office/drawing/2014/main" id="{E8264328-11B0-1E57-E70E-E0E1AA107496}"/>
                </a:ext>
              </a:extLst>
            </p:cNvPr>
            <p:cNvSpPr>
              <a:spLocks noChangeArrowheads="1"/>
            </p:cNvSpPr>
            <p:nvPr/>
          </p:nvSpPr>
          <p:spPr bwMode="auto">
            <a:xfrm>
              <a:off x="3114675" y="5494338"/>
              <a:ext cx="325438" cy="38100"/>
            </a:xfrm>
            <a:custGeom>
              <a:avLst/>
              <a:gdLst>
                <a:gd name="T0" fmla="*/ 886 w 903"/>
                <a:gd name="T1" fmla="*/ 71 h 107"/>
                <a:gd name="T2" fmla="*/ 886 w 903"/>
                <a:gd name="T3" fmla="*/ 71 h 107"/>
                <a:gd name="T4" fmla="*/ 886 w 903"/>
                <a:gd name="T5" fmla="*/ 71 h 107"/>
                <a:gd name="T6" fmla="*/ 831 w 903"/>
                <a:gd name="T7" fmla="*/ 55 h 107"/>
                <a:gd name="T8" fmla="*/ 792 w 903"/>
                <a:gd name="T9" fmla="*/ 10 h 107"/>
                <a:gd name="T10" fmla="*/ 777 w 903"/>
                <a:gd name="T11" fmla="*/ 0 h 107"/>
                <a:gd name="T12" fmla="*/ 762 w 903"/>
                <a:gd name="T13" fmla="*/ 10 h 107"/>
                <a:gd name="T14" fmla="*/ 724 w 903"/>
                <a:gd name="T15" fmla="*/ 55 h 107"/>
                <a:gd name="T16" fmla="*/ 669 w 903"/>
                <a:gd name="T17" fmla="*/ 71 h 107"/>
                <a:gd name="T18" fmla="*/ 614 w 903"/>
                <a:gd name="T19" fmla="*/ 55 h 107"/>
                <a:gd name="T20" fmla="*/ 574 w 903"/>
                <a:gd name="T21" fmla="*/ 10 h 107"/>
                <a:gd name="T22" fmla="*/ 560 w 903"/>
                <a:gd name="T23" fmla="*/ 0 h 107"/>
                <a:gd name="T24" fmla="*/ 545 w 903"/>
                <a:gd name="T25" fmla="*/ 10 h 107"/>
                <a:gd name="T26" fmla="*/ 505 w 903"/>
                <a:gd name="T27" fmla="*/ 55 h 107"/>
                <a:gd name="T28" fmla="*/ 450 w 903"/>
                <a:gd name="T29" fmla="*/ 71 h 107"/>
                <a:gd name="T30" fmla="*/ 395 w 903"/>
                <a:gd name="T31" fmla="*/ 55 h 107"/>
                <a:gd name="T32" fmla="*/ 357 w 903"/>
                <a:gd name="T33" fmla="*/ 10 h 107"/>
                <a:gd name="T34" fmla="*/ 342 w 903"/>
                <a:gd name="T35" fmla="*/ 0 h 107"/>
                <a:gd name="T36" fmla="*/ 327 w 903"/>
                <a:gd name="T37" fmla="*/ 10 h 107"/>
                <a:gd name="T38" fmla="*/ 288 w 903"/>
                <a:gd name="T39" fmla="*/ 55 h 107"/>
                <a:gd name="T40" fmla="*/ 234 w 903"/>
                <a:gd name="T41" fmla="*/ 71 h 107"/>
                <a:gd name="T42" fmla="*/ 179 w 903"/>
                <a:gd name="T43" fmla="*/ 55 h 107"/>
                <a:gd name="T44" fmla="*/ 140 w 903"/>
                <a:gd name="T45" fmla="*/ 10 h 107"/>
                <a:gd name="T46" fmla="*/ 125 w 903"/>
                <a:gd name="T47" fmla="*/ 0 h 107"/>
                <a:gd name="T48" fmla="*/ 110 w 903"/>
                <a:gd name="T49" fmla="*/ 10 h 107"/>
                <a:gd name="T50" fmla="*/ 72 w 903"/>
                <a:gd name="T51" fmla="*/ 55 h 107"/>
                <a:gd name="T52" fmla="*/ 17 w 903"/>
                <a:gd name="T53" fmla="*/ 71 h 107"/>
                <a:gd name="T54" fmla="*/ 0 w 903"/>
                <a:gd name="T55" fmla="*/ 88 h 107"/>
                <a:gd name="T56" fmla="*/ 17 w 903"/>
                <a:gd name="T57" fmla="*/ 104 h 107"/>
                <a:gd name="T58" fmla="*/ 89 w 903"/>
                <a:gd name="T59" fmla="*/ 82 h 107"/>
                <a:gd name="T60" fmla="*/ 125 w 903"/>
                <a:gd name="T61" fmla="*/ 48 h 107"/>
                <a:gd name="T62" fmla="*/ 161 w 903"/>
                <a:gd name="T63" fmla="*/ 82 h 107"/>
                <a:gd name="T64" fmla="*/ 234 w 903"/>
                <a:gd name="T65" fmla="*/ 104 h 107"/>
                <a:gd name="T66" fmla="*/ 308 w 903"/>
                <a:gd name="T67" fmla="*/ 82 h 107"/>
                <a:gd name="T68" fmla="*/ 342 w 903"/>
                <a:gd name="T69" fmla="*/ 48 h 107"/>
                <a:gd name="T70" fmla="*/ 378 w 903"/>
                <a:gd name="T71" fmla="*/ 82 h 107"/>
                <a:gd name="T72" fmla="*/ 450 w 903"/>
                <a:gd name="T73" fmla="*/ 104 h 107"/>
                <a:gd name="T74" fmla="*/ 525 w 903"/>
                <a:gd name="T75" fmla="*/ 82 h 107"/>
                <a:gd name="T76" fmla="*/ 560 w 903"/>
                <a:gd name="T77" fmla="*/ 48 h 107"/>
                <a:gd name="T78" fmla="*/ 595 w 903"/>
                <a:gd name="T79" fmla="*/ 82 h 107"/>
                <a:gd name="T80" fmla="*/ 669 w 903"/>
                <a:gd name="T81" fmla="*/ 104 h 107"/>
                <a:gd name="T82" fmla="*/ 741 w 903"/>
                <a:gd name="T83" fmla="*/ 82 h 107"/>
                <a:gd name="T84" fmla="*/ 777 w 903"/>
                <a:gd name="T85" fmla="*/ 48 h 107"/>
                <a:gd name="T86" fmla="*/ 811 w 903"/>
                <a:gd name="T87" fmla="*/ 82 h 107"/>
                <a:gd name="T88" fmla="*/ 886 w 903"/>
                <a:gd name="T89" fmla="*/ 104 h 107"/>
                <a:gd name="T90" fmla="*/ 902 w 903"/>
                <a:gd name="T91" fmla="*/ 88 h 107"/>
                <a:gd name="T92" fmla="*/ 886 w 903"/>
                <a:gd name="T93" fmla="*/ 7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7">
                  <a:moveTo>
                    <a:pt x="886" y="71"/>
                  </a:moveTo>
                  <a:lnTo>
                    <a:pt x="886" y="71"/>
                  </a:lnTo>
                  <a:lnTo>
                    <a:pt x="886" y="71"/>
                  </a:lnTo>
                  <a:cubicBezTo>
                    <a:pt x="865" y="71"/>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1"/>
                    <a:pt x="669" y="71"/>
                  </a:cubicBezTo>
                  <a:cubicBezTo>
                    <a:pt x="648" y="71"/>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1"/>
                    <a:pt x="450" y="71"/>
                  </a:cubicBezTo>
                  <a:cubicBezTo>
                    <a:pt x="431" y="71"/>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1"/>
                    <a:pt x="234" y="71"/>
                  </a:cubicBezTo>
                  <a:cubicBezTo>
                    <a:pt x="213" y="71"/>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1"/>
                    <a:pt x="17" y="71"/>
                  </a:cubicBezTo>
                  <a:cubicBezTo>
                    <a:pt x="7" y="71"/>
                    <a:pt x="0" y="80"/>
                    <a:pt x="0" y="88"/>
                  </a:cubicBezTo>
                  <a:cubicBezTo>
                    <a:pt x="0" y="98"/>
                    <a:pt x="7" y="104"/>
                    <a:pt x="17" y="104"/>
                  </a:cubicBezTo>
                  <a:cubicBezTo>
                    <a:pt x="43" y="106"/>
                    <a:pt x="69" y="96"/>
                    <a:pt x="89" y="82"/>
                  </a:cubicBezTo>
                  <a:cubicBezTo>
                    <a:pt x="103" y="73"/>
                    <a:pt x="115" y="62"/>
                    <a:pt x="125" y="48"/>
                  </a:cubicBezTo>
                  <a:cubicBezTo>
                    <a:pt x="135" y="62"/>
                    <a:pt x="147" y="73"/>
                    <a:pt x="161" y="82"/>
                  </a:cubicBezTo>
                  <a:cubicBezTo>
                    <a:pt x="181" y="96"/>
                    <a:pt x="206" y="106"/>
                    <a:pt x="234" y="104"/>
                  </a:cubicBezTo>
                  <a:cubicBezTo>
                    <a:pt x="261" y="106"/>
                    <a:pt x="286" y="96"/>
                    <a:pt x="308" y="82"/>
                  </a:cubicBezTo>
                  <a:cubicBezTo>
                    <a:pt x="320" y="73"/>
                    <a:pt x="332" y="62"/>
                    <a:pt x="342" y="48"/>
                  </a:cubicBezTo>
                  <a:cubicBezTo>
                    <a:pt x="352" y="62"/>
                    <a:pt x="364" y="73"/>
                    <a:pt x="378" y="82"/>
                  </a:cubicBezTo>
                  <a:cubicBezTo>
                    <a:pt x="398" y="96"/>
                    <a:pt x="424" y="106"/>
                    <a:pt x="450" y="104"/>
                  </a:cubicBezTo>
                  <a:cubicBezTo>
                    <a:pt x="478" y="106"/>
                    <a:pt x="503" y="96"/>
                    <a:pt x="525" y="82"/>
                  </a:cubicBezTo>
                  <a:cubicBezTo>
                    <a:pt x="538" y="73"/>
                    <a:pt x="549" y="62"/>
                    <a:pt x="560" y="48"/>
                  </a:cubicBezTo>
                  <a:cubicBezTo>
                    <a:pt x="570" y="62"/>
                    <a:pt x="581" y="73"/>
                    <a:pt x="595" y="82"/>
                  </a:cubicBezTo>
                  <a:cubicBezTo>
                    <a:pt x="617" y="96"/>
                    <a:pt x="641" y="106"/>
                    <a:pt x="669" y="104"/>
                  </a:cubicBezTo>
                  <a:cubicBezTo>
                    <a:pt x="695" y="106"/>
                    <a:pt x="721" y="96"/>
                    <a:pt x="741" y="82"/>
                  </a:cubicBezTo>
                  <a:cubicBezTo>
                    <a:pt x="755" y="73"/>
                    <a:pt x="767" y="62"/>
                    <a:pt x="777" y="48"/>
                  </a:cubicBezTo>
                  <a:cubicBezTo>
                    <a:pt x="787" y="62"/>
                    <a:pt x="799" y="73"/>
                    <a:pt x="811" y="82"/>
                  </a:cubicBezTo>
                  <a:cubicBezTo>
                    <a:pt x="833" y="96"/>
                    <a:pt x="858" y="106"/>
                    <a:pt x="886" y="104"/>
                  </a:cubicBezTo>
                  <a:cubicBezTo>
                    <a:pt x="895" y="104"/>
                    <a:pt x="902" y="98"/>
                    <a:pt x="902" y="88"/>
                  </a:cubicBezTo>
                  <a:cubicBezTo>
                    <a:pt x="902" y="80"/>
                    <a:pt x="895" y="71"/>
                    <a:pt x="886" y="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4" name="Freeform 588">
              <a:extLst>
                <a:ext uri="{FF2B5EF4-FFF2-40B4-BE49-F238E27FC236}">
                  <a16:creationId xmlns:a16="http://schemas.microsoft.com/office/drawing/2014/main" id="{6E6FBA49-1479-DA92-43EA-B32C9F746F9F}"/>
                </a:ext>
              </a:extLst>
            </p:cNvPr>
            <p:cNvSpPr>
              <a:spLocks noChangeArrowheads="1"/>
            </p:cNvSpPr>
            <p:nvPr/>
          </p:nvSpPr>
          <p:spPr bwMode="auto">
            <a:xfrm>
              <a:off x="3160713" y="5259388"/>
              <a:ext cx="273050" cy="198437"/>
            </a:xfrm>
            <a:custGeom>
              <a:avLst/>
              <a:gdLst>
                <a:gd name="T0" fmla="*/ 11 w 757"/>
                <a:gd name="T1" fmla="*/ 475 h 553"/>
                <a:gd name="T2" fmla="*/ 11 w 757"/>
                <a:gd name="T3" fmla="*/ 475 h 553"/>
                <a:gd name="T4" fmla="*/ 33 w 757"/>
                <a:gd name="T5" fmla="*/ 468 h 553"/>
                <a:gd name="T6" fmla="*/ 33 w 757"/>
                <a:gd name="T7" fmla="*/ 468 h 553"/>
                <a:gd name="T8" fmla="*/ 257 w 757"/>
                <a:gd name="T9" fmla="*/ 52 h 553"/>
                <a:gd name="T10" fmla="*/ 470 w 757"/>
                <a:gd name="T11" fmla="*/ 472 h 553"/>
                <a:gd name="T12" fmla="*/ 492 w 757"/>
                <a:gd name="T13" fmla="*/ 479 h 553"/>
                <a:gd name="T14" fmla="*/ 500 w 757"/>
                <a:gd name="T15" fmla="*/ 457 h 553"/>
                <a:gd name="T16" fmla="*/ 432 w 757"/>
                <a:gd name="T17" fmla="*/ 327 h 553"/>
                <a:gd name="T18" fmla="*/ 482 w 757"/>
                <a:gd name="T19" fmla="*/ 268 h 553"/>
                <a:gd name="T20" fmla="*/ 575 w 757"/>
                <a:gd name="T21" fmla="*/ 410 h 553"/>
                <a:gd name="T22" fmla="*/ 588 w 757"/>
                <a:gd name="T23" fmla="*/ 417 h 553"/>
                <a:gd name="T24" fmla="*/ 601 w 757"/>
                <a:gd name="T25" fmla="*/ 412 h 553"/>
                <a:gd name="T26" fmla="*/ 632 w 757"/>
                <a:gd name="T27" fmla="*/ 382 h 553"/>
                <a:gd name="T28" fmla="*/ 723 w 757"/>
                <a:gd name="T29" fmla="*/ 541 h 553"/>
                <a:gd name="T30" fmla="*/ 745 w 757"/>
                <a:gd name="T31" fmla="*/ 548 h 553"/>
                <a:gd name="T32" fmla="*/ 751 w 757"/>
                <a:gd name="T33" fmla="*/ 524 h 553"/>
                <a:gd name="T34" fmla="*/ 648 w 757"/>
                <a:gd name="T35" fmla="*/ 346 h 553"/>
                <a:gd name="T36" fmla="*/ 636 w 757"/>
                <a:gd name="T37" fmla="*/ 338 h 553"/>
                <a:gd name="T38" fmla="*/ 622 w 757"/>
                <a:gd name="T39" fmla="*/ 343 h 553"/>
                <a:gd name="T40" fmla="*/ 592 w 757"/>
                <a:gd name="T41" fmla="*/ 375 h 553"/>
                <a:gd name="T42" fmla="*/ 497 w 757"/>
                <a:gd name="T43" fmla="*/ 232 h 553"/>
                <a:gd name="T44" fmla="*/ 483 w 757"/>
                <a:gd name="T45" fmla="*/ 224 h 553"/>
                <a:gd name="T46" fmla="*/ 470 w 757"/>
                <a:gd name="T47" fmla="*/ 231 h 553"/>
                <a:gd name="T48" fmla="*/ 416 w 757"/>
                <a:gd name="T49" fmla="*/ 295 h 553"/>
                <a:gd name="T50" fmla="*/ 272 w 757"/>
                <a:gd name="T51" fmla="*/ 10 h 553"/>
                <a:gd name="T52" fmla="*/ 257 w 757"/>
                <a:gd name="T53" fmla="*/ 0 h 553"/>
                <a:gd name="T54" fmla="*/ 242 w 757"/>
                <a:gd name="T55" fmla="*/ 10 h 553"/>
                <a:gd name="T56" fmla="*/ 4 w 757"/>
                <a:gd name="T57" fmla="*/ 453 h 553"/>
                <a:gd name="T58" fmla="*/ 11 w 757"/>
                <a:gd name="T59" fmla="*/ 475 h 5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57" h="553">
                  <a:moveTo>
                    <a:pt x="11" y="475"/>
                  </a:moveTo>
                  <a:lnTo>
                    <a:pt x="11" y="475"/>
                  </a:lnTo>
                  <a:cubicBezTo>
                    <a:pt x="19" y="479"/>
                    <a:pt x="29" y="476"/>
                    <a:pt x="33" y="468"/>
                  </a:cubicBezTo>
                  <a:lnTo>
                    <a:pt x="33" y="468"/>
                  </a:lnTo>
                  <a:cubicBezTo>
                    <a:pt x="257" y="52"/>
                    <a:pt x="257" y="52"/>
                    <a:pt x="257" y="52"/>
                  </a:cubicBezTo>
                  <a:cubicBezTo>
                    <a:pt x="470" y="472"/>
                    <a:pt x="470" y="472"/>
                    <a:pt x="470" y="472"/>
                  </a:cubicBezTo>
                  <a:cubicBezTo>
                    <a:pt x="474" y="481"/>
                    <a:pt x="483" y="483"/>
                    <a:pt x="492" y="479"/>
                  </a:cubicBezTo>
                  <a:cubicBezTo>
                    <a:pt x="500" y="475"/>
                    <a:pt x="504" y="465"/>
                    <a:pt x="500" y="457"/>
                  </a:cubicBezTo>
                  <a:cubicBezTo>
                    <a:pt x="432" y="327"/>
                    <a:pt x="432" y="327"/>
                    <a:pt x="432" y="327"/>
                  </a:cubicBezTo>
                  <a:cubicBezTo>
                    <a:pt x="482" y="268"/>
                    <a:pt x="482" y="268"/>
                    <a:pt x="482" y="268"/>
                  </a:cubicBezTo>
                  <a:cubicBezTo>
                    <a:pt x="575" y="410"/>
                    <a:pt x="575" y="410"/>
                    <a:pt x="575" y="410"/>
                  </a:cubicBezTo>
                  <a:cubicBezTo>
                    <a:pt x="578" y="415"/>
                    <a:pt x="583" y="417"/>
                    <a:pt x="588" y="417"/>
                  </a:cubicBezTo>
                  <a:cubicBezTo>
                    <a:pt x="593" y="417"/>
                    <a:pt x="599" y="416"/>
                    <a:pt x="601" y="412"/>
                  </a:cubicBezTo>
                  <a:cubicBezTo>
                    <a:pt x="632" y="382"/>
                    <a:pt x="632" y="382"/>
                    <a:pt x="632" y="382"/>
                  </a:cubicBezTo>
                  <a:cubicBezTo>
                    <a:pt x="723" y="541"/>
                    <a:pt x="723" y="541"/>
                    <a:pt x="723" y="541"/>
                  </a:cubicBezTo>
                  <a:cubicBezTo>
                    <a:pt x="728" y="549"/>
                    <a:pt x="737" y="552"/>
                    <a:pt x="745" y="548"/>
                  </a:cubicBezTo>
                  <a:cubicBezTo>
                    <a:pt x="754" y="544"/>
                    <a:pt x="756" y="533"/>
                    <a:pt x="751" y="524"/>
                  </a:cubicBezTo>
                  <a:cubicBezTo>
                    <a:pt x="648" y="346"/>
                    <a:pt x="648" y="346"/>
                    <a:pt x="648" y="346"/>
                  </a:cubicBezTo>
                  <a:cubicBezTo>
                    <a:pt x="645" y="342"/>
                    <a:pt x="641" y="339"/>
                    <a:pt x="636" y="338"/>
                  </a:cubicBezTo>
                  <a:cubicBezTo>
                    <a:pt x="632" y="338"/>
                    <a:pt x="626" y="339"/>
                    <a:pt x="622" y="343"/>
                  </a:cubicBezTo>
                  <a:cubicBezTo>
                    <a:pt x="592" y="375"/>
                    <a:pt x="592" y="375"/>
                    <a:pt x="592" y="375"/>
                  </a:cubicBezTo>
                  <a:cubicBezTo>
                    <a:pt x="497" y="232"/>
                    <a:pt x="497" y="232"/>
                    <a:pt x="497" y="232"/>
                  </a:cubicBezTo>
                  <a:cubicBezTo>
                    <a:pt x="493" y="228"/>
                    <a:pt x="489" y="225"/>
                    <a:pt x="483" y="224"/>
                  </a:cubicBezTo>
                  <a:cubicBezTo>
                    <a:pt x="478" y="224"/>
                    <a:pt x="474" y="227"/>
                    <a:pt x="470" y="231"/>
                  </a:cubicBezTo>
                  <a:cubicBezTo>
                    <a:pt x="416" y="295"/>
                    <a:pt x="416" y="295"/>
                    <a:pt x="416" y="295"/>
                  </a:cubicBezTo>
                  <a:cubicBezTo>
                    <a:pt x="272" y="10"/>
                    <a:pt x="272" y="10"/>
                    <a:pt x="272" y="10"/>
                  </a:cubicBezTo>
                  <a:cubicBezTo>
                    <a:pt x="269" y="4"/>
                    <a:pt x="264" y="0"/>
                    <a:pt x="257" y="0"/>
                  </a:cubicBezTo>
                  <a:cubicBezTo>
                    <a:pt x="251" y="0"/>
                    <a:pt x="246" y="4"/>
                    <a:pt x="242" y="10"/>
                  </a:cubicBezTo>
                  <a:cubicBezTo>
                    <a:pt x="4" y="453"/>
                    <a:pt x="4" y="453"/>
                    <a:pt x="4" y="453"/>
                  </a:cubicBezTo>
                  <a:cubicBezTo>
                    <a:pt x="0" y="461"/>
                    <a:pt x="3" y="471"/>
                    <a:pt x="11" y="4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5" name="Freeform 589">
              <a:extLst>
                <a:ext uri="{FF2B5EF4-FFF2-40B4-BE49-F238E27FC236}">
                  <a16:creationId xmlns:a16="http://schemas.microsoft.com/office/drawing/2014/main" id="{8A6026A8-0A14-3544-3B82-1FE050CA6D61}"/>
                </a:ext>
              </a:extLst>
            </p:cNvPr>
            <p:cNvSpPr>
              <a:spLocks noChangeArrowheads="1"/>
            </p:cNvSpPr>
            <p:nvPr/>
          </p:nvSpPr>
          <p:spPr bwMode="auto">
            <a:xfrm>
              <a:off x="3357563" y="5321300"/>
              <a:ext cx="12700" cy="30163"/>
            </a:xfrm>
            <a:custGeom>
              <a:avLst/>
              <a:gdLst>
                <a:gd name="T0" fmla="*/ 0 w 34"/>
                <a:gd name="T1" fmla="*/ 16 h 82"/>
                <a:gd name="T2" fmla="*/ 0 w 34"/>
                <a:gd name="T3" fmla="*/ 16 h 82"/>
                <a:gd name="T4" fmla="*/ 0 w 34"/>
                <a:gd name="T5" fmla="*/ 64 h 82"/>
                <a:gd name="T6" fmla="*/ 17 w 34"/>
                <a:gd name="T7" fmla="*/ 81 h 82"/>
                <a:gd name="T8" fmla="*/ 33 w 34"/>
                <a:gd name="T9" fmla="*/ 64 h 82"/>
                <a:gd name="T10" fmla="*/ 33 w 34"/>
                <a:gd name="T11" fmla="*/ 16 h 82"/>
                <a:gd name="T12" fmla="*/ 17 w 34"/>
                <a:gd name="T13" fmla="*/ 0 h 82"/>
                <a:gd name="T14" fmla="*/ 0 w 34"/>
                <a:gd name="T15" fmla="*/ 16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0" y="16"/>
                  </a:moveTo>
                  <a:lnTo>
                    <a:pt x="0" y="16"/>
                  </a:lnTo>
                  <a:cubicBezTo>
                    <a:pt x="0" y="64"/>
                    <a:pt x="0" y="64"/>
                    <a:pt x="0" y="64"/>
                  </a:cubicBezTo>
                  <a:cubicBezTo>
                    <a:pt x="0" y="73"/>
                    <a:pt x="8" y="81"/>
                    <a:pt x="17" y="81"/>
                  </a:cubicBezTo>
                  <a:cubicBezTo>
                    <a:pt x="26" y="81"/>
                    <a:pt x="33" y="73"/>
                    <a:pt x="33" y="64"/>
                  </a:cubicBezTo>
                  <a:cubicBezTo>
                    <a:pt x="33" y="16"/>
                    <a:pt x="33" y="16"/>
                    <a:pt x="33" y="16"/>
                  </a:cubicBezTo>
                  <a:cubicBezTo>
                    <a:pt x="33" y="7"/>
                    <a:pt x="26" y="0"/>
                    <a:pt x="17" y="0"/>
                  </a:cubicBezTo>
                  <a:cubicBezTo>
                    <a:pt x="8"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6" name="Freeform 590">
              <a:extLst>
                <a:ext uri="{FF2B5EF4-FFF2-40B4-BE49-F238E27FC236}">
                  <a16:creationId xmlns:a16="http://schemas.microsoft.com/office/drawing/2014/main" id="{09F36C53-49FC-114D-7CC8-006B8F2CB6B6}"/>
                </a:ext>
              </a:extLst>
            </p:cNvPr>
            <p:cNvSpPr>
              <a:spLocks noChangeArrowheads="1"/>
            </p:cNvSpPr>
            <p:nvPr/>
          </p:nvSpPr>
          <p:spPr bwMode="auto">
            <a:xfrm>
              <a:off x="3314700" y="5232400"/>
              <a:ext cx="25400" cy="25400"/>
            </a:xfrm>
            <a:custGeom>
              <a:avLst/>
              <a:gdLst>
                <a:gd name="T0" fmla="*/ 40 w 71"/>
                <a:gd name="T1" fmla="*/ 63 h 71"/>
                <a:gd name="T2" fmla="*/ 40 w 71"/>
                <a:gd name="T3" fmla="*/ 63 h 71"/>
                <a:gd name="T4" fmla="*/ 63 w 71"/>
                <a:gd name="T5" fmla="*/ 63 h 71"/>
                <a:gd name="T6" fmla="*/ 63 w 71"/>
                <a:gd name="T7" fmla="*/ 39 h 71"/>
                <a:gd name="T8" fmla="*/ 30 w 71"/>
                <a:gd name="T9" fmla="*/ 5 h 71"/>
                <a:gd name="T10" fmla="*/ 7 w 71"/>
                <a:gd name="T11" fmla="*/ 5 h 71"/>
                <a:gd name="T12" fmla="*/ 7 w 71"/>
                <a:gd name="T13" fmla="*/ 28 h 71"/>
                <a:gd name="T14" fmla="*/ 4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63"/>
                  </a:moveTo>
                  <a:lnTo>
                    <a:pt x="40" y="63"/>
                  </a:lnTo>
                  <a:cubicBezTo>
                    <a:pt x="46" y="70"/>
                    <a:pt x="57" y="70"/>
                    <a:pt x="63" y="63"/>
                  </a:cubicBezTo>
                  <a:cubicBezTo>
                    <a:pt x="70" y="56"/>
                    <a:pt x="70" y="46"/>
                    <a:pt x="63" y="39"/>
                  </a:cubicBezTo>
                  <a:cubicBezTo>
                    <a:pt x="30" y="5"/>
                    <a:pt x="30" y="5"/>
                    <a:pt x="30" y="5"/>
                  </a:cubicBezTo>
                  <a:cubicBezTo>
                    <a:pt x="23" y="0"/>
                    <a:pt x="12" y="0"/>
                    <a:pt x="7" y="5"/>
                  </a:cubicBezTo>
                  <a:cubicBezTo>
                    <a:pt x="0" y="12"/>
                    <a:pt x="0" y="23"/>
                    <a:pt x="7" y="28"/>
                  </a:cubicBezTo>
                  <a:lnTo>
                    <a:pt x="40" y="6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7" name="Freeform 591">
              <a:extLst>
                <a:ext uri="{FF2B5EF4-FFF2-40B4-BE49-F238E27FC236}">
                  <a16:creationId xmlns:a16="http://schemas.microsoft.com/office/drawing/2014/main" id="{9C937203-B661-80D2-6717-5DB7BF59DDB3}"/>
                </a:ext>
              </a:extLst>
            </p:cNvPr>
            <p:cNvSpPr>
              <a:spLocks noChangeArrowheads="1"/>
            </p:cNvSpPr>
            <p:nvPr/>
          </p:nvSpPr>
          <p:spPr bwMode="auto">
            <a:xfrm>
              <a:off x="3297238" y="5276850"/>
              <a:ext cx="30162" cy="12700"/>
            </a:xfrm>
            <a:custGeom>
              <a:avLst/>
              <a:gdLst>
                <a:gd name="T0" fmla="*/ 17 w 82"/>
                <a:gd name="T1" fmla="*/ 33 h 34"/>
                <a:gd name="T2" fmla="*/ 17 w 82"/>
                <a:gd name="T3" fmla="*/ 33 h 34"/>
                <a:gd name="T4" fmla="*/ 65 w 82"/>
                <a:gd name="T5" fmla="*/ 33 h 34"/>
                <a:gd name="T6" fmla="*/ 81 w 82"/>
                <a:gd name="T7" fmla="*/ 17 h 34"/>
                <a:gd name="T8" fmla="*/ 65 w 82"/>
                <a:gd name="T9" fmla="*/ 0 h 34"/>
                <a:gd name="T10" fmla="*/ 17 w 82"/>
                <a:gd name="T11" fmla="*/ 0 h 34"/>
                <a:gd name="T12" fmla="*/ 0 w 82"/>
                <a:gd name="T13" fmla="*/ 17 h 34"/>
                <a:gd name="T14" fmla="*/ 17 w 82"/>
                <a:gd name="T15" fmla="*/ 33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17" y="33"/>
                  </a:moveTo>
                  <a:lnTo>
                    <a:pt x="17" y="33"/>
                  </a:lnTo>
                  <a:cubicBezTo>
                    <a:pt x="65" y="33"/>
                    <a:pt x="65" y="33"/>
                    <a:pt x="65" y="33"/>
                  </a:cubicBezTo>
                  <a:cubicBezTo>
                    <a:pt x="74" y="33"/>
                    <a:pt x="81" y="26"/>
                    <a:pt x="81" y="17"/>
                  </a:cubicBezTo>
                  <a:cubicBezTo>
                    <a:pt x="81" y="9"/>
                    <a:pt x="74" y="0"/>
                    <a:pt x="65" y="0"/>
                  </a:cubicBezTo>
                  <a:cubicBezTo>
                    <a:pt x="17" y="0"/>
                    <a:pt x="17" y="0"/>
                    <a:pt x="17" y="0"/>
                  </a:cubicBezTo>
                  <a:cubicBezTo>
                    <a:pt x="9" y="0"/>
                    <a:pt x="0" y="9"/>
                    <a:pt x="0" y="17"/>
                  </a:cubicBezTo>
                  <a:cubicBezTo>
                    <a:pt x="0" y="26"/>
                    <a:pt x="9" y="33"/>
                    <a:pt x="17"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grpSp>
      <p:sp>
        <p:nvSpPr>
          <p:cNvPr id="718" name="Freeform 598">
            <a:extLst>
              <a:ext uri="{FF2B5EF4-FFF2-40B4-BE49-F238E27FC236}">
                <a16:creationId xmlns:a16="http://schemas.microsoft.com/office/drawing/2014/main" id="{3D0888C7-9BC9-116C-4EE5-CC39EB99FF4D}"/>
              </a:ext>
            </a:extLst>
          </p:cNvPr>
          <p:cNvSpPr>
            <a:spLocks noChangeArrowheads="1"/>
          </p:cNvSpPr>
          <p:nvPr/>
        </p:nvSpPr>
        <p:spPr bwMode="auto">
          <a:xfrm>
            <a:off x="7764711" y="5137174"/>
            <a:ext cx="290512" cy="303213"/>
          </a:xfrm>
          <a:custGeom>
            <a:avLst/>
            <a:gdLst>
              <a:gd name="T0" fmla="*/ 807 w 808"/>
              <a:gd name="T1" fmla="*/ 16 h 843"/>
              <a:gd name="T2" fmla="*/ 807 w 808"/>
              <a:gd name="T3" fmla="*/ 15 h 843"/>
              <a:gd name="T4" fmla="*/ 806 w 808"/>
              <a:gd name="T5" fmla="*/ 13 h 843"/>
              <a:gd name="T6" fmla="*/ 806 w 808"/>
              <a:gd name="T7" fmla="*/ 12 h 843"/>
              <a:gd name="T8" fmla="*/ 805 w 808"/>
              <a:gd name="T9" fmla="*/ 8 h 843"/>
              <a:gd name="T10" fmla="*/ 803 w 808"/>
              <a:gd name="T11" fmla="*/ 6 h 843"/>
              <a:gd name="T12" fmla="*/ 802 w 808"/>
              <a:gd name="T13" fmla="*/ 5 h 843"/>
              <a:gd name="T14" fmla="*/ 802 w 808"/>
              <a:gd name="T15" fmla="*/ 5 h 843"/>
              <a:gd name="T16" fmla="*/ 802 w 808"/>
              <a:gd name="T17" fmla="*/ 4 h 843"/>
              <a:gd name="T18" fmla="*/ 799 w 808"/>
              <a:gd name="T19" fmla="*/ 2 h 843"/>
              <a:gd name="T20" fmla="*/ 798 w 808"/>
              <a:gd name="T21" fmla="*/ 2 h 843"/>
              <a:gd name="T22" fmla="*/ 796 w 808"/>
              <a:gd name="T23" fmla="*/ 1 h 843"/>
              <a:gd name="T24" fmla="*/ 795 w 808"/>
              <a:gd name="T25" fmla="*/ 1 h 843"/>
              <a:gd name="T26" fmla="*/ 794 w 808"/>
              <a:gd name="T27" fmla="*/ 1 h 843"/>
              <a:gd name="T28" fmla="*/ 792 w 808"/>
              <a:gd name="T29" fmla="*/ 0 h 843"/>
              <a:gd name="T30" fmla="*/ 791 w 808"/>
              <a:gd name="T31" fmla="*/ 0 h 843"/>
              <a:gd name="T32" fmla="*/ 689 w 808"/>
              <a:gd name="T33" fmla="*/ 0 h 843"/>
              <a:gd name="T34" fmla="*/ 689 w 808"/>
              <a:gd name="T35" fmla="*/ 33 h 843"/>
              <a:gd name="T36" fmla="*/ 752 w 808"/>
              <a:gd name="T37" fmla="*/ 33 h 843"/>
              <a:gd name="T38" fmla="*/ 676 w 808"/>
              <a:gd name="T39" fmla="*/ 102 h 843"/>
              <a:gd name="T40" fmla="*/ 522 w 808"/>
              <a:gd name="T41" fmla="*/ 35 h 843"/>
              <a:gd name="T42" fmla="*/ 341 w 808"/>
              <a:gd name="T43" fmla="*/ 135 h 843"/>
              <a:gd name="T44" fmla="*/ 304 w 808"/>
              <a:gd name="T45" fmla="*/ 229 h 843"/>
              <a:gd name="T46" fmla="*/ 133 w 808"/>
              <a:gd name="T47" fmla="*/ 229 h 843"/>
              <a:gd name="T48" fmla="*/ 0 w 808"/>
              <a:gd name="T49" fmla="*/ 439 h 843"/>
              <a:gd name="T50" fmla="*/ 133 w 808"/>
              <a:gd name="T51" fmla="*/ 649 h 843"/>
              <a:gd name="T52" fmla="*/ 202 w 808"/>
              <a:gd name="T53" fmla="*/ 739 h 843"/>
              <a:gd name="T54" fmla="*/ 135 w 808"/>
              <a:gd name="T55" fmla="*/ 756 h 843"/>
              <a:gd name="T56" fmla="*/ 202 w 808"/>
              <a:gd name="T57" fmla="*/ 772 h 843"/>
              <a:gd name="T58" fmla="*/ 219 w 808"/>
              <a:gd name="T59" fmla="*/ 842 h 843"/>
              <a:gd name="T60" fmla="*/ 235 w 808"/>
              <a:gd name="T61" fmla="*/ 772 h 843"/>
              <a:gd name="T62" fmla="*/ 302 w 808"/>
              <a:gd name="T63" fmla="*/ 756 h 843"/>
              <a:gd name="T64" fmla="*/ 235 w 808"/>
              <a:gd name="T65" fmla="*/ 739 h 843"/>
              <a:gd name="T66" fmla="*/ 304 w 808"/>
              <a:gd name="T67" fmla="*/ 649 h 843"/>
              <a:gd name="T68" fmla="*/ 434 w 808"/>
              <a:gd name="T69" fmla="*/ 472 h 843"/>
              <a:gd name="T70" fmla="*/ 522 w 808"/>
              <a:gd name="T71" fmla="*/ 490 h 843"/>
              <a:gd name="T72" fmla="*/ 703 w 808"/>
              <a:gd name="T73" fmla="*/ 389 h 843"/>
              <a:gd name="T74" fmla="*/ 702 w 808"/>
              <a:gd name="T75" fmla="*/ 134 h 843"/>
              <a:gd name="T76" fmla="*/ 774 w 808"/>
              <a:gd name="T77" fmla="*/ 57 h 843"/>
              <a:gd name="T78" fmla="*/ 791 w 808"/>
              <a:gd name="T79" fmla="*/ 138 h 843"/>
              <a:gd name="T80" fmla="*/ 807 w 808"/>
              <a:gd name="T81" fmla="*/ 16 h 843"/>
              <a:gd name="T82" fmla="*/ 349 w 808"/>
              <a:gd name="T83" fmla="*/ 576 h 843"/>
              <a:gd name="T84" fmla="*/ 219 w 808"/>
              <a:gd name="T85" fmla="*/ 634 h 843"/>
              <a:gd name="T86" fmla="*/ 65 w 808"/>
              <a:gd name="T87" fmla="*/ 547 h 843"/>
              <a:gd name="T88" fmla="*/ 88 w 808"/>
              <a:gd name="T89" fmla="*/ 300 h 843"/>
              <a:gd name="T90" fmla="*/ 219 w 808"/>
              <a:gd name="T91" fmla="*/ 244 h 843"/>
              <a:gd name="T92" fmla="*/ 304 w 808"/>
              <a:gd name="T93" fmla="*/ 266 h 843"/>
              <a:gd name="T94" fmla="*/ 404 w 808"/>
              <a:gd name="T95" fmla="*/ 454 h 843"/>
              <a:gd name="T96" fmla="*/ 338 w 808"/>
              <a:gd name="T97" fmla="*/ 289 h 843"/>
              <a:gd name="T98" fmla="*/ 372 w 808"/>
              <a:gd name="T99" fmla="*/ 329 h 843"/>
              <a:gd name="T100" fmla="*/ 368 w 808"/>
              <a:gd name="T101" fmla="*/ 372 h 843"/>
              <a:gd name="T102" fmla="*/ 652 w 808"/>
              <a:gd name="T103" fmla="*/ 400 h 843"/>
              <a:gd name="T104" fmla="*/ 593 w 808"/>
              <a:gd name="T105" fmla="*/ 442 h 843"/>
              <a:gd name="T106" fmla="*/ 449 w 808"/>
              <a:gd name="T107" fmla="*/ 442 h 843"/>
              <a:gd name="T108" fmla="*/ 374 w 808"/>
              <a:gd name="T109" fmla="*/ 278 h 843"/>
              <a:gd name="T110" fmla="*/ 390 w 808"/>
              <a:gd name="T111" fmla="*/ 124 h 843"/>
              <a:gd name="T112" fmla="*/ 522 w 808"/>
              <a:gd name="T113" fmla="*/ 68 h 843"/>
              <a:gd name="T114" fmla="*/ 674 w 808"/>
              <a:gd name="T115" fmla="*/ 153 h 843"/>
              <a:gd name="T116" fmla="*/ 652 w 808"/>
              <a:gd name="T117" fmla="*/ 400 h 8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08" h="843">
                <a:moveTo>
                  <a:pt x="807" y="16"/>
                </a:moveTo>
                <a:lnTo>
                  <a:pt x="807" y="16"/>
                </a:lnTo>
                <a:lnTo>
                  <a:pt x="807" y="16"/>
                </a:lnTo>
                <a:cubicBezTo>
                  <a:pt x="807" y="16"/>
                  <a:pt x="807" y="16"/>
                  <a:pt x="807" y="15"/>
                </a:cubicBezTo>
                <a:lnTo>
                  <a:pt x="807" y="15"/>
                </a:lnTo>
                <a:cubicBezTo>
                  <a:pt x="806" y="15"/>
                  <a:pt x="806" y="13"/>
                  <a:pt x="806" y="13"/>
                </a:cubicBezTo>
                <a:lnTo>
                  <a:pt x="806" y="13"/>
                </a:lnTo>
                <a:lnTo>
                  <a:pt x="806" y="12"/>
                </a:lnTo>
                <a:lnTo>
                  <a:pt x="806" y="12"/>
                </a:lnTo>
                <a:cubicBezTo>
                  <a:pt x="806" y="11"/>
                  <a:pt x="805" y="9"/>
                  <a:pt x="805" y="8"/>
                </a:cubicBezTo>
                <a:lnTo>
                  <a:pt x="805" y="8"/>
                </a:lnTo>
                <a:cubicBezTo>
                  <a:pt x="803" y="6"/>
                  <a:pt x="803" y="6"/>
                  <a:pt x="803" y="6"/>
                </a:cubicBezTo>
                <a:lnTo>
                  <a:pt x="803" y="6"/>
                </a:lnTo>
                <a:cubicBezTo>
                  <a:pt x="803" y="5"/>
                  <a:pt x="803" y="5"/>
                  <a:pt x="802" y="5"/>
                </a:cubicBezTo>
                <a:lnTo>
                  <a:pt x="802" y="5"/>
                </a:lnTo>
                <a:lnTo>
                  <a:pt x="802" y="5"/>
                </a:lnTo>
                <a:lnTo>
                  <a:pt x="802" y="5"/>
                </a:lnTo>
                <a:cubicBezTo>
                  <a:pt x="802" y="4"/>
                  <a:pt x="802" y="4"/>
                  <a:pt x="802" y="4"/>
                </a:cubicBezTo>
                <a:cubicBezTo>
                  <a:pt x="801" y="4"/>
                  <a:pt x="801" y="4"/>
                  <a:pt x="801" y="4"/>
                </a:cubicBezTo>
                <a:cubicBezTo>
                  <a:pt x="801" y="4"/>
                  <a:pt x="801" y="4"/>
                  <a:pt x="799" y="2"/>
                </a:cubicBezTo>
                <a:lnTo>
                  <a:pt x="799" y="2"/>
                </a:lnTo>
                <a:cubicBezTo>
                  <a:pt x="799" y="2"/>
                  <a:pt x="799" y="2"/>
                  <a:pt x="798" y="2"/>
                </a:cubicBezTo>
                <a:lnTo>
                  <a:pt x="798" y="2"/>
                </a:lnTo>
                <a:cubicBezTo>
                  <a:pt x="798" y="1"/>
                  <a:pt x="798" y="1"/>
                  <a:pt x="796" y="1"/>
                </a:cubicBezTo>
                <a:lnTo>
                  <a:pt x="796" y="1"/>
                </a:lnTo>
                <a:cubicBezTo>
                  <a:pt x="796" y="1"/>
                  <a:pt x="796" y="1"/>
                  <a:pt x="795" y="1"/>
                </a:cubicBezTo>
                <a:lnTo>
                  <a:pt x="795" y="1"/>
                </a:lnTo>
                <a:lnTo>
                  <a:pt x="794" y="1"/>
                </a:lnTo>
                <a:lnTo>
                  <a:pt x="794" y="0"/>
                </a:lnTo>
                <a:lnTo>
                  <a:pt x="792" y="0"/>
                </a:lnTo>
                <a:lnTo>
                  <a:pt x="792" y="0"/>
                </a:lnTo>
                <a:cubicBezTo>
                  <a:pt x="791" y="0"/>
                  <a:pt x="791" y="0"/>
                  <a:pt x="791" y="0"/>
                </a:cubicBezTo>
                <a:lnTo>
                  <a:pt x="791" y="0"/>
                </a:lnTo>
                <a:cubicBezTo>
                  <a:pt x="689" y="0"/>
                  <a:pt x="689" y="0"/>
                  <a:pt x="689" y="0"/>
                </a:cubicBezTo>
                <a:cubicBezTo>
                  <a:pt x="680" y="0"/>
                  <a:pt x="673" y="8"/>
                  <a:pt x="673" y="16"/>
                </a:cubicBezTo>
                <a:cubicBezTo>
                  <a:pt x="673" y="26"/>
                  <a:pt x="680" y="33"/>
                  <a:pt x="689" y="33"/>
                </a:cubicBezTo>
                <a:lnTo>
                  <a:pt x="689" y="33"/>
                </a:lnTo>
                <a:cubicBezTo>
                  <a:pt x="752" y="33"/>
                  <a:pt x="752" y="33"/>
                  <a:pt x="752" y="33"/>
                </a:cubicBezTo>
                <a:cubicBezTo>
                  <a:pt x="681" y="107"/>
                  <a:pt x="681" y="107"/>
                  <a:pt x="681" y="107"/>
                </a:cubicBezTo>
                <a:cubicBezTo>
                  <a:pt x="680" y="105"/>
                  <a:pt x="677" y="104"/>
                  <a:pt x="676" y="102"/>
                </a:cubicBezTo>
                <a:cubicBezTo>
                  <a:pt x="656" y="82"/>
                  <a:pt x="633" y="64"/>
                  <a:pt x="607" y="53"/>
                </a:cubicBezTo>
                <a:cubicBezTo>
                  <a:pt x="581" y="42"/>
                  <a:pt x="552" y="35"/>
                  <a:pt x="522" y="35"/>
                </a:cubicBezTo>
                <a:cubicBezTo>
                  <a:pt x="492" y="35"/>
                  <a:pt x="463" y="42"/>
                  <a:pt x="437" y="53"/>
                </a:cubicBezTo>
                <a:cubicBezTo>
                  <a:pt x="397" y="71"/>
                  <a:pt x="364" y="100"/>
                  <a:pt x="341" y="135"/>
                </a:cubicBezTo>
                <a:cubicBezTo>
                  <a:pt x="323" y="163"/>
                  <a:pt x="310" y="196"/>
                  <a:pt x="305" y="230"/>
                </a:cubicBezTo>
                <a:cubicBezTo>
                  <a:pt x="305" y="230"/>
                  <a:pt x="305" y="229"/>
                  <a:pt x="304" y="229"/>
                </a:cubicBezTo>
                <a:cubicBezTo>
                  <a:pt x="277" y="218"/>
                  <a:pt x="249" y="211"/>
                  <a:pt x="219" y="211"/>
                </a:cubicBezTo>
                <a:cubicBezTo>
                  <a:pt x="188" y="211"/>
                  <a:pt x="159" y="218"/>
                  <a:pt x="133" y="229"/>
                </a:cubicBezTo>
                <a:cubicBezTo>
                  <a:pt x="95" y="247"/>
                  <a:pt x="61" y="275"/>
                  <a:pt x="37" y="311"/>
                </a:cubicBezTo>
                <a:cubicBezTo>
                  <a:pt x="14" y="348"/>
                  <a:pt x="0" y="392"/>
                  <a:pt x="0" y="439"/>
                </a:cubicBezTo>
                <a:cubicBezTo>
                  <a:pt x="0" y="501"/>
                  <a:pt x="25" y="558"/>
                  <a:pt x="65" y="599"/>
                </a:cubicBezTo>
                <a:cubicBezTo>
                  <a:pt x="84" y="620"/>
                  <a:pt x="107" y="636"/>
                  <a:pt x="133" y="649"/>
                </a:cubicBezTo>
                <a:cubicBezTo>
                  <a:pt x="155" y="657"/>
                  <a:pt x="179" y="664"/>
                  <a:pt x="202" y="665"/>
                </a:cubicBezTo>
                <a:cubicBezTo>
                  <a:pt x="202" y="739"/>
                  <a:pt x="202" y="739"/>
                  <a:pt x="202" y="739"/>
                </a:cubicBezTo>
                <a:cubicBezTo>
                  <a:pt x="151" y="739"/>
                  <a:pt x="151" y="739"/>
                  <a:pt x="151" y="739"/>
                </a:cubicBezTo>
                <a:cubicBezTo>
                  <a:pt x="143" y="739"/>
                  <a:pt x="135" y="746"/>
                  <a:pt x="135" y="756"/>
                </a:cubicBezTo>
                <a:cubicBezTo>
                  <a:pt x="135" y="764"/>
                  <a:pt x="143" y="772"/>
                  <a:pt x="151" y="772"/>
                </a:cubicBezTo>
                <a:cubicBezTo>
                  <a:pt x="202" y="772"/>
                  <a:pt x="202" y="772"/>
                  <a:pt x="202" y="772"/>
                </a:cubicBezTo>
                <a:cubicBezTo>
                  <a:pt x="202" y="826"/>
                  <a:pt x="202" y="826"/>
                  <a:pt x="202" y="826"/>
                </a:cubicBezTo>
                <a:cubicBezTo>
                  <a:pt x="202" y="834"/>
                  <a:pt x="210" y="842"/>
                  <a:pt x="219" y="842"/>
                </a:cubicBezTo>
                <a:cubicBezTo>
                  <a:pt x="228" y="842"/>
                  <a:pt x="235" y="834"/>
                  <a:pt x="235" y="826"/>
                </a:cubicBezTo>
                <a:cubicBezTo>
                  <a:pt x="235" y="772"/>
                  <a:pt x="235" y="772"/>
                  <a:pt x="235" y="772"/>
                </a:cubicBezTo>
                <a:cubicBezTo>
                  <a:pt x="286" y="772"/>
                  <a:pt x="286" y="772"/>
                  <a:pt x="286" y="772"/>
                </a:cubicBezTo>
                <a:cubicBezTo>
                  <a:pt x="295" y="772"/>
                  <a:pt x="302" y="764"/>
                  <a:pt x="302" y="756"/>
                </a:cubicBezTo>
                <a:cubicBezTo>
                  <a:pt x="302" y="746"/>
                  <a:pt x="295" y="739"/>
                  <a:pt x="286" y="739"/>
                </a:cubicBezTo>
                <a:cubicBezTo>
                  <a:pt x="235" y="739"/>
                  <a:pt x="235" y="739"/>
                  <a:pt x="235" y="739"/>
                </a:cubicBezTo>
                <a:cubicBezTo>
                  <a:pt x="235" y="665"/>
                  <a:pt x="235" y="665"/>
                  <a:pt x="235" y="665"/>
                </a:cubicBezTo>
                <a:cubicBezTo>
                  <a:pt x="260" y="664"/>
                  <a:pt x="283" y="657"/>
                  <a:pt x="304" y="649"/>
                </a:cubicBezTo>
                <a:cubicBezTo>
                  <a:pt x="343" y="631"/>
                  <a:pt x="376" y="602"/>
                  <a:pt x="400" y="565"/>
                </a:cubicBezTo>
                <a:cubicBezTo>
                  <a:pt x="418" y="538"/>
                  <a:pt x="430" y="506"/>
                  <a:pt x="434" y="472"/>
                </a:cubicBezTo>
                <a:cubicBezTo>
                  <a:pt x="435" y="472"/>
                  <a:pt x="435" y="472"/>
                  <a:pt x="437" y="472"/>
                </a:cubicBezTo>
                <a:cubicBezTo>
                  <a:pt x="463" y="484"/>
                  <a:pt x="492" y="490"/>
                  <a:pt x="522" y="490"/>
                </a:cubicBezTo>
                <a:cubicBezTo>
                  <a:pt x="552" y="490"/>
                  <a:pt x="581" y="484"/>
                  <a:pt x="607" y="472"/>
                </a:cubicBezTo>
                <a:cubicBezTo>
                  <a:pt x="645" y="455"/>
                  <a:pt x="680" y="426"/>
                  <a:pt x="703" y="389"/>
                </a:cubicBezTo>
                <a:cubicBezTo>
                  <a:pt x="726" y="354"/>
                  <a:pt x="740" y="310"/>
                  <a:pt x="740" y="263"/>
                </a:cubicBezTo>
                <a:cubicBezTo>
                  <a:pt x="740" y="215"/>
                  <a:pt x="725" y="170"/>
                  <a:pt x="702" y="134"/>
                </a:cubicBezTo>
                <a:cubicBezTo>
                  <a:pt x="702" y="134"/>
                  <a:pt x="702" y="134"/>
                  <a:pt x="702" y="133"/>
                </a:cubicBezTo>
                <a:cubicBezTo>
                  <a:pt x="774" y="57"/>
                  <a:pt x="774" y="57"/>
                  <a:pt x="774" y="57"/>
                </a:cubicBezTo>
                <a:cubicBezTo>
                  <a:pt x="774" y="122"/>
                  <a:pt x="774" y="122"/>
                  <a:pt x="774" y="122"/>
                </a:cubicBezTo>
                <a:cubicBezTo>
                  <a:pt x="774" y="131"/>
                  <a:pt x="781" y="138"/>
                  <a:pt x="791" y="138"/>
                </a:cubicBezTo>
                <a:cubicBezTo>
                  <a:pt x="799" y="138"/>
                  <a:pt x="807" y="131"/>
                  <a:pt x="807" y="122"/>
                </a:cubicBezTo>
                <a:lnTo>
                  <a:pt x="807" y="16"/>
                </a:lnTo>
                <a:close/>
                <a:moveTo>
                  <a:pt x="349" y="576"/>
                </a:moveTo>
                <a:lnTo>
                  <a:pt x="349" y="576"/>
                </a:lnTo>
                <a:cubicBezTo>
                  <a:pt x="332" y="594"/>
                  <a:pt x="313" y="608"/>
                  <a:pt x="291" y="619"/>
                </a:cubicBezTo>
                <a:cubicBezTo>
                  <a:pt x="268" y="628"/>
                  <a:pt x="245" y="634"/>
                  <a:pt x="219" y="634"/>
                </a:cubicBezTo>
                <a:cubicBezTo>
                  <a:pt x="194" y="634"/>
                  <a:pt x="169" y="628"/>
                  <a:pt x="147" y="619"/>
                </a:cubicBezTo>
                <a:cubicBezTo>
                  <a:pt x="114" y="604"/>
                  <a:pt x="85" y="579"/>
                  <a:pt x="65" y="547"/>
                </a:cubicBezTo>
                <a:cubicBezTo>
                  <a:pt x="46" y="517"/>
                  <a:pt x="33" y="479"/>
                  <a:pt x="33" y="439"/>
                </a:cubicBezTo>
                <a:cubicBezTo>
                  <a:pt x="33" y="385"/>
                  <a:pt x="54" y="336"/>
                  <a:pt x="88" y="300"/>
                </a:cubicBezTo>
                <a:cubicBezTo>
                  <a:pt x="105" y="284"/>
                  <a:pt x="125" y="269"/>
                  <a:pt x="147" y="259"/>
                </a:cubicBezTo>
                <a:cubicBezTo>
                  <a:pt x="169" y="249"/>
                  <a:pt x="194" y="244"/>
                  <a:pt x="219" y="244"/>
                </a:cubicBezTo>
                <a:cubicBezTo>
                  <a:pt x="245" y="244"/>
                  <a:pt x="268" y="249"/>
                  <a:pt x="291" y="259"/>
                </a:cubicBezTo>
                <a:cubicBezTo>
                  <a:pt x="295" y="262"/>
                  <a:pt x="299" y="263"/>
                  <a:pt x="304" y="266"/>
                </a:cubicBezTo>
                <a:cubicBezTo>
                  <a:pt x="304" y="326"/>
                  <a:pt x="328" y="383"/>
                  <a:pt x="367" y="424"/>
                </a:cubicBezTo>
                <a:cubicBezTo>
                  <a:pt x="378" y="435"/>
                  <a:pt x="390" y="446"/>
                  <a:pt x="404" y="454"/>
                </a:cubicBezTo>
                <a:cubicBezTo>
                  <a:pt x="400" y="502"/>
                  <a:pt x="380" y="545"/>
                  <a:pt x="349" y="576"/>
                </a:cubicBezTo>
                <a:close/>
                <a:moveTo>
                  <a:pt x="338" y="289"/>
                </a:moveTo>
                <a:lnTo>
                  <a:pt x="338" y="289"/>
                </a:lnTo>
                <a:cubicBezTo>
                  <a:pt x="352" y="302"/>
                  <a:pt x="363" y="314"/>
                  <a:pt x="372" y="329"/>
                </a:cubicBezTo>
                <a:cubicBezTo>
                  <a:pt x="387" y="354"/>
                  <a:pt x="398" y="381"/>
                  <a:pt x="402" y="411"/>
                </a:cubicBezTo>
                <a:cubicBezTo>
                  <a:pt x="389" y="400"/>
                  <a:pt x="378" y="387"/>
                  <a:pt x="368" y="372"/>
                </a:cubicBezTo>
                <a:cubicBezTo>
                  <a:pt x="353" y="348"/>
                  <a:pt x="342" y="319"/>
                  <a:pt x="338" y="289"/>
                </a:cubicBezTo>
                <a:close/>
                <a:moveTo>
                  <a:pt x="652" y="400"/>
                </a:moveTo>
                <a:lnTo>
                  <a:pt x="652" y="400"/>
                </a:lnTo>
                <a:cubicBezTo>
                  <a:pt x="636" y="418"/>
                  <a:pt x="615" y="432"/>
                  <a:pt x="593" y="442"/>
                </a:cubicBezTo>
                <a:cubicBezTo>
                  <a:pt x="571" y="453"/>
                  <a:pt x="547" y="457"/>
                  <a:pt x="522" y="457"/>
                </a:cubicBezTo>
                <a:cubicBezTo>
                  <a:pt x="496" y="457"/>
                  <a:pt x="471" y="453"/>
                  <a:pt x="449" y="442"/>
                </a:cubicBezTo>
                <a:cubicBezTo>
                  <a:pt x="445" y="440"/>
                  <a:pt x="441" y="439"/>
                  <a:pt x="437" y="436"/>
                </a:cubicBezTo>
                <a:cubicBezTo>
                  <a:pt x="437" y="374"/>
                  <a:pt x="412" y="318"/>
                  <a:pt x="374" y="278"/>
                </a:cubicBezTo>
                <a:cubicBezTo>
                  <a:pt x="363" y="266"/>
                  <a:pt x="350" y="256"/>
                  <a:pt x="337" y="247"/>
                </a:cubicBezTo>
                <a:cubicBezTo>
                  <a:pt x="341" y="200"/>
                  <a:pt x="360" y="156"/>
                  <a:pt x="390" y="124"/>
                </a:cubicBezTo>
                <a:cubicBezTo>
                  <a:pt x="408" y="107"/>
                  <a:pt x="427" y="93"/>
                  <a:pt x="449" y="83"/>
                </a:cubicBezTo>
                <a:cubicBezTo>
                  <a:pt x="471" y="74"/>
                  <a:pt x="496" y="68"/>
                  <a:pt x="522" y="68"/>
                </a:cubicBezTo>
                <a:cubicBezTo>
                  <a:pt x="547" y="68"/>
                  <a:pt x="571" y="74"/>
                  <a:pt x="593" y="83"/>
                </a:cubicBezTo>
                <a:cubicBezTo>
                  <a:pt x="626" y="98"/>
                  <a:pt x="655" y="123"/>
                  <a:pt x="674" y="153"/>
                </a:cubicBezTo>
                <a:cubicBezTo>
                  <a:pt x="695" y="185"/>
                  <a:pt x="707" y="222"/>
                  <a:pt x="707" y="263"/>
                </a:cubicBezTo>
                <a:cubicBezTo>
                  <a:pt x="707" y="317"/>
                  <a:pt x="685" y="366"/>
                  <a:pt x="652" y="400"/>
                </a:cubicBezTo>
                <a:close/>
              </a:path>
            </a:pathLst>
          </a:custGeom>
          <a:solidFill>
            <a:schemeClr val="tx2"/>
          </a:solidFill>
          <a:ln>
            <a:noFill/>
          </a:ln>
          <a:effectLst/>
        </p:spPr>
        <p:txBody>
          <a:bodyPr wrap="none" anchor="ctr"/>
          <a:lstStyle/>
          <a:p>
            <a:endParaRPr lang="da-DK"/>
          </a:p>
        </p:txBody>
      </p:sp>
    </p:spTree>
    <p:extLst>
      <p:ext uri="{BB962C8B-B14F-4D97-AF65-F5344CB8AC3E}">
        <p14:creationId xmlns:p14="http://schemas.microsoft.com/office/powerpoint/2010/main" val="82788419"/>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DB650-443B-0DB1-BB62-96D46A4F4B81}"/>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562D2533-D91B-1837-0D68-0CCC0A579ADB}"/>
              </a:ext>
            </a:extLst>
          </p:cNvPr>
          <p:cNvGrpSpPr/>
          <p:nvPr/>
        </p:nvGrpSpPr>
        <p:grpSpPr>
          <a:xfrm>
            <a:off x="8182644" y="6021288"/>
            <a:ext cx="287337" cy="228600"/>
            <a:chOff x="7154863" y="6351588"/>
            <a:chExt cx="287337" cy="228600"/>
          </a:xfrm>
          <a:solidFill>
            <a:schemeClr val="tx2"/>
          </a:solidFill>
        </p:grpSpPr>
        <p:sp>
          <p:nvSpPr>
            <p:cNvPr id="3" name="Freeform 1">
              <a:extLst>
                <a:ext uri="{FF2B5EF4-FFF2-40B4-BE49-F238E27FC236}">
                  <a16:creationId xmlns:a16="http://schemas.microsoft.com/office/drawing/2014/main" id="{1BBB4549-25CA-59F4-CB63-5DDFD10DC142}"/>
                </a:ext>
              </a:extLst>
            </p:cNvPr>
            <p:cNvSpPr>
              <a:spLocks noChangeArrowheads="1"/>
            </p:cNvSpPr>
            <p:nvPr/>
          </p:nvSpPr>
          <p:spPr bwMode="auto">
            <a:xfrm>
              <a:off x="7154863" y="6351588"/>
              <a:ext cx="287337" cy="228600"/>
            </a:xfrm>
            <a:custGeom>
              <a:avLst/>
              <a:gdLst>
                <a:gd name="T0" fmla="*/ 750 w 800"/>
                <a:gd name="T1" fmla="*/ 0 h 636"/>
                <a:gd name="T2" fmla="*/ 750 w 800"/>
                <a:gd name="T3" fmla="*/ 0 h 636"/>
                <a:gd name="T4" fmla="*/ 47 w 800"/>
                <a:gd name="T5" fmla="*/ 0 h 636"/>
                <a:gd name="T6" fmla="*/ 0 w 800"/>
                <a:gd name="T7" fmla="*/ 49 h 636"/>
                <a:gd name="T8" fmla="*/ 0 w 800"/>
                <a:gd name="T9" fmla="*/ 484 h 636"/>
                <a:gd name="T10" fmla="*/ 47 w 800"/>
                <a:gd name="T11" fmla="*/ 531 h 636"/>
                <a:gd name="T12" fmla="*/ 187 w 800"/>
                <a:gd name="T13" fmla="*/ 531 h 636"/>
                <a:gd name="T14" fmla="*/ 135 w 800"/>
                <a:gd name="T15" fmla="*/ 610 h 636"/>
                <a:gd name="T16" fmla="*/ 139 w 800"/>
                <a:gd name="T17" fmla="*/ 629 h 636"/>
                <a:gd name="T18" fmla="*/ 160 w 800"/>
                <a:gd name="T19" fmla="*/ 625 h 636"/>
                <a:gd name="T20" fmla="*/ 223 w 800"/>
                <a:gd name="T21" fmla="*/ 531 h 636"/>
                <a:gd name="T22" fmla="*/ 576 w 800"/>
                <a:gd name="T23" fmla="*/ 531 h 636"/>
                <a:gd name="T24" fmla="*/ 637 w 800"/>
                <a:gd name="T25" fmla="*/ 625 h 636"/>
                <a:gd name="T26" fmla="*/ 658 w 800"/>
                <a:gd name="T27" fmla="*/ 629 h 636"/>
                <a:gd name="T28" fmla="*/ 662 w 800"/>
                <a:gd name="T29" fmla="*/ 610 h 636"/>
                <a:gd name="T30" fmla="*/ 662 w 800"/>
                <a:gd name="T31" fmla="*/ 610 h 636"/>
                <a:gd name="T32" fmla="*/ 611 w 800"/>
                <a:gd name="T33" fmla="*/ 531 h 636"/>
                <a:gd name="T34" fmla="*/ 750 w 800"/>
                <a:gd name="T35" fmla="*/ 531 h 636"/>
                <a:gd name="T36" fmla="*/ 799 w 800"/>
                <a:gd name="T37" fmla="*/ 484 h 636"/>
                <a:gd name="T38" fmla="*/ 799 w 800"/>
                <a:gd name="T39" fmla="*/ 49 h 636"/>
                <a:gd name="T40" fmla="*/ 750 w 800"/>
                <a:gd name="T41" fmla="*/ 0 h 636"/>
                <a:gd name="T42" fmla="*/ 770 w 800"/>
                <a:gd name="T43" fmla="*/ 484 h 636"/>
                <a:gd name="T44" fmla="*/ 770 w 800"/>
                <a:gd name="T45" fmla="*/ 484 h 636"/>
                <a:gd name="T46" fmla="*/ 750 w 800"/>
                <a:gd name="T47" fmla="*/ 502 h 636"/>
                <a:gd name="T48" fmla="*/ 583 w 800"/>
                <a:gd name="T49" fmla="*/ 502 h 636"/>
                <a:gd name="T50" fmla="*/ 215 w 800"/>
                <a:gd name="T51" fmla="*/ 502 h 636"/>
                <a:gd name="T52" fmla="*/ 47 w 800"/>
                <a:gd name="T53" fmla="*/ 502 h 636"/>
                <a:gd name="T54" fmla="*/ 29 w 800"/>
                <a:gd name="T55" fmla="*/ 484 h 636"/>
                <a:gd name="T56" fmla="*/ 29 w 800"/>
                <a:gd name="T57" fmla="*/ 49 h 636"/>
                <a:gd name="T58" fmla="*/ 47 w 800"/>
                <a:gd name="T59" fmla="*/ 29 h 636"/>
                <a:gd name="T60" fmla="*/ 750 w 800"/>
                <a:gd name="T61" fmla="*/ 29 h 636"/>
                <a:gd name="T62" fmla="*/ 770 w 800"/>
                <a:gd name="T63" fmla="*/ 49 h 636"/>
                <a:gd name="T64" fmla="*/ 770 w 800"/>
                <a:gd name="T65" fmla="*/ 484 h 6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00" h="636">
                  <a:moveTo>
                    <a:pt x="750" y="0"/>
                  </a:moveTo>
                  <a:lnTo>
                    <a:pt x="750" y="0"/>
                  </a:lnTo>
                  <a:cubicBezTo>
                    <a:pt x="47" y="0"/>
                    <a:pt x="47" y="0"/>
                    <a:pt x="47" y="0"/>
                  </a:cubicBezTo>
                  <a:cubicBezTo>
                    <a:pt x="21" y="0"/>
                    <a:pt x="0" y="22"/>
                    <a:pt x="0" y="49"/>
                  </a:cubicBezTo>
                  <a:cubicBezTo>
                    <a:pt x="0" y="484"/>
                    <a:pt x="0" y="484"/>
                    <a:pt x="0" y="484"/>
                  </a:cubicBezTo>
                  <a:cubicBezTo>
                    <a:pt x="0" y="511"/>
                    <a:pt x="21" y="531"/>
                    <a:pt x="47" y="531"/>
                  </a:cubicBezTo>
                  <a:cubicBezTo>
                    <a:pt x="187" y="531"/>
                    <a:pt x="187" y="531"/>
                    <a:pt x="187" y="531"/>
                  </a:cubicBezTo>
                  <a:cubicBezTo>
                    <a:pt x="135" y="610"/>
                    <a:pt x="135" y="610"/>
                    <a:pt x="135" y="610"/>
                  </a:cubicBezTo>
                  <a:cubicBezTo>
                    <a:pt x="131" y="617"/>
                    <a:pt x="134" y="625"/>
                    <a:pt x="139" y="629"/>
                  </a:cubicBezTo>
                  <a:cubicBezTo>
                    <a:pt x="146" y="635"/>
                    <a:pt x="156" y="632"/>
                    <a:pt x="160" y="625"/>
                  </a:cubicBezTo>
                  <a:cubicBezTo>
                    <a:pt x="223" y="531"/>
                    <a:pt x="223" y="531"/>
                    <a:pt x="223" y="531"/>
                  </a:cubicBezTo>
                  <a:cubicBezTo>
                    <a:pt x="576" y="531"/>
                    <a:pt x="576" y="531"/>
                    <a:pt x="576" y="531"/>
                  </a:cubicBezTo>
                  <a:cubicBezTo>
                    <a:pt x="637" y="625"/>
                    <a:pt x="637" y="625"/>
                    <a:pt x="637" y="625"/>
                  </a:cubicBezTo>
                  <a:cubicBezTo>
                    <a:pt x="643" y="632"/>
                    <a:pt x="651" y="635"/>
                    <a:pt x="658" y="629"/>
                  </a:cubicBezTo>
                  <a:cubicBezTo>
                    <a:pt x="665" y="625"/>
                    <a:pt x="666" y="617"/>
                    <a:pt x="662" y="610"/>
                  </a:cubicBezTo>
                  <a:lnTo>
                    <a:pt x="662" y="610"/>
                  </a:lnTo>
                  <a:cubicBezTo>
                    <a:pt x="611" y="531"/>
                    <a:pt x="611" y="531"/>
                    <a:pt x="611" y="531"/>
                  </a:cubicBezTo>
                  <a:cubicBezTo>
                    <a:pt x="750" y="531"/>
                    <a:pt x="750" y="531"/>
                    <a:pt x="750" y="531"/>
                  </a:cubicBezTo>
                  <a:cubicBezTo>
                    <a:pt x="777" y="531"/>
                    <a:pt x="799" y="511"/>
                    <a:pt x="799" y="484"/>
                  </a:cubicBezTo>
                  <a:cubicBezTo>
                    <a:pt x="799" y="49"/>
                    <a:pt x="799" y="49"/>
                    <a:pt x="799" y="49"/>
                  </a:cubicBezTo>
                  <a:cubicBezTo>
                    <a:pt x="799" y="22"/>
                    <a:pt x="777" y="0"/>
                    <a:pt x="750" y="0"/>
                  </a:cubicBezTo>
                  <a:close/>
                  <a:moveTo>
                    <a:pt x="770" y="484"/>
                  </a:moveTo>
                  <a:lnTo>
                    <a:pt x="770" y="484"/>
                  </a:lnTo>
                  <a:cubicBezTo>
                    <a:pt x="770" y="494"/>
                    <a:pt x="761" y="502"/>
                    <a:pt x="750" y="502"/>
                  </a:cubicBezTo>
                  <a:cubicBezTo>
                    <a:pt x="583" y="502"/>
                    <a:pt x="583" y="502"/>
                    <a:pt x="583" y="502"/>
                  </a:cubicBezTo>
                  <a:cubicBezTo>
                    <a:pt x="215" y="502"/>
                    <a:pt x="215" y="502"/>
                    <a:pt x="215" y="502"/>
                  </a:cubicBezTo>
                  <a:cubicBezTo>
                    <a:pt x="47" y="502"/>
                    <a:pt x="47" y="502"/>
                    <a:pt x="47" y="502"/>
                  </a:cubicBezTo>
                  <a:cubicBezTo>
                    <a:pt x="37" y="502"/>
                    <a:pt x="29" y="494"/>
                    <a:pt x="29" y="484"/>
                  </a:cubicBezTo>
                  <a:cubicBezTo>
                    <a:pt x="29" y="49"/>
                    <a:pt x="29" y="49"/>
                    <a:pt x="29" y="49"/>
                  </a:cubicBezTo>
                  <a:cubicBezTo>
                    <a:pt x="29" y="38"/>
                    <a:pt x="37" y="29"/>
                    <a:pt x="47" y="29"/>
                  </a:cubicBezTo>
                  <a:cubicBezTo>
                    <a:pt x="750" y="29"/>
                    <a:pt x="750" y="29"/>
                    <a:pt x="750" y="29"/>
                  </a:cubicBezTo>
                  <a:cubicBezTo>
                    <a:pt x="761" y="29"/>
                    <a:pt x="770" y="38"/>
                    <a:pt x="770" y="49"/>
                  </a:cubicBezTo>
                  <a:lnTo>
                    <a:pt x="770" y="48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C90615E0-1056-D17A-CA9F-9D6651E1A732}"/>
                </a:ext>
              </a:extLst>
            </p:cNvPr>
            <p:cNvSpPr>
              <a:spLocks noChangeArrowheads="1"/>
            </p:cNvSpPr>
            <p:nvPr/>
          </p:nvSpPr>
          <p:spPr bwMode="auto">
            <a:xfrm>
              <a:off x="7178675" y="6388100"/>
              <a:ext cx="36513" cy="36513"/>
            </a:xfrm>
            <a:custGeom>
              <a:avLst/>
              <a:gdLst>
                <a:gd name="T0" fmla="*/ 27 w 100"/>
                <a:gd name="T1" fmla="*/ 94 h 100"/>
                <a:gd name="T2" fmla="*/ 27 w 100"/>
                <a:gd name="T3" fmla="*/ 94 h 100"/>
                <a:gd name="T4" fmla="*/ 94 w 100"/>
                <a:gd name="T5" fmla="*/ 27 h 100"/>
                <a:gd name="T6" fmla="*/ 94 w 100"/>
                <a:gd name="T7" fmla="*/ 6 h 100"/>
                <a:gd name="T8" fmla="*/ 73 w 100"/>
                <a:gd name="T9" fmla="*/ 6 h 100"/>
                <a:gd name="T10" fmla="*/ 6 w 100"/>
                <a:gd name="T11" fmla="*/ 73 h 100"/>
                <a:gd name="T12" fmla="*/ 6 w 100"/>
                <a:gd name="T13" fmla="*/ 94 h 100"/>
                <a:gd name="T14" fmla="*/ 27 w 100"/>
                <a:gd name="T15" fmla="*/ 94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7" y="94"/>
                  </a:moveTo>
                  <a:lnTo>
                    <a:pt x="27" y="94"/>
                  </a:lnTo>
                  <a:cubicBezTo>
                    <a:pt x="94" y="27"/>
                    <a:pt x="94" y="27"/>
                    <a:pt x="94" y="27"/>
                  </a:cubicBezTo>
                  <a:cubicBezTo>
                    <a:pt x="99" y="21"/>
                    <a:pt x="99" y="11"/>
                    <a:pt x="94" y="6"/>
                  </a:cubicBezTo>
                  <a:cubicBezTo>
                    <a:pt x="88" y="0"/>
                    <a:pt x="78" y="0"/>
                    <a:pt x="73" y="6"/>
                  </a:cubicBezTo>
                  <a:cubicBezTo>
                    <a:pt x="6" y="73"/>
                    <a:pt x="6" y="73"/>
                    <a:pt x="6" y="73"/>
                  </a:cubicBezTo>
                  <a:cubicBezTo>
                    <a:pt x="0" y="78"/>
                    <a:pt x="0" y="88"/>
                    <a:pt x="6" y="94"/>
                  </a:cubicBezTo>
                  <a:cubicBezTo>
                    <a:pt x="11" y="99"/>
                    <a:pt x="21" y="99"/>
                    <a:pt x="27" y="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29A988D-A8A3-AEB9-1181-5431F74BD60C}"/>
                </a:ext>
              </a:extLst>
            </p:cNvPr>
            <p:cNvSpPr>
              <a:spLocks noChangeArrowheads="1"/>
            </p:cNvSpPr>
            <p:nvPr/>
          </p:nvSpPr>
          <p:spPr bwMode="auto">
            <a:xfrm>
              <a:off x="7178675" y="6388100"/>
              <a:ext cx="84138" cy="84138"/>
            </a:xfrm>
            <a:custGeom>
              <a:avLst/>
              <a:gdLst>
                <a:gd name="T0" fmla="*/ 207 w 234"/>
                <a:gd name="T1" fmla="*/ 6 h 234"/>
                <a:gd name="T2" fmla="*/ 207 w 234"/>
                <a:gd name="T3" fmla="*/ 6 h 234"/>
                <a:gd name="T4" fmla="*/ 6 w 234"/>
                <a:gd name="T5" fmla="*/ 207 h 234"/>
                <a:gd name="T6" fmla="*/ 6 w 234"/>
                <a:gd name="T7" fmla="*/ 227 h 234"/>
                <a:gd name="T8" fmla="*/ 27 w 234"/>
                <a:gd name="T9" fmla="*/ 227 h 234"/>
                <a:gd name="T10" fmla="*/ 228 w 234"/>
                <a:gd name="T11" fmla="*/ 27 h 234"/>
                <a:gd name="T12" fmla="*/ 228 w 234"/>
                <a:gd name="T13" fmla="*/ 6 h 234"/>
                <a:gd name="T14" fmla="*/ 207 w 234"/>
                <a:gd name="T15" fmla="*/ 6 h 2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234">
                  <a:moveTo>
                    <a:pt x="207" y="6"/>
                  </a:moveTo>
                  <a:lnTo>
                    <a:pt x="207" y="6"/>
                  </a:lnTo>
                  <a:cubicBezTo>
                    <a:pt x="6" y="207"/>
                    <a:pt x="6" y="207"/>
                    <a:pt x="6" y="207"/>
                  </a:cubicBezTo>
                  <a:cubicBezTo>
                    <a:pt x="0" y="212"/>
                    <a:pt x="0" y="222"/>
                    <a:pt x="6" y="227"/>
                  </a:cubicBezTo>
                  <a:cubicBezTo>
                    <a:pt x="11" y="233"/>
                    <a:pt x="21" y="233"/>
                    <a:pt x="27" y="227"/>
                  </a:cubicBezTo>
                  <a:cubicBezTo>
                    <a:pt x="228" y="27"/>
                    <a:pt x="228" y="27"/>
                    <a:pt x="228" y="27"/>
                  </a:cubicBezTo>
                  <a:cubicBezTo>
                    <a:pt x="233" y="21"/>
                    <a:pt x="233" y="11"/>
                    <a:pt x="228" y="6"/>
                  </a:cubicBezTo>
                  <a:cubicBezTo>
                    <a:pt x="222" y="0"/>
                    <a:pt x="212" y="0"/>
                    <a:pt x="20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 name="Freeform 4">
            <a:extLst>
              <a:ext uri="{FF2B5EF4-FFF2-40B4-BE49-F238E27FC236}">
                <a16:creationId xmlns:a16="http://schemas.microsoft.com/office/drawing/2014/main" id="{C09C5CFE-3938-DA40-1FE6-241CE83ED19C}"/>
              </a:ext>
            </a:extLst>
          </p:cNvPr>
          <p:cNvSpPr>
            <a:spLocks noChangeArrowheads="1"/>
          </p:cNvSpPr>
          <p:nvPr/>
        </p:nvSpPr>
        <p:spPr bwMode="auto">
          <a:xfrm>
            <a:off x="9163719" y="1073845"/>
            <a:ext cx="312737" cy="141287"/>
          </a:xfrm>
          <a:custGeom>
            <a:avLst/>
            <a:gdLst>
              <a:gd name="T0" fmla="*/ 71 w 870"/>
              <a:gd name="T1" fmla="*/ 209 h 394"/>
              <a:gd name="T2" fmla="*/ 71 w 870"/>
              <a:gd name="T3" fmla="*/ 209 h 394"/>
              <a:gd name="T4" fmla="*/ 56 w 870"/>
              <a:gd name="T5" fmla="*/ 210 h 394"/>
              <a:gd name="T6" fmla="*/ 6 w 870"/>
              <a:gd name="T7" fmla="*/ 243 h 394"/>
              <a:gd name="T8" fmla="*/ 0 w 870"/>
              <a:gd name="T9" fmla="*/ 255 h 394"/>
              <a:gd name="T10" fmla="*/ 6 w 870"/>
              <a:gd name="T11" fmla="*/ 268 h 394"/>
              <a:gd name="T12" fmla="*/ 165 w 870"/>
              <a:gd name="T13" fmla="*/ 389 h 394"/>
              <a:gd name="T14" fmla="*/ 179 w 870"/>
              <a:gd name="T15" fmla="*/ 392 h 394"/>
              <a:gd name="T16" fmla="*/ 481 w 870"/>
              <a:gd name="T17" fmla="*/ 291 h 394"/>
              <a:gd name="T18" fmla="*/ 483 w 870"/>
              <a:gd name="T19" fmla="*/ 290 h 394"/>
              <a:gd name="T20" fmla="*/ 844 w 870"/>
              <a:gd name="T21" fmla="*/ 121 h 394"/>
              <a:gd name="T22" fmla="*/ 869 w 870"/>
              <a:gd name="T23" fmla="*/ 82 h 394"/>
              <a:gd name="T24" fmla="*/ 858 w 870"/>
              <a:gd name="T25" fmla="*/ 54 h 394"/>
              <a:gd name="T26" fmla="*/ 766 w 870"/>
              <a:gd name="T27" fmla="*/ 15 h 394"/>
              <a:gd name="T28" fmla="*/ 713 w 870"/>
              <a:gd name="T29" fmla="*/ 26 h 394"/>
              <a:gd name="T30" fmla="*/ 713 w 870"/>
              <a:gd name="T31" fmla="*/ 26 h 394"/>
              <a:gd name="T32" fmla="*/ 480 w 870"/>
              <a:gd name="T33" fmla="*/ 135 h 394"/>
              <a:gd name="T34" fmla="*/ 253 w 870"/>
              <a:gd name="T35" fmla="*/ 3 h 394"/>
              <a:gd name="T36" fmla="*/ 239 w 870"/>
              <a:gd name="T37" fmla="*/ 1 h 394"/>
              <a:gd name="T38" fmla="*/ 176 w 870"/>
              <a:gd name="T39" fmla="*/ 31 h 394"/>
              <a:gd name="T40" fmla="*/ 168 w 870"/>
              <a:gd name="T41" fmla="*/ 42 h 394"/>
              <a:gd name="T42" fmla="*/ 172 w 870"/>
              <a:gd name="T43" fmla="*/ 54 h 394"/>
              <a:gd name="T44" fmla="*/ 320 w 870"/>
              <a:gd name="T45" fmla="*/ 210 h 394"/>
              <a:gd name="T46" fmla="*/ 193 w 870"/>
              <a:gd name="T47" fmla="*/ 270 h 394"/>
              <a:gd name="T48" fmla="*/ 71 w 870"/>
              <a:gd name="T49" fmla="*/ 209 h 394"/>
              <a:gd name="T50" fmla="*/ 350 w 870"/>
              <a:gd name="T51" fmla="*/ 229 h 394"/>
              <a:gd name="T52" fmla="*/ 350 w 870"/>
              <a:gd name="T53" fmla="*/ 229 h 394"/>
              <a:gd name="T54" fmla="*/ 359 w 870"/>
              <a:gd name="T55" fmla="*/ 217 h 394"/>
              <a:gd name="T56" fmla="*/ 356 w 870"/>
              <a:gd name="T57" fmla="*/ 205 h 394"/>
              <a:gd name="T58" fmla="*/ 208 w 870"/>
              <a:gd name="T59" fmla="*/ 49 h 394"/>
              <a:gd name="T60" fmla="*/ 244 w 870"/>
              <a:gd name="T61" fmla="*/ 32 h 394"/>
              <a:gd name="T62" fmla="*/ 472 w 870"/>
              <a:gd name="T63" fmla="*/ 164 h 394"/>
              <a:gd name="T64" fmla="*/ 486 w 870"/>
              <a:gd name="T65" fmla="*/ 166 h 394"/>
              <a:gd name="T66" fmla="*/ 725 w 870"/>
              <a:gd name="T67" fmla="*/ 54 h 394"/>
              <a:gd name="T68" fmla="*/ 720 w 870"/>
              <a:gd name="T69" fmla="*/ 40 h 394"/>
              <a:gd name="T70" fmla="*/ 725 w 870"/>
              <a:gd name="T71" fmla="*/ 54 h 394"/>
              <a:gd name="T72" fmla="*/ 766 w 870"/>
              <a:gd name="T73" fmla="*/ 44 h 394"/>
              <a:gd name="T74" fmla="*/ 837 w 870"/>
              <a:gd name="T75" fmla="*/ 75 h 394"/>
              <a:gd name="T76" fmla="*/ 840 w 870"/>
              <a:gd name="T77" fmla="*/ 82 h 394"/>
              <a:gd name="T78" fmla="*/ 831 w 870"/>
              <a:gd name="T79" fmla="*/ 95 h 394"/>
              <a:gd name="T80" fmla="*/ 472 w 870"/>
              <a:gd name="T81" fmla="*/ 263 h 394"/>
              <a:gd name="T82" fmla="*/ 176 w 870"/>
              <a:gd name="T83" fmla="*/ 361 h 394"/>
              <a:gd name="T84" fmla="*/ 41 w 870"/>
              <a:gd name="T85" fmla="*/ 256 h 394"/>
              <a:gd name="T86" fmla="*/ 66 w 870"/>
              <a:gd name="T87" fmla="*/ 240 h 394"/>
              <a:gd name="T88" fmla="*/ 186 w 870"/>
              <a:gd name="T89" fmla="*/ 300 h 394"/>
              <a:gd name="T90" fmla="*/ 198 w 870"/>
              <a:gd name="T91" fmla="*/ 300 h 394"/>
              <a:gd name="T92" fmla="*/ 350 w 870"/>
              <a:gd name="T93" fmla="*/ 229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70" h="394">
                <a:moveTo>
                  <a:pt x="71" y="209"/>
                </a:moveTo>
                <a:lnTo>
                  <a:pt x="71" y="209"/>
                </a:lnTo>
                <a:cubicBezTo>
                  <a:pt x="67" y="206"/>
                  <a:pt x="62" y="208"/>
                  <a:pt x="56" y="210"/>
                </a:cubicBezTo>
                <a:cubicBezTo>
                  <a:pt x="6" y="243"/>
                  <a:pt x="6" y="243"/>
                  <a:pt x="6" y="243"/>
                </a:cubicBezTo>
                <a:cubicBezTo>
                  <a:pt x="3" y="245"/>
                  <a:pt x="0" y="251"/>
                  <a:pt x="0" y="255"/>
                </a:cubicBezTo>
                <a:cubicBezTo>
                  <a:pt x="0" y="259"/>
                  <a:pt x="2" y="265"/>
                  <a:pt x="6" y="268"/>
                </a:cubicBezTo>
                <a:cubicBezTo>
                  <a:pt x="165" y="389"/>
                  <a:pt x="165" y="389"/>
                  <a:pt x="165" y="389"/>
                </a:cubicBezTo>
                <a:cubicBezTo>
                  <a:pt x="169" y="392"/>
                  <a:pt x="173" y="393"/>
                  <a:pt x="179" y="392"/>
                </a:cubicBezTo>
                <a:cubicBezTo>
                  <a:pt x="481" y="291"/>
                  <a:pt x="481" y="291"/>
                  <a:pt x="481" y="291"/>
                </a:cubicBezTo>
                <a:cubicBezTo>
                  <a:pt x="483" y="290"/>
                  <a:pt x="483" y="290"/>
                  <a:pt x="483" y="290"/>
                </a:cubicBezTo>
                <a:cubicBezTo>
                  <a:pt x="844" y="121"/>
                  <a:pt x="844" y="121"/>
                  <a:pt x="844" y="121"/>
                </a:cubicBezTo>
                <a:cubicBezTo>
                  <a:pt x="861" y="114"/>
                  <a:pt x="869" y="99"/>
                  <a:pt x="869" y="82"/>
                </a:cubicBezTo>
                <a:cubicBezTo>
                  <a:pt x="869" y="72"/>
                  <a:pt x="866" y="63"/>
                  <a:pt x="858" y="54"/>
                </a:cubicBezTo>
                <a:cubicBezTo>
                  <a:pt x="834" y="29"/>
                  <a:pt x="801" y="15"/>
                  <a:pt x="766" y="15"/>
                </a:cubicBezTo>
                <a:cubicBezTo>
                  <a:pt x="749" y="15"/>
                  <a:pt x="730" y="19"/>
                  <a:pt x="713" y="26"/>
                </a:cubicBezTo>
                <a:lnTo>
                  <a:pt x="713" y="26"/>
                </a:lnTo>
                <a:cubicBezTo>
                  <a:pt x="480" y="135"/>
                  <a:pt x="480" y="135"/>
                  <a:pt x="480" y="135"/>
                </a:cubicBezTo>
                <a:cubicBezTo>
                  <a:pt x="253" y="3"/>
                  <a:pt x="253" y="3"/>
                  <a:pt x="253" y="3"/>
                </a:cubicBezTo>
                <a:cubicBezTo>
                  <a:pt x="248" y="0"/>
                  <a:pt x="243" y="0"/>
                  <a:pt x="239" y="1"/>
                </a:cubicBezTo>
                <a:cubicBezTo>
                  <a:pt x="176" y="31"/>
                  <a:pt x="176" y="31"/>
                  <a:pt x="176" y="31"/>
                </a:cubicBezTo>
                <a:cubicBezTo>
                  <a:pt x="172" y="33"/>
                  <a:pt x="169" y="36"/>
                  <a:pt x="168" y="42"/>
                </a:cubicBezTo>
                <a:cubicBezTo>
                  <a:pt x="168" y="46"/>
                  <a:pt x="169" y="51"/>
                  <a:pt x="172" y="54"/>
                </a:cubicBezTo>
                <a:cubicBezTo>
                  <a:pt x="320" y="210"/>
                  <a:pt x="320" y="210"/>
                  <a:pt x="320" y="210"/>
                </a:cubicBezTo>
                <a:cubicBezTo>
                  <a:pt x="193" y="270"/>
                  <a:pt x="193" y="270"/>
                  <a:pt x="193" y="270"/>
                </a:cubicBezTo>
                <a:lnTo>
                  <a:pt x="71" y="209"/>
                </a:lnTo>
                <a:close/>
                <a:moveTo>
                  <a:pt x="350" y="229"/>
                </a:moveTo>
                <a:lnTo>
                  <a:pt x="350" y="229"/>
                </a:lnTo>
                <a:cubicBezTo>
                  <a:pt x="356" y="227"/>
                  <a:pt x="359" y="223"/>
                  <a:pt x="359" y="217"/>
                </a:cubicBezTo>
                <a:cubicBezTo>
                  <a:pt x="360" y="213"/>
                  <a:pt x="359" y="209"/>
                  <a:pt x="356" y="205"/>
                </a:cubicBezTo>
                <a:cubicBezTo>
                  <a:pt x="208" y="49"/>
                  <a:pt x="208" y="49"/>
                  <a:pt x="208" y="49"/>
                </a:cubicBezTo>
                <a:cubicBezTo>
                  <a:pt x="244" y="32"/>
                  <a:pt x="244" y="32"/>
                  <a:pt x="244" y="32"/>
                </a:cubicBezTo>
                <a:cubicBezTo>
                  <a:pt x="472" y="164"/>
                  <a:pt x="472" y="164"/>
                  <a:pt x="472" y="164"/>
                </a:cubicBezTo>
                <a:cubicBezTo>
                  <a:pt x="476" y="167"/>
                  <a:pt x="481" y="167"/>
                  <a:pt x="486" y="166"/>
                </a:cubicBezTo>
                <a:cubicBezTo>
                  <a:pt x="725" y="54"/>
                  <a:pt x="725" y="54"/>
                  <a:pt x="725" y="54"/>
                </a:cubicBezTo>
                <a:cubicBezTo>
                  <a:pt x="720" y="40"/>
                  <a:pt x="720" y="40"/>
                  <a:pt x="720" y="40"/>
                </a:cubicBezTo>
                <a:cubicBezTo>
                  <a:pt x="725" y="54"/>
                  <a:pt x="725" y="54"/>
                  <a:pt x="725" y="54"/>
                </a:cubicBezTo>
                <a:cubicBezTo>
                  <a:pt x="739" y="47"/>
                  <a:pt x="753" y="44"/>
                  <a:pt x="766" y="44"/>
                </a:cubicBezTo>
                <a:cubicBezTo>
                  <a:pt x="792" y="44"/>
                  <a:pt x="819" y="56"/>
                  <a:pt x="837" y="75"/>
                </a:cubicBezTo>
                <a:cubicBezTo>
                  <a:pt x="838" y="77"/>
                  <a:pt x="840" y="79"/>
                  <a:pt x="840" y="82"/>
                </a:cubicBezTo>
                <a:cubicBezTo>
                  <a:pt x="840" y="88"/>
                  <a:pt x="837" y="93"/>
                  <a:pt x="831" y="95"/>
                </a:cubicBezTo>
                <a:cubicBezTo>
                  <a:pt x="472" y="263"/>
                  <a:pt x="472" y="263"/>
                  <a:pt x="472" y="263"/>
                </a:cubicBezTo>
                <a:cubicBezTo>
                  <a:pt x="176" y="361"/>
                  <a:pt x="176" y="361"/>
                  <a:pt x="176" y="361"/>
                </a:cubicBezTo>
                <a:cubicBezTo>
                  <a:pt x="41" y="256"/>
                  <a:pt x="41" y="256"/>
                  <a:pt x="41" y="256"/>
                </a:cubicBezTo>
                <a:cubicBezTo>
                  <a:pt x="66" y="240"/>
                  <a:pt x="66" y="240"/>
                  <a:pt x="66" y="240"/>
                </a:cubicBezTo>
                <a:cubicBezTo>
                  <a:pt x="186" y="300"/>
                  <a:pt x="186" y="300"/>
                  <a:pt x="186" y="300"/>
                </a:cubicBezTo>
                <a:cubicBezTo>
                  <a:pt x="190" y="301"/>
                  <a:pt x="194" y="301"/>
                  <a:pt x="198" y="300"/>
                </a:cubicBezTo>
                <a:lnTo>
                  <a:pt x="350" y="229"/>
                </a:lnTo>
                <a:close/>
              </a:path>
            </a:pathLst>
          </a:custGeom>
          <a:solidFill>
            <a:schemeClr val="tx2"/>
          </a:solidFill>
          <a:ln>
            <a:noFill/>
          </a:ln>
          <a:effectLst/>
        </p:spPr>
        <p:txBody>
          <a:bodyPr wrap="none" anchor="ctr"/>
          <a:lstStyle/>
          <a:p>
            <a:endParaRPr lang="da-DK"/>
          </a:p>
        </p:txBody>
      </p:sp>
      <p:grpSp>
        <p:nvGrpSpPr>
          <p:cNvPr id="7" name="Group 10">
            <a:extLst>
              <a:ext uri="{FF2B5EF4-FFF2-40B4-BE49-F238E27FC236}">
                <a16:creationId xmlns:a16="http://schemas.microsoft.com/office/drawing/2014/main" id="{294D9D36-1871-FF2B-A156-1491577992B3}"/>
              </a:ext>
            </a:extLst>
          </p:cNvPr>
          <p:cNvGrpSpPr/>
          <p:nvPr/>
        </p:nvGrpSpPr>
        <p:grpSpPr>
          <a:xfrm>
            <a:off x="8174706" y="1522314"/>
            <a:ext cx="214313" cy="257175"/>
            <a:chOff x="7146925" y="1860550"/>
            <a:chExt cx="214313" cy="257175"/>
          </a:xfrm>
          <a:solidFill>
            <a:schemeClr val="tx2"/>
          </a:solidFill>
        </p:grpSpPr>
        <p:sp>
          <p:nvSpPr>
            <p:cNvPr id="8" name="Freeform 5">
              <a:extLst>
                <a:ext uri="{FF2B5EF4-FFF2-40B4-BE49-F238E27FC236}">
                  <a16:creationId xmlns:a16="http://schemas.microsoft.com/office/drawing/2014/main" id="{2BCC29CA-4BF3-C5B6-A82F-9F79E47F4C9E}"/>
                </a:ext>
              </a:extLst>
            </p:cNvPr>
            <p:cNvSpPr>
              <a:spLocks noChangeArrowheads="1"/>
            </p:cNvSpPr>
            <p:nvPr/>
          </p:nvSpPr>
          <p:spPr bwMode="auto">
            <a:xfrm>
              <a:off x="7146925" y="1860550"/>
              <a:ext cx="214313" cy="257175"/>
            </a:xfrm>
            <a:custGeom>
              <a:avLst/>
              <a:gdLst>
                <a:gd name="T0" fmla="*/ 595 w 596"/>
                <a:gd name="T1" fmla="*/ 537 h 716"/>
                <a:gd name="T2" fmla="*/ 595 w 596"/>
                <a:gd name="T3" fmla="*/ 537 h 716"/>
                <a:gd name="T4" fmla="*/ 595 w 596"/>
                <a:gd name="T5" fmla="*/ 536 h 716"/>
                <a:gd name="T6" fmla="*/ 595 w 596"/>
                <a:gd name="T7" fmla="*/ 520 h 716"/>
                <a:gd name="T8" fmla="*/ 595 w 596"/>
                <a:gd name="T9" fmla="*/ 505 h 716"/>
                <a:gd name="T10" fmla="*/ 595 w 596"/>
                <a:gd name="T11" fmla="*/ 212 h 716"/>
                <a:gd name="T12" fmla="*/ 383 w 596"/>
                <a:gd name="T13" fmla="*/ 0 h 716"/>
                <a:gd name="T14" fmla="*/ 212 w 596"/>
                <a:gd name="T15" fmla="*/ 0 h 716"/>
                <a:gd name="T16" fmla="*/ 0 w 596"/>
                <a:gd name="T17" fmla="*/ 212 h 716"/>
                <a:gd name="T18" fmla="*/ 0 w 596"/>
                <a:gd name="T19" fmla="*/ 505 h 716"/>
                <a:gd name="T20" fmla="*/ 0 w 596"/>
                <a:gd name="T21" fmla="*/ 536 h 716"/>
                <a:gd name="T22" fmla="*/ 0 w 596"/>
                <a:gd name="T23" fmla="*/ 537 h 716"/>
                <a:gd name="T24" fmla="*/ 88 w 596"/>
                <a:gd name="T25" fmla="*/ 625 h 716"/>
                <a:gd name="T26" fmla="*/ 98 w 596"/>
                <a:gd name="T27" fmla="*/ 625 h 716"/>
                <a:gd name="T28" fmla="*/ 34 w 596"/>
                <a:gd name="T29" fmla="*/ 688 h 716"/>
                <a:gd name="T30" fmla="*/ 34 w 596"/>
                <a:gd name="T31" fmla="*/ 710 h 716"/>
                <a:gd name="T32" fmla="*/ 55 w 596"/>
                <a:gd name="T33" fmla="*/ 710 h 716"/>
                <a:gd name="T34" fmla="*/ 140 w 596"/>
                <a:gd name="T35" fmla="*/ 625 h 716"/>
                <a:gd name="T36" fmla="*/ 455 w 596"/>
                <a:gd name="T37" fmla="*/ 625 h 716"/>
                <a:gd name="T38" fmla="*/ 540 w 596"/>
                <a:gd name="T39" fmla="*/ 710 h 716"/>
                <a:gd name="T40" fmla="*/ 561 w 596"/>
                <a:gd name="T41" fmla="*/ 710 h 716"/>
                <a:gd name="T42" fmla="*/ 561 w 596"/>
                <a:gd name="T43" fmla="*/ 688 h 716"/>
                <a:gd name="T44" fmla="*/ 497 w 596"/>
                <a:gd name="T45" fmla="*/ 625 h 716"/>
                <a:gd name="T46" fmla="*/ 507 w 596"/>
                <a:gd name="T47" fmla="*/ 625 h 716"/>
                <a:gd name="T48" fmla="*/ 595 w 596"/>
                <a:gd name="T49" fmla="*/ 537 h 716"/>
                <a:gd name="T50" fmla="*/ 357 w 596"/>
                <a:gd name="T51" fmla="*/ 505 h 716"/>
                <a:gd name="T52" fmla="*/ 357 w 596"/>
                <a:gd name="T53" fmla="*/ 505 h 716"/>
                <a:gd name="T54" fmla="*/ 238 w 596"/>
                <a:gd name="T55" fmla="*/ 505 h 716"/>
                <a:gd name="T56" fmla="*/ 238 w 596"/>
                <a:gd name="T57" fmla="*/ 282 h 716"/>
                <a:gd name="T58" fmla="*/ 282 w 596"/>
                <a:gd name="T59" fmla="*/ 237 h 716"/>
                <a:gd name="T60" fmla="*/ 313 w 596"/>
                <a:gd name="T61" fmla="*/ 237 h 716"/>
                <a:gd name="T62" fmla="*/ 357 w 596"/>
                <a:gd name="T63" fmla="*/ 282 h 716"/>
                <a:gd name="T64" fmla="*/ 357 w 596"/>
                <a:gd name="T65" fmla="*/ 505 h 716"/>
                <a:gd name="T66" fmla="*/ 30 w 596"/>
                <a:gd name="T67" fmla="*/ 212 h 716"/>
                <a:gd name="T68" fmla="*/ 30 w 596"/>
                <a:gd name="T69" fmla="*/ 212 h 716"/>
                <a:gd name="T70" fmla="*/ 84 w 596"/>
                <a:gd name="T71" fmla="*/ 84 h 716"/>
                <a:gd name="T72" fmla="*/ 212 w 596"/>
                <a:gd name="T73" fmla="*/ 29 h 716"/>
                <a:gd name="T74" fmla="*/ 383 w 596"/>
                <a:gd name="T75" fmla="*/ 29 h 716"/>
                <a:gd name="T76" fmla="*/ 512 w 596"/>
                <a:gd name="T77" fmla="*/ 84 h 716"/>
                <a:gd name="T78" fmla="*/ 565 w 596"/>
                <a:gd name="T79" fmla="*/ 212 h 716"/>
                <a:gd name="T80" fmla="*/ 565 w 596"/>
                <a:gd name="T81" fmla="*/ 505 h 716"/>
                <a:gd name="T82" fmla="*/ 387 w 596"/>
                <a:gd name="T83" fmla="*/ 505 h 716"/>
                <a:gd name="T84" fmla="*/ 387 w 596"/>
                <a:gd name="T85" fmla="*/ 282 h 716"/>
                <a:gd name="T86" fmla="*/ 313 w 596"/>
                <a:gd name="T87" fmla="*/ 208 h 716"/>
                <a:gd name="T88" fmla="*/ 282 w 596"/>
                <a:gd name="T89" fmla="*/ 208 h 716"/>
                <a:gd name="T90" fmla="*/ 208 w 596"/>
                <a:gd name="T91" fmla="*/ 282 h 716"/>
                <a:gd name="T92" fmla="*/ 208 w 596"/>
                <a:gd name="T93" fmla="*/ 505 h 716"/>
                <a:gd name="T94" fmla="*/ 30 w 596"/>
                <a:gd name="T95" fmla="*/ 505 h 716"/>
                <a:gd name="T96" fmla="*/ 30 w 596"/>
                <a:gd name="T97" fmla="*/ 212 h 716"/>
                <a:gd name="T98" fmla="*/ 46 w 596"/>
                <a:gd name="T99" fmla="*/ 577 h 716"/>
                <a:gd name="T100" fmla="*/ 46 w 596"/>
                <a:gd name="T101" fmla="*/ 577 h 716"/>
                <a:gd name="T102" fmla="*/ 30 w 596"/>
                <a:gd name="T103" fmla="*/ 537 h 716"/>
                <a:gd name="T104" fmla="*/ 30 w 596"/>
                <a:gd name="T105" fmla="*/ 536 h 716"/>
                <a:gd name="T106" fmla="*/ 208 w 596"/>
                <a:gd name="T107" fmla="*/ 536 h 716"/>
                <a:gd name="T108" fmla="*/ 387 w 596"/>
                <a:gd name="T109" fmla="*/ 536 h 716"/>
                <a:gd name="T110" fmla="*/ 565 w 596"/>
                <a:gd name="T111" fmla="*/ 536 h 716"/>
                <a:gd name="T112" fmla="*/ 565 w 596"/>
                <a:gd name="T113" fmla="*/ 537 h 716"/>
                <a:gd name="T114" fmla="*/ 549 w 596"/>
                <a:gd name="T115" fmla="*/ 577 h 716"/>
                <a:gd name="T116" fmla="*/ 507 w 596"/>
                <a:gd name="T117" fmla="*/ 594 h 716"/>
                <a:gd name="T118" fmla="*/ 88 w 596"/>
                <a:gd name="T119" fmla="*/ 594 h 716"/>
                <a:gd name="T120" fmla="*/ 46 w 596"/>
                <a:gd name="T121" fmla="*/ 577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96" h="716">
                  <a:moveTo>
                    <a:pt x="595" y="537"/>
                  </a:moveTo>
                  <a:lnTo>
                    <a:pt x="595" y="537"/>
                  </a:lnTo>
                  <a:cubicBezTo>
                    <a:pt x="595" y="536"/>
                    <a:pt x="595" y="536"/>
                    <a:pt x="595" y="536"/>
                  </a:cubicBezTo>
                  <a:cubicBezTo>
                    <a:pt x="595" y="520"/>
                    <a:pt x="595" y="520"/>
                    <a:pt x="595" y="520"/>
                  </a:cubicBezTo>
                  <a:cubicBezTo>
                    <a:pt x="595" y="505"/>
                    <a:pt x="595" y="505"/>
                    <a:pt x="595" y="505"/>
                  </a:cubicBezTo>
                  <a:cubicBezTo>
                    <a:pt x="595" y="212"/>
                    <a:pt x="595" y="212"/>
                    <a:pt x="595" y="212"/>
                  </a:cubicBezTo>
                  <a:cubicBezTo>
                    <a:pt x="595" y="95"/>
                    <a:pt x="500" y="0"/>
                    <a:pt x="383" y="0"/>
                  </a:cubicBezTo>
                  <a:cubicBezTo>
                    <a:pt x="212" y="0"/>
                    <a:pt x="212" y="0"/>
                    <a:pt x="212" y="0"/>
                  </a:cubicBezTo>
                  <a:cubicBezTo>
                    <a:pt x="95" y="0"/>
                    <a:pt x="0" y="95"/>
                    <a:pt x="0" y="212"/>
                  </a:cubicBezTo>
                  <a:cubicBezTo>
                    <a:pt x="0" y="505"/>
                    <a:pt x="0" y="505"/>
                    <a:pt x="0" y="505"/>
                  </a:cubicBezTo>
                  <a:cubicBezTo>
                    <a:pt x="0" y="536"/>
                    <a:pt x="0" y="536"/>
                    <a:pt x="0" y="536"/>
                  </a:cubicBezTo>
                  <a:cubicBezTo>
                    <a:pt x="0" y="537"/>
                    <a:pt x="0" y="537"/>
                    <a:pt x="0" y="537"/>
                  </a:cubicBezTo>
                  <a:cubicBezTo>
                    <a:pt x="0" y="586"/>
                    <a:pt x="39" y="625"/>
                    <a:pt x="88" y="625"/>
                  </a:cubicBezTo>
                  <a:cubicBezTo>
                    <a:pt x="98" y="625"/>
                    <a:pt x="98" y="625"/>
                    <a:pt x="98" y="625"/>
                  </a:cubicBezTo>
                  <a:cubicBezTo>
                    <a:pt x="34" y="688"/>
                    <a:pt x="34" y="688"/>
                    <a:pt x="34" y="688"/>
                  </a:cubicBezTo>
                  <a:cubicBezTo>
                    <a:pt x="28" y="694"/>
                    <a:pt x="28" y="703"/>
                    <a:pt x="34" y="710"/>
                  </a:cubicBezTo>
                  <a:cubicBezTo>
                    <a:pt x="39" y="715"/>
                    <a:pt x="49" y="715"/>
                    <a:pt x="55" y="710"/>
                  </a:cubicBezTo>
                  <a:cubicBezTo>
                    <a:pt x="140" y="625"/>
                    <a:pt x="140" y="625"/>
                    <a:pt x="140" y="625"/>
                  </a:cubicBezTo>
                  <a:cubicBezTo>
                    <a:pt x="455" y="625"/>
                    <a:pt x="455" y="625"/>
                    <a:pt x="455" y="625"/>
                  </a:cubicBezTo>
                  <a:cubicBezTo>
                    <a:pt x="540" y="710"/>
                    <a:pt x="540" y="710"/>
                    <a:pt x="540" y="710"/>
                  </a:cubicBezTo>
                  <a:cubicBezTo>
                    <a:pt x="546" y="715"/>
                    <a:pt x="556" y="715"/>
                    <a:pt x="561" y="710"/>
                  </a:cubicBezTo>
                  <a:cubicBezTo>
                    <a:pt x="567" y="703"/>
                    <a:pt x="567" y="694"/>
                    <a:pt x="561" y="688"/>
                  </a:cubicBezTo>
                  <a:cubicBezTo>
                    <a:pt x="497" y="625"/>
                    <a:pt x="497" y="625"/>
                    <a:pt x="497" y="625"/>
                  </a:cubicBezTo>
                  <a:cubicBezTo>
                    <a:pt x="507" y="625"/>
                    <a:pt x="507" y="625"/>
                    <a:pt x="507" y="625"/>
                  </a:cubicBezTo>
                  <a:cubicBezTo>
                    <a:pt x="556" y="625"/>
                    <a:pt x="595" y="586"/>
                    <a:pt x="595" y="537"/>
                  </a:cubicBezTo>
                  <a:close/>
                  <a:moveTo>
                    <a:pt x="357" y="505"/>
                  </a:moveTo>
                  <a:lnTo>
                    <a:pt x="357" y="505"/>
                  </a:lnTo>
                  <a:cubicBezTo>
                    <a:pt x="238" y="505"/>
                    <a:pt x="238" y="505"/>
                    <a:pt x="238" y="505"/>
                  </a:cubicBezTo>
                  <a:cubicBezTo>
                    <a:pt x="238" y="282"/>
                    <a:pt x="238" y="282"/>
                    <a:pt x="238" y="282"/>
                  </a:cubicBezTo>
                  <a:cubicBezTo>
                    <a:pt x="238" y="258"/>
                    <a:pt x="258" y="237"/>
                    <a:pt x="282" y="237"/>
                  </a:cubicBezTo>
                  <a:cubicBezTo>
                    <a:pt x="313" y="237"/>
                    <a:pt x="313" y="237"/>
                    <a:pt x="313" y="237"/>
                  </a:cubicBezTo>
                  <a:cubicBezTo>
                    <a:pt x="337" y="237"/>
                    <a:pt x="357" y="258"/>
                    <a:pt x="357" y="282"/>
                  </a:cubicBezTo>
                  <a:lnTo>
                    <a:pt x="357" y="505"/>
                  </a:lnTo>
                  <a:close/>
                  <a:moveTo>
                    <a:pt x="30" y="212"/>
                  </a:moveTo>
                  <a:lnTo>
                    <a:pt x="30" y="212"/>
                  </a:lnTo>
                  <a:cubicBezTo>
                    <a:pt x="30" y="162"/>
                    <a:pt x="51" y="116"/>
                    <a:pt x="84" y="84"/>
                  </a:cubicBezTo>
                  <a:cubicBezTo>
                    <a:pt x="116" y="50"/>
                    <a:pt x="162" y="29"/>
                    <a:pt x="212" y="29"/>
                  </a:cubicBezTo>
                  <a:cubicBezTo>
                    <a:pt x="383" y="29"/>
                    <a:pt x="383" y="29"/>
                    <a:pt x="383" y="29"/>
                  </a:cubicBezTo>
                  <a:cubicBezTo>
                    <a:pt x="433" y="29"/>
                    <a:pt x="479" y="50"/>
                    <a:pt x="512" y="84"/>
                  </a:cubicBezTo>
                  <a:cubicBezTo>
                    <a:pt x="544" y="116"/>
                    <a:pt x="565" y="162"/>
                    <a:pt x="565" y="212"/>
                  </a:cubicBezTo>
                  <a:cubicBezTo>
                    <a:pt x="565" y="505"/>
                    <a:pt x="565" y="505"/>
                    <a:pt x="565" y="505"/>
                  </a:cubicBezTo>
                  <a:cubicBezTo>
                    <a:pt x="387" y="505"/>
                    <a:pt x="387" y="505"/>
                    <a:pt x="387" y="505"/>
                  </a:cubicBezTo>
                  <a:cubicBezTo>
                    <a:pt x="387" y="282"/>
                    <a:pt x="387" y="282"/>
                    <a:pt x="387" y="282"/>
                  </a:cubicBezTo>
                  <a:cubicBezTo>
                    <a:pt x="387" y="241"/>
                    <a:pt x="353" y="208"/>
                    <a:pt x="313" y="208"/>
                  </a:cubicBezTo>
                  <a:cubicBezTo>
                    <a:pt x="282" y="208"/>
                    <a:pt x="282" y="208"/>
                    <a:pt x="282" y="208"/>
                  </a:cubicBezTo>
                  <a:cubicBezTo>
                    <a:pt x="242" y="208"/>
                    <a:pt x="208" y="241"/>
                    <a:pt x="208" y="282"/>
                  </a:cubicBezTo>
                  <a:cubicBezTo>
                    <a:pt x="208" y="505"/>
                    <a:pt x="208" y="505"/>
                    <a:pt x="208" y="505"/>
                  </a:cubicBezTo>
                  <a:cubicBezTo>
                    <a:pt x="30" y="505"/>
                    <a:pt x="30" y="505"/>
                    <a:pt x="30" y="505"/>
                  </a:cubicBezTo>
                  <a:lnTo>
                    <a:pt x="30" y="212"/>
                  </a:lnTo>
                  <a:close/>
                  <a:moveTo>
                    <a:pt x="46" y="577"/>
                  </a:moveTo>
                  <a:lnTo>
                    <a:pt x="46" y="577"/>
                  </a:lnTo>
                  <a:cubicBezTo>
                    <a:pt x="37" y="568"/>
                    <a:pt x="30" y="552"/>
                    <a:pt x="30" y="537"/>
                  </a:cubicBezTo>
                  <a:cubicBezTo>
                    <a:pt x="30" y="536"/>
                    <a:pt x="30" y="536"/>
                    <a:pt x="30" y="536"/>
                  </a:cubicBezTo>
                  <a:cubicBezTo>
                    <a:pt x="208" y="536"/>
                    <a:pt x="208" y="536"/>
                    <a:pt x="208" y="536"/>
                  </a:cubicBezTo>
                  <a:cubicBezTo>
                    <a:pt x="387" y="536"/>
                    <a:pt x="387" y="536"/>
                    <a:pt x="387" y="536"/>
                  </a:cubicBezTo>
                  <a:cubicBezTo>
                    <a:pt x="565" y="536"/>
                    <a:pt x="565" y="536"/>
                    <a:pt x="565" y="536"/>
                  </a:cubicBezTo>
                  <a:cubicBezTo>
                    <a:pt x="565" y="537"/>
                    <a:pt x="565" y="537"/>
                    <a:pt x="565" y="537"/>
                  </a:cubicBezTo>
                  <a:cubicBezTo>
                    <a:pt x="565" y="552"/>
                    <a:pt x="558" y="568"/>
                    <a:pt x="549" y="577"/>
                  </a:cubicBezTo>
                  <a:cubicBezTo>
                    <a:pt x="537" y="588"/>
                    <a:pt x="523" y="594"/>
                    <a:pt x="507" y="594"/>
                  </a:cubicBezTo>
                  <a:cubicBezTo>
                    <a:pt x="88" y="594"/>
                    <a:pt x="88" y="594"/>
                    <a:pt x="88" y="594"/>
                  </a:cubicBezTo>
                  <a:cubicBezTo>
                    <a:pt x="72" y="594"/>
                    <a:pt x="58" y="588"/>
                    <a:pt x="46" y="5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2B2786EF-821F-84E3-698F-3968825202FE}"/>
                </a:ext>
              </a:extLst>
            </p:cNvPr>
            <p:cNvSpPr>
              <a:spLocks noChangeArrowheads="1"/>
            </p:cNvSpPr>
            <p:nvPr/>
          </p:nvSpPr>
          <p:spPr bwMode="auto">
            <a:xfrm>
              <a:off x="7232650" y="1881188"/>
              <a:ext cx="42863" cy="42862"/>
            </a:xfrm>
            <a:custGeom>
              <a:avLst/>
              <a:gdLst>
                <a:gd name="T0" fmla="*/ 59 w 120"/>
                <a:gd name="T1" fmla="*/ 120 h 121"/>
                <a:gd name="T2" fmla="*/ 59 w 120"/>
                <a:gd name="T3" fmla="*/ 120 h 121"/>
                <a:gd name="T4" fmla="*/ 119 w 120"/>
                <a:gd name="T5" fmla="*/ 60 h 121"/>
                <a:gd name="T6" fmla="*/ 59 w 120"/>
                <a:gd name="T7" fmla="*/ 0 h 121"/>
                <a:gd name="T8" fmla="*/ 0 w 120"/>
                <a:gd name="T9" fmla="*/ 60 h 121"/>
                <a:gd name="T10" fmla="*/ 59 w 120"/>
                <a:gd name="T11" fmla="*/ 120 h 121"/>
                <a:gd name="T12" fmla="*/ 59 w 120"/>
                <a:gd name="T13" fmla="*/ 30 h 121"/>
                <a:gd name="T14" fmla="*/ 59 w 120"/>
                <a:gd name="T15" fmla="*/ 30 h 121"/>
                <a:gd name="T16" fmla="*/ 89 w 120"/>
                <a:gd name="T17" fmla="*/ 60 h 121"/>
                <a:gd name="T18" fmla="*/ 59 w 120"/>
                <a:gd name="T19" fmla="*/ 89 h 121"/>
                <a:gd name="T20" fmla="*/ 30 w 120"/>
                <a:gd name="T21" fmla="*/ 60 h 121"/>
                <a:gd name="T22" fmla="*/ 59 w 120"/>
                <a:gd name="T2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120"/>
                  </a:moveTo>
                  <a:lnTo>
                    <a:pt x="59" y="120"/>
                  </a:lnTo>
                  <a:cubicBezTo>
                    <a:pt x="93" y="120"/>
                    <a:pt x="119" y="93"/>
                    <a:pt x="119" y="60"/>
                  </a:cubicBezTo>
                  <a:cubicBezTo>
                    <a:pt x="119" y="26"/>
                    <a:pt x="93" y="0"/>
                    <a:pt x="59" y="0"/>
                  </a:cubicBezTo>
                  <a:cubicBezTo>
                    <a:pt x="26" y="0"/>
                    <a:pt x="0" y="26"/>
                    <a:pt x="0" y="60"/>
                  </a:cubicBezTo>
                  <a:cubicBezTo>
                    <a:pt x="0" y="93"/>
                    <a:pt x="26" y="120"/>
                    <a:pt x="59" y="120"/>
                  </a:cubicBezTo>
                  <a:close/>
                  <a:moveTo>
                    <a:pt x="59" y="30"/>
                  </a:moveTo>
                  <a:lnTo>
                    <a:pt x="59" y="30"/>
                  </a:lnTo>
                  <a:cubicBezTo>
                    <a:pt x="76" y="30"/>
                    <a:pt x="89" y="43"/>
                    <a:pt x="89" y="60"/>
                  </a:cubicBezTo>
                  <a:cubicBezTo>
                    <a:pt x="89" y="76"/>
                    <a:pt x="76" y="89"/>
                    <a:pt x="59" y="89"/>
                  </a:cubicBezTo>
                  <a:cubicBezTo>
                    <a:pt x="43" y="89"/>
                    <a:pt x="30" y="76"/>
                    <a:pt x="30" y="60"/>
                  </a:cubicBezTo>
                  <a:cubicBezTo>
                    <a:pt x="30" y="43"/>
                    <a:pt x="43" y="30"/>
                    <a:pt x="5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7">
              <a:extLst>
                <a:ext uri="{FF2B5EF4-FFF2-40B4-BE49-F238E27FC236}">
                  <a16:creationId xmlns:a16="http://schemas.microsoft.com/office/drawing/2014/main" id="{C42E6FE3-C5F2-242A-6B29-72995F8EE1D8}"/>
                </a:ext>
              </a:extLst>
            </p:cNvPr>
            <p:cNvSpPr>
              <a:spLocks noChangeArrowheads="1"/>
            </p:cNvSpPr>
            <p:nvPr/>
          </p:nvSpPr>
          <p:spPr bwMode="auto">
            <a:xfrm>
              <a:off x="7296150" y="1912938"/>
              <a:ext cx="42863" cy="85725"/>
            </a:xfrm>
            <a:custGeom>
              <a:avLst/>
              <a:gdLst>
                <a:gd name="T0" fmla="*/ 45 w 121"/>
                <a:gd name="T1" fmla="*/ 238 h 239"/>
                <a:gd name="T2" fmla="*/ 45 w 121"/>
                <a:gd name="T3" fmla="*/ 238 h 239"/>
                <a:gd name="T4" fmla="*/ 75 w 121"/>
                <a:gd name="T5" fmla="*/ 238 h 239"/>
                <a:gd name="T6" fmla="*/ 120 w 121"/>
                <a:gd name="T7" fmla="*/ 194 h 239"/>
                <a:gd name="T8" fmla="*/ 120 w 121"/>
                <a:gd name="T9" fmla="*/ 44 h 239"/>
                <a:gd name="T10" fmla="*/ 75 w 121"/>
                <a:gd name="T11" fmla="*/ 0 h 239"/>
                <a:gd name="T12" fmla="*/ 45 w 121"/>
                <a:gd name="T13" fmla="*/ 0 h 239"/>
                <a:gd name="T14" fmla="*/ 0 w 121"/>
                <a:gd name="T15" fmla="*/ 44 h 239"/>
                <a:gd name="T16" fmla="*/ 0 w 121"/>
                <a:gd name="T17" fmla="*/ 194 h 239"/>
                <a:gd name="T18" fmla="*/ 45 w 121"/>
                <a:gd name="T19" fmla="*/ 238 h 239"/>
                <a:gd name="T20" fmla="*/ 31 w 121"/>
                <a:gd name="T21" fmla="*/ 44 h 239"/>
                <a:gd name="T22" fmla="*/ 31 w 121"/>
                <a:gd name="T23" fmla="*/ 44 h 239"/>
                <a:gd name="T24" fmla="*/ 45 w 121"/>
                <a:gd name="T25" fmla="*/ 31 h 239"/>
                <a:gd name="T26" fmla="*/ 75 w 121"/>
                <a:gd name="T27" fmla="*/ 31 h 239"/>
                <a:gd name="T28" fmla="*/ 89 w 121"/>
                <a:gd name="T29" fmla="*/ 44 h 239"/>
                <a:gd name="T30" fmla="*/ 89 w 121"/>
                <a:gd name="T31" fmla="*/ 194 h 239"/>
                <a:gd name="T32" fmla="*/ 75 w 121"/>
                <a:gd name="T33" fmla="*/ 209 h 239"/>
                <a:gd name="T34" fmla="*/ 45 w 121"/>
                <a:gd name="T35" fmla="*/ 209 h 239"/>
                <a:gd name="T36" fmla="*/ 31 w 121"/>
                <a:gd name="T37" fmla="*/ 194 h 239"/>
                <a:gd name="T38" fmla="*/ 31 w 121"/>
                <a:gd name="T39" fmla="*/ 4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45" y="238"/>
                  </a:moveTo>
                  <a:lnTo>
                    <a:pt x="45" y="238"/>
                  </a:lnTo>
                  <a:cubicBezTo>
                    <a:pt x="75" y="238"/>
                    <a:pt x="75" y="238"/>
                    <a:pt x="75" y="238"/>
                  </a:cubicBezTo>
                  <a:cubicBezTo>
                    <a:pt x="99" y="238"/>
                    <a:pt x="120" y="219"/>
                    <a:pt x="120" y="194"/>
                  </a:cubicBezTo>
                  <a:cubicBezTo>
                    <a:pt x="120" y="44"/>
                    <a:pt x="120" y="44"/>
                    <a:pt x="120" y="44"/>
                  </a:cubicBezTo>
                  <a:cubicBezTo>
                    <a:pt x="120" y="21"/>
                    <a:pt x="99" y="0"/>
                    <a:pt x="75" y="0"/>
                  </a:cubicBezTo>
                  <a:cubicBezTo>
                    <a:pt x="45" y="0"/>
                    <a:pt x="45" y="0"/>
                    <a:pt x="45" y="0"/>
                  </a:cubicBezTo>
                  <a:cubicBezTo>
                    <a:pt x="21" y="0"/>
                    <a:pt x="0" y="21"/>
                    <a:pt x="0" y="44"/>
                  </a:cubicBezTo>
                  <a:cubicBezTo>
                    <a:pt x="0" y="194"/>
                    <a:pt x="0" y="194"/>
                    <a:pt x="0" y="194"/>
                  </a:cubicBezTo>
                  <a:cubicBezTo>
                    <a:pt x="0" y="219"/>
                    <a:pt x="21" y="238"/>
                    <a:pt x="45" y="238"/>
                  </a:cubicBezTo>
                  <a:close/>
                  <a:moveTo>
                    <a:pt x="31" y="44"/>
                  </a:moveTo>
                  <a:lnTo>
                    <a:pt x="31" y="44"/>
                  </a:lnTo>
                  <a:cubicBezTo>
                    <a:pt x="31" y="36"/>
                    <a:pt x="36" y="31"/>
                    <a:pt x="45" y="31"/>
                  </a:cubicBezTo>
                  <a:cubicBezTo>
                    <a:pt x="75" y="31"/>
                    <a:pt x="75" y="31"/>
                    <a:pt x="75" y="31"/>
                  </a:cubicBezTo>
                  <a:cubicBezTo>
                    <a:pt x="84" y="31"/>
                    <a:pt x="89" y="36"/>
                    <a:pt x="89" y="44"/>
                  </a:cubicBezTo>
                  <a:cubicBezTo>
                    <a:pt x="89" y="194"/>
                    <a:pt x="89" y="194"/>
                    <a:pt x="89" y="194"/>
                  </a:cubicBezTo>
                  <a:cubicBezTo>
                    <a:pt x="89" y="202"/>
                    <a:pt x="84" y="209"/>
                    <a:pt x="75" y="209"/>
                  </a:cubicBezTo>
                  <a:cubicBezTo>
                    <a:pt x="45" y="209"/>
                    <a:pt x="45" y="209"/>
                    <a:pt x="45" y="209"/>
                  </a:cubicBezTo>
                  <a:cubicBezTo>
                    <a:pt x="36" y="209"/>
                    <a:pt x="31" y="202"/>
                    <a:pt x="31" y="194"/>
                  </a:cubicBezTo>
                  <a:lnTo>
                    <a:pt x="31"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8">
              <a:extLst>
                <a:ext uri="{FF2B5EF4-FFF2-40B4-BE49-F238E27FC236}">
                  <a16:creationId xmlns:a16="http://schemas.microsoft.com/office/drawing/2014/main" id="{9F53BD30-F3D4-CAED-D3D9-211BD30A860C}"/>
                </a:ext>
              </a:extLst>
            </p:cNvPr>
            <p:cNvSpPr>
              <a:spLocks noChangeArrowheads="1"/>
            </p:cNvSpPr>
            <p:nvPr/>
          </p:nvSpPr>
          <p:spPr bwMode="auto">
            <a:xfrm>
              <a:off x="7167563" y="1912938"/>
              <a:ext cx="42862" cy="85725"/>
            </a:xfrm>
            <a:custGeom>
              <a:avLst/>
              <a:gdLst>
                <a:gd name="T0" fmla="*/ 75 w 121"/>
                <a:gd name="T1" fmla="*/ 0 h 239"/>
                <a:gd name="T2" fmla="*/ 75 w 121"/>
                <a:gd name="T3" fmla="*/ 0 h 239"/>
                <a:gd name="T4" fmla="*/ 45 w 121"/>
                <a:gd name="T5" fmla="*/ 0 h 239"/>
                <a:gd name="T6" fmla="*/ 0 w 121"/>
                <a:gd name="T7" fmla="*/ 44 h 239"/>
                <a:gd name="T8" fmla="*/ 0 w 121"/>
                <a:gd name="T9" fmla="*/ 194 h 239"/>
                <a:gd name="T10" fmla="*/ 45 w 121"/>
                <a:gd name="T11" fmla="*/ 238 h 239"/>
                <a:gd name="T12" fmla="*/ 75 w 121"/>
                <a:gd name="T13" fmla="*/ 238 h 239"/>
                <a:gd name="T14" fmla="*/ 120 w 121"/>
                <a:gd name="T15" fmla="*/ 194 h 239"/>
                <a:gd name="T16" fmla="*/ 120 w 121"/>
                <a:gd name="T17" fmla="*/ 44 h 239"/>
                <a:gd name="T18" fmla="*/ 75 w 121"/>
                <a:gd name="T19" fmla="*/ 0 h 239"/>
                <a:gd name="T20" fmla="*/ 89 w 121"/>
                <a:gd name="T21" fmla="*/ 194 h 239"/>
                <a:gd name="T22" fmla="*/ 89 w 121"/>
                <a:gd name="T23" fmla="*/ 194 h 239"/>
                <a:gd name="T24" fmla="*/ 75 w 121"/>
                <a:gd name="T25" fmla="*/ 209 h 239"/>
                <a:gd name="T26" fmla="*/ 45 w 121"/>
                <a:gd name="T27" fmla="*/ 209 h 239"/>
                <a:gd name="T28" fmla="*/ 31 w 121"/>
                <a:gd name="T29" fmla="*/ 194 h 239"/>
                <a:gd name="T30" fmla="*/ 31 w 121"/>
                <a:gd name="T31" fmla="*/ 44 h 239"/>
                <a:gd name="T32" fmla="*/ 45 w 121"/>
                <a:gd name="T33" fmla="*/ 31 h 239"/>
                <a:gd name="T34" fmla="*/ 75 w 121"/>
                <a:gd name="T35" fmla="*/ 31 h 239"/>
                <a:gd name="T36" fmla="*/ 89 w 121"/>
                <a:gd name="T37" fmla="*/ 44 h 239"/>
                <a:gd name="T38" fmla="*/ 89 w 121"/>
                <a:gd name="T39" fmla="*/ 19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75" y="0"/>
                  </a:moveTo>
                  <a:lnTo>
                    <a:pt x="75" y="0"/>
                  </a:lnTo>
                  <a:cubicBezTo>
                    <a:pt x="45" y="0"/>
                    <a:pt x="45" y="0"/>
                    <a:pt x="45" y="0"/>
                  </a:cubicBezTo>
                  <a:cubicBezTo>
                    <a:pt x="21" y="0"/>
                    <a:pt x="0" y="21"/>
                    <a:pt x="0" y="44"/>
                  </a:cubicBezTo>
                  <a:cubicBezTo>
                    <a:pt x="0" y="194"/>
                    <a:pt x="0" y="194"/>
                    <a:pt x="0" y="194"/>
                  </a:cubicBezTo>
                  <a:cubicBezTo>
                    <a:pt x="0" y="219"/>
                    <a:pt x="21" y="238"/>
                    <a:pt x="45" y="238"/>
                  </a:cubicBezTo>
                  <a:cubicBezTo>
                    <a:pt x="75" y="238"/>
                    <a:pt x="75" y="238"/>
                    <a:pt x="75" y="238"/>
                  </a:cubicBezTo>
                  <a:cubicBezTo>
                    <a:pt x="99" y="238"/>
                    <a:pt x="120" y="219"/>
                    <a:pt x="120" y="194"/>
                  </a:cubicBezTo>
                  <a:cubicBezTo>
                    <a:pt x="120" y="44"/>
                    <a:pt x="120" y="44"/>
                    <a:pt x="120" y="44"/>
                  </a:cubicBezTo>
                  <a:cubicBezTo>
                    <a:pt x="120" y="21"/>
                    <a:pt x="99" y="0"/>
                    <a:pt x="75" y="0"/>
                  </a:cubicBezTo>
                  <a:close/>
                  <a:moveTo>
                    <a:pt x="89" y="194"/>
                  </a:moveTo>
                  <a:lnTo>
                    <a:pt x="89" y="194"/>
                  </a:lnTo>
                  <a:cubicBezTo>
                    <a:pt x="89" y="202"/>
                    <a:pt x="84" y="209"/>
                    <a:pt x="75" y="209"/>
                  </a:cubicBezTo>
                  <a:cubicBezTo>
                    <a:pt x="45" y="209"/>
                    <a:pt x="45" y="209"/>
                    <a:pt x="45" y="209"/>
                  </a:cubicBezTo>
                  <a:cubicBezTo>
                    <a:pt x="36" y="209"/>
                    <a:pt x="31" y="202"/>
                    <a:pt x="31" y="194"/>
                  </a:cubicBezTo>
                  <a:cubicBezTo>
                    <a:pt x="31" y="44"/>
                    <a:pt x="31" y="44"/>
                    <a:pt x="31" y="44"/>
                  </a:cubicBezTo>
                  <a:cubicBezTo>
                    <a:pt x="31" y="36"/>
                    <a:pt x="36" y="31"/>
                    <a:pt x="45" y="31"/>
                  </a:cubicBezTo>
                  <a:cubicBezTo>
                    <a:pt x="75" y="31"/>
                    <a:pt x="75" y="31"/>
                    <a:pt x="75" y="31"/>
                  </a:cubicBezTo>
                  <a:cubicBezTo>
                    <a:pt x="84" y="31"/>
                    <a:pt x="89" y="36"/>
                    <a:pt x="89" y="44"/>
                  </a:cubicBezTo>
                  <a:lnTo>
                    <a:pt x="89" y="1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 name="Group 15">
            <a:extLst>
              <a:ext uri="{FF2B5EF4-FFF2-40B4-BE49-F238E27FC236}">
                <a16:creationId xmlns:a16="http://schemas.microsoft.com/office/drawing/2014/main" id="{47C99775-5838-B7B4-D4ED-2880F95FC943}"/>
              </a:ext>
            </a:extLst>
          </p:cNvPr>
          <p:cNvGrpSpPr/>
          <p:nvPr/>
        </p:nvGrpSpPr>
        <p:grpSpPr>
          <a:xfrm>
            <a:off x="9727281" y="2035076"/>
            <a:ext cx="150813" cy="257175"/>
            <a:chOff x="8699500" y="2373313"/>
            <a:chExt cx="150813" cy="257175"/>
          </a:xfrm>
          <a:solidFill>
            <a:schemeClr val="tx2"/>
          </a:solidFill>
        </p:grpSpPr>
        <p:sp>
          <p:nvSpPr>
            <p:cNvPr id="13" name="Freeform 9">
              <a:extLst>
                <a:ext uri="{FF2B5EF4-FFF2-40B4-BE49-F238E27FC236}">
                  <a16:creationId xmlns:a16="http://schemas.microsoft.com/office/drawing/2014/main" id="{A058986F-F71A-5573-4129-2057D9D7C3C6}"/>
                </a:ext>
              </a:extLst>
            </p:cNvPr>
            <p:cNvSpPr>
              <a:spLocks noChangeArrowheads="1"/>
            </p:cNvSpPr>
            <p:nvPr/>
          </p:nvSpPr>
          <p:spPr bwMode="auto">
            <a:xfrm>
              <a:off x="8699500" y="2373313"/>
              <a:ext cx="150813" cy="257175"/>
            </a:xfrm>
            <a:custGeom>
              <a:avLst/>
              <a:gdLst>
                <a:gd name="T0" fmla="*/ 417 w 418"/>
                <a:gd name="T1" fmla="*/ 520 h 716"/>
                <a:gd name="T2" fmla="*/ 417 w 418"/>
                <a:gd name="T3" fmla="*/ 520 h 716"/>
                <a:gd name="T4" fmla="*/ 417 w 418"/>
                <a:gd name="T5" fmla="*/ 282 h 716"/>
                <a:gd name="T6" fmla="*/ 414 w 418"/>
                <a:gd name="T7" fmla="*/ 212 h 716"/>
                <a:gd name="T8" fmla="*/ 406 w 418"/>
                <a:gd name="T9" fmla="*/ 165 h 716"/>
                <a:gd name="T10" fmla="*/ 365 w 418"/>
                <a:gd name="T11" fmla="*/ 109 h 716"/>
                <a:gd name="T12" fmla="*/ 283 w 418"/>
                <a:gd name="T13" fmla="*/ 89 h 716"/>
                <a:gd name="T14" fmla="*/ 238 w 418"/>
                <a:gd name="T15" fmla="*/ 89 h 716"/>
                <a:gd name="T16" fmla="*/ 238 w 418"/>
                <a:gd name="T17" fmla="*/ 29 h 716"/>
                <a:gd name="T18" fmla="*/ 307 w 418"/>
                <a:gd name="T19" fmla="*/ 29 h 716"/>
                <a:gd name="T20" fmla="*/ 332 w 418"/>
                <a:gd name="T21" fmla="*/ 54 h 716"/>
                <a:gd name="T22" fmla="*/ 353 w 418"/>
                <a:gd name="T23" fmla="*/ 54 h 716"/>
                <a:gd name="T24" fmla="*/ 353 w 418"/>
                <a:gd name="T25" fmla="*/ 34 h 716"/>
                <a:gd name="T26" fmla="*/ 324 w 418"/>
                <a:gd name="T27" fmla="*/ 4 h 716"/>
                <a:gd name="T28" fmla="*/ 312 w 418"/>
                <a:gd name="T29" fmla="*/ 0 h 716"/>
                <a:gd name="T30" fmla="*/ 105 w 418"/>
                <a:gd name="T31" fmla="*/ 0 h 716"/>
                <a:gd name="T32" fmla="*/ 93 w 418"/>
                <a:gd name="T33" fmla="*/ 4 h 716"/>
                <a:gd name="T34" fmla="*/ 64 w 418"/>
                <a:gd name="T35" fmla="*/ 34 h 716"/>
                <a:gd name="T36" fmla="*/ 64 w 418"/>
                <a:gd name="T37" fmla="*/ 54 h 716"/>
                <a:gd name="T38" fmla="*/ 85 w 418"/>
                <a:gd name="T39" fmla="*/ 54 h 716"/>
                <a:gd name="T40" fmla="*/ 85 w 418"/>
                <a:gd name="T41" fmla="*/ 54 h 716"/>
                <a:gd name="T42" fmla="*/ 110 w 418"/>
                <a:gd name="T43" fmla="*/ 29 h 716"/>
                <a:gd name="T44" fmla="*/ 208 w 418"/>
                <a:gd name="T45" fmla="*/ 29 h 716"/>
                <a:gd name="T46" fmla="*/ 208 w 418"/>
                <a:gd name="T47" fmla="*/ 89 h 716"/>
                <a:gd name="T48" fmla="*/ 134 w 418"/>
                <a:gd name="T49" fmla="*/ 89 h 716"/>
                <a:gd name="T50" fmla="*/ 59 w 418"/>
                <a:gd name="T51" fmla="*/ 105 h 716"/>
                <a:gd name="T52" fmla="*/ 24 w 418"/>
                <a:gd name="T53" fmla="*/ 137 h 716"/>
                <a:gd name="T54" fmla="*/ 3 w 418"/>
                <a:gd name="T55" fmla="*/ 204 h 716"/>
                <a:gd name="T56" fmla="*/ 0 w 418"/>
                <a:gd name="T57" fmla="*/ 282 h 716"/>
                <a:gd name="T58" fmla="*/ 0 w 418"/>
                <a:gd name="T59" fmla="*/ 520 h 716"/>
                <a:gd name="T60" fmla="*/ 31 w 418"/>
                <a:gd name="T61" fmla="*/ 594 h 716"/>
                <a:gd name="T62" fmla="*/ 78 w 418"/>
                <a:gd name="T63" fmla="*/ 621 h 716"/>
                <a:gd name="T64" fmla="*/ 32 w 418"/>
                <a:gd name="T65" fmla="*/ 690 h 716"/>
                <a:gd name="T66" fmla="*/ 36 w 418"/>
                <a:gd name="T67" fmla="*/ 711 h 716"/>
                <a:gd name="T68" fmla="*/ 57 w 418"/>
                <a:gd name="T69" fmla="*/ 707 h 716"/>
                <a:gd name="T70" fmla="*/ 112 w 418"/>
                <a:gd name="T71" fmla="*/ 625 h 716"/>
                <a:gd name="T72" fmla="*/ 304 w 418"/>
                <a:gd name="T73" fmla="*/ 625 h 716"/>
                <a:gd name="T74" fmla="*/ 360 w 418"/>
                <a:gd name="T75" fmla="*/ 707 h 716"/>
                <a:gd name="T76" fmla="*/ 381 w 418"/>
                <a:gd name="T77" fmla="*/ 711 h 716"/>
                <a:gd name="T78" fmla="*/ 385 w 418"/>
                <a:gd name="T79" fmla="*/ 690 h 716"/>
                <a:gd name="T80" fmla="*/ 338 w 418"/>
                <a:gd name="T81" fmla="*/ 621 h 716"/>
                <a:gd name="T82" fmla="*/ 386 w 418"/>
                <a:gd name="T83" fmla="*/ 594 h 716"/>
                <a:gd name="T84" fmla="*/ 417 w 418"/>
                <a:gd name="T85" fmla="*/ 520 h 716"/>
                <a:gd name="T86" fmla="*/ 312 w 418"/>
                <a:gd name="T87" fmla="*/ 594 h 716"/>
                <a:gd name="T88" fmla="*/ 312 w 418"/>
                <a:gd name="T89" fmla="*/ 594 h 716"/>
                <a:gd name="T90" fmla="*/ 105 w 418"/>
                <a:gd name="T91" fmla="*/ 594 h 716"/>
                <a:gd name="T92" fmla="*/ 29 w 418"/>
                <a:gd name="T93" fmla="*/ 520 h 716"/>
                <a:gd name="T94" fmla="*/ 29 w 418"/>
                <a:gd name="T95" fmla="*/ 282 h 716"/>
                <a:gd name="T96" fmla="*/ 29 w 418"/>
                <a:gd name="T97" fmla="*/ 282 h 716"/>
                <a:gd name="T98" fmla="*/ 32 w 418"/>
                <a:gd name="T99" fmla="*/ 215 h 716"/>
                <a:gd name="T100" fmla="*/ 39 w 418"/>
                <a:gd name="T101" fmla="*/ 173 h 716"/>
                <a:gd name="T102" fmla="*/ 67 w 418"/>
                <a:gd name="T103" fmla="*/ 134 h 716"/>
                <a:gd name="T104" fmla="*/ 134 w 418"/>
                <a:gd name="T105" fmla="*/ 119 h 716"/>
                <a:gd name="T106" fmla="*/ 283 w 418"/>
                <a:gd name="T107" fmla="*/ 119 h 716"/>
                <a:gd name="T108" fmla="*/ 344 w 418"/>
                <a:gd name="T109" fmla="*/ 131 h 716"/>
                <a:gd name="T110" fmla="*/ 368 w 418"/>
                <a:gd name="T111" fmla="*/ 152 h 716"/>
                <a:gd name="T112" fmla="*/ 385 w 418"/>
                <a:gd name="T113" fmla="*/ 206 h 716"/>
                <a:gd name="T114" fmla="*/ 386 w 418"/>
                <a:gd name="T115" fmla="*/ 282 h 716"/>
                <a:gd name="T116" fmla="*/ 386 w 418"/>
                <a:gd name="T117" fmla="*/ 520 h 716"/>
                <a:gd name="T118" fmla="*/ 312 w 418"/>
                <a:gd name="T119" fmla="*/ 594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18" h="716">
                  <a:moveTo>
                    <a:pt x="417" y="520"/>
                  </a:moveTo>
                  <a:lnTo>
                    <a:pt x="417" y="520"/>
                  </a:lnTo>
                  <a:cubicBezTo>
                    <a:pt x="417" y="282"/>
                    <a:pt x="417" y="282"/>
                    <a:pt x="417" y="282"/>
                  </a:cubicBezTo>
                  <a:cubicBezTo>
                    <a:pt x="417" y="258"/>
                    <a:pt x="417" y="234"/>
                    <a:pt x="414" y="212"/>
                  </a:cubicBezTo>
                  <a:cubicBezTo>
                    <a:pt x="413" y="195"/>
                    <a:pt x="410" y="179"/>
                    <a:pt x="406" y="165"/>
                  </a:cubicBezTo>
                  <a:cubicBezTo>
                    <a:pt x="399" y="142"/>
                    <a:pt x="386" y="123"/>
                    <a:pt x="365" y="109"/>
                  </a:cubicBezTo>
                  <a:cubicBezTo>
                    <a:pt x="344" y="95"/>
                    <a:pt x="318" y="89"/>
                    <a:pt x="283" y="89"/>
                  </a:cubicBezTo>
                  <a:cubicBezTo>
                    <a:pt x="238" y="89"/>
                    <a:pt x="238" y="89"/>
                    <a:pt x="238" y="89"/>
                  </a:cubicBezTo>
                  <a:cubicBezTo>
                    <a:pt x="238" y="29"/>
                    <a:pt x="238" y="29"/>
                    <a:pt x="238" y="29"/>
                  </a:cubicBezTo>
                  <a:cubicBezTo>
                    <a:pt x="307" y="29"/>
                    <a:pt x="307" y="29"/>
                    <a:pt x="307" y="29"/>
                  </a:cubicBezTo>
                  <a:cubicBezTo>
                    <a:pt x="332" y="54"/>
                    <a:pt x="332" y="54"/>
                    <a:pt x="332" y="54"/>
                  </a:cubicBezTo>
                  <a:cubicBezTo>
                    <a:pt x="338" y="60"/>
                    <a:pt x="347" y="60"/>
                    <a:pt x="353" y="54"/>
                  </a:cubicBezTo>
                  <a:cubicBezTo>
                    <a:pt x="358" y="49"/>
                    <a:pt x="358" y="39"/>
                    <a:pt x="353" y="34"/>
                  </a:cubicBezTo>
                  <a:cubicBezTo>
                    <a:pt x="324" y="4"/>
                    <a:pt x="324" y="4"/>
                    <a:pt x="324" y="4"/>
                  </a:cubicBezTo>
                  <a:cubicBezTo>
                    <a:pt x="321" y="1"/>
                    <a:pt x="317" y="0"/>
                    <a:pt x="312" y="0"/>
                  </a:cubicBezTo>
                  <a:cubicBezTo>
                    <a:pt x="105" y="0"/>
                    <a:pt x="105" y="0"/>
                    <a:pt x="105" y="0"/>
                  </a:cubicBezTo>
                  <a:cubicBezTo>
                    <a:pt x="100" y="0"/>
                    <a:pt x="96" y="1"/>
                    <a:pt x="93" y="4"/>
                  </a:cubicBezTo>
                  <a:cubicBezTo>
                    <a:pt x="64" y="34"/>
                    <a:pt x="64" y="34"/>
                    <a:pt x="64" y="34"/>
                  </a:cubicBezTo>
                  <a:cubicBezTo>
                    <a:pt x="59" y="39"/>
                    <a:pt x="59" y="49"/>
                    <a:pt x="64" y="54"/>
                  </a:cubicBezTo>
                  <a:cubicBezTo>
                    <a:pt x="70" y="60"/>
                    <a:pt x="80" y="60"/>
                    <a:pt x="85" y="54"/>
                  </a:cubicBezTo>
                  <a:lnTo>
                    <a:pt x="85" y="54"/>
                  </a:lnTo>
                  <a:cubicBezTo>
                    <a:pt x="110" y="29"/>
                    <a:pt x="110" y="29"/>
                    <a:pt x="110" y="29"/>
                  </a:cubicBezTo>
                  <a:cubicBezTo>
                    <a:pt x="208" y="29"/>
                    <a:pt x="208" y="29"/>
                    <a:pt x="208" y="29"/>
                  </a:cubicBezTo>
                  <a:cubicBezTo>
                    <a:pt x="208" y="89"/>
                    <a:pt x="208" y="89"/>
                    <a:pt x="208" y="89"/>
                  </a:cubicBezTo>
                  <a:cubicBezTo>
                    <a:pt x="134" y="89"/>
                    <a:pt x="134" y="89"/>
                    <a:pt x="134" y="89"/>
                  </a:cubicBezTo>
                  <a:cubicBezTo>
                    <a:pt x="103" y="89"/>
                    <a:pt x="78" y="93"/>
                    <a:pt x="59" y="105"/>
                  </a:cubicBezTo>
                  <a:cubicBezTo>
                    <a:pt x="43" y="113"/>
                    <a:pt x="32" y="124"/>
                    <a:pt x="24" y="137"/>
                  </a:cubicBezTo>
                  <a:cubicBezTo>
                    <a:pt x="11" y="156"/>
                    <a:pt x="6" y="179"/>
                    <a:pt x="3" y="204"/>
                  </a:cubicBezTo>
                  <a:cubicBezTo>
                    <a:pt x="0" y="227"/>
                    <a:pt x="0" y="255"/>
                    <a:pt x="0" y="282"/>
                  </a:cubicBezTo>
                  <a:cubicBezTo>
                    <a:pt x="0" y="520"/>
                    <a:pt x="0" y="520"/>
                    <a:pt x="0" y="520"/>
                  </a:cubicBezTo>
                  <a:cubicBezTo>
                    <a:pt x="0" y="549"/>
                    <a:pt x="11" y="575"/>
                    <a:pt x="31" y="594"/>
                  </a:cubicBezTo>
                  <a:cubicBezTo>
                    <a:pt x="43" y="607"/>
                    <a:pt x="60" y="616"/>
                    <a:pt x="78" y="621"/>
                  </a:cubicBezTo>
                  <a:cubicBezTo>
                    <a:pt x="32" y="690"/>
                    <a:pt x="32" y="690"/>
                    <a:pt x="32" y="690"/>
                  </a:cubicBezTo>
                  <a:cubicBezTo>
                    <a:pt x="28" y="697"/>
                    <a:pt x="29" y="707"/>
                    <a:pt x="36" y="711"/>
                  </a:cubicBezTo>
                  <a:cubicBezTo>
                    <a:pt x="43" y="715"/>
                    <a:pt x="53" y="714"/>
                    <a:pt x="57" y="707"/>
                  </a:cubicBezTo>
                  <a:cubicBezTo>
                    <a:pt x="112" y="625"/>
                    <a:pt x="112" y="625"/>
                    <a:pt x="112" y="625"/>
                  </a:cubicBezTo>
                  <a:cubicBezTo>
                    <a:pt x="304" y="625"/>
                    <a:pt x="304" y="625"/>
                    <a:pt x="304" y="625"/>
                  </a:cubicBezTo>
                  <a:cubicBezTo>
                    <a:pt x="360" y="707"/>
                    <a:pt x="360" y="707"/>
                    <a:pt x="360" y="707"/>
                  </a:cubicBezTo>
                  <a:cubicBezTo>
                    <a:pt x="364" y="714"/>
                    <a:pt x="374" y="715"/>
                    <a:pt x="381" y="711"/>
                  </a:cubicBezTo>
                  <a:cubicBezTo>
                    <a:pt x="388" y="707"/>
                    <a:pt x="389" y="697"/>
                    <a:pt x="385" y="690"/>
                  </a:cubicBezTo>
                  <a:cubicBezTo>
                    <a:pt x="338" y="621"/>
                    <a:pt x="338" y="621"/>
                    <a:pt x="338" y="621"/>
                  </a:cubicBezTo>
                  <a:cubicBezTo>
                    <a:pt x="357" y="616"/>
                    <a:pt x="374" y="607"/>
                    <a:pt x="386" y="594"/>
                  </a:cubicBezTo>
                  <a:cubicBezTo>
                    <a:pt x="404" y="575"/>
                    <a:pt x="417" y="549"/>
                    <a:pt x="417" y="520"/>
                  </a:cubicBezTo>
                  <a:close/>
                  <a:moveTo>
                    <a:pt x="312" y="594"/>
                  </a:moveTo>
                  <a:lnTo>
                    <a:pt x="312" y="594"/>
                  </a:lnTo>
                  <a:cubicBezTo>
                    <a:pt x="105" y="594"/>
                    <a:pt x="105" y="594"/>
                    <a:pt x="105" y="594"/>
                  </a:cubicBezTo>
                  <a:cubicBezTo>
                    <a:pt x="63" y="594"/>
                    <a:pt x="29" y="562"/>
                    <a:pt x="29" y="520"/>
                  </a:cubicBezTo>
                  <a:cubicBezTo>
                    <a:pt x="29" y="282"/>
                    <a:pt x="29" y="282"/>
                    <a:pt x="29" y="282"/>
                  </a:cubicBezTo>
                  <a:lnTo>
                    <a:pt x="29" y="282"/>
                  </a:lnTo>
                  <a:cubicBezTo>
                    <a:pt x="29" y="258"/>
                    <a:pt x="29" y="234"/>
                    <a:pt x="32" y="215"/>
                  </a:cubicBezTo>
                  <a:cubicBezTo>
                    <a:pt x="33" y="199"/>
                    <a:pt x="35" y="186"/>
                    <a:pt x="39" y="173"/>
                  </a:cubicBezTo>
                  <a:cubicBezTo>
                    <a:pt x="45" y="156"/>
                    <a:pt x="53" y="144"/>
                    <a:pt x="67" y="134"/>
                  </a:cubicBezTo>
                  <a:cubicBezTo>
                    <a:pt x="81" y="124"/>
                    <a:pt x="102" y="119"/>
                    <a:pt x="134" y="119"/>
                  </a:cubicBezTo>
                  <a:cubicBezTo>
                    <a:pt x="283" y="119"/>
                    <a:pt x="283" y="119"/>
                    <a:pt x="283" y="119"/>
                  </a:cubicBezTo>
                  <a:cubicBezTo>
                    <a:pt x="311" y="119"/>
                    <a:pt x="331" y="123"/>
                    <a:pt x="344" y="131"/>
                  </a:cubicBezTo>
                  <a:cubicBezTo>
                    <a:pt x="354" y="137"/>
                    <a:pt x="363" y="144"/>
                    <a:pt x="368" y="152"/>
                  </a:cubicBezTo>
                  <a:cubicBezTo>
                    <a:pt x="377" y="166"/>
                    <a:pt x="382" y="184"/>
                    <a:pt x="385" y="206"/>
                  </a:cubicBezTo>
                  <a:cubicBezTo>
                    <a:pt x="386" y="229"/>
                    <a:pt x="386" y="255"/>
                    <a:pt x="386" y="282"/>
                  </a:cubicBezTo>
                  <a:cubicBezTo>
                    <a:pt x="386" y="520"/>
                    <a:pt x="386" y="520"/>
                    <a:pt x="386" y="520"/>
                  </a:cubicBezTo>
                  <a:cubicBezTo>
                    <a:pt x="386" y="562"/>
                    <a:pt x="354" y="594"/>
                    <a:pt x="312" y="5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EBE2BA78-F948-481D-92F3-515F17D534FC}"/>
                </a:ext>
              </a:extLst>
            </p:cNvPr>
            <p:cNvSpPr>
              <a:spLocks noChangeArrowheads="1"/>
            </p:cNvSpPr>
            <p:nvPr/>
          </p:nvSpPr>
          <p:spPr bwMode="auto">
            <a:xfrm>
              <a:off x="8805863" y="255587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1">
              <a:extLst>
                <a:ext uri="{FF2B5EF4-FFF2-40B4-BE49-F238E27FC236}">
                  <a16:creationId xmlns:a16="http://schemas.microsoft.com/office/drawing/2014/main" id="{78B95772-EB45-C62D-0FEF-56307346A885}"/>
                </a:ext>
              </a:extLst>
            </p:cNvPr>
            <p:cNvSpPr>
              <a:spLocks noChangeArrowheads="1"/>
            </p:cNvSpPr>
            <p:nvPr/>
          </p:nvSpPr>
          <p:spPr bwMode="auto">
            <a:xfrm>
              <a:off x="8721725" y="2555875"/>
              <a:ext cx="22225" cy="22225"/>
            </a:xfrm>
            <a:custGeom>
              <a:avLst/>
              <a:gdLst>
                <a:gd name="T0" fmla="*/ 29 w 60"/>
                <a:gd name="T1" fmla="*/ 0 h 61"/>
                <a:gd name="T2" fmla="*/ 29 w 60"/>
                <a:gd name="T3" fmla="*/ 0 h 61"/>
                <a:gd name="T4" fmla="*/ 0 w 60"/>
                <a:gd name="T5" fmla="*/ 31 h 61"/>
                <a:gd name="T6" fmla="*/ 29 w 60"/>
                <a:gd name="T7" fmla="*/ 60 h 61"/>
                <a:gd name="T8" fmla="*/ 59 w 60"/>
                <a:gd name="T9" fmla="*/ 31 h 61"/>
                <a:gd name="T10" fmla="*/ 29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29" y="0"/>
                  </a:moveTo>
                  <a:lnTo>
                    <a:pt x="29" y="0"/>
                  </a:lnTo>
                  <a:cubicBezTo>
                    <a:pt x="13" y="0"/>
                    <a:pt x="0" y="14"/>
                    <a:pt x="0" y="31"/>
                  </a:cubicBezTo>
                  <a:cubicBezTo>
                    <a:pt x="0" y="46"/>
                    <a:pt x="13" y="60"/>
                    <a:pt x="29" y="60"/>
                  </a:cubicBezTo>
                  <a:cubicBezTo>
                    <a:pt x="46" y="60"/>
                    <a:pt x="59" y="46"/>
                    <a:pt x="59" y="31"/>
                  </a:cubicBezTo>
                  <a:cubicBezTo>
                    <a:pt x="59"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2">
              <a:extLst>
                <a:ext uri="{FF2B5EF4-FFF2-40B4-BE49-F238E27FC236}">
                  <a16:creationId xmlns:a16="http://schemas.microsoft.com/office/drawing/2014/main" id="{D2861C63-7276-CA58-B883-AF224CAAEE4F}"/>
                </a:ext>
              </a:extLst>
            </p:cNvPr>
            <p:cNvSpPr>
              <a:spLocks noChangeArrowheads="1"/>
            </p:cNvSpPr>
            <p:nvPr/>
          </p:nvSpPr>
          <p:spPr bwMode="auto">
            <a:xfrm>
              <a:off x="8729663" y="25241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3">
              <a:extLst>
                <a:ext uri="{FF2B5EF4-FFF2-40B4-BE49-F238E27FC236}">
                  <a16:creationId xmlns:a16="http://schemas.microsoft.com/office/drawing/2014/main" id="{7AD96FC4-AD8F-E8FF-13CE-9C1230803ACD}"/>
                </a:ext>
              </a:extLst>
            </p:cNvPr>
            <p:cNvSpPr>
              <a:spLocks noChangeArrowheads="1"/>
            </p:cNvSpPr>
            <p:nvPr/>
          </p:nvSpPr>
          <p:spPr bwMode="auto">
            <a:xfrm>
              <a:off x="8721725" y="2427288"/>
              <a:ext cx="107950" cy="107950"/>
            </a:xfrm>
            <a:custGeom>
              <a:avLst/>
              <a:gdLst>
                <a:gd name="T0" fmla="*/ 276 w 298"/>
                <a:gd name="T1" fmla="*/ 269 h 299"/>
                <a:gd name="T2" fmla="*/ 276 w 298"/>
                <a:gd name="T3" fmla="*/ 269 h 299"/>
                <a:gd name="T4" fmla="*/ 276 w 298"/>
                <a:gd name="T5" fmla="*/ 269 h 299"/>
                <a:gd name="T6" fmla="*/ 286 w 298"/>
                <a:gd name="T7" fmla="*/ 230 h 299"/>
                <a:gd name="T8" fmla="*/ 297 w 298"/>
                <a:gd name="T9" fmla="*/ 77 h 299"/>
                <a:gd name="T10" fmla="*/ 297 w 298"/>
                <a:gd name="T11" fmla="*/ 77 h 299"/>
                <a:gd name="T12" fmla="*/ 297 w 298"/>
                <a:gd name="T13" fmla="*/ 75 h 299"/>
                <a:gd name="T14" fmla="*/ 275 w 298"/>
                <a:gd name="T15" fmla="*/ 22 h 299"/>
                <a:gd name="T16" fmla="*/ 223 w 298"/>
                <a:gd name="T17" fmla="*/ 0 h 299"/>
                <a:gd name="T18" fmla="*/ 75 w 298"/>
                <a:gd name="T19" fmla="*/ 0 h 299"/>
                <a:gd name="T20" fmla="*/ 22 w 298"/>
                <a:gd name="T21" fmla="*/ 22 h 299"/>
                <a:gd name="T22" fmla="*/ 0 w 298"/>
                <a:gd name="T23" fmla="*/ 75 h 299"/>
                <a:gd name="T24" fmla="*/ 0 w 298"/>
                <a:gd name="T25" fmla="*/ 78 h 299"/>
                <a:gd name="T26" fmla="*/ 0 w 298"/>
                <a:gd name="T27" fmla="*/ 77 h 299"/>
                <a:gd name="T28" fmla="*/ 6 w 298"/>
                <a:gd name="T29" fmla="*/ 180 h 299"/>
                <a:gd name="T30" fmla="*/ 22 w 298"/>
                <a:gd name="T31" fmla="*/ 268 h 299"/>
                <a:gd name="T32" fmla="*/ 64 w 298"/>
                <a:gd name="T33" fmla="*/ 298 h 299"/>
                <a:gd name="T34" fmla="*/ 234 w 298"/>
                <a:gd name="T35" fmla="*/ 298 h 299"/>
                <a:gd name="T36" fmla="*/ 276 w 298"/>
                <a:gd name="T37" fmla="*/ 269 h 299"/>
                <a:gd name="T38" fmla="*/ 257 w 298"/>
                <a:gd name="T39" fmla="*/ 226 h 299"/>
                <a:gd name="T40" fmla="*/ 257 w 298"/>
                <a:gd name="T41" fmla="*/ 226 h 299"/>
                <a:gd name="T42" fmla="*/ 248 w 298"/>
                <a:gd name="T43" fmla="*/ 259 h 299"/>
                <a:gd name="T44" fmla="*/ 248 w 298"/>
                <a:gd name="T45" fmla="*/ 259 h 299"/>
                <a:gd name="T46" fmla="*/ 234 w 298"/>
                <a:gd name="T47" fmla="*/ 268 h 299"/>
                <a:gd name="T48" fmla="*/ 64 w 298"/>
                <a:gd name="T49" fmla="*/ 268 h 299"/>
                <a:gd name="T50" fmla="*/ 50 w 298"/>
                <a:gd name="T51" fmla="*/ 258 h 299"/>
                <a:gd name="T52" fmla="*/ 50 w 298"/>
                <a:gd name="T53" fmla="*/ 258 h 299"/>
                <a:gd name="T54" fmla="*/ 36 w 298"/>
                <a:gd name="T55" fmla="*/ 177 h 299"/>
                <a:gd name="T56" fmla="*/ 31 w 298"/>
                <a:gd name="T57" fmla="*/ 77 h 299"/>
                <a:gd name="T58" fmla="*/ 31 w 298"/>
                <a:gd name="T59" fmla="*/ 77 h 299"/>
                <a:gd name="T60" fmla="*/ 31 w 298"/>
                <a:gd name="T61" fmla="*/ 75 h 299"/>
                <a:gd name="T62" fmla="*/ 43 w 298"/>
                <a:gd name="T63" fmla="*/ 43 h 299"/>
                <a:gd name="T64" fmla="*/ 75 w 298"/>
                <a:gd name="T65" fmla="*/ 31 h 299"/>
                <a:gd name="T66" fmla="*/ 223 w 298"/>
                <a:gd name="T67" fmla="*/ 31 h 299"/>
                <a:gd name="T68" fmla="*/ 254 w 298"/>
                <a:gd name="T69" fmla="*/ 43 h 299"/>
                <a:gd name="T70" fmla="*/ 268 w 298"/>
                <a:gd name="T71" fmla="*/ 75 h 299"/>
                <a:gd name="T72" fmla="*/ 268 w 298"/>
                <a:gd name="T73" fmla="*/ 77 h 299"/>
                <a:gd name="T74" fmla="*/ 268 w 298"/>
                <a:gd name="T75" fmla="*/ 77 h 299"/>
                <a:gd name="T76" fmla="*/ 262 w 298"/>
                <a:gd name="T77" fmla="*/ 178 h 299"/>
                <a:gd name="T78" fmla="*/ 257 w 298"/>
                <a:gd name="T79" fmla="*/ 226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98" h="299">
                  <a:moveTo>
                    <a:pt x="276" y="269"/>
                  </a:moveTo>
                  <a:lnTo>
                    <a:pt x="276" y="269"/>
                  </a:lnTo>
                  <a:lnTo>
                    <a:pt x="276" y="269"/>
                  </a:lnTo>
                  <a:cubicBezTo>
                    <a:pt x="280" y="259"/>
                    <a:pt x="283" y="245"/>
                    <a:pt x="286" y="230"/>
                  </a:cubicBezTo>
                  <a:cubicBezTo>
                    <a:pt x="293" y="185"/>
                    <a:pt x="296" y="124"/>
                    <a:pt x="297" y="77"/>
                  </a:cubicBezTo>
                  <a:lnTo>
                    <a:pt x="297" y="77"/>
                  </a:lnTo>
                  <a:cubicBezTo>
                    <a:pt x="297" y="75"/>
                    <a:pt x="297" y="75"/>
                    <a:pt x="297" y="75"/>
                  </a:cubicBezTo>
                  <a:cubicBezTo>
                    <a:pt x="297" y="54"/>
                    <a:pt x="289" y="36"/>
                    <a:pt x="275" y="22"/>
                  </a:cubicBezTo>
                  <a:cubicBezTo>
                    <a:pt x="262" y="8"/>
                    <a:pt x="243" y="0"/>
                    <a:pt x="223" y="0"/>
                  </a:cubicBezTo>
                  <a:cubicBezTo>
                    <a:pt x="75" y="0"/>
                    <a:pt x="75" y="0"/>
                    <a:pt x="75" y="0"/>
                  </a:cubicBezTo>
                  <a:cubicBezTo>
                    <a:pt x="54" y="0"/>
                    <a:pt x="35" y="8"/>
                    <a:pt x="22" y="22"/>
                  </a:cubicBezTo>
                  <a:cubicBezTo>
                    <a:pt x="8" y="36"/>
                    <a:pt x="0" y="54"/>
                    <a:pt x="0" y="75"/>
                  </a:cubicBezTo>
                  <a:cubicBezTo>
                    <a:pt x="0" y="78"/>
                    <a:pt x="0" y="78"/>
                    <a:pt x="0" y="78"/>
                  </a:cubicBezTo>
                  <a:cubicBezTo>
                    <a:pt x="0" y="77"/>
                    <a:pt x="0" y="77"/>
                    <a:pt x="0" y="77"/>
                  </a:cubicBezTo>
                  <a:cubicBezTo>
                    <a:pt x="1" y="109"/>
                    <a:pt x="3" y="145"/>
                    <a:pt x="6" y="180"/>
                  </a:cubicBezTo>
                  <a:cubicBezTo>
                    <a:pt x="10" y="215"/>
                    <a:pt x="14" y="245"/>
                    <a:pt x="22" y="268"/>
                  </a:cubicBezTo>
                  <a:cubicBezTo>
                    <a:pt x="28" y="286"/>
                    <a:pt x="45" y="298"/>
                    <a:pt x="64" y="298"/>
                  </a:cubicBezTo>
                  <a:cubicBezTo>
                    <a:pt x="234" y="298"/>
                    <a:pt x="234" y="298"/>
                    <a:pt x="234" y="298"/>
                  </a:cubicBezTo>
                  <a:cubicBezTo>
                    <a:pt x="252" y="298"/>
                    <a:pt x="269" y="287"/>
                    <a:pt x="276" y="269"/>
                  </a:cubicBezTo>
                  <a:close/>
                  <a:moveTo>
                    <a:pt x="257" y="226"/>
                  </a:moveTo>
                  <a:lnTo>
                    <a:pt x="257" y="226"/>
                  </a:lnTo>
                  <a:cubicBezTo>
                    <a:pt x="254" y="238"/>
                    <a:pt x="251" y="251"/>
                    <a:pt x="248" y="259"/>
                  </a:cubicBezTo>
                  <a:lnTo>
                    <a:pt x="248" y="259"/>
                  </a:lnTo>
                  <a:cubicBezTo>
                    <a:pt x="245" y="265"/>
                    <a:pt x="240" y="268"/>
                    <a:pt x="234" y="268"/>
                  </a:cubicBezTo>
                  <a:cubicBezTo>
                    <a:pt x="64" y="268"/>
                    <a:pt x="64" y="268"/>
                    <a:pt x="64" y="268"/>
                  </a:cubicBezTo>
                  <a:cubicBezTo>
                    <a:pt x="57" y="268"/>
                    <a:pt x="52" y="265"/>
                    <a:pt x="50" y="258"/>
                  </a:cubicBezTo>
                  <a:lnTo>
                    <a:pt x="50" y="258"/>
                  </a:lnTo>
                  <a:cubicBezTo>
                    <a:pt x="43" y="241"/>
                    <a:pt x="39" y="210"/>
                    <a:pt x="36" y="177"/>
                  </a:cubicBezTo>
                  <a:cubicBezTo>
                    <a:pt x="32" y="144"/>
                    <a:pt x="31" y="107"/>
                    <a:pt x="31" y="77"/>
                  </a:cubicBezTo>
                  <a:lnTo>
                    <a:pt x="31" y="77"/>
                  </a:lnTo>
                  <a:cubicBezTo>
                    <a:pt x="31" y="75"/>
                    <a:pt x="31" y="75"/>
                    <a:pt x="31" y="75"/>
                  </a:cubicBezTo>
                  <a:cubicBezTo>
                    <a:pt x="31" y="63"/>
                    <a:pt x="35" y="51"/>
                    <a:pt x="43" y="43"/>
                  </a:cubicBezTo>
                  <a:cubicBezTo>
                    <a:pt x="52" y="35"/>
                    <a:pt x="63" y="31"/>
                    <a:pt x="75" y="31"/>
                  </a:cubicBezTo>
                  <a:cubicBezTo>
                    <a:pt x="223" y="31"/>
                    <a:pt x="223" y="31"/>
                    <a:pt x="223" y="31"/>
                  </a:cubicBezTo>
                  <a:cubicBezTo>
                    <a:pt x="234" y="31"/>
                    <a:pt x="245" y="35"/>
                    <a:pt x="254" y="43"/>
                  </a:cubicBezTo>
                  <a:cubicBezTo>
                    <a:pt x="262" y="51"/>
                    <a:pt x="268" y="63"/>
                    <a:pt x="268" y="75"/>
                  </a:cubicBezTo>
                  <a:cubicBezTo>
                    <a:pt x="268" y="77"/>
                    <a:pt x="268" y="77"/>
                    <a:pt x="268" y="77"/>
                  </a:cubicBezTo>
                  <a:lnTo>
                    <a:pt x="268" y="77"/>
                  </a:lnTo>
                  <a:cubicBezTo>
                    <a:pt x="266" y="107"/>
                    <a:pt x="265" y="145"/>
                    <a:pt x="262" y="178"/>
                  </a:cubicBezTo>
                  <a:cubicBezTo>
                    <a:pt x="261" y="195"/>
                    <a:pt x="259" y="212"/>
                    <a:pt x="257" y="2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 name="Freeform 14">
            <a:extLst>
              <a:ext uri="{FF2B5EF4-FFF2-40B4-BE49-F238E27FC236}">
                <a16:creationId xmlns:a16="http://schemas.microsoft.com/office/drawing/2014/main" id="{1DB064E5-D78C-3112-7802-3B68B09944E0}"/>
              </a:ext>
            </a:extLst>
          </p:cNvPr>
          <p:cNvSpPr>
            <a:spLocks noChangeArrowheads="1"/>
          </p:cNvSpPr>
          <p:nvPr/>
        </p:nvSpPr>
        <p:spPr bwMode="auto">
          <a:xfrm>
            <a:off x="8704931" y="1015901"/>
            <a:ext cx="160338" cy="257175"/>
          </a:xfrm>
          <a:custGeom>
            <a:avLst/>
            <a:gdLst>
              <a:gd name="T0" fmla="*/ 223 w 447"/>
              <a:gd name="T1" fmla="*/ 0 h 715"/>
              <a:gd name="T2" fmla="*/ 0 w 447"/>
              <a:gd name="T3" fmla="*/ 223 h 715"/>
              <a:gd name="T4" fmla="*/ 91 w 447"/>
              <a:gd name="T5" fmla="*/ 469 h 715"/>
              <a:gd name="T6" fmla="*/ 134 w 447"/>
              <a:gd name="T7" fmla="*/ 565 h 715"/>
              <a:gd name="T8" fmla="*/ 313 w 447"/>
              <a:gd name="T9" fmla="*/ 714 h 715"/>
              <a:gd name="T10" fmla="*/ 313 w 447"/>
              <a:gd name="T11" fmla="*/ 565 h 715"/>
              <a:gd name="T12" fmla="*/ 354 w 447"/>
              <a:gd name="T13" fmla="*/ 469 h 715"/>
              <a:gd name="T14" fmla="*/ 446 w 447"/>
              <a:gd name="T15" fmla="*/ 223 h 715"/>
              <a:gd name="T16" fmla="*/ 173 w 447"/>
              <a:gd name="T17" fmla="*/ 565 h 715"/>
              <a:gd name="T18" fmla="*/ 128 w 447"/>
              <a:gd name="T19" fmla="*/ 475 h 715"/>
              <a:gd name="T20" fmla="*/ 282 w 447"/>
              <a:gd name="T21" fmla="*/ 475 h 715"/>
              <a:gd name="T22" fmla="*/ 273 w 447"/>
              <a:gd name="T23" fmla="*/ 565 h 715"/>
              <a:gd name="T24" fmla="*/ 269 w 447"/>
              <a:gd name="T25" fmla="*/ 446 h 715"/>
              <a:gd name="T26" fmla="*/ 176 w 447"/>
              <a:gd name="T27" fmla="*/ 446 h 715"/>
              <a:gd name="T28" fmla="*/ 144 w 447"/>
              <a:gd name="T29" fmla="*/ 336 h 715"/>
              <a:gd name="T30" fmla="*/ 183 w 447"/>
              <a:gd name="T31" fmla="*/ 84 h 715"/>
              <a:gd name="T32" fmla="*/ 223 w 447"/>
              <a:gd name="T33" fmla="*/ 35 h 715"/>
              <a:gd name="T34" fmla="*/ 313 w 447"/>
              <a:gd name="T35" fmla="*/ 223 h 715"/>
              <a:gd name="T36" fmla="*/ 289 w 447"/>
              <a:gd name="T37" fmla="*/ 367 h 715"/>
              <a:gd name="T38" fmla="*/ 29 w 447"/>
              <a:gd name="T39" fmla="*/ 223 h 715"/>
              <a:gd name="T40" fmla="*/ 87 w 447"/>
              <a:gd name="T41" fmla="*/ 86 h 715"/>
              <a:gd name="T42" fmla="*/ 159 w 447"/>
              <a:gd name="T43" fmla="*/ 67 h 715"/>
              <a:gd name="T44" fmla="*/ 121 w 447"/>
              <a:gd name="T45" fmla="*/ 368 h 715"/>
              <a:gd name="T46" fmla="*/ 145 w 447"/>
              <a:gd name="T47" fmla="*/ 446 h 715"/>
              <a:gd name="T48" fmla="*/ 50 w 447"/>
              <a:gd name="T49" fmla="*/ 347 h 715"/>
              <a:gd name="T50" fmla="*/ 163 w 447"/>
              <a:gd name="T51" fmla="*/ 594 h 715"/>
              <a:gd name="T52" fmla="*/ 282 w 447"/>
              <a:gd name="T53" fmla="*/ 594 h 715"/>
              <a:gd name="T54" fmla="*/ 163 w 447"/>
              <a:gd name="T55" fmla="*/ 683 h 715"/>
              <a:gd name="T56" fmla="*/ 395 w 447"/>
              <a:gd name="T57" fmla="*/ 347 h 715"/>
              <a:gd name="T58" fmla="*/ 333 w 447"/>
              <a:gd name="T59" fmla="*/ 446 h 715"/>
              <a:gd name="T60" fmla="*/ 310 w 447"/>
              <a:gd name="T61" fmla="*/ 399 h 715"/>
              <a:gd name="T62" fmla="*/ 336 w 447"/>
              <a:gd name="T63" fmla="*/ 315 h 715"/>
              <a:gd name="T64" fmla="*/ 287 w 447"/>
              <a:gd name="T65" fmla="*/ 67 h 715"/>
              <a:gd name="T66" fmla="*/ 360 w 447"/>
              <a:gd name="T67" fmla="*/ 86 h 715"/>
              <a:gd name="T68" fmla="*/ 395 w 447"/>
              <a:gd name="T69" fmla="*/ 347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7" h="715">
                <a:moveTo>
                  <a:pt x="223" y="0"/>
                </a:moveTo>
                <a:lnTo>
                  <a:pt x="223" y="0"/>
                </a:lnTo>
                <a:lnTo>
                  <a:pt x="223" y="0"/>
                </a:lnTo>
                <a:cubicBezTo>
                  <a:pt x="99" y="0"/>
                  <a:pt x="0" y="99"/>
                  <a:pt x="0" y="223"/>
                </a:cubicBezTo>
                <a:cubicBezTo>
                  <a:pt x="0" y="283"/>
                  <a:pt x="7" y="323"/>
                  <a:pt x="24" y="358"/>
                </a:cubicBezTo>
                <a:cubicBezTo>
                  <a:pt x="39" y="395"/>
                  <a:pt x="62" y="424"/>
                  <a:pt x="91" y="469"/>
                </a:cubicBezTo>
                <a:cubicBezTo>
                  <a:pt x="140" y="565"/>
                  <a:pt x="140" y="565"/>
                  <a:pt x="140" y="565"/>
                </a:cubicBezTo>
                <a:cubicBezTo>
                  <a:pt x="134" y="565"/>
                  <a:pt x="134" y="565"/>
                  <a:pt x="134" y="565"/>
                </a:cubicBezTo>
                <a:cubicBezTo>
                  <a:pt x="134" y="714"/>
                  <a:pt x="134" y="714"/>
                  <a:pt x="134" y="714"/>
                </a:cubicBezTo>
                <a:cubicBezTo>
                  <a:pt x="313" y="714"/>
                  <a:pt x="313" y="714"/>
                  <a:pt x="313" y="714"/>
                </a:cubicBezTo>
                <a:cubicBezTo>
                  <a:pt x="313" y="699"/>
                  <a:pt x="313" y="699"/>
                  <a:pt x="313" y="699"/>
                </a:cubicBezTo>
                <a:cubicBezTo>
                  <a:pt x="313" y="565"/>
                  <a:pt x="313" y="565"/>
                  <a:pt x="313" y="565"/>
                </a:cubicBezTo>
                <a:cubicBezTo>
                  <a:pt x="307" y="565"/>
                  <a:pt x="307" y="565"/>
                  <a:pt x="307" y="565"/>
                </a:cubicBezTo>
                <a:cubicBezTo>
                  <a:pt x="354" y="469"/>
                  <a:pt x="354" y="469"/>
                  <a:pt x="354" y="469"/>
                </a:cubicBezTo>
                <a:cubicBezTo>
                  <a:pt x="384" y="424"/>
                  <a:pt x="406" y="395"/>
                  <a:pt x="423" y="358"/>
                </a:cubicBezTo>
                <a:cubicBezTo>
                  <a:pt x="438" y="323"/>
                  <a:pt x="446" y="283"/>
                  <a:pt x="446" y="223"/>
                </a:cubicBezTo>
                <a:cubicBezTo>
                  <a:pt x="446" y="99"/>
                  <a:pt x="346" y="0"/>
                  <a:pt x="223" y="0"/>
                </a:cubicBezTo>
                <a:close/>
                <a:moveTo>
                  <a:pt x="173" y="565"/>
                </a:moveTo>
                <a:lnTo>
                  <a:pt x="173" y="565"/>
                </a:lnTo>
                <a:cubicBezTo>
                  <a:pt x="128" y="475"/>
                  <a:pt x="128" y="475"/>
                  <a:pt x="128" y="475"/>
                </a:cubicBezTo>
                <a:cubicBezTo>
                  <a:pt x="163" y="475"/>
                  <a:pt x="163" y="475"/>
                  <a:pt x="163" y="475"/>
                </a:cubicBezTo>
                <a:cubicBezTo>
                  <a:pt x="282" y="475"/>
                  <a:pt x="282" y="475"/>
                  <a:pt x="282" y="475"/>
                </a:cubicBezTo>
                <a:cubicBezTo>
                  <a:pt x="318" y="475"/>
                  <a:pt x="318" y="475"/>
                  <a:pt x="318" y="475"/>
                </a:cubicBezTo>
                <a:cubicBezTo>
                  <a:pt x="273" y="565"/>
                  <a:pt x="273" y="565"/>
                  <a:pt x="273" y="565"/>
                </a:cubicBezTo>
                <a:lnTo>
                  <a:pt x="173" y="565"/>
                </a:lnTo>
                <a:close/>
                <a:moveTo>
                  <a:pt x="269" y="446"/>
                </a:moveTo>
                <a:lnTo>
                  <a:pt x="269" y="446"/>
                </a:lnTo>
                <a:cubicBezTo>
                  <a:pt x="176" y="446"/>
                  <a:pt x="176" y="446"/>
                  <a:pt x="176" y="446"/>
                </a:cubicBezTo>
                <a:cubicBezTo>
                  <a:pt x="172" y="428"/>
                  <a:pt x="169" y="414"/>
                  <a:pt x="165" y="402"/>
                </a:cubicBezTo>
                <a:cubicBezTo>
                  <a:pt x="156" y="379"/>
                  <a:pt x="149" y="361"/>
                  <a:pt x="144" y="336"/>
                </a:cubicBezTo>
                <a:cubicBezTo>
                  <a:pt x="138" y="311"/>
                  <a:pt x="134" y="277"/>
                  <a:pt x="134" y="223"/>
                </a:cubicBezTo>
                <a:cubicBezTo>
                  <a:pt x="134" y="170"/>
                  <a:pt x="158" y="120"/>
                  <a:pt x="183" y="84"/>
                </a:cubicBezTo>
                <a:cubicBezTo>
                  <a:pt x="195" y="65"/>
                  <a:pt x="208" y="52"/>
                  <a:pt x="218" y="40"/>
                </a:cubicBezTo>
                <a:cubicBezTo>
                  <a:pt x="219" y="39"/>
                  <a:pt x="222" y="38"/>
                  <a:pt x="223" y="35"/>
                </a:cubicBezTo>
                <a:cubicBezTo>
                  <a:pt x="233" y="46"/>
                  <a:pt x="250" y="64"/>
                  <a:pt x="265" y="88"/>
                </a:cubicBezTo>
                <a:cubicBezTo>
                  <a:pt x="289" y="123"/>
                  <a:pt x="313" y="171"/>
                  <a:pt x="313" y="223"/>
                </a:cubicBezTo>
                <a:cubicBezTo>
                  <a:pt x="313" y="259"/>
                  <a:pt x="310" y="284"/>
                  <a:pt x="307" y="304"/>
                </a:cubicBezTo>
                <a:cubicBezTo>
                  <a:pt x="303" y="332"/>
                  <a:pt x="297" y="347"/>
                  <a:pt x="289" y="367"/>
                </a:cubicBezTo>
                <a:cubicBezTo>
                  <a:pt x="282" y="386"/>
                  <a:pt x="275" y="409"/>
                  <a:pt x="269" y="446"/>
                </a:cubicBezTo>
                <a:close/>
                <a:moveTo>
                  <a:pt x="29" y="223"/>
                </a:moveTo>
                <a:lnTo>
                  <a:pt x="29" y="223"/>
                </a:lnTo>
                <a:cubicBezTo>
                  <a:pt x="29" y="169"/>
                  <a:pt x="52" y="121"/>
                  <a:pt x="87" y="86"/>
                </a:cubicBezTo>
                <a:cubicBezTo>
                  <a:pt x="113" y="60"/>
                  <a:pt x="147" y="40"/>
                  <a:pt x="184" y="33"/>
                </a:cubicBezTo>
                <a:cubicBezTo>
                  <a:pt x="177" y="43"/>
                  <a:pt x="168" y="54"/>
                  <a:pt x="159" y="67"/>
                </a:cubicBezTo>
                <a:cubicBezTo>
                  <a:pt x="131" y="106"/>
                  <a:pt x="103" y="160"/>
                  <a:pt x="103" y="223"/>
                </a:cubicBezTo>
                <a:cubicBezTo>
                  <a:pt x="103" y="298"/>
                  <a:pt x="112" y="337"/>
                  <a:pt x="121" y="368"/>
                </a:cubicBezTo>
                <a:cubicBezTo>
                  <a:pt x="126" y="383"/>
                  <a:pt x="131" y="397"/>
                  <a:pt x="135" y="411"/>
                </a:cubicBezTo>
                <a:cubicBezTo>
                  <a:pt x="140" y="421"/>
                  <a:pt x="142" y="432"/>
                  <a:pt x="145" y="446"/>
                </a:cubicBezTo>
                <a:cubicBezTo>
                  <a:pt x="112" y="446"/>
                  <a:pt x="112" y="446"/>
                  <a:pt x="112" y="446"/>
                </a:cubicBezTo>
                <a:cubicBezTo>
                  <a:pt x="84" y="404"/>
                  <a:pt x="64" y="376"/>
                  <a:pt x="50" y="347"/>
                </a:cubicBezTo>
                <a:cubicBezTo>
                  <a:pt x="36" y="315"/>
                  <a:pt x="29" y="282"/>
                  <a:pt x="29" y="223"/>
                </a:cubicBezTo>
                <a:close/>
                <a:moveTo>
                  <a:pt x="163" y="594"/>
                </a:moveTo>
                <a:lnTo>
                  <a:pt x="163" y="594"/>
                </a:lnTo>
                <a:cubicBezTo>
                  <a:pt x="282" y="594"/>
                  <a:pt x="282" y="594"/>
                  <a:pt x="282" y="594"/>
                </a:cubicBezTo>
                <a:cubicBezTo>
                  <a:pt x="282" y="683"/>
                  <a:pt x="282" y="683"/>
                  <a:pt x="282" y="683"/>
                </a:cubicBezTo>
                <a:cubicBezTo>
                  <a:pt x="163" y="683"/>
                  <a:pt x="163" y="683"/>
                  <a:pt x="163" y="683"/>
                </a:cubicBezTo>
                <a:lnTo>
                  <a:pt x="163" y="594"/>
                </a:lnTo>
                <a:close/>
                <a:moveTo>
                  <a:pt x="395" y="347"/>
                </a:moveTo>
                <a:lnTo>
                  <a:pt x="395" y="347"/>
                </a:lnTo>
                <a:cubicBezTo>
                  <a:pt x="382" y="376"/>
                  <a:pt x="361" y="404"/>
                  <a:pt x="333" y="446"/>
                </a:cubicBezTo>
                <a:cubicBezTo>
                  <a:pt x="300" y="446"/>
                  <a:pt x="300" y="446"/>
                  <a:pt x="300" y="446"/>
                </a:cubicBezTo>
                <a:cubicBezTo>
                  <a:pt x="303" y="425"/>
                  <a:pt x="306" y="411"/>
                  <a:pt x="310" y="399"/>
                </a:cubicBezTo>
                <a:cubicBezTo>
                  <a:pt x="314" y="386"/>
                  <a:pt x="317" y="378"/>
                  <a:pt x="321" y="368"/>
                </a:cubicBezTo>
                <a:cubicBezTo>
                  <a:pt x="327" y="353"/>
                  <a:pt x="332" y="337"/>
                  <a:pt x="336" y="315"/>
                </a:cubicBezTo>
                <a:cubicBezTo>
                  <a:pt x="339" y="294"/>
                  <a:pt x="342" y="265"/>
                  <a:pt x="342" y="223"/>
                </a:cubicBezTo>
                <a:cubicBezTo>
                  <a:pt x="342" y="160"/>
                  <a:pt x="314" y="106"/>
                  <a:pt x="287" y="67"/>
                </a:cubicBezTo>
                <a:cubicBezTo>
                  <a:pt x="278" y="54"/>
                  <a:pt x="269" y="43"/>
                  <a:pt x="261" y="33"/>
                </a:cubicBezTo>
                <a:cubicBezTo>
                  <a:pt x="299" y="40"/>
                  <a:pt x="333" y="60"/>
                  <a:pt x="360" y="86"/>
                </a:cubicBezTo>
                <a:cubicBezTo>
                  <a:pt x="395" y="121"/>
                  <a:pt x="416" y="169"/>
                  <a:pt x="416" y="223"/>
                </a:cubicBezTo>
                <a:cubicBezTo>
                  <a:pt x="416" y="282"/>
                  <a:pt x="409" y="315"/>
                  <a:pt x="395" y="347"/>
                </a:cubicBezTo>
                <a:close/>
              </a:path>
            </a:pathLst>
          </a:custGeom>
          <a:solidFill>
            <a:schemeClr val="tx2"/>
          </a:solidFill>
          <a:ln>
            <a:noFill/>
          </a:ln>
          <a:effectLst/>
        </p:spPr>
        <p:txBody>
          <a:bodyPr wrap="none" anchor="ctr"/>
          <a:lstStyle/>
          <a:p>
            <a:endParaRPr lang="da-DK"/>
          </a:p>
        </p:txBody>
      </p:sp>
      <p:sp>
        <p:nvSpPr>
          <p:cNvPr id="19" name="Freeform 15">
            <a:extLst>
              <a:ext uri="{FF2B5EF4-FFF2-40B4-BE49-F238E27FC236}">
                <a16:creationId xmlns:a16="http://schemas.microsoft.com/office/drawing/2014/main" id="{E9575AF8-B479-6FC7-656C-AC7E3B39C03F}"/>
              </a:ext>
            </a:extLst>
          </p:cNvPr>
          <p:cNvSpPr>
            <a:spLocks noChangeArrowheads="1"/>
          </p:cNvSpPr>
          <p:nvPr/>
        </p:nvSpPr>
        <p:spPr bwMode="auto">
          <a:xfrm>
            <a:off x="9095456" y="1577082"/>
            <a:ext cx="349250" cy="147638"/>
          </a:xfrm>
          <a:custGeom>
            <a:avLst/>
            <a:gdLst>
              <a:gd name="T0" fmla="*/ 56 w 969"/>
              <a:gd name="T1" fmla="*/ 331 h 412"/>
              <a:gd name="T2" fmla="*/ 179 w 969"/>
              <a:gd name="T3" fmla="*/ 411 h 412"/>
              <a:gd name="T4" fmla="*/ 654 w 969"/>
              <a:gd name="T5" fmla="*/ 331 h 412"/>
              <a:gd name="T6" fmla="*/ 844 w 969"/>
              <a:gd name="T7" fmla="*/ 331 h 412"/>
              <a:gd name="T8" fmla="*/ 964 w 969"/>
              <a:gd name="T9" fmla="*/ 325 h 412"/>
              <a:gd name="T10" fmla="*/ 968 w 969"/>
              <a:gd name="T11" fmla="*/ 219 h 412"/>
              <a:gd name="T12" fmla="*/ 943 w 969"/>
              <a:gd name="T13" fmla="*/ 187 h 412"/>
              <a:gd name="T14" fmla="*/ 725 w 969"/>
              <a:gd name="T15" fmla="*/ 126 h 412"/>
              <a:gd name="T16" fmla="*/ 710 w 969"/>
              <a:gd name="T17" fmla="*/ 117 h 412"/>
              <a:gd name="T18" fmla="*/ 536 w 969"/>
              <a:gd name="T19" fmla="*/ 0 h 412"/>
              <a:gd name="T20" fmla="*/ 219 w 969"/>
              <a:gd name="T21" fmla="*/ 0 h 412"/>
              <a:gd name="T22" fmla="*/ 11 w 969"/>
              <a:gd name="T23" fmla="*/ 158 h 412"/>
              <a:gd name="T24" fmla="*/ 0 w 969"/>
              <a:gd name="T25" fmla="*/ 206 h 412"/>
              <a:gd name="T26" fmla="*/ 56 w 969"/>
              <a:gd name="T27" fmla="*/ 331 h 412"/>
              <a:gd name="T28" fmla="*/ 226 w 969"/>
              <a:gd name="T29" fmla="*/ 363 h 412"/>
              <a:gd name="T30" fmla="*/ 131 w 969"/>
              <a:gd name="T31" fmla="*/ 363 h 412"/>
              <a:gd name="T32" fmla="*/ 131 w 969"/>
              <a:gd name="T33" fmla="*/ 268 h 412"/>
              <a:gd name="T34" fmla="*/ 226 w 969"/>
              <a:gd name="T35" fmla="*/ 268 h 412"/>
              <a:gd name="T36" fmla="*/ 226 w 969"/>
              <a:gd name="T37" fmla="*/ 363 h 412"/>
              <a:gd name="T38" fmla="*/ 796 w 969"/>
              <a:gd name="T39" fmla="*/ 363 h 412"/>
              <a:gd name="T40" fmla="*/ 702 w 969"/>
              <a:gd name="T41" fmla="*/ 363 h 412"/>
              <a:gd name="T42" fmla="*/ 682 w 969"/>
              <a:gd name="T43" fmla="*/ 315 h 412"/>
              <a:gd name="T44" fmla="*/ 702 w 969"/>
              <a:gd name="T45" fmla="*/ 268 h 412"/>
              <a:gd name="T46" fmla="*/ 796 w 969"/>
              <a:gd name="T47" fmla="*/ 268 h 412"/>
              <a:gd name="T48" fmla="*/ 796 w 969"/>
              <a:gd name="T49" fmla="*/ 363 h 412"/>
              <a:gd name="T50" fmla="*/ 31 w 969"/>
              <a:gd name="T51" fmla="*/ 206 h 412"/>
              <a:gd name="T52" fmla="*/ 35 w 969"/>
              <a:gd name="T53" fmla="*/ 180 h 412"/>
              <a:gd name="T54" fmla="*/ 36 w 969"/>
              <a:gd name="T55" fmla="*/ 176 h 412"/>
              <a:gd name="T56" fmla="*/ 219 w 969"/>
              <a:gd name="T57" fmla="*/ 29 h 412"/>
              <a:gd name="T58" fmla="*/ 536 w 969"/>
              <a:gd name="T59" fmla="*/ 29 h 412"/>
              <a:gd name="T60" fmla="*/ 689 w 969"/>
              <a:gd name="T61" fmla="*/ 138 h 412"/>
              <a:gd name="T62" fmla="*/ 717 w 969"/>
              <a:gd name="T63" fmla="*/ 153 h 412"/>
              <a:gd name="T64" fmla="*/ 869 w 969"/>
              <a:gd name="T65" fmla="*/ 192 h 412"/>
              <a:gd name="T66" fmla="*/ 935 w 969"/>
              <a:gd name="T67" fmla="*/ 216 h 412"/>
              <a:gd name="T68" fmla="*/ 937 w 969"/>
              <a:gd name="T69" fmla="*/ 300 h 412"/>
              <a:gd name="T70" fmla="*/ 749 w 969"/>
              <a:gd name="T71" fmla="*/ 219 h 412"/>
              <a:gd name="T72" fmla="*/ 274 w 969"/>
              <a:gd name="T73" fmla="*/ 300 h 412"/>
              <a:gd name="T74" fmla="*/ 84 w 969"/>
              <a:gd name="T75" fmla="*/ 300 h 412"/>
              <a:gd name="T76" fmla="*/ 31 w 969"/>
              <a:gd name="T77" fmla="*/ 275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69" h="412">
                <a:moveTo>
                  <a:pt x="56" y="331"/>
                </a:moveTo>
                <a:lnTo>
                  <a:pt x="56" y="331"/>
                </a:lnTo>
                <a:cubicBezTo>
                  <a:pt x="84" y="331"/>
                  <a:pt x="84" y="331"/>
                  <a:pt x="84" y="331"/>
                </a:cubicBezTo>
                <a:cubicBezTo>
                  <a:pt x="91" y="377"/>
                  <a:pt x="130" y="411"/>
                  <a:pt x="179" y="411"/>
                </a:cubicBezTo>
                <a:cubicBezTo>
                  <a:pt x="226" y="411"/>
                  <a:pt x="267" y="377"/>
                  <a:pt x="274" y="331"/>
                </a:cubicBezTo>
                <a:cubicBezTo>
                  <a:pt x="654" y="331"/>
                  <a:pt x="654" y="331"/>
                  <a:pt x="654" y="331"/>
                </a:cubicBezTo>
                <a:cubicBezTo>
                  <a:pt x="661" y="377"/>
                  <a:pt x="700" y="411"/>
                  <a:pt x="749" y="411"/>
                </a:cubicBezTo>
                <a:cubicBezTo>
                  <a:pt x="796" y="411"/>
                  <a:pt x="837" y="377"/>
                  <a:pt x="844" y="331"/>
                </a:cubicBezTo>
                <a:cubicBezTo>
                  <a:pt x="953" y="331"/>
                  <a:pt x="953" y="331"/>
                  <a:pt x="953" y="331"/>
                </a:cubicBezTo>
                <a:cubicBezTo>
                  <a:pt x="957" y="331"/>
                  <a:pt x="961" y="328"/>
                  <a:pt x="964" y="325"/>
                </a:cubicBezTo>
                <a:cubicBezTo>
                  <a:pt x="967" y="322"/>
                  <a:pt x="968" y="319"/>
                  <a:pt x="968" y="315"/>
                </a:cubicBezTo>
                <a:cubicBezTo>
                  <a:pt x="968" y="219"/>
                  <a:pt x="968" y="219"/>
                  <a:pt x="968" y="219"/>
                </a:cubicBezTo>
                <a:cubicBezTo>
                  <a:pt x="968" y="212"/>
                  <a:pt x="965" y="206"/>
                  <a:pt x="962" y="202"/>
                </a:cubicBezTo>
                <a:cubicBezTo>
                  <a:pt x="957" y="195"/>
                  <a:pt x="950" y="191"/>
                  <a:pt x="943" y="187"/>
                </a:cubicBezTo>
                <a:cubicBezTo>
                  <a:pt x="921" y="174"/>
                  <a:pt x="890" y="166"/>
                  <a:pt x="875" y="163"/>
                </a:cubicBezTo>
                <a:cubicBezTo>
                  <a:pt x="725" y="126"/>
                  <a:pt x="725" y="126"/>
                  <a:pt x="725" y="126"/>
                </a:cubicBezTo>
                <a:cubicBezTo>
                  <a:pt x="724" y="124"/>
                  <a:pt x="724" y="124"/>
                  <a:pt x="724" y="124"/>
                </a:cubicBezTo>
                <a:cubicBezTo>
                  <a:pt x="718" y="124"/>
                  <a:pt x="713" y="121"/>
                  <a:pt x="710" y="117"/>
                </a:cubicBezTo>
                <a:cubicBezTo>
                  <a:pt x="632" y="40"/>
                  <a:pt x="632" y="40"/>
                  <a:pt x="632" y="40"/>
                </a:cubicBezTo>
                <a:cubicBezTo>
                  <a:pt x="607" y="14"/>
                  <a:pt x="572" y="0"/>
                  <a:pt x="536" y="0"/>
                </a:cubicBezTo>
                <a:cubicBezTo>
                  <a:pt x="260" y="0"/>
                  <a:pt x="260" y="0"/>
                  <a:pt x="260" y="0"/>
                </a:cubicBezTo>
                <a:cubicBezTo>
                  <a:pt x="219" y="0"/>
                  <a:pt x="219" y="0"/>
                  <a:pt x="219" y="0"/>
                </a:cubicBezTo>
                <a:cubicBezTo>
                  <a:pt x="163" y="0"/>
                  <a:pt x="110" y="27"/>
                  <a:pt x="77" y="71"/>
                </a:cubicBezTo>
                <a:cubicBezTo>
                  <a:pt x="11" y="158"/>
                  <a:pt x="11" y="158"/>
                  <a:pt x="11" y="158"/>
                </a:cubicBezTo>
                <a:cubicBezTo>
                  <a:pt x="9" y="163"/>
                  <a:pt x="7" y="166"/>
                  <a:pt x="6" y="170"/>
                </a:cubicBezTo>
                <a:cubicBezTo>
                  <a:pt x="3" y="183"/>
                  <a:pt x="0" y="198"/>
                  <a:pt x="0" y="206"/>
                </a:cubicBezTo>
                <a:cubicBezTo>
                  <a:pt x="0" y="275"/>
                  <a:pt x="0" y="275"/>
                  <a:pt x="0" y="275"/>
                </a:cubicBezTo>
                <a:cubicBezTo>
                  <a:pt x="0" y="305"/>
                  <a:pt x="25" y="331"/>
                  <a:pt x="56" y="331"/>
                </a:cubicBezTo>
                <a:close/>
                <a:moveTo>
                  <a:pt x="226" y="363"/>
                </a:moveTo>
                <a:lnTo>
                  <a:pt x="226" y="363"/>
                </a:lnTo>
                <a:cubicBezTo>
                  <a:pt x="214" y="374"/>
                  <a:pt x="197" y="382"/>
                  <a:pt x="179" y="382"/>
                </a:cubicBezTo>
                <a:cubicBezTo>
                  <a:pt x="161" y="382"/>
                  <a:pt x="144" y="374"/>
                  <a:pt x="131" y="363"/>
                </a:cubicBezTo>
                <a:cubicBezTo>
                  <a:pt x="119" y="350"/>
                  <a:pt x="112" y="333"/>
                  <a:pt x="112" y="315"/>
                </a:cubicBezTo>
                <a:cubicBezTo>
                  <a:pt x="112" y="297"/>
                  <a:pt x="119" y="280"/>
                  <a:pt x="131" y="268"/>
                </a:cubicBezTo>
                <a:cubicBezTo>
                  <a:pt x="144" y="257"/>
                  <a:pt x="161" y="248"/>
                  <a:pt x="179" y="248"/>
                </a:cubicBezTo>
                <a:cubicBezTo>
                  <a:pt x="197" y="248"/>
                  <a:pt x="214" y="257"/>
                  <a:pt x="226" y="268"/>
                </a:cubicBezTo>
                <a:cubicBezTo>
                  <a:pt x="237" y="280"/>
                  <a:pt x="246" y="297"/>
                  <a:pt x="246" y="315"/>
                </a:cubicBezTo>
                <a:cubicBezTo>
                  <a:pt x="246" y="333"/>
                  <a:pt x="237" y="350"/>
                  <a:pt x="226" y="363"/>
                </a:cubicBezTo>
                <a:close/>
                <a:moveTo>
                  <a:pt x="796" y="363"/>
                </a:moveTo>
                <a:lnTo>
                  <a:pt x="796" y="363"/>
                </a:lnTo>
                <a:cubicBezTo>
                  <a:pt x="784" y="374"/>
                  <a:pt x="767" y="382"/>
                  <a:pt x="749" y="382"/>
                </a:cubicBezTo>
                <a:cubicBezTo>
                  <a:pt x="731" y="382"/>
                  <a:pt x="714" y="374"/>
                  <a:pt x="702" y="363"/>
                </a:cubicBezTo>
                <a:cubicBezTo>
                  <a:pt x="690" y="350"/>
                  <a:pt x="682" y="333"/>
                  <a:pt x="682" y="315"/>
                </a:cubicBezTo>
                <a:lnTo>
                  <a:pt x="682" y="315"/>
                </a:lnTo>
                <a:lnTo>
                  <a:pt x="682" y="315"/>
                </a:lnTo>
                <a:cubicBezTo>
                  <a:pt x="682" y="297"/>
                  <a:pt x="690" y="280"/>
                  <a:pt x="702" y="268"/>
                </a:cubicBezTo>
                <a:cubicBezTo>
                  <a:pt x="714" y="257"/>
                  <a:pt x="731" y="248"/>
                  <a:pt x="749" y="248"/>
                </a:cubicBezTo>
                <a:cubicBezTo>
                  <a:pt x="767" y="248"/>
                  <a:pt x="784" y="257"/>
                  <a:pt x="796" y="268"/>
                </a:cubicBezTo>
                <a:cubicBezTo>
                  <a:pt x="808" y="280"/>
                  <a:pt x="816" y="297"/>
                  <a:pt x="816" y="315"/>
                </a:cubicBezTo>
                <a:cubicBezTo>
                  <a:pt x="816" y="333"/>
                  <a:pt x="808" y="350"/>
                  <a:pt x="796" y="363"/>
                </a:cubicBezTo>
                <a:close/>
                <a:moveTo>
                  <a:pt x="31" y="206"/>
                </a:moveTo>
                <a:lnTo>
                  <a:pt x="31" y="206"/>
                </a:lnTo>
                <a:cubicBezTo>
                  <a:pt x="31" y="204"/>
                  <a:pt x="31" y="195"/>
                  <a:pt x="32" y="188"/>
                </a:cubicBezTo>
                <a:cubicBezTo>
                  <a:pt x="32" y="185"/>
                  <a:pt x="34" y="181"/>
                  <a:pt x="35" y="180"/>
                </a:cubicBezTo>
                <a:cubicBezTo>
                  <a:pt x="35" y="177"/>
                  <a:pt x="35" y="177"/>
                  <a:pt x="35" y="177"/>
                </a:cubicBezTo>
                <a:cubicBezTo>
                  <a:pt x="36" y="176"/>
                  <a:pt x="36" y="176"/>
                  <a:pt x="36" y="176"/>
                </a:cubicBezTo>
                <a:cubicBezTo>
                  <a:pt x="101" y="89"/>
                  <a:pt x="101" y="89"/>
                  <a:pt x="101" y="89"/>
                </a:cubicBezTo>
                <a:cubicBezTo>
                  <a:pt x="128" y="52"/>
                  <a:pt x="173" y="29"/>
                  <a:pt x="219" y="29"/>
                </a:cubicBezTo>
                <a:cubicBezTo>
                  <a:pt x="260" y="29"/>
                  <a:pt x="260" y="29"/>
                  <a:pt x="260" y="29"/>
                </a:cubicBezTo>
                <a:cubicBezTo>
                  <a:pt x="536" y="29"/>
                  <a:pt x="536" y="29"/>
                  <a:pt x="536" y="29"/>
                </a:cubicBezTo>
                <a:cubicBezTo>
                  <a:pt x="564" y="29"/>
                  <a:pt x="592" y="42"/>
                  <a:pt x="611" y="61"/>
                </a:cubicBezTo>
                <a:cubicBezTo>
                  <a:pt x="689" y="138"/>
                  <a:pt x="689" y="138"/>
                  <a:pt x="689" y="138"/>
                </a:cubicBezTo>
                <a:cubicBezTo>
                  <a:pt x="696" y="146"/>
                  <a:pt x="706" y="152"/>
                  <a:pt x="717" y="153"/>
                </a:cubicBezTo>
                <a:lnTo>
                  <a:pt x="717" y="153"/>
                </a:lnTo>
                <a:cubicBezTo>
                  <a:pt x="868" y="192"/>
                  <a:pt x="868" y="192"/>
                  <a:pt x="868" y="192"/>
                </a:cubicBezTo>
                <a:cubicBezTo>
                  <a:pt x="869" y="192"/>
                  <a:pt x="869" y="192"/>
                  <a:pt x="869" y="192"/>
                </a:cubicBezTo>
                <a:cubicBezTo>
                  <a:pt x="877" y="194"/>
                  <a:pt x="897" y="199"/>
                  <a:pt x="914" y="206"/>
                </a:cubicBezTo>
                <a:cubicBezTo>
                  <a:pt x="922" y="209"/>
                  <a:pt x="929" y="213"/>
                  <a:pt x="935" y="216"/>
                </a:cubicBezTo>
                <a:cubicBezTo>
                  <a:pt x="936" y="218"/>
                  <a:pt x="937" y="219"/>
                  <a:pt x="937" y="220"/>
                </a:cubicBezTo>
                <a:cubicBezTo>
                  <a:pt x="937" y="300"/>
                  <a:pt x="937" y="300"/>
                  <a:pt x="937" y="300"/>
                </a:cubicBezTo>
                <a:cubicBezTo>
                  <a:pt x="844" y="300"/>
                  <a:pt x="844" y="300"/>
                  <a:pt x="844" y="300"/>
                </a:cubicBezTo>
                <a:cubicBezTo>
                  <a:pt x="837" y="254"/>
                  <a:pt x="796" y="219"/>
                  <a:pt x="749" y="219"/>
                </a:cubicBezTo>
                <a:cubicBezTo>
                  <a:pt x="700" y="219"/>
                  <a:pt x="661" y="254"/>
                  <a:pt x="654" y="300"/>
                </a:cubicBezTo>
                <a:cubicBezTo>
                  <a:pt x="274" y="300"/>
                  <a:pt x="274" y="300"/>
                  <a:pt x="274" y="300"/>
                </a:cubicBezTo>
                <a:cubicBezTo>
                  <a:pt x="267" y="254"/>
                  <a:pt x="226" y="219"/>
                  <a:pt x="179" y="219"/>
                </a:cubicBezTo>
                <a:cubicBezTo>
                  <a:pt x="130" y="219"/>
                  <a:pt x="91" y="254"/>
                  <a:pt x="84" y="300"/>
                </a:cubicBezTo>
                <a:cubicBezTo>
                  <a:pt x="56" y="300"/>
                  <a:pt x="56" y="300"/>
                  <a:pt x="56" y="300"/>
                </a:cubicBezTo>
                <a:cubicBezTo>
                  <a:pt x="42" y="300"/>
                  <a:pt x="31" y="289"/>
                  <a:pt x="31" y="275"/>
                </a:cubicBezTo>
                <a:lnTo>
                  <a:pt x="31" y="206"/>
                </a:lnTo>
                <a:close/>
              </a:path>
            </a:pathLst>
          </a:custGeom>
          <a:solidFill>
            <a:schemeClr val="tx2"/>
          </a:solidFill>
          <a:ln>
            <a:noFill/>
          </a:ln>
          <a:effectLst/>
        </p:spPr>
        <p:txBody>
          <a:bodyPr wrap="none" anchor="ctr"/>
          <a:lstStyle/>
          <a:p>
            <a:endParaRPr lang="da-DK"/>
          </a:p>
        </p:txBody>
      </p:sp>
      <p:grpSp>
        <p:nvGrpSpPr>
          <p:cNvPr id="20" name="Group 23">
            <a:extLst>
              <a:ext uri="{FF2B5EF4-FFF2-40B4-BE49-F238E27FC236}">
                <a16:creationId xmlns:a16="http://schemas.microsoft.com/office/drawing/2014/main" id="{FDD0FD13-D066-B8BF-AD5B-3721F40BD47C}"/>
              </a:ext>
            </a:extLst>
          </p:cNvPr>
          <p:cNvGrpSpPr/>
          <p:nvPr/>
        </p:nvGrpSpPr>
        <p:grpSpPr>
          <a:xfrm>
            <a:off x="10198769" y="2056507"/>
            <a:ext cx="257175" cy="214312"/>
            <a:chOff x="9170988" y="2395538"/>
            <a:chExt cx="257175" cy="214312"/>
          </a:xfrm>
          <a:solidFill>
            <a:schemeClr val="tx2"/>
          </a:solidFill>
        </p:grpSpPr>
        <p:sp>
          <p:nvSpPr>
            <p:cNvPr id="21" name="Freeform 16">
              <a:extLst>
                <a:ext uri="{FF2B5EF4-FFF2-40B4-BE49-F238E27FC236}">
                  <a16:creationId xmlns:a16="http://schemas.microsoft.com/office/drawing/2014/main" id="{895EB5D0-D791-9923-CEC9-36CCF085D4C1}"/>
                </a:ext>
              </a:extLst>
            </p:cNvPr>
            <p:cNvSpPr>
              <a:spLocks noChangeArrowheads="1"/>
            </p:cNvSpPr>
            <p:nvPr/>
          </p:nvSpPr>
          <p:spPr bwMode="auto">
            <a:xfrm>
              <a:off x="9170988" y="2395538"/>
              <a:ext cx="257175" cy="214312"/>
            </a:xfrm>
            <a:custGeom>
              <a:avLst/>
              <a:gdLst>
                <a:gd name="T0" fmla="*/ 504 w 716"/>
                <a:gd name="T1" fmla="*/ 401 h 596"/>
                <a:gd name="T2" fmla="*/ 371 w 716"/>
                <a:gd name="T3" fmla="*/ 120 h 596"/>
                <a:gd name="T4" fmla="*/ 73 w 716"/>
                <a:gd name="T5" fmla="*/ 0 h 596"/>
                <a:gd name="T6" fmla="*/ 29 w 716"/>
                <a:gd name="T7" fmla="*/ 359 h 596"/>
                <a:gd name="T8" fmla="*/ 0 w 716"/>
                <a:gd name="T9" fmla="*/ 490 h 596"/>
                <a:gd name="T10" fmla="*/ 58 w 716"/>
                <a:gd name="T11" fmla="*/ 535 h 596"/>
                <a:gd name="T12" fmla="*/ 178 w 716"/>
                <a:gd name="T13" fmla="*/ 535 h 596"/>
                <a:gd name="T14" fmla="*/ 430 w 716"/>
                <a:gd name="T15" fmla="*/ 595 h 596"/>
                <a:gd name="T16" fmla="*/ 503 w 716"/>
                <a:gd name="T17" fmla="*/ 506 h 596"/>
                <a:gd name="T18" fmla="*/ 581 w 716"/>
                <a:gd name="T19" fmla="*/ 506 h 596"/>
                <a:gd name="T20" fmla="*/ 702 w 716"/>
                <a:gd name="T21" fmla="*/ 475 h 596"/>
                <a:gd name="T22" fmla="*/ 694 w 716"/>
                <a:gd name="T23" fmla="*/ 447 h 596"/>
                <a:gd name="T24" fmla="*/ 504 w 716"/>
                <a:gd name="T25" fmla="*/ 101 h 596"/>
                <a:gd name="T26" fmla="*/ 475 w 716"/>
                <a:gd name="T27" fmla="*/ 107 h 596"/>
                <a:gd name="T28" fmla="*/ 560 w 716"/>
                <a:gd name="T29" fmla="*/ 477 h 596"/>
                <a:gd name="T30" fmla="*/ 504 w 716"/>
                <a:gd name="T31" fmla="*/ 401 h 596"/>
                <a:gd name="T32" fmla="*/ 58 w 716"/>
                <a:gd name="T33" fmla="*/ 44 h 596"/>
                <a:gd name="T34" fmla="*/ 192 w 716"/>
                <a:gd name="T35" fmla="*/ 30 h 596"/>
                <a:gd name="T36" fmla="*/ 437 w 716"/>
                <a:gd name="T37" fmla="*/ 357 h 596"/>
                <a:gd name="T38" fmla="*/ 58 w 716"/>
                <a:gd name="T39" fmla="*/ 44 h 596"/>
                <a:gd name="T40" fmla="*/ 118 w 716"/>
                <a:gd name="T41" fmla="*/ 566 h 596"/>
                <a:gd name="T42" fmla="*/ 118 w 716"/>
                <a:gd name="T43" fmla="*/ 506 h 596"/>
                <a:gd name="T44" fmla="*/ 118 w 716"/>
                <a:gd name="T45" fmla="*/ 566 h 596"/>
                <a:gd name="T46" fmla="*/ 170 w 716"/>
                <a:gd name="T47" fmla="*/ 506 h 596"/>
                <a:gd name="T48" fmla="*/ 67 w 716"/>
                <a:gd name="T49" fmla="*/ 506 h 596"/>
                <a:gd name="T50" fmla="*/ 33 w 716"/>
                <a:gd name="T51" fmla="*/ 502 h 596"/>
                <a:gd name="T52" fmla="*/ 29 w 716"/>
                <a:gd name="T53" fmla="*/ 401 h 596"/>
                <a:gd name="T54" fmla="*/ 44 w 716"/>
                <a:gd name="T55" fmla="*/ 387 h 596"/>
                <a:gd name="T56" fmla="*/ 471 w 716"/>
                <a:gd name="T57" fmla="*/ 391 h 596"/>
                <a:gd name="T58" fmla="*/ 475 w 716"/>
                <a:gd name="T59" fmla="*/ 461 h 596"/>
                <a:gd name="T60" fmla="*/ 358 w 716"/>
                <a:gd name="T61" fmla="*/ 506 h 596"/>
                <a:gd name="T62" fmla="*/ 430 w 716"/>
                <a:gd name="T63" fmla="*/ 566 h 596"/>
                <a:gd name="T64" fmla="*/ 386 w 716"/>
                <a:gd name="T65" fmla="*/ 521 h 596"/>
                <a:gd name="T66" fmla="*/ 386 w 716"/>
                <a:gd name="T67" fmla="*/ 521 h 596"/>
                <a:gd name="T68" fmla="*/ 475 w 716"/>
                <a:gd name="T69" fmla="*/ 52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96">
                  <a:moveTo>
                    <a:pt x="504" y="401"/>
                  </a:moveTo>
                  <a:lnTo>
                    <a:pt x="504" y="401"/>
                  </a:lnTo>
                  <a:cubicBezTo>
                    <a:pt x="504" y="380"/>
                    <a:pt x="490" y="364"/>
                    <a:pt x="471" y="358"/>
                  </a:cubicBezTo>
                  <a:cubicBezTo>
                    <a:pt x="371" y="120"/>
                    <a:pt x="371" y="120"/>
                    <a:pt x="371" y="120"/>
                  </a:cubicBezTo>
                  <a:cubicBezTo>
                    <a:pt x="341" y="47"/>
                    <a:pt x="270" y="0"/>
                    <a:pt x="192" y="0"/>
                  </a:cubicBezTo>
                  <a:cubicBezTo>
                    <a:pt x="73" y="0"/>
                    <a:pt x="73" y="0"/>
                    <a:pt x="73" y="0"/>
                  </a:cubicBezTo>
                  <a:cubicBezTo>
                    <a:pt x="48" y="0"/>
                    <a:pt x="29" y="21"/>
                    <a:pt x="29" y="44"/>
                  </a:cubicBezTo>
                  <a:cubicBezTo>
                    <a:pt x="29" y="359"/>
                    <a:pt x="29" y="359"/>
                    <a:pt x="29" y="359"/>
                  </a:cubicBezTo>
                  <a:cubicBezTo>
                    <a:pt x="12" y="366"/>
                    <a:pt x="0" y="382"/>
                    <a:pt x="0" y="401"/>
                  </a:cubicBezTo>
                  <a:cubicBezTo>
                    <a:pt x="0" y="490"/>
                    <a:pt x="0" y="490"/>
                    <a:pt x="0" y="490"/>
                  </a:cubicBezTo>
                  <a:cubicBezTo>
                    <a:pt x="0" y="516"/>
                    <a:pt x="19" y="535"/>
                    <a:pt x="44" y="535"/>
                  </a:cubicBezTo>
                  <a:cubicBezTo>
                    <a:pt x="58" y="535"/>
                    <a:pt x="58" y="535"/>
                    <a:pt x="58" y="535"/>
                  </a:cubicBezTo>
                  <a:cubicBezTo>
                    <a:pt x="58" y="569"/>
                    <a:pt x="85" y="595"/>
                    <a:pt x="118" y="595"/>
                  </a:cubicBezTo>
                  <a:cubicBezTo>
                    <a:pt x="152" y="595"/>
                    <a:pt x="178" y="569"/>
                    <a:pt x="178" y="535"/>
                  </a:cubicBezTo>
                  <a:cubicBezTo>
                    <a:pt x="358" y="535"/>
                    <a:pt x="358" y="535"/>
                    <a:pt x="358" y="535"/>
                  </a:cubicBezTo>
                  <a:cubicBezTo>
                    <a:pt x="365" y="570"/>
                    <a:pt x="394" y="595"/>
                    <a:pt x="430" y="595"/>
                  </a:cubicBezTo>
                  <a:cubicBezTo>
                    <a:pt x="471" y="595"/>
                    <a:pt x="504" y="562"/>
                    <a:pt x="504" y="521"/>
                  </a:cubicBezTo>
                  <a:cubicBezTo>
                    <a:pt x="504" y="516"/>
                    <a:pt x="504" y="510"/>
                    <a:pt x="503" y="506"/>
                  </a:cubicBezTo>
                  <a:cubicBezTo>
                    <a:pt x="580" y="506"/>
                    <a:pt x="580" y="506"/>
                    <a:pt x="580" y="506"/>
                  </a:cubicBezTo>
                  <a:lnTo>
                    <a:pt x="581" y="506"/>
                  </a:lnTo>
                  <a:lnTo>
                    <a:pt x="583" y="506"/>
                  </a:lnTo>
                  <a:cubicBezTo>
                    <a:pt x="702" y="475"/>
                    <a:pt x="702" y="475"/>
                    <a:pt x="702" y="475"/>
                  </a:cubicBezTo>
                  <a:cubicBezTo>
                    <a:pt x="709" y="474"/>
                    <a:pt x="715" y="465"/>
                    <a:pt x="712" y="457"/>
                  </a:cubicBezTo>
                  <a:cubicBezTo>
                    <a:pt x="711" y="450"/>
                    <a:pt x="702" y="444"/>
                    <a:pt x="694" y="447"/>
                  </a:cubicBezTo>
                  <a:cubicBezTo>
                    <a:pt x="591" y="472"/>
                    <a:pt x="591" y="472"/>
                    <a:pt x="591" y="472"/>
                  </a:cubicBezTo>
                  <a:cubicBezTo>
                    <a:pt x="504" y="101"/>
                    <a:pt x="504" y="101"/>
                    <a:pt x="504" y="101"/>
                  </a:cubicBezTo>
                  <a:cubicBezTo>
                    <a:pt x="503" y="93"/>
                    <a:pt x="495" y="87"/>
                    <a:pt x="486" y="90"/>
                  </a:cubicBezTo>
                  <a:cubicBezTo>
                    <a:pt x="479" y="92"/>
                    <a:pt x="474" y="100"/>
                    <a:pt x="475" y="107"/>
                  </a:cubicBezTo>
                  <a:lnTo>
                    <a:pt x="475" y="107"/>
                  </a:lnTo>
                  <a:cubicBezTo>
                    <a:pt x="560" y="477"/>
                    <a:pt x="560" y="477"/>
                    <a:pt x="560" y="477"/>
                  </a:cubicBezTo>
                  <a:cubicBezTo>
                    <a:pt x="504" y="477"/>
                    <a:pt x="504" y="477"/>
                    <a:pt x="504" y="477"/>
                  </a:cubicBezTo>
                  <a:lnTo>
                    <a:pt x="504" y="401"/>
                  </a:lnTo>
                  <a:close/>
                  <a:moveTo>
                    <a:pt x="58" y="44"/>
                  </a:moveTo>
                  <a:lnTo>
                    <a:pt x="58" y="44"/>
                  </a:lnTo>
                  <a:cubicBezTo>
                    <a:pt x="58" y="36"/>
                    <a:pt x="65" y="30"/>
                    <a:pt x="73" y="30"/>
                  </a:cubicBezTo>
                  <a:cubicBezTo>
                    <a:pt x="192" y="30"/>
                    <a:pt x="192" y="30"/>
                    <a:pt x="192" y="30"/>
                  </a:cubicBezTo>
                  <a:cubicBezTo>
                    <a:pt x="259" y="30"/>
                    <a:pt x="318" y="69"/>
                    <a:pt x="344" y="131"/>
                  </a:cubicBezTo>
                  <a:cubicBezTo>
                    <a:pt x="437" y="357"/>
                    <a:pt x="437" y="357"/>
                    <a:pt x="437" y="357"/>
                  </a:cubicBezTo>
                  <a:cubicBezTo>
                    <a:pt x="58" y="357"/>
                    <a:pt x="58" y="357"/>
                    <a:pt x="58" y="357"/>
                  </a:cubicBezTo>
                  <a:lnTo>
                    <a:pt x="58" y="44"/>
                  </a:lnTo>
                  <a:close/>
                  <a:moveTo>
                    <a:pt x="118" y="566"/>
                  </a:moveTo>
                  <a:lnTo>
                    <a:pt x="118" y="566"/>
                  </a:lnTo>
                  <a:cubicBezTo>
                    <a:pt x="101" y="566"/>
                    <a:pt x="89" y="552"/>
                    <a:pt x="89" y="535"/>
                  </a:cubicBezTo>
                  <a:cubicBezTo>
                    <a:pt x="89" y="520"/>
                    <a:pt x="101" y="506"/>
                    <a:pt x="118" y="506"/>
                  </a:cubicBezTo>
                  <a:cubicBezTo>
                    <a:pt x="135" y="506"/>
                    <a:pt x="147" y="520"/>
                    <a:pt x="147" y="535"/>
                  </a:cubicBezTo>
                  <a:cubicBezTo>
                    <a:pt x="147" y="552"/>
                    <a:pt x="135" y="566"/>
                    <a:pt x="118" y="566"/>
                  </a:cubicBezTo>
                  <a:close/>
                  <a:moveTo>
                    <a:pt x="170" y="506"/>
                  </a:moveTo>
                  <a:lnTo>
                    <a:pt x="170" y="506"/>
                  </a:lnTo>
                  <a:cubicBezTo>
                    <a:pt x="159" y="488"/>
                    <a:pt x="140" y="477"/>
                    <a:pt x="118" y="477"/>
                  </a:cubicBezTo>
                  <a:cubicBezTo>
                    <a:pt x="96" y="477"/>
                    <a:pt x="78" y="488"/>
                    <a:pt x="67" y="506"/>
                  </a:cubicBezTo>
                  <a:cubicBezTo>
                    <a:pt x="44" y="506"/>
                    <a:pt x="44" y="506"/>
                    <a:pt x="44" y="506"/>
                  </a:cubicBezTo>
                  <a:cubicBezTo>
                    <a:pt x="40" y="506"/>
                    <a:pt x="36" y="504"/>
                    <a:pt x="33" y="502"/>
                  </a:cubicBezTo>
                  <a:cubicBezTo>
                    <a:pt x="30" y="499"/>
                    <a:pt x="29" y="495"/>
                    <a:pt x="29" y="490"/>
                  </a:cubicBezTo>
                  <a:cubicBezTo>
                    <a:pt x="29" y="401"/>
                    <a:pt x="29" y="401"/>
                    <a:pt x="29" y="401"/>
                  </a:cubicBezTo>
                  <a:cubicBezTo>
                    <a:pt x="29" y="397"/>
                    <a:pt x="30" y="394"/>
                    <a:pt x="33" y="391"/>
                  </a:cubicBezTo>
                  <a:cubicBezTo>
                    <a:pt x="36" y="389"/>
                    <a:pt x="40" y="387"/>
                    <a:pt x="44" y="387"/>
                  </a:cubicBezTo>
                  <a:cubicBezTo>
                    <a:pt x="460" y="387"/>
                    <a:pt x="460" y="387"/>
                    <a:pt x="460" y="387"/>
                  </a:cubicBezTo>
                  <a:cubicBezTo>
                    <a:pt x="464" y="387"/>
                    <a:pt x="468" y="389"/>
                    <a:pt x="471" y="391"/>
                  </a:cubicBezTo>
                  <a:cubicBezTo>
                    <a:pt x="474" y="394"/>
                    <a:pt x="475" y="397"/>
                    <a:pt x="475" y="401"/>
                  </a:cubicBezTo>
                  <a:cubicBezTo>
                    <a:pt x="475" y="461"/>
                    <a:pt x="475" y="461"/>
                    <a:pt x="475" y="461"/>
                  </a:cubicBezTo>
                  <a:cubicBezTo>
                    <a:pt x="463" y="453"/>
                    <a:pt x="447" y="446"/>
                    <a:pt x="430" y="446"/>
                  </a:cubicBezTo>
                  <a:cubicBezTo>
                    <a:pt x="394" y="446"/>
                    <a:pt x="365" y="472"/>
                    <a:pt x="358" y="506"/>
                  </a:cubicBezTo>
                  <a:lnTo>
                    <a:pt x="170" y="506"/>
                  </a:lnTo>
                  <a:close/>
                  <a:moveTo>
                    <a:pt x="430" y="566"/>
                  </a:moveTo>
                  <a:lnTo>
                    <a:pt x="430" y="566"/>
                  </a:lnTo>
                  <a:cubicBezTo>
                    <a:pt x="405" y="566"/>
                    <a:pt x="386" y="545"/>
                    <a:pt x="386" y="521"/>
                  </a:cubicBezTo>
                  <a:lnTo>
                    <a:pt x="386" y="521"/>
                  </a:lnTo>
                  <a:lnTo>
                    <a:pt x="386" y="521"/>
                  </a:lnTo>
                  <a:cubicBezTo>
                    <a:pt x="386" y="496"/>
                    <a:pt x="405" y="477"/>
                    <a:pt x="430" y="477"/>
                  </a:cubicBezTo>
                  <a:cubicBezTo>
                    <a:pt x="456" y="477"/>
                    <a:pt x="475" y="496"/>
                    <a:pt x="475" y="521"/>
                  </a:cubicBezTo>
                  <a:cubicBezTo>
                    <a:pt x="475" y="545"/>
                    <a:pt x="456" y="566"/>
                    <a:pt x="430"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7">
              <a:extLst>
                <a:ext uri="{FF2B5EF4-FFF2-40B4-BE49-F238E27FC236}">
                  <a16:creationId xmlns:a16="http://schemas.microsoft.com/office/drawing/2014/main" id="{1D49524F-4D51-0C3B-7AD7-2B741F4BF391}"/>
                </a:ext>
              </a:extLst>
            </p:cNvPr>
            <p:cNvSpPr>
              <a:spLocks noChangeArrowheads="1"/>
            </p:cNvSpPr>
            <p:nvPr/>
          </p:nvSpPr>
          <p:spPr bwMode="auto">
            <a:xfrm>
              <a:off x="9202738" y="2438400"/>
              <a:ext cx="53975" cy="74613"/>
            </a:xfrm>
            <a:custGeom>
              <a:avLst/>
              <a:gdLst>
                <a:gd name="T0" fmla="*/ 134 w 149"/>
                <a:gd name="T1" fmla="*/ 178 h 208"/>
                <a:gd name="T2" fmla="*/ 134 w 149"/>
                <a:gd name="T3" fmla="*/ 178 h 208"/>
                <a:gd name="T4" fmla="*/ 44 w 149"/>
                <a:gd name="T5" fmla="*/ 178 h 208"/>
                <a:gd name="T6" fmla="*/ 29 w 149"/>
                <a:gd name="T7" fmla="*/ 163 h 208"/>
                <a:gd name="T8" fmla="*/ 29 w 149"/>
                <a:gd name="T9" fmla="*/ 13 h 208"/>
                <a:gd name="T10" fmla="*/ 14 w 149"/>
                <a:gd name="T11" fmla="*/ 0 h 208"/>
                <a:gd name="T12" fmla="*/ 0 w 149"/>
                <a:gd name="T13" fmla="*/ 13 h 208"/>
                <a:gd name="T14" fmla="*/ 0 w 149"/>
                <a:gd name="T15" fmla="*/ 13 h 208"/>
                <a:gd name="T16" fmla="*/ 0 w 149"/>
                <a:gd name="T17" fmla="*/ 163 h 208"/>
                <a:gd name="T18" fmla="*/ 44 w 149"/>
                <a:gd name="T19" fmla="*/ 207 h 208"/>
                <a:gd name="T20" fmla="*/ 134 w 149"/>
                <a:gd name="T21" fmla="*/ 207 h 208"/>
                <a:gd name="T22" fmla="*/ 148 w 149"/>
                <a:gd name="T23" fmla="*/ 192 h 208"/>
                <a:gd name="T24" fmla="*/ 134 w 149"/>
                <a:gd name="T25" fmla="*/ 178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9" h="208">
                  <a:moveTo>
                    <a:pt x="134" y="178"/>
                  </a:moveTo>
                  <a:lnTo>
                    <a:pt x="134" y="178"/>
                  </a:lnTo>
                  <a:cubicBezTo>
                    <a:pt x="44" y="178"/>
                    <a:pt x="44" y="178"/>
                    <a:pt x="44" y="178"/>
                  </a:cubicBezTo>
                  <a:cubicBezTo>
                    <a:pt x="36" y="178"/>
                    <a:pt x="29" y="171"/>
                    <a:pt x="29" y="163"/>
                  </a:cubicBezTo>
                  <a:cubicBezTo>
                    <a:pt x="29" y="13"/>
                    <a:pt x="29" y="13"/>
                    <a:pt x="29" y="13"/>
                  </a:cubicBezTo>
                  <a:cubicBezTo>
                    <a:pt x="29" y="5"/>
                    <a:pt x="22" y="0"/>
                    <a:pt x="14" y="0"/>
                  </a:cubicBezTo>
                  <a:cubicBezTo>
                    <a:pt x="5" y="0"/>
                    <a:pt x="0" y="5"/>
                    <a:pt x="0" y="13"/>
                  </a:cubicBezTo>
                  <a:lnTo>
                    <a:pt x="0" y="13"/>
                  </a:lnTo>
                  <a:cubicBezTo>
                    <a:pt x="0" y="163"/>
                    <a:pt x="0" y="163"/>
                    <a:pt x="0" y="163"/>
                  </a:cubicBezTo>
                  <a:cubicBezTo>
                    <a:pt x="0" y="188"/>
                    <a:pt x="19" y="207"/>
                    <a:pt x="44" y="207"/>
                  </a:cubicBezTo>
                  <a:cubicBezTo>
                    <a:pt x="134" y="207"/>
                    <a:pt x="134" y="207"/>
                    <a:pt x="134" y="207"/>
                  </a:cubicBezTo>
                  <a:cubicBezTo>
                    <a:pt x="142" y="207"/>
                    <a:pt x="148" y="200"/>
                    <a:pt x="148" y="192"/>
                  </a:cubicBezTo>
                  <a:cubicBezTo>
                    <a:pt x="148" y="184"/>
                    <a:pt x="142" y="178"/>
                    <a:pt x="13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 name="Freeform 18">
            <a:extLst>
              <a:ext uri="{FF2B5EF4-FFF2-40B4-BE49-F238E27FC236}">
                <a16:creationId xmlns:a16="http://schemas.microsoft.com/office/drawing/2014/main" id="{7F8EB237-86A3-6FC8-37AF-419214A7B9D4}"/>
              </a:ext>
            </a:extLst>
          </p:cNvPr>
          <p:cNvSpPr>
            <a:spLocks noChangeArrowheads="1"/>
          </p:cNvSpPr>
          <p:nvPr/>
        </p:nvSpPr>
        <p:spPr bwMode="auto">
          <a:xfrm>
            <a:off x="10713119" y="2056507"/>
            <a:ext cx="257175" cy="214312"/>
          </a:xfrm>
          <a:custGeom>
            <a:avLst/>
            <a:gdLst>
              <a:gd name="T0" fmla="*/ 207 w 715"/>
              <a:gd name="T1" fmla="*/ 492 h 596"/>
              <a:gd name="T2" fmla="*/ 393 w 715"/>
              <a:gd name="T3" fmla="*/ 477 h 596"/>
              <a:gd name="T4" fmla="*/ 714 w 715"/>
              <a:gd name="T5" fmla="*/ 432 h 596"/>
              <a:gd name="T6" fmla="*/ 654 w 715"/>
              <a:gd name="T7" fmla="*/ 238 h 596"/>
              <a:gd name="T8" fmla="*/ 654 w 715"/>
              <a:gd name="T9" fmla="*/ 75 h 596"/>
              <a:gd name="T10" fmla="*/ 431 w 715"/>
              <a:gd name="T11" fmla="*/ 1 h 596"/>
              <a:gd name="T12" fmla="*/ 365 w 715"/>
              <a:gd name="T13" fmla="*/ 19 h 596"/>
              <a:gd name="T14" fmla="*/ 306 w 715"/>
              <a:gd name="T15" fmla="*/ 247 h 596"/>
              <a:gd name="T16" fmla="*/ 267 w 715"/>
              <a:gd name="T17" fmla="*/ 104 h 596"/>
              <a:gd name="T18" fmla="*/ 266 w 715"/>
              <a:gd name="T19" fmla="*/ 99 h 596"/>
              <a:gd name="T20" fmla="*/ 233 w 715"/>
              <a:gd name="T21" fmla="*/ 64 h 596"/>
              <a:gd name="T22" fmla="*/ 212 w 715"/>
              <a:gd name="T23" fmla="*/ 86 h 596"/>
              <a:gd name="T24" fmla="*/ 237 w 715"/>
              <a:gd name="T25" fmla="*/ 252 h 596"/>
              <a:gd name="T26" fmla="*/ 97 w 715"/>
              <a:gd name="T27" fmla="*/ 265 h 596"/>
              <a:gd name="T28" fmla="*/ 29 w 715"/>
              <a:gd name="T29" fmla="*/ 418 h 596"/>
              <a:gd name="T30" fmla="*/ 103 w 715"/>
              <a:gd name="T31" fmla="*/ 595 h 596"/>
              <a:gd name="T32" fmla="*/ 683 w 715"/>
              <a:gd name="T33" fmla="*/ 432 h 596"/>
              <a:gd name="T34" fmla="*/ 644 w 715"/>
              <a:gd name="T35" fmla="*/ 527 h 596"/>
              <a:gd name="T36" fmla="*/ 454 w 715"/>
              <a:gd name="T37" fmla="*/ 527 h 596"/>
              <a:gd name="T38" fmla="*/ 454 w 715"/>
              <a:gd name="T39" fmla="*/ 337 h 596"/>
              <a:gd name="T40" fmla="*/ 644 w 715"/>
              <a:gd name="T41" fmla="*/ 337 h 596"/>
              <a:gd name="T42" fmla="*/ 386 w 715"/>
              <a:gd name="T43" fmla="*/ 49 h 596"/>
              <a:gd name="T44" fmla="*/ 386 w 715"/>
              <a:gd name="T45" fmla="*/ 46 h 596"/>
              <a:gd name="T46" fmla="*/ 392 w 715"/>
              <a:gd name="T47" fmla="*/ 35 h 596"/>
              <a:gd name="T48" fmla="*/ 431 w 715"/>
              <a:gd name="T49" fmla="*/ 31 h 596"/>
              <a:gd name="T50" fmla="*/ 624 w 715"/>
              <a:gd name="T51" fmla="*/ 75 h 596"/>
              <a:gd name="T52" fmla="*/ 346 w 715"/>
              <a:gd name="T53" fmla="*/ 209 h 596"/>
              <a:gd name="T54" fmla="*/ 100 w 715"/>
              <a:gd name="T55" fmla="*/ 294 h 596"/>
              <a:gd name="T56" fmla="*/ 100 w 715"/>
              <a:gd name="T57" fmla="*/ 294 h 596"/>
              <a:gd name="T58" fmla="*/ 333 w 715"/>
              <a:gd name="T59" fmla="*/ 263 h 596"/>
              <a:gd name="T60" fmla="*/ 624 w 715"/>
              <a:gd name="T61" fmla="*/ 238 h 596"/>
              <a:gd name="T62" fmla="*/ 549 w 715"/>
              <a:gd name="T63" fmla="*/ 269 h 596"/>
              <a:gd name="T64" fmla="*/ 387 w 715"/>
              <a:gd name="T65" fmla="*/ 448 h 596"/>
              <a:gd name="T66" fmla="*/ 103 w 715"/>
              <a:gd name="T67" fmla="*/ 388 h 596"/>
              <a:gd name="T68" fmla="*/ 58 w 715"/>
              <a:gd name="T69" fmla="*/ 339 h 596"/>
              <a:gd name="T70" fmla="*/ 29 w 715"/>
              <a:gd name="T71" fmla="*/ 492 h 596"/>
              <a:gd name="T72" fmla="*/ 51 w 715"/>
              <a:gd name="T73" fmla="*/ 439 h 596"/>
              <a:gd name="T74" fmla="*/ 156 w 715"/>
              <a:gd name="T75" fmla="*/ 439 h 596"/>
              <a:gd name="T76" fmla="*/ 156 w 715"/>
              <a:gd name="T77" fmla="*/ 544 h 596"/>
              <a:gd name="T78" fmla="*/ 51 w 715"/>
              <a:gd name="T79" fmla="*/ 544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5" h="596">
                <a:moveTo>
                  <a:pt x="207" y="492"/>
                </a:moveTo>
                <a:lnTo>
                  <a:pt x="207" y="492"/>
                </a:lnTo>
                <a:cubicBezTo>
                  <a:pt x="207" y="487"/>
                  <a:pt x="207" y="482"/>
                  <a:pt x="206" y="477"/>
                </a:cubicBezTo>
                <a:cubicBezTo>
                  <a:pt x="393" y="477"/>
                  <a:pt x="393" y="477"/>
                  <a:pt x="393" y="477"/>
                </a:cubicBezTo>
                <a:cubicBezTo>
                  <a:pt x="412" y="545"/>
                  <a:pt x="475" y="595"/>
                  <a:pt x="549" y="595"/>
                </a:cubicBezTo>
                <a:cubicBezTo>
                  <a:pt x="640" y="595"/>
                  <a:pt x="714" y="523"/>
                  <a:pt x="714" y="432"/>
                </a:cubicBezTo>
                <a:cubicBezTo>
                  <a:pt x="714" y="382"/>
                  <a:pt x="690" y="336"/>
                  <a:pt x="654" y="307"/>
                </a:cubicBezTo>
                <a:cubicBezTo>
                  <a:pt x="654" y="238"/>
                  <a:pt x="654" y="238"/>
                  <a:pt x="654" y="238"/>
                </a:cubicBezTo>
                <a:cubicBezTo>
                  <a:pt x="654" y="209"/>
                  <a:pt x="654" y="209"/>
                  <a:pt x="654" y="209"/>
                </a:cubicBezTo>
                <a:cubicBezTo>
                  <a:pt x="654" y="75"/>
                  <a:pt x="654" y="75"/>
                  <a:pt x="654" y="75"/>
                </a:cubicBezTo>
                <a:cubicBezTo>
                  <a:pt x="654" y="35"/>
                  <a:pt x="620" y="1"/>
                  <a:pt x="580" y="1"/>
                </a:cubicBezTo>
                <a:cubicBezTo>
                  <a:pt x="431" y="1"/>
                  <a:pt x="431" y="1"/>
                  <a:pt x="431" y="1"/>
                </a:cubicBezTo>
                <a:cubicBezTo>
                  <a:pt x="415" y="1"/>
                  <a:pt x="400" y="0"/>
                  <a:pt x="385" y="5"/>
                </a:cubicBezTo>
                <a:cubicBezTo>
                  <a:pt x="378" y="8"/>
                  <a:pt x="371" y="12"/>
                  <a:pt x="365" y="19"/>
                </a:cubicBezTo>
                <a:cubicBezTo>
                  <a:pt x="359" y="25"/>
                  <a:pt x="357" y="35"/>
                  <a:pt x="357" y="43"/>
                </a:cubicBezTo>
                <a:cubicBezTo>
                  <a:pt x="306" y="247"/>
                  <a:pt x="306" y="247"/>
                  <a:pt x="306" y="247"/>
                </a:cubicBezTo>
                <a:cubicBezTo>
                  <a:pt x="267" y="250"/>
                  <a:pt x="267" y="250"/>
                  <a:pt x="267" y="250"/>
                </a:cubicBezTo>
                <a:cubicBezTo>
                  <a:pt x="267" y="104"/>
                  <a:pt x="267" y="104"/>
                  <a:pt x="267" y="104"/>
                </a:cubicBezTo>
                <a:lnTo>
                  <a:pt x="267" y="104"/>
                </a:lnTo>
                <a:cubicBezTo>
                  <a:pt x="267" y="103"/>
                  <a:pt x="266" y="102"/>
                  <a:pt x="266" y="99"/>
                </a:cubicBezTo>
                <a:cubicBezTo>
                  <a:pt x="265" y="98"/>
                  <a:pt x="265" y="96"/>
                  <a:pt x="263" y="95"/>
                </a:cubicBezTo>
                <a:cubicBezTo>
                  <a:pt x="233" y="64"/>
                  <a:pt x="233" y="64"/>
                  <a:pt x="233" y="64"/>
                </a:cubicBezTo>
                <a:cubicBezTo>
                  <a:pt x="227" y="58"/>
                  <a:pt x="217" y="58"/>
                  <a:pt x="212" y="64"/>
                </a:cubicBezTo>
                <a:cubicBezTo>
                  <a:pt x="206" y="71"/>
                  <a:pt x="206" y="79"/>
                  <a:pt x="212" y="86"/>
                </a:cubicBezTo>
                <a:cubicBezTo>
                  <a:pt x="237" y="111"/>
                  <a:pt x="237" y="111"/>
                  <a:pt x="237" y="111"/>
                </a:cubicBezTo>
                <a:cubicBezTo>
                  <a:pt x="237" y="252"/>
                  <a:pt x="237" y="252"/>
                  <a:pt x="237" y="252"/>
                </a:cubicBezTo>
                <a:cubicBezTo>
                  <a:pt x="97" y="265"/>
                  <a:pt x="97" y="265"/>
                  <a:pt x="97" y="265"/>
                </a:cubicBezTo>
                <a:lnTo>
                  <a:pt x="97" y="265"/>
                </a:lnTo>
                <a:cubicBezTo>
                  <a:pt x="58" y="268"/>
                  <a:pt x="29" y="300"/>
                  <a:pt x="29" y="339"/>
                </a:cubicBezTo>
                <a:cubicBezTo>
                  <a:pt x="29" y="418"/>
                  <a:pt x="29" y="418"/>
                  <a:pt x="29" y="418"/>
                </a:cubicBezTo>
                <a:cubicBezTo>
                  <a:pt x="11" y="438"/>
                  <a:pt x="0" y="463"/>
                  <a:pt x="0" y="492"/>
                </a:cubicBezTo>
                <a:cubicBezTo>
                  <a:pt x="0" y="549"/>
                  <a:pt x="46" y="595"/>
                  <a:pt x="103" y="595"/>
                </a:cubicBezTo>
                <a:cubicBezTo>
                  <a:pt x="161" y="595"/>
                  <a:pt x="207" y="549"/>
                  <a:pt x="207" y="492"/>
                </a:cubicBezTo>
                <a:close/>
                <a:moveTo>
                  <a:pt x="683" y="432"/>
                </a:moveTo>
                <a:lnTo>
                  <a:pt x="683" y="432"/>
                </a:lnTo>
                <a:cubicBezTo>
                  <a:pt x="683" y="470"/>
                  <a:pt x="669" y="503"/>
                  <a:pt x="644" y="527"/>
                </a:cubicBezTo>
                <a:cubicBezTo>
                  <a:pt x="620" y="551"/>
                  <a:pt x="587" y="566"/>
                  <a:pt x="549" y="566"/>
                </a:cubicBezTo>
                <a:cubicBezTo>
                  <a:pt x="513" y="566"/>
                  <a:pt x="479" y="551"/>
                  <a:pt x="454" y="527"/>
                </a:cubicBezTo>
                <a:cubicBezTo>
                  <a:pt x="431" y="503"/>
                  <a:pt x="415" y="470"/>
                  <a:pt x="415" y="432"/>
                </a:cubicBezTo>
                <a:cubicBezTo>
                  <a:pt x="415" y="395"/>
                  <a:pt x="431" y="362"/>
                  <a:pt x="454" y="337"/>
                </a:cubicBezTo>
                <a:cubicBezTo>
                  <a:pt x="479" y="314"/>
                  <a:pt x="513" y="298"/>
                  <a:pt x="549" y="298"/>
                </a:cubicBezTo>
                <a:cubicBezTo>
                  <a:pt x="587" y="298"/>
                  <a:pt x="620" y="314"/>
                  <a:pt x="644" y="337"/>
                </a:cubicBezTo>
                <a:cubicBezTo>
                  <a:pt x="669" y="362"/>
                  <a:pt x="683" y="395"/>
                  <a:pt x="683" y="432"/>
                </a:cubicBezTo>
                <a:close/>
                <a:moveTo>
                  <a:pt x="386" y="49"/>
                </a:moveTo>
                <a:lnTo>
                  <a:pt x="386" y="49"/>
                </a:lnTo>
                <a:cubicBezTo>
                  <a:pt x="386" y="46"/>
                  <a:pt x="386" y="46"/>
                  <a:pt x="386" y="46"/>
                </a:cubicBezTo>
                <a:cubicBezTo>
                  <a:pt x="386" y="40"/>
                  <a:pt x="387" y="39"/>
                  <a:pt x="387" y="38"/>
                </a:cubicBezTo>
                <a:cubicBezTo>
                  <a:pt x="389" y="36"/>
                  <a:pt x="390" y="36"/>
                  <a:pt x="392" y="35"/>
                </a:cubicBezTo>
                <a:cubicBezTo>
                  <a:pt x="396" y="33"/>
                  <a:pt x="401" y="32"/>
                  <a:pt x="407" y="31"/>
                </a:cubicBezTo>
                <a:cubicBezTo>
                  <a:pt x="414" y="31"/>
                  <a:pt x="422" y="31"/>
                  <a:pt x="431" y="31"/>
                </a:cubicBezTo>
                <a:cubicBezTo>
                  <a:pt x="580" y="31"/>
                  <a:pt x="580" y="31"/>
                  <a:pt x="580" y="31"/>
                </a:cubicBezTo>
                <a:cubicBezTo>
                  <a:pt x="604" y="31"/>
                  <a:pt x="624" y="50"/>
                  <a:pt x="624" y="75"/>
                </a:cubicBezTo>
                <a:cubicBezTo>
                  <a:pt x="624" y="209"/>
                  <a:pt x="624" y="209"/>
                  <a:pt x="624" y="209"/>
                </a:cubicBezTo>
                <a:cubicBezTo>
                  <a:pt x="346" y="209"/>
                  <a:pt x="346" y="209"/>
                  <a:pt x="346" y="209"/>
                </a:cubicBezTo>
                <a:lnTo>
                  <a:pt x="386" y="49"/>
                </a:lnTo>
                <a:close/>
                <a:moveTo>
                  <a:pt x="100" y="294"/>
                </a:moveTo>
                <a:lnTo>
                  <a:pt x="100" y="294"/>
                </a:lnTo>
                <a:lnTo>
                  <a:pt x="100" y="294"/>
                </a:lnTo>
                <a:cubicBezTo>
                  <a:pt x="319" y="276"/>
                  <a:pt x="319" y="276"/>
                  <a:pt x="319" y="276"/>
                </a:cubicBezTo>
                <a:cubicBezTo>
                  <a:pt x="326" y="275"/>
                  <a:pt x="332" y="270"/>
                  <a:pt x="333" y="263"/>
                </a:cubicBezTo>
                <a:cubicBezTo>
                  <a:pt x="339" y="238"/>
                  <a:pt x="339" y="238"/>
                  <a:pt x="339" y="238"/>
                </a:cubicBezTo>
                <a:cubicBezTo>
                  <a:pt x="624" y="238"/>
                  <a:pt x="624" y="238"/>
                  <a:pt x="624" y="238"/>
                </a:cubicBezTo>
                <a:cubicBezTo>
                  <a:pt x="624" y="287"/>
                  <a:pt x="624" y="287"/>
                  <a:pt x="624" y="287"/>
                </a:cubicBezTo>
                <a:cubicBezTo>
                  <a:pt x="602" y="275"/>
                  <a:pt x="577" y="269"/>
                  <a:pt x="549" y="269"/>
                </a:cubicBezTo>
                <a:cubicBezTo>
                  <a:pt x="460" y="269"/>
                  <a:pt x="386" y="342"/>
                  <a:pt x="386" y="432"/>
                </a:cubicBezTo>
                <a:cubicBezTo>
                  <a:pt x="386" y="438"/>
                  <a:pt x="386" y="442"/>
                  <a:pt x="387" y="448"/>
                </a:cubicBezTo>
                <a:cubicBezTo>
                  <a:pt x="198" y="448"/>
                  <a:pt x="198" y="448"/>
                  <a:pt x="198" y="448"/>
                </a:cubicBezTo>
                <a:cubicBezTo>
                  <a:pt x="181" y="413"/>
                  <a:pt x="145" y="388"/>
                  <a:pt x="103" y="388"/>
                </a:cubicBezTo>
                <a:cubicBezTo>
                  <a:pt x="88" y="388"/>
                  <a:pt x="72" y="392"/>
                  <a:pt x="58" y="397"/>
                </a:cubicBezTo>
                <a:cubicBezTo>
                  <a:pt x="58" y="339"/>
                  <a:pt x="58" y="339"/>
                  <a:pt x="58" y="339"/>
                </a:cubicBezTo>
                <a:cubicBezTo>
                  <a:pt x="58" y="315"/>
                  <a:pt x="76" y="296"/>
                  <a:pt x="100" y="294"/>
                </a:cubicBezTo>
                <a:close/>
                <a:moveTo>
                  <a:pt x="29" y="492"/>
                </a:moveTo>
                <a:lnTo>
                  <a:pt x="29" y="492"/>
                </a:lnTo>
                <a:cubicBezTo>
                  <a:pt x="29" y="471"/>
                  <a:pt x="37" y="453"/>
                  <a:pt x="51" y="439"/>
                </a:cubicBezTo>
                <a:cubicBezTo>
                  <a:pt x="64" y="425"/>
                  <a:pt x="83" y="417"/>
                  <a:pt x="103" y="417"/>
                </a:cubicBezTo>
                <a:cubicBezTo>
                  <a:pt x="124" y="417"/>
                  <a:pt x="142" y="425"/>
                  <a:pt x="156" y="439"/>
                </a:cubicBezTo>
                <a:cubicBezTo>
                  <a:pt x="170" y="453"/>
                  <a:pt x="178" y="471"/>
                  <a:pt x="178" y="492"/>
                </a:cubicBezTo>
                <a:cubicBezTo>
                  <a:pt x="178" y="512"/>
                  <a:pt x="170" y="531"/>
                  <a:pt x="156" y="544"/>
                </a:cubicBezTo>
                <a:cubicBezTo>
                  <a:pt x="142" y="558"/>
                  <a:pt x="124" y="566"/>
                  <a:pt x="103" y="566"/>
                </a:cubicBezTo>
                <a:cubicBezTo>
                  <a:pt x="83" y="566"/>
                  <a:pt x="64" y="558"/>
                  <a:pt x="51" y="544"/>
                </a:cubicBezTo>
                <a:cubicBezTo>
                  <a:pt x="37" y="531"/>
                  <a:pt x="29" y="512"/>
                  <a:pt x="29" y="492"/>
                </a:cubicBezTo>
                <a:close/>
              </a:path>
            </a:pathLst>
          </a:custGeom>
          <a:solidFill>
            <a:schemeClr val="tx2"/>
          </a:solidFill>
          <a:ln>
            <a:noFill/>
          </a:ln>
          <a:effectLst/>
        </p:spPr>
        <p:txBody>
          <a:bodyPr wrap="none" anchor="ctr"/>
          <a:lstStyle/>
          <a:p>
            <a:endParaRPr lang="da-DK"/>
          </a:p>
        </p:txBody>
      </p:sp>
      <p:sp>
        <p:nvSpPr>
          <p:cNvPr id="24" name="Freeform 19">
            <a:extLst>
              <a:ext uri="{FF2B5EF4-FFF2-40B4-BE49-F238E27FC236}">
                <a16:creationId xmlns:a16="http://schemas.microsoft.com/office/drawing/2014/main" id="{A24778CE-3457-C4F8-FE19-B5F63635F07F}"/>
              </a:ext>
            </a:extLst>
          </p:cNvPr>
          <p:cNvSpPr>
            <a:spLocks noChangeArrowheads="1"/>
          </p:cNvSpPr>
          <p:nvPr/>
        </p:nvSpPr>
        <p:spPr bwMode="auto">
          <a:xfrm>
            <a:off x="10184481" y="1561208"/>
            <a:ext cx="287338" cy="179387"/>
          </a:xfrm>
          <a:custGeom>
            <a:avLst/>
            <a:gdLst>
              <a:gd name="T0" fmla="*/ 0 w 798"/>
              <a:gd name="T1" fmla="*/ 49 h 499"/>
              <a:gd name="T2" fmla="*/ 4 w 798"/>
              <a:gd name="T3" fmla="*/ 427 h 499"/>
              <a:gd name="T4" fmla="*/ 68 w 798"/>
              <a:gd name="T5" fmla="*/ 431 h 499"/>
              <a:gd name="T6" fmla="*/ 228 w 798"/>
              <a:gd name="T7" fmla="*/ 431 h 499"/>
              <a:gd name="T8" fmla="*/ 569 w 798"/>
              <a:gd name="T9" fmla="*/ 431 h 499"/>
              <a:gd name="T10" fmla="*/ 729 w 798"/>
              <a:gd name="T11" fmla="*/ 431 h 499"/>
              <a:gd name="T12" fmla="*/ 793 w 798"/>
              <a:gd name="T13" fmla="*/ 427 h 499"/>
              <a:gd name="T14" fmla="*/ 797 w 798"/>
              <a:gd name="T15" fmla="*/ 315 h 499"/>
              <a:gd name="T16" fmla="*/ 659 w 798"/>
              <a:gd name="T17" fmla="*/ 235 h 499"/>
              <a:gd name="T18" fmla="*/ 598 w 798"/>
              <a:gd name="T19" fmla="*/ 126 h 499"/>
              <a:gd name="T20" fmla="*/ 548 w 798"/>
              <a:gd name="T21" fmla="*/ 101 h 499"/>
              <a:gd name="T22" fmla="*/ 463 w 798"/>
              <a:gd name="T23" fmla="*/ 49 h 499"/>
              <a:gd name="T24" fmla="*/ 47 w 798"/>
              <a:gd name="T25" fmla="*/ 0 h 499"/>
              <a:gd name="T26" fmla="*/ 147 w 798"/>
              <a:gd name="T27" fmla="*/ 467 h 499"/>
              <a:gd name="T28" fmla="*/ 96 w 798"/>
              <a:gd name="T29" fmla="*/ 416 h 499"/>
              <a:gd name="T30" fmla="*/ 199 w 798"/>
              <a:gd name="T31" fmla="*/ 416 h 499"/>
              <a:gd name="T32" fmla="*/ 648 w 798"/>
              <a:gd name="T33" fmla="*/ 467 h 499"/>
              <a:gd name="T34" fmla="*/ 596 w 798"/>
              <a:gd name="T35" fmla="*/ 416 h 499"/>
              <a:gd name="T36" fmla="*/ 700 w 798"/>
              <a:gd name="T37" fmla="*/ 416 h 499"/>
              <a:gd name="T38" fmla="*/ 751 w 798"/>
              <a:gd name="T39" fmla="*/ 279 h 499"/>
              <a:gd name="T40" fmla="*/ 767 w 798"/>
              <a:gd name="T41" fmla="*/ 315 h 499"/>
              <a:gd name="T42" fmla="*/ 729 w 798"/>
              <a:gd name="T43" fmla="*/ 400 h 499"/>
              <a:gd name="T44" fmla="*/ 569 w 798"/>
              <a:gd name="T45" fmla="*/ 400 h 499"/>
              <a:gd name="T46" fmla="*/ 463 w 798"/>
              <a:gd name="T47" fmla="*/ 264 h 499"/>
              <a:gd name="T48" fmla="*/ 715 w 798"/>
              <a:gd name="T49" fmla="*/ 264 h 499"/>
              <a:gd name="T50" fmla="*/ 548 w 798"/>
              <a:gd name="T51" fmla="*/ 130 h 499"/>
              <a:gd name="T52" fmla="*/ 562 w 798"/>
              <a:gd name="T53" fmla="*/ 134 h 499"/>
              <a:gd name="T54" fmla="*/ 622 w 798"/>
              <a:gd name="T55" fmla="*/ 222 h 499"/>
              <a:gd name="T56" fmla="*/ 463 w 798"/>
              <a:gd name="T57" fmla="*/ 235 h 499"/>
              <a:gd name="T58" fmla="*/ 548 w 798"/>
              <a:gd name="T59" fmla="*/ 130 h 499"/>
              <a:gd name="T60" fmla="*/ 29 w 798"/>
              <a:gd name="T61" fmla="*/ 49 h 499"/>
              <a:gd name="T62" fmla="*/ 47 w 798"/>
              <a:gd name="T63" fmla="*/ 29 h 499"/>
              <a:gd name="T64" fmla="*/ 428 w 798"/>
              <a:gd name="T65" fmla="*/ 35 h 499"/>
              <a:gd name="T66" fmla="*/ 433 w 798"/>
              <a:gd name="T67" fmla="*/ 116 h 499"/>
              <a:gd name="T68" fmla="*/ 433 w 798"/>
              <a:gd name="T69" fmla="*/ 400 h 499"/>
              <a:gd name="T70" fmla="*/ 147 w 798"/>
              <a:gd name="T71" fmla="*/ 335 h 499"/>
              <a:gd name="T72" fmla="*/ 29 w 798"/>
              <a:gd name="T73" fmla="*/ 400 h 4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8" h="499">
                <a:moveTo>
                  <a:pt x="0" y="49"/>
                </a:moveTo>
                <a:lnTo>
                  <a:pt x="0" y="49"/>
                </a:lnTo>
                <a:cubicBezTo>
                  <a:pt x="0" y="416"/>
                  <a:pt x="0" y="416"/>
                  <a:pt x="0" y="416"/>
                </a:cubicBezTo>
                <a:cubicBezTo>
                  <a:pt x="0" y="420"/>
                  <a:pt x="1" y="424"/>
                  <a:pt x="4" y="427"/>
                </a:cubicBezTo>
                <a:cubicBezTo>
                  <a:pt x="6" y="430"/>
                  <a:pt x="9" y="431"/>
                  <a:pt x="13" y="431"/>
                </a:cubicBezTo>
                <a:cubicBezTo>
                  <a:pt x="68" y="431"/>
                  <a:pt x="68" y="431"/>
                  <a:pt x="68" y="431"/>
                </a:cubicBezTo>
                <a:cubicBezTo>
                  <a:pt x="75" y="469"/>
                  <a:pt x="107" y="498"/>
                  <a:pt x="147" y="498"/>
                </a:cubicBezTo>
                <a:cubicBezTo>
                  <a:pt x="188" y="498"/>
                  <a:pt x="221" y="469"/>
                  <a:pt x="228" y="431"/>
                </a:cubicBezTo>
                <a:cubicBezTo>
                  <a:pt x="449" y="431"/>
                  <a:pt x="449" y="431"/>
                  <a:pt x="449" y="431"/>
                </a:cubicBezTo>
                <a:cubicBezTo>
                  <a:pt x="569" y="431"/>
                  <a:pt x="569" y="431"/>
                  <a:pt x="569" y="431"/>
                </a:cubicBezTo>
                <a:cubicBezTo>
                  <a:pt x="575" y="469"/>
                  <a:pt x="609" y="498"/>
                  <a:pt x="648" y="498"/>
                </a:cubicBezTo>
                <a:cubicBezTo>
                  <a:pt x="688" y="498"/>
                  <a:pt x="722" y="469"/>
                  <a:pt x="729" y="431"/>
                </a:cubicBezTo>
                <a:cubicBezTo>
                  <a:pt x="782" y="431"/>
                  <a:pt x="782" y="431"/>
                  <a:pt x="782" y="431"/>
                </a:cubicBezTo>
                <a:cubicBezTo>
                  <a:pt x="786" y="431"/>
                  <a:pt x="790" y="430"/>
                  <a:pt x="793" y="427"/>
                </a:cubicBezTo>
                <a:cubicBezTo>
                  <a:pt x="796" y="424"/>
                  <a:pt x="797" y="420"/>
                  <a:pt x="797" y="416"/>
                </a:cubicBezTo>
                <a:cubicBezTo>
                  <a:pt x="797" y="315"/>
                  <a:pt x="797" y="315"/>
                  <a:pt x="797" y="315"/>
                </a:cubicBezTo>
                <a:cubicBezTo>
                  <a:pt x="797" y="271"/>
                  <a:pt x="760" y="235"/>
                  <a:pt x="715" y="235"/>
                </a:cubicBezTo>
                <a:cubicBezTo>
                  <a:pt x="659" y="235"/>
                  <a:pt x="659" y="235"/>
                  <a:pt x="659" y="235"/>
                </a:cubicBezTo>
                <a:cubicBezTo>
                  <a:pt x="654" y="222"/>
                  <a:pt x="645" y="198"/>
                  <a:pt x="633" y="175"/>
                </a:cubicBezTo>
                <a:cubicBezTo>
                  <a:pt x="623" y="158"/>
                  <a:pt x="612" y="140"/>
                  <a:pt x="598" y="126"/>
                </a:cubicBezTo>
                <a:cubicBezTo>
                  <a:pt x="591" y="119"/>
                  <a:pt x="584" y="113"/>
                  <a:pt x="575" y="108"/>
                </a:cubicBezTo>
                <a:cubicBezTo>
                  <a:pt x="567" y="103"/>
                  <a:pt x="559" y="101"/>
                  <a:pt x="548" y="101"/>
                </a:cubicBezTo>
                <a:cubicBezTo>
                  <a:pt x="463" y="101"/>
                  <a:pt x="463" y="101"/>
                  <a:pt x="463" y="101"/>
                </a:cubicBezTo>
                <a:cubicBezTo>
                  <a:pt x="463" y="49"/>
                  <a:pt x="463" y="49"/>
                  <a:pt x="463" y="49"/>
                </a:cubicBezTo>
                <a:cubicBezTo>
                  <a:pt x="463" y="23"/>
                  <a:pt x="442" y="0"/>
                  <a:pt x="415" y="0"/>
                </a:cubicBezTo>
                <a:cubicBezTo>
                  <a:pt x="47" y="0"/>
                  <a:pt x="47" y="0"/>
                  <a:pt x="47" y="0"/>
                </a:cubicBezTo>
                <a:cubicBezTo>
                  <a:pt x="20" y="0"/>
                  <a:pt x="0" y="23"/>
                  <a:pt x="0" y="49"/>
                </a:cubicBezTo>
                <a:close/>
                <a:moveTo>
                  <a:pt x="147" y="467"/>
                </a:moveTo>
                <a:lnTo>
                  <a:pt x="147" y="467"/>
                </a:lnTo>
                <a:cubicBezTo>
                  <a:pt x="118" y="467"/>
                  <a:pt x="96" y="445"/>
                  <a:pt x="96" y="416"/>
                </a:cubicBezTo>
                <a:cubicBezTo>
                  <a:pt x="96" y="388"/>
                  <a:pt x="118" y="364"/>
                  <a:pt x="147" y="364"/>
                </a:cubicBezTo>
                <a:cubicBezTo>
                  <a:pt x="177" y="364"/>
                  <a:pt x="199" y="388"/>
                  <a:pt x="199" y="416"/>
                </a:cubicBezTo>
                <a:cubicBezTo>
                  <a:pt x="199" y="445"/>
                  <a:pt x="177" y="467"/>
                  <a:pt x="147" y="467"/>
                </a:cubicBezTo>
                <a:close/>
                <a:moveTo>
                  <a:pt x="648" y="467"/>
                </a:moveTo>
                <a:lnTo>
                  <a:pt x="648" y="467"/>
                </a:lnTo>
                <a:cubicBezTo>
                  <a:pt x="620" y="467"/>
                  <a:pt x="596" y="445"/>
                  <a:pt x="596" y="416"/>
                </a:cubicBezTo>
                <a:cubicBezTo>
                  <a:pt x="596" y="388"/>
                  <a:pt x="620" y="364"/>
                  <a:pt x="648" y="364"/>
                </a:cubicBezTo>
                <a:cubicBezTo>
                  <a:pt x="677" y="364"/>
                  <a:pt x="700" y="388"/>
                  <a:pt x="700" y="416"/>
                </a:cubicBezTo>
                <a:cubicBezTo>
                  <a:pt x="700" y="445"/>
                  <a:pt x="677" y="467"/>
                  <a:pt x="648" y="467"/>
                </a:cubicBezTo>
                <a:close/>
                <a:moveTo>
                  <a:pt x="751" y="279"/>
                </a:moveTo>
                <a:lnTo>
                  <a:pt x="751" y="279"/>
                </a:lnTo>
                <a:cubicBezTo>
                  <a:pt x="761" y="289"/>
                  <a:pt x="767" y="301"/>
                  <a:pt x="767" y="315"/>
                </a:cubicBezTo>
                <a:cubicBezTo>
                  <a:pt x="767" y="400"/>
                  <a:pt x="767" y="400"/>
                  <a:pt x="767" y="400"/>
                </a:cubicBezTo>
                <a:cubicBezTo>
                  <a:pt x="729" y="400"/>
                  <a:pt x="729" y="400"/>
                  <a:pt x="729" y="400"/>
                </a:cubicBezTo>
                <a:cubicBezTo>
                  <a:pt x="722" y="363"/>
                  <a:pt x="688" y="335"/>
                  <a:pt x="648" y="335"/>
                </a:cubicBezTo>
                <a:cubicBezTo>
                  <a:pt x="609" y="335"/>
                  <a:pt x="575" y="363"/>
                  <a:pt x="569" y="400"/>
                </a:cubicBezTo>
                <a:cubicBezTo>
                  <a:pt x="463" y="400"/>
                  <a:pt x="463" y="400"/>
                  <a:pt x="463" y="400"/>
                </a:cubicBezTo>
                <a:cubicBezTo>
                  <a:pt x="463" y="264"/>
                  <a:pt x="463" y="264"/>
                  <a:pt x="463" y="264"/>
                </a:cubicBezTo>
                <a:cubicBezTo>
                  <a:pt x="648" y="264"/>
                  <a:pt x="648" y="264"/>
                  <a:pt x="648" y="264"/>
                </a:cubicBezTo>
                <a:cubicBezTo>
                  <a:pt x="715" y="264"/>
                  <a:pt x="715" y="264"/>
                  <a:pt x="715" y="264"/>
                </a:cubicBezTo>
                <a:cubicBezTo>
                  <a:pt x="729" y="264"/>
                  <a:pt x="743" y="269"/>
                  <a:pt x="751" y="279"/>
                </a:cubicBezTo>
                <a:close/>
                <a:moveTo>
                  <a:pt x="548" y="130"/>
                </a:moveTo>
                <a:lnTo>
                  <a:pt x="548" y="130"/>
                </a:lnTo>
                <a:cubicBezTo>
                  <a:pt x="552" y="130"/>
                  <a:pt x="556" y="131"/>
                  <a:pt x="562" y="134"/>
                </a:cubicBezTo>
                <a:cubicBezTo>
                  <a:pt x="570" y="138"/>
                  <a:pt x="580" y="148"/>
                  <a:pt x="588" y="161"/>
                </a:cubicBezTo>
                <a:cubicBezTo>
                  <a:pt x="602" y="179"/>
                  <a:pt x="613" y="202"/>
                  <a:pt x="622" y="222"/>
                </a:cubicBezTo>
                <a:cubicBezTo>
                  <a:pt x="623" y="226"/>
                  <a:pt x="626" y="230"/>
                  <a:pt x="627" y="235"/>
                </a:cubicBezTo>
                <a:cubicBezTo>
                  <a:pt x="463" y="235"/>
                  <a:pt x="463" y="235"/>
                  <a:pt x="463" y="235"/>
                </a:cubicBezTo>
                <a:cubicBezTo>
                  <a:pt x="463" y="130"/>
                  <a:pt x="463" y="130"/>
                  <a:pt x="463" y="130"/>
                </a:cubicBezTo>
                <a:lnTo>
                  <a:pt x="548" y="130"/>
                </a:lnTo>
                <a:close/>
                <a:moveTo>
                  <a:pt x="29" y="49"/>
                </a:moveTo>
                <a:lnTo>
                  <a:pt x="29" y="49"/>
                </a:lnTo>
                <a:cubicBezTo>
                  <a:pt x="29" y="43"/>
                  <a:pt x="30" y="39"/>
                  <a:pt x="34" y="35"/>
                </a:cubicBezTo>
                <a:cubicBezTo>
                  <a:pt x="37" y="32"/>
                  <a:pt x="43" y="29"/>
                  <a:pt x="47" y="29"/>
                </a:cubicBezTo>
                <a:cubicBezTo>
                  <a:pt x="415" y="29"/>
                  <a:pt x="415" y="29"/>
                  <a:pt x="415" y="29"/>
                </a:cubicBezTo>
                <a:cubicBezTo>
                  <a:pt x="419" y="29"/>
                  <a:pt x="425" y="32"/>
                  <a:pt x="428" y="35"/>
                </a:cubicBezTo>
                <a:cubicBezTo>
                  <a:pt x="430" y="39"/>
                  <a:pt x="433" y="43"/>
                  <a:pt x="433" y="49"/>
                </a:cubicBezTo>
                <a:cubicBezTo>
                  <a:pt x="433" y="116"/>
                  <a:pt x="433" y="116"/>
                  <a:pt x="433" y="116"/>
                </a:cubicBezTo>
                <a:cubicBezTo>
                  <a:pt x="433" y="248"/>
                  <a:pt x="433" y="248"/>
                  <a:pt x="433" y="248"/>
                </a:cubicBezTo>
                <a:cubicBezTo>
                  <a:pt x="433" y="400"/>
                  <a:pt x="433" y="400"/>
                  <a:pt x="433" y="400"/>
                </a:cubicBezTo>
                <a:cubicBezTo>
                  <a:pt x="228" y="400"/>
                  <a:pt x="228" y="400"/>
                  <a:pt x="228" y="400"/>
                </a:cubicBezTo>
                <a:cubicBezTo>
                  <a:pt x="221" y="363"/>
                  <a:pt x="188" y="335"/>
                  <a:pt x="147" y="335"/>
                </a:cubicBezTo>
                <a:cubicBezTo>
                  <a:pt x="107" y="335"/>
                  <a:pt x="75" y="363"/>
                  <a:pt x="68" y="400"/>
                </a:cubicBezTo>
                <a:cubicBezTo>
                  <a:pt x="29" y="400"/>
                  <a:pt x="29" y="400"/>
                  <a:pt x="29" y="400"/>
                </a:cubicBezTo>
                <a:lnTo>
                  <a:pt x="29" y="49"/>
                </a:lnTo>
                <a:close/>
              </a:path>
            </a:pathLst>
          </a:custGeom>
          <a:solidFill>
            <a:schemeClr val="tx2"/>
          </a:solidFill>
          <a:ln>
            <a:noFill/>
          </a:ln>
          <a:effectLst/>
        </p:spPr>
        <p:txBody>
          <a:bodyPr wrap="none" anchor="ctr"/>
          <a:lstStyle/>
          <a:p>
            <a:endParaRPr lang="da-DK"/>
          </a:p>
        </p:txBody>
      </p:sp>
      <p:sp>
        <p:nvSpPr>
          <p:cNvPr id="25" name="Freeform 20">
            <a:extLst>
              <a:ext uri="{FF2B5EF4-FFF2-40B4-BE49-F238E27FC236}">
                <a16:creationId xmlns:a16="http://schemas.microsoft.com/office/drawing/2014/main" id="{D0AA6839-E401-3127-75C6-68CC5AB67905}"/>
              </a:ext>
            </a:extLst>
          </p:cNvPr>
          <p:cNvSpPr>
            <a:spLocks noChangeArrowheads="1"/>
          </p:cNvSpPr>
          <p:nvPr/>
        </p:nvSpPr>
        <p:spPr bwMode="auto">
          <a:xfrm>
            <a:off x="9646319" y="1551682"/>
            <a:ext cx="342900" cy="198438"/>
          </a:xfrm>
          <a:custGeom>
            <a:avLst/>
            <a:gdLst>
              <a:gd name="T0" fmla="*/ 176 w 952"/>
              <a:gd name="T1" fmla="*/ 551 h 552"/>
              <a:gd name="T2" fmla="*/ 535 w 952"/>
              <a:gd name="T3" fmla="*/ 472 h 552"/>
              <a:gd name="T4" fmla="*/ 777 w 952"/>
              <a:gd name="T5" fmla="*/ 551 h 552"/>
              <a:gd name="T6" fmla="*/ 937 w 952"/>
              <a:gd name="T7" fmla="*/ 472 h 552"/>
              <a:gd name="T8" fmla="*/ 951 w 952"/>
              <a:gd name="T9" fmla="*/ 457 h 552"/>
              <a:gd name="T10" fmla="*/ 856 w 952"/>
              <a:gd name="T11" fmla="*/ 201 h 552"/>
              <a:gd name="T12" fmla="*/ 754 w 952"/>
              <a:gd name="T13" fmla="*/ 111 h 552"/>
              <a:gd name="T14" fmla="*/ 689 w 952"/>
              <a:gd name="T15" fmla="*/ 12 h 552"/>
              <a:gd name="T16" fmla="*/ 576 w 952"/>
              <a:gd name="T17" fmla="*/ 0 h 552"/>
              <a:gd name="T18" fmla="*/ 521 w 952"/>
              <a:gd name="T19" fmla="*/ 217 h 552"/>
              <a:gd name="T20" fmla="*/ 15 w 952"/>
              <a:gd name="T21" fmla="*/ 281 h 552"/>
              <a:gd name="T22" fmla="*/ 0 w 952"/>
              <a:gd name="T23" fmla="*/ 296 h 552"/>
              <a:gd name="T24" fmla="*/ 4 w 952"/>
              <a:gd name="T25" fmla="*/ 468 h 552"/>
              <a:gd name="T26" fmla="*/ 81 w 952"/>
              <a:gd name="T27" fmla="*/ 472 h 552"/>
              <a:gd name="T28" fmla="*/ 222 w 952"/>
              <a:gd name="T29" fmla="*/ 503 h 552"/>
              <a:gd name="T30" fmla="*/ 176 w 952"/>
              <a:gd name="T31" fmla="*/ 522 h 552"/>
              <a:gd name="T32" fmla="*/ 110 w 952"/>
              <a:gd name="T33" fmla="*/ 457 h 552"/>
              <a:gd name="T34" fmla="*/ 176 w 952"/>
              <a:gd name="T35" fmla="*/ 391 h 552"/>
              <a:gd name="T36" fmla="*/ 240 w 952"/>
              <a:gd name="T37" fmla="*/ 457 h 552"/>
              <a:gd name="T38" fmla="*/ 823 w 952"/>
              <a:gd name="T39" fmla="*/ 503 h 552"/>
              <a:gd name="T40" fmla="*/ 777 w 952"/>
              <a:gd name="T41" fmla="*/ 522 h 552"/>
              <a:gd name="T42" fmla="*/ 711 w 952"/>
              <a:gd name="T43" fmla="*/ 457 h 552"/>
              <a:gd name="T44" fmla="*/ 777 w 952"/>
              <a:gd name="T45" fmla="*/ 391 h 552"/>
              <a:gd name="T46" fmla="*/ 841 w 952"/>
              <a:gd name="T47" fmla="*/ 457 h 552"/>
              <a:gd name="T48" fmla="*/ 902 w 952"/>
              <a:gd name="T49" fmla="*/ 250 h 552"/>
              <a:gd name="T50" fmla="*/ 922 w 952"/>
              <a:gd name="T51" fmla="*/ 296 h 552"/>
              <a:gd name="T52" fmla="*/ 870 w 952"/>
              <a:gd name="T53" fmla="*/ 441 h 552"/>
              <a:gd name="T54" fmla="*/ 682 w 952"/>
              <a:gd name="T55" fmla="*/ 441 h 552"/>
              <a:gd name="T56" fmla="*/ 551 w 952"/>
              <a:gd name="T57" fmla="*/ 296 h 552"/>
              <a:gd name="T58" fmla="*/ 777 w 952"/>
              <a:gd name="T59" fmla="*/ 231 h 552"/>
              <a:gd name="T60" fmla="*/ 856 w 952"/>
              <a:gd name="T61" fmla="*/ 231 h 552"/>
              <a:gd name="T62" fmla="*/ 551 w 952"/>
              <a:gd name="T63" fmla="*/ 56 h 552"/>
              <a:gd name="T64" fmla="*/ 576 w 952"/>
              <a:gd name="T65" fmla="*/ 31 h 552"/>
              <a:gd name="T66" fmla="*/ 672 w 952"/>
              <a:gd name="T67" fmla="*/ 37 h 552"/>
              <a:gd name="T68" fmla="*/ 746 w 952"/>
              <a:gd name="T69" fmla="*/ 171 h 552"/>
              <a:gd name="T70" fmla="*/ 551 w 952"/>
              <a:gd name="T71" fmla="*/ 201 h 552"/>
              <a:gd name="T72" fmla="*/ 29 w 952"/>
              <a:gd name="T73" fmla="*/ 311 h 552"/>
              <a:gd name="T74" fmla="*/ 521 w 952"/>
              <a:gd name="T75" fmla="*/ 311 h 552"/>
              <a:gd name="T76" fmla="*/ 269 w 952"/>
              <a:gd name="T77" fmla="*/ 441 h 552"/>
              <a:gd name="T78" fmla="*/ 81 w 952"/>
              <a:gd name="T79" fmla="*/ 441 h 552"/>
              <a:gd name="T80" fmla="*/ 29 w 952"/>
              <a:gd name="T81" fmla="*/ 311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52" h="552">
                <a:moveTo>
                  <a:pt x="176" y="551"/>
                </a:moveTo>
                <a:lnTo>
                  <a:pt x="176" y="551"/>
                </a:lnTo>
                <a:cubicBezTo>
                  <a:pt x="223" y="551"/>
                  <a:pt x="262" y="516"/>
                  <a:pt x="269" y="472"/>
                </a:cubicBezTo>
                <a:cubicBezTo>
                  <a:pt x="535" y="472"/>
                  <a:pt x="535" y="472"/>
                  <a:pt x="535" y="472"/>
                </a:cubicBezTo>
                <a:cubicBezTo>
                  <a:pt x="682" y="472"/>
                  <a:pt x="682" y="472"/>
                  <a:pt x="682" y="472"/>
                </a:cubicBezTo>
                <a:cubicBezTo>
                  <a:pt x="690" y="516"/>
                  <a:pt x="729" y="551"/>
                  <a:pt x="777" y="551"/>
                </a:cubicBezTo>
                <a:cubicBezTo>
                  <a:pt x="824" y="551"/>
                  <a:pt x="863" y="516"/>
                  <a:pt x="870" y="472"/>
                </a:cubicBezTo>
                <a:cubicBezTo>
                  <a:pt x="937" y="472"/>
                  <a:pt x="937" y="472"/>
                  <a:pt x="937" y="472"/>
                </a:cubicBezTo>
                <a:cubicBezTo>
                  <a:pt x="940" y="472"/>
                  <a:pt x="944" y="470"/>
                  <a:pt x="947" y="468"/>
                </a:cubicBezTo>
                <a:cubicBezTo>
                  <a:pt x="950" y="465"/>
                  <a:pt x="951" y="461"/>
                  <a:pt x="951" y="457"/>
                </a:cubicBezTo>
                <a:cubicBezTo>
                  <a:pt x="951" y="296"/>
                  <a:pt x="951" y="296"/>
                  <a:pt x="951" y="296"/>
                </a:cubicBezTo>
                <a:cubicBezTo>
                  <a:pt x="951" y="245"/>
                  <a:pt x="909" y="201"/>
                  <a:pt x="856" y="201"/>
                </a:cubicBezTo>
                <a:cubicBezTo>
                  <a:pt x="788" y="201"/>
                  <a:pt x="788" y="201"/>
                  <a:pt x="788" y="201"/>
                </a:cubicBezTo>
                <a:cubicBezTo>
                  <a:pt x="782" y="183"/>
                  <a:pt x="771" y="147"/>
                  <a:pt x="754" y="111"/>
                </a:cubicBezTo>
                <a:cubicBezTo>
                  <a:pt x="743" y="84"/>
                  <a:pt x="731" y="59"/>
                  <a:pt x="714" y="38"/>
                </a:cubicBezTo>
                <a:cubicBezTo>
                  <a:pt x="707" y="28"/>
                  <a:pt x="699" y="19"/>
                  <a:pt x="689" y="12"/>
                </a:cubicBezTo>
                <a:cubicBezTo>
                  <a:pt x="679" y="6"/>
                  <a:pt x="668" y="0"/>
                  <a:pt x="655" y="0"/>
                </a:cubicBezTo>
                <a:cubicBezTo>
                  <a:pt x="576" y="0"/>
                  <a:pt x="576" y="0"/>
                  <a:pt x="576" y="0"/>
                </a:cubicBezTo>
                <a:cubicBezTo>
                  <a:pt x="545" y="0"/>
                  <a:pt x="521" y="26"/>
                  <a:pt x="521" y="56"/>
                </a:cubicBezTo>
                <a:cubicBezTo>
                  <a:pt x="521" y="217"/>
                  <a:pt x="521" y="217"/>
                  <a:pt x="521" y="217"/>
                </a:cubicBezTo>
                <a:cubicBezTo>
                  <a:pt x="521" y="281"/>
                  <a:pt x="521" y="281"/>
                  <a:pt x="521" y="281"/>
                </a:cubicBezTo>
                <a:cubicBezTo>
                  <a:pt x="15" y="281"/>
                  <a:pt x="15" y="281"/>
                  <a:pt x="15" y="281"/>
                </a:cubicBezTo>
                <a:cubicBezTo>
                  <a:pt x="11" y="281"/>
                  <a:pt x="7" y="284"/>
                  <a:pt x="4" y="286"/>
                </a:cubicBezTo>
                <a:cubicBezTo>
                  <a:pt x="1" y="289"/>
                  <a:pt x="0" y="292"/>
                  <a:pt x="0" y="296"/>
                </a:cubicBezTo>
                <a:cubicBezTo>
                  <a:pt x="0" y="457"/>
                  <a:pt x="0" y="457"/>
                  <a:pt x="0" y="457"/>
                </a:cubicBezTo>
                <a:cubicBezTo>
                  <a:pt x="0" y="461"/>
                  <a:pt x="1" y="465"/>
                  <a:pt x="4" y="468"/>
                </a:cubicBezTo>
                <a:cubicBezTo>
                  <a:pt x="7" y="470"/>
                  <a:pt x="11" y="472"/>
                  <a:pt x="15" y="472"/>
                </a:cubicBezTo>
                <a:cubicBezTo>
                  <a:pt x="81" y="472"/>
                  <a:pt x="81" y="472"/>
                  <a:pt x="81" y="472"/>
                </a:cubicBezTo>
                <a:cubicBezTo>
                  <a:pt x="89" y="516"/>
                  <a:pt x="128" y="551"/>
                  <a:pt x="176" y="551"/>
                </a:cubicBezTo>
                <a:close/>
                <a:moveTo>
                  <a:pt x="222" y="503"/>
                </a:moveTo>
                <a:lnTo>
                  <a:pt x="222" y="503"/>
                </a:lnTo>
                <a:cubicBezTo>
                  <a:pt x="209" y="515"/>
                  <a:pt x="194" y="522"/>
                  <a:pt x="176" y="522"/>
                </a:cubicBezTo>
                <a:cubicBezTo>
                  <a:pt x="157" y="522"/>
                  <a:pt x="141" y="515"/>
                  <a:pt x="130" y="503"/>
                </a:cubicBezTo>
                <a:cubicBezTo>
                  <a:pt x="117" y="491"/>
                  <a:pt x="110" y="475"/>
                  <a:pt x="110" y="457"/>
                </a:cubicBezTo>
                <a:cubicBezTo>
                  <a:pt x="110" y="438"/>
                  <a:pt x="117" y="423"/>
                  <a:pt x="130" y="411"/>
                </a:cubicBezTo>
                <a:cubicBezTo>
                  <a:pt x="141" y="399"/>
                  <a:pt x="157" y="391"/>
                  <a:pt x="176" y="391"/>
                </a:cubicBezTo>
                <a:cubicBezTo>
                  <a:pt x="194" y="391"/>
                  <a:pt x="209" y="399"/>
                  <a:pt x="222" y="411"/>
                </a:cubicBezTo>
                <a:cubicBezTo>
                  <a:pt x="233" y="423"/>
                  <a:pt x="240" y="438"/>
                  <a:pt x="240" y="457"/>
                </a:cubicBezTo>
                <a:cubicBezTo>
                  <a:pt x="240" y="475"/>
                  <a:pt x="233" y="491"/>
                  <a:pt x="222" y="503"/>
                </a:cubicBezTo>
                <a:close/>
                <a:moveTo>
                  <a:pt x="823" y="503"/>
                </a:moveTo>
                <a:lnTo>
                  <a:pt x="823" y="503"/>
                </a:lnTo>
                <a:cubicBezTo>
                  <a:pt x="810" y="515"/>
                  <a:pt x="795" y="522"/>
                  <a:pt x="777" y="522"/>
                </a:cubicBezTo>
                <a:cubicBezTo>
                  <a:pt x="759" y="522"/>
                  <a:pt x="742" y="515"/>
                  <a:pt x="731" y="503"/>
                </a:cubicBezTo>
                <a:cubicBezTo>
                  <a:pt x="718" y="491"/>
                  <a:pt x="711" y="475"/>
                  <a:pt x="711" y="457"/>
                </a:cubicBezTo>
                <a:cubicBezTo>
                  <a:pt x="711" y="438"/>
                  <a:pt x="718" y="423"/>
                  <a:pt x="731" y="411"/>
                </a:cubicBezTo>
                <a:cubicBezTo>
                  <a:pt x="742" y="399"/>
                  <a:pt x="759" y="391"/>
                  <a:pt x="777" y="391"/>
                </a:cubicBezTo>
                <a:cubicBezTo>
                  <a:pt x="795" y="391"/>
                  <a:pt x="810" y="399"/>
                  <a:pt x="823" y="411"/>
                </a:cubicBezTo>
                <a:cubicBezTo>
                  <a:pt x="834" y="423"/>
                  <a:pt x="841" y="438"/>
                  <a:pt x="841" y="457"/>
                </a:cubicBezTo>
                <a:cubicBezTo>
                  <a:pt x="841" y="475"/>
                  <a:pt x="834" y="491"/>
                  <a:pt x="823" y="503"/>
                </a:cubicBezTo>
                <a:close/>
                <a:moveTo>
                  <a:pt x="902" y="250"/>
                </a:moveTo>
                <a:lnTo>
                  <a:pt x="902" y="250"/>
                </a:lnTo>
                <a:cubicBezTo>
                  <a:pt x="915" y="263"/>
                  <a:pt x="922" y="278"/>
                  <a:pt x="922" y="296"/>
                </a:cubicBezTo>
                <a:cubicBezTo>
                  <a:pt x="922" y="441"/>
                  <a:pt x="922" y="441"/>
                  <a:pt x="922" y="441"/>
                </a:cubicBezTo>
                <a:cubicBezTo>
                  <a:pt x="870" y="441"/>
                  <a:pt x="870" y="441"/>
                  <a:pt x="870" y="441"/>
                </a:cubicBezTo>
                <a:cubicBezTo>
                  <a:pt x="863" y="397"/>
                  <a:pt x="824" y="362"/>
                  <a:pt x="777" y="362"/>
                </a:cubicBezTo>
                <a:cubicBezTo>
                  <a:pt x="729" y="362"/>
                  <a:pt x="690" y="397"/>
                  <a:pt x="682" y="441"/>
                </a:cubicBezTo>
                <a:cubicBezTo>
                  <a:pt x="551" y="441"/>
                  <a:pt x="551" y="441"/>
                  <a:pt x="551" y="441"/>
                </a:cubicBezTo>
                <a:cubicBezTo>
                  <a:pt x="551" y="296"/>
                  <a:pt x="551" y="296"/>
                  <a:pt x="551" y="296"/>
                </a:cubicBezTo>
                <a:cubicBezTo>
                  <a:pt x="551" y="231"/>
                  <a:pt x="551" y="231"/>
                  <a:pt x="551" y="231"/>
                </a:cubicBezTo>
                <a:cubicBezTo>
                  <a:pt x="777" y="231"/>
                  <a:pt x="777" y="231"/>
                  <a:pt x="777" y="231"/>
                </a:cubicBezTo>
                <a:lnTo>
                  <a:pt x="777" y="231"/>
                </a:lnTo>
                <a:cubicBezTo>
                  <a:pt x="856" y="231"/>
                  <a:pt x="856" y="231"/>
                  <a:pt x="856" y="231"/>
                </a:cubicBezTo>
                <a:cubicBezTo>
                  <a:pt x="874" y="231"/>
                  <a:pt x="891" y="239"/>
                  <a:pt x="902" y="250"/>
                </a:cubicBezTo>
                <a:close/>
                <a:moveTo>
                  <a:pt x="551" y="56"/>
                </a:moveTo>
                <a:lnTo>
                  <a:pt x="551" y="56"/>
                </a:lnTo>
                <a:cubicBezTo>
                  <a:pt x="551" y="42"/>
                  <a:pt x="562" y="31"/>
                  <a:pt x="576" y="31"/>
                </a:cubicBezTo>
                <a:cubicBezTo>
                  <a:pt x="655" y="31"/>
                  <a:pt x="655" y="31"/>
                  <a:pt x="655" y="31"/>
                </a:cubicBezTo>
                <a:cubicBezTo>
                  <a:pt x="661" y="31"/>
                  <a:pt x="665" y="33"/>
                  <a:pt x="672" y="37"/>
                </a:cubicBezTo>
                <a:cubicBezTo>
                  <a:pt x="682" y="44"/>
                  <a:pt x="694" y="59"/>
                  <a:pt x="706" y="79"/>
                </a:cubicBezTo>
                <a:cubicBezTo>
                  <a:pt x="722" y="107"/>
                  <a:pt x="736" y="143"/>
                  <a:pt x="746" y="171"/>
                </a:cubicBezTo>
                <a:cubicBezTo>
                  <a:pt x="750" y="183"/>
                  <a:pt x="754" y="193"/>
                  <a:pt x="756" y="201"/>
                </a:cubicBezTo>
                <a:cubicBezTo>
                  <a:pt x="551" y="201"/>
                  <a:pt x="551" y="201"/>
                  <a:pt x="551" y="201"/>
                </a:cubicBezTo>
                <a:lnTo>
                  <a:pt x="551" y="56"/>
                </a:lnTo>
                <a:close/>
                <a:moveTo>
                  <a:pt x="29" y="311"/>
                </a:moveTo>
                <a:lnTo>
                  <a:pt x="29" y="311"/>
                </a:lnTo>
                <a:cubicBezTo>
                  <a:pt x="521" y="311"/>
                  <a:pt x="521" y="311"/>
                  <a:pt x="521" y="311"/>
                </a:cubicBezTo>
                <a:cubicBezTo>
                  <a:pt x="521" y="441"/>
                  <a:pt x="521" y="441"/>
                  <a:pt x="521" y="441"/>
                </a:cubicBezTo>
                <a:cubicBezTo>
                  <a:pt x="269" y="441"/>
                  <a:pt x="269" y="441"/>
                  <a:pt x="269" y="441"/>
                </a:cubicBezTo>
                <a:cubicBezTo>
                  <a:pt x="262" y="397"/>
                  <a:pt x="223" y="362"/>
                  <a:pt x="176" y="362"/>
                </a:cubicBezTo>
                <a:cubicBezTo>
                  <a:pt x="128" y="362"/>
                  <a:pt x="89" y="397"/>
                  <a:pt x="81" y="441"/>
                </a:cubicBezTo>
                <a:cubicBezTo>
                  <a:pt x="29" y="441"/>
                  <a:pt x="29" y="441"/>
                  <a:pt x="29" y="441"/>
                </a:cubicBezTo>
                <a:lnTo>
                  <a:pt x="29" y="311"/>
                </a:lnTo>
                <a:close/>
              </a:path>
            </a:pathLst>
          </a:custGeom>
          <a:solidFill>
            <a:schemeClr val="tx2"/>
          </a:solidFill>
          <a:ln>
            <a:noFill/>
          </a:ln>
          <a:effectLst/>
        </p:spPr>
        <p:txBody>
          <a:bodyPr wrap="none" anchor="ctr"/>
          <a:lstStyle/>
          <a:p>
            <a:endParaRPr lang="da-DK"/>
          </a:p>
        </p:txBody>
      </p:sp>
      <p:grpSp>
        <p:nvGrpSpPr>
          <p:cNvPr id="26" name="Group 29">
            <a:extLst>
              <a:ext uri="{FF2B5EF4-FFF2-40B4-BE49-F238E27FC236}">
                <a16:creationId xmlns:a16="http://schemas.microsoft.com/office/drawing/2014/main" id="{C3EC69B1-7D4F-5632-CD95-B7623012A9C2}"/>
              </a:ext>
            </a:extLst>
          </p:cNvPr>
          <p:cNvGrpSpPr/>
          <p:nvPr/>
        </p:nvGrpSpPr>
        <p:grpSpPr>
          <a:xfrm>
            <a:off x="8671594" y="2551013"/>
            <a:ext cx="236537" cy="260350"/>
            <a:chOff x="7643813" y="2854325"/>
            <a:chExt cx="236537" cy="260350"/>
          </a:xfrm>
          <a:solidFill>
            <a:schemeClr val="tx2"/>
          </a:solidFill>
        </p:grpSpPr>
        <p:sp>
          <p:nvSpPr>
            <p:cNvPr id="27" name="Freeform 21">
              <a:extLst>
                <a:ext uri="{FF2B5EF4-FFF2-40B4-BE49-F238E27FC236}">
                  <a16:creationId xmlns:a16="http://schemas.microsoft.com/office/drawing/2014/main" id="{4245AB37-B8BC-D84D-6BE8-D108B4DADC1F}"/>
                </a:ext>
              </a:extLst>
            </p:cNvPr>
            <p:cNvSpPr>
              <a:spLocks noChangeArrowheads="1"/>
            </p:cNvSpPr>
            <p:nvPr/>
          </p:nvSpPr>
          <p:spPr bwMode="auto">
            <a:xfrm>
              <a:off x="7720013" y="2876550"/>
              <a:ext cx="22225" cy="22225"/>
            </a:xfrm>
            <a:custGeom>
              <a:avLst/>
              <a:gdLst>
                <a:gd name="T0" fmla="*/ 0 w 61"/>
                <a:gd name="T1" fmla="*/ 31 h 61"/>
                <a:gd name="T2" fmla="*/ 0 w 61"/>
                <a:gd name="T3" fmla="*/ 31 h 61"/>
                <a:gd name="T4" fmla="*/ 29 w 61"/>
                <a:gd name="T5" fmla="*/ 60 h 61"/>
                <a:gd name="T6" fmla="*/ 60 w 61"/>
                <a:gd name="T7" fmla="*/ 31 h 61"/>
                <a:gd name="T8" fmla="*/ 29 w 61"/>
                <a:gd name="T9" fmla="*/ 0 h 61"/>
                <a:gd name="T10" fmla="*/ 0 w 61"/>
                <a:gd name="T11" fmla="*/ 31 h 61"/>
              </a:gdLst>
              <a:ahLst/>
              <a:cxnLst>
                <a:cxn ang="0">
                  <a:pos x="T0" y="T1"/>
                </a:cxn>
                <a:cxn ang="0">
                  <a:pos x="T2" y="T3"/>
                </a:cxn>
                <a:cxn ang="0">
                  <a:pos x="T4" y="T5"/>
                </a:cxn>
                <a:cxn ang="0">
                  <a:pos x="T6" y="T7"/>
                </a:cxn>
                <a:cxn ang="0">
                  <a:pos x="T8" y="T9"/>
                </a:cxn>
                <a:cxn ang="0">
                  <a:pos x="T10" y="T11"/>
                </a:cxn>
              </a:cxnLst>
              <a:rect l="0" t="0" r="r" b="b"/>
              <a:pathLst>
                <a:path w="61" h="61">
                  <a:moveTo>
                    <a:pt x="0" y="31"/>
                  </a:moveTo>
                  <a:lnTo>
                    <a:pt x="0" y="31"/>
                  </a:lnTo>
                  <a:cubicBezTo>
                    <a:pt x="0" y="46"/>
                    <a:pt x="14" y="60"/>
                    <a:pt x="29" y="60"/>
                  </a:cubicBezTo>
                  <a:cubicBezTo>
                    <a:pt x="46" y="60"/>
                    <a:pt x="60" y="46"/>
                    <a:pt x="60" y="31"/>
                  </a:cubicBezTo>
                  <a:cubicBezTo>
                    <a:pt x="60" y="14"/>
                    <a:pt x="46" y="0"/>
                    <a:pt x="29" y="0"/>
                  </a:cubicBezTo>
                  <a:cubicBezTo>
                    <a:pt x="14" y="0"/>
                    <a:pt x="0" y="14"/>
                    <a:pt x="0"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2">
              <a:extLst>
                <a:ext uri="{FF2B5EF4-FFF2-40B4-BE49-F238E27FC236}">
                  <a16:creationId xmlns:a16="http://schemas.microsoft.com/office/drawing/2014/main" id="{6711A2D3-0DE5-F8E6-B04D-2371BF2F9DB3}"/>
                </a:ext>
              </a:extLst>
            </p:cNvPr>
            <p:cNvSpPr>
              <a:spLocks noChangeArrowheads="1"/>
            </p:cNvSpPr>
            <p:nvPr/>
          </p:nvSpPr>
          <p:spPr bwMode="auto">
            <a:xfrm>
              <a:off x="7751763" y="2867025"/>
              <a:ext cx="22225" cy="22225"/>
            </a:xfrm>
            <a:custGeom>
              <a:avLst/>
              <a:gdLst>
                <a:gd name="T0" fmla="*/ 0 w 61"/>
                <a:gd name="T1" fmla="*/ 29 h 61"/>
                <a:gd name="T2" fmla="*/ 0 w 61"/>
                <a:gd name="T3" fmla="*/ 29 h 61"/>
                <a:gd name="T4" fmla="*/ 29 w 61"/>
                <a:gd name="T5" fmla="*/ 60 h 61"/>
                <a:gd name="T6" fmla="*/ 60 w 61"/>
                <a:gd name="T7" fmla="*/ 29 h 61"/>
                <a:gd name="T8" fmla="*/ 29 w 61"/>
                <a:gd name="T9" fmla="*/ 0 h 61"/>
                <a:gd name="T10" fmla="*/ 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0" y="29"/>
                  </a:moveTo>
                  <a:lnTo>
                    <a:pt x="0" y="29"/>
                  </a:lnTo>
                  <a:cubicBezTo>
                    <a:pt x="0" y="46"/>
                    <a:pt x="14" y="60"/>
                    <a:pt x="29" y="60"/>
                  </a:cubicBezTo>
                  <a:cubicBezTo>
                    <a:pt x="46" y="60"/>
                    <a:pt x="60" y="46"/>
                    <a:pt x="60" y="29"/>
                  </a:cubicBezTo>
                  <a:cubicBezTo>
                    <a:pt x="60" y="14"/>
                    <a:pt x="46" y="0"/>
                    <a:pt x="29" y="0"/>
                  </a:cubicBezTo>
                  <a:cubicBezTo>
                    <a:pt x="14" y="0"/>
                    <a:pt x="0" y="14"/>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 name="Freeform 23">
              <a:extLst>
                <a:ext uri="{FF2B5EF4-FFF2-40B4-BE49-F238E27FC236}">
                  <a16:creationId xmlns:a16="http://schemas.microsoft.com/office/drawing/2014/main" id="{FB0ABB81-1EF4-70FA-7C2C-906B8C2B018A}"/>
                </a:ext>
              </a:extLst>
            </p:cNvPr>
            <p:cNvSpPr>
              <a:spLocks noChangeArrowheads="1"/>
            </p:cNvSpPr>
            <p:nvPr/>
          </p:nvSpPr>
          <p:spPr bwMode="auto">
            <a:xfrm>
              <a:off x="7783513" y="2855913"/>
              <a:ext cx="22225" cy="20637"/>
            </a:xfrm>
            <a:custGeom>
              <a:avLst/>
              <a:gdLst>
                <a:gd name="T0" fmla="*/ 0 w 61"/>
                <a:gd name="T1" fmla="*/ 29 h 59"/>
                <a:gd name="T2" fmla="*/ 0 w 61"/>
                <a:gd name="T3" fmla="*/ 29 h 59"/>
                <a:gd name="T4" fmla="*/ 30 w 61"/>
                <a:gd name="T5" fmla="*/ 58 h 59"/>
                <a:gd name="T6" fmla="*/ 60 w 61"/>
                <a:gd name="T7" fmla="*/ 29 h 59"/>
                <a:gd name="T8" fmla="*/ 30 w 61"/>
                <a:gd name="T9" fmla="*/ 0 h 59"/>
                <a:gd name="T10" fmla="*/ 0 w 61"/>
                <a:gd name="T11" fmla="*/ 29 h 59"/>
              </a:gdLst>
              <a:ahLst/>
              <a:cxnLst>
                <a:cxn ang="0">
                  <a:pos x="T0" y="T1"/>
                </a:cxn>
                <a:cxn ang="0">
                  <a:pos x="T2" y="T3"/>
                </a:cxn>
                <a:cxn ang="0">
                  <a:pos x="T4" y="T5"/>
                </a:cxn>
                <a:cxn ang="0">
                  <a:pos x="T6" y="T7"/>
                </a:cxn>
                <a:cxn ang="0">
                  <a:pos x="T8" y="T9"/>
                </a:cxn>
                <a:cxn ang="0">
                  <a:pos x="T10" y="T11"/>
                </a:cxn>
              </a:cxnLst>
              <a:rect l="0" t="0" r="r" b="b"/>
              <a:pathLst>
                <a:path w="61" h="59">
                  <a:moveTo>
                    <a:pt x="0" y="29"/>
                  </a:moveTo>
                  <a:lnTo>
                    <a:pt x="0" y="29"/>
                  </a:lnTo>
                  <a:cubicBezTo>
                    <a:pt x="0" y="46"/>
                    <a:pt x="14" y="58"/>
                    <a:pt x="30" y="58"/>
                  </a:cubicBezTo>
                  <a:cubicBezTo>
                    <a:pt x="46" y="58"/>
                    <a:pt x="60" y="46"/>
                    <a:pt x="60" y="29"/>
                  </a:cubicBezTo>
                  <a:cubicBezTo>
                    <a:pt x="60" y="12"/>
                    <a:pt x="46" y="0"/>
                    <a:pt x="30" y="0"/>
                  </a:cubicBezTo>
                  <a:cubicBezTo>
                    <a:pt x="14" y="0"/>
                    <a:pt x="0" y="12"/>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4">
              <a:extLst>
                <a:ext uri="{FF2B5EF4-FFF2-40B4-BE49-F238E27FC236}">
                  <a16:creationId xmlns:a16="http://schemas.microsoft.com/office/drawing/2014/main" id="{30DE876B-68D4-3899-37FA-52A00C4D2722}"/>
                </a:ext>
              </a:extLst>
            </p:cNvPr>
            <p:cNvSpPr>
              <a:spLocks noChangeArrowheads="1"/>
            </p:cNvSpPr>
            <p:nvPr/>
          </p:nvSpPr>
          <p:spPr bwMode="auto">
            <a:xfrm>
              <a:off x="7648575" y="2909888"/>
              <a:ext cx="227013" cy="204787"/>
            </a:xfrm>
            <a:custGeom>
              <a:avLst/>
              <a:gdLst>
                <a:gd name="T0" fmla="*/ 81 w 630"/>
                <a:gd name="T1" fmla="*/ 566 h 567"/>
                <a:gd name="T2" fmla="*/ 81 w 630"/>
                <a:gd name="T3" fmla="*/ 566 h 567"/>
                <a:gd name="T4" fmla="*/ 549 w 630"/>
                <a:gd name="T5" fmla="*/ 566 h 567"/>
                <a:gd name="T6" fmla="*/ 589 w 630"/>
                <a:gd name="T7" fmla="*/ 539 h 567"/>
                <a:gd name="T8" fmla="*/ 589 w 630"/>
                <a:gd name="T9" fmla="*/ 539 h 567"/>
                <a:gd name="T10" fmla="*/ 629 w 630"/>
                <a:gd name="T11" fmla="*/ 357 h 567"/>
                <a:gd name="T12" fmla="*/ 589 w 630"/>
                <a:gd name="T13" fmla="*/ 175 h 567"/>
                <a:gd name="T14" fmla="*/ 589 w 630"/>
                <a:gd name="T15" fmla="*/ 175 h 567"/>
                <a:gd name="T16" fmla="*/ 549 w 630"/>
                <a:gd name="T17" fmla="*/ 149 h 567"/>
                <a:gd name="T18" fmla="*/ 345 w 630"/>
                <a:gd name="T19" fmla="*/ 149 h 567"/>
                <a:gd name="T20" fmla="*/ 345 w 630"/>
                <a:gd name="T21" fmla="*/ 15 h 567"/>
                <a:gd name="T22" fmla="*/ 330 w 630"/>
                <a:gd name="T23" fmla="*/ 0 h 567"/>
                <a:gd name="T24" fmla="*/ 314 w 630"/>
                <a:gd name="T25" fmla="*/ 15 h 567"/>
                <a:gd name="T26" fmla="*/ 314 w 630"/>
                <a:gd name="T27" fmla="*/ 149 h 567"/>
                <a:gd name="T28" fmla="*/ 81 w 630"/>
                <a:gd name="T29" fmla="*/ 149 h 567"/>
                <a:gd name="T30" fmla="*/ 39 w 630"/>
                <a:gd name="T31" fmla="*/ 175 h 567"/>
                <a:gd name="T32" fmla="*/ 39 w 630"/>
                <a:gd name="T33" fmla="*/ 175 h 567"/>
                <a:gd name="T34" fmla="*/ 0 w 630"/>
                <a:gd name="T35" fmla="*/ 357 h 567"/>
                <a:gd name="T36" fmla="*/ 39 w 630"/>
                <a:gd name="T37" fmla="*/ 539 h 567"/>
                <a:gd name="T38" fmla="*/ 39 w 630"/>
                <a:gd name="T39" fmla="*/ 539 h 567"/>
                <a:gd name="T40" fmla="*/ 81 w 630"/>
                <a:gd name="T41" fmla="*/ 566 h 567"/>
                <a:gd name="T42" fmla="*/ 562 w 630"/>
                <a:gd name="T43" fmla="*/ 527 h 567"/>
                <a:gd name="T44" fmla="*/ 562 w 630"/>
                <a:gd name="T45" fmla="*/ 527 h 567"/>
                <a:gd name="T46" fmla="*/ 562 w 630"/>
                <a:gd name="T47" fmla="*/ 527 h 567"/>
                <a:gd name="T48" fmla="*/ 549 w 630"/>
                <a:gd name="T49" fmla="*/ 535 h 567"/>
                <a:gd name="T50" fmla="*/ 81 w 630"/>
                <a:gd name="T51" fmla="*/ 535 h 567"/>
                <a:gd name="T52" fmla="*/ 67 w 630"/>
                <a:gd name="T53" fmla="*/ 527 h 567"/>
                <a:gd name="T54" fmla="*/ 67 w 630"/>
                <a:gd name="T55" fmla="*/ 527 h 567"/>
                <a:gd name="T56" fmla="*/ 39 w 630"/>
                <a:gd name="T57" fmla="*/ 446 h 567"/>
                <a:gd name="T58" fmla="*/ 589 w 630"/>
                <a:gd name="T59" fmla="*/ 446 h 567"/>
                <a:gd name="T60" fmla="*/ 562 w 630"/>
                <a:gd name="T61" fmla="*/ 527 h 567"/>
                <a:gd name="T62" fmla="*/ 549 w 630"/>
                <a:gd name="T63" fmla="*/ 178 h 567"/>
                <a:gd name="T64" fmla="*/ 549 w 630"/>
                <a:gd name="T65" fmla="*/ 178 h 567"/>
                <a:gd name="T66" fmla="*/ 562 w 630"/>
                <a:gd name="T67" fmla="*/ 187 h 567"/>
                <a:gd name="T68" fmla="*/ 562 w 630"/>
                <a:gd name="T69" fmla="*/ 187 h 567"/>
                <a:gd name="T70" fmla="*/ 599 w 630"/>
                <a:gd name="T71" fmla="*/ 357 h 567"/>
                <a:gd name="T72" fmla="*/ 595 w 630"/>
                <a:gd name="T73" fmla="*/ 417 h 567"/>
                <a:gd name="T74" fmla="*/ 345 w 630"/>
                <a:gd name="T75" fmla="*/ 417 h 567"/>
                <a:gd name="T76" fmla="*/ 345 w 630"/>
                <a:gd name="T77" fmla="*/ 178 h 567"/>
                <a:gd name="T78" fmla="*/ 549 w 630"/>
                <a:gd name="T79" fmla="*/ 178 h 567"/>
                <a:gd name="T80" fmla="*/ 67 w 630"/>
                <a:gd name="T81" fmla="*/ 187 h 567"/>
                <a:gd name="T82" fmla="*/ 67 w 630"/>
                <a:gd name="T83" fmla="*/ 187 h 567"/>
                <a:gd name="T84" fmla="*/ 67 w 630"/>
                <a:gd name="T85" fmla="*/ 187 h 567"/>
                <a:gd name="T86" fmla="*/ 81 w 630"/>
                <a:gd name="T87" fmla="*/ 178 h 567"/>
                <a:gd name="T88" fmla="*/ 314 w 630"/>
                <a:gd name="T89" fmla="*/ 178 h 567"/>
                <a:gd name="T90" fmla="*/ 314 w 630"/>
                <a:gd name="T91" fmla="*/ 417 h 567"/>
                <a:gd name="T92" fmla="*/ 35 w 630"/>
                <a:gd name="T93" fmla="*/ 417 h 567"/>
                <a:gd name="T94" fmla="*/ 30 w 630"/>
                <a:gd name="T95" fmla="*/ 357 h 567"/>
                <a:gd name="T96" fmla="*/ 67 w 630"/>
                <a:gd name="T97" fmla="*/ 187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30" h="567">
                  <a:moveTo>
                    <a:pt x="81" y="566"/>
                  </a:moveTo>
                  <a:lnTo>
                    <a:pt x="81" y="566"/>
                  </a:lnTo>
                  <a:cubicBezTo>
                    <a:pt x="549" y="566"/>
                    <a:pt x="549" y="566"/>
                    <a:pt x="549" y="566"/>
                  </a:cubicBezTo>
                  <a:cubicBezTo>
                    <a:pt x="565" y="566"/>
                    <a:pt x="582" y="556"/>
                    <a:pt x="589" y="539"/>
                  </a:cubicBezTo>
                  <a:lnTo>
                    <a:pt x="589" y="539"/>
                  </a:lnTo>
                  <a:cubicBezTo>
                    <a:pt x="615" y="482"/>
                    <a:pt x="629" y="419"/>
                    <a:pt x="629" y="357"/>
                  </a:cubicBezTo>
                  <a:cubicBezTo>
                    <a:pt x="629" y="295"/>
                    <a:pt x="615" y="233"/>
                    <a:pt x="589" y="175"/>
                  </a:cubicBezTo>
                  <a:lnTo>
                    <a:pt x="589" y="175"/>
                  </a:lnTo>
                  <a:cubicBezTo>
                    <a:pt x="582" y="159"/>
                    <a:pt x="567" y="149"/>
                    <a:pt x="549" y="149"/>
                  </a:cubicBezTo>
                  <a:cubicBezTo>
                    <a:pt x="514" y="149"/>
                    <a:pt x="431" y="149"/>
                    <a:pt x="345" y="149"/>
                  </a:cubicBezTo>
                  <a:cubicBezTo>
                    <a:pt x="345" y="15"/>
                    <a:pt x="345" y="15"/>
                    <a:pt x="345" y="15"/>
                  </a:cubicBezTo>
                  <a:cubicBezTo>
                    <a:pt x="345" y="7"/>
                    <a:pt x="338" y="0"/>
                    <a:pt x="330" y="0"/>
                  </a:cubicBezTo>
                  <a:cubicBezTo>
                    <a:pt x="321" y="0"/>
                    <a:pt x="314" y="7"/>
                    <a:pt x="314" y="15"/>
                  </a:cubicBezTo>
                  <a:cubicBezTo>
                    <a:pt x="314" y="149"/>
                    <a:pt x="314" y="149"/>
                    <a:pt x="314" y="149"/>
                  </a:cubicBezTo>
                  <a:cubicBezTo>
                    <a:pt x="218" y="149"/>
                    <a:pt x="120" y="149"/>
                    <a:pt x="81" y="149"/>
                  </a:cubicBezTo>
                  <a:cubicBezTo>
                    <a:pt x="63" y="149"/>
                    <a:pt x="48" y="159"/>
                    <a:pt x="39" y="175"/>
                  </a:cubicBezTo>
                  <a:lnTo>
                    <a:pt x="39" y="175"/>
                  </a:lnTo>
                  <a:cubicBezTo>
                    <a:pt x="14" y="233"/>
                    <a:pt x="0" y="295"/>
                    <a:pt x="0" y="357"/>
                  </a:cubicBezTo>
                  <a:cubicBezTo>
                    <a:pt x="0" y="419"/>
                    <a:pt x="14" y="482"/>
                    <a:pt x="39" y="539"/>
                  </a:cubicBezTo>
                  <a:lnTo>
                    <a:pt x="39" y="539"/>
                  </a:lnTo>
                  <a:cubicBezTo>
                    <a:pt x="48" y="556"/>
                    <a:pt x="63" y="566"/>
                    <a:pt x="81" y="566"/>
                  </a:cubicBezTo>
                  <a:close/>
                  <a:moveTo>
                    <a:pt x="562" y="527"/>
                  </a:moveTo>
                  <a:lnTo>
                    <a:pt x="562" y="527"/>
                  </a:lnTo>
                  <a:lnTo>
                    <a:pt x="562" y="527"/>
                  </a:lnTo>
                  <a:cubicBezTo>
                    <a:pt x="560" y="532"/>
                    <a:pt x="554" y="535"/>
                    <a:pt x="549" y="535"/>
                  </a:cubicBezTo>
                  <a:cubicBezTo>
                    <a:pt x="81" y="535"/>
                    <a:pt x="81" y="535"/>
                    <a:pt x="81" y="535"/>
                  </a:cubicBezTo>
                  <a:cubicBezTo>
                    <a:pt x="74" y="535"/>
                    <a:pt x="69" y="532"/>
                    <a:pt x="67" y="527"/>
                  </a:cubicBezTo>
                  <a:lnTo>
                    <a:pt x="67" y="527"/>
                  </a:lnTo>
                  <a:cubicBezTo>
                    <a:pt x="55" y="502"/>
                    <a:pt x="46" y="474"/>
                    <a:pt x="39" y="446"/>
                  </a:cubicBezTo>
                  <a:cubicBezTo>
                    <a:pt x="589" y="446"/>
                    <a:pt x="589" y="446"/>
                    <a:pt x="589" y="446"/>
                  </a:cubicBezTo>
                  <a:cubicBezTo>
                    <a:pt x="583" y="474"/>
                    <a:pt x="574" y="502"/>
                    <a:pt x="562" y="527"/>
                  </a:cubicBezTo>
                  <a:close/>
                  <a:moveTo>
                    <a:pt x="549" y="178"/>
                  </a:moveTo>
                  <a:lnTo>
                    <a:pt x="549" y="178"/>
                  </a:lnTo>
                  <a:cubicBezTo>
                    <a:pt x="554" y="178"/>
                    <a:pt x="560" y="182"/>
                    <a:pt x="562" y="187"/>
                  </a:cubicBezTo>
                  <a:lnTo>
                    <a:pt x="562" y="187"/>
                  </a:lnTo>
                  <a:cubicBezTo>
                    <a:pt x="588" y="241"/>
                    <a:pt x="599" y="300"/>
                    <a:pt x="599" y="357"/>
                  </a:cubicBezTo>
                  <a:cubicBezTo>
                    <a:pt x="599" y="378"/>
                    <a:pt x="597" y="397"/>
                    <a:pt x="595" y="417"/>
                  </a:cubicBezTo>
                  <a:cubicBezTo>
                    <a:pt x="345" y="417"/>
                    <a:pt x="345" y="417"/>
                    <a:pt x="345" y="417"/>
                  </a:cubicBezTo>
                  <a:cubicBezTo>
                    <a:pt x="345" y="178"/>
                    <a:pt x="345" y="178"/>
                    <a:pt x="345" y="178"/>
                  </a:cubicBezTo>
                  <a:cubicBezTo>
                    <a:pt x="431" y="178"/>
                    <a:pt x="514" y="178"/>
                    <a:pt x="549" y="178"/>
                  </a:cubicBezTo>
                  <a:close/>
                  <a:moveTo>
                    <a:pt x="67" y="187"/>
                  </a:moveTo>
                  <a:lnTo>
                    <a:pt x="67" y="187"/>
                  </a:lnTo>
                  <a:lnTo>
                    <a:pt x="67" y="187"/>
                  </a:lnTo>
                  <a:cubicBezTo>
                    <a:pt x="69" y="182"/>
                    <a:pt x="74" y="178"/>
                    <a:pt x="81" y="178"/>
                  </a:cubicBezTo>
                  <a:cubicBezTo>
                    <a:pt x="120" y="178"/>
                    <a:pt x="218" y="178"/>
                    <a:pt x="314" y="178"/>
                  </a:cubicBezTo>
                  <a:cubicBezTo>
                    <a:pt x="314" y="417"/>
                    <a:pt x="314" y="417"/>
                    <a:pt x="314" y="417"/>
                  </a:cubicBezTo>
                  <a:cubicBezTo>
                    <a:pt x="35" y="417"/>
                    <a:pt x="35" y="417"/>
                    <a:pt x="35" y="417"/>
                  </a:cubicBezTo>
                  <a:cubicBezTo>
                    <a:pt x="33" y="397"/>
                    <a:pt x="30" y="378"/>
                    <a:pt x="30" y="357"/>
                  </a:cubicBezTo>
                  <a:cubicBezTo>
                    <a:pt x="30" y="300"/>
                    <a:pt x="42" y="241"/>
                    <a:pt x="67" y="1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5">
              <a:extLst>
                <a:ext uri="{FF2B5EF4-FFF2-40B4-BE49-F238E27FC236}">
                  <a16:creationId xmlns:a16="http://schemas.microsoft.com/office/drawing/2014/main" id="{F4BF139C-A3AD-3915-8B9B-298B52BE4E43}"/>
                </a:ext>
              </a:extLst>
            </p:cNvPr>
            <p:cNvSpPr>
              <a:spLocks noChangeArrowheads="1"/>
            </p:cNvSpPr>
            <p:nvPr/>
          </p:nvSpPr>
          <p:spPr bwMode="auto">
            <a:xfrm>
              <a:off x="7643813" y="2854325"/>
              <a:ext cx="236537" cy="87313"/>
            </a:xfrm>
            <a:custGeom>
              <a:avLst/>
              <a:gdLst>
                <a:gd name="T0" fmla="*/ 22 w 659"/>
                <a:gd name="T1" fmla="*/ 240 h 244"/>
                <a:gd name="T2" fmla="*/ 22 w 659"/>
                <a:gd name="T3" fmla="*/ 240 h 244"/>
                <a:gd name="T4" fmla="*/ 647 w 659"/>
                <a:gd name="T5" fmla="*/ 31 h 244"/>
                <a:gd name="T6" fmla="*/ 656 w 659"/>
                <a:gd name="T7" fmla="*/ 13 h 244"/>
                <a:gd name="T8" fmla="*/ 637 w 659"/>
                <a:gd name="T9" fmla="*/ 3 h 244"/>
                <a:gd name="T10" fmla="*/ 13 w 659"/>
                <a:gd name="T11" fmla="*/ 212 h 244"/>
                <a:gd name="T12" fmla="*/ 3 w 659"/>
                <a:gd name="T13" fmla="*/ 230 h 244"/>
                <a:gd name="T14" fmla="*/ 22 w 659"/>
                <a:gd name="T15" fmla="*/ 240 h 24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9" h="244">
                  <a:moveTo>
                    <a:pt x="22" y="240"/>
                  </a:moveTo>
                  <a:lnTo>
                    <a:pt x="22" y="240"/>
                  </a:lnTo>
                  <a:cubicBezTo>
                    <a:pt x="647" y="31"/>
                    <a:pt x="647" y="31"/>
                    <a:pt x="647" y="31"/>
                  </a:cubicBezTo>
                  <a:cubicBezTo>
                    <a:pt x="654" y="29"/>
                    <a:pt x="658" y="21"/>
                    <a:pt x="656" y="13"/>
                  </a:cubicBezTo>
                  <a:cubicBezTo>
                    <a:pt x="654" y="4"/>
                    <a:pt x="646" y="0"/>
                    <a:pt x="637" y="3"/>
                  </a:cubicBezTo>
                  <a:cubicBezTo>
                    <a:pt x="13" y="212"/>
                    <a:pt x="13" y="212"/>
                    <a:pt x="13" y="212"/>
                  </a:cubicBezTo>
                  <a:cubicBezTo>
                    <a:pt x="4" y="213"/>
                    <a:pt x="0" y="222"/>
                    <a:pt x="3" y="230"/>
                  </a:cubicBezTo>
                  <a:cubicBezTo>
                    <a:pt x="6" y="239"/>
                    <a:pt x="14" y="243"/>
                    <a:pt x="22"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A19BD6D8-09DA-708A-0AB0-5A889D5B991A}"/>
              </a:ext>
            </a:extLst>
          </p:cNvPr>
          <p:cNvGrpSpPr/>
          <p:nvPr/>
        </p:nvGrpSpPr>
        <p:grpSpPr>
          <a:xfrm>
            <a:off x="8147719" y="2564507"/>
            <a:ext cx="271462" cy="233362"/>
            <a:chOff x="7119938" y="2903538"/>
            <a:chExt cx="271462" cy="233362"/>
          </a:xfrm>
          <a:solidFill>
            <a:schemeClr val="tx2"/>
          </a:solidFill>
        </p:grpSpPr>
        <p:sp>
          <p:nvSpPr>
            <p:cNvPr id="33" name="Freeform 26">
              <a:extLst>
                <a:ext uri="{FF2B5EF4-FFF2-40B4-BE49-F238E27FC236}">
                  <a16:creationId xmlns:a16="http://schemas.microsoft.com/office/drawing/2014/main" id="{BDEC31DE-B198-39C7-0E22-3511E6A0E31D}"/>
                </a:ext>
              </a:extLst>
            </p:cNvPr>
            <p:cNvSpPr>
              <a:spLocks noChangeArrowheads="1"/>
            </p:cNvSpPr>
            <p:nvPr/>
          </p:nvSpPr>
          <p:spPr bwMode="auto">
            <a:xfrm>
              <a:off x="7119938" y="3079750"/>
              <a:ext cx="57150" cy="57150"/>
            </a:xfrm>
            <a:custGeom>
              <a:avLst/>
              <a:gdLst>
                <a:gd name="T0" fmla="*/ 156 w 157"/>
                <a:gd name="T1" fmla="*/ 78 h 157"/>
                <a:gd name="T2" fmla="*/ 156 w 157"/>
                <a:gd name="T3" fmla="*/ 78 h 157"/>
                <a:gd name="T4" fmla="*/ 78 w 157"/>
                <a:gd name="T5" fmla="*/ 0 h 157"/>
                <a:gd name="T6" fmla="*/ 0 w 157"/>
                <a:gd name="T7" fmla="*/ 78 h 157"/>
                <a:gd name="T8" fmla="*/ 78 w 157"/>
                <a:gd name="T9" fmla="*/ 156 h 157"/>
                <a:gd name="T10" fmla="*/ 156 w 157"/>
                <a:gd name="T11" fmla="*/ 78 h 157"/>
                <a:gd name="T12" fmla="*/ 78 w 157"/>
                <a:gd name="T13" fmla="*/ 126 h 157"/>
                <a:gd name="T14" fmla="*/ 78 w 157"/>
                <a:gd name="T15" fmla="*/ 126 h 157"/>
                <a:gd name="T16" fmla="*/ 31 w 157"/>
                <a:gd name="T17" fmla="*/ 78 h 157"/>
                <a:gd name="T18" fmla="*/ 78 w 157"/>
                <a:gd name="T19" fmla="*/ 30 h 157"/>
                <a:gd name="T20" fmla="*/ 127 w 157"/>
                <a:gd name="T21" fmla="*/ 78 h 157"/>
                <a:gd name="T22" fmla="*/ 78 w 157"/>
                <a:gd name="T23" fmla="*/ 12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7" h="157">
                  <a:moveTo>
                    <a:pt x="156" y="78"/>
                  </a:moveTo>
                  <a:lnTo>
                    <a:pt x="156" y="78"/>
                  </a:lnTo>
                  <a:cubicBezTo>
                    <a:pt x="156" y="35"/>
                    <a:pt x="121" y="0"/>
                    <a:pt x="78" y="0"/>
                  </a:cubicBezTo>
                  <a:cubicBezTo>
                    <a:pt x="35" y="0"/>
                    <a:pt x="0" y="35"/>
                    <a:pt x="0" y="78"/>
                  </a:cubicBezTo>
                  <a:cubicBezTo>
                    <a:pt x="0" y="122"/>
                    <a:pt x="35" y="156"/>
                    <a:pt x="78" y="156"/>
                  </a:cubicBezTo>
                  <a:cubicBezTo>
                    <a:pt x="121" y="156"/>
                    <a:pt x="156" y="122"/>
                    <a:pt x="156" y="78"/>
                  </a:cubicBezTo>
                  <a:close/>
                  <a:moveTo>
                    <a:pt x="78" y="126"/>
                  </a:moveTo>
                  <a:lnTo>
                    <a:pt x="78" y="126"/>
                  </a:lnTo>
                  <a:cubicBezTo>
                    <a:pt x="52" y="126"/>
                    <a:pt x="31" y="105"/>
                    <a:pt x="31" y="78"/>
                  </a:cubicBezTo>
                  <a:cubicBezTo>
                    <a:pt x="31" y="52"/>
                    <a:pt x="52" y="30"/>
                    <a:pt x="78" y="30"/>
                  </a:cubicBezTo>
                  <a:cubicBezTo>
                    <a:pt x="105" y="30"/>
                    <a:pt x="127" y="52"/>
                    <a:pt x="127" y="78"/>
                  </a:cubicBezTo>
                  <a:cubicBezTo>
                    <a:pt x="127" y="105"/>
                    <a:pt x="105" y="126"/>
                    <a:pt x="78"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7">
              <a:extLst>
                <a:ext uri="{FF2B5EF4-FFF2-40B4-BE49-F238E27FC236}">
                  <a16:creationId xmlns:a16="http://schemas.microsoft.com/office/drawing/2014/main" id="{BFB152A9-B127-9AB5-DB99-89C0191A6DB4}"/>
                </a:ext>
              </a:extLst>
            </p:cNvPr>
            <p:cNvSpPr>
              <a:spLocks noChangeArrowheads="1"/>
            </p:cNvSpPr>
            <p:nvPr/>
          </p:nvSpPr>
          <p:spPr bwMode="auto">
            <a:xfrm>
              <a:off x="7142163" y="2903538"/>
              <a:ext cx="249237" cy="231775"/>
            </a:xfrm>
            <a:custGeom>
              <a:avLst/>
              <a:gdLst>
                <a:gd name="T0" fmla="*/ 0 w 694"/>
                <a:gd name="T1" fmla="*/ 440 h 646"/>
                <a:gd name="T2" fmla="*/ 0 w 694"/>
                <a:gd name="T3" fmla="*/ 440 h 646"/>
                <a:gd name="T4" fmla="*/ 14 w 694"/>
                <a:gd name="T5" fmla="*/ 456 h 646"/>
                <a:gd name="T6" fmla="*/ 94 w 694"/>
                <a:gd name="T7" fmla="*/ 488 h 646"/>
                <a:gd name="T8" fmla="*/ 126 w 694"/>
                <a:gd name="T9" fmla="*/ 567 h 646"/>
                <a:gd name="T10" fmla="*/ 141 w 694"/>
                <a:gd name="T11" fmla="*/ 581 h 646"/>
                <a:gd name="T12" fmla="*/ 456 w 694"/>
                <a:gd name="T13" fmla="*/ 581 h 646"/>
                <a:gd name="T14" fmla="*/ 458 w 694"/>
                <a:gd name="T15" fmla="*/ 581 h 646"/>
                <a:gd name="T16" fmla="*/ 461 w 694"/>
                <a:gd name="T17" fmla="*/ 581 h 646"/>
                <a:gd name="T18" fmla="*/ 463 w 694"/>
                <a:gd name="T19" fmla="*/ 580 h 646"/>
                <a:gd name="T20" fmla="*/ 466 w 694"/>
                <a:gd name="T21" fmla="*/ 578 h 646"/>
                <a:gd name="T22" fmla="*/ 469 w 694"/>
                <a:gd name="T23" fmla="*/ 577 h 646"/>
                <a:gd name="T24" fmla="*/ 469 w 694"/>
                <a:gd name="T25" fmla="*/ 576 h 646"/>
                <a:gd name="T26" fmla="*/ 575 w 694"/>
                <a:gd name="T27" fmla="*/ 432 h 646"/>
                <a:gd name="T28" fmla="*/ 587 w 694"/>
                <a:gd name="T29" fmla="*/ 493 h 646"/>
                <a:gd name="T30" fmla="*/ 537 w 694"/>
                <a:gd name="T31" fmla="*/ 567 h 646"/>
                <a:gd name="T32" fmla="*/ 615 w 694"/>
                <a:gd name="T33" fmla="*/ 645 h 646"/>
                <a:gd name="T34" fmla="*/ 693 w 694"/>
                <a:gd name="T35" fmla="*/ 567 h 646"/>
                <a:gd name="T36" fmla="*/ 617 w 694"/>
                <a:gd name="T37" fmla="*/ 489 h 646"/>
                <a:gd name="T38" fmla="*/ 599 w 694"/>
                <a:gd name="T39" fmla="*/ 393 h 646"/>
                <a:gd name="T40" fmla="*/ 597 w 694"/>
                <a:gd name="T41" fmla="*/ 392 h 646"/>
                <a:gd name="T42" fmla="*/ 502 w 694"/>
                <a:gd name="T43" fmla="*/ 12 h 646"/>
                <a:gd name="T44" fmla="*/ 486 w 694"/>
                <a:gd name="T45" fmla="*/ 3 h 646"/>
                <a:gd name="T46" fmla="*/ 474 w 694"/>
                <a:gd name="T47" fmla="*/ 15 h 646"/>
                <a:gd name="T48" fmla="*/ 394 w 694"/>
                <a:gd name="T49" fmla="*/ 15 h 646"/>
                <a:gd name="T50" fmla="*/ 380 w 694"/>
                <a:gd name="T51" fmla="*/ 30 h 646"/>
                <a:gd name="T52" fmla="*/ 394 w 694"/>
                <a:gd name="T53" fmla="*/ 44 h 646"/>
                <a:gd name="T54" fmla="*/ 480 w 694"/>
                <a:gd name="T55" fmla="*/ 44 h 646"/>
                <a:gd name="T56" fmla="*/ 568 w 694"/>
                <a:gd name="T57" fmla="*/ 392 h 646"/>
                <a:gd name="T58" fmla="*/ 449 w 694"/>
                <a:gd name="T59" fmla="*/ 552 h 646"/>
                <a:gd name="T60" fmla="*/ 155 w 694"/>
                <a:gd name="T61" fmla="*/ 552 h 646"/>
                <a:gd name="T62" fmla="*/ 14 w 694"/>
                <a:gd name="T63" fmla="*/ 425 h 646"/>
                <a:gd name="T64" fmla="*/ 0 w 694"/>
                <a:gd name="T65" fmla="*/ 440 h 646"/>
                <a:gd name="T66" fmla="*/ 663 w 694"/>
                <a:gd name="T67" fmla="*/ 567 h 646"/>
                <a:gd name="T68" fmla="*/ 663 w 694"/>
                <a:gd name="T69" fmla="*/ 567 h 646"/>
                <a:gd name="T70" fmla="*/ 615 w 694"/>
                <a:gd name="T71" fmla="*/ 615 h 646"/>
                <a:gd name="T72" fmla="*/ 567 w 694"/>
                <a:gd name="T73" fmla="*/ 567 h 646"/>
                <a:gd name="T74" fmla="*/ 594 w 694"/>
                <a:gd name="T75" fmla="*/ 524 h 646"/>
                <a:gd name="T76" fmla="*/ 600 w 694"/>
                <a:gd name="T77" fmla="*/ 556 h 646"/>
                <a:gd name="T78" fmla="*/ 618 w 694"/>
                <a:gd name="T79" fmla="*/ 567 h 646"/>
                <a:gd name="T80" fmla="*/ 629 w 694"/>
                <a:gd name="T81" fmla="*/ 551 h 646"/>
                <a:gd name="T82" fmla="*/ 629 w 694"/>
                <a:gd name="T83" fmla="*/ 551 h 646"/>
                <a:gd name="T84" fmla="*/ 624 w 694"/>
                <a:gd name="T85" fmla="*/ 520 h 646"/>
                <a:gd name="T86" fmla="*/ 663 w 694"/>
                <a:gd name="T87" fmla="*/ 567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4" h="646">
                  <a:moveTo>
                    <a:pt x="0" y="440"/>
                  </a:moveTo>
                  <a:lnTo>
                    <a:pt x="0" y="440"/>
                  </a:lnTo>
                  <a:cubicBezTo>
                    <a:pt x="0" y="449"/>
                    <a:pt x="6" y="456"/>
                    <a:pt x="14" y="456"/>
                  </a:cubicBezTo>
                  <a:cubicBezTo>
                    <a:pt x="45" y="456"/>
                    <a:pt x="73" y="468"/>
                    <a:pt x="94" y="488"/>
                  </a:cubicBezTo>
                  <a:cubicBezTo>
                    <a:pt x="113" y="509"/>
                    <a:pt x="126" y="537"/>
                    <a:pt x="126" y="567"/>
                  </a:cubicBezTo>
                  <a:cubicBezTo>
                    <a:pt x="126" y="576"/>
                    <a:pt x="133" y="581"/>
                    <a:pt x="141" y="581"/>
                  </a:cubicBezTo>
                  <a:cubicBezTo>
                    <a:pt x="456" y="581"/>
                    <a:pt x="456" y="581"/>
                    <a:pt x="456" y="581"/>
                  </a:cubicBezTo>
                  <a:cubicBezTo>
                    <a:pt x="458" y="581"/>
                    <a:pt x="458" y="581"/>
                    <a:pt x="458" y="581"/>
                  </a:cubicBezTo>
                  <a:cubicBezTo>
                    <a:pt x="459" y="581"/>
                    <a:pt x="461" y="581"/>
                    <a:pt x="461" y="581"/>
                  </a:cubicBezTo>
                  <a:cubicBezTo>
                    <a:pt x="462" y="581"/>
                    <a:pt x="463" y="580"/>
                    <a:pt x="463" y="580"/>
                  </a:cubicBezTo>
                  <a:cubicBezTo>
                    <a:pt x="465" y="580"/>
                    <a:pt x="465" y="578"/>
                    <a:pt x="466" y="578"/>
                  </a:cubicBezTo>
                  <a:cubicBezTo>
                    <a:pt x="466" y="578"/>
                    <a:pt x="467" y="577"/>
                    <a:pt x="469" y="577"/>
                  </a:cubicBezTo>
                  <a:cubicBezTo>
                    <a:pt x="469" y="576"/>
                    <a:pt x="469" y="576"/>
                    <a:pt x="469" y="576"/>
                  </a:cubicBezTo>
                  <a:cubicBezTo>
                    <a:pt x="575" y="432"/>
                    <a:pt x="575" y="432"/>
                    <a:pt x="575" y="432"/>
                  </a:cubicBezTo>
                  <a:cubicBezTo>
                    <a:pt x="587" y="493"/>
                    <a:pt x="587" y="493"/>
                    <a:pt x="587" y="493"/>
                  </a:cubicBezTo>
                  <a:cubicBezTo>
                    <a:pt x="558" y="505"/>
                    <a:pt x="537" y="534"/>
                    <a:pt x="537" y="567"/>
                  </a:cubicBezTo>
                  <a:cubicBezTo>
                    <a:pt x="537" y="611"/>
                    <a:pt x="572" y="645"/>
                    <a:pt x="615" y="645"/>
                  </a:cubicBezTo>
                  <a:cubicBezTo>
                    <a:pt x="659" y="645"/>
                    <a:pt x="693" y="611"/>
                    <a:pt x="693" y="567"/>
                  </a:cubicBezTo>
                  <a:cubicBezTo>
                    <a:pt x="693" y="524"/>
                    <a:pt x="660" y="491"/>
                    <a:pt x="617" y="489"/>
                  </a:cubicBezTo>
                  <a:cubicBezTo>
                    <a:pt x="599" y="393"/>
                    <a:pt x="599" y="393"/>
                    <a:pt x="599" y="393"/>
                  </a:cubicBezTo>
                  <a:cubicBezTo>
                    <a:pt x="597" y="392"/>
                    <a:pt x="597" y="392"/>
                    <a:pt x="597" y="392"/>
                  </a:cubicBezTo>
                  <a:cubicBezTo>
                    <a:pt x="502" y="12"/>
                    <a:pt x="502" y="12"/>
                    <a:pt x="502" y="12"/>
                  </a:cubicBezTo>
                  <a:cubicBezTo>
                    <a:pt x="501" y="5"/>
                    <a:pt x="493" y="0"/>
                    <a:pt x="486" y="3"/>
                  </a:cubicBezTo>
                  <a:cubicBezTo>
                    <a:pt x="479" y="4"/>
                    <a:pt x="474" y="9"/>
                    <a:pt x="474" y="15"/>
                  </a:cubicBezTo>
                  <a:cubicBezTo>
                    <a:pt x="394" y="15"/>
                    <a:pt x="394" y="15"/>
                    <a:pt x="394" y="15"/>
                  </a:cubicBezTo>
                  <a:cubicBezTo>
                    <a:pt x="385" y="15"/>
                    <a:pt x="380" y="22"/>
                    <a:pt x="380" y="30"/>
                  </a:cubicBezTo>
                  <a:cubicBezTo>
                    <a:pt x="380" y="37"/>
                    <a:pt x="385" y="44"/>
                    <a:pt x="394" y="44"/>
                  </a:cubicBezTo>
                  <a:cubicBezTo>
                    <a:pt x="480" y="44"/>
                    <a:pt x="480" y="44"/>
                    <a:pt x="480" y="44"/>
                  </a:cubicBezTo>
                  <a:cubicBezTo>
                    <a:pt x="568" y="392"/>
                    <a:pt x="568" y="392"/>
                    <a:pt x="568" y="392"/>
                  </a:cubicBezTo>
                  <a:cubicBezTo>
                    <a:pt x="449" y="552"/>
                    <a:pt x="449" y="552"/>
                    <a:pt x="449" y="552"/>
                  </a:cubicBezTo>
                  <a:cubicBezTo>
                    <a:pt x="155" y="552"/>
                    <a:pt x="155" y="552"/>
                    <a:pt x="155" y="552"/>
                  </a:cubicBezTo>
                  <a:cubicBezTo>
                    <a:pt x="148" y="481"/>
                    <a:pt x="88" y="425"/>
                    <a:pt x="14" y="425"/>
                  </a:cubicBezTo>
                  <a:cubicBezTo>
                    <a:pt x="6" y="425"/>
                    <a:pt x="0" y="432"/>
                    <a:pt x="0" y="440"/>
                  </a:cubicBezTo>
                  <a:close/>
                  <a:moveTo>
                    <a:pt x="663" y="567"/>
                  </a:moveTo>
                  <a:lnTo>
                    <a:pt x="663" y="567"/>
                  </a:lnTo>
                  <a:cubicBezTo>
                    <a:pt x="663" y="594"/>
                    <a:pt x="642" y="615"/>
                    <a:pt x="615" y="615"/>
                  </a:cubicBezTo>
                  <a:cubicBezTo>
                    <a:pt x="589" y="615"/>
                    <a:pt x="567" y="594"/>
                    <a:pt x="567" y="567"/>
                  </a:cubicBezTo>
                  <a:cubicBezTo>
                    <a:pt x="567" y="548"/>
                    <a:pt x="578" y="531"/>
                    <a:pt x="594" y="524"/>
                  </a:cubicBezTo>
                  <a:cubicBezTo>
                    <a:pt x="600" y="556"/>
                    <a:pt x="600" y="556"/>
                    <a:pt x="600" y="556"/>
                  </a:cubicBezTo>
                  <a:cubicBezTo>
                    <a:pt x="601" y="565"/>
                    <a:pt x="610" y="570"/>
                    <a:pt x="618" y="567"/>
                  </a:cubicBezTo>
                  <a:cubicBezTo>
                    <a:pt x="626" y="566"/>
                    <a:pt x="631" y="559"/>
                    <a:pt x="629" y="551"/>
                  </a:cubicBezTo>
                  <a:lnTo>
                    <a:pt x="629" y="551"/>
                  </a:lnTo>
                  <a:cubicBezTo>
                    <a:pt x="624" y="520"/>
                    <a:pt x="624" y="520"/>
                    <a:pt x="624" y="520"/>
                  </a:cubicBezTo>
                  <a:cubicBezTo>
                    <a:pt x="646" y="524"/>
                    <a:pt x="663" y="544"/>
                    <a:pt x="663" y="5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 name="Group 38">
            <a:extLst>
              <a:ext uri="{FF2B5EF4-FFF2-40B4-BE49-F238E27FC236}">
                <a16:creationId xmlns:a16="http://schemas.microsoft.com/office/drawing/2014/main" id="{3F4D0AD4-724C-6097-1098-FC0E2E9D4DAD}"/>
              </a:ext>
            </a:extLst>
          </p:cNvPr>
          <p:cNvGrpSpPr/>
          <p:nvPr/>
        </p:nvGrpSpPr>
        <p:grpSpPr>
          <a:xfrm>
            <a:off x="8152481" y="1047651"/>
            <a:ext cx="258763" cy="193675"/>
            <a:chOff x="7124700" y="1417638"/>
            <a:chExt cx="258763" cy="193675"/>
          </a:xfrm>
          <a:solidFill>
            <a:schemeClr val="tx2"/>
          </a:solidFill>
        </p:grpSpPr>
        <p:sp>
          <p:nvSpPr>
            <p:cNvPr id="36" name="Freeform 28">
              <a:extLst>
                <a:ext uri="{FF2B5EF4-FFF2-40B4-BE49-F238E27FC236}">
                  <a16:creationId xmlns:a16="http://schemas.microsoft.com/office/drawing/2014/main" id="{33919755-5B0D-21AD-7AAB-92294EEEA2A6}"/>
                </a:ext>
              </a:extLst>
            </p:cNvPr>
            <p:cNvSpPr>
              <a:spLocks noChangeArrowheads="1"/>
            </p:cNvSpPr>
            <p:nvPr/>
          </p:nvSpPr>
          <p:spPr bwMode="auto">
            <a:xfrm>
              <a:off x="7210425" y="1535113"/>
              <a:ext cx="85725" cy="11112"/>
            </a:xfrm>
            <a:custGeom>
              <a:avLst/>
              <a:gdLst>
                <a:gd name="T0" fmla="*/ 223 w 238"/>
                <a:gd name="T1" fmla="*/ 0 h 31"/>
                <a:gd name="T2" fmla="*/ 223 w 238"/>
                <a:gd name="T3" fmla="*/ 0 h 31"/>
                <a:gd name="T4" fmla="*/ 14 w 238"/>
                <a:gd name="T5" fmla="*/ 0 h 31"/>
                <a:gd name="T6" fmla="*/ 0 w 238"/>
                <a:gd name="T7" fmla="*/ 15 h 31"/>
                <a:gd name="T8" fmla="*/ 14 w 238"/>
                <a:gd name="T9" fmla="*/ 30 h 31"/>
                <a:gd name="T10" fmla="*/ 223 w 238"/>
                <a:gd name="T11" fmla="*/ 30 h 31"/>
                <a:gd name="T12" fmla="*/ 237 w 238"/>
                <a:gd name="T13" fmla="*/ 15 h 31"/>
                <a:gd name="T14" fmla="*/ 223 w 23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8" h="31">
                  <a:moveTo>
                    <a:pt x="223" y="0"/>
                  </a:moveTo>
                  <a:lnTo>
                    <a:pt x="223" y="0"/>
                  </a:lnTo>
                  <a:cubicBezTo>
                    <a:pt x="14" y="0"/>
                    <a:pt x="14" y="0"/>
                    <a:pt x="14" y="0"/>
                  </a:cubicBezTo>
                  <a:cubicBezTo>
                    <a:pt x="6" y="0"/>
                    <a:pt x="0" y="7"/>
                    <a:pt x="0" y="15"/>
                  </a:cubicBezTo>
                  <a:cubicBezTo>
                    <a:pt x="0" y="23"/>
                    <a:pt x="6" y="30"/>
                    <a:pt x="14" y="30"/>
                  </a:cubicBezTo>
                  <a:cubicBezTo>
                    <a:pt x="223" y="30"/>
                    <a:pt x="223" y="30"/>
                    <a:pt x="223" y="30"/>
                  </a:cubicBezTo>
                  <a:cubicBezTo>
                    <a:pt x="231" y="30"/>
                    <a:pt x="237" y="23"/>
                    <a:pt x="237" y="15"/>
                  </a:cubicBezTo>
                  <a:cubicBezTo>
                    <a:pt x="237" y="7"/>
                    <a:pt x="231" y="0"/>
                    <a:pt x="2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 name="Freeform 29">
              <a:extLst>
                <a:ext uri="{FF2B5EF4-FFF2-40B4-BE49-F238E27FC236}">
                  <a16:creationId xmlns:a16="http://schemas.microsoft.com/office/drawing/2014/main" id="{530A834D-1D40-5A1B-DA9F-62E319DE5917}"/>
                </a:ext>
              </a:extLst>
            </p:cNvPr>
            <p:cNvSpPr>
              <a:spLocks noChangeArrowheads="1"/>
            </p:cNvSpPr>
            <p:nvPr/>
          </p:nvSpPr>
          <p:spPr bwMode="auto">
            <a:xfrm>
              <a:off x="7156450" y="1524000"/>
              <a:ext cx="42863" cy="22225"/>
            </a:xfrm>
            <a:custGeom>
              <a:avLst/>
              <a:gdLst>
                <a:gd name="T0" fmla="*/ 104 w 119"/>
                <a:gd name="T1" fmla="*/ 30 h 61"/>
                <a:gd name="T2" fmla="*/ 104 w 119"/>
                <a:gd name="T3" fmla="*/ 30 h 61"/>
                <a:gd name="T4" fmla="*/ 40 w 119"/>
                <a:gd name="T5" fmla="*/ 30 h 61"/>
                <a:gd name="T6" fmla="*/ 37 w 119"/>
                <a:gd name="T7" fmla="*/ 30 h 61"/>
                <a:gd name="T8" fmla="*/ 32 w 119"/>
                <a:gd name="T9" fmla="*/ 24 h 61"/>
                <a:gd name="T10" fmla="*/ 29 w 119"/>
                <a:gd name="T11" fmla="*/ 16 h 61"/>
                <a:gd name="T12" fmla="*/ 15 w 119"/>
                <a:gd name="T13" fmla="*/ 0 h 61"/>
                <a:gd name="T14" fmla="*/ 0 w 119"/>
                <a:gd name="T15" fmla="*/ 16 h 61"/>
                <a:gd name="T16" fmla="*/ 11 w 119"/>
                <a:gd name="T17" fmla="*/ 45 h 61"/>
                <a:gd name="T18" fmla="*/ 22 w 119"/>
                <a:gd name="T19" fmla="*/ 55 h 61"/>
                <a:gd name="T20" fmla="*/ 40 w 119"/>
                <a:gd name="T21" fmla="*/ 60 h 61"/>
                <a:gd name="T22" fmla="*/ 104 w 119"/>
                <a:gd name="T23" fmla="*/ 60 h 61"/>
                <a:gd name="T24" fmla="*/ 118 w 119"/>
                <a:gd name="T25" fmla="*/ 45 h 61"/>
                <a:gd name="T26" fmla="*/ 104 w 119"/>
                <a:gd name="T27" fmla="*/ 3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61">
                  <a:moveTo>
                    <a:pt x="104" y="30"/>
                  </a:moveTo>
                  <a:lnTo>
                    <a:pt x="104" y="30"/>
                  </a:lnTo>
                  <a:cubicBezTo>
                    <a:pt x="40" y="30"/>
                    <a:pt x="40" y="30"/>
                    <a:pt x="40" y="30"/>
                  </a:cubicBezTo>
                  <a:cubicBezTo>
                    <a:pt x="37" y="30"/>
                    <a:pt x="37" y="30"/>
                    <a:pt x="37" y="30"/>
                  </a:cubicBezTo>
                  <a:cubicBezTo>
                    <a:pt x="36" y="28"/>
                    <a:pt x="33" y="27"/>
                    <a:pt x="32" y="24"/>
                  </a:cubicBezTo>
                  <a:cubicBezTo>
                    <a:pt x="30" y="21"/>
                    <a:pt x="29" y="17"/>
                    <a:pt x="29" y="16"/>
                  </a:cubicBezTo>
                  <a:cubicBezTo>
                    <a:pt x="29" y="7"/>
                    <a:pt x="23" y="0"/>
                    <a:pt x="15" y="0"/>
                  </a:cubicBezTo>
                  <a:cubicBezTo>
                    <a:pt x="7" y="0"/>
                    <a:pt x="0" y="7"/>
                    <a:pt x="0" y="16"/>
                  </a:cubicBezTo>
                  <a:cubicBezTo>
                    <a:pt x="0" y="27"/>
                    <a:pt x="4" y="37"/>
                    <a:pt x="11" y="45"/>
                  </a:cubicBezTo>
                  <a:cubicBezTo>
                    <a:pt x="14" y="49"/>
                    <a:pt x="18" y="52"/>
                    <a:pt x="22" y="55"/>
                  </a:cubicBezTo>
                  <a:cubicBezTo>
                    <a:pt x="28" y="58"/>
                    <a:pt x="33" y="60"/>
                    <a:pt x="40" y="60"/>
                  </a:cubicBezTo>
                  <a:cubicBezTo>
                    <a:pt x="104" y="60"/>
                    <a:pt x="104" y="60"/>
                    <a:pt x="104" y="60"/>
                  </a:cubicBezTo>
                  <a:cubicBezTo>
                    <a:pt x="113" y="60"/>
                    <a:pt x="118" y="53"/>
                    <a:pt x="118" y="45"/>
                  </a:cubicBezTo>
                  <a:cubicBezTo>
                    <a:pt x="118" y="37"/>
                    <a:pt x="113" y="30"/>
                    <a:pt x="10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 name="Freeform 30">
              <a:extLst>
                <a:ext uri="{FF2B5EF4-FFF2-40B4-BE49-F238E27FC236}">
                  <a16:creationId xmlns:a16="http://schemas.microsoft.com/office/drawing/2014/main" id="{B7FE9094-8953-F97E-9647-B2AEE4995B69}"/>
                </a:ext>
              </a:extLst>
            </p:cNvPr>
            <p:cNvSpPr>
              <a:spLocks noChangeArrowheads="1"/>
            </p:cNvSpPr>
            <p:nvPr/>
          </p:nvSpPr>
          <p:spPr bwMode="auto">
            <a:xfrm>
              <a:off x="7307263" y="1524000"/>
              <a:ext cx="42862" cy="22225"/>
            </a:xfrm>
            <a:custGeom>
              <a:avLst/>
              <a:gdLst>
                <a:gd name="T0" fmla="*/ 103 w 119"/>
                <a:gd name="T1" fmla="*/ 0 h 61"/>
                <a:gd name="T2" fmla="*/ 103 w 119"/>
                <a:gd name="T3" fmla="*/ 0 h 61"/>
                <a:gd name="T4" fmla="*/ 89 w 119"/>
                <a:gd name="T5" fmla="*/ 16 h 61"/>
                <a:gd name="T6" fmla="*/ 85 w 119"/>
                <a:gd name="T7" fmla="*/ 25 h 61"/>
                <a:gd name="T8" fmla="*/ 81 w 119"/>
                <a:gd name="T9" fmla="*/ 30 h 61"/>
                <a:gd name="T10" fmla="*/ 78 w 119"/>
                <a:gd name="T11" fmla="*/ 30 h 61"/>
                <a:gd name="T12" fmla="*/ 14 w 119"/>
                <a:gd name="T13" fmla="*/ 30 h 61"/>
                <a:gd name="T14" fmla="*/ 0 w 119"/>
                <a:gd name="T15" fmla="*/ 45 h 61"/>
                <a:gd name="T16" fmla="*/ 14 w 119"/>
                <a:gd name="T17" fmla="*/ 60 h 61"/>
                <a:gd name="T18" fmla="*/ 14 w 119"/>
                <a:gd name="T19" fmla="*/ 60 h 61"/>
                <a:gd name="T20" fmla="*/ 78 w 119"/>
                <a:gd name="T21" fmla="*/ 60 h 61"/>
                <a:gd name="T22" fmla="*/ 96 w 119"/>
                <a:gd name="T23" fmla="*/ 55 h 61"/>
                <a:gd name="T24" fmla="*/ 113 w 119"/>
                <a:gd name="T25" fmla="*/ 38 h 61"/>
                <a:gd name="T26" fmla="*/ 118 w 119"/>
                <a:gd name="T27" fmla="*/ 16 h 61"/>
                <a:gd name="T28" fmla="*/ 103 w 119"/>
                <a:gd name="T29" fmla="*/ 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61">
                  <a:moveTo>
                    <a:pt x="103" y="0"/>
                  </a:moveTo>
                  <a:lnTo>
                    <a:pt x="103" y="0"/>
                  </a:lnTo>
                  <a:cubicBezTo>
                    <a:pt x="95" y="0"/>
                    <a:pt x="89" y="7"/>
                    <a:pt x="89" y="16"/>
                  </a:cubicBezTo>
                  <a:cubicBezTo>
                    <a:pt x="89" y="19"/>
                    <a:pt x="88" y="23"/>
                    <a:pt x="85" y="25"/>
                  </a:cubicBezTo>
                  <a:cubicBezTo>
                    <a:pt x="83" y="28"/>
                    <a:pt x="82" y="28"/>
                    <a:pt x="81" y="30"/>
                  </a:cubicBezTo>
                  <a:cubicBezTo>
                    <a:pt x="78" y="30"/>
                    <a:pt x="78" y="30"/>
                    <a:pt x="78" y="30"/>
                  </a:cubicBezTo>
                  <a:cubicBezTo>
                    <a:pt x="14" y="30"/>
                    <a:pt x="14" y="30"/>
                    <a:pt x="14" y="30"/>
                  </a:cubicBezTo>
                  <a:cubicBezTo>
                    <a:pt x="5" y="30"/>
                    <a:pt x="0" y="37"/>
                    <a:pt x="0" y="45"/>
                  </a:cubicBezTo>
                  <a:cubicBezTo>
                    <a:pt x="0" y="53"/>
                    <a:pt x="5" y="60"/>
                    <a:pt x="14" y="60"/>
                  </a:cubicBezTo>
                  <a:lnTo>
                    <a:pt x="14" y="60"/>
                  </a:lnTo>
                  <a:cubicBezTo>
                    <a:pt x="78" y="60"/>
                    <a:pt x="78" y="60"/>
                    <a:pt x="78" y="60"/>
                  </a:cubicBezTo>
                  <a:cubicBezTo>
                    <a:pt x="85" y="60"/>
                    <a:pt x="90" y="58"/>
                    <a:pt x="96" y="55"/>
                  </a:cubicBezTo>
                  <a:cubicBezTo>
                    <a:pt x="103" y="51"/>
                    <a:pt x="109" y="45"/>
                    <a:pt x="113" y="38"/>
                  </a:cubicBezTo>
                  <a:cubicBezTo>
                    <a:pt x="115" y="31"/>
                    <a:pt x="118" y="24"/>
                    <a:pt x="118" y="16"/>
                  </a:cubicBezTo>
                  <a:cubicBezTo>
                    <a:pt x="118"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CC956444-BA72-8C4C-62B5-C2E023BD91DE}"/>
                </a:ext>
              </a:extLst>
            </p:cNvPr>
            <p:cNvSpPr>
              <a:spLocks noChangeArrowheads="1"/>
            </p:cNvSpPr>
            <p:nvPr/>
          </p:nvSpPr>
          <p:spPr bwMode="auto">
            <a:xfrm>
              <a:off x="7124700" y="1417638"/>
              <a:ext cx="258763" cy="193675"/>
            </a:xfrm>
            <a:custGeom>
              <a:avLst/>
              <a:gdLst>
                <a:gd name="T0" fmla="*/ 45 w 718"/>
                <a:gd name="T1" fmla="*/ 208 h 537"/>
                <a:gd name="T2" fmla="*/ 30 w 718"/>
                <a:gd name="T3" fmla="*/ 286 h 537"/>
                <a:gd name="T4" fmla="*/ 65 w 718"/>
                <a:gd name="T5" fmla="*/ 440 h 537"/>
                <a:gd name="T6" fmla="*/ 179 w 718"/>
                <a:gd name="T7" fmla="*/ 491 h 537"/>
                <a:gd name="T8" fmla="*/ 119 w 718"/>
                <a:gd name="T9" fmla="*/ 491 h 537"/>
                <a:gd name="T10" fmla="*/ 90 w 718"/>
                <a:gd name="T11" fmla="*/ 447 h 537"/>
                <a:gd name="T12" fmla="*/ 164 w 718"/>
                <a:gd name="T13" fmla="*/ 536 h 537"/>
                <a:gd name="T14" fmla="*/ 342 w 718"/>
                <a:gd name="T15" fmla="*/ 447 h 537"/>
                <a:gd name="T16" fmla="*/ 551 w 718"/>
                <a:gd name="T17" fmla="*/ 536 h 537"/>
                <a:gd name="T18" fmla="*/ 625 w 718"/>
                <a:gd name="T19" fmla="*/ 447 h 537"/>
                <a:gd name="T20" fmla="*/ 596 w 718"/>
                <a:gd name="T21" fmla="*/ 491 h 537"/>
                <a:gd name="T22" fmla="*/ 536 w 718"/>
                <a:gd name="T23" fmla="*/ 491 h 537"/>
                <a:gd name="T24" fmla="*/ 660 w 718"/>
                <a:gd name="T25" fmla="*/ 435 h 537"/>
                <a:gd name="T26" fmla="*/ 685 w 718"/>
                <a:gd name="T27" fmla="*/ 286 h 537"/>
                <a:gd name="T28" fmla="*/ 673 w 718"/>
                <a:gd name="T29" fmla="*/ 208 h 537"/>
                <a:gd name="T30" fmla="*/ 717 w 718"/>
                <a:gd name="T31" fmla="*/ 168 h 537"/>
                <a:gd name="T32" fmla="*/ 698 w 718"/>
                <a:gd name="T33" fmla="*/ 124 h 537"/>
                <a:gd name="T34" fmla="*/ 585 w 718"/>
                <a:gd name="T35" fmla="*/ 63 h 537"/>
                <a:gd name="T36" fmla="*/ 511 w 718"/>
                <a:gd name="T37" fmla="*/ 5 h 537"/>
                <a:gd name="T38" fmla="*/ 263 w 718"/>
                <a:gd name="T39" fmla="*/ 0 h 537"/>
                <a:gd name="T40" fmla="*/ 130 w 718"/>
                <a:gd name="T41" fmla="*/ 63 h 537"/>
                <a:gd name="T42" fmla="*/ 45 w 718"/>
                <a:gd name="T43" fmla="*/ 119 h 537"/>
                <a:gd name="T44" fmla="*/ 2 w 718"/>
                <a:gd name="T45" fmla="*/ 152 h 537"/>
                <a:gd name="T46" fmla="*/ 23 w 718"/>
                <a:gd name="T47" fmla="*/ 203 h 537"/>
                <a:gd name="T48" fmla="*/ 653 w 718"/>
                <a:gd name="T49" fmla="*/ 402 h 537"/>
                <a:gd name="T50" fmla="*/ 536 w 718"/>
                <a:gd name="T51" fmla="*/ 416 h 537"/>
                <a:gd name="T52" fmla="*/ 208 w 718"/>
                <a:gd name="T53" fmla="*/ 416 h 537"/>
                <a:gd name="T54" fmla="*/ 70 w 718"/>
                <a:gd name="T55" fmla="*/ 409 h 537"/>
                <a:gd name="T56" fmla="*/ 60 w 718"/>
                <a:gd name="T57" fmla="*/ 286 h 537"/>
                <a:gd name="T58" fmla="*/ 356 w 718"/>
                <a:gd name="T59" fmla="*/ 208 h 537"/>
                <a:gd name="T60" fmla="*/ 655 w 718"/>
                <a:gd name="T61" fmla="*/ 286 h 537"/>
                <a:gd name="T62" fmla="*/ 673 w 718"/>
                <a:gd name="T63" fmla="*/ 148 h 537"/>
                <a:gd name="T64" fmla="*/ 687 w 718"/>
                <a:gd name="T65" fmla="*/ 157 h 537"/>
                <a:gd name="T66" fmla="*/ 681 w 718"/>
                <a:gd name="T67" fmla="*/ 176 h 537"/>
                <a:gd name="T68" fmla="*/ 614 w 718"/>
                <a:gd name="T69" fmla="*/ 148 h 537"/>
                <a:gd name="T70" fmla="*/ 159 w 718"/>
                <a:gd name="T71" fmla="*/ 67 h 537"/>
                <a:gd name="T72" fmla="*/ 210 w 718"/>
                <a:gd name="T73" fmla="*/ 34 h 537"/>
                <a:gd name="T74" fmla="*/ 452 w 718"/>
                <a:gd name="T75" fmla="*/ 30 h 537"/>
                <a:gd name="T76" fmla="*/ 556 w 718"/>
                <a:gd name="T77" fmla="*/ 67 h 537"/>
                <a:gd name="T78" fmla="*/ 356 w 718"/>
                <a:gd name="T79" fmla="*/ 179 h 537"/>
                <a:gd name="T80" fmla="*/ 159 w 718"/>
                <a:gd name="T81" fmla="*/ 67 h 537"/>
                <a:gd name="T82" fmla="*/ 31 w 718"/>
                <a:gd name="T83" fmla="*/ 152 h 537"/>
                <a:gd name="T84" fmla="*/ 101 w 718"/>
                <a:gd name="T85" fmla="*/ 148 h 537"/>
                <a:gd name="T86" fmla="*/ 34 w 718"/>
                <a:gd name="T87" fmla="*/ 175 h 537"/>
                <a:gd name="T88" fmla="*/ 31 w 718"/>
                <a:gd name="T89" fmla="*/ 158 h 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8" h="537">
                  <a:moveTo>
                    <a:pt x="23" y="203"/>
                  </a:moveTo>
                  <a:lnTo>
                    <a:pt x="23" y="203"/>
                  </a:lnTo>
                  <a:cubicBezTo>
                    <a:pt x="30" y="205"/>
                    <a:pt x="37" y="208"/>
                    <a:pt x="45" y="208"/>
                  </a:cubicBezTo>
                  <a:cubicBezTo>
                    <a:pt x="63" y="208"/>
                    <a:pt x="63" y="208"/>
                    <a:pt x="63" y="208"/>
                  </a:cubicBezTo>
                  <a:cubicBezTo>
                    <a:pt x="60" y="212"/>
                    <a:pt x="56" y="218"/>
                    <a:pt x="53" y="221"/>
                  </a:cubicBezTo>
                  <a:cubicBezTo>
                    <a:pt x="38" y="240"/>
                    <a:pt x="30" y="263"/>
                    <a:pt x="30" y="286"/>
                  </a:cubicBezTo>
                  <a:cubicBezTo>
                    <a:pt x="30" y="399"/>
                    <a:pt x="30" y="399"/>
                    <a:pt x="30" y="399"/>
                  </a:cubicBezTo>
                  <a:cubicBezTo>
                    <a:pt x="30" y="408"/>
                    <a:pt x="34" y="416"/>
                    <a:pt x="38" y="422"/>
                  </a:cubicBezTo>
                  <a:cubicBezTo>
                    <a:pt x="45" y="430"/>
                    <a:pt x="55" y="435"/>
                    <a:pt x="65" y="440"/>
                  </a:cubicBezTo>
                  <a:cubicBezTo>
                    <a:pt x="74" y="444"/>
                    <a:pt x="84" y="447"/>
                    <a:pt x="94" y="447"/>
                  </a:cubicBezTo>
                  <a:cubicBezTo>
                    <a:pt x="179" y="447"/>
                    <a:pt x="179" y="447"/>
                    <a:pt x="179" y="447"/>
                  </a:cubicBezTo>
                  <a:cubicBezTo>
                    <a:pt x="179" y="491"/>
                    <a:pt x="179" y="491"/>
                    <a:pt x="179" y="491"/>
                  </a:cubicBezTo>
                  <a:cubicBezTo>
                    <a:pt x="179" y="500"/>
                    <a:pt x="172" y="505"/>
                    <a:pt x="164" y="505"/>
                  </a:cubicBezTo>
                  <a:cubicBezTo>
                    <a:pt x="134" y="505"/>
                    <a:pt x="134" y="505"/>
                    <a:pt x="134" y="505"/>
                  </a:cubicBezTo>
                  <a:cubicBezTo>
                    <a:pt x="126" y="505"/>
                    <a:pt x="119" y="500"/>
                    <a:pt x="119" y="491"/>
                  </a:cubicBezTo>
                  <a:cubicBezTo>
                    <a:pt x="119" y="447"/>
                    <a:pt x="119" y="447"/>
                    <a:pt x="119" y="447"/>
                  </a:cubicBezTo>
                  <a:cubicBezTo>
                    <a:pt x="90" y="447"/>
                    <a:pt x="90" y="447"/>
                    <a:pt x="90" y="447"/>
                  </a:cubicBezTo>
                  <a:lnTo>
                    <a:pt x="90" y="447"/>
                  </a:lnTo>
                  <a:cubicBezTo>
                    <a:pt x="90" y="491"/>
                    <a:pt x="90" y="491"/>
                    <a:pt x="90" y="491"/>
                  </a:cubicBezTo>
                  <a:cubicBezTo>
                    <a:pt x="90" y="515"/>
                    <a:pt x="109" y="536"/>
                    <a:pt x="134" y="536"/>
                  </a:cubicBezTo>
                  <a:cubicBezTo>
                    <a:pt x="164" y="536"/>
                    <a:pt x="164" y="536"/>
                    <a:pt x="164" y="536"/>
                  </a:cubicBezTo>
                  <a:cubicBezTo>
                    <a:pt x="189" y="536"/>
                    <a:pt x="208" y="515"/>
                    <a:pt x="208" y="491"/>
                  </a:cubicBezTo>
                  <a:cubicBezTo>
                    <a:pt x="208" y="447"/>
                    <a:pt x="208" y="447"/>
                    <a:pt x="208" y="447"/>
                  </a:cubicBezTo>
                  <a:cubicBezTo>
                    <a:pt x="342" y="447"/>
                    <a:pt x="342" y="447"/>
                    <a:pt x="342" y="447"/>
                  </a:cubicBezTo>
                  <a:cubicBezTo>
                    <a:pt x="507" y="447"/>
                    <a:pt x="507" y="447"/>
                    <a:pt x="507" y="447"/>
                  </a:cubicBezTo>
                  <a:cubicBezTo>
                    <a:pt x="507" y="491"/>
                    <a:pt x="507" y="491"/>
                    <a:pt x="507" y="491"/>
                  </a:cubicBezTo>
                  <a:cubicBezTo>
                    <a:pt x="507" y="515"/>
                    <a:pt x="526" y="536"/>
                    <a:pt x="551" y="536"/>
                  </a:cubicBezTo>
                  <a:cubicBezTo>
                    <a:pt x="581" y="536"/>
                    <a:pt x="581" y="536"/>
                    <a:pt x="581" y="536"/>
                  </a:cubicBezTo>
                  <a:cubicBezTo>
                    <a:pt x="606" y="536"/>
                    <a:pt x="625" y="515"/>
                    <a:pt x="625" y="491"/>
                  </a:cubicBezTo>
                  <a:cubicBezTo>
                    <a:pt x="625" y="447"/>
                    <a:pt x="625" y="447"/>
                    <a:pt x="625" y="447"/>
                  </a:cubicBezTo>
                  <a:cubicBezTo>
                    <a:pt x="596" y="447"/>
                    <a:pt x="596" y="447"/>
                    <a:pt x="596" y="447"/>
                  </a:cubicBezTo>
                  <a:lnTo>
                    <a:pt x="596" y="447"/>
                  </a:lnTo>
                  <a:cubicBezTo>
                    <a:pt x="596" y="491"/>
                    <a:pt x="596" y="491"/>
                    <a:pt x="596" y="491"/>
                  </a:cubicBezTo>
                  <a:cubicBezTo>
                    <a:pt x="596" y="500"/>
                    <a:pt x="589" y="505"/>
                    <a:pt x="581" y="505"/>
                  </a:cubicBezTo>
                  <a:cubicBezTo>
                    <a:pt x="551" y="505"/>
                    <a:pt x="551" y="505"/>
                    <a:pt x="551" y="505"/>
                  </a:cubicBezTo>
                  <a:cubicBezTo>
                    <a:pt x="543" y="505"/>
                    <a:pt x="536" y="500"/>
                    <a:pt x="536" y="491"/>
                  </a:cubicBezTo>
                  <a:cubicBezTo>
                    <a:pt x="536" y="447"/>
                    <a:pt x="536" y="447"/>
                    <a:pt x="536" y="447"/>
                  </a:cubicBezTo>
                  <a:cubicBezTo>
                    <a:pt x="621" y="447"/>
                    <a:pt x="621" y="447"/>
                    <a:pt x="621" y="447"/>
                  </a:cubicBezTo>
                  <a:cubicBezTo>
                    <a:pt x="635" y="447"/>
                    <a:pt x="648" y="442"/>
                    <a:pt x="660" y="435"/>
                  </a:cubicBezTo>
                  <a:cubicBezTo>
                    <a:pt x="666" y="431"/>
                    <a:pt x="671" y="427"/>
                    <a:pt x="677" y="422"/>
                  </a:cubicBezTo>
                  <a:cubicBezTo>
                    <a:pt x="681" y="416"/>
                    <a:pt x="685" y="408"/>
                    <a:pt x="685" y="399"/>
                  </a:cubicBezTo>
                  <a:cubicBezTo>
                    <a:pt x="685" y="286"/>
                    <a:pt x="685" y="286"/>
                    <a:pt x="685" y="286"/>
                  </a:cubicBezTo>
                  <a:cubicBezTo>
                    <a:pt x="685" y="263"/>
                    <a:pt x="677" y="239"/>
                    <a:pt x="662" y="221"/>
                  </a:cubicBezTo>
                  <a:cubicBezTo>
                    <a:pt x="657" y="217"/>
                    <a:pt x="655" y="212"/>
                    <a:pt x="652" y="208"/>
                  </a:cubicBezTo>
                  <a:cubicBezTo>
                    <a:pt x="673" y="208"/>
                    <a:pt x="673" y="208"/>
                    <a:pt x="673" y="208"/>
                  </a:cubicBezTo>
                  <a:cubicBezTo>
                    <a:pt x="684" y="208"/>
                    <a:pt x="694" y="204"/>
                    <a:pt x="702" y="198"/>
                  </a:cubicBezTo>
                  <a:cubicBezTo>
                    <a:pt x="706" y="194"/>
                    <a:pt x="709" y="190"/>
                    <a:pt x="712" y="186"/>
                  </a:cubicBezTo>
                  <a:cubicBezTo>
                    <a:pt x="714" y="180"/>
                    <a:pt x="717" y="175"/>
                    <a:pt x="717" y="168"/>
                  </a:cubicBezTo>
                  <a:cubicBezTo>
                    <a:pt x="717" y="164"/>
                    <a:pt x="717" y="159"/>
                    <a:pt x="716" y="154"/>
                  </a:cubicBezTo>
                  <a:cubicBezTo>
                    <a:pt x="716" y="150"/>
                    <a:pt x="714" y="145"/>
                    <a:pt x="713" y="141"/>
                  </a:cubicBezTo>
                  <a:cubicBezTo>
                    <a:pt x="710" y="136"/>
                    <a:pt x="706" y="129"/>
                    <a:pt x="698" y="124"/>
                  </a:cubicBezTo>
                  <a:cubicBezTo>
                    <a:pt x="691" y="120"/>
                    <a:pt x="682" y="119"/>
                    <a:pt x="673" y="119"/>
                  </a:cubicBezTo>
                  <a:cubicBezTo>
                    <a:pt x="600" y="119"/>
                    <a:pt x="600" y="119"/>
                    <a:pt x="600" y="119"/>
                  </a:cubicBezTo>
                  <a:cubicBezTo>
                    <a:pt x="593" y="101"/>
                    <a:pt x="588" y="83"/>
                    <a:pt x="585" y="63"/>
                  </a:cubicBezTo>
                  <a:lnTo>
                    <a:pt x="585" y="63"/>
                  </a:lnTo>
                  <a:cubicBezTo>
                    <a:pt x="582" y="48"/>
                    <a:pt x="575" y="35"/>
                    <a:pt x="564" y="27"/>
                  </a:cubicBezTo>
                  <a:cubicBezTo>
                    <a:pt x="550" y="13"/>
                    <a:pt x="530" y="7"/>
                    <a:pt x="511" y="5"/>
                  </a:cubicBezTo>
                  <a:cubicBezTo>
                    <a:pt x="491" y="0"/>
                    <a:pt x="470" y="0"/>
                    <a:pt x="452" y="0"/>
                  </a:cubicBezTo>
                  <a:cubicBezTo>
                    <a:pt x="342" y="0"/>
                    <a:pt x="342" y="0"/>
                    <a:pt x="342" y="0"/>
                  </a:cubicBezTo>
                  <a:cubicBezTo>
                    <a:pt x="263" y="0"/>
                    <a:pt x="263" y="0"/>
                    <a:pt x="263" y="0"/>
                  </a:cubicBezTo>
                  <a:cubicBezTo>
                    <a:pt x="239" y="0"/>
                    <a:pt x="210" y="0"/>
                    <a:pt x="185" y="9"/>
                  </a:cubicBezTo>
                  <a:cubicBezTo>
                    <a:pt x="172" y="11"/>
                    <a:pt x="161" y="17"/>
                    <a:pt x="151" y="27"/>
                  </a:cubicBezTo>
                  <a:cubicBezTo>
                    <a:pt x="140" y="35"/>
                    <a:pt x="133" y="48"/>
                    <a:pt x="130" y="63"/>
                  </a:cubicBezTo>
                  <a:lnTo>
                    <a:pt x="130" y="63"/>
                  </a:lnTo>
                  <a:cubicBezTo>
                    <a:pt x="129" y="80"/>
                    <a:pt x="123" y="99"/>
                    <a:pt x="115" y="119"/>
                  </a:cubicBezTo>
                  <a:cubicBezTo>
                    <a:pt x="45" y="119"/>
                    <a:pt x="45" y="119"/>
                    <a:pt x="45" y="119"/>
                  </a:cubicBezTo>
                  <a:cubicBezTo>
                    <a:pt x="37" y="119"/>
                    <a:pt x="28" y="120"/>
                    <a:pt x="21" y="123"/>
                  </a:cubicBezTo>
                  <a:cubicBezTo>
                    <a:pt x="17" y="126"/>
                    <a:pt x="12" y="129"/>
                    <a:pt x="9" y="133"/>
                  </a:cubicBezTo>
                  <a:cubicBezTo>
                    <a:pt x="5" y="140"/>
                    <a:pt x="2" y="147"/>
                    <a:pt x="2" y="152"/>
                  </a:cubicBezTo>
                  <a:cubicBezTo>
                    <a:pt x="0" y="158"/>
                    <a:pt x="0" y="164"/>
                    <a:pt x="0" y="168"/>
                  </a:cubicBezTo>
                  <a:cubicBezTo>
                    <a:pt x="0" y="175"/>
                    <a:pt x="2" y="180"/>
                    <a:pt x="5" y="186"/>
                  </a:cubicBezTo>
                  <a:cubicBezTo>
                    <a:pt x="9" y="193"/>
                    <a:pt x="16" y="198"/>
                    <a:pt x="23" y="203"/>
                  </a:cubicBezTo>
                  <a:close/>
                  <a:moveTo>
                    <a:pt x="655" y="399"/>
                  </a:moveTo>
                  <a:lnTo>
                    <a:pt x="655" y="399"/>
                  </a:lnTo>
                  <a:cubicBezTo>
                    <a:pt x="655" y="399"/>
                    <a:pt x="655" y="401"/>
                    <a:pt x="653" y="402"/>
                  </a:cubicBezTo>
                  <a:cubicBezTo>
                    <a:pt x="650" y="405"/>
                    <a:pt x="645" y="409"/>
                    <a:pt x="639" y="412"/>
                  </a:cubicBezTo>
                  <a:cubicBezTo>
                    <a:pt x="632" y="415"/>
                    <a:pt x="625" y="416"/>
                    <a:pt x="621" y="416"/>
                  </a:cubicBezTo>
                  <a:cubicBezTo>
                    <a:pt x="536" y="416"/>
                    <a:pt x="536" y="416"/>
                    <a:pt x="536" y="416"/>
                  </a:cubicBezTo>
                  <a:cubicBezTo>
                    <a:pt x="507" y="416"/>
                    <a:pt x="507" y="416"/>
                    <a:pt x="507" y="416"/>
                  </a:cubicBezTo>
                  <a:cubicBezTo>
                    <a:pt x="342" y="416"/>
                    <a:pt x="342" y="416"/>
                    <a:pt x="342" y="416"/>
                  </a:cubicBezTo>
                  <a:cubicBezTo>
                    <a:pt x="208" y="416"/>
                    <a:pt x="208" y="416"/>
                    <a:pt x="208" y="416"/>
                  </a:cubicBezTo>
                  <a:cubicBezTo>
                    <a:pt x="179" y="416"/>
                    <a:pt x="179" y="416"/>
                    <a:pt x="179" y="416"/>
                  </a:cubicBezTo>
                  <a:cubicBezTo>
                    <a:pt x="94" y="416"/>
                    <a:pt x="94" y="416"/>
                    <a:pt x="94" y="416"/>
                  </a:cubicBezTo>
                  <a:cubicBezTo>
                    <a:pt x="88" y="416"/>
                    <a:pt x="77" y="413"/>
                    <a:pt x="70" y="409"/>
                  </a:cubicBezTo>
                  <a:cubicBezTo>
                    <a:pt x="66" y="408"/>
                    <a:pt x="63" y="405"/>
                    <a:pt x="62" y="402"/>
                  </a:cubicBezTo>
                  <a:cubicBezTo>
                    <a:pt x="60" y="401"/>
                    <a:pt x="60" y="399"/>
                    <a:pt x="60" y="399"/>
                  </a:cubicBezTo>
                  <a:cubicBezTo>
                    <a:pt x="60" y="286"/>
                    <a:pt x="60" y="286"/>
                    <a:pt x="60" y="286"/>
                  </a:cubicBezTo>
                  <a:cubicBezTo>
                    <a:pt x="60" y="270"/>
                    <a:pt x="66" y="253"/>
                    <a:pt x="77" y="240"/>
                  </a:cubicBezTo>
                  <a:cubicBezTo>
                    <a:pt x="87" y="228"/>
                    <a:pt x="98" y="212"/>
                    <a:pt x="108" y="196"/>
                  </a:cubicBezTo>
                  <a:cubicBezTo>
                    <a:pt x="183" y="204"/>
                    <a:pt x="268" y="208"/>
                    <a:pt x="356" y="208"/>
                  </a:cubicBezTo>
                  <a:cubicBezTo>
                    <a:pt x="440" y="208"/>
                    <a:pt x="525" y="204"/>
                    <a:pt x="607" y="196"/>
                  </a:cubicBezTo>
                  <a:cubicBezTo>
                    <a:pt x="617" y="212"/>
                    <a:pt x="628" y="226"/>
                    <a:pt x="638" y="240"/>
                  </a:cubicBezTo>
                  <a:cubicBezTo>
                    <a:pt x="649" y="253"/>
                    <a:pt x="655" y="270"/>
                    <a:pt x="655" y="286"/>
                  </a:cubicBezTo>
                  <a:lnTo>
                    <a:pt x="655" y="399"/>
                  </a:lnTo>
                  <a:close/>
                  <a:moveTo>
                    <a:pt x="673" y="148"/>
                  </a:moveTo>
                  <a:lnTo>
                    <a:pt x="673" y="148"/>
                  </a:lnTo>
                  <a:cubicBezTo>
                    <a:pt x="678" y="148"/>
                    <a:pt x="682" y="150"/>
                    <a:pt x="684" y="151"/>
                  </a:cubicBezTo>
                  <a:cubicBezTo>
                    <a:pt x="685" y="151"/>
                    <a:pt x="685" y="151"/>
                    <a:pt x="685" y="151"/>
                  </a:cubicBezTo>
                  <a:cubicBezTo>
                    <a:pt x="685" y="152"/>
                    <a:pt x="687" y="154"/>
                    <a:pt x="687" y="157"/>
                  </a:cubicBezTo>
                  <a:cubicBezTo>
                    <a:pt x="687" y="159"/>
                    <a:pt x="687" y="164"/>
                    <a:pt x="687" y="168"/>
                  </a:cubicBezTo>
                  <a:cubicBezTo>
                    <a:pt x="687" y="170"/>
                    <a:pt x="687" y="170"/>
                    <a:pt x="687" y="170"/>
                  </a:cubicBezTo>
                  <a:cubicBezTo>
                    <a:pt x="685" y="172"/>
                    <a:pt x="684" y="175"/>
                    <a:pt x="681" y="176"/>
                  </a:cubicBezTo>
                  <a:cubicBezTo>
                    <a:pt x="678" y="177"/>
                    <a:pt x="674" y="179"/>
                    <a:pt x="673" y="179"/>
                  </a:cubicBezTo>
                  <a:cubicBezTo>
                    <a:pt x="631" y="179"/>
                    <a:pt x="631" y="179"/>
                    <a:pt x="631" y="179"/>
                  </a:cubicBezTo>
                  <a:cubicBezTo>
                    <a:pt x="625" y="169"/>
                    <a:pt x="618" y="159"/>
                    <a:pt x="614" y="148"/>
                  </a:cubicBezTo>
                  <a:lnTo>
                    <a:pt x="673" y="148"/>
                  </a:lnTo>
                  <a:close/>
                  <a:moveTo>
                    <a:pt x="159" y="67"/>
                  </a:moveTo>
                  <a:lnTo>
                    <a:pt x="159" y="67"/>
                  </a:lnTo>
                  <a:lnTo>
                    <a:pt x="159" y="67"/>
                  </a:lnTo>
                  <a:cubicBezTo>
                    <a:pt x="162" y="59"/>
                    <a:pt x="165" y="53"/>
                    <a:pt x="171" y="49"/>
                  </a:cubicBezTo>
                  <a:cubicBezTo>
                    <a:pt x="179" y="41"/>
                    <a:pt x="193" y="37"/>
                    <a:pt x="210" y="34"/>
                  </a:cubicBezTo>
                  <a:cubicBezTo>
                    <a:pt x="226" y="30"/>
                    <a:pt x="246" y="30"/>
                    <a:pt x="263" y="30"/>
                  </a:cubicBezTo>
                  <a:cubicBezTo>
                    <a:pt x="342" y="30"/>
                    <a:pt x="342" y="30"/>
                    <a:pt x="342" y="30"/>
                  </a:cubicBezTo>
                  <a:cubicBezTo>
                    <a:pt x="452" y="30"/>
                    <a:pt x="452" y="30"/>
                    <a:pt x="452" y="30"/>
                  </a:cubicBezTo>
                  <a:cubicBezTo>
                    <a:pt x="476" y="30"/>
                    <a:pt x="501" y="31"/>
                    <a:pt x="522" y="37"/>
                  </a:cubicBezTo>
                  <a:cubicBezTo>
                    <a:pt x="532" y="39"/>
                    <a:pt x="539" y="44"/>
                    <a:pt x="544" y="49"/>
                  </a:cubicBezTo>
                  <a:cubicBezTo>
                    <a:pt x="550" y="53"/>
                    <a:pt x="554" y="59"/>
                    <a:pt x="556" y="67"/>
                  </a:cubicBezTo>
                  <a:lnTo>
                    <a:pt x="556" y="67"/>
                  </a:lnTo>
                  <a:cubicBezTo>
                    <a:pt x="561" y="105"/>
                    <a:pt x="574" y="138"/>
                    <a:pt x="590" y="168"/>
                  </a:cubicBezTo>
                  <a:cubicBezTo>
                    <a:pt x="514" y="175"/>
                    <a:pt x="434" y="179"/>
                    <a:pt x="356" y="179"/>
                  </a:cubicBezTo>
                  <a:cubicBezTo>
                    <a:pt x="274" y="179"/>
                    <a:pt x="196" y="175"/>
                    <a:pt x="125" y="168"/>
                  </a:cubicBezTo>
                  <a:cubicBezTo>
                    <a:pt x="126" y="165"/>
                    <a:pt x="127" y="164"/>
                    <a:pt x="129" y="161"/>
                  </a:cubicBezTo>
                  <a:cubicBezTo>
                    <a:pt x="144" y="130"/>
                    <a:pt x="157" y="98"/>
                    <a:pt x="159" y="67"/>
                  </a:cubicBezTo>
                  <a:close/>
                  <a:moveTo>
                    <a:pt x="31" y="158"/>
                  </a:moveTo>
                  <a:lnTo>
                    <a:pt x="31" y="158"/>
                  </a:lnTo>
                  <a:cubicBezTo>
                    <a:pt x="31" y="155"/>
                    <a:pt x="31" y="154"/>
                    <a:pt x="31" y="152"/>
                  </a:cubicBezTo>
                  <a:cubicBezTo>
                    <a:pt x="33" y="151"/>
                    <a:pt x="33" y="151"/>
                    <a:pt x="34" y="151"/>
                  </a:cubicBezTo>
                  <a:cubicBezTo>
                    <a:pt x="35" y="150"/>
                    <a:pt x="38" y="148"/>
                    <a:pt x="45" y="148"/>
                  </a:cubicBezTo>
                  <a:cubicBezTo>
                    <a:pt x="101" y="148"/>
                    <a:pt x="101" y="148"/>
                    <a:pt x="101" y="148"/>
                  </a:cubicBezTo>
                  <a:cubicBezTo>
                    <a:pt x="95" y="159"/>
                    <a:pt x="90" y="169"/>
                    <a:pt x="84" y="179"/>
                  </a:cubicBezTo>
                  <a:cubicBezTo>
                    <a:pt x="45" y="179"/>
                    <a:pt x="45" y="179"/>
                    <a:pt x="45" y="179"/>
                  </a:cubicBezTo>
                  <a:cubicBezTo>
                    <a:pt x="42" y="179"/>
                    <a:pt x="37" y="177"/>
                    <a:pt x="34" y="175"/>
                  </a:cubicBezTo>
                  <a:cubicBezTo>
                    <a:pt x="33" y="173"/>
                    <a:pt x="31" y="172"/>
                    <a:pt x="31" y="170"/>
                  </a:cubicBezTo>
                  <a:cubicBezTo>
                    <a:pt x="30" y="168"/>
                    <a:pt x="30" y="168"/>
                    <a:pt x="30" y="168"/>
                  </a:cubicBezTo>
                  <a:cubicBezTo>
                    <a:pt x="30" y="164"/>
                    <a:pt x="30" y="161"/>
                    <a:pt x="31" y="1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20D3BB18-AEF7-79BD-D15B-BF3E093C6117}"/>
              </a:ext>
            </a:extLst>
          </p:cNvPr>
          <p:cNvGrpSpPr/>
          <p:nvPr/>
        </p:nvGrpSpPr>
        <p:grpSpPr>
          <a:xfrm>
            <a:off x="9747919" y="1015107"/>
            <a:ext cx="184150" cy="258762"/>
            <a:chOff x="8720138" y="1363663"/>
            <a:chExt cx="184150" cy="258762"/>
          </a:xfrm>
          <a:solidFill>
            <a:schemeClr val="tx2"/>
          </a:solidFill>
        </p:grpSpPr>
        <p:sp>
          <p:nvSpPr>
            <p:cNvPr id="41" name="Freeform 32">
              <a:extLst>
                <a:ext uri="{FF2B5EF4-FFF2-40B4-BE49-F238E27FC236}">
                  <a16:creationId xmlns:a16="http://schemas.microsoft.com/office/drawing/2014/main" id="{BFDCD344-B1C1-E4D5-65FC-FC87E50A4A2F}"/>
                </a:ext>
              </a:extLst>
            </p:cNvPr>
            <p:cNvSpPr>
              <a:spLocks noChangeArrowheads="1"/>
            </p:cNvSpPr>
            <p:nvPr/>
          </p:nvSpPr>
          <p:spPr bwMode="auto">
            <a:xfrm>
              <a:off x="8720138" y="1363663"/>
              <a:ext cx="44450" cy="258762"/>
            </a:xfrm>
            <a:custGeom>
              <a:avLst/>
              <a:gdLst>
                <a:gd name="T0" fmla="*/ 14 w 122"/>
                <a:gd name="T1" fmla="*/ 715 h 718"/>
                <a:gd name="T2" fmla="*/ 14 w 122"/>
                <a:gd name="T3" fmla="*/ 715 h 718"/>
                <a:gd name="T4" fmla="*/ 30 w 122"/>
                <a:gd name="T5" fmla="*/ 703 h 718"/>
                <a:gd name="T6" fmla="*/ 120 w 122"/>
                <a:gd name="T7" fmla="*/ 18 h 718"/>
                <a:gd name="T8" fmla="*/ 107 w 122"/>
                <a:gd name="T9" fmla="*/ 1 h 718"/>
                <a:gd name="T10" fmla="*/ 90 w 122"/>
                <a:gd name="T11" fmla="*/ 14 h 718"/>
                <a:gd name="T12" fmla="*/ 1 w 122"/>
                <a:gd name="T13" fmla="*/ 698 h 718"/>
                <a:gd name="T14" fmla="*/ 14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4" y="715"/>
                  </a:moveTo>
                  <a:lnTo>
                    <a:pt x="14" y="715"/>
                  </a:lnTo>
                  <a:cubicBezTo>
                    <a:pt x="22" y="717"/>
                    <a:pt x="29" y="711"/>
                    <a:pt x="30" y="703"/>
                  </a:cubicBezTo>
                  <a:cubicBezTo>
                    <a:pt x="120" y="18"/>
                    <a:pt x="120" y="18"/>
                    <a:pt x="120" y="18"/>
                  </a:cubicBezTo>
                  <a:cubicBezTo>
                    <a:pt x="121" y="9"/>
                    <a:pt x="115" y="3"/>
                    <a:pt x="107" y="1"/>
                  </a:cubicBezTo>
                  <a:cubicBezTo>
                    <a:pt x="99" y="0"/>
                    <a:pt x="92" y="5"/>
                    <a:pt x="90" y="14"/>
                  </a:cubicBezTo>
                  <a:cubicBezTo>
                    <a:pt x="1" y="698"/>
                    <a:pt x="1" y="698"/>
                    <a:pt x="1" y="698"/>
                  </a:cubicBezTo>
                  <a:cubicBezTo>
                    <a:pt x="0" y="707"/>
                    <a:pt x="5" y="714"/>
                    <a:pt x="14"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3">
              <a:extLst>
                <a:ext uri="{FF2B5EF4-FFF2-40B4-BE49-F238E27FC236}">
                  <a16:creationId xmlns:a16="http://schemas.microsoft.com/office/drawing/2014/main" id="{109DEBCD-1AA1-5272-B265-E42C1765EA1B}"/>
                </a:ext>
              </a:extLst>
            </p:cNvPr>
            <p:cNvSpPr>
              <a:spLocks noChangeArrowheads="1"/>
            </p:cNvSpPr>
            <p:nvPr/>
          </p:nvSpPr>
          <p:spPr bwMode="auto">
            <a:xfrm>
              <a:off x="8859838" y="1363663"/>
              <a:ext cx="44450" cy="258762"/>
            </a:xfrm>
            <a:custGeom>
              <a:avLst/>
              <a:gdLst>
                <a:gd name="T0" fmla="*/ 107 w 122"/>
                <a:gd name="T1" fmla="*/ 715 h 718"/>
                <a:gd name="T2" fmla="*/ 107 w 122"/>
                <a:gd name="T3" fmla="*/ 715 h 718"/>
                <a:gd name="T4" fmla="*/ 120 w 122"/>
                <a:gd name="T5" fmla="*/ 698 h 718"/>
                <a:gd name="T6" fmla="*/ 31 w 122"/>
                <a:gd name="T7" fmla="*/ 14 h 718"/>
                <a:gd name="T8" fmla="*/ 14 w 122"/>
                <a:gd name="T9" fmla="*/ 1 h 718"/>
                <a:gd name="T10" fmla="*/ 1 w 122"/>
                <a:gd name="T11" fmla="*/ 18 h 718"/>
                <a:gd name="T12" fmla="*/ 91 w 122"/>
                <a:gd name="T13" fmla="*/ 703 h 718"/>
                <a:gd name="T14" fmla="*/ 107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07" y="715"/>
                  </a:moveTo>
                  <a:lnTo>
                    <a:pt x="107" y="715"/>
                  </a:lnTo>
                  <a:cubicBezTo>
                    <a:pt x="116" y="714"/>
                    <a:pt x="121" y="707"/>
                    <a:pt x="120" y="698"/>
                  </a:cubicBezTo>
                  <a:cubicBezTo>
                    <a:pt x="31" y="14"/>
                    <a:pt x="31" y="14"/>
                    <a:pt x="31" y="14"/>
                  </a:cubicBezTo>
                  <a:cubicBezTo>
                    <a:pt x="31" y="5"/>
                    <a:pt x="22" y="0"/>
                    <a:pt x="14" y="1"/>
                  </a:cubicBezTo>
                  <a:cubicBezTo>
                    <a:pt x="5" y="3"/>
                    <a:pt x="0" y="9"/>
                    <a:pt x="1" y="18"/>
                  </a:cubicBezTo>
                  <a:cubicBezTo>
                    <a:pt x="91" y="703"/>
                    <a:pt x="91" y="703"/>
                    <a:pt x="91" y="703"/>
                  </a:cubicBezTo>
                  <a:cubicBezTo>
                    <a:pt x="92" y="711"/>
                    <a:pt x="99" y="717"/>
                    <a:pt x="107"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4">
              <a:extLst>
                <a:ext uri="{FF2B5EF4-FFF2-40B4-BE49-F238E27FC236}">
                  <a16:creationId xmlns:a16="http://schemas.microsoft.com/office/drawing/2014/main" id="{DDE486CC-C9B6-3FE5-C0C0-D35375FA0FDA}"/>
                </a:ext>
              </a:extLst>
            </p:cNvPr>
            <p:cNvSpPr>
              <a:spLocks noChangeArrowheads="1"/>
            </p:cNvSpPr>
            <p:nvPr/>
          </p:nvSpPr>
          <p:spPr bwMode="auto">
            <a:xfrm>
              <a:off x="8805863" y="1395413"/>
              <a:ext cx="11112" cy="53975"/>
            </a:xfrm>
            <a:custGeom>
              <a:avLst/>
              <a:gdLst>
                <a:gd name="T0" fmla="*/ 31 w 32"/>
                <a:gd name="T1" fmla="*/ 0 h 151"/>
                <a:gd name="T2" fmla="*/ 0 w 32"/>
                <a:gd name="T3" fmla="*/ 0 h 151"/>
                <a:gd name="T4" fmla="*/ 0 w 32"/>
                <a:gd name="T5" fmla="*/ 150 h 151"/>
                <a:gd name="T6" fmla="*/ 31 w 32"/>
                <a:gd name="T7" fmla="*/ 150 h 151"/>
                <a:gd name="T8" fmla="*/ 31 w 32"/>
                <a:gd name="T9" fmla="*/ 0 h 151"/>
              </a:gdLst>
              <a:ahLst/>
              <a:cxnLst>
                <a:cxn ang="0">
                  <a:pos x="T0" y="T1"/>
                </a:cxn>
                <a:cxn ang="0">
                  <a:pos x="T2" y="T3"/>
                </a:cxn>
                <a:cxn ang="0">
                  <a:pos x="T4" y="T5"/>
                </a:cxn>
                <a:cxn ang="0">
                  <a:pos x="T6" y="T7"/>
                </a:cxn>
                <a:cxn ang="0">
                  <a:pos x="T8" y="T9"/>
                </a:cxn>
              </a:cxnLst>
              <a:rect l="0" t="0" r="r" b="b"/>
              <a:pathLst>
                <a:path w="32" h="151">
                  <a:moveTo>
                    <a:pt x="31" y="0"/>
                  </a:moveTo>
                  <a:lnTo>
                    <a:pt x="0" y="0"/>
                  </a:lnTo>
                  <a:lnTo>
                    <a:pt x="0" y="150"/>
                  </a:lnTo>
                  <a:lnTo>
                    <a:pt x="31" y="150"/>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5">
              <a:extLst>
                <a:ext uri="{FF2B5EF4-FFF2-40B4-BE49-F238E27FC236}">
                  <a16:creationId xmlns:a16="http://schemas.microsoft.com/office/drawing/2014/main" id="{A005EB09-4FF7-EB19-2034-F22C5CD5E8E6}"/>
                </a:ext>
              </a:extLst>
            </p:cNvPr>
            <p:cNvSpPr>
              <a:spLocks noChangeArrowheads="1"/>
            </p:cNvSpPr>
            <p:nvPr/>
          </p:nvSpPr>
          <p:spPr bwMode="auto">
            <a:xfrm>
              <a:off x="8805863" y="1470025"/>
              <a:ext cx="11112" cy="53975"/>
            </a:xfrm>
            <a:custGeom>
              <a:avLst/>
              <a:gdLst>
                <a:gd name="T0" fmla="*/ 31 w 32"/>
                <a:gd name="T1" fmla="*/ 0 h 150"/>
                <a:gd name="T2" fmla="*/ 0 w 32"/>
                <a:gd name="T3" fmla="*/ 0 h 150"/>
                <a:gd name="T4" fmla="*/ 0 w 32"/>
                <a:gd name="T5" fmla="*/ 149 h 150"/>
                <a:gd name="T6" fmla="*/ 31 w 32"/>
                <a:gd name="T7" fmla="*/ 149 h 150"/>
                <a:gd name="T8" fmla="*/ 31 w 32"/>
                <a:gd name="T9" fmla="*/ 0 h 150"/>
              </a:gdLst>
              <a:ahLst/>
              <a:cxnLst>
                <a:cxn ang="0">
                  <a:pos x="T0" y="T1"/>
                </a:cxn>
                <a:cxn ang="0">
                  <a:pos x="T2" y="T3"/>
                </a:cxn>
                <a:cxn ang="0">
                  <a:pos x="T4" y="T5"/>
                </a:cxn>
                <a:cxn ang="0">
                  <a:pos x="T6" y="T7"/>
                </a:cxn>
                <a:cxn ang="0">
                  <a:pos x="T8" y="T9"/>
                </a:cxn>
              </a:cxnLst>
              <a:rect l="0" t="0" r="r" b="b"/>
              <a:pathLst>
                <a:path w="32" h="150">
                  <a:moveTo>
                    <a:pt x="31" y="0"/>
                  </a:moveTo>
                  <a:lnTo>
                    <a:pt x="0" y="0"/>
                  </a:lnTo>
                  <a:lnTo>
                    <a:pt x="0" y="149"/>
                  </a:lnTo>
                  <a:lnTo>
                    <a:pt x="31" y="149"/>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 name="Freeform 36">
              <a:extLst>
                <a:ext uri="{FF2B5EF4-FFF2-40B4-BE49-F238E27FC236}">
                  <a16:creationId xmlns:a16="http://schemas.microsoft.com/office/drawing/2014/main" id="{A325E6F4-FE0E-D285-DAAB-784B3A96A423}"/>
                </a:ext>
              </a:extLst>
            </p:cNvPr>
            <p:cNvSpPr>
              <a:spLocks noChangeArrowheads="1"/>
            </p:cNvSpPr>
            <p:nvPr/>
          </p:nvSpPr>
          <p:spPr bwMode="auto">
            <a:xfrm>
              <a:off x="8805863" y="1557338"/>
              <a:ext cx="11112" cy="53975"/>
            </a:xfrm>
            <a:custGeom>
              <a:avLst/>
              <a:gdLst>
                <a:gd name="T0" fmla="*/ 0 w 32"/>
                <a:gd name="T1" fmla="*/ 149 h 150"/>
                <a:gd name="T2" fmla="*/ 31 w 32"/>
                <a:gd name="T3" fmla="*/ 149 h 150"/>
                <a:gd name="T4" fmla="*/ 31 w 32"/>
                <a:gd name="T5" fmla="*/ 0 h 150"/>
                <a:gd name="T6" fmla="*/ 0 w 32"/>
                <a:gd name="T7" fmla="*/ 0 h 150"/>
                <a:gd name="T8" fmla="*/ 0 w 32"/>
                <a:gd name="T9" fmla="*/ 149 h 150"/>
              </a:gdLst>
              <a:ahLst/>
              <a:cxnLst>
                <a:cxn ang="0">
                  <a:pos x="T0" y="T1"/>
                </a:cxn>
                <a:cxn ang="0">
                  <a:pos x="T2" y="T3"/>
                </a:cxn>
                <a:cxn ang="0">
                  <a:pos x="T4" y="T5"/>
                </a:cxn>
                <a:cxn ang="0">
                  <a:pos x="T6" y="T7"/>
                </a:cxn>
                <a:cxn ang="0">
                  <a:pos x="T8" y="T9"/>
                </a:cxn>
              </a:cxnLst>
              <a:rect l="0" t="0" r="r" b="b"/>
              <a:pathLst>
                <a:path w="32" h="150">
                  <a:moveTo>
                    <a:pt x="0" y="149"/>
                  </a:moveTo>
                  <a:lnTo>
                    <a:pt x="31" y="149"/>
                  </a:lnTo>
                  <a:lnTo>
                    <a:pt x="31" y="0"/>
                  </a:lnTo>
                  <a:lnTo>
                    <a:pt x="0" y="0"/>
                  </a:lnTo>
                  <a:lnTo>
                    <a:pt x="0" y="14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 name="Group 49">
            <a:extLst>
              <a:ext uri="{FF2B5EF4-FFF2-40B4-BE49-F238E27FC236}">
                <a16:creationId xmlns:a16="http://schemas.microsoft.com/office/drawing/2014/main" id="{492EAEE4-60B2-75D6-0DBB-27EC00AC2A37}"/>
              </a:ext>
            </a:extLst>
          </p:cNvPr>
          <p:cNvGrpSpPr/>
          <p:nvPr/>
        </p:nvGrpSpPr>
        <p:grpSpPr>
          <a:xfrm>
            <a:off x="8193756" y="2040632"/>
            <a:ext cx="238125" cy="246063"/>
            <a:chOff x="7165975" y="2381250"/>
            <a:chExt cx="238125" cy="246063"/>
          </a:xfrm>
          <a:solidFill>
            <a:schemeClr val="tx2"/>
          </a:solidFill>
        </p:grpSpPr>
        <p:sp>
          <p:nvSpPr>
            <p:cNvPr id="47" name="Freeform 37">
              <a:extLst>
                <a:ext uri="{FF2B5EF4-FFF2-40B4-BE49-F238E27FC236}">
                  <a16:creationId xmlns:a16="http://schemas.microsoft.com/office/drawing/2014/main" id="{7D311C21-B8CA-024B-234A-AD8A256C3004}"/>
                </a:ext>
              </a:extLst>
            </p:cNvPr>
            <p:cNvSpPr>
              <a:spLocks noChangeArrowheads="1"/>
            </p:cNvSpPr>
            <p:nvPr/>
          </p:nvSpPr>
          <p:spPr bwMode="auto">
            <a:xfrm>
              <a:off x="7199313" y="2520950"/>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6"/>
                    <a:pt x="14" y="60"/>
                    <a:pt x="31" y="60"/>
                  </a:cubicBezTo>
                  <a:cubicBezTo>
                    <a:pt x="46" y="60"/>
                    <a:pt x="60" y="46"/>
                    <a:pt x="60" y="30"/>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8">
              <a:extLst>
                <a:ext uri="{FF2B5EF4-FFF2-40B4-BE49-F238E27FC236}">
                  <a16:creationId xmlns:a16="http://schemas.microsoft.com/office/drawing/2014/main" id="{B9AE1053-62EB-A579-E5FD-7EB19328D7C0}"/>
                </a:ext>
              </a:extLst>
            </p:cNvPr>
            <p:cNvSpPr>
              <a:spLocks noChangeArrowheads="1"/>
            </p:cNvSpPr>
            <p:nvPr/>
          </p:nvSpPr>
          <p:spPr bwMode="auto">
            <a:xfrm>
              <a:off x="7350125" y="2520950"/>
              <a:ext cx="22225" cy="22225"/>
            </a:xfrm>
            <a:custGeom>
              <a:avLst/>
              <a:gdLst>
                <a:gd name="T0" fmla="*/ 30 w 61"/>
                <a:gd name="T1" fmla="*/ 0 h 61"/>
                <a:gd name="T2" fmla="*/ 30 w 61"/>
                <a:gd name="T3" fmla="*/ 0 h 61"/>
                <a:gd name="T4" fmla="*/ 0 w 61"/>
                <a:gd name="T5" fmla="*/ 30 h 61"/>
                <a:gd name="T6" fmla="*/ 30 w 61"/>
                <a:gd name="T7" fmla="*/ 60 h 61"/>
                <a:gd name="T8" fmla="*/ 60 w 61"/>
                <a:gd name="T9" fmla="*/ 30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0"/>
                  </a:cubicBezTo>
                  <a:cubicBezTo>
                    <a:pt x="0" y="46"/>
                    <a:pt x="14" y="60"/>
                    <a:pt x="30" y="60"/>
                  </a:cubicBezTo>
                  <a:cubicBezTo>
                    <a:pt x="46" y="60"/>
                    <a:pt x="60" y="46"/>
                    <a:pt x="60" y="30"/>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9">
              <a:extLst>
                <a:ext uri="{FF2B5EF4-FFF2-40B4-BE49-F238E27FC236}">
                  <a16:creationId xmlns:a16="http://schemas.microsoft.com/office/drawing/2014/main" id="{AC974EBE-28EB-3DFA-FF56-A0A88EA30548}"/>
                </a:ext>
              </a:extLst>
            </p:cNvPr>
            <p:cNvSpPr>
              <a:spLocks noChangeArrowheads="1"/>
            </p:cNvSpPr>
            <p:nvPr/>
          </p:nvSpPr>
          <p:spPr bwMode="auto">
            <a:xfrm>
              <a:off x="7165975" y="2381250"/>
              <a:ext cx="238125" cy="246063"/>
            </a:xfrm>
            <a:custGeom>
              <a:avLst/>
              <a:gdLst>
                <a:gd name="T0" fmla="*/ 568 w 662"/>
                <a:gd name="T1" fmla="*/ 131 h 684"/>
                <a:gd name="T2" fmla="*/ 529 w 662"/>
                <a:gd name="T3" fmla="*/ 77 h 684"/>
                <a:gd name="T4" fmla="*/ 420 w 662"/>
                <a:gd name="T5" fmla="*/ 59 h 684"/>
                <a:gd name="T6" fmla="*/ 375 w 662"/>
                <a:gd name="T7" fmla="*/ 0 h 684"/>
                <a:gd name="T8" fmla="*/ 241 w 662"/>
                <a:gd name="T9" fmla="*/ 45 h 684"/>
                <a:gd name="T10" fmla="*/ 197 w 662"/>
                <a:gd name="T11" fmla="*/ 59 h 684"/>
                <a:gd name="T12" fmla="*/ 94 w 662"/>
                <a:gd name="T13" fmla="*/ 130 h 684"/>
                <a:gd name="T14" fmla="*/ 64 w 662"/>
                <a:gd name="T15" fmla="*/ 275 h 684"/>
                <a:gd name="T16" fmla="*/ 7 w 662"/>
                <a:gd name="T17" fmla="*/ 446 h 684"/>
                <a:gd name="T18" fmla="*/ 0 w 662"/>
                <a:gd name="T19" fmla="*/ 580 h 684"/>
                <a:gd name="T20" fmla="*/ 34 w 662"/>
                <a:gd name="T21" fmla="*/ 594 h 684"/>
                <a:gd name="T22" fmla="*/ 78 w 662"/>
                <a:gd name="T23" fmla="*/ 683 h 684"/>
                <a:gd name="T24" fmla="*/ 152 w 662"/>
                <a:gd name="T25" fmla="*/ 639 h 684"/>
                <a:gd name="T26" fmla="*/ 226 w 662"/>
                <a:gd name="T27" fmla="*/ 594 h 684"/>
                <a:gd name="T28" fmla="*/ 509 w 662"/>
                <a:gd name="T29" fmla="*/ 594 h 684"/>
                <a:gd name="T30" fmla="*/ 554 w 662"/>
                <a:gd name="T31" fmla="*/ 683 h 684"/>
                <a:gd name="T32" fmla="*/ 628 w 662"/>
                <a:gd name="T33" fmla="*/ 639 h 684"/>
                <a:gd name="T34" fmla="*/ 646 w 662"/>
                <a:gd name="T35" fmla="*/ 594 h 684"/>
                <a:gd name="T36" fmla="*/ 661 w 662"/>
                <a:gd name="T37" fmla="*/ 563 h 684"/>
                <a:gd name="T38" fmla="*/ 629 w 662"/>
                <a:gd name="T39" fmla="*/ 328 h 684"/>
                <a:gd name="T40" fmla="*/ 568 w 662"/>
                <a:gd name="T41" fmla="*/ 131 h 684"/>
                <a:gd name="T42" fmla="*/ 271 w 662"/>
                <a:gd name="T43" fmla="*/ 45 h 684"/>
                <a:gd name="T44" fmla="*/ 375 w 662"/>
                <a:gd name="T45" fmla="*/ 29 h 684"/>
                <a:gd name="T46" fmla="*/ 391 w 662"/>
                <a:gd name="T47" fmla="*/ 59 h 684"/>
                <a:gd name="T48" fmla="*/ 271 w 662"/>
                <a:gd name="T49" fmla="*/ 45 h 684"/>
                <a:gd name="T50" fmla="*/ 149 w 662"/>
                <a:gd name="T51" fmla="*/ 102 h 684"/>
                <a:gd name="T52" fmla="*/ 241 w 662"/>
                <a:gd name="T53" fmla="*/ 89 h 684"/>
                <a:gd name="T54" fmla="*/ 465 w 662"/>
                <a:gd name="T55" fmla="*/ 89 h 684"/>
                <a:gd name="T56" fmla="*/ 540 w 662"/>
                <a:gd name="T57" fmla="*/ 137 h 684"/>
                <a:gd name="T58" fmla="*/ 96 w 662"/>
                <a:gd name="T59" fmla="*/ 268 h 684"/>
                <a:gd name="T60" fmla="*/ 149 w 662"/>
                <a:gd name="T61" fmla="*/ 102 h 684"/>
                <a:gd name="T62" fmla="*/ 108 w 662"/>
                <a:gd name="T63" fmla="*/ 654 h 684"/>
                <a:gd name="T64" fmla="*/ 63 w 662"/>
                <a:gd name="T65" fmla="*/ 639 h 684"/>
                <a:gd name="T66" fmla="*/ 123 w 662"/>
                <a:gd name="T67" fmla="*/ 594 h 684"/>
                <a:gd name="T68" fmla="*/ 108 w 662"/>
                <a:gd name="T69" fmla="*/ 654 h 684"/>
                <a:gd name="T70" fmla="*/ 420 w 662"/>
                <a:gd name="T71" fmla="*/ 565 h 684"/>
                <a:gd name="T72" fmla="*/ 241 w 662"/>
                <a:gd name="T73" fmla="*/ 464 h 684"/>
                <a:gd name="T74" fmla="*/ 373 w 662"/>
                <a:gd name="T75" fmla="*/ 416 h 684"/>
                <a:gd name="T76" fmla="*/ 420 w 662"/>
                <a:gd name="T77" fmla="*/ 565 h 684"/>
                <a:gd name="T78" fmla="*/ 598 w 662"/>
                <a:gd name="T79" fmla="*/ 639 h 684"/>
                <a:gd name="T80" fmla="*/ 554 w 662"/>
                <a:gd name="T81" fmla="*/ 654 h 684"/>
                <a:gd name="T82" fmla="*/ 539 w 662"/>
                <a:gd name="T83" fmla="*/ 594 h 684"/>
                <a:gd name="T84" fmla="*/ 598 w 662"/>
                <a:gd name="T85" fmla="*/ 639 h 684"/>
                <a:gd name="T86" fmla="*/ 625 w 662"/>
                <a:gd name="T87" fmla="*/ 450 h 684"/>
                <a:gd name="T88" fmla="*/ 631 w 662"/>
                <a:gd name="T89" fmla="*/ 565 h 684"/>
                <a:gd name="T90" fmla="*/ 525 w 662"/>
                <a:gd name="T91" fmla="*/ 565 h 684"/>
                <a:gd name="T92" fmla="*/ 449 w 662"/>
                <a:gd name="T93" fmla="*/ 464 h 684"/>
                <a:gd name="T94" fmla="*/ 289 w 662"/>
                <a:gd name="T95" fmla="*/ 386 h 684"/>
                <a:gd name="T96" fmla="*/ 212 w 662"/>
                <a:gd name="T97" fmla="*/ 565 h 684"/>
                <a:gd name="T98" fmla="*/ 48 w 662"/>
                <a:gd name="T99" fmla="*/ 565 h 684"/>
                <a:gd name="T100" fmla="*/ 31 w 662"/>
                <a:gd name="T101" fmla="*/ 563 h 684"/>
                <a:gd name="T102" fmla="*/ 60 w 662"/>
                <a:gd name="T103" fmla="*/ 337 h 684"/>
                <a:gd name="T104" fmla="*/ 578 w 662"/>
                <a:gd name="T105" fmla="*/ 297 h 684"/>
                <a:gd name="T106" fmla="*/ 625 w 662"/>
                <a:gd name="T107" fmla="*/ 450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2" h="684">
                  <a:moveTo>
                    <a:pt x="568" y="131"/>
                  </a:moveTo>
                  <a:lnTo>
                    <a:pt x="568" y="131"/>
                  </a:lnTo>
                  <a:cubicBezTo>
                    <a:pt x="568" y="130"/>
                    <a:pt x="568" y="130"/>
                    <a:pt x="568" y="130"/>
                  </a:cubicBezTo>
                  <a:cubicBezTo>
                    <a:pt x="562" y="106"/>
                    <a:pt x="547" y="88"/>
                    <a:pt x="529" y="77"/>
                  </a:cubicBezTo>
                  <a:cubicBezTo>
                    <a:pt x="509" y="65"/>
                    <a:pt x="487" y="59"/>
                    <a:pt x="465" y="59"/>
                  </a:cubicBezTo>
                  <a:cubicBezTo>
                    <a:pt x="420" y="59"/>
                    <a:pt x="420" y="59"/>
                    <a:pt x="420" y="59"/>
                  </a:cubicBezTo>
                  <a:cubicBezTo>
                    <a:pt x="420" y="45"/>
                    <a:pt x="420" y="45"/>
                    <a:pt x="420" y="45"/>
                  </a:cubicBezTo>
                  <a:cubicBezTo>
                    <a:pt x="420" y="19"/>
                    <a:pt x="400" y="0"/>
                    <a:pt x="375" y="0"/>
                  </a:cubicBezTo>
                  <a:cubicBezTo>
                    <a:pt x="286" y="0"/>
                    <a:pt x="286" y="0"/>
                    <a:pt x="286" y="0"/>
                  </a:cubicBezTo>
                  <a:cubicBezTo>
                    <a:pt x="261" y="0"/>
                    <a:pt x="241" y="19"/>
                    <a:pt x="241" y="45"/>
                  </a:cubicBezTo>
                  <a:cubicBezTo>
                    <a:pt x="241" y="59"/>
                    <a:pt x="241" y="59"/>
                    <a:pt x="241" y="59"/>
                  </a:cubicBezTo>
                  <a:cubicBezTo>
                    <a:pt x="197" y="59"/>
                    <a:pt x="197" y="59"/>
                    <a:pt x="197" y="59"/>
                  </a:cubicBezTo>
                  <a:cubicBezTo>
                    <a:pt x="175" y="59"/>
                    <a:pt x="152" y="65"/>
                    <a:pt x="134" y="77"/>
                  </a:cubicBezTo>
                  <a:cubicBezTo>
                    <a:pt x="115" y="88"/>
                    <a:pt x="99" y="106"/>
                    <a:pt x="94" y="130"/>
                  </a:cubicBezTo>
                  <a:cubicBezTo>
                    <a:pt x="94" y="131"/>
                    <a:pt x="94" y="131"/>
                    <a:pt x="94" y="131"/>
                  </a:cubicBezTo>
                  <a:cubicBezTo>
                    <a:pt x="64" y="275"/>
                    <a:pt x="64" y="275"/>
                    <a:pt x="64" y="275"/>
                  </a:cubicBezTo>
                  <a:cubicBezTo>
                    <a:pt x="50" y="289"/>
                    <a:pt x="41" y="307"/>
                    <a:pt x="32" y="328"/>
                  </a:cubicBezTo>
                  <a:cubicBezTo>
                    <a:pt x="20" y="363"/>
                    <a:pt x="11" y="404"/>
                    <a:pt x="7" y="446"/>
                  </a:cubicBezTo>
                  <a:cubicBezTo>
                    <a:pt x="3" y="489"/>
                    <a:pt x="0" y="531"/>
                    <a:pt x="0" y="563"/>
                  </a:cubicBezTo>
                  <a:cubicBezTo>
                    <a:pt x="0" y="569"/>
                    <a:pt x="0" y="575"/>
                    <a:pt x="0" y="580"/>
                  </a:cubicBezTo>
                  <a:cubicBezTo>
                    <a:pt x="2" y="588"/>
                    <a:pt x="7" y="594"/>
                    <a:pt x="16" y="594"/>
                  </a:cubicBezTo>
                  <a:cubicBezTo>
                    <a:pt x="34" y="594"/>
                    <a:pt x="34" y="594"/>
                    <a:pt x="34" y="594"/>
                  </a:cubicBezTo>
                  <a:cubicBezTo>
                    <a:pt x="34" y="639"/>
                    <a:pt x="34" y="639"/>
                    <a:pt x="34" y="639"/>
                  </a:cubicBezTo>
                  <a:cubicBezTo>
                    <a:pt x="34" y="664"/>
                    <a:pt x="53" y="683"/>
                    <a:pt x="78" y="683"/>
                  </a:cubicBezTo>
                  <a:cubicBezTo>
                    <a:pt x="108" y="683"/>
                    <a:pt x="108" y="683"/>
                    <a:pt x="108" y="683"/>
                  </a:cubicBezTo>
                  <a:cubicBezTo>
                    <a:pt x="133" y="683"/>
                    <a:pt x="152" y="664"/>
                    <a:pt x="152" y="639"/>
                  </a:cubicBezTo>
                  <a:cubicBezTo>
                    <a:pt x="152" y="594"/>
                    <a:pt x="152" y="594"/>
                    <a:pt x="152" y="594"/>
                  </a:cubicBezTo>
                  <a:cubicBezTo>
                    <a:pt x="226" y="594"/>
                    <a:pt x="226" y="594"/>
                    <a:pt x="226" y="594"/>
                  </a:cubicBezTo>
                  <a:cubicBezTo>
                    <a:pt x="435" y="594"/>
                    <a:pt x="435" y="594"/>
                    <a:pt x="435" y="594"/>
                  </a:cubicBezTo>
                  <a:cubicBezTo>
                    <a:pt x="509" y="594"/>
                    <a:pt x="509" y="594"/>
                    <a:pt x="509" y="594"/>
                  </a:cubicBezTo>
                  <a:cubicBezTo>
                    <a:pt x="509" y="639"/>
                    <a:pt x="509" y="639"/>
                    <a:pt x="509" y="639"/>
                  </a:cubicBezTo>
                  <a:cubicBezTo>
                    <a:pt x="509" y="664"/>
                    <a:pt x="529" y="683"/>
                    <a:pt x="554" y="683"/>
                  </a:cubicBezTo>
                  <a:cubicBezTo>
                    <a:pt x="583" y="683"/>
                    <a:pt x="583" y="683"/>
                    <a:pt x="583" y="683"/>
                  </a:cubicBezTo>
                  <a:cubicBezTo>
                    <a:pt x="608" y="683"/>
                    <a:pt x="628" y="664"/>
                    <a:pt x="628" y="639"/>
                  </a:cubicBezTo>
                  <a:cubicBezTo>
                    <a:pt x="628" y="594"/>
                    <a:pt x="628" y="594"/>
                    <a:pt x="628" y="594"/>
                  </a:cubicBezTo>
                  <a:cubicBezTo>
                    <a:pt x="646" y="594"/>
                    <a:pt x="646" y="594"/>
                    <a:pt x="646" y="594"/>
                  </a:cubicBezTo>
                  <a:cubicBezTo>
                    <a:pt x="654" y="594"/>
                    <a:pt x="661" y="588"/>
                    <a:pt x="661" y="580"/>
                  </a:cubicBezTo>
                  <a:cubicBezTo>
                    <a:pt x="661" y="575"/>
                    <a:pt x="661" y="569"/>
                    <a:pt x="661" y="563"/>
                  </a:cubicBezTo>
                  <a:cubicBezTo>
                    <a:pt x="661" y="520"/>
                    <a:pt x="658" y="460"/>
                    <a:pt x="649" y="404"/>
                  </a:cubicBezTo>
                  <a:cubicBezTo>
                    <a:pt x="643" y="376"/>
                    <a:pt x="638" y="350"/>
                    <a:pt x="629" y="328"/>
                  </a:cubicBezTo>
                  <a:cubicBezTo>
                    <a:pt x="621" y="307"/>
                    <a:pt x="611" y="289"/>
                    <a:pt x="597" y="275"/>
                  </a:cubicBezTo>
                  <a:lnTo>
                    <a:pt x="568" y="131"/>
                  </a:lnTo>
                  <a:close/>
                  <a:moveTo>
                    <a:pt x="271" y="45"/>
                  </a:moveTo>
                  <a:lnTo>
                    <a:pt x="271" y="45"/>
                  </a:lnTo>
                  <a:cubicBezTo>
                    <a:pt x="271" y="36"/>
                    <a:pt x="278" y="29"/>
                    <a:pt x="286" y="29"/>
                  </a:cubicBezTo>
                  <a:cubicBezTo>
                    <a:pt x="375" y="29"/>
                    <a:pt x="375" y="29"/>
                    <a:pt x="375" y="29"/>
                  </a:cubicBezTo>
                  <a:cubicBezTo>
                    <a:pt x="384" y="29"/>
                    <a:pt x="391" y="36"/>
                    <a:pt x="391" y="45"/>
                  </a:cubicBezTo>
                  <a:cubicBezTo>
                    <a:pt x="391" y="59"/>
                    <a:pt x="391" y="59"/>
                    <a:pt x="391" y="59"/>
                  </a:cubicBezTo>
                  <a:cubicBezTo>
                    <a:pt x="271" y="59"/>
                    <a:pt x="271" y="59"/>
                    <a:pt x="271" y="59"/>
                  </a:cubicBezTo>
                  <a:lnTo>
                    <a:pt x="271" y="45"/>
                  </a:lnTo>
                  <a:close/>
                  <a:moveTo>
                    <a:pt x="149" y="102"/>
                  </a:moveTo>
                  <a:lnTo>
                    <a:pt x="149" y="102"/>
                  </a:lnTo>
                  <a:cubicBezTo>
                    <a:pt x="162" y="93"/>
                    <a:pt x="180" y="89"/>
                    <a:pt x="197" y="89"/>
                  </a:cubicBezTo>
                  <a:cubicBezTo>
                    <a:pt x="241" y="89"/>
                    <a:pt x="241" y="89"/>
                    <a:pt x="241" y="89"/>
                  </a:cubicBezTo>
                  <a:cubicBezTo>
                    <a:pt x="420" y="89"/>
                    <a:pt x="420" y="89"/>
                    <a:pt x="420" y="89"/>
                  </a:cubicBezTo>
                  <a:cubicBezTo>
                    <a:pt x="465" y="89"/>
                    <a:pt x="465" y="89"/>
                    <a:pt x="465" y="89"/>
                  </a:cubicBezTo>
                  <a:cubicBezTo>
                    <a:pt x="481" y="89"/>
                    <a:pt x="500" y="93"/>
                    <a:pt x="512" y="102"/>
                  </a:cubicBezTo>
                  <a:cubicBezTo>
                    <a:pt x="526" y="110"/>
                    <a:pt x="536" y="123"/>
                    <a:pt x="540" y="137"/>
                  </a:cubicBezTo>
                  <a:cubicBezTo>
                    <a:pt x="565" y="268"/>
                    <a:pt x="565" y="268"/>
                    <a:pt x="565" y="268"/>
                  </a:cubicBezTo>
                  <a:cubicBezTo>
                    <a:pt x="402" y="268"/>
                    <a:pt x="261" y="268"/>
                    <a:pt x="96" y="268"/>
                  </a:cubicBezTo>
                  <a:cubicBezTo>
                    <a:pt x="122" y="137"/>
                    <a:pt x="122" y="137"/>
                    <a:pt x="122" y="137"/>
                  </a:cubicBezTo>
                  <a:cubicBezTo>
                    <a:pt x="127" y="123"/>
                    <a:pt x="135" y="110"/>
                    <a:pt x="149" y="102"/>
                  </a:cubicBezTo>
                  <a:close/>
                  <a:moveTo>
                    <a:pt x="108" y="654"/>
                  </a:moveTo>
                  <a:lnTo>
                    <a:pt x="108" y="654"/>
                  </a:lnTo>
                  <a:cubicBezTo>
                    <a:pt x="78" y="654"/>
                    <a:pt x="78" y="654"/>
                    <a:pt x="78" y="654"/>
                  </a:cubicBezTo>
                  <a:cubicBezTo>
                    <a:pt x="70" y="654"/>
                    <a:pt x="63" y="647"/>
                    <a:pt x="63" y="639"/>
                  </a:cubicBezTo>
                  <a:cubicBezTo>
                    <a:pt x="63" y="594"/>
                    <a:pt x="63" y="594"/>
                    <a:pt x="63" y="594"/>
                  </a:cubicBezTo>
                  <a:cubicBezTo>
                    <a:pt x="123" y="594"/>
                    <a:pt x="123" y="594"/>
                    <a:pt x="123" y="594"/>
                  </a:cubicBezTo>
                  <a:cubicBezTo>
                    <a:pt x="123" y="639"/>
                    <a:pt x="123" y="639"/>
                    <a:pt x="123" y="639"/>
                  </a:cubicBezTo>
                  <a:cubicBezTo>
                    <a:pt x="123" y="647"/>
                    <a:pt x="116" y="654"/>
                    <a:pt x="108" y="654"/>
                  </a:cubicBezTo>
                  <a:close/>
                  <a:moveTo>
                    <a:pt x="420" y="565"/>
                  </a:moveTo>
                  <a:lnTo>
                    <a:pt x="420" y="565"/>
                  </a:lnTo>
                  <a:cubicBezTo>
                    <a:pt x="241" y="565"/>
                    <a:pt x="241" y="565"/>
                    <a:pt x="241" y="565"/>
                  </a:cubicBezTo>
                  <a:cubicBezTo>
                    <a:pt x="241" y="464"/>
                    <a:pt x="241" y="464"/>
                    <a:pt x="241" y="464"/>
                  </a:cubicBezTo>
                  <a:cubicBezTo>
                    <a:pt x="241" y="438"/>
                    <a:pt x="262" y="416"/>
                    <a:pt x="289" y="416"/>
                  </a:cubicBezTo>
                  <a:cubicBezTo>
                    <a:pt x="373" y="416"/>
                    <a:pt x="373" y="416"/>
                    <a:pt x="373" y="416"/>
                  </a:cubicBezTo>
                  <a:cubicBezTo>
                    <a:pt x="399" y="416"/>
                    <a:pt x="420" y="438"/>
                    <a:pt x="420" y="464"/>
                  </a:cubicBezTo>
                  <a:lnTo>
                    <a:pt x="420" y="565"/>
                  </a:lnTo>
                  <a:close/>
                  <a:moveTo>
                    <a:pt x="598" y="639"/>
                  </a:moveTo>
                  <a:lnTo>
                    <a:pt x="598" y="639"/>
                  </a:lnTo>
                  <a:cubicBezTo>
                    <a:pt x="598" y="647"/>
                    <a:pt x="592" y="654"/>
                    <a:pt x="583" y="654"/>
                  </a:cubicBezTo>
                  <a:cubicBezTo>
                    <a:pt x="554" y="654"/>
                    <a:pt x="554" y="654"/>
                    <a:pt x="554" y="654"/>
                  </a:cubicBezTo>
                  <a:cubicBezTo>
                    <a:pt x="546" y="654"/>
                    <a:pt x="539" y="647"/>
                    <a:pt x="539" y="639"/>
                  </a:cubicBezTo>
                  <a:cubicBezTo>
                    <a:pt x="539" y="594"/>
                    <a:pt x="539" y="594"/>
                    <a:pt x="539" y="594"/>
                  </a:cubicBezTo>
                  <a:cubicBezTo>
                    <a:pt x="598" y="594"/>
                    <a:pt x="598" y="594"/>
                    <a:pt x="598" y="594"/>
                  </a:cubicBezTo>
                  <a:lnTo>
                    <a:pt x="598" y="639"/>
                  </a:lnTo>
                  <a:close/>
                  <a:moveTo>
                    <a:pt x="625" y="450"/>
                  </a:moveTo>
                  <a:lnTo>
                    <a:pt x="625" y="450"/>
                  </a:lnTo>
                  <a:cubicBezTo>
                    <a:pt x="629" y="491"/>
                    <a:pt x="631" y="533"/>
                    <a:pt x="631" y="563"/>
                  </a:cubicBezTo>
                  <a:cubicBezTo>
                    <a:pt x="631" y="565"/>
                    <a:pt x="631" y="565"/>
                    <a:pt x="631" y="565"/>
                  </a:cubicBezTo>
                  <a:cubicBezTo>
                    <a:pt x="614" y="565"/>
                    <a:pt x="614" y="565"/>
                    <a:pt x="614" y="565"/>
                  </a:cubicBezTo>
                  <a:cubicBezTo>
                    <a:pt x="525" y="565"/>
                    <a:pt x="525" y="565"/>
                    <a:pt x="525" y="565"/>
                  </a:cubicBezTo>
                  <a:cubicBezTo>
                    <a:pt x="449" y="565"/>
                    <a:pt x="449" y="565"/>
                    <a:pt x="449" y="565"/>
                  </a:cubicBezTo>
                  <a:cubicBezTo>
                    <a:pt x="449" y="464"/>
                    <a:pt x="449" y="464"/>
                    <a:pt x="449" y="464"/>
                  </a:cubicBezTo>
                  <a:cubicBezTo>
                    <a:pt x="449" y="421"/>
                    <a:pt x="414" y="386"/>
                    <a:pt x="373" y="386"/>
                  </a:cubicBezTo>
                  <a:cubicBezTo>
                    <a:pt x="289" y="386"/>
                    <a:pt x="289" y="386"/>
                    <a:pt x="289" y="386"/>
                  </a:cubicBezTo>
                  <a:cubicBezTo>
                    <a:pt x="247" y="386"/>
                    <a:pt x="212" y="421"/>
                    <a:pt x="212" y="464"/>
                  </a:cubicBezTo>
                  <a:cubicBezTo>
                    <a:pt x="212" y="565"/>
                    <a:pt x="212" y="565"/>
                    <a:pt x="212" y="565"/>
                  </a:cubicBezTo>
                  <a:cubicBezTo>
                    <a:pt x="137" y="565"/>
                    <a:pt x="137" y="565"/>
                    <a:pt x="137" y="565"/>
                  </a:cubicBezTo>
                  <a:cubicBezTo>
                    <a:pt x="48" y="565"/>
                    <a:pt x="48" y="565"/>
                    <a:pt x="48" y="565"/>
                  </a:cubicBezTo>
                  <a:cubicBezTo>
                    <a:pt x="31" y="565"/>
                    <a:pt x="31" y="565"/>
                    <a:pt x="31" y="565"/>
                  </a:cubicBezTo>
                  <a:cubicBezTo>
                    <a:pt x="31" y="565"/>
                    <a:pt x="31" y="565"/>
                    <a:pt x="31" y="563"/>
                  </a:cubicBezTo>
                  <a:cubicBezTo>
                    <a:pt x="31" y="522"/>
                    <a:pt x="34" y="463"/>
                    <a:pt x="42" y="410"/>
                  </a:cubicBezTo>
                  <a:cubicBezTo>
                    <a:pt x="46" y="383"/>
                    <a:pt x="53" y="358"/>
                    <a:pt x="60" y="337"/>
                  </a:cubicBezTo>
                  <a:cubicBezTo>
                    <a:pt x="67" y="319"/>
                    <a:pt x="76" y="305"/>
                    <a:pt x="84" y="297"/>
                  </a:cubicBezTo>
                  <a:cubicBezTo>
                    <a:pt x="258" y="297"/>
                    <a:pt x="403" y="297"/>
                    <a:pt x="578" y="297"/>
                  </a:cubicBezTo>
                  <a:cubicBezTo>
                    <a:pt x="586" y="305"/>
                    <a:pt x="594" y="319"/>
                    <a:pt x="601" y="337"/>
                  </a:cubicBezTo>
                  <a:cubicBezTo>
                    <a:pt x="612" y="368"/>
                    <a:pt x="621" y="409"/>
                    <a:pt x="625" y="4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74C6256B-0759-152E-DD0C-F8CBA3FC04CE}"/>
              </a:ext>
            </a:extLst>
          </p:cNvPr>
          <p:cNvGrpSpPr/>
          <p:nvPr/>
        </p:nvGrpSpPr>
        <p:grpSpPr>
          <a:xfrm>
            <a:off x="10713119" y="1053207"/>
            <a:ext cx="322262" cy="182562"/>
            <a:chOff x="9685338" y="1395413"/>
            <a:chExt cx="322262" cy="182562"/>
          </a:xfrm>
          <a:solidFill>
            <a:schemeClr val="tx2"/>
          </a:solidFill>
        </p:grpSpPr>
        <p:sp>
          <p:nvSpPr>
            <p:cNvPr id="51" name="Freeform 40">
              <a:extLst>
                <a:ext uri="{FF2B5EF4-FFF2-40B4-BE49-F238E27FC236}">
                  <a16:creationId xmlns:a16="http://schemas.microsoft.com/office/drawing/2014/main" id="{E4DEDBF9-2DC6-F622-0973-6094C5D29AA7}"/>
                </a:ext>
              </a:extLst>
            </p:cNvPr>
            <p:cNvSpPr>
              <a:spLocks noChangeArrowheads="1"/>
            </p:cNvSpPr>
            <p:nvPr/>
          </p:nvSpPr>
          <p:spPr bwMode="auto">
            <a:xfrm>
              <a:off x="9685338" y="1395413"/>
              <a:ext cx="322262" cy="182562"/>
            </a:xfrm>
            <a:custGeom>
              <a:avLst/>
              <a:gdLst>
                <a:gd name="T0" fmla="*/ 14 w 893"/>
                <a:gd name="T1" fmla="*/ 505 h 506"/>
                <a:gd name="T2" fmla="*/ 88 w 893"/>
                <a:gd name="T3" fmla="*/ 468 h 506"/>
                <a:gd name="T4" fmla="*/ 122 w 893"/>
                <a:gd name="T5" fmla="*/ 454 h 506"/>
                <a:gd name="T6" fmla="*/ 177 w 893"/>
                <a:gd name="T7" fmla="*/ 486 h 506"/>
                <a:gd name="T8" fmla="*/ 230 w 893"/>
                <a:gd name="T9" fmla="*/ 505 h 506"/>
                <a:gd name="T10" fmla="*/ 304 w 893"/>
                <a:gd name="T11" fmla="*/ 468 h 506"/>
                <a:gd name="T12" fmla="*/ 339 w 893"/>
                <a:gd name="T13" fmla="*/ 454 h 506"/>
                <a:gd name="T14" fmla="*/ 393 w 893"/>
                <a:gd name="T15" fmla="*/ 486 h 506"/>
                <a:gd name="T16" fmla="*/ 446 w 893"/>
                <a:gd name="T17" fmla="*/ 505 h 506"/>
                <a:gd name="T18" fmla="*/ 520 w 893"/>
                <a:gd name="T19" fmla="*/ 468 h 506"/>
                <a:gd name="T20" fmla="*/ 553 w 893"/>
                <a:gd name="T21" fmla="*/ 454 h 506"/>
                <a:gd name="T22" fmla="*/ 608 w 893"/>
                <a:gd name="T23" fmla="*/ 486 h 506"/>
                <a:gd name="T24" fmla="*/ 661 w 893"/>
                <a:gd name="T25" fmla="*/ 505 h 506"/>
                <a:gd name="T26" fmla="*/ 735 w 893"/>
                <a:gd name="T27" fmla="*/ 468 h 506"/>
                <a:gd name="T28" fmla="*/ 769 w 893"/>
                <a:gd name="T29" fmla="*/ 454 h 506"/>
                <a:gd name="T30" fmla="*/ 824 w 893"/>
                <a:gd name="T31" fmla="*/ 486 h 506"/>
                <a:gd name="T32" fmla="*/ 877 w 893"/>
                <a:gd name="T33" fmla="*/ 505 h 506"/>
                <a:gd name="T34" fmla="*/ 877 w 893"/>
                <a:gd name="T35" fmla="*/ 476 h 506"/>
                <a:gd name="T36" fmla="*/ 823 w 893"/>
                <a:gd name="T37" fmla="*/ 444 h 506"/>
                <a:gd name="T38" fmla="*/ 863 w 893"/>
                <a:gd name="T39" fmla="*/ 369 h 506"/>
                <a:gd name="T40" fmla="*/ 889 w 893"/>
                <a:gd name="T41" fmla="*/ 268 h 506"/>
                <a:gd name="T42" fmla="*/ 735 w 893"/>
                <a:gd name="T43" fmla="*/ 263 h 506"/>
                <a:gd name="T44" fmla="*/ 558 w 893"/>
                <a:gd name="T45" fmla="*/ 112 h 506"/>
                <a:gd name="T46" fmla="*/ 403 w 893"/>
                <a:gd name="T47" fmla="*/ 10 h 506"/>
                <a:gd name="T48" fmla="*/ 240 w 893"/>
                <a:gd name="T49" fmla="*/ 0 h 506"/>
                <a:gd name="T50" fmla="*/ 149 w 893"/>
                <a:gd name="T51" fmla="*/ 14 h 506"/>
                <a:gd name="T52" fmla="*/ 224 w 893"/>
                <a:gd name="T53" fmla="*/ 30 h 506"/>
                <a:gd name="T54" fmla="*/ 194 w 893"/>
                <a:gd name="T55" fmla="*/ 112 h 506"/>
                <a:gd name="T56" fmla="*/ 115 w 893"/>
                <a:gd name="T57" fmla="*/ 263 h 506"/>
                <a:gd name="T58" fmla="*/ 75 w 893"/>
                <a:gd name="T59" fmla="*/ 272 h 506"/>
                <a:gd name="T60" fmla="*/ 37 w 893"/>
                <a:gd name="T61" fmla="*/ 370 h 506"/>
                <a:gd name="T62" fmla="*/ 33 w 893"/>
                <a:gd name="T63" fmla="*/ 472 h 506"/>
                <a:gd name="T64" fmla="*/ 0 w 893"/>
                <a:gd name="T65" fmla="*/ 491 h 506"/>
                <a:gd name="T66" fmla="*/ 254 w 893"/>
                <a:gd name="T67" fmla="*/ 30 h 506"/>
                <a:gd name="T68" fmla="*/ 379 w 893"/>
                <a:gd name="T69" fmla="*/ 30 h 506"/>
                <a:gd name="T70" fmla="*/ 254 w 893"/>
                <a:gd name="T71" fmla="*/ 112 h 506"/>
                <a:gd name="T72" fmla="*/ 171 w 893"/>
                <a:gd name="T73" fmla="*/ 159 h 506"/>
                <a:gd name="T74" fmla="*/ 194 w 893"/>
                <a:gd name="T75" fmla="*/ 143 h 506"/>
                <a:gd name="T76" fmla="*/ 426 w 893"/>
                <a:gd name="T77" fmla="*/ 143 h 506"/>
                <a:gd name="T78" fmla="*/ 636 w 893"/>
                <a:gd name="T79" fmla="*/ 182 h 506"/>
                <a:gd name="T80" fmla="*/ 146 w 893"/>
                <a:gd name="T81" fmla="*/ 263 h 506"/>
                <a:gd name="T82" fmla="*/ 99 w 893"/>
                <a:gd name="T83" fmla="*/ 292 h 506"/>
                <a:gd name="T84" fmla="*/ 127 w 893"/>
                <a:gd name="T85" fmla="*/ 292 h 506"/>
                <a:gd name="T86" fmla="*/ 857 w 893"/>
                <a:gd name="T87" fmla="*/ 292 h 506"/>
                <a:gd name="T88" fmla="*/ 790 w 893"/>
                <a:gd name="T89" fmla="*/ 424 h 506"/>
                <a:gd name="T90" fmla="*/ 769 w 893"/>
                <a:gd name="T91" fmla="*/ 424 h 506"/>
                <a:gd name="T92" fmla="*/ 696 w 893"/>
                <a:gd name="T93" fmla="*/ 463 h 506"/>
                <a:gd name="T94" fmla="*/ 661 w 893"/>
                <a:gd name="T95" fmla="*/ 476 h 506"/>
                <a:gd name="T96" fmla="*/ 606 w 893"/>
                <a:gd name="T97" fmla="*/ 444 h 506"/>
                <a:gd name="T98" fmla="*/ 553 w 893"/>
                <a:gd name="T99" fmla="*/ 424 h 506"/>
                <a:gd name="T100" fmla="*/ 479 w 893"/>
                <a:gd name="T101" fmla="*/ 463 h 506"/>
                <a:gd name="T102" fmla="*/ 446 w 893"/>
                <a:gd name="T103" fmla="*/ 476 h 506"/>
                <a:gd name="T104" fmla="*/ 392 w 893"/>
                <a:gd name="T105" fmla="*/ 444 h 506"/>
                <a:gd name="T106" fmla="*/ 339 w 893"/>
                <a:gd name="T107" fmla="*/ 424 h 506"/>
                <a:gd name="T108" fmla="*/ 265 w 893"/>
                <a:gd name="T109" fmla="*/ 463 h 506"/>
                <a:gd name="T110" fmla="*/ 230 w 893"/>
                <a:gd name="T111" fmla="*/ 476 h 506"/>
                <a:gd name="T112" fmla="*/ 175 w 893"/>
                <a:gd name="T113" fmla="*/ 444 h 506"/>
                <a:gd name="T114" fmla="*/ 122 w 893"/>
                <a:gd name="T115" fmla="*/ 424 h 506"/>
                <a:gd name="T116" fmla="*/ 67 w 893"/>
                <a:gd name="T117" fmla="*/ 447 h 506"/>
                <a:gd name="T118" fmla="*/ 99 w 893"/>
                <a:gd name="T119" fmla="*/ 292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93" h="506">
                  <a:moveTo>
                    <a:pt x="14" y="505"/>
                  </a:moveTo>
                  <a:lnTo>
                    <a:pt x="14" y="505"/>
                  </a:lnTo>
                  <a:cubicBezTo>
                    <a:pt x="30" y="505"/>
                    <a:pt x="43" y="502"/>
                    <a:pt x="54" y="495"/>
                  </a:cubicBezTo>
                  <a:cubicBezTo>
                    <a:pt x="69" y="487"/>
                    <a:pt x="79" y="475"/>
                    <a:pt x="88" y="468"/>
                  </a:cubicBezTo>
                  <a:cubicBezTo>
                    <a:pt x="93" y="463"/>
                    <a:pt x="97" y="459"/>
                    <a:pt x="103" y="458"/>
                  </a:cubicBezTo>
                  <a:cubicBezTo>
                    <a:pt x="107" y="455"/>
                    <a:pt x="114" y="454"/>
                    <a:pt x="122" y="454"/>
                  </a:cubicBezTo>
                  <a:cubicBezTo>
                    <a:pt x="134" y="454"/>
                    <a:pt x="141" y="456"/>
                    <a:pt x="146" y="461"/>
                  </a:cubicBezTo>
                  <a:cubicBezTo>
                    <a:pt x="156" y="466"/>
                    <a:pt x="164" y="476"/>
                    <a:pt x="177" y="486"/>
                  </a:cubicBezTo>
                  <a:cubicBezTo>
                    <a:pt x="182" y="491"/>
                    <a:pt x="191" y="497"/>
                    <a:pt x="199" y="500"/>
                  </a:cubicBezTo>
                  <a:cubicBezTo>
                    <a:pt x="207" y="504"/>
                    <a:pt x="219" y="505"/>
                    <a:pt x="230" y="505"/>
                  </a:cubicBezTo>
                  <a:cubicBezTo>
                    <a:pt x="246" y="505"/>
                    <a:pt x="259" y="502"/>
                    <a:pt x="270" y="495"/>
                  </a:cubicBezTo>
                  <a:cubicBezTo>
                    <a:pt x="286" y="487"/>
                    <a:pt x="294" y="475"/>
                    <a:pt x="304" y="468"/>
                  </a:cubicBezTo>
                  <a:cubicBezTo>
                    <a:pt x="309" y="463"/>
                    <a:pt x="313" y="459"/>
                    <a:pt x="319" y="458"/>
                  </a:cubicBezTo>
                  <a:cubicBezTo>
                    <a:pt x="323" y="455"/>
                    <a:pt x="330" y="454"/>
                    <a:pt x="339" y="454"/>
                  </a:cubicBezTo>
                  <a:cubicBezTo>
                    <a:pt x="350" y="454"/>
                    <a:pt x="357" y="456"/>
                    <a:pt x="362" y="461"/>
                  </a:cubicBezTo>
                  <a:cubicBezTo>
                    <a:pt x="372" y="466"/>
                    <a:pt x="380" y="476"/>
                    <a:pt x="393" y="486"/>
                  </a:cubicBezTo>
                  <a:cubicBezTo>
                    <a:pt x="399" y="491"/>
                    <a:pt x="406" y="495"/>
                    <a:pt x="415" y="500"/>
                  </a:cubicBezTo>
                  <a:cubicBezTo>
                    <a:pt x="424" y="504"/>
                    <a:pt x="433" y="505"/>
                    <a:pt x="446" y="505"/>
                  </a:cubicBezTo>
                  <a:cubicBezTo>
                    <a:pt x="461" y="505"/>
                    <a:pt x="475" y="502"/>
                    <a:pt x="485" y="495"/>
                  </a:cubicBezTo>
                  <a:cubicBezTo>
                    <a:pt x="500" y="487"/>
                    <a:pt x="510" y="475"/>
                    <a:pt x="520" y="468"/>
                  </a:cubicBezTo>
                  <a:cubicBezTo>
                    <a:pt x="524" y="463"/>
                    <a:pt x="528" y="459"/>
                    <a:pt x="534" y="458"/>
                  </a:cubicBezTo>
                  <a:cubicBezTo>
                    <a:pt x="539" y="455"/>
                    <a:pt x="545" y="454"/>
                    <a:pt x="553" y="454"/>
                  </a:cubicBezTo>
                  <a:cubicBezTo>
                    <a:pt x="564" y="454"/>
                    <a:pt x="571" y="456"/>
                    <a:pt x="578" y="461"/>
                  </a:cubicBezTo>
                  <a:cubicBezTo>
                    <a:pt x="588" y="466"/>
                    <a:pt x="597" y="476"/>
                    <a:pt x="608" y="486"/>
                  </a:cubicBezTo>
                  <a:cubicBezTo>
                    <a:pt x="615" y="491"/>
                    <a:pt x="622" y="495"/>
                    <a:pt x="630" y="500"/>
                  </a:cubicBezTo>
                  <a:cubicBezTo>
                    <a:pt x="638" y="504"/>
                    <a:pt x="650" y="505"/>
                    <a:pt x="661" y="505"/>
                  </a:cubicBezTo>
                  <a:cubicBezTo>
                    <a:pt x="677" y="505"/>
                    <a:pt x="690" y="502"/>
                    <a:pt x="701" y="495"/>
                  </a:cubicBezTo>
                  <a:cubicBezTo>
                    <a:pt x="717" y="487"/>
                    <a:pt x="726" y="475"/>
                    <a:pt x="735" y="468"/>
                  </a:cubicBezTo>
                  <a:cubicBezTo>
                    <a:pt x="740" y="463"/>
                    <a:pt x="744" y="459"/>
                    <a:pt x="750" y="458"/>
                  </a:cubicBezTo>
                  <a:cubicBezTo>
                    <a:pt x="754" y="455"/>
                    <a:pt x="761" y="454"/>
                    <a:pt x="769" y="454"/>
                  </a:cubicBezTo>
                  <a:cubicBezTo>
                    <a:pt x="781" y="454"/>
                    <a:pt x="788" y="456"/>
                    <a:pt x="793" y="461"/>
                  </a:cubicBezTo>
                  <a:cubicBezTo>
                    <a:pt x="803" y="466"/>
                    <a:pt x="811" y="476"/>
                    <a:pt x="824" y="486"/>
                  </a:cubicBezTo>
                  <a:cubicBezTo>
                    <a:pt x="829" y="491"/>
                    <a:pt x="836" y="495"/>
                    <a:pt x="846" y="500"/>
                  </a:cubicBezTo>
                  <a:cubicBezTo>
                    <a:pt x="855" y="504"/>
                    <a:pt x="866" y="505"/>
                    <a:pt x="877" y="505"/>
                  </a:cubicBezTo>
                  <a:cubicBezTo>
                    <a:pt x="885" y="505"/>
                    <a:pt x="892" y="500"/>
                    <a:pt x="892" y="491"/>
                  </a:cubicBezTo>
                  <a:cubicBezTo>
                    <a:pt x="892" y="483"/>
                    <a:pt x="885" y="476"/>
                    <a:pt x="877" y="476"/>
                  </a:cubicBezTo>
                  <a:cubicBezTo>
                    <a:pt x="866" y="476"/>
                    <a:pt x="859" y="473"/>
                    <a:pt x="852" y="470"/>
                  </a:cubicBezTo>
                  <a:cubicBezTo>
                    <a:pt x="842" y="465"/>
                    <a:pt x="835" y="455"/>
                    <a:pt x="823" y="444"/>
                  </a:cubicBezTo>
                  <a:cubicBezTo>
                    <a:pt x="821" y="442"/>
                    <a:pt x="818" y="441"/>
                    <a:pt x="817" y="440"/>
                  </a:cubicBezTo>
                  <a:cubicBezTo>
                    <a:pt x="838" y="417"/>
                    <a:pt x="852" y="394"/>
                    <a:pt x="863" y="369"/>
                  </a:cubicBezTo>
                  <a:cubicBezTo>
                    <a:pt x="874" y="341"/>
                    <a:pt x="882" y="313"/>
                    <a:pt x="891" y="282"/>
                  </a:cubicBezTo>
                  <a:cubicBezTo>
                    <a:pt x="892" y="277"/>
                    <a:pt x="892" y="272"/>
                    <a:pt x="889" y="268"/>
                  </a:cubicBezTo>
                  <a:cubicBezTo>
                    <a:pt x="887" y="265"/>
                    <a:pt x="881" y="263"/>
                    <a:pt x="877" y="263"/>
                  </a:cubicBezTo>
                  <a:cubicBezTo>
                    <a:pt x="735" y="263"/>
                    <a:pt x="735" y="263"/>
                    <a:pt x="735" y="263"/>
                  </a:cubicBezTo>
                  <a:cubicBezTo>
                    <a:pt x="659" y="164"/>
                    <a:pt x="659" y="164"/>
                    <a:pt x="659" y="164"/>
                  </a:cubicBezTo>
                  <a:cubicBezTo>
                    <a:pt x="636" y="131"/>
                    <a:pt x="598" y="112"/>
                    <a:pt x="558" y="112"/>
                  </a:cubicBezTo>
                  <a:cubicBezTo>
                    <a:pt x="438" y="112"/>
                    <a:pt x="438" y="112"/>
                    <a:pt x="438" y="112"/>
                  </a:cubicBezTo>
                  <a:cubicBezTo>
                    <a:pt x="403" y="10"/>
                    <a:pt x="403" y="10"/>
                    <a:pt x="403" y="10"/>
                  </a:cubicBezTo>
                  <a:cubicBezTo>
                    <a:pt x="401" y="5"/>
                    <a:pt x="396" y="0"/>
                    <a:pt x="389" y="0"/>
                  </a:cubicBezTo>
                  <a:cubicBezTo>
                    <a:pt x="240" y="0"/>
                    <a:pt x="240" y="0"/>
                    <a:pt x="240" y="0"/>
                  </a:cubicBezTo>
                  <a:cubicBezTo>
                    <a:pt x="164" y="0"/>
                    <a:pt x="164" y="0"/>
                    <a:pt x="164" y="0"/>
                  </a:cubicBezTo>
                  <a:cubicBezTo>
                    <a:pt x="156" y="0"/>
                    <a:pt x="149" y="7"/>
                    <a:pt x="149" y="14"/>
                  </a:cubicBezTo>
                  <a:cubicBezTo>
                    <a:pt x="149" y="23"/>
                    <a:pt x="156" y="30"/>
                    <a:pt x="164" y="30"/>
                  </a:cubicBezTo>
                  <a:cubicBezTo>
                    <a:pt x="224" y="30"/>
                    <a:pt x="224" y="30"/>
                    <a:pt x="224" y="30"/>
                  </a:cubicBezTo>
                  <a:cubicBezTo>
                    <a:pt x="224" y="112"/>
                    <a:pt x="224" y="112"/>
                    <a:pt x="224" y="112"/>
                  </a:cubicBezTo>
                  <a:cubicBezTo>
                    <a:pt x="194" y="112"/>
                    <a:pt x="194" y="112"/>
                    <a:pt x="194" y="112"/>
                  </a:cubicBezTo>
                  <a:cubicBezTo>
                    <a:pt x="170" y="112"/>
                    <a:pt x="149" y="129"/>
                    <a:pt x="143" y="152"/>
                  </a:cubicBezTo>
                  <a:cubicBezTo>
                    <a:pt x="115" y="263"/>
                    <a:pt x="115" y="263"/>
                    <a:pt x="115" y="263"/>
                  </a:cubicBezTo>
                  <a:cubicBezTo>
                    <a:pt x="89" y="263"/>
                    <a:pt x="89" y="263"/>
                    <a:pt x="89" y="263"/>
                  </a:cubicBezTo>
                  <a:cubicBezTo>
                    <a:pt x="83" y="263"/>
                    <a:pt x="78" y="267"/>
                    <a:pt x="75" y="272"/>
                  </a:cubicBezTo>
                  <a:cubicBezTo>
                    <a:pt x="37" y="364"/>
                    <a:pt x="37" y="364"/>
                    <a:pt x="37" y="364"/>
                  </a:cubicBezTo>
                  <a:cubicBezTo>
                    <a:pt x="37" y="366"/>
                    <a:pt x="37" y="369"/>
                    <a:pt x="37" y="370"/>
                  </a:cubicBezTo>
                  <a:cubicBezTo>
                    <a:pt x="37" y="470"/>
                    <a:pt x="37" y="470"/>
                    <a:pt x="37" y="470"/>
                  </a:cubicBezTo>
                  <a:cubicBezTo>
                    <a:pt x="36" y="472"/>
                    <a:pt x="35" y="472"/>
                    <a:pt x="33" y="472"/>
                  </a:cubicBezTo>
                  <a:cubicBezTo>
                    <a:pt x="29" y="475"/>
                    <a:pt x="22" y="476"/>
                    <a:pt x="14" y="476"/>
                  </a:cubicBezTo>
                  <a:cubicBezTo>
                    <a:pt x="5" y="476"/>
                    <a:pt x="0" y="483"/>
                    <a:pt x="0" y="491"/>
                  </a:cubicBezTo>
                  <a:cubicBezTo>
                    <a:pt x="0" y="500"/>
                    <a:pt x="5" y="505"/>
                    <a:pt x="14" y="505"/>
                  </a:cubicBezTo>
                  <a:close/>
                  <a:moveTo>
                    <a:pt x="254" y="30"/>
                  </a:moveTo>
                  <a:lnTo>
                    <a:pt x="254" y="30"/>
                  </a:lnTo>
                  <a:cubicBezTo>
                    <a:pt x="379" y="30"/>
                    <a:pt x="379" y="30"/>
                    <a:pt x="379" y="30"/>
                  </a:cubicBezTo>
                  <a:cubicBezTo>
                    <a:pt x="406" y="112"/>
                    <a:pt x="406" y="112"/>
                    <a:pt x="406" y="112"/>
                  </a:cubicBezTo>
                  <a:cubicBezTo>
                    <a:pt x="254" y="112"/>
                    <a:pt x="254" y="112"/>
                    <a:pt x="254" y="112"/>
                  </a:cubicBezTo>
                  <a:lnTo>
                    <a:pt x="254" y="30"/>
                  </a:lnTo>
                  <a:close/>
                  <a:moveTo>
                    <a:pt x="171" y="159"/>
                  </a:moveTo>
                  <a:lnTo>
                    <a:pt x="171" y="159"/>
                  </a:lnTo>
                  <a:cubicBezTo>
                    <a:pt x="174" y="150"/>
                    <a:pt x="184" y="143"/>
                    <a:pt x="194" y="143"/>
                  </a:cubicBezTo>
                  <a:cubicBezTo>
                    <a:pt x="240" y="143"/>
                    <a:pt x="240" y="143"/>
                    <a:pt x="240" y="143"/>
                  </a:cubicBezTo>
                  <a:cubicBezTo>
                    <a:pt x="426" y="143"/>
                    <a:pt x="426" y="143"/>
                    <a:pt x="426" y="143"/>
                  </a:cubicBezTo>
                  <a:cubicBezTo>
                    <a:pt x="558" y="143"/>
                    <a:pt x="558" y="143"/>
                    <a:pt x="558" y="143"/>
                  </a:cubicBezTo>
                  <a:cubicBezTo>
                    <a:pt x="588" y="143"/>
                    <a:pt x="617" y="157"/>
                    <a:pt x="636" y="182"/>
                  </a:cubicBezTo>
                  <a:cubicBezTo>
                    <a:pt x="697" y="263"/>
                    <a:pt x="697" y="263"/>
                    <a:pt x="697" y="263"/>
                  </a:cubicBezTo>
                  <a:cubicBezTo>
                    <a:pt x="146" y="263"/>
                    <a:pt x="146" y="263"/>
                    <a:pt x="146" y="263"/>
                  </a:cubicBezTo>
                  <a:lnTo>
                    <a:pt x="171" y="159"/>
                  </a:lnTo>
                  <a:close/>
                  <a:moveTo>
                    <a:pt x="99" y="292"/>
                  </a:moveTo>
                  <a:lnTo>
                    <a:pt x="99" y="292"/>
                  </a:lnTo>
                  <a:cubicBezTo>
                    <a:pt x="127" y="292"/>
                    <a:pt x="127" y="292"/>
                    <a:pt x="127" y="292"/>
                  </a:cubicBezTo>
                  <a:cubicBezTo>
                    <a:pt x="726" y="292"/>
                    <a:pt x="726" y="292"/>
                    <a:pt x="726" y="292"/>
                  </a:cubicBezTo>
                  <a:cubicBezTo>
                    <a:pt x="857" y="292"/>
                    <a:pt x="857" y="292"/>
                    <a:pt x="857" y="292"/>
                  </a:cubicBezTo>
                  <a:cubicBezTo>
                    <a:pt x="850" y="316"/>
                    <a:pt x="843" y="336"/>
                    <a:pt x="835" y="356"/>
                  </a:cubicBezTo>
                  <a:cubicBezTo>
                    <a:pt x="825" y="381"/>
                    <a:pt x="811" y="403"/>
                    <a:pt x="790" y="424"/>
                  </a:cubicBezTo>
                  <a:cubicBezTo>
                    <a:pt x="795" y="429"/>
                    <a:pt x="795" y="429"/>
                    <a:pt x="795" y="429"/>
                  </a:cubicBezTo>
                  <a:cubicBezTo>
                    <a:pt x="788" y="426"/>
                    <a:pt x="779" y="424"/>
                    <a:pt x="769" y="424"/>
                  </a:cubicBezTo>
                  <a:cubicBezTo>
                    <a:pt x="753" y="424"/>
                    <a:pt x="740" y="429"/>
                    <a:pt x="729" y="434"/>
                  </a:cubicBezTo>
                  <a:cubicBezTo>
                    <a:pt x="714" y="444"/>
                    <a:pt x="705" y="455"/>
                    <a:pt x="696" y="463"/>
                  </a:cubicBezTo>
                  <a:cubicBezTo>
                    <a:pt x="690" y="468"/>
                    <a:pt x="686" y="470"/>
                    <a:pt x="680" y="473"/>
                  </a:cubicBezTo>
                  <a:cubicBezTo>
                    <a:pt x="676" y="475"/>
                    <a:pt x="669" y="476"/>
                    <a:pt x="661" y="476"/>
                  </a:cubicBezTo>
                  <a:cubicBezTo>
                    <a:pt x="650" y="476"/>
                    <a:pt x="643" y="473"/>
                    <a:pt x="637" y="470"/>
                  </a:cubicBezTo>
                  <a:cubicBezTo>
                    <a:pt x="627" y="465"/>
                    <a:pt x="619" y="455"/>
                    <a:pt x="606" y="444"/>
                  </a:cubicBezTo>
                  <a:cubicBezTo>
                    <a:pt x="601" y="440"/>
                    <a:pt x="594" y="434"/>
                    <a:pt x="585" y="430"/>
                  </a:cubicBezTo>
                  <a:cubicBezTo>
                    <a:pt x="576" y="427"/>
                    <a:pt x="566" y="424"/>
                    <a:pt x="553" y="424"/>
                  </a:cubicBezTo>
                  <a:cubicBezTo>
                    <a:pt x="538" y="424"/>
                    <a:pt x="524" y="429"/>
                    <a:pt x="514" y="434"/>
                  </a:cubicBezTo>
                  <a:cubicBezTo>
                    <a:pt x="499" y="444"/>
                    <a:pt x="489" y="455"/>
                    <a:pt x="479" y="463"/>
                  </a:cubicBezTo>
                  <a:cubicBezTo>
                    <a:pt x="475" y="468"/>
                    <a:pt x="471" y="470"/>
                    <a:pt x="465" y="473"/>
                  </a:cubicBezTo>
                  <a:cubicBezTo>
                    <a:pt x="460" y="475"/>
                    <a:pt x="454" y="476"/>
                    <a:pt x="446" y="476"/>
                  </a:cubicBezTo>
                  <a:cubicBezTo>
                    <a:pt x="435" y="476"/>
                    <a:pt x="428" y="473"/>
                    <a:pt x="421" y="470"/>
                  </a:cubicBezTo>
                  <a:cubicBezTo>
                    <a:pt x="411" y="465"/>
                    <a:pt x="403" y="455"/>
                    <a:pt x="392" y="444"/>
                  </a:cubicBezTo>
                  <a:cubicBezTo>
                    <a:pt x="385" y="440"/>
                    <a:pt x="378" y="434"/>
                    <a:pt x="369" y="430"/>
                  </a:cubicBezTo>
                  <a:cubicBezTo>
                    <a:pt x="361" y="427"/>
                    <a:pt x="350" y="424"/>
                    <a:pt x="339" y="424"/>
                  </a:cubicBezTo>
                  <a:cubicBezTo>
                    <a:pt x="322" y="424"/>
                    <a:pt x="309" y="429"/>
                    <a:pt x="298" y="434"/>
                  </a:cubicBezTo>
                  <a:cubicBezTo>
                    <a:pt x="283" y="444"/>
                    <a:pt x="273" y="455"/>
                    <a:pt x="265" y="463"/>
                  </a:cubicBezTo>
                  <a:cubicBezTo>
                    <a:pt x="259" y="468"/>
                    <a:pt x="255" y="470"/>
                    <a:pt x="249" y="473"/>
                  </a:cubicBezTo>
                  <a:cubicBezTo>
                    <a:pt x="245" y="475"/>
                    <a:pt x="238" y="476"/>
                    <a:pt x="230" y="476"/>
                  </a:cubicBezTo>
                  <a:cubicBezTo>
                    <a:pt x="219" y="476"/>
                    <a:pt x="212" y="473"/>
                    <a:pt x="206" y="470"/>
                  </a:cubicBezTo>
                  <a:cubicBezTo>
                    <a:pt x="196" y="465"/>
                    <a:pt x="188" y="455"/>
                    <a:pt x="175" y="444"/>
                  </a:cubicBezTo>
                  <a:cubicBezTo>
                    <a:pt x="170" y="440"/>
                    <a:pt x="163" y="434"/>
                    <a:pt x="153" y="430"/>
                  </a:cubicBezTo>
                  <a:cubicBezTo>
                    <a:pt x="145" y="427"/>
                    <a:pt x="134" y="424"/>
                    <a:pt x="122" y="424"/>
                  </a:cubicBezTo>
                  <a:cubicBezTo>
                    <a:pt x="106" y="424"/>
                    <a:pt x="93" y="429"/>
                    <a:pt x="83" y="434"/>
                  </a:cubicBezTo>
                  <a:cubicBezTo>
                    <a:pt x="76" y="438"/>
                    <a:pt x="71" y="442"/>
                    <a:pt x="67" y="447"/>
                  </a:cubicBezTo>
                  <a:cubicBezTo>
                    <a:pt x="67" y="373"/>
                    <a:pt x="67" y="373"/>
                    <a:pt x="67" y="373"/>
                  </a:cubicBezTo>
                  <a:lnTo>
                    <a:pt x="99" y="29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1">
              <a:extLst>
                <a:ext uri="{FF2B5EF4-FFF2-40B4-BE49-F238E27FC236}">
                  <a16:creationId xmlns:a16="http://schemas.microsoft.com/office/drawing/2014/main" id="{1FC7552C-CA99-7941-22C2-F67A83FA8CE1}"/>
                </a:ext>
              </a:extLst>
            </p:cNvPr>
            <p:cNvSpPr>
              <a:spLocks noChangeArrowheads="1"/>
            </p:cNvSpPr>
            <p:nvPr/>
          </p:nvSpPr>
          <p:spPr bwMode="auto">
            <a:xfrm>
              <a:off x="9764713" y="1462088"/>
              <a:ext cx="14287" cy="14287"/>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8" y="0"/>
                    <a:pt x="0" y="8"/>
                    <a:pt x="0" y="20"/>
                  </a:cubicBezTo>
                  <a:cubicBezTo>
                    <a:pt x="0" y="29"/>
                    <a:pt x="8" y="38"/>
                    <a:pt x="20" y="38"/>
                  </a:cubicBezTo>
                  <a:cubicBezTo>
                    <a:pt x="29" y="38"/>
                    <a:pt x="38" y="29"/>
                    <a:pt x="38" y="20"/>
                  </a:cubicBezTo>
                  <a:cubicBezTo>
                    <a:pt x="38" y="8"/>
                    <a:pt x="29"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2">
              <a:extLst>
                <a:ext uri="{FF2B5EF4-FFF2-40B4-BE49-F238E27FC236}">
                  <a16:creationId xmlns:a16="http://schemas.microsoft.com/office/drawing/2014/main" id="{C4A401D8-307C-2EB7-1DCC-5084B62B0A63}"/>
                </a:ext>
              </a:extLst>
            </p:cNvPr>
            <p:cNvSpPr>
              <a:spLocks noChangeArrowheads="1"/>
            </p:cNvSpPr>
            <p:nvPr/>
          </p:nvSpPr>
          <p:spPr bwMode="auto">
            <a:xfrm>
              <a:off x="9804400"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3">
              <a:extLst>
                <a:ext uri="{FF2B5EF4-FFF2-40B4-BE49-F238E27FC236}">
                  <a16:creationId xmlns:a16="http://schemas.microsoft.com/office/drawing/2014/main" id="{79AA788E-F487-80D7-2F79-BEA99FA13446}"/>
                </a:ext>
              </a:extLst>
            </p:cNvPr>
            <p:cNvSpPr>
              <a:spLocks noChangeArrowheads="1"/>
            </p:cNvSpPr>
            <p:nvPr/>
          </p:nvSpPr>
          <p:spPr bwMode="auto">
            <a:xfrm>
              <a:off x="9845675"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F4CC2A8F-90DD-CFDB-7EE7-922D1DFA6F70}"/>
              </a:ext>
            </a:extLst>
          </p:cNvPr>
          <p:cNvGrpSpPr/>
          <p:nvPr/>
        </p:nvGrpSpPr>
        <p:grpSpPr>
          <a:xfrm>
            <a:off x="10219406" y="1020663"/>
            <a:ext cx="214313" cy="247650"/>
            <a:chOff x="9191625" y="1355725"/>
            <a:chExt cx="214313" cy="247650"/>
          </a:xfrm>
          <a:solidFill>
            <a:schemeClr val="tx2"/>
          </a:solidFill>
        </p:grpSpPr>
        <p:sp>
          <p:nvSpPr>
            <p:cNvPr id="56" name="Freeform 44">
              <a:extLst>
                <a:ext uri="{FF2B5EF4-FFF2-40B4-BE49-F238E27FC236}">
                  <a16:creationId xmlns:a16="http://schemas.microsoft.com/office/drawing/2014/main" id="{B3E74EBE-6F28-70A0-1D84-490075665A37}"/>
                </a:ext>
              </a:extLst>
            </p:cNvPr>
            <p:cNvSpPr>
              <a:spLocks noChangeArrowheads="1"/>
            </p:cNvSpPr>
            <p:nvPr/>
          </p:nvSpPr>
          <p:spPr bwMode="auto">
            <a:xfrm>
              <a:off x="9191625" y="1355725"/>
              <a:ext cx="214313" cy="247650"/>
            </a:xfrm>
            <a:custGeom>
              <a:avLst/>
              <a:gdLst>
                <a:gd name="T0" fmla="*/ 580 w 597"/>
                <a:gd name="T1" fmla="*/ 239 h 686"/>
                <a:gd name="T2" fmla="*/ 596 w 597"/>
                <a:gd name="T3" fmla="*/ 163 h 686"/>
                <a:gd name="T4" fmla="*/ 594 w 597"/>
                <a:gd name="T5" fmla="*/ 158 h 686"/>
                <a:gd name="T6" fmla="*/ 591 w 597"/>
                <a:gd name="T7" fmla="*/ 154 h 686"/>
                <a:gd name="T8" fmla="*/ 432 w 597"/>
                <a:gd name="T9" fmla="*/ 0 h 686"/>
                <a:gd name="T10" fmla="*/ 60 w 597"/>
                <a:gd name="T11" fmla="*/ 98 h 686"/>
                <a:gd name="T12" fmla="*/ 4 w 597"/>
                <a:gd name="T13" fmla="*/ 154 h 686"/>
                <a:gd name="T14" fmla="*/ 0 w 597"/>
                <a:gd name="T15" fmla="*/ 163 h 686"/>
                <a:gd name="T16" fmla="*/ 15 w 597"/>
                <a:gd name="T17" fmla="*/ 239 h 686"/>
                <a:gd name="T18" fmla="*/ 31 w 597"/>
                <a:gd name="T19" fmla="*/ 170 h 686"/>
                <a:gd name="T20" fmla="*/ 60 w 597"/>
                <a:gd name="T21" fmla="*/ 551 h 686"/>
                <a:gd name="T22" fmla="*/ 120 w 597"/>
                <a:gd name="T23" fmla="*/ 670 h 686"/>
                <a:gd name="T24" fmla="*/ 134 w 597"/>
                <a:gd name="T25" fmla="*/ 685 h 686"/>
                <a:gd name="T26" fmla="*/ 205 w 597"/>
                <a:gd name="T27" fmla="*/ 681 h 686"/>
                <a:gd name="T28" fmla="*/ 209 w 597"/>
                <a:gd name="T29" fmla="*/ 625 h 686"/>
                <a:gd name="T30" fmla="*/ 388 w 597"/>
                <a:gd name="T31" fmla="*/ 670 h 686"/>
                <a:gd name="T32" fmla="*/ 402 w 597"/>
                <a:gd name="T33" fmla="*/ 685 h 686"/>
                <a:gd name="T34" fmla="*/ 473 w 597"/>
                <a:gd name="T35" fmla="*/ 681 h 686"/>
                <a:gd name="T36" fmla="*/ 477 w 597"/>
                <a:gd name="T37" fmla="*/ 624 h 686"/>
                <a:gd name="T38" fmla="*/ 536 w 597"/>
                <a:gd name="T39" fmla="*/ 373 h 686"/>
                <a:gd name="T40" fmla="*/ 536 w 597"/>
                <a:gd name="T41" fmla="*/ 373 h 686"/>
                <a:gd name="T42" fmla="*/ 566 w 597"/>
                <a:gd name="T43" fmla="*/ 170 h 686"/>
                <a:gd name="T44" fmla="*/ 580 w 597"/>
                <a:gd name="T45" fmla="*/ 239 h 686"/>
                <a:gd name="T46" fmla="*/ 112 w 597"/>
                <a:gd name="T47" fmla="*/ 52 h 686"/>
                <a:gd name="T48" fmla="*/ 432 w 597"/>
                <a:gd name="T49" fmla="*/ 29 h 686"/>
                <a:gd name="T50" fmla="*/ 506 w 597"/>
                <a:gd name="T51" fmla="*/ 105 h 686"/>
                <a:gd name="T52" fmla="*/ 506 w 597"/>
                <a:gd name="T53" fmla="*/ 357 h 686"/>
                <a:gd name="T54" fmla="*/ 402 w 597"/>
                <a:gd name="T55" fmla="*/ 268 h 686"/>
                <a:gd name="T56" fmla="*/ 89 w 597"/>
                <a:gd name="T57" fmla="*/ 357 h 686"/>
                <a:gd name="T58" fmla="*/ 89 w 597"/>
                <a:gd name="T59" fmla="*/ 105 h 686"/>
                <a:gd name="T60" fmla="*/ 476 w 597"/>
                <a:gd name="T61" fmla="*/ 357 h 686"/>
                <a:gd name="T62" fmla="*/ 329 w 597"/>
                <a:gd name="T63" fmla="*/ 357 h 686"/>
                <a:gd name="T64" fmla="*/ 402 w 597"/>
                <a:gd name="T65" fmla="*/ 297 h 686"/>
                <a:gd name="T66" fmla="*/ 476 w 597"/>
                <a:gd name="T67" fmla="*/ 357 h 686"/>
                <a:gd name="T68" fmla="*/ 149 w 597"/>
                <a:gd name="T69" fmla="*/ 654 h 686"/>
                <a:gd name="T70" fmla="*/ 179 w 597"/>
                <a:gd name="T71" fmla="*/ 625 h 686"/>
                <a:gd name="T72" fmla="*/ 149 w 597"/>
                <a:gd name="T73" fmla="*/ 654 h 686"/>
                <a:gd name="T74" fmla="*/ 417 w 597"/>
                <a:gd name="T75" fmla="*/ 625 h 686"/>
                <a:gd name="T76" fmla="*/ 446 w 597"/>
                <a:gd name="T77" fmla="*/ 654 h 686"/>
                <a:gd name="T78" fmla="*/ 417 w 597"/>
                <a:gd name="T79" fmla="*/ 625 h 686"/>
                <a:gd name="T80" fmla="*/ 462 w 597"/>
                <a:gd name="T81" fmla="*/ 596 h 686"/>
                <a:gd name="T82" fmla="*/ 194 w 597"/>
                <a:gd name="T83" fmla="*/ 596 h 686"/>
                <a:gd name="T84" fmla="*/ 89 w 597"/>
                <a:gd name="T85" fmla="*/ 551 h 686"/>
                <a:gd name="T86" fmla="*/ 506 w 597"/>
                <a:gd name="T87" fmla="*/ 387 h 686"/>
                <a:gd name="T88" fmla="*/ 462 w 597"/>
                <a:gd name="T89" fmla="*/ 59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97" h="686">
                  <a:moveTo>
                    <a:pt x="580" y="239"/>
                  </a:moveTo>
                  <a:lnTo>
                    <a:pt x="580" y="239"/>
                  </a:lnTo>
                  <a:cubicBezTo>
                    <a:pt x="589" y="239"/>
                    <a:pt x="596" y="232"/>
                    <a:pt x="596" y="223"/>
                  </a:cubicBezTo>
                  <a:cubicBezTo>
                    <a:pt x="596" y="163"/>
                    <a:pt x="596" y="163"/>
                    <a:pt x="596" y="163"/>
                  </a:cubicBezTo>
                  <a:lnTo>
                    <a:pt x="596" y="163"/>
                  </a:lnTo>
                  <a:cubicBezTo>
                    <a:pt x="596" y="162"/>
                    <a:pt x="596" y="161"/>
                    <a:pt x="594" y="158"/>
                  </a:cubicBezTo>
                  <a:cubicBezTo>
                    <a:pt x="594" y="156"/>
                    <a:pt x="593" y="155"/>
                    <a:pt x="591" y="154"/>
                  </a:cubicBezTo>
                  <a:lnTo>
                    <a:pt x="591" y="154"/>
                  </a:lnTo>
                  <a:cubicBezTo>
                    <a:pt x="536" y="98"/>
                    <a:pt x="536" y="98"/>
                    <a:pt x="536" y="98"/>
                  </a:cubicBezTo>
                  <a:cubicBezTo>
                    <a:pt x="533" y="43"/>
                    <a:pt x="487" y="0"/>
                    <a:pt x="432" y="0"/>
                  </a:cubicBezTo>
                  <a:cubicBezTo>
                    <a:pt x="165" y="0"/>
                    <a:pt x="165" y="0"/>
                    <a:pt x="165" y="0"/>
                  </a:cubicBezTo>
                  <a:cubicBezTo>
                    <a:pt x="109" y="0"/>
                    <a:pt x="64" y="43"/>
                    <a:pt x="60" y="98"/>
                  </a:cubicBezTo>
                  <a:cubicBezTo>
                    <a:pt x="4" y="154"/>
                    <a:pt x="4" y="154"/>
                    <a:pt x="4" y="154"/>
                  </a:cubicBezTo>
                  <a:lnTo>
                    <a:pt x="4" y="154"/>
                  </a:lnTo>
                  <a:cubicBezTo>
                    <a:pt x="3" y="155"/>
                    <a:pt x="3" y="156"/>
                    <a:pt x="2" y="158"/>
                  </a:cubicBezTo>
                  <a:cubicBezTo>
                    <a:pt x="2" y="161"/>
                    <a:pt x="0" y="162"/>
                    <a:pt x="0" y="163"/>
                  </a:cubicBezTo>
                  <a:cubicBezTo>
                    <a:pt x="0" y="223"/>
                    <a:pt x="0" y="223"/>
                    <a:pt x="0" y="223"/>
                  </a:cubicBezTo>
                  <a:cubicBezTo>
                    <a:pt x="0" y="232"/>
                    <a:pt x="7" y="239"/>
                    <a:pt x="15" y="239"/>
                  </a:cubicBezTo>
                  <a:cubicBezTo>
                    <a:pt x="24" y="239"/>
                    <a:pt x="31" y="232"/>
                    <a:pt x="31" y="223"/>
                  </a:cubicBezTo>
                  <a:cubicBezTo>
                    <a:pt x="31" y="170"/>
                    <a:pt x="31" y="170"/>
                    <a:pt x="31" y="170"/>
                  </a:cubicBezTo>
                  <a:cubicBezTo>
                    <a:pt x="60" y="140"/>
                    <a:pt x="60" y="140"/>
                    <a:pt x="60" y="140"/>
                  </a:cubicBezTo>
                  <a:cubicBezTo>
                    <a:pt x="60" y="551"/>
                    <a:pt x="60" y="551"/>
                    <a:pt x="60" y="551"/>
                  </a:cubicBezTo>
                  <a:cubicBezTo>
                    <a:pt x="60" y="587"/>
                    <a:pt x="85" y="617"/>
                    <a:pt x="120" y="624"/>
                  </a:cubicBezTo>
                  <a:cubicBezTo>
                    <a:pt x="120" y="670"/>
                    <a:pt x="120" y="670"/>
                    <a:pt x="120" y="670"/>
                  </a:cubicBezTo>
                  <a:cubicBezTo>
                    <a:pt x="120" y="674"/>
                    <a:pt x="121" y="678"/>
                    <a:pt x="124" y="681"/>
                  </a:cubicBezTo>
                  <a:cubicBezTo>
                    <a:pt x="127" y="684"/>
                    <a:pt x="131" y="685"/>
                    <a:pt x="134" y="685"/>
                  </a:cubicBezTo>
                  <a:cubicBezTo>
                    <a:pt x="194" y="685"/>
                    <a:pt x="194" y="685"/>
                    <a:pt x="194" y="685"/>
                  </a:cubicBezTo>
                  <a:cubicBezTo>
                    <a:pt x="198" y="685"/>
                    <a:pt x="202" y="684"/>
                    <a:pt x="205" y="681"/>
                  </a:cubicBezTo>
                  <a:cubicBezTo>
                    <a:pt x="208" y="678"/>
                    <a:pt x="209" y="674"/>
                    <a:pt x="209" y="670"/>
                  </a:cubicBezTo>
                  <a:cubicBezTo>
                    <a:pt x="209" y="625"/>
                    <a:pt x="209" y="625"/>
                    <a:pt x="209" y="625"/>
                  </a:cubicBezTo>
                  <a:cubicBezTo>
                    <a:pt x="388" y="625"/>
                    <a:pt x="388" y="625"/>
                    <a:pt x="388" y="625"/>
                  </a:cubicBezTo>
                  <a:cubicBezTo>
                    <a:pt x="388" y="670"/>
                    <a:pt x="388" y="670"/>
                    <a:pt x="388" y="670"/>
                  </a:cubicBezTo>
                  <a:cubicBezTo>
                    <a:pt x="388" y="674"/>
                    <a:pt x="389" y="678"/>
                    <a:pt x="392" y="681"/>
                  </a:cubicBezTo>
                  <a:cubicBezTo>
                    <a:pt x="395" y="684"/>
                    <a:pt x="399" y="685"/>
                    <a:pt x="402" y="685"/>
                  </a:cubicBezTo>
                  <a:cubicBezTo>
                    <a:pt x="462" y="685"/>
                    <a:pt x="462" y="685"/>
                    <a:pt x="462" y="685"/>
                  </a:cubicBezTo>
                  <a:cubicBezTo>
                    <a:pt x="466" y="685"/>
                    <a:pt x="470" y="684"/>
                    <a:pt x="473" y="681"/>
                  </a:cubicBezTo>
                  <a:cubicBezTo>
                    <a:pt x="476" y="678"/>
                    <a:pt x="477" y="674"/>
                    <a:pt x="477" y="670"/>
                  </a:cubicBezTo>
                  <a:cubicBezTo>
                    <a:pt x="477" y="624"/>
                    <a:pt x="477" y="624"/>
                    <a:pt x="477" y="624"/>
                  </a:cubicBezTo>
                  <a:cubicBezTo>
                    <a:pt x="511" y="617"/>
                    <a:pt x="536" y="587"/>
                    <a:pt x="536" y="551"/>
                  </a:cubicBezTo>
                  <a:cubicBezTo>
                    <a:pt x="536" y="373"/>
                    <a:pt x="536" y="373"/>
                    <a:pt x="536" y="373"/>
                  </a:cubicBezTo>
                  <a:lnTo>
                    <a:pt x="536" y="373"/>
                  </a:lnTo>
                  <a:lnTo>
                    <a:pt x="536" y="373"/>
                  </a:lnTo>
                  <a:cubicBezTo>
                    <a:pt x="536" y="140"/>
                    <a:pt x="536" y="140"/>
                    <a:pt x="536" y="140"/>
                  </a:cubicBezTo>
                  <a:cubicBezTo>
                    <a:pt x="566" y="170"/>
                    <a:pt x="566" y="170"/>
                    <a:pt x="566" y="170"/>
                  </a:cubicBezTo>
                  <a:cubicBezTo>
                    <a:pt x="566" y="223"/>
                    <a:pt x="566" y="223"/>
                    <a:pt x="566" y="223"/>
                  </a:cubicBezTo>
                  <a:cubicBezTo>
                    <a:pt x="566" y="232"/>
                    <a:pt x="572" y="239"/>
                    <a:pt x="580" y="239"/>
                  </a:cubicBezTo>
                  <a:close/>
                  <a:moveTo>
                    <a:pt x="112" y="52"/>
                  </a:moveTo>
                  <a:lnTo>
                    <a:pt x="112" y="52"/>
                  </a:lnTo>
                  <a:cubicBezTo>
                    <a:pt x="126" y="38"/>
                    <a:pt x="144" y="29"/>
                    <a:pt x="165" y="29"/>
                  </a:cubicBezTo>
                  <a:cubicBezTo>
                    <a:pt x="432" y="29"/>
                    <a:pt x="432" y="29"/>
                    <a:pt x="432" y="29"/>
                  </a:cubicBezTo>
                  <a:cubicBezTo>
                    <a:pt x="452" y="29"/>
                    <a:pt x="472" y="38"/>
                    <a:pt x="484" y="52"/>
                  </a:cubicBezTo>
                  <a:cubicBezTo>
                    <a:pt x="498" y="66"/>
                    <a:pt x="506" y="84"/>
                    <a:pt x="506" y="105"/>
                  </a:cubicBezTo>
                  <a:lnTo>
                    <a:pt x="506" y="105"/>
                  </a:lnTo>
                  <a:cubicBezTo>
                    <a:pt x="506" y="357"/>
                    <a:pt x="506" y="357"/>
                    <a:pt x="506" y="357"/>
                  </a:cubicBezTo>
                  <a:cubicBezTo>
                    <a:pt x="505" y="357"/>
                    <a:pt x="505" y="357"/>
                    <a:pt x="505" y="357"/>
                  </a:cubicBezTo>
                  <a:cubicBezTo>
                    <a:pt x="498" y="307"/>
                    <a:pt x="455" y="268"/>
                    <a:pt x="402" y="268"/>
                  </a:cubicBezTo>
                  <a:cubicBezTo>
                    <a:pt x="350" y="268"/>
                    <a:pt x="307" y="307"/>
                    <a:pt x="300" y="357"/>
                  </a:cubicBezTo>
                  <a:cubicBezTo>
                    <a:pt x="89" y="357"/>
                    <a:pt x="89" y="357"/>
                    <a:pt x="89" y="357"/>
                  </a:cubicBezTo>
                  <a:cubicBezTo>
                    <a:pt x="89" y="105"/>
                    <a:pt x="89" y="105"/>
                    <a:pt x="89" y="105"/>
                  </a:cubicBezTo>
                  <a:lnTo>
                    <a:pt x="89" y="105"/>
                  </a:lnTo>
                  <a:cubicBezTo>
                    <a:pt x="89" y="84"/>
                    <a:pt x="98" y="66"/>
                    <a:pt x="112" y="52"/>
                  </a:cubicBezTo>
                  <a:close/>
                  <a:moveTo>
                    <a:pt x="476" y="357"/>
                  </a:moveTo>
                  <a:lnTo>
                    <a:pt x="476" y="357"/>
                  </a:lnTo>
                  <a:cubicBezTo>
                    <a:pt x="329" y="357"/>
                    <a:pt x="329" y="357"/>
                    <a:pt x="329" y="357"/>
                  </a:cubicBezTo>
                  <a:cubicBezTo>
                    <a:pt x="332" y="343"/>
                    <a:pt x="339" y="329"/>
                    <a:pt x="350" y="320"/>
                  </a:cubicBezTo>
                  <a:cubicBezTo>
                    <a:pt x="363" y="306"/>
                    <a:pt x="382" y="297"/>
                    <a:pt x="402" y="297"/>
                  </a:cubicBezTo>
                  <a:cubicBezTo>
                    <a:pt x="423" y="297"/>
                    <a:pt x="441" y="306"/>
                    <a:pt x="455" y="320"/>
                  </a:cubicBezTo>
                  <a:cubicBezTo>
                    <a:pt x="465" y="329"/>
                    <a:pt x="473" y="343"/>
                    <a:pt x="476" y="357"/>
                  </a:cubicBezTo>
                  <a:close/>
                  <a:moveTo>
                    <a:pt x="149" y="654"/>
                  </a:moveTo>
                  <a:lnTo>
                    <a:pt x="149" y="654"/>
                  </a:lnTo>
                  <a:cubicBezTo>
                    <a:pt x="149" y="625"/>
                    <a:pt x="149" y="625"/>
                    <a:pt x="149" y="625"/>
                  </a:cubicBezTo>
                  <a:cubicBezTo>
                    <a:pt x="179" y="625"/>
                    <a:pt x="179" y="625"/>
                    <a:pt x="179" y="625"/>
                  </a:cubicBezTo>
                  <a:cubicBezTo>
                    <a:pt x="179" y="654"/>
                    <a:pt x="179" y="654"/>
                    <a:pt x="179" y="654"/>
                  </a:cubicBezTo>
                  <a:lnTo>
                    <a:pt x="149" y="654"/>
                  </a:lnTo>
                  <a:close/>
                  <a:moveTo>
                    <a:pt x="417" y="625"/>
                  </a:moveTo>
                  <a:lnTo>
                    <a:pt x="417" y="625"/>
                  </a:lnTo>
                  <a:cubicBezTo>
                    <a:pt x="446" y="625"/>
                    <a:pt x="446" y="625"/>
                    <a:pt x="446" y="625"/>
                  </a:cubicBezTo>
                  <a:cubicBezTo>
                    <a:pt x="446" y="654"/>
                    <a:pt x="446" y="654"/>
                    <a:pt x="446" y="654"/>
                  </a:cubicBezTo>
                  <a:cubicBezTo>
                    <a:pt x="417" y="654"/>
                    <a:pt x="417" y="654"/>
                    <a:pt x="417" y="654"/>
                  </a:cubicBezTo>
                  <a:lnTo>
                    <a:pt x="417" y="625"/>
                  </a:lnTo>
                  <a:close/>
                  <a:moveTo>
                    <a:pt x="462" y="596"/>
                  </a:moveTo>
                  <a:lnTo>
                    <a:pt x="462" y="596"/>
                  </a:lnTo>
                  <a:cubicBezTo>
                    <a:pt x="402" y="596"/>
                    <a:pt x="402" y="596"/>
                    <a:pt x="402" y="596"/>
                  </a:cubicBezTo>
                  <a:cubicBezTo>
                    <a:pt x="194" y="596"/>
                    <a:pt x="194" y="596"/>
                    <a:pt x="194" y="596"/>
                  </a:cubicBezTo>
                  <a:cubicBezTo>
                    <a:pt x="134" y="596"/>
                    <a:pt x="134" y="596"/>
                    <a:pt x="134" y="596"/>
                  </a:cubicBezTo>
                  <a:cubicBezTo>
                    <a:pt x="110" y="596"/>
                    <a:pt x="89" y="575"/>
                    <a:pt x="89" y="551"/>
                  </a:cubicBezTo>
                  <a:cubicBezTo>
                    <a:pt x="89" y="387"/>
                    <a:pt x="89" y="387"/>
                    <a:pt x="89" y="387"/>
                  </a:cubicBezTo>
                  <a:cubicBezTo>
                    <a:pt x="506" y="387"/>
                    <a:pt x="506" y="387"/>
                    <a:pt x="506" y="387"/>
                  </a:cubicBezTo>
                  <a:cubicBezTo>
                    <a:pt x="506" y="551"/>
                    <a:pt x="506" y="551"/>
                    <a:pt x="506" y="551"/>
                  </a:cubicBezTo>
                  <a:cubicBezTo>
                    <a:pt x="506" y="575"/>
                    <a:pt x="487" y="596"/>
                    <a:pt x="46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5">
              <a:extLst>
                <a:ext uri="{FF2B5EF4-FFF2-40B4-BE49-F238E27FC236}">
                  <a16:creationId xmlns:a16="http://schemas.microsoft.com/office/drawing/2014/main" id="{E9B03E98-E13F-56EC-4567-A25C2AD3B06D}"/>
                </a:ext>
              </a:extLst>
            </p:cNvPr>
            <p:cNvSpPr>
              <a:spLocks noChangeArrowheads="1"/>
            </p:cNvSpPr>
            <p:nvPr/>
          </p:nvSpPr>
          <p:spPr bwMode="auto">
            <a:xfrm>
              <a:off x="9240838" y="1533525"/>
              <a:ext cx="22225" cy="22225"/>
            </a:xfrm>
            <a:custGeom>
              <a:avLst/>
              <a:gdLst>
                <a:gd name="T0" fmla="*/ 31 w 61"/>
                <a:gd name="T1" fmla="*/ 0 h 61"/>
                <a:gd name="T2" fmla="*/ 31 w 61"/>
                <a:gd name="T3" fmla="*/ 0 h 61"/>
                <a:gd name="T4" fmla="*/ 0 w 61"/>
                <a:gd name="T5" fmla="*/ 29 h 61"/>
                <a:gd name="T6" fmla="*/ 31 w 61"/>
                <a:gd name="T7" fmla="*/ 60 h 61"/>
                <a:gd name="T8" fmla="*/ 60 w 61"/>
                <a:gd name="T9" fmla="*/ 29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29"/>
                  </a:cubicBezTo>
                  <a:cubicBezTo>
                    <a:pt x="0" y="46"/>
                    <a:pt x="14" y="60"/>
                    <a:pt x="31" y="60"/>
                  </a:cubicBezTo>
                  <a:cubicBezTo>
                    <a:pt x="46" y="60"/>
                    <a:pt x="60" y="46"/>
                    <a:pt x="60" y="29"/>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6">
              <a:extLst>
                <a:ext uri="{FF2B5EF4-FFF2-40B4-BE49-F238E27FC236}">
                  <a16:creationId xmlns:a16="http://schemas.microsoft.com/office/drawing/2014/main" id="{2E5C50C1-85FA-A9C1-3A88-7146D1710805}"/>
                </a:ext>
              </a:extLst>
            </p:cNvPr>
            <p:cNvSpPr>
              <a:spLocks noChangeArrowheads="1"/>
            </p:cNvSpPr>
            <p:nvPr/>
          </p:nvSpPr>
          <p:spPr bwMode="auto">
            <a:xfrm>
              <a:off x="9336088" y="1533525"/>
              <a:ext cx="22225" cy="22225"/>
            </a:xfrm>
            <a:custGeom>
              <a:avLst/>
              <a:gdLst>
                <a:gd name="T0" fmla="*/ 30 w 61"/>
                <a:gd name="T1" fmla="*/ 0 h 61"/>
                <a:gd name="T2" fmla="*/ 30 w 61"/>
                <a:gd name="T3" fmla="*/ 0 h 61"/>
                <a:gd name="T4" fmla="*/ 0 w 61"/>
                <a:gd name="T5" fmla="*/ 29 h 61"/>
                <a:gd name="T6" fmla="*/ 30 w 61"/>
                <a:gd name="T7" fmla="*/ 60 h 61"/>
                <a:gd name="T8" fmla="*/ 60 w 61"/>
                <a:gd name="T9" fmla="*/ 29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29"/>
                  </a:cubicBezTo>
                  <a:cubicBezTo>
                    <a:pt x="0" y="46"/>
                    <a:pt x="14" y="60"/>
                    <a:pt x="30" y="60"/>
                  </a:cubicBezTo>
                  <a:cubicBezTo>
                    <a:pt x="46" y="60"/>
                    <a:pt x="60" y="46"/>
                    <a:pt x="60" y="29"/>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 name="Group 62">
            <a:extLst>
              <a:ext uri="{FF2B5EF4-FFF2-40B4-BE49-F238E27FC236}">
                <a16:creationId xmlns:a16="http://schemas.microsoft.com/office/drawing/2014/main" id="{DB8CBC7A-78E5-AA41-45D2-FBCB853922A6}"/>
              </a:ext>
            </a:extLst>
          </p:cNvPr>
          <p:cNvGrpSpPr/>
          <p:nvPr/>
        </p:nvGrpSpPr>
        <p:grpSpPr>
          <a:xfrm>
            <a:off x="10713119" y="1569145"/>
            <a:ext cx="422275" cy="163512"/>
            <a:chOff x="9685338" y="1884363"/>
            <a:chExt cx="422275" cy="163512"/>
          </a:xfrm>
          <a:solidFill>
            <a:schemeClr val="tx2"/>
          </a:solidFill>
        </p:grpSpPr>
        <p:sp>
          <p:nvSpPr>
            <p:cNvPr id="60" name="Freeform 47">
              <a:extLst>
                <a:ext uri="{FF2B5EF4-FFF2-40B4-BE49-F238E27FC236}">
                  <a16:creationId xmlns:a16="http://schemas.microsoft.com/office/drawing/2014/main" id="{A0A34B74-0A56-4F49-E14E-03052ED0EE87}"/>
                </a:ext>
              </a:extLst>
            </p:cNvPr>
            <p:cNvSpPr>
              <a:spLocks noChangeArrowheads="1"/>
            </p:cNvSpPr>
            <p:nvPr/>
          </p:nvSpPr>
          <p:spPr bwMode="auto">
            <a:xfrm>
              <a:off x="9685338" y="1884363"/>
              <a:ext cx="422275" cy="163512"/>
            </a:xfrm>
            <a:custGeom>
              <a:avLst/>
              <a:gdLst>
                <a:gd name="T0" fmla="*/ 1160 w 1175"/>
                <a:gd name="T1" fmla="*/ 223 h 454"/>
                <a:gd name="T2" fmla="*/ 697 w 1175"/>
                <a:gd name="T3" fmla="*/ 224 h 454"/>
                <a:gd name="T4" fmla="*/ 619 w 1175"/>
                <a:gd name="T5" fmla="*/ 153 h 454"/>
                <a:gd name="T6" fmla="*/ 726 w 1175"/>
                <a:gd name="T7" fmla="*/ 139 h 454"/>
                <a:gd name="T8" fmla="*/ 602 w 1175"/>
                <a:gd name="T9" fmla="*/ 124 h 454"/>
                <a:gd name="T10" fmla="*/ 587 w 1175"/>
                <a:gd name="T11" fmla="*/ 0 h 454"/>
                <a:gd name="T12" fmla="*/ 571 w 1175"/>
                <a:gd name="T13" fmla="*/ 124 h 454"/>
                <a:gd name="T14" fmla="*/ 447 w 1175"/>
                <a:gd name="T15" fmla="*/ 139 h 454"/>
                <a:gd name="T16" fmla="*/ 555 w 1175"/>
                <a:gd name="T17" fmla="*/ 153 h 454"/>
                <a:gd name="T18" fmla="*/ 488 w 1175"/>
                <a:gd name="T19" fmla="*/ 206 h 454"/>
                <a:gd name="T20" fmla="*/ 475 w 1175"/>
                <a:gd name="T21" fmla="*/ 223 h 454"/>
                <a:gd name="T22" fmla="*/ 0 w 1175"/>
                <a:gd name="T23" fmla="*/ 238 h 454"/>
                <a:gd name="T24" fmla="*/ 234 w 1175"/>
                <a:gd name="T25" fmla="*/ 254 h 454"/>
                <a:gd name="T26" fmla="*/ 263 w 1175"/>
                <a:gd name="T27" fmla="*/ 428 h 454"/>
                <a:gd name="T28" fmla="*/ 293 w 1175"/>
                <a:gd name="T29" fmla="*/ 254 h 454"/>
                <a:gd name="T30" fmla="*/ 445 w 1175"/>
                <a:gd name="T31" fmla="*/ 280 h 454"/>
                <a:gd name="T32" fmla="*/ 461 w 1175"/>
                <a:gd name="T33" fmla="*/ 418 h 454"/>
                <a:gd name="T34" fmla="*/ 630 w 1175"/>
                <a:gd name="T35" fmla="*/ 453 h 454"/>
                <a:gd name="T36" fmla="*/ 744 w 1175"/>
                <a:gd name="T37" fmla="*/ 337 h 454"/>
                <a:gd name="T38" fmla="*/ 714 w 1175"/>
                <a:gd name="T39" fmla="*/ 254 h 454"/>
                <a:gd name="T40" fmla="*/ 821 w 1175"/>
                <a:gd name="T41" fmla="*/ 339 h 454"/>
                <a:gd name="T42" fmla="*/ 1000 w 1175"/>
                <a:gd name="T43" fmla="*/ 339 h 454"/>
                <a:gd name="T44" fmla="*/ 1160 w 1175"/>
                <a:gd name="T45" fmla="*/ 254 h 454"/>
                <a:gd name="T46" fmla="*/ 1160 w 1175"/>
                <a:gd name="T47" fmla="*/ 223 h 454"/>
                <a:gd name="T48" fmla="*/ 323 w 1175"/>
                <a:gd name="T49" fmla="*/ 339 h 454"/>
                <a:gd name="T50" fmla="*/ 263 w 1175"/>
                <a:gd name="T51" fmla="*/ 397 h 454"/>
                <a:gd name="T52" fmla="*/ 203 w 1175"/>
                <a:gd name="T53" fmla="*/ 339 h 454"/>
                <a:gd name="T54" fmla="*/ 263 w 1175"/>
                <a:gd name="T55" fmla="*/ 279 h 454"/>
                <a:gd name="T56" fmla="*/ 323 w 1175"/>
                <a:gd name="T57" fmla="*/ 339 h 454"/>
                <a:gd name="T58" fmla="*/ 691 w 1175"/>
                <a:gd name="T59" fmla="*/ 397 h 454"/>
                <a:gd name="T60" fmla="*/ 544 w 1175"/>
                <a:gd name="T61" fmla="*/ 422 h 454"/>
                <a:gd name="T62" fmla="*/ 458 w 1175"/>
                <a:gd name="T63" fmla="*/ 337 h 454"/>
                <a:gd name="T64" fmla="*/ 513 w 1175"/>
                <a:gd name="T65" fmla="*/ 222 h 454"/>
                <a:gd name="T66" fmla="*/ 513 w 1175"/>
                <a:gd name="T67" fmla="*/ 222 h 454"/>
                <a:gd name="T68" fmla="*/ 661 w 1175"/>
                <a:gd name="T69" fmla="*/ 222 h 454"/>
                <a:gd name="T70" fmla="*/ 715 w 1175"/>
                <a:gd name="T71" fmla="*/ 337 h 454"/>
                <a:gd name="T72" fmla="*/ 970 w 1175"/>
                <a:gd name="T73" fmla="*/ 339 h 454"/>
                <a:gd name="T74" fmla="*/ 952 w 1175"/>
                <a:gd name="T75" fmla="*/ 381 h 454"/>
                <a:gd name="T76" fmla="*/ 869 w 1175"/>
                <a:gd name="T77" fmla="*/ 381 h 454"/>
                <a:gd name="T78" fmla="*/ 869 w 1175"/>
                <a:gd name="T79" fmla="*/ 296 h 454"/>
                <a:gd name="T80" fmla="*/ 952 w 1175"/>
                <a:gd name="T81" fmla="*/ 296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175" h="454">
                  <a:moveTo>
                    <a:pt x="1160" y="223"/>
                  </a:moveTo>
                  <a:lnTo>
                    <a:pt x="1160" y="223"/>
                  </a:lnTo>
                  <a:cubicBezTo>
                    <a:pt x="698" y="223"/>
                    <a:pt x="698" y="223"/>
                    <a:pt x="698" y="223"/>
                  </a:cubicBezTo>
                  <a:lnTo>
                    <a:pt x="697" y="224"/>
                  </a:lnTo>
                  <a:cubicBezTo>
                    <a:pt x="686" y="206"/>
                    <a:pt x="686" y="206"/>
                    <a:pt x="686" y="206"/>
                  </a:cubicBezTo>
                  <a:cubicBezTo>
                    <a:pt x="670" y="178"/>
                    <a:pt x="645" y="162"/>
                    <a:pt x="619" y="153"/>
                  </a:cubicBezTo>
                  <a:cubicBezTo>
                    <a:pt x="711" y="153"/>
                    <a:pt x="711" y="153"/>
                    <a:pt x="711" y="153"/>
                  </a:cubicBezTo>
                  <a:cubicBezTo>
                    <a:pt x="719" y="153"/>
                    <a:pt x="726" y="148"/>
                    <a:pt x="726" y="139"/>
                  </a:cubicBezTo>
                  <a:cubicBezTo>
                    <a:pt x="726" y="131"/>
                    <a:pt x="719" y="124"/>
                    <a:pt x="711" y="124"/>
                  </a:cubicBezTo>
                  <a:cubicBezTo>
                    <a:pt x="602" y="124"/>
                    <a:pt x="602" y="124"/>
                    <a:pt x="602" y="124"/>
                  </a:cubicBezTo>
                  <a:cubicBezTo>
                    <a:pt x="602" y="15"/>
                    <a:pt x="602" y="15"/>
                    <a:pt x="602" y="15"/>
                  </a:cubicBezTo>
                  <a:cubicBezTo>
                    <a:pt x="602" y="7"/>
                    <a:pt x="595" y="0"/>
                    <a:pt x="587" y="0"/>
                  </a:cubicBezTo>
                  <a:cubicBezTo>
                    <a:pt x="578" y="0"/>
                    <a:pt x="571" y="7"/>
                    <a:pt x="571" y="15"/>
                  </a:cubicBezTo>
                  <a:cubicBezTo>
                    <a:pt x="571" y="124"/>
                    <a:pt x="571" y="124"/>
                    <a:pt x="571" y="124"/>
                  </a:cubicBezTo>
                  <a:cubicBezTo>
                    <a:pt x="463" y="124"/>
                    <a:pt x="463" y="124"/>
                    <a:pt x="463" y="124"/>
                  </a:cubicBezTo>
                  <a:cubicBezTo>
                    <a:pt x="454" y="124"/>
                    <a:pt x="447" y="131"/>
                    <a:pt x="447" y="139"/>
                  </a:cubicBezTo>
                  <a:cubicBezTo>
                    <a:pt x="447" y="148"/>
                    <a:pt x="454" y="153"/>
                    <a:pt x="463" y="153"/>
                  </a:cubicBezTo>
                  <a:cubicBezTo>
                    <a:pt x="555" y="153"/>
                    <a:pt x="555" y="153"/>
                    <a:pt x="555" y="153"/>
                  </a:cubicBezTo>
                  <a:cubicBezTo>
                    <a:pt x="528" y="162"/>
                    <a:pt x="503" y="178"/>
                    <a:pt x="488" y="206"/>
                  </a:cubicBezTo>
                  <a:lnTo>
                    <a:pt x="488" y="206"/>
                  </a:lnTo>
                  <a:cubicBezTo>
                    <a:pt x="478" y="224"/>
                    <a:pt x="478" y="224"/>
                    <a:pt x="478" y="224"/>
                  </a:cubicBezTo>
                  <a:cubicBezTo>
                    <a:pt x="477" y="224"/>
                    <a:pt x="475" y="223"/>
                    <a:pt x="475" y="223"/>
                  </a:cubicBezTo>
                  <a:cubicBezTo>
                    <a:pt x="14" y="223"/>
                    <a:pt x="14" y="223"/>
                    <a:pt x="14" y="223"/>
                  </a:cubicBezTo>
                  <a:cubicBezTo>
                    <a:pt x="5" y="223"/>
                    <a:pt x="0" y="230"/>
                    <a:pt x="0" y="238"/>
                  </a:cubicBezTo>
                  <a:cubicBezTo>
                    <a:pt x="0" y="247"/>
                    <a:pt x="5" y="254"/>
                    <a:pt x="14" y="254"/>
                  </a:cubicBezTo>
                  <a:cubicBezTo>
                    <a:pt x="234" y="254"/>
                    <a:pt x="234" y="254"/>
                    <a:pt x="234" y="254"/>
                  </a:cubicBezTo>
                  <a:cubicBezTo>
                    <a:pt x="199" y="265"/>
                    <a:pt x="174" y="298"/>
                    <a:pt x="174" y="339"/>
                  </a:cubicBezTo>
                  <a:cubicBezTo>
                    <a:pt x="174" y="388"/>
                    <a:pt x="213" y="428"/>
                    <a:pt x="263" y="428"/>
                  </a:cubicBezTo>
                  <a:cubicBezTo>
                    <a:pt x="312" y="428"/>
                    <a:pt x="352" y="388"/>
                    <a:pt x="352" y="339"/>
                  </a:cubicBezTo>
                  <a:cubicBezTo>
                    <a:pt x="352" y="298"/>
                    <a:pt x="327" y="265"/>
                    <a:pt x="293" y="254"/>
                  </a:cubicBezTo>
                  <a:cubicBezTo>
                    <a:pt x="460" y="254"/>
                    <a:pt x="460" y="254"/>
                    <a:pt x="460" y="254"/>
                  </a:cubicBezTo>
                  <a:cubicBezTo>
                    <a:pt x="445" y="280"/>
                    <a:pt x="445" y="280"/>
                    <a:pt x="445" y="280"/>
                  </a:cubicBezTo>
                  <a:cubicBezTo>
                    <a:pt x="433" y="300"/>
                    <a:pt x="429" y="319"/>
                    <a:pt x="429" y="337"/>
                  </a:cubicBezTo>
                  <a:cubicBezTo>
                    <a:pt x="429" y="368"/>
                    <a:pt x="440" y="396"/>
                    <a:pt x="461" y="418"/>
                  </a:cubicBezTo>
                  <a:cubicBezTo>
                    <a:pt x="482" y="439"/>
                    <a:pt x="510" y="453"/>
                    <a:pt x="544" y="453"/>
                  </a:cubicBezTo>
                  <a:cubicBezTo>
                    <a:pt x="630" y="453"/>
                    <a:pt x="630" y="453"/>
                    <a:pt x="630" y="453"/>
                  </a:cubicBezTo>
                  <a:cubicBezTo>
                    <a:pt x="663" y="453"/>
                    <a:pt x="693" y="439"/>
                    <a:pt x="712" y="418"/>
                  </a:cubicBezTo>
                  <a:cubicBezTo>
                    <a:pt x="733" y="396"/>
                    <a:pt x="744" y="368"/>
                    <a:pt x="744" y="337"/>
                  </a:cubicBezTo>
                  <a:cubicBezTo>
                    <a:pt x="744" y="319"/>
                    <a:pt x="740" y="300"/>
                    <a:pt x="729" y="280"/>
                  </a:cubicBezTo>
                  <a:cubicBezTo>
                    <a:pt x="714" y="254"/>
                    <a:pt x="714" y="254"/>
                    <a:pt x="714" y="254"/>
                  </a:cubicBezTo>
                  <a:cubicBezTo>
                    <a:pt x="881" y="254"/>
                    <a:pt x="881" y="254"/>
                    <a:pt x="881" y="254"/>
                  </a:cubicBezTo>
                  <a:cubicBezTo>
                    <a:pt x="846" y="265"/>
                    <a:pt x="821" y="298"/>
                    <a:pt x="821" y="339"/>
                  </a:cubicBezTo>
                  <a:cubicBezTo>
                    <a:pt x="821" y="388"/>
                    <a:pt x="862" y="428"/>
                    <a:pt x="910" y="428"/>
                  </a:cubicBezTo>
                  <a:cubicBezTo>
                    <a:pt x="961" y="428"/>
                    <a:pt x="1000" y="388"/>
                    <a:pt x="1000" y="339"/>
                  </a:cubicBezTo>
                  <a:cubicBezTo>
                    <a:pt x="1000" y="298"/>
                    <a:pt x="975" y="265"/>
                    <a:pt x="940" y="254"/>
                  </a:cubicBezTo>
                  <a:cubicBezTo>
                    <a:pt x="1160" y="254"/>
                    <a:pt x="1160" y="254"/>
                    <a:pt x="1160" y="254"/>
                  </a:cubicBezTo>
                  <a:cubicBezTo>
                    <a:pt x="1168" y="254"/>
                    <a:pt x="1174" y="247"/>
                    <a:pt x="1174" y="238"/>
                  </a:cubicBezTo>
                  <a:cubicBezTo>
                    <a:pt x="1174" y="230"/>
                    <a:pt x="1168" y="223"/>
                    <a:pt x="1160" y="223"/>
                  </a:cubicBezTo>
                  <a:close/>
                  <a:moveTo>
                    <a:pt x="323" y="339"/>
                  </a:moveTo>
                  <a:lnTo>
                    <a:pt x="323" y="339"/>
                  </a:lnTo>
                  <a:cubicBezTo>
                    <a:pt x="323" y="354"/>
                    <a:pt x="316" y="369"/>
                    <a:pt x="305" y="381"/>
                  </a:cubicBezTo>
                  <a:cubicBezTo>
                    <a:pt x="294" y="392"/>
                    <a:pt x="280" y="397"/>
                    <a:pt x="263" y="397"/>
                  </a:cubicBezTo>
                  <a:cubicBezTo>
                    <a:pt x="246" y="397"/>
                    <a:pt x="231" y="392"/>
                    <a:pt x="221" y="381"/>
                  </a:cubicBezTo>
                  <a:cubicBezTo>
                    <a:pt x="210" y="369"/>
                    <a:pt x="203" y="354"/>
                    <a:pt x="203" y="339"/>
                  </a:cubicBezTo>
                  <a:cubicBezTo>
                    <a:pt x="203" y="322"/>
                    <a:pt x="210" y="307"/>
                    <a:pt x="221" y="296"/>
                  </a:cubicBezTo>
                  <a:cubicBezTo>
                    <a:pt x="231" y="284"/>
                    <a:pt x="246" y="279"/>
                    <a:pt x="263" y="279"/>
                  </a:cubicBezTo>
                  <a:cubicBezTo>
                    <a:pt x="280" y="279"/>
                    <a:pt x="294" y="284"/>
                    <a:pt x="305" y="296"/>
                  </a:cubicBezTo>
                  <a:cubicBezTo>
                    <a:pt x="316" y="307"/>
                    <a:pt x="323" y="322"/>
                    <a:pt x="323" y="339"/>
                  </a:cubicBezTo>
                  <a:close/>
                  <a:moveTo>
                    <a:pt x="691" y="397"/>
                  </a:moveTo>
                  <a:lnTo>
                    <a:pt x="691" y="397"/>
                  </a:lnTo>
                  <a:cubicBezTo>
                    <a:pt x="676" y="413"/>
                    <a:pt x="655" y="422"/>
                    <a:pt x="630" y="422"/>
                  </a:cubicBezTo>
                  <a:cubicBezTo>
                    <a:pt x="544" y="422"/>
                    <a:pt x="544" y="422"/>
                    <a:pt x="544" y="422"/>
                  </a:cubicBezTo>
                  <a:cubicBezTo>
                    <a:pt x="518" y="422"/>
                    <a:pt x="498" y="413"/>
                    <a:pt x="482" y="397"/>
                  </a:cubicBezTo>
                  <a:cubicBezTo>
                    <a:pt x="468" y="382"/>
                    <a:pt x="458" y="360"/>
                    <a:pt x="458" y="337"/>
                  </a:cubicBezTo>
                  <a:cubicBezTo>
                    <a:pt x="458" y="323"/>
                    <a:pt x="463" y="310"/>
                    <a:pt x="470" y="296"/>
                  </a:cubicBezTo>
                  <a:cubicBezTo>
                    <a:pt x="513" y="222"/>
                    <a:pt x="513" y="222"/>
                    <a:pt x="513" y="222"/>
                  </a:cubicBezTo>
                  <a:cubicBezTo>
                    <a:pt x="500" y="213"/>
                    <a:pt x="500" y="213"/>
                    <a:pt x="500" y="213"/>
                  </a:cubicBezTo>
                  <a:cubicBezTo>
                    <a:pt x="513" y="222"/>
                    <a:pt x="513" y="222"/>
                    <a:pt x="513" y="222"/>
                  </a:cubicBezTo>
                  <a:cubicBezTo>
                    <a:pt x="530" y="192"/>
                    <a:pt x="558" y="178"/>
                    <a:pt x="587" y="178"/>
                  </a:cubicBezTo>
                  <a:cubicBezTo>
                    <a:pt x="616" y="178"/>
                    <a:pt x="644" y="192"/>
                    <a:pt x="661" y="222"/>
                  </a:cubicBezTo>
                  <a:cubicBezTo>
                    <a:pt x="704" y="296"/>
                    <a:pt x="704" y="296"/>
                    <a:pt x="704" y="296"/>
                  </a:cubicBezTo>
                  <a:cubicBezTo>
                    <a:pt x="711" y="310"/>
                    <a:pt x="715" y="323"/>
                    <a:pt x="715" y="337"/>
                  </a:cubicBezTo>
                  <a:cubicBezTo>
                    <a:pt x="715" y="360"/>
                    <a:pt x="705" y="382"/>
                    <a:pt x="691" y="397"/>
                  </a:cubicBezTo>
                  <a:close/>
                  <a:moveTo>
                    <a:pt x="970" y="339"/>
                  </a:moveTo>
                  <a:lnTo>
                    <a:pt x="970" y="339"/>
                  </a:lnTo>
                  <a:cubicBezTo>
                    <a:pt x="970" y="354"/>
                    <a:pt x="963" y="369"/>
                    <a:pt x="952" y="381"/>
                  </a:cubicBezTo>
                  <a:cubicBezTo>
                    <a:pt x="942" y="392"/>
                    <a:pt x="927" y="397"/>
                    <a:pt x="910" y="397"/>
                  </a:cubicBezTo>
                  <a:cubicBezTo>
                    <a:pt x="894" y="397"/>
                    <a:pt x="880" y="392"/>
                    <a:pt x="869" y="381"/>
                  </a:cubicBezTo>
                  <a:cubicBezTo>
                    <a:pt x="857" y="369"/>
                    <a:pt x="850" y="354"/>
                    <a:pt x="850" y="339"/>
                  </a:cubicBezTo>
                  <a:cubicBezTo>
                    <a:pt x="850" y="322"/>
                    <a:pt x="857" y="307"/>
                    <a:pt x="869" y="296"/>
                  </a:cubicBezTo>
                  <a:cubicBezTo>
                    <a:pt x="880" y="284"/>
                    <a:pt x="894" y="279"/>
                    <a:pt x="910" y="279"/>
                  </a:cubicBezTo>
                  <a:cubicBezTo>
                    <a:pt x="927" y="279"/>
                    <a:pt x="942" y="284"/>
                    <a:pt x="952" y="296"/>
                  </a:cubicBezTo>
                  <a:cubicBezTo>
                    <a:pt x="963" y="307"/>
                    <a:pt x="970" y="322"/>
                    <a:pt x="970"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476D894D-3CAE-D938-EFDA-992A41E3426A}"/>
                </a:ext>
              </a:extLst>
            </p:cNvPr>
            <p:cNvSpPr>
              <a:spLocks noChangeArrowheads="1"/>
            </p:cNvSpPr>
            <p:nvPr/>
          </p:nvSpPr>
          <p:spPr bwMode="auto">
            <a:xfrm>
              <a:off x="9872663" y="1970088"/>
              <a:ext cx="47625" cy="19050"/>
            </a:xfrm>
            <a:custGeom>
              <a:avLst/>
              <a:gdLst>
                <a:gd name="T0" fmla="*/ 105 w 134"/>
                <a:gd name="T1" fmla="*/ 7 h 51"/>
                <a:gd name="T2" fmla="*/ 105 w 134"/>
                <a:gd name="T3" fmla="*/ 7 h 51"/>
                <a:gd name="T4" fmla="*/ 105 w 134"/>
                <a:gd name="T5" fmla="*/ 7 h 51"/>
                <a:gd name="T6" fmla="*/ 66 w 134"/>
                <a:gd name="T7" fmla="*/ 21 h 51"/>
                <a:gd name="T8" fmla="*/ 27 w 134"/>
                <a:gd name="T9" fmla="*/ 7 h 51"/>
                <a:gd name="T10" fmla="*/ 6 w 134"/>
                <a:gd name="T11" fmla="*/ 7 h 51"/>
                <a:gd name="T12" fmla="*/ 6 w 134"/>
                <a:gd name="T13" fmla="*/ 28 h 51"/>
                <a:gd name="T14" fmla="*/ 66 w 134"/>
                <a:gd name="T15" fmla="*/ 50 h 51"/>
                <a:gd name="T16" fmla="*/ 127 w 134"/>
                <a:gd name="T17" fmla="*/ 26 h 51"/>
                <a:gd name="T18" fmla="*/ 126 w 134"/>
                <a:gd name="T19" fmla="*/ 5 h 51"/>
                <a:gd name="T20" fmla="*/ 105 w 134"/>
                <a:gd name="T21" fmla="*/ 7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51">
                  <a:moveTo>
                    <a:pt x="105" y="7"/>
                  </a:moveTo>
                  <a:lnTo>
                    <a:pt x="105" y="7"/>
                  </a:lnTo>
                  <a:lnTo>
                    <a:pt x="105" y="7"/>
                  </a:lnTo>
                  <a:cubicBezTo>
                    <a:pt x="96" y="15"/>
                    <a:pt x="83" y="21"/>
                    <a:pt x="66" y="21"/>
                  </a:cubicBezTo>
                  <a:cubicBezTo>
                    <a:pt x="50" y="21"/>
                    <a:pt x="35" y="15"/>
                    <a:pt x="27" y="7"/>
                  </a:cubicBezTo>
                  <a:cubicBezTo>
                    <a:pt x="21" y="0"/>
                    <a:pt x="11" y="0"/>
                    <a:pt x="6" y="7"/>
                  </a:cubicBezTo>
                  <a:cubicBezTo>
                    <a:pt x="0" y="12"/>
                    <a:pt x="0" y="22"/>
                    <a:pt x="6" y="28"/>
                  </a:cubicBezTo>
                  <a:cubicBezTo>
                    <a:pt x="21" y="43"/>
                    <a:pt x="45" y="50"/>
                    <a:pt x="66" y="50"/>
                  </a:cubicBezTo>
                  <a:cubicBezTo>
                    <a:pt x="88" y="50"/>
                    <a:pt x="110" y="43"/>
                    <a:pt x="127" y="26"/>
                  </a:cubicBezTo>
                  <a:cubicBezTo>
                    <a:pt x="133" y="21"/>
                    <a:pt x="131" y="11"/>
                    <a:pt x="126" y="5"/>
                  </a:cubicBezTo>
                  <a:cubicBezTo>
                    <a:pt x="120" y="0"/>
                    <a:pt x="110" y="1"/>
                    <a:pt x="105"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 name="Group 65">
            <a:extLst>
              <a:ext uri="{FF2B5EF4-FFF2-40B4-BE49-F238E27FC236}">
                <a16:creationId xmlns:a16="http://schemas.microsoft.com/office/drawing/2014/main" id="{2FBCB35D-8365-3733-F401-86CAFD5B9FBC}"/>
              </a:ext>
            </a:extLst>
          </p:cNvPr>
          <p:cNvGrpSpPr/>
          <p:nvPr/>
        </p:nvGrpSpPr>
        <p:grpSpPr>
          <a:xfrm>
            <a:off x="8709694" y="2035076"/>
            <a:ext cx="258762" cy="257175"/>
            <a:chOff x="7681913" y="2359025"/>
            <a:chExt cx="258762" cy="257175"/>
          </a:xfrm>
          <a:solidFill>
            <a:schemeClr val="tx2"/>
          </a:solidFill>
        </p:grpSpPr>
        <p:sp>
          <p:nvSpPr>
            <p:cNvPr id="63" name="Freeform 49">
              <a:extLst>
                <a:ext uri="{FF2B5EF4-FFF2-40B4-BE49-F238E27FC236}">
                  <a16:creationId xmlns:a16="http://schemas.microsoft.com/office/drawing/2014/main" id="{C8FD422F-5E70-0C88-F352-1C5671089ED4}"/>
                </a:ext>
              </a:extLst>
            </p:cNvPr>
            <p:cNvSpPr>
              <a:spLocks noChangeArrowheads="1"/>
            </p:cNvSpPr>
            <p:nvPr/>
          </p:nvSpPr>
          <p:spPr bwMode="auto">
            <a:xfrm>
              <a:off x="7681913" y="2359025"/>
              <a:ext cx="258762" cy="257175"/>
            </a:xfrm>
            <a:custGeom>
              <a:avLst/>
              <a:gdLst>
                <a:gd name="T0" fmla="*/ 550 w 717"/>
                <a:gd name="T1" fmla="*/ 689 h 715"/>
                <a:gd name="T2" fmla="*/ 550 w 717"/>
                <a:gd name="T3" fmla="*/ 689 h 715"/>
                <a:gd name="T4" fmla="*/ 665 w 717"/>
                <a:gd name="T5" fmla="*/ 608 h 715"/>
                <a:gd name="T6" fmla="*/ 711 w 717"/>
                <a:gd name="T7" fmla="*/ 559 h 715"/>
                <a:gd name="T8" fmla="*/ 713 w 717"/>
                <a:gd name="T9" fmla="*/ 544 h 715"/>
                <a:gd name="T10" fmla="*/ 700 w 717"/>
                <a:gd name="T11" fmla="*/ 536 h 715"/>
                <a:gd name="T12" fmla="*/ 328 w 717"/>
                <a:gd name="T13" fmla="*/ 536 h 715"/>
                <a:gd name="T14" fmla="*/ 328 w 717"/>
                <a:gd name="T15" fmla="*/ 476 h 715"/>
                <a:gd name="T16" fmla="*/ 640 w 717"/>
                <a:gd name="T17" fmla="*/ 476 h 715"/>
                <a:gd name="T18" fmla="*/ 654 w 717"/>
                <a:gd name="T19" fmla="*/ 469 h 715"/>
                <a:gd name="T20" fmla="*/ 653 w 717"/>
                <a:gd name="T21" fmla="*/ 452 h 715"/>
                <a:gd name="T22" fmla="*/ 325 w 717"/>
                <a:gd name="T23" fmla="*/ 6 h 715"/>
                <a:gd name="T24" fmla="*/ 324 w 717"/>
                <a:gd name="T25" fmla="*/ 6 h 715"/>
                <a:gd name="T26" fmla="*/ 322 w 717"/>
                <a:gd name="T27" fmla="*/ 4 h 715"/>
                <a:gd name="T28" fmla="*/ 319 w 717"/>
                <a:gd name="T29" fmla="*/ 1 h 715"/>
                <a:gd name="T30" fmla="*/ 318 w 717"/>
                <a:gd name="T31" fmla="*/ 1 h 715"/>
                <a:gd name="T32" fmla="*/ 313 w 717"/>
                <a:gd name="T33" fmla="*/ 0 h 715"/>
                <a:gd name="T34" fmla="*/ 313 w 717"/>
                <a:gd name="T35" fmla="*/ 0 h 715"/>
                <a:gd name="T36" fmla="*/ 313 w 717"/>
                <a:gd name="T37" fmla="*/ 0 h 715"/>
                <a:gd name="T38" fmla="*/ 308 w 717"/>
                <a:gd name="T39" fmla="*/ 1 h 715"/>
                <a:gd name="T40" fmla="*/ 308 w 717"/>
                <a:gd name="T41" fmla="*/ 1 h 715"/>
                <a:gd name="T42" fmla="*/ 306 w 717"/>
                <a:gd name="T43" fmla="*/ 1 h 715"/>
                <a:gd name="T44" fmla="*/ 303 w 717"/>
                <a:gd name="T45" fmla="*/ 4 h 715"/>
                <a:gd name="T46" fmla="*/ 301 w 717"/>
                <a:gd name="T47" fmla="*/ 6 h 715"/>
                <a:gd name="T48" fmla="*/ 300 w 717"/>
                <a:gd name="T49" fmla="*/ 8 h 715"/>
                <a:gd name="T50" fmla="*/ 299 w 717"/>
                <a:gd name="T51" fmla="*/ 10 h 715"/>
                <a:gd name="T52" fmla="*/ 299 w 717"/>
                <a:gd name="T53" fmla="*/ 15 h 715"/>
                <a:gd name="T54" fmla="*/ 299 w 717"/>
                <a:gd name="T55" fmla="*/ 462 h 715"/>
                <a:gd name="T56" fmla="*/ 299 w 717"/>
                <a:gd name="T57" fmla="*/ 536 h 715"/>
                <a:gd name="T58" fmla="*/ 15 w 717"/>
                <a:gd name="T59" fmla="*/ 536 h 715"/>
                <a:gd name="T60" fmla="*/ 3 w 717"/>
                <a:gd name="T61" fmla="*/ 541 h 715"/>
                <a:gd name="T62" fmla="*/ 2 w 717"/>
                <a:gd name="T63" fmla="*/ 555 h 715"/>
                <a:gd name="T64" fmla="*/ 32 w 717"/>
                <a:gd name="T65" fmla="*/ 632 h 715"/>
                <a:gd name="T66" fmla="*/ 63 w 717"/>
                <a:gd name="T67" fmla="*/ 685 h 715"/>
                <a:gd name="T68" fmla="*/ 81 w 717"/>
                <a:gd name="T69" fmla="*/ 704 h 715"/>
                <a:gd name="T70" fmla="*/ 105 w 717"/>
                <a:gd name="T71" fmla="*/ 714 h 715"/>
                <a:gd name="T72" fmla="*/ 449 w 717"/>
                <a:gd name="T73" fmla="*/ 714 h 715"/>
                <a:gd name="T74" fmla="*/ 550 w 717"/>
                <a:gd name="T75" fmla="*/ 689 h 715"/>
                <a:gd name="T76" fmla="*/ 328 w 717"/>
                <a:gd name="T77" fmla="*/ 446 h 715"/>
                <a:gd name="T78" fmla="*/ 328 w 717"/>
                <a:gd name="T79" fmla="*/ 446 h 715"/>
                <a:gd name="T80" fmla="*/ 328 w 717"/>
                <a:gd name="T81" fmla="*/ 60 h 715"/>
                <a:gd name="T82" fmla="*/ 611 w 717"/>
                <a:gd name="T83" fmla="*/ 446 h 715"/>
                <a:gd name="T84" fmla="*/ 328 w 717"/>
                <a:gd name="T85" fmla="*/ 446 h 715"/>
                <a:gd name="T86" fmla="*/ 105 w 717"/>
                <a:gd name="T87" fmla="*/ 685 h 715"/>
                <a:gd name="T88" fmla="*/ 105 w 717"/>
                <a:gd name="T89" fmla="*/ 685 h 715"/>
                <a:gd name="T90" fmla="*/ 103 w 717"/>
                <a:gd name="T91" fmla="*/ 683 h 715"/>
                <a:gd name="T92" fmla="*/ 94 w 717"/>
                <a:gd name="T93" fmla="*/ 676 h 715"/>
                <a:gd name="T94" fmla="*/ 71 w 717"/>
                <a:gd name="T95" fmla="*/ 643 h 715"/>
                <a:gd name="T96" fmla="*/ 42 w 717"/>
                <a:gd name="T97" fmla="*/ 579 h 715"/>
                <a:gd name="T98" fmla="*/ 36 w 717"/>
                <a:gd name="T99" fmla="*/ 565 h 715"/>
                <a:gd name="T100" fmla="*/ 667 w 717"/>
                <a:gd name="T101" fmla="*/ 565 h 715"/>
                <a:gd name="T102" fmla="*/ 610 w 717"/>
                <a:gd name="T103" fmla="*/ 616 h 715"/>
                <a:gd name="T104" fmla="*/ 534 w 717"/>
                <a:gd name="T105" fmla="*/ 664 h 715"/>
                <a:gd name="T106" fmla="*/ 449 w 717"/>
                <a:gd name="T107" fmla="*/ 685 h 715"/>
                <a:gd name="T108" fmla="*/ 105 w 717"/>
                <a:gd name="T109"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7" h="715">
                  <a:moveTo>
                    <a:pt x="550" y="689"/>
                  </a:moveTo>
                  <a:lnTo>
                    <a:pt x="550" y="689"/>
                  </a:lnTo>
                  <a:cubicBezTo>
                    <a:pt x="597" y="668"/>
                    <a:pt x="636" y="635"/>
                    <a:pt x="665" y="608"/>
                  </a:cubicBezTo>
                  <a:cubicBezTo>
                    <a:pt x="695" y="582"/>
                    <a:pt x="711" y="561"/>
                    <a:pt x="711" y="559"/>
                  </a:cubicBezTo>
                  <a:cubicBezTo>
                    <a:pt x="716" y="555"/>
                    <a:pt x="716" y="549"/>
                    <a:pt x="713" y="544"/>
                  </a:cubicBezTo>
                  <a:cubicBezTo>
                    <a:pt x="711" y="538"/>
                    <a:pt x="706" y="536"/>
                    <a:pt x="700" y="536"/>
                  </a:cubicBezTo>
                  <a:cubicBezTo>
                    <a:pt x="328" y="536"/>
                    <a:pt x="328" y="536"/>
                    <a:pt x="328" y="536"/>
                  </a:cubicBezTo>
                  <a:cubicBezTo>
                    <a:pt x="328" y="476"/>
                    <a:pt x="328" y="476"/>
                    <a:pt x="328" y="476"/>
                  </a:cubicBezTo>
                  <a:cubicBezTo>
                    <a:pt x="640" y="476"/>
                    <a:pt x="640" y="476"/>
                    <a:pt x="640" y="476"/>
                  </a:cubicBezTo>
                  <a:cubicBezTo>
                    <a:pt x="646" y="476"/>
                    <a:pt x="651" y="473"/>
                    <a:pt x="654" y="469"/>
                  </a:cubicBezTo>
                  <a:cubicBezTo>
                    <a:pt x="656" y="463"/>
                    <a:pt x="656" y="457"/>
                    <a:pt x="653" y="452"/>
                  </a:cubicBezTo>
                  <a:cubicBezTo>
                    <a:pt x="325" y="6"/>
                    <a:pt x="325" y="6"/>
                    <a:pt x="325" y="6"/>
                  </a:cubicBezTo>
                  <a:cubicBezTo>
                    <a:pt x="325" y="6"/>
                    <a:pt x="325" y="6"/>
                    <a:pt x="324" y="6"/>
                  </a:cubicBezTo>
                  <a:cubicBezTo>
                    <a:pt x="324" y="4"/>
                    <a:pt x="324" y="4"/>
                    <a:pt x="322" y="4"/>
                  </a:cubicBezTo>
                  <a:cubicBezTo>
                    <a:pt x="322" y="3"/>
                    <a:pt x="321" y="3"/>
                    <a:pt x="319" y="1"/>
                  </a:cubicBezTo>
                  <a:cubicBezTo>
                    <a:pt x="319" y="1"/>
                    <a:pt x="319" y="1"/>
                    <a:pt x="318" y="1"/>
                  </a:cubicBezTo>
                  <a:cubicBezTo>
                    <a:pt x="317" y="0"/>
                    <a:pt x="315" y="0"/>
                    <a:pt x="313" y="0"/>
                  </a:cubicBezTo>
                  <a:lnTo>
                    <a:pt x="313" y="0"/>
                  </a:lnTo>
                  <a:lnTo>
                    <a:pt x="313" y="0"/>
                  </a:lnTo>
                  <a:cubicBezTo>
                    <a:pt x="311" y="0"/>
                    <a:pt x="310" y="0"/>
                    <a:pt x="308" y="1"/>
                  </a:cubicBezTo>
                  <a:lnTo>
                    <a:pt x="308" y="1"/>
                  </a:lnTo>
                  <a:cubicBezTo>
                    <a:pt x="307" y="1"/>
                    <a:pt x="307" y="1"/>
                    <a:pt x="306" y="1"/>
                  </a:cubicBezTo>
                  <a:cubicBezTo>
                    <a:pt x="306" y="3"/>
                    <a:pt x="304" y="3"/>
                    <a:pt x="303" y="4"/>
                  </a:cubicBezTo>
                  <a:cubicBezTo>
                    <a:pt x="303" y="4"/>
                    <a:pt x="303" y="4"/>
                    <a:pt x="301" y="6"/>
                  </a:cubicBezTo>
                  <a:cubicBezTo>
                    <a:pt x="301" y="6"/>
                    <a:pt x="300" y="7"/>
                    <a:pt x="300" y="8"/>
                  </a:cubicBezTo>
                  <a:cubicBezTo>
                    <a:pt x="300" y="8"/>
                    <a:pt x="300" y="10"/>
                    <a:pt x="299" y="10"/>
                  </a:cubicBezTo>
                  <a:cubicBezTo>
                    <a:pt x="299" y="11"/>
                    <a:pt x="299" y="13"/>
                    <a:pt x="299" y="15"/>
                  </a:cubicBezTo>
                  <a:cubicBezTo>
                    <a:pt x="299" y="462"/>
                    <a:pt x="299" y="462"/>
                    <a:pt x="299" y="462"/>
                  </a:cubicBezTo>
                  <a:cubicBezTo>
                    <a:pt x="299" y="536"/>
                    <a:pt x="299" y="536"/>
                    <a:pt x="299" y="536"/>
                  </a:cubicBezTo>
                  <a:cubicBezTo>
                    <a:pt x="15" y="536"/>
                    <a:pt x="15" y="536"/>
                    <a:pt x="15" y="536"/>
                  </a:cubicBezTo>
                  <a:cubicBezTo>
                    <a:pt x="11" y="536"/>
                    <a:pt x="6" y="538"/>
                    <a:pt x="3" y="541"/>
                  </a:cubicBezTo>
                  <a:cubicBezTo>
                    <a:pt x="0" y="545"/>
                    <a:pt x="0" y="551"/>
                    <a:pt x="2" y="555"/>
                  </a:cubicBezTo>
                  <a:cubicBezTo>
                    <a:pt x="2" y="555"/>
                    <a:pt x="14" y="593"/>
                    <a:pt x="32" y="632"/>
                  </a:cubicBezTo>
                  <a:cubicBezTo>
                    <a:pt x="41" y="650"/>
                    <a:pt x="52" y="669"/>
                    <a:pt x="63" y="685"/>
                  </a:cubicBezTo>
                  <a:cubicBezTo>
                    <a:pt x="68" y="692"/>
                    <a:pt x="74" y="699"/>
                    <a:pt x="81" y="704"/>
                  </a:cubicBezTo>
                  <a:cubicBezTo>
                    <a:pt x="87" y="710"/>
                    <a:pt x="95" y="714"/>
                    <a:pt x="105" y="714"/>
                  </a:cubicBezTo>
                  <a:cubicBezTo>
                    <a:pt x="449" y="714"/>
                    <a:pt x="449" y="714"/>
                    <a:pt x="449" y="714"/>
                  </a:cubicBezTo>
                  <a:cubicBezTo>
                    <a:pt x="484" y="714"/>
                    <a:pt x="519" y="704"/>
                    <a:pt x="550" y="689"/>
                  </a:cubicBezTo>
                  <a:close/>
                  <a:moveTo>
                    <a:pt x="328" y="446"/>
                  </a:moveTo>
                  <a:lnTo>
                    <a:pt x="328" y="446"/>
                  </a:lnTo>
                  <a:cubicBezTo>
                    <a:pt x="328" y="60"/>
                    <a:pt x="328" y="60"/>
                    <a:pt x="328" y="60"/>
                  </a:cubicBezTo>
                  <a:cubicBezTo>
                    <a:pt x="611" y="446"/>
                    <a:pt x="611" y="446"/>
                    <a:pt x="611" y="446"/>
                  </a:cubicBezTo>
                  <a:lnTo>
                    <a:pt x="328" y="446"/>
                  </a:lnTo>
                  <a:close/>
                  <a:moveTo>
                    <a:pt x="105" y="685"/>
                  </a:moveTo>
                  <a:lnTo>
                    <a:pt x="105" y="685"/>
                  </a:lnTo>
                  <a:cubicBezTo>
                    <a:pt x="103" y="683"/>
                    <a:pt x="103" y="683"/>
                    <a:pt x="103" y="683"/>
                  </a:cubicBezTo>
                  <a:cubicBezTo>
                    <a:pt x="102" y="683"/>
                    <a:pt x="98" y="681"/>
                    <a:pt x="94" y="676"/>
                  </a:cubicBezTo>
                  <a:cubicBezTo>
                    <a:pt x="87" y="669"/>
                    <a:pt x="78" y="657"/>
                    <a:pt x="71" y="643"/>
                  </a:cubicBezTo>
                  <a:cubicBezTo>
                    <a:pt x="60" y="622"/>
                    <a:pt x="49" y="598"/>
                    <a:pt x="42" y="579"/>
                  </a:cubicBezTo>
                  <a:cubicBezTo>
                    <a:pt x="41" y="573"/>
                    <a:pt x="38" y="569"/>
                    <a:pt x="36" y="565"/>
                  </a:cubicBezTo>
                  <a:cubicBezTo>
                    <a:pt x="667" y="565"/>
                    <a:pt x="667" y="565"/>
                    <a:pt x="667" y="565"/>
                  </a:cubicBezTo>
                  <a:cubicBezTo>
                    <a:pt x="653" y="580"/>
                    <a:pt x="633" y="598"/>
                    <a:pt x="610" y="616"/>
                  </a:cubicBezTo>
                  <a:cubicBezTo>
                    <a:pt x="589" y="635"/>
                    <a:pt x="562" y="651"/>
                    <a:pt x="534" y="664"/>
                  </a:cubicBezTo>
                  <a:cubicBezTo>
                    <a:pt x="506" y="676"/>
                    <a:pt x="478" y="685"/>
                    <a:pt x="449" y="685"/>
                  </a:cubicBezTo>
                  <a:lnTo>
                    <a:pt x="10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0">
              <a:extLst>
                <a:ext uri="{FF2B5EF4-FFF2-40B4-BE49-F238E27FC236}">
                  <a16:creationId xmlns:a16="http://schemas.microsoft.com/office/drawing/2014/main" id="{4DE27DAE-5C73-0AAC-A972-1E216E7FD4FC}"/>
                </a:ext>
              </a:extLst>
            </p:cNvPr>
            <p:cNvSpPr>
              <a:spLocks noChangeArrowheads="1"/>
            </p:cNvSpPr>
            <p:nvPr/>
          </p:nvSpPr>
          <p:spPr bwMode="auto">
            <a:xfrm>
              <a:off x="7691438" y="2390775"/>
              <a:ext cx="76200" cy="139700"/>
            </a:xfrm>
            <a:custGeom>
              <a:avLst/>
              <a:gdLst>
                <a:gd name="T0" fmla="*/ 182 w 211"/>
                <a:gd name="T1" fmla="*/ 10 h 389"/>
                <a:gd name="T2" fmla="*/ 182 w 211"/>
                <a:gd name="T3" fmla="*/ 10 h 389"/>
                <a:gd name="T4" fmla="*/ 3 w 211"/>
                <a:gd name="T5" fmla="*/ 367 h 389"/>
                <a:gd name="T6" fmla="*/ 3 w 211"/>
                <a:gd name="T7" fmla="*/ 381 h 389"/>
                <a:gd name="T8" fmla="*/ 16 w 211"/>
                <a:gd name="T9" fmla="*/ 388 h 389"/>
                <a:gd name="T10" fmla="*/ 194 w 211"/>
                <a:gd name="T11" fmla="*/ 388 h 389"/>
                <a:gd name="T12" fmla="*/ 205 w 211"/>
                <a:gd name="T13" fmla="*/ 383 h 389"/>
                <a:gd name="T14" fmla="*/ 210 w 211"/>
                <a:gd name="T15" fmla="*/ 374 h 389"/>
                <a:gd name="T16" fmla="*/ 210 w 211"/>
                <a:gd name="T17" fmla="*/ 17 h 389"/>
                <a:gd name="T18" fmla="*/ 198 w 211"/>
                <a:gd name="T19" fmla="*/ 1 h 389"/>
                <a:gd name="T20" fmla="*/ 182 w 211"/>
                <a:gd name="T21" fmla="*/ 10 h 389"/>
                <a:gd name="T22" fmla="*/ 41 w 211"/>
                <a:gd name="T23" fmla="*/ 358 h 389"/>
                <a:gd name="T24" fmla="*/ 41 w 211"/>
                <a:gd name="T25" fmla="*/ 358 h 389"/>
                <a:gd name="T26" fmla="*/ 180 w 211"/>
                <a:gd name="T27" fmla="*/ 79 h 389"/>
                <a:gd name="T28" fmla="*/ 180 w 211"/>
                <a:gd name="T29" fmla="*/ 358 h 389"/>
                <a:gd name="T30" fmla="*/ 41 w 211"/>
                <a:gd name="T31" fmla="*/ 3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1" h="389">
                  <a:moveTo>
                    <a:pt x="182" y="10"/>
                  </a:moveTo>
                  <a:lnTo>
                    <a:pt x="182" y="10"/>
                  </a:lnTo>
                  <a:cubicBezTo>
                    <a:pt x="3" y="367"/>
                    <a:pt x="3" y="367"/>
                    <a:pt x="3" y="367"/>
                  </a:cubicBezTo>
                  <a:cubicBezTo>
                    <a:pt x="0" y="371"/>
                    <a:pt x="0" y="376"/>
                    <a:pt x="3" y="381"/>
                  </a:cubicBezTo>
                  <a:cubicBezTo>
                    <a:pt x="6" y="385"/>
                    <a:pt x="12" y="388"/>
                    <a:pt x="16" y="388"/>
                  </a:cubicBezTo>
                  <a:cubicBezTo>
                    <a:pt x="194" y="388"/>
                    <a:pt x="194" y="388"/>
                    <a:pt x="194" y="388"/>
                  </a:cubicBezTo>
                  <a:cubicBezTo>
                    <a:pt x="198" y="388"/>
                    <a:pt x="203" y="386"/>
                    <a:pt x="205" y="383"/>
                  </a:cubicBezTo>
                  <a:cubicBezTo>
                    <a:pt x="208" y="381"/>
                    <a:pt x="210" y="378"/>
                    <a:pt x="210" y="374"/>
                  </a:cubicBezTo>
                  <a:cubicBezTo>
                    <a:pt x="210" y="17"/>
                    <a:pt x="210" y="17"/>
                    <a:pt x="210" y="17"/>
                  </a:cubicBezTo>
                  <a:cubicBezTo>
                    <a:pt x="210" y="10"/>
                    <a:pt x="205" y="3"/>
                    <a:pt x="198" y="1"/>
                  </a:cubicBezTo>
                  <a:cubicBezTo>
                    <a:pt x="191" y="0"/>
                    <a:pt x="184" y="3"/>
                    <a:pt x="182" y="10"/>
                  </a:cubicBezTo>
                  <a:close/>
                  <a:moveTo>
                    <a:pt x="41" y="358"/>
                  </a:moveTo>
                  <a:lnTo>
                    <a:pt x="41" y="358"/>
                  </a:lnTo>
                  <a:cubicBezTo>
                    <a:pt x="180" y="79"/>
                    <a:pt x="180" y="79"/>
                    <a:pt x="180" y="79"/>
                  </a:cubicBezTo>
                  <a:cubicBezTo>
                    <a:pt x="180" y="358"/>
                    <a:pt x="180" y="358"/>
                    <a:pt x="180" y="358"/>
                  </a:cubicBezTo>
                  <a:lnTo>
                    <a:pt x="41" y="3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 name="Group 68">
            <a:extLst>
              <a:ext uri="{FF2B5EF4-FFF2-40B4-BE49-F238E27FC236}">
                <a16:creationId xmlns:a16="http://schemas.microsoft.com/office/drawing/2014/main" id="{B8F8C912-147B-8F8A-1FEB-647966382A9B}"/>
              </a:ext>
            </a:extLst>
          </p:cNvPr>
          <p:cNvGrpSpPr/>
          <p:nvPr/>
        </p:nvGrpSpPr>
        <p:grpSpPr>
          <a:xfrm>
            <a:off x="9181181" y="2066826"/>
            <a:ext cx="250825" cy="193675"/>
            <a:chOff x="8153400" y="2424113"/>
            <a:chExt cx="250825" cy="193675"/>
          </a:xfrm>
          <a:solidFill>
            <a:schemeClr val="tx2"/>
          </a:solidFill>
        </p:grpSpPr>
        <p:sp>
          <p:nvSpPr>
            <p:cNvPr id="66" name="Freeform 51">
              <a:extLst>
                <a:ext uri="{FF2B5EF4-FFF2-40B4-BE49-F238E27FC236}">
                  <a16:creationId xmlns:a16="http://schemas.microsoft.com/office/drawing/2014/main" id="{F249799E-8893-DCF8-4B4B-BA1A03A81C69}"/>
                </a:ext>
              </a:extLst>
            </p:cNvPr>
            <p:cNvSpPr>
              <a:spLocks noChangeArrowheads="1"/>
            </p:cNvSpPr>
            <p:nvPr/>
          </p:nvSpPr>
          <p:spPr bwMode="auto">
            <a:xfrm>
              <a:off x="8153400" y="2424113"/>
              <a:ext cx="250825" cy="193675"/>
            </a:xfrm>
            <a:custGeom>
              <a:avLst/>
              <a:gdLst>
                <a:gd name="T0" fmla="*/ 134 w 697"/>
                <a:gd name="T1" fmla="*/ 446 h 536"/>
                <a:gd name="T2" fmla="*/ 134 w 697"/>
                <a:gd name="T3" fmla="*/ 446 h 536"/>
                <a:gd name="T4" fmla="*/ 222 w 697"/>
                <a:gd name="T5" fmla="*/ 446 h 536"/>
                <a:gd name="T6" fmla="*/ 325 w 697"/>
                <a:gd name="T7" fmla="*/ 535 h 536"/>
                <a:gd name="T8" fmla="*/ 429 w 697"/>
                <a:gd name="T9" fmla="*/ 446 h 536"/>
                <a:gd name="T10" fmla="*/ 504 w 697"/>
                <a:gd name="T11" fmla="*/ 446 h 536"/>
                <a:gd name="T12" fmla="*/ 562 w 697"/>
                <a:gd name="T13" fmla="*/ 416 h 536"/>
                <a:gd name="T14" fmla="*/ 562 w 697"/>
                <a:gd name="T15" fmla="*/ 416 h 536"/>
                <a:gd name="T16" fmla="*/ 682 w 697"/>
                <a:gd name="T17" fmla="*/ 416 h 536"/>
                <a:gd name="T18" fmla="*/ 696 w 697"/>
                <a:gd name="T19" fmla="*/ 401 h 536"/>
                <a:gd name="T20" fmla="*/ 682 w 697"/>
                <a:gd name="T21" fmla="*/ 386 h 536"/>
                <a:gd name="T22" fmla="*/ 576 w 697"/>
                <a:gd name="T23" fmla="*/ 386 h 536"/>
                <a:gd name="T24" fmla="*/ 578 w 697"/>
                <a:gd name="T25" fmla="*/ 372 h 536"/>
                <a:gd name="T26" fmla="*/ 578 w 697"/>
                <a:gd name="T27" fmla="*/ 73 h 536"/>
                <a:gd name="T28" fmla="*/ 504 w 697"/>
                <a:gd name="T29" fmla="*/ 0 h 536"/>
                <a:gd name="T30" fmla="*/ 264 w 697"/>
                <a:gd name="T31" fmla="*/ 0 h 536"/>
                <a:gd name="T32" fmla="*/ 13 w 697"/>
                <a:gd name="T33" fmla="*/ 217 h 536"/>
                <a:gd name="T34" fmla="*/ 13 w 697"/>
                <a:gd name="T35" fmla="*/ 217 h 536"/>
                <a:gd name="T36" fmla="*/ 2 w 697"/>
                <a:gd name="T37" fmla="*/ 292 h 536"/>
                <a:gd name="T38" fmla="*/ 2 w 697"/>
                <a:gd name="T39" fmla="*/ 292 h 536"/>
                <a:gd name="T40" fmla="*/ 0 w 697"/>
                <a:gd name="T41" fmla="*/ 312 h 536"/>
                <a:gd name="T42" fmla="*/ 134 w 697"/>
                <a:gd name="T43" fmla="*/ 446 h 536"/>
                <a:gd name="T44" fmla="*/ 377 w 697"/>
                <a:gd name="T45" fmla="*/ 483 h 536"/>
                <a:gd name="T46" fmla="*/ 377 w 697"/>
                <a:gd name="T47" fmla="*/ 483 h 536"/>
                <a:gd name="T48" fmla="*/ 325 w 697"/>
                <a:gd name="T49" fmla="*/ 506 h 536"/>
                <a:gd name="T50" fmla="*/ 272 w 697"/>
                <a:gd name="T51" fmla="*/ 483 h 536"/>
                <a:gd name="T52" fmla="*/ 250 w 697"/>
                <a:gd name="T53" fmla="*/ 430 h 536"/>
                <a:gd name="T54" fmla="*/ 272 w 697"/>
                <a:gd name="T55" fmla="*/ 379 h 536"/>
                <a:gd name="T56" fmla="*/ 325 w 697"/>
                <a:gd name="T57" fmla="*/ 357 h 536"/>
                <a:gd name="T58" fmla="*/ 377 w 697"/>
                <a:gd name="T59" fmla="*/ 379 h 536"/>
                <a:gd name="T60" fmla="*/ 399 w 697"/>
                <a:gd name="T61" fmla="*/ 430 h 536"/>
                <a:gd name="T62" fmla="*/ 377 w 697"/>
                <a:gd name="T63" fmla="*/ 483 h 536"/>
                <a:gd name="T64" fmla="*/ 31 w 697"/>
                <a:gd name="T65" fmla="*/ 297 h 536"/>
                <a:gd name="T66" fmla="*/ 31 w 697"/>
                <a:gd name="T67" fmla="*/ 297 h 536"/>
                <a:gd name="T68" fmla="*/ 42 w 697"/>
                <a:gd name="T69" fmla="*/ 221 h 536"/>
                <a:gd name="T70" fmla="*/ 42 w 697"/>
                <a:gd name="T71" fmla="*/ 221 h 536"/>
                <a:gd name="T72" fmla="*/ 264 w 697"/>
                <a:gd name="T73" fmla="*/ 29 h 536"/>
                <a:gd name="T74" fmla="*/ 504 w 697"/>
                <a:gd name="T75" fmla="*/ 29 h 536"/>
                <a:gd name="T76" fmla="*/ 535 w 697"/>
                <a:gd name="T77" fmla="*/ 43 h 536"/>
                <a:gd name="T78" fmla="*/ 549 w 697"/>
                <a:gd name="T79" fmla="*/ 73 h 536"/>
                <a:gd name="T80" fmla="*/ 549 w 697"/>
                <a:gd name="T81" fmla="*/ 372 h 536"/>
                <a:gd name="T82" fmla="*/ 535 w 697"/>
                <a:gd name="T83" fmla="*/ 403 h 536"/>
                <a:gd name="T84" fmla="*/ 504 w 697"/>
                <a:gd name="T85" fmla="*/ 416 h 536"/>
                <a:gd name="T86" fmla="*/ 429 w 697"/>
                <a:gd name="T87" fmla="*/ 416 h 536"/>
                <a:gd name="T88" fmla="*/ 325 w 697"/>
                <a:gd name="T89" fmla="*/ 327 h 536"/>
                <a:gd name="T90" fmla="*/ 222 w 697"/>
                <a:gd name="T91" fmla="*/ 416 h 536"/>
                <a:gd name="T92" fmla="*/ 134 w 697"/>
                <a:gd name="T93" fmla="*/ 416 h 536"/>
                <a:gd name="T94" fmla="*/ 60 w 697"/>
                <a:gd name="T95" fmla="*/ 386 h 536"/>
                <a:gd name="T96" fmla="*/ 31 w 697"/>
                <a:gd name="T97" fmla="*/ 312 h 536"/>
                <a:gd name="T98" fmla="*/ 31 w 697"/>
                <a:gd name="T99" fmla="*/ 29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97" h="536">
                  <a:moveTo>
                    <a:pt x="134" y="446"/>
                  </a:moveTo>
                  <a:lnTo>
                    <a:pt x="134" y="446"/>
                  </a:lnTo>
                  <a:cubicBezTo>
                    <a:pt x="222" y="446"/>
                    <a:pt x="222" y="446"/>
                    <a:pt x="222" y="446"/>
                  </a:cubicBezTo>
                  <a:cubicBezTo>
                    <a:pt x="229" y="496"/>
                    <a:pt x="272" y="535"/>
                    <a:pt x="325" y="535"/>
                  </a:cubicBezTo>
                  <a:cubicBezTo>
                    <a:pt x="377" y="535"/>
                    <a:pt x="420" y="496"/>
                    <a:pt x="429" y="446"/>
                  </a:cubicBezTo>
                  <a:cubicBezTo>
                    <a:pt x="504" y="446"/>
                    <a:pt x="504" y="446"/>
                    <a:pt x="504" y="446"/>
                  </a:cubicBezTo>
                  <a:cubicBezTo>
                    <a:pt x="528" y="446"/>
                    <a:pt x="549" y="435"/>
                    <a:pt x="562" y="416"/>
                  </a:cubicBezTo>
                  <a:lnTo>
                    <a:pt x="562" y="416"/>
                  </a:lnTo>
                  <a:cubicBezTo>
                    <a:pt x="682" y="416"/>
                    <a:pt x="682" y="416"/>
                    <a:pt x="682" y="416"/>
                  </a:cubicBezTo>
                  <a:cubicBezTo>
                    <a:pt x="691" y="416"/>
                    <a:pt x="696" y="409"/>
                    <a:pt x="696" y="401"/>
                  </a:cubicBezTo>
                  <a:cubicBezTo>
                    <a:pt x="696" y="393"/>
                    <a:pt x="691" y="386"/>
                    <a:pt x="682" y="386"/>
                  </a:cubicBezTo>
                  <a:cubicBezTo>
                    <a:pt x="576" y="386"/>
                    <a:pt x="576" y="386"/>
                    <a:pt x="576" y="386"/>
                  </a:cubicBezTo>
                  <a:cubicBezTo>
                    <a:pt x="578" y="382"/>
                    <a:pt x="578" y="376"/>
                    <a:pt x="578" y="372"/>
                  </a:cubicBezTo>
                  <a:cubicBezTo>
                    <a:pt x="578" y="73"/>
                    <a:pt x="578" y="73"/>
                    <a:pt x="578" y="73"/>
                  </a:cubicBezTo>
                  <a:cubicBezTo>
                    <a:pt x="578" y="33"/>
                    <a:pt x="544" y="0"/>
                    <a:pt x="504" y="0"/>
                  </a:cubicBezTo>
                  <a:cubicBezTo>
                    <a:pt x="264" y="0"/>
                    <a:pt x="264" y="0"/>
                    <a:pt x="264" y="0"/>
                  </a:cubicBezTo>
                  <a:cubicBezTo>
                    <a:pt x="139" y="0"/>
                    <a:pt x="31" y="92"/>
                    <a:pt x="13" y="217"/>
                  </a:cubicBezTo>
                  <a:lnTo>
                    <a:pt x="13" y="217"/>
                  </a:lnTo>
                  <a:cubicBezTo>
                    <a:pt x="2" y="292"/>
                    <a:pt x="2" y="292"/>
                    <a:pt x="2" y="292"/>
                  </a:cubicBezTo>
                  <a:lnTo>
                    <a:pt x="2" y="292"/>
                  </a:lnTo>
                  <a:cubicBezTo>
                    <a:pt x="2" y="299"/>
                    <a:pt x="0" y="305"/>
                    <a:pt x="0" y="312"/>
                  </a:cubicBezTo>
                  <a:cubicBezTo>
                    <a:pt x="0" y="384"/>
                    <a:pt x="60" y="446"/>
                    <a:pt x="134" y="446"/>
                  </a:cubicBezTo>
                  <a:close/>
                  <a:moveTo>
                    <a:pt x="377" y="483"/>
                  </a:moveTo>
                  <a:lnTo>
                    <a:pt x="377" y="483"/>
                  </a:lnTo>
                  <a:cubicBezTo>
                    <a:pt x="364" y="497"/>
                    <a:pt x="345" y="506"/>
                    <a:pt x="325" y="506"/>
                  </a:cubicBezTo>
                  <a:cubicBezTo>
                    <a:pt x="304" y="506"/>
                    <a:pt x="286" y="497"/>
                    <a:pt x="272" y="483"/>
                  </a:cubicBezTo>
                  <a:cubicBezTo>
                    <a:pt x="258" y="469"/>
                    <a:pt x="250" y="451"/>
                    <a:pt x="250" y="430"/>
                  </a:cubicBezTo>
                  <a:cubicBezTo>
                    <a:pt x="250" y="411"/>
                    <a:pt x="258" y="391"/>
                    <a:pt x="272" y="379"/>
                  </a:cubicBezTo>
                  <a:cubicBezTo>
                    <a:pt x="286" y="365"/>
                    <a:pt x="304" y="357"/>
                    <a:pt x="325" y="357"/>
                  </a:cubicBezTo>
                  <a:cubicBezTo>
                    <a:pt x="345" y="357"/>
                    <a:pt x="364" y="365"/>
                    <a:pt x="377" y="379"/>
                  </a:cubicBezTo>
                  <a:cubicBezTo>
                    <a:pt x="391" y="391"/>
                    <a:pt x="399" y="411"/>
                    <a:pt x="399" y="430"/>
                  </a:cubicBezTo>
                  <a:cubicBezTo>
                    <a:pt x="399" y="451"/>
                    <a:pt x="391" y="469"/>
                    <a:pt x="377" y="483"/>
                  </a:cubicBezTo>
                  <a:close/>
                  <a:moveTo>
                    <a:pt x="31" y="297"/>
                  </a:moveTo>
                  <a:lnTo>
                    <a:pt x="31" y="297"/>
                  </a:lnTo>
                  <a:cubicBezTo>
                    <a:pt x="42" y="221"/>
                    <a:pt x="42" y="221"/>
                    <a:pt x="42" y="221"/>
                  </a:cubicBezTo>
                  <a:lnTo>
                    <a:pt x="42" y="221"/>
                  </a:lnTo>
                  <a:cubicBezTo>
                    <a:pt x="59" y="111"/>
                    <a:pt x="152" y="29"/>
                    <a:pt x="264" y="29"/>
                  </a:cubicBezTo>
                  <a:cubicBezTo>
                    <a:pt x="504" y="29"/>
                    <a:pt x="504" y="29"/>
                    <a:pt x="504" y="29"/>
                  </a:cubicBezTo>
                  <a:cubicBezTo>
                    <a:pt x="515" y="29"/>
                    <a:pt x="526" y="34"/>
                    <a:pt x="535" y="43"/>
                  </a:cubicBezTo>
                  <a:cubicBezTo>
                    <a:pt x="543" y="51"/>
                    <a:pt x="549" y="62"/>
                    <a:pt x="549" y="73"/>
                  </a:cubicBezTo>
                  <a:cubicBezTo>
                    <a:pt x="549" y="372"/>
                    <a:pt x="549" y="372"/>
                    <a:pt x="549" y="372"/>
                  </a:cubicBezTo>
                  <a:cubicBezTo>
                    <a:pt x="549" y="383"/>
                    <a:pt x="543" y="394"/>
                    <a:pt x="535" y="403"/>
                  </a:cubicBezTo>
                  <a:cubicBezTo>
                    <a:pt x="526" y="411"/>
                    <a:pt x="515" y="416"/>
                    <a:pt x="504" y="416"/>
                  </a:cubicBezTo>
                  <a:cubicBezTo>
                    <a:pt x="429" y="416"/>
                    <a:pt x="429" y="416"/>
                    <a:pt x="429" y="416"/>
                  </a:cubicBezTo>
                  <a:cubicBezTo>
                    <a:pt x="420" y="366"/>
                    <a:pt x="377" y="327"/>
                    <a:pt x="325" y="327"/>
                  </a:cubicBezTo>
                  <a:cubicBezTo>
                    <a:pt x="272" y="327"/>
                    <a:pt x="229" y="366"/>
                    <a:pt x="222" y="416"/>
                  </a:cubicBezTo>
                  <a:cubicBezTo>
                    <a:pt x="134" y="416"/>
                    <a:pt x="134" y="416"/>
                    <a:pt x="134" y="416"/>
                  </a:cubicBezTo>
                  <a:cubicBezTo>
                    <a:pt x="105" y="416"/>
                    <a:pt x="80" y="404"/>
                    <a:pt x="60" y="386"/>
                  </a:cubicBezTo>
                  <a:cubicBezTo>
                    <a:pt x="42" y="366"/>
                    <a:pt x="31" y="340"/>
                    <a:pt x="31" y="312"/>
                  </a:cubicBezTo>
                  <a:cubicBezTo>
                    <a:pt x="31" y="306"/>
                    <a:pt x="31" y="302"/>
                    <a:pt x="31" y="29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2">
              <a:extLst>
                <a:ext uri="{FF2B5EF4-FFF2-40B4-BE49-F238E27FC236}">
                  <a16:creationId xmlns:a16="http://schemas.microsoft.com/office/drawing/2014/main" id="{D3AEDF19-F798-EA0A-331E-D0E549AF5E64}"/>
                </a:ext>
              </a:extLst>
            </p:cNvPr>
            <p:cNvSpPr>
              <a:spLocks noChangeArrowheads="1"/>
            </p:cNvSpPr>
            <p:nvPr/>
          </p:nvSpPr>
          <p:spPr bwMode="auto">
            <a:xfrm>
              <a:off x="8201025" y="2455863"/>
              <a:ext cx="117475" cy="53975"/>
            </a:xfrm>
            <a:custGeom>
              <a:avLst/>
              <a:gdLst>
                <a:gd name="T0" fmla="*/ 15 w 328"/>
                <a:gd name="T1" fmla="*/ 149 h 150"/>
                <a:gd name="T2" fmla="*/ 15 w 328"/>
                <a:gd name="T3" fmla="*/ 149 h 150"/>
                <a:gd name="T4" fmla="*/ 312 w 328"/>
                <a:gd name="T5" fmla="*/ 149 h 150"/>
                <a:gd name="T6" fmla="*/ 323 w 328"/>
                <a:gd name="T7" fmla="*/ 145 h 150"/>
                <a:gd name="T8" fmla="*/ 327 w 328"/>
                <a:gd name="T9" fmla="*/ 134 h 150"/>
                <a:gd name="T10" fmla="*/ 327 w 328"/>
                <a:gd name="T11" fmla="*/ 15 h 150"/>
                <a:gd name="T12" fmla="*/ 323 w 328"/>
                <a:gd name="T13" fmla="*/ 4 h 150"/>
                <a:gd name="T14" fmla="*/ 312 w 328"/>
                <a:gd name="T15" fmla="*/ 0 h 150"/>
                <a:gd name="T16" fmla="*/ 73 w 328"/>
                <a:gd name="T17" fmla="*/ 0 h 150"/>
                <a:gd name="T18" fmla="*/ 0 w 328"/>
                <a:gd name="T19" fmla="*/ 74 h 150"/>
                <a:gd name="T20" fmla="*/ 0 w 328"/>
                <a:gd name="T21" fmla="*/ 134 h 150"/>
                <a:gd name="T22" fmla="*/ 4 w 328"/>
                <a:gd name="T23" fmla="*/ 145 h 150"/>
                <a:gd name="T24" fmla="*/ 15 w 328"/>
                <a:gd name="T25" fmla="*/ 149 h 150"/>
                <a:gd name="T26" fmla="*/ 29 w 328"/>
                <a:gd name="T27" fmla="*/ 74 h 150"/>
                <a:gd name="T28" fmla="*/ 29 w 328"/>
                <a:gd name="T29" fmla="*/ 74 h 150"/>
                <a:gd name="T30" fmla="*/ 73 w 328"/>
                <a:gd name="T31" fmla="*/ 29 h 150"/>
                <a:gd name="T32" fmla="*/ 297 w 328"/>
                <a:gd name="T33" fmla="*/ 29 h 150"/>
                <a:gd name="T34" fmla="*/ 297 w 328"/>
                <a:gd name="T35" fmla="*/ 118 h 150"/>
                <a:gd name="T36" fmla="*/ 29 w 328"/>
                <a:gd name="T37" fmla="*/ 118 h 150"/>
                <a:gd name="T38" fmla="*/ 29 w 328"/>
                <a:gd name="T39" fmla="*/ 7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8" h="150">
                  <a:moveTo>
                    <a:pt x="15" y="149"/>
                  </a:moveTo>
                  <a:lnTo>
                    <a:pt x="15" y="149"/>
                  </a:lnTo>
                  <a:cubicBezTo>
                    <a:pt x="312" y="149"/>
                    <a:pt x="312" y="149"/>
                    <a:pt x="312" y="149"/>
                  </a:cubicBezTo>
                  <a:cubicBezTo>
                    <a:pt x="316" y="149"/>
                    <a:pt x="320" y="148"/>
                    <a:pt x="323" y="145"/>
                  </a:cubicBezTo>
                  <a:cubicBezTo>
                    <a:pt x="326" y="142"/>
                    <a:pt x="327" y="138"/>
                    <a:pt x="327" y="134"/>
                  </a:cubicBezTo>
                  <a:cubicBezTo>
                    <a:pt x="327" y="15"/>
                    <a:pt x="327" y="15"/>
                    <a:pt x="327" y="15"/>
                  </a:cubicBezTo>
                  <a:cubicBezTo>
                    <a:pt x="327" y="11"/>
                    <a:pt x="326" y="7"/>
                    <a:pt x="323" y="4"/>
                  </a:cubicBezTo>
                  <a:cubicBezTo>
                    <a:pt x="320" y="1"/>
                    <a:pt x="316" y="0"/>
                    <a:pt x="312" y="0"/>
                  </a:cubicBezTo>
                  <a:cubicBezTo>
                    <a:pt x="73" y="0"/>
                    <a:pt x="73" y="0"/>
                    <a:pt x="73" y="0"/>
                  </a:cubicBezTo>
                  <a:cubicBezTo>
                    <a:pt x="33" y="0"/>
                    <a:pt x="0" y="33"/>
                    <a:pt x="0" y="74"/>
                  </a:cubicBezTo>
                  <a:cubicBezTo>
                    <a:pt x="0" y="134"/>
                    <a:pt x="0" y="134"/>
                    <a:pt x="0" y="134"/>
                  </a:cubicBezTo>
                  <a:cubicBezTo>
                    <a:pt x="0" y="138"/>
                    <a:pt x="1" y="142"/>
                    <a:pt x="4" y="145"/>
                  </a:cubicBezTo>
                  <a:cubicBezTo>
                    <a:pt x="7" y="148"/>
                    <a:pt x="11" y="149"/>
                    <a:pt x="15" y="149"/>
                  </a:cubicBezTo>
                  <a:close/>
                  <a:moveTo>
                    <a:pt x="29" y="74"/>
                  </a:moveTo>
                  <a:lnTo>
                    <a:pt x="29" y="74"/>
                  </a:lnTo>
                  <a:cubicBezTo>
                    <a:pt x="29" y="50"/>
                    <a:pt x="50" y="29"/>
                    <a:pt x="73" y="29"/>
                  </a:cubicBezTo>
                  <a:cubicBezTo>
                    <a:pt x="297" y="29"/>
                    <a:pt x="297" y="29"/>
                    <a:pt x="297" y="29"/>
                  </a:cubicBezTo>
                  <a:cubicBezTo>
                    <a:pt x="297" y="118"/>
                    <a:pt x="297" y="118"/>
                    <a:pt x="297" y="118"/>
                  </a:cubicBezTo>
                  <a:cubicBezTo>
                    <a:pt x="29" y="118"/>
                    <a:pt x="29" y="118"/>
                    <a:pt x="29" y="118"/>
                  </a:cubicBezTo>
                  <a:lnTo>
                    <a:pt x="29"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 name="Group 71">
            <a:extLst>
              <a:ext uri="{FF2B5EF4-FFF2-40B4-BE49-F238E27FC236}">
                <a16:creationId xmlns:a16="http://schemas.microsoft.com/office/drawing/2014/main" id="{4D01FF28-CE88-D93E-7F68-BDD002CFA2AB}"/>
              </a:ext>
            </a:extLst>
          </p:cNvPr>
          <p:cNvGrpSpPr/>
          <p:nvPr/>
        </p:nvGrpSpPr>
        <p:grpSpPr>
          <a:xfrm>
            <a:off x="8682706" y="1522314"/>
            <a:ext cx="214313" cy="257175"/>
            <a:chOff x="7654925" y="1851025"/>
            <a:chExt cx="214313" cy="257175"/>
          </a:xfrm>
          <a:solidFill>
            <a:schemeClr val="tx2"/>
          </a:solidFill>
        </p:grpSpPr>
        <p:sp>
          <p:nvSpPr>
            <p:cNvPr id="69" name="Freeform 53">
              <a:extLst>
                <a:ext uri="{FF2B5EF4-FFF2-40B4-BE49-F238E27FC236}">
                  <a16:creationId xmlns:a16="http://schemas.microsoft.com/office/drawing/2014/main" id="{172B075B-7A65-DB59-1B45-E5F6B8012644}"/>
                </a:ext>
              </a:extLst>
            </p:cNvPr>
            <p:cNvSpPr>
              <a:spLocks noChangeArrowheads="1"/>
            </p:cNvSpPr>
            <p:nvPr/>
          </p:nvSpPr>
          <p:spPr bwMode="auto">
            <a:xfrm>
              <a:off x="7693025" y="2016125"/>
              <a:ext cx="20638" cy="22225"/>
            </a:xfrm>
            <a:custGeom>
              <a:avLst/>
              <a:gdLst>
                <a:gd name="T0" fmla="*/ 29 w 59"/>
                <a:gd name="T1" fmla="*/ 60 h 61"/>
                <a:gd name="T2" fmla="*/ 29 w 59"/>
                <a:gd name="T3" fmla="*/ 60 h 61"/>
                <a:gd name="T4" fmla="*/ 58 w 59"/>
                <a:gd name="T5" fmla="*/ 31 h 61"/>
                <a:gd name="T6" fmla="*/ 29 w 59"/>
                <a:gd name="T7" fmla="*/ 0 h 61"/>
                <a:gd name="T8" fmla="*/ 0 w 59"/>
                <a:gd name="T9" fmla="*/ 31 h 61"/>
                <a:gd name="T10" fmla="*/ 29 w 59"/>
                <a:gd name="T11" fmla="*/ 60 h 61"/>
              </a:gdLst>
              <a:ahLst/>
              <a:cxnLst>
                <a:cxn ang="0">
                  <a:pos x="T0" y="T1"/>
                </a:cxn>
                <a:cxn ang="0">
                  <a:pos x="T2" y="T3"/>
                </a:cxn>
                <a:cxn ang="0">
                  <a:pos x="T4" y="T5"/>
                </a:cxn>
                <a:cxn ang="0">
                  <a:pos x="T6" y="T7"/>
                </a:cxn>
                <a:cxn ang="0">
                  <a:pos x="T8" y="T9"/>
                </a:cxn>
                <a:cxn ang="0">
                  <a:pos x="T10" y="T11"/>
                </a:cxn>
              </a:cxnLst>
              <a:rect l="0" t="0" r="r" b="b"/>
              <a:pathLst>
                <a:path w="59" h="61">
                  <a:moveTo>
                    <a:pt x="29" y="60"/>
                  </a:moveTo>
                  <a:lnTo>
                    <a:pt x="29" y="60"/>
                  </a:lnTo>
                  <a:cubicBezTo>
                    <a:pt x="46" y="60"/>
                    <a:pt x="58" y="47"/>
                    <a:pt x="58" y="31"/>
                  </a:cubicBezTo>
                  <a:cubicBezTo>
                    <a:pt x="58" y="14"/>
                    <a:pt x="46" y="0"/>
                    <a:pt x="29" y="0"/>
                  </a:cubicBezTo>
                  <a:cubicBezTo>
                    <a:pt x="12" y="0"/>
                    <a:pt x="0" y="14"/>
                    <a:pt x="0" y="31"/>
                  </a:cubicBezTo>
                  <a:cubicBezTo>
                    <a:pt x="0" y="47"/>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4">
              <a:extLst>
                <a:ext uri="{FF2B5EF4-FFF2-40B4-BE49-F238E27FC236}">
                  <a16:creationId xmlns:a16="http://schemas.microsoft.com/office/drawing/2014/main" id="{7FC530F2-4E1B-A046-2B0F-3ABAB015F7B8}"/>
                </a:ext>
              </a:extLst>
            </p:cNvPr>
            <p:cNvSpPr>
              <a:spLocks noChangeArrowheads="1"/>
            </p:cNvSpPr>
            <p:nvPr/>
          </p:nvSpPr>
          <p:spPr bwMode="auto">
            <a:xfrm>
              <a:off x="7810500" y="201612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7"/>
                    <a:pt x="14" y="60"/>
                    <a:pt x="31" y="60"/>
                  </a:cubicBezTo>
                  <a:cubicBezTo>
                    <a:pt x="46" y="60"/>
                    <a:pt x="60" y="47"/>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5">
              <a:extLst>
                <a:ext uri="{FF2B5EF4-FFF2-40B4-BE49-F238E27FC236}">
                  <a16:creationId xmlns:a16="http://schemas.microsoft.com/office/drawing/2014/main" id="{B6D5730C-74ED-7959-67AA-988F2DBBAA6D}"/>
                </a:ext>
              </a:extLst>
            </p:cNvPr>
            <p:cNvSpPr>
              <a:spLocks noChangeArrowheads="1"/>
            </p:cNvSpPr>
            <p:nvPr/>
          </p:nvSpPr>
          <p:spPr bwMode="auto">
            <a:xfrm>
              <a:off x="7654925" y="1851025"/>
              <a:ext cx="214313" cy="257175"/>
            </a:xfrm>
            <a:custGeom>
              <a:avLst/>
              <a:gdLst>
                <a:gd name="T0" fmla="*/ 64 w 597"/>
                <a:gd name="T1" fmla="*/ 710 h 715"/>
                <a:gd name="T2" fmla="*/ 163 w 597"/>
                <a:gd name="T3" fmla="*/ 714 h 715"/>
                <a:gd name="T4" fmla="*/ 179 w 597"/>
                <a:gd name="T5" fmla="*/ 699 h 715"/>
                <a:gd name="T6" fmla="*/ 417 w 597"/>
                <a:gd name="T7" fmla="*/ 625 h 715"/>
                <a:gd name="T8" fmla="*/ 421 w 597"/>
                <a:gd name="T9" fmla="*/ 710 h 715"/>
                <a:gd name="T10" fmla="*/ 520 w 597"/>
                <a:gd name="T11" fmla="*/ 714 h 715"/>
                <a:gd name="T12" fmla="*/ 536 w 597"/>
                <a:gd name="T13" fmla="*/ 699 h 715"/>
                <a:gd name="T14" fmla="*/ 596 w 597"/>
                <a:gd name="T15" fmla="*/ 537 h 715"/>
                <a:gd name="T16" fmla="*/ 596 w 597"/>
                <a:gd name="T17" fmla="*/ 253 h 715"/>
                <a:gd name="T18" fmla="*/ 596 w 597"/>
                <a:gd name="T19" fmla="*/ 177 h 715"/>
                <a:gd name="T20" fmla="*/ 177 w 597"/>
                <a:gd name="T21" fmla="*/ 0 h 715"/>
                <a:gd name="T22" fmla="*/ 0 w 597"/>
                <a:gd name="T23" fmla="*/ 537 h 715"/>
                <a:gd name="T24" fmla="*/ 60 w 597"/>
                <a:gd name="T25" fmla="*/ 699 h 715"/>
                <a:gd name="T26" fmla="*/ 149 w 597"/>
                <a:gd name="T27" fmla="*/ 684 h 715"/>
                <a:gd name="T28" fmla="*/ 89 w 597"/>
                <a:gd name="T29" fmla="*/ 684 h 715"/>
                <a:gd name="T30" fmla="*/ 149 w 597"/>
                <a:gd name="T31" fmla="*/ 625 h 715"/>
                <a:gd name="T32" fmla="*/ 460 w 597"/>
                <a:gd name="T33" fmla="*/ 268 h 715"/>
                <a:gd name="T34" fmla="*/ 451 w 597"/>
                <a:gd name="T35" fmla="*/ 275 h 715"/>
                <a:gd name="T36" fmla="*/ 300 w 597"/>
                <a:gd name="T37" fmla="*/ 594 h 715"/>
                <a:gd name="T38" fmla="*/ 221 w 597"/>
                <a:gd name="T39" fmla="*/ 364 h 715"/>
                <a:gd name="T40" fmla="*/ 135 w 597"/>
                <a:gd name="T41" fmla="*/ 268 h 715"/>
                <a:gd name="T42" fmla="*/ 446 w 597"/>
                <a:gd name="T43" fmla="*/ 625 h 715"/>
                <a:gd name="T44" fmla="*/ 506 w 597"/>
                <a:gd name="T45" fmla="*/ 625 h 715"/>
                <a:gd name="T46" fmla="*/ 446 w 597"/>
                <a:gd name="T47" fmla="*/ 684 h 715"/>
                <a:gd name="T48" fmla="*/ 548 w 597"/>
                <a:gd name="T49" fmla="*/ 578 h 715"/>
                <a:gd name="T50" fmla="*/ 508 w 597"/>
                <a:gd name="T51" fmla="*/ 594 h 715"/>
                <a:gd name="T52" fmla="*/ 329 w 597"/>
                <a:gd name="T53" fmla="*/ 594 h 715"/>
                <a:gd name="T54" fmla="*/ 469 w 597"/>
                <a:gd name="T55" fmla="*/ 299 h 715"/>
                <a:gd name="T56" fmla="*/ 565 w 597"/>
                <a:gd name="T57" fmla="*/ 268 h 715"/>
                <a:gd name="T58" fmla="*/ 548 w 597"/>
                <a:gd name="T59" fmla="*/ 578 h 715"/>
                <a:gd name="T60" fmla="*/ 522 w 597"/>
                <a:gd name="T61" fmla="*/ 73 h 715"/>
                <a:gd name="T62" fmla="*/ 565 w 597"/>
                <a:gd name="T63" fmla="*/ 237 h 715"/>
                <a:gd name="T64" fmla="*/ 328 w 597"/>
                <a:gd name="T65" fmla="*/ 30 h 715"/>
                <a:gd name="T66" fmla="*/ 522 w 597"/>
                <a:gd name="T67" fmla="*/ 73 h 715"/>
                <a:gd name="T68" fmla="*/ 73 w 597"/>
                <a:gd name="T69" fmla="*/ 73 h 715"/>
                <a:gd name="T70" fmla="*/ 297 w 597"/>
                <a:gd name="T71" fmla="*/ 30 h 715"/>
                <a:gd name="T72" fmla="*/ 29 w 597"/>
                <a:gd name="T73" fmla="*/ 237 h 715"/>
                <a:gd name="T74" fmla="*/ 73 w 597"/>
                <a:gd name="T75" fmla="*/ 73 h 715"/>
                <a:gd name="T76" fmla="*/ 29 w 597"/>
                <a:gd name="T77" fmla="*/ 537 h 715"/>
                <a:gd name="T78" fmla="*/ 45 w 597"/>
                <a:gd name="T79" fmla="*/ 268 h 715"/>
                <a:gd name="T80" fmla="*/ 222 w 597"/>
                <a:gd name="T81" fmla="*/ 433 h 715"/>
                <a:gd name="T82" fmla="*/ 163 w 597"/>
                <a:gd name="T83" fmla="*/ 594 h 715"/>
                <a:gd name="T84" fmla="*/ 48 w 597"/>
                <a:gd name="T85" fmla="*/ 57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97" h="715">
                  <a:moveTo>
                    <a:pt x="64" y="710"/>
                  </a:moveTo>
                  <a:lnTo>
                    <a:pt x="64" y="710"/>
                  </a:lnTo>
                  <a:cubicBezTo>
                    <a:pt x="67" y="713"/>
                    <a:pt x="71" y="714"/>
                    <a:pt x="74" y="714"/>
                  </a:cubicBezTo>
                  <a:cubicBezTo>
                    <a:pt x="163" y="714"/>
                    <a:pt x="163" y="714"/>
                    <a:pt x="163" y="714"/>
                  </a:cubicBezTo>
                  <a:cubicBezTo>
                    <a:pt x="168" y="714"/>
                    <a:pt x="172" y="713"/>
                    <a:pt x="175" y="710"/>
                  </a:cubicBezTo>
                  <a:cubicBezTo>
                    <a:pt x="177" y="707"/>
                    <a:pt x="179" y="703"/>
                    <a:pt x="179" y="699"/>
                  </a:cubicBezTo>
                  <a:cubicBezTo>
                    <a:pt x="179" y="625"/>
                    <a:pt x="179" y="625"/>
                    <a:pt x="179" y="625"/>
                  </a:cubicBezTo>
                  <a:cubicBezTo>
                    <a:pt x="417" y="625"/>
                    <a:pt x="417" y="625"/>
                    <a:pt x="417" y="625"/>
                  </a:cubicBezTo>
                  <a:cubicBezTo>
                    <a:pt x="417" y="699"/>
                    <a:pt x="417" y="699"/>
                    <a:pt x="417" y="699"/>
                  </a:cubicBezTo>
                  <a:cubicBezTo>
                    <a:pt x="417" y="703"/>
                    <a:pt x="419" y="707"/>
                    <a:pt x="421" y="710"/>
                  </a:cubicBezTo>
                  <a:cubicBezTo>
                    <a:pt x="424" y="713"/>
                    <a:pt x="428" y="714"/>
                    <a:pt x="431" y="714"/>
                  </a:cubicBezTo>
                  <a:cubicBezTo>
                    <a:pt x="520" y="714"/>
                    <a:pt x="520" y="714"/>
                    <a:pt x="520" y="714"/>
                  </a:cubicBezTo>
                  <a:cubicBezTo>
                    <a:pt x="525" y="714"/>
                    <a:pt x="529" y="713"/>
                    <a:pt x="532" y="710"/>
                  </a:cubicBezTo>
                  <a:cubicBezTo>
                    <a:pt x="534" y="707"/>
                    <a:pt x="536" y="703"/>
                    <a:pt x="536" y="699"/>
                  </a:cubicBezTo>
                  <a:cubicBezTo>
                    <a:pt x="536" y="619"/>
                    <a:pt x="536" y="619"/>
                    <a:pt x="536" y="619"/>
                  </a:cubicBezTo>
                  <a:cubicBezTo>
                    <a:pt x="571" y="608"/>
                    <a:pt x="596" y="575"/>
                    <a:pt x="596" y="537"/>
                  </a:cubicBezTo>
                  <a:cubicBezTo>
                    <a:pt x="596" y="253"/>
                    <a:pt x="596" y="253"/>
                    <a:pt x="596" y="253"/>
                  </a:cubicBezTo>
                  <a:lnTo>
                    <a:pt x="596" y="253"/>
                  </a:lnTo>
                  <a:lnTo>
                    <a:pt x="596" y="253"/>
                  </a:lnTo>
                  <a:cubicBezTo>
                    <a:pt x="596" y="177"/>
                    <a:pt x="596" y="177"/>
                    <a:pt x="596" y="177"/>
                  </a:cubicBezTo>
                  <a:cubicBezTo>
                    <a:pt x="596" y="80"/>
                    <a:pt x="516" y="0"/>
                    <a:pt x="419" y="0"/>
                  </a:cubicBezTo>
                  <a:cubicBezTo>
                    <a:pt x="177" y="0"/>
                    <a:pt x="177" y="0"/>
                    <a:pt x="177" y="0"/>
                  </a:cubicBezTo>
                  <a:cubicBezTo>
                    <a:pt x="80" y="0"/>
                    <a:pt x="0" y="80"/>
                    <a:pt x="0" y="177"/>
                  </a:cubicBezTo>
                  <a:cubicBezTo>
                    <a:pt x="0" y="537"/>
                    <a:pt x="0" y="537"/>
                    <a:pt x="0" y="537"/>
                  </a:cubicBezTo>
                  <a:cubicBezTo>
                    <a:pt x="0" y="575"/>
                    <a:pt x="25" y="608"/>
                    <a:pt x="60" y="619"/>
                  </a:cubicBezTo>
                  <a:cubicBezTo>
                    <a:pt x="60" y="699"/>
                    <a:pt x="60" y="699"/>
                    <a:pt x="60" y="699"/>
                  </a:cubicBezTo>
                  <a:cubicBezTo>
                    <a:pt x="60" y="703"/>
                    <a:pt x="62" y="707"/>
                    <a:pt x="64" y="710"/>
                  </a:cubicBezTo>
                  <a:close/>
                  <a:moveTo>
                    <a:pt x="149" y="684"/>
                  </a:moveTo>
                  <a:lnTo>
                    <a:pt x="149" y="684"/>
                  </a:lnTo>
                  <a:cubicBezTo>
                    <a:pt x="89" y="684"/>
                    <a:pt x="89" y="684"/>
                    <a:pt x="89" y="684"/>
                  </a:cubicBezTo>
                  <a:cubicBezTo>
                    <a:pt x="89" y="625"/>
                    <a:pt x="89" y="625"/>
                    <a:pt x="89" y="625"/>
                  </a:cubicBezTo>
                  <a:cubicBezTo>
                    <a:pt x="149" y="625"/>
                    <a:pt x="149" y="625"/>
                    <a:pt x="149" y="625"/>
                  </a:cubicBezTo>
                  <a:lnTo>
                    <a:pt x="149" y="684"/>
                  </a:lnTo>
                  <a:close/>
                  <a:moveTo>
                    <a:pt x="460" y="268"/>
                  </a:moveTo>
                  <a:lnTo>
                    <a:pt x="460" y="268"/>
                  </a:lnTo>
                  <a:cubicBezTo>
                    <a:pt x="458" y="269"/>
                    <a:pt x="453" y="272"/>
                    <a:pt x="451" y="275"/>
                  </a:cubicBezTo>
                  <a:cubicBezTo>
                    <a:pt x="406" y="308"/>
                    <a:pt x="373" y="361"/>
                    <a:pt x="347" y="421"/>
                  </a:cubicBezTo>
                  <a:cubicBezTo>
                    <a:pt x="324" y="476"/>
                    <a:pt x="307" y="537"/>
                    <a:pt x="300" y="594"/>
                  </a:cubicBezTo>
                  <a:cubicBezTo>
                    <a:pt x="296" y="594"/>
                    <a:pt x="296" y="594"/>
                    <a:pt x="296" y="594"/>
                  </a:cubicBezTo>
                  <a:cubicBezTo>
                    <a:pt x="285" y="516"/>
                    <a:pt x="260" y="433"/>
                    <a:pt x="221" y="364"/>
                  </a:cubicBezTo>
                  <a:cubicBezTo>
                    <a:pt x="200" y="329"/>
                    <a:pt x="175" y="297"/>
                    <a:pt x="145" y="275"/>
                  </a:cubicBezTo>
                  <a:cubicBezTo>
                    <a:pt x="142" y="272"/>
                    <a:pt x="138" y="269"/>
                    <a:pt x="135" y="268"/>
                  </a:cubicBezTo>
                  <a:lnTo>
                    <a:pt x="460" y="268"/>
                  </a:lnTo>
                  <a:close/>
                  <a:moveTo>
                    <a:pt x="446" y="625"/>
                  </a:moveTo>
                  <a:lnTo>
                    <a:pt x="446" y="625"/>
                  </a:lnTo>
                  <a:cubicBezTo>
                    <a:pt x="506" y="625"/>
                    <a:pt x="506" y="625"/>
                    <a:pt x="506" y="625"/>
                  </a:cubicBezTo>
                  <a:cubicBezTo>
                    <a:pt x="506" y="684"/>
                    <a:pt x="506" y="684"/>
                    <a:pt x="506" y="684"/>
                  </a:cubicBezTo>
                  <a:cubicBezTo>
                    <a:pt x="446" y="684"/>
                    <a:pt x="446" y="684"/>
                    <a:pt x="446" y="684"/>
                  </a:cubicBezTo>
                  <a:lnTo>
                    <a:pt x="446" y="625"/>
                  </a:lnTo>
                  <a:close/>
                  <a:moveTo>
                    <a:pt x="548" y="578"/>
                  </a:moveTo>
                  <a:lnTo>
                    <a:pt x="548" y="578"/>
                  </a:lnTo>
                  <a:cubicBezTo>
                    <a:pt x="539" y="589"/>
                    <a:pt x="523" y="594"/>
                    <a:pt x="508" y="594"/>
                  </a:cubicBezTo>
                  <a:cubicBezTo>
                    <a:pt x="431" y="594"/>
                    <a:pt x="431" y="594"/>
                    <a:pt x="431" y="594"/>
                  </a:cubicBezTo>
                  <a:cubicBezTo>
                    <a:pt x="329" y="594"/>
                    <a:pt x="329" y="594"/>
                    <a:pt x="329" y="594"/>
                  </a:cubicBezTo>
                  <a:cubicBezTo>
                    <a:pt x="340" y="522"/>
                    <a:pt x="364" y="441"/>
                    <a:pt x="400" y="380"/>
                  </a:cubicBezTo>
                  <a:cubicBezTo>
                    <a:pt x="420" y="346"/>
                    <a:pt x="444" y="318"/>
                    <a:pt x="469" y="299"/>
                  </a:cubicBezTo>
                  <a:cubicBezTo>
                    <a:pt x="494" y="279"/>
                    <a:pt x="520" y="268"/>
                    <a:pt x="551" y="268"/>
                  </a:cubicBezTo>
                  <a:cubicBezTo>
                    <a:pt x="565" y="268"/>
                    <a:pt x="565" y="268"/>
                    <a:pt x="565" y="268"/>
                  </a:cubicBezTo>
                  <a:cubicBezTo>
                    <a:pt x="565" y="537"/>
                    <a:pt x="565" y="537"/>
                    <a:pt x="565" y="537"/>
                  </a:cubicBezTo>
                  <a:cubicBezTo>
                    <a:pt x="565" y="553"/>
                    <a:pt x="559" y="568"/>
                    <a:pt x="548" y="578"/>
                  </a:cubicBezTo>
                  <a:close/>
                  <a:moveTo>
                    <a:pt x="522" y="73"/>
                  </a:moveTo>
                  <a:lnTo>
                    <a:pt x="522" y="73"/>
                  </a:lnTo>
                  <a:cubicBezTo>
                    <a:pt x="550" y="99"/>
                    <a:pt x="565" y="136"/>
                    <a:pt x="565" y="177"/>
                  </a:cubicBezTo>
                  <a:cubicBezTo>
                    <a:pt x="565" y="237"/>
                    <a:pt x="565" y="237"/>
                    <a:pt x="565" y="237"/>
                  </a:cubicBezTo>
                  <a:cubicBezTo>
                    <a:pt x="328" y="237"/>
                    <a:pt x="328" y="237"/>
                    <a:pt x="328" y="237"/>
                  </a:cubicBezTo>
                  <a:cubicBezTo>
                    <a:pt x="328" y="30"/>
                    <a:pt x="328" y="30"/>
                    <a:pt x="328" y="30"/>
                  </a:cubicBezTo>
                  <a:cubicBezTo>
                    <a:pt x="419" y="30"/>
                    <a:pt x="419" y="30"/>
                    <a:pt x="419" y="30"/>
                  </a:cubicBezTo>
                  <a:cubicBezTo>
                    <a:pt x="459" y="30"/>
                    <a:pt x="495" y="46"/>
                    <a:pt x="522" y="73"/>
                  </a:cubicBezTo>
                  <a:close/>
                  <a:moveTo>
                    <a:pt x="73" y="73"/>
                  </a:moveTo>
                  <a:lnTo>
                    <a:pt x="73" y="73"/>
                  </a:lnTo>
                  <a:cubicBezTo>
                    <a:pt x="99" y="46"/>
                    <a:pt x="137" y="30"/>
                    <a:pt x="177" y="30"/>
                  </a:cubicBezTo>
                  <a:cubicBezTo>
                    <a:pt x="297" y="30"/>
                    <a:pt x="297" y="30"/>
                    <a:pt x="297" y="30"/>
                  </a:cubicBezTo>
                  <a:cubicBezTo>
                    <a:pt x="297" y="237"/>
                    <a:pt x="297" y="237"/>
                    <a:pt x="297" y="237"/>
                  </a:cubicBezTo>
                  <a:cubicBezTo>
                    <a:pt x="29" y="237"/>
                    <a:pt x="29" y="237"/>
                    <a:pt x="29" y="237"/>
                  </a:cubicBezTo>
                  <a:cubicBezTo>
                    <a:pt x="29" y="177"/>
                    <a:pt x="29" y="177"/>
                    <a:pt x="29" y="177"/>
                  </a:cubicBezTo>
                  <a:cubicBezTo>
                    <a:pt x="29" y="136"/>
                    <a:pt x="46" y="99"/>
                    <a:pt x="73" y="73"/>
                  </a:cubicBezTo>
                  <a:close/>
                  <a:moveTo>
                    <a:pt x="29" y="537"/>
                  </a:moveTo>
                  <a:lnTo>
                    <a:pt x="29" y="537"/>
                  </a:lnTo>
                  <a:cubicBezTo>
                    <a:pt x="29" y="268"/>
                    <a:pt x="29" y="268"/>
                    <a:pt x="29" y="268"/>
                  </a:cubicBezTo>
                  <a:cubicBezTo>
                    <a:pt x="45" y="268"/>
                    <a:pt x="45" y="268"/>
                    <a:pt x="45" y="268"/>
                  </a:cubicBezTo>
                  <a:cubicBezTo>
                    <a:pt x="74" y="268"/>
                    <a:pt x="102" y="279"/>
                    <a:pt x="127" y="299"/>
                  </a:cubicBezTo>
                  <a:cubicBezTo>
                    <a:pt x="165" y="328"/>
                    <a:pt x="197" y="377"/>
                    <a:pt x="222" y="433"/>
                  </a:cubicBezTo>
                  <a:cubicBezTo>
                    <a:pt x="243" y="484"/>
                    <a:pt x="258" y="541"/>
                    <a:pt x="267" y="594"/>
                  </a:cubicBezTo>
                  <a:cubicBezTo>
                    <a:pt x="163" y="594"/>
                    <a:pt x="163" y="594"/>
                    <a:pt x="163" y="594"/>
                  </a:cubicBezTo>
                  <a:cubicBezTo>
                    <a:pt x="88" y="594"/>
                    <a:pt x="88" y="594"/>
                    <a:pt x="88" y="594"/>
                  </a:cubicBezTo>
                  <a:cubicBezTo>
                    <a:pt x="73" y="594"/>
                    <a:pt x="57" y="589"/>
                    <a:pt x="48" y="578"/>
                  </a:cubicBezTo>
                  <a:cubicBezTo>
                    <a:pt x="36" y="568"/>
                    <a:pt x="29" y="553"/>
                    <a:pt x="29"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2" name="Group 75">
            <a:extLst>
              <a:ext uri="{FF2B5EF4-FFF2-40B4-BE49-F238E27FC236}">
                <a16:creationId xmlns:a16="http://schemas.microsoft.com/office/drawing/2014/main" id="{EF34608D-A43F-D226-44C7-48C7933F7DC0}"/>
              </a:ext>
            </a:extLst>
          </p:cNvPr>
          <p:cNvGrpSpPr/>
          <p:nvPr/>
        </p:nvGrpSpPr>
        <p:grpSpPr>
          <a:xfrm>
            <a:off x="8528719" y="609501"/>
            <a:ext cx="2046287" cy="139700"/>
            <a:chOff x="7500938" y="947738"/>
            <a:chExt cx="2046287" cy="139700"/>
          </a:xfrm>
          <a:solidFill>
            <a:schemeClr val="tx2"/>
          </a:solidFill>
        </p:grpSpPr>
        <p:sp>
          <p:nvSpPr>
            <p:cNvPr id="73" name="Freeform 56">
              <a:extLst>
                <a:ext uri="{FF2B5EF4-FFF2-40B4-BE49-F238E27FC236}">
                  <a16:creationId xmlns:a16="http://schemas.microsoft.com/office/drawing/2014/main" id="{21FA3ED7-4974-1E43-9266-6D4E3CA821EF}"/>
                </a:ext>
              </a:extLst>
            </p:cNvPr>
            <p:cNvSpPr>
              <a:spLocks noChangeArrowheads="1"/>
            </p:cNvSpPr>
            <p:nvPr/>
          </p:nvSpPr>
          <p:spPr bwMode="auto">
            <a:xfrm>
              <a:off x="7500938" y="949325"/>
              <a:ext cx="90487"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57">
              <a:extLst>
                <a:ext uri="{FF2B5EF4-FFF2-40B4-BE49-F238E27FC236}">
                  <a16:creationId xmlns:a16="http://schemas.microsoft.com/office/drawing/2014/main" id="{F51160DF-AE44-F56D-5F1A-2EC344B09253}"/>
                </a:ext>
              </a:extLst>
            </p:cNvPr>
            <p:cNvSpPr>
              <a:spLocks noChangeArrowheads="1"/>
            </p:cNvSpPr>
            <p:nvPr/>
          </p:nvSpPr>
          <p:spPr bwMode="auto">
            <a:xfrm>
              <a:off x="7613650" y="949325"/>
              <a:ext cx="88900" cy="134938"/>
            </a:xfrm>
            <a:custGeom>
              <a:avLst/>
              <a:gdLst>
                <a:gd name="T0" fmla="*/ 116 w 247"/>
                <a:gd name="T1" fmla="*/ 223 h 376"/>
                <a:gd name="T2" fmla="*/ 116 w 247"/>
                <a:gd name="T3" fmla="*/ 223 h 376"/>
                <a:gd name="T4" fmla="*/ 133 w 247"/>
                <a:gd name="T5" fmla="*/ 240 h 376"/>
                <a:gd name="T6" fmla="*/ 148 w 247"/>
                <a:gd name="T7" fmla="*/ 268 h 376"/>
                <a:gd name="T8" fmla="*/ 205 w 247"/>
                <a:gd name="T9" fmla="*/ 375 h 376"/>
                <a:gd name="T10" fmla="*/ 246 w 247"/>
                <a:gd name="T11" fmla="*/ 375 h 376"/>
                <a:gd name="T12" fmla="*/ 183 w 247"/>
                <a:gd name="T13" fmla="*/ 258 h 376"/>
                <a:gd name="T14" fmla="*/ 171 w 247"/>
                <a:gd name="T15" fmla="*/ 237 h 376"/>
                <a:gd name="T16" fmla="*/ 159 w 247"/>
                <a:gd name="T17" fmla="*/ 222 h 376"/>
                <a:gd name="T18" fmla="*/ 147 w 247"/>
                <a:gd name="T19" fmla="*/ 209 h 376"/>
                <a:gd name="T20" fmla="*/ 133 w 247"/>
                <a:gd name="T21" fmla="*/ 201 h 376"/>
                <a:gd name="T22" fmla="*/ 133 w 247"/>
                <a:gd name="T23" fmla="*/ 201 h 376"/>
                <a:gd name="T24" fmla="*/ 169 w 247"/>
                <a:gd name="T25" fmla="*/ 187 h 376"/>
                <a:gd name="T26" fmla="*/ 196 w 247"/>
                <a:gd name="T27" fmla="*/ 165 h 376"/>
                <a:gd name="T28" fmla="*/ 212 w 247"/>
                <a:gd name="T29" fmla="*/ 135 h 376"/>
                <a:gd name="T30" fmla="*/ 219 w 247"/>
                <a:gd name="T31" fmla="*/ 99 h 376"/>
                <a:gd name="T32" fmla="*/ 210 w 247"/>
                <a:gd name="T33" fmla="*/ 56 h 376"/>
                <a:gd name="T34" fmla="*/ 185 w 247"/>
                <a:gd name="T35" fmla="*/ 25 h 376"/>
                <a:gd name="T36" fmla="*/ 150 w 247"/>
                <a:gd name="T37" fmla="*/ 6 h 376"/>
                <a:gd name="T38" fmla="*/ 109 w 247"/>
                <a:gd name="T39" fmla="*/ 0 h 376"/>
                <a:gd name="T40" fmla="*/ 0 w 247"/>
                <a:gd name="T41" fmla="*/ 0 h 376"/>
                <a:gd name="T42" fmla="*/ 0 w 247"/>
                <a:gd name="T43" fmla="*/ 375 h 376"/>
                <a:gd name="T44" fmla="*/ 35 w 247"/>
                <a:gd name="T45" fmla="*/ 375 h 376"/>
                <a:gd name="T46" fmla="*/ 35 w 247"/>
                <a:gd name="T47" fmla="*/ 212 h 376"/>
                <a:gd name="T48" fmla="*/ 77 w 247"/>
                <a:gd name="T49" fmla="*/ 212 h 376"/>
                <a:gd name="T50" fmla="*/ 98 w 247"/>
                <a:gd name="T51" fmla="*/ 215 h 376"/>
                <a:gd name="T52" fmla="*/ 116 w 247"/>
                <a:gd name="T53" fmla="*/ 223 h 376"/>
                <a:gd name="T54" fmla="*/ 35 w 247"/>
                <a:gd name="T55" fmla="*/ 180 h 376"/>
                <a:gd name="T56" fmla="*/ 35 w 247"/>
                <a:gd name="T57" fmla="*/ 180 h 376"/>
                <a:gd name="T58" fmla="*/ 35 w 247"/>
                <a:gd name="T59" fmla="*/ 32 h 376"/>
                <a:gd name="T60" fmla="*/ 101 w 247"/>
                <a:gd name="T61" fmla="*/ 32 h 376"/>
                <a:gd name="T62" fmla="*/ 161 w 247"/>
                <a:gd name="T63" fmla="*/ 50 h 376"/>
                <a:gd name="T64" fmla="*/ 183 w 247"/>
                <a:gd name="T65" fmla="*/ 102 h 376"/>
                <a:gd name="T66" fmla="*/ 176 w 247"/>
                <a:gd name="T67" fmla="*/ 134 h 376"/>
                <a:gd name="T68" fmla="*/ 159 w 247"/>
                <a:gd name="T69" fmla="*/ 159 h 376"/>
                <a:gd name="T70" fmla="*/ 133 w 247"/>
                <a:gd name="T71" fmla="*/ 174 h 376"/>
                <a:gd name="T72" fmla="*/ 98 w 247"/>
                <a:gd name="T73" fmla="*/ 180 h 376"/>
                <a:gd name="T74" fmla="*/ 35 w 247"/>
                <a:gd name="T75" fmla="*/ 180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116" y="223"/>
                  </a:moveTo>
                  <a:lnTo>
                    <a:pt x="116" y="223"/>
                  </a:lnTo>
                  <a:cubicBezTo>
                    <a:pt x="122" y="227"/>
                    <a:pt x="127" y="233"/>
                    <a:pt x="133" y="240"/>
                  </a:cubicBezTo>
                  <a:cubicBezTo>
                    <a:pt x="137" y="248"/>
                    <a:pt x="143" y="257"/>
                    <a:pt x="148" y="268"/>
                  </a:cubicBezTo>
                  <a:cubicBezTo>
                    <a:pt x="205" y="375"/>
                    <a:pt x="205" y="375"/>
                    <a:pt x="205" y="375"/>
                  </a:cubicBezTo>
                  <a:cubicBezTo>
                    <a:pt x="246" y="375"/>
                    <a:pt x="246" y="375"/>
                    <a:pt x="246" y="375"/>
                  </a:cubicBezTo>
                  <a:cubicBezTo>
                    <a:pt x="183" y="258"/>
                    <a:pt x="183" y="258"/>
                    <a:pt x="183" y="258"/>
                  </a:cubicBezTo>
                  <a:cubicBezTo>
                    <a:pt x="179" y="251"/>
                    <a:pt x="175" y="244"/>
                    <a:pt x="171" y="237"/>
                  </a:cubicBezTo>
                  <a:cubicBezTo>
                    <a:pt x="166" y="231"/>
                    <a:pt x="164" y="226"/>
                    <a:pt x="159" y="222"/>
                  </a:cubicBezTo>
                  <a:cubicBezTo>
                    <a:pt x="155" y="216"/>
                    <a:pt x="151" y="212"/>
                    <a:pt x="147" y="209"/>
                  </a:cubicBezTo>
                  <a:cubicBezTo>
                    <a:pt x="143" y="206"/>
                    <a:pt x="138" y="204"/>
                    <a:pt x="133" y="201"/>
                  </a:cubicBezTo>
                  <a:lnTo>
                    <a:pt x="133" y="201"/>
                  </a:lnTo>
                  <a:cubicBezTo>
                    <a:pt x="147" y="197"/>
                    <a:pt x="158" y="192"/>
                    <a:pt x="169" y="187"/>
                  </a:cubicBezTo>
                  <a:cubicBezTo>
                    <a:pt x="179" y="181"/>
                    <a:pt x="189" y="173"/>
                    <a:pt x="196" y="165"/>
                  </a:cubicBezTo>
                  <a:cubicBezTo>
                    <a:pt x="203" y="156"/>
                    <a:pt x="208" y="146"/>
                    <a:pt x="212" y="135"/>
                  </a:cubicBezTo>
                  <a:cubicBezTo>
                    <a:pt x="217" y="124"/>
                    <a:pt x="219" y="112"/>
                    <a:pt x="219" y="99"/>
                  </a:cubicBezTo>
                  <a:cubicBezTo>
                    <a:pt x="219" y="82"/>
                    <a:pt x="215" y="68"/>
                    <a:pt x="210" y="56"/>
                  </a:cubicBezTo>
                  <a:cubicBezTo>
                    <a:pt x="203" y="43"/>
                    <a:pt x="196" y="32"/>
                    <a:pt x="185" y="25"/>
                  </a:cubicBezTo>
                  <a:cubicBezTo>
                    <a:pt x="175" y="17"/>
                    <a:pt x="162" y="10"/>
                    <a:pt x="150" y="6"/>
                  </a:cubicBezTo>
                  <a:cubicBezTo>
                    <a:pt x="137" y="1"/>
                    <a:pt x="123" y="0"/>
                    <a:pt x="109" y="0"/>
                  </a:cubicBezTo>
                  <a:cubicBezTo>
                    <a:pt x="0" y="0"/>
                    <a:pt x="0" y="0"/>
                    <a:pt x="0" y="0"/>
                  </a:cubicBezTo>
                  <a:cubicBezTo>
                    <a:pt x="0" y="375"/>
                    <a:pt x="0" y="375"/>
                    <a:pt x="0" y="375"/>
                  </a:cubicBezTo>
                  <a:cubicBezTo>
                    <a:pt x="35" y="375"/>
                    <a:pt x="35" y="375"/>
                    <a:pt x="35" y="375"/>
                  </a:cubicBezTo>
                  <a:cubicBezTo>
                    <a:pt x="35" y="212"/>
                    <a:pt x="35" y="212"/>
                    <a:pt x="35" y="212"/>
                  </a:cubicBezTo>
                  <a:cubicBezTo>
                    <a:pt x="77" y="212"/>
                    <a:pt x="77" y="212"/>
                    <a:pt x="77" y="212"/>
                  </a:cubicBezTo>
                  <a:cubicBezTo>
                    <a:pt x="84" y="212"/>
                    <a:pt x="91" y="212"/>
                    <a:pt x="98" y="215"/>
                  </a:cubicBezTo>
                  <a:cubicBezTo>
                    <a:pt x="105" y="216"/>
                    <a:pt x="111" y="219"/>
                    <a:pt x="116" y="223"/>
                  </a:cubicBezTo>
                  <a:close/>
                  <a:moveTo>
                    <a:pt x="35" y="180"/>
                  </a:moveTo>
                  <a:lnTo>
                    <a:pt x="35" y="180"/>
                  </a:lnTo>
                  <a:cubicBezTo>
                    <a:pt x="35" y="32"/>
                    <a:pt x="35" y="32"/>
                    <a:pt x="35" y="32"/>
                  </a:cubicBezTo>
                  <a:cubicBezTo>
                    <a:pt x="101" y="32"/>
                    <a:pt x="101" y="32"/>
                    <a:pt x="101" y="32"/>
                  </a:cubicBezTo>
                  <a:cubicBezTo>
                    <a:pt x="127" y="32"/>
                    <a:pt x="147" y="38"/>
                    <a:pt x="161" y="50"/>
                  </a:cubicBezTo>
                  <a:cubicBezTo>
                    <a:pt x="175" y="63"/>
                    <a:pt x="183" y="79"/>
                    <a:pt x="183" y="102"/>
                  </a:cubicBezTo>
                  <a:cubicBezTo>
                    <a:pt x="183" y="113"/>
                    <a:pt x="180" y="124"/>
                    <a:pt x="176" y="134"/>
                  </a:cubicBezTo>
                  <a:cubicBezTo>
                    <a:pt x="172" y="144"/>
                    <a:pt x="166" y="152"/>
                    <a:pt x="159" y="159"/>
                  </a:cubicBezTo>
                  <a:cubicBezTo>
                    <a:pt x="151" y="166"/>
                    <a:pt x="143" y="170"/>
                    <a:pt x="133" y="174"/>
                  </a:cubicBezTo>
                  <a:cubicBezTo>
                    <a:pt x="122" y="179"/>
                    <a:pt x="111" y="180"/>
                    <a:pt x="98" y="180"/>
                  </a:cubicBezTo>
                  <a:lnTo>
                    <a:pt x="35" y="1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58">
              <a:extLst>
                <a:ext uri="{FF2B5EF4-FFF2-40B4-BE49-F238E27FC236}">
                  <a16:creationId xmlns:a16="http://schemas.microsoft.com/office/drawing/2014/main" id="{13A9497B-5B4F-2014-757A-8141671BEC01}"/>
                </a:ext>
              </a:extLst>
            </p:cNvPr>
            <p:cNvSpPr>
              <a:spLocks noChangeArrowheads="1"/>
            </p:cNvSpPr>
            <p:nvPr/>
          </p:nvSpPr>
          <p:spPr bwMode="auto">
            <a:xfrm>
              <a:off x="7710488" y="949325"/>
              <a:ext cx="115887" cy="134938"/>
            </a:xfrm>
            <a:custGeom>
              <a:avLst/>
              <a:gdLst>
                <a:gd name="T0" fmla="*/ 79 w 322"/>
                <a:gd name="T1" fmla="*/ 264 h 376"/>
                <a:gd name="T2" fmla="*/ 79 w 322"/>
                <a:gd name="T3" fmla="*/ 264 h 376"/>
                <a:gd name="T4" fmla="*/ 240 w 322"/>
                <a:gd name="T5" fmla="*/ 264 h 376"/>
                <a:gd name="T6" fmla="*/ 282 w 322"/>
                <a:gd name="T7" fmla="*/ 375 h 376"/>
                <a:gd name="T8" fmla="*/ 321 w 322"/>
                <a:gd name="T9" fmla="*/ 375 h 376"/>
                <a:gd name="T10" fmla="*/ 178 w 322"/>
                <a:gd name="T11" fmla="*/ 0 h 376"/>
                <a:gd name="T12" fmla="*/ 144 w 322"/>
                <a:gd name="T13" fmla="*/ 0 h 376"/>
                <a:gd name="T14" fmla="*/ 0 w 322"/>
                <a:gd name="T15" fmla="*/ 375 h 376"/>
                <a:gd name="T16" fmla="*/ 39 w 322"/>
                <a:gd name="T17" fmla="*/ 375 h 376"/>
                <a:gd name="T18" fmla="*/ 79 w 322"/>
                <a:gd name="T19" fmla="*/ 264 h 376"/>
                <a:gd name="T20" fmla="*/ 152 w 322"/>
                <a:gd name="T21" fmla="*/ 66 h 376"/>
                <a:gd name="T22" fmla="*/ 152 w 322"/>
                <a:gd name="T23" fmla="*/ 66 h 376"/>
                <a:gd name="T24" fmla="*/ 156 w 322"/>
                <a:gd name="T25" fmla="*/ 54 h 376"/>
                <a:gd name="T26" fmla="*/ 159 w 322"/>
                <a:gd name="T27" fmla="*/ 39 h 376"/>
                <a:gd name="T28" fmla="*/ 160 w 322"/>
                <a:gd name="T29" fmla="*/ 39 h 376"/>
                <a:gd name="T30" fmla="*/ 163 w 322"/>
                <a:gd name="T31" fmla="*/ 54 h 376"/>
                <a:gd name="T32" fmla="*/ 167 w 322"/>
                <a:gd name="T33" fmla="*/ 66 h 376"/>
                <a:gd name="T34" fmla="*/ 229 w 322"/>
                <a:gd name="T35" fmla="*/ 231 h 376"/>
                <a:gd name="T36" fmla="*/ 91 w 322"/>
                <a:gd name="T37" fmla="*/ 231 h 376"/>
                <a:gd name="T38" fmla="*/ 152 w 322"/>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76">
                  <a:moveTo>
                    <a:pt x="79" y="264"/>
                  </a:moveTo>
                  <a:lnTo>
                    <a:pt x="79" y="264"/>
                  </a:lnTo>
                  <a:cubicBezTo>
                    <a:pt x="240" y="264"/>
                    <a:pt x="240" y="264"/>
                    <a:pt x="240" y="264"/>
                  </a:cubicBezTo>
                  <a:cubicBezTo>
                    <a:pt x="282" y="375"/>
                    <a:pt x="282" y="375"/>
                    <a:pt x="282" y="375"/>
                  </a:cubicBezTo>
                  <a:cubicBezTo>
                    <a:pt x="321" y="375"/>
                    <a:pt x="321" y="375"/>
                    <a:pt x="321" y="375"/>
                  </a:cubicBezTo>
                  <a:cubicBezTo>
                    <a:pt x="178" y="0"/>
                    <a:pt x="178" y="0"/>
                    <a:pt x="178" y="0"/>
                  </a:cubicBezTo>
                  <a:cubicBezTo>
                    <a:pt x="144" y="0"/>
                    <a:pt x="144" y="0"/>
                    <a:pt x="144" y="0"/>
                  </a:cubicBezTo>
                  <a:cubicBezTo>
                    <a:pt x="0" y="375"/>
                    <a:pt x="0" y="375"/>
                    <a:pt x="0" y="375"/>
                  </a:cubicBezTo>
                  <a:cubicBezTo>
                    <a:pt x="39" y="375"/>
                    <a:pt x="39" y="375"/>
                    <a:pt x="39" y="375"/>
                  </a:cubicBezTo>
                  <a:lnTo>
                    <a:pt x="79" y="264"/>
                  </a:lnTo>
                  <a:close/>
                  <a:moveTo>
                    <a:pt x="152" y="66"/>
                  </a:moveTo>
                  <a:lnTo>
                    <a:pt x="152" y="66"/>
                  </a:lnTo>
                  <a:cubicBezTo>
                    <a:pt x="153" y="61"/>
                    <a:pt x="155" y="59"/>
                    <a:pt x="156" y="54"/>
                  </a:cubicBezTo>
                  <a:cubicBezTo>
                    <a:pt x="156" y="49"/>
                    <a:pt x="158" y="45"/>
                    <a:pt x="159" y="39"/>
                  </a:cubicBezTo>
                  <a:cubicBezTo>
                    <a:pt x="160" y="39"/>
                    <a:pt x="160" y="39"/>
                    <a:pt x="160" y="39"/>
                  </a:cubicBezTo>
                  <a:cubicBezTo>
                    <a:pt x="160" y="45"/>
                    <a:pt x="162" y="49"/>
                    <a:pt x="163" y="54"/>
                  </a:cubicBezTo>
                  <a:cubicBezTo>
                    <a:pt x="165" y="59"/>
                    <a:pt x="166" y="61"/>
                    <a:pt x="167" y="66"/>
                  </a:cubicBezTo>
                  <a:cubicBezTo>
                    <a:pt x="229" y="231"/>
                    <a:pt x="229" y="231"/>
                    <a:pt x="229" y="231"/>
                  </a:cubicBezTo>
                  <a:cubicBezTo>
                    <a:pt x="91" y="231"/>
                    <a:pt x="91" y="231"/>
                    <a:pt x="91" y="231"/>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59">
              <a:extLst>
                <a:ext uri="{FF2B5EF4-FFF2-40B4-BE49-F238E27FC236}">
                  <a16:creationId xmlns:a16="http://schemas.microsoft.com/office/drawing/2014/main" id="{B31F8356-5324-AD4A-82C7-DA6673859175}"/>
                </a:ext>
              </a:extLst>
            </p:cNvPr>
            <p:cNvSpPr>
              <a:spLocks noChangeArrowheads="1"/>
            </p:cNvSpPr>
            <p:nvPr/>
          </p:nvSpPr>
          <p:spPr bwMode="auto">
            <a:xfrm>
              <a:off x="7847013"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1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60 w 294"/>
                <a:gd name="T27" fmla="*/ 322 h 376"/>
                <a:gd name="T28" fmla="*/ 258 w 294"/>
                <a:gd name="T29" fmla="*/ 322 h 376"/>
                <a:gd name="T30" fmla="*/ 251 w 294"/>
                <a:gd name="T31" fmla="*/ 310 h 376"/>
                <a:gd name="T32" fmla="*/ 243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4" y="57"/>
                    <a:pt x="34" y="53"/>
                    <a:pt x="34" y="50"/>
                  </a:cubicBezTo>
                  <a:cubicBezTo>
                    <a:pt x="35" y="50"/>
                    <a:pt x="35" y="50"/>
                    <a:pt x="35" y="50"/>
                  </a:cubicBezTo>
                  <a:cubicBezTo>
                    <a:pt x="37" y="54"/>
                    <a:pt x="38" y="57"/>
                    <a:pt x="41"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8" y="303"/>
                  </a:cubicBezTo>
                  <a:cubicBezTo>
                    <a:pt x="258" y="310"/>
                    <a:pt x="260" y="315"/>
                    <a:pt x="260" y="322"/>
                  </a:cubicBezTo>
                  <a:cubicBezTo>
                    <a:pt x="258" y="322"/>
                    <a:pt x="258" y="322"/>
                    <a:pt x="258" y="322"/>
                  </a:cubicBezTo>
                  <a:cubicBezTo>
                    <a:pt x="257" y="318"/>
                    <a:pt x="254" y="314"/>
                    <a:pt x="251" y="310"/>
                  </a:cubicBezTo>
                  <a:cubicBezTo>
                    <a:pt x="250" y="305"/>
                    <a:pt x="247" y="301"/>
                    <a:pt x="243"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7" name="Freeform 60">
              <a:extLst>
                <a:ext uri="{FF2B5EF4-FFF2-40B4-BE49-F238E27FC236}">
                  <a16:creationId xmlns:a16="http://schemas.microsoft.com/office/drawing/2014/main" id="{93C06A13-7D69-1574-38EE-E0278F29114B}"/>
                </a:ext>
              </a:extLst>
            </p:cNvPr>
            <p:cNvSpPr>
              <a:spLocks noChangeArrowheads="1"/>
            </p:cNvSpPr>
            <p:nvPr/>
          </p:nvSpPr>
          <p:spPr bwMode="auto">
            <a:xfrm>
              <a:off x="7981950" y="947738"/>
              <a:ext cx="76200" cy="139700"/>
            </a:xfrm>
            <a:custGeom>
              <a:avLst/>
              <a:gdLst>
                <a:gd name="T0" fmla="*/ 44 w 213"/>
                <a:gd name="T1" fmla="*/ 382 h 389"/>
                <a:gd name="T2" fmla="*/ 44 w 213"/>
                <a:gd name="T3" fmla="*/ 382 h 389"/>
                <a:gd name="T4" fmla="*/ 67 w 213"/>
                <a:gd name="T5" fmla="*/ 386 h 389"/>
                <a:gd name="T6" fmla="*/ 90 w 213"/>
                <a:gd name="T7" fmla="*/ 388 h 389"/>
                <a:gd name="T8" fmla="*/ 139 w 213"/>
                <a:gd name="T9" fmla="*/ 382 h 389"/>
                <a:gd name="T10" fmla="*/ 179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20 w 213"/>
                <a:gd name="T23" fmla="*/ 180 h 389"/>
                <a:gd name="T24" fmla="*/ 81 w 213"/>
                <a:gd name="T25" fmla="*/ 159 h 389"/>
                <a:gd name="T26" fmla="*/ 56 w 213"/>
                <a:gd name="T27" fmla="*/ 139 h 389"/>
                <a:gd name="T28" fmla="*/ 42 w 213"/>
                <a:gd name="T29" fmla="*/ 120 h 389"/>
                <a:gd name="T30" fmla="*/ 38 w 213"/>
                <a:gd name="T31" fmla="*/ 95 h 389"/>
                <a:gd name="T32" fmla="*/ 45 w 213"/>
                <a:gd name="T33" fmla="*/ 67 h 389"/>
                <a:gd name="T34" fmla="*/ 62 w 213"/>
                <a:gd name="T35" fmla="*/ 47 h 389"/>
                <a:gd name="T36" fmla="*/ 88 w 213"/>
                <a:gd name="T37" fmla="*/ 36 h 389"/>
                <a:gd name="T38" fmla="*/ 120 w 213"/>
                <a:gd name="T39" fmla="*/ 32 h 389"/>
                <a:gd name="T40" fmla="*/ 197 w 213"/>
                <a:gd name="T41" fmla="*/ 52 h 389"/>
                <a:gd name="T42" fmla="*/ 197 w 213"/>
                <a:gd name="T43" fmla="*/ 13 h 389"/>
                <a:gd name="T44" fmla="*/ 123 w 213"/>
                <a:gd name="T45" fmla="*/ 0 h 389"/>
                <a:gd name="T46" fmla="*/ 76 w 213"/>
                <a:gd name="T47" fmla="*/ 7 h 389"/>
                <a:gd name="T48" fmla="*/ 38 w 213"/>
                <a:gd name="T49" fmla="*/ 27 h 389"/>
                <a:gd name="T50" fmla="*/ 12 w 213"/>
                <a:gd name="T51" fmla="*/ 57 h 389"/>
                <a:gd name="T52" fmla="*/ 2 w 213"/>
                <a:gd name="T53" fmla="*/ 98 h 389"/>
                <a:gd name="T54" fmla="*/ 7 w 213"/>
                <a:gd name="T55" fmla="*/ 130 h 389"/>
                <a:gd name="T56" fmla="*/ 23 w 213"/>
                <a:gd name="T57" fmla="*/ 156 h 389"/>
                <a:gd name="T58" fmla="*/ 51 w 213"/>
                <a:gd name="T59" fmla="*/ 180 h 389"/>
                <a:gd name="T60" fmla="*/ 93 w 213"/>
                <a:gd name="T61" fmla="*/ 205 h 389"/>
                <a:gd name="T62" fmla="*/ 130 w 213"/>
                <a:gd name="T63" fmla="*/ 226 h 389"/>
                <a:gd name="T64" fmla="*/ 157 w 213"/>
                <a:gd name="T65" fmla="*/ 245 h 389"/>
                <a:gd name="T66" fmla="*/ 172 w 213"/>
                <a:gd name="T67" fmla="*/ 266 h 389"/>
                <a:gd name="T68" fmla="*/ 176 w 213"/>
                <a:gd name="T69" fmla="*/ 293 h 389"/>
                <a:gd name="T70" fmla="*/ 155 w 213"/>
                <a:gd name="T71" fmla="*/ 340 h 389"/>
                <a:gd name="T72" fmla="*/ 91 w 213"/>
                <a:gd name="T73" fmla="*/ 357 h 389"/>
                <a:gd name="T74" fmla="*/ 69 w 213"/>
                <a:gd name="T75" fmla="*/ 354 h 389"/>
                <a:gd name="T76" fmla="*/ 45 w 213"/>
                <a:gd name="T77" fmla="*/ 349 h 389"/>
                <a:gd name="T78" fmla="*/ 21 w 213"/>
                <a:gd name="T79" fmla="*/ 339 h 389"/>
                <a:gd name="T80" fmla="*/ 0 w 213"/>
                <a:gd name="T81" fmla="*/ 326 h 389"/>
                <a:gd name="T82" fmla="*/ 0 w 213"/>
                <a:gd name="T83" fmla="*/ 367 h 389"/>
                <a:gd name="T84" fmla="*/ 19 w 213"/>
                <a:gd name="T85" fmla="*/ 375 h 389"/>
                <a:gd name="T86" fmla="*/ 44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4" y="382"/>
                  </a:moveTo>
                  <a:lnTo>
                    <a:pt x="44" y="382"/>
                  </a:lnTo>
                  <a:cubicBezTo>
                    <a:pt x="52" y="384"/>
                    <a:pt x="60" y="385"/>
                    <a:pt x="67" y="386"/>
                  </a:cubicBezTo>
                  <a:cubicBezTo>
                    <a:pt x="76" y="388"/>
                    <a:pt x="83" y="388"/>
                    <a:pt x="90" y="388"/>
                  </a:cubicBezTo>
                  <a:cubicBezTo>
                    <a:pt x="108" y="388"/>
                    <a:pt x="125" y="386"/>
                    <a:pt x="139" y="382"/>
                  </a:cubicBezTo>
                  <a:cubicBezTo>
                    <a:pt x="154" y="378"/>
                    <a:pt x="168" y="371"/>
                    <a:pt x="179" y="363"/>
                  </a:cubicBezTo>
                  <a:cubicBezTo>
                    <a:pt x="189" y="354"/>
                    <a:pt x="199" y="344"/>
                    <a:pt x="204" y="332"/>
                  </a:cubicBezTo>
                  <a:cubicBezTo>
                    <a:pt x="210" y="319"/>
                    <a:pt x="212" y="305"/>
                    <a:pt x="212" y="289"/>
                  </a:cubicBezTo>
                  <a:cubicBezTo>
                    <a:pt x="212" y="278"/>
                    <a:pt x="211" y="266"/>
                    <a:pt x="207" y="257"/>
                  </a:cubicBezTo>
                  <a:cubicBezTo>
                    <a:pt x="204" y="247"/>
                    <a:pt x="197" y="237"/>
                    <a:pt x="190" y="229"/>
                  </a:cubicBezTo>
                  <a:cubicBezTo>
                    <a:pt x="182" y="220"/>
                    <a:pt x="172" y="212"/>
                    <a:pt x="161" y="204"/>
                  </a:cubicBezTo>
                  <a:cubicBezTo>
                    <a:pt x="150" y="197"/>
                    <a:pt x="136" y="188"/>
                    <a:pt x="120" y="180"/>
                  </a:cubicBezTo>
                  <a:cubicBezTo>
                    <a:pt x="105" y="172"/>
                    <a:pt x="93" y="165"/>
                    <a:pt x="81" y="159"/>
                  </a:cubicBezTo>
                  <a:cubicBezTo>
                    <a:pt x="72" y="152"/>
                    <a:pt x="63" y="146"/>
                    <a:pt x="56" y="139"/>
                  </a:cubicBezTo>
                  <a:cubicBezTo>
                    <a:pt x="51" y="134"/>
                    <a:pt x="45" y="127"/>
                    <a:pt x="42" y="120"/>
                  </a:cubicBezTo>
                  <a:cubicBezTo>
                    <a:pt x="40" y="113"/>
                    <a:pt x="38" y="105"/>
                    <a:pt x="38" y="95"/>
                  </a:cubicBezTo>
                  <a:cubicBezTo>
                    <a:pt x="38" y="84"/>
                    <a:pt x="41" y="75"/>
                    <a:pt x="45" y="67"/>
                  </a:cubicBezTo>
                  <a:cubicBezTo>
                    <a:pt x="49" y="60"/>
                    <a:pt x="55" y="53"/>
                    <a:pt x="62" y="47"/>
                  </a:cubicBezTo>
                  <a:cubicBezTo>
                    <a:pt x="70" y="43"/>
                    <a:pt x="79" y="39"/>
                    <a:pt x="88" y="36"/>
                  </a:cubicBezTo>
                  <a:cubicBezTo>
                    <a:pt x="98" y="33"/>
                    <a:pt x="109" y="32"/>
                    <a:pt x="120" y="32"/>
                  </a:cubicBezTo>
                  <a:cubicBezTo>
                    <a:pt x="150" y="32"/>
                    <a:pt x="176" y="38"/>
                    <a:pt x="197" y="52"/>
                  </a:cubicBezTo>
                  <a:cubicBezTo>
                    <a:pt x="197" y="13"/>
                    <a:pt x="197" y="13"/>
                    <a:pt x="197" y="13"/>
                  </a:cubicBezTo>
                  <a:cubicBezTo>
                    <a:pt x="178" y="4"/>
                    <a:pt x="153" y="0"/>
                    <a:pt x="123" y="0"/>
                  </a:cubicBezTo>
                  <a:cubicBezTo>
                    <a:pt x="106" y="0"/>
                    <a:pt x="91" y="3"/>
                    <a:pt x="76" y="7"/>
                  </a:cubicBezTo>
                  <a:cubicBezTo>
                    <a:pt x="62" y="11"/>
                    <a:pt x="49" y="18"/>
                    <a:pt x="38" y="27"/>
                  </a:cubicBezTo>
                  <a:cubicBezTo>
                    <a:pt x="27" y="35"/>
                    <a:pt x="19" y="45"/>
                    <a:pt x="12" y="57"/>
                  </a:cubicBezTo>
                  <a:cubicBezTo>
                    <a:pt x="5" y="70"/>
                    <a:pt x="2" y="82"/>
                    <a:pt x="2" y="98"/>
                  </a:cubicBezTo>
                  <a:cubicBezTo>
                    <a:pt x="2" y="110"/>
                    <a:pt x="3" y="121"/>
                    <a:pt x="7" y="130"/>
                  </a:cubicBezTo>
                  <a:cubicBezTo>
                    <a:pt x="10" y="139"/>
                    <a:pt x="16" y="148"/>
                    <a:pt x="23" y="156"/>
                  </a:cubicBezTo>
                  <a:cubicBezTo>
                    <a:pt x="30" y="165"/>
                    <a:pt x="40" y="173"/>
                    <a:pt x="51" y="180"/>
                  </a:cubicBezTo>
                  <a:cubicBezTo>
                    <a:pt x="62" y="188"/>
                    <a:pt x="76" y="197"/>
                    <a:pt x="93" y="205"/>
                  </a:cubicBezTo>
                  <a:cubicBezTo>
                    <a:pt x="106" y="213"/>
                    <a:pt x="119" y="220"/>
                    <a:pt x="130" y="226"/>
                  </a:cubicBezTo>
                  <a:cubicBezTo>
                    <a:pt x="140" y="233"/>
                    <a:pt x="150" y="240"/>
                    <a:pt x="157" y="245"/>
                  </a:cubicBezTo>
                  <a:cubicBezTo>
                    <a:pt x="164" y="252"/>
                    <a:pt x="168" y="259"/>
                    <a:pt x="172" y="266"/>
                  </a:cubicBezTo>
                  <a:cubicBezTo>
                    <a:pt x="175" y="273"/>
                    <a:pt x="176" y="283"/>
                    <a:pt x="176" y="293"/>
                  </a:cubicBezTo>
                  <a:cubicBezTo>
                    <a:pt x="176" y="314"/>
                    <a:pt x="169" y="329"/>
                    <a:pt x="155" y="340"/>
                  </a:cubicBezTo>
                  <a:cubicBezTo>
                    <a:pt x="141" y="351"/>
                    <a:pt x="120" y="357"/>
                    <a:pt x="91" y="357"/>
                  </a:cubicBezTo>
                  <a:cubicBezTo>
                    <a:pt x="84" y="357"/>
                    <a:pt x="77" y="356"/>
                    <a:pt x="69" y="354"/>
                  </a:cubicBezTo>
                  <a:cubicBezTo>
                    <a:pt x="60" y="353"/>
                    <a:pt x="52" y="351"/>
                    <a:pt x="45" y="349"/>
                  </a:cubicBezTo>
                  <a:cubicBezTo>
                    <a:pt x="37" y="346"/>
                    <a:pt x="30" y="343"/>
                    <a:pt x="21" y="339"/>
                  </a:cubicBezTo>
                  <a:cubicBezTo>
                    <a:pt x="14" y="336"/>
                    <a:pt x="7" y="332"/>
                    <a:pt x="0" y="326"/>
                  </a:cubicBezTo>
                  <a:cubicBezTo>
                    <a:pt x="0" y="367"/>
                    <a:pt x="0" y="367"/>
                    <a:pt x="0" y="367"/>
                  </a:cubicBezTo>
                  <a:cubicBezTo>
                    <a:pt x="6" y="371"/>
                    <a:pt x="12" y="374"/>
                    <a:pt x="19" y="375"/>
                  </a:cubicBezTo>
                  <a:cubicBezTo>
                    <a:pt x="27" y="378"/>
                    <a:pt x="35" y="381"/>
                    <a:pt x="44"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8" name="Freeform 61">
              <a:extLst>
                <a:ext uri="{FF2B5EF4-FFF2-40B4-BE49-F238E27FC236}">
                  <a16:creationId xmlns:a16="http://schemas.microsoft.com/office/drawing/2014/main" id="{2368EEDD-8CB4-A01D-EC34-253BD782F98C}"/>
                </a:ext>
              </a:extLst>
            </p:cNvPr>
            <p:cNvSpPr>
              <a:spLocks noChangeArrowheads="1"/>
            </p:cNvSpPr>
            <p:nvPr/>
          </p:nvSpPr>
          <p:spPr bwMode="auto">
            <a:xfrm>
              <a:off x="8086725" y="949325"/>
              <a:ext cx="79375" cy="134938"/>
            </a:xfrm>
            <a:custGeom>
              <a:avLst/>
              <a:gdLst>
                <a:gd name="T0" fmla="*/ 34 w 220"/>
                <a:gd name="T1" fmla="*/ 229 h 376"/>
                <a:gd name="T2" fmla="*/ 34 w 220"/>
                <a:gd name="T3" fmla="*/ 229 h 376"/>
                <a:gd name="T4" fmla="*/ 86 w 220"/>
                <a:gd name="T5" fmla="*/ 229 h 376"/>
                <a:gd name="T6" fmla="*/ 142 w 220"/>
                <a:gd name="T7" fmla="*/ 219 h 376"/>
                <a:gd name="T8" fmla="*/ 184 w 220"/>
                <a:gd name="T9" fmla="*/ 194 h 376"/>
                <a:gd name="T10" fmla="*/ 210 w 220"/>
                <a:gd name="T11" fmla="*/ 156 h 376"/>
                <a:gd name="T12" fmla="*/ 219 w 220"/>
                <a:gd name="T13" fmla="*/ 109 h 376"/>
                <a:gd name="T14" fmla="*/ 212 w 220"/>
                <a:gd name="T15" fmla="*/ 63 h 376"/>
                <a:gd name="T16" fmla="*/ 188 w 220"/>
                <a:gd name="T17" fmla="*/ 28 h 376"/>
                <a:gd name="T18" fmla="*/ 149 w 220"/>
                <a:gd name="T19" fmla="*/ 7 h 376"/>
                <a:gd name="T20" fmla="*/ 97 w 220"/>
                <a:gd name="T21" fmla="*/ 0 h 376"/>
                <a:gd name="T22" fmla="*/ 0 w 220"/>
                <a:gd name="T23" fmla="*/ 0 h 376"/>
                <a:gd name="T24" fmla="*/ 0 w 220"/>
                <a:gd name="T25" fmla="*/ 375 h 376"/>
                <a:gd name="T26" fmla="*/ 34 w 220"/>
                <a:gd name="T27" fmla="*/ 375 h 376"/>
                <a:gd name="T28" fmla="*/ 34 w 220"/>
                <a:gd name="T29" fmla="*/ 229 h 376"/>
                <a:gd name="T30" fmla="*/ 34 w 220"/>
                <a:gd name="T31" fmla="*/ 32 h 376"/>
                <a:gd name="T32" fmla="*/ 34 w 220"/>
                <a:gd name="T33" fmla="*/ 32 h 376"/>
                <a:gd name="T34" fmla="*/ 90 w 220"/>
                <a:gd name="T35" fmla="*/ 32 h 376"/>
                <a:gd name="T36" fmla="*/ 182 w 220"/>
                <a:gd name="T37" fmla="*/ 110 h 376"/>
                <a:gd name="T38" fmla="*/ 157 w 220"/>
                <a:gd name="T39" fmla="*/ 174 h 376"/>
                <a:gd name="T40" fmla="*/ 85 w 220"/>
                <a:gd name="T41" fmla="*/ 197 h 376"/>
                <a:gd name="T42" fmla="*/ 34 w 220"/>
                <a:gd name="T43" fmla="*/ 197 h 376"/>
                <a:gd name="T44" fmla="*/ 34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4" y="229"/>
                  </a:moveTo>
                  <a:lnTo>
                    <a:pt x="34" y="229"/>
                  </a:lnTo>
                  <a:cubicBezTo>
                    <a:pt x="86" y="229"/>
                    <a:pt x="86" y="229"/>
                    <a:pt x="86" y="229"/>
                  </a:cubicBezTo>
                  <a:cubicBezTo>
                    <a:pt x="107" y="229"/>
                    <a:pt x="125" y="226"/>
                    <a:pt x="142" y="219"/>
                  </a:cubicBezTo>
                  <a:cubicBezTo>
                    <a:pt x="159" y="213"/>
                    <a:pt x="172" y="205"/>
                    <a:pt x="184" y="194"/>
                  </a:cubicBezTo>
                  <a:cubicBezTo>
                    <a:pt x="195" y="184"/>
                    <a:pt x="205" y="172"/>
                    <a:pt x="210" y="156"/>
                  </a:cubicBezTo>
                  <a:cubicBezTo>
                    <a:pt x="216" y="142"/>
                    <a:pt x="219" y="125"/>
                    <a:pt x="219" y="109"/>
                  </a:cubicBezTo>
                  <a:cubicBezTo>
                    <a:pt x="219" y="91"/>
                    <a:pt x="217" y="75"/>
                    <a:pt x="212" y="63"/>
                  </a:cubicBezTo>
                  <a:cubicBezTo>
                    <a:pt x="206" y="49"/>
                    <a:pt x="198" y="38"/>
                    <a:pt x="188" y="28"/>
                  </a:cubicBezTo>
                  <a:cubicBezTo>
                    <a:pt x="177" y="20"/>
                    <a:pt x="164" y="11"/>
                    <a:pt x="149" y="7"/>
                  </a:cubicBezTo>
                  <a:cubicBezTo>
                    <a:pt x="133" y="1"/>
                    <a:pt x="117" y="0"/>
                    <a:pt x="97" y="0"/>
                  </a:cubicBezTo>
                  <a:cubicBezTo>
                    <a:pt x="0" y="0"/>
                    <a:pt x="0" y="0"/>
                    <a:pt x="0" y="0"/>
                  </a:cubicBezTo>
                  <a:cubicBezTo>
                    <a:pt x="0" y="375"/>
                    <a:pt x="0" y="375"/>
                    <a:pt x="0" y="375"/>
                  </a:cubicBezTo>
                  <a:cubicBezTo>
                    <a:pt x="34" y="375"/>
                    <a:pt x="34" y="375"/>
                    <a:pt x="34" y="375"/>
                  </a:cubicBezTo>
                  <a:lnTo>
                    <a:pt x="34" y="229"/>
                  </a:lnTo>
                  <a:close/>
                  <a:moveTo>
                    <a:pt x="34" y="32"/>
                  </a:moveTo>
                  <a:lnTo>
                    <a:pt x="34" y="32"/>
                  </a:lnTo>
                  <a:cubicBezTo>
                    <a:pt x="90" y="32"/>
                    <a:pt x="90" y="32"/>
                    <a:pt x="90" y="32"/>
                  </a:cubicBezTo>
                  <a:cubicBezTo>
                    <a:pt x="152" y="32"/>
                    <a:pt x="182" y="59"/>
                    <a:pt x="182" y="110"/>
                  </a:cubicBezTo>
                  <a:cubicBezTo>
                    <a:pt x="182" y="138"/>
                    <a:pt x="174" y="159"/>
                    <a:pt x="157" y="174"/>
                  </a:cubicBezTo>
                  <a:cubicBezTo>
                    <a:pt x="140" y="190"/>
                    <a:pt x="117" y="197"/>
                    <a:pt x="85" y="197"/>
                  </a:cubicBezTo>
                  <a:cubicBezTo>
                    <a:pt x="34" y="197"/>
                    <a:pt x="34" y="197"/>
                    <a:pt x="34" y="197"/>
                  </a:cubicBezTo>
                  <a:lnTo>
                    <a:pt x="34"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2">
              <a:extLst>
                <a:ext uri="{FF2B5EF4-FFF2-40B4-BE49-F238E27FC236}">
                  <a16:creationId xmlns:a16="http://schemas.microsoft.com/office/drawing/2014/main" id="{06E0D55A-FBB4-1DE9-45B2-8965F123DCA4}"/>
                </a:ext>
              </a:extLst>
            </p:cNvPr>
            <p:cNvSpPr>
              <a:spLocks noChangeArrowheads="1"/>
            </p:cNvSpPr>
            <p:nvPr/>
          </p:nvSpPr>
          <p:spPr bwMode="auto">
            <a:xfrm>
              <a:off x="8185150" y="947738"/>
              <a:ext cx="127000" cy="139700"/>
            </a:xfrm>
            <a:custGeom>
              <a:avLst/>
              <a:gdLst>
                <a:gd name="T0" fmla="*/ 47 w 354"/>
                <a:gd name="T1" fmla="*/ 333 h 389"/>
                <a:gd name="T2" fmla="*/ 47 w 354"/>
                <a:gd name="T3" fmla="*/ 333 h 389"/>
                <a:gd name="T4" fmla="*/ 102 w 354"/>
                <a:gd name="T5" fmla="*/ 374 h 389"/>
                <a:gd name="T6" fmla="*/ 176 w 354"/>
                <a:gd name="T7" fmla="*/ 388 h 389"/>
                <a:gd name="T8" fmla="*/ 251 w 354"/>
                <a:gd name="T9" fmla="*/ 372 h 389"/>
                <a:gd name="T10" fmla="*/ 307 w 354"/>
                <a:gd name="T11" fmla="*/ 331 h 389"/>
                <a:gd name="T12" fmla="*/ 342 w 354"/>
                <a:gd name="T13" fmla="*/ 268 h 389"/>
                <a:gd name="T14" fmla="*/ 353 w 354"/>
                <a:gd name="T15" fmla="*/ 188 h 389"/>
                <a:gd name="T16" fmla="*/ 340 w 354"/>
                <a:gd name="T17" fmla="*/ 114 h 389"/>
                <a:gd name="T18" fmla="*/ 307 w 354"/>
                <a:gd name="T19" fmla="*/ 54 h 389"/>
                <a:gd name="T20" fmla="*/ 252 w 354"/>
                <a:gd name="T21" fmla="*/ 14 h 389"/>
                <a:gd name="T22" fmla="*/ 181 w 354"/>
                <a:gd name="T23" fmla="*/ 0 h 389"/>
                <a:gd name="T24" fmla="*/ 105 w 354"/>
                <a:gd name="T25" fmla="*/ 15 h 389"/>
                <a:gd name="T26" fmla="*/ 47 w 354"/>
                <a:gd name="T27" fmla="*/ 56 h 389"/>
                <a:gd name="T28" fmla="*/ 12 w 354"/>
                <a:gd name="T29" fmla="*/ 117 h 389"/>
                <a:gd name="T30" fmla="*/ 0 w 354"/>
                <a:gd name="T31" fmla="*/ 198 h 389"/>
                <a:gd name="T32" fmla="*/ 12 w 354"/>
                <a:gd name="T33" fmla="*/ 272 h 389"/>
                <a:gd name="T34" fmla="*/ 47 w 354"/>
                <a:gd name="T35" fmla="*/ 333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7 w 354"/>
                <a:gd name="T55" fmla="*/ 259 h 389"/>
                <a:gd name="T56" fmla="*/ 280 w 354"/>
                <a:gd name="T57" fmla="*/ 311 h 389"/>
                <a:gd name="T58" fmla="*/ 236 w 354"/>
                <a:gd name="T59" fmla="*/ 344 h 389"/>
                <a:gd name="T60" fmla="*/ 174 w 354"/>
                <a:gd name="T61" fmla="*/ 357 h 389"/>
                <a:gd name="T62" fmla="*/ 113 w 354"/>
                <a:gd name="T63" fmla="*/ 343 h 389"/>
                <a:gd name="T64" fmla="*/ 70 w 354"/>
                <a:gd name="T65" fmla="*/ 307 h 389"/>
                <a:gd name="T66" fmla="*/ 45 w 354"/>
                <a:gd name="T67" fmla="*/ 255 h 389"/>
                <a:gd name="T68" fmla="*/ 36 w 354"/>
                <a:gd name="T69" fmla="*/ 195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3"/>
                  </a:moveTo>
                  <a:lnTo>
                    <a:pt x="47" y="333"/>
                  </a:lnTo>
                  <a:cubicBezTo>
                    <a:pt x="63" y="350"/>
                    <a:pt x="81" y="364"/>
                    <a:pt x="102" y="374"/>
                  </a:cubicBezTo>
                  <a:cubicBezTo>
                    <a:pt x="124" y="384"/>
                    <a:pt x="148" y="388"/>
                    <a:pt x="176" y="388"/>
                  </a:cubicBezTo>
                  <a:cubicBezTo>
                    <a:pt x="204" y="388"/>
                    <a:pt x="229" y="384"/>
                    <a:pt x="251" y="372"/>
                  </a:cubicBezTo>
                  <a:cubicBezTo>
                    <a:pt x="273" y="363"/>
                    <a:pt x="291" y="349"/>
                    <a:pt x="307" y="331"/>
                  </a:cubicBezTo>
                  <a:cubicBezTo>
                    <a:pt x="322" y="314"/>
                    <a:pt x="333" y="293"/>
                    <a:pt x="342" y="268"/>
                  </a:cubicBezTo>
                  <a:cubicBezTo>
                    <a:pt x="349" y="244"/>
                    <a:pt x="353" y="218"/>
                    <a:pt x="353" y="188"/>
                  </a:cubicBezTo>
                  <a:cubicBezTo>
                    <a:pt x="353" y="162"/>
                    <a:pt x="349" y="137"/>
                    <a:pt x="340" y="114"/>
                  </a:cubicBezTo>
                  <a:cubicBezTo>
                    <a:pt x="333" y="91"/>
                    <a:pt x="322" y="71"/>
                    <a:pt x="307" y="54"/>
                  </a:cubicBezTo>
                  <a:cubicBezTo>
                    <a:pt x="291" y="38"/>
                    <a:pt x="275" y="24"/>
                    <a:pt x="252" y="14"/>
                  </a:cubicBezTo>
                  <a:cubicBezTo>
                    <a:pt x="231" y="6"/>
                    <a:pt x="208" y="0"/>
                    <a:pt x="181" y="0"/>
                  </a:cubicBezTo>
                  <a:cubicBezTo>
                    <a:pt x="153" y="0"/>
                    <a:pt x="127" y="6"/>
                    <a:pt x="105" y="15"/>
                  </a:cubicBezTo>
                  <a:cubicBezTo>
                    <a:pt x="82" y="25"/>
                    <a:pt x="63" y="38"/>
                    <a:pt x="47" y="56"/>
                  </a:cubicBezTo>
                  <a:cubicBezTo>
                    <a:pt x="32" y="73"/>
                    <a:pt x="21" y="93"/>
                    <a:pt x="12" y="117"/>
                  </a:cubicBezTo>
                  <a:cubicBezTo>
                    <a:pt x="4" y="142"/>
                    <a:pt x="0" y="169"/>
                    <a:pt x="0" y="198"/>
                  </a:cubicBezTo>
                  <a:cubicBezTo>
                    <a:pt x="0" y="225"/>
                    <a:pt x="4" y="250"/>
                    <a:pt x="12" y="272"/>
                  </a:cubicBezTo>
                  <a:cubicBezTo>
                    <a:pt x="21" y="296"/>
                    <a:pt x="32" y="315"/>
                    <a:pt x="47" y="333"/>
                  </a:cubicBezTo>
                  <a:close/>
                  <a:moveTo>
                    <a:pt x="46" y="131"/>
                  </a:moveTo>
                  <a:lnTo>
                    <a:pt x="46" y="131"/>
                  </a:lnTo>
                  <a:cubicBezTo>
                    <a:pt x="52" y="112"/>
                    <a:pt x="61" y="95"/>
                    <a:pt x="74" y="80"/>
                  </a:cubicBezTo>
                  <a:cubicBezTo>
                    <a:pt x="85" y="66"/>
                    <a:pt x="100" y="53"/>
                    <a:pt x="117" y="45"/>
                  </a:cubicBezTo>
                  <a:cubicBezTo>
                    <a:pt x="135" y="36"/>
                    <a:pt x="155" y="32"/>
                    <a:pt x="178" y="32"/>
                  </a:cubicBezTo>
                  <a:cubicBezTo>
                    <a:pt x="202" y="32"/>
                    <a:pt x="223" y="36"/>
                    <a:pt x="241" y="45"/>
                  </a:cubicBezTo>
                  <a:cubicBezTo>
                    <a:pt x="258" y="53"/>
                    <a:pt x="272" y="66"/>
                    <a:pt x="283" y="80"/>
                  </a:cubicBezTo>
                  <a:cubicBezTo>
                    <a:pt x="294" y="95"/>
                    <a:pt x="303" y="112"/>
                    <a:pt x="308" y="131"/>
                  </a:cubicBezTo>
                  <a:cubicBezTo>
                    <a:pt x="314" y="151"/>
                    <a:pt x="316" y="172"/>
                    <a:pt x="316" y="194"/>
                  </a:cubicBezTo>
                  <a:cubicBezTo>
                    <a:pt x="316" y="218"/>
                    <a:pt x="314" y="240"/>
                    <a:pt x="307" y="259"/>
                  </a:cubicBezTo>
                  <a:cubicBezTo>
                    <a:pt x="301" y="279"/>
                    <a:pt x="293" y="296"/>
                    <a:pt x="280" y="311"/>
                  </a:cubicBezTo>
                  <a:cubicBezTo>
                    <a:pt x="269" y="325"/>
                    <a:pt x="254" y="336"/>
                    <a:pt x="236" y="344"/>
                  </a:cubicBezTo>
                  <a:cubicBezTo>
                    <a:pt x="219" y="353"/>
                    <a:pt x="198" y="357"/>
                    <a:pt x="174" y="357"/>
                  </a:cubicBezTo>
                  <a:cubicBezTo>
                    <a:pt x="152" y="357"/>
                    <a:pt x="131" y="351"/>
                    <a:pt x="113" y="343"/>
                  </a:cubicBezTo>
                  <a:cubicBezTo>
                    <a:pt x="96" y="335"/>
                    <a:pt x="82" y="322"/>
                    <a:pt x="70" y="307"/>
                  </a:cubicBezTo>
                  <a:cubicBezTo>
                    <a:pt x="58" y="293"/>
                    <a:pt x="50" y="275"/>
                    <a:pt x="45" y="255"/>
                  </a:cubicBezTo>
                  <a:cubicBezTo>
                    <a:pt x="39" y="237"/>
                    <a:pt x="36" y="216"/>
                    <a:pt x="36" y="195"/>
                  </a:cubicBezTo>
                  <a:cubicBezTo>
                    <a:pt x="36" y="173"/>
                    <a:pt x="40" y="152"/>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3">
              <a:extLst>
                <a:ext uri="{FF2B5EF4-FFF2-40B4-BE49-F238E27FC236}">
                  <a16:creationId xmlns:a16="http://schemas.microsoft.com/office/drawing/2014/main" id="{20365813-5F47-1F5B-8EA1-0096C6CE345E}"/>
                </a:ext>
              </a:extLst>
            </p:cNvPr>
            <p:cNvSpPr>
              <a:spLocks noChangeArrowheads="1"/>
            </p:cNvSpPr>
            <p:nvPr/>
          </p:nvSpPr>
          <p:spPr bwMode="auto">
            <a:xfrm>
              <a:off x="8339138" y="949325"/>
              <a:ext cx="88900" cy="134938"/>
            </a:xfrm>
            <a:custGeom>
              <a:avLst/>
              <a:gdLst>
                <a:gd name="T0" fmla="*/ 35 w 247"/>
                <a:gd name="T1" fmla="*/ 212 h 376"/>
                <a:gd name="T2" fmla="*/ 35 w 247"/>
                <a:gd name="T3" fmla="*/ 212 h 376"/>
                <a:gd name="T4" fmla="*/ 75 w 247"/>
                <a:gd name="T5" fmla="*/ 212 h 376"/>
                <a:gd name="T6" fmla="*/ 98 w 247"/>
                <a:gd name="T7" fmla="*/ 215 h 376"/>
                <a:gd name="T8" fmla="*/ 116 w 247"/>
                <a:gd name="T9" fmla="*/ 223 h 376"/>
                <a:gd name="T10" fmla="*/ 131 w 247"/>
                <a:gd name="T11" fmla="*/ 240 h 376"/>
                <a:gd name="T12" fmla="*/ 148 w 247"/>
                <a:gd name="T13" fmla="*/ 268 h 376"/>
                <a:gd name="T14" fmla="*/ 204 w 247"/>
                <a:gd name="T15" fmla="*/ 375 h 376"/>
                <a:gd name="T16" fmla="*/ 246 w 247"/>
                <a:gd name="T17" fmla="*/ 375 h 376"/>
                <a:gd name="T18" fmla="*/ 181 w 247"/>
                <a:gd name="T19" fmla="*/ 258 h 376"/>
                <a:gd name="T20" fmla="*/ 170 w 247"/>
                <a:gd name="T21" fmla="*/ 237 h 376"/>
                <a:gd name="T22" fmla="*/ 158 w 247"/>
                <a:gd name="T23" fmla="*/ 222 h 376"/>
                <a:gd name="T24" fmla="*/ 146 w 247"/>
                <a:gd name="T25" fmla="*/ 209 h 376"/>
                <a:gd name="T26" fmla="*/ 133 w 247"/>
                <a:gd name="T27" fmla="*/ 201 h 376"/>
                <a:gd name="T28" fmla="*/ 133 w 247"/>
                <a:gd name="T29" fmla="*/ 201 h 376"/>
                <a:gd name="T30" fmla="*/ 167 w 247"/>
                <a:gd name="T31" fmla="*/ 187 h 376"/>
                <a:gd name="T32" fmla="*/ 195 w 247"/>
                <a:gd name="T33" fmla="*/ 165 h 376"/>
                <a:gd name="T34" fmla="*/ 212 w 247"/>
                <a:gd name="T35" fmla="*/ 135 h 376"/>
                <a:gd name="T36" fmla="*/ 218 w 247"/>
                <a:gd name="T37" fmla="*/ 99 h 376"/>
                <a:gd name="T38" fmla="*/ 209 w 247"/>
                <a:gd name="T39" fmla="*/ 56 h 376"/>
                <a:gd name="T40" fmla="*/ 184 w 247"/>
                <a:gd name="T41" fmla="*/ 25 h 376"/>
                <a:gd name="T42" fmla="*/ 149 w 247"/>
                <a:gd name="T43" fmla="*/ 6 h 376"/>
                <a:gd name="T44" fmla="*/ 107 w 247"/>
                <a:gd name="T45" fmla="*/ 0 h 376"/>
                <a:gd name="T46" fmla="*/ 0 w 247"/>
                <a:gd name="T47" fmla="*/ 0 h 376"/>
                <a:gd name="T48" fmla="*/ 0 w 247"/>
                <a:gd name="T49" fmla="*/ 375 h 376"/>
                <a:gd name="T50" fmla="*/ 35 w 247"/>
                <a:gd name="T51" fmla="*/ 375 h 376"/>
                <a:gd name="T52" fmla="*/ 35 w 247"/>
                <a:gd name="T53" fmla="*/ 212 h 376"/>
                <a:gd name="T54" fmla="*/ 35 w 247"/>
                <a:gd name="T55" fmla="*/ 32 h 376"/>
                <a:gd name="T56" fmla="*/ 35 w 247"/>
                <a:gd name="T57" fmla="*/ 32 h 376"/>
                <a:gd name="T58" fmla="*/ 99 w 247"/>
                <a:gd name="T59" fmla="*/ 32 h 376"/>
                <a:gd name="T60" fmla="*/ 160 w 247"/>
                <a:gd name="T61" fmla="*/ 50 h 376"/>
                <a:gd name="T62" fmla="*/ 181 w 247"/>
                <a:gd name="T63" fmla="*/ 102 h 376"/>
                <a:gd name="T64" fmla="*/ 176 w 247"/>
                <a:gd name="T65" fmla="*/ 134 h 376"/>
                <a:gd name="T66" fmla="*/ 158 w 247"/>
                <a:gd name="T67" fmla="*/ 159 h 376"/>
                <a:gd name="T68" fmla="*/ 131 w 247"/>
                <a:gd name="T69" fmla="*/ 174 h 376"/>
                <a:gd name="T70" fmla="*/ 96 w 247"/>
                <a:gd name="T71" fmla="*/ 180 h 376"/>
                <a:gd name="T72" fmla="*/ 35 w 247"/>
                <a:gd name="T73" fmla="*/ 180 h 376"/>
                <a:gd name="T74" fmla="*/ 35 w 247"/>
                <a:gd name="T7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35" y="212"/>
                  </a:moveTo>
                  <a:lnTo>
                    <a:pt x="35" y="212"/>
                  </a:lnTo>
                  <a:cubicBezTo>
                    <a:pt x="75" y="212"/>
                    <a:pt x="75" y="212"/>
                    <a:pt x="75" y="212"/>
                  </a:cubicBezTo>
                  <a:cubicBezTo>
                    <a:pt x="84" y="212"/>
                    <a:pt x="91" y="212"/>
                    <a:pt x="98" y="215"/>
                  </a:cubicBezTo>
                  <a:cubicBezTo>
                    <a:pt x="103" y="216"/>
                    <a:pt x="110" y="219"/>
                    <a:pt x="116" y="223"/>
                  </a:cubicBezTo>
                  <a:cubicBezTo>
                    <a:pt x="121" y="227"/>
                    <a:pt x="126" y="233"/>
                    <a:pt x="131" y="240"/>
                  </a:cubicBezTo>
                  <a:cubicBezTo>
                    <a:pt x="137" y="248"/>
                    <a:pt x="142" y="257"/>
                    <a:pt x="148" y="268"/>
                  </a:cubicBezTo>
                  <a:cubicBezTo>
                    <a:pt x="204" y="375"/>
                    <a:pt x="204" y="375"/>
                    <a:pt x="204" y="375"/>
                  </a:cubicBezTo>
                  <a:cubicBezTo>
                    <a:pt x="246" y="375"/>
                    <a:pt x="246" y="375"/>
                    <a:pt x="246" y="375"/>
                  </a:cubicBezTo>
                  <a:cubicBezTo>
                    <a:pt x="181" y="258"/>
                    <a:pt x="181" y="258"/>
                    <a:pt x="181" y="258"/>
                  </a:cubicBezTo>
                  <a:cubicBezTo>
                    <a:pt x="177" y="251"/>
                    <a:pt x="173" y="244"/>
                    <a:pt x="170" y="237"/>
                  </a:cubicBezTo>
                  <a:cubicBezTo>
                    <a:pt x="166" y="231"/>
                    <a:pt x="162" y="226"/>
                    <a:pt x="158" y="222"/>
                  </a:cubicBezTo>
                  <a:cubicBezTo>
                    <a:pt x="155" y="216"/>
                    <a:pt x="151" y="212"/>
                    <a:pt x="146" y="209"/>
                  </a:cubicBezTo>
                  <a:cubicBezTo>
                    <a:pt x="142" y="206"/>
                    <a:pt x="137" y="204"/>
                    <a:pt x="133" y="201"/>
                  </a:cubicBezTo>
                  <a:lnTo>
                    <a:pt x="133" y="201"/>
                  </a:lnTo>
                  <a:cubicBezTo>
                    <a:pt x="145" y="197"/>
                    <a:pt x="158" y="192"/>
                    <a:pt x="167" y="187"/>
                  </a:cubicBezTo>
                  <a:cubicBezTo>
                    <a:pt x="179" y="181"/>
                    <a:pt x="187" y="173"/>
                    <a:pt x="195" y="165"/>
                  </a:cubicBezTo>
                  <a:cubicBezTo>
                    <a:pt x="202" y="156"/>
                    <a:pt x="208" y="146"/>
                    <a:pt x="212" y="135"/>
                  </a:cubicBezTo>
                  <a:cubicBezTo>
                    <a:pt x="216" y="124"/>
                    <a:pt x="218" y="112"/>
                    <a:pt x="218" y="99"/>
                  </a:cubicBezTo>
                  <a:cubicBezTo>
                    <a:pt x="218" y="82"/>
                    <a:pt x="215" y="68"/>
                    <a:pt x="209" y="56"/>
                  </a:cubicBezTo>
                  <a:cubicBezTo>
                    <a:pt x="202" y="43"/>
                    <a:pt x="194" y="32"/>
                    <a:pt x="184" y="25"/>
                  </a:cubicBezTo>
                  <a:cubicBezTo>
                    <a:pt x="173" y="17"/>
                    <a:pt x="162" y="10"/>
                    <a:pt x="149" y="6"/>
                  </a:cubicBezTo>
                  <a:cubicBezTo>
                    <a:pt x="135" y="1"/>
                    <a:pt x="121" y="0"/>
                    <a:pt x="107" y="0"/>
                  </a:cubicBezTo>
                  <a:cubicBezTo>
                    <a:pt x="0" y="0"/>
                    <a:pt x="0" y="0"/>
                    <a:pt x="0" y="0"/>
                  </a:cubicBezTo>
                  <a:cubicBezTo>
                    <a:pt x="0" y="375"/>
                    <a:pt x="0" y="375"/>
                    <a:pt x="0" y="375"/>
                  </a:cubicBezTo>
                  <a:cubicBezTo>
                    <a:pt x="35" y="375"/>
                    <a:pt x="35" y="375"/>
                    <a:pt x="35" y="375"/>
                  </a:cubicBezTo>
                  <a:lnTo>
                    <a:pt x="35" y="212"/>
                  </a:lnTo>
                  <a:close/>
                  <a:moveTo>
                    <a:pt x="35" y="32"/>
                  </a:moveTo>
                  <a:lnTo>
                    <a:pt x="35" y="32"/>
                  </a:lnTo>
                  <a:cubicBezTo>
                    <a:pt x="99" y="32"/>
                    <a:pt x="99" y="32"/>
                    <a:pt x="99" y="32"/>
                  </a:cubicBezTo>
                  <a:cubicBezTo>
                    <a:pt x="126" y="32"/>
                    <a:pt x="146" y="38"/>
                    <a:pt x="160" y="50"/>
                  </a:cubicBezTo>
                  <a:cubicBezTo>
                    <a:pt x="174" y="63"/>
                    <a:pt x="181" y="79"/>
                    <a:pt x="181" y="102"/>
                  </a:cubicBezTo>
                  <a:cubicBezTo>
                    <a:pt x="181" y="113"/>
                    <a:pt x="180" y="124"/>
                    <a:pt x="176" y="134"/>
                  </a:cubicBezTo>
                  <a:cubicBezTo>
                    <a:pt x="172" y="144"/>
                    <a:pt x="166" y="152"/>
                    <a:pt x="158" y="159"/>
                  </a:cubicBezTo>
                  <a:cubicBezTo>
                    <a:pt x="151" y="166"/>
                    <a:pt x="142" y="170"/>
                    <a:pt x="131" y="174"/>
                  </a:cubicBezTo>
                  <a:cubicBezTo>
                    <a:pt x="121" y="179"/>
                    <a:pt x="109" y="180"/>
                    <a:pt x="96" y="180"/>
                  </a:cubicBezTo>
                  <a:cubicBezTo>
                    <a:pt x="35" y="180"/>
                    <a:pt x="35" y="180"/>
                    <a:pt x="35" y="180"/>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4">
              <a:extLst>
                <a:ext uri="{FF2B5EF4-FFF2-40B4-BE49-F238E27FC236}">
                  <a16:creationId xmlns:a16="http://schemas.microsoft.com/office/drawing/2014/main" id="{A1FD2BD9-23A1-78BB-F8CE-1DCD0A0B269C}"/>
                </a:ext>
              </a:extLst>
            </p:cNvPr>
            <p:cNvSpPr>
              <a:spLocks noChangeArrowheads="1"/>
            </p:cNvSpPr>
            <p:nvPr/>
          </p:nvSpPr>
          <p:spPr bwMode="auto">
            <a:xfrm>
              <a:off x="8432800" y="949325"/>
              <a:ext cx="90488" cy="134938"/>
            </a:xfrm>
            <a:custGeom>
              <a:avLst/>
              <a:gdLst>
                <a:gd name="T0" fmla="*/ 0 w 253"/>
                <a:gd name="T1" fmla="*/ 32 h 376"/>
                <a:gd name="T2" fmla="*/ 108 w 253"/>
                <a:gd name="T3" fmla="*/ 32 h 376"/>
                <a:gd name="T4" fmla="*/ 108 w 253"/>
                <a:gd name="T5" fmla="*/ 375 h 376"/>
                <a:gd name="T6" fmla="*/ 143 w 253"/>
                <a:gd name="T7" fmla="*/ 375 h 376"/>
                <a:gd name="T8" fmla="*/ 143 w 253"/>
                <a:gd name="T9" fmla="*/ 32 h 376"/>
                <a:gd name="T10" fmla="*/ 252 w 253"/>
                <a:gd name="T11" fmla="*/ 32 h 376"/>
                <a:gd name="T12" fmla="*/ 252 w 253"/>
                <a:gd name="T13" fmla="*/ 0 h 376"/>
                <a:gd name="T14" fmla="*/ 0 w 253"/>
                <a:gd name="T15" fmla="*/ 0 h 376"/>
                <a:gd name="T16" fmla="*/ 0 w 253"/>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3" h="376">
                  <a:moveTo>
                    <a:pt x="0" y="32"/>
                  </a:moveTo>
                  <a:lnTo>
                    <a:pt x="108" y="32"/>
                  </a:lnTo>
                  <a:lnTo>
                    <a:pt x="108" y="375"/>
                  </a:lnTo>
                  <a:lnTo>
                    <a:pt x="143" y="375"/>
                  </a:lnTo>
                  <a:lnTo>
                    <a:pt x="143" y="32"/>
                  </a:lnTo>
                  <a:lnTo>
                    <a:pt x="252" y="32"/>
                  </a:lnTo>
                  <a:lnTo>
                    <a:pt x="252"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86488B86-5B53-90BA-AEAE-217B5062AE5E}"/>
                </a:ext>
              </a:extLst>
            </p:cNvPr>
            <p:cNvSpPr>
              <a:spLocks noChangeArrowheads="1"/>
            </p:cNvSpPr>
            <p:nvPr/>
          </p:nvSpPr>
          <p:spPr bwMode="auto">
            <a:xfrm>
              <a:off x="8597900" y="949325"/>
              <a:ext cx="66675" cy="134938"/>
            </a:xfrm>
            <a:custGeom>
              <a:avLst/>
              <a:gdLst>
                <a:gd name="T0" fmla="*/ 186 w 187"/>
                <a:gd name="T1" fmla="*/ 343 h 376"/>
                <a:gd name="T2" fmla="*/ 35 w 187"/>
                <a:gd name="T3" fmla="*/ 343 h 376"/>
                <a:gd name="T4" fmla="*/ 35 w 187"/>
                <a:gd name="T5" fmla="*/ 0 h 376"/>
                <a:gd name="T6" fmla="*/ 0 w 187"/>
                <a:gd name="T7" fmla="*/ 0 h 376"/>
                <a:gd name="T8" fmla="*/ 0 w 187"/>
                <a:gd name="T9" fmla="*/ 375 h 376"/>
                <a:gd name="T10" fmla="*/ 186 w 187"/>
                <a:gd name="T11" fmla="*/ 375 h 376"/>
                <a:gd name="T12" fmla="*/ 186 w 187"/>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186" y="343"/>
                  </a:moveTo>
                  <a:lnTo>
                    <a:pt x="35" y="343"/>
                  </a:lnTo>
                  <a:lnTo>
                    <a:pt x="35" y="0"/>
                  </a:lnTo>
                  <a:lnTo>
                    <a:pt x="0" y="0"/>
                  </a:lnTo>
                  <a:lnTo>
                    <a:pt x="0" y="375"/>
                  </a:lnTo>
                  <a:lnTo>
                    <a:pt x="186" y="375"/>
                  </a:lnTo>
                  <a:lnTo>
                    <a:pt x="186"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6">
              <a:extLst>
                <a:ext uri="{FF2B5EF4-FFF2-40B4-BE49-F238E27FC236}">
                  <a16:creationId xmlns:a16="http://schemas.microsoft.com/office/drawing/2014/main" id="{DCA2CF61-0E84-8C36-CD63-B96932628EB8}"/>
                </a:ext>
              </a:extLst>
            </p:cNvPr>
            <p:cNvSpPr>
              <a:spLocks noChangeArrowheads="1"/>
            </p:cNvSpPr>
            <p:nvPr/>
          </p:nvSpPr>
          <p:spPr bwMode="auto">
            <a:xfrm>
              <a:off x="8688388" y="94932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4" name="Freeform 67">
              <a:extLst>
                <a:ext uri="{FF2B5EF4-FFF2-40B4-BE49-F238E27FC236}">
                  <a16:creationId xmlns:a16="http://schemas.microsoft.com/office/drawing/2014/main" id="{83B28372-C3E8-A66E-9AAA-3AE74F997E2E}"/>
                </a:ext>
              </a:extLst>
            </p:cNvPr>
            <p:cNvSpPr>
              <a:spLocks noChangeArrowheads="1"/>
            </p:cNvSpPr>
            <p:nvPr/>
          </p:nvSpPr>
          <p:spPr bwMode="auto">
            <a:xfrm>
              <a:off x="8734425" y="949325"/>
              <a:ext cx="106363" cy="134938"/>
            </a:xfrm>
            <a:custGeom>
              <a:avLst/>
              <a:gdLst>
                <a:gd name="T0" fmla="*/ 35 w 294"/>
                <a:gd name="T1" fmla="*/ 84 h 376"/>
                <a:gd name="T2" fmla="*/ 35 w 294"/>
                <a:gd name="T3" fmla="*/ 84 h 376"/>
                <a:gd name="T4" fmla="*/ 35 w 294"/>
                <a:gd name="T5" fmla="*/ 63 h 376"/>
                <a:gd name="T6" fmla="*/ 33 w 294"/>
                <a:gd name="T7" fmla="*/ 50 h 376"/>
                <a:gd name="T8" fmla="*/ 35 w 294"/>
                <a:gd name="T9" fmla="*/ 50 h 376"/>
                <a:gd name="T10" fmla="*/ 42 w 294"/>
                <a:gd name="T11" fmla="*/ 61 h 376"/>
                <a:gd name="T12" fmla="*/ 49 w 294"/>
                <a:gd name="T13" fmla="*/ 74 h 376"/>
                <a:gd name="T14" fmla="*/ 258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2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3" y="50"/>
                  </a:cubicBezTo>
                  <a:cubicBezTo>
                    <a:pt x="35" y="50"/>
                    <a:pt x="35" y="50"/>
                    <a:pt x="35" y="50"/>
                  </a:cubicBezTo>
                  <a:cubicBezTo>
                    <a:pt x="38" y="54"/>
                    <a:pt x="39" y="57"/>
                    <a:pt x="42" y="61"/>
                  </a:cubicBezTo>
                  <a:cubicBezTo>
                    <a:pt x="45" y="66"/>
                    <a:pt x="46" y="70"/>
                    <a:pt x="49" y="74"/>
                  </a:cubicBezTo>
                  <a:cubicBezTo>
                    <a:pt x="258" y="375"/>
                    <a:pt x="258" y="375"/>
                    <a:pt x="258"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5"/>
                    <a:pt x="261" y="322"/>
                  </a:cubicBezTo>
                  <a:cubicBezTo>
                    <a:pt x="259" y="322"/>
                    <a:pt x="259" y="322"/>
                    <a:pt x="259" y="322"/>
                  </a:cubicBezTo>
                  <a:cubicBezTo>
                    <a:pt x="257" y="318"/>
                    <a:pt x="255" y="314"/>
                    <a:pt x="252"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5" name="Freeform 68">
              <a:extLst>
                <a:ext uri="{FF2B5EF4-FFF2-40B4-BE49-F238E27FC236}">
                  <a16:creationId xmlns:a16="http://schemas.microsoft.com/office/drawing/2014/main" id="{EA34AD45-6C06-86FC-646F-7BB363782475}"/>
                </a:ext>
              </a:extLst>
            </p:cNvPr>
            <p:cNvSpPr>
              <a:spLocks noChangeArrowheads="1"/>
            </p:cNvSpPr>
            <p:nvPr/>
          </p:nvSpPr>
          <p:spPr bwMode="auto">
            <a:xfrm>
              <a:off x="8875713" y="949325"/>
              <a:ext cx="69850" cy="134938"/>
            </a:xfrm>
            <a:custGeom>
              <a:avLst/>
              <a:gdLst>
                <a:gd name="T0" fmla="*/ 191 w 192"/>
                <a:gd name="T1" fmla="*/ 343 h 376"/>
                <a:gd name="T2" fmla="*/ 34 w 192"/>
                <a:gd name="T3" fmla="*/ 343 h 376"/>
                <a:gd name="T4" fmla="*/ 34 w 192"/>
                <a:gd name="T5" fmla="*/ 201 h 376"/>
                <a:gd name="T6" fmla="*/ 171 w 192"/>
                <a:gd name="T7" fmla="*/ 201 h 376"/>
                <a:gd name="T8" fmla="*/ 171 w 192"/>
                <a:gd name="T9" fmla="*/ 169 h 376"/>
                <a:gd name="T10" fmla="*/ 34 w 192"/>
                <a:gd name="T11" fmla="*/ 169 h 376"/>
                <a:gd name="T12" fmla="*/ 34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1" y="201"/>
                  </a:lnTo>
                  <a:lnTo>
                    <a:pt x="171" y="169"/>
                  </a:lnTo>
                  <a:lnTo>
                    <a:pt x="34" y="169"/>
                  </a:lnTo>
                  <a:lnTo>
                    <a:pt x="34"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69">
              <a:extLst>
                <a:ext uri="{FF2B5EF4-FFF2-40B4-BE49-F238E27FC236}">
                  <a16:creationId xmlns:a16="http://schemas.microsoft.com/office/drawing/2014/main" id="{A4019C82-2FEC-56AC-B888-425A028C391C}"/>
                </a:ext>
              </a:extLst>
            </p:cNvPr>
            <p:cNvSpPr>
              <a:spLocks noChangeArrowheads="1"/>
            </p:cNvSpPr>
            <p:nvPr/>
          </p:nvSpPr>
          <p:spPr bwMode="auto">
            <a:xfrm>
              <a:off x="9026525" y="949325"/>
              <a:ext cx="12700" cy="134938"/>
            </a:xfrm>
            <a:custGeom>
              <a:avLst/>
              <a:gdLst>
                <a:gd name="T0" fmla="*/ 33 w 34"/>
                <a:gd name="T1" fmla="*/ 0 h 376"/>
                <a:gd name="T2" fmla="*/ 0 w 34"/>
                <a:gd name="T3" fmla="*/ 0 h 376"/>
                <a:gd name="T4" fmla="*/ 0 w 34"/>
                <a:gd name="T5" fmla="*/ 375 h 376"/>
                <a:gd name="T6" fmla="*/ 33 w 34"/>
                <a:gd name="T7" fmla="*/ 375 h 376"/>
                <a:gd name="T8" fmla="*/ 33 w 34"/>
                <a:gd name="T9" fmla="*/ 0 h 376"/>
              </a:gdLst>
              <a:ahLst/>
              <a:cxnLst>
                <a:cxn ang="0">
                  <a:pos x="T0" y="T1"/>
                </a:cxn>
                <a:cxn ang="0">
                  <a:pos x="T2" y="T3"/>
                </a:cxn>
                <a:cxn ang="0">
                  <a:pos x="T4" y="T5"/>
                </a:cxn>
                <a:cxn ang="0">
                  <a:pos x="T6" y="T7"/>
                </a:cxn>
                <a:cxn ang="0">
                  <a:pos x="T8" y="T9"/>
                </a:cxn>
              </a:cxnLst>
              <a:rect l="0" t="0" r="r" b="b"/>
              <a:pathLst>
                <a:path w="34" h="376">
                  <a:moveTo>
                    <a:pt x="33" y="0"/>
                  </a:moveTo>
                  <a:lnTo>
                    <a:pt x="0" y="0"/>
                  </a:lnTo>
                  <a:lnTo>
                    <a:pt x="0" y="375"/>
                  </a:lnTo>
                  <a:lnTo>
                    <a:pt x="33" y="375"/>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70">
              <a:extLst>
                <a:ext uri="{FF2B5EF4-FFF2-40B4-BE49-F238E27FC236}">
                  <a16:creationId xmlns:a16="http://schemas.microsoft.com/office/drawing/2014/main" id="{8DEA786F-6DA2-0FF0-AE71-18F90B987121}"/>
                </a:ext>
              </a:extLst>
            </p:cNvPr>
            <p:cNvSpPr>
              <a:spLocks noChangeArrowheads="1"/>
            </p:cNvSpPr>
            <p:nvPr/>
          </p:nvSpPr>
          <p:spPr bwMode="auto">
            <a:xfrm>
              <a:off x="9064625" y="947738"/>
              <a:ext cx="100013" cy="139700"/>
            </a:xfrm>
            <a:custGeom>
              <a:avLst/>
              <a:gdLst>
                <a:gd name="T0" fmla="*/ 275 w 276"/>
                <a:gd name="T1" fmla="*/ 333 h 389"/>
                <a:gd name="T2" fmla="*/ 275 w 276"/>
                <a:gd name="T3" fmla="*/ 333 h 389"/>
                <a:gd name="T4" fmla="*/ 180 w 276"/>
                <a:gd name="T5" fmla="*/ 357 h 389"/>
                <a:gd name="T6" fmla="*/ 117 w 276"/>
                <a:gd name="T7" fmla="*/ 344 h 389"/>
                <a:gd name="T8" fmla="*/ 73 w 276"/>
                <a:gd name="T9" fmla="*/ 310 h 389"/>
                <a:gd name="T10" fmla="*/ 46 w 276"/>
                <a:gd name="T11" fmla="*/ 259 h 389"/>
                <a:gd name="T12" fmla="*/ 38 w 276"/>
                <a:gd name="T13" fmla="*/ 199 h 389"/>
                <a:gd name="T14" fmla="*/ 48 w 276"/>
                <a:gd name="T15" fmla="*/ 132 h 389"/>
                <a:gd name="T16" fmla="*/ 77 w 276"/>
                <a:gd name="T17" fmla="*/ 80 h 389"/>
                <a:gd name="T18" fmla="*/ 124 w 276"/>
                <a:gd name="T19" fmla="*/ 45 h 389"/>
                <a:gd name="T20" fmla="*/ 189 w 276"/>
                <a:gd name="T21" fmla="*/ 32 h 389"/>
                <a:gd name="T22" fmla="*/ 275 w 276"/>
                <a:gd name="T23" fmla="*/ 52 h 389"/>
                <a:gd name="T24" fmla="*/ 275 w 276"/>
                <a:gd name="T25" fmla="*/ 15 h 389"/>
                <a:gd name="T26" fmla="*/ 190 w 276"/>
                <a:gd name="T27" fmla="*/ 0 h 389"/>
                <a:gd name="T28" fmla="*/ 112 w 276"/>
                <a:gd name="T29" fmla="*/ 15 h 389"/>
                <a:gd name="T30" fmla="*/ 52 w 276"/>
                <a:gd name="T31" fmla="*/ 59 h 389"/>
                <a:gd name="T32" fmla="*/ 14 w 276"/>
                <a:gd name="T33" fmla="*/ 121 h 389"/>
                <a:gd name="T34" fmla="*/ 0 w 276"/>
                <a:gd name="T35" fmla="*/ 201 h 389"/>
                <a:gd name="T36" fmla="*/ 13 w 276"/>
                <a:gd name="T37" fmla="*/ 276 h 389"/>
                <a:gd name="T38" fmla="*/ 49 w 276"/>
                <a:gd name="T39" fmla="*/ 335 h 389"/>
                <a:gd name="T40" fmla="*/ 104 w 276"/>
                <a:gd name="T41" fmla="*/ 374 h 389"/>
                <a:gd name="T42" fmla="*/ 176 w 276"/>
                <a:gd name="T43" fmla="*/ 388 h 389"/>
                <a:gd name="T44" fmla="*/ 275 w 276"/>
                <a:gd name="T45" fmla="*/ 368 h 389"/>
                <a:gd name="T46" fmla="*/ 275 w 276"/>
                <a:gd name="T47" fmla="*/ 333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275" y="333"/>
                  </a:moveTo>
                  <a:lnTo>
                    <a:pt x="275" y="333"/>
                  </a:lnTo>
                  <a:cubicBezTo>
                    <a:pt x="249" y="349"/>
                    <a:pt x="216" y="357"/>
                    <a:pt x="180" y="357"/>
                  </a:cubicBezTo>
                  <a:cubicBezTo>
                    <a:pt x="156" y="357"/>
                    <a:pt x="136" y="353"/>
                    <a:pt x="117" y="344"/>
                  </a:cubicBezTo>
                  <a:cubicBezTo>
                    <a:pt x="101" y="336"/>
                    <a:pt x="85" y="324"/>
                    <a:pt x="73" y="310"/>
                  </a:cubicBezTo>
                  <a:cubicBezTo>
                    <a:pt x="62" y="296"/>
                    <a:pt x="52" y="279"/>
                    <a:pt x="46" y="259"/>
                  </a:cubicBezTo>
                  <a:cubicBezTo>
                    <a:pt x="41" y="241"/>
                    <a:pt x="38" y="220"/>
                    <a:pt x="38" y="199"/>
                  </a:cubicBezTo>
                  <a:cubicBezTo>
                    <a:pt x="38" y="174"/>
                    <a:pt x="41" y="152"/>
                    <a:pt x="48" y="132"/>
                  </a:cubicBezTo>
                  <a:cubicBezTo>
                    <a:pt x="55" y="112"/>
                    <a:pt x="64" y="95"/>
                    <a:pt x="77" y="80"/>
                  </a:cubicBezTo>
                  <a:cubicBezTo>
                    <a:pt x="90" y="64"/>
                    <a:pt x="106" y="53"/>
                    <a:pt x="124" y="45"/>
                  </a:cubicBezTo>
                  <a:cubicBezTo>
                    <a:pt x="144" y="36"/>
                    <a:pt x="165" y="32"/>
                    <a:pt x="189" y="32"/>
                  </a:cubicBezTo>
                  <a:cubicBezTo>
                    <a:pt x="219" y="32"/>
                    <a:pt x="249" y="39"/>
                    <a:pt x="275" y="52"/>
                  </a:cubicBezTo>
                  <a:cubicBezTo>
                    <a:pt x="275" y="15"/>
                    <a:pt x="275" y="15"/>
                    <a:pt x="275" y="15"/>
                  </a:cubicBezTo>
                  <a:cubicBezTo>
                    <a:pt x="250" y="6"/>
                    <a:pt x="222" y="0"/>
                    <a:pt x="190" y="0"/>
                  </a:cubicBezTo>
                  <a:cubicBezTo>
                    <a:pt x="161" y="0"/>
                    <a:pt x="134" y="6"/>
                    <a:pt x="112" y="15"/>
                  </a:cubicBezTo>
                  <a:cubicBezTo>
                    <a:pt x="88" y="27"/>
                    <a:pt x="69" y="40"/>
                    <a:pt x="52" y="59"/>
                  </a:cubicBezTo>
                  <a:cubicBezTo>
                    <a:pt x="35" y="77"/>
                    <a:pt x="23" y="98"/>
                    <a:pt x="14" y="121"/>
                  </a:cubicBezTo>
                  <a:cubicBezTo>
                    <a:pt x="6" y="146"/>
                    <a:pt x="0" y="173"/>
                    <a:pt x="0" y="201"/>
                  </a:cubicBezTo>
                  <a:cubicBezTo>
                    <a:pt x="0" y="229"/>
                    <a:pt x="4" y="254"/>
                    <a:pt x="13" y="276"/>
                  </a:cubicBezTo>
                  <a:cubicBezTo>
                    <a:pt x="21" y="298"/>
                    <a:pt x="34" y="319"/>
                    <a:pt x="49" y="335"/>
                  </a:cubicBezTo>
                  <a:cubicBezTo>
                    <a:pt x="64" y="351"/>
                    <a:pt x="83" y="365"/>
                    <a:pt x="104" y="374"/>
                  </a:cubicBezTo>
                  <a:cubicBezTo>
                    <a:pt x="126" y="384"/>
                    <a:pt x="150" y="388"/>
                    <a:pt x="176" y="388"/>
                  </a:cubicBezTo>
                  <a:cubicBezTo>
                    <a:pt x="214" y="388"/>
                    <a:pt x="246" y="381"/>
                    <a:pt x="275" y="368"/>
                  </a:cubicBezTo>
                  <a:lnTo>
                    <a:pt x="275" y="3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1">
              <a:extLst>
                <a:ext uri="{FF2B5EF4-FFF2-40B4-BE49-F238E27FC236}">
                  <a16:creationId xmlns:a16="http://schemas.microsoft.com/office/drawing/2014/main" id="{3F692B50-1861-BAD1-1410-7E82EABCE4A9}"/>
                </a:ext>
              </a:extLst>
            </p:cNvPr>
            <p:cNvSpPr>
              <a:spLocks noChangeArrowheads="1"/>
            </p:cNvSpPr>
            <p:nvPr/>
          </p:nvSpPr>
          <p:spPr bwMode="auto">
            <a:xfrm>
              <a:off x="9182100" y="947738"/>
              <a:ext cx="127000" cy="139700"/>
            </a:xfrm>
            <a:custGeom>
              <a:avLst/>
              <a:gdLst>
                <a:gd name="T0" fmla="*/ 46 w 352"/>
                <a:gd name="T1" fmla="*/ 333 h 389"/>
                <a:gd name="T2" fmla="*/ 46 w 352"/>
                <a:gd name="T3" fmla="*/ 333 h 389"/>
                <a:gd name="T4" fmla="*/ 101 w 352"/>
                <a:gd name="T5" fmla="*/ 374 h 389"/>
                <a:gd name="T6" fmla="*/ 174 w 352"/>
                <a:gd name="T7" fmla="*/ 388 h 389"/>
                <a:gd name="T8" fmla="*/ 251 w 352"/>
                <a:gd name="T9" fmla="*/ 372 h 389"/>
                <a:gd name="T10" fmla="*/ 306 w 352"/>
                <a:gd name="T11" fmla="*/ 331 h 389"/>
                <a:gd name="T12" fmla="*/ 340 w 352"/>
                <a:gd name="T13" fmla="*/ 268 h 389"/>
                <a:gd name="T14" fmla="*/ 351 w 352"/>
                <a:gd name="T15" fmla="*/ 188 h 389"/>
                <a:gd name="T16" fmla="*/ 340 w 352"/>
                <a:gd name="T17" fmla="*/ 114 h 389"/>
                <a:gd name="T18" fmla="*/ 305 w 352"/>
                <a:gd name="T19" fmla="*/ 54 h 389"/>
                <a:gd name="T20" fmla="*/ 252 w 352"/>
                <a:gd name="T21" fmla="*/ 14 h 389"/>
                <a:gd name="T22" fmla="*/ 181 w 352"/>
                <a:gd name="T23" fmla="*/ 0 h 389"/>
                <a:gd name="T24" fmla="*/ 104 w 352"/>
                <a:gd name="T25" fmla="*/ 15 h 389"/>
                <a:gd name="T26" fmla="*/ 47 w 352"/>
                <a:gd name="T27" fmla="*/ 56 h 389"/>
                <a:gd name="T28" fmla="*/ 11 w 352"/>
                <a:gd name="T29" fmla="*/ 117 h 389"/>
                <a:gd name="T30" fmla="*/ 0 w 352"/>
                <a:gd name="T31" fmla="*/ 198 h 389"/>
                <a:gd name="T32" fmla="*/ 11 w 352"/>
                <a:gd name="T33" fmla="*/ 272 h 389"/>
                <a:gd name="T34" fmla="*/ 46 w 352"/>
                <a:gd name="T35" fmla="*/ 333 h 389"/>
                <a:gd name="T36" fmla="*/ 44 w 352"/>
                <a:gd name="T37" fmla="*/ 131 h 389"/>
                <a:gd name="T38" fmla="*/ 44 w 352"/>
                <a:gd name="T39" fmla="*/ 131 h 389"/>
                <a:gd name="T40" fmla="*/ 72 w 352"/>
                <a:gd name="T41" fmla="*/ 80 h 389"/>
                <a:gd name="T42" fmla="*/ 117 w 352"/>
                <a:gd name="T43" fmla="*/ 45 h 389"/>
                <a:gd name="T44" fmla="*/ 177 w 352"/>
                <a:gd name="T45" fmla="*/ 32 h 389"/>
                <a:gd name="T46" fmla="*/ 240 w 352"/>
                <a:gd name="T47" fmla="*/ 45 h 389"/>
                <a:gd name="T48" fmla="*/ 283 w 352"/>
                <a:gd name="T49" fmla="*/ 80 h 389"/>
                <a:gd name="T50" fmla="*/ 308 w 352"/>
                <a:gd name="T51" fmla="*/ 131 h 389"/>
                <a:gd name="T52" fmla="*/ 315 w 352"/>
                <a:gd name="T53" fmla="*/ 194 h 389"/>
                <a:gd name="T54" fmla="*/ 306 w 352"/>
                <a:gd name="T55" fmla="*/ 259 h 389"/>
                <a:gd name="T56" fmla="*/ 280 w 352"/>
                <a:gd name="T57" fmla="*/ 311 h 389"/>
                <a:gd name="T58" fmla="*/ 235 w 352"/>
                <a:gd name="T59" fmla="*/ 344 h 389"/>
                <a:gd name="T60" fmla="*/ 174 w 352"/>
                <a:gd name="T61" fmla="*/ 357 h 389"/>
                <a:gd name="T62" fmla="*/ 113 w 352"/>
                <a:gd name="T63" fmla="*/ 343 h 389"/>
                <a:gd name="T64" fmla="*/ 69 w 352"/>
                <a:gd name="T65" fmla="*/ 307 h 389"/>
                <a:gd name="T66" fmla="*/ 43 w 352"/>
                <a:gd name="T67" fmla="*/ 255 h 389"/>
                <a:gd name="T68" fmla="*/ 36 w 352"/>
                <a:gd name="T69" fmla="*/ 195 h 389"/>
                <a:gd name="T70" fmla="*/ 44 w 352"/>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2" h="389">
                  <a:moveTo>
                    <a:pt x="46" y="333"/>
                  </a:moveTo>
                  <a:lnTo>
                    <a:pt x="46" y="333"/>
                  </a:lnTo>
                  <a:cubicBezTo>
                    <a:pt x="61" y="350"/>
                    <a:pt x="79" y="364"/>
                    <a:pt x="101" y="374"/>
                  </a:cubicBezTo>
                  <a:cubicBezTo>
                    <a:pt x="122" y="384"/>
                    <a:pt x="147" y="388"/>
                    <a:pt x="174" y="388"/>
                  </a:cubicBezTo>
                  <a:cubicBezTo>
                    <a:pt x="203" y="388"/>
                    <a:pt x="228" y="384"/>
                    <a:pt x="251" y="372"/>
                  </a:cubicBezTo>
                  <a:cubicBezTo>
                    <a:pt x="272" y="363"/>
                    <a:pt x="291" y="349"/>
                    <a:pt x="306" y="331"/>
                  </a:cubicBezTo>
                  <a:cubicBezTo>
                    <a:pt x="320" y="314"/>
                    <a:pt x="333" y="293"/>
                    <a:pt x="340" y="268"/>
                  </a:cubicBezTo>
                  <a:cubicBezTo>
                    <a:pt x="348" y="244"/>
                    <a:pt x="351" y="218"/>
                    <a:pt x="351" y="188"/>
                  </a:cubicBezTo>
                  <a:cubicBezTo>
                    <a:pt x="351" y="162"/>
                    <a:pt x="348" y="137"/>
                    <a:pt x="340" y="114"/>
                  </a:cubicBezTo>
                  <a:cubicBezTo>
                    <a:pt x="332" y="91"/>
                    <a:pt x="320" y="71"/>
                    <a:pt x="305" y="54"/>
                  </a:cubicBezTo>
                  <a:cubicBezTo>
                    <a:pt x="291" y="38"/>
                    <a:pt x="273" y="24"/>
                    <a:pt x="252" y="14"/>
                  </a:cubicBezTo>
                  <a:cubicBezTo>
                    <a:pt x="231" y="6"/>
                    <a:pt x="207" y="0"/>
                    <a:pt x="181" y="0"/>
                  </a:cubicBezTo>
                  <a:cubicBezTo>
                    <a:pt x="152" y="0"/>
                    <a:pt x="127" y="6"/>
                    <a:pt x="104" y="15"/>
                  </a:cubicBezTo>
                  <a:cubicBezTo>
                    <a:pt x="81" y="25"/>
                    <a:pt x="62" y="38"/>
                    <a:pt x="47" y="56"/>
                  </a:cubicBezTo>
                  <a:cubicBezTo>
                    <a:pt x="32" y="73"/>
                    <a:pt x="19" y="93"/>
                    <a:pt x="11" y="117"/>
                  </a:cubicBezTo>
                  <a:cubicBezTo>
                    <a:pt x="2" y="142"/>
                    <a:pt x="0" y="169"/>
                    <a:pt x="0" y="198"/>
                  </a:cubicBezTo>
                  <a:cubicBezTo>
                    <a:pt x="0" y="225"/>
                    <a:pt x="2" y="250"/>
                    <a:pt x="11" y="272"/>
                  </a:cubicBezTo>
                  <a:cubicBezTo>
                    <a:pt x="19" y="296"/>
                    <a:pt x="30" y="315"/>
                    <a:pt x="46" y="333"/>
                  </a:cubicBezTo>
                  <a:close/>
                  <a:moveTo>
                    <a:pt x="44" y="131"/>
                  </a:moveTo>
                  <a:lnTo>
                    <a:pt x="44" y="131"/>
                  </a:lnTo>
                  <a:cubicBezTo>
                    <a:pt x="51" y="112"/>
                    <a:pt x="60" y="95"/>
                    <a:pt x="72" y="80"/>
                  </a:cubicBezTo>
                  <a:cubicBezTo>
                    <a:pt x="85" y="66"/>
                    <a:pt x="99" y="53"/>
                    <a:pt x="117" y="45"/>
                  </a:cubicBezTo>
                  <a:cubicBezTo>
                    <a:pt x="134" y="36"/>
                    <a:pt x="154" y="32"/>
                    <a:pt x="177" y="32"/>
                  </a:cubicBezTo>
                  <a:cubicBezTo>
                    <a:pt x="202" y="32"/>
                    <a:pt x="223" y="36"/>
                    <a:pt x="240" y="45"/>
                  </a:cubicBezTo>
                  <a:cubicBezTo>
                    <a:pt x="258" y="53"/>
                    <a:pt x="272" y="66"/>
                    <a:pt x="283" y="80"/>
                  </a:cubicBezTo>
                  <a:cubicBezTo>
                    <a:pt x="294" y="95"/>
                    <a:pt x="302" y="112"/>
                    <a:pt x="308" y="131"/>
                  </a:cubicBezTo>
                  <a:cubicBezTo>
                    <a:pt x="312" y="151"/>
                    <a:pt x="315" y="172"/>
                    <a:pt x="315" y="194"/>
                  </a:cubicBezTo>
                  <a:cubicBezTo>
                    <a:pt x="315" y="218"/>
                    <a:pt x="312" y="240"/>
                    <a:pt x="306" y="259"/>
                  </a:cubicBezTo>
                  <a:cubicBezTo>
                    <a:pt x="301" y="279"/>
                    <a:pt x="291" y="296"/>
                    <a:pt x="280" y="311"/>
                  </a:cubicBezTo>
                  <a:cubicBezTo>
                    <a:pt x="267" y="325"/>
                    <a:pt x="253" y="336"/>
                    <a:pt x="235" y="344"/>
                  </a:cubicBezTo>
                  <a:cubicBezTo>
                    <a:pt x="217" y="353"/>
                    <a:pt x="198" y="357"/>
                    <a:pt x="174" y="357"/>
                  </a:cubicBezTo>
                  <a:cubicBezTo>
                    <a:pt x="150" y="357"/>
                    <a:pt x="129" y="351"/>
                    <a:pt x="113" y="343"/>
                  </a:cubicBezTo>
                  <a:cubicBezTo>
                    <a:pt x="94" y="335"/>
                    <a:pt x="81" y="322"/>
                    <a:pt x="69" y="307"/>
                  </a:cubicBezTo>
                  <a:cubicBezTo>
                    <a:pt x="58" y="293"/>
                    <a:pt x="50" y="275"/>
                    <a:pt x="43" y="255"/>
                  </a:cubicBezTo>
                  <a:cubicBezTo>
                    <a:pt x="37" y="237"/>
                    <a:pt x="35" y="216"/>
                    <a:pt x="36" y="195"/>
                  </a:cubicBezTo>
                  <a:cubicBezTo>
                    <a:pt x="36" y="173"/>
                    <a:pt x="39" y="152"/>
                    <a:pt x="44"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9" name="Freeform 72">
              <a:extLst>
                <a:ext uri="{FF2B5EF4-FFF2-40B4-BE49-F238E27FC236}">
                  <a16:creationId xmlns:a16="http://schemas.microsoft.com/office/drawing/2014/main" id="{139C24F5-7D6A-62FA-C804-8CDFE064E95B}"/>
                </a:ext>
              </a:extLst>
            </p:cNvPr>
            <p:cNvSpPr>
              <a:spLocks noChangeArrowheads="1"/>
            </p:cNvSpPr>
            <p:nvPr/>
          </p:nvSpPr>
          <p:spPr bwMode="auto">
            <a:xfrm>
              <a:off x="9336088"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2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4" y="50"/>
                  </a:cubicBezTo>
                  <a:cubicBezTo>
                    <a:pt x="35" y="50"/>
                    <a:pt x="35" y="50"/>
                    <a:pt x="35" y="50"/>
                  </a:cubicBezTo>
                  <a:cubicBezTo>
                    <a:pt x="37" y="54"/>
                    <a:pt x="39" y="57"/>
                    <a:pt x="42"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60" y="303"/>
                  </a:cubicBezTo>
                  <a:cubicBezTo>
                    <a:pt x="260" y="310"/>
                    <a:pt x="260" y="315"/>
                    <a:pt x="261" y="322"/>
                  </a:cubicBezTo>
                  <a:cubicBezTo>
                    <a:pt x="260" y="322"/>
                    <a:pt x="260" y="322"/>
                    <a:pt x="260" y="322"/>
                  </a:cubicBezTo>
                  <a:cubicBezTo>
                    <a:pt x="257" y="318"/>
                    <a:pt x="256" y="314"/>
                    <a:pt x="253"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3">
              <a:extLst>
                <a:ext uri="{FF2B5EF4-FFF2-40B4-BE49-F238E27FC236}">
                  <a16:creationId xmlns:a16="http://schemas.microsoft.com/office/drawing/2014/main" id="{1F26A174-A452-87BD-3C54-623DD1E3A0E2}"/>
                </a:ext>
              </a:extLst>
            </p:cNvPr>
            <p:cNvSpPr>
              <a:spLocks noChangeArrowheads="1"/>
            </p:cNvSpPr>
            <p:nvPr/>
          </p:nvSpPr>
          <p:spPr bwMode="auto">
            <a:xfrm>
              <a:off x="9471025" y="947738"/>
              <a:ext cx="76200" cy="139700"/>
            </a:xfrm>
            <a:custGeom>
              <a:avLst/>
              <a:gdLst>
                <a:gd name="T0" fmla="*/ 188 w 213"/>
                <a:gd name="T1" fmla="*/ 229 h 389"/>
                <a:gd name="T2" fmla="*/ 188 w 213"/>
                <a:gd name="T3" fmla="*/ 229 h 389"/>
                <a:gd name="T4" fmla="*/ 159 w 213"/>
                <a:gd name="T5" fmla="*/ 204 h 389"/>
                <a:gd name="T6" fmla="*/ 118 w 213"/>
                <a:gd name="T7" fmla="*/ 180 h 389"/>
                <a:gd name="T8" fmla="*/ 81 w 213"/>
                <a:gd name="T9" fmla="*/ 159 h 389"/>
                <a:gd name="T10" fmla="*/ 56 w 213"/>
                <a:gd name="T11" fmla="*/ 139 h 389"/>
                <a:gd name="T12" fmla="*/ 42 w 213"/>
                <a:gd name="T13" fmla="*/ 120 h 389"/>
                <a:gd name="T14" fmla="*/ 38 w 213"/>
                <a:gd name="T15" fmla="*/ 95 h 389"/>
                <a:gd name="T16" fmla="*/ 43 w 213"/>
                <a:gd name="T17" fmla="*/ 67 h 389"/>
                <a:gd name="T18" fmla="*/ 61 w 213"/>
                <a:gd name="T19" fmla="*/ 47 h 389"/>
                <a:gd name="T20" fmla="*/ 86 w 213"/>
                <a:gd name="T21" fmla="*/ 36 h 389"/>
                <a:gd name="T22" fmla="*/ 118 w 213"/>
                <a:gd name="T23" fmla="*/ 32 h 389"/>
                <a:gd name="T24" fmla="*/ 197 w 213"/>
                <a:gd name="T25" fmla="*/ 52 h 389"/>
                <a:gd name="T26" fmla="*/ 197 w 213"/>
                <a:gd name="T27" fmla="*/ 13 h 389"/>
                <a:gd name="T28" fmla="*/ 123 w 213"/>
                <a:gd name="T29" fmla="*/ 0 h 389"/>
                <a:gd name="T30" fmla="*/ 75 w 213"/>
                <a:gd name="T31" fmla="*/ 7 h 389"/>
                <a:gd name="T32" fmla="*/ 36 w 213"/>
                <a:gd name="T33" fmla="*/ 27 h 389"/>
                <a:gd name="T34" fmla="*/ 10 w 213"/>
                <a:gd name="T35" fmla="*/ 57 h 389"/>
                <a:gd name="T36" fmla="*/ 0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7 h 389"/>
                <a:gd name="T58" fmla="*/ 67 w 213"/>
                <a:gd name="T59" fmla="*/ 354 h 389"/>
                <a:gd name="T60" fmla="*/ 43 w 213"/>
                <a:gd name="T61" fmla="*/ 349 h 389"/>
                <a:gd name="T62" fmla="*/ 19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2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4"/>
                  </a:cubicBezTo>
                  <a:cubicBezTo>
                    <a:pt x="148" y="197"/>
                    <a:pt x="134" y="188"/>
                    <a:pt x="118" y="180"/>
                  </a:cubicBezTo>
                  <a:cubicBezTo>
                    <a:pt x="103" y="172"/>
                    <a:pt x="91" y="165"/>
                    <a:pt x="81" y="159"/>
                  </a:cubicBezTo>
                  <a:cubicBezTo>
                    <a:pt x="70" y="152"/>
                    <a:pt x="61" y="146"/>
                    <a:pt x="56" y="139"/>
                  </a:cubicBezTo>
                  <a:cubicBezTo>
                    <a:pt x="49" y="134"/>
                    <a:pt x="45" y="127"/>
                    <a:pt x="42" y="120"/>
                  </a:cubicBezTo>
                  <a:cubicBezTo>
                    <a:pt x="39" y="113"/>
                    <a:pt x="38" y="105"/>
                    <a:pt x="38" y="95"/>
                  </a:cubicBezTo>
                  <a:cubicBezTo>
                    <a:pt x="38" y="84"/>
                    <a:pt x="39" y="75"/>
                    <a:pt x="43" y="67"/>
                  </a:cubicBezTo>
                  <a:cubicBezTo>
                    <a:pt x="47" y="60"/>
                    <a:pt x="53" y="53"/>
                    <a:pt x="61" y="47"/>
                  </a:cubicBezTo>
                  <a:cubicBezTo>
                    <a:pt x="68" y="43"/>
                    <a:pt x="77" y="39"/>
                    <a:pt x="86" y="36"/>
                  </a:cubicBezTo>
                  <a:cubicBezTo>
                    <a:pt x="96" y="33"/>
                    <a:pt x="107" y="32"/>
                    <a:pt x="118" y="32"/>
                  </a:cubicBezTo>
                  <a:cubicBezTo>
                    <a:pt x="148" y="32"/>
                    <a:pt x="174" y="38"/>
                    <a:pt x="197" y="52"/>
                  </a:cubicBezTo>
                  <a:cubicBezTo>
                    <a:pt x="197" y="13"/>
                    <a:pt x="197" y="13"/>
                    <a:pt x="197" y="13"/>
                  </a:cubicBezTo>
                  <a:cubicBezTo>
                    <a:pt x="176" y="4"/>
                    <a:pt x="152" y="0"/>
                    <a:pt x="123" y="0"/>
                  </a:cubicBezTo>
                  <a:cubicBezTo>
                    <a:pt x="106" y="0"/>
                    <a:pt x="89" y="3"/>
                    <a:pt x="75" y="7"/>
                  </a:cubicBezTo>
                  <a:cubicBezTo>
                    <a:pt x="60" y="11"/>
                    <a:pt x="47" y="18"/>
                    <a:pt x="36" y="27"/>
                  </a:cubicBezTo>
                  <a:cubicBezTo>
                    <a:pt x="25" y="35"/>
                    <a:pt x="17" y="45"/>
                    <a:pt x="10" y="57"/>
                  </a:cubicBezTo>
                  <a:cubicBezTo>
                    <a:pt x="4" y="70"/>
                    <a:pt x="0" y="82"/>
                    <a:pt x="0" y="98"/>
                  </a:cubicBezTo>
                  <a:cubicBezTo>
                    <a:pt x="0" y="110"/>
                    <a:pt x="3" y="121"/>
                    <a:pt x="6" y="130"/>
                  </a:cubicBezTo>
                  <a:cubicBezTo>
                    <a:pt x="10" y="139"/>
                    <a:pt x="14" y="148"/>
                    <a:pt x="22" y="156"/>
                  </a:cubicBezTo>
                  <a:cubicBezTo>
                    <a:pt x="29" y="165"/>
                    <a:pt x="38" y="173"/>
                    <a:pt x="50" y="180"/>
                  </a:cubicBezTo>
                  <a:cubicBezTo>
                    <a:pt x="61" y="188"/>
                    <a:pt x="75" y="197"/>
                    <a:pt x="91" y="205"/>
                  </a:cubicBezTo>
                  <a:cubicBezTo>
                    <a:pt x="106" y="213"/>
                    <a:pt x="118" y="220"/>
                    <a:pt x="128" y="226"/>
                  </a:cubicBezTo>
                  <a:cubicBezTo>
                    <a:pt x="139" y="233"/>
                    <a:pt x="148" y="240"/>
                    <a:pt x="155" y="245"/>
                  </a:cubicBezTo>
                  <a:cubicBezTo>
                    <a:pt x="162" y="252"/>
                    <a:pt x="167" y="259"/>
                    <a:pt x="170" y="266"/>
                  </a:cubicBezTo>
                  <a:cubicBezTo>
                    <a:pt x="174" y="273"/>
                    <a:pt x="176" y="283"/>
                    <a:pt x="176" y="293"/>
                  </a:cubicBezTo>
                  <a:cubicBezTo>
                    <a:pt x="176" y="314"/>
                    <a:pt x="169" y="329"/>
                    <a:pt x="155" y="340"/>
                  </a:cubicBezTo>
                  <a:cubicBezTo>
                    <a:pt x="139" y="351"/>
                    <a:pt x="118" y="357"/>
                    <a:pt x="91" y="357"/>
                  </a:cubicBezTo>
                  <a:cubicBezTo>
                    <a:pt x="84" y="357"/>
                    <a:pt x="75" y="356"/>
                    <a:pt x="67" y="354"/>
                  </a:cubicBezTo>
                  <a:cubicBezTo>
                    <a:pt x="60" y="353"/>
                    <a:pt x="52" y="351"/>
                    <a:pt x="43" y="349"/>
                  </a:cubicBezTo>
                  <a:cubicBezTo>
                    <a:pt x="35" y="346"/>
                    <a:pt x="28" y="343"/>
                    <a:pt x="19" y="339"/>
                  </a:cubicBezTo>
                  <a:cubicBezTo>
                    <a:pt x="12" y="336"/>
                    <a:pt x="6" y="332"/>
                    <a:pt x="0" y="326"/>
                  </a:cubicBezTo>
                  <a:cubicBezTo>
                    <a:pt x="0" y="367"/>
                    <a:pt x="0" y="367"/>
                    <a:pt x="0" y="367"/>
                  </a:cubicBezTo>
                  <a:cubicBezTo>
                    <a:pt x="4" y="371"/>
                    <a:pt x="10" y="374"/>
                    <a:pt x="18" y="375"/>
                  </a:cubicBezTo>
                  <a:cubicBezTo>
                    <a:pt x="25" y="378"/>
                    <a:pt x="33" y="381"/>
                    <a:pt x="42" y="382"/>
                  </a:cubicBezTo>
                  <a:cubicBezTo>
                    <a:pt x="50" y="384"/>
                    <a:pt x="59" y="385"/>
                    <a:pt x="67" y="386"/>
                  </a:cubicBezTo>
                  <a:cubicBezTo>
                    <a:pt x="75" y="388"/>
                    <a:pt x="82" y="388"/>
                    <a:pt x="88" y="388"/>
                  </a:cubicBezTo>
                  <a:cubicBezTo>
                    <a:pt x="106" y="388"/>
                    <a:pt x="123" y="386"/>
                    <a:pt x="138" y="382"/>
                  </a:cubicBezTo>
                  <a:cubicBezTo>
                    <a:pt x="153" y="378"/>
                    <a:pt x="166" y="371"/>
                    <a:pt x="177" y="363"/>
                  </a:cubicBezTo>
                  <a:cubicBezTo>
                    <a:pt x="188" y="354"/>
                    <a:pt x="197" y="344"/>
                    <a:pt x="202" y="332"/>
                  </a:cubicBezTo>
                  <a:cubicBezTo>
                    <a:pt x="209" y="319"/>
                    <a:pt x="212" y="305"/>
                    <a:pt x="212" y="289"/>
                  </a:cubicBezTo>
                  <a:cubicBezTo>
                    <a:pt x="212" y="278"/>
                    <a:pt x="209"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13B74AB1-D2D5-A983-9416-368DD052B763}"/>
              </a:ext>
            </a:extLst>
          </p:cNvPr>
          <p:cNvGrpSpPr/>
          <p:nvPr/>
        </p:nvGrpSpPr>
        <p:grpSpPr>
          <a:xfrm>
            <a:off x="5174331" y="609501"/>
            <a:ext cx="1917700" cy="139700"/>
            <a:chOff x="4146550" y="952500"/>
            <a:chExt cx="1917700" cy="139700"/>
          </a:xfrm>
          <a:solidFill>
            <a:schemeClr val="tx2"/>
          </a:solidFill>
        </p:grpSpPr>
        <p:sp>
          <p:nvSpPr>
            <p:cNvPr id="92" name="Freeform 74">
              <a:extLst>
                <a:ext uri="{FF2B5EF4-FFF2-40B4-BE49-F238E27FC236}">
                  <a16:creationId xmlns:a16="http://schemas.microsoft.com/office/drawing/2014/main" id="{BBD916D0-250B-58BB-3294-A4098DF3A771}"/>
                </a:ext>
              </a:extLst>
            </p:cNvPr>
            <p:cNvSpPr>
              <a:spLocks noChangeArrowheads="1"/>
            </p:cNvSpPr>
            <p:nvPr/>
          </p:nvSpPr>
          <p:spPr bwMode="auto">
            <a:xfrm>
              <a:off x="4146550" y="952500"/>
              <a:ext cx="76200" cy="139700"/>
            </a:xfrm>
            <a:custGeom>
              <a:avLst/>
              <a:gdLst>
                <a:gd name="T0" fmla="*/ 42 w 213"/>
                <a:gd name="T1" fmla="*/ 382 h 389"/>
                <a:gd name="T2" fmla="*/ 42 w 213"/>
                <a:gd name="T3" fmla="*/ 382 h 389"/>
                <a:gd name="T4" fmla="*/ 67 w 213"/>
                <a:gd name="T5" fmla="*/ 387 h 389"/>
                <a:gd name="T6" fmla="*/ 88 w 213"/>
                <a:gd name="T7" fmla="*/ 388 h 389"/>
                <a:gd name="T8" fmla="*/ 138 w 213"/>
                <a:gd name="T9" fmla="*/ 381 h 389"/>
                <a:gd name="T10" fmla="*/ 177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19 w 213"/>
                <a:gd name="T23" fmla="*/ 179 h 389"/>
                <a:gd name="T24" fmla="*/ 81 w 213"/>
                <a:gd name="T25" fmla="*/ 158 h 389"/>
                <a:gd name="T26" fmla="*/ 56 w 213"/>
                <a:gd name="T27" fmla="*/ 140 h 389"/>
                <a:gd name="T28" fmla="*/ 42 w 213"/>
                <a:gd name="T29" fmla="*/ 119 h 389"/>
                <a:gd name="T30" fmla="*/ 38 w 213"/>
                <a:gd name="T31" fmla="*/ 94 h 389"/>
                <a:gd name="T32" fmla="*/ 43 w 213"/>
                <a:gd name="T33" fmla="*/ 67 h 389"/>
                <a:gd name="T34" fmla="*/ 61 w 213"/>
                <a:gd name="T35" fmla="*/ 48 h 389"/>
                <a:gd name="T36" fmla="*/ 88 w 213"/>
                <a:gd name="T37" fmla="*/ 35 h 389"/>
                <a:gd name="T38" fmla="*/ 119 w 213"/>
                <a:gd name="T39" fmla="*/ 32 h 389"/>
                <a:gd name="T40" fmla="*/ 197 w 213"/>
                <a:gd name="T41" fmla="*/ 51 h 389"/>
                <a:gd name="T42" fmla="*/ 197 w 213"/>
                <a:gd name="T43" fmla="*/ 13 h 389"/>
                <a:gd name="T44" fmla="*/ 123 w 213"/>
                <a:gd name="T45" fmla="*/ 0 h 389"/>
                <a:gd name="T46" fmla="*/ 75 w 213"/>
                <a:gd name="T47" fmla="*/ 7 h 389"/>
                <a:gd name="T48" fmla="*/ 38 w 213"/>
                <a:gd name="T49" fmla="*/ 27 h 389"/>
                <a:gd name="T50" fmla="*/ 11 w 213"/>
                <a:gd name="T51" fmla="*/ 58 h 389"/>
                <a:gd name="T52" fmla="*/ 2 w 213"/>
                <a:gd name="T53" fmla="*/ 98 h 389"/>
                <a:gd name="T54" fmla="*/ 6 w 213"/>
                <a:gd name="T55" fmla="*/ 130 h 389"/>
                <a:gd name="T56" fmla="*/ 22 w 213"/>
                <a:gd name="T57" fmla="*/ 157 h 389"/>
                <a:gd name="T58" fmla="*/ 50 w 213"/>
                <a:gd name="T59" fmla="*/ 180 h 389"/>
                <a:gd name="T60" fmla="*/ 92 w 213"/>
                <a:gd name="T61" fmla="*/ 205 h 389"/>
                <a:gd name="T62" fmla="*/ 130 w 213"/>
                <a:gd name="T63" fmla="*/ 226 h 389"/>
                <a:gd name="T64" fmla="*/ 155 w 213"/>
                <a:gd name="T65" fmla="*/ 246 h 389"/>
                <a:gd name="T66" fmla="*/ 172 w 213"/>
                <a:gd name="T67" fmla="*/ 267 h 389"/>
                <a:gd name="T68" fmla="*/ 176 w 213"/>
                <a:gd name="T69" fmla="*/ 292 h 389"/>
                <a:gd name="T70" fmla="*/ 155 w 213"/>
                <a:gd name="T71" fmla="*/ 339 h 389"/>
                <a:gd name="T72" fmla="*/ 91 w 213"/>
                <a:gd name="T73" fmla="*/ 356 h 389"/>
                <a:gd name="T74" fmla="*/ 68 w 213"/>
                <a:gd name="T75" fmla="*/ 355 h 389"/>
                <a:gd name="T76" fmla="*/ 43 w 213"/>
                <a:gd name="T77" fmla="*/ 349 h 389"/>
                <a:gd name="T78" fmla="*/ 21 w 213"/>
                <a:gd name="T79" fmla="*/ 339 h 389"/>
                <a:gd name="T80" fmla="*/ 0 w 213"/>
                <a:gd name="T81" fmla="*/ 327 h 389"/>
                <a:gd name="T82" fmla="*/ 0 w 213"/>
                <a:gd name="T83" fmla="*/ 367 h 389"/>
                <a:gd name="T84" fmla="*/ 18 w 213"/>
                <a:gd name="T85" fmla="*/ 375 h 389"/>
                <a:gd name="T86" fmla="*/ 42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2" y="382"/>
                  </a:moveTo>
                  <a:lnTo>
                    <a:pt x="42" y="382"/>
                  </a:lnTo>
                  <a:cubicBezTo>
                    <a:pt x="50" y="384"/>
                    <a:pt x="59" y="385"/>
                    <a:pt x="67" y="387"/>
                  </a:cubicBezTo>
                  <a:cubicBezTo>
                    <a:pt x="75" y="387"/>
                    <a:pt x="82" y="388"/>
                    <a:pt x="88" y="388"/>
                  </a:cubicBezTo>
                  <a:cubicBezTo>
                    <a:pt x="106" y="388"/>
                    <a:pt x="123" y="385"/>
                    <a:pt x="138" y="381"/>
                  </a:cubicBezTo>
                  <a:cubicBezTo>
                    <a:pt x="154" y="377"/>
                    <a:pt x="166" y="371"/>
                    <a:pt x="177" y="363"/>
                  </a:cubicBezTo>
                  <a:cubicBezTo>
                    <a:pt x="188" y="355"/>
                    <a:pt x="197" y="345"/>
                    <a:pt x="204" y="332"/>
                  </a:cubicBezTo>
                  <a:cubicBezTo>
                    <a:pt x="209" y="320"/>
                    <a:pt x="212" y="304"/>
                    <a:pt x="212" y="289"/>
                  </a:cubicBezTo>
                  <a:cubicBezTo>
                    <a:pt x="212" y="277"/>
                    <a:pt x="211" y="265"/>
                    <a:pt x="207" y="257"/>
                  </a:cubicBezTo>
                  <a:cubicBezTo>
                    <a:pt x="202" y="247"/>
                    <a:pt x="197" y="237"/>
                    <a:pt x="190" y="229"/>
                  </a:cubicBezTo>
                  <a:cubicBezTo>
                    <a:pt x="181" y="221"/>
                    <a:pt x="172" y="212"/>
                    <a:pt x="161" y="204"/>
                  </a:cubicBezTo>
                  <a:cubicBezTo>
                    <a:pt x="148" y="196"/>
                    <a:pt x="134" y="187"/>
                    <a:pt x="119" y="179"/>
                  </a:cubicBezTo>
                  <a:cubicBezTo>
                    <a:pt x="103" y="172"/>
                    <a:pt x="91" y="165"/>
                    <a:pt x="81" y="158"/>
                  </a:cubicBezTo>
                  <a:cubicBezTo>
                    <a:pt x="70" y="152"/>
                    <a:pt x="61" y="145"/>
                    <a:pt x="56" y="140"/>
                  </a:cubicBezTo>
                  <a:cubicBezTo>
                    <a:pt x="49" y="133"/>
                    <a:pt x="45" y="127"/>
                    <a:pt x="42" y="119"/>
                  </a:cubicBezTo>
                  <a:cubicBezTo>
                    <a:pt x="39" y="112"/>
                    <a:pt x="38" y="104"/>
                    <a:pt x="38" y="94"/>
                  </a:cubicBezTo>
                  <a:cubicBezTo>
                    <a:pt x="38" y="84"/>
                    <a:pt x="39" y="76"/>
                    <a:pt x="43" y="67"/>
                  </a:cubicBezTo>
                  <a:cubicBezTo>
                    <a:pt x="49" y="59"/>
                    <a:pt x="55" y="53"/>
                    <a:pt x="61" y="48"/>
                  </a:cubicBezTo>
                  <a:cubicBezTo>
                    <a:pt x="68" y="42"/>
                    <a:pt x="78" y="38"/>
                    <a:pt x="88" y="35"/>
                  </a:cubicBezTo>
                  <a:cubicBezTo>
                    <a:pt x="98" y="34"/>
                    <a:pt x="108" y="32"/>
                    <a:pt x="119" y="32"/>
                  </a:cubicBezTo>
                  <a:cubicBezTo>
                    <a:pt x="149" y="32"/>
                    <a:pt x="174" y="38"/>
                    <a:pt x="197" y="51"/>
                  </a:cubicBezTo>
                  <a:cubicBezTo>
                    <a:pt x="197" y="13"/>
                    <a:pt x="197" y="13"/>
                    <a:pt x="197" y="13"/>
                  </a:cubicBezTo>
                  <a:cubicBezTo>
                    <a:pt x="177" y="5"/>
                    <a:pt x="152" y="0"/>
                    <a:pt x="123" y="0"/>
                  </a:cubicBezTo>
                  <a:cubicBezTo>
                    <a:pt x="106" y="0"/>
                    <a:pt x="91" y="2"/>
                    <a:pt x="75" y="7"/>
                  </a:cubicBezTo>
                  <a:cubicBezTo>
                    <a:pt x="61" y="12"/>
                    <a:pt x="48" y="18"/>
                    <a:pt x="38" y="27"/>
                  </a:cubicBezTo>
                  <a:cubicBezTo>
                    <a:pt x="27" y="35"/>
                    <a:pt x="17" y="45"/>
                    <a:pt x="11" y="58"/>
                  </a:cubicBezTo>
                  <a:cubicBezTo>
                    <a:pt x="4" y="69"/>
                    <a:pt x="2" y="83"/>
                    <a:pt x="2" y="98"/>
                  </a:cubicBezTo>
                  <a:cubicBezTo>
                    <a:pt x="2" y="111"/>
                    <a:pt x="3" y="120"/>
                    <a:pt x="6" y="130"/>
                  </a:cubicBezTo>
                  <a:cubicBezTo>
                    <a:pt x="10" y="140"/>
                    <a:pt x="15" y="148"/>
                    <a:pt x="22" y="157"/>
                  </a:cubicBezTo>
                  <a:cubicBezTo>
                    <a:pt x="29" y="165"/>
                    <a:pt x="39" y="172"/>
                    <a:pt x="50" y="180"/>
                  </a:cubicBezTo>
                  <a:cubicBezTo>
                    <a:pt x="61" y="189"/>
                    <a:pt x="75" y="196"/>
                    <a:pt x="92" y="205"/>
                  </a:cubicBezTo>
                  <a:cubicBezTo>
                    <a:pt x="106" y="212"/>
                    <a:pt x="119" y="221"/>
                    <a:pt x="130" y="226"/>
                  </a:cubicBezTo>
                  <a:cubicBezTo>
                    <a:pt x="140" y="233"/>
                    <a:pt x="148" y="239"/>
                    <a:pt x="155" y="246"/>
                  </a:cubicBezTo>
                  <a:cubicBezTo>
                    <a:pt x="162" y="253"/>
                    <a:pt x="167" y="260"/>
                    <a:pt x="172" y="267"/>
                  </a:cubicBezTo>
                  <a:cubicBezTo>
                    <a:pt x="174" y="274"/>
                    <a:pt x="176" y="282"/>
                    <a:pt x="176" y="292"/>
                  </a:cubicBezTo>
                  <a:cubicBezTo>
                    <a:pt x="176" y="313"/>
                    <a:pt x="169" y="329"/>
                    <a:pt x="155" y="339"/>
                  </a:cubicBezTo>
                  <a:cubicBezTo>
                    <a:pt x="141" y="350"/>
                    <a:pt x="120" y="356"/>
                    <a:pt x="91" y="356"/>
                  </a:cubicBezTo>
                  <a:cubicBezTo>
                    <a:pt x="84" y="356"/>
                    <a:pt x="75" y="356"/>
                    <a:pt x="68" y="355"/>
                  </a:cubicBezTo>
                  <a:cubicBezTo>
                    <a:pt x="60" y="353"/>
                    <a:pt x="52" y="352"/>
                    <a:pt x="43" y="349"/>
                  </a:cubicBezTo>
                  <a:cubicBezTo>
                    <a:pt x="36" y="346"/>
                    <a:pt x="28" y="343"/>
                    <a:pt x="21" y="339"/>
                  </a:cubicBezTo>
                  <a:cubicBezTo>
                    <a:pt x="13" y="335"/>
                    <a:pt x="6" y="331"/>
                    <a:pt x="0" y="327"/>
                  </a:cubicBezTo>
                  <a:cubicBezTo>
                    <a:pt x="0" y="367"/>
                    <a:pt x="0" y="367"/>
                    <a:pt x="0" y="367"/>
                  </a:cubicBezTo>
                  <a:cubicBezTo>
                    <a:pt x="4" y="370"/>
                    <a:pt x="11" y="373"/>
                    <a:pt x="18" y="375"/>
                  </a:cubicBezTo>
                  <a:cubicBezTo>
                    <a:pt x="27" y="378"/>
                    <a:pt x="34" y="380"/>
                    <a:pt x="42"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5">
              <a:extLst>
                <a:ext uri="{FF2B5EF4-FFF2-40B4-BE49-F238E27FC236}">
                  <a16:creationId xmlns:a16="http://schemas.microsoft.com/office/drawing/2014/main" id="{62AF9458-4077-A05E-76F9-468D6BB1AFE7}"/>
                </a:ext>
              </a:extLst>
            </p:cNvPr>
            <p:cNvSpPr>
              <a:spLocks noChangeArrowheads="1"/>
            </p:cNvSpPr>
            <p:nvPr/>
          </p:nvSpPr>
          <p:spPr bwMode="auto">
            <a:xfrm>
              <a:off x="4251325" y="955675"/>
              <a:ext cx="98425" cy="134938"/>
            </a:xfrm>
            <a:custGeom>
              <a:avLst/>
              <a:gdLst>
                <a:gd name="T0" fmla="*/ 35 w 275"/>
                <a:gd name="T1" fmla="*/ 199 h 376"/>
                <a:gd name="T2" fmla="*/ 239 w 275"/>
                <a:gd name="T3" fmla="*/ 199 h 376"/>
                <a:gd name="T4" fmla="*/ 239 w 275"/>
                <a:gd name="T5" fmla="*/ 375 h 376"/>
                <a:gd name="T6" fmla="*/ 274 w 275"/>
                <a:gd name="T7" fmla="*/ 375 h 376"/>
                <a:gd name="T8" fmla="*/ 274 w 275"/>
                <a:gd name="T9" fmla="*/ 0 h 376"/>
                <a:gd name="T10" fmla="*/ 239 w 275"/>
                <a:gd name="T11" fmla="*/ 0 h 376"/>
                <a:gd name="T12" fmla="*/ 239 w 275"/>
                <a:gd name="T13" fmla="*/ 169 h 376"/>
                <a:gd name="T14" fmla="*/ 35 w 275"/>
                <a:gd name="T15" fmla="*/ 169 h 376"/>
                <a:gd name="T16" fmla="*/ 35 w 275"/>
                <a:gd name="T17" fmla="*/ 0 h 376"/>
                <a:gd name="T18" fmla="*/ 0 w 275"/>
                <a:gd name="T19" fmla="*/ 0 h 376"/>
                <a:gd name="T20" fmla="*/ 0 w 275"/>
                <a:gd name="T21" fmla="*/ 375 h 376"/>
                <a:gd name="T22" fmla="*/ 35 w 275"/>
                <a:gd name="T23" fmla="*/ 375 h 376"/>
                <a:gd name="T24" fmla="*/ 35 w 275"/>
                <a:gd name="T25" fmla="*/ 19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35" y="199"/>
                  </a:moveTo>
                  <a:lnTo>
                    <a:pt x="239" y="199"/>
                  </a:lnTo>
                  <a:lnTo>
                    <a:pt x="239" y="375"/>
                  </a:lnTo>
                  <a:lnTo>
                    <a:pt x="274" y="375"/>
                  </a:lnTo>
                  <a:lnTo>
                    <a:pt x="274" y="0"/>
                  </a:lnTo>
                  <a:lnTo>
                    <a:pt x="239" y="0"/>
                  </a:lnTo>
                  <a:lnTo>
                    <a:pt x="239" y="169"/>
                  </a:lnTo>
                  <a:lnTo>
                    <a:pt x="35" y="169"/>
                  </a:lnTo>
                  <a:lnTo>
                    <a:pt x="35" y="0"/>
                  </a:lnTo>
                  <a:lnTo>
                    <a:pt x="0" y="0"/>
                  </a:lnTo>
                  <a:lnTo>
                    <a:pt x="0" y="375"/>
                  </a:lnTo>
                  <a:lnTo>
                    <a:pt x="35" y="375"/>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6">
              <a:extLst>
                <a:ext uri="{FF2B5EF4-FFF2-40B4-BE49-F238E27FC236}">
                  <a16:creationId xmlns:a16="http://schemas.microsoft.com/office/drawing/2014/main" id="{9F242DAB-0578-1447-201C-AF3BDE30799C}"/>
                </a:ext>
              </a:extLst>
            </p:cNvPr>
            <p:cNvSpPr>
              <a:spLocks noChangeArrowheads="1"/>
            </p:cNvSpPr>
            <p:nvPr/>
          </p:nvSpPr>
          <p:spPr bwMode="auto">
            <a:xfrm>
              <a:off x="4376738" y="952500"/>
              <a:ext cx="127000" cy="139700"/>
            </a:xfrm>
            <a:custGeom>
              <a:avLst/>
              <a:gdLst>
                <a:gd name="T0" fmla="*/ 47 w 354"/>
                <a:gd name="T1" fmla="*/ 332 h 389"/>
                <a:gd name="T2" fmla="*/ 47 w 354"/>
                <a:gd name="T3" fmla="*/ 332 h 389"/>
                <a:gd name="T4" fmla="*/ 102 w 354"/>
                <a:gd name="T5" fmla="*/ 373 h 389"/>
                <a:gd name="T6" fmla="*/ 176 w 354"/>
                <a:gd name="T7" fmla="*/ 388 h 389"/>
                <a:gd name="T8" fmla="*/ 251 w 354"/>
                <a:gd name="T9" fmla="*/ 373 h 389"/>
                <a:gd name="T10" fmla="*/ 307 w 354"/>
                <a:gd name="T11" fmla="*/ 331 h 389"/>
                <a:gd name="T12" fmla="*/ 342 w 354"/>
                <a:gd name="T13" fmla="*/ 268 h 389"/>
                <a:gd name="T14" fmla="*/ 353 w 354"/>
                <a:gd name="T15" fmla="*/ 189 h 389"/>
                <a:gd name="T16" fmla="*/ 342 w 354"/>
                <a:gd name="T17" fmla="*/ 113 h 389"/>
                <a:gd name="T18" fmla="*/ 307 w 354"/>
                <a:gd name="T19" fmla="*/ 53 h 389"/>
                <a:gd name="T20" fmla="*/ 252 w 354"/>
                <a:gd name="T21" fmla="*/ 14 h 389"/>
                <a:gd name="T22" fmla="*/ 181 w 354"/>
                <a:gd name="T23" fmla="*/ 0 h 389"/>
                <a:gd name="T24" fmla="*/ 104 w 354"/>
                <a:gd name="T25" fmla="*/ 14 h 389"/>
                <a:gd name="T26" fmla="*/ 47 w 354"/>
                <a:gd name="T27" fmla="*/ 55 h 389"/>
                <a:gd name="T28" fmla="*/ 12 w 354"/>
                <a:gd name="T29" fmla="*/ 117 h 389"/>
                <a:gd name="T30" fmla="*/ 0 w 354"/>
                <a:gd name="T31" fmla="*/ 198 h 389"/>
                <a:gd name="T32" fmla="*/ 12 w 354"/>
                <a:gd name="T33" fmla="*/ 272 h 389"/>
                <a:gd name="T34" fmla="*/ 47 w 354"/>
                <a:gd name="T35" fmla="*/ 332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8 w 354"/>
                <a:gd name="T55" fmla="*/ 258 h 389"/>
                <a:gd name="T56" fmla="*/ 280 w 354"/>
                <a:gd name="T57" fmla="*/ 310 h 389"/>
                <a:gd name="T58" fmla="*/ 237 w 354"/>
                <a:gd name="T59" fmla="*/ 345 h 389"/>
                <a:gd name="T60" fmla="*/ 174 w 354"/>
                <a:gd name="T61" fmla="*/ 356 h 389"/>
                <a:gd name="T62" fmla="*/ 114 w 354"/>
                <a:gd name="T63" fmla="*/ 343 h 389"/>
                <a:gd name="T64" fmla="*/ 70 w 354"/>
                <a:gd name="T65" fmla="*/ 307 h 389"/>
                <a:gd name="T66" fmla="*/ 45 w 354"/>
                <a:gd name="T67" fmla="*/ 256 h 389"/>
                <a:gd name="T68" fmla="*/ 36 w 354"/>
                <a:gd name="T69" fmla="*/ 194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2"/>
                  </a:moveTo>
                  <a:lnTo>
                    <a:pt x="47" y="332"/>
                  </a:lnTo>
                  <a:cubicBezTo>
                    <a:pt x="63" y="350"/>
                    <a:pt x="81" y="363"/>
                    <a:pt x="102" y="373"/>
                  </a:cubicBezTo>
                  <a:cubicBezTo>
                    <a:pt x="124" y="382"/>
                    <a:pt x="148" y="388"/>
                    <a:pt x="176" y="388"/>
                  </a:cubicBezTo>
                  <a:cubicBezTo>
                    <a:pt x="203" y="388"/>
                    <a:pt x="229" y="382"/>
                    <a:pt x="251" y="373"/>
                  </a:cubicBezTo>
                  <a:cubicBezTo>
                    <a:pt x="273" y="363"/>
                    <a:pt x="291" y="349"/>
                    <a:pt x="307" y="331"/>
                  </a:cubicBezTo>
                  <a:cubicBezTo>
                    <a:pt x="322" y="313"/>
                    <a:pt x="333" y="292"/>
                    <a:pt x="342" y="268"/>
                  </a:cubicBezTo>
                  <a:cubicBezTo>
                    <a:pt x="349" y="243"/>
                    <a:pt x="353" y="217"/>
                    <a:pt x="353" y="189"/>
                  </a:cubicBezTo>
                  <a:cubicBezTo>
                    <a:pt x="353" y="162"/>
                    <a:pt x="349" y="137"/>
                    <a:pt x="342" y="113"/>
                  </a:cubicBezTo>
                  <a:cubicBezTo>
                    <a:pt x="333" y="91"/>
                    <a:pt x="322" y="70"/>
                    <a:pt x="307" y="53"/>
                  </a:cubicBezTo>
                  <a:cubicBezTo>
                    <a:pt x="291" y="37"/>
                    <a:pt x="275" y="24"/>
                    <a:pt x="252" y="14"/>
                  </a:cubicBezTo>
                  <a:cubicBezTo>
                    <a:pt x="231" y="5"/>
                    <a:pt x="208" y="0"/>
                    <a:pt x="181" y="0"/>
                  </a:cubicBezTo>
                  <a:cubicBezTo>
                    <a:pt x="153" y="0"/>
                    <a:pt x="127" y="5"/>
                    <a:pt x="104" y="14"/>
                  </a:cubicBezTo>
                  <a:cubicBezTo>
                    <a:pt x="82" y="24"/>
                    <a:pt x="63" y="38"/>
                    <a:pt x="47" y="55"/>
                  </a:cubicBezTo>
                  <a:cubicBezTo>
                    <a:pt x="32" y="73"/>
                    <a:pt x="21" y="94"/>
                    <a:pt x="12" y="117"/>
                  </a:cubicBezTo>
                  <a:cubicBezTo>
                    <a:pt x="4" y="143"/>
                    <a:pt x="0" y="169"/>
                    <a:pt x="0" y="198"/>
                  </a:cubicBezTo>
                  <a:cubicBezTo>
                    <a:pt x="0" y="225"/>
                    <a:pt x="4" y="250"/>
                    <a:pt x="12" y="272"/>
                  </a:cubicBezTo>
                  <a:cubicBezTo>
                    <a:pt x="21" y="296"/>
                    <a:pt x="32" y="316"/>
                    <a:pt x="47" y="332"/>
                  </a:cubicBezTo>
                  <a:close/>
                  <a:moveTo>
                    <a:pt x="46" y="131"/>
                  </a:moveTo>
                  <a:lnTo>
                    <a:pt x="46" y="131"/>
                  </a:lnTo>
                  <a:cubicBezTo>
                    <a:pt x="51" y="112"/>
                    <a:pt x="61" y="95"/>
                    <a:pt x="74" y="80"/>
                  </a:cubicBezTo>
                  <a:cubicBezTo>
                    <a:pt x="85" y="65"/>
                    <a:pt x="100" y="53"/>
                    <a:pt x="117" y="45"/>
                  </a:cubicBezTo>
                  <a:cubicBezTo>
                    <a:pt x="135" y="37"/>
                    <a:pt x="155" y="32"/>
                    <a:pt x="178" y="32"/>
                  </a:cubicBezTo>
                  <a:cubicBezTo>
                    <a:pt x="202" y="32"/>
                    <a:pt x="223" y="37"/>
                    <a:pt x="241" y="45"/>
                  </a:cubicBezTo>
                  <a:cubicBezTo>
                    <a:pt x="258" y="53"/>
                    <a:pt x="272" y="65"/>
                    <a:pt x="283" y="80"/>
                  </a:cubicBezTo>
                  <a:cubicBezTo>
                    <a:pt x="296" y="95"/>
                    <a:pt x="303" y="112"/>
                    <a:pt x="308" y="131"/>
                  </a:cubicBezTo>
                  <a:cubicBezTo>
                    <a:pt x="314" y="151"/>
                    <a:pt x="316" y="172"/>
                    <a:pt x="316" y="194"/>
                  </a:cubicBezTo>
                  <a:cubicBezTo>
                    <a:pt x="316" y="218"/>
                    <a:pt x="314" y="239"/>
                    <a:pt x="308" y="258"/>
                  </a:cubicBezTo>
                  <a:cubicBezTo>
                    <a:pt x="301" y="279"/>
                    <a:pt x="293" y="296"/>
                    <a:pt x="280" y="310"/>
                  </a:cubicBezTo>
                  <a:cubicBezTo>
                    <a:pt x="269" y="325"/>
                    <a:pt x="254" y="336"/>
                    <a:pt x="237" y="345"/>
                  </a:cubicBezTo>
                  <a:cubicBezTo>
                    <a:pt x="219" y="352"/>
                    <a:pt x="198" y="356"/>
                    <a:pt x="174" y="356"/>
                  </a:cubicBezTo>
                  <a:cubicBezTo>
                    <a:pt x="152" y="356"/>
                    <a:pt x="131" y="352"/>
                    <a:pt x="114" y="343"/>
                  </a:cubicBezTo>
                  <a:cubicBezTo>
                    <a:pt x="96" y="334"/>
                    <a:pt x="82" y="323"/>
                    <a:pt x="70" y="307"/>
                  </a:cubicBezTo>
                  <a:cubicBezTo>
                    <a:pt x="58" y="292"/>
                    <a:pt x="50" y="275"/>
                    <a:pt x="45" y="256"/>
                  </a:cubicBezTo>
                  <a:cubicBezTo>
                    <a:pt x="39" y="236"/>
                    <a:pt x="36" y="217"/>
                    <a:pt x="36" y="194"/>
                  </a:cubicBezTo>
                  <a:cubicBezTo>
                    <a:pt x="36" y="172"/>
                    <a:pt x="40" y="151"/>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7">
              <a:extLst>
                <a:ext uri="{FF2B5EF4-FFF2-40B4-BE49-F238E27FC236}">
                  <a16:creationId xmlns:a16="http://schemas.microsoft.com/office/drawing/2014/main" id="{94C3FFBA-FEF2-779F-9BC7-E4316E6BC761}"/>
                </a:ext>
              </a:extLst>
            </p:cNvPr>
            <p:cNvSpPr>
              <a:spLocks noChangeArrowheads="1"/>
            </p:cNvSpPr>
            <p:nvPr/>
          </p:nvSpPr>
          <p:spPr bwMode="auto">
            <a:xfrm>
              <a:off x="4530725" y="955675"/>
              <a:ext cx="79375" cy="134938"/>
            </a:xfrm>
            <a:custGeom>
              <a:avLst/>
              <a:gdLst>
                <a:gd name="T0" fmla="*/ 211 w 220"/>
                <a:gd name="T1" fmla="*/ 63 h 376"/>
                <a:gd name="T2" fmla="*/ 211 w 220"/>
                <a:gd name="T3" fmla="*/ 63 h 376"/>
                <a:gd name="T4" fmla="*/ 187 w 220"/>
                <a:gd name="T5" fmla="*/ 29 h 376"/>
                <a:gd name="T6" fmla="*/ 149 w 220"/>
                <a:gd name="T7" fmla="*/ 8 h 376"/>
                <a:gd name="T8" fmla="*/ 96 w 220"/>
                <a:gd name="T9" fmla="*/ 0 h 376"/>
                <a:gd name="T10" fmla="*/ 0 w 220"/>
                <a:gd name="T11" fmla="*/ 0 h 376"/>
                <a:gd name="T12" fmla="*/ 0 w 220"/>
                <a:gd name="T13" fmla="*/ 375 h 376"/>
                <a:gd name="T14" fmla="*/ 35 w 220"/>
                <a:gd name="T15" fmla="*/ 375 h 376"/>
                <a:gd name="T16" fmla="*/ 35 w 220"/>
                <a:gd name="T17" fmla="*/ 230 h 376"/>
                <a:gd name="T18" fmla="*/ 87 w 220"/>
                <a:gd name="T19" fmla="*/ 230 h 376"/>
                <a:gd name="T20" fmla="*/ 142 w 220"/>
                <a:gd name="T21" fmla="*/ 220 h 376"/>
                <a:gd name="T22" fmla="*/ 184 w 220"/>
                <a:gd name="T23" fmla="*/ 195 h 376"/>
                <a:gd name="T24" fmla="*/ 211 w 220"/>
                <a:gd name="T25" fmla="*/ 158 h 376"/>
                <a:gd name="T26" fmla="*/ 219 w 220"/>
                <a:gd name="T27" fmla="*/ 109 h 376"/>
                <a:gd name="T28" fmla="*/ 211 w 220"/>
                <a:gd name="T29" fmla="*/ 63 h 376"/>
                <a:gd name="T30" fmla="*/ 158 w 220"/>
                <a:gd name="T31" fmla="*/ 176 h 376"/>
                <a:gd name="T32" fmla="*/ 158 w 220"/>
                <a:gd name="T33" fmla="*/ 176 h 376"/>
                <a:gd name="T34" fmla="*/ 84 w 220"/>
                <a:gd name="T35" fmla="*/ 198 h 376"/>
                <a:gd name="T36" fmla="*/ 35 w 220"/>
                <a:gd name="T37" fmla="*/ 198 h 376"/>
                <a:gd name="T38" fmla="*/ 35 w 220"/>
                <a:gd name="T39" fmla="*/ 32 h 376"/>
                <a:gd name="T40" fmla="*/ 91 w 220"/>
                <a:gd name="T41" fmla="*/ 32 h 376"/>
                <a:gd name="T42" fmla="*/ 183 w 220"/>
                <a:gd name="T43" fmla="*/ 111 h 376"/>
                <a:gd name="T44" fmla="*/ 158 w 220"/>
                <a:gd name="T45" fmla="*/ 17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211" y="63"/>
                  </a:moveTo>
                  <a:lnTo>
                    <a:pt x="211" y="63"/>
                  </a:lnTo>
                  <a:cubicBezTo>
                    <a:pt x="206" y="50"/>
                    <a:pt x="198" y="38"/>
                    <a:pt x="187" y="29"/>
                  </a:cubicBezTo>
                  <a:cubicBezTo>
                    <a:pt x="177" y="19"/>
                    <a:pt x="165" y="12"/>
                    <a:pt x="149" y="8"/>
                  </a:cubicBezTo>
                  <a:cubicBezTo>
                    <a:pt x="134" y="3"/>
                    <a:pt x="116" y="0"/>
                    <a:pt x="96" y="0"/>
                  </a:cubicBezTo>
                  <a:cubicBezTo>
                    <a:pt x="0" y="0"/>
                    <a:pt x="0" y="0"/>
                    <a:pt x="0" y="0"/>
                  </a:cubicBezTo>
                  <a:cubicBezTo>
                    <a:pt x="0" y="375"/>
                    <a:pt x="0" y="375"/>
                    <a:pt x="0" y="375"/>
                  </a:cubicBezTo>
                  <a:cubicBezTo>
                    <a:pt x="35" y="375"/>
                    <a:pt x="35" y="375"/>
                    <a:pt x="35" y="375"/>
                  </a:cubicBezTo>
                  <a:cubicBezTo>
                    <a:pt x="35" y="230"/>
                    <a:pt x="35" y="230"/>
                    <a:pt x="35" y="230"/>
                  </a:cubicBezTo>
                  <a:cubicBezTo>
                    <a:pt x="87" y="230"/>
                    <a:pt x="87" y="230"/>
                    <a:pt x="87" y="230"/>
                  </a:cubicBezTo>
                  <a:cubicBezTo>
                    <a:pt x="107" y="230"/>
                    <a:pt x="126" y="226"/>
                    <a:pt x="142" y="220"/>
                  </a:cubicBezTo>
                  <a:cubicBezTo>
                    <a:pt x="159" y="215"/>
                    <a:pt x="173" y="206"/>
                    <a:pt x="184" y="195"/>
                  </a:cubicBezTo>
                  <a:cubicBezTo>
                    <a:pt x="195" y="184"/>
                    <a:pt x="204" y="171"/>
                    <a:pt x="211" y="158"/>
                  </a:cubicBezTo>
                  <a:cubicBezTo>
                    <a:pt x="216" y="142"/>
                    <a:pt x="219" y="127"/>
                    <a:pt x="219" y="109"/>
                  </a:cubicBezTo>
                  <a:cubicBezTo>
                    <a:pt x="219" y="92"/>
                    <a:pt x="216" y="77"/>
                    <a:pt x="211" y="63"/>
                  </a:cubicBezTo>
                  <a:close/>
                  <a:moveTo>
                    <a:pt x="158" y="176"/>
                  </a:moveTo>
                  <a:lnTo>
                    <a:pt x="158" y="176"/>
                  </a:lnTo>
                  <a:cubicBezTo>
                    <a:pt x="141" y="190"/>
                    <a:pt x="117" y="198"/>
                    <a:pt x="84" y="198"/>
                  </a:cubicBezTo>
                  <a:cubicBezTo>
                    <a:pt x="35" y="198"/>
                    <a:pt x="35" y="198"/>
                    <a:pt x="35" y="198"/>
                  </a:cubicBezTo>
                  <a:cubicBezTo>
                    <a:pt x="35" y="32"/>
                    <a:pt x="35" y="32"/>
                    <a:pt x="35" y="32"/>
                  </a:cubicBezTo>
                  <a:cubicBezTo>
                    <a:pt x="91" y="32"/>
                    <a:pt x="91" y="32"/>
                    <a:pt x="91" y="32"/>
                  </a:cubicBezTo>
                  <a:cubicBezTo>
                    <a:pt x="152" y="32"/>
                    <a:pt x="183" y="59"/>
                    <a:pt x="183" y="111"/>
                  </a:cubicBezTo>
                  <a:cubicBezTo>
                    <a:pt x="183" y="139"/>
                    <a:pt x="174" y="160"/>
                    <a:pt x="158" y="17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8">
              <a:extLst>
                <a:ext uri="{FF2B5EF4-FFF2-40B4-BE49-F238E27FC236}">
                  <a16:creationId xmlns:a16="http://schemas.microsoft.com/office/drawing/2014/main" id="{7F28FC56-9551-C550-5C27-281D7B4C4B22}"/>
                </a:ext>
              </a:extLst>
            </p:cNvPr>
            <p:cNvSpPr>
              <a:spLocks noChangeArrowheads="1"/>
            </p:cNvSpPr>
            <p:nvPr/>
          </p:nvSpPr>
          <p:spPr bwMode="auto">
            <a:xfrm>
              <a:off x="4637088" y="955675"/>
              <a:ext cx="79375" cy="134938"/>
            </a:xfrm>
            <a:custGeom>
              <a:avLst/>
              <a:gdLst>
                <a:gd name="T0" fmla="*/ 35 w 220"/>
                <a:gd name="T1" fmla="*/ 230 h 376"/>
                <a:gd name="T2" fmla="*/ 35 w 220"/>
                <a:gd name="T3" fmla="*/ 230 h 376"/>
                <a:gd name="T4" fmla="*/ 86 w 220"/>
                <a:gd name="T5" fmla="*/ 230 h 376"/>
                <a:gd name="T6" fmla="*/ 142 w 220"/>
                <a:gd name="T7" fmla="*/ 220 h 376"/>
                <a:gd name="T8" fmla="*/ 184 w 220"/>
                <a:gd name="T9" fmla="*/ 195 h 376"/>
                <a:gd name="T10" fmla="*/ 210 w 220"/>
                <a:gd name="T11" fmla="*/ 158 h 376"/>
                <a:gd name="T12" fmla="*/ 219 w 220"/>
                <a:gd name="T13" fmla="*/ 109 h 376"/>
                <a:gd name="T14" fmla="*/ 210 w 220"/>
                <a:gd name="T15" fmla="*/ 63 h 376"/>
                <a:gd name="T16" fmla="*/ 187 w 220"/>
                <a:gd name="T17" fmla="*/ 29 h 376"/>
                <a:gd name="T18" fmla="*/ 149 w 220"/>
                <a:gd name="T19" fmla="*/ 8 h 376"/>
                <a:gd name="T20" fmla="*/ 96 w 220"/>
                <a:gd name="T21" fmla="*/ 0 h 376"/>
                <a:gd name="T22" fmla="*/ 0 w 220"/>
                <a:gd name="T23" fmla="*/ 0 h 376"/>
                <a:gd name="T24" fmla="*/ 0 w 220"/>
                <a:gd name="T25" fmla="*/ 375 h 376"/>
                <a:gd name="T26" fmla="*/ 35 w 220"/>
                <a:gd name="T27" fmla="*/ 375 h 376"/>
                <a:gd name="T28" fmla="*/ 35 w 220"/>
                <a:gd name="T29" fmla="*/ 230 h 376"/>
                <a:gd name="T30" fmla="*/ 35 w 220"/>
                <a:gd name="T31" fmla="*/ 32 h 376"/>
                <a:gd name="T32" fmla="*/ 35 w 220"/>
                <a:gd name="T33" fmla="*/ 32 h 376"/>
                <a:gd name="T34" fmla="*/ 90 w 220"/>
                <a:gd name="T35" fmla="*/ 32 h 376"/>
                <a:gd name="T36" fmla="*/ 182 w 220"/>
                <a:gd name="T37" fmla="*/ 111 h 376"/>
                <a:gd name="T38" fmla="*/ 157 w 220"/>
                <a:gd name="T39" fmla="*/ 176 h 376"/>
                <a:gd name="T40" fmla="*/ 83 w 220"/>
                <a:gd name="T41" fmla="*/ 198 h 376"/>
                <a:gd name="T42" fmla="*/ 35 w 220"/>
                <a:gd name="T43" fmla="*/ 198 h 376"/>
                <a:gd name="T44" fmla="*/ 35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5" y="230"/>
                  </a:moveTo>
                  <a:lnTo>
                    <a:pt x="35" y="230"/>
                  </a:lnTo>
                  <a:cubicBezTo>
                    <a:pt x="86" y="230"/>
                    <a:pt x="86" y="230"/>
                    <a:pt x="86" y="230"/>
                  </a:cubicBezTo>
                  <a:cubicBezTo>
                    <a:pt x="107" y="230"/>
                    <a:pt x="125" y="226"/>
                    <a:pt x="142" y="220"/>
                  </a:cubicBezTo>
                  <a:cubicBezTo>
                    <a:pt x="159" y="215"/>
                    <a:pt x="171" y="206"/>
                    <a:pt x="184" y="195"/>
                  </a:cubicBezTo>
                  <a:cubicBezTo>
                    <a:pt x="195" y="184"/>
                    <a:pt x="203" y="171"/>
                    <a:pt x="210" y="158"/>
                  </a:cubicBezTo>
                  <a:cubicBezTo>
                    <a:pt x="216" y="142"/>
                    <a:pt x="219" y="127"/>
                    <a:pt x="219" y="109"/>
                  </a:cubicBezTo>
                  <a:cubicBezTo>
                    <a:pt x="219" y="92"/>
                    <a:pt x="216" y="77"/>
                    <a:pt x="210" y="63"/>
                  </a:cubicBezTo>
                  <a:cubicBezTo>
                    <a:pt x="205" y="50"/>
                    <a:pt x="198" y="38"/>
                    <a:pt x="187" y="29"/>
                  </a:cubicBezTo>
                  <a:cubicBezTo>
                    <a:pt x="177" y="19"/>
                    <a:pt x="164" y="12"/>
                    <a:pt x="149" y="8"/>
                  </a:cubicBezTo>
                  <a:cubicBezTo>
                    <a:pt x="134" y="3"/>
                    <a:pt x="115" y="0"/>
                    <a:pt x="96" y="0"/>
                  </a:cubicBezTo>
                  <a:cubicBezTo>
                    <a:pt x="0" y="0"/>
                    <a:pt x="0" y="0"/>
                    <a:pt x="0" y="0"/>
                  </a:cubicBezTo>
                  <a:cubicBezTo>
                    <a:pt x="0" y="375"/>
                    <a:pt x="0" y="375"/>
                    <a:pt x="0" y="375"/>
                  </a:cubicBezTo>
                  <a:cubicBezTo>
                    <a:pt x="35" y="375"/>
                    <a:pt x="35" y="375"/>
                    <a:pt x="35" y="375"/>
                  </a:cubicBezTo>
                  <a:lnTo>
                    <a:pt x="35" y="230"/>
                  </a:lnTo>
                  <a:close/>
                  <a:moveTo>
                    <a:pt x="35" y="32"/>
                  </a:moveTo>
                  <a:lnTo>
                    <a:pt x="35" y="32"/>
                  </a:lnTo>
                  <a:cubicBezTo>
                    <a:pt x="90" y="32"/>
                    <a:pt x="90" y="32"/>
                    <a:pt x="90" y="32"/>
                  </a:cubicBezTo>
                  <a:cubicBezTo>
                    <a:pt x="152" y="32"/>
                    <a:pt x="182" y="59"/>
                    <a:pt x="182" y="111"/>
                  </a:cubicBezTo>
                  <a:cubicBezTo>
                    <a:pt x="182" y="139"/>
                    <a:pt x="174" y="160"/>
                    <a:pt x="157" y="176"/>
                  </a:cubicBezTo>
                  <a:cubicBezTo>
                    <a:pt x="141" y="190"/>
                    <a:pt x="115" y="198"/>
                    <a:pt x="83" y="198"/>
                  </a:cubicBezTo>
                  <a:cubicBezTo>
                    <a:pt x="35" y="198"/>
                    <a:pt x="35" y="198"/>
                    <a:pt x="35" y="19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9">
              <a:extLst>
                <a:ext uri="{FF2B5EF4-FFF2-40B4-BE49-F238E27FC236}">
                  <a16:creationId xmlns:a16="http://schemas.microsoft.com/office/drawing/2014/main" id="{95509E3F-42FD-F0EC-F3E6-D2381135DE0C}"/>
                </a:ext>
              </a:extLst>
            </p:cNvPr>
            <p:cNvSpPr>
              <a:spLocks noChangeArrowheads="1"/>
            </p:cNvSpPr>
            <p:nvPr/>
          </p:nvSpPr>
          <p:spPr bwMode="auto">
            <a:xfrm>
              <a:off x="4743450"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80">
              <a:extLst>
                <a:ext uri="{FF2B5EF4-FFF2-40B4-BE49-F238E27FC236}">
                  <a16:creationId xmlns:a16="http://schemas.microsoft.com/office/drawing/2014/main" id="{76F9B172-E14C-9E3B-9496-FCF66C7CFBC6}"/>
                </a:ext>
              </a:extLst>
            </p:cNvPr>
            <p:cNvSpPr>
              <a:spLocks noChangeArrowheads="1"/>
            </p:cNvSpPr>
            <p:nvPr/>
          </p:nvSpPr>
          <p:spPr bwMode="auto">
            <a:xfrm>
              <a:off x="4791075" y="955675"/>
              <a:ext cx="106363" cy="134938"/>
            </a:xfrm>
            <a:custGeom>
              <a:avLst/>
              <a:gdLst>
                <a:gd name="T0" fmla="*/ 33 w 294"/>
                <a:gd name="T1" fmla="*/ 85 h 376"/>
                <a:gd name="T2" fmla="*/ 33 w 294"/>
                <a:gd name="T3" fmla="*/ 85 h 376"/>
                <a:gd name="T4" fmla="*/ 33 w 294"/>
                <a:gd name="T5" fmla="*/ 64 h 376"/>
                <a:gd name="T6" fmla="*/ 33 w 294"/>
                <a:gd name="T7" fmla="*/ 52 h 376"/>
                <a:gd name="T8" fmla="*/ 33 w 294"/>
                <a:gd name="T9" fmla="*/ 52 h 376"/>
                <a:gd name="T10" fmla="*/ 40 w 294"/>
                <a:gd name="T11" fmla="*/ 63 h 376"/>
                <a:gd name="T12" fmla="*/ 47 w 294"/>
                <a:gd name="T13" fmla="*/ 74 h 376"/>
                <a:gd name="T14" fmla="*/ 256 w 294"/>
                <a:gd name="T15" fmla="*/ 375 h 376"/>
                <a:gd name="T16" fmla="*/ 293 w 294"/>
                <a:gd name="T17" fmla="*/ 375 h 376"/>
                <a:gd name="T18" fmla="*/ 293 w 294"/>
                <a:gd name="T19" fmla="*/ 0 h 376"/>
                <a:gd name="T20" fmla="*/ 256 w 294"/>
                <a:gd name="T21" fmla="*/ 0 h 376"/>
                <a:gd name="T22" fmla="*/ 256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3 w 294"/>
                <a:gd name="T41" fmla="*/ 375 h 376"/>
                <a:gd name="T42" fmla="*/ 33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3" y="85"/>
                  </a:moveTo>
                  <a:lnTo>
                    <a:pt x="33" y="85"/>
                  </a:lnTo>
                  <a:cubicBezTo>
                    <a:pt x="33" y="77"/>
                    <a:pt x="33" y="70"/>
                    <a:pt x="33" y="64"/>
                  </a:cubicBezTo>
                  <a:cubicBezTo>
                    <a:pt x="33" y="59"/>
                    <a:pt x="33" y="54"/>
                    <a:pt x="33" y="52"/>
                  </a:cubicBezTo>
                  <a:lnTo>
                    <a:pt x="33" y="52"/>
                  </a:lnTo>
                  <a:cubicBezTo>
                    <a:pt x="36" y="54"/>
                    <a:pt x="38" y="59"/>
                    <a:pt x="40" y="63"/>
                  </a:cubicBezTo>
                  <a:cubicBezTo>
                    <a:pt x="43" y="67"/>
                    <a:pt x="46" y="71"/>
                    <a:pt x="47" y="74"/>
                  </a:cubicBezTo>
                  <a:cubicBezTo>
                    <a:pt x="256" y="375"/>
                    <a:pt x="256" y="375"/>
                    <a:pt x="256" y="375"/>
                  </a:cubicBezTo>
                  <a:cubicBezTo>
                    <a:pt x="293" y="375"/>
                    <a:pt x="293" y="375"/>
                    <a:pt x="293" y="375"/>
                  </a:cubicBezTo>
                  <a:cubicBezTo>
                    <a:pt x="293" y="0"/>
                    <a:pt x="293" y="0"/>
                    <a:pt x="293" y="0"/>
                  </a:cubicBezTo>
                  <a:cubicBezTo>
                    <a:pt x="256" y="0"/>
                    <a:pt x="256" y="0"/>
                    <a:pt x="256" y="0"/>
                  </a:cubicBezTo>
                  <a:cubicBezTo>
                    <a:pt x="256" y="279"/>
                    <a:pt x="256" y="279"/>
                    <a:pt x="256" y="279"/>
                  </a:cubicBezTo>
                  <a:cubicBezTo>
                    <a:pt x="256" y="287"/>
                    <a:pt x="258" y="296"/>
                    <a:pt x="258" y="303"/>
                  </a:cubicBezTo>
                  <a:cubicBezTo>
                    <a:pt x="258" y="310"/>
                    <a:pt x="258" y="317"/>
                    <a:pt x="259" y="322"/>
                  </a:cubicBezTo>
                  <a:cubicBezTo>
                    <a:pt x="258" y="322"/>
                    <a:pt x="258" y="322"/>
                    <a:pt x="258" y="322"/>
                  </a:cubicBezTo>
                  <a:cubicBezTo>
                    <a:pt x="255" y="319"/>
                    <a:pt x="254" y="315"/>
                    <a:pt x="251" y="311"/>
                  </a:cubicBezTo>
                  <a:cubicBezTo>
                    <a:pt x="248" y="307"/>
                    <a:pt x="245" y="303"/>
                    <a:pt x="243" y="298"/>
                  </a:cubicBezTo>
                  <a:cubicBezTo>
                    <a:pt x="38" y="0"/>
                    <a:pt x="38" y="0"/>
                    <a:pt x="38" y="0"/>
                  </a:cubicBezTo>
                  <a:cubicBezTo>
                    <a:pt x="0" y="0"/>
                    <a:pt x="0" y="0"/>
                    <a:pt x="0" y="0"/>
                  </a:cubicBezTo>
                  <a:cubicBezTo>
                    <a:pt x="0" y="375"/>
                    <a:pt x="0" y="375"/>
                    <a:pt x="0" y="375"/>
                  </a:cubicBezTo>
                  <a:cubicBezTo>
                    <a:pt x="33" y="375"/>
                    <a:pt x="33" y="375"/>
                    <a:pt x="33" y="375"/>
                  </a:cubicBezTo>
                  <a:lnTo>
                    <a:pt x="33"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9" name="Freeform 81">
              <a:extLst>
                <a:ext uri="{FF2B5EF4-FFF2-40B4-BE49-F238E27FC236}">
                  <a16:creationId xmlns:a16="http://schemas.microsoft.com/office/drawing/2014/main" id="{FBA543ED-EC29-0DD7-CEB1-656965A061D6}"/>
                </a:ext>
              </a:extLst>
            </p:cNvPr>
            <p:cNvSpPr>
              <a:spLocks noChangeArrowheads="1"/>
            </p:cNvSpPr>
            <p:nvPr/>
          </p:nvSpPr>
          <p:spPr bwMode="auto">
            <a:xfrm>
              <a:off x="4922838" y="952500"/>
              <a:ext cx="107950" cy="139700"/>
            </a:xfrm>
            <a:custGeom>
              <a:avLst/>
              <a:gdLst>
                <a:gd name="T0" fmla="*/ 298 w 299"/>
                <a:gd name="T1" fmla="*/ 190 h 389"/>
                <a:gd name="T2" fmla="*/ 298 w 299"/>
                <a:gd name="T3" fmla="*/ 190 h 389"/>
                <a:gd name="T4" fmla="*/ 178 w 299"/>
                <a:gd name="T5" fmla="*/ 190 h 389"/>
                <a:gd name="T6" fmla="*/ 178 w 299"/>
                <a:gd name="T7" fmla="*/ 222 h 389"/>
                <a:gd name="T8" fmla="*/ 263 w 299"/>
                <a:gd name="T9" fmla="*/ 222 h 389"/>
                <a:gd name="T10" fmla="*/ 263 w 299"/>
                <a:gd name="T11" fmla="*/ 336 h 389"/>
                <a:gd name="T12" fmla="*/ 181 w 299"/>
                <a:gd name="T13" fmla="*/ 356 h 389"/>
                <a:gd name="T14" fmla="*/ 118 w 299"/>
                <a:gd name="T15" fmla="*/ 345 h 389"/>
                <a:gd name="T16" fmla="*/ 74 w 299"/>
                <a:gd name="T17" fmla="*/ 311 h 389"/>
                <a:gd name="T18" fmla="*/ 46 w 299"/>
                <a:gd name="T19" fmla="*/ 260 h 389"/>
                <a:gd name="T20" fmla="*/ 36 w 299"/>
                <a:gd name="T21" fmla="*/ 196 h 389"/>
                <a:gd name="T22" fmla="*/ 47 w 299"/>
                <a:gd name="T23" fmla="*/ 131 h 389"/>
                <a:gd name="T24" fmla="*/ 78 w 299"/>
                <a:gd name="T25" fmla="*/ 78 h 389"/>
                <a:gd name="T26" fmla="*/ 125 w 299"/>
                <a:gd name="T27" fmla="*/ 45 h 389"/>
                <a:gd name="T28" fmla="*/ 186 w 299"/>
                <a:gd name="T29" fmla="*/ 32 h 389"/>
                <a:gd name="T30" fmla="*/ 290 w 299"/>
                <a:gd name="T31" fmla="*/ 59 h 389"/>
                <a:gd name="T32" fmla="*/ 290 w 299"/>
                <a:gd name="T33" fmla="*/ 20 h 389"/>
                <a:gd name="T34" fmla="*/ 191 w 299"/>
                <a:gd name="T35" fmla="*/ 0 h 389"/>
                <a:gd name="T36" fmla="*/ 136 w 299"/>
                <a:gd name="T37" fmla="*/ 7 h 389"/>
                <a:gd name="T38" fmla="*/ 89 w 299"/>
                <a:gd name="T39" fmla="*/ 27 h 389"/>
                <a:gd name="T40" fmla="*/ 51 w 299"/>
                <a:gd name="T41" fmla="*/ 59 h 389"/>
                <a:gd name="T42" fmla="*/ 23 w 299"/>
                <a:gd name="T43" fmla="*/ 99 h 389"/>
                <a:gd name="T44" fmla="*/ 7 w 299"/>
                <a:gd name="T45" fmla="*/ 147 h 389"/>
                <a:gd name="T46" fmla="*/ 0 w 299"/>
                <a:gd name="T47" fmla="*/ 200 h 389"/>
                <a:gd name="T48" fmla="*/ 12 w 299"/>
                <a:gd name="T49" fmla="*/ 275 h 389"/>
                <a:gd name="T50" fmla="*/ 47 w 299"/>
                <a:gd name="T51" fmla="*/ 335 h 389"/>
                <a:gd name="T52" fmla="*/ 103 w 299"/>
                <a:gd name="T53" fmla="*/ 374 h 389"/>
                <a:gd name="T54" fmla="*/ 175 w 299"/>
                <a:gd name="T55" fmla="*/ 388 h 389"/>
                <a:gd name="T56" fmla="*/ 298 w 299"/>
                <a:gd name="T57" fmla="*/ 356 h 389"/>
                <a:gd name="T58" fmla="*/ 298 w 299"/>
                <a:gd name="T59" fmla="*/ 190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9" h="389">
                  <a:moveTo>
                    <a:pt x="298" y="190"/>
                  </a:moveTo>
                  <a:lnTo>
                    <a:pt x="298" y="190"/>
                  </a:lnTo>
                  <a:cubicBezTo>
                    <a:pt x="178" y="190"/>
                    <a:pt x="178" y="190"/>
                    <a:pt x="178" y="190"/>
                  </a:cubicBezTo>
                  <a:cubicBezTo>
                    <a:pt x="178" y="222"/>
                    <a:pt x="178" y="222"/>
                    <a:pt x="178" y="222"/>
                  </a:cubicBezTo>
                  <a:cubicBezTo>
                    <a:pt x="263" y="222"/>
                    <a:pt x="263" y="222"/>
                    <a:pt x="263" y="222"/>
                  </a:cubicBezTo>
                  <a:cubicBezTo>
                    <a:pt x="263" y="336"/>
                    <a:pt x="263" y="336"/>
                    <a:pt x="263" y="336"/>
                  </a:cubicBezTo>
                  <a:cubicBezTo>
                    <a:pt x="240" y="349"/>
                    <a:pt x="212" y="356"/>
                    <a:pt x="181" y="356"/>
                  </a:cubicBezTo>
                  <a:cubicBezTo>
                    <a:pt x="157" y="356"/>
                    <a:pt x="136" y="352"/>
                    <a:pt x="118" y="345"/>
                  </a:cubicBezTo>
                  <a:cubicBezTo>
                    <a:pt x="100" y="336"/>
                    <a:pt x="85" y="325"/>
                    <a:pt x="74" y="311"/>
                  </a:cubicBezTo>
                  <a:cubicBezTo>
                    <a:pt x="61" y="296"/>
                    <a:pt x="51" y="279"/>
                    <a:pt x="46" y="260"/>
                  </a:cubicBezTo>
                  <a:cubicBezTo>
                    <a:pt x="39" y="240"/>
                    <a:pt x="36" y="219"/>
                    <a:pt x="36" y="196"/>
                  </a:cubicBezTo>
                  <a:cubicBezTo>
                    <a:pt x="37" y="172"/>
                    <a:pt x="40" y="151"/>
                    <a:pt x="47" y="131"/>
                  </a:cubicBezTo>
                  <a:cubicBezTo>
                    <a:pt x="54" y="111"/>
                    <a:pt x="65" y="94"/>
                    <a:pt x="78" y="78"/>
                  </a:cubicBezTo>
                  <a:cubicBezTo>
                    <a:pt x="90" y="65"/>
                    <a:pt x="107" y="53"/>
                    <a:pt x="125" y="45"/>
                  </a:cubicBezTo>
                  <a:cubicBezTo>
                    <a:pt x="143" y="37"/>
                    <a:pt x="164" y="32"/>
                    <a:pt x="186" y="32"/>
                  </a:cubicBezTo>
                  <a:cubicBezTo>
                    <a:pt x="224" y="32"/>
                    <a:pt x="258" y="41"/>
                    <a:pt x="290" y="59"/>
                  </a:cubicBezTo>
                  <a:cubicBezTo>
                    <a:pt x="290" y="20"/>
                    <a:pt x="290" y="20"/>
                    <a:pt x="290" y="20"/>
                  </a:cubicBezTo>
                  <a:cubicBezTo>
                    <a:pt x="262" y="7"/>
                    <a:pt x="228" y="0"/>
                    <a:pt x="191" y="0"/>
                  </a:cubicBezTo>
                  <a:cubicBezTo>
                    <a:pt x="171" y="0"/>
                    <a:pt x="153" y="3"/>
                    <a:pt x="136" y="7"/>
                  </a:cubicBezTo>
                  <a:cubicBezTo>
                    <a:pt x="118" y="12"/>
                    <a:pt x="103" y="18"/>
                    <a:pt x="89" y="27"/>
                  </a:cubicBezTo>
                  <a:cubicBezTo>
                    <a:pt x="75" y="37"/>
                    <a:pt x="62" y="46"/>
                    <a:pt x="51" y="59"/>
                  </a:cubicBezTo>
                  <a:cubicBezTo>
                    <a:pt x="40" y="70"/>
                    <a:pt x="30" y="84"/>
                    <a:pt x="23" y="99"/>
                  </a:cubicBezTo>
                  <a:cubicBezTo>
                    <a:pt x="15" y="113"/>
                    <a:pt x="9" y="130"/>
                    <a:pt x="7" y="147"/>
                  </a:cubicBezTo>
                  <a:cubicBezTo>
                    <a:pt x="2" y="164"/>
                    <a:pt x="0" y="180"/>
                    <a:pt x="0" y="200"/>
                  </a:cubicBezTo>
                  <a:cubicBezTo>
                    <a:pt x="0" y="226"/>
                    <a:pt x="4" y="253"/>
                    <a:pt x="12" y="275"/>
                  </a:cubicBezTo>
                  <a:cubicBezTo>
                    <a:pt x="21" y="299"/>
                    <a:pt x="32" y="318"/>
                    <a:pt x="47" y="335"/>
                  </a:cubicBezTo>
                  <a:cubicBezTo>
                    <a:pt x="62" y="352"/>
                    <a:pt x="80" y="364"/>
                    <a:pt x="103" y="374"/>
                  </a:cubicBezTo>
                  <a:cubicBezTo>
                    <a:pt x="124" y="384"/>
                    <a:pt x="149" y="388"/>
                    <a:pt x="175" y="388"/>
                  </a:cubicBezTo>
                  <a:cubicBezTo>
                    <a:pt x="219" y="388"/>
                    <a:pt x="259" y="377"/>
                    <a:pt x="298" y="356"/>
                  </a:cubicBezTo>
                  <a:lnTo>
                    <a:pt x="298" y="19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0" name="Freeform 82">
              <a:extLst>
                <a:ext uri="{FF2B5EF4-FFF2-40B4-BE49-F238E27FC236}">
                  <a16:creationId xmlns:a16="http://schemas.microsoft.com/office/drawing/2014/main" id="{2FF4724A-8C53-3C6C-E75E-B20ABE2C2B6E}"/>
                </a:ext>
              </a:extLst>
            </p:cNvPr>
            <p:cNvSpPr>
              <a:spLocks noChangeArrowheads="1"/>
            </p:cNvSpPr>
            <p:nvPr/>
          </p:nvSpPr>
          <p:spPr bwMode="auto">
            <a:xfrm>
              <a:off x="5114925" y="955675"/>
              <a:ext cx="66675" cy="134938"/>
            </a:xfrm>
            <a:custGeom>
              <a:avLst/>
              <a:gdLst>
                <a:gd name="T0" fmla="*/ 185 w 186"/>
                <a:gd name="T1" fmla="*/ 344 h 376"/>
                <a:gd name="T2" fmla="*/ 35 w 186"/>
                <a:gd name="T3" fmla="*/ 344 h 376"/>
                <a:gd name="T4" fmla="*/ 35 w 186"/>
                <a:gd name="T5" fmla="*/ 0 h 376"/>
                <a:gd name="T6" fmla="*/ 0 w 186"/>
                <a:gd name="T7" fmla="*/ 0 h 376"/>
                <a:gd name="T8" fmla="*/ 0 w 186"/>
                <a:gd name="T9" fmla="*/ 375 h 376"/>
                <a:gd name="T10" fmla="*/ 185 w 186"/>
                <a:gd name="T11" fmla="*/ 375 h 376"/>
                <a:gd name="T12" fmla="*/ 185 w 186"/>
                <a:gd name="T13" fmla="*/ 344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4"/>
                  </a:moveTo>
                  <a:lnTo>
                    <a:pt x="35" y="344"/>
                  </a:lnTo>
                  <a:lnTo>
                    <a:pt x="35" y="0"/>
                  </a:lnTo>
                  <a:lnTo>
                    <a:pt x="0" y="0"/>
                  </a:lnTo>
                  <a:lnTo>
                    <a:pt x="0" y="375"/>
                  </a:lnTo>
                  <a:lnTo>
                    <a:pt x="185" y="375"/>
                  </a:lnTo>
                  <a:lnTo>
                    <a:pt x="185"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0E579397-CC5B-5674-29E8-6ED9274DB7A5}"/>
                </a:ext>
              </a:extLst>
            </p:cNvPr>
            <p:cNvSpPr>
              <a:spLocks noChangeArrowheads="1"/>
            </p:cNvSpPr>
            <p:nvPr/>
          </p:nvSpPr>
          <p:spPr bwMode="auto">
            <a:xfrm>
              <a:off x="5203825" y="955675"/>
              <a:ext cx="12700" cy="134938"/>
            </a:xfrm>
            <a:custGeom>
              <a:avLst/>
              <a:gdLst>
                <a:gd name="T0" fmla="*/ 34 w 35"/>
                <a:gd name="T1" fmla="*/ 0 h 376"/>
                <a:gd name="T2" fmla="*/ 0 w 35"/>
                <a:gd name="T3" fmla="*/ 0 h 376"/>
                <a:gd name="T4" fmla="*/ 0 w 35"/>
                <a:gd name="T5" fmla="*/ 375 h 376"/>
                <a:gd name="T6" fmla="*/ 34 w 35"/>
                <a:gd name="T7" fmla="*/ 375 h 376"/>
                <a:gd name="T8" fmla="*/ 34 w 35"/>
                <a:gd name="T9" fmla="*/ 0 h 376"/>
              </a:gdLst>
              <a:ahLst/>
              <a:cxnLst>
                <a:cxn ang="0">
                  <a:pos x="T0" y="T1"/>
                </a:cxn>
                <a:cxn ang="0">
                  <a:pos x="T2" y="T3"/>
                </a:cxn>
                <a:cxn ang="0">
                  <a:pos x="T4" y="T5"/>
                </a:cxn>
                <a:cxn ang="0">
                  <a:pos x="T6" y="T7"/>
                </a:cxn>
                <a:cxn ang="0">
                  <a:pos x="T8" y="T9"/>
                </a:cxn>
              </a:cxnLst>
              <a:rect l="0" t="0" r="r" b="b"/>
              <a:pathLst>
                <a:path w="35" h="376">
                  <a:moveTo>
                    <a:pt x="34" y="0"/>
                  </a:moveTo>
                  <a:lnTo>
                    <a:pt x="0" y="0"/>
                  </a:lnTo>
                  <a:lnTo>
                    <a:pt x="0" y="375"/>
                  </a:lnTo>
                  <a:lnTo>
                    <a:pt x="34" y="375"/>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4">
              <a:extLst>
                <a:ext uri="{FF2B5EF4-FFF2-40B4-BE49-F238E27FC236}">
                  <a16:creationId xmlns:a16="http://schemas.microsoft.com/office/drawing/2014/main" id="{5211041E-47F8-1686-F348-1607E3607E1A}"/>
                </a:ext>
              </a:extLst>
            </p:cNvPr>
            <p:cNvSpPr>
              <a:spLocks noChangeArrowheads="1"/>
            </p:cNvSpPr>
            <p:nvPr/>
          </p:nvSpPr>
          <p:spPr bwMode="auto">
            <a:xfrm>
              <a:off x="5251450" y="955675"/>
              <a:ext cx="106363" cy="134938"/>
            </a:xfrm>
            <a:custGeom>
              <a:avLst/>
              <a:gdLst>
                <a:gd name="T0" fmla="*/ 34 w 294"/>
                <a:gd name="T1" fmla="*/ 85 h 376"/>
                <a:gd name="T2" fmla="*/ 34 w 294"/>
                <a:gd name="T3" fmla="*/ 85 h 376"/>
                <a:gd name="T4" fmla="*/ 34 w 294"/>
                <a:gd name="T5" fmla="*/ 64 h 376"/>
                <a:gd name="T6" fmla="*/ 34 w 294"/>
                <a:gd name="T7" fmla="*/ 52 h 376"/>
                <a:gd name="T8" fmla="*/ 34 w 294"/>
                <a:gd name="T9" fmla="*/ 52 h 376"/>
                <a:gd name="T10" fmla="*/ 41 w 294"/>
                <a:gd name="T11" fmla="*/ 63 h 376"/>
                <a:gd name="T12" fmla="*/ 48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60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4 w 294"/>
                <a:gd name="T41" fmla="*/ 375 h 376"/>
                <a:gd name="T42" fmla="*/ 34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4" y="85"/>
                  </a:moveTo>
                  <a:lnTo>
                    <a:pt x="34" y="85"/>
                  </a:lnTo>
                  <a:cubicBezTo>
                    <a:pt x="34" y="77"/>
                    <a:pt x="34" y="70"/>
                    <a:pt x="34" y="64"/>
                  </a:cubicBezTo>
                  <a:cubicBezTo>
                    <a:pt x="34" y="59"/>
                    <a:pt x="34" y="54"/>
                    <a:pt x="34" y="52"/>
                  </a:cubicBezTo>
                  <a:lnTo>
                    <a:pt x="34" y="52"/>
                  </a:lnTo>
                  <a:cubicBezTo>
                    <a:pt x="36" y="54"/>
                    <a:pt x="38" y="59"/>
                    <a:pt x="41" y="63"/>
                  </a:cubicBezTo>
                  <a:cubicBezTo>
                    <a:pt x="43" y="67"/>
                    <a:pt x="46" y="71"/>
                    <a:pt x="48"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7"/>
                    <a:pt x="258" y="296"/>
                    <a:pt x="258" y="303"/>
                  </a:cubicBezTo>
                  <a:cubicBezTo>
                    <a:pt x="258" y="310"/>
                    <a:pt x="258" y="317"/>
                    <a:pt x="260" y="322"/>
                  </a:cubicBezTo>
                  <a:cubicBezTo>
                    <a:pt x="258" y="322"/>
                    <a:pt x="258" y="322"/>
                    <a:pt x="258" y="322"/>
                  </a:cubicBezTo>
                  <a:cubicBezTo>
                    <a:pt x="255" y="319"/>
                    <a:pt x="254" y="315"/>
                    <a:pt x="251" y="311"/>
                  </a:cubicBezTo>
                  <a:cubicBezTo>
                    <a:pt x="248" y="307"/>
                    <a:pt x="246" y="303"/>
                    <a:pt x="243" y="298"/>
                  </a:cubicBezTo>
                  <a:cubicBezTo>
                    <a:pt x="38" y="0"/>
                    <a:pt x="38" y="0"/>
                    <a:pt x="38" y="0"/>
                  </a:cubicBezTo>
                  <a:cubicBezTo>
                    <a:pt x="0" y="0"/>
                    <a:pt x="0" y="0"/>
                    <a:pt x="0" y="0"/>
                  </a:cubicBezTo>
                  <a:cubicBezTo>
                    <a:pt x="0" y="375"/>
                    <a:pt x="0" y="375"/>
                    <a:pt x="0" y="375"/>
                  </a:cubicBezTo>
                  <a:cubicBezTo>
                    <a:pt x="34" y="375"/>
                    <a:pt x="34" y="375"/>
                    <a:pt x="34" y="375"/>
                  </a:cubicBezTo>
                  <a:lnTo>
                    <a:pt x="34"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3" name="Freeform 85">
              <a:extLst>
                <a:ext uri="{FF2B5EF4-FFF2-40B4-BE49-F238E27FC236}">
                  <a16:creationId xmlns:a16="http://schemas.microsoft.com/office/drawing/2014/main" id="{641972E3-64A4-5203-9433-D15CAEF531FA}"/>
                </a:ext>
              </a:extLst>
            </p:cNvPr>
            <p:cNvSpPr>
              <a:spLocks noChangeArrowheads="1"/>
            </p:cNvSpPr>
            <p:nvPr/>
          </p:nvSpPr>
          <p:spPr bwMode="auto">
            <a:xfrm>
              <a:off x="5391150" y="955675"/>
              <a:ext cx="69850" cy="134938"/>
            </a:xfrm>
            <a:custGeom>
              <a:avLst/>
              <a:gdLst>
                <a:gd name="T0" fmla="*/ 191 w 192"/>
                <a:gd name="T1" fmla="*/ 344 h 376"/>
                <a:gd name="T2" fmla="*/ 35 w 192"/>
                <a:gd name="T3" fmla="*/ 344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4"/>
                  </a:moveTo>
                  <a:lnTo>
                    <a:pt x="35" y="344"/>
                  </a:lnTo>
                  <a:lnTo>
                    <a:pt x="35" y="201"/>
                  </a:lnTo>
                  <a:lnTo>
                    <a:pt x="172" y="201"/>
                  </a:lnTo>
                  <a:lnTo>
                    <a:pt x="172" y="170"/>
                  </a:lnTo>
                  <a:lnTo>
                    <a:pt x="35" y="170"/>
                  </a:lnTo>
                  <a:lnTo>
                    <a:pt x="35" y="32"/>
                  </a:lnTo>
                  <a:lnTo>
                    <a:pt x="183" y="32"/>
                  </a:lnTo>
                  <a:lnTo>
                    <a:pt x="183" y="0"/>
                  </a:lnTo>
                  <a:lnTo>
                    <a:pt x="0" y="0"/>
                  </a:lnTo>
                  <a:lnTo>
                    <a:pt x="0" y="375"/>
                  </a:lnTo>
                  <a:lnTo>
                    <a:pt x="191" y="375"/>
                  </a:lnTo>
                  <a:lnTo>
                    <a:pt x="191"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4" name="Freeform 86">
              <a:extLst>
                <a:ext uri="{FF2B5EF4-FFF2-40B4-BE49-F238E27FC236}">
                  <a16:creationId xmlns:a16="http://schemas.microsoft.com/office/drawing/2014/main" id="{00FFB9E8-4E6D-DC26-77E7-9A1439DC13EB}"/>
                </a:ext>
              </a:extLst>
            </p:cNvPr>
            <p:cNvSpPr>
              <a:spLocks noChangeArrowheads="1"/>
            </p:cNvSpPr>
            <p:nvPr/>
          </p:nvSpPr>
          <p:spPr bwMode="auto">
            <a:xfrm>
              <a:off x="5541963"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7">
              <a:extLst>
                <a:ext uri="{FF2B5EF4-FFF2-40B4-BE49-F238E27FC236}">
                  <a16:creationId xmlns:a16="http://schemas.microsoft.com/office/drawing/2014/main" id="{228A0EE4-A141-4D37-C9BF-B27014DB8C2F}"/>
                </a:ext>
              </a:extLst>
            </p:cNvPr>
            <p:cNvSpPr>
              <a:spLocks noChangeArrowheads="1"/>
            </p:cNvSpPr>
            <p:nvPr/>
          </p:nvSpPr>
          <p:spPr bwMode="auto">
            <a:xfrm>
              <a:off x="5581650" y="952500"/>
              <a:ext cx="98425" cy="139700"/>
            </a:xfrm>
            <a:custGeom>
              <a:avLst/>
              <a:gdLst>
                <a:gd name="T0" fmla="*/ 102 w 275"/>
                <a:gd name="T1" fmla="*/ 374 h 389"/>
                <a:gd name="T2" fmla="*/ 102 w 275"/>
                <a:gd name="T3" fmla="*/ 374 h 389"/>
                <a:gd name="T4" fmla="*/ 175 w 275"/>
                <a:gd name="T5" fmla="*/ 388 h 389"/>
                <a:gd name="T6" fmla="*/ 274 w 275"/>
                <a:gd name="T7" fmla="*/ 367 h 389"/>
                <a:gd name="T8" fmla="*/ 274 w 275"/>
                <a:gd name="T9" fmla="*/ 334 h 389"/>
                <a:gd name="T10" fmla="*/ 179 w 275"/>
                <a:gd name="T11" fmla="*/ 356 h 389"/>
                <a:gd name="T12" fmla="*/ 118 w 275"/>
                <a:gd name="T13" fmla="*/ 343 h 389"/>
                <a:gd name="T14" fmla="*/ 73 w 275"/>
                <a:gd name="T15" fmla="*/ 310 h 389"/>
                <a:gd name="T16" fmla="*/ 45 w 275"/>
                <a:gd name="T17" fmla="*/ 260 h 389"/>
                <a:gd name="T18" fmla="*/ 37 w 275"/>
                <a:gd name="T19" fmla="*/ 198 h 389"/>
                <a:gd name="T20" fmla="*/ 46 w 275"/>
                <a:gd name="T21" fmla="*/ 131 h 389"/>
                <a:gd name="T22" fmla="*/ 76 w 275"/>
                <a:gd name="T23" fmla="*/ 80 h 389"/>
                <a:gd name="T24" fmla="*/ 123 w 275"/>
                <a:gd name="T25" fmla="*/ 45 h 389"/>
                <a:gd name="T26" fmla="*/ 189 w 275"/>
                <a:gd name="T27" fmla="*/ 32 h 389"/>
                <a:gd name="T28" fmla="*/ 274 w 275"/>
                <a:gd name="T29" fmla="*/ 52 h 389"/>
                <a:gd name="T30" fmla="*/ 274 w 275"/>
                <a:gd name="T31" fmla="*/ 14 h 389"/>
                <a:gd name="T32" fmla="*/ 189 w 275"/>
                <a:gd name="T33" fmla="*/ 0 h 389"/>
                <a:gd name="T34" fmla="*/ 111 w 275"/>
                <a:gd name="T35" fmla="*/ 16 h 389"/>
                <a:gd name="T36" fmla="*/ 51 w 275"/>
                <a:gd name="T37" fmla="*/ 58 h 389"/>
                <a:gd name="T38" fmla="*/ 13 w 275"/>
                <a:gd name="T39" fmla="*/ 122 h 389"/>
                <a:gd name="T40" fmla="*/ 0 w 275"/>
                <a:gd name="T41" fmla="*/ 201 h 389"/>
                <a:gd name="T42" fmla="*/ 12 w 275"/>
                <a:gd name="T43" fmla="*/ 277 h 389"/>
                <a:gd name="T44" fmla="*/ 48 w 275"/>
                <a:gd name="T45" fmla="*/ 335 h 389"/>
                <a:gd name="T46" fmla="*/ 102 w 275"/>
                <a:gd name="T47" fmla="*/ 374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5" h="389">
                  <a:moveTo>
                    <a:pt x="102" y="374"/>
                  </a:moveTo>
                  <a:lnTo>
                    <a:pt x="102" y="374"/>
                  </a:lnTo>
                  <a:cubicBezTo>
                    <a:pt x="124" y="384"/>
                    <a:pt x="148" y="388"/>
                    <a:pt x="175" y="388"/>
                  </a:cubicBezTo>
                  <a:cubicBezTo>
                    <a:pt x="212" y="388"/>
                    <a:pt x="244" y="381"/>
                    <a:pt x="274" y="367"/>
                  </a:cubicBezTo>
                  <a:cubicBezTo>
                    <a:pt x="274" y="334"/>
                    <a:pt x="274" y="334"/>
                    <a:pt x="274" y="334"/>
                  </a:cubicBezTo>
                  <a:cubicBezTo>
                    <a:pt x="247" y="349"/>
                    <a:pt x="215" y="356"/>
                    <a:pt x="179" y="356"/>
                  </a:cubicBezTo>
                  <a:cubicBezTo>
                    <a:pt x="155" y="356"/>
                    <a:pt x="134" y="352"/>
                    <a:pt x="118" y="343"/>
                  </a:cubicBezTo>
                  <a:cubicBezTo>
                    <a:pt x="99" y="335"/>
                    <a:pt x="84" y="324"/>
                    <a:pt x="73" y="310"/>
                  </a:cubicBezTo>
                  <a:cubicBezTo>
                    <a:pt x="60" y="296"/>
                    <a:pt x="52" y="279"/>
                    <a:pt x="45" y="260"/>
                  </a:cubicBezTo>
                  <a:cubicBezTo>
                    <a:pt x="39" y="240"/>
                    <a:pt x="37" y="221"/>
                    <a:pt x="37" y="198"/>
                  </a:cubicBezTo>
                  <a:cubicBezTo>
                    <a:pt x="37" y="175"/>
                    <a:pt x="39" y="152"/>
                    <a:pt x="46" y="131"/>
                  </a:cubicBezTo>
                  <a:cubicBezTo>
                    <a:pt x="53" y="112"/>
                    <a:pt x="63" y="94"/>
                    <a:pt x="76" y="80"/>
                  </a:cubicBezTo>
                  <a:cubicBezTo>
                    <a:pt x="88" y="65"/>
                    <a:pt x="105" y="53"/>
                    <a:pt x="123" y="45"/>
                  </a:cubicBezTo>
                  <a:cubicBezTo>
                    <a:pt x="143" y="37"/>
                    <a:pt x="164" y="32"/>
                    <a:pt x="189" y="32"/>
                  </a:cubicBezTo>
                  <a:cubicBezTo>
                    <a:pt x="218" y="32"/>
                    <a:pt x="247" y="38"/>
                    <a:pt x="274" y="52"/>
                  </a:cubicBezTo>
                  <a:cubicBezTo>
                    <a:pt x="274" y="14"/>
                    <a:pt x="274" y="14"/>
                    <a:pt x="274" y="14"/>
                  </a:cubicBezTo>
                  <a:cubicBezTo>
                    <a:pt x="249" y="5"/>
                    <a:pt x="221" y="0"/>
                    <a:pt x="189" y="0"/>
                  </a:cubicBezTo>
                  <a:cubicBezTo>
                    <a:pt x="159" y="0"/>
                    <a:pt x="133" y="6"/>
                    <a:pt x="111" y="16"/>
                  </a:cubicBezTo>
                  <a:cubicBezTo>
                    <a:pt x="87" y="25"/>
                    <a:pt x="67" y="39"/>
                    <a:pt x="51" y="58"/>
                  </a:cubicBezTo>
                  <a:cubicBezTo>
                    <a:pt x="34" y="76"/>
                    <a:pt x="21" y="98"/>
                    <a:pt x="13" y="122"/>
                  </a:cubicBezTo>
                  <a:cubicBezTo>
                    <a:pt x="5" y="147"/>
                    <a:pt x="0" y="173"/>
                    <a:pt x="0" y="201"/>
                  </a:cubicBezTo>
                  <a:cubicBezTo>
                    <a:pt x="0" y="228"/>
                    <a:pt x="3" y="253"/>
                    <a:pt x="12" y="277"/>
                  </a:cubicBezTo>
                  <a:cubicBezTo>
                    <a:pt x="20" y="299"/>
                    <a:pt x="32" y="318"/>
                    <a:pt x="48" y="335"/>
                  </a:cubicBezTo>
                  <a:cubicBezTo>
                    <a:pt x="63" y="352"/>
                    <a:pt x="81" y="364"/>
                    <a:pt x="102"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8">
              <a:extLst>
                <a:ext uri="{FF2B5EF4-FFF2-40B4-BE49-F238E27FC236}">
                  <a16:creationId xmlns:a16="http://schemas.microsoft.com/office/drawing/2014/main" id="{662F7916-3D88-A82F-EE87-AB1EB7823348}"/>
                </a:ext>
              </a:extLst>
            </p:cNvPr>
            <p:cNvSpPr>
              <a:spLocks noChangeArrowheads="1"/>
            </p:cNvSpPr>
            <p:nvPr/>
          </p:nvSpPr>
          <p:spPr bwMode="auto">
            <a:xfrm>
              <a:off x="5699125" y="952500"/>
              <a:ext cx="127000" cy="139700"/>
            </a:xfrm>
            <a:custGeom>
              <a:avLst/>
              <a:gdLst>
                <a:gd name="T0" fmla="*/ 46 w 354"/>
                <a:gd name="T1" fmla="*/ 332 h 389"/>
                <a:gd name="T2" fmla="*/ 46 w 354"/>
                <a:gd name="T3" fmla="*/ 332 h 389"/>
                <a:gd name="T4" fmla="*/ 102 w 354"/>
                <a:gd name="T5" fmla="*/ 373 h 389"/>
                <a:gd name="T6" fmla="*/ 175 w 354"/>
                <a:gd name="T7" fmla="*/ 388 h 389"/>
                <a:gd name="T8" fmla="*/ 251 w 354"/>
                <a:gd name="T9" fmla="*/ 373 h 389"/>
                <a:gd name="T10" fmla="*/ 307 w 354"/>
                <a:gd name="T11" fmla="*/ 331 h 389"/>
                <a:gd name="T12" fmla="*/ 341 w 354"/>
                <a:gd name="T13" fmla="*/ 268 h 389"/>
                <a:gd name="T14" fmla="*/ 353 w 354"/>
                <a:gd name="T15" fmla="*/ 189 h 389"/>
                <a:gd name="T16" fmla="*/ 341 w 354"/>
                <a:gd name="T17" fmla="*/ 113 h 389"/>
                <a:gd name="T18" fmla="*/ 307 w 354"/>
                <a:gd name="T19" fmla="*/ 53 h 389"/>
                <a:gd name="T20" fmla="*/ 253 w 354"/>
                <a:gd name="T21" fmla="*/ 14 h 389"/>
                <a:gd name="T22" fmla="*/ 182 w 354"/>
                <a:gd name="T23" fmla="*/ 0 h 389"/>
                <a:gd name="T24" fmla="*/ 105 w 354"/>
                <a:gd name="T25" fmla="*/ 14 h 389"/>
                <a:gd name="T26" fmla="*/ 48 w 354"/>
                <a:gd name="T27" fmla="*/ 55 h 389"/>
                <a:gd name="T28" fmla="*/ 11 w 354"/>
                <a:gd name="T29" fmla="*/ 117 h 389"/>
                <a:gd name="T30" fmla="*/ 0 w 354"/>
                <a:gd name="T31" fmla="*/ 198 h 389"/>
                <a:gd name="T32" fmla="*/ 11 w 354"/>
                <a:gd name="T33" fmla="*/ 272 h 389"/>
                <a:gd name="T34" fmla="*/ 46 w 354"/>
                <a:gd name="T35" fmla="*/ 332 h 389"/>
                <a:gd name="T36" fmla="*/ 45 w 354"/>
                <a:gd name="T37" fmla="*/ 131 h 389"/>
                <a:gd name="T38" fmla="*/ 45 w 354"/>
                <a:gd name="T39" fmla="*/ 131 h 389"/>
                <a:gd name="T40" fmla="*/ 73 w 354"/>
                <a:gd name="T41" fmla="*/ 80 h 389"/>
                <a:gd name="T42" fmla="*/ 117 w 354"/>
                <a:gd name="T43" fmla="*/ 45 h 389"/>
                <a:gd name="T44" fmla="*/ 177 w 354"/>
                <a:gd name="T45" fmla="*/ 32 h 389"/>
                <a:gd name="T46" fmla="*/ 240 w 354"/>
                <a:gd name="T47" fmla="*/ 45 h 389"/>
                <a:gd name="T48" fmla="*/ 283 w 354"/>
                <a:gd name="T49" fmla="*/ 80 h 389"/>
                <a:gd name="T50" fmla="*/ 309 w 354"/>
                <a:gd name="T51" fmla="*/ 131 h 389"/>
                <a:gd name="T52" fmla="*/ 316 w 354"/>
                <a:gd name="T53" fmla="*/ 194 h 389"/>
                <a:gd name="T54" fmla="*/ 307 w 354"/>
                <a:gd name="T55" fmla="*/ 258 h 389"/>
                <a:gd name="T56" fmla="*/ 281 w 354"/>
                <a:gd name="T57" fmla="*/ 310 h 389"/>
                <a:gd name="T58" fmla="*/ 236 w 354"/>
                <a:gd name="T59" fmla="*/ 345 h 389"/>
                <a:gd name="T60" fmla="*/ 175 w 354"/>
                <a:gd name="T61" fmla="*/ 356 h 389"/>
                <a:gd name="T62" fmla="*/ 113 w 354"/>
                <a:gd name="T63" fmla="*/ 343 h 389"/>
                <a:gd name="T64" fmla="*/ 70 w 354"/>
                <a:gd name="T65" fmla="*/ 307 h 389"/>
                <a:gd name="T66" fmla="*/ 45 w 354"/>
                <a:gd name="T67" fmla="*/ 256 h 389"/>
                <a:gd name="T68" fmla="*/ 37 w 354"/>
                <a:gd name="T69" fmla="*/ 194 h 389"/>
                <a:gd name="T70" fmla="*/ 45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6" y="332"/>
                  </a:moveTo>
                  <a:lnTo>
                    <a:pt x="46" y="332"/>
                  </a:lnTo>
                  <a:cubicBezTo>
                    <a:pt x="62" y="350"/>
                    <a:pt x="80" y="363"/>
                    <a:pt x="102" y="373"/>
                  </a:cubicBezTo>
                  <a:cubicBezTo>
                    <a:pt x="123" y="382"/>
                    <a:pt x="148" y="388"/>
                    <a:pt x="175" y="388"/>
                  </a:cubicBezTo>
                  <a:cubicBezTo>
                    <a:pt x="204" y="388"/>
                    <a:pt x="229" y="382"/>
                    <a:pt x="251" y="373"/>
                  </a:cubicBezTo>
                  <a:cubicBezTo>
                    <a:pt x="272" y="363"/>
                    <a:pt x="292" y="349"/>
                    <a:pt x="307" y="331"/>
                  </a:cubicBezTo>
                  <a:cubicBezTo>
                    <a:pt x="321" y="313"/>
                    <a:pt x="334" y="292"/>
                    <a:pt x="341" y="268"/>
                  </a:cubicBezTo>
                  <a:cubicBezTo>
                    <a:pt x="349" y="243"/>
                    <a:pt x="353" y="217"/>
                    <a:pt x="353" y="189"/>
                  </a:cubicBezTo>
                  <a:cubicBezTo>
                    <a:pt x="353" y="162"/>
                    <a:pt x="349" y="137"/>
                    <a:pt x="341" y="113"/>
                  </a:cubicBezTo>
                  <a:cubicBezTo>
                    <a:pt x="332" y="91"/>
                    <a:pt x="321" y="70"/>
                    <a:pt x="307" y="53"/>
                  </a:cubicBezTo>
                  <a:cubicBezTo>
                    <a:pt x="292" y="37"/>
                    <a:pt x="274" y="24"/>
                    <a:pt x="253" y="14"/>
                  </a:cubicBezTo>
                  <a:cubicBezTo>
                    <a:pt x="232" y="5"/>
                    <a:pt x="208" y="0"/>
                    <a:pt x="182" y="0"/>
                  </a:cubicBezTo>
                  <a:cubicBezTo>
                    <a:pt x="152" y="0"/>
                    <a:pt x="127" y="5"/>
                    <a:pt x="105" y="14"/>
                  </a:cubicBezTo>
                  <a:cubicBezTo>
                    <a:pt x="81" y="24"/>
                    <a:pt x="63" y="38"/>
                    <a:pt x="48" y="55"/>
                  </a:cubicBezTo>
                  <a:cubicBezTo>
                    <a:pt x="32" y="73"/>
                    <a:pt x="20" y="94"/>
                    <a:pt x="11" y="117"/>
                  </a:cubicBezTo>
                  <a:cubicBezTo>
                    <a:pt x="3" y="143"/>
                    <a:pt x="0" y="169"/>
                    <a:pt x="0" y="198"/>
                  </a:cubicBezTo>
                  <a:cubicBezTo>
                    <a:pt x="0" y="225"/>
                    <a:pt x="3" y="250"/>
                    <a:pt x="11" y="272"/>
                  </a:cubicBezTo>
                  <a:cubicBezTo>
                    <a:pt x="20" y="296"/>
                    <a:pt x="31" y="316"/>
                    <a:pt x="46" y="332"/>
                  </a:cubicBezTo>
                  <a:close/>
                  <a:moveTo>
                    <a:pt x="45" y="131"/>
                  </a:moveTo>
                  <a:lnTo>
                    <a:pt x="45" y="131"/>
                  </a:lnTo>
                  <a:cubicBezTo>
                    <a:pt x="52" y="112"/>
                    <a:pt x="60" y="95"/>
                    <a:pt x="73" y="80"/>
                  </a:cubicBezTo>
                  <a:cubicBezTo>
                    <a:pt x="85" y="65"/>
                    <a:pt x="99" y="53"/>
                    <a:pt x="117" y="45"/>
                  </a:cubicBezTo>
                  <a:cubicBezTo>
                    <a:pt x="134" y="37"/>
                    <a:pt x="155" y="32"/>
                    <a:pt x="177" y="32"/>
                  </a:cubicBezTo>
                  <a:cubicBezTo>
                    <a:pt x="203" y="32"/>
                    <a:pt x="223" y="37"/>
                    <a:pt x="240" y="45"/>
                  </a:cubicBezTo>
                  <a:cubicBezTo>
                    <a:pt x="258" y="53"/>
                    <a:pt x="272" y="65"/>
                    <a:pt x="283" y="80"/>
                  </a:cubicBezTo>
                  <a:cubicBezTo>
                    <a:pt x="295" y="95"/>
                    <a:pt x="303" y="112"/>
                    <a:pt x="309" y="131"/>
                  </a:cubicBezTo>
                  <a:cubicBezTo>
                    <a:pt x="314" y="151"/>
                    <a:pt x="316" y="172"/>
                    <a:pt x="316" y="194"/>
                  </a:cubicBezTo>
                  <a:cubicBezTo>
                    <a:pt x="316" y="218"/>
                    <a:pt x="313" y="239"/>
                    <a:pt x="307" y="258"/>
                  </a:cubicBezTo>
                  <a:cubicBezTo>
                    <a:pt x="302" y="279"/>
                    <a:pt x="292" y="296"/>
                    <a:pt x="281" y="310"/>
                  </a:cubicBezTo>
                  <a:cubicBezTo>
                    <a:pt x="268" y="325"/>
                    <a:pt x="254" y="336"/>
                    <a:pt x="236" y="345"/>
                  </a:cubicBezTo>
                  <a:cubicBezTo>
                    <a:pt x="218" y="352"/>
                    <a:pt x="198" y="356"/>
                    <a:pt x="175" y="356"/>
                  </a:cubicBezTo>
                  <a:cubicBezTo>
                    <a:pt x="151" y="356"/>
                    <a:pt x="130" y="352"/>
                    <a:pt x="113" y="343"/>
                  </a:cubicBezTo>
                  <a:cubicBezTo>
                    <a:pt x="95" y="334"/>
                    <a:pt x="81" y="323"/>
                    <a:pt x="70" y="307"/>
                  </a:cubicBezTo>
                  <a:cubicBezTo>
                    <a:pt x="59" y="292"/>
                    <a:pt x="51" y="275"/>
                    <a:pt x="45" y="256"/>
                  </a:cubicBezTo>
                  <a:cubicBezTo>
                    <a:pt x="38" y="236"/>
                    <a:pt x="37" y="217"/>
                    <a:pt x="37" y="194"/>
                  </a:cubicBezTo>
                  <a:cubicBezTo>
                    <a:pt x="37" y="172"/>
                    <a:pt x="39" y="151"/>
                    <a:pt x="4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7" name="Freeform 89">
              <a:extLst>
                <a:ext uri="{FF2B5EF4-FFF2-40B4-BE49-F238E27FC236}">
                  <a16:creationId xmlns:a16="http://schemas.microsoft.com/office/drawing/2014/main" id="{37F3A6E2-A5B8-15A7-650E-C7E0F8DDADB9}"/>
                </a:ext>
              </a:extLst>
            </p:cNvPr>
            <p:cNvSpPr>
              <a:spLocks noChangeArrowheads="1"/>
            </p:cNvSpPr>
            <p:nvPr/>
          </p:nvSpPr>
          <p:spPr bwMode="auto">
            <a:xfrm>
              <a:off x="5851525" y="955675"/>
              <a:ext cx="106363" cy="134938"/>
            </a:xfrm>
            <a:custGeom>
              <a:avLst/>
              <a:gdLst>
                <a:gd name="T0" fmla="*/ 35 w 294"/>
                <a:gd name="T1" fmla="*/ 85 h 376"/>
                <a:gd name="T2" fmla="*/ 35 w 294"/>
                <a:gd name="T3" fmla="*/ 85 h 376"/>
                <a:gd name="T4" fmla="*/ 35 w 294"/>
                <a:gd name="T5" fmla="*/ 64 h 376"/>
                <a:gd name="T6" fmla="*/ 34 w 294"/>
                <a:gd name="T7" fmla="*/ 52 h 376"/>
                <a:gd name="T8" fmla="*/ 35 w 294"/>
                <a:gd name="T9" fmla="*/ 52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3 w 294"/>
                <a:gd name="T31" fmla="*/ 311 h 376"/>
                <a:gd name="T32" fmla="*/ 244 w 294"/>
                <a:gd name="T33" fmla="*/ 298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4"/>
                    <a:pt x="34" y="52"/>
                  </a:cubicBezTo>
                  <a:cubicBezTo>
                    <a:pt x="35" y="52"/>
                    <a:pt x="35" y="52"/>
                    <a:pt x="35" y="52"/>
                  </a:cubicBezTo>
                  <a:cubicBezTo>
                    <a:pt x="36" y="54"/>
                    <a:pt x="39" y="59"/>
                    <a:pt x="42" y="63"/>
                  </a:cubicBezTo>
                  <a:cubicBezTo>
                    <a:pt x="43" y="67"/>
                    <a:pt x="46" y="71"/>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7"/>
                    <a:pt x="261" y="322"/>
                  </a:cubicBezTo>
                  <a:cubicBezTo>
                    <a:pt x="259" y="322"/>
                    <a:pt x="259" y="322"/>
                    <a:pt x="259" y="322"/>
                  </a:cubicBezTo>
                  <a:cubicBezTo>
                    <a:pt x="257" y="319"/>
                    <a:pt x="255" y="315"/>
                    <a:pt x="253" y="311"/>
                  </a:cubicBezTo>
                  <a:cubicBezTo>
                    <a:pt x="250" y="307"/>
                    <a:pt x="247" y="303"/>
                    <a:pt x="244" y="298"/>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90">
              <a:extLst>
                <a:ext uri="{FF2B5EF4-FFF2-40B4-BE49-F238E27FC236}">
                  <a16:creationId xmlns:a16="http://schemas.microsoft.com/office/drawing/2014/main" id="{9826FA5F-5C88-78F5-AC9E-1F3264B1B464}"/>
                </a:ext>
              </a:extLst>
            </p:cNvPr>
            <p:cNvSpPr>
              <a:spLocks noChangeArrowheads="1"/>
            </p:cNvSpPr>
            <p:nvPr/>
          </p:nvSpPr>
          <p:spPr bwMode="auto">
            <a:xfrm>
              <a:off x="5988050" y="952500"/>
              <a:ext cx="76200" cy="139700"/>
            </a:xfrm>
            <a:custGeom>
              <a:avLst/>
              <a:gdLst>
                <a:gd name="T0" fmla="*/ 188 w 213"/>
                <a:gd name="T1" fmla="*/ 229 h 389"/>
                <a:gd name="T2" fmla="*/ 188 w 213"/>
                <a:gd name="T3" fmla="*/ 229 h 389"/>
                <a:gd name="T4" fmla="*/ 159 w 213"/>
                <a:gd name="T5" fmla="*/ 204 h 389"/>
                <a:gd name="T6" fmla="*/ 118 w 213"/>
                <a:gd name="T7" fmla="*/ 179 h 389"/>
                <a:gd name="T8" fmla="*/ 81 w 213"/>
                <a:gd name="T9" fmla="*/ 158 h 389"/>
                <a:gd name="T10" fmla="*/ 55 w 213"/>
                <a:gd name="T11" fmla="*/ 140 h 389"/>
                <a:gd name="T12" fmla="*/ 41 w 213"/>
                <a:gd name="T13" fmla="*/ 119 h 389"/>
                <a:gd name="T14" fmla="*/ 37 w 213"/>
                <a:gd name="T15" fmla="*/ 94 h 389"/>
                <a:gd name="T16" fmla="*/ 43 w 213"/>
                <a:gd name="T17" fmla="*/ 67 h 389"/>
                <a:gd name="T18" fmla="*/ 61 w 213"/>
                <a:gd name="T19" fmla="*/ 48 h 389"/>
                <a:gd name="T20" fmla="*/ 86 w 213"/>
                <a:gd name="T21" fmla="*/ 35 h 389"/>
                <a:gd name="T22" fmla="*/ 118 w 213"/>
                <a:gd name="T23" fmla="*/ 32 h 389"/>
                <a:gd name="T24" fmla="*/ 196 w 213"/>
                <a:gd name="T25" fmla="*/ 51 h 389"/>
                <a:gd name="T26" fmla="*/ 196 w 213"/>
                <a:gd name="T27" fmla="*/ 13 h 389"/>
                <a:gd name="T28" fmla="*/ 122 w 213"/>
                <a:gd name="T29" fmla="*/ 0 h 389"/>
                <a:gd name="T30" fmla="*/ 75 w 213"/>
                <a:gd name="T31" fmla="*/ 7 h 389"/>
                <a:gd name="T32" fmla="*/ 36 w 213"/>
                <a:gd name="T33" fmla="*/ 27 h 389"/>
                <a:gd name="T34" fmla="*/ 9 w 213"/>
                <a:gd name="T35" fmla="*/ 58 h 389"/>
                <a:gd name="T36" fmla="*/ 1 w 213"/>
                <a:gd name="T37" fmla="*/ 98 h 389"/>
                <a:gd name="T38" fmla="*/ 5 w 213"/>
                <a:gd name="T39" fmla="*/ 130 h 389"/>
                <a:gd name="T40" fmla="*/ 22 w 213"/>
                <a:gd name="T41" fmla="*/ 157 h 389"/>
                <a:gd name="T42" fmla="*/ 50 w 213"/>
                <a:gd name="T43" fmla="*/ 180 h 389"/>
                <a:gd name="T44" fmla="*/ 90 w 213"/>
                <a:gd name="T45" fmla="*/ 205 h 389"/>
                <a:gd name="T46" fmla="*/ 128 w 213"/>
                <a:gd name="T47" fmla="*/ 226 h 389"/>
                <a:gd name="T48" fmla="*/ 154 w 213"/>
                <a:gd name="T49" fmla="*/ 246 h 389"/>
                <a:gd name="T50" fmla="*/ 170 w 213"/>
                <a:gd name="T51" fmla="*/ 267 h 389"/>
                <a:gd name="T52" fmla="*/ 175 w 213"/>
                <a:gd name="T53" fmla="*/ 292 h 389"/>
                <a:gd name="T54" fmla="*/ 154 w 213"/>
                <a:gd name="T55" fmla="*/ 339 h 389"/>
                <a:gd name="T56" fmla="*/ 90 w 213"/>
                <a:gd name="T57" fmla="*/ 356 h 389"/>
                <a:gd name="T58" fmla="*/ 67 w 213"/>
                <a:gd name="T59" fmla="*/ 355 h 389"/>
                <a:gd name="T60" fmla="*/ 43 w 213"/>
                <a:gd name="T61" fmla="*/ 349 h 389"/>
                <a:gd name="T62" fmla="*/ 19 w 213"/>
                <a:gd name="T63" fmla="*/ 339 h 389"/>
                <a:gd name="T64" fmla="*/ 0 w 213"/>
                <a:gd name="T65" fmla="*/ 327 h 389"/>
                <a:gd name="T66" fmla="*/ 0 w 213"/>
                <a:gd name="T67" fmla="*/ 367 h 389"/>
                <a:gd name="T68" fmla="*/ 18 w 213"/>
                <a:gd name="T69" fmla="*/ 375 h 389"/>
                <a:gd name="T70" fmla="*/ 41 w 213"/>
                <a:gd name="T71" fmla="*/ 382 h 389"/>
                <a:gd name="T72" fmla="*/ 67 w 213"/>
                <a:gd name="T73" fmla="*/ 387 h 389"/>
                <a:gd name="T74" fmla="*/ 87 w 213"/>
                <a:gd name="T75" fmla="*/ 388 h 389"/>
                <a:gd name="T76" fmla="*/ 138 w 213"/>
                <a:gd name="T77" fmla="*/ 381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1"/>
                    <a:pt x="171" y="212"/>
                    <a:pt x="159" y="204"/>
                  </a:cubicBezTo>
                  <a:cubicBezTo>
                    <a:pt x="147" y="196"/>
                    <a:pt x="134" y="187"/>
                    <a:pt x="118" y="179"/>
                  </a:cubicBezTo>
                  <a:cubicBezTo>
                    <a:pt x="103" y="172"/>
                    <a:pt x="90" y="165"/>
                    <a:pt x="81" y="158"/>
                  </a:cubicBezTo>
                  <a:cubicBezTo>
                    <a:pt x="69" y="152"/>
                    <a:pt x="61" y="145"/>
                    <a:pt x="55" y="140"/>
                  </a:cubicBezTo>
                  <a:cubicBezTo>
                    <a:pt x="48" y="133"/>
                    <a:pt x="44" y="127"/>
                    <a:pt x="41" y="119"/>
                  </a:cubicBezTo>
                  <a:cubicBezTo>
                    <a:pt x="39" y="112"/>
                    <a:pt x="37" y="104"/>
                    <a:pt x="37" y="94"/>
                  </a:cubicBezTo>
                  <a:cubicBezTo>
                    <a:pt x="37" y="84"/>
                    <a:pt x="39" y="76"/>
                    <a:pt x="43" y="67"/>
                  </a:cubicBezTo>
                  <a:cubicBezTo>
                    <a:pt x="47" y="59"/>
                    <a:pt x="53" y="53"/>
                    <a:pt x="61" y="48"/>
                  </a:cubicBezTo>
                  <a:cubicBezTo>
                    <a:pt x="68" y="42"/>
                    <a:pt x="76" y="38"/>
                    <a:pt x="86" y="35"/>
                  </a:cubicBezTo>
                  <a:cubicBezTo>
                    <a:pt x="96" y="34"/>
                    <a:pt x="107" y="32"/>
                    <a:pt x="118" y="32"/>
                  </a:cubicBezTo>
                  <a:cubicBezTo>
                    <a:pt x="147" y="32"/>
                    <a:pt x="174" y="38"/>
                    <a:pt x="196" y="51"/>
                  </a:cubicBezTo>
                  <a:cubicBezTo>
                    <a:pt x="196" y="13"/>
                    <a:pt x="196" y="13"/>
                    <a:pt x="196" y="13"/>
                  </a:cubicBezTo>
                  <a:cubicBezTo>
                    <a:pt x="177" y="5"/>
                    <a:pt x="152" y="0"/>
                    <a:pt x="122" y="0"/>
                  </a:cubicBezTo>
                  <a:cubicBezTo>
                    <a:pt x="106" y="0"/>
                    <a:pt x="89" y="2"/>
                    <a:pt x="75" y="7"/>
                  </a:cubicBezTo>
                  <a:cubicBezTo>
                    <a:pt x="60" y="12"/>
                    <a:pt x="47" y="18"/>
                    <a:pt x="36" y="27"/>
                  </a:cubicBezTo>
                  <a:cubicBezTo>
                    <a:pt x="25" y="35"/>
                    <a:pt x="16" y="45"/>
                    <a:pt x="9" y="58"/>
                  </a:cubicBezTo>
                  <a:cubicBezTo>
                    <a:pt x="4" y="69"/>
                    <a:pt x="1" y="83"/>
                    <a:pt x="1" y="98"/>
                  </a:cubicBezTo>
                  <a:cubicBezTo>
                    <a:pt x="1" y="111"/>
                    <a:pt x="2" y="120"/>
                    <a:pt x="5" y="130"/>
                  </a:cubicBezTo>
                  <a:cubicBezTo>
                    <a:pt x="9" y="140"/>
                    <a:pt x="14" y="148"/>
                    <a:pt x="22" y="157"/>
                  </a:cubicBezTo>
                  <a:cubicBezTo>
                    <a:pt x="29" y="165"/>
                    <a:pt x="37" y="172"/>
                    <a:pt x="50" y="180"/>
                  </a:cubicBezTo>
                  <a:cubicBezTo>
                    <a:pt x="61" y="189"/>
                    <a:pt x="75" y="196"/>
                    <a:pt x="90" y="205"/>
                  </a:cubicBezTo>
                  <a:cubicBezTo>
                    <a:pt x="106" y="212"/>
                    <a:pt x="118" y="221"/>
                    <a:pt x="128" y="226"/>
                  </a:cubicBezTo>
                  <a:cubicBezTo>
                    <a:pt x="139" y="233"/>
                    <a:pt x="147" y="239"/>
                    <a:pt x="154" y="246"/>
                  </a:cubicBezTo>
                  <a:cubicBezTo>
                    <a:pt x="161" y="253"/>
                    <a:pt x="167" y="260"/>
                    <a:pt x="170" y="267"/>
                  </a:cubicBezTo>
                  <a:cubicBezTo>
                    <a:pt x="174" y="274"/>
                    <a:pt x="175" y="282"/>
                    <a:pt x="175" y="292"/>
                  </a:cubicBezTo>
                  <a:cubicBezTo>
                    <a:pt x="175" y="313"/>
                    <a:pt x="168" y="329"/>
                    <a:pt x="154" y="339"/>
                  </a:cubicBezTo>
                  <a:cubicBezTo>
                    <a:pt x="139" y="350"/>
                    <a:pt x="118" y="356"/>
                    <a:pt x="90" y="356"/>
                  </a:cubicBezTo>
                  <a:cubicBezTo>
                    <a:pt x="83" y="356"/>
                    <a:pt x="75" y="356"/>
                    <a:pt x="67" y="355"/>
                  </a:cubicBezTo>
                  <a:cubicBezTo>
                    <a:pt x="60" y="353"/>
                    <a:pt x="51" y="352"/>
                    <a:pt x="43" y="349"/>
                  </a:cubicBezTo>
                  <a:cubicBezTo>
                    <a:pt x="34" y="346"/>
                    <a:pt x="28" y="343"/>
                    <a:pt x="19" y="339"/>
                  </a:cubicBezTo>
                  <a:cubicBezTo>
                    <a:pt x="12" y="335"/>
                    <a:pt x="5" y="331"/>
                    <a:pt x="0" y="327"/>
                  </a:cubicBezTo>
                  <a:cubicBezTo>
                    <a:pt x="0" y="367"/>
                    <a:pt x="0" y="367"/>
                    <a:pt x="0" y="367"/>
                  </a:cubicBezTo>
                  <a:cubicBezTo>
                    <a:pt x="4" y="370"/>
                    <a:pt x="9" y="373"/>
                    <a:pt x="18" y="375"/>
                  </a:cubicBezTo>
                  <a:cubicBezTo>
                    <a:pt x="25" y="378"/>
                    <a:pt x="33" y="380"/>
                    <a:pt x="41" y="382"/>
                  </a:cubicBezTo>
                  <a:cubicBezTo>
                    <a:pt x="50" y="384"/>
                    <a:pt x="58" y="385"/>
                    <a:pt x="67" y="387"/>
                  </a:cubicBezTo>
                  <a:cubicBezTo>
                    <a:pt x="75" y="387"/>
                    <a:pt x="82" y="388"/>
                    <a:pt x="87" y="388"/>
                  </a:cubicBezTo>
                  <a:cubicBezTo>
                    <a:pt x="106" y="388"/>
                    <a:pt x="122" y="385"/>
                    <a:pt x="138" y="381"/>
                  </a:cubicBezTo>
                  <a:cubicBezTo>
                    <a:pt x="153" y="377"/>
                    <a:pt x="166" y="371"/>
                    <a:pt x="177" y="363"/>
                  </a:cubicBezTo>
                  <a:cubicBezTo>
                    <a:pt x="188" y="355"/>
                    <a:pt x="196" y="345"/>
                    <a:pt x="202" y="332"/>
                  </a:cubicBezTo>
                  <a:cubicBezTo>
                    <a:pt x="209" y="320"/>
                    <a:pt x="212" y="304"/>
                    <a:pt x="212" y="289"/>
                  </a:cubicBezTo>
                  <a:cubicBezTo>
                    <a:pt x="212" y="277"/>
                    <a:pt x="209" y="265"/>
                    <a:pt x="206" y="257"/>
                  </a:cubicBezTo>
                  <a:cubicBezTo>
                    <a:pt x="202" y="247"/>
                    <a:pt x="196"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9" name="Group 112">
            <a:extLst>
              <a:ext uri="{FF2B5EF4-FFF2-40B4-BE49-F238E27FC236}">
                <a16:creationId xmlns:a16="http://schemas.microsoft.com/office/drawing/2014/main" id="{67360A5D-7E8B-31E6-F17E-44F71CBB762E}"/>
              </a:ext>
            </a:extLst>
          </p:cNvPr>
          <p:cNvGrpSpPr/>
          <p:nvPr/>
        </p:nvGrpSpPr>
        <p:grpSpPr>
          <a:xfrm>
            <a:off x="4726656" y="1015107"/>
            <a:ext cx="203200" cy="258763"/>
            <a:chOff x="3698875" y="1349375"/>
            <a:chExt cx="203200" cy="258763"/>
          </a:xfrm>
          <a:solidFill>
            <a:schemeClr val="tx2"/>
          </a:solidFill>
        </p:grpSpPr>
        <p:sp>
          <p:nvSpPr>
            <p:cNvPr id="110" name="Freeform 91">
              <a:extLst>
                <a:ext uri="{FF2B5EF4-FFF2-40B4-BE49-F238E27FC236}">
                  <a16:creationId xmlns:a16="http://schemas.microsoft.com/office/drawing/2014/main" id="{90624541-AA7B-E443-24A8-D1FE4CA7E605}"/>
                </a:ext>
              </a:extLst>
            </p:cNvPr>
            <p:cNvSpPr>
              <a:spLocks noChangeArrowheads="1"/>
            </p:cNvSpPr>
            <p:nvPr/>
          </p:nvSpPr>
          <p:spPr bwMode="auto">
            <a:xfrm>
              <a:off x="3698875" y="1349375"/>
              <a:ext cx="203200" cy="258763"/>
            </a:xfrm>
            <a:custGeom>
              <a:avLst/>
              <a:gdLst>
                <a:gd name="T0" fmla="*/ 45 w 566"/>
                <a:gd name="T1" fmla="*/ 716 h 717"/>
                <a:gd name="T2" fmla="*/ 45 w 566"/>
                <a:gd name="T3" fmla="*/ 716 h 717"/>
                <a:gd name="T4" fmla="*/ 520 w 566"/>
                <a:gd name="T5" fmla="*/ 716 h 717"/>
                <a:gd name="T6" fmla="*/ 565 w 566"/>
                <a:gd name="T7" fmla="*/ 671 h 717"/>
                <a:gd name="T8" fmla="*/ 565 w 566"/>
                <a:gd name="T9" fmla="*/ 17 h 717"/>
                <a:gd name="T10" fmla="*/ 551 w 566"/>
                <a:gd name="T11" fmla="*/ 2 h 717"/>
                <a:gd name="T12" fmla="*/ 540 w 566"/>
                <a:gd name="T13" fmla="*/ 6 h 717"/>
                <a:gd name="T14" fmla="*/ 540 w 566"/>
                <a:gd name="T15" fmla="*/ 6 h 717"/>
                <a:gd name="T16" fmla="*/ 462 w 566"/>
                <a:gd name="T17" fmla="*/ 86 h 717"/>
                <a:gd name="T18" fmla="*/ 382 w 566"/>
                <a:gd name="T19" fmla="*/ 6 h 717"/>
                <a:gd name="T20" fmla="*/ 361 w 566"/>
                <a:gd name="T21" fmla="*/ 6 h 717"/>
                <a:gd name="T22" fmla="*/ 283 w 566"/>
                <a:gd name="T23" fmla="*/ 86 h 717"/>
                <a:gd name="T24" fmla="*/ 204 w 566"/>
                <a:gd name="T25" fmla="*/ 6 h 717"/>
                <a:gd name="T26" fmla="*/ 183 w 566"/>
                <a:gd name="T27" fmla="*/ 6 h 717"/>
                <a:gd name="T28" fmla="*/ 105 w 566"/>
                <a:gd name="T29" fmla="*/ 86 h 717"/>
                <a:gd name="T30" fmla="*/ 25 w 566"/>
                <a:gd name="T31" fmla="*/ 6 h 717"/>
                <a:gd name="T32" fmla="*/ 25 w 566"/>
                <a:gd name="T33" fmla="*/ 6 h 717"/>
                <a:gd name="T34" fmla="*/ 15 w 566"/>
                <a:gd name="T35" fmla="*/ 2 h 717"/>
                <a:gd name="T36" fmla="*/ 0 w 566"/>
                <a:gd name="T37" fmla="*/ 17 h 717"/>
                <a:gd name="T38" fmla="*/ 0 w 566"/>
                <a:gd name="T39" fmla="*/ 671 h 717"/>
                <a:gd name="T40" fmla="*/ 45 w 566"/>
                <a:gd name="T41" fmla="*/ 716 h 717"/>
                <a:gd name="T42" fmla="*/ 105 w 566"/>
                <a:gd name="T43" fmla="*/ 122 h 717"/>
                <a:gd name="T44" fmla="*/ 105 w 566"/>
                <a:gd name="T45" fmla="*/ 122 h 717"/>
                <a:gd name="T46" fmla="*/ 115 w 566"/>
                <a:gd name="T47" fmla="*/ 118 h 717"/>
                <a:gd name="T48" fmla="*/ 194 w 566"/>
                <a:gd name="T49" fmla="*/ 38 h 717"/>
                <a:gd name="T50" fmla="*/ 272 w 566"/>
                <a:gd name="T51" fmla="*/ 118 h 717"/>
                <a:gd name="T52" fmla="*/ 283 w 566"/>
                <a:gd name="T53" fmla="*/ 122 h 717"/>
                <a:gd name="T54" fmla="*/ 293 w 566"/>
                <a:gd name="T55" fmla="*/ 118 h 717"/>
                <a:gd name="T56" fmla="*/ 373 w 566"/>
                <a:gd name="T57" fmla="*/ 38 h 717"/>
                <a:gd name="T58" fmla="*/ 451 w 566"/>
                <a:gd name="T59" fmla="*/ 118 h 717"/>
                <a:gd name="T60" fmla="*/ 462 w 566"/>
                <a:gd name="T61" fmla="*/ 122 h 717"/>
                <a:gd name="T62" fmla="*/ 472 w 566"/>
                <a:gd name="T63" fmla="*/ 118 h 717"/>
                <a:gd name="T64" fmla="*/ 536 w 566"/>
                <a:gd name="T65" fmla="*/ 53 h 717"/>
                <a:gd name="T66" fmla="*/ 536 w 566"/>
                <a:gd name="T67" fmla="*/ 671 h 717"/>
                <a:gd name="T68" fmla="*/ 520 w 566"/>
                <a:gd name="T69" fmla="*/ 687 h 717"/>
                <a:gd name="T70" fmla="*/ 45 w 566"/>
                <a:gd name="T71" fmla="*/ 687 h 717"/>
                <a:gd name="T72" fmla="*/ 29 w 566"/>
                <a:gd name="T73" fmla="*/ 671 h 717"/>
                <a:gd name="T74" fmla="*/ 29 w 566"/>
                <a:gd name="T75" fmla="*/ 53 h 717"/>
                <a:gd name="T76" fmla="*/ 94 w 566"/>
                <a:gd name="T77" fmla="*/ 118 h 717"/>
                <a:gd name="T78" fmla="*/ 105 w 566"/>
                <a:gd name="T79" fmla="*/ 12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717">
                  <a:moveTo>
                    <a:pt x="45" y="716"/>
                  </a:moveTo>
                  <a:lnTo>
                    <a:pt x="45" y="716"/>
                  </a:lnTo>
                  <a:cubicBezTo>
                    <a:pt x="520" y="716"/>
                    <a:pt x="520" y="716"/>
                    <a:pt x="520" y="716"/>
                  </a:cubicBezTo>
                  <a:cubicBezTo>
                    <a:pt x="545" y="716"/>
                    <a:pt x="565" y="696"/>
                    <a:pt x="565" y="671"/>
                  </a:cubicBezTo>
                  <a:cubicBezTo>
                    <a:pt x="565" y="17"/>
                    <a:pt x="565" y="17"/>
                    <a:pt x="565" y="17"/>
                  </a:cubicBezTo>
                  <a:cubicBezTo>
                    <a:pt x="565" y="9"/>
                    <a:pt x="559" y="2"/>
                    <a:pt x="551" y="2"/>
                  </a:cubicBezTo>
                  <a:cubicBezTo>
                    <a:pt x="547" y="2"/>
                    <a:pt x="543" y="5"/>
                    <a:pt x="540" y="6"/>
                  </a:cubicBezTo>
                  <a:lnTo>
                    <a:pt x="540" y="6"/>
                  </a:lnTo>
                  <a:cubicBezTo>
                    <a:pt x="462" y="86"/>
                    <a:pt x="462" y="86"/>
                    <a:pt x="462" y="86"/>
                  </a:cubicBezTo>
                  <a:cubicBezTo>
                    <a:pt x="382" y="6"/>
                    <a:pt x="382" y="6"/>
                    <a:pt x="382" y="6"/>
                  </a:cubicBezTo>
                  <a:cubicBezTo>
                    <a:pt x="377" y="0"/>
                    <a:pt x="367" y="0"/>
                    <a:pt x="361" y="6"/>
                  </a:cubicBezTo>
                  <a:cubicBezTo>
                    <a:pt x="283" y="86"/>
                    <a:pt x="283" y="86"/>
                    <a:pt x="283" y="86"/>
                  </a:cubicBezTo>
                  <a:cubicBezTo>
                    <a:pt x="204" y="6"/>
                    <a:pt x="204" y="6"/>
                    <a:pt x="204" y="6"/>
                  </a:cubicBezTo>
                  <a:cubicBezTo>
                    <a:pt x="198" y="0"/>
                    <a:pt x="188" y="0"/>
                    <a:pt x="183" y="6"/>
                  </a:cubicBezTo>
                  <a:cubicBezTo>
                    <a:pt x="105" y="86"/>
                    <a:pt x="105" y="86"/>
                    <a:pt x="105" y="86"/>
                  </a:cubicBezTo>
                  <a:cubicBezTo>
                    <a:pt x="25" y="6"/>
                    <a:pt x="25" y="6"/>
                    <a:pt x="25" y="6"/>
                  </a:cubicBezTo>
                  <a:lnTo>
                    <a:pt x="25" y="6"/>
                  </a:lnTo>
                  <a:cubicBezTo>
                    <a:pt x="22" y="5"/>
                    <a:pt x="20" y="2"/>
                    <a:pt x="15" y="2"/>
                  </a:cubicBezTo>
                  <a:cubicBezTo>
                    <a:pt x="7" y="2"/>
                    <a:pt x="0" y="9"/>
                    <a:pt x="0" y="17"/>
                  </a:cubicBezTo>
                  <a:cubicBezTo>
                    <a:pt x="0" y="671"/>
                    <a:pt x="0" y="671"/>
                    <a:pt x="0" y="671"/>
                  </a:cubicBezTo>
                  <a:cubicBezTo>
                    <a:pt x="0" y="696"/>
                    <a:pt x="20" y="716"/>
                    <a:pt x="45" y="716"/>
                  </a:cubicBezTo>
                  <a:close/>
                  <a:moveTo>
                    <a:pt x="105" y="122"/>
                  </a:moveTo>
                  <a:lnTo>
                    <a:pt x="105" y="122"/>
                  </a:lnTo>
                  <a:cubicBezTo>
                    <a:pt x="108" y="122"/>
                    <a:pt x="112" y="120"/>
                    <a:pt x="115" y="118"/>
                  </a:cubicBezTo>
                  <a:cubicBezTo>
                    <a:pt x="194" y="38"/>
                    <a:pt x="194" y="38"/>
                    <a:pt x="194" y="38"/>
                  </a:cubicBezTo>
                  <a:cubicBezTo>
                    <a:pt x="272" y="118"/>
                    <a:pt x="272" y="118"/>
                    <a:pt x="272" y="118"/>
                  </a:cubicBezTo>
                  <a:cubicBezTo>
                    <a:pt x="275" y="120"/>
                    <a:pt x="279" y="122"/>
                    <a:pt x="283" y="122"/>
                  </a:cubicBezTo>
                  <a:cubicBezTo>
                    <a:pt x="286" y="122"/>
                    <a:pt x="290" y="120"/>
                    <a:pt x="293" y="118"/>
                  </a:cubicBezTo>
                  <a:cubicBezTo>
                    <a:pt x="373" y="38"/>
                    <a:pt x="373" y="38"/>
                    <a:pt x="373" y="38"/>
                  </a:cubicBezTo>
                  <a:cubicBezTo>
                    <a:pt x="451" y="118"/>
                    <a:pt x="451" y="118"/>
                    <a:pt x="451" y="118"/>
                  </a:cubicBezTo>
                  <a:cubicBezTo>
                    <a:pt x="453" y="120"/>
                    <a:pt x="458" y="122"/>
                    <a:pt x="462" y="122"/>
                  </a:cubicBezTo>
                  <a:cubicBezTo>
                    <a:pt x="465" y="122"/>
                    <a:pt x="469" y="120"/>
                    <a:pt x="472" y="118"/>
                  </a:cubicBezTo>
                  <a:cubicBezTo>
                    <a:pt x="536" y="53"/>
                    <a:pt x="536" y="53"/>
                    <a:pt x="536" y="53"/>
                  </a:cubicBezTo>
                  <a:cubicBezTo>
                    <a:pt x="536" y="671"/>
                    <a:pt x="536" y="671"/>
                    <a:pt x="536" y="671"/>
                  </a:cubicBezTo>
                  <a:cubicBezTo>
                    <a:pt x="536" y="680"/>
                    <a:pt x="529" y="687"/>
                    <a:pt x="520" y="687"/>
                  </a:cubicBezTo>
                  <a:cubicBezTo>
                    <a:pt x="45" y="687"/>
                    <a:pt x="45" y="687"/>
                    <a:pt x="45" y="687"/>
                  </a:cubicBezTo>
                  <a:cubicBezTo>
                    <a:pt x="36" y="687"/>
                    <a:pt x="29" y="680"/>
                    <a:pt x="29" y="671"/>
                  </a:cubicBezTo>
                  <a:cubicBezTo>
                    <a:pt x="29" y="53"/>
                    <a:pt x="29" y="53"/>
                    <a:pt x="29" y="53"/>
                  </a:cubicBezTo>
                  <a:cubicBezTo>
                    <a:pt x="94" y="118"/>
                    <a:pt x="94" y="118"/>
                    <a:pt x="94" y="118"/>
                  </a:cubicBezTo>
                  <a:cubicBezTo>
                    <a:pt x="96" y="120"/>
                    <a:pt x="101" y="122"/>
                    <a:pt x="105" y="1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2">
              <a:extLst>
                <a:ext uri="{FF2B5EF4-FFF2-40B4-BE49-F238E27FC236}">
                  <a16:creationId xmlns:a16="http://schemas.microsoft.com/office/drawing/2014/main" id="{56F167EF-EF3D-5641-C645-E7963172D8F0}"/>
                </a:ext>
              </a:extLst>
            </p:cNvPr>
            <p:cNvSpPr>
              <a:spLocks noChangeArrowheads="1"/>
            </p:cNvSpPr>
            <p:nvPr/>
          </p:nvSpPr>
          <p:spPr bwMode="auto">
            <a:xfrm>
              <a:off x="3752850" y="1414463"/>
              <a:ext cx="96838" cy="76200"/>
            </a:xfrm>
            <a:custGeom>
              <a:avLst/>
              <a:gdLst>
                <a:gd name="T0" fmla="*/ 134 w 269"/>
                <a:gd name="T1" fmla="*/ 210 h 211"/>
                <a:gd name="T2" fmla="*/ 134 w 269"/>
                <a:gd name="T3" fmla="*/ 210 h 211"/>
                <a:gd name="T4" fmla="*/ 268 w 269"/>
                <a:gd name="T5" fmla="*/ 76 h 211"/>
                <a:gd name="T6" fmla="*/ 268 w 269"/>
                <a:gd name="T7" fmla="*/ 16 h 211"/>
                <a:gd name="T8" fmla="*/ 253 w 269"/>
                <a:gd name="T9" fmla="*/ 0 h 211"/>
                <a:gd name="T10" fmla="*/ 237 w 269"/>
                <a:gd name="T11" fmla="*/ 16 h 211"/>
                <a:gd name="T12" fmla="*/ 237 w 269"/>
                <a:gd name="T13" fmla="*/ 76 h 211"/>
                <a:gd name="T14" fmla="*/ 207 w 269"/>
                <a:gd name="T15" fmla="*/ 150 h 211"/>
                <a:gd name="T16" fmla="*/ 134 w 269"/>
                <a:gd name="T17" fmla="*/ 179 h 211"/>
                <a:gd name="T18" fmla="*/ 60 w 269"/>
                <a:gd name="T19" fmla="*/ 150 h 211"/>
                <a:gd name="T20" fmla="*/ 30 w 269"/>
                <a:gd name="T21" fmla="*/ 76 h 211"/>
                <a:gd name="T22" fmla="*/ 30 w 269"/>
                <a:gd name="T23" fmla="*/ 16 h 211"/>
                <a:gd name="T24" fmla="*/ 14 w 269"/>
                <a:gd name="T25" fmla="*/ 0 h 211"/>
                <a:gd name="T26" fmla="*/ 0 w 269"/>
                <a:gd name="T27" fmla="*/ 16 h 211"/>
                <a:gd name="T28" fmla="*/ 0 w 269"/>
                <a:gd name="T29" fmla="*/ 76 h 211"/>
                <a:gd name="T30" fmla="*/ 134 w 269"/>
                <a:gd name="T31" fmla="*/ 21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11">
                  <a:moveTo>
                    <a:pt x="134" y="210"/>
                  </a:moveTo>
                  <a:lnTo>
                    <a:pt x="134" y="210"/>
                  </a:lnTo>
                  <a:cubicBezTo>
                    <a:pt x="208" y="210"/>
                    <a:pt x="268" y="150"/>
                    <a:pt x="268" y="76"/>
                  </a:cubicBezTo>
                  <a:cubicBezTo>
                    <a:pt x="268" y="16"/>
                    <a:pt x="268" y="16"/>
                    <a:pt x="268" y="16"/>
                  </a:cubicBezTo>
                  <a:cubicBezTo>
                    <a:pt x="268" y="7"/>
                    <a:pt x="261" y="0"/>
                    <a:pt x="253" y="0"/>
                  </a:cubicBezTo>
                  <a:cubicBezTo>
                    <a:pt x="244" y="0"/>
                    <a:pt x="237" y="7"/>
                    <a:pt x="237" y="16"/>
                  </a:cubicBezTo>
                  <a:cubicBezTo>
                    <a:pt x="237" y="76"/>
                    <a:pt x="237" y="76"/>
                    <a:pt x="237" y="76"/>
                  </a:cubicBezTo>
                  <a:cubicBezTo>
                    <a:pt x="237" y="104"/>
                    <a:pt x="226" y="130"/>
                    <a:pt x="207" y="150"/>
                  </a:cubicBezTo>
                  <a:cubicBezTo>
                    <a:pt x="189" y="168"/>
                    <a:pt x="162" y="179"/>
                    <a:pt x="134" y="179"/>
                  </a:cubicBezTo>
                  <a:cubicBezTo>
                    <a:pt x="105" y="179"/>
                    <a:pt x="78" y="168"/>
                    <a:pt x="60" y="150"/>
                  </a:cubicBezTo>
                  <a:cubicBezTo>
                    <a:pt x="41" y="130"/>
                    <a:pt x="30" y="104"/>
                    <a:pt x="30" y="76"/>
                  </a:cubicBezTo>
                  <a:cubicBezTo>
                    <a:pt x="30" y="16"/>
                    <a:pt x="30" y="16"/>
                    <a:pt x="30" y="16"/>
                  </a:cubicBezTo>
                  <a:cubicBezTo>
                    <a:pt x="30" y="7"/>
                    <a:pt x="23" y="0"/>
                    <a:pt x="14" y="0"/>
                  </a:cubicBezTo>
                  <a:cubicBezTo>
                    <a:pt x="6" y="0"/>
                    <a:pt x="0" y="7"/>
                    <a:pt x="0" y="16"/>
                  </a:cubicBezTo>
                  <a:cubicBezTo>
                    <a:pt x="0" y="76"/>
                    <a:pt x="0" y="76"/>
                    <a:pt x="0" y="76"/>
                  </a:cubicBezTo>
                  <a:cubicBezTo>
                    <a:pt x="0" y="150"/>
                    <a:pt x="60" y="210"/>
                    <a:pt x="134" y="2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2" name="Freeform 93">
            <a:extLst>
              <a:ext uri="{FF2B5EF4-FFF2-40B4-BE49-F238E27FC236}">
                <a16:creationId xmlns:a16="http://schemas.microsoft.com/office/drawing/2014/main" id="{8465C202-A894-A79E-C614-A0D4B04407FF}"/>
              </a:ext>
            </a:extLst>
          </p:cNvPr>
          <p:cNvSpPr>
            <a:spLocks noChangeArrowheads="1"/>
          </p:cNvSpPr>
          <p:nvPr/>
        </p:nvSpPr>
        <p:spPr bwMode="auto">
          <a:xfrm>
            <a:off x="4737769" y="1522314"/>
            <a:ext cx="201612" cy="257175"/>
          </a:xfrm>
          <a:custGeom>
            <a:avLst/>
            <a:gdLst>
              <a:gd name="T0" fmla="*/ 490 w 562"/>
              <a:gd name="T1" fmla="*/ 149 h 715"/>
              <a:gd name="T2" fmla="*/ 490 w 562"/>
              <a:gd name="T3" fmla="*/ 149 h 715"/>
              <a:gd name="T4" fmla="*/ 414 w 562"/>
              <a:gd name="T5" fmla="*/ 149 h 715"/>
              <a:gd name="T6" fmla="*/ 414 w 562"/>
              <a:gd name="T7" fmla="*/ 134 h 715"/>
              <a:gd name="T8" fmla="*/ 281 w 562"/>
              <a:gd name="T9" fmla="*/ 0 h 715"/>
              <a:gd name="T10" fmla="*/ 147 w 562"/>
              <a:gd name="T11" fmla="*/ 134 h 715"/>
              <a:gd name="T12" fmla="*/ 147 w 562"/>
              <a:gd name="T13" fmla="*/ 149 h 715"/>
              <a:gd name="T14" fmla="*/ 70 w 562"/>
              <a:gd name="T15" fmla="*/ 149 h 715"/>
              <a:gd name="T16" fmla="*/ 27 w 562"/>
              <a:gd name="T17" fmla="*/ 191 h 715"/>
              <a:gd name="T18" fmla="*/ 0 w 562"/>
              <a:gd name="T19" fmla="*/ 668 h 715"/>
              <a:gd name="T20" fmla="*/ 0 w 562"/>
              <a:gd name="T21" fmla="*/ 668 h 715"/>
              <a:gd name="T22" fmla="*/ 0 w 562"/>
              <a:gd name="T23" fmla="*/ 669 h 715"/>
              <a:gd name="T24" fmla="*/ 45 w 562"/>
              <a:gd name="T25" fmla="*/ 714 h 715"/>
              <a:gd name="T26" fmla="*/ 516 w 562"/>
              <a:gd name="T27" fmla="*/ 714 h 715"/>
              <a:gd name="T28" fmla="*/ 561 w 562"/>
              <a:gd name="T29" fmla="*/ 669 h 715"/>
              <a:gd name="T30" fmla="*/ 561 w 562"/>
              <a:gd name="T31" fmla="*/ 668 h 715"/>
              <a:gd name="T32" fmla="*/ 534 w 562"/>
              <a:gd name="T33" fmla="*/ 191 h 715"/>
              <a:gd name="T34" fmla="*/ 534 w 562"/>
              <a:gd name="T35" fmla="*/ 191 h 715"/>
              <a:gd name="T36" fmla="*/ 490 w 562"/>
              <a:gd name="T37" fmla="*/ 149 h 715"/>
              <a:gd name="T38" fmla="*/ 176 w 562"/>
              <a:gd name="T39" fmla="*/ 134 h 715"/>
              <a:gd name="T40" fmla="*/ 176 w 562"/>
              <a:gd name="T41" fmla="*/ 134 h 715"/>
              <a:gd name="T42" fmla="*/ 207 w 562"/>
              <a:gd name="T43" fmla="*/ 61 h 715"/>
              <a:gd name="T44" fmla="*/ 281 w 562"/>
              <a:gd name="T45" fmla="*/ 31 h 715"/>
              <a:gd name="T46" fmla="*/ 354 w 562"/>
              <a:gd name="T47" fmla="*/ 61 h 715"/>
              <a:gd name="T48" fmla="*/ 385 w 562"/>
              <a:gd name="T49" fmla="*/ 134 h 715"/>
              <a:gd name="T50" fmla="*/ 385 w 562"/>
              <a:gd name="T51" fmla="*/ 149 h 715"/>
              <a:gd name="T52" fmla="*/ 176 w 562"/>
              <a:gd name="T53" fmla="*/ 149 h 715"/>
              <a:gd name="T54" fmla="*/ 176 w 562"/>
              <a:gd name="T55" fmla="*/ 134 h 715"/>
              <a:gd name="T56" fmla="*/ 516 w 562"/>
              <a:gd name="T57" fmla="*/ 685 h 715"/>
              <a:gd name="T58" fmla="*/ 516 w 562"/>
              <a:gd name="T59" fmla="*/ 685 h 715"/>
              <a:gd name="T60" fmla="*/ 45 w 562"/>
              <a:gd name="T61" fmla="*/ 685 h 715"/>
              <a:gd name="T62" fmla="*/ 29 w 562"/>
              <a:gd name="T63" fmla="*/ 669 h 715"/>
              <a:gd name="T64" fmla="*/ 29 w 562"/>
              <a:gd name="T65" fmla="*/ 669 h 715"/>
              <a:gd name="T66" fmla="*/ 29 w 562"/>
              <a:gd name="T67" fmla="*/ 669 h 715"/>
              <a:gd name="T68" fmla="*/ 56 w 562"/>
              <a:gd name="T69" fmla="*/ 192 h 715"/>
              <a:gd name="T70" fmla="*/ 70 w 562"/>
              <a:gd name="T71" fmla="*/ 178 h 715"/>
              <a:gd name="T72" fmla="*/ 147 w 562"/>
              <a:gd name="T73" fmla="*/ 178 h 715"/>
              <a:gd name="T74" fmla="*/ 147 w 562"/>
              <a:gd name="T75" fmla="*/ 254 h 715"/>
              <a:gd name="T76" fmla="*/ 162 w 562"/>
              <a:gd name="T77" fmla="*/ 268 h 715"/>
              <a:gd name="T78" fmla="*/ 176 w 562"/>
              <a:gd name="T79" fmla="*/ 254 h 715"/>
              <a:gd name="T80" fmla="*/ 176 w 562"/>
              <a:gd name="T81" fmla="*/ 178 h 715"/>
              <a:gd name="T82" fmla="*/ 385 w 562"/>
              <a:gd name="T83" fmla="*/ 178 h 715"/>
              <a:gd name="T84" fmla="*/ 385 w 562"/>
              <a:gd name="T85" fmla="*/ 254 h 715"/>
              <a:gd name="T86" fmla="*/ 399 w 562"/>
              <a:gd name="T87" fmla="*/ 268 h 715"/>
              <a:gd name="T88" fmla="*/ 414 w 562"/>
              <a:gd name="T89" fmla="*/ 254 h 715"/>
              <a:gd name="T90" fmla="*/ 414 w 562"/>
              <a:gd name="T91" fmla="*/ 178 h 715"/>
              <a:gd name="T92" fmla="*/ 490 w 562"/>
              <a:gd name="T93" fmla="*/ 178 h 715"/>
              <a:gd name="T94" fmla="*/ 505 w 562"/>
              <a:gd name="T95" fmla="*/ 192 h 715"/>
              <a:gd name="T96" fmla="*/ 520 w 562"/>
              <a:gd name="T97" fmla="*/ 192 h 715"/>
              <a:gd name="T98" fmla="*/ 505 w 562"/>
              <a:gd name="T99" fmla="*/ 192 h 715"/>
              <a:gd name="T100" fmla="*/ 532 w 562"/>
              <a:gd name="T101" fmla="*/ 669 h 715"/>
              <a:gd name="T102" fmla="*/ 532 w 562"/>
              <a:gd name="T103" fmla="*/ 669 h 715"/>
              <a:gd name="T104" fmla="*/ 516 w 562"/>
              <a:gd name="T105"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562" h="715">
                <a:moveTo>
                  <a:pt x="490" y="149"/>
                </a:moveTo>
                <a:lnTo>
                  <a:pt x="490" y="149"/>
                </a:lnTo>
                <a:cubicBezTo>
                  <a:pt x="414" y="149"/>
                  <a:pt x="414" y="149"/>
                  <a:pt x="414" y="149"/>
                </a:cubicBezTo>
                <a:cubicBezTo>
                  <a:pt x="414" y="134"/>
                  <a:pt x="414" y="134"/>
                  <a:pt x="414" y="134"/>
                </a:cubicBezTo>
                <a:cubicBezTo>
                  <a:pt x="414" y="60"/>
                  <a:pt x="354" y="0"/>
                  <a:pt x="281" y="0"/>
                </a:cubicBezTo>
                <a:cubicBezTo>
                  <a:pt x="207" y="0"/>
                  <a:pt x="147" y="60"/>
                  <a:pt x="147" y="134"/>
                </a:cubicBezTo>
                <a:cubicBezTo>
                  <a:pt x="147" y="149"/>
                  <a:pt x="147" y="149"/>
                  <a:pt x="147" y="149"/>
                </a:cubicBezTo>
                <a:cubicBezTo>
                  <a:pt x="70" y="149"/>
                  <a:pt x="70" y="149"/>
                  <a:pt x="70" y="149"/>
                </a:cubicBezTo>
                <a:cubicBezTo>
                  <a:pt x="46" y="149"/>
                  <a:pt x="27" y="167"/>
                  <a:pt x="27" y="191"/>
                </a:cubicBezTo>
                <a:cubicBezTo>
                  <a:pt x="0" y="668"/>
                  <a:pt x="0" y="668"/>
                  <a:pt x="0" y="668"/>
                </a:cubicBezTo>
                <a:lnTo>
                  <a:pt x="0" y="668"/>
                </a:lnTo>
                <a:cubicBezTo>
                  <a:pt x="0" y="669"/>
                  <a:pt x="0" y="669"/>
                  <a:pt x="0" y="669"/>
                </a:cubicBezTo>
                <a:cubicBezTo>
                  <a:pt x="0" y="694"/>
                  <a:pt x="20" y="714"/>
                  <a:pt x="45" y="714"/>
                </a:cubicBezTo>
                <a:cubicBezTo>
                  <a:pt x="516" y="714"/>
                  <a:pt x="516" y="714"/>
                  <a:pt x="516" y="714"/>
                </a:cubicBezTo>
                <a:cubicBezTo>
                  <a:pt x="541" y="714"/>
                  <a:pt x="561" y="694"/>
                  <a:pt x="561" y="669"/>
                </a:cubicBezTo>
                <a:cubicBezTo>
                  <a:pt x="561" y="668"/>
                  <a:pt x="561" y="668"/>
                  <a:pt x="561" y="668"/>
                </a:cubicBezTo>
                <a:cubicBezTo>
                  <a:pt x="534" y="191"/>
                  <a:pt x="534" y="191"/>
                  <a:pt x="534" y="191"/>
                </a:cubicBezTo>
                <a:lnTo>
                  <a:pt x="534" y="191"/>
                </a:lnTo>
                <a:cubicBezTo>
                  <a:pt x="533" y="167"/>
                  <a:pt x="513" y="149"/>
                  <a:pt x="490" y="149"/>
                </a:cubicBezTo>
                <a:close/>
                <a:moveTo>
                  <a:pt x="176" y="134"/>
                </a:moveTo>
                <a:lnTo>
                  <a:pt x="176" y="134"/>
                </a:lnTo>
                <a:cubicBezTo>
                  <a:pt x="176" y="106"/>
                  <a:pt x="189" y="79"/>
                  <a:pt x="207" y="61"/>
                </a:cubicBezTo>
                <a:cubicBezTo>
                  <a:pt x="226" y="42"/>
                  <a:pt x="251" y="31"/>
                  <a:pt x="281" y="31"/>
                </a:cubicBezTo>
                <a:cubicBezTo>
                  <a:pt x="310" y="31"/>
                  <a:pt x="335" y="42"/>
                  <a:pt x="354" y="61"/>
                </a:cubicBezTo>
                <a:cubicBezTo>
                  <a:pt x="373" y="79"/>
                  <a:pt x="385" y="106"/>
                  <a:pt x="385" y="134"/>
                </a:cubicBezTo>
                <a:cubicBezTo>
                  <a:pt x="385" y="149"/>
                  <a:pt x="385" y="149"/>
                  <a:pt x="385" y="149"/>
                </a:cubicBezTo>
                <a:cubicBezTo>
                  <a:pt x="176" y="149"/>
                  <a:pt x="176" y="149"/>
                  <a:pt x="176" y="149"/>
                </a:cubicBezTo>
                <a:lnTo>
                  <a:pt x="176" y="134"/>
                </a:lnTo>
                <a:close/>
                <a:moveTo>
                  <a:pt x="516" y="685"/>
                </a:moveTo>
                <a:lnTo>
                  <a:pt x="516" y="685"/>
                </a:lnTo>
                <a:cubicBezTo>
                  <a:pt x="45" y="685"/>
                  <a:pt x="45" y="685"/>
                  <a:pt x="45" y="685"/>
                </a:cubicBezTo>
                <a:cubicBezTo>
                  <a:pt x="36" y="685"/>
                  <a:pt x="29" y="678"/>
                  <a:pt x="29" y="669"/>
                </a:cubicBezTo>
                <a:lnTo>
                  <a:pt x="29" y="669"/>
                </a:lnTo>
                <a:lnTo>
                  <a:pt x="29" y="669"/>
                </a:lnTo>
                <a:cubicBezTo>
                  <a:pt x="56" y="192"/>
                  <a:pt x="56" y="192"/>
                  <a:pt x="56" y="192"/>
                </a:cubicBezTo>
                <a:cubicBezTo>
                  <a:pt x="56" y="185"/>
                  <a:pt x="63" y="178"/>
                  <a:pt x="70" y="178"/>
                </a:cubicBezTo>
                <a:cubicBezTo>
                  <a:pt x="147" y="178"/>
                  <a:pt x="147" y="178"/>
                  <a:pt x="147" y="178"/>
                </a:cubicBezTo>
                <a:cubicBezTo>
                  <a:pt x="147" y="254"/>
                  <a:pt x="147" y="254"/>
                  <a:pt x="147" y="254"/>
                </a:cubicBezTo>
                <a:cubicBezTo>
                  <a:pt x="147" y="262"/>
                  <a:pt x="154" y="268"/>
                  <a:pt x="162" y="268"/>
                </a:cubicBezTo>
                <a:cubicBezTo>
                  <a:pt x="170" y="268"/>
                  <a:pt x="176" y="262"/>
                  <a:pt x="176" y="254"/>
                </a:cubicBezTo>
                <a:cubicBezTo>
                  <a:pt x="176" y="178"/>
                  <a:pt x="176" y="178"/>
                  <a:pt x="176" y="178"/>
                </a:cubicBezTo>
                <a:cubicBezTo>
                  <a:pt x="385" y="178"/>
                  <a:pt x="385" y="178"/>
                  <a:pt x="385" y="178"/>
                </a:cubicBezTo>
                <a:cubicBezTo>
                  <a:pt x="385" y="254"/>
                  <a:pt x="385" y="254"/>
                  <a:pt x="385" y="254"/>
                </a:cubicBezTo>
                <a:cubicBezTo>
                  <a:pt x="385" y="262"/>
                  <a:pt x="391" y="268"/>
                  <a:pt x="399" y="268"/>
                </a:cubicBezTo>
                <a:cubicBezTo>
                  <a:pt x="407" y="268"/>
                  <a:pt x="414" y="262"/>
                  <a:pt x="414" y="254"/>
                </a:cubicBezTo>
                <a:cubicBezTo>
                  <a:pt x="414" y="178"/>
                  <a:pt x="414" y="178"/>
                  <a:pt x="414" y="178"/>
                </a:cubicBezTo>
                <a:cubicBezTo>
                  <a:pt x="490" y="178"/>
                  <a:pt x="490" y="178"/>
                  <a:pt x="490" y="178"/>
                </a:cubicBezTo>
                <a:cubicBezTo>
                  <a:pt x="498" y="178"/>
                  <a:pt x="505" y="185"/>
                  <a:pt x="505" y="192"/>
                </a:cubicBezTo>
                <a:cubicBezTo>
                  <a:pt x="520" y="192"/>
                  <a:pt x="520" y="192"/>
                  <a:pt x="520" y="192"/>
                </a:cubicBezTo>
                <a:cubicBezTo>
                  <a:pt x="505" y="192"/>
                  <a:pt x="505" y="192"/>
                  <a:pt x="505" y="192"/>
                </a:cubicBezTo>
                <a:cubicBezTo>
                  <a:pt x="532" y="669"/>
                  <a:pt x="532" y="669"/>
                  <a:pt x="532" y="669"/>
                </a:cubicBezTo>
                <a:lnTo>
                  <a:pt x="532" y="669"/>
                </a:lnTo>
                <a:cubicBezTo>
                  <a:pt x="532" y="678"/>
                  <a:pt x="525" y="685"/>
                  <a:pt x="516" y="685"/>
                </a:cubicBezTo>
                <a:close/>
              </a:path>
            </a:pathLst>
          </a:custGeom>
          <a:solidFill>
            <a:schemeClr val="tx2"/>
          </a:solidFill>
          <a:ln>
            <a:noFill/>
          </a:ln>
          <a:effectLst/>
        </p:spPr>
        <p:txBody>
          <a:bodyPr wrap="none" anchor="ctr"/>
          <a:lstStyle/>
          <a:p>
            <a:endParaRPr lang="da-DK"/>
          </a:p>
        </p:txBody>
      </p:sp>
      <p:grpSp>
        <p:nvGrpSpPr>
          <p:cNvPr id="113" name="Group 116">
            <a:extLst>
              <a:ext uri="{FF2B5EF4-FFF2-40B4-BE49-F238E27FC236}">
                <a16:creationId xmlns:a16="http://schemas.microsoft.com/office/drawing/2014/main" id="{EEC39342-16AA-57FD-C0BC-4472470C519C}"/>
              </a:ext>
            </a:extLst>
          </p:cNvPr>
          <p:cNvGrpSpPr/>
          <p:nvPr/>
        </p:nvGrpSpPr>
        <p:grpSpPr>
          <a:xfrm>
            <a:off x="6739606" y="1018282"/>
            <a:ext cx="252413" cy="252413"/>
            <a:chOff x="5711825" y="1352550"/>
            <a:chExt cx="252413" cy="252413"/>
          </a:xfrm>
          <a:solidFill>
            <a:schemeClr val="tx2"/>
          </a:solidFill>
        </p:grpSpPr>
        <p:sp>
          <p:nvSpPr>
            <p:cNvPr id="114" name="Freeform 94">
              <a:extLst>
                <a:ext uri="{FF2B5EF4-FFF2-40B4-BE49-F238E27FC236}">
                  <a16:creationId xmlns:a16="http://schemas.microsoft.com/office/drawing/2014/main" id="{12324ED1-7424-0BDF-E605-5304CB6D8342}"/>
                </a:ext>
              </a:extLst>
            </p:cNvPr>
            <p:cNvSpPr>
              <a:spLocks noChangeArrowheads="1"/>
            </p:cNvSpPr>
            <p:nvPr/>
          </p:nvSpPr>
          <p:spPr bwMode="auto">
            <a:xfrm>
              <a:off x="5711825" y="1352550"/>
              <a:ext cx="252413" cy="252413"/>
            </a:xfrm>
            <a:custGeom>
              <a:avLst/>
              <a:gdLst>
                <a:gd name="T0" fmla="*/ 0 w 703"/>
                <a:gd name="T1" fmla="*/ 371 h 702"/>
                <a:gd name="T2" fmla="*/ 0 w 703"/>
                <a:gd name="T3" fmla="*/ 371 h 702"/>
                <a:gd name="T4" fmla="*/ 13 w 703"/>
                <a:gd name="T5" fmla="*/ 403 h 702"/>
                <a:gd name="T6" fmla="*/ 299 w 703"/>
                <a:gd name="T7" fmla="*/ 687 h 702"/>
                <a:gd name="T8" fmla="*/ 329 w 703"/>
                <a:gd name="T9" fmla="*/ 701 h 702"/>
                <a:gd name="T10" fmla="*/ 361 w 703"/>
                <a:gd name="T11" fmla="*/ 687 h 702"/>
                <a:gd name="T12" fmla="*/ 689 w 703"/>
                <a:gd name="T13" fmla="*/ 361 h 702"/>
                <a:gd name="T14" fmla="*/ 702 w 703"/>
                <a:gd name="T15" fmla="*/ 329 h 702"/>
                <a:gd name="T16" fmla="*/ 702 w 703"/>
                <a:gd name="T17" fmla="*/ 44 h 702"/>
                <a:gd name="T18" fmla="*/ 657 w 703"/>
                <a:gd name="T19" fmla="*/ 0 h 702"/>
                <a:gd name="T20" fmla="*/ 371 w 703"/>
                <a:gd name="T21" fmla="*/ 0 h 702"/>
                <a:gd name="T22" fmla="*/ 340 w 703"/>
                <a:gd name="T23" fmla="*/ 12 h 702"/>
                <a:gd name="T24" fmla="*/ 13 w 703"/>
                <a:gd name="T25" fmla="*/ 340 h 702"/>
                <a:gd name="T26" fmla="*/ 0 w 703"/>
                <a:gd name="T27" fmla="*/ 371 h 702"/>
                <a:gd name="T28" fmla="*/ 34 w 703"/>
                <a:gd name="T29" fmla="*/ 361 h 702"/>
                <a:gd name="T30" fmla="*/ 34 w 703"/>
                <a:gd name="T31" fmla="*/ 361 h 702"/>
                <a:gd name="T32" fmla="*/ 361 w 703"/>
                <a:gd name="T33" fmla="*/ 33 h 702"/>
                <a:gd name="T34" fmla="*/ 371 w 703"/>
                <a:gd name="T35" fmla="*/ 29 h 702"/>
                <a:gd name="T36" fmla="*/ 657 w 703"/>
                <a:gd name="T37" fmla="*/ 29 h 702"/>
                <a:gd name="T38" fmla="*/ 672 w 703"/>
                <a:gd name="T39" fmla="*/ 44 h 702"/>
                <a:gd name="T40" fmla="*/ 672 w 703"/>
                <a:gd name="T41" fmla="*/ 329 h 702"/>
                <a:gd name="T42" fmla="*/ 668 w 703"/>
                <a:gd name="T43" fmla="*/ 340 h 702"/>
                <a:gd name="T44" fmla="*/ 340 w 703"/>
                <a:gd name="T45" fmla="*/ 666 h 702"/>
                <a:gd name="T46" fmla="*/ 329 w 703"/>
                <a:gd name="T47" fmla="*/ 672 h 702"/>
                <a:gd name="T48" fmla="*/ 320 w 703"/>
                <a:gd name="T49" fmla="*/ 666 h 702"/>
                <a:gd name="T50" fmla="*/ 34 w 703"/>
                <a:gd name="T51" fmla="*/ 382 h 702"/>
                <a:gd name="T52" fmla="*/ 29 w 703"/>
                <a:gd name="T53" fmla="*/ 371 h 702"/>
                <a:gd name="T54" fmla="*/ 34 w 703"/>
                <a:gd name="T55" fmla="*/ 361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3" h="702">
                  <a:moveTo>
                    <a:pt x="0" y="371"/>
                  </a:moveTo>
                  <a:lnTo>
                    <a:pt x="0" y="371"/>
                  </a:lnTo>
                  <a:cubicBezTo>
                    <a:pt x="0" y="383"/>
                    <a:pt x="4" y="395"/>
                    <a:pt x="13" y="403"/>
                  </a:cubicBezTo>
                  <a:cubicBezTo>
                    <a:pt x="299" y="687"/>
                    <a:pt x="299" y="687"/>
                    <a:pt x="299" y="687"/>
                  </a:cubicBezTo>
                  <a:cubicBezTo>
                    <a:pt x="307" y="697"/>
                    <a:pt x="318" y="701"/>
                    <a:pt x="329" y="701"/>
                  </a:cubicBezTo>
                  <a:cubicBezTo>
                    <a:pt x="340" y="701"/>
                    <a:pt x="353" y="697"/>
                    <a:pt x="361" y="687"/>
                  </a:cubicBezTo>
                  <a:cubicBezTo>
                    <a:pt x="689" y="361"/>
                    <a:pt x="689" y="361"/>
                    <a:pt x="689" y="361"/>
                  </a:cubicBezTo>
                  <a:cubicBezTo>
                    <a:pt x="697" y="353"/>
                    <a:pt x="702" y="342"/>
                    <a:pt x="702" y="329"/>
                  </a:cubicBezTo>
                  <a:cubicBezTo>
                    <a:pt x="702" y="44"/>
                    <a:pt x="702" y="44"/>
                    <a:pt x="702" y="44"/>
                  </a:cubicBezTo>
                  <a:cubicBezTo>
                    <a:pt x="702" y="19"/>
                    <a:pt x="682" y="0"/>
                    <a:pt x="657" y="0"/>
                  </a:cubicBezTo>
                  <a:cubicBezTo>
                    <a:pt x="371" y="0"/>
                    <a:pt x="371" y="0"/>
                    <a:pt x="371" y="0"/>
                  </a:cubicBezTo>
                  <a:cubicBezTo>
                    <a:pt x="360" y="0"/>
                    <a:pt x="349" y="4"/>
                    <a:pt x="340" y="12"/>
                  </a:cubicBezTo>
                  <a:cubicBezTo>
                    <a:pt x="13" y="340"/>
                    <a:pt x="13" y="340"/>
                    <a:pt x="13" y="340"/>
                  </a:cubicBezTo>
                  <a:cubicBezTo>
                    <a:pt x="4" y="348"/>
                    <a:pt x="0" y="360"/>
                    <a:pt x="0" y="371"/>
                  </a:cubicBezTo>
                  <a:close/>
                  <a:moveTo>
                    <a:pt x="34" y="361"/>
                  </a:moveTo>
                  <a:lnTo>
                    <a:pt x="34" y="361"/>
                  </a:lnTo>
                  <a:cubicBezTo>
                    <a:pt x="361" y="33"/>
                    <a:pt x="361" y="33"/>
                    <a:pt x="361" y="33"/>
                  </a:cubicBezTo>
                  <a:cubicBezTo>
                    <a:pt x="364" y="31"/>
                    <a:pt x="368" y="29"/>
                    <a:pt x="371" y="29"/>
                  </a:cubicBezTo>
                  <a:cubicBezTo>
                    <a:pt x="657" y="29"/>
                    <a:pt x="657" y="29"/>
                    <a:pt x="657" y="29"/>
                  </a:cubicBezTo>
                  <a:cubicBezTo>
                    <a:pt x="665" y="29"/>
                    <a:pt x="672" y="36"/>
                    <a:pt x="672" y="44"/>
                  </a:cubicBezTo>
                  <a:cubicBezTo>
                    <a:pt x="672" y="329"/>
                    <a:pt x="672" y="329"/>
                    <a:pt x="672" y="329"/>
                  </a:cubicBezTo>
                  <a:cubicBezTo>
                    <a:pt x="672" y="333"/>
                    <a:pt x="671" y="337"/>
                    <a:pt x="668" y="340"/>
                  </a:cubicBezTo>
                  <a:cubicBezTo>
                    <a:pt x="340" y="666"/>
                    <a:pt x="340" y="666"/>
                    <a:pt x="340" y="666"/>
                  </a:cubicBezTo>
                  <a:cubicBezTo>
                    <a:pt x="338" y="671"/>
                    <a:pt x="334" y="672"/>
                    <a:pt x="329" y="672"/>
                  </a:cubicBezTo>
                  <a:cubicBezTo>
                    <a:pt x="327" y="672"/>
                    <a:pt x="322" y="671"/>
                    <a:pt x="320" y="666"/>
                  </a:cubicBezTo>
                  <a:cubicBezTo>
                    <a:pt x="34" y="382"/>
                    <a:pt x="34" y="382"/>
                    <a:pt x="34" y="382"/>
                  </a:cubicBezTo>
                  <a:cubicBezTo>
                    <a:pt x="31" y="379"/>
                    <a:pt x="29" y="375"/>
                    <a:pt x="29" y="371"/>
                  </a:cubicBezTo>
                  <a:cubicBezTo>
                    <a:pt x="29" y="368"/>
                    <a:pt x="31" y="364"/>
                    <a:pt x="34" y="3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5" name="Freeform 95">
              <a:extLst>
                <a:ext uri="{FF2B5EF4-FFF2-40B4-BE49-F238E27FC236}">
                  <a16:creationId xmlns:a16="http://schemas.microsoft.com/office/drawing/2014/main" id="{ADE66D7A-04C4-16BC-FC24-1E8763AC6E7C}"/>
                </a:ext>
              </a:extLst>
            </p:cNvPr>
            <p:cNvSpPr>
              <a:spLocks noChangeArrowheads="1"/>
            </p:cNvSpPr>
            <p:nvPr/>
          </p:nvSpPr>
          <p:spPr bwMode="auto">
            <a:xfrm>
              <a:off x="5878513" y="1385888"/>
              <a:ext cx="53975" cy="53975"/>
            </a:xfrm>
            <a:custGeom>
              <a:avLst/>
              <a:gdLst>
                <a:gd name="T0" fmla="*/ 76 w 150"/>
                <a:gd name="T1" fmla="*/ 148 h 149"/>
                <a:gd name="T2" fmla="*/ 76 w 150"/>
                <a:gd name="T3" fmla="*/ 148 h 149"/>
                <a:gd name="T4" fmla="*/ 149 w 150"/>
                <a:gd name="T5" fmla="*/ 74 h 149"/>
                <a:gd name="T6" fmla="*/ 76 w 150"/>
                <a:gd name="T7" fmla="*/ 0 h 149"/>
                <a:gd name="T8" fmla="*/ 0 w 150"/>
                <a:gd name="T9" fmla="*/ 74 h 149"/>
                <a:gd name="T10" fmla="*/ 76 w 150"/>
                <a:gd name="T11" fmla="*/ 148 h 149"/>
                <a:gd name="T12" fmla="*/ 76 w 150"/>
                <a:gd name="T13" fmla="*/ 29 h 149"/>
                <a:gd name="T14" fmla="*/ 76 w 150"/>
                <a:gd name="T15" fmla="*/ 29 h 149"/>
                <a:gd name="T16" fmla="*/ 120 w 150"/>
                <a:gd name="T17" fmla="*/ 74 h 149"/>
                <a:gd name="T18" fmla="*/ 76 w 150"/>
                <a:gd name="T19" fmla="*/ 119 h 149"/>
                <a:gd name="T20" fmla="*/ 31 w 150"/>
                <a:gd name="T21" fmla="*/ 74 h 149"/>
                <a:gd name="T22" fmla="*/ 76 w 150"/>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49">
                  <a:moveTo>
                    <a:pt x="76" y="148"/>
                  </a:moveTo>
                  <a:lnTo>
                    <a:pt x="76" y="148"/>
                  </a:lnTo>
                  <a:cubicBezTo>
                    <a:pt x="116" y="148"/>
                    <a:pt x="149" y="114"/>
                    <a:pt x="149" y="74"/>
                  </a:cubicBezTo>
                  <a:cubicBezTo>
                    <a:pt x="149" y="34"/>
                    <a:pt x="116" y="0"/>
                    <a:pt x="76" y="0"/>
                  </a:cubicBezTo>
                  <a:cubicBezTo>
                    <a:pt x="34" y="0"/>
                    <a:pt x="0" y="34"/>
                    <a:pt x="0" y="74"/>
                  </a:cubicBezTo>
                  <a:cubicBezTo>
                    <a:pt x="0" y="114"/>
                    <a:pt x="34" y="148"/>
                    <a:pt x="76" y="148"/>
                  </a:cubicBezTo>
                  <a:close/>
                  <a:moveTo>
                    <a:pt x="76" y="29"/>
                  </a:moveTo>
                  <a:lnTo>
                    <a:pt x="76" y="29"/>
                  </a:lnTo>
                  <a:cubicBezTo>
                    <a:pt x="99" y="29"/>
                    <a:pt x="120" y="49"/>
                    <a:pt x="120" y="74"/>
                  </a:cubicBezTo>
                  <a:cubicBezTo>
                    <a:pt x="120" y="99"/>
                    <a:pt x="99" y="119"/>
                    <a:pt x="76" y="119"/>
                  </a:cubicBezTo>
                  <a:cubicBezTo>
                    <a:pt x="50" y="119"/>
                    <a:pt x="31" y="99"/>
                    <a:pt x="31" y="74"/>
                  </a:cubicBezTo>
                  <a:cubicBezTo>
                    <a:pt x="31" y="49"/>
                    <a:pt x="50" y="29"/>
                    <a:pt x="7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6" name="Group 119">
            <a:extLst>
              <a:ext uri="{FF2B5EF4-FFF2-40B4-BE49-F238E27FC236}">
                <a16:creationId xmlns:a16="http://schemas.microsoft.com/office/drawing/2014/main" id="{7059B575-8FD7-EC31-F6BA-817B03E8FE36}"/>
              </a:ext>
            </a:extLst>
          </p:cNvPr>
          <p:cNvGrpSpPr/>
          <p:nvPr/>
        </p:nvGrpSpPr>
        <p:grpSpPr>
          <a:xfrm>
            <a:off x="4736181" y="2035076"/>
            <a:ext cx="204788" cy="257175"/>
            <a:chOff x="3708400" y="2379663"/>
            <a:chExt cx="204788" cy="257175"/>
          </a:xfrm>
          <a:solidFill>
            <a:schemeClr val="tx2"/>
          </a:solidFill>
        </p:grpSpPr>
        <p:sp>
          <p:nvSpPr>
            <p:cNvPr id="117" name="Freeform 96">
              <a:extLst>
                <a:ext uri="{FF2B5EF4-FFF2-40B4-BE49-F238E27FC236}">
                  <a16:creationId xmlns:a16="http://schemas.microsoft.com/office/drawing/2014/main" id="{F3EB152C-F6B9-63F7-237E-68FC61076178}"/>
                </a:ext>
              </a:extLst>
            </p:cNvPr>
            <p:cNvSpPr>
              <a:spLocks noChangeArrowheads="1"/>
            </p:cNvSpPr>
            <p:nvPr/>
          </p:nvSpPr>
          <p:spPr bwMode="auto">
            <a:xfrm>
              <a:off x="3708400" y="2379663"/>
              <a:ext cx="204788" cy="257175"/>
            </a:xfrm>
            <a:custGeom>
              <a:avLst/>
              <a:gdLst>
                <a:gd name="T0" fmla="*/ 551 w 568"/>
                <a:gd name="T1" fmla="*/ 0 h 716"/>
                <a:gd name="T2" fmla="*/ 551 w 568"/>
                <a:gd name="T3" fmla="*/ 0 h 716"/>
                <a:gd name="T4" fmla="*/ 543 w 568"/>
                <a:gd name="T5" fmla="*/ 3 h 716"/>
                <a:gd name="T6" fmla="*/ 543 w 568"/>
                <a:gd name="T7" fmla="*/ 3 h 716"/>
                <a:gd name="T8" fmla="*/ 462 w 568"/>
                <a:gd name="T9" fmla="*/ 57 h 716"/>
                <a:gd name="T10" fmla="*/ 381 w 568"/>
                <a:gd name="T11" fmla="*/ 3 h 716"/>
                <a:gd name="T12" fmla="*/ 364 w 568"/>
                <a:gd name="T13" fmla="*/ 3 h 716"/>
                <a:gd name="T14" fmla="*/ 284 w 568"/>
                <a:gd name="T15" fmla="*/ 57 h 716"/>
                <a:gd name="T16" fmla="*/ 203 w 568"/>
                <a:gd name="T17" fmla="*/ 3 h 716"/>
                <a:gd name="T18" fmla="*/ 186 w 568"/>
                <a:gd name="T19" fmla="*/ 3 h 716"/>
                <a:gd name="T20" fmla="*/ 105 w 568"/>
                <a:gd name="T21" fmla="*/ 57 h 716"/>
                <a:gd name="T22" fmla="*/ 24 w 568"/>
                <a:gd name="T23" fmla="*/ 3 h 716"/>
                <a:gd name="T24" fmla="*/ 24 w 568"/>
                <a:gd name="T25" fmla="*/ 3 h 716"/>
                <a:gd name="T26" fmla="*/ 16 w 568"/>
                <a:gd name="T27" fmla="*/ 0 h 716"/>
                <a:gd name="T28" fmla="*/ 0 w 568"/>
                <a:gd name="T29" fmla="*/ 15 h 716"/>
                <a:gd name="T30" fmla="*/ 0 w 568"/>
                <a:gd name="T31" fmla="*/ 700 h 716"/>
                <a:gd name="T32" fmla="*/ 16 w 568"/>
                <a:gd name="T33" fmla="*/ 714 h 716"/>
                <a:gd name="T34" fmla="*/ 24 w 568"/>
                <a:gd name="T35" fmla="*/ 711 h 716"/>
                <a:gd name="T36" fmla="*/ 24 w 568"/>
                <a:gd name="T37" fmla="*/ 713 h 716"/>
                <a:gd name="T38" fmla="*/ 105 w 568"/>
                <a:gd name="T39" fmla="*/ 658 h 716"/>
                <a:gd name="T40" fmla="*/ 186 w 568"/>
                <a:gd name="T41" fmla="*/ 713 h 716"/>
                <a:gd name="T42" fmla="*/ 203 w 568"/>
                <a:gd name="T43" fmla="*/ 713 h 716"/>
                <a:gd name="T44" fmla="*/ 284 w 568"/>
                <a:gd name="T45" fmla="*/ 658 h 716"/>
                <a:gd name="T46" fmla="*/ 364 w 568"/>
                <a:gd name="T47" fmla="*/ 713 h 716"/>
                <a:gd name="T48" fmla="*/ 381 w 568"/>
                <a:gd name="T49" fmla="*/ 713 h 716"/>
                <a:gd name="T50" fmla="*/ 462 w 568"/>
                <a:gd name="T51" fmla="*/ 658 h 716"/>
                <a:gd name="T52" fmla="*/ 543 w 568"/>
                <a:gd name="T53" fmla="*/ 713 h 716"/>
                <a:gd name="T54" fmla="*/ 543 w 568"/>
                <a:gd name="T55" fmla="*/ 711 h 716"/>
                <a:gd name="T56" fmla="*/ 551 w 568"/>
                <a:gd name="T57" fmla="*/ 714 h 716"/>
                <a:gd name="T58" fmla="*/ 567 w 568"/>
                <a:gd name="T59" fmla="*/ 700 h 716"/>
                <a:gd name="T60" fmla="*/ 567 w 568"/>
                <a:gd name="T61" fmla="*/ 15 h 716"/>
                <a:gd name="T62" fmla="*/ 551 w 568"/>
                <a:gd name="T63" fmla="*/ 0 h 716"/>
                <a:gd name="T64" fmla="*/ 454 w 568"/>
                <a:gd name="T65" fmla="*/ 628 h 716"/>
                <a:gd name="T66" fmla="*/ 454 w 568"/>
                <a:gd name="T67" fmla="*/ 628 h 716"/>
                <a:gd name="T68" fmla="*/ 373 w 568"/>
                <a:gd name="T69" fmla="*/ 682 h 716"/>
                <a:gd name="T70" fmla="*/ 292 w 568"/>
                <a:gd name="T71" fmla="*/ 628 h 716"/>
                <a:gd name="T72" fmla="*/ 275 w 568"/>
                <a:gd name="T73" fmla="*/ 628 h 716"/>
                <a:gd name="T74" fmla="*/ 194 w 568"/>
                <a:gd name="T75" fmla="*/ 682 h 716"/>
                <a:gd name="T76" fmla="*/ 113 w 568"/>
                <a:gd name="T77" fmla="*/ 628 h 716"/>
                <a:gd name="T78" fmla="*/ 97 w 568"/>
                <a:gd name="T79" fmla="*/ 628 h 716"/>
                <a:gd name="T80" fmla="*/ 31 w 568"/>
                <a:gd name="T81" fmla="*/ 672 h 716"/>
                <a:gd name="T82" fmla="*/ 31 w 568"/>
                <a:gd name="T83" fmla="*/ 43 h 716"/>
                <a:gd name="T84" fmla="*/ 97 w 568"/>
                <a:gd name="T85" fmla="*/ 88 h 716"/>
                <a:gd name="T86" fmla="*/ 113 w 568"/>
                <a:gd name="T87" fmla="*/ 88 h 716"/>
                <a:gd name="T88" fmla="*/ 194 w 568"/>
                <a:gd name="T89" fmla="*/ 33 h 716"/>
                <a:gd name="T90" fmla="*/ 275 w 568"/>
                <a:gd name="T91" fmla="*/ 88 h 716"/>
                <a:gd name="T92" fmla="*/ 292 w 568"/>
                <a:gd name="T93" fmla="*/ 88 h 716"/>
                <a:gd name="T94" fmla="*/ 373 w 568"/>
                <a:gd name="T95" fmla="*/ 33 h 716"/>
                <a:gd name="T96" fmla="*/ 454 w 568"/>
                <a:gd name="T97" fmla="*/ 88 h 716"/>
                <a:gd name="T98" fmla="*/ 470 w 568"/>
                <a:gd name="T99" fmla="*/ 88 h 716"/>
                <a:gd name="T100" fmla="*/ 536 w 568"/>
                <a:gd name="T101" fmla="*/ 43 h 716"/>
                <a:gd name="T102" fmla="*/ 536 w 568"/>
                <a:gd name="T103" fmla="*/ 672 h 716"/>
                <a:gd name="T104" fmla="*/ 470 w 568"/>
                <a:gd name="T105" fmla="*/ 628 h 716"/>
                <a:gd name="T106" fmla="*/ 454 w 568"/>
                <a:gd name="T107" fmla="*/ 628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8" h="716">
                  <a:moveTo>
                    <a:pt x="551" y="0"/>
                  </a:moveTo>
                  <a:lnTo>
                    <a:pt x="551" y="0"/>
                  </a:lnTo>
                  <a:cubicBezTo>
                    <a:pt x="549" y="0"/>
                    <a:pt x="546" y="1"/>
                    <a:pt x="543" y="3"/>
                  </a:cubicBezTo>
                  <a:lnTo>
                    <a:pt x="543" y="3"/>
                  </a:lnTo>
                  <a:cubicBezTo>
                    <a:pt x="462" y="57"/>
                    <a:pt x="462" y="57"/>
                    <a:pt x="462" y="57"/>
                  </a:cubicBezTo>
                  <a:cubicBezTo>
                    <a:pt x="381" y="3"/>
                    <a:pt x="381" y="3"/>
                    <a:pt x="381" y="3"/>
                  </a:cubicBezTo>
                  <a:cubicBezTo>
                    <a:pt x="376" y="0"/>
                    <a:pt x="370" y="0"/>
                    <a:pt x="364" y="3"/>
                  </a:cubicBezTo>
                  <a:cubicBezTo>
                    <a:pt x="284" y="57"/>
                    <a:pt x="284" y="57"/>
                    <a:pt x="284" y="57"/>
                  </a:cubicBezTo>
                  <a:cubicBezTo>
                    <a:pt x="203" y="3"/>
                    <a:pt x="203" y="3"/>
                    <a:pt x="203" y="3"/>
                  </a:cubicBezTo>
                  <a:cubicBezTo>
                    <a:pt x="197" y="0"/>
                    <a:pt x="192" y="0"/>
                    <a:pt x="186" y="3"/>
                  </a:cubicBezTo>
                  <a:cubicBezTo>
                    <a:pt x="105" y="57"/>
                    <a:pt x="105" y="57"/>
                    <a:pt x="105" y="57"/>
                  </a:cubicBezTo>
                  <a:cubicBezTo>
                    <a:pt x="24" y="3"/>
                    <a:pt x="24" y="3"/>
                    <a:pt x="24" y="3"/>
                  </a:cubicBezTo>
                  <a:lnTo>
                    <a:pt x="24" y="3"/>
                  </a:lnTo>
                  <a:cubicBezTo>
                    <a:pt x="21" y="1"/>
                    <a:pt x="19" y="0"/>
                    <a:pt x="16" y="0"/>
                  </a:cubicBezTo>
                  <a:cubicBezTo>
                    <a:pt x="7" y="0"/>
                    <a:pt x="0" y="7"/>
                    <a:pt x="0" y="15"/>
                  </a:cubicBezTo>
                  <a:cubicBezTo>
                    <a:pt x="0" y="700"/>
                    <a:pt x="0" y="700"/>
                    <a:pt x="0" y="700"/>
                  </a:cubicBezTo>
                  <a:cubicBezTo>
                    <a:pt x="0" y="708"/>
                    <a:pt x="7" y="714"/>
                    <a:pt x="16" y="714"/>
                  </a:cubicBezTo>
                  <a:cubicBezTo>
                    <a:pt x="19" y="714"/>
                    <a:pt x="21" y="714"/>
                    <a:pt x="24" y="711"/>
                  </a:cubicBezTo>
                  <a:cubicBezTo>
                    <a:pt x="24" y="713"/>
                    <a:pt x="24" y="713"/>
                    <a:pt x="24" y="713"/>
                  </a:cubicBezTo>
                  <a:cubicBezTo>
                    <a:pt x="105" y="658"/>
                    <a:pt x="105" y="658"/>
                    <a:pt x="105" y="658"/>
                  </a:cubicBezTo>
                  <a:cubicBezTo>
                    <a:pt x="186" y="713"/>
                    <a:pt x="186" y="713"/>
                    <a:pt x="186" y="713"/>
                  </a:cubicBezTo>
                  <a:cubicBezTo>
                    <a:pt x="192" y="715"/>
                    <a:pt x="197" y="715"/>
                    <a:pt x="203" y="713"/>
                  </a:cubicBezTo>
                  <a:cubicBezTo>
                    <a:pt x="284" y="658"/>
                    <a:pt x="284" y="658"/>
                    <a:pt x="284" y="658"/>
                  </a:cubicBezTo>
                  <a:cubicBezTo>
                    <a:pt x="364" y="713"/>
                    <a:pt x="364" y="713"/>
                    <a:pt x="364" y="713"/>
                  </a:cubicBezTo>
                  <a:cubicBezTo>
                    <a:pt x="370" y="715"/>
                    <a:pt x="376" y="715"/>
                    <a:pt x="381" y="713"/>
                  </a:cubicBezTo>
                  <a:cubicBezTo>
                    <a:pt x="462" y="658"/>
                    <a:pt x="462" y="658"/>
                    <a:pt x="462" y="658"/>
                  </a:cubicBezTo>
                  <a:cubicBezTo>
                    <a:pt x="543" y="713"/>
                    <a:pt x="543" y="713"/>
                    <a:pt x="543" y="713"/>
                  </a:cubicBezTo>
                  <a:cubicBezTo>
                    <a:pt x="543" y="711"/>
                    <a:pt x="543" y="711"/>
                    <a:pt x="543" y="711"/>
                  </a:cubicBezTo>
                  <a:cubicBezTo>
                    <a:pt x="546" y="714"/>
                    <a:pt x="549" y="714"/>
                    <a:pt x="551" y="714"/>
                  </a:cubicBezTo>
                  <a:cubicBezTo>
                    <a:pt x="560" y="714"/>
                    <a:pt x="567" y="708"/>
                    <a:pt x="567" y="700"/>
                  </a:cubicBezTo>
                  <a:cubicBezTo>
                    <a:pt x="567" y="15"/>
                    <a:pt x="567" y="15"/>
                    <a:pt x="567" y="15"/>
                  </a:cubicBezTo>
                  <a:cubicBezTo>
                    <a:pt x="567" y="7"/>
                    <a:pt x="560" y="0"/>
                    <a:pt x="551" y="0"/>
                  </a:cubicBezTo>
                  <a:close/>
                  <a:moveTo>
                    <a:pt x="454" y="628"/>
                  </a:moveTo>
                  <a:lnTo>
                    <a:pt x="454" y="628"/>
                  </a:lnTo>
                  <a:cubicBezTo>
                    <a:pt x="373" y="682"/>
                    <a:pt x="373" y="682"/>
                    <a:pt x="373" y="682"/>
                  </a:cubicBezTo>
                  <a:cubicBezTo>
                    <a:pt x="292" y="628"/>
                    <a:pt x="292" y="628"/>
                    <a:pt x="292" y="628"/>
                  </a:cubicBezTo>
                  <a:cubicBezTo>
                    <a:pt x="286" y="625"/>
                    <a:pt x="281" y="625"/>
                    <a:pt x="275" y="628"/>
                  </a:cubicBezTo>
                  <a:cubicBezTo>
                    <a:pt x="194" y="682"/>
                    <a:pt x="194" y="682"/>
                    <a:pt x="194" y="682"/>
                  </a:cubicBezTo>
                  <a:cubicBezTo>
                    <a:pt x="113" y="628"/>
                    <a:pt x="113" y="628"/>
                    <a:pt x="113" y="628"/>
                  </a:cubicBezTo>
                  <a:cubicBezTo>
                    <a:pt x="108" y="625"/>
                    <a:pt x="102" y="625"/>
                    <a:pt x="97" y="628"/>
                  </a:cubicBezTo>
                  <a:cubicBezTo>
                    <a:pt x="31" y="672"/>
                    <a:pt x="31" y="672"/>
                    <a:pt x="31" y="672"/>
                  </a:cubicBezTo>
                  <a:cubicBezTo>
                    <a:pt x="31" y="43"/>
                    <a:pt x="31" y="43"/>
                    <a:pt x="31" y="43"/>
                  </a:cubicBezTo>
                  <a:cubicBezTo>
                    <a:pt x="97" y="88"/>
                    <a:pt x="97" y="88"/>
                    <a:pt x="97" y="88"/>
                  </a:cubicBezTo>
                  <a:cubicBezTo>
                    <a:pt x="102" y="91"/>
                    <a:pt x="108" y="91"/>
                    <a:pt x="113" y="88"/>
                  </a:cubicBezTo>
                  <a:cubicBezTo>
                    <a:pt x="194" y="33"/>
                    <a:pt x="194" y="33"/>
                    <a:pt x="194" y="33"/>
                  </a:cubicBezTo>
                  <a:cubicBezTo>
                    <a:pt x="275" y="88"/>
                    <a:pt x="275" y="88"/>
                    <a:pt x="275" y="88"/>
                  </a:cubicBezTo>
                  <a:cubicBezTo>
                    <a:pt x="281" y="91"/>
                    <a:pt x="286" y="91"/>
                    <a:pt x="292" y="88"/>
                  </a:cubicBezTo>
                  <a:cubicBezTo>
                    <a:pt x="373" y="33"/>
                    <a:pt x="373" y="33"/>
                    <a:pt x="373" y="33"/>
                  </a:cubicBezTo>
                  <a:cubicBezTo>
                    <a:pt x="454" y="88"/>
                    <a:pt x="454" y="88"/>
                    <a:pt x="454" y="88"/>
                  </a:cubicBezTo>
                  <a:cubicBezTo>
                    <a:pt x="459" y="91"/>
                    <a:pt x="465" y="91"/>
                    <a:pt x="470" y="88"/>
                  </a:cubicBezTo>
                  <a:cubicBezTo>
                    <a:pt x="536" y="43"/>
                    <a:pt x="536" y="43"/>
                    <a:pt x="536" y="43"/>
                  </a:cubicBezTo>
                  <a:cubicBezTo>
                    <a:pt x="536" y="672"/>
                    <a:pt x="536" y="672"/>
                    <a:pt x="536" y="672"/>
                  </a:cubicBezTo>
                  <a:cubicBezTo>
                    <a:pt x="470" y="628"/>
                    <a:pt x="470" y="628"/>
                    <a:pt x="470" y="628"/>
                  </a:cubicBezTo>
                  <a:cubicBezTo>
                    <a:pt x="465" y="625"/>
                    <a:pt x="459" y="625"/>
                    <a:pt x="454" y="6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04F9CBDA-4034-828B-076B-97EC9BCE51FB}"/>
                </a:ext>
              </a:extLst>
            </p:cNvPr>
            <p:cNvSpPr>
              <a:spLocks noChangeArrowheads="1"/>
            </p:cNvSpPr>
            <p:nvPr/>
          </p:nvSpPr>
          <p:spPr bwMode="auto">
            <a:xfrm>
              <a:off x="3775075" y="2427288"/>
              <a:ext cx="65088" cy="160337"/>
            </a:xfrm>
            <a:custGeom>
              <a:avLst/>
              <a:gdLst>
                <a:gd name="T0" fmla="*/ 97 w 183"/>
                <a:gd name="T1" fmla="*/ 209 h 447"/>
                <a:gd name="T2" fmla="*/ 97 w 183"/>
                <a:gd name="T3" fmla="*/ 209 h 447"/>
                <a:gd name="T4" fmla="*/ 51 w 183"/>
                <a:gd name="T5" fmla="*/ 183 h 447"/>
                <a:gd name="T6" fmla="*/ 35 w 183"/>
                <a:gd name="T7" fmla="*/ 139 h 447"/>
                <a:gd name="T8" fmla="*/ 49 w 183"/>
                <a:gd name="T9" fmla="*/ 102 h 447"/>
                <a:gd name="T10" fmla="*/ 94 w 183"/>
                <a:gd name="T11" fmla="*/ 86 h 447"/>
                <a:gd name="T12" fmla="*/ 120 w 183"/>
                <a:gd name="T13" fmla="*/ 92 h 447"/>
                <a:gd name="T14" fmla="*/ 137 w 183"/>
                <a:gd name="T15" fmla="*/ 113 h 447"/>
                <a:gd name="T16" fmla="*/ 140 w 183"/>
                <a:gd name="T17" fmla="*/ 123 h 447"/>
                <a:gd name="T18" fmla="*/ 140 w 183"/>
                <a:gd name="T19" fmla="*/ 125 h 447"/>
                <a:gd name="T20" fmla="*/ 140 w 183"/>
                <a:gd name="T21" fmla="*/ 127 h 447"/>
                <a:gd name="T22" fmla="*/ 140 w 183"/>
                <a:gd name="T23" fmla="*/ 127 h 447"/>
                <a:gd name="T24" fmla="*/ 140 w 183"/>
                <a:gd name="T25" fmla="*/ 127 h 447"/>
                <a:gd name="T26" fmla="*/ 154 w 183"/>
                <a:gd name="T27" fmla="*/ 141 h 447"/>
                <a:gd name="T28" fmla="*/ 169 w 183"/>
                <a:gd name="T29" fmla="*/ 127 h 447"/>
                <a:gd name="T30" fmla="*/ 160 w 183"/>
                <a:gd name="T31" fmla="*/ 92 h 447"/>
                <a:gd name="T32" fmla="*/ 137 w 183"/>
                <a:gd name="T33" fmla="*/ 67 h 447"/>
                <a:gd name="T34" fmla="*/ 113 w 183"/>
                <a:gd name="T35" fmla="*/ 58 h 447"/>
                <a:gd name="T36" fmla="*/ 113 w 183"/>
                <a:gd name="T37" fmla="*/ 15 h 447"/>
                <a:gd name="T38" fmla="*/ 100 w 183"/>
                <a:gd name="T39" fmla="*/ 0 h 447"/>
                <a:gd name="T40" fmla="*/ 84 w 183"/>
                <a:gd name="T41" fmla="*/ 15 h 447"/>
                <a:gd name="T42" fmla="*/ 84 w 183"/>
                <a:gd name="T43" fmla="*/ 56 h 447"/>
                <a:gd name="T44" fmla="*/ 28 w 183"/>
                <a:gd name="T45" fmla="*/ 82 h 447"/>
                <a:gd name="T46" fmla="*/ 6 w 183"/>
                <a:gd name="T47" fmla="*/ 139 h 447"/>
                <a:gd name="T48" fmla="*/ 27 w 183"/>
                <a:gd name="T49" fmla="*/ 201 h 447"/>
                <a:gd name="T50" fmla="*/ 91 w 183"/>
                <a:gd name="T51" fmla="*/ 238 h 447"/>
                <a:gd name="T52" fmla="*/ 137 w 183"/>
                <a:gd name="T53" fmla="*/ 265 h 447"/>
                <a:gd name="T54" fmla="*/ 153 w 183"/>
                <a:gd name="T55" fmla="*/ 308 h 447"/>
                <a:gd name="T56" fmla="*/ 137 w 183"/>
                <a:gd name="T57" fmla="*/ 344 h 447"/>
                <a:gd name="T58" fmla="*/ 94 w 183"/>
                <a:gd name="T59" fmla="*/ 361 h 447"/>
                <a:gd name="T60" fmla="*/ 55 w 183"/>
                <a:gd name="T61" fmla="*/ 354 h 447"/>
                <a:gd name="T62" fmla="*/ 34 w 183"/>
                <a:gd name="T63" fmla="*/ 333 h 447"/>
                <a:gd name="T64" fmla="*/ 31 w 183"/>
                <a:gd name="T65" fmla="*/ 323 h 447"/>
                <a:gd name="T66" fmla="*/ 31 w 183"/>
                <a:gd name="T67" fmla="*/ 321 h 447"/>
                <a:gd name="T68" fmla="*/ 31 w 183"/>
                <a:gd name="T69" fmla="*/ 321 h 447"/>
                <a:gd name="T70" fmla="*/ 30 w 183"/>
                <a:gd name="T71" fmla="*/ 321 h 447"/>
                <a:gd name="T72" fmla="*/ 16 w 183"/>
                <a:gd name="T73" fmla="*/ 305 h 447"/>
                <a:gd name="T74" fmla="*/ 0 w 183"/>
                <a:gd name="T75" fmla="*/ 321 h 447"/>
                <a:gd name="T76" fmla="*/ 0 w 183"/>
                <a:gd name="T77" fmla="*/ 321 h 447"/>
                <a:gd name="T78" fmla="*/ 13 w 183"/>
                <a:gd name="T79" fmla="*/ 357 h 447"/>
                <a:gd name="T80" fmla="*/ 42 w 183"/>
                <a:gd name="T81" fmla="*/ 381 h 447"/>
                <a:gd name="T82" fmla="*/ 84 w 183"/>
                <a:gd name="T83" fmla="*/ 390 h 447"/>
                <a:gd name="T84" fmla="*/ 84 w 183"/>
                <a:gd name="T85" fmla="*/ 432 h 447"/>
                <a:gd name="T86" fmla="*/ 100 w 183"/>
                <a:gd name="T87" fmla="*/ 446 h 447"/>
                <a:gd name="T88" fmla="*/ 113 w 183"/>
                <a:gd name="T89" fmla="*/ 432 h 447"/>
                <a:gd name="T90" fmla="*/ 113 w 183"/>
                <a:gd name="T91" fmla="*/ 389 h 447"/>
                <a:gd name="T92" fmla="*/ 160 w 183"/>
                <a:gd name="T93" fmla="*/ 365 h 447"/>
                <a:gd name="T94" fmla="*/ 182 w 183"/>
                <a:gd name="T95" fmla="*/ 308 h 447"/>
                <a:gd name="T96" fmla="*/ 161 w 183"/>
                <a:gd name="T97" fmla="*/ 247 h 447"/>
                <a:gd name="T98" fmla="*/ 97 w 183"/>
                <a:gd name="T99" fmla="*/ 20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3" h="447">
                  <a:moveTo>
                    <a:pt x="97" y="209"/>
                  </a:moveTo>
                  <a:lnTo>
                    <a:pt x="97" y="209"/>
                  </a:lnTo>
                  <a:cubicBezTo>
                    <a:pt x="76" y="205"/>
                    <a:pt x="60" y="195"/>
                    <a:pt x="51" y="183"/>
                  </a:cubicBezTo>
                  <a:cubicBezTo>
                    <a:pt x="40" y="170"/>
                    <a:pt x="35" y="155"/>
                    <a:pt x="35" y="139"/>
                  </a:cubicBezTo>
                  <a:cubicBezTo>
                    <a:pt x="35" y="125"/>
                    <a:pt x="40" y="111"/>
                    <a:pt x="49" y="102"/>
                  </a:cubicBezTo>
                  <a:cubicBezTo>
                    <a:pt x="59" y="92"/>
                    <a:pt x="73" y="86"/>
                    <a:pt x="94" y="86"/>
                  </a:cubicBezTo>
                  <a:cubicBezTo>
                    <a:pt x="106" y="86"/>
                    <a:pt x="115" y="89"/>
                    <a:pt x="120" y="92"/>
                  </a:cubicBezTo>
                  <a:cubicBezTo>
                    <a:pt x="130" y="97"/>
                    <a:pt x="134" y="106"/>
                    <a:pt x="137" y="113"/>
                  </a:cubicBezTo>
                  <a:cubicBezTo>
                    <a:pt x="139" y="117"/>
                    <a:pt x="139" y="121"/>
                    <a:pt x="140" y="123"/>
                  </a:cubicBezTo>
                  <a:cubicBezTo>
                    <a:pt x="140" y="125"/>
                    <a:pt x="140" y="125"/>
                    <a:pt x="140" y="125"/>
                  </a:cubicBezTo>
                  <a:cubicBezTo>
                    <a:pt x="140" y="127"/>
                    <a:pt x="140" y="127"/>
                    <a:pt x="140" y="127"/>
                  </a:cubicBezTo>
                  <a:lnTo>
                    <a:pt x="140" y="127"/>
                  </a:lnTo>
                  <a:lnTo>
                    <a:pt x="140" y="127"/>
                  </a:lnTo>
                  <a:cubicBezTo>
                    <a:pt x="140" y="135"/>
                    <a:pt x="147" y="141"/>
                    <a:pt x="154" y="141"/>
                  </a:cubicBezTo>
                  <a:cubicBezTo>
                    <a:pt x="162" y="141"/>
                    <a:pt x="169" y="135"/>
                    <a:pt x="169" y="127"/>
                  </a:cubicBezTo>
                  <a:cubicBezTo>
                    <a:pt x="169" y="125"/>
                    <a:pt x="169" y="109"/>
                    <a:pt x="160" y="92"/>
                  </a:cubicBezTo>
                  <a:cubicBezTo>
                    <a:pt x="155" y="82"/>
                    <a:pt x="148" y="74"/>
                    <a:pt x="137" y="67"/>
                  </a:cubicBezTo>
                  <a:cubicBezTo>
                    <a:pt x="130" y="63"/>
                    <a:pt x="122" y="60"/>
                    <a:pt x="113" y="58"/>
                  </a:cubicBezTo>
                  <a:cubicBezTo>
                    <a:pt x="113" y="15"/>
                    <a:pt x="113" y="15"/>
                    <a:pt x="113" y="15"/>
                  </a:cubicBezTo>
                  <a:cubicBezTo>
                    <a:pt x="113" y="7"/>
                    <a:pt x="106" y="0"/>
                    <a:pt x="100" y="0"/>
                  </a:cubicBezTo>
                  <a:cubicBezTo>
                    <a:pt x="91" y="0"/>
                    <a:pt x="84" y="7"/>
                    <a:pt x="84" y="15"/>
                  </a:cubicBezTo>
                  <a:cubicBezTo>
                    <a:pt x="84" y="56"/>
                    <a:pt x="84" y="56"/>
                    <a:pt x="84" y="56"/>
                  </a:cubicBezTo>
                  <a:cubicBezTo>
                    <a:pt x="60" y="58"/>
                    <a:pt x="41" y="68"/>
                    <a:pt x="28" y="82"/>
                  </a:cubicBezTo>
                  <a:cubicBezTo>
                    <a:pt x="13" y="97"/>
                    <a:pt x="6" y="118"/>
                    <a:pt x="6" y="139"/>
                  </a:cubicBezTo>
                  <a:cubicBezTo>
                    <a:pt x="6" y="162"/>
                    <a:pt x="13" y="183"/>
                    <a:pt x="27" y="201"/>
                  </a:cubicBezTo>
                  <a:cubicBezTo>
                    <a:pt x="41" y="219"/>
                    <a:pt x="63" y="233"/>
                    <a:pt x="91" y="238"/>
                  </a:cubicBezTo>
                  <a:cubicBezTo>
                    <a:pt x="112" y="243"/>
                    <a:pt x="127" y="252"/>
                    <a:pt x="137" y="265"/>
                  </a:cubicBezTo>
                  <a:cubicBezTo>
                    <a:pt x="147" y="277"/>
                    <a:pt x="153" y="293"/>
                    <a:pt x="153" y="308"/>
                  </a:cubicBezTo>
                  <a:cubicBezTo>
                    <a:pt x="153" y="322"/>
                    <a:pt x="147" y="335"/>
                    <a:pt x="137" y="344"/>
                  </a:cubicBezTo>
                  <a:cubicBezTo>
                    <a:pt x="129" y="354"/>
                    <a:pt x="115" y="361"/>
                    <a:pt x="94" y="361"/>
                  </a:cubicBezTo>
                  <a:cubicBezTo>
                    <a:pt x="76" y="361"/>
                    <a:pt x="63" y="358"/>
                    <a:pt x="55" y="354"/>
                  </a:cubicBezTo>
                  <a:cubicBezTo>
                    <a:pt x="42" y="349"/>
                    <a:pt x="37" y="340"/>
                    <a:pt x="34" y="333"/>
                  </a:cubicBezTo>
                  <a:cubicBezTo>
                    <a:pt x="33" y="329"/>
                    <a:pt x="31" y="326"/>
                    <a:pt x="31" y="323"/>
                  </a:cubicBezTo>
                  <a:cubicBezTo>
                    <a:pt x="31" y="321"/>
                    <a:pt x="31" y="321"/>
                    <a:pt x="31" y="321"/>
                  </a:cubicBezTo>
                  <a:lnTo>
                    <a:pt x="31" y="321"/>
                  </a:lnTo>
                  <a:cubicBezTo>
                    <a:pt x="30" y="321"/>
                    <a:pt x="30" y="321"/>
                    <a:pt x="30" y="321"/>
                  </a:cubicBezTo>
                  <a:cubicBezTo>
                    <a:pt x="30" y="312"/>
                    <a:pt x="24" y="305"/>
                    <a:pt x="16" y="305"/>
                  </a:cubicBezTo>
                  <a:cubicBezTo>
                    <a:pt x="8" y="305"/>
                    <a:pt x="0" y="312"/>
                    <a:pt x="0" y="321"/>
                  </a:cubicBezTo>
                  <a:lnTo>
                    <a:pt x="0" y="321"/>
                  </a:lnTo>
                  <a:cubicBezTo>
                    <a:pt x="0" y="322"/>
                    <a:pt x="0" y="339"/>
                    <a:pt x="13" y="357"/>
                  </a:cubicBezTo>
                  <a:cubicBezTo>
                    <a:pt x="20" y="365"/>
                    <a:pt x="28" y="375"/>
                    <a:pt x="42" y="381"/>
                  </a:cubicBezTo>
                  <a:cubicBezTo>
                    <a:pt x="54" y="386"/>
                    <a:pt x="67" y="390"/>
                    <a:pt x="84" y="390"/>
                  </a:cubicBezTo>
                  <a:cubicBezTo>
                    <a:pt x="84" y="432"/>
                    <a:pt x="84" y="432"/>
                    <a:pt x="84" y="432"/>
                  </a:cubicBezTo>
                  <a:cubicBezTo>
                    <a:pt x="84" y="441"/>
                    <a:pt x="91" y="446"/>
                    <a:pt x="100" y="446"/>
                  </a:cubicBezTo>
                  <a:cubicBezTo>
                    <a:pt x="106" y="446"/>
                    <a:pt x="113" y="441"/>
                    <a:pt x="113" y="432"/>
                  </a:cubicBezTo>
                  <a:cubicBezTo>
                    <a:pt x="113" y="389"/>
                    <a:pt x="113" y="389"/>
                    <a:pt x="113" y="389"/>
                  </a:cubicBezTo>
                  <a:cubicBezTo>
                    <a:pt x="133" y="386"/>
                    <a:pt x="148" y="378"/>
                    <a:pt x="160" y="365"/>
                  </a:cubicBezTo>
                  <a:cubicBezTo>
                    <a:pt x="175" y="350"/>
                    <a:pt x="182" y="329"/>
                    <a:pt x="182" y="308"/>
                  </a:cubicBezTo>
                  <a:cubicBezTo>
                    <a:pt x="182" y="286"/>
                    <a:pt x="175" y="265"/>
                    <a:pt x="161" y="247"/>
                  </a:cubicBezTo>
                  <a:cubicBezTo>
                    <a:pt x="146" y="229"/>
                    <a:pt x="125" y="215"/>
                    <a:pt x="97" y="2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0C0213DB-0D1F-C431-1DE9-B9DD806DBCCD}"/>
              </a:ext>
            </a:extLst>
          </p:cNvPr>
          <p:cNvGrpSpPr/>
          <p:nvPr/>
        </p:nvGrpSpPr>
        <p:grpSpPr>
          <a:xfrm>
            <a:off x="6279231" y="2034282"/>
            <a:ext cx="204788" cy="258763"/>
            <a:chOff x="5251450" y="2378075"/>
            <a:chExt cx="204788" cy="258763"/>
          </a:xfrm>
          <a:solidFill>
            <a:schemeClr val="tx2"/>
          </a:solidFill>
        </p:grpSpPr>
        <p:sp>
          <p:nvSpPr>
            <p:cNvPr id="120" name="Freeform 98">
              <a:extLst>
                <a:ext uri="{FF2B5EF4-FFF2-40B4-BE49-F238E27FC236}">
                  <a16:creationId xmlns:a16="http://schemas.microsoft.com/office/drawing/2014/main" id="{8F3D2733-4A4A-F0C6-7744-9CC32ABC5E42}"/>
                </a:ext>
              </a:extLst>
            </p:cNvPr>
            <p:cNvSpPr>
              <a:spLocks noChangeArrowheads="1"/>
            </p:cNvSpPr>
            <p:nvPr/>
          </p:nvSpPr>
          <p:spPr bwMode="auto">
            <a:xfrm>
              <a:off x="5251450" y="2378075"/>
              <a:ext cx="204788" cy="258763"/>
            </a:xfrm>
            <a:custGeom>
              <a:avLst/>
              <a:gdLst>
                <a:gd name="T0" fmla="*/ 551 w 567"/>
                <a:gd name="T1" fmla="*/ 1 h 717"/>
                <a:gd name="T2" fmla="*/ 551 w 567"/>
                <a:gd name="T3" fmla="*/ 1 h 717"/>
                <a:gd name="T4" fmla="*/ 539 w 567"/>
                <a:gd name="T5" fmla="*/ 7 h 717"/>
                <a:gd name="T6" fmla="*/ 461 w 567"/>
                <a:gd name="T7" fmla="*/ 85 h 717"/>
                <a:gd name="T8" fmla="*/ 383 w 567"/>
                <a:gd name="T9" fmla="*/ 5 h 717"/>
                <a:gd name="T10" fmla="*/ 361 w 567"/>
                <a:gd name="T11" fmla="*/ 5 h 717"/>
                <a:gd name="T12" fmla="*/ 283 w 567"/>
                <a:gd name="T13" fmla="*/ 85 h 717"/>
                <a:gd name="T14" fmla="*/ 205 w 567"/>
                <a:gd name="T15" fmla="*/ 5 h 717"/>
                <a:gd name="T16" fmla="*/ 182 w 567"/>
                <a:gd name="T17" fmla="*/ 5 h 717"/>
                <a:gd name="T18" fmla="*/ 104 w 567"/>
                <a:gd name="T19" fmla="*/ 85 h 717"/>
                <a:gd name="T20" fmla="*/ 26 w 567"/>
                <a:gd name="T21" fmla="*/ 7 h 717"/>
                <a:gd name="T22" fmla="*/ 15 w 567"/>
                <a:gd name="T23" fmla="*/ 1 h 717"/>
                <a:gd name="T24" fmla="*/ 0 w 567"/>
                <a:gd name="T25" fmla="*/ 16 h 717"/>
                <a:gd name="T26" fmla="*/ 0 w 567"/>
                <a:gd name="T27" fmla="*/ 701 h 717"/>
                <a:gd name="T28" fmla="*/ 15 w 567"/>
                <a:gd name="T29" fmla="*/ 715 h 717"/>
                <a:gd name="T30" fmla="*/ 26 w 567"/>
                <a:gd name="T31" fmla="*/ 711 h 717"/>
                <a:gd name="T32" fmla="*/ 26 w 567"/>
                <a:gd name="T33" fmla="*/ 711 h 717"/>
                <a:gd name="T34" fmla="*/ 104 w 567"/>
                <a:gd name="T35" fmla="*/ 633 h 717"/>
                <a:gd name="T36" fmla="*/ 182 w 567"/>
                <a:gd name="T37" fmla="*/ 711 h 717"/>
                <a:gd name="T38" fmla="*/ 205 w 567"/>
                <a:gd name="T39" fmla="*/ 711 h 717"/>
                <a:gd name="T40" fmla="*/ 283 w 567"/>
                <a:gd name="T41" fmla="*/ 633 h 717"/>
                <a:gd name="T42" fmla="*/ 361 w 567"/>
                <a:gd name="T43" fmla="*/ 711 h 717"/>
                <a:gd name="T44" fmla="*/ 383 w 567"/>
                <a:gd name="T45" fmla="*/ 711 h 717"/>
                <a:gd name="T46" fmla="*/ 461 w 567"/>
                <a:gd name="T47" fmla="*/ 633 h 717"/>
                <a:gd name="T48" fmla="*/ 539 w 567"/>
                <a:gd name="T49" fmla="*/ 711 h 717"/>
                <a:gd name="T50" fmla="*/ 551 w 567"/>
                <a:gd name="T51" fmla="*/ 715 h 717"/>
                <a:gd name="T52" fmla="*/ 566 w 567"/>
                <a:gd name="T53" fmla="*/ 701 h 717"/>
                <a:gd name="T54" fmla="*/ 566 w 567"/>
                <a:gd name="T55" fmla="*/ 16 h 717"/>
                <a:gd name="T56" fmla="*/ 551 w 567"/>
                <a:gd name="T57" fmla="*/ 1 h 717"/>
                <a:gd name="T58" fmla="*/ 450 w 567"/>
                <a:gd name="T59" fmla="*/ 601 h 717"/>
                <a:gd name="T60" fmla="*/ 450 w 567"/>
                <a:gd name="T61" fmla="*/ 601 h 717"/>
                <a:gd name="T62" fmla="*/ 372 w 567"/>
                <a:gd name="T63" fmla="*/ 680 h 717"/>
                <a:gd name="T64" fmla="*/ 294 w 567"/>
                <a:gd name="T65" fmla="*/ 601 h 717"/>
                <a:gd name="T66" fmla="*/ 272 w 567"/>
                <a:gd name="T67" fmla="*/ 601 h 717"/>
                <a:gd name="T68" fmla="*/ 194 w 567"/>
                <a:gd name="T69" fmla="*/ 680 h 717"/>
                <a:gd name="T70" fmla="*/ 115 w 567"/>
                <a:gd name="T71" fmla="*/ 601 h 717"/>
                <a:gd name="T72" fmla="*/ 93 w 567"/>
                <a:gd name="T73" fmla="*/ 601 h 717"/>
                <a:gd name="T74" fmla="*/ 30 w 567"/>
                <a:gd name="T75" fmla="*/ 665 h 717"/>
                <a:gd name="T76" fmla="*/ 30 w 567"/>
                <a:gd name="T77" fmla="*/ 53 h 717"/>
                <a:gd name="T78" fmla="*/ 93 w 567"/>
                <a:gd name="T79" fmla="*/ 117 h 717"/>
                <a:gd name="T80" fmla="*/ 104 w 567"/>
                <a:gd name="T81" fmla="*/ 121 h 717"/>
                <a:gd name="T82" fmla="*/ 115 w 567"/>
                <a:gd name="T83" fmla="*/ 117 h 717"/>
                <a:gd name="T84" fmla="*/ 194 w 567"/>
                <a:gd name="T85" fmla="*/ 37 h 717"/>
                <a:gd name="T86" fmla="*/ 272 w 567"/>
                <a:gd name="T87" fmla="*/ 117 h 717"/>
                <a:gd name="T88" fmla="*/ 283 w 567"/>
                <a:gd name="T89" fmla="*/ 121 h 717"/>
                <a:gd name="T90" fmla="*/ 294 w 567"/>
                <a:gd name="T91" fmla="*/ 117 h 717"/>
                <a:gd name="T92" fmla="*/ 372 w 567"/>
                <a:gd name="T93" fmla="*/ 37 h 717"/>
                <a:gd name="T94" fmla="*/ 450 w 567"/>
                <a:gd name="T95" fmla="*/ 117 h 717"/>
                <a:gd name="T96" fmla="*/ 461 w 567"/>
                <a:gd name="T97" fmla="*/ 121 h 717"/>
                <a:gd name="T98" fmla="*/ 472 w 567"/>
                <a:gd name="T99" fmla="*/ 117 h 717"/>
                <a:gd name="T100" fmla="*/ 535 w 567"/>
                <a:gd name="T101" fmla="*/ 53 h 717"/>
                <a:gd name="T102" fmla="*/ 535 w 567"/>
                <a:gd name="T103" fmla="*/ 665 h 717"/>
                <a:gd name="T104" fmla="*/ 472 w 567"/>
                <a:gd name="T105" fmla="*/ 601 h 717"/>
                <a:gd name="T106" fmla="*/ 450 w 567"/>
                <a:gd name="T107" fmla="*/ 60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7" h="717">
                  <a:moveTo>
                    <a:pt x="551" y="1"/>
                  </a:moveTo>
                  <a:lnTo>
                    <a:pt x="551" y="1"/>
                  </a:lnTo>
                  <a:cubicBezTo>
                    <a:pt x="546" y="1"/>
                    <a:pt x="542" y="4"/>
                    <a:pt x="539" y="7"/>
                  </a:cubicBezTo>
                  <a:cubicBezTo>
                    <a:pt x="461" y="85"/>
                    <a:pt x="461" y="85"/>
                    <a:pt x="461" y="85"/>
                  </a:cubicBezTo>
                  <a:cubicBezTo>
                    <a:pt x="383" y="5"/>
                    <a:pt x="383" y="5"/>
                    <a:pt x="383" y="5"/>
                  </a:cubicBezTo>
                  <a:cubicBezTo>
                    <a:pt x="376" y="0"/>
                    <a:pt x="368" y="0"/>
                    <a:pt x="361" y="5"/>
                  </a:cubicBezTo>
                  <a:cubicBezTo>
                    <a:pt x="283" y="85"/>
                    <a:pt x="283" y="85"/>
                    <a:pt x="283" y="85"/>
                  </a:cubicBezTo>
                  <a:cubicBezTo>
                    <a:pt x="205" y="5"/>
                    <a:pt x="205" y="5"/>
                    <a:pt x="205" y="5"/>
                  </a:cubicBezTo>
                  <a:cubicBezTo>
                    <a:pt x="198" y="0"/>
                    <a:pt x="189" y="0"/>
                    <a:pt x="182" y="5"/>
                  </a:cubicBezTo>
                  <a:cubicBezTo>
                    <a:pt x="104" y="85"/>
                    <a:pt x="104" y="85"/>
                    <a:pt x="104" y="85"/>
                  </a:cubicBezTo>
                  <a:cubicBezTo>
                    <a:pt x="26" y="7"/>
                    <a:pt x="26" y="7"/>
                    <a:pt x="26" y="7"/>
                  </a:cubicBezTo>
                  <a:cubicBezTo>
                    <a:pt x="23" y="4"/>
                    <a:pt x="19" y="1"/>
                    <a:pt x="15" y="1"/>
                  </a:cubicBezTo>
                  <a:cubicBezTo>
                    <a:pt x="7" y="1"/>
                    <a:pt x="0" y="8"/>
                    <a:pt x="0" y="16"/>
                  </a:cubicBezTo>
                  <a:cubicBezTo>
                    <a:pt x="0" y="701"/>
                    <a:pt x="0" y="701"/>
                    <a:pt x="0" y="701"/>
                  </a:cubicBezTo>
                  <a:cubicBezTo>
                    <a:pt x="0" y="709"/>
                    <a:pt x="7" y="715"/>
                    <a:pt x="15" y="715"/>
                  </a:cubicBezTo>
                  <a:cubicBezTo>
                    <a:pt x="19" y="715"/>
                    <a:pt x="23" y="714"/>
                    <a:pt x="26" y="711"/>
                  </a:cubicBezTo>
                  <a:lnTo>
                    <a:pt x="26" y="711"/>
                  </a:lnTo>
                  <a:cubicBezTo>
                    <a:pt x="104" y="633"/>
                    <a:pt x="104" y="633"/>
                    <a:pt x="104" y="633"/>
                  </a:cubicBezTo>
                  <a:cubicBezTo>
                    <a:pt x="182" y="711"/>
                    <a:pt x="182" y="711"/>
                    <a:pt x="182" y="711"/>
                  </a:cubicBezTo>
                  <a:cubicBezTo>
                    <a:pt x="189" y="716"/>
                    <a:pt x="198" y="716"/>
                    <a:pt x="205" y="711"/>
                  </a:cubicBezTo>
                  <a:cubicBezTo>
                    <a:pt x="283" y="633"/>
                    <a:pt x="283" y="633"/>
                    <a:pt x="283" y="633"/>
                  </a:cubicBezTo>
                  <a:cubicBezTo>
                    <a:pt x="361" y="711"/>
                    <a:pt x="361" y="711"/>
                    <a:pt x="361" y="711"/>
                  </a:cubicBezTo>
                  <a:cubicBezTo>
                    <a:pt x="368" y="716"/>
                    <a:pt x="376" y="716"/>
                    <a:pt x="383" y="711"/>
                  </a:cubicBezTo>
                  <a:cubicBezTo>
                    <a:pt x="461" y="633"/>
                    <a:pt x="461" y="633"/>
                    <a:pt x="461" y="633"/>
                  </a:cubicBezTo>
                  <a:cubicBezTo>
                    <a:pt x="539" y="711"/>
                    <a:pt x="539" y="711"/>
                    <a:pt x="539" y="711"/>
                  </a:cubicBezTo>
                  <a:cubicBezTo>
                    <a:pt x="542" y="714"/>
                    <a:pt x="546" y="715"/>
                    <a:pt x="551" y="715"/>
                  </a:cubicBezTo>
                  <a:cubicBezTo>
                    <a:pt x="559" y="715"/>
                    <a:pt x="566" y="709"/>
                    <a:pt x="566" y="701"/>
                  </a:cubicBezTo>
                  <a:cubicBezTo>
                    <a:pt x="566" y="16"/>
                    <a:pt x="566" y="16"/>
                    <a:pt x="566" y="16"/>
                  </a:cubicBezTo>
                  <a:cubicBezTo>
                    <a:pt x="566" y="8"/>
                    <a:pt x="559" y="1"/>
                    <a:pt x="551" y="1"/>
                  </a:cubicBezTo>
                  <a:close/>
                  <a:moveTo>
                    <a:pt x="450" y="601"/>
                  </a:moveTo>
                  <a:lnTo>
                    <a:pt x="450" y="601"/>
                  </a:lnTo>
                  <a:cubicBezTo>
                    <a:pt x="372" y="680"/>
                    <a:pt x="372" y="680"/>
                    <a:pt x="372" y="680"/>
                  </a:cubicBezTo>
                  <a:cubicBezTo>
                    <a:pt x="294" y="601"/>
                    <a:pt x="294" y="601"/>
                    <a:pt x="294" y="601"/>
                  </a:cubicBezTo>
                  <a:cubicBezTo>
                    <a:pt x="287" y="595"/>
                    <a:pt x="279" y="595"/>
                    <a:pt x="272" y="601"/>
                  </a:cubicBezTo>
                  <a:cubicBezTo>
                    <a:pt x="194" y="680"/>
                    <a:pt x="194" y="680"/>
                    <a:pt x="194" y="680"/>
                  </a:cubicBezTo>
                  <a:cubicBezTo>
                    <a:pt x="115" y="601"/>
                    <a:pt x="115" y="601"/>
                    <a:pt x="115" y="601"/>
                  </a:cubicBezTo>
                  <a:cubicBezTo>
                    <a:pt x="109" y="595"/>
                    <a:pt x="100" y="595"/>
                    <a:pt x="93" y="601"/>
                  </a:cubicBezTo>
                  <a:cubicBezTo>
                    <a:pt x="30" y="665"/>
                    <a:pt x="30" y="665"/>
                    <a:pt x="30" y="665"/>
                  </a:cubicBezTo>
                  <a:cubicBezTo>
                    <a:pt x="30" y="53"/>
                    <a:pt x="30" y="53"/>
                    <a:pt x="30" y="53"/>
                  </a:cubicBezTo>
                  <a:cubicBezTo>
                    <a:pt x="93" y="117"/>
                    <a:pt x="93" y="117"/>
                    <a:pt x="93" y="117"/>
                  </a:cubicBezTo>
                  <a:cubicBezTo>
                    <a:pt x="96" y="120"/>
                    <a:pt x="100" y="121"/>
                    <a:pt x="104" y="121"/>
                  </a:cubicBezTo>
                  <a:cubicBezTo>
                    <a:pt x="109" y="121"/>
                    <a:pt x="113" y="120"/>
                    <a:pt x="115" y="117"/>
                  </a:cubicBezTo>
                  <a:cubicBezTo>
                    <a:pt x="194" y="37"/>
                    <a:pt x="194" y="37"/>
                    <a:pt x="194" y="37"/>
                  </a:cubicBezTo>
                  <a:cubicBezTo>
                    <a:pt x="272" y="117"/>
                    <a:pt x="272" y="117"/>
                    <a:pt x="272" y="117"/>
                  </a:cubicBezTo>
                  <a:cubicBezTo>
                    <a:pt x="274" y="120"/>
                    <a:pt x="279" y="121"/>
                    <a:pt x="283" y="121"/>
                  </a:cubicBezTo>
                  <a:cubicBezTo>
                    <a:pt x="287" y="121"/>
                    <a:pt x="291" y="120"/>
                    <a:pt x="294" y="117"/>
                  </a:cubicBezTo>
                  <a:cubicBezTo>
                    <a:pt x="372" y="37"/>
                    <a:pt x="372" y="37"/>
                    <a:pt x="372" y="37"/>
                  </a:cubicBezTo>
                  <a:cubicBezTo>
                    <a:pt x="450" y="117"/>
                    <a:pt x="450" y="117"/>
                    <a:pt x="450" y="117"/>
                  </a:cubicBezTo>
                  <a:cubicBezTo>
                    <a:pt x="453" y="120"/>
                    <a:pt x="457" y="121"/>
                    <a:pt x="461" y="121"/>
                  </a:cubicBezTo>
                  <a:cubicBezTo>
                    <a:pt x="466" y="121"/>
                    <a:pt x="470" y="120"/>
                    <a:pt x="472" y="117"/>
                  </a:cubicBezTo>
                  <a:cubicBezTo>
                    <a:pt x="535" y="53"/>
                    <a:pt x="535" y="53"/>
                    <a:pt x="535" y="53"/>
                  </a:cubicBezTo>
                  <a:cubicBezTo>
                    <a:pt x="535" y="665"/>
                    <a:pt x="535" y="665"/>
                    <a:pt x="535" y="665"/>
                  </a:cubicBezTo>
                  <a:cubicBezTo>
                    <a:pt x="472" y="601"/>
                    <a:pt x="472" y="601"/>
                    <a:pt x="472" y="601"/>
                  </a:cubicBezTo>
                  <a:cubicBezTo>
                    <a:pt x="466" y="595"/>
                    <a:pt x="457" y="595"/>
                    <a:pt x="450" y="6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517DB1F2-07E7-61B4-DBBC-1DF603823F8C}"/>
                </a:ext>
              </a:extLst>
            </p:cNvPr>
            <p:cNvSpPr>
              <a:spLocks noChangeArrowheads="1"/>
            </p:cNvSpPr>
            <p:nvPr/>
          </p:nvSpPr>
          <p:spPr bwMode="auto">
            <a:xfrm>
              <a:off x="5305425" y="2463800"/>
              <a:ext cx="96838" cy="11113"/>
            </a:xfrm>
            <a:custGeom>
              <a:avLst/>
              <a:gdLst>
                <a:gd name="T0" fmla="*/ 252 w 269"/>
                <a:gd name="T1" fmla="*/ 0 h 31"/>
                <a:gd name="T2" fmla="*/ 252 w 269"/>
                <a:gd name="T3" fmla="*/ 0 h 31"/>
                <a:gd name="T4" fmla="*/ 15 w 269"/>
                <a:gd name="T5" fmla="*/ 0 h 31"/>
                <a:gd name="T6" fmla="*/ 0 w 269"/>
                <a:gd name="T7" fmla="*/ 16 h 31"/>
                <a:gd name="T8" fmla="*/ 15 w 269"/>
                <a:gd name="T9" fmla="*/ 30 h 31"/>
                <a:gd name="T10" fmla="*/ 252 w 269"/>
                <a:gd name="T11" fmla="*/ 30 h 31"/>
                <a:gd name="T12" fmla="*/ 268 w 269"/>
                <a:gd name="T13" fmla="*/ 16 h 31"/>
                <a:gd name="T14" fmla="*/ 252 w 26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1">
                  <a:moveTo>
                    <a:pt x="252" y="0"/>
                  </a:moveTo>
                  <a:lnTo>
                    <a:pt x="252" y="0"/>
                  </a:lnTo>
                  <a:cubicBezTo>
                    <a:pt x="15" y="0"/>
                    <a:pt x="15" y="0"/>
                    <a:pt x="15" y="0"/>
                  </a:cubicBezTo>
                  <a:cubicBezTo>
                    <a:pt x="7" y="0"/>
                    <a:pt x="0" y="7"/>
                    <a:pt x="0" y="16"/>
                  </a:cubicBezTo>
                  <a:cubicBezTo>
                    <a:pt x="0" y="24"/>
                    <a:pt x="7" y="30"/>
                    <a:pt x="15" y="30"/>
                  </a:cubicBezTo>
                  <a:cubicBezTo>
                    <a:pt x="252" y="30"/>
                    <a:pt x="252" y="30"/>
                    <a:pt x="252" y="30"/>
                  </a:cubicBezTo>
                  <a:cubicBezTo>
                    <a:pt x="261" y="30"/>
                    <a:pt x="268" y="24"/>
                    <a:pt x="268" y="16"/>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28E5F271-4DDD-1E1B-5BC8-2CDBC451C39C}"/>
                </a:ext>
              </a:extLst>
            </p:cNvPr>
            <p:cNvSpPr>
              <a:spLocks noChangeArrowheads="1"/>
            </p:cNvSpPr>
            <p:nvPr/>
          </p:nvSpPr>
          <p:spPr bwMode="auto">
            <a:xfrm>
              <a:off x="5305425" y="2506663"/>
              <a:ext cx="96838" cy="11112"/>
            </a:xfrm>
            <a:custGeom>
              <a:avLst/>
              <a:gdLst>
                <a:gd name="T0" fmla="*/ 252 w 269"/>
                <a:gd name="T1" fmla="*/ 0 h 32"/>
                <a:gd name="T2" fmla="*/ 252 w 269"/>
                <a:gd name="T3" fmla="*/ 0 h 32"/>
                <a:gd name="T4" fmla="*/ 15 w 269"/>
                <a:gd name="T5" fmla="*/ 0 h 32"/>
                <a:gd name="T6" fmla="*/ 0 w 269"/>
                <a:gd name="T7" fmla="*/ 15 h 32"/>
                <a:gd name="T8" fmla="*/ 15 w 269"/>
                <a:gd name="T9" fmla="*/ 31 h 32"/>
                <a:gd name="T10" fmla="*/ 252 w 269"/>
                <a:gd name="T11" fmla="*/ 31 h 32"/>
                <a:gd name="T12" fmla="*/ 268 w 269"/>
                <a:gd name="T13" fmla="*/ 15 h 32"/>
                <a:gd name="T14" fmla="*/ 252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2" y="0"/>
                  </a:moveTo>
                  <a:lnTo>
                    <a:pt x="252" y="0"/>
                  </a:lnTo>
                  <a:cubicBezTo>
                    <a:pt x="15" y="0"/>
                    <a:pt x="15" y="0"/>
                    <a:pt x="15" y="0"/>
                  </a:cubicBezTo>
                  <a:cubicBezTo>
                    <a:pt x="7" y="0"/>
                    <a:pt x="0" y="7"/>
                    <a:pt x="0" y="15"/>
                  </a:cubicBezTo>
                  <a:cubicBezTo>
                    <a:pt x="0" y="24"/>
                    <a:pt x="7" y="31"/>
                    <a:pt x="15" y="31"/>
                  </a:cubicBezTo>
                  <a:cubicBezTo>
                    <a:pt x="252" y="31"/>
                    <a:pt x="252" y="31"/>
                    <a:pt x="252" y="31"/>
                  </a:cubicBezTo>
                  <a:cubicBezTo>
                    <a:pt x="261" y="31"/>
                    <a:pt x="268" y="24"/>
                    <a:pt x="268" y="15"/>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C2FA99F8-F77C-DE8F-EC7C-F8B2E5523EB9}"/>
                </a:ext>
              </a:extLst>
            </p:cNvPr>
            <p:cNvSpPr>
              <a:spLocks noChangeArrowheads="1"/>
            </p:cNvSpPr>
            <p:nvPr/>
          </p:nvSpPr>
          <p:spPr bwMode="auto">
            <a:xfrm>
              <a:off x="5305425" y="2551113"/>
              <a:ext cx="96838" cy="11112"/>
            </a:xfrm>
            <a:custGeom>
              <a:avLst/>
              <a:gdLst>
                <a:gd name="T0" fmla="*/ 252 w 269"/>
                <a:gd name="T1" fmla="*/ 0 h 30"/>
                <a:gd name="T2" fmla="*/ 252 w 269"/>
                <a:gd name="T3" fmla="*/ 0 h 30"/>
                <a:gd name="T4" fmla="*/ 15 w 269"/>
                <a:gd name="T5" fmla="*/ 0 h 30"/>
                <a:gd name="T6" fmla="*/ 0 w 269"/>
                <a:gd name="T7" fmla="*/ 14 h 30"/>
                <a:gd name="T8" fmla="*/ 15 w 269"/>
                <a:gd name="T9" fmla="*/ 29 h 30"/>
                <a:gd name="T10" fmla="*/ 252 w 269"/>
                <a:gd name="T11" fmla="*/ 29 h 30"/>
                <a:gd name="T12" fmla="*/ 268 w 269"/>
                <a:gd name="T13" fmla="*/ 14 h 30"/>
                <a:gd name="T14" fmla="*/ 252 w 26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0">
                  <a:moveTo>
                    <a:pt x="252" y="0"/>
                  </a:moveTo>
                  <a:lnTo>
                    <a:pt x="252" y="0"/>
                  </a:lnTo>
                  <a:cubicBezTo>
                    <a:pt x="15" y="0"/>
                    <a:pt x="15" y="0"/>
                    <a:pt x="15" y="0"/>
                  </a:cubicBezTo>
                  <a:cubicBezTo>
                    <a:pt x="7" y="0"/>
                    <a:pt x="0" y="6"/>
                    <a:pt x="0" y="14"/>
                  </a:cubicBezTo>
                  <a:cubicBezTo>
                    <a:pt x="0" y="22"/>
                    <a:pt x="7" y="29"/>
                    <a:pt x="15" y="29"/>
                  </a:cubicBezTo>
                  <a:cubicBezTo>
                    <a:pt x="252" y="29"/>
                    <a:pt x="252" y="29"/>
                    <a:pt x="252" y="29"/>
                  </a:cubicBezTo>
                  <a:cubicBezTo>
                    <a:pt x="261" y="29"/>
                    <a:pt x="268" y="22"/>
                    <a:pt x="268" y="14"/>
                  </a:cubicBezTo>
                  <a:cubicBezTo>
                    <a:pt x="268" y="6"/>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5DE0E218-7414-C8F0-42D4-65D5AA72DA46}"/>
              </a:ext>
            </a:extLst>
          </p:cNvPr>
          <p:cNvGrpSpPr/>
          <p:nvPr/>
        </p:nvGrpSpPr>
        <p:grpSpPr>
          <a:xfrm>
            <a:off x="5744244" y="2035076"/>
            <a:ext cx="246062" cy="257175"/>
            <a:chOff x="4716463" y="2379663"/>
            <a:chExt cx="246062" cy="257175"/>
          </a:xfrm>
          <a:solidFill>
            <a:schemeClr val="tx2"/>
          </a:solidFill>
        </p:grpSpPr>
        <p:sp>
          <p:nvSpPr>
            <p:cNvPr id="125" name="Freeform 102">
              <a:extLst>
                <a:ext uri="{FF2B5EF4-FFF2-40B4-BE49-F238E27FC236}">
                  <a16:creationId xmlns:a16="http://schemas.microsoft.com/office/drawing/2014/main" id="{8AC06694-B113-47A4-9AF0-60D1C7F8BCB0}"/>
                </a:ext>
              </a:extLst>
            </p:cNvPr>
            <p:cNvSpPr>
              <a:spLocks noChangeArrowheads="1"/>
            </p:cNvSpPr>
            <p:nvPr/>
          </p:nvSpPr>
          <p:spPr bwMode="auto">
            <a:xfrm>
              <a:off x="4716463" y="2379663"/>
              <a:ext cx="246062" cy="257175"/>
            </a:xfrm>
            <a:custGeom>
              <a:avLst/>
              <a:gdLst>
                <a:gd name="T0" fmla="*/ 653 w 684"/>
                <a:gd name="T1" fmla="*/ 31 h 716"/>
                <a:gd name="T2" fmla="*/ 491 w 684"/>
                <a:gd name="T3" fmla="*/ 0 h 716"/>
                <a:gd name="T4" fmla="*/ 371 w 684"/>
                <a:gd name="T5" fmla="*/ 0 h 716"/>
                <a:gd name="T6" fmla="*/ 103 w 684"/>
                <a:gd name="T7" fmla="*/ 0 h 716"/>
                <a:gd name="T8" fmla="*/ 0 w 684"/>
                <a:gd name="T9" fmla="*/ 105 h 716"/>
                <a:gd name="T10" fmla="*/ 8 w 684"/>
                <a:gd name="T11" fmla="*/ 714 h 716"/>
                <a:gd name="T12" fmla="*/ 74 w 684"/>
                <a:gd name="T13" fmla="*/ 661 h 716"/>
                <a:gd name="T14" fmla="*/ 144 w 684"/>
                <a:gd name="T15" fmla="*/ 710 h 716"/>
                <a:gd name="T16" fmla="*/ 240 w 684"/>
                <a:gd name="T17" fmla="*/ 710 h 716"/>
                <a:gd name="T18" fmla="*/ 262 w 684"/>
                <a:gd name="T19" fmla="*/ 710 h 716"/>
                <a:gd name="T20" fmla="*/ 361 w 684"/>
                <a:gd name="T21" fmla="*/ 710 h 716"/>
                <a:gd name="T22" fmla="*/ 431 w 684"/>
                <a:gd name="T23" fmla="*/ 661 h 716"/>
                <a:gd name="T24" fmla="*/ 497 w 684"/>
                <a:gd name="T25" fmla="*/ 714 h 716"/>
                <a:gd name="T26" fmla="*/ 505 w 684"/>
                <a:gd name="T27" fmla="*/ 178 h 716"/>
                <a:gd name="T28" fmla="*/ 679 w 684"/>
                <a:gd name="T29" fmla="*/ 174 h 716"/>
                <a:gd name="T30" fmla="*/ 683 w 684"/>
                <a:gd name="T31" fmla="*/ 105 h 716"/>
                <a:gd name="T32" fmla="*/ 653 w 684"/>
                <a:gd name="T33" fmla="*/ 31 h 716"/>
                <a:gd name="T34" fmla="*/ 476 w 684"/>
                <a:gd name="T35" fmla="*/ 664 h 716"/>
                <a:gd name="T36" fmla="*/ 420 w 684"/>
                <a:gd name="T37" fmla="*/ 629 h 716"/>
                <a:gd name="T38" fmla="*/ 322 w 684"/>
                <a:gd name="T39" fmla="*/ 629 h 716"/>
                <a:gd name="T40" fmla="*/ 251 w 684"/>
                <a:gd name="T41" fmla="*/ 679 h 716"/>
                <a:gd name="T42" fmla="*/ 192 w 684"/>
                <a:gd name="T43" fmla="*/ 625 h 716"/>
                <a:gd name="T44" fmla="*/ 134 w 684"/>
                <a:gd name="T45" fmla="*/ 679 h 716"/>
                <a:gd name="T46" fmla="*/ 63 w 684"/>
                <a:gd name="T47" fmla="*/ 629 h 716"/>
                <a:gd name="T48" fmla="*/ 29 w 684"/>
                <a:gd name="T49" fmla="*/ 105 h 716"/>
                <a:gd name="T50" fmla="*/ 223 w 684"/>
                <a:gd name="T51" fmla="*/ 31 h 716"/>
                <a:gd name="T52" fmla="*/ 460 w 684"/>
                <a:gd name="T53" fmla="*/ 31 h 716"/>
                <a:gd name="T54" fmla="*/ 508 w 684"/>
                <a:gd name="T55" fmla="*/ 31 h 716"/>
                <a:gd name="T56" fmla="*/ 476 w 684"/>
                <a:gd name="T57" fmla="*/ 165 h 716"/>
                <a:gd name="T58" fmla="*/ 654 w 684"/>
                <a:gd name="T59" fmla="*/ 149 h 716"/>
                <a:gd name="T60" fmla="*/ 505 w 684"/>
                <a:gd name="T61" fmla="*/ 149 h 716"/>
                <a:gd name="T62" fmla="*/ 530 w 684"/>
                <a:gd name="T63" fmla="*/ 50 h 716"/>
                <a:gd name="T64" fmla="*/ 580 w 684"/>
                <a:gd name="T65" fmla="*/ 31 h 716"/>
                <a:gd name="T66" fmla="*/ 654 w 684"/>
                <a:gd name="T67" fmla="*/ 149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4" h="716">
                  <a:moveTo>
                    <a:pt x="653" y="31"/>
                  </a:moveTo>
                  <a:lnTo>
                    <a:pt x="653" y="31"/>
                  </a:lnTo>
                  <a:cubicBezTo>
                    <a:pt x="635" y="13"/>
                    <a:pt x="608" y="0"/>
                    <a:pt x="580" y="0"/>
                  </a:cubicBezTo>
                  <a:cubicBezTo>
                    <a:pt x="491" y="0"/>
                    <a:pt x="491" y="0"/>
                    <a:pt x="491" y="0"/>
                  </a:cubicBezTo>
                  <a:cubicBezTo>
                    <a:pt x="460" y="0"/>
                    <a:pt x="460" y="0"/>
                    <a:pt x="460" y="0"/>
                  </a:cubicBezTo>
                  <a:cubicBezTo>
                    <a:pt x="371" y="0"/>
                    <a:pt x="371" y="0"/>
                    <a:pt x="371" y="0"/>
                  </a:cubicBezTo>
                  <a:cubicBezTo>
                    <a:pt x="223" y="0"/>
                    <a:pt x="223" y="0"/>
                    <a:pt x="223" y="0"/>
                  </a:cubicBezTo>
                  <a:cubicBezTo>
                    <a:pt x="103" y="0"/>
                    <a:pt x="103" y="0"/>
                    <a:pt x="103" y="0"/>
                  </a:cubicBezTo>
                  <a:cubicBezTo>
                    <a:pt x="75" y="0"/>
                    <a:pt x="49" y="13"/>
                    <a:pt x="29" y="31"/>
                  </a:cubicBezTo>
                  <a:cubicBezTo>
                    <a:pt x="11" y="50"/>
                    <a:pt x="0" y="75"/>
                    <a:pt x="0" y="105"/>
                  </a:cubicBezTo>
                  <a:cubicBezTo>
                    <a:pt x="0" y="700"/>
                    <a:pt x="0" y="700"/>
                    <a:pt x="0" y="700"/>
                  </a:cubicBezTo>
                  <a:cubicBezTo>
                    <a:pt x="0" y="706"/>
                    <a:pt x="3" y="711"/>
                    <a:pt x="8" y="714"/>
                  </a:cubicBezTo>
                  <a:cubicBezTo>
                    <a:pt x="14" y="715"/>
                    <a:pt x="21" y="714"/>
                    <a:pt x="25" y="710"/>
                  </a:cubicBezTo>
                  <a:cubicBezTo>
                    <a:pt x="74" y="661"/>
                    <a:pt x="74" y="661"/>
                    <a:pt x="74" y="661"/>
                  </a:cubicBezTo>
                  <a:cubicBezTo>
                    <a:pt x="123" y="710"/>
                    <a:pt x="123" y="710"/>
                    <a:pt x="123" y="710"/>
                  </a:cubicBezTo>
                  <a:cubicBezTo>
                    <a:pt x="128" y="715"/>
                    <a:pt x="138" y="715"/>
                    <a:pt x="144" y="710"/>
                  </a:cubicBezTo>
                  <a:cubicBezTo>
                    <a:pt x="192" y="661"/>
                    <a:pt x="192" y="661"/>
                    <a:pt x="192" y="661"/>
                  </a:cubicBezTo>
                  <a:cubicBezTo>
                    <a:pt x="240" y="710"/>
                    <a:pt x="240" y="710"/>
                    <a:pt x="240" y="710"/>
                  </a:cubicBezTo>
                  <a:cubicBezTo>
                    <a:pt x="243" y="713"/>
                    <a:pt x="247" y="714"/>
                    <a:pt x="251" y="714"/>
                  </a:cubicBezTo>
                  <a:cubicBezTo>
                    <a:pt x="255" y="714"/>
                    <a:pt x="259" y="713"/>
                    <a:pt x="262" y="710"/>
                  </a:cubicBezTo>
                  <a:cubicBezTo>
                    <a:pt x="312" y="661"/>
                    <a:pt x="312" y="661"/>
                    <a:pt x="312" y="661"/>
                  </a:cubicBezTo>
                  <a:cubicBezTo>
                    <a:pt x="361" y="710"/>
                    <a:pt x="361" y="710"/>
                    <a:pt x="361" y="710"/>
                  </a:cubicBezTo>
                  <a:cubicBezTo>
                    <a:pt x="367" y="715"/>
                    <a:pt x="377" y="715"/>
                    <a:pt x="382" y="710"/>
                  </a:cubicBezTo>
                  <a:cubicBezTo>
                    <a:pt x="431" y="661"/>
                    <a:pt x="431" y="661"/>
                    <a:pt x="431" y="661"/>
                  </a:cubicBezTo>
                  <a:cubicBezTo>
                    <a:pt x="480" y="710"/>
                    <a:pt x="480" y="710"/>
                    <a:pt x="480" y="710"/>
                  </a:cubicBezTo>
                  <a:cubicBezTo>
                    <a:pt x="484" y="714"/>
                    <a:pt x="491" y="715"/>
                    <a:pt x="497" y="714"/>
                  </a:cubicBezTo>
                  <a:cubicBezTo>
                    <a:pt x="502" y="711"/>
                    <a:pt x="505" y="706"/>
                    <a:pt x="505" y="700"/>
                  </a:cubicBezTo>
                  <a:cubicBezTo>
                    <a:pt x="505" y="178"/>
                    <a:pt x="505" y="178"/>
                    <a:pt x="505" y="178"/>
                  </a:cubicBezTo>
                  <a:cubicBezTo>
                    <a:pt x="669" y="178"/>
                    <a:pt x="669" y="178"/>
                    <a:pt x="669" y="178"/>
                  </a:cubicBezTo>
                  <a:cubicBezTo>
                    <a:pt x="672" y="178"/>
                    <a:pt x="676" y="177"/>
                    <a:pt x="679" y="174"/>
                  </a:cubicBezTo>
                  <a:cubicBezTo>
                    <a:pt x="682" y="172"/>
                    <a:pt x="683" y="169"/>
                    <a:pt x="683" y="165"/>
                  </a:cubicBezTo>
                  <a:cubicBezTo>
                    <a:pt x="683" y="105"/>
                    <a:pt x="683" y="105"/>
                    <a:pt x="683" y="105"/>
                  </a:cubicBezTo>
                  <a:lnTo>
                    <a:pt x="683" y="105"/>
                  </a:lnTo>
                  <a:cubicBezTo>
                    <a:pt x="683" y="75"/>
                    <a:pt x="672" y="50"/>
                    <a:pt x="653" y="31"/>
                  </a:cubicBezTo>
                  <a:close/>
                  <a:moveTo>
                    <a:pt x="476" y="664"/>
                  </a:moveTo>
                  <a:lnTo>
                    <a:pt x="476" y="664"/>
                  </a:lnTo>
                  <a:cubicBezTo>
                    <a:pt x="442" y="629"/>
                    <a:pt x="442" y="629"/>
                    <a:pt x="442" y="629"/>
                  </a:cubicBezTo>
                  <a:cubicBezTo>
                    <a:pt x="435" y="623"/>
                    <a:pt x="427" y="623"/>
                    <a:pt x="420" y="629"/>
                  </a:cubicBezTo>
                  <a:cubicBezTo>
                    <a:pt x="371" y="679"/>
                    <a:pt x="371" y="679"/>
                    <a:pt x="371" y="679"/>
                  </a:cubicBezTo>
                  <a:cubicBezTo>
                    <a:pt x="322" y="629"/>
                    <a:pt x="322" y="629"/>
                    <a:pt x="322" y="629"/>
                  </a:cubicBezTo>
                  <a:cubicBezTo>
                    <a:pt x="317" y="623"/>
                    <a:pt x="307" y="623"/>
                    <a:pt x="301" y="629"/>
                  </a:cubicBezTo>
                  <a:cubicBezTo>
                    <a:pt x="251" y="679"/>
                    <a:pt x="251" y="679"/>
                    <a:pt x="251" y="679"/>
                  </a:cubicBezTo>
                  <a:cubicBezTo>
                    <a:pt x="204" y="630"/>
                    <a:pt x="204" y="630"/>
                    <a:pt x="204" y="630"/>
                  </a:cubicBezTo>
                  <a:cubicBezTo>
                    <a:pt x="201" y="628"/>
                    <a:pt x="197" y="625"/>
                    <a:pt x="192" y="625"/>
                  </a:cubicBezTo>
                  <a:cubicBezTo>
                    <a:pt x="188" y="625"/>
                    <a:pt x="186" y="626"/>
                    <a:pt x="183" y="629"/>
                  </a:cubicBezTo>
                  <a:cubicBezTo>
                    <a:pt x="134" y="679"/>
                    <a:pt x="134" y="679"/>
                    <a:pt x="134" y="679"/>
                  </a:cubicBezTo>
                  <a:cubicBezTo>
                    <a:pt x="85" y="629"/>
                    <a:pt x="85" y="629"/>
                    <a:pt x="85" y="629"/>
                  </a:cubicBezTo>
                  <a:cubicBezTo>
                    <a:pt x="78" y="623"/>
                    <a:pt x="70" y="623"/>
                    <a:pt x="63" y="629"/>
                  </a:cubicBezTo>
                  <a:cubicBezTo>
                    <a:pt x="29" y="664"/>
                    <a:pt x="29" y="664"/>
                    <a:pt x="29" y="664"/>
                  </a:cubicBezTo>
                  <a:cubicBezTo>
                    <a:pt x="29" y="105"/>
                    <a:pt x="29" y="105"/>
                    <a:pt x="29" y="105"/>
                  </a:cubicBezTo>
                  <a:cubicBezTo>
                    <a:pt x="29" y="64"/>
                    <a:pt x="63" y="31"/>
                    <a:pt x="103" y="31"/>
                  </a:cubicBezTo>
                  <a:cubicBezTo>
                    <a:pt x="223" y="31"/>
                    <a:pt x="223" y="31"/>
                    <a:pt x="223" y="31"/>
                  </a:cubicBezTo>
                  <a:cubicBezTo>
                    <a:pt x="371" y="31"/>
                    <a:pt x="371" y="31"/>
                    <a:pt x="371" y="31"/>
                  </a:cubicBezTo>
                  <a:cubicBezTo>
                    <a:pt x="460" y="31"/>
                    <a:pt x="460" y="31"/>
                    <a:pt x="460" y="31"/>
                  </a:cubicBezTo>
                  <a:cubicBezTo>
                    <a:pt x="491" y="31"/>
                    <a:pt x="491" y="31"/>
                    <a:pt x="491" y="31"/>
                  </a:cubicBezTo>
                  <a:cubicBezTo>
                    <a:pt x="508" y="31"/>
                    <a:pt x="508" y="31"/>
                    <a:pt x="508" y="31"/>
                  </a:cubicBezTo>
                  <a:cubicBezTo>
                    <a:pt x="488" y="49"/>
                    <a:pt x="476" y="75"/>
                    <a:pt x="476" y="105"/>
                  </a:cubicBezTo>
                  <a:cubicBezTo>
                    <a:pt x="476" y="165"/>
                    <a:pt x="476" y="165"/>
                    <a:pt x="476" y="165"/>
                  </a:cubicBezTo>
                  <a:lnTo>
                    <a:pt x="476" y="664"/>
                  </a:lnTo>
                  <a:close/>
                  <a:moveTo>
                    <a:pt x="654" y="149"/>
                  </a:moveTo>
                  <a:lnTo>
                    <a:pt x="654" y="149"/>
                  </a:lnTo>
                  <a:cubicBezTo>
                    <a:pt x="505" y="149"/>
                    <a:pt x="505" y="149"/>
                    <a:pt x="505" y="149"/>
                  </a:cubicBezTo>
                  <a:cubicBezTo>
                    <a:pt x="505" y="105"/>
                    <a:pt x="505" y="105"/>
                    <a:pt x="505" y="105"/>
                  </a:cubicBezTo>
                  <a:cubicBezTo>
                    <a:pt x="505" y="82"/>
                    <a:pt x="515" y="63"/>
                    <a:pt x="530" y="50"/>
                  </a:cubicBezTo>
                  <a:cubicBezTo>
                    <a:pt x="530" y="49"/>
                    <a:pt x="530" y="49"/>
                    <a:pt x="530" y="49"/>
                  </a:cubicBezTo>
                  <a:cubicBezTo>
                    <a:pt x="544" y="38"/>
                    <a:pt x="561" y="31"/>
                    <a:pt x="580" y="31"/>
                  </a:cubicBezTo>
                  <a:cubicBezTo>
                    <a:pt x="621" y="31"/>
                    <a:pt x="654" y="64"/>
                    <a:pt x="654" y="105"/>
                  </a:cubicBezTo>
                  <a:lnTo>
                    <a:pt x="654" y="1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65A7ABF2-1386-EBB4-754A-94C8DF929210}"/>
                </a:ext>
              </a:extLst>
            </p:cNvPr>
            <p:cNvSpPr>
              <a:spLocks noChangeArrowheads="1"/>
            </p:cNvSpPr>
            <p:nvPr/>
          </p:nvSpPr>
          <p:spPr bwMode="auto">
            <a:xfrm>
              <a:off x="4781550" y="2411413"/>
              <a:ext cx="69850" cy="171450"/>
            </a:xfrm>
            <a:custGeom>
              <a:avLst/>
              <a:gdLst>
                <a:gd name="T0" fmla="*/ 100 w 192"/>
                <a:gd name="T1" fmla="*/ 225 h 478"/>
                <a:gd name="T2" fmla="*/ 100 w 192"/>
                <a:gd name="T3" fmla="*/ 225 h 478"/>
                <a:gd name="T4" fmla="*/ 50 w 192"/>
                <a:gd name="T5" fmla="*/ 195 h 478"/>
                <a:gd name="T6" fmla="*/ 34 w 192"/>
                <a:gd name="T7" fmla="*/ 149 h 478"/>
                <a:gd name="T8" fmla="*/ 50 w 192"/>
                <a:gd name="T9" fmla="*/ 108 h 478"/>
                <a:gd name="T10" fmla="*/ 97 w 192"/>
                <a:gd name="T11" fmla="*/ 89 h 478"/>
                <a:gd name="T12" fmla="*/ 128 w 192"/>
                <a:gd name="T13" fmla="*/ 96 h 478"/>
                <a:gd name="T14" fmla="*/ 145 w 192"/>
                <a:gd name="T15" fmla="*/ 120 h 478"/>
                <a:gd name="T16" fmla="*/ 147 w 192"/>
                <a:gd name="T17" fmla="*/ 131 h 478"/>
                <a:gd name="T18" fmla="*/ 147 w 192"/>
                <a:gd name="T19" fmla="*/ 134 h 478"/>
                <a:gd name="T20" fmla="*/ 147 w 192"/>
                <a:gd name="T21" fmla="*/ 134 h 478"/>
                <a:gd name="T22" fmla="*/ 147 w 192"/>
                <a:gd name="T23" fmla="*/ 134 h 478"/>
                <a:gd name="T24" fmla="*/ 163 w 192"/>
                <a:gd name="T25" fmla="*/ 149 h 478"/>
                <a:gd name="T26" fmla="*/ 178 w 192"/>
                <a:gd name="T27" fmla="*/ 134 h 478"/>
                <a:gd name="T28" fmla="*/ 167 w 192"/>
                <a:gd name="T29" fmla="*/ 98 h 478"/>
                <a:gd name="T30" fmla="*/ 143 w 192"/>
                <a:gd name="T31" fmla="*/ 71 h 478"/>
                <a:gd name="T32" fmla="*/ 118 w 192"/>
                <a:gd name="T33" fmla="*/ 63 h 478"/>
                <a:gd name="T34" fmla="*/ 118 w 192"/>
                <a:gd name="T35" fmla="*/ 16 h 478"/>
                <a:gd name="T36" fmla="*/ 103 w 192"/>
                <a:gd name="T37" fmla="*/ 0 h 478"/>
                <a:gd name="T38" fmla="*/ 89 w 192"/>
                <a:gd name="T39" fmla="*/ 16 h 478"/>
                <a:gd name="T40" fmla="*/ 89 w 192"/>
                <a:gd name="T41" fmla="*/ 60 h 478"/>
                <a:gd name="T42" fmla="*/ 27 w 192"/>
                <a:gd name="T43" fmla="*/ 88 h 478"/>
                <a:gd name="T44" fmla="*/ 4 w 192"/>
                <a:gd name="T45" fmla="*/ 149 h 478"/>
                <a:gd name="T46" fmla="*/ 27 w 192"/>
                <a:gd name="T47" fmla="*/ 214 h 478"/>
                <a:gd name="T48" fmla="*/ 94 w 192"/>
                <a:gd name="T49" fmla="*/ 253 h 478"/>
                <a:gd name="T50" fmla="*/ 145 w 192"/>
                <a:gd name="T51" fmla="*/ 282 h 478"/>
                <a:gd name="T52" fmla="*/ 161 w 192"/>
                <a:gd name="T53" fmla="*/ 328 h 478"/>
                <a:gd name="T54" fmla="*/ 146 w 192"/>
                <a:gd name="T55" fmla="*/ 370 h 478"/>
                <a:gd name="T56" fmla="*/ 97 w 192"/>
                <a:gd name="T57" fmla="*/ 388 h 478"/>
                <a:gd name="T58" fmla="*/ 55 w 192"/>
                <a:gd name="T59" fmla="*/ 380 h 478"/>
                <a:gd name="T60" fmla="*/ 32 w 192"/>
                <a:gd name="T61" fmla="*/ 356 h 478"/>
                <a:gd name="T62" fmla="*/ 29 w 192"/>
                <a:gd name="T63" fmla="*/ 346 h 478"/>
                <a:gd name="T64" fmla="*/ 29 w 192"/>
                <a:gd name="T65" fmla="*/ 343 h 478"/>
                <a:gd name="T66" fmla="*/ 29 w 192"/>
                <a:gd name="T67" fmla="*/ 343 h 478"/>
                <a:gd name="T68" fmla="*/ 29 w 192"/>
                <a:gd name="T69" fmla="*/ 343 h 478"/>
                <a:gd name="T70" fmla="*/ 13 w 192"/>
                <a:gd name="T71" fmla="*/ 328 h 478"/>
                <a:gd name="T72" fmla="*/ 0 w 192"/>
                <a:gd name="T73" fmla="*/ 343 h 478"/>
                <a:gd name="T74" fmla="*/ 0 w 192"/>
                <a:gd name="T75" fmla="*/ 343 h 478"/>
                <a:gd name="T76" fmla="*/ 12 w 192"/>
                <a:gd name="T77" fmla="*/ 381 h 478"/>
                <a:gd name="T78" fmla="*/ 43 w 192"/>
                <a:gd name="T79" fmla="*/ 406 h 478"/>
                <a:gd name="T80" fmla="*/ 89 w 192"/>
                <a:gd name="T81" fmla="*/ 417 h 478"/>
                <a:gd name="T82" fmla="*/ 89 w 192"/>
                <a:gd name="T83" fmla="*/ 462 h 478"/>
                <a:gd name="T84" fmla="*/ 103 w 192"/>
                <a:gd name="T85" fmla="*/ 477 h 478"/>
                <a:gd name="T86" fmla="*/ 118 w 192"/>
                <a:gd name="T87" fmla="*/ 462 h 478"/>
                <a:gd name="T88" fmla="*/ 118 w 192"/>
                <a:gd name="T89" fmla="*/ 416 h 478"/>
                <a:gd name="T90" fmla="*/ 167 w 192"/>
                <a:gd name="T91" fmla="*/ 391 h 478"/>
                <a:gd name="T92" fmla="*/ 191 w 192"/>
                <a:gd name="T93" fmla="*/ 328 h 478"/>
                <a:gd name="T94" fmla="*/ 168 w 192"/>
                <a:gd name="T95" fmla="*/ 264 h 478"/>
                <a:gd name="T96" fmla="*/ 100 w 192"/>
                <a:gd name="T97" fmla="*/ 2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2" h="478">
                  <a:moveTo>
                    <a:pt x="100" y="225"/>
                  </a:moveTo>
                  <a:lnTo>
                    <a:pt x="100" y="225"/>
                  </a:lnTo>
                  <a:cubicBezTo>
                    <a:pt x="78" y="219"/>
                    <a:pt x="61" y="208"/>
                    <a:pt x="50" y="195"/>
                  </a:cubicBezTo>
                  <a:cubicBezTo>
                    <a:pt x="39" y="182"/>
                    <a:pt x="34" y="165"/>
                    <a:pt x="34" y="149"/>
                  </a:cubicBezTo>
                  <a:cubicBezTo>
                    <a:pt x="34" y="133"/>
                    <a:pt x="39" y="119"/>
                    <a:pt x="50" y="108"/>
                  </a:cubicBezTo>
                  <a:cubicBezTo>
                    <a:pt x="60" y="98"/>
                    <a:pt x="75" y="89"/>
                    <a:pt x="97" y="89"/>
                  </a:cubicBezTo>
                  <a:cubicBezTo>
                    <a:pt x="111" y="89"/>
                    <a:pt x="121" y="94"/>
                    <a:pt x="128" y="96"/>
                  </a:cubicBezTo>
                  <a:cubicBezTo>
                    <a:pt x="138" y="103"/>
                    <a:pt x="142" y="112"/>
                    <a:pt x="145" y="120"/>
                  </a:cubicBezTo>
                  <a:cubicBezTo>
                    <a:pt x="146" y="124"/>
                    <a:pt x="147" y="129"/>
                    <a:pt x="147" y="131"/>
                  </a:cubicBezTo>
                  <a:cubicBezTo>
                    <a:pt x="147" y="134"/>
                    <a:pt x="147" y="134"/>
                    <a:pt x="147" y="134"/>
                  </a:cubicBezTo>
                  <a:lnTo>
                    <a:pt x="147" y="134"/>
                  </a:lnTo>
                  <a:lnTo>
                    <a:pt x="147" y="134"/>
                  </a:lnTo>
                  <a:cubicBezTo>
                    <a:pt x="147" y="142"/>
                    <a:pt x="154" y="149"/>
                    <a:pt x="163" y="149"/>
                  </a:cubicBezTo>
                  <a:cubicBezTo>
                    <a:pt x="171" y="149"/>
                    <a:pt x="178" y="142"/>
                    <a:pt x="178" y="134"/>
                  </a:cubicBezTo>
                  <a:cubicBezTo>
                    <a:pt x="178" y="133"/>
                    <a:pt x="178" y="116"/>
                    <a:pt x="167" y="98"/>
                  </a:cubicBezTo>
                  <a:cubicBezTo>
                    <a:pt x="163" y="88"/>
                    <a:pt x="154" y="78"/>
                    <a:pt x="143" y="71"/>
                  </a:cubicBezTo>
                  <a:cubicBezTo>
                    <a:pt x="136" y="67"/>
                    <a:pt x="128" y="64"/>
                    <a:pt x="118" y="63"/>
                  </a:cubicBezTo>
                  <a:cubicBezTo>
                    <a:pt x="118" y="16"/>
                    <a:pt x="118" y="16"/>
                    <a:pt x="118" y="16"/>
                  </a:cubicBezTo>
                  <a:cubicBezTo>
                    <a:pt x="118" y="7"/>
                    <a:pt x="111" y="0"/>
                    <a:pt x="103" y="0"/>
                  </a:cubicBezTo>
                  <a:cubicBezTo>
                    <a:pt x="94" y="0"/>
                    <a:pt x="89" y="7"/>
                    <a:pt x="89" y="16"/>
                  </a:cubicBezTo>
                  <a:cubicBezTo>
                    <a:pt x="89" y="60"/>
                    <a:pt x="89" y="60"/>
                    <a:pt x="89" y="60"/>
                  </a:cubicBezTo>
                  <a:cubicBezTo>
                    <a:pt x="62" y="63"/>
                    <a:pt x="43" y="73"/>
                    <a:pt x="27" y="88"/>
                  </a:cubicBezTo>
                  <a:cubicBezTo>
                    <a:pt x="12" y="105"/>
                    <a:pt x="4" y="127"/>
                    <a:pt x="4" y="149"/>
                  </a:cubicBezTo>
                  <a:cubicBezTo>
                    <a:pt x="4" y="172"/>
                    <a:pt x="12" y="194"/>
                    <a:pt x="27" y="214"/>
                  </a:cubicBezTo>
                  <a:cubicBezTo>
                    <a:pt x="43" y="233"/>
                    <a:pt x="65" y="247"/>
                    <a:pt x="94" y="253"/>
                  </a:cubicBezTo>
                  <a:cubicBezTo>
                    <a:pt x="118" y="258"/>
                    <a:pt x="133" y="269"/>
                    <a:pt x="145" y="282"/>
                  </a:cubicBezTo>
                  <a:cubicBezTo>
                    <a:pt x="156" y="296"/>
                    <a:pt x="161" y="313"/>
                    <a:pt x="161" y="328"/>
                  </a:cubicBezTo>
                  <a:cubicBezTo>
                    <a:pt x="161" y="345"/>
                    <a:pt x="156" y="359"/>
                    <a:pt x="146" y="370"/>
                  </a:cubicBezTo>
                  <a:cubicBezTo>
                    <a:pt x="135" y="380"/>
                    <a:pt x="121" y="388"/>
                    <a:pt x="97" y="388"/>
                  </a:cubicBezTo>
                  <a:cubicBezTo>
                    <a:pt x="78" y="388"/>
                    <a:pt x="65" y="384"/>
                    <a:pt x="55" y="380"/>
                  </a:cubicBezTo>
                  <a:cubicBezTo>
                    <a:pt x="41" y="373"/>
                    <a:pt x="36" y="364"/>
                    <a:pt x="32" y="356"/>
                  </a:cubicBezTo>
                  <a:cubicBezTo>
                    <a:pt x="30" y="352"/>
                    <a:pt x="30" y="349"/>
                    <a:pt x="29" y="346"/>
                  </a:cubicBezTo>
                  <a:cubicBezTo>
                    <a:pt x="29" y="343"/>
                    <a:pt x="29" y="343"/>
                    <a:pt x="29" y="343"/>
                  </a:cubicBezTo>
                  <a:lnTo>
                    <a:pt x="29" y="343"/>
                  </a:lnTo>
                  <a:lnTo>
                    <a:pt x="29" y="343"/>
                  </a:lnTo>
                  <a:cubicBezTo>
                    <a:pt x="29" y="335"/>
                    <a:pt x="22" y="328"/>
                    <a:pt x="13" y="328"/>
                  </a:cubicBezTo>
                  <a:cubicBezTo>
                    <a:pt x="5" y="328"/>
                    <a:pt x="0" y="335"/>
                    <a:pt x="0" y="343"/>
                  </a:cubicBezTo>
                  <a:lnTo>
                    <a:pt x="0" y="343"/>
                  </a:lnTo>
                  <a:cubicBezTo>
                    <a:pt x="0" y="345"/>
                    <a:pt x="0" y="363"/>
                    <a:pt x="12" y="381"/>
                  </a:cubicBezTo>
                  <a:cubicBezTo>
                    <a:pt x="19" y="391"/>
                    <a:pt x="29" y="400"/>
                    <a:pt x="43" y="406"/>
                  </a:cubicBezTo>
                  <a:cubicBezTo>
                    <a:pt x="55" y="412"/>
                    <a:pt x="71" y="416"/>
                    <a:pt x="89" y="417"/>
                  </a:cubicBezTo>
                  <a:cubicBezTo>
                    <a:pt x="89" y="462"/>
                    <a:pt x="89" y="462"/>
                    <a:pt x="89" y="462"/>
                  </a:cubicBezTo>
                  <a:cubicBezTo>
                    <a:pt x="89" y="470"/>
                    <a:pt x="94" y="477"/>
                    <a:pt x="103" y="477"/>
                  </a:cubicBezTo>
                  <a:cubicBezTo>
                    <a:pt x="111" y="477"/>
                    <a:pt x="118" y="470"/>
                    <a:pt x="118" y="462"/>
                  </a:cubicBezTo>
                  <a:cubicBezTo>
                    <a:pt x="118" y="416"/>
                    <a:pt x="118" y="416"/>
                    <a:pt x="118" y="416"/>
                  </a:cubicBezTo>
                  <a:cubicBezTo>
                    <a:pt x="138" y="412"/>
                    <a:pt x="156" y="403"/>
                    <a:pt x="167" y="391"/>
                  </a:cubicBezTo>
                  <a:cubicBezTo>
                    <a:pt x="184" y="374"/>
                    <a:pt x="191" y="352"/>
                    <a:pt x="191" y="328"/>
                  </a:cubicBezTo>
                  <a:cubicBezTo>
                    <a:pt x="191" y="306"/>
                    <a:pt x="184" y="283"/>
                    <a:pt x="168" y="264"/>
                  </a:cubicBezTo>
                  <a:cubicBezTo>
                    <a:pt x="153" y="244"/>
                    <a:pt x="129" y="230"/>
                    <a:pt x="100"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95E0FB9F-F775-8B23-AF6E-E8CC11AFA7E9}"/>
              </a:ext>
            </a:extLst>
          </p:cNvPr>
          <p:cNvGrpSpPr/>
          <p:nvPr/>
        </p:nvGrpSpPr>
        <p:grpSpPr>
          <a:xfrm>
            <a:off x="6750719" y="1532633"/>
            <a:ext cx="247650" cy="236537"/>
            <a:chOff x="5722938" y="1893888"/>
            <a:chExt cx="247650" cy="236537"/>
          </a:xfrm>
          <a:solidFill>
            <a:schemeClr val="tx2"/>
          </a:solidFill>
        </p:grpSpPr>
        <p:sp>
          <p:nvSpPr>
            <p:cNvPr id="128" name="Freeform 104">
              <a:extLst>
                <a:ext uri="{FF2B5EF4-FFF2-40B4-BE49-F238E27FC236}">
                  <a16:creationId xmlns:a16="http://schemas.microsoft.com/office/drawing/2014/main" id="{18EF4C98-F99E-9B96-C642-9C7F7B09C2B0}"/>
                </a:ext>
              </a:extLst>
            </p:cNvPr>
            <p:cNvSpPr>
              <a:spLocks noChangeArrowheads="1"/>
            </p:cNvSpPr>
            <p:nvPr/>
          </p:nvSpPr>
          <p:spPr bwMode="auto">
            <a:xfrm>
              <a:off x="5722938" y="1893888"/>
              <a:ext cx="119062" cy="236537"/>
            </a:xfrm>
            <a:custGeom>
              <a:avLst/>
              <a:gdLst>
                <a:gd name="T0" fmla="*/ 0 w 329"/>
                <a:gd name="T1" fmla="*/ 372 h 655"/>
                <a:gd name="T2" fmla="*/ 14 w 329"/>
                <a:gd name="T3" fmla="*/ 594 h 655"/>
                <a:gd name="T4" fmla="*/ 276 w 329"/>
                <a:gd name="T5" fmla="*/ 626 h 655"/>
                <a:gd name="T6" fmla="*/ 328 w 329"/>
                <a:gd name="T7" fmla="*/ 551 h 655"/>
                <a:gd name="T8" fmla="*/ 328 w 329"/>
                <a:gd name="T9" fmla="*/ 372 h 655"/>
                <a:gd name="T10" fmla="*/ 328 w 329"/>
                <a:gd name="T11" fmla="*/ 104 h 655"/>
                <a:gd name="T12" fmla="*/ 163 w 329"/>
                <a:gd name="T13" fmla="*/ 0 h 655"/>
                <a:gd name="T14" fmla="*/ 0 w 329"/>
                <a:gd name="T15" fmla="*/ 104 h 655"/>
                <a:gd name="T16" fmla="*/ 0 w 329"/>
                <a:gd name="T17" fmla="*/ 283 h 655"/>
                <a:gd name="T18" fmla="*/ 282 w 329"/>
                <a:gd name="T19" fmla="*/ 495 h 655"/>
                <a:gd name="T20" fmla="*/ 235 w 329"/>
                <a:gd name="T21" fmla="*/ 524 h 655"/>
                <a:gd name="T22" fmla="*/ 46 w 329"/>
                <a:gd name="T23" fmla="*/ 495 h 655"/>
                <a:gd name="T24" fmla="*/ 46 w 329"/>
                <a:gd name="T25" fmla="*/ 495 h 655"/>
                <a:gd name="T26" fmla="*/ 84 w 329"/>
                <a:gd name="T27" fmla="*/ 463 h 655"/>
                <a:gd name="T28" fmla="*/ 297 w 329"/>
                <a:gd name="T29" fmla="*/ 432 h 655"/>
                <a:gd name="T30" fmla="*/ 297 w 329"/>
                <a:gd name="T31" fmla="*/ 372 h 655"/>
                <a:gd name="T32" fmla="*/ 282 w 329"/>
                <a:gd name="T33" fmla="*/ 406 h 655"/>
                <a:gd name="T34" fmla="*/ 94 w 329"/>
                <a:gd name="T35" fmla="*/ 435 h 655"/>
                <a:gd name="T36" fmla="*/ 30 w 329"/>
                <a:gd name="T37" fmla="*/ 372 h 655"/>
                <a:gd name="T38" fmla="*/ 163 w 329"/>
                <a:gd name="T39" fmla="*/ 386 h 655"/>
                <a:gd name="T40" fmla="*/ 297 w 329"/>
                <a:gd name="T41" fmla="*/ 372 h 655"/>
                <a:gd name="T42" fmla="*/ 297 w 329"/>
                <a:gd name="T43" fmla="*/ 194 h 655"/>
                <a:gd name="T44" fmla="*/ 235 w 329"/>
                <a:gd name="T45" fmla="*/ 256 h 655"/>
                <a:gd name="T46" fmla="*/ 46 w 329"/>
                <a:gd name="T47" fmla="*/ 227 h 655"/>
                <a:gd name="T48" fmla="*/ 30 w 329"/>
                <a:gd name="T49" fmla="*/ 164 h 655"/>
                <a:gd name="T50" fmla="*/ 276 w 329"/>
                <a:gd name="T51" fmla="*/ 180 h 655"/>
                <a:gd name="T52" fmla="*/ 84 w 329"/>
                <a:gd name="T53" fmla="*/ 284 h 655"/>
                <a:gd name="T54" fmla="*/ 244 w 329"/>
                <a:gd name="T55" fmla="*/ 284 h 655"/>
                <a:gd name="T56" fmla="*/ 297 w 329"/>
                <a:gd name="T57" fmla="*/ 283 h 655"/>
                <a:gd name="T58" fmla="*/ 235 w 329"/>
                <a:gd name="T59" fmla="*/ 346 h 655"/>
                <a:gd name="T60" fmla="*/ 46 w 329"/>
                <a:gd name="T61" fmla="*/ 316 h 655"/>
                <a:gd name="T62" fmla="*/ 30 w 329"/>
                <a:gd name="T63" fmla="*/ 254 h 655"/>
                <a:gd name="T64" fmla="*/ 242 w 329"/>
                <a:gd name="T65" fmla="*/ 611 h 655"/>
                <a:gd name="T66" fmla="*/ 39 w 329"/>
                <a:gd name="T67" fmla="*/ 576 h 655"/>
                <a:gd name="T68" fmla="*/ 30 w 329"/>
                <a:gd name="T69" fmla="*/ 551 h 655"/>
                <a:gd name="T70" fmla="*/ 163 w 329"/>
                <a:gd name="T71" fmla="*/ 565 h 655"/>
                <a:gd name="T72" fmla="*/ 297 w 329"/>
                <a:gd name="T73" fmla="*/ 551 h 655"/>
                <a:gd name="T74" fmla="*/ 242 w 329"/>
                <a:gd name="T75" fmla="*/ 611 h 655"/>
                <a:gd name="T76" fmla="*/ 87 w 329"/>
                <a:gd name="T77" fmla="*/ 44 h 655"/>
                <a:gd name="T78" fmla="*/ 289 w 329"/>
                <a:gd name="T79" fmla="*/ 78 h 655"/>
                <a:gd name="T80" fmla="*/ 242 w 329"/>
                <a:gd name="T81" fmla="*/ 164 h 655"/>
                <a:gd name="T82" fmla="*/ 39 w 329"/>
                <a:gd name="T83" fmla="*/ 130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9" h="655">
                  <a:moveTo>
                    <a:pt x="0" y="283"/>
                  </a:moveTo>
                  <a:lnTo>
                    <a:pt x="0" y="283"/>
                  </a:lnTo>
                  <a:cubicBezTo>
                    <a:pt x="0" y="372"/>
                    <a:pt x="0" y="372"/>
                    <a:pt x="0" y="372"/>
                  </a:cubicBezTo>
                  <a:cubicBezTo>
                    <a:pt x="0" y="461"/>
                    <a:pt x="0" y="461"/>
                    <a:pt x="0" y="461"/>
                  </a:cubicBezTo>
                  <a:cubicBezTo>
                    <a:pt x="0" y="551"/>
                    <a:pt x="0" y="551"/>
                    <a:pt x="0" y="551"/>
                  </a:cubicBezTo>
                  <a:cubicBezTo>
                    <a:pt x="0" y="566"/>
                    <a:pt x="6" y="581"/>
                    <a:pt x="14" y="594"/>
                  </a:cubicBezTo>
                  <a:cubicBezTo>
                    <a:pt x="28" y="613"/>
                    <a:pt x="49" y="627"/>
                    <a:pt x="76" y="639"/>
                  </a:cubicBezTo>
                  <a:cubicBezTo>
                    <a:pt x="101" y="648"/>
                    <a:pt x="131" y="654"/>
                    <a:pt x="163" y="654"/>
                  </a:cubicBezTo>
                  <a:cubicBezTo>
                    <a:pt x="207" y="654"/>
                    <a:pt x="247" y="644"/>
                    <a:pt x="276" y="626"/>
                  </a:cubicBezTo>
                  <a:cubicBezTo>
                    <a:pt x="292" y="618"/>
                    <a:pt x="304" y="606"/>
                    <a:pt x="313" y="594"/>
                  </a:cubicBezTo>
                  <a:cubicBezTo>
                    <a:pt x="322" y="581"/>
                    <a:pt x="328" y="566"/>
                    <a:pt x="328" y="551"/>
                  </a:cubicBezTo>
                  <a:lnTo>
                    <a:pt x="328" y="551"/>
                  </a:lnTo>
                  <a:lnTo>
                    <a:pt x="328" y="551"/>
                  </a:lnTo>
                  <a:cubicBezTo>
                    <a:pt x="328" y="461"/>
                    <a:pt x="328" y="461"/>
                    <a:pt x="328" y="461"/>
                  </a:cubicBezTo>
                  <a:cubicBezTo>
                    <a:pt x="328" y="372"/>
                    <a:pt x="328" y="372"/>
                    <a:pt x="328" y="372"/>
                  </a:cubicBezTo>
                  <a:cubicBezTo>
                    <a:pt x="328" y="283"/>
                    <a:pt x="328" y="283"/>
                    <a:pt x="328" y="283"/>
                  </a:cubicBezTo>
                  <a:cubicBezTo>
                    <a:pt x="328" y="194"/>
                    <a:pt x="328" y="194"/>
                    <a:pt x="328" y="194"/>
                  </a:cubicBezTo>
                  <a:cubicBezTo>
                    <a:pt x="328" y="104"/>
                    <a:pt x="328" y="104"/>
                    <a:pt x="328" y="104"/>
                  </a:cubicBezTo>
                  <a:cubicBezTo>
                    <a:pt x="328" y="88"/>
                    <a:pt x="322" y="74"/>
                    <a:pt x="313" y="61"/>
                  </a:cubicBezTo>
                  <a:cubicBezTo>
                    <a:pt x="300" y="42"/>
                    <a:pt x="278" y="26"/>
                    <a:pt x="253" y="17"/>
                  </a:cubicBezTo>
                  <a:cubicBezTo>
                    <a:pt x="226" y="5"/>
                    <a:pt x="197" y="0"/>
                    <a:pt x="163" y="0"/>
                  </a:cubicBezTo>
                  <a:cubicBezTo>
                    <a:pt x="120" y="0"/>
                    <a:pt x="81" y="11"/>
                    <a:pt x="50" y="28"/>
                  </a:cubicBezTo>
                  <a:cubicBezTo>
                    <a:pt x="37" y="37"/>
                    <a:pt x="24" y="47"/>
                    <a:pt x="14" y="61"/>
                  </a:cubicBezTo>
                  <a:cubicBezTo>
                    <a:pt x="6" y="74"/>
                    <a:pt x="0" y="88"/>
                    <a:pt x="0" y="104"/>
                  </a:cubicBezTo>
                  <a:lnTo>
                    <a:pt x="0" y="104"/>
                  </a:lnTo>
                  <a:cubicBezTo>
                    <a:pt x="0" y="194"/>
                    <a:pt x="0" y="194"/>
                    <a:pt x="0" y="194"/>
                  </a:cubicBezTo>
                  <a:lnTo>
                    <a:pt x="0" y="283"/>
                  </a:lnTo>
                  <a:close/>
                  <a:moveTo>
                    <a:pt x="297" y="461"/>
                  </a:moveTo>
                  <a:lnTo>
                    <a:pt x="297" y="461"/>
                  </a:lnTo>
                  <a:cubicBezTo>
                    <a:pt x="297" y="473"/>
                    <a:pt x="293" y="484"/>
                    <a:pt x="282" y="495"/>
                  </a:cubicBezTo>
                  <a:lnTo>
                    <a:pt x="282" y="495"/>
                  </a:lnTo>
                  <a:lnTo>
                    <a:pt x="282" y="495"/>
                  </a:lnTo>
                  <a:cubicBezTo>
                    <a:pt x="271" y="506"/>
                    <a:pt x="254" y="517"/>
                    <a:pt x="235" y="524"/>
                  </a:cubicBezTo>
                  <a:cubicBezTo>
                    <a:pt x="214" y="531"/>
                    <a:pt x="190" y="535"/>
                    <a:pt x="163" y="535"/>
                  </a:cubicBezTo>
                  <a:cubicBezTo>
                    <a:pt x="138" y="535"/>
                    <a:pt x="113" y="531"/>
                    <a:pt x="94" y="524"/>
                  </a:cubicBezTo>
                  <a:cubicBezTo>
                    <a:pt x="73" y="517"/>
                    <a:pt x="56" y="506"/>
                    <a:pt x="46" y="495"/>
                  </a:cubicBezTo>
                  <a:lnTo>
                    <a:pt x="46" y="495"/>
                  </a:lnTo>
                  <a:lnTo>
                    <a:pt x="46" y="495"/>
                  </a:lnTo>
                  <a:lnTo>
                    <a:pt x="46" y="495"/>
                  </a:lnTo>
                  <a:cubicBezTo>
                    <a:pt x="35" y="484"/>
                    <a:pt x="30" y="473"/>
                    <a:pt x="30" y="461"/>
                  </a:cubicBezTo>
                  <a:cubicBezTo>
                    <a:pt x="30" y="432"/>
                    <a:pt x="30" y="432"/>
                    <a:pt x="30" y="432"/>
                  </a:cubicBezTo>
                  <a:cubicBezTo>
                    <a:pt x="45" y="445"/>
                    <a:pt x="63" y="456"/>
                    <a:pt x="84" y="463"/>
                  </a:cubicBezTo>
                  <a:cubicBezTo>
                    <a:pt x="108" y="471"/>
                    <a:pt x="134" y="475"/>
                    <a:pt x="163" y="475"/>
                  </a:cubicBezTo>
                  <a:cubicBezTo>
                    <a:pt x="193" y="475"/>
                    <a:pt x="221" y="471"/>
                    <a:pt x="244" y="463"/>
                  </a:cubicBezTo>
                  <a:cubicBezTo>
                    <a:pt x="265" y="456"/>
                    <a:pt x="283" y="445"/>
                    <a:pt x="297" y="432"/>
                  </a:cubicBezTo>
                  <a:lnTo>
                    <a:pt x="297" y="461"/>
                  </a:lnTo>
                  <a:close/>
                  <a:moveTo>
                    <a:pt x="297" y="372"/>
                  </a:moveTo>
                  <a:lnTo>
                    <a:pt x="297" y="372"/>
                  </a:lnTo>
                  <a:lnTo>
                    <a:pt x="297" y="372"/>
                  </a:lnTo>
                  <a:cubicBezTo>
                    <a:pt x="297" y="383"/>
                    <a:pt x="293" y="394"/>
                    <a:pt x="282" y="406"/>
                  </a:cubicBezTo>
                  <a:lnTo>
                    <a:pt x="282" y="406"/>
                  </a:lnTo>
                  <a:cubicBezTo>
                    <a:pt x="271" y="417"/>
                    <a:pt x="254" y="428"/>
                    <a:pt x="235" y="435"/>
                  </a:cubicBezTo>
                  <a:cubicBezTo>
                    <a:pt x="214" y="442"/>
                    <a:pt x="190" y="446"/>
                    <a:pt x="163" y="446"/>
                  </a:cubicBezTo>
                  <a:cubicBezTo>
                    <a:pt x="138" y="446"/>
                    <a:pt x="113" y="442"/>
                    <a:pt x="94" y="435"/>
                  </a:cubicBezTo>
                  <a:cubicBezTo>
                    <a:pt x="73" y="428"/>
                    <a:pt x="56" y="417"/>
                    <a:pt x="46" y="406"/>
                  </a:cubicBezTo>
                  <a:lnTo>
                    <a:pt x="46" y="406"/>
                  </a:lnTo>
                  <a:cubicBezTo>
                    <a:pt x="35" y="394"/>
                    <a:pt x="30" y="383"/>
                    <a:pt x="30" y="372"/>
                  </a:cubicBezTo>
                  <a:cubicBezTo>
                    <a:pt x="30" y="343"/>
                    <a:pt x="30" y="343"/>
                    <a:pt x="30" y="343"/>
                  </a:cubicBezTo>
                  <a:cubicBezTo>
                    <a:pt x="45" y="355"/>
                    <a:pt x="63" y="367"/>
                    <a:pt x="84" y="374"/>
                  </a:cubicBezTo>
                  <a:cubicBezTo>
                    <a:pt x="108" y="382"/>
                    <a:pt x="134" y="386"/>
                    <a:pt x="163" y="386"/>
                  </a:cubicBezTo>
                  <a:cubicBezTo>
                    <a:pt x="193" y="386"/>
                    <a:pt x="221" y="382"/>
                    <a:pt x="244" y="374"/>
                  </a:cubicBezTo>
                  <a:cubicBezTo>
                    <a:pt x="265" y="367"/>
                    <a:pt x="283" y="355"/>
                    <a:pt x="297" y="343"/>
                  </a:cubicBezTo>
                  <a:lnTo>
                    <a:pt x="297" y="372"/>
                  </a:lnTo>
                  <a:close/>
                  <a:moveTo>
                    <a:pt x="297" y="194"/>
                  </a:moveTo>
                  <a:lnTo>
                    <a:pt x="297" y="194"/>
                  </a:lnTo>
                  <a:lnTo>
                    <a:pt x="297" y="194"/>
                  </a:lnTo>
                  <a:cubicBezTo>
                    <a:pt x="297" y="205"/>
                    <a:pt x="293" y="216"/>
                    <a:pt x="282" y="227"/>
                  </a:cubicBezTo>
                  <a:lnTo>
                    <a:pt x="282" y="227"/>
                  </a:lnTo>
                  <a:cubicBezTo>
                    <a:pt x="271" y="238"/>
                    <a:pt x="254" y="249"/>
                    <a:pt x="235" y="256"/>
                  </a:cubicBezTo>
                  <a:cubicBezTo>
                    <a:pt x="214" y="263"/>
                    <a:pt x="190" y="268"/>
                    <a:pt x="163" y="268"/>
                  </a:cubicBezTo>
                  <a:cubicBezTo>
                    <a:pt x="138" y="268"/>
                    <a:pt x="113" y="263"/>
                    <a:pt x="94" y="256"/>
                  </a:cubicBezTo>
                  <a:cubicBezTo>
                    <a:pt x="73" y="249"/>
                    <a:pt x="56" y="238"/>
                    <a:pt x="46" y="227"/>
                  </a:cubicBezTo>
                  <a:lnTo>
                    <a:pt x="46" y="227"/>
                  </a:lnTo>
                  <a:cubicBezTo>
                    <a:pt x="35" y="216"/>
                    <a:pt x="30" y="205"/>
                    <a:pt x="30" y="194"/>
                  </a:cubicBezTo>
                  <a:cubicBezTo>
                    <a:pt x="30" y="164"/>
                    <a:pt x="30" y="164"/>
                    <a:pt x="30" y="164"/>
                  </a:cubicBezTo>
                  <a:cubicBezTo>
                    <a:pt x="42" y="176"/>
                    <a:pt x="57" y="185"/>
                    <a:pt x="76" y="192"/>
                  </a:cubicBezTo>
                  <a:cubicBezTo>
                    <a:pt x="101" y="202"/>
                    <a:pt x="131" y="208"/>
                    <a:pt x="163" y="208"/>
                  </a:cubicBezTo>
                  <a:cubicBezTo>
                    <a:pt x="207" y="208"/>
                    <a:pt x="247" y="198"/>
                    <a:pt x="276" y="180"/>
                  </a:cubicBezTo>
                  <a:cubicBezTo>
                    <a:pt x="285" y="176"/>
                    <a:pt x="292" y="170"/>
                    <a:pt x="297" y="164"/>
                  </a:cubicBezTo>
                  <a:lnTo>
                    <a:pt x="297" y="194"/>
                  </a:lnTo>
                  <a:close/>
                  <a:moveTo>
                    <a:pt x="84" y="284"/>
                  </a:moveTo>
                  <a:lnTo>
                    <a:pt x="84" y="284"/>
                  </a:lnTo>
                  <a:cubicBezTo>
                    <a:pt x="108" y="293"/>
                    <a:pt x="134" y="297"/>
                    <a:pt x="163" y="297"/>
                  </a:cubicBezTo>
                  <a:cubicBezTo>
                    <a:pt x="193" y="297"/>
                    <a:pt x="221" y="293"/>
                    <a:pt x="244" y="284"/>
                  </a:cubicBezTo>
                  <a:cubicBezTo>
                    <a:pt x="265" y="277"/>
                    <a:pt x="283" y="266"/>
                    <a:pt x="297" y="254"/>
                  </a:cubicBezTo>
                  <a:cubicBezTo>
                    <a:pt x="297" y="283"/>
                    <a:pt x="297" y="283"/>
                    <a:pt x="297" y="283"/>
                  </a:cubicBezTo>
                  <a:lnTo>
                    <a:pt x="297" y="283"/>
                  </a:lnTo>
                  <a:cubicBezTo>
                    <a:pt x="297" y="294"/>
                    <a:pt x="293" y="305"/>
                    <a:pt x="282" y="316"/>
                  </a:cubicBezTo>
                  <a:lnTo>
                    <a:pt x="282" y="316"/>
                  </a:lnTo>
                  <a:cubicBezTo>
                    <a:pt x="271" y="328"/>
                    <a:pt x="254" y="339"/>
                    <a:pt x="235" y="346"/>
                  </a:cubicBezTo>
                  <a:cubicBezTo>
                    <a:pt x="214" y="353"/>
                    <a:pt x="190" y="357"/>
                    <a:pt x="163" y="357"/>
                  </a:cubicBezTo>
                  <a:cubicBezTo>
                    <a:pt x="138" y="357"/>
                    <a:pt x="113" y="353"/>
                    <a:pt x="94" y="346"/>
                  </a:cubicBezTo>
                  <a:cubicBezTo>
                    <a:pt x="73" y="339"/>
                    <a:pt x="56" y="328"/>
                    <a:pt x="46" y="316"/>
                  </a:cubicBezTo>
                  <a:lnTo>
                    <a:pt x="46" y="316"/>
                  </a:lnTo>
                  <a:cubicBezTo>
                    <a:pt x="35" y="305"/>
                    <a:pt x="30" y="294"/>
                    <a:pt x="30" y="283"/>
                  </a:cubicBezTo>
                  <a:cubicBezTo>
                    <a:pt x="30" y="254"/>
                    <a:pt x="30" y="254"/>
                    <a:pt x="30" y="254"/>
                  </a:cubicBezTo>
                  <a:cubicBezTo>
                    <a:pt x="45" y="266"/>
                    <a:pt x="63" y="277"/>
                    <a:pt x="84" y="284"/>
                  </a:cubicBezTo>
                  <a:close/>
                  <a:moveTo>
                    <a:pt x="242" y="611"/>
                  </a:moveTo>
                  <a:lnTo>
                    <a:pt x="242" y="611"/>
                  </a:lnTo>
                  <a:cubicBezTo>
                    <a:pt x="219" y="619"/>
                    <a:pt x="193" y="625"/>
                    <a:pt x="163" y="625"/>
                  </a:cubicBezTo>
                  <a:cubicBezTo>
                    <a:pt x="126" y="625"/>
                    <a:pt x="91" y="615"/>
                    <a:pt x="66" y="601"/>
                  </a:cubicBezTo>
                  <a:cubicBezTo>
                    <a:pt x="55" y="594"/>
                    <a:pt x="45" y="586"/>
                    <a:pt x="39" y="576"/>
                  </a:cubicBezTo>
                  <a:cubicBezTo>
                    <a:pt x="32" y="567"/>
                    <a:pt x="30" y="559"/>
                    <a:pt x="30" y="551"/>
                  </a:cubicBezTo>
                  <a:lnTo>
                    <a:pt x="30" y="551"/>
                  </a:lnTo>
                  <a:lnTo>
                    <a:pt x="30" y="551"/>
                  </a:lnTo>
                  <a:cubicBezTo>
                    <a:pt x="30" y="521"/>
                    <a:pt x="30" y="521"/>
                    <a:pt x="30" y="521"/>
                  </a:cubicBezTo>
                  <a:cubicBezTo>
                    <a:pt x="45" y="534"/>
                    <a:pt x="63" y="545"/>
                    <a:pt x="84" y="552"/>
                  </a:cubicBezTo>
                  <a:cubicBezTo>
                    <a:pt x="108" y="560"/>
                    <a:pt x="134" y="565"/>
                    <a:pt x="163" y="565"/>
                  </a:cubicBezTo>
                  <a:cubicBezTo>
                    <a:pt x="193" y="565"/>
                    <a:pt x="221" y="560"/>
                    <a:pt x="244" y="552"/>
                  </a:cubicBezTo>
                  <a:cubicBezTo>
                    <a:pt x="265" y="545"/>
                    <a:pt x="283" y="534"/>
                    <a:pt x="297" y="521"/>
                  </a:cubicBezTo>
                  <a:cubicBezTo>
                    <a:pt x="297" y="551"/>
                    <a:pt x="297" y="551"/>
                    <a:pt x="297" y="551"/>
                  </a:cubicBezTo>
                  <a:lnTo>
                    <a:pt x="297" y="551"/>
                  </a:lnTo>
                  <a:cubicBezTo>
                    <a:pt x="297" y="559"/>
                    <a:pt x="295" y="567"/>
                    <a:pt x="289" y="576"/>
                  </a:cubicBezTo>
                  <a:cubicBezTo>
                    <a:pt x="279" y="590"/>
                    <a:pt x="264" y="602"/>
                    <a:pt x="242" y="611"/>
                  </a:cubicBezTo>
                  <a:close/>
                  <a:moveTo>
                    <a:pt x="39" y="78"/>
                  </a:moveTo>
                  <a:lnTo>
                    <a:pt x="39" y="78"/>
                  </a:lnTo>
                  <a:cubicBezTo>
                    <a:pt x="48" y="65"/>
                    <a:pt x="64" y="53"/>
                    <a:pt x="87" y="44"/>
                  </a:cubicBezTo>
                  <a:cubicBezTo>
                    <a:pt x="108" y="35"/>
                    <a:pt x="136" y="29"/>
                    <a:pt x="163" y="29"/>
                  </a:cubicBezTo>
                  <a:cubicBezTo>
                    <a:pt x="202" y="29"/>
                    <a:pt x="237" y="39"/>
                    <a:pt x="261" y="54"/>
                  </a:cubicBezTo>
                  <a:cubicBezTo>
                    <a:pt x="274" y="61"/>
                    <a:pt x="283" y="70"/>
                    <a:pt x="289" y="78"/>
                  </a:cubicBezTo>
                  <a:cubicBezTo>
                    <a:pt x="295" y="86"/>
                    <a:pt x="297" y="95"/>
                    <a:pt x="297" y="104"/>
                  </a:cubicBezTo>
                  <a:cubicBezTo>
                    <a:pt x="297" y="113"/>
                    <a:pt x="295" y="121"/>
                    <a:pt x="289" y="130"/>
                  </a:cubicBezTo>
                  <a:cubicBezTo>
                    <a:pt x="279" y="143"/>
                    <a:pt x="264" y="156"/>
                    <a:pt x="242" y="164"/>
                  </a:cubicBezTo>
                  <a:cubicBezTo>
                    <a:pt x="219" y="173"/>
                    <a:pt x="193" y="178"/>
                    <a:pt x="163" y="178"/>
                  </a:cubicBezTo>
                  <a:cubicBezTo>
                    <a:pt x="126" y="178"/>
                    <a:pt x="91" y="169"/>
                    <a:pt x="66" y="155"/>
                  </a:cubicBezTo>
                  <a:cubicBezTo>
                    <a:pt x="55" y="148"/>
                    <a:pt x="45" y="139"/>
                    <a:pt x="39" y="130"/>
                  </a:cubicBezTo>
                  <a:cubicBezTo>
                    <a:pt x="32" y="121"/>
                    <a:pt x="30" y="113"/>
                    <a:pt x="30" y="104"/>
                  </a:cubicBezTo>
                  <a:cubicBezTo>
                    <a:pt x="30" y="95"/>
                    <a:pt x="32" y="86"/>
                    <a:pt x="39" y="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31D4A1EA-7C79-AD0A-30B1-140AD0797D25}"/>
                </a:ext>
              </a:extLst>
            </p:cNvPr>
            <p:cNvSpPr>
              <a:spLocks noChangeArrowheads="1"/>
            </p:cNvSpPr>
            <p:nvPr/>
          </p:nvSpPr>
          <p:spPr bwMode="auto">
            <a:xfrm>
              <a:off x="5959475" y="21113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B6D609AA-3C94-9CA4-DD76-9ECE7B9D9B1D}"/>
                </a:ext>
              </a:extLst>
            </p:cNvPr>
            <p:cNvSpPr>
              <a:spLocks noChangeArrowheads="1"/>
            </p:cNvSpPr>
            <p:nvPr/>
          </p:nvSpPr>
          <p:spPr bwMode="auto">
            <a:xfrm>
              <a:off x="5859463" y="2111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7">
              <a:extLst>
                <a:ext uri="{FF2B5EF4-FFF2-40B4-BE49-F238E27FC236}">
                  <a16:creationId xmlns:a16="http://schemas.microsoft.com/office/drawing/2014/main" id="{B0051BEB-E7DD-ACD8-B9E3-8F0B0B98ECF0}"/>
                </a:ext>
              </a:extLst>
            </p:cNvPr>
            <p:cNvSpPr>
              <a:spLocks noChangeArrowheads="1"/>
            </p:cNvSpPr>
            <p:nvPr/>
          </p:nvSpPr>
          <p:spPr bwMode="auto">
            <a:xfrm>
              <a:off x="5851525" y="1957388"/>
              <a:ext cx="119063" cy="171450"/>
            </a:xfrm>
            <a:custGeom>
              <a:avLst/>
              <a:gdLst>
                <a:gd name="T0" fmla="*/ 253 w 329"/>
                <a:gd name="T1" fmla="*/ 17 h 477"/>
                <a:gd name="T2" fmla="*/ 50 w 329"/>
                <a:gd name="T3" fmla="*/ 28 h 477"/>
                <a:gd name="T4" fmla="*/ 0 w 329"/>
                <a:gd name="T5" fmla="*/ 105 h 477"/>
                <a:gd name="T6" fmla="*/ 0 w 329"/>
                <a:gd name="T7" fmla="*/ 283 h 477"/>
                <a:gd name="T8" fmla="*/ 24 w 329"/>
                <a:gd name="T9" fmla="*/ 427 h 477"/>
                <a:gd name="T10" fmla="*/ 163 w 329"/>
                <a:gd name="T11" fmla="*/ 476 h 477"/>
                <a:gd name="T12" fmla="*/ 303 w 329"/>
                <a:gd name="T13" fmla="*/ 427 h 477"/>
                <a:gd name="T14" fmla="*/ 328 w 329"/>
                <a:gd name="T15" fmla="*/ 373 h 477"/>
                <a:gd name="T16" fmla="*/ 328 w 329"/>
                <a:gd name="T17" fmla="*/ 194 h 477"/>
                <a:gd name="T18" fmla="*/ 313 w 329"/>
                <a:gd name="T19" fmla="*/ 62 h 477"/>
                <a:gd name="T20" fmla="*/ 297 w 329"/>
                <a:gd name="T21" fmla="*/ 283 h 477"/>
                <a:gd name="T22" fmla="*/ 297 w 329"/>
                <a:gd name="T23" fmla="*/ 283 h 477"/>
                <a:gd name="T24" fmla="*/ 282 w 329"/>
                <a:gd name="T25" fmla="*/ 317 h 477"/>
                <a:gd name="T26" fmla="*/ 163 w 329"/>
                <a:gd name="T27" fmla="*/ 357 h 477"/>
                <a:gd name="T28" fmla="*/ 46 w 329"/>
                <a:gd name="T29" fmla="*/ 317 h 477"/>
                <a:gd name="T30" fmla="*/ 30 w 329"/>
                <a:gd name="T31" fmla="*/ 283 h 477"/>
                <a:gd name="T32" fmla="*/ 84 w 329"/>
                <a:gd name="T33" fmla="*/ 285 h 477"/>
                <a:gd name="T34" fmla="*/ 244 w 329"/>
                <a:gd name="T35" fmla="*/ 285 h 477"/>
                <a:gd name="T36" fmla="*/ 297 w 329"/>
                <a:gd name="T37" fmla="*/ 283 h 477"/>
                <a:gd name="T38" fmla="*/ 297 w 329"/>
                <a:gd name="T39" fmla="*/ 194 h 477"/>
                <a:gd name="T40" fmla="*/ 282 w 329"/>
                <a:gd name="T41" fmla="*/ 228 h 477"/>
                <a:gd name="T42" fmla="*/ 235 w 329"/>
                <a:gd name="T43" fmla="*/ 257 h 477"/>
                <a:gd name="T44" fmla="*/ 94 w 329"/>
                <a:gd name="T45" fmla="*/ 257 h 477"/>
                <a:gd name="T46" fmla="*/ 46 w 329"/>
                <a:gd name="T47" fmla="*/ 228 h 477"/>
                <a:gd name="T48" fmla="*/ 30 w 329"/>
                <a:gd name="T49" fmla="*/ 165 h 477"/>
                <a:gd name="T50" fmla="*/ 163 w 329"/>
                <a:gd name="T51" fmla="*/ 208 h 477"/>
                <a:gd name="T52" fmla="*/ 297 w 329"/>
                <a:gd name="T53" fmla="*/ 165 h 477"/>
                <a:gd name="T54" fmla="*/ 39 w 329"/>
                <a:gd name="T55" fmla="*/ 78 h 477"/>
                <a:gd name="T56" fmla="*/ 87 w 329"/>
                <a:gd name="T57" fmla="*/ 45 h 477"/>
                <a:gd name="T58" fmla="*/ 261 w 329"/>
                <a:gd name="T59" fmla="*/ 55 h 477"/>
                <a:gd name="T60" fmla="*/ 297 w 329"/>
                <a:gd name="T61" fmla="*/ 105 h 477"/>
                <a:gd name="T62" fmla="*/ 242 w 329"/>
                <a:gd name="T63" fmla="*/ 165 h 477"/>
                <a:gd name="T64" fmla="*/ 66 w 329"/>
                <a:gd name="T65" fmla="*/ 155 h 477"/>
                <a:gd name="T66" fmla="*/ 30 w 329"/>
                <a:gd name="T67" fmla="*/ 105 h 477"/>
                <a:gd name="T68" fmla="*/ 282 w 329"/>
                <a:gd name="T69" fmla="*/ 406 h 477"/>
                <a:gd name="T70" fmla="*/ 235 w 329"/>
                <a:gd name="T71" fmla="*/ 435 h 477"/>
                <a:gd name="T72" fmla="*/ 94 w 329"/>
                <a:gd name="T73" fmla="*/ 435 h 477"/>
                <a:gd name="T74" fmla="*/ 46 w 329"/>
                <a:gd name="T75" fmla="*/ 406 h 477"/>
                <a:gd name="T76" fmla="*/ 30 w 329"/>
                <a:gd name="T77" fmla="*/ 373 h 477"/>
                <a:gd name="T78" fmla="*/ 84 w 329"/>
                <a:gd name="T79" fmla="*/ 374 h 477"/>
                <a:gd name="T80" fmla="*/ 244 w 329"/>
                <a:gd name="T81" fmla="*/ 374 h 477"/>
                <a:gd name="T82" fmla="*/ 297 w 329"/>
                <a:gd name="T83" fmla="*/ 373 h 477"/>
                <a:gd name="T84" fmla="*/ 282 w 329"/>
                <a:gd name="T85" fmla="*/ 406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29" h="477">
                  <a:moveTo>
                    <a:pt x="253" y="17"/>
                  </a:moveTo>
                  <a:lnTo>
                    <a:pt x="253" y="17"/>
                  </a:lnTo>
                  <a:cubicBezTo>
                    <a:pt x="226" y="6"/>
                    <a:pt x="197" y="0"/>
                    <a:pt x="163" y="0"/>
                  </a:cubicBezTo>
                  <a:cubicBezTo>
                    <a:pt x="120" y="0"/>
                    <a:pt x="81" y="11"/>
                    <a:pt x="50" y="28"/>
                  </a:cubicBezTo>
                  <a:cubicBezTo>
                    <a:pt x="37" y="38"/>
                    <a:pt x="24" y="48"/>
                    <a:pt x="14" y="62"/>
                  </a:cubicBezTo>
                  <a:cubicBezTo>
                    <a:pt x="6" y="74"/>
                    <a:pt x="0" y="88"/>
                    <a:pt x="0" y="105"/>
                  </a:cubicBezTo>
                  <a:cubicBezTo>
                    <a:pt x="0" y="194"/>
                    <a:pt x="0" y="194"/>
                    <a:pt x="0" y="194"/>
                  </a:cubicBezTo>
                  <a:cubicBezTo>
                    <a:pt x="0" y="283"/>
                    <a:pt x="0" y="283"/>
                    <a:pt x="0" y="283"/>
                  </a:cubicBezTo>
                  <a:cubicBezTo>
                    <a:pt x="0" y="373"/>
                    <a:pt x="0" y="373"/>
                    <a:pt x="0" y="373"/>
                  </a:cubicBezTo>
                  <a:cubicBezTo>
                    <a:pt x="0" y="394"/>
                    <a:pt x="10" y="412"/>
                    <a:pt x="24" y="427"/>
                  </a:cubicBezTo>
                  <a:cubicBezTo>
                    <a:pt x="39" y="442"/>
                    <a:pt x="60" y="455"/>
                    <a:pt x="84" y="463"/>
                  </a:cubicBezTo>
                  <a:cubicBezTo>
                    <a:pt x="108" y="472"/>
                    <a:pt x="134" y="476"/>
                    <a:pt x="163" y="476"/>
                  </a:cubicBezTo>
                  <a:cubicBezTo>
                    <a:pt x="193" y="476"/>
                    <a:pt x="221" y="472"/>
                    <a:pt x="244" y="463"/>
                  </a:cubicBezTo>
                  <a:cubicBezTo>
                    <a:pt x="268" y="455"/>
                    <a:pt x="289" y="442"/>
                    <a:pt x="303" y="427"/>
                  </a:cubicBezTo>
                  <a:cubicBezTo>
                    <a:pt x="318" y="412"/>
                    <a:pt x="328" y="394"/>
                    <a:pt x="328" y="373"/>
                  </a:cubicBezTo>
                  <a:lnTo>
                    <a:pt x="328" y="373"/>
                  </a:lnTo>
                  <a:cubicBezTo>
                    <a:pt x="328" y="283"/>
                    <a:pt x="328" y="283"/>
                    <a:pt x="328" y="283"/>
                  </a:cubicBezTo>
                  <a:cubicBezTo>
                    <a:pt x="328" y="194"/>
                    <a:pt x="328" y="194"/>
                    <a:pt x="328" y="194"/>
                  </a:cubicBezTo>
                  <a:cubicBezTo>
                    <a:pt x="328" y="105"/>
                    <a:pt x="328" y="105"/>
                    <a:pt x="328" y="105"/>
                  </a:cubicBezTo>
                  <a:cubicBezTo>
                    <a:pt x="328" y="88"/>
                    <a:pt x="322" y="74"/>
                    <a:pt x="313" y="62"/>
                  </a:cubicBezTo>
                  <a:cubicBezTo>
                    <a:pt x="300" y="42"/>
                    <a:pt x="278" y="27"/>
                    <a:pt x="253" y="17"/>
                  </a:cubicBezTo>
                  <a:close/>
                  <a:moveTo>
                    <a:pt x="297" y="283"/>
                  </a:moveTo>
                  <a:lnTo>
                    <a:pt x="297" y="283"/>
                  </a:lnTo>
                  <a:lnTo>
                    <a:pt x="297" y="283"/>
                  </a:lnTo>
                  <a:cubicBezTo>
                    <a:pt x="297" y="295"/>
                    <a:pt x="293" y="306"/>
                    <a:pt x="282" y="317"/>
                  </a:cubicBezTo>
                  <a:lnTo>
                    <a:pt x="282" y="317"/>
                  </a:lnTo>
                  <a:cubicBezTo>
                    <a:pt x="271" y="328"/>
                    <a:pt x="254" y="339"/>
                    <a:pt x="235" y="346"/>
                  </a:cubicBezTo>
                  <a:cubicBezTo>
                    <a:pt x="214" y="353"/>
                    <a:pt x="190" y="357"/>
                    <a:pt x="163" y="357"/>
                  </a:cubicBezTo>
                  <a:cubicBezTo>
                    <a:pt x="138" y="357"/>
                    <a:pt x="113" y="353"/>
                    <a:pt x="94" y="346"/>
                  </a:cubicBezTo>
                  <a:cubicBezTo>
                    <a:pt x="73" y="339"/>
                    <a:pt x="56" y="328"/>
                    <a:pt x="46" y="317"/>
                  </a:cubicBezTo>
                  <a:lnTo>
                    <a:pt x="46" y="317"/>
                  </a:lnTo>
                  <a:cubicBezTo>
                    <a:pt x="35" y="306"/>
                    <a:pt x="30" y="295"/>
                    <a:pt x="30" y="283"/>
                  </a:cubicBezTo>
                  <a:cubicBezTo>
                    <a:pt x="30" y="254"/>
                    <a:pt x="30" y="254"/>
                    <a:pt x="30" y="254"/>
                  </a:cubicBezTo>
                  <a:cubicBezTo>
                    <a:pt x="45" y="267"/>
                    <a:pt x="63" y="278"/>
                    <a:pt x="84" y="285"/>
                  </a:cubicBezTo>
                  <a:cubicBezTo>
                    <a:pt x="108" y="293"/>
                    <a:pt x="134" y="297"/>
                    <a:pt x="163" y="297"/>
                  </a:cubicBezTo>
                  <a:cubicBezTo>
                    <a:pt x="193" y="297"/>
                    <a:pt x="221" y="293"/>
                    <a:pt x="244" y="285"/>
                  </a:cubicBezTo>
                  <a:cubicBezTo>
                    <a:pt x="265" y="278"/>
                    <a:pt x="283" y="267"/>
                    <a:pt x="297" y="254"/>
                  </a:cubicBezTo>
                  <a:lnTo>
                    <a:pt x="297" y="283"/>
                  </a:lnTo>
                  <a:close/>
                  <a:moveTo>
                    <a:pt x="297" y="194"/>
                  </a:moveTo>
                  <a:lnTo>
                    <a:pt x="297" y="194"/>
                  </a:lnTo>
                  <a:lnTo>
                    <a:pt x="297" y="194"/>
                  </a:lnTo>
                  <a:cubicBezTo>
                    <a:pt x="297" y="205"/>
                    <a:pt x="293" y="216"/>
                    <a:pt x="282" y="228"/>
                  </a:cubicBezTo>
                  <a:lnTo>
                    <a:pt x="282" y="228"/>
                  </a:lnTo>
                  <a:cubicBezTo>
                    <a:pt x="271" y="239"/>
                    <a:pt x="254" y="250"/>
                    <a:pt x="235" y="257"/>
                  </a:cubicBezTo>
                  <a:cubicBezTo>
                    <a:pt x="214" y="264"/>
                    <a:pt x="190" y="268"/>
                    <a:pt x="163" y="268"/>
                  </a:cubicBezTo>
                  <a:cubicBezTo>
                    <a:pt x="138" y="268"/>
                    <a:pt x="113" y="264"/>
                    <a:pt x="94" y="257"/>
                  </a:cubicBezTo>
                  <a:cubicBezTo>
                    <a:pt x="73" y="250"/>
                    <a:pt x="56" y="239"/>
                    <a:pt x="46" y="228"/>
                  </a:cubicBezTo>
                  <a:lnTo>
                    <a:pt x="46" y="228"/>
                  </a:lnTo>
                  <a:cubicBezTo>
                    <a:pt x="35" y="216"/>
                    <a:pt x="30" y="205"/>
                    <a:pt x="30" y="194"/>
                  </a:cubicBezTo>
                  <a:cubicBezTo>
                    <a:pt x="30" y="165"/>
                    <a:pt x="30" y="165"/>
                    <a:pt x="30" y="165"/>
                  </a:cubicBezTo>
                  <a:cubicBezTo>
                    <a:pt x="42" y="176"/>
                    <a:pt x="57" y="186"/>
                    <a:pt x="76" y="193"/>
                  </a:cubicBezTo>
                  <a:cubicBezTo>
                    <a:pt x="101" y="203"/>
                    <a:pt x="131" y="208"/>
                    <a:pt x="163" y="208"/>
                  </a:cubicBezTo>
                  <a:cubicBezTo>
                    <a:pt x="207" y="208"/>
                    <a:pt x="247" y="198"/>
                    <a:pt x="276" y="180"/>
                  </a:cubicBezTo>
                  <a:cubicBezTo>
                    <a:pt x="285" y="176"/>
                    <a:pt x="292" y="170"/>
                    <a:pt x="297" y="165"/>
                  </a:cubicBezTo>
                  <a:lnTo>
                    <a:pt x="297" y="194"/>
                  </a:lnTo>
                  <a:close/>
                  <a:moveTo>
                    <a:pt x="39" y="78"/>
                  </a:moveTo>
                  <a:lnTo>
                    <a:pt x="39" y="78"/>
                  </a:lnTo>
                  <a:cubicBezTo>
                    <a:pt x="48" y="66"/>
                    <a:pt x="64" y="53"/>
                    <a:pt x="87" y="45"/>
                  </a:cubicBezTo>
                  <a:cubicBezTo>
                    <a:pt x="108" y="35"/>
                    <a:pt x="136" y="30"/>
                    <a:pt x="163" y="30"/>
                  </a:cubicBezTo>
                  <a:cubicBezTo>
                    <a:pt x="202" y="30"/>
                    <a:pt x="237" y="39"/>
                    <a:pt x="261" y="55"/>
                  </a:cubicBezTo>
                  <a:cubicBezTo>
                    <a:pt x="274" y="62"/>
                    <a:pt x="283" y="70"/>
                    <a:pt x="289" y="78"/>
                  </a:cubicBezTo>
                  <a:cubicBezTo>
                    <a:pt x="295" y="87"/>
                    <a:pt x="297" y="95"/>
                    <a:pt x="297" y="105"/>
                  </a:cubicBezTo>
                  <a:cubicBezTo>
                    <a:pt x="297" y="113"/>
                    <a:pt x="295" y="122"/>
                    <a:pt x="289" y="130"/>
                  </a:cubicBezTo>
                  <a:cubicBezTo>
                    <a:pt x="279" y="144"/>
                    <a:pt x="264" y="157"/>
                    <a:pt x="242" y="165"/>
                  </a:cubicBezTo>
                  <a:cubicBezTo>
                    <a:pt x="219" y="173"/>
                    <a:pt x="193" y="179"/>
                    <a:pt x="163" y="179"/>
                  </a:cubicBezTo>
                  <a:cubicBezTo>
                    <a:pt x="126" y="179"/>
                    <a:pt x="91" y="169"/>
                    <a:pt x="66" y="155"/>
                  </a:cubicBezTo>
                  <a:cubicBezTo>
                    <a:pt x="55" y="148"/>
                    <a:pt x="45" y="140"/>
                    <a:pt x="39" y="130"/>
                  </a:cubicBezTo>
                  <a:cubicBezTo>
                    <a:pt x="32" y="122"/>
                    <a:pt x="30" y="113"/>
                    <a:pt x="30" y="105"/>
                  </a:cubicBezTo>
                  <a:cubicBezTo>
                    <a:pt x="30" y="95"/>
                    <a:pt x="32" y="87"/>
                    <a:pt x="39" y="78"/>
                  </a:cubicBezTo>
                  <a:close/>
                  <a:moveTo>
                    <a:pt x="282" y="406"/>
                  </a:moveTo>
                  <a:lnTo>
                    <a:pt x="282" y="406"/>
                  </a:lnTo>
                  <a:cubicBezTo>
                    <a:pt x="271" y="417"/>
                    <a:pt x="254" y="428"/>
                    <a:pt x="235" y="435"/>
                  </a:cubicBezTo>
                  <a:cubicBezTo>
                    <a:pt x="214" y="442"/>
                    <a:pt x="190" y="447"/>
                    <a:pt x="163" y="447"/>
                  </a:cubicBezTo>
                  <a:cubicBezTo>
                    <a:pt x="138" y="447"/>
                    <a:pt x="113" y="442"/>
                    <a:pt x="94" y="435"/>
                  </a:cubicBezTo>
                  <a:cubicBezTo>
                    <a:pt x="73" y="428"/>
                    <a:pt x="56" y="417"/>
                    <a:pt x="46" y="406"/>
                  </a:cubicBezTo>
                  <a:lnTo>
                    <a:pt x="46" y="406"/>
                  </a:lnTo>
                  <a:cubicBezTo>
                    <a:pt x="35" y="395"/>
                    <a:pt x="30" y="384"/>
                    <a:pt x="30" y="373"/>
                  </a:cubicBezTo>
                  <a:lnTo>
                    <a:pt x="30" y="373"/>
                  </a:lnTo>
                  <a:cubicBezTo>
                    <a:pt x="30" y="343"/>
                    <a:pt x="30" y="343"/>
                    <a:pt x="30" y="343"/>
                  </a:cubicBezTo>
                  <a:cubicBezTo>
                    <a:pt x="45" y="356"/>
                    <a:pt x="63" y="367"/>
                    <a:pt x="84" y="374"/>
                  </a:cubicBezTo>
                  <a:cubicBezTo>
                    <a:pt x="108" y="382"/>
                    <a:pt x="134" y="387"/>
                    <a:pt x="163" y="387"/>
                  </a:cubicBezTo>
                  <a:cubicBezTo>
                    <a:pt x="193" y="387"/>
                    <a:pt x="221" y="382"/>
                    <a:pt x="244" y="374"/>
                  </a:cubicBezTo>
                  <a:cubicBezTo>
                    <a:pt x="265" y="367"/>
                    <a:pt x="283" y="356"/>
                    <a:pt x="297" y="343"/>
                  </a:cubicBezTo>
                  <a:cubicBezTo>
                    <a:pt x="297" y="373"/>
                    <a:pt x="297" y="373"/>
                    <a:pt x="297" y="373"/>
                  </a:cubicBezTo>
                  <a:lnTo>
                    <a:pt x="297" y="373"/>
                  </a:lnTo>
                  <a:cubicBezTo>
                    <a:pt x="297" y="384"/>
                    <a:pt x="293" y="395"/>
                    <a:pt x="282" y="4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2" name="Group 135">
            <a:extLst>
              <a:ext uri="{FF2B5EF4-FFF2-40B4-BE49-F238E27FC236}">
                <a16:creationId xmlns:a16="http://schemas.microsoft.com/office/drawing/2014/main" id="{1CF6BF0D-BE1D-0548-129B-204E53DE4C38}"/>
              </a:ext>
            </a:extLst>
          </p:cNvPr>
          <p:cNvGrpSpPr/>
          <p:nvPr/>
        </p:nvGrpSpPr>
        <p:grpSpPr>
          <a:xfrm>
            <a:off x="6279231" y="1522314"/>
            <a:ext cx="193675" cy="257175"/>
            <a:chOff x="5251450" y="1846263"/>
            <a:chExt cx="193675" cy="257175"/>
          </a:xfrm>
          <a:solidFill>
            <a:schemeClr val="tx2"/>
          </a:solidFill>
        </p:grpSpPr>
        <p:sp>
          <p:nvSpPr>
            <p:cNvPr id="133" name="Freeform 108">
              <a:extLst>
                <a:ext uri="{FF2B5EF4-FFF2-40B4-BE49-F238E27FC236}">
                  <a16:creationId xmlns:a16="http://schemas.microsoft.com/office/drawing/2014/main" id="{5F21E213-1294-4E41-605F-91A3EDB8218B}"/>
                </a:ext>
              </a:extLst>
            </p:cNvPr>
            <p:cNvSpPr>
              <a:spLocks noChangeArrowheads="1"/>
            </p:cNvSpPr>
            <p:nvPr/>
          </p:nvSpPr>
          <p:spPr bwMode="auto">
            <a:xfrm>
              <a:off x="5251450" y="1846263"/>
              <a:ext cx="193675" cy="257175"/>
            </a:xfrm>
            <a:custGeom>
              <a:avLst/>
              <a:gdLst>
                <a:gd name="T0" fmla="*/ 0 w 536"/>
                <a:gd name="T1" fmla="*/ 431 h 714"/>
                <a:gd name="T2" fmla="*/ 0 w 536"/>
                <a:gd name="T3" fmla="*/ 431 h 714"/>
                <a:gd name="T4" fmla="*/ 267 w 536"/>
                <a:gd name="T5" fmla="*/ 713 h 714"/>
                <a:gd name="T6" fmla="*/ 267 w 536"/>
                <a:gd name="T7" fmla="*/ 713 h 714"/>
                <a:gd name="T8" fmla="*/ 269 w 536"/>
                <a:gd name="T9" fmla="*/ 713 h 714"/>
                <a:gd name="T10" fmla="*/ 535 w 536"/>
                <a:gd name="T11" fmla="*/ 431 h 714"/>
                <a:gd name="T12" fmla="*/ 481 w 536"/>
                <a:gd name="T13" fmla="*/ 273 h 714"/>
                <a:gd name="T14" fmla="*/ 389 w 536"/>
                <a:gd name="T15" fmla="*/ 160 h 714"/>
                <a:gd name="T16" fmla="*/ 453 w 536"/>
                <a:gd name="T17" fmla="*/ 0 h 714"/>
                <a:gd name="T18" fmla="*/ 432 w 536"/>
                <a:gd name="T19" fmla="*/ 0 h 714"/>
                <a:gd name="T20" fmla="*/ 383 w 536"/>
                <a:gd name="T21" fmla="*/ 4 h 714"/>
                <a:gd name="T22" fmla="*/ 344 w 536"/>
                <a:gd name="T23" fmla="*/ 24 h 714"/>
                <a:gd name="T24" fmla="*/ 322 w 536"/>
                <a:gd name="T25" fmla="*/ 8 h 714"/>
                <a:gd name="T26" fmla="*/ 267 w 536"/>
                <a:gd name="T27" fmla="*/ 0 h 714"/>
                <a:gd name="T28" fmla="*/ 267 w 536"/>
                <a:gd name="T29" fmla="*/ 0 h 714"/>
                <a:gd name="T30" fmla="*/ 267 w 536"/>
                <a:gd name="T31" fmla="*/ 0 h 714"/>
                <a:gd name="T32" fmla="*/ 213 w 536"/>
                <a:gd name="T33" fmla="*/ 10 h 714"/>
                <a:gd name="T34" fmla="*/ 192 w 536"/>
                <a:gd name="T35" fmla="*/ 24 h 714"/>
                <a:gd name="T36" fmla="*/ 153 w 536"/>
                <a:gd name="T37" fmla="*/ 4 h 714"/>
                <a:gd name="T38" fmla="*/ 104 w 536"/>
                <a:gd name="T39" fmla="*/ 0 h 714"/>
                <a:gd name="T40" fmla="*/ 82 w 536"/>
                <a:gd name="T41" fmla="*/ 0 h 714"/>
                <a:gd name="T42" fmla="*/ 146 w 536"/>
                <a:gd name="T43" fmla="*/ 160 h 714"/>
                <a:gd name="T44" fmla="*/ 54 w 536"/>
                <a:gd name="T45" fmla="*/ 273 h 714"/>
                <a:gd name="T46" fmla="*/ 0 w 536"/>
                <a:gd name="T47" fmla="*/ 431 h 714"/>
                <a:gd name="T48" fmla="*/ 182 w 536"/>
                <a:gd name="T49" fmla="*/ 56 h 714"/>
                <a:gd name="T50" fmla="*/ 182 w 536"/>
                <a:gd name="T51" fmla="*/ 56 h 714"/>
                <a:gd name="T52" fmla="*/ 195 w 536"/>
                <a:gd name="T53" fmla="*/ 67 h 714"/>
                <a:gd name="T54" fmla="*/ 205 w 536"/>
                <a:gd name="T55" fmla="*/ 54 h 714"/>
                <a:gd name="T56" fmla="*/ 226 w 536"/>
                <a:gd name="T57" fmla="*/ 36 h 714"/>
                <a:gd name="T58" fmla="*/ 267 w 536"/>
                <a:gd name="T59" fmla="*/ 29 h 714"/>
                <a:gd name="T60" fmla="*/ 311 w 536"/>
                <a:gd name="T61" fmla="*/ 36 h 714"/>
                <a:gd name="T62" fmla="*/ 330 w 536"/>
                <a:gd name="T63" fmla="*/ 53 h 714"/>
                <a:gd name="T64" fmla="*/ 340 w 536"/>
                <a:gd name="T65" fmla="*/ 68 h 714"/>
                <a:gd name="T66" fmla="*/ 353 w 536"/>
                <a:gd name="T67" fmla="*/ 56 h 714"/>
                <a:gd name="T68" fmla="*/ 390 w 536"/>
                <a:gd name="T69" fmla="*/ 33 h 714"/>
                <a:gd name="T70" fmla="*/ 410 w 536"/>
                <a:gd name="T71" fmla="*/ 31 h 714"/>
                <a:gd name="T72" fmla="*/ 362 w 536"/>
                <a:gd name="T73" fmla="*/ 149 h 714"/>
                <a:gd name="T74" fmla="*/ 267 w 536"/>
                <a:gd name="T75" fmla="*/ 149 h 714"/>
                <a:gd name="T76" fmla="*/ 174 w 536"/>
                <a:gd name="T77" fmla="*/ 149 h 714"/>
                <a:gd name="T78" fmla="*/ 127 w 536"/>
                <a:gd name="T79" fmla="*/ 31 h 714"/>
                <a:gd name="T80" fmla="*/ 145 w 536"/>
                <a:gd name="T81" fmla="*/ 33 h 714"/>
                <a:gd name="T82" fmla="*/ 182 w 536"/>
                <a:gd name="T83" fmla="*/ 56 h 714"/>
                <a:gd name="T84" fmla="*/ 170 w 536"/>
                <a:gd name="T85" fmla="*/ 178 h 714"/>
                <a:gd name="T86" fmla="*/ 170 w 536"/>
                <a:gd name="T87" fmla="*/ 178 h 714"/>
                <a:gd name="T88" fmla="*/ 267 w 536"/>
                <a:gd name="T89" fmla="*/ 178 h 714"/>
                <a:gd name="T90" fmla="*/ 365 w 536"/>
                <a:gd name="T91" fmla="*/ 178 h 714"/>
                <a:gd name="T92" fmla="*/ 456 w 536"/>
                <a:gd name="T93" fmla="*/ 289 h 714"/>
                <a:gd name="T94" fmla="*/ 506 w 536"/>
                <a:gd name="T95" fmla="*/ 431 h 714"/>
                <a:gd name="T96" fmla="*/ 267 w 536"/>
                <a:gd name="T97" fmla="*/ 683 h 714"/>
                <a:gd name="T98" fmla="*/ 30 w 536"/>
                <a:gd name="T99" fmla="*/ 431 h 714"/>
                <a:gd name="T100" fmla="*/ 79 w 536"/>
                <a:gd name="T101" fmla="*/ 289 h 714"/>
                <a:gd name="T102" fmla="*/ 170 w 536"/>
                <a:gd name="T103" fmla="*/ 178 h 7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536" h="714">
                  <a:moveTo>
                    <a:pt x="0" y="431"/>
                  </a:moveTo>
                  <a:lnTo>
                    <a:pt x="0" y="431"/>
                  </a:lnTo>
                  <a:cubicBezTo>
                    <a:pt x="0" y="583"/>
                    <a:pt x="118" y="706"/>
                    <a:pt x="267" y="713"/>
                  </a:cubicBezTo>
                  <a:lnTo>
                    <a:pt x="267" y="713"/>
                  </a:lnTo>
                  <a:cubicBezTo>
                    <a:pt x="269" y="713"/>
                    <a:pt x="269" y="713"/>
                    <a:pt x="269" y="713"/>
                  </a:cubicBezTo>
                  <a:cubicBezTo>
                    <a:pt x="418" y="706"/>
                    <a:pt x="535" y="583"/>
                    <a:pt x="535" y="431"/>
                  </a:cubicBezTo>
                  <a:cubicBezTo>
                    <a:pt x="535" y="375"/>
                    <a:pt x="512" y="321"/>
                    <a:pt x="481" y="273"/>
                  </a:cubicBezTo>
                  <a:cubicBezTo>
                    <a:pt x="453" y="229"/>
                    <a:pt x="418" y="190"/>
                    <a:pt x="389" y="160"/>
                  </a:cubicBezTo>
                  <a:cubicBezTo>
                    <a:pt x="453" y="0"/>
                    <a:pt x="453" y="0"/>
                    <a:pt x="453" y="0"/>
                  </a:cubicBezTo>
                  <a:cubicBezTo>
                    <a:pt x="432" y="0"/>
                    <a:pt x="432" y="0"/>
                    <a:pt x="432" y="0"/>
                  </a:cubicBezTo>
                  <a:cubicBezTo>
                    <a:pt x="417" y="0"/>
                    <a:pt x="400" y="0"/>
                    <a:pt x="383" y="4"/>
                  </a:cubicBezTo>
                  <a:cubicBezTo>
                    <a:pt x="371" y="7"/>
                    <a:pt x="357" y="14"/>
                    <a:pt x="344" y="24"/>
                  </a:cubicBezTo>
                  <a:cubicBezTo>
                    <a:pt x="337" y="18"/>
                    <a:pt x="332" y="12"/>
                    <a:pt x="322" y="8"/>
                  </a:cubicBezTo>
                  <a:cubicBezTo>
                    <a:pt x="308" y="3"/>
                    <a:pt x="291" y="0"/>
                    <a:pt x="267" y="0"/>
                  </a:cubicBezTo>
                  <a:lnTo>
                    <a:pt x="267" y="0"/>
                  </a:lnTo>
                  <a:lnTo>
                    <a:pt x="267" y="0"/>
                  </a:lnTo>
                  <a:cubicBezTo>
                    <a:pt x="244" y="0"/>
                    <a:pt x="227" y="3"/>
                    <a:pt x="213" y="10"/>
                  </a:cubicBezTo>
                  <a:cubicBezTo>
                    <a:pt x="205" y="14"/>
                    <a:pt x="198" y="18"/>
                    <a:pt x="192" y="24"/>
                  </a:cubicBezTo>
                  <a:cubicBezTo>
                    <a:pt x="180" y="14"/>
                    <a:pt x="166" y="7"/>
                    <a:pt x="153" y="4"/>
                  </a:cubicBezTo>
                  <a:cubicBezTo>
                    <a:pt x="135" y="0"/>
                    <a:pt x="120" y="0"/>
                    <a:pt x="104" y="0"/>
                  </a:cubicBezTo>
                  <a:cubicBezTo>
                    <a:pt x="82" y="0"/>
                    <a:pt x="82" y="0"/>
                    <a:pt x="82" y="0"/>
                  </a:cubicBezTo>
                  <a:cubicBezTo>
                    <a:pt x="146" y="160"/>
                    <a:pt x="146" y="160"/>
                    <a:pt x="146" y="160"/>
                  </a:cubicBezTo>
                  <a:cubicBezTo>
                    <a:pt x="117" y="190"/>
                    <a:pt x="83" y="229"/>
                    <a:pt x="54" y="273"/>
                  </a:cubicBezTo>
                  <a:cubicBezTo>
                    <a:pt x="23" y="321"/>
                    <a:pt x="0" y="375"/>
                    <a:pt x="0" y="431"/>
                  </a:cubicBezTo>
                  <a:close/>
                  <a:moveTo>
                    <a:pt x="182" y="56"/>
                  </a:moveTo>
                  <a:lnTo>
                    <a:pt x="182" y="56"/>
                  </a:lnTo>
                  <a:cubicBezTo>
                    <a:pt x="195" y="67"/>
                    <a:pt x="195" y="67"/>
                    <a:pt x="195" y="67"/>
                  </a:cubicBezTo>
                  <a:cubicBezTo>
                    <a:pt x="205" y="54"/>
                    <a:pt x="205" y="54"/>
                    <a:pt x="205" y="54"/>
                  </a:cubicBezTo>
                  <a:cubicBezTo>
                    <a:pt x="212" y="46"/>
                    <a:pt x="217" y="40"/>
                    <a:pt x="226" y="36"/>
                  </a:cubicBezTo>
                  <a:cubicBezTo>
                    <a:pt x="234" y="32"/>
                    <a:pt x="247" y="29"/>
                    <a:pt x="267" y="29"/>
                  </a:cubicBezTo>
                  <a:cubicBezTo>
                    <a:pt x="290" y="29"/>
                    <a:pt x="302" y="32"/>
                    <a:pt x="311" y="36"/>
                  </a:cubicBezTo>
                  <a:cubicBezTo>
                    <a:pt x="319" y="39"/>
                    <a:pt x="323" y="45"/>
                    <a:pt x="330" y="53"/>
                  </a:cubicBezTo>
                  <a:cubicBezTo>
                    <a:pt x="340" y="68"/>
                    <a:pt x="340" y="68"/>
                    <a:pt x="340" y="68"/>
                  </a:cubicBezTo>
                  <a:cubicBezTo>
                    <a:pt x="353" y="56"/>
                    <a:pt x="353" y="56"/>
                    <a:pt x="353" y="56"/>
                  </a:cubicBezTo>
                  <a:cubicBezTo>
                    <a:pt x="366" y="42"/>
                    <a:pt x="378" y="36"/>
                    <a:pt x="390" y="33"/>
                  </a:cubicBezTo>
                  <a:cubicBezTo>
                    <a:pt x="397" y="32"/>
                    <a:pt x="403" y="31"/>
                    <a:pt x="410" y="31"/>
                  </a:cubicBezTo>
                  <a:cubicBezTo>
                    <a:pt x="362" y="149"/>
                    <a:pt x="362" y="149"/>
                    <a:pt x="362" y="149"/>
                  </a:cubicBezTo>
                  <a:cubicBezTo>
                    <a:pt x="267" y="149"/>
                    <a:pt x="267" y="149"/>
                    <a:pt x="267" y="149"/>
                  </a:cubicBezTo>
                  <a:cubicBezTo>
                    <a:pt x="174" y="149"/>
                    <a:pt x="174" y="149"/>
                    <a:pt x="174" y="149"/>
                  </a:cubicBezTo>
                  <a:cubicBezTo>
                    <a:pt x="127" y="31"/>
                    <a:pt x="127" y="31"/>
                    <a:pt x="127" y="31"/>
                  </a:cubicBezTo>
                  <a:cubicBezTo>
                    <a:pt x="134" y="31"/>
                    <a:pt x="139" y="32"/>
                    <a:pt x="145" y="33"/>
                  </a:cubicBezTo>
                  <a:cubicBezTo>
                    <a:pt x="157" y="36"/>
                    <a:pt x="170" y="42"/>
                    <a:pt x="182" y="56"/>
                  </a:cubicBezTo>
                  <a:close/>
                  <a:moveTo>
                    <a:pt x="170" y="178"/>
                  </a:moveTo>
                  <a:lnTo>
                    <a:pt x="170" y="178"/>
                  </a:lnTo>
                  <a:cubicBezTo>
                    <a:pt x="267" y="178"/>
                    <a:pt x="267" y="178"/>
                    <a:pt x="267" y="178"/>
                  </a:cubicBezTo>
                  <a:cubicBezTo>
                    <a:pt x="365" y="178"/>
                    <a:pt x="365" y="178"/>
                    <a:pt x="365" y="178"/>
                  </a:cubicBezTo>
                  <a:cubicBezTo>
                    <a:pt x="394" y="208"/>
                    <a:pt x="429" y="245"/>
                    <a:pt x="456" y="289"/>
                  </a:cubicBezTo>
                  <a:cubicBezTo>
                    <a:pt x="485" y="335"/>
                    <a:pt x="506" y="383"/>
                    <a:pt x="506" y="431"/>
                  </a:cubicBezTo>
                  <a:cubicBezTo>
                    <a:pt x="506" y="566"/>
                    <a:pt x="400" y="676"/>
                    <a:pt x="267" y="683"/>
                  </a:cubicBezTo>
                  <a:cubicBezTo>
                    <a:pt x="135" y="676"/>
                    <a:pt x="30" y="566"/>
                    <a:pt x="30" y="431"/>
                  </a:cubicBezTo>
                  <a:cubicBezTo>
                    <a:pt x="30" y="383"/>
                    <a:pt x="51" y="335"/>
                    <a:pt x="79" y="289"/>
                  </a:cubicBezTo>
                  <a:cubicBezTo>
                    <a:pt x="107" y="245"/>
                    <a:pt x="142" y="208"/>
                    <a:pt x="170"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D8825FAD-9471-1451-5157-1F69A685FC15}"/>
                </a:ext>
              </a:extLst>
            </p:cNvPr>
            <p:cNvSpPr>
              <a:spLocks noChangeArrowheads="1"/>
            </p:cNvSpPr>
            <p:nvPr/>
          </p:nvSpPr>
          <p:spPr bwMode="auto">
            <a:xfrm>
              <a:off x="5316538" y="1943100"/>
              <a:ext cx="61912" cy="104775"/>
            </a:xfrm>
            <a:custGeom>
              <a:avLst/>
              <a:gdLst>
                <a:gd name="T0" fmla="*/ 18 w 174"/>
                <a:gd name="T1" fmla="*/ 141 h 293"/>
                <a:gd name="T2" fmla="*/ 18 w 174"/>
                <a:gd name="T3" fmla="*/ 141 h 293"/>
                <a:gd name="T4" fmla="*/ 49 w 174"/>
                <a:gd name="T5" fmla="*/ 158 h 293"/>
                <a:gd name="T6" fmla="*/ 86 w 174"/>
                <a:gd name="T7" fmla="*/ 161 h 293"/>
                <a:gd name="T8" fmla="*/ 113 w 174"/>
                <a:gd name="T9" fmla="*/ 164 h 293"/>
                <a:gd name="T10" fmla="*/ 135 w 174"/>
                <a:gd name="T11" fmla="*/ 176 h 293"/>
                <a:gd name="T12" fmla="*/ 144 w 174"/>
                <a:gd name="T13" fmla="*/ 205 h 293"/>
                <a:gd name="T14" fmla="*/ 127 w 174"/>
                <a:gd name="T15" fmla="*/ 246 h 293"/>
                <a:gd name="T16" fmla="*/ 86 w 174"/>
                <a:gd name="T17" fmla="*/ 263 h 293"/>
                <a:gd name="T18" fmla="*/ 47 w 174"/>
                <a:gd name="T19" fmla="*/ 246 h 293"/>
                <a:gd name="T20" fmla="*/ 31 w 174"/>
                <a:gd name="T21" fmla="*/ 205 h 293"/>
                <a:gd name="T22" fmla="*/ 15 w 174"/>
                <a:gd name="T23" fmla="*/ 192 h 293"/>
                <a:gd name="T24" fmla="*/ 0 w 174"/>
                <a:gd name="T25" fmla="*/ 205 h 293"/>
                <a:gd name="T26" fmla="*/ 86 w 174"/>
                <a:gd name="T27" fmla="*/ 292 h 293"/>
                <a:gd name="T28" fmla="*/ 173 w 174"/>
                <a:gd name="T29" fmla="*/ 205 h 293"/>
                <a:gd name="T30" fmla="*/ 173 w 174"/>
                <a:gd name="T31" fmla="*/ 205 h 293"/>
                <a:gd name="T32" fmla="*/ 167 w 174"/>
                <a:gd name="T33" fmla="*/ 171 h 293"/>
                <a:gd name="T34" fmla="*/ 134 w 174"/>
                <a:gd name="T35" fmla="*/ 139 h 293"/>
                <a:gd name="T36" fmla="*/ 86 w 174"/>
                <a:gd name="T37" fmla="*/ 132 h 293"/>
                <a:gd name="T38" fmla="*/ 59 w 174"/>
                <a:gd name="T39" fmla="*/ 129 h 293"/>
                <a:gd name="T40" fmla="*/ 46 w 174"/>
                <a:gd name="T41" fmla="*/ 125 h 293"/>
                <a:gd name="T42" fmla="*/ 35 w 174"/>
                <a:gd name="T43" fmla="*/ 113 h 293"/>
                <a:gd name="T44" fmla="*/ 31 w 174"/>
                <a:gd name="T45" fmla="*/ 87 h 293"/>
                <a:gd name="T46" fmla="*/ 31 w 174"/>
                <a:gd name="T47" fmla="*/ 87 h 293"/>
                <a:gd name="T48" fmla="*/ 31 w 174"/>
                <a:gd name="T49" fmla="*/ 87 h 293"/>
                <a:gd name="T50" fmla="*/ 47 w 174"/>
                <a:gd name="T51" fmla="*/ 46 h 293"/>
                <a:gd name="T52" fmla="*/ 86 w 174"/>
                <a:gd name="T53" fmla="*/ 30 h 293"/>
                <a:gd name="T54" fmla="*/ 127 w 174"/>
                <a:gd name="T55" fmla="*/ 46 h 293"/>
                <a:gd name="T56" fmla="*/ 144 w 174"/>
                <a:gd name="T57" fmla="*/ 87 h 293"/>
                <a:gd name="T58" fmla="*/ 158 w 174"/>
                <a:gd name="T59" fmla="*/ 102 h 293"/>
                <a:gd name="T60" fmla="*/ 173 w 174"/>
                <a:gd name="T61" fmla="*/ 87 h 293"/>
                <a:gd name="T62" fmla="*/ 86 w 174"/>
                <a:gd name="T63" fmla="*/ 0 h 293"/>
                <a:gd name="T64" fmla="*/ 0 w 174"/>
                <a:gd name="T65" fmla="*/ 87 h 293"/>
                <a:gd name="T66" fmla="*/ 6 w 174"/>
                <a:gd name="T67" fmla="*/ 122 h 293"/>
                <a:gd name="T68" fmla="*/ 18 w 174"/>
                <a:gd name="T69" fmla="*/ 141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4" h="293">
                  <a:moveTo>
                    <a:pt x="18" y="141"/>
                  </a:moveTo>
                  <a:lnTo>
                    <a:pt x="18" y="141"/>
                  </a:lnTo>
                  <a:cubicBezTo>
                    <a:pt x="27" y="150"/>
                    <a:pt x="38" y="155"/>
                    <a:pt x="49" y="158"/>
                  </a:cubicBezTo>
                  <a:cubicBezTo>
                    <a:pt x="60" y="161"/>
                    <a:pt x="73" y="161"/>
                    <a:pt x="86" y="161"/>
                  </a:cubicBezTo>
                  <a:cubicBezTo>
                    <a:pt x="96" y="161"/>
                    <a:pt x="106" y="162"/>
                    <a:pt x="113" y="164"/>
                  </a:cubicBezTo>
                  <a:cubicBezTo>
                    <a:pt x="124" y="166"/>
                    <a:pt x="131" y="169"/>
                    <a:pt x="135" y="176"/>
                  </a:cubicBezTo>
                  <a:cubicBezTo>
                    <a:pt x="139" y="182"/>
                    <a:pt x="144" y="190"/>
                    <a:pt x="144" y="205"/>
                  </a:cubicBezTo>
                  <a:cubicBezTo>
                    <a:pt x="144" y="222"/>
                    <a:pt x="137" y="236"/>
                    <a:pt x="127" y="246"/>
                  </a:cubicBezTo>
                  <a:cubicBezTo>
                    <a:pt x="117" y="256"/>
                    <a:pt x="103" y="263"/>
                    <a:pt x="86" y="263"/>
                  </a:cubicBezTo>
                  <a:cubicBezTo>
                    <a:pt x="71" y="263"/>
                    <a:pt x="57" y="256"/>
                    <a:pt x="47" y="246"/>
                  </a:cubicBezTo>
                  <a:cubicBezTo>
                    <a:pt x="36" y="236"/>
                    <a:pt x="31" y="222"/>
                    <a:pt x="31" y="205"/>
                  </a:cubicBezTo>
                  <a:cubicBezTo>
                    <a:pt x="31" y="197"/>
                    <a:pt x="24" y="192"/>
                    <a:pt x="15" y="192"/>
                  </a:cubicBezTo>
                  <a:cubicBezTo>
                    <a:pt x="7" y="192"/>
                    <a:pt x="0" y="197"/>
                    <a:pt x="0" y="205"/>
                  </a:cubicBezTo>
                  <a:cubicBezTo>
                    <a:pt x="0" y="254"/>
                    <a:pt x="39" y="292"/>
                    <a:pt x="86" y="292"/>
                  </a:cubicBezTo>
                  <a:cubicBezTo>
                    <a:pt x="134" y="292"/>
                    <a:pt x="173" y="254"/>
                    <a:pt x="173" y="205"/>
                  </a:cubicBezTo>
                  <a:lnTo>
                    <a:pt x="173" y="205"/>
                  </a:lnTo>
                  <a:cubicBezTo>
                    <a:pt x="173" y="193"/>
                    <a:pt x="172" y="180"/>
                    <a:pt x="167" y="171"/>
                  </a:cubicBezTo>
                  <a:cubicBezTo>
                    <a:pt x="160" y="155"/>
                    <a:pt x="148" y="144"/>
                    <a:pt x="134" y="139"/>
                  </a:cubicBezTo>
                  <a:cubicBezTo>
                    <a:pt x="120" y="133"/>
                    <a:pt x="105" y="132"/>
                    <a:pt x="86" y="132"/>
                  </a:cubicBezTo>
                  <a:cubicBezTo>
                    <a:pt x="75" y="132"/>
                    <a:pt x="67" y="132"/>
                    <a:pt x="59" y="129"/>
                  </a:cubicBezTo>
                  <a:cubicBezTo>
                    <a:pt x="53" y="129"/>
                    <a:pt x="49" y="126"/>
                    <a:pt x="46" y="125"/>
                  </a:cubicBezTo>
                  <a:cubicBezTo>
                    <a:pt x="40" y="122"/>
                    <a:pt x="38" y="119"/>
                    <a:pt x="35" y="113"/>
                  </a:cubicBezTo>
                  <a:cubicBezTo>
                    <a:pt x="32" y="108"/>
                    <a:pt x="31" y="100"/>
                    <a:pt x="31" y="87"/>
                  </a:cubicBezTo>
                  <a:lnTo>
                    <a:pt x="31" y="87"/>
                  </a:lnTo>
                  <a:lnTo>
                    <a:pt x="31" y="87"/>
                  </a:lnTo>
                  <a:cubicBezTo>
                    <a:pt x="31" y="72"/>
                    <a:pt x="36" y="58"/>
                    <a:pt x="47" y="46"/>
                  </a:cubicBezTo>
                  <a:cubicBezTo>
                    <a:pt x="57" y="37"/>
                    <a:pt x="71" y="30"/>
                    <a:pt x="86" y="30"/>
                  </a:cubicBezTo>
                  <a:cubicBezTo>
                    <a:pt x="103" y="30"/>
                    <a:pt x="117" y="37"/>
                    <a:pt x="127" y="46"/>
                  </a:cubicBezTo>
                  <a:cubicBezTo>
                    <a:pt x="137" y="58"/>
                    <a:pt x="144" y="72"/>
                    <a:pt x="144" y="87"/>
                  </a:cubicBezTo>
                  <a:cubicBezTo>
                    <a:pt x="144" y="95"/>
                    <a:pt x="151" y="102"/>
                    <a:pt x="158" y="102"/>
                  </a:cubicBezTo>
                  <a:cubicBezTo>
                    <a:pt x="166" y="102"/>
                    <a:pt x="173" y="95"/>
                    <a:pt x="173" y="87"/>
                  </a:cubicBezTo>
                  <a:cubicBezTo>
                    <a:pt x="173" y="40"/>
                    <a:pt x="134" y="0"/>
                    <a:pt x="86" y="0"/>
                  </a:cubicBezTo>
                  <a:cubicBezTo>
                    <a:pt x="39" y="0"/>
                    <a:pt x="0" y="40"/>
                    <a:pt x="0" y="87"/>
                  </a:cubicBezTo>
                  <a:cubicBezTo>
                    <a:pt x="0" y="100"/>
                    <a:pt x="3" y="112"/>
                    <a:pt x="6" y="122"/>
                  </a:cubicBezTo>
                  <a:cubicBezTo>
                    <a:pt x="8" y="129"/>
                    <a:pt x="14" y="136"/>
                    <a:pt x="18" y="1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5" name="Freeform 110">
            <a:extLst>
              <a:ext uri="{FF2B5EF4-FFF2-40B4-BE49-F238E27FC236}">
                <a16:creationId xmlns:a16="http://schemas.microsoft.com/office/drawing/2014/main" id="{48FD0591-4C4A-A394-6974-DA905993B454}"/>
              </a:ext>
            </a:extLst>
          </p:cNvPr>
          <p:cNvSpPr>
            <a:spLocks noChangeArrowheads="1"/>
          </p:cNvSpPr>
          <p:nvPr/>
        </p:nvSpPr>
        <p:spPr bwMode="auto">
          <a:xfrm>
            <a:off x="7274594" y="2056507"/>
            <a:ext cx="257175" cy="214313"/>
          </a:xfrm>
          <a:custGeom>
            <a:avLst/>
            <a:gdLst>
              <a:gd name="T0" fmla="*/ 684 w 715"/>
              <a:gd name="T1" fmla="*/ 270 h 596"/>
              <a:gd name="T2" fmla="*/ 684 w 715"/>
              <a:gd name="T3" fmla="*/ 270 h 596"/>
              <a:gd name="T4" fmla="*/ 684 w 715"/>
              <a:gd name="T5" fmla="*/ 163 h 596"/>
              <a:gd name="T6" fmla="*/ 640 w 715"/>
              <a:gd name="T7" fmla="*/ 118 h 596"/>
              <a:gd name="T8" fmla="*/ 595 w 715"/>
              <a:gd name="T9" fmla="*/ 118 h 596"/>
              <a:gd name="T10" fmla="*/ 595 w 715"/>
              <a:gd name="T11" fmla="*/ 45 h 596"/>
              <a:gd name="T12" fmla="*/ 551 w 715"/>
              <a:gd name="T13" fmla="*/ 0 h 596"/>
              <a:gd name="T14" fmla="*/ 75 w 715"/>
              <a:gd name="T15" fmla="*/ 0 h 596"/>
              <a:gd name="T16" fmla="*/ 0 w 715"/>
              <a:gd name="T17" fmla="*/ 74 h 596"/>
              <a:gd name="T18" fmla="*/ 0 w 715"/>
              <a:gd name="T19" fmla="*/ 134 h 596"/>
              <a:gd name="T20" fmla="*/ 0 w 715"/>
              <a:gd name="T21" fmla="*/ 163 h 596"/>
              <a:gd name="T22" fmla="*/ 0 w 715"/>
              <a:gd name="T23" fmla="*/ 520 h 596"/>
              <a:gd name="T24" fmla="*/ 75 w 715"/>
              <a:gd name="T25" fmla="*/ 595 h 596"/>
              <a:gd name="T26" fmla="*/ 640 w 715"/>
              <a:gd name="T27" fmla="*/ 595 h 596"/>
              <a:gd name="T28" fmla="*/ 684 w 715"/>
              <a:gd name="T29" fmla="*/ 551 h 596"/>
              <a:gd name="T30" fmla="*/ 684 w 715"/>
              <a:gd name="T31" fmla="*/ 414 h 596"/>
              <a:gd name="T32" fmla="*/ 714 w 715"/>
              <a:gd name="T33" fmla="*/ 372 h 596"/>
              <a:gd name="T34" fmla="*/ 714 w 715"/>
              <a:gd name="T35" fmla="*/ 312 h 596"/>
              <a:gd name="T36" fmla="*/ 684 w 715"/>
              <a:gd name="T37" fmla="*/ 270 h 596"/>
              <a:gd name="T38" fmla="*/ 75 w 715"/>
              <a:gd name="T39" fmla="*/ 29 h 596"/>
              <a:gd name="T40" fmla="*/ 75 w 715"/>
              <a:gd name="T41" fmla="*/ 29 h 596"/>
              <a:gd name="T42" fmla="*/ 551 w 715"/>
              <a:gd name="T43" fmla="*/ 29 h 596"/>
              <a:gd name="T44" fmla="*/ 566 w 715"/>
              <a:gd name="T45" fmla="*/ 45 h 596"/>
              <a:gd name="T46" fmla="*/ 566 w 715"/>
              <a:gd name="T47" fmla="*/ 118 h 596"/>
              <a:gd name="T48" fmla="*/ 75 w 715"/>
              <a:gd name="T49" fmla="*/ 118 h 596"/>
              <a:gd name="T50" fmla="*/ 43 w 715"/>
              <a:gd name="T51" fmla="*/ 106 h 596"/>
              <a:gd name="T52" fmla="*/ 30 w 715"/>
              <a:gd name="T53" fmla="*/ 74 h 596"/>
              <a:gd name="T54" fmla="*/ 30 w 715"/>
              <a:gd name="T55" fmla="*/ 74 h 596"/>
              <a:gd name="T56" fmla="*/ 30 w 715"/>
              <a:gd name="T57" fmla="*/ 74 h 596"/>
              <a:gd name="T58" fmla="*/ 43 w 715"/>
              <a:gd name="T59" fmla="*/ 43 h 596"/>
              <a:gd name="T60" fmla="*/ 75 w 715"/>
              <a:gd name="T61" fmla="*/ 29 h 596"/>
              <a:gd name="T62" fmla="*/ 650 w 715"/>
              <a:gd name="T63" fmla="*/ 561 h 596"/>
              <a:gd name="T64" fmla="*/ 650 w 715"/>
              <a:gd name="T65" fmla="*/ 561 h 596"/>
              <a:gd name="T66" fmla="*/ 640 w 715"/>
              <a:gd name="T67" fmla="*/ 565 h 596"/>
              <a:gd name="T68" fmla="*/ 75 w 715"/>
              <a:gd name="T69" fmla="*/ 565 h 596"/>
              <a:gd name="T70" fmla="*/ 43 w 715"/>
              <a:gd name="T71" fmla="*/ 552 h 596"/>
              <a:gd name="T72" fmla="*/ 30 w 715"/>
              <a:gd name="T73" fmla="*/ 520 h 596"/>
              <a:gd name="T74" fmla="*/ 30 w 715"/>
              <a:gd name="T75" fmla="*/ 520 h 596"/>
              <a:gd name="T76" fmla="*/ 30 w 715"/>
              <a:gd name="T77" fmla="*/ 163 h 596"/>
              <a:gd name="T78" fmla="*/ 30 w 715"/>
              <a:gd name="T79" fmla="*/ 163 h 596"/>
              <a:gd name="T80" fmla="*/ 30 w 715"/>
              <a:gd name="T81" fmla="*/ 134 h 596"/>
              <a:gd name="T82" fmla="*/ 75 w 715"/>
              <a:gd name="T83" fmla="*/ 149 h 596"/>
              <a:gd name="T84" fmla="*/ 640 w 715"/>
              <a:gd name="T85" fmla="*/ 149 h 596"/>
              <a:gd name="T86" fmla="*/ 650 w 715"/>
              <a:gd name="T87" fmla="*/ 153 h 596"/>
              <a:gd name="T88" fmla="*/ 655 w 715"/>
              <a:gd name="T89" fmla="*/ 163 h 596"/>
              <a:gd name="T90" fmla="*/ 655 w 715"/>
              <a:gd name="T91" fmla="*/ 268 h 596"/>
              <a:gd name="T92" fmla="*/ 491 w 715"/>
              <a:gd name="T93" fmla="*/ 268 h 596"/>
              <a:gd name="T94" fmla="*/ 417 w 715"/>
              <a:gd name="T95" fmla="*/ 342 h 596"/>
              <a:gd name="T96" fmla="*/ 491 w 715"/>
              <a:gd name="T97" fmla="*/ 417 h 596"/>
              <a:gd name="T98" fmla="*/ 655 w 715"/>
              <a:gd name="T99" fmla="*/ 417 h 596"/>
              <a:gd name="T100" fmla="*/ 655 w 715"/>
              <a:gd name="T101" fmla="*/ 551 h 596"/>
              <a:gd name="T102" fmla="*/ 650 w 715"/>
              <a:gd name="T103" fmla="*/ 561 h 596"/>
              <a:gd name="T104" fmla="*/ 684 w 715"/>
              <a:gd name="T105" fmla="*/ 372 h 596"/>
              <a:gd name="T106" fmla="*/ 684 w 715"/>
              <a:gd name="T107" fmla="*/ 372 h 596"/>
              <a:gd name="T108" fmla="*/ 669 w 715"/>
              <a:gd name="T109" fmla="*/ 386 h 596"/>
              <a:gd name="T110" fmla="*/ 491 w 715"/>
              <a:gd name="T111" fmla="*/ 386 h 596"/>
              <a:gd name="T112" fmla="*/ 460 w 715"/>
              <a:gd name="T113" fmla="*/ 374 h 596"/>
              <a:gd name="T114" fmla="*/ 446 w 715"/>
              <a:gd name="T115" fmla="*/ 342 h 596"/>
              <a:gd name="T116" fmla="*/ 460 w 715"/>
              <a:gd name="T117" fmla="*/ 311 h 596"/>
              <a:gd name="T118" fmla="*/ 491 w 715"/>
              <a:gd name="T119" fmla="*/ 297 h 596"/>
              <a:gd name="T120" fmla="*/ 669 w 715"/>
              <a:gd name="T121" fmla="*/ 297 h 596"/>
              <a:gd name="T122" fmla="*/ 684 w 715"/>
              <a:gd name="T123" fmla="*/ 312 h 596"/>
              <a:gd name="T124" fmla="*/ 684 w 715"/>
              <a:gd name="T125" fmla="*/ 372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5" h="596">
                <a:moveTo>
                  <a:pt x="684" y="270"/>
                </a:moveTo>
                <a:lnTo>
                  <a:pt x="684" y="270"/>
                </a:lnTo>
                <a:cubicBezTo>
                  <a:pt x="684" y="163"/>
                  <a:pt x="684" y="163"/>
                  <a:pt x="684" y="163"/>
                </a:cubicBezTo>
                <a:cubicBezTo>
                  <a:pt x="684" y="139"/>
                  <a:pt x="665" y="118"/>
                  <a:pt x="640" y="118"/>
                </a:cubicBezTo>
                <a:cubicBezTo>
                  <a:pt x="595" y="118"/>
                  <a:pt x="595" y="118"/>
                  <a:pt x="595" y="118"/>
                </a:cubicBezTo>
                <a:cubicBezTo>
                  <a:pt x="595" y="45"/>
                  <a:pt x="595" y="45"/>
                  <a:pt x="595" y="45"/>
                </a:cubicBezTo>
                <a:cubicBezTo>
                  <a:pt x="595" y="19"/>
                  <a:pt x="576" y="0"/>
                  <a:pt x="551" y="0"/>
                </a:cubicBezTo>
                <a:cubicBezTo>
                  <a:pt x="75" y="0"/>
                  <a:pt x="75" y="0"/>
                  <a:pt x="75" y="0"/>
                </a:cubicBezTo>
                <a:cubicBezTo>
                  <a:pt x="33" y="0"/>
                  <a:pt x="0" y="33"/>
                  <a:pt x="0" y="74"/>
                </a:cubicBezTo>
                <a:cubicBezTo>
                  <a:pt x="0" y="134"/>
                  <a:pt x="0" y="134"/>
                  <a:pt x="0" y="134"/>
                </a:cubicBezTo>
                <a:cubicBezTo>
                  <a:pt x="0" y="163"/>
                  <a:pt x="0" y="163"/>
                  <a:pt x="0" y="163"/>
                </a:cubicBezTo>
                <a:cubicBezTo>
                  <a:pt x="0" y="520"/>
                  <a:pt x="0" y="520"/>
                  <a:pt x="0" y="520"/>
                </a:cubicBezTo>
                <a:cubicBezTo>
                  <a:pt x="0" y="562"/>
                  <a:pt x="33" y="595"/>
                  <a:pt x="75" y="595"/>
                </a:cubicBezTo>
                <a:cubicBezTo>
                  <a:pt x="640" y="595"/>
                  <a:pt x="640" y="595"/>
                  <a:pt x="640" y="595"/>
                </a:cubicBezTo>
                <a:cubicBezTo>
                  <a:pt x="665" y="595"/>
                  <a:pt x="684" y="575"/>
                  <a:pt x="684" y="551"/>
                </a:cubicBezTo>
                <a:cubicBezTo>
                  <a:pt x="684" y="414"/>
                  <a:pt x="684" y="414"/>
                  <a:pt x="684" y="414"/>
                </a:cubicBezTo>
                <a:cubicBezTo>
                  <a:pt x="701" y="407"/>
                  <a:pt x="714" y="392"/>
                  <a:pt x="714" y="372"/>
                </a:cubicBezTo>
                <a:cubicBezTo>
                  <a:pt x="714" y="312"/>
                  <a:pt x="714" y="312"/>
                  <a:pt x="714" y="312"/>
                </a:cubicBezTo>
                <a:cubicBezTo>
                  <a:pt x="714" y="293"/>
                  <a:pt x="701" y="276"/>
                  <a:pt x="684" y="270"/>
                </a:cubicBezTo>
                <a:close/>
                <a:moveTo>
                  <a:pt x="75" y="29"/>
                </a:moveTo>
                <a:lnTo>
                  <a:pt x="75" y="29"/>
                </a:lnTo>
                <a:cubicBezTo>
                  <a:pt x="551" y="29"/>
                  <a:pt x="551" y="29"/>
                  <a:pt x="551" y="29"/>
                </a:cubicBezTo>
                <a:cubicBezTo>
                  <a:pt x="559" y="29"/>
                  <a:pt x="566" y="36"/>
                  <a:pt x="566" y="45"/>
                </a:cubicBezTo>
                <a:cubicBezTo>
                  <a:pt x="566" y="118"/>
                  <a:pt x="566" y="118"/>
                  <a:pt x="566" y="118"/>
                </a:cubicBezTo>
                <a:cubicBezTo>
                  <a:pt x="75" y="118"/>
                  <a:pt x="75" y="118"/>
                  <a:pt x="75" y="118"/>
                </a:cubicBezTo>
                <a:cubicBezTo>
                  <a:pt x="62" y="118"/>
                  <a:pt x="51" y="114"/>
                  <a:pt x="43" y="106"/>
                </a:cubicBezTo>
                <a:cubicBezTo>
                  <a:pt x="35" y="98"/>
                  <a:pt x="30" y="86"/>
                  <a:pt x="30" y="74"/>
                </a:cubicBezTo>
                <a:lnTo>
                  <a:pt x="30" y="74"/>
                </a:lnTo>
                <a:lnTo>
                  <a:pt x="30" y="74"/>
                </a:lnTo>
                <a:cubicBezTo>
                  <a:pt x="30" y="63"/>
                  <a:pt x="35" y="52"/>
                  <a:pt x="43" y="43"/>
                </a:cubicBezTo>
                <a:cubicBezTo>
                  <a:pt x="51" y="35"/>
                  <a:pt x="62" y="29"/>
                  <a:pt x="75" y="29"/>
                </a:cubicBezTo>
                <a:close/>
                <a:moveTo>
                  <a:pt x="650" y="561"/>
                </a:moveTo>
                <a:lnTo>
                  <a:pt x="650" y="561"/>
                </a:lnTo>
                <a:cubicBezTo>
                  <a:pt x="648" y="563"/>
                  <a:pt x="644" y="565"/>
                  <a:pt x="640" y="565"/>
                </a:cubicBezTo>
                <a:cubicBezTo>
                  <a:pt x="75" y="565"/>
                  <a:pt x="75" y="565"/>
                  <a:pt x="75" y="565"/>
                </a:cubicBezTo>
                <a:cubicBezTo>
                  <a:pt x="62" y="565"/>
                  <a:pt x="51" y="561"/>
                  <a:pt x="43" y="552"/>
                </a:cubicBezTo>
                <a:cubicBezTo>
                  <a:pt x="35" y="544"/>
                  <a:pt x="30" y="533"/>
                  <a:pt x="30" y="520"/>
                </a:cubicBezTo>
                <a:lnTo>
                  <a:pt x="30" y="520"/>
                </a:lnTo>
                <a:cubicBezTo>
                  <a:pt x="30" y="163"/>
                  <a:pt x="30" y="163"/>
                  <a:pt x="30" y="163"/>
                </a:cubicBezTo>
                <a:lnTo>
                  <a:pt x="30" y="163"/>
                </a:lnTo>
                <a:cubicBezTo>
                  <a:pt x="30" y="134"/>
                  <a:pt x="30" y="134"/>
                  <a:pt x="30" y="134"/>
                </a:cubicBezTo>
                <a:cubicBezTo>
                  <a:pt x="43" y="144"/>
                  <a:pt x="58" y="149"/>
                  <a:pt x="75" y="149"/>
                </a:cubicBezTo>
                <a:cubicBezTo>
                  <a:pt x="640" y="149"/>
                  <a:pt x="640" y="149"/>
                  <a:pt x="640" y="149"/>
                </a:cubicBezTo>
                <a:cubicBezTo>
                  <a:pt x="644" y="149"/>
                  <a:pt x="648" y="151"/>
                  <a:pt x="650" y="153"/>
                </a:cubicBezTo>
                <a:cubicBezTo>
                  <a:pt x="652" y="156"/>
                  <a:pt x="655" y="159"/>
                  <a:pt x="655" y="163"/>
                </a:cubicBezTo>
                <a:cubicBezTo>
                  <a:pt x="655" y="268"/>
                  <a:pt x="655" y="268"/>
                  <a:pt x="655" y="268"/>
                </a:cubicBezTo>
                <a:cubicBezTo>
                  <a:pt x="491" y="268"/>
                  <a:pt x="491" y="268"/>
                  <a:pt x="491" y="268"/>
                </a:cubicBezTo>
                <a:cubicBezTo>
                  <a:pt x="450" y="268"/>
                  <a:pt x="417" y="301"/>
                  <a:pt x="417" y="342"/>
                </a:cubicBezTo>
                <a:cubicBezTo>
                  <a:pt x="417" y="383"/>
                  <a:pt x="450" y="417"/>
                  <a:pt x="491" y="417"/>
                </a:cubicBezTo>
                <a:cubicBezTo>
                  <a:pt x="655" y="417"/>
                  <a:pt x="655" y="417"/>
                  <a:pt x="655" y="417"/>
                </a:cubicBezTo>
                <a:cubicBezTo>
                  <a:pt x="655" y="551"/>
                  <a:pt x="655" y="551"/>
                  <a:pt x="655" y="551"/>
                </a:cubicBezTo>
                <a:cubicBezTo>
                  <a:pt x="655" y="555"/>
                  <a:pt x="652" y="558"/>
                  <a:pt x="650" y="561"/>
                </a:cubicBezTo>
                <a:close/>
                <a:moveTo>
                  <a:pt x="684" y="372"/>
                </a:moveTo>
                <a:lnTo>
                  <a:pt x="684" y="372"/>
                </a:lnTo>
                <a:cubicBezTo>
                  <a:pt x="684" y="381"/>
                  <a:pt x="677" y="386"/>
                  <a:pt x="669" y="386"/>
                </a:cubicBezTo>
                <a:cubicBezTo>
                  <a:pt x="491" y="386"/>
                  <a:pt x="491" y="386"/>
                  <a:pt x="491" y="386"/>
                </a:cubicBezTo>
                <a:cubicBezTo>
                  <a:pt x="479" y="386"/>
                  <a:pt x="468" y="382"/>
                  <a:pt x="460" y="374"/>
                </a:cubicBezTo>
                <a:cubicBezTo>
                  <a:pt x="451" y="365"/>
                  <a:pt x="446" y="354"/>
                  <a:pt x="446" y="342"/>
                </a:cubicBezTo>
                <a:cubicBezTo>
                  <a:pt x="446" y="330"/>
                  <a:pt x="451" y="319"/>
                  <a:pt x="460" y="311"/>
                </a:cubicBezTo>
                <a:cubicBezTo>
                  <a:pt x="468" y="303"/>
                  <a:pt x="479" y="297"/>
                  <a:pt x="491" y="297"/>
                </a:cubicBezTo>
                <a:cubicBezTo>
                  <a:pt x="669" y="297"/>
                  <a:pt x="669" y="297"/>
                  <a:pt x="669" y="297"/>
                </a:cubicBezTo>
                <a:cubicBezTo>
                  <a:pt x="677" y="297"/>
                  <a:pt x="684" y="304"/>
                  <a:pt x="684" y="312"/>
                </a:cubicBezTo>
                <a:lnTo>
                  <a:pt x="684" y="372"/>
                </a:lnTo>
                <a:close/>
              </a:path>
            </a:pathLst>
          </a:custGeom>
          <a:solidFill>
            <a:schemeClr val="tx2"/>
          </a:solidFill>
          <a:ln>
            <a:noFill/>
          </a:ln>
          <a:effectLst/>
        </p:spPr>
        <p:txBody>
          <a:bodyPr wrap="none" anchor="ctr"/>
          <a:lstStyle/>
          <a:p>
            <a:endParaRPr lang="da-DK"/>
          </a:p>
        </p:txBody>
      </p:sp>
      <p:grpSp>
        <p:nvGrpSpPr>
          <p:cNvPr id="136" name="Group 139">
            <a:extLst>
              <a:ext uri="{FF2B5EF4-FFF2-40B4-BE49-F238E27FC236}">
                <a16:creationId xmlns:a16="http://schemas.microsoft.com/office/drawing/2014/main" id="{F413FD20-DD7E-BB87-5ABB-7A3C574C28FD}"/>
              </a:ext>
            </a:extLst>
          </p:cNvPr>
          <p:cNvGrpSpPr/>
          <p:nvPr/>
        </p:nvGrpSpPr>
        <p:grpSpPr>
          <a:xfrm>
            <a:off x="4729831" y="2532757"/>
            <a:ext cx="219075" cy="296862"/>
            <a:chOff x="3702050" y="2887663"/>
            <a:chExt cx="219075" cy="296862"/>
          </a:xfrm>
          <a:solidFill>
            <a:schemeClr val="tx2"/>
          </a:solidFill>
        </p:grpSpPr>
        <p:sp>
          <p:nvSpPr>
            <p:cNvPr id="137" name="Freeform 111">
              <a:extLst>
                <a:ext uri="{FF2B5EF4-FFF2-40B4-BE49-F238E27FC236}">
                  <a16:creationId xmlns:a16="http://schemas.microsoft.com/office/drawing/2014/main" id="{7A8F7A2B-79EF-2A54-9719-0264A3405D18}"/>
                </a:ext>
              </a:extLst>
            </p:cNvPr>
            <p:cNvSpPr>
              <a:spLocks noChangeArrowheads="1"/>
            </p:cNvSpPr>
            <p:nvPr/>
          </p:nvSpPr>
          <p:spPr bwMode="auto">
            <a:xfrm>
              <a:off x="3754438" y="2936875"/>
              <a:ext cx="111125" cy="111125"/>
            </a:xfrm>
            <a:custGeom>
              <a:avLst/>
              <a:gdLst>
                <a:gd name="T0" fmla="*/ 153 w 307"/>
                <a:gd name="T1" fmla="*/ 306 h 307"/>
                <a:gd name="T2" fmla="*/ 153 w 307"/>
                <a:gd name="T3" fmla="*/ 306 h 307"/>
                <a:gd name="T4" fmla="*/ 306 w 307"/>
                <a:gd name="T5" fmla="*/ 154 h 307"/>
                <a:gd name="T6" fmla="*/ 153 w 307"/>
                <a:gd name="T7" fmla="*/ 0 h 307"/>
                <a:gd name="T8" fmla="*/ 0 w 307"/>
                <a:gd name="T9" fmla="*/ 154 h 307"/>
                <a:gd name="T10" fmla="*/ 153 w 307"/>
                <a:gd name="T11" fmla="*/ 306 h 307"/>
                <a:gd name="T12" fmla="*/ 67 w 307"/>
                <a:gd name="T13" fmla="*/ 66 h 307"/>
                <a:gd name="T14" fmla="*/ 67 w 307"/>
                <a:gd name="T15" fmla="*/ 66 h 307"/>
                <a:gd name="T16" fmla="*/ 153 w 307"/>
                <a:gd name="T17" fmla="*/ 29 h 307"/>
                <a:gd name="T18" fmla="*/ 241 w 307"/>
                <a:gd name="T19" fmla="*/ 66 h 307"/>
                <a:gd name="T20" fmla="*/ 276 w 307"/>
                <a:gd name="T21" fmla="*/ 154 h 307"/>
                <a:gd name="T22" fmla="*/ 241 w 307"/>
                <a:gd name="T23" fmla="*/ 240 h 307"/>
                <a:gd name="T24" fmla="*/ 153 w 307"/>
                <a:gd name="T25" fmla="*/ 276 h 307"/>
                <a:gd name="T26" fmla="*/ 67 w 307"/>
                <a:gd name="T27" fmla="*/ 240 h 307"/>
                <a:gd name="T28" fmla="*/ 30 w 307"/>
                <a:gd name="T29" fmla="*/ 154 h 307"/>
                <a:gd name="T30" fmla="*/ 67 w 307"/>
                <a:gd name="T31" fmla="*/ 66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07" h="307">
                  <a:moveTo>
                    <a:pt x="153" y="306"/>
                  </a:moveTo>
                  <a:lnTo>
                    <a:pt x="153" y="306"/>
                  </a:lnTo>
                  <a:cubicBezTo>
                    <a:pt x="238" y="306"/>
                    <a:pt x="306" y="237"/>
                    <a:pt x="306" y="154"/>
                  </a:cubicBezTo>
                  <a:cubicBezTo>
                    <a:pt x="306" y="69"/>
                    <a:pt x="238" y="0"/>
                    <a:pt x="153" y="0"/>
                  </a:cubicBezTo>
                  <a:cubicBezTo>
                    <a:pt x="68" y="0"/>
                    <a:pt x="0" y="69"/>
                    <a:pt x="0" y="154"/>
                  </a:cubicBezTo>
                  <a:cubicBezTo>
                    <a:pt x="0" y="237"/>
                    <a:pt x="68" y="306"/>
                    <a:pt x="153" y="306"/>
                  </a:cubicBezTo>
                  <a:close/>
                  <a:moveTo>
                    <a:pt x="67" y="66"/>
                  </a:moveTo>
                  <a:lnTo>
                    <a:pt x="67" y="66"/>
                  </a:lnTo>
                  <a:cubicBezTo>
                    <a:pt x="89" y="43"/>
                    <a:pt x="119" y="29"/>
                    <a:pt x="153" y="29"/>
                  </a:cubicBezTo>
                  <a:cubicBezTo>
                    <a:pt x="186" y="29"/>
                    <a:pt x="219" y="43"/>
                    <a:pt x="241" y="66"/>
                  </a:cubicBezTo>
                  <a:cubicBezTo>
                    <a:pt x="263" y="88"/>
                    <a:pt x="276" y="119"/>
                    <a:pt x="276" y="154"/>
                  </a:cubicBezTo>
                  <a:cubicBezTo>
                    <a:pt x="276" y="187"/>
                    <a:pt x="263" y="218"/>
                    <a:pt x="241" y="240"/>
                  </a:cubicBezTo>
                  <a:cubicBezTo>
                    <a:pt x="219" y="262"/>
                    <a:pt x="186" y="276"/>
                    <a:pt x="153" y="276"/>
                  </a:cubicBezTo>
                  <a:cubicBezTo>
                    <a:pt x="119" y="276"/>
                    <a:pt x="89" y="262"/>
                    <a:pt x="67" y="240"/>
                  </a:cubicBezTo>
                  <a:cubicBezTo>
                    <a:pt x="44" y="218"/>
                    <a:pt x="30" y="187"/>
                    <a:pt x="30" y="154"/>
                  </a:cubicBezTo>
                  <a:cubicBezTo>
                    <a:pt x="30" y="119"/>
                    <a:pt x="44" y="88"/>
                    <a:pt x="67" y="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70B13264-4AAC-A030-442B-B9F72FC65FD7}"/>
                </a:ext>
              </a:extLst>
            </p:cNvPr>
            <p:cNvSpPr>
              <a:spLocks noChangeArrowheads="1"/>
            </p:cNvSpPr>
            <p:nvPr/>
          </p:nvSpPr>
          <p:spPr bwMode="auto">
            <a:xfrm>
              <a:off x="3702050" y="2887663"/>
              <a:ext cx="219075" cy="296862"/>
            </a:xfrm>
            <a:custGeom>
              <a:avLst/>
              <a:gdLst>
                <a:gd name="T0" fmla="*/ 504 w 610"/>
                <a:gd name="T1" fmla="*/ 497 h 825"/>
                <a:gd name="T2" fmla="*/ 504 w 610"/>
                <a:gd name="T3" fmla="*/ 497 h 825"/>
                <a:gd name="T4" fmla="*/ 589 w 610"/>
                <a:gd name="T5" fmla="*/ 292 h 825"/>
                <a:gd name="T6" fmla="*/ 298 w 610"/>
                <a:gd name="T7" fmla="*/ 0 h 825"/>
                <a:gd name="T8" fmla="*/ 6 w 610"/>
                <a:gd name="T9" fmla="*/ 292 h 825"/>
                <a:gd name="T10" fmla="*/ 100 w 610"/>
                <a:gd name="T11" fmla="*/ 504 h 825"/>
                <a:gd name="T12" fmla="*/ 2 w 610"/>
                <a:gd name="T13" fmla="*/ 699 h 825"/>
                <a:gd name="T14" fmla="*/ 4 w 610"/>
                <a:gd name="T15" fmla="*/ 714 h 825"/>
                <a:gd name="T16" fmla="*/ 18 w 610"/>
                <a:gd name="T17" fmla="*/ 720 h 825"/>
                <a:gd name="T18" fmla="*/ 115 w 610"/>
                <a:gd name="T19" fmla="*/ 706 h 825"/>
                <a:gd name="T20" fmla="*/ 156 w 610"/>
                <a:gd name="T21" fmla="*/ 815 h 825"/>
                <a:gd name="T22" fmla="*/ 170 w 610"/>
                <a:gd name="T23" fmla="*/ 824 h 825"/>
                <a:gd name="T24" fmla="*/ 184 w 610"/>
                <a:gd name="T25" fmla="*/ 816 h 825"/>
                <a:gd name="T26" fmla="*/ 301 w 610"/>
                <a:gd name="T27" fmla="*/ 582 h 825"/>
                <a:gd name="T28" fmla="*/ 306 w 610"/>
                <a:gd name="T29" fmla="*/ 582 h 825"/>
                <a:gd name="T30" fmla="*/ 423 w 610"/>
                <a:gd name="T31" fmla="*/ 816 h 825"/>
                <a:gd name="T32" fmla="*/ 437 w 610"/>
                <a:gd name="T33" fmla="*/ 824 h 825"/>
                <a:gd name="T34" fmla="*/ 450 w 610"/>
                <a:gd name="T35" fmla="*/ 815 h 825"/>
                <a:gd name="T36" fmla="*/ 493 w 610"/>
                <a:gd name="T37" fmla="*/ 706 h 825"/>
                <a:gd name="T38" fmla="*/ 591 w 610"/>
                <a:gd name="T39" fmla="*/ 720 h 825"/>
                <a:gd name="T40" fmla="*/ 605 w 610"/>
                <a:gd name="T41" fmla="*/ 714 h 825"/>
                <a:gd name="T42" fmla="*/ 606 w 610"/>
                <a:gd name="T43" fmla="*/ 699 h 825"/>
                <a:gd name="T44" fmla="*/ 504 w 610"/>
                <a:gd name="T45" fmla="*/ 497 h 825"/>
                <a:gd name="T46" fmla="*/ 37 w 610"/>
                <a:gd name="T47" fmla="*/ 292 h 825"/>
                <a:gd name="T48" fmla="*/ 37 w 610"/>
                <a:gd name="T49" fmla="*/ 292 h 825"/>
                <a:gd name="T50" fmla="*/ 112 w 610"/>
                <a:gd name="T51" fmla="*/ 106 h 825"/>
                <a:gd name="T52" fmla="*/ 298 w 610"/>
                <a:gd name="T53" fmla="*/ 29 h 825"/>
                <a:gd name="T54" fmla="*/ 483 w 610"/>
                <a:gd name="T55" fmla="*/ 106 h 825"/>
                <a:gd name="T56" fmla="*/ 560 w 610"/>
                <a:gd name="T57" fmla="*/ 292 h 825"/>
                <a:gd name="T58" fmla="*/ 483 w 610"/>
                <a:gd name="T59" fmla="*/ 476 h 825"/>
                <a:gd name="T60" fmla="*/ 298 w 610"/>
                <a:gd name="T61" fmla="*/ 552 h 825"/>
                <a:gd name="T62" fmla="*/ 112 w 610"/>
                <a:gd name="T63" fmla="*/ 476 h 825"/>
                <a:gd name="T64" fmla="*/ 37 w 610"/>
                <a:gd name="T65" fmla="*/ 292 h 825"/>
                <a:gd name="T66" fmla="*/ 172 w 610"/>
                <a:gd name="T67" fmla="*/ 773 h 825"/>
                <a:gd name="T68" fmla="*/ 172 w 610"/>
                <a:gd name="T69" fmla="*/ 773 h 825"/>
                <a:gd name="T70" fmla="*/ 139 w 610"/>
                <a:gd name="T71" fmla="*/ 685 h 825"/>
                <a:gd name="T72" fmla="*/ 122 w 610"/>
                <a:gd name="T73" fmla="*/ 675 h 825"/>
                <a:gd name="T74" fmla="*/ 41 w 610"/>
                <a:gd name="T75" fmla="*/ 686 h 825"/>
                <a:gd name="T76" fmla="*/ 124 w 610"/>
                <a:gd name="T77" fmla="*/ 523 h 825"/>
                <a:gd name="T78" fmla="*/ 269 w 610"/>
                <a:gd name="T79" fmla="*/ 580 h 825"/>
                <a:gd name="T80" fmla="*/ 172 w 610"/>
                <a:gd name="T81" fmla="*/ 773 h 825"/>
                <a:gd name="T82" fmla="*/ 486 w 610"/>
                <a:gd name="T83" fmla="*/ 675 h 825"/>
                <a:gd name="T84" fmla="*/ 486 w 610"/>
                <a:gd name="T85" fmla="*/ 675 h 825"/>
                <a:gd name="T86" fmla="*/ 469 w 610"/>
                <a:gd name="T87" fmla="*/ 685 h 825"/>
                <a:gd name="T88" fmla="*/ 435 w 610"/>
                <a:gd name="T89" fmla="*/ 773 h 825"/>
                <a:gd name="T90" fmla="*/ 338 w 610"/>
                <a:gd name="T91" fmla="*/ 579 h 825"/>
                <a:gd name="T92" fmla="*/ 482 w 610"/>
                <a:gd name="T93" fmla="*/ 516 h 825"/>
                <a:gd name="T94" fmla="*/ 567 w 610"/>
                <a:gd name="T95" fmla="*/ 686 h 825"/>
                <a:gd name="T96" fmla="*/ 486 w 610"/>
                <a:gd name="T97" fmla="*/ 675 h 8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10" h="825">
                  <a:moveTo>
                    <a:pt x="504" y="497"/>
                  </a:moveTo>
                  <a:lnTo>
                    <a:pt x="504" y="497"/>
                  </a:lnTo>
                  <a:cubicBezTo>
                    <a:pt x="557" y="444"/>
                    <a:pt x="589" y="371"/>
                    <a:pt x="589" y="292"/>
                  </a:cubicBezTo>
                  <a:cubicBezTo>
                    <a:pt x="589" y="130"/>
                    <a:pt x="458" y="0"/>
                    <a:pt x="298" y="0"/>
                  </a:cubicBezTo>
                  <a:cubicBezTo>
                    <a:pt x="138" y="0"/>
                    <a:pt x="6" y="130"/>
                    <a:pt x="6" y="292"/>
                  </a:cubicBezTo>
                  <a:cubicBezTo>
                    <a:pt x="6" y="375"/>
                    <a:pt x="43" y="451"/>
                    <a:pt x="100" y="504"/>
                  </a:cubicBezTo>
                  <a:cubicBezTo>
                    <a:pt x="2" y="699"/>
                    <a:pt x="2" y="699"/>
                    <a:pt x="2" y="699"/>
                  </a:cubicBezTo>
                  <a:cubicBezTo>
                    <a:pt x="0" y="704"/>
                    <a:pt x="1" y="710"/>
                    <a:pt x="4" y="714"/>
                  </a:cubicBezTo>
                  <a:cubicBezTo>
                    <a:pt x="6" y="718"/>
                    <a:pt x="12" y="721"/>
                    <a:pt x="18" y="720"/>
                  </a:cubicBezTo>
                  <a:cubicBezTo>
                    <a:pt x="115" y="706"/>
                    <a:pt x="115" y="706"/>
                    <a:pt x="115" y="706"/>
                  </a:cubicBezTo>
                  <a:cubicBezTo>
                    <a:pt x="156" y="815"/>
                    <a:pt x="156" y="815"/>
                    <a:pt x="156" y="815"/>
                  </a:cubicBezTo>
                  <a:cubicBezTo>
                    <a:pt x="158" y="820"/>
                    <a:pt x="163" y="823"/>
                    <a:pt x="170" y="824"/>
                  </a:cubicBezTo>
                  <a:cubicBezTo>
                    <a:pt x="175" y="824"/>
                    <a:pt x="181" y="822"/>
                    <a:pt x="184" y="816"/>
                  </a:cubicBezTo>
                  <a:cubicBezTo>
                    <a:pt x="301" y="582"/>
                    <a:pt x="301" y="582"/>
                    <a:pt x="301" y="582"/>
                  </a:cubicBezTo>
                  <a:cubicBezTo>
                    <a:pt x="304" y="582"/>
                    <a:pt x="305" y="582"/>
                    <a:pt x="306" y="582"/>
                  </a:cubicBezTo>
                  <a:cubicBezTo>
                    <a:pt x="423" y="816"/>
                    <a:pt x="423" y="816"/>
                    <a:pt x="423" y="816"/>
                  </a:cubicBezTo>
                  <a:cubicBezTo>
                    <a:pt x="425" y="822"/>
                    <a:pt x="430" y="824"/>
                    <a:pt x="437" y="824"/>
                  </a:cubicBezTo>
                  <a:cubicBezTo>
                    <a:pt x="443" y="824"/>
                    <a:pt x="447" y="820"/>
                    <a:pt x="450" y="815"/>
                  </a:cubicBezTo>
                  <a:cubicBezTo>
                    <a:pt x="493" y="706"/>
                    <a:pt x="493" y="706"/>
                    <a:pt x="493" y="706"/>
                  </a:cubicBezTo>
                  <a:cubicBezTo>
                    <a:pt x="591" y="720"/>
                    <a:pt x="591" y="720"/>
                    <a:pt x="591" y="720"/>
                  </a:cubicBezTo>
                  <a:cubicBezTo>
                    <a:pt x="596" y="721"/>
                    <a:pt x="602" y="718"/>
                    <a:pt x="605" y="714"/>
                  </a:cubicBezTo>
                  <a:cubicBezTo>
                    <a:pt x="608" y="710"/>
                    <a:pt x="609" y="704"/>
                    <a:pt x="606" y="699"/>
                  </a:cubicBezTo>
                  <a:lnTo>
                    <a:pt x="504" y="497"/>
                  </a:lnTo>
                  <a:close/>
                  <a:moveTo>
                    <a:pt x="37" y="292"/>
                  </a:moveTo>
                  <a:lnTo>
                    <a:pt x="37" y="292"/>
                  </a:lnTo>
                  <a:cubicBezTo>
                    <a:pt x="37" y="219"/>
                    <a:pt x="66" y="153"/>
                    <a:pt x="112" y="106"/>
                  </a:cubicBezTo>
                  <a:cubicBezTo>
                    <a:pt x="160" y="59"/>
                    <a:pt x="225" y="29"/>
                    <a:pt x="298" y="29"/>
                  </a:cubicBezTo>
                  <a:cubicBezTo>
                    <a:pt x="370" y="29"/>
                    <a:pt x="436" y="59"/>
                    <a:pt x="483" y="106"/>
                  </a:cubicBezTo>
                  <a:cubicBezTo>
                    <a:pt x="531" y="153"/>
                    <a:pt x="560" y="219"/>
                    <a:pt x="560" y="292"/>
                  </a:cubicBezTo>
                  <a:cubicBezTo>
                    <a:pt x="560" y="363"/>
                    <a:pt x="531" y="428"/>
                    <a:pt x="483" y="476"/>
                  </a:cubicBezTo>
                  <a:cubicBezTo>
                    <a:pt x="436" y="523"/>
                    <a:pt x="370" y="552"/>
                    <a:pt x="298" y="552"/>
                  </a:cubicBezTo>
                  <a:cubicBezTo>
                    <a:pt x="225" y="552"/>
                    <a:pt x="160" y="523"/>
                    <a:pt x="112" y="476"/>
                  </a:cubicBezTo>
                  <a:cubicBezTo>
                    <a:pt x="66" y="428"/>
                    <a:pt x="37" y="363"/>
                    <a:pt x="37" y="292"/>
                  </a:cubicBezTo>
                  <a:close/>
                  <a:moveTo>
                    <a:pt x="172" y="773"/>
                  </a:moveTo>
                  <a:lnTo>
                    <a:pt x="172" y="773"/>
                  </a:lnTo>
                  <a:cubicBezTo>
                    <a:pt x="139" y="685"/>
                    <a:pt x="139" y="685"/>
                    <a:pt x="139" y="685"/>
                  </a:cubicBezTo>
                  <a:cubicBezTo>
                    <a:pt x="136" y="678"/>
                    <a:pt x="129" y="674"/>
                    <a:pt x="122" y="675"/>
                  </a:cubicBezTo>
                  <a:cubicBezTo>
                    <a:pt x="41" y="686"/>
                    <a:pt x="41" y="686"/>
                    <a:pt x="41" y="686"/>
                  </a:cubicBezTo>
                  <a:cubicBezTo>
                    <a:pt x="124" y="523"/>
                    <a:pt x="124" y="523"/>
                    <a:pt x="124" y="523"/>
                  </a:cubicBezTo>
                  <a:cubicBezTo>
                    <a:pt x="164" y="555"/>
                    <a:pt x="214" y="575"/>
                    <a:pt x="269" y="580"/>
                  </a:cubicBezTo>
                  <a:lnTo>
                    <a:pt x="172" y="773"/>
                  </a:lnTo>
                  <a:close/>
                  <a:moveTo>
                    <a:pt x="486" y="675"/>
                  </a:moveTo>
                  <a:lnTo>
                    <a:pt x="486" y="675"/>
                  </a:lnTo>
                  <a:cubicBezTo>
                    <a:pt x="479" y="674"/>
                    <a:pt x="472" y="678"/>
                    <a:pt x="469" y="685"/>
                  </a:cubicBezTo>
                  <a:cubicBezTo>
                    <a:pt x="435" y="773"/>
                    <a:pt x="435" y="773"/>
                    <a:pt x="435" y="773"/>
                  </a:cubicBezTo>
                  <a:cubicBezTo>
                    <a:pt x="338" y="579"/>
                    <a:pt x="338" y="579"/>
                    <a:pt x="338" y="579"/>
                  </a:cubicBezTo>
                  <a:cubicBezTo>
                    <a:pt x="393" y="572"/>
                    <a:pt x="442" y="550"/>
                    <a:pt x="482" y="516"/>
                  </a:cubicBezTo>
                  <a:cubicBezTo>
                    <a:pt x="567" y="686"/>
                    <a:pt x="567" y="686"/>
                    <a:pt x="567" y="686"/>
                  </a:cubicBezTo>
                  <a:lnTo>
                    <a:pt x="486"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9" name="Group 142">
            <a:extLst>
              <a:ext uri="{FF2B5EF4-FFF2-40B4-BE49-F238E27FC236}">
                <a16:creationId xmlns:a16="http://schemas.microsoft.com/office/drawing/2014/main" id="{23826A7A-A7AA-7AB9-B581-8B0B430DC47B}"/>
              </a:ext>
            </a:extLst>
          </p:cNvPr>
          <p:cNvGrpSpPr/>
          <p:nvPr/>
        </p:nvGrpSpPr>
        <p:grpSpPr>
          <a:xfrm>
            <a:off x="6279231" y="2552601"/>
            <a:ext cx="193675" cy="257175"/>
            <a:chOff x="5251450" y="2892425"/>
            <a:chExt cx="193675" cy="257175"/>
          </a:xfrm>
          <a:solidFill>
            <a:schemeClr val="tx2"/>
          </a:solidFill>
        </p:grpSpPr>
        <p:sp>
          <p:nvSpPr>
            <p:cNvPr id="140" name="Freeform 113">
              <a:extLst>
                <a:ext uri="{FF2B5EF4-FFF2-40B4-BE49-F238E27FC236}">
                  <a16:creationId xmlns:a16="http://schemas.microsoft.com/office/drawing/2014/main" id="{59D4111F-CD56-7D1D-8E04-E3A624262F3B}"/>
                </a:ext>
              </a:extLst>
            </p:cNvPr>
            <p:cNvSpPr>
              <a:spLocks noChangeArrowheads="1"/>
            </p:cNvSpPr>
            <p:nvPr/>
          </p:nvSpPr>
          <p:spPr bwMode="auto">
            <a:xfrm>
              <a:off x="5251450" y="2892425"/>
              <a:ext cx="193675" cy="257175"/>
            </a:xfrm>
            <a:custGeom>
              <a:avLst/>
              <a:gdLst>
                <a:gd name="T0" fmla="*/ 531 w 536"/>
                <a:gd name="T1" fmla="*/ 64 h 715"/>
                <a:gd name="T2" fmla="*/ 531 w 536"/>
                <a:gd name="T3" fmla="*/ 64 h 715"/>
                <a:gd name="T4" fmla="*/ 521 w 536"/>
                <a:gd name="T5" fmla="*/ 60 h 715"/>
                <a:gd name="T6" fmla="*/ 415 w 536"/>
                <a:gd name="T7" fmla="*/ 60 h 715"/>
                <a:gd name="T8" fmla="*/ 343 w 536"/>
                <a:gd name="T9" fmla="*/ 0 h 715"/>
                <a:gd name="T10" fmla="*/ 194 w 536"/>
                <a:gd name="T11" fmla="*/ 0 h 715"/>
                <a:gd name="T12" fmla="*/ 121 w 536"/>
                <a:gd name="T13" fmla="*/ 60 h 715"/>
                <a:gd name="T14" fmla="*/ 15 w 536"/>
                <a:gd name="T15" fmla="*/ 60 h 715"/>
                <a:gd name="T16" fmla="*/ 4 w 536"/>
                <a:gd name="T17" fmla="*/ 64 h 715"/>
                <a:gd name="T18" fmla="*/ 0 w 536"/>
                <a:gd name="T19" fmla="*/ 75 h 715"/>
                <a:gd name="T20" fmla="*/ 0 w 536"/>
                <a:gd name="T21" fmla="*/ 582 h 715"/>
                <a:gd name="T22" fmla="*/ 0 w 536"/>
                <a:gd name="T23" fmla="*/ 700 h 715"/>
                <a:gd name="T24" fmla="*/ 4 w 536"/>
                <a:gd name="T25" fmla="*/ 710 h 715"/>
                <a:gd name="T26" fmla="*/ 15 w 536"/>
                <a:gd name="T27" fmla="*/ 714 h 715"/>
                <a:gd name="T28" fmla="*/ 134 w 536"/>
                <a:gd name="T29" fmla="*/ 714 h 715"/>
                <a:gd name="T30" fmla="*/ 521 w 536"/>
                <a:gd name="T31" fmla="*/ 714 h 715"/>
                <a:gd name="T32" fmla="*/ 531 w 536"/>
                <a:gd name="T33" fmla="*/ 710 h 715"/>
                <a:gd name="T34" fmla="*/ 535 w 536"/>
                <a:gd name="T35" fmla="*/ 700 h 715"/>
                <a:gd name="T36" fmla="*/ 535 w 536"/>
                <a:gd name="T37" fmla="*/ 669 h 715"/>
                <a:gd name="T38" fmla="*/ 535 w 536"/>
                <a:gd name="T39" fmla="*/ 75 h 715"/>
                <a:gd name="T40" fmla="*/ 531 w 536"/>
                <a:gd name="T41" fmla="*/ 64 h 715"/>
                <a:gd name="T42" fmla="*/ 194 w 536"/>
                <a:gd name="T43" fmla="*/ 31 h 715"/>
                <a:gd name="T44" fmla="*/ 194 w 536"/>
                <a:gd name="T45" fmla="*/ 31 h 715"/>
                <a:gd name="T46" fmla="*/ 343 w 536"/>
                <a:gd name="T47" fmla="*/ 31 h 715"/>
                <a:gd name="T48" fmla="*/ 387 w 536"/>
                <a:gd name="T49" fmla="*/ 75 h 715"/>
                <a:gd name="T50" fmla="*/ 387 w 536"/>
                <a:gd name="T51" fmla="*/ 89 h 715"/>
                <a:gd name="T52" fmla="*/ 149 w 536"/>
                <a:gd name="T53" fmla="*/ 89 h 715"/>
                <a:gd name="T54" fmla="*/ 149 w 536"/>
                <a:gd name="T55" fmla="*/ 75 h 715"/>
                <a:gd name="T56" fmla="*/ 194 w 536"/>
                <a:gd name="T57" fmla="*/ 31 h 715"/>
                <a:gd name="T58" fmla="*/ 506 w 536"/>
                <a:gd name="T59" fmla="*/ 669 h 715"/>
                <a:gd name="T60" fmla="*/ 506 w 536"/>
                <a:gd name="T61" fmla="*/ 669 h 715"/>
                <a:gd name="T62" fmla="*/ 506 w 536"/>
                <a:gd name="T63" fmla="*/ 685 h 715"/>
                <a:gd name="T64" fmla="*/ 134 w 536"/>
                <a:gd name="T65" fmla="*/ 685 h 715"/>
                <a:gd name="T66" fmla="*/ 30 w 536"/>
                <a:gd name="T67" fmla="*/ 685 h 715"/>
                <a:gd name="T68" fmla="*/ 30 w 536"/>
                <a:gd name="T69" fmla="*/ 582 h 715"/>
                <a:gd name="T70" fmla="*/ 30 w 536"/>
                <a:gd name="T71" fmla="*/ 89 h 715"/>
                <a:gd name="T72" fmla="*/ 120 w 536"/>
                <a:gd name="T73" fmla="*/ 89 h 715"/>
                <a:gd name="T74" fmla="*/ 120 w 536"/>
                <a:gd name="T75" fmla="*/ 105 h 715"/>
                <a:gd name="T76" fmla="*/ 124 w 536"/>
                <a:gd name="T77" fmla="*/ 116 h 715"/>
                <a:gd name="T78" fmla="*/ 134 w 536"/>
                <a:gd name="T79" fmla="*/ 120 h 715"/>
                <a:gd name="T80" fmla="*/ 401 w 536"/>
                <a:gd name="T81" fmla="*/ 120 h 715"/>
                <a:gd name="T82" fmla="*/ 413 w 536"/>
                <a:gd name="T83" fmla="*/ 116 h 715"/>
                <a:gd name="T84" fmla="*/ 417 w 536"/>
                <a:gd name="T85" fmla="*/ 105 h 715"/>
                <a:gd name="T86" fmla="*/ 417 w 536"/>
                <a:gd name="T87" fmla="*/ 89 h 715"/>
                <a:gd name="T88" fmla="*/ 506 w 536"/>
                <a:gd name="T89" fmla="*/ 89 h 715"/>
                <a:gd name="T90" fmla="*/ 506 w 536"/>
                <a:gd name="T91" fmla="*/ 66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6" h="715">
                  <a:moveTo>
                    <a:pt x="531" y="64"/>
                  </a:moveTo>
                  <a:lnTo>
                    <a:pt x="531" y="64"/>
                  </a:lnTo>
                  <a:cubicBezTo>
                    <a:pt x="528" y="61"/>
                    <a:pt x="524" y="60"/>
                    <a:pt x="521" y="60"/>
                  </a:cubicBezTo>
                  <a:cubicBezTo>
                    <a:pt x="415" y="60"/>
                    <a:pt x="415" y="60"/>
                    <a:pt x="415" y="60"/>
                  </a:cubicBezTo>
                  <a:cubicBezTo>
                    <a:pt x="408" y="27"/>
                    <a:pt x="378" y="0"/>
                    <a:pt x="343" y="0"/>
                  </a:cubicBezTo>
                  <a:cubicBezTo>
                    <a:pt x="194" y="0"/>
                    <a:pt x="194" y="0"/>
                    <a:pt x="194" y="0"/>
                  </a:cubicBezTo>
                  <a:cubicBezTo>
                    <a:pt x="157" y="0"/>
                    <a:pt x="128" y="27"/>
                    <a:pt x="121" y="60"/>
                  </a:cubicBezTo>
                  <a:cubicBezTo>
                    <a:pt x="15" y="60"/>
                    <a:pt x="15" y="60"/>
                    <a:pt x="15" y="60"/>
                  </a:cubicBezTo>
                  <a:cubicBezTo>
                    <a:pt x="11" y="60"/>
                    <a:pt x="7" y="61"/>
                    <a:pt x="4" y="64"/>
                  </a:cubicBezTo>
                  <a:cubicBezTo>
                    <a:pt x="1" y="67"/>
                    <a:pt x="0" y="71"/>
                    <a:pt x="0" y="75"/>
                  </a:cubicBezTo>
                  <a:cubicBezTo>
                    <a:pt x="0" y="582"/>
                    <a:pt x="0" y="582"/>
                    <a:pt x="0" y="582"/>
                  </a:cubicBezTo>
                  <a:cubicBezTo>
                    <a:pt x="0" y="700"/>
                    <a:pt x="0" y="700"/>
                    <a:pt x="0" y="700"/>
                  </a:cubicBezTo>
                  <a:cubicBezTo>
                    <a:pt x="0" y="704"/>
                    <a:pt x="1" y="707"/>
                    <a:pt x="4" y="710"/>
                  </a:cubicBezTo>
                  <a:cubicBezTo>
                    <a:pt x="7" y="713"/>
                    <a:pt x="11" y="714"/>
                    <a:pt x="15" y="714"/>
                  </a:cubicBezTo>
                  <a:cubicBezTo>
                    <a:pt x="134" y="714"/>
                    <a:pt x="134" y="714"/>
                    <a:pt x="134" y="714"/>
                  </a:cubicBezTo>
                  <a:cubicBezTo>
                    <a:pt x="521" y="714"/>
                    <a:pt x="521" y="714"/>
                    <a:pt x="521" y="714"/>
                  </a:cubicBezTo>
                  <a:cubicBezTo>
                    <a:pt x="524" y="714"/>
                    <a:pt x="528" y="713"/>
                    <a:pt x="531" y="710"/>
                  </a:cubicBezTo>
                  <a:cubicBezTo>
                    <a:pt x="534" y="707"/>
                    <a:pt x="535" y="704"/>
                    <a:pt x="535" y="700"/>
                  </a:cubicBezTo>
                  <a:cubicBezTo>
                    <a:pt x="535" y="669"/>
                    <a:pt x="535" y="669"/>
                    <a:pt x="535" y="669"/>
                  </a:cubicBezTo>
                  <a:cubicBezTo>
                    <a:pt x="535" y="75"/>
                    <a:pt x="535" y="75"/>
                    <a:pt x="535" y="75"/>
                  </a:cubicBezTo>
                  <a:cubicBezTo>
                    <a:pt x="535" y="71"/>
                    <a:pt x="534" y="67"/>
                    <a:pt x="531" y="64"/>
                  </a:cubicBezTo>
                  <a:close/>
                  <a:moveTo>
                    <a:pt x="194" y="31"/>
                  </a:moveTo>
                  <a:lnTo>
                    <a:pt x="194" y="31"/>
                  </a:lnTo>
                  <a:cubicBezTo>
                    <a:pt x="343" y="31"/>
                    <a:pt x="343" y="31"/>
                    <a:pt x="343" y="31"/>
                  </a:cubicBezTo>
                  <a:cubicBezTo>
                    <a:pt x="366" y="31"/>
                    <a:pt x="387" y="50"/>
                    <a:pt x="387" y="75"/>
                  </a:cubicBezTo>
                  <a:cubicBezTo>
                    <a:pt x="387" y="89"/>
                    <a:pt x="387" y="89"/>
                    <a:pt x="387" y="89"/>
                  </a:cubicBezTo>
                  <a:cubicBezTo>
                    <a:pt x="149" y="89"/>
                    <a:pt x="149" y="89"/>
                    <a:pt x="149" y="89"/>
                  </a:cubicBezTo>
                  <a:cubicBezTo>
                    <a:pt x="149" y="75"/>
                    <a:pt x="149" y="75"/>
                    <a:pt x="149" y="75"/>
                  </a:cubicBezTo>
                  <a:cubicBezTo>
                    <a:pt x="149" y="50"/>
                    <a:pt x="168" y="31"/>
                    <a:pt x="194" y="31"/>
                  </a:cubicBezTo>
                  <a:close/>
                  <a:moveTo>
                    <a:pt x="506" y="669"/>
                  </a:moveTo>
                  <a:lnTo>
                    <a:pt x="506" y="669"/>
                  </a:lnTo>
                  <a:cubicBezTo>
                    <a:pt x="506" y="685"/>
                    <a:pt x="506" y="685"/>
                    <a:pt x="506" y="685"/>
                  </a:cubicBezTo>
                  <a:cubicBezTo>
                    <a:pt x="134" y="685"/>
                    <a:pt x="134" y="685"/>
                    <a:pt x="134" y="685"/>
                  </a:cubicBezTo>
                  <a:cubicBezTo>
                    <a:pt x="30" y="685"/>
                    <a:pt x="30" y="685"/>
                    <a:pt x="30" y="685"/>
                  </a:cubicBezTo>
                  <a:cubicBezTo>
                    <a:pt x="30" y="582"/>
                    <a:pt x="30" y="582"/>
                    <a:pt x="30" y="582"/>
                  </a:cubicBezTo>
                  <a:cubicBezTo>
                    <a:pt x="30" y="89"/>
                    <a:pt x="30" y="89"/>
                    <a:pt x="30" y="89"/>
                  </a:cubicBezTo>
                  <a:cubicBezTo>
                    <a:pt x="120" y="89"/>
                    <a:pt x="120" y="89"/>
                    <a:pt x="120" y="89"/>
                  </a:cubicBezTo>
                  <a:cubicBezTo>
                    <a:pt x="120" y="105"/>
                    <a:pt x="120" y="105"/>
                    <a:pt x="120" y="105"/>
                  </a:cubicBezTo>
                  <a:cubicBezTo>
                    <a:pt x="120" y="109"/>
                    <a:pt x="121" y="113"/>
                    <a:pt x="124" y="116"/>
                  </a:cubicBezTo>
                  <a:cubicBezTo>
                    <a:pt x="127" y="119"/>
                    <a:pt x="129" y="120"/>
                    <a:pt x="134" y="120"/>
                  </a:cubicBezTo>
                  <a:cubicBezTo>
                    <a:pt x="401" y="120"/>
                    <a:pt x="401" y="120"/>
                    <a:pt x="401" y="120"/>
                  </a:cubicBezTo>
                  <a:cubicBezTo>
                    <a:pt x="406" y="120"/>
                    <a:pt x="410" y="119"/>
                    <a:pt x="413" y="116"/>
                  </a:cubicBezTo>
                  <a:cubicBezTo>
                    <a:pt x="415" y="113"/>
                    <a:pt x="417" y="109"/>
                    <a:pt x="417" y="105"/>
                  </a:cubicBezTo>
                  <a:cubicBezTo>
                    <a:pt x="417" y="89"/>
                    <a:pt x="417" y="89"/>
                    <a:pt x="417" y="89"/>
                  </a:cubicBezTo>
                  <a:cubicBezTo>
                    <a:pt x="506" y="89"/>
                    <a:pt x="506" y="89"/>
                    <a:pt x="506" y="89"/>
                  </a:cubicBezTo>
                  <a:lnTo>
                    <a:pt x="506" y="66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4">
              <a:extLst>
                <a:ext uri="{FF2B5EF4-FFF2-40B4-BE49-F238E27FC236}">
                  <a16:creationId xmlns:a16="http://schemas.microsoft.com/office/drawing/2014/main" id="{78C40AD4-AA2F-38EB-34F8-9542A8D29852}"/>
                </a:ext>
              </a:extLst>
            </p:cNvPr>
            <p:cNvSpPr>
              <a:spLocks noChangeArrowheads="1"/>
            </p:cNvSpPr>
            <p:nvPr/>
          </p:nvSpPr>
          <p:spPr bwMode="auto">
            <a:xfrm>
              <a:off x="5273675" y="2979738"/>
              <a:ext cx="61913" cy="41275"/>
            </a:xfrm>
            <a:custGeom>
              <a:avLst/>
              <a:gdLst>
                <a:gd name="T0" fmla="*/ 70 w 171"/>
                <a:gd name="T1" fmla="*/ 79 h 116"/>
                <a:gd name="T2" fmla="*/ 70 w 171"/>
                <a:gd name="T3" fmla="*/ 79 h 116"/>
                <a:gd name="T4" fmla="*/ 21 w 171"/>
                <a:gd name="T5" fmla="*/ 29 h 116"/>
                <a:gd name="T6" fmla="*/ 0 w 171"/>
                <a:gd name="T7" fmla="*/ 51 h 116"/>
                <a:gd name="T8" fmla="*/ 0 w 171"/>
                <a:gd name="T9" fmla="*/ 51 h 116"/>
                <a:gd name="T10" fmla="*/ 60 w 171"/>
                <a:gd name="T11" fmla="*/ 110 h 116"/>
                <a:gd name="T12" fmla="*/ 81 w 171"/>
                <a:gd name="T13" fmla="*/ 110 h 116"/>
                <a:gd name="T14" fmla="*/ 170 w 171"/>
                <a:gd name="T15" fmla="*/ 21 h 116"/>
                <a:gd name="T16" fmla="*/ 149 w 171"/>
                <a:gd name="T17" fmla="*/ 0 h 116"/>
                <a:gd name="T18" fmla="*/ 70 w 171"/>
                <a:gd name="T19" fmla="*/ 79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6">
                  <a:moveTo>
                    <a:pt x="70" y="79"/>
                  </a:moveTo>
                  <a:lnTo>
                    <a:pt x="70" y="79"/>
                  </a:lnTo>
                  <a:cubicBezTo>
                    <a:pt x="21" y="29"/>
                    <a:pt x="21" y="29"/>
                    <a:pt x="21" y="29"/>
                  </a:cubicBezTo>
                  <a:cubicBezTo>
                    <a:pt x="0" y="51"/>
                    <a:pt x="0" y="51"/>
                    <a:pt x="0" y="51"/>
                  </a:cubicBezTo>
                  <a:lnTo>
                    <a:pt x="0" y="51"/>
                  </a:lnTo>
                  <a:cubicBezTo>
                    <a:pt x="60" y="110"/>
                    <a:pt x="60" y="110"/>
                    <a:pt x="60" y="110"/>
                  </a:cubicBezTo>
                  <a:cubicBezTo>
                    <a:pt x="65" y="115"/>
                    <a:pt x="75" y="115"/>
                    <a:pt x="81" y="110"/>
                  </a:cubicBezTo>
                  <a:cubicBezTo>
                    <a:pt x="170" y="21"/>
                    <a:pt x="170" y="21"/>
                    <a:pt x="170" y="21"/>
                  </a:cubicBezTo>
                  <a:cubicBezTo>
                    <a:pt x="149" y="0"/>
                    <a:pt x="149" y="0"/>
                    <a:pt x="149" y="0"/>
                  </a:cubicBezTo>
                  <a:lnTo>
                    <a:pt x="70" y="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5">
              <a:extLst>
                <a:ext uri="{FF2B5EF4-FFF2-40B4-BE49-F238E27FC236}">
                  <a16:creationId xmlns:a16="http://schemas.microsoft.com/office/drawing/2014/main" id="{35C15565-9D2D-3E11-2297-984B48A3EF69}"/>
                </a:ext>
              </a:extLst>
            </p:cNvPr>
            <p:cNvSpPr>
              <a:spLocks noChangeArrowheads="1"/>
            </p:cNvSpPr>
            <p:nvPr/>
          </p:nvSpPr>
          <p:spPr bwMode="auto">
            <a:xfrm>
              <a:off x="5273675" y="3044825"/>
              <a:ext cx="61913" cy="42863"/>
            </a:xfrm>
            <a:custGeom>
              <a:avLst/>
              <a:gdLst>
                <a:gd name="T0" fmla="*/ 70 w 171"/>
                <a:gd name="T1" fmla="*/ 80 h 117"/>
                <a:gd name="T2" fmla="*/ 70 w 171"/>
                <a:gd name="T3" fmla="*/ 80 h 117"/>
                <a:gd name="T4" fmla="*/ 21 w 171"/>
                <a:gd name="T5" fmla="*/ 29 h 117"/>
                <a:gd name="T6" fmla="*/ 0 w 171"/>
                <a:gd name="T7" fmla="*/ 52 h 117"/>
                <a:gd name="T8" fmla="*/ 0 w 171"/>
                <a:gd name="T9" fmla="*/ 52 h 117"/>
                <a:gd name="T10" fmla="*/ 60 w 171"/>
                <a:gd name="T11" fmla="*/ 110 h 117"/>
                <a:gd name="T12" fmla="*/ 81 w 171"/>
                <a:gd name="T13" fmla="*/ 110 h 117"/>
                <a:gd name="T14" fmla="*/ 170 w 171"/>
                <a:gd name="T15" fmla="*/ 21 h 117"/>
                <a:gd name="T16" fmla="*/ 149 w 171"/>
                <a:gd name="T17" fmla="*/ 0 h 117"/>
                <a:gd name="T18" fmla="*/ 70 w 171"/>
                <a:gd name="T19" fmla="*/ 8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7">
                  <a:moveTo>
                    <a:pt x="70" y="80"/>
                  </a:moveTo>
                  <a:lnTo>
                    <a:pt x="70" y="80"/>
                  </a:lnTo>
                  <a:cubicBezTo>
                    <a:pt x="21" y="29"/>
                    <a:pt x="21" y="29"/>
                    <a:pt x="21" y="29"/>
                  </a:cubicBezTo>
                  <a:cubicBezTo>
                    <a:pt x="0" y="52"/>
                    <a:pt x="0" y="52"/>
                    <a:pt x="0" y="52"/>
                  </a:cubicBezTo>
                  <a:lnTo>
                    <a:pt x="0" y="52"/>
                  </a:lnTo>
                  <a:cubicBezTo>
                    <a:pt x="60" y="110"/>
                    <a:pt x="60" y="110"/>
                    <a:pt x="60" y="110"/>
                  </a:cubicBezTo>
                  <a:cubicBezTo>
                    <a:pt x="65" y="116"/>
                    <a:pt x="75" y="116"/>
                    <a:pt x="81" y="110"/>
                  </a:cubicBezTo>
                  <a:cubicBezTo>
                    <a:pt x="170" y="21"/>
                    <a:pt x="170" y="21"/>
                    <a:pt x="170" y="21"/>
                  </a:cubicBezTo>
                  <a:cubicBezTo>
                    <a:pt x="149" y="0"/>
                    <a:pt x="149" y="0"/>
                    <a:pt x="149" y="0"/>
                  </a:cubicBezTo>
                  <a:lnTo>
                    <a:pt x="70" y="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6">
              <a:extLst>
                <a:ext uri="{FF2B5EF4-FFF2-40B4-BE49-F238E27FC236}">
                  <a16:creationId xmlns:a16="http://schemas.microsoft.com/office/drawing/2014/main" id="{0D636903-F08A-C348-2572-33F5DF923556}"/>
                </a:ext>
              </a:extLst>
            </p:cNvPr>
            <p:cNvSpPr>
              <a:spLocks noChangeArrowheads="1"/>
            </p:cNvSpPr>
            <p:nvPr/>
          </p:nvSpPr>
          <p:spPr bwMode="auto">
            <a:xfrm>
              <a:off x="5353050" y="3000375"/>
              <a:ext cx="65088" cy="11113"/>
            </a:xfrm>
            <a:custGeom>
              <a:avLst/>
              <a:gdLst>
                <a:gd name="T0" fmla="*/ 15 w 179"/>
                <a:gd name="T1" fmla="*/ 0 h 31"/>
                <a:gd name="T2" fmla="*/ 15 w 179"/>
                <a:gd name="T3" fmla="*/ 0 h 31"/>
                <a:gd name="T4" fmla="*/ 0 w 179"/>
                <a:gd name="T5" fmla="*/ 14 h 31"/>
                <a:gd name="T6" fmla="*/ 15 w 179"/>
                <a:gd name="T7" fmla="*/ 30 h 31"/>
                <a:gd name="T8" fmla="*/ 163 w 179"/>
                <a:gd name="T9" fmla="*/ 30 h 31"/>
                <a:gd name="T10" fmla="*/ 178 w 179"/>
                <a:gd name="T11" fmla="*/ 14 h 31"/>
                <a:gd name="T12" fmla="*/ 163 w 179"/>
                <a:gd name="T13" fmla="*/ 0 h 31"/>
                <a:gd name="T14" fmla="*/ 15 w 17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1">
                  <a:moveTo>
                    <a:pt x="15" y="0"/>
                  </a:moveTo>
                  <a:lnTo>
                    <a:pt x="15" y="0"/>
                  </a:lnTo>
                  <a:cubicBezTo>
                    <a:pt x="7" y="0"/>
                    <a:pt x="0" y="6"/>
                    <a:pt x="0" y="14"/>
                  </a:cubicBezTo>
                  <a:cubicBezTo>
                    <a:pt x="0" y="23"/>
                    <a:pt x="7" y="30"/>
                    <a:pt x="15" y="30"/>
                  </a:cubicBezTo>
                  <a:cubicBezTo>
                    <a:pt x="163" y="30"/>
                    <a:pt x="163" y="30"/>
                    <a:pt x="163" y="30"/>
                  </a:cubicBezTo>
                  <a:cubicBezTo>
                    <a:pt x="171" y="30"/>
                    <a:pt x="178" y="23"/>
                    <a:pt x="178" y="14"/>
                  </a:cubicBezTo>
                  <a:cubicBezTo>
                    <a:pt x="178" y="6"/>
                    <a:pt x="171" y="0"/>
                    <a:pt x="16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7">
              <a:extLst>
                <a:ext uri="{FF2B5EF4-FFF2-40B4-BE49-F238E27FC236}">
                  <a16:creationId xmlns:a16="http://schemas.microsoft.com/office/drawing/2014/main" id="{95F36557-3DF0-5176-47BF-63E5F83D2519}"/>
                </a:ext>
              </a:extLst>
            </p:cNvPr>
            <p:cNvSpPr>
              <a:spLocks noChangeArrowheads="1"/>
            </p:cNvSpPr>
            <p:nvPr/>
          </p:nvSpPr>
          <p:spPr bwMode="auto">
            <a:xfrm>
              <a:off x="5353050" y="3065463"/>
              <a:ext cx="65088" cy="11112"/>
            </a:xfrm>
            <a:custGeom>
              <a:avLst/>
              <a:gdLst>
                <a:gd name="T0" fmla="*/ 163 w 179"/>
                <a:gd name="T1" fmla="*/ 0 h 30"/>
                <a:gd name="T2" fmla="*/ 163 w 179"/>
                <a:gd name="T3" fmla="*/ 0 h 30"/>
                <a:gd name="T4" fmla="*/ 15 w 179"/>
                <a:gd name="T5" fmla="*/ 0 h 30"/>
                <a:gd name="T6" fmla="*/ 0 w 179"/>
                <a:gd name="T7" fmla="*/ 14 h 30"/>
                <a:gd name="T8" fmla="*/ 15 w 179"/>
                <a:gd name="T9" fmla="*/ 29 h 30"/>
                <a:gd name="T10" fmla="*/ 163 w 179"/>
                <a:gd name="T11" fmla="*/ 29 h 30"/>
                <a:gd name="T12" fmla="*/ 178 w 179"/>
                <a:gd name="T13" fmla="*/ 14 h 30"/>
                <a:gd name="T14" fmla="*/ 163 w 17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0">
                  <a:moveTo>
                    <a:pt x="163" y="0"/>
                  </a:moveTo>
                  <a:lnTo>
                    <a:pt x="163" y="0"/>
                  </a:lnTo>
                  <a:cubicBezTo>
                    <a:pt x="15" y="0"/>
                    <a:pt x="15" y="0"/>
                    <a:pt x="15" y="0"/>
                  </a:cubicBezTo>
                  <a:cubicBezTo>
                    <a:pt x="7" y="0"/>
                    <a:pt x="0" y="6"/>
                    <a:pt x="0" y="14"/>
                  </a:cubicBezTo>
                  <a:cubicBezTo>
                    <a:pt x="0" y="22"/>
                    <a:pt x="7" y="29"/>
                    <a:pt x="15" y="29"/>
                  </a:cubicBezTo>
                  <a:cubicBezTo>
                    <a:pt x="163" y="29"/>
                    <a:pt x="163" y="29"/>
                    <a:pt x="163" y="29"/>
                  </a:cubicBezTo>
                  <a:cubicBezTo>
                    <a:pt x="171" y="29"/>
                    <a:pt x="178" y="22"/>
                    <a:pt x="178" y="14"/>
                  </a:cubicBezTo>
                  <a:cubicBezTo>
                    <a:pt x="178" y="6"/>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5" name="Group 148">
            <a:extLst>
              <a:ext uri="{FF2B5EF4-FFF2-40B4-BE49-F238E27FC236}">
                <a16:creationId xmlns:a16="http://schemas.microsoft.com/office/drawing/2014/main" id="{9D2B6147-A0BA-1636-5AEC-60F5D1524126}"/>
              </a:ext>
            </a:extLst>
          </p:cNvPr>
          <p:cNvGrpSpPr/>
          <p:nvPr/>
        </p:nvGrpSpPr>
        <p:grpSpPr>
          <a:xfrm>
            <a:off x="7274594" y="2562920"/>
            <a:ext cx="257175" cy="236537"/>
            <a:chOff x="6246813" y="2903538"/>
            <a:chExt cx="257175" cy="236537"/>
          </a:xfrm>
          <a:solidFill>
            <a:schemeClr val="tx2"/>
          </a:solidFill>
        </p:grpSpPr>
        <p:sp>
          <p:nvSpPr>
            <p:cNvPr id="146" name="Freeform 118">
              <a:extLst>
                <a:ext uri="{FF2B5EF4-FFF2-40B4-BE49-F238E27FC236}">
                  <a16:creationId xmlns:a16="http://schemas.microsoft.com/office/drawing/2014/main" id="{DE484A5E-F2BC-FAE1-31B5-32BAC6BE1350}"/>
                </a:ext>
              </a:extLst>
            </p:cNvPr>
            <p:cNvSpPr>
              <a:spLocks noChangeArrowheads="1"/>
            </p:cNvSpPr>
            <p:nvPr/>
          </p:nvSpPr>
          <p:spPr bwMode="auto">
            <a:xfrm>
              <a:off x="6246813" y="2903538"/>
              <a:ext cx="257175" cy="171450"/>
            </a:xfrm>
            <a:custGeom>
              <a:avLst/>
              <a:gdLst>
                <a:gd name="T0" fmla="*/ 711 w 716"/>
                <a:gd name="T1" fmla="*/ 64 h 476"/>
                <a:gd name="T2" fmla="*/ 711 w 716"/>
                <a:gd name="T3" fmla="*/ 64 h 476"/>
                <a:gd name="T4" fmla="*/ 700 w 716"/>
                <a:gd name="T5" fmla="*/ 58 h 476"/>
                <a:gd name="T6" fmla="*/ 132 w 716"/>
                <a:gd name="T7" fmla="*/ 58 h 476"/>
                <a:gd name="T8" fmla="*/ 124 w 716"/>
                <a:gd name="T9" fmla="*/ 32 h 476"/>
                <a:gd name="T10" fmla="*/ 82 w 716"/>
                <a:gd name="T11" fmla="*/ 0 h 476"/>
                <a:gd name="T12" fmla="*/ 15 w 716"/>
                <a:gd name="T13" fmla="*/ 0 h 476"/>
                <a:gd name="T14" fmla="*/ 0 w 716"/>
                <a:gd name="T15" fmla="*/ 14 h 476"/>
                <a:gd name="T16" fmla="*/ 15 w 716"/>
                <a:gd name="T17" fmla="*/ 29 h 476"/>
                <a:gd name="T18" fmla="*/ 82 w 716"/>
                <a:gd name="T19" fmla="*/ 29 h 476"/>
                <a:gd name="T20" fmla="*/ 96 w 716"/>
                <a:gd name="T21" fmla="*/ 40 h 476"/>
                <a:gd name="T22" fmla="*/ 198 w 716"/>
                <a:gd name="T23" fmla="*/ 419 h 476"/>
                <a:gd name="T24" fmla="*/ 198 w 716"/>
                <a:gd name="T25" fmla="*/ 419 h 476"/>
                <a:gd name="T26" fmla="*/ 269 w 716"/>
                <a:gd name="T27" fmla="*/ 475 h 476"/>
                <a:gd name="T28" fmla="*/ 640 w 716"/>
                <a:gd name="T29" fmla="*/ 475 h 476"/>
                <a:gd name="T30" fmla="*/ 655 w 716"/>
                <a:gd name="T31" fmla="*/ 460 h 476"/>
                <a:gd name="T32" fmla="*/ 640 w 716"/>
                <a:gd name="T33" fmla="*/ 446 h 476"/>
                <a:gd name="T34" fmla="*/ 269 w 716"/>
                <a:gd name="T35" fmla="*/ 446 h 476"/>
                <a:gd name="T36" fmla="*/ 226 w 716"/>
                <a:gd name="T37" fmla="*/ 413 h 476"/>
                <a:gd name="T38" fmla="*/ 226 w 716"/>
                <a:gd name="T39" fmla="*/ 413 h 476"/>
                <a:gd name="T40" fmla="*/ 219 w 716"/>
                <a:gd name="T41" fmla="*/ 386 h 476"/>
                <a:gd name="T42" fmla="*/ 615 w 716"/>
                <a:gd name="T43" fmla="*/ 386 h 476"/>
                <a:gd name="T44" fmla="*/ 659 w 716"/>
                <a:gd name="T45" fmla="*/ 350 h 476"/>
                <a:gd name="T46" fmla="*/ 659 w 716"/>
                <a:gd name="T47" fmla="*/ 350 h 476"/>
                <a:gd name="T48" fmla="*/ 659 w 716"/>
                <a:gd name="T49" fmla="*/ 350 h 476"/>
                <a:gd name="T50" fmla="*/ 659 w 716"/>
                <a:gd name="T51" fmla="*/ 350 h 476"/>
                <a:gd name="T52" fmla="*/ 659 w 716"/>
                <a:gd name="T53" fmla="*/ 350 h 476"/>
                <a:gd name="T54" fmla="*/ 714 w 716"/>
                <a:gd name="T55" fmla="*/ 76 h 476"/>
                <a:gd name="T56" fmla="*/ 711 w 716"/>
                <a:gd name="T57" fmla="*/ 64 h 476"/>
                <a:gd name="T58" fmla="*/ 630 w 716"/>
                <a:gd name="T59" fmla="*/ 344 h 476"/>
                <a:gd name="T60" fmla="*/ 630 w 716"/>
                <a:gd name="T61" fmla="*/ 344 h 476"/>
                <a:gd name="T62" fmla="*/ 630 w 716"/>
                <a:gd name="T63" fmla="*/ 344 h 476"/>
                <a:gd name="T64" fmla="*/ 615 w 716"/>
                <a:gd name="T65" fmla="*/ 357 h 476"/>
                <a:gd name="T66" fmla="*/ 210 w 716"/>
                <a:gd name="T67" fmla="*/ 357 h 476"/>
                <a:gd name="T68" fmla="*/ 139 w 716"/>
                <a:gd name="T69" fmla="*/ 89 h 476"/>
                <a:gd name="T70" fmla="*/ 682 w 716"/>
                <a:gd name="T71" fmla="*/ 89 h 476"/>
                <a:gd name="T72" fmla="*/ 630 w 716"/>
                <a:gd name="T73" fmla="*/ 34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16" h="476">
                  <a:moveTo>
                    <a:pt x="711" y="64"/>
                  </a:moveTo>
                  <a:lnTo>
                    <a:pt x="711" y="64"/>
                  </a:lnTo>
                  <a:cubicBezTo>
                    <a:pt x="708" y="61"/>
                    <a:pt x="704" y="58"/>
                    <a:pt x="700" y="58"/>
                  </a:cubicBezTo>
                  <a:cubicBezTo>
                    <a:pt x="132" y="58"/>
                    <a:pt x="132" y="58"/>
                    <a:pt x="132" y="58"/>
                  </a:cubicBezTo>
                  <a:cubicBezTo>
                    <a:pt x="124" y="32"/>
                    <a:pt x="124" y="32"/>
                    <a:pt x="124" y="32"/>
                  </a:cubicBezTo>
                  <a:cubicBezTo>
                    <a:pt x="120" y="12"/>
                    <a:pt x="101" y="0"/>
                    <a:pt x="82" y="0"/>
                  </a:cubicBezTo>
                  <a:cubicBezTo>
                    <a:pt x="15" y="0"/>
                    <a:pt x="15" y="0"/>
                    <a:pt x="15" y="0"/>
                  </a:cubicBezTo>
                  <a:cubicBezTo>
                    <a:pt x="7" y="0"/>
                    <a:pt x="0" y="5"/>
                    <a:pt x="0" y="14"/>
                  </a:cubicBezTo>
                  <a:cubicBezTo>
                    <a:pt x="0" y="22"/>
                    <a:pt x="7" y="29"/>
                    <a:pt x="15" y="29"/>
                  </a:cubicBezTo>
                  <a:cubicBezTo>
                    <a:pt x="82" y="29"/>
                    <a:pt x="82" y="29"/>
                    <a:pt x="82" y="29"/>
                  </a:cubicBezTo>
                  <a:cubicBezTo>
                    <a:pt x="88" y="29"/>
                    <a:pt x="94" y="33"/>
                    <a:pt x="96" y="40"/>
                  </a:cubicBezTo>
                  <a:cubicBezTo>
                    <a:pt x="198" y="419"/>
                    <a:pt x="198" y="419"/>
                    <a:pt x="198" y="419"/>
                  </a:cubicBezTo>
                  <a:lnTo>
                    <a:pt x="198" y="419"/>
                  </a:lnTo>
                  <a:cubicBezTo>
                    <a:pt x="206" y="453"/>
                    <a:pt x="235" y="475"/>
                    <a:pt x="269" y="475"/>
                  </a:cubicBezTo>
                  <a:cubicBezTo>
                    <a:pt x="640" y="475"/>
                    <a:pt x="640" y="475"/>
                    <a:pt x="640" y="475"/>
                  </a:cubicBezTo>
                  <a:cubicBezTo>
                    <a:pt x="648" y="475"/>
                    <a:pt x="655" y="468"/>
                    <a:pt x="655" y="460"/>
                  </a:cubicBezTo>
                  <a:cubicBezTo>
                    <a:pt x="655" y="452"/>
                    <a:pt x="648" y="446"/>
                    <a:pt x="640" y="446"/>
                  </a:cubicBezTo>
                  <a:cubicBezTo>
                    <a:pt x="269" y="446"/>
                    <a:pt x="269" y="446"/>
                    <a:pt x="269" y="446"/>
                  </a:cubicBezTo>
                  <a:cubicBezTo>
                    <a:pt x="249" y="446"/>
                    <a:pt x="231" y="432"/>
                    <a:pt x="226" y="413"/>
                  </a:cubicBezTo>
                  <a:lnTo>
                    <a:pt x="226" y="413"/>
                  </a:lnTo>
                  <a:cubicBezTo>
                    <a:pt x="219" y="386"/>
                    <a:pt x="219" y="386"/>
                    <a:pt x="219" y="386"/>
                  </a:cubicBezTo>
                  <a:cubicBezTo>
                    <a:pt x="615" y="386"/>
                    <a:pt x="615" y="386"/>
                    <a:pt x="615" y="386"/>
                  </a:cubicBezTo>
                  <a:cubicBezTo>
                    <a:pt x="637" y="386"/>
                    <a:pt x="655" y="371"/>
                    <a:pt x="659" y="350"/>
                  </a:cubicBezTo>
                  <a:lnTo>
                    <a:pt x="659" y="350"/>
                  </a:lnTo>
                  <a:lnTo>
                    <a:pt x="659" y="350"/>
                  </a:lnTo>
                  <a:lnTo>
                    <a:pt x="659" y="350"/>
                  </a:lnTo>
                  <a:lnTo>
                    <a:pt x="659" y="350"/>
                  </a:lnTo>
                  <a:cubicBezTo>
                    <a:pt x="714" y="76"/>
                    <a:pt x="714" y="76"/>
                    <a:pt x="714" y="76"/>
                  </a:cubicBezTo>
                  <a:cubicBezTo>
                    <a:pt x="715" y="72"/>
                    <a:pt x="714" y="68"/>
                    <a:pt x="711" y="64"/>
                  </a:cubicBezTo>
                  <a:close/>
                  <a:moveTo>
                    <a:pt x="630" y="344"/>
                  </a:moveTo>
                  <a:lnTo>
                    <a:pt x="630" y="344"/>
                  </a:lnTo>
                  <a:lnTo>
                    <a:pt x="630" y="344"/>
                  </a:lnTo>
                  <a:cubicBezTo>
                    <a:pt x="629" y="351"/>
                    <a:pt x="622" y="357"/>
                    <a:pt x="615" y="357"/>
                  </a:cubicBezTo>
                  <a:cubicBezTo>
                    <a:pt x="210" y="357"/>
                    <a:pt x="210" y="357"/>
                    <a:pt x="210" y="357"/>
                  </a:cubicBezTo>
                  <a:cubicBezTo>
                    <a:pt x="139" y="89"/>
                    <a:pt x="139" y="89"/>
                    <a:pt x="139" y="89"/>
                  </a:cubicBezTo>
                  <a:cubicBezTo>
                    <a:pt x="682" y="89"/>
                    <a:pt x="682" y="89"/>
                    <a:pt x="682" y="89"/>
                  </a:cubicBezTo>
                  <a:lnTo>
                    <a:pt x="630" y="3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9">
              <a:extLst>
                <a:ext uri="{FF2B5EF4-FFF2-40B4-BE49-F238E27FC236}">
                  <a16:creationId xmlns:a16="http://schemas.microsoft.com/office/drawing/2014/main" id="{F3EF132E-6757-A9D1-9286-A568F1E0A5CF}"/>
                </a:ext>
              </a:extLst>
            </p:cNvPr>
            <p:cNvSpPr>
              <a:spLocks noChangeArrowheads="1"/>
            </p:cNvSpPr>
            <p:nvPr/>
          </p:nvSpPr>
          <p:spPr bwMode="auto">
            <a:xfrm>
              <a:off x="6311900" y="3086100"/>
              <a:ext cx="53975" cy="53975"/>
            </a:xfrm>
            <a:custGeom>
              <a:avLst/>
              <a:gdLst>
                <a:gd name="T0" fmla="*/ 149 w 150"/>
                <a:gd name="T1" fmla="*/ 75 h 150"/>
                <a:gd name="T2" fmla="*/ 149 w 150"/>
                <a:gd name="T3" fmla="*/ 75 h 150"/>
                <a:gd name="T4" fmla="*/ 75 w 150"/>
                <a:gd name="T5" fmla="*/ 0 h 150"/>
                <a:gd name="T6" fmla="*/ 0 w 150"/>
                <a:gd name="T7" fmla="*/ 75 h 150"/>
                <a:gd name="T8" fmla="*/ 75 w 150"/>
                <a:gd name="T9" fmla="*/ 149 h 150"/>
                <a:gd name="T10" fmla="*/ 149 w 150"/>
                <a:gd name="T11" fmla="*/ 75 h 150"/>
                <a:gd name="T12" fmla="*/ 31 w 150"/>
                <a:gd name="T13" fmla="*/ 75 h 150"/>
                <a:gd name="T14" fmla="*/ 31 w 150"/>
                <a:gd name="T15" fmla="*/ 75 h 150"/>
                <a:gd name="T16" fmla="*/ 75 w 150"/>
                <a:gd name="T17" fmla="*/ 30 h 150"/>
                <a:gd name="T18" fmla="*/ 120 w 150"/>
                <a:gd name="T19" fmla="*/ 75 h 150"/>
                <a:gd name="T20" fmla="*/ 75 w 150"/>
                <a:gd name="T21" fmla="*/ 120 h 150"/>
                <a:gd name="T22" fmla="*/ 31 w 150"/>
                <a:gd name="T23" fmla="*/ 7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149" y="75"/>
                  </a:moveTo>
                  <a:lnTo>
                    <a:pt x="149" y="75"/>
                  </a:lnTo>
                  <a:cubicBezTo>
                    <a:pt x="149" y="33"/>
                    <a:pt x="116" y="0"/>
                    <a:pt x="75" y="0"/>
                  </a:cubicBezTo>
                  <a:cubicBezTo>
                    <a:pt x="34" y="0"/>
                    <a:pt x="0" y="33"/>
                    <a:pt x="0" y="75"/>
                  </a:cubicBezTo>
                  <a:cubicBezTo>
                    <a:pt x="0" y="115"/>
                    <a:pt x="34" y="149"/>
                    <a:pt x="75" y="149"/>
                  </a:cubicBezTo>
                  <a:cubicBezTo>
                    <a:pt x="116" y="149"/>
                    <a:pt x="149" y="115"/>
                    <a:pt x="149" y="75"/>
                  </a:cubicBezTo>
                  <a:close/>
                  <a:moveTo>
                    <a:pt x="31" y="75"/>
                  </a:moveTo>
                  <a:lnTo>
                    <a:pt x="31" y="75"/>
                  </a:lnTo>
                  <a:cubicBezTo>
                    <a:pt x="31" y="50"/>
                    <a:pt x="50" y="30"/>
                    <a:pt x="75" y="30"/>
                  </a:cubicBezTo>
                  <a:cubicBezTo>
                    <a:pt x="99" y="30"/>
                    <a:pt x="120" y="50"/>
                    <a:pt x="120" y="75"/>
                  </a:cubicBezTo>
                  <a:cubicBezTo>
                    <a:pt x="120" y="99"/>
                    <a:pt x="99" y="120"/>
                    <a:pt x="75" y="120"/>
                  </a:cubicBezTo>
                  <a:cubicBezTo>
                    <a:pt x="50" y="120"/>
                    <a:pt x="31" y="99"/>
                    <a:pt x="31"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03BAC1D4-5F72-3E90-93AF-C0186252DFEF}"/>
                </a:ext>
              </a:extLst>
            </p:cNvPr>
            <p:cNvSpPr>
              <a:spLocks noChangeArrowheads="1"/>
            </p:cNvSpPr>
            <p:nvPr/>
          </p:nvSpPr>
          <p:spPr bwMode="auto">
            <a:xfrm>
              <a:off x="6429375" y="3086100"/>
              <a:ext cx="53975" cy="53975"/>
            </a:xfrm>
            <a:custGeom>
              <a:avLst/>
              <a:gdLst>
                <a:gd name="T0" fmla="*/ 74 w 150"/>
                <a:gd name="T1" fmla="*/ 0 h 150"/>
                <a:gd name="T2" fmla="*/ 74 w 150"/>
                <a:gd name="T3" fmla="*/ 0 h 150"/>
                <a:gd name="T4" fmla="*/ 0 w 150"/>
                <a:gd name="T5" fmla="*/ 75 h 150"/>
                <a:gd name="T6" fmla="*/ 74 w 150"/>
                <a:gd name="T7" fmla="*/ 149 h 150"/>
                <a:gd name="T8" fmla="*/ 149 w 150"/>
                <a:gd name="T9" fmla="*/ 75 h 150"/>
                <a:gd name="T10" fmla="*/ 74 w 150"/>
                <a:gd name="T11" fmla="*/ 0 h 150"/>
                <a:gd name="T12" fmla="*/ 74 w 150"/>
                <a:gd name="T13" fmla="*/ 120 h 150"/>
                <a:gd name="T14" fmla="*/ 74 w 150"/>
                <a:gd name="T15" fmla="*/ 120 h 150"/>
                <a:gd name="T16" fmla="*/ 29 w 150"/>
                <a:gd name="T17" fmla="*/ 75 h 150"/>
                <a:gd name="T18" fmla="*/ 74 w 150"/>
                <a:gd name="T19" fmla="*/ 30 h 150"/>
                <a:gd name="T20" fmla="*/ 118 w 150"/>
                <a:gd name="T21" fmla="*/ 75 h 150"/>
                <a:gd name="T22" fmla="*/ 74 w 150"/>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0"/>
                  </a:moveTo>
                  <a:lnTo>
                    <a:pt x="74" y="0"/>
                  </a:lnTo>
                  <a:cubicBezTo>
                    <a:pt x="33" y="0"/>
                    <a:pt x="0" y="33"/>
                    <a:pt x="0" y="75"/>
                  </a:cubicBezTo>
                  <a:cubicBezTo>
                    <a:pt x="0" y="115"/>
                    <a:pt x="33" y="149"/>
                    <a:pt x="74" y="149"/>
                  </a:cubicBezTo>
                  <a:cubicBezTo>
                    <a:pt x="116" y="149"/>
                    <a:pt x="149" y="115"/>
                    <a:pt x="149" y="75"/>
                  </a:cubicBezTo>
                  <a:cubicBezTo>
                    <a:pt x="149" y="33"/>
                    <a:pt x="116" y="0"/>
                    <a:pt x="74" y="0"/>
                  </a:cubicBezTo>
                  <a:close/>
                  <a:moveTo>
                    <a:pt x="74" y="120"/>
                  </a:moveTo>
                  <a:lnTo>
                    <a:pt x="74" y="120"/>
                  </a:lnTo>
                  <a:cubicBezTo>
                    <a:pt x="50" y="120"/>
                    <a:pt x="29" y="99"/>
                    <a:pt x="29" y="75"/>
                  </a:cubicBezTo>
                  <a:cubicBezTo>
                    <a:pt x="29" y="50"/>
                    <a:pt x="50" y="30"/>
                    <a:pt x="74" y="30"/>
                  </a:cubicBezTo>
                  <a:cubicBezTo>
                    <a:pt x="99" y="30"/>
                    <a:pt x="118" y="50"/>
                    <a:pt x="118" y="75"/>
                  </a:cubicBezTo>
                  <a:cubicBezTo>
                    <a:pt x="118"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EEB5FE34-3D35-FEB4-D049-8D2F5AF8E47F}"/>
              </a:ext>
            </a:extLst>
          </p:cNvPr>
          <p:cNvGrpSpPr/>
          <p:nvPr/>
        </p:nvGrpSpPr>
        <p:grpSpPr>
          <a:xfrm>
            <a:off x="5218781" y="2552601"/>
            <a:ext cx="247650" cy="257175"/>
            <a:chOff x="4191000" y="2892425"/>
            <a:chExt cx="247650" cy="257175"/>
          </a:xfrm>
          <a:solidFill>
            <a:schemeClr val="tx2"/>
          </a:solidFill>
        </p:grpSpPr>
        <p:sp>
          <p:nvSpPr>
            <p:cNvPr id="150" name="Freeform 121">
              <a:extLst>
                <a:ext uri="{FF2B5EF4-FFF2-40B4-BE49-F238E27FC236}">
                  <a16:creationId xmlns:a16="http://schemas.microsoft.com/office/drawing/2014/main" id="{5134BF59-A04B-D80A-6274-8D8FFE2F7526}"/>
                </a:ext>
              </a:extLst>
            </p:cNvPr>
            <p:cNvSpPr>
              <a:spLocks noChangeArrowheads="1"/>
            </p:cNvSpPr>
            <p:nvPr/>
          </p:nvSpPr>
          <p:spPr bwMode="auto">
            <a:xfrm>
              <a:off x="4191000" y="2892425"/>
              <a:ext cx="247650" cy="257175"/>
            </a:xfrm>
            <a:custGeom>
              <a:avLst/>
              <a:gdLst>
                <a:gd name="T0" fmla="*/ 685 w 686"/>
                <a:gd name="T1" fmla="*/ 669 h 715"/>
                <a:gd name="T2" fmla="*/ 685 w 686"/>
                <a:gd name="T3" fmla="*/ 669 h 715"/>
                <a:gd name="T4" fmla="*/ 685 w 686"/>
                <a:gd name="T5" fmla="*/ 45 h 715"/>
                <a:gd name="T6" fmla="*/ 640 w 686"/>
                <a:gd name="T7" fmla="*/ 0 h 715"/>
                <a:gd name="T8" fmla="*/ 462 w 686"/>
                <a:gd name="T9" fmla="*/ 0 h 715"/>
                <a:gd name="T10" fmla="*/ 223 w 686"/>
                <a:gd name="T11" fmla="*/ 0 h 715"/>
                <a:gd name="T12" fmla="*/ 45 w 686"/>
                <a:gd name="T13" fmla="*/ 0 h 715"/>
                <a:gd name="T14" fmla="*/ 0 w 686"/>
                <a:gd name="T15" fmla="*/ 45 h 715"/>
                <a:gd name="T16" fmla="*/ 0 w 686"/>
                <a:gd name="T17" fmla="*/ 669 h 715"/>
                <a:gd name="T18" fmla="*/ 45 w 686"/>
                <a:gd name="T19" fmla="*/ 714 h 715"/>
                <a:gd name="T20" fmla="*/ 640 w 686"/>
                <a:gd name="T21" fmla="*/ 714 h 715"/>
                <a:gd name="T22" fmla="*/ 685 w 686"/>
                <a:gd name="T23" fmla="*/ 669 h 715"/>
                <a:gd name="T24" fmla="*/ 447 w 686"/>
                <a:gd name="T25" fmla="*/ 31 h 715"/>
                <a:gd name="T26" fmla="*/ 447 w 686"/>
                <a:gd name="T27" fmla="*/ 31 h 715"/>
                <a:gd name="T28" fmla="*/ 447 w 686"/>
                <a:gd name="T29" fmla="*/ 283 h 715"/>
                <a:gd name="T30" fmla="*/ 352 w 686"/>
                <a:gd name="T31" fmla="*/ 212 h 715"/>
                <a:gd name="T32" fmla="*/ 334 w 686"/>
                <a:gd name="T33" fmla="*/ 212 h 715"/>
                <a:gd name="T34" fmla="*/ 239 w 686"/>
                <a:gd name="T35" fmla="*/ 283 h 715"/>
                <a:gd name="T36" fmla="*/ 239 w 686"/>
                <a:gd name="T37" fmla="*/ 31 h 715"/>
                <a:gd name="T38" fmla="*/ 447 w 686"/>
                <a:gd name="T39" fmla="*/ 31 h 715"/>
                <a:gd name="T40" fmla="*/ 45 w 686"/>
                <a:gd name="T41" fmla="*/ 685 h 715"/>
                <a:gd name="T42" fmla="*/ 45 w 686"/>
                <a:gd name="T43" fmla="*/ 685 h 715"/>
                <a:gd name="T44" fmla="*/ 31 w 686"/>
                <a:gd name="T45" fmla="*/ 669 h 715"/>
                <a:gd name="T46" fmla="*/ 31 w 686"/>
                <a:gd name="T47" fmla="*/ 45 h 715"/>
                <a:gd name="T48" fmla="*/ 45 w 686"/>
                <a:gd name="T49" fmla="*/ 31 h 715"/>
                <a:gd name="T50" fmla="*/ 209 w 686"/>
                <a:gd name="T51" fmla="*/ 31 h 715"/>
                <a:gd name="T52" fmla="*/ 209 w 686"/>
                <a:gd name="T53" fmla="*/ 312 h 715"/>
                <a:gd name="T54" fmla="*/ 218 w 686"/>
                <a:gd name="T55" fmla="*/ 326 h 715"/>
                <a:gd name="T56" fmla="*/ 233 w 686"/>
                <a:gd name="T57" fmla="*/ 325 h 715"/>
                <a:gd name="T58" fmla="*/ 343 w 686"/>
                <a:gd name="T59" fmla="*/ 243 h 715"/>
                <a:gd name="T60" fmla="*/ 454 w 686"/>
                <a:gd name="T61" fmla="*/ 325 h 715"/>
                <a:gd name="T62" fmla="*/ 469 w 686"/>
                <a:gd name="T63" fmla="*/ 326 h 715"/>
                <a:gd name="T64" fmla="*/ 477 w 686"/>
                <a:gd name="T65" fmla="*/ 312 h 715"/>
                <a:gd name="T66" fmla="*/ 477 w 686"/>
                <a:gd name="T67" fmla="*/ 31 h 715"/>
                <a:gd name="T68" fmla="*/ 640 w 686"/>
                <a:gd name="T69" fmla="*/ 31 h 715"/>
                <a:gd name="T70" fmla="*/ 656 w 686"/>
                <a:gd name="T71" fmla="*/ 45 h 715"/>
                <a:gd name="T72" fmla="*/ 656 w 686"/>
                <a:gd name="T73" fmla="*/ 669 h 715"/>
                <a:gd name="T74" fmla="*/ 640 w 686"/>
                <a:gd name="T75" fmla="*/ 685 h 715"/>
                <a:gd name="T76" fmla="*/ 45 w 686"/>
                <a:gd name="T7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715">
                  <a:moveTo>
                    <a:pt x="685" y="669"/>
                  </a:moveTo>
                  <a:lnTo>
                    <a:pt x="685" y="669"/>
                  </a:lnTo>
                  <a:cubicBezTo>
                    <a:pt x="685" y="45"/>
                    <a:pt x="685" y="45"/>
                    <a:pt x="685" y="45"/>
                  </a:cubicBezTo>
                  <a:cubicBezTo>
                    <a:pt x="685" y="21"/>
                    <a:pt x="666" y="0"/>
                    <a:pt x="640" y="0"/>
                  </a:cubicBezTo>
                  <a:cubicBezTo>
                    <a:pt x="462" y="0"/>
                    <a:pt x="462" y="0"/>
                    <a:pt x="462" y="0"/>
                  </a:cubicBezTo>
                  <a:cubicBezTo>
                    <a:pt x="223" y="0"/>
                    <a:pt x="223" y="0"/>
                    <a:pt x="223" y="0"/>
                  </a:cubicBezTo>
                  <a:cubicBezTo>
                    <a:pt x="45" y="0"/>
                    <a:pt x="45" y="0"/>
                    <a:pt x="45" y="0"/>
                  </a:cubicBezTo>
                  <a:cubicBezTo>
                    <a:pt x="21" y="0"/>
                    <a:pt x="0" y="21"/>
                    <a:pt x="0" y="45"/>
                  </a:cubicBezTo>
                  <a:cubicBezTo>
                    <a:pt x="0" y="669"/>
                    <a:pt x="0" y="669"/>
                    <a:pt x="0" y="669"/>
                  </a:cubicBezTo>
                  <a:cubicBezTo>
                    <a:pt x="0" y="695"/>
                    <a:pt x="21" y="714"/>
                    <a:pt x="45" y="714"/>
                  </a:cubicBezTo>
                  <a:cubicBezTo>
                    <a:pt x="640" y="714"/>
                    <a:pt x="640" y="714"/>
                    <a:pt x="640" y="714"/>
                  </a:cubicBezTo>
                  <a:cubicBezTo>
                    <a:pt x="666" y="714"/>
                    <a:pt x="685" y="695"/>
                    <a:pt x="685" y="669"/>
                  </a:cubicBezTo>
                  <a:close/>
                  <a:moveTo>
                    <a:pt x="447" y="31"/>
                  </a:moveTo>
                  <a:lnTo>
                    <a:pt x="447" y="31"/>
                  </a:lnTo>
                  <a:cubicBezTo>
                    <a:pt x="447" y="283"/>
                    <a:pt x="447" y="283"/>
                    <a:pt x="447" y="283"/>
                  </a:cubicBezTo>
                  <a:cubicBezTo>
                    <a:pt x="352" y="212"/>
                    <a:pt x="352" y="212"/>
                    <a:pt x="352" y="212"/>
                  </a:cubicBezTo>
                  <a:cubicBezTo>
                    <a:pt x="346" y="208"/>
                    <a:pt x="339" y="208"/>
                    <a:pt x="334" y="212"/>
                  </a:cubicBezTo>
                  <a:cubicBezTo>
                    <a:pt x="239" y="283"/>
                    <a:pt x="239" y="283"/>
                    <a:pt x="239" y="283"/>
                  </a:cubicBezTo>
                  <a:cubicBezTo>
                    <a:pt x="239" y="31"/>
                    <a:pt x="239" y="31"/>
                    <a:pt x="239" y="31"/>
                  </a:cubicBezTo>
                  <a:lnTo>
                    <a:pt x="447" y="31"/>
                  </a:lnTo>
                  <a:close/>
                  <a:moveTo>
                    <a:pt x="45" y="685"/>
                  </a:moveTo>
                  <a:lnTo>
                    <a:pt x="45" y="685"/>
                  </a:lnTo>
                  <a:cubicBezTo>
                    <a:pt x="37" y="685"/>
                    <a:pt x="31" y="678"/>
                    <a:pt x="31" y="669"/>
                  </a:cubicBezTo>
                  <a:cubicBezTo>
                    <a:pt x="31" y="45"/>
                    <a:pt x="31" y="45"/>
                    <a:pt x="31" y="45"/>
                  </a:cubicBezTo>
                  <a:cubicBezTo>
                    <a:pt x="31" y="36"/>
                    <a:pt x="37" y="31"/>
                    <a:pt x="45" y="31"/>
                  </a:cubicBezTo>
                  <a:cubicBezTo>
                    <a:pt x="209" y="31"/>
                    <a:pt x="209" y="31"/>
                    <a:pt x="209" y="31"/>
                  </a:cubicBezTo>
                  <a:cubicBezTo>
                    <a:pt x="209" y="312"/>
                    <a:pt x="209" y="312"/>
                    <a:pt x="209" y="312"/>
                  </a:cubicBezTo>
                  <a:cubicBezTo>
                    <a:pt x="209" y="318"/>
                    <a:pt x="212" y="324"/>
                    <a:pt x="218" y="326"/>
                  </a:cubicBezTo>
                  <a:cubicBezTo>
                    <a:pt x="222" y="329"/>
                    <a:pt x="228" y="328"/>
                    <a:pt x="233" y="325"/>
                  </a:cubicBezTo>
                  <a:cubicBezTo>
                    <a:pt x="343" y="243"/>
                    <a:pt x="343" y="243"/>
                    <a:pt x="343" y="243"/>
                  </a:cubicBezTo>
                  <a:cubicBezTo>
                    <a:pt x="454" y="325"/>
                    <a:pt x="454" y="325"/>
                    <a:pt x="454" y="325"/>
                  </a:cubicBezTo>
                  <a:cubicBezTo>
                    <a:pt x="458" y="328"/>
                    <a:pt x="463" y="329"/>
                    <a:pt x="469" y="326"/>
                  </a:cubicBezTo>
                  <a:cubicBezTo>
                    <a:pt x="473" y="324"/>
                    <a:pt x="477" y="318"/>
                    <a:pt x="477" y="312"/>
                  </a:cubicBezTo>
                  <a:cubicBezTo>
                    <a:pt x="477" y="31"/>
                    <a:pt x="477" y="31"/>
                    <a:pt x="477" y="31"/>
                  </a:cubicBezTo>
                  <a:cubicBezTo>
                    <a:pt x="640" y="31"/>
                    <a:pt x="640" y="31"/>
                    <a:pt x="640" y="31"/>
                  </a:cubicBezTo>
                  <a:cubicBezTo>
                    <a:pt x="649" y="31"/>
                    <a:pt x="656" y="36"/>
                    <a:pt x="656" y="45"/>
                  </a:cubicBezTo>
                  <a:cubicBezTo>
                    <a:pt x="656" y="669"/>
                    <a:pt x="656" y="669"/>
                    <a:pt x="656" y="669"/>
                  </a:cubicBezTo>
                  <a:cubicBezTo>
                    <a:pt x="656" y="678"/>
                    <a:pt x="649" y="685"/>
                    <a:pt x="640" y="685"/>
                  </a:cubicBezTo>
                  <a:lnTo>
                    <a:pt x="4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1159D2B0-FA30-9316-EE8D-A95A2C303FD5}"/>
                </a:ext>
              </a:extLst>
            </p:cNvPr>
            <p:cNvSpPr>
              <a:spLocks noChangeArrowheads="1"/>
            </p:cNvSpPr>
            <p:nvPr/>
          </p:nvSpPr>
          <p:spPr bwMode="auto">
            <a:xfrm>
              <a:off x="4222750" y="3074988"/>
              <a:ext cx="53975" cy="11112"/>
            </a:xfrm>
            <a:custGeom>
              <a:avLst/>
              <a:gdLst>
                <a:gd name="T0" fmla="*/ 15 w 150"/>
                <a:gd name="T1" fmla="*/ 30 h 31"/>
                <a:gd name="T2" fmla="*/ 15 w 150"/>
                <a:gd name="T3" fmla="*/ 30 h 31"/>
                <a:gd name="T4" fmla="*/ 133 w 150"/>
                <a:gd name="T5" fmla="*/ 30 h 31"/>
                <a:gd name="T6" fmla="*/ 149 w 150"/>
                <a:gd name="T7" fmla="*/ 16 h 31"/>
                <a:gd name="T8" fmla="*/ 133 w 150"/>
                <a:gd name="T9" fmla="*/ 0 h 31"/>
                <a:gd name="T10" fmla="*/ 15 w 150"/>
                <a:gd name="T11" fmla="*/ 0 h 31"/>
                <a:gd name="T12" fmla="*/ 0 w 150"/>
                <a:gd name="T13" fmla="*/ 16 h 31"/>
                <a:gd name="T14" fmla="*/ 15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5" y="30"/>
                  </a:moveTo>
                  <a:lnTo>
                    <a:pt x="15" y="30"/>
                  </a:lnTo>
                  <a:cubicBezTo>
                    <a:pt x="133" y="30"/>
                    <a:pt x="133" y="30"/>
                    <a:pt x="133" y="30"/>
                  </a:cubicBezTo>
                  <a:cubicBezTo>
                    <a:pt x="142" y="30"/>
                    <a:pt x="149" y="24"/>
                    <a:pt x="149" y="16"/>
                  </a:cubicBezTo>
                  <a:cubicBezTo>
                    <a:pt x="149" y="7"/>
                    <a:pt x="142" y="0"/>
                    <a:pt x="133"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F9FAA169-044D-D738-1534-CF460DA9C073}"/>
                </a:ext>
              </a:extLst>
            </p:cNvPr>
            <p:cNvSpPr>
              <a:spLocks noChangeArrowheads="1"/>
            </p:cNvSpPr>
            <p:nvPr/>
          </p:nvSpPr>
          <p:spPr bwMode="auto">
            <a:xfrm>
              <a:off x="4222750" y="3106738"/>
              <a:ext cx="107950" cy="11112"/>
            </a:xfrm>
            <a:custGeom>
              <a:avLst/>
              <a:gdLst>
                <a:gd name="T0" fmla="*/ 283 w 299"/>
                <a:gd name="T1" fmla="*/ 0 h 30"/>
                <a:gd name="T2" fmla="*/ 283 w 299"/>
                <a:gd name="T3" fmla="*/ 0 h 30"/>
                <a:gd name="T4" fmla="*/ 15 w 299"/>
                <a:gd name="T5" fmla="*/ 0 h 30"/>
                <a:gd name="T6" fmla="*/ 0 w 299"/>
                <a:gd name="T7" fmla="*/ 15 h 30"/>
                <a:gd name="T8" fmla="*/ 15 w 299"/>
                <a:gd name="T9" fmla="*/ 29 h 30"/>
                <a:gd name="T10" fmla="*/ 283 w 299"/>
                <a:gd name="T11" fmla="*/ 29 h 30"/>
                <a:gd name="T12" fmla="*/ 298 w 299"/>
                <a:gd name="T13" fmla="*/ 15 h 30"/>
                <a:gd name="T14" fmla="*/ 283 w 29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0">
                  <a:moveTo>
                    <a:pt x="283" y="0"/>
                  </a:moveTo>
                  <a:lnTo>
                    <a:pt x="283" y="0"/>
                  </a:lnTo>
                  <a:cubicBezTo>
                    <a:pt x="15" y="0"/>
                    <a:pt x="15" y="0"/>
                    <a:pt x="15" y="0"/>
                  </a:cubicBezTo>
                  <a:cubicBezTo>
                    <a:pt x="7" y="0"/>
                    <a:pt x="0" y="6"/>
                    <a:pt x="0" y="15"/>
                  </a:cubicBezTo>
                  <a:cubicBezTo>
                    <a:pt x="0" y="23"/>
                    <a:pt x="7" y="29"/>
                    <a:pt x="15" y="29"/>
                  </a:cubicBezTo>
                  <a:cubicBezTo>
                    <a:pt x="283" y="29"/>
                    <a:pt x="283" y="29"/>
                    <a:pt x="283" y="29"/>
                  </a:cubicBezTo>
                  <a:cubicBezTo>
                    <a:pt x="291" y="29"/>
                    <a:pt x="298" y="23"/>
                    <a:pt x="298" y="15"/>
                  </a:cubicBezTo>
                  <a:cubicBezTo>
                    <a:pt x="298" y="6"/>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3" name="Group 156">
            <a:extLst>
              <a:ext uri="{FF2B5EF4-FFF2-40B4-BE49-F238E27FC236}">
                <a16:creationId xmlns:a16="http://schemas.microsoft.com/office/drawing/2014/main" id="{EF51CE36-AB59-53B4-1EB0-D5248D1C3B85}"/>
              </a:ext>
            </a:extLst>
          </p:cNvPr>
          <p:cNvGrpSpPr/>
          <p:nvPr/>
        </p:nvGrpSpPr>
        <p:grpSpPr>
          <a:xfrm>
            <a:off x="7231731" y="1554064"/>
            <a:ext cx="257175" cy="193675"/>
            <a:chOff x="6203950" y="1893888"/>
            <a:chExt cx="257175" cy="193675"/>
          </a:xfrm>
          <a:solidFill>
            <a:schemeClr val="tx2"/>
          </a:solidFill>
        </p:grpSpPr>
        <p:sp>
          <p:nvSpPr>
            <p:cNvPr id="154" name="Freeform 124">
              <a:extLst>
                <a:ext uri="{FF2B5EF4-FFF2-40B4-BE49-F238E27FC236}">
                  <a16:creationId xmlns:a16="http://schemas.microsoft.com/office/drawing/2014/main" id="{622E3930-B93C-F00A-BF65-16332B9E00F7}"/>
                </a:ext>
              </a:extLst>
            </p:cNvPr>
            <p:cNvSpPr>
              <a:spLocks noChangeArrowheads="1"/>
            </p:cNvSpPr>
            <p:nvPr/>
          </p:nvSpPr>
          <p:spPr bwMode="auto">
            <a:xfrm>
              <a:off x="6280150" y="1922463"/>
              <a:ext cx="122238" cy="122237"/>
            </a:xfrm>
            <a:custGeom>
              <a:avLst/>
              <a:gdLst>
                <a:gd name="T0" fmla="*/ 7 w 340"/>
                <a:gd name="T1" fmla="*/ 333 h 340"/>
                <a:gd name="T2" fmla="*/ 7 w 340"/>
                <a:gd name="T3" fmla="*/ 333 h 340"/>
                <a:gd name="T4" fmla="*/ 28 w 340"/>
                <a:gd name="T5" fmla="*/ 333 h 340"/>
                <a:gd name="T6" fmla="*/ 333 w 340"/>
                <a:gd name="T7" fmla="*/ 28 h 340"/>
                <a:gd name="T8" fmla="*/ 333 w 340"/>
                <a:gd name="T9" fmla="*/ 5 h 340"/>
                <a:gd name="T10" fmla="*/ 312 w 340"/>
                <a:gd name="T11" fmla="*/ 5 h 340"/>
                <a:gd name="T12" fmla="*/ 7 w 340"/>
                <a:gd name="T13" fmla="*/ 312 h 340"/>
                <a:gd name="T14" fmla="*/ 7 w 340"/>
                <a:gd name="T15" fmla="*/ 333 h 3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 h="340">
                  <a:moveTo>
                    <a:pt x="7" y="333"/>
                  </a:moveTo>
                  <a:lnTo>
                    <a:pt x="7" y="333"/>
                  </a:lnTo>
                  <a:cubicBezTo>
                    <a:pt x="12" y="339"/>
                    <a:pt x="22" y="339"/>
                    <a:pt x="28" y="333"/>
                  </a:cubicBezTo>
                  <a:cubicBezTo>
                    <a:pt x="333" y="28"/>
                    <a:pt x="333" y="28"/>
                    <a:pt x="333" y="28"/>
                  </a:cubicBezTo>
                  <a:cubicBezTo>
                    <a:pt x="339" y="21"/>
                    <a:pt x="339" y="12"/>
                    <a:pt x="333" y="5"/>
                  </a:cubicBezTo>
                  <a:cubicBezTo>
                    <a:pt x="328" y="0"/>
                    <a:pt x="318" y="0"/>
                    <a:pt x="312" y="5"/>
                  </a:cubicBezTo>
                  <a:cubicBezTo>
                    <a:pt x="7" y="312"/>
                    <a:pt x="7" y="312"/>
                    <a:pt x="7" y="312"/>
                  </a:cubicBezTo>
                  <a:cubicBezTo>
                    <a:pt x="0" y="318"/>
                    <a:pt x="0" y="327"/>
                    <a:pt x="7" y="3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54F53E98-5E90-1E4B-7F4A-845FC734B22D}"/>
                </a:ext>
              </a:extLst>
            </p:cNvPr>
            <p:cNvSpPr>
              <a:spLocks noChangeArrowheads="1"/>
            </p:cNvSpPr>
            <p:nvPr/>
          </p:nvSpPr>
          <p:spPr bwMode="auto">
            <a:xfrm>
              <a:off x="6269038" y="1925638"/>
              <a:ext cx="53975" cy="53975"/>
            </a:xfrm>
            <a:custGeom>
              <a:avLst/>
              <a:gdLst>
                <a:gd name="T0" fmla="*/ 74 w 150"/>
                <a:gd name="T1" fmla="*/ 149 h 150"/>
                <a:gd name="T2" fmla="*/ 74 w 150"/>
                <a:gd name="T3" fmla="*/ 149 h 150"/>
                <a:gd name="T4" fmla="*/ 149 w 150"/>
                <a:gd name="T5" fmla="*/ 74 h 150"/>
                <a:gd name="T6" fmla="*/ 74 w 150"/>
                <a:gd name="T7" fmla="*/ 0 h 150"/>
                <a:gd name="T8" fmla="*/ 0 w 150"/>
                <a:gd name="T9" fmla="*/ 74 h 150"/>
                <a:gd name="T10" fmla="*/ 74 w 150"/>
                <a:gd name="T11" fmla="*/ 149 h 150"/>
                <a:gd name="T12" fmla="*/ 74 w 150"/>
                <a:gd name="T13" fmla="*/ 29 h 150"/>
                <a:gd name="T14" fmla="*/ 74 w 150"/>
                <a:gd name="T15" fmla="*/ 29 h 150"/>
                <a:gd name="T16" fmla="*/ 118 w 150"/>
                <a:gd name="T17" fmla="*/ 74 h 150"/>
                <a:gd name="T18" fmla="*/ 74 w 150"/>
                <a:gd name="T19" fmla="*/ 119 h 150"/>
                <a:gd name="T20" fmla="*/ 29 w 150"/>
                <a:gd name="T21" fmla="*/ 74 h 150"/>
                <a:gd name="T22" fmla="*/ 74 w 150"/>
                <a:gd name="T23" fmla="*/ 2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149"/>
                  </a:moveTo>
                  <a:lnTo>
                    <a:pt x="74" y="149"/>
                  </a:lnTo>
                  <a:cubicBezTo>
                    <a:pt x="115" y="149"/>
                    <a:pt x="149" y="116"/>
                    <a:pt x="149" y="74"/>
                  </a:cubicBezTo>
                  <a:cubicBezTo>
                    <a:pt x="149" y="34"/>
                    <a:pt x="115" y="0"/>
                    <a:pt x="74" y="0"/>
                  </a:cubicBezTo>
                  <a:cubicBezTo>
                    <a:pt x="33" y="0"/>
                    <a:pt x="0" y="34"/>
                    <a:pt x="0" y="74"/>
                  </a:cubicBezTo>
                  <a:cubicBezTo>
                    <a:pt x="0" y="116"/>
                    <a:pt x="33" y="149"/>
                    <a:pt x="74" y="149"/>
                  </a:cubicBezTo>
                  <a:close/>
                  <a:moveTo>
                    <a:pt x="74" y="29"/>
                  </a:moveTo>
                  <a:lnTo>
                    <a:pt x="74" y="29"/>
                  </a:lnTo>
                  <a:cubicBezTo>
                    <a:pt x="99" y="29"/>
                    <a:pt x="118" y="50"/>
                    <a:pt x="118" y="74"/>
                  </a:cubicBezTo>
                  <a:cubicBezTo>
                    <a:pt x="118" y="99"/>
                    <a:pt x="99" y="119"/>
                    <a:pt x="74" y="119"/>
                  </a:cubicBezTo>
                  <a:cubicBezTo>
                    <a:pt x="50" y="119"/>
                    <a:pt x="29" y="99"/>
                    <a:pt x="29" y="74"/>
                  </a:cubicBezTo>
                  <a:cubicBezTo>
                    <a:pt x="29" y="50"/>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847DA9C6-7D84-B828-564B-13BD49DD02CE}"/>
                </a:ext>
              </a:extLst>
            </p:cNvPr>
            <p:cNvSpPr>
              <a:spLocks noChangeArrowheads="1"/>
            </p:cNvSpPr>
            <p:nvPr/>
          </p:nvSpPr>
          <p:spPr bwMode="auto">
            <a:xfrm>
              <a:off x="6354763" y="2000250"/>
              <a:ext cx="53975" cy="53975"/>
            </a:xfrm>
            <a:custGeom>
              <a:avLst/>
              <a:gdLst>
                <a:gd name="T0" fmla="*/ 74 w 149"/>
                <a:gd name="T1" fmla="*/ 0 h 150"/>
                <a:gd name="T2" fmla="*/ 74 w 149"/>
                <a:gd name="T3" fmla="*/ 0 h 150"/>
                <a:gd name="T4" fmla="*/ 0 w 149"/>
                <a:gd name="T5" fmla="*/ 75 h 150"/>
                <a:gd name="T6" fmla="*/ 74 w 149"/>
                <a:gd name="T7" fmla="*/ 149 h 150"/>
                <a:gd name="T8" fmla="*/ 148 w 149"/>
                <a:gd name="T9" fmla="*/ 75 h 150"/>
                <a:gd name="T10" fmla="*/ 74 w 149"/>
                <a:gd name="T11" fmla="*/ 0 h 150"/>
                <a:gd name="T12" fmla="*/ 74 w 149"/>
                <a:gd name="T13" fmla="*/ 120 h 150"/>
                <a:gd name="T14" fmla="*/ 74 w 149"/>
                <a:gd name="T15" fmla="*/ 120 h 150"/>
                <a:gd name="T16" fmla="*/ 29 w 149"/>
                <a:gd name="T17" fmla="*/ 75 h 150"/>
                <a:gd name="T18" fmla="*/ 74 w 149"/>
                <a:gd name="T19" fmla="*/ 31 h 150"/>
                <a:gd name="T20" fmla="*/ 119 w 149"/>
                <a:gd name="T21" fmla="*/ 75 h 150"/>
                <a:gd name="T22" fmla="*/ 74 w 149"/>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0">
                  <a:moveTo>
                    <a:pt x="74" y="0"/>
                  </a:moveTo>
                  <a:lnTo>
                    <a:pt x="74" y="0"/>
                  </a:lnTo>
                  <a:cubicBezTo>
                    <a:pt x="32" y="0"/>
                    <a:pt x="0" y="33"/>
                    <a:pt x="0" y="75"/>
                  </a:cubicBezTo>
                  <a:cubicBezTo>
                    <a:pt x="0" y="116"/>
                    <a:pt x="32" y="149"/>
                    <a:pt x="74" y="149"/>
                  </a:cubicBezTo>
                  <a:cubicBezTo>
                    <a:pt x="114" y="149"/>
                    <a:pt x="148" y="116"/>
                    <a:pt x="148" y="75"/>
                  </a:cubicBezTo>
                  <a:cubicBezTo>
                    <a:pt x="148" y="33"/>
                    <a:pt x="114" y="0"/>
                    <a:pt x="74" y="0"/>
                  </a:cubicBezTo>
                  <a:close/>
                  <a:moveTo>
                    <a:pt x="74" y="120"/>
                  </a:moveTo>
                  <a:lnTo>
                    <a:pt x="74" y="120"/>
                  </a:lnTo>
                  <a:cubicBezTo>
                    <a:pt x="49" y="120"/>
                    <a:pt x="29" y="99"/>
                    <a:pt x="29" y="75"/>
                  </a:cubicBezTo>
                  <a:cubicBezTo>
                    <a:pt x="29" y="50"/>
                    <a:pt x="49" y="31"/>
                    <a:pt x="74" y="31"/>
                  </a:cubicBezTo>
                  <a:cubicBezTo>
                    <a:pt x="99" y="31"/>
                    <a:pt x="119" y="50"/>
                    <a:pt x="119" y="75"/>
                  </a:cubicBezTo>
                  <a:cubicBezTo>
                    <a:pt x="119"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2130D243-2B78-1FC0-EF1D-D5E6EC57B700}"/>
                </a:ext>
              </a:extLst>
            </p:cNvPr>
            <p:cNvSpPr>
              <a:spLocks noChangeArrowheads="1"/>
            </p:cNvSpPr>
            <p:nvPr/>
          </p:nvSpPr>
          <p:spPr bwMode="auto">
            <a:xfrm>
              <a:off x="6203950" y="1893888"/>
              <a:ext cx="257175" cy="193675"/>
            </a:xfrm>
            <a:custGeom>
              <a:avLst/>
              <a:gdLst>
                <a:gd name="T0" fmla="*/ 45 w 715"/>
                <a:gd name="T1" fmla="*/ 535 h 536"/>
                <a:gd name="T2" fmla="*/ 45 w 715"/>
                <a:gd name="T3" fmla="*/ 535 h 536"/>
                <a:gd name="T4" fmla="*/ 670 w 715"/>
                <a:gd name="T5" fmla="*/ 535 h 536"/>
                <a:gd name="T6" fmla="*/ 714 w 715"/>
                <a:gd name="T7" fmla="*/ 491 h 536"/>
                <a:gd name="T8" fmla="*/ 714 w 715"/>
                <a:gd name="T9" fmla="*/ 372 h 536"/>
                <a:gd name="T10" fmla="*/ 704 w 715"/>
                <a:gd name="T11" fmla="*/ 358 h 536"/>
                <a:gd name="T12" fmla="*/ 699 w 715"/>
                <a:gd name="T13" fmla="*/ 357 h 536"/>
                <a:gd name="T14" fmla="*/ 625 w 715"/>
                <a:gd name="T15" fmla="*/ 283 h 536"/>
                <a:gd name="T16" fmla="*/ 699 w 715"/>
                <a:gd name="T17" fmla="*/ 208 h 536"/>
                <a:gd name="T18" fmla="*/ 704 w 715"/>
                <a:gd name="T19" fmla="*/ 208 h 536"/>
                <a:gd name="T20" fmla="*/ 714 w 715"/>
                <a:gd name="T21" fmla="*/ 194 h 536"/>
                <a:gd name="T22" fmla="*/ 714 w 715"/>
                <a:gd name="T23" fmla="*/ 44 h 536"/>
                <a:gd name="T24" fmla="*/ 670 w 715"/>
                <a:gd name="T25" fmla="*/ 0 h 536"/>
                <a:gd name="T26" fmla="*/ 45 w 715"/>
                <a:gd name="T27" fmla="*/ 0 h 536"/>
                <a:gd name="T28" fmla="*/ 0 w 715"/>
                <a:gd name="T29" fmla="*/ 44 h 536"/>
                <a:gd name="T30" fmla="*/ 0 w 715"/>
                <a:gd name="T31" fmla="*/ 194 h 536"/>
                <a:gd name="T32" fmla="*/ 15 w 715"/>
                <a:gd name="T33" fmla="*/ 208 h 536"/>
                <a:gd name="T34" fmla="*/ 89 w 715"/>
                <a:gd name="T35" fmla="*/ 283 h 536"/>
                <a:gd name="T36" fmla="*/ 15 w 715"/>
                <a:gd name="T37" fmla="*/ 357 h 536"/>
                <a:gd name="T38" fmla="*/ 0 w 715"/>
                <a:gd name="T39" fmla="*/ 372 h 536"/>
                <a:gd name="T40" fmla="*/ 0 w 715"/>
                <a:gd name="T41" fmla="*/ 491 h 536"/>
                <a:gd name="T42" fmla="*/ 45 w 715"/>
                <a:gd name="T43" fmla="*/ 535 h 536"/>
                <a:gd name="T44" fmla="*/ 88 w 715"/>
                <a:gd name="T45" fmla="*/ 357 h 536"/>
                <a:gd name="T46" fmla="*/ 88 w 715"/>
                <a:gd name="T47" fmla="*/ 357 h 536"/>
                <a:gd name="T48" fmla="*/ 119 w 715"/>
                <a:gd name="T49" fmla="*/ 283 h 536"/>
                <a:gd name="T50" fmla="*/ 88 w 715"/>
                <a:gd name="T51" fmla="*/ 209 h 536"/>
                <a:gd name="T52" fmla="*/ 29 w 715"/>
                <a:gd name="T53" fmla="*/ 180 h 536"/>
                <a:gd name="T54" fmla="*/ 29 w 715"/>
                <a:gd name="T55" fmla="*/ 44 h 536"/>
                <a:gd name="T56" fmla="*/ 45 w 715"/>
                <a:gd name="T57" fmla="*/ 29 h 536"/>
                <a:gd name="T58" fmla="*/ 670 w 715"/>
                <a:gd name="T59" fmla="*/ 29 h 536"/>
                <a:gd name="T60" fmla="*/ 685 w 715"/>
                <a:gd name="T61" fmla="*/ 44 h 536"/>
                <a:gd name="T62" fmla="*/ 685 w 715"/>
                <a:gd name="T63" fmla="*/ 180 h 536"/>
                <a:gd name="T64" fmla="*/ 625 w 715"/>
                <a:gd name="T65" fmla="*/ 209 h 536"/>
                <a:gd name="T66" fmla="*/ 596 w 715"/>
                <a:gd name="T67" fmla="*/ 283 h 536"/>
                <a:gd name="T68" fmla="*/ 625 w 715"/>
                <a:gd name="T69" fmla="*/ 357 h 536"/>
                <a:gd name="T70" fmla="*/ 685 w 715"/>
                <a:gd name="T71" fmla="*/ 386 h 536"/>
                <a:gd name="T72" fmla="*/ 685 w 715"/>
                <a:gd name="T73" fmla="*/ 491 h 536"/>
                <a:gd name="T74" fmla="*/ 670 w 715"/>
                <a:gd name="T75" fmla="*/ 506 h 536"/>
                <a:gd name="T76" fmla="*/ 45 w 715"/>
                <a:gd name="T77" fmla="*/ 506 h 536"/>
                <a:gd name="T78" fmla="*/ 29 w 715"/>
                <a:gd name="T79" fmla="*/ 491 h 536"/>
                <a:gd name="T80" fmla="*/ 29 w 715"/>
                <a:gd name="T81" fmla="*/ 386 h 536"/>
                <a:gd name="T82" fmla="*/ 88 w 715"/>
                <a:gd name="T83" fmla="*/ 35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36">
                  <a:moveTo>
                    <a:pt x="45" y="535"/>
                  </a:moveTo>
                  <a:lnTo>
                    <a:pt x="45" y="535"/>
                  </a:lnTo>
                  <a:cubicBezTo>
                    <a:pt x="670" y="535"/>
                    <a:pt x="670" y="535"/>
                    <a:pt x="670" y="535"/>
                  </a:cubicBezTo>
                  <a:cubicBezTo>
                    <a:pt x="695" y="535"/>
                    <a:pt x="714" y="516"/>
                    <a:pt x="714" y="491"/>
                  </a:cubicBezTo>
                  <a:cubicBezTo>
                    <a:pt x="714" y="372"/>
                    <a:pt x="714" y="372"/>
                    <a:pt x="714" y="372"/>
                  </a:cubicBezTo>
                  <a:cubicBezTo>
                    <a:pt x="714" y="365"/>
                    <a:pt x="710" y="360"/>
                    <a:pt x="704" y="358"/>
                  </a:cubicBezTo>
                  <a:cubicBezTo>
                    <a:pt x="703" y="357"/>
                    <a:pt x="702" y="357"/>
                    <a:pt x="699" y="357"/>
                  </a:cubicBezTo>
                  <a:cubicBezTo>
                    <a:pt x="658" y="357"/>
                    <a:pt x="625" y="323"/>
                    <a:pt x="625" y="283"/>
                  </a:cubicBezTo>
                  <a:cubicBezTo>
                    <a:pt x="625" y="241"/>
                    <a:pt x="658" y="208"/>
                    <a:pt x="699" y="208"/>
                  </a:cubicBezTo>
                  <a:cubicBezTo>
                    <a:pt x="702" y="208"/>
                    <a:pt x="703" y="208"/>
                    <a:pt x="704" y="208"/>
                  </a:cubicBezTo>
                  <a:cubicBezTo>
                    <a:pt x="710" y="205"/>
                    <a:pt x="714" y="199"/>
                    <a:pt x="714" y="194"/>
                  </a:cubicBezTo>
                  <a:cubicBezTo>
                    <a:pt x="714" y="44"/>
                    <a:pt x="714" y="44"/>
                    <a:pt x="714" y="44"/>
                  </a:cubicBezTo>
                  <a:cubicBezTo>
                    <a:pt x="714" y="19"/>
                    <a:pt x="695" y="0"/>
                    <a:pt x="670" y="0"/>
                  </a:cubicBezTo>
                  <a:cubicBezTo>
                    <a:pt x="45" y="0"/>
                    <a:pt x="45" y="0"/>
                    <a:pt x="45" y="0"/>
                  </a:cubicBezTo>
                  <a:cubicBezTo>
                    <a:pt x="20" y="0"/>
                    <a:pt x="0" y="19"/>
                    <a:pt x="0" y="44"/>
                  </a:cubicBezTo>
                  <a:cubicBezTo>
                    <a:pt x="0" y="194"/>
                    <a:pt x="0" y="194"/>
                    <a:pt x="0" y="194"/>
                  </a:cubicBezTo>
                  <a:cubicBezTo>
                    <a:pt x="0" y="202"/>
                    <a:pt x="7" y="208"/>
                    <a:pt x="15" y="208"/>
                  </a:cubicBezTo>
                  <a:cubicBezTo>
                    <a:pt x="56" y="208"/>
                    <a:pt x="89" y="241"/>
                    <a:pt x="89" y="283"/>
                  </a:cubicBezTo>
                  <a:cubicBezTo>
                    <a:pt x="89" y="323"/>
                    <a:pt x="56" y="357"/>
                    <a:pt x="15" y="357"/>
                  </a:cubicBezTo>
                  <a:cubicBezTo>
                    <a:pt x="7" y="357"/>
                    <a:pt x="0" y="364"/>
                    <a:pt x="0" y="372"/>
                  </a:cubicBezTo>
                  <a:cubicBezTo>
                    <a:pt x="0" y="491"/>
                    <a:pt x="0" y="491"/>
                    <a:pt x="0" y="491"/>
                  </a:cubicBezTo>
                  <a:cubicBezTo>
                    <a:pt x="0" y="516"/>
                    <a:pt x="20" y="535"/>
                    <a:pt x="45" y="535"/>
                  </a:cubicBezTo>
                  <a:close/>
                  <a:moveTo>
                    <a:pt x="88" y="357"/>
                  </a:moveTo>
                  <a:lnTo>
                    <a:pt x="88" y="357"/>
                  </a:lnTo>
                  <a:cubicBezTo>
                    <a:pt x="107" y="337"/>
                    <a:pt x="119" y="311"/>
                    <a:pt x="119" y="283"/>
                  </a:cubicBezTo>
                  <a:cubicBezTo>
                    <a:pt x="119" y="254"/>
                    <a:pt x="107" y="227"/>
                    <a:pt x="88" y="209"/>
                  </a:cubicBezTo>
                  <a:cubicBezTo>
                    <a:pt x="73" y="194"/>
                    <a:pt x="53" y="182"/>
                    <a:pt x="29" y="180"/>
                  </a:cubicBezTo>
                  <a:cubicBezTo>
                    <a:pt x="29" y="44"/>
                    <a:pt x="29" y="44"/>
                    <a:pt x="29" y="44"/>
                  </a:cubicBezTo>
                  <a:cubicBezTo>
                    <a:pt x="29" y="36"/>
                    <a:pt x="36" y="29"/>
                    <a:pt x="45" y="29"/>
                  </a:cubicBezTo>
                  <a:cubicBezTo>
                    <a:pt x="670" y="29"/>
                    <a:pt x="670" y="29"/>
                    <a:pt x="670" y="29"/>
                  </a:cubicBezTo>
                  <a:cubicBezTo>
                    <a:pt x="678" y="29"/>
                    <a:pt x="685" y="36"/>
                    <a:pt x="685" y="44"/>
                  </a:cubicBezTo>
                  <a:cubicBezTo>
                    <a:pt x="685" y="180"/>
                    <a:pt x="685" y="180"/>
                    <a:pt x="685" y="180"/>
                  </a:cubicBezTo>
                  <a:cubicBezTo>
                    <a:pt x="661" y="182"/>
                    <a:pt x="642" y="194"/>
                    <a:pt x="625" y="209"/>
                  </a:cubicBezTo>
                  <a:cubicBezTo>
                    <a:pt x="607" y="227"/>
                    <a:pt x="596" y="254"/>
                    <a:pt x="596" y="283"/>
                  </a:cubicBezTo>
                  <a:cubicBezTo>
                    <a:pt x="596" y="311"/>
                    <a:pt x="607" y="337"/>
                    <a:pt x="625" y="357"/>
                  </a:cubicBezTo>
                  <a:cubicBezTo>
                    <a:pt x="642" y="372"/>
                    <a:pt x="661" y="382"/>
                    <a:pt x="685" y="386"/>
                  </a:cubicBezTo>
                  <a:cubicBezTo>
                    <a:pt x="685" y="491"/>
                    <a:pt x="685" y="491"/>
                    <a:pt x="685" y="491"/>
                  </a:cubicBezTo>
                  <a:cubicBezTo>
                    <a:pt x="685" y="499"/>
                    <a:pt x="678" y="506"/>
                    <a:pt x="670" y="506"/>
                  </a:cubicBezTo>
                  <a:cubicBezTo>
                    <a:pt x="45" y="506"/>
                    <a:pt x="45" y="506"/>
                    <a:pt x="45" y="506"/>
                  </a:cubicBezTo>
                  <a:cubicBezTo>
                    <a:pt x="36" y="506"/>
                    <a:pt x="29" y="499"/>
                    <a:pt x="29" y="491"/>
                  </a:cubicBezTo>
                  <a:cubicBezTo>
                    <a:pt x="29" y="386"/>
                    <a:pt x="29" y="386"/>
                    <a:pt x="29" y="386"/>
                  </a:cubicBezTo>
                  <a:cubicBezTo>
                    <a:pt x="53" y="382"/>
                    <a:pt x="73" y="372"/>
                    <a:pt x="88" y="3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67B70FD2-49AA-6BD3-07B6-477D5D8AF573}"/>
              </a:ext>
            </a:extLst>
          </p:cNvPr>
          <p:cNvSpPr>
            <a:spLocks noChangeArrowheads="1"/>
          </p:cNvSpPr>
          <p:nvPr/>
        </p:nvSpPr>
        <p:spPr bwMode="auto">
          <a:xfrm>
            <a:off x="7231731" y="1016694"/>
            <a:ext cx="257175" cy="255588"/>
          </a:xfrm>
          <a:custGeom>
            <a:avLst/>
            <a:gdLst>
              <a:gd name="T0" fmla="*/ 60 w 715"/>
              <a:gd name="T1" fmla="*/ 667 h 712"/>
              <a:gd name="T2" fmla="*/ 610 w 715"/>
              <a:gd name="T3" fmla="*/ 711 h 712"/>
              <a:gd name="T4" fmla="*/ 654 w 715"/>
              <a:gd name="T5" fmla="*/ 354 h 712"/>
              <a:gd name="T6" fmla="*/ 714 w 715"/>
              <a:gd name="T7" fmla="*/ 340 h 712"/>
              <a:gd name="T8" fmla="*/ 670 w 715"/>
              <a:gd name="T9" fmla="*/ 206 h 712"/>
              <a:gd name="T10" fmla="*/ 502 w 715"/>
              <a:gd name="T11" fmla="*/ 153 h 712"/>
              <a:gd name="T12" fmla="*/ 523 w 715"/>
              <a:gd name="T13" fmla="*/ 24 h 712"/>
              <a:gd name="T14" fmla="*/ 523 w 715"/>
              <a:gd name="T15" fmla="*/ 24 h 712"/>
              <a:gd name="T16" fmla="*/ 466 w 715"/>
              <a:gd name="T17" fmla="*/ 0 h 712"/>
              <a:gd name="T18" fmla="*/ 388 w 715"/>
              <a:gd name="T19" fmla="*/ 59 h 712"/>
              <a:gd name="T20" fmla="*/ 357 w 715"/>
              <a:gd name="T21" fmla="*/ 166 h 712"/>
              <a:gd name="T22" fmla="*/ 296 w 715"/>
              <a:gd name="T23" fmla="*/ 15 h 712"/>
              <a:gd name="T24" fmla="*/ 191 w 715"/>
              <a:gd name="T25" fmla="*/ 24 h 712"/>
              <a:gd name="T26" fmla="*/ 191 w 715"/>
              <a:gd name="T27" fmla="*/ 24 h 712"/>
              <a:gd name="T28" fmla="*/ 167 w 715"/>
              <a:gd name="T29" fmla="*/ 81 h 712"/>
              <a:gd name="T30" fmla="*/ 318 w 715"/>
              <a:gd name="T31" fmla="*/ 206 h 712"/>
              <a:gd name="T32" fmla="*/ 0 w 715"/>
              <a:gd name="T33" fmla="*/ 251 h 712"/>
              <a:gd name="T34" fmla="*/ 60 w 715"/>
              <a:gd name="T35" fmla="*/ 354 h 712"/>
              <a:gd name="T36" fmla="*/ 89 w 715"/>
              <a:gd name="T37" fmla="*/ 667 h 712"/>
              <a:gd name="T38" fmla="*/ 89 w 715"/>
              <a:gd name="T39" fmla="*/ 354 h 712"/>
              <a:gd name="T40" fmla="*/ 342 w 715"/>
              <a:gd name="T41" fmla="*/ 682 h 712"/>
              <a:gd name="T42" fmla="*/ 89 w 715"/>
              <a:gd name="T43" fmla="*/ 667 h 712"/>
              <a:gd name="T44" fmla="*/ 625 w 715"/>
              <a:gd name="T45" fmla="*/ 667 h 712"/>
              <a:gd name="T46" fmla="*/ 372 w 715"/>
              <a:gd name="T47" fmla="*/ 682 h 712"/>
              <a:gd name="T48" fmla="*/ 625 w 715"/>
              <a:gd name="T49" fmla="*/ 354 h 712"/>
              <a:gd name="T50" fmla="*/ 402 w 715"/>
              <a:gd name="T51" fmla="*/ 63 h 712"/>
              <a:gd name="T52" fmla="*/ 417 w 715"/>
              <a:gd name="T53" fmla="*/ 67 h 712"/>
              <a:gd name="T54" fmla="*/ 466 w 715"/>
              <a:gd name="T55" fmla="*/ 29 h 712"/>
              <a:gd name="T56" fmla="*/ 502 w 715"/>
              <a:gd name="T57" fmla="*/ 45 h 712"/>
              <a:gd name="T58" fmla="*/ 518 w 715"/>
              <a:gd name="T59" fmla="*/ 81 h 712"/>
              <a:gd name="T60" fmla="*/ 385 w 715"/>
              <a:gd name="T61" fmla="*/ 178 h 712"/>
              <a:gd name="T62" fmla="*/ 402 w 715"/>
              <a:gd name="T63" fmla="*/ 63 h 712"/>
              <a:gd name="T64" fmla="*/ 197 w 715"/>
              <a:gd name="T65" fmla="*/ 81 h 712"/>
              <a:gd name="T66" fmla="*/ 212 w 715"/>
              <a:gd name="T67" fmla="*/ 45 h 712"/>
              <a:gd name="T68" fmla="*/ 248 w 715"/>
              <a:gd name="T69" fmla="*/ 29 h 712"/>
              <a:gd name="T70" fmla="*/ 297 w 715"/>
              <a:gd name="T71" fmla="*/ 67 h 712"/>
              <a:gd name="T72" fmla="*/ 226 w 715"/>
              <a:gd name="T73" fmla="*/ 127 h 712"/>
              <a:gd name="T74" fmla="*/ 29 w 715"/>
              <a:gd name="T75" fmla="*/ 325 h 712"/>
              <a:gd name="T76" fmla="*/ 29 w 715"/>
              <a:gd name="T77" fmla="*/ 251 h 712"/>
              <a:gd name="T78" fmla="*/ 670 w 715"/>
              <a:gd name="T79" fmla="*/ 236 h 712"/>
              <a:gd name="T80" fmla="*/ 685 w 715"/>
              <a:gd name="T81" fmla="*/ 325 h 712"/>
              <a:gd name="T82" fmla="*/ 372 w 715"/>
              <a:gd name="T83" fmla="*/ 325 h 712"/>
              <a:gd name="T84" fmla="*/ 342 w 715"/>
              <a:gd name="T85" fmla="*/ 236 h 712"/>
              <a:gd name="T86" fmla="*/ 60 w 715"/>
              <a:gd name="T87" fmla="*/ 325 h 7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712">
                <a:moveTo>
                  <a:pt x="60" y="667"/>
                </a:moveTo>
                <a:lnTo>
                  <a:pt x="60" y="667"/>
                </a:lnTo>
                <a:cubicBezTo>
                  <a:pt x="60" y="692"/>
                  <a:pt x="80" y="711"/>
                  <a:pt x="105" y="711"/>
                </a:cubicBezTo>
                <a:cubicBezTo>
                  <a:pt x="610" y="711"/>
                  <a:pt x="610" y="711"/>
                  <a:pt x="610" y="711"/>
                </a:cubicBezTo>
                <a:cubicBezTo>
                  <a:pt x="635" y="711"/>
                  <a:pt x="654" y="692"/>
                  <a:pt x="654" y="667"/>
                </a:cubicBezTo>
                <a:cubicBezTo>
                  <a:pt x="654" y="354"/>
                  <a:pt x="654" y="354"/>
                  <a:pt x="654" y="354"/>
                </a:cubicBezTo>
                <a:cubicBezTo>
                  <a:pt x="714" y="354"/>
                  <a:pt x="714" y="354"/>
                  <a:pt x="714" y="354"/>
                </a:cubicBezTo>
                <a:cubicBezTo>
                  <a:pt x="714" y="340"/>
                  <a:pt x="714" y="340"/>
                  <a:pt x="714" y="340"/>
                </a:cubicBezTo>
                <a:cubicBezTo>
                  <a:pt x="714" y="251"/>
                  <a:pt x="714" y="251"/>
                  <a:pt x="714" y="251"/>
                </a:cubicBezTo>
                <a:cubicBezTo>
                  <a:pt x="714" y="226"/>
                  <a:pt x="695" y="206"/>
                  <a:pt x="670" y="206"/>
                </a:cubicBezTo>
                <a:cubicBezTo>
                  <a:pt x="396" y="206"/>
                  <a:pt x="396" y="206"/>
                  <a:pt x="396" y="206"/>
                </a:cubicBezTo>
                <a:cubicBezTo>
                  <a:pt x="502" y="153"/>
                  <a:pt x="502" y="153"/>
                  <a:pt x="502" y="153"/>
                </a:cubicBezTo>
                <a:cubicBezTo>
                  <a:pt x="531" y="138"/>
                  <a:pt x="547" y="110"/>
                  <a:pt x="547" y="81"/>
                </a:cubicBezTo>
                <a:cubicBezTo>
                  <a:pt x="547" y="60"/>
                  <a:pt x="538" y="39"/>
                  <a:pt x="523" y="24"/>
                </a:cubicBezTo>
                <a:lnTo>
                  <a:pt x="523" y="24"/>
                </a:lnTo>
                <a:lnTo>
                  <a:pt x="523" y="24"/>
                </a:lnTo>
                <a:lnTo>
                  <a:pt x="523" y="24"/>
                </a:lnTo>
                <a:cubicBezTo>
                  <a:pt x="506" y="7"/>
                  <a:pt x="485" y="0"/>
                  <a:pt x="466" y="0"/>
                </a:cubicBezTo>
                <a:cubicBezTo>
                  <a:pt x="449" y="0"/>
                  <a:pt x="432" y="6"/>
                  <a:pt x="418" y="15"/>
                </a:cubicBezTo>
                <a:cubicBezTo>
                  <a:pt x="405" y="25"/>
                  <a:pt x="393" y="40"/>
                  <a:pt x="388" y="59"/>
                </a:cubicBezTo>
                <a:lnTo>
                  <a:pt x="388" y="59"/>
                </a:lnTo>
                <a:cubicBezTo>
                  <a:pt x="357" y="166"/>
                  <a:pt x="357" y="166"/>
                  <a:pt x="357" y="166"/>
                </a:cubicBezTo>
                <a:cubicBezTo>
                  <a:pt x="326" y="59"/>
                  <a:pt x="326" y="59"/>
                  <a:pt x="326" y="59"/>
                </a:cubicBezTo>
                <a:cubicBezTo>
                  <a:pt x="321" y="40"/>
                  <a:pt x="310" y="25"/>
                  <a:pt x="296" y="15"/>
                </a:cubicBezTo>
                <a:cubicBezTo>
                  <a:pt x="282" y="6"/>
                  <a:pt x="265" y="0"/>
                  <a:pt x="248" y="0"/>
                </a:cubicBezTo>
                <a:cubicBezTo>
                  <a:pt x="229" y="0"/>
                  <a:pt x="208" y="7"/>
                  <a:pt x="191" y="24"/>
                </a:cubicBezTo>
                <a:lnTo>
                  <a:pt x="191" y="24"/>
                </a:lnTo>
                <a:lnTo>
                  <a:pt x="191" y="24"/>
                </a:lnTo>
                <a:lnTo>
                  <a:pt x="191" y="24"/>
                </a:lnTo>
                <a:cubicBezTo>
                  <a:pt x="174" y="39"/>
                  <a:pt x="167" y="60"/>
                  <a:pt x="167" y="81"/>
                </a:cubicBezTo>
                <a:cubicBezTo>
                  <a:pt x="167" y="110"/>
                  <a:pt x="183" y="138"/>
                  <a:pt x="212" y="153"/>
                </a:cubicBezTo>
                <a:cubicBezTo>
                  <a:pt x="318" y="206"/>
                  <a:pt x="318" y="206"/>
                  <a:pt x="318" y="206"/>
                </a:cubicBezTo>
                <a:cubicBezTo>
                  <a:pt x="45" y="206"/>
                  <a:pt x="45" y="206"/>
                  <a:pt x="45" y="206"/>
                </a:cubicBezTo>
                <a:cubicBezTo>
                  <a:pt x="20" y="206"/>
                  <a:pt x="0" y="226"/>
                  <a:pt x="0" y="251"/>
                </a:cubicBezTo>
                <a:cubicBezTo>
                  <a:pt x="0" y="354"/>
                  <a:pt x="0" y="354"/>
                  <a:pt x="0" y="354"/>
                </a:cubicBezTo>
                <a:cubicBezTo>
                  <a:pt x="60" y="354"/>
                  <a:pt x="60" y="354"/>
                  <a:pt x="60" y="354"/>
                </a:cubicBezTo>
                <a:lnTo>
                  <a:pt x="60" y="667"/>
                </a:lnTo>
                <a:close/>
                <a:moveTo>
                  <a:pt x="89" y="667"/>
                </a:moveTo>
                <a:lnTo>
                  <a:pt x="89" y="667"/>
                </a:lnTo>
                <a:cubicBezTo>
                  <a:pt x="89" y="354"/>
                  <a:pt x="89" y="354"/>
                  <a:pt x="89" y="354"/>
                </a:cubicBezTo>
                <a:cubicBezTo>
                  <a:pt x="342" y="354"/>
                  <a:pt x="342" y="354"/>
                  <a:pt x="342" y="354"/>
                </a:cubicBezTo>
                <a:cubicBezTo>
                  <a:pt x="342" y="682"/>
                  <a:pt x="342" y="682"/>
                  <a:pt x="342" y="682"/>
                </a:cubicBezTo>
                <a:cubicBezTo>
                  <a:pt x="105" y="682"/>
                  <a:pt x="105" y="682"/>
                  <a:pt x="105" y="682"/>
                </a:cubicBezTo>
                <a:cubicBezTo>
                  <a:pt x="96" y="682"/>
                  <a:pt x="89" y="675"/>
                  <a:pt x="89" y="667"/>
                </a:cubicBezTo>
                <a:close/>
                <a:moveTo>
                  <a:pt x="625" y="667"/>
                </a:moveTo>
                <a:lnTo>
                  <a:pt x="625" y="667"/>
                </a:lnTo>
                <a:cubicBezTo>
                  <a:pt x="625" y="675"/>
                  <a:pt x="618" y="682"/>
                  <a:pt x="610" y="682"/>
                </a:cubicBezTo>
                <a:cubicBezTo>
                  <a:pt x="372" y="682"/>
                  <a:pt x="372" y="682"/>
                  <a:pt x="372" y="682"/>
                </a:cubicBezTo>
                <a:cubicBezTo>
                  <a:pt x="372" y="354"/>
                  <a:pt x="372" y="354"/>
                  <a:pt x="372" y="354"/>
                </a:cubicBezTo>
                <a:cubicBezTo>
                  <a:pt x="625" y="354"/>
                  <a:pt x="625" y="354"/>
                  <a:pt x="625" y="354"/>
                </a:cubicBezTo>
                <a:lnTo>
                  <a:pt x="625" y="667"/>
                </a:lnTo>
                <a:close/>
                <a:moveTo>
                  <a:pt x="402" y="63"/>
                </a:moveTo>
                <a:lnTo>
                  <a:pt x="402" y="63"/>
                </a:lnTo>
                <a:cubicBezTo>
                  <a:pt x="417" y="67"/>
                  <a:pt x="417" y="67"/>
                  <a:pt x="417" y="67"/>
                </a:cubicBezTo>
                <a:cubicBezTo>
                  <a:pt x="420" y="54"/>
                  <a:pt x="427" y="46"/>
                  <a:pt x="435" y="39"/>
                </a:cubicBezTo>
                <a:cubicBezTo>
                  <a:pt x="444" y="33"/>
                  <a:pt x="455" y="29"/>
                  <a:pt x="466" y="29"/>
                </a:cubicBezTo>
                <a:cubicBezTo>
                  <a:pt x="478" y="29"/>
                  <a:pt x="491" y="33"/>
                  <a:pt x="502" y="45"/>
                </a:cubicBezTo>
                <a:lnTo>
                  <a:pt x="502" y="45"/>
                </a:lnTo>
                <a:lnTo>
                  <a:pt x="502" y="45"/>
                </a:lnTo>
                <a:cubicBezTo>
                  <a:pt x="512" y="54"/>
                  <a:pt x="518" y="68"/>
                  <a:pt x="518" y="81"/>
                </a:cubicBezTo>
                <a:cubicBezTo>
                  <a:pt x="518" y="99"/>
                  <a:pt x="508" y="117"/>
                  <a:pt x="488" y="127"/>
                </a:cubicBezTo>
                <a:cubicBezTo>
                  <a:pt x="385" y="178"/>
                  <a:pt x="385" y="178"/>
                  <a:pt x="385" y="178"/>
                </a:cubicBezTo>
                <a:cubicBezTo>
                  <a:pt x="417" y="67"/>
                  <a:pt x="417" y="67"/>
                  <a:pt x="417" y="67"/>
                </a:cubicBezTo>
                <a:lnTo>
                  <a:pt x="402" y="63"/>
                </a:lnTo>
                <a:close/>
                <a:moveTo>
                  <a:pt x="197" y="81"/>
                </a:moveTo>
                <a:lnTo>
                  <a:pt x="197" y="81"/>
                </a:lnTo>
                <a:cubicBezTo>
                  <a:pt x="197" y="68"/>
                  <a:pt x="202" y="54"/>
                  <a:pt x="212" y="45"/>
                </a:cubicBezTo>
                <a:lnTo>
                  <a:pt x="212" y="45"/>
                </a:lnTo>
                <a:lnTo>
                  <a:pt x="212" y="45"/>
                </a:lnTo>
                <a:cubicBezTo>
                  <a:pt x="223" y="33"/>
                  <a:pt x="236" y="29"/>
                  <a:pt x="248" y="29"/>
                </a:cubicBezTo>
                <a:cubicBezTo>
                  <a:pt x="260" y="29"/>
                  <a:pt x="269" y="33"/>
                  <a:pt x="279" y="39"/>
                </a:cubicBezTo>
                <a:cubicBezTo>
                  <a:pt x="287" y="46"/>
                  <a:pt x="294" y="54"/>
                  <a:pt x="297" y="67"/>
                </a:cubicBezTo>
                <a:cubicBezTo>
                  <a:pt x="329" y="178"/>
                  <a:pt x="329" y="178"/>
                  <a:pt x="329" y="178"/>
                </a:cubicBezTo>
                <a:cubicBezTo>
                  <a:pt x="226" y="127"/>
                  <a:pt x="226" y="127"/>
                  <a:pt x="226" y="127"/>
                </a:cubicBezTo>
                <a:cubicBezTo>
                  <a:pt x="207" y="117"/>
                  <a:pt x="197" y="99"/>
                  <a:pt x="197" y="81"/>
                </a:cubicBezTo>
                <a:close/>
                <a:moveTo>
                  <a:pt x="29" y="325"/>
                </a:moveTo>
                <a:lnTo>
                  <a:pt x="29" y="325"/>
                </a:lnTo>
                <a:cubicBezTo>
                  <a:pt x="29" y="251"/>
                  <a:pt x="29" y="251"/>
                  <a:pt x="29" y="251"/>
                </a:cubicBezTo>
                <a:cubicBezTo>
                  <a:pt x="29" y="243"/>
                  <a:pt x="36" y="236"/>
                  <a:pt x="45" y="236"/>
                </a:cubicBezTo>
                <a:cubicBezTo>
                  <a:pt x="670" y="236"/>
                  <a:pt x="670" y="236"/>
                  <a:pt x="670" y="236"/>
                </a:cubicBezTo>
                <a:cubicBezTo>
                  <a:pt x="678" y="236"/>
                  <a:pt x="685" y="243"/>
                  <a:pt x="685" y="251"/>
                </a:cubicBezTo>
                <a:cubicBezTo>
                  <a:pt x="685" y="325"/>
                  <a:pt x="685" y="325"/>
                  <a:pt x="685" y="325"/>
                </a:cubicBezTo>
                <a:cubicBezTo>
                  <a:pt x="654" y="325"/>
                  <a:pt x="654" y="325"/>
                  <a:pt x="654" y="325"/>
                </a:cubicBezTo>
                <a:cubicBezTo>
                  <a:pt x="372" y="325"/>
                  <a:pt x="372" y="325"/>
                  <a:pt x="372" y="325"/>
                </a:cubicBezTo>
                <a:cubicBezTo>
                  <a:pt x="372" y="236"/>
                  <a:pt x="372" y="236"/>
                  <a:pt x="372" y="236"/>
                </a:cubicBezTo>
                <a:cubicBezTo>
                  <a:pt x="342" y="236"/>
                  <a:pt x="342" y="236"/>
                  <a:pt x="342" y="236"/>
                </a:cubicBezTo>
                <a:cubicBezTo>
                  <a:pt x="342" y="325"/>
                  <a:pt x="342" y="325"/>
                  <a:pt x="342" y="325"/>
                </a:cubicBezTo>
                <a:cubicBezTo>
                  <a:pt x="60" y="325"/>
                  <a:pt x="60" y="325"/>
                  <a:pt x="60" y="325"/>
                </a:cubicBezTo>
                <a:lnTo>
                  <a:pt x="29" y="325"/>
                </a:lnTo>
                <a:close/>
              </a:path>
            </a:pathLst>
          </a:custGeom>
          <a:solidFill>
            <a:schemeClr val="tx2"/>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29C728DB-A5AB-6C55-CD3A-6D7ED5D93315}"/>
              </a:ext>
            </a:extLst>
          </p:cNvPr>
          <p:cNvGrpSpPr/>
          <p:nvPr/>
        </p:nvGrpSpPr>
        <p:grpSpPr>
          <a:xfrm>
            <a:off x="6761831" y="2552601"/>
            <a:ext cx="257175" cy="257175"/>
            <a:chOff x="5734050" y="2892425"/>
            <a:chExt cx="257175" cy="257175"/>
          </a:xfrm>
          <a:solidFill>
            <a:schemeClr val="tx2"/>
          </a:solidFill>
        </p:grpSpPr>
        <p:sp>
          <p:nvSpPr>
            <p:cNvPr id="160" name="Freeform 129">
              <a:extLst>
                <a:ext uri="{FF2B5EF4-FFF2-40B4-BE49-F238E27FC236}">
                  <a16:creationId xmlns:a16="http://schemas.microsoft.com/office/drawing/2014/main" id="{7155460E-EA1A-FE21-6AFE-20468EC97E4B}"/>
                </a:ext>
              </a:extLst>
            </p:cNvPr>
            <p:cNvSpPr>
              <a:spLocks noChangeArrowheads="1"/>
            </p:cNvSpPr>
            <p:nvPr/>
          </p:nvSpPr>
          <p:spPr bwMode="auto">
            <a:xfrm>
              <a:off x="5829300" y="2936875"/>
              <a:ext cx="69850" cy="171450"/>
            </a:xfrm>
            <a:custGeom>
              <a:avLst/>
              <a:gdLst>
                <a:gd name="T0" fmla="*/ 102 w 194"/>
                <a:gd name="T1" fmla="*/ 223 h 477"/>
                <a:gd name="T2" fmla="*/ 102 w 194"/>
                <a:gd name="T3" fmla="*/ 223 h 477"/>
                <a:gd name="T4" fmla="*/ 52 w 194"/>
                <a:gd name="T5" fmla="*/ 194 h 477"/>
                <a:gd name="T6" fmla="*/ 35 w 194"/>
                <a:gd name="T7" fmla="*/ 148 h 477"/>
                <a:gd name="T8" fmla="*/ 51 w 194"/>
                <a:gd name="T9" fmla="*/ 107 h 477"/>
                <a:gd name="T10" fmla="*/ 99 w 194"/>
                <a:gd name="T11" fmla="*/ 89 h 477"/>
                <a:gd name="T12" fmla="*/ 129 w 194"/>
                <a:gd name="T13" fmla="*/ 96 h 477"/>
                <a:gd name="T14" fmla="*/ 147 w 194"/>
                <a:gd name="T15" fmla="*/ 120 h 477"/>
                <a:gd name="T16" fmla="*/ 150 w 194"/>
                <a:gd name="T17" fmla="*/ 130 h 477"/>
                <a:gd name="T18" fmla="*/ 150 w 194"/>
                <a:gd name="T19" fmla="*/ 132 h 477"/>
                <a:gd name="T20" fmla="*/ 150 w 194"/>
                <a:gd name="T21" fmla="*/ 134 h 477"/>
                <a:gd name="T22" fmla="*/ 150 w 194"/>
                <a:gd name="T23" fmla="*/ 134 h 477"/>
                <a:gd name="T24" fmla="*/ 165 w 194"/>
                <a:gd name="T25" fmla="*/ 148 h 477"/>
                <a:gd name="T26" fmla="*/ 179 w 194"/>
                <a:gd name="T27" fmla="*/ 134 h 477"/>
                <a:gd name="T28" fmla="*/ 169 w 194"/>
                <a:gd name="T29" fmla="*/ 96 h 477"/>
                <a:gd name="T30" fmla="*/ 144 w 194"/>
                <a:gd name="T31" fmla="*/ 71 h 477"/>
                <a:gd name="T32" fmla="*/ 120 w 194"/>
                <a:gd name="T33" fmla="*/ 61 h 477"/>
                <a:gd name="T34" fmla="*/ 120 w 194"/>
                <a:gd name="T35" fmla="*/ 14 h 477"/>
                <a:gd name="T36" fmla="*/ 105 w 194"/>
                <a:gd name="T37" fmla="*/ 0 h 477"/>
                <a:gd name="T38" fmla="*/ 90 w 194"/>
                <a:gd name="T39" fmla="*/ 14 h 477"/>
                <a:gd name="T40" fmla="*/ 90 w 194"/>
                <a:gd name="T41" fmla="*/ 60 h 477"/>
                <a:gd name="T42" fmla="*/ 30 w 194"/>
                <a:gd name="T43" fmla="*/ 86 h 477"/>
                <a:gd name="T44" fmla="*/ 6 w 194"/>
                <a:gd name="T45" fmla="*/ 148 h 477"/>
                <a:gd name="T46" fmla="*/ 28 w 194"/>
                <a:gd name="T47" fmla="*/ 212 h 477"/>
                <a:gd name="T48" fmla="*/ 97 w 194"/>
                <a:gd name="T49" fmla="*/ 252 h 477"/>
                <a:gd name="T50" fmla="*/ 147 w 194"/>
                <a:gd name="T51" fmla="*/ 282 h 477"/>
                <a:gd name="T52" fmla="*/ 164 w 194"/>
                <a:gd name="T53" fmla="*/ 328 h 477"/>
                <a:gd name="T54" fmla="*/ 147 w 194"/>
                <a:gd name="T55" fmla="*/ 368 h 477"/>
                <a:gd name="T56" fmla="*/ 99 w 194"/>
                <a:gd name="T57" fmla="*/ 386 h 477"/>
                <a:gd name="T58" fmla="*/ 58 w 194"/>
                <a:gd name="T59" fmla="*/ 378 h 477"/>
                <a:gd name="T60" fmla="*/ 34 w 194"/>
                <a:gd name="T61" fmla="*/ 354 h 477"/>
                <a:gd name="T62" fmla="*/ 31 w 194"/>
                <a:gd name="T63" fmla="*/ 344 h 477"/>
                <a:gd name="T64" fmla="*/ 31 w 194"/>
                <a:gd name="T65" fmla="*/ 342 h 477"/>
                <a:gd name="T66" fmla="*/ 31 w 194"/>
                <a:gd name="T67" fmla="*/ 342 h 477"/>
                <a:gd name="T68" fmla="*/ 31 w 194"/>
                <a:gd name="T69" fmla="*/ 342 h 477"/>
                <a:gd name="T70" fmla="*/ 16 w 194"/>
                <a:gd name="T71" fmla="*/ 326 h 477"/>
                <a:gd name="T72" fmla="*/ 0 w 194"/>
                <a:gd name="T73" fmla="*/ 342 h 477"/>
                <a:gd name="T74" fmla="*/ 0 w 194"/>
                <a:gd name="T75" fmla="*/ 342 h 477"/>
                <a:gd name="T76" fmla="*/ 14 w 194"/>
                <a:gd name="T77" fmla="*/ 381 h 477"/>
                <a:gd name="T78" fmla="*/ 45 w 194"/>
                <a:gd name="T79" fmla="*/ 406 h 477"/>
                <a:gd name="T80" fmla="*/ 90 w 194"/>
                <a:gd name="T81" fmla="*/ 416 h 477"/>
                <a:gd name="T82" fmla="*/ 90 w 194"/>
                <a:gd name="T83" fmla="*/ 460 h 477"/>
                <a:gd name="T84" fmla="*/ 105 w 194"/>
                <a:gd name="T85" fmla="*/ 476 h 477"/>
                <a:gd name="T86" fmla="*/ 120 w 194"/>
                <a:gd name="T87" fmla="*/ 460 h 477"/>
                <a:gd name="T88" fmla="*/ 120 w 194"/>
                <a:gd name="T89" fmla="*/ 414 h 477"/>
                <a:gd name="T90" fmla="*/ 169 w 194"/>
                <a:gd name="T91" fmla="*/ 389 h 477"/>
                <a:gd name="T92" fmla="*/ 193 w 194"/>
                <a:gd name="T93" fmla="*/ 328 h 477"/>
                <a:gd name="T94" fmla="*/ 169 w 194"/>
                <a:gd name="T95" fmla="*/ 262 h 477"/>
                <a:gd name="T96" fmla="*/ 102 w 194"/>
                <a:gd name="T97" fmla="*/ 2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4" h="477">
                  <a:moveTo>
                    <a:pt x="102" y="223"/>
                  </a:moveTo>
                  <a:lnTo>
                    <a:pt x="102" y="223"/>
                  </a:lnTo>
                  <a:cubicBezTo>
                    <a:pt x="80" y="219"/>
                    <a:pt x="63" y="208"/>
                    <a:pt x="52" y="194"/>
                  </a:cubicBezTo>
                  <a:cubicBezTo>
                    <a:pt x="41" y="180"/>
                    <a:pt x="35" y="163"/>
                    <a:pt x="35" y="148"/>
                  </a:cubicBezTo>
                  <a:cubicBezTo>
                    <a:pt x="35" y="132"/>
                    <a:pt x="41" y="117"/>
                    <a:pt x="51" y="107"/>
                  </a:cubicBezTo>
                  <a:cubicBezTo>
                    <a:pt x="62" y="96"/>
                    <a:pt x="77" y="89"/>
                    <a:pt x="99" y="89"/>
                  </a:cubicBezTo>
                  <a:cubicBezTo>
                    <a:pt x="113" y="89"/>
                    <a:pt x="123" y="92"/>
                    <a:pt x="129" y="96"/>
                  </a:cubicBezTo>
                  <a:cubicBezTo>
                    <a:pt x="138" y="102"/>
                    <a:pt x="144" y="112"/>
                    <a:pt x="147" y="120"/>
                  </a:cubicBezTo>
                  <a:cubicBezTo>
                    <a:pt x="148" y="123"/>
                    <a:pt x="150" y="127"/>
                    <a:pt x="150" y="130"/>
                  </a:cubicBezTo>
                  <a:cubicBezTo>
                    <a:pt x="150" y="132"/>
                    <a:pt x="150" y="132"/>
                    <a:pt x="150" y="132"/>
                  </a:cubicBezTo>
                  <a:cubicBezTo>
                    <a:pt x="150" y="134"/>
                    <a:pt x="150" y="134"/>
                    <a:pt x="150" y="134"/>
                  </a:cubicBezTo>
                  <a:lnTo>
                    <a:pt x="150" y="134"/>
                  </a:lnTo>
                  <a:cubicBezTo>
                    <a:pt x="150" y="142"/>
                    <a:pt x="157" y="148"/>
                    <a:pt x="165" y="148"/>
                  </a:cubicBezTo>
                  <a:cubicBezTo>
                    <a:pt x="173" y="148"/>
                    <a:pt x="179" y="142"/>
                    <a:pt x="179" y="134"/>
                  </a:cubicBezTo>
                  <a:cubicBezTo>
                    <a:pt x="179" y="132"/>
                    <a:pt x="179" y="116"/>
                    <a:pt x="169" y="96"/>
                  </a:cubicBezTo>
                  <a:cubicBezTo>
                    <a:pt x="165" y="88"/>
                    <a:pt x="157" y="78"/>
                    <a:pt x="144" y="71"/>
                  </a:cubicBezTo>
                  <a:cubicBezTo>
                    <a:pt x="137" y="67"/>
                    <a:pt x="129" y="63"/>
                    <a:pt x="120" y="61"/>
                  </a:cubicBezTo>
                  <a:cubicBezTo>
                    <a:pt x="120" y="14"/>
                    <a:pt x="120" y="14"/>
                    <a:pt x="120" y="14"/>
                  </a:cubicBezTo>
                  <a:cubicBezTo>
                    <a:pt x="120" y="6"/>
                    <a:pt x="113" y="0"/>
                    <a:pt x="105" y="0"/>
                  </a:cubicBezTo>
                  <a:cubicBezTo>
                    <a:pt x="97" y="0"/>
                    <a:pt x="90" y="6"/>
                    <a:pt x="90" y="14"/>
                  </a:cubicBezTo>
                  <a:cubicBezTo>
                    <a:pt x="90" y="60"/>
                    <a:pt x="90" y="60"/>
                    <a:pt x="90" y="60"/>
                  </a:cubicBezTo>
                  <a:cubicBezTo>
                    <a:pt x="64" y="61"/>
                    <a:pt x="44" y="71"/>
                    <a:pt x="30" y="86"/>
                  </a:cubicBezTo>
                  <a:cubicBezTo>
                    <a:pt x="13" y="103"/>
                    <a:pt x="6" y="125"/>
                    <a:pt x="6" y="148"/>
                  </a:cubicBezTo>
                  <a:cubicBezTo>
                    <a:pt x="6" y="170"/>
                    <a:pt x="13" y="194"/>
                    <a:pt x="28" y="212"/>
                  </a:cubicBezTo>
                  <a:cubicBezTo>
                    <a:pt x="44" y="231"/>
                    <a:pt x="67" y="247"/>
                    <a:pt x="97" y="252"/>
                  </a:cubicBezTo>
                  <a:cubicBezTo>
                    <a:pt x="119" y="257"/>
                    <a:pt x="136" y="268"/>
                    <a:pt x="147" y="282"/>
                  </a:cubicBezTo>
                  <a:cubicBezTo>
                    <a:pt x="158" y="296"/>
                    <a:pt x="164" y="311"/>
                    <a:pt x="164" y="328"/>
                  </a:cubicBezTo>
                  <a:cubicBezTo>
                    <a:pt x="164" y="343"/>
                    <a:pt x="158" y="358"/>
                    <a:pt x="147" y="368"/>
                  </a:cubicBezTo>
                  <a:cubicBezTo>
                    <a:pt x="137" y="379"/>
                    <a:pt x="122" y="386"/>
                    <a:pt x="99" y="386"/>
                  </a:cubicBezTo>
                  <a:cubicBezTo>
                    <a:pt x="80" y="386"/>
                    <a:pt x="67" y="383"/>
                    <a:pt x="58" y="378"/>
                  </a:cubicBezTo>
                  <a:cubicBezTo>
                    <a:pt x="44" y="372"/>
                    <a:pt x="37" y="363"/>
                    <a:pt x="34" y="354"/>
                  </a:cubicBezTo>
                  <a:cubicBezTo>
                    <a:pt x="32" y="351"/>
                    <a:pt x="31" y="347"/>
                    <a:pt x="31" y="344"/>
                  </a:cubicBezTo>
                  <a:cubicBezTo>
                    <a:pt x="31" y="342"/>
                    <a:pt x="31" y="342"/>
                    <a:pt x="31" y="342"/>
                  </a:cubicBezTo>
                  <a:lnTo>
                    <a:pt x="31" y="342"/>
                  </a:lnTo>
                  <a:lnTo>
                    <a:pt x="31" y="342"/>
                  </a:lnTo>
                  <a:cubicBezTo>
                    <a:pt x="31" y="333"/>
                    <a:pt x="24" y="326"/>
                    <a:pt x="16" y="326"/>
                  </a:cubicBezTo>
                  <a:cubicBezTo>
                    <a:pt x="7" y="326"/>
                    <a:pt x="0" y="333"/>
                    <a:pt x="0" y="342"/>
                  </a:cubicBezTo>
                  <a:lnTo>
                    <a:pt x="0" y="342"/>
                  </a:lnTo>
                  <a:cubicBezTo>
                    <a:pt x="0" y="343"/>
                    <a:pt x="0" y="361"/>
                    <a:pt x="14" y="381"/>
                  </a:cubicBezTo>
                  <a:cubicBezTo>
                    <a:pt x="20" y="389"/>
                    <a:pt x="31" y="399"/>
                    <a:pt x="45" y="406"/>
                  </a:cubicBezTo>
                  <a:cubicBezTo>
                    <a:pt x="56" y="411"/>
                    <a:pt x="71" y="414"/>
                    <a:pt x="90" y="416"/>
                  </a:cubicBezTo>
                  <a:cubicBezTo>
                    <a:pt x="90" y="460"/>
                    <a:pt x="90" y="460"/>
                    <a:pt x="90" y="460"/>
                  </a:cubicBezTo>
                  <a:cubicBezTo>
                    <a:pt x="90" y="469"/>
                    <a:pt x="97" y="476"/>
                    <a:pt x="105" y="476"/>
                  </a:cubicBezTo>
                  <a:cubicBezTo>
                    <a:pt x="113" y="476"/>
                    <a:pt x="120" y="469"/>
                    <a:pt x="120" y="460"/>
                  </a:cubicBezTo>
                  <a:cubicBezTo>
                    <a:pt x="120" y="414"/>
                    <a:pt x="120" y="414"/>
                    <a:pt x="120" y="414"/>
                  </a:cubicBezTo>
                  <a:cubicBezTo>
                    <a:pt x="140" y="411"/>
                    <a:pt x="157" y="402"/>
                    <a:pt x="169" y="389"/>
                  </a:cubicBezTo>
                  <a:cubicBezTo>
                    <a:pt x="184" y="372"/>
                    <a:pt x="193" y="350"/>
                    <a:pt x="193" y="328"/>
                  </a:cubicBezTo>
                  <a:cubicBezTo>
                    <a:pt x="193" y="305"/>
                    <a:pt x="184" y="282"/>
                    <a:pt x="169" y="262"/>
                  </a:cubicBezTo>
                  <a:cubicBezTo>
                    <a:pt x="155" y="244"/>
                    <a:pt x="131" y="229"/>
                    <a:pt x="102"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6E4333AE-8A49-C370-E2A0-2565AF774054}"/>
                </a:ext>
              </a:extLst>
            </p:cNvPr>
            <p:cNvSpPr>
              <a:spLocks noChangeArrowheads="1"/>
            </p:cNvSpPr>
            <p:nvPr/>
          </p:nvSpPr>
          <p:spPr bwMode="auto">
            <a:xfrm>
              <a:off x="5734050" y="289242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8 w 715"/>
                <a:gd name="T13" fmla="*/ 589 h 715"/>
                <a:gd name="T14" fmla="*/ 588 w 715"/>
                <a:gd name="T15" fmla="*/ 589 h 715"/>
                <a:gd name="T16" fmla="*/ 357 w 715"/>
                <a:gd name="T17" fmla="*/ 685 h 715"/>
                <a:gd name="T18" fmla="*/ 125 w 715"/>
                <a:gd name="T19" fmla="*/ 589 h 715"/>
                <a:gd name="T20" fmla="*/ 30 w 715"/>
                <a:gd name="T21" fmla="*/ 357 h 715"/>
                <a:gd name="T22" fmla="*/ 125 w 715"/>
                <a:gd name="T23" fmla="*/ 126 h 715"/>
                <a:gd name="T24" fmla="*/ 357 w 715"/>
                <a:gd name="T25" fmla="*/ 31 h 715"/>
                <a:gd name="T26" fmla="*/ 588 w 715"/>
                <a:gd name="T27" fmla="*/ 126 h 715"/>
                <a:gd name="T28" fmla="*/ 684 w 715"/>
                <a:gd name="T29" fmla="*/ 357 h 715"/>
                <a:gd name="T30" fmla="*/ 588 w 715"/>
                <a:gd name="T3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60" y="0"/>
                    <a:pt x="0" y="160"/>
                    <a:pt x="0" y="357"/>
                  </a:cubicBezTo>
                  <a:cubicBezTo>
                    <a:pt x="0" y="555"/>
                    <a:pt x="160" y="714"/>
                    <a:pt x="357" y="714"/>
                  </a:cubicBezTo>
                  <a:cubicBezTo>
                    <a:pt x="555" y="714"/>
                    <a:pt x="714" y="555"/>
                    <a:pt x="714" y="357"/>
                  </a:cubicBezTo>
                  <a:cubicBezTo>
                    <a:pt x="714" y="160"/>
                    <a:pt x="555" y="0"/>
                    <a:pt x="357" y="0"/>
                  </a:cubicBezTo>
                  <a:close/>
                  <a:moveTo>
                    <a:pt x="588" y="589"/>
                  </a:moveTo>
                  <a:lnTo>
                    <a:pt x="588" y="589"/>
                  </a:lnTo>
                  <a:cubicBezTo>
                    <a:pt x="529" y="649"/>
                    <a:pt x="447" y="685"/>
                    <a:pt x="357" y="685"/>
                  </a:cubicBezTo>
                  <a:cubicBezTo>
                    <a:pt x="266" y="685"/>
                    <a:pt x="185" y="649"/>
                    <a:pt x="125" y="589"/>
                  </a:cubicBezTo>
                  <a:cubicBezTo>
                    <a:pt x="66" y="530"/>
                    <a:pt x="30" y="448"/>
                    <a:pt x="30" y="357"/>
                  </a:cubicBezTo>
                  <a:cubicBezTo>
                    <a:pt x="30" y="268"/>
                    <a:pt x="66" y="186"/>
                    <a:pt x="125" y="126"/>
                  </a:cubicBezTo>
                  <a:cubicBezTo>
                    <a:pt x="185" y="67"/>
                    <a:pt x="266" y="31"/>
                    <a:pt x="357" y="31"/>
                  </a:cubicBezTo>
                  <a:cubicBezTo>
                    <a:pt x="447" y="31"/>
                    <a:pt x="529" y="67"/>
                    <a:pt x="588" y="126"/>
                  </a:cubicBezTo>
                  <a:cubicBezTo>
                    <a:pt x="648" y="186"/>
                    <a:pt x="684" y="268"/>
                    <a:pt x="684" y="357"/>
                  </a:cubicBezTo>
                  <a:cubicBezTo>
                    <a:pt x="684" y="448"/>
                    <a:pt x="648" y="530"/>
                    <a:pt x="588" y="5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A38C30C-8750-7BE3-F3EB-E22D4BEC735D}"/>
              </a:ext>
            </a:extLst>
          </p:cNvPr>
          <p:cNvGrpSpPr/>
          <p:nvPr/>
        </p:nvGrpSpPr>
        <p:grpSpPr>
          <a:xfrm>
            <a:off x="5225131" y="1522314"/>
            <a:ext cx="246063" cy="257175"/>
            <a:chOff x="4197350" y="1865313"/>
            <a:chExt cx="246063" cy="257175"/>
          </a:xfrm>
          <a:solidFill>
            <a:schemeClr val="tx2"/>
          </a:solidFill>
        </p:grpSpPr>
        <p:sp>
          <p:nvSpPr>
            <p:cNvPr id="163" name="Freeform 131">
              <a:extLst>
                <a:ext uri="{FF2B5EF4-FFF2-40B4-BE49-F238E27FC236}">
                  <a16:creationId xmlns:a16="http://schemas.microsoft.com/office/drawing/2014/main" id="{386B226D-0A2A-0A82-B3DA-5FB2A9796664}"/>
                </a:ext>
              </a:extLst>
            </p:cNvPr>
            <p:cNvSpPr>
              <a:spLocks noChangeArrowheads="1"/>
            </p:cNvSpPr>
            <p:nvPr/>
          </p:nvSpPr>
          <p:spPr bwMode="auto">
            <a:xfrm>
              <a:off x="4197350" y="1865313"/>
              <a:ext cx="246063" cy="257175"/>
            </a:xfrm>
            <a:custGeom>
              <a:avLst/>
              <a:gdLst>
                <a:gd name="T0" fmla="*/ 683 w 685"/>
                <a:gd name="T1" fmla="*/ 251 h 715"/>
                <a:gd name="T2" fmla="*/ 615 w 685"/>
                <a:gd name="T3" fmla="*/ 32 h 715"/>
                <a:gd name="T4" fmla="*/ 573 w 685"/>
                <a:gd name="T5" fmla="*/ 0 h 715"/>
                <a:gd name="T6" fmla="*/ 68 w 685"/>
                <a:gd name="T7" fmla="*/ 32 h 715"/>
                <a:gd name="T8" fmla="*/ 0 w 685"/>
                <a:gd name="T9" fmla="*/ 250 h 715"/>
                <a:gd name="T10" fmla="*/ 0 w 685"/>
                <a:gd name="T11" fmla="*/ 254 h 715"/>
                <a:gd name="T12" fmla="*/ 0 w 685"/>
                <a:gd name="T13" fmla="*/ 255 h 715"/>
                <a:gd name="T14" fmla="*/ 44 w 685"/>
                <a:gd name="T15" fmla="*/ 319 h 715"/>
                <a:gd name="T16" fmla="*/ 89 w 685"/>
                <a:gd name="T17" fmla="*/ 714 h 715"/>
                <a:gd name="T18" fmla="*/ 312 w 685"/>
                <a:gd name="T19" fmla="*/ 714 h 715"/>
                <a:gd name="T20" fmla="*/ 640 w 685"/>
                <a:gd name="T21" fmla="*/ 669 h 715"/>
                <a:gd name="T22" fmla="*/ 659 w 685"/>
                <a:gd name="T23" fmla="*/ 307 h 715"/>
                <a:gd name="T24" fmla="*/ 684 w 685"/>
                <a:gd name="T25" fmla="*/ 255 h 715"/>
                <a:gd name="T26" fmla="*/ 683 w 685"/>
                <a:gd name="T27" fmla="*/ 251 h 715"/>
                <a:gd name="T28" fmla="*/ 283 w 685"/>
                <a:gd name="T29" fmla="*/ 685 h 715"/>
                <a:gd name="T30" fmla="*/ 163 w 685"/>
                <a:gd name="T31" fmla="*/ 432 h 715"/>
                <a:gd name="T32" fmla="*/ 267 w 685"/>
                <a:gd name="T33" fmla="*/ 417 h 715"/>
                <a:gd name="T34" fmla="*/ 283 w 685"/>
                <a:gd name="T35" fmla="*/ 685 h 715"/>
                <a:gd name="T36" fmla="*/ 609 w 685"/>
                <a:gd name="T37" fmla="*/ 669 h 715"/>
                <a:gd name="T38" fmla="*/ 312 w 685"/>
                <a:gd name="T39" fmla="*/ 685 h 715"/>
                <a:gd name="T40" fmla="*/ 267 w 685"/>
                <a:gd name="T41" fmla="*/ 388 h 715"/>
                <a:gd name="T42" fmla="*/ 133 w 685"/>
                <a:gd name="T43" fmla="*/ 432 h 715"/>
                <a:gd name="T44" fmla="*/ 89 w 685"/>
                <a:gd name="T45" fmla="*/ 685 h 715"/>
                <a:gd name="T46" fmla="*/ 74 w 685"/>
                <a:gd name="T47" fmla="*/ 328 h 715"/>
                <a:gd name="T48" fmla="*/ 136 w 685"/>
                <a:gd name="T49" fmla="*/ 307 h 715"/>
                <a:gd name="T50" fmla="*/ 156 w 685"/>
                <a:gd name="T51" fmla="*/ 308 h 715"/>
                <a:gd name="T52" fmla="*/ 265 w 685"/>
                <a:gd name="T53" fmla="*/ 307 h 715"/>
                <a:gd name="T54" fmla="*/ 285 w 685"/>
                <a:gd name="T55" fmla="*/ 307 h 715"/>
                <a:gd name="T56" fmla="*/ 398 w 685"/>
                <a:gd name="T57" fmla="*/ 307 h 715"/>
                <a:gd name="T58" fmla="*/ 417 w 685"/>
                <a:gd name="T59" fmla="*/ 307 h 715"/>
                <a:gd name="T60" fmla="*/ 530 w 685"/>
                <a:gd name="T61" fmla="*/ 307 h 715"/>
                <a:gd name="T62" fmla="*/ 548 w 685"/>
                <a:gd name="T63" fmla="*/ 307 h 715"/>
                <a:gd name="T64" fmla="*/ 609 w 685"/>
                <a:gd name="T65" fmla="*/ 328 h 715"/>
                <a:gd name="T66" fmla="*/ 603 w 685"/>
                <a:gd name="T67" fmla="*/ 298 h 715"/>
                <a:gd name="T68" fmla="*/ 567 w 685"/>
                <a:gd name="T69" fmla="*/ 284 h 715"/>
                <a:gd name="T70" fmla="*/ 549 w 685"/>
                <a:gd name="T71" fmla="*/ 243 h 715"/>
                <a:gd name="T72" fmla="*/ 528 w 685"/>
                <a:gd name="T73" fmla="*/ 243 h 715"/>
                <a:gd name="T74" fmla="*/ 509 w 685"/>
                <a:gd name="T75" fmla="*/ 284 h 715"/>
                <a:gd name="T76" fmla="*/ 436 w 685"/>
                <a:gd name="T77" fmla="*/ 284 h 715"/>
                <a:gd name="T78" fmla="*/ 418 w 685"/>
                <a:gd name="T79" fmla="*/ 243 h 715"/>
                <a:gd name="T80" fmla="*/ 397 w 685"/>
                <a:gd name="T81" fmla="*/ 243 h 715"/>
                <a:gd name="T82" fmla="*/ 378 w 685"/>
                <a:gd name="T83" fmla="*/ 284 h 715"/>
                <a:gd name="T84" fmla="*/ 305 w 685"/>
                <a:gd name="T85" fmla="*/ 284 h 715"/>
                <a:gd name="T86" fmla="*/ 279 w 685"/>
                <a:gd name="T87" fmla="*/ 238 h 715"/>
                <a:gd name="T88" fmla="*/ 244 w 685"/>
                <a:gd name="T89" fmla="*/ 286 h 715"/>
                <a:gd name="T90" fmla="*/ 175 w 685"/>
                <a:gd name="T91" fmla="*/ 286 h 715"/>
                <a:gd name="T92" fmla="*/ 145 w 685"/>
                <a:gd name="T93" fmla="*/ 238 h 715"/>
                <a:gd name="T94" fmla="*/ 117 w 685"/>
                <a:gd name="T95" fmla="*/ 284 h 715"/>
                <a:gd name="T96" fmla="*/ 44 w 685"/>
                <a:gd name="T97" fmla="*/ 284 h 715"/>
                <a:gd name="T98" fmla="*/ 97 w 685"/>
                <a:gd name="T99" fmla="*/ 42 h 715"/>
                <a:gd name="T100" fmla="*/ 111 w 685"/>
                <a:gd name="T101" fmla="*/ 31 h 715"/>
                <a:gd name="T102" fmla="*/ 587 w 685"/>
                <a:gd name="T103" fmla="*/ 40 h 715"/>
                <a:gd name="T104" fmla="*/ 654 w 685"/>
                <a:gd name="T105" fmla="*/ 255 h 715"/>
                <a:gd name="T106" fmla="*/ 603 w 685"/>
                <a:gd name="T107" fmla="*/ 29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5" h="715">
                  <a:moveTo>
                    <a:pt x="683" y="251"/>
                  </a:moveTo>
                  <a:lnTo>
                    <a:pt x="683" y="251"/>
                  </a:lnTo>
                  <a:lnTo>
                    <a:pt x="683" y="250"/>
                  </a:lnTo>
                  <a:cubicBezTo>
                    <a:pt x="615" y="32"/>
                    <a:pt x="615" y="32"/>
                    <a:pt x="615" y="32"/>
                  </a:cubicBezTo>
                  <a:lnTo>
                    <a:pt x="615" y="32"/>
                  </a:lnTo>
                  <a:cubicBezTo>
                    <a:pt x="609" y="14"/>
                    <a:pt x="592" y="0"/>
                    <a:pt x="573" y="0"/>
                  </a:cubicBezTo>
                  <a:cubicBezTo>
                    <a:pt x="111" y="0"/>
                    <a:pt x="111" y="0"/>
                    <a:pt x="111" y="0"/>
                  </a:cubicBezTo>
                  <a:cubicBezTo>
                    <a:pt x="92" y="0"/>
                    <a:pt x="74" y="14"/>
                    <a:pt x="68" y="32"/>
                  </a:cubicBezTo>
                  <a:lnTo>
                    <a:pt x="68" y="32"/>
                  </a:lnTo>
                  <a:cubicBezTo>
                    <a:pt x="0" y="250"/>
                    <a:pt x="0" y="250"/>
                    <a:pt x="0" y="250"/>
                  </a:cubicBezTo>
                  <a:lnTo>
                    <a:pt x="0" y="251"/>
                  </a:lnTo>
                  <a:cubicBezTo>
                    <a:pt x="0" y="252"/>
                    <a:pt x="0" y="252"/>
                    <a:pt x="0" y="254"/>
                  </a:cubicBezTo>
                  <a:cubicBezTo>
                    <a:pt x="0" y="254"/>
                    <a:pt x="0" y="254"/>
                    <a:pt x="0" y="255"/>
                  </a:cubicBezTo>
                  <a:lnTo>
                    <a:pt x="0" y="255"/>
                  </a:lnTo>
                  <a:cubicBezTo>
                    <a:pt x="0" y="275"/>
                    <a:pt x="9" y="294"/>
                    <a:pt x="23" y="307"/>
                  </a:cubicBezTo>
                  <a:cubicBezTo>
                    <a:pt x="29" y="312"/>
                    <a:pt x="37" y="317"/>
                    <a:pt x="44" y="319"/>
                  </a:cubicBezTo>
                  <a:cubicBezTo>
                    <a:pt x="44" y="669"/>
                    <a:pt x="44" y="669"/>
                    <a:pt x="44" y="669"/>
                  </a:cubicBezTo>
                  <a:cubicBezTo>
                    <a:pt x="44" y="694"/>
                    <a:pt x="64" y="714"/>
                    <a:pt x="89" y="714"/>
                  </a:cubicBezTo>
                  <a:cubicBezTo>
                    <a:pt x="133" y="714"/>
                    <a:pt x="133" y="714"/>
                    <a:pt x="133" y="714"/>
                  </a:cubicBezTo>
                  <a:cubicBezTo>
                    <a:pt x="312" y="714"/>
                    <a:pt x="312" y="714"/>
                    <a:pt x="312" y="714"/>
                  </a:cubicBezTo>
                  <a:cubicBezTo>
                    <a:pt x="595" y="714"/>
                    <a:pt x="595" y="714"/>
                    <a:pt x="595" y="714"/>
                  </a:cubicBezTo>
                  <a:cubicBezTo>
                    <a:pt x="619" y="714"/>
                    <a:pt x="640" y="694"/>
                    <a:pt x="640" y="669"/>
                  </a:cubicBezTo>
                  <a:cubicBezTo>
                    <a:pt x="640" y="319"/>
                    <a:pt x="640" y="319"/>
                    <a:pt x="640" y="319"/>
                  </a:cubicBezTo>
                  <a:cubicBezTo>
                    <a:pt x="647" y="317"/>
                    <a:pt x="654" y="312"/>
                    <a:pt x="659" y="307"/>
                  </a:cubicBezTo>
                  <a:cubicBezTo>
                    <a:pt x="675" y="294"/>
                    <a:pt x="683" y="275"/>
                    <a:pt x="684" y="255"/>
                  </a:cubicBezTo>
                  <a:lnTo>
                    <a:pt x="684" y="255"/>
                  </a:lnTo>
                  <a:cubicBezTo>
                    <a:pt x="684" y="254"/>
                    <a:pt x="684" y="254"/>
                    <a:pt x="684" y="254"/>
                  </a:cubicBezTo>
                  <a:cubicBezTo>
                    <a:pt x="684" y="252"/>
                    <a:pt x="683" y="252"/>
                    <a:pt x="683" y="251"/>
                  </a:cubicBezTo>
                  <a:close/>
                  <a:moveTo>
                    <a:pt x="283" y="685"/>
                  </a:moveTo>
                  <a:lnTo>
                    <a:pt x="283" y="685"/>
                  </a:lnTo>
                  <a:cubicBezTo>
                    <a:pt x="163" y="685"/>
                    <a:pt x="163" y="685"/>
                    <a:pt x="163" y="685"/>
                  </a:cubicBezTo>
                  <a:cubicBezTo>
                    <a:pt x="163" y="432"/>
                    <a:pt x="163" y="432"/>
                    <a:pt x="163" y="432"/>
                  </a:cubicBezTo>
                  <a:cubicBezTo>
                    <a:pt x="163" y="424"/>
                    <a:pt x="170" y="417"/>
                    <a:pt x="178" y="417"/>
                  </a:cubicBezTo>
                  <a:cubicBezTo>
                    <a:pt x="267" y="417"/>
                    <a:pt x="267" y="417"/>
                    <a:pt x="267" y="417"/>
                  </a:cubicBezTo>
                  <a:cubicBezTo>
                    <a:pt x="276" y="417"/>
                    <a:pt x="283" y="424"/>
                    <a:pt x="283" y="432"/>
                  </a:cubicBezTo>
                  <a:lnTo>
                    <a:pt x="283" y="685"/>
                  </a:lnTo>
                  <a:close/>
                  <a:moveTo>
                    <a:pt x="609" y="669"/>
                  </a:moveTo>
                  <a:lnTo>
                    <a:pt x="609" y="669"/>
                  </a:lnTo>
                  <a:cubicBezTo>
                    <a:pt x="609" y="678"/>
                    <a:pt x="603" y="685"/>
                    <a:pt x="595" y="685"/>
                  </a:cubicBezTo>
                  <a:cubicBezTo>
                    <a:pt x="312" y="685"/>
                    <a:pt x="312" y="685"/>
                    <a:pt x="312" y="685"/>
                  </a:cubicBezTo>
                  <a:cubicBezTo>
                    <a:pt x="312" y="432"/>
                    <a:pt x="312" y="432"/>
                    <a:pt x="312" y="432"/>
                  </a:cubicBezTo>
                  <a:cubicBezTo>
                    <a:pt x="312" y="407"/>
                    <a:pt x="292" y="388"/>
                    <a:pt x="267" y="388"/>
                  </a:cubicBezTo>
                  <a:cubicBezTo>
                    <a:pt x="178" y="388"/>
                    <a:pt x="178" y="388"/>
                    <a:pt x="178" y="388"/>
                  </a:cubicBezTo>
                  <a:cubicBezTo>
                    <a:pt x="153" y="388"/>
                    <a:pt x="133" y="407"/>
                    <a:pt x="133" y="432"/>
                  </a:cubicBezTo>
                  <a:cubicBezTo>
                    <a:pt x="133" y="685"/>
                    <a:pt x="133" y="685"/>
                    <a:pt x="133" y="685"/>
                  </a:cubicBezTo>
                  <a:cubicBezTo>
                    <a:pt x="89" y="685"/>
                    <a:pt x="89" y="685"/>
                    <a:pt x="89" y="685"/>
                  </a:cubicBezTo>
                  <a:cubicBezTo>
                    <a:pt x="81" y="685"/>
                    <a:pt x="74" y="678"/>
                    <a:pt x="74" y="669"/>
                  </a:cubicBezTo>
                  <a:cubicBezTo>
                    <a:pt x="74" y="328"/>
                    <a:pt x="74" y="328"/>
                    <a:pt x="74" y="328"/>
                  </a:cubicBezTo>
                  <a:cubicBezTo>
                    <a:pt x="76" y="328"/>
                    <a:pt x="78" y="328"/>
                    <a:pt x="81" y="328"/>
                  </a:cubicBezTo>
                  <a:cubicBezTo>
                    <a:pt x="101" y="328"/>
                    <a:pt x="121" y="319"/>
                    <a:pt x="136" y="307"/>
                  </a:cubicBezTo>
                  <a:cubicBezTo>
                    <a:pt x="139" y="304"/>
                    <a:pt x="143" y="300"/>
                    <a:pt x="146" y="296"/>
                  </a:cubicBezTo>
                  <a:cubicBezTo>
                    <a:pt x="149" y="300"/>
                    <a:pt x="152" y="304"/>
                    <a:pt x="156" y="308"/>
                  </a:cubicBezTo>
                  <a:cubicBezTo>
                    <a:pt x="170" y="321"/>
                    <a:pt x="189" y="328"/>
                    <a:pt x="210" y="328"/>
                  </a:cubicBezTo>
                  <a:cubicBezTo>
                    <a:pt x="233" y="328"/>
                    <a:pt x="251" y="321"/>
                    <a:pt x="265" y="307"/>
                  </a:cubicBezTo>
                  <a:cubicBezTo>
                    <a:pt x="269" y="304"/>
                    <a:pt x="272" y="298"/>
                    <a:pt x="274" y="294"/>
                  </a:cubicBezTo>
                  <a:cubicBezTo>
                    <a:pt x="277" y="298"/>
                    <a:pt x="281" y="303"/>
                    <a:pt x="285" y="307"/>
                  </a:cubicBezTo>
                  <a:cubicBezTo>
                    <a:pt x="299" y="319"/>
                    <a:pt x="320" y="328"/>
                    <a:pt x="341" y="328"/>
                  </a:cubicBezTo>
                  <a:cubicBezTo>
                    <a:pt x="364" y="328"/>
                    <a:pt x="383" y="319"/>
                    <a:pt x="398" y="307"/>
                  </a:cubicBezTo>
                  <a:cubicBezTo>
                    <a:pt x="401" y="304"/>
                    <a:pt x="404" y="300"/>
                    <a:pt x="407" y="297"/>
                  </a:cubicBezTo>
                  <a:cubicBezTo>
                    <a:pt x="410" y="300"/>
                    <a:pt x="412" y="304"/>
                    <a:pt x="417" y="307"/>
                  </a:cubicBezTo>
                  <a:cubicBezTo>
                    <a:pt x="431" y="319"/>
                    <a:pt x="451" y="328"/>
                    <a:pt x="472" y="328"/>
                  </a:cubicBezTo>
                  <a:cubicBezTo>
                    <a:pt x="495" y="328"/>
                    <a:pt x="514" y="319"/>
                    <a:pt x="530" y="307"/>
                  </a:cubicBezTo>
                  <a:cubicBezTo>
                    <a:pt x="532" y="304"/>
                    <a:pt x="535" y="300"/>
                    <a:pt x="538" y="297"/>
                  </a:cubicBezTo>
                  <a:cubicBezTo>
                    <a:pt x="541" y="300"/>
                    <a:pt x="544" y="304"/>
                    <a:pt x="548" y="307"/>
                  </a:cubicBezTo>
                  <a:cubicBezTo>
                    <a:pt x="562" y="319"/>
                    <a:pt x="581" y="328"/>
                    <a:pt x="603" y="328"/>
                  </a:cubicBezTo>
                  <a:cubicBezTo>
                    <a:pt x="605" y="328"/>
                    <a:pt x="608" y="328"/>
                    <a:pt x="609" y="328"/>
                  </a:cubicBezTo>
                  <a:lnTo>
                    <a:pt x="609" y="669"/>
                  </a:lnTo>
                  <a:close/>
                  <a:moveTo>
                    <a:pt x="603" y="298"/>
                  </a:moveTo>
                  <a:lnTo>
                    <a:pt x="603" y="298"/>
                  </a:lnTo>
                  <a:cubicBezTo>
                    <a:pt x="590" y="298"/>
                    <a:pt x="577" y="293"/>
                    <a:pt x="567" y="284"/>
                  </a:cubicBezTo>
                  <a:cubicBezTo>
                    <a:pt x="559" y="276"/>
                    <a:pt x="553" y="265"/>
                    <a:pt x="553" y="254"/>
                  </a:cubicBezTo>
                  <a:cubicBezTo>
                    <a:pt x="553" y="250"/>
                    <a:pt x="552" y="245"/>
                    <a:pt x="549" y="243"/>
                  </a:cubicBezTo>
                  <a:cubicBezTo>
                    <a:pt x="546" y="240"/>
                    <a:pt x="542" y="238"/>
                    <a:pt x="538" y="238"/>
                  </a:cubicBezTo>
                  <a:cubicBezTo>
                    <a:pt x="534" y="238"/>
                    <a:pt x="531" y="240"/>
                    <a:pt x="528" y="243"/>
                  </a:cubicBezTo>
                  <a:cubicBezTo>
                    <a:pt x="525" y="245"/>
                    <a:pt x="523" y="250"/>
                    <a:pt x="523" y="254"/>
                  </a:cubicBezTo>
                  <a:cubicBezTo>
                    <a:pt x="523" y="265"/>
                    <a:pt x="518" y="276"/>
                    <a:pt x="509" y="284"/>
                  </a:cubicBezTo>
                  <a:cubicBezTo>
                    <a:pt x="500" y="293"/>
                    <a:pt x="486" y="298"/>
                    <a:pt x="472" y="298"/>
                  </a:cubicBezTo>
                  <a:cubicBezTo>
                    <a:pt x="458" y="298"/>
                    <a:pt x="446" y="293"/>
                    <a:pt x="436" y="284"/>
                  </a:cubicBezTo>
                  <a:cubicBezTo>
                    <a:pt x="428" y="276"/>
                    <a:pt x="422" y="265"/>
                    <a:pt x="422" y="254"/>
                  </a:cubicBezTo>
                  <a:cubicBezTo>
                    <a:pt x="422" y="250"/>
                    <a:pt x="421" y="245"/>
                    <a:pt x="418" y="243"/>
                  </a:cubicBezTo>
                  <a:cubicBezTo>
                    <a:pt x="415" y="240"/>
                    <a:pt x="411" y="238"/>
                    <a:pt x="407" y="238"/>
                  </a:cubicBezTo>
                  <a:cubicBezTo>
                    <a:pt x="403" y="238"/>
                    <a:pt x="400" y="240"/>
                    <a:pt x="397" y="243"/>
                  </a:cubicBezTo>
                  <a:cubicBezTo>
                    <a:pt x="394" y="245"/>
                    <a:pt x="393" y="250"/>
                    <a:pt x="393" y="254"/>
                  </a:cubicBezTo>
                  <a:cubicBezTo>
                    <a:pt x="393" y="265"/>
                    <a:pt x="387" y="276"/>
                    <a:pt x="378" y="284"/>
                  </a:cubicBezTo>
                  <a:cubicBezTo>
                    <a:pt x="369" y="293"/>
                    <a:pt x="357" y="298"/>
                    <a:pt x="341" y="298"/>
                  </a:cubicBezTo>
                  <a:cubicBezTo>
                    <a:pt x="327" y="298"/>
                    <a:pt x="315" y="293"/>
                    <a:pt x="305" y="284"/>
                  </a:cubicBezTo>
                  <a:cubicBezTo>
                    <a:pt x="297" y="276"/>
                    <a:pt x="291" y="265"/>
                    <a:pt x="291" y="254"/>
                  </a:cubicBezTo>
                  <a:cubicBezTo>
                    <a:pt x="291" y="245"/>
                    <a:pt x="285" y="240"/>
                    <a:pt x="279" y="238"/>
                  </a:cubicBezTo>
                  <a:cubicBezTo>
                    <a:pt x="270" y="237"/>
                    <a:pt x="263" y="243"/>
                    <a:pt x="262" y="250"/>
                  </a:cubicBezTo>
                  <a:cubicBezTo>
                    <a:pt x="258" y="266"/>
                    <a:pt x="252" y="277"/>
                    <a:pt x="244" y="286"/>
                  </a:cubicBezTo>
                  <a:cubicBezTo>
                    <a:pt x="235" y="294"/>
                    <a:pt x="226" y="298"/>
                    <a:pt x="210" y="298"/>
                  </a:cubicBezTo>
                  <a:cubicBezTo>
                    <a:pt x="196" y="298"/>
                    <a:pt x="184" y="293"/>
                    <a:pt x="175" y="286"/>
                  </a:cubicBezTo>
                  <a:cubicBezTo>
                    <a:pt x="167" y="277"/>
                    <a:pt x="161" y="266"/>
                    <a:pt x="160" y="252"/>
                  </a:cubicBezTo>
                  <a:cubicBezTo>
                    <a:pt x="160" y="244"/>
                    <a:pt x="153" y="238"/>
                    <a:pt x="145" y="238"/>
                  </a:cubicBezTo>
                  <a:cubicBezTo>
                    <a:pt x="136" y="238"/>
                    <a:pt x="131" y="245"/>
                    <a:pt x="131" y="254"/>
                  </a:cubicBezTo>
                  <a:cubicBezTo>
                    <a:pt x="131" y="265"/>
                    <a:pt x="125" y="276"/>
                    <a:pt x="117" y="284"/>
                  </a:cubicBezTo>
                  <a:cubicBezTo>
                    <a:pt x="107" y="293"/>
                    <a:pt x="94" y="298"/>
                    <a:pt x="81" y="298"/>
                  </a:cubicBezTo>
                  <a:cubicBezTo>
                    <a:pt x="65" y="298"/>
                    <a:pt x="53" y="293"/>
                    <a:pt x="44" y="284"/>
                  </a:cubicBezTo>
                  <a:cubicBezTo>
                    <a:pt x="34" y="276"/>
                    <a:pt x="30" y="266"/>
                    <a:pt x="29" y="255"/>
                  </a:cubicBezTo>
                  <a:cubicBezTo>
                    <a:pt x="97" y="42"/>
                    <a:pt x="97" y="42"/>
                    <a:pt x="97" y="42"/>
                  </a:cubicBezTo>
                  <a:cubicBezTo>
                    <a:pt x="97" y="40"/>
                    <a:pt x="97" y="40"/>
                    <a:pt x="97" y="40"/>
                  </a:cubicBezTo>
                  <a:cubicBezTo>
                    <a:pt x="99" y="35"/>
                    <a:pt x="104" y="31"/>
                    <a:pt x="111" y="31"/>
                  </a:cubicBezTo>
                  <a:cubicBezTo>
                    <a:pt x="573" y="31"/>
                    <a:pt x="573" y="31"/>
                    <a:pt x="573" y="31"/>
                  </a:cubicBezTo>
                  <a:cubicBezTo>
                    <a:pt x="578" y="31"/>
                    <a:pt x="584" y="35"/>
                    <a:pt x="587" y="40"/>
                  </a:cubicBezTo>
                  <a:cubicBezTo>
                    <a:pt x="587" y="42"/>
                    <a:pt x="587" y="42"/>
                    <a:pt x="587" y="42"/>
                  </a:cubicBezTo>
                  <a:cubicBezTo>
                    <a:pt x="654" y="255"/>
                    <a:pt x="654" y="255"/>
                    <a:pt x="654" y="255"/>
                  </a:cubicBezTo>
                  <a:cubicBezTo>
                    <a:pt x="654" y="266"/>
                    <a:pt x="648" y="276"/>
                    <a:pt x="640" y="284"/>
                  </a:cubicBezTo>
                  <a:cubicBezTo>
                    <a:pt x="631" y="293"/>
                    <a:pt x="617" y="298"/>
                    <a:pt x="603" y="2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70B82E41-A739-C2B2-1D1E-0AF559A78D6B}"/>
                </a:ext>
              </a:extLst>
            </p:cNvPr>
            <p:cNvSpPr>
              <a:spLocks noChangeArrowheads="1"/>
            </p:cNvSpPr>
            <p:nvPr/>
          </p:nvSpPr>
          <p:spPr bwMode="auto">
            <a:xfrm>
              <a:off x="4341813" y="2005013"/>
              <a:ext cx="53975" cy="65087"/>
            </a:xfrm>
            <a:custGeom>
              <a:avLst/>
              <a:gdLst>
                <a:gd name="T0" fmla="*/ 105 w 150"/>
                <a:gd name="T1" fmla="*/ 0 h 179"/>
                <a:gd name="T2" fmla="*/ 105 w 150"/>
                <a:gd name="T3" fmla="*/ 0 h 179"/>
                <a:gd name="T4" fmla="*/ 45 w 150"/>
                <a:gd name="T5" fmla="*/ 0 h 179"/>
                <a:gd name="T6" fmla="*/ 0 w 150"/>
                <a:gd name="T7" fmla="*/ 44 h 179"/>
                <a:gd name="T8" fmla="*/ 0 w 150"/>
                <a:gd name="T9" fmla="*/ 134 h 179"/>
                <a:gd name="T10" fmla="*/ 45 w 150"/>
                <a:gd name="T11" fmla="*/ 178 h 179"/>
                <a:gd name="T12" fmla="*/ 105 w 150"/>
                <a:gd name="T13" fmla="*/ 178 h 179"/>
                <a:gd name="T14" fmla="*/ 149 w 150"/>
                <a:gd name="T15" fmla="*/ 134 h 179"/>
                <a:gd name="T16" fmla="*/ 149 w 150"/>
                <a:gd name="T17" fmla="*/ 44 h 179"/>
                <a:gd name="T18" fmla="*/ 105 w 150"/>
                <a:gd name="T19" fmla="*/ 0 h 179"/>
                <a:gd name="T20" fmla="*/ 119 w 150"/>
                <a:gd name="T21" fmla="*/ 134 h 179"/>
                <a:gd name="T22" fmla="*/ 119 w 150"/>
                <a:gd name="T23" fmla="*/ 134 h 179"/>
                <a:gd name="T24" fmla="*/ 105 w 150"/>
                <a:gd name="T25" fmla="*/ 147 h 179"/>
                <a:gd name="T26" fmla="*/ 45 w 150"/>
                <a:gd name="T27" fmla="*/ 147 h 179"/>
                <a:gd name="T28" fmla="*/ 30 w 150"/>
                <a:gd name="T29" fmla="*/ 134 h 179"/>
                <a:gd name="T30" fmla="*/ 30 w 150"/>
                <a:gd name="T31" fmla="*/ 44 h 179"/>
                <a:gd name="T32" fmla="*/ 45 w 150"/>
                <a:gd name="T33" fmla="*/ 29 h 179"/>
                <a:gd name="T34" fmla="*/ 105 w 150"/>
                <a:gd name="T35" fmla="*/ 29 h 179"/>
                <a:gd name="T36" fmla="*/ 119 w 150"/>
                <a:gd name="T37" fmla="*/ 44 h 179"/>
                <a:gd name="T38" fmla="*/ 119 w 150"/>
                <a:gd name="T39" fmla="*/ 134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0" h="179">
                  <a:moveTo>
                    <a:pt x="105" y="0"/>
                  </a:moveTo>
                  <a:lnTo>
                    <a:pt x="105" y="0"/>
                  </a:lnTo>
                  <a:cubicBezTo>
                    <a:pt x="45" y="0"/>
                    <a:pt x="45" y="0"/>
                    <a:pt x="45" y="0"/>
                  </a:cubicBezTo>
                  <a:cubicBezTo>
                    <a:pt x="20" y="0"/>
                    <a:pt x="0" y="19"/>
                    <a:pt x="0" y="44"/>
                  </a:cubicBezTo>
                  <a:cubicBezTo>
                    <a:pt x="0" y="134"/>
                    <a:pt x="0" y="134"/>
                    <a:pt x="0" y="134"/>
                  </a:cubicBezTo>
                  <a:cubicBezTo>
                    <a:pt x="0" y="157"/>
                    <a:pt x="20" y="178"/>
                    <a:pt x="45" y="178"/>
                  </a:cubicBezTo>
                  <a:cubicBezTo>
                    <a:pt x="105" y="178"/>
                    <a:pt x="105" y="178"/>
                    <a:pt x="105" y="178"/>
                  </a:cubicBezTo>
                  <a:cubicBezTo>
                    <a:pt x="129" y="178"/>
                    <a:pt x="149" y="157"/>
                    <a:pt x="149" y="134"/>
                  </a:cubicBezTo>
                  <a:cubicBezTo>
                    <a:pt x="149" y="44"/>
                    <a:pt x="149" y="44"/>
                    <a:pt x="149" y="44"/>
                  </a:cubicBezTo>
                  <a:cubicBezTo>
                    <a:pt x="149" y="19"/>
                    <a:pt x="129" y="0"/>
                    <a:pt x="105" y="0"/>
                  </a:cubicBezTo>
                  <a:close/>
                  <a:moveTo>
                    <a:pt x="119" y="134"/>
                  </a:moveTo>
                  <a:lnTo>
                    <a:pt x="119" y="134"/>
                  </a:lnTo>
                  <a:cubicBezTo>
                    <a:pt x="119" y="142"/>
                    <a:pt x="113" y="147"/>
                    <a:pt x="105" y="147"/>
                  </a:cubicBezTo>
                  <a:cubicBezTo>
                    <a:pt x="45" y="147"/>
                    <a:pt x="45" y="147"/>
                    <a:pt x="45" y="147"/>
                  </a:cubicBezTo>
                  <a:cubicBezTo>
                    <a:pt x="37" y="147"/>
                    <a:pt x="30" y="142"/>
                    <a:pt x="30" y="134"/>
                  </a:cubicBezTo>
                  <a:cubicBezTo>
                    <a:pt x="30" y="44"/>
                    <a:pt x="30" y="44"/>
                    <a:pt x="30" y="44"/>
                  </a:cubicBezTo>
                  <a:cubicBezTo>
                    <a:pt x="30" y="36"/>
                    <a:pt x="37" y="29"/>
                    <a:pt x="45" y="29"/>
                  </a:cubicBezTo>
                  <a:cubicBezTo>
                    <a:pt x="105" y="29"/>
                    <a:pt x="105" y="29"/>
                    <a:pt x="105" y="29"/>
                  </a:cubicBezTo>
                  <a:cubicBezTo>
                    <a:pt x="113" y="29"/>
                    <a:pt x="119" y="36"/>
                    <a:pt x="119" y="44"/>
                  </a:cubicBezTo>
                  <a:lnTo>
                    <a:pt x="119"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5" name="Group 168">
            <a:extLst>
              <a:ext uri="{FF2B5EF4-FFF2-40B4-BE49-F238E27FC236}">
                <a16:creationId xmlns:a16="http://schemas.microsoft.com/office/drawing/2014/main" id="{29277BED-C4FA-7279-599C-77297DA9DDEA}"/>
              </a:ext>
            </a:extLst>
          </p:cNvPr>
          <p:cNvGrpSpPr/>
          <p:nvPr/>
        </p:nvGrpSpPr>
        <p:grpSpPr>
          <a:xfrm>
            <a:off x="8179469" y="3945656"/>
            <a:ext cx="236537" cy="258762"/>
            <a:chOff x="7151688" y="4287838"/>
            <a:chExt cx="236537" cy="258762"/>
          </a:xfrm>
          <a:solidFill>
            <a:schemeClr val="tx2"/>
          </a:solidFill>
        </p:grpSpPr>
        <p:sp>
          <p:nvSpPr>
            <p:cNvPr id="166" name="Freeform 133">
              <a:extLst>
                <a:ext uri="{FF2B5EF4-FFF2-40B4-BE49-F238E27FC236}">
                  <a16:creationId xmlns:a16="http://schemas.microsoft.com/office/drawing/2014/main" id="{2C3C520D-2982-3178-EAF5-19A73D0FD63C}"/>
                </a:ext>
              </a:extLst>
            </p:cNvPr>
            <p:cNvSpPr>
              <a:spLocks noChangeArrowheads="1"/>
            </p:cNvSpPr>
            <p:nvPr/>
          </p:nvSpPr>
          <p:spPr bwMode="auto">
            <a:xfrm>
              <a:off x="7246938" y="4287838"/>
              <a:ext cx="119062" cy="119062"/>
            </a:xfrm>
            <a:custGeom>
              <a:avLst/>
              <a:gdLst>
                <a:gd name="T0" fmla="*/ 325 w 331"/>
                <a:gd name="T1" fmla="*/ 5 h 331"/>
                <a:gd name="T2" fmla="*/ 325 w 331"/>
                <a:gd name="T3" fmla="*/ 5 h 331"/>
                <a:gd name="T4" fmla="*/ 304 w 331"/>
                <a:gd name="T5" fmla="*/ 5 h 331"/>
                <a:gd name="T6" fmla="*/ 142 w 331"/>
                <a:gd name="T7" fmla="*/ 167 h 331"/>
                <a:gd name="T8" fmla="*/ 90 w 331"/>
                <a:gd name="T9" fmla="*/ 150 h 331"/>
                <a:gd name="T10" fmla="*/ 1 w 331"/>
                <a:gd name="T11" fmla="*/ 239 h 331"/>
                <a:gd name="T12" fmla="*/ 18 w 331"/>
                <a:gd name="T13" fmla="*/ 291 h 331"/>
                <a:gd name="T14" fmla="*/ 5 w 331"/>
                <a:gd name="T15" fmla="*/ 302 h 331"/>
                <a:gd name="T16" fmla="*/ 5 w 331"/>
                <a:gd name="T17" fmla="*/ 325 h 331"/>
                <a:gd name="T18" fmla="*/ 28 w 331"/>
                <a:gd name="T19" fmla="*/ 325 h 331"/>
                <a:gd name="T20" fmla="*/ 39 w 331"/>
                <a:gd name="T21" fmla="*/ 312 h 331"/>
                <a:gd name="T22" fmla="*/ 90 w 331"/>
                <a:gd name="T23" fmla="*/ 329 h 331"/>
                <a:gd name="T24" fmla="*/ 180 w 331"/>
                <a:gd name="T25" fmla="*/ 239 h 331"/>
                <a:gd name="T26" fmla="*/ 163 w 331"/>
                <a:gd name="T27" fmla="*/ 188 h 331"/>
                <a:gd name="T28" fmla="*/ 325 w 331"/>
                <a:gd name="T29" fmla="*/ 26 h 331"/>
                <a:gd name="T30" fmla="*/ 325 w 331"/>
                <a:gd name="T31" fmla="*/ 5 h 331"/>
                <a:gd name="T32" fmla="*/ 134 w 331"/>
                <a:gd name="T33" fmla="*/ 281 h 331"/>
                <a:gd name="T34" fmla="*/ 134 w 331"/>
                <a:gd name="T35" fmla="*/ 281 h 331"/>
                <a:gd name="T36" fmla="*/ 90 w 331"/>
                <a:gd name="T37" fmla="*/ 298 h 331"/>
                <a:gd name="T38" fmla="*/ 49 w 331"/>
                <a:gd name="T39" fmla="*/ 281 h 331"/>
                <a:gd name="T40" fmla="*/ 32 w 331"/>
                <a:gd name="T41" fmla="*/ 239 h 331"/>
                <a:gd name="T42" fmla="*/ 49 w 331"/>
                <a:gd name="T43" fmla="*/ 198 h 331"/>
                <a:gd name="T44" fmla="*/ 90 w 331"/>
                <a:gd name="T45" fmla="*/ 179 h 331"/>
                <a:gd name="T46" fmla="*/ 134 w 331"/>
                <a:gd name="T47" fmla="*/ 198 h 331"/>
                <a:gd name="T48" fmla="*/ 150 w 331"/>
                <a:gd name="T49" fmla="*/ 239 h 331"/>
                <a:gd name="T50" fmla="*/ 134 w 331"/>
                <a:gd name="T51" fmla="*/ 281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31" h="331">
                  <a:moveTo>
                    <a:pt x="325" y="5"/>
                  </a:moveTo>
                  <a:lnTo>
                    <a:pt x="325" y="5"/>
                  </a:lnTo>
                  <a:cubicBezTo>
                    <a:pt x="319" y="0"/>
                    <a:pt x="309" y="0"/>
                    <a:pt x="304" y="5"/>
                  </a:cubicBezTo>
                  <a:cubicBezTo>
                    <a:pt x="142" y="167"/>
                    <a:pt x="142" y="167"/>
                    <a:pt x="142" y="167"/>
                  </a:cubicBezTo>
                  <a:cubicBezTo>
                    <a:pt x="128" y="156"/>
                    <a:pt x="110" y="150"/>
                    <a:pt x="90" y="150"/>
                  </a:cubicBezTo>
                  <a:cubicBezTo>
                    <a:pt x="42" y="150"/>
                    <a:pt x="1" y="189"/>
                    <a:pt x="1" y="239"/>
                  </a:cubicBezTo>
                  <a:cubicBezTo>
                    <a:pt x="1" y="258"/>
                    <a:pt x="8" y="276"/>
                    <a:pt x="18" y="291"/>
                  </a:cubicBezTo>
                  <a:cubicBezTo>
                    <a:pt x="5" y="302"/>
                    <a:pt x="5" y="302"/>
                    <a:pt x="5" y="302"/>
                  </a:cubicBezTo>
                  <a:cubicBezTo>
                    <a:pt x="0" y="309"/>
                    <a:pt x="0" y="318"/>
                    <a:pt x="5" y="325"/>
                  </a:cubicBezTo>
                  <a:cubicBezTo>
                    <a:pt x="12" y="330"/>
                    <a:pt x="21" y="330"/>
                    <a:pt x="28" y="325"/>
                  </a:cubicBezTo>
                  <a:cubicBezTo>
                    <a:pt x="39" y="312"/>
                    <a:pt x="39" y="312"/>
                    <a:pt x="39" y="312"/>
                  </a:cubicBezTo>
                  <a:cubicBezTo>
                    <a:pt x="54" y="322"/>
                    <a:pt x="72" y="329"/>
                    <a:pt x="90" y="329"/>
                  </a:cubicBezTo>
                  <a:cubicBezTo>
                    <a:pt x="141" y="329"/>
                    <a:pt x="180" y="288"/>
                    <a:pt x="180" y="239"/>
                  </a:cubicBezTo>
                  <a:cubicBezTo>
                    <a:pt x="180" y="220"/>
                    <a:pt x="174" y="202"/>
                    <a:pt x="163" y="188"/>
                  </a:cubicBezTo>
                  <a:cubicBezTo>
                    <a:pt x="325" y="26"/>
                    <a:pt x="325" y="26"/>
                    <a:pt x="325" y="26"/>
                  </a:cubicBezTo>
                  <a:cubicBezTo>
                    <a:pt x="330" y="21"/>
                    <a:pt x="330" y="11"/>
                    <a:pt x="325" y="5"/>
                  </a:cubicBezTo>
                  <a:close/>
                  <a:moveTo>
                    <a:pt x="134" y="281"/>
                  </a:moveTo>
                  <a:lnTo>
                    <a:pt x="134" y="281"/>
                  </a:lnTo>
                  <a:cubicBezTo>
                    <a:pt x="122" y="292"/>
                    <a:pt x="107" y="298"/>
                    <a:pt x="90" y="298"/>
                  </a:cubicBezTo>
                  <a:cubicBezTo>
                    <a:pt x="75" y="298"/>
                    <a:pt x="60" y="292"/>
                    <a:pt x="49" y="281"/>
                  </a:cubicBezTo>
                  <a:cubicBezTo>
                    <a:pt x="37" y="270"/>
                    <a:pt x="32" y="255"/>
                    <a:pt x="32" y="239"/>
                  </a:cubicBezTo>
                  <a:cubicBezTo>
                    <a:pt x="32" y="223"/>
                    <a:pt x="37" y="207"/>
                    <a:pt x="49" y="198"/>
                  </a:cubicBezTo>
                  <a:cubicBezTo>
                    <a:pt x="60" y="186"/>
                    <a:pt x="75" y="179"/>
                    <a:pt x="90" y="179"/>
                  </a:cubicBezTo>
                  <a:cubicBezTo>
                    <a:pt x="107" y="179"/>
                    <a:pt x="122" y="186"/>
                    <a:pt x="134" y="198"/>
                  </a:cubicBezTo>
                  <a:cubicBezTo>
                    <a:pt x="143" y="207"/>
                    <a:pt x="150" y="223"/>
                    <a:pt x="150" y="239"/>
                  </a:cubicBezTo>
                  <a:cubicBezTo>
                    <a:pt x="150" y="255"/>
                    <a:pt x="143" y="270"/>
                    <a:pt x="134"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4">
              <a:extLst>
                <a:ext uri="{FF2B5EF4-FFF2-40B4-BE49-F238E27FC236}">
                  <a16:creationId xmlns:a16="http://schemas.microsoft.com/office/drawing/2014/main" id="{5B3FA781-CFB5-544B-A628-FD5F0C133B3D}"/>
                </a:ext>
              </a:extLst>
            </p:cNvPr>
            <p:cNvSpPr>
              <a:spLocks noChangeArrowheads="1"/>
            </p:cNvSpPr>
            <p:nvPr/>
          </p:nvSpPr>
          <p:spPr bwMode="auto">
            <a:xfrm>
              <a:off x="7151688" y="4310063"/>
              <a:ext cx="236537" cy="236537"/>
            </a:xfrm>
            <a:custGeom>
              <a:avLst/>
              <a:gdLst>
                <a:gd name="T0" fmla="*/ 0 w 657"/>
                <a:gd name="T1" fmla="*/ 14 h 656"/>
                <a:gd name="T2" fmla="*/ 0 w 657"/>
                <a:gd name="T3" fmla="*/ 14 h 656"/>
                <a:gd name="T4" fmla="*/ 97 w 657"/>
                <a:gd name="T5" fmla="*/ 252 h 656"/>
                <a:gd name="T6" fmla="*/ 313 w 657"/>
                <a:gd name="T7" fmla="*/ 356 h 656"/>
                <a:gd name="T8" fmla="*/ 314 w 657"/>
                <a:gd name="T9" fmla="*/ 584 h 656"/>
                <a:gd name="T10" fmla="*/ 215 w 657"/>
                <a:gd name="T11" fmla="*/ 627 h 656"/>
                <a:gd name="T12" fmla="*/ 212 w 657"/>
                <a:gd name="T13" fmla="*/ 648 h 656"/>
                <a:gd name="T14" fmla="*/ 233 w 657"/>
                <a:gd name="T15" fmla="*/ 651 h 656"/>
                <a:gd name="T16" fmla="*/ 233 w 657"/>
                <a:gd name="T17" fmla="*/ 651 h 656"/>
                <a:gd name="T18" fmla="*/ 328 w 657"/>
                <a:gd name="T19" fmla="*/ 612 h 656"/>
                <a:gd name="T20" fmla="*/ 423 w 657"/>
                <a:gd name="T21" fmla="*/ 651 h 656"/>
                <a:gd name="T22" fmla="*/ 444 w 657"/>
                <a:gd name="T23" fmla="*/ 648 h 656"/>
                <a:gd name="T24" fmla="*/ 441 w 657"/>
                <a:gd name="T25" fmla="*/ 627 h 656"/>
                <a:gd name="T26" fmla="*/ 343 w 657"/>
                <a:gd name="T27" fmla="*/ 584 h 656"/>
                <a:gd name="T28" fmla="*/ 342 w 657"/>
                <a:gd name="T29" fmla="*/ 356 h 656"/>
                <a:gd name="T30" fmla="*/ 560 w 657"/>
                <a:gd name="T31" fmla="*/ 252 h 656"/>
                <a:gd name="T32" fmla="*/ 656 w 657"/>
                <a:gd name="T33" fmla="*/ 14 h 656"/>
                <a:gd name="T34" fmla="*/ 656 w 657"/>
                <a:gd name="T35" fmla="*/ 0 h 656"/>
                <a:gd name="T36" fmla="*/ 581 w 657"/>
                <a:gd name="T37" fmla="*/ 0 h 656"/>
                <a:gd name="T38" fmla="*/ 567 w 657"/>
                <a:gd name="T39" fmla="*/ 14 h 656"/>
                <a:gd name="T40" fmla="*/ 581 w 657"/>
                <a:gd name="T41" fmla="*/ 29 h 656"/>
                <a:gd name="T42" fmla="*/ 625 w 657"/>
                <a:gd name="T43" fmla="*/ 29 h 656"/>
                <a:gd name="T44" fmla="*/ 539 w 657"/>
                <a:gd name="T45" fmla="*/ 233 h 656"/>
                <a:gd name="T46" fmla="*/ 328 w 657"/>
                <a:gd name="T47" fmla="*/ 326 h 656"/>
                <a:gd name="T48" fmla="*/ 118 w 657"/>
                <a:gd name="T49" fmla="*/ 233 h 656"/>
                <a:gd name="T50" fmla="*/ 31 w 657"/>
                <a:gd name="T51" fmla="*/ 29 h 656"/>
                <a:gd name="T52" fmla="*/ 433 w 657"/>
                <a:gd name="T53" fmla="*/ 29 h 656"/>
                <a:gd name="T54" fmla="*/ 447 w 657"/>
                <a:gd name="T55" fmla="*/ 14 h 656"/>
                <a:gd name="T56" fmla="*/ 433 w 657"/>
                <a:gd name="T57" fmla="*/ 0 h 656"/>
                <a:gd name="T58" fmla="*/ 0 w 657"/>
                <a:gd name="T59" fmla="*/ 0 h 656"/>
                <a:gd name="T60" fmla="*/ 0 w 657"/>
                <a:gd name="T61" fmla="*/ 14 h 6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57" h="656">
                  <a:moveTo>
                    <a:pt x="0" y="14"/>
                  </a:moveTo>
                  <a:lnTo>
                    <a:pt x="0" y="14"/>
                  </a:lnTo>
                  <a:cubicBezTo>
                    <a:pt x="0" y="105"/>
                    <a:pt x="38" y="190"/>
                    <a:pt x="97" y="252"/>
                  </a:cubicBezTo>
                  <a:cubicBezTo>
                    <a:pt x="152" y="312"/>
                    <a:pt x="228" y="351"/>
                    <a:pt x="313" y="356"/>
                  </a:cubicBezTo>
                  <a:cubicBezTo>
                    <a:pt x="314" y="584"/>
                    <a:pt x="314" y="584"/>
                    <a:pt x="314" y="584"/>
                  </a:cubicBezTo>
                  <a:cubicBezTo>
                    <a:pt x="281" y="587"/>
                    <a:pt x="247" y="602"/>
                    <a:pt x="215" y="627"/>
                  </a:cubicBezTo>
                  <a:cubicBezTo>
                    <a:pt x="208" y="632"/>
                    <a:pt x="207" y="641"/>
                    <a:pt x="212" y="648"/>
                  </a:cubicBezTo>
                  <a:cubicBezTo>
                    <a:pt x="218" y="655"/>
                    <a:pt x="226" y="655"/>
                    <a:pt x="233" y="651"/>
                  </a:cubicBezTo>
                  <a:lnTo>
                    <a:pt x="233" y="651"/>
                  </a:lnTo>
                  <a:cubicBezTo>
                    <a:pt x="267" y="625"/>
                    <a:pt x="297" y="614"/>
                    <a:pt x="328" y="612"/>
                  </a:cubicBezTo>
                  <a:cubicBezTo>
                    <a:pt x="359" y="614"/>
                    <a:pt x="389" y="625"/>
                    <a:pt x="423" y="651"/>
                  </a:cubicBezTo>
                  <a:cubicBezTo>
                    <a:pt x="430" y="655"/>
                    <a:pt x="440" y="655"/>
                    <a:pt x="444" y="648"/>
                  </a:cubicBezTo>
                  <a:cubicBezTo>
                    <a:pt x="449" y="641"/>
                    <a:pt x="448" y="632"/>
                    <a:pt x="441" y="627"/>
                  </a:cubicBezTo>
                  <a:cubicBezTo>
                    <a:pt x="409" y="602"/>
                    <a:pt x="377" y="587"/>
                    <a:pt x="343" y="584"/>
                  </a:cubicBezTo>
                  <a:cubicBezTo>
                    <a:pt x="342" y="356"/>
                    <a:pt x="342" y="356"/>
                    <a:pt x="342" y="356"/>
                  </a:cubicBezTo>
                  <a:cubicBezTo>
                    <a:pt x="427" y="353"/>
                    <a:pt x="504" y="312"/>
                    <a:pt x="560" y="252"/>
                  </a:cubicBezTo>
                  <a:cubicBezTo>
                    <a:pt x="620" y="190"/>
                    <a:pt x="656" y="105"/>
                    <a:pt x="656" y="14"/>
                  </a:cubicBezTo>
                  <a:cubicBezTo>
                    <a:pt x="656" y="0"/>
                    <a:pt x="656" y="0"/>
                    <a:pt x="656" y="0"/>
                  </a:cubicBezTo>
                  <a:cubicBezTo>
                    <a:pt x="581" y="0"/>
                    <a:pt x="581" y="0"/>
                    <a:pt x="581" y="0"/>
                  </a:cubicBezTo>
                  <a:cubicBezTo>
                    <a:pt x="572" y="0"/>
                    <a:pt x="567" y="6"/>
                    <a:pt x="567" y="14"/>
                  </a:cubicBezTo>
                  <a:cubicBezTo>
                    <a:pt x="567" y="22"/>
                    <a:pt x="572" y="29"/>
                    <a:pt x="581" y="29"/>
                  </a:cubicBezTo>
                  <a:cubicBezTo>
                    <a:pt x="625" y="29"/>
                    <a:pt x="625" y="29"/>
                    <a:pt x="625" y="29"/>
                  </a:cubicBezTo>
                  <a:cubicBezTo>
                    <a:pt x="621" y="106"/>
                    <a:pt x="589" y="178"/>
                    <a:pt x="539" y="233"/>
                  </a:cubicBezTo>
                  <a:cubicBezTo>
                    <a:pt x="484" y="290"/>
                    <a:pt x="410" y="326"/>
                    <a:pt x="328" y="326"/>
                  </a:cubicBezTo>
                  <a:cubicBezTo>
                    <a:pt x="246" y="326"/>
                    <a:pt x="172" y="290"/>
                    <a:pt x="118" y="233"/>
                  </a:cubicBezTo>
                  <a:cubicBezTo>
                    <a:pt x="67" y="178"/>
                    <a:pt x="35" y="106"/>
                    <a:pt x="31" y="29"/>
                  </a:cubicBezTo>
                  <a:cubicBezTo>
                    <a:pt x="433" y="29"/>
                    <a:pt x="433" y="29"/>
                    <a:pt x="433" y="29"/>
                  </a:cubicBezTo>
                  <a:cubicBezTo>
                    <a:pt x="441" y="29"/>
                    <a:pt x="447" y="22"/>
                    <a:pt x="447" y="14"/>
                  </a:cubicBezTo>
                  <a:cubicBezTo>
                    <a:pt x="447" y="6"/>
                    <a:pt x="441" y="0"/>
                    <a:pt x="433" y="0"/>
                  </a:cubicBezTo>
                  <a:cubicBezTo>
                    <a:pt x="0" y="0"/>
                    <a:pt x="0" y="0"/>
                    <a:pt x="0" y="0"/>
                  </a:cubicBezTo>
                  <a:lnTo>
                    <a:pt x="0" y="1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8" name="Group 171">
            <a:extLst>
              <a:ext uri="{FF2B5EF4-FFF2-40B4-BE49-F238E27FC236}">
                <a16:creationId xmlns:a16="http://schemas.microsoft.com/office/drawing/2014/main" id="{811FCA7E-DF0B-AA06-AA12-67CB43713E6A}"/>
              </a:ext>
            </a:extLst>
          </p:cNvPr>
          <p:cNvGrpSpPr/>
          <p:nvPr/>
        </p:nvGrpSpPr>
        <p:grpSpPr>
          <a:xfrm>
            <a:off x="8693819" y="3945656"/>
            <a:ext cx="258762" cy="258762"/>
            <a:chOff x="7666038" y="4287838"/>
            <a:chExt cx="258762" cy="258762"/>
          </a:xfrm>
          <a:solidFill>
            <a:schemeClr val="tx2"/>
          </a:solidFill>
        </p:grpSpPr>
        <p:sp>
          <p:nvSpPr>
            <p:cNvPr id="169" name="Freeform 135">
              <a:extLst>
                <a:ext uri="{FF2B5EF4-FFF2-40B4-BE49-F238E27FC236}">
                  <a16:creationId xmlns:a16="http://schemas.microsoft.com/office/drawing/2014/main" id="{B3458B3E-8EBB-3799-F7B8-B6613982C73A}"/>
                </a:ext>
              </a:extLst>
            </p:cNvPr>
            <p:cNvSpPr>
              <a:spLocks noChangeArrowheads="1"/>
            </p:cNvSpPr>
            <p:nvPr/>
          </p:nvSpPr>
          <p:spPr bwMode="auto">
            <a:xfrm>
              <a:off x="7697788" y="4491038"/>
              <a:ext cx="227012" cy="55562"/>
            </a:xfrm>
            <a:custGeom>
              <a:avLst/>
              <a:gdLst>
                <a:gd name="T0" fmla="*/ 627 w 629"/>
                <a:gd name="T1" fmla="*/ 14 h 153"/>
                <a:gd name="T2" fmla="*/ 627 w 629"/>
                <a:gd name="T3" fmla="*/ 14 h 153"/>
                <a:gd name="T4" fmla="*/ 610 w 629"/>
                <a:gd name="T5" fmla="*/ 3 h 153"/>
                <a:gd name="T6" fmla="*/ 14 w 629"/>
                <a:gd name="T7" fmla="*/ 122 h 153"/>
                <a:gd name="T8" fmla="*/ 3 w 629"/>
                <a:gd name="T9" fmla="*/ 138 h 153"/>
                <a:gd name="T10" fmla="*/ 20 w 629"/>
                <a:gd name="T11" fmla="*/ 151 h 153"/>
                <a:gd name="T12" fmla="*/ 615 w 629"/>
                <a:gd name="T13" fmla="*/ 31 h 153"/>
                <a:gd name="T14" fmla="*/ 627 w 629"/>
                <a:gd name="T15" fmla="*/ 14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9" h="153">
                  <a:moveTo>
                    <a:pt x="627" y="14"/>
                  </a:moveTo>
                  <a:lnTo>
                    <a:pt x="627" y="14"/>
                  </a:lnTo>
                  <a:cubicBezTo>
                    <a:pt x="625" y="6"/>
                    <a:pt x="617" y="0"/>
                    <a:pt x="610" y="3"/>
                  </a:cubicBezTo>
                  <a:cubicBezTo>
                    <a:pt x="14" y="122"/>
                    <a:pt x="14" y="122"/>
                    <a:pt x="14" y="122"/>
                  </a:cubicBezTo>
                  <a:cubicBezTo>
                    <a:pt x="6" y="123"/>
                    <a:pt x="0" y="132"/>
                    <a:pt x="3" y="138"/>
                  </a:cubicBezTo>
                  <a:cubicBezTo>
                    <a:pt x="5" y="147"/>
                    <a:pt x="11" y="152"/>
                    <a:pt x="20" y="151"/>
                  </a:cubicBezTo>
                  <a:cubicBezTo>
                    <a:pt x="615" y="31"/>
                    <a:pt x="615" y="31"/>
                    <a:pt x="615" y="31"/>
                  </a:cubicBezTo>
                  <a:cubicBezTo>
                    <a:pt x="624" y="30"/>
                    <a:pt x="628" y="23"/>
                    <a:pt x="6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6">
              <a:extLst>
                <a:ext uri="{FF2B5EF4-FFF2-40B4-BE49-F238E27FC236}">
                  <a16:creationId xmlns:a16="http://schemas.microsoft.com/office/drawing/2014/main" id="{E23A7CBF-5083-7766-C13E-CF5827C398F4}"/>
                </a:ext>
              </a:extLst>
            </p:cNvPr>
            <p:cNvSpPr>
              <a:spLocks noChangeArrowheads="1"/>
            </p:cNvSpPr>
            <p:nvPr/>
          </p:nvSpPr>
          <p:spPr bwMode="auto">
            <a:xfrm>
              <a:off x="7708900" y="4287838"/>
              <a:ext cx="158750" cy="182562"/>
            </a:xfrm>
            <a:custGeom>
              <a:avLst/>
              <a:gdLst>
                <a:gd name="T0" fmla="*/ 119 w 442"/>
                <a:gd name="T1" fmla="*/ 60 h 509"/>
                <a:gd name="T2" fmla="*/ 119 w 442"/>
                <a:gd name="T3" fmla="*/ 60 h 509"/>
                <a:gd name="T4" fmla="*/ 59 w 442"/>
                <a:gd name="T5" fmla="*/ 0 h 509"/>
                <a:gd name="T6" fmla="*/ 0 w 442"/>
                <a:gd name="T7" fmla="*/ 60 h 509"/>
                <a:gd name="T8" fmla="*/ 59 w 442"/>
                <a:gd name="T9" fmla="*/ 119 h 509"/>
                <a:gd name="T10" fmla="*/ 63 w 442"/>
                <a:gd name="T11" fmla="*/ 119 h 509"/>
                <a:gd name="T12" fmla="*/ 119 w 442"/>
                <a:gd name="T13" fmla="*/ 346 h 509"/>
                <a:gd name="T14" fmla="*/ 120 w 442"/>
                <a:gd name="T15" fmla="*/ 347 h 509"/>
                <a:gd name="T16" fmla="*/ 122 w 442"/>
                <a:gd name="T17" fmla="*/ 350 h 509"/>
                <a:gd name="T18" fmla="*/ 123 w 442"/>
                <a:gd name="T19" fmla="*/ 351 h 509"/>
                <a:gd name="T20" fmla="*/ 125 w 442"/>
                <a:gd name="T21" fmla="*/ 354 h 509"/>
                <a:gd name="T22" fmla="*/ 127 w 442"/>
                <a:gd name="T23" fmla="*/ 356 h 509"/>
                <a:gd name="T24" fmla="*/ 130 w 442"/>
                <a:gd name="T25" fmla="*/ 356 h 509"/>
                <a:gd name="T26" fmla="*/ 133 w 442"/>
                <a:gd name="T27" fmla="*/ 357 h 509"/>
                <a:gd name="T28" fmla="*/ 134 w 442"/>
                <a:gd name="T29" fmla="*/ 357 h 509"/>
                <a:gd name="T30" fmla="*/ 334 w 442"/>
                <a:gd name="T31" fmla="*/ 357 h 509"/>
                <a:gd name="T32" fmla="*/ 412 w 442"/>
                <a:gd name="T33" fmla="*/ 498 h 509"/>
                <a:gd name="T34" fmla="*/ 431 w 442"/>
                <a:gd name="T35" fmla="*/ 503 h 509"/>
                <a:gd name="T36" fmla="*/ 437 w 442"/>
                <a:gd name="T37" fmla="*/ 484 h 509"/>
                <a:gd name="T38" fmla="*/ 355 w 442"/>
                <a:gd name="T39" fmla="*/ 335 h 509"/>
                <a:gd name="T40" fmla="*/ 353 w 442"/>
                <a:gd name="T41" fmla="*/ 333 h 509"/>
                <a:gd name="T42" fmla="*/ 352 w 442"/>
                <a:gd name="T43" fmla="*/ 330 h 509"/>
                <a:gd name="T44" fmla="*/ 349 w 442"/>
                <a:gd name="T45" fmla="*/ 329 h 509"/>
                <a:gd name="T46" fmla="*/ 348 w 442"/>
                <a:gd name="T47" fmla="*/ 328 h 509"/>
                <a:gd name="T48" fmla="*/ 344 w 442"/>
                <a:gd name="T49" fmla="*/ 328 h 509"/>
                <a:gd name="T50" fmla="*/ 342 w 442"/>
                <a:gd name="T51" fmla="*/ 328 h 509"/>
                <a:gd name="T52" fmla="*/ 145 w 442"/>
                <a:gd name="T53" fmla="*/ 328 h 509"/>
                <a:gd name="T54" fmla="*/ 123 w 442"/>
                <a:gd name="T55" fmla="*/ 238 h 509"/>
                <a:gd name="T56" fmla="*/ 253 w 442"/>
                <a:gd name="T57" fmla="*/ 238 h 509"/>
                <a:gd name="T58" fmla="*/ 268 w 442"/>
                <a:gd name="T59" fmla="*/ 223 h 509"/>
                <a:gd name="T60" fmla="*/ 253 w 442"/>
                <a:gd name="T61" fmla="*/ 208 h 509"/>
                <a:gd name="T62" fmla="*/ 116 w 442"/>
                <a:gd name="T63" fmla="*/ 208 h 509"/>
                <a:gd name="T64" fmla="*/ 91 w 442"/>
                <a:gd name="T65" fmla="*/ 110 h 509"/>
                <a:gd name="T66" fmla="*/ 119 w 442"/>
                <a:gd name="T67" fmla="*/ 60 h 509"/>
                <a:gd name="T68" fmla="*/ 30 w 442"/>
                <a:gd name="T69" fmla="*/ 60 h 509"/>
                <a:gd name="T70" fmla="*/ 30 w 442"/>
                <a:gd name="T71" fmla="*/ 60 h 509"/>
                <a:gd name="T72" fmla="*/ 59 w 442"/>
                <a:gd name="T73" fmla="*/ 29 h 509"/>
                <a:gd name="T74" fmla="*/ 90 w 442"/>
                <a:gd name="T75" fmla="*/ 60 h 509"/>
                <a:gd name="T76" fmla="*/ 59 w 442"/>
                <a:gd name="T77" fmla="*/ 89 h 509"/>
                <a:gd name="T78" fmla="*/ 30 w 442"/>
                <a:gd name="T79" fmla="*/ 60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2" h="509">
                  <a:moveTo>
                    <a:pt x="119" y="60"/>
                  </a:moveTo>
                  <a:lnTo>
                    <a:pt x="119" y="60"/>
                  </a:lnTo>
                  <a:cubicBezTo>
                    <a:pt x="119" y="26"/>
                    <a:pt x="92" y="0"/>
                    <a:pt x="59" y="0"/>
                  </a:cubicBezTo>
                  <a:cubicBezTo>
                    <a:pt x="27" y="0"/>
                    <a:pt x="0" y="26"/>
                    <a:pt x="0" y="60"/>
                  </a:cubicBezTo>
                  <a:cubicBezTo>
                    <a:pt x="0" y="92"/>
                    <a:pt x="27" y="119"/>
                    <a:pt x="59" y="119"/>
                  </a:cubicBezTo>
                  <a:cubicBezTo>
                    <a:pt x="60" y="119"/>
                    <a:pt x="62" y="119"/>
                    <a:pt x="63" y="119"/>
                  </a:cubicBezTo>
                  <a:cubicBezTo>
                    <a:pt x="119" y="346"/>
                    <a:pt x="119" y="346"/>
                    <a:pt x="119" y="346"/>
                  </a:cubicBezTo>
                  <a:cubicBezTo>
                    <a:pt x="119" y="346"/>
                    <a:pt x="120" y="346"/>
                    <a:pt x="120" y="347"/>
                  </a:cubicBezTo>
                  <a:cubicBezTo>
                    <a:pt x="120" y="347"/>
                    <a:pt x="120" y="349"/>
                    <a:pt x="122" y="350"/>
                  </a:cubicBezTo>
                  <a:cubicBezTo>
                    <a:pt x="122" y="350"/>
                    <a:pt x="122" y="351"/>
                    <a:pt x="123" y="351"/>
                  </a:cubicBezTo>
                  <a:cubicBezTo>
                    <a:pt x="123" y="353"/>
                    <a:pt x="125" y="353"/>
                    <a:pt x="125" y="354"/>
                  </a:cubicBezTo>
                  <a:cubicBezTo>
                    <a:pt x="126" y="354"/>
                    <a:pt x="126" y="354"/>
                    <a:pt x="127" y="356"/>
                  </a:cubicBezTo>
                  <a:cubicBezTo>
                    <a:pt x="129" y="356"/>
                    <a:pt x="129" y="356"/>
                    <a:pt x="130" y="356"/>
                  </a:cubicBezTo>
                  <a:cubicBezTo>
                    <a:pt x="130" y="357"/>
                    <a:pt x="132" y="357"/>
                    <a:pt x="133" y="357"/>
                  </a:cubicBezTo>
                  <a:cubicBezTo>
                    <a:pt x="133" y="357"/>
                    <a:pt x="133" y="357"/>
                    <a:pt x="134" y="357"/>
                  </a:cubicBezTo>
                  <a:cubicBezTo>
                    <a:pt x="334" y="357"/>
                    <a:pt x="334" y="357"/>
                    <a:pt x="334" y="357"/>
                  </a:cubicBezTo>
                  <a:cubicBezTo>
                    <a:pt x="412" y="498"/>
                    <a:pt x="412" y="498"/>
                    <a:pt x="412" y="498"/>
                  </a:cubicBezTo>
                  <a:cubicBezTo>
                    <a:pt x="415" y="505"/>
                    <a:pt x="424" y="508"/>
                    <a:pt x="431" y="503"/>
                  </a:cubicBezTo>
                  <a:cubicBezTo>
                    <a:pt x="438" y="499"/>
                    <a:pt x="441" y="491"/>
                    <a:pt x="437" y="484"/>
                  </a:cubicBezTo>
                  <a:cubicBezTo>
                    <a:pt x="355" y="335"/>
                    <a:pt x="355" y="335"/>
                    <a:pt x="355" y="335"/>
                  </a:cubicBezTo>
                  <a:cubicBezTo>
                    <a:pt x="355" y="335"/>
                    <a:pt x="355" y="335"/>
                    <a:pt x="353" y="333"/>
                  </a:cubicBezTo>
                  <a:cubicBezTo>
                    <a:pt x="353" y="333"/>
                    <a:pt x="353" y="332"/>
                    <a:pt x="352" y="330"/>
                  </a:cubicBezTo>
                  <a:cubicBezTo>
                    <a:pt x="352" y="330"/>
                    <a:pt x="350" y="330"/>
                    <a:pt x="349" y="329"/>
                  </a:cubicBezTo>
                  <a:cubicBezTo>
                    <a:pt x="349" y="329"/>
                    <a:pt x="348" y="329"/>
                    <a:pt x="348" y="328"/>
                  </a:cubicBezTo>
                  <a:cubicBezTo>
                    <a:pt x="346" y="328"/>
                    <a:pt x="345" y="328"/>
                    <a:pt x="344" y="328"/>
                  </a:cubicBezTo>
                  <a:cubicBezTo>
                    <a:pt x="344" y="328"/>
                    <a:pt x="344" y="328"/>
                    <a:pt x="342" y="328"/>
                  </a:cubicBezTo>
                  <a:cubicBezTo>
                    <a:pt x="145" y="328"/>
                    <a:pt x="145" y="328"/>
                    <a:pt x="145" y="328"/>
                  </a:cubicBezTo>
                  <a:cubicBezTo>
                    <a:pt x="123" y="238"/>
                    <a:pt x="123" y="238"/>
                    <a:pt x="123" y="238"/>
                  </a:cubicBezTo>
                  <a:cubicBezTo>
                    <a:pt x="253" y="238"/>
                    <a:pt x="253" y="238"/>
                    <a:pt x="253" y="238"/>
                  </a:cubicBezTo>
                  <a:cubicBezTo>
                    <a:pt x="261" y="238"/>
                    <a:pt x="268" y="232"/>
                    <a:pt x="268" y="223"/>
                  </a:cubicBezTo>
                  <a:cubicBezTo>
                    <a:pt x="268" y="215"/>
                    <a:pt x="261" y="208"/>
                    <a:pt x="253" y="208"/>
                  </a:cubicBezTo>
                  <a:cubicBezTo>
                    <a:pt x="116" y="208"/>
                    <a:pt x="116" y="208"/>
                    <a:pt x="116" y="208"/>
                  </a:cubicBezTo>
                  <a:cubicBezTo>
                    <a:pt x="91" y="110"/>
                    <a:pt x="91" y="110"/>
                    <a:pt x="91" y="110"/>
                  </a:cubicBezTo>
                  <a:cubicBezTo>
                    <a:pt x="108" y="99"/>
                    <a:pt x="119" y="81"/>
                    <a:pt x="119" y="60"/>
                  </a:cubicBezTo>
                  <a:close/>
                  <a:moveTo>
                    <a:pt x="30" y="60"/>
                  </a:moveTo>
                  <a:lnTo>
                    <a:pt x="30" y="60"/>
                  </a:lnTo>
                  <a:cubicBezTo>
                    <a:pt x="30" y="43"/>
                    <a:pt x="44" y="29"/>
                    <a:pt x="59" y="29"/>
                  </a:cubicBezTo>
                  <a:cubicBezTo>
                    <a:pt x="76" y="29"/>
                    <a:pt x="90" y="43"/>
                    <a:pt x="90" y="60"/>
                  </a:cubicBezTo>
                  <a:cubicBezTo>
                    <a:pt x="90" y="75"/>
                    <a:pt x="76" y="89"/>
                    <a:pt x="59" y="89"/>
                  </a:cubicBezTo>
                  <a:cubicBezTo>
                    <a:pt x="44" y="89"/>
                    <a:pt x="30" y="75"/>
                    <a:pt x="30"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1" name="Freeform 137">
              <a:extLst>
                <a:ext uri="{FF2B5EF4-FFF2-40B4-BE49-F238E27FC236}">
                  <a16:creationId xmlns:a16="http://schemas.microsoft.com/office/drawing/2014/main" id="{BE4E3FC9-B130-BCA8-64E7-BE42F305E22E}"/>
                </a:ext>
              </a:extLst>
            </p:cNvPr>
            <p:cNvSpPr>
              <a:spLocks noChangeArrowheads="1"/>
            </p:cNvSpPr>
            <p:nvPr/>
          </p:nvSpPr>
          <p:spPr bwMode="auto">
            <a:xfrm>
              <a:off x="7666038" y="4348163"/>
              <a:ext cx="160337" cy="155575"/>
            </a:xfrm>
            <a:custGeom>
              <a:avLst/>
              <a:gdLst>
                <a:gd name="T0" fmla="*/ 0 w 445"/>
                <a:gd name="T1" fmla="*/ 206 h 430"/>
                <a:gd name="T2" fmla="*/ 0 w 445"/>
                <a:gd name="T3" fmla="*/ 206 h 430"/>
                <a:gd name="T4" fmla="*/ 66 w 445"/>
                <a:gd name="T5" fmla="*/ 364 h 430"/>
                <a:gd name="T6" fmla="*/ 224 w 445"/>
                <a:gd name="T7" fmla="*/ 429 h 430"/>
                <a:gd name="T8" fmla="*/ 441 w 445"/>
                <a:gd name="T9" fmla="*/ 254 h 430"/>
                <a:gd name="T10" fmla="*/ 430 w 445"/>
                <a:gd name="T11" fmla="*/ 236 h 430"/>
                <a:gd name="T12" fmla="*/ 412 w 445"/>
                <a:gd name="T13" fmla="*/ 247 h 430"/>
                <a:gd name="T14" fmla="*/ 224 w 445"/>
                <a:gd name="T15" fmla="*/ 399 h 430"/>
                <a:gd name="T16" fmla="*/ 31 w 445"/>
                <a:gd name="T17" fmla="*/ 206 h 430"/>
                <a:gd name="T18" fmla="*/ 143 w 445"/>
                <a:gd name="T19" fmla="*/ 31 h 430"/>
                <a:gd name="T20" fmla="*/ 151 w 445"/>
                <a:gd name="T21" fmla="*/ 11 h 430"/>
                <a:gd name="T22" fmla="*/ 132 w 445"/>
                <a:gd name="T23" fmla="*/ 3 h 430"/>
                <a:gd name="T24" fmla="*/ 132 w 445"/>
                <a:gd name="T25" fmla="*/ 3 h 430"/>
                <a:gd name="T26" fmla="*/ 0 w 445"/>
                <a:gd name="T27" fmla="*/ 206 h 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5" h="430">
                  <a:moveTo>
                    <a:pt x="0" y="206"/>
                  </a:moveTo>
                  <a:lnTo>
                    <a:pt x="0" y="206"/>
                  </a:lnTo>
                  <a:cubicBezTo>
                    <a:pt x="0" y="268"/>
                    <a:pt x="26" y="323"/>
                    <a:pt x="66" y="364"/>
                  </a:cubicBezTo>
                  <a:cubicBezTo>
                    <a:pt x="106" y="404"/>
                    <a:pt x="162" y="429"/>
                    <a:pt x="224" y="429"/>
                  </a:cubicBezTo>
                  <a:cubicBezTo>
                    <a:pt x="331" y="429"/>
                    <a:pt x="420" y="354"/>
                    <a:pt x="441" y="254"/>
                  </a:cubicBezTo>
                  <a:cubicBezTo>
                    <a:pt x="444" y="245"/>
                    <a:pt x="438" y="237"/>
                    <a:pt x="430" y="236"/>
                  </a:cubicBezTo>
                  <a:cubicBezTo>
                    <a:pt x="422" y="234"/>
                    <a:pt x="415" y="240"/>
                    <a:pt x="412" y="247"/>
                  </a:cubicBezTo>
                  <a:cubicBezTo>
                    <a:pt x="394" y="335"/>
                    <a:pt x="317" y="399"/>
                    <a:pt x="224" y="399"/>
                  </a:cubicBezTo>
                  <a:cubicBezTo>
                    <a:pt x="118" y="399"/>
                    <a:pt x="31" y="312"/>
                    <a:pt x="31" y="206"/>
                  </a:cubicBezTo>
                  <a:cubicBezTo>
                    <a:pt x="31" y="128"/>
                    <a:pt x="77" y="60"/>
                    <a:pt x="143" y="31"/>
                  </a:cubicBezTo>
                  <a:cubicBezTo>
                    <a:pt x="151" y="26"/>
                    <a:pt x="154" y="18"/>
                    <a:pt x="151" y="11"/>
                  </a:cubicBezTo>
                  <a:cubicBezTo>
                    <a:pt x="147" y="3"/>
                    <a:pt x="139" y="0"/>
                    <a:pt x="132" y="3"/>
                  </a:cubicBezTo>
                  <a:lnTo>
                    <a:pt x="132" y="3"/>
                  </a:lnTo>
                  <a:cubicBezTo>
                    <a:pt x="55" y="38"/>
                    <a:pt x="0" y="116"/>
                    <a:pt x="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2" name="Freeform 138">
            <a:extLst>
              <a:ext uri="{FF2B5EF4-FFF2-40B4-BE49-F238E27FC236}">
                <a16:creationId xmlns:a16="http://schemas.microsoft.com/office/drawing/2014/main" id="{9AB4902D-9749-99A7-4375-6ED9040A2E60}"/>
              </a:ext>
            </a:extLst>
          </p:cNvPr>
          <p:cNvSpPr>
            <a:spLocks noChangeArrowheads="1"/>
          </p:cNvSpPr>
          <p:nvPr/>
        </p:nvSpPr>
        <p:spPr bwMode="auto">
          <a:xfrm>
            <a:off x="9208169" y="3994869"/>
            <a:ext cx="257175" cy="160337"/>
          </a:xfrm>
          <a:custGeom>
            <a:avLst/>
            <a:gdLst>
              <a:gd name="T0" fmla="*/ 580 w 715"/>
              <a:gd name="T1" fmla="*/ 0 h 447"/>
              <a:gd name="T2" fmla="*/ 506 w 715"/>
              <a:gd name="T3" fmla="*/ 45 h 447"/>
              <a:gd name="T4" fmla="*/ 209 w 715"/>
              <a:gd name="T5" fmla="*/ 148 h 447"/>
              <a:gd name="T6" fmla="*/ 164 w 715"/>
              <a:gd name="T7" fmla="*/ 0 h 447"/>
              <a:gd name="T8" fmla="*/ 89 w 715"/>
              <a:gd name="T9" fmla="*/ 45 h 447"/>
              <a:gd name="T10" fmla="*/ 75 w 715"/>
              <a:gd name="T11" fmla="*/ 89 h 447"/>
              <a:gd name="T12" fmla="*/ 0 w 715"/>
              <a:gd name="T13" fmla="*/ 133 h 447"/>
              <a:gd name="T14" fmla="*/ 44 w 715"/>
              <a:gd name="T15" fmla="*/ 357 h 447"/>
              <a:gd name="T16" fmla="*/ 89 w 715"/>
              <a:gd name="T17" fmla="*/ 354 h 447"/>
              <a:gd name="T18" fmla="*/ 133 w 715"/>
              <a:gd name="T19" fmla="*/ 446 h 447"/>
              <a:gd name="T20" fmla="*/ 164 w 715"/>
              <a:gd name="T21" fmla="*/ 446 h 447"/>
              <a:gd name="T22" fmla="*/ 209 w 715"/>
              <a:gd name="T23" fmla="*/ 268 h 447"/>
              <a:gd name="T24" fmla="*/ 506 w 715"/>
              <a:gd name="T25" fmla="*/ 402 h 447"/>
              <a:gd name="T26" fmla="*/ 580 w 715"/>
              <a:gd name="T27" fmla="*/ 446 h 447"/>
              <a:gd name="T28" fmla="*/ 624 w 715"/>
              <a:gd name="T29" fmla="*/ 354 h 447"/>
              <a:gd name="T30" fmla="*/ 670 w 715"/>
              <a:gd name="T31" fmla="*/ 357 h 447"/>
              <a:gd name="T32" fmla="*/ 714 w 715"/>
              <a:gd name="T33" fmla="*/ 133 h 447"/>
              <a:gd name="T34" fmla="*/ 640 w 715"/>
              <a:gd name="T35" fmla="*/ 89 h 447"/>
              <a:gd name="T36" fmla="*/ 624 w 715"/>
              <a:gd name="T37" fmla="*/ 45 h 447"/>
              <a:gd name="T38" fmla="*/ 75 w 715"/>
              <a:gd name="T39" fmla="*/ 327 h 447"/>
              <a:gd name="T40" fmla="*/ 44 w 715"/>
              <a:gd name="T41" fmla="*/ 327 h 447"/>
              <a:gd name="T42" fmla="*/ 30 w 715"/>
              <a:gd name="T43" fmla="*/ 133 h 447"/>
              <a:gd name="T44" fmla="*/ 75 w 715"/>
              <a:gd name="T45" fmla="*/ 119 h 447"/>
              <a:gd name="T46" fmla="*/ 89 w 715"/>
              <a:gd name="T47" fmla="*/ 313 h 447"/>
              <a:gd name="T48" fmla="*/ 178 w 715"/>
              <a:gd name="T49" fmla="*/ 402 h 447"/>
              <a:gd name="T50" fmla="*/ 164 w 715"/>
              <a:gd name="T51" fmla="*/ 416 h 447"/>
              <a:gd name="T52" fmla="*/ 120 w 715"/>
              <a:gd name="T53" fmla="*/ 402 h 447"/>
              <a:gd name="T54" fmla="*/ 120 w 715"/>
              <a:gd name="T55" fmla="*/ 133 h 447"/>
              <a:gd name="T56" fmla="*/ 133 w 715"/>
              <a:gd name="T57" fmla="*/ 29 h 447"/>
              <a:gd name="T58" fmla="*/ 178 w 715"/>
              <a:gd name="T59" fmla="*/ 45 h 447"/>
              <a:gd name="T60" fmla="*/ 178 w 715"/>
              <a:gd name="T61" fmla="*/ 253 h 447"/>
              <a:gd name="T62" fmla="*/ 209 w 715"/>
              <a:gd name="T63" fmla="*/ 179 h 447"/>
              <a:gd name="T64" fmla="*/ 506 w 715"/>
              <a:gd name="T65" fmla="*/ 179 h 447"/>
              <a:gd name="T66" fmla="*/ 209 w 715"/>
              <a:gd name="T67" fmla="*/ 237 h 447"/>
              <a:gd name="T68" fmla="*/ 595 w 715"/>
              <a:gd name="T69" fmla="*/ 402 h 447"/>
              <a:gd name="T70" fmla="*/ 580 w 715"/>
              <a:gd name="T71" fmla="*/ 416 h 447"/>
              <a:gd name="T72" fmla="*/ 535 w 715"/>
              <a:gd name="T73" fmla="*/ 402 h 447"/>
              <a:gd name="T74" fmla="*/ 535 w 715"/>
              <a:gd name="T75" fmla="*/ 163 h 447"/>
              <a:gd name="T76" fmla="*/ 550 w 715"/>
              <a:gd name="T77" fmla="*/ 29 h 447"/>
              <a:gd name="T78" fmla="*/ 580 w 715"/>
              <a:gd name="T79" fmla="*/ 29 h 447"/>
              <a:gd name="T80" fmla="*/ 595 w 715"/>
              <a:gd name="T81" fmla="*/ 133 h 447"/>
              <a:gd name="T82" fmla="*/ 595 w 715"/>
              <a:gd name="T83" fmla="*/ 402 h 447"/>
              <a:gd name="T84" fmla="*/ 640 w 715"/>
              <a:gd name="T85" fmla="*/ 119 h 447"/>
              <a:gd name="T86" fmla="*/ 684 w 715"/>
              <a:gd name="T87" fmla="*/ 133 h 447"/>
              <a:gd name="T88" fmla="*/ 670 w 715"/>
              <a:gd name="T89" fmla="*/ 327 h 447"/>
              <a:gd name="T90" fmla="*/ 624 w 715"/>
              <a:gd name="T91" fmla="*/ 313 h 447"/>
              <a:gd name="T92" fmla="*/ 640 w 715"/>
              <a:gd name="T93" fmla="*/ 11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447">
                <a:moveTo>
                  <a:pt x="580" y="0"/>
                </a:moveTo>
                <a:lnTo>
                  <a:pt x="580" y="0"/>
                </a:lnTo>
                <a:cubicBezTo>
                  <a:pt x="550" y="0"/>
                  <a:pt x="550" y="0"/>
                  <a:pt x="550" y="0"/>
                </a:cubicBezTo>
                <a:cubicBezTo>
                  <a:pt x="525" y="0"/>
                  <a:pt x="506" y="20"/>
                  <a:pt x="506" y="45"/>
                </a:cubicBezTo>
                <a:cubicBezTo>
                  <a:pt x="506" y="148"/>
                  <a:pt x="506" y="148"/>
                  <a:pt x="506" y="148"/>
                </a:cubicBezTo>
                <a:cubicBezTo>
                  <a:pt x="209" y="148"/>
                  <a:pt x="209" y="148"/>
                  <a:pt x="209" y="148"/>
                </a:cubicBezTo>
                <a:cubicBezTo>
                  <a:pt x="209" y="45"/>
                  <a:pt x="209" y="45"/>
                  <a:pt x="209" y="45"/>
                </a:cubicBezTo>
                <a:cubicBezTo>
                  <a:pt x="209" y="20"/>
                  <a:pt x="188" y="0"/>
                  <a:pt x="164" y="0"/>
                </a:cubicBezTo>
                <a:cubicBezTo>
                  <a:pt x="133" y="0"/>
                  <a:pt x="133" y="0"/>
                  <a:pt x="133" y="0"/>
                </a:cubicBezTo>
                <a:cubicBezTo>
                  <a:pt x="110" y="0"/>
                  <a:pt x="89" y="20"/>
                  <a:pt x="89" y="45"/>
                </a:cubicBezTo>
                <a:cubicBezTo>
                  <a:pt x="89" y="91"/>
                  <a:pt x="89" y="91"/>
                  <a:pt x="89" y="91"/>
                </a:cubicBezTo>
                <a:cubicBezTo>
                  <a:pt x="85" y="89"/>
                  <a:pt x="80" y="89"/>
                  <a:pt x="75" y="89"/>
                </a:cubicBezTo>
                <a:cubicBezTo>
                  <a:pt x="44" y="89"/>
                  <a:pt x="44" y="89"/>
                  <a:pt x="44" y="89"/>
                </a:cubicBezTo>
                <a:cubicBezTo>
                  <a:pt x="19" y="89"/>
                  <a:pt x="0" y="109"/>
                  <a:pt x="0" y="133"/>
                </a:cubicBezTo>
                <a:cubicBezTo>
                  <a:pt x="0" y="313"/>
                  <a:pt x="0" y="313"/>
                  <a:pt x="0" y="313"/>
                </a:cubicBezTo>
                <a:cubicBezTo>
                  <a:pt x="0" y="338"/>
                  <a:pt x="19" y="357"/>
                  <a:pt x="44" y="357"/>
                </a:cubicBezTo>
                <a:cubicBezTo>
                  <a:pt x="75" y="357"/>
                  <a:pt x="75" y="357"/>
                  <a:pt x="75" y="357"/>
                </a:cubicBezTo>
                <a:cubicBezTo>
                  <a:pt x="80" y="357"/>
                  <a:pt x="85" y="356"/>
                  <a:pt x="89" y="354"/>
                </a:cubicBezTo>
                <a:cubicBezTo>
                  <a:pt x="89" y="402"/>
                  <a:pt x="89" y="402"/>
                  <a:pt x="89" y="402"/>
                </a:cubicBezTo>
                <a:cubicBezTo>
                  <a:pt x="89" y="426"/>
                  <a:pt x="110" y="446"/>
                  <a:pt x="133" y="446"/>
                </a:cubicBezTo>
                <a:cubicBezTo>
                  <a:pt x="164" y="446"/>
                  <a:pt x="164" y="446"/>
                  <a:pt x="164" y="446"/>
                </a:cubicBezTo>
                <a:lnTo>
                  <a:pt x="164" y="446"/>
                </a:lnTo>
                <a:cubicBezTo>
                  <a:pt x="188" y="446"/>
                  <a:pt x="209" y="426"/>
                  <a:pt x="209" y="402"/>
                </a:cubicBezTo>
                <a:cubicBezTo>
                  <a:pt x="209" y="268"/>
                  <a:pt x="209" y="268"/>
                  <a:pt x="209" y="268"/>
                </a:cubicBezTo>
                <a:cubicBezTo>
                  <a:pt x="506" y="268"/>
                  <a:pt x="506" y="268"/>
                  <a:pt x="506" y="268"/>
                </a:cubicBezTo>
                <a:cubicBezTo>
                  <a:pt x="506" y="402"/>
                  <a:pt x="506" y="402"/>
                  <a:pt x="506" y="402"/>
                </a:cubicBezTo>
                <a:cubicBezTo>
                  <a:pt x="506" y="426"/>
                  <a:pt x="525" y="446"/>
                  <a:pt x="550" y="446"/>
                </a:cubicBezTo>
                <a:cubicBezTo>
                  <a:pt x="580" y="446"/>
                  <a:pt x="580" y="446"/>
                  <a:pt x="580" y="446"/>
                </a:cubicBezTo>
                <a:cubicBezTo>
                  <a:pt x="605" y="446"/>
                  <a:pt x="624" y="426"/>
                  <a:pt x="624" y="402"/>
                </a:cubicBezTo>
                <a:cubicBezTo>
                  <a:pt x="624" y="354"/>
                  <a:pt x="624" y="354"/>
                  <a:pt x="624" y="354"/>
                </a:cubicBezTo>
                <a:cubicBezTo>
                  <a:pt x="630" y="356"/>
                  <a:pt x="634" y="357"/>
                  <a:pt x="640" y="357"/>
                </a:cubicBezTo>
                <a:cubicBezTo>
                  <a:pt x="670" y="357"/>
                  <a:pt x="670" y="357"/>
                  <a:pt x="670" y="357"/>
                </a:cubicBezTo>
                <a:cubicBezTo>
                  <a:pt x="694" y="357"/>
                  <a:pt x="714" y="338"/>
                  <a:pt x="714" y="313"/>
                </a:cubicBezTo>
                <a:cubicBezTo>
                  <a:pt x="714" y="133"/>
                  <a:pt x="714" y="133"/>
                  <a:pt x="714" y="133"/>
                </a:cubicBezTo>
                <a:cubicBezTo>
                  <a:pt x="714" y="109"/>
                  <a:pt x="694" y="89"/>
                  <a:pt x="670" y="89"/>
                </a:cubicBezTo>
                <a:cubicBezTo>
                  <a:pt x="640" y="89"/>
                  <a:pt x="640" y="89"/>
                  <a:pt x="640" y="89"/>
                </a:cubicBezTo>
                <a:cubicBezTo>
                  <a:pt x="634" y="89"/>
                  <a:pt x="630" y="89"/>
                  <a:pt x="624" y="91"/>
                </a:cubicBezTo>
                <a:cubicBezTo>
                  <a:pt x="624" y="45"/>
                  <a:pt x="624" y="45"/>
                  <a:pt x="624" y="45"/>
                </a:cubicBezTo>
                <a:cubicBezTo>
                  <a:pt x="624" y="20"/>
                  <a:pt x="605" y="0"/>
                  <a:pt x="580" y="0"/>
                </a:cubicBezTo>
                <a:close/>
                <a:moveTo>
                  <a:pt x="75" y="327"/>
                </a:moveTo>
                <a:lnTo>
                  <a:pt x="75" y="327"/>
                </a:lnTo>
                <a:cubicBezTo>
                  <a:pt x="44" y="327"/>
                  <a:pt x="44" y="327"/>
                  <a:pt x="44" y="327"/>
                </a:cubicBezTo>
                <a:cubicBezTo>
                  <a:pt x="36" y="327"/>
                  <a:pt x="30" y="321"/>
                  <a:pt x="30" y="313"/>
                </a:cubicBezTo>
                <a:cubicBezTo>
                  <a:pt x="30" y="133"/>
                  <a:pt x="30" y="133"/>
                  <a:pt x="30" y="133"/>
                </a:cubicBezTo>
                <a:cubicBezTo>
                  <a:pt x="30" y="126"/>
                  <a:pt x="36" y="119"/>
                  <a:pt x="44" y="119"/>
                </a:cubicBezTo>
                <a:cubicBezTo>
                  <a:pt x="75" y="119"/>
                  <a:pt x="75" y="119"/>
                  <a:pt x="75" y="119"/>
                </a:cubicBezTo>
                <a:cubicBezTo>
                  <a:pt x="83" y="119"/>
                  <a:pt x="89" y="126"/>
                  <a:pt x="89" y="133"/>
                </a:cubicBezTo>
                <a:cubicBezTo>
                  <a:pt x="89" y="313"/>
                  <a:pt x="89" y="313"/>
                  <a:pt x="89" y="313"/>
                </a:cubicBezTo>
                <a:cubicBezTo>
                  <a:pt x="89" y="321"/>
                  <a:pt x="83" y="327"/>
                  <a:pt x="75" y="327"/>
                </a:cubicBezTo>
                <a:close/>
                <a:moveTo>
                  <a:pt x="178" y="402"/>
                </a:moveTo>
                <a:lnTo>
                  <a:pt x="178" y="402"/>
                </a:lnTo>
                <a:cubicBezTo>
                  <a:pt x="178" y="410"/>
                  <a:pt x="173" y="416"/>
                  <a:pt x="164" y="416"/>
                </a:cubicBezTo>
                <a:cubicBezTo>
                  <a:pt x="133" y="416"/>
                  <a:pt x="133" y="416"/>
                  <a:pt x="133" y="416"/>
                </a:cubicBezTo>
                <a:cubicBezTo>
                  <a:pt x="125" y="416"/>
                  <a:pt x="120" y="410"/>
                  <a:pt x="120" y="402"/>
                </a:cubicBezTo>
                <a:cubicBezTo>
                  <a:pt x="120" y="313"/>
                  <a:pt x="120" y="313"/>
                  <a:pt x="120" y="313"/>
                </a:cubicBezTo>
                <a:cubicBezTo>
                  <a:pt x="120" y="133"/>
                  <a:pt x="120" y="133"/>
                  <a:pt x="120" y="133"/>
                </a:cubicBezTo>
                <a:cubicBezTo>
                  <a:pt x="120" y="45"/>
                  <a:pt x="120" y="45"/>
                  <a:pt x="120" y="45"/>
                </a:cubicBezTo>
                <a:cubicBezTo>
                  <a:pt x="120" y="36"/>
                  <a:pt x="125" y="29"/>
                  <a:pt x="133" y="29"/>
                </a:cubicBezTo>
                <a:cubicBezTo>
                  <a:pt x="164" y="29"/>
                  <a:pt x="164" y="29"/>
                  <a:pt x="164" y="29"/>
                </a:cubicBezTo>
                <a:cubicBezTo>
                  <a:pt x="173" y="29"/>
                  <a:pt x="178" y="36"/>
                  <a:pt x="178" y="45"/>
                </a:cubicBezTo>
                <a:cubicBezTo>
                  <a:pt x="178" y="163"/>
                  <a:pt x="178" y="163"/>
                  <a:pt x="178" y="163"/>
                </a:cubicBezTo>
                <a:cubicBezTo>
                  <a:pt x="178" y="253"/>
                  <a:pt x="178" y="253"/>
                  <a:pt x="178" y="253"/>
                </a:cubicBezTo>
                <a:lnTo>
                  <a:pt x="178" y="402"/>
                </a:lnTo>
                <a:close/>
                <a:moveTo>
                  <a:pt x="209" y="179"/>
                </a:moveTo>
                <a:lnTo>
                  <a:pt x="209" y="179"/>
                </a:lnTo>
                <a:cubicBezTo>
                  <a:pt x="506" y="179"/>
                  <a:pt x="506" y="179"/>
                  <a:pt x="506" y="179"/>
                </a:cubicBezTo>
                <a:cubicBezTo>
                  <a:pt x="506" y="237"/>
                  <a:pt x="506" y="237"/>
                  <a:pt x="506" y="237"/>
                </a:cubicBezTo>
                <a:cubicBezTo>
                  <a:pt x="209" y="237"/>
                  <a:pt x="209" y="237"/>
                  <a:pt x="209" y="237"/>
                </a:cubicBezTo>
                <a:lnTo>
                  <a:pt x="209" y="179"/>
                </a:lnTo>
                <a:close/>
                <a:moveTo>
                  <a:pt x="595" y="402"/>
                </a:moveTo>
                <a:lnTo>
                  <a:pt x="595" y="402"/>
                </a:lnTo>
                <a:cubicBezTo>
                  <a:pt x="595" y="410"/>
                  <a:pt x="588" y="416"/>
                  <a:pt x="580" y="416"/>
                </a:cubicBezTo>
                <a:cubicBezTo>
                  <a:pt x="550" y="416"/>
                  <a:pt x="550" y="416"/>
                  <a:pt x="550" y="416"/>
                </a:cubicBezTo>
                <a:cubicBezTo>
                  <a:pt x="542" y="416"/>
                  <a:pt x="535" y="410"/>
                  <a:pt x="535" y="402"/>
                </a:cubicBezTo>
                <a:cubicBezTo>
                  <a:pt x="535" y="253"/>
                  <a:pt x="535" y="253"/>
                  <a:pt x="535" y="253"/>
                </a:cubicBezTo>
                <a:cubicBezTo>
                  <a:pt x="535" y="163"/>
                  <a:pt x="535" y="163"/>
                  <a:pt x="535" y="163"/>
                </a:cubicBezTo>
                <a:cubicBezTo>
                  <a:pt x="535" y="45"/>
                  <a:pt x="535" y="45"/>
                  <a:pt x="535" y="45"/>
                </a:cubicBezTo>
                <a:cubicBezTo>
                  <a:pt x="535" y="36"/>
                  <a:pt x="542" y="29"/>
                  <a:pt x="550" y="29"/>
                </a:cubicBezTo>
                <a:lnTo>
                  <a:pt x="550" y="29"/>
                </a:lnTo>
                <a:cubicBezTo>
                  <a:pt x="580" y="29"/>
                  <a:pt x="580" y="29"/>
                  <a:pt x="580" y="29"/>
                </a:cubicBezTo>
                <a:cubicBezTo>
                  <a:pt x="588" y="29"/>
                  <a:pt x="595" y="36"/>
                  <a:pt x="595" y="45"/>
                </a:cubicBezTo>
                <a:cubicBezTo>
                  <a:pt x="595" y="133"/>
                  <a:pt x="595" y="133"/>
                  <a:pt x="595" y="133"/>
                </a:cubicBezTo>
                <a:cubicBezTo>
                  <a:pt x="595" y="313"/>
                  <a:pt x="595" y="313"/>
                  <a:pt x="595" y="313"/>
                </a:cubicBezTo>
                <a:lnTo>
                  <a:pt x="595" y="402"/>
                </a:lnTo>
                <a:close/>
                <a:moveTo>
                  <a:pt x="640" y="119"/>
                </a:moveTo>
                <a:lnTo>
                  <a:pt x="640" y="119"/>
                </a:lnTo>
                <a:cubicBezTo>
                  <a:pt x="670" y="119"/>
                  <a:pt x="670" y="119"/>
                  <a:pt x="670" y="119"/>
                </a:cubicBezTo>
                <a:cubicBezTo>
                  <a:pt x="677" y="119"/>
                  <a:pt x="684" y="126"/>
                  <a:pt x="684" y="133"/>
                </a:cubicBezTo>
                <a:cubicBezTo>
                  <a:pt x="684" y="313"/>
                  <a:pt x="684" y="313"/>
                  <a:pt x="684" y="313"/>
                </a:cubicBezTo>
                <a:cubicBezTo>
                  <a:pt x="684" y="321"/>
                  <a:pt x="677" y="327"/>
                  <a:pt x="670" y="327"/>
                </a:cubicBezTo>
                <a:cubicBezTo>
                  <a:pt x="640" y="327"/>
                  <a:pt x="640" y="327"/>
                  <a:pt x="640" y="327"/>
                </a:cubicBezTo>
                <a:cubicBezTo>
                  <a:pt x="631" y="327"/>
                  <a:pt x="624" y="321"/>
                  <a:pt x="624" y="313"/>
                </a:cubicBezTo>
                <a:cubicBezTo>
                  <a:pt x="624" y="133"/>
                  <a:pt x="624" y="133"/>
                  <a:pt x="624" y="133"/>
                </a:cubicBezTo>
                <a:cubicBezTo>
                  <a:pt x="624" y="126"/>
                  <a:pt x="631" y="119"/>
                  <a:pt x="640" y="119"/>
                </a:cubicBezTo>
                <a:close/>
              </a:path>
            </a:pathLst>
          </a:custGeom>
          <a:solidFill>
            <a:schemeClr val="tx2"/>
          </a:solidFill>
          <a:ln>
            <a:noFill/>
          </a:ln>
          <a:effectLst/>
        </p:spPr>
        <p:txBody>
          <a:bodyPr wrap="none" anchor="ctr"/>
          <a:lstStyle/>
          <a:p>
            <a:endParaRPr lang="da-DK"/>
          </a:p>
        </p:txBody>
      </p:sp>
      <p:sp>
        <p:nvSpPr>
          <p:cNvPr id="173" name="Freeform 139">
            <a:extLst>
              <a:ext uri="{FF2B5EF4-FFF2-40B4-BE49-F238E27FC236}">
                <a16:creationId xmlns:a16="http://schemas.microsoft.com/office/drawing/2014/main" id="{673F87CC-A1B0-AE8F-6B68-9A260BE2D9D1}"/>
              </a:ext>
            </a:extLst>
          </p:cNvPr>
          <p:cNvSpPr>
            <a:spLocks noChangeArrowheads="1"/>
          </p:cNvSpPr>
          <p:nvPr/>
        </p:nvSpPr>
        <p:spPr bwMode="auto">
          <a:xfrm>
            <a:off x="9722519" y="3946450"/>
            <a:ext cx="258762" cy="257175"/>
          </a:xfrm>
          <a:custGeom>
            <a:avLst/>
            <a:gdLst>
              <a:gd name="T0" fmla="*/ 684 w 718"/>
              <a:gd name="T1" fmla="*/ 581 h 716"/>
              <a:gd name="T2" fmla="*/ 684 w 718"/>
              <a:gd name="T3" fmla="*/ 581 h 716"/>
              <a:gd name="T4" fmla="*/ 684 w 718"/>
              <a:gd name="T5" fmla="*/ 578 h 716"/>
              <a:gd name="T6" fmla="*/ 597 w 718"/>
              <a:gd name="T7" fmla="*/ 168 h 716"/>
              <a:gd name="T8" fmla="*/ 711 w 718"/>
              <a:gd name="T9" fmla="*/ 25 h 716"/>
              <a:gd name="T10" fmla="*/ 708 w 718"/>
              <a:gd name="T11" fmla="*/ 4 h 716"/>
              <a:gd name="T12" fmla="*/ 687 w 718"/>
              <a:gd name="T13" fmla="*/ 7 h 716"/>
              <a:gd name="T14" fmla="*/ 573 w 718"/>
              <a:gd name="T15" fmla="*/ 150 h 716"/>
              <a:gd name="T16" fmla="*/ 372 w 718"/>
              <a:gd name="T17" fmla="*/ 150 h 716"/>
              <a:gd name="T18" fmla="*/ 357 w 718"/>
              <a:gd name="T19" fmla="*/ 164 h 716"/>
              <a:gd name="T20" fmla="*/ 372 w 718"/>
              <a:gd name="T21" fmla="*/ 179 h 716"/>
              <a:gd name="T22" fmla="*/ 372 w 718"/>
              <a:gd name="T23" fmla="*/ 179 h 716"/>
              <a:gd name="T24" fmla="*/ 479 w 718"/>
              <a:gd name="T25" fmla="*/ 179 h 716"/>
              <a:gd name="T26" fmla="*/ 562 w 718"/>
              <a:gd name="T27" fmla="*/ 566 h 716"/>
              <a:gd name="T28" fmla="*/ 75 w 718"/>
              <a:gd name="T29" fmla="*/ 566 h 716"/>
              <a:gd name="T30" fmla="*/ 0 w 718"/>
              <a:gd name="T31" fmla="*/ 641 h 716"/>
              <a:gd name="T32" fmla="*/ 75 w 718"/>
              <a:gd name="T33" fmla="*/ 715 h 716"/>
              <a:gd name="T34" fmla="*/ 75 w 718"/>
              <a:gd name="T35" fmla="*/ 715 h 716"/>
              <a:gd name="T36" fmla="*/ 640 w 718"/>
              <a:gd name="T37" fmla="*/ 715 h 716"/>
              <a:gd name="T38" fmla="*/ 714 w 718"/>
              <a:gd name="T39" fmla="*/ 641 h 716"/>
              <a:gd name="T40" fmla="*/ 684 w 718"/>
              <a:gd name="T41" fmla="*/ 581 h 716"/>
              <a:gd name="T42" fmla="*/ 510 w 718"/>
              <a:gd name="T43" fmla="*/ 179 h 716"/>
              <a:gd name="T44" fmla="*/ 510 w 718"/>
              <a:gd name="T45" fmla="*/ 179 h 716"/>
              <a:gd name="T46" fmla="*/ 569 w 718"/>
              <a:gd name="T47" fmla="*/ 179 h 716"/>
              <a:gd name="T48" fmla="*/ 651 w 718"/>
              <a:gd name="T49" fmla="*/ 567 h 716"/>
              <a:gd name="T50" fmla="*/ 640 w 718"/>
              <a:gd name="T51" fmla="*/ 566 h 716"/>
              <a:gd name="T52" fmla="*/ 592 w 718"/>
              <a:gd name="T53" fmla="*/ 566 h 716"/>
              <a:gd name="T54" fmla="*/ 510 w 718"/>
              <a:gd name="T55" fmla="*/ 179 h 716"/>
              <a:gd name="T56" fmla="*/ 640 w 718"/>
              <a:gd name="T57" fmla="*/ 686 h 716"/>
              <a:gd name="T58" fmla="*/ 640 w 718"/>
              <a:gd name="T59" fmla="*/ 686 h 716"/>
              <a:gd name="T60" fmla="*/ 75 w 718"/>
              <a:gd name="T61" fmla="*/ 686 h 716"/>
              <a:gd name="T62" fmla="*/ 30 w 718"/>
              <a:gd name="T63" fmla="*/ 641 h 716"/>
              <a:gd name="T64" fmla="*/ 75 w 718"/>
              <a:gd name="T65" fmla="*/ 596 h 716"/>
              <a:gd name="T66" fmla="*/ 75 w 718"/>
              <a:gd name="T67" fmla="*/ 596 h 716"/>
              <a:gd name="T68" fmla="*/ 640 w 718"/>
              <a:gd name="T69" fmla="*/ 596 h 716"/>
              <a:gd name="T70" fmla="*/ 640 w 718"/>
              <a:gd name="T71" fmla="*/ 596 h 716"/>
              <a:gd name="T72" fmla="*/ 684 w 718"/>
              <a:gd name="T73" fmla="*/ 641 h 716"/>
              <a:gd name="T74" fmla="*/ 640 w 718"/>
              <a:gd name="T75" fmla="*/ 686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8" h="716">
                <a:moveTo>
                  <a:pt x="684" y="581"/>
                </a:moveTo>
                <a:lnTo>
                  <a:pt x="684" y="581"/>
                </a:lnTo>
                <a:cubicBezTo>
                  <a:pt x="684" y="580"/>
                  <a:pt x="684" y="580"/>
                  <a:pt x="684" y="578"/>
                </a:cubicBezTo>
                <a:cubicBezTo>
                  <a:pt x="597" y="168"/>
                  <a:pt x="597" y="168"/>
                  <a:pt x="597" y="168"/>
                </a:cubicBezTo>
                <a:cubicBezTo>
                  <a:pt x="711" y="25"/>
                  <a:pt x="711" y="25"/>
                  <a:pt x="711" y="25"/>
                </a:cubicBezTo>
                <a:cubicBezTo>
                  <a:pt x="717" y="19"/>
                  <a:pt x="715" y="9"/>
                  <a:pt x="708" y="4"/>
                </a:cubicBezTo>
                <a:cubicBezTo>
                  <a:pt x="703" y="0"/>
                  <a:pt x="693" y="0"/>
                  <a:pt x="687" y="7"/>
                </a:cubicBezTo>
                <a:cubicBezTo>
                  <a:pt x="573" y="150"/>
                  <a:pt x="573" y="150"/>
                  <a:pt x="573" y="150"/>
                </a:cubicBezTo>
                <a:cubicBezTo>
                  <a:pt x="372" y="150"/>
                  <a:pt x="372" y="150"/>
                  <a:pt x="372" y="150"/>
                </a:cubicBezTo>
                <a:cubicBezTo>
                  <a:pt x="364" y="150"/>
                  <a:pt x="357" y="156"/>
                  <a:pt x="357" y="164"/>
                </a:cubicBezTo>
                <a:cubicBezTo>
                  <a:pt x="357" y="173"/>
                  <a:pt x="364" y="179"/>
                  <a:pt x="372" y="179"/>
                </a:cubicBezTo>
                <a:lnTo>
                  <a:pt x="372" y="179"/>
                </a:lnTo>
                <a:cubicBezTo>
                  <a:pt x="479" y="179"/>
                  <a:pt x="479" y="179"/>
                  <a:pt x="479" y="179"/>
                </a:cubicBezTo>
                <a:cubicBezTo>
                  <a:pt x="562" y="566"/>
                  <a:pt x="562" y="566"/>
                  <a:pt x="562" y="566"/>
                </a:cubicBezTo>
                <a:cubicBezTo>
                  <a:pt x="75" y="566"/>
                  <a:pt x="75" y="566"/>
                  <a:pt x="75" y="566"/>
                </a:cubicBezTo>
                <a:cubicBezTo>
                  <a:pt x="33" y="566"/>
                  <a:pt x="0" y="599"/>
                  <a:pt x="0" y="641"/>
                </a:cubicBezTo>
                <a:cubicBezTo>
                  <a:pt x="0" y="682"/>
                  <a:pt x="33" y="715"/>
                  <a:pt x="75" y="715"/>
                </a:cubicBezTo>
                <a:lnTo>
                  <a:pt x="75" y="715"/>
                </a:lnTo>
                <a:cubicBezTo>
                  <a:pt x="640" y="715"/>
                  <a:pt x="640" y="715"/>
                  <a:pt x="640" y="715"/>
                </a:cubicBezTo>
                <a:cubicBezTo>
                  <a:pt x="680" y="715"/>
                  <a:pt x="714" y="682"/>
                  <a:pt x="714" y="641"/>
                </a:cubicBezTo>
                <a:cubicBezTo>
                  <a:pt x="714" y="616"/>
                  <a:pt x="703" y="595"/>
                  <a:pt x="684" y="581"/>
                </a:cubicBezTo>
                <a:close/>
                <a:moveTo>
                  <a:pt x="510" y="179"/>
                </a:moveTo>
                <a:lnTo>
                  <a:pt x="510" y="179"/>
                </a:lnTo>
                <a:cubicBezTo>
                  <a:pt x="569" y="179"/>
                  <a:pt x="569" y="179"/>
                  <a:pt x="569" y="179"/>
                </a:cubicBezTo>
                <a:cubicBezTo>
                  <a:pt x="651" y="567"/>
                  <a:pt x="651" y="567"/>
                  <a:pt x="651" y="567"/>
                </a:cubicBezTo>
                <a:cubicBezTo>
                  <a:pt x="648" y="567"/>
                  <a:pt x="644" y="566"/>
                  <a:pt x="640" y="566"/>
                </a:cubicBezTo>
                <a:cubicBezTo>
                  <a:pt x="592" y="566"/>
                  <a:pt x="592" y="566"/>
                  <a:pt x="592" y="566"/>
                </a:cubicBezTo>
                <a:lnTo>
                  <a:pt x="510" y="179"/>
                </a:lnTo>
                <a:close/>
                <a:moveTo>
                  <a:pt x="640" y="686"/>
                </a:moveTo>
                <a:lnTo>
                  <a:pt x="640" y="686"/>
                </a:lnTo>
                <a:cubicBezTo>
                  <a:pt x="75" y="686"/>
                  <a:pt x="75" y="686"/>
                  <a:pt x="75" y="686"/>
                </a:cubicBezTo>
                <a:cubicBezTo>
                  <a:pt x="50" y="686"/>
                  <a:pt x="30" y="665"/>
                  <a:pt x="30" y="641"/>
                </a:cubicBezTo>
                <a:cubicBezTo>
                  <a:pt x="30" y="616"/>
                  <a:pt x="50" y="596"/>
                  <a:pt x="75" y="596"/>
                </a:cubicBezTo>
                <a:lnTo>
                  <a:pt x="75" y="596"/>
                </a:lnTo>
                <a:cubicBezTo>
                  <a:pt x="640" y="596"/>
                  <a:pt x="640" y="596"/>
                  <a:pt x="640" y="596"/>
                </a:cubicBezTo>
                <a:lnTo>
                  <a:pt x="640" y="596"/>
                </a:lnTo>
                <a:cubicBezTo>
                  <a:pt x="665" y="596"/>
                  <a:pt x="684" y="616"/>
                  <a:pt x="684" y="641"/>
                </a:cubicBezTo>
                <a:cubicBezTo>
                  <a:pt x="684" y="665"/>
                  <a:pt x="665" y="686"/>
                  <a:pt x="640" y="686"/>
                </a:cubicBezTo>
                <a:close/>
              </a:path>
            </a:pathLst>
          </a:custGeom>
          <a:solidFill>
            <a:schemeClr val="tx2"/>
          </a:solidFill>
          <a:ln>
            <a:noFill/>
          </a:ln>
          <a:effectLst/>
        </p:spPr>
        <p:txBody>
          <a:bodyPr wrap="none" anchor="ctr"/>
          <a:lstStyle/>
          <a:p>
            <a:endParaRPr lang="da-DK"/>
          </a:p>
        </p:txBody>
      </p:sp>
      <p:grpSp>
        <p:nvGrpSpPr>
          <p:cNvPr id="174" name="Group 177">
            <a:extLst>
              <a:ext uri="{FF2B5EF4-FFF2-40B4-BE49-F238E27FC236}">
                <a16:creationId xmlns:a16="http://schemas.microsoft.com/office/drawing/2014/main" id="{AF753DAC-388B-9107-3B47-8A336478084B}"/>
              </a:ext>
            </a:extLst>
          </p:cNvPr>
          <p:cNvGrpSpPr/>
          <p:nvPr/>
        </p:nvGrpSpPr>
        <p:grpSpPr>
          <a:xfrm>
            <a:off x="10749631" y="4497289"/>
            <a:ext cx="247650" cy="225425"/>
            <a:chOff x="9721850" y="4813300"/>
            <a:chExt cx="247650" cy="225425"/>
          </a:xfrm>
          <a:solidFill>
            <a:schemeClr val="tx2"/>
          </a:solidFill>
        </p:grpSpPr>
        <p:sp>
          <p:nvSpPr>
            <p:cNvPr id="175" name="Freeform 140">
              <a:extLst>
                <a:ext uri="{FF2B5EF4-FFF2-40B4-BE49-F238E27FC236}">
                  <a16:creationId xmlns:a16="http://schemas.microsoft.com/office/drawing/2014/main" id="{F9F4D714-0A7F-4E23-BA57-AE9656B9AE26}"/>
                </a:ext>
              </a:extLst>
            </p:cNvPr>
            <p:cNvSpPr>
              <a:spLocks noChangeArrowheads="1"/>
            </p:cNvSpPr>
            <p:nvPr/>
          </p:nvSpPr>
          <p:spPr bwMode="auto">
            <a:xfrm>
              <a:off x="9721850" y="4813300"/>
              <a:ext cx="247650" cy="225425"/>
            </a:xfrm>
            <a:custGeom>
              <a:avLst/>
              <a:gdLst>
                <a:gd name="T0" fmla="*/ 614 w 686"/>
                <a:gd name="T1" fmla="*/ 150 h 626"/>
                <a:gd name="T2" fmla="*/ 614 w 686"/>
                <a:gd name="T3" fmla="*/ 150 h 626"/>
                <a:gd name="T4" fmla="*/ 584 w 686"/>
                <a:gd name="T5" fmla="*/ 150 h 626"/>
                <a:gd name="T6" fmla="*/ 350 w 686"/>
                <a:gd name="T7" fmla="*/ 3 h 626"/>
                <a:gd name="T8" fmla="*/ 349 w 686"/>
                <a:gd name="T9" fmla="*/ 2 h 626"/>
                <a:gd name="T10" fmla="*/ 346 w 686"/>
                <a:gd name="T11" fmla="*/ 2 h 626"/>
                <a:gd name="T12" fmla="*/ 343 w 686"/>
                <a:gd name="T13" fmla="*/ 2 h 626"/>
                <a:gd name="T14" fmla="*/ 340 w 686"/>
                <a:gd name="T15" fmla="*/ 2 h 626"/>
                <a:gd name="T16" fmla="*/ 336 w 686"/>
                <a:gd name="T17" fmla="*/ 2 h 626"/>
                <a:gd name="T18" fmla="*/ 335 w 686"/>
                <a:gd name="T19" fmla="*/ 3 h 626"/>
                <a:gd name="T20" fmla="*/ 100 w 686"/>
                <a:gd name="T21" fmla="*/ 150 h 626"/>
                <a:gd name="T22" fmla="*/ 71 w 686"/>
                <a:gd name="T23" fmla="*/ 150 h 626"/>
                <a:gd name="T24" fmla="*/ 0 w 686"/>
                <a:gd name="T25" fmla="*/ 221 h 626"/>
                <a:gd name="T26" fmla="*/ 0 w 686"/>
                <a:gd name="T27" fmla="*/ 555 h 626"/>
                <a:gd name="T28" fmla="*/ 71 w 686"/>
                <a:gd name="T29" fmla="*/ 625 h 626"/>
                <a:gd name="T30" fmla="*/ 614 w 686"/>
                <a:gd name="T31" fmla="*/ 625 h 626"/>
                <a:gd name="T32" fmla="*/ 685 w 686"/>
                <a:gd name="T33" fmla="*/ 555 h 626"/>
                <a:gd name="T34" fmla="*/ 685 w 686"/>
                <a:gd name="T35" fmla="*/ 221 h 626"/>
                <a:gd name="T36" fmla="*/ 614 w 686"/>
                <a:gd name="T37" fmla="*/ 150 h 626"/>
                <a:gd name="T38" fmla="*/ 343 w 686"/>
                <a:gd name="T39" fmla="*/ 34 h 626"/>
                <a:gd name="T40" fmla="*/ 343 w 686"/>
                <a:gd name="T41" fmla="*/ 34 h 626"/>
                <a:gd name="T42" fmla="*/ 528 w 686"/>
                <a:gd name="T43" fmla="*/ 150 h 626"/>
                <a:gd name="T44" fmla="*/ 156 w 686"/>
                <a:gd name="T45" fmla="*/ 150 h 626"/>
                <a:gd name="T46" fmla="*/ 343 w 686"/>
                <a:gd name="T47" fmla="*/ 34 h 626"/>
                <a:gd name="T48" fmla="*/ 655 w 686"/>
                <a:gd name="T49" fmla="*/ 555 h 626"/>
                <a:gd name="T50" fmla="*/ 655 w 686"/>
                <a:gd name="T51" fmla="*/ 555 h 626"/>
                <a:gd name="T52" fmla="*/ 614 w 686"/>
                <a:gd name="T53" fmla="*/ 596 h 626"/>
                <a:gd name="T54" fmla="*/ 71 w 686"/>
                <a:gd name="T55" fmla="*/ 596 h 626"/>
                <a:gd name="T56" fmla="*/ 31 w 686"/>
                <a:gd name="T57" fmla="*/ 555 h 626"/>
                <a:gd name="T58" fmla="*/ 31 w 686"/>
                <a:gd name="T59" fmla="*/ 221 h 626"/>
                <a:gd name="T60" fmla="*/ 71 w 686"/>
                <a:gd name="T61" fmla="*/ 179 h 626"/>
                <a:gd name="T62" fmla="*/ 614 w 686"/>
                <a:gd name="T63" fmla="*/ 179 h 626"/>
                <a:gd name="T64" fmla="*/ 655 w 686"/>
                <a:gd name="T65" fmla="*/ 221 h 626"/>
                <a:gd name="T66" fmla="*/ 655 w 686"/>
                <a:gd name="T67" fmla="*/ 555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6" h="626">
                  <a:moveTo>
                    <a:pt x="614" y="150"/>
                  </a:moveTo>
                  <a:lnTo>
                    <a:pt x="614" y="150"/>
                  </a:lnTo>
                  <a:cubicBezTo>
                    <a:pt x="584" y="150"/>
                    <a:pt x="584" y="150"/>
                    <a:pt x="584" y="150"/>
                  </a:cubicBezTo>
                  <a:cubicBezTo>
                    <a:pt x="350" y="3"/>
                    <a:pt x="350" y="3"/>
                    <a:pt x="350" y="3"/>
                  </a:cubicBezTo>
                  <a:cubicBezTo>
                    <a:pt x="350" y="3"/>
                    <a:pt x="349" y="3"/>
                    <a:pt x="349" y="2"/>
                  </a:cubicBezTo>
                  <a:cubicBezTo>
                    <a:pt x="347" y="2"/>
                    <a:pt x="346" y="2"/>
                    <a:pt x="346" y="2"/>
                  </a:cubicBezTo>
                  <a:cubicBezTo>
                    <a:pt x="344" y="0"/>
                    <a:pt x="343" y="2"/>
                    <a:pt x="343" y="2"/>
                  </a:cubicBezTo>
                  <a:cubicBezTo>
                    <a:pt x="342" y="2"/>
                    <a:pt x="340" y="0"/>
                    <a:pt x="340" y="2"/>
                  </a:cubicBezTo>
                  <a:cubicBezTo>
                    <a:pt x="339" y="2"/>
                    <a:pt x="337" y="2"/>
                    <a:pt x="336" y="2"/>
                  </a:cubicBezTo>
                  <a:cubicBezTo>
                    <a:pt x="336" y="3"/>
                    <a:pt x="336" y="3"/>
                    <a:pt x="335" y="3"/>
                  </a:cubicBezTo>
                  <a:cubicBezTo>
                    <a:pt x="100" y="150"/>
                    <a:pt x="100" y="150"/>
                    <a:pt x="100" y="150"/>
                  </a:cubicBezTo>
                  <a:cubicBezTo>
                    <a:pt x="71" y="150"/>
                    <a:pt x="71" y="150"/>
                    <a:pt x="71" y="150"/>
                  </a:cubicBezTo>
                  <a:cubicBezTo>
                    <a:pt x="32" y="150"/>
                    <a:pt x="0" y="182"/>
                    <a:pt x="0" y="221"/>
                  </a:cubicBezTo>
                  <a:cubicBezTo>
                    <a:pt x="0" y="555"/>
                    <a:pt x="0" y="555"/>
                    <a:pt x="0" y="555"/>
                  </a:cubicBezTo>
                  <a:cubicBezTo>
                    <a:pt x="0" y="594"/>
                    <a:pt x="32" y="625"/>
                    <a:pt x="71" y="625"/>
                  </a:cubicBezTo>
                  <a:cubicBezTo>
                    <a:pt x="614" y="625"/>
                    <a:pt x="614" y="625"/>
                    <a:pt x="614" y="625"/>
                  </a:cubicBezTo>
                  <a:cubicBezTo>
                    <a:pt x="653" y="625"/>
                    <a:pt x="685" y="594"/>
                    <a:pt x="685" y="555"/>
                  </a:cubicBezTo>
                  <a:cubicBezTo>
                    <a:pt x="685" y="221"/>
                    <a:pt x="685" y="221"/>
                    <a:pt x="685" y="221"/>
                  </a:cubicBezTo>
                  <a:cubicBezTo>
                    <a:pt x="685" y="182"/>
                    <a:pt x="653" y="150"/>
                    <a:pt x="614" y="150"/>
                  </a:cubicBezTo>
                  <a:close/>
                  <a:moveTo>
                    <a:pt x="343" y="34"/>
                  </a:moveTo>
                  <a:lnTo>
                    <a:pt x="343" y="34"/>
                  </a:lnTo>
                  <a:cubicBezTo>
                    <a:pt x="528" y="150"/>
                    <a:pt x="528" y="150"/>
                    <a:pt x="528" y="150"/>
                  </a:cubicBezTo>
                  <a:cubicBezTo>
                    <a:pt x="156" y="150"/>
                    <a:pt x="156" y="150"/>
                    <a:pt x="156" y="150"/>
                  </a:cubicBezTo>
                  <a:lnTo>
                    <a:pt x="343" y="34"/>
                  </a:lnTo>
                  <a:close/>
                  <a:moveTo>
                    <a:pt x="655" y="555"/>
                  </a:moveTo>
                  <a:lnTo>
                    <a:pt x="655" y="555"/>
                  </a:lnTo>
                  <a:cubicBezTo>
                    <a:pt x="655" y="578"/>
                    <a:pt x="637" y="596"/>
                    <a:pt x="614" y="596"/>
                  </a:cubicBezTo>
                  <a:cubicBezTo>
                    <a:pt x="71" y="596"/>
                    <a:pt x="71" y="596"/>
                    <a:pt x="71" y="596"/>
                  </a:cubicBezTo>
                  <a:cubicBezTo>
                    <a:pt x="49" y="596"/>
                    <a:pt x="31" y="578"/>
                    <a:pt x="31" y="555"/>
                  </a:cubicBezTo>
                  <a:cubicBezTo>
                    <a:pt x="31" y="221"/>
                    <a:pt x="31" y="221"/>
                    <a:pt x="31" y="221"/>
                  </a:cubicBezTo>
                  <a:cubicBezTo>
                    <a:pt x="31" y="198"/>
                    <a:pt x="49" y="179"/>
                    <a:pt x="71" y="179"/>
                  </a:cubicBezTo>
                  <a:cubicBezTo>
                    <a:pt x="614" y="179"/>
                    <a:pt x="614" y="179"/>
                    <a:pt x="614" y="179"/>
                  </a:cubicBezTo>
                  <a:cubicBezTo>
                    <a:pt x="637" y="179"/>
                    <a:pt x="655" y="198"/>
                    <a:pt x="655" y="221"/>
                  </a:cubicBezTo>
                  <a:lnTo>
                    <a:pt x="655" y="55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1">
              <a:extLst>
                <a:ext uri="{FF2B5EF4-FFF2-40B4-BE49-F238E27FC236}">
                  <a16:creationId xmlns:a16="http://schemas.microsoft.com/office/drawing/2014/main" id="{F05CED2B-1125-367E-1B73-0F9695390368}"/>
                </a:ext>
              </a:extLst>
            </p:cNvPr>
            <p:cNvSpPr>
              <a:spLocks noChangeArrowheads="1"/>
            </p:cNvSpPr>
            <p:nvPr/>
          </p:nvSpPr>
          <p:spPr bwMode="auto">
            <a:xfrm>
              <a:off x="9893300" y="4908550"/>
              <a:ext cx="53975" cy="85725"/>
            </a:xfrm>
            <a:custGeom>
              <a:avLst/>
              <a:gdLst>
                <a:gd name="T0" fmla="*/ 148 w 149"/>
                <a:gd name="T1" fmla="*/ 11 h 240"/>
                <a:gd name="T2" fmla="*/ 145 w 149"/>
                <a:gd name="T3" fmla="*/ 7 h 240"/>
                <a:gd name="T4" fmla="*/ 142 w 149"/>
                <a:gd name="T5" fmla="*/ 4 h 240"/>
                <a:gd name="T6" fmla="*/ 139 w 149"/>
                <a:gd name="T7" fmla="*/ 1 h 240"/>
                <a:gd name="T8" fmla="*/ 134 w 149"/>
                <a:gd name="T9" fmla="*/ 0 h 240"/>
                <a:gd name="T10" fmla="*/ 130 w 149"/>
                <a:gd name="T11" fmla="*/ 1 h 240"/>
                <a:gd name="T12" fmla="*/ 125 w 149"/>
                <a:gd name="T13" fmla="*/ 3 h 240"/>
                <a:gd name="T14" fmla="*/ 121 w 149"/>
                <a:gd name="T15" fmla="*/ 7 h 240"/>
                <a:gd name="T16" fmla="*/ 120 w 149"/>
                <a:gd name="T17" fmla="*/ 10 h 240"/>
                <a:gd name="T18" fmla="*/ 28 w 149"/>
                <a:gd name="T19" fmla="*/ 10 h 240"/>
                <a:gd name="T20" fmla="*/ 26 w 149"/>
                <a:gd name="T21" fmla="*/ 7 h 240"/>
                <a:gd name="T22" fmla="*/ 22 w 149"/>
                <a:gd name="T23" fmla="*/ 3 h 240"/>
                <a:gd name="T24" fmla="*/ 18 w 149"/>
                <a:gd name="T25" fmla="*/ 1 h 240"/>
                <a:gd name="T26" fmla="*/ 14 w 149"/>
                <a:gd name="T27" fmla="*/ 0 h 240"/>
                <a:gd name="T28" fmla="*/ 10 w 149"/>
                <a:gd name="T29" fmla="*/ 1 h 240"/>
                <a:gd name="T30" fmla="*/ 5 w 149"/>
                <a:gd name="T31" fmla="*/ 4 h 240"/>
                <a:gd name="T32" fmla="*/ 3 w 149"/>
                <a:gd name="T33" fmla="*/ 7 h 240"/>
                <a:gd name="T34" fmla="*/ 0 w 149"/>
                <a:gd name="T35" fmla="*/ 11 h 240"/>
                <a:gd name="T36" fmla="*/ 0 w 149"/>
                <a:gd name="T37" fmla="*/ 15 h 240"/>
                <a:gd name="T38" fmla="*/ 14 w 149"/>
                <a:gd name="T39" fmla="*/ 239 h 240"/>
                <a:gd name="T40" fmla="*/ 29 w 149"/>
                <a:gd name="T41" fmla="*/ 95 h 240"/>
                <a:gd name="T42" fmla="*/ 60 w 149"/>
                <a:gd name="T43" fmla="*/ 174 h 240"/>
                <a:gd name="T44" fmla="*/ 63 w 149"/>
                <a:gd name="T45" fmla="*/ 180 h 240"/>
                <a:gd name="T46" fmla="*/ 68 w 149"/>
                <a:gd name="T47" fmla="*/ 183 h 240"/>
                <a:gd name="T48" fmla="*/ 70 w 149"/>
                <a:gd name="T49" fmla="*/ 183 h 240"/>
                <a:gd name="T50" fmla="*/ 77 w 149"/>
                <a:gd name="T51" fmla="*/ 183 h 240"/>
                <a:gd name="T52" fmla="*/ 79 w 149"/>
                <a:gd name="T53" fmla="*/ 183 h 240"/>
                <a:gd name="T54" fmla="*/ 83 w 149"/>
                <a:gd name="T55" fmla="*/ 180 h 240"/>
                <a:gd name="T56" fmla="*/ 88 w 149"/>
                <a:gd name="T57" fmla="*/ 174 h 240"/>
                <a:gd name="T58" fmla="*/ 118 w 149"/>
                <a:gd name="T59" fmla="*/ 95 h 240"/>
                <a:gd name="T60" fmla="*/ 134 w 149"/>
                <a:gd name="T61" fmla="*/ 239 h 240"/>
                <a:gd name="T62" fmla="*/ 148 w 149"/>
                <a:gd name="T63" fmla="*/ 15 h 240"/>
                <a:gd name="T64" fmla="*/ 148 w 149"/>
                <a:gd name="T65" fmla="*/ 1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240">
                  <a:moveTo>
                    <a:pt x="148" y="11"/>
                  </a:moveTo>
                  <a:lnTo>
                    <a:pt x="148" y="11"/>
                  </a:lnTo>
                  <a:cubicBezTo>
                    <a:pt x="148" y="11"/>
                    <a:pt x="148" y="10"/>
                    <a:pt x="146" y="10"/>
                  </a:cubicBezTo>
                  <a:cubicBezTo>
                    <a:pt x="146" y="8"/>
                    <a:pt x="146" y="8"/>
                    <a:pt x="145" y="7"/>
                  </a:cubicBezTo>
                  <a:cubicBezTo>
                    <a:pt x="145" y="7"/>
                    <a:pt x="145" y="6"/>
                    <a:pt x="143" y="4"/>
                  </a:cubicBezTo>
                  <a:lnTo>
                    <a:pt x="142" y="4"/>
                  </a:lnTo>
                  <a:cubicBezTo>
                    <a:pt x="141" y="3"/>
                    <a:pt x="141" y="3"/>
                    <a:pt x="139" y="1"/>
                  </a:cubicBezTo>
                  <a:lnTo>
                    <a:pt x="139" y="1"/>
                  </a:lnTo>
                  <a:cubicBezTo>
                    <a:pt x="138" y="1"/>
                    <a:pt x="137" y="1"/>
                    <a:pt x="137" y="1"/>
                  </a:cubicBezTo>
                  <a:cubicBezTo>
                    <a:pt x="135" y="1"/>
                    <a:pt x="134" y="0"/>
                    <a:pt x="134" y="0"/>
                  </a:cubicBezTo>
                  <a:lnTo>
                    <a:pt x="134" y="0"/>
                  </a:lnTo>
                  <a:cubicBezTo>
                    <a:pt x="132" y="0"/>
                    <a:pt x="131" y="1"/>
                    <a:pt x="130" y="1"/>
                  </a:cubicBezTo>
                  <a:cubicBezTo>
                    <a:pt x="128" y="1"/>
                    <a:pt x="128" y="1"/>
                    <a:pt x="127" y="1"/>
                  </a:cubicBezTo>
                  <a:lnTo>
                    <a:pt x="125" y="3"/>
                  </a:lnTo>
                  <a:cubicBezTo>
                    <a:pt x="124" y="4"/>
                    <a:pt x="124" y="4"/>
                    <a:pt x="123" y="6"/>
                  </a:cubicBezTo>
                  <a:cubicBezTo>
                    <a:pt x="123" y="6"/>
                    <a:pt x="123" y="6"/>
                    <a:pt x="121" y="7"/>
                  </a:cubicBezTo>
                  <a:cubicBezTo>
                    <a:pt x="121" y="7"/>
                    <a:pt x="120" y="8"/>
                    <a:pt x="120" y="10"/>
                  </a:cubicBezTo>
                  <a:lnTo>
                    <a:pt x="120" y="10"/>
                  </a:lnTo>
                  <a:cubicBezTo>
                    <a:pt x="74" y="128"/>
                    <a:pt x="74" y="128"/>
                    <a:pt x="74" y="128"/>
                  </a:cubicBezTo>
                  <a:cubicBezTo>
                    <a:pt x="28" y="10"/>
                    <a:pt x="28" y="10"/>
                    <a:pt x="28" y="10"/>
                  </a:cubicBezTo>
                  <a:lnTo>
                    <a:pt x="28" y="10"/>
                  </a:lnTo>
                  <a:cubicBezTo>
                    <a:pt x="28" y="8"/>
                    <a:pt x="26" y="8"/>
                    <a:pt x="26" y="7"/>
                  </a:cubicBezTo>
                  <a:cubicBezTo>
                    <a:pt x="26" y="6"/>
                    <a:pt x="25" y="6"/>
                    <a:pt x="25" y="6"/>
                  </a:cubicBezTo>
                  <a:cubicBezTo>
                    <a:pt x="24" y="4"/>
                    <a:pt x="24" y="4"/>
                    <a:pt x="22" y="3"/>
                  </a:cubicBezTo>
                  <a:cubicBezTo>
                    <a:pt x="22" y="3"/>
                    <a:pt x="21" y="3"/>
                    <a:pt x="21" y="1"/>
                  </a:cubicBezTo>
                  <a:cubicBezTo>
                    <a:pt x="19" y="1"/>
                    <a:pt x="19" y="1"/>
                    <a:pt x="18" y="1"/>
                  </a:cubicBezTo>
                  <a:cubicBezTo>
                    <a:pt x="17" y="1"/>
                    <a:pt x="15" y="0"/>
                    <a:pt x="15" y="0"/>
                  </a:cubicBezTo>
                  <a:cubicBezTo>
                    <a:pt x="14" y="0"/>
                    <a:pt x="14" y="0"/>
                    <a:pt x="14" y="0"/>
                  </a:cubicBezTo>
                  <a:cubicBezTo>
                    <a:pt x="14" y="0"/>
                    <a:pt x="12" y="1"/>
                    <a:pt x="11" y="1"/>
                  </a:cubicBezTo>
                  <a:lnTo>
                    <a:pt x="10" y="1"/>
                  </a:lnTo>
                  <a:cubicBezTo>
                    <a:pt x="8" y="1"/>
                    <a:pt x="8" y="1"/>
                    <a:pt x="8" y="1"/>
                  </a:cubicBezTo>
                  <a:cubicBezTo>
                    <a:pt x="8" y="1"/>
                    <a:pt x="7" y="3"/>
                    <a:pt x="5" y="4"/>
                  </a:cubicBezTo>
                  <a:lnTo>
                    <a:pt x="4" y="4"/>
                  </a:lnTo>
                  <a:cubicBezTo>
                    <a:pt x="3" y="6"/>
                    <a:pt x="3" y="6"/>
                    <a:pt x="3" y="7"/>
                  </a:cubicBezTo>
                  <a:cubicBezTo>
                    <a:pt x="1" y="8"/>
                    <a:pt x="1" y="8"/>
                    <a:pt x="1" y="10"/>
                  </a:cubicBezTo>
                  <a:cubicBezTo>
                    <a:pt x="0" y="10"/>
                    <a:pt x="0" y="11"/>
                    <a:pt x="0" y="11"/>
                  </a:cubicBezTo>
                  <a:cubicBezTo>
                    <a:pt x="0" y="13"/>
                    <a:pt x="0" y="14"/>
                    <a:pt x="0" y="15"/>
                  </a:cubicBezTo>
                  <a:lnTo>
                    <a:pt x="0" y="15"/>
                  </a:lnTo>
                  <a:cubicBezTo>
                    <a:pt x="0" y="223"/>
                    <a:pt x="0" y="223"/>
                    <a:pt x="0" y="223"/>
                  </a:cubicBezTo>
                  <a:cubicBezTo>
                    <a:pt x="0" y="232"/>
                    <a:pt x="5" y="239"/>
                    <a:pt x="14" y="239"/>
                  </a:cubicBezTo>
                  <a:cubicBezTo>
                    <a:pt x="22" y="239"/>
                    <a:pt x="29" y="232"/>
                    <a:pt x="29" y="223"/>
                  </a:cubicBezTo>
                  <a:cubicBezTo>
                    <a:pt x="29" y="95"/>
                    <a:pt x="29" y="95"/>
                    <a:pt x="29" y="95"/>
                  </a:cubicBezTo>
                  <a:cubicBezTo>
                    <a:pt x="60" y="174"/>
                    <a:pt x="60" y="174"/>
                    <a:pt x="60" y="174"/>
                  </a:cubicBezTo>
                  <a:lnTo>
                    <a:pt x="60" y="174"/>
                  </a:lnTo>
                  <a:cubicBezTo>
                    <a:pt x="60" y="176"/>
                    <a:pt x="61" y="176"/>
                    <a:pt x="61" y="177"/>
                  </a:cubicBezTo>
                  <a:cubicBezTo>
                    <a:pt x="63" y="179"/>
                    <a:pt x="63" y="179"/>
                    <a:pt x="63" y="180"/>
                  </a:cubicBezTo>
                  <a:cubicBezTo>
                    <a:pt x="64" y="180"/>
                    <a:pt x="64" y="180"/>
                    <a:pt x="65" y="180"/>
                  </a:cubicBezTo>
                  <a:cubicBezTo>
                    <a:pt x="65" y="181"/>
                    <a:pt x="67" y="181"/>
                    <a:pt x="68" y="183"/>
                  </a:cubicBezTo>
                  <a:lnTo>
                    <a:pt x="68" y="183"/>
                  </a:lnTo>
                  <a:lnTo>
                    <a:pt x="70" y="183"/>
                  </a:lnTo>
                  <a:cubicBezTo>
                    <a:pt x="71" y="183"/>
                    <a:pt x="72" y="184"/>
                    <a:pt x="74" y="184"/>
                  </a:cubicBezTo>
                  <a:cubicBezTo>
                    <a:pt x="74" y="184"/>
                    <a:pt x="75" y="183"/>
                    <a:pt x="77" y="183"/>
                  </a:cubicBezTo>
                  <a:cubicBezTo>
                    <a:pt x="78" y="183"/>
                    <a:pt x="78" y="183"/>
                    <a:pt x="79" y="183"/>
                  </a:cubicBezTo>
                  <a:lnTo>
                    <a:pt x="79" y="183"/>
                  </a:lnTo>
                  <a:cubicBezTo>
                    <a:pt x="79" y="183"/>
                    <a:pt x="81" y="181"/>
                    <a:pt x="82" y="181"/>
                  </a:cubicBezTo>
                  <a:cubicBezTo>
                    <a:pt x="82" y="180"/>
                    <a:pt x="83" y="180"/>
                    <a:pt x="83" y="180"/>
                  </a:cubicBezTo>
                  <a:cubicBezTo>
                    <a:pt x="85" y="179"/>
                    <a:pt x="85" y="179"/>
                    <a:pt x="85" y="177"/>
                  </a:cubicBezTo>
                  <a:cubicBezTo>
                    <a:pt x="86" y="176"/>
                    <a:pt x="86" y="176"/>
                    <a:pt x="88" y="174"/>
                  </a:cubicBezTo>
                  <a:lnTo>
                    <a:pt x="88" y="174"/>
                  </a:lnTo>
                  <a:cubicBezTo>
                    <a:pt x="118" y="95"/>
                    <a:pt x="118" y="95"/>
                    <a:pt x="118" y="95"/>
                  </a:cubicBezTo>
                  <a:cubicBezTo>
                    <a:pt x="118" y="223"/>
                    <a:pt x="118" y="223"/>
                    <a:pt x="118" y="223"/>
                  </a:cubicBezTo>
                  <a:cubicBezTo>
                    <a:pt x="118" y="232"/>
                    <a:pt x="125" y="239"/>
                    <a:pt x="134" y="239"/>
                  </a:cubicBezTo>
                  <a:cubicBezTo>
                    <a:pt x="142" y="239"/>
                    <a:pt x="148" y="232"/>
                    <a:pt x="148" y="223"/>
                  </a:cubicBezTo>
                  <a:cubicBezTo>
                    <a:pt x="148" y="15"/>
                    <a:pt x="148" y="15"/>
                    <a:pt x="148" y="15"/>
                  </a:cubicBezTo>
                  <a:lnTo>
                    <a:pt x="148" y="15"/>
                  </a:lnTo>
                  <a:cubicBezTo>
                    <a:pt x="148" y="14"/>
                    <a:pt x="148" y="13"/>
                    <a:pt x="148"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156FB8F3-8DA5-F8E5-794A-3182D3DDCBE3}"/>
                </a:ext>
              </a:extLst>
            </p:cNvPr>
            <p:cNvSpPr>
              <a:spLocks noChangeArrowheads="1"/>
            </p:cNvSpPr>
            <p:nvPr/>
          </p:nvSpPr>
          <p:spPr bwMode="auto">
            <a:xfrm>
              <a:off x="9812338" y="4908550"/>
              <a:ext cx="66675" cy="85725"/>
            </a:xfrm>
            <a:custGeom>
              <a:avLst/>
              <a:gdLst>
                <a:gd name="T0" fmla="*/ 174 w 184"/>
                <a:gd name="T1" fmla="*/ 4 h 240"/>
                <a:gd name="T2" fmla="*/ 174 w 184"/>
                <a:gd name="T3" fmla="*/ 4 h 240"/>
                <a:gd name="T4" fmla="*/ 153 w 184"/>
                <a:gd name="T5" fmla="*/ 10 h 240"/>
                <a:gd name="T6" fmla="*/ 92 w 184"/>
                <a:gd name="T7" fmla="*/ 109 h 240"/>
                <a:gd name="T8" fmla="*/ 29 w 184"/>
                <a:gd name="T9" fmla="*/ 10 h 240"/>
                <a:gd name="T10" fmla="*/ 10 w 184"/>
                <a:gd name="T11" fmla="*/ 4 h 240"/>
                <a:gd name="T12" fmla="*/ 4 w 184"/>
                <a:gd name="T13" fmla="*/ 25 h 240"/>
                <a:gd name="T14" fmla="*/ 77 w 184"/>
                <a:gd name="T15" fmla="*/ 141 h 240"/>
                <a:gd name="T16" fmla="*/ 77 w 184"/>
                <a:gd name="T17" fmla="*/ 223 h 240"/>
                <a:gd name="T18" fmla="*/ 92 w 184"/>
                <a:gd name="T19" fmla="*/ 239 h 240"/>
                <a:gd name="T20" fmla="*/ 106 w 184"/>
                <a:gd name="T21" fmla="*/ 223 h 240"/>
                <a:gd name="T22" fmla="*/ 106 w 184"/>
                <a:gd name="T23" fmla="*/ 223 h 240"/>
                <a:gd name="T24" fmla="*/ 106 w 184"/>
                <a:gd name="T25" fmla="*/ 141 h 240"/>
                <a:gd name="T26" fmla="*/ 178 w 184"/>
                <a:gd name="T27" fmla="*/ 25 h 240"/>
                <a:gd name="T28" fmla="*/ 174 w 184"/>
                <a:gd name="T29" fmla="*/ 4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84" h="240">
                  <a:moveTo>
                    <a:pt x="174" y="4"/>
                  </a:moveTo>
                  <a:lnTo>
                    <a:pt x="174" y="4"/>
                  </a:lnTo>
                  <a:cubicBezTo>
                    <a:pt x="167" y="0"/>
                    <a:pt x="157" y="3"/>
                    <a:pt x="153" y="10"/>
                  </a:cubicBezTo>
                  <a:cubicBezTo>
                    <a:pt x="92" y="109"/>
                    <a:pt x="92" y="109"/>
                    <a:pt x="92" y="109"/>
                  </a:cubicBezTo>
                  <a:cubicBezTo>
                    <a:pt x="29" y="10"/>
                    <a:pt x="29" y="10"/>
                    <a:pt x="29" y="10"/>
                  </a:cubicBezTo>
                  <a:cubicBezTo>
                    <a:pt x="25" y="3"/>
                    <a:pt x="17" y="0"/>
                    <a:pt x="10" y="4"/>
                  </a:cubicBezTo>
                  <a:cubicBezTo>
                    <a:pt x="3" y="8"/>
                    <a:pt x="0" y="18"/>
                    <a:pt x="4" y="25"/>
                  </a:cubicBezTo>
                  <a:cubicBezTo>
                    <a:pt x="77" y="141"/>
                    <a:pt x="77" y="141"/>
                    <a:pt x="77" y="141"/>
                  </a:cubicBezTo>
                  <a:cubicBezTo>
                    <a:pt x="77" y="223"/>
                    <a:pt x="77" y="223"/>
                    <a:pt x="77" y="223"/>
                  </a:cubicBezTo>
                  <a:cubicBezTo>
                    <a:pt x="77" y="232"/>
                    <a:pt x="84" y="239"/>
                    <a:pt x="92" y="239"/>
                  </a:cubicBezTo>
                  <a:cubicBezTo>
                    <a:pt x="100" y="239"/>
                    <a:pt x="106" y="232"/>
                    <a:pt x="106" y="223"/>
                  </a:cubicBezTo>
                  <a:lnTo>
                    <a:pt x="106" y="223"/>
                  </a:lnTo>
                  <a:cubicBezTo>
                    <a:pt x="106" y="141"/>
                    <a:pt x="106" y="141"/>
                    <a:pt x="106" y="141"/>
                  </a:cubicBezTo>
                  <a:cubicBezTo>
                    <a:pt x="178" y="25"/>
                    <a:pt x="178" y="25"/>
                    <a:pt x="178" y="25"/>
                  </a:cubicBezTo>
                  <a:cubicBezTo>
                    <a:pt x="183" y="18"/>
                    <a:pt x="181" y="8"/>
                    <a:pt x="17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10D96BED-030A-6772-76AB-D1F3A333B6F2}"/>
                </a:ext>
              </a:extLst>
            </p:cNvPr>
            <p:cNvSpPr>
              <a:spLocks noChangeArrowheads="1"/>
            </p:cNvSpPr>
            <p:nvPr/>
          </p:nvSpPr>
          <p:spPr bwMode="auto">
            <a:xfrm>
              <a:off x="9744075" y="4908550"/>
              <a:ext cx="53975" cy="85725"/>
            </a:xfrm>
            <a:custGeom>
              <a:avLst/>
              <a:gdLst>
                <a:gd name="T0" fmla="*/ 54 w 150"/>
                <a:gd name="T1" fmla="*/ 35 h 240"/>
                <a:gd name="T2" fmla="*/ 54 w 150"/>
                <a:gd name="T3" fmla="*/ 35 h 240"/>
                <a:gd name="T4" fmla="*/ 74 w 150"/>
                <a:gd name="T5" fmla="*/ 31 h 240"/>
                <a:gd name="T6" fmla="*/ 104 w 150"/>
                <a:gd name="T7" fmla="*/ 31 h 240"/>
                <a:gd name="T8" fmla="*/ 118 w 150"/>
                <a:gd name="T9" fmla="*/ 45 h 240"/>
                <a:gd name="T10" fmla="*/ 134 w 150"/>
                <a:gd name="T11" fmla="*/ 60 h 240"/>
                <a:gd name="T12" fmla="*/ 149 w 150"/>
                <a:gd name="T13" fmla="*/ 45 h 240"/>
                <a:gd name="T14" fmla="*/ 149 w 150"/>
                <a:gd name="T15" fmla="*/ 45 h 240"/>
                <a:gd name="T16" fmla="*/ 104 w 150"/>
                <a:gd name="T17" fmla="*/ 0 h 240"/>
                <a:gd name="T18" fmla="*/ 74 w 150"/>
                <a:gd name="T19" fmla="*/ 0 h 240"/>
                <a:gd name="T20" fmla="*/ 40 w 150"/>
                <a:gd name="T21" fmla="*/ 8 h 240"/>
                <a:gd name="T22" fmla="*/ 21 w 150"/>
                <a:gd name="T23" fmla="*/ 25 h 240"/>
                <a:gd name="T24" fmla="*/ 4 w 150"/>
                <a:gd name="T25" fmla="*/ 64 h 240"/>
                <a:gd name="T26" fmla="*/ 0 w 150"/>
                <a:gd name="T27" fmla="*/ 120 h 240"/>
                <a:gd name="T28" fmla="*/ 17 w 150"/>
                <a:gd name="T29" fmla="*/ 206 h 240"/>
                <a:gd name="T30" fmla="*/ 40 w 150"/>
                <a:gd name="T31" fmla="*/ 232 h 240"/>
                <a:gd name="T32" fmla="*/ 74 w 150"/>
                <a:gd name="T33" fmla="*/ 239 h 240"/>
                <a:gd name="T34" fmla="*/ 104 w 150"/>
                <a:gd name="T35" fmla="*/ 239 h 240"/>
                <a:gd name="T36" fmla="*/ 149 w 150"/>
                <a:gd name="T37" fmla="*/ 194 h 240"/>
                <a:gd name="T38" fmla="*/ 149 w 150"/>
                <a:gd name="T39" fmla="*/ 134 h 240"/>
                <a:gd name="T40" fmla="*/ 145 w 150"/>
                <a:gd name="T41" fmla="*/ 124 h 240"/>
                <a:gd name="T42" fmla="*/ 134 w 150"/>
                <a:gd name="T43" fmla="*/ 120 h 240"/>
                <a:gd name="T44" fmla="*/ 74 w 150"/>
                <a:gd name="T45" fmla="*/ 120 h 240"/>
                <a:gd name="T46" fmla="*/ 60 w 150"/>
                <a:gd name="T47" fmla="*/ 134 h 240"/>
                <a:gd name="T48" fmla="*/ 74 w 150"/>
                <a:gd name="T49" fmla="*/ 149 h 240"/>
                <a:gd name="T50" fmla="*/ 118 w 150"/>
                <a:gd name="T51" fmla="*/ 149 h 240"/>
                <a:gd name="T52" fmla="*/ 118 w 150"/>
                <a:gd name="T53" fmla="*/ 194 h 240"/>
                <a:gd name="T54" fmla="*/ 104 w 150"/>
                <a:gd name="T55" fmla="*/ 209 h 240"/>
                <a:gd name="T56" fmla="*/ 74 w 150"/>
                <a:gd name="T57" fmla="*/ 209 h 240"/>
                <a:gd name="T58" fmla="*/ 54 w 150"/>
                <a:gd name="T59" fmla="*/ 205 h 240"/>
                <a:gd name="T60" fmla="*/ 44 w 150"/>
                <a:gd name="T61" fmla="*/ 197 h 240"/>
                <a:gd name="T62" fmla="*/ 33 w 150"/>
                <a:gd name="T63" fmla="*/ 169 h 240"/>
                <a:gd name="T64" fmla="*/ 29 w 150"/>
                <a:gd name="T65" fmla="*/ 120 h 240"/>
                <a:gd name="T66" fmla="*/ 42 w 150"/>
                <a:gd name="T67" fmla="*/ 48 h 240"/>
                <a:gd name="T68" fmla="*/ 54 w 150"/>
                <a:gd name="T69" fmla="*/ 35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0" h="240">
                  <a:moveTo>
                    <a:pt x="54" y="35"/>
                  </a:moveTo>
                  <a:lnTo>
                    <a:pt x="54" y="35"/>
                  </a:lnTo>
                  <a:cubicBezTo>
                    <a:pt x="60" y="32"/>
                    <a:pt x="65" y="31"/>
                    <a:pt x="74" y="31"/>
                  </a:cubicBezTo>
                  <a:cubicBezTo>
                    <a:pt x="104" y="31"/>
                    <a:pt x="104" y="31"/>
                    <a:pt x="104" y="31"/>
                  </a:cubicBezTo>
                  <a:cubicBezTo>
                    <a:pt x="113" y="31"/>
                    <a:pt x="118" y="36"/>
                    <a:pt x="118" y="45"/>
                  </a:cubicBezTo>
                  <a:cubicBezTo>
                    <a:pt x="118" y="53"/>
                    <a:pt x="125" y="60"/>
                    <a:pt x="134" y="60"/>
                  </a:cubicBezTo>
                  <a:cubicBezTo>
                    <a:pt x="142" y="60"/>
                    <a:pt x="149" y="53"/>
                    <a:pt x="149" y="45"/>
                  </a:cubicBezTo>
                  <a:lnTo>
                    <a:pt x="149" y="45"/>
                  </a:lnTo>
                  <a:cubicBezTo>
                    <a:pt x="149" y="21"/>
                    <a:pt x="128" y="0"/>
                    <a:pt x="104" y="0"/>
                  </a:cubicBezTo>
                  <a:cubicBezTo>
                    <a:pt x="74" y="0"/>
                    <a:pt x="74" y="0"/>
                    <a:pt x="74" y="0"/>
                  </a:cubicBezTo>
                  <a:cubicBezTo>
                    <a:pt x="63" y="0"/>
                    <a:pt x="51" y="3"/>
                    <a:pt x="40" y="8"/>
                  </a:cubicBezTo>
                  <a:cubicBezTo>
                    <a:pt x="33" y="13"/>
                    <a:pt x="26" y="18"/>
                    <a:pt x="21" y="25"/>
                  </a:cubicBezTo>
                  <a:cubicBezTo>
                    <a:pt x="14" y="35"/>
                    <a:pt x="8" y="49"/>
                    <a:pt x="4" y="64"/>
                  </a:cubicBezTo>
                  <a:cubicBezTo>
                    <a:pt x="1" y="80"/>
                    <a:pt x="0" y="98"/>
                    <a:pt x="0" y="120"/>
                  </a:cubicBezTo>
                  <a:cubicBezTo>
                    <a:pt x="0" y="158"/>
                    <a:pt x="4" y="186"/>
                    <a:pt x="17" y="206"/>
                  </a:cubicBezTo>
                  <a:cubicBezTo>
                    <a:pt x="22" y="218"/>
                    <a:pt x="31" y="226"/>
                    <a:pt x="40" y="232"/>
                  </a:cubicBezTo>
                  <a:cubicBezTo>
                    <a:pt x="51" y="236"/>
                    <a:pt x="63" y="239"/>
                    <a:pt x="74" y="239"/>
                  </a:cubicBezTo>
                  <a:cubicBezTo>
                    <a:pt x="104" y="239"/>
                    <a:pt x="104" y="239"/>
                    <a:pt x="104" y="239"/>
                  </a:cubicBezTo>
                  <a:cubicBezTo>
                    <a:pt x="128" y="239"/>
                    <a:pt x="149" y="219"/>
                    <a:pt x="149" y="194"/>
                  </a:cubicBezTo>
                  <a:cubicBezTo>
                    <a:pt x="149" y="134"/>
                    <a:pt x="149" y="134"/>
                    <a:pt x="149" y="134"/>
                  </a:cubicBezTo>
                  <a:cubicBezTo>
                    <a:pt x="149" y="131"/>
                    <a:pt x="148" y="127"/>
                    <a:pt x="145" y="124"/>
                  </a:cubicBezTo>
                  <a:cubicBezTo>
                    <a:pt x="142" y="121"/>
                    <a:pt x="138" y="120"/>
                    <a:pt x="134" y="120"/>
                  </a:cubicBezTo>
                  <a:cubicBezTo>
                    <a:pt x="74" y="120"/>
                    <a:pt x="74" y="120"/>
                    <a:pt x="74" y="120"/>
                  </a:cubicBezTo>
                  <a:cubicBezTo>
                    <a:pt x="65" y="120"/>
                    <a:pt x="60" y="126"/>
                    <a:pt x="60" y="134"/>
                  </a:cubicBezTo>
                  <a:cubicBezTo>
                    <a:pt x="60" y="142"/>
                    <a:pt x="65" y="149"/>
                    <a:pt x="74" y="149"/>
                  </a:cubicBezTo>
                  <a:cubicBezTo>
                    <a:pt x="118" y="149"/>
                    <a:pt x="118" y="149"/>
                    <a:pt x="118" y="149"/>
                  </a:cubicBezTo>
                  <a:cubicBezTo>
                    <a:pt x="118" y="194"/>
                    <a:pt x="118" y="194"/>
                    <a:pt x="118" y="194"/>
                  </a:cubicBezTo>
                  <a:cubicBezTo>
                    <a:pt x="118" y="202"/>
                    <a:pt x="113" y="209"/>
                    <a:pt x="104" y="209"/>
                  </a:cubicBezTo>
                  <a:cubicBezTo>
                    <a:pt x="74" y="209"/>
                    <a:pt x="74" y="209"/>
                    <a:pt x="74" y="209"/>
                  </a:cubicBezTo>
                  <a:cubicBezTo>
                    <a:pt x="65" y="209"/>
                    <a:pt x="60" y="208"/>
                    <a:pt x="54" y="205"/>
                  </a:cubicBezTo>
                  <a:cubicBezTo>
                    <a:pt x="51" y="202"/>
                    <a:pt x="47" y="200"/>
                    <a:pt x="44" y="197"/>
                  </a:cubicBezTo>
                  <a:cubicBezTo>
                    <a:pt x="40" y="191"/>
                    <a:pt x="36" y="181"/>
                    <a:pt x="33" y="169"/>
                  </a:cubicBezTo>
                  <a:cubicBezTo>
                    <a:pt x="31" y="156"/>
                    <a:pt x="29" y="140"/>
                    <a:pt x="29" y="120"/>
                  </a:cubicBezTo>
                  <a:cubicBezTo>
                    <a:pt x="29" y="84"/>
                    <a:pt x="35" y="60"/>
                    <a:pt x="42" y="48"/>
                  </a:cubicBezTo>
                  <a:cubicBezTo>
                    <a:pt x="46" y="41"/>
                    <a:pt x="50" y="36"/>
                    <a:pt x="5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9" name="Group 182">
            <a:extLst>
              <a:ext uri="{FF2B5EF4-FFF2-40B4-BE49-F238E27FC236}">
                <a16:creationId xmlns:a16="http://schemas.microsoft.com/office/drawing/2014/main" id="{270948F5-8804-5F01-71C1-6D5A63611E7A}"/>
              </a:ext>
            </a:extLst>
          </p:cNvPr>
          <p:cNvGrpSpPr/>
          <p:nvPr/>
        </p:nvGrpSpPr>
        <p:grpSpPr>
          <a:xfrm>
            <a:off x="9722519" y="4517132"/>
            <a:ext cx="257175" cy="185738"/>
            <a:chOff x="8694738" y="4838700"/>
            <a:chExt cx="257175" cy="185738"/>
          </a:xfrm>
          <a:solidFill>
            <a:schemeClr val="tx2"/>
          </a:solidFill>
        </p:grpSpPr>
        <p:sp>
          <p:nvSpPr>
            <p:cNvPr id="180" name="Freeform 144">
              <a:extLst>
                <a:ext uri="{FF2B5EF4-FFF2-40B4-BE49-F238E27FC236}">
                  <a16:creationId xmlns:a16="http://schemas.microsoft.com/office/drawing/2014/main" id="{FA9B5500-3C90-9AAA-9244-BB1530F553CA}"/>
                </a:ext>
              </a:extLst>
            </p:cNvPr>
            <p:cNvSpPr>
              <a:spLocks noChangeArrowheads="1"/>
            </p:cNvSpPr>
            <p:nvPr/>
          </p:nvSpPr>
          <p:spPr bwMode="auto">
            <a:xfrm>
              <a:off x="8904288" y="4838700"/>
              <a:ext cx="47625" cy="185738"/>
            </a:xfrm>
            <a:custGeom>
              <a:avLst/>
              <a:gdLst>
                <a:gd name="T0" fmla="*/ 5 w 132"/>
                <a:gd name="T1" fmla="*/ 6 h 517"/>
                <a:gd name="T2" fmla="*/ 5 w 132"/>
                <a:gd name="T3" fmla="*/ 6 h 517"/>
                <a:gd name="T4" fmla="*/ 5 w 132"/>
                <a:gd name="T5" fmla="*/ 27 h 517"/>
                <a:gd name="T6" fmla="*/ 5 w 132"/>
                <a:gd name="T7" fmla="*/ 27 h 517"/>
                <a:gd name="T8" fmla="*/ 101 w 132"/>
                <a:gd name="T9" fmla="*/ 258 h 517"/>
                <a:gd name="T10" fmla="*/ 5 w 132"/>
                <a:gd name="T11" fmla="*/ 490 h 517"/>
                <a:gd name="T12" fmla="*/ 5 w 132"/>
                <a:gd name="T13" fmla="*/ 510 h 517"/>
                <a:gd name="T14" fmla="*/ 26 w 132"/>
                <a:gd name="T15" fmla="*/ 510 h 517"/>
                <a:gd name="T16" fmla="*/ 131 w 132"/>
                <a:gd name="T17" fmla="*/ 258 h 517"/>
                <a:gd name="T18" fmla="*/ 26 w 132"/>
                <a:gd name="T19" fmla="*/ 6 h 517"/>
                <a:gd name="T20" fmla="*/ 5 w 132"/>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517">
                  <a:moveTo>
                    <a:pt x="5" y="6"/>
                  </a:moveTo>
                  <a:lnTo>
                    <a:pt x="5" y="6"/>
                  </a:lnTo>
                  <a:cubicBezTo>
                    <a:pt x="0" y="11"/>
                    <a:pt x="0" y="21"/>
                    <a:pt x="5" y="27"/>
                  </a:cubicBezTo>
                  <a:lnTo>
                    <a:pt x="5" y="27"/>
                  </a:lnTo>
                  <a:cubicBezTo>
                    <a:pt x="65" y="87"/>
                    <a:pt x="101" y="167"/>
                    <a:pt x="101" y="258"/>
                  </a:cubicBezTo>
                  <a:cubicBezTo>
                    <a:pt x="101" y="349"/>
                    <a:pt x="65" y="430"/>
                    <a:pt x="5" y="490"/>
                  </a:cubicBezTo>
                  <a:cubicBezTo>
                    <a:pt x="0" y="495"/>
                    <a:pt x="0" y="505"/>
                    <a:pt x="5" y="510"/>
                  </a:cubicBezTo>
                  <a:cubicBezTo>
                    <a:pt x="11" y="516"/>
                    <a:pt x="21" y="516"/>
                    <a:pt x="26" y="510"/>
                  </a:cubicBezTo>
                  <a:cubicBezTo>
                    <a:pt x="92" y="446"/>
                    <a:pt x="131" y="357"/>
                    <a:pt x="131" y="258"/>
                  </a:cubicBezTo>
                  <a:cubicBezTo>
                    <a:pt x="131" y="159"/>
                    <a:pt x="92" y="70"/>
                    <a:pt x="26" y="6"/>
                  </a:cubicBezTo>
                  <a:cubicBezTo>
                    <a:pt x="21" y="0"/>
                    <a:pt x="11"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1" name="Freeform 145">
              <a:extLst>
                <a:ext uri="{FF2B5EF4-FFF2-40B4-BE49-F238E27FC236}">
                  <a16:creationId xmlns:a16="http://schemas.microsoft.com/office/drawing/2014/main" id="{9DDE7291-53E5-60AB-A5F9-87451943809F}"/>
                </a:ext>
              </a:extLst>
            </p:cNvPr>
            <p:cNvSpPr>
              <a:spLocks noChangeArrowheads="1"/>
            </p:cNvSpPr>
            <p:nvPr/>
          </p:nvSpPr>
          <p:spPr bwMode="auto">
            <a:xfrm>
              <a:off x="8694738" y="4838700"/>
              <a:ext cx="47625" cy="185738"/>
            </a:xfrm>
            <a:custGeom>
              <a:avLst/>
              <a:gdLst>
                <a:gd name="T0" fmla="*/ 104 w 133"/>
                <a:gd name="T1" fmla="*/ 6 h 517"/>
                <a:gd name="T2" fmla="*/ 104 w 133"/>
                <a:gd name="T3" fmla="*/ 6 h 517"/>
                <a:gd name="T4" fmla="*/ 0 w 133"/>
                <a:gd name="T5" fmla="*/ 258 h 517"/>
                <a:gd name="T6" fmla="*/ 104 w 133"/>
                <a:gd name="T7" fmla="*/ 510 h 517"/>
                <a:gd name="T8" fmla="*/ 125 w 133"/>
                <a:gd name="T9" fmla="*/ 510 h 517"/>
                <a:gd name="T10" fmla="*/ 125 w 133"/>
                <a:gd name="T11" fmla="*/ 490 h 517"/>
                <a:gd name="T12" fmla="*/ 125 w 133"/>
                <a:gd name="T13" fmla="*/ 490 h 517"/>
                <a:gd name="T14" fmla="*/ 30 w 133"/>
                <a:gd name="T15" fmla="*/ 258 h 517"/>
                <a:gd name="T16" fmla="*/ 125 w 133"/>
                <a:gd name="T17" fmla="*/ 27 h 517"/>
                <a:gd name="T18" fmla="*/ 125 w 133"/>
                <a:gd name="T19" fmla="*/ 6 h 517"/>
                <a:gd name="T20" fmla="*/ 104 w 133"/>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3" h="517">
                  <a:moveTo>
                    <a:pt x="104" y="6"/>
                  </a:moveTo>
                  <a:lnTo>
                    <a:pt x="104" y="6"/>
                  </a:lnTo>
                  <a:cubicBezTo>
                    <a:pt x="40" y="70"/>
                    <a:pt x="0" y="159"/>
                    <a:pt x="0" y="258"/>
                  </a:cubicBezTo>
                  <a:cubicBezTo>
                    <a:pt x="0" y="357"/>
                    <a:pt x="40" y="446"/>
                    <a:pt x="104" y="510"/>
                  </a:cubicBezTo>
                  <a:cubicBezTo>
                    <a:pt x="111" y="516"/>
                    <a:pt x="120" y="516"/>
                    <a:pt x="125" y="510"/>
                  </a:cubicBezTo>
                  <a:cubicBezTo>
                    <a:pt x="132" y="505"/>
                    <a:pt x="132" y="495"/>
                    <a:pt x="125" y="490"/>
                  </a:cubicBezTo>
                  <a:lnTo>
                    <a:pt x="125" y="490"/>
                  </a:lnTo>
                  <a:cubicBezTo>
                    <a:pt x="67" y="430"/>
                    <a:pt x="30" y="349"/>
                    <a:pt x="30" y="258"/>
                  </a:cubicBezTo>
                  <a:cubicBezTo>
                    <a:pt x="30" y="167"/>
                    <a:pt x="67" y="87"/>
                    <a:pt x="125" y="27"/>
                  </a:cubicBezTo>
                  <a:cubicBezTo>
                    <a:pt x="132" y="21"/>
                    <a:pt x="132" y="11"/>
                    <a:pt x="125" y="6"/>
                  </a:cubicBezTo>
                  <a:cubicBezTo>
                    <a:pt x="120" y="0"/>
                    <a:pt x="111" y="0"/>
                    <a:pt x="1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1DC091BB-2415-F1F1-BAC2-80B24E45B51F}"/>
                </a:ext>
              </a:extLst>
            </p:cNvPr>
            <p:cNvSpPr>
              <a:spLocks noChangeArrowheads="1"/>
            </p:cNvSpPr>
            <p:nvPr/>
          </p:nvSpPr>
          <p:spPr bwMode="auto">
            <a:xfrm>
              <a:off x="8880475" y="4860925"/>
              <a:ext cx="38100" cy="141288"/>
            </a:xfrm>
            <a:custGeom>
              <a:avLst/>
              <a:gdLst>
                <a:gd name="T0" fmla="*/ 26 w 105"/>
                <a:gd name="T1" fmla="*/ 5 h 391"/>
                <a:gd name="T2" fmla="*/ 26 w 105"/>
                <a:gd name="T3" fmla="*/ 5 h 391"/>
                <a:gd name="T4" fmla="*/ 5 w 105"/>
                <a:gd name="T5" fmla="*/ 5 h 391"/>
                <a:gd name="T6" fmla="*/ 5 w 105"/>
                <a:gd name="T7" fmla="*/ 26 h 391"/>
                <a:gd name="T8" fmla="*/ 75 w 105"/>
                <a:gd name="T9" fmla="*/ 195 h 391"/>
                <a:gd name="T10" fmla="*/ 5 w 105"/>
                <a:gd name="T11" fmla="*/ 364 h 391"/>
                <a:gd name="T12" fmla="*/ 5 w 105"/>
                <a:gd name="T13" fmla="*/ 385 h 391"/>
                <a:gd name="T14" fmla="*/ 26 w 105"/>
                <a:gd name="T15" fmla="*/ 385 h 391"/>
                <a:gd name="T16" fmla="*/ 26 w 105"/>
                <a:gd name="T17" fmla="*/ 385 h 391"/>
                <a:gd name="T18" fmla="*/ 104 w 105"/>
                <a:gd name="T19" fmla="*/ 195 h 391"/>
                <a:gd name="T20" fmla="*/ 26 w 105"/>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5" h="391">
                  <a:moveTo>
                    <a:pt x="26" y="5"/>
                  </a:moveTo>
                  <a:lnTo>
                    <a:pt x="26" y="5"/>
                  </a:lnTo>
                  <a:cubicBezTo>
                    <a:pt x="21" y="0"/>
                    <a:pt x="11" y="0"/>
                    <a:pt x="5" y="5"/>
                  </a:cubicBezTo>
                  <a:cubicBezTo>
                    <a:pt x="0" y="11"/>
                    <a:pt x="0" y="21"/>
                    <a:pt x="5" y="26"/>
                  </a:cubicBezTo>
                  <a:cubicBezTo>
                    <a:pt x="49" y="70"/>
                    <a:pt x="75" y="129"/>
                    <a:pt x="75" y="195"/>
                  </a:cubicBezTo>
                  <a:cubicBezTo>
                    <a:pt x="75" y="261"/>
                    <a:pt x="49" y="321"/>
                    <a:pt x="5" y="364"/>
                  </a:cubicBezTo>
                  <a:cubicBezTo>
                    <a:pt x="0" y="369"/>
                    <a:pt x="0" y="379"/>
                    <a:pt x="5" y="385"/>
                  </a:cubicBezTo>
                  <a:cubicBezTo>
                    <a:pt x="11" y="390"/>
                    <a:pt x="21" y="390"/>
                    <a:pt x="26" y="385"/>
                  </a:cubicBezTo>
                  <a:lnTo>
                    <a:pt x="26" y="385"/>
                  </a:lnTo>
                  <a:cubicBezTo>
                    <a:pt x="75" y="336"/>
                    <a:pt x="104" y="269"/>
                    <a:pt x="104" y="195"/>
                  </a:cubicBezTo>
                  <a:cubicBezTo>
                    <a:pt x="104" y="121"/>
                    <a:pt x="75" y="54"/>
                    <a:pt x="2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D0DDD1F6-9EBD-2431-FA90-DCA199EB35C7}"/>
                </a:ext>
              </a:extLst>
            </p:cNvPr>
            <p:cNvSpPr>
              <a:spLocks noChangeArrowheads="1"/>
            </p:cNvSpPr>
            <p:nvPr/>
          </p:nvSpPr>
          <p:spPr bwMode="auto">
            <a:xfrm>
              <a:off x="8726488" y="4860925"/>
              <a:ext cx="38100" cy="141288"/>
            </a:xfrm>
            <a:custGeom>
              <a:avLst/>
              <a:gdLst>
                <a:gd name="T0" fmla="*/ 79 w 107"/>
                <a:gd name="T1" fmla="*/ 5 h 391"/>
                <a:gd name="T2" fmla="*/ 79 w 107"/>
                <a:gd name="T3" fmla="*/ 5 h 391"/>
                <a:gd name="T4" fmla="*/ 79 w 107"/>
                <a:gd name="T5" fmla="*/ 5 h 391"/>
                <a:gd name="T6" fmla="*/ 0 w 107"/>
                <a:gd name="T7" fmla="*/ 195 h 391"/>
                <a:gd name="T8" fmla="*/ 79 w 107"/>
                <a:gd name="T9" fmla="*/ 385 h 391"/>
                <a:gd name="T10" fmla="*/ 100 w 107"/>
                <a:gd name="T11" fmla="*/ 385 h 391"/>
                <a:gd name="T12" fmla="*/ 100 w 107"/>
                <a:gd name="T13" fmla="*/ 364 h 391"/>
                <a:gd name="T14" fmla="*/ 31 w 107"/>
                <a:gd name="T15" fmla="*/ 195 h 391"/>
                <a:gd name="T16" fmla="*/ 100 w 107"/>
                <a:gd name="T17" fmla="*/ 26 h 391"/>
                <a:gd name="T18" fmla="*/ 100 w 107"/>
                <a:gd name="T19" fmla="*/ 5 h 391"/>
                <a:gd name="T20" fmla="*/ 79 w 107"/>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7" h="391">
                  <a:moveTo>
                    <a:pt x="79" y="5"/>
                  </a:moveTo>
                  <a:lnTo>
                    <a:pt x="79" y="5"/>
                  </a:lnTo>
                  <a:lnTo>
                    <a:pt x="79" y="5"/>
                  </a:lnTo>
                  <a:cubicBezTo>
                    <a:pt x="31" y="54"/>
                    <a:pt x="0" y="121"/>
                    <a:pt x="0" y="195"/>
                  </a:cubicBezTo>
                  <a:cubicBezTo>
                    <a:pt x="0" y="269"/>
                    <a:pt x="31" y="336"/>
                    <a:pt x="79" y="385"/>
                  </a:cubicBezTo>
                  <a:cubicBezTo>
                    <a:pt x="85" y="390"/>
                    <a:pt x="95" y="390"/>
                    <a:pt x="100" y="385"/>
                  </a:cubicBezTo>
                  <a:cubicBezTo>
                    <a:pt x="106" y="379"/>
                    <a:pt x="106" y="369"/>
                    <a:pt x="100" y="364"/>
                  </a:cubicBezTo>
                  <a:cubicBezTo>
                    <a:pt x="57" y="321"/>
                    <a:pt x="31" y="261"/>
                    <a:pt x="31" y="195"/>
                  </a:cubicBezTo>
                  <a:cubicBezTo>
                    <a:pt x="31" y="129"/>
                    <a:pt x="57" y="70"/>
                    <a:pt x="100" y="26"/>
                  </a:cubicBezTo>
                  <a:cubicBezTo>
                    <a:pt x="106" y="21"/>
                    <a:pt x="106" y="11"/>
                    <a:pt x="100" y="5"/>
                  </a:cubicBezTo>
                  <a:cubicBezTo>
                    <a:pt x="95" y="0"/>
                    <a:pt x="85" y="0"/>
                    <a:pt x="79"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B610A1B4-5AC0-18AC-C81E-7EFD889FCBD8}"/>
                </a:ext>
              </a:extLst>
            </p:cNvPr>
            <p:cNvSpPr>
              <a:spLocks noChangeArrowheads="1"/>
            </p:cNvSpPr>
            <p:nvPr/>
          </p:nvSpPr>
          <p:spPr bwMode="auto">
            <a:xfrm>
              <a:off x="8858250" y="4883150"/>
              <a:ext cx="28575" cy="95250"/>
            </a:xfrm>
            <a:custGeom>
              <a:avLst/>
              <a:gdLst>
                <a:gd name="T0" fmla="*/ 6 w 79"/>
                <a:gd name="T1" fmla="*/ 259 h 266"/>
                <a:gd name="T2" fmla="*/ 6 w 79"/>
                <a:gd name="T3" fmla="*/ 259 h 266"/>
                <a:gd name="T4" fmla="*/ 27 w 79"/>
                <a:gd name="T5" fmla="*/ 259 h 266"/>
                <a:gd name="T6" fmla="*/ 27 w 79"/>
                <a:gd name="T7" fmla="*/ 259 h 266"/>
                <a:gd name="T8" fmla="*/ 78 w 79"/>
                <a:gd name="T9" fmla="*/ 132 h 266"/>
                <a:gd name="T10" fmla="*/ 27 w 79"/>
                <a:gd name="T11" fmla="*/ 5 h 266"/>
                <a:gd name="T12" fmla="*/ 6 w 79"/>
                <a:gd name="T13" fmla="*/ 5 h 266"/>
                <a:gd name="T14" fmla="*/ 6 w 79"/>
                <a:gd name="T15" fmla="*/ 27 h 266"/>
                <a:gd name="T16" fmla="*/ 49 w 79"/>
                <a:gd name="T17" fmla="*/ 132 h 266"/>
                <a:gd name="T18" fmla="*/ 6 w 79"/>
                <a:gd name="T19" fmla="*/ 237 h 266"/>
                <a:gd name="T20" fmla="*/ 6 w 79"/>
                <a:gd name="T21" fmla="*/ 2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9" h="266">
                  <a:moveTo>
                    <a:pt x="6" y="259"/>
                  </a:moveTo>
                  <a:lnTo>
                    <a:pt x="6" y="259"/>
                  </a:lnTo>
                  <a:cubicBezTo>
                    <a:pt x="11" y="265"/>
                    <a:pt x="21" y="265"/>
                    <a:pt x="27" y="259"/>
                  </a:cubicBezTo>
                  <a:lnTo>
                    <a:pt x="27" y="259"/>
                  </a:lnTo>
                  <a:cubicBezTo>
                    <a:pt x="59" y="227"/>
                    <a:pt x="78" y="181"/>
                    <a:pt x="78" y="132"/>
                  </a:cubicBezTo>
                  <a:cubicBezTo>
                    <a:pt x="78" y="83"/>
                    <a:pt x="59" y="39"/>
                    <a:pt x="27" y="5"/>
                  </a:cubicBezTo>
                  <a:cubicBezTo>
                    <a:pt x="21" y="0"/>
                    <a:pt x="11" y="0"/>
                    <a:pt x="6" y="5"/>
                  </a:cubicBezTo>
                  <a:cubicBezTo>
                    <a:pt x="0" y="12"/>
                    <a:pt x="0" y="20"/>
                    <a:pt x="6" y="27"/>
                  </a:cubicBezTo>
                  <a:cubicBezTo>
                    <a:pt x="32" y="54"/>
                    <a:pt x="49" y="92"/>
                    <a:pt x="49" y="132"/>
                  </a:cubicBezTo>
                  <a:cubicBezTo>
                    <a:pt x="49" y="174"/>
                    <a:pt x="32" y="210"/>
                    <a:pt x="6" y="237"/>
                  </a:cubicBezTo>
                  <a:cubicBezTo>
                    <a:pt x="0" y="244"/>
                    <a:pt x="0" y="252"/>
                    <a:pt x="6"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756C482E-BA8D-E74D-7FBB-D13411A323B2}"/>
                </a:ext>
              </a:extLst>
            </p:cNvPr>
            <p:cNvSpPr>
              <a:spLocks noChangeArrowheads="1"/>
            </p:cNvSpPr>
            <p:nvPr/>
          </p:nvSpPr>
          <p:spPr bwMode="auto">
            <a:xfrm>
              <a:off x="8758238" y="4883150"/>
              <a:ext cx="28575" cy="95250"/>
            </a:xfrm>
            <a:custGeom>
              <a:avLst/>
              <a:gdLst>
                <a:gd name="T0" fmla="*/ 74 w 81"/>
                <a:gd name="T1" fmla="*/ 5 h 266"/>
                <a:gd name="T2" fmla="*/ 74 w 81"/>
                <a:gd name="T3" fmla="*/ 5 h 266"/>
                <a:gd name="T4" fmla="*/ 53 w 81"/>
                <a:gd name="T5" fmla="*/ 5 h 266"/>
                <a:gd name="T6" fmla="*/ 53 w 81"/>
                <a:gd name="T7" fmla="*/ 5 h 266"/>
                <a:gd name="T8" fmla="*/ 0 w 81"/>
                <a:gd name="T9" fmla="*/ 132 h 266"/>
                <a:gd name="T10" fmla="*/ 53 w 81"/>
                <a:gd name="T11" fmla="*/ 259 h 266"/>
                <a:gd name="T12" fmla="*/ 74 w 81"/>
                <a:gd name="T13" fmla="*/ 259 h 266"/>
                <a:gd name="T14" fmla="*/ 74 w 81"/>
                <a:gd name="T15" fmla="*/ 237 h 266"/>
                <a:gd name="T16" fmla="*/ 31 w 81"/>
                <a:gd name="T17" fmla="*/ 132 h 266"/>
                <a:gd name="T18" fmla="*/ 74 w 81"/>
                <a:gd name="T19" fmla="*/ 27 h 266"/>
                <a:gd name="T20" fmla="*/ 74 w 81"/>
                <a:gd name="T21" fmla="*/ 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 h="266">
                  <a:moveTo>
                    <a:pt x="74" y="5"/>
                  </a:moveTo>
                  <a:lnTo>
                    <a:pt x="74" y="5"/>
                  </a:lnTo>
                  <a:cubicBezTo>
                    <a:pt x="69" y="0"/>
                    <a:pt x="59" y="0"/>
                    <a:pt x="53" y="5"/>
                  </a:cubicBezTo>
                  <a:lnTo>
                    <a:pt x="53" y="5"/>
                  </a:lnTo>
                  <a:cubicBezTo>
                    <a:pt x="21" y="39"/>
                    <a:pt x="0" y="83"/>
                    <a:pt x="0" y="132"/>
                  </a:cubicBezTo>
                  <a:cubicBezTo>
                    <a:pt x="0" y="181"/>
                    <a:pt x="21" y="227"/>
                    <a:pt x="53" y="259"/>
                  </a:cubicBezTo>
                  <a:cubicBezTo>
                    <a:pt x="59" y="265"/>
                    <a:pt x="69" y="265"/>
                    <a:pt x="74" y="259"/>
                  </a:cubicBezTo>
                  <a:cubicBezTo>
                    <a:pt x="80" y="252"/>
                    <a:pt x="80" y="244"/>
                    <a:pt x="74" y="237"/>
                  </a:cubicBezTo>
                  <a:cubicBezTo>
                    <a:pt x="48" y="210"/>
                    <a:pt x="31" y="174"/>
                    <a:pt x="31" y="132"/>
                  </a:cubicBezTo>
                  <a:cubicBezTo>
                    <a:pt x="31" y="92"/>
                    <a:pt x="48" y="54"/>
                    <a:pt x="74" y="27"/>
                  </a:cubicBezTo>
                  <a:cubicBezTo>
                    <a:pt x="80" y="20"/>
                    <a:pt x="80" y="12"/>
                    <a:pt x="7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4DB49B4E-16D7-4B94-21D7-39BB527260A5}"/>
                </a:ext>
              </a:extLst>
            </p:cNvPr>
            <p:cNvSpPr>
              <a:spLocks noChangeArrowheads="1"/>
            </p:cNvSpPr>
            <p:nvPr/>
          </p:nvSpPr>
          <p:spPr bwMode="auto">
            <a:xfrm>
              <a:off x="8801100" y="4908550"/>
              <a:ext cx="42863" cy="42863"/>
            </a:xfrm>
            <a:custGeom>
              <a:avLst/>
              <a:gdLst>
                <a:gd name="T0" fmla="*/ 119 w 120"/>
                <a:gd name="T1" fmla="*/ 60 h 121"/>
                <a:gd name="T2" fmla="*/ 119 w 120"/>
                <a:gd name="T3" fmla="*/ 60 h 121"/>
                <a:gd name="T4" fmla="*/ 59 w 120"/>
                <a:gd name="T5" fmla="*/ 0 h 121"/>
                <a:gd name="T6" fmla="*/ 0 w 120"/>
                <a:gd name="T7" fmla="*/ 60 h 121"/>
                <a:gd name="T8" fmla="*/ 59 w 120"/>
                <a:gd name="T9" fmla="*/ 120 h 121"/>
                <a:gd name="T10" fmla="*/ 119 w 120"/>
                <a:gd name="T11" fmla="*/ 60 h 121"/>
                <a:gd name="T12" fmla="*/ 29 w 120"/>
                <a:gd name="T13" fmla="*/ 60 h 121"/>
                <a:gd name="T14" fmla="*/ 29 w 120"/>
                <a:gd name="T15" fmla="*/ 60 h 121"/>
                <a:gd name="T16" fmla="*/ 59 w 120"/>
                <a:gd name="T17" fmla="*/ 31 h 121"/>
                <a:gd name="T18" fmla="*/ 89 w 120"/>
                <a:gd name="T19" fmla="*/ 60 h 121"/>
                <a:gd name="T20" fmla="*/ 59 w 120"/>
                <a:gd name="T21" fmla="*/ 89 h 121"/>
                <a:gd name="T22" fmla="*/ 29 w 120"/>
                <a:gd name="T23" fmla="*/ 6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119" y="60"/>
                  </a:moveTo>
                  <a:lnTo>
                    <a:pt x="119" y="60"/>
                  </a:lnTo>
                  <a:cubicBezTo>
                    <a:pt x="119" y="27"/>
                    <a:pt x="92" y="0"/>
                    <a:pt x="59" y="0"/>
                  </a:cubicBezTo>
                  <a:cubicBezTo>
                    <a:pt x="27" y="0"/>
                    <a:pt x="0" y="27"/>
                    <a:pt x="0" y="60"/>
                  </a:cubicBezTo>
                  <a:cubicBezTo>
                    <a:pt x="0" y="94"/>
                    <a:pt x="27" y="120"/>
                    <a:pt x="59" y="120"/>
                  </a:cubicBezTo>
                  <a:cubicBezTo>
                    <a:pt x="92" y="120"/>
                    <a:pt x="119" y="94"/>
                    <a:pt x="119" y="60"/>
                  </a:cubicBezTo>
                  <a:close/>
                  <a:moveTo>
                    <a:pt x="29" y="60"/>
                  </a:moveTo>
                  <a:lnTo>
                    <a:pt x="29" y="60"/>
                  </a:lnTo>
                  <a:cubicBezTo>
                    <a:pt x="29" y="43"/>
                    <a:pt x="43" y="31"/>
                    <a:pt x="59" y="31"/>
                  </a:cubicBezTo>
                  <a:cubicBezTo>
                    <a:pt x="75" y="31"/>
                    <a:pt x="89" y="43"/>
                    <a:pt x="89" y="60"/>
                  </a:cubicBezTo>
                  <a:cubicBezTo>
                    <a:pt x="89" y="77"/>
                    <a:pt x="75" y="89"/>
                    <a:pt x="59" y="89"/>
                  </a:cubicBezTo>
                  <a:cubicBezTo>
                    <a:pt x="43" y="89"/>
                    <a:pt x="29" y="77"/>
                    <a:pt x="2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7" name="Group 190">
            <a:extLst>
              <a:ext uri="{FF2B5EF4-FFF2-40B4-BE49-F238E27FC236}">
                <a16:creationId xmlns:a16="http://schemas.microsoft.com/office/drawing/2014/main" id="{BF6232A7-000D-F533-1A2A-4995A80A10F5}"/>
              </a:ext>
            </a:extLst>
          </p:cNvPr>
          <p:cNvGrpSpPr/>
          <p:nvPr/>
        </p:nvGrpSpPr>
        <p:grpSpPr>
          <a:xfrm>
            <a:off x="9200231" y="4520308"/>
            <a:ext cx="222250" cy="179387"/>
            <a:chOff x="8172450" y="4840288"/>
            <a:chExt cx="222250" cy="179387"/>
          </a:xfrm>
          <a:solidFill>
            <a:schemeClr val="tx2"/>
          </a:solidFill>
        </p:grpSpPr>
        <p:sp>
          <p:nvSpPr>
            <p:cNvPr id="188" name="Freeform 151">
              <a:extLst>
                <a:ext uri="{FF2B5EF4-FFF2-40B4-BE49-F238E27FC236}">
                  <a16:creationId xmlns:a16="http://schemas.microsoft.com/office/drawing/2014/main" id="{CAFAA859-C916-6560-367F-C6071E248483}"/>
                </a:ext>
              </a:extLst>
            </p:cNvPr>
            <p:cNvSpPr>
              <a:spLocks noChangeArrowheads="1"/>
            </p:cNvSpPr>
            <p:nvPr/>
          </p:nvSpPr>
          <p:spPr bwMode="auto">
            <a:xfrm>
              <a:off x="8172450" y="4840288"/>
              <a:ext cx="222250" cy="55562"/>
            </a:xfrm>
            <a:custGeom>
              <a:avLst/>
              <a:gdLst>
                <a:gd name="T0" fmla="*/ 611 w 617"/>
                <a:gd name="T1" fmla="*/ 146 h 153"/>
                <a:gd name="T2" fmla="*/ 611 w 617"/>
                <a:gd name="T3" fmla="*/ 146 h 153"/>
                <a:gd name="T4" fmla="*/ 611 w 617"/>
                <a:gd name="T5" fmla="*/ 125 h 153"/>
                <a:gd name="T6" fmla="*/ 308 w 617"/>
                <a:gd name="T7" fmla="*/ 0 h 153"/>
                <a:gd name="T8" fmla="*/ 6 w 617"/>
                <a:gd name="T9" fmla="*/ 125 h 153"/>
                <a:gd name="T10" fmla="*/ 6 w 617"/>
                <a:gd name="T11" fmla="*/ 146 h 153"/>
                <a:gd name="T12" fmla="*/ 27 w 617"/>
                <a:gd name="T13" fmla="*/ 146 h 153"/>
                <a:gd name="T14" fmla="*/ 27 w 617"/>
                <a:gd name="T15" fmla="*/ 146 h 153"/>
                <a:gd name="T16" fmla="*/ 308 w 617"/>
                <a:gd name="T17" fmla="*/ 29 h 153"/>
                <a:gd name="T18" fmla="*/ 590 w 617"/>
                <a:gd name="T19" fmla="*/ 146 h 153"/>
                <a:gd name="T20" fmla="*/ 611 w 617"/>
                <a:gd name="T21" fmla="*/ 146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7" h="153">
                  <a:moveTo>
                    <a:pt x="611" y="146"/>
                  </a:moveTo>
                  <a:lnTo>
                    <a:pt x="611" y="146"/>
                  </a:lnTo>
                  <a:cubicBezTo>
                    <a:pt x="616" y="140"/>
                    <a:pt x="616" y="131"/>
                    <a:pt x="611" y="125"/>
                  </a:cubicBezTo>
                  <a:cubicBezTo>
                    <a:pt x="533" y="47"/>
                    <a:pt x="427" y="0"/>
                    <a:pt x="308" y="0"/>
                  </a:cubicBezTo>
                  <a:cubicBezTo>
                    <a:pt x="190" y="0"/>
                    <a:pt x="84" y="47"/>
                    <a:pt x="6" y="125"/>
                  </a:cubicBezTo>
                  <a:cubicBezTo>
                    <a:pt x="0" y="131"/>
                    <a:pt x="0" y="140"/>
                    <a:pt x="6" y="146"/>
                  </a:cubicBezTo>
                  <a:cubicBezTo>
                    <a:pt x="11" y="152"/>
                    <a:pt x="21" y="152"/>
                    <a:pt x="27" y="146"/>
                  </a:cubicBezTo>
                  <a:lnTo>
                    <a:pt x="27" y="146"/>
                  </a:lnTo>
                  <a:cubicBezTo>
                    <a:pt x="99" y="74"/>
                    <a:pt x="198" y="29"/>
                    <a:pt x="308" y="29"/>
                  </a:cubicBezTo>
                  <a:cubicBezTo>
                    <a:pt x="418" y="29"/>
                    <a:pt x="517" y="74"/>
                    <a:pt x="590" y="146"/>
                  </a:cubicBezTo>
                  <a:cubicBezTo>
                    <a:pt x="596" y="152"/>
                    <a:pt x="605" y="152"/>
                    <a:pt x="611"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2">
              <a:extLst>
                <a:ext uri="{FF2B5EF4-FFF2-40B4-BE49-F238E27FC236}">
                  <a16:creationId xmlns:a16="http://schemas.microsoft.com/office/drawing/2014/main" id="{EB663202-35F4-2C49-7635-9A1B02E53224}"/>
                </a:ext>
              </a:extLst>
            </p:cNvPr>
            <p:cNvSpPr>
              <a:spLocks noChangeArrowheads="1"/>
            </p:cNvSpPr>
            <p:nvPr/>
          </p:nvSpPr>
          <p:spPr bwMode="auto">
            <a:xfrm>
              <a:off x="8199438" y="4878388"/>
              <a:ext cx="168275" cy="44450"/>
            </a:xfrm>
            <a:custGeom>
              <a:avLst/>
              <a:gdLst>
                <a:gd name="T0" fmla="*/ 459 w 466"/>
                <a:gd name="T1" fmla="*/ 114 h 122"/>
                <a:gd name="T2" fmla="*/ 459 w 466"/>
                <a:gd name="T3" fmla="*/ 114 h 122"/>
                <a:gd name="T4" fmla="*/ 459 w 466"/>
                <a:gd name="T5" fmla="*/ 93 h 122"/>
                <a:gd name="T6" fmla="*/ 459 w 466"/>
                <a:gd name="T7" fmla="*/ 93 h 122"/>
                <a:gd name="T8" fmla="*/ 233 w 466"/>
                <a:gd name="T9" fmla="*/ 0 h 122"/>
                <a:gd name="T10" fmla="*/ 7 w 466"/>
                <a:gd name="T11" fmla="*/ 93 h 122"/>
                <a:gd name="T12" fmla="*/ 7 w 466"/>
                <a:gd name="T13" fmla="*/ 114 h 122"/>
                <a:gd name="T14" fmla="*/ 28 w 466"/>
                <a:gd name="T15" fmla="*/ 114 h 122"/>
                <a:gd name="T16" fmla="*/ 233 w 466"/>
                <a:gd name="T17" fmla="*/ 29 h 122"/>
                <a:gd name="T18" fmla="*/ 438 w 466"/>
                <a:gd name="T19" fmla="*/ 114 h 122"/>
                <a:gd name="T20" fmla="*/ 459 w 466"/>
                <a:gd name="T21" fmla="*/ 11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6" h="122">
                  <a:moveTo>
                    <a:pt x="459" y="114"/>
                  </a:moveTo>
                  <a:lnTo>
                    <a:pt x="459" y="114"/>
                  </a:lnTo>
                  <a:cubicBezTo>
                    <a:pt x="465" y="109"/>
                    <a:pt x="465" y="100"/>
                    <a:pt x="459" y="93"/>
                  </a:cubicBezTo>
                  <a:lnTo>
                    <a:pt x="459" y="93"/>
                  </a:lnTo>
                  <a:cubicBezTo>
                    <a:pt x="402" y="36"/>
                    <a:pt x="321" y="0"/>
                    <a:pt x="233" y="0"/>
                  </a:cubicBezTo>
                  <a:cubicBezTo>
                    <a:pt x="145" y="0"/>
                    <a:pt x="65" y="36"/>
                    <a:pt x="7" y="93"/>
                  </a:cubicBezTo>
                  <a:cubicBezTo>
                    <a:pt x="0" y="100"/>
                    <a:pt x="0" y="109"/>
                    <a:pt x="7" y="114"/>
                  </a:cubicBezTo>
                  <a:cubicBezTo>
                    <a:pt x="13" y="121"/>
                    <a:pt x="23" y="121"/>
                    <a:pt x="28" y="114"/>
                  </a:cubicBezTo>
                  <a:cubicBezTo>
                    <a:pt x="80" y="63"/>
                    <a:pt x="154" y="29"/>
                    <a:pt x="233" y="29"/>
                  </a:cubicBezTo>
                  <a:cubicBezTo>
                    <a:pt x="313" y="29"/>
                    <a:pt x="385" y="63"/>
                    <a:pt x="438" y="114"/>
                  </a:cubicBezTo>
                  <a:cubicBezTo>
                    <a:pt x="444" y="121"/>
                    <a:pt x="454" y="121"/>
                    <a:pt x="459"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3">
              <a:extLst>
                <a:ext uri="{FF2B5EF4-FFF2-40B4-BE49-F238E27FC236}">
                  <a16:creationId xmlns:a16="http://schemas.microsoft.com/office/drawing/2014/main" id="{9897B459-2F0C-EF62-D005-9092A4AD8A28}"/>
                </a:ext>
              </a:extLst>
            </p:cNvPr>
            <p:cNvSpPr>
              <a:spLocks noChangeArrowheads="1"/>
            </p:cNvSpPr>
            <p:nvPr/>
          </p:nvSpPr>
          <p:spPr bwMode="auto">
            <a:xfrm>
              <a:off x="8228013" y="4916488"/>
              <a:ext cx="112712" cy="33337"/>
            </a:xfrm>
            <a:custGeom>
              <a:avLst/>
              <a:gdLst>
                <a:gd name="T0" fmla="*/ 307 w 313"/>
                <a:gd name="T1" fmla="*/ 84 h 91"/>
                <a:gd name="T2" fmla="*/ 307 w 313"/>
                <a:gd name="T3" fmla="*/ 84 h 91"/>
                <a:gd name="T4" fmla="*/ 307 w 313"/>
                <a:gd name="T5" fmla="*/ 63 h 91"/>
                <a:gd name="T6" fmla="*/ 307 w 313"/>
                <a:gd name="T7" fmla="*/ 63 h 91"/>
                <a:gd name="T8" fmla="*/ 156 w 313"/>
                <a:gd name="T9" fmla="*/ 0 h 91"/>
                <a:gd name="T10" fmla="*/ 6 w 313"/>
                <a:gd name="T11" fmla="*/ 63 h 91"/>
                <a:gd name="T12" fmla="*/ 6 w 313"/>
                <a:gd name="T13" fmla="*/ 84 h 91"/>
                <a:gd name="T14" fmla="*/ 27 w 313"/>
                <a:gd name="T15" fmla="*/ 84 h 91"/>
                <a:gd name="T16" fmla="*/ 156 w 313"/>
                <a:gd name="T17" fmla="*/ 31 h 91"/>
                <a:gd name="T18" fmla="*/ 286 w 313"/>
                <a:gd name="T19" fmla="*/ 84 h 91"/>
                <a:gd name="T20" fmla="*/ 307 w 313"/>
                <a:gd name="T21"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3" h="91">
                  <a:moveTo>
                    <a:pt x="307" y="84"/>
                  </a:moveTo>
                  <a:lnTo>
                    <a:pt x="307" y="84"/>
                  </a:lnTo>
                  <a:cubicBezTo>
                    <a:pt x="312" y="78"/>
                    <a:pt x="312" y="69"/>
                    <a:pt x="307" y="63"/>
                  </a:cubicBezTo>
                  <a:lnTo>
                    <a:pt x="307" y="63"/>
                  </a:lnTo>
                  <a:cubicBezTo>
                    <a:pt x="268" y="26"/>
                    <a:pt x="215" y="0"/>
                    <a:pt x="156" y="0"/>
                  </a:cubicBezTo>
                  <a:cubicBezTo>
                    <a:pt x="98" y="0"/>
                    <a:pt x="45" y="26"/>
                    <a:pt x="6" y="63"/>
                  </a:cubicBezTo>
                  <a:cubicBezTo>
                    <a:pt x="0" y="69"/>
                    <a:pt x="0" y="78"/>
                    <a:pt x="6" y="84"/>
                  </a:cubicBezTo>
                  <a:cubicBezTo>
                    <a:pt x="11" y="90"/>
                    <a:pt x="21" y="90"/>
                    <a:pt x="27" y="84"/>
                  </a:cubicBezTo>
                  <a:cubicBezTo>
                    <a:pt x="60" y="51"/>
                    <a:pt x="106" y="31"/>
                    <a:pt x="156" y="31"/>
                  </a:cubicBezTo>
                  <a:cubicBezTo>
                    <a:pt x="206" y="31"/>
                    <a:pt x="253" y="51"/>
                    <a:pt x="286" y="84"/>
                  </a:cubicBezTo>
                  <a:cubicBezTo>
                    <a:pt x="292" y="90"/>
                    <a:pt x="301" y="90"/>
                    <a:pt x="307" y="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4">
              <a:extLst>
                <a:ext uri="{FF2B5EF4-FFF2-40B4-BE49-F238E27FC236}">
                  <a16:creationId xmlns:a16="http://schemas.microsoft.com/office/drawing/2014/main" id="{74A467AA-975E-637E-A08F-FFFEECD25906}"/>
                </a:ext>
              </a:extLst>
            </p:cNvPr>
            <p:cNvSpPr>
              <a:spLocks noChangeArrowheads="1"/>
            </p:cNvSpPr>
            <p:nvPr/>
          </p:nvSpPr>
          <p:spPr bwMode="auto">
            <a:xfrm>
              <a:off x="8259763" y="4968875"/>
              <a:ext cx="49212" cy="50800"/>
            </a:xfrm>
            <a:custGeom>
              <a:avLst/>
              <a:gdLst>
                <a:gd name="T0" fmla="*/ 0 w 138"/>
                <a:gd name="T1" fmla="*/ 70 h 139"/>
                <a:gd name="T2" fmla="*/ 0 w 138"/>
                <a:gd name="T3" fmla="*/ 70 h 139"/>
                <a:gd name="T4" fmla="*/ 68 w 138"/>
                <a:gd name="T5" fmla="*/ 138 h 139"/>
                <a:gd name="T6" fmla="*/ 137 w 138"/>
                <a:gd name="T7" fmla="*/ 70 h 139"/>
                <a:gd name="T8" fmla="*/ 68 w 138"/>
                <a:gd name="T9" fmla="*/ 0 h 139"/>
                <a:gd name="T10" fmla="*/ 0 w 138"/>
                <a:gd name="T11" fmla="*/ 70 h 139"/>
                <a:gd name="T12" fmla="*/ 107 w 138"/>
                <a:gd name="T13" fmla="*/ 70 h 139"/>
                <a:gd name="T14" fmla="*/ 107 w 138"/>
                <a:gd name="T15" fmla="*/ 70 h 139"/>
                <a:gd name="T16" fmla="*/ 68 w 138"/>
                <a:gd name="T17" fmla="*/ 109 h 139"/>
                <a:gd name="T18" fmla="*/ 29 w 138"/>
                <a:gd name="T19" fmla="*/ 70 h 139"/>
                <a:gd name="T20" fmla="*/ 68 w 138"/>
                <a:gd name="T21" fmla="*/ 31 h 139"/>
                <a:gd name="T22" fmla="*/ 107 w 138"/>
                <a:gd name="T23" fmla="*/ 7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8" h="139">
                  <a:moveTo>
                    <a:pt x="0" y="70"/>
                  </a:moveTo>
                  <a:lnTo>
                    <a:pt x="0" y="70"/>
                  </a:lnTo>
                  <a:cubicBezTo>
                    <a:pt x="0" y="107"/>
                    <a:pt x="31" y="138"/>
                    <a:pt x="68" y="138"/>
                  </a:cubicBezTo>
                  <a:cubicBezTo>
                    <a:pt x="106" y="138"/>
                    <a:pt x="137" y="107"/>
                    <a:pt x="137" y="70"/>
                  </a:cubicBezTo>
                  <a:cubicBezTo>
                    <a:pt x="137" y="31"/>
                    <a:pt x="106" y="0"/>
                    <a:pt x="68" y="0"/>
                  </a:cubicBezTo>
                  <a:cubicBezTo>
                    <a:pt x="31" y="0"/>
                    <a:pt x="0" y="31"/>
                    <a:pt x="0" y="70"/>
                  </a:cubicBezTo>
                  <a:close/>
                  <a:moveTo>
                    <a:pt x="107" y="70"/>
                  </a:moveTo>
                  <a:lnTo>
                    <a:pt x="107" y="70"/>
                  </a:lnTo>
                  <a:cubicBezTo>
                    <a:pt x="107" y="91"/>
                    <a:pt x="89" y="109"/>
                    <a:pt x="68" y="109"/>
                  </a:cubicBezTo>
                  <a:cubicBezTo>
                    <a:pt x="47" y="109"/>
                    <a:pt x="29" y="91"/>
                    <a:pt x="29" y="70"/>
                  </a:cubicBezTo>
                  <a:cubicBezTo>
                    <a:pt x="29" y="47"/>
                    <a:pt x="47" y="31"/>
                    <a:pt x="68" y="31"/>
                  </a:cubicBezTo>
                  <a:cubicBezTo>
                    <a:pt x="89" y="31"/>
                    <a:pt x="107" y="47"/>
                    <a:pt x="107" y="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2" name="Group 195">
            <a:extLst>
              <a:ext uri="{FF2B5EF4-FFF2-40B4-BE49-F238E27FC236}">
                <a16:creationId xmlns:a16="http://schemas.microsoft.com/office/drawing/2014/main" id="{73A349B4-8E5F-03D6-CCAE-0CB136998B0F}"/>
              </a:ext>
            </a:extLst>
          </p:cNvPr>
          <p:cNvGrpSpPr/>
          <p:nvPr/>
        </p:nvGrpSpPr>
        <p:grpSpPr>
          <a:xfrm>
            <a:off x="8200106" y="4481414"/>
            <a:ext cx="225425" cy="257175"/>
            <a:chOff x="7172325" y="4802188"/>
            <a:chExt cx="225425" cy="257175"/>
          </a:xfrm>
          <a:solidFill>
            <a:schemeClr val="tx2"/>
          </a:solidFill>
        </p:grpSpPr>
        <p:sp>
          <p:nvSpPr>
            <p:cNvPr id="193" name="Freeform 155">
              <a:extLst>
                <a:ext uri="{FF2B5EF4-FFF2-40B4-BE49-F238E27FC236}">
                  <a16:creationId xmlns:a16="http://schemas.microsoft.com/office/drawing/2014/main" id="{9C36C4B5-8CD3-1F5A-6B7B-128436D10ED3}"/>
                </a:ext>
              </a:extLst>
            </p:cNvPr>
            <p:cNvSpPr>
              <a:spLocks noChangeArrowheads="1"/>
            </p:cNvSpPr>
            <p:nvPr/>
          </p:nvSpPr>
          <p:spPr bwMode="auto">
            <a:xfrm>
              <a:off x="7172325" y="4802188"/>
              <a:ext cx="225425" cy="257175"/>
            </a:xfrm>
            <a:custGeom>
              <a:avLst/>
              <a:gdLst>
                <a:gd name="T0" fmla="*/ 46 w 626"/>
                <a:gd name="T1" fmla="*/ 714 h 715"/>
                <a:gd name="T2" fmla="*/ 46 w 626"/>
                <a:gd name="T3" fmla="*/ 714 h 715"/>
                <a:gd name="T4" fmla="*/ 579 w 626"/>
                <a:gd name="T5" fmla="*/ 714 h 715"/>
                <a:gd name="T6" fmla="*/ 625 w 626"/>
                <a:gd name="T7" fmla="*/ 668 h 715"/>
                <a:gd name="T8" fmla="*/ 625 w 626"/>
                <a:gd name="T9" fmla="*/ 46 h 715"/>
                <a:gd name="T10" fmla="*/ 579 w 626"/>
                <a:gd name="T11" fmla="*/ 0 h 715"/>
                <a:gd name="T12" fmla="*/ 46 w 626"/>
                <a:gd name="T13" fmla="*/ 0 h 715"/>
                <a:gd name="T14" fmla="*/ 0 w 626"/>
                <a:gd name="T15" fmla="*/ 46 h 715"/>
                <a:gd name="T16" fmla="*/ 0 w 626"/>
                <a:gd name="T17" fmla="*/ 668 h 715"/>
                <a:gd name="T18" fmla="*/ 46 w 626"/>
                <a:gd name="T19" fmla="*/ 714 h 715"/>
                <a:gd name="T20" fmla="*/ 30 w 626"/>
                <a:gd name="T21" fmla="*/ 46 h 715"/>
                <a:gd name="T22" fmla="*/ 30 w 626"/>
                <a:gd name="T23" fmla="*/ 46 h 715"/>
                <a:gd name="T24" fmla="*/ 46 w 626"/>
                <a:gd name="T25" fmla="*/ 29 h 715"/>
                <a:gd name="T26" fmla="*/ 579 w 626"/>
                <a:gd name="T27" fmla="*/ 29 h 715"/>
                <a:gd name="T28" fmla="*/ 596 w 626"/>
                <a:gd name="T29" fmla="*/ 46 h 715"/>
                <a:gd name="T30" fmla="*/ 596 w 626"/>
                <a:gd name="T31" fmla="*/ 668 h 715"/>
                <a:gd name="T32" fmla="*/ 579 w 626"/>
                <a:gd name="T33" fmla="*/ 685 h 715"/>
                <a:gd name="T34" fmla="*/ 46 w 626"/>
                <a:gd name="T35" fmla="*/ 685 h 715"/>
                <a:gd name="T36" fmla="*/ 30 w 626"/>
                <a:gd name="T37" fmla="*/ 668 h 715"/>
                <a:gd name="T38" fmla="*/ 30 w 626"/>
                <a:gd name="T39" fmla="*/ 4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6" h="715">
                  <a:moveTo>
                    <a:pt x="46" y="714"/>
                  </a:moveTo>
                  <a:lnTo>
                    <a:pt x="46" y="714"/>
                  </a:lnTo>
                  <a:cubicBezTo>
                    <a:pt x="579" y="714"/>
                    <a:pt x="579" y="714"/>
                    <a:pt x="579" y="714"/>
                  </a:cubicBezTo>
                  <a:cubicBezTo>
                    <a:pt x="604" y="714"/>
                    <a:pt x="625" y="693"/>
                    <a:pt x="625" y="668"/>
                  </a:cubicBezTo>
                  <a:cubicBezTo>
                    <a:pt x="625" y="46"/>
                    <a:pt x="625" y="46"/>
                    <a:pt x="625" y="46"/>
                  </a:cubicBezTo>
                  <a:cubicBezTo>
                    <a:pt x="625" y="21"/>
                    <a:pt x="604" y="0"/>
                    <a:pt x="579" y="0"/>
                  </a:cubicBezTo>
                  <a:cubicBezTo>
                    <a:pt x="46" y="0"/>
                    <a:pt x="46" y="0"/>
                    <a:pt x="46" y="0"/>
                  </a:cubicBezTo>
                  <a:cubicBezTo>
                    <a:pt x="21" y="0"/>
                    <a:pt x="0" y="21"/>
                    <a:pt x="0" y="46"/>
                  </a:cubicBezTo>
                  <a:cubicBezTo>
                    <a:pt x="0" y="668"/>
                    <a:pt x="0" y="668"/>
                    <a:pt x="0" y="668"/>
                  </a:cubicBezTo>
                  <a:cubicBezTo>
                    <a:pt x="0" y="693"/>
                    <a:pt x="21" y="714"/>
                    <a:pt x="46" y="714"/>
                  </a:cubicBezTo>
                  <a:close/>
                  <a:moveTo>
                    <a:pt x="30" y="46"/>
                  </a:moveTo>
                  <a:lnTo>
                    <a:pt x="30" y="46"/>
                  </a:lnTo>
                  <a:cubicBezTo>
                    <a:pt x="30" y="36"/>
                    <a:pt x="37" y="29"/>
                    <a:pt x="46" y="29"/>
                  </a:cubicBezTo>
                  <a:cubicBezTo>
                    <a:pt x="579" y="29"/>
                    <a:pt x="579" y="29"/>
                    <a:pt x="579" y="29"/>
                  </a:cubicBezTo>
                  <a:cubicBezTo>
                    <a:pt x="589" y="29"/>
                    <a:pt x="596" y="36"/>
                    <a:pt x="596" y="46"/>
                  </a:cubicBezTo>
                  <a:cubicBezTo>
                    <a:pt x="596" y="668"/>
                    <a:pt x="596" y="668"/>
                    <a:pt x="596" y="668"/>
                  </a:cubicBezTo>
                  <a:cubicBezTo>
                    <a:pt x="596" y="678"/>
                    <a:pt x="589" y="685"/>
                    <a:pt x="579" y="685"/>
                  </a:cubicBezTo>
                  <a:cubicBezTo>
                    <a:pt x="46" y="685"/>
                    <a:pt x="46" y="685"/>
                    <a:pt x="46" y="685"/>
                  </a:cubicBezTo>
                  <a:cubicBezTo>
                    <a:pt x="37" y="685"/>
                    <a:pt x="30" y="678"/>
                    <a:pt x="30" y="668"/>
                  </a:cubicBezTo>
                  <a:lnTo>
                    <a:pt x="30" y="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6">
              <a:extLst>
                <a:ext uri="{FF2B5EF4-FFF2-40B4-BE49-F238E27FC236}">
                  <a16:creationId xmlns:a16="http://schemas.microsoft.com/office/drawing/2014/main" id="{394030F4-3DB8-4E8F-E86D-20FEEADE58A3}"/>
                </a:ext>
              </a:extLst>
            </p:cNvPr>
            <p:cNvSpPr>
              <a:spLocks noChangeArrowheads="1"/>
            </p:cNvSpPr>
            <p:nvPr/>
          </p:nvSpPr>
          <p:spPr bwMode="auto">
            <a:xfrm>
              <a:off x="7205663" y="4867275"/>
              <a:ext cx="160337" cy="160338"/>
            </a:xfrm>
            <a:custGeom>
              <a:avLst/>
              <a:gdLst>
                <a:gd name="T0" fmla="*/ 223 w 447"/>
                <a:gd name="T1" fmla="*/ 446 h 447"/>
                <a:gd name="T2" fmla="*/ 223 w 447"/>
                <a:gd name="T3" fmla="*/ 446 h 447"/>
                <a:gd name="T4" fmla="*/ 446 w 447"/>
                <a:gd name="T5" fmla="*/ 223 h 447"/>
                <a:gd name="T6" fmla="*/ 223 w 447"/>
                <a:gd name="T7" fmla="*/ 0 h 447"/>
                <a:gd name="T8" fmla="*/ 0 w 447"/>
                <a:gd name="T9" fmla="*/ 223 h 447"/>
                <a:gd name="T10" fmla="*/ 223 w 447"/>
                <a:gd name="T11" fmla="*/ 446 h 447"/>
                <a:gd name="T12" fmla="*/ 359 w 447"/>
                <a:gd name="T13" fmla="*/ 359 h 447"/>
                <a:gd name="T14" fmla="*/ 359 w 447"/>
                <a:gd name="T15" fmla="*/ 359 h 447"/>
                <a:gd name="T16" fmla="*/ 223 w 447"/>
                <a:gd name="T17" fmla="*/ 417 h 447"/>
                <a:gd name="T18" fmla="*/ 86 w 447"/>
                <a:gd name="T19" fmla="*/ 359 h 447"/>
                <a:gd name="T20" fmla="*/ 36 w 447"/>
                <a:gd name="T21" fmla="*/ 270 h 447"/>
                <a:gd name="T22" fmla="*/ 57 w 447"/>
                <a:gd name="T23" fmla="*/ 285 h 447"/>
                <a:gd name="T24" fmla="*/ 120 w 447"/>
                <a:gd name="T25" fmla="*/ 305 h 447"/>
                <a:gd name="T26" fmla="*/ 181 w 447"/>
                <a:gd name="T27" fmla="*/ 287 h 447"/>
                <a:gd name="T28" fmla="*/ 234 w 447"/>
                <a:gd name="T29" fmla="*/ 237 h 447"/>
                <a:gd name="T30" fmla="*/ 283 w 447"/>
                <a:gd name="T31" fmla="*/ 188 h 447"/>
                <a:gd name="T32" fmla="*/ 330 w 447"/>
                <a:gd name="T33" fmla="*/ 172 h 447"/>
                <a:gd name="T34" fmla="*/ 375 w 447"/>
                <a:gd name="T35" fmla="*/ 186 h 447"/>
                <a:gd name="T36" fmla="*/ 417 w 447"/>
                <a:gd name="T37" fmla="*/ 227 h 447"/>
                <a:gd name="T38" fmla="*/ 359 w 447"/>
                <a:gd name="T39" fmla="*/ 359 h 447"/>
                <a:gd name="T40" fmla="*/ 86 w 447"/>
                <a:gd name="T41" fmla="*/ 86 h 447"/>
                <a:gd name="T42" fmla="*/ 86 w 447"/>
                <a:gd name="T43" fmla="*/ 86 h 447"/>
                <a:gd name="T44" fmla="*/ 223 w 447"/>
                <a:gd name="T45" fmla="*/ 29 h 447"/>
                <a:gd name="T46" fmla="*/ 359 w 447"/>
                <a:gd name="T47" fmla="*/ 86 h 447"/>
                <a:gd name="T48" fmla="*/ 410 w 447"/>
                <a:gd name="T49" fmla="*/ 175 h 447"/>
                <a:gd name="T50" fmla="*/ 392 w 447"/>
                <a:gd name="T51" fmla="*/ 161 h 447"/>
                <a:gd name="T52" fmla="*/ 330 w 447"/>
                <a:gd name="T53" fmla="*/ 142 h 447"/>
                <a:gd name="T54" fmla="*/ 266 w 447"/>
                <a:gd name="T55" fmla="*/ 163 h 447"/>
                <a:gd name="T56" fmla="*/ 209 w 447"/>
                <a:gd name="T57" fmla="*/ 220 h 447"/>
                <a:gd name="T58" fmla="*/ 166 w 447"/>
                <a:gd name="T59" fmla="*/ 262 h 447"/>
                <a:gd name="T60" fmla="*/ 120 w 447"/>
                <a:gd name="T61" fmla="*/ 276 h 447"/>
                <a:gd name="T62" fmla="*/ 72 w 447"/>
                <a:gd name="T63" fmla="*/ 260 h 447"/>
                <a:gd name="T64" fmla="*/ 30 w 447"/>
                <a:gd name="T65" fmla="*/ 218 h 447"/>
                <a:gd name="T66" fmla="*/ 86 w 447"/>
                <a:gd name="T67" fmla="*/ 86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47" h="447">
                  <a:moveTo>
                    <a:pt x="223" y="446"/>
                  </a:moveTo>
                  <a:lnTo>
                    <a:pt x="223" y="446"/>
                  </a:lnTo>
                  <a:cubicBezTo>
                    <a:pt x="345" y="446"/>
                    <a:pt x="446" y="345"/>
                    <a:pt x="446" y="223"/>
                  </a:cubicBezTo>
                  <a:cubicBezTo>
                    <a:pt x="446" y="100"/>
                    <a:pt x="345" y="0"/>
                    <a:pt x="223" y="0"/>
                  </a:cubicBezTo>
                  <a:cubicBezTo>
                    <a:pt x="100" y="0"/>
                    <a:pt x="0" y="100"/>
                    <a:pt x="0" y="223"/>
                  </a:cubicBezTo>
                  <a:cubicBezTo>
                    <a:pt x="0" y="345"/>
                    <a:pt x="100" y="446"/>
                    <a:pt x="223" y="446"/>
                  </a:cubicBezTo>
                  <a:close/>
                  <a:moveTo>
                    <a:pt x="359" y="359"/>
                  </a:moveTo>
                  <a:lnTo>
                    <a:pt x="359" y="359"/>
                  </a:lnTo>
                  <a:cubicBezTo>
                    <a:pt x="325" y="394"/>
                    <a:pt x="276" y="417"/>
                    <a:pt x="223" y="417"/>
                  </a:cubicBezTo>
                  <a:cubicBezTo>
                    <a:pt x="170" y="417"/>
                    <a:pt x="121" y="394"/>
                    <a:pt x="86" y="359"/>
                  </a:cubicBezTo>
                  <a:cubicBezTo>
                    <a:pt x="61" y="336"/>
                    <a:pt x="44" y="304"/>
                    <a:pt x="36" y="270"/>
                  </a:cubicBezTo>
                  <a:cubicBezTo>
                    <a:pt x="43" y="276"/>
                    <a:pt x="50" y="281"/>
                    <a:pt x="57" y="285"/>
                  </a:cubicBezTo>
                  <a:cubicBezTo>
                    <a:pt x="76" y="298"/>
                    <a:pt x="99" y="305"/>
                    <a:pt x="120" y="305"/>
                  </a:cubicBezTo>
                  <a:cubicBezTo>
                    <a:pt x="142" y="305"/>
                    <a:pt x="163" y="299"/>
                    <a:pt x="181" y="287"/>
                  </a:cubicBezTo>
                  <a:cubicBezTo>
                    <a:pt x="200" y="276"/>
                    <a:pt x="219" y="259"/>
                    <a:pt x="234" y="237"/>
                  </a:cubicBezTo>
                  <a:cubicBezTo>
                    <a:pt x="249" y="214"/>
                    <a:pt x="266" y="198"/>
                    <a:pt x="283" y="188"/>
                  </a:cubicBezTo>
                  <a:cubicBezTo>
                    <a:pt x="298" y="177"/>
                    <a:pt x="315" y="172"/>
                    <a:pt x="330" y="172"/>
                  </a:cubicBezTo>
                  <a:cubicBezTo>
                    <a:pt x="345" y="172"/>
                    <a:pt x="361" y="177"/>
                    <a:pt x="375" y="186"/>
                  </a:cubicBezTo>
                  <a:cubicBezTo>
                    <a:pt x="389" y="195"/>
                    <a:pt x="403" y="209"/>
                    <a:pt x="417" y="227"/>
                  </a:cubicBezTo>
                  <a:cubicBezTo>
                    <a:pt x="415" y="278"/>
                    <a:pt x="393" y="326"/>
                    <a:pt x="359" y="359"/>
                  </a:cubicBezTo>
                  <a:close/>
                  <a:moveTo>
                    <a:pt x="86" y="86"/>
                  </a:moveTo>
                  <a:lnTo>
                    <a:pt x="86" y="86"/>
                  </a:lnTo>
                  <a:cubicBezTo>
                    <a:pt x="121" y="51"/>
                    <a:pt x="170" y="29"/>
                    <a:pt x="223" y="29"/>
                  </a:cubicBezTo>
                  <a:cubicBezTo>
                    <a:pt x="276" y="29"/>
                    <a:pt x="325" y="51"/>
                    <a:pt x="359" y="86"/>
                  </a:cubicBezTo>
                  <a:cubicBezTo>
                    <a:pt x="385" y="110"/>
                    <a:pt x="401" y="142"/>
                    <a:pt x="410" y="175"/>
                  </a:cubicBezTo>
                  <a:cubicBezTo>
                    <a:pt x="404" y="170"/>
                    <a:pt x="398" y="166"/>
                    <a:pt x="392" y="161"/>
                  </a:cubicBezTo>
                  <a:cubicBezTo>
                    <a:pt x="372" y="149"/>
                    <a:pt x="351" y="142"/>
                    <a:pt x="330" y="142"/>
                  </a:cubicBezTo>
                  <a:cubicBezTo>
                    <a:pt x="308" y="142"/>
                    <a:pt x="287" y="149"/>
                    <a:pt x="266" y="163"/>
                  </a:cubicBezTo>
                  <a:cubicBezTo>
                    <a:pt x="245" y="175"/>
                    <a:pt x="227" y="195"/>
                    <a:pt x="209" y="220"/>
                  </a:cubicBezTo>
                  <a:cubicBezTo>
                    <a:pt x="196" y="239"/>
                    <a:pt x="181" y="253"/>
                    <a:pt x="166" y="262"/>
                  </a:cubicBezTo>
                  <a:cubicBezTo>
                    <a:pt x="152" y="271"/>
                    <a:pt x="136" y="276"/>
                    <a:pt x="120" y="276"/>
                  </a:cubicBezTo>
                  <a:cubicBezTo>
                    <a:pt x="104" y="276"/>
                    <a:pt x="89" y="271"/>
                    <a:pt x="72" y="260"/>
                  </a:cubicBezTo>
                  <a:cubicBezTo>
                    <a:pt x="58" y="252"/>
                    <a:pt x="43" y="238"/>
                    <a:pt x="30" y="218"/>
                  </a:cubicBezTo>
                  <a:cubicBezTo>
                    <a:pt x="30" y="167"/>
                    <a:pt x="53" y="119"/>
                    <a:pt x="86" y="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7">
              <a:extLst>
                <a:ext uri="{FF2B5EF4-FFF2-40B4-BE49-F238E27FC236}">
                  <a16:creationId xmlns:a16="http://schemas.microsoft.com/office/drawing/2014/main" id="{72C45078-EF5E-E84C-123E-2660CF104FDD}"/>
                </a:ext>
              </a:extLst>
            </p:cNvPr>
            <p:cNvSpPr>
              <a:spLocks noChangeArrowheads="1"/>
            </p:cNvSpPr>
            <p:nvPr/>
          </p:nvSpPr>
          <p:spPr bwMode="auto">
            <a:xfrm>
              <a:off x="7194550" y="4824413"/>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29"/>
                  </a:cubicBezTo>
                  <a:cubicBezTo>
                    <a:pt x="59" y="13"/>
                    <a:pt x="46" y="0"/>
                    <a:pt x="30" y="0"/>
                  </a:cubicBezTo>
                  <a:cubicBezTo>
                    <a:pt x="13" y="0"/>
                    <a:pt x="0" y="13"/>
                    <a:pt x="0" y="29"/>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58">
              <a:extLst>
                <a:ext uri="{FF2B5EF4-FFF2-40B4-BE49-F238E27FC236}">
                  <a16:creationId xmlns:a16="http://schemas.microsoft.com/office/drawing/2014/main" id="{234413F9-C700-1230-977F-BADD80B66EA7}"/>
                </a:ext>
              </a:extLst>
            </p:cNvPr>
            <p:cNvSpPr>
              <a:spLocks noChangeArrowheads="1"/>
            </p:cNvSpPr>
            <p:nvPr/>
          </p:nvSpPr>
          <p:spPr bwMode="auto">
            <a:xfrm>
              <a:off x="7237413" y="4824413"/>
              <a:ext cx="22225" cy="22225"/>
            </a:xfrm>
            <a:custGeom>
              <a:avLst/>
              <a:gdLst>
                <a:gd name="T0" fmla="*/ 29 w 61"/>
                <a:gd name="T1" fmla="*/ 59 h 60"/>
                <a:gd name="T2" fmla="*/ 29 w 61"/>
                <a:gd name="T3" fmla="*/ 59 h 60"/>
                <a:gd name="T4" fmla="*/ 60 w 61"/>
                <a:gd name="T5" fmla="*/ 29 h 60"/>
                <a:gd name="T6" fmla="*/ 29 w 61"/>
                <a:gd name="T7" fmla="*/ 0 h 60"/>
                <a:gd name="T8" fmla="*/ 0 w 61"/>
                <a:gd name="T9" fmla="*/ 29 h 60"/>
                <a:gd name="T10" fmla="*/ 29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29" y="59"/>
                  </a:moveTo>
                  <a:lnTo>
                    <a:pt x="29" y="59"/>
                  </a:lnTo>
                  <a:cubicBezTo>
                    <a:pt x="46" y="59"/>
                    <a:pt x="60" y="46"/>
                    <a:pt x="60" y="29"/>
                  </a:cubicBezTo>
                  <a:cubicBezTo>
                    <a:pt x="60" y="13"/>
                    <a:pt x="46" y="0"/>
                    <a:pt x="29" y="0"/>
                  </a:cubicBezTo>
                  <a:cubicBezTo>
                    <a:pt x="14" y="0"/>
                    <a:pt x="0" y="13"/>
                    <a:pt x="0" y="29"/>
                  </a:cubicBezTo>
                  <a:cubicBezTo>
                    <a:pt x="0" y="46"/>
                    <a:pt x="14"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7" name="Group 200">
            <a:extLst>
              <a:ext uri="{FF2B5EF4-FFF2-40B4-BE49-F238E27FC236}">
                <a16:creationId xmlns:a16="http://schemas.microsoft.com/office/drawing/2014/main" id="{F85AFAB0-20A9-31FF-E842-5B4FC658BC14}"/>
              </a:ext>
            </a:extLst>
          </p:cNvPr>
          <p:cNvGrpSpPr/>
          <p:nvPr/>
        </p:nvGrpSpPr>
        <p:grpSpPr>
          <a:xfrm>
            <a:off x="8725569" y="4993382"/>
            <a:ext cx="204787" cy="257175"/>
            <a:chOff x="7697788" y="5316538"/>
            <a:chExt cx="204787" cy="257175"/>
          </a:xfrm>
          <a:solidFill>
            <a:schemeClr val="tx2"/>
          </a:solidFill>
        </p:grpSpPr>
        <p:sp>
          <p:nvSpPr>
            <p:cNvPr id="198" name="Freeform 159">
              <a:extLst>
                <a:ext uri="{FF2B5EF4-FFF2-40B4-BE49-F238E27FC236}">
                  <a16:creationId xmlns:a16="http://schemas.microsoft.com/office/drawing/2014/main" id="{7E8D3E7F-02DB-1608-A5E1-31D35D580261}"/>
                </a:ext>
              </a:extLst>
            </p:cNvPr>
            <p:cNvSpPr>
              <a:spLocks noChangeArrowheads="1"/>
            </p:cNvSpPr>
            <p:nvPr/>
          </p:nvSpPr>
          <p:spPr bwMode="auto">
            <a:xfrm>
              <a:off x="7697788" y="5316538"/>
              <a:ext cx="204787" cy="257175"/>
            </a:xfrm>
            <a:custGeom>
              <a:avLst/>
              <a:gdLst>
                <a:gd name="T0" fmla="*/ 566 w 567"/>
                <a:gd name="T1" fmla="*/ 223 h 715"/>
                <a:gd name="T2" fmla="*/ 566 w 567"/>
                <a:gd name="T3" fmla="*/ 223 h 715"/>
                <a:gd name="T4" fmla="*/ 415 w 567"/>
                <a:gd name="T5" fmla="*/ 60 h 715"/>
                <a:gd name="T6" fmla="*/ 343 w 567"/>
                <a:gd name="T7" fmla="*/ 0 h 715"/>
                <a:gd name="T8" fmla="*/ 134 w 567"/>
                <a:gd name="T9" fmla="*/ 0 h 715"/>
                <a:gd name="T10" fmla="*/ 0 w 567"/>
                <a:gd name="T11" fmla="*/ 134 h 715"/>
                <a:gd name="T12" fmla="*/ 0 w 567"/>
                <a:gd name="T13" fmla="*/ 699 h 715"/>
                <a:gd name="T14" fmla="*/ 15 w 567"/>
                <a:gd name="T15" fmla="*/ 714 h 715"/>
                <a:gd name="T16" fmla="*/ 30 w 567"/>
                <a:gd name="T17" fmla="*/ 699 h 715"/>
                <a:gd name="T18" fmla="*/ 30 w 567"/>
                <a:gd name="T19" fmla="*/ 699 h 715"/>
                <a:gd name="T20" fmla="*/ 30 w 567"/>
                <a:gd name="T21" fmla="*/ 134 h 715"/>
                <a:gd name="T22" fmla="*/ 61 w 567"/>
                <a:gd name="T23" fmla="*/ 60 h 715"/>
                <a:gd name="T24" fmla="*/ 134 w 567"/>
                <a:gd name="T25" fmla="*/ 29 h 715"/>
                <a:gd name="T26" fmla="*/ 343 w 567"/>
                <a:gd name="T27" fmla="*/ 29 h 715"/>
                <a:gd name="T28" fmla="*/ 385 w 567"/>
                <a:gd name="T29" fmla="*/ 60 h 715"/>
                <a:gd name="T30" fmla="*/ 238 w 567"/>
                <a:gd name="T31" fmla="*/ 223 h 715"/>
                <a:gd name="T32" fmla="*/ 238 w 567"/>
                <a:gd name="T33" fmla="*/ 239 h 715"/>
                <a:gd name="T34" fmla="*/ 254 w 567"/>
                <a:gd name="T35" fmla="*/ 239 h 715"/>
                <a:gd name="T36" fmla="*/ 566 w 567"/>
                <a:gd name="T37" fmla="*/ 239 h 715"/>
                <a:gd name="T38" fmla="*/ 566 w 567"/>
                <a:gd name="T39" fmla="*/ 223 h 715"/>
                <a:gd name="T40" fmla="*/ 307 w 567"/>
                <a:gd name="T41" fmla="*/ 128 h 715"/>
                <a:gd name="T42" fmla="*/ 307 w 567"/>
                <a:gd name="T43" fmla="*/ 128 h 715"/>
                <a:gd name="T44" fmla="*/ 401 w 567"/>
                <a:gd name="T45" fmla="*/ 89 h 715"/>
                <a:gd name="T46" fmla="*/ 401 w 567"/>
                <a:gd name="T47" fmla="*/ 89 h 715"/>
                <a:gd name="T48" fmla="*/ 401 w 567"/>
                <a:gd name="T49" fmla="*/ 89 h 715"/>
                <a:gd name="T50" fmla="*/ 496 w 567"/>
                <a:gd name="T51" fmla="*/ 128 h 715"/>
                <a:gd name="T52" fmla="*/ 535 w 567"/>
                <a:gd name="T53" fmla="*/ 208 h 715"/>
                <a:gd name="T54" fmla="*/ 269 w 567"/>
                <a:gd name="T55" fmla="*/ 208 h 715"/>
                <a:gd name="T56" fmla="*/ 307 w 567"/>
                <a:gd name="T57" fmla="*/ 12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67" h="715">
                  <a:moveTo>
                    <a:pt x="566" y="223"/>
                  </a:moveTo>
                  <a:lnTo>
                    <a:pt x="566" y="223"/>
                  </a:lnTo>
                  <a:cubicBezTo>
                    <a:pt x="566" y="137"/>
                    <a:pt x="499" y="67"/>
                    <a:pt x="415" y="60"/>
                  </a:cubicBezTo>
                  <a:cubicBezTo>
                    <a:pt x="408" y="27"/>
                    <a:pt x="379" y="0"/>
                    <a:pt x="343" y="0"/>
                  </a:cubicBezTo>
                  <a:cubicBezTo>
                    <a:pt x="134" y="0"/>
                    <a:pt x="134" y="0"/>
                    <a:pt x="134" y="0"/>
                  </a:cubicBezTo>
                  <a:cubicBezTo>
                    <a:pt x="60" y="0"/>
                    <a:pt x="0" y="60"/>
                    <a:pt x="0" y="134"/>
                  </a:cubicBezTo>
                  <a:cubicBezTo>
                    <a:pt x="0" y="699"/>
                    <a:pt x="0" y="699"/>
                    <a:pt x="0" y="699"/>
                  </a:cubicBezTo>
                  <a:cubicBezTo>
                    <a:pt x="0" y="707"/>
                    <a:pt x="7" y="714"/>
                    <a:pt x="15" y="714"/>
                  </a:cubicBezTo>
                  <a:cubicBezTo>
                    <a:pt x="23" y="714"/>
                    <a:pt x="30" y="707"/>
                    <a:pt x="30" y="699"/>
                  </a:cubicBezTo>
                  <a:lnTo>
                    <a:pt x="30" y="699"/>
                  </a:lnTo>
                  <a:cubicBezTo>
                    <a:pt x="30" y="134"/>
                    <a:pt x="30" y="134"/>
                    <a:pt x="30" y="134"/>
                  </a:cubicBezTo>
                  <a:cubicBezTo>
                    <a:pt x="30" y="105"/>
                    <a:pt x="42" y="80"/>
                    <a:pt x="61" y="60"/>
                  </a:cubicBezTo>
                  <a:cubicBezTo>
                    <a:pt x="79" y="42"/>
                    <a:pt x="106" y="29"/>
                    <a:pt x="134" y="29"/>
                  </a:cubicBezTo>
                  <a:cubicBezTo>
                    <a:pt x="343" y="29"/>
                    <a:pt x="343" y="29"/>
                    <a:pt x="343" y="29"/>
                  </a:cubicBezTo>
                  <a:cubicBezTo>
                    <a:pt x="362" y="29"/>
                    <a:pt x="379" y="43"/>
                    <a:pt x="385" y="60"/>
                  </a:cubicBezTo>
                  <a:cubicBezTo>
                    <a:pt x="302" y="70"/>
                    <a:pt x="238" y="138"/>
                    <a:pt x="238" y="223"/>
                  </a:cubicBezTo>
                  <a:cubicBezTo>
                    <a:pt x="238" y="239"/>
                    <a:pt x="238" y="239"/>
                    <a:pt x="238" y="239"/>
                  </a:cubicBezTo>
                  <a:cubicBezTo>
                    <a:pt x="254" y="239"/>
                    <a:pt x="254" y="239"/>
                    <a:pt x="254" y="239"/>
                  </a:cubicBezTo>
                  <a:cubicBezTo>
                    <a:pt x="566" y="239"/>
                    <a:pt x="566" y="239"/>
                    <a:pt x="566" y="239"/>
                  </a:cubicBezTo>
                  <a:lnTo>
                    <a:pt x="566" y="223"/>
                  </a:lnTo>
                  <a:close/>
                  <a:moveTo>
                    <a:pt x="307" y="128"/>
                  </a:moveTo>
                  <a:lnTo>
                    <a:pt x="307" y="128"/>
                  </a:lnTo>
                  <a:cubicBezTo>
                    <a:pt x="332" y="105"/>
                    <a:pt x="365" y="89"/>
                    <a:pt x="401" y="89"/>
                  </a:cubicBezTo>
                  <a:lnTo>
                    <a:pt x="401" y="89"/>
                  </a:lnTo>
                  <a:lnTo>
                    <a:pt x="401" y="89"/>
                  </a:lnTo>
                  <a:cubicBezTo>
                    <a:pt x="439" y="89"/>
                    <a:pt x="472" y="105"/>
                    <a:pt x="496" y="128"/>
                  </a:cubicBezTo>
                  <a:cubicBezTo>
                    <a:pt x="517" y="149"/>
                    <a:pt x="531" y="177"/>
                    <a:pt x="535" y="208"/>
                  </a:cubicBezTo>
                  <a:cubicBezTo>
                    <a:pt x="269" y="208"/>
                    <a:pt x="269" y="208"/>
                    <a:pt x="269" y="208"/>
                  </a:cubicBezTo>
                  <a:cubicBezTo>
                    <a:pt x="272" y="177"/>
                    <a:pt x="286" y="149"/>
                    <a:pt x="307"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9" name="Freeform 160">
              <a:extLst>
                <a:ext uri="{FF2B5EF4-FFF2-40B4-BE49-F238E27FC236}">
                  <a16:creationId xmlns:a16="http://schemas.microsoft.com/office/drawing/2014/main" id="{1AE49217-FC9C-16D9-04BC-2A5E71318F0E}"/>
                </a:ext>
              </a:extLst>
            </p:cNvPr>
            <p:cNvSpPr>
              <a:spLocks noChangeArrowheads="1"/>
            </p:cNvSpPr>
            <p:nvPr/>
          </p:nvSpPr>
          <p:spPr bwMode="auto">
            <a:xfrm>
              <a:off x="7794625" y="5413375"/>
              <a:ext cx="11113" cy="22225"/>
            </a:xfrm>
            <a:custGeom>
              <a:avLst/>
              <a:gdLst>
                <a:gd name="T0" fmla="*/ 15 w 31"/>
                <a:gd name="T1" fmla="*/ 60 h 61"/>
                <a:gd name="T2" fmla="*/ 15 w 31"/>
                <a:gd name="T3" fmla="*/ 60 h 61"/>
                <a:gd name="T4" fmla="*/ 30 w 31"/>
                <a:gd name="T5" fmla="*/ 44 h 61"/>
                <a:gd name="T6" fmla="*/ 30 w 31"/>
                <a:gd name="T7" fmla="*/ 15 h 61"/>
                <a:gd name="T8" fmla="*/ 15 w 31"/>
                <a:gd name="T9" fmla="*/ 0 h 61"/>
                <a:gd name="T10" fmla="*/ 0 w 31"/>
                <a:gd name="T11" fmla="*/ 15 h 61"/>
                <a:gd name="T12" fmla="*/ 0 w 31"/>
                <a:gd name="T13" fmla="*/ 44 h 61"/>
                <a:gd name="T14" fmla="*/ 15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5" y="60"/>
                  </a:moveTo>
                  <a:lnTo>
                    <a:pt x="15" y="60"/>
                  </a:lnTo>
                  <a:cubicBezTo>
                    <a:pt x="23" y="60"/>
                    <a:pt x="30" y="53"/>
                    <a:pt x="30" y="44"/>
                  </a:cubicBezTo>
                  <a:cubicBezTo>
                    <a:pt x="30" y="15"/>
                    <a:pt x="30" y="15"/>
                    <a:pt x="30" y="15"/>
                  </a:cubicBezTo>
                  <a:cubicBezTo>
                    <a:pt x="30" y="7"/>
                    <a:pt x="23" y="0"/>
                    <a:pt x="15" y="0"/>
                  </a:cubicBezTo>
                  <a:cubicBezTo>
                    <a:pt x="6" y="0"/>
                    <a:pt x="0" y="7"/>
                    <a:pt x="0" y="15"/>
                  </a:cubicBezTo>
                  <a:cubicBezTo>
                    <a:pt x="0" y="44"/>
                    <a:pt x="0" y="44"/>
                    <a:pt x="0" y="44"/>
                  </a:cubicBezTo>
                  <a:cubicBezTo>
                    <a:pt x="0" y="53"/>
                    <a:pt x="6" y="60"/>
                    <a:pt x="15"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1">
              <a:extLst>
                <a:ext uri="{FF2B5EF4-FFF2-40B4-BE49-F238E27FC236}">
                  <a16:creationId xmlns:a16="http://schemas.microsoft.com/office/drawing/2014/main" id="{63F87B62-6945-13C3-ED1A-3DFC9906A3D2}"/>
                </a:ext>
              </a:extLst>
            </p:cNvPr>
            <p:cNvSpPr>
              <a:spLocks noChangeArrowheads="1"/>
            </p:cNvSpPr>
            <p:nvPr/>
          </p:nvSpPr>
          <p:spPr bwMode="auto">
            <a:xfrm>
              <a:off x="7794625" y="544512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5 h 61"/>
                <a:gd name="T10" fmla="*/ 15 w 31"/>
                <a:gd name="T11" fmla="*/ 0 h 61"/>
                <a:gd name="T12" fmla="*/ 0 w 31"/>
                <a:gd name="T13" fmla="*/ 15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5"/>
                    <a:pt x="30" y="15"/>
                    <a:pt x="30" y="15"/>
                  </a:cubicBezTo>
                  <a:cubicBezTo>
                    <a:pt x="30" y="7"/>
                    <a:pt x="23" y="0"/>
                    <a:pt x="15" y="0"/>
                  </a:cubicBezTo>
                  <a:cubicBezTo>
                    <a:pt x="6"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2">
              <a:extLst>
                <a:ext uri="{FF2B5EF4-FFF2-40B4-BE49-F238E27FC236}">
                  <a16:creationId xmlns:a16="http://schemas.microsoft.com/office/drawing/2014/main" id="{EA6F2D13-4970-2A11-E66A-D1C1EE8AEC13}"/>
                </a:ext>
              </a:extLst>
            </p:cNvPr>
            <p:cNvSpPr>
              <a:spLocks noChangeArrowheads="1"/>
            </p:cNvSpPr>
            <p:nvPr/>
          </p:nvSpPr>
          <p:spPr bwMode="auto">
            <a:xfrm>
              <a:off x="7794625" y="547687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6 h 61"/>
                <a:gd name="T10" fmla="*/ 15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6"/>
                    <a:pt x="30" y="16"/>
                    <a:pt x="30" y="16"/>
                  </a:cubicBezTo>
                  <a:cubicBezTo>
                    <a:pt x="30" y="7"/>
                    <a:pt x="23" y="0"/>
                    <a:pt x="15"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3">
              <a:extLst>
                <a:ext uri="{FF2B5EF4-FFF2-40B4-BE49-F238E27FC236}">
                  <a16:creationId xmlns:a16="http://schemas.microsoft.com/office/drawing/2014/main" id="{30759079-AF53-CD88-E84B-72C2CEC4CE45}"/>
                </a:ext>
              </a:extLst>
            </p:cNvPr>
            <p:cNvSpPr>
              <a:spLocks noChangeArrowheads="1"/>
            </p:cNvSpPr>
            <p:nvPr/>
          </p:nvSpPr>
          <p:spPr bwMode="auto">
            <a:xfrm>
              <a:off x="7837488" y="5422900"/>
              <a:ext cx="11112" cy="22225"/>
            </a:xfrm>
            <a:custGeom>
              <a:avLst/>
              <a:gdLst>
                <a:gd name="T0" fmla="*/ 14 w 31"/>
                <a:gd name="T1" fmla="*/ 60 h 61"/>
                <a:gd name="T2" fmla="*/ 14 w 31"/>
                <a:gd name="T3" fmla="*/ 60 h 61"/>
                <a:gd name="T4" fmla="*/ 30 w 31"/>
                <a:gd name="T5" fmla="*/ 45 h 61"/>
                <a:gd name="T6" fmla="*/ 30 w 31"/>
                <a:gd name="T7" fmla="*/ 15 h 61"/>
                <a:gd name="T8" fmla="*/ 14 w 31"/>
                <a:gd name="T9" fmla="*/ 0 h 61"/>
                <a:gd name="T10" fmla="*/ 0 w 31"/>
                <a:gd name="T11" fmla="*/ 15 h 61"/>
                <a:gd name="T12" fmla="*/ 0 w 31"/>
                <a:gd name="T13" fmla="*/ 45 h 61"/>
                <a:gd name="T14" fmla="*/ 14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4" y="60"/>
                  </a:moveTo>
                  <a:lnTo>
                    <a:pt x="14" y="60"/>
                  </a:lnTo>
                  <a:cubicBezTo>
                    <a:pt x="23" y="60"/>
                    <a:pt x="30" y="53"/>
                    <a:pt x="30" y="45"/>
                  </a:cubicBezTo>
                  <a:cubicBezTo>
                    <a:pt x="30" y="15"/>
                    <a:pt x="30" y="15"/>
                    <a:pt x="30" y="15"/>
                  </a:cubicBezTo>
                  <a:cubicBezTo>
                    <a:pt x="30" y="7"/>
                    <a:pt x="23" y="0"/>
                    <a:pt x="14" y="0"/>
                  </a:cubicBezTo>
                  <a:cubicBezTo>
                    <a:pt x="6" y="0"/>
                    <a:pt x="0" y="7"/>
                    <a:pt x="0" y="15"/>
                  </a:cubicBezTo>
                  <a:cubicBezTo>
                    <a:pt x="0" y="45"/>
                    <a:pt x="0" y="45"/>
                    <a:pt x="0" y="45"/>
                  </a:cubicBezTo>
                  <a:cubicBezTo>
                    <a:pt x="0" y="53"/>
                    <a:pt x="6" y="60"/>
                    <a:pt x="14"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4">
              <a:extLst>
                <a:ext uri="{FF2B5EF4-FFF2-40B4-BE49-F238E27FC236}">
                  <a16:creationId xmlns:a16="http://schemas.microsoft.com/office/drawing/2014/main" id="{5CDC65B0-5745-6B48-C2E0-57D001CEDCF9}"/>
                </a:ext>
              </a:extLst>
            </p:cNvPr>
            <p:cNvSpPr>
              <a:spLocks noChangeArrowheads="1"/>
            </p:cNvSpPr>
            <p:nvPr/>
          </p:nvSpPr>
          <p:spPr bwMode="auto">
            <a:xfrm>
              <a:off x="7837488" y="5454650"/>
              <a:ext cx="11112" cy="22225"/>
            </a:xfrm>
            <a:custGeom>
              <a:avLst/>
              <a:gdLst>
                <a:gd name="T0" fmla="*/ 0 w 31"/>
                <a:gd name="T1" fmla="*/ 45 h 61"/>
                <a:gd name="T2" fmla="*/ 0 w 31"/>
                <a:gd name="T3" fmla="*/ 45 h 61"/>
                <a:gd name="T4" fmla="*/ 14 w 31"/>
                <a:gd name="T5" fmla="*/ 60 h 61"/>
                <a:gd name="T6" fmla="*/ 30 w 31"/>
                <a:gd name="T7" fmla="*/ 45 h 61"/>
                <a:gd name="T8" fmla="*/ 30 w 31"/>
                <a:gd name="T9" fmla="*/ 16 h 61"/>
                <a:gd name="T10" fmla="*/ 14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4" y="60"/>
                  </a:cubicBezTo>
                  <a:cubicBezTo>
                    <a:pt x="23" y="60"/>
                    <a:pt x="30" y="53"/>
                    <a:pt x="30" y="45"/>
                  </a:cubicBezTo>
                  <a:cubicBezTo>
                    <a:pt x="30" y="16"/>
                    <a:pt x="30" y="16"/>
                    <a:pt x="30" y="16"/>
                  </a:cubicBezTo>
                  <a:cubicBezTo>
                    <a:pt x="30" y="7"/>
                    <a:pt x="23" y="0"/>
                    <a:pt x="14"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5">
              <a:extLst>
                <a:ext uri="{FF2B5EF4-FFF2-40B4-BE49-F238E27FC236}">
                  <a16:creationId xmlns:a16="http://schemas.microsoft.com/office/drawing/2014/main" id="{EC7DBAD4-E442-B8DB-EA7D-E9B24780B96A}"/>
                </a:ext>
              </a:extLst>
            </p:cNvPr>
            <p:cNvSpPr>
              <a:spLocks noChangeArrowheads="1"/>
            </p:cNvSpPr>
            <p:nvPr/>
          </p:nvSpPr>
          <p:spPr bwMode="auto">
            <a:xfrm>
              <a:off x="7837488" y="5487988"/>
              <a:ext cx="11112" cy="22225"/>
            </a:xfrm>
            <a:custGeom>
              <a:avLst/>
              <a:gdLst>
                <a:gd name="T0" fmla="*/ 0 w 31"/>
                <a:gd name="T1" fmla="*/ 44 h 61"/>
                <a:gd name="T2" fmla="*/ 0 w 31"/>
                <a:gd name="T3" fmla="*/ 44 h 61"/>
                <a:gd name="T4" fmla="*/ 14 w 31"/>
                <a:gd name="T5" fmla="*/ 60 h 61"/>
                <a:gd name="T6" fmla="*/ 30 w 31"/>
                <a:gd name="T7" fmla="*/ 44 h 61"/>
                <a:gd name="T8" fmla="*/ 30 w 31"/>
                <a:gd name="T9" fmla="*/ 15 h 61"/>
                <a:gd name="T10" fmla="*/ 14 w 31"/>
                <a:gd name="T11" fmla="*/ 0 h 61"/>
                <a:gd name="T12" fmla="*/ 0 w 31"/>
                <a:gd name="T13" fmla="*/ 15 h 61"/>
                <a:gd name="T14" fmla="*/ 0 w 31"/>
                <a:gd name="T15" fmla="*/ 44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4"/>
                  </a:moveTo>
                  <a:lnTo>
                    <a:pt x="0" y="44"/>
                  </a:lnTo>
                  <a:cubicBezTo>
                    <a:pt x="0" y="53"/>
                    <a:pt x="6" y="60"/>
                    <a:pt x="14" y="60"/>
                  </a:cubicBezTo>
                  <a:cubicBezTo>
                    <a:pt x="23" y="60"/>
                    <a:pt x="30" y="53"/>
                    <a:pt x="30" y="44"/>
                  </a:cubicBezTo>
                  <a:cubicBezTo>
                    <a:pt x="30" y="15"/>
                    <a:pt x="30" y="15"/>
                    <a:pt x="30" y="15"/>
                  </a:cubicBezTo>
                  <a:cubicBezTo>
                    <a:pt x="30" y="7"/>
                    <a:pt x="23" y="0"/>
                    <a:pt x="14" y="0"/>
                  </a:cubicBezTo>
                  <a:cubicBezTo>
                    <a:pt x="6" y="0"/>
                    <a:pt x="0" y="7"/>
                    <a:pt x="0" y="15"/>
                  </a:cubicBezTo>
                  <a:lnTo>
                    <a:pt x="0"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5" name="Freeform 166">
              <a:extLst>
                <a:ext uri="{FF2B5EF4-FFF2-40B4-BE49-F238E27FC236}">
                  <a16:creationId xmlns:a16="http://schemas.microsoft.com/office/drawing/2014/main" id="{5A228A7B-BF1F-AB45-592E-5E007239057C}"/>
                </a:ext>
              </a:extLst>
            </p:cNvPr>
            <p:cNvSpPr>
              <a:spLocks noChangeArrowheads="1"/>
            </p:cNvSpPr>
            <p:nvPr/>
          </p:nvSpPr>
          <p:spPr bwMode="auto">
            <a:xfrm>
              <a:off x="7880350" y="541337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4 h 61"/>
                <a:gd name="T10" fmla="*/ 15 w 30"/>
                <a:gd name="T11" fmla="*/ 60 h 61"/>
                <a:gd name="T12" fmla="*/ 29 w 30"/>
                <a:gd name="T13" fmla="*/ 44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4"/>
                    <a:pt x="0" y="44"/>
                    <a:pt x="0" y="44"/>
                  </a:cubicBezTo>
                  <a:cubicBezTo>
                    <a:pt x="0" y="53"/>
                    <a:pt x="7" y="60"/>
                    <a:pt x="15" y="60"/>
                  </a:cubicBezTo>
                  <a:cubicBezTo>
                    <a:pt x="24" y="60"/>
                    <a:pt x="29" y="53"/>
                    <a:pt x="29" y="44"/>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6" name="Freeform 167">
              <a:extLst>
                <a:ext uri="{FF2B5EF4-FFF2-40B4-BE49-F238E27FC236}">
                  <a16:creationId xmlns:a16="http://schemas.microsoft.com/office/drawing/2014/main" id="{7BD74FC6-8414-6741-F782-3673AFB5ABC7}"/>
                </a:ext>
              </a:extLst>
            </p:cNvPr>
            <p:cNvSpPr>
              <a:spLocks noChangeArrowheads="1"/>
            </p:cNvSpPr>
            <p:nvPr/>
          </p:nvSpPr>
          <p:spPr bwMode="auto">
            <a:xfrm>
              <a:off x="7880350" y="544512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5 h 61"/>
                <a:gd name="T10" fmla="*/ 15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5"/>
                    <a:pt x="0" y="45"/>
                    <a:pt x="0" y="45"/>
                  </a:cubicBezTo>
                  <a:cubicBezTo>
                    <a:pt x="0" y="53"/>
                    <a:pt x="7" y="60"/>
                    <a:pt x="15" y="60"/>
                  </a:cubicBezTo>
                  <a:cubicBezTo>
                    <a:pt x="24"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8">
              <a:extLst>
                <a:ext uri="{FF2B5EF4-FFF2-40B4-BE49-F238E27FC236}">
                  <a16:creationId xmlns:a16="http://schemas.microsoft.com/office/drawing/2014/main" id="{9540945D-CC90-8793-BD88-AA486E57C4D0}"/>
                </a:ext>
              </a:extLst>
            </p:cNvPr>
            <p:cNvSpPr>
              <a:spLocks noChangeArrowheads="1"/>
            </p:cNvSpPr>
            <p:nvPr/>
          </p:nvSpPr>
          <p:spPr bwMode="auto">
            <a:xfrm>
              <a:off x="7880350" y="5476875"/>
              <a:ext cx="11113" cy="22225"/>
            </a:xfrm>
            <a:custGeom>
              <a:avLst/>
              <a:gdLst>
                <a:gd name="T0" fmla="*/ 15 w 30"/>
                <a:gd name="T1" fmla="*/ 0 h 61"/>
                <a:gd name="T2" fmla="*/ 15 w 30"/>
                <a:gd name="T3" fmla="*/ 0 h 61"/>
                <a:gd name="T4" fmla="*/ 0 w 30"/>
                <a:gd name="T5" fmla="*/ 16 h 61"/>
                <a:gd name="T6" fmla="*/ 0 w 30"/>
                <a:gd name="T7" fmla="*/ 45 h 61"/>
                <a:gd name="T8" fmla="*/ 15 w 30"/>
                <a:gd name="T9" fmla="*/ 60 h 61"/>
                <a:gd name="T10" fmla="*/ 29 w 30"/>
                <a:gd name="T11" fmla="*/ 45 h 61"/>
                <a:gd name="T12" fmla="*/ 29 w 30"/>
                <a:gd name="T13" fmla="*/ 16 h 61"/>
                <a:gd name="T14" fmla="*/ 15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5" y="0"/>
                  </a:moveTo>
                  <a:lnTo>
                    <a:pt x="15" y="0"/>
                  </a:lnTo>
                  <a:cubicBezTo>
                    <a:pt x="7" y="0"/>
                    <a:pt x="0" y="7"/>
                    <a:pt x="0" y="16"/>
                  </a:cubicBezTo>
                  <a:cubicBezTo>
                    <a:pt x="0" y="45"/>
                    <a:pt x="0" y="45"/>
                    <a:pt x="0" y="45"/>
                  </a:cubicBezTo>
                  <a:cubicBezTo>
                    <a:pt x="0" y="53"/>
                    <a:pt x="7" y="60"/>
                    <a:pt x="15" y="60"/>
                  </a:cubicBezTo>
                  <a:cubicBezTo>
                    <a:pt x="24" y="60"/>
                    <a:pt x="29" y="53"/>
                    <a:pt x="29" y="45"/>
                  </a:cubicBezTo>
                  <a:cubicBezTo>
                    <a:pt x="29" y="16"/>
                    <a:pt x="29" y="16"/>
                    <a:pt x="29" y="16"/>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0D150B34-D8B3-2650-89A1-965F265F65B9}"/>
              </a:ext>
            </a:extLst>
          </p:cNvPr>
          <p:cNvGrpSpPr/>
          <p:nvPr/>
        </p:nvGrpSpPr>
        <p:grpSpPr>
          <a:xfrm>
            <a:off x="8757319" y="4481414"/>
            <a:ext cx="139700" cy="257175"/>
            <a:chOff x="7729538" y="4802188"/>
            <a:chExt cx="139700" cy="257175"/>
          </a:xfrm>
          <a:solidFill>
            <a:schemeClr val="tx2"/>
          </a:solidFill>
        </p:grpSpPr>
        <p:sp>
          <p:nvSpPr>
            <p:cNvPr id="209" name="Freeform 169">
              <a:extLst>
                <a:ext uri="{FF2B5EF4-FFF2-40B4-BE49-F238E27FC236}">
                  <a16:creationId xmlns:a16="http://schemas.microsoft.com/office/drawing/2014/main" id="{44C0D804-E251-5334-C22D-EC934811AABD}"/>
                </a:ext>
              </a:extLst>
            </p:cNvPr>
            <p:cNvSpPr>
              <a:spLocks noChangeArrowheads="1"/>
            </p:cNvSpPr>
            <p:nvPr/>
          </p:nvSpPr>
          <p:spPr bwMode="auto">
            <a:xfrm>
              <a:off x="7729538" y="4802188"/>
              <a:ext cx="139700" cy="257175"/>
            </a:xfrm>
            <a:custGeom>
              <a:avLst/>
              <a:gdLst>
                <a:gd name="T0" fmla="*/ 223 w 389"/>
                <a:gd name="T1" fmla="*/ 0 h 715"/>
                <a:gd name="T2" fmla="*/ 223 w 389"/>
                <a:gd name="T3" fmla="*/ 0 h 715"/>
                <a:gd name="T4" fmla="*/ 209 w 389"/>
                <a:gd name="T5" fmla="*/ 15 h 715"/>
                <a:gd name="T6" fmla="*/ 209 w 389"/>
                <a:gd name="T7" fmla="*/ 328 h 715"/>
                <a:gd name="T8" fmla="*/ 60 w 389"/>
                <a:gd name="T9" fmla="*/ 491 h 715"/>
                <a:gd name="T10" fmla="*/ 60 w 389"/>
                <a:gd name="T11" fmla="*/ 609 h 715"/>
                <a:gd name="T12" fmla="*/ 45 w 389"/>
                <a:gd name="T13" fmla="*/ 664 h 715"/>
                <a:gd name="T14" fmla="*/ 29 w 389"/>
                <a:gd name="T15" fmla="*/ 679 h 715"/>
                <a:gd name="T16" fmla="*/ 15 w 389"/>
                <a:gd name="T17" fmla="*/ 685 h 715"/>
                <a:gd name="T18" fmla="*/ 4 w 389"/>
                <a:gd name="T19" fmla="*/ 689 h 715"/>
                <a:gd name="T20" fmla="*/ 0 w 389"/>
                <a:gd name="T21" fmla="*/ 699 h 715"/>
                <a:gd name="T22" fmla="*/ 4 w 389"/>
                <a:gd name="T23" fmla="*/ 710 h 715"/>
                <a:gd name="T24" fmla="*/ 15 w 389"/>
                <a:gd name="T25" fmla="*/ 714 h 715"/>
                <a:gd name="T26" fmla="*/ 312 w 389"/>
                <a:gd name="T27" fmla="*/ 714 h 715"/>
                <a:gd name="T28" fmla="*/ 356 w 389"/>
                <a:gd name="T29" fmla="*/ 704 h 715"/>
                <a:gd name="T30" fmla="*/ 375 w 389"/>
                <a:gd name="T31" fmla="*/ 685 h 715"/>
                <a:gd name="T32" fmla="*/ 386 w 389"/>
                <a:gd name="T33" fmla="*/ 647 h 715"/>
                <a:gd name="T34" fmla="*/ 388 w 389"/>
                <a:gd name="T35" fmla="*/ 609 h 715"/>
                <a:gd name="T36" fmla="*/ 388 w 389"/>
                <a:gd name="T37" fmla="*/ 491 h 715"/>
                <a:gd name="T38" fmla="*/ 238 w 389"/>
                <a:gd name="T39" fmla="*/ 328 h 715"/>
                <a:gd name="T40" fmla="*/ 238 w 389"/>
                <a:gd name="T41" fmla="*/ 15 h 715"/>
                <a:gd name="T42" fmla="*/ 223 w 389"/>
                <a:gd name="T43" fmla="*/ 0 h 715"/>
                <a:gd name="T44" fmla="*/ 357 w 389"/>
                <a:gd name="T45" fmla="*/ 491 h 715"/>
                <a:gd name="T46" fmla="*/ 357 w 389"/>
                <a:gd name="T47" fmla="*/ 491 h 715"/>
                <a:gd name="T48" fmla="*/ 357 w 389"/>
                <a:gd name="T49" fmla="*/ 609 h 715"/>
                <a:gd name="T50" fmla="*/ 351 w 389"/>
                <a:gd name="T51" fmla="*/ 665 h 715"/>
                <a:gd name="T52" fmla="*/ 340 w 389"/>
                <a:gd name="T53" fmla="*/ 679 h 715"/>
                <a:gd name="T54" fmla="*/ 312 w 389"/>
                <a:gd name="T55" fmla="*/ 685 h 715"/>
                <a:gd name="T56" fmla="*/ 66 w 389"/>
                <a:gd name="T57" fmla="*/ 685 h 715"/>
                <a:gd name="T58" fmla="*/ 77 w 389"/>
                <a:gd name="T59" fmla="*/ 665 h 715"/>
                <a:gd name="T60" fmla="*/ 89 w 389"/>
                <a:gd name="T61" fmla="*/ 609 h 715"/>
                <a:gd name="T62" fmla="*/ 89 w 389"/>
                <a:gd name="T63" fmla="*/ 491 h 715"/>
                <a:gd name="T64" fmla="*/ 128 w 389"/>
                <a:gd name="T65" fmla="*/ 396 h 715"/>
                <a:gd name="T66" fmla="*/ 223 w 389"/>
                <a:gd name="T67" fmla="*/ 357 h 715"/>
                <a:gd name="T68" fmla="*/ 223 w 389"/>
                <a:gd name="T69" fmla="*/ 357 h 715"/>
                <a:gd name="T70" fmla="*/ 223 w 389"/>
                <a:gd name="T71" fmla="*/ 357 h 715"/>
                <a:gd name="T72" fmla="*/ 318 w 389"/>
                <a:gd name="T73" fmla="*/ 396 h 715"/>
                <a:gd name="T74" fmla="*/ 357 w 389"/>
                <a:gd name="T75" fmla="*/ 49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715">
                  <a:moveTo>
                    <a:pt x="223" y="0"/>
                  </a:moveTo>
                  <a:lnTo>
                    <a:pt x="223" y="0"/>
                  </a:lnTo>
                  <a:cubicBezTo>
                    <a:pt x="215" y="0"/>
                    <a:pt x="209" y="7"/>
                    <a:pt x="209" y="15"/>
                  </a:cubicBezTo>
                  <a:cubicBezTo>
                    <a:pt x="209" y="328"/>
                    <a:pt x="209" y="328"/>
                    <a:pt x="209" y="328"/>
                  </a:cubicBezTo>
                  <a:cubicBezTo>
                    <a:pt x="125" y="336"/>
                    <a:pt x="60" y="406"/>
                    <a:pt x="60" y="491"/>
                  </a:cubicBezTo>
                  <a:cubicBezTo>
                    <a:pt x="60" y="609"/>
                    <a:pt x="60" y="609"/>
                    <a:pt x="60" y="609"/>
                  </a:cubicBezTo>
                  <a:cubicBezTo>
                    <a:pt x="60" y="630"/>
                    <a:pt x="53" y="651"/>
                    <a:pt x="45" y="664"/>
                  </a:cubicBezTo>
                  <a:cubicBezTo>
                    <a:pt x="39" y="671"/>
                    <a:pt x="33" y="676"/>
                    <a:pt x="29" y="679"/>
                  </a:cubicBezTo>
                  <a:cubicBezTo>
                    <a:pt x="24" y="683"/>
                    <a:pt x="20" y="685"/>
                    <a:pt x="15" y="685"/>
                  </a:cubicBezTo>
                  <a:cubicBezTo>
                    <a:pt x="11" y="685"/>
                    <a:pt x="7" y="686"/>
                    <a:pt x="4" y="689"/>
                  </a:cubicBezTo>
                  <a:cubicBezTo>
                    <a:pt x="3" y="692"/>
                    <a:pt x="0" y="696"/>
                    <a:pt x="0" y="699"/>
                  </a:cubicBezTo>
                  <a:cubicBezTo>
                    <a:pt x="0" y="703"/>
                    <a:pt x="3" y="707"/>
                    <a:pt x="4" y="710"/>
                  </a:cubicBezTo>
                  <a:cubicBezTo>
                    <a:pt x="7" y="713"/>
                    <a:pt x="11" y="714"/>
                    <a:pt x="15" y="714"/>
                  </a:cubicBezTo>
                  <a:cubicBezTo>
                    <a:pt x="312" y="714"/>
                    <a:pt x="312" y="714"/>
                    <a:pt x="312" y="714"/>
                  </a:cubicBezTo>
                  <a:cubicBezTo>
                    <a:pt x="329" y="714"/>
                    <a:pt x="343" y="711"/>
                    <a:pt x="356" y="704"/>
                  </a:cubicBezTo>
                  <a:cubicBezTo>
                    <a:pt x="364" y="699"/>
                    <a:pt x="370" y="692"/>
                    <a:pt x="375" y="685"/>
                  </a:cubicBezTo>
                  <a:cubicBezTo>
                    <a:pt x="382" y="672"/>
                    <a:pt x="385" y="660"/>
                    <a:pt x="386" y="647"/>
                  </a:cubicBezTo>
                  <a:cubicBezTo>
                    <a:pt x="388" y="635"/>
                    <a:pt x="388" y="622"/>
                    <a:pt x="388" y="609"/>
                  </a:cubicBezTo>
                  <a:cubicBezTo>
                    <a:pt x="388" y="491"/>
                    <a:pt x="388" y="491"/>
                    <a:pt x="388" y="491"/>
                  </a:cubicBezTo>
                  <a:cubicBezTo>
                    <a:pt x="388" y="406"/>
                    <a:pt x="322" y="336"/>
                    <a:pt x="238" y="328"/>
                  </a:cubicBezTo>
                  <a:cubicBezTo>
                    <a:pt x="238" y="15"/>
                    <a:pt x="238" y="15"/>
                    <a:pt x="238" y="15"/>
                  </a:cubicBezTo>
                  <a:cubicBezTo>
                    <a:pt x="238" y="7"/>
                    <a:pt x="231" y="0"/>
                    <a:pt x="223" y="0"/>
                  </a:cubicBezTo>
                  <a:close/>
                  <a:moveTo>
                    <a:pt x="357" y="491"/>
                  </a:moveTo>
                  <a:lnTo>
                    <a:pt x="357" y="491"/>
                  </a:lnTo>
                  <a:cubicBezTo>
                    <a:pt x="357" y="609"/>
                    <a:pt x="357" y="609"/>
                    <a:pt x="357" y="609"/>
                  </a:cubicBezTo>
                  <a:cubicBezTo>
                    <a:pt x="357" y="632"/>
                    <a:pt x="357" y="653"/>
                    <a:pt x="351" y="665"/>
                  </a:cubicBezTo>
                  <a:cubicBezTo>
                    <a:pt x="349" y="671"/>
                    <a:pt x="344" y="675"/>
                    <a:pt x="340" y="679"/>
                  </a:cubicBezTo>
                  <a:cubicBezTo>
                    <a:pt x="335" y="682"/>
                    <a:pt x="326" y="685"/>
                    <a:pt x="312" y="685"/>
                  </a:cubicBezTo>
                  <a:cubicBezTo>
                    <a:pt x="66" y="685"/>
                    <a:pt x="66" y="685"/>
                    <a:pt x="66" y="685"/>
                  </a:cubicBezTo>
                  <a:cubicBezTo>
                    <a:pt x="70" y="679"/>
                    <a:pt x="74" y="672"/>
                    <a:pt x="77" y="665"/>
                  </a:cubicBezTo>
                  <a:cubicBezTo>
                    <a:pt x="85" y="650"/>
                    <a:pt x="89" y="630"/>
                    <a:pt x="89" y="609"/>
                  </a:cubicBezTo>
                  <a:cubicBezTo>
                    <a:pt x="89" y="491"/>
                    <a:pt x="89" y="491"/>
                    <a:pt x="89" y="491"/>
                  </a:cubicBezTo>
                  <a:cubicBezTo>
                    <a:pt x="89" y="453"/>
                    <a:pt x="105" y="421"/>
                    <a:pt x="128" y="396"/>
                  </a:cubicBezTo>
                  <a:cubicBezTo>
                    <a:pt x="153" y="372"/>
                    <a:pt x="187" y="357"/>
                    <a:pt x="223" y="357"/>
                  </a:cubicBezTo>
                  <a:lnTo>
                    <a:pt x="223" y="357"/>
                  </a:lnTo>
                  <a:lnTo>
                    <a:pt x="223" y="357"/>
                  </a:lnTo>
                  <a:cubicBezTo>
                    <a:pt x="261" y="357"/>
                    <a:pt x="294" y="372"/>
                    <a:pt x="318" y="396"/>
                  </a:cubicBezTo>
                  <a:cubicBezTo>
                    <a:pt x="343" y="421"/>
                    <a:pt x="357" y="453"/>
                    <a:pt x="357" y="4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0">
              <a:extLst>
                <a:ext uri="{FF2B5EF4-FFF2-40B4-BE49-F238E27FC236}">
                  <a16:creationId xmlns:a16="http://schemas.microsoft.com/office/drawing/2014/main" id="{5A3A6854-66C0-4395-CC9A-21645D0F1A75}"/>
                </a:ext>
              </a:extLst>
            </p:cNvPr>
            <p:cNvSpPr>
              <a:spLocks noChangeArrowheads="1"/>
            </p:cNvSpPr>
            <p:nvPr/>
          </p:nvSpPr>
          <p:spPr bwMode="auto">
            <a:xfrm>
              <a:off x="7783513" y="4973638"/>
              <a:ext cx="11112" cy="69850"/>
            </a:xfrm>
            <a:custGeom>
              <a:avLst/>
              <a:gdLst>
                <a:gd name="T0" fmla="*/ 16 w 31"/>
                <a:gd name="T1" fmla="*/ 0 h 194"/>
                <a:gd name="T2" fmla="*/ 16 w 31"/>
                <a:gd name="T3" fmla="*/ 0 h 194"/>
                <a:gd name="T4" fmla="*/ 0 w 31"/>
                <a:gd name="T5" fmla="*/ 15 h 194"/>
                <a:gd name="T6" fmla="*/ 0 w 31"/>
                <a:gd name="T7" fmla="*/ 178 h 194"/>
                <a:gd name="T8" fmla="*/ 16 w 31"/>
                <a:gd name="T9" fmla="*/ 193 h 194"/>
                <a:gd name="T10" fmla="*/ 30 w 31"/>
                <a:gd name="T11" fmla="*/ 178 h 194"/>
                <a:gd name="T12" fmla="*/ 30 w 31"/>
                <a:gd name="T13" fmla="*/ 15 h 194"/>
                <a:gd name="T14" fmla="*/ 16 w 31"/>
                <a:gd name="T15" fmla="*/ 0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0"/>
                  </a:moveTo>
                  <a:lnTo>
                    <a:pt x="16" y="0"/>
                  </a:lnTo>
                  <a:cubicBezTo>
                    <a:pt x="7" y="0"/>
                    <a:pt x="0" y="7"/>
                    <a:pt x="0" y="15"/>
                  </a:cubicBezTo>
                  <a:cubicBezTo>
                    <a:pt x="0" y="178"/>
                    <a:pt x="0" y="178"/>
                    <a:pt x="0" y="178"/>
                  </a:cubicBezTo>
                  <a:cubicBezTo>
                    <a:pt x="0" y="186"/>
                    <a:pt x="7" y="193"/>
                    <a:pt x="16" y="193"/>
                  </a:cubicBezTo>
                  <a:cubicBezTo>
                    <a:pt x="24" y="193"/>
                    <a:pt x="30" y="186"/>
                    <a:pt x="30" y="178"/>
                  </a:cubicBezTo>
                  <a:cubicBezTo>
                    <a:pt x="30" y="15"/>
                    <a:pt x="30" y="15"/>
                    <a:pt x="30" y="15"/>
                  </a:cubicBezTo>
                  <a:cubicBezTo>
                    <a:pt x="30"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1">
              <a:extLst>
                <a:ext uri="{FF2B5EF4-FFF2-40B4-BE49-F238E27FC236}">
                  <a16:creationId xmlns:a16="http://schemas.microsoft.com/office/drawing/2014/main" id="{0D1574BC-0F6E-FE46-312A-8EDBCFF7E107}"/>
                </a:ext>
              </a:extLst>
            </p:cNvPr>
            <p:cNvSpPr>
              <a:spLocks noChangeArrowheads="1"/>
            </p:cNvSpPr>
            <p:nvPr/>
          </p:nvSpPr>
          <p:spPr bwMode="auto">
            <a:xfrm>
              <a:off x="7815263" y="4973638"/>
              <a:ext cx="11112" cy="69850"/>
            </a:xfrm>
            <a:custGeom>
              <a:avLst/>
              <a:gdLst>
                <a:gd name="T0" fmla="*/ 16 w 31"/>
                <a:gd name="T1" fmla="*/ 193 h 194"/>
                <a:gd name="T2" fmla="*/ 16 w 31"/>
                <a:gd name="T3" fmla="*/ 193 h 194"/>
                <a:gd name="T4" fmla="*/ 30 w 31"/>
                <a:gd name="T5" fmla="*/ 178 h 194"/>
                <a:gd name="T6" fmla="*/ 30 w 31"/>
                <a:gd name="T7" fmla="*/ 15 h 194"/>
                <a:gd name="T8" fmla="*/ 16 w 31"/>
                <a:gd name="T9" fmla="*/ 0 h 194"/>
                <a:gd name="T10" fmla="*/ 0 w 31"/>
                <a:gd name="T11" fmla="*/ 15 h 194"/>
                <a:gd name="T12" fmla="*/ 0 w 31"/>
                <a:gd name="T13" fmla="*/ 178 h 194"/>
                <a:gd name="T14" fmla="*/ 16 w 31"/>
                <a:gd name="T15" fmla="*/ 193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193"/>
                  </a:moveTo>
                  <a:lnTo>
                    <a:pt x="16" y="193"/>
                  </a:lnTo>
                  <a:cubicBezTo>
                    <a:pt x="24" y="193"/>
                    <a:pt x="30" y="186"/>
                    <a:pt x="30" y="178"/>
                  </a:cubicBezTo>
                  <a:cubicBezTo>
                    <a:pt x="30" y="15"/>
                    <a:pt x="30" y="15"/>
                    <a:pt x="30" y="15"/>
                  </a:cubicBezTo>
                  <a:cubicBezTo>
                    <a:pt x="30" y="7"/>
                    <a:pt x="24" y="0"/>
                    <a:pt x="16" y="0"/>
                  </a:cubicBezTo>
                  <a:cubicBezTo>
                    <a:pt x="7" y="0"/>
                    <a:pt x="0" y="7"/>
                    <a:pt x="0" y="15"/>
                  </a:cubicBezTo>
                  <a:cubicBezTo>
                    <a:pt x="0" y="178"/>
                    <a:pt x="0" y="178"/>
                    <a:pt x="0" y="178"/>
                  </a:cubicBezTo>
                  <a:cubicBezTo>
                    <a:pt x="0" y="186"/>
                    <a:pt x="7" y="193"/>
                    <a:pt x="16" y="1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1AD06590-C8E3-2031-BFEA-86656EE09BA5}"/>
              </a:ext>
            </a:extLst>
          </p:cNvPr>
          <p:cNvGrpSpPr/>
          <p:nvPr/>
        </p:nvGrpSpPr>
        <p:grpSpPr>
          <a:xfrm>
            <a:off x="8179469" y="4998144"/>
            <a:ext cx="257175" cy="247650"/>
            <a:chOff x="7151688" y="5316538"/>
            <a:chExt cx="257175" cy="247650"/>
          </a:xfrm>
          <a:solidFill>
            <a:schemeClr val="tx2"/>
          </a:solidFill>
        </p:grpSpPr>
        <p:sp>
          <p:nvSpPr>
            <p:cNvPr id="213" name="Freeform 172">
              <a:extLst>
                <a:ext uri="{FF2B5EF4-FFF2-40B4-BE49-F238E27FC236}">
                  <a16:creationId xmlns:a16="http://schemas.microsoft.com/office/drawing/2014/main" id="{16CA80ED-FDE5-130F-5693-25A1E394A52E}"/>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3">
              <a:extLst>
                <a:ext uri="{FF2B5EF4-FFF2-40B4-BE49-F238E27FC236}">
                  <a16:creationId xmlns:a16="http://schemas.microsoft.com/office/drawing/2014/main" id="{11F045A9-39F0-C714-07D5-3DB6D0F86F53}"/>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4">
              <a:extLst>
                <a:ext uri="{FF2B5EF4-FFF2-40B4-BE49-F238E27FC236}">
                  <a16:creationId xmlns:a16="http://schemas.microsoft.com/office/drawing/2014/main" id="{65A94AB8-CEB9-504E-3153-C3962512A758}"/>
                </a:ext>
              </a:extLst>
            </p:cNvPr>
            <p:cNvSpPr>
              <a:spLocks noChangeArrowheads="1"/>
            </p:cNvSpPr>
            <p:nvPr/>
          </p:nvSpPr>
          <p:spPr bwMode="auto">
            <a:xfrm>
              <a:off x="7183438" y="5430838"/>
              <a:ext cx="188912" cy="133350"/>
            </a:xfrm>
            <a:custGeom>
              <a:avLst/>
              <a:gdLst>
                <a:gd name="T0" fmla="*/ 0 w 525"/>
                <a:gd name="T1" fmla="*/ 258 h 371"/>
                <a:gd name="T2" fmla="*/ 107 w 525"/>
                <a:gd name="T3" fmla="*/ 370 h 371"/>
                <a:gd name="T4" fmla="*/ 215 w 525"/>
                <a:gd name="T5" fmla="*/ 349 h 371"/>
                <a:gd name="T6" fmla="*/ 262 w 525"/>
                <a:gd name="T7" fmla="*/ 339 h 371"/>
                <a:gd name="T8" fmla="*/ 356 w 525"/>
                <a:gd name="T9" fmla="*/ 360 h 371"/>
                <a:gd name="T10" fmla="*/ 417 w 525"/>
                <a:gd name="T11" fmla="*/ 370 h 371"/>
                <a:gd name="T12" fmla="*/ 524 w 525"/>
                <a:gd name="T13" fmla="*/ 258 h 371"/>
                <a:gd name="T14" fmla="*/ 523 w 525"/>
                <a:gd name="T15" fmla="*/ 252 h 371"/>
                <a:gd name="T16" fmla="*/ 523 w 525"/>
                <a:gd name="T17" fmla="*/ 252 h 371"/>
                <a:gd name="T18" fmla="*/ 510 w 525"/>
                <a:gd name="T19" fmla="*/ 205 h 371"/>
                <a:gd name="T20" fmla="*/ 416 w 525"/>
                <a:gd name="T21" fmla="*/ 127 h 371"/>
                <a:gd name="T22" fmla="*/ 399 w 525"/>
                <a:gd name="T23" fmla="*/ 109 h 371"/>
                <a:gd name="T24" fmla="*/ 279 w 525"/>
                <a:gd name="T25" fmla="*/ 3 h 371"/>
                <a:gd name="T26" fmla="*/ 276 w 525"/>
                <a:gd name="T27" fmla="*/ 1 h 371"/>
                <a:gd name="T28" fmla="*/ 271 w 525"/>
                <a:gd name="T29" fmla="*/ 1 h 371"/>
                <a:gd name="T30" fmla="*/ 269 w 525"/>
                <a:gd name="T31" fmla="*/ 0 h 371"/>
                <a:gd name="T32" fmla="*/ 262 w 525"/>
                <a:gd name="T33" fmla="*/ 0 h 371"/>
                <a:gd name="T34" fmla="*/ 252 w 525"/>
                <a:gd name="T35" fmla="*/ 1 h 371"/>
                <a:gd name="T36" fmla="*/ 248 w 525"/>
                <a:gd name="T37" fmla="*/ 1 h 371"/>
                <a:gd name="T38" fmla="*/ 248 w 525"/>
                <a:gd name="T39" fmla="*/ 1 h 371"/>
                <a:gd name="T40" fmla="*/ 124 w 525"/>
                <a:gd name="T41" fmla="*/ 109 h 371"/>
                <a:gd name="T42" fmla="*/ 107 w 525"/>
                <a:gd name="T43" fmla="*/ 127 h 371"/>
                <a:gd name="T44" fmla="*/ 10 w 525"/>
                <a:gd name="T45" fmla="*/ 216 h 371"/>
                <a:gd name="T46" fmla="*/ 0 w 525"/>
                <a:gd name="T47" fmla="*/ 257 h 371"/>
                <a:gd name="T48" fmla="*/ 0 w 525"/>
                <a:gd name="T49" fmla="*/ 258 h 371"/>
                <a:gd name="T50" fmla="*/ 523 w 525"/>
                <a:gd name="T51" fmla="*/ 252 h 371"/>
                <a:gd name="T52" fmla="*/ 36 w 525"/>
                <a:gd name="T53" fmla="*/ 229 h 371"/>
                <a:gd name="T54" fmla="*/ 124 w 525"/>
                <a:gd name="T55" fmla="*/ 152 h 371"/>
                <a:gd name="T56" fmla="*/ 151 w 525"/>
                <a:gd name="T57" fmla="*/ 123 h 371"/>
                <a:gd name="T58" fmla="*/ 254 w 525"/>
                <a:gd name="T59" fmla="*/ 31 h 371"/>
                <a:gd name="T60" fmla="*/ 258 w 525"/>
                <a:gd name="T61" fmla="*/ 31 h 371"/>
                <a:gd name="T62" fmla="*/ 266 w 525"/>
                <a:gd name="T63" fmla="*/ 31 h 371"/>
                <a:gd name="T64" fmla="*/ 271 w 525"/>
                <a:gd name="T65" fmla="*/ 31 h 371"/>
                <a:gd name="T66" fmla="*/ 324 w 525"/>
                <a:gd name="T67" fmla="*/ 60 h 371"/>
                <a:gd name="T68" fmla="*/ 400 w 525"/>
                <a:gd name="T69" fmla="*/ 152 h 371"/>
                <a:gd name="T70" fmla="*/ 484 w 525"/>
                <a:gd name="T71" fmla="*/ 219 h 371"/>
                <a:gd name="T72" fmla="*/ 494 w 525"/>
                <a:gd name="T73" fmla="*/ 255 h 371"/>
                <a:gd name="T74" fmla="*/ 494 w 525"/>
                <a:gd name="T75" fmla="*/ 261 h 371"/>
                <a:gd name="T76" fmla="*/ 471 w 525"/>
                <a:gd name="T77" fmla="*/ 318 h 371"/>
                <a:gd name="T78" fmla="*/ 384 w 525"/>
                <a:gd name="T79" fmla="*/ 336 h 371"/>
                <a:gd name="T80" fmla="*/ 286 w 525"/>
                <a:gd name="T81" fmla="*/ 312 h 371"/>
                <a:gd name="T82" fmla="*/ 229 w 525"/>
                <a:gd name="T83" fmla="*/ 315 h 371"/>
                <a:gd name="T84" fmla="*/ 130 w 525"/>
                <a:gd name="T85" fmla="*/ 338 h 371"/>
                <a:gd name="T86" fmla="*/ 52 w 525"/>
                <a:gd name="T87" fmla="*/ 318 h 371"/>
                <a:gd name="T88" fmla="*/ 29 w 525"/>
                <a:gd name="T89" fmla="*/ 258 h 371"/>
                <a:gd name="T90" fmla="*/ 29 w 525"/>
                <a:gd name="T91" fmla="*/ 257 h 371"/>
                <a:gd name="T92" fmla="*/ 29 w 525"/>
                <a:gd name="T93" fmla="*/ 257 h 371"/>
                <a:gd name="T94" fmla="*/ 36 w 525"/>
                <a:gd name="T95" fmla="*/ 22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25" h="371">
                  <a:moveTo>
                    <a:pt x="0" y="258"/>
                  </a:moveTo>
                  <a:lnTo>
                    <a:pt x="0" y="258"/>
                  </a:lnTo>
                  <a:cubicBezTo>
                    <a:pt x="0" y="259"/>
                    <a:pt x="0" y="261"/>
                    <a:pt x="0" y="262"/>
                  </a:cubicBezTo>
                  <a:cubicBezTo>
                    <a:pt x="0" y="322"/>
                    <a:pt x="47" y="370"/>
                    <a:pt x="107" y="370"/>
                  </a:cubicBezTo>
                  <a:cubicBezTo>
                    <a:pt x="119" y="370"/>
                    <a:pt x="131" y="368"/>
                    <a:pt x="145" y="365"/>
                  </a:cubicBezTo>
                  <a:cubicBezTo>
                    <a:pt x="167" y="360"/>
                    <a:pt x="192" y="354"/>
                    <a:pt x="215" y="349"/>
                  </a:cubicBezTo>
                  <a:cubicBezTo>
                    <a:pt x="225" y="346"/>
                    <a:pt x="236" y="343"/>
                    <a:pt x="244" y="342"/>
                  </a:cubicBezTo>
                  <a:cubicBezTo>
                    <a:pt x="252" y="340"/>
                    <a:pt x="259" y="339"/>
                    <a:pt x="262" y="339"/>
                  </a:cubicBezTo>
                  <a:cubicBezTo>
                    <a:pt x="265" y="339"/>
                    <a:pt x="276" y="340"/>
                    <a:pt x="289" y="343"/>
                  </a:cubicBezTo>
                  <a:cubicBezTo>
                    <a:pt x="308" y="347"/>
                    <a:pt x="332" y="354"/>
                    <a:pt x="356" y="360"/>
                  </a:cubicBezTo>
                  <a:cubicBezTo>
                    <a:pt x="367" y="363"/>
                    <a:pt x="378" y="365"/>
                    <a:pt x="389" y="367"/>
                  </a:cubicBezTo>
                  <a:cubicBezTo>
                    <a:pt x="399" y="368"/>
                    <a:pt x="409" y="370"/>
                    <a:pt x="417" y="370"/>
                  </a:cubicBezTo>
                  <a:cubicBezTo>
                    <a:pt x="476" y="370"/>
                    <a:pt x="524" y="322"/>
                    <a:pt x="524" y="262"/>
                  </a:cubicBezTo>
                  <a:cubicBezTo>
                    <a:pt x="524" y="261"/>
                    <a:pt x="524" y="259"/>
                    <a:pt x="524" y="258"/>
                  </a:cubicBezTo>
                  <a:cubicBezTo>
                    <a:pt x="523" y="257"/>
                    <a:pt x="523" y="255"/>
                    <a:pt x="523" y="254"/>
                  </a:cubicBezTo>
                  <a:cubicBezTo>
                    <a:pt x="523" y="252"/>
                    <a:pt x="523" y="252"/>
                    <a:pt x="523" y="252"/>
                  </a:cubicBezTo>
                  <a:lnTo>
                    <a:pt x="523" y="252"/>
                  </a:lnTo>
                  <a:lnTo>
                    <a:pt x="523" y="252"/>
                  </a:lnTo>
                  <a:lnTo>
                    <a:pt x="523" y="252"/>
                  </a:lnTo>
                  <a:cubicBezTo>
                    <a:pt x="522" y="234"/>
                    <a:pt x="517" y="219"/>
                    <a:pt x="510" y="205"/>
                  </a:cubicBezTo>
                  <a:cubicBezTo>
                    <a:pt x="501" y="186"/>
                    <a:pt x="487" y="173"/>
                    <a:pt x="470" y="160"/>
                  </a:cubicBezTo>
                  <a:cubicBezTo>
                    <a:pt x="455" y="149"/>
                    <a:pt x="435" y="140"/>
                    <a:pt x="416" y="127"/>
                  </a:cubicBezTo>
                  <a:lnTo>
                    <a:pt x="416" y="127"/>
                  </a:lnTo>
                  <a:cubicBezTo>
                    <a:pt x="409" y="123"/>
                    <a:pt x="403" y="117"/>
                    <a:pt x="399" y="109"/>
                  </a:cubicBezTo>
                  <a:cubicBezTo>
                    <a:pt x="384" y="81"/>
                    <a:pt x="364" y="57"/>
                    <a:pt x="345" y="38"/>
                  </a:cubicBezTo>
                  <a:cubicBezTo>
                    <a:pt x="324" y="20"/>
                    <a:pt x="301" y="7"/>
                    <a:pt x="279" y="3"/>
                  </a:cubicBezTo>
                  <a:lnTo>
                    <a:pt x="279" y="3"/>
                  </a:lnTo>
                  <a:cubicBezTo>
                    <a:pt x="276" y="1"/>
                    <a:pt x="276" y="1"/>
                    <a:pt x="276" y="1"/>
                  </a:cubicBezTo>
                  <a:cubicBezTo>
                    <a:pt x="275" y="1"/>
                    <a:pt x="275" y="1"/>
                    <a:pt x="275" y="1"/>
                  </a:cubicBezTo>
                  <a:cubicBezTo>
                    <a:pt x="271" y="1"/>
                    <a:pt x="271" y="1"/>
                    <a:pt x="271" y="1"/>
                  </a:cubicBezTo>
                  <a:lnTo>
                    <a:pt x="271" y="1"/>
                  </a:lnTo>
                  <a:cubicBezTo>
                    <a:pt x="269" y="0"/>
                    <a:pt x="269" y="0"/>
                    <a:pt x="269" y="0"/>
                  </a:cubicBezTo>
                  <a:lnTo>
                    <a:pt x="269" y="0"/>
                  </a:lnTo>
                  <a:cubicBezTo>
                    <a:pt x="266" y="0"/>
                    <a:pt x="264" y="0"/>
                    <a:pt x="262" y="0"/>
                  </a:cubicBezTo>
                  <a:cubicBezTo>
                    <a:pt x="259" y="0"/>
                    <a:pt x="257" y="0"/>
                    <a:pt x="254" y="0"/>
                  </a:cubicBezTo>
                  <a:cubicBezTo>
                    <a:pt x="252" y="1"/>
                    <a:pt x="252" y="1"/>
                    <a:pt x="252" y="1"/>
                  </a:cubicBezTo>
                  <a:lnTo>
                    <a:pt x="252" y="1"/>
                  </a:lnTo>
                  <a:cubicBezTo>
                    <a:pt x="248" y="1"/>
                    <a:pt x="248" y="1"/>
                    <a:pt x="248" y="1"/>
                  </a:cubicBezTo>
                  <a:lnTo>
                    <a:pt x="248" y="1"/>
                  </a:lnTo>
                  <a:lnTo>
                    <a:pt x="248" y="1"/>
                  </a:lnTo>
                  <a:cubicBezTo>
                    <a:pt x="226" y="6"/>
                    <a:pt x="204" y="18"/>
                    <a:pt x="181" y="36"/>
                  </a:cubicBezTo>
                  <a:cubicBezTo>
                    <a:pt x="160" y="54"/>
                    <a:pt x="139" y="80"/>
                    <a:pt x="124" y="109"/>
                  </a:cubicBezTo>
                  <a:cubicBezTo>
                    <a:pt x="121" y="117"/>
                    <a:pt x="114" y="123"/>
                    <a:pt x="107" y="127"/>
                  </a:cubicBezTo>
                  <a:lnTo>
                    <a:pt x="107" y="127"/>
                  </a:lnTo>
                  <a:cubicBezTo>
                    <a:pt x="80" y="145"/>
                    <a:pt x="53" y="163"/>
                    <a:pt x="34" y="183"/>
                  </a:cubicBezTo>
                  <a:cubicBezTo>
                    <a:pt x="24" y="193"/>
                    <a:pt x="15" y="204"/>
                    <a:pt x="10" y="216"/>
                  </a:cubicBezTo>
                  <a:cubicBezTo>
                    <a:pt x="3" y="229"/>
                    <a:pt x="0" y="241"/>
                    <a:pt x="0" y="257"/>
                  </a:cubicBezTo>
                  <a:lnTo>
                    <a:pt x="0" y="257"/>
                  </a:lnTo>
                  <a:lnTo>
                    <a:pt x="0" y="257"/>
                  </a:lnTo>
                  <a:lnTo>
                    <a:pt x="0" y="258"/>
                  </a:lnTo>
                  <a:close/>
                  <a:moveTo>
                    <a:pt x="523" y="252"/>
                  </a:moveTo>
                  <a:lnTo>
                    <a:pt x="523" y="252"/>
                  </a:lnTo>
                  <a:close/>
                  <a:moveTo>
                    <a:pt x="36" y="229"/>
                  </a:moveTo>
                  <a:lnTo>
                    <a:pt x="36" y="229"/>
                  </a:lnTo>
                  <a:cubicBezTo>
                    <a:pt x="42" y="216"/>
                    <a:pt x="53" y="204"/>
                    <a:pt x="68" y="191"/>
                  </a:cubicBezTo>
                  <a:cubicBezTo>
                    <a:pt x="84" y="179"/>
                    <a:pt x="103" y="166"/>
                    <a:pt x="124" y="152"/>
                  </a:cubicBezTo>
                  <a:lnTo>
                    <a:pt x="124" y="152"/>
                  </a:lnTo>
                  <a:cubicBezTo>
                    <a:pt x="135" y="145"/>
                    <a:pt x="145" y="135"/>
                    <a:pt x="151" y="123"/>
                  </a:cubicBezTo>
                  <a:cubicBezTo>
                    <a:pt x="165" y="96"/>
                    <a:pt x="183" y="75"/>
                    <a:pt x="201" y="59"/>
                  </a:cubicBezTo>
                  <a:cubicBezTo>
                    <a:pt x="219" y="43"/>
                    <a:pt x="239" y="34"/>
                    <a:pt x="254" y="31"/>
                  </a:cubicBezTo>
                  <a:cubicBezTo>
                    <a:pt x="257" y="31"/>
                    <a:pt x="257" y="31"/>
                    <a:pt x="257" y="31"/>
                  </a:cubicBezTo>
                  <a:cubicBezTo>
                    <a:pt x="258" y="31"/>
                    <a:pt x="258" y="31"/>
                    <a:pt x="258" y="31"/>
                  </a:cubicBezTo>
                  <a:cubicBezTo>
                    <a:pt x="259" y="31"/>
                    <a:pt x="261" y="31"/>
                    <a:pt x="262" y="31"/>
                  </a:cubicBezTo>
                  <a:cubicBezTo>
                    <a:pt x="264" y="31"/>
                    <a:pt x="265" y="31"/>
                    <a:pt x="266" y="31"/>
                  </a:cubicBezTo>
                  <a:cubicBezTo>
                    <a:pt x="268" y="31"/>
                    <a:pt x="268" y="31"/>
                    <a:pt x="268" y="31"/>
                  </a:cubicBezTo>
                  <a:cubicBezTo>
                    <a:pt x="271" y="31"/>
                    <a:pt x="271" y="31"/>
                    <a:pt x="271" y="31"/>
                  </a:cubicBezTo>
                  <a:cubicBezTo>
                    <a:pt x="273" y="31"/>
                    <a:pt x="273" y="31"/>
                    <a:pt x="273" y="31"/>
                  </a:cubicBezTo>
                  <a:cubicBezTo>
                    <a:pt x="287" y="35"/>
                    <a:pt x="307" y="45"/>
                    <a:pt x="324" y="60"/>
                  </a:cubicBezTo>
                  <a:cubicBezTo>
                    <a:pt x="342" y="77"/>
                    <a:pt x="360" y="98"/>
                    <a:pt x="372" y="123"/>
                  </a:cubicBezTo>
                  <a:cubicBezTo>
                    <a:pt x="379" y="135"/>
                    <a:pt x="388" y="145"/>
                    <a:pt x="400" y="152"/>
                  </a:cubicBezTo>
                  <a:cubicBezTo>
                    <a:pt x="428" y="170"/>
                    <a:pt x="451" y="181"/>
                    <a:pt x="466" y="195"/>
                  </a:cubicBezTo>
                  <a:cubicBezTo>
                    <a:pt x="474" y="202"/>
                    <a:pt x="480" y="209"/>
                    <a:pt x="484" y="219"/>
                  </a:cubicBezTo>
                  <a:cubicBezTo>
                    <a:pt x="488" y="227"/>
                    <a:pt x="492" y="240"/>
                    <a:pt x="494" y="255"/>
                  </a:cubicBezTo>
                  <a:lnTo>
                    <a:pt x="494" y="255"/>
                  </a:lnTo>
                  <a:cubicBezTo>
                    <a:pt x="494" y="258"/>
                    <a:pt x="494" y="258"/>
                    <a:pt x="494" y="258"/>
                  </a:cubicBezTo>
                  <a:cubicBezTo>
                    <a:pt x="494" y="261"/>
                    <a:pt x="494" y="261"/>
                    <a:pt x="494" y="261"/>
                  </a:cubicBezTo>
                  <a:cubicBezTo>
                    <a:pt x="494" y="262"/>
                    <a:pt x="494" y="262"/>
                    <a:pt x="494" y="262"/>
                  </a:cubicBezTo>
                  <a:cubicBezTo>
                    <a:pt x="494" y="285"/>
                    <a:pt x="485" y="304"/>
                    <a:pt x="471" y="318"/>
                  </a:cubicBezTo>
                  <a:cubicBezTo>
                    <a:pt x="457" y="332"/>
                    <a:pt x="438" y="340"/>
                    <a:pt x="417" y="340"/>
                  </a:cubicBezTo>
                  <a:cubicBezTo>
                    <a:pt x="410" y="340"/>
                    <a:pt x="397" y="339"/>
                    <a:pt x="384" y="336"/>
                  </a:cubicBezTo>
                  <a:cubicBezTo>
                    <a:pt x="364" y="332"/>
                    <a:pt x="339" y="325"/>
                    <a:pt x="317" y="319"/>
                  </a:cubicBezTo>
                  <a:cubicBezTo>
                    <a:pt x="305" y="317"/>
                    <a:pt x="294" y="314"/>
                    <a:pt x="286" y="312"/>
                  </a:cubicBezTo>
                  <a:cubicBezTo>
                    <a:pt x="276" y="311"/>
                    <a:pt x="269" y="310"/>
                    <a:pt x="262" y="310"/>
                  </a:cubicBezTo>
                  <a:cubicBezTo>
                    <a:pt x="252" y="310"/>
                    <a:pt x="241" y="311"/>
                    <a:pt x="229" y="315"/>
                  </a:cubicBezTo>
                  <a:cubicBezTo>
                    <a:pt x="208" y="319"/>
                    <a:pt x="184" y="325"/>
                    <a:pt x="162" y="331"/>
                  </a:cubicBezTo>
                  <a:cubicBezTo>
                    <a:pt x="151" y="333"/>
                    <a:pt x="139" y="336"/>
                    <a:pt x="130" y="338"/>
                  </a:cubicBezTo>
                  <a:cubicBezTo>
                    <a:pt x="120" y="339"/>
                    <a:pt x="112" y="340"/>
                    <a:pt x="107" y="340"/>
                  </a:cubicBezTo>
                  <a:cubicBezTo>
                    <a:pt x="85" y="340"/>
                    <a:pt x="66" y="332"/>
                    <a:pt x="52" y="318"/>
                  </a:cubicBezTo>
                  <a:cubicBezTo>
                    <a:pt x="38" y="304"/>
                    <a:pt x="29" y="285"/>
                    <a:pt x="29" y="262"/>
                  </a:cubicBezTo>
                  <a:cubicBezTo>
                    <a:pt x="29" y="262"/>
                    <a:pt x="29" y="261"/>
                    <a:pt x="29" y="258"/>
                  </a:cubicBezTo>
                  <a:lnTo>
                    <a:pt x="29" y="258"/>
                  </a:lnTo>
                  <a:cubicBezTo>
                    <a:pt x="29" y="257"/>
                    <a:pt x="29" y="257"/>
                    <a:pt x="29" y="257"/>
                  </a:cubicBezTo>
                  <a:lnTo>
                    <a:pt x="29" y="257"/>
                  </a:lnTo>
                  <a:lnTo>
                    <a:pt x="29" y="257"/>
                  </a:lnTo>
                  <a:lnTo>
                    <a:pt x="29" y="257"/>
                  </a:lnTo>
                  <a:cubicBezTo>
                    <a:pt x="29" y="247"/>
                    <a:pt x="32" y="237"/>
                    <a:pt x="36" y="2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5">
              <a:extLst>
                <a:ext uri="{FF2B5EF4-FFF2-40B4-BE49-F238E27FC236}">
                  <a16:creationId xmlns:a16="http://schemas.microsoft.com/office/drawing/2014/main" id="{45B8D49B-618C-84A4-E229-13CA1DD270AC}"/>
                </a:ext>
              </a:extLst>
            </p:cNvPr>
            <p:cNvSpPr>
              <a:spLocks noChangeArrowheads="1"/>
            </p:cNvSpPr>
            <p:nvPr/>
          </p:nvSpPr>
          <p:spPr bwMode="auto">
            <a:xfrm>
              <a:off x="7205663" y="5316538"/>
              <a:ext cx="65087" cy="96837"/>
            </a:xfrm>
            <a:custGeom>
              <a:avLst/>
              <a:gdLst>
                <a:gd name="T0" fmla="*/ 37 w 179"/>
                <a:gd name="T1" fmla="*/ 232 h 269"/>
                <a:gd name="T2" fmla="*/ 37 w 179"/>
                <a:gd name="T3" fmla="*/ 232 h 269"/>
                <a:gd name="T4" fmla="*/ 67 w 179"/>
                <a:gd name="T5" fmla="*/ 258 h 269"/>
                <a:gd name="T6" fmla="*/ 101 w 179"/>
                <a:gd name="T7" fmla="*/ 268 h 269"/>
                <a:gd name="T8" fmla="*/ 110 w 179"/>
                <a:gd name="T9" fmla="*/ 268 h 269"/>
                <a:gd name="T10" fmla="*/ 140 w 179"/>
                <a:gd name="T11" fmla="*/ 254 h 269"/>
                <a:gd name="T12" fmla="*/ 168 w 179"/>
                <a:gd name="T13" fmla="*/ 212 h 269"/>
                <a:gd name="T14" fmla="*/ 178 w 179"/>
                <a:gd name="T15" fmla="*/ 155 h 269"/>
                <a:gd name="T16" fmla="*/ 175 w 179"/>
                <a:gd name="T17" fmla="*/ 121 h 269"/>
                <a:gd name="T18" fmla="*/ 161 w 179"/>
                <a:gd name="T19" fmla="*/ 124 h 269"/>
                <a:gd name="T20" fmla="*/ 175 w 179"/>
                <a:gd name="T21" fmla="*/ 121 h 269"/>
                <a:gd name="T22" fmla="*/ 140 w 179"/>
                <a:gd name="T23" fmla="*/ 36 h 269"/>
                <a:gd name="T24" fmla="*/ 111 w 179"/>
                <a:gd name="T25" fmla="*/ 10 h 269"/>
                <a:gd name="T26" fmla="*/ 76 w 179"/>
                <a:gd name="T27" fmla="*/ 0 h 269"/>
                <a:gd name="T28" fmla="*/ 68 w 179"/>
                <a:gd name="T29" fmla="*/ 0 h 269"/>
                <a:gd name="T30" fmla="*/ 37 w 179"/>
                <a:gd name="T31" fmla="*/ 14 h 269"/>
                <a:gd name="T32" fmla="*/ 9 w 179"/>
                <a:gd name="T33" fmla="*/ 56 h 269"/>
                <a:gd name="T34" fmla="*/ 0 w 179"/>
                <a:gd name="T35" fmla="*/ 113 h 269"/>
                <a:gd name="T36" fmla="*/ 2 w 179"/>
                <a:gd name="T37" fmla="*/ 147 h 269"/>
                <a:gd name="T38" fmla="*/ 37 w 179"/>
                <a:gd name="T39" fmla="*/ 232 h 269"/>
                <a:gd name="T40" fmla="*/ 43 w 179"/>
                <a:gd name="T41" fmla="*/ 54 h 269"/>
                <a:gd name="T42" fmla="*/ 43 w 179"/>
                <a:gd name="T43" fmla="*/ 54 h 269"/>
                <a:gd name="T44" fmla="*/ 57 w 179"/>
                <a:gd name="T45" fmla="*/ 38 h 269"/>
                <a:gd name="T46" fmla="*/ 72 w 179"/>
                <a:gd name="T47" fmla="*/ 31 h 269"/>
                <a:gd name="T48" fmla="*/ 76 w 179"/>
                <a:gd name="T49" fmla="*/ 29 h 269"/>
                <a:gd name="T50" fmla="*/ 96 w 179"/>
                <a:gd name="T51" fmla="*/ 36 h 269"/>
                <a:gd name="T52" fmla="*/ 127 w 179"/>
                <a:gd name="T53" fmla="*/ 70 h 269"/>
                <a:gd name="T54" fmla="*/ 146 w 179"/>
                <a:gd name="T55" fmla="*/ 126 h 269"/>
                <a:gd name="T56" fmla="*/ 146 w 179"/>
                <a:gd name="T57" fmla="*/ 126 h 269"/>
                <a:gd name="T58" fmla="*/ 149 w 179"/>
                <a:gd name="T59" fmla="*/ 155 h 269"/>
                <a:gd name="T60" fmla="*/ 135 w 179"/>
                <a:gd name="T61" fmla="*/ 213 h 269"/>
                <a:gd name="T62" fmla="*/ 121 w 179"/>
                <a:gd name="T63" fmla="*/ 230 h 269"/>
                <a:gd name="T64" fmla="*/ 106 w 179"/>
                <a:gd name="T65" fmla="*/ 237 h 269"/>
                <a:gd name="T66" fmla="*/ 101 w 179"/>
                <a:gd name="T67" fmla="*/ 239 h 269"/>
                <a:gd name="T68" fmla="*/ 82 w 179"/>
                <a:gd name="T69" fmla="*/ 232 h 269"/>
                <a:gd name="T70" fmla="*/ 51 w 179"/>
                <a:gd name="T71" fmla="*/ 198 h 269"/>
                <a:gd name="T72" fmla="*/ 32 w 179"/>
                <a:gd name="T73" fmla="*/ 142 h 269"/>
                <a:gd name="T74" fmla="*/ 29 w 179"/>
                <a:gd name="T75" fmla="*/ 113 h 269"/>
                <a:gd name="T76" fmla="*/ 43 w 179"/>
                <a:gd name="T77" fmla="*/ 5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9">
                  <a:moveTo>
                    <a:pt x="37" y="232"/>
                  </a:moveTo>
                  <a:lnTo>
                    <a:pt x="37" y="232"/>
                  </a:lnTo>
                  <a:cubicBezTo>
                    <a:pt x="46" y="241"/>
                    <a:pt x="55" y="251"/>
                    <a:pt x="67" y="258"/>
                  </a:cubicBezTo>
                  <a:cubicBezTo>
                    <a:pt x="78" y="264"/>
                    <a:pt x="89" y="268"/>
                    <a:pt x="101" y="268"/>
                  </a:cubicBezTo>
                  <a:cubicBezTo>
                    <a:pt x="104" y="268"/>
                    <a:pt x="107" y="268"/>
                    <a:pt x="110" y="268"/>
                  </a:cubicBezTo>
                  <a:cubicBezTo>
                    <a:pt x="121" y="265"/>
                    <a:pt x="132" y="261"/>
                    <a:pt x="140" y="254"/>
                  </a:cubicBezTo>
                  <a:cubicBezTo>
                    <a:pt x="153" y="244"/>
                    <a:pt x="163" y="229"/>
                    <a:pt x="168" y="212"/>
                  </a:cubicBezTo>
                  <a:cubicBezTo>
                    <a:pt x="175" y="195"/>
                    <a:pt x="178" y="176"/>
                    <a:pt x="178" y="155"/>
                  </a:cubicBezTo>
                  <a:cubicBezTo>
                    <a:pt x="178" y="144"/>
                    <a:pt x="177" y="133"/>
                    <a:pt x="175" y="121"/>
                  </a:cubicBezTo>
                  <a:cubicBezTo>
                    <a:pt x="161" y="124"/>
                    <a:pt x="161" y="124"/>
                    <a:pt x="161" y="124"/>
                  </a:cubicBezTo>
                  <a:cubicBezTo>
                    <a:pt x="175" y="121"/>
                    <a:pt x="175" y="121"/>
                    <a:pt x="175" y="121"/>
                  </a:cubicBezTo>
                  <a:cubicBezTo>
                    <a:pt x="170" y="88"/>
                    <a:pt x="157" y="59"/>
                    <a:pt x="140" y="36"/>
                  </a:cubicBezTo>
                  <a:cubicBezTo>
                    <a:pt x="132" y="27"/>
                    <a:pt x="122" y="17"/>
                    <a:pt x="111" y="10"/>
                  </a:cubicBezTo>
                  <a:cubicBezTo>
                    <a:pt x="100" y="4"/>
                    <a:pt x="89" y="0"/>
                    <a:pt x="76" y="0"/>
                  </a:cubicBezTo>
                  <a:cubicBezTo>
                    <a:pt x="74" y="0"/>
                    <a:pt x="71" y="0"/>
                    <a:pt x="68" y="0"/>
                  </a:cubicBezTo>
                  <a:cubicBezTo>
                    <a:pt x="57" y="3"/>
                    <a:pt x="46" y="7"/>
                    <a:pt x="37" y="14"/>
                  </a:cubicBezTo>
                  <a:cubicBezTo>
                    <a:pt x="25" y="24"/>
                    <a:pt x="15" y="39"/>
                    <a:pt x="9" y="56"/>
                  </a:cubicBezTo>
                  <a:cubicBezTo>
                    <a:pt x="2" y="73"/>
                    <a:pt x="0" y="92"/>
                    <a:pt x="0" y="113"/>
                  </a:cubicBezTo>
                  <a:cubicBezTo>
                    <a:pt x="0" y="124"/>
                    <a:pt x="1" y="135"/>
                    <a:pt x="2" y="147"/>
                  </a:cubicBezTo>
                  <a:cubicBezTo>
                    <a:pt x="8" y="180"/>
                    <a:pt x="21" y="209"/>
                    <a:pt x="37" y="232"/>
                  </a:cubicBezTo>
                  <a:close/>
                  <a:moveTo>
                    <a:pt x="43" y="54"/>
                  </a:moveTo>
                  <a:lnTo>
                    <a:pt x="43" y="54"/>
                  </a:lnTo>
                  <a:cubicBezTo>
                    <a:pt x="47" y="46"/>
                    <a:pt x="51" y="41"/>
                    <a:pt x="57" y="38"/>
                  </a:cubicBezTo>
                  <a:cubicBezTo>
                    <a:pt x="61" y="34"/>
                    <a:pt x="67" y="31"/>
                    <a:pt x="72" y="31"/>
                  </a:cubicBezTo>
                  <a:cubicBezTo>
                    <a:pt x="74" y="29"/>
                    <a:pt x="75" y="29"/>
                    <a:pt x="76" y="29"/>
                  </a:cubicBezTo>
                  <a:cubicBezTo>
                    <a:pt x="82" y="29"/>
                    <a:pt x="89" y="32"/>
                    <a:pt x="96" y="36"/>
                  </a:cubicBezTo>
                  <a:cubicBezTo>
                    <a:pt x="107" y="42"/>
                    <a:pt x="118" y="54"/>
                    <a:pt x="127" y="70"/>
                  </a:cubicBezTo>
                  <a:cubicBezTo>
                    <a:pt x="135" y="85"/>
                    <a:pt x="143" y="105"/>
                    <a:pt x="146" y="126"/>
                  </a:cubicBezTo>
                  <a:lnTo>
                    <a:pt x="146" y="126"/>
                  </a:lnTo>
                  <a:cubicBezTo>
                    <a:pt x="147" y="135"/>
                    <a:pt x="149" y="145"/>
                    <a:pt x="149" y="155"/>
                  </a:cubicBezTo>
                  <a:cubicBezTo>
                    <a:pt x="149" y="179"/>
                    <a:pt x="143" y="200"/>
                    <a:pt x="135" y="213"/>
                  </a:cubicBezTo>
                  <a:cubicBezTo>
                    <a:pt x="131" y="222"/>
                    <a:pt x="127" y="227"/>
                    <a:pt x="121" y="230"/>
                  </a:cubicBezTo>
                  <a:cubicBezTo>
                    <a:pt x="117" y="234"/>
                    <a:pt x="111" y="237"/>
                    <a:pt x="106" y="237"/>
                  </a:cubicBezTo>
                  <a:cubicBezTo>
                    <a:pt x="104" y="239"/>
                    <a:pt x="103" y="239"/>
                    <a:pt x="101" y="239"/>
                  </a:cubicBezTo>
                  <a:cubicBezTo>
                    <a:pt x="96" y="239"/>
                    <a:pt x="89" y="236"/>
                    <a:pt x="82" y="232"/>
                  </a:cubicBezTo>
                  <a:cubicBezTo>
                    <a:pt x="71" y="226"/>
                    <a:pt x="60" y="213"/>
                    <a:pt x="51" y="198"/>
                  </a:cubicBezTo>
                  <a:cubicBezTo>
                    <a:pt x="43" y="183"/>
                    <a:pt x="36" y="163"/>
                    <a:pt x="32" y="142"/>
                  </a:cubicBezTo>
                  <a:cubicBezTo>
                    <a:pt x="30" y="133"/>
                    <a:pt x="29" y="123"/>
                    <a:pt x="29" y="113"/>
                  </a:cubicBezTo>
                  <a:cubicBezTo>
                    <a:pt x="29" y="89"/>
                    <a:pt x="34" y="68"/>
                    <a:pt x="43" y="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6">
              <a:extLst>
                <a:ext uri="{FF2B5EF4-FFF2-40B4-BE49-F238E27FC236}">
                  <a16:creationId xmlns:a16="http://schemas.microsoft.com/office/drawing/2014/main" id="{A1568E79-7C06-B9AE-1202-053724EE4BBD}"/>
                </a:ext>
              </a:extLst>
            </p:cNvPr>
            <p:cNvSpPr>
              <a:spLocks noChangeArrowheads="1"/>
            </p:cNvSpPr>
            <p:nvPr/>
          </p:nvSpPr>
          <p:spPr bwMode="auto">
            <a:xfrm>
              <a:off x="7151688" y="5381625"/>
              <a:ext cx="65087" cy="96838"/>
            </a:xfrm>
            <a:custGeom>
              <a:avLst/>
              <a:gdLst>
                <a:gd name="T0" fmla="*/ 71 w 180"/>
                <a:gd name="T1" fmla="*/ 258 h 268"/>
                <a:gd name="T2" fmla="*/ 71 w 180"/>
                <a:gd name="T3" fmla="*/ 258 h 268"/>
                <a:gd name="T4" fmla="*/ 106 w 180"/>
                <a:gd name="T5" fmla="*/ 267 h 268"/>
                <a:gd name="T6" fmla="*/ 116 w 180"/>
                <a:gd name="T7" fmla="*/ 266 h 268"/>
                <a:gd name="T8" fmla="*/ 144 w 180"/>
                <a:gd name="T9" fmla="*/ 253 h 268"/>
                <a:gd name="T10" fmla="*/ 171 w 180"/>
                <a:gd name="T11" fmla="*/ 213 h 268"/>
                <a:gd name="T12" fmla="*/ 179 w 180"/>
                <a:gd name="T13" fmla="*/ 159 h 268"/>
                <a:gd name="T14" fmla="*/ 175 w 180"/>
                <a:gd name="T15" fmla="*/ 118 h 268"/>
                <a:gd name="T16" fmla="*/ 161 w 180"/>
                <a:gd name="T17" fmla="*/ 121 h 268"/>
                <a:gd name="T18" fmla="*/ 175 w 180"/>
                <a:gd name="T19" fmla="*/ 118 h 268"/>
                <a:gd name="T20" fmla="*/ 138 w 180"/>
                <a:gd name="T21" fmla="*/ 36 h 268"/>
                <a:gd name="T22" fmla="*/ 109 w 180"/>
                <a:gd name="T23" fmla="*/ 9 h 268"/>
                <a:gd name="T24" fmla="*/ 74 w 180"/>
                <a:gd name="T25" fmla="*/ 0 h 268"/>
                <a:gd name="T26" fmla="*/ 63 w 180"/>
                <a:gd name="T27" fmla="*/ 1 h 268"/>
                <a:gd name="T28" fmla="*/ 35 w 180"/>
                <a:gd name="T29" fmla="*/ 14 h 268"/>
                <a:gd name="T30" fmla="*/ 10 w 180"/>
                <a:gd name="T31" fmla="*/ 54 h 268"/>
                <a:gd name="T32" fmla="*/ 0 w 180"/>
                <a:gd name="T33" fmla="*/ 108 h 268"/>
                <a:gd name="T34" fmla="*/ 5 w 180"/>
                <a:gd name="T35" fmla="*/ 149 h 268"/>
                <a:gd name="T36" fmla="*/ 42 w 180"/>
                <a:gd name="T37" fmla="*/ 231 h 268"/>
                <a:gd name="T38" fmla="*/ 71 w 180"/>
                <a:gd name="T39" fmla="*/ 258 h 268"/>
                <a:gd name="T40" fmla="*/ 31 w 180"/>
                <a:gd name="T41" fmla="*/ 108 h 268"/>
                <a:gd name="T42" fmla="*/ 31 w 180"/>
                <a:gd name="T43" fmla="*/ 108 h 268"/>
                <a:gd name="T44" fmla="*/ 42 w 180"/>
                <a:gd name="T45" fmla="*/ 53 h 268"/>
                <a:gd name="T46" fmla="*/ 55 w 180"/>
                <a:gd name="T47" fmla="*/ 37 h 268"/>
                <a:gd name="T48" fmla="*/ 69 w 180"/>
                <a:gd name="T49" fmla="*/ 30 h 268"/>
                <a:gd name="T50" fmla="*/ 74 w 180"/>
                <a:gd name="T51" fmla="*/ 29 h 268"/>
                <a:gd name="T52" fmla="*/ 94 w 180"/>
                <a:gd name="T53" fmla="*/ 36 h 268"/>
                <a:gd name="T54" fmla="*/ 125 w 180"/>
                <a:gd name="T55" fmla="*/ 68 h 268"/>
                <a:gd name="T56" fmla="*/ 145 w 180"/>
                <a:gd name="T57" fmla="*/ 124 h 268"/>
                <a:gd name="T58" fmla="*/ 145 w 180"/>
                <a:gd name="T59" fmla="*/ 124 h 268"/>
                <a:gd name="T60" fmla="*/ 150 w 180"/>
                <a:gd name="T61" fmla="*/ 159 h 268"/>
                <a:gd name="T62" fmla="*/ 137 w 180"/>
                <a:gd name="T63" fmla="*/ 214 h 268"/>
                <a:gd name="T64" fmla="*/ 126 w 180"/>
                <a:gd name="T65" fmla="*/ 230 h 268"/>
                <a:gd name="T66" fmla="*/ 112 w 180"/>
                <a:gd name="T67" fmla="*/ 237 h 268"/>
                <a:gd name="T68" fmla="*/ 106 w 180"/>
                <a:gd name="T69" fmla="*/ 238 h 268"/>
                <a:gd name="T70" fmla="*/ 87 w 180"/>
                <a:gd name="T71" fmla="*/ 231 h 268"/>
                <a:gd name="T72" fmla="*/ 55 w 180"/>
                <a:gd name="T73" fmla="*/ 199 h 268"/>
                <a:gd name="T74" fmla="*/ 34 w 180"/>
                <a:gd name="T75" fmla="*/ 143 h 268"/>
                <a:gd name="T76" fmla="*/ 31 w 180"/>
                <a:gd name="T77" fmla="*/ 108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0" h="268">
                  <a:moveTo>
                    <a:pt x="71" y="258"/>
                  </a:moveTo>
                  <a:lnTo>
                    <a:pt x="71" y="258"/>
                  </a:lnTo>
                  <a:cubicBezTo>
                    <a:pt x="83" y="263"/>
                    <a:pt x="94" y="267"/>
                    <a:pt x="106" y="267"/>
                  </a:cubicBezTo>
                  <a:cubicBezTo>
                    <a:pt x="109" y="267"/>
                    <a:pt x="113" y="267"/>
                    <a:pt x="116" y="266"/>
                  </a:cubicBezTo>
                  <a:cubicBezTo>
                    <a:pt x="127" y="265"/>
                    <a:pt x="137" y="260"/>
                    <a:pt x="144" y="253"/>
                  </a:cubicBezTo>
                  <a:cubicBezTo>
                    <a:pt x="157" y="244"/>
                    <a:pt x="165" y="230"/>
                    <a:pt x="171" y="213"/>
                  </a:cubicBezTo>
                  <a:cubicBezTo>
                    <a:pt x="176" y="198"/>
                    <a:pt x="179" y="178"/>
                    <a:pt x="179" y="159"/>
                  </a:cubicBezTo>
                  <a:cubicBezTo>
                    <a:pt x="179" y="146"/>
                    <a:pt x="177" y="132"/>
                    <a:pt x="175" y="118"/>
                  </a:cubicBezTo>
                  <a:cubicBezTo>
                    <a:pt x="161" y="121"/>
                    <a:pt x="161" y="121"/>
                    <a:pt x="161" y="121"/>
                  </a:cubicBezTo>
                  <a:cubicBezTo>
                    <a:pt x="175" y="118"/>
                    <a:pt x="175" y="118"/>
                    <a:pt x="175" y="118"/>
                  </a:cubicBezTo>
                  <a:cubicBezTo>
                    <a:pt x="169" y="85"/>
                    <a:pt x="155" y="57"/>
                    <a:pt x="138" y="36"/>
                  </a:cubicBezTo>
                  <a:cubicBezTo>
                    <a:pt x="129" y="25"/>
                    <a:pt x="120" y="16"/>
                    <a:pt x="109" y="9"/>
                  </a:cubicBezTo>
                  <a:cubicBezTo>
                    <a:pt x="98" y="4"/>
                    <a:pt x="87" y="0"/>
                    <a:pt x="74" y="0"/>
                  </a:cubicBezTo>
                  <a:cubicBezTo>
                    <a:pt x="70" y="0"/>
                    <a:pt x="67" y="0"/>
                    <a:pt x="63" y="1"/>
                  </a:cubicBezTo>
                  <a:cubicBezTo>
                    <a:pt x="53" y="2"/>
                    <a:pt x="44" y="8"/>
                    <a:pt x="35" y="14"/>
                  </a:cubicBezTo>
                  <a:cubicBezTo>
                    <a:pt x="24" y="23"/>
                    <a:pt x="16" y="37"/>
                    <a:pt x="10" y="54"/>
                  </a:cubicBezTo>
                  <a:cubicBezTo>
                    <a:pt x="3" y="69"/>
                    <a:pt x="0" y="89"/>
                    <a:pt x="0" y="108"/>
                  </a:cubicBezTo>
                  <a:cubicBezTo>
                    <a:pt x="0" y="121"/>
                    <a:pt x="2" y="135"/>
                    <a:pt x="5" y="149"/>
                  </a:cubicBezTo>
                  <a:cubicBezTo>
                    <a:pt x="12" y="182"/>
                    <a:pt x="25" y="210"/>
                    <a:pt x="42" y="231"/>
                  </a:cubicBezTo>
                  <a:cubicBezTo>
                    <a:pt x="51" y="242"/>
                    <a:pt x="60" y="251"/>
                    <a:pt x="71" y="258"/>
                  </a:cubicBezTo>
                  <a:close/>
                  <a:moveTo>
                    <a:pt x="31" y="108"/>
                  </a:moveTo>
                  <a:lnTo>
                    <a:pt x="31" y="108"/>
                  </a:lnTo>
                  <a:cubicBezTo>
                    <a:pt x="31" y="86"/>
                    <a:pt x="35" y="67"/>
                    <a:pt x="42" y="53"/>
                  </a:cubicBezTo>
                  <a:cubicBezTo>
                    <a:pt x="46" y="46"/>
                    <a:pt x="51" y="40"/>
                    <a:pt x="55" y="37"/>
                  </a:cubicBezTo>
                  <a:cubicBezTo>
                    <a:pt x="59" y="33"/>
                    <a:pt x="65" y="30"/>
                    <a:pt x="69" y="30"/>
                  </a:cubicBezTo>
                  <a:cubicBezTo>
                    <a:pt x="70" y="29"/>
                    <a:pt x="73" y="29"/>
                    <a:pt x="74" y="29"/>
                  </a:cubicBezTo>
                  <a:cubicBezTo>
                    <a:pt x="80" y="29"/>
                    <a:pt x="87" y="32"/>
                    <a:pt x="94" y="36"/>
                  </a:cubicBezTo>
                  <a:cubicBezTo>
                    <a:pt x="105" y="41"/>
                    <a:pt x="116" y="53"/>
                    <a:pt x="125" y="68"/>
                  </a:cubicBezTo>
                  <a:cubicBezTo>
                    <a:pt x="134" y="83"/>
                    <a:pt x="141" y="103"/>
                    <a:pt x="145" y="124"/>
                  </a:cubicBezTo>
                  <a:lnTo>
                    <a:pt x="145" y="124"/>
                  </a:lnTo>
                  <a:cubicBezTo>
                    <a:pt x="148" y="136"/>
                    <a:pt x="150" y="147"/>
                    <a:pt x="150" y="159"/>
                  </a:cubicBezTo>
                  <a:cubicBezTo>
                    <a:pt x="150" y="181"/>
                    <a:pt x="145" y="200"/>
                    <a:pt x="137" y="214"/>
                  </a:cubicBezTo>
                  <a:cubicBezTo>
                    <a:pt x="134" y="221"/>
                    <a:pt x="130" y="227"/>
                    <a:pt x="126" y="230"/>
                  </a:cubicBezTo>
                  <a:cubicBezTo>
                    <a:pt x="120" y="234"/>
                    <a:pt x="116" y="237"/>
                    <a:pt x="112" y="237"/>
                  </a:cubicBezTo>
                  <a:cubicBezTo>
                    <a:pt x="109" y="238"/>
                    <a:pt x="108" y="238"/>
                    <a:pt x="106" y="238"/>
                  </a:cubicBezTo>
                  <a:cubicBezTo>
                    <a:pt x="99" y="238"/>
                    <a:pt x="94" y="235"/>
                    <a:pt x="87" y="231"/>
                  </a:cubicBezTo>
                  <a:cubicBezTo>
                    <a:pt x="76" y="226"/>
                    <a:pt x="65" y="214"/>
                    <a:pt x="55" y="199"/>
                  </a:cubicBezTo>
                  <a:cubicBezTo>
                    <a:pt x="46" y="184"/>
                    <a:pt x="38" y="164"/>
                    <a:pt x="34" y="143"/>
                  </a:cubicBezTo>
                  <a:cubicBezTo>
                    <a:pt x="32" y="131"/>
                    <a:pt x="31" y="120"/>
                    <a:pt x="31"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7">
              <a:extLst>
                <a:ext uri="{FF2B5EF4-FFF2-40B4-BE49-F238E27FC236}">
                  <a16:creationId xmlns:a16="http://schemas.microsoft.com/office/drawing/2014/main" id="{31AC487C-60C5-617C-81E5-A2C21A44AE16}"/>
                </a:ext>
              </a:extLst>
            </p:cNvPr>
            <p:cNvSpPr>
              <a:spLocks noChangeArrowheads="1"/>
            </p:cNvSpPr>
            <p:nvPr/>
          </p:nvSpPr>
          <p:spPr bwMode="auto">
            <a:xfrm>
              <a:off x="7291388" y="5316538"/>
              <a:ext cx="65087" cy="96837"/>
            </a:xfrm>
            <a:custGeom>
              <a:avLst/>
              <a:gdLst>
                <a:gd name="T0" fmla="*/ 0 w 180"/>
                <a:gd name="T1" fmla="*/ 155 h 269"/>
                <a:gd name="T2" fmla="*/ 0 w 180"/>
                <a:gd name="T3" fmla="*/ 155 h 269"/>
                <a:gd name="T4" fmla="*/ 17 w 180"/>
                <a:gd name="T5" fmla="*/ 229 h 269"/>
                <a:gd name="T6" fmla="*/ 38 w 180"/>
                <a:gd name="T7" fmla="*/ 254 h 269"/>
                <a:gd name="T8" fmla="*/ 67 w 180"/>
                <a:gd name="T9" fmla="*/ 268 h 269"/>
                <a:gd name="T10" fmla="*/ 75 w 180"/>
                <a:gd name="T11" fmla="*/ 268 h 269"/>
                <a:gd name="T12" fmla="*/ 112 w 180"/>
                <a:gd name="T13" fmla="*/ 258 h 269"/>
                <a:gd name="T14" fmla="*/ 152 w 180"/>
                <a:gd name="T15" fmla="*/ 213 h 269"/>
                <a:gd name="T16" fmla="*/ 176 w 180"/>
                <a:gd name="T17" fmla="*/ 147 h 269"/>
                <a:gd name="T18" fmla="*/ 179 w 180"/>
                <a:gd name="T19" fmla="*/ 113 h 269"/>
                <a:gd name="T20" fmla="*/ 162 w 180"/>
                <a:gd name="T21" fmla="*/ 39 h 269"/>
                <a:gd name="T22" fmla="*/ 140 w 180"/>
                <a:gd name="T23" fmla="*/ 14 h 269"/>
                <a:gd name="T24" fmla="*/ 110 w 180"/>
                <a:gd name="T25" fmla="*/ 0 h 269"/>
                <a:gd name="T26" fmla="*/ 102 w 180"/>
                <a:gd name="T27" fmla="*/ 0 h 269"/>
                <a:gd name="T28" fmla="*/ 67 w 180"/>
                <a:gd name="T29" fmla="*/ 10 h 269"/>
                <a:gd name="T30" fmla="*/ 25 w 180"/>
                <a:gd name="T31" fmla="*/ 54 h 269"/>
                <a:gd name="T32" fmla="*/ 3 w 180"/>
                <a:gd name="T33" fmla="*/ 121 h 269"/>
                <a:gd name="T34" fmla="*/ 17 w 180"/>
                <a:gd name="T35" fmla="*/ 124 h 269"/>
                <a:gd name="T36" fmla="*/ 3 w 180"/>
                <a:gd name="T37" fmla="*/ 121 h 269"/>
                <a:gd name="T38" fmla="*/ 0 w 180"/>
                <a:gd name="T39" fmla="*/ 155 h 269"/>
                <a:gd name="T40" fmla="*/ 32 w 180"/>
                <a:gd name="T41" fmla="*/ 126 h 269"/>
                <a:gd name="T42" fmla="*/ 32 w 180"/>
                <a:gd name="T43" fmla="*/ 126 h 269"/>
                <a:gd name="T44" fmla="*/ 61 w 180"/>
                <a:gd name="T45" fmla="*/ 56 h 269"/>
                <a:gd name="T46" fmla="*/ 82 w 180"/>
                <a:gd name="T47" fmla="*/ 36 h 269"/>
                <a:gd name="T48" fmla="*/ 102 w 180"/>
                <a:gd name="T49" fmla="*/ 29 h 269"/>
                <a:gd name="T50" fmla="*/ 106 w 180"/>
                <a:gd name="T51" fmla="*/ 31 h 269"/>
                <a:gd name="T52" fmla="*/ 121 w 180"/>
                <a:gd name="T53" fmla="*/ 38 h 269"/>
                <a:gd name="T54" fmla="*/ 141 w 180"/>
                <a:gd name="T55" fmla="*/ 66 h 269"/>
                <a:gd name="T56" fmla="*/ 148 w 180"/>
                <a:gd name="T57" fmla="*/ 113 h 269"/>
                <a:gd name="T58" fmla="*/ 147 w 180"/>
                <a:gd name="T59" fmla="*/ 142 h 269"/>
                <a:gd name="T60" fmla="*/ 117 w 180"/>
                <a:gd name="T61" fmla="*/ 212 h 269"/>
                <a:gd name="T62" fmla="*/ 96 w 180"/>
                <a:gd name="T63" fmla="*/ 232 h 269"/>
                <a:gd name="T64" fmla="*/ 75 w 180"/>
                <a:gd name="T65" fmla="*/ 239 h 269"/>
                <a:gd name="T66" fmla="*/ 71 w 180"/>
                <a:gd name="T67" fmla="*/ 237 h 269"/>
                <a:gd name="T68" fmla="*/ 56 w 180"/>
                <a:gd name="T69" fmla="*/ 230 h 269"/>
                <a:gd name="T70" fmla="*/ 38 w 180"/>
                <a:gd name="T71" fmla="*/ 202 h 269"/>
                <a:gd name="T72" fmla="*/ 29 w 180"/>
                <a:gd name="T73" fmla="*/ 155 h 269"/>
                <a:gd name="T74" fmla="*/ 32 w 180"/>
                <a:gd name="T75" fmla="*/ 126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0" h="269">
                  <a:moveTo>
                    <a:pt x="0" y="155"/>
                  </a:moveTo>
                  <a:lnTo>
                    <a:pt x="0" y="155"/>
                  </a:lnTo>
                  <a:cubicBezTo>
                    <a:pt x="0" y="183"/>
                    <a:pt x="6" y="208"/>
                    <a:pt x="17" y="229"/>
                  </a:cubicBezTo>
                  <a:cubicBezTo>
                    <a:pt x="22" y="239"/>
                    <a:pt x="29" y="247"/>
                    <a:pt x="38" y="254"/>
                  </a:cubicBezTo>
                  <a:cubicBezTo>
                    <a:pt x="46" y="261"/>
                    <a:pt x="56" y="265"/>
                    <a:pt x="67" y="268"/>
                  </a:cubicBezTo>
                  <a:cubicBezTo>
                    <a:pt x="70" y="268"/>
                    <a:pt x="73" y="268"/>
                    <a:pt x="75" y="268"/>
                  </a:cubicBezTo>
                  <a:cubicBezTo>
                    <a:pt x="88" y="268"/>
                    <a:pt x="100" y="264"/>
                    <a:pt x="112" y="258"/>
                  </a:cubicBezTo>
                  <a:cubicBezTo>
                    <a:pt x="127" y="248"/>
                    <a:pt x="141" y="233"/>
                    <a:pt x="152" y="213"/>
                  </a:cubicBezTo>
                  <a:cubicBezTo>
                    <a:pt x="163" y="194"/>
                    <a:pt x="172" y="172"/>
                    <a:pt x="176" y="147"/>
                  </a:cubicBezTo>
                  <a:cubicBezTo>
                    <a:pt x="177" y="135"/>
                    <a:pt x="179" y="124"/>
                    <a:pt x="179" y="113"/>
                  </a:cubicBezTo>
                  <a:cubicBezTo>
                    <a:pt x="179" y="85"/>
                    <a:pt x="173" y="60"/>
                    <a:pt x="162" y="39"/>
                  </a:cubicBezTo>
                  <a:cubicBezTo>
                    <a:pt x="156" y="29"/>
                    <a:pt x="148" y="21"/>
                    <a:pt x="140" y="14"/>
                  </a:cubicBezTo>
                  <a:cubicBezTo>
                    <a:pt x="131" y="7"/>
                    <a:pt x="121" y="3"/>
                    <a:pt x="110" y="0"/>
                  </a:cubicBezTo>
                  <a:cubicBezTo>
                    <a:pt x="107" y="0"/>
                    <a:pt x="105" y="0"/>
                    <a:pt x="102" y="0"/>
                  </a:cubicBezTo>
                  <a:cubicBezTo>
                    <a:pt x="89" y="0"/>
                    <a:pt x="77" y="4"/>
                    <a:pt x="67" y="10"/>
                  </a:cubicBezTo>
                  <a:cubicBezTo>
                    <a:pt x="50" y="20"/>
                    <a:pt x="36" y="35"/>
                    <a:pt x="25" y="54"/>
                  </a:cubicBezTo>
                  <a:cubicBezTo>
                    <a:pt x="14" y="74"/>
                    <a:pt x="7" y="96"/>
                    <a:pt x="3" y="121"/>
                  </a:cubicBezTo>
                  <a:cubicBezTo>
                    <a:pt x="17" y="124"/>
                    <a:pt x="17" y="124"/>
                    <a:pt x="17" y="124"/>
                  </a:cubicBezTo>
                  <a:cubicBezTo>
                    <a:pt x="3" y="121"/>
                    <a:pt x="3" y="121"/>
                    <a:pt x="3" y="121"/>
                  </a:cubicBezTo>
                  <a:cubicBezTo>
                    <a:pt x="0" y="133"/>
                    <a:pt x="0" y="144"/>
                    <a:pt x="0" y="155"/>
                  </a:cubicBezTo>
                  <a:close/>
                  <a:moveTo>
                    <a:pt x="32" y="126"/>
                  </a:moveTo>
                  <a:lnTo>
                    <a:pt x="32" y="126"/>
                  </a:lnTo>
                  <a:cubicBezTo>
                    <a:pt x="36" y="98"/>
                    <a:pt x="48" y="73"/>
                    <a:pt x="61" y="56"/>
                  </a:cubicBezTo>
                  <a:cubicBezTo>
                    <a:pt x="67" y="46"/>
                    <a:pt x="75" y="41"/>
                    <a:pt x="82" y="36"/>
                  </a:cubicBezTo>
                  <a:cubicBezTo>
                    <a:pt x="89" y="32"/>
                    <a:pt x="95" y="29"/>
                    <a:pt x="102" y="29"/>
                  </a:cubicBezTo>
                  <a:cubicBezTo>
                    <a:pt x="103" y="29"/>
                    <a:pt x="105" y="29"/>
                    <a:pt x="106" y="31"/>
                  </a:cubicBezTo>
                  <a:cubicBezTo>
                    <a:pt x="112" y="31"/>
                    <a:pt x="117" y="34"/>
                    <a:pt x="121" y="38"/>
                  </a:cubicBezTo>
                  <a:cubicBezTo>
                    <a:pt x="128" y="43"/>
                    <a:pt x="135" y="53"/>
                    <a:pt x="141" y="66"/>
                  </a:cubicBezTo>
                  <a:cubicBezTo>
                    <a:pt x="145" y="80"/>
                    <a:pt x="148" y="95"/>
                    <a:pt x="148" y="113"/>
                  </a:cubicBezTo>
                  <a:cubicBezTo>
                    <a:pt x="148" y="123"/>
                    <a:pt x="148" y="133"/>
                    <a:pt x="147" y="142"/>
                  </a:cubicBezTo>
                  <a:cubicBezTo>
                    <a:pt x="141" y="170"/>
                    <a:pt x="130" y="195"/>
                    <a:pt x="117" y="212"/>
                  </a:cubicBezTo>
                  <a:cubicBezTo>
                    <a:pt x="110" y="222"/>
                    <a:pt x="103" y="227"/>
                    <a:pt x="96" y="232"/>
                  </a:cubicBezTo>
                  <a:cubicBezTo>
                    <a:pt x="89" y="236"/>
                    <a:pt x="82" y="239"/>
                    <a:pt x="75" y="239"/>
                  </a:cubicBezTo>
                  <a:cubicBezTo>
                    <a:pt x="74" y="239"/>
                    <a:pt x="73" y="239"/>
                    <a:pt x="71" y="237"/>
                  </a:cubicBezTo>
                  <a:cubicBezTo>
                    <a:pt x="66" y="237"/>
                    <a:pt x="61" y="234"/>
                    <a:pt x="56" y="230"/>
                  </a:cubicBezTo>
                  <a:cubicBezTo>
                    <a:pt x="49" y="225"/>
                    <a:pt x="42" y="215"/>
                    <a:pt x="38" y="202"/>
                  </a:cubicBezTo>
                  <a:cubicBezTo>
                    <a:pt x="32" y="188"/>
                    <a:pt x="29" y="173"/>
                    <a:pt x="29" y="155"/>
                  </a:cubicBezTo>
                  <a:cubicBezTo>
                    <a:pt x="29" y="145"/>
                    <a:pt x="31" y="135"/>
                    <a:pt x="32"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9" name="Freeform 178">
              <a:extLst>
                <a:ext uri="{FF2B5EF4-FFF2-40B4-BE49-F238E27FC236}">
                  <a16:creationId xmlns:a16="http://schemas.microsoft.com/office/drawing/2014/main" id="{F6D93B3D-99AB-7B66-0419-5B455D6E0828}"/>
                </a:ext>
              </a:extLst>
            </p:cNvPr>
            <p:cNvSpPr>
              <a:spLocks noChangeArrowheads="1"/>
            </p:cNvSpPr>
            <p:nvPr/>
          </p:nvSpPr>
          <p:spPr bwMode="auto">
            <a:xfrm>
              <a:off x="7343775" y="5381625"/>
              <a:ext cx="65088" cy="96838"/>
            </a:xfrm>
            <a:custGeom>
              <a:avLst/>
              <a:gdLst>
                <a:gd name="T0" fmla="*/ 149 w 179"/>
                <a:gd name="T1" fmla="*/ 214 h 268"/>
                <a:gd name="T2" fmla="*/ 149 w 179"/>
                <a:gd name="T3" fmla="*/ 214 h 268"/>
                <a:gd name="T4" fmla="*/ 174 w 179"/>
                <a:gd name="T5" fmla="*/ 149 h 268"/>
                <a:gd name="T6" fmla="*/ 178 w 179"/>
                <a:gd name="T7" fmla="*/ 108 h 268"/>
                <a:gd name="T8" fmla="*/ 163 w 179"/>
                <a:gd name="T9" fmla="*/ 39 h 268"/>
                <a:gd name="T10" fmla="*/ 144 w 179"/>
                <a:gd name="T11" fmla="*/ 14 h 268"/>
                <a:gd name="T12" fmla="*/ 116 w 179"/>
                <a:gd name="T13" fmla="*/ 1 h 268"/>
                <a:gd name="T14" fmla="*/ 106 w 179"/>
                <a:gd name="T15" fmla="*/ 0 h 268"/>
                <a:gd name="T16" fmla="*/ 71 w 179"/>
                <a:gd name="T17" fmla="*/ 9 h 268"/>
                <a:gd name="T18" fmla="*/ 29 w 179"/>
                <a:gd name="T19" fmla="*/ 53 h 268"/>
                <a:gd name="T20" fmla="*/ 4 w 179"/>
                <a:gd name="T21" fmla="*/ 118 h 268"/>
                <a:gd name="T22" fmla="*/ 4 w 179"/>
                <a:gd name="T23" fmla="*/ 118 h 268"/>
                <a:gd name="T24" fmla="*/ 0 w 179"/>
                <a:gd name="T25" fmla="*/ 159 h 268"/>
                <a:gd name="T26" fmla="*/ 15 w 179"/>
                <a:gd name="T27" fmla="*/ 228 h 268"/>
                <a:gd name="T28" fmla="*/ 35 w 179"/>
                <a:gd name="T29" fmla="*/ 253 h 268"/>
                <a:gd name="T30" fmla="*/ 63 w 179"/>
                <a:gd name="T31" fmla="*/ 266 h 268"/>
                <a:gd name="T32" fmla="*/ 74 w 179"/>
                <a:gd name="T33" fmla="*/ 267 h 268"/>
                <a:gd name="T34" fmla="*/ 109 w 179"/>
                <a:gd name="T35" fmla="*/ 258 h 268"/>
                <a:gd name="T36" fmla="*/ 149 w 179"/>
                <a:gd name="T37" fmla="*/ 214 h 268"/>
                <a:gd name="T38" fmla="*/ 93 w 179"/>
                <a:gd name="T39" fmla="*/ 231 h 268"/>
                <a:gd name="T40" fmla="*/ 93 w 179"/>
                <a:gd name="T41" fmla="*/ 231 h 268"/>
                <a:gd name="T42" fmla="*/ 74 w 179"/>
                <a:gd name="T43" fmla="*/ 238 h 268"/>
                <a:gd name="T44" fmla="*/ 68 w 179"/>
                <a:gd name="T45" fmla="*/ 237 h 268"/>
                <a:gd name="T46" fmla="*/ 54 w 179"/>
                <a:gd name="T47" fmla="*/ 230 h 268"/>
                <a:gd name="T48" fmla="*/ 38 w 179"/>
                <a:gd name="T49" fmla="*/ 203 h 268"/>
                <a:gd name="T50" fmla="*/ 31 w 179"/>
                <a:gd name="T51" fmla="*/ 159 h 268"/>
                <a:gd name="T52" fmla="*/ 33 w 179"/>
                <a:gd name="T53" fmla="*/ 124 h 268"/>
                <a:gd name="T54" fmla="*/ 19 w 179"/>
                <a:gd name="T55" fmla="*/ 121 h 268"/>
                <a:gd name="T56" fmla="*/ 33 w 179"/>
                <a:gd name="T57" fmla="*/ 124 h 268"/>
                <a:gd name="T58" fmla="*/ 65 w 179"/>
                <a:gd name="T59" fmla="*/ 54 h 268"/>
                <a:gd name="T60" fmla="*/ 86 w 179"/>
                <a:gd name="T61" fmla="*/ 36 h 268"/>
                <a:gd name="T62" fmla="*/ 106 w 179"/>
                <a:gd name="T63" fmla="*/ 29 h 268"/>
                <a:gd name="T64" fmla="*/ 111 w 179"/>
                <a:gd name="T65" fmla="*/ 30 h 268"/>
                <a:gd name="T66" fmla="*/ 125 w 179"/>
                <a:gd name="T67" fmla="*/ 37 h 268"/>
                <a:gd name="T68" fmla="*/ 142 w 179"/>
                <a:gd name="T69" fmla="*/ 64 h 268"/>
                <a:gd name="T70" fmla="*/ 149 w 179"/>
                <a:gd name="T71" fmla="*/ 108 h 268"/>
                <a:gd name="T72" fmla="*/ 145 w 179"/>
                <a:gd name="T73" fmla="*/ 143 h 268"/>
                <a:gd name="T74" fmla="*/ 114 w 179"/>
                <a:gd name="T75" fmla="*/ 213 h 268"/>
                <a:gd name="T76" fmla="*/ 93 w 179"/>
                <a:gd name="T77" fmla="*/ 23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8">
                  <a:moveTo>
                    <a:pt x="149" y="214"/>
                  </a:moveTo>
                  <a:lnTo>
                    <a:pt x="149" y="214"/>
                  </a:lnTo>
                  <a:cubicBezTo>
                    <a:pt x="162" y="196"/>
                    <a:pt x="170" y="174"/>
                    <a:pt x="174" y="149"/>
                  </a:cubicBezTo>
                  <a:cubicBezTo>
                    <a:pt x="177" y="135"/>
                    <a:pt x="178" y="121"/>
                    <a:pt x="178" y="108"/>
                  </a:cubicBezTo>
                  <a:cubicBezTo>
                    <a:pt x="178" y="82"/>
                    <a:pt x="174" y="58"/>
                    <a:pt x="163" y="39"/>
                  </a:cubicBezTo>
                  <a:cubicBezTo>
                    <a:pt x="159" y="29"/>
                    <a:pt x="152" y="21"/>
                    <a:pt x="144" y="14"/>
                  </a:cubicBezTo>
                  <a:cubicBezTo>
                    <a:pt x="137" y="8"/>
                    <a:pt x="127" y="2"/>
                    <a:pt x="116" y="1"/>
                  </a:cubicBezTo>
                  <a:cubicBezTo>
                    <a:pt x="113" y="0"/>
                    <a:pt x="109" y="0"/>
                    <a:pt x="106" y="0"/>
                  </a:cubicBezTo>
                  <a:cubicBezTo>
                    <a:pt x="93" y="0"/>
                    <a:pt x="82" y="4"/>
                    <a:pt x="71" y="9"/>
                  </a:cubicBezTo>
                  <a:cubicBezTo>
                    <a:pt x="54" y="19"/>
                    <a:pt x="40" y="34"/>
                    <a:pt x="29" y="53"/>
                  </a:cubicBezTo>
                  <a:cubicBezTo>
                    <a:pt x="18" y="71"/>
                    <a:pt x="10" y="93"/>
                    <a:pt x="4" y="118"/>
                  </a:cubicBezTo>
                  <a:lnTo>
                    <a:pt x="4" y="118"/>
                  </a:lnTo>
                  <a:cubicBezTo>
                    <a:pt x="1" y="132"/>
                    <a:pt x="0" y="146"/>
                    <a:pt x="0" y="159"/>
                  </a:cubicBezTo>
                  <a:cubicBezTo>
                    <a:pt x="0" y="185"/>
                    <a:pt x="6" y="209"/>
                    <a:pt x="15" y="228"/>
                  </a:cubicBezTo>
                  <a:cubicBezTo>
                    <a:pt x="21" y="238"/>
                    <a:pt x="28" y="246"/>
                    <a:pt x="35" y="253"/>
                  </a:cubicBezTo>
                  <a:cubicBezTo>
                    <a:pt x="43" y="260"/>
                    <a:pt x="53" y="265"/>
                    <a:pt x="63" y="266"/>
                  </a:cubicBezTo>
                  <a:cubicBezTo>
                    <a:pt x="67" y="267"/>
                    <a:pt x="70" y="267"/>
                    <a:pt x="74" y="267"/>
                  </a:cubicBezTo>
                  <a:cubicBezTo>
                    <a:pt x="86" y="267"/>
                    <a:pt x="98" y="263"/>
                    <a:pt x="109" y="258"/>
                  </a:cubicBezTo>
                  <a:cubicBezTo>
                    <a:pt x="124" y="248"/>
                    <a:pt x="138" y="233"/>
                    <a:pt x="149" y="214"/>
                  </a:cubicBezTo>
                  <a:close/>
                  <a:moveTo>
                    <a:pt x="93" y="231"/>
                  </a:moveTo>
                  <a:lnTo>
                    <a:pt x="93" y="231"/>
                  </a:lnTo>
                  <a:cubicBezTo>
                    <a:pt x="86" y="235"/>
                    <a:pt x="79" y="238"/>
                    <a:pt x="74" y="238"/>
                  </a:cubicBezTo>
                  <a:cubicBezTo>
                    <a:pt x="72" y="238"/>
                    <a:pt x="70" y="238"/>
                    <a:pt x="68" y="237"/>
                  </a:cubicBezTo>
                  <a:cubicBezTo>
                    <a:pt x="64" y="237"/>
                    <a:pt x="58" y="234"/>
                    <a:pt x="54" y="230"/>
                  </a:cubicBezTo>
                  <a:cubicBezTo>
                    <a:pt x="47" y="224"/>
                    <a:pt x="42" y="216"/>
                    <a:pt x="38" y="203"/>
                  </a:cubicBezTo>
                  <a:cubicBezTo>
                    <a:pt x="33" y="191"/>
                    <a:pt x="31" y="175"/>
                    <a:pt x="31" y="159"/>
                  </a:cubicBezTo>
                  <a:cubicBezTo>
                    <a:pt x="31" y="147"/>
                    <a:pt x="32" y="136"/>
                    <a:pt x="33" y="124"/>
                  </a:cubicBezTo>
                  <a:cubicBezTo>
                    <a:pt x="19" y="121"/>
                    <a:pt x="19" y="121"/>
                    <a:pt x="19" y="121"/>
                  </a:cubicBezTo>
                  <a:cubicBezTo>
                    <a:pt x="33" y="124"/>
                    <a:pt x="33" y="124"/>
                    <a:pt x="33" y="124"/>
                  </a:cubicBezTo>
                  <a:cubicBezTo>
                    <a:pt x="39" y="94"/>
                    <a:pt x="52" y="71"/>
                    <a:pt x="65" y="54"/>
                  </a:cubicBezTo>
                  <a:cubicBezTo>
                    <a:pt x="71" y="46"/>
                    <a:pt x="79" y="40"/>
                    <a:pt x="86" y="36"/>
                  </a:cubicBezTo>
                  <a:cubicBezTo>
                    <a:pt x="93" y="32"/>
                    <a:pt x="99" y="29"/>
                    <a:pt x="106" y="29"/>
                  </a:cubicBezTo>
                  <a:cubicBezTo>
                    <a:pt x="107" y="29"/>
                    <a:pt x="109" y="29"/>
                    <a:pt x="111" y="30"/>
                  </a:cubicBezTo>
                  <a:cubicBezTo>
                    <a:pt x="116" y="30"/>
                    <a:pt x="120" y="33"/>
                    <a:pt x="125" y="37"/>
                  </a:cubicBezTo>
                  <a:cubicBezTo>
                    <a:pt x="131" y="43"/>
                    <a:pt x="138" y="51"/>
                    <a:pt x="142" y="64"/>
                  </a:cubicBezTo>
                  <a:cubicBezTo>
                    <a:pt x="146" y="76"/>
                    <a:pt x="149" y="92"/>
                    <a:pt x="149" y="108"/>
                  </a:cubicBezTo>
                  <a:cubicBezTo>
                    <a:pt x="149" y="120"/>
                    <a:pt x="148" y="131"/>
                    <a:pt x="145" y="143"/>
                  </a:cubicBezTo>
                  <a:cubicBezTo>
                    <a:pt x="139" y="173"/>
                    <a:pt x="128" y="196"/>
                    <a:pt x="114" y="213"/>
                  </a:cubicBezTo>
                  <a:cubicBezTo>
                    <a:pt x="107" y="221"/>
                    <a:pt x="100" y="227"/>
                    <a:pt x="93" y="2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0" name="Group 223">
            <a:extLst>
              <a:ext uri="{FF2B5EF4-FFF2-40B4-BE49-F238E27FC236}">
                <a16:creationId xmlns:a16="http://schemas.microsoft.com/office/drawing/2014/main" id="{0D88E9E4-4DD3-FB40-40BF-D9D1A1BF2EA1}"/>
              </a:ext>
            </a:extLst>
          </p:cNvPr>
          <p:cNvGrpSpPr/>
          <p:nvPr/>
        </p:nvGrpSpPr>
        <p:grpSpPr>
          <a:xfrm>
            <a:off x="9206581" y="5019576"/>
            <a:ext cx="258763" cy="204787"/>
            <a:chOff x="8178800" y="5348288"/>
            <a:chExt cx="258763" cy="204787"/>
          </a:xfrm>
          <a:solidFill>
            <a:schemeClr val="tx2"/>
          </a:solidFill>
        </p:grpSpPr>
        <p:sp>
          <p:nvSpPr>
            <p:cNvPr id="221" name="Freeform 179">
              <a:extLst>
                <a:ext uri="{FF2B5EF4-FFF2-40B4-BE49-F238E27FC236}">
                  <a16:creationId xmlns:a16="http://schemas.microsoft.com/office/drawing/2014/main" id="{C89BF7E4-8E3A-7702-F9C1-E5FD59239967}"/>
                </a:ext>
              </a:extLst>
            </p:cNvPr>
            <p:cNvSpPr>
              <a:spLocks noChangeArrowheads="1"/>
            </p:cNvSpPr>
            <p:nvPr/>
          </p:nvSpPr>
          <p:spPr bwMode="auto">
            <a:xfrm>
              <a:off x="8180388" y="5348288"/>
              <a:ext cx="257175" cy="150812"/>
            </a:xfrm>
            <a:custGeom>
              <a:avLst/>
              <a:gdLst>
                <a:gd name="T0" fmla="*/ 700 w 715"/>
                <a:gd name="T1" fmla="*/ 417 h 418"/>
                <a:gd name="T2" fmla="*/ 700 w 715"/>
                <a:gd name="T3" fmla="*/ 387 h 418"/>
                <a:gd name="T4" fmla="*/ 684 w 715"/>
                <a:gd name="T5" fmla="*/ 311 h 418"/>
                <a:gd name="T6" fmla="*/ 684 w 715"/>
                <a:gd name="T7" fmla="*/ 309 h 418"/>
                <a:gd name="T8" fmla="*/ 638 w 715"/>
                <a:gd name="T9" fmla="*/ 190 h 418"/>
                <a:gd name="T10" fmla="*/ 587 w 715"/>
                <a:gd name="T11" fmla="*/ 65 h 418"/>
                <a:gd name="T12" fmla="*/ 490 w 715"/>
                <a:gd name="T13" fmla="*/ 0 h 418"/>
                <a:gd name="T14" fmla="*/ 253 w 715"/>
                <a:gd name="T15" fmla="*/ 0 h 418"/>
                <a:gd name="T16" fmla="*/ 153 w 715"/>
                <a:gd name="T17" fmla="*/ 115 h 418"/>
                <a:gd name="T18" fmla="*/ 401 w 715"/>
                <a:gd name="T19" fmla="*/ 119 h 418"/>
                <a:gd name="T20" fmla="*/ 417 w 715"/>
                <a:gd name="T21" fmla="*/ 194 h 418"/>
                <a:gd name="T22" fmla="*/ 225 w 715"/>
                <a:gd name="T23" fmla="*/ 208 h 418"/>
                <a:gd name="T24" fmla="*/ 62 w 715"/>
                <a:gd name="T25" fmla="*/ 304 h 418"/>
                <a:gd name="T26" fmla="*/ 58 w 715"/>
                <a:gd name="T27" fmla="*/ 313 h 418"/>
                <a:gd name="T28" fmla="*/ 15 w 715"/>
                <a:gd name="T29" fmla="*/ 387 h 418"/>
                <a:gd name="T30" fmla="*/ 15 w 715"/>
                <a:gd name="T31" fmla="*/ 417 h 418"/>
                <a:gd name="T32" fmla="*/ 30 w 715"/>
                <a:gd name="T33" fmla="*/ 417 h 418"/>
                <a:gd name="T34" fmla="*/ 675 w 715"/>
                <a:gd name="T35" fmla="*/ 417 h 418"/>
                <a:gd name="T36" fmla="*/ 145 w 715"/>
                <a:gd name="T37" fmla="*/ 264 h 418"/>
                <a:gd name="T38" fmla="*/ 225 w 715"/>
                <a:gd name="T39" fmla="*/ 239 h 418"/>
                <a:gd name="T40" fmla="*/ 446 w 715"/>
                <a:gd name="T41" fmla="*/ 194 h 418"/>
                <a:gd name="T42" fmla="*/ 401 w 715"/>
                <a:gd name="T43" fmla="*/ 90 h 418"/>
                <a:gd name="T44" fmla="*/ 200 w 715"/>
                <a:gd name="T45" fmla="*/ 52 h 418"/>
                <a:gd name="T46" fmla="*/ 432 w 715"/>
                <a:gd name="T47" fmla="*/ 30 h 418"/>
                <a:gd name="T48" fmla="*/ 490 w 715"/>
                <a:gd name="T49" fmla="*/ 30 h 418"/>
                <a:gd name="T50" fmla="*/ 573 w 715"/>
                <a:gd name="T51" fmla="*/ 70 h 418"/>
                <a:gd name="T52" fmla="*/ 620 w 715"/>
                <a:gd name="T53" fmla="*/ 223 h 418"/>
                <a:gd name="T54" fmla="*/ 649 w 715"/>
                <a:gd name="T55" fmla="*/ 297 h 418"/>
                <a:gd name="T56" fmla="*/ 145 w 715"/>
                <a:gd name="T57" fmla="*/ 264 h 418"/>
                <a:gd name="T58" fmla="*/ 83 w 715"/>
                <a:gd name="T59" fmla="*/ 328 h 418"/>
                <a:gd name="T60" fmla="*/ 659 w 715"/>
                <a:gd name="T61" fmla="*/ 387 h 418"/>
                <a:gd name="T62" fmla="*/ 83 w 715"/>
                <a:gd name="T63" fmla="*/ 32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5" h="418">
                  <a:moveTo>
                    <a:pt x="700" y="417"/>
                  </a:moveTo>
                  <a:lnTo>
                    <a:pt x="700" y="417"/>
                  </a:lnTo>
                  <a:cubicBezTo>
                    <a:pt x="708" y="417"/>
                    <a:pt x="714" y="410"/>
                    <a:pt x="714" y="402"/>
                  </a:cubicBezTo>
                  <a:cubicBezTo>
                    <a:pt x="714" y="394"/>
                    <a:pt x="708" y="387"/>
                    <a:pt x="700" y="387"/>
                  </a:cubicBezTo>
                  <a:cubicBezTo>
                    <a:pt x="689" y="387"/>
                    <a:pt x="689" y="387"/>
                    <a:pt x="689" y="387"/>
                  </a:cubicBezTo>
                  <a:cubicBezTo>
                    <a:pt x="684" y="311"/>
                    <a:pt x="684" y="311"/>
                    <a:pt x="684" y="311"/>
                  </a:cubicBezTo>
                  <a:lnTo>
                    <a:pt x="684" y="311"/>
                  </a:lnTo>
                  <a:cubicBezTo>
                    <a:pt x="684" y="310"/>
                    <a:pt x="684" y="309"/>
                    <a:pt x="684" y="309"/>
                  </a:cubicBezTo>
                  <a:cubicBezTo>
                    <a:pt x="683" y="304"/>
                    <a:pt x="682" y="300"/>
                    <a:pt x="679" y="293"/>
                  </a:cubicBezTo>
                  <a:cubicBezTo>
                    <a:pt x="672" y="272"/>
                    <a:pt x="656" y="233"/>
                    <a:pt x="638" y="190"/>
                  </a:cubicBezTo>
                  <a:cubicBezTo>
                    <a:pt x="622" y="147"/>
                    <a:pt x="602" y="99"/>
                    <a:pt x="587" y="65"/>
                  </a:cubicBezTo>
                  <a:lnTo>
                    <a:pt x="587" y="65"/>
                  </a:lnTo>
                  <a:cubicBezTo>
                    <a:pt x="571" y="25"/>
                    <a:pt x="534" y="0"/>
                    <a:pt x="490" y="0"/>
                  </a:cubicBezTo>
                  <a:lnTo>
                    <a:pt x="490" y="0"/>
                  </a:lnTo>
                  <a:cubicBezTo>
                    <a:pt x="432" y="0"/>
                    <a:pt x="432" y="0"/>
                    <a:pt x="432" y="0"/>
                  </a:cubicBezTo>
                  <a:cubicBezTo>
                    <a:pt x="253" y="0"/>
                    <a:pt x="253" y="0"/>
                    <a:pt x="253" y="0"/>
                  </a:cubicBezTo>
                  <a:cubicBezTo>
                    <a:pt x="195" y="0"/>
                    <a:pt x="149" y="46"/>
                    <a:pt x="149" y="105"/>
                  </a:cubicBezTo>
                  <a:cubicBezTo>
                    <a:pt x="149" y="108"/>
                    <a:pt x="150" y="112"/>
                    <a:pt x="153" y="115"/>
                  </a:cubicBezTo>
                  <a:cubicBezTo>
                    <a:pt x="156" y="117"/>
                    <a:pt x="160" y="119"/>
                    <a:pt x="164" y="119"/>
                  </a:cubicBezTo>
                  <a:cubicBezTo>
                    <a:pt x="401" y="119"/>
                    <a:pt x="401" y="119"/>
                    <a:pt x="401" y="119"/>
                  </a:cubicBezTo>
                  <a:cubicBezTo>
                    <a:pt x="410" y="119"/>
                    <a:pt x="417" y="126"/>
                    <a:pt x="417" y="134"/>
                  </a:cubicBezTo>
                  <a:cubicBezTo>
                    <a:pt x="417" y="194"/>
                    <a:pt x="417" y="194"/>
                    <a:pt x="417" y="194"/>
                  </a:cubicBezTo>
                  <a:cubicBezTo>
                    <a:pt x="417" y="203"/>
                    <a:pt x="410" y="208"/>
                    <a:pt x="401" y="208"/>
                  </a:cubicBezTo>
                  <a:cubicBezTo>
                    <a:pt x="225" y="208"/>
                    <a:pt x="225" y="208"/>
                    <a:pt x="225" y="208"/>
                  </a:cubicBezTo>
                  <a:cubicBezTo>
                    <a:pt x="193" y="208"/>
                    <a:pt x="159" y="221"/>
                    <a:pt x="129" y="239"/>
                  </a:cubicBezTo>
                  <a:cubicBezTo>
                    <a:pt x="101" y="256"/>
                    <a:pt x="78" y="278"/>
                    <a:pt x="62" y="304"/>
                  </a:cubicBezTo>
                  <a:cubicBezTo>
                    <a:pt x="62" y="306"/>
                    <a:pt x="61" y="307"/>
                    <a:pt x="61" y="307"/>
                  </a:cubicBezTo>
                  <a:cubicBezTo>
                    <a:pt x="60" y="310"/>
                    <a:pt x="58" y="311"/>
                    <a:pt x="58" y="313"/>
                  </a:cubicBezTo>
                  <a:cubicBezTo>
                    <a:pt x="20" y="387"/>
                    <a:pt x="20" y="387"/>
                    <a:pt x="20" y="387"/>
                  </a:cubicBezTo>
                  <a:cubicBezTo>
                    <a:pt x="15" y="387"/>
                    <a:pt x="15" y="387"/>
                    <a:pt x="15" y="387"/>
                  </a:cubicBezTo>
                  <a:cubicBezTo>
                    <a:pt x="7" y="387"/>
                    <a:pt x="0" y="394"/>
                    <a:pt x="0" y="402"/>
                  </a:cubicBezTo>
                  <a:cubicBezTo>
                    <a:pt x="0" y="410"/>
                    <a:pt x="7" y="417"/>
                    <a:pt x="15" y="417"/>
                  </a:cubicBezTo>
                  <a:lnTo>
                    <a:pt x="15" y="417"/>
                  </a:lnTo>
                  <a:cubicBezTo>
                    <a:pt x="30" y="417"/>
                    <a:pt x="30" y="417"/>
                    <a:pt x="30" y="417"/>
                  </a:cubicBezTo>
                  <a:cubicBezTo>
                    <a:pt x="41" y="417"/>
                    <a:pt x="41" y="417"/>
                    <a:pt x="41" y="417"/>
                  </a:cubicBezTo>
                  <a:cubicBezTo>
                    <a:pt x="675" y="417"/>
                    <a:pt x="675" y="417"/>
                    <a:pt x="675" y="417"/>
                  </a:cubicBezTo>
                  <a:lnTo>
                    <a:pt x="700" y="417"/>
                  </a:lnTo>
                  <a:close/>
                  <a:moveTo>
                    <a:pt x="145" y="264"/>
                  </a:moveTo>
                  <a:lnTo>
                    <a:pt x="145" y="264"/>
                  </a:lnTo>
                  <a:cubicBezTo>
                    <a:pt x="170" y="249"/>
                    <a:pt x="200" y="239"/>
                    <a:pt x="225" y="239"/>
                  </a:cubicBezTo>
                  <a:cubicBezTo>
                    <a:pt x="401" y="239"/>
                    <a:pt x="401" y="239"/>
                    <a:pt x="401" y="239"/>
                  </a:cubicBezTo>
                  <a:cubicBezTo>
                    <a:pt x="426" y="239"/>
                    <a:pt x="446" y="218"/>
                    <a:pt x="446" y="194"/>
                  </a:cubicBezTo>
                  <a:cubicBezTo>
                    <a:pt x="446" y="134"/>
                    <a:pt x="446" y="134"/>
                    <a:pt x="446" y="134"/>
                  </a:cubicBezTo>
                  <a:cubicBezTo>
                    <a:pt x="446" y="109"/>
                    <a:pt x="426" y="90"/>
                    <a:pt x="401" y="90"/>
                  </a:cubicBezTo>
                  <a:cubicBezTo>
                    <a:pt x="179" y="90"/>
                    <a:pt x="179" y="90"/>
                    <a:pt x="179" y="90"/>
                  </a:cubicBezTo>
                  <a:cubicBezTo>
                    <a:pt x="184" y="76"/>
                    <a:pt x="191" y="62"/>
                    <a:pt x="200" y="52"/>
                  </a:cubicBezTo>
                  <a:cubicBezTo>
                    <a:pt x="214" y="38"/>
                    <a:pt x="232" y="30"/>
                    <a:pt x="253" y="30"/>
                  </a:cubicBezTo>
                  <a:cubicBezTo>
                    <a:pt x="432" y="30"/>
                    <a:pt x="432" y="30"/>
                    <a:pt x="432" y="30"/>
                  </a:cubicBezTo>
                  <a:cubicBezTo>
                    <a:pt x="490" y="30"/>
                    <a:pt x="490" y="30"/>
                    <a:pt x="490" y="30"/>
                  </a:cubicBezTo>
                  <a:lnTo>
                    <a:pt x="490" y="30"/>
                  </a:lnTo>
                  <a:cubicBezTo>
                    <a:pt x="521" y="30"/>
                    <a:pt x="548" y="48"/>
                    <a:pt x="560" y="76"/>
                  </a:cubicBezTo>
                  <a:cubicBezTo>
                    <a:pt x="573" y="70"/>
                    <a:pt x="573" y="70"/>
                    <a:pt x="573" y="70"/>
                  </a:cubicBezTo>
                  <a:cubicBezTo>
                    <a:pt x="560" y="76"/>
                    <a:pt x="560" y="76"/>
                    <a:pt x="560" y="76"/>
                  </a:cubicBezTo>
                  <a:cubicBezTo>
                    <a:pt x="577" y="117"/>
                    <a:pt x="601" y="175"/>
                    <a:pt x="620" y="223"/>
                  </a:cubicBezTo>
                  <a:cubicBezTo>
                    <a:pt x="630" y="249"/>
                    <a:pt x="638" y="269"/>
                    <a:pt x="645" y="286"/>
                  </a:cubicBezTo>
                  <a:cubicBezTo>
                    <a:pt x="647" y="290"/>
                    <a:pt x="648" y="295"/>
                    <a:pt x="649" y="297"/>
                  </a:cubicBezTo>
                  <a:cubicBezTo>
                    <a:pt x="104" y="297"/>
                    <a:pt x="104" y="297"/>
                    <a:pt x="104" y="297"/>
                  </a:cubicBezTo>
                  <a:cubicBezTo>
                    <a:pt x="115" y="285"/>
                    <a:pt x="129" y="274"/>
                    <a:pt x="145" y="264"/>
                  </a:cubicBezTo>
                  <a:close/>
                  <a:moveTo>
                    <a:pt x="83" y="328"/>
                  </a:moveTo>
                  <a:lnTo>
                    <a:pt x="83" y="328"/>
                  </a:lnTo>
                  <a:cubicBezTo>
                    <a:pt x="655" y="328"/>
                    <a:pt x="655" y="328"/>
                    <a:pt x="655" y="328"/>
                  </a:cubicBezTo>
                  <a:cubicBezTo>
                    <a:pt x="659" y="387"/>
                    <a:pt x="659" y="387"/>
                    <a:pt x="659" y="387"/>
                  </a:cubicBezTo>
                  <a:cubicBezTo>
                    <a:pt x="54" y="387"/>
                    <a:pt x="54" y="387"/>
                    <a:pt x="54" y="387"/>
                  </a:cubicBezTo>
                  <a:lnTo>
                    <a:pt x="83" y="3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2" name="Freeform 180">
              <a:extLst>
                <a:ext uri="{FF2B5EF4-FFF2-40B4-BE49-F238E27FC236}">
                  <a16:creationId xmlns:a16="http://schemas.microsoft.com/office/drawing/2014/main" id="{7BEB9113-9A1B-F9F7-162D-CDCEAFB36D39}"/>
                </a:ext>
              </a:extLst>
            </p:cNvPr>
            <p:cNvSpPr>
              <a:spLocks noChangeArrowheads="1"/>
            </p:cNvSpPr>
            <p:nvPr/>
          </p:nvSpPr>
          <p:spPr bwMode="auto">
            <a:xfrm>
              <a:off x="8223250" y="5510213"/>
              <a:ext cx="11113" cy="42862"/>
            </a:xfrm>
            <a:custGeom>
              <a:avLst/>
              <a:gdLst>
                <a:gd name="T0" fmla="*/ 13 w 30"/>
                <a:gd name="T1" fmla="*/ 118 h 119"/>
                <a:gd name="T2" fmla="*/ 13 w 30"/>
                <a:gd name="T3" fmla="*/ 118 h 119"/>
                <a:gd name="T4" fmla="*/ 29 w 30"/>
                <a:gd name="T5" fmla="*/ 104 h 119"/>
                <a:gd name="T6" fmla="*/ 29 w 30"/>
                <a:gd name="T7" fmla="*/ 15 h 119"/>
                <a:gd name="T8" fmla="*/ 13 w 30"/>
                <a:gd name="T9" fmla="*/ 0 h 119"/>
                <a:gd name="T10" fmla="*/ 0 w 30"/>
                <a:gd name="T11" fmla="*/ 15 h 119"/>
                <a:gd name="T12" fmla="*/ 0 w 30"/>
                <a:gd name="T13" fmla="*/ 104 h 119"/>
                <a:gd name="T14" fmla="*/ 13 w 30"/>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9">
                  <a:moveTo>
                    <a:pt x="13" y="118"/>
                  </a:moveTo>
                  <a:lnTo>
                    <a:pt x="13" y="118"/>
                  </a:lnTo>
                  <a:cubicBezTo>
                    <a:pt x="22" y="118"/>
                    <a:pt x="29" y="113"/>
                    <a:pt x="29" y="104"/>
                  </a:cubicBezTo>
                  <a:cubicBezTo>
                    <a:pt x="29" y="15"/>
                    <a:pt x="29" y="15"/>
                    <a:pt x="29" y="15"/>
                  </a:cubicBezTo>
                  <a:cubicBezTo>
                    <a:pt x="29" y="7"/>
                    <a:pt x="22" y="0"/>
                    <a:pt x="13" y="0"/>
                  </a:cubicBezTo>
                  <a:cubicBezTo>
                    <a:pt x="5" y="0"/>
                    <a:pt x="0" y="7"/>
                    <a:pt x="0" y="15"/>
                  </a:cubicBezTo>
                  <a:cubicBezTo>
                    <a:pt x="0" y="104"/>
                    <a:pt x="0" y="104"/>
                    <a:pt x="0" y="104"/>
                  </a:cubicBezTo>
                  <a:cubicBezTo>
                    <a:pt x="0" y="113"/>
                    <a:pt x="5" y="118"/>
                    <a:pt x="13"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3" name="Freeform 181">
              <a:extLst>
                <a:ext uri="{FF2B5EF4-FFF2-40B4-BE49-F238E27FC236}">
                  <a16:creationId xmlns:a16="http://schemas.microsoft.com/office/drawing/2014/main" id="{01792221-5A02-0ADE-4E9B-F1813E712764}"/>
                </a:ext>
              </a:extLst>
            </p:cNvPr>
            <p:cNvSpPr>
              <a:spLocks noChangeArrowheads="1"/>
            </p:cNvSpPr>
            <p:nvPr/>
          </p:nvSpPr>
          <p:spPr bwMode="auto">
            <a:xfrm>
              <a:off x="8243888" y="5508625"/>
              <a:ext cx="33337" cy="33338"/>
            </a:xfrm>
            <a:custGeom>
              <a:avLst/>
              <a:gdLst>
                <a:gd name="T0" fmla="*/ 86 w 93"/>
                <a:gd name="T1" fmla="*/ 87 h 93"/>
                <a:gd name="T2" fmla="*/ 86 w 93"/>
                <a:gd name="T3" fmla="*/ 87 h 93"/>
                <a:gd name="T4" fmla="*/ 86 w 93"/>
                <a:gd name="T5" fmla="*/ 66 h 93"/>
                <a:gd name="T6" fmla="*/ 28 w 93"/>
                <a:gd name="T7" fmla="*/ 6 h 93"/>
                <a:gd name="T8" fmla="*/ 5 w 93"/>
                <a:gd name="T9" fmla="*/ 6 h 93"/>
                <a:gd name="T10" fmla="*/ 5 w 93"/>
                <a:gd name="T11" fmla="*/ 27 h 93"/>
                <a:gd name="T12" fmla="*/ 65 w 93"/>
                <a:gd name="T13" fmla="*/ 87 h 93"/>
                <a:gd name="T14" fmla="*/ 86 w 93"/>
                <a:gd name="T15" fmla="*/ 8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6" y="87"/>
                  </a:moveTo>
                  <a:lnTo>
                    <a:pt x="86" y="87"/>
                  </a:lnTo>
                  <a:cubicBezTo>
                    <a:pt x="92" y="81"/>
                    <a:pt x="92" y="71"/>
                    <a:pt x="86" y="66"/>
                  </a:cubicBezTo>
                  <a:cubicBezTo>
                    <a:pt x="28" y="6"/>
                    <a:pt x="28" y="6"/>
                    <a:pt x="28" y="6"/>
                  </a:cubicBezTo>
                  <a:cubicBezTo>
                    <a:pt x="21" y="0"/>
                    <a:pt x="12" y="0"/>
                    <a:pt x="5" y="6"/>
                  </a:cubicBezTo>
                  <a:cubicBezTo>
                    <a:pt x="0" y="11"/>
                    <a:pt x="0" y="21"/>
                    <a:pt x="5" y="27"/>
                  </a:cubicBezTo>
                  <a:cubicBezTo>
                    <a:pt x="65" y="87"/>
                    <a:pt x="65" y="87"/>
                    <a:pt x="65" y="87"/>
                  </a:cubicBezTo>
                  <a:cubicBezTo>
                    <a:pt x="71" y="92"/>
                    <a:pt x="81" y="92"/>
                    <a:pt x="86"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7AE31DD1-42F6-39A2-0FD6-F294784394B0}"/>
                </a:ext>
              </a:extLst>
            </p:cNvPr>
            <p:cNvSpPr>
              <a:spLocks noChangeArrowheads="1"/>
            </p:cNvSpPr>
            <p:nvPr/>
          </p:nvSpPr>
          <p:spPr bwMode="auto">
            <a:xfrm>
              <a:off x="8178800" y="5508625"/>
              <a:ext cx="33338" cy="33338"/>
            </a:xfrm>
            <a:custGeom>
              <a:avLst/>
              <a:gdLst>
                <a:gd name="T0" fmla="*/ 87 w 93"/>
                <a:gd name="T1" fmla="*/ 6 h 93"/>
                <a:gd name="T2" fmla="*/ 87 w 93"/>
                <a:gd name="T3" fmla="*/ 6 h 93"/>
                <a:gd name="T4" fmla="*/ 66 w 93"/>
                <a:gd name="T5" fmla="*/ 6 h 93"/>
                <a:gd name="T6" fmla="*/ 6 w 93"/>
                <a:gd name="T7" fmla="*/ 66 h 93"/>
                <a:gd name="T8" fmla="*/ 6 w 93"/>
                <a:gd name="T9" fmla="*/ 87 h 93"/>
                <a:gd name="T10" fmla="*/ 28 w 93"/>
                <a:gd name="T11" fmla="*/ 87 h 93"/>
                <a:gd name="T12" fmla="*/ 87 w 93"/>
                <a:gd name="T13" fmla="*/ 27 h 93"/>
                <a:gd name="T14" fmla="*/ 87 w 93"/>
                <a:gd name="T15" fmla="*/ 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7" y="6"/>
                  </a:moveTo>
                  <a:lnTo>
                    <a:pt x="87" y="6"/>
                  </a:lnTo>
                  <a:cubicBezTo>
                    <a:pt x="81" y="0"/>
                    <a:pt x="71" y="0"/>
                    <a:pt x="66" y="6"/>
                  </a:cubicBezTo>
                  <a:cubicBezTo>
                    <a:pt x="6" y="66"/>
                    <a:pt x="6" y="66"/>
                    <a:pt x="6" y="66"/>
                  </a:cubicBezTo>
                  <a:cubicBezTo>
                    <a:pt x="0" y="71"/>
                    <a:pt x="0" y="81"/>
                    <a:pt x="6" y="87"/>
                  </a:cubicBezTo>
                  <a:cubicBezTo>
                    <a:pt x="13" y="92"/>
                    <a:pt x="21" y="92"/>
                    <a:pt x="28" y="87"/>
                  </a:cubicBezTo>
                  <a:cubicBezTo>
                    <a:pt x="87" y="27"/>
                    <a:pt x="87" y="27"/>
                    <a:pt x="87" y="27"/>
                  </a:cubicBezTo>
                  <a:cubicBezTo>
                    <a:pt x="92" y="21"/>
                    <a:pt x="92" y="11"/>
                    <a:pt x="8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5" name="Group 228">
            <a:extLst>
              <a:ext uri="{FF2B5EF4-FFF2-40B4-BE49-F238E27FC236}">
                <a16:creationId xmlns:a16="http://schemas.microsoft.com/office/drawing/2014/main" id="{DB7BD3AD-01EC-C294-E25E-D813C5969EC6}"/>
              </a:ext>
            </a:extLst>
          </p:cNvPr>
          <p:cNvGrpSpPr/>
          <p:nvPr/>
        </p:nvGrpSpPr>
        <p:grpSpPr>
          <a:xfrm>
            <a:off x="9732044" y="4998144"/>
            <a:ext cx="236537" cy="247650"/>
            <a:chOff x="8704263" y="5327650"/>
            <a:chExt cx="236537" cy="247650"/>
          </a:xfrm>
          <a:solidFill>
            <a:schemeClr val="tx2"/>
          </a:solidFill>
        </p:grpSpPr>
        <p:sp>
          <p:nvSpPr>
            <p:cNvPr id="226" name="Freeform 183">
              <a:extLst>
                <a:ext uri="{FF2B5EF4-FFF2-40B4-BE49-F238E27FC236}">
                  <a16:creationId xmlns:a16="http://schemas.microsoft.com/office/drawing/2014/main" id="{FA452447-852F-D4A6-84DD-2C15389E5B9B}"/>
                </a:ext>
              </a:extLst>
            </p:cNvPr>
            <p:cNvSpPr>
              <a:spLocks noChangeArrowheads="1"/>
            </p:cNvSpPr>
            <p:nvPr/>
          </p:nvSpPr>
          <p:spPr bwMode="auto">
            <a:xfrm>
              <a:off x="8704263" y="5327650"/>
              <a:ext cx="236537" cy="247650"/>
            </a:xfrm>
            <a:custGeom>
              <a:avLst/>
              <a:gdLst>
                <a:gd name="T0" fmla="*/ 643 w 655"/>
                <a:gd name="T1" fmla="*/ 377 h 686"/>
                <a:gd name="T2" fmla="*/ 565 w 655"/>
                <a:gd name="T3" fmla="*/ 131 h 686"/>
                <a:gd name="T4" fmla="*/ 525 w 655"/>
                <a:gd name="T5" fmla="*/ 78 h 686"/>
                <a:gd name="T6" fmla="*/ 447 w 655"/>
                <a:gd name="T7" fmla="*/ 60 h 686"/>
                <a:gd name="T8" fmla="*/ 402 w 655"/>
                <a:gd name="T9" fmla="*/ 0 h 686"/>
                <a:gd name="T10" fmla="*/ 208 w 655"/>
                <a:gd name="T11" fmla="*/ 45 h 686"/>
                <a:gd name="T12" fmla="*/ 193 w 655"/>
                <a:gd name="T13" fmla="*/ 60 h 686"/>
                <a:gd name="T14" fmla="*/ 90 w 655"/>
                <a:gd name="T15" fmla="*/ 130 h 686"/>
                <a:gd name="T16" fmla="*/ 60 w 655"/>
                <a:gd name="T17" fmla="*/ 277 h 686"/>
                <a:gd name="T18" fmla="*/ 0 w 655"/>
                <a:gd name="T19" fmla="*/ 502 h 686"/>
                <a:gd name="T20" fmla="*/ 0 w 655"/>
                <a:gd name="T21" fmla="*/ 581 h 686"/>
                <a:gd name="T22" fmla="*/ 14 w 655"/>
                <a:gd name="T23" fmla="*/ 596 h 686"/>
                <a:gd name="T24" fmla="*/ 30 w 655"/>
                <a:gd name="T25" fmla="*/ 640 h 686"/>
                <a:gd name="T26" fmla="*/ 104 w 655"/>
                <a:gd name="T27" fmla="*/ 685 h 686"/>
                <a:gd name="T28" fmla="*/ 148 w 655"/>
                <a:gd name="T29" fmla="*/ 596 h 686"/>
                <a:gd name="T30" fmla="*/ 505 w 655"/>
                <a:gd name="T31" fmla="*/ 640 h 686"/>
                <a:gd name="T32" fmla="*/ 581 w 655"/>
                <a:gd name="T33" fmla="*/ 685 h 686"/>
                <a:gd name="T34" fmla="*/ 625 w 655"/>
                <a:gd name="T35" fmla="*/ 596 h 686"/>
                <a:gd name="T36" fmla="*/ 650 w 655"/>
                <a:gd name="T37" fmla="*/ 592 h 686"/>
                <a:gd name="T38" fmla="*/ 654 w 655"/>
                <a:gd name="T39" fmla="*/ 522 h 686"/>
                <a:gd name="T40" fmla="*/ 654 w 655"/>
                <a:gd name="T41" fmla="*/ 502 h 686"/>
                <a:gd name="T42" fmla="*/ 237 w 655"/>
                <a:gd name="T43" fmla="*/ 45 h 686"/>
                <a:gd name="T44" fmla="*/ 253 w 655"/>
                <a:gd name="T45" fmla="*/ 31 h 686"/>
                <a:gd name="T46" fmla="*/ 416 w 655"/>
                <a:gd name="T47" fmla="*/ 45 h 686"/>
                <a:gd name="T48" fmla="*/ 237 w 655"/>
                <a:gd name="T49" fmla="*/ 60 h 686"/>
                <a:gd name="T50" fmla="*/ 145 w 655"/>
                <a:gd name="T51" fmla="*/ 104 h 686"/>
                <a:gd name="T52" fmla="*/ 193 w 655"/>
                <a:gd name="T53" fmla="*/ 90 h 686"/>
                <a:gd name="T54" fmla="*/ 447 w 655"/>
                <a:gd name="T55" fmla="*/ 90 h 686"/>
                <a:gd name="T56" fmla="*/ 508 w 655"/>
                <a:gd name="T57" fmla="*/ 104 h 686"/>
                <a:gd name="T58" fmla="*/ 562 w 655"/>
                <a:gd name="T59" fmla="*/ 268 h 686"/>
                <a:gd name="T60" fmla="*/ 119 w 655"/>
                <a:gd name="T61" fmla="*/ 138 h 686"/>
                <a:gd name="T62" fmla="*/ 104 w 655"/>
                <a:gd name="T63" fmla="*/ 656 h 686"/>
                <a:gd name="T64" fmla="*/ 74 w 655"/>
                <a:gd name="T65" fmla="*/ 656 h 686"/>
                <a:gd name="T66" fmla="*/ 59 w 655"/>
                <a:gd name="T67" fmla="*/ 596 h 686"/>
                <a:gd name="T68" fmla="*/ 119 w 655"/>
                <a:gd name="T69" fmla="*/ 640 h 686"/>
                <a:gd name="T70" fmla="*/ 594 w 655"/>
                <a:gd name="T71" fmla="*/ 640 h 686"/>
                <a:gd name="T72" fmla="*/ 581 w 655"/>
                <a:gd name="T73" fmla="*/ 656 h 686"/>
                <a:gd name="T74" fmla="*/ 536 w 655"/>
                <a:gd name="T75" fmla="*/ 640 h 686"/>
                <a:gd name="T76" fmla="*/ 594 w 655"/>
                <a:gd name="T77" fmla="*/ 596 h 686"/>
                <a:gd name="T78" fmla="*/ 625 w 655"/>
                <a:gd name="T79" fmla="*/ 567 h 686"/>
                <a:gd name="T80" fmla="*/ 610 w 655"/>
                <a:gd name="T81" fmla="*/ 567 h 686"/>
                <a:gd name="T82" fmla="*/ 30 w 655"/>
                <a:gd name="T83" fmla="*/ 567 h 686"/>
                <a:gd name="T84" fmla="*/ 30 w 655"/>
                <a:gd name="T85" fmla="*/ 522 h 686"/>
                <a:gd name="T86" fmla="*/ 30 w 655"/>
                <a:gd name="T87" fmla="*/ 502 h 686"/>
                <a:gd name="T88" fmla="*/ 80 w 655"/>
                <a:gd name="T89" fmla="*/ 299 h 686"/>
                <a:gd name="T90" fmla="*/ 614 w 655"/>
                <a:gd name="T91" fmla="*/ 383 h 686"/>
                <a:gd name="T92" fmla="*/ 625 w 655"/>
                <a:gd name="T93" fmla="*/ 521 h 686"/>
                <a:gd name="T94" fmla="*/ 625 w 655"/>
                <a:gd name="T95"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55" h="686">
                  <a:moveTo>
                    <a:pt x="643" y="377"/>
                  </a:moveTo>
                  <a:lnTo>
                    <a:pt x="643" y="377"/>
                  </a:lnTo>
                  <a:cubicBezTo>
                    <a:pt x="635" y="338"/>
                    <a:pt x="620" y="302"/>
                    <a:pt x="594" y="277"/>
                  </a:cubicBezTo>
                  <a:cubicBezTo>
                    <a:pt x="565" y="131"/>
                    <a:pt x="565" y="131"/>
                    <a:pt x="565" y="131"/>
                  </a:cubicBezTo>
                  <a:cubicBezTo>
                    <a:pt x="565" y="130"/>
                    <a:pt x="565" y="130"/>
                    <a:pt x="565" y="130"/>
                  </a:cubicBezTo>
                  <a:cubicBezTo>
                    <a:pt x="558" y="108"/>
                    <a:pt x="543" y="90"/>
                    <a:pt x="525" y="78"/>
                  </a:cubicBezTo>
                  <a:cubicBezTo>
                    <a:pt x="505" y="66"/>
                    <a:pt x="484" y="60"/>
                    <a:pt x="461" y="60"/>
                  </a:cubicBezTo>
                  <a:cubicBezTo>
                    <a:pt x="447" y="60"/>
                    <a:pt x="447" y="60"/>
                    <a:pt x="447" y="60"/>
                  </a:cubicBezTo>
                  <a:cubicBezTo>
                    <a:pt x="447" y="45"/>
                    <a:pt x="447" y="45"/>
                    <a:pt x="447" y="45"/>
                  </a:cubicBezTo>
                  <a:cubicBezTo>
                    <a:pt x="447" y="21"/>
                    <a:pt x="426" y="0"/>
                    <a:pt x="402" y="0"/>
                  </a:cubicBezTo>
                  <a:cubicBezTo>
                    <a:pt x="253" y="0"/>
                    <a:pt x="253" y="0"/>
                    <a:pt x="253" y="0"/>
                  </a:cubicBezTo>
                  <a:cubicBezTo>
                    <a:pt x="228" y="0"/>
                    <a:pt x="208" y="21"/>
                    <a:pt x="208" y="45"/>
                  </a:cubicBezTo>
                  <a:cubicBezTo>
                    <a:pt x="208" y="60"/>
                    <a:pt x="208" y="60"/>
                    <a:pt x="208" y="60"/>
                  </a:cubicBezTo>
                  <a:cubicBezTo>
                    <a:pt x="193" y="60"/>
                    <a:pt x="193" y="60"/>
                    <a:pt x="193" y="60"/>
                  </a:cubicBezTo>
                  <a:cubicBezTo>
                    <a:pt x="171" y="60"/>
                    <a:pt x="148" y="66"/>
                    <a:pt x="130" y="78"/>
                  </a:cubicBezTo>
                  <a:cubicBezTo>
                    <a:pt x="112" y="90"/>
                    <a:pt x="97" y="108"/>
                    <a:pt x="90" y="130"/>
                  </a:cubicBezTo>
                  <a:cubicBezTo>
                    <a:pt x="90" y="131"/>
                    <a:pt x="90" y="131"/>
                    <a:pt x="90" y="131"/>
                  </a:cubicBezTo>
                  <a:cubicBezTo>
                    <a:pt x="60" y="277"/>
                    <a:pt x="60" y="277"/>
                    <a:pt x="60" y="277"/>
                  </a:cubicBezTo>
                  <a:cubicBezTo>
                    <a:pt x="34" y="302"/>
                    <a:pt x="20" y="338"/>
                    <a:pt x="12" y="377"/>
                  </a:cubicBezTo>
                  <a:cubicBezTo>
                    <a:pt x="2" y="417"/>
                    <a:pt x="0" y="462"/>
                    <a:pt x="0" y="502"/>
                  </a:cubicBezTo>
                  <a:cubicBezTo>
                    <a:pt x="0" y="509"/>
                    <a:pt x="0" y="515"/>
                    <a:pt x="0" y="522"/>
                  </a:cubicBezTo>
                  <a:cubicBezTo>
                    <a:pt x="0" y="581"/>
                    <a:pt x="0" y="581"/>
                    <a:pt x="0" y="581"/>
                  </a:cubicBezTo>
                  <a:cubicBezTo>
                    <a:pt x="0" y="585"/>
                    <a:pt x="2" y="589"/>
                    <a:pt x="5" y="592"/>
                  </a:cubicBezTo>
                  <a:cubicBezTo>
                    <a:pt x="7" y="594"/>
                    <a:pt x="12" y="596"/>
                    <a:pt x="14" y="596"/>
                  </a:cubicBezTo>
                  <a:cubicBezTo>
                    <a:pt x="30" y="596"/>
                    <a:pt x="30" y="596"/>
                    <a:pt x="30" y="596"/>
                  </a:cubicBezTo>
                  <a:cubicBezTo>
                    <a:pt x="30" y="640"/>
                    <a:pt x="30" y="640"/>
                    <a:pt x="30" y="640"/>
                  </a:cubicBezTo>
                  <a:cubicBezTo>
                    <a:pt x="30" y="666"/>
                    <a:pt x="49" y="685"/>
                    <a:pt x="74" y="685"/>
                  </a:cubicBezTo>
                  <a:cubicBezTo>
                    <a:pt x="104" y="685"/>
                    <a:pt x="104" y="685"/>
                    <a:pt x="104" y="685"/>
                  </a:cubicBezTo>
                  <a:cubicBezTo>
                    <a:pt x="129" y="685"/>
                    <a:pt x="148" y="666"/>
                    <a:pt x="148" y="640"/>
                  </a:cubicBezTo>
                  <a:cubicBezTo>
                    <a:pt x="148" y="596"/>
                    <a:pt x="148" y="596"/>
                    <a:pt x="148" y="596"/>
                  </a:cubicBezTo>
                  <a:cubicBezTo>
                    <a:pt x="505" y="596"/>
                    <a:pt x="505" y="596"/>
                    <a:pt x="505" y="596"/>
                  </a:cubicBezTo>
                  <a:cubicBezTo>
                    <a:pt x="505" y="640"/>
                    <a:pt x="505" y="640"/>
                    <a:pt x="505" y="640"/>
                  </a:cubicBezTo>
                  <a:cubicBezTo>
                    <a:pt x="505" y="666"/>
                    <a:pt x="526" y="685"/>
                    <a:pt x="550" y="685"/>
                  </a:cubicBezTo>
                  <a:cubicBezTo>
                    <a:pt x="581" y="685"/>
                    <a:pt x="581" y="685"/>
                    <a:pt x="581" y="685"/>
                  </a:cubicBezTo>
                  <a:cubicBezTo>
                    <a:pt x="604" y="685"/>
                    <a:pt x="625" y="666"/>
                    <a:pt x="625" y="640"/>
                  </a:cubicBezTo>
                  <a:cubicBezTo>
                    <a:pt x="625" y="596"/>
                    <a:pt x="625" y="596"/>
                    <a:pt x="625" y="596"/>
                  </a:cubicBezTo>
                  <a:cubicBezTo>
                    <a:pt x="639" y="596"/>
                    <a:pt x="639" y="596"/>
                    <a:pt x="639" y="596"/>
                  </a:cubicBezTo>
                  <a:cubicBezTo>
                    <a:pt x="643" y="596"/>
                    <a:pt x="647" y="594"/>
                    <a:pt x="650" y="592"/>
                  </a:cubicBezTo>
                  <a:cubicBezTo>
                    <a:pt x="653" y="589"/>
                    <a:pt x="654" y="585"/>
                    <a:pt x="654" y="581"/>
                  </a:cubicBezTo>
                  <a:cubicBezTo>
                    <a:pt x="654" y="522"/>
                    <a:pt x="654" y="522"/>
                    <a:pt x="654" y="522"/>
                  </a:cubicBezTo>
                  <a:lnTo>
                    <a:pt x="654" y="522"/>
                  </a:lnTo>
                  <a:cubicBezTo>
                    <a:pt x="654" y="515"/>
                    <a:pt x="654" y="509"/>
                    <a:pt x="654" y="502"/>
                  </a:cubicBezTo>
                  <a:cubicBezTo>
                    <a:pt x="654" y="462"/>
                    <a:pt x="652" y="417"/>
                    <a:pt x="643" y="377"/>
                  </a:cubicBezTo>
                  <a:close/>
                  <a:moveTo>
                    <a:pt x="237" y="45"/>
                  </a:moveTo>
                  <a:lnTo>
                    <a:pt x="237" y="45"/>
                  </a:lnTo>
                  <a:cubicBezTo>
                    <a:pt x="237" y="37"/>
                    <a:pt x="244" y="31"/>
                    <a:pt x="253" y="31"/>
                  </a:cubicBezTo>
                  <a:cubicBezTo>
                    <a:pt x="402" y="31"/>
                    <a:pt x="402" y="31"/>
                    <a:pt x="402" y="31"/>
                  </a:cubicBezTo>
                  <a:cubicBezTo>
                    <a:pt x="410" y="31"/>
                    <a:pt x="416" y="37"/>
                    <a:pt x="416" y="45"/>
                  </a:cubicBezTo>
                  <a:cubicBezTo>
                    <a:pt x="416" y="60"/>
                    <a:pt x="416" y="60"/>
                    <a:pt x="416" y="60"/>
                  </a:cubicBezTo>
                  <a:cubicBezTo>
                    <a:pt x="237" y="60"/>
                    <a:pt x="237" y="60"/>
                    <a:pt x="237" y="60"/>
                  </a:cubicBezTo>
                  <a:lnTo>
                    <a:pt x="237" y="45"/>
                  </a:lnTo>
                  <a:close/>
                  <a:moveTo>
                    <a:pt x="145" y="104"/>
                  </a:moveTo>
                  <a:lnTo>
                    <a:pt x="145" y="104"/>
                  </a:lnTo>
                  <a:cubicBezTo>
                    <a:pt x="159" y="95"/>
                    <a:pt x="176" y="90"/>
                    <a:pt x="193" y="90"/>
                  </a:cubicBezTo>
                  <a:cubicBezTo>
                    <a:pt x="208" y="90"/>
                    <a:pt x="208" y="90"/>
                    <a:pt x="208" y="90"/>
                  </a:cubicBezTo>
                  <a:cubicBezTo>
                    <a:pt x="447" y="90"/>
                    <a:pt x="447" y="90"/>
                    <a:pt x="447" y="90"/>
                  </a:cubicBezTo>
                  <a:cubicBezTo>
                    <a:pt x="461" y="90"/>
                    <a:pt x="461" y="90"/>
                    <a:pt x="461" y="90"/>
                  </a:cubicBezTo>
                  <a:cubicBezTo>
                    <a:pt x="479" y="90"/>
                    <a:pt x="495" y="95"/>
                    <a:pt x="508" y="104"/>
                  </a:cubicBezTo>
                  <a:cubicBezTo>
                    <a:pt x="522" y="112"/>
                    <a:pt x="532" y="123"/>
                    <a:pt x="536" y="138"/>
                  </a:cubicBezTo>
                  <a:cubicBezTo>
                    <a:pt x="562" y="268"/>
                    <a:pt x="562" y="268"/>
                    <a:pt x="562" y="268"/>
                  </a:cubicBezTo>
                  <a:cubicBezTo>
                    <a:pt x="398" y="268"/>
                    <a:pt x="257" y="268"/>
                    <a:pt x="92" y="268"/>
                  </a:cubicBezTo>
                  <a:cubicBezTo>
                    <a:pt x="119" y="138"/>
                    <a:pt x="119" y="138"/>
                    <a:pt x="119" y="138"/>
                  </a:cubicBezTo>
                  <a:cubicBezTo>
                    <a:pt x="123" y="123"/>
                    <a:pt x="133" y="112"/>
                    <a:pt x="145" y="104"/>
                  </a:cubicBezTo>
                  <a:close/>
                  <a:moveTo>
                    <a:pt x="104" y="656"/>
                  </a:moveTo>
                  <a:lnTo>
                    <a:pt x="104" y="656"/>
                  </a:lnTo>
                  <a:cubicBezTo>
                    <a:pt x="74" y="656"/>
                    <a:pt x="74" y="656"/>
                    <a:pt x="74" y="656"/>
                  </a:cubicBezTo>
                  <a:cubicBezTo>
                    <a:pt x="66" y="656"/>
                    <a:pt x="59" y="649"/>
                    <a:pt x="59" y="640"/>
                  </a:cubicBezTo>
                  <a:cubicBezTo>
                    <a:pt x="59" y="596"/>
                    <a:pt x="59" y="596"/>
                    <a:pt x="59" y="596"/>
                  </a:cubicBezTo>
                  <a:cubicBezTo>
                    <a:pt x="119" y="596"/>
                    <a:pt x="119" y="596"/>
                    <a:pt x="119" y="596"/>
                  </a:cubicBezTo>
                  <a:cubicBezTo>
                    <a:pt x="119" y="640"/>
                    <a:pt x="119" y="640"/>
                    <a:pt x="119" y="640"/>
                  </a:cubicBezTo>
                  <a:cubicBezTo>
                    <a:pt x="119" y="649"/>
                    <a:pt x="112" y="656"/>
                    <a:pt x="104" y="656"/>
                  </a:cubicBezTo>
                  <a:close/>
                  <a:moveTo>
                    <a:pt x="594" y="640"/>
                  </a:moveTo>
                  <a:lnTo>
                    <a:pt x="594" y="640"/>
                  </a:lnTo>
                  <a:cubicBezTo>
                    <a:pt x="594" y="649"/>
                    <a:pt x="589" y="656"/>
                    <a:pt x="581" y="656"/>
                  </a:cubicBezTo>
                  <a:cubicBezTo>
                    <a:pt x="550" y="656"/>
                    <a:pt x="550" y="656"/>
                    <a:pt x="550" y="656"/>
                  </a:cubicBezTo>
                  <a:cubicBezTo>
                    <a:pt x="541" y="656"/>
                    <a:pt x="536" y="649"/>
                    <a:pt x="536" y="640"/>
                  </a:cubicBezTo>
                  <a:cubicBezTo>
                    <a:pt x="536" y="596"/>
                    <a:pt x="536" y="596"/>
                    <a:pt x="536" y="596"/>
                  </a:cubicBezTo>
                  <a:cubicBezTo>
                    <a:pt x="594" y="596"/>
                    <a:pt x="594" y="596"/>
                    <a:pt x="594" y="596"/>
                  </a:cubicBezTo>
                  <a:lnTo>
                    <a:pt x="594" y="640"/>
                  </a:lnTo>
                  <a:close/>
                  <a:moveTo>
                    <a:pt x="625" y="567"/>
                  </a:moveTo>
                  <a:lnTo>
                    <a:pt x="625" y="567"/>
                  </a:lnTo>
                  <a:cubicBezTo>
                    <a:pt x="610" y="567"/>
                    <a:pt x="610" y="567"/>
                    <a:pt x="610" y="567"/>
                  </a:cubicBezTo>
                  <a:cubicBezTo>
                    <a:pt x="521" y="567"/>
                    <a:pt x="521" y="567"/>
                    <a:pt x="521" y="567"/>
                  </a:cubicBezTo>
                  <a:cubicBezTo>
                    <a:pt x="30" y="567"/>
                    <a:pt x="30" y="567"/>
                    <a:pt x="30" y="567"/>
                  </a:cubicBezTo>
                  <a:cubicBezTo>
                    <a:pt x="30" y="522"/>
                    <a:pt x="30" y="522"/>
                    <a:pt x="30" y="522"/>
                  </a:cubicBezTo>
                  <a:lnTo>
                    <a:pt x="30" y="522"/>
                  </a:lnTo>
                  <a:lnTo>
                    <a:pt x="30" y="521"/>
                  </a:lnTo>
                  <a:cubicBezTo>
                    <a:pt x="30" y="515"/>
                    <a:pt x="30" y="509"/>
                    <a:pt x="30" y="502"/>
                  </a:cubicBezTo>
                  <a:cubicBezTo>
                    <a:pt x="30" y="463"/>
                    <a:pt x="32" y="420"/>
                    <a:pt x="41" y="383"/>
                  </a:cubicBezTo>
                  <a:cubicBezTo>
                    <a:pt x="48" y="348"/>
                    <a:pt x="62" y="317"/>
                    <a:pt x="80" y="299"/>
                  </a:cubicBezTo>
                  <a:cubicBezTo>
                    <a:pt x="254" y="299"/>
                    <a:pt x="401" y="299"/>
                    <a:pt x="574" y="299"/>
                  </a:cubicBezTo>
                  <a:cubicBezTo>
                    <a:pt x="593" y="317"/>
                    <a:pt x="607" y="348"/>
                    <a:pt x="614" y="383"/>
                  </a:cubicBezTo>
                  <a:cubicBezTo>
                    <a:pt x="622" y="420"/>
                    <a:pt x="625" y="463"/>
                    <a:pt x="625" y="502"/>
                  </a:cubicBezTo>
                  <a:cubicBezTo>
                    <a:pt x="625" y="509"/>
                    <a:pt x="625" y="515"/>
                    <a:pt x="625" y="521"/>
                  </a:cubicBezTo>
                  <a:cubicBezTo>
                    <a:pt x="625" y="522"/>
                    <a:pt x="625" y="522"/>
                    <a:pt x="625" y="522"/>
                  </a:cubicBezTo>
                  <a:lnTo>
                    <a:pt x="625" y="522"/>
                  </a:lnTo>
                  <a:lnTo>
                    <a:pt x="625" y="56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4">
              <a:extLst>
                <a:ext uri="{FF2B5EF4-FFF2-40B4-BE49-F238E27FC236}">
                  <a16:creationId xmlns:a16="http://schemas.microsoft.com/office/drawing/2014/main" id="{1AC78B38-9904-077F-16D7-0C26354D8FDA}"/>
                </a:ext>
              </a:extLst>
            </p:cNvPr>
            <p:cNvSpPr>
              <a:spLocks noChangeArrowheads="1"/>
            </p:cNvSpPr>
            <p:nvPr/>
          </p:nvSpPr>
          <p:spPr bwMode="auto">
            <a:xfrm>
              <a:off x="8780463" y="5454650"/>
              <a:ext cx="85725" cy="65088"/>
            </a:xfrm>
            <a:custGeom>
              <a:avLst/>
              <a:gdLst>
                <a:gd name="T0" fmla="*/ 161 w 240"/>
                <a:gd name="T1" fmla="*/ 0 h 180"/>
                <a:gd name="T2" fmla="*/ 161 w 240"/>
                <a:gd name="T3" fmla="*/ 0 h 180"/>
                <a:gd name="T4" fmla="*/ 78 w 240"/>
                <a:gd name="T5" fmla="*/ 0 h 180"/>
                <a:gd name="T6" fmla="*/ 0 w 240"/>
                <a:gd name="T7" fmla="*/ 78 h 180"/>
                <a:gd name="T8" fmla="*/ 0 w 240"/>
                <a:gd name="T9" fmla="*/ 165 h 180"/>
                <a:gd name="T10" fmla="*/ 4 w 240"/>
                <a:gd name="T11" fmla="*/ 175 h 180"/>
                <a:gd name="T12" fmla="*/ 15 w 240"/>
                <a:gd name="T13" fmla="*/ 179 h 180"/>
                <a:gd name="T14" fmla="*/ 223 w 240"/>
                <a:gd name="T15" fmla="*/ 179 h 180"/>
                <a:gd name="T16" fmla="*/ 234 w 240"/>
                <a:gd name="T17" fmla="*/ 175 h 180"/>
                <a:gd name="T18" fmla="*/ 239 w 240"/>
                <a:gd name="T19" fmla="*/ 165 h 180"/>
                <a:gd name="T20" fmla="*/ 239 w 240"/>
                <a:gd name="T21" fmla="*/ 78 h 180"/>
                <a:gd name="T22" fmla="*/ 161 w 240"/>
                <a:gd name="T23" fmla="*/ 0 h 180"/>
                <a:gd name="T24" fmla="*/ 29 w 240"/>
                <a:gd name="T25" fmla="*/ 78 h 180"/>
                <a:gd name="T26" fmla="*/ 29 w 240"/>
                <a:gd name="T27" fmla="*/ 78 h 180"/>
                <a:gd name="T28" fmla="*/ 78 w 240"/>
                <a:gd name="T29" fmla="*/ 31 h 180"/>
                <a:gd name="T30" fmla="*/ 161 w 240"/>
                <a:gd name="T31" fmla="*/ 31 h 180"/>
                <a:gd name="T32" fmla="*/ 208 w 240"/>
                <a:gd name="T33" fmla="*/ 78 h 180"/>
                <a:gd name="T34" fmla="*/ 208 w 240"/>
                <a:gd name="T35" fmla="*/ 150 h 180"/>
                <a:gd name="T36" fmla="*/ 29 w 240"/>
                <a:gd name="T37" fmla="*/ 150 h 180"/>
                <a:gd name="T38" fmla="*/ 29 w 240"/>
                <a:gd name="T39" fmla="*/ 78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180">
                  <a:moveTo>
                    <a:pt x="161" y="0"/>
                  </a:moveTo>
                  <a:lnTo>
                    <a:pt x="161" y="0"/>
                  </a:lnTo>
                  <a:cubicBezTo>
                    <a:pt x="78" y="0"/>
                    <a:pt x="78" y="0"/>
                    <a:pt x="78" y="0"/>
                  </a:cubicBezTo>
                  <a:cubicBezTo>
                    <a:pt x="35" y="0"/>
                    <a:pt x="0" y="35"/>
                    <a:pt x="0" y="78"/>
                  </a:cubicBezTo>
                  <a:cubicBezTo>
                    <a:pt x="0" y="165"/>
                    <a:pt x="0" y="165"/>
                    <a:pt x="0" y="165"/>
                  </a:cubicBezTo>
                  <a:cubicBezTo>
                    <a:pt x="0" y="168"/>
                    <a:pt x="2" y="172"/>
                    <a:pt x="4" y="175"/>
                  </a:cubicBezTo>
                  <a:cubicBezTo>
                    <a:pt x="7" y="178"/>
                    <a:pt x="11" y="179"/>
                    <a:pt x="15" y="179"/>
                  </a:cubicBezTo>
                  <a:cubicBezTo>
                    <a:pt x="223" y="179"/>
                    <a:pt x="223" y="179"/>
                    <a:pt x="223" y="179"/>
                  </a:cubicBezTo>
                  <a:cubicBezTo>
                    <a:pt x="227" y="179"/>
                    <a:pt x="232" y="178"/>
                    <a:pt x="234" y="175"/>
                  </a:cubicBezTo>
                  <a:cubicBezTo>
                    <a:pt x="237" y="172"/>
                    <a:pt x="239" y="169"/>
                    <a:pt x="239" y="165"/>
                  </a:cubicBezTo>
                  <a:cubicBezTo>
                    <a:pt x="239" y="78"/>
                    <a:pt x="239" y="78"/>
                    <a:pt x="239" y="78"/>
                  </a:cubicBezTo>
                  <a:cubicBezTo>
                    <a:pt x="239" y="35"/>
                    <a:pt x="204" y="0"/>
                    <a:pt x="161" y="0"/>
                  </a:cubicBezTo>
                  <a:close/>
                  <a:moveTo>
                    <a:pt x="29" y="78"/>
                  </a:moveTo>
                  <a:lnTo>
                    <a:pt x="29" y="78"/>
                  </a:lnTo>
                  <a:cubicBezTo>
                    <a:pt x="29" y="52"/>
                    <a:pt x="52" y="31"/>
                    <a:pt x="78" y="31"/>
                  </a:cubicBezTo>
                  <a:cubicBezTo>
                    <a:pt x="161" y="31"/>
                    <a:pt x="161" y="31"/>
                    <a:pt x="161" y="31"/>
                  </a:cubicBezTo>
                  <a:cubicBezTo>
                    <a:pt x="187" y="31"/>
                    <a:pt x="208" y="52"/>
                    <a:pt x="208" y="78"/>
                  </a:cubicBezTo>
                  <a:cubicBezTo>
                    <a:pt x="208" y="150"/>
                    <a:pt x="208" y="150"/>
                    <a:pt x="208" y="150"/>
                  </a:cubicBezTo>
                  <a:cubicBezTo>
                    <a:pt x="29" y="150"/>
                    <a:pt x="29" y="150"/>
                    <a:pt x="29" y="150"/>
                  </a:cubicBezTo>
                  <a:lnTo>
                    <a:pt x="29" y="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5">
              <a:extLst>
                <a:ext uri="{FF2B5EF4-FFF2-40B4-BE49-F238E27FC236}">
                  <a16:creationId xmlns:a16="http://schemas.microsoft.com/office/drawing/2014/main" id="{BADBDFAA-996F-AB3B-87E4-E9D9C30B4FBD}"/>
                </a:ext>
              </a:extLst>
            </p:cNvPr>
            <p:cNvSpPr>
              <a:spLocks noChangeArrowheads="1"/>
            </p:cNvSpPr>
            <p:nvPr/>
          </p:nvSpPr>
          <p:spPr bwMode="auto">
            <a:xfrm>
              <a:off x="8737600" y="5454650"/>
              <a:ext cx="20638" cy="22225"/>
            </a:xfrm>
            <a:custGeom>
              <a:avLst/>
              <a:gdLst>
                <a:gd name="T0" fmla="*/ 29 w 59"/>
                <a:gd name="T1" fmla="*/ 0 h 61"/>
                <a:gd name="T2" fmla="*/ 29 w 59"/>
                <a:gd name="T3" fmla="*/ 0 h 61"/>
                <a:gd name="T4" fmla="*/ 0 w 59"/>
                <a:gd name="T5" fmla="*/ 31 h 61"/>
                <a:gd name="T6" fmla="*/ 29 w 59"/>
                <a:gd name="T7" fmla="*/ 60 h 61"/>
                <a:gd name="T8" fmla="*/ 58 w 59"/>
                <a:gd name="T9" fmla="*/ 31 h 61"/>
                <a:gd name="T10" fmla="*/ 29 w 59"/>
                <a:gd name="T11" fmla="*/ 0 h 61"/>
              </a:gdLst>
              <a:ahLst/>
              <a:cxnLst>
                <a:cxn ang="0">
                  <a:pos x="T0" y="T1"/>
                </a:cxn>
                <a:cxn ang="0">
                  <a:pos x="T2" y="T3"/>
                </a:cxn>
                <a:cxn ang="0">
                  <a:pos x="T4" y="T5"/>
                </a:cxn>
                <a:cxn ang="0">
                  <a:pos x="T6" y="T7"/>
                </a:cxn>
                <a:cxn ang="0">
                  <a:pos x="T8" y="T9"/>
                </a:cxn>
                <a:cxn ang="0">
                  <a:pos x="T10" y="T11"/>
                </a:cxn>
              </a:cxnLst>
              <a:rect l="0" t="0" r="r" b="b"/>
              <a:pathLst>
                <a:path w="59" h="61">
                  <a:moveTo>
                    <a:pt x="29" y="0"/>
                  </a:moveTo>
                  <a:lnTo>
                    <a:pt x="29" y="0"/>
                  </a:lnTo>
                  <a:cubicBezTo>
                    <a:pt x="12" y="0"/>
                    <a:pt x="0" y="14"/>
                    <a:pt x="0" y="31"/>
                  </a:cubicBezTo>
                  <a:cubicBezTo>
                    <a:pt x="0" y="46"/>
                    <a:pt x="12" y="60"/>
                    <a:pt x="29" y="60"/>
                  </a:cubicBezTo>
                  <a:cubicBezTo>
                    <a:pt x="46" y="60"/>
                    <a:pt x="58" y="46"/>
                    <a:pt x="58" y="31"/>
                  </a:cubicBezTo>
                  <a:cubicBezTo>
                    <a:pt x="58"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9" name="Freeform 186">
              <a:extLst>
                <a:ext uri="{FF2B5EF4-FFF2-40B4-BE49-F238E27FC236}">
                  <a16:creationId xmlns:a16="http://schemas.microsoft.com/office/drawing/2014/main" id="{6759E373-0E57-CEA5-2EF4-15206A1EDA29}"/>
                </a:ext>
              </a:extLst>
            </p:cNvPr>
            <p:cNvSpPr>
              <a:spLocks noChangeArrowheads="1"/>
            </p:cNvSpPr>
            <p:nvPr/>
          </p:nvSpPr>
          <p:spPr bwMode="auto">
            <a:xfrm>
              <a:off x="8886825" y="5454650"/>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0" name="Group 233">
            <a:extLst>
              <a:ext uri="{FF2B5EF4-FFF2-40B4-BE49-F238E27FC236}">
                <a16:creationId xmlns:a16="http://schemas.microsoft.com/office/drawing/2014/main" id="{EEC2D4DF-7DD5-85DB-39C7-9F208F075367}"/>
              </a:ext>
            </a:extLst>
          </p:cNvPr>
          <p:cNvGrpSpPr/>
          <p:nvPr/>
        </p:nvGrpSpPr>
        <p:grpSpPr>
          <a:xfrm>
            <a:off x="10268619" y="4993382"/>
            <a:ext cx="182562" cy="257175"/>
            <a:chOff x="9240838" y="5316538"/>
            <a:chExt cx="182562" cy="257175"/>
          </a:xfrm>
          <a:solidFill>
            <a:schemeClr val="tx2"/>
          </a:solidFill>
        </p:grpSpPr>
        <p:sp>
          <p:nvSpPr>
            <p:cNvPr id="231" name="Freeform 187">
              <a:extLst>
                <a:ext uri="{FF2B5EF4-FFF2-40B4-BE49-F238E27FC236}">
                  <a16:creationId xmlns:a16="http://schemas.microsoft.com/office/drawing/2014/main" id="{6E361BE5-8E79-5FB6-328B-F1BBC8279692}"/>
                </a:ext>
              </a:extLst>
            </p:cNvPr>
            <p:cNvSpPr>
              <a:spLocks noChangeArrowheads="1"/>
            </p:cNvSpPr>
            <p:nvPr/>
          </p:nvSpPr>
          <p:spPr bwMode="auto">
            <a:xfrm>
              <a:off x="9240838" y="5316538"/>
              <a:ext cx="182562" cy="257175"/>
            </a:xfrm>
            <a:custGeom>
              <a:avLst/>
              <a:gdLst>
                <a:gd name="T0" fmla="*/ 457 w 507"/>
                <a:gd name="T1" fmla="*/ 565 h 715"/>
                <a:gd name="T2" fmla="*/ 457 w 507"/>
                <a:gd name="T3" fmla="*/ 565 h 715"/>
                <a:gd name="T4" fmla="*/ 506 w 507"/>
                <a:gd name="T5" fmla="*/ 516 h 715"/>
                <a:gd name="T6" fmla="*/ 506 w 507"/>
                <a:gd name="T7" fmla="*/ 49 h 715"/>
                <a:gd name="T8" fmla="*/ 457 w 507"/>
                <a:gd name="T9" fmla="*/ 0 h 715"/>
                <a:gd name="T10" fmla="*/ 49 w 507"/>
                <a:gd name="T11" fmla="*/ 0 h 715"/>
                <a:gd name="T12" fmla="*/ 0 w 507"/>
                <a:gd name="T13" fmla="*/ 49 h 715"/>
                <a:gd name="T14" fmla="*/ 0 w 507"/>
                <a:gd name="T15" fmla="*/ 516 h 715"/>
                <a:gd name="T16" fmla="*/ 49 w 507"/>
                <a:gd name="T17" fmla="*/ 565 h 715"/>
                <a:gd name="T18" fmla="*/ 238 w 507"/>
                <a:gd name="T19" fmla="*/ 565 h 715"/>
                <a:gd name="T20" fmla="*/ 238 w 507"/>
                <a:gd name="T21" fmla="*/ 685 h 715"/>
                <a:gd name="T22" fmla="*/ 194 w 507"/>
                <a:gd name="T23" fmla="*/ 685 h 715"/>
                <a:gd name="T24" fmla="*/ 179 w 507"/>
                <a:gd name="T25" fmla="*/ 699 h 715"/>
                <a:gd name="T26" fmla="*/ 194 w 507"/>
                <a:gd name="T27" fmla="*/ 714 h 715"/>
                <a:gd name="T28" fmla="*/ 312 w 507"/>
                <a:gd name="T29" fmla="*/ 714 h 715"/>
                <a:gd name="T30" fmla="*/ 328 w 507"/>
                <a:gd name="T31" fmla="*/ 699 h 715"/>
                <a:gd name="T32" fmla="*/ 312 w 507"/>
                <a:gd name="T33" fmla="*/ 685 h 715"/>
                <a:gd name="T34" fmla="*/ 268 w 507"/>
                <a:gd name="T35" fmla="*/ 685 h 715"/>
                <a:gd name="T36" fmla="*/ 268 w 507"/>
                <a:gd name="T37" fmla="*/ 565 h 715"/>
                <a:gd name="T38" fmla="*/ 457 w 507"/>
                <a:gd name="T39" fmla="*/ 565 h 715"/>
                <a:gd name="T40" fmla="*/ 31 w 507"/>
                <a:gd name="T41" fmla="*/ 516 h 715"/>
                <a:gd name="T42" fmla="*/ 31 w 507"/>
                <a:gd name="T43" fmla="*/ 516 h 715"/>
                <a:gd name="T44" fmla="*/ 31 w 507"/>
                <a:gd name="T45" fmla="*/ 49 h 715"/>
                <a:gd name="T46" fmla="*/ 49 w 507"/>
                <a:gd name="T47" fmla="*/ 29 h 715"/>
                <a:gd name="T48" fmla="*/ 457 w 507"/>
                <a:gd name="T49" fmla="*/ 29 h 715"/>
                <a:gd name="T50" fmla="*/ 477 w 507"/>
                <a:gd name="T51" fmla="*/ 49 h 715"/>
                <a:gd name="T52" fmla="*/ 477 w 507"/>
                <a:gd name="T53" fmla="*/ 516 h 715"/>
                <a:gd name="T54" fmla="*/ 457 w 507"/>
                <a:gd name="T55" fmla="*/ 536 h 715"/>
                <a:gd name="T56" fmla="*/ 49 w 507"/>
                <a:gd name="T57" fmla="*/ 536 h 715"/>
                <a:gd name="T58" fmla="*/ 31 w 507"/>
                <a:gd name="T59" fmla="*/ 51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07" h="715">
                  <a:moveTo>
                    <a:pt x="457" y="565"/>
                  </a:moveTo>
                  <a:lnTo>
                    <a:pt x="457" y="565"/>
                  </a:lnTo>
                  <a:cubicBezTo>
                    <a:pt x="484" y="565"/>
                    <a:pt x="506" y="544"/>
                    <a:pt x="506" y="516"/>
                  </a:cubicBezTo>
                  <a:cubicBezTo>
                    <a:pt x="506" y="49"/>
                    <a:pt x="506" y="49"/>
                    <a:pt x="506" y="49"/>
                  </a:cubicBezTo>
                  <a:cubicBezTo>
                    <a:pt x="506" y="22"/>
                    <a:pt x="484" y="0"/>
                    <a:pt x="457" y="0"/>
                  </a:cubicBezTo>
                  <a:cubicBezTo>
                    <a:pt x="49" y="0"/>
                    <a:pt x="49" y="0"/>
                    <a:pt x="49" y="0"/>
                  </a:cubicBezTo>
                  <a:cubicBezTo>
                    <a:pt x="22" y="0"/>
                    <a:pt x="0" y="22"/>
                    <a:pt x="0" y="49"/>
                  </a:cubicBezTo>
                  <a:cubicBezTo>
                    <a:pt x="0" y="516"/>
                    <a:pt x="0" y="516"/>
                    <a:pt x="0" y="516"/>
                  </a:cubicBezTo>
                  <a:cubicBezTo>
                    <a:pt x="0" y="544"/>
                    <a:pt x="22" y="565"/>
                    <a:pt x="49" y="565"/>
                  </a:cubicBezTo>
                  <a:cubicBezTo>
                    <a:pt x="238" y="565"/>
                    <a:pt x="238" y="565"/>
                    <a:pt x="238" y="565"/>
                  </a:cubicBezTo>
                  <a:cubicBezTo>
                    <a:pt x="238" y="685"/>
                    <a:pt x="238" y="685"/>
                    <a:pt x="238" y="685"/>
                  </a:cubicBezTo>
                  <a:cubicBezTo>
                    <a:pt x="194" y="685"/>
                    <a:pt x="194" y="685"/>
                    <a:pt x="194" y="685"/>
                  </a:cubicBezTo>
                  <a:cubicBezTo>
                    <a:pt x="186" y="685"/>
                    <a:pt x="179" y="690"/>
                    <a:pt x="179" y="699"/>
                  </a:cubicBezTo>
                  <a:cubicBezTo>
                    <a:pt x="179" y="707"/>
                    <a:pt x="186" y="714"/>
                    <a:pt x="194" y="714"/>
                  </a:cubicBezTo>
                  <a:cubicBezTo>
                    <a:pt x="312" y="714"/>
                    <a:pt x="312" y="714"/>
                    <a:pt x="312" y="714"/>
                  </a:cubicBezTo>
                  <a:cubicBezTo>
                    <a:pt x="321" y="714"/>
                    <a:pt x="328" y="707"/>
                    <a:pt x="328" y="699"/>
                  </a:cubicBezTo>
                  <a:cubicBezTo>
                    <a:pt x="328" y="690"/>
                    <a:pt x="321" y="685"/>
                    <a:pt x="312" y="685"/>
                  </a:cubicBezTo>
                  <a:cubicBezTo>
                    <a:pt x="268" y="685"/>
                    <a:pt x="268" y="685"/>
                    <a:pt x="268" y="685"/>
                  </a:cubicBezTo>
                  <a:cubicBezTo>
                    <a:pt x="268" y="565"/>
                    <a:pt x="268" y="565"/>
                    <a:pt x="268" y="565"/>
                  </a:cubicBezTo>
                  <a:lnTo>
                    <a:pt x="457" y="565"/>
                  </a:lnTo>
                  <a:close/>
                  <a:moveTo>
                    <a:pt x="31" y="516"/>
                  </a:moveTo>
                  <a:lnTo>
                    <a:pt x="31" y="516"/>
                  </a:lnTo>
                  <a:cubicBezTo>
                    <a:pt x="31" y="49"/>
                    <a:pt x="31" y="49"/>
                    <a:pt x="31" y="49"/>
                  </a:cubicBezTo>
                  <a:cubicBezTo>
                    <a:pt x="31" y="38"/>
                    <a:pt x="39" y="29"/>
                    <a:pt x="49" y="29"/>
                  </a:cubicBezTo>
                  <a:cubicBezTo>
                    <a:pt x="457" y="29"/>
                    <a:pt x="457" y="29"/>
                    <a:pt x="457" y="29"/>
                  </a:cubicBezTo>
                  <a:cubicBezTo>
                    <a:pt x="469" y="29"/>
                    <a:pt x="477" y="38"/>
                    <a:pt x="477" y="49"/>
                  </a:cubicBezTo>
                  <a:cubicBezTo>
                    <a:pt x="477" y="516"/>
                    <a:pt x="477" y="516"/>
                    <a:pt x="477" y="516"/>
                  </a:cubicBezTo>
                  <a:cubicBezTo>
                    <a:pt x="477" y="527"/>
                    <a:pt x="469" y="536"/>
                    <a:pt x="457" y="536"/>
                  </a:cubicBezTo>
                  <a:cubicBezTo>
                    <a:pt x="49" y="536"/>
                    <a:pt x="49" y="536"/>
                    <a:pt x="49" y="536"/>
                  </a:cubicBezTo>
                  <a:cubicBezTo>
                    <a:pt x="39" y="536"/>
                    <a:pt x="31" y="527"/>
                    <a:pt x="31" y="5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8">
              <a:extLst>
                <a:ext uri="{FF2B5EF4-FFF2-40B4-BE49-F238E27FC236}">
                  <a16:creationId xmlns:a16="http://schemas.microsoft.com/office/drawing/2014/main" id="{252CD5AB-D4BE-03B5-F137-B61D798A5BB7}"/>
                </a:ext>
              </a:extLst>
            </p:cNvPr>
            <p:cNvSpPr>
              <a:spLocks noChangeArrowheads="1"/>
            </p:cNvSpPr>
            <p:nvPr/>
          </p:nvSpPr>
          <p:spPr bwMode="auto">
            <a:xfrm>
              <a:off x="9293225" y="5348288"/>
              <a:ext cx="85725" cy="139700"/>
            </a:xfrm>
            <a:custGeom>
              <a:avLst/>
              <a:gdLst>
                <a:gd name="T0" fmla="*/ 105 w 240"/>
                <a:gd name="T1" fmla="*/ 268 h 388"/>
                <a:gd name="T2" fmla="*/ 105 w 240"/>
                <a:gd name="T3" fmla="*/ 268 h 388"/>
                <a:gd name="T4" fmla="*/ 239 w 240"/>
                <a:gd name="T5" fmla="*/ 134 h 388"/>
                <a:gd name="T6" fmla="*/ 105 w 240"/>
                <a:gd name="T7" fmla="*/ 0 h 388"/>
                <a:gd name="T8" fmla="*/ 16 w 240"/>
                <a:gd name="T9" fmla="*/ 0 h 388"/>
                <a:gd name="T10" fmla="*/ 10 w 240"/>
                <a:gd name="T11" fmla="*/ 2 h 388"/>
                <a:gd name="T12" fmla="*/ 4 w 240"/>
                <a:gd name="T13" fmla="*/ 5 h 388"/>
                <a:gd name="T14" fmla="*/ 4 w 240"/>
                <a:gd name="T15" fmla="*/ 5 h 388"/>
                <a:gd name="T16" fmla="*/ 4 w 240"/>
                <a:gd name="T17" fmla="*/ 5 h 388"/>
                <a:gd name="T18" fmla="*/ 2 w 240"/>
                <a:gd name="T19" fmla="*/ 10 h 388"/>
                <a:gd name="T20" fmla="*/ 0 w 240"/>
                <a:gd name="T21" fmla="*/ 16 h 388"/>
                <a:gd name="T22" fmla="*/ 0 w 240"/>
                <a:gd name="T23" fmla="*/ 253 h 388"/>
                <a:gd name="T24" fmla="*/ 0 w 240"/>
                <a:gd name="T25" fmla="*/ 373 h 388"/>
                <a:gd name="T26" fmla="*/ 16 w 240"/>
                <a:gd name="T27" fmla="*/ 387 h 388"/>
                <a:gd name="T28" fmla="*/ 30 w 240"/>
                <a:gd name="T29" fmla="*/ 373 h 388"/>
                <a:gd name="T30" fmla="*/ 30 w 240"/>
                <a:gd name="T31" fmla="*/ 268 h 388"/>
                <a:gd name="T32" fmla="*/ 105 w 240"/>
                <a:gd name="T33" fmla="*/ 268 h 388"/>
                <a:gd name="T34" fmla="*/ 177 w 240"/>
                <a:gd name="T35" fmla="*/ 60 h 388"/>
                <a:gd name="T36" fmla="*/ 177 w 240"/>
                <a:gd name="T37" fmla="*/ 60 h 388"/>
                <a:gd name="T38" fmla="*/ 208 w 240"/>
                <a:gd name="T39" fmla="*/ 134 h 388"/>
                <a:gd name="T40" fmla="*/ 177 w 240"/>
                <a:gd name="T41" fmla="*/ 208 h 388"/>
                <a:gd name="T42" fmla="*/ 105 w 240"/>
                <a:gd name="T43" fmla="*/ 239 h 388"/>
                <a:gd name="T44" fmla="*/ 30 w 240"/>
                <a:gd name="T45" fmla="*/ 239 h 388"/>
                <a:gd name="T46" fmla="*/ 30 w 240"/>
                <a:gd name="T47" fmla="*/ 30 h 388"/>
                <a:gd name="T48" fmla="*/ 105 w 240"/>
                <a:gd name="T49" fmla="*/ 30 h 388"/>
                <a:gd name="T50" fmla="*/ 177 w 240"/>
                <a:gd name="T51" fmla="*/ 60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240" h="388">
                  <a:moveTo>
                    <a:pt x="105" y="268"/>
                  </a:moveTo>
                  <a:lnTo>
                    <a:pt x="105" y="268"/>
                  </a:lnTo>
                  <a:cubicBezTo>
                    <a:pt x="179" y="268"/>
                    <a:pt x="239" y="208"/>
                    <a:pt x="239" y="134"/>
                  </a:cubicBezTo>
                  <a:cubicBezTo>
                    <a:pt x="239" y="60"/>
                    <a:pt x="179" y="0"/>
                    <a:pt x="105" y="0"/>
                  </a:cubicBezTo>
                  <a:cubicBezTo>
                    <a:pt x="16" y="0"/>
                    <a:pt x="16" y="0"/>
                    <a:pt x="16" y="0"/>
                  </a:cubicBezTo>
                  <a:cubicBezTo>
                    <a:pt x="13" y="0"/>
                    <a:pt x="11" y="0"/>
                    <a:pt x="10" y="2"/>
                  </a:cubicBezTo>
                  <a:cubicBezTo>
                    <a:pt x="7" y="2"/>
                    <a:pt x="6" y="3"/>
                    <a:pt x="4" y="5"/>
                  </a:cubicBezTo>
                  <a:lnTo>
                    <a:pt x="4" y="5"/>
                  </a:lnTo>
                  <a:lnTo>
                    <a:pt x="4" y="5"/>
                  </a:lnTo>
                  <a:cubicBezTo>
                    <a:pt x="3" y="6"/>
                    <a:pt x="2" y="7"/>
                    <a:pt x="2" y="10"/>
                  </a:cubicBezTo>
                  <a:cubicBezTo>
                    <a:pt x="0" y="12"/>
                    <a:pt x="0" y="13"/>
                    <a:pt x="0" y="16"/>
                  </a:cubicBezTo>
                  <a:cubicBezTo>
                    <a:pt x="0" y="253"/>
                    <a:pt x="0" y="253"/>
                    <a:pt x="0" y="253"/>
                  </a:cubicBezTo>
                  <a:cubicBezTo>
                    <a:pt x="0" y="373"/>
                    <a:pt x="0" y="373"/>
                    <a:pt x="0" y="373"/>
                  </a:cubicBezTo>
                  <a:cubicBezTo>
                    <a:pt x="0" y="381"/>
                    <a:pt x="7" y="387"/>
                    <a:pt x="16" y="387"/>
                  </a:cubicBezTo>
                  <a:cubicBezTo>
                    <a:pt x="24" y="387"/>
                    <a:pt x="30" y="381"/>
                    <a:pt x="30" y="373"/>
                  </a:cubicBezTo>
                  <a:cubicBezTo>
                    <a:pt x="30" y="268"/>
                    <a:pt x="30" y="268"/>
                    <a:pt x="30" y="268"/>
                  </a:cubicBezTo>
                  <a:lnTo>
                    <a:pt x="105" y="268"/>
                  </a:lnTo>
                  <a:close/>
                  <a:moveTo>
                    <a:pt x="177" y="60"/>
                  </a:moveTo>
                  <a:lnTo>
                    <a:pt x="177" y="60"/>
                  </a:lnTo>
                  <a:cubicBezTo>
                    <a:pt x="197" y="80"/>
                    <a:pt x="208" y="105"/>
                    <a:pt x="208" y="134"/>
                  </a:cubicBezTo>
                  <a:cubicBezTo>
                    <a:pt x="208" y="164"/>
                    <a:pt x="197" y="189"/>
                    <a:pt x="177" y="208"/>
                  </a:cubicBezTo>
                  <a:cubicBezTo>
                    <a:pt x="159" y="226"/>
                    <a:pt x="133" y="239"/>
                    <a:pt x="105" y="239"/>
                  </a:cubicBezTo>
                  <a:cubicBezTo>
                    <a:pt x="30" y="239"/>
                    <a:pt x="30" y="239"/>
                    <a:pt x="30" y="239"/>
                  </a:cubicBezTo>
                  <a:cubicBezTo>
                    <a:pt x="30" y="30"/>
                    <a:pt x="30" y="30"/>
                    <a:pt x="30" y="30"/>
                  </a:cubicBezTo>
                  <a:cubicBezTo>
                    <a:pt x="105" y="30"/>
                    <a:pt x="105" y="30"/>
                    <a:pt x="105" y="30"/>
                  </a:cubicBezTo>
                  <a:cubicBezTo>
                    <a:pt x="133" y="30"/>
                    <a:pt x="159" y="42"/>
                    <a:pt x="177"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3" name="Group 236">
            <a:extLst>
              <a:ext uri="{FF2B5EF4-FFF2-40B4-BE49-F238E27FC236}">
                <a16:creationId xmlns:a16="http://schemas.microsoft.com/office/drawing/2014/main" id="{EF253A4C-5610-BDD2-A020-4D85F190EABD}"/>
              </a:ext>
            </a:extLst>
          </p:cNvPr>
          <p:cNvGrpSpPr/>
          <p:nvPr/>
        </p:nvGrpSpPr>
        <p:grpSpPr>
          <a:xfrm>
            <a:off x="8747794" y="5511701"/>
            <a:ext cx="150812" cy="257175"/>
            <a:chOff x="7720013" y="5830888"/>
            <a:chExt cx="150812" cy="257175"/>
          </a:xfrm>
          <a:solidFill>
            <a:schemeClr val="tx2"/>
          </a:solidFill>
        </p:grpSpPr>
        <p:sp>
          <p:nvSpPr>
            <p:cNvPr id="234" name="Freeform 189">
              <a:extLst>
                <a:ext uri="{FF2B5EF4-FFF2-40B4-BE49-F238E27FC236}">
                  <a16:creationId xmlns:a16="http://schemas.microsoft.com/office/drawing/2014/main" id="{783B824E-C4F3-82C3-8B1C-45C00CEBBCFD}"/>
                </a:ext>
              </a:extLst>
            </p:cNvPr>
            <p:cNvSpPr>
              <a:spLocks noChangeArrowheads="1"/>
            </p:cNvSpPr>
            <p:nvPr/>
          </p:nvSpPr>
          <p:spPr bwMode="auto">
            <a:xfrm>
              <a:off x="7720013" y="5830888"/>
              <a:ext cx="150812" cy="257175"/>
            </a:xfrm>
            <a:custGeom>
              <a:avLst/>
              <a:gdLst>
                <a:gd name="T0" fmla="*/ 341 w 418"/>
                <a:gd name="T1" fmla="*/ 714 h 715"/>
                <a:gd name="T2" fmla="*/ 341 w 418"/>
                <a:gd name="T3" fmla="*/ 714 h 715"/>
                <a:gd name="T4" fmla="*/ 357 w 418"/>
                <a:gd name="T5" fmla="*/ 699 h 715"/>
                <a:gd name="T6" fmla="*/ 357 w 418"/>
                <a:gd name="T7" fmla="*/ 685 h 715"/>
                <a:gd name="T8" fmla="*/ 372 w 418"/>
                <a:gd name="T9" fmla="*/ 685 h 715"/>
                <a:gd name="T10" fmla="*/ 417 w 418"/>
                <a:gd name="T11" fmla="*/ 640 h 715"/>
                <a:gd name="T12" fmla="*/ 417 w 418"/>
                <a:gd name="T13" fmla="*/ 223 h 715"/>
                <a:gd name="T14" fmla="*/ 417 w 418"/>
                <a:gd name="T15" fmla="*/ 223 h 715"/>
                <a:gd name="T16" fmla="*/ 417 w 418"/>
                <a:gd name="T17" fmla="*/ 223 h 715"/>
                <a:gd name="T18" fmla="*/ 417 w 418"/>
                <a:gd name="T19" fmla="*/ 45 h 715"/>
                <a:gd name="T20" fmla="*/ 372 w 418"/>
                <a:gd name="T21" fmla="*/ 0 h 715"/>
                <a:gd name="T22" fmla="*/ 44 w 418"/>
                <a:gd name="T23" fmla="*/ 0 h 715"/>
                <a:gd name="T24" fmla="*/ 0 w 418"/>
                <a:gd name="T25" fmla="*/ 45 h 715"/>
                <a:gd name="T26" fmla="*/ 0 w 418"/>
                <a:gd name="T27" fmla="*/ 640 h 715"/>
                <a:gd name="T28" fmla="*/ 44 w 418"/>
                <a:gd name="T29" fmla="*/ 685 h 715"/>
                <a:gd name="T30" fmla="*/ 60 w 418"/>
                <a:gd name="T31" fmla="*/ 685 h 715"/>
                <a:gd name="T32" fmla="*/ 60 w 418"/>
                <a:gd name="T33" fmla="*/ 699 h 715"/>
                <a:gd name="T34" fmla="*/ 74 w 418"/>
                <a:gd name="T35" fmla="*/ 714 h 715"/>
                <a:gd name="T36" fmla="*/ 89 w 418"/>
                <a:gd name="T37" fmla="*/ 699 h 715"/>
                <a:gd name="T38" fmla="*/ 89 w 418"/>
                <a:gd name="T39" fmla="*/ 685 h 715"/>
                <a:gd name="T40" fmla="*/ 327 w 418"/>
                <a:gd name="T41" fmla="*/ 685 h 715"/>
                <a:gd name="T42" fmla="*/ 327 w 418"/>
                <a:gd name="T43" fmla="*/ 699 h 715"/>
                <a:gd name="T44" fmla="*/ 341 w 418"/>
                <a:gd name="T45" fmla="*/ 714 h 715"/>
                <a:gd name="T46" fmla="*/ 44 w 418"/>
                <a:gd name="T47" fmla="*/ 29 h 715"/>
                <a:gd name="T48" fmla="*/ 44 w 418"/>
                <a:gd name="T49" fmla="*/ 29 h 715"/>
                <a:gd name="T50" fmla="*/ 372 w 418"/>
                <a:gd name="T51" fmla="*/ 29 h 715"/>
                <a:gd name="T52" fmla="*/ 386 w 418"/>
                <a:gd name="T53" fmla="*/ 45 h 715"/>
                <a:gd name="T54" fmla="*/ 386 w 418"/>
                <a:gd name="T55" fmla="*/ 208 h 715"/>
                <a:gd name="T56" fmla="*/ 29 w 418"/>
                <a:gd name="T57" fmla="*/ 208 h 715"/>
                <a:gd name="T58" fmla="*/ 29 w 418"/>
                <a:gd name="T59" fmla="*/ 45 h 715"/>
                <a:gd name="T60" fmla="*/ 44 w 418"/>
                <a:gd name="T61" fmla="*/ 29 h 715"/>
                <a:gd name="T62" fmla="*/ 29 w 418"/>
                <a:gd name="T63" fmla="*/ 640 h 715"/>
                <a:gd name="T64" fmla="*/ 29 w 418"/>
                <a:gd name="T65" fmla="*/ 640 h 715"/>
                <a:gd name="T66" fmla="*/ 29 w 418"/>
                <a:gd name="T67" fmla="*/ 239 h 715"/>
                <a:gd name="T68" fmla="*/ 386 w 418"/>
                <a:gd name="T69" fmla="*/ 239 h 715"/>
                <a:gd name="T70" fmla="*/ 386 w 418"/>
                <a:gd name="T71" fmla="*/ 640 h 715"/>
                <a:gd name="T72" fmla="*/ 372 w 418"/>
                <a:gd name="T73" fmla="*/ 654 h 715"/>
                <a:gd name="T74" fmla="*/ 44 w 418"/>
                <a:gd name="T75" fmla="*/ 654 h 715"/>
                <a:gd name="T76" fmla="*/ 29 w 418"/>
                <a:gd name="T77" fmla="*/ 640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18" h="715">
                  <a:moveTo>
                    <a:pt x="341" y="714"/>
                  </a:moveTo>
                  <a:lnTo>
                    <a:pt x="341" y="714"/>
                  </a:lnTo>
                  <a:cubicBezTo>
                    <a:pt x="350" y="714"/>
                    <a:pt x="357" y="707"/>
                    <a:pt x="357" y="699"/>
                  </a:cubicBezTo>
                  <a:cubicBezTo>
                    <a:pt x="357" y="685"/>
                    <a:pt x="357" y="685"/>
                    <a:pt x="357" y="685"/>
                  </a:cubicBezTo>
                  <a:cubicBezTo>
                    <a:pt x="372" y="685"/>
                    <a:pt x="372" y="685"/>
                    <a:pt x="372" y="685"/>
                  </a:cubicBezTo>
                  <a:cubicBezTo>
                    <a:pt x="396" y="685"/>
                    <a:pt x="417" y="664"/>
                    <a:pt x="417" y="640"/>
                  </a:cubicBezTo>
                  <a:cubicBezTo>
                    <a:pt x="417" y="223"/>
                    <a:pt x="417" y="223"/>
                    <a:pt x="417" y="223"/>
                  </a:cubicBezTo>
                  <a:lnTo>
                    <a:pt x="417" y="223"/>
                  </a:lnTo>
                  <a:lnTo>
                    <a:pt x="417" y="223"/>
                  </a:lnTo>
                  <a:cubicBezTo>
                    <a:pt x="417" y="45"/>
                    <a:pt x="417" y="45"/>
                    <a:pt x="417" y="45"/>
                  </a:cubicBezTo>
                  <a:cubicBezTo>
                    <a:pt x="417" y="20"/>
                    <a:pt x="396" y="0"/>
                    <a:pt x="372" y="0"/>
                  </a:cubicBezTo>
                  <a:cubicBezTo>
                    <a:pt x="44" y="0"/>
                    <a:pt x="44" y="0"/>
                    <a:pt x="44" y="0"/>
                  </a:cubicBezTo>
                  <a:cubicBezTo>
                    <a:pt x="19" y="0"/>
                    <a:pt x="0" y="20"/>
                    <a:pt x="0" y="45"/>
                  </a:cubicBezTo>
                  <a:cubicBezTo>
                    <a:pt x="0" y="640"/>
                    <a:pt x="0" y="640"/>
                    <a:pt x="0" y="640"/>
                  </a:cubicBezTo>
                  <a:cubicBezTo>
                    <a:pt x="0" y="664"/>
                    <a:pt x="19" y="685"/>
                    <a:pt x="44" y="685"/>
                  </a:cubicBezTo>
                  <a:cubicBezTo>
                    <a:pt x="60" y="685"/>
                    <a:pt x="60" y="685"/>
                    <a:pt x="60" y="685"/>
                  </a:cubicBezTo>
                  <a:cubicBezTo>
                    <a:pt x="60" y="699"/>
                    <a:pt x="60" y="699"/>
                    <a:pt x="60" y="699"/>
                  </a:cubicBezTo>
                  <a:cubicBezTo>
                    <a:pt x="60" y="707"/>
                    <a:pt x="65" y="714"/>
                    <a:pt x="74" y="714"/>
                  </a:cubicBezTo>
                  <a:cubicBezTo>
                    <a:pt x="82" y="714"/>
                    <a:pt x="89" y="707"/>
                    <a:pt x="89" y="699"/>
                  </a:cubicBezTo>
                  <a:cubicBezTo>
                    <a:pt x="89" y="685"/>
                    <a:pt x="89" y="685"/>
                    <a:pt x="89" y="685"/>
                  </a:cubicBezTo>
                  <a:cubicBezTo>
                    <a:pt x="327" y="685"/>
                    <a:pt x="327" y="685"/>
                    <a:pt x="327" y="685"/>
                  </a:cubicBezTo>
                  <a:cubicBezTo>
                    <a:pt x="327" y="699"/>
                    <a:pt x="327" y="699"/>
                    <a:pt x="327" y="699"/>
                  </a:cubicBezTo>
                  <a:cubicBezTo>
                    <a:pt x="327" y="707"/>
                    <a:pt x="333" y="714"/>
                    <a:pt x="341" y="714"/>
                  </a:cubicBezTo>
                  <a:close/>
                  <a:moveTo>
                    <a:pt x="44" y="29"/>
                  </a:moveTo>
                  <a:lnTo>
                    <a:pt x="44" y="29"/>
                  </a:lnTo>
                  <a:cubicBezTo>
                    <a:pt x="372" y="29"/>
                    <a:pt x="372" y="29"/>
                    <a:pt x="372" y="29"/>
                  </a:cubicBezTo>
                  <a:cubicBezTo>
                    <a:pt x="380" y="29"/>
                    <a:pt x="386" y="36"/>
                    <a:pt x="386" y="45"/>
                  </a:cubicBezTo>
                  <a:cubicBezTo>
                    <a:pt x="386" y="208"/>
                    <a:pt x="386" y="208"/>
                    <a:pt x="386" y="208"/>
                  </a:cubicBezTo>
                  <a:cubicBezTo>
                    <a:pt x="29" y="208"/>
                    <a:pt x="29" y="208"/>
                    <a:pt x="29" y="208"/>
                  </a:cubicBezTo>
                  <a:cubicBezTo>
                    <a:pt x="29" y="45"/>
                    <a:pt x="29" y="45"/>
                    <a:pt x="29" y="45"/>
                  </a:cubicBezTo>
                  <a:cubicBezTo>
                    <a:pt x="29" y="36"/>
                    <a:pt x="36" y="29"/>
                    <a:pt x="44" y="29"/>
                  </a:cubicBezTo>
                  <a:close/>
                  <a:moveTo>
                    <a:pt x="29" y="640"/>
                  </a:moveTo>
                  <a:lnTo>
                    <a:pt x="29" y="640"/>
                  </a:lnTo>
                  <a:cubicBezTo>
                    <a:pt x="29" y="239"/>
                    <a:pt x="29" y="239"/>
                    <a:pt x="29" y="239"/>
                  </a:cubicBezTo>
                  <a:cubicBezTo>
                    <a:pt x="386" y="239"/>
                    <a:pt x="386" y="239"/>
                    <a:pt x="386" y="239"/>
                  </a:cubicBezTo>
                  <a:cubicBezTo>
                    <a:pt x="386" y="640"/>
                    <a:pt x="386" y="640"/>
                    <a:pt x="386" y="640"/>
                  </a:cubicBezTo>
                  <a:cubicBezTo>
                    <a:pt x="386" y="649"/>
                    <a:pt x="380" y="654"/>
                    <a:pt x="372" y="654"/>
                  </a:cubicBezTo>
                  <a:cubicBezTo>
                    <a:pt x="44" y="654"/>
                    <a:pt x="44" y="654"/>
                    <a:pt x="44" y="654"/>
                  </a:cubicBezTo>
                  <a:cubicBezTo>
                    <a:pt x="36" y="654"/>
                    <a:pt x="29" y="649"/>
                    <a:pt x="29" y="6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5" name="Freeform 190">
              <a:extLst>
                <a:ext uri="{FF2B5EF4-FFF2-40B4-BE49-F238E27FC236}">
                  <a16:creationId xmlns:a16="http://schemas.microsoft.com/office/drawing/2014/main" id="{A81BBDD1-A668-43E7-BD08-EE2536EAB170}"/>
                </a:ext>
              </a:extLst>
            </p:cNvPr>
            <p:cNvSpPr>
              <a:spLocks noChangeArrowheads="1"/>
            </p:cNvSpPr>
            <p:nvPr/>
          </p:nvSpPr>
          <p:spPr bwMode="auto">
            <a:xfrm>
              <a:off x="7740650" y="5937250"/>
              <a:ext cx="11113" cy="42863"/>
            </a:xfrm>
            <a:custGeom>
              <a:avLst/>
              <a:gdLst>
                <a:gd name="T0" fmla="*/ 29 w 30"/>
                <a:gd name="T1" fmla="*/ 105 h 121"/>
                <a:gd name="T2" fmla="*/ 29 w 30"/>
                <a:gd name="T3" fmla="*/ 105 h 121"/>
                <a:gd name="T4" fmla="*/ 29 w 30"/>
                <a:gd name="T5" fmla="*/ 16 h 121"/>
                <a:gd name="T6" fmla="*/ 14 w 30"/>
                <a:gd name="T7" fmla="*/ 0 h 121"/>
                <a:gd name="T8" fmla="*/ 0 w 30"/>
                <a:gd name="T9" fmla="*/ 16 h 121"/>
                <a:gd name="T10" fmla="*/ 0 w 30"/>
                <a:gd name="T11" fmla="*/ 105 h 121"/>
                <a:gd name="T12" fmla="*/ 14 w 30"/>
                <a:gd name="T13" fmla="*/ 120 h 121"/>
                <a:gd name="T14" fmla="*/ 29 w 30"/>
                <a:gd name="T15" fmla="*/ 105 h 1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21">
                  <a:moveTo>
                    <a:pt x="29" y="105"/>
                  </a:moveTo>
                  <a:lnTo>
                    <a:pt x="29" y="105"/>
                  </a:lnTo>
                  <a:cubicBezTo>
                    <a:pt x="29" y="16"/>
                    <a:pt x="29" y="16"/>
                    <a:pt x="29" y="16"/>
                  </a:cubicBezTo>
                  <a:cubicBezTo>
                    <a:pt x="29" y="7"/>
                    <a:pt x="22" y="0"/>
                    <a:pt x="14" y="0"/>
                  </a:cubicBezTo>
                  <a:cubicBezTo>
                    <a:pt x="5" y="0"/>
                    <a:pt x="0" y="7"/>
                    <a:pt x="0" y="16"/>
                  </a:cubicBezTo>
                  <a:cubicBezTo>
                    <a:pt x="0" y="105"/>
                    <a:pt x="0" y="105"/>
                    <a:pt x="0" y="105"/>
                  </a:cubicBezTo>
                  <a:cubicBezTo>
                    <a:pt x="0" y="113"/>
                    <a:pt x="5" y="120"/>
                    <a:pt x="14" y="120"/>
                  </a:cubicBezTo>
                  <a:cubicBezTo>
                    <a:pt x="22" y="120"/>
                    <a:pt x="29" y="113"/>
                    <a:pt x="29"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1">
              <a:extLst>
                <a:ext uri="{FF2B5EF4-FFF2-40B4-BE49-F238E27FC236}">
                  <a16:creationId xmlns:a16="http://schemas.microsoft.com/office/drawing/2014/main" id="{C1ADDDB5-A8A5-360D-7F54-1D0F9B1B89AE}"/>
                </a:ext>
              </a:extLst>
            </p:cNvPr>
            <p:cNvSpPr>
              <a:spLocks noChangeArrowheads="1"/>
            </p:cNvSpPr>
            <p:nvPr/>
          </p:nvSpPr>
          <p:spPr bwMode="auto">
            <a:xfrm>
              <a:off x="7740650" y="5851525"/>
              <a:ext cx="11113" cy="31750"/>
            </a:xfrm>
            <a:custGeom>
              <a:avLst/>
              <a:gdLst>
                <a:gd name="T0" fmla="*/ 14 w 30"/>
                <a:gd name="T1" fmla="*/ 89 h 90"/>
                <a:gd name="T2" fmla="*/ 14 w 30"/>
                <a:gd name="T3" fmla="*/ 89 h 90"/>
                <a:gd name="T4" fmla="*/ 29 w 30"/>
                <a:gd name="T5" fmla="*/ 74 h 90"/>
                <a:gd name="T6" fmla="*/ 29 w 30"/>
                <a:gd name="T7" fmla="*/ 14 h 90"/>
                <a:gd name="T8" fmla="*/ 14 w 30"/>
                <a:gd name="T9" fmla="*/ 0 h 90"/>
                <a:gd name="T10" fmla="*/ 0 w 30"/>
                <a:gd name="T11" fmla="*/ 14 h 90"/>
                <a:gd name="T12" fmla="*/ 0 w 30"/>
                <a:gd name="T13" fmla="*/ 74 h 90"/>
                <a:gd name="T14" fmla="*/ 14 w 30"/>
                <a:gd name="T15" fmla="*/ 89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0">
                  <a:moveTo>
                    <a:pt x="14" y="89"/>
                  </a:moveTo>
                  <a:lnTo>
                    <a:pt x="14" y="89"/>
                  </a:lnTo>
                  <a:cubicBezTo>
                    <a:pt x="22" y="89"/>
                    <a:pt x="29" y="82"/>
                    <a:pt x="29" y="74"/>
                  </a:cubicBezTo>
                  <a:cubicBezTo>
                    <a:pt x="29" y="14"/>
                    <a:pt x="29" y="14"/>
                    <a:pt x="29" y="14"/>
                  </a:cubicBezTo>
                  <a:cubicBezTo>
                    <a:pt x="29" y="6"/>
                    <a:pt x="22" y="0"/>
                    <a:pt x="14" y="0"/>
                  </a:cubicBezTo>
                  <a:cubicBezTo>
                    <a:pt x="5" y="0"/>
                    <a:pt x="0" y="6"/>
                    <a:pt x="0" y="14"/>
                  </a:cubicBezTo>
                  <a:cubicBezTo>
                    <a:pt x="0" y="74"/>
                    <a:pt x="0" y="74"/>
                    <a:pt x="0" y="74"/>
                  </a:cubicBezTo>
                  <a:cubicBezTo>
                    <a:pt x="0" y="82"/>
                    <a:pt x="5" y="89"/>
                    <a:pt x="14"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7" name="Freeform 192">
            <a:extLst>
              <a:ext uri="{FF2B5EF4-FFF2-40B4-BE49-F238E27FC236}">
                <a16:creationId xmlns:a16="http://schemas.microsoft.com/office/drawing/2014/main" id="{AF0754A3-0AC8-0BB4-9C6C-36A9820EDC6B}"/>
              </a:ext>
            </a:extLst>
          </p:cNvPr>
          <p:cNvSpPr>
            <a:spLocks noChangeArrowheads="1"/>
          </p:cNvSpPr>
          <p:nvPr/>
        </p:nvSpPr>
        <p:spPr bwMode="auto">
          <a:xfrm>
            <a:off x="9732044" y="5511701"/>
            <a:ext cx="225425" cy="257175"/>
          </a:xfrm>
          <a:custGeom>
            <a:avLst/>
            <a:gdLst>
              <a:gd name="T0" fmla="*/ 622 w 627"/>
              <a:gd name="T1" fmla="*/ 179 h 715"/>
              <a:gd name="T2" fmla="*/ 505 w 627"/>
              <a:gd name="T3" fmla="*/ 230 h 715"/>
              <a:gd name="T4" fmla="*/ 517 w 627"/>
              <a:gd name="T5" fmla="*/ 124 h 715"/>
              <a:gd name="T6" fmla="*/ 469 w 627"/>
              <a:gd name="T7" fmla="*/ 251 h 715"/>
              <a:gd name="T8" fmla="*/ 328 w 627"/>
              <a:gd name="T9" fmla="*/ 170 h 715"/>
              <a:gd name="T10" fmla="*/ 413 w 627"/>
              <a:gd name="T11" fmla="*/ 64 h 715"/>
              <a:gd name="T12" fmla="*/ 328 w 627"/>
              <a:gd name="T13" fmla="*/ 128 h 715"/>
              <a:gd name="T14" fmla="*/ 314 w 627"/>
              <a:gd name="T15" fmla="*/ 0 h 715"/>
              <a:gd name="T16" fmla="*/ 298 w 627"/>
              <a:gd name="T17" fmla="*/ 128 h 715"/>
              <a:gd name="T18" fmla="*/ 213 w 627"/>
              <a:gd name="T19" fmla="*/ 64 h 715"/>
              <a:gd name="T20" fmla="*/ 298 w 627"/>
              <a:gd name="T21" fmla="*/ 170 h 715"/>
              <a:gd name="T22" fmla="*/ 159 w 627"/>
              <a:gd name="T23" fmla="*/ 251 h 715"/>
              <a:gd name="T24" fmla="*/ 109 w 627"/>
              <a:gd name="T25" fmla="*/ 124 h 715"/>
              <a:gd name="T26" fmla="*/ 123 w 627"/>
              <a:gd name="T27" fmla="*/ 230 h 715"/>
              <a:gd name="T28" fmla="*/ 4 w 627"/>
              <a:gd name="T29" fmla="*/ 179 h 715"/>
              <a:gd name="T30" fmla="*/ 107 w 627"/>
              <a:gd name="T31" fmla="*/ 255 h 715"/>
              <a:gd name="T32" fmla="*/ 10 w 627"/>
              <a:gd name="T33" fmla="*/ 297 h 715"/>
              <a:gd name="T34" fmla="*/ 144 w 627"/>
              <a:gd name="T35" fmla="*/ 276 h 715"/>
              <a:gd name="T36" fmla="*/ 144 w 627"/>
              <a:gd name="T37" fmla="*/ 438 h 715"/>
              <a:gd name="T38" fmla="*/ 10 w 627"/>
              <a:gd name="T39" fmla="*/ 417 h 715"/>
              <a:gd name="T40" fmla="*/ 107 w 627"/>
              <a:gd name="T41" fmla="*/ 459 h 715"/>
              <a:gd name="T42" fmla="*/ 4 w 627"/>
              <a:gd name="T43" fmla="*/ 536 h 715"/>
              <a:gd name="T44" fmla="*/ 123 w 627"/>
              <a:gd name="T45" fmla="*/ 484 h 715"/>
              <a:gd name="T46" fmla="*/ 109 w 627"/>
              <a:gd name="T47" fmla="*/ 590 h 715"/>
              <a:gd name="T48" fmla="*/ 159 w 627"/>
              <a:gd name="T49" fmla="*/ 463 h 715"/>
              <a:gd name="T50" fmla="*/ 298 w 627"/>
              <a:gd name="T51" fmla="*/ 544 h 715"/>
              <a:gd name="T52" fmla="*/ 213 w 627"/>
              <a:gd name="T53" fmla="*/ 650 h 715"/>
              <a:gd name="T54" fmla="*/ 298 w 627"/>
              <a:gd name="T55" fmla="*/ 586 h 715"/>
              <a:gd name="T56" fmla="*/ 314 w 627"/>
              <a:gd name="T57" fmla="*/ 714 h 715"/>
              <a:gd name="T58" fmla="*/ 328 w 627"/>
              <a:gd name="T59" fmla="*/ 586 h 715"/>
              <a:gd name="T60" fmla="*/ 413 w 627"/>
              <a:gd name="T61" fmla="*/ 650 h 715"/>
              <a:gd name="T62" fmla="*/ 328 w 627"/>
              <a:gd name="T63" fmla="*/ 544 h 715"/>
              <a:gd name="T64" fmla="*/ 469 w 627"/>
              <a:gd name="T65" fmla="*/ 463 h 715"/>
              <a:gd name="T66" fmla="*/ 517 w 627"/>
              <a:gd name="T67" fmla="*/ 590 h 715"/>
              <a:gd name="T68" fmla="*/ 505 w 627"/>
              <a:gd name="T69" fmla="*/ 484 h 715"/>
              <a:gd name="T70" fmla="*/ 622 w 627"/>
              <a:gd name="T71" fmla="*/ 536 h 715"/>
              <a:gd name="T72" fmla="*/ 519 w 627"/>
              <a:gd name="T73" fmla="*/ 459 h 715"/>
              <a:gd name="T74" fmla="*/ 618 w 627"/>
              <a:gd name="T75" fmla="*/ 417 h 715"/>
              <a:gd name="T76" fmla="*/ 482 w 627"/>
              <a:gd name="T77" fmla="*/ 438 h 715"/>
              <a:gd name="T78" fmla="*/ 482 w 627"/>
              <a:gd name="T79" fmla="*/ 276 h 715"/>
              <a:gd name="T80" fmla="*/ 618 w 627"/>
              <a:gd name="T81" fmla="*/ 297 h 715"/>
              <a:gd name="T82" fmla="*/ 519 w 627"/>
              <a:gd name="T83" fmla="*/ 255 h 715"/>
              <a:gd name="T84" fmla="*/ 622 w 627"/>
              <a:gd name="T85"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27" h="715">
                <a:moveTo>
                  <a:pt x="622" y="179"/>
                </a:moveTo>
                <a:lnTo>
                  <a:pt x="622" y="179"/>
                </a:lnTo>
                <a:cubicBezTo>
                  <a:pt x="618" y="172"/>
                  <a:pt x="609" y="169"/>
                  <a:pt x="602" y="173"/>
                </a:cubicBezTo>
                <a:cubicBezTo>
                  <a:pt x="505" y="230"/>
                  <a:pt x="505" y="230"/>
                  <a:pt x="505" y="230"/>
                </a:cubicBezTo>
                <a:cubicBezTo>
                  <a:pt x="529" y="142"/>
                  <a:pt x="529" y="142"/>
                  <a:pt x="529" y="142"/>
                </a:cubicBezTo>
                <a:cubicBezTo>
                  <a:pt x="530" y="134"/>
                  <a:pt x="526" y="126"/>
                  <a:pt x="517" y="124"/>
                </a:cubicBezTo>
                <a:cubicBezTo>
                  <a:pt x="509" y="121"/>
                  <a:pt x="501" y="127"/>
                  <a:pt x="499" y="134"/>
                </a:cubicBezTo>
                <a:cubicBezTo>
                  <a:pt x="469" y="251"/>
                  <a:pt x="469" y="251"/>
                  <a:pt x="469" y="251"/>
                </a:cubicBezTo>
                <a:cubicBezTo>
                  <a:pt x="328" y="332"/>
                  <a:pt x="328" y="332"/>
                  <a:pt x="328" y="332"/>
                </a:cubicBezTo>
                <a:cubicBezTo>
                  <a:pt x="328" y="170"/>
                  <a:pt x="328" y="170"/>
                  <a:pt x="328" y="170"/>
                </a:cubicBezTo>
                <a:cubicBezTo>
                  <a:pt x="413" y="85"/>
                  <a:pt x="413" y="85"/>
                  <a:pt x="413" y="85"/>
                </a:cubicBezTo>
                <a:cubicBezTo>
                  <a:pt x="418" y="80"/>
                  <a:pt x="418" y="70"/>
                  <a:pt x="413" y="64"/>
                </a:cubicBezTo>
                <a:cubicBezTo>
                  <a:pt x="407" y="59"/>
                  <a:pt x="397" y="59"/>
                  <a:pt x="392" y="64"/>
                </a:cubicBezTo>
                <a:cubicBezTo>
                  <a:pt x="328" y="128"/>
                  <a:pt x="328" y="128"/>
                  <a:pt x="328" y="128"/>
                </a:cubicBezTo>
                <a:cubicBezTo>
                  <a:pt x="328" y="15"/>
                  <a:pt x="328" y="15"/>
                  <a:pt x="328" y="15"/>
                </a:cubicBezTo>
                <a:cubicBezTo>
                  <a:pt x="328" y="7"/>
                  <a:pt x="322" y="0"/>
                  <a:pt x="314" y="0"/>
                </a:cubicBezTo>
                <a:cubicBezTo>
                  <a:pt x="305" y="0"/>
                  <a:pt x="298" y="7"/>
                  <a:pt x="298" y="15"/>
                </a:cubicBezTo>
                <a:cubicBezTo>
                  <a:pt x="298" y="128"/>
                  <a:pt x="298" y="128"/>
                  <a:pt x="298" y="128"/>
                </a:cubicBezTo>
                <a:cubicBezTo>
                  <a:pt x="234" y="64"/>
                  <a:pt x="234" y="64"/>
                  <a:pt x="234" y="64"/>
                </a:cubicBezTo>
                <a:cubicBezTo>
                  <a:pt x="229" y="59"/>
                  <a:pt x="219" y="59"/>
                  <a:pt x="213" y="64"/>
                </a:cubicBezTo>
                <a:cubicBezTo>
                  <a:pt x="208" y="70"/>
                  <a:pt x="208" y="80"/>
                  <a:pt x="213" y="85"/>
                </a:cubicBezTo>
                <a:cubicBezTo>
                  <a:pt x="298" y="170"/>
                  <a:pt x="298" y="170"/>
                  <a:pt x="298" y="170"/>
                </a:cubicBezTo>
                <a:cubicBezTo>
                  <a:pt x="298" y="332"/>
                  <a:pt x="298" y="332"/>
                  <a:pt x="298" y="332"/>
                </a:cubicBezTo>
                <a:cubicBezTo>
                  <a:pt x="159" y="251"/>
                  <a:pt x="159" y="251"/>
                  <a:pt x="159" y="251"/>
                </a:cubicBezTo>
                <a:cubicBezTo>
                  <a:pt x="127" y="134"/>
                  <a:pt x="127" y="134"/>
                  <a:pt x="127" y="134"/>
                </a:cubicBezTo>
                <a:cubicBezTo>
                  <a:pt x="125" y="127"/>
                  <a:pt x="117" y="121"/>
                  <a:pt x="109" y="124"/>
                </a:cubicBezTo>
                <a:cubicBezTo>
                  <a:pt x="102" y="126"/>
                  <a:pt x="96" y="134"/>
                  <a:pt x="99" y="142"/>
                </a:cubicBezTo>
                <a:cubicBezTo>
                  <a:pt x="123" y="230"/>
                  <a:pt x="123" y="230"/>
                  <a:pt x="123" y="230"/>
                </a:cubicBezTo>
                <a:cubicBezTo>
                  <a:pt x="25" y="173"/>
                  <a:pt x="25" y="173"/>
                  <a:pt x="25" y="173"/>
                </a:cubicBezTo>
                <a:cubicBezTo>
                  <a:pt x="17" y="169"/>
                  <a:pt x="8" y="172"/>
                  <a:pt x="4" y="179"/>
                </a:cubicBezTo>
                <a:cubicBezTo>
                  <a:pt x="0" y="186"/>
                  <a:pt x="3" y="195"/>
                  <a:pt x="10" y="200"/>
                </a:cubicBezTo>
                <a:cubicBezTo>
                  <a:pt x="107" y="255"/>
                  <a:pt x="107" y="255"/>
                  <a:pt x="107" y="255"/>
                </a:cubicBezTo>
                <a:cubicBezTo>
                  <a:pt x="19" y="279"/>
                  <a:pt x="19" y="279"/>
                  <a:pt x="19" y="279"/>
                </a:cubicBezTo>
                <a:cubicBezTo>
                  <a:pt x="13" y="280"/>
                  <a:pt x="7" y="289"/>
                  <a:pt x="10" y="297"/>
                </a:cubicBezTo>
                <a:cubicBezTo>
                  <a:pt x="11" y="306"/>
                  <a:pt x="19" y="310"/>
                  <a:pt x="28" y="307"/>
                </a:cubicBezTo>
                <a:cubicBezTo>
                  <a:pt x="144" y="276"/>
                  <a:pt x="144" y="276"/>
                  <a:pt x="144" y="276"/>
                </a:cubicBezTo>
                <a:cubicBezTo>
                  <a:pt x="283" y="357"/>
                  <a:pt x="283" y="357"/>
                  <a:pt x="283" y="357"/>
                </a:cubicBezTo>
                <a:cubicBezTo>
                  <a:pt x="144" y="438"/>
                  <a:pt x="144" y="438"/>
                  <a:pt x="144" y="438"/>
                </a:cubicBezTo>
                <a:cubicBezTo>
                  <a:pt x="28" y="407"/>
                  <a:pt x="28" y="407"/>
                  <a:pt x="28" y="407"/>
                </a:cubicBezTo>
                <a:cubicBezTo>
                  <a:pt x="19" y="405"/>
                  <a:pt x="11" y="409"/>
                  <a:pt x="10" y="417"/>
                </a:cubicBezTo>
                <a:cubicBezTo>
                  <a:pt x="7" y="425"/>
                  <a:pt x="13" y="434"/>
                  <a:pt x="19" y="435"/>
                </a:cubicBezTo>
                <a:cubicBezTo>
                  <a:pt x="107" y="459"/>
                  <a:pt x="107" y="459"/>
                  <a:pt x="107" y="459"/>
                </a:cubicBezTo>
                <a:cubicBezTo>
                  <a:pt x="10" y="515"/>
                  <a:pt x="10" y="515"/>
                  <a:pt x="10" y="515"/>
                </a:cubicBezTo>
                <a:cubicBezTo>
                  <a:pt x="3" y="519"/>
                  <a:pt x="0" y="529"/>
                  <a:pt x="4" y="536"/>
                </a:cubicBezTo>
                <a:cubicBezTo>
                  <a:pt x="8" y="543"/>
                  <a:pt x="17" y="545"/>
                  <a:pt x="25" y="541"/>
                </a:cubicBezTo>
                <a:cubicBezTo>
                  <a:pt x="123" y="484"/>
                  <a:pt x="123" y="484"/>
                  <a:pt x="123" y="484"/>
                </a:cubicBezTo>
                <a:cubicBezTo>
                  <a:pt x="99" y="572"/>
                  <a:pt x="99" y="572"/>
                  <a:pt x="99" y="572"/>
                </a:cubicBezTo>
                <a:cubicBezTo>
                  <a:pt x="96" y="580"/>
                  <a:pt x="102" y="589"/>
                  <a:pt x="109" y="590"/>
                </a:cubicBezTo>
                <a:cubicBezTo>
                  <a:pt x="117" y="593"/>
                  <a:pt x="125" y="587"/>
                  <a:pt x="127" y="580"/>
                </a:cubicBezTo>
                <a:cubicBezTo>
                  <a:pt x="159" y="463"/>
                  <a:pt x="159" y="463"/>
                  <a:pt x="159" y="463"/>
                </a:cubicBezTo>
                <a:cubicBezTo>
                  <a:pt x="298" y="382"/>
                  <a:pt x="298" y="382"/>
                  <a:pt x="298" y="382"/>
                </a:cubicBezTo>
                <a:cubicBezTo>
                  <a:pt x="298" y="544"/>
                  <a:pt x="298" y="544"/>
                  <a:pt x="298" y="544"/>
                </a:cubicBezTo>
                <a:cubicBezTo>
                  <a:pt x="213" y="629"/>
                  <a:pt x="213" y="629"/>
                  <a:pt x="213" y="629"/>
                </a:cubicBezTo>
                <a:cubicBezTo>
                  <a:pt x="208" y="635"/>
                  <a:pt x="208" y="644"/>
                  <a:pt x="213" y="650"/>
                </a:cubicBezTo>
                <a:cubicBezTo>
                  <a:pt x="219" y="656"/>
                  <a:pt x="229" y="656"/>
                  <a:pt x="234" y="650"/>
                </a:cubicBezTo>
                <a:cubicBezTo>
                  <a:pt x="298" y="586"/>
                  <a:pt x="298" y="586"/>
                  <a:pt x="298" y="586"/>
                </a:cubicBezTo>
                <a:cubicBezTo>
                  <a:pt x="298" y="699"/>
                  <a:pt x="298" y="699"/>
                  <a:pt x="298" y="699"/>
                </a:cubicBezTo>
                <a:cubicBezTo>
                  <a:pt x="298" y="707"/>
                  <a:pt x="305" y="714"/>
                  <a:pt x="314" y="714"/>
                </a:cubicBezTo>
                <a:cubicBezTo>
                  <a:pt x="322" y="714"/>
                  <a:pt x="328" y="707"/>
                  <a:pt x="328" y="699"/>
                </a:cubicBezTo>
                <a:cubicBezTo>
                  <a:pt x="328" y="586"/>
                  <a:pt x="328" y="586"/>
                  <a:pt x="328" y="586"/>
                </a:cubicBezTo>
                <a:cubicBezTo>
                  <a:pt x="392" y="650"/>
                  <a:pt x="392" y="650"/>
                  <a:pt x="392" y="650"/>
                </a:cubicBezTo>
                <a:cubicBezTo>
                  <a:pt x="397" y="656"/>
                  <a:pt x="407" y="656"/>
                  <a:pt x="413" y="650"/>
                </a:cubicBezTo>
                <a:cubicBezTo>
                  <a:pt x="418" y="644"/>
                  <a:pt x="418" y="635"/>
                  <a:pt x="413" y="629"/>
                </a:cubicBezTo>
                <a:cubicBezTo>
                  <a:pt x="328" y="544"/>
                  <a:pt x="328" y="544"/>
                  <a:pt x="328" y="544"/>
                </a:cubicBezTo>
                <a:cubicBezTo>
                  <a:pt x="328" y="382"/>
                  <a:pt x="328" y="382"/>
                  <a:pt x="328" y="382"/>
                </a:cubicBezTo>
                <a:cubicBezTo>
                  <a:pt x="469" y="463"/>
                  <a:pt x="469" y="463"/>
                  <a:pt x="469" y="463"/>
                </a:cubicBezTo>
                <a:cubicBezTo>
                  <a:pt x="499" y="580"/>
                  <a:pt x="499" y="580"/>
                  <a:pt x="499" y="580"/>
                </a:cubicBezTo>
                <a:cubicBezTo>
                  <a:pt x="501" y="587"/>
                  <a:pt x="509" y="593"/>
                  <a:pt x="517" y="590"/>
                </a:cubicBezTo>
                <a:cubicBezTo>
                  <a:pt x="526" y="589"/>
                  <a:pt x="530" y="580"/>
                  <a:pt x="529" y="572"/>
                </a:cubicBezTo>
                <a:cubicBezTo>
                  <a:pt x="505" y="484"/>
                  <a:pt x="505" y="484"/>
                  <a:pt x="505" y="484"/>
                </a:cubicBezTo>
                <a:cubicBezTo>
                  <a:pt x="602" y="541"/>
                  <a:pt x="602" y="541"/>
                  <a:pt x="602" y="541"/>
                </a:cubicBezTo>
                <a:cubicBezTo>
                  <a:pt x="609" y="545"/>
                  <a:pt x="618" y="543"/>
                  <a:pt x="622" y="536"/>
                </a:cubicBezTo>
                <a:cubicBezTo>
                  <a:pt x="626" y="529"/>
                  <a:pt x="625" y="519"/>
                  <a:pt x="616" y="515"/>
                </a:cubicBezTo>
                <a:cubicBezTo>
                  <a:pt x="519" y="459"/>
                  <a:pt x="519" y="459"/>
                  <a:pt x="519" y="459"/>
                </a:cubicBezTo>
                <a:cubicBezTo>
                  <a:pt x="607" y="435"/>
                  <a:pt x="607" y="435"/>
                  <a:pt x="607" y="435"/>
                </a:cubicBezTo>
                <a:cubicBezTo>
                  <a:pt x="615" y="434"/>
                  <a:pt x="619" y="425"/>
                  <a:pt x="618" y="417"/>
                </a:cubicBezTo>
                <a:cubicBezTo>
                  <a:pt x="615" y="409"/>
                  <a:pt x="607" y="405"/>
                  <a:pt x="598" y="407"/>
                </a:cubicBezTo>
                <a:cubicBezTo>
                  <a:pt x="482" y="438"/>
                  <a:pt x="482" y="438"/>
                  <a:pt x="482" y="438"/>
                </a:cubicBezTo>
                <a:cubicBezTo>
                  <a:pt x="343" y="357"/>
                  <a:pt x="343" y="357"/>
                  <a:pt x="343" y="357"/>
                </a:cubicBezTo>
                <a:cubicBezTo>
                  <a:pt x="482" y="276"/>
                  <a:pt x="482" y="276"/>
                  <a:pt x="482" y="276"/>
                </a:cubicBezTo>
                <a:cubicBezTo>
                  <a:pt x="598" y="307"/>
                  <a:pt x="598" y="307"/>
                  <a:pt x="598" y="307"/>
                </a:cubicBezTo>
                <a:cubicBezTo>
                  <a:pt x="607" y="310"/>
                  <a:pt x="615" y="306"/>
                  <a:pt x="618" y="297"/>
                </a:cubicBezTo>
                <a:cubicBezTo>
                  <a:pt x="619" y="289"/>
                  <a:pt x="615" y="280"/>
                  <a:pt x="607" y="279"/>
                </a:cubicBezTo>
                <a:cubicBezTo>
                  <a:pt x="519" y="255"/>
                  <a:pt x="519" y="255"/>
                  <a:pt x="519" y="255"/>
                </a:cubicBezTo>
                <a:cubicBezTo>
                  <a:pt x="616" y="200"/>
                  <a:pt x="616" y="200"/>
                  <a:pt x="616" y="200"/>
                </a:cubicBezTo>
                <a:cubicBezTo>
                  <a:pt x="625" y="195"/>
                  <a:pt x="626" y="186"/>
                  <a:pt x="622" y="179"/>
                </a:cubicBezTo>
              </a:path>
            </a:pathLst>
          </a:custGeom>
          <a:solidFill>
            <a:schemeClr val="tx2"/>
          </a:solidFill>
          <a:ln>
            <a:noFill/>
          </a:ln>
          <a:effectLst/>
        </p:spPr>
        <p:txBody>
          <a:bodyPr wrap="none" anchor="ctr"/>
          <a:lstStyle/>
          <a:p>
            <a:endParaRPr lang="da-DK"/>
          </a:p>
        </p:txBody>
      </p:sp>
      <p:sp>
        <p:nvSpPr>
          <p:cNvPr id="238" name="Freeform 193">
            <a:extLst>
              <a:ext uri="{FF2B5EF4-FFF2-40B4-BE49-F238E27FC236}">
                <a16:creationId xmlns:a16="http://schemas.microsoft.com/office/drawing/2014/main" id="{41F04C9F-841F-B1C3-EC60-C81DD6F1AB64}"/>
              </a:ext>
            </a:extLst>
          </p:cNvPr>
          <p:cNvSpPr>
            <a:spLocks noChangeArrowheads="1"/>
          </p:cNvSpPr>
          <p:nvPr/>
        </p:nvSpPr>
        <p:spPr bwMode="auto">
          <a:xfrm>
            <a:off x="10792494" y="4993382"/>
            <a:ext cx="182562" cy="257175"/>
          </a:xfrm>
          <a:custGeom>
            <a:avLst/>
            <a:gdLst>
              <a:gd name="T0" fmla="*/ 457 w 506"/>
              <a:gd name="T1" fmla="*/ 565 h 715"/>
              <a:gd name="T2" fmla="*/ 505 w 506"/>
              <a:gd name="T3" fmla="*/ 49 h 715"/>
              <a:gd name="T4" fmla="*/ 49 w 506"/>
              <a:gd name="T5" fmla="*/ 0 h 715"/>
              <a:gd name="T6" fmla="*/ 0 w 506"/>
              <a:gd name="T7" fmla="*/ 516 h 715"/>
              <a:gd name="T8" fmla="*/ 237 w 506"/>
              <a:gd name="T9" fmla="*/ 565 h 715"/>
              <a:gd name="T10" fmla="*/ 192 w 506"/>
              <a:gd name="T11" fmla="*/ 685 h 715"/>
              <a:gd name="T12" fmla="*/ 192 w 506"/>
              <a:gd name="T13" fmla="*/ 714 h 715"/>
              <a:gd name="T14" fmla="*/ 326 w 506"/>
              <a:gd name="T15" fmla="*/ 699 h 715"/>
              <a:gd name="T16" fmla="*/ 268 w 506"/>
              <a:gd name="T17" fmla="*/ 685 h 715"/>
              <a:gd name="T18" fmla="*/ 457 w 506"/>
              <a:gd name="T19" fmla="*/ 565 h 715"/>
              <a:gd name="T20" fmla="*/ 49 w 506"/>
              <a:gd name="T21" fmla="*/ 29 h 715"/>
              <a:gd name="T22" fmla="*/ 474 w 506"/>
              <a:gd name="T23" fmla="*/ 41 h 715"/>
              <a:gd name="T24" fmla="*/ 252 w 506"/>
              <a:gd name="T25" fmla="*/ 89 h 715"/>
              <a:gd name="T26" fmla="*/ 157 w 506"/>
              <a:gd name="T27" fmla="*/ 91 h 715"/>
              <a:gd name="T28" fmla="*/ 152 w 506"/>
              <a:gd name="T29" fmla="*/ 94 h 715"/>
              <a:gd name="T30" fmla="*/ 149 w 506"/>
              <a:gd name="T31" fmla="*/ 99 h 715"/>
              <a:gd name="T32" fmla="*/ 148 w 506"/>
              <a:gd name="T33" fmla="*/ 342 h 715"/>
              <a:gd name="T34" fmla="*/ 29 w 506"/>
              <a:gd name="T35" fmla="*/ 485 h 715"/>
              <a:gd name="T36" fmla="*/ 49 w 506"/>
              <a:gd name="T37" fmla="*/ 29 h 715"/>
              <a:gd name="T38" fmla="*/ 357 w 506"/>
              <a:gd name="T39" fmla="*/ 223 h 715"/>
              <a:gd name="T40" fmla="*/ 252 w 506"/>
              <a:gd name="T41" fmla="*/ 328 h 715"/>
              <a:gd name="T42" fmla="*/ 354 w 506"/>
              <a:gd name="T43" fmla="*/ 202 h 715"/>
              <a:gd name="T44" fmla="*/ 187 w 506"/>
              <a:gd name="T45" fmla="*/ 328 h 715"/>
              <a:gd name="T46" fmla="*/ 178 w 506"/>
              <a:gd name="T47" fmla="*/ 328 h 715"/>
              <a:gd name="T48" fmla="*/ 252 w 506"/>
              <a:gd name="T49" fmla="*/ 119 h 715"/>
              <a:gd name="T50" fmla="*/ 343 w 506"/>
              <a:gd name="T51" fmla="*/ 172 h 715"/>
              <a:gd name="T52" fmla="*/ 31 w 506"/>
              <a:gd name="T53" fmla="*/ 524 h 715"/>
              <a:gd name="T54" fmla="*/ 148 w 506"/>
              <a:gd name="T55" fmla="*/ 407 h 715"/>
              <a:gd name="T56" fmla="*/ 163 w 506"/>
              <a:gd name="T57" fmla="*/ 476 h 715"/>
              <a:gd name="T58" fmla="*/ 178 w 506"/>
              <a:gd name="T59" fmla="*/ 378 h 715"/>
              <a:gd name="T60" fmla="*/ 252 w 506"/>
              <a:gd name="T61" fmla="*/ 357 h 715"/>
              <a:gd name="T62" fmla="*/ 378 w 506"/>
              <a:gd name="T63" fmla="*/ 179 h 715"/>
              <a:gd name="T64" fmla="*/ 475 w 506"/>
              <a:gd name="T65" fmla="*/ 516 h 715"/>
              <a:gd name="T66" fmla="*/ 49 w 506"/>
              <a:gd name="T67" fmla="*/ 5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6" h="715">
                <a:moveTo>
                  <a:pt x="457" y="565"/>
                </a:moveTo>
                <a:lnTo>
                  <a:pt x="457" y="565"/>
                </a:lnTo>
                <a:cubicBezTo>
                  <a:pt x="484" y="565"/>
                  <a:pt x="505" y="544"/>
                  <a:pt x="505" y="516"/>
                </a:cubicBezTo>
                <a:cubicBezTo>
                  <a:pt x="505" y="49"/>
                  <a:pt x="505" y="49"/>
                  <a:pt x="505" y="49"/>
                </a:cubicBezTo>
                <a:cubicBezTo>
                  <a:pt x="505" y="22"/>
                  <a:pt x="484" y="0"/>
                  <a:pt x="457" y="0"/>
                </a:cubicBezTo>
                <a:cubicBezTo>
                  <a:pt x="49" y="0"/>
                  <a:pt x="49" y="0"/>
                  <a:pt x="49" y="0"/>
                </a:cubicBezTo>
                <a:cubicBezTo>
                  <a:pt x="21" y="0"/>
                  <a:pt x="0" y="22"/>
                  <a:pt x="0" y="49"/>
                </a:cubicBezTo>
                <a:cubicBezTo>
                  <a:pt x="0" y="516"/>
                  <a:pt x="0" y="516"/>
                  <a:pt x="0" y="516"/>
                </a:cubicBezTo>
                <a:cubicBezTo>
                  <a:pt x="0" y="544"/>
                  <a:pt x="21" y="565"/>
                  <a:pt x="49" y="565"/>
                </a:cubicBezTo>
                <a:cubicBezTo>
                  <a:pt x="237" y="565"/>
                  <a:pt x="237" y="565"/>
                  <a:pt x="237" y="565"/>
                </a:cubicBezTo>
                <a:cubicBezTo>
                  <a:pt x="237" y="685"/>
                  <a:pt x="237" y="685"/>
                  <a:pt x="237" y="685"/>
                </a:cubicBezTo>
                <a:cubicBezTo>
                  <a:pt x="192" y="685"/>
                  <a:pt x="192" y="685"/>
                  <a:pt x="192" y="685"/>
                </a:cubicBezTo>
                <a:cubicBezTo>
                  <a:pt x="184" y="685"/>
                  <a:pt x="178" y="690"/>
                  <a:pt x="178" y="699"/>
                </a:cubicBezTo>
                <a:cubicBezTo>
                  <a:pt x="178" y="707"/>
                  <a:pt x="184" y="714"/>
                  <a:pt x="192" y="714"/>
                </a:cubicBezTo>
                <a:cubicBezTo>
                  <a:pt x="312" y="714"/>
                  <a:pt x="312" y="714"/>
                  <a:pt x="312" y="714"/>
                </a:cubicBezTo>
                <a:cubicBezTo>
                  <a:pt x="321" y="714"/>
                  <a:pt x="326" y="707"/>
                  <a:pt x="326" y="699"/>
                </a:cubicBezTo>
                <a:cubicBezTo>
                  <a:pt x="326" y="690"/>
                  <a:pt x="321" y="685"/>
                  <a:pt x="312" y="685"/>
                </a:cubicBezTo>
                <a:cubicBezTo>
                  <a:pt x="268" y="685"/>
                  <a:pt x="268" y="685"/>
                  <a:pt x="268" y="685"/>
                </a:cubicBezTo>
                <a:cubicBezTo>
                  <a:pt x="268" y="565"/>
                  <a:pt x="268" y="565"/>
                  <a:pt x="268" y="565"/>
                </a:cubicBezTo>
                <a:lnTo>
                  <a:pt x="457" y="565"/>
                </a:lnTo>
                <a:close/>
                <a:moveTo>
                  <a:pt x="49" y="29"/>
                </a:moveTo>
                <a:lnTo>
                  <a:pt x="49" y="29"/>
                </a:lnTo>
                <a:cubicBezTo>
                  <a:pt x="457" y="29"/>
                  <a:pt x="457" y="29"/>
                  <a:pt x="457" y="29"/>
                </a:cubicBezTo>
                <a:cubicBezTo>
                  <a:pt x="464" y="29"/>
                  <a:pt x="470" y="35"/>
                  <a:pt x="474" y="41"/>
                </a:cubicBezTo>
                <a:cubicBezTo>
                  <a:pt x="364" y="149"/>
                  <a:pt x="364" y="149"/>
                  <a:pt x="364" y="149"/>
                </a:cubicBezTo>
                <a:cubicBezTo>
                  <a:pt x="340" y="113"/>
                  <a:pt x="300" y="89"/>
                  <a:pt x="252" y="89"/>
                </a:cubicBezTo>
                <a:cubicBezTo>
                  <a:pt x="163" y="89"/>
                  <a:pt x="163" y="89"/>
                  <a:pt x="163" y="89"/>
                </a:cubicBezTo>
                <a:cubicBezTo>
                  <a:pt x="162" y="89"/>
                  <a:pt x="159" y="89"/>
                  <a:pt x="157" y="91"/>
                </a:cubicBezTo>
                <a:cubicBezTo>
                  <a:pt x="156" y="91"/>
                  <a:pt x="155" y="92"/>
                  <a:pt x="153" y="94"/>
                </a:cubicBezTo>
                <a:cubicBezTo>
                  <a:pt x="153" y="94"/>
                  <a:pt x="153" y="94"/>
                  <a:pt x="152" y="94"/>
                </a:cubicBezTo>
                <a:lnTo>
                  <a:pt x="152" y="94"/>
                </a:lnTo>
                <a:cubicBezTo>
                  <a:pt x="150" y="95"/>
                  <a:pt x="150" y="96"/>
                  <a:pt x="149" y="99"/>
                </a:cubicBezTo>
                <a:cubicBezTo>
                  <a:pt x="149" y="101"/>
                  <a:pt x="148" y="102"/>
                  <a:pt x="148" y="105"/>
                </a:cubicBezTo>
                <a:cubicBezTo>
                  <a:pt x="148" y="342"/>
                  <a:pt x="148" y="342"/>
                  <a:pt x="148" y="342"/>
                </a:cubicBezTo>
                <a:cubicBezTo>
                  <a:pt x="148" y="365"/>
                  <a:pt x="148" y="365"/>
                  <a:pt x="148" y="365"/>
                </a:cubicBezTo>
                <a:cubicBezTo>
                  <a:pt x="29" y="485"/>
                  <a:pt x="29" y="485"/>
                  <a:pt x="29" y="485"/>
                </a:cubicBezTo>
                <a:cubicBezTo>
                  <a:pt x="29" y="49"/>
                  <a:pt x="29" y="49"/>
                  <a:pt x="29" y="49"/>
                </a:cubicBezTo>
                <a:cubicBezTo>
                  <a:pt x="29" y="38"/>
                  <a:pt x="37" y="29"/>
                  <a:pt x="49" y="29"/>
                </a:cubicBezTo>
                <a:close/>
                <a:moveTo>
                  <a:pt x="357" y="223"/>
                </a:moveTo>
                <a:lnTo>
                  <a:pt x="357" y="223"/>
                </a:lnTo>
                <a:cubicBezTo>
                  <a:pt x="357" y="253"/>
                  <a:pt x="344" y="278"/>
                  <a:pt x="326" y="297"/>
                </a:cubicBezTo>
                <a:cubicBezTo>
                  <a:pt x="307" y="315"/>
                  <a:pt x="282" y="328"/>
                  <a:pt x="252" y="328"/>
                </a:cubicBezTo>
                <a:cubicBezTo>
                  <a:pt x="229" y="328"/>
                  <a:pt x="229" y="328"/>
                  <a:pt x="229" y="328"/>
                </a:cubicBezTo>
                <a:cubicBezTo>
                  <a:pt x="354" y="202"/>
                  <a:pt x="354" y="202"/>
                  <a:pt x="354" y="202"/>
                </a:cubicBezTo>
                <a:cubicBezTo>
                  <a:pt x="355" y="209"/>
                  <a:pt x="357" y="216"/>
                  <a:pt x="357" y="223"/>
                </a:cubicBezTo>
                <a:close/>
                <a:moveTo>
                  <a:pt x="187" y="328"/>
                </a:moveTo>
                <a:lnTo>
                  <a:pt x="187" y="328"/>
                </a:lnTo>
                <a:cubicBezTo>
                  <a:pt x="178" y="328"/>
                  <a:pt x="178" y="328"/>
                  <a:pt x="178" y="328"/>
                </a:cubicBezTo>
                <a:cubicBezTo>
                  <a:pt x="178" y="119"/>
                  <a:pt x="178" y="119"/>
                  <a:pt x="178" y="119"/>
                </a:cubicBezTo>
                <a:cubicBezTo>
                  <a:pt x="252" y="119"/>
                  <a:pt x="252" y="119"/>
                  <a:pt x="252" y="119"/>
                </a:cubicBezTo>
                <a:cubicBezTo>
                  <a:pt x="282" y="119"/>
                  <a:pt x="307" y="131"/>
                  <a:pt x="326" y="149"/>
                </a:cubicBezTo>
                <a:cubicBezTo>
                  <a:pt x="332" y="156"/>
                  <a:pt x="337" y="163"/>
                  <a:pt x="343" y="172"/>
                </a:cubicBezTo>
                <a:lnTo>
                  <a:pt x="187" y="328"/>
                </a:lnTo>
                <a:close/>
                <a:moveTo>
                  <a:pt x="31" y="524"/>
                </a:moveTo>
                <a:lnTo>
                  <a:pt x="31" y="524"/>
                </a:lnTo>
                <a:cubicBezTo>
                  <a:pt x="148" y="407"/>
                  <a:pt x="148" y="407"/>
                  <a:pt x="148" y="407"/>
                </a:cubicBezTo>
                <a:cubicBezTo>
                  <a:pt x="148" y="462"/>
                  <a:pt x="148" y="462"/>
                  <a:pt x="148" y="462"/>
                </a:cubicBezTo>
                <a:cubicBezTo>
                  <a:pt x="148" y="470"/>
                  <a:pt x="155" y="476"/>
                  <a:pt x="163" y="476"/>
                </a:cubicBezTo>
                <a:cubicBezTo>
                  <a:pt x="171" y="476"/>
                  <a:pt x="178" y="470"/>
                  <a:pt x="178" y="462"/>
                </a:cubicBezTo>
                <a:cubicBezTo>
                  <a:pt x="178" y="378"/>
                  <a:pt x="178" y="378"/>
                  <a:pt x="178" y="378"/>
                </a:cubicBezTo>
                <a:cubicBezTo>
                  <a:pt x="199" y="357"/>
                  <a:pt x="199" y="357"/>
                  <a:pt x="199" y="357"/>
                </a:cubicBezTo>
                <a:cubicBezTo>
                  <a:pt x="252" y="357"/>
                  <a:pt x="252" y="357"/>
                  <a:pt x="252" y="357"/>
                </a:cubicBezTo>
                <a:cubicBezTo>
                  <a:pt x="326" y="357"/>
                  <a:pt x="386" y="297"/>
                  <a:pt x="386" y="223"/>
                </a:cubicBezTo>
                <a:cubicBezTo>
                  <a:pt x="386" y="208"/>
                  <a:pt x="383" y="193"/>
                  <a:pt x="378" y="179"/>
                </a:cubicBezTo>
                <a:cubicBezTo>
                  <a:pt x="475" y="81"/>
                  <a:pt x="475" y="81"/>
                  <a:pt x="475" y="81"/>
                </a:cubicBezTo>
                <a:cubicBezTo>
                  <a:pt x="475" y="516"/>
                  <a:pt x="475" y="516"/>
                  <a:pt x="475" y="516"/>
                </a:cubicBezTo>
                <a:cubicBezTo>
                  <a:pt x="475" y="527"/>
                  <a:pt x="467" y="536"/>
                  <a:pt x="457" y="536"/>
                </a:cubicBezTo>
                <a:cubicBezTo>
                  <a:pt x="49" y="536"/>
                  <a:pt x="49" y="536"/>
                  <a:pt x="49" y="536"/>
                </a:cubicBezTo>
                <a:cubicBezTo>
                  <a:pt x="40" y="536"/>
                  <a:pt x="35" y="531"/>
                  <a:pt x="31" y="524"/>
                </a:cubicBezTo>
                <a:close/>
              </a:path>
            </a:pathLst>
          </a:custGeom>
          <a:solidFill>
            <a:schemeClr val="tx2"/>
          </a:solidFill>
          <a:ln>
            <a:noFill/>
          </a:ln>
          <a:effectLst/>
        </p:spPr>
        <p:txBody>
          <a:bodyPr wrap="none" anchor="ctr"/>
          <a:lstStyle/>
          <a:p>
            <a:endParaRPr lang="da-DK"/>
          </a:p>
        </p:txBody>
      </p:sp>
      <p:grpSp>
        <p:nvGrpSpPr>
          <p:cNvPr id="239" name="Group 242">
            <a:extLst>
              <a:ext uri="{FF2B5EF4-FFF2-40B4-BE49-F238E27FC236}">
                <a16:creationId xmlns:a16="http://schemas.microsoft.com/office/drawing/2014/main" id="{7FAAA144-F013-C490-3DC4-2B8CD5010AEB}"/>
              </a:ext>
            </a:extLst>
          </p:cNvPr>
          <p:cNvGrpSpPr/>
          <p:nvPr/>
        </p:nvGrpSpPr>
        <p:grpSpPr>
          <a:xfrm>
            <a:off x="10235281" y="5512495"/>
            <a:ext cx="257175" cy="255587"/>
            <a:chOff x="9207500" y="5830888"/>
            <a:chExt cx="257175" cy="255587"/>
          </a:xfrm>
          <a:solidFill>
            <a:schemeClr val="tx2"/>
          </a:solidFill>
        </p:grpSpPr>
        <p:sp>
          <p:nvSpPr>
            <p:cNvPr id="240" name="Freeform 194">
              <a:extLst>
                <a:ext uri="{FF2B5EF4-FFF2-40B4-BE49-F238E27FC236}">
                  <a16:creationId xmlns:a16="http://schemas.microsoft.com/office/drawing/2014/main" id="{51542117-3943-90DB-E10B-33FF833FAED4}"/>
                </a:ext>
              </a:extLst>
            </p:cNvPr>
            <p:cNvSpPr>
              <a:spLocks noChangeArrowheads="1"/>
            </p:cNvSpPr>
            <p:nvPr/>
          </p:nvSpPr>
          <p:spPr bwMode="auto">
            <a:xfrm>
              <a:off x="9207500" y="6056313"/>
              <a:ext cx="257175" cy="30162"/>
            </a:xfrm>
            <a:custGeom>
              <a:avLst/>
              <a:gdLst>
                <a:gd name="T0" fmla="*/ 700 w 715"/>
                <a:gd name="T1" fmla="*/ 0 h 84"/>
                <a:gd name="T2" fmla="*/ 700 w 715"/>
                <a:gd name="T3" fmla="*/ 0 h 84"/>
                <a:gd name="T4" fmla="*/ 658 w 715"/>
                <a:gd name="T5" fmla="*/ 9 h 84"/>
                <a:gd name="T6" fmla="*/ 622 w 715"/>
                <a:gd name="T7" fmla="*/ 40 h 84"/>
                <a:gd name="T8" fmla="*/ 606 w 715"/>
                <a:gd name="T9" fmla="*/ 50 h 84"/>
                <a:gd name="T10" fmla="*/ 586 w 715"/>
                <a:gd name="T11" fmla="*/ 54 h 84"/>
                <a:gd name="T12" fmla="*/ 559 w 715"/>
                <a:gd name="T13" fmla="*/ 47 h 84"/>
                <a:gd name="T14" fmla="*/ 527 w 715"/>
                <a:gd name="T15" fmla="*/ 21 h 84"/>
                <a:gd name="T16" fmla="*/ 503 w 715"/>
                <a:gd name="T17" fmla="*/ 5 h 84"/>
                <a:gd name="T18" fmla="*/ 471 w 715"/>
                <a:gd name="T19" fmla="*/ 0 h 84"/>
                <a:gd name="T20" fmla="*/ 429 w 715"/>
                <a:gd name="T21" fmla="*/ 9 h 84"/>
                <a:gd name="T22" fmla="*/ 393 w 715"/>
                <a:gd name="T23" fmla="*/ 40 h 84"/>
                <a:gd name="T24" fmla="*/ 378 w 715"/>
                <a:gd name="T25" fmla="*/ 50 h 84"/>
                <a:gd name="T26" fmla="*/ 357 w 715"/>
                <a:gd name="T27" fmla="*/ 54 h 84"/>
                <a:gd name="T28" fmla="*/ 330 w 715"/>
                <a:gd name="T29" fmla="*/ 47 h 84"/>
                <a:gd name="T30" fmla="*/ 298 w 715"/>
                <a:gd name="T31" fmla="*/ 21 h 84"/>
                <a:gd name="T32" fmla="*/ 276 w 715"/>
                <a:gd name="T33" fmla="*/ 5 h 84"/>
                <a:gd name="T34" fmla="*/ 242 w 715"/>
                <a:gd name="T35" fmla="*/ 0 h 84"/>
                <a:gd name="T36" fmla="*/ 202 w 715"/>
                <a:gd name="T37" fmla="*/ 9 h 84"/>
                <a:gd name="T38" fmla="*/ 166 w 715"/>
                <a:gd name="T39" fmla="*/ 40 h 84"/>
                <a:gd name="T40" fmla="*/ 150 w 715"/>
                <a:gd name="T41" fmla="*/ 50 h 84"/>
                <a:gd name="T42" fmla="*/ 129 w 715"/>
                <a:gd name="T43" fmla="*/ 54 h 84"/>
                <a:gd name="T44" fmla="*/ 103 w 715"/>
                <a:gd name="T45" fmla="*/ 47 h 84"/>
                <a:gd name="T46" fmla="*/ 71 w 715"/>
                <a:gd name="T47" fmla="*/ 21 h 84"/>
                <a:gd name="T48" fmla="*/ 47 w 715"/>
                <a:gd name="T49" fmla="*/ 5 h 84"/>
                <a:gd name="T50" fmla="*/ 15 w 715"/>
                <a:gd name="T51" fmla="*/ 0 h 84"/>
                <a:gd name="T52" fmla="*/ 0 w 715"/>
                <a:gd name="T53" fmla="*/ 14 h 84"/>
                <a:gd name="T54" fmla="*/ 15 w 715"/>
                <a:gd name="T55" fmla="*/ 29 h 84"/>
                <a:gd name="T56" fmla="*/ 15 w 715"/>
                <a:gd name="T57" fmla="*/ 29 h 84"/>
                <a:gd name="T58" fmla="*/ 42 w 715"/>
                <a:gd name="T59" fmla="*/ 36 h 84"/>
                <a:gd name="T60" fmla="*/ 74 w 715"/>
                <a:gd name="T61" fmla="*/ 62 h 84"/>
                <a:gd name="T62" fmla="*/ 96 w 715"/>
                <a:gd name="T63" fmla="*/ 78 h 84"/>
                <a:gd name="T64" fmla="*/ 129 w 715"/>
                <a:gd name="T65" fmla="*/ 83 h 84"/>
                <a:gd name="T66" fmla="*/ 170 w 715"/>
                <a:gd name="T67" fmla="*/ 74 h 84"/>
                <a:gd name="T68" fmla="*/ 206 w 715"/>
                <a:gd name="T69" fmla="*/ 43 h 84"/>
                <a:gd name="T70" fmla="*/ 221 w 715"/>
                <a:gd name="T71" fmla="*/ 33 h 84"/>
                <a:gd name="T72" fmla="*/ 242 w 715"/>
                <a:gd name="T73" fmla="*/ 29 h 84"/>
                <a:gd name="T74" fmla="*/ 269 w 715"/>
                <a:gd name="T75" fmla="*/ 36 h 84"/>
                <a:gd name="T76" fmla="*/ 301 w 715"/>
                <a:gd name="T77" fmla="*/ 62 h 84"/>
                <a:gd name="T78" fmla="*/ 325 w 715"/>
                <a:gd name="T79" fmla="*/ 78 h 84"/>
                <a:gd name="T80" fmla="*/ 357 w 715"/>
                <a:gd name="T81" fmla="*/ 83 h 84"/>
                <a:gd name="T82" fmla="*/ 399 w 715"/>
                <a:gd name="T83" fmla="*/ 74 h 84"/>
                <a:gd name="T84" fmla="*/ 435 w 715"/>
                <a:gd name="T85" fmla="*/ 43 h 84"/>
                <a:gd name="T86" fmla="*/ 450 w 715"/>
                <a:gd name="T87" fmla="*/ 33 h 84"/>
                <a:gd name="T88" fmla="*/ 471 w 715"/>
                <a:gd name="T89" fmla="*/ 29 h 84"/>
                <a:gd name="T90" fmla="*/ 498 w 715"/>
                <a:gd name="T91" fmla="*/ 36 h 84"/>
                <a:gd name="T92" fmla="*/ 530 w 715"/>
                <a:gd name="T93" fmla="*/ 62 h 84"/>
                <a:gd name="T94" fmla="*/ 552 w 715"/>
                <a:gd name="T95" fmla="*/ 78 h 84"/>
                <a:gd name="T96" fmla="*/ 586 w 715"/>
                <a:gd name="T97" fmla="*/ 83 h 84"/>
                <a:gd name="T98" fmla="*/ 626 w 715"/>
                <a:gd name="T99" fmla="*/ 74 h 84"/>
                <a:gd name="T100" fmla="*/ 662 w 715"/>
                <a:gd name="T101" fmla="*/ 43 h 84"/>
                <a:gd name="T102" fmla="*/ 679 w 715"/>
                <a:gd name="T103" fmla="*/ 33 h 84"/>
                <a:gd name="T104" fmla="*/ 700 w 715"/>
                <a:gd name="T105" fmla="*/ 29 h 84"/>
                <a:gd name="T106" fmla="*/ 714 w 715"/>
                <a:gd name="T107" fmla="*/ 14 h 84"/>
                <a:gd name="T108" fmla="*/ 700 w 715"/>
                <a:gd name="T109"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5" h="84">
                  <a:moveTo>
                    <a:pt x="700" y="0"/>
                  </a:moveTo>
                  <a:lnTo>
                    <a:pt x="700" y="0"/>
                  </a:lnTo>
                  <a:cubicBezTo>
                    <a:pt x="683" y="0"/>
                    <a:pt x="669" y="4"/>
                    <a:pt x="658" y="9"/>
                  </a:cubicBezTo>
                  <a:cubicBezTo>
                    <a:pt x="641" y="19"/>
                    <a:pt x="632" y="32"/>
                    <a:pt x="622" y="40"/>
                  </a:cubicBezTo>
                  <a:cubicBezTo>
                    <a:pt x="616" y="44"/>
                    <a:pt x="612" y="47"/>
                    <a:pt x="606" y="50"/>
                  </a:cubicBezTo>
                  <a:cubicBezTo>
                    <a:pt x="601" y="53"/>
                    <a:pt x="594" y="54"/>
                    <a:pt x="586" y="54"/>
                  </a:cubicBezTo>
                  <a:cubicBezTo>
                    <a:pt x="573" y="54"/>
                    <a:pt x="566" y="51"/>
                    <a:pt x="559" y="47"/>
                  </a:cubicBezTo>
                  <a:cubicBezTo>
                    <a:pt x="548" y="42"/>
                    <a:pt x="539" y="32"/>
                    <a:pt x="527" y="21"/>
                  </a:cubicBezTo>
                  <a:cubicBezTo>
                    <a:pt x="520" y="15"/>
                    <a:pt x="513" y="9"/>
                    <a:pt x="503" y="5"/>
                  </a:cubicBezTo>
                  <a:cubicBezTo>
                    <a:pt x="495" y="1"/>
                    <a:pt x="484" y="0"/>
                    <a:pt x="471" y="0"/>
                  </a:cubicBezTo>
                  <a:cubicBezTo>
                    <a:pt x="454" y="0"/>
                    <a:pt x="440" y="4"/>
                    <a:pt x="429" y="9"/>
                  </a:cubicBezTo>
                  <a:cubicBezTo>
                    <a:pt x="414" y="19"/>
                    <a:pt x="404" y="32"/>
                    <a:pt x="393" y="40"/>
                  </a:cubicBezTo>
                  <a:cubicBezTo>
                    <a:pt x="389" y="44"/>
                    <a:pt x="383" y="47"/>
                    <a:pt x="378" y="50"/>
                  </a:cubicBezTo>
                  <a:cubicBezTo>
                    <a:pt x="372" y="53"/>
                    <a:pt x="367" y="54"/>
                    <a:pt x="357" y="54"/>
                  </a:cubicBezTo>
                  <a:cubicBezTo>
                    <a:pt x="346" y="54"/>
                    <a:pt x="337" y="51"/>
                    <a:pt x="330" y="47"/>
                  </a:cubicBezTo>
                  <a:cubicBezTo>
                    <a:pt x="321" y="42"/>
                    <a:pt x="312" y="32"/>
                    <a:pt x="298" y="21"/>
                  </a:cubicBezTo>
                  <a:cubicBezTo>
                    <a:pt x="293" y="15"/>
                    <a:pt x="284" y="9"/>
                    <a:pt x="276" y="5"/>
                  </a:cubicBezTo>
                  <a:cubicBezTo>
                    <a:pt x="266" y="1"/>
                    <a:pt x="255" y="0"/>
                    <a:pt x="242" y="0"/>
                  </a:cubicBezTo>
                  <a:cubicBezTo>
                    <a:pt x="227" y="0"/>
                    <a:pt x="213" y="4"/>
                    <a:pt x="202" y="9"/>
                  </a:cubicBezTo>
                  <a:cubicBezTo>
                    <a:pt x="185" y="19"/>
                    <a:pt x="175" y="32"/>
                    <a:pt x="166" y="40"/>
                  </a:cubicBezTo>
                  <a:cubicBezTo>
                    <a:pt x="160" y="44"/>
                    <a:pt x="156" y="47"/>
                    <a:pt x="150" y="50"/>
                  </a:cubicBezTo>
                  <a:cubicBezTo>
                    <a:pt x="145" y="53"/>
                    <a:pt x="138" y="54"/>
                    <a:pt x="129" y="54"/>
                  </a:cubicBezTo>
                  <a:cubicBezTo>
                    <a:pt x="117" y="54"/>
                    <a:pt x="110" y="51"/>
                    <a:pt x="103" y="47"/>
                  </a:cubicBezTo>
                  <a:cubicBezTo>
                    <a:pt x="92" y="42"/>
                    <a:pt x="83" y="32"/>
                    <a:pt x="71" y="21"/>
                  </a:cubicBezTo>
                  <a:cubicBezTo>
                    <a:pt x="64" y="15"/>
                    <a:pt x="57" y="9"/>
                    <a:pt x="47" y="5"/>
                  </a:cubicBezTo>
                  <a:cubicBezTo>
                    <a:pt x="39" y="1"/>
                    <a:pt x="28" y="0"/>
                    <a:pt x="15" y="0"/>
                  </a:cubicBezTo>
                  <a:cubicBezTo>
                    <a:pt x="7" y="0"/>
                    <a:pt x="0" y="5"/>
                    <a:pt x="0" y="14"/>
                  </a:cubicBezTo>
                  <a:cubicBezTo>
                    <a:pt x="0" y="22"/>
                    <a:pt x="7" y="29"/>
                    <a:pt x="15" y="29"/>
                  </a:cubicBezTo>
                  <a:lnTo>
                    <a:pt x="15" y="29"/>
                  </a:lnTo>
                  <a:cubicBezTo>
                    <a:pt x="28" y="29"/>
                    <a:pt x="35" y="32"/>
                    <a:pt x="42" y="36"/>
                  </a:cubicBezTo>
                  <a:cubicBezTo>
                    <a:pt x="51" y="42"/>
                    <a:pt x="61" y="51"/>
                    <a:pt x="74" y="62"/>
                  </a:cubicBezTo>
                  <a:cubicBezTo>
                    <a:pt x="79" y="68"/>
                    <a:pt x="88" y="74"/>
                    <a:pt x="96" y="78"/>
                  </a:cubicBezTo>
                  <a:cubicBezTo>
                    <a:pt x="106" y="82"/>
                    <a:pt x="117" y="83"/>
                    <a:pt x="129" y="83"/>
                  </a:cubicBezTo>
                  <a:cubicBezTo>
                    <a:pt x="146" y="83"/>
                    <a:pt x="160" y="79"/>
                    <a:pt x="170" y="74"/>
                  </a:cubicBezTo>
                  <a:cubicBezTo>
                    <a:pt x="187" y="64"/>
                    <a:pt x="196" y="51"/>
                    <a:pt x="206" y="43"/>
                  </a:cubicBezTo>
                  <a:cubicBezTo>
                    <a:pt x="212" y="39"/>
                    <a:pt x="216" y="36"/>
                    <a:pt x="221" y="33"/>
                  </a:cubicBezTo>
                  <a:cubicBezTo>
                    <a:pt x="227" y="30"/>
                    <a:pt x="234" y="29"/>
                    <a:pt x="242" y="29"/>
                  </a:cubicBezTo>
                  <a:cubicBezTo>
                    <a:pt x="255" y="29"/>
                    <a:pt x="262" y="32"/>
                    <a:pt x="269" y="36"/>
                  </a:cubicBezTo>
                  <a:cubicBezTo>
                    <a:pt x="280" y="42"/>
                    <a:pt x="288" y="51"/>
                    <a:pt x="301" y="62"/>
                  </a:cubicBezTo>
                  <a:cubicBezTo>
                    <a:pt x="308" y="68"/>
                    <a:pt x="315" y="74"/>
                    <a:pt x="325" y="78"/>
                  </a:cubicBezTo>
                  <a:cubicBezTo>
                    <a:pt x="333" y="82"/>
                    <a:pt x="344" y="83"/>
                    <a:pt x="357" y="83"/>
                  </a:cubicBezTo>
                  <a:cubicBezTo>
                    <a:pt x="374" y="83"/>
                    <a:pt x="387" y="79"/>
                    <a:pt x="399" y="74"/>
                  </a:cubicBezTo>
                  <a:cubicBezTo>
                    <a:pt x="415" y="64"/>
                    <a:pt x="425" y="51"/>
                    <a:pt x="435" y="43"/>
                  </a:cubicBezTo>
                  <a:cubicBezTo>
                    <a:pt x="439" y="39"/>
                    <a:pt x="445" y="36"/>
                    <a:pt x="450" y="33"/>
                  </a:cubicBezTo>
                  <a:cubicBezTo>
                    <a:pt x="456" y="30"/>
                    <a:pt x="463" y="29"/>
                    <a:pt x="471" y="29"/>
                  </a:cubicBezTo>
                  <a:cubicBezTo>
                    <a:pt x="482" y="29"/>
                    <a:pt x="491" y="32"/>
                    <a:pt x="498" y="36"/>
                  </a:cubicBezTo>
                  <a:cubicBezTo>
                    <a:pt x="507" y="42"/>
                    <a:pt x="517" y="51"/>
                    <a:pt x="530" y="62"/>
                  </a:cubicBezTo>
                  <a:cubicBezTo>
                    <a:pt x="535" y="68"/>
                    <a:pt x="544" y="74"/>
                    <a:pt x="552" y="78"/>
                  </a:cubicBezTo>
                  <a:cubicBezTo>
                    <a:pt x="562" y="82"/>
                    <a:pt x="573" y="83"/>
                    <a:pt x="586" y="83"/>
                  </a:cubicBezTo>
                  <a:cubicBezTo>
                    <a:pt x="602" y="83"/>
                    <a:pt x="616" y="79"/>
                    <a:pt x="626" y="74"/>
                  </a:cubicBezTo>
                  <a:cubicBezTo>
                    <a:pt x="643" y="64"/>
                    <a:pt x="652" y="51"/>
                    <a:pt x="662" y="43"/>
                  </a:cubicBezTo>
                  <a:cubicBezTo>
                    <a:pt x="668" y="39"/>
                    <a:pt x="673" y="36"/>
                    <a:pt x="679" y="33"/>
                  </a:cubicBezTo>
                  <a:cubicBezTo>
                    <a:pt x="685" y="30"/>
                    <a:pt x="690" y="29"/>
                    <a:pt x="700" y="29"/>
                  </a:cubicBezTo>
                  <a:cubicBezTo>
                    <a:pt x="708" y="29"/>
                    <a:pt x="714" y="22"/>
                    <a:pt x="714" y="14"/>
                  </a:cubicBezTo>
                  <a:cubicBezTo>
                    <a:pt x="714" y="5"/>
                    <a:pt x="708" y="0"/>
                    <a:pt x="7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5">
              <a:extLst>
                <a:ext uri="{FF2B5EF4-FFF2-40B4-BE49-F238E27FC236}">
                  <a16:creationId xmlns:a16="http://schemas.microsoft.com/office/drawing/2014/main" id="{B21296F7-C32F-81F9-B30D-B1684CC69015}"/>
                </a:ext>
              </a:extLst>
            </p:cNvPr>
            <p:cNvSpPr>
              <a:spLocks noChangeArrowheads="1"/>
            </p:cNvSpPr>
            <p:nvPr/>
          </p:nvSpPr>
          <p:spPr bwMode="auto">
            <a:xfrm>
              <a:off x="9261475" y="5830888"/>
              <a:ext cx="203200" cy="214312"/>
            </a:xfrm>
            <a:custGeom>
              <a:avLst/>
              <a:gdLst>
                <a:gd name="T0" fmla="*/ 462 w 566"/>
                <a:gd name="T1" fmla="*/ 0 h 597"/>
                <a:gd name="T2" fmla="*/ 462 w 566"/>
                <a:gd name="T3" fmla="*/ 0 h 597"/>
                <a:gd name="T4" fmla="*/ 357 w 566"/>
                <a:gd name="T5" fmla="*/ 105 h 597"/>
                <a:gd name="T6" fmla="*/ 357 w 566"/>
                <a:gd name="T7" fmla="*/ 268 h 597"/>
                <a:gd name="T8" fmla="*/ 29 w 566"/>
                <a:gd name="T9" fmla="*/ 268 h 597"/>
                <a:gd name="T10" fmla="*/ 29 w 566"/>
                <a:gd name="T11" fmla="*/ 105 h 597"/>
                <a:gd name="T12" fmla="*/ 52 w 566"/>
                <a:gd name="T13" fmla="*/ 52 h 597"/>
                <a:gd name="T14" fmla="*/ 105 w 566"/>
                <a:gd name="T15" fmla="*/ 29 h 597"/>
                <a:gd name="T16" fmla="*/ 156 w 566"/>
                <a:gd name="T17" fmla="*/ 52 h 597"/>
                <a:gd name="T18" fmla="*/ 178 w 566"/>
                <a:gd name="T19" fmla="*/ 105 h 597"/>
                <a:gd name="T20" fmla="*/ 178 w 566"/>
                <a:gd name="T21" fmla="*/ 163 h 597"/>
                <a:gd name="T22" fmla="*/ 194 w 566"/>
                <a:gd name="T23" fmla="*/ 179 h 597"/>
                <a:gd name="T24" fmla="*/ 208 w 566"/>
                <a:gd name="T25" fmla="*/ 163 h 597"/>
                <a:gd name="T26" fmla="*/ 208 w 566"/>
                <a:gd name="T27" fmla="*/ 105 h 597"/>
                <a:gd name="T28" fmla="*/ 105 w 566"/>
                <a:gd name="T29" fmla="*/ 0 h 597"/>
                <a:gd name="T30" fmla="*/ 0 w 566"/>
                <a:gd name="T31" fmla="*/ 105 h 597"/>
                <a:gd name="T32" fmla="*/ 0 w 566"/>
                <a:gd name="T33" fmla="*/ 580 h 597"/>
                <a:gd name="T34" fmla="*/ 15 w 566"/>
                <a:gd name="T35" fmla="*/ 596 h 597"/>
                <a:gd name="T36" fmla="*/ 29 w 566"/>
                <a:gd name="T37" fmla="*/ 580 h 597"/>
                <a:gd name="T38" fmla="*/ 29 w 566"/>
                <a:gd name="T39" fmla="*/ 476 h 597"/>
                <a:gd name="T40" fmla="*/ 357 w 566"/>
                <a:gd name="T41" fmla="*/ 476 h 597"/>
                <a:gd name="T42" fmla="*/ 357 w 566"/>
                <a:gd name="T43" fmla="*/ 580 h 597"/>
                <a:gd name="T44" fmla="*/ 372 w 566"/>
                <a:gd name="T45" fmla="*/ 596 h 597"/>
                <a:gd name="T46" fmla="*/ 386 w 566"/>
                <a:gd name="T47" fmla="*/ 580 h 597"/>
                <a:gd name="T48" fmla="*/ 386 w 566"/>
                <a:gd name="T49" fmla="*/ 105 h 597"/>
                <a:gd name="T50" fmla="*/ 409 w 566"/>
                <a:gd name="T51" fmla="*/ 52 h 597"/>
                <a:gd name="T52" fmla="*/ 462 w 566"/>
                <a:gd name="T53" fmla="*/ 29 h 597"/>
                <a:gd name="T54" fmla="*/ 513 w 566"/>
                <a:gd name="T55" fmla="*/ 52 h 597"/>
                <a:gd name="T56" fmla="*/ 536 w 566"/>
                <a:gd name="T57" fmla="*/ 105 h 597"/>
                <a:gd name="T58" fmla="*/ 536 w 566"/>
                <a:gd name="T59" fmla="*/ 163 h 597"/>
                <a:gd name="T60" fmla="*/ 551 w 566"/>
                <a:gd name="T61" fmla="*/ 179 h 597"/>
                <a:gd name="T62" fmla="*/ 565 w 566"/>
                <a:gd name="T63" fmla="*/ 163 h 597"/>
                <a:gd name="T64" fmla="*/ 565 w 566"/>
                <a:gd name="T65" fmla="*/ 105 h 597"/>
                <a:gd name="T66" fmla="*/ 462 w 566"/>
                <a:gd name="T67" fmla="*/ 0 h 597"/>
                <a:gd name="T68" fmla="*/ 29 w 566"/>
                <a:gd name="T69" fmla="*/ 446 h 597"/>
                <a:gd name="T70" fmla="*/ 29 w 566"/>
                <a:gd name="T71" fmla="*/ 446 h 597"/>
                <a:gd name="T72" fmla="*/ 29 w 566"/>
                <a:gd name="T73" fmla="*/ 297 h 597"/>
                <a:gd name="T74" fmla="*/ 357 w 566"/>
                <a:gd name="T75" fmla="*/ 297 h 597"/>
                <a:gd name="T76" fmla="*/ 357 w 566"/>
                <a:gd name="T77" fmla="*/ 446 h 597"/>
                <a:gd name="T78" fmla="*/ 29 w 566"/>
                <a:gd name="T79" fmla="*/ 446 h 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597">
                  <a:moveTo>
                    <a:pt x="462" y="0"/>
                  </a:moveTo>
                  <a:lnTo>
                    <a:pt x="462" y="0"/>
                  </a:lnTo>
                  <a:cubicBezTo>
                    <a:pt x="403" y="0"/>
                    <a:pt x="357" y="46"/>
                    <a:pt x="357" y="105"/>
                  </a:cubicBezTo>
                  <a:cubicBezTo>
                    <a:pt x="357" y="268"/>
                    <a:pt x="357" y="268"/>
                    <a:pt x="357" y="268"/>
                  </a:cubicBezTo>
                  <a:cubicBezTo>
                    <a:pt x="29" y="268"/>
                    <a:pt x="29" y="268"/>
                    <a:pt x="29" y="268"/>
                  </a:cubicBezTo>
                  <a:cubicBezTo>
                    <a:pt x="29" y="105"/>
                    <a:pt x="29" y="105"/>
                    <a:pt x="29" y="105"/>
                  </a:cubicBezTo>
                  <a:cubicBezTo>
                    <a:pt x="29" y="84"/>
                    <a:pt x="38" y="66"/>
                    <a:pt x="52" y="52"/>
                  </a:cubicBezTo>
                  <a:cubicBezTo>
                    <a:pt x="66" y="38"/>
                    <a:pt x="84" y="29"/>
                    <a:pt x="105" y="29"/>
                  </a:cubicBezTo>
                  <a:cubicBezTo>
                    <a:pt x="124" y="29"/>
                    <a:pt x="144" y="38"/>
                    <a:pt x="156" y="52"/>
                  </a:cubicBezTo>
                  <a:cubicBezTo>
                    <a:pt x="170" y="66"/>
                    <a:pt x="178" y="84"/>
                    <a:pt x="178" y="105"/>
                  </a:cubicBezTo>
                  <a:cubicBezTo>
                    <a:pt x="178" y="163"/>
                    <a:pt x="178" y="163"/>
                    <a:pt x="178" y="163"/>
                  </a:cubicBezTo>
                  <a:cubicBezTo>
                    <a:pt x="178" y="172"/>
                    <a:pt x="185" y="179"/>
                    <a:pt x="194" y="179"/>
                  </a:cubicBezTo>
                  <a:cubicBezTo>
                    <a:pt x="202" y="179"/>
                    <a:pt x="208" y="172"/>
                    <a:pt x="208" y="163"/>
                  </a:cubicBezTo>
                  <a:cubicBezTo>
                    <a:pt x="208" y="105"/>
                    <a:pt x="208" y="105"/>
                    <a:pt x="208" y="105"/>
                  </a:cubicBezTo>
                  <a:cubicBezTo>
                    <a:pt x="208" y="46"/>
                    <a:pt x="162" y="0"/>
                    <a:pt x="105" y="0"/>
                  </a:cubicBezTo>
                  <a:cubicBezTo>
                    <a:pt x="46" y="0"/>
                    <a:pt x="0" y="46"/>
                    <a:pt x="0" y="105"/>
                  </a:cubicBezTo>
                  <a:cubicBezTo>
                    <a:pt x="0" y="580"/>
                    <a:pt x="0" y="580"/>
                    <a:pt x="0" y="580"/>
                  </a:cubicBezTo>
                  <a:cubicBezTo>
                    <a:pt x="0" y="589"/>
                    <a:pt x="7" y="596"/>
                    <a:pt x="15" y="596"/>
                  </a:cubicBezTo>
                  <a:cubicBezTo>
                    <a:pt x="24" y="596"/>
                    <a:pt x="29" y="589"/>
                    <a:pt x="29" y="580"/>
                  </a:cubicBezTo>
                  <a:cubicBezTo>
                    <a:pt x="29" y="476"/>
                    <a:pt x="29" y="476"/>
                    <a:pt x="29" y="476"/>
                  </a:cubicBezTo>
                  <a:cubicBezTo>
                    <a:pt x="357" y="476"/>
                    <a:pt x="357" y="476"/>
                    <a:pt x="357" y="476"/>
                  </a:cubicBezTo>
                  <a:cubicBezTo>
                    <a:pt x="357" y="580"/>
                    <a:pt x="357" y="580"/>
                    <a:pt x="357" y="580"/>
                  </a:cubicBezTo>
                  <a:cubicBezTo>
                    <a:pt x="357" y="589"/>
                    <a:pt x="364" y="596"/>
                    <a:pt x="372" y="596"/>
                  </a:cubicBezTo>
                  <a:cubicBezTo>
                    <a:pt x="381" y="596"/>
                    <a:pt x="386" y="589"/>
                    <a:pt x="386" y="580"/>
                  </a:cubicBezTo>
                  <a:cubicBezTo>
                    <a:pt x="386" y="105"/>
                    <a:pt x="386" y="105"/>
                    <a:pt x="386" y="105"/>
                  </a:cubicBezTo>
                  <a:cubicBezTo>
                    <a:pt x="386" y="84"/>
                    <a:pt x="395" y="66"/>
                    <a:pt x="409" y="52"/>
                  </a:cubicBezTo>
                  <a:cubicBezTo>
                    <a:pt x="423" y="38"/>
                    <a:pt x="441" y="29"/>
                    <a:pt x="462" y="29"/>
                  </a:cubicBezTo>
                  <a:cubicBezTo>
                    <a:pt x="481" y="29"/>
                    <a:pt x="501" y="38"/>
                    <a:pt x="513" y="52"/>
                  </a:cubicBezTo>
                  <a:cubicBezTo>
                    <a:pt x="527" y="66"/>
                    <a:pt x="536" y="84"/>
                    <a:pt x="536" y="105"/>
                  </a:cubicBezTo>
                  <a:cubicBezTo>
                    <a:pt x="536" y="163"/>
                    <a:pt x="536" y="163"/>
                    <a:pt x="536" y="163"/>
                  </a:cubicBezTo>
                  <a:cubicBezTo>
                    <a:pt x="536" y="172"/>
                    <a:pt x="543" y="179"/>
                    <a:pt x="551" y="179"/>
                  </a:cubicBezTo>
                  <a:cubicBezTo>
                    <a:pt x="559" y="179"/>
                    <a:pt x="565" y="172"/>
                    <a:pt x="565" y="163"/>
                  </a:cubicBezTo>
                  <a:cubicBezTo>
                    <a:pt x="565" y="105"/>
                    <a:pt x="565" y="105"/>
                    <a:pt x="565" y="105"/>
                  </a:cubicBezTo>
                  <a:cubicBezTo>
                    <a:pt x="565" y="46"/>
                    <a:pt x="519" y="0"/>
                    <a:pt x="462" y="0"/>
                  </a:cubicBezTo>
                  <a:close/>
                  <a:moveTo>
                    <a:pt x="29" y="446"/>
                  </a:moveTo>
                  <a:lnTo>
                    <a:pt x="29" y="446"/>
                  </a:lnTo>
                  <a:cubicBezTo>
                    <a:pt x="29" y="297"/>
                    <a:pt x="29" y="297"/>
                    <a:pt x="29" y="297"/>
                  </a:cubicBezTo>
                  <a:cubicBezTo>
                    <a:pt x="357" y="297"/>
                    <a:pt x="357" y="297"/>
                    <a:pt x="357" y="297"/>
                  </a:cubicBezTo>
                  <a:cubicBezTo>
                    <a:pt x="357" y="446"/>
                    <a:pt x="357" y="446"/>
                    <a:pt x="357" y="446"/>
                  </a:cubicBezTo>
                  <a:lnTo>
                    <a:pt x="29" y="4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2" name="Group 245">
            <a:extLst>
              <a:ext uri="{FF2B5EF4-FFF2-40B4-BE49-F238E27FC236}">
                <a16:creationId xmlns:a16="http://schemas.microsoft.com/office/drawing/2014/main" id="{3CD5FF64-4911-B147-CCF1-55A682FB192F}"/>
              </a:ext>
            </a:extLst>
          </p:cNvPr>
          <p:cNvGrpSpPr/>
          <p:nvPr/>
        </p:nvGrpSpPr>
        <p:grpSpPr>
          <a:xfrm>
            <a:off x="10749631" y="5511701"/>
            <a:ext cx="258763" cy="257175"/>
            <a:chOff x="9721850" y="5830888"/>
            <a:chExt cx="258763" cy="257175"/>
          </a:xfrm>
          <a:solidFill>
            <a:schemeClr val="tx2"/>
          </a:solidFill>
        </p:grpSpPr>
        <p:sp>
          <p:nvSpPr>
            <p:cNvPr id="243" name="Freeform 196">
              <a:extLst>
                <a:ext uri="{FF2B5EF4-FFF2-40B4-BE49-F238E27FC236}">
                  <a16:creationId xmlns:a16="http://schemas.microsoft.com/office/drawing/2014/main" id="{4599D49F-02D6-FCE1-B7B1-7345A101F141}"/>
                </a:ext>
              </a:extLst>
            </p:cNvPr>
            <p:cNvSpPr>
              <a:spLocks noChangeArrowheads="1"/>
            </p:cNvSpPr>
            <p:nvPr/>
          </p:nvSpPr>
          <p:spPr bwMode="auto">
            <a:xfrm>
              <a:off x="9721850" y="5894388"/>
              <a:ext cx="257175" cy="193675"/>
            </a:xfrm>
            <a:custGeom>
              <a:avLst/>
              <a:gdLst>
                <a:gd name="T0" fmla="*/ 700 w 715"/>
                <a:gd name="T1" fmla="*/ 506 h 536"/>
                <a:gd name="T2" fmla="*/ 673 w 715"/>
                <a:gd name="T3" fmla="*/ 499 h 536"/>
                <a:gd name="T4" fmla="*/ 618 w 715"/>
                <a:gd name="T5" fmla="*/ 457 h 536"/>
                <a:gd name="T6" fmla="*/ 544 w 715"/>
                <a:gd name="T7" fmla="*/ 461 h 536"/>
                <a:gd name="T8" fmla="*/ 492 w 715"/>
                <a:gd name="T9" fmla="*/ 502 h 536"/>
                <a:gd name="T10" fmla="*/ 477 w 715"/>
                <a:gd name="T11" fmla="*/ 283 h 536"/>
                <a:gd name="T12" fmla="*/ 477 w 715"/>
                <a:gd name="T13" fmla="*/ 283 h 536"/>
                <a:gd name="T14" fmla="*/ 498 w 715"/>
                <a:gd name="T15" fmla="*/ 51 h 536"/>
                <a:gd name="T16" fmla="*/ 604 w 715"/>
                <a:gd name="T17" fmla="*/ 51 h 536"/>
                <a:gd name="T18" fmla="*/ 625 w 715"/>
                <a:gd name="T19" fmla="*/ 163 h 536"/>
                <a:gd name="T20" fmla="*/ 655 w 715"/>
                <a:gd name="T21" fmla="*/ 163 h 536"/>
                <a:gd name="T22" fmla="*/ 551 w 715"/>
                <a:gd name="T23" fmla="*/ 0 h 536"/>
                <a:gd name="T24" fmla="*/ 446 w 715"/>
                <a:gd name="T25" fmla="*/ 267 h 536"/>
                <a:gd name="T26" fmla="*/ 149 w 715"/>
                <a:gd name="T27" fmla="*/ 104 h 536"/>
                <a:gd name="T28" fmla="*/ 223 w 715"/>
                <a:gd name="T29" fmla="*/ 29 h 536"/>
                <a:gd name="T30" fmla="*/ 298 w 715"/>
                <a:gd name="T31" fmla="*/ 104 h 536"/>
                <a:gd name="T32" fmla="*/ 312 w 715"/>
                <a:gd name="T33" fmla="*/ 178 h 536"/>
                <a:gd name="T34" fmla="*/ 328 w 715"/>
                <a:gd name="T35" fmla="*/ 104 h 536"/>
                <a:gd name="T36" fmla="*/ 120 w 715"/>
                <a:gd name="T37" fmla="*/ 104 h 536"/>
                <a:gd name="T38" fmla="*/ 88 w 715"/>
                <a:gd name="T39" fmla="*/ 461 h 536"/>
                <a:gd name="T40" fmla="*/ 36 w 715"/>
                <a:gd name="T41" fmla="*/ 502 h 536"/>
                <a:gd name="T42" fmla="*/ 0 w 715"/>
                <a:gd name="T43" fmla="*/ 520 h 536"/>
                <a:gd name="T44" fmla="*/ 57 w 715"/>
                <a:gd name="T45" fmla="*/ 524 h 536"/>
                <a:gd name="T46" fmla="*/ 109 w 715"/>
                <a:gd name="T47" fmla="*/ 485 h 536"/>
                <a:gd name="T48" fmla="*/ 156 w 715"/>
                <a:gd name="T49" fmla="*/ 486 h 536"/>
                <a:gd name="T50" fmla="*/ 210 w 715"/>
                <a:gd name="T51" fmla="*/ 530 h 536"/>
                <a:gd name="T52" fmla="*/ 284 w 715"/>
                <a:gd name="T53" fmla="*/ 524 h 536"/>
                <a:gd name="T54" fmla="*/ 336 w 715"/>
                <a:gd name="T55" fmla="*/ 485 h 536"/>
                <a:gd name="T56" fmla="*/ 383 w 715"/>
                <a:gd name="T57" fmla="*/ 486 h 536"/>
                <a:gd name="T58" fmla="*/ 439 w 715"/>
                <a:gd name="T59" fmla="*/ 530 h 536"/>
                <a:gd name="T60" fmla="*/ 461 w 715"/>
                <a:gd name="T61" fmla="*/ 535 h 536"/>
                <a:gd name="T62" fmla="*/ 471 w 715"/>
                <a:gd name="T63" fmla="*/ 535 h 536"/>
                <a:gd name="T64" fmla="*/ 549 w 715"/>
                <a:gd name="T65" fmla="*/ 495 h 536"/>
                <a:gd name="T66" fmla="*/ 586 w 715"/>
                <a:gd name="T67" fmla="*/ 481 h 536"/>
                <a:gd name="T68" fmla="*/ 644 w 715"/>
                <a:gd name="T69" fmla="*/ 514 h 536"/>
                <a:gd name="T70" fmla="*/ 700 w 715"/>
                <a:gd name="T71" fmla="*/ 535 h 536"/>
                <a:gd name="T72" fmla="*/ 700 w 715"/>
                <a:gd name="T73" fmla="*/ 506 h 536"/>
                <a:gd name="T74" fmla="*/ 413 w 715"/>
                <a:gd name="T75" fmla="*/ 471 h 536"/>
                <a:gd name="T76" fmla="*/ 358 w 715"/>
                <a:gd name="T77" fmla="*/ 450 h 536"/>
                <a:gd name="T78" fmla="*/ 280 w 715"/>
                <a:gd name="T79" fmla="*/ 492 h 536"/>
                <a:gd name="T80" fmla="*/ 244 w 715"/>
                <a:gd name="T81" fmla="*/ 506 h 536"/>
                <a:gd name="T82" fmla="*/ 185 w 715"/>
                <a:gd name="T83" fmla="*/ 471 h 536"/>
                <a:gd name="T84" fmla="*/ 149 w 715"/>
                <a:gd name="T85" fmla="*/ 453 h 536"/>
                <a:gd name="T86" fmla="*/ 446 w 715"/>
                <a:gd name="T87" fmla="*/ 297 h 536"/>
                <a:gd name="T88" fmla="*/ 445 w 715"/>
                <a:gd name="T89" fmla="*/ 49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536">
                  <a:moveTo>
                    <a:pt x="700" y="506"/>
                  </a:moveTo>
                  <a:lnTo>
                    <a:pt x="700" y="506"/>
                  </a:lnTo>
                  <a:lnTo>
                    <a:pt x="700" y="506"/>
                  </a:lnTo>
                  <a:cubicBezTo>
                    <a:pt x="687" y="506"/>
                    <a:pt x="680" y="503"/>
                    <a:pt x="673" y="499"/>
                  </a:cubicBezTo>
                  <a:cubicBezTo>
                    <a:pt x="662" y="493"/>
                    <a:pt x="654" y="482"/>
                    <a:pt x="641" y="471"/>
                  </a:cubicBezTo>
                  <a:cubicBezTo>
                    <a:pt x="634" y="467"/>
                    <a:pt x="627" y="461"/>
                    <a:pt x="618" y="457"/>
                  </a:cubicBezTo>
                  <a:cubicBezTo>
                    <a:pt x="609" y="453"/>
                    <a:pt x="598" y="450"/>
                    <a:pt x="586" y="450"/>
                  </a:cubicBezTo>
                  <a:cubicBezTo>
                    <a:pt x="569" y="450"/>
                    <a:pt x="555" y="454"/>
                    <a:pt x="544" y="461"/>
                  </a:cubicBezTo>
                  <a:cubicBezTo>
                    <a:pt x="528" y="471"/>
                    <a:pt x="519" y="484"/>
                    <a:pt x="508" y="492"/>
                  </a:cubicBezTo>
                  <a:cubicBezTo>
                    <a:pt x="503" y="496"/>
                    <a:pt x="498" y="499"/>
                    <a:pt x="492" y="502"/>
                  </a:cubicBezTo>
                  <a:cubicBezTo>
                    <a:pt x="488" y="503"/>
                    <a:pt x="482" y="505"/>
                    <a:pt x="477" y="506"/>
                  </a:cubicBezTo>
                  <a:cubicBezTo>
                    <a:pt x="477" y="283"/>
                    <a:pt x="477" y="283"/>
                    <a:pt x="477" y="283"/>
                  </a:cubicBezTo>
                  <a:lnTo>
                    <a:pt x="477" y="283"/>
                  </a:lnTo>
                  <a:lnTo>
                    <a:pt x="477" y="283"/>
                  </a:lnTo>
                  <a:cubicBezTo>
                    <a:pt x="477" y="104"/>
                    <a:pt x="477" y="104"/>
                    <a:pt x="477" y="104"/>
                  </a:cubicBezTo>
                  <a:cubicBezTo>
                    <a:pt x="477" y="83"/>
                    <a:pt x="485" y="65"/>
                    <a:pt x="498" y="51"/>
                  </a:cubicBezTo>
                  <a:cubicBezTo>
                    <a:pt x="512" y="37"/>
                    <a:pt x="530" y="29"/>
                    <a:pt x="551" y="29"/>
                  </a:cubicBezTo>
                  <a:cubicBezTo>
                    <a:pt x="572" y="29"/>
                    <a:pt x="590" y="37"/>
                    <a:pt x="604" y="51"/>
                  </a:cubicBezTo>
                  <a:cubicBezTo>
                    <a:pt x="616" y="65"/>
                    <a:pt x="625" y="83"/>
                    <a:pt x="625" y="104"/>
                  </a:cubicBezTo>
                  <a:cubicBezTo>
                    <a:pt x="625" y="163"/>
                    <a:pt x="625" y="163"/>
                    <a:pt x="625" y="163"/>
                  </a:cubicBezTo>
                  <a:cubicBezTo>
                    <a:pt x="625" y="171"/>
                    <a:pt x="632" y="178"/>
                    <a:pt x="640" y="178"/>
                  </a:cubicBezTo>
                  <a:cubicBezTo>
                    <a:pt x="648" y="178"/>
                    <a:pt x="655" y="171"/>
                    <a:pt x="655" y="163"/>
                  </a:cubicBezTo>
                  <a:cubicBezTo>
                    <a:pt x="655" y="104"/>
                    <a:pt x="655" y="104"/>
                    <a:pt x="655" y="104"/>
                  </a:cubicBezTo>
                  <a:cubicBezTo>
                    <a:pt x="655" y="46"/>
                    <a:pt x="608" y="0"/>
                    <a:pt x="551" y="0"/>
                  </a:cubicBezTo>
                  <a:cubicBezTo>
                    <a:pt x="494" y="0"/>
                    <a:pt x="446" y="46"/>
                    <a:pt x="446" y="104"/>
                  </a:cubicBezTo>
                  <a:cubicBezTo>
                    <a:pt x="446" y="267"/>
                    <a:pt x="446" y="267"/>
                    <a:pt x="446" y="267"/>
                  </a:cubicBezTo>
                  <a:cubicBezTo>
                    <a:pt x="149" y="267"/>
                    <a:pt x="149" y="267"/>
                    <a:pt x="149" y="267"/>
                  </a:cubicBezTo>
                  <a:cubicBezTo>
                    <a:pt x="149" y="104"/>
                    <a:pt x="149" y="104"/>
                    <a:pt x="149" y="104"/>
                  </a:cubicBezTo>
                  <a:cubicBezTo>
                    <a:pt x="149" y="83"/>
                    <a:pt x="157" y="65"/>
                    <a:pt x="171" y="51"/>
                  </a:cubicBezTo>
                  <a:cubicBezTo>
                    <a:pt x="184" y="37"/>
                    <a:pt x="203" y="29"/>
                    <a:pt x="223" y="29"/>
                  </a:cubicBezTo>
                  <a:cubicBezTo>
                    <a:pt x="244" y="29"/>
                    <a:pt x="262" y="37"/>
                    <a:pt x="276" y="51"/>
                  </a:cubicBezTo>
                  <a:cubicBezTo>
                    <a:pt x="290" y="65"/>
                    <a:pt x="298" y="83"/>
                    <a:pt x="298" y="104"/>
                  </a:cubicBezTo>
                  <a:cubicBezTo>
                    <a:pt x="298" y="163"/>
                    <a:pt x="298" y="163"/>
                    <a:pt x="298" y="163"/>
                  </a:cubicBezTo>
                  <a:cubicBezTo>
                    <a:pt x="298" y="171"/>
                    <a:pt x="304" y="178"/>
                    <a:pt x="312" y="178"/>
                  </a:cubicBezTo>
                  <a:cubicBezTo>
                    <a:pt x="321" y="178"/>
                    <a:pt x="328" y="171"/>
                    <a:pt x="328" y="163"/>
                  </a:cubicBezTo>
                  <a:cubicBezTo>
                    <a:pt x="328" y="104"/>
                    <a:pt x="328" y="104"/>
                    <a:pt x="328" y="104"/>
                  </a:cubicBezTo>
                  <a:cubicBezTo>
                    <a:pt x="328" y="46"/>
                    <a:pt x="282" y="0"/>
                    <a:pt x="223" y="0"/>
                  </a:cubicBezTo>
                  <a:cubicBezTo>
                    <a:pt x="166" y="0"/>
                    <a:pt x="120" y="46"/>
                    <a:pt x="120" y="104"/>
                  </a:cubicBezTo>
                  <a:cubicBezTo>
                    <a:pt x="120" y="452"/>
                    <a:pt x="120" y="452"/>
                    <a:pt x="120" y="452"/>
                  </a:cubicBezTo>
                  <a:cubicBezTo>
                    <a:pt x="107" y="453"/>
                    <a:pt x="96" y="456"/>
                    <a:pt x="88" y="461"/>
                  </a:cubicBezTo>
                  <a:cubicBezTo>
                    <a:pt x="72" y="471"/>
                    <a:pt x="61" y="484"/>
                    <a:pt x="51" y="492"/>
                  </a:cubicBezTo>
                  <a:cubicBezTo>
                    <a:pt x="47" y="496"/>
                    <a:pt x="42" y="499"/>
                    <a:pt x="36" y="502"/>
                  </a:cubicBezTo>
                  <a:cubicBezTo>
                    <a:pt x="31" y="505"/>
                    <a:pt x="24" y="506"/>
                    <a:pt x="15" y="506"/>
                  </a:cubicBezTo>
                  <a:cubicBezTo>
                    <a:pt x="7" y="506"/>
                    <a:pt x="0" y="511"/>
                    <a:pt x="0" y="520"/>
                  </a:cubicBezTo>
                  <a:cubicBezTo>
                    <a:pt x="0" y="528"/>
                    <a:pt x="7" y="535"/>
                    <a:pt x="15" y="535"/>
                  </a:cubicBezTo>
                  <a:cubicBezTo>
                    <a:pt x="32" y="535"/>
                    <a:pt x="46" y="531"/>
                    <a:pt x="57" y="524"/>
                  </a:cubicBezTo>
                  <a:cubicBezTo>
                    <a:pt x="72" y="516"/>
                    <a:pt x="84" y="503"/>
                    <a:pt x="93" y="495"/>
                  </a:cubicBezTo>
                  <a:cubicBezTo>
                    <a:pt x="97" y="491"/>
                    <a:pt x="103" y="486"/>
                    <a:pt x="109" y="485"/>
                  </a:cubicBezTo>
                  <a:cubicBezTo>
                    <a:pt x="114" y="482"/>
                    <a:pt x="121" y="481"/>
                    <a:pt x="130" y="481"/>
                  </a:cubicBezTo>
                  <a:cubicBezTo>
                    <a:pt x="141" y="481"/>
                    <a:pt x="149" y="484"/>
                    <a:pt x="156" y="486"/>
                  </a:cubicBezTo>
                  <a:cubicBezTo>
                    <a:pt x="166" y="493"/>
                    <a:pt x="176" y="503"/>
                    <a:pt x="188" y="514"/>
                  </a:cubicBezTo>
                  <a:cubicBezTo>
                    <a:pt x="194" y="520"/>
                    <a:pt x="202" y="525"/>
                    <a:pt x="210" y="530"/>
                  </a:cubicBezTo>
                  <a:cubicBezTo>
                    <a:pt x="220" y="532"/>
                    <a:pt x="231" y="535"/>
                    <a:pt x="244" y="535"/>
                  </a:cubicBezTo>
                  <a:cubicBezTo>
                    <a:pt x="261" y="535"/>
                    <a:pt x="275" y="531"/>
                    <a:pt x="284" y="524"/>
                  </a:cubicBezTo>
                  <a:cubicBezTo>
                    <a:pt x="301" y="516"/>
                    <a:pt x="311" y="503"/>
                    <a:pt x="321" y="495"/>
                  </a:cubicBezTo>
                  <a:cubicBezTo>
                    <a:pt x="326" y="491"/>
                    <a:pt x="330" y="486"/>
                    <a:pt x="336" y="485"/>
                  </a:cubicBezTo>
                  <a:cubicBezTo>
                    <a:pt x="342" y="482"/>
                    <a:pt x="349" y="481"/>
                    <a:pt x="358" y="481"/>
                  </a:cubicBezTo>
                  <a:cubicBezTo>
                    <a:pt x="369" y="481"/>
                    <a:pt x="376" y="484"/>
                    <a:pt x="383" y="486"/>
                  </a:cubicBezTo>
                  <a:cubicBezTo>
                    <a:pt x="395" y="493"/>
                    <a:pt x="403" y="503"/>
                    <a:pt x="415" y="514"/>
                  </a:cubicBezTo>
                  <a:cubicBezTo>
                    <a:pt x="422" y="520"/>
                    <a:pt x="429" y="525"/>
                    <a:pt x="439" y="530"/>
                  </a:cubicBezTo>
                  <a:cubicBezTo>
                    <a:pt x="443" y="531"/>
                    <a:pt x="449" y="532"/>
                    <a:pt x="456" y="534"/>
                  </a:cubicBezTo>
                  <a:cubicBezTo>
                    <a:pt x="457" y="535"/>
                    <a:pt x="459" y="535"/>
                    <a:pt x="461" y="535"/>
                  </a:cubicBezTo>
                  <a:cubicBezTo>
                    <a:pt x="463" y="535"/>
                    <a:pt x="463" y="535"/>
                    <a:pt x="463" y="535"/>
                  </a:cubicBezTo>
                  <a:cubicBezTo>
                    <a:pt x="466" y="535"/>
                    <a:pt x="468" y="535"/>
                    <a:pt x="471" y="535"/>
                  </a:cubicBezTo>
                  <a:cubicBezTo>
                    <a:pt x="488" y="535"/>
                    <a:pt x="502" y="531"/>
                    <a:pt x="513" y="524"/>
                  </a:cubicBezTo>
                  <a:cubicBezTo>
                    <a:pt x="530" y="516"/>
                    <a:pt x="540" y="503"/>
                    <a:pt x="549" y="495"/>
                  </a:cubicBezTo>
                  <a:cubicBezTo>
                    <a:pt x="554" y="491"/>
                    <a:pt x="559" y="486"/>
                    <a:pt x="565" y="485"/>
                  </a:cubicBezTo>
                  <a:cubicBezTo>
                    <a:pt x="570" y="482"/>
                    <a:pt x="577" y="481"/>
                    <a:pt x="586" y="481"/>
                  </a:cubicBezTo>
                  <a:cubicBezTo>
                    <a:pt x="597" y="481"/>
                    <a:pt x="605" y="484"/>
                    <a:pt x="612" y="486"/>
                  </a:cubicBezTo>
                  <a:cubicBezTo>
                    <a:pt x="622" y="493"/>
                    <a:pt x="632" y="503"/>
                    <a:pt x="644" y="514"/>
                  </a:cubicBezTo>
                  <a:cubicBezTo>
                    <a:pt x="650" y="520"/>
                    <a:pt x="658" y="525"/>
                    <a:pt x="666" y="530"/>
                  </a:cubicBezTo>
                  <a:cubicBezTo>
                    <a:pt x="676" y="532"/>
                    <a:pt x="687" y="535"/>
                    <a:pt x="700" y="535"/>
                  </a:cubicBezTo>
                  <a:cubicBezTo>
                    <a:pt x="708" y="535"/>
                    <a:pt x="714" y="528"/>
                    <a:pt x="714" y="520"/>
                  </a:cubicBezTo>
                  <a:cubicBezTo>
                    <a:pt x="714" y="511"/>
                    <a:pt x="708" y="506"/>
                    <a:pt x="700" y="506"/>
                  </a:cubicBezTo>
                  <a:close/>
                  <a:moveTo>
                    <a:pt x="413" y="471"/>
                  </a:moveTo>
                  <a:lnTo>
                    <a:pt x="413" y="471"/>
                  </a:lnTo>
                  <a:cubicBezTo>
                    <a:pt x="407" y="467"/>
                    <a:pt x="400" y="461"/>
                    <a:pt x="390" y="457"/>
                  </a:cubicBezTo>
                  <a:cubicBezTo>
                    <a:pt x="381" y="453"/>
                    <a:pt x="369" y="450"/>
                    <a:pt x="358" y="450"/>
                  </a:cubicBezTo>
                  <a:cubicBezTo>
                    <a:pt x="342" y="450"/>
                    <a:pt x="328" y="454"/>
                    <a:pt x="316" y="461"/>
                  </a:cubicBezTo>
                  <a:cubicBezTo>
                    <a:pt x="300" y="471"/>
                    <a:pt x="290" y="484"/>
                    <a:pt x="280" y="492"/>
                  </a:cubicBezTo>
                  <a:cubicBezTo>
                    <a:pt x="275" y="496"/>
                    <a:pt x="270" y="499"/>
                    <a:pt x="265" y="502"/>
                  </a:cubicBezTo>
                  <a:cubicBezTo>
                    <a:pt x="259" y="505"/>
                    <a:pt x="252" y="506"/>
                    <a:pt x="244" y="506"/>
                  </a:cubicBezTo>
                  <a:cubicBezTo>
                    <a:pt x="231" y="506"/>
                    <a:pt x="224" y="503"/>
                    <a:pt x="217" y="499"/>
                  </a:cubicBezTo>
                  <a:cubicBezTo>
                    <a:pt x="206" y="493"/>
                    <a:pt x="198" y="482"/>
                    <a:pt x="185" y="471"/>
                  </a:cubicBezTo>
                  <a:cubicBezTo>
                    <a:pt x="178" y="465"/>
                    <a:pt x="171" y="461"/>
                    <a:pt x="162" y="457"/>
                  </a:cubicBezTo>
                  <a:cubicBezTo>
                    <a:pt x="157" y="456"/>
                    <a:pt x="153" y="454"/>
                    <a:pt x="149" y="453"/>
                  </a:cubicBezTo>
                  <a:cubicBezTo>
                    <a:pt x="149" y="297"/>
                    <a:pt x="149" y="297"/>
                    <a:pt x="149" y="297"/>
                  </a:cubicBezTo>
                  <a:cubicBezTo>
                    <a:pt x="446" y="297"/>
                    <a:pt x="446" y="297"/>
                    <a:pt x="446" y="297"/>
                  </a:cubicBezTo>
                  <a:cubicBezTo>
                    <a:pt x="446" y="499"/>
                    <a:pt x="446" y="499"/>
                    <a:pt x="446" y="499"/>
                  </a:cubicBezTo>
                  <a:cubicBezTo>
                    <a:pt x="446" y="499"/>
                    <a:pt x="446" y="499"/>
                    <a:pt x="445" y="499"/>
                  </a:cubicBezTo>
                  <a:cubicBezTo>
                    <a:pt x="435" y="493"/>
                    <a:pt x="427" y="482"/>
                    <a:pt x="413"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7">
              <a:extLst>
                <a:ext uri="{FF2B5EF4-FFF2-40B4-BE49-F238E27FC236}">
                  <a16:creationId xmlns:a16="http://schemas.microsoft.com/office/drawing/2014/main" id="{76199C54-3F75-88C6-E9F9-CEDB788EF90B}"/>
                </a:ext>
              </a:extLst>
            </p:cNvPr>
            <p:cNvSpPr>
              <a:spLocks noChangeArrowheads="1"/>
            </p:cNvSpPr>
            <p:nvPr/>
          </p:nvSpPr>
          <p:spPr bwMode="auto">
            <a:xfrm>
              <a:off x="9721850" y="5830888"/>
              <a:ext cx="258763" cy="53975"/>
            </a:xfrm>
            <a:custGeom>
              <a:avLst/>
              <a:gdLst>
                <a:gd name="T0" fmla="*/ 3 w 720"/>
                <a:gd name="T1" fmla="*/ 138 h 152"/>
                <a:gd name="T2" fmla="*/ 3 w 720"/>
                <a:gd name="T3" fmla="*/ 138 h 152"/>
                <a:gd name="T4" fmla="*/ 21 w 720"/>
                <a:gd name="T5" fmla="*/ 148 h 152"/>
                <a:gd name="T6" fmla="*/ 374 w 720"/>
                <a:gd name="T7" fmla="*/ 31 h 152"/>
                <a:gd name="T8" fmla="*/ 696 w 720"/>
                <a:gd name="T9" fmla="*/ 148 h 152"/>
                <a:gd name="T10" fmla="*/ 716 w 720"/>
                <a:gd name="T11" fmla="*/ 140 h 152"/>
                <a:gd name="T12" fmla="*/ 706 w 720"/>
                <a:gd name="T13" fmla="*/ 120 h 152"/>
                <a:gd name="T14" fmla="*/ 380 w 720"/>
                <a:gd name="T15" fmla="*/ 2 h 152"/>
                <a:gd name="T16" fmla="*/ 377 w 720"/>
                <a:gd name="T17" fmla="*/ 0 h 152"/>
                <a:gd name="T18" fmla="*/ 374 w 720"/>
                <a:gd name="T19" fmla="*/ 0 h 152"/>
                <a:gd name="T20" fmla="*/ 371 w 720"/>
                <a:gd name="T21" fmla="*/ 0 h 152"/>
                <a:gd name="T22" fmla="*/ 370 w 720"/>
                <a:gd name="T23" fmla="*/ 2 h 152"/>
                <a:gd name="T24" fmla="*/ 13 w 720"/>
                <a:gd name="T25" fmla="*/ 120 h 152"/>
                <a:gd name="T26" fmla="*/ 3 w 720"/>
                <a:gd name="T27" fmla="*/ 138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20" h="152">
                  <a:moveTo>
                    <a:pt x="3" y="138"/>
                  </a:moveTo>
                  <a:lnTo>
                    <a:pt x="3" y="138"/>
                  </a:lnTo>
                  <a:cubicBezTo>
                    <a:pt x="6" y="147"/>
                    <a:pt x="14" y="151"/>
                    <a:pt x="21" y="148"/>
                  </a:cubicBezTo>
                  <a:cubicBezTo>
                    <a:pt x="374" y="31"/>
                    <a:pt x="374" y="31"/>
                    <a:pt x="374" y="31"/>
                  </a:cubicBezTo>
                  <a:cubicBezTo>
                    <a:pt x="696" y="148"/>
                    <a:pt x="696" y="148"/>
                    <a:pt x="696" y="148"/>
                  </a:cubicBezTo>
                  <a:cubicBezTo>
                    <a:pt x="705" y="151"/>
                    <a:pt x="713" y="147"/>
                    <a:pt x="716" y="140"/>
                  </a:cubicBezTo>
                  <a:cubicBezTo>
                    <a:pt x="719" y="131"/>
                    <a:pt x="715" y="123"/>
                    <a:pt x="706" y="120"/>
                  </a:cubicBezTo>
                  <a:cubicBezTo>
                    <a:pt x="380" y="2"/>
                    <a:pt x="380" y="2"/>
                    <a:pt x="380" y="2"/>
                  </a:cubicBezTo>
                  <a:cubicBezTo>
                    <a:pt x="378" y="0"/>
                    <a:pt x="378" y="2"/>
                    <a:pt x="377" y="0"/>
                  </a:cubicBezTo>
                  <a:cubicBezTo>
                    <a:pt x="377" y="0"/>
                    <a:pt x="376" y="0"/>
                    <a:pt x="374" y="0"/>
                  </a:cubicBezTo>
                  <a:cubicBezTo>
                    <a:pt x="373" y="0"/>
                    <a:pt x="373" y="0"/>
                    <a:pt x="371" y="0"/>
                  </a:cubicBezTo>
                  <a:cubicBezTo>
                    <a:pt x="371" y="0"/>
                    <a:pt x="370" y="0"/>
                    <a:pt x="370" y="2"/>
                  </a:cubicBezTo>
                  <a:cubicBezTo>
                    <a:pt x="13" y="120"/>
                    <a:pt x="13" y="120"/>
                    <a:pt x="13" y="120"/>
                  </a:cubicBezTo>
                  <a:cubicBezTo>
                    <a:pt x="5" y="123"/>
                    <a:pt x="0" y="131"/>
                    <a:pt x="3" y="13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45" name="Freeform 198">
            <a:extLst>
              <a:ext uri="{FF2B5EF4-FFF2-40B4-BE49-F238E27FC236}">
                <a16:creationId xmlns:a16="http://schemas.microsoft.com/office/drawing/2014/main" id="{9A6829CD-7A58-825B-E110-0A7336B22F9F}"/>
              </a:ext>
            </a:extLst>
          </p:cNvPr>
          <p:cNvSpPr>
            <a:spLocks noChangeArrowheads="1"/>
          </p:cNvSpPr>
          <p:nvPr/>
        </p:nvSpPr>
        <p:spPr bwMode="auto">
          <a:xfrm>
            <a:off x="8693819" y="6043513"/>
            <a:ext cx="295275" cy="184150"/>
          </a:xfrm>
          <a:custGeom>
            <a:avLst/>
            <a:gdLst>
              <a:gd name="T0" fmla="*/ 769 w 819"/>
              <a:gd name="T1" fmla="*/ 240 h 510"/>
              <a:gd name="T2" fmla="*/ 749 w 819"/>
              <a:gd name="T3" fmla="*/ 84 h 510"/>
              <a:gd name="T4" fmla="*/ 152 w 819"/>
              <a:gd name="T5" fmla="*/ 0 h 510"/>
              <a:gd name="T6" fmla="*/ 69 w 819"/>
              <a:gd name="T7" fmla="*/ 240 h 510"/>
              <a:gd name="T8" fmla="*/ 0 w 819"/>
              <a:gd name="T9" fmla="*/ 289 h 510"/>
              <a:gd name="T10" fmla="*/ 5 w 819"/>
              <a:gd name="T11" fmla="*/ 437 h 510"/>
              <a:gd name="T12" fmla="*/ 35 w 819"/>
              <a:gd name="T13" fmla="*/ 441 h 510"/>
              <a:gd name="T14" fmla="*/ 51 w 819"/>
              <a:gd name="T15" fmla="*/ 509 h 510"/>
              <a:gd name="T16" fmla="*/ 65 w 819"/>
              <a:gd name="T17" fmla="*/ 441 h 510"/>
              <a:gd name="T18" fmla="*/ 754 w 819"/>
              <a:gd name="T19" fmla="*/ 494 h 510"/>
              <a:gd name="T20" fmla="*/ 783 w 819"/>
              <a:gd name="T21" fmla="*/ 494 h 510"/>
              <a:gd name="T22" fmla="*/ 802 w 819"/>
              <a:gd name="T23" fmla="*/ 441 h 510"/>
              <a:gd name="T24" fmla="*/ 818 w 819"/>
              <a:gd name="T25" fmla="*/ 425 h 510"/>
              <a:gd name="T26" fmla="*/ 769 w 819"/>
              <a:gd name="T27" fmla="*/ 240 h 510"/>
              <a:gd name="T28" fmla="*/ 99 w 819"/>
              <a:gd name="T29" fmla="*/ 84 h 510"/>
              <a:gd name="T30" fmla="*/ 152 w 819"/>
              <a:gd name="T31" fmla="*/ 29 h 510"/>
              <a:gd name="T32" fmla="*/ 703 w 819"/>
              <a:gd name="T33" fmla="*/ 46 h 510"/>
              <a:gd name="T34" fmla="*/ 720 w 819"/>
              <a:gd name="T35" fmla="*/ 240 h 510"/>
              <a:gd name="T36" fmla="*/ 646 w 819"/>
              <a:gd name="T37" fmla="*/ 152 h 510"/>
              <a:gd name="T38" fmla="*/ 494 w 819"/>
              <a:gd name="T39" fmla="*/ 103 h 510"/>
              <a:gd name="T40" fmla="*/ 445 w 819"/>
              <a:gd name="T41" fmla="*/ 240 h 510"/>
              <a:gd name="T42" fmla="*/ 373 w 819"/>
              <a:gd name="T43" fmla="*/ 152 h 510"/>
              <a:gd name="T44" fmla="*/ 221 w 819"/>
              <a:gd name="T45" fmla="*/ 103 h 510"/>
              <a:gd name="T46" fmla="*/ 172 w 819"/>
              <a:gd name="T47" fmla="*/ 240 h 510"/>
              <a:gd name="T48" fmla="*/ 99 w 819"/>
              <a:gd name="T49" fmla="*/ 84 h 510"/>
              <a:gd name="T50" fmla="*/ 617 w 819"/>
              <a:gd name="T51" fmla="*/ 240 h 510"/>
              <a:gd name="T52" fmla="*/ 476 w 819"/>
              <a:gd name="T53" fmla="*/ 152 h 510"/>
              <a:gd name="T54" fmla="*/ 597 w 819"/>
              <a:gd name="T55" fmla="*/ 133 h 510"/>
              <a:gd name="T56" fmla="*/ 617 w 819"/>
              <a:gd name="T57" fmla="*/ 240 h 510"/>
              <a:gd name="T58" fmla="*/ 344 w 819"/>
              <a:gd name="T59" fmla="*/ 240 h 510"/>
              <a:gd name="T60" fmla="*/ 201 w 819"/>
              <a:gd name="T61" fmla="*/ 152 h 510"/>
              <a:gd name="T62" fmla="*/ 324 w 819"/>
              <a:gd name="T63" fmla="*/ 133 h 510"/>
              <a:gd name="T64" fmla="*/ 344 w 819"/>
              <a:gd name="T65" fmla="*/ 240 h 510"/>
              <a:gd name="T66" fmla="*/ 31 w 819"/>
              <a:gd name="T67" fmla="*/ 289 h 510"/>
              <a:gd name="T68" fmla="*/ 84 w 819"/>
              <a:gd name="T69" fmla="*/ 269 h 510"/>
              <a:gd name="T70" fmla="*/ 358 w 819"/>
              <a:gd name="T71" fmla="*/ 269 h 510"/>
              <a:gd name="T72" fmla="*/ 632 w 819"/>
              <a:gd name="T73" fmla="*/ 269 h 510"/>
              <a:gd name="T74" fmla="*/ 769 w 819"/>
              <a:gd name="T75" fmla="*/ 269 h 510"/>
              <a:gd name="T76" fmla="*/ 788 w 819"/>
              <a:gd name="T77" fmla="*/ 410 h 510"/>
              <a:gd name="T78" fmla="*/ 31 w 819"/>
              <a:gd name="T79" fmla="*/ 289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19" h="510">
                <a:moveTo>
                  <a:pt x="769" y="240"/>
                </a:moveTo>
                <a:lnTo>
                  <a:pt x="769" y="240"/>
                </a:lnTo>
                <a:cubicBezTo>
                  <a:pt x="749" y="240"/>
                  <a:pt x="749" y="240"/>
                  <a:pt x="749" y="240"/>
                </a:cubicBezTo>
                <a:cubicBezTo>
                  <a:pt x="749" y="84"/>
                  <a:pt x="749" y="84"/>
                  <a:pt x="749" y="84"/>
                </a:cubicBezTo>
                <a:cubicBezTo>
                  <a:pt x="749" y="38"/>
                  <a:pt x="712" y="0"/>
                  <a:pt x="666" y="0"/>
                </a:cubicBezTo>
                <a:cubicBezTo>
                  <a:pt x="152" y="0"/>
                  <a:pt x="152" y="0"/>
                  <a:pt x="152" y="0"/>
                </a:cubicBezTo>
                <a:cubicBezTo>
                  <a:pt x="106" y="0"/>
                  <a:pt x="69" y="38"/>
                  <a:pt x="69" y="84"/>
                </a:cubicBezTo>
                <a:cubicBezTo>
                  <a:pt x="69" y="240"/>
                  <a:pt x="69" y="240"/>
                  <a:pt x="69" y="240"/>
                </a:cubicBezTo>
                <a:cubicBezTo>
                  <a:pt x="51" y="240"/>
                  <a:pt x="51" y="240"/>
                  <a:pt x="51" y="240"/>
                </a:cubicBezTo>
                <a:cubicBezTo>
                  <a:pt x="23" y="240"/>
                  <a:pt x="0" y="261"/>
                  <a:pt x="0" y="289"/>
                </a:cubicBezTo>
                <a:cubicBezTo>
                  <a:pt x="0" y="425"/>
                  <a:pt x="0" y="425"/>
                  <a:pt x="0" y="425"/>
                </a:cubicBezTo>
                <a:cubicBezTo>
                  <a:pt x="0" y="430"/>
                  <a:pt x="3" y="434"/>
                  <a:pt x="5" y="437"/>
                </a:cubicBezTo>
                <a:cubicBezTo>
                  <a:pt x="7" y="439"/>
                  <a:pt x="12" y="441"/>
                  <a:pt x="16" y="441"/>
                </a:cubicBezTo>
                <a:cubicBezTo>
                  <a:pt x="35" y="441"/>
                  <a:pt x="35" y="441"/>
                  <a:pt x="35" y="441"/>
                </a:cubicBezTo>
                <a:cubicBezTo>
                  <a:pt x="35" y="494"/>
                  <a:pt x="35" y="494"/>
                  <a:pt x="35" y="494"/>
                </a:cubicBezTo>
                <a:cubicBezTo>
                  <a:pt x="35" y="502"/>
                  <a:pt x="42" y="509"/>
                  <a:pt x="51" y="509"/>
                </a:cubicBezTo>
                <a:cubicBezTo>
                  <a:pt x="58" y="509"/>
                  <a:pt x="65" y="502"/>
                  <a:pt x="65" y="494"/>
                </a:cubicBezTo>
                <a:cubicBezTo>
                  <a:pt x="65" y="441"/>
                  <a:pt x="65" y="441"/>
                  <a:pt x="65" y="441"/>
                </a:cubicBezTo>
                <a:cubicBezTo>
                  <a:pt x="754" y="441"/>
                  <a:pt x="754" y="441"/>
                  <a:pt x="754" y="441"/>
                </a:cubicBezTo>
                <a:cubicBezTo>
                  <a:pt x="754" y="494"/>
                  <a:pt x="754" y="494"/>
                  <a:pt x="754" y="494"/>
                </a:cubicBezTo>
                <a:cubicBezTo>
                  <a:pt x="754" y="502"/>
                  <a:pt x="761" y="509"/>
                  <a:pt x="769" y="509"/>
                </a:cubicBezTo>
                <a:cubicBezTo>
                  <a:pt x="777" y="509"/>
                  <a:pt x="783" y="502"/>
                  <a:pt x="783" y="494"/>
                </a:cubicBezTo>
                <a:cubicBezTo>
                  <a:pt x="783" y="441"/>
                  <a:pt x="783" y="441"/>
                  <a:pt x="783" y="441"/>
                </a:cubicBezTo>
                <a:cubicBezTo>
                  <a:pt x="802" y="441"/>
                  <a:pt x="802" y="441"/>
                  <a:pt x="802" y="441"/>
                </a:cubicBezTo>
                <a:cubicBezTo>
                  <a:pt x="807" y="441"/>
                  <a:pt x="811" y="439"/>
                  <a:pt x="814" y="437"/>
                </a:cubicBezTo>
                <a:cubicBezTo>
                  <a:pt x="816" y="434"/>
                  <a:pt x="818" y="430"/>
                  <a:pt x="818" y="425"/>
                </a:cubicBezTo>
                <a:cubicBezTo>
                  <a:pt x="818" y="289"/>
                  <a:pt x="818" y="289"/>
                  <a:pt x="818" y="289"/>
                </a:cubicBezTo>
                <a:cubicBezTo>
                  <a:pt x="818" y="261"/>
                  <a:pt x="795" y="240"/>
                  <a:pt x="769" y="240"/>
                </a:cubicBezTo>
                <a:close/>
                <a:moveTo>
                  <a:pt x="99" y="84"/>
                </a:moveTo>
                <a:lnTo>
                  <a:pt x="99" y="84"/>
                </a:lnTo>
                <a:cubicBezTo>
                  <a:pt x="99" y="68"/>
                  <a:pt x="105" y="56"/>
                  <a:pt x="115" y="46"/>
                </a:cubicBezTo>
                <a:cubicBezTo>
                  <a:pt x="125" y="36"/>
                  <a:pt x="139" y="29"/>
                  <a:pt x="152" y="29"/>
                </a:cubicBezTo>
                <a:cubicBezTo>
                  <a:pt x="666" y="29"/>
                  <a:pt x="666" y="29"/>
                  <a:pt x="666" y="29"/>
                </a:cubicBezTo>
                <a:cubicBezTo>
                  <a:pt x="681" y="29"/>
                  <a:pt x="694" y="36"/>
                  <a:pt x="703" y="46"/>
                </a:cubicBezTo>
                <a:cubicBezTo>
                  <a:pt x="713" y="56"/>
                  <a:pt x="720" y="68"/>
                  <a:pt x="720" y="84"/>
                </a:cubicBezTo>
                <a:cubicBezTo>
                  <a:pt x="720" y="240"/>
                  <a:pt x="720" y="240"/>
                  <a:pt x="720" y="240"/>
                </a:cubicBezTo>
                <a:cubicBezTo>
                  <a:pt x="646" y="240"/>
                  <a:pt x="646" y="240"/>
                  <a:pt x="646" y="240"/>
                </a:cubicBezTo>
                <a:cubicBezTo>
                  <a:pt x="646" y="152"/>
                  <a:pt x="646" y="152"/>
                  <a:pt x="646" y="152"/>
                </a:cubicBezTo>
                <a:cubicBezTo>
                  <a:pt x="646" y="124"/>
                  <a:pt x="625" y="103"/>
                  <a:pt x="597" y="103"/>
                </a:cubicBezTo>
                <a:cubicBezTo>
                  <a:pt x="494" y="103"/>
                  <a:pt x="494" y="103"/>
                  <a:pt x="494" y="103"/>
                </a:cubicBezTo>
                <a:cubicBezTo>
                  <a:pt x="468" y="103"/>
                  <a:pt x="445" y="124"/>
                  <a:pt x="445" y="152"/>
                </a:cubicBezTo>
                <a:cubicBezTo>
                  <a:pt x="445" y="240"/>
                  <a:pt x="445" y="240"/>
                  <a:pt x="445" y="240"/>
                </a:cubicBezTo>
                <a:cubicBezTo>
                  <a:pt x="373" y="240"/>
                  <a:pt x="373" y="240"/>
                  <a:pt x="373" y="240"/>
                </a:cubicBezTo>
                <a:cubicBezTo>
                  <a:pt x="373" y="152"/>
                  <a:pt x="373" y="152"/>
                  <a:pt x="373" y="152"/>
                </a:cubicBezTo>
                <a:cubicBezTo>
                  <a:pt x="373" y="124"/>
                  <a:pt x="351" y="103"/>
                  <a:pt x="324" y="103"/>
                </a:cubicBezTo>
                <a:cubicBezTo>
                  <a:pt x="221" y="103"/>
                  <a:pt x="221" y="103"/>
                  <a:pt x="221" y="103"/>
                </a:cubicBezTo>
                <a:cubicBezTo>
                  <a:pt x="194" y="103"/>
                  <a:pt x="172" y="124"/>
                  <a:pt x="172" y="152"/>
                </a:cubicBezTo>
                <a:cubicBezTo>
                  <a:pt x="172" y="240"/>
                  <a:pt x="172" y="240"/>
                  <a:pt x="172" y="240"/>
                </a:cubicBezTo>
                <a:cubicBezTo>
                  <a:pt x="99" y="240"/>
                  <a:pt x="99" y="240"/>
                  <a:pt x="99" y="240"/>
                </a:cubicBezTo>
                <a:lnTo>
                  <a:pt x="99" y="84"/>
                </a:lnTo>
                <a:close/>
                <a:moveTo>
                  <a:pt x="617" y="240"/>
                </a:moveTo>
                <a:lnTo>
                  <a:pt x="617" y="240"/>
                </a:lnTo>
                <a:cubicBezTo>
                  <a:pt x="476" y="240"/>
                  <a:pt x="476" y="240"/>
                  <a:pt x="476" y="240"/>
                </a:cubicBezTo>
                <a:cubicBezTo>
                  <a:pt x="476" y="152"/>
                  <a:pt x="476" y="152"/>
                  <a:pt x="476" y="152"/>
                </a:cubicBezTo>
                <a:cubicBezTo>
                  <a:pt x="476" y="141"/>
                  <a:pt x="484" y="133"/>
                  <a:pt x="494" y="133"/>
                </a:cubicBezTo>
                <a:cubicBezTo>
                  <a:pt x="597" y="133"/>
                  <a:pt x="597" y="133"/>
                  <a:pt x="597" y="133"/>
                </a:cubicBezTo>
                <a:cubicBezTo>
                  <a:pt x="609" y="133"/>
                  <a:pt x="617" y="141"/>
                  <a:pt x="617" y="152"/>
                </a:cubicBezTo>
                <a:lnTo>
                  <a:pt x="617" y="240"/>
                </a:lnTo>
                <a:close/>
                <a:moveTo>
                  <a:pt x="344" y="240"/>
                </a:moveTo>
                <a:lnTo>
                  <a:pt x="344" y="240"/>
                </a:lnTo>
                <a:cubicBezTo>
                  <a:pt x="201" y="240"/>
                  <a:pt x="201" y="240"/>
                  <a:pt x="201" y="240"/>
                </a:cubicBezTo>
                <a:cubicBezTo>
                  <a:pt x="201" y="152"/>
                  <a:pt x="201" y="152"/>
                  <a:pt x="201" y="152"/>
                </a:cubicBezTo>
                <a:cubicBezTo>
                  <a:pt x="201" y="141"/>
                  <a:pt x="211" y="133"/>
                  <a:pt x="221" y="133"/>
                </a:cubicBezTo>
                <a:cubicBezTo>
                  <a:pt x="324" y="133"/>
                  <a:pt x="324" y="133"/>
                  <a:pt x="324" y="133"/>
                </a:cubicBezTo>
                <a:cubicBezTo>
                  <a:pt x="334" y="133"/>
                  <a:pt x="344" y="141"/>
                  <a:pt x="344" y="152"/>
                </a:cubicBezTo>
                <a:lnTo>
                  <a:pt x="344" y="240"/>
                </a:lnTo>
                <a:close/>
                <a:moveTo>
                  <a:pt x="31" y="289"/>
                </a:moveTo>
                <a:lnTo>
                  <a:pt x="31" y="289"/>
                </a:lnTo>
                <a:cubicBezTo>
                  <a:pt x="31" y="278"/>
                  <a:pt x="40" y="269"/>
                  <a:pt x="51" y="269"/>
                </a:cubicBezTo>
                <a:cubicBezTo>
                  <a:pt x="84" y="269"/>
                  <a:pt x="84" y="269"/>
                  <a:pt x="84" y="269"/>
                </a:cubicBezTo>
                <a:cubicBezTo>
                  <a:pt x="187" y="269"/>
                  <a:pt x="187" y="269"/>
                  <a:pt x="187" y="269"/>
                </a:cubicBezTo>
                <a:cubicBezTo>
                  <a:pt x="358" y="269"/>
                  <a:pt x="358" y="269"/>
                  <a:pt x="358" y="269"/>
                </a:cubicBezTo>
                <a:cubicBezTo>
                  <a:pt x="461" y="269"/>
                  <a:pt x="461" y="269"/>
                  <a:pt x="461" y="269"/>
                </a:cubicBezTo>
                <a:cubicBezTo>
                  <a:pt x="632" y="269"/>
                  <a:pt x="632" y="269"/>
                  <a:pt x="632" y="269"/>
                </a:cubicBezTo>
                <a:cubicBezTo>
                  <a:pt x="734" y="269"/>
                  <a:pt x="734" y="269"/>
                  <a:pt x="734" y="269"/>
                </a:cubicBezTo>
                <a:cubicBezTo>
                  <a:pt x="769" y="269"/>
                  <a:pt x="769" y="269"/>
                  <a:pt x="769" y="269"/>
                </a:cubicBezTo>
                <a:cubicBezTo>
                  <a:pt x="779" y="269"/>
                  <a:pt x="788" y="278"/>
                  <a:pt x="788" y="289"/>
                </a:cubicBezTo>
                <a:cubicBezTo>
                  <a:pt x="788" y="410"/>
                  <a:pt x="788" y="410"/>
                  <a:pt x="788" y="410"/>
                </a:cubicBezTo>
                <a:cubicBezTo>
                  <a:pt x="31" y="410"/>
                  <a:pt x="31" y="410"/>
                  <a:pt x="31" y="410"/>
                </a:cubicBezTo>
                <a:lnTo>
                  <a:pt x="31" y="289"/>
                </a:lnTo>
                <a:close/>
              </a:path>
            </a:pathLst>
          </a:custGeom>
          <a:solidFill>
            <a:schemeClr val="tx2"/>
          </a:solidFill>
          <a:ln>
            <a:noFill/>
          </a:ln>
          <a:effectLst/>
        </p:spPr>
        <p:txBody>
          <a:bodyPr wrap="none" anchor="ctr"/>
          <a:lstStyle/>
          <a:p>
            <a:endParaRPr lang="da-DK"/>
          </a:p>
        </p:txBody>
      </p:sp>
      <p:sp>
        <p:nvSpPr>
          <p:cNvPr id="246" name="Freeform 199">
            <a:extLst>
              <a:ext uri="{FF2B5EF4-FFF2-40B4-BE49-F238E27FC236}">
                <a16:creationId xmlns:a16="http://schemas.microsoft.com/office/drawing/2014/main" id="{8F6AF726-6E86-3D21-AC90-C8D3F5B1FF6F}"/>
              </a:ext>
            </a:extLst>
          </p:cNvPr>
          <p:cNvSpPr>
            <a:spLocks noChangeArrowheads="1"/>
          </p:cNvSpPr>
          <p:nvPr/>
        </p:nvSpPr>
        <p:spPr bwMode="auto">
          <a:xfrm>
            <a:off x="9200231" y="6043513"/>
            <a:ext cx="269875" cy="184150"/>
          </a:xfrm>
          <a:custGeom>
            <a:avLst/>
            <a:gdLst>
              <a:gd name="T0" fmla="*/ 749 w 750"/>
              <a:gd name="T1" fmla="*/ 287 h 510"/>
              <a:gd name="T2" fmla="*/ 749 w 750"/>
              <a:gd name="T3" fmla="*/ 287 h 510"/>
              <a:gd name="T4" fmla="*/ 702 w 750"/>
              <a:gd name="T5" fmla="*/ 240 h 510"/>
              <a:gd name="T6" fmla="*/ 681 w 750"/>
              <a:gd name="T7" fmla="*/ 240 h 510"/>
              <a:gd name="T8" fmla="*/ 681 w 750"/>
              <a:gd name="T9" fmla="*/ 79 h 510"/>
              <a:gd name="T10" fmla="*/ 601 w 750"/>
              <a:gd name="T11" fmla="*/ 0 h 510"/>
              <a:gd name="T12" fmla="*/ 149 w 750"/>
              <a:gd name="T13" fmla="*/ 0 h 510"/>
              <a:gd name="T14" fmla="*/ 70 w 750"/>
              <a:gd name="T15" fmla="*/ 79 h 510"/>
              <a:gd name="T16" fmla="*/ 70 w 750"/>
              <a:gd name="T17" fmla="*/ 240 h 510"/>
              <a:gd name="T18" fmla="*/ 49 w 750"/>
              <a:gd name="T19" fmla="*/ 240 h 510"/>
              <a:gd name="T20" fmla="*/ 0 w 750"/>
              <a:gd name="T21" fmla="*/ 287 h 510"/>
              <a:gd name="T22" fmla="*/ 0 w 750"/>
              <a:gd name="T23" fmla="*/ 425 h 510"/>
              <a:gd name="T24" fmla="*/ 0 w 750"/>
              <a:gd name="T25" fmla="*/ 494 h 510"/>
              <a:gd name="T26" fmla="*/ 15 w 750"/>
              <a:gd name="T27" fmla="*/ 509 h 510"/>
              <a:gd name="T28" fmla="*/ 31 w 750"/>
              <a:gd name="T29" fmla="*/ 494 h 510"/>
              <a:gd name="T30" fmla="*/ 31 w 750"/>
              <a:gd name="T31" fmla="*/ 441 h 510"/>
              <a:gd name="T32" fmla="*/ 720 w 750"/>
              <a:gd name="T33" fmla="*/ 441 h 510"/>
              <a:gd name="T34" fmla="*/ 720 w 750"/>
              <a:gd name="T35" fmla="*/ 494 h 510"/>
              <a:gd name="T36" fmla="*/ 734 w 750"/>
              <a:gd name="T37" fmla="*/ 509 h 510"/>
              <a:gd name="T38" fmla="*/ 749 w 750"/>
              <a:gd name="T39" fmla="*/ 494 h 510"/>
              <a:gd name="T40" fmla="*/ 749 w 750"/>
              <a:gd name="T41" fmla="*/ 425 h 510"/>
              <a:gd name="T42" fmla="*/ 749 w 750"/>
              <a:gd name="T43" fmla="*/ 425 h 510"/>
              <a:gd name="T44" fmla="*/ 749 w 750"/>
              <a:gd name="T45" fmla="*/ 287 h 510"/>
              <a:gd name="T46" fmla="*/ 99 w 750"/>
              <a:gd name="T47" fmla="*/ 79 h 510"/>
              <a:gd name="T48" fmla="*/ 99 w 750"/>
              <a:gd name="T49" fmla="*/ 79 h 510"/>
              <a:gd name="T50" fmla="*/ 149 w 750"/>
              <a:gd name="T51" fmla="*/ 29 h 510"/>
              <a:gd name="T52" fmla="*/ 601 w 750"/>
              <a:gd name="T53" fmla="*/ 29 h 510"/>
              <a:gd name="T54" fmla="*/ 651 w 750"/>
              <a:gd name="T55" fmla="*/ 79 h 510"/>
              <a:gd name="T56" fmla="*/ 651 w 750"/>
              <a:gd name="T57" fmla="*/ 240 h 510"/>
              <a:gd name="T58" fmla="*/ 544 w 750"/>
              <a:gd name="T59" fmla="*/ 240 h 510"/>
              <a:gd name="T60" fmla="*/ 544 w 750"/>
              <a:gd name="T61" fmla="*/ 163 h 510"/>
              <a:gd name="T62" fmla="*/ 483 w 750"/>
              <a:gd name="T63" fmla="*/ 103 h 510"/>
              <a:gd name="T64" fmla="*/ 266 w 750"/>
              <a:gd name="T65" fmla="*/ 103 h 510"/>
              <a:gd name="T66" fmla="*/ 206 w 750"/>
              <a:gd name="T67" fmla="*/ 163 h 510"/>
              <a:gd name="T68" fmla="*/ 206 w 750"/>
              <a:gd name="T69" fmla="*/ 240 h 510"/>
              <a:gd name="T70" fmla="*/ 99 w 750"/>
              <a:gd name="T71" fmla="*/ 240 h 510"/>
              <a:gd name="T72" fmla="*/ 99 w 750"/>
              <a:gd name="T73" fmla="*/ 79 h 510"/>
              <a:gd name="T74" fmla="*/ 513 w 750"/>
              <a:gd name="T75" fmla="*/ 240 h 510"/>
              <a:gd name="T76" fmla="*/ 513 w 750"/>
              <a:gd name="T77" fmla="*/ 240 h 510"/>
              <a:gd name="T78" fmla="*/ 236 w 750"/>
              <a:gd name="T79" fmla="*/ 240 h 510"/>
              <a:gd name="T80" fmla="*/ 236 w 750"/>
              <a:gd name="T81" fmla="*/ 163 h 510"/>
              <a:gd name="T82" fmla="*/ 266 w 750"/>
              <a:gd name="T83" fmla="*/ 133 h 510"/>
              <a:gd name="T84" fmla="*/ 483 w 750"/>
              <a:gd name="T85" fmla="*/ 133 h 510"/>
              <a:gd name="T86" fmla="*/ 513 w 750"/>
              <a:gd name="T87" fmla="*/ 163 h 510"/>
              <a:gd name="T88" fmla="*/ 513 w 750"/>
              <a:gd name="T89" fmla="*/ 240 h 510"/>
              <a:gd name="T90" fmla="*/ 31 w 750"/>
              <a:gd name="T91" fmla="*/ 287 h 510"/>
              <a:gd name="T92" fmla="*/ 31 w 750"/>
              <a:gd name="T93" fmla="*/ 287 h 510"/>
              <a:gd name="T94" fmla="*/ 49 w 750"/>
              <a:gd name="T95" fmla="*/ 269 h 510"/>
              <a:gd name="T96" fmla="*/ 84 w 750"/>
              <a:gd name="T97" fmla="*/ 269 h 510"/>
              <a:gd name="T98" fmla="*/ 220 w 750"/>
              <a:gd name="T99" fmla="*/ 269 h 510"/>
              <a:gd name="T100" fmla="*/ 529 w 750"/>
              <a:gd name="T101" fmla="*/ 269 h 510"/>
              <a:gd name="T102" fmla="*/ 665 w 750"/>
              <a:gd name="T103" fmla="*/ 269 h 510"/>
              <a:gd name="T104" fmla="*/ 702 w 750"/>
              <a:gd name="T105" fmla="*/ 269 h 510"/>
              <a:gd name="T106" fmla="*/ 720 w 750"/>
              <a:gd name="T107" fmla="*/ 287 h 510"/>
              <a:gd name="T108" fmla="*/ 720 w 750"/>
              <a:gd name="T109" fmla="*/ 410 h 510"/>
              <a:gd name="T110" fmla="*/ 31 w 750"/>
              <a:gd name="T111" fmla="*/ 410 h 510"/>
              <a:gd name="T112" fmla="*/ 31 w 750"/>
              <a:gd name="T113" fmla="*/ 287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50" h="510">
                <a:moveTo>
                  <a:pt x="749" y="287"/>
                </a:moveTo>
                <a:lnTo>
                  <a:pt x="749" y="287"/>
                </a:lnTo>
                <a:cubicBezTo>
                  <a:pt x="749" y="261"/>
                  <a:pt x="728" y="240"/>
                  <a:pt x="702" y="240"/>
                </a:cubicBezTo>
                <a:cubicBezTo>
                  <a:pt x="681" y="240"/>
                  <a:pt x="681" y="240"/>
                  <a:pt x="681" y="240"/>
                </a:cubicBezTo>
                <a:cubicBezTo>
                  <a:pt x="681" y="79"/>
                  <a:pt x="681" y="79"/>
                  <a:pt x="681" y="79"/>
                </a:cubicBezTo>
                <a:cubicBezTo>
                  <a:pt x="681" y="36"/>
                  <a:pt x="644" y="0"/>
                  <a:pt x="601" y="0"/>
                </a:cubicBezTo>
                <a:cubicBezTo>
                  <a:pt x="149" y="0"/>
                  <a:pt x="149" y="0"/>
                  <a:pt x="149" y="0"/>
                </a:cubicBezTo>
                <a:cubicBezTo>
                  <a:pt x="105" y="0"/>
                  <a:pt x="70" y="36"/>
                  <a:pt x="70" y="79"/>
                </a:cubicBezTo>
                <a:cubicBezTo>
                  <a:pt x="70" y="240"/>
                  <a:pt x="70" y="240"/>
                  <a:pt x="70" y="240"/>
                </a:cubicBezTo>
                <a:cubicBezTo>
                  <a:pt x="49" y="240"/>
                  <a:pt x="49" y="240"/>
                  <a:pt x="49" y="240"/>
                </a:cubicBezTo>
                <a:cubicBezTo>
                  <a:pt x="22" y="240"/>
                  <a:pt x="0" y="261"/>
                  <a:pt x="0" y="287"/>
                </a:cubicBezTo>
                <a:cubicBezTo>
                  <a:pt x="0" y="425"/>
                  <a:pt x="0" y="425"/>
                  <a:pt x="0" y="425"/>
                </a:cubicBezTo>
                <a:cubicBezTo>
                  <a:pt x="0" y="494"/>
                  <a:pt x="0" y="494"/>
                  <a:pt x="0" y="494"/>
                </a:cubicBezTo>
                <a:cubicBezTo>
                  <a:pt x="0" y="502"/>
                  <a:pt x="7" y="509"/>
                  <a:pt x="15" y="509"/>
                </a:cubicBezTo>
                <a:cubicBezTo>
                  <a:pt x="24" y="509"/>
                  <a:pt x="31" y="502"/>
                  <a:pt x="31" y="494"/>
                </a:cubicBezTo>
                <a:cubicBezTo>
                  <a:pt x="31" y="441"/>
                  <a:pt x="31" y="441"/>
                  <a:pt x="31" y="441"/>
                </a:cubicBezTo>
                <a:cubicBezTo>
                  <a:pt x="720" y="441"/>
                  <a:pt x="720" y="441"/>
                  <a:pt x="720" y="441"/>
                </a:cubicBezTo>
                <a:cubicBezTo>
                  <a:pt x="720" y="494"/>
                  <a:pt x="720" y="494"/>
                  <a:pt x="720" y="494"/>
                </a:cubicBezTo>
                <a:cubicBezTo>
                  <a:pt x="720" y="502"/>
                  <a:pt x="725" y="509"/>
                  <a:pt x="734" y="509"/>
                </a:cubicBezTo>
                <a:cubicBezTo>
                  <a:pt x="742" y="509"/>
                  <a:pt x="749" y="502"/>
                  <a:pt x="749" y="494"/>
                </a:cubicBezTo>
                <a:cubicBezTo>
                  <a:pt x="749" y="425"/>
                  <a:pt x="749" y="425"/>
                  <a:pt x="749" y="425"/>
                </a:cubicBezTo>
                <a:lnTo>
                  <a:pt x="749" y="425"/>
                </a:lnTo>
                <a:lnTo>
                  <a:pt x="749" y="287"/>
                </a:lnTo>
                <a:close/>
                <a:moveTo>
                  <a:pt x="99" y="79"/>
                </a:moveTo>
                <a:lnTo>
                  <a:pt x="99" y="79"/>
                </a:lnTo>
                <a:cubicBezTo>
                  <a:pt x="99" y="52"/>
                  <a:pt x="121" y="29"/>
                  <a:pt x="149" y="29"/>
                </a:cubicBezTo>
                <a:cubicBezTo>
                  <a:pt x="601" y="29"/>
                  <a:pt x="601" y="29"/>
                  <a:pt x="601" y="29"/>
                </a:cubicBezTo>
                <a:cubicBezTo>
                  <a:pt x="629" y="29"/>
                  <a:pt x="651" y="52"/>
                  <a:pt x="651" y="79"/>
                </a:cubicBezTo>
                <a:cubicBezTo>
                  <a:pt x="651" y="240"/>
                  <a:pt x="651" y="240"/>
                  <a:pt x="651" y="240"/>
                </a:cubicBezTo>
                <a:cubicBezTo>
                  <a:pt x="544" y="240"/>
                  <a:pt x="544" y="240"/>
                  <a:pt x="544" y="240"/>
                </a:cubicBezTo>
                <a:cubicBezTo>
                  <a:pt x="544" y="163"/>
                  <a:pt x="544" y="163"/>
                  <a:pt x="544" y="163"/>
                </a:cubicBezTo>
                <a:cubicBezTo>
                  <a:pt x="544" y="130"/>
                  <a:pt x="516" y="103"/>
                  <a:pt x="483" y="103"/>
                </a:cubicBezTo>
                <a:cubicBezTo>
                  <a:pt x="266" y="103"/>
                  <a:pt x="266" y="103"/>
                  <a:pt x="266" y="103"/>
                </a:cubicBezTo>
                <a:cubicBezTo>
                  <a:pt x="233" y="103"/>
                  <a:pt x="206" y="130"/>
                  <a:pt x="206" y="163"/>
                </a:cubicBezTo>
                <a:cubicBezTo>
                  <a:pt x="206" y="240"/>
                  <a:pt x="206" y="240"/>
                  <a:pt x="206" y="240"/>
                </a:cubicBezTo>
                <a:cubicBezTo>
                  <a:pt x="99" y="240"/>
                  <a:pt x="99" y="240"/>
                  <a:pt x="99" y="240"/>
                </a:cubicBezTo>
                <a:lnTo>
                  <a:pt x="99" y="79"/>
                </a:lnTo>
                <a:close/>
                <a:moveTo>
                  <a:pt x="513" y="240"/>
                </a:moveTo>
                <a:lnTo>
                  <a:pt x="513" y="240"/>
                </a:lnTo>
                <a:cubicBezTo>
                  <a:pt x="236" y="240"/>
                  <a:pt x="236" y="240"/>
                  <a:pt x="236" y="240"/>
                </a:cubicBezTo>
                <a:cubicBezTo>
                  <a:pt x="236" y="163"/>
                  <a:pt x="236" y="163"/>
                  <a:pt x="236" y="163"/>
                </a:cubicBezTo>
                <a:cubicBezTo>
                  <a:pt x="236" y="146"/>
                  <a:pt x="250" y="133"/>
                  <a:pt x="266" y="133"/>
                </a:cubicBezTo>
                <a:cubicBezTo>
                  <a:pt x="483" y="133"/>
                  <a:pt x="483" y="133"/>
                  <a:pt x="483" y="133"/>
                </a:cubicBezTo>
                <a:cubicBezTo>
                  <a:pt x="501" y="133"/>
                  <a:pt x="513" y="146"/>
                  <a:pt x="513" y="163"/>
                </a:cubicBezTo>
                <a:lnTo>
                  <a:pt x="513" y="240"/>
                </a:lnTo>
                <a:close/>
                <a:moveTo>
                  <a:pt x="31" y="287"/>
                </a:moveTo>
                <a:lnTo>
                  <a:pt x="31" y="287"/>
                </a:lnTo>
                <a:cubicBezTo>
                  <a:pt x="31" y="278"/>
                  <a:pt x="39" y="269"/>
                  <a:pt x="49" y="269"/>
                </a:cubicBezTo>
                <a:cubicBezTo>
                  <a:pt x="84" y="269"/>
                  <a:pt x="84" y="269"/>
                  <a:pt x="84" y="269"/>
                </a:cubicBezTo>
                <a:cubicBezTo>
                  <a:pt x="220" y="269"/>
                  <a:pt x="220" y="269"/>
                  <a:pt x="220" y="269"/>
                </a:cubicBezTo>
                <a:cubicBezTo>
                  <a:pt x="529" y="269"/>
                  <a:pt x="529" y="269"/>
                  <a:pt x="529" y="269"/>
                </a:cubicBezTo>
                <a:cubicBezTo>
                  <a:pt x="665" y="269"/>
                  <a:pt x="665" y="269"/>
                  <a:pt x="665" y="269"/>
                </a:cubicBezTo>
                <a:cubicBezTo>
                  <a:pt x="702" y="269"/>
                  <a:pt x="702" y="269"/>
                  <a:pt x="702" y="269"/>
                </a:cubicBezTo>
                <a:cubicBezTo>
                  <a:pt x="711" y="269"/>
                  <a:pt x="720" y="278"/>
                  <a:pt x="720" y="287"/>
                </a:cubicBezTo>
                <a:cubicBezTo>
                  <a:pt x="720" y="410"/>
                  <a:pt x="720" y="410"/>
                  <a:pt x="720" y="410"/>
                </a:cubicBezTo>
                <a:cubicBezTo>
                  <a:pt x="31" y="410"/>
                  <a:pt x="31" y="410"/>
                  <a:pt x="31" y="410"/>
                </a:cubicBezTo>
                <a:lnTo>
                  <a:pt x="31" y="287"/>
                </a:lnTo>
                <a:close/>
              </a:path>
            </a:pathLst>
          </a:custGeom>
          <a:solidFill>
            <a:schemeClr val="tx2"/>
          </a:solidFill>
          <a:ln>
            <a:noFill/>
          </a:ln>
          <a:effectLst/>
        </p:spPr>
        <p:txBody>
          <a:bodyPr wrap="none" anchor="ctr"/>
          <a:lstStyle/>
          <a:p>
            <a:endParaRPr lang="da-DK"/>
          </a:p>
        </p:txBody>
      </p:sp>
      <p:grpSp>
        <p:nvGrpSpPr>
          <p:cNvPr id="247" name="Group 250">
            <a:extLst>
              <a:ext uri="{FF2B5EF4-FFF2-40B4-BE49-F238E27FC236}">
                <a16:creationId xmlns:a16="http://schemas.microsoft.com/office/drawing/2014/main" id="{9C84D213-9424-8577-C583-44B46B6BD933}"/>
              </a:ext>
            </a:extLst>
          </p:cNvPr>
          <p:cNvGrpSpPr/>
          <p:nvPr/>
        </p:nvGrpSpPr>
        <p:grpSpPr>
          <a:xfrm>
            <a:off x="10241631" y="3946450"/>
            <a:ext cx="236538" cy="257175"/>
            <a:chOff x="9213850" y="4283075"/>
            <a:chExt cx="236538" cy="257175"/>
          </a:xfrm>
          <a:solidFill>
            <a:schemeClr val="tx2"/>
          </a:solidFill>
        </p:grpSpPr>
        <p:sp>
          <p:nvSpPr>
            <p:cNvPr id="248" name="Freeform 200">
              <a:extLst>
                <a:ext uri="{FF2B5EF4-FFF2-40B4-BE49-F238E27FC236}">
                  <a16:creationId xmlns:a16="http://schemas.microsoft.com/office/drawing/2014/main" id="{564322D1-24BE-A895-96CE-C6F64961C5C1}"/>
                </a:ext>
              </a:extLst>
            </p:cNvPr>
            <p:cNvSpPr>
              <a:spLocks noChangeArrowheads="1"/>
            </p:cNvSpPr>
            <p:nvPr/>
          </p:nvSpPr>
          <p:spPr bwMode="auto">
            <a:xfrm>
              <a:off x="9213850" y="4283075"/>
              <a:ext cx="236538" cy="257175"/>
            </a:xfrm>
            <a:custGeom>
              <a:avLst/>
              <a:gdLst>
                <a:gd name="T0" fmla="*/ 462 w 655"/>
                <a:gd name="T1" fmla="*/ 89 h 715"/>
                <a:gd name="T2" fmla="*/ 462 w 655"/>
                <a:gd name="T3" fmla="*/ 89 h 715"/>
                <a:gd name="T4" fmla="*/ 367 w 655"/>
                <a:gd name="T5" fmla="*/ 53 h 715"/>
                <a:gd name="T6" fmla="*/ 223 w 655"/>
                <a:gd name="T7" fmla="*/ 0 h 715"/>
                <a:gd name="T8" fmla="*/ 181 w 655"/>
                <a:gd name="T9" fmla="*/ 4 h 715"/>
                <a:gd name="T10" fmla="*/ 4 w 655"/>
                <a:gd name="T11" fmla="*/ 178 h 715"/>
                <a:gd name="T12" fmla="*/ 0 w 655"/>
                <a:gd name="T13" fmla="*/ 223 h 715"/>
                <a:gd name="T14" fmla="*/ 131 w 655"/>
                <a:gd name="T15" fmla="*/ 426 h 715"/>
                <a:gd name="T16" fmla="*/ 165 w 655"/>
                <a:gd name="T17" fmla="*/ 530 h 715"/>
                <a:gd name="T18" fmla="*/ 179 w 655"/>
                <a:gd name="T19" fmla="*/ 670 h 715"/>
                <a:gd name="T20" fmla="*/ 179 w 655"/>
                <a:gd name="T21" fmla="*/ 670 h 715"/>
                <a:gd name="T22" fmla="*/ 223 w 655"/>
                <a:gd name="T23" fmla="*/ 714 h 715"/>
                <a:gd name="T24" fmla="*/ 283 w 655"/>
                <a:gd name="T25" fmla="*/ 714 h 715"/>
                <a:gd name="T26" fmla="*/ 328 w 655"/>
                <a:gd name="T27" fmla="*/ 669 h 715"/>
                <a:gd name="T28" fmla="*/ 328 w 655"/>
                <a:gd name="T29" fmla="*/ 421 h 715"/>
                <a:gd name="T30" fmla="*/ 363 w 655"/>
                <a:gd name="T31" fmla="*/ 397 h 715"/>
                <a:gd name="T32" fmla="*/ 467 w 655"/>
                <a:gd name="T33" fmla="*/ 357 h 715"/>
                <a:gd name="T34" fmla="*/ 610 w 655"/>
                <a:gd name="T35" fmla="*/ 357 h 715"/>
                <a:gd name="T36" fmla="*/ 654 w 655"/>
                <a:gd name="T37" fmla="*/ 312 h 715"/>
                <a:gd name="T38" fmla="*/ 654 w 655"/>
                <a:gd name="T39" fmla="*/ 134 h 715"/>
                <a:gd name="T40" fmla="*/ 610 w 655"/>
                <a:gd name="T41" fmla="*/ 89 h 715"/>
                <a:gd name="T42" fmla="*/ 462 w 655"/>
                <a:gd name="T43" fmla="*/ 89 h 715"/>
                <a:gd name="T44" fmla="*/ 297 w 655"/>
                <a:gd name="T45" fmla="*/ 669 h 715"/>
                <a:gd name="T46" fmla="*/ 297 w 655"/>
                <a:gd name="T47" fmla="*/ 669 h 715"/>
                <a:gd name="T48" fmla="*/ 293 w 655"/>
                <a:gd name="T49" fmla="*/ 680 h 715"/>
                <a:gd name="T50" fmla="*/ 283 w 655"/>
                <a:gd name="T51" fmla="*/ 684 h 715"/>
                <a:gd name="T52" fmla="*/ 223 w 655"/>
                <a:gd name="T53" fmla="*/ 684 h 715"/>
                <a:gd name="T54" fmla="*/ 208 w 655"/>
                <a:gd name="T55" fmla="*/ 669 h 715"/>
                <a:gd name="T56" fmla="*/ 208 w 655"/>
                <a:gd name="T57" fmla="*/ 669 h 715"/>
                <a:gd name="T58" fmla="*/ 194 w 655"/>
                <a:gd name="T59" fmla="*/ 524 h 715"/>
                <a:gd name="T60" fmla="*/ 170 w 655"/>
                <a:gd name="T61" fmla="*/ 440 h 715"/>
                <a:gd name="T62" fmla="*/ 223 w 655"/>
                <a:gd name="T63" fmla="*/ 446 h 715"/>
                <a:gd name="T64" fmla="*/ 297 w 655"/>
                <a:gd name="T65" fmla="*/ 433 h 715"/>
                <a:gd name="T66" fmla="*/ 297 w 655"/>
                <a:gd name="T67" fmla="*/ 669 h 715"/>
                <a:gd name="T68" fmla="*/ 625 w 655"/>
                <a:gd name="T69" fmla="*/ 134 h 715"/>
                <a:gd name="T70" fmla="*/ 625 w 655"/>
                <a:gd name="T71" fmla="*/ 134 h 715"/>
                <a:gd name="T72" fmla="*/ 625 w 655"/>
                <a:gd name="T73" fmla="*/ 312 h 715"/>
                <a:gd name="T74" fmla="*/ 610 w 655"/>
                <a:gd name="T75" fmla="*/ 327 h 715"/>
                <a:gd name="T76" fmla="*/ 467 w 655"/>
                <a:gd name="T77" fmla="*/ 327 h 715"/>
                <a:gd name="T78" fmla="*/ 345 w 655"/>
                <a:gd name="T79" fmla="*/ 373 h 715"/>
                <a:gd name="T80" fmla="*/ 223 w 655"/>
                <a:gd name="T81" fmla="*/ 417 h 715"/>
                <a:gd name="T82" fmla="*/ 87 w 655"/>
                <a:gd name="T83" fmla="*/ 359 h 715"/>
                <a:gd name="T84" fmla="*/ 29 w 655"/>
                <a:gd name="T85" fmla="*/ 223 h 715"/>
                <a:gd name="T86" fmla="*/ 34 w 655"/>
                <a:gd name="T87" fmla="*/ 184 h 715"/>
                <a:gd name="T88" fmla="*/ 186 w 655"/>
                <a:gd name="T89" fmla="*/ 33 h 715"/>
                <a:gd name="T90" fmla="*/ 223 w 655"/>
                <a:gd name="T91" fmla="*/ 30 h 715"/>
                <a:gd name="T92" fmla="*/ 347 w 655"/>
                <a:gd name="T93" fmla="*/ 75 h 715"/>
                <a:gd name="T94" fmla="*/ 462 w 655"/>
                <a:gd name="T95" fmla="*/ 120 h 715"/>
                <a:gd name="T96" fmla="*/ 610 w 655"/>
                <a:gd name="T97" fmla="*/ 120 h 715"/>
                <a:gd name="T98" fmla="*/ 625 w 655"/>
                <a:gd name="T99" fmla="*/ 1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55" h="715">
                  <a:moveTo>
                    <a:pt x="462" y="89"/>
                  </a:moveTo>
                  <a:lnTo>
                    <a:pt x="462" y="89"/>
                  </a:lnTo>
                  <a:cubicBezTo>
                    <a:pt x="427" y="89"/>
                    <a:pt x="393" y="75"/>
                    <a:pt x="367" y="53"/>
                  </a:cubicBezTo>
                  <a:cubicBezTo>
                    <a:pt x="328" y="19"/>
                    <a:pt x="278" y="0"/>
                    <a:pt x="223" y="0"/>
                  </a:cubicBezTo>
                  <a:cubicBezTo>
                    <a:pt x="209" y="0"/>
                    <a:pt x="195" y="1"/>
                    <a:pt x="181" y="4"/>
                  </a:cubicBezTo>
                  <a:cubicBezTo>
                    <a:pt x="92" y="21"/>
                    <a:pt x="21" y="90"/>
                    <a:pt x="4" y="178"/>
                  </a:cubicBezTo>
                  <a:cubicBezTo>
                    <a:pt x="2" y="193"/>
                    <a:pt x="0" y="209"/>
                    <a:pt x="0" y="223"/>
                  </a:cubicBezTo>
                  <a:cubicBezTo>
                    <a:pt x="0" y="313"/>
                    <a:pt x="54" y="392"/>
                    <a:pt x="131" y="426"/>
                  </a:cubicBezTo>
                  <a:cubicBezTo>
                    <a:pt x="147" y="454"/>
                    <a:pt x="158" y="489"/>
                    <a:pt x="165" y="530"/>
                  </a:cubicBezTo>
                  <a:cubicBezTo>
                    <a:pt x="173" y="573"/>
                    <a:pt x="177" y="620"/>
                    <a:pt x="179" y="670"/>
                  </a:cubicBezTo>
                  <a:lnTo>
                    <a:pt x="179" y="670"/>
                  </a:lnTo>
                  <a:cubicBezTo>
                    <a:pt x="179" y="694"/>
                    <a:pt x="198" y="714"/>
                    <a:pt x="223" y="714"/>
                  </a:cubicBezTo>
                  <a:cubicBezTo>
                    <a:pt x="283" y="714"/>
                    <a:pt x="283" y="714"/>
                    <a:pt x="283" y="714"/>
                  </a:cubicBezTo>
                  <a:cubicBezTo>
                    <a:pt x="307" y="714"/>
                    <a:pt x="328" y="694"/>
                    <a:pt x="328" y="669"/>
                  </a:cubicBezTo>
                  <a:cubicBezTo>
                    <a:pt x="328" y="421"/>
                    <a:pt x="328" y="421"/>
                    <a:pt x="328" y="421"/>
                  </a:cubicBezTo>
                  <a:cubicBezTo>
                    <a:pt x="340" y="414"/>
                    <a:pt x="352" y="405"/>
                    <a:pt x="363" y="397"/>
                  </a:cubicBezTo>
                  <a:cubicBezTo>
                    <a:pt x="393" y="372"/>
                    <a:pt x="430" y="357"/>
                    <a:pt x="467" y="357"/>
                  </a:cubicBezTo>
                  <a:cubicBezTo>
                    <a:pt x="610" y="357"/>
                    <a:pt x="610" y="357"/>
                    <a:pt x="610" y="357"/>
                  </a:cubicBezTo>
                  <a:cubicBezTo>
                    <a:pt x="635" y="357"/>
                    <a:pt x="654" y="337"/>
                    <a:pt x="654" y="312"/>
                  </a:cubicBezTo>
                  <a:cubicBezTo>
                    <a:pt x="654" y="134"/>
                    <a:pt x="654" y="134"/>
                    <a:pt x="654" y="134"/>
                  </a:cubicBezTo>
                  <a:cubicBezTo>
                    <a:pt x="654" y="110"/>
                    <a:pt x="635" y="89"/>
                    <a:pt x="610" y="89"/>
                  </a:cubicBezTo>
                  <a:lnTo>
                    <a:pt x="462" y="89"/>
                  </a:lnTo>
                  <a:close/>
                  <a:moveTo>
                    <a:pt x="297" y="669"/>
                  </a:moveTo>
                  <a:lnTo>
                    <a:pt x="297" y="669"/>
                  </a:lnTo>
                  <a:cubicBezTo>
                    <a:pt x="297" y="673"/>
                    <a:pt x="296" y="677"/>
                    <a:pt x="293" y="680"/>
                  </a:cubicBezTo>
                  <a:cubicBezTo>
                    <a:pt x="290" y="683"/>
                    <a:pt x="287" y="684"/>
                    <a:pt x="283" y="684"/>
                  </a:cubicBezTo>
                  <a:cubicBezTo>
                    <a:pt x="223" y="684"/>
                    <a:pt x="223" y="684"/>
                    <a:pt x="223" y="684"/>
                  </a:cubicBezTo>
                  <a:cubicBezTo>
                    <a:pt x="215" y="684"/>
                    <a:pt x="208" y="677"/>
                    <a:pt x="208" y="669"/>
                  </a:cubicBezTo>
                  <a:lnTo>
                    <a:pt x="208" y="669"/>
                  </a:lnTo>
                  <a:cubicBezTo>
                    <a:pt x="206" y="619"/>
                    <a:pt x="202" y="569"/>
                    <a:pt x="194" y="524"/>
                  </a:cubicBezTo>
                  <a:cubicBezTo>
                    <a:pt x="188" y="493"/>
                    <a:pt x="181" y="465"/>
                    <a:pt x="170" y="440"/>
                  </a:cubicBezTo>
                  <a:cubicBezTo>
                    <a:pt x="187" y="445"/>
                    <a:pt x="205" y="446"/>
                    <a:pt x="223" y="446"/>
                  </a:cubicBezTo>
                  <a:cubicBezTo>
                    <a:pt x="250" y="446"/>
                    <a:pt x="275" y="442"/>
                    <a:pt x="297" y="433"/>
                  </a:cubicBezTo>
                  <a:lnTo>
                    <a:pt x="297" y="669"/>
                  </a:lnTo>
                  <a:close/>
                  <a:moveTo>
                    <a:pt x="625" y="134"/>
                  </a:moveTo>
                  <a:lnTo>
                    <a:pt x="625" y="134"/>
                  </a:lnTo>
                  <a:cubicBezTo>
                    <a:pt x="625" y="312"/>
                    <a:pt x="625" y="312"/>
                    <a:pt x="625" y="312"/>
                  </a:cubicBezTo>
                  <a:cubicBezTo>
                    <a:pt x="625" y="320"/>
                    <a:pt x="618" y="327"/>
                    <a:pt x="610" y="327"/>
                  </a:cubicBezTo>
                  <a:cubicBezTo>
                    <a:pt x="467" y="327"/>
                    <a:pt x="467" y="327"/>
                    <a:pt x="467" y="327"/>
                  </a:cubicBezTo>
                  <a:cubicBezTo>
                    <a:pt x="421" y="327"/>
                    <a:pt x="379" y="345"/>
                    <a:pt x="345" y="373"/>
                  </a:cubicBezTo>
                  <a:cubicBezTo>
                    <a:pt x="311" y="400"/>
                    <a:pt x="269" y="417"/>
                    <a:pt x="223" y="417"/>
                  </a:cubicBezTo>
                  <a:cubicBezTo>
                    <a:pt x="170" y="417"/>
                    <a:pt x="121" y="396"/>
                    <a:pt x="87" y="359"/>
                  </a:cubicBezTo>
                  <a:cubicBezTo>
                    <a:pt x="52" y="325"/>
                    <a:pt x="29" y="277"/>
                    <a:pt x="29" y="223"/>
                  </a:cubicBezTo>
                  <a:cubicBezTo>
                    <a:pt x="29" y="210"/>
                    <a:pt x="31" y="198"/>
                    <a:pt x="34" y="184"/>
                  </a:cubicBezTo>
                  <a:cubicBezTo>
                    <a:pt x="49" y="108"/>
                    <a:pt x="110" y="47"/>
                    <a:pt x="186" y="33"/>
                  </a:cubicBezTo>
                  <a:cubicBezTo>
                    <a:pt x="198" y="30"/>
                    <a:pt x="211" y="30"/>
                    <a:pt x="223" y="30"/>
                  </a:cubicBezTo>
                  <a:cubicBezTo>
                    <a:pt x="271" y="30"/>
                    <a:pt x="314" y="47"/>
                    <a:pt x="347" y="75"/>
                  </a:cubicBezTo>
                  <a:cubicBezTo>
                    <a:pt x="379" y="101"/>
                    <a:pt x="418" y="120"/>
                    <a:pt x="462" y="120"/>
                  </a:cubicBezTo>
                  <a:cubicBezTo>
                    <a:pt x="610" y="120"/>
                    <a:pt x="610" y="120"/>
                    <a:pt x="610" y="120"/>
                  </a:cubicBezTo>
                  <a:cubicBezTo>
                    <a:pt x="618" y="120"/>
                    <a:pt x="625" y="125"/>
                    <a:pt x="625" y="1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1">
              <a:extLst>
                <a:ext uri="{FF2B5EF4-FFF2-40B4-BE49-F238E27FC236}">
                  <a16:creationId xmlns:a16="http://schemas.microsoft.com/office/drawing/2014/main" id="{9A2E994A-CCC5-DF1E-2AAD-0F618DC47D50}"/>
                </a:ext>
              </a:extLst>
            </p:cNvPr>
            <p:cNvSpPr>
              <a:spLocks noChangeArrowheads="1"/>
            </p:cNvSpPr>
            <p:nvPr/>
          </p:nvSpPr>
          <p:spPr bwMode="auto">
            <a:xfrm>
              <a:off x="9256713" y="4325938"/>
              <a:ext cx="76200" cy="74612"/>
            </a:xfrm>
            <a:custGeom>
              <a:avLst/>
              <a:gdLst>
                <a:gd name="T0" fmla="*/ 104 w 210"/>
                <a:gd name="T1" fmla="*/ 0 h 208"/>
                <a:gd name="T2" fmla="*/ 104 w 210"/>
                <a:gd name="T3" fmla="*/ 0 h 208"/>
                <a:gd name="T4" fmla="*/ 0 w 210"/>
                <a:gd name="T5" fmla="*/ 103 h 208"/>
                <a:gd name="T6" fmla="*/ 104 w 210"/>
                <a:gd name="T7" fmla="*/ 207 h 208"/>
                <a:gd name="T8" fmla="*/ 209 w 210"/>
                <a:gd name="T9" fmla="*/ 103 h 208"/>
                <a:gd name="T10" fmla="*/ 104 w 210"/>
                <a:gd name="T11" fmla="*/ 0 h 208"/>
                <a:gd name="T12" fmla="*/ 157 w 210"/>
                <a:gd name="T13" fmla="*/ 156 h 208"/>
                <a:gd name="T14" fmla="*/ 157 w 210"/>
                <a:gd name="T15" fmla="*/ 156 h 208"/>
                <a:gd name="T16" fmla="*/ 104 w 210"/>
                <a:gd name="T17" fmla="*/ 178 h 208"/>
                <a:gd name="T18" fmla="*/ 51 w 210"/>
                <a:gd name="T19" fmla="*/ 156 h 208"/>
                <a:gd name="T20" fmla="*/ 30 w 210"/>
                <a:gd name="T21" fmla="*/ 103 h 208"/>
                <a:gd name="T22" fmla="*/ 51 w 210"/>
                <a:gd name="T23" fmla="*/ 51 h 208"/>
                <a:gd name="T24" fmla="*/ 104 w 210"/>
                <a:gd name="T25" fmla="*/ 29 h 208"/>
                <a:gd name="T26" fmla="*/ 157 w 210"/>
                <a:gd name="T27" fmla="*/ 51 h 208"/>
                <a:gd name="T28" fmla="*/ 178 w 210"/>
                <a:gd name="T29" fmla="*/ 103 h 208"/>
                <a:gd name="T30" fmla="*/ 157 w 210"/>
                <a:gd name="T31" fmla="*/ 15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08">
                  <a:moveTo>
                    <a:pt x="104" y="0"/>
                  </a:moveTo>
                  <a:lnTo>
                    <a:pt x="104" y="0"/>
                  </a:lnTo>
                  <a:cubicBezTo>
                    <a:pt x="47" y="0"/>
                    <a:pt x="0" y="46"/>
                    <a:pt x="0" y="103"/>
                  </a:cubicBezTo>
                  <a:cubicBezTo>
                    <a:pt x="0" y="161"/>
                    <a:pt x="47" y="207"/>
                    <a:pt x="104" y="207"/>
                  </a:cubicBezTo>
                  <a:cubicBezTo>
                    <a:pt x="161" y="207"/>
                    <a:pt x="209" y="161"/>
                    <a:pt x="209" y="103"/>
                  </a:cubicBezTo>
                  <a:cubicBezTo>
                    <a:pt x="209" y="46"/>
                    <a:pt x="161" y="0"/>
                    <a:pt x="104" y="0"/>
                  </a:cubicBezTo>
                  <a:close/>
                  <a:moveTo>
                    <a:pt x="157" y="156"/>
                  </a:moveTo>
                  <a:lnTo>
                    <a:pt x="157" y="156"/>
                  </a:lnTo>
                  <a:cubicBezTo>
                    <a:pt x="143" y="170"/>
                    <a:pt x="125" y="178"/>
                    <a:pt x="104" y="178"/>
                  </a:cubicBezTo>
                  <a:cubicBezTo>
                    <a:pt x="83" y="178"/>
                    <a:pt x="65" y="170"/>
                    <a:pt x="51" y="156"/>
                  </a:cubicBezTo>
                  <a:cubicBezTo>
                    <a:pt x="39" y="142"/>
                    <a:pt x="30" y="124"/>
                    <a:pt x="30" y="103"/>
                  </a:cubicBezTo>
                  <a:cubicBezTo>
                    <a:pt x="30" y="83"/>
                    <a:pt x="39" y="64"/>
                    <a:pt x="51" y="51"/>
                  </a:cubicBezTo>
                  <a:cubicBezTo>
                    <a:pt x="65" y="37"/>
                    <a:pt x="83" y="29"/>
                    <a:pt x="104" y="29"/>
                  </a:cubicBezTo>
                  <a:cubicBezTo>
                    <a:pt x="125" y="29"/>
                    <a:pt x="143" y="37"/>
                    <a:pt x="157" y="51"/>
                  </a:cubicBezTo>
                  <a:cubicBezTo>
                    <a:pt x="170" y="64"/>
                    <a:pt x="178" y="83"/>
                    <a:pt x="178" y="103"/>
                  </a:cubicBezTo>
                  <a:cubicBezTo>
                    <a:pt x="178" y="124"/>
                    <a:pt x="170" y="142"/>
                    <a:pt x="157"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0" name="Group 253">
            <a:extLst>
              <a:ext uri="{FF2B5EF4-FFF2-40B4-BE49-F238E27FC236}">
                <a16:creationId xmlns:a16="http://schemas.microsoft.com/office/drawing/2014/main" id="{AC539194-2749-4D7F-AAC2-CC00BF65B56F}"/>
              </a:ext>
            </a:extLst>
          </p:cNvPr>
          <p:cNvGrpSpPr/>
          <p:nvPr/>
        </p:nvGrpSpPr>
        <p:grpSpPr>
          <a:xfrm>
            <a:off x="10760744" y="3967881"/>
            <a:ext cx="257175" cy="214313"/>
            <a:chOff x="9732963" y="4314825"/>
            <a:chExt cx="257175" cy="214313"/>
          </a:xfrm>
          <a:solidFill>
            <a:schemeClr val="tx2"/>
          </a:solidFill>
        </p:grpSpPr>
        <p:sp>
          <p:nvSpPr>
            <p:cNvPr id="251" name="Freeform 202">
              <a:extLst>
                <a:ext uri="{FF2B5EF4-FFF2-40B4-BE49-F238E27FC236}">
                  <a16:creationId xmlns:a16="http://schemas.microsoft.com/office/drawing/2014/main" id="{52A25226-07E9-122F-F828-00D78125959D}"/>
                </a:ext>
              </a:extLst>
            </p:cNvPr>
            <p:cNvSpPr>
              <a:spLocks noChangeArrowheads="1"/>
            </p:cNvSpPr>
            <p:nvPr/>
          </p:nvSpPr>
          <p:spPr bwMode="auto">
            <a:xfrm>
              <a:off x="9732963" y="4314825"/>
              <a:ext cx="257175" cy="214313"/>
            </a:xfrm>
            <a:custGeom>
              <a:avLst/>
              <a:gdLst>
                <a:gd name="T0" fmla="*/ 415 w 715"/>
                <a:gd name="T1" fmla="*/ 88 h 596"/>
                <a:gd name="T2" fmla="*/ 415 w 715"/>
                <a:gd name="T3" fmla="*/ 88 h 596"/>
                <a:gd name="T4" fmla="*/ 415 w 715"/>
                <a:gd name="T5" fmla="*/ 60 h 596"/>
                <a:gd name="T6" fmla="*/ 398 w 715"/>
                <a:gd name="T7" fmla="*/ 18 h 596"/>
                <a:gd name="T8" fmla="*/ 357 w 715"/>
                <a:gd name="T9" fmla="*/ 0 h 596"/>
                <a:gd name="T10" fmla="*/ 315 w 715"/>
                <a:gd name="T11" fmla="*/ 18 h 596"/>
                <a:gd name="T12" fmla="*/ 297 w 715"/>
                <a:gd name="T13" fmla="*/ 60 h 596"/>
                <a:gd name="T14" fmla="*/ 297 w 715"/>
                <a:gd name="T15" fmla="*/ 88 h 596"/>
                <a:gd name="T16" fmla="*/ 0 w 715"/>
                <a:gd name="T17" fmla="*/ 439 h 596"/>
                <a:gd name="T18" fmla="*/ 4 w 715"/>
                <a:gd name="T19" fmla="*/ 494 h 596"/>
                <a:gd name="T20" fmla="*/ 19 w 715"/>
                <a:gd name="T21" fmla="*/ 506 h 596"/>
                <a:gd name="T22" fmla="*/ 357 w 715"/>
                <a:gd name="T23" fmla="*/ 506 h 596"/>
                <a:gd name="T24" fmla="*/ 357 w 715"/>
                <a:gd name="T25" fmla="*/ 566 h 596"/>
                <a:gd name="T26" fmla="*/ 73 w 715"/>
                <a:gd name="T27" fmla="*/ 566 h 596"/>
                <a:gd name="T28" fmla="*/ 58 w 715"/>
                <a:gd name="T29" fmla="*/ 580 h 596"/>
                <a:gd name="T30" fmla="*/ 73 w 715"/>
                <a:gd name="T31" fmla="*/ 595 h 596"/>
                <a:gd name="T32" fmla="*/ 638 w 715"/>
                <a:gd name="T33" fmla="*/ 595 h 596"/>
                <a:gd name="T34" fmla="*/ 654 w 715"/>
                <a:gd name="T35" fmla="*/ 580 h 596"/>
                <a:gd name="T36" fmla="*/ 638 w 715"/>
                <a:gd name="T37" fmla="*/ 566 h 596"/>
                <a:gd name="T38" fmla="*/ 386 w 715"/>
                <a:gd name="T39" fmla="*/ 566 h 596"/>
                <a:gd name="T40" fmla="*/ 386 w 715"/>
                <a:gd name="T41" fmla="*/ 506 h 596"/>
                <a:gd name="T42" fmla="*/ 694 w 715"/>
                <a:gd name="T43" fmla="*/ 506 h 596"/>
                <a:gd name="T44" fmla="*/ 708 w 715"/>
                <a:gd name="T45" fmla="*/ 494 h 596"/>
                <a:gd name="T46" fmla="*/ 714 w 715"/>
                <a:gd name="T47" fmla="*/ 439 h 596"/>
                <a:gd name="T48" fmla="*/ 415 w 715"/>
                <a:gd name="T49" fmla="*/ 88 h 596"/>
                <a:gd name="T50" fmla="*/ 326 w 715"/>
                <a:gd name="T51" fmla="*/ 60 h 596"/>
                <a:gd name="T52" fmla="*/ 326 w 715"/>
                <a:gd name="T53" fmla="*/ 60 h 596"/>
                <a:gd name="T54" fmla="*/ 357 w 715"/>
                <a:gd name="T55" fmla="*/ 31 h 596"/>
                <a:gd name="T56" fmla="*/ 386 w 715"/>
                <a:gd name="T57" fmla="*/ 60 h 596"/>
                <a:gd name="T58" fmla="*/ 386 w 715"/>
                <a:gd name="T59" fmla="*/ 84 h 596"/>
                <a:gd name="T60" fmla="*/ 357 w 715"/>
                <a:gd name="T61" fmla="*/ 82 h 596"/>
                <a:gd name="T62" fmla="*/ 326 w 715"/>
                <a:gd name="T63" fmla="*/ 84 h 596"/>
                <a:gd name="T64" fmla="*/ 326 w 715"/>
                <a:gd name="T65" fmla="*/ 60 h 596"/>
                <a:gd name="T66" fmla="*/ 680 w 715"/>
                <a:gd name="T67" fmla="*/ 477 h 596"/>
                <a:gd name="T68" fmla="*/ 680 w 715"/>
                <a:gd name="T69" fmla="*/ 477 h 596"/>
                <a:gd name="T70" fmla="*/ 32 w 715"/>
                <a:gd name="T71" fmla="*/ 477 h 596"/>
                <a:gd name="T72" fmla="*/ 29 w 715"/>
                <a:gd name="T73" fmla="*/ 439 h 596"/>
                <a:gd name="T74" fmla="*/ 125 w 715"/>
                <a:gd name="T75" fmla="*/ 208 h 596"/>
                <a:gd name="T76" fmla="*/ 357 w 715"/>
                <a:gd name="T77" fmla="*/ 111 h 596"/>
                <a:gd name="T78" fmla="*/ 588 w 715"/>
                <a:gd name="T79" fmla="*/ 208 h 596"/>
                <a:gd name="T80" fmla="*/ 683 w 715"/>
                <a:gd name="T81" fmla="*/ 439 h 596"/>
                <a:gd name="T82" fmla="*/ 680 w 715"/>
                <a:gd name="T83" fmla="*/ 477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96">
                  <a:moveTo>
                    <a:pt x="415" y="88"/>
                  </a:moveTo>
                  <a:lnTo>
                    <a:pt x="415" y="88"/>
                  </a:lnTo>
                  <a:cubicBezTo>
                    <a:pt x="415" y="60"/>
                    <a:pt x="415" y="60"/>
                    <a:pt x="415" y="60"/>
                  </a:cubicBezTo>
                  <a:cubicBezTo>
                    <a:pt x="415" y="43"/>
                    <a:pt x="410" y="29"/>
                    <a:pt x="398" y="18"/>
                  </a:cubicBezTo>
                  <a:cubicBezTo>
                    <a:pt x="387" y="7"/>
                    <a:pt x="372" y="0"/>
                    <a:pt x="357" y="0"/>
                  </a:cubicBezTo>
                  <a:cubicBezTo>
                    <a:pt x="340" y="0"/>
                    <a:pt x="324" y="7"/>
                    <a:pt x="315" y="18"/>
                  </a:cubicBezTo>
                  <a:cubicBezTo>
                    <a:pt x="304" y="29"/>
                    <a:pt x="297" y="43"/>
                    <a:pt x="297" y="60"/>
                  </a:cubicBezTo>
                  <a:cubicBezTo>
                    <a:pt x="297" y="88"/>
                    <a:pt x="297" y="88"/>
                    <a:pt x="297" y="88"/>
                  </a:cubicBezTo>
                  <a:cubicBezTo>
                    <a:pt x="128" y="116"/>
                    <a:pt x="0" y="262"/>
                    <a:pt x="0" y="439"/>
                  </a:cubicBezTo>
                  <a:cubicBezTo>
                    <a:pt x="0" y="457"/>
                    <a:pt x="1" y="475"/>
                    <a:pt x="4" y="494"/>
                  </a:cubicBezTo>
                  <a:cubicBezTo>
                    <a:pt x="5" y="501"/>
                    <a:pt x="11" y="506"/>
                    <a:pt x="19" y="506"/>
                  </a:cubicBezTo>
                  <a:cubicBezTo>
                    <a:pt x="357" y="506"/>
                    <a:pt x="357" y="506"/>
                    <a:pt x="357" y="506"/>
                  </a:cubicBezTo>
                  <a:cubicBezTo>
                    <a:pt x="357" y="566"/>
                    <a:pt x="357" y="566"/>
                    <a:pt x="357" y="566"/>
                  </a:cubicBezTo>
                  <a:cubicBezTo>
                    <a:pt x="73" y="566"/>
                    <a:pt x="73" y="566"/>
                    <a:pt x="73" y="566"/>
                  </a:cubicBezTo>
                  <a:cubicBezTo>
                    <a:pt x="65" y="566"/>
                    <a:pt x="58" y="572"/>
                    <a:pt x="58" y="580"/>
                  </a:cubicBezTo>
                  <a:cubicBezTo>
                    <a:pt x="58" y="588"/>
                    <a:pt x="65" y="595"/>
                    <a:pt x="73" y="595"/>
                  </a:cubicBezTo>
                  <a:cubicBezTo>
                    <a:pt x="638" y="595"/>
                    <a:pt x="638" y="595"/>
                    <a:pt x="638" y="595"/>
                  </a:cubicBezTo>
                  <a:cubicBezTo>
                    <a:pt x="647" y="595"/>
                    <a:pt x="654" y="588"/>
                    <a:pt x="654" y="580"/>
                  </a:cubicBezTo>
                  <a:cubicBezTo>
                    <a:pt x="654" y="572"/>
                    <a:pt x="647" y="566"/>
                    <a:pt x="638" y="566"/>
                  </a:cubicBezTo>
                  <a:cubicBezTo>
                    <a:pt x="386" y="566"/>
                    <a:pt x="386" y="566"/>
                    <a:pt x="386" y="566"/>
                  </a:cubicBezTo>
                  <a:cubicBezTo>
                    <a:pt x="386" y="506"/>
                    <a:pt x="386" y="506"/>
                    <a:pt x="386" y="506"/>
                  </a:cubicBezTo>
                  <a:cubicBezTo>
                    <a:pt x="694" y="506"/>
                    <a:pt x="694" y="506"/>
                    <a:pt x="694" y="506"/>
                  </a:cubicBezTo>
                  <a:cubicBezTo>
                    <a:pt x="701" y="506"/>
                    <a:pt x="708" y="501"/>
                    <a:pt x="708" y="494"/>
                  </a:cubicBezTo>
                  <a:cubicBezTo>
                    <a:pt x="711" y="475"/>
                    <a:pt x="714" y="457"/>
                    <a:pt x="714" y="439"/>
                  </a:cubicBezTo>
                  <a:cubicBezTo>
                    <a:pt x="714" y="262"/>
                    <a:pt x="584" y="116"/>
                    <a:pt x="415" y="88"/>
                  </a:cubicBezTo>
                  <a:close/>
                  <a:moveTo>
                    <a:pt x="326" y="60"/>
                  </a:moveTo>
                  <a:lnTo>
                    <a:pt x="326" y="60"/>
                  </a:lnTo>
                  <a:cubicBezTo>
                    <a:pt x="326" y="43"/>
                    <a:pt x="340" y="31"/>
                    <a:pt x="357" y="31"/>
                  </a:cubicBezTo>
                  <a:cubicBezTo>
                    <a:pt x="373" y="31"/>
                    <a:pt x="386" y="43"/>
                    <a:pt x="386" y="60"/>
                  </a:cubicBezTo>
                  <a:cubicBezTo>
                    <a:pt x="386" y="84"/>
                    <a:pt x="386" y="84"/>
                    <a:pt x="386" y="84"/>
                  </a:cubicBezTo>
                  <a:cubicBezTo>
                    <a:pt x="376" y="82"/>
                    <a:pt x="366" y="82"/>
                    <a:pt x="357" y="82"/>
                  </a:cubicBezTo>
                  <a:cubicBezTo>
                    <a:pt x="347" y="82"/>
                    <a:pt x="336" y="82"/>
                    <a:pt x="326" y="84"/>
                  </a:cubicBezTo>
                  <a:lnTo>
                    <a:pt x="326" y="60"/>
                  </a:lnTo>
                  <a:close/>
                  <a:moveTo>
                    <a:pt x="680" y="477"/>
                  </a:moveTo>
                  <a:lnTo>
                    <a:pt x="680" y="477"/>
                  </a:lnTo>
                  <a:cubicBezTo>
                    <a:pt x="32" y="477"/>
                    <a:pt x="32" y="477"/>
                    <a:pt x="32" y="477"/>
                  </a:cubicBezTo>
                  <a:cubicBezTo>
                    <a:pt x="30" y="464"/>
                    <a:pt x="29" y="452"/>
                    <a:pt x="29" y="439"/>
                  </a:cubicBezTo>
                  <a:cubicBezTo>
                    <a:pt x="29" y="349"/>
                    <a:pt x="65" y="268"/>
                    <a:pt x="125" y="208"/>
                  </a:cubicBezTo>
                  <a:cubicBezTo>
                    <a:pt x="184" y="149"/>
                    <a:pt x="266" y="111"/>
                    <a:pt x="357" y="111"/>
                  </a:cubicBezTo>
                  <a:cubicBezTo>
                    <a:pt x="447" y="111"/>
                    <a:pt x="528" y="149"/>
                    <a:pt x="588" y="208"/>
                  </a:cubicBezTo>
                  <a:cubicBezTo>
                    <a:pt x="647" y="268"/>
                    <a:pt x="683" y="349"/>
                    <a:pt x="683" y="439"/>
                  </a:cubicBezTo>
                  <a:cubicBezTo>
                    <a:pt x="683" y="452"/>
                    <a:pt x="683" y="464"/>
                    <a:pt x="680" y="4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542F0267-1ECC-935F-060A-F3164FED340D}"/>
                </a:ext>
              </a:extLst>
            </p:cNvPr>
            <p:cNvSpPr>
              <a:spLocks noChangeArrowheads="1"/>
            </p:cNvSpPr>
            <p:nvPr/>
          </p:nvSpPr>
          <p:spPr bwMode="auto">
            <a:xfrm>
              <a:off x="9766300" y="4376738"/>
              <a:ext cx="101600" cy="88900"/>
            </a:xfrm>
            <a:custGeom>
              <a:avLst/>
              <a:gdLst>
                <a:gd name="T0" fmla="*/ 267 w 282"/>
                <a:gd name="T1" fmla="*/ 0 h 248"/>
                <a:gd name="T2" fmla="*/ 267 w 282"/>
                <a:gd name="T3" fmla="*/ 0 h 248"/>
                <a:gd name="T4" fmla="*/ 2 w 282"/>
                <a:gd name="T5" fmla="*/ 229 h 248"/>
                <a:gd name="T6" fmla="*/ 14 w 282"/>
                <a:gd name="T7" fmla="*/ 246 h 248"/>
                <a:gd name="T8" fmla="*/ 31 w 282"/>
                <a:gd name="T9" fmla="*/ 233 h 248"/>
                <a:gd name="T10" fmla="*/ 31 w 282"/>
                <a:gd name="T11" fmla="*/ 233 h 248"/>
                <a:gd name="T12" fmla="*/ 267 w 282"/>
                <a:gd name="T13" fmla="*/ 30 h 248"/>
                <a:gd name="T14" fmla="*/ 281 w 282"/>
                <a:gd name="T15" fmla="*/ 16 h 248"/>
                <a:gd name="T16" fmla="*/ 267 w 282"/>
                <a:gd name="T17" fmla="*/ 0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2" h="248">
                  <a:moveTo>
                    <a:pt x="267" y="0"/>
                  </a:moveTo>
                  <a:lnTo>
                    <a:pt x="267" y="0"/>
                  </a:lnTo>
                  <a:cubicBezTo>
                    <a:pt x="131" y="0"/>
                    <a:pt x="20" y="99"/>
                    <a:pt x="2" y="229"/>
                  </a:cubicBezTo>
                  <a:cubicBezTo>
                    <a:pt x="0" y="238"/>
                    <a:pt x="6" y="244"/>
                    <a:pt x="14" y="246"/>
                  </a:cubicBezTo>
                  <a:cubicBezTo>
                    <a:pt x="22" y="247"/>
                    <a:pt x="30" y="242"/>
                    <a:pt x="31" y="233"/>
                  </a:cubicBezTo>
                  <a:lnTo>
                    <a:pt x="31" y="233"/>
                  </a:lnTo>
                  <a:cubicBezTo>
                    <a:pt x="48" y="119"/>
                    <a:pt x="147" y="30"/>
                    <a:pt x="267" y="30"/>
                  </a:cubicBezTo>
                  <a:cubicBezTo>
                    <a:pt x="275" y="30"/>
                    <a:pt x="281" y="24"/>
                    <a:pt x="281" y="16"/>
                  </a:cubicBezTo>
                  <a:cubicBezTo>
                    <a:pt x="281" y="7"/>
                    <a:pt x="275" y="0"/>
                    <a:pt x="2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3" name="Group 256">
            <a:extLst>
              <a:ext uri="{FF2B5EF4-FFF2-40B4-BE49-F238E27FC236}">
                <a16:creationId xmlns:a16="http://schemas.microsoft.com/office/drawing/2014/main" id="{F84C6984-70F8-BE2D-9887-385DE45154C2}"/>
              </a:ext>
            </a:extLst>
          </p:cNvPr>
          <p:cNvGrpSpPr/>
          <p:nvPr/>
        </p:nvGrpSpPr>
        <p:grpSpPr>
          <a:xfrm>
            <a:off x="8200106" y="5511701"/>
            <a:ext cx="214313" cy="257175"/>
            <a:chOff x="7172325" y="5830888"/>
            <a:chExt cx="214313" cy="257175"/>
          </a:xfrm>
          <a:solidFill>
            <a:schemeClr val="tx2"/>
          </a:solidFill>
        </p:grpSpPr>
        <p:sp>
          <p:nvSpPr>
            <p:cNvPr id="254" name="Freeform 204">
              <a:extLst>
                <a:ext uri="{FF2B5EF4-FFF2-40B4-BE49-F238E27FC236}">
                  <a16:creationId xmlns:a16="http://schemas.microsoft.com/office/drawing/2014/main" id="{F2D1764A-EF81-C6DB-1933-CD3A414ACEBE}"/>
                </a:ext>
              </a:extLst>
            </p:cNvPr>
            <p:cNvSpPr>
              <a:spLocks noChangeArrowheads="1"/>
            </p:cNvSpPr>
            <p:nvPr/>
          </p:nvSpPr>
          <p:spPr bwMode="auto">
            <a:xfrm>
              <a:off x="7172325" y="5851525"/>
              <a:ext cx="214313" cy="236538"/>
            </a:xfrm>
            <a:custGeom>
              <a:avLst/>
              <a:gdLst>
                <a:gd name="T0" fmla="*/ 0 w 597"/>
                <a:gd name="T1" fmla="*/ 74 h 655"/>
                <a:gd name="T2" fmla="*/ 0 w 597"/>
                <a:gd name="T3" fmla="*/ 74 h 655"/>
                <a:gd name="T4" fmla="*/ 0 w 597"/>
                <a:gd name="T5" fmla="*/ 611 h 655"/>
                <a:gd name="T6" fmla="*/ 44 w 597"/>
                <a:gd name="T7" fmla="*/ 654 h 655"/>
                <a:gd name="T8" fmla="*/ 553 w 597"/>
                <a:gd name="T9" fmla="*/ 654 h 655"/>
                <a:gd name="T10" fmla="*/ 596 w 597"/>
                <a:gd name="T11" fmla="*/ 611 h 655"/>
                <a:gd name="T12" fmla="*/ 596 w 597"/>
                <a:gd name="T13" fmla="*/ 74 h 655"/>
                <a:gd name="T14" fmla="*/ 521 w 597"/>
                <a:gd name="T15" fmla="*/ 0 h 655"/>
                <a:gd name="T16" fmla="*/ 74 w 597"/>
                <a:gd name="T17" fmla="*/ 0 h 655"/>
                <a:gd name="T18" fmla="*/ 0 w 597"/>
                <a:gd name="T19" fmla="*/ 74 h 655"/>
                <a:gd name="T20" fmla="*/ 30 w 597"/>
                <a:gd name="T21" fmla="*/ 74 h 655"/>
                <a:gd name="T22" fmla="*/ 30 w 597"/>
                <a:gd name="T23" fmla="*/ 74 h 655"/>
                <a:gd name="T24" fmla="*/ 74 w 597"/>
                <a:gd name="T25" fmla="*/ 29 h 655"/>
                <a:gd name="T26" fmla="*/ 521 w 597"/>
                <a:gd name="T27" fmla="*/ 29 h 655"/>
                <a:gd name="T28" fmla="*/ 565 w 597"/>
                <a:gd name="T29" fmla="*/ 74 h 655"/>
                <a:gd name="T30" fmla="*/ 565 w 597"/>
                <a:gd name="T31" fmla="*/ 148 h 655"/>
                <a:gd name="T32" fmla="*/ 30 w 597"/>
                <a:gd name="T33" fmla="*/ 148 h 655"/>
                <a:gd name="T34" fmla="*/ 30 w 597"/>
                <a:gd name="T35" fmla="*/ 179 h 655"/>
                <a:gd name="T36" fmla="*/ 565 w 597"/>
                <a:gd name="T37" fmla="*/ 179 h 655"/>
                <a:gd name="T38" fmla="*/ 565 w 597"/>
                <a:gd name="T39" fmla="*/ 611 h 655"/>
                <a:gd name="T40" fmla="*/ 553 w 597"/>
                <a:gd name="T41" fmla="*/ 625 h 655"/>
                <a:gd name="T42" fmla="*/ 44 w 597"/>
                <a:gd name="T43" fmla="*/ 625 h 655"/>
                <a:gd name="T44" fmla="*/ 30 w 597"/>
                <a:gd name="T45" fmla="*/ 611 h 655"/>
                <a:gd name="T46" fmla="*/ 30 w 597"/>
                <a:gd name="T47" fmla="*/ 74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97" h="655">
                  <a:moveTo>
                    <a:pt x="0" y="74"/>
                  </a:moveTo>
                  <a:lnTo>
                    <a:pt x="0" y="74"/>
                  </a:lnTo>
                  <a:cubicBezTo>
                    <a:pt x="0" y="611"/>
                    <a:pt x="0" y="611"/>
                    <a:pt x="0" y="611"/>
                  </a:cubicBezTo>
                  <a:cubicBezTo>
                    <a:pt x="0" y="635"/>
                    <a:pt x="20" y="654"/>
                    <a:pt x="44" y="654"/>
                  </a:cubicBezTo>
                  <a:cubicBezTo>
                    <a:pt x="553" y="654"/>
                    <a:pt x="553" y="654"/>
                    <a:pt x="553" y="654"/>
                  </a:cubicBezTo>
                  <a:cubicBezTo>
                    <a:pt x="576" y="654"/>
                    <a:pt x="596" y="635"/>
                    <a:pt x="596" y="611"/>
                  </a:cubicBezTo>
                  <a:cubicBezTo>
                    <a:pt x="596" y="74"/>
                    <a:pt x="596" y="74"/>
                    <a:pt x="596" y="74"/>
                  </a:cubicBezTo>
                  <a:cubicBezTo>
                    <a:pt x="596" y="34"/>
                    <a:pt x="562" y="0"/>
                    <a:pt x="521" y="0"/>
                  </a:cubicBezTo>
                  <a:cubicBezTo>
                    <a:pt x="74" y="0"/>
                    <a:pt x="74" y="0"/>
                    <a:pt x="74" y="0"/>
                  </a:cubicBezTo>
                  <a:cubicBezTo>
                    <a:pt x="34" y="0"/>
                    <a:pt x="0" y="34"/>
                    <a:pt x="0" y="74"/>
                  </a:cubicBezTo>
                  <a:close/>
                  <a:moveTo>
                    <a:pt x="30" y="74"/>
                  </a:moveTo>
                  <a:lnTo>
                    <a:pt x="30" y="74"/>
                  </a:lnTo>
                  <a:cubicBezTo>
                    <a:pt x="30" y="49"/>
                    <a:pt x="51" y="29"/>
                    <a:pt x="74" y="29"/>
                  </a:cubicBezTo>
                  <a:cubicBezTo>
                    <a:pt x="521" y="29"/>
                    <a:pt x="521" y="29"/>
                    <a:pt x="521" y="29"/>
                  </a:cubicBezTo>
                  <a:cubicBezTo>
                    <a:pt x="546" y="29"/>
                    <a:pt x="565" y="49"/>
                    <a:pt x="565" y="74"/>
                  </a:cubicBezTo>
                  <a:cubicBezTo>
                    <a:pt x="565" y="148"/>
                    <a:pt x="565" y="148"/>
                    <a:pt x="565" y="148"/>
                  </a:cubicBezTo>
                  <a:cubicBezTo>
                    <a:pt x="30" y="148"/>
                    <a:pt x="30" y="148"/>
                    <a:pt x="30" y="148"/>
                  </a:cubicBezTo>
                  <a:cubicBezTo>
                    <a:pt x="30" y="179"/>
                    <a:pt x="30" y="179"/>
                    <a:pt x="30" y="179"/>
                  </a:cubicBezTo>
                  <a:cubicBezTo>
                    <a:pt x="565" y="179"/>
                    <a:pt x="565" y="179"/>
                    <a:pt x="565" y="179"/>
                  </a:cubicBezTo>
                  <a:cubicBezTo>
                    <a:pt x="565" y="611"/>
                    <a:pt x="565" y="611"/>
                    <a:pt x="565" y="611"/>
                  </a:cubicBezTo>
                  <a:cubicBezTo>
                    <a:pt x="565" y="618"/>
                    <a:pt x="560" y="625"/>
                    <a:pt x="553" y="625"/>
                  </a:cubicBezTo>
                  <a:cubicBezTo>
                    <a:pt x="44" y="625"/>
                    <a:pt x="44" y="625"/>
                    <a:pt x="44" y="625"/>
                  </a:cubicBezTo>
                  <a:cubicBezTo>
                    <a:pt x="37" y="625"/>
                    <a:pt x="30" y="618"/>
                    <a:pt x="30" y="611"/>
                  </a:cubicBezTo>
                  <a:lnTo>
                    <a:pt x="30"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5">
              <a:extLst>
                <a:ext uri="{FF2B5EF4-FFF2-40B4-BE49-F238E27FC236}">
                  <a16:creationId xmlns:a16="http://schemas.microsoft.com/office/drawing/2014/main" id="{B60328A1-D574-C9A5-7DDA-1E8129848C15}"/>
                </a:ext>
              </a:extLst>
            </p:cNvPr>
            <p:cNvSpPr>
              <a:spLocks noChangeArrowheads="1"/>
            </p:cNvSpPr>
            <p:nvPr/>
          </p:nvSpPr>
          <p:spPr bwMode="auto">
            <a:xfrm>
              <a:off x="7205663"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06">
              <a:extLst>
                <a:ext uri="{FF2B5EF4-FFF2-40B4-BE49-F238E27FC236}">
                  <a16:creationId xmlns:a16="http://schemas.microsoft.com/office/drawing/2014/main" id="{30C5054C-70E3-B27D-AEA5-BC548A2C44D7}"/>
                </a:ext>
              </a:extLst>
            </p:cNvPr>
            <p:cNvSpPr>
              <a:spLocks noChangeArrowheads="1"/>
            </p:cNvSpPr>
            <p:nvPr/>
          </p:nvSpPr>
          <p:spPr bwMode="auto">
            <a:xfrm>
              <a:off x="7334250"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07">
              <a:extLst>
                <a:ext uri="{FF2B5EF4-FFF2-40B4-BE49-F238E27FC236}">
                  <a16:creationId xmlns:a16="http://schemas.microsoft.com/office/drawing/2014/main" id="{BEE817F9-2DBE-E109-B48C-712D021C0473}"/>
                </a:ext>
              </a:extLst>
            </p:cNvPr>
            <p:cNvSpPr>
              <a:spLocks noChangeArrowheads="1"/>
            </p:cNvSpPr>
            <p:nvPr/>
          </p:nvSpPr>
          <p:spPr bwMode="auto">
            <a:xfrm>
              <a:off x="7291388" y="5873750"/>
              <a:ext cx="22225" cy="22225"/>
            </a:xfrm>
            <a:custGeom>
              <a:avLst/>
              <a:gdLst>
                <a:gd name="T0" fmla="*/ 29 w 60"/>
                <a:gd name="T1" fmla="*/ 60 h 61"/>
                <a:gd name="T2" fmla="*/ 29 w 60"/>
                <a:gd name="T3" fmla="*/ 60 h 61"/>
                <a:gd name="T4" fmla="*/ 59 w 60"/>
                <a:gd name="T5" fmla="*/ 30 h 61"/>
                <a:gd name="T6" fmla="*/ 29 w 60"/>
                <a:gd name="T7" fmla="*/ 0 h 61"/>
                <a:gd name="T8" fmla="*/ 0 w 60"/>
                <a:gd name="T9" fmla="*/ 30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30"/>
                  </a:cubicBezTo>
                  <a:cubicBezTo>
                    <a:pt x="59" y="14"/>
                    <a:pt x="46" y="0"/>
                    <a:pt x="29" y="0"/>
                  </a:cubicBezTo>
                  <a:cubicBezTo>
                    <a:pt x="13" y="0"/>
                    <a:pt x="0" y="14"/>
                    <a:pt x="0" y="30"/>
                  </a:cubicBezTo>
                  <a:cubicBezTo>
                    <a:pt x="0" y="46"/>
                    <a:pt x="13"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08">
              <a:extLst>
                <a:ext uri="{FF2B5EF4-FFF2-40B4-BE49-F238E27FC236}">
                  <a16:creationId xmlns:a16="http://schemas.microsoft.com/office/drawing/2014/main" id="{A68C9D3D-D902-BB32-E5A7-3259F56CBB53}"/>
                </a:ext>
              </a:extLst>
            </p:cNvPr>
            <p:cNvSpPr>
              <a:spLocks noChangeArrowheads="1"/>
            </p:cNvSpPr>
            <p:nvPr/>
          </p:nvSpPr>
          <p:spPr bwMode="auto">
            <a:xfrm>
              <a:off x="7248525" y="5873750"/>
              <a:ext cx="22225" cy="22225"/>
            </a:xfrm>
            <a:custGeom>
              <a:avLst/>
              <a:gdLst>
                <a:gd name="T0" fmla="*/ 31 w 61"/>
                <a:gd name="T1" fmla="*/ 60 h 61"/>
                <a:gd name="T2" fmla="*/ 31 w 61"/>
                <a:gd name="T3" fmla="*/ 60 h 61"/>
                <a:gd name="T4" fmla="*/ 60 w 61"/>
                <a:gd name="T5" fmla="*/ 30 h 61"/>
                <a:gd name="T6" fmla="*/ 31 w 61"/>
                <a:gd name="T7" fmla="*/ 0 h 61"/>
                <a:gd name="T8" fmla="*/ 0 w 61"/>
                <a:gd name="T9" fmla="*/ 30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30"/>
                  </a:cubicBezTo>
                  <a:cubicBezTo>
                    <a:pt x="60" y="14"/>
                    <a:pt x="46" y="0"/>
                    <a:pt x="31" y="0"/>
                  </a:cubicBezTo>
                  <a:cubicBezTo>
                    <a:pt x="14" y="0"/>
                    <a:pt x="0" y="14"/>
                    <a:pt x="0" y="30"/>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09">
              <a:extLst>
                <a:ext uri="{FF2B5EF4-FFF2-40B4-BE49-F238E27FC236}">
                  <a16:creationId xmlns:a16="http://schemas.microsoft.com/office/drawing/2014/main" id="{D3306F55-07B7-08A9-1CC6-37293105A5E0}"/>
                </a:ext>
              </a:extLst>
            </p:cNvPr>
            <p:cNvSpPr>
              <a:spLocks noChangeArrowheads="1"/>
            </p:cNvSpPr>
            <p:nvPr/>
          </p:nvSpPr>
          <p:spPr bwMode="auto">
            <a:xfrm>
              <a:off x="7205663" y="5937250"/>
              <a:ext cx="150812" cy="119063"/>
            </a:xfrm>
            <a:custGeom>
              <a:avLst/>
              <a:gdLst>
                <a:gd name="T0" fmla="*/ 44 w 418"/>
                <a:gd name="T1" fmla="*/ 328 h 329"/>
                <a:gd name="T2" fmla="*/ 44 w 418"/>
                <a:gd name="T3" fmla="*/ 328 h 329"/>
                <a:gd name="T4" fmla="*/ 372 w 418"/>
                <a:gd name="T5" fmla="*/ 328 h 329"/>
                <a:gd name="T6" fmla="*/ 417 w 418"/>
                <a:gd name="T7" fmla="*/ 283 h 329"/>
                <a:gd name="T8" fmla="*/ 417 w 418"/>
                <a:gd name="T9" fmla="*/ 45 h 329"/>
                <a:gd name="T10" fmla="*/ 372 w 418"/>
                <a:gd name="T11" fmla="*/ 0 h 329"/>
                <a:gd name="T12" fmla="*/ 44 w 418"/>
                <a:gd name="T13" fmla="*/ 0 h 329"/>
                <a:gd name="T14" fmla="*/ 0 w 418"/>
                <a:gd name="T15" fmla="*/ 45 h 329"/>
                <a:gd name="T16" fmla="*/ 0 w 418"/>
                <a:gd name="T17" fmla="*/ 283 h 329"/>
                <a:gd name="T18" fmla="*/ 44 w 418"/>
                <a:gd name="T19" fmla="*/ 328 h 329"/>
                <a:gd name="T20" fmla="*/ 29 w 418"/>
                <a:gd name="T21" fmla="*/ 45 h 329"/>
                <a:gd name="T22" fmla="*/ 29 w 418"/>
                <a:gd name="T23" fmla="*/ 45 h 329"/>
                <a:gd name="T24" fmla="*/ 44 w 418"/>
                <a:gd name="T25" fmla="*/ 31 h 329"/>
                <a:gd name="T26" fmla="*/ 372 w 418"/>
                <a:gd name="T27" fmla="*/ 31 h 329"/>
                <a:gd name="T28" fmla="*/ 386 w 418"/>
                <a:gd name="T29" fmla="*/ 45 h 329"/>
                <a:gd name="T30" fmla="*/ 386 w 418"/>
                <a:gd name="T31" fmla="*/ 283 h 329"/>
                <a:gd name="T32" fmla="*/ 372 w 418"/>
                <a:gd name="T33" fmla="*/ 299 h 329"/>
                <a:gd name="T34" fmla="*/ 44 w 418"/>
                <a:gd name="T35" fmla="*/ 299 h 329"/>
                <a:gd name="T36" fmla="*/ 29 w 418"/>
                <a:gd name="T37" fmla="*/ 283 h 329"/>
                <a:gd name="T38" fmla="*/ 29 w 418"/>
                <a:gd name="T39" fmla="*/ 45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8" h="329">
                  <a:moveTo>
                    <a:pt x="44" y="328"/>
                  </a:moveTo>
                  <a:lnTo>
                    <a:pt x="44" y="328"/>
                  </a:lnTo>
                  <a:cubicBezTo>
                    <a:pt x="372" y="328"/>
                    <a:pt x="372" y="328"/>
                    <a:pt x="372" y="328"/>
                  </a:cubicBezTo>
                  <a:cubicBezTo>
                    <a:pt x="396" y="328"/>
                    <a:pt x="417" y="308"/>
                    <a:pt x="417" y="283"/>
                  </a:cubicBezTo>
                  <a:cubicBezTo>
                    <a:pt x="417" y="45"/>
                    <a:pt x="417" y="45"/>
                    <a:pt x="417" y="45"/>
                  </a:cubicBezTo>
                  <a:cubicBezTo>
                    <a:pt x="417" y="21"/>
                    <a:pt x="396" y="0"/>
                    <a:pt x="372" y="0"/>
                  </a:cubicBezTo>
                  <a:cubicBezTo>
                    <a:pt x="44" y="0"/>
                    <a:pt x="44" y="0"/>
                    <a:pt x="44" y="0"/>
                  </a:cubicBezTo>
                  <a:cubicBezTo>
                    <a:pt x="19" y="0"/>
                    <a:pt x="0" y="21"/>
                    <a:pt x="0" y="45"/>
                  </a:cubicBezTo>
                  <a:cubicBezTo>
                    <a:pt x="0" y="283"/>
                    <a:pt x="0" y="283"/>
                    <a:pt x="0" y="283"/>
                  </a:cubicBezTo>
                  <a:cubicBezTo>
                    <a:pt x="0" y="308"/>
                    <a:pt x="19" y="328"/>
                    <a:pt x="44" y="328"/>
                  </a:cubicBezTo>
                  <a:close/>
                  <a:moveTo>
                    <a:pt x="29" y="45"/>
                  </a:moveTo>
                  <a:lnTo>
                    <a:pt x="29" y="45"/>
                  </a:lnTo>
                  <a:cubicBezTo>
                    <a:pt x="29" y="36"/>
                    <a:pt x="36" y="31"/>
                    <a:pt x="44" y="31"/>
                  </a:cubicBezTo>
                  <a:cubicBezTo>
                    <a:pt x="372" y="31"/>
                    <a:pt x="372" y="31"/>
                    <a:pt x="372" y="31"/>
                  </a:cubicBezTo>
                  <a:cubicBezTo>
                    <a:pt x="380" y="31"/>
                    <a:pt x="386" y="36"/>
                    <a:pt x="386" y="45"/>
                  </a:cubicBezTo>
                  <a:cubicBezTo>
                    <a:pt x="386" y="283"/>
                    <a:pt x="386" y="283"/>
                    <a:pt x="386" y="283"/>
                  </a:cubicBezTo>
                  <a:cubicBezTo>
                    <a:pt x="386" y="292"/>
                    <a:pt x="380" y="299"/>
                    <a:pt x="372" y="299"/>
                  </a:cubicBezTo>
                  <a:cubicBezTo>
                    <a:pt x="44" y="299"/>
                    <a:pt x="44" y="299"/>
                    <a:pt x="44" y="299"/>
                  </a:cubicBezTo>
                  <a:cubicBezTo>
                    <a:pt x="36" y="299"/>
                    <a:pt x="29" y="292"/>
                    <a:pt x="29" y="283"/>
                  </a:cubicBezTo>
                  <a:lnTo>
                    <a:pt x="29"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0">
              <a:extLst>
                <a:ext uri="{FF2B5EF4-FFF2-40B4-BE49-F238E27FC236}">
                  <a16:creationId xmlns:a16="http://schemas.microsoft.com/office/drawing/2014/main" id="{4325C692-30FC-80A1-34FB-8396BFFF072D}"/>
                </a:ext>
              </a:extLst>
            </p:cNvPr>
            <p:cNvSpPr>
              <a:spLocks noChangeArrowheads="1"/>
            </p:cNvSpPr>
            <p:nvPr/>
          </p:nvSpPr>
          <p:spPr bwMode="auto">
            <a:xfrm>
              <a:off x="7215188"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4" y="29"/>
                    <a:pt x="89" y="24"/>
                    <a:pt x="89" y="15"/>
                  </a:cubicBezTo>
                  <a:cubicBezTo>
                    <a:pt x="89" y="7"/>
                    <a:pt x="84"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1">
              <a:extLst>
                <a:ext uri="{FF2B5EF4-FFF2-40B4-BE49-F238E27FC236}">
                  <a16:creationId xmlns:a16="http://schemas.microsoft.com/office/drawing/2014/main" id="{AA0598B5-ACA9-D8AB-4DF7-4BDF5D85B65A}"/>
                </a:ext>
              </a:extLst>
            </p:cNvPr>
            <p:cNvSpPr>
              <a:spLocks noChangeArrowheads="1"/>
            </p:cNvSpPr>
            <p:nvPr/>
          </p:nvSpPr>
          <p:spPr bwMode="auto">
            <a:xfrm>
              <a:off x="7312025"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3" y="29"/>
                    <a:pt x="89" y="24"/>
                    <a:pt x="89" y="15"/>
                  </a:cubicBezTo>
                  <a:cubicBezTo>
                    <a:pt x="89" y="7"/>
                    <a:pt x="83"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2" name="Group 265">
            <a:extLst>
              <a:ext uri="{FF2B5EF4-FFF2-40B4-BE49-F238E27FC236}">
                <a16:creationId xmlns:a16="http://schemas.microsoft.com/office/drawing/2014/main" id="{FDC8C7C8-41E4-2627-B8DA-9E1361511A49}"/>
              </a:ext>
            </a:extLst>
          </p:cNvPr>
          <p:cNvGrpSpPr/>
          <p:nvPr/>
        </p:nvGrpSpPr>
        <p:grpSpPr>
          <a:xfrm>
            <a:off x="8814469" y="3552726"/>
            <a:ext cx="1560512" cy="139700"/>
            <a:chOff x="7786688" y="3890963"/>
            <a:chExt cx="1560512" cy="139700"/>
          </a:xfrm>
          <a:solidFill>
            <a:schemeClr val="tx2"/>
          </a:solidFill>
        </p:grpSpPr>
        <p:sp>
          <p:nvSpPr>
            <p:cNvPr id="263" name="Freeform 212">
              <a:extLst>
                <a:ext uri="{FF2B5EF4-FFF2-40B4-BE49-F238E27FC236}">
                  <a16:creationId xmlns:a16="http://schemas.microsoft.com/office/drawing/2014/main" id="{BAA59FCB-DA24-4232-A295-83793C9E3DA1}"/>
                </a:ext>
              </a:extLst>
            </p:cNvPr>
            <p:cNvSpPr>
              <a:spLocks noChangeArrowheads="1"/>
            </p:cNvSpPr>
            <p:nvPr/>
          </p:nvSpPr>
          <p:spPr bwMode="auto">
            <a:xfrm>
              <a:off x="7786688" y="3892550"/>
              <a:ext cx="98425" cy="134938"/>
            </a:xfrm>
            <a:custGeom>
              <a:avLst/>
              <a:gdLst>
                <a:gd name="T0" fmla="*/ 239 w 275"/>
                <a:gd name="T1" fmla="*/ 169 h 376"/>
                <a:gd name="T2" fmla="*/ 34 w 275"/>
                <a:gd name="T3" fmla="*/ 169 h 376"/>
                <a:gd name="T4" fmla="*/ 34 w 275"/>
                <a:gd name="T5" fmla="*/ 0 h 376"/>
                <a:gd name="T6" fmla="*/ 0 w 275"/>
                <a:gd name="T7" fmla="*/ 0 h 376"/>
                <a:gd name="T8" fmla="*/ 0 w 275"/>
                <a:gd name="T9" fmla="*/ 375 h 376"/>
                <a:gd name="T10" fmla="*/ 34 w 275"/>
                <a:gd name="T11" fmla="*/ 375 h 376"/>
                <a:gd name="T12" fmla="*/ 34 w 275"/>
                <a:gd name="T13" fmla="*/ 199 h 376"/>
                <a:gd name="T14" fmla="*/ 239 w 275"/>
                <a:gd name="T15" fmla="*/ 199 h 376"/>
                <a:gd name="T16" fmla="*/ 239 w 275"/>
                <a:gd name="T17" fmla="*/ 375 h 376"/>
                <a:gd name="T18" fmla="*/ 274 w 275"/>
                <a:gd name="T19" fmla="*/ 375 h 376"/>
                <a:gd name="T20" fmla="*/ 274 w 275"/>
                <a:gd name="T21" fmla="*/ 0 h 376"/>
                <a:gd name="T22" fmla="*/ 239 w 275"/>
                <a:gd name="T23" fmla="*/ 0 h 376"/>
                <a:gd name="T24" fmla="*/ 239 w 275"/>
                <a:gd name="T25" fmla="*/ 16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239" y="169"/>
                  </a:moveTo>
                  <a:lnTo>
                    <a:pt x="34" y="169"/>
                  </a:lnTo>
                  <a:lnTo>
                    <a:pt x="34" y="0"/>
                  </a:lnTo>
                  <a:lnTo>
                    <a:pt x="0" y="0"/>
                  </a:lnTo>
                  <a:lnTo>
                    <a:pt x="0" y="375"/>
                  </a:lnTo>
                  <a:lnTo>
                    <a:pt x="34" y="375"/>
                  </a:lnTo>
                  <a:lnTo>
                    <a:pt x="34" y="199"/>
                  </a:lnTo>
                  <a:lnTo>
                    <a:pt x="239" y="199"/>
                  </a:lnTo>
                  <a:lnTo>
                    <a:pt x="239" y="375"/>
                  </a:lnTo>
                  <a:lnTo>
                    <a:pt x="274" y="375"/>
                  </a:lnTo>
                  <a:lnTo>
                    <a:pt x="274" y="0"/>
                  </a:lnTo>
                  <a:lnTo>
                    <a:pt x="239" y="0"/>
                  </a:lnTo>
                  <a:lnTo>
                    <a:pt x="239" y="16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4" name="Freeform 213">
              <a:extLst>
                <a:ext uri="{FF2B5EF4-FFF2-40B4-BE49-F238E27FC236}">
                  <a16:creationId xmlns:a16="http://schemas.microsoft.com/office/drawing/2014/main" id="{14126097-EADB-41DD-6A6C-B6ED2EE5710D}"/>
                </a:ext>
              </a:extLst>
            </p:cNvPr>
            <p:cNvSpPr>
              <a:spLocks noChangeArrowheads="1"/>
            </p:cNvSpPr>
            <p:nvPr/>
          </p:nvSpPr>
          <p:spPr bwMode="auto">
            <a:xfrm>
              <a:off x="7912100" y="3890963"/>
              <a:ext cx="127000" cy="139700"/>
            </a:xfrm>
            <a:custGeom>
              <a:avLst/>
              <a:gdLst>
                <a:gd name="T0" fmla="*/ 306 w 353"/>
                <a:gd name="T1" fmla="*/ 53 h 389"/>
                <a:gd name="T2" fmla="*/ 306 w 353"/>
                <a:gd name="T3" fmla="*/ 53 h 389"/>
                <a:gd name="T4" fmla="*/ 252 w 353"/>
                <a:gd name="T5" fmla="*/ 14 h 389"/>
                <a:gd name="T6" fmla="*/ 181 w 353"/>
                <a:gd name="T7" fmla="*/ 0 h 389"/>
                <a:gd name="T8" fmla="*/ 104 w 353"/>
                <a:gd name="T9" fmla="*/ 14 h 389"/>
                <a:gd name="T10" fmla="*/ 47 w 353"/>
                <a:gd name="T11" fmla="*/ 55 h 389"/>
                <a:gd name="T12" fmla="*/ 11 w 353"/>
                <a:gd name="T13" fmla="*/ 118 h 389"/>
                <a:gd name="T14" fmla="*/ 0 w 353"/>
                <a:gd name="T15" fmla="*/ 197 h 389"/>
                <a:gd name="T16" fmla="*/ 11 w 353"/>
                <a:gd name="T17" fmla="*/ 272 h 389"/>
                <a:gd name="T18" fmla="*/ 46 w 353"/>
                <a:gd name="T19" fmla="*/ 332 h 389"/>
                <a:gd name="T20" fmla="*/ 101 w 353"/>
                <a:gd name="T21" fmla="*/ 373 h 389"/>
                <a:gd name="T22" fmla="*/ 174 w 353"/>
                <a:gd name="T23" fmla="*/ 388 h 389"/>
                <a:gd name="T24" fmla="*/ 251 w 353"/>
                <a:gd name="T25" fmla="*/ 373 h 389"/>
                <a:gd name="T26" fmla="*/ 306 w 353"/>
                <a:gd name="T27" fmla="*/ 331 h 389"/>
                <a:gd name="T28" fmla="*/ 340 w 353"/>
                <a:gd name="T29" fmla="*/ 267 h 389"/>
                <a:gd name="T30" fmla="*/ 352 w 353"/>
                <a:gd name="T31" fmla="*/ 189 h 389"/>
                <a:gd name="T32" fmla="*/ 340 w 353"/>
                <a:gd name="T33" fmla="*/ 113 h 389"/>
                <a:gd name="T34" fmla="*/ 306 w 353"/>
                <a:gd name="T35" fmla="*/ 53 h 389"/>
                <a:gd name="T36" fmla="*/ 306 w 353"/>
                <a:gd name="T37" fmla="*/ 258 h 389"/>
                <a:gd name="T38" fmla="*/ 306 w 353"/>
                <a:gd name="T39" fmla="*/ 258 h 389"/>
                <a:gd name="T40" fmla="*/ 280 w 353"/>
                <a:gd name="T41" fmla="*/ 310 h 389"/>
                <a:gd name="T42" fmla="*/ 235 w 353"/>
                <a:gd name="T43" fmla="*/ 344 h 389"/>
                <a:gd name="T44" fmla="*/ 174 w 353"/>
                <a:gd name="T45" fmla="*/ 356 h 389"/>
                <a:gd name="T46" fmla="*/ 113 w 353"/>
                <a:gd name="T47" fmla="*/ 342 h 389"/>
                <a:gd name="T48" fmla="*/ 69 w 353"/>
                <a:gd name="T49" fmla="*/ 307 h 389"/>
                <a:gd name="T50" fmla="*/ 44 w 353"/>
                <a:gd name="T51" fmla="*/ 256 h 389"/>
                <a:gd name="T52" fmla="*/ 36 w 353"/>
                <a:gd name="T53" fmla="*/ 194 h 389"/>
                <a:gd name="T54" fmla="*/ 46 w 353"/>
                <a:gd name="T55" fmla="*/ 132 h 389"/>
                <a:gd name="T56" fmla="*/ 72 w 353"/>
                <a:gd name="T57" fmla="*/ 80 h 389"/>
                <a:gd name="T58" fmla="*/ 117 w 353"/>
                <a:gd name="T59" fmla="*/ 44 h 389"/>
                <a:gd name="T60" fmla="*/ 177 w 353"/>
                <a:gd name="T61" fmla="*/ 31 h 389"/>
                <a:gd name="T62" fmla="*/ 240 w 353"/>
                <a:gd name="T63" fmla="*/ 44 h 389"/>
                <a:gd name="T64" fmla="*/ 283 w 353"/>
                <a:gd name="T65" fmla="*/ 80 h 389"/>
                <a:gd name="T66" fmla="*/ 308 w 353"/>
                <a:gd name="T67" fmla="*/ 132 h 389"/>
                <a:gd name="T68" fmla="*/ 316 w 353"/>
                <a:gd name="T69" fmla="*/ 193 h 389"/>
                <a:gd name="T70" fmla="*/ 306 w 353"/>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3" h="389">
                  <a:moveTo>
                    <a:pt x="306" y="53"/>
                  </a:moveTo>
                  <a:lnTo>
                    <a:pt x="306" y="53"/>
                  </a:lnTo>
                  <a:cubicBezTo>
                    <a:pt x="291" y="37"/>
                    <a:pt x="273" y="24"/>
                    <a:pt x="252" y="14"/>
                  </a:cubicBezTo>
                  <a:cubicBezTo>
                    <a:pt x="231" y="5"/>
                    <a:pt x="207" y="0"/>
                    <a:pt x="181" y="0"/>
                  </a:cubicBezTo>
                  <a:cubicBezTo>
                    <a:pt x="152" y="0"/>
                    <a:pt x="127" y="5"/>
                    <a:pt x="104" y="14"/>
                  </a:cubicBezTo>
                  <a:cubicBezTo>
                    <a:pt x="82" y="24"/>
                    <a:pt x="62" y="38"/>
                    <a:pt x="47" y="55"/>
                  </a:cubicBezTo>
                  <a:cubicBezTo>
                    <a:pt x="32" y="72"/>
                    <a:pt x="19" y="93"/>
                    <a:pt x="11" y="118"/>
                  </a:cubicBezTo>
                  <a:cubicBezTo>
                    <a:pt x="4" y="141"/>
                    <a:pt x="0" y="168"/>
                    <a:pt x="0" y="197"/>
                  </a:cubicBezTo>
                  <a:cubicBezTo>
                    <a:pt x="0" y="224"/>
                    <a:pt x="4" y="249"/>
                    <a:pt x="11" y="272"/>
                  </a:cubicBezTo>
                  <a:cubicBezTo>
                    <a:pt x="19" y="295"/>
                    <a:pt x="32" y="316"/>
                    <a:pt x="46" y="332"/>
                  </a:cubicBezTo>
                  <a:cubicBezTo>
                    <a:pt x="61" y="349"/>
                    <a:pt x="79" y="363"/>
                    <a:pt x="101" y="373"/>
                  </a:cubicBezTo>
                  <a:cubicBezTo>
                    <a:pt x="122" y="383"/>
                    <a:pt x="147" y="388"/>
                    <a:pt x="174" y="388"/>
                  </a:cubicBezTo>
                  <a:cubicBezTo>
                    <a:pt x="203" y="388"/>
                    <a:pt x="228" y="383"/>
                    <a:pt x="251" y="373"/>
                  </a:cubicBezTo>
                  <a:cubicBezTo>
                    <a:pt x="273" y="362"/>
                    <a:pt x="291" y="348"/>
                    <a:pt x="306" y="331"/>
                  </a:cubicBezTo>
                  <a:cubicBezTo>
                    <a:pt x="322" y="313"/>
                    <a:pt x="333" y="292"/>
                    <a:pt x="340" y="267"/>
                  </a:cubicBezTo>
                  <a:cubicBezTo>
                    <a:pt x="348" y="243"/>
                    <a:pt x="352" y="217"/>
                    <a:pt x="352" y="189"/>
                  </a:cubicBezTo>
                  <a:cubicBezTo>
                    <a:pt x="352" y="161"/>
                    <a:pt x="348" y="136"/>
                    <a:pt x="340" y="113"/>
                  </a:cubicBezTo>
                  <a:cubicBezTo>
                    <a:pt x="332" y="90"/>
                    <a:pt x="320" y="70"/>
                    <a:pt x="306" y="53"/>
                  </a:cubicBezTo>
                  <a:close/>
                  <a:moveTo>
                    <a:pt x="306" y="258"/>
                  </a:moveTo>
                  <a:lnTo>
                    <a:pt x="306" y="258"/>
                  </a:lnTo>
                  <a:cubicBezTo>
                    <a:pt x="301" y="278"/>
                    <a:pt x="291" y="296"/>
                    <a:pt x="280" y="310"/>
                  </a:cubicBezTo>
                  <a:cubicBezTo>
                    <a:pt x="267" y="324"/>
                    <a:pt x="253" y="335"/>
                    <a:pt x="235" y="344"/>
                  </a:cubicBezTo>
                  <a:cubicBezTo>
                    <a:pt x="217" y="352"/>
                    <a:pt x="198" y="356"/>
                    <a:pt x="174" y="356"/>
                  </a:cubicBezTo>
                  <a:cubicBezTo>
                    <a:pt x="150" y="356"/>
                    <a:pt x="131" y="352"/>
                    <a:pt x="113" y="342"/>
                  </a:cubicBezTo>
                  <a:cubicBezTo>
                    <a:pt x="96" y="334"/>
                    <a:pt x="81" y="321"/>
                    <a:pt x="69" y="307"/>
                  </a:cubicBezTo>
                  <a:cubicBezTo>
                    <a:pt x="58" y="292"/>
                    <a:pt x="50" y="275"/>
                    <a:pt x="44" y="256"/>
                  </a:cubicBezTo>
                  <a:cubicBezTo>
                    <a:pt x="39" y="236"/>
                    <a:pt x="36" y="215"/>
                    <a:pt x="36" y="194"/>
                  </a:cubicBezTo>
                  <a:cubicBezTo>
                    <a:pt x="36" y="172"/>
                    <a:pt x="39" y="151"/>
                    <a:pt x="46" y="132"/>
                  </a:cubicBezTo>
                  <a:cubicBezTo>
                    <a:pt x="51" y="112"/>
                    <a:pt x="61" y="94"/>
                    <a:pt x="72" y="80"/>
                  </a:cubicBezTo>
                  <a:cubicBezTo>
                    <a:pt x="85" y="65"/>
                    <a:pt x="99" y="53"/>
                    <a:pt x="117" y="44"/>
                  </a:cubicBezTo>
                  <a:cubicBezTo>
                    <a:pt x="135" y="35"/>
                    <a:pt x="154" y="31"/>
                    <a:pt x="177" y="31"/>
                  </a:cubicBezTo>
                  <a:cubicBezTo>
                    <a:pt x="202" y="31"/>
                    <a:pt x="223" y="35"/>
                    <a:pt x="240" y="44"/>
                  </a:cubicBezTo>
                  <a:cubicBezTo>
                    <a:pt x="258" y="53"/>
                    <a:pt x="272" y="65"/>
                    <a:pt x="283" y="80"/>
                  </a:cubicBezTo>
                  <a:cubicBezTo>
                    <a:pt x="294" y="94"/>
                    <a:pt x="302" y="112"/>
                    <a:pt x="308" y="132"/>
                  </a:cubicBezTo>
                  <a:cubicBezTo>
                    <a:pt x="313" y="151"/>
                    <a:pt x="316" y="172"/>
                    <a:pt x="316" y="193"/>
                  </a:cubicBezTo>
                  <a:cubicBezTo>
                    <a:pt x="316" y="217"/>
                    <a:pt x="312" y="239"/>
                    <a:pt x="306"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5" name="Freeform 214">
              <a:extLst>
                <a:ext uri="{FF2B5EF4-FFF2-40B4-BE49-F238E27FC236}">
                  <a16:creationId xmlns:a16="http://schemas.microsoft.com/office/drawing/2014/main" id="{BE3B2325-5A9A-0C19-5ADD-756EC1814E05}"/>
                </a:ext>
              </a:extLst>
            </p:cNvPr>
            <p:cNvSpPr>
              <a:spLocks noChangeArrowheads="1"/>
            </p:cNvSpPr>
            <p:nvPr/>
          </p:nvSpPr>
          <p:spPr bwMode="auto">
            <a:xfrm>
              <a:off x="8045450" y="3892550"/>
              <a:ext cx="90488"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6" name="Freeform 215">
              <a:extLst>
                <a:ext uri="{FF2B5EF4-FFF2-40B4-BE49-F238E27FC236}">
                  <a16:creationId xmlns:a16="http://schemas.microsoft.com/office/drawing/2014/main" id="{F78B0D25-F038-32F4-CF21-2F129C341097}"/>
                </a:ext>
              </a:extLst>
            </p:cNvPr>
            <p:cNvSpPr>
              <a:spLocks noChangeArrowheads="1"/>
            </p:cNvSpPr>
            <p:nvPr/>
          </p:nvSpPr>
          <p:spPr bwMode="auto">
            <a:xfrm>
              <a:off x="8158163" y="3892550"/>
              <a:ext cx="69850" cy="134938"/>
            </a:xfrm>
            <a:custGeom>
              <a:avLst/>
              <a:gdLst>
                <a:gd name="T0" fmla="*/ 191 w 192"/>
                <a:gd name="T1" fmla="*/ 343 h 376"/>
                <a:gd name="T2" fmla="*/ 35 w 192"/>
                <a:gd name="T3" fmla="*/ 343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2" y="201"/>
                  </a:lnTo>
                  <a:lnTo>
                    <a:pt x="172"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6">
              <a:extLst>
                <a:ext uri="{FF2B5EF4-FFF2-40B4-BE49-F238E27FC236}">
                  <a16:creationId xmlns:a16="http://schemas.microsoft.com/office/drawing/2014/main" id="{0FE07540-0708-5B78-2517-07F36D3D8CF7}"/>
                </a:ext>
              </a:extLst>
            </p:cNvPr>
            <p:cNvSpPr>
              <a:spLocks noChangeArrowheads="1"/>
            </p:cNvSpPr>
            <p:nvPr/>
          </p:nvSpPr>
          <p:spPr bwMode="auto">
            <a:xfrm>
              <a:off x="8255000" y="3892550"/>
              <a:ext cx="66675" cy="134938"/>
            </a:xfrm>
            <a:custGeom>
              <a:avLst/>
              <a:gdLst>
                <a:gd name="T0" fmla="*/ 0 w 187"/>
                <a:gd name="T1" fmla="*/ 0 h 376"/>
                <a:gd name="T2" fmla="*/ 0 w 187"/>
                <a:gd name="T3" fmla="*/ 375 h 376"/>
                <a:gd name="T4" fmla="*/ 186 w 187"/>
                <a:gd name="T5" fmla="*/ 375 h 376"/>
                <a:gd name="T6" fmla="*/ 186 w 187"/>
                <a:gd name="T7" fmla="*/ 343 h 376"/>
                <a:gd name="T8" fmla="*/ 35 w 187"/>
                <a:gd name="T9" fmla="*/ 343 h 376"/>
                <a:gd name="T10" fmla="*/ 35 w 187"/>
                <a:gd name="T11" fmla="*/ 0 h 376"/>
                <a:gd name="T12" fmla="*/ 0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0" y="0"/>
                  </a:moveTo>
                  <a:lnTo>
                    <a:pt x="0" y="375"/>
                  </a:lnTo>
                  <a:lnTo>
                    <a:pt x="186" y="375"/>
                  </a:lnTo>
                  <a:lnTo>
                    <a:pt x="186" y="343"/>
                  </a:lnTo>
                  <a:lnTo>
                    <a:pt x="35" y="343"/>
                  </a:lnTo>
                  <a:lnTo>
                    <a:pt x="35"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7">
              <a:extLst>
                <a:ext uri="{FF2B5EF4-FFF2-40B4-BE49-F238E27FC236}">
                  <a16:creationId xmlns:a16="http://schemas.microsoft.com/office/drawing/2014/main" id="{2850A258-0975-0FF6-3BF2-2C6CA00EEB75}"/>
                </a:ext>
              </a:extLst>
            </p:cNvPr>
            <p:cNvSpPr>
              <a:spLocks noChangeArrowheads="1"/>
            </p:cNvSpPr>
            <p:nvPr/>
          </p:nvSpPr>
          <p:spPr bwMode="auto">
            <a:xfrm>
              <a:off x="8396288" y="389255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18">
              <a:extLst>
                <a:ext uri="{FF2B5EF4-FFF2-40B4-BE49-F238E27FC236}">
                  <a16:creationId xmlns:a16="http://schemas.microsoft.com/office/drawing/2014/main" id="{F442BA58-0BE0-D003-0631-78BEF388F594}"/>
                </a:ext>
              </a:extLst>
            </p:cNvPr>
            <p:cNvSpPr>
              <a:spLocks noChangeArrowheads="1"/>
            </p:cNvSpPr>
            <p:nvPr/>
          </p:nvSpPr>
          <p:spPr bwMode="auto">
            <a:xfrm>
              <a:off x="8486775"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19">
              <a:extLst>
                <a:ext uri="{FF2B5EF4-FFF2-40B4-BE49-F238E27FC236}">
                  <a16:creationId xmlns:a16="http://schemas.microsoft.com/office/drawing/2014/main" id="{472BEE70-C2A4-EC78-52DF-CBBE63EDC7D6}"/>
                </a:ext>
              </a:extLst>
            </p:cNvPr>
            <p:cNvSpPr>
              <a:spLocks noChangeArrowheads="1"/>
            </p:cNvSpPr>
            <p:nvPr/>
          </p:nvSpPr>
          <p:spPr bwMode="auto">
            <a:xfrm>
              <a:off x="8534400" y="3892550"/>
              <a:ext cx="106363"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8 w 294"/>
                <a:gd name="T15" fmla="*/ 0 h 376"/>
                <a:gd name="T16" fmla="*/ 0 w 294"/>
                <a:gd name="T17" fmla="*/ 0 h 376"/>
                <a:gd name="T18" fmla="*/ 0 w 294"/>
                <a:gd name="T19" fmla="*/ 375 h 376"/>
                <a:gd name="T20" fmla="*/ 35 w 294"/>
                <a:gd name="T21" fmla="*/ 375 h 376"/>
                <a:gd name="T22" fmla="*/ 35 w 294"/>
                <a:gd name="T23" fmla="*/ 85 h 376"/>
                <a:gd name="T24" fmla="*/ 34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58" y="310"/>
                    <a:pt x="260" y="317"/>
                    <a:pt x="260"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4" y="64"/>
                  </a:cubicBezTo>
                  <a:cubicBezTo>
                    <a:pt x="34" y="59"/>
                    <a:pt x="34" y="53"/>
                    <a:pt x="34" y="50"/>
                  </a:cubicBezTo>
                  <a:cubicBezTo>
                    <a:pt x="35" y="50"/>
                    <a:pt x="35" y="50"/>
                    <a:pt x="35" y="50"/>
                  </a:cubicBezTo>
                  <a:cubicBezTo>
                    <a:pt x="36" y="54"/>
                    <a:pt x="38"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0">
              <a:extLst>
                <a:ext uri="{FF2B5EF4-FFF2-40B4-BE49-F238E27FC236}">
                  <a16:creationId xmlns:a16="http://schemas.microsoft.com/office/drawing/2014/main" id="{5772EC32-B9B4-3C0E-10DA-9505DA3F4732}"/>
                </a:ext>
              </a:extLst>
            </p:cNvPr>
            <p:cNvSpPr>
              <a:spLocks noChangeArrowheads="1"/>
            </p:cNvSpPr>
            <p:nvPr/>
          </p:nvSpPr>
          <p:spPr bwMode="auto">
            <a:xfrm>
              <a:off x="8675688" y="389255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1">
              <a:extLst>
                <a:ext uri="{FF2B5EF4-FFF2-40B4-BE49-F238E27FC236}">
                  <a16:creationId xmlns:a16="http://schemas.microsoft.com/office/drawing/2014/main" id="{D3493203-E759-D190-F83E-6D0B6C88576B}"/>
                </a:ext>
              </a:extLst>
            </p:cNvPr>
            <p:cNvSpPr>
              <a:spLocks noChangeArrowheads="1"/>
            </p:cNvSpPr>
            <p:nvPr/>
          </p:nvSpPr>
          <p:spPr bwMode="auto">
            <a:xfrm>
              <a:off x="8824913"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3" name="Freeform 222">
              <a:extLst>
                <a:ext uri="{FF2B5EF4-FFF2-40B4-BE49-F238E27FC236}">
                  <a16:creationId xmlns:a16="http://schemas.microsoft.com/office/drawing/2014/main" id="{020EF265-07F0-1766-8832-617823672023}"/>
                </a:ext>
              </a:extLst>
            </p:cNvPr>
            <p:cNvSpPr>
              <a:spLocks noChangeArrowheads="1"/>
            </p:cNvSpPr>
            <p:nvPr/>
          </p:nvSpPr>
          <p:spPr bwMode="auto">
            <a:xfrm>
              <a:off x="8864600" y="3890963"/>
              <a:ext cx="100013" cy="139700"/>
            </a:xfrm>
            <a:custGeom>
              <a:avLst/>
              <a:gdLst>
                <a:gd name="T0" fmla="*/ 111 w 276"/>
                <a:gd name="T1" fmla="*/ 16 h 389"/>
                <a:gd name="T2" fmla="*/ 111 w 276"/>
                <a:gd name="T3" fmla="*/ 16 h 389"/>
                <a:gd name="T4" fmla="*/ 51 w 276"/>
                <a:gd name="T5" fmla="*/ 58 h 389"/>
                <a:gd name="T6" fmla="*/ 13 w 276"/>
                <a:gd name="T7" fmla="*/ 122 h 389"/>
                <a:gd name="T8" fmla="*/ 0 w 276"/>
                <a:gd name="T9" fmla="*/ 201 h 389"/>
                <a:gd name="T10" fmla="*/ 13 w 276"/>
                <a:gd name="T11" fmla="*/ 275 h 389"/>
                <a:gd name="T12" fmla="*/ 48 w 276"/>
                <a:gd name="T13" fmla="*/ 335 h 389"/>
                <a:gd name="T14" fmla="*/ 104 w 276"/>
                <a:gd name="T15" fmla="*/ 374 h 389"/>
                <a:gd name="T16" fmla="*/ 175 w 276"/>
                <a:gd name="T17" fmla="*/ 388 h 389"/>
                <a:gd name="T18" fmla="*/ 275 w 276"/>
                <a:gd name="T19" fmla="*/ 367 h 389"/>
                <a:gd name="T20" fmla="*/ 275 w 276"/>
                <a:gd name="T21" fmla="*/ 334 h 389"/>
                <a:gd name="T22" fmla="*/ 179 w 276"/>
                <a:gd name="T23" fmla="*/ 356 h 389"/>
                <a:gd name="T24" fmla="*/ 118 w 276"/>
                <a:gd name="T25" fmla="*/ 344 h 389"/>
                <a:gd name="T26" fmla="*/ 73 w 276"/>
                <a:gd name="T27" fmla="*/ 310 h 389"/>
                <a:gd name="T28" fmla="*/ 45 w 276"/>
                <a:gd name="T29" fmla="*/ 260 h 389"/>
                <a:gd name="T30" fmla="*/ 37 w 276"/>
                <a:gd name="T31" fmla="*/ 199 h 389"/>
                <a:gd name="T32" fmla="*/ 46 w 276"/>
                <a:gd name="T33" fmla="*/ 132 h 389"/>
                <a:gd name="T34" fmla="*/ 76 w 276"/>
                <a:gd name="T35" fmla="*/ 79 h 389"/>
                <a:gd name="T36" fmla="*/ 125 w 276"/>
                <a:gd name="T37" fmla="*/ 44 h 389"/>
                <a:gd name="T38" fmla="*/ 189 w 276"/>
                <a:gd name="T39" fmla="*/ 31 h 389"/>
                <a:gd name="T40" fmla="*/ 275 w 276"/>
                <a:gd name="T41" fmla="*/ 52 h 389"/>
                <a:gd name="T42" fmla="*/ 275 w 276"/>
                <a:gd name="T43" fmla="*/ 14 h 389"/>
                <a:gd name="T44" fmla="*/ 189 w 276"/>
                <a:gd name="T45" fmla="*/ 0 h 389"/>
                <a:gd name="T46" fmla="*/ 111 w 276"/>
                <a:gd name="T47" fmla="*/ 16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111" y="16"/>
                  </a:moveTo>
                  <a:lnTo>
                    <a:pt x="111" y="16"/>
                  </a:lnTo>
                  <a:cubicBezTo>
                    <a:pt x="87" y="26"/>
                    <a:pt x="67" y="40"/>
                    <a:pt x="51" y="58"/>
                  </a:cubicBezTo>
                  <a:cubicBezTo>
                    <a:pt x="35" y="76"/>
                    <a:pt x="23" y="97"/>
                    <a:pt x="13" y="122"/>
                  </a:cubicBezTo>
                  <a:cubicBezTo>
                    <a:pt x="5" y="146"/>
                    <a:pt x="0" y="172"/>
                    <a:pt x="0" y="201"/>
                  </a:cubicBezTo>
                  <a:cubicBezTo>
                    <a:pt x="0" y="228"/>
                    <a:pt x="5" y="253"/>
                    <a:pt x="13" y="275"/>
                  </a:cubicBezTo>
                  <a:cubicBezTo>
                    <a:pt x="21" y="299"/>
                    <a:pt x="33" y="318"/>
                    <a:pt x="48" y="335"/>
                  </a:cubicBezTo>
                  <a:cubicBezTo>
                    <a:pt x="63" y="352"/>
                    <a:pt x="81" y="364"/>
                    <a:pt x="104" y="374"/>
                  </a:cubicBezTo>
                  <a:cubicBezTo>
                    <a:pt x="125" y="383"/>
                    <a:pt x="148" y="388"/>
                    <a:pt x="175" y="388"/>
                  </a:cubicBezTo>
                  <a:cubicBezTo>
                    <a:pt x="212" y="388"/>
                    <a:pt x="246" y="381"/>
                    <a:pt x="275" y="367"/>
                  </a:cubicBezTo>
                  <a:cubicBezTo>
                    <a:pt x="275" y="334"/>
                    <a:pt x="275" y="334"/>
                    <a:pt x="275" y="334"/>
                  </a:cubicBezTo>
                  <a:cubicBezTo>
                    <a:pt x="247" y="348"/>
                    <a:pt x="215" y="356"/>
                    <a:pt x="179" y="356"/>
                  </a:cubicBezTo>
                  <a:cubicBezTo>
                    <a:pt x="155" y="356"/>
                    <a:pt x="136" y="352"/>
                    <a:pt x="118" y="344"/>
                  </a:cubicBezTo>
                  <a:cubicBezTo>
                    <a:pt x="99" y="335"/>
                    <a:pt x="84" y="324"/>
                    <a:pt x="73" y="310"/>
                  </a:cubicBezTo>
                  <a:cubicBezTo>
                    <a:pt x="60" y="295"/>
                    <a:pt x="52" y="278"/>
                    <a:pt x="45" y="260"/>
                  </a:cubicBezTo>
                  <a:cubicBezTo>
                    <a:pt x="39" y="240"/>
                    <a:pt x="37" y="219"/>
                    <a:pt x="37" y="199"/>
                  </a:cubicBezTo>
                  <a:cubicBezTo>
                    <a:pt x="37" y="175"/>
                    <a:pt x="39" y="152"/>
                    <a:pt x="46" y="132"/>
                  </a:cubicBezTo>
                  <a:cubicBezTo>
                    <a:pt x="53" y="112"/>
                    <a:pt x="63" y="94"/>
                    <a:pt x="76" y="79"/>
                  </a:cubicBezTo>
                  <a:cubicBezTo>
                    <a:pt x="90" y="65"/>
                    <a:pt x="105" y="52"/>
                    <a:pt x="125" y="44"/>
                  </a:cubicBezTo>
                  <a:cubicBezTo>
                    <a:pt x="143" y="35"/>
                    <a:pt x="164" y="31"/>
                    <a:pt x="189" y="31"/>
                  </a:cubicBezTo>
                  <a:cubicBezTo>
                    <a:pt x="219" y="31"/>
                    <a:pt x="247" y="38"/>
                    <a:pt x="275" y="52"/>
                  </a:cubicBezTo>
                  <a:cubicBezTo>
                    <a:pt x="275" y="14"/>
                    <a:pt x="275" y="14"/>
                    <a:pt x="275" y="14"/>
                  </a:cubicBezTo>
                  <a:cubicBezTo>
                    <a:pt x="250" y="5"/>
                    <a:pt x="221" y="0"/>
                    <a:pt x="189" y="0"/>
                  </a:cubicBezTo>
                  <a:cubicBezTo>
                    <a:pt x="159" y="0"/>
                    <a:pt x="134" y="5"/>
                    <a:pt x="111"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4" name="Freeform 223">
              <a:extLst>
                <a:ext uri="{FF2B5EF4-FFF2-40B4-BE49-F238E27FC236}">
                  <a16:creationId xmlns:a16="http://schemas.microsoft.com/office/drawing/2014/main" id="{E06F5B9D-58FE-1FBA-30B8-E2814E6EFAB1}"/>
                </a:ext>
              </a:extLst>
            </p:cNvPr>
            <p:cNvSpPr>
              <a:spLocks noChangeArrowheads="1"/>
            </p:cNvSpPr>
            <p:nvPr/>
          </p:nvSpPr>
          <p:spPr bwMode="auto">
            <a:xfrm>
              <a:off x="8980488" y="3890963"/>
              <a:ext cx="127000" cy="139700"/>
            </a:xfrm>
            <a:custGeom>
              <a:avLst/>
              <a:gdLst>
                <a:gd name="T0" fmla="*/ 307 w 354"/>
                <a:gd name="T1" fmla="*/ 53 h 389"/>
                <a:gd name="T2" fmla="*/ 307 w 354"/>
                <a:gd name="T3" fmla="*/ 53 h 389"/>
                <a:gd name="T4" fmla="*/ 253 w 354"/>
                <a:gd name="T5" fmla="*/ 14 h 389"/>
                <a:gd name="T6" fmla="*/ 182 w 354"/>
                <a:gd name="T7" fmla="*/ 0 h 389"/>
                <a:gd name="T8" fmla="*/ 105 w 354"/>
                <a:gd name="T9" fmla="*/ 14 h 389"/>
                <a:gd name="T10" fmla="*/ 48 w 354"/>
                <a:gd name="T11" fmla="*/ 55 h 389"/>
                <a:gd name="T12" fmla="*/ 13 w 354"/>
                <a:gd name="T13" fmla="*/ 118 h 389"/>
                <a:gd name="T14" fmla="*/ 0 w 354"/>
                <a:gd name="T15" fmla="*/ 197 h 389"/>
                <a:gd name="T16" fmla="*/ 13 w 354"/>
                <a:gd name="T17" fmla="*/ 272 h 389"/>
                <a:gd name="T18" fmla="*/ 48 w 354"/>
                <a:gd name="T19" fmla="*/ 332 h 389"/>
                <a:gd name="T20" fmla="*/ 102 w 354"/>
                <a:gd name="T21" fmla="*/ 373 h 389"/>
                <a:gd name="T22" fmla="*/ 175 w 354"/>
                <a:gd name="T23" fmla="*/ 388 h 389"/>
                <a:gd name="T24" fmla="*/ 251 w 354"/>
                <a:gd name="T25" fmla="*/ 373 h 389"/>
                <a:gd name="T26" fmla="*/ 307 w 354"/>
                <a:gd name="T27" fmla="*/ 331 h 389"/>
                <a:gd name="T28" fmla="*/ 341 w 354"/>
                <a:gd name="T29" fmla="*/ 267 h 389"/>
                <a:gd name="T30" fmla="*/ 353 w 354"/>
                <a:gd name="T31" fmla="*/ 189 h 389"/>
                <a:gd name="T32" fmla="*/ 341 w 354"/>
                <a:gd name="T33" fmla="*/ 113 h 389"/>
                <a:gd name="T34" fmla="*/ 307 w 354"/>
                <a:gd name="T35" fmla="*/ 53 h 389"/>
                <a:gd name="T36" fmla="*/ 307 w 354"/>
                <a:gd name="T37" fmla="*/ 258 h 389"/>
                <a:gd name="T38" fmla="*/ 307 w 354"/>
                <a:gd name="T39" fmla="*/ 258 h 389"/>
                <a:gd name="T40" fmla="*/ 281 w 354"/>
                <a:gd name="T41" fmla="*/ 310 h 389"/>
                <a:gd name="T42" fmla="*/ 236 w 354"/>
                <a:gd name="T43" fmla="*/ 344 h 389"/>
                <a:gd name="T44" fmla="*/ 175 w 354"/>
                <a:gd name="T45" fmla="*/ 356 h 389"/>
                <a:gd name="T46" fmla="*/ 113 w 354"/>
                <a:gd name="T47" fmla="*/ 342 h 389"/>
                <a:gd name="T48" fmla="*/ 70 w 354"/>
                <a:gd name="T49" fmla="*/ 307 h 389"/>
                <a:gd name="T50" fmla="*/ 45 w 354"/>
                <a:gd name="T51" fmla="*/ 256 h 389"/>
                <a:gd name="T52" fmla="*/ 37 w 354"/>
                <a:gd name="T53" fmla="*/ 194 h 389"/>
                <a:gd name="T54" fmla="*/ 46 w 354"/>
                <a:gd name="T55" fmla="*/ 132 h 389"/>
                <a:gd name="T56" fmla="*/ 73 w 354"/>
                <a:gd name="T57" fmla="*/ 80 h 389"/>
                <a:gd name="T58" fmla="*/ 118 w 354"/>
                <a:gd name="T59" fmla="*/ 44 h 389"/>
                <a:gd name="T60" fmla="*/ 177 w 354"/>
                <a:gd name="T61" fmla="*/ 31 h 389"/>
                <a:gd name="T62" fmla="*/ 240 w 354"/>
                <a:gd name="T63" fmla="*/ 44 h 389"/>
                <a:gd name="T64" fmla="*/ 283 w 354"/>
                <a:gd name="T65" fmla="*/ 80 h 389"/>
                <a:gd name="T66" fmla="*/ 309 w 354"/>
                <a:gd name="T67" fmla="*/ 132 h 389"/>
                <a:gd name="T68" fmla="*/ 317 w 354"/>
                <a:gd name="T69" fmla="*/ 193 h 389"/>
                <a:gd name="T70" fmla="*/ 307 w 354"/>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53"/>
                  </a:moveTo>
                  <a:lnTo>
                    <a:pt x="307" y="53"/>
                  </a:lnTo>
                  <a:cubicBezTo>
                    <a:pt x="292" y="37"/>
                    <a:pt x="274" y="24"/>
                    <a:pt x="253" y="14"/>
                  </a:cubicBezTo>
                  <a:cubicBezTo>
                    <a:pt x="232" y="5"/>
                    <a:pt x="208" y="0"/>
                    <a:pt x="182" y="0"/>
                  </a:cubicBezTo>
                  <a:cubicBezTo>
                    <a:pt x="152" y="0"/>
                    <a:pt x="127" y="5"/>
                    <a:pt x="105" y="14"/>
                  </a:cubicBezTo>
                  <a:cubicBezTo>
                    <a:pt x="83" y="24"/>
                    <a:pt x="63" y="38"/>
                    <a:pt x="48" y="55"/>
                  </a:cubicBezTo>
                  <a:cubicBezTo>
                    <a:pt x="32" y="72"/>
                    <a:pt x="20" y="93"/>
                    <a:pt x="13" y="118"/>
                  </a:cubicBezTo>
                  <a:cubicBezTo>
                    <a:pt x="5" y="141"/>
                    <a:pt x="0" y="168"/>
                    <a:pt x="0" y="197"/>
                  </a:cubicBezTo>
                  <a:cubicBezTo>
                    <a:pt x="0" y="224"/>
                    <a:pt x="5" y="249"/>
                    <a:pt x="13" y="272"/>
                  </a:cubicBezTo>
                  <a:cubicBezTo>
                    <a:pt x="20" y="295"/>
                    <a:pt x="32" y="316"/>
                    <a:pt x="48" y="332"/>
                  </a:cubicBezTo>
                  <a:cubicBezTo>
                    <a:pt x="62" y="349"/>
                    <a:pt x="81" y="363"/>
                    <a:pt x="102" y="373"/>
                  </a:cubicBezTo>
                  <a:cubicBezTo>
                    <a:pt x="125" y="383"/>
                    <a:pt x="148" y="388"/>
                    <a:pt x="175" y="388"/>
                  </a:cubicBezTo>
                  <a:cubicBezTo>
                    <a:pt x="204" y="388"/>
                    <a:pt x="229" y="383"/>
                    <a:pt x="251" y="373"/>
                  </a:cubicBezTo>
                  <a:cubicBezTo>
                    <a:pt x="274" y="362"/>
                    <a:pt x="292" y="348"/>
                    <a:pt x="307" y="331"/>
                  </a:cubicBezTo>
                  <a:cubicBezTo>
                    <a:pt x="323" y="313"/>
                    <a:pt x="334" y="292"/>
                    <a:pt x="341" y="267"/>
                  </a:cubicBezTo>
                  <a:cubicBezTo>
                    <a:pt x="349" y="243"/>
                    <a:pt x="353" y="217"/>
                    <a:pt x="353" y="189"/>
                  </a:cubicBezTo>
                  <a:cubicBezTo>
                    <a:pt x="353" y="161"/>
                    <a:pt x="349" y="136"/>
                    <a:pt x="341" y="113"/>
                  </a:cubicBezTo>
                  <a:cubicBezTo>
                    <a:pt x="334" y="90"/>
                    <a:pt x="321" y="70"/>
                    <a:pt x="307" y="53"/>
                  </a:cubicBezTo>
                  <a:close/>
                  <a:moveTo>
                    <a:pt x="307" y="258"/>
                  </a:moveTo>
                  <a:lnTo>
                    <a:pt x="307" y="258"/>
                  </a:lnTo>
                  <a:cubicBezTo>
                    <a:pt x="302" y="278"/>
                    <a:pt x="293" y="296"/>
                    <a:pt x="281" y="310"/>
                  </a:cubicBezTo>
                  <a:cubicBezTo>
                    <a:pt x="270" y="324"/>
                    <a:pt x="254" y="335"/>
                    <a:pt x="236" y="344"/>
                  </a:cubicBezTo>
                  <a:cubicBezTo>
                    <a:pt x="219" y="352"/>
                    <a:pt x="198" y="356"/>
                    <a:pt x="175" y="356"/>
                  </a:cubicBezTo>
                  <a:cubicBezTo>
                    <a:pt x="151" y="356"/>
                    <a:pt x="131" y="352"/>
                    <a:pt x="113" y="342"/>
                  </a:cubicBezTo>
                  <a:cubicBezTo>
                    <a:pt x="97" y="334"/>
                    <a:pt x="81" y="321"/>
                    <a:pt x="70" y="307"/>
                  </a:cubicBezTo>
                  <a:cubicBezTo>
                    <a:pt x="59" y="292"/>
                    <a:pt x="51" y="275"/>
                    <a:pt x="45" y="256"/>
                  </a:cubicBezTo>
                  <a:cubicBezTo>
                    <a:pt x="39" y="236"/>
                    <a:pt x="37" y="215"/>
                    <a:pt x="37" y="194"/>
                  </a:cubicBezTo>
                  <a:cubicBezTo>
                    <a:pt x="37" y="172"/>
                    <a:pt x="39" y="151"/>
                    <a:pt x="46" y="132"/>
                  </a:cubicBezTo>
                  <a:cubicBezTo>
                    <a:pt x="52" y="112"/>
                    <a:pt x="62" y="94"/>
                    <a:pt x="73" y="80"/>
                  </a:cubicBezTo>
                  <a:cubicBezTo>
                    <a:pt x="85" y="65"/>
                    <a:pt x="101" y="53"/>
                    <a:pt x="118" y="44"/>
                  </a:cubicBezTo>
                  <a:cubicBezTo>
                    <a:pt x="136" y="35"/>
                    <a:pt x="155" y="31"/>
                    <a:pt x="177" y="31"/>
                  </a:cubicBezTo>
                  <a:cubicBezTo>
                    <a:pt x="203" y="31"/>
                    <a:pt x="224" y="35"/>
                    <a:pt x="240" y="44"/>
                  </a:cubicBezTo>
                  <a:cubicBezTo>
                    <a:pt x="258" y="53"/>
                    <a:pt x="272" y="65"/>
                    <a:pt x="283" y="80"/>
                  </a:cubicBezTo>
                  <a:cubicBezTo>
                    <a:pt x="295" y="94"/>
                    <a:pt x="303" y="112"/>
                    <a:pt x="309" y="132"/>
                  </a:cubicBezTo>
                  <a:cubicBezTo>
                    <a:pt x="314" y="151"/>
                    <a:pt x="317" y="172"/>
                    <a:pt x="317" y="193"/>
                  </a:cubicBezTo>
                  <a:cubicBezTo>
                    <a:pt x="317" y="217"/>
                    <a:pt x="314" y="239"/>
                    <a:pt x="307"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4">
              <a:extLst>
                <a:ext uri="{FF2B5EF4-FFF2-40B4-BE49-F238E27FC236}">
                  <a16:creationId xmlns:a16="http://schemas.microsoft.com/office/drawing/2014/main" id="{A11A8C6A-4B50-28B5-4898-BE1BEA033955}"/>
                </a:ext>
              </a:extLst>
            </p:cNvPr>
            <p:cNvSpPr>
              <a:spLocks noChangeArrowheads="1"/>
            </p:cNvSpPr>
            <p:nvPr/>
          </p:nvSpPr>
          <p:spPr bwMode="auto">
            <a:xfrm>
              <a:off x="9136063" y="389255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3" y="70"/>
                    <a:pt x="33" y="64"/>
                  </a:cubicBezTo>
                  <a:cubicBezTo>
                    <a:pt x="33" y="59"/>
                    <a:pt x="33" y="53"/>
                    <a:pt x="33" y="50"/>
                  </a:cubicBezTo>
                  <a:cubicBezTo>
                    <a:pt x="34" y="50"/>
                    <a:pt x="34" y="50"/>
                    <a:pt x="34" y="50"/>
                  </a:cubicBezTo>
                  <a:cubicBezTo>
                    <a:pt x="36" y="54"/>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5">
              <a:extLst>
                <a:ext uri="{FF2B5EF4-FFF2-40B4-BE49-F238E27FC236}">
                  <a16:creationId xmlns:a16="http://schemas.microsoft.com/office/drawing/2014/main" id="{7A6E38B4-59C7-5FEF-CEF5-AFA14974540A}"/>
                </a:ext>
              </a:extLst>
            </p:cNvPr>
            <p:cNvSpPr>
              <a:spLocks noChangeArrowheads="1"/>
            </p:cNvSpPr>
            <p:nvPr/>
          </p:nvSpPr>
          <p:spPr bwMode="auto">
            <a:xfrm>
              <a:off x="9271000" y="3890963"/>
              <a:ext cx="76200" cy="139700"/>
            </a:xfrm>
            <a:custGeom>
              <a:avLst/>
              <a:gdLst>
                <a:gd name="T0" fmla="*/ 42 w 213"/>
                <a:gd name="T1" fmla="*/ 381 h 388"/>
                <a:gd name="T2" fmla="*/ 42 w 213"/>
                <a:gd name="T3" fmla="*/ 381 h 388"/>
                <a:gd name="T4" fmla="*/ 67 w 213"/>
                <a:gd name="T5" fmla="*/ 385 h 388"/>
                <a:gd name="T6" fmla="*/ 88 w 213"/>
                <a:gd name="T7" fmla="*/ 387 h 388"/>
                <a:gd name="T8" fmla="*/ 138 w 213"/>
                <a:gd name="T9" fmla="*/ 381 h 388"/>
                <a:gd name="T10" fmla="*/ 177 w 213"/>
                <a:gd name="T11" fmla="*/ 363 h 388"/>
                <a:gd name="T12" fmla="*/ 203 w 213"/>
                <a:gd name="T13" fmla="*/ 331 h 388"/>
                <a:gd name="T14" fmla="*/ 212 w 213"/>
                <a:gd name="T15" fmla="*/ 288 h 388"/>
                <a:gd name="T16" fmla="*/ 206 w 213"/>
                <a:gd name="T17" fmla="*/ 256 h 388"/>
                <a:gd name="T18" fmla="*/ 189 w 213"/>
                <a:gd name="T19" fmla="*/ 228 h 388"/>
                <a:gd name="T20" fmla="*/ 160 w 213"/>
                <a:gd name="T21" fmla="*/ 204 h 388"/>
                <a:gd name="T22" fmla="*/ 118 w 213"/>
                <a:gd name="T23" fmla="*/ 179 h 388"/>
                <a:gd name="T24" fmla="*/ 81 w 213"/>
                <a:gd name="T25" fmla="*/ 158 h 388"/>
                <a:gd name="T26" fmla="*/ 56 w 213"/>
                <a:gd name="T27" fmla="*/ 139 h 388"/>
                <a:gd name="T28" fmla="*/ 42 w 213"/>
                <a:gd name="T29" fmla="*/ 119 h 388"/>
                <a:gd name="T30" fmla="*/ 37 w 213"/>
                <a:gd name="T31" fmla="*/ 94 h 388"/>
                <a:gd name="T32" fmla="*/ 43 w 213"/>
                <a:gd name="T33" fmla="*/ 67 h 388"/>
                <a:gd name="T34" fmla="*/ 61 w 213"/>
                <a:gd name="T35" fmla="*/ 48 h 388"/>
                <a:gd name="T36" fmla="*/ 88 w 213"/>
                <a:gd name="T37" fmla="*/ 35 h 388"/>
                <a:gd name="T38" fmla="*/ 118 w 213"/>
                <a:gd name="T39" fmla="*/ 31 h 388"/>
                <a:gd name="T40" fmla="*/ 196 w 213"/>
                <a:gd name="T41" fmla="*/ 51 h 388"/>
                <a:gd name="T42" fmla="*/ 196 w 213"/>
                <a:gd name="T43" fmla="*/ 12 h 388"/>
                <a:gd name="T44" fmla="*/ 122 w 213"/>
                <a:gd name="T45" fmla="*/ 0 h 388"/>
                <a:gd name="T46" fmla="*/ 75 w 213"/>
                <a:gd name="T47" fmla="*/ 6 h 388"/>
                <a:gd name="T48" fmla="*/ 37 w 213"/>
                <a:gd name="T49" fmla="*/ 26 h 388"/>
                <a:gd name="T50" fmla="*/ 11 w 213"/>
                <a:gd name="T51" fmla="*/ 56 h 388"/>
                <a:gd name="T52" fmla="*/ 1 w 213"/>
                <a:gd name="T53" fmla="*/ 98 h 388"/>
                <a:gd name="T54" fmla="*/ 5 w 213"/>
                <a:gd name="T55" fmla="*/ 130 h 388"/>
                <a:gd name="T56" fmla="*/ 22 w 213"/>
                <a:gd name="T57" fmla="*/ 157 h 388"/>
                <a:gd name="T58" fmla="*/ 50 w 213"/>
                <a:gd name="T59" fmla="*/ 180 h 388"/>
                <a:gd name="T60" fmla="*/ 92 w 213"/>
                <a:gd name="T61" fmla="*/ 204 h 388"/>
                <a:gd name="T62" fmla="*/ 129 w 213"/>
                <a:gd name="T63" fmla="*/ 226 h 388"/>
                <a:gd name="T64" fmla="*/ 154 w 213"/>
                <a:gd name="T65" fmla="*/ 246 h 388"/>
                <a:gd name="T66" fmla="*/ 171 w 213"/>
                <a:gd name="T67" fmla="*/ 265 h 388"/>
                <a:gd name="T68" fmla="*/ 175 w 213"/>
                <a:gd name="T69" fmla="*/ 292 h 388"/>
                <a:gd name="T70" fmla="*/ 154 w 213"/>
                <a:gd name="T71" fmla="*/ 339 h 388"/>
                <a:gd name="T72" fmla="*/ 90 w 213"/>
                <a:gd name="T73" fmla="*/ 356 h 388"/>
                <a:gd name="T74" fmla="*/ 68 w 213"/>
                <a:gd name="T75" fmla="*/ 353 h 388"/>
                <a:gd name="T76" fmla="*/ 43 w 213"/>
                <a:gd name="T77" fmla="*/ 348 h 388"/>
                <a:gd name="T78" fmla="*/ 21 w 213"/>
                <a:gd name="T79" fmla="*/ 339 h 388"/>
                <a:gd name="T80" fmla="*/ 0 w 213"/>
                <a:gd name="T81" fmla="*/ 327 h 388"/>
                <a:gd name="T82" fmla="*/ 0 w 213"/>
                <a:gd name="T83" fmla="*/ 367 h 388"/>
                <a:gd name="T84" fmla="*/ 18 w 213"/>
                <a:gd name="T85" fmla="*/ 376 h 388"/>
                <a:gd name="T86" fmla="*/ 42 w 213"/>
                <a:gd name="T87" fmla="*/ 38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42" y="381"/>
                  </a:moveTo>
                  <a:lnTo>
                    <a:pt x="42" y="381"/>
                  </a:lnTo>
                  <a:cubicBezTo>
                    <a:pt x="50" y="384"/>
                    <a:pt x="58" y="385"/>
                    <a:pt x="67" y="385"/>
                  </a:cubicBezTo>
                  <a:cubicBezTo>
                    <a:pt x="75" y="387"/>
                    <a:pt x="82" y="387"/>
                    <a:pt x="88" y="387"/>
                  </a:cubicBezTo>
                  <a:cubicBezTo>
                    <a:pt x="106" y="387"/>
                    <a:pt x="122" y="385"/>
                    <a:pt x="138" y="381"/>
                  </a:cubicBezTo>
                  <a:cubicBezTo>
                    <a:pt x="153" y="377"/>
                    <a:pt x="166" y="370"/>
                    <a:pt x="177" y="363"/>
                  </a:cubicBezTo>
                  <a:cubicBezTo>
                    <a:pt x="188" y="355"/>
                    <a:pt x="196" y="344"/>
                    <a:pt x="203" y="331"/>
                  </a:cubicBezTo>
                  <a:cubicBezTo>
                    <a:pt x="209" y="318"/>
                    <a:pt x="212" y="305"/>
                    <a:pt x="212" y="288"/>
                  </a:cubicBezTo>
                  <a:cubicBezTo>
                    <a:pt x="212" y="277"/>
                    <a:pt x="210" y="265"/>
                    <a:pt x="206" y="256"/>
                  </a:cubicBezTo>
                  <a:cubicBezTo>
                    <a:pt x="202" y="246"/>
                    <a:pt x="196" y="238"/>
                    <a:pt x="189" y="228"/>
                  </a:cubicBezTo>
                  <a:cubicBezTo>
                    <a:pt x="181" y="219"/>
                    <a:pt x="171" y="211"/>
                    <a:pt x="160" y="204"/>
                  </a:cubicBezTo>
                  <a:cubicBezTo>
                    <a:pt x="148" y="196"/>
                    <a:pt x="134" y="187"/>
                    <a:pt x="118" y="179"/>
                  </a:cubicBezTo>
                  <a:cubicBezTo>
                    <a:pt x="103" y="171"/>
                    <a:pt x="90" y="164"/>
                    <a:pt x="81" y="158"/>
                  </a:cubicBezTo>
                  <a:cubicBezTo>
                    <a:pt x="69" y="151"/>
                    <a:pt x="61" y="146"/>
                    <a:pt x="56" y="139"/>
                  </a:cubicBezTo>
                  <a:cubicBezTo>
                    <a:pt x="48" y="133"/>
                    <a:pt x="44" y="126"/>
                    <a:pt x="42" y="119"/>
                  </a:cubicBezTo>
                  <a:cubicBezTo>
                    <a:pt x="39" y="112"/>
                    <a:pt x="37" y="104"/>
                    <a:pt x="37" y="94"/>
                  </a:cubicBezTo>
                  <a:cubicBezTo>
                    <a:pt x="37" y="84"/>
                    <a:pt x="39" y="74"/>
                    <a:pt x="43" y="67"/>
                  </a:cubicBezTo>
                  <a:cubicBezTo>
                    <a:pt x="48" y="59"/>
                    <a:pt x="54" y="52"/>
                    <a:pt x="61" y="48"/>
                  </a:cubicBezTo>
                  <a:cubicBezTo>
                    <a:pt x="68" y="42"/>
                    <a:pt x="78" y="38"/>
                    <a:pt x="88" y="35"/>
                  </a:cubicBezTo>
                  <a:cubicBezTo>
                    <a:pt x="97" y="33"/>
                    <a:pt x="107" y="31"/>
                    <a:pt x="118" y="31"/>
                  </a:cubicBezTo>
                  <a:cubicBezTo>
                    <a:pt x="149" y="31"/>
                    <a:pt x="174" y="38"/>
                    <a:pt x="196" y="51"/>
                  </a:cubicBezTo>
                  <a:cubicBezTo>
                    <a:pt x="196" y="12"/>
                    <a:pt x="196" y="12"/>
                    <a:pt x="196" y="12"/>
                  </a:cubicBezTo>
                  <a:cubicBezTo>
                    <a:pt x="177" y="3"/>
                    <a:pt x="152" y="0"/>
                    <a:pt x="122" y="0"/>
                  </a:cubicBezTo>
                  <a:cubicBezTo>
                    <a:pt x="106" y="0"/>
                    <a:pt x="90" y="2"/>
                    <a:pt x="75" y="6"/>
                  </a:cubicBezTo>
                  <a:cubicBezTo>
                    <a:pt x="61" y="12"/>
                    <a:pt x="47" y="17"/>
                    <a:pt x="37" y="26"/>
                  </a:cubicBezTo>
                  <a:cubicBezTo>
                    <a:pt x="26" y="34"/>
                    <a:pt x="16" y="45"/>
                    <a:pt x="11" y="56"/>
                  </a:cubicBezTo>
                  <a:cubicBezTo>
                    <a:pt x="4" y="69"/>
                    <a:pt x="1" y="83"/>
                    <a:pt x="1" y="98"/>
                  </a:cubicBezTo>
                  <a:cubicBezTo>
                    <a:pt x="1" y="109"/>
                    <a:pt x="2" y="120"/>
                    <a:pt x="5" y="130"/>
                  </a:cubicBezTo>
                  <a:cubicBezTo>
                    <a:pt x="9" y="139"/>
                    <a:pt x="15" y="148"/>
                    <a:pt x="22" y="157"/>
                  </a:cubicBezTo>
                  <a:cubicBezTo>
                    <a:pt x="29" y="164"/>
                    <a:pt x="39" y="172"/>
                    <a:pt x="50" y="180"/>
                  </a:cubicBezTo>
                  <a:cubicBezTo>
                    <a:pt x="61" y="187"/>
                    <a:pt x="75" y="196"/>
                    <a:pt x="92" y="204"/>
                  </a:cubicBezTo>
                  <a:cubicBezTo>
                    <a:pt x="106" y="212"/>
                    <a:pt x="118" y="219"/>
                    <a:pt x="129" y="226"/>
                  </a:cubicBezTo>
                  <a:cubicBezTo>
                    <a:pt x="139" y="232"/>
                    <a:pt x="148" y="239"/>
                    <a:pt x="154" y="246"/>
                  </a:cubicBezTo>
                  <a:cubicBezTo>
                    <a:pt x="161" y="251"/>
                    <a:pt x="167" y="258"/>
                    <a:pt x="171" y="265"/>
                  </a:cubicBezTo>
                  <a:cubicBezTo>
                    <a:pt x="174" y="274"/>
                    <a:pt x="175" y="282"/>
                    <a:pt x="175" y="292"/>
                  </a:cubicBezTo>
                  <a:cubicBezTo>
                    <a:pt x="175" y="313"/>
                    <a:pt x="168" y="328"/>
                    <a:pt x="154" y="339"/>
                  </a:cubicBezTo>
                  <a:cubicBezTo>
                    <a:pt x="141" y="351"/>
                    <a:pt x="120" y="356"/>
                    <a:pt x="90" y="356"/>
                  </a:cubicBezTo>
                  <a:cubicBezTo>
                    <a:pt x="83" y="356"/>
                    <a:pt x="75" y="355"/>
                    <a:pt x="68" y="353"/>
                  </a:cubicBezTo>
                  <a:cubicBezTo>
                    <a:pt x="60" y="353"/>
                    <a:pt x="51" y="351"/>
                    <a:pt x="43" y="348"/>
                  </a:cubicBezTo>
                  <a:cubicBezTo>
                    <a:pt x="36" y="346"/>
                    <a:pt x="28" y="342"/>
                    <a:pt x="21" y="339"/>
                  </a:cubicBezTo>
                  <a:cubicBezTo>
                    <a:pt x="12" y="335"/>
                    <a:pt x="5" y="331"/>
                    <a:pt x="0" y="327"/>
                  </a:cubicBezTo>
                  <a:cubicBezTo>
                    <a:pt x="0" y="367"/>
                    <a:pt x="0" y="367"/>
                    <a:pt x="0" y="367"/>
                  </a:cubicBezTo>
                  <a:cubicBezTo>
                    <a:pt x="4" y="370"/>
                    <a:pt x="11" y="373"/>
                    <a:pt x="18" y="376"/>
                  </a:cubicBezTo>
                  <a:cubicBezTo>
                    <a:pt x="26" y="377"/>
                    <a:pt x="33" y="380"/>
                    <a:pt x="42" y="3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7" name="Freeform 226">
            <a:extLst>
              <a:ext uri="{FF2B5EF4-FFF2-40B4-BE49-F238E27FC236}">
                <a16:creationId xmlns:a16="http://schemas.microsoft.com/office/drawing/2014/main" id="{63D80FEB-C845-B038-7D30-F96468BB9040}"/>
              </a:ext>
            </a:extLst>
          </p:cNvPr>
          <p:cNvSpPr>
            <a:spLocks noChangeArrowheads="1"/>
          </p:cNvSpPr>
          <p:nvPr/>
        </p:nvSpPr>
        <p:spPr bwMode="auto">
          <a:xfrm>
            <a:off x="3175669" y="1526283"/>
            <a:ext cx="236537" cy="249237"/>
          </a:xfrm>
          <a:custGeom>
            <a:avLst/>
            <a:gdLst>
              <a:gd name="T0" fmla="*/ 17 w 659"/>
              <a:gd name="T1" fmla="*/ 509 h 691"/>
              <a:gd name="T2" fmla="*/ 17 w 659"/>
              <a:gd name="T3" fmla="*/ 509 h 691"/>
              <a:gd name="T4" fmla="*/ 17 w 659"/>
              <a:gd name="T5" fmla="*/ 509 h 691"/>
              <a:gd name="T6" fmla="*/ 17 w 659"/>
              <a:gd name="T7" fmla="*/ 513 h 691"/>
              <a:gd name="T8" fmla="*/ 28 w 659"/>
              <a:gd name="T9" fmla="*/ 523 h 691"/>
              <a:gd name="T10" fmla="*/ 42 w 659"/>
              <a:gd name="T11" fmla="*/ 519 h 691"/>
              <a:gd name="T12" fmla="*/ 211 w 659"/>
              <a:gd name="T13" fmla="*/ 351 h 691"/>
              <a:gd name="T14" fmla="*/ 536 w 659"/>
              <a:gd name="T15" fmla="*/ 676 h 691"/>
              <a:gd name="T16" fmla="*/ 568 w 659"/>
              <a:gd name="T17" fmla="*/ 690 h 691"/>
              <a:gd name="T18" fmla="*/ 598 w 659"/>
              <a:gd name="T19" fmla="*/ 676 h 691"/>
              <a:gd name="T20" fmla="*/ 646 w 659"/>
              <a:gd name="T21" fmla="*/ 629 h 691"/>
              <a:gd name="T22" fmla="*/ 658 w 659"/>
              <a:gd name="T23" fmla="*/ 598 h 691"/>
              <a:gd name="T24" fmla="*/ 646 w 659"/>
              <a:gd name="T25" fmla="*/ 566 h 691"/>
              <a:gd name="T26" fmla="*/ 321 w 659"/>
              <a:gd name="T27" fmla="*/ 241 h 691"/>
              <a:gd name="T28" fmla="*/ 407 w 659"/>
              <a:gd name="T29" fmla="*/ 153 h 691"/>
              <a:gd name="T30" fmla="*/ 421 w 659"/>
              <a:gd name="T31" fmla="*/ 121 h 691"/>
              <a:gd name="T32" fmla="*/ 407 w 659"/>
              <a:gd name="T33" fmla="*/ 90 h 691"/>
              <a:gd name="T34" fmla="*/ 331 w 659"/>
              <a:gd name="T35" fmla="*/ 14 h 691"/>
              <a:gd name="T36" fmla="*/ 300 w 659"/>
              <a:gd name="T37" fmla="*/ 0 h 691"/>
              <a:gd name="T38" fmla="*/ 268 w 659"/>
              <a:gd name="T39" fmla="*/ 14 h 691"/>
              <a:gd name="T40" fmla="*/ 180 w 659"/>
              <a:gd name="T41" fmla="*/ 100 h 691"/>
              <a:gd name="T42" fmla="*/ 151 w 659"/>
              <a:gd name="T43" fmla="*/ 89 h 691"/>
              <a:gd name="T44" fmla="*/ 119 w 659"/>
              <a:gd name="T45" fmla="*/ 103 h 691"/>
              <a:gd name="T46" fmla="*/ 71 w 659"/>
              <a:gd name="T47" fmla="*/ 149 h 691"/>
              <a:gd name="T48" fmla="*/ 59 w 659"/>
              <a:gd name="T49" fmla="*/ 181 h 691"/>
              <a:gd name="T50" fmla="*/ 71 w 659"/>
              <a:gd name="T51" fmla="*/ 212 h 691"/>
              <a:gd name="T52" fmla="*/ 0 w 659"/>
              <a:gd name="T53" fmla="*/ 410 h 691"/>
              <a:gd name="T54" fmla="*/ 17 w 659"/>
              <a:gd name="T55" fmla="*/ 509 h 691"/>
              <a:gd name="T56" fmla="*/ 629 w 659"/>
              <a:gd name="T57" fmla="*/ 598 h 691"/>
              <a:gd name="T58" fmla="*/ 629 w 659"/>
              <a:gd name="T59" fmla="*/ 598 h 691"/>
              <a:gd name="T60" fmla="*/ 625 w 659"/>
              <a:gd name="T61" fmla="*/ 608 h 691"/>
              <a:gd name="T62" fmla="*/ 577 w 659"/>
              <a:gd name="T63" fmla="*/ 655 h 691"/>
              <a:gd name="T64" fmla="*/ 568 w 659"/>
              <a:gd name="T65" fmla="*/ 659 h 691"/>
              <a:gd name="T66" fmla="*/ 557 w 659"/>
              <a:gd name="T67" fmla="*/ 655 h 691"/>
              <a:gd name="T68" fmla="*/ 232 w 659"/>
              <a:gd name="T69" fmla="*/ 330 h 691"/>
              <a:gd name="T70" fmla="*/ 300 w 659"/>
              <a:gd name="T71" fmla="*/ 262 h 691"/>
              <a:gd name="T72" fmla="*/ 625 w 659"/>
              <a:gd name="T73" fmla="*/ 587 h 691"/>
              <a:gd name="T74" fmla="*/ 629 w 659"/>
              <a:gd name="T75" fmla="*/ 598 h 691"/>
              <a:gd name="T76" fmla="*/ 94 w 659"/>
              <a:gd name="T77" fmla="*/ 171 h 691"/>
              <a:gd name="T78" fmla="*/ 94 w 659"/>
              <a:gd name="T79" fmla="*/ 171 h 691"/>
              <a:gd name="T80" fmla="*/ 140 w 659"/>
              <a:gd name="T81" fmla="*/ 124 h 691"/>
              <a:gd name="T82" fmla="*/ 151 w 659"/>
              <a:gd name="T83" fmla="*/ 120 h 691"/>
              <a:gd name="T84" fmla="*/ 159 w 659"/>
              <a:gd name="T85" fmla="*/ 123 h 691"/>
              <a:gd name="T86" fmla="*/ 92 w 659"/>
              <a:gd name="T87" fmla="*/ 189 h 691"/>
              <a:gd name="T88" fmla="*/ 92 w 659"/>
              <a:gd name="T89" fmla="*/ 189 h 691"/>
              <a:gd name="T90" fmla="*/ 92 w 659"/>
              <a:gd name="T91" fmla="*/ 189 h 691"/>
              <a:gd name="T92" fmla="*/ 88 w 659"/>
              <a:gd name="T93" fmla="*/ 181 h 691"/>
              <a:gd name="T94" fmla="*/ 94 w 659"/>
              <a:gd name="T95" fmla="*/ 171 h 691"/>
              <a:gd name="T96" fmla="*/ 113 w 659"/>
              <a:gd name="T97" fmla="*/ 210 h 691"/>
              <a:gd name="T98" fmla="*/ 113 w 659"/>
              <a:gd name="T99" fmla="*/ 210 h 691"/>
              <a:gd name="T100" fmla="*/ 191 w 659"/>
              <a:gd name="T101" fmla="*/ 132 h 691"/>
              <a:gd name="T102" fmla="*/ 191 w 659"/>
              <a:gd name="T103" fmla="*/ 132 h 691"/>
              <a:gd name="T104" fmla="*/ 289 w 659"/>
              <a:gd name="T105" fmla="*/ 35 h 691"/>
              <a:gd name="T106" fmla="*/ 300 w 659"/>
              <a:gd name="T107" fmla="*/ 30 h 691"/>
              <a:gd name="T108" fmla="*/ 310 w 659"/>
              <a:gd name="T109" fmla="*/ 35 h 691"/>
              <a:gd name="T110" fmla="*/ 310 w 659"/>
              <a:gd name="T111" fmla="*/ 35 h 691"/>
              <a:gd name="T112" fmla="*/ 386 w 659"/>
              <a:gd name="T113" fmla="*/ 111 h 691"/>
              <a:gd name="T114" fmla="*/ 391 w 659"/>
              <a:gd name="T115" fmla="*/ 121 h 691"/>
              <a:gd name="T116" fmla="*/ 386 w 659"/>
              <a:gd name="T117" fmla="*/ 132 h 691"/>
              <a:gd name="T118" fmla="*/ 39 w 659"/>
              <a:gd name="T119" fmla="*/ 481 h 691"/>
              <a:gd name="T120" fmla="*/ 29 w 659"/>
              <a:gd name="T121" fmla="*/ 410 h 691"/>
              <a:gd name="T122" fmla="*/ 113 w 659"/>
              <a:gd name="T123" fmla="*/ 210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9" h="691">
                <a:moveTo>
                  <a:pt x="17" y="509"/>
                </a:moveTo>
                <a:lnTo>
                  <a:pt x="17" y="509"/>
                </a:lnTo>
                <a:lnTo>
                  <a:pt x="17" y="509"/>
                </a:lnTo>
                <a:cubicBezTo>
                  <a:pt x="17" y="513"/>
                  <a:pt x="17" y="513"/>
                  <a:pt x="17" y="513"/>
                </a:cubicBezTo>
                <a:cubicBezTo>
                  <a:pt x="20" y="519"/>
                  <a:pt x="24" y="521"/>
                  <a:pt x="28" y="523"/>
                </a:cubicBezTo>
                <a:cubicBezTo>
                  <a:pt x="34" y="524"/>
                  <a:pt x="39" y="523"/>
                  <a:pt x="42" y="519"/>
                </a:cubicBezTo>
                <a:cubicBezTo>
                  <a:pt x="211" y="351"/>
                  <a:pt x="211" y="351"/>
                  <a:pt x="211" y="351"/>
                </a:cubicBezTo>
                <a:cubicBezTo>
                  <a:pt x="536" y="676"/>
                  <a:pt x="536" y="676"/>
                  <a:pt x="536" y="676"/>
                </a:cubicBezTo>
                <a:cubicBezTo>
                  <a:pt x="544" y="685"/>
                  <a:pt x="555" y="690"/>
                  <a:pt x="568" y="690"/>
                </a:cubicBezTo>
                <a:cubicBezTo>
                  <a:pt x="579" y="690"/>
                  <a:pt x="590" y="685"/>
                  <a:pt x="598" y="676"/>
                </a:cubicBezTo>
                <a:cubicBezTo>
                  <a:pt x="646" y="629"/>
                  <a:pt x="646" y="629"/>
                  <a:pt x="646" y="629"/>
                </a:cubicBezTo>
                <a:cubicBezTo>
                  <a:pt x="654" y="620"/>
                  <a:pt x="658" y="609"/>
                  <a:pt x="658" y="598"/>
                </a:cubicBezTo>
                <a:cubicBezTo>
                  <a:pt x="658" y="587"/>
                  <a:pt x="654" y="574"/>
                  <a:pt x="646" y="566"/>
                </a:cubicBezTo>
                <a:cubicBezTo>
                  <a:pt x="321" y="241"/>
                  <a:pt x="321" y="241"/>
                  <a:pt x="321" y="241"/>
                </a:cubicBezTo>
                <a:cubicBezTo>
                  <a:pt x="407" y="153"/>
                  <a:pt x="407" y="153"/>
                  <a:pt x="407" y="153"/>
                </a:cubicBezTo>
                <a:cubicBezTo>
                  <a:pt x="417" y="145"/>
                  <a:pt x="421" y="134"/>
                  <a:pt x="421" y="121"/>
                </a:cubicBezTo>
                <a:cubicBezTo>
                  <a:pt x="421" y="110"/>
                  <a:pt x="417" y="99"/>
                  <a:pt x="407" y="90"/>
                </a:cubicBezTo>
                <a:cubicBezTo>
                  <a:pt x="331" y="14"/>
                  <a:pt x="331" y="14"/>
                  <a:pt x="331" y="14"/>
                </a:cubicBezTo>
                <a:cubicBezTo>
                  <a:pt x="322" y="4"/>
                  <a:pt x="311" y="0"/>
                  <a:pt x="300" y="0"/>
                </a:cubicBezTo>
                <a:cubicBezTo>
                  <a:pt x="287" y="0"/>
                  <a:pt x="276" y="4"/>
                  <a:pt x="268" y="14"/>
                </a:cubicBezTo>
                <a:cubicBezTo>
                  <a:pt x="180" y="100"/>
                  <a:pt x="180" y="100"/>
                  <a:pt x="180" y="100"/>
                </a:cubicBezTo>
                <a:cubicBezTo>
                  <a:pt x="172" y="93"/>
                  <a:pt x="162" y="89"/>
                  <a:pt x="151" y="89"/>
                </a:cubicBezTo>
                <a:cubicBezTo>
                  <a:pt x="140" y="89"/>
                  <a:pt x="128" y="93"/>
                  <a:pt x="119" y="103"/>
                </a:cubicBezTo>
                <a:cubicBezTo>
                  <a:pt x="71" y="149"/>
                  <a:pt x="71" y="149"/>
                  <a:pt x="71" y="149"/>
                </a:cubicBezTo>
                <a:cubicBezTo>
                  <a:pt x="63" y="159"/>
                  <a:pt x="59" y="170"/>
                  <a:pt x="59" y="181"/>
                </a:cubicBezTo>
                <a:cubicBezTo>
                  <a:pt x="59" y="192"/>
                  <a:pt x="63" y="203"/>
                  <a:pt x="71" y="212"/>
                </a:cubicBezTo>
                <a:cubicBezTo>
                  <a:pt x="25" y="269"/>
                  <a:pt x="0" y="339"/>
                  <a:pt x="0" y="410"/>
                </a:cubicBezTo>
                <a:cubicBezTo>
                  <a:pt x="0" y="443"/>
                  <a:pt x="6" y="477"/>
                  <a:pt x="17" y="509"/>
                </a:cubicBezTo>
                <a:close/>
                <a:moveTo>
                  <a:pt x="629" y="598"/>
                </a:moveTo>
                <a:lnTo>
                  <a:pt x="629" y="598"/>
                </a:lnTo>
                <a:cubicBezTo>
                  <a:pt x="629" y="601"/>
                  <a:pt x="628" y="605"/>
                  <a:pt x="625" y="608"/>
                </a:cubicBezTo>
                <a:cubicBezTo>
                  <a:pt x="577" y="655"/>
                  <a:pt x="577" y="655"/>
                  <a:pt x="577" y="655"/>
                </a:cubicBezTo>
                <a:cubicBezTo>
                  <a:pt x="575" y="658"/>
                  <a:pt x="571" y="659"/>
                  <a:pt x="568" y="659"/>
                </a:cubicBezTo>
                <a:cubicBezTo>
                  <a:pt x="564" y="659"/>
                  <a:pt x="559" y="658"/>
                  <a:pt x="557" y="655"/>
                </a:cubicBezTo>
                <a:cubicBezTo>
                  <a:pt x="232" y="330"/>
                  <a:pt x="232" y="330"/>
                  <a:pt x="232" y="330"/>
                </a:cubicBezTo>
                <a:cubicBezTo>
                  <a:pt x="300" y="262"/>
                  <a:pt x="300" y="262"/>
                  <a:pt x="300" y="262"/>
                </a:cubicBezTo>
                <a:cubicBezTo>
                  <a:pt x="625" y="587"/>
                  <a:pt x="625" y="587"/>
                  <a:pt x="625" y="587"/>
                </a:cubicBezTo>
                <a:cubicBezTo>
                  <a:pt x="628" y="590"/>
                  <a:pt x="629" y="594"/>
                  <a:pt x="629" y="598"/>
                </a:cubicBezTo>
                <a:close/>
                <a:moveTo>
                  <a:pt x="94" y="171"/>
                </a:moveTo>
                <a:lnTo>
                  <a:pt x="94" y="171"/>
                </a:lnTo>
                <a:cubicBezTo>
                  <a:pt x="140" y="124"/>
                  <a:pt x="140" y="124"/>
                  <a:pt x="140" y="124"/>
                </a:cubicBezTo>
                <a:cubicBezTo>
                  <a:pt x="144" y="121"/>
                  <a:pt x="147" y="120"/>
                  <a:pt x="151" y="120"/>
                </a:cubicBezTo>
                <a:cubicBezTo>
                  <a:pt x="154" y="120"/>
                  <a:pt x="156" y="120"/>
                  <a:pt x="159" y="123"/>
                </a:cubicBezTo>
                <a:cubicBezTo>
                  <a:pt x="92" y="189"/>
                  <a:pt x="92" y="189"/>
                  <a:pt x="92" y="189"/>
                </a:cubicBezTo>
                <a:lnTo>
                  <a:pt x="92" y="189"/>
                </a:lnTo>
                <a:lnTo>
                  <a:pt x="92" y="189"/>
                </a:lnTo>
                <a:cubicBezTo>
                  <a:pt x="89" y="187"/>
                  <a:pt x="88" y="184"/>
                  <a:pt x="88" y="181"/>
                </a:cubicBezTo>
                <a:cubicBezTo>
                  <a:pt x="88" y="177"/>
                  <a:pt x="89" y="174"/>
                  <a:pt x="94" y="171"/>
                </a:cubicBezTo>
                <a:close/>
                <a:moveTo>
                  <a:pt x="113" y="210"/>
                </a:moveTo>
                <a:lnTo>
                  <a:pt x="113" y="210"/>
                </a:lnTo>
                <a:cubicBezTo>
                  <a:pt x="191" y="132"/>
                  <a:pt x="191" y="132"/>
                  <a:pt x="191" y="132"/>
                </a:cubicBezTo>
                <a:lnTo>
                  <a:pt x="191" y="132"/>
                </a:lnTo>
                <a:cubicBezTo>
                  <a:pt x="289" y="35"/>
                  <a:pt x="289" y="35"/>
                  <a:pt x="289" y="35"/>
                </a:cubicBezTo>
                <a:cubicBezTo>
                  <a:pt x="292" y="32"/>
                  <a:pt x="296" y="30"/>
                  <a:pt x="300" y="30"/>
                </a:cubicBezTo>
                <a:cubicBezTo>
                  <a:pt x="303" y="30"/>
                  <a:pt x="307" y="32"/>
                  <a:pt x="310" y="35"/>
                </a:cubicBezTo>
                <a:lnTo>
                  <a:pt x="310" y="35"/>
                </a:lnTo>
                <a:cubicBezTo>
                  <a:pt x="386" y="111"/>
                  <a:pt x="386" y="111"/>
                  <a:pt x="386" y="111"/>
                </a:cubicBezTo>
                <a:cubicBezTo>
                  <a:pt x="389" y="114"/>
                  <a:pt x="391" y="118"/>
                  <a:pt x="391" y="121"/>
                </a:cubicBezTo>
                <a:cubicBezTo>
                  <a:pt x="391" y="125"/>
                  <a:pt x="389" y="129"/>
                  <a:pt x="386" y="132"/>
                </a:cubicBezTo>
                <a:cubicBezTo>
                  <a:pt x="39" y="481"/>
                  <a:pt x="39" y="481"/>
                  <a:pt x="39" y="481"/>
                </a:cubicBezTo>
                <a:cubicBezTo>
                  <a:pt x="32" y="457"/>
                  <a:pt x="29" y="434"/>
                  <a:pt x="29" y="410"/>
                </a:cubicBezTo>
                <a:cubicBezTo>
                  <a:pt x="29" y="336"/>
                  <a:pt x="59" y="265"/>
                  <a:pt x="113" y="210"/>
                </a:cubicBezTo>
                <a:close/>
              </a:path>
            </a:pathLst>
          </a:custGeom>
          <a:solidFill>
            <a:schemeClr val="tx2"/>
          </a:solidFill>
          <a:ln>
            <a:noFill/>
          </a:ln>
          <a:effectLst/>
        </p:spPr>
        <p:txBody>
          <a:bodyPr wrap="none" anchor="ctr"/>
          <a:lstStyle/>
          <a:p>
            <a:endParaRPr lang="da-DK"/>
          </a:p>
        </p:txBody>
      </p:sp>
      <p:sp>
        <p:nvSpPr>
          <p:cNvPr id="278" name="Freeform 227">
            <a:extLst>
              <a:ext uri="{FF2B5EF4-FFF2-40B4-BE49-F238E27FC236}">
                <a16:creationId xmlns:a16="http://schemas.microsoft.com/office/drawing/2014/main" id="{25B350EB-6B9B-AD24-0A92-2D077E0C6D85}"/>
              </a:ext>
            </a:extLst>
          </p:cNvPr>
          <p:cNvSpPr>
            <a:spLocks noChangeArrowheads="1"/>
          </p:cNvSpPr>
          <p:nvPr/>
        </p:nvSpPr>
        <p:spPr bwMode="auto">
          <a:xfrm>
            <a:off x="1618331" y="1015107"/>
            <a:ext cx="257175" cy="258762"/>
          </a:xfrm>
          <a:custGeom>
            <a:avLst/>
            <a:gdLst>
              <a:gd name="T0" fmla="*/ 709 w 715"/>
              <a:gd name="T1" fmla="*/ 124 h 717"/>
              <a:gd name="T2" fmla="*/ 709 w 715"/>
              <a:gd name="T3" fmla="*/ 124 h 717"/>
              <a:gd name="T4" fmla="*/ 591 w 715"/>
              <a:gd name="T5" fmla="*/ 4 h 717"/>
              <a:gd name="T6" fmla="*/ 580 w 715"/>
              <a:gd name="T7" fmla="*/ 0 h 717"/>
              <a:gd name="T8" fmla="*/ 570 w 715"/>
              <a:gd name="T9" fmla="*/ 4 h 717"/>
              <a:gd name="T10" fmla="*/ 64 w 715"/>
              <a:gd name="T11" fmla="*/ 511 h 717"/>
              <a:gd name="T12" fmla="*/ 64 w 715"/>
              <a:gd name="T13" fmla="*/ 511 h 717"/>
              <a:gd name="T14" fmla="*/ 61 w 715"/>
              <a:gd name="T15" fmla="*/ 515 h 717"/>
              <a:gd name="T16" fmla="*/ 61 w 715"/>
              <a:gd name="T17" fmla="*/ 516 h 717"/>
              <a:gd name="T18" fmla="*/ 60 w 715"/>
              <a:gd name="T19" fmla="*/ 516 h 717"/>
              <a:gd name="T20" fmla="*/ 1 w 715"/>
              <a:gd name="T21" fmla="*/ 695 h 717"/>
              <a:gd name="T22" fmla="*/ 4 w 715"/>
              <a:gd name="T23" fmla="*/ 710 h 717"/>
              <a:gd name="T24" fmla="*/ 19 w 715"/>
              <a:gd name="T25" fmla="*/ 714 h 717"/>
              <a:gd name="T26" fmla="*/ 198 w 715"/>
              <a:gd name="T27" fmla="*/ 654 h 717"/>
              <a:gd name="T28" fmla="*/ 199 w 715"/>
              <a:gd name="T29" fmla="*/ 654 h 717"/>
              <a:gd name="T30" fmla="*/ 199 w 715"/>
              <a:gd name="T31" fmla="*/ 653 h 717"/>
              <a:gd name="T32" fmla="*/ 203 w 715"/>
              <a:gd name="T33" fmla="*/ 650 h 717"/>
              <a:gd name="T34" fmla="*/ 203 w 715"/>
              <a:gd name="T35" fmla="*/ 650 h 717"/>
              <a:gd name="T36" fmla="*/ 709 w 715"/>
              <a:gd name="T37" fmla="*/ 145 h 717"/>
              <a:gd name="T38" fmla="*/ 714 w 715"/>
              <a:gd name="T39" fmla="*/ 134 h 717"/>
              <a:gd name="T40" fmla="*/ 709 w 715"/>
              <a:gd name="T41" fmla="*/ 124 h 717"/>
              <a:gd name="T42" fmla="*/ 491 w 715"/>
              <a:gd name="T43" fmla="*/ 126 h 717"/>
              <a:gd name="T44" fmla="*/ 491 w 715"/>
              <a:gd name="T45" fmla="*/ 126 h 717"/>
              <a:gd name="T46" fmla="*/ 590 w 715"/>
              <a:gd name="T47" fmla="*/ 223 h 717"/>
              <a:gd name="T48" fmla="*/ 193 w 715"/>
              <a:gd name="T49" fmla="*/ 619 h 717"/>
              <a:gd name="T50" fmla="*/ 96 w 715"/>
              <a:gd name="T51" fmla="*/ 520 h 717"/>
              <a:gd name="T52" fmla="*/ 491 w 715"/>
              <a:gd name="T53" fmla="*/ 126 h 717"/>
              <a:gd name="T54" fmla="*/ 39 w 715"/>
              <a:gd name="T55" fmla="*/ 677 h 717"/>
              <a:gd name="T56" fmla="*/ 39 w 715"/>
              <a:gd name="T57" fmla="*/ 677 h 717"/>
              <a:gd name="T58" fmla="*/ 80 w 715"/>
              <a:gd name="T59" fmla="*/ 548 h 717"/>
              <a:gd name="T60" fmla="*/ 166 w 715"/>
              <a:gd name="T61" fmla="*/ 633 h 717"/>
              <a:gd name="T62" fmla="*/ 39 w 715"/>
              <a:gd name="T63" fmla="*/ 677 h 717"/>
              <a:gd name="T64" fmla="*/ 610 w 715"/>
              <a:gd name="T65" fmla="*/ 202 h 717"/>
              <a:gd name="T66" fmla="*/ 610 w 715"/>
              <a:gd name="T67" fmla="*/ 202 h 717"/>
              <a:gd name="T68" fmla="*/ 511 w 715"/>
              <a:gd name="T69" fmla="*/ 105 h 717"/>
              <a:gd name="T70" fmla="*/ 580 w 715"/>
              <a:gd name="T71" fmla="*/ 36 h 717"/>
              <a:gd name="T72" fmla="*/ 679 w 715"/>
              <a:gd name="T73" fmla="*/ 134 h 717"/>
              <a:gd name="T74" fmla="*/ 610 w 715"/>
              <a:gd name="T75" fmla="*/ 20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717">
                <a:moveTo>
                  <a:pt x="709" y="124"/>
                </a:moveTo>
                <a:lnTo>
                  <a:pt x="709" y="124"/>
                </a:lnTo>
                <a:cubicBezTo>
                  <a:pt x="591" y="4"/>
                  <a:pt x="591" y="4"/>
                  <a:pt x="591" y="4"/>
                </a:cubicBezTo>
                <a:cubicBezTo>
                  <a:pt x="588" y="2"/>
                  <a:pt x="584" y="0"/>
                  <a:pt x="580" y="0"/>
                </a:cubicBezTo>
                <a:cubicBezTo>
                  <a:pt x="576" y="0"/>
                  <a:pt x="573" y="2"/>
                  <a:pt x="570" y="4"/>
                </a:cubicBezTo>
                <a:cubicBezTo>
                  <a:pt x="64" y="511"/>
                  <a:pt x="64" y="511"/>
                  <a:pt x="64" y="511"/>
                </a:cubicBezTo>
                <a:lnTo>
                  <a:pt x="64" y="511"/>
                </a:lnTo>
                <a:cubicBezTo>
                  <a:pt x="62" y="512"/>
                  <a:pt x="61" y="513"/>
                  <a:pt x="61" y="515"/>
                </a:cubicBezTo>
                <a:cubicBezTo>
                  <a:pt x="61" y="515"/>
                  <a:pt x="61" y="515"/>
                  <a:pt x="61" y="516"/>
                </a:cubicBezTo>
                <a:cubicBezTo>
                  <a:pt x="61" y="516"/>
                  <a:pt x="61" y="516"/>
                  <a:pt x="60" y="516"/>
                </a:cubicBezTo>
                <a:cubicBezTo>
                  <a:pt x="1" y="695"/>
                  <a:pt x="1" y="695"/>
                  <a:pt x="1" y="695"/>
                </a:cubicBezTo>
                <a:cubicBezTo>
                  <a:pt x="0" y="700"/>
                  <a:pt x="1" y="706"/>
                  <a:pt x="4" y="710"/>
                </a:cubicBezTo>
                <a:cubicBezTo>
                  <a:pt x="8" y="714"/>
                  <a:pt x="14" y="716"/>
                  <a:pt x="19" y="714"/>
                </a:cubicBezTo>
                <a:cubicBezTo>
                  <a:pt x="198" y="654"/>
                  <a:pt x="198" y="654"/>
                  <a:pt x="198" y="654"/>
                </a:cubicBezTo>
                <a:lnTo>
                  <a:pt x="199" y="654"/>
                </a:lnTo>
                <a:lnTo>
                  <a:pt x="199" y="653"/>
                </a:lnTo>
                <a:cubicBezTo>
                  <a:pt x="200" y="653"/>
                  <a:pt x="202" y="651"/>
                  <a:pt x="203" y="650"/>
                </a:cubicBezTo>
                <a:lnTo>
                  <a:pt x="203" y="650"/>
                </a:lnTo>
                <a:cubicBezTo>
                  <a:pt x="709" y="145"/>
                  <a:pt x="709" y="145"/>
                  <a:pt x="709" y="145"/>
                </a:cubicBezTo>
                <a:cubicBezTo>
                  <a:pt x="712" y="142"/>
                  <a:pt x="714" y="138"/>
                  <a:pt x="714" y="134"/>
                </a:cubicBezTo>
                <a:cubicBezTo>
                  <a:pt x="714" y="130"/>
                  <a:pt x="712" y="127"/>
                  <a:pt x="709" y="124"/>
                </a:cubicBezTo>
                <a:close/>
                <a:moveTo>
                  <a:pt x="491" y="126"/>
                </a:moveTo>
                <a:lnTo>
                  <a:pt x="491" y="126"/>
                </a:lnTo>
                <a:cubicBezTo>
                  <a:pt x="590" y="223"/>
                  <a:pt x="590" y="223"/>
                  <a:pt x="590" y="223"/>
                </a:cubicBezTo>
                <a:cubicBezTo>
                  <a:pt x="193" y="619"/>
                  <a:pt x="193" y="619"/>
                  <a:pt x="193" y="619"/>
                </a:cubicBezTo>
                <a:cubicBezTo>
                  <a:pt x="96" y="520"/>
                  <a:pt x="96" y="520"/>
                  <a:pt x="96" y="520"/>
                </a:cubicBezTo>
                <a:lnTo>
                  <a:pt x="491" y="126"/>
                </a:lnTo>
                <a:close/>
                <a:moveTo>
                  <a:pt x="39" y="677"/>
                </a:moveTo>
                <a:lnTo>
                  <a:pt x="39" y="677"/>
                </a:lnTo>
                <a:cubicBezTo>
                  <a:pt x="80" y="548"/>
                  <a:pt x="80" y="548"/>
                  <a:pt x="80" y="548"/>
                </a:cubicBezTo>
                <a:cubicBezTo>
                  <a:pt x="166" y="633"/>
                  <a:pt x="166" y="633"/>
                  <a:pt x="166" y="633"/>
                </a:cubicBezTo>
                <a:lnTo>
                  <a:pt x="39" y="677"/>
                </a:lnTo>
                <a:close/>
                <a:moveTo>
                  <a:pt x="610" y="202"/>
                </a:moveTo>
                <a:lnTo>
                  <a:pt x="610" y="202"/>
                </a:lnTo>
                <a:cubicBezTo>
                  <a:pt x="511" y="105"/>
                  <a:pt x="511" y="105"/>
                  <a:pt x="511" y="105"/>
                </a:cubicBezTo>
                <a:cubicBezTo>
                  <a:pt x="580" y="36"/>
                  <a:pt x="580" y="36"/>
                  <a:pt x="580" y="36"/>
                </a:cubicBezTo>
                <a:cubicBezTo>
                  <a:pt x="679" y="134"/>
                  <a:pt x="679" y="134"/>
                  <a:pt x="679" y="134"/>
                </a:cubicBezTo>
                <a:lnTo>
                  <a:pt x="610" y="202"/>
                </a:lnTo>
                <a:close/>
              </a:path>
            </a:pathLst>
          </a:custGeom>
          <a:solidFill>
            <a:schemeClr val="tx2"/>
          </a:solidFill>
          <a:ln>
            <a:noFill/>
          </a:ln>
          <a:effectLst/>
        </p:spPr>
        <p:txBody>
          <a:bodyPr wrap="none" anchor="ctr"/>
          <a:lstStyle/>
          <a:p>
            <a:endParaRPr lang="da-DK"/>
          </a:p>
        </p:txBody>
      </p:sp>
      <p:sp>
        <p:nvSpPr>
          <p:cNvPr id="279" name="Freeform 228">
            <a:extLst>
              <a:ext uri="{FF2B5EF4-FFF2-40B4-BE49-F238E27FC236}">
                <a16:creationId xmlns:a16="http://schemas.microsoft.com/office/drawing/2014/main" id="{D3577218-C49F-02DA-6B1C-47B888F8C404}"/>
              </a:ext>
            </a:extLst>
          </p:cNvPr>
          <p:cNvSpPr>
            <a:spLocks noChangeArrowheads="1"/>
          </p:cNvSpPr>
          <p:nvPr/>
        </p:nvSpPr>
        <p:spPr bwMode="auto">
          <a:xfrm>
            <a:off x="1616744" y="1527870"/>
            <a:ext cx="254000" cy="246063"/>
          </a:xfrm>
          <a:custGeom>
            <a:avLst/>
            <a:gdLst>
              <a:gd name="T0" fmla="*/ 6 w 704"/>
              <a:gd name="T1" fmla="*/ 557 h 683"/>
              <a:gd name="T2" fmla="*/ 95 w 704"/>
              <a:gd name="T3" fmla="*/ 667 h 683"/>
              <a:gd name="T4" fmla="*/ 116 w 704"/>
              <a:gd name="T5" fmla="*/ 667 h 683"/>
              <a:gd name="T6" fmla="*/ 476 w 704"/>
              <a:gd name="T7" fmla="*/ 651 h 683"/>
              <a:gd name="T8" fmla="*/ 624 w 704"/>
              <a:gd name="T9" fmla="*/ 651 h 683"/>
              <a:gd name="T10" fmla="*/ 624 w 704"/>
              <a:gd name="T11" fmla="*/ 651 h 683"/>
              <a:gd name="T12" fmla="*/ 624 w 704"/>
              <a:gd name="T13" fmla="*/ 651 h 683"/>
              <a:gd name="T14" fmla="*/ 624 w 704"/>
              <a:gd name="T15" fmla="*/ 504 h 683"/>
              <a:gd name="T16" fmla="*/ 463 w 704"/>
              <a:gd name="T17" fmla="*/ 321 h 683"/>
              <a:gd name="T18" fmla="*/ 582 w 704"/>
              <a:gd name="T19" fmla="*/ 421 h 683"/>
              <a:gd name="T20" fmla="*/ 691 w 704"/>
              <a:gd name="T21" fmla="*/ 331 h 683"/>
              <a:gd name="T22" fmla="*/ 691 w 704"/>
              <a:gd name="T23" fmla="*/ 331 h 683"/>
              <a:gd name="T24" fmla="*/ 691 w 704"/>
              <a:gd name="T25" fmla="*/ 268 h 683"/>
              <a:gd name="T26" fmla="*/ 614 w 704"/>
              <a:gd name="T27" fmla="*/ 151 h 683"/>
              <a:gd name="T28" fmla="*/ 554 w 704"/>
              <a:gd name="T29" fmla="*/ 71 h 683"/>
              <a:gd name="T30" fmla="*/ 493 w 704"/>
              <a:gd name="T31" fmla="*/ 71 h 683"/>
              <a:gd name="T32" fmla="*/ 194 w 704"/>
              <a:gd name="T33" fmla="*/ 15 h 683"/>
              <a:gd name="T34" fmla="*/ 181 w 704"/>
              <a:gd name="T35" fmla="*/ 28 h 683"/>
              <a:gd name="T36" fmla="*/ 353 w 704"/>
              <a:gd name="T37" fmla="*/ 209 h 683"/>
              <a:gd name="T38" fmla="*/ 172 w 704"/>
              <a:gd name="T39" fmla="*/ 179 h 683"/>
              <a:gd name="T40" fmla="*/ 184 w 704"/>
              <a:gd name="T41" fmla="*/ 154 h 683"/>
              <a:gd name="T42" fmla="*/ 155 w 704"/>
              <a:gd name="T43" fmla="*/ 82 h 683"/>
              <a:gd name="T44" fmla="*/ 55 w 704"/>
              <a:gd name="T45" fmla="*/ 43 h 683"/>
              <a:gd name="T46" fmla="*/ 10 w 704"/>
              <a:gd name="T47" fmla="*/ 102 h 683"/>
              <a:gd name="T48" fmla="*/ 60 w 704"/>
              <a:gd name="T49" fmla="*/ 194 h 683"/>
              <a:gd name="T50" fmla="*/ 138 w 704"/>
              <a:gd name="T51" fmla="*/ 211 h 683"/>
              <a:gd name="T52" fmla="*/ 257 w 704"/>
              <a:gd name="T53" fmla="*/ 306 h 683"/>
              <a:gd name="T54" fmla="*/ 533 w 704"/>
              <a:gd name="T55" fmla="*/ 92 h 683"/>
              <a:gd name="T56" fmla="*/ 580 w 704"/>
              <a:gd name="T57" fmla="*/ 140 h 683"/>
              <a:gd name="T58" fmla="*/ 582 w 704"/>
              <a:gd name="T59" fmla="*/ 159 h 683"/>
              <a:gd name="T60" fmla="*/ 515 w 704"/>
              <a:gd name="T61" fmla="*/ 91 h 683"/>
              <a:gd name="T62" fmla="*/ 523 w 704"/>
              <a:gd name="T63" fmla="*/ 88 h 683"/>
              <a:gd name="T64" fmla="*/ 494 w 704"/>
              <a:gd name="T65" fmla="*/ 112 h 683"/>
              <a:gd name="T66" fmla="*/ 572 w 704"/>
              <a:gd name="T67" fmla="*/ 191 h 683"/>
              <a:gd name="T68" fmla="*/ 670 w 704"/>
              <a:gd name="T69" fmla="*/ 289 h 683"/>
              <a:gd name="T70" fmla="*/ 670 w 704"/>
              <a:gd name="T71" fmla="*/ 310 h 683"/>
              <a:gd name="T72" fmla="*/ 593 w 704"/>
              <a:gd name="T73" fmla="*/ 386 h 683"/>
              <a:gd name="T74" fmla="*/ 572 w 704"/>
              <a:gd name="T75" fmla="*/ 386 h 683"/>
              <a:gd name="T76" fmla="*/ 293 w 704"/>
              <a:gd name="T77" fmla="*/ 29 h 683"/>
              <a:gd name="T78" fmla="*/ 124 w 704"/>
              <a:gd name="T79" fmla="*/ 184 h 683"/>
              <a:gd name="T80" fmla="*/ 76 w 704"/>
              <a:gd name="T81" fmla="*/ 167 h 683"/>
              <a:gd name="T82" fmla="*/ 67 w 704"/>
              <a:gd name="T83" fmla="*/ 71 h 683"/>
              <a:gd name="T84" fmla="*/ 154 w 704"/>
              <a:gd name="T85" fmla="*/ 155 h 683"/>
              <a:gd name="T86" fmla="*/ 140 w 704"/>
              <a:gd name="T87" fmla="*/ 167 h 683"/>
              <a:gd name="T88" fmla="*/ 124 w 704"/>
              <a:gd name="T89" fmla="*/ 184 h 683"/>
              <a:gd name="T90" fmla="*/ 38 w 704"/>
              <a:gd name="T91" fmla="*/ 566 h 683"/>
              <a:gd name="T92" fmla="*/ 442 w 704"/>
              <a:gd name="T93" fmla="*/ 299 h 683"/>
              <a:gd name="T94" fmla="*/ 38 w 704"/>
              <a:gd name="T95" fmla="*/ 566 h 683"/>
              <a:gd name="T96" fmla="*/ 603 w 704"/>
              <a:gd name="T97" fmla="*/ 524 h 683"/>
              <a:gd name="T98" fmla="*/ 624 w 704"/>
              <a:gd name="T99" fmla="*/ 577 h 683"/>
              <a:gd name="T100" fmla="*/ 603 w 704"/>
              <a:gd name="T101" fmla="*/ 630 h 683"/>
              <a:gd name="T102" fmla="*/ 497 w 704"/>
              <a:gd name="T103" fmla="*/ 630 h 683"/>
              <a:gd name="T104" fmla="*/ 430 w 704"/>
              <a:gd name="T105" fmla="*/ 353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683">
                <a:moveTo>
                  <a:pt x="6" y="557"/>
                </a:moveTo>
                <a:lnTo>
                  <a:pt x="6" y="557"/>
                </a:lnTo>
                <a:cubicBezTo>
                  <a:pt x="0" y="562"/>
                  <a:pt x="0" y="572"/>
                  <a:pt x="6" y="577"/>
                </a:cubicBezTo>
                <a:cubicBezTo>
                  <a:pt x="95" y="667"/>
                  <a:pt x="95" y="667"/>
                  <a:pt x="95" y="667"/>
                </a:cubicBezTo>
                <a:cubicBezTo>
                  <a:pt x="98" y="669"/>
                  <a:pt x="102" y="671"/>
                  <a:pt x="106" y="671"/>
                </a:cubicBezTo>
                <a:cubicBezTo>
                  <a:pt x="110" y="671"/>
                  <a:pt x="113" y="669"/>
                  <a:pt x="116" y="667"/>
                </a:cubicBezTo>
                <a:cubicBezTo>
                  <a:pt x="304" y="480"/>
                  <a:pt x="304" y="480"/>
                  <a:pt x="304" y="480"/>
                </a:cubicBezTo>
                <a:cubicBezTo>
                  <a:pt x="476" y="651"/>
                  <a:pt x="476" y="651"/>
                  <a:pt x="476" y="651"/>
                </a:cubicBezTo>
                <a:cubicBezTo>
                  <a:pt x="497" y="671"/>
                  <a:pt x="523" y="682"/>
                  <a:pt x="550" y="682"/>
                </a:cubicBezTo>
                <a:cubicBezTo>
                  <a:pt x="576" y="682"/>
                  <a:pt x="603" y="671"/>
                  <a:pt x="624" y="651"/>
                </a:cubicBezTo>
                <a:lnTo>
                  <a:pt x="624" y="651"/>
                </a:lnTo>
                <a:lnTo>
                  <a:pt x="624" y="651"/>
                </a:lnTo>
                <a:lnTo>
                  <a:pt x="624" y="651"/>
                </a:lnTo>
                <a:lnTo>
                  <a:pt x="624" y="651"/>
                </a:lnTo>
                <a:cubicBezTo>
                  <a:pt x="643" y="630"/>
                  <a:pt x="654" y="604"/>
                  <a:pt x="654" y="577"/>
                </a:cubicBezTo>
                <a:cubicBezTo>
                  <a:pt x="654" y="551"/>
                  <a:pt x="643" y="524"/>
                  <a:pt x="624" y="504"/>
                </a:cubicBezTo>
                <a:cubicBezTo>
                  <a:pt x="452" y="332"/>
                  <a:pt x="452" y="332"/>
                  <a:pt x="452" y="332"/>
                </a:cubicBezTo>
                <a:cubicBezTo>
                  <a:pt x="463" y="321"/>
                  <a:pt x="463" y="321"/>
                  <a:pt x="463" y="321"/>
                </a:cubicBezTo>
                <a:cubicBezTo>
                  <a:pt x="551" y="407"/>
                  <a:pt x="551" y="407"/>
                  <a:pt x="551" y="407"/>
                </a:cubicBezTo>
                <a:cubicBezTo>
                  <a:pt x="559" y="416"/>
                  <a:pt x="571" y="421"/>
                  <a:pt x="582" y="421"/>
                </a:cubicBezTo>
                <a:cubicBezTo>
                  <a:pt x="593" y="421"/>
                  <a:pt x="605" y="416"/>
                  <a:pt x="614" y="407"/>
                </a:cubicBezTo>
                <a:cubicBezTo>
                  <a:pt x="691" y="331"/>
                  <a:pt x="691" y="331"/>
                  <a:pt x="691" y="331"/>
                </a:cubicBezTo>
                <a:cubicBezTo>
                  <a:pt x="681" y="321"/>
                  <a:pt x="681" y="321"/>
                  <a:pt x="681" y="321"/>
                </a:cubicBezTo>
                <a:cubicBezTo>
                  <a:pt x="691" y="331"/>
                  <a:pt x="691" y="331"/>
                  <a:pt x="691" y="331"/>
                </a:cubicBezTo>
                <a:cubicBezTo>
                  <a:pt x="699" y="322"/>
                  <a:pt x="703" y="311"/>
                  <a:pt x="703" y="299"/>
                </a:cubicBezTo>
                <a:cubicBezTo>
                  <a:pt x="703" y="287"/>
                  <a:pt x="699" y="276"/>
                  <a:pt x="691" y="268"/>
                </a:cubicBezTo>
                <a:cubicBezTo>
                  <a:pt x="603" y="180"/>
                  <a:pt x="603" y="180"/>
                  <a:pt x="603" y="180"/>
                </a:cubicBezTo>
                <a:cubicBezTo>
                  <a:pt x="611" y="172"/>
                  <a:pt x="614" y="160"/>
                  <a:pt x="614" y="151"/>
                </a:cubicBezTo>
                <a:cubicBezTo>
                  <a:pt x="614" y="140"/>
                  <a:pt x="610" y="127"/>
                  <a:pt x="601" y="119"/>
                </a:cubicBezTo>
                <a:cubicBezTo>
                  <a:pt x="554" y="71"/>
                  <a:pt x="554" y="71"/>
                  <a:pt x="554" y="71"/>
                </a:cubicBezTo>
                <a:cubicBezTo>
                  <a:pt x="546" y="63"/>
                  <a:pt x="534" y="59"/>
                  <a:pt x="523" y="59"/>
                </a:cubicBezTo>
                <a:cubicBezTo>
                  <a:pt x="512" y="59"/>
                  <a:pt x="501" y="63"/>
                  <a:pt x="493" y="71"/>
                </a:cubicBezTo>
                <a:cubicBezTo>
                  <a:pt x="435" y="25"/>
                  <a:pt x="366" y="0"/>
                  <a:pt x="293" y="0"/>
                </a:cubicBezTo>
                <a:cubicBezTo>
                  <a:pt x="261" y="0"/>
                  <a:pt x="228" y="6"/>
                  <a:pt x="194" y="15"/>
                </a:cubicBezTo>
                <a:cubicBezTo>
                  <a:pt x="191" y="17"/>
                  <a:pt x="191" y="17"/>
                  <a:pt x="191" y="17"/>
                </a:cubicBezTo>
                <a:cubicBezTo>
                  <a:pt x="186" y="18"/>
                  <a:pt x="181" y="22"/>
                  <a:pt x="181" y="28"/>
                </a:cubicBezTo>
                <a:cubicBezTo>
                  <a:pt x="180" y="34"/>
                  <a:pt x="181" y="38"/>
                  <a:pt x="184" y="42"/>
                </a:cubicBezTo>
                <a:cubicBezTo>
                  <a:pt x="353" y="209"/>
                  <a:pt x="353" y="209"/>
                  <a:pt x="353" y="209"/>
                </a:cubicBezTo>
                <a:cubicBezTo>
                  <a:pt x="278" y="285"/>
                  <a:pt x="278" y="285"/>
                  <a:pt x="278" y="285"/>
                </a:cubicBezTo>
                <a:cubicBezTo>
                  <a:pt x="172" y="179"/>
                  <a:pt x="172" y="179"/>
                  <a:pt x="172" y="179"/>
                </a:cubicBezTo>
                <a:cubicBezTo>
                  <a:pt x="180" y="169"/>
                  <a:pt x="180" y="169"/>
                  <a:pt x="180" y="169"/>
                </a:cubicBezTo>
                <a:cubicBezTo>
                  <a:pt x="184" y="165"/>
                  <a:pt x="186" y="159"/>
                  <a:pt x="184" y="154"/>
                </a:cubicBezTo>
                <a:cubicBezTo>
                  <a:pt x="163" y="91"/>
                  <a:pt x="163" y="91"/>
                  <a:pt x="163" y="91"/>
                </a:cubicBezTo>
                <a:cubicBezTo>
                  <a:pt x="162" y="87"/>
                  <a:pt x="159" y="84"/>
                  <a:pt x="155" y="82"/>
                </a:cubicBezTo>
                <a:cubicBezTo>
                  <a:pt x="71" y="41"/>
                  <a:pt x="71" y="41"/>
                  <a:pt x="71" y="41"/>
                </a:cubicBezTo>
                <a:cubicBezTo>
                  <a:pt x="66" y="38"/>
                  <a:pt x="59" y="38"/>
                  <a:pt x="55" y="43"/>
                </a:cubicBezTo>
                <a:cubicBezTo>
                  <a:pt x="13" y="85"/>
                  <a:pt x="13" y="85"/>
                  <a:pt x="13" y="85"/>
                </a:cubicBezTo>
                <a:cubicBezTo>
                  <a:pt x="7" y="89"/>
                  <a:pt x="7" y="96"/>
                  <a:pt x="10" y="102"/>
                </a:cubicBezTo>
                <a:cubicBezTo>
                  <a:pt x="52" y="187"/>
                  <a:pt x="52" y="187"/>
                  <a:pt x="52" y="187"/>
                </a:cubicBezTo>
                <a:cubicBezTo>
                  <a:pt x="53" y="190"/>
                  <a:pt x="56" y="193"/>
                  <a:pt x="60" y="194"/>
                </a:cubicBezTo>
                <a:cubicBezTo>
                  <a:pt x="123" y="215"/>
                  <a:pt x="123" y="215"/>
                  <a:pt x="123" y="215"/>
                </a:cubicBezTo>
                <a:cubicBezTo>
                  <a:pt x="129" y="216"/>
                  <a:pt x="134" y="215"/>
                  <a:pt x="138" y="211"/>
                </a:cubicBezTo>
                <a:cubicBezTo>
                  <a:pt x="151" y="200"/>
                  <a:pt x="151" y="200"/>
                  <a:pt x="151" y="200"/>
                </a:cubicBezTo>
                <a:cubicBezTo>
                  <a:pt x="257" y="306"/>
                  <a:pt x="257" y="306"/>
                  <a:pt x="257" y="306"/>
                </a:cubicBezTo>
                <a:lnTo>
                  <a:pt x="6" y="557"/>
                </a:lnTo>
                <a:close/>
                <a:moveTo>
                  <a:pt x="533" y="92"/>
                </a:moveTo>
                <a:lnTo>
                  <a:pt x="533" y="92"/>
                </a:lnTo>
                <a:cubicBezTo>
                  <a:pt x="580" y="140"/>
                  <a:pt x="580" y="140"/>
                  <a:pt x="580" y="140"/>
                </a:cubicBezTo>
                <a:cubicBezTo>
                  <a:pt x="583" y="142"/>
                  <a:pt x="585" y="147"/>
                  <a:pt x="585" y="151"/>
                </a:cubicBezTo>
                <a:cubicBezTo>
                  <a:pt x="585" y="154"/>
                  <a:pt x="583" y="156"/>
                  <a:pt x="582" y="159"/>
                </a:cubicBezTo>
                <a:cubicBezTo>
                  <a:pt x="515" y="91"/>
                  <a:pt x="515" y="91"/>
                  <a:pt x="515" y="91"/>
                </a:cubicBezTo>
                <a:lnTo>
                  <a:pt x="515" y="91"/>
                </a:lnTo>
                <a:lnTo>
                  <a:pt x="515" y="91"/>
                </a:lnTo>
                <a:cubicBezTo>
                  <a:pt x="516" y="89"/>
                  <a:pt x="519" y="88"/>
                  <a:pt x="523" y="88"/>
                </a:cubicBezTo>
                <a:cubicBezTo>
                  <a:pt x="526" y="88"/>
                  <a:pt x="530" y="89"/>
                  <a:pt x="533" y="92"/>
                </a:cubicBezTo>
                <a:close/>
                <a:moveTo>
                  <a:pt x="494" y="112"/>
                </a:moveTo>
                <a:lnTo>
                  <a:pt x="494" y="112"/>
                </a:lnTo>
                <a:cubicBezTo>
                  <a:pt x="572" y="191"/>
                  <a:pt x="572" y="191"/>
                  <a:pt x="572" y="191"/>
                </a:cubicBezTo>
                <a:lnTo>
                  <a:pt x="572" y="191"/>
                </a:lnTo>
                <a:cubicBezTo>
                  <a:pt x="670" y="289"/>
                  <a:pt x="670" y="289"/>
                  <a:pt x="670" y="289"/>
                </a:cubicBezTo>
                <a:cubicBezTo>
                  <a:pt x="672" y="292"/>
                  <a:pt x="674" y="296"/>
                  <a:pt x="674" y="299"/>
                </a:cubicBezTo>
                <a:cubicBezTo>
                  <a:pt x="674" y="303"/>
                  <a:pt x="672" y="307"/>
                  <a:pt x="670" y="310"/>
                </a:cubicBezTo>
                <a:lnTo>
                  <a:pt x="670" y="310"/>
                </a:lnTo>
                <a:cubicBezTo>
                  <a:pt x="593" y="386"/>
                  <a:pt x="593" y="386"/>
                  <a:pt x="593" y="386"/>
                </a:cubicBezTo>
                <a:cubicBezTo>
                  <a:pt x="590" y="389"/>
                  <a:pt x="586" y="391"/>
                  <a:pt x="582" y="391"/>
                </a:cubicBezTo>
                <a:cubicBezTo>
                  <a:pt x="579" y="391"/>
                  <a:pt x="575" y="389"/>
                  <a:pt x="572" y="386"/>
                </a:cubicBezTo>
                <a:cubicBezTo>
                  <a:pt x="223" y="39"/>
                  <a:pt x="223" y="39"/>
                  <a:pt x="223" y="39"/>
                </a:cubicBezTo>
                <a:cubicBezTo>
                  <a:pt x="247" y="32"/>
                  <a:pt x="271" y="29"/>
                  <a:pt x="293" y="29"/>
                </a:cubicBezTo>
                <a:cubicBezTo>
                  <a:pt x="367" y="29"/>
                  <a:pt x="440" y="59"/>
                  <a:pt x="494" y="112"/>
                </a:cubicBezTo>
                <a:close/>
                <a:moveTo>
                  <a:pt x="124" y="184"/>
                </a:moveTo>
                <a:lnTo>
                  <a:pt x="124" y="184"/>
                </a:lnTo>
                <a:cubicBezTo>
                  <a:pt x="76" y="167"/>
                  <a:pt x="76" y="167"/>
                  <a:pt x="76" y="167"/>
                </a:cubicBezTo>
                <a:cubicBezTo>
                  <a:pt x="41" y="99"/>
                  <a:pt x="41" y="99"/>
                  <a:pt x="41" y="99"/>
                </a:cubicBezTo>
                <a:cubicBezTo>
                  <a:pt x="67" y="71"/>
                  <a:pt x="67" y="71"/>
                  <a:pt x="67" y="71"/>
                </a:cubicBezTo>
                <a:cubicBezTo>
                  <a:pt x="137" y="106"/>
                  <a:pt x="137" y="106"/>
                  <a:pt x="137" y="106"/>
                </a:cubicBezTo>
                <a:cubicBezTo>
                  <a:pt x="154" y="155"/>
                  <a:pt x="154" y="155"/>
                  <a:pt x="154" y="155"/>
                </a:cubicBezTo>
                <a:cubicBezTo>
                  <a:pt x="140" y="167"/>
                  <a:pt x="140" y="167"/>
                  <a:pt x="140" y="167"/>
                </a:cubicBezTo>
                <a:lnTo>
                  <a:pt x="140" y="167"/>
                </a:lnTo>
                <a:lnTo>
                  <a:pt x="140" y="167"/>
                </a:lnTo>
                <a:lnTo>
                  <a:pt x="124" y="184"/>
                </a:lnTo>
                <a:close/>
                <a:moveTo>
                  <a:pt x="38" y="566"/>
                </a:moveTo>
                <a:lnTo>
                  <a:pt x="38" y="566"/>
                </a:lnTo>
                <a:cubicBezTo>
                  <a:pt x="374" y="232"/>
                  <a:pt x="374" y="232"/>
                  <a:pt x="374" y="232"/>
                </a:cubicBezTo>
                <a:cubicBezTo>
                  <a:pt x="442" y="299"/>
                  <a:pt x="442" y="299"/>
                  <a:pt x="442" y="299"/>
                </a:cubicBezTo>
                <a:cubicBezTo>
                  <a:pt x="106" y="635"/>
                  <a:pt x="106" y="635"/>
                  <a:pt x="106" y="635"/>
                </a:cubicBezTo>
                <a:lnTo>
                  <a:pt x="38" y="566"/>
                </a:lnTo>
                <a:close/>
                <a:moveTo>
                  <a:pt x="603" y="524"/>
                </a:moveTo>
                <a:lnTo>
                  <a:pt x="603" y="524"/>
                </a:lnTo>
                <a:lnTo>
                  <a:pt x="603" y="524"/>
                </a:lnTo>
                <a:cubicBezTo>
                  <a:pt x="617" y="540"/>
                  <a:pt x="624" y="558"/>
                  <a:pt x="624" y="577"/>
                </a:cubicBezTo>
                <a:cubicBezTo>
                  <a:pt x="624" y="597"/>
                  <a:pt x="617" y="615"/>
                  <a:pt x="603" y="630"/>
                </a:cubicBezTo>
                <a:lnTo>
                  <a:pt x="603" y="630"/>
                </a:lnTo>
                <a:cubicBezTo>
                  <a:pt x="587" y="644"/>
                  <a:pt x="569" y="651"/>
                  <a:pt x="550" y="651"/>
                </a:cubicBezTo>
                <a:cubicBezTo>
                  <a:pt x="530" y="651"/>
                  <a:pt x="512" y="644"/>
                  <a:pt x="497" y="630"/>
                </a:cubicBezTo>
                <a:cubicBezTo>
                  <a:pt x="325" y="459"/>
                  <a:pt x="325" y="459"/>
                  <a:pt x="325" y="459"/>
                </a:cubicBezTo>
                <a:cubicBezTo>
                  <a:pt x="430" y="353"/>
                  <a:pt x="430" y="353"/>
                  <a:pt x="430" y="353"/>
                </a:cubicBezTo>
                <a:lnTo>
                  <a:pt x="603" y="524"/>
                </a:lnTo>
                <a:close/>
              </a:path>
            </a:pathLst>
          </a:custGeom>
          <a:solidFill>
            <a:schemeClr val="tx2"/>
          </a:solidFill>
          <a:ln>
            <a:noFill/>
          </a:ln>
          <a:effectLst/>
        </p:spPr>
        <p:txBody>
          <a:bodyPr wrap="none" anchor="ctr"/>
          <a:lstStyle/>
          <a:p>
            <a:endParaRPr lang="da-DK"/>
          </a:p>
        </p:txBody>
      </p:sp>
      <p:grpSp>
        <p:nvGrpSpPr>
          <p:cNvPr id="280" name="Group 283">
            <a:extLst>
              <a:ext uri="{FF2B5EF4-FFF2-40B4-BE49-F238E27FC236}">
                <a16:creationId xmlns:a16="http://schemas.microsoft.com/office/drawing/2014/main" id="{9C70A970-B801-8D90-58DA-1F74AE9E21CC}"/>
              </a:ext>
            </a:extLst>
          </p:cNvPr>
          <p:cNvGrpSpPr/>
          <p:nvPr/>
        </p:nvGrpSpPr>
        <p:grpSpPr>
          <a:xfrm>
            <a:off x="1108744" y="1524695"/>
            <a:ext cx="247650" cy="252413"/>
            <a:chOff x="80963" y="1854200"/>
            <a:chExt cx="247650" cy="252413"/>
          </a:xfrm>
          <a:solidFill>
            <a:schemeClr val="tx2"/>
          </a:solidFill>
        </p:grpSpPr>
        <p:sp>
          <p:nvSpPr>
            <p:cNvPr id="281" name="Freeform 229">
              <a:extLst>
                <a:ext uri="{FF2B5EF4-FFF2-40B4-BE49-F238E27FC236}">
                  <a16:creationId xmlns:a16="http://schemas.microsoft.com/office/drawing/2014/main" id="{A72871FB-4CE4-F216-2EB6-B3174D2BAA04}"/>
                </a:ext>
              </a:extLst>
            </p:cNvPr>
            <p:cNvSpPr>
              <a:spLocks noChangeArrowheads="1"/>
            </p:cNvSpPr>
            <p:nvPr/>
          </p:nvSpPr>
          <p:spPr bwMode="auto">
            <a:xfrm>
              <a:off x="80963" y="1854200"/>
              <a:ext cx="65087" cy="247650"/>
            </a:xfrm>
            <a:custGeom>
              <a:avLst/>
              <a:gdLst>
                <a:gd name="T0" fmla="*/ 89 w 179"/>
                <a:gd name="T1" fmla="*/ 0 h 686"/>
                <a:gd name="T2" fmla="*/ 89 w 179"/>
                <a:gd name="T3" fmla="*/ 0 h 686"/>
                <a:gd name="T4" fmla="*/ 74 w 179"/>
                <a:gd name="T5" fmla="*/ 16 h 686"/>
                <a:gd name="T6" fmla="*/ 74 w 179"/>
                <a:gd name="T7" fmla="*/ 434 h 686"/>
                <a:gd name="T8" fmla="*/ 0 w 179"/>
                <a:gd name="T9" fmla="*/ 522 h 686"/>
                <a:gd name="T10" fmla="*/ 74 w 179"/>
                <a:gd name="T11" fmla="*/ 610 h 686"/>
                <a:gd name="T12" fmla="*/ 74 w 179"/>
                <a:gd name="T13" fmla="*/ 670 h 686"/>
                <a:gd name="T14" fmla="*/ 89 w 179"/>
                <a:gd name="T15" fmla="*/ 685 h 686"/>
                <a:gd name="T16" fmla="*/ 104 w 179"/>
                <a:gd name="T17" fmla="*/ 670 h 686"/>
                <a:gd name="T18" fmla="*/ 104 w 179"/>
                <a:gd name="T19" fmla="*/ 610 h 686"/>
                <a:gd name="T20" fmla="*/ 178 w 179"/>
                <a:gd name="T21" fmla="*/ 522 h 686"/>
                <a:gd name="T22" fmla="*/ 104 w 179"/>
                <a:gd name="T23" fmla="*/ 434 h 686"/>
                <a:gd name="T24" fmla="*/ 104 w 179"/>
                <a:gd name="T25" fmla="*/ 16 h 686"/>
                <a:gd name="T26" fmla="*/ 89 w 179"/>
                <a:gd name="T27" fmla="*/ 0 h 686"/>
                <a:gd name="T28" fmla="*/ 149 w 179"/>
                <a:gd name="T29" fmla="*/ 522 h 686"/>
                <a:gd name="T30" fmla="*/ 149 w 179"/>
                <a:gd name="T31" fmla="*/ 522 h 686"/>
                <a:gd name="T32" fmla="*/ 131 w 179"/>
                <a:gd name="T33" fmla="*/ 564 h 686"/>
                <a:gd name="T34" fmla="*/ 89 w 179"/>
                <a:gd name="T35" fmla="*/ 580 h 686"/>
                <a:gd name="T36" fmla="*/ 47 w 179"/>
                <a:gd name="T37" fmla="*/ 564 h 686"/>
                <a:gd name="T38" fmla="*/ 29 w 179"/>
                <a:gd name="T39" fmla="*/ 522 h 686"/>
                <a:gd name="T40" fmla="*/ 47 w 179"/>
                <a:gd name="T41" fmla="*/ 480 h 686"/>
                <a:gd name="T42" fmla="*/ 89 w 179"/>
                <a:gd name="T43" fmla="*/ 462 h 686"/>
                <a:gd name="T44" fmla="*/ 131 w 179"/>
                <a:gd name="T45" fmla="*/ 480 h 686"/>
                <a:gd name="T46" fmla="*/ 149 w 179"/>
                <a:gd name="T47"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1" y="0"/>
                    <a:pt x="74" y="7"/>
                    <a:pt x="74" y="16"/>
                  </a:cubicBezTo>
                  <a:cubicBezTo>
                    <a:pt x="74" y="434"/>
                    <a:pt x="74" y="434"/>
                    <a:pt x="74" y="434"/>
                  </a:cubicBezTo>
                  <a:cubicBezTo>
                    <a:pt x="32" y="441"/>
                    <a:pt x="0" y="477"/>
                    <a:pt x="0" y="522"/>
                  </a:cubicBezTo>
                  <a:cubicBezTo>
                    <a:pt x="0" y="565"/>
                    <a:pt x="32" y="603"/>
                    <a:pt x="74" y="610"/>
                  </a:cubicBezTo>
                  <a:cubicBezTo>
                    <a:pt x="74" y="670"/>
                    <a:pt x="74" y="670"/>
                    <a:pt x="74" y="670"/>
                  </a:cubicBezTo>
                  <a:cubicBezTo>
                    <a:pt x="74" y="678"/>
                    <a:pt x="81" y="685"/>
                    <a:pt x="89" y="685"/>
                  </a:cubicBezTo>
                  <a:cubicBezTo>
                    <a:pt x="97" y="685"/>
                    <a:pt x="104" y="678"/>
                    <a:pt x="104" y="670"/>
                  </a:cubicBezTo>
                  <a:cubicBezTo>
                    <a:pt x="104" y="610"/>
                    <a:pt x="104" y="610"/>
                    <a:pt x="104" y="610"/>
                  </a:cubicBezTo>
                  <a:cubicBezTo>
                    <a:pt x="146" y="603"/>
                    <a:pt x="178" y="565"/>
                    <a:pt x="178" y="522"/>
                  </a:cubicBezTo>
                  <a:cubicBezTo>
                    <a:pt x="178" y="477"/>
                    <a:pt x="146" y="441"/>
                    <a:pt x="104" y="434"/>
                  </a:cubicBezTo>
                  <a:cubicBezTo>
                    <a:pt x="104" y="16"/>
                    <a:pt x="104" y="16"/>
                    <a:pt x="104" y="16"/>
                  </a:cubicBezTo>
                  <a:cubicBezTo>
                    <a:pt x="104" y="7"/>
                    <a:pt x="97" y="0"/>
                    <a:pt x="89" y="0"/>
                  </a:cubicBezTo>
                  <a:close/>
                  <a:moveTo>
                    <a:pt x="149" y="522"/>
                  </a:moveTo>
                  <a:lnTo>
                    <a:pt x="149" y="522"/>
                  </a:lnTo>
                  <a:cubicBezTo>
                    <a:pt x="149" y="539"/>
                    <a:pt x="142" y="553"/>
                    <a:pt x="131" y="564"/>
                  </a:cubicBezTo>
                  <a:cubicBezTo>
                    <a:pt x="120" y="575"/>
                    <a:pt x="106" y="580"/>
                    <a:pt x="89" y="580"/>
                  </a:cubicBezTo>
                  <a:cubicBezTo>
                    <a:pt x="72" y="580"/>
                    <a:pt x="58" y="575"/>
                    <a:pt x="47" y="564"/>
                  </a:cubicBezTo>
                  <a:cubicBezTo>
                    <a:pt x="36" y="553"/>
                    <a:pt x="29" y="539"/>
                    <a:pt x="29" y="522"/>
                  </a:cubicBezTo>
                  <a:cubicBezTo>
                    <a:pt x="29" y="505"/>
                    <a:pt x="36" y="490"/>
                    <a:pt x="47" y="480"/>
                  </a:cubicBezTo>
                  <a:cubicBezTo>
                    <a:pt x="58" y="469"/>
                    <a:pt x="72" y="462"/>
                    <a:pt x="89" y="462"/>
                  </a:cubicBezTo>
                  <a:cubicBezTo>
                    <a:pt x="106" y="462"/>
                    <a:pt x="120" y="469"/>
                    <a:pt x="131" y="480"/>
                  </a:cubicBezTo>
                  <a:cubicBezTo>
                    <a:pt x="142" y="490"/>
                    <a:pt x="149" y="505"/>
                    <a:pt x="149" y="5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0">
              <a:extLst>
                <a:ext uri="{FF2B5EF4-FFF2-40B4-BE49-F238E27FC236}">
                  <a16:creationId xmlns:a16="http://schemas.microsoft.com/office/drawing/2014/main" id="{74F6E05B-A53C-2D5B-0C82-38DD5580B76F}"/>
                </a:ext>
              </a:extLst>
            </p:cNvPr>
            <p:cNvSpPr>
              <a:spLocks noChangeArrowheads="1"/>
            </p:cNvSpPr>
            <p:nvPr/>
          </p:nvSpPr>
          <p:spPr bwMode="auto">
            <a:xfrm>
              <a:off x="177800" y="1854200"/>
              <a:ext cx="65088" cy="247650"/>
            </a:xfrm>
            <a:custGeom>
              <a:avLst/>
              <a:gdLst>
                <a:gd name="T0" fmla="*/ 89 w 179"/>
                <a:gd name="T1" fmla="*/ 0 h 686"/>
                <a:gd name="T2" fmla="*/ 89 w 179"/>
                <a:gd name="T3" fmla="*/ 0 h 686"/>
                <a:gd name="T4" fmla="*/ 74 w 179"/>
                <a:gd name="T5" fmla="*/ 16 h 686"/>
                <a:gd name="T6" fmla="*/ 74 w 179"/>
                <a:gd name="T7" fmla="*/ 106 h 686"/>
                <a:gd name="T8" fmla="*/ 0 w 179"/>
                <a:gd name="T9" fmla="*/ 194 h 686"/>
                <a:gd name="T10" fmla="*/ 74 w 179"/>
                <a:gd name="T11" fmla="*/ 282 h 686"/>
                <a:gd name="T12" fmla="*/ 74 w 179"/>
                <a:gd name="T13" fmla="*/ 670 h 686"/>
                <a:gd name="T14" fmla="*/ 89 w 179"/>
                <a:gd name="T15" fmla="*/ 685 h 686"/>
                <a:gd name="T16" fmla="*/ 104 w 179"/>
                <a:gd name="T17" fmla="*/ 670 h 686"/>
                <a:gd name="T18" fmla="*/ 104 w 179"/>
                <a:gd name="T19" fmla="*/ 282 h 686"/>
                <a:gd name="T20" fmla="*/ 178 w 179"/>
                <a:gd name="T21" fmla="*/ 194 h 686"/>
                <a:gd name="T22" fmla="*/ 104 w 179"/>
                <a:gd name="T23" fmla="*/ 106 h 686"/>
                <a:gd name="T24" fmla="*/ 104 w 179"/>
                <a:gd name="T25" fmla="*/ 16 h 686"/>
                <a:gd name="T26" fmla="*/ 89 w 179"/>
                <a:gd name="T27" fmla="*/ 0 h 686"/>
                <a:gd name="T28" fmla="*/ 149 w 179"/>
                <a:gd name="T29" fmla="*/ 194 h 686"/>
                <a:gd name="T30" fmla="*/ 149 w 179"/>
                <a:gd name="T31" fmla="*/ 194 h 686"/>
                <a:gd name="T32" fmla="*/ 131 w 179"/>
                <a:gd name="T33" fmla="*/ 236 h 686"/>
                <a:gd name="T34" fmla="*/ 89 w 179"/>
                <a:gd name="T35" fmla="*/ 254 h 686"/>
                <a:gd name="T36" fmla="*/ 47 w 179"/>
                <a:gd name="T37" fmla="*/ 236 h 686"/>
                <a:gd name="T38" fmla="*/ 29 w 179"/>
                <a:gd name="T39" fmla="*/ 194 h 686"/>
                <a:gd name="T40" fmla="*/ 47 w 179"/>
                <a:gd name="T41" fmla="*/ 152 h 686"/>
                <a:gd name="T42" fmla="*/ 89 w 179"/>
                <a:gd name="T43" fmla="*/ 134 h 686"/>
                <a:gd name="T44" fmla="*/ 131 w 179"/>
                <a:gd name="T45" fmla="*/ 152 h 686"/>
                <a:gd name="T46" fmla="*/ 149 w 179"/>
                <a:gd name="T47" fmla="*/ 19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0" y="0"/>
                    <a:pt x="74" y="7"/>
                    <a:pt x="74" y="16"/>
                  </a:cubicBezTo>
                  <a:cubicBezTo>
                    <a:pt x="74" y="106"/>
                    <a:pt x="74" y="106"/>
                    <a:pt x="74" y="106"/>
                  </a:cubicBezTo>
                  <a:cubicBezTo>
                    <a:pt x="32" y="113"/>
                    <a:pt x="0" y="149"/>
                    <a:pt x="0" y="194"/>
                  </a:cubicBezTo>
                  <a:cubicBezTo>
                    <a:pt x="0" y="239"/>
                    <a:pt x="32" y="275"/>
                    <a:pt x="74" y="282"/>
                  </a:cubicBezTo>
                  <a:cubicBezTo>
                    <a:pt x="74" y="670"/>
                    <a:pt x="74" y="670"/>
                    <a:pt x="74" y="670"/>
                  </a:cubicBezTo>
                  <a:cubicBezTo>
                    <a:pt x="74" y="678"/>
                    <a:pt x="80" y="685"/>
                    <a:pt x="89" y="685"/>
                  </a:cubicBezTo>
                  <a:cubicBezTo>
                    <a:pt x="97" y="685"/>
                    <a:pt x="104" y="678"/>
                    <a:pt x="104" y="670"/>
                  </a:cubicBezTo>
                  <a:cubicBezTo>
                    <a:pt x="104" y="282"/>
                    <a:pt x="104" y="282"/>
                    <a:pt x="104" y="282"/>
                  </a:cubicBezTo>
                  <a:cubicBezTo>
                    <a:pt x="146" y="275"/>
                    <a:pt x="178" y="239"/>
                    <a:pt x="178" y="194"/>
                  </a:cubicBezTo>
                  <a:cubicBezTo>
                    <a:pt x="178" y="149"/>
                    <a:pt x="146" y="113"/>
                    <a:pt x="104" y="106"/>
                  </a:cubicBezTo>
                  <a:cubicBezTo>
                    <a:pt x="104" y="16"/>
                    <a:pt x="104" y="16"/>
                    <a:pt x="104" y="16"/>
                  </a:cubicBezTo>
                  <a:cubicBezTo>
                    <a:pt x="104" y="7"/>
                    <a:pt x="97" y="0"/>
                    <a:pt x="89" y="0"/>
                  </a:cubicBezTo>
                  <a:close/>
                  <a:moveTo>
                    <a:pt x="149" y="194"/>
                  </a:moveTo>
                  <a:lnTo>
                    <a:pt x="149" y="194"/>
                  </a:lnTo>
                  <a:cubicBezTo>
                    <a:pt x="149" y="211"/>
                    <a:pt x="142" y="225"/>
                    <a:pt x="131" y="236"/>
                  </a:cubicBezTo>
                  <a:cubicBezTo>
                    <a:pt x="120" y="247"/>
                    <a:pt x="106" y="254"/>
                    <a:pt x="89" y="254"/>
                  </a:cubicBezTo>
                  <a:cubicBezTo>
                    <a:pt x="72" y="254"/>
                    <a:pt x="58" y="247"/>
                    <a:pt x="47" y="236"/>
                  </a:cubicBezTo>
                  <a:cubicBezTo>
                    <a:pt x="36" y="225"/>
                    <a:pt x="29" y="211"/>
                    <a:pt x="29" y="194"/>
                  </a:cubicBezTo>
                  <a:cubicBezTo>
                    <a:pt x="29" y="177"/>
                    <a:pt x="36" y="163"/>
                    <a:pt x="47" y="152"/>
                  </a:cubicBezTo>
                  <a:cubicBezTo>
                    <a:pt x="58" y="141"/>
                    <a:pt x="72" y="134"/>
                    <a:pt x="89" y="134"/>
                  </a:cubicBezTo>
                  <a:cubicBezTo>
                    <a:pt x="106" y="134"/>
                    <a:pt x="120" y="141"/>
                    <a:pt x="131" y="152"/>
                  </a:cubicBezTo>
                  <a:cubicBezTo>
                    <a:pt x="142" y="163"/>
                    <a:pt x="149" y="177"/>
                    <a:pt x="149" y="1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1">
              <a:extLst>
                <a:ext uri="{FF2B5EF4-FFF2-40B4-BE49-F238E27FC236}">
                  <a16:creationId xmlns:a16="http://schemas.microsoft.com/office/drawing/2014/main" id="{67C5AB40-A827-F6CE-86BB-3CEF81C66D43}"/>
                </a:ext>
              </a:extLst>
            </p:cNvPr>
            <p:cNvSpPr>
              <a:spLocks noChangeArrowheads="1"/>
            </p:cNvSpPr>
            <p:nvPr/>
          </p:nvSpPr>
          <p:spPr bwMode="auto">
            <a:xfrm>
              <a:off x="263525" y="1854200"/>
              <a:ext cx="65088" cy="252413"/>
            </a:xfrm>
            <a:custGeom>
              <a:avLst/>
              <a:gdLst>
                <a:gd name="T0" fmla="*/ 89 w 180"/>
                <a:gd name="T1" fmla="*/ 0 h 701"/>
                <a:gd name="T2" fmla="*/ 89 w 180"/>
                <a:gd name="T3" fmla="*/ 0 h 701"/>
                <a:gd name="T4" fmla="*/ 74 w 180"/>
                <a:gd name="T5" fmla="*/ 16 h 701"/>
                <a:gd name="T6" fmla="*/ 74 w 180"/>
                <a:gd name="T7" fmla="*/ 523 h 701"/>
                <a:gd name="T8" fmla="*/ 0 w 180"/>
                <a:gd name="T9" fmla="*/ 611 h 701"/>
                <a:gd name="T10" fmla="*/ 89 w 180"/>
                <a:gd name="T11" fmla="*/ 700 h 701"/>
                <a:gd name="T12" fmla="*/ 179 w 180"/>
                <a:gd name="T13" fmla="*/ 611 h 701"/>
                <a:gd name="T14" fmla="*/ 103 w 180"/>
                <a:gd name="T15" fmla="*/ 523 h 701"/>
                <a:gd name="T16" fmla="*/ 103 w 180"/>
                <a:gd name="T17" fmla="*/ 16 h 701"/>
                <a:gd name="T18" fmla="*/ 89 w 180"/>
                <a:gd name="T19" fmla="*/ 0 h 701"/>
                <a:gd name="T20" fmla="*/ 148 w 180"/>
                <a:gd name="T21" fmla="*/ 611 h 701"/>
                <a:gd name="T22" fmla="*/ 148 w 180"/>
                <a:gd name="T23" fmla="*/ 611 h 701"/>
                <a:gd name="T24" fmla="*/ 131 w 180"/>
                <a:gd name="T25" fmla="*/ 653 h 701"/>
                <a:gd name="T26" fmla="*/ 89 w 180"/>
                <a:gd name="T27" fmla="*/ 670 h 701"/>
                <a:gd name="T28" fmla="*/ 46 w 180"/>
                <a:gd name="T29" fmla="*/ 653 h 701"/>
                <a:gd name="T30" fmla="*/ 29 w 180"/>
                <a:gd name="T31" fmla="*/ 611 h 701"/>
                <a:gd name="T32" fmla="*/ 46 w 180"/>
                <a:gd name="T33" fmla="*/ 569 h 701"/>
                <a:gd name="T34" fmla="*/ 89 w 180"/>
                <a:gd name="T35" fmla="*/ 551 h 701"/>
                <a:gd name="T36" fmla="*/ 131 w 180"/>
                <a:gd name="T37" fmla="*/ 569 h 701"/>
                <a:gd name="T38" fmla="*/ 148 w 180"/>
                <a:gd name="T39" fmla="*/ 611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80" h="701">
                  <a:moveTo>
                    <a:pt x="89" y="0"/>
                  </a:moveTo>
                  <a:lnTo>
                    <a:pt x="89" y="0"/>
                  </a:lnTo>
                  <a:cubicBezTo>
                    <a:pt x="81" y="0"/>
                    <a:pt x="74" y="7"/>
                    <a:pt x="74" y="16"/>
                  </a:cubicBezTo>
                  <a:cubicBezTo>
                    <a:pt x="74" y="523"/>
                    <a:pt x="74" y="523"/>
                    <a:pt x="74" y="523"/>
                  </a:cubicBezTo>
                  <a:cubicBezTo>
                    <a:pt x="32" y="530"/>
                    <a:pt x="0" y="566"/>
                    <a:pt x="0" y="611"/>
                  </a:cubicBezTo>
                  <a:cubicBezTo>
                    <a:pt x="0" y="660"/>
                    <a:pt x="39" y="700"/>
                    <a:pt x="89" y="700"/>
                  </a:cubicBezTo>
                  <a:cubicBezTo>
                    <a:pt x="138" y="700"/>
                    <a:pt x="179" y="660"/>
                    <a:pt x="179" y="611"/>
                  </a:cubicBezTo>
                  <a:cubicBezTo>
                    <a:pt x="179" y="566"/>
                    <a:pt x="147" y="530"/>
                    <a:pt x="103" y="523"/>
                  </a:cubicBezTo>
                  <a:cubicBezTo>
                    <a:pt x="103" y="16"/>
                    <a:pt x="103" y="16"/>
                    <a:pt x="103" y="16"/>
                  </a:cubicBezTo>
                  <a:cubicBezTo>
                    <a:pt x="103" y="7"/>
                    <a:pt x="96" y="0"/>
                    <a:pt x="89" y="0"/>
                  </a:cubicBezTo>
                  <a:close/>
                  <a:moveTo>
                    <a:pt x="148" y="611"/>
                  </a:moveTo>
                  <a:lnTo>
                    <a:pt x="148" y="611"/>
                  </a:lnTo>
                  <a:cubicBezTo>
                    <a:pt x="148" y="628"/>
                    <a:pt x="142" y="642"/>
                    <a:pt x="131" y="653"/>
                  </a:cubicBezTo>
                  <a:cubicBezTo>
                    <a:pt x="120" y="664"/>
                    <a:pt x="105" y="670"/>
                    <a:pt x="89" y="670"/>
                  </a:cubicBezTo>
                  <a:cubicBezTo>
                    <a:pt x="73" y="670"/>
                    <a:pt x="57" y="664"/>
                    <a:pt x="46" y="653"/>
                  </a:cubicBezTo>
                  <a:cubicBezTo>
                    <a:pt x="36" y="642"/>
                    <a:pt x="29" y="628"/>
                    <a:pt x="29" y="611"/>
                  </a:cubicBezTo>
                  <a:cubicBezTo>
                    <a:pt x="29" y="594"/>
                    <a:pt x="36" y="579"/>
                    <a:pt x="46" y="569"/>
                  </a:cubicBezTo>
                  <a:cubicBezTo>
                    <a:pt x="57" y="558"/>
                    <a:pt x="73" y="551"/>
                    <a:pt x="89" y="551"/>
                  </a:cubicBezTo>
                  <a:cubicBezTo>
                    <a:pt x="105" y="551"/>
                    <a:pt x="120" y="558"/>
                    <a:pt x="131" y="569"/>
                  </a:cubicBezTo>
                  <a:cubicBezTo>
                    <a:pt x="142" y="579"/>
                    <a:pt x="148" y="594"/>
                    <a:pt x="148" y="6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4" name="Group 287">
            <a:extLst>
              <a:ext uri="{FF2B5EF4-FFF2-40B4-BE49-F238E27FC236}">
                <a16:creationId xmlns:a16="http://schemas.microsoft.com/office/drawing/2014/main" id="{C3398D09-B57B-A6C6-FB80-F31D566324C1}"/>
              </a:ext>
            </a:extLst>
          </p:cNvPr>
          <p:cNvGrpSpPr/>
          <p:nvPr/>
        </p:nvGrpSpPr>
        <p:grpSpPr>
          <a:xfrm>
            <a:off x="1107156" y="2040632"/>
            <a:ext cx="254000" cy="246063"/>
            <a:chOff x="79375" y="2384425"/>
            <a:chExt cx="254000" cy="246063"/>
          </a:xfrm>
          <a:solidFill>
            <a:schemeClr val="tx2"/>
          </a:solidFill>
        </p:grpSpPr>
        <p:sp>
          <p:nvSpPr>
            <p:cNvPr id="285" name="Freeform 232">
              <a:extLst>
                <a:ext uri="{FF2B5EF4-FFF2-40B4-BE49-F238E27FC236}">
                  <a16:creationId xmlns:a16="http://schemas.microsoft.com/office/drawing/2014/main" id="{2A9E9CCA-9F39-903A-5E24-D2520048208B}"/>
                </a:ext>
              </a:extLst>
            </p:cNvPr>
            <p:cNvSpPr>
              <a:spLocks noChangeArrowheads="1"/>
            </p:cNvSpPr>
            <p:nvPr/>
          </p:nvSpPr>
          <p:spPr bwMode="auto">
            <a:xfrm>
              <a:off x="85725" y="2384425"/>
              <a:ext cx="247650" cy="65088"/>
            </a:xfrm>
            <a:custGeom>
              <a:avLst/>
              <a:gdLst>
                <a:gd name="T0" fmla="*/ 669 w 686"/>
                <a:gd name="T1" fmla="*/ 74 h 179"/>
                <a:gd name="T2" fmla="*/ 669 w 686"/>
                <a:gd name="T3" fmla="*/ 74 h 179"/>
                <a:gd name="T4" fmla="*/ 251 w 686"/>
                <a:gd name="T5" fmla="*/ 74 h 179"/>
                <a:gd name="T6" fmla="*/ 163 w 686"/>
                <a:gd name="T7" fmla="*/ 0 h 179"/>
                <a:gd name="T8" fmla="*/ 75 w 686"/>
                <a:gd name="T9" fmla="*/ 74 h 179"/>
                <a:gd name="T10" fmla="*/ 15 w 686"/>
                <a:gd name="T11" fmla="*/ 74 h 179"/>
                <a:gd name="T12" fmla="*/ 0 w 686"/>
                <a:gd name="T13" fmla="*/ 89 h 179"/>
                <a:gd name="T14" fmla="*/ 15 w 686"/>
                <a:gd name="T15" fmla="*/ 105 h 179"/>
                <a:gd name="T16" fmla="*/ 75 w 686"/>
                <a:gd name="T17" fmla="*/ 105 h 179"/>
                <a:gd name="T18" fmla="*/ 163 w 686"/>
                <a:gd name="T19" fmla="*/ 178 h 179"/>
                <a:gd name="T20" fmla="*/ 251 w 686"/>
                <a:gd name="T21" fmla="*/ 105 h 179"/>
                <a:gd name="T22" fmla="*/ 669 w 686"/>
                <a:gd name="T23" fmla="*/ 105 h 179"/>
                <a:gd name="T24" fmla="*/ 685 w 686"/>
                <a:gd name="T25" fmla="*/ 89 h 179"/>
                <a:gd name="T26" fmla="*/ 669 w 686"/>
                <a:gd name="T27" fmla="*/ 74 h 179"/>
                <a:gd name="T28" fmla="*/ 205 w 686"/>
                <a:gd name="T29" fmla="*/ 131 h 179"/>
                <a:gd name="T30" fmla="*/ 205 w 686"/>
                <a:gd name="T31" fmla="*/ 131 h 179"/>
                <a:gd name="T32" fmla="*/ 163 w 686"/>
                <a:gd name="T33" fmla="*/ 149 h 179"/>
                <a:gd name="T34" fmla="*/ 121 w 686"/>
                <a:gd name="T35" fmla="*/ 131 h 179"/>
                <a:gd name="T36" fmla="*/ 105 w 686"/>
                <a:gd name="T37" fmla="*/ 89 h 179"/>
                <a:gd name="T38" fmla="*/ 105 w 686"/>
                <a:gd name="T39" fmla="*/ 89 h 179"/>
                <a:gd name="T40" fmla="*/ 105 w 686"/>
                <a:gd name="T41" fmla="*/ 89 h 179"/>
                <a:gd name="T42" fmla="*/ 121 w 686"/>
                <a:gd name="T43" fmla="*/ 47 h 179"/>
                <a:gd name="T44" fmla="*/ 163 w 686"/>
                <a:gd name="T45" fmla="*/ 29 h 179"/>
                <a:gd name="T46" fmla="*/ 205 w 686"/>
                <a:gd name="T47" fmla="*/ 47 h 179"/>
                <a:gd name="T48" fmla="*/ 223 w 686"/>
                <a:gd name="T49" fmla="*/ 89 h 179"/>
                <a:gd name="T50" fmla="*/ 205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251" y="74"/>
                    <a:pt x="251" y="74"/>
                    <a:pt x="251" y="74"/>
                  </a:cubicBezTo>
                  <a:cubicBezTo>
                    <a:pt x="244" y="32"/>
                    <a:pt x="208" y="0"/>
                    <a:pt x="163" y="0"/>
                  </a:cubicBezTo>
                  <a:cubicBezTo>
                    <a:pt x="120" y="0"/>
                    <a:pt x="82" y="32"/>
                    <a:pt x="75" y="74"/>
                  </a:cubicBezTo>
                  <a:cubicBezTo>
                    <a:pt x="15" y="74"/>
                    <a:pt x="15" y="74"/>
                    <a:pt x="15" y="74"/>
                  </a:cubicBezTo>
                  <a:cubicBezTo>
                    <a:pt x="7" y="74"/>
                    <a:pt x="0" y="81"/>
                    <a:pt x="0" y="89"/>
                  </a:cubicBezTo>
                  <a:cubicBezTo>
                    <a:pt x="0" y="98"/>
                    <a:pt x="7" y="105"/>
                    <a:pt x="15" y="105"/>
                  </a:cubicBezTo>
                  <a:cubicBezTo>
                    <a:pt x="75" y="105"/>
                    <a:pt x="75" y="105"/>
                    <a:pt x="75" y="105"/>
                  </a:cubicBezTo>
                  <a:cubicBezTo>
                    <a:pt x="82" y="146"/>
                    <a:pt x="120" y="178"/>
                    <a:pt x="163" y="178"/>
                  </a:cubicBezTo>
                  <a:cubicBezTo>
                    <a:pt x="208" y="178"/>
                    <a:pt x="244" y="146"/>
                    <a:pt x="251" y="105"/>
                  </a:cubicBezTo>
                  <a:cubicBezTo>
                    <a:pt x="669" y="105"/>
                    <a:pt x="669" y="105"/>
                    <a:pt x="669" y="105"/>
                  </a:cubicBezTo>
                  <a:cubicBezTo>
                    <a:pt x="678" y="105"/>
                    <a:pt x="685" y="98"/>
                    <a:pt x="685" y="89"/>
                  </a:cubicBezTo>
                  <a:cubicBezTo>
                    <a:pt x="685" y="81"/>
                    <a:pt x="678" y="74"/>
                    <a:pt x="669" y="74"/>
                  </a:cubicBezTo>
                  <a:close/>
                  <a:moveTo>
                    <a:pt x="205" y="131"/>
                  </a:moveTo>
                  <a:lnTo>
                    <a:pt x="205" y="131"/>
                  </a:lnTo>
                  <a:cubicBezTo>
                    <a:pt x="195" y="142"/>
                    <a:pt x="180" y="149"/>
                    <a:pt x="163" y="149"/>
                  </a:cubicBezTo>
                  <a:cubicBezTo>
                    <a:pt x="146" y="149"/>
                    <a:pt x="133" y="142"/>
                    <a:pt x="121" y="131"/>
                  </a:cubicBezTo>
                  <a:cubicBezTo>
                    <a:pt x="110" y="120"/>
                    <a:pt x="105" y="106"/>
                    <a:pt x="105" y="89"/>
                  </a:cubicBezTo>
                  <a:lnTo>
                    <a:pt x="105" y="89"/>
                  </a:lnTo>
                  <a:lnTo>
                    <a:pt x="105" y="89"/>
                  </a:lnTo>
                  <a:cubicBezTo>
                    <a:pt x="105" y="72"/>
                    <a:pt x="110" y="58"/>
                    <a:pt x="121" y="47"/>
                  </a:cubicBezTo>
                  <a:cubicBezTo>
                    <a:pt x="133" y="36"/>
                    <a:pt x="146" y="29"/>
                    <a:pt x="163" y="29"/>
                  </a:cubicBezTo>
                  <a:cubicBezTo>
                    <a:pt x="180" y="29"/>
                    <a:pt x="195" y="36"/>
                    <a:pt x="205" y="47"/>
                  </a:cubicBezTo>
                  <a:cubicBezTo>
                    <a:pt x="216" y="58"/>
                    <a:pt x="223" y="72"/>
                    <a:pt x="223" y="89"/>
                  </a:cubicBezTo>
                  <a:cubicBezTo>
                    <a:pt x="223" y="106"/>
                    <a:pt x="216" y="120"/>
                    <a:pt x="20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3">
              <a:extLst>
                <a:ext uri="{FF2B5EF4-FFF2-40B4-BE49-F238E27FC236}">
                  <a16:creationId xmlns:a16="http://schemas.microsoft.com/office/drawing/2014/main" id="{C6D39FA0-2F2E-5DB0-AEF6-116621827617}"/>
                </a:ext>
              </a:extLst>
            </p:cNvPr>
            <p:cNvSpPr>
              <a:spLocks noChangeArrowheads="1"/>
            </p:cNvSpPr>
            <p:nvPr/>
          </p:nvSpPr>
          <p:spPr bwMode="auto">
            <a:xfrm>
              <a:off x="85725" y="2479675"/>
              <a:ext cx="247650" cy="65088"/>
            </a:xfrm>
            <a:custGeom>
              <a:avLst/>
              <a:gdLst>
                <a:gd name="T0" fmla="*/ 669 w 686"/>
                <a:gd name="T1" fmla="*/ 74 h 179"/>
                <a:gd name="T2" fmla="*/ 669 w 686"/>
                <a:gd name="T3" fmla="*/ 74 h 179"/>
                <a:gd name="T4" fmla="*/ 579 w 686"/>
                <a:gd name="T5" fmla="*/ 74 h 179"/>
                <a:gd name="T6" fmla="*/ 491 w 686"/>
                <a:gd name="T7" fmla="*/ 0 h 179"/>
                <a:gd name="T8" fmla="*/ 403 w 686"/>
                <a:gd name="T9" fmla="*/ 74 h 179"/>
                <a:gd name="T10" fmla="*/ 15 w 686"/>
                <a:gd name="T11" fmla="*/ 74 h 179"/>
                <a:gd name="T12" fmla="*/ 0 w 686"/>
                <a:gd name="T13" fmla="*/ 89 h 179"/>
                <a:gd name="T14" fmla="*/ 15 w 686"/>
                <a:gd name="T15" fmla="*/ 104 h 179"/>
                <a:gd name="T16" fmla="*/ 403 w 686"/>
                <a:gd name="T17" fmla="*/ 104 h 179"/>
                <a:gd name="T18" fmla="*/ 491 w 686"/>
                <a:gd name="T19" fmla="*/ 178 h 179"/>
                <a:gd name="T20" fmla="*/ 579 w 686"/>
                <a:gd name="T21" fmla="*/ 104 h 179"/>
                <a:gd name="T22" fmla="*/ 669 w 686"/>
                <a:gd name="T23" fmla="*/ 104 h 179"/>
                <a:gd name="T24" fmla="*/ 685 w 686"/>
                <a:gd name="T25" fmla="*/ 89 h 179"/>
                <a:gd name="T26" fmla="*/ 669 w 686"/>
                <a:gd name="T27" fmla="*/ 74 h 179"/>
                <a:gd name="T28" fmla="*/ 533 w 686"/>
                <a:gd name="T29" fmla="*/ 131 h 179"/>
                <a:gd name="T30" fmla="*/ 533 w 686"/>
                <a:gd name="T31" fmla="*/ 131 h 179"/>
                <a:gd name="T32" fmla="*/ 491 w 686"/>
                <a:gd name="T33" fmla="*/ 149 h 179"/>
                <a:gd name="T34" fmla="*/ 449 w 686"/>
                <a:gd name="T35" fmla="*/ 131 h 179"/>
                <a:gd name="T36" fmla="*/ 431 w 686"/>
                <a:gd name="T37" fmla="*/ 89 h 179"/>
                <a:gd name="T38" fmla="*/ 431 w 686"/>
                <a:gd name="T39" fmla="*/ 89 h 179"/>
                <a:gd name="T40" fmla="*/ 431 w 686"/>
                <a:gd name="T41" fmla="*/ 89 h 179"/>
                <a:gd name="T42" fmla="*/ 449 w 686"/>
                <a:gd name="T43" fmla="*/ 47 h 179"/>
                <a:gd name="T44" fmla="*/ 491 w 686"/>
                <a:gd name="T45" fmla="*/ 29 h 179"/>
                <a:gd name="T46" fmla="*/ 533 w 686"/>
                <a:gd name="T47" fmla="*/ 47 h 179"/>
                <a:gd name="T48" fmla="*/ 551 w 686"/>
                <a:gd name="T49" fmla="*/ 89 h 179"/>
                <a:gd name="T50" fmla="*/ 533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579" y="74"/>
                    <a:pt x="579" y="74"/>
                    <a:pt x="579" y="74"/>
                  </a:cubicBezTo>
                  <a:cubicBezTo>
                    <a:pt x="572" y="32"/>
                    <a:pt x="536" y="0"/>
                    <a:pt x="491" y="0"/>
                  </a:cubicBezTo>
                  <a:cubicBezTo>
                    <a:pt x="446" y="0"/>
                    <a:pt x="410" y="32"/>
                    <a:pt x="403" y="74"/>
                  </a:cubicBezTo>
                  <a:cubicBezTo>
                    <a:pt x="15" y="74"/>
                    <a:pt x="15" y="74"/>
                    <a:pt x="15" y="74"/>
                  </a:cubicBezTo>
                  <a:cubicBezTo>
                    <a:pt x="7" y="74"/>
                    <a:pt x="0" y="81"/>
                    <a:pt x="0" y="89"/>
                  </a:cubicBezTo>
                  <a:cubicBezTo>
                    <a:pt x="0" y="97"/>
                    <a:pt x="7" y="104"/>
                    <a:pt x="15" y="104"/>
                  </a:cubicBezTo>
                  <a:cubicBezTo>
                    <a:pt x="403" y="104"/>
                    <a:pt x="403" y="104"/>
                    <a:pt x="403" y="104"/>
                  </a:cubicBezTo>
                  <a:cubicBezTo>
                    <a:pt x="410" y="146"/>
                    <a:pt x="446" y="178"/>
                    <a:pt x="491" y="178"/>
                  </a:cubicBezTo>
                  <a:cubicBezTo>
                    <a:pt x="536" y="178"/>
                    <a:pt x="572" y="146"/>
                    <a:pt x="579" y="104"/>
                  </a:cubicBezTo>
                  <a:cubicBezTo>
                    <a:pt x="669" y="104"/>
                    <a:pt x="669" y="104"/>
                    <a:pt x="669" y="104"/>
                  </a:cubicBezTo>
                  <a:cubicBezTo>
                    <a:pt x="678" y="104"/>
                    <a:pt x="685" y="97"/>
                    <a:pt x="685" y="89"/>
                  </a:cubicBezTo>
                  <a:cubicBezTo>
                    <a:pt x="685" y="81"/>
                    <a:pt x="678" y="74"/>
                    <a:pt x="669" y="74"/>
                  </a:cubicBezTo>
                  <a:close/>
                  <a:moveTo>
                    <a:pt x="533" y="131"/>
                  </a:moveTo>
                  <a:lnTo>
                    <a:pt x="533" y="131"/>
                  </a:lnTo>
                  <a:cubicBezTo>
                    <a:pt x="522" y="142"/>
                    <a:pt x="508" y="149"/>
                    <a:pt x="491" y="149"/>
                  </a:cubicBezTo>
                  <a:cubicBezTo>
                    <a:pt x="474" y="149"/>
                    <a:pt x="460" y="142"/>
                    <a:pt x="449" y="131"/>
                  </a:cubicBezTo>
                  <a:cubicBezTo>
                    <a:pt x="438" y="120"/>
                    <a:pt x="431" y="106"/>
                    <a:pt x="431" y="89"/>
                  </a:cubicBezTo>
                  <a:lnTo>
                    <a:pt x="431" y="89"/>
                  </a:lnTo>
                  <a:lnTo>
                    <a:pt x="431" y="89"/>
                  </a:lnTo>
                  <a:cubicBezTo>
                    <a:pt x="431" y="72"/>
                    <a:pt x="438" y="58"/>
                    <a:pt x="449" y="47"/>
                  </a:cubicBezTo>
                  <a:cubicBezTo>
                    <a:pt x="460" y="36"/>
                    <a:pt x="474" y="29"/>
                    <a:pt x="491" y="29"/>
                  </a:cubicBezTo>
                  <a:cubicBezTo>
                    <a:pt x="508" y="29"/>
                    <a:pt x="522" y="36"/>
                    <a:pt x="533" y="47"/>
                  </a:cubicBezTo>
                  <a:cubicBezTo>
                    <a:pt x="544" y="58"/>
                    <a:pt x="551" y="72"/>
                    <a:pt x="551" y="89"/>
                  </a:cubicBezTo>
                  <a:cubicBezTo>
                    <a:pt x="551" y="106"/>
                    <a:pt x="544" y="120"/>
                    <a:pt x="533"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4">
              <a:extLst>
                <a:ext uri="{FF2B5EF4-FFF2-40B4-BE49-F238E27FC236}">
                  <a16:creationId xmlns:a16="http://schemas.microsoft.com/office/drawing/2014/main" id="{E5D96A3B-548E-581B-233F-2A4E57B589F8}"/>
                </a:ext>
              </a:extLst>
            </p:cNvPr>
            <p:cNvSpPr>
              <a:spLocks noChangeArrowheads="1"/>
            </p:cNvSpPr>
            <p:nvPr/>
          </p:nvSpPr>
          <p:spPr bwMode="auto">
            <a:xfrm>
              <a:off x="79375" y="2565400"/>
              <a:ext cx="252413" cy="65088"/>
            </a:xfrm>
            <a:custGeom>
              <a:avLst/>
              <a:gdLst>
                <a:gd name="T0" fmla="*/ 684 w 701"/>
                <a:gd name="T1" fmla="*/ 74 h 180"/>
                <a:gd name="T2" fmla="*/ 684 w 701"/>
                <a:gd name="T3" fmla="*/ 74 h 180"/>
                <a:gd name="T4" fmla="*/ 177 w 701"/>
                <a:gd name="T5" fmla="*/ 74 h 180"/>
                <a:gd name="T6" fmla="*/ 89 w 701"/>
                <a:gd name="T7" fmla="*/ 0 h 180"/>
                <a:gd name="T8" fmla="*/ 0 w 701"/>
                <a:gd name="T9" fmla="*/ 89 h 180"/>
                <a:gd name="T10" fmla="*/ 89 w 701"/>
                <a:gd name="T11" fmla="*/ 179 h 180"/>
                <a:gd name="T12" fmla="*/ 177 w 701"/>
                <a:gd name="T13" fmla="*/ 103 h 180"/>
                <a:gd name="T14" fmla="*/ 684 w 701"/>
                <a:gd name="T15" fmla="*/ 103 h 180"/>
                <a:gd name="T16" fmla="*/ 700 w 701"/>
                <a:gd name="T17" fmla="*/ 89 h 180"/>
                <a:gd name="T18" fmla="*/ 684 w 701"/>
                <a:gd name="T19" fmla="*/ 74 h 180"/>
                <a:gd name="T20" fmla="*/ 131 w 701"/>
                <a:gd name="T21" fmla="*/ 131 h 180"/>
                <a:gd name="T22" fmla="*/ 131 w 701"/>
                <a:gd name="T23" fmla="*/ 131 h 180"/>
                <a:gd name="T24" fmla="*/ 89 w 701"/>
                <a:gd name="T25" fmla="*/ 148 h 180"/>
                <a:gd name="T26" fmla="*/ 47 w 701"/>
                <a:gd name="T27" fmla="*/ 131 h 180"/>
                <a:gd name="T28" fmla="*/ 30 w 701"/>
                <a:gd name="T29" fmla="*/ 89 h 180"/>
                <a:gd name="T30" fmla="*/ 47 w 701"/>
                <a:gd name="T31" fmla="*/ 48 h 180"/>
                <a:gd name="T32" fmla="*/ 89 w 701"/>
                <a:gd name="T33" fmla="*/ 29 h 180"/>
                <a:gd name="T34" fmla="*/ 131 w 701"/>
                <a:gd name="T35" fmla="*/ 48 h 180"/>
                <a:gd name="T36" fmla="*/ 149 w 701"/>
                <a:gd name="T37" fmla="*/ 89 h 180"/>
                <a:gd name="T38" fmla="*/ 131 w 701"/>
                <a:gd name="T39" fmla="*/ 131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1" h="180">
                  <a:moveTo>
                    <a:pt x="684" y="74"/>
                  </a:moveTo>
                  <a:lnTo>
                    <a:pt x="684" y="74"/>
                  </a:lnTo>
                  <a:cubicBezTo>
                    <a:pt x="177" y="74"/>
                    <a:pt x="177" y="74"/>
                    <a:pt x="177" y="74"/>
                  </a:cubicBezTo>
                  <a:cubicBezTo>
                    <a:pt x="170" y="32"/>
                    <a:pt x="134" y="0"/>
                    <a:pt x="89" y="0"/>
                  </a:cubicBezTo>
                  <a:cubicBezTo>
                    <a:pt x="40" y="0"/>
                    <a:pt x="0" y="39"/>
                    <a:pt x="0" y="89"/>
                  </a:cubicBezTo>
                  <a:cubicBezTo>
                    <a:pt x="0" y="138"/>
                    <a:pt x="40" y="179"/>
                    <a:pt x="89" y="179"/>
                  </a:cubicBezTo>
                  <a:cubicBezTo>
                    <a:pt x="134" y="179"/>
                    <a:pt x="170" y="147"/>
                    <a:pt x="177" y="103"/>
                  </a:cubicBezTo>
                  <a:cubicBezTo>
                    <a:pt x="684" y="103"/>
                    <a:pt x="684" y="103"/>
                    <a:pt x="684" y="103"/>
                  </a:cubicBezTo>
                  <a:cubicBezTo>
                    <a:pt x="693" y="103"/>
                    <a:pt x="700" y="98"/>
                    <a:pt x="700" y="89"/>
                  </a:cubicBezTo>
                  <a:cubicBezTo>
                    <a:pt x="700" y="81"/>
                    <a:pt x="693" y="74"/>
                    <a:pt x="684" y="74"/>
                  </a:cubicBezTo>
                  <a:close/>
                  <a:moveTo>
                    <a:pt x="131" y="131"/>
                  </a:moveTo>
                  <a:lnTo>
                    <a:pt x="131" y="131"/>
                  </a:lnTo>
                  <a:cubicBezTo>
                    <a:pt x="121" y="142"/>
                    <a:pt x="106" y="148"/>
                    <a:pt x="89" y="148"/>
                  </a:cubicBezTo>
                  <a:cubicBezTo>
                    <a:pt x="72" y="148"/>
                    <a:pt x="58" y="142"/>
                    <a:pt x="47" y="131"/>
                  </a:cubicBezTo>
                  <a:cubicBezTo>
                    <a:pt x="36" y="120"/>
                    <a:pt x="30" y="106"/>
                    <a:pt x="30" y="89"/>
                  </a:cubicBezTo>
                  <a:cubicBezTo>
                    <a:pt x="30" y="73"/>
                    <a:pt x="36" y="57"/>
                    <a:pt x="47" y="48"/>
                  </a:cubicBezTo>
                  <a:cubicBezTo>
                    <a:pt x="58" y="36"/>
                    <a:pt x="72" y="29"/>
                    <a:pt x="89" y="29"/>
                  </a:cubicBezTo>
                  <a:cubicBezTo>
                    <a:pt x="106" y="29"/>
                    <a:pt x="121" y="36"/>
                    <a:pt x="131" y="48"/>
                  </a:cubicBezTo>
                  <a:cubicBezTo>
                    <a:pt x="142" y="57"/>
                    <a:pt x="149" y="73"/>
                    <a:pt x="149" y="89"/>
                  </a:cubicBezTo>
                  <a:cubicBezTo>
                    <a:pt x="149" y="106"/>
                    <a:pt x="142" y="120"/>
                    <a:pt x="13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8" name="Group 291">
            <a:extLst>
              <a:ext uri="{FF2B5EF4-FFF2-40B4-BE49-F238E27FC236}">
                <a16:creationId xmlns:a16="http://schemas.microsoft.com/office/drawing/2014/main" id="{15C83CBD-4CD5-A577-220C-A1FD7A8474A5}"/>
              </a:ext>
            </a:extLst>
          </p:cNvPr>
          <p:cNvGrpSpPr/>
          <p:nvPr/>
        </p:nvGrpSpPr>
        <p:grpSpPr>
          <a:xfrm>
            <a:off x="1623094" y="2038251"/>
            <a:ext cx="252412" cy="250825"/>
            <a:chOff x="595313" y="2371725"/>
            <a:chExt cx="252412" cy="250825"/>
          </a:xfrm>
          <a:solidFill>
            <a:schemeClr val="tx2"/>
          </a:solidFill>
        </p:grpSpPr>
        <p:sp>
          <p:nvSpPr>
            <p:cNvPr id="289" name="Freeform 235">
              <a:extLst>
                <a:ext uri="{FF2B5EF4-FFF2-40B4-BE49-F238E27FC236}">
                  <a16:creationId xmlns:a16="http://schemas.microsoft.com/office/drawing/2014/main" id="{DFB03E61-47FE-1D71-3608-C36A3408C356}"/>
                </a:ext>
              </a:extLst>
            </p:cNvPr>
            <p:cNvSpPr>
              <a:spLocks noChangeArrowheads="1"/>
            </p:cNvSpPr>
            <p:nvPr/>
          </p:nvSpPr>
          <p:spPr bwMode="auto">
            <a:xfrm>
              <a:off x="827088" y="2490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6">
              <a:extLst>
                <a:ext uri="{FF2B5EF4-FFF2-40B4-BE49-F238E27FC236}">
                  <a16:creationId xmlns:a16="http://schemas.microsoft.com/office/drawing/2014/main" id="{A5F8C3F9-12B7-BC92-5674-601F622B7593}"/>
                </a:ext>
              </a:extLst>
            </p:cNvPr>
            <p:cNvSpPr>
              <a:spLocks noChangeArrowheads="1"/>
            </p:cNvSpPr>
            <p:nvPr/>
          </p:nvSpPr>
          <p:spPr bwMode="auto">
            <a:xfrm>
              <a:off x="728663" y="2392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37">
              <a:extLst>
                <a:ext uri="{FF2B5EF4-FFF2-40B4-BE49-F238E27FC236}">
                  <a16:creationId xmlns:a16="http://schemas.microsoft.com/office/drawing/2014/main" id="{AC3FD786-AF1E-CB9F-9C81-0B69D01620CD}"/>
                </a:ext>
              </a:extLst>
            </p:cNvPr>
            <p:cNvSpPr>
              <a:spLocks noChangeArrowheads="1"/>
            </p:cNvSpPr>
            <p:nvPr/>
          </p:nvSpPr>
          <p:spPr bwMode="auto">
            <a:xfrm>
              <a:off x="595313" y="2371725"/>
              <a:ext cx="252412" cy="250825"/>
            </a:xfrm>
            <a:custGeom>
              <a:avLst/>
              <a:gdLst>
                <a:gd name="T0" fmla="*/ 680 w 699"/>
                <a:gd name="T1" fmla="*/ 110 h 698"/>
                <a:gd name="T2" fmla="*/ 654 w 699"/>
                <a:gd name="T3" fmla="*/ 106 h 698"/>
                <a:gd name="T4" fmla="*/ 547 w 699"/>
                <a:gd name="T5" fmla="*/ 209 h 698"/>
                <a:gd name="T6" fmla="*/ 494 w 699"/>
                <a:gd name="T7" fmla="*/ 162 h 698"/>
                <a:gd name="T8" fmla="*/ 494 w 699"/>
                <a:gd name="T9" fmla="*/ 141 h 698"/>
                <a:gd name="T10" fmla="*/ 596 w 699"/>
                <a:gd name="T11" fmla="*/ 31 h 698"/>
                <a:gd name="T12" fmla="*/ 505 w 699"/>
                <a:gd name="T13" fmla="*/ 0 h 698"/>
                <a:gd name="T14" fmla="*/ 311 w 699"/>
                <a:gd name="T15" fmla="*/ 194 h 698"/>
                <a:gd name="T16" fmla="*/ 244 w 699"/>
                <a:gd name="T17" fmla="*/ 307 h 698"/>
                <a:gd name="T18" fmla="*/ 31 w 699"/>
                <a:gd name="T19" fmla="*/ 520 h 698"/>
                <a:gd name="T20" fmla="*/ 31 w 699"/>
                <a:gd name="T21" fmla="*/ 666 h 698"/>
                <a:gd name="T22" fmla="*/ 105 w 699"/>
                <a:gd name="T23" fmla="*/ 697 h 698"/>
                <a:gd name="T24" fmla="*/ 329 w 699"/>
                <a:gd name="T25" fmla="*/ 517 h 698"/>
                <a:gd name="T26" fmla="*/ 455 w 699"/>
                <a:gd name="T27" fmla="*/ 390 h 698"/>
                <a:gd name="T28" fmla="*/ 463 w 699"/>
                <a:gd name="T29" fmla="*/ 382 h 698"/>
                <a:gd name="T30" fmla="*/ 642 w 699"/>
                <a:gd name="T31" fmla="*/ 330 h 698"/>
                <a:gd name="T32" fmla="*/ 680 w 699"/>
                <a:gd name="T33" fmla="*/ 110 h 698"/>
                <a:gd name="T34" fmla="*/ 621 w 699"/>
                <a:gd name="T35" fmla="*/ 309 h 698"/>
                <a:gd name="T36" fmla="*/ 505 w 699"/>
                <a:gd name="T37" fmla="*/ 357 h 698"/>
                <a:gd name="T38" fmla="*/ 448 w 699"/>
                <a:gd name="T39" fmla="*/ 355 h 698"/>
                <a:gd name="T40" fmla="*/ 434 w 699"/>
                <a:gd name="T41" fmla="*/ 369 h 698"/>
                <a:gd name="T42" fmla="*/ 158 w 699"/>
                <a:gd name="T43" fmla="*/ 646 h 698"/>
                <a:gd name="T44" fmla="*/ 52 w 699"/>
                <a:gd name="T45" fmla="*/ 646 h 698"/>
                <a:gd name="T46" fmla="*/ 52 w 699"/>
                <a:gd name="T47" fmla="*/ 541 h 698"/>
                <a:gd name="T48" fmla="*/ 343 w 699"/>
                <a:gd name="T49" fmla="*/ 249 h 698"/>
                <a:gd name="T50" fmla="*/ 341 w 699"/>
                <a:gd name="T51" fmla="*/ 194 h 698"/>
                <a:gd name="T52" fmla="*/ 389 w 699"/>
                <a:gd name="T53" fmla="*/ 78 h 698"/>
                <a:gd name="T54" fmla="*/ 555 w 699"/>
                <a:gd name="T55" fmla="*/ 38 h 698"/>
                <a:gd name="T56" fmla="*/ 461 w 699"/>
                <a:gd name="T57" fmla="*/ 152 h 698"/>
                <a:gd name="T58" fmla="*/ 515 w 699"/>
                <a:gd name="T59" fmla="*/ 224 h 698"/>
                <a:gd name="T60" fmla="*/ 578 w 699"/>
                <a:gd name="T61" fmla="*/ 226 h 698"/>
                <a:gd name="T62" fmla="*/ 668 w 699"/>
                <a:gd name="T63" fmla="*/ 19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99" h="698">
                  <a:moveTo>
                    <a:pt x="680" y="110"/>
                  </a:moveTo>
                  <a:lnTo>
                    <a:pt x="680" y="110"/>
                  </a:lnTo>
                  <a:cubicBezTo>
                    <a:pt x="677" y="106"/>
                    <a:pt x="673" y="103"/>
                    <a:pt x="668" y="102"/>
                  </a:cubicBezTo>
                  <a:cubicBezTo>
                    <a:pt x="663" y="102"/>
                    <a:pt x="659" y="103"/>
                    <a:pt x="654" y="106"/>
                  </a:cubicBezTo>
                  <a:cubicBezTo>
                    <a:pt x="557" y="203"/>
                    <a:pt x="557" y="203"/>
                    <a:pt x="557" y="203"/>
                  </a:cubicBezTo>
                  <a:cubicBezTo>
                    <a:pt x="554" y="208"/>
                    <a:pt x="550" y="209"/>
                    <a:pt x="547" y="209"/>
                  </a:cubicBezTo>
                  <a:cubicBezTo>
                    <a:pt x="543" y="209"/>
                    <a:pt x="539" y="208"/>
                    <a:pt x="536" y="203"/>
                  </a:cubicBezTo>
                  <a:cubicBezTo>
                    <a:pt x="494" y="162"/>
                    <a:pt x="494" y="162"/>
                    <a:pt x="494" y="162"/>
                  </a:cubicBezTo>
                  <a:cubicBezTo>
                    <a:pt x="491" y="159"/>
                    <a:pt x="490" y="155"/>
                    <a:pt x="490" y="152"/>
                  </a:cubicBezTo>
                  <a:cubicBezTo>
                    <a:pt x="490" y="148"/>
                    <a:pt x="491" y="144"/>
                    <a:pt x="494" y="141"/>
                  </a:cubicBezTo>
                  <a:cubicBezTo>
                    <a:pt x="592" y="43"/>
                    <a:pt x="592" y="43"/>
                    <a:pt x="592" y="43"/>
                  </a:cubicBezTo>
                  <a:cubicBezTo>
                    <a:pt x="596" y="39"/>
                    <a:pt x="597" y="35"/>
                    <a:pt x="596" y="31"/>
                  </a:cubicBezTo>
                  <a:cubicBezTo>
                    <a:pt x="596" y="25"/>
                    <a:pt x="592" y="21"/>
                    <a:pt x="587" y="19"/>
                  </a:cubicBezTo>
                  <a:cubicBezTo>
                    <a:pt x="561" y="7"/>
                    <a:pt x="533" y="0"/>
                    <a:pt x="505" y="0"/>
                  </a:cubicBezTo>
                  <a:cubicBezTo>
                    <a:pt x="455" y="0"/>
                    <a:pt x="406" y="19"/>
                    <a:pt x="369" y="57"/>
                  </a:cubicBezTo>
                  <a:cubicBezTo>
                    <a:pt x="331" y="95"/>
                    <a:pt x="311" y="144"/>
                    <a:pt x="311" y="194"/>
                  </a:cubicBezTo>
                  <a:cubicBezTo>
                    <a:pt x="311" y="208"/>
                    <a:pt x="313" y="222"/>
                    <a:pt x="317" y="234"/>
                  </a:cubicBezTo>
                  <a:cubicBezTo>
                    <a:pt x="244" y="307"/>
                    <a:pt x="244" y="307"/>
                    <a:pt x="244" y="307"/>
                  </a:cubicBezTo>
                  <a:cubicBezTo>
                    <a:pt x="31" y="520"/>
                    <a:pt x="31" y="520"/>
                    <a:pt x="31" y="520"/>
                  </a:cubicBezTo>
                  <a:lnTo>
                    <a:pt x="31" y="520"/>
                  </a:lnTo>
                  <a:cubicBezTo>
                    <a:pt x="11" y="540"/>
                    <a:pt x="0" y="566"/>
                    <a:pt x="0" y="594"/>
                  </a:cubicBezTo>
                  <a:cubicBezTo>
                    <a:pt x="0" y="620"/>
                    <a:pt x="11" y="647"/>
                    <a:pt x="31" y="666"/>
                  </a:cubicBezTo>
                  <a:lnTo>
                    <a:pt x="31" y="666"/>
                  </a:lnTo>
                  <a:cubicBezTo>
                    <a:pt x="52" y="687"/>
                    <a:pt x="78" y="697"/>
                    <a:pt x="105" y="697"/>
                  </a:cubicBezTo>
                  <a:cubicBezTo>
                    <a:pt x="131" y="697"/>
                    <a:pt x="158" y="687"/>
                    <a:pt x="179" y="666"/>
                  </a:cubicBezTo>
                  <a:cubicBezTo>
                    <a:pt x="329" y="517"/>
                    <a:pt x="329" y="517"/>
                    <a:pt x="329" y="517"/>
                  </a:cubicBezTo>
                  <a:lnTo>
                    <a:pt x="329" y="517"/>
                  </a:lnTo>
                  <a:cubicBezTo>
                    <a:pt x="455" y="390"/>
                    <a:pt x="455" y="390"/>
                    <a:pt x="455" y="390"/>
                  </a:cubicBezTo>
                  <a:lnTo>
                    <a:pt x="455" y="390"/>
                  </a:lnTo>
                  <a:cubicBezTo>
                    <a:pt x="463" y="382"/>
                    <a:pt x="463" y="382"/>
                    <a:pt x="463" y="382"/>
                  </a:cubicBezTo>
                  <a:cubicBezTo>
                    <a:pt x="477" y="385"/>
                    <a:pt x="491" y="386"/>
                    <a:pt x="505" y="386"/>
                  </a:cubicBezTo>
                  <a:cubicBezTo>
                    <a:pt x="554" y="386"/>
                    <a:pt x="604" y="368"/>
                    <a:pt x="642" y="330"/>
                  </a:cubicBezTo>
                  <a:cubicBezTo>
                    <a:pt x="680" y="293"/>
                    <a:pt x="698" y="242"/>
                    <a:pt x="698" y="194"/>
                  </a:cubicBezTo>
                  <a:cubicBezTo>
                    <a:pt x="698" y="164"/>
                    <a:pt x="692" y="137"/>
                    <a:pt x="680" y="110"/>
                  </a:cubicBezTo>
                  <a:close/>
                  <a:moveTo>
                    <a:pt x="621" y="309"/>
                  </a:moveTo>
                  <a:lnTo>
                    <a:pt x="621" y="309"/>
                  </a:lnTo>
                  <a:lnTo>
                    <a:pt x="621" y="309"/>
                  </a:lnTo>
                  <a:cubicBezTo>
                    <a:pt x="589" y="342"/>
                    <a:pt x="547" y="357"/>
                    <a:pt x="505" y="357"/>
                  </a:cubicBezTo>
                  <a:cubicBezTo>
                    <a:pt x="491" y="357"/>
                    <a:pt x="476" y="355"/>
                    <a:pt x="462" y="351"/>
                  </a:cubicBezTo>
                  <a:cubicBezTo>
                    <a:pt x="458" y="350"/>
                    <a:pt x="452" y="351"/>
                    <a:pt x="448" y="355"/>
                  </a:cubicBezTo>
                  <a:cubicBezTo>
                    <a:pt x="434" y="369"/>
                    <a:pt x="434" y="369"/>
                    <a:pt x="434" y="369"/>
                  </a:cubicBezTo>
                  <a:lnTo>
                    <a:pt x="434" y="369"/>
                  </a:lnTo>
                  <a:cubicBezTo>
                    <a:pt x="309" y="495"/>
                    <a:pt x="309" y="495"/>
                    <a:pt x="309" y="495"/>
                  </a:cubicBezTo>
                  <a:cubicBezTo>
                    <a:pt x="158" y="646"/>
                    <a:pt x="158" y="646"/>
                    <a:pt x="158" y="646"/>
                  </a:cubicBezTo>
                  <a:cubicBezTo>
                    <a:pt x="143" y="661"/>
                    <a:pt x="124" y="668"/>
                    <a:pt x="105" y="668"/>
                  </a:cubicBezTo>
                  <a:cubicBezTo>
                    <a:pt x="85" y="668"/>
                    <a:pt x="67" y="661"/>
                    <a:pt x="52" y="646"/>
                  </a:cubicBezTo>
                  <a:cubicBezTo>
                    <a:pt x="38" y="632"/>
                    <a:pt x="31" y="612"/>
                    <a:pt x="31" y="594"/>
                  </a:cubicBezTo>
                  <a:cubicBezTo>
                    <a:pt x="31" y="574"/>
                    <a:pt x="38" y="555"/>
                    <a:pt x="52" y="541"/>
                  </a:cubicBezTo>
                  <a:cubicBezTo>
                    <a:pt x="265" y="328"/>
                    <a:pt x="265" y="328"/>
                    <a:pt x="265" y="328"/>
                  </a:cubicBezTo>
                  <a:cubicBezTo>
                    <a:pt x="343" y="249"/>
                    <a:pt x="343" y="249"/>
                    <a:pt x="343" y="249"/>
                  </a:cubicBezTo>
                  <a:cubicBezTo>
                    <a:pt x="346" y="247"/>
                    <a:pt x="348" y="241"/>
                    <a:pt x="346" y="236"/>
                  </a:cubicBezTo>
                  <a:cubicBezTo>
                    <a:pt x="343" y="222"/>
                    <a:pt x="341" y="208"/>
                    <a:pt x="341" y="194"/>
                  </a:cubicBezTo>
                  <a:cubicBezTo>
                    <a:pt x="341" y="152"/>
                    <a:pt x="357" y="110"/>
                    <a:pt x="389" y="78"/>
                  </a:cubicBezTo>
                  <a:lnTo>
                    <a:pt x="389" y="78"/>
                  </a:lnTo>
                  <a:cubicBezTo>
                    <a:pt x="422" y="46"/>
                    <a:pt x="463" y="31"/>
                    <a:pt x="505" y="31"/>
                  </a:cubicBezTo>
                  <a:cubicBezTo>
                    <a:pt x="522" y="31"/>
                    <a:pt x="539" y="33"/>
                    <a:pt x="555" y="38"/>
                  </a:cubicBezTo>
                  <a:cubicBezTo>
                    <a:pt x="473" y="120"/>
                    <a:pt x="473" y="120"/>
                    <a:pt x="473" y="120"/>
                  </a:cubicBezTo>
                  <a:cubicBezTo>
                    <a:pt x="465" y="128"/>
                    <a:pt x="461" y="141"/>
                    <a:pt x="461" y="152"/>
                  </a:cubicBezTo>
                  <a:cubicBezTo>
                    <a:pt x="461" y="163"/>
                    <a:pt x="465" y="174"/>
                    <a:pt x="473" y="183"/>
                  </a:cubicBezTo>
                  <a:cubicBezTo>
                    <a:pt x="515" y="224"/>
                    <a:pt x="515" y="224"/>
                    <a:pt x="515" y="224"/>
                  </a:cubicBezTo>
                  <a:cubicBezTo>
                    <a:pt x="523" y="234"/>
                    <a:pt x="536" y="238"/>
                    <a:pt x="547" y="238"/>
                  </a:cubicBezTo>
                  <a:cubicBezTo>
                    <a:pt x="558" y="238"/>
                    <a:pt x="569" y="234"/>
                    <a:pt x="578" y="226"/>
                  </a:cubicBezTo>
                  <a:cubicBezTo>
                    <a:pt x="660" y="144"/>
                    <a:pt x="660" y="144"/>
                    <a:pt x="660" y="144"/>
                  </a:cubicBezTo>
                  <a:cubicBezTo>
                    <a:pt x="666" y="159"/>
                    <a:pt x="668" y="177"/>
                    <a:pt x="668" y="194"/>
                  </a:cubicBezTo>
                  <a:cubicBezTo>
                    <a:pt x="668" y="236"/>
                    <a:pt x="652" y="277"/>
                    <a:pt x="621"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2" name="Group 295">
            <a:extLst>
              <a:ext uri="{FF2B5EF4-FFF2-40B4-BE49-F238E27FC236}">
                <a16:creationId xmlns:a16="http://schemas.microsoft.com/office/drawing/2014/main" id="{35F603D4-5855-F756-E530-63351F598088}"/>
              </a:ext>
            </a:extLst>
          </p:cNvPr>
          <p:cNvGrpSpPr/>
          <p:nvPr/>
        </p:nvGrpSpPr>
        <p:grpSpPr>
          <a:xfrm>
            <a:off x="2645444" y="1015901"/>
            <a:ext cx="257175" cy="257175"/>
            <a:chOff x="1617663" y="1350963"/>
            <a:chExt cx="257175" cy="257175"/>
          </a:xfrm>
          <a:solidFill>
            <a:schemeClr val="tx2"/>
          </a:solidFill>
        </p:grpSpPr>
        <p:sp>
          <p:nvSpPr>
            <p:cNvPr id="293" name="Freeform 238">
              <a:extLst>
                <a:ext uri="{FF2B5EF4-FFF2-40B4-BE49-F238E27FC236}">
                  <a16:creationId xmlns:a16="http://schemas.microsoft.com/office/drawing/2014/main" id="{545079E3-51EB-B6FB-FEB3-5D746678DE85}"/>
                </a:ext>
              </a:extLst>
            </p:cNvPr>
            <p:cNvSpPr>
              <a:spLocks noChangeArrowheads="1"/>
            </p:cNvSpPr>
            <p:nvPr/>
          </p:nvSpPr>
          <p:spPr bwMode="auto">
            <a:xfrm>
              <a:off x="1617663" y="1350963"/>
              <a:ext cx="257175" cy="257175"/>
            </a:xfrm>
            <a:custGeom>
              <a:avLst/>
              <a:gdLst>
                <a:gd name="T0" fmla="*/ 219 w 715"/>
                <a:gd name="T1" fmla="*/ 92 h 715"/>
                <a:gd name="T2" fmla="*/ 143 w 715"/>
                <a:gd name="T3" fmla="*/ 67 h 715"/>
                <a:gd name="T4" fmla="*/ 64 w 715"/>
                <a:gd name="T5" fmla="*/ 159 h 715"/>
                <a:gd name="T6" fmla="*/ 72 w 715"/>
                <a:gd name="T7" fmla="*/ 268 h 715"/>
                <a:gd name="T8" fmla="*/ 0 w 715"/>
                <a:gd name="T9" fmla="*/ 302 h 715"/>
                <a:gd name="T10" fmla="*/ 10 w 715"/>
                <a:gd name="T11" fmla="*/ 424 h 715"/>
                <a:gd name="T12" fmla="*/ 92 w 715"/>
                <a:gd name="T13" fmla="*/ 495 h 715"/>
                <a:gd name="T14" fmla="*/ 67 w 715"/>
                <a:gd name="T15" fmla="*/ 570 h 715"/>
                <a:gd name="T16" fmla="*/ 160 w 715"/>
                <a:gd name="T17" fmla="*/ 650 h 715"/>
                <a:gd name="T18" fmla="*/ 268 w 715"/>
                <a:gd name="T19" fmla="*/ 641 h 715"/>
                <a:gd name="T20" fmla="*/ 304 w 715"/>
                <a:gd name="T21" fmla="*/ 714 h 715"/>
                <a:gd name="T22" fmla="*/ 425 w 715"/>
                <a:gd name="T23" fmla="*/ 704 h 715"/>
                <a:gd name="T24" fmla="*/ 496 w 715"/>
                <a:gd name="T25" fmla="*/ 622 h 715"/>
                <a:gd name="T26" fmla="*/ 572 w 715"/>
                <a:gd name="T27" fmla="*/ 647 h 715"/>
                <a:gd name="T28" fmla="*/ 651 w 715"/>
                <a:gd name="T29" fmla="*/ 554 h 715"/>
                <a:gd name="T30" fmla="*/ 643 w 715"/>
                <a:gd name="T31" fmla="*/ 446 h 715"/>
                <a:gd name="T32" fmla="*/ 714 w 715"/>
                <a:gd name="T33" fmla="*/ 410 h 715"/>
                <a:gd name="T34" fmla="*/ 704 w 715"/>
                <a:gd name="T35" fmla="*/ 289 h 715"/>
                <a:gd name="T36" fmla="*/ 622 w 715"/>
                <a:gd name="T37" fmla="*/ 217 h 715"/>
                <a:gd name="T38" fmla="*/ 647 w 715"/>
                <a:gd name="T39" fmla="*/ 142 h 715"/>
                <a:gd name="T40" fmla="*/ 555 w 715"/>
                <a:gd name="T41" fmla="*/ 63 h 715"/>
                <a:gd name="T42" fmla="*/ 446 w 715"/>
                <a:gd name="T43" fmla="*/ 71 h 715"/>
                <a:gd name="T44" fmla="*/ 411 w 715"/>
                <a:gd name="T45" fmla="*/ 0 h 715"/>
                <a:gd name="T46" fmla="*/ 290 w 715"/>
                <a:gd name="T47" fmla="*/ 10 h 715"/>
                <a:gd name="T48" fmla="*/ 219 w 715"/>
                <a:gd name="T49" fmla="*/ 92 h 715"/>
                <a:gd name="T50" fmla="*/ 293 w 715"/>
                <a:gd name="T51" fmla="*/ 88 h 715"/>
                <a:gd name="T52" fmla="*/ 400 w 715"/>
                <a:gd name="T53" fmla="*/ 29 h 715"/>
                <a:gd name="T54" fmla="*/ 431 w 715"/>
                <a:gd name="T55" fmla="*/ 98 h 715"/>
                <a:gd name="T56" fmla="*/ 502 w 715"/>
                <a:gd name="T57" fmla="*/ 121 h 715"/>
                <a:gd name="T58" fmla="*/ 619 w 715"/>
                <a:gd name="T59" fmla="*/ 156 h 715"/>
                <a:gd name="T60" fmla="*/ 592 w 715"/>
                <a:gd name="T61" fmla="*/ 226 h 715"/>
                <a:gd name="T62" fmla="*/ 626 w 715"/>
                <a:gd name="T63" fmla="*/ 293 h 715"/>
                <a:gd name="T64" fmla="*/ 685 w 715"/>
                <a:gd name="T65" fmla="*/ 400 h 715"/>
                <a:gd name="T66" fmla="*/ 616 w 715"/>
                <a:gd name="T67" fmla="*/ 431 h 715"/>
                <a:gd name="T68" fmla="*/ 592 w 715"/>
                <a:gd name="T69" fmla="*/ 501 h 715"/>
                <a:gd name="T70" fmla="*/ 558 w 715"/>
                <a:gd name="T71" fmla="*/ 619 h 715"/>
                <a:gd name="T72" fmla="*/ 488 w 715"/>
                <a:gd name="T73" fmla="*/ 593 h 715"/>
                <a:gd name="T74" fmla="*/ 421 w 715"/>
                <a:gd name="T75" fmla="*/ 625 h 715"/>
                <a:gd name="T76" fmla="*/ 314 w 715"/>
                <a:gd name="T77" fmla="*/ 683 h 715"/>
                <a:gd name="T78" fmla="*/ 283 w 715"/>
                <a:gd name="T79" fmla="*/ 615 h 715"/>
                <a:gd name="T80" fmla="*/ 213 w 715"/>
                <a:gd name="T81" fmla="*/ 591 h 715"/>
                <a:gd name="T82" fmla="*/ 96 w 715"/>
                <a:gd name="T83" fmla="*/ 556 h 715"/>
                <a:gd name="T84" fmla="*/ 121 w 715"/>
                <a:gd name="T85" fmla="*/ 488 h 715"/>
                <a:gd name="T86" fmla="*/ 95 w 715"/>
                <a:gd name="T87" fmla="*/ 425 h 715"/>
                <a:gd name="T88" fmla="*/ 88 w 715"/>
                <a:gd name="T89" fmla="*/ 420 h 715"/>
                <a:gd name="T90" fmla="*/ 30 w 715"/>
                <a:gd name="T91" fmla="*/ 314 h 715"/>
                <a:gd name="T92" fmla="*/ 95 w 715"/>
                <a:gd name="T93" fmla="*/ 289 h 715"/>
                <a:gd name="T94" fmla="*/ 99 w 715"/>
                <a:gd name="T95" fmla="*/ 282 h 715"/>
                <a:gd name="T96" fmla="*/ 123 w 715"/>
                <a:gd name="T97" fmla="*/ 212 h 715"/>
                <a:gd name="T98" fmla="*/ 156 w 715"/>
                <a:gd name="T99" fmla="*/ 95 h 715"/>
                <a:gd name="T100" fmla="*/ 226 w 715"/>
                <a:gd name="T101" fmla="*/ 121 h 715"/>
                <a:gd name="T102" fmla="*/ 293 w 715"/>
                <a:gd name="T103" fmla="*/ 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715">
                  <a:moveTo>
                    <a:pt x="219" y="92"/>
                  </a:moveTo>
                  <a:lnTo>
                    <a:pt x="219" y="92"/>
                  </a:lnTo>
                  <a:cubicBezTo>
                    <a:pt x="160" y="63"/>
                    <a:pt x="160" y="63"/>
                    <a:pt x="160" y="63"/>
                  </a:cubicBezTo>
                  <a:cubicBezTo>
                    <a:pt x="155" y="60"/>
                    <a:pt x="148" y="61"/>
                    <a:pt x="143" y="67"/>
                  </a:cubicBezTo>
                  <a:cubicBezTo>
                    <a:pt x="104" y="104"/>
                    <a:pt x="104" y="104"/>
                    <a:pt x="67" y="142"/>
                  </a:cubicBezTo>
                  <a:cubicBezTo>
                    <a:pt x="63" y="146"/>
                    <a:pt x="61" y="153"/>
                    <a:pt x="64" y="159"/>
                  </a:cubicBezTo>
                  <a:cubicBezTo>
                    <a:pt x="92" y="217"/>
                    <a:pt x="92" y="217"/>
                    <a:pt x="92" y="217"/>
                  </a:cubicBezTo>
                  <a:cubicBezTo>
                    <a:pt x="83" y="233"/>
                    <a:pt x="77" y="250"/>
                    <a:pt x="72" y="268"/>
                  </a:cubicBezTo>
                  <a:cubicBezTo>
                    <a:pt x="10" y="289"/>
                    <a:pt x="10" y="289"/>
                    <a:pt x="10" y="289"/>
                  </a:cubicBezTo>
                  <a:cubicBezTo>
                    <a:pt x="4" y="291"/>
                    <a:pt x="0" y="297"/>
                    <a:pt x="0" y="302"/>
                  </a:cubicBezTo>
                  <a:cubicBezTo>
                    <a:pt x="0" y="357"/>
                    <a:pt x="0" y="357"/>
                    <a:pt x="0" y="410"/>
                  </a:cubicBezTo>
                  <a:cubicBezTo>
                    <a:pt x="0" y="417"/>
                    <a:pt x="4" y="422"/>
                    <a:pt x="10" y="424"/>
                  </a:cubicBezTo>
                  <a:cubicBezTo>
                    <a:pt x="72" y="446"/>
                    <a:pt x="72" y="446"/>
                    <a:pt x="72" y="446"/>
                  </a:cubicBezTo>
                  <a:cubicBezTo>
                    <a:pt x="77" y="463"/>
                    <a:pt x="83" y="480"/>
                    <a:pt x="92" y="495"/>
                  </a:cubicBezTo>
                  <a:cubicBezTo>
                    <a:pt x="64" y="554"/>
                    <a:pt x="64" y="554"/>
                    <a:pt x="64" y="554"/>
                  </a:cubicBezTo>
                  <a:cubicBezTo>
                    <a:pt x="61" y="559"/>
                    <a:pt x="63" y="566"/>
                    <a:pt x="67" y="570"/>
                  </a:cubicBezTo>
                  <a:cubicBezTo>
                    <a:pt x="104" y="608"/>
                    <a:pt x="106" y="609"/>
                    <a:pt x="143" y="647"/>
                  </a:cubicBezTo>
                  <a:cubicBezTo>
                    <a:pt x="148" y="651"/>
                    <a:pt x="155" y="653"/>
                    <a:pt x="160" y="650"/>
                  </a:cubicBezTo>
                  <a:cubicBezTo>
                    <a:pt x="219" y="622"/>
                    <a:pt x="219" y="622"/>
                    <a:pt x="219" y="622"/>
                  </a:cubicBezTo>
                  <a:cubicBezTo>
                    <a:pt x="234" y="630"/>
                    <a:pt x="251" y="637"/>
                    <a:pt x="268" y="641"/>
                  </a:cubicBezTo>
                  <a:cubicBezTo>
                    <a:pt x="290" y="704"/>
                    <a:pt x="290" y="704"/>
                    <a:pt x="290" y="704"/>
                  </a:cubicBezTo>
                  <a:cubicBezTo>
                    <a:pt x="291" y="710"/>
                    <a:pt x="297" y="714"/>
                    <a:pt x="304" y="714"/>
                  </a:cubicBezTo>
                  <a:cubicBezTo>
                    <a:pt x="357" y="714"/>
                    <a:pt x="357" y="714"/>
                    <a:pt x="411" y="714"/>
                  </a:cubicBezTo>
                  <a:cubicBezTo>
                    <a:pt x="417" y="714"/>
                    <a:pt x="422" y="710"/>
                    <a:pt x="425" y="704"/>
                  </a:cubicBezTo>
                  <a:cubicBezTo>
                    <a:pt x="446" y="641"/>
                    <a:pt x="446" y="641"/>
                    <a:pt x="446" y="641"/>
                  </a:cubicBezTo>
                  <a:cubicBezTo>
                    <a:pt x="464" y="637"/>
                    <a:pt x="480" y="630"/>
                    <a:pt x="496" y="622"/>
                  </a:cubicBezTo>
                  <a:cubicBezTo>
                    <a:pt x="555" y="650"/>
                    <a:pt x="555" y="650"/>
                    <a:pt x="555" y="650"/>
                  </a:cubicBezTo>
                  <a:cubicBezTo>
                    <a:pt x="560" y="653"/>
                    <a:pt x="567" y="651"/>
                    <a:pt x="572" y="647"/>
                  </a:cubicBezTo>
                  <a:cubicBezTo>
                    <a:pt x="609" y="609"/>
                    <a:pt x="609" y="609"/>
                    <a:pt x="647" y="570"/>
                  </a:cubicBezTo>
                  <a:cubicBezTo>
                    <a:pt x="652" y="566"/>
                    <a:pt x="654" y="559"/>
                    <a:pt x="651" y="554"/>
                  </a:cubicBezTo>
                  <a:cubicBezTo>
                    <a:pt x="622" y="495"/>
                    <a:pt x="622" y="495"/>
                    <a:pt x="622" y="495"/>
                  </a:cubicBezTo>
                  <a:cubicBezTo>
                    <a:pt x="630" y="480"/>
                    <a:pt x="637" y="463"/>
                    <a:pt x="643" y="446"/>
                  </a:cubicBezTo>
                  <a:cubicBezTo>
                    <a:pt x="704" y="424"/>
                    <a:pt x="704" y="424"/>
                    <a:pt x="704" y="424"/>
                  </a:cubicBezTo>
                  <a:cubicBezTo>
                    <a:pt x="710" y="422"/>
                    <a:pt x="714" y="417"/>
                    <a:pt x="714" y="410"/>
                  </a:cubicBezTo>
                  <a:cubicBezTo>
                    <a:pt x="714" y="357"/>
                    <a:pt x="714" y="357"/>
                    <a:pt x="714" y="302"/>
                  </a:cubicBezTo>
                  <a:cubicBezTo>
                    <a:pt x="714" y="297"/>
                    <a:pt x="710" y="291"/>
                    <a:pt x="704" y="289"/>
                  </a:cubicBezTo>
                  <a:cubicBezTo>
                    <a:pt x="643" y="268"/>
                    <a:pt x="643" y="268"/>
                    <a:pt x="643" y="268"/>
                  </a:cubicBezTo>
                  <a:cubicBezTo>
                    <a:pt x="637" y="250"/>
                    <a:pt x="630" y="233"/>
                    <a:pt x="622" y="217"/>
                  </a:cubicBezTo>
                  <a:cubicBezTo>
                    <a:pt x="651" y="159"/>
                    <a:pt x="651" y="159"/>
                    <a:pt x="651" y="159"/>
                  </a:cubicBezTo>
                  <a:cubicBezTo>
                    <a:pt x="654" y="153"/>
                    <a:pt x="652" y="146"/>
                    <a:pt x="647" y="142"/>
                  </a:cubicBezTo>
                  <a:cubicBezTo>
                    <a:pt x="609" y="104"/>
                    <a:pt x="609" y="104"/>
                    <a:pt x="572" y="67"/>
                  </a:cubicBezTo>
                  <a:cubicBezTo>
                    <a:pt x="567" y="61"/>
                    <a:pt x="560" y="60"/>
                    <a:pt x="555" y="63"/>
                  </a:cubicBezTo>
                  <a:cubicBezTo>
                    <a:pt x="496" y="92"/>
                    <a:pt x="496" y="92"/>
                    <a:pt x="496" y="92"/>
                  </a:cubicBezTo>
                  <a:cubicBezTo>
                    <a:pt x="480" y="84"/>
                    <a:pt x="464" y="77"/>
                    <a:pt x="446" y="71"/>
                  </a:cubicBezTo>
                  <a:cubicBezTo>
                    <a:pt x="425" y="10"/>
                    <a:pt x="425" y="10"/>
                    <a:pt x="425" y="10"/>
                  </a:cubicBezTo>
                  <a:cubicBezTo>
                    <a:pt x="422" y="4"/>
                    <a:pt x="417" y="0"/>
                    <a:pt x="411" y="0"/>
                  </a:cubicBezTo>
                  <a:cubicBezTo>
                    <a:pt x="357" y="0"/>
                    <a:pt x="357" y="0"/>
                    <a:pt x="304" y="0"/>
                  </a:cubicBezTo>
                  <a:cubicBezTo>
                    <a:pt x="297" y="0"/>
                    <a:pt x="291" y="4"/>
                    <a:pt x="290" y="10"/>
                  </a:cubicBezTo>
                  <a:cubicBezTo>
                    <a:pt x="268" y="71"/>
                    <a:pt x="268" y="71"/>
                    <a:pt x="268" y="71"/>
                  </a:cubicBezTo>
                  <a:cubicBezTo>
                    <a:pt x="251" y="77"/>
                    <a:pt x="234" y="84"/>
                    <a:pt x="219" y="92"/>
                  </a:cubicBezTo>
                  <a:close/>
                  <a:moveTo>
                    <a:pt x="293" y="88"/>
                  </a:moveTo>
                  <a:lnTo>
                    <a:pt x="293" y="88"/>
                  </a:lnTo>
                  <a:cubicBezTo>
                    <a:pt x="314" y="29"/>
                    <a:pt x="314" y="29"/>
                    <a:pt x="314" y="29"/>
                  </a:cubicBezTo>
                  <a:cubicBezTo>
                    <a:pt x="354" y="29"/>
                    <a:pt x="361" y="29"/>
                    <a:pt x="400" y="29"/>
                  </a:cubicBezTo>
                  <a:cubicBezTo>
                    <a:pt x="421" y="88"/>
                    <a:pt x="421" y="88"/>
                    <a:pt x="421" y="88"/>
                  </a:cubicBezTo>
                  <a:cubicBezTo>
                    <a:pt x="422" y="93"/>
                    <a:pt x="427" y="96"/>
                    <a:pt x="431" y="98"/>
                  </a:cubicBezTo>
                  <a:cubicBezTo>
                    <a:pt x="452" y="103"/>
                    <a:pt x="470" y="111"/>
                    <a:pt x="488" y="121"/>
                  </a:cubicBezTo>
                  <a:cubicBezTo>
                    <a:pt x="492" y="123"/>
                    <a:pt x="498" y="124"/>
                    <a:pt x="502" y="121"/>
                  </a:cubicBezTo>
                  <a:cubicBezTo>
                    <a:pt x="558" y="95"/>
                    <a:pt x="558" y="95"/>
                    <a:pt x="558" y="95"/>
                  </a:cubicBezTo>
                  <a:cubicBezTo>
                    <a:pt x="587" y="123"/>
                    <a:pt x="591" y="127"/>
                    <a:pt x="619" y="156"/>
                  </a:cubicBezTo>
                  <a:cubicBezTo>
                    <a:pt x="592" y="212"/>
                    <a:pt x="592" y="212"/>
                    <a:pt x="592" y="212"/>
                  </a:cubicBezTo>
                  <a:cubicBezTo>
                    <a:pt x="590" y="216"/>
                    <a:pt x="591" y="222"/>
                    <a:pt x="592" y="226"/>
                  </a:cubicBezTo>
                  <a:cubicBezTo>
                    <a:pt x="602" y="244"/>
                    <a:pt x="611" y="262"/>
                    <a:pt x="616" y="283"/>
                  </a:cubicBezTo>
                  <a:cubicBezTo>
                    <a:pt x="618" y="287"/>
                    <a:pt x="620" y="291"/>
                    <a:pt x="626" y="293"/>
                  </a:cubicBezTo>
                  <a:cubicBezTo>
                    <a:pt x="685" y="314"/>
                    <a:pt x="685" y="314"/>
                    <a:pt x="685" y="314"/>
                  </a:cubicBezTo>
                  <a:cubicBezTo>
                    <a:pt x="685" y="353"/>
                    <a:pt x="685" y="360"/>
                    <a:pt x="685" y="400"/>
                  </a:cubicBezTo>
                  <a:cubicBezTo>
                    <a:pt x="626" y="421"/>
                    <a:pt x="626" y="421"/>
                    <a:pt x="626" y="421"/>
                  </a:cubicBezTo>
                  <a:cubicBezTo>
                    <a:pt x="620" y="422"/>
                    <a:pt x="618" y="425"/>
                    <a:pt x="616" y="431"/>
                  </a:cubicBezTo>
                  <a:cubicBezTo>
                    <a:pt x="611" y="450"/>
                    <a:pt x="602" y="470"/>
                    <a:pt x="592" y="488"/>
                  </a:cubicBezTo>
                  <a:cubicBezTo>
                    <a:pt x="591" y="492"/>
                    <a:pt x="590" y="496"/>
                    <a:pt x="592" y="501"/>
                  </a:cubicBezTo>
                  <a:cubicBezTo>
                    <a:pt x="619" y="558"/>
                    <a:pt x="619" y="558"/>
                    <a:pt x="619" y="558"/>
                  </a:cubicBezTo>
                  <a:cubicBezTo>
                    <a:pt x="591" y="586"/>
                    <a:pt x="587" y="590"/>
                    <a:pt x="558" y="619"/>
                  </a:cubicBezTo>
                  <a:cubicBezTo>
                    <a:pt x="502" y="591"/>
                    <a:pt x="502" y="591"/>
                    <a:pt x="502" y="591"/>
                  </a:cubicBezTo>
                  <a:cubicBezTo>
                    <a:pt x="498" y="590"/>
                    <a:pt x="492" y="590"/>
                    <a:pt x="488" y="593"/>
                  </a:cubicBezTo>
                  <a:cubicBezTo>
                    <a:pt x="470" y="602"/>
                    <a:pt x="452" y="611"/>
                    <a:pt x="431" y="615"/>
                  </a:cubicBezTo>
                  <a:cubicBezTo>
                    <a:pt x="427" y="616"/>
                    <a:pt x="422" y="620"/>
                    <a:pt x="421" y="625"/>
                  </a:cubicBezTo>
                  <a:cubicBezTo>
                    <a:pt x="400" y="683"/>
                    <a:pt x="400" y="683"/>
                    <a:pt x="400" y="683"/>
                  </a:cubicBezTo>
                  <a:cubicBezTo>
                    <a:pt x="361" y="683"/>
                    <a:pt x="354" y="683"/>
                    <a:pt x="314" y="683"/>
                  </a:cubicBezTo>
                  <a:cubicBezTo>
                    <a:pt x="293" y="625"/>
                    <a:pt x="293" y="625"/>
                    <a:pt x="293" y="625"/>
                  </a:cubicBezTo>
                  <a:cubicBezTo>
                    <a:pt x="291" y="620"/>
                    <a:pt x="288" y="616"/>
                    <a:pt x="283" y="615"/>
                  </a:cubicBezTo>
                  <a:cubicBezTo>
                    <a:pt x="263" y="611"/>
                    <a:pt x="244" y="602"/>
                    <a:pt x="226" y="593"/>
                  </a:cubicBezTo>
                  <a:cubicBezTo>
                    <a:pt x="222" y="590"/>
                    <a:pt x="217" y="590"/>
                    <a:pt x="213" y="591"/>
                  </a:cubicBezTo>
                  <a:cubicBezTo>
                    <a:pt x="157" y="618"/>
                    <a:pt x="157" y="618"/>
                    <a:pt x="157" y="618"/>
                  </a:cubicBezTo>
                  <a:cubicBezTo>
                    <a:pt x="128" y="590"/>
                    <a:pt x="124" y="586"/>
                    <a:pt x="96" y="556"/>
                  </a:cubicBezTo>
                  <a:cubicBezTo>
                    <a:pt x="123" y="501"/>
                    <a:pt x="123" y="501"/>
                    <a:pt x="123" y="501"/>
                  </a:cubicBezTo>
                  <a:cubicBezTo>
                    <a:pt x="124" y="496"/>
                    <a:pt x="124" y="492"/>
                    <a:pt x="121" y="488"/>
                  </a:cubicBezTo>
                  <a:cubicBezTo>
                    <a:pt x="111" y="470"/>
                    <a:pt x="104" y="452"/>
                    <a:pt x="99" y="431"/>
                  </a:cubicBezTo>
                  <a:cubicBezTo>
                    <a:pt x="97" y="429"/>
                    <a:pt x="96" y="427"/>
                    <a:pt x="95" y="425"/>
                  </a:cubicBezTo>
                  <a:cubicBezTo>
                    <a:pt x="95" y="424"/>
                    <a:pt x="95" y="424"/>
                    <a:pt x="95" y="424"/>
                  </a:cubicBezTo>
                  <a:cubicBezTo>
                    <a:pt x="92" y="422"/>
                    <a:pt x="90" y="421"/>
                    <a:pt x="88" y="420"/>
                  </a:cubicBezTo>
                  <a:cubicBezTo>
                    <a:pt x="30" y="400"/>
                    <a:pt x="30" y="400"/>
                    <a:pt x="30" y="400"/>
                  </a:cubicBezTo>
                  <a:cubicBezTo>
                    <a:pt x="30" y="360"/>
                    <a:pt x="30" y="353"/>
                    <a:pt x="30" y="314"/>
                  </a:cubicBezTo>
                  <a:cubicBezTo>
                    <a:pt x="88" y="293"/>
                    <a:pt x="88" y="293"/>
                    <a:pt x="88" y="293"/>
                  </a:cubicBezTo>
                  <a:cubicBezTo>
                    <a:pt x="90" y="291"/>
                    <a:pt x="92" y="291"/>
                    <a:pt x="95" y="289"/>
                  </a:cubicBezTo>
                  <a:lnTo>
                    <a:pt x="95" y="289"/>
                  </a:lnTo>
                  <a:cubicBezTo>
                    <a:pt x="96" y="286"/>
                    <a:pt x="97" y="284"/>
                    <a:pt x="99" y="282"/>
                  </a:cubicBezTo>
                  <a:cubicBezTo>
                    <a:pt x="104" y="262"/>
                    <a:pt x="111" y="242"/>
                    <a:pt x="121" y="226"/>
                  </a:cubicBezTo>
                  <a:cubicBezTo>
                    <a:pt x="124" y="222"/>
                    <a:pt x="124" y="216"/>
                    <a:pt x="123" y="212"/>
                  </a:cubicBezTo>
                  <a:cubicBezTo>
                    <a:pt x="95" y="156"/>
                    <a:pt x="95" y="156"/>
                    <a:pt x="95" y="156"/>
                  </a:cubicBezTo>
                  <a:cubicBezTo>
                    <a:pt x="124" y="127"/>
                    <a:pt x="128" y="123"/>
                    <a:pt x="156" y="95"/>
                  </a:cubicBezTo>
                  <a:cubicBezTo>
                    <a:pt x="213" y="121"/>
                    <a:pt x="213" y="121"/>
                    <a:pt x="213" y="121"/>
                  </a:cubicBezTo>
                  <a:cubicBezTo>
                    <a:pt x="217" y="124"/>
                    <a:pt x="222" y="123"/>
                    <a:pt x="226" y="121"/>
                  </a:cubicBezTo>
                  <a:cubicBezTo>
                    <a:pt x="244" y="111"/>
                    <a:pt x="263" y="103"/>
                    <a:pt x="283" y="98"/>
                  </a:cubicBezTo>
                  <a:cubicBezTo>
                    <a:pt x="288" y="96"/>
                    <a:pt x="291" y="93"/>
                    <a:pt x="293"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39">
              <a:extLst>
                <a:ext uri="{FF2B5EF4-FFF2-40B4-BE49-F238E27FC236}">
                  <a16:creationId xmlns:a16="http://schemas.microsoft.com/office/drawing/2014/main" id="{DBDC5334-7DCC-7C3D-1D32-6299B281FD1A}"/>
                </a:ext>
              </a:extLst>
            </p:cNvPr>
            <p:cNvSpPr>
              <a:spLocks noChangeArrowheads="1"/>
            </p:cNvSpPr>
            <p:nvPr/>
          </p:nvSpPr>
          <p:spPr bwMode="auto">
            <a:xfrm>
              <a:off x="1666875" y="1398588"/>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360 w 447"/>
                <a:gd name="T13" fmla="*/ 360 h 447"/>
                <a:gd name="T14" fmla="*/ 360 w 447"/>
                <a:gd name="T15" fmla="*/ 360 h 447"/>
                <a:gd name="T16" fmla="*/ 223 w 447"/>
                <a:gd name="T17" fmla="*/ 415 h 447"/>
                <a:gd name="T18" fmla="*/ 86 w 447"/>
                <a:gd name="T19" fmla="*/ 360 h 447"/>
                <a:gd name="T20" fmla="*/ 58 w 447"/>
                <a:gd name="T21" fmla="*/ 322 h 447"/>
                <a:gd name="T22" fmla="*/ 223 w 447"/>
                <a:gd name="T23" fmla="*/ 240 h 447"/>
                <a:gd name="T24" fmla="*/ 389 w 447"/>
                <a:gd name="T25" fmla="*/ 322 h 447"/>
                <a:gd name="T26" fmla="*/ 360 w 447"/>
                <a:gd name="T27" fmla="*/ 360 h 447"/>
                <a:gd name="T28" fmla="*/ 417 w 447"/>
                <a:gd name="T29" fmla="*/ 223 h 447"/>
                <a:gd name="T30" fmla="*/ 417 w 447"/>
                <a:gd name="T31" fmla="*/ 223 h 447"/>
                <a:gd name="T32" fmla="*/ 403 w 447"/>
                <a:gd name="T33" fmla="*/ 295 h 447"/>
                <a:gd name="T34" fmla="*/ 238 w 447"/>
                <a:gd name="T35" fmla="*/ 213 h 447"/>
                <a:gd name="T36" fmla="*/ 238 w 447"/>
                <a:gd name="T37" fmla="*/ 30 h 447"/>
                <a:gd name="T38" fmla="*/ 360 w 447"/>
                <a:gd name="T39" fmla="*/ 86 h 447"/>
                <a:gd name="T40" fmla="*/ 417 w 447"/>
                <a:gd name="T41" fmla="*/ 223 h 447"/>
                <a:gd name="T42" fmla="*/ 209 w 447"/>
                <a:gd name="T43" fmla="*/ 30 h 447"/>
                <a:gd name="T44" fmla="*/ 209 w 447"/>
                <a:gd name="T45" fmla="*/ 30 h 447"/>
                <a:gd name="T46" fmla="*/ 209 w 447"/>
                <a:gd name="T47" fmla="*/ 213 h 447"/>
                <a:gd name="T48" fmla="*/ 44 w 447"/>
                <a:gd name="T49" fmla="*/ 295 h 447"/>
                <a:gd name="T50" fmla="*/ 30 w 447"/>
                <a:gd name="T51" fmla="*/ 223 h 447"/>
                <a:gd name="T52" fmla="*/ 86 w 447"/>
                <a:gd name="T53" fmla="*/ 86 h 447"/>
                <a:gd name="T54" fmla="*/ 209 w 447"/>
                <a:gd name="T55"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47" h="447">
                  <a:moveTo>
                    <a:pt x="0" y="223"/>
                  </a:moveTo>
                  <a:lnTo>
                    <a:pt x="0" y="223"/>
                  </a:lnTo>
                  <a:cubicBezTo>
                    <a:pt x="0" y="346"/>
                    <a:pt x="100" y="446"/>
                    <a:pt x="223" y="446"/>
                  </a:cubicBezTo>
                  <a:cubicBezTo>
                    <a:pt x="347" y="446"/>
                    <a:pt x="446" y="346"/>
                    <a:pt x="446" y="223"/>
                  </a:cubicBezTo>
                  <a:cubicBezTo>
                    <a:pt x="446" y="99"/>
                    <a:pt x="347" y="0"/>
                    <a:pt x="223" y="0"/>
                  </a:cubicBezTo>
                  <a:cubicBezTo>
                    <a:pt x="100" y="0"/>
                    <a:pt x="0" y="99"/>
                    <a:pt x="0" y="223"/>
                  </a:cubicBezTo>
                  <a:close/>
                  <a:moveTo>
                    <a:pt x="360" y="360"/>
                  </a:moveTo>
                  <a:lnTo>
                    <a:pt x="360" y="360"/>
                  </a:lnTo>
                  <a:cubicBezTo>
                    <a:pt x="325" y="394"/>
                    <a:pt x="277" y="415"/>
                    <a:pt x="223" y="415"/>
                  </a:cubicBezTo>
                  <a:cubicBezTo>
                    <a:pt x="170" y="415"/>
                    <a:pt x="121" y="394"/>
                    <a:pt x="86" y="360"/>
                  </a:cubicBezTo>
                  <a:cubicBezTo>
                    <a:pt x="75" y="348"/>
                    <a:pt x="65" y="336"/>
                    <a:pt x="58" y="322"/>
                  </a:cubicBezTo>
                  <a:cubicBezTo>
                    <a:pt x="223" y="240"/>
                    <a:pt x="223" y="240"/>
                    <a:pt x="223" y="240"/>
                  </a:cubicBezTo>
                  <a:cubicBezTo>
                    <a:pt x="389" y="322"/>
                    <a:pt x="389" y="322"/>
                    <a:pt x="389" y="322"/>
                  </a:cubicBezTo>
                  <a:cubicBezTo>
                    <a:pt x="380" y="336"/>
                    <a:pt x="371" y="348"/>
                    <a:pt x="360" y="360"/>
                  </a:cubicBezTo>
                  <a:close/>
                  <a:moveTo>
                    <a:pt x="417" y="223"/>
                  </a:moveTo>
                  <a:lnTo>
                    <a:pt x="417" y="223"/>
                  </a:lnTo>
                  <a:cubicBezTo>
                    <a:pt x="417" y="248"/>
                    <a:pt x="411" y="273"/>
                    <a:pt x="403" y="295"/>
                  </a:cubicBezTo>
                  <a:cubicBezTo>
                    <a:pt x="238" y="213"/>
                    <a:pt x="238" y="213"/>
                    <a:pt x="238" y="213"/>
                  </a:cubicBezTo>
                  <a:cubicBezTo>
                    <a:pt x="238" y="30"/>
                    <a:pt x="238" y="30"/>
                    <a:pt x="238" y="30"/>
                  </a:cubicBezTo>
                  <a:cubicBezTo>
                    <a:pt x="286" y="33"/>
                    <a:pt x="329" y="54"/>
                    <a:pt x="360" y="86"/>
                  </a:cubicBezTo>
                  <a:cubicBezTo>
                    <a:pt x="394" y="121"/>
                    <a:pt x="417" y="168"/>
                    <a:pt x="417" y="223"/>
                  </a:cubicBezTo>
                  <a:close/>
                  <a:moveTo>
                    <a:pt x="209" y="30"/>
                  </a:moveTo>
                  <a:lnTo>
                    <a:pt x="209" y="30"/>
                  </a:lnTo>
                  <a:cubicBezTo>
                    <a:pt x="209" y="213"/>
                    <a:pt x="209" y="213"/>
                    <a:pt x="209" y="213"/>
                  </a:cubicBezTo>
                  <a:cubicBezTo>
                    <a:pt x="44" y="295"/>
                    <a:pt x="44" y="295"/>
                    <a:pt x="44" y="295"/>
                  </a:cubicBezTo>
                  <a:cubicBezTo>
                    <a:pt x="35" y="273"/>
                    <a:pt x="30" y="248"/>
                    <a:pt x="30" y="223"/>
                  </a:cubicBezTo>
                  <a:cubicBezTo>
                    <a:pt x="30" y="168"/>
                    <a:pt x="51" y="121"/>
                    <a:pt x="86" y="86"/>
                  </a:cubicBezTo>
                  <a:cubicBezTo>
                    <a:pt x="118" y="54"/>
                    <a:pt x="161" y="33"/>
                    <a:pt x="20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5" name="Freeform 240">
            <a:extLst>
              <a:ext uri="{FF2B5EF4-FFF2-40B4-BE49-F238E27FC236}">
                <a16:creationId xmlns:a16="http://schemas.microsoft.com/office/drawing/2014/main" id="{7EA32142-5AAD-C221-A039-C0831ED4FDDB}"/>
              </a:ext>
            </a:extLst>
          </p:cNvPr>
          <p:cNvSpPr>
            <a:spLocks noChangeArrowheads="1"/>
          </p:cNvSpPr>
          <p:nvPr/>
        </p:nvSpPr>
        <p:spPr bwMode="auto">
          <a:xfrm>
            <a:off x="3674144" y="1084957"/>
            <a:ext cx="257175" cy="119063"/>
          </a:xfrm>
          <a:custGeom>
            <a:avLst/>
            <a:gdLst>
              <a:gd name="T0" fmla="*/ 551 w 715"/>
              <a:gd name="T1" fmla="*/ 0 h 329"/>
              <a:gd name="T2" fmla="*/ 551 w 715"/>
              <a:gd name="T3" fmla="*/ 0 h 329"/>
              <a:gd name="T4" fmla="*/ 165 w 715"/>
              <a:gd name="T5" fmla="*/ 0 h 329"/>
              <a:gd name="T6" fmla="*/ 0 w 715"/>
              <a:gd name="T7" fmla="*/ 165 h 329"/>
              <a:gd name="T8" fmla="*/ 165 w 715"/>
              <a:gd name="T9" fmla="*/ 328 h 329"/>
              <a:gd name="T10" fmla="*/ 551 w 715"/>
              <a:gd name="T11" fmla="*/ 328 h 329"/>
              <a:gd name="T12" fmla="*/ 714 w 715"/>
              <a:gd name="T13" fmla="*/ 165 h 329"/>
              <a:gd name="T14" fmla="*/ 551 w 715"/>
              <a:gd name="T15" fmla="*/ 0 h 329"/>
              <a:gd name="T16" fmla="*/ 70 w 715"/>
              <a:gd name="T17" fmla="*/ 260 h 329"/>
              <a:gd name="T18" fmla="*/ 70 w 715"/>
              <a:gd name="T19" fmla="*/ 260 h 329"/>
              <a:gd name="T20" fmla="*/ 31 w 715"/>
              <a:gd name="T21" fmla="*/ 165 h 329"/>
              <a:gd name="T22" fmla="*/ 70 w 715"/>
              <a:gd name="T23" fmla="*/ 70 h 329"/>
              <a:gd name="T24" fmla="*/ 165 w 715"/>
              <a:gd name="T25" fmla="*/ 31 h 329"/>
              <a:gd name="T26" fmla="*/ 258 w 715"/>
              <a:gd name="T27" fmla="*/ 70 h 329"/>
              <a:gd name="T28" fmla="*/ 298 w 715"/>
              <a:gd name="T29" fmla="*/ 165 h 329"/>
              <a:gd name="T30" fmla="*/ 258 w 715"/>
              <a:gd name="T31" fmla="*/ 260 h 329"/>
              <a:gd name="T32" fmla="*/ 165 w 715"/>
              <a:gd name="T33" fmla="*/ 299 h 329"/>
              <a:gd name="T34" fmla="*/ 70 w 715"/>
              <a:gd name="T35" fmla="*/ 260 h 329"/>
              <a:gd name="T36" fmla="*/ 646 w 715"/>
              <a:gd name="T37" fmla="*/ 260 h 329"/>
              <a:gd name="T38" fmla="*/ 646 w 715"/>
              <a:gd name="T39" fmla="*/ 260 h 329"/>
              <a:gd name="T40" fmla="*/ 551 w 715"/>
              <a:gd name="T41" fmla="*/ 299 h 329"/>
              <a:gd name="T42" fmla="*/ 258 w 715"/>
              <a:gd name="T43" fmla="*/ 299 h 329"/>
              <a:gd name="T44" fmla="*/ 328 w 715"/>
              <a:gd name="T45" fmla="*/ 165 h 329"/>
              <a:gd name="T46" fmla="*/ 258 w 715"/>
              <a:gd name="T47" fmla="*/ 31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5" y="0"/>
                  <a:pt x="165" y="0"/>
                  <a:pt x="165" y="0"/>
                </a:cubicBezTo>
                <a:cubicBezTo>
                  <a:pt x="74" y="0"/>
                  <a:pt x="0" y="74"/>
                  <a:pt x="0" y="165"/>
                </a:cubicBezTo>
                <a:cubicBezTo>
                  <a:pt x="0" y="256"/>
                  <a:pt x="74" y="328"/>
                  <a:pt x="165" y="328"/>
                </a:cubicBezTo>
                <a:cubicBezTo>
                  <a:pt x="551" y="328"/>
                  <a:pt x="551" y="328"/>
                  <a:pt x="551" y="328"/>
                </a:cubicBezTo>
                <a:cubicBezTo>
                  <a:pt x="642" y="328"/>
                  <a:pt x="714" y="256"/>
                  <a:pt x="714" y="165"/>
                </a:cubicBezTo>
                <a:cubicBezTo>
                  <a:pt x="714" y="74"/>
                  <a:pt x="642" y="0"/>
                  <a:pt x="551" y="0"/>
                </a:cubicBezTo>
                <a:close/>
                <a:moveTo>
                  <a:pt x="70" y="260"/>
                </a:moveTo>
                <a:lnTo>
                  <a:pt x="70" y="260"/>
                </a:lnTo>
                <a:cubicBezTo>
                  <a:pt x="45" y="235"/>
                  <a:pt x="31" y="201"/>
                  <a:pt x="31" y="165"/>
                </a:cubicBezTo>
                <a:cubicBezTo>
                  <a:pt x="31" y="127"/>
                  <a:pt x="45" y="94"/>
                  <a:pt x="70" y="70"/>
                </a:cubicBezTo>
                <a:cubicBezTo>
                  <a:pt x="93" y="45"/>
                  <a:pt x="127" y="31"/>
                  <a:pt x="165" y="31"/>
                </a:cubicBezTo>
                <a:cubicBezTo>
                  <a:pt x="201" y="31"/>
                  <a:pt x="234" y="45"/>
                  <a:pt x="258" y="70"/>
                </a:cubicBezTo>
                <a:cubicBezTo>
                  <a:pt x="283" y="94"/>
                  <a:pt x="298" y="127"/>
                  <a:pt x="298" y="165"/>
                </a:cubicBezTo>
                <a:cubicBezTo>
                  <a:pt x="298" y="201"/>
                  <a:pt x="283" y="235"/>
                  <a:pt x="258" y="260"/>
                </a:cubicBezTo>
                <a:cubicBezTo>
                  <a:pt x="234" y="283"/>
                  <a:pt x="201" y="299"/>
                  <a:pt x="165" y="299"/>
                </a:cubicBezTo>
                <a:cubicBezTo>
                  <a:pt x="127" y="299"/>
                  <a:pt x="93" y="283"/>
                  <a:pt x="70" y="260"/>
                </a:cubicBezTo>
                <a:close/>
                <a:moveTo>
                  <a:pt x="646" y="260"/>
                </a:moveTo>
                <a:lnTo>
                  <a:pt x="646" y="260"/>
                </a:lnTo>
                <a:cubicBezTo>
                  <a:pt x="621" y="283"/>
                  <a:pt x="587" y="299"/>
                  <a:pt x="551" y="299"/>
                </a:cubicBezTo>
                <a:cubicBezTo>
                  <a:pt x="258" y="299"/>
                  <a:pt x="258" y="299"/>
                  <a:pt x="258" y="299"/>
                </a:cubicBezTo>
                <a:cubicBezTo>
                  <a:pt x="300" y="269"/>
                  <a:pt x="328" y="219"/>
                  <a:pt x="328" y="165"/>
                </a:cubicBezTo>
                <a:cubicBezTo>
                  <a:pt x="328" y="109"/>
                  <a:pt x="300" y="60"/>
                  <a:pt x="258" y="31"/>
                </a:cubicBezTo>
                <a:cubicBezTo>
                  <a:pt x="551" y="31"/>
                  <a:pt x="551" y="31"/>
                  <a:pt x="551" y="31"/>
                </a:cubicBezTo>
                <a:cubicBezTo>
                  <a:pt x="587" y="31"/>
                  <a:pt x="621" y="45"/>
                  <a:pt x="646" y="70"/>
                </a:cubicBezTo>
                <a:cubicBezTo>
                  <a:pt x="669" y="94"/>
                  <a:pt x="685" y="127"/>
                  <a:pt x="685" y="165"/>
                </a:cubicBezTo>
                <a:cubicBezTo>
                  <a:pt x="685" y="201"/>
                  <a:pt x="669" y="235"/>
                  <a:pt x="646" y="260"/>
                </a:cubicBezTo>
                <a:close/>
              </a:path>
            </a:pathLst>
          </a:custGeom>
          <a:solidFill>
            <a:schemeClr val="tx2"/>
          </a:solidFill>
          <a:ln>
            <a:noFill/>
          </a:ln>
          <a:effectLst/>
        </p:spPr>
        <p:txBody>
          <a:bodyPr wrap="none" anchor="ctr"/>
          <a:lstStyle/>
          <a:p>
            <a:endParaRPr lang="da-DK"/>
          </a:p>
        </p:txBody>
      </p:sp>
      <p:sp>
        <p:nvSpPr>
          <p:cNvPr id="296" name="Freeform 241">
            <a:extLst>
              <a:ext uri="{FF2B5EF4-FFF2-40B4-BE49-F238E27FC236}">
                <a16:creationId xmlns:a16="http://schemas.microsoft.com/office/drawing/2014/main" id="{BBFE4047-D9E7-89AA-D4F9-BECEAC6B20DF}"/>
              </a:ext>
            </a:extLst>
          </p:cNvPr>
          <p:cNvSpPr>
            <a:spLocks noChangeArrowheads="1"/>
          </p:cNvSpPr>
          <p:nvPr/>
        </p:nvSpPr>
        <p:spPr bwMode="auto">
          <a:xfrm>
            <a:off x="3159794" y="1084957"/>
            <a:ext cx="257175" cy="119063"/>
          </a:xfrm>
          <a:custGeom>
            <a:avLst/>
            <a:gdLst>
              <a:gd name="T0" fmla="*/ 551 w 715"/>
              <a:gd name="T1" fmla="*/ 0 h 329"/>
              <a:gd name="T2" fmla="*/ 551 w 715"/>
              <a:gd name="T3" fmla="*/ 0 h 329"/>
              <a:gd name="T4" fmla="*/ 164 w 715"/>
              <a:gd name="T5" fmla="*/ 0 h 329"/>
              <a:gd name="T6" fmla="*/ 0 w 715"/>
              <a:gd name="T7" fmla="*/ 165 h 329"/>
              <a:gd name="T8" fmla="*/ 164 w 715"/>
              <a:gd name="T9" fmla="*/ 328 h 329"/>
              <a:gd name="T10" fmla="*/ 551 w 715"/>
              <a:gd name="T11" fmla="*/ 328 h 329"/>
              <a:gd name="T12" fmla="*/ 714 w 715"/>
              <a:gd name="T13" fmla="*/ 165 h 329"/>
              <a:gd name="T14" fmla="*/ 551 w 715"/>
              <a:gd name="T15" fmla="*/ 0 h 329"/>
              <a:gd name="T16" fmla="*/ 164 w 715"/>
              <a:gd name="T17" fmla="*/ 299 h 329"/>
              <a:gd name="T18" fmla="*/ 164 w 715"/>
              <a:gd name="T19" fmla="*/ 299 h 329"/>
              <a:gd name="T20" fmla="*/ 70 w 715"/>
              <a:gd name="T21" fmla="*/ 260 h 329"/>
              <a:gd name="T22" fmla="*/ 31 w 715"/>
              <a:gd name="T23" fmla="*/ 165 h 329"/>
              <a:gd name="T24" fmla="*/ 70 w 715"/>
              <a:gd name="T25" fmla="*/ 70 h 329"/>
              <a:gd name="T26" fmla="*/ 164 w 715"/>
              <a:gd name="T27" fmla="*/ 31 h 329"/>
              <a:gd name="T28" fmla="*/ 457 w 715"/>
              <a:gd name="T29" fmla="*/ 31 h 329"/>
              <a:gd name="T30" fmla="*/ 388 w 715"/>
              <a:gd name="T31" fmla="*/ 165 h 329"/>
              <a:gd name="T32" fmla="*/ 457 w 715"/>
              <a:gd name="T33" fmla="*/ 299 h 329"/>
              <a:gd name="T34" fmla="*/ 164 w 715"/>
              <a:gd name="T35" fmla="*/ 299 h 329"/>
              <a:gd name="T36" fmla="*/ 646 w 715"/>
              <a:gd name="T37" fmla="*/ 260 h 329"/>
              <a:gd name="T38" fmla="*/ 646 w 715"/>
              <a:gd name="T39" fmla="*/ 260 h 329"/>
              <a:gd name="T40" fmla="*/ 551 w 715"/>
              <a:gd name="T41" fmla="*/ 299 h 329"/>
              <a:gd name="T42" fmla="*/ 456 w 715"/>
              <a:gd name="T43" fmla="*/ 260 h 329"/>
              <a:gd name="T44" fmla="*/ 417 w 715"/>
              <a:gd name="T45" fmla="*/ 165 h 329"/>
              <a:gd name="T46" fmla="*/ 456 w 715"/>
              <a:gd name="T47" fmla="*/ 70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4" y="0"/>
                  <a:pt x="164" y="0"/>
                  <a:pt x="164" y="0"/>
                </a:cubicBezTo>
                <a:cubicBezTo>
                  <a:pt x="74" y="0"/>
                  <a:pt x="0" y="74"/>
                  <a:pt x="0" y="165"/>
                </a:cubicBezTo>
                <a:cubicBezTo>
                  <a:pt x="0" y="256"/>
                  <a:pt x="74" y="328"/>
                  <a:pt x="164" y="328"/>
                </a:cubicBezTo>
                <a:cubicBezTo>
                  <a:pt x="551" y="328"/>
                  <a:pt x="551" y="328"/>
                  <a:pt x="551" y="328"/>
                </a:cubicBezTo>
                <a:cubicBezTo>
                  <a:pt x="641" y="328"/>
                  <a:pt x="714" y="256"/>
                  <a:pt x="714" y="165"/>
                </a:cubicBezTo>
                <a:cubicBezTo>
                  <a:pt x="714" y="74"/>
                  <a:pt x="641" y="0"/>
                  <a:pt x="551" y="0"/>
                </a:cubicBezTo>
                <a:close/>
                <a:moveTo>
                  <a:pt x="164" y="299"/>
                </a:moveTo>
                <a:lnTo>
                  <a:pt x="164" y="299"/>
                </a:lnTo>
                <a:cubicBezTo>
                  <a:pt x="127" y="299"/>
                  <a:pt x="93" y="283"/>
                  <a:pt x="70" y="260"/>
                </a:cubicBezTo>
                <a:cubicBezTo>
                  <a:pt x="45" y="235"/>
                  <a:pt x="31" y="201"/>
                  <a:pt x="31" y="165"/>
                </a:cubicBezTo>
                <a:cubicBezTo>
                  <a:pt x="31" y="127"/>
                  <a:pt x="45" y="94"/>
                  <a:pt x="70" y="70"/>
                </a:cubicBezTo>
                <a:cubicBezTo>
                  <a:pt x="93" y="45"/>
                  <a:pt x="127" y="31"/>
                  <a:pt x="164" y="31"/>
                </a:cubicBezTo>
                <a:cubicBezTo>
                  <a:pt x="457" y="31"/>
                  <a:pt x="457" y="31"/>
                  <a:pt x="457" y="31"/>
                </a:cubicBezTo>
                <a:cubicBezTo>
                  <a:pt x="414" y="60"/>
                  <a:pt x="388" y="109"/>
                  <a:pt x="388" y="165"/>
                </a:cubicBezTo>
                <a:cubicBezTo>
                  <a:pt x="388" y="219"/>
                  <a:pt x="414" y="269"/>
                  <a:pt x="457" y="299"/>
                </a:cubicBezTo>
                <a:lnTo>
                  <a:pt x="164" y="299"/>
                </a:lnTo>
                <a:close/>
                <a:moveTo>
                  <a:pt x="646" y="260"/>
                </a:moveTo>
                <a:lnTo>
                  <a:pt x="646" y="260"/>
                </a:lnTo>
                <a:cubicBezTo>
                  <a:pt x="620" y="283"/>
                  <a:pt x="587" y="299"/>
                  <a:pt x="551" y="299"/>
                </a:cubicBezTo>
                <a:cubicBezTo>
                  <a:pt x="513" y="299"/>
                  <a:pt x="480" y="283"/>
                  <a:pt x="456" y="260"/>
                </a:cubicBezTo>
                <a:cubicBezTo>
                  <a:pt x="432" y="235"/>
                  <a:pt x="417" y="201"/>
                  <a:pt x="417" y="165"/>
                </a:cubicBezTo>
                <a:cubicBezTo>
                  <a:pt x="417" y="127"/>
                  <a:pt x="432" y="94"/>
                  <a:pt x="456" y="70"/>
                </a:cubicBezTo>
                <a:cubicBezTo>
                  <a:pt x="480" y="45"/>
                  <a:pt x="513" y="31"/>
                  <a:pt x="551" y="31"/>
                </a:cubicBezTo>
                <a:cubicBezTo>
                  <a:pt x="587" y="31"/>
                  <a:pt x="620" y="45"/>
                  <a:pt x="646" y="70"/>
                </a:cubicBezTo>
                <a:cubicBezTo>
                  <a:pt x="669" y="94"/>
                  <a:pt x="685" y="127"/>
                  <a:pt x="685" y="165"/>
                </a:cubicBezTo>
                <a:cubicBezTo>
                  <a:pt x="685" y="201"/>
                  <a:pt x="669" y="235"/>
                  <a:pt x="646" y="260"/>
                </a:cubicBezTo>
                <a:close/>
              </a:path>
            </a:pathLst>
          </a:custGeom>
          <a:solidFill>
            <a:schemeClr val="tx2"/>
          </a:solidFill>
          <a:ln>
            <a:noFill/>
          </a:ln>
          <a:effectLst/>
        </p:spPr>
        <p:txBody>
          <a:bodyPr wrap="none" anchor="ctr"/>
          <a:lstStyle/>
          <a:p>
            <a:endParaRPr lang="da-DK"/>
          </a:p>
        </p:txBody>
      </p:sp>
      <p:sp>
        <p:nvSpPr>
          <p:cNvPr id="297" name="Freeform 242">
            <a:extLst>
              <a:ext uri="{FF2B5EF4-FFF2-40B4-BE49-F238E27FC236}">
                <a16:creationId xmlns:a16="http://schemas.microsoft.com/office/drawing/2014/main" id="{6AE77038-BA80-874B-4764-4171F411F7B1}"/>
              </a:ext>
            </a:extLst>
          </p:cNvPr>
          <p:cNvSpPr>
            <a:spLocks noChangeArrowheads="1"/>
          </p:cNvSpPr>
          <p:nvPr/>
        </p:nvSpPr>
        <p:spPr bwMode="auto">
          <a:xfrm>
            <a:off x="2645444" y="1522314"/>
            <a:ext cx="257175" cy="257175"/>
          </a:xfrm>
          <a:custGeom>
            <a:avLst/>
            <a:gdLst>
              <a:gd name="T0" fmla="*/ 703 w 715"/>
              <a:gd name="T1" fmla="*/ 103 h 715"/>
              <a:gd name="T2" fmla="*/ 700 w 715"/>
              <a:gd name="T3" fmla="*/ 98 h 715"/>
              <a:gd name="T4" fmla="*/ 693 w 715"/>
              <a:gd name="T5" fmla="*/ 95 h 715"/>
              <a:gd name="T6" fmla="*/ 683 w 715"/>
              <a:gd name="T7" fmla="*/ 95 h 715"/>
              <a:gd name="T8" fmla="*/ 679 w 715"/>
              <a:gd name="T9" fmla="*/ 98 h 715"/>
              <a:gd name="T10" fmla="*/ 530 w 715"/>
              <a:gd name="T11" fmla="*/ 121 h 715"/>
              <a:gd name="T12" fmla="*/ 618 w 715"/>
              <a:gd name="T13" fmla="*/ 32 h 715"/>
              <a:gd name="T14" fmla="*/ 619 w 715"/>
              <a:gd name="T15" fmla="*/ 28 h 715"/>
              <a:gd name="T16" fmla="*/ 619 w 715"/>
              <a:gd name="T17" fmla="*/ 18 h 715"/>
              <a:gd name="T18" fmla="*/ 615 w 715"/>
              <a:gd name="T19" fmla="*/ 14 h 715"/>
              <a:gd name="T20" fmla="*/ 611 w 715"/>
              <a:gd name="T21" fmla="*/ 11 h 715"/>
              <a:gd name="T22" fmla="*/ 435 w 715"/>
              <a:gd name="T23" fmla="*/ 47 h 715"/>
              <a:gd name="T24" fmla="*/ 210 w 715"/>
              <a:gd name="T25" fmla="*/ 393 h 715"/>
              <a:gd name="T26" fmla="*/ 49 w 715"/>
              <a:gd name="T27" fmla="*/ 434 h 715"/>
              <a:gd name="T28" fmla="*/ 11 w 715"/>
              <a:gd name="T29" fmla="*/ 609 h 715"/>
              <a:gd name="T30" fmla="*/ 15 w 715"/>
              <a:gd name="T31" fmla="*/ 615 h 715"/>
              <a:gd name="T32" fmla="*/ 22 w 715"/>
              <a:gd name="T33" fmla="*/ 619 h 715"/>
              <a:gd name="T34" fmla="*/ 30 w 715"/>
              <a:gd name="T35" fmla="*/ 618 h 715"/>
              <a:gd name="T36" fmla="*/ 36 w 715"/>
              <a:gd name="T37" fmla="*/ 615 h 715"/>
              <a:gd name="T38" fmla="*/ 123 w 715"/>
              <a:gd name="T39" fmla="*/ 528 h 715"/>
              <a:gd name="T40" fmla="*/ 99 w 715"/>
              <a:gd name="T41" fmla="*/ 678 h 715"/>
              <a:gd name="T42" fmla="*/ 96 w 715"/>
              <a:gd name="T43" fmla="*/ 683 h 715"/>
              <a:gd name="T44" fmla="*/ 95 w 715"/>
              <a:gd name="T45" fmla="*/ 692 h 715"/>
              <a:gd name="T46" fmla="*/ 99 w 715"/>
              <a:gd name="T47" fmla="*/ 699 h 715"/>
              <a:gd name="T48" fmla="*/ 104 w 715"/>
              <a:gd name="T49" fmla="*/ 703 h 715"/>
              <a:gd name="T50" fmla="*/ 280 w 715"/>
              <a:gd name="T51" fmla="*/ 665 h 715"/>
              <a:gd name="T52" fmla="*/ 321 w 715"/>
              <a:gd name="T53" fmla="*/ 503 h 715"/>
              <a:gd name="T54" fmla="*/ 666 w 715"/>
              <a:gd name="T55" fmla="*/ 279 h 715"/>
              <a:gd name="T56" fmla="*/ 703 w 715"/>
              <a:gd name="T57" fmla="*/ 103 h 715"/>
              <a:gd name="T58" fmla="*/ 163 w 715"/>
              <a:gd name="T59" fmla="*/ 683 h 715"/>
              <a:gd name="T60" fmla="*/ 216 w 715"/>
              <a:gd name="T61" fmla="*/ 581 h 715"/>
              <a:gd name="T62" fmla="*/ 32 w 715"/>
              <a:gd name="T63" fmla="*/ 576 h 715"/>
              <a:gd name="T64" fmla="*/ 164 w 715"/>
              <a:gd name="T65" fmla="*/ 416 h 715"/>
              <a:gd name="T66" fmla="*/ 259 w 715"/>
              <a:gd name="T67" fmla="*/ 455 h 715"/>
              <a:gd name="T68" fmla="*/ 298 w 715"/>
              <a:gd name="T69" fmla="*/ 549 h 715"/>
              <a:gd name="T70" fmla="*/ 308 w 715"/>
              <a:gd name="T71" fmla="*/ 474 h 715"/>
              <a:gd name="T72" fmla="*/ 240 w 715"/>
              <a:gd name="T73" fmla="*/ 406 h 715"/>
              <a:gd name="T74" fmla="*/ 435 w 715"/>
              <a:gd name="T75" fmla="*/ 279 h 715"/>
              <a:gd name="T76" fmla="*/ 646 w 715"/>
              <a:gd name="T77" fmla="*/ 258 h 715"/>
              <a:gd name="T78" fmla="*/ 506 w 715"/>
              <a:gd name="T79" fmla="*/ 289 h 715"/>
              <a:gd name="T80" fmla="*/ 425 w 715"/>
              <a:gd name="T81" fmla="*/ 208 h 715"/>
              <a:gd name="T82" fmla="*/ 456 w 715"/>
              <a:gd name="T83" fmla="*/ 68 h 715"/>
              <a:gd name="T84" fmla="*/ 498 w 715"/>
              <a:gd name="T85" fmla="*/ 110 h 715"/>
              <a:gd name="T86" fmla="*/ 604 w 715"/>
              <a:gd name="T87" fmla="*/ 216 h 715"/>
              <a:gd name="T88" fmla="*/ 646 w 715"/>
              <a:gd name="T89" fmla="*/ 25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715">
                <a:moveTo>
                  <a:pt x="703" y="103"/>
                </a:moveTo>
                <a:lnTo>
                  <a:pt x="703" y="103"/>
                </a:lnTo>
                <a:lnTo>
                  <a:pt x="703" y="103"/>
                </a:lnTo>
                <a:cubicBezTo>
                  <a:pt x="703" y="102"/>
                  <a:pt x="701" y="102"/>
                  <a:pt x="701" y="100"/>
                </a:cubicBezTo>
                <a:lnTo>
                  <a:pt x="700" y="99"/>
                </a:lnTo>
                <a:cubicBezTo>
                  <a:pt x="700" y="99"/>
                  <a:pt x="700" y="99"/>
                  <a:pt x="700" y="98"/>
                </a:cubicBezTo>
                <a:lnTo>
                  <a:pt x="698" y="98"/>
                </a:lnTo>
                <a:cubicBezTo>
                  <a:pt x="697" y="96"/>
                  <a:pt x="696" y="96"/>
                  <a:pt x="694" y="95"/>
                </a:cubicBezTo>
                <a:lnTo>
                  <a:pt x="693" y="95"/>
                </a:lnTo>
                <a:cubicBezTo>
                  <a:pt x="692" y="95"/>
                  <a:pt x="690" y="93"/>
                  <a:pt x="689" y="93"/>
                </a:cubicBezTo>
                <a:cubicBezTo>
                  <a:pt x="689" y="93"/>
                  <a:pt x="687" y="95"/>
                  <a:pt x="686" y="95"/>
                </a:cubicBezTo>
                <a:cubicBezTo>
                  <a:pt x="685" y="95"/>
                  <a:pt x="685" y="95"/>
                  <a:pt x="683" y="95"/>
                </a:cubicBezTo>
                <a:lnTo>
                  <a:pt x="683" y="95"/>
                </a:lnTo>
                <a:lnTo>
                  <a:pt x="682" y="96"/>
                </a:lnTo>
                <a:cubicBezTo>
                  <a:pt x="680" y="98"/>
                  <a:pt x="679" y="98"/>
                  <a:pt x="679" y="98"/>
                </a:cubicBezTo>
                <a:lnTo>
                  <a:pt x="679" y="98"/>
                </a:lnTo>
                <a:cubicBezTo>
                  <a:pt x="592" y="184"/>
                  <a:pt x="592" y="184"/>
                  <a:pt x="592" y="184"/>
                </a:cubicBezTo>
                <a:cubicBezTo>
                  <a:pt x="530" y="121"/>
                  <a:pt x="530" y="121"/>
                  <a:pt x="530" y="121"/>
                </a:cubicBezTo>
                <a:cubicBezTo>
                  <a:pt x="616" y="35"/>
                  <a:pt x="616" y="35"/>
                  <a:pt x="616" y="35"/>
                </a:cubicBezTo>
                <a:lnTo>
                  <a:pt x="616" y="35"/>
                </a:lnTo>
                <a:cubicBezTo>
                  <a:pt x="616" y="35"/>
                  <a:pt x="616" y="33"/>
                  <a:pt x="618" y="32"/>
                </a:cubicBezTo>
                <a:lnTo>
                  <a:pt x="619" y="31"/>
                </a:lnTo>
                <a:lnTo>
                  <a:pt x="619" y="31"/>
                </a:lnTo>
                <a:cubicBezTo>
                  <a:pt x="619" y="29"/>
                  <a:pt x="619" y="29"/>
                  <a:pt x="619" y="28"/>
                </a:cubicBezTo>
                <a:cubicBezTo>
                  <a:pt x="619" y="26"/>
                  <a:pt x="620" y="25"/>
                  <a:pt x="620" y="24"/>
                </a:cubicBezTo>
                <a:cubicBezTo>
                  <a:pt x="620" y="24"/>
                  <a:pt x="619" y="22"/>
                  <a:pt x="619" y="21"/>
                </a:cubicBezTo>
                <a:cubicBezTo>
                  <a:pt x="619" y="21"/>
                  <a:pt x="619" y="19"/>
                  <a:pt x="619" y="18"/>
                </a:cubicBezTo>
                <a:cubicBezTo>
                  <a:pt x="618" y="18"/>
                  <a:pt x="618" y="17"/>
                  <a:pt x="616" y="15"/>
                </a:cubicBezTo>
                <a:lnTo>
                  <a:pt x="616" y="14"/>
                </a:lnTo>
                <a:cubicBezTo>
                  <a:pt x="615" y="14"/>
                  <a:pt x="615" y="14"/>
                  <a:pt x="615" y="14"/>
                </a:cubicBezTo>
                <a:lnTo>
                  <a:pt x="613" y="12"/>
                </a:lnTo>
                <a:cubicBezTo>
                  <a:pt x="612" y="11"/>
                  <a:pt x="612" y="11"/>
                  <a:pt x="611" y="11"/>
                </a:cubicBezTo>
                <a:lnTo>
                  <a:pt x="611" y="11"/>
                </a:lnTo>
                <a:cubicBezTo>
                  <a:pt x="591" y="3"/>
                  <a:pt x="572" y="0"/>
                  <a:pt x="551" y="0"/>
                </a:cubicBezTo>
                <a:cubicBezTo>
                  <a:pt x="509" y="0"/>
                  <a:pt x="467" y="15"/>
                  <a:pt x="435" y="47"/>
                </a:cubicBezTo>
                <a:lnTo>
                  <a:pt x="435" y="47"/>
                </a:lnTo>
                <a:cubicBezTo>
                  <a:pt x="403" y="79"/>
                  <a:pt x="387" y="121"/>
                  <a:pt x="387" y="163"/>
                </a:cubicBezTo>
                <a:cubicBezTo>
                  <a:pt x="387" y="178"/>
                  <a:pt x="389" y="195"/>
                  <a:pt x="393" y="211"/>
                </a:cubicBezTo>
                <a:cubicBezTo>
                  <a:pt x="210" y="393"/>
                  <a:pt x="210" y="393"/>
                  <a:pt x="210" y="393"/>
                </a:cubicBezTo>
                <a:cubicBezTo>
                  <a:pt x="195" y="389"/>
                  <a:pt x="180" y="386"/>
                  <a:pt x="164" y="386"/>
                </a:cubicBezTo>
                <a:cubicBezTo>
                  <a:pt x="123" y="386"/>
                  <a:pt x="81" y="402"/>
                  <a:pt x="49" y="434"/>
                </a:cubicBezTo>
                <a:lnTo>
                  <a:pt x="49" y="434"/>
                </a:lnTo>
                <a:cubicBezTo>
                  <a:pt x="17" y="466"/>
                  <a:pt x="0" y="509"/>
                  <a:pt x="0" y="549"/>
                </a:cubicBezTo>
                <a:cubicBezTo>
                  <a:pt x="0" y="570"/>
                  <a:pt x="4" y="591"/>
                  <a:pt x="11" y="609"/>
                </a:cubicBezTo>
                <a:lnTo>
                  <a:pt x="11" y="609"/>
                </a:lnTo>
                <a:cubicBezTo>
                  <a:pt x="12" y="611"/>
                  <a:pt x="12" y="612"/>
                  <a:pt x="12" y="612"/>
                </a:cubicBezTo>
                <a:cubicBezTo>
                  <a:pt x="14" y="614"/>
                  <a:pt x="14" y="614"/>
                  <a:pt x="15" y="615"/>
                </a:cubicBezTo>
                <a:lnTo>
                  <a:pt x="15" y="615"/>
                </a:lnTo>
                <a:cubicBezTo>
                  <a:pt x="15" y="615"/>
                  <a:pt x="15" y="615"/>
                  <a:pt x="17" y="616"/>
                </a:cubicBezTo>
                <a:cubicBezTo>
                  <a:pt x="17" y="616"/>
                  <a:pt x="18" y="618"/>
                  <a:pt x="19" y="618"/>
                </a:cubicBezTo>
                <a:cubicBezTo>
                  <a:pt x="21" y="619"/>
                  <a:pt x="21" y="619"/>
                  <a:pt x="22" y="619"/>
                </a:cubicBezTo>
                <a:cubicBezTo>
                  <a:pt x="23" y="619"/>
                  <a:pt x="23" y="619"/>
                  <a:pt x="25" y="619"/>
                </a:cubicBezTo>
                <a:cubicBezTo>
                  <a:pt x="26" y="619"/>
                  <a:pt x="28" y="619"/>
                  <a:pt x="29" y="619"/>
                </a:cubicBezTo>
                <a:cubicBezTo>
                  <a:pt x="29" y="618"/>
                  <a:pt x="30" y="619"/>
                  <a:pt x="30" y="618"/>
                </a:cubicBezTo>
                <a:lnTo>
                  <a:pt x="30" y="618"/>
                </a:lnTo>
                <a:cubicBezTo>
                  <a:pt x="32" y="618"/>
                  <a:pt x="32" y="618"/>
                  <a:pt x="33" y="616"/>
                </a:cubicBezTo>
                <a:cubicBezTo>
                  <a:pt x="35" y="616"/>
                  <a:pt x="35" y="616"/>
                  <a:pt x="36" y="615"/>
                </a:cubicBezTo>
                <a:lnTo>
                  <a:pt x="36" y="615"/>
                </a:lnTo>
                <a:lnTo>
                  <a:pt x="36" y="615"/>
                </a:lnTo>
                <a:cubicBezTo>
                  <a:pt x="123" y="528"/>
                  <a:pt x="123" y="528"/>
                  <a:pt x="123" y="528"/>
                </a:cubicBezTo>
                <a:cubicBezTo>
                  <a:pt x="185" y="591"/>
                  <a:pt x="185" y="591"/>
                  <a:pt x="185" y="591"/>
                </a:cubicBezTo>
                <a:cubicBezTo>
                  <a:pt x="99" y="678"/>
                  <a:pt x="99" y="678"/>
                  <a:pt x="99" y="678"/>
                </a:cubicBezTo>
                <a:lnTo>
                  <a:pt x="99" y="678"/>
                </a:lnTo>
                <a:cubicBezTo>
                  <a:pt x="97" y="679"/>
                  <a:pt x="97" y="679"/>
                  <a:pt x="97" y="680"/>
                </a:cubicBezTo>
                <a:cubicBezTo>
                  <a:pt x="96" y="682"/>
                  <a:pt x="96" y="682"/>
                  <a:pt x="96" y="683"/>
                </a:cubicBezTo>
                <a:lnTo>
                  <a:pt x="96" y="683"/>
                </a:lnTo>
                <a:cubicBezTo>
                  <a:pt x="95" y="683"/>
                  <a:pt x="96" y="685"/>
                  <a:pt x="95" y="685"/>
                </a:cubicBezTo>
                <a:cubicBezTo>
                  <a:pt x="95" y="686"/>
                  <a:pt x="95" y="687"/>
                  <a:pt x="95" y="689"/>
                </a:cubicBezTo>
                <a:cubicBezTo>
                  <a:pt x="95" y="690"/>
                  <a:pt x="95" y="690"/>
                  <a:pt x="95" y="692"/>
                </a:cubicBezTo>
                <a:cubicBezTo>
                  <a:pt x="95" y="693"/>
                  <a:pt x="95" y="693"/>
                  <a:pt x="96" y="694"/>
                </a:cubicBezTo>
                <a:cubicBezTo>
                  <a:pt x="96" y="696"/>
                  <a:pt x="97" y="697"/>
                  <a:pt x="97" y="697"/>
                </a:cubicBezTo>
                <a:cubicBezTo>
                  <a:pt x="99" y="699"/>
                  <a:pt x="99" y="699"/>
                  <a:pt x="99" y="699"/>
                </a:cubicBezTo>
                <a:lnTo>
                  <a:pt x="99" y="699"/>
                </a:lnTo>
                <a:cubicBezTo>
                  <a:pt x="100" y="700"/>
                  <a:pt x="100" y="700"/>
                  <a:pt x="102" y="701"/>
                </a:cubicBezTo>
                <a:cubicBezTo>
                  <a:pt x="102" y="701"/>
                  <a:pt x="103" y="701"/>
                  <a:pt x="104" y="703"/>
                </a:cubicBezTo>
                <a:lnTo>
                  <a:pt x="104" y="703"/>
                </a:lnTo>
                <a:cubicBezTo>
                  <a:pt x="123" y="710"/>
                  <a:pt x="143" y="714"/>
                  <a:pt x="163" y="714"/>
                </a:cubicBezTo>
                <a:cubicBezTo>
                  <a:pt x="205" y="714"/>
                  <a:pt x="248" y="697"/>
                  <a:pt x="280" y="665"/>
                </a:cubicBezTo>
                <a:lnTo>
                  <a:pt x="280" y="665"/>
                </a:lnTo>
                <a:cubicBezTo>
                  <a:pt x="312" y="633"/>
                  <a:pt x="328" y="591"/>
                  <a:pt x="328" y="549"/>
                </a:cubicBezTo>
                <a:cubicBezTo>
                  <a:pt x="328" y="534"/>
                  <a:pt x="325" y="519"/>
                  <a:pt x="321" y="503"/>
                </a:cubicBezTo>
                <a:cubicBezTo>
                  <a:pt x="503" y="321"/>
                  <a:pt x="503" y="321"/>
                  <a:pt x="503" y="321"/>
                </a:cubicBezTo>
                <a:cubicBezTo>
                  <a:pt x="519" y="325"/>
                  <a:pt x="535" y="326"/>
                  <a:pt x="551" y="326"/>
                </a:cubicBezTo>
                <a:cubicBezTo>
                  <a:pt x="592" y="326"/>
                  <a:pt x="634" y="311"/>
                  <a:pt x="666" y="279"/>
                </a:cubicBezTo>
                <a:lnTo>
                  <a:pt x="666" y="279"/>
                </a:lnTo>
                <a:cubicBezTo>
                  <a:pt x="698" y="247"/>
                  <a:pt x="714" y="205"/>
                  <a:pt x="714" y="163"/>
                </a:cubicBezTo>
                <a:cubicBezTo>
                  <a:pt x="714" y="142"/>
                  <a:pt x="711" y="123"/>
                  <a:pt x="703" y="103"/>
                </a:cubicBezTo>
                <a:close/>
                <a:moveTo>
                  <a:pt x="259" y="644"/>
                </a:moveTo>
                <a:lnTo>
                  <a:pt x="259" y="644"/>
                </a:lnTo>
                <a:cubicBezTo>
                  <a:pt x="233" y="671"/>
                  <a:pt x="198" y="683"/>
                  <a:pt x="163" y="683"/>
                </a:cubicBezTo>
                <a:cubicBezTo>
                  <a:pt x="155" y="683"/>
                  <a:pt x="146" y="683"/>
                  <a:pt x="138" y="682"/>
                </a:cubicBezTo>
                <a:cubicBezTo>
                  <a:pt x="216" y="602"/>
                  <a:pt x="216" y="602"/>
                  <a:pt x="216" y="602"/>
                </a:cubicBezTo>
                <a:cubicBezTo>
                  <a:pt x="222" y="597"/>
                  <a:pt x="222" y="587"/>
                  <a:pt x="216" y="581"/>
                </a:cubicBezTo>
                <a:cubicBezTo>
                  <a:pt x="132" y="498"/>
                  <a:pt x="132" y="498"/>
                  <a:pt x="132" y="498"/>
                </a:cubicBezTo>
                <a:cubicBezTo>
                  <a:pt x="127" y="492"/>
                  <a:pt x="117" y="492"/>
                  <a:pt x="111" y="498"/>
                </a:cubicBezTo>
                <a:cubicBezTo>
                  <a:pt x="32" y="576"/>
                  <a:pt x="32" y="576"/>
                  <a:pt x="32" y="576"/>
                </a:cubicBezTo>
                <a:cubicBezTo>
                  <a:pt x="30" y="568"/>
                  <a:pt x="30" y="559"/>
                  <a:pt x="30" y="549"/>
                </a:cubicBezTo>
                <a:cubicBezTo>
                  <a:pt x="30" y="516"/>
                  <a:pt x="43" y="481"/>
                  <a:pt x="70" y="455"/>
                </a:cubicBezTo>
                <a:cubicBezTo>
                  <a:pt x="95" y="429"/>
                  <a:pt x="129" y="416"/>
                  <a:pt x="164" y="416"/>
                </a:cubicBezTo>
                <a:cubicBezTo>
                  <a:pt x="180" y="416"/>
                  <a:pt x="194" y="418"/>
                  <a:pt x="209" y="424"/>
                </a:cubicBezTo>
                <a:lnTo>
                  <a:pt x="209" y="424"/>
                </a:lnTo>
                <a:cubicBezTo>
                  <a:pt x="227" y="431"/>
                  <a:pt x="244" y="441"/>
                  <a:pt x="259" y="455"/>
                </a:cubicBezTo>
                <a:cubicBezTo>
                  <a:pt x="273" y="470"/>
                  <a:pt x="283" y="487"/>
                  <a:pt x="290" y="505"/>
                </a:cubicBezTo>
                <a:lnTo>
                  <a:pt x="290" y="505"/>
                </a:lnTo>
                <a:cubicBezTo>
                  <a:pt x="295" y="520"/>
                  <a:pt x="298" y="534"/>
                  <a:pt x="298" y="549"/>
                </a:cubicBezTo>
                <a:cubicBezTo>
                  <a:pt x="298" y="584"/>
                  <a:pt x="284" y="619"/>
                  <a:pt x="259" y="644"/>
                </a:cubicBezTo>
                <a:close/>
                <a:moveTo>
                  <a:pt x="308" y="474"/>
                </a:moveTo>
                <a:lnTo>
                  <a:pt x="308" y="474"/>
                </a:lnTo>
                <a:cubicBezTo>
                  <a:pt x="301" y="459"/>
                  <a:pt x="291" y="446"/>
                  <a:pt x="280" y="434"/>
                </a:cubicBezTo>
                <a:lnTo>
                  <a:pt x="280" y="434"/>
                </a:lnTo>
                <a:cubicBezTo>
                  <a:pt x="268" y="422"/>
                  <a:pt x="255" y="413"/>
                  <a:pt x="240" y="406"/>
                </a:cubicBezTo>
                <a:cubicBezTo>
                  <a:pt x="406" y="240"/>
                  <a:pt x="406" y="240"/>
                  <a:pt x="406" y="240"/>
                </a:cubicBezTo>
                <a:cubicBezTo>
                  <a:pt x="413" y="254"/>
                  <a:pt x="422" y="268"/>
                  <a:pt x="435" y="279"/>
                </a:cubicBezTo>
                <a:lnTo>
                  <a:pt x="435" y="279"/>
                </a:lnTo>
                <a:cubicBezTo>
                  <a:pt x="446" y="291"/>
                  <a:pt x="460" y="301"/>
                  <a:pt x="474" y="308"/>
                </a:cubicBezTo>
                <a:lnTo>
                  <a:pt x="308" y="474"/>
                </a:lnTo>
                <a:close/>
                <a:moveTo>
                  <a:pt x="646" y="258"/>
                </a:moveTo>
                <a:lnTo>
                  <a:pt x="646" y="258"/>
                </a:lnTo>
                <a:cubicBezTo>
                  <a:pt x="619" y="284"/>
                  <a:pt x="586" y="297"/>
                  <a:pt x="551" y="297"/>
                </a:cubicBezTo>
                <a:cubicBezTo>
                  <a:pt x="535" y="297"/>
                  <a:pt x="520" y="294"/>
                  <a:pt x="506" y="289"/>
                </a:cubicBezTo>
                <a:lnTo>
                  <a:pt x="506" y="289"/>
                </a:lnTo>
                <a:cubicBezTo>
                  <a:pt x="488" y="283"/>
                  <a:pt x="470" y="272"/>
                  <a:pt x="456" y="258"/>
                </a:cubicBezTo>
                <a:cubicBezTo>
                  <a:pt x="442" y="244"/>
                  <a:pt x="431" y="226"/>
                  <a:pt x="425" y="208"/>
                </a:cubicBezTo>
                <a:lnTo>
                  <a:pt x="425" y="208"/>
                </a:lnTo>
                <a:cubicBezTo>
                  <a:pt x="420" y="194"/>
                  <a:pt x="417" y="178"/>
                  <a:pt x="417" y="163"/>
                </a:cubicBezTo>
                <a:cubicBezTo>
                  <a:pt x="417" y="128"/>
                  <a:pt x="429" y="95"/>
                  <a:pt x="456" y="68"/>
                </a:cubicBezTo>
                <a:cubicBezTo>
                  <a:pt x="482" y="42"/>
                  <a:pt x="516" y="29"/>
                  <a:pt x="551" y="29"/>
                </a:cubicBezTo>
                <a:cubicBezTo>
                  <a:pt x="559" y="29"/>
                  <a:pt x="569" y="31"/>
                  <a:pt x="577" y="32"/>
                </a:cubicBezTo>
                <a:cubicBezTo>
                  <a:pt x="498" y="110"/>
                  <a:pt x="498" y="110"/>
                  <a:pt x="498" y="110"/>
                </a:cubicBezTo>
                <a:cubicBezTo>
                  <a:pt x="492" y="117"/>
                  <a:pt x="492" y="125"/>
                  <a:pt x="498" y="132"/>
                </a:cubicBezTo>
                <a:cubicBezTo>
                  <a:pt x="581" y="216"/>
                  <a:pt x="581" y="216"/>
                  <a:pt x="581" y="216"/>
                </a:cubicBezTo>
                <a:cubicBezTo>
                  <a:pt x="588" y="222"/>
                  <a:pt x="597" y="222"/>
                  <a:pt x="604" y="216"/>
                </a:cubicBezTo>
                <a:cubicBezTo>
                  <a:pt x="682" y="137"/>
                  <a:pt x="682" y="137"/>
                  <a:pt x="682" y="137"/>
                </a:cubicBezTo>
                <a:cubicBezTo>
                  <a:pt x="683" y="145"/>
                  <a:pt x="685" y="155"/>
                  <a:pt x="685" y="163"/>
                </a:cubicBezTo>
                <a:cubicBezTo>
                  <a:pt x="685" y="198"/>
                  <a:pt x="672" y="231"/>
                  <a:pt x="646" y="258"/>
                </a:cubicBezTo>
                <a:close/>
              </a:path>
            </a:pathLst>
          </a:custGeom>
          <a:solidFill>
            <a:schemeClr val="tx2"/>
          </a:solidFill>
          <a:ln>
            <a:noFill/>
          </a:ln>
          <a:effectLst/>
        </p:spPr>
        <p:txBody>
          <a:bodyPr wrap="none" anchor="ctr"/>
          <a:lstStyle/>
          <a:p>
            <a:endParaRPr lang="da-DK"/>
          </a:p>
        </p:txBody>
      </p:sp>
      <p:sp>
        <p:nvSpPr>
          <p:cNvPr id="298" name="Freeform 243">
            <a:extLst>
              <a:ext uri="{FF2B5EF4-FFF2-40B4-BE49-F238E27FC236}">
                <a16:creationId xmlns:a16="http://schemas.microsoft.com/office/drawing/2014/main" id="{8F0F35FF-CF32-AC81-52ED-671E9E06DA07}"/>
              </a:ext>
            </a:extLst>
          </p:cNvPr>
          <p:cNvSpPr>
            <a:spLocks noChangeArrowheads="1"/>
          </p:cNvSpPr>
          <p:nvPr/>
        </p:nvSpPr>
        <p:spPr bwMode="auto">
          <a:xfrm>
            <a:off x="1107156" y="1023838"/>
            <a:ext cx="252413" cy="241300"/>
          </a:xfrm>
          <a:custGeom>
            <a:avLst/>
            <a:gdLst>
              <a:gd name="T0" fmla="*/ 96 w 700"/>
              <a:gd name="T1" fmla="*/ 425 h 671"/>
              <a:gd name="T2" fmla="*/ 160 w 700"/>
              <a:gd name="T3" fmla="*/ 425 h 671"/>
              <a:gd name="T4" fmla="*/ 181 w 700"/>
              <a:gd name="T5" fmla="*/ 404 h 671"/>
              <a:gd name="T6" fmla="*/ 190 w 700"/>
              <a:gd name="T7" fmla="*/ 354 h 671"/>
              <a:gd name="T8" fmla="*/ 244 w 700"/>
              <a:gd name="T9" fmla="*/ 320 h 671"/>
              <a:gd name="T10" fmla="*/ 612 w 700"/>
              <a:gd name="T11" fmla="*/ 670 h 671"/>
              <a:gd name="T12" fmla="*/ 643 w 700"/>
              <a:gd name="T13" fmla="*/ 657 h 671"/>
              <a:gd name="T14" fmla="*/ 699 w 700"/>
              <a:gd name="T15" fmla="*/ 583 h 671"/>
              <a:gd name="T16" fmla="*/ 349 w 700"/>
              <a:gd name="T17" fmla="*/ 214 h 671"/>
              <a:gd name="T18" fmla="*/ 318 w 700"/>
              <a:gd name="T19" fmla="*/ 184 h 671"/>
              <a:gd name="T20" fmla="*/ 551 w 700"/>
              <a:gd name="T21" fmla="*/ 72 h 671"/>
              <a:gd name="T22" fmla="*/ 555 w 700"/>
              <a:gd name="T23" fmla="*/ 43 h 671"/>
              <a:gd name="T24" fmla="*/ 396 w 700"/>
              <a:gd name="T25" fmla="*/ 0 h 671"/>
              <a:gd name="T26" fmla="*/ 212 w 700"/>
              <a:gd name="T27" fmla="*/ 78 h 671"/>
              <a:gd name="T28" fmla="*/ 170 w 700"/>
              <a:gd name="T29" fmla="*/ 54 h 671"/>
              <a:gd name="T30" fmla="*/ 96 w 700"/>
              <a:gd name="T31" fmla="*/ 110 h 671"/>
              <a:gd name="T32" fmla="*/ 96 w 700"/>
              <a:gd name="T33" fmla="*/ 173 h 671"/>
              <a:gd name="T34" fmla="*/ 117 w 700"/>
              <a:gd name="T35" fmla="*/ 194 h 671"/>
              <a:gd name="T36" fmla="*/ 128 w 700"/>
              <a:gd name="T37" fmla="*/ 205 h 671"/>
              <a:gd name="T38" fmla="*/ 65 w 700"/>
              <a:gd name="T39" fmla="*/ 244 h 671"/>
              <a:gd name="T40" fmla="*/ 12 w 700"/>
              <a:gd name="T41" fmla="*/ 279 h 671"/>
              <a:gd name="T42" fmla="*/ 12 w 700"/>
              <a:gd name="T43" fmla="*/ 341 h 671"/>
              <a:gd name="T44" fmla="*/ 669 w 700"/>
              <a:gd name="T45" fmla="*/ 583 h 671"/>
              <a:gd name="T46" fmla="*/ 665 w 700"/>
              <a:gd name="T47" fmla="*/ 594 h 671"/>
              <a:gd name="T48" fmla="*/ 633 w 700"/>
              <a:gd name="T49" fmla="*/ 647 h 671"/>
              <a:gd name="T50" fmla="*/ 612 w 700"/>
              <a:gd name="T51" fmla="*/ 640 h 671"/>
              <a:gd name="T52" fmla="*/ 275 w 700"/>
              <a:gd name="T53" fmla="*/ 309 h 671"/>
              <a:gd name="T54" fmla="*/ 665 w 700"/>
              <a:gd name="T55" fmla="*/ 573 h 671"/>
              <a:gd name="T56" fmla="*/ 117 w 700"/>
              <a:gd name="T57" fmla="*/ 131 h 671"/>
              <a:gd name="T58" fmla="*/ 160 w 700"/>
              <a:gd name="T59" fmla="*/ 89 h 671"/>
              <a:gd name="T60" fmla="*/ 181 w 700"/>
              <a:gd name="T61" fmla="*/ 89 h 671"/>
              <a:gd name="T62" fmla="*/ 128 w 700"/>
              <a:gd name="T63" fmla="*/ 163 h 671"/>
              <a:gd name="T64" fmla="*/ 113 w 700"/>
              <a:gd name="T65" fmla="*/ 142 h 671"/>
              <a:gd name="T66" fmla="*/ 160 w 700"/>
              <a:gd name="T67" fmla="*/ 214 h 671"/>
              <a:gd name="T68" fmla="*/ 164 w 700"/>
              <a:gd name="T69" fmla="*/ 205 h 671"/>
              <a:gd name="T70" fmla="*/ 149 w 700"/>
              <a:gd name="T71" fmla="*/ 184 h 671"/>
              <a:gd name="T72" fmla="*/ 396 w 700"/>
              <a:gd name="T73" fmla="*/ 29 h 671"/>
              <a:gd name="T74" fmla="*/ 494 w 700"/>
              <a:gd name="T75" fmla="*/ 51 h 671"/>
              <a:gd name="T76" fmla="*/ 286 w 700"/>
              <a:gd name="T77" fmla="*/ 173 h 671"/>
              <a:gd name="T78" fmla="*/ 286 w 700"/>
              <a:gd name="T79" fmla="*/ 194 h 671"/>
              <a:gd name="T80" fmla="*/ 254 w 700"/>
              <a:gd name="T81" fmla="*/ 288 h 671"/>
              <a:gd name="T82" fmla="*/ 223 w 700"/>
              <a:gd name="T83" fmla="*/ 279 h 671"/>
              <a:gd name="T84" fmla="*/ 107 w 700"/>
              <a:gd name="T85" fmla="*/ 267 h 671"/>
              <a:gd name="T86" fmla="*/ 33 w 700"/>
              <a:gd name="T87" fmla="*/ 300 h 671"/>
              <a:gd name="T88" fmla="*/ 54 w 700"/>
              <a:gd name="T89" fmla="*/ 279 h 671"/>
              <a:gd name="T90" fmla="*/ 75 w 700"/>
              <a:gd name="T91" fmla="*/ 279 h 671"/>
              <a:gd name="T92" fmla="*/ 160 w 700"/>
              <a:gd name="T93" fmla="*/ 362 h 671"/>
              <a:gd name="T94" fmla="*/ 160 w 700"/>
              <a:gd name="T95" fmla="*/ 383 h 671"/>
              <a:gd name="T96" fmla="*/ 149 w 700"/>
              <a:gd name="T97" fmla="*/ 415 h 671"/>
              <a:gd name="T98" fmla="*/ 128 w 700"/>
              <a:gd name="T99" fmla="*/ 408 h 671"/>
              <a:gd name="T100" fmla="*/ 33 w 700"/>
              <a:gd name="T101" fmla="*/ 320 h 671"/>
              <a:gd name="T102" fmla="*/ 33 w 700"/>
              <a:gd name="T103" fmla="*/ 300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0" h="671">
                <a:moveTo>
                  <a:pt x="96" y="425"/>
                </a:moveTo>
                <a:lnTo>
                  <a:pt x="96" y="425"/>
                </a:lnTo>
                <a:cubicBezTo>
                  <a:pt x="104" y="435"/>
                  <a:pt x="117" y="439"/>
                  <a:pt x="128" y="439"/>
                </a:cubicBezTo>
                <a:cubicBezTo>
                  <a:pt x="139" y="439"/>
                  <a:pt x="151" y="435"/>
                  <a:pt x="160" y="425"/>
                </a:cubicBezTo>
                <a:lnTo>
                  <a:pt x="160" y="425"/>
                </a:lnTo>
                <a:cubicBezTo>
                  <a:pt x="181" y="404"/>
                  <a:pt x="181" y="404"/>
                  <a:pt x="181" y="404"/>
                </a:cubicBezTo>
                <a:cubicBezTo>
                  <a:pt x="190" y="396"/>
                  <a:pt x="194" y="385"/>
                  <a:pt x="194" y="373"/>
                </a:cubicBezTo>
                <a:cubicBezTo>
                  <a:pt x="194" y="366"/>
                  <a:pt x="192" y="359"/>
                  <a:pt x="190" y="354"/>
                </a:cubicBezTo>
                <a:cubicBezTo>
                  <a:pt x="233" y="309"/>
                  <a:pt x="233" y="309"/>
                  <a:pt x="233" y="309"/>
                </a:cubicBezTo>
                <a:cubicBezTo>
                  <a:pt x="244" y="320"/>
                  <a:pt x="244" y="320"/>
                  <a:pt x="244" y="320"/>
                </a:cubicBezTo>
                <a:cubicBezTo>
                  <a:pt x="580" y="657"/>
                  <a:pt x="580" y="657"/>
                  <a:pt x="580" y="657"/>
                </a:cubicBezTo>
                <a:cubicBezTo>
                  <a:pt x="588" y="665"/>
                  <a:pt x="601" y="670"/>
                  <a:pt x="612" y="670"/>
                </a:cubicBezTo>
                <a:cubicBezTo>
                  <a:pt x="623" y="670"/>
                  <a:pt x="634" y="665"/>
                  <a:pt x="643" y="657"/>
                </a:cubicBezTo>
                <a:lnTo>
                  <a:pt x="643" y="657"/>
                </a:lnTo>
                <a:cubicBezTo>
                  <a:pt x="686" y="615"/>
                  <a:pt x="686" y="615"/>
                  <a:pt x="686" y="615"/>
                </a:cubicBezTo>
                <a:cubicBezTo>
                  <a:pt x="694" y="606"/>
                  <a:pt x="699" y="595"/>
                  <a:pt x="699" y="583"/>
                </a:cubicBezTo>
                <a:cubicBezTo>
                  <a:pt x="699" y="571"/>
                  <a:pt x="694" y="560"/>
                  <a:pt x="686" y="552"/>
                </a:cubicBezTo>
                <a:cubicBezTo>
                  <a:pt x="349" y="214"/>
                  <a:pt x="349" y="214"/>
                  <a:pt x="349" y="214"/>
                </a:cubicBezTo>
                <a:lnTo>
                  <a:pt x="349" y="214"/>
                </a:lnTo>
                <a:cubicBezTo>
                  <a:pt x="318" y="184"/>
                  <a:pt x="318" y="184"/>
                  <a:pt x="318" y="184"/>
                </a:cubicBezTo>
                <a:cubicBezTo>
                  <a:pt x="346" y="157"/>
                  <a:pt x="374" y="134"/>
                  <a:pt x="409" y="114"/>
                </a:cubicBezTo>
                <a:cubicBezTo>
                  <a:pt x="448" y="93"/>
                  <a:pt x="492" y="78"/>
                  <a:pt x="551" y="72"/>
                </a:cubicBezTo>
                <a:cubicBezTo>
                  <a:pt x="558" y="71"/>
                  <a:pt x="562" y="67"/>
                  <a:pt x="563" y="60"/>
                </a:cubicBezTo>
                <a:cubicBezTo>
                  <a:pt x="565" y="53"/>
                  <a:pt x="561" y="46"/>
                  <a:pt x="555" y="43"/>
                </a:cubicBezTo>
                <a:cubicBezTo>
                  <a:pt x="489" y="18"/>
                  <a:pt x="489" y="18"/>
                  <a:pt x="489" y="18"/>
                </a:cubicBezTo>
                <a:cubicBezTo>
                  <a:pt x="459" y="5"/>
                  <a:pt x="428" y="0"/>
                  <a:pt x="396" y="0"/>
                </a:cubicBezTo>
                <a:cubicBezTo>
                  <a:pt x="330" y="0"/>
                  <a:pt x="265" y="25"/>
                  <a:pt x="217" y="74"/>
                </a:cubicBezTo>
                <a:cubicBezTo>
                  <a:pt x="212" y="78"/>
                  <a:pt x="212" y="78"/>
                  <a:pt x="212" y="78"/>
                </a:cubicBezTo>
                <a:cubicBezTo>
                  <a:pt x="202" y="68"/>
                  <a:pt x="202" y="68"/>
                  <a:pt x="202" y="68"/>
                </a:cubicBezTo>
                <a:cubicBezTo>
                  <a:pt x="192" y="60"/>
                  <a:pt x="181" y="54"/>
                  <a:pt x="170" y="54"/>
                </a:cubicBezTo>
                <a:cubicBezTo>
                  <a:pt x="159" y="54"/>
                  <a:pt x="148" y="60"/>
                  <a:pt x="138" y="68"/>
                </a:cubicBezTo>
                <a:cubicBezTo>
                  <a:pt x="96" y="110"/>
                  <a:pt x="96" y="110"/>
                  <a:pt x="96" y="110"/>
                </a:cubicBezTo>
                <a:cubicBezTo>
                  <a:pt x="88" y="118"/>
                  <a:pt x="84" y="129"/>
                  <a:pt x="84" y="142"/>
                </a:cubicBezTo>
                <a:cubicBezTo>
                  <a:pt x="84" y="153"/>
                  <a:pt x="88" y="164"/>
                  <a:pt x="96" y="173"/>
                </a:cubicBezTo>
                <a:cubicBezTo>
                  <a:pt x="117" y="194"/>
                  <a:pt x="117" y="194"/>
                  <a:pt x="117" y="194"/>
                </a:cubicBezTo>
                <a:lnTo>
                  <a:pt x="117" y="194"/>
                </a:lnTo>
                <a:lnTo>
                  <a:pt x="117" y="194"/>
                </a:lnTo>
                <a:cubicBezTo>
                  <a:pt x="128" y="205"/>
                  <a:pt x="128" y="205"/>
                  <a:pt x="128" y="205"/>
                </a:cubicBezTo>
                <a:cubicBezTo>
                  <a:pt x="84" y="248"/>
                  <a:pt x="84" y="248"/>
                  <a:pt x="84" y="248"/>
                </a:cubicBezTo>
                <a:cubicBezTo>
                  <a:pt x="78" y="245"/>
                  <a:pt x="71" y="244"/>
                  <a:pt x="65" y="244"/>
                </a:cubicBezTo>
                <a:cubicBezTo>
                  <a:pt x="53" y="244"/>
                  <a:pt x="42" y="248"/>
                  <a:pt x="33" y="258"/>
                </a:cubicBezTo>
                <a:cubicBezTo>
                  <a:pt x="12" y="279"/>
                  <a:pt x="12" y="279"/>
                  <a:pt x="12" y="279"/>
                </a:cubicBezTo>
                <a:cubicBezTo>
                  <a:pt x="4" y="287"/>
                  <a:pt x="0" y="298"/>
                  <a:pt x="0" y="309"/>
                </a:cubicBezTo>
                <a:cubicBezTo>
                  <a:pt x="0" y="320"/>
                  <a:pt x="4" y="333"/>
                  <a:pt x="12" y="341"/>
                </a:cubicBezTo>
                <a:lnTo>
                  <a:pt x="96" y="425"/>
                </a:lnTo>
                <a:close/>
                <a:moveTo>
                  <a:pt x="669" y="583"/>
                </a:moveTo>
                <a:lnTo>
                  <a:pt x="669" y="583"/>
                </a:lnTo>
                <a:cubicBezTo>
                  <a:pt x="669" y="587"/>
                  <a:pt x="668" y="591"/>
                  <a:pt x="665" y="594"/>
                </a:cubicBezTo>
                <a:cubicBezTo>
                  <a:pt x="622" y="636"/>
                  <a:pt x="622" y="636"/>
                  <a:pt x="622" y="636"/>
                </a:cubicBezTo>
                <a:cubicBezTo>
                  <a:pt x="633" y="647"/>
                  <a:pt x="633" y="647"/>
                  <a:pt x="633" y="647"/>
                </a:cubicBezTo>
                <a:cubicBezTo>
                  <a:pt x="622" y="636"/>
                  <a:pt x="622" y="636"/>
                  <a:pt x="622" y="636"/>
                </a:cubicBezTo>
                <a:cubicBezTo>
                  <a:pt x="619" y="638"/>
                  <a:pt x="616" y="640"/>
                  <a:pt x="612" y="640"/>
                </a:cubicBezTo>
                <a:cubicBezTo>
                  <a:pt x="608" y="640"/>
                  <a:pt x="604" y="638"/>
                  <a:pt x="601" y="636"/>
                </a:cubicBezTo>
                <a:cubicBezTo>
                  <a:pt x="275" y="309"/>
                  <a:pt x="275" y="309"/>
                  <a:pt x="275" y="309"/>
                </a:cubicBezTo>
                <a:cubicBezTo>
                  <a:pt x="339" y="246"/>
                  <a:pt x="339" y="246"/>
                  <a:pt x="339" y="246"/>
                </a:cubicBezTo>
                <a:cubicBezTo>
                  <a:pt x="665" y="573"/>
                  <a:pt x="665" y="573"/>
                  <a:pt x="665" y="573"/>
                </a:cubicBezTo>
                <a:cubicBezTo>
                  <a:pt x="668" y="576"/>
                  <a:pt x="669" y="580"/>
                  <a:pt x="669" y="583"/>
                </a:cubicBezTo>
                <a:close/>
                <a:moveTo>
                  <a:pt x="117" y="131"/>
                </a:moveTo>
                <a:lnTo>
                  <a:pt x="117" y="131"/>
                </a:lnTo>
                <a:cubicBezTo>
                  <a:pt x="160" y="89"/>
                  <a:pt x="160" y="89"/>
                  <a:pt x="160" y="89"/>
                </a:cubicBezTo>
                <a:cubicBezTo>
                  <a:pt x="163" y="86"/>
                  <a:pt x="166" y="85"/>
                  <a:pt x="170" y="85"/>
                </a:cubicBezTo>
                <a:cubicBezTo>
                  <a:pt x="174" y="85"/>
                  <a:pt x="177" y="86"/>
                  <a:pt x="181" y="89"/>
                </a:cubicBezTo>
                <a:cubicBezTo>
                  <a:pt x="191" y="99"/>
                  <a:pt x="191" y="99"/>
                  <a:pt x="191" y="99"/>
                </a:cubicBezTo>
                <a:cubicBezTo>
                  <a:pt x="128" y="163"/>
                  <a:pt x="128" y="163"/>
                  <a:pt x="128" y="163"/>
                </a:cubicBezTo>
                <a:cubicBezTo>
                  <a:pt x="117" y="152"/>
                  <a:pt x="117" y="152"/>
                  <a:pt x="117" y="152"/>
                </a:cubicBezTo>
                <a:cubicBezTo>
                  <a:pt x="114" y="149"/>
                  <a:pt x="113" y="145"/>
                  <a:pt x="113" y="142"/>
                </a:cubicBezTo>
                <a:cubicBezTo>
                  <a:pt x="113" y="138"/>
                  <a:pt x="114" y="134"/>
                  <a:pt x="117" y="131"/>
                </a:cubicBezTo>
                <a:close/>
                <a:moveTo>
                  <a:pt x="160" y="214"/>
                </a:moveTo>
                <a:lnTo>
                  <a:pt x="160" y="214"/>
                </a:lnTo>
                <a:cubicBezTo>
                  <a:pt x="162" y="212"/>
                  <a:pt x="164" y="209"/>
                  <a:pt x="164" y="205"/>
                </a:cubicBezTo>
                <a:cubicBezTo>
                  <a:pt x="164" y="200"/>
                  <a:pt x="162" y="196"/>
                  <a:pt x="160" y="194"/>
                </a:cubicBezTo>
                <a:cubicBezTo>
                  <a:pt x="149" y="184"/>
                  <a:pt x="149" y="184"/>
                  <a:pt x="149" y="184"/>
                </a:cubicBezTo>
                <a:cubicBezTo>
                  <a:pt x="238" y="95"/>
                  <a:pt x="238" y="95"/>
                  <a:pt x="238" y="95"/>
                </a:cubicBezTo>
                <a:cubicBezTo>
                  <a:pt x="280" y="51"/>
                  <a:pt x="337" y="29"/>
                  <a:pt x="396" y="29"/>
                </a:cubicBezTo>
                <a:cubicBezTo>
                  <a:pt x="424" y="29"/>
                  <a:pt x="452" y="35"/>
                  <a:pt x="478" y="46"/>
                </a:cubicBezTo>
                <a:cubicBezTo>
                  <a:pt x="494" y="51"/>
                  <a:pt x="494" y="51"/>
                  <a:pt x="494" y="51"/>
                </a:cubicBezTo>
                <a:cubicBezTo>
                  <a:pt x="456" y="60"/>
                  <a:pt x="424" y="72"/>
                  <a:pt x="395" y="89"/>
                </a:cubicBezTo>
                <a:cubicBezTo>
                  <a:pt x="353" y="111"/>
                  <a:pt x="318" y="141"/>
                  <a:pt x="286" y="173"/>
                </a:cubicBezTo>
                <a:cubicBezTo>
                  <a:pt x="283" y="175"/>
                  <a:pt x="282" y="180"/>
                  <a:pt x="282" y="184"/>
                </a:cubicBezTo>
                <a:cubicBezTo>
                  <a:pt x="282" y="188"/>
                  <a:pt x="283" y="191"/>
                  <a:pt x="286" y="194"/>
                </a:cubicBezTo>
                <a:cubicBezTo>
                  <a:pt x="318" y="226"/>
                  <a:pt x="318" y="226"/>
                  <a:pt x="318" y="226"/>
                </a:cubicBezTo>
                <a:cubicBezTo>
                  <a:pt x="254" y="288"/>
                  <a:pt x="254" y="288"/>
                  <a:pt x="254" y="288"/>
                </a:cubicBezTo>
                <a:cubicBezTo>
                  <a:pt x="244" y="279"/>
                  <a:pt x="244" y="279"/>
                  <a:pt x="244" y="279"/>
                </a:cubicBezTo>
                <a:cubicBezTo>
                  <a:pt x="238" y="273"/>
                  <a:pt x="229" y="273"/>
                  <a:pt x="223" y="279"/>
                </a:cubicBezTo>
                <a:cubicBezTo>
                  <a:pt x="170" y="330"/>
                  <a:pt x="170" y="330"/>
                  <a:pt x="170" y="330"/>
                </a:cubicBezTo>
                <a:cubicBezTo>
                  <a:pt x="107" y="267"/>
                  <a:pt x="107" y="267"/>
                  <a:pt x="107" y="267"/>
                </a:cubicBezTo>
                <a:lnTo>
                  <a:pt x="160" y="214"/>
                </a:lnTo>
                <a:close/>
                <a:moveTo>
                  <a:pt x="33" y="300"/>
                </a:moveTo>
                <a:lnTo>
                  <a:pt x="33" y="300"/>
                </a:lnTo>
                <a:cubicBezTo>
                  <a:pt x="54" y="279"/>
                  <a:pt x="54" y="279"/>
                  <a:pt x="54" y="279"/>
                </a:cubicBezTo>
                <a:cubicBezTo>
                  <a:pt x="57" y="276"/>
                  <a:pt x="61" y="274"/>
                  <a:pt x="65" y="274"/>
                </a:cubicBezTo>
                <a:cubicBezTo>
                  <a:pt x="68" y="274"/>
                  <a:pt x="72" y="276"/>
                  <a:pt x="75" y="279"/>
                </a:cubicBezTo>
                <a:lnTo>
                  <a:pt x="75" y="279"/>
                </a:lnTo>
                <a:cubicBezTo>
                  <a:pt x="160" y="362"/>
                  <a:pt x="160" y="362"/>
                  <a:pt x="160" y="362"/>
                </a:cubicBezTo>
                <a:cubicBezTo>
                  <a:pt x="163" y="365"/>
                  <a:pt x="164" y="369"/>
                  <a:pt x="164" y="373"/>
                </a:cubicBezTo>
                <a:cubicBezTo>
                  <a:pt x="164" y="376"/>
                  <a:pt x="163" y="380"/>
                  <a:pt x="160" y="383"/>
                </a:cubicBezTo>
                <a:cubicBezTo>
                  <a:pt x="138" y="404"/>
                  <a:pt x="138" y="404"/>
                  <a:pt x="138" y="404"/>
                </a:cubicBezTo>
                <a:cubicBezTo>
                  <a:pt x="149" y="415"/>
                  <a:pt x="149" y="415"/>
                  <a:pt x="149" y="415"/>
                </a:cubicBezTo>
                <a:cubicBezTo>
                  <a:pt x="138" y="404"/>
                  <a:pt x="138" y="404"/>
                  <a:pt x="138" y="404"/>
                </a:cubicBezTo>
                <a:cubicBezTo>
                  <a:pt x="135" y="407"/>
                  <a:pt x="132" y="408"/>
                  <a:pt x="128" y="408"/>
                </a:cubicBezTo>
                <a:cubicBezTo>
                  <a:pt x="124" y="408"/>
                  <a:pt x="120" y="407"/>
                  <a:pt x="117" y="404"/>
                </a:cubicBezTo>
                <a:cubicBezTo>
                  <a:pt x="33" y="320"/>
                  <a:pt x="33" y="320"/>
                  <a:pt x="33" y="320"/>
                </a:cubicBezTo>
                <a:cubicBezTo>
                  <a:pt x="31" y="318"/>
                  <a:pt x="29" y="313"/>
                  <a:pt x="29" y="309"/>
                </a:cubicBezTo>
                <a:cubicBezTo>
                  <a:pt x="29" y="306"/>
                  <a:pt x="31" y="302"/>
                  <a:pt x="33" y="300"/>
                </a:cubicBezTo>
                <a:close/>
              </a:path>
            </a:pathLst>
          </a:custGeom>
          <a:solidFill>
            <a:schemeClr val="tx2"/>
          </a:solidFill>
          <a:ln>
            <a:noFill/>
          </a:ln>
          <a:effectLst/>
        </p:spPr>
        <p:txBody>
          <a:bodyPr wrap="none" anchor="ctr"/>
          <a:lstStyle/>
          <a:p>
            <a:endParaRPr lang="da-DK"/>
          </a:p>
        </p:txBody>
      </p:sp>
      <p:sp>
        <p:nvSpPr>
          <p:cNvPr id="299" name="Freeform 244">
            <a:extLst>
              <a:ext uri="{FF2B5EF4-FFF2-40B4-BE49-F238E27FC236}">
                <a16:creationId xmlns:a16="http://schemas.microsoft.com/office/drawing/2014/main" id="{DD9D75FA-0E64-CA32-8C87-F1E453C22623}"/>
              </a:ext>
            </a:extLst>
          </p:cNvPr>
          <p:cNvSpPr>
            <a:spLocks noChangeArrowheads="1"/>
          </p:cNvSpPr>
          <p:nvPr/>
        </p:nvSpPr>
        <p:spPr bwMode="auto">
          <a:xfrm>
            <a:off x="3674144" y="1529458"/>
            <a:ext cx="252412" cy="242887"/>
          </a:xfrm>
          <a:custGeom>
            <a:avLst/>
            <a:gdLst>
              <a:gd name="T0" fmla="*/ 634 w 700"/>
              <a:gd name="T1" fmla="*/ 244 h 676"/>
              <a:gd name="T2" fmla="*/ 581 w 700"/>
              <a:gd name="T3" fmla="*/ 194 h 676"/>
              <a:gd name="T4" fmla="*/ 603 w 700"/>
              <a:gd name="T5" fmla="*/ 110 h 676"/>
              <a:gd name="T6" fmla="*/ 497 w 700"/>
              <a:gd name="T7" fmla="*/ 68 h 676"/>
              <a:gd name="T8" fmla="*/ 303 w 700"/>
              <a:gd name="T9" fmla="*/ 0 h 676"/>
              <a:gd name="T10" fmla="*/ 136 w 700"/>
              <a:gd name="T11" fmla="*/ 58 h 676"/>
              <a:gd name="T12" fmla="*/ 381 w 700"/>
              <a:gd name="T13" fmla="*/ 184 h 676"/>
              <a:gd name="T14" fmla="*/ 264 w 700"/>
              <a:gd name="T15" fmla="*/ 300 h 676"/>
              <a:gd name="T16" fmla="*/ 200 w 700"/>
              <a:gd name="T17" fmla="*/ 195 h 676"/>
              <a:gd name="T18" fmla="*/ 67 w 700"/>
              <a:gd name="T19" fmla="*/ 61 h 676"/>
              <a:gd name="T20" fmla="*/ 5 w 700"/>
              <a:gd name="T21" fmla="*/ 124 h 676"/>
              <a:gd name="T22" fmla="*/ 138 w 700"/>
              <a:gd name="T23" fmla="*/ 256 h 676"/>
              <a:gd name="T24" fmla="*/ 243 w 700"/>
              <a:gd name="T25" fmla="*/ 320 h 676"/>
              <a:gd name="T26" fmla="*/ 13 w 700"/>
              <a:gd name="T27" fmla="*/ 615 h 676"/>
              <a:gd name="T28" fmla="*/ 55 w 700"/>
              <a:gd name="T29" fmla="*/ 657 h 676"/>
              <a:gd name="T30" fmla="*/ 87 w 700"/>
              <a:gd name="T31" fmla="*/ 669 h 676"/>
              <a:gd name="T32" fmla="*/ 490 w 700"/>
              <a:gd name="T33" fmla="*/ 652 h 676"/>
              <a:gd name="T34" fmla="*/ 596 w 700"/>
              <a:gd name="T35" fmla="*/ 652 h 676"/>
              <a:gd name="T36" fmla="*/ 412 w 700"/>
              <a:gd name="T37" fmla="*/ 364 h 676"/>
              <a:gd name="T38" fmla="*/ 455 w 700"/>
              <a:gd name="T39" fmla="*/ 320 h 676"/>
              <a:gd name="T40" fmla="*/ 505 w 700"/>
              <a:gd name="T41" fmla="*/ 372 h 676"/>
              <a:gd name="T42" fmla="*/ 550 w 700"/>
              <a:gd name="T43" fmla="*/ 414 h 676"/>
              <a:gd name="T44" fmla="*/ 603 w 700"/>
              <a:gd name="T45" fmla="*/ 425 h 676"/>
              <a:gd name="T46" fmla="*/ 687 w 700"/>
              <a:gd name="T47" fmla="*/ 277 h 676"/>
              <a:gd name="T48" fmla="*/ 140 w 700"/>
              <a:gd name="T49" fmla="*/ 226 h 676"/>
              <a:gd name="T50" fmla="*/ 62 w 700"/>
              <a:gd name="T51" fmla="*/ 93 h 676"/>
              <a:gd name="T52" fmla="*/ 140 w 700"/>
              <a:gd name="T53" fmla="*/ 226 h 676"/>
              <a:gd name="T54" fmla="*/ 529 w 700"/>
              <a:gd name="T55" fmla="*/ 85 h 676"/>
              <a:gd name="T56" fmla="*/ 586 w 700"/>
              <a:gd name="T57" fmla="*/ 141 h 676"/>
              <a:gd name="T58" fmla="*/ 508 w 700"/>
              <a:gd name="T59" fmla="*/ 99 h 676"/>
              <a:gd name="T60" fmla="*/ 98 w 700"/>
              <a:gd name="T61" fmla="*/ 636 h 676"/>
              <a:gd name="T62" fmla="*/ 66 w 700"/>
              <a:gd name="T63" fmla="*/ 645 h 676"/>
              <a:gd name="T64" fmla="*/ 30 w 700"/>
              <a:gd name="T65" fmla="*/ 583 h 676"/>
              <a:gd name="T66" fmla="*/ 423 w 700"/>
              <a:gd name="T67" fmla="*/ 309 h 676"/>
              <a:gd name="T68" fmla="*/ 575 w 700"/>
              <a:gd name="T69" fmla="*/ 569 h 676"/>
              <a:gd name="T70" fmla="*/ 543 w 700"/>
              <a:gd name="T71" fmla="*/ 644 h 676"/>
              <a:gd name="T72" fmla="*/ 391 w 700"/>
              <a:gd name="T73" fmla="*/ 385 h 676"/>
              <a:gd name="T74" fmla="*/ 466 w 700"/>
              <a:gd name="T75" fmla="*/ 273 h 676"/>
              <a:gd name="T76" fmla="*/ 381 w 700"/>
              <a:gd name="T77" fmla="*/ 226 h 676"/>
              <a:gd name="T78" fmla="*/ 413 w 700"/>
              <a:gd name="T79" fmla="*/ 173 h 676"/>
              <a:gd name="T80" fmla="*/ 221 w 700"/>
              <a:gd name="T81" fmla="*/ 44 h 676"/>
              <a:gd name="T82" fmla="*/ 476 w 700"/>
              <a:gd name="T83" fmla="*/ 110 h 676"/>
              <a:gd name="T84" fmla="*/ 539 w 700"/>
              <a:gd name="T85" fmla="*/ 194 h 676"/>
              <a:gd name="T86" fmla="*/ 529 w 700"/>
              <a:gd name="T87" fmla="*/ 330 h 676"/>
              <a:gd name="T88" fmla="*/ 666 w 700"/>
              <a:gd name="T89" fmla="*/ 320 h 676"/>
              <a:gd name="T90" fmla="*/ 571 w 700"/>
              <a:gd name="T91" fmla="*/ 408 h 676"/>
              <a:gd name="T92" fmla="*/ 539 w 700"/>
              <a:gd name="T93" fmla="*/ 383 h 676"/>
              <a:gd name="T94" fmla="*/ 539 w 700"/>
              <a:gd name="T95" fmla="*/ 362 h 676"/>
              <a:gd name="T96" fmla="*/ 634 w 700"/>
              <a:gd name="T97" fmla="*/ 273 h 676"/>
              <a:gd name="T98" fmla="*/ 670 w 700"/>
              <a:gd name="T99" fmla="*/ 309 h 6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0" h="676">
                <a:moveTo>
                  <a:pt x="666" y="256"/>
                </a:moveTo>
                <a:lnTo>
                  <a:pt x="666" y="256"/>
                </a:lnTo>
                <a:cubicBezTo>
                  <a:pt x="657" y="248"/>
                  <a:pt x="645" y="244"/>
                  <a:pt x="634" y="244"/>
                </a:cubicBezTo>
                <a:cubicBezTo>
                  <a:pt x="628" y="244"/>
                  <a:pt x="621" y="245"/>
                  <a:pt x="614" y="248"/>
                </a:cubicBezTo>
                <a:cubicBezTo>
                  <a:pt x="571" y="205"/>
                  <a:pt x="571" y="205"/>
                  <a:pt x="571" y="205"/>
                </a:cubicBezTo>
                <a:cubicBezTo>
                  <a:pt x="581" y="194"/>
                  <a:pt x="581" y="194"/>
                  <a:pt x="581" y="194"/>
                </a:cubicBezTo>
                <a:cubicBezTo>
                  <a:pt x="603" y="173"/>
                  <a:pt x="603" y="173"/>
                  <a:pt x="603" y="173"/>
                </a:cubicBezTo>
                <a:cubicBezTo>
                  <a:pt x="611" y="164"/>
                  <a:pt x="615" y="152"/>
                  <a:pt x="615" y="141"/>
                </a:cubicBezTo>
                <a:cubicBezTo>
                  <a:pt x="615" y="129"/>
                  <a:pt x="611" y="118"/>
                  <a:pt x="603" y="110"/>
                </a:cubicBezTo>
                <a:cubicBezTo>
                  <a:pt x="560" y="68"/>
                  <a:pt x="560" y="68"/>
                  <a:pt x="560" y="68"/>
                </a:cubicBezTo>
                <a:cubicBezTo>
                  <a:pt x="551" y="58"/>
                  <a:pt x="540" y="54"/>
                  <a:pt x="529" y="54"/>
                </a:cubicBezTo>
                <a:cubicBezTo>
                  <a:pt x="518" y="54"/>
                  <a:pt x="505" y="58"/>
                  <a:pt x="497" y="68"/>
                </a:cubicBezTo>
                <a:cubicBezTo>
                  <a:pt x="487" y="78"/>
                  <a:pt x="487" y="78"/>
                  <a:pt x="487" y="78"/>
                </a:cubicBezTo>
                <a:cubicBezTo>
                  <a:pt x="482" y="74"/>
                  <a:pt x="482" y="74"/>
                  <a:pt x="482" y="74"/>
                </a:cubicBezTo>
                <a:cubicBezTo>
                  <a:pt x="434" y="25"/>
                  <a:pt x="369" y="0"/>
                  <a:pt x="303" y="0"/>
                </a:cubicBezTo>
                <a:cubicBezTo>
                  <a:pt x="271" y="0"/>
                  <a:pt x="239" y="5"/>
                  <a:pt x="210" y="18"/>
                </a:cubicBezTo>
                <a:cubicBezTo>
                  <a:pt x="144" y="43"/>
                  <a:pt x="144" y="43"/>
                  <a:pt x="144" y="43"/>
                </a:cubicBezTo>
                <a:cubicBezTo>
                  <a:pt x="138" y="46"/>
                  <a:pt x="134" y="53"/>
                  <a:pt x="136" y="58"/>
                </a:cubicBezTo>
                <a:cubicBezTo>
                  <a:pt x="136" y="65"/>
                  <a:pt x="141" y="71"/>
                  <a:pt x="148" y="72"/>
                </a:cubicBezTo>
                <a:cubicBezTo>
                  <a:pt x="207" y="78"/>
                  <a:pt x="251" y="93"/>
                  <a:pt x="290" y="114"/>
                </a:cubicBezTo>
                <a:cubicBezTo>
                  <a:pt x="324" y="134"/>
                  <a:pt x="353" y="157"/>
                  <a:pt x="381" y="184"/>
                </a:cubicBezTo>
                <a:cubicBezTo>
                  <a:pt x="350" y="214"/>
                  <a:pt x="350" y="214"/>
                  <a:pt x="350" y="214"/>
                </a:cubicBezTo>
                <a:lnTo>
                  <a:pt x="350" y="214"/>
                </a:lnTo>
                <a:cubicBezTo>
                  <a:pt x="264" y="300"/>
                  <a:pt x="264" y="300"/>
                  <a:pt x="264" y="300"/>
                </a:cubicBezTo>
                <a:cubicBezTo>
                  <a:pt x="186" y="221"/>
                  <a:pt x="186" y="221"/>
                  <a:pt x="186" y="221"/>
                </a:cubicBezTo>
                <a:cubicBezTo>
                  <a:pt x="196" y="210"/>
                  <a:pt x="196" y="210"/>
                  <a:pt x="196" y="210"/>
                </a:cubicBezTo>
                <a:cubicBezTo>
                  <a:pt x="200" y="206"/>
                  <a:pt x="201" y="201"/>
                  <a:pt x="200" y="195"/>
                </a:cubicBezTo>
                <a:cubicBezTo>
                  <a:pt x="179" y="132"/>
                  <a:pt x="179" y="132"/>
                  <a:pt x="179" y="132"/>
                </a:cubicBezTo>
                <a:cubicBezTo>
                  <a:pt x="178" y="129"/>
                  <a:pt x="175" y="127"/>
                  <a:pt x="172" y="124"/>
                </a:cubicBezTo>
                <a:cubicBezTo>
                  <a:pt x="67" y="61"/>
                  <a:pt x="67" y="61"/>
                  <a:pt x="67" y="61"/>
                </a:cubicBezTo>
                <a:cubicBezTo>
                  <a:pt x="62" y="58"/>
                  <a:pt x="53" y="58"/>
                  <a:pt x="49" y="64"/>
                </a:cubicBezTo>
                <a:cubicBezTo>
                  <a:pt x="7" y="106"/>
                  <a:pt x="7" y="106"/>
                  <a:pt x="7" y="106"/>
                </a:cubicBezTo>
                <a:cubicBezTo>
                  <a:pt x="2" y="110"/>
                  <a:pt x="0" y="118"/>
                  <a:pt x="5" y="124"/>
                </a:cubicBezTo>
                <a:cubicBezTo>
                  <a:pt x="67" y="228"/>
                  <a:pt x="67" y="228"/>
                  <a:pt x="67" y="228"/>
                </a:cubicBezTo>
                <a:cubicBezTo>
                  <a:pt x="70" y="231"/>
                  <a:pt x="73" y="234"/>
                  <a:pt x="76" y="235"/>
                </a:cubicBezTo>
                <a:cubicBezTo>
                  <a:pt x="138" y="256"/>
                  <a:pt x="138" y="256"/>
                  <a:pt x="138" y="256"/>
                </a:cubicBezTo>
                <a:cubicBezTo>
                  <a:pt x="144" y="258"/>
                  <a:pt x="150" y="256"/>
                  <a:pt x="154" y="252"/>
                </a:cubicBezTo>
                <a:cubicBezTo>
                  <a:pt x="165" y="242"/>
                  <a:pt x="165" y="242"/>
                  <a:pt x="165" y="242"/>
                </a:cubicBezTo>
                <a:cubicBezTo>
                  <a:pt x="243" y="320"/>
                  <a:pt x="243" y="320"/>
                  <a:pt x="243" y="320"/>
                </a:cubicBezTo>
                <a:cubicBezTo>
                  <a:pt x="13" y="551"/>
                  <a:pt x="13" y="551"/>
                  <a:pt x="13" y="551"/>
                </a:cubicBezTo>
                <a:cubicBezTo>
                  <a:pt x="5" y="560"/>
                  <a:pt x="0" y="571"/>
                  <a:pt x="0" y="583"/>
                </a:cubicBezTo>
                <a:cubicBezTo>
                  <a:pt x="0" y="594"/>
                  <a:pt x="5" y="606"/>
                  <a:pt x="13" y="615"/>
                </a:cubicBezTo>
                <a:cubicBezTo>
                  <a:pt x="55" y="657"/>
                  <a:pt x="55" y="657"/>
                  <a:pt x="55" y="657"/>
                </a:cubicBezTo>
                <a:lnTo>
                  <a:pt x="55" y="657"/>
                </a:lnTo>
                <a:lnTo>
                  <a:pt x="55" y="657"/>
                </a:lnTo>
                <a:lnTo>
                  <a:pt x="55" y="657"/>
                </a:lnTo>
                <a:lnTo>
                  <a:pt x="55" y="657"/>
                </a:lnTo>
                <a:cubicBezTo>
                  <a:pt x="65" y="665"/>
                  <a:pt x="76" y="669"/>
                  <a:pt x="87" y="669"/>
                </a:cubicBezTo>
                <a:cubicBezTo>
                  <a:pt x="98" y="669"/>
                  <a:pt x="109" y="665"/>
                  <a:pt x="119" y="657"/>
                </a:cubicBezTo>
                <a:cubicBezTo>
                  <a:pt x="306" y="468"/>
                  <a:pt x="306" y="468"/>
                  <a:pt x="306" y="468"/>
                </a:cubicBezTo>
                <a:cubicBezTo>
                  <a:pt x="490" y="652"/>
                  <a:pt x="490" y="652"/>
                  <a:pt x="490" y="652"/>
                </a:cubicBezTo>
                <a:lnTo>
                  <a:pt x="490" y="652"/>
                </a:lnTo>
                <a:cubicBezTo>
                  <a:pt x="505" y="666"/>
                  <a:pt x="525" y="675"/>
                  <a:pt x="543" y="675"/>
                </a:cubicBezTo>
                <a:cubicBezTo>
                  <a:pt x="562" y="675"/>
                  <a:pt x="582" y="666"/>
                  <a:pt x="596" y="652"/>
                </a:cubicBezTo>
                <a:cubicBezTo>
                  <a:pt x="610" y="638"/>
                  <a:pt x="617" y="619"/>
                  <a:pt x="617" y="599"/>
                </a:cubicBezTo>
                <a:cubicBezTo>
                  <a:pt x="617" y="581"/>
                  <a:pt x="610" y="562"/>
                  <a:pt x="596" y="548"/>
                </a:cubicBezTo>
                <a:cubicBezTo>
                  <a:pt x="412" y="364"/>
                  <a:pt x="412" y="364"/>
                  <a:pt x="412" y="364"/>
                </a:cubicBezTo>
                <a:cubicBezTo>
                  <a:pt x="455" y="320"/>
                  <a:pt x="455" y="320"/>
                  <a:pt x="455" y="320"/>
                </a:cubicBezTo>
                <a:lnTo>
                  <a:pt x="455" y="320"/>
                </a:lnTo>
                <a:lnTo>
                  <a:pt x="455" y="320"/>
                </a:lnTo>
                <a:cubicBezTo>
                  <a:pt x="466" y="309"/>
                  <a:pt x="466" y="309"/>
                  <a:pt x="466" y="309"/>
                </a:cubicBezTo>
                <a:cubicBezTo>
                  <a:pt x="509" y="354"/>
                  <a:pt x="509" y="354"/>
                  <a:pt x="509" y="354"/>
                </a:cubicBezTo>
                <a:cubicBezTo>
                  <a:pt x="507" y="360"/>
                  <a:pt x="505" y="366"/>
                  <a:pt x="505" y="372"/>
                </a:cubicBezTo>
                <a:cubicBezTo>
                  <a:pt x="505" y="383"/>
                  <a:pt x="509" y="396"/>
                  <a:pt x="518" y="404"/>
                </a:cubicBezTo>
                <a:cubicBezTo>
                  <a:pt x="539" y="425"/>
                  <a:pt x="539" y="425"/>
                  <a:pt x="539" y="425"/>
                </a:cubicBezTo>
                <a:cubicBezTo>
                  <a:pt x="550" y="414"/>
                  <a:pt x="550" y="414"/>
                  <a:pt x="550" y="414"/>
                </a:cubicBezTo>
                <a:cubicBezTo>
                  <a:pt x="539" y="425"/>
                  <a:pt x="539" y="425"/>
                  <a:pt x="539" y="425"/>
                </a:cubicBezTo>
                <a:cubicBezTo>
                  <a:pt x="548" y="433"/>
                  <a:pt x="560" y="438"/>
                  <a:pt x="571" y="438"/>
                </a:cubicBezTo>
                <a:cubicBezTo>
                  <a:pt x="582" y="438"/>
                  <a:pt x="593" y="433"/>
                  <a:pt x="603" y="425"/>
                </a:cubicBezTo>
                <a:cubicBezTo>
                  <a:pt x="687" y="341"/>
                  <a:pt x="687" y="341"/>
                  <a:pt x="687" y="341"/>
                </a:cubicBezTo>
                <a:cubicBezTo>
                  <a:pt x="695" y="332"/>
                  <a:pt x="699" y="320"/>
                  <a:pt x="699" y="309"/>
                </a:cubicBezTo>
                <a:cubicBezTo>
                  <a:pt x="699" y="298"/>
                  <a:pt x="695" y="287"/>
                  <a:pt x="687" y="277"/>
                </a:cubicBezTo>
                <a:lnTo>
                  <a:pt x="666" y="256"/>
                </a:lnTo>
                <a:close/>
                <a:moveTo>
                  <a:pt x="140" y="226"/>
                </a:moveTo>
                <a:lnTo>
                  <a:pt x="140" y="226"/>
                </a:lnTo>
                <a:cubicBezTo>
                  <a:pt x="90" y="209"/>
                  <a:pt x="90" y="209"/>
                  <a:pt x="90" y="209"/>
                </a:cubicBezTo>
                <a:cubicBezTo>
                  <a:pt x="37" y="118"/>
                  <a:pt x="37" y="118"/>
                  <a:pt x="37" y="118"/>
                </a:cubicBezTo>
                <a:cubicBezTo>
                  <a:pt x="62" y="93"/>
                  <a:pt x="62" y="93"/>
                  <a:pt x="62" y="93"/>
                </a:cubicBezTo>
                <a:cubicBezTo>
                  <a:pt x="152" y="148"/>
                  <a:pt x="152" y="148"/>
                  <a:pt x="152" y="148"/>
                </a:cubicBezTo>
                <a:cubicBezTo>
                  <a:pt x="169" y="196"/>
                  <a:pt x="169" y="196"/>
                  <a:pt x="169" y="196"/>
                </a:cubicBezTo>
                <a:lnTo>
                  <a:pt x="140" y="226"/>
                </a:lnTo>
                <a:close/>
                <a:moveTo>
                  <a:pt x="518" y="89"/>
                </a:moveTo>
                <a:lnTo>
                  <a:pt x="518" y="89"/>
                </a:lnTo>
                <a:cubicBezTo>
                  <a:pt x="521" y="86"/>
                  <a:pt x="525" y="85"/>
                  <a:pt x="529" y="85"/>
                </a:cubicBezTo>
                <a:cubicBezTo>
                  <a:pt x="533" y="85"/>
                  <a:pt x="536" y="86"/>
                  <a:pt x="539" y="89"/>
                </a:cubicBezTo>
                <a:cubicBezTo>
                  <a:pt x="581" y="131"/>
                  <a:pt x="581" y="131"/>
                  <a:pt x="581" y="131"/>
                </a:cubicBezTo>
                <a:cubicBezTo>
                  <a:pt x="585" y="134"/>
                  <a:pt x="586" y="138"/>
                  <a:pt x="586" y="141"/>
                </a:cubicBezTo>
                <a:cubicBezTo>
                  <a:pt x="586" y="145"/>
                  <a:pt x="585" y="149"/>
                  <a:pt x="581" y="152"/>
                </a:cubicBezTo>
                <a:cubicBezTo>
                  <a:pt x="571" y="162"/>
                  <a:pt x="571" y="162"/>
                  <a:pt x="571" y="162"/>
                </a:cubicBezTo>
                <a:cubicBezTo>
                  <a:pt x="508" y="99"/>
                  <a:pt x="508" y="99"/>
                  <a:pt x="508" y="99"/>
                </a:cubicBezTo>
                <a:lnTo>
                  <a:pt x="518" y="89"/>
                </a:lnTo>
                <a:close/>
                <a:moveTo>
                  <a:pt x="98" y="636"/>
                </a:moveTo>
                <a:lnTo>
                  <a:pt x="98" y="636"/>
                </a:lnTo>
                <a:cubicBezTo>
                  <a:pt x="94" y="638"/>
                  <a:pt x="91" y="640"/>
                  <a:pt x="87" y="640"/>
                </a:cubicBezTo>
                <a:cubicBezTo>
                  <a:pt x="83" y="640"/>
                  <a:pt x="80" y="638"/>
                  <a:pt x="76" y="636"/>
                </a:cubicBezTo>
                <a:cubicBezTo>
                  <a:pt x="66" y="645"/>
                  <a:pt x="66" y="645"/>
                  <a:pt x="66" y="645"/>
                </a:cubicBezTo>
                <a:cubicBezTo>
                  <a:pt x="76" y="636"/>
                  <a:pt x="76" y="636"/>
                  <a:pt x="76" y="636"/>
                </a:cubicBezTo>
                <a:cubicBezTo>
                  <a:pt x="34" y="594"/>
                  <a:pt x="34" y="594"/>
                  <a:pt x="34" y="594"/>
                </a:cubicBezTo>
                <a:cubicBezTo>
                  <a:pt x="31" y="591"/>
                  <a:pt x="30" y="587"/>
                  <a:pt x="30" y="583"/>
                </a:cubicBezTo>
                <a:cubicBezTo>
                  <a:pt x="30" y="578"/>
                  <a:pt x="31" y="576"/>
                  <a:pt x="34" y="573"/>
                </a:cubicBezTo>
                <a:cubicBezTo>
                  <a:pt x="360" y="247"/>
                  <a:pt x="360" y="247"/>
                  <a:pt x="360" y="247"/>
                </a:cubicBezTo>
                <a:cubicBezTo>
                  <a:pt x="423" y="309"/>
                  <a:pt x="423" y="309"/>
                  <a:pt x="423" y="309"/>
                </a:cubicBezTo>
                <a:lnTo>
                  <a:pt x="98" y="636"/>
                </a:lnTo>
                <a:close/>
                <a:moveTo>
                  <a:pt x="575" y="569"/>
                </a:moveTo>
                <a:lnTo>
                  <a:pt x="575" y="569"/>
                </a:lnTo>
                <a:cubicBezTo>
                  <a:pt x="583" y="577"/>
                  <a:pt x="588" y="588"/>
                  <a:pt x="588" y="599"/>
                </a:cubicBezTo>
                <a:cubicBezTo>
                  <a:pt x="588" y="612"/>
                  <a:pt x="583" y="623"/>
                  <a:pt x="575" y="631"/>
                </a:cubicBezTo>
                <a:cubicBezTo>
                  <a:pt x="567" y="640"/>
                  <a:pt x="554" y="644"/>
                  <a:pt x="543" y="644"/>
                </a:cubicBezTo>
                <a:cubicBezTo>
                  <a:pt x="532" y="644"/>
                  <a:pt x="521" y="640"/>
                  <a:pt x="511" y="631"/>
                </a:cubicBezTo>
                <a:cubicBezTo>
                  <a:pt x="328" y="447"/>
                  <a:pt x="328" y="447"/>
                  <a:pt x="328" y="447"/>
                </a:cubicBezTo>
                <a:cubicBezTo>
                  <a:pt x="391" y="385"/>
                  <a:pt x="391" y="385"/>
                  <a:pt x="391" y="385"/>
                </a:cubicBezTo>
                <a:lnTo>
                  <a:pt x="575" y="569"/>
                </a:lnTo>
                <a:close/>
                <a:moveTo>
                  <a:pt x="466" y="273"/>
                </a:moveTo>
                <a:lnTo>
                  <a:pt x="466" y="273"/>
                </a:lnTo>
                <a:cubicBezTo>
                  <a:pt x="462" y="273"/>
                  <a:pt x="458" y="274"/>
                  <a:pt x="455" y="277"/>
                </a:cubicBezTo>
                <a:cubicBezTo>
                  <a:pt x="444" y="288"/>
                  <a:pt x="444" y="288"/>
                  <a:pt x="444" y="288"/>
                </a:cubicBezTo>
                <a:cubicBezTo>
                  <a:pt x="381" y="226"/>
                  <a:pt x="381" y="226"/>
                  <a:pt x="381" y="226"/>
                </a:cubicBezTo>
                <a:cubicBezTo>
                  <a:pt x="413" y="194"/>
                  <a:pt x="413" y="194"/>
                  <a:pt x="413" y="194"/>
                </a:cubicBezTo>
                <a:cubicBezTo>
                  <a:pt x="416" y="191"/>
                  <a:pt x="417" y="187"/>
                  <a:pt x="417" y="184"/>
                </a:cubicBezTo>
                <a:cubicBezTo>
                  <a:pt x="417" y="180"/>
                  <a:pt x="416" y="175"/>
                  <a:pt x="413" y="173"/>
                </a:cubicBezTo>
                <a:cubicBezTo>
                  <a:pt x="381" y="141"/>
                  <a:pt x="346" y="111"/>
                  <a:pt x="304" y="88"/>
                </a:cubicBezTo>
                <a:cubicBezTo>
                  <a:pt x="275" y="72"/>
                  <a:pt x="243" y="60"/>
                  <a:pt x="205" y="51"/>
                </a:cubicBezTo>
                <a:cubicBezTo>
                  <a:pt x="221" y="44"/>
                  <a:pt x="221" y="44"/>
                  <a:pt x="221" y="44"/>
                </a:cubicBezTo>
                <a:cubicBezTo>
                  <a:pt x="247" y="35"/>
                  <a:pt x="275" y="29"/>
                  <a:pt x="303" y="29"/>
                </a:cubicBezTo>
                <a:cubicBezTo>
                  <a:pt x="362" y="29"/>
                  <a:pt x="419" y="51"/>
                  <a:pt x="461" y="95"/>
                </a:cubicBezTo>
                <a:cubicBezTo>
                  <a:pt x="476" y="110"/>
                  <a:pt x="476" y="110"/>
                  <a:pt x="476" y="110"/>
                </a:cubicBezTo>
                <a:lnTo>
                  <a:pt x="476" y="110"/>
                </a:lnTo>
                <a:cubicBezTo>
                  <a:pt x="550" y="184"/>
                  <a:pt x="550" y="184"/>
                  <a:pt x="550" y="184"/>
                </a:cubicBezTo>
                <a:cubicBezTo>
                  <a:pt x="539" y="194"/>
                  <a:pt x="539" y="194"/>
                  <a:pt x="539" y="194"/>
                </a:cubicBezTo>
                <a:cubicBezTo>
                  <a:pt x="533" y="199"/>
                  <a:pt x="533" y="209"/>
                  <a:pt x="539" y="214"/>
                </a:cubicBezTo>
                <a:cubicBezTo>
                  <a:pt x="592" y="267"/>
                  <a:pt x="592" y="267"/>
                  <a:pt x="592" y="267"/>
                </a:cubicBezTo>
                <a:cubicBezTo>
                  <a:pt x="529" y="330"/>
                  <a:pt x="529" y="330"/>
                  <a:pt x="529" y="330"/>
                </a:cubicBezTo>
                <a:cubicBezTo>
                  <a:pt x="476" y="277"/>
                  <a:pt x="476" y="277"/>
                  <a:pt x="476" y="277"/>
                </a:cubicBezTo>
                <a:cubicBezTo>
                  <a:pt x="473" y="274"/>
                  <a:pt x="469" y="273"/>
                  <a:pt x="466" y="273"/>
                </a:cubicBezTo>
                <a:close/>
                <a:moveTo>
                  <a:pt x="666" y="320"/>
                </a:moveTo>
                <a:lnTo>
                  <a:pt x="666" y="320"/>
                </a:lnTo>
                <a:cubicBezTo>
                  <a:pt x="581" y="404"/>
                  <a:pt x="581" y="404"/>
                  <a:pt x="581" y="404"/>
                </a:cubicBezTo>
                <a:cubicBezTo>
                  <a:pt x="578" y="407"/>
                  <a:pt x="575" y="408"/>
                  <a:pt x="571" y="408"/>
                </a:cubicBezTo>
                <a:cubicBezTo>
                  <a:pt x="567" y="408"/>
                  <a:pt x="562" y="407"/>
                  <a:pt x="560" y="404"/>
                </a:cubicBezTo>
                <a:lnTo>
                  <a:pt x="560" y="404"/>
                </a:lnTo>
                <a:cubicBezTo>
                  <a:pt x="539" y="383"/>
                  <a:pt x="539" y="383"/>
                  <a:pt x="539" y="383"/>
                </a:cubicBezTo>
                <a:cubicBezTo>
                  <a:pt x="536" y="380"/>
                  <a:pt x="535" y="376"/>
                  <a:pt x="535" y="372"/>
                </a:cubicBezTo>
                <a:cubicBezTo>
                  <a:pt x="535" y="369"/>
                  <a:pt x="536" y="365"/>
                  <a:pt x="539" y="362"/>
                </a:cubicBezTo>
                <a:lnTo>
                  <a:pt x="539" y="362"/>
                </a:lnTo>
                <a:lnTo>
                  <a:pt x="539" y="362"/>
                </a:lnTo>
                <a:cubicBezTo>
                  <a:pt x="624" y="277"/>
                  <a:pt x="624" y="277"/>
                  <a:pt x="624" y="277"/>
                </a:cubicBezTo>
                <a:cubicBezTo>
                  <a:pt x="627" y="274"/>
                  <a:pt x="629" y="273"/>
                  <a:pt x="634" y="273"/>
                </a:cubicBezTo>
                <a:cubicBezTo>
                  <a:pt x="638" y="273"/>
                  <a:pt x="642" y="274"/>
                  <a:pt x="645" y="277"/>
                </a:cubicBezTo>
                <a:cubicBezTo>
                  <a:pt x="666" y="298"/>
                  <a:pt x="666" y="298"/>
                  <a:pt x="666" y="298"/>
                </a:cubicBezTo>
                <a:cubicBezTo>
                  <a:pt x="668" y="302"/>
                  <a:pt x="670" y="305"/>
                  <a:pt x="670" y="309"/>
                </a:cubicBezTo>
                <a:cubicBezTo>
                  <a:pt x="670" y="314"/>
                  <a:pt x="668" y="316"/>
                  <a:pt x="666" y="320"/>
                </a:cubicBezTo>
                <a:close/>
              </a:path>
            </a:pathLst>
          </a:custGeom>
          <a:solidFill>
            <a:schemeClr val="tx2"/>
          </a:solidFill>
          <a:ln>
            <a:noFill/>
          </a:ln>
          <a:effectLst/>
        </p:spPr>
        <p:txBody>
          <a:bodyPr wrap="none" anchor="ctr"/>
          <a:lstStyle/>
          <a:p>
            <a:endParaRPr lang="da-DK"/>
          </a:p>
        </p:txBody>
      </p:sp>
      <p:grpSp>
        <p:nvGrpSpPr>
          <p:cNvPr id="300" name="Group 303">
            <a:extLst>
              <a:ext uri="{FF2B5EF4-FFF2-40B4-BE49-F238E27FC236}">
                <a16:creationId xmlns:a16="http://schemas.microsoft.com/office/drawing/2014/main" id="{99797FE6-4201-AEE9-50D5-B50E705A468D}"/>
              </a:ext>
            </a:extLst>
          </p:cNvPr>
          <p:cNvGrpSpPr/>
          <p:nvPr/>
        </p:nvGrpSpPr>
        <p:grpSpPr>
          <a:xfrm>
            <a:off x="2645444" y="2035076"/>
            <a:ext cx="257175" cy="257175"/>
            <a:chOff x="1617663" y="2379663"/>
            <a:chExt cx="257175" cy="257175"/>
          </a:xfrm>
          <a:solidFill>
            <a:schemeClr val="tx2"/>
          </a:solidFill>
        </p:grpSpPr>
        <p:sp>
          <p:nvSpPr>
            <p:cNvPr id="301" name="Freeform 245">
              <a:extLst>
                <a:ext uri="{FF2B5EF4-FFF2-40B4-BE49-F238E27FC236}">
                  <a16:creationId xmlns:a16="http://schemas.microsoft.com/office/drawing/2014/main" id="{B07C15C7-024B-3F61-868B-82551C4F1577}"/>
                </a:ext>
              </a:extLst>
            </p:cNvPr>
            <p:cNvSpPr>
              <a:spLocks noChangeArrowheads="1"/>
            </p:cNvSpPr>
            <p:nvPr/>
          </p:nvSpPr>
          <p:spPr bwMode="auto">
            <a:xfrm>
              <a:off x="1801813" y="25558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46">
              <a:extLst>
                <a:ext uri="{FF2B5EF4-FFF2-40B4-BE49-F238E27FC236}">
                  <a16:creationId xmlns:a16="http://schemas.microsoft.com/office/drawing/2014/main" id="{B796C8C3-48D5-F3B5-EEBF-34BE43113DCE}"/>
                </a:ext>
              </a:extLst>
            </p:cNvPr>
            <p:cNvSpPr>
              <a:spLocks noChangeArrowheads="1"/>
            </p:cNvSpPr>
            <p:nvPr/>
          </p:nvSpPr>
          <p:spPr bwMode="auto">
            <a:xfrm>
              <a:off x="1703388" y="24574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47">
              <a:extLst>
                <a:ext uri="{FF2B5EF4-FFF2-40B4-BE49-F238E27FC236}">
                  <a16:creationId xmlns:a16="http://schemas.microsoft.com/office/drawing/2014/main" id="{E484D415-E67B-9C44-3F43-2D2A0B19F6E6}"/>
                </a:ext>
              </a:extLst>
            </p:cNvPr>
            <p:cNvSpPr>
              <a:spLocks noChangeArrowheads="1"/>
            </p:cNvSpPr>
            <p:nvPr/>
          </p:nvSpPr>
          <p:spPr bwMode="auto">
            <a:xfrm>
              <a:off x="1617663" y="2379663"/>
              <a:ext cx="257175" cy="257175"/>
            </a:xfrm>
            <a:custGeom>
              <a:avLst/>
              <a:gdLst>
                <a:gd name="T0" fmla="*/ 714 w 715"/>
                <a:gd name="T1" fmla="*/ 357 h 715"/>
                <a:gd name="T2" fmla="*/ 0 w 715"/>
                <a:gd name="T3" fmla="*/ 357 h 715"/>
                <a:gd name="T4" fmla="*/ 714 w 715"/>
                <a:gd name="T5" fmla="*/ 357 h 715"/>
                <a:gd name="T6" fmla="*/ 125 w 715"/>
                <a:gd name="T7" fmla="*/ 126 h 715"/>
                <a:gd name="T8" fmla="*/ 588 w 715"/>
                <a:gd name="T9" fmla="*/ 126 h 715"/>
                <a:gd name="T10" fmla="*/ 588 w 715"/>
                <a:gd name="T11" fmla="*/ 589 h 715"/>
                <a:gd name="T12" fmla="*/ 220 w 715"/>
                <a:gd name="T13" fmla="*/ 654 h 715"/>
                <a:gd name="T14" fmla="*/ 322 w 715"/>
                <a:gd name="T15" fmla="*/ 551 h 715"/>
                <a:gd name="T16" fmla="*/ 372 w 715"/>
                <a:gd name="T17" fmla="*/ 547 h 715"/>
                <a:gd name="T18" fmla="*/ 566 w 715"/>
                <a:gd name="T19" fmla="*/ 354 h 715"/>
                <a:gd name="T20" fmla="*/ 546 w 715"/>
                <a:gd name="T21" fmla="*/ 272 h 715"/>
                <a:gd name="T22" fmla="*/ 545 w 715"/>
                <a:gd name="T23" fmla="*/ 269 h 715"/>
                <a:gd name="T24" fmla="*/ 544 w 715"/>
                <a:gd name="T25" fmla="*/ 266 h 715"/>
                <a:gd name="T26" fmla="*/ 538 w 715"/>
                <a:gd name="T27" fmla="*/ 264 h 715"/>
                <a:gd name="T28" fmla="*/ 533 w 715"/>
                <a:gd name="T29" fmla="*/ 262 h 715"/>
                <a:gd name="T30" fmla="*/ 527 w 715"/>
                <a:gd name="T31" fmla="*/ 264 h 715"/>
                <a:gd name="T32" fmla="*/ 524 w 715"/>
                <a:gd name="T33" fmla="*/ 265 h 715"/>
                <a:gd name="T34" fmla="*/ 425 w 715"/>
                <a:gd name="T35" fmla="*/ 364 h 715"/>
                <a:gd name="T36" fmla="*/ 403 w 715"/>
                <a:gd name="T37" fmla="*/ 364 h 715"/>
                <a:gd name="T38" fmla="*/ 357 w 715"/>
                <a:gd name="T39" fmla="*/ 312 h 715"/>
                <a:gd name="T40" fmla="*/ 460 w 715"/>
                <a:gd name="T41" fmla="*/ 204 h 715"/>
                <a:gd name="T42" fmla="*/ 463 w 715"/>
                <a:gd name="T43" fmla="*/ 199 h 715"/>
                <a:gd name="T44" fmla="*/ 463 w 715"/>
                <a:gd name="T45" fmla="*/ 195 h 715"/>
                <a:gd name="T46" fmla="*/ 463 w 715"/>
                <a:gd name="T47" fmla="*/ 191 h 715"/>
                <a:gd name="T48" fmla="*/ 461 w 715"/>
                <a:gd name="T49" fmla="*/ 185 h 715"/>
                <a:gd name="T50" fmla="*/ 460 w 715"/>
                <a:gd name="T51" fmla="*/ 183 h 715"/>
                <a:gd name="T52" fmla="*/ 456 w 715"/>
                <a:gd name="T53" fmla="*/ 180 h 715"/>
                <a:gd name="T54" fmla="*/ 454 w 715"/>
                <a:gd name="T55" fmla="*/ 178 h 715"/>
                <a:gd name="T56" fmla="*/ 235 w 715"/>
                <a:gd name="T57" fmla="*/ 218 h 715"/>
                <a:gd name="T58" fmla="*/ 184 w 715"/>
                <a:gd name="T59" fmla="*/ 395 h 715"/>
                <a:gd name="T60" fmla="*/ 68 w 715"/>
                <a:gd name="T61" fmla="*/ 510 h 715"/>
                <a:gd name="T62" fmla="*/ 125 w 715"/>
                <a:gd name="T63" fmla="*/ 126 h 715"/>
                <a:gd name="T64" fmla="*/ 83 w 715"/>
                <a:gd name="T65" fmla="*/ 537 h 715"/>
                <a:gd name="T66" fmla="*/ 210 w 715"/>
                <a:gd name="T67" fmla="*/ 410 h 715"/>
                <a:gd name="T68" fmla="*/ 213 w 715"/>
                <a:gd name="T69" fmla="*/ 406 h 715"/>
                <a:gd name="T70" fmla="*/ 215 w 715"/>
                <a:gd name="T71" fmla="*/ 402 h 715"/>
                <a:gd name="T72" fmla="*/ 215 w 715"/>
                <a:gd name="T73" fmla="*/ 396 h 715"/>
                <a:gd name="T74" fmla="*/ 209 w 715"/>
                <a:gd name="T75" fmla="*/ 354 h 715"/>
                <a:gd name="T76" fmla="*/ 256 w 715"/>
                <a:gd name="T77" fmla="*/ 238 h 715"/>
                <a:gd name="T78" fmla="*/ 422 w 715"/>
                <a:gd name="T79" fmla="*/ 198 h 715"/>
                <a:gd name="T80" fmla="*/ 328 w 715"/>
                <a:gd name="T81" fmla="*/ 312 h 715"/>
                <a:gd name="T82" fmla="*/ 382 w 715"/>
                <a:gd name="T83" fmla="*/ 385 h 715"/>
                <a:gd name="T84" fmla="*/ 446 w 715"/>
                <a:gd name="T85" fmla="*/ 386 h 715"/>
                <a:gd name="T86" fmla="*/ 535 w 715"/>
                <a:gd name="T87" fmla="*/ 354 h 715"/>
                <a:gd name="T88" fmla="*/ 488 w 715"/>
                <a:gd name="T89" fmla="*/ 470 h 715"/>
                <a:gd name="T90" fmla="*/ 330 w 715"/>
                <a:gd name="T91" fmla="*/ 512 h 715"/>
                <a:gd name="T92" fmla="*/ 325 w 715"/>
                <a:gd name="T93" fmla="*/ 512 h 715"/>
                <a:gd name="T94" fmla="*/ 319 w 715"/>
                <a:gd name="T95" fmla="*/ 513 h 715"/>
                <a:gd name="T96" fmla="*/ 315 w 715"/>
                <a:gd name="T97" fmla="*/ 516 h 715"/>
                <a:gd name="T98" fmla="*/ 301 w 715"/>
                <a:gd name="T99" fmla="*/ 530 h 715"/>
                <a:gd name="T100" fmla="*/ 125 w 715"/>
                <a:gd name="T10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5">
                  <a:moveTo>
                    <a:pt x="714" y="357"/>
                  </a:moveTo>
                  <a:lnTo>
                    <a:pt x="714" y="357"/>
                  </a:lnTo>
                  <a:cubicBezTo>
                    <a:pt x="714" y="159"/>
                    <a:pt x="555" y="0"/>
                    <a:pt x="357" y="0"/>
                  </a:cubicBezTo>
                  <a:cubicBezTo>
                    <a:pt x="160" y="0"/>
                    <a:pt x="0" y="159"/>
                    <a:pt x="0" y="357"/>
                  </a:cubicBezTo>
                  <a:cubicBezTo>
                    <a:pt x="0" y="554"/>
                    <a:pt x="160" y="714"/>
                    <a:pt x="357" y="714"/>
                  </a:cubicBezTo>
                  <a:cubicBezTo>
                    <a:pt x="555" y="714"/>
                    <a:pt x="714" y="554"/>
                    <a:pt x="714" y="357"/>
                  </a:cubicBezTo>
                  <a:close/>
                  <a:moveTo>
                    <a:pt x="125" y="126"/>
                  </a:moveTo>
                  <a:lnTo>
                    <a:pt x="125" y="126"/>
                  </a:lnTo>
                  <a:cubicBezTo>
                    <a:pt x="185" y="66"/>
                    <a:pt x="266" y="29"/>
                    <a:pt x="357" y="29"/>
                  </a:cubicBezTo>
                  <a:cubicBezTo>
                    <a:pt x="447" y="29"/>
                    <a:pt x="530" y="66"/>
                    <a:pt x="588" y="126"/>
                  </a:cubicBezTo>
                  <a:cubicBezTo>
                    <a:pt x="648" y="184"/>
                    <a:pt x="685" y="266"/>
                    <a:pt x="685" y="357"/>
                  </a:cubicBezTo>
                  <a:cubicBezTo>
                    <a:pt x="685" y="448"/>
                    <a:pt x="648" y="529"/>
                    <a:pt x="588" y="589"/>
                  </a:cubicBezTo>
                  <a:cubicBezTo>
                    <a:pt x="530" y="647"/>
                    <a:pt x="447" y="683"/>
                    <a:pt x="357" y="683"/>
                  </a:cubicBezTo>
                  <a:cubicBezTo>
                    <a:pt x="308" y="683"/>
                    <a:pt x="262" y="674"/>
                    <a:pt x="220" y="654"/>
                  </a:cubicBezTo>
                  <a:cubicBezTo>
                    <a:pt x="322" y="551"/>
                    <a:pt x="322" y="551"/>
                    <a:pt x="322" y="551"/>
                  </a:cubicBezTo>
                  <a:lnTo>
                    <a:pt x="322" y="551"/>
                  </a:lnTo>
                  <a:cubicBezTo>
                    <a:pt x="330" y="542"/>
                    <a:pt x="330" y="542"/>
                    <a:pt x="330" y="542"/>
                  </a:cubicBezTo>
                  <a:cubicBezTo>
                    <a:pt x="344" y="545"/>
                    <a:pt x="358" y="547"/>
                    <a:pt x="372" y="547"/>
                  </a:cubicBezTo>
                  <a:cubicBezTo>
                    <a:pt x="421" y="547"/>
                    <a:pt x="471" y="529"/>
                    <a:pt x="509" y="491"/>
                  </a:cubicBezTo>
                  <a:cubicBezTo>
                    <a:pt x="546" y="453"/>
                    <a:pt x="566" y="403"/>
                    <a:pt x="566" y="354"/>
                  </a:cubicBezTo>
                  <a:cubicBezTo>
                    <a:pt x="566" y="326"/>
                    <a:pt x="559" y="297"/>
                    <a:pt x="546" y="272"/>
                  </a:cubicBezTo>
                  <a:lnTo>
                    <a:pt x="546" y="272"/>
                  </a:lnTo>
                  <a:cubicBezTo>
                    <a:pt x="546" y="271"/>
                    <a:pt x="546" y="271"/>
                    <a:pt x="546" y="271"/>
                  </a:cubicBezTo>
                  <a:lnTo>
                    <a:pt x="545" y="269"/>
                  </a:lnTo>
                  <a:cubicBezTo>
                    <a:pt x="545" y="268"/>
                    <a:pt x="544" y="268"/>
                    <a:pt x="544" y="266"/>
                  </a:cubicBezTo>
                  <a:lnTo>
                    <a:pt x="544" y="266"/>
                  </a:lnTo>
                  <a:cubicBezTo>
                    <a:pt x="542" y="265"/>
                    <a:pt x="541" y="265"/>
                    <a:pt x="541" y="265"/>
                  </a:cubicBezTo>
                  <a:cubicBezTo>
                    <a:pt x="540" y="264"/>
                    <a:pt x="540" y="264"/>
                    <a:pt x="538" y="264"/>
                  </a:cubicBezTo>
                  <a:cubicBezTo>
                    <a:pt x="537" y="264"/>
                    <a:pt x="537" y="264"/>
                    <a:pt x="535" y="262"/>
                  </a:cubicBezTo>
                  <a:cubicBezTo>
                    <a:pt x="534" y="262"/>
                    <a:pt x="534" y="262"/>
                    <a:pt x="533" y="262"/>
                  </a:cubicBezTo>
                  <a:cubicBezTo>
                    <a:pt x="531" y="262"/>
                    <a:pt x="531" y="262"/>
                    <a:pt x="530" y="262"/>
                  </a:cubicBezTo>
                  <a:cubicBezTo>
                    <a:pt x="530" y="264"/>
                    <a:pt x="528" y="264"/>
                    <a:pt x="527" y="264"/>
                  </a:cubicBezTo>
                  <a:lnTo>
                    <a:pt x="527" y="264"/>
                  </a:lnTo>
                  <a:cubicBezTo>
                    <a:pt x="526" y="264"/>
                    <a:pt x="526" y="265"/>
                    <a:pt x="524" y="265"/>
                  </a:cubicBezTo>
                  <a:cubicBezTo>
                    <a:pt x="524" y="266"/>
                    <a:pt x="523" y="266"/>
                    <a:pt x="523" y="266"/>
                  </a:cubicBezTo>
                  <a:cubicBezTo>
                    <a:pt x="425" y="364"/>
                    <a:pt x="425" y="364"/>
                    <a:pt x="425" y="364"/>
                  </a:cubicBezTo>
                  <a:cubicBezTo>
                    <a:pt x="421" y="368"/>
                    <a:pt x="418" y="370"/>
                    <a:pt x="414" y="370"/>
                  </a:cubicBezTo>
                  <a:cubicBezTo>
                    <a:pt x="410" y="370"/>
                    <a:pt x="407" y="368"/>
                    <a:pt x="403" y="364"/>
                  </a:cubicBezTo>
                  <a:cubicBezTo>
                    <a:pt x="361" y="322"/>
                    <a:pt x="361" y="322"/>
                    <a:pt x="361" y="322"/>
                  </a:cubicBezTo>
                  <a:cubicBezTo>
                    <a:pt x="358" y="319"/>
                    <a:pt x="357" y="315"/>
                    <a:pt x="357" y="312"/>
                  </a:cubicBezTo>
                  <a:cubicBezTo>
                    <a:pt x="357" y="308"/>
                    <a:pt x="358" y="304"/>
                    <a:pt x="361" y="301"/>
                  </a:cubicBezTo>
                  <a:cubicBezTo>
                    <a:pt x="460" y="204"/>
                    <a:pt x="460" y="204"/>
                    <a:pt x="460" y="204"/>
                  </a:cubicBezTo>
                  <a:cubicBezTo>
                    <a:pt x="460" y="202"/>
                    <a:pt x="460" y="202"/>
                    <a:pt x="461" y="201"/>
                  </a:cubicBezTo>
                  <a:cubicBezTo>
                    <a:pt x="461" y="201"/>
                    <a:pt x="461" y="201"/>
                    <a:pt x="463" y="199"/>
                  </a:cubicBezTo>
                  <a:lnTo>
                    <a:pt x="463" y="199"/>
                  </a:lnTo>
                  <a:cubicBezTo>
                    <a:pt x="463" y="198"/>
                    <a:pt x="463" y="197"/>
                    <a:pt x="463" y="195"/>
                  </a:cubicBezTo>
                  <a:lnTo>
                    <a:pt x="464" y="194"/>
                  </a:lnTo>
                  <a:cubicBezTo>
                    <a:pt x="464" y="192"/>
                    <a:pt x="463" y="191"/>
                    <a:pt x="463" y="191"/>
                  </a:cubicBezTo>
                  <a:cubicBezTo>
                    <a:pt x="463" y="190"/>
                    <a:pt x="463" y="188"/>
                    <a:pt x="463" y="188"/>
                  </a:cubicBezTo>
                  <a:cubicBezTo>
                    <a:pt x="463" y="187"/>
                    <a:pt x="461" y="187"/>
                    <a:pt x="461" y="185"/>
                  </a:cubicBezTo>
                  <a:cubicBezTo>
                    <a:pt x="461" y="184"/>
                    <a:pt x="460" y="184"/>
                    <a:pt x="460" y="183"/>
                  </a:cubicBezTo>
                  <a:lnTo>
                    <a:pt x="460" y="183"/>
                  </a:lnTo>
                  <a:cubicBezTo>
                    <a:pt x="459" y="181"/>
                    <a:pt x="459" y="181"/>
                    <a:pt x="457" y="181"/>
                  </a:cubicBezTo>
                  <a:lnTo>
                    <a:pt x="456" y="180"/>
                  </a:lnTo>
                  <a:cubicBezTo>
                    <a:pt x="454" y="180"/>
                    <a:pt x="454" y="180"/>
                    <a:pt x="454" y="180"/>
                  </a:cubicBezTo>
                  <a:cubicBezTo>
                    <a:pt x="454" y="180"/>
                    <a:pt x="454" y="180"/>
                    <a:pt x="454" y="178"/>
                  </a:cubicBezTo>
                  <a:cubicBezTo>
                    <a:pt x="428" y="167"/>
                    <a:pt x="400" y="160"/>
                    <a:pt x="372" y="160"/>
                  </a:cubicBezTo>
                  <a:cubicBezTo>
                    <a:pt x="322" y="160"/>
                    <a:pt x="273" y="180"/>
                    <a:pt x="235" y="218"/>
                  </a:cubicBezTo>
                  <a:cubicBezTo>
                    <a:pt x="198" y="255"/>
                    <a:pt x="178" y="304"/>
                    <a:pt x="178" y="354"/>
                  </a:cubicBezTo>
                  <a:cubicBezTo>
                    <a:pt x="178" y="368"/>
                    <a:pt x="181" y="382"/>
                    <a:pt x="184" y="395"/>
                  </a:cubicBezTo>
                  <a:cubicBezTo>
                    <a:pt x="113" y="467"/>
                    <a:pt x="113" y="467"/>
                    <a:pt x="113" y="467"/>
                  </a:cubicBezTo>
                  <a:cubicBezTo>
                    <a:pt x="68" y="510"/>
                    <a:pt x="68" y="510"/>
                    <a:pt x="68" y="510"/>
                  </a:cubicBezTo>
                  <a:cubicBezTo>
                    <a:pt x="44" y="464"/>
                    <a:pt x="30" y="413"/>
                    <a:pt x="30" y="357"/>
                  </a:cubicBezTo>
                  <a:cubicBezTo>
                    <a:pt x="30" y="266"/>
                    <a:pt x="67" y="184"/>
                    <a:pt x="125" y="126"/>
                  </a:cubicBezTo>
                  <a:close/>
                  <a:moveTo>
                    <a:pt x="83" y="537"/>
                  </a:moveTo>
                  <a:lnTo>
                    <a:pt x="83" y="537"/>
                  </a:lnTo>
                  <a:cubicBezTo>
                    <a:pt x="134" y="488"/>
                    <a:pt x="134" y="488"/>
                    <a:pt x="134" y="488"/>
                  </a:cubicBezTo>
                  <a:cubicBezTo>
                    <a:pt x="210" y="410"/>
                    <a:pt x="210" y="410"/>
                    <a:pt x="210" y="410"/>
                  </a:cubicBezTo>
                  <a:cubicBezTo>
                    <a:pt x="210" y="410"/>
                    <a:pt x="210" y="410"/>
                    <a:pt x="212" y="409"/>
                  </a:cubicBezTo>
                  <a:cubicBezTo>
                    <a:pt x="212" y="409"/>
                    <a:pt x="213" y="407"/>
                    <a:pt x="213" y="406"/>
                  </a:cubicBezTo>
                  <a:cubicBezTo>
                    <a:pt x="213" y="406"/>
                    <a:pt x="213" y="404"/>
                    <a:pt x="215" y="404"/>
                  </a:cubicBezTo>
                  <a:cubicBezTo>
                    <a:pt x="215" y="403"/>
                    <a:pt x="215" y="402"/>
                    <a:pt x="215" y="402"/>
                  </a:cubicBezTo>
                  <a:cubicBezTo>
                    <a:pt x="215" y="400"/>
                    <a:pt x="215" y="399"/>
                    <a:pt x="215" y="397"/>
                  </a:cubicBezTo>
                  <a:cubicBezTo>
                    <a:pt x="215" y="397"/>
                    <a:pt x="215" y="397"/>
                    <a:pt x="215" y="396"/>
                  </a:cubicBezTo>
                  <a:lnTo>
                    <a:pt x="215" y="396"/>
                  </a:lnTo>
                  <a:cubicBezTo>
                    <a:pt x="210" y="382"/>
                    <a:pt x="209" y="368"/>
                    <a:pt x="209" y="354"/>
                  </a:cubicBezTo>
                  <a:cubicBezTo>
                    <a:pt x="209" y="312"/>
                    <a:pt x="224" y="271"/>
                    <a:pt x="256" y="238"/>
                  </a:cubicBezTo>
                  <a:lnTo>
                    <a:pt x="256" y="238"/>
                  </a:lnTo>
                  <a:cubicBezTo>
                    <a:pt x="288" y="206"/>
                    <a:pt x="330" y="191"/>
                    <a:pt x="372" y="191"/>
                  </a:cubicBezTo>
                  <a:cubicBezTo>
                    <a:pt x="389" y="191"/>
                    <a:pt x="406" y="194"/>
                    <a:pt x="422" y="198"/>
                  </a:cubicBezTo>
                  <a:cubicBezTo>
                    <a:pt x="340" y="280"/>
                    <a:pt x="340" y="280"/>
                    <a:pt x="340" y="280"/>
                  </a:cubicBezTo>
                  <a:cubicBezTo>
                    <a:pt x="332" y="289"/>
                    <a:pt x="328" y="301"/>
                    <a:pt x="328" y="312"/>
                  </a:cubicBezTo>
                  <a:cubicBezTo>
                    <a:pt x="328" y="324"/>
                    <a:pt x="332" y="335"/>
                    <a:pt x="340" y="343"/>
                  </a:cubicBezTo>
                  <a:cubicBezTo>
                    <a:pt x="382" y="385"/>
                    <a:pt x="382" y="385"/>
                    <a:pt x="382" y="385"/>
                  </a:cubicBezTo>
                  <a:cubicBezTo>
                    <a:pt x="392" y="395"/>
                    <a:pt x="403" y="399"/>
                    <a:pt x="414" y="399"/>
                  </a:cubicBezTo>
                  <a:cubicBezTo>
                    <a:pt x="425" y="399"/>
                    <a:pt x="436" y="395"/>
                    <a:pt x="446" y="386"/>
                  </a:cubicBezTo>
                  <a:cubicBezTo>
                    <a:pt x="527" y="304"/>
                    <a:pt x="527" y="304"/>
                    <a:pt x="527" y="304"/>
                  </a:cubicBezTo>
                  <a:cubicBezTo>
                    <a:pt x="533" y="321"/>
                    <a:pt x="535" y="337"/>
                    <a:pt x="535" y="354"/>
                  </a:cubicBezTo>
                  <a:cubicBezTo>
                    <a:pt x="535" y="396"/>
                    <a:pt x="520" y="438"/>
                    <a:pt x="488" y="470"/>
                  </a:cubicBezTo>
                  <a:lnTo>
                    <a:pt x="488" y="470"/>
                  </a:lnTo>
                  <a:cubicBezTo>
                    <a:pt x="456" y="502"/>
                    <a:pt x="414" y="517"/>
                    <a:pt x="372" y="517"/>
                  </a:cubicBezTo>
                  <a:cubicBezTo>
                    <a:pt x="358" y="517"/>
                    <a:pt x="344" y="516"/>
                    <a:pt x="330" y="512"/>
                  </a:cubicBezTo>
                  <a:cubicBezTo>
                    <a:pt x="329" y="512"/>
                    <a:pt x="329" y="512"/>
                    <a:pt x="328" y="512"/>
                  </a:cubicBezTo>
                  <a:cubicBezTo>
                    <a:pt x="328" y="512"/>
                    <a:pt x="326" y="512"/>
                    <a:pt x="325" y="512"/>
                  </a:cubicBezTo>
                  <a:cubicBezTo>
                    <a:pt x="323" y="512"/>
                    <a:pt x="323" y="512"/>
                    <a:pt x="322" y="512"/>
                  </a:cubicBezTo>
                  <a:cubicBezTo>
                    <a:pt x="322" y="512"/>
                    <a:pt x="321" y="513"/>
                    <a:pt x="319" y="513"/>
                  </a:cubicBezTo>
                  <a:cubicBezTo>
                    <a:pt x="319" y="513"/>
                    <a:pt x="318" y="515"/>
                    <a:pt x="316" y="515"/>
                  </a:cubicBezTo>
                  <a:cubicBezTo>
                    <a:pt x="316" y="515"/>
                    <a:pt x="316" y="515"/>
                    <a:pt x="315" y="516"/>
                  </a:cubicBezTo>
                  <a:cubicBezTo>
                    <a:pt x="301" y="530"/>
                    <a:pt x="301" y="530"/>
                    <a:pt x="301" y="530"/>
                  </a:cubicBezTo>
                  <a:lnTo>
                    <a:pt x="301" y="530"/>
                  </a:lnTo>
                  <a:cubicBezTo>
                    <a:pt x="192" y="639"/>
                    <a:pt x="192" y="639"/>
                    <a:pt x="192" y="639"/>
                  </a:cubicBezTo>
                  <a:cubicBezTo>
                    <a:pt x="169" y="625"/>
                    <a:pt x="146" y="608"/>
                    <a:pt x="125" y="589"/>
                  </a:cubicBezTo>
                  <a:cubicBezTo>
                    <a:pt x="110" y="572"/>
                    <a:pt x="96" y="555"/>
                    <a:pt x="83"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04" name="Group 307">
            <a:extLst>
              <a:ext uri="{FF2B5EF4-FFF2-40B4-BE49-F238E27FC236}">
                <a16:creationId xmlns:a16="http://schemas.microsoft.com/office/drawing/2014/main" id="{FE76692C-9690-733C-AAAD-6B2D5BC4DB19}"/>
              </a:ext>
            </a:extLst>
          </p:cNvPr>
          <p:cNvGrpSpPr/>
          <p:nvPr/>
        </p:nvGrpSpPr>
        <p:grpSpPr>
          <a:xfrm>
            <a:off x="3159794" y="2056507"/>
            <a:ext cx="257175" cy="214313"/>
            <a:chOff x="2132013" y="2400300"/>
            <a:chExt cx="257175" cy="214313"/>
          </a:xfrm>
          <a:solidFill>
            <a:schemeClr val="tx2"/>
          </a:solidFill>
        </p:grpSpPr>
        <p:sp>
          <p:nvSpPr>
            <p:cNvPr id="305" name="Freeform 248">
              <a:extLst>
                <a:ext uri="{FF2B5EF4-FFF2-40B4-BE49-F238E27FC236}">
                  <a16:creationId xmlns:a16="http://schemas.microsoft.com/office/drawing/2014/main" id="{2B7BB590-D12F-12C7-BEF5-1AC51A3DBFBB}"/>
                </a:ext>
              </a:extLst>
            </p:cNvPr>
            <p:cNvSpPr>
              <a:spLocks noChangeArrowheads="1"/>
            </p:cNvSpPr>
            <p:nvPr/>
          </p:nvSpPr>
          <p:spPr bwMode="auto">
            <a:xfrm>
              <a:off x="2132013" y="2400300"/>
              <a:ext cx="257175" cy="214313"/>
            </a:xfrm>
            <a:custGeom>
              <a:avLst/>
              <a:gdLst>
                <a:gd name="T0" fmla="*/ 714 w 715"/>
                <a:gd name="T1" fmla="*/ 15 h 596"/>
                <a:gd name="T2" fmla="*/ 15 w 715"/>
                <a:gd name="T3" fmla="*/ 0 h 596"/>
                <a:gd name="T4" fmla="*/ 0 w 715"/>
                <a:gd name="T5" fmla="*/ 550 h 596"/>
                <a:gd name="T6" fmla="*/ 714 w 715"/>
                <a:gd name="T7" fmla="*/ 550 h 596"/>
                <a:gd name="T8" fmla="*/ 685 w 715"/>
                <a:gd name="T9" fmla="*/ 30 h 596"/>
                <a:gd name="T10" fmla="*/ 31 w 715"/>
                <a:gd name="T11" fmla="*/ 30 h 596"/>
                <a:gd name="T12" fmla="*/ 257 w 715"/>
                <a:gd name="T13" fmla="*/ 566 h 596"/>
                <a:gd name="T14" fmla="*/ 257 w 715"/>
                <a:gd name="T15" fmla="*/ 566 h 596"/>
                <a:gd name="T16" fmla="*/ 357 w 715"/>
                <a:gd name="T17" fmla="*/ 435 h 596"/>
                <a:gd name="T18" fmla="*/ 75 w 715"/>
                <a:gd name="T19" fmla="*/ 566 h 596"/>
                <a:gd name="T20" fmla="*/ 131 w 715"/>
                <a:gd name="T21" fmla="*/ 528 h 596"/>
                <a:gd name="T22" fmla="*/ 139 w 715"/>
                <a:gd name="T23" fmla="*/ 525 h 596"/>
                <a:gd name="T24" fmla="*/ 145 w 715"/>
                <a:gd name="T25" fmla="*/ 517 h 596"/>
                <a:gd name="T26" fmla="*/ 173 w 715"/>
                <a:gd name="T27" fmla="*/ 449 h 596"/>
                <a:gd name="T28" fmla="*/ 176 w 715"/>
                <a:gd name="T29" fmla="*/ 440 h 596"/>
                <a:gd name="T30" fmla="*/ 171 w 715"/>
                <a:gd name="T31" fmla="*/ 432 h 596"/>
                <a:gd name="T32" fmla="*/ 131 w 715"/>
                <a:gd name="T33" fmla="*/ 391 h 596"/>
                <a:gd name="T34" fmla="*/ 224 w 715"/>
                <a:gd name="T35" fmla="*/ 380 h 596"/>
                <a:gd name="T36" fmla="*/ 231 w 715"/>
                <a:gd name="T37" fmla="*/ 383 h 596"/>
                <a:gd name="T38" fmla="*/ 240 w 715"/>
                <a:gd name="T39" fmla="*/ 382 h 596"/>
                <a:gd name="T40" fmla="*/ 310 w 715"/>
                <a:gd name="T41" fmla="*/ 352 h 596"/>
                <a:gd name="T42" fmla="*/ 316 w 715"/>
                <a:gd name="T43" fmla="*/ 347 h 596"/>
                <a:gd name="T44" fmla="*/ 321 w 715"/>
                <a:gd name="T45" fmla="*/ 340 h 596"/>
                <a:gd name="T46" fmla="*/ 321 w 715"/>
                <a:gd name="T47" fmla="*/ 283 h 596"/>
                <a:gd name="T48" fmla="*/ 395 w 715"/>
                <a:gd name="T49" fmla="*/ 340 h 596"/>
                <a:gd name="T50" fmla="*/ 397 w 715"/>
                <a:gd name="T51" fmla="*/ 347 h 596"/>
                <a:gd name="T52" fmla="*/ 404 w 715"/>
                <a:gd name="T53" fmla="*/ 352 h 596"/>
                <a:gd name="T54" fmla="*/ 474 w 715"/>
                <a:gd name="T55" fmla="*/ 382 h 596"/>
                <a:gd name="T56" fmla="*/ 482 w 715"/>
                <a:gd name="T57" fmla="*/ 383 h 596"/>
                <a:gd name="T58" fmla="*/ 491 w 715"/>
                <a:gd name="T59" fmla="*/ 380 h 596"/>
                <a:gd name="T60" fmla="*/ 531 w 715"/>
                <a:gd name="T61" fmla="*/ 340 h 596"/>
                <a:gd name="T62" fmla="*/ 542 w 715"/>
                <a:gd name="T63" fmla="*/ 432 h 596"/>
                <a:gd name="T64" fmla="*/ 540 w 715"/>
                <a:gd name="T65" fmla="*/ 440 h 596"/>
                <a:gd name="T66" fmla="*/ 541 w 715"/>
                <a:gd name="T67" fmla="*/ 449 h 596"/>
                <a:gd name="T68" fmla="*/ 570 w 715"/>
                <a:gd name="T69" fmla="*/ 517 h 596"/>
                <a:gd name="T70" fmla="*/ 576 w 715"/>
                <a:gd name="T71" fmla="*/ 525 h 596"/>
                <a:gd name="T72" fmla="*/ 583 w 715"/>
                <a:gd name="T73" fmla="*/ 528 h 596"/>
                <a:gd name="T74" fmla="*/ 640 w 715"/>
                <a:gd name="T75" fmla="*/ 566 h 596"/>
                <a:gd name="T76" fmla="*/ 669 w 715"/>
                <a:gd name="T77" fmla="*/ 566 h 596"/>
                <a:gd name="T78" fmla="*/ 669 w 715"/>
                <a:gd name="T79" fmla="*/ 514 h 596"/>
                <a:gd name="T80" fmla="*/ 595 w 715"/>
                <a:gd name="T81" fmla="*/ 499 h 596"/>
                <a:gd name="T82" fmla="*/ 619 w 715"/>
                <a:gd name="T83" fmla="*/ 391 h 596"/>
                <a:gd name="T84" fmla="*/ 531 w 715"/>
                <a:gd name="T85" fmla="*/ 304 h 596"/>
                <a:gd name="T86" fmla="*/ 424 w 715"/>
                <a:gd name="T87" fmla="*/ 327 h 596"/>
                <a:gd name="T88" fmla="*/ 409 w 715"/>
                <a:gd name="T89" fmla="*/ 253 h 596"/>
                <a:gd name="T90" fmla="*/ 291 w 715"/>
                <a:gd name="T91" fmla="*/ 267 h 596"/>
                <a:gd name="T92" fmla="*/ 194 w 715"/>
                <a:gd name="T93" fmla="*/ 308 h 596"/>
                <a:gd name="T94" fmla="*/ 100 w 715"/>
                <a:gd name="T95" fmla="*/ 382 h 596"/>
                <a:gd name="T96" fmla="*/ 142 w 715"/>
                <a:gd name="T97" fmla="*/ 444 h 596"/>
                <a:gd name="T98" fmla="*/ 49 w 715"/>
                <a:gd name="T99" fmla="*/ 503 h 596"/>
                <a:gd name="T100" fmla="*/ 31 w 715"/>
                <a:gd name="T101" fmla="*/ 550 h 596"/>
                <a:gd name="T102" fmla="*/ 685 w 715"/>
                <a:gd name="T103" fmla="*/ 55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596">
                  <a:moveTo>
                    <a:pt x="714" y="133"/>
                  </a:moveTo>
                  <a:lnTo>
                    <a:pt x="714" y="133"/>
                  </a:lnTo>
                  <a:cubicBezTo>
                    <a:pt x="714" y="15"/>
                    <a:pt x="714" y="15"/>
                    <a:pt x="714" y="15"/>
                  </a:cubicBezTo>
                  <a:cubicBezTo>
                    <a:pt x="714" y="11"/>
                    <a:pt x="713" y="8"/>
                    <a:pt x="710" y="5"/>
                  </a:cubicBezTo>
                  <a:cubicBezTo>
                    <a:pt x="707" y="2"/>
                    <a:pt x="703" y="0"/>
                    <a:pt x="700" y="0"/>
                  </a:cubicBezTo>
                  <a:cubicBezTo>
                    <a:pt x="15" y="0"/>
                    <a:pt x="15" y="0"/>
                    <a:pt x="15" y="0"/>
                  </a:cubicBezTo>
                  <a:cubicBezTo>
                    <a:pt x="11" y="0"/>
                    <a:pt x="7" y="2"/>
                    <a:pt x="4" y="5"/>
                  </a:cubicBezTo>
                  <a:cubicBezTo>
                    <a:pt x="1" y="8"/>
                    <a:pt x="0" y="11"/>
                    <a:pt x="0" y="15"/>
                  </a:cubicBezTo>
                  <a:cubicBezTo>
                    <a:pt x="0" y="550"/>
                    <a:pt x="0" y="550"/>
                    <a:pt x="0" y="550"/>
                  </a:cubicBezTo>
                  <a:cubicBezTo>
                    <a:pt x="0" y="576"/>
                    <a:pt x="21" y="595"/>
                    <a:pt x="45" y="595"/>
                  </a:cubicBezTo>
                  <a:cubicBezTo>
                    <a:pt x="669" y="595"/>
                    <a:pt x="669" y="595"/>
                    <a:pt x="669" y="595"/>
                  </a:cubicBezTo>
                  <a:cubicBezTo>
                    <a:pt x="694" y="595"/>
                    <a:pt x="714" y="576"/>
                    <a:pt x="714" y="550"/>
                  </a:cubicBezTo>
                  <a:cubicBezTo>
                    <a:pt x="714" y="133"/>
                    <a:pt x="714" y="133"/>
                    <a:pt x="714" y="133"/>
                  </a:cubicBezTo>
                  <a:close/>
                  <a:moveTo>
                    <a:pt x="685" y="30"/>
                  </a:moveTo>
                  <a:lnTo>
                    <a:pt x="685" y="30"/>
                  </a:lnTo>
                  <a:cubicBezTo>
                    <a:pt x="685" y="119"/>
                    <a:pt x="685" y="119"/>
                    <a:pt x="685" y="119"/>
                  </a:cubicBezTo>
                  <a:cubicBezTo>
                    <a:pt x="31" y="119"/>
                    <a:pt x="31" y="119"/>
                    <a:pt x="31" y="119"/>
                  </a:cubicBezTo>
                  <a:cubicBezTo>
                    <a:pt x="31" y="30"/>
                    <a:pt x="31" y="30"/>
                    <a:pt x="31" y="30"/>
                  </a:cubicBezTo>
                  <a:lnTo>
                    <a:pt x="685" y="30"/>
                  </a:lnTo>
                  <a:close/>
                  <a:moveTo>
                    <a:pt x="257" y="566"/>
                  </a:moveTo>
                  <a:lnTo>
                    <a:pt x="257" y="566"/>
                  </a:lnTo>
                  <a:cubicBezTo>
                    <a:pt x="257" y="509"/>
                    <a:pt x="301" y="464"/>
                    <a:pt x="357" y="464"/>
                  </a:cubicBezTo>
                  <a:cubicBezTo>
                    <a:pt x="414" y="464"/>
                    <a:pt x="459" y="509"/>
                    <a:pt x="459" y="566"/>
                  </a:cubicBezTo>
                  <a:lnTo>
                    <a:pt x="257" y="566"/>
                  </a:lnTo>
                  <a:close/>
                  <a:moveTo>
                    <a:pt x="450" y="472"/>
                  </a:moveTo>
                  <a:lnTo>
                    <a:pt x="450" y="472"/>
                  </a:lnTo>
                  <a:cubicBezTo>
                    <a:pt x="427" y="449"/>
                    <a:pt x="393" y="435"/>
                    <a:pt x="357" y="435"/>
                  </a:cubicBezTo>
                  <a:cubicBezTo>
                    <a:pt x="321" y="435"/>
                    <a:pt x="289" y="449"/>
                    <a:pt x="265" y="472"/>
                  </a:cubicBezTo>
                  <a:cubicBezTo>
                    <a:pt x="241" y="496"/>
                    <a:pt x="226" y="530"/>
                    <a:pt x="226" y="566"/>
                  </a:cubicBezTo>
                  <a:cubicBezTo>
                    <a:pt x="75" y="566"/>
                    <a:pt x="75" y="566"/>
                    <a:pt x="75" y="566"/>
                  </a:cubicBezTo>
                  <a:cubicBezTo>
                    <a:pt x="75" y="528"/>
                    <a:pt x="75" y="528"/>
                    <a:pt x="75" y="528"/>
                  </a:cubicBezTo>
                  <a:cubicBezTo>
                    <a:pt x="130" y="528"/>
                    <a:pt x="130" y="528"/>
                    <a:pt x="130" y="528"/>
                  </a:cubicBezTo>
                  <a:cubicBezTo>
                    <a:pt x="131" y="528"/>
                    <a:pt x="131" y="528"/>
                    <a:pt x="131" y="528"/>
                  </a:cubicBezTo>
                  <a:cubicBezTo>
                    <a:pt x="132" y="528"/>
                    <a:pt x="134" y="528"/>
                    <a:pt x="134" y="528"/>
                  </a:cubicBezTo>
                  <a:cubicBezTo>
                    <a:pt x="135" y="527"/>
                    <a:pt x="137" y="527"/>
                    <a:pt x="137" y="527"/>
                  </a:cubicBezTo>
                  <a:cubicBezTo>
                    <a:pt x="138" y="527"/>
                    <a:pt x="138" y="525"/>
                    <a:pt x="139" y="525"/>
                  </a:cubicBezTo>
                  <a:cubicBezTo>
                    <a:pt x="139" y="524"/>
                    <a:pt x="141" y="524"/>
                    <a:pt x="142" y="523"/>
                  </a:cubicBezTo>
                  <a:cubicBezTo>
                    <a:pt x="142" y="523"/>
                    <a:pt x="142" y="523"/>
                    <a:pt x="142" y="521"/>
                  </a:cubicBezTo>
                  <a:cubicBezTo>
                    <a:pt x="144" y="520"/>
                    <a:pt x="144" y="518"/>
                    <a:pt x="145" y="517"/>
                  </a:cubicBezTo>
                  <a:lnTo>
                    <a:pt x="145" y="517"/>
                  </a:lnTo>
                  <a:cubicBezTo>
                    <a:pt x="151" y="493"/>
                    <a:pt x="160" y="470"/>
                    <a:pt x="173" y="450"/>
                  </a:cubicBezTo>
                  <a:cubicBezTo>
                    <a:pt x="173" y="449"/>
                    <a:pt x="173" y="449"/>
                    <a:pt x="173" y="449"/>
                  </a:cubicBezTo>
                  <a:cubicBezTo>
                    <a:pt x="174" y="447"/>
                    <a:pt x="174" y="446"/>
                    <a:pt x="174" y="446"/>
                  </a:cubicBezTo>
                  <a:cubicBezTo>
                    <a:pt x="174" y="444"/>
                    <a:pt x="176" y="443"/>
                    <a:pt x="176" y="443"/>
                  </a:cubicBezTo>
                  <a:cubicBezTo>
                    <a:pt x="176" y="442"/>
                    <a:pt x="176" y="440"/>
                    <a:pt x="176" y="440"/>
                  </a:cubicBezTo>
                  <a:cubicBezTo>
                    <a:pt x="174" y="439"/>
                    <a:pt x="174" y="437"/>
                    <a:pt x="174" y="437"/>
                  </a:cubicBezTo>
                  <a:cubicBezTo>
                    <a:pt x="174" y="436"/>
                    <a:pt x="174" y="436"/>
                    <a:pt x="173" y="435"/>
                  </a:cubicBezTo>
                  <a:cubicBezTo>
                    <a:pt x="173" y="433"/>
                    <a:pt x="173" y="433"/>
                    <a:pt x="171" y="432"/>
                  </a:cubicBezTo>
                  <a:cubicBezTo>
                    <a:pt x="171" y="432"/>
                    <a:pt x="171" y="432"/>
                    <a:pt x="171" y="430"/>
                  </a:cubicBezTo>
                  <a:lnTo>
                    <a:pt x="171" y="430"/>
                  </a:lnTo>
                  <a:cubicBezTo>
                    <a:pt x="131" y="391"/>
                    <a:pt x="131" y="391"/>
                    <a:pt x="131" y="391"/>
                  </a:cubicBezTo>
                  <a:cubicBezTo>
                    <a:pt x="184" y="340"/>
                    <a:pt x="184" y="340"/>
                    <a:pt x="184" y="340"/>
                  </a:cubicBezTo>
                  <a:cubicBezTo>
                    <a:pt x="223" y="379"/>
                    <a:pt x="223" y="379"/>
                    <a:pt x="223" y="379"/>
                  </a:cubicBezTo>
                  <a:cubicBezTo>
                    <a:pt x="223" y="379"/>
                    <a:pt x="223" y="379"/>
                    <a:pt x="224" y="380"/>
                  </a:cubicBezTo>
                  <a:cubicBezTo>
                    <a:pt x="224" y="380"/>
                    <a:pt x="226" y="380"/>
                    <a:pt x="226" y="382"/>
                  </a:cubicBezTo>
                  <a:cubicBezTo>
                    <a:pt x="227" y="382"/>
                    <a:pt x="229" y="382"/>
                    <a:pt x="229" y="383"/>
                  </a:cubicBezTo>
                  <a:cubicBezTo>
                    <a:pt x="230" y="383"/>
                    <a:pt x="231" y="383"/>
                    <a:pt x="231" y="383"/>
                  </a:cubicBezTo>
                  <a:cubicBezTo>
                    <a:pt x="233" y="383"/>
                    <a:pt x="234" y="383"/>
                    <a:pt x="234" y="383"/>
                  </a:cubicBezTo>
                  <a:cubicBezTo>
                    <a:pt x="236" y="383"/>
                    <a:pt x="237" y="383"/>
                    <a:pt x="237" y="383"/>
                  </a:cubicBezTo>
                  <a:cubicBezTo>
                    <a:pt x="238" y="382"/>
                    <a:pt x="240" y="382"/>
                    <a:pt x="240" y="382"/>
                  </a:cubicBezTo>
                  <a:cubicBezTo>
                    <a:pt x="241" y="382"/>
                    <a:pt x="241" y="382"/>
                    <a:pt x="241" y="382"/>
                  </a:cubicBezTo>
                  <a:cubicBezTo>
                    <a:pt x="262" y="368"/>
                    <a:pt x="284" y="358"/>
                    <a:pt x="310" y="352"/>
                  </a:cubicBezTo>
                  <a:lnTo>
                    <a:pt x="310" y="352"/>
                  </a:lnTo>
                  <a:cubicBezTo>
                    <a:pt x="311" y="352"/>
                    <a:pt x="312" y="351"/>
                    <a:pt x="312" y="351"/>
                  </a:cubicBezTo>
                  <a:cubicBezTo>
                    <a:pt x="314" y="351"/>
                    <a:pt x="315" y="350"/>
                    <a:pt x="315" y="350"/>
                  </a:cubicBezTo>
                  <a:cubicBezTo>
                    <a:pt x="316" y="348"/>
                    <a:pt x="316" y="348"/>
                    <a:pt x="316" y="347"/>
                  </a:cubicBezTo>
                  <a:cubicBezTo>
                    <a:pt x="318" y="347"/>
                    <a:pt x="318" y="345"/>
                    <a:pt x="319" y="345"/>
                  </a:cubicBezTo>
                  <a:cubicBezTo>
                    <a:pt x="319" y="344"/>
                    <a:pt x="319" y="344"/>
                    <a:pt x="319" y="343"/>
                  </a:cubicBezTo>
                  <a:cubicBezTo>
                    <a:pt x="319" y="341"/>
                    <a:pt x="321" y="340"/>
                    <a:pt x="321" y="340"/>
                  </a:cubicBezTo>
                  <a:cubicBezTo>
                    <a:pt x="321" y="338"/>
                    <a:pt x="321" y="338"/>
                    <a:pt x="321" y="338"/>
                  </a:cubicBezTo>
                  <a:lnTo>
                    <a:pt x="321" y="338"/>
                  </a:lnTo>
                  <a:cubicBezTo>
                    <a:pt x="321" y="283"/>
                    <a:pt x="321" y="283"/>
                    <a:pt x="321" y="283"/>
                  </a:cubicBezTo>
                  <a:cubicBezTo>
                    <a:pt x="395" y="283"/>
                    <a:pt x="395" y="283"/>
                    <a:pt x="395" y="283"/>
                  </a:cubicBezTo>
                  <a:cubicBezTo>
                    <a:pt x="395" y="338"/>
                    <a:pt x="395" y="338"/>
                    <a:pt x="395" y="338"/>
                  </a:cubicBezTo>
                  <a:cubicBezTo>
                    <a:pt x="395" y="338"/>
                    <a:pt x="395" y="338"/>
                    <a:pt x="395" y="340"/>
                  </a:cubicBezTo>
                  <a:cubicBezTo>
                    <a:pt x="395" y="340"/>
                    <a:pt x="395" y="341"/>
                    <a:pt x="395" y="343"/>
                  </a:cubicBezTo>
                  <a:cubicBezTo>
                    <a:pt x="396" y="344"/>
                    <a:pt x="396" y="344"/>
                    <a:pt x="396" y="345"/>
                  </a:cubicBezTo>
                  <a:lnTo>
                    <a:pt x="397" y="347"/>
                  </a:lnTo>
                  <a:cubicBezTo>
                    <a:pt x="399" y="348"/>
                    <a:pt x="399" y="348"/>
                    <a:pt x="400" y="350"/>
                  </a:cubicBezTo>
                  <a:lnTo>
                    <a:pt x="402" y="351"/>
                  </a:lnTo>
                  <a:cubicBezTo>
                    <a:pt x="403" y="351"/>
                    <a:pt x="403" y="352"/>
                    <a:pt x="404" y="352"/>
                  </a:cubicBezTo>
                  <a:lnTo>
                    <a:pt x="406" y="352"/>
                  </a:lnTo>
                  <a:cubicBezTo>
                    <a:pt x="429" y="358"/>
                    <a:pt x="453" y="368"/>
                    <a:pt x="473" y="382"/>
                  </a:cubicBezTo>
                  <a:cubicBezTo>
                    <a:pt x="474" y="382"/>
                    <a:pt x="474" y="382"/>
                    <a:pt x="474" y="382"/>
                  </a:cubicBezTo>
                  <a:cubicBezTo>
                    <a:pt x="475" y="382"/>
                    <a:pt x="477" y="382"/>
                    <a:pt x="477" y="383"/>
                  </a:cubicBezTo>
                  <a:cubicBezTo>
                    <a:pt x="478" y="383"/>
                    <a:pt x="480" y="383"/>
                    <a:pt x="480" y="383"/>
                  </a:cubicBezTo>
                  <a:cubicBezTo>
                    <a:pt x="481" y="383"/>
                    <a:pt x="482" y="383"/>
                    <a:pt x="482" y="383"/>
                  </a:cubicBezTo>
                  <a:cubicBezTo>
                    <a:pt x="484" y="383"/>
                    <a:pt x="485" y="383"/>
                    <a:pt x="485" y="383"/>
                  </a:cubicBezTo>
                  <a:cubicBezTo>
                    <a:pt x="487" y="382"/>
                    <a:pt x="487" y="382"/>
                    <a:pt x="488" y="382"/>
                  </a:cubicBezTo>
                  <a:cubicBezTo>
                    <a:pt x="489" y="380"/>
                    <a:pt x="489" y="380"/>
                    <a:pt x="491" y="380"/>
                  </a:cubicBezTo>
                  <a:cubicBezTo>
                    <a:pt x="491" y="379"/>
                    <a:pt x="491" y="379"/>
                    <a:pt x="492" y="379"/>
                  </a:cubicBezTo>
                  <a:lnTo>
                    <a:pt x="492" y="379"/>
                  </a:lnTo>
                  <a:cubicBezTo>
                    <a:pt x="531" y="340"/>
                    <a:pt x="531" y="340"/>
                    <a:pt x="531" y="340"/>
                  </a:cubicBezTo>
                  <a:cubicBezTo>
                    <a:pt x="583" y="391"/>
                    <a:pt x="583" y="391"/>
                    <a:pt x="583" y="391"/>
                  </a:cubicBezTo>
                  <a:cubicBezTo>
                    <a:pt x="544" y="430"/>
                    <a:pt x="544" y="430"/>
                    <a:pt x="544" y="430"/>
                  </a:cubicBezTo>
                  <a:cubicBezTo>
                    <a:pt x="544" y="432"/>
                    <a:pt x="544" y="432"/>
                    <a:pt x="542" y="432"/>
                  </a:cubicBezTo>
                  <a:cubicBezTo>
                    <a:pt x="542" y="433"/>
                    <a:pt x="542" y="433"/>
                    <a:pt x="541" y="435"/>
                  </a:cubicBezTo>
                  <a:cubicBezTo>
                    <a:pt x="541" y="436"/>
                    <a:pt x="541" y="436"/>
                    <a:pt x="540" y="437"/>
                  </a:cubicBezTo>
                  <a:cubicBezTo>
                    <a:pt x="540" y="437"/>
                    <a:pt x="540" y="439"/>
                    <a:pt x="540" y="440"/>
                  </a:cubicBezTo>
                  <a:cubicBezTo>
                    <a:pt x="540" y="440"/>
                    <a:pt x="540" y="442"/>
                    <a:pt x="540" y="443"/>
                  </a:cubicBezTo>
                  <a:cubicBezTo>
                    <a:pt x="540" y="443"/>
                    <a:pt x="540" y="444"/>
                    <a:pt x="540" y="446"/>
                  </a:cubicBezTo>
                  <a:cubicBezTo>
                    <a:pt x="541" y="446"/>
                    <a:pt x="541" y="447"/>
                    <a:pt x="541" y="449"/>
                  </a:cubicBezTo>
                  <a:cubicBezTo>
                    <a:pt x="541" y="449"/>
                    <a:pt x="541" y="449"/>
                    <a:pt x="541" y="450"/>
                  </a:cubicBezTo>
                  <a:cubicBezTo>
                    <a:pt x="555" y="470"/>
                    <a:pt x="565" y="493"/>
                    <a:pt x="570" y="517"/>
                  </a:cubicBezTo>
                  <a:lnTo>
                    <a:pt x="570" y="517"/>
                  </a:lnTo>
                  <a:cubicBezTo>
                    <a:pt x="570" y="518"/>
                    <a:pt x="572" y="520"/>
                    <a:pt x="572" y="521"/>
                  </a:cubicBezTo>
                  <a:cubicBezTo>
                    <a:pt x="572" y="523"/>
                    <a:pt x="573" y="523"/>
                    <a:pt x="573" y="523"/>
                  </a:cubicBezTo>
                  <a:cubicBezTo>
                    <a:pt x="573" y="524"/>
                    <a:pt x="574" y="524"/>
                    <a:pt x="576" y="525"/>
                  </a:cubicBezTo>
                  <a:lnTo>
                    <a:pt x="577" y="527"/>
                  </a:lnTo>
                  <a:cubicBezTo>
                    <a:pt x="579" y="527"/>
                    <a:pt x="579" y="527"/>
                    <a:pt x="580" y="528"/>
                  </a:cubicBezTo>
                  <a:cubicBezTo>
                    <a:pt x="581" y="528"/>
                    <a:pt x="583" y="528"/>
                    <a:pt x="583" y="528"/>
                  </a:cubicBezTo>
                  <a:cubicBezTo>
                    <a:pt x="584" y="528"/>
                    <a:pt x="584" y="528"/>
                    <a:pt x="584" y="528"/>
                  </a:cubicBezTo>
                  <a:cubicBezTo>
                    <a:pt x="640" y="528"/>
                    <a:pt x="640" y="528"/>
                    <a:pt x="640" y="528"/>
                  </a:cubicBezTo>
                  <a:cubicBezTo>
                    <a:pt x="640" y="566"/>
                    <a:pt x="640" y="566"/>
                    <a:pt x="640" y="566"/>
                  </a:cubicBezTo>
                  <a:cubicBezTo>
                    <a:pt x="488" y="566"/>
                    <a:pt x="488" y="566"/>
                    <a:pt x="488" y="566"/>
                  </a:cubicBezTo>
                  <a:cubicBezTo>
                    <a:pt x="488" y="530"/>
                    <a:pt x="474" y="496"/>
                    <a:pt x="450" y="472"/>
                  </a:cubicBezTo>
                  <a:close/>
                  <a:moveTo>
                    <a:pt x="669" y="566"/>
                  </a:moveTo>
                  <a:lnTo>
                    <a:pt x="669" y="566"/>
                  </a:lnTo>
                  <a:lnTo>
                    <a:pt x="669" y="566"/>
                  </a:lnTo>
                  <a:cubicBezTo>
                    <a:pt x="669" y="514"/>
                    <a:pt x="669" y="514"/>
                    <a:pt x="669" y="514"/>
                  </a:cubicBezTo>
                  <a:cubicBezTo>
                    <a:pt x="669" y="510"/>
                    <a:pt x="668" y="506"/>
                    <a:pt x="665" y="503"/>
                  </a:cubicBezTo>
                  <a:cubicBezTo>
                    <a:pt x="662" y="500"/>
                    <a:pt x="658" y="499"/>
                    <a:pt x="655" y="499"/>
                  </a:cubicBezTo>
                  <a:cubicBezTo>
                    <a:pt x="595" y="499"/>
                    <a:pt x="595" y="499"/>
                    <a:pt x="595" y="499"/>
                  </a:cubicBezTo>
                  <a:cubicBezTo>
                    <a:pt x="590" y="479"/>
                    <a:pt x="583" y="461"/>
                    <a:pt x="573" y="444"/>
                  </a:cubicBezTo>
                  <a:cubicBezTo>
                    <a:pt x="615" y="403"/>
                    <a:pt x="615" y="403"/>
                    <a:pt x="615" y="403"/>
                  </a:cubicBezTo>
                  <a:cubicBezTo>
                    <a:pt x="618" y="400"/>
                    <a:pt x="619" y="396"/>
                    <a:pt x="619" y="391"/>
                  </a:cubicBezTo>
                  <a:cubicBezTo>
                    <a:pt x="619" y="387"/>
                    <a:pt x="618" y="384"/>
                    <a:pt x="615" y="382"/>
                  </a:cubicBezTo>
                  <a:cubicBezTo>
                    <a:pt x="541" y="308"/>
                    <a:pt x="541" y="308"/>
                    <a:pt x="541" y="308"/>
                  </a:cubicBezTo>
                  <a:cubicBezTo>
                    <a:pt x="538" y="305"/>
                    <a:pt x="535" y="304"/>
                    <a:pt x="531" y="304"/>
                  </a:cubicBezTo>
                  <a:cubicBezTo>
                    <a:pt x="527" y="304"/>
                    <a:pt x="523" y="305"/>
                    <a:pt x="520" y="308"/>
                  </a:cubicBezTo>
                  <a:cubicBezTo>
                    <a:pt x="478" y="350"/>
                    <a:pt x="478" y="350"/>
                    <a:pt x="478" y="350"/>
                  </a:cubicBezTo>
                  <a:cubicBezTo>
                    <a:pt x="462" y="340"/>
                    <a:pt x="443" y="333"/>
                    <a:pt x="424" y="327"/>
                  </a:cubicBezTo>
                  <a:cubicBezTo>
                    <a:pt x="424" y="267"/>
                    <a:pt x="424" y="267"/>
                    <a:pt x="424" y="267"/>
                  </a:cubicBezTo>
                  <a:cubicBezTo>
                    <a:pt x="424" y="265"/>
                    <a:pt x="422" y="260"/>
                    <a:pt x="420" y="258"/>
                  </a:cubicBezTo>
                  <a:cubicBezTo>
                    <a:pt x="417" y="255"/>
                    <a:pt x="413" y="253"/>
                    <a:pt x="409" y="253"/>
                  </a:cubicBezTo>
                  <a:cubicBezTo>
                    <a:pt x="305" y="253"/>
                    <a:pt x="305" y="253"/>
                    <a:pt x="305" y="253"/>
                  </a:cubicBezTo>
                  <a:cubicBezTo>
                    <a:pt x="301" y="253"/>
                    <a:pt x="298" y="255"/>
                    <a:pt x="296" y="258"/>
                  </a:cubicBezTo>
                  <a:cubicBezTo>
                    <a:pt x="293" y="260"/>
                    <a:pt x="291" y="265"/>
                    <a:pt x="291" y="267"/>
                  </a:cubicBezTo>
                  <a:cubicBezTo>
                    <a:pt x="291" y="327"/>
                    <a:pt x="291" y="327"/>
                    <a:pt x="291" y="327"/>
                  </a:cubicBezTo>
                  <a:cubicBezTo>
                    <a:pt x="272" y="333"/>
                    <a:pt x="252" y="340"/>
                    <a:pt x="236" y="350"/>
                  </a:cubicBezTo>
                  <a:cubicBezTo>
                    <a:pt x="194" y="308"/>
                    <a:pt x="194" y="308"/>
                    <a:pt x="194" y="308"/>
                  </a:cubicBezTo>
                  <a:cubicBezTo>
                    <a:pt x="191" y="305"/>
                    <a:pt x="187" y="304"/>
                    <a:pt x="184" y="304"/>
                  </a:cubicBezTo>
                  <a:cubicBezTo>
                    <a:pt x="180" y="304"/>
                    <a:pt x="176" y="305"/>
                    <a:pt x="173" y="308"/>
                  </a:cubicBezTo>
                  <a:cubicBezTo>
                    <a:pt x="100" y="382"/>
                    <a:pt x="100" y="382"/>
                    <a:pt x="100" y="382"/>
                  </a:cubicBezTo>
                  <a:cubicBezTo>
                    <a:pt x="98" y="384"/>
                    <a:pt x="95" y="387"/>
                    <a:pt x="95" y="391"/>
                  </a:cubicBezTo>
                  <a:cubicBezTo>
                    <a:pt x="95" y="396"/>
                    <a:pt x="98" y="400"/>
                    <a:pt x="100" y="403"/>
                  </a:cubicBezTo>
                  <a:cubicBezTo>
                    <a:pt x="142" y="444"/>
                    <a:pt x="142" y="444"/>
                    <a:pt x="142" y="444"/>
                  </a:cubicBezTo>
                  <a:cubicBezTo>
                    <a:pt x="132" y="461"/>
                    <a:pt x="124" y="479"/>
                    <a:pt x="118" y="499"/>
                  </a:cubicBezTo>
                  <a:cubicBezTo>
                    <a:pt x="60" y="499"/>
                    <a:pt x="60" y="499"/>
                    <a:pt x="60" y="499"/>
                  </a:cubicBezTo>
                  <a:cubicBezTo>
                    <a:pt x="56" y="499"/>
                    <a:pt x="51" y="500"/>
                    <a:pt x="49" y="503"/>
                  </a:cubicBezTo>
                  <a:cubicBezTo>
                    <a:pt x="46" y="506"/>
                    <a:pt x="45" y="510"/>
                    <a:pt x="45" y="514"/>
                  </a:cubicBezTo>
                  <a:cubicBezTo>
                    <a:pt x="45" y="566"/>
                    <a:pt x="45" y="566"/>
                    <a:pt x="45" y="566"/>
                  </a:cubicBezTo>
                  <a:cubicBezTo>
                    <a:pt x="36" y="566"/>
                    <a:pt x="31" y="559"/>
                    <a:pt x="31" y="550"/>
                  </a:cubicBezTo>
                  <a:cubicBezTo>
                    <a:pt x="31" y="149"/>
                    <a:pt x="31" y="149"/>
                    <a:pt x="31" y="149"/>
                  </a:cubicBezTo>
                  <a:cubicBezTo>
                    <a:pt x="685" y="149"/>
                    <a:pt x="685" y="149"/>
                    <a:pt x="685" y="149"/>
                  </a:cubicBezTo>
                  <a:cubicBezTo>
                    <a:pt x="685" y="550"/>
                    <a:pt x="685" y="550"/>
                    <a:pt x="685" y="550"/>
                  </a:cubicBezTo>
                  <a:cubicBezTo>
                    <a:pt x="685" y="559"/>
                    <a:pt x="678" y="566"/>
                    <a:pt x="669"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49">
              <a:extLst>
                <a:ext uri="{FF2B5EF4-FFF2-40B4-BE49-F238E27FC236}">
                  <a16:creationId xmlns:a16="http://schemas.microsoft.com/office/drawing/2014/main" id="{E5303A8F-0CEA-933B-8CFE-305621A56EF7}"/>
                </a:ext>
              </a:extLst>
            </p:cNvPr>
            <p:cNvSpPr>
              <a:spLocks noChangeArrowheads="1"/>
            </p:cNvSpPr>
            <p:nvPr/>
          </p:nvSpPr>
          <p:spPr bwMode="auto">
            <a:xfrm>
              <a:off x="2163763" y="2420938"/>
              <a:ext cx="11112" cy="11112"/>
            </a:xfrm>
            <a:custGeom>
              <a:avLst/>
              <a:gdLst>
                <a:gd name="T0" fmla="*/ 16 w 32"/>
                <a:gd name="T1" fmla="*/ 29 h 30"/>
                <a:gd name="T2" fmla="*/ 16 w 32"/>
                <a:gd name="T3" fmla="*/ 29 h 30"/>
                <a:gd name="T4" fmla="*/ 31 w 32"/>
                <a:gd name="T5" fmla="*/ 15 h 30"/>
                <a:gd name="T6" fmla="*/ 16 w 32"/>
                <a:gd name="T7" fmla="*/ 0 h 30"/>
                <a:gd name="T8" fmla="*/ 0 w 32"/>
                <a:gd name="T9" fmla="*/ 15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3"/>
                    <a:pt x="31" y="15"/>
                  </a:cubicBezTo>
                  <a:cubicBezTo>
                    <a:pt x="31" y="7"/>
                    <a:pt x="24" y="0"/>
                    <a:pt x="16" y="0"/>
                  </a:cubicBezTo>
                  <a:cubicBezTo>
                    <a:pt x="7" y="0"/>
                    <a:pt x="0" y="7"/>
                    <a:pt x="0" y="15"/>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0">
              <a:extLst>
                <a:ext uri="{FF2B5EF4-FFF2-40B4-BE49-F238E27FC236}">
                  <a16:creationId xmlns:a16="http://schemas.microsoft.com/office/drawing/2014/main" id="{B38A0E93-7962-BFD9-02F5-2A685AEAFE78}"/>
                </a:ext>
              </a:extLst>
            </p:cNvPr>
            <p:cNvSpPr>
              <a:spLocks noChangeArrowheads="1"/>
            </p:cNvSpPr>
            <p:nvPr/>
          </p:nvSpPr>
          <p:spPr bwMode="auto">
            <a:xfrm>
              <a:off x="2185988" y="2420938"/>
              <a:ext cx="11112"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2" y="29"/>
                    <a:pt x="29" y="23"/>
                    <a:pt x="29" y="15"/>
                  </a:cubicBezTo>
                  <a:cubicBezTo>
                    <a:pt x="29" y="7"/>
                    <a:pt x="22"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1">
              <a:extLst>
                <a:ext uri="{FF2B5EF4-FFF2-40B4-BE49-F238E27FC236}">
                  <a16:creationId xmlns:a16="http://schemas.microsoft.com/office/drawing/2014/main" id="{58EFC3FD-E3C0-FA05-5173-8C5F098FB99C}"/>
                </a:ext>
              </a:extLst>
            </p:cNvPr>
            <p:cNvSpPr>
              <a:spLocks noChangeArrowheads="1"/>
            </p:cNvSpPr>
            <p:nvPr/>
          </p:nvSpPr>
          <p:spPr bwMode="auto">
            <a:xfrm>
              <a:off x="2208213" y="2420938"/>
              <a:ext cx="11112"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09" name="Freeform 252">
            <a:extLst>
              <a:ext uri="{FF2B5EF4-FFF2-40B4-BE49-F238E27FC236}">
                <a16:creationId xmlns:a16="http://schemas.microsoft.com/office/drawing/2014/main" id="{2D401A8A-A86B-8B42-E7F3-B5ED72F050C9}"/>
              </a:ext>
            </a:extLst>
          </p:cNvPr>
          <p:cNvSpPr>
            <a:spLocks noChangeArrowheads="1"/>
          </p:cNvSpPr>
          <p:nvPr/>
        </p:nvSpPr>
        <p:spPr bwMode="auto">
          <a:xfrm>
            <a:off x="3739231" y="2035076"/>
            <a:ext cx="139700" cy="257175"/>
          </a:xfrm>
          <a:custGeom>
            <a:avLst/>
            <a:gdLst>
              <a:gd name="T0" fmla="*/ 372 w 388"/>
              <a:gd name="T1" fmla="*/ 120 h 715"/>
              <a:gd name="T2" fmla="*/ 387 w 388"/>
              <a:gd name="T3" fmla="*/ 105 h 715"/>
              <a:gd name="T4" fmla="*/ 104 w 388"/>
              <a:gd name="T5" fmla="*/ 0 h 715"/>
              <a:gd name="T6" fmla="*/ 4 w 388"/>
              <a:gd name="T7" fmla="*/ 116 h 715"/>
              <a:gd name="T8" fmla="*/ 149 w 388"/>
              <a:gd name="T9" fmla="*/ 120 h 715"/>
              <a:gd name="T10" fmla="*/ 15 w 388"/>
              <a:gd name="T11" fmla="*/ 179 h 715"/>
              <a:gd name="T12" fmla="*/ 0 w 388"/>
              <a:gd name="T13" fmla="*/ 194 h 715"/>
              <a:gd name="T14" fmla="*/ 178 w 388"/>
              <a:gd name="T15" fmla="*/ 299 h 715"/>
              <a:gd name="T16" fmla="*/ 164 w 388"/>
              <a:gd name="T17" fmla="*/ 328 h 715"/>
              <a:gd name="T18" fmla="*/ 119 w 388"/>
              <a:gd name="T19" fmla="*/ 670 h 715"/>
              <a:gd name="T20" fmla="*/ 223 w 388"/>
              <a:gd name="T21" fmla="*/ 714 h 715"/>
              <a:gd name="T22" fmla="*/ 267 w 388"/>
              <a:gd name="T23" fmla="*/ 373 h 715"/>
              <a:gd name="T24" fmla="*/ 209 w 388"/>
              <a:gd name="T25" fmla="*/ 328 h 715"/>
              <a:gd name="T26" fmla="*/ 283 w 388"/>
              <a:gd name="T27" fmla="*/ 299 h 715"/>
              <a:gd name="T28" fmla="*/ 382 w 388"/>
              <a:gd name="T29" fmla="*/ 184 h 715"/>
              <a:gd name="T30" fmla="*/ 238 w 388"/>
              <a:gd name="T31" fmla="*/ 179 h 715"/>
              <a:gd name="T32" fmla="*/ 372 w 388"/>
              <a:gd name="T33" fmla="*/ 120 h 715"/>
              <a:gd name="T34" fmla="*/ 238 w 388"/>
              <a:gd name="T35" fmla="*/ 373 h 715"/>
              <a:gd name="T36" fmla="*/ 223 w 388"/>
              <a:gd name="T37" fmla="*/ 685 h 715"/>
              <a:gd name="T38" fmla="*/ 149 w 388"/>
              <a:gd name="T39" fmla="*/ 670 h 715"/>
              <a:gd name="T40" fmla="*/ 164 w 388"/>
              <a:gd name="T41" fmla="*/ 357 h 715"/>
              <a:gd name="T42" fmla="*/ 238 w 388"/>
              <a:gd name="T43" fmla="*/ 373 h 715"/>
              <a:gd name="T44" fmla="*/ 104 w 388"/>
              <a:gd name="T45" fmla="*/ 31 h 715"/>
              <a:gd name="T46" fmla="*/ 336 w 388"/>
              <a:gd name="T47" fmla="*/ 52 h 715"/>
              <a:gd name="T48" fmla="*/ 223 w 388"/>
              <a:gd name="T49" fmla="*/ 90 h 715"/>
              <a:gd name="T50" fmla="*/ 32 w 388"/>
              <a:gd name="T51" fmla="*/ 90 h 715"/>
              <a:gd name="T52" fmla="*/ 104 w 388"/>
              <a:gd name="T53" fmla="*/ 31 h 715"/>
              <a:gd name="T54" fmla="*/ 283 w 388"/>
              <a:gd name="T55" fmla="*/ 268 h 715"/>
              <a:gd name="T56" fmla="*/ 51 w 388"/>
              <a:gd name="T57" fmla="*/ 247 h 715"/>
              <a:gd name="T58" fmla="*/ 164 w 388"/>
              <a:gd name="T59" fmla="*/ 209 h 715"/>
              <a:gd name="T60" fmla="*/ 355 w 388"/>
              <a:gd name="T61" fmla="*/ 209 h 715"/>
              <a:gd name="T62" fmla="*/ 283 w 388"/>
              <a:gd name="T63" fmla="*/ 268 h 715"/>
              <a:gd name="T64" fmla="*/ 209 w 388"/>
              <a:gd name="T65" fmla="*/ 179 h 715"/>
              <a:gd name="T66" fmla="*/ 178 w 388"/>
              <a:gd name="T67" fmla="*/ 120 h 715"/>
              <a:gd name="T68" fmla="*/ 209 w 388"/>
              <a:gd name="T69"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8" h="715">
                <a:moveTo>
                  <a:pt x="372" y="120"/>
                </a:moveTo>
                <a:lnTo>
                  <a:pt x="372" y="120"/>
                </a:lnTo>
                <a:cubicBezTo>
                  <a:pt x="376" y="120"/>
                  <a:pt x="380" y="119"/>
                  <a:pt x="382" y="116"/>
                </a:cubicBezTo>
                <a:cubicBezTo>
                  <a:pt x="384" y="113"/>
                  <a:pt x="387" y="109"/>
                  <a:pt x="387" y="105"/>
                </a:cubicBezTo>
                <a:cubicBezTo>
                  <a:pt x="387" y="48"/>
                  <a:pt x="340" y="0"/>
                  <a:pt x="283" y="0"/>
                </a:cubicBezTo>
                <a:cubicBezTo>
                  <a:pt x="104" y="0"/>
                  <a:pt x="104" y="0"/>
                  <a:pt x="104" y="0"/>
                </a:cubicBezTo>
                <a:cubicBezTo>
                  <a:pt x="47" y="0"/>
                  <a:pt x="0" y="48"/>
                  <a:pt x="0" y="105"/>
                </a:cubicBezTo>
                <a:cubicBezTo>
                  <a:pt x="0" y="109"/>
                  <a:pt x="1" y="113"/>
                  <a:pt x="4" y="116"/>
                </a:cubicBezTo>
                <a:cubicBezTo>
                  <a:pt x="6" y="119"/>
                  <a:pt x="11" y="120"/>
                  <a:pt x="15" y="120"/>
                </a:cubicBezTo>
                <a:cubicBezTo>
                  <a:pt x="149" y="120"/>
                  <a:pt x="149" y="120"/>
                  <a:pt x="149" y="120"/>
                </a:cubicBezTo>
                <a:cubicBezTo>
                  <a:pt x="149" y="179"/>
                  <a:pt x="149" y="179"/>
                  <a:pt x="149" y="179"/>
                </a:cubicBezTo>
                <a:cubicBezTo>
                  <a:pt x="15" y="179"/>
                  <a:pt x="15" y="179"/>
                  <a:pt x="15" y="179"/>
                </a:cubicBezTo>
                <a:cubicBezTo>
                  <a:pt x="11" y="179"/>
                  <a:pt x="6" y="182"/>
                  <a:pt x="4" y="184"/>
                </a:cubicBezTo>
                <a:cubicBezTo>
                  <a:pt x="1" y="187"/>
                  <a:pt x="0" y="190"/>
                  <a:pt x="0" y="194"/>
                </a:cubicBezTo>
                <a:cubicBezTo>
                  <a:pt x="0" y="251"/>
                  <a:pt x="47" y="299"/>
                  <a:pt x="104" y="299"/>
                </a:cubicBezTo>
                <a:cubicBezTo>
                  <a:pt x="178" y="299"/>
                  <a:pt x="178" y="299"/>
                  <a:pt x="178" y="299"/>
                </a:cubicBezTo>
                <a:cubicBezTo>
                  <a:pt x="178" y="328"/>
                  <a:pt x="178" y="328"/>
                  <a:pt x="178" y="328"/>
                </a:cubicBezTo>
                <a:cubicBezTo>
                  <a:pt x="164" y="328"/>
                  <a:pt x="164" y="328"/>
                  <a:pt x="164" y="328"/>
                </a:cubicBezTo>
                <a:cubicBezTo>
                  <a:pt x="139" y="328"/>
                  <a:pt x="119" y="348"/>
                  <a:pt x="119" y="373"/>
                </a:cubicBezTo>
                <a:cubicBezTo>
                  <a:pt x="119" y="670"/>
                  <a:pt x="119" y="670"/>
                  <a:pt x="119" y="670"/>
                </a:cubicBezTo>
                <a:cubicBezTo>
                  <a:pt x="119" y="695"/>
                  <a:pt x="139" y="714"/>
                  <a:pt x="164" y="714"/>
                </a:cubicBezTo>
                <a:cubicBezTo>
                  <a:pt x="223" y="714"/>
                  <a:pt x="223" y="714"/>
                  <a:pt x="223" y="714"/>
                </a:cubicBezTo>
                <a:cubicBezTo>
                  <a:pt x="248" y="714"/>
                  <a:pt x="267" y="695"/>
                  <a:pt x="267" y="670"/>
                </a:cubicBezTo>
                <a:cubicBezTo>
                  <a:pt x="267" y="373"/>
                  <a:pt x="267" y="373"/>
                  <a:pt x="267" y="373"/>
                </a:cubicBezTo>
                <a:cubicBezTo>
                  <a:pt x="267" y="348"/>
                  <a:pt x="248" y="328"/>
                  <a:pt x="223" y="328"/>
                </a:cubicBezTo>
                <a:cubicBezTo>
                  <a:pt x="209" y="328"/>
                  <a:pt x="209" y="328"/>
                  <a:pt x="209" y="328"/>
                </a:cubicBezTo>
                <a:cubicBezTo>
                  <a:pt x="209" y="299"/>
                  <a:pt x="209" y="299"/>
                  <a:pt x="209" y="299"/>
                </a:cubicBezTo>
                <a:cubicBezTo>
                  <a:pt x="283" y="299"/>
                  <a:pt x="283" y="299"/>
                  <a:pt x="283" y="299"/>
                </a:cubicBezTo>
                <a:cubicBezTo>
                  <a:pt x="340" y="299"/>
                  <a:pt x="387" y="251"/>
                  <a:pt x="387" y="194"/>
                </a:cubicBezTo>
                <a:cubicBezTo>
                  <a:pt x="387" y="190"/>
                  <a:pt x="384" y="187"/>
                  <a:pt x="382" y="184"/>
                </a:cubicBezTo>
                <a:cubicBezTo>
                  <a:pt x="380" y="182"/>
                  <a:pt x="376" y="179"/>
                  <a:pt x="372" y="179"/>
                </a:cubicBezTo>
                <a:cubicBezTo>
                  <a:pt x="238" y="179"/>
                  <a:pt x="238" y="179"/>
                  <a:pt x="238" y="179"/>
                </a:cubicBezTo>
                <a:cubicBezTo>
                  <a:pt x="238" y="120"/>
                  <a:pt x="238" y="120"/>
                  <a:pt x="238" y="120"/>
                </a:cubicBezTo>
                <a:lnTo>
                  <a:pt x="372" y="120"/>
                </a:lnTo>
                <a:close/>
                <a:moveTo>
                  <a:pt x="238" y="373"/>
                </a:moveTo>
                <a:lnTo>
                  <a:pt x="238" y="373"/>
                </a:lnTo>
                <a:cubicBezTo>
                  <a:pt x="238" y="670"/>
                  <a:pt x="238" y="670"/>
                  <a:pt x="238" y="670"/>
                </a:cubicBezTo>
                <a:cubicBezTo>
                  <a:pt x="238" y="678"/>
                  <a:pt x="231" y="685"/>
                  <a:pt x="223" y="685"/>
                </a:cubicBezTo>
                <a:cubicBezTo>
                  <a:pt x="164" y="685"/>
                  <a:pt x="164" y="685"/>
                  <a:pt x="164" y="685"/>
                </a:cubicBezTo>
                <a:cubicBezTo>
                  <a:pt x="156" y="685"/>
                  <a:pt x="149" y="678"/>
                  <a:pt x="149" y="670"/>
                </a:cubicBezTo>
                <a:cubicBezTo>
                  <a:pt x="149" y="373"/>
                  <a:pt x="149" y="373"/>
                  <a:pt x="149" y="373"/>
                </a:cubicBezTo>
                <a:cubicBezTo>
                  <a:pt x="149" y="364"/>
                  <a:pt x="156" y="357"/>
                  <a:pt x="164" y="357"/>
                </a:cubicBezTo>
                <a:cubicBezTo>
                  <a:pt x="223" y="357"/>
                  <a:pt x="223" y="357"/>
                  <a:pt x="223" y="357"/>
                </a:cubicBezTo>
                <a:cubicBezTo>
                  <a:pt x="231" y="357"/>
                  <a:pt x="238" y="364"/>
                  <a:pt x="238" y="373"/>
                </a:cubicBezTo>
                <a:close/>
                <a:moveTo>
                  <a:pt x="104" y="31"/>
                </a:moveTo>
                <a:lnTo>
                  <a:pt x="104" y="31"/>
                </a:lnTo>
                <a:cubicBezTo>
                  <a:pt x="283" y="31"/>
                  <a:pt x="283" y="31"/>
                  <a:pt x="283" y="31"/>
                </a:cubicBezTo>
                <a:cubicBezTo>
                  <a:pt x="304" y="31"/>
                  <a:pt x="322" y="39"/>
                  <a:pt x="336" y="52"/>
                </a:cubicBezTo>
                <a:cubicBezTo>
                  <a:pt x="345" y="63"/>
                  <a:pt x="352" y="76"/>
                  <a:pt x="355" y="90"/>
                </a:cubicBezTo>
                <a:cubicBezTo>
                  <a:pt x="223" y="90"/>
                  <a:pt x="223" y="90"/>
                  <a:pt x="223" y="90"/>
                </a:cubicBezTo>
                <a:cubicBezTo>
                  <a:pt x="164" y="90"/>
                  <a:pt x="164" y="90"/>
                  <a:pt x="164" y="90"/>
                </a:cubicBezTo>
                <a:cubicBezTo>
                  <a:pt x="32" y="90"/>
                  <a:pt x="32" y="90"/>
                  <a:pt x="32" y="90"/>
                </a:cubicBezTo>
                <a:cubicBezTo>
                  <a:pt x="34" y="76"/>
                  <a:pt x="41" y="63"/>
                  <a:pt x="51" y="52"/>
                </a:cubicBezTo>
                <a:cubicBezTo>
                  <a:pt x="65" y="39"/>
                  <a:pt x="83" y="31"/>
                  <a:pt x="104" y="31"/>
                </a:cubicBezTo>
                <a:close/>
                <a:moveTo>
                  <a:pt x="283" y="268"/>
                </a:moveTo>
                <a:lnTo>
                  <a:pt x="283" y="268"/>
                </a:lnTo>
                <a:cubicBezTo>
                  <a:pt x="104" y="268"/>
                  <a:pt x="104" y="268"/>
                  <a:pt x="104" y="268"/>
                </a:cubicBezTo>
                <a:cubicBezTo>
                  <a:pt x="83" y="268"/>
                  <a:pt x="65" y="260"/>
                  <a:pt x="51" y="247"/>
                </a:cubicBezTo>
                <a:cubicBezTo>
                  <a:pt x="41" y="236"/>
                  <a:pt x="34" y="223"/>
                  <a:pt x="32" y="209"/>
                </a:cubicBezTo>
                <a:cubicBezTo>
                  <a:pt x="164" y="209"/>
                  <a:pt x="164" y="209"/>
                  <a:pt x="164" y="209"/>
                </a:cubicBezTo>
                <a:cubicBezTo>
                  <a:pt x="223" y="209"/>
                  <a:pt x="223" y="209"/>
                  <a:pt x="223" y="209"/>
                </a:cubicBezTo>
                <a:cubicBezTo>
                  <a:pt x="355" y="209"/>
                  <a:pt x="355" y="209"/>
                  <a:pt x="355" y="209"/>
                </a:cubicBezTo>
                <a:cubicBezTo>
                  <a:pt x="352" y="223"/>
                  <a:pt x="345" y="236"/>
                  <a:pt x="336" y="247"/>
                </a:cubicBezTo>
                <a:cubicBezTo>
                  <a:pt x="322" y="260"/>
                  <a:pt x="304" y="268"/>
                  <a:pt x="283" y="268"/>
                </a:cubicBezTo>
                <a:close/>
                <a:moveTo>
                  <a:pt x="209" y="179"/>
                </a:moveTo>
                <a:lnTo>
                  <a:pt x="209" y="179"/>
                </a:lnTo>
                <a:cubicBezTo>
                  <a:pt x="178" y="179"/>
                  <a:pt x="178" y="179"/>
                  <a:pt x="178" y="179"/>
                </a:cubicBezTo>
                <a:cubicBezTo>
                  <a:pt x="178" y="120"/>
                  <a:pt x="178" y="120"/>
                  <a:pt x="178" y="120"/>
                </a:cubicBezTo>
                <a:cubicBezTo>
                  <a:pt x="209" y="120"/>
                  <a:pt x="209" y="120"/>
                  <a:pt x="209" y="120"/>
                </a:cubicBezTo>
                <a:lnTo>
                  <a:pt x="209" y="179"/>
                </a:lnTo>
                <a:close/>
              </a:path>
            </a:pathLst>
          </a:custGeom>
          <a:solidFill>
            <a:schemeClr val="tx2"/>
          </a:solidFill>
          <a:ln>
            <a:noFill/>
          </a:ln>
          <a:effectLst/>
        </p:spPr>
        <p:txBody>
          <a:bodyPr wrap="none" anchor="ctr"/>
          <a:lstStyle/>
          <a:p>
            <a:endParaRPr lang="da-DK"/>
          </a:p>
        </p:txBody>
      </p:sp>
      <p:grpSp>
        <p:nvGrpSpPr>
          <p:cNvPr id="310" name="Group 313">
            <a:extLst>
              <a:ext uri="{FF2B5EF4-FFF2-40B4-BE49-F238E27FC236}">
                <a16:creationId xmlns:a16="http://schemas.microsoft.com/office/drawing/2014/main" id="{72087AB3-409A-F28C-5BFE-49D4EC368BF6}"/>
              </a:ext>
            </a:extLst>
          </p:cNvPr>
          <p:cNvGrpSpPr/>
          <p:nvPr/>
        </p:nvGrpSpPr>
        <p:grpSpPr>
          <a:xfrm>
            <a:off x="2131094" y="2037457"/>
            <a:ext cx="258762" cy="252412"/>
            <a:chOff x="1103313" y="2392363"/>
            <a:chExt cx="258762" cy="252412"/>
          </a:xfrm>
          <a:solidFill>
            <a:schemeClr val="tx2"/>
          </a:solidFill>
        </p:grpSpPr>
        <p:sp>
          <p:nvSpPr>
            <p:cNvPr id="311" name="Freeform 253">
              <a:extLst>
                <a:ext uri="{FF2B5EF4-FFF2-40B4-BE49-F238E27FC236}">
                  <a16:creationId xmlns:a16="http://schemas.microsoft.com/office/drawing/2014/main" id="{FCDD2001-59D0-ABEB-4982-C358A53FB561}"/>
                </a:ext>
              </a:extLst>
            </p:cNvPr>
            <p:cNvSpPr>
              <a:spLocks noChangeArrowheads="1"/>
            </p:cNvSpPr>
            <p:nvPr/>
          </p:nvSpPr>
          <p:spPr bwMode="auto">
            <a:xfrm>
              <a:off x="1325563" y="2578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54">
              <a:extLst>
                <a:ext uri="{FF2B5EF4-FFF2-40B4-BE49-F238E27FC236}">
                  <a16:creationId xmlns:a16="http://schemas.microsoft.com/office/drawing/2014/main" id="{C5B87F0C-EF74-4391-4B7A-1F4455E770E5}"/>
                </a:ext>
              </a:extLst>
            </p:cNvPr>
            <p:cNvSpPr>
              <a:spLocks noChangeArrowheads="1"/>
            </p:cNvSpPr>
            <p:nvPr/>
          </p:nvSpPr>
          <p:spPr bwMode="auto">
            <a:xfrm>
              <a:off x="1103313" y="2392363"/>
              <a:ext cx="258762" cy="252412"/>
            </a:xfrm>
            <a:custGeom>
              <a:avLst/>
              <a:gdLst>
                <a:gd name="T0" fmla="*/ 710 w 718"/>
                <a:gd name="T1" fmla="*/ 144 h 701"/>
                <a:gd name="T2" fmla="*/ 707 w 718"/>
                <a:gd name="T3" fmla="*/ 138 h 701"/>
                <a:gd name="T4" fmla="*/ 706 w 718"/>
                <a:gd name="T5" fmla="*/ 137 h 701"/>
                <a:gd name="T6" fmla="*/ 700 w 718"/>
                <a:gd name="T7" fmla="*/ 134 h 701"/>
                <a:gd name="T8" fmla="*/ 693 w 718"/>
                <a:gd name="T9" fmla="*/ 133 h 701"/>
                <a:gd name="T10" fmla="*/ 692 w 718"/>
                <a:gd name="T11" fmla="*/ 134 h 701"/>
                <a:gd name="T12" fmla="*/ 686 w 718"/>
                <a:gd name="T13" fmla="*/ 136 h 701"/>
                <a:gd name="T14" fmla="*/ 686 w 718"/>
                <a:gd name="T15" fmla="*/ 137 h 701"/>
                <a:gd name="T16" fmla="*/ 526 w 718"/>
                <a:gd name="T17" fmla="*/ 194 h 701"/>
                <a:gd name="T18" fmla="*/ 582 w 718"/>
                <a:gd name="T19" fmla="*/ 31 h 701"/>
                <a:gd name="T20" fmla="*/ 583 w 718"/>
                <a:gd name="T21" fmla="*/ 28 h 701"/>
                <a:gd name="T22" fmla="*/ 585 w 718"/>
                <a:gd name="T23" fmla="*/ 25 h 701"/>
                <a:gd name="T24" fmla="*/ 585 w 718"/>
                <a:gd name="T25" fmla="*/ 20 h 701"/>
                <a:gd name="T26" fmla="*/ 583 w 718"/>
                <a:gd name="T27" fmla="*/ 14 h 701"/>
                <a:gd name="T28" fmla="*/ 579 w 718"/>
                <a:gd name="T29" fmla="*/ 10 h 701"/>
                <a:gd name="T30" fmla="*/ 576 w 718"/>
                <a:gd name="T31" fmla="*/ 9 h 701"/>
                <a:gd name="T32" fmla="*/ 574 w 718"/>
                <a:gd name="T33" fmla="*/ 7 h 701"/>
                <a:gd name="T34" fmla="*/ 387 w 718"/>
                <a:gd name="T35" fmla="*/ 57 h 701"/>
                <a:gd name="T36" fmla="*/ 335 w 718"/>
                <a:gd name="T37" fmla="*/ 236 h 701"/>
                <a:gd name="T38" fmla="*/ 165 w 718"/>
                <a:gd name="T39" fmla="*/ 191 h 701"/>
                <a:gd name="T40" fmla="*/ 177 w 718"/>
                <a:gd name="T41" fmla="*/ 166 h 701"/>
                <a:gd name="T42" fmla="*/ 148 w 718"/>
                <a:gd name="T43" fmla="*/ 95 h 701"/>
                <a:gd name="T44" fmla="*/ 48 w 718"/>
                <a:gd name="T45" fmla="*/ 56 h 701"/>
                <a:gd name="T46" fmla="*/ 3 w 718"/>
                <a:gd name="T47" fmla="*/ 115 h 701"/>
                <a:gd name="T48" fmla="*/ 53 w 718"/>
                <a:gd name="T49" fmla="*/ 207 h 701"/>
                <a:gd name="T50" fmla="*/ 131 w 718"/>
                <a:gd name="T51" fmla="*/ 223 h 701"/>
                <a:gd name="T52" fmla="*/ 251 w 718"/>
                <a:gd name="T53" fmla="*/ 320 h 701"/>
                <a:gd name="T54" fmla="*/ 48 w 718"/>
                <a:gd name="T55" fmla="*/ 523 h 701"/>
                <a:gd name="T56" fmla="*/ 48 w 718"/>
                <a:gd name="T57" fmla="*/ 670 h 701"/>
                <a:gd name="T58" fmla="*/ 122 w 718"/>
                <a:gd name="T59" fmla="*/ 700 h 701"/>
                <a:gd name="T60" fmla="*/ 196 w 718"/>
                <a:gd name="T61" fmla="*/ 670 h 701"/>
                <a:gd name="T62" fmla="*/ 469 w 718"/>
                <a:gd name="T63" fmla="*/ 664 h 701"/>
                <a:gd name="T64" fmla="*/ 617 w 718"/>
                <a:gd name="T65" fmla="*/ 664 h 701"/>
                <a:gd name="T66" fmla="*/ 617 w 718"/>
                <a:gd name="T67" fmla="*/ 664 h 701"/>
                <a:gd name="T68" fmla="*/ 617 w 718"/>
                <a:gd name="T69" fmla="*/ 664 h 701"/>
                <a:gd name="T70" fmla="*/ 617 w 718"/>
                <a:gd name="T71" fmla="*/ 516 h 701"/>
                <a:gd name="T72" fmla="*/ 525 w 718"/>
                <a:gd name="T73" fmla="*/ 387 h 701"/>
                <a:gd name="T74" fmla="*/ 717 w 718"/>
                <a:gd name="T75" fmla="*/ 194 h 701"/>
                <a:gd name="T76" fmla="*/ 117 w 718"/>
                <a:gd name="T77" fmla="*/ 197 h 701"/>
                <a:gd name="T78" fmla="*/ 69 w 718"/>
                <a:gd name="T79" fmla="*/ 180 h 701"/>
                <a:gd name="T80" fmla="*/ 60 w 718"/>
                <a:gd name="T81" fmla="*/ 84 h 701"/>
                <a:gd name="T82" fmla="*/ 147 w 718"/>
                <a:gd name="T83" fmla="*/ 168 h 701"/>
                <a:gd name="T84" fmla="*/ 133 w 718"/>
                <a:gd name="T85" fmla="*/ 180 h 701"/>
                <a:gd name="T86" fmla="*/ 117 w 718"/>
                <a:gd name="T87" fmla="*/ 197 h 701"/>
                <a:gd name="T88" fmla="*/ 175 w 718"/>
                <a:gd name="T89" fmla="*/ 649 h 701"/>
                <a:gd name="T90" fmla="*/ 69 w 718"/>
                <a:gd name="T91" fmla="*/ 649 h 701"/>
                <a:gd name="T92" fmla="*/ 69 w 718"/>
                <a:gd name="T93" fmla="*/ 544 h 701"/>
                <a:gd name="T94" fmla="*/ 387 w 718"/>
                <a:gd name="T95" fmla="*/ 331 h 701"/>
                <a:gd name="T96" fmla="*/ 324 w 718"/>
                <a:gd name="T97" fmla="*/ 498 h 701"/>
                <a:gd name="T98" fmla="*/ 596 w 718"/>
                <a:gd name="T99" fmla="*/ 537 h 701"/>
                <a:gd name="T100" fmla="*/ 617 w 718"/>
                <a:gd name="T101" fmla="*/ 590 h 701"/>
                <a:gd name="T102" fmla="*/ 596 w 718"/>
                <a:gd name="T103" fmla="*/ 643 h 701"/>
                <a:gd name="T104" fmla="*/ 490 w 718"/>
                <a:gd name="T105" fmla="*/ 643 h 701"/>
                <a:gd name="T106" fmla="*/ 461 w 718"/>
                <a:gd name="T107" fmla="*/ 403 h 701"/>
                <a:gd name="T108" fmla="*/ 639 w 718"/>
                <a:gd name="T109" fmla="*/ 310 h 701"/>
                <a:gd name="T110" fmla="*/ 525 w 718"/>
                <a:gd name="T111" fmla="*/ 357 h 701"/>
                <a:gd name="T112" fmla="*/ 360 w 718"/>
                <a:gd name="T113" fmla="*/ 194 h 701"/>
                <a:gd name="T114" fmla="*/ 523 w 718"/>
                <a:gd name="T115" fmla="*/ 31 h 701"/>
                <a:gd name="T116" fmla="*/ 491 w 718"/>
                <a:gd name="T117" fmla="*/ 90 h 701"/>
                <a:gd name="T118" fmla="*/ 498 w 718"/>
                <a:gd name="T119" fmla="*/ 209 h 701"/>
                <a:gd name="T120" fmla="*/ 611 w 718"/>
                <a:gd name="T121" fmla="*/ 230 h 701"/>
                <a:gd name="T122" fmla="*/ 686 w 718"/>
                <a:gd name="T123" fmla="*/ 175 h 701"/>
                <a:gd name="T124" fmla="*/ 639 w 718"/>
                <a:gd name="T125" fmla="*/ 310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8" h="701">
                  <a:moveTo>
                    <a:pt x="710" y="144"/>
                  </a:moveTo>
                  <a:lnTo>
                    <a:pt x="710" y="144"/>
                  </a:lnTo>
                  <a:cubicBezTo>
                    <a:pt x="710" y="142"/>
                    <a:pt x="710" y="142"/>
                    <a:pt x="709" y="141"/>
                  </a:cubicBezTo>
                  <a:cubicBezTo>
                    <a:pt x="709" y="140"/>
                    <a:pt x="709" y="140"/>
                    <a:pt x="707" y="138"/>
                  </a:cubicBezTo>
                  <a:lnTo>
                    <a:pt x="707" y="138"/>
                  </a:lnTo>
                  <a:cubicBezTo>
                    <a:pt x="707" y="138"/>
                    <a:pt x="707" y="138"/>
                    <a:pt x="706" y="137"/>
                  </a:cubicBezTo>
                  <a:cubicBezTo>
                    <a:pt x="706" y="137"/>
                    <a:pt x="705" y="136"/>
                    <a:pt x="703" y="136"/>
                  </a:cubicBezTo>
                  <a:cubicBezTo>
                    <a:pt x="703" y="134"/>
                    <a:pt x="702" y="134"/>
                    <a:pt x="700" y="134"/>
                  </a:cubicBezTo>
                  <a:cubicBezTo>
                    <a:pt x="700" y="134"/>
                    <a:pt x="699" y="133"/>
                    <a:pt x="698" y="133"/>
                  </a:cubicBezTo>
                  <a:cubicBezTo>
                    <a:pt x="696" y="133"/>
                    <a:pt x="695" y="133"/>
                    <a:pt x="693" y="133"/>
                  </a:cubicBezTo>
                  <a:cubicBezTo>
                    <a:pt x="693" y="134"/>
                    <a:pt x="693" y="133"/>
                    <a:pt x="692" y="134"/>
                  </a:cubicBezTo>
                  <a:lnTo>
                    <a:pt x="692" y="134"/>
                  </a:lnTo>
                  <a:cubicBezTo>
                    <a:pt x="692" y="134"/>
                    <a:pt x="691" y="134"/>
                    <a:pt x="689" y="136"/>
                  </a:cubicBezTo>
                  <a:cubicBezTo>
                    <a:pt x="689" y="136"/>
                    <a:pt x="688" y="136"/>
                    <a:pt x="686" y="136"/>
                  </a:cubicBezTo>
                  <a:cubicBezTo>
                    <a:pt x="686" y="136"/>
                    <a:pt x="686" y="136"/>
                    <a:pt x="686" y="137"/>
                  </a:cubicBezTo>
                  <a:lnTo>
                    <a:pt x="686" y="137"/>
                  </a:lnTo>
                  <a:cubicBezTo>
                    <a:pt x="608" y="200"/>
                    <a:pt x="608" y="200"/>
                    <a:pt x="608" y="200"/>
                  </a:cubicBezTo>
                  <a:cubicBezTo>
                    <a:pt x="526" y="194"/>
                    <a:pt x="526" y="194"/>
                    <a:pt x="526" y="194"/>
                  </a:cubicBezTo>
                  <a:cubicBezTo>
                    <a:pt x="518" y="105"/>
                    <a:pt x="518" y="105"/>
                    <a:pt x="518" y="105"/>
                  </a:cubicBezTo>
                  <a:cubicBezTo>
                    <a:pt x="582" y="31"/>
                    <a:pt x="582" y="31"/>
                    <a:pt x="582" y="31"/>
                  </a:cubicBezTo>
                  <a:lnTo>
                    <a:pt x="582" y="31"/>
                  </a:lnTo>
                  <a:cubicBezTo>
                    <a:pt x="582" y="31"/>
                    <a:pt x="582" y="30"/>
                    <a:pt x="583" y="28"/>
                  </a:cubicBezTo>
                  <a:cubicBezTo>
                    <a:pt x="583" y="28"/>
                    <a:pt x="585" y="27"/>
                    <a:pt x="585" y="25"/>
                  </a:cubicBezTo>
                  <a:lnTo>
                    <a:pt x="585" y="25"/>
                  </a:lnTo>
                  <a:lnTo>
                    <a:pt x="585" y="24"/>
                  </a:lnTo>
                  <a:cubicBezTo>
                    <a:pt x="585" y="23"/>
                    <a:pt x="585" y="21"/>
                    <a:pt x="585" y="20"/>
                  </a:cubicBezTo>
                  <a:cubicBezTo>
                    <a:pt x="585" y="20"/>
                    <a:pt x="585" y="18"/>
                    <a:pt x="585" y="17"/>
                  </a:cubicBezTo>
                  <a:cubicBezTo>
                    <a:pt x="583" y="17"/>
                    <a:pt x="583" y="16"/>
                    <a:pt x="583" y="14"/>
                  </a:cubicBezTo>
                  <a:cubicBezTo>
                    <a:pt x="583" y="14"/>
                    <a:pt x="582" y="13"/>
                    <a:pt x="580" y="11"/>
                  </a:cubicBezTo>
                  <a:cubicBezTo>
                    <a:pt x="580" y="11"/>
                    <a:pt x="580" y="11"/>
                    <a:pt x="579" y="10"/>
                  </a:cubicBezTo>
                  <a:lnTo>
                    <a:pt x="579" y="10"/>
                  </a:lnTo>
                  <a:cubicBezTo>
                    <a:pt x="579" y="10"/>
                    <a:pt x="578" y="9"/>
                    <a:pt x="576" y="9"/>
                  </a:cubicBezTo>
                  <a:lnTo>
                    <a:pt x="575" y="7"/>
                  </a:lnTo>
                  <a:cubicBezTo>
                    <a:pt x="574" y="7"/>
                    <a:pt x="574" y="7"/>
                    <a:pt x="574" y="7"/>
                  </a:cubicBezTo>
                  <a:cubicBezTo>
                    <a:pt x="558" y="3"/>
                    <a:pt x="540" y="0"/>
                    <a:pt x="523" y="0"/>
                  </a:cubicBezTo>
                  <a:cubicBezTo>
                    <a:pt x="474" y="0"/>
                    <a:pt x="424" y="20"/>
                    <a:pt x="387" y="57"/>
                  </a:cubicBezTo>
                  <a:cubicBezTo>
                    <a:pt x="349" y="95"/>
                    <a:pt x="331" y="144"/>
                    <a:pt x="331" y="194"/>
                  </a:cubicBezTo>
                  <a:cubicBezTo>
                    <a:pt x="331" y="208"/>
                    <a:pt x="332" y="222"/>
                    <a:pt x="335" y="236"/>
                  </a:cubicBezTo>
                  <a:cubicBezTo>
                    <a:pt x="272" y="299"/>
                    <a:pt x="272" y="299"/>
                    <a:pt x="272" y="299"/>
                  </a:cubicBezTo>
                  <a:cubicBezTo>
                    <a:pt x="165" y="191"/>
                    <a:pt x="165" y="191"/>
                    <a:pt x="165" y="191"/>
                  </a:cubicBezTo>
                  <a:cubicBezTo>
                    <a:pt x="173" y="182"/>
                    <a:pt x="173" y="182"/>
                    <a:pt x="173" y="182"/>
                  </a:cubicBezTo>
                  <a:cubicBezTo>
                    <a:pt x="177" y="177"/>
                    <a:pt x="179" y="172"/>
                    <a:pt x="177" y="166"/>
                  </a:cubicBezTo>
                  <a:cubicBezTo>
                    <a:pt x="157" y="103"/>
                    <a:pt x="157" y="103"/>
                    <a:pt x="157" y="103"/>
                  </a:cubicBezTo>
                  <a:cubicBezTo>
                    <a:pt x="155" y="99"/>
                    <a:pt x="152" y="96"/>
                    <a:pt x="148" y="95"/>
                  </a:cubicBezTo>
                  <a:cubicBezTo>
                    <a:pt x="64" y="53"/>
                    <a:pt x="64" y="53"/>
                    <a:pt x="64" y="53"/>
                  </a:cubicBezTo>
                  <a:cubicBezTo>
                    <a:pt x="59" y="50"/>
                    <a:pt x="52" y="52"/>
                    <a:pt x="48" y="56"/>
                  </a:cubicBezTo>
                  <a:cubicBezTo>
                    <a:pt x="6" y="98"/>
                    <a:pt x="6" y="98"/>
                    <a:pt x="6" y="98"/>
                  </a:cubicBezTo>
                  <a:cubicBezTo>
                    <a:pt x="0" y="102"/>
                    <a:pt x="0" y="109"/>
                    <a:pt x="3" y="115"/>
                  </a:cubicBezTo>
                  <a:cubicBezTo>
                    <a:pt x="45" y="200"/>
                    <a:pt x="45" y="200"/>
                    <a:pt x="45" y="200"/>
                  </a:cubicBezTo>
                  <a:cubicBezTo>
                    <a:pt x="46" y="202"/>
                    <a:pt x="49" y="205"/>
                    <a:pt x="53" y="207"/>
                  </a:cubicBezTo>
                  <a:cubicBezTo>
                    <a:pt x="116" y="228"/>
                    <a:pt x="116" y="228"/>
                    <a:pt x="116" y="228"/>
                  </a:cubicBezTo>
                  <a:cubicBezTo>
                    <a:pt x="122" y="229"/>
                    <a:pt x="127" y="228"/>
                    <a:pt x="131" y="223"/>
                  </a:cubicBezTo>
                  <a:cubicBezTo>
                    <a:pt x="144" y="212"/>
                    <a:pt x="144" y="212"/>
                    <a:pt x="144" y="212"/>
                  </a:cubicBezTo>
                  <a:cubicBezTo>
                    <a:pt x="251" y="320"/>
                    <a:pt x="251" y="320"/>
                    <a:pt x="251" y="320"/>
                  </a:cubicBezTo>
                  <a:cubicBezTo>
                    <a:pt x="48" y="523"/>
                    <a:pt x="48" y="523"/>
                    <a:pt x="48" y="523"/>
                  </a:cubicBezTo>
                  <a:lnTo>
                    <a:pt x="48" y="523"/>
                  </a:lnTo>
                  <a:cubicBezTo>
                    <a:pt x="28" y="543"/>
                    <a:pt x="17" y="569"/>
                    <a:pt x="17" y="596"/>
                  </a:cubicBezTo>
                  <a:cubicBezTo>
                    <a:pt x="17" y="622"/>
                    <a:pt x="28" y="649"/>
                    <a:pt x="48" y="670"/>
                  </a:cubicBezTo>
                  <a:lnTo>
                    <a:pt x="48" y="670"/>
                  </a:lnTo>
                  <a:cubicBezTo>
                    <a:pt x="69" y="691"/>
                    <a:pt x="95" y="700"/>
                    <a:pt x="122" y="700"/>
                  </a:cubicBezTo>
                  <a:cubicBezTo>
                    <a:pt x="148" y="700"/>
                    <a:pt x="175" y="691"/>
                    <a:pt x="196" y="670"/>
                  </a:cubicBezTo>
                  <a:lnTo>
                    <a:pt x="196" y="670"/>
                  </a:lnTo>
                  <a:cubicBezTo>
                    <a:pt x="335" y="530"/>
                    <a:pt x="335" y="530"/>
                    <a:pt x="335" y="530"/>
                  </a:cubicBezTo>
                  <a:cubicBezTo>
                    <a:pt x="469" y="664"/>
                    <a:pt x="469" y="664"/>
                    <a:pt x="469" y="664"/>
                  </a:cubicBezTo>
                  <a:cubicBezTo>
                    <a:pt x="490" y="684"/>
                    <a:pt x="516" y="695"/>
                    <a:pt x="543" y="695"/>
                  </a:cubicBezTo>
                  <a:cubicBezTo>
                    <a:pt x="569" y="695"/>
                    <a:pt x="596" y="684"/>
                    <a:pt x="617" y="664"/>
                  </a:cubicBezTo>
                  <a:lnTo>
                    <a:pt x="617" y="664"/>
                  </a:lnTo>
                  <a:lnTo>
                    <a:pt x="617" y="664"/>
                  </a:lnTo>
                  <a:lnTo>
                    <a:pt x="617" y="664"/>
                  </a:lnTo>
                  <a:lnTo>
                    <a:pt x="617" y="664"/>
                  </a:lnTo>
                  <a:cubicBezTo>
                    <a:pt x="636" y="643"/>
                    <a:pt x="647" y="617"/>
                    <a:pt x="647" y="590"/>
                  </a:cubicBezTo>
                  <a:cubicBezTo>
                    <a:pt x="647" y="564"/>
                    <a:pt x="636" y="537"/>
                    <a:pt x="617" y="516"/>
                  </a:cubicBezTo>
                  <a:cubicBezTo>
                    <a:pt x="483" y="382"/>
                    <a:pt x="483" y="382"/>
                    <a:pt x="483" y="382"/>
                  </a:cubicBezTo>
                  <a:cubicBezTo>
                    <a:pt x="495" y="385"/>
                    <a:pt x="509" y="387"/>
                    <a:pt x="525" y="387"/>
                  </a:cubicBezTo>
                  <a:cubicBezTo>
                    <a:pt x="574" y="388"/>
                    <a:pt x="624" y="368"/>
                    <a:pt x="661" y="331"/>
                  </a:cubicBezTo>
                  <a:cubicBezTo>
                    <a:pt x="699" y="293"/>
                    <a:pt x="717" y="243"/>
                    <a:pt x="717" y="194"/>
                  </a:cubicBezTo>
                  <a:cubicBezTo>
                    <a:pt x="717" y="177"/>
                    <a:pt x="716" y="161"/>
                    <a:pt x="710" y="144"/>
                  </a:cubicBezTo>
                  <a:close/>
                  <a:moveTo>
                    <a:pt x="117" y="197"/>
                  </a:moveTo>
                  <a:lnTo>
                    <a:pt x="117" y="197"/>
                  </a:lnTo>
                  <a:cubicBezTo>
                    <a:pt x="69" y="180"/>
                    <a:pt x="69" y="180"/>
                    <a:pt x="69" y="180"/>
                  </a:cubicBezTo>
                  <a:cubicBezTo>
                    <a:pt x="34" y="112"/>
                    <a:pt x="34" y="112"/>
                    <a:pt x="34" y="112"/>
                  </a:cubicBezTo>
                  <a:cubicBezTo>
                    <a:pt x="60" y="84"/>
                    <a:pt x="60" y="84"/>
                    <a:pt x="60" y="84"/>
                  </a:cubicBezTo>
                  <a:cubicBezTo>
                    <a:pt x="130" y="119"/>
                    <a:pt x="130" y="119"/>
                    <a:pt x="130" y="119"/>
                  </a:cubicBezTo>
                  <a:cubicBezTo>
                    <a:pt x="147" y="168"/>
                    <a:pt x="147" y="168"/>
                    <a:pt x="147" y="168"/>
                  </a:cubicBezTo>
                  <a:cubicBezTo>
                    <a:pt x="133" y="180"/>
                    <a:pt x="133" y="180"/>
                    <a:pt x="133" y="180"/>
                  </a:cubicBezTo>
                  <a:lnTo>
                    <a:pt x="133" y="180"/>
                  </a:lnTo>
                  <a:lnTo>
                    <a:pt x="133" y="180"/>
                  </a:lnTo>
                  <a:lnTo>
                    <a:pt x="117" y="197"/>
                  </a:lnTo>
                  <a:close/>
                  <a:moveTo>
                    <a:pt x="175" y="649"/>
                  </a:moveTo>
                  <a:lnTo>
                    <a:pt x="175" y="649"/>
                  </a:lnTo>
                  <a:cubicBezTo>
                    <a:pt x="161" y="663"/>
                    <a:pt x="141" y="671"/>
                    <a:pt x="122" y="671"/>
                  </a:cubicBezTo>
                  <a:cubicBezTo>
                    <a:pt x="103" y="671"/>
                    <a:pt x="84" y="663"/>
                    <a:pt x="69" y="649"/>
                  </a:cubicBezTo>
                  <a:cubicBezTo>
                    <a:pt x="55" y="633"/>
                    <a:pt x="48" y="615"/>
                    <a:pt x="48" y="596"/>
                  </a:cubicBezTo>
                  <a:cubicBezTo>
                    <a:pt x="48" y="578"/>
                    <a:pt x="55" y="558"/>
                    <a:pt x="69" y="544"/>
                  </a:cubicBezTo>
                  <a:cubicBezTo>
                    <a:pt x="345" y="268"/>
                    <a:pt x="345" y="268"/>
                    <a:pt x="345" y="268"/>
                  </a:cubicBezTo>
                  <a:cubicBezTo>
                    <a:pt x="355" y="290"/>
                    <a:pt x="368" y="313"/>
                    <a:pt x="387" y="331"/>
                  </a:cubicBezTo>
                  <a:cubicBezTo>
                    <a:pt x="406" y="349"/>
                    <a:pt x="427" y="363"/>
                    <a:pt x="449" y="373"/>
                  </a:cubicBezTo>
                  <a:cubicBezTo>
                    <a:pt x="324" y="498"/>
                    <a:pt x="324" y="498"/>
                    <a:pt x="324" y="498"/>
                  </a:cubicBezTo>
                  <a:lnTo>
                    <a:pt x="175" y="649"/>
                  </a:lnTo>
                  <a:close/>
                  <a:moveTo>
                    <a:pt x="596" y="537"/>
                  </a:moveTo>
                  <a:lnTo>
                    <a:pt x="596" y="537"/>
                  </a:lnTo>
                  <a:cubicBezTo>
                    <a:pt x="610" y="553"/>
                    <a:pt x="617" y="571"/>
                    <a:pt x="617" y="590"/>
                  </a:cubicBezTo>
                  <a:cubicBezTo>
                    <a:pt x="617" y="610"/>
                    <a:pt x="610" y="628"/>
                    <a:pt x="596" y="643"/>
                  </a:cubicBezTo>
                  <a:lnTo>
                    <a:pt x="596" y="643"/>
                  </a:lnTo>
                  <a:cubicBezTo>
                    <a:pt x="580" y="657"/>
                    <a:pt x="562" y="664"/>
                    <a:pt x="543" y="664"/>
                  </a:cubicBezTo>
                  <a:cubicBezTo>
                    <a:pt x="523" y="664"/>
                    <a:pt x="505" y="657"/>
                    <a:pt x="490" y="643"/>
                  </a:cubicBezTo>
                  <a:cubicBezTo>
                    <a:pt x="356" y="509"/>
                    <a:pt x="356" y="509"/>
                    <a:pt x="356" y="509"/>
                  </a:cubicBezTo>
                  <a:cubicBezTo>
                    <a:pt x="461" y="403"/>
                    <a:pt x="461" y="403"/>
                    <a:pt x="461" y="403"/>
                  </a:cubicBezTo>
                  <a:cubicBezTo>
                    <a:pt x="596" y="537"/>
                    <a:pt x="596" y="537"/>
                    <a:pt x="596" y="537"/>
                  </a:cubicBezTo>
                  <a:close/>
                  <a:moveTo>
                    <a:pt x="639" y="310"/>
                  </a:moveTo>
                  <a:lnTo>
                    <a:pt x="639" y="310"/>
                  </a:lnTo>
                  <a:cubicBezTo>
                    <a:pt x="608" y="342"/>
                    <a:pt x="567" y="357"/>
                    <a:pt x="525" y="357"/>
                  </a:cubicBezTo>
                  <a:cubicBezTo>
                    <a:pt x="481" y="357"/>
                    <a:pt x="440" y="342"/>
                    <a:pt x="409" y="310"/>
                  </a:cubicBezTo>
                  <a:cubicBezTo>
                    <a:pt x="377" y="278"/>
                    <a:pt x="360" y="236"/>
                    <a:pt x="360" y="194"/>
                  </a:cubicBezTo>
                  <a:cubicBezTo>
                    <a:pt x="360" y="152"/>
                    <a:pt x="377" y="110"/>
                    <a:pt x="409" y="78"/>
                  </a:cubicBezTo>
                  <a:cubicBezTo>
                    <a:pt x="440" y="46"/>
                    <a:pt x="481" y="31"/>
                    <a:pt x="523" y="31"/>
                  </a:cubicBezTo>
                  <a:cubicBezTo>
                    <a:pt x="530" y="31"/>
                    <a:pt x="536" y="31"/>
                    <a:pt x="541" y="31"/>
                  </a:cubicBezTo>
                  <a:cubicBezTo>
                    <a:pt x="491" y="90"/>
                    <a:pt x="491" y="90"/>
                    <a:pt x="491" y="90"/>
                  </a:cubicBezTo>
                  <a:cubicBezTo>
                    <a:pt x="488" y="94"/>
                    <a:pt x="488" y="96"/>
                    <a:pt x="488" y="101"/>
                  </a:cubicBezTo>
                  <a:cubicBezTo>
                    <a:pt x="498" y="209"/>
                    <a:pt x="498" y="209"/>
                    <a:pt x="498" y="209"/>
                  </a:cubicBezTo>
                  <a:cubicBezTo>
                    <a:pt x="498" y="216"/>
                    <a:pt x="505" y="222"/>
                    <a:pt x="512" y="222"/>
                  </a:cubicBezTo>
                  <a:cubicBezTo>
                    <a:pt x="611" y="230"/>
                    <a:pt x="611" y="230"/>
                    <a:pt x="611" y="230"/>
                  </a:cubicBezTo>
                  <a:cubicBezTo>
                    <a:pt x="615" y="230"/>
                    <a:pt x="620" y="229"/>
                    <a:pt x="622" y="226"/>
                  </a:cubicBezTo>
                  <a:cubicBezTo>
                    <a:pt x="686" y="175"/>
                    <a:pt x="686" y="175"/>
                    <a:pt x="686" y="175"/>
                  </a:cubicBezTo>
                  <a:cubicBezTo>
                    <a:pt x="686" y="182"/>
                    <a:pt x="688" y="187"/>
                    <a:pt x="688" y="194"/>
                  </a:cubicBezTo>
                  <a:cubicBezTo>
                    <a:pt x="688" y="236"/>
                    <a:pt x="671" y="278"/>
                    <a:pt x="639"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3" name="Group 316">
            <a:extLst>
              <a:ext uri="{FF2B5EF4-FFF2-40B4-BE49-F238E27FC236}">
                <a16:creationId xmlns:a16="http://schemas.microsoft.com/office/drawing/2014/main" id="{185A451D-8427-6661-8981-204FB55783D1}"/>
              </a:ext>
            </a:extLst>
          </p:cNvPr>
          <p:cNvGrpSpPr/>
          <p:nvPr/>
        </p:nvGrpSpPr>
        <p:grpSpPr>
          <a:xfrm>
            <a:off x="2142206" y="1015107"/>
            <a:ext cx="214313" cy="258762"/>
            <a:chOff x="1114425" y="1360488"/>
            <a:chExt cx="214313" cy="258762"/>
          </a:xfrm>
          <a:solidFill>
            <a:schemeClr val="tx2"/>
          </a:solidFill>
        </p:grpSpPr>
        <p:sp>
          <p:nvSpPr>
            <p:cNvPr id="314" name="Freeform 255">
              <a:extLst>
                <a:ext uri="{FF2B5EF4-FFF2-40B4-BE49-F238E27FC236}">
                  <a16:creationId xmlns:a16="http://schemas.microsoft.com/office/drawing/2014/main" id="{E95CEE0A-328A-AA76-D65F-D8FFCAE6B53D}"/>
                </a:ext>
              </a:extLst>
            </p:cNvPr>
            <p:cNvSpPr>
              <a:spLocks noChangeArrowheads="1"/>
            </p:cNvSpPr>
            <p:nvPr/>
          </p:nvSpPr>
          <p:spPr bwMode="auto">
            <a:xfrm>
              <a:off x="1114425" y="1365250"/>
              <a:ext cx="117475" cy="254000"/>
            </a:xfrm>
            <a:custGeom>
              <a:avLst/>
              <a:gdLst>
                <a:gd name="T0" fmla="*/ 0 w 328"/>
                <a:gd name="T1" fmla="*/ 152 h 704"/>
                <a:gd name="T2" fmla="*/ 0 w 328"/>
                <a:gd name="T3" fmla="*/ 152 h 704"/>
                <a:gd name="T4" fmla="*/ 90 w 328"/>
                <a:gd name="T5" fmla="*/ 299 h 704"/>
                <a:gd name="T6" fmla="*/ 90 w 328"/>
                <a:gd name="T7" fmla="*/ 629 h 704"/>
                <a:gd name="T8" fmla="*/ 164 w 328"/>
                <a:gd name="T9" fmla="*/ 703 h 704"/>
                <a:gd name="T10" fmla="*/ 237 w 328"/>
                <a:gd name="T11" fmla="*/ 629 h 704"/>
                <a:gd name="T12" fmla="*/ 237 w 328"/>
                <a:gd name="T13" fmla="*/ 299 h 704"/>
                <a:gd name="T14" fmla="*/ 327 w 328"/>
                <a:gd name="T15" fmla="*/ 152 h 704"/>
                <a:gd name="T16" fmla="*/ 229 w 328"/>
                <a:gd name="T17" fmla="*/ 3 h 704"/>
                <a:gd name="T18" fmla="*/ 215 w 328"/>
                <a:gd name="T19" fmla="*/ 4 h 704"/>
                <a:gd name="T20" fmla="*/ 208 w 328"/>
                <a:gd name="T21" fmla="*/ 16 h 704"/>
                <a:gd name="T22" fmla="*/ 208 w 328"/>
                <a:gd name="T23" fmla="*/ 123 h 704"/>
                <a:gd name="T24" fmla="*/ 196 w 328"/>
                <a:gd name="T25" fmla="*/ 155 h 704"/>
                <a:gd name="T26" fmla="*/ 164 w 328"/>
                <a:gd name="T27" fmla="*/ 168 h 704"/>
                <a:gd name="T28" fmla="*/ 131 w 328"/>
                <a:gd name="T29" fmla="*/ 155 h 704"/>
                <a:gd name="T30" fmla="*/ 119 w 328"/>
                <a:gd name="T31" fmla="*/ 123 h 704"/>
                <a:gd name="T32" fmla="*/ 119 w 328"/>
                <a:gd name="T33" fmla="*/ 16 h 704"/>
                <a:gd name="T34" fmla="*/ 112 w 328"/>
                <a:gd name="T35" fmla="*/ 4 h 704"/>
                <a:gd name="T36" fmla="*/ 98 w 328"/>
                <a:gd name="T37" fmla="*/ 3 h 704"/>
                <a:gd name="T38" fmla="*/ 0 w 328"/>
                <a:gd name="T39" fmla="*/ 152 h 704"/>
                <a:gd name="T40" fmla="*/ 90 w 328"/>
                <a:gd name="T41" fmla="*/ 42 h 704"/>
                <a:gd name="T42" fmla="*/ 90 w 328"/>
                <a:gd name="T43" fmla="*/ 42 h 704"/>
                <a:gd name="T44" fmla="*/ 90 w 328"/>
                <a:gd name="T45" fmla="*/ 123 h 704"/>
                <a:gd name="T46" fmla="*/ 164 w 328"/>
                <a:gd name="T47" fmla="*/ 197 h 704"/>
                <a:gd name="T48" fmla="*/ 237 w 328"/>
                <a:gd name="T49" fmla="*/ 123 h 704"/>
                <a:gd name="T50" fmla="*/ 237 w 328"/>
                <a:gd name="T51" fmla="*/ 42 h 704"/>
                <a:gd name="T52" fmla="*/ 297 w 328"/>
                <a:gd name="T53" fmla="*/ 152 h 704"/>
                <a:gd name="T54" fmla="*/ 217 w 328"/>
                <a:gd name="T55" fmla="*/ 276 h 704"/>
                <a:gd name="T56" fmla="*/ 208 w 328"/>
                <a:gd name="T57" fmla="*/ 289 h 704"/>
                <a:gd name="T58" fmla="*/ 208 w 328"/>
                <a:gd name="T59" fmla="*/ 629 h 704"/>
                <a:gd name="T60" fmla="*/ 164 w 328"/>
                <a:gd name="T61" fmla="*/ 674 h 704"/>
                <a:gd name="T62" fmla="*/ 119 w 328"/>
                <a:gd name="T63" fmla="*/ 629 h 704"/>
                <a:gd name="T64" fmla="*/ 119 w 328"/>
                <a:gd name="T65" fmla="*/ 289 h 704"/>
                <a:gd name="T66" fmla="*/ 111 w 328"/>
                <a:gd name="T67" fmla="*/ 276 h 704"/>
                <a:gd name="T68" fmla="*/ 30 w 328"/>
                <a:gd name="T69" fmla="*/ 152 h 704"/>
                <a:gd name="T70" fmla="*/ 90 w 328"/>
                <a:gd name="T71" fmla="*/ 4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8" h="704">
                  <a:moveTo>
                    <a:pt x="0" y="152"/>
                  </a:moveTo>
                  <a:lnTo>
                    <a:pt x="0" y="152"/>
                  </a:lnTo>
                  <a:cubicBezTo>
                    <a:pt x="0" y="216"/>
                    <a:pt x="37" y="271"/>
                    <a:pt x="90" y="299"/>
                  </a:cubicBezTo>
                  <a:cubicBezTo>
                    <a:pt x="90" y="629"/>
                    <a:pt x="90" y="629"/>
                    <a:pt x="90" y="629"/>
                  </a:cubicBezTo>
                  <a:cubicBezTo>
                    <a:pt x="90" y="670"/>
                    <a:pt x="122" y="703"/>
                    <a:pt x="164" y="703"/>
                  </a:cubicBezTo>
                  <a:cubicBezTo>
                    <a:pt x="204" y="703"/>
                    <a:pt x="237" y="670"/>
                    <a:pt x="237" y="629"/>
                  </a:cubicBezTo>
                  <a:cubicBezTo>
                    <a:pt x="237" y="299"/>
                    <a:pt x="237" y="299"/>
                    <a:pt x="237" y="299"/>
                  </a:cubicBezTo>
                  <a:cubicBezTo>
                    <a:pt x="290" y="271"/>
                    <a:pt x="327" y="216"/>
                    <a:pt x="327" y="152"/>
                  </a:cubicBezTo>
                  <a:cubicBezTo>
                    <a:pt x="327" y="85"/>
                    <a:pt x="286" y="28"/>
                    <a:pt x="229" y="3"/>
                  </a:cubicBezTo>
                  <a:cubicBezTo>
                    <a:pt x="225" y="0"/>
                    <a:pt x="219" y="2"/>
                    <a:pt x="215" y="4"/>
                  </a:cubicBezTo>
                  <a:cubicBezTo>
                    <a:pt x="211" y="6"/>
                    <a:pt x="208" y="11"/>
                    <a:pt x="208" y="16"/>
                  </a:cubicBezTo>
                  <a:cubicBezTo>
                    <a:pt x="208" y="123"/>
                    <a:pt x="208" y="123"/>
                    <a:pt x="208" y="123"/>
                  </a:cubicBezTo>
                  <a:cubicBezTo>
                    <a:pt x="208" y="136"/>
                    <a:pt x="203" y="147"/>
                    <a:pt x="196" y="155"/>
                  </a:cubicBezTo>
                  <a:cubicBezTo>
                    <a:pt x="187" y="162"/>
                    <a:pt x="176" y="168"/>
                    <a:pt x="164" y="168"/>
                  </a:cubicBezTo>
                  <a:cubicBezTo>
                    <a:pt x="151" y="168"/>
                    <a:pt x="140" y="162"/>
                    <a:pt x="131" y="155"/>
                  </a:cubicBezTo>
                  <a:cubicBezTo>
                    <a:pt x="125" y="147"/>
                    <a:pt x="119" y="136"/>
                    <a:pt x="119" y="123"/>
                  </a:cubicBezTo>
                  <a:cubicBezTo>
                    <a:pt x="119" y="16"/>
                    <a:pt x="119" y="16"/>
                    <a:pt x="119" y="16"/>
                  </a:cubicBezTo>
                  <a:cubicBezTo>
                    <a:pt x="119" y="11"/>
                    <a:pt x="116" y="6"/>
                    <a:pt x="112" y="4"/>
                  </a:cubicBezTo>
                  <a:cubicBezTo>
                    <a:pt x="108" y="2"/>
                    <a:pt x="102" y="0"/>
                    <a:pt x="98" y="3"/>
                  </a:cubicBezTo>
                  <a:cubicBezTo>
                    <a:pt x="41" y="28"/>
                    <a:pt x="0" y="85"/>
                    <a:pt x="0" y="152"/>
                  </a:cubicBezTo>
                  <a:close/>
                  <a:moveTo>
                    <a:pt x="90" y="42"/>
                  </a:moveTo>
                  <a:lnTo>
                    <a:pt x="90" y="42"/>
                  </a:lnTo>
                  <a:cubicBezTo>
                    <a:pt x="90" y="123"/>
                    <a:pt x="90" y="123"/>
                    <a:pt x="90" y="123"/>
                  </a:cubicBezTo>
                  <a:cubicBezTo>
                    <a:pt x="90" y="163"/>
                    <a:pt x="123" y="197"/>
                    <a:pt x="164" y="197"/>
                  </a:cubicBezTo>
                  <a:cubicBezTo>
                    <a:pt x="204" y="197"/>
                    <a:pt x="237" y="163"/>
                    <a:pt x="237" y="123"/>
                  </a:cubicBezTo>
                  <a:cubicBezTo>
                    <a:pt x="237" y="42"/>
                    <a:pt x="237" y="42"/>
                    <a:pt x="237" y="42"/>
                  </a:cubicBezTo>
                  <a:cubicBezTo>
                    <a:pt x="274" y="66"/>
                    <a:pt x="297" y="106"/>
                    <a:pt x="297" y="152"/>
                  </a:cubicBezTo>
                  <a:cubicBezTo>
                    <a:pt x="297" y="208"/>
                    <a:pt x="264" y="256"/>
                    <a:pt x="217" y="276"/>
                  </a:cubicBezTo>
                  <a:cubicBezTo>
                    <a:pt x="211" y="278"/>
                    <a:pt x="208" y="283"/>
                    <a:pt x="208" y="289"/>
                  </a:cubicBezTo>
                  <a:cubicBezTo>
                    <a:pt x="208" y="629"/>
                    <a:pt x="208" y="629"/>
                    <a:pt x="208" y="629"/>
                  </a:cubicBezTo>
                  <a:cubicBezTo>
                    <a:pt x="208" y="653"/>
                    <a:pt x="189" y="674"/>
                    <a:pt x="164" y="674"/>
                  </a:cubicBezTo>
                  <a:cubicBezTo>
                    <a:pt x="138" y="674"/>
                    <a:pt x="119" y="653"/>
                    <a:pt x="119" y="629"/>
                  </a:cubicBezTo>
                  <a:cubicBezTo>
                    <a:pt x="119" y="289"/>
                    <a:pt x="119" y="289"/>
                    <a:pt x="119" y="289"/>
                  </a:cubicBezTo>
                  <a:cubicBezTo>
                    <a:pt x="119" y="283"/>
                    <a:pt x="115" y="278"/>
                    <a:pt x="111" y="276"/>
                  </a:cubicBezTo>
                  <a:cubicBezTo>
                    <a:pt x="63" y="256"/>
                    <a:pt x="30" y="208"/>
                    <a:pt x="30" y="152"/>
                  </a:cubicBezTo>
                  <a:cubicBezTo>
                    <a:pt x="30" y="106"/>
                    <a:pt x="53" y="66"/>
                    <a:pt x="90" y="4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5" name="Freeform 256">
              <a:extLst>
                <a:ext uri="{FF2B5EF4-FFF2-40B4-BE49-F238E27FC236}">
                  <a16:creationId xmlns:a16="http://schemas.microsoft.com/office/drawing/2014/main" id="{C8907DD8-3030-047A-A1EF-B6A1CF76C59D}"/>
                </a:ext>
              </a:extLst>
            </p:cNvPr>
            <p:cNvSpPr>
              <a:spLocks noChangeArrowheads="1"/>
            </p:cNvSpPr>
            <p:nvPr/>
          </p:nvSpPr>
          <p:spPr bwMode="auto">
            <a:xfrm>
              <a:off x="1274763" y="1360488"/>
              <a:ext cx="53975" cy="257175"/>
            </a:xfrm>
            <a:custGeom>
              <a:avLst/>
              <a:gdLst>
                <a:gd name="T0" fmla="*/ 76 w 152"/>
                <a:gd name="T1" fmla="*/ 714 h 715"/>
                <a:gd name="T2" fmla="*/ 76 w 152"/>
                <a:gd name="T3" fmla="*/ 714 h 715"/>
                <a:gd name="T4" fmla="*/ 149 w 152"/>
                <a:gd name="T5" fmla="*/ 640 h 715"/>
                <a:gd name="T6" fmla="*/ 149 w 152"/>
                <a:gd name="T7" fmla="*/ 373 h 715"/>
                <a:gd name="T8" fmla="*/ 145 w 152"/>
                <a:gd name="T9" fmla="*/ 361 h 715"/>
                <a:gd name="T10" fmla="*/ 136 w 152"/>
                <a:gd name="T11" fmla="*/ 357 h 715"/>
                <a:gd name="T12" fmla="*/ 91 w 152"/>
                <a:gd name="T13" fmla="*/ 357 h 715"/>
                <a:gd name="T14" fmla="*/ 91 w 152"/>
                <a:gd name="T15" fmla="*/ 179 h 715"/>
                <a:gd name="T16" fmla="*/ 105 w 152"/>
                <a:gd name="T17" fmla="*/ 179 h 715"/>
                <a:gd name="T18" fmla="*/ 119 w 152"/>
                <a:gd name="T19" fmla="*/ 170 h 715"/>
                <a:gd name="T20" fmla="*/ 148 w 152"/>
                <a:gd name="T21" fmla="*/ 110 h 715"/>
                <a:gd name="T22" fmla="*/ 149 w 152"/>
                <a:gd name="T23" fmla="*/ 99 h 715"/>
                <a:gd name="T24" fmla="*/ 119 w 152"/>
                <a:gd name="T25" fmla="*/ 10 h 715"/>
                <a:gd name="T26" fmla="*/ 105 w 152"/>
                <a:gd name="T27" fmla="*/ 0 h 715"/>
                <a:gd name="T28" fmla="*/ 46 w 152"/>
                <a:gd name="T29" fmla="*/ 0 h 715"/>
                <a:gd name="T30" fmla="*/ 31 w 152"/>
                <a:gd name="T31" fmla="*/ 10 h 715"/>
                <a:gd name="T32" fmla="*/ 2 w 152"/>
                <a:gd name="T33" fmla="*/ 99 h 715"/>
                <a:gd name="T34" fmla="*/ 3 w 152"/>
                <a:gd name="T35" fmla="*/ 110 h 715"/>
                <a:gd name="T36" fmla="*/ 32 w 152"/>
                <a:gd name="T37" fmla="*/ 170 h 715"/>
                <a:gd name="T38" fmla="*/ 46 w 152"/>
                <a:gd name="T39" fmla="*/ 179 h 715"/>
                <a:gd name="T40" fmla="*/ 60 w 152"/>
                <a:gd name="T41" fmla="*/ 179 h 715"/>
                <a:gd name="T42" fmla="*/ 60 w 152"/>
                <a:gd name="T43" fmla="*/ 357 h 715"/>
                <a:gd name="T44" fmla="*/ 16 w 152"/>
                <a:gd name="T45" fmla="*/ 357 h 715"/>
                <a:gd name="T46" fmla="*/ 6 w 152"/>
                <a:gd name="T47" fmla="*/ 361 h 715"/>
                <a:gd name="T48" fmla="*/ 2 w 152"/>
                <a:gd name="T49" fmla="*/ 373 h 715"/>
                <a:gd name="T50" fmla="*/ 2 w 152"/>
                <a:gd name="T51" fmla="*/ 640 h 715"/>
                <a:gd name="T52" fmla="*/ 76 w 152"/>
                <a:gd name="T53" fmla="*/ 714 h 715"/>
                <a:gd name="T54" fmla="*/ 32 w 152"/>
                <a:gd name="T55" fmla="*/ 103 h 715"/>
                <a:gd name="T56" fmla="*/ 32 w 152"/>
                <a:gd name="T57" fmla="*/ 103 h 715"/>
                <a:gd name="T58" fmla="*/ 56 w 152"/>
                <a:gd name="T59" fmla="*/ 29 h 715"/>
                <a:gd name="T60" fmla="*/ 95 w 152"/>
                <a:gd name="T61" fmla="*/ 29 h 715"/>
                <a:gd name="T62" fmla="*/ 119 w 152"/>
                <a:gd name="T63" fmla="*/ 103 h 715"/>
                <a:gd name="T64" fmla="*/ 97 w 152"/>
                <a:gd name="T65" fmla="*/ 149 h 715"/>
                <a:gd name="T66" fmla="*/ 55 w 152"/>
                <a:gd name="T67" fmla="*/ 149 h 715"/>
                <a:gd name="T68" fmla="*/ 32 w 152"/>
                <a:gd name="T69" fmla="*/ 103 h 715"/>
                <a:gd name="T70" fmla="*/ 31 w 152"/>
                <a:gd name="T71" fmla="*/ 386 h 715"/>
                <a:gd name="T72" fmla="*/ 31 w 152"/>
                <a:gd name="T73" fmla="*/ 386 h 715"/>
                <a:gd name="T74" fmla="*/ 120 w 152"/>
                <a:gd name="T75" fmla="*/ 386 h 715"/>
                <a:gd name="T76" fmla="*/ 120 w 152"/>
                <a:gd name="T77" fmla="*/ 640 h 715"/>
                <a:gd name="T78" fmla="*/ 76 w 152"/>
                <a:gd name="T79" fmla="*/ 685 h 715"/>
                <a:gd name="T80" fmla="*/ 31 w 152"/>
                <a:gd name="T81" fmla="*/ 640 h 715"/>
                <a:gd name="T82" fmla="*/ 31 w 152"/>
                <a:gd name="T83" fmla="*/ 38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715">
                  <a:moveTo>
                    <a:pt x="76" y="714"/>
                  </a:moveTo>
                  <a:lnTo>
                    <a:pt x="76" y="714"/>
                  </a:lnTo>
                  <a:cubicBezTo>
                    <a:pt x="116" y="714"/>
                    <a:pt x="149" y="681"/>
                    <a:pt x="149" y="640"/>
                  </a:cubicBezTo>
                  <a:cubicBezTo>
                    <a:pt x="149" y="373"/>
                    <a:pt x="149" y="373"/>
                    <a:pt x="149" y="373"/>
                  </a:cubicBezTo>
                  <a:cubicBezTo>
                    <a:pt x="149" y="368"/>
                    <a:pt x="148" y="364"/>
                    <a:pt x="145" y="361"/>
                  </a:cubicBezTo>
                  <a:cubicBezTo>
                    <a:pt x="143" y="359"/>
                    <a:pt x="138" y="357"/>
                    <a:pt x="136" y="357"/>
                  </a:cubicBezTo>
                  <a:cubicBezTo>
                    <a:pt x="91" y="357"/>
                    <a:pt x="91" y="357"/>
                    <a:pt x="91" y="357"/>
                  </a:cubicBezTo>
                  <a:cubicBezTo>
                    <a:pt x="91" y="179"/>
                    <a:pt x="91" y="179"/>
                    <a:pt x="91" y="179"/>
                  </a:cubicBezTo>
                  <a:cubicBezTo>
                    <a:pt x="105" y="179"/>
                    <a:pt x="105" y="179"/>
                    <a:pt x="105" y="179"/>
                  </a:cubicBezTo>
                  <a:cubicBezTo>
                    <a:pt x="110" y="179"/>
                    <a:pt x="116" y="176"/>
                    <a:pt x="119" y="170"/>
                  </a:cubicBezTo>
                  <a:cubicBezTo>
                    <a:pt x="148" y="110"/>
                    <a:pt x="148" y="110"/>
                    <a:pt x="148" y="110"/>
                  </a:cubicBezTo>
                  <a:cubicBezTo>
                    <a:pt x="149" y="108"/>
                    <a:pt x="151" y="103"/>
                    <a:pt x="149" y="99"/>
                  </a:cubicBezTo>
                  <a:cubicBezTo>
                    <a:pt x="119" y="10"/>
                    <a:pt x="119" y="10"/>
                    <a:pt x="119" y="10"/>
                  </a:cubicBezTo>
                  <a:cubicBezTo>
                    <a:pt x="117" y="4"/>
                    <a:pt x="112" y="0"/>
                    <a:pt x="105" y="0"/>
                  </a:cubicBezTo>
                  <a:cubicBezTo>
                    <a:pt x="46" y="0"/>
                    <a:pt x="46" y="0"/>
                    <a:pt x="46" y="0"/>
                  </a:cubicBezTo>
                  <a:cubicBezTo>
                    <a:pt x="39" y="0"/>
                    <a:pt x="34" y="4"/>
                    <a:pt x="31" y="10"/>
                  </a:cubicBezTo>
                  <a:cubicBezTo>
                    <a:pt x="2" y="99"/>
                    <a:pt x="2" y="99"/>
                    <a:pt x="2" y="99"/>
                  </a:cubicBezTo>
                  <a:cubicBezTo>
                    <a:pt x="0" y="103"/>
                    <a:pt x="0" y="108"/>
                    <a:pt x="3" y="110"/>
                  </a:cubicBezTo>
                  <a:cubicBezTo>
                    <a:pt x="32" y="170"/>
                    <a:pt x="32" y="170"/>
                    <a:pt x="32" y="170"/>
                  </a:cubicBezTo>
                  <a:cubicBezTo>
                    <a:pt x="35" y="176"/>
                    <a:pt x="41" y="179"/>
                    <a:pt x="46" y="179"/>
                  </a:cubicBezTo>
                  <a:cubicBezTo>
                    <a:pt x="60" y="179"/>
                    <a:pt x="60" y="179"/>
                    <a:pt x="60" y="179"/>
                  </a:cubicBezTo>
                  <a:cubicBezTo>
                    <a:pt x="60" y="357"/>
                    <a:pt x="60" y="357"/>
                    <a:pt x="60" y="357"/>
                  </a:cubicBezTo>
                  <a:cubicBezTo>
                    <a:pt x="16" y="357"/>
                    <a:pt x="16" y="357"/>
                    <a:pt x="16" y="357"/>
                  </a:cubicBezTo>
                  <a:cubicBezTo>
                    <a:pt x="11" y="357"/>
                    <a:pt x="9" y="359"/>
                    <a:pt x="6" y="361"/>
                  </a:cubicBezTo>
                  <a:cubicBezTo>
                    <a:pt x="3" y="364"/>
                    <a:pt x="2" y="368"/>
                    <a:pt x="2" y="373"/>
                  </a:cubicBezTo>
                  <a:cubicBezTo>
                    <a:pt x="2" y="640"/>
                    <a:pt x="2" y="640"/>
                    <a:pt x="2" y="640"/>
                  </a:cubicBezTo>
                  <a:cubicBezTo>
                    <a:pt x="2" y="681"/>
                    <a:pt x="34" y="714"/>
                    <a:pt x="76" y="714"/>
                  </a:cubicBezTo>
                  <a:close/>
                  <a:moveTo>
                    <a:pt x="32" y="103"/>
                  </a:moveTo>
                  <a:lnTo>
                    <a:pt x="32" y="103"/>
                  </a:lnTo>
                  <a:cubicBezTo>
                    <a:pt x="56" y="29"/>
                    <a:pt x="56" y="29"/>
                    <a:pt x="56" y="29"/>
                  </a:cubicBezTo>
                  <a:cubicBezTo>
                    <a:pt x="95" y="29"/>
                    <a:pt x="95" y="29"/>
                    <a:pt x="95" y="29"/>
                  </a:cubicBezTo>
                  <a:cubicBezTo>
                    <a:pt x="119" y="103"/>
                    <a:pt x="119" y="103"/>
                    <a:pt x="119" y="103"/>
                  </a:cubicBezTo>
                  <a:cubicBezTo>
                    <a:pt x="97" y="149"/>
                    <a:pt x="97" y="149"/>
                    <a:pt x="97" y="149"/>
                  </a:cubicBezTo>
                  <a:cubicBezTo>
                    <a:pt x="55" y="149"/>
                    <a:pt x="55" y="149"/>
                    <a:pt x="55" y="149"/>
                  </a:cubicBezTo>
                  <a:lnTo>
                    <a:pt x="32" y="103"/>
                  </a:lnTo>
                  <a:close/>
                  <a:moveTo>
                    <a:pt x="31" y="386"/>
                  </a:moveTo>
                  <a:lnTo>
                    <a:pt x="31" y="386"/>
                  </a:lnTo>
                  <a:cubicBezTo>
                    <a:pt x="120" y="386"/>
                    <a:pt x="120" y="386"/>
                    <a:pt x="120" y="386"/>
                  </a:cubicBezTo>
                  <a:cubicBezTo>
                    <a:pt x="120" y="640"/>
                    <a:pt x="120" y="640"/>
                    <a:pt x="120" y="640"/>
                  </a:cubicBezTo>
                  <a:cubicBezTo>
                    <a:pt x="120" y="664"/>
                    <a:pt x="101" y="685"/>
                    <a:pt x="76" y="685"/>
                  </a:cubicBezTo>
                  <a:cubicBezTo>
                    <a:pt x="50" y="685"/>
                    <a:pt x="31" y="664"/>
                    <a:pt x="31" y="640"/>
                  </a:cubicBezTo>
                  <a:lnTo>
                    <a:pt x="31" y="3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6" name="Group 319">
            <a:extLst>
              <a:ext uri="{FF2B5EF4-FFF2-40B4-BE49-F238E27FC236}">
                <a16:creationId xmlns:a16="http://schemas.microsoft.com/office/drawing/2014/main" id="{6988C69F-9D32-AB1F-92BF-82D43FD7C32D}"/>
              </a:ext>
            </a:extLst>
          </p:cNvPr>
          <p:cNvGrpSpPr/>
          <p:nvPr/>
        </p:nvGrpSpPr>
        <p:grpSpPr>
          <a:xfrm>
            <a:off x="1605631" y="609501"/>
            <a:ext cx="1824038" cy="139700"/>
            <a:chOff x="577850" y="963613"/>
            <a:chExt cx="1824038" cy="139700"/>
          </a:xfrm>
          <a:solidFill>
            <a:schemeClr val="tx2"/>
          </a:solidFill>
        </p:grpSpPr>
        <p:sp>
          <p:nvSpPr>
            <p:cNvPr id="317" name="Freeform 257">
              <a:extLst>
                <a:ext uri="{FF2B5EF4-FFF2-40B4-BE49-F238E27FC236}">
                  <a16:creationId xmlns:a16="http://schemas.microsoft.com/office/drawing/2014/main" id="{1417FB23-E0D4-D543-3FBE-1FB2556E7495}"/>
                </a:ext>
              </a:extLst>
            </p:cNvPr>
            <p:cNvSpPr>
              <a:spLocks noChangeArrowheads="1"/>
            </p:cNvSpPr>
            <p:nvPr/>
          </p:nvSpPr>
          <p:spPr bwMode="auto">
            <a:xfrm>
              <a:off x="577850" y="963613"/>
              <a:ext cx="76200" cy="139700"/>
            </a:xfrm>
            <a:custGeom>
              <a:avLst/>
              <a:gdLst>
                <a:gd name="T0" fmla="*/ 42 w 213"/>
                <a:gd name="T1" fmla="*/ 380 h 387"/>
                <a:gd name="T2" fmla="*/ 42 w 213"/>
                <a:gd name="T3" fmla="*/ 380 h 387"/>
                <a:gd name="T4" fmla="*/ 67 w 213"/>
                <a:gd name="T5" fmla="*/ 385 h 387"/>
                <a:gd name="T6" fmla="*/ 88 w 213"/>
                <a:gd name="T7" fmla="*/ 386 h 387"/>
                <a:gd name="T8" fmla="*/ 138 w 213"/>
                <a:gd name="T9" fmla="*/ 380 h 387"/>
                <a:gd name="T10" fmla="*/ 177 w 213"/>
                <a:gd name="T11" fmla="*/ 362 h 387"/>
                <a:gd name="T12" fmla="*/ 203 w 213"/>
                <a:gd name="T13" fmla="*/ 330 h 387"/>
                <a:gd name="T14" fmla="*/ 212 w 213"/>
                <a:gd name="T15" fmla="*/ 287 h 387"/>
                <a:gd name="T16" fmla="*/ 206 w 213"/>
                <a:gd name="T17" fmla="*/ 255 h 387"/>
                <a:gd name="T18" fmla="*/ 189 w 213"/>
                <a:gd name="T19" fmla="*/ 228 h 387"/>
                <a:gd name="T20" fmla="*/ 160 w 213"/>
                <a:gd name="T21" fmla="*/ 203 h 387"/>
                <a:gd name="T22" fmla="*/ 118 w 213"/>
                <a:gd name="T23" fmla="*/ 178 h 387"/>
                <a:gd name="T24" fmla="*/ 81 w 213"/>
                <a:gd name="T25" fmla="*/ 157 h 387"/>
                <a:gd name="T26" fmla="*/ 56 w 213"/>
                <a:gd name="T27" fmla="*/ 139 h 387"/>
                <a:gd name="T28" fmla="*/ 42 w 213"/>
                <a:gd name="T29" fmla="*/ 118 h 387"/>
                <a:gd name="T30" fmla="*/ 37 w 213"/>
                <a:gd name="T31" fmla="*/ 93 h 387"/>
                <a:gd name="T32" fmla="*/ 43 w 213"/>
                <a:gd name="T33" fmla="*/ 67 h 387"/>
                <a:gd name="T34" fmla="*/ 61 w 213"/>
                <a:gd name="T35" fmla="*/ 47 h 387"/>
                <a:gd name="T36" fmla="*/ 88 w 213"/>
                <a:gd name="T37" fmla="*/ 35 h 387"/>
                <a:gd name="T38" fmla="*/ 118 w 213"/>
                <a:gd name="T39" fmla="*/ 30 h 387"/>
                <a:gd name="T40" fmla="*/ 196 w 213"/>
                <a:gd name="T41" fmla="*/ 50 h 387"/>
                <a:gd name="T42" fmla="*/ 196 w 213"/>
                <a:gd name="T43" fmla="*/ 11 h 387"/>
                <a:gd name="T44" fmla="*/ 122 w 213"/>
                <a:gd name="T45" fmla="*/ 0 h 387"/>
                <a:gd name="T46" fmla="*/ 75 w 213"/>
                <a:gd name="T47" fmla="*/ 5 h 387"/>
                <a:gd name="T48" fmla="*/ 36 w 213"/>
                <a:gd name="T49" fmla="*/ 25 h 387"/>
                <a:gd name="T50" fmla="*/ 11 w 213"/>
                <a:gd name="T51" fmla="*/ 55 h 387"/>
                <a:gd name="T52" fmla="*/ 1 w 213"/>
                <a:gd name="T53" fmla="*/ 97 h 387"/>
                <a:gd name="T54" fmla="*/ 5 w 213"/>
                <a:gd name="T55" fmla="*/ 129 h 387"/>
                <a:gd name="T56" fmla="*/ 22 w 213"/>
                <a:gd name="T57" fmla="*/ 156 h 387"/>
                <a:gd name="T58" fmla="*/ 50 w 213"/>
                <a:gd name="T59" fmla="*/ 180 h 387"/>
                <a:gd name="T60" fmla="*/ 90 w 213"/>
                <a:gd name="T61" fmla="*/ 203 h 387"/>
                <a:gd name="T62" fmla="*/ 128 w 213"/>
                <a:gd name="T63" fmla="*/ 226 h 387"/>
                <a:gd name="T64" fmla="*/ 155 w 213"/>
                <a:gd name="T65" fmla="*/ 245 h 387"/>
                <a:gd name="T66" fmla="*/ 170 w 213"/>
                <a:gd name="T67" fmla="*/ 266 h 387"/>
                <a:gd name="T68" fmla="*/ 175 w 213"/>
                <a:gd name="T69" fmla="*/ 291 h 387"/>
                <a:gd name="T70" fmla="*/ 155 w 213"/>
                <a:gd name="T71" fmla="*/ 339 h 387"/>
                <a:gd name="T72" fmla="*/ 90 w 213"/>
                <a:gd name="T73" fmla="*/ 355 h 387"/>
                <a:gd name="T74" fmla="*/ 68 w 213"/>
                <a:gd name="T75" fmla="*/ 354 h 387"/>
                <a:gd name="T76" fmla="*/ 43 w 213"/>
                <a:gd name="T77" fmla="*/ 347 h 387"/>
                <a:gd name="T78" fmla="*/ 21 w 213"/>
                <a:gd name="T79" fmla="*/ 339 h 387"/>
                <a:gd name="T80" fmla="*/ 0 w 213"/>
                <a:gd name="T81" fmla="*/ 326 h 387"/>
                <a:gd name="T82" fmla="*/ 0 w 213"/>
                <a:gd name="T83" fmla="*/ 366 h 387"/>
                <a:gd name="T84" fmla="*/ 18 w 213"/>
                <a:gd name="T85" fmla="*/ 375 h 387"/>
                <a:gd name="T86" fmla="*/ 42 w 213"/>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42" y="380"/>
                  </a:moveTo>
                  <a:lnTo>
                    <a:pt x="42" y="380"/>
                  </a:lnTo>
                  <a:cubicBezTo>
                    <a:pt x="50" y="383"/>
                    <a:pt x="58" y="385"/>
                    <a:pt x="67" y="385"/>
                  </a:cubicBezTo>
                  <a:cubicBezTo>
                    <a:pt x="75" y="386"/>
                    <a:pt x="82" y="386"/>
                    <a:pt x="88" y="386"/>
                  </a:cubicBezTo>
                  <a:cubicBezTo>
                    <a:pt x="106" y="386"/>
                    <a:pt x="122" y="385"/>
                    <a:pt x="138" y="380"/>
                  </a:cubicBezTo>
                  <a:cubicBezTo>
                    <a:pt x="153" y="376"/>
                    <a:pt x="166" y="371"/>
                    <a:pt x="177" y="362"/>
                  </a:cubicBezTo>
                  <a:cubicBezTo>
                    <a:pt x="188" y="354"/>
                    <a:pt x="196" y="343"/>
                    <a:pt x="203" y="330"/>
                  </a:cubicBezTo>
                  <a:cubicBezTo>
                    <a:pt x="209" y="318"/>
                    <a:pt x="212" y="304"/>
                    <a:pt x="212" y="287"/>
                  </a:cubicBezTo>
                  <a:cubicBezTo>
                    <a:pt x="212" y="276"/>
                    <a:pt x="210" y="265"/>
                    <a:pt x="206" y="255"/>
                  </a:cubicBezTo>
                  <a:cubicBezTo>
                    <a:pt x="202" y="245"/>
                    <a:pt x="196" y="237"/>
                    <a:pt x="189" y="228"/>
                  </a:cubicBezTo>
                  <a:cubicBezTo>
                    <a:pt x="181" y="219"/>
                    <a:pt x="171" y="210"/>
                    <a:pt x="160" y="203"/>
                  </a:cubicBezTo>
                  <a:cubicBezTo>
                    <a:pt x="148" y="195"/>
                    <a:pt x="134" y="187"/>
                    <a:pt x="118" y="178"/>
                  </a:cubicBezTo>
                  <a:cubicBezTo>
                    <a:pt x="103" y="170"/>
                    <a:pt x="90" y="163"/>
                    <a:pt x="81" y="157"/>
                  </a:cubicBezTo>
                  <a:cubicBezTo>
                    <a:pt x="69" y="150"/>
                    <a:pt x="61" y="145"/>
                    <a:pt x="56" y="139"/>
                  </a:cubicBezTo>
                  <a:cubicBezTo>
                    <a:pt x="49" y="132"/>
                    <a:pt x="44" y="125"/>
                    <a:pt x="42" y="118"/>
                  </a:cubicBezTo>
                  <a:cubicBezTo>
                    <a:pt x="39" y="111"/>
                    <a:pt x="37" y="103"/>
                    <a:pt x="37" y="93"/>
                  </a:cubicBezTo>
                  <a:cubicBezTo>
                    <a:pt x="37" y="83"/>
                    <a:pt x="39" y="74"/>
                    <a:pt x="43" y="67"/>
                  </a:cubicBezTo>
                  <a:cubicBezTo>
                    <a:pt x="49" y="58"/>
                    <a:pt x="54" y="51"/>
                    <a:pt x="61" y="47"/>
                  </a:cubicBezTo>
                  <a:cubicBezTo>
                    <a:pt x="68" y="41"/>
                    <a:pt x="78" y="37"/>
                    <a:pt x="88" y="35"/>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5"/>
                  </a:cubicBezTo>
                  <a:cubicBezTo>
                    <a:pt x="61" y="11"/>
                    <a:pt x="47" y="16"/>
                    <a:pt x="36" y="25"/>
                  </a:cubicBezTo>
                  <a:cubicBezTo>
                    <a:pt x="26" y="33"/>
                    <a:pt x="16" y="44"/>
                    <a:pt x="11" y="55"/>
                  </a:cubicBezTo>
                  <a:cubicBezTo>
                    <a:pt x="4" y="68"/>
                    <a:pt x="1" y="82"/>
                    <a:pt x="1" y="97"/>
                  </a:cubicBezTo>
                  <a:cubicBezTo>
                    <a:pt x="1" y="108"/>
                    <a:pt x="3" y="120"/>
                    <a:pt x="5" y="129"/>
                  </a:cubicBezTo>
                  <a:cubicBezTo>
                    <a:pt x="10" y="139"/>
                    <a:pt x="15" y="147"/>
                    <a:pt x="22" y="156"/>
                  </a:cubicBezTo>
                  <a:cubicBezTo>
                    <a:pt x="29" y="163"/>
                    <a:pt x="39" y="171"/>
                    <a:pt x="50" y="180"/>
                  </a:cubicBezTo>
                  <a:cubicBezTo>
                    <a:pt x="61" y="187"/>
                    <a:pt x="75" y="195"/>
                    <a:pt x="90" y="203"/>
                  </a:cubicBezTo>
                  <a:cubicBezTo>
                    <a:pt x="106" y="212"/>
                    <a:pt x="118" y="219"/>
                    <a:pt x="128" y="226"/>
                  </a:cubicBezTo>
                  <a:cubicBezTo>
                    <a:pt x="139" y="231"/>
                    <a:pt x="148" y="238"/>
                    <a:pt x="155" y="245"/>
                  </a:cubicBezTo>
                  <a:cubicBezTo>
                    <a:pt x="162" y="251"/>
                    <a:pt x="167" y="258"/>
                    <a:pt x="170" y="266"/>
                  </a:cubicBezTo>
                  <a:cubicBezTo>
                    <a:pt x="174" y="273"/>
                    <a:pt x="175" y="281"/>
                    <a:pt x="175" y="291"/>
                  </a:cubicBezTo>
                  <a:cubicBezTo>
                    <a:pt x="175" y="312"/>
                    <a:pt x="168" y="327"/>
                    <a:pt x="155" y="339"/>
                  </a:cubicBezTo>
                  <a:cubicBezTo>
                    <a:pt x="141" y="350"/>
                    <a:pt x="118" y="355"/>
                    <a:pt x="90" y="355"/>
                  </a:cubicBezTo>
                  <a:cubicBezTo>
                    <a:pt x="83" y="355"/>
                    <a:pt x="75" y="354"/>
                    <a:pt x="68" y="354"/>
                  </a:cubicBezTo>
                  <a:cubicBezTo>
                    <a:pt x="60" y="352"/>
                    <a:pt x="51" y="350"/>
                    <a:pt x="43" y="347"/>
                  </a:cubicBezTo>
                  <a:cubicBezTo>
                    <a:pt x="36" y="345"/>
                    <a:pt x="28" y="341"/>
                    <a:pt x="21" y="339"/>
                  </a:cubicBezTo>
                  <a:cubicBezTo>
                    <a:pt x="12" y="334"/>
                    <a:pt x="5" y="330"/>
                    <a:pt x="0" y="326"/>
                  </a:cubicBezTo>
                  <a:cubicBezTo>
                    <a:pt x="0" y="366"/>
                    <a:pt x="0" y="366"/>
                    <a:pt x="0" y="366"/>
                  </a:cubicBezTo>
                  <a:cubicBezTo>
                    <a:pt x="4" y="369"/>
                    <a:pt x="11" y="372"/>
                    <a:pt x="18" y="375"/>
                  </a:cubicBezTo>
                  <a:cubicBezTo>
                    <a:pt x="26" y="378"/>
                    <a:pt x="33" y="379"/>
                    <a:pt x="42"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8" name="Freeform 258">
              <a:extLst>
                <a:ext uri="{FF2B5EF4-FFF2-40B4-BE49-F238E27FC236}">
                  <a16:creationId xmlns:a16="http://schemas.microsoft.com/office/drawing/2014/main" id="{60A16BD0-ADD5-FA2B-560A-90AE34E8B986}"/>
                </a:ext>
              </a:extLst>
            </p:cNvPr>
            <p:cNvSpPr>
              <a:spLocks noChangeArrowheads="1"/>
            </p:cNvSpPr>
            <p:nvPr/>
          </p:nvSpPr>
          <p:spPr bwMode="auto">
            <a:xfrm>
              <a:off x="682625" y="96520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59">
              <a:extLst>
                <a:ext uri="{FF2B5EF4-FFF2-40B4-BE49-F238E27FC236}">
                  <a16:creationId xmlns:a16="http://schemas.microsoft.com/office/drawing/2014/main" id="{551970A4-166B-9F82-683E-DD0DEC15E395}"/>
                </a:ext>
              </a:extLst>
            </p:cNvPr>
            <p:cNvSpPr>
              <a:spLocks noChangeArrowheads="1"/>
            </p:cNvSpPr>
            <p:nvPr/>
          </p:nvSpPr>
          <p:spPr bwMode="auto">
            <a:xfrm>
              <a:off x="766763" y="965200"/>
              <a:ext cx="90487" cy="134938"/>
            </a:xfrm>
            <a:custGeom>
              <a:avLst/>
              <a:gdLst>
                <a:gd name="T0" fmla="*/ 0 w 252"/>
                <a:gd name="T1" fmla="*/ 32 h 376"/>
                <a:gd name="T2" fmla="*/ 109 w 252"/>
                <a:gd name="T3" fmla="*/ 32 h 376"/>
                <a:gd name="T4" fmla="*/ 109 w 252"/>
                <a:gd name="T5" fmla="*/ 375 h 376"/>
                <a:gd name="T6" fmla="*/ 144 w 252"/>
                <a:gd name="T7" fmla="*/ 375 h 376"/>
                <a:gd name="T8" fmla="*/ 144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9" y="32"/>
                  </a:lnTo>
                  <a:lnTo>
                    <a:pt x="109" y="375"/>
                  </a:lnTo>
                  <a:lnTo>
                    <a:pt x="144" y="375"/>
                  </a:lnTo>
                  <a:lnTo>
                    <a:pt x="144"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0">
              <a:extLst>
                <a:ext uri="{FF2B5EF4-FFF2-40B4-BE49-F238E27FC236}">
                  <a16:creationId xmlns:a16="http://schemas.microsoft.com/office/drawing/2014/main" id="{AE890613-B6C8-6C0F-E74E-F564D4400233}"/>
                </a:ext>
              </a:extLst>
            </p:cNvPr>
            <p:cNvSpPr>
              <a:spLocks noChangeArrowheads="1"/>
            </p:cNvSpPr>
            <p:nvPr/>
          </p:nvSpPr>
          <p:spPr bwMode="auto">
            <a:xfrm>
              <a:off x="869950" y="965200"/>
              <a:ext cx="90488" cy="134938"/>
            </a:xfrm>
            <a:custGeom>
              <a:avLst/>
              <a:gdLst>
                <a:gd name="T0" fmla="*/ 109 w 252"/>
                <a:gd name="T1" fmla="*/ 375 h 376"/>
                <a:gd name="T2" fmla="*/ 144 w 252"/>
                <a:gd name="T3" fmla="*/ 375 h 376"/>
                <a:gd name="T4" fmla="*/ 144 w 252"/>
                <a:gd name="T5" fmla="*/ 32 h 376"/>
                <a:gd name="T6" fmla="*/ 251 w 252"/>
                <a:gd name="T7" fmla="*/ 32 h 376"/>
                <a:gd name="T8" fmla="*/ 251 w 252"/>
                <a:gd name="T9" fmla="*/ 0 h 376"/>
                <a:gd name="T10" fmla="*/ 0 w 252"/>
                <a:gd name="T11" fmla="*/ 0 h 376"/>
                <a:gd name="T12" fmla="*/ 0 w 252"/>
                <a:gd name="T13" fmla="*/ 32 h 376"/>
                <a:gd name="T14" fmla="*/ 109 w 252"/>
                <a:gd name="T15" fmla="*/ 32 h 376"/>
                <a:gd name="T16" fmla="*/ 109 w 252"/>
                <a:gd name="T17"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109" y="375"/>
                  </a:moveTo>
                  <a:lnTo>
                    <a:pt x="144" y="375"/>
                  </a:lnTo>
                  <a:lnTo>
                    <a:pt x="144" y="32"/>
                  </a:lnTo>
                  <a:lnTo>
                    <a:pt x="251" y="32"/>
                  </a:lnTo>
                  <a:lnTo>
                    <a:pt x="251" y="0"/>
                  </a:lnTo>
                  <a:lnTo>
                    <a:pt x="0" y="0"/>
                  </a:lnTo>
                  <a:lnTo>
                    <a:pt x="0" y="32"/>
                  </a:lnTo>
                  <a:lnTo>
                    <a:pt x="109" y="32"/>
                  </a:lnTo>
                  <a:lnTo>
                    <a:pt x="109"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1">
              <a:extLst>
                <a:ext uri="{FF2B5EF4-FFF2-40B4-BE49-F238E27FC236}">
                  <a16:creationId xmlns:a16="http://schemas.microsoft.com/office/drawing/2014/main" id="{826D44FD-356A-4C86-DA24-8D22C79866CE}"/>
                </a:ext>
              </a:extLst>
            </p:cNvPr>
            <p:cNvSpPr>
              <a:spLocks noChangeArrowheads="1"/>
            </p:cNvSpPr>
            <p:nvPr/>
          </p:nvSpPr>
          <p:spPr bwMode="auto">
            <a:xfrm>
              <a:off x="982663" y="9652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2">
              <a:extLst>
                <a:ext uri="{FF2B5EF4-FFF2-40B4-BE49-F238E27FC236}">
                  <a16:creationId xmlns:a16="http://schemas.microsoft.com/office/drawing/2014/main" id="{B90D7AFF-E718-B80D-53B7-8B8EDEEBB61E}"/>
                </a:ext>
              </a:extLst>
            </p:cNvPr>
            <p:cNvSpPr>
              <a:spLocks noChangeArrowheads="1"/>
            </p:cNvSpPr>
            <p:nvPr/>
          </p:nvSpPr>
          <p:spPr bwMode="auto">
            <a:xfrm>
              <a:off x="1030288" y="965200"/>
              <a:ext cx="106362" cy="134938"/>
            </a:xfrm>
            <a:custGeom>
              <a:avLst/>
              <a:gdLst>
                <a:gd name="T0" fmla="*/ 35 w 294"/>
                <a:gd name="T1" fmla="*/ 85 h 376"/>
                <a:gd name="T2" fmla="*/ 35 w 294"/>
                <a:gd name="T3" fmla="*/ 85 h 376"/>
                <a:gd name="T4" fmla="*/ 35 w 294"/>
                <a:gd name="T5" fmla="*/ 64 h 376"/>
                <a:gd name="T6" fmla="*/ 34 w 294"/>
                <a:gd name="T7" fmla="*/ 50 h 376"/>
                <a:gd name="T8" fmla="*/ 35 w 294"/>
                <a:gd name="T9" fmla="*/ 50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1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5"/>
                    <a:pt x="34" y="50"/>
                  </a:cubicBezTo>
                  <a:cubicBezTo>
                    <a:pt x="35" y="50"/>
                    <a:pt x="35" y="50"/>
                    <a:pt x="35" y="50"/>
                  </a:cubicBezTo>
                  <a:cubicBezTo>
                    <a:pt x="37" y="55"/>
                    <a:pt x="39" y="59"/>
                    <a:pt x="42" y="63"/>
                  </a:cubicBezTo>
                  <a:cubicBezTo>
                    <a:pt x="45"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60" y="303"/>
                  </a:cubicBezTo>
                  <a:cubicBezTo>
                    <a:pt x="260" y="310"/>
                    <a:pt x="260" y="317"/>
                    <a:pt x="261" y="322"/>
                  </a:cubicBezTo>
                  <a:cubicBezTo>
                    <a:pt x="260" y="322"/>
                    <a:pt x="260" y="322"/>
                    <a:pt x="260" y="322"/>
                  </a:cubicBezTo>
                  <a:cubicBezTo>
                    <a:pt x="257" y="318"/>
                    <a:pt x="256" y="315"/>
                    <a:pt x="253" y="311"/>
                  </a:cubicBezTo>
                  <a:cubicBezTo>
                    <a:pt x="250" y="307"/>
                    <a:pt x="247" y="303"/>
                    <a:pt x="244" y="297"/>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3" name="Freeform 263">
              <a:extLst>
                <a:ext uri="{FF2B5EF4-FFF2-40B4-BE49-F238E27FC236}">
                  <a16:creationId xmlns:a16="http://schemas.microsoft.com/office/drawing/2014/main" id="{D0171D2C-F858-863A-4AA0-C61819D57A30}"/>
                </a:ext>
              </a:extLst>
            </p:cNvPr>
            <p:cNvSpPr>
              <a:spLocks noChangeArrowheads="1"/>
            </p:cNvSpPr>
            <p:nvPr/>
          </p:nvSpPr>
          <p:spPr bwMode="auto">
            <a:xfrm>
              <a:off x="1162050" y="963613"/>
              <a:ext cx="107950" cy="139700"/>
            </a:xfrm>
            <a:custGeom>
              <a:avLst/>
              <a:gdLst>
                <a:gd name="T0" fmla="*/ 48 w 300"/>
                <a:gd name="T1" fmla="*/ 334 h 388"/>
                <a:gd name="T2" fmla="*/ 48 w 300"/>
                <a:gd name="T3" fmla="*/ 334 h 388"/>
                <a:gd name="T4" fmla="*/ 102 w 300"/>
                <a:gd name="T5" fmla="*/ 373 h 388"/>
                <a:gd name="T6" fmla="*/ 176 w 300"/>
                <a:gd name="T7" fmla="*/ 387 h 388"/>
                <a:gd name="T8" fmla="*/ 299 w 300"/>
                <a:gd name="T9" fmla="*/ 354 h 388"/>
                <a:gd name="T10" fmla="*/ 299 w 300"/>
                <a:gd name="T11" fmla="*/ 189 h 388"/>
                <a:gd name="T12" fmla="*/ 179 w 300"/>
                <a:gd name="T13" fmla="*/ 189 h 388"/>
                <a:gd name="T14" fmla="*/ 179 w 300"/>
                <a:gd name="T15" fmla="*/ 221 h 388"/>
                <a:gd name="T16" fmla="*/ 264 w 300"/>
                <a:gd name="T17" fmla="*/ 221 h 388"/>
                <a:gd name="T18" fmla="*/ 264 w 300"/>
                <a:gd name="T19" fmla="*/ 336 h 388"/>
                <a:gd name="T20" fmla="*/ 182 w 300"/>
                <a:gd name="T21" fmla="*/ 355 h 388"/>
                <a:gd name="T22" fmla="*/ 119 w 300"/>
                <a:gd name="T23" fmla="*/ 343 h 388"/>
                <a:gd name="T24" fmla="*/ 73 w 300"/>
                <a:gd name="T25" fmla="*/ 309 h 388"/>
                <a:gd name="T26" fmla="*/ 46 w 300"/>
                <a:gd name="T27" fmla="*/ 259 h 388"/>
                <a:gd name="T28" fmla="*/ 37 w 300"/>
                <a:gd name="T29" fmla="*/ 195 h 388"/>
                <a:gd name="T30" fmla="*/ 48 w 300"/>
                <a:gd name="T31" fmla="*/ 129 h 388"/>
                <a:gd name="T32" fmla="*/ 79 w 300"/>
                <a:gd name="T33" fmla="*/ 78 h 388"/>
                <a:gd name="T34" fmla="*/ 126 w 300"/>
                <a:gd name="T35" fmla="*/ 43 h 388"/>
                <a:gd name="T36" fmla="*/ 187 w 300"/>
                <a:gd name="T37" fmla="*/ 30 h 388"/>
                <a:gd name="T38" fmla="*/ 291 w 300"/>
                <a:gd name="T39" fmla="*/ 57 h 388"/>
                <a:gd name="T40" fmla="*/ 291 w 300"/>
                <a:gd name="T41" fmla="*/ 19 h 388"/>
                <a:gd name="T42" fmla="*/ 192 w 300"/>
                <a:gd name="T43" fmla="*/ 0 h 388"/>
                <a:gd name="T44" fmla="*/ 136 w 300"/>
                <a:gd name="T45" fmla="*/ 7 h 388"/>
                <a:gd name="T46" fmla="*/ 90 w 300"/>
                <a:gd name="T47" fmla="*/ 26 h 388"/>
                <a:gd name="T48" fmla="*/ 52 w 300"/>
                <a:gd name="T49" fmla="*/ 57 h 388"/>
                <a:gd name="T50" fmla="*/ 24 w 300"/>
                <a:gd name="T51" fmla="*/ 97 h 388"/>
                <a:gd name="T52" fmla="*/ 6 w 300"/>
                <a:gd name="T53" fmla="*/ 145 h 388"/>
                <a:gd name="T54" fmla="*/ 0 w 300"/>
                <a:gd name="T55" fmla="*/ 198 h 388"/>
                <a:gd name="T56" fmla="*/ 13 w 300"/>
                <a:gd name="T57" fmla="*/ 274 h 388"/>
                <a:gd name="T58" fmla="*/ 48 w 300"/>
                <a:gd name="T59" fmla="*/ 33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00" h="388">
                  <a:moveTo>
                    <a:pt x="48" y="334"/>
                  </a:moveTo>
                  <a:lnTo>
                    <a:pt x="48" y="334"/>
                  </a:lnTo>
                  <a:cubicBezTo>
                    <a:pt x="63" y="351"/>
                    <a:pt x="81" y="364"/>
                    <a:pt x="102" y="373"/>
                  </a:cubicBezTo>
                  <a:cubicBezTo>
                    <a:pt x="125" y="382"/>
                    <a:pt x="148" y="387"/>
                    <a:pt x="176" y="387"/>
                  </a:cubicBezTo>
                  <a:cubicBezTo>
                    <a:pt x="219" y="387"/>
                    <a:pt x="260" y="376"/>
                    <a:pt x="299" y="354"/>
                  </a:cubicBezTo>
                  <a:cubicBezTo>
                    <a:pt x="299" y="189"/>
                    <a:pt x="299" y="189"/>
                    <a:pt x="299" y="189"/>
                  </a:cubicBezTo>
                  <a:cubicBezTo>
                    <a:pt x="179" y="189"/>
                    <a:pt x="179" y="189"/>
                    <a:pt x="179" y="189"/>
                  </a:cubicBezTo>
                  <a:cubicBezTo>
                    <a:pt x="179" y="221"/>
                    <a:pt x="179" y="221"/>
                    <a:pt x="179" y="221"/>
                  </a:cubicBezTo>
                  <a:cubicBezTo>
                    <a:pt x="264" y="221"/>
                    <a:pt x="264" y="221"/>
                    <a:pt x="264" y="221"/>
                  </a:cubicBezTo>
                  <a:cubicBezTo>
                    <a:pt x="264" y="336"/>
                    <a:pt x="264" y="336"/>
                    <a:pt x="264" y="336"/>
                  </a:cubicBezTo>
                  <a:cubicBezTo>
                    <a:pt x="240" y="348"/>
                    <a:pt x="212" y="355"/>
                    <a:pt x="182" y="355"/>
                  </a:cubicBezTo>
                  <a:cubicBezTo>
                    <a:pt x="158" y="355"/>
                    <a:pt x="137" y="351"/>
                    <a:pt x="119" y="343"/>
                  </a:cubicBezTo>
                  <a:cubicBezTo>
                    <a:pt x="101" y="336"/>
                    <a:pt x="86" y="325"/>
                    <a:pt x="73" y="309"/>
                  </a:cubicBezTo>
                  <a:cubicBezTo>
                    <a:pt x="62" y="295"/>
                    <a:pt x="52" y="279"/>
                    <a:pt x="46" y="259"/>
                  </a:cubicBezTo>
                  <a:cubicBezTo>
                    <a:pt x="40" y="239"/>
                    <a:pt x="37" y="217"/>
                    <a:pt x="37" y="195"/>
                  </a:cubicBezTo>
                  <a:cubicBezTo>
                    <a:pt x="37" y="171"/>
                    <a:pt x="41" y="150"/>
                    <a:pt x="48" y="129"/>
                  </a:cubicBezTo>
                  <a:cubicBezTo>
                    <a:pt x="55" y="110"/>
                    <a:pt x="65" y="93"/>
                    <a:pt x="79" y="78"/>
                  </a:cubicBezTo>
                  <a:cubicBezTo>
                    <a:pt x="91" y="64"/>
                    <a:pt x="106" y="51"/>
                    <a:pt x="126" y="43"/>
                  </a:cubicBezTo>
                  <a:cubicBezTo>
                    <a:pt x="144" y="35"/>
                    <a:pt x="165" y="30"/>
                    <a:pt x="187" y="30"/>
                  </a:cubicBezTo>
                  <a:cubicBezTo>
                    <a:pt x="225" y="30"/>
                    <a:pt x="258" y="40"/>
                    <a:pt x="291" y="57"/>
                  </a:cubicBezTo>
                  <a:cubicBezTo>
                    <a:pt x="291" y="19"/>
                    <a:pt x="291" y="19"/>
                    <a:pt x="291" y="19"/>
                  </a:cubicBezTo>
                  <a:cubicBezTo>
                    <a:pt x="261" y="5"/>
                    <a:pt x="229" y="0"/>
                    <a:pt x="192" y="0"/>
                  </a:cubicBezTo>
                  <a:cubicBezTo>
                    <a:pt x="172" y="0"/>
                    <a:pt x="154" y="1"/>
                    <a:pt x="136" y="7"/>
                  </a:cubicBezTo>
                  <a:cubicBezTo>
                    <a:pt x="119" y="11"/>
                    <a:pt x="104" y="18"/>
                    <a:pt x="90" y="26"/>
                  </a:cubicBezTo>
                  <a:cubicBezTo>
                    <a:pt x="76" y="35"/>
                    <a:pt x="63" y="46"/>
                    <a:pt x="52" y="57"/>
                  </a:cubicBezTo>
                  <a:cubicBezTo>
                    <a:pt x="41" y="69"/>
                    <a:pt x="31" y="83"/>
                    <a:pt x="24" y="97"/>
                  </a:cubicBezTo>
                  <a:cubicBezTo>
                    <a:pt x="16" y="113"/>
                    <a:pt x="10" y="128"/>
                    <a:pt x="6" y="145"/>
                  </a:cubicBezTo>
                  <a:cubicBezTo>
                    <a:pt x="3" y="163"/>
                    <a:pt x="0" y="180"/>
                    <a:pt x="0" y="198"/>
                  </a:cubicBezTo>
                  <a:cubicBezTo>
                    <a:pt x="0" y="226"/>
                    <a:pt x="5" y="251"/>
                    <a:pt x="13" y="274"/>
                  </a:cubicBezTo>
                  <a:cubicBezTo>
                    <a:pt x="21" y="297"/>
                    <a:pt x="33" y="318"/>
                    <a:pt x="48" y="3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4" name="Freeform 264">
              <a:extLst>
                <a:ext uri="{FF2B5EF4-FFF2-40B4-BE49-F238E27FC236}">
                  <a16:creationId xmlns:a16="http://schemas.microsoft.com/office/drawing/2014/main" id="{864E2DAC-DB22-248E-D573-D6F7DA014B33}"/>
                </a:ext>
              </a:extLst>
            </p:cNvPr>
            <p:cNvSpPr>
              <a:spLocks noChangeArrowheads="1"/>
            </p:cNvSpPr>
            <p:nvPr/>
          </p:nvSpPr>
          <p:spPr bwMode="auto">
            <a:xfrm>
              <a:off x="1295400" y="963613"/>
              <a:ext cx="77788" cy="139700"/>
            </a:xfrm>
            <a:custGeom>
              <a:avLst/>
              <a:gdLst>
                <a:gd name="T0" fmla="*/ 43 w 214"/>
                <a:gd name="T1" fmla="*/ 380 h 387"/>
                <a:gd name="T2" fmla="*/ 43 w 214"/>
                <a:gd name="T3" fmla="*/ 380 h 387"/>
                <a:gd name="T4" fmla="*/ 68 w 214"/>
                <a:gd name="T5" fmla="*/ 385 h 387"/>
                <a:gd name="T6" fmla="*/ 89 w 214"/>
                <a:gd name="T7" fmla="*/ 386 h 387"/>
                <a:gd name="T8" fmla="*/ 140 w 214"/>
                <a:gd name="T9" fmla="*/ 380 h 387"/>
                <a:gd name="T10" fmla="*/ 179 w 214"/>
                <a:gd name="T11" fmla="*/ 362 h 387"/>
                <a:gd name="T12" fmla="*/ 204 w 214"/>
                <a:gd name="T13" fmla="*/ 330 h 387"/>
                <a:gd name="T14" fmla="*/ 213 w 214"/>
                <a:gd name="T15" fmla="*/ 287 h 387"/>
                <a:gd name="T16" fmla="*/ 208 w 214"/>
                <a:gd name="T17" fmla="*/ 255 h 387"/>
                <a:gd name="T18" fmla="*/ 190 w 214"/>
                <a:gd name="T19" fmla="*/ 228 h 387"/>
                <a:gd name="T20" fmla="*/ 160 w 214"/>
                <a:gd name="T21" fmla="*/ 203 h 387"/>
                <a:gd name="T22" fmla="*/ 120 w 214"/>
                <a:gd name="T23" fmla="*/ 178 h 387"/>
                <a:gd name="T24" fmla="*/ 82 w 214"/>
                <a:gd name="T25" fmla="*/ 157 h 387"/>
                <a:gd name="T26" fmla="*/ 57 w 214"/>
                <a:gd name="T27" fmla="*/ 139 h 387"/>
                <a:gd name="T28" fmla="*/ 43 w 214"/>
                <a:gd name="T29" fmla="*/ 118 h 387"/>
                <a:gd name="T30" fmla="*/ 38 w 214"/>
                <a:gd name="T31" fmla="*/ 93 h 387"/>
                <a:gd name="T32" fmla="*/ 45 w 214"/>
                <a:gd name="T33" fmla="*/ 67 h 387"/>
                <a:gd name="T34" fmla="*/ 63 w 214"/>
                <a:gd name="T35" fmla="*/ 47 h 387"/>
                <a:gd name="T36" fmla="*/ 88 w 214"/>
                <a:gd name="T37" fmla="*/ 35 h 387"/>
                <a:gd name="T38" fmla="*/ 120 w 214"/>
                <a:gd name="T39" fmla="*/ 30 h 387"/>
                <a:gd name="T40" fmla="*/ 198 w 214"/>
                <a:gd name="T41" fmla="*/ 50 h 387"/>
                <a:gd name="T42" fmla="*/ 198 w 214"/>
                <a:gd name="T43" fmla="*/ 11 h 387"/>
                <a:gd name="T44" fmla="*/ 124 w 214"/>
                <a:gd name="T45" fmla="*/ 0 h 387"/>
                <a:gd name="T46" fmla="*/ 77 w 214"/>
                <a:gd name="T47" fmla="*/ 5 h 387"/>
                <a:gd name="T48" fmla="*/ 38 w 214"/>
                <a:gd name="T49" fmla="*/ 25 h 387"/>
                <a:gd name="T50" fmla="*/ 11 w 214"/>
                <a:gd name="T51" fmla="*/ 55 h 387"/>
                <a:gd name="T52" fmla="*/ 1 w 214"/>
                <a:gd name="T53" fmla="*/ 97 h 387"/>
                <a:gd name="T54" fmla="*/ 7 w 214"/>
                <a:gd name="T55" fmla="*/ 129 h 387"/>
                <a:gd name="T56" fmla="*/ 24 w 214"/>
                <a:gd name="T57" fmla="*/ 156 h 387"/>
                <a:gd name="T58" fmla="*/ 52 w 214"/>
                <a:gd name="T59" fmla="*/ 180 h 387"/>
                <a:gd name="T60" fmla="*/ 92 w 214"/>
                <a:gd name="T61" fmla="*/ 203 h 387"/>
                <a:gd name="T62" fmla="*/ 130 w 214"/>
                <a:gd name="T63" fmla="*/ 226 h 387"/>
                <a:gd name="T64" fmla="*/ 156 w 214"/>
                <a:gd name="T65" fmla="*/ 245 h 387"/>
                <a:gd name="T66" fmla="*/ 172 w 214"/>
                <a:gd name="T67" fmla="*/ 266 h 387"/>
                <a:gd name="T68" fmla="*/ 177 w 214"/>
                <a:gd name="T69" fmla="*/ 291 h 387"/>
                <a:gd name="T70" fmla="*/ 155 w 214"/>
                <a:gd name="T71" fmla="*/ 339 h 387"/>
                <a:gd name="T72" fmla="*/ 92 w 214"/>
                <a:gd name="T73" fmla="*/ 355 h 387"/>
                <a:gd name="T74" fmla="*/ 68 w 214"/>
                <a:gd name="T75" fmla="*/ 354 h 387"/>
                <a:gd name="T76" fmla="*/ 45 w 214"/>
                <a:gd name="T77" fmla="*/ 347 h 387"/>
                <a:gd name="T78" fmla="*/ 21 w 214"/>
                <a:gd name="T79" fmla="*/ 339 h 387"/>
                <a:gd name="T80" fmla="*/ 0 w 214"/>
                <a:gd name="T81" fmla="*/ 326 h 387"/>
                <a:gd name="T82" fmla="*/ 0 w 214"/>
                <a:gd name="T83" fmla="*/ 366 h 387"/>
                <a:gd name="T84" fmla="*/ 20 w 214"/>
                <a:gd name="T85" fmla="*/ 375 h 387"/>
                <a:gd name="T86" fmla="*/ 43 w 214"/>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87">
                  <a:moveTo>
                    <a:pt x="43" y="380"/>
                  </a:moveTo>
                  <a:lnTo>
                    <a:pt x="43" y="380"/>
                  </a:lnTo>
                  <a:cubicBezTo>
                    <a:pt x="52" y="383"/>
                    <a:pt x="60" y="385"/>
                    <a:pt x="68" y="385"/>
                  </a:cubicBezTo>
                  <a:cubicBezTo>
                    <a:pt x="77" y="386"/>
                    <a:pt x="84" y="386"/>
                    <a:pt x="89" y="386"/>
                  </a:cubicBezTo>
                  <a:cubicBezTo>
                    <a:pt x="107" y="386"/>
                    <a:pt x="124" y="385"/>
                    <a:pt x="140" y="380"/>
                  </a:cubicBezTo>
                  <a:cubicBezTo>
                    <a:pt x="155" y="376"/>
                    <a:pt x="167" y="371"/>
                    <a:pt x="179" y="362"/>
                  </a:cubicBezTo>
                  <a:cubicBezTo>
                    <a:pt x="190" y="354"/>
                    <a:pt x="198" y="343"/>
                    <a:pt x="204" y="330"/>
                  </a:cubicBezTo>
                  <a:cubicBezTo>
                    <a:pt x="211" y="318"/>
                    <a:pt x="213" y="304"/>
                    <a:pt x="213" y="287"/>
                  </a:cubicBezTo>
                  <a:cubicBezTo>
                    <a:pt x="213" y="276"/>
                    <a:pt x="211" y="265"/>
                    <a:pt x="208" y="255"/>
                  </a:cubicBezTo>
                  <a:cubicBezTo>
                    <a:pt x="204" y="245"/>
                    <a:pt x="198" y="237"/>
                    <a:pt x="190" y="228"/>
                  </a:cubicBezTo>
                  <a:cubicBezTo>
                    <a:pt x="183" y="219"/>
                    <a:pt x="173" y="210"/>
                    <a:pt x="160" y="203"/>
                  </a:cubicBezTo>
                  <a:cubicBezTo>
                    <a:pt x="149" y="195"/>
                    <a:pt x="135" y="187"/>
                    <a:pt x="120" y="178"/>
                  </a:cubicBezTo>
                  <a:cubicBezTo>
                    <a:pt x="105" y="170"/>
                    <a:pt x="92" y="163"/>
                    <a:pt x="82" y="157"/>
                  </a:cubicBezTo>
                  <a:cubicBezTo>
                    <a:pt x="71" y="150"/>
                    <a:pt x="63" y="145"/>
                    <a:pt x="57" y="139"/>
                  </a:cubicBezTo>
                  <a:cubicBezTo>
                    <a:pt x="50" y="132"/>
                    <a:pt x="46" y="125"/>
                    <a:pt x="43" y="118"/>
                  </a:cubicBezTo>
                  <a:cubicBezTo>
                    <a:pt x="41" y="111"/>
                    <a:pt x="38" y="103"/>
                    <a:pt x="38" y="93"/>
                  </a:cubicBezTo>
                  <a:cubicBezTo>
                    <a:pt x="38" y="83"/>
                    <a:pt x="41" y="74"/>
                    <a:pt x="45" y="67"/>
                  </a:cubicBezTo>
                  <a:cubicBezTo>
                    <a:pt x="49" y="58"/>
                    <a:pt x="54" y="51"/>
                    <a:pt x="63" y="47"/>
                  </a:cubicBezTo>
                  <a:cubicBezTo>
                    <a:pt x="70" y="41"/>
                    <a:pt x="78" y="37"/>
                    <a:pt x="88" y="35"/>
                  </a:cubicBezTo>
                  <a:cubicBezTo>
                    <a:pt x="98" y="32"/>
                    <a:pt x="109" y="30"/>
                    <a:pt x="120" y="30"/>
                  </a:cubicBezTo>
                  <a:cubicBezTo>
                    <a:pt x="149" y="30"/>
                    <a:pt x="176" y="37"/>
                    <a:pt x="198" y="50"/>
                  </a:cubicBezTo>
                  <a:cubicBezTo>
                    <a:pt x="198" y="11"/>
                    <a:pt x="198" y="11"/>
                    <a:pt x="198" y="11"/>
                  </a:cubicBezTo>
                  <a:cubicBezTo>
                    <a:pt x="177" y="4"/>
                    <a:pt x="153" y="0"/>
                    <a:pt x="124" y="0"/>
                  </a:cubicBezTo>
                  <a:cubicBezTo>
                    <a:pt x="107" y="0"/>
                    <a:pt x="91" y="1"/>
                    <a:pt x="77" y="5"/>
                  </a:cubicBezTo>
                  <a:cubicBezTo>
                    <a:pt x="61" y="11"/>
                    <a:pt x="49" y="16"/>
                    <a:pt x="38" y="25"/>
                  </a:cubicBezTo>
                  <a:cubicBezTo>
                    <a:pt x="27" y="33"/>
                    <a:pt x="18" y="44"/>
                    <a:pt x="11" y="55"/>
                  </a:cubicBezTo>
                  <a:cubicBezTo>
                    <a:pt x="6" y="68"/>
                    <a:pt x="1" y="82"/>
                    <a:pt x="1" y="97"/>
                  </a:cubicBezTo>
                  <a:cubicBezTo>
                    <a:pt x="1" y="108"/>
                    <a:pt x="4" y="120"/>
                    <a:pt x="7" y="129"/>
                  </a:cubicBezTo>
                  <a:cubicBezTo>
                    <a:pt x="11" y="139"/>
                    <a:pt x="15" y="147"/>
                    <a:pt x="24" y="156"/>
                  </a:cubicBezTo>
                  <a:cubicBezTo>
                    <a:pt x="31" y="163"/>
                    <a:pt x="39" y="171"/>
                    <a:pt x="52" y="180"/>
                  </a:cubicBezTo>
                  <a:cubicBezTo>
                    <a:pt x="63" y="187"/>
                    <a:pt x="77" y="195"/>
                    <a:pt x="92" y="203"/>
                  </a:cubicBezTo>
                  <a:cubicBezTo>
                    <a:pt x="106" y="212"/>
                    <a:pt x="119" y="219"/>
                    <a:pt x="130" y="226"/>
                  </a:cubicBezTo>
                  <a:cubicBezTo>
                    <a:pt x="141" y="231"/>
                    <a:pt x="149" y="238"/>
                    <a:pt x="156" y="245"/>
                  </a:cubicBezTo>
                  <a:cubicBezTo>
                    <a:pt x="163" y="251"/>
                    <a:pt x="169" y="258"/>
                    <a:pt x="172" y="266"/>
                  </a:cubicBezTo>
                  <a:cubicBezTo>
                    <a:pt x="174" y="273"/>
                    <a:pt x="177" y="281"/>
                    <a:pt x="177" y="291"/>
                  </a:cubicBezTo>
                  <a:cubicBezTo>
                    <a:pt x="177" y="312"/>
                    <a:pt x="170" y="327"/>
                    <a:pt x="155" y="339"/>
                  </a:cubicBezTo>
                  <a:cubicBezTo>
                    <a:pt x="141" y="350"/>
                    <a:pt x="120" y="355"/>
                    <a:pt x="92" y="355"/>
                  </a:cubicBezTo>
                  <a:cubicBezTo>
                    <a:pt x="84" y="355"/>
                    <a:pt x="77" y="354"/>
                    <a:pt x="68" y="354"/>
                  </a:cubicBezTo>
                  <a:cubicBezTo>
                    <a:pt x="60" y="352"/>
                    <a:pt x="53" y="350"/>
                    <a:pt x="45" y="347"/>
                  </a:cubicBezTo>
                  <a:cubicBezTo>
                    <a:pt x="36" y="345"/>
                    <a:pt x="29" y="341"/>
                    <a:pt x="21" y="339"/>
                  </a:cubicBezTo>
                  <a:cubicBezTo>
                    <a:pt x="14" y="334"/>
                    <a:pt x="7" y="330"/>
                    <a:pt x="0" y="326"/>
                  </a:cubicBezTo>
                  <a:cubicBezTo>
                    <a:pt x="0" y="366"/>
                    <a:pt x="0" y="366"/>
                    <a:pt x="0" y="366"/>
                  </a:cubicBezTo>
                  <a:cubicBezTo>
                    <a:pt x="6" y="369"/>
                    <a:pt x="11" y="372"/>
                    <a:pt x="20" y="375"/>
                  </a:cubicBezTo>
                  <a:cubicBezTo>
                    <a:pt x="27" y="378"/>
                    <a:pt x="35" y="379"/>
                    <a:pt x="43"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65">
              <a:extLst>
                <a:ext uri="{FF2B5EF4-FFF2-40B4-BE49-F238E27FC236}">
                  <a16:creationId xmlns:a16="http://schemas.microsoft.com/office/drawing/2014/main" id="{9AB90CC3-CBE0-90C6-7FF4-E5906403BFE1}"/>
                </a:ext>
              </a:extLst>
            </p:cNvPr>
            <p:cNvSpPr>
              <a:spLocks noChangeArrowheads="1"/>
            </p:cNvSpPr>
            <p:nvPr/>
          </p:nvSpPr>
          <p:spPr bwMode="auto">
            <a:xfrm>
              <a:off x="1452563" y="965200"/>
              <a:ext cx="66675" cy="134938"/>
            </a:xfrm>
            <a:custGeom>
              <a:avLst/>
              <a:gdLst>
                <a:gd name="T0" fmla="*/ 185 w 186"/>
                <a:gd name="T1" fmla="*/ 343 h 376"/>
                <a:gd name="T2" fmla="*/ 35 w 186"/>
                <a:gd name="T3" fmla="*/ 343 h 376"/>
                <a:gd name="T4" fmla="*/ 35 w 186"/>
                <a:gd name="T5" fmla="*/ 0 h 376"/>
                <a:gd name="T6" fmla="*/ 0 w 186"/>
                <a:gd name="T7" fmla="*/ 0 h 376"/>
                <a:gd name="T8" fmla="*/ 0 w 186"/>
                <a:gd name="T9" fmla="*/ 375 h 376"/>
                <a:gd name="T10" fmla="*/ 185 w 186"/>
                <a:gd name="T11" fmla="*/ 375 h 376"/>
                <a:gd name="T12" fmla="*/ 185 w 186"/>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3"/>
                  </a:moveTo>
                  <a:lnTo>
                    <a:pt x="35" y="343"/>
                  </a:lnTo>
                  <a:lnTo>
                    <a:pt x="35" y="0"/>
                  </a:lnTo>
                  <a:lnTo>
                    <a:pt x="0" y="0"/>
                  </a:lnTo>
                  <a:lnTo>
                    <a:pt x="0" y="375"/>
                  </a:lnTo>
                  <a:lnTo>
                    <a:pt x="185" y="375"/>
                  </a:lnTo>
                  <a:lnTo>
                    <a:pt x="185"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66">
              <a:extLst>
                <a:ext uri="{FF2B5EF4-FFF2-40B4-BE49-F238E27FC236}">
                  <a16:creationId xmlns:a16="http://schemas.microsoft.com/office/drawing/2014/main" id="{44DBE920-FBC8-5D2B-E2C9-35C196C88D09}"/>
                </a:ext>
              </a:extLst>
            </p:cNvPr>
            <p:cNvSpPr>
              <a:spLocks noChangeArrowheads="1"/>
            </p:cNvSpPr>
            <p:nvPr/>
          </p:nvSpPr>
          <p:spPr bwMode="auto">
            <a:xfrm>
              <a:off x="1541463"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7" name="Freeform 267">
              <a:extLst>
                <a:ext uri="{FF2B5EF4-FFF2-40B4-BE49-F238E27FC236}">
                  <a16:creationId xmlns:a16="http://schemas.microsoft.com/office/drawing/2014/main" id="{495EA974-9DE8-AA15-8625-8FB699C7DF0F}"/>
                </a:ext>
              </a:extLst>
            </p:cNvPr>
            <p:cNvSpPr>
              <a:spLocks noChangeArrowheads="1"/>
            </p:cNvSpPr>
            <p:nvPr/>
          </p:nvSpPr>
          <p:spPr bwMode="auto">
            <a:xfrm>
              <a:off x="1590675" y="965200"/>
              <a:ext cx="106363" cy="134938"/>
            </a:xfrm>
            <a:custGeom>
              <a:avLst/>
              <a:gdLst>
                <a:gd name="T0" fmla="*/ 35 w 294"/>
                <a:gd name="T1" fmla="*/ 85 h 376"/>
                <a:gd name="T2" fmla="*/ 35 w 294"/>
                <a:gd name="T3" fmla="*/ 85 h 376"/>
                <a:gd name="T4" fmla="*/ 33 w 294"/>
                <a:gd name="T5" fmla="*/ 64 h 376"/>
                <a:gd name="T6" fmla="*/ 33 w 294"/>
                <a:gd name="T7" fmla="*/ 50 h 376"/>
                <a:gd name="T8" fmla="*/ 35 w 294"/>
                <a:gd name="T9" fmla="*/ 50 h 376"/>
                <a:gd name="T10" fmla="*/ 40 w 294"/>
                <a:gd name="T11" fmla="*/ 63 h 376"/>
                <a:gd name="T12" fmla="*/ 49 w 294"/>
                <a:gd name="T13" fmla="*/ 74 h 376"/>
                <a:gd name="T14" fmla="*/ 256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59 w 294"/>
                <a:gd name="T27" fmla="*/ 322 h 376"/>
                <a:gd name="T28" fmla="*/ 258 w 294"/>
                <a:gd name="T29" fmla="*/ 322 h 376"/>
                <a:gd name="T30" fmla="*/ 251 w 294"/>
                <a:gd name="T31" fmla="*/ 311 h 376"/>
                <a:gd name="T32" fmla="*/ 242 w 294"/>
                <a:gd name="T33" fmla="*/ 297 h 376"/>
                <a:gd name="T34" fmla="*/ 37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3" y="64"/>
                  </a:cubicBezTo>
                  <a:cubicBezTo>
                    <a:pt x="33" y="59"/>
                    <a:pt x="33" y="55"/>
                    <a:pt x="33" y="50"/>
                  </a:cubicBezTo>
                  <a:cubicBezTo>
                    <a:pt x="35" y="50"/>
                    <a:pt x="35" y="50"/>
                    <a:pt x="35" y="50"/>
                  </a:cubicBezTo>
                  <a:cubicBezTo>
                    <a:pt x="36" y="55"/>
                    <a:pt x="37" y="59"/>
                    <a:pt x="40" y="63"/>
                  </a:cubicBezTo>
                  <a:cubicBezTo>
                    <a:pt x="43" y="67"/>
                    <a:pt x="46" y="70"/>
                    <a:pt x="49" y="74"/>
                  </a:cubicBezTo>
                  <a:cubicBezTo>
                    <a:pt x="256" y="375"/>
                    <a:pt x="256" y="375"/>
                    <a:pt x="256"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58" y="303"/>
                  </a:cubicBezTo>
                  <a:cubicBezTo>
                    <a:pt x="258" y="310"/>
                    <a:pt x="259" y="317"/>
                    <a:pt x="259" y="322"/>
                  </a:cubicBezTo>
                  <a:cubicBezTo>
                    <a:pt x="258" y="322"/>
                    <a:pt x="258" y="322"/>
                    <a:pt x="258" y="322"/>
                  </a:cubicBezTo>
                  <a:cubicBezTo>
                    <a:pt x="256" y="318"/>
                    <a:pt x="254"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8" name="Freeform 268">
              <a:extLst>
                <a:ext uri="{FF2B5EF4-FFF2-40B4-BE49-F238E27FC236}">
                  <a16:creationId xmlns:a16="http://schemas.microsoft.com/office/drawing/2014/main" id="{1FDDB9E7-DA1E-BC2F-BE32-A7519C4807B0}"/>
                </a:ext>
              </a:extLst>
            </p:cNvPr>
            <p:cNvSpPr>
              <a:spLocks noChangeArrowheads="1"/>
            </p:cNvSpPr>
            <p:nvPr/>
          </p:nvSpPr>
          <p:spPr bwMode="auto">
            <a:xfrm>
              <a:off x="1730375" y="965200"/>
              <a:ext cx="69850" cy="134938"/>
            </a:xfrm>
            <a:custGeom>
              <a:avLst/>
              <a:gdLst>
                <a:gd name="T0" fmla="*/ 191 w 192"/>
                <a:gd name="T1" fmla="*/ 343 h 376"/>
                <a:gd name="T2" fmla="*/ 34 w 192"/>
                <a:gd name="T3" fmla="*/ 343 h 376"/>
                <a:gd name="T4" fmla="*/ 34 w 192"/>
                <a:gd name="T5" fmla="*/ 201 h 376"/>
                <a:gd name="T6" fmla="*/ 172 w 192"/>
                <a:gd name="T7" fmla="*/ 201 h 376"/>
                <a:gd name="T8" fmla="*/ 172 w 192"/>
                <a:gd name="T9" fmla="*/ 170 h 376"/>
                <a:gd name="T10" fmla="*/ 34 w 192"/>
                <a:gd name="T11" fmla="*/ 170 h 376"/>
                <a:gd name="T12" fmla="*/ 34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2" y="201"/>
                  </a:lnTo>
                  <a:lnTo>
                    <a:pt x="172" y="170"/>
                  </a:lnTo>
                  <a:lnTo>
                    <a:pt x="34" y="170"/>
                  </a:lnTo>
                  <a:lnTo>
                    <a:pt x="34"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69">
              <a:extLst>
                <a:ext uri="{FF2B5EF4-FFF2-40B4-BE49-F238E27FC236}">
                  <a16:creationId xmlns:a16="http://schemas.microsoft.com/office/drawing/2014/main" id="{24D3C16B-7CB2-671F-2FE2-A30E89F60132}"/>
                </a:ext>
              </a:extLst>
            </p:cNvPr>
            <p:cNvSpPr>
              <a:spLocks noChangeArrowheads="1"/>
            </p:cNvSpPr>
            <p:nvPr/>
          </p:nvSpPr>
          <p:spPr bwMode="auto">
            <a:xfrm>
              <a:off x="1879600"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0">
              <a:extLst>
                <a:ext uri="{FF2B5EF4-FFF2-40B4-BE49-F238E27FC236}">
                  <a16:creationId xmlns:a16="http://schemas.microsoft.com/office/drawing/2014/main" id="{3F0BA48D-37CA-C1B5-A37F-16FA01EE1424}"/>
                </a:ext>
              </a:extLst>
            </p:cNvPr>
            <p:cNvSpPr>
              <a:spLocks noChangeArrowheads="1"/>
            </p:cNvSpPr>
            <p:nvPr/>
          </p:nvSpPr>
          <p:spPr bwMode="auto">
            <a:xfrm>
              <a:off x="1919288" y="963613"/>
              <a:ext cx="98425" cy="139700"/>
            </a:xfrm>
            <a:custGeom>
              <a:avLst/>
              <a:gdLst>
                <a:gd name="T0" fmla="*/ 273 w 274"/>
                <a:gd name="T1" fmla="*/ 366 h 388"/>
                <a:gd name="T2" fmla="*/ 273 w 274"/>
                <a:gd name="T3" fmla="*/ 366 h 388"/>
                <a:gd name="T4" fmla="*/ 273 w 274"/>
                <a:gd name="T5" fmla="*/ 333 h 388"/>
                <a:gd name="T6" fmla="*/ 178 w 274"/>
                <a:gd name="T7" fmla="*/ 355 h 388"/>
                <a:gd name="T8" fmla="*/ 117 w 274"/>
                <a:gd name="T9" fmla="*/ 343 h 388"/>
                <a:gd name="T10" fmla="*/ 72 w 274"/>
                <a:gd name="T11" fmla="*/ 309 h 388"/>
                <a:gd name="T12" fmla="*/ 45 w 274"/>
                <a:gd name="T13" fmla="*/ 259 h 388"/>
                <a:gd name="T14" fmla="*/ 36 w 274"/>
                <a:gd name="T15" fmla="*/ 198 h 388"/>
                <a:gd name="T16" fmla="*/ 46 w 274"/>
                <a:gd name="T17" fmla="*/ 131 h 388"/>
                <a:gd name="T18" fmla="*/ 75 w 274"/>
                <a:gd name="T19" fmla="*/ 78 h 388"/>
                <a:gd name="T20" fmla="*/ 123 w 274"/>
                <a:gd name="T21" fmla="*/ 43 h 388"/>
                <a:gd name="T22" fmla="*/ 188 w 274"/>
                <a:gd name="T23" fmla="*/ 30 h 388"/>
                <a:gd name="T24" fmla="*/ 273 w 274"/>
                <a:gd name="T25" fmla="*/ 51 h 388"/>
                <a:gd name="T26" fmla="*/ 273 w 274"/>
                <a:gd name="T27" fmla="*/ 14 h 388"/>
                <a:gd name="T28" fmla="*/ 188 w 274"/>
                <a:gd name="T29" fmla="*/ 0 h 388"/>
                <a:gd name="T30" fmla="*/ 110 w 274"/>
                <a:gd name="T31" fmla="*/ 15 h 388"/>
                <a:gd name="T32" fmla="*/ 50 w 274"/>
                <a:gd name="T33" fmla="*/ 57 h 388"/>
                <a:gd name="T34" fmla="*/ 13 w 274"/>
                <a:gd name="T35" fmla="*/ 121 h 388"/>
                <a:gd name="T36" fmla="*/ 0 w 274"/>
                <a:gd name="T37" fmla="*/ 200 h 388"/>
                <a:gd name="T38" fmla="*/ 13 w 274"/>
                <a:gd name="T39" fmla="*/ 274 h 388"/>
                <a:gd name="T40" fmla="*/ 47 w 274"/>
                <a:gd name="T41" fmla="*/ 334 h 388"/>
                <a:gd name="T42" fmla="*/ 103 w 274"/>
                <a:gd name="T43" fmla="*/ 373 h 388"/>
                <a:gd name="T44" fmla="*/ 174 w 274"/>
                <a:gd name="T45" fmla="*/ 387 h 388"/>
                <a:gd name="T46" fmla="*/ 273 w 274"/>
                <a:gd name="T47" fmla="*/ 366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8">
                  <a:moveTo>
                    <a:pt x="273" y="366"/>
                  </a:moveTo>
                  <a:lnTo>
                    <a:pt x="273" y="366"/>
                  </a:lnTo>
                  <a:cubicBezTo>
                    <a:pt x="273" y="333"/>
                    <a:pt x="273" y="333"/>
                    <a:pt x="273" y="333"/>
                  </a:cubicBezTo>
                  <a:cubicBezTo>
                    <a:pt x="247" y="348"/>
                    <a:pt x="215" y="355"/>
                    <a:pt x="178" y="355"/>
                  </a:cubicBezTo>
                  <a:cubicBezTo>
                    <a:pt x="155" y="355"/>
                    <a:pt x="135" y="351"/>
                    <a:pt x="117" y="343"/>
                  </a:cubicBezTo>
                  <a:cubicBezTo>
                    <a:pt x="99" y="334"/>
                    <a:pt x="84" y="323"/>
                    <a:pt x="72" y="309"/>
                  </a:cubicBezTo>
                  <a:cubicBezTo>
                    <a:pt x="60" y="294"/>
                    <a:pt x="52" y="277"/>
                    <a:pt x="45" y="259"/>
                  </a:cubicBezTo>
                  <a:cubicBezTo>
                    <a:pt x="39" y="239"/>
                    <a:pt x="36" y="219"/>
                    <a:pt x="36" y="198"/>
                  </a:cubicBezTo>
                  <a:cubicBezTo>
                    <a:pt x="36" y="174"/>
                    <a:pt x="39" y="152"/>
                    <a:pt x="46" y="131"/>
                  </a:cubicBezTo>
                  <a:cubicBezTo>
                    <a:pt x="53" y="111"/>
                    <a:pt x="63" y="93"/>
                    <a:pt x="75" y="78"/>
                  </a:cubicBezTo>
                  <a:cubicBezTo>
                    <a:pt x="89" y="64"/>
                    <a:pt x="105" y="51"/>
                    <a:pt x="123" y="43"/>
                  </a:cubicBezTo>
                  <a:cubicBezTo>
                    <a:pt x="142" y="35"/>
                    <a:pt x="163" y="30"/>
                    <a:pt x="188" y="30"/>
                  </a:cubicBezTo>
                  <a:cubicBezTo>
                    <a:pt x="219" y="30"/>
                    <a:pt x="247" y="37"/>
                    <a:pt x="273" y="51"/>
                  </a:cubicBezTo>
                  <a:cubicBezTo>
                    <a:pt x="273" y="14"/>
                    <a:pt x="273" y="14"/>
                    <a:pt x="273" y="14"/>
                  </a:cubicBezTo>
                  <a:cubicBezTo>
                    <a:pt x="248" y="4"/>
                    <a:pt x="220" y="0"/>
                    <a:pt x="188" y="0"/>
                  </a:cubicBezTo>
                  <a:cubicBezTo>
                    <a:pt x="159" y="0"/>
                    <a:pt x="134" y="4"/>
                    <a:pt x="110" y="15"/>
                  </a:cubicBezTo>
                  <a:cubicBezTo>
                    <a:pt x="86" y="25"/>
                    <a:pt x="67" y="39"/>
                    <a:pt x="50" y="57"/>
                  </a:cubicBezTo>
                  <a:cubicBezTo>
                    <a:pt x="35" y="75"/>
                    <a:pt x="22" y="96"/>
                    <a:pt x="13" y="121"/>
                  </a:cubicBezTo>
                  <a:cubicBezTo>
                    <a:pt x="4" y="145"/>
                    <a:pt x="0" y="171"/>
                    <a:pt x="0" y="200"/>
                  </a:cubicBezTo>
                  <a:cubicBezTo>
                    <a:pt x="0" y="227"/>
                    <a:pt x="4" y="252"/>
                    <a:pt x="13" y="274"/>
                  </a:cubicBezTo>
                  <a:cubicBezTo>
                    <a:pt x="21" y="298"/>
                    <a:pt x="32" y="318"/>
                    <a:pt x="47" y="334"/>
                  </a:cubicBezTo>
                  <a:cubicBezTo>
                    <a:pt x="63" y="351"/>
                    <a:pt x="81" y="364"/>
                    <a:pt x="103" y="373"/>
                  </a:cubicBezTo>
                  <a:cubicBezTo>
                    <a:pt x="124" y="382"/>
                    <a:pt x="148" y="387"/>
                    <a:pt x="174" y="387"/>
                  </a:cubicBezTo>
                  <a:cubicBezTo>
                    <a:pt x="212" y="387"/>
                    <a:pt x="245" y="380"/>
                    <a:pt x="273" y="36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1">
              <a:extLst>
                <a:ext uri="{FF2B5EF4-FFF2-40B4-BE49-F238E27FC236}">
                  <a16:creationId xmlns:a16="http://schemas.microsoft.com/office/drawing/2014/main" id="{244F5F83-F36C-6B80-8C21-5BE3CB7A4C21}"/>
                </a:ext>
              </a:extLst>
            </p:cNvPr>
            <p:cNvSpPr>
              <a:spLocks noChangeArrowheads="1"/>
            </p:cNvSpPr>
            <p:nvPr/>
          </p:nvSpPr>
          <p:spPr bwMode="auto">
            <a:xfrm>
              <a:off x="2036763" y="963613"/>
              <a:ext cx="127000" cy="139700"/>
            </a:xfrm>
            <a:custGeom>
              <a:avLst/>
              <a:gdLst>
                <a:gd name="T0" fmla="*/ 47 w 354"/>
                <a:gd name="T1" fmla="*/ 332 h 388"/>
                <a:gd name="T2" fmla="*/ 47 w 354"/>
                <a:gd name="T3" fmla="*/ 332 h 388"/>
                <a:gd name="T4" fmla="*/ 102 w 354"/>
                <a:gd name="T5" fmla="*/ 372 h 388"/>
                <a:gd name="T6" fmla="*/ 174 w 354"/>
                <a:gd name="T7" fmla="*/ 387 h 388"/>
                <a:gd name="T8" fmla="*/ 251 w 354"/>
                <a:gd name="T9" fmla="*/ 372 h 388"/>
                <a:gd name="T10" fmla="*/ 307 w 354"/>
                <a:gd name="T11" fmla="*/ 330 h 388"/>
                <a:gd name="T12" fmla="*/ 340 w 354"/>
                <a:gd name="T13" fmla="*/ 266 h 388"/>
                <a:gd name="T14" fmla="*/ 353 w 354"/>
                <a:gd name="T15" fmla="*/ 188 h 388"/>
                <a:gd name="T16" fmla="*/ 340 w 354"/>
                <a:gd name="T17" fmla="*/ 113 h 388"/>
                <a:gd name="T18" fmla="*/ 307 w 354"/>
                <a:gd name="T19" fmla="*/ 53 h 388"/>
                <a:gd name="T20" fmla="*/ 252 w 354"/>
                <a:gd name="T21" fmla="*/ 14 h 388"/>
                <a:gd name="T22" fmla="*/ 181 w 354"/>
                <a:gd name="T23" fmla="*/ 0 h 388"/>
                <a:gd name="T24" fmla="*/ 104 w 354"/>
                <a:gd name="T25" fmla="*/ 14 h 388"/>
                <a:gd name="T26" fmla="*/ 47 w 354"/>
                <a:gd name="T27" fmla="*/ 54 h 388"/>
                <a:gd name="T28" fmla="*/ 12 w 354"/>
                <a:gd name="T29" fmla="*/ 117 h 388"/>
                <a:gd name="T30" fmla="*/ 0 w 354"/>
                <a:gd name="T31" fmla="*/ 198 h 388"/>
                <a:gd name="T32" fmla="*/ 12 w 354"/>
                <a:gd name="T33" fmla="*/ 272 h 388"/>
                <a:gd name="T34" fmla="*/ 47 w 354"/>
                <a:gd name="T35" fmla="*/ 332 h 388"/>
                <a:gd name="T36" fmla="*/ 46 w 354"/>
                <a:gd name="T37" fmla="*/ 131 h 388"/>
                <a:gd name="T38" fmla="*/ 46 w 354"/>
                <a:gd name="T39" fmla="*/ 131 h 388"/>
                <a:gd name="T40" fmla="*/ 72 w 354"/>
                <a:gd name="T41" fmla="*/ 79 h 388"/>
                <a:gd name="T42" fmla="*/ 117 w 354"/>
                <a:gd name="T43" fmla="*/ 44 h 388"/>
                <a:gd name="T44" fmla="*/ 177 w 354"/>
                <a:gd name="T45" fmla="*/ 30 h 388"/>
                <a:gd name="T46" fmla="*/ 240 w 354"/>
                <a:gd name="T47" fmla="*/ 44 h 388"/>
                <a:gd name="T48" fmla="*/ 283 w 354"/>
                <a:gd name="T49" fmla="*/ 79 h 388"/>
                <a:gd name="T50" fmla="*/ 308 w 354"/>
                <a:gd name="T51" fmla="*/ 131 h 388"/>
                <a:gd name="T52" fmla="*/ 316 w 354"/>
                <a:gd name="T53" fmla="*/ 193 h 388"/>
                <a:gd name="T54" fmla="*/ 307 w 354"/>
                <a:gd name="T55" fmla="*/ 258 h 388"/>
                <a:gd name="T56" fmla="*/ 280 w 354"/>
                <a:gd name="T57" fmla="*/ 309 h 388"/>
                <a:gd name="T58" fmla="*/ 236 w 354"/>
                <a:gd name="T59" fmla="*/ 343 h 388"/>
                <a:gd name="T60" fmla="*/ 174 w 354"/>
                <a:gd name="T61" fmla="*/ 355 h 388"/>
                <a:gd name="T62" fmla="*/ 113 w 354"/>
                <a:gd name="T63" fmla="*/ 341 h 388"/>
                <a:gd name="T64" fmla="*/ 70 w 354"/>
                <a:gd name="T65" fmla="*/ 306 h 388"/>
                <a:gd name="T66" fmla="*/ 45 w 354"/>
                <a:gd name="T67" fmla="*/ 255 h 388"/>
                <a:gd name="T68" fmla="*/ 36 w 354"/>
                <a:gd name="T69" fmla="*/ 193 h 388"/>
                <a:gd name="T70" fmla="*/ 46 w 354"/>
                <a:gd name="T71" fmla="*/ 13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47" y="332"/>
                  </a:moveTo>
                  <a:lnTo>
                    <a:pt x="47" y="332"/>
                  </a:lnTo>
                  <a:cubicBezTo>
                    <a:pt x="61" y="348"/>
                    <a:pt x="79" y="362"/>
                    <a:pt x="102" y="372"/>
                  </a:cubicBezTo>
                  <a:cubicBezTo>
                    <a:pt x="123" y="382"/>
                    <a:pt x="148" y="387"/>
                    <a:pt x="174" y="387"/>
                  </a:cubicBezTo>
                  <a:cubicBezTo>
                    <a:pt x="204" y="387"/>
                    <a:pt x="229" y="382"/>
                    <a:pt x="251" y="372"/>
                  </a:cubicBezTo>
                  <a:cubicBezTo>
                    <a:pt x="273" y="362"/>
                    <a:pt x="291" y="348"/>
                    <a:pt x="307" y="330"/>
                  </a:cubicBezTo>
                  <a:cubicBezTo>
                    <a:pt x="322" y="312"/>
                    <a:pt x="333" y="291"/>
                    <a:pt x="340" y="266"/>
                  </a:cubicBezTo>
                  <a:cubicBezTo>
                    <a:pt x="349" y="242"/>
                    <a:pt x="353" y="216"/>
                    <a:pt x="353" y="188"/>
                  </a:cubicBezTo>
                  <a:cubicBezTo>
                    <a:pt x="353" y="160"/>
                    <a:pt x="349" y="135"/>
                    <a:pt x="340" y="113"/>
                  </a:cubicBezTo>
                  <a:cubicBezTo>
                    <a:pt x="333" y="89"/>
                    <a:pt x="321" y="69"/>
                    <a:pt x="307" y="53"/>
                  </a:cubicBezTo>
                  <a:cubicBezTo>
                    <a:pt x="291" y="36"/>
                    <a:pt x="273" y="23"/>
                    <a:pt x="252" y="14"/>
                  </a:cubicBezTo>
                  <a:cubicBezTo>
                    <a:pt x="231" y="4"/>
                    <a:pt x="208" y="0"/>
                    <a:pt x="181" y="0"/>
                  </a:cubicBezTo>
                  <a:cubicBezTo>
                    <a:pt x="152" y="0"/>
                    <a:pt x="127" y="4"/>
                    <a:pt x="104" y="14"/>
                  </a:cubicBezTo>
                  <a:cubicBezTo>
                    <a:pt x="82" y="23"/>
                    <a:pt x="63" y="37"/>
                    <a:pt x="47" y="54"/>
                  </a:cubicBezTo>
                  <a:cubicBezTo>
                    <a:pt x="32" y="71"/>
                    <a:pt x="19" y="92"/>
                    <a:pt x="12" y="117"/>
                  </a:cubicBezTo>
                  <a:cubicBezTo>
                    <a:pt x="4" y="141"/>
                    <a:pt x="0" y="168"/>
                    <a:pt x="0" y="198"/>
                  </a:cubicBezTo>
                  <a:cubicBezTo>
                    <a:pt x="0" y="224"/>
                    <a:pt x="4" y="248"/>
                    <a:pt x="12" y="272"/>
                  </a:cubicBezTo>
                  <a:cubicBezTo>
                    <a:pt x="19" y="294"/>
                    <a:pt x="32" y="315"/>
                    <a:pt x="47" y="332"/>
                  </a:cubicBezTo>
                  <a:close/>
                  <a:moveTo>
                    <a:pt x="46" y="131"/>
                  </a:moveTo>
                  <a:lnTo>
                    <a:pt x="46" y="131"/>
                  </a:lnTo>
                  <a:cubicBezTo>
                    <a:pt x="52" y="111"/>
                    <a:pt x="61" y="93"/>
                    <a:pt x="72" y="79"/>
                  </a:cubicBezTo>
                  <a:cubicBezTo>
                    <a:pt x="85" y="64"/>
                    <a:pt x="100" y="53"/>
                    <a:pt x="117" y="44"/>
                  </a:cubicBezTo>
                  <a:cubicBezTo>
                    <a:pt x="135" y="35"/>
                    <a:pt x="155" y="30"/>
                    <a:pt x="177" y="30"/>
                  </a:cubicBezTo>
                  <a:cubicBezTo>
                    <a:pt x="202" y="30"/>
                    <a:pt x="223" y="35"/>
                    <a:pt x="240" y="44"/>
                  </a:cubicBezTo>
                  <a:cubicBezTo>
                    <a:pt x="258" y="53"/>
                    <a:pt x="272" y="64"/>
                    <a:pt x="283" y="79"/>
                  </a:cubicBezTo>
                  <a:cubicBezTo>
                    <a:pt x="294" y="93"/>
                    <a:pt x="303" y="111"/>
                    <a:pt x="308" y="131"/>
                  </a:cubicBezTo>
                  <a:cubicBezTo>
                    <a:pt x="314" y="150"/>
                    <a:pt x="316" y="171"/>
                    <a:pt x="316" y="193"/>
                  </a:cubicBezTo>
                  <a:cubicBezTo>
                    <a:pt x="316" y="216"/>
                    <a:pt x="314" y="238"/>
                    <a:pt x="307" y="258"/>
                  </a:cubicBezTo>
                  <a:cubicBezTo>
                    <a:pt x="301" y="277"/>
                    <a:pt x="293" y="295"/>
                    <a:pt x="280" y="309"/>
                  </a:cubicBezTo>
                  <a:cubicBezTo>
                    <a:pt x="269" y="323"/>
                    <a:pt x="254" y="334"/>
                    <a:pt x="236" y="343"/>
                  </a:cubicBezTo>
                  <a:cubicBezTo>
                    <a:pt x="219" y="351"/>
                    <a:pt x="198" y="355"/>
                    <a:pt x="174" y="355"/>
                  </a:cubicBezTo>
                  <a:cubicBezTo>
                    <a:pt x="151" y="355"/>
                    <a:pt x="131" y="351"/>
                    <a:pt x="113" y="341"/>
                  </a:cubicBezTo>
                  <a:cubicBezTo>
                    <a:pt x="96" y="333"/>
                    <a:pt x="81" y="320"/>
                    <a:pt x="70" y="306"/>
                  </a:cubicBezTo>
                  <a:cubicBezTo>
                    <a:pt x="58" y="291"/>
                    <a:pt x="50" y="274"/>
                    <a:pt x="45" y="255"/>
                  </a:cubicBezTo>
                  <a:cubicBezTo>
                    <a:pt x="39" y="235"/>
                    <a:pt x="36" y="214"/>
                    <a:pt x="36" y="193"/>
                  </a:cubicBezTo>
                  <a:cubicBezTo>
                    <a:pt x="36" y="171"/>
                    <a:pt x="39" y="150"/>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2">
              <a:extLst>
                <a:ext uri="{FF2B5EF4-FFF2-40B4-BE49-F238E27FC236}">
                  <a16:creationId xmlns:a16="http://schemas.microsoft.com/office/drawing/2014/main" id="{726F816C-2E1A-AC37-FC1C-AFC30F679531}"/>
                </a:ext>
              </a:extLst>
            </p:cNvPr>
            <p:cNvSpPr>
              <a:spLocks noChangeArrowheads="1"/>
            </p:cNvSpPr>
            <p:nvPr/>
          </p:nvSpPr>
          <p:spPr bwMode="auto">
            <a:xfrm>
              <a:off x="2190750" y="965200"/>
              <a:ext cx="106363" cy="134938"/>
            </a:xfrm>
            <a:custGeom>
              <a:avLst/>
              <a:gdLst>
                <a:gd name="T0" fmla="*/ 35 w 294"/>
                <a:gd name="T1" fmla="*/ 85 h 376"/>
                <a:gd name="T2" fmla="*/ 35 w 294"/>
                <a:gd name="T3" fmla="*/ 85 h 376"/>
                <a:gd name="T4" fmla="*/ 34 w 294"/>
                <a:gd name="T5" fmla="*/ 64 h 376"/>
                <a:gd name="T6" fmla="*/ 34 w 294"/>
                <a:gd name="T7" fmla="*/ 50 h 376"/>
                <a:gd name="T8" fmla="*/ 35 w 294"/>
                <a:gd name="T9" fmla="*/ 50 h 376"/>
                <a:gd name="T10" fmla="*/ 41 w 294"/>
                <a:gd name="T11" fmla="*/ 63 h 376"/>
                <a:gd name="T12" fmla="*/ 47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7 h 376"/>
                <a:gd name="T34" fmla="*/ 38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4" y="70"/>
                    <a:pt x="34" y="64"/>
                  </a:cubicBezTo>
                  <a:cubicBezTo>
                    <a:pt x="34" y="59"/>
                    <a:pt x="34" y="55"/>
                    <a:pt x="34" y="50"/>
                  </a:cubicBezTo>
                  <a:cubicBezTo>
                    <a:pt x="35" y="50"/>
                    <a:pt x="35" y="50"/>
                    <a:pt x="35" y="50"/>
                  </a:cubicBezTo>
                  <a:cubicBezTo>
                    <a:pt x="36" y="55"/>
                    <a:pt x="38" y="59"/>
                    <a:pt x="41" y="63"/>
                  </a:cubicBezTo>
                  <a:cubicBezTo>
                    <a:pt x="43" y="67"/>
                    <a:pt x="46" y="70"/>
                    <a:pt x="47"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8"/>
                    <a:pt x="258" y="296"/>
                    <a:pt x="258" y="303"/>
                  </a:cubicBezTo>
                  <a:cubicBezTo>
                    <a:pt x="258" y="310"/>
                    <a:pt x="258" y="317"/>
                    <a:pt x="259"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3">
              <a:extLst>
                <a:ext uri="{FF2B5EF4-FFF2-40B4-BE49-F238E27FC236}">
                  <a16:creationId xmlns:a16="http://schemas.microsoft.com/office/drawing/2014/main" id="{1B858D85-E396-763E-6AE0-DE048B5E0987}"/>
                </a:ext>
              </a:extLst>
            </p:cNvPr>
            <p:cNvSpPr>
              <a:spLocks noChangeArrowheads="1"/>
            </p:cNvSpPr>
            <p:nvPr/>
          </p:nvSpPr>
          <p:spPr bwMode="auto">
            <a:xfrm>
              <a:off x="2325688" y="963613"/>
              <a:ext cx="76200" cy="139700"/>
            </a:xfrm>
            <a:custGeom>
              <a:avLst/>
              <a:gdLst>
                <a:gd name="T0" fmla="*/ 190 w 213"/>
                <a:gd name="T1" fmla="*/ 228 h 387"/>
                <a:gd name="T2" fmla="*/ 190 w 213"/>
                <a:gd name="T3" fmla="*/ 228 h 387"/>
                <a:gd name="T4" fmla="*/ 161 w 213"/>
                <a:gd name="T5" fmla="*/ 203 h 387"/>
                <a:gd name="T6" fmla="*/ 119 w 213"/>
                <a:gd name="T7" fmla="*/ 178 h 387"/>
                <a:gd name="T8" fmla="*/ 81 w 213"/>
                <a:gd name="T9" fmla="*/ 157 h 387"/>
                <a:gd name="T10" fmla="*/ 56 w 213"/>
                <a:gd name="T11" fmla="*/ 139 h 387"/>
                <a:gd name="T12" fmla="*/ 42 w 213"/>
                <a:gd name="T13" fmla="*/ 118 h 387"/>
                <a:gd name="T14" fmla="*/ 38 w 213"/>
                <a:gd name="T15" fmla="*/ 93 h 387"/>
                <a:gd name="T16" fmla="*/ 43 w 213"/>
                <a:gd name="T17" fmla="*/ 67 h 387"/>
                <a:gd name="T18" fmla="*/ 62 w 213"/>
                <a:gd name="T19" fmla="*/ 47 h 387"/>
                <a:gd name="T20" fmla="*/ 88 w 213"/>
                <a:gd name="T21" fmla="*/ 35 h 387"/>
                <a:gd name="T22" fmla="*/ 119 w 213"/>
                <a:gd name="T23" fmla="*/ 30 h 387"/>
                <a:gd name="T24" fmla="*/ 197 w 213"/>
                <a:gd name="T25" fmla="*/ 50 h 387"/>
                <a:gd name="T26" fmla="*/ 197 w 213"/>
                <a:gd name="T27" fmla="*/ 11 h 387"/>
                <a:gd name="T28" fmla="*/ 123 w 213"/>
                <a:gd name="T29" fmla="*/ 0 h 387"/>
                <a:gd name="T30" fmla="*/ 76 w 213"/>
                <a:gd name="T31" fmla="*/ 5 h 387"/>
                <a:gd name="T32" fmla="*/ 36 w 213"/>
                <a:gd name="T33" fmla="*/ 25 h 387"/>
                <a:gd name="T34" fmla="*/ 11 w 213"/>
                <a:gd name="T35" fmla="*/ 55 h 387"/>
                <a:gd name="T36" fmla="*/ 2 w 213"/>
                <a:gd name="T37" fmla="*/ 97 h 387"/>
                <a:gd name="T38" fmla="*/ 6 w 213"/>
                <a:gd name="T39" fmla="*/ 129 h 387"/>
                <a:gd name="T40" fmla="*/ 23 w 213"/>
                <a:gd name="T41" fmla="*/ 156 h 387"/>
                <a:gd name="T42" fmla="*/ 50 w 213"/>
                <a:gd name="T43" fmla="*/ 180 h 387"/>
                <a:gd name="T44" fmla="*/ 91 w 213"/>
                <a:gd name="T45" fmla="*/ 203 h 387"/>
                <a:gd name="T46" fmla="*/ 129 w 213"/>
                <a:gd name="T47" fmla="*/ 226 h 387"/>
                <a:gd name="T48" fmla="*/ 155 w 213"/>
                <a:gd name="T49" fmla="*/ 245 h 387"/>
                <a:gd name="T50" fmla="*/ 170 w 213"/>
                <a:gd name="T51" fmla="*/ 266 h 387"/>
                <a:gd name="T52" fmla="*/ 176 w 213"/>
                <a:gd name="T53" fmla="*/ 291 h 387"/>
                <a:gd name="T54" fmla="*/ 155 w 213"/>
                <a:gd name="T55" fmla="*/ 339 h 387"/>
                <a:gd name="T56" fmla="*/ 91 w 213"/>
                <a:gd name="T57" fmla="*/ 355 h 387"/>
                <a:gd name="T58" fmla="*/ 69 w 213"/>
                <a:gd name="T59" fmla="*/ 354 h 387"/>
                <a:gd name="T60" fmla="*/ 43 w 213"/>
                <a:gd name="T61" fmla="*/ 347 h 387"/>
                <a:gd name="T62" fmla="*/ 21 w 213"/>
                <a:gd name="T63" fmla="*/ 339 h 387"/>
                <a:gd name="T64" fmla="*/ 0 w 213"/>
                <a:gd name="T65" fmla="*/ 326 h 387"/>
                <a:gd name="T66" fmla="*/ 0 w 213"/>
                <a:gd name="T67" fmla="*/ 366 h 387"/>
                <a:gd name="T68" fmla="*/ 18 w 213"/>
                <a:gd name="T69" fmla="*/ 375 h 387"/>
                <a:gd name="T70" fmla="*/ 42 w 213"/>
                <a:gd name="T71" fmla="*/ 380 h 387"/>
                <a:gd name="T72" fmla="*/ 67 w 213"/>
                <a:gd name="T73" fmla="*/ 385 h 387"/>
                <a:gd name="T74" fmla="*/ 88 w 213"/>
                <a:gd name="T75" fmla="*/ 386 h 387"/>
                <a:gd name="T76" fmla="*/ 138 w 213"/>
                <a:gd name="T77" fmla="*/ 380 h 387"/>
                <a:gd name="T78" fmla="*/ 177 w 213"/>
                <a:gd name="T79" fmla="*/ 362 h 387"/>
                <a:gd name="T80" fmla="*/ 204 w 213"/>
                <a:gd name="T81" fmla="*/ 330 h 387"/>
                <a:gd name="T82" fmla="*/ 212 w 213"/>
                <a:gd name="T83" fmla="*/ 287 h 387"/>
                <a:gd name="T84" fmla="*/ 207 w 213"/>
                <a:gd name="T85" fmla="*/ 255 h 387"/>
                <a:gd name="T86" fmla="*/ 190 w 213"/>
                <a:gd name="T87" fmla="*/ 228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190" y="228"/>
                  </a:moveTo>
                  <a:lnTo>
                    <a:pt x="190" y="228"/>
                  </a:lnTo>
                  <a:cubicBezTo>
                    <a:pt x="182" y="219"/>
                    <a:pt x="172" y="210"/>
                    <a:pt x="161" y="203"/>
                  </a:cubicBezTo>
                  <a:cubicBezTo>
                    <a:pt x="148" y="195"/>
                    <a:pt x="134" y="187"/>
                    <a:pt x="119" y="178"/>
                  </a:cubicBezTo>
                  <a:cubicBezTo>
                    <a:pt x="103" y="170"/>
                    <a:pt x="91" y="163"/>
                    <a:pt x="81" y="157"/>
                  </a:cubicBezTo>
                  <a:cubicBezTo>
                    <a:pt x="70" y="150"/>
                    <a:pt x="62" y="145"/>
                    <a:pt x="56" y="139"/>
                  </a:cubicBezTo>
                  <a:cubicBezTo>
                    <a:pt x="49" y="132"/>
                    <a:pt x="45" y="125"/>
                    <a:pt x="42" y="118"/>
                  </a:cubicBezTo>
                  <a:cubicBezTo>
                    <a:pt x="39" y="111"/>
                    <a:pt x="38" y="103"/>
                    <a:pt x="38" y="93"/>
                  </a:cubicBezTo>
                  <a:cubicBezTo>
                    <a:pt x="38" y="83"/>
                    <a:pt x="39" y="74"/>
                    <a:pt x="43" y="67"/>
                  </a:cubicBezTo>
                  <a:cubicBezTo>
                    <a:pt x="49" y="58"/>
                    <a:pt x="55" y="51"/>
                    <a:pt x="62" y="47"/>
                  </a:cubicBezTo>
                  <a:cubicBezTo>
                    <a:pt x="69" y="41"/>
                    <a:pt x="78" y="37"/>
                    <a:pt x="88" y="35"/>
                  </a:cubicBezTo>
                  <a:cubicBezTo>
                    <a:pt x="98" y="32"/>
                    <a:pt x="108" y="30"/>
                    <a:pt x="119" y="30"/>
                  </a:cubicBezTo>
                  <a:cubicBezTo>
                    <a:pt x="149" y="30"/>
                    <a:pt x="175" y="37"/>
                    <a:pt x="197" y="50"/>
                  </a:cubicBezTo>
                  <a:cubicBezTo>
                    <a:pt x="197" y="11"/>
                    <a:pt x="197" y="11"/>
                    <a:pt x="197" y="11"/>
                  </a:cubicBezTo>
                  <a:cubicBezTo>
                    <a:pt x="177" y="4"/>
                    <a:pt x="152" y="0"/>
                    <a:pt x="123" y="0"/>
                  </a:cubicBezTo>
                  <a:cubicBezTo>
                    <a:pt x="106" y="0"/>
                    <a:pt x="91" y="1"/>
                    <a:pt x="76" y="5"/>
                  </a:cubicBezTo>
                  <a:cubicBezTo>
                    <a:pt x="62" y="11"/>
                    <a:pt x="48" y="16"/>
                    <a:pt x="36" y="25"/>
                  </a:cubicBezTo>
                  <a:cubicBezTo>
                    <a:pt x="27" y="33"/>
                    <a:pt x="17" y="44"/>
                    <a:pt x="11" y="55"/>
                  </a:cubicBezTo>
                  <a:cubicBezTo>
                    <a:pt x="4" y="68"/>
                    <a:pt x="2" y="82"/>
                    <a:pt x="2" y="97"/>
                  </a:cubicBezTo>
                  <a:cubicBezTo>
                    <a:pt x="2" y="108"/>
                    <a:pt x="3" y="120"/>
                    <a:pt x="6" y="129"/>
                  </a:cubicBezTo>
                  <a:cubicBezTo>
                    <a:pt x="10" y="139"/>
                    <a:pt x="16" y="147"/>
                    <a:pt x="23" y="156"/>
                  </a:cubicBezTo>
                  <a:cubicBezTo>
                    <a:pt x="30" y="163"/>
                    <a:pt x="39" y="171"/>
                    <a:pt x="50" y="180"/>
                  </a:cubicBezTo>
                  <a:cubicBezTo>
                    <a:pt x="62" y="187"/>
                    <a:pt x="76" y="195"/>
                    <a:pt x="91" y="203"/>
                  </a:cubicBezTo>
                  <a:cubicBezTo>
                    <a:pt x="106" y="212"/>
                    <a:pt x="119" y="219"/>
                    <a:pt x="129" y="226"/>
                  </a:cubicBezTo>
                  <a:cubicBezTo>
                    <a:pt x="140" y="231"/>
                    <a:pt x="148" y="238"/>
                    <a:pt x="155" y="245"/>
                  </a:cubicBezTo>
                  <a:cubicBezTo>
                    <a:pt x="162" y="251"/>
                    <a:pt x="168" y="258"/>
                    <a:pt x="170" y="266"/>
                  </a:cubicBezTo>
                  <a:cubicBezTo>
                    <a:pt x="175" y="273"/>
                    <a:pt x="176" y="281"/>
                    <a:pt x="176" y="291"/>
                  </a:cubicBezTo>
                  <a:cubicBezTo>
                    <a:pt x="176" y="312"/>
                    <a:pt x="169" y="327"/>
                    <a:pt x="155" y="339"/>
                  </a:cubicBezTo>
                  <a:cubicBezTo>
                    <a:pt x="141" y="350"/>
                    <a:pt x="119" y="355"/>
                    <a:pt x="91" y="355"/>
                  </a:cubicBezTo>
                  <a:cubicBezTo>
                    <a:pt x="84" y="355"/>
                    <a:pt x="76" y="354"/>
                    <a:pt x="69" y="354"/>
                  </a:cubicBezTo>
                  <a:cubicBezTo>
                    <a:pt x="60" y="352"/>
                    <a:pt x="52" y="350"/>
                    <a:pt x="43" y="347"/>
                  </a:cubicBezTo>
                  <a:cubicBezTo>
                    <a:pt x="36" y="345"/>
                    <a:pt x="28" y="341"/>
                    <a:pt x="21" y="339"/>
                  </a:cubicBezTo>
                  <a:cubicBezTo>
                    <a:pt x="13" y="334"/>
                    <a:pt x="6" y="330"/>
                    <a:pt x="0" y="326"/>
                  </a:cubicBezTo>
                  <a:cubicBezTo>
                    <a:pt x="0" y="366"/>
                    <a:pt x="0" y="366"/>
                    <a:pt x="0" y="366"/>
                  </a:cubicBezTo>
                  <a:cubicBezTo>
                    <a:pt x="4" y="369"/>
                    <a:pt x="11" y="372"/>
                    <a:pt x="18" y="375"/>
                  </a:cubicBezTo>
                  <a:cubicBezTo>
                    <a:pt x="27" y="378"/>
                    <a:pt x="34" y="379"/>
                    <a:pt x="42" y="380"/>
                  </a:cubicBezTo>
                  <a:cubicBezTo>
                    <a:pt x="50" y="383"/>
                    <a:pt x="59" y="385"/>
                    <a:pt x="67" y="385"/>
                  </a:cubicBezTo>
                  <a:cubicBezTo>
                    <a:pt x="76" y="386"/>
                    <a:pt x="82" y="386"/>
                    <a:pt x="88" y="386"/>
                  </a:cubicBezTo>
                  <a:cubicBezTo>
                    <a:pt x="106" y="386"/>
                    <a:pt x="123" y="385"/>
                    <a:pt x="138" y="380"/>
                  </a:cubicBezTo>
                  <a:cubicBezTo>
                    <a:pt x="154" y="376"/>
                    <a:pt x="166" y="371"/>
                    <a:pt x="177" y="362"/>
                  </a:cubicBezTo>
                  <a:cubicBezTo>
                    <a:pt x="188" y="354"/>
                    <a:pt x="197" y="343"/>
                    <a:pt x="204" y="330"/>
                  </a:cubicBezTo>
                  <a:cubicBezTo>
                    <a:pt x="209" y="318"/>
                    <a:pt x="212" y="304"/>
                    <a:pt x="212" y="287"/>
                  </a:cubicBezTo>
                  <a:cubicBezTo>
                    <a:pt x="212" y="276"/>
                    <a:pt x="211" y="265"/>
                    <a:pt x="207" y="255"/>
                  </a:cubicBezTo>
                  <a:cubicBezTo>
                    <a:pt x="202" y="245"/>
                    <a:pt x="197" y="237"/>
                    <a:pt x="190" y="2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4">
            <a:extLst>
              <a:ext uri="{FF2B5EF4-FFF2-40B4-BE49-F238E27FC236}">
                <a16:creationId xmlns:a16="http://schemas.microsoft.com/office/drawing/2014/main" id="{C9C47760-54B9-338E-6A1D-6A193E107ACD}"/>
              </a:ext>
            </a:extLst>
          </p:cNvPr>
          <p:cNvSpPr>
            <a:spLocks noChangeArrowheads="1"/>
          </p:cNvSpPr>
          <p:nvPr/>
        </p:nvSpPr>
        <p:spPr bwMode="auto">
          <a:xfrm>
            <a:off x="2181894" y="1522314"/>
            <a:ext cx="236537" cy="257175"/>
          </a:xfrm>
          <a:custGeom>
            <a:avLst/>
            <a:gdLst>
              <a:gd name="T0" fmla="*/ 453 w 655"/>
              <a:gd name="T1" fmla="*/ 573 h 716"/>
              <a:gd name="T2" fmla="*/ 453 w 655"/>
              <a:gd name="T3" fmla="*/ 573 h 716"/>
              <a:gd name="T4" fmla="*/ 344 w 655"/>
              <a:gd name="T5" fmla="*/ 406 h 716"/>
              <a:gd name="T6" fmla="*/ 592 w 655"/>
              <a:gd name="T7" fmla="*/ 25 h 716"/>
              <a:gd name="T8" fmla="*/ 588 w 655"/>
              <a:gd name="T9" fmla="*/ 4 h 716"/>
              <a:gd name="T10" fmla="*/ 567 w 655"/>
              <a:gd name="T11" fmla="*/ 8 h 716"/>
              <a:gd name="T12" fmla="*/ 328 w 655"/>
              <a:gd name="T13" fmla="*/ 378 h 716"/>
              <a:gd name="T14" fmla="*/ 86 w 655"/>
              <a:gd name="T15" fmla="*/ 8 h 716"/>
              <a:gd name="T16" fmla="*/ 65 w 655"/>
              <a:gd name="T17" fmla="*/ 4 h 716"/>
              <a:gd name="T18" fmla="*/ 61 w 655"/>
              <a:gd name="T19" fmla="*/ 25 h 716"/>
              <a:gd name="T20" fmla="*/ 309 w 655"/>
              <a:gd name="T21" fmla="*/ 406 h 716"/>
              <a:gd name="T22" fmla="*/ 201 w 655"/>
              <a:gd name="T23" fmla="*/ 573 h 716"/>
              <a:gd name="T24" fmla="*/ 104 w 655"/>
              <a:gd name="T25" fmla="*/ 507 h 716"/>
              <a:gd name="T26" fmla="*/ 0 w 655"/>
              <a:gd name="T27" fmla="*/ 612 h 716"/>
              <a:gd name="T28" fmla="*/ 104 w 655"/>
              <a:gd name="T29" fmla="*/ 715 h 716"/>
              <a:gd name="T30" fmla="*/ 208 w 655"/>
              <a:gd name="T31" fmla="*/ 616 h 716"/>
              <a:gd name="T32" fmla="*/ 328 w 655"/>
              <a:gd name="T33" fmla="*/ 434 h 716"/>
              <a:gd name="T34" fmla="*/ 446 w 655"/>
              <a:gd name="T35" fmla="*/ 616 h 716"/>
              <a:gd name="T36" fmla="*/ 551 w 655"/>
              <a:gd name="T37" fmla="*/ 715 h 716"/>
              <a:gd name="T38" fmla="*/ 654 w 655"/>
              <a:gd name="T39" fmla="*/ 612 h 716"/>
              <a:gd name="T40" fmla="*/ 551 w 655"/>
              <a:gd name="T41" fmla="*/ 507 h 716"/>
              <a:gd name="T42" fmla="*/ 453 w 655"/>
              <a:gd name="T43" fmla="*/ 573 h 716"/>
              <a:gd name="T44" fmla="*/ 156 w 655"/>
              <a:gd name="T45" fmla="*/ 664 h 716"/>
              <a:gd name="T46" fmla="*/ 156 w 655"/>
              <a:gd name="T47" fmla="*/ 664 h 716"/>
              <a:gd name="T48" fmla="*/ 104 w 655"/>
              <a:gd name="T49" fmla="*/ 686 h 716"/>
              <a:gd name="T50" fmla="*/ 51 w 655"/>
              <a:gd name="T51" fmla="*/ 664 h 716"/>
              <a:gd name="T52" fmla="*/ 29 w 655"/>
              <a:gd name="T53" fmla="*/ 612 h 716"/>
              <a:gd name="T54" fmla="*/ 51 w 655"/>
              <a:gd name="T55" fmla="*/ 559 h 716"/>
              <a:gd name="T56" fmla="*/ 104 w 655"/>
              <a:gd name="T57" fmla="*/ 537 h 716"/>
              <a:gd name="T58" fmla="*/ 156 w 655"/>
              <a:gd name="T59" fmla="*/ 559 h 716"/>
              <a:gd name="T60" fmla="*/ 178 w 655"/>
              <a:gd name="T61" fmla="*/ 612 h 716"/>
              <a:gd name="T62" fmla="*/ 156 w 655"/>
              <a:gd name="T63" fmla="*/ 664 h 716"/>
              <a:gd name="T64" fmla="*/ 625 w 655"/>
              <a:gd name="T65" fmla="*/ 612 h 716"/>
              <a:gd name="T66" fmla="*/ 625 w 655"/>
              <a:gd name="T67" fmla="*/ 612 h 716"/>
              <a:gd name="T68" fmla="*/ 602 w 655"/>
              <a:gd name="T69" fmla="*/ 664 h 716"/>
              <a:gd name="T70" fmla="*/ 551 w 655"/>
              <a:gd name="T71" fmla="*/ 686 h 716"/>
              <a:gd name="T72" fmla="*/ 498 w 655"/>
              <a:gd name="T73" fmla="*/ 664 h 716"/>
              <a:gd name="T74" fmla="*/ 475 w 655"/>
              <a:gd name="T75" fmla="*/ 612 h 716"/>
              <a:gd name="T76" fmla="*/ 498 w 655"/>
              <a:gd name="T77" fmla="*/ 559 h 716"/>
              <a:gd name="T78" fmla="*/ 551 w 655"/>
              <a:gd name="T79" fmla="*/ 537 h 716"/>
              <a:gd name="T80" fmla="*/ 602 w 655"/>
              <a:gd name="T81" fmla="*/ 559 h 716"/>
              <a:gd name="T82" fmla="*/ 625 w 655"/>
              <a:gd name="T83" fmla="*/ 612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5" h="716">
                <a:moveTo>
                  <a:pt x="453" y="573"/>
                </a:moveTo>
                <a:lnTo>
                  <a:pt x="453" y="573"/>
                </a:lnTo>
                <a:cubicBezTo>
                  <a:pt x="344" y="406"/>
                  <a:pt x="344" y="406"/>
                  <a:pt x="344" y="406"/>
                </a:cubicBezTo>
                <a:cubicBezTo>
                  <a:pt x="592" y="25"/>
                  <a:pt x="592" y="25"/>
                  <a:pt x="592" y="25"/>
                </a:cubicBezTo>
                <a:cubicBezTo>
                  <a:pt x="597" y="18"/>
                  <a:pt x="595" y="8"/>
                  <a:pt x="588" y="4"/>
                </a:cubicBezTo>
                <a:cubicBezTo>
                  <a:pt x="581" y="0"/>
                  <a:pt x="572" y="1"/>
                  <a:pt x="567" y="8"/>
                </a:cubicBezTo>
                <a:cubicBezTo>
                  <a:pt x="328" y="378"/>
                  <a:pt x="328" y="378"/>
                  <a:pt x="328" y="378"/>
                </a:cubicBezTo>
                <a:cubicBezTo>
                  <a:pt x="86" y="8"/>
                  <a:pt x="86" y="8"/>
                  <a:pt x="86" y="8"/>
                </a:cubicBezTo>
                <a:cubicBezTo>
                  <a:pt x="82" y="1"/>
                  <a:pt x="72" y="0"/>
                  <a:pt x="65" y="4"/>
                </a:cubicBezTo>
                <a:cubicBezTo>
                  <a:pt x="60" y="8"/>
                  <a:pt x="57" y="18"/>
                  <a:pt x="61" y="25"/>
                </a:cubicBezTo>
                <a:cubicBezTo>
                  <a:pt x="309" y="406"/>
                  <a:pt x="309" y="406"/>
                  <a:pt x="309" y="406"/>
                </a:cubicBezTo>
                <a:cubicBezTo>
                  <a:pt x="201" y="573"/>
                  <a:pt x="201" y="573"/>
                  <a:pt x="201" y="573"/>
                </a:cubicBezTo>
                <a:cubicBezTo>
                  <a:pt x="185" y="534"/>
                  <a:pt x="148" y="507"/>
                  <a:pt x="104" y="507"/>
                </a:cubicBezTo>
                <a:cubicBezTo>
                  <a:pt x="46" y="507"/>
                  <a:pt x="0" y="553"/>
                  <a:pt x="0" y="612"/>
                </a:cubicBezTo>
                <a:cubicBezTo>
                  <a:pt x="0" y="669"/>
                  <a:pt x="46" y="715"/>
                  <a:pt x="104" y="715"/>
                </a:cubicBezTo>
                <a:cubicBezTo>
                  <a:pt x="160" y="715"/>
                  <a:pt x="205" y="672"/>
                  <a:pt x="208" y="616"/>
                </a:cubicBezTo>
                <a:cubicBezTo>
                  <a:pt x="328" y="434"/>
                  <a:pt x="328" y="434"/>
                  <a:pt x="328" y="434"/>
                </a:cubicBezTo>
                <a:cubicBezTo>
                  <a:pt x="446" y="616"/>
                  <a:pt x="446" y="616"/>
                  <a:pt x="446" y="616"/>
                </a:cubicBezTo>
                <a:cubicBezTo>
                  <a:pt x="449" y="672"/>
                  <a:pt x="495" y="715"/>
                  <a:pt x="551" y="715"/>
                </a:cubicBezTo>
                <a:cubicBezTo>
                  <a:pt x="608" y="715"/>
                  <a:pt x="654" y="669"/>
                  <a:pt x="654" y="612"/>
                </a:cubicBezTo>
                <a:cubicBezTo>
                  <a:pt x="654" y="553"/>
                  <a:pt x="608" y="507"/>
                  <a:pt x="551" y="507"/>
                </a:cubicBezTo>
                <a:cubicBezTo>
                  <a:pt x="506" y="507"/>
                  <a:pt x="468" y="534"/>
                  <a:pt x="453" y="573"/>
                </a:cubicBezTo>
                <a:close/>
                <a:moveTo>
                  <a:pt x="156" y="664"/>
                </a:moveTo>
                <a:lnTo>
                  <a:pt x="156" y="664"/>
                </a:lnTo>
                <a:cubicBezTo>
                  <a:pt x="143" y="678"/>
                  <a:pt x="124" y="686"/>
                  <a:pt x="104" y="686"/>
                </a:cubicBezTo>
                <a:cubicBezTo>
                  <a:pt x="83" y="686"/>
                  <a:pt x="65" y="678"/>
                  <a:pt x="51" y="664"/>
                </a:cubicBezTo>
                <a:cubicBezTo>
                  <a:pt x="37" y="651"/>
                  <a:pt x="29" y="632"/>
                  <a:pt x="29" y="612"/>
                </a:cubicBezTo>
                <a:cubicBezTo>
                  <a:pt x="29" y="591"/>
                  <a:pt x="37" y="573"/>
                  <a:pt x="51" y="559"/>
                </a:cubicBezTo>
                <a:cubicBezTo>
                  <a:pt x="65" y="545"/>
                  <a:pt x="83" y="537"/>
                  <a:pt x="104" y="537"/>
                </a:cubicBezTo>
                <a:cubicBezTo>
                  <a:pt x="124" y="537"/>
                  <a:pt x="143" y="545"/>
                  <a:pt x="156" y="559"/>
                </a:cubicBezTo>
                <a:cubicBezTo>
                  <a:pt x="170" y="573"/>
                  <a:pt x="178" y="591"/>
                  <a:pt x="178" y="612"/>
                </a:cubicBezTo>
                <a:cubicBezTo>
                  <a:pt x="178" y="632"/>
                  <a:pt x="170" y="651"/>
                  <a:pt x="156" y="664"/>
                </a:cubicBezTo>
                <a:close/>
                <a:moveTo>
                  <a:pt x="625" y="612"/>
                </a:moveTo>
                <a:lnTo>
                  <a:pt x="625" y="612"/>
                </a:lnTo>
                <a:cubicBezTo>
                  <a:pt x="625" y="632"/>
                  <a:pt x="616" y="651"/>
                  <a:pt x="602" y="664"/>
                </a:cubicBezTo>
                <a:cubicBezTo>
                  <a:pt x="590" y="678"/>
                  <a:pt x="570" y="686"/>
                  <a:pt x="551" y="686"/>
                </a:cubicBezTo>
                <a:cubicBezTo>
                  <a:pt x="530" y="686"/>
                  <a:pt x="512" y="678"/>
                  <a:pt x="498" y="664"/>
                </a:cubicBezTo>
                <a:cubicBezTo>
                  <a:pt x="484" y="651"/>
                  <a:pt x="475" y="632"/>
                  <a:pt x="475" y="612"/>
                </a:cubicBezTo>
                <a:cubicBezTo>
                  <a:pt x="475" y="591"/>
                  <a:pt x="484" y="573"/>
                  <a:pt x="498" y="559"/>
                </a:cubicBezTo>
                <a:cubicBezTo>
                  <a:pt x="512" y="545"/>
                  <a:pt x="530" y="537"/>
                  <a:pt x="551" y="537"/>
                </a:cubicBezTo>
                <a:cubicBezTo>
                  <a:pt x="570" y="537"/>
                  <a:pt x="590" y="545"/>
                  <a:pt x="602" y="559"/>
                </a:cubicBezTo>
                <a:cubicBezTo>
                  <a:pt x="616" y="573"/>
                  <a:pt x="625" y="591"/>
                  <a:pt x="625" y="612"/>
                </a:cubicBezTo>
                <a:close/>
              </a:path>
            </a:pathLst>
          </a:custGeom>
          <a:solidFill>
            <a:schemeClr val="tx2"/>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65323762-E8A8-EDC1-3A9F-9AD22AC92B58}"/>
              </a:ext>
            </a:extLst>
          </p:cNvPr>
          <p:cNvGrpSpPr/>
          <p:nvPr/>
        </p:nvGrpSpPr>
        <p:grpSpPr>
          <a:xfrm>
            <a:off x="1702469" y="3552726"/>
            <a:ext cx="1568450" cy="139700"/>
            <a:chOff x="674688" y="3897313"/>
            <a:chExt cx="1568450" cy="139700"/>
          </a:xfrm>
          <a:solidFill>
            <a:schemeClr val="tx2"/>
          </a:solidFill>
        </p:grpSpPr>
        <p:sp>
          <p:nvSpPr>
            <p:cNvPr id="336" name="Freeform 275">
              <a:extLst>
                <a:ext uri="{FF2B5EF4-FFF2-40B4-BE49-F238E27FC236}">
                  <a16:creationId xmlns:a16="http://schemas.microsoft.com/office/drawing/2014/main" id="{280971DC-82D8-A3DA-C858-EB9282B6E8A3}"/>
                </a:ext>
              </a:extLst>
            </p:cNvPr>
            <p:cNvSpPr>
              <a:spLocks noChangeArrowheads="1"/>
            </p:cNvSpPr>
            <p:nvPr/>
          </p:nvSpPr>
          <p:spPr bwMode="auto">
            <a:xfrm>
              <a:off x="674688" y="3898900"/>
              <a:ext cx="131762" cy="134938"/>
            </a:xfrm>
            <a:custGeom>
              <a:avLst/>
              <a:gdLst>
                <a:gd name="T0" fmla="*/ 331 w 367"/>
                <a:gd name="T1" fmla="*/ 375 h 376"/>
                <a:gd name="T2" fmla="*/ 331 w 367"/>
                <a:gd name="T3" fmla="*/ 375 h 376"/>
                <a:gd name="T4" fmla="*/ 366 w 367"/>
                <a:gd name="T5" fmla="*/ 375 h 376"/>
                <a:gd name="T6" fmla="*/ 366 w 367"/>
                <a:gd name="T7" fmla="*/ 0 h 376"/>
                <a:gd name="T8" fmla="*/ 327 w 367"/>
                <a:gd name="T9" fmla="*/ 0 h 376"/>
                <a:gd name="T10" fmla="*/ 199 w 367"/>
                <a:gd name="T11" fmla="*/ 282 h 376"/>
                <a:gd name="T12" fmla="*/ 191 w 367"/>
                <a:gd name="T13" fmla="*/ 301 h 376"/>
                <a:gd name="T14" fmla="*/ 184 w 367"/>
                <a:gd name="T15" fmla="*/ 320 h 376"/>
                <a:gd name="T16" fmla="*/ 182 w 367"/>
                <a:gd name="T17" fmla="*/ 320 h 376"/>
                <a:gd name="T18" fmla="*/ 175 w 367"/>
                <a:gd name="T19" fmla="*/ 300 h 376"/>
                <a:gd name="T20" fmla="*/ 168 w 367"/>
                <a:gd name="T21" fmla="*/ 282 h 376"/>
                <a:gd name="T22" fmla="*/ 41 w 367"/>
                <a:gd name="T23" fmla="*/ 0 h 376"/>
                <a:gd name="T24" fmla="*/ 0 w 367"/>
                <a:gd name="T25" fmla="*/ 0 h 376"/>
                <a:gd name="T26" fmla="*/ 0 w 367"/>
                <a:gd name="T27" fmla="*/ 375 h 376"/>
                <a:gd name="T28" fmla="*/ 33 w 367"/>
                <a:gd name="T29" fmla="*/ 375 h 376"/>
                <a:gd name="T30" fmla="*/ 33 w 367"/>
                <a:gd name="T31" fmla="*/ 113 h 376"/>
                <a:gd name="T32" fmla="*/ 33 w 367"/>
                <a:gd name="T33" fmla="*/ 80 h 376"/>
                <a:gd name="T34" fmla="*/ 32 w 367"/>
                <a:gd name="T35" fmla="*/ 52 h 376"/>
                <a:gd name="T36" fmla="*/ 33 w 367"/>
                <a:gd name="T37" fmla="*/ 52 h 376"/>
                <a:gd name="T38" fmla="*/ 44 w 367"/>
                <a:gd name="T39" fmla="*/ 89 h 376"/>
                <a:gd name="T40" fmla="*/ 175 w 367"/>
                <a:gd name="T41" fmla="*/ 375 h 376"/>
                <a:gd name="T42" fmla="*/ 191 w 367"/>
                <a:gd name="T43" fmla="*/ 375 h 376"/>
                <a:gd name="T44" fmla="*/ 322 w 367"/>
                <a:gd name="T45" fmla="*/ 87 h 376"/>
                <a:gd name="T46" fmla="*/ 327 w 367"/>
                <a:gd name="T47" fmla="*/ 73 h 376"/>
                <a:gd name="T48" fmla="*/ 334 w 367"/>
                <a:gd name="T49" fmla="*/ 52 h 376"/>
                <a:gd name="T50" fmla="*/ 334 w 367"/>
                <a:gd name="T51" fmla="*/ 52 h 376"/>
                <a:gd name="T52" fmla="*/ 331 w 367"/>
                <a:gd name="T53" fmla="*/ 116 h 376"/>
                <a:gd name="T54" fmla="*/ 331 w 367"/>
                <a:gd name="T55"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7" h="376">
                  <a:moveTo>
                    <a:pt x="331" y="375"/>
                  </a:moveTo>
                  <a:lnTo>
                    <a:pt x="331" y="375"/>
                  </a:lnTo>
                  <a:cubicBezTo>
                    <a:pt x="366" y="375"/>
                    <a:pt x="366" y="375"/>
                    <a:pt x="366" y="375"/>
                  </a:cubicBezTo>
                  <a:cubicBezTo>
                    <a:pt x="366" y="0"/>
                    <a:pt x="366" y="0"/>
                    <a:pt x="366" y="0"/>
                  </a:cubicBezTo>
                  <a:cubicBezTo>
                    <a:pt x="327" y="0"/>
                    <a:pt x="327" y="0"/>
                    <a:pt x="327" y="0"/>
                  </a:cubicBezTo>
                  <a:cubicBezTo>
                    <a:pt x="199" y="282"/>
                    <a:pt x="199" y="282"/>
                    <a:pt x="199" y="282"/>
                  </a:cubicBezTo>
                  <a:cubicBezTo>
                    <a:pt x="195" y="289"/>
                    <a:pt x="193" y="296"/>
                    <a:pt x="191" y="301"/>
                  </a:cubicBezTo>
                  <a:cubicBezTo>
                    <a:pt x="189" y="307"/>
                    <a:pt x="186" y="313"/>
                    <a:pt x="184" y="320"/>
                  </a:cubicBezTo>
                  <a:cubicBezTo>
                    <a:pt x="182" y="320"/>
                    <a:pt x="182" y="320"/>
                    <a:pt x="182" y="320"/>
                  </a:cubicBezTo>
                  <a:cubicBezTo>
                    <a:pt x="181" y="313"/>
                    <a:pt x="178" y="307"/>
                    <a:pt x="175" y="300"/>
                  </a:cubicBezTo>
                  <a:cubicBezTo>
                    <a:pt x="174" y="294"/>
                    <a:pt x="171" y="289"/>
                    <a:pt x="168" y="282"/>
                  </a:cubicBezTo>
                  <a:cubicBezTo>
                    <a:pt x="41" y="0"/>
                    <a:pt x="41" y="0"/>
                    <a:pt x="41" y="0"/>
                  </a:cubicBezTo>
                  <a:cubicBezTo>
                    <a:pt x="0" y="0"/>
                    <a:pt x="0" y="0"/>
                    <a:pt x="0" y="0"/>
                  </a:cubicBezTo>
                  <a:cubicBezTo>
                    <a:pt x="0" y="375"/>
                    <a:pt x="0" y="375"/>
                    <a:pt x="0" y="375"/>
                  </a:cubicBezTo>
                  <a:cubicBezTo>
                    <a:pt x="33" y="375"/>
                    <a:pt x="33" y="375"/>
                    <a:pt x="33" y="375"/>
                  </a:cubicBezTo>
                  <a:cubicBezTo>
                    <a:pt x="33" y="113"/>
                    <a:pt x="33" y="113"/>
                    <a:pt x="33" y="113"/>
                  </a:cubicBezTo>
                  <a:cubicBezTo>
                    <a:pt x="33" y="101"/>
                    <a:pt x="33" y="89"/>
                    <a:pt x="33" y="80"/>
                  </a:cubicBezTo>
                  <a:cubicBezTo>
                    <a:pt x="33" y="69"/>
                    <a:pt x="33" y="60"/>
                    <a:pt x="32" y="52"/>
                  </a:cubicBezTo>
                  <a:cubicBezTo>
                    <a:pt x="33" y="52"/>
                    <a:pt x="33" y="52"/>
                    <a:pt x="33" y="52"/>
                  </a:cubicBezTo>
                  <a:cubicBezTo>
                    <a:pt x="37" y="67"/>
                    <a:pt x="41" y="80"/>
                    <a:pt x="44" y="89"/>
                  </a:cubicBezTo>
                  <a:cubicBezTo>
                    <a:pt x="175" y="375"/>
                    <a:pt x="175" y="375"/>
                    <a:pt x="175" y="375"/>
                  </a:cubicBezTo>
                  <a:cubicBezTo>
                    <a:pt x="191" y="375"/>
                    <a:pt x="191" y="375"/>
                    <a:pt x="191" y="375"/>
                  </a:cubicBezTo>
                  <a:cubicBezTo>
                    <a:pt x="322" y="87"/>
                    <a:pt x="322" y="87"/>
                    <a:pt x="322" y="87"/>
                  </a:cubicBezTo>
                  <a:cubicBezTo>
                    <a:pt x="323" y="84"/>
                    <a:pt x="324" y="78"/>
                    <a:pt x="327" y="73"/>
                  </a:cubicBezTo>
                  <a:cubicBezTo>
                    <a:pt x="329" y="67"/>
                    <a:pt x="331" y="60"/>
                    <a:pt x="334" y="52"/>
                  </a:cubicBezTo>
                  <a:lnTo>
                    <a:pt x="334" y="52"/>
                  </a:lnTo>
                  <a:cubicBezTo>
                    <a:pt x="333" y="82"/>
                    <a:pt x="331" y="103"/>
                    <a:pt x="331" y="116"/>
                  </a:cubicBezTo>
                  <a:lnTo>
                    <a:pt x="331"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76">
              <a:extLst>
                <a:ext uri="{FF2B5EF4-FFF2-40B4-BE49-F238E27FC236}">
                  <a16:creationId xmlns:a16="http://schemas.microsoft.com/office/drawing/2014/main" id="{7B9F8D67-4C80-A9FF-0D7A-A0E57BCB698E}"/>
                </a:ext>
              </a:extLst>
            </p:cNvPr>
            <p:cNvSpPr>
              <a:spLocks noChangeArrowheads="1"/>
            </p:cNvSpPr>
            <p:nvPr/>
          </p:nvSpPr>
          <p:spPr bwMode="auto">
            <a:xfrm>
              <a:off x="841375" y="3898900"/>
              <a:ext cx="69850" cy="134938"/>
            </a:xfrm>
            <a:custGeom>
              <a:avLst/>
              <a:gdLst>
                <a:gd name="T0" fmla="*/ 34 w 192"/>
                <a:gd name="T1" fmla="*/ 201 h 376"/>
                <a:gd name="T2" fmla="*/ 172 w 192"/>
                <a:gd name="T3" fmla="*/ 201 h 376"/>
                <a:gd name="T4" fmla="*/ 172 w 192"/>
                <a:gd name="T5" fmla="*/ 170 h 376"/>
                <a:gd name="T6" fmla="*/ 34 w 192"/>
                <a:gd name="T7" fmla="*/ 170 h 376"/>
                <a:gd name="T8" fmla="*/ 34 w 192"/>
                <a:gd name="T9" fmla="*/ 32 h 376"/>
                <a:gd name="T10" fmla="*/ 182 w 192"/>
                <a:gd name="T11" fmla="*/ 32 h 376"/>
                <a:gd name="T12" fmla="*/ 182 w 192"/>
                <a:gd name="T13" fmla="*/ 0 h 376"/>
                <a:gd name="T14" fmla="*/ 0 w 192"/>
                <a:gd name="T15" fmla="*/ 0 h 376"/>
                <a:gd name="T16" fmla="*/ 0 w 192"/>
                <a:gd name="T17" fmla="*/ 375 h 376"/>
                <a:gd name="T18" fmla="*/ 191 w 192"/>
                <a:gd name="T19" fmla="*/ 375 h 376"/>
                <a:gd name="T20" fmla="*/ 191 w 192"/>
                <a:gd name="T21" fmla="*/ 343 h 376"/>
                <a:gd name="T22" fmla="*/ 34 w 192"/>
                <a:gd name="T23" fmla="*/ 343 h 376"/>
                <a:gd name="T24" fmla="*/ 34 w 192"/>
                <a:gd name="T25" fmla="*/ 201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34" y="201"/>
                  </a:moveTo>
                  <a:lnTo>
                    <a:pt x="172" y="201"/>
                  </a:lnTo>
                  <a:lnTo>
                    <a:pt x="172" y="170"/>
                  </a:lnTo>
                  <a:lnTo>
                    <a:pt x="34" y="170"/>
                  </a:lnTo>
                  <a:lnTo>
                    <a:pt x="34" y="32"/>
                  </a:lnTo>
                  <a:lnTo>
                    <a:pt x="182" y="32"/>
                  </a:lnTo>
                  <a:lnTo>
                    <a:pt x="182" y="0"/>
                  </a:lnTo>
                  <a:lnTo>
                    <a:pt x="0" y="0"/>
                  </a:lnTo>
                  <a:lnTo>
                    <a:pt x="0" y="375"/>
                  </a:lnTo>
                  <a:lnTo>
                    <a:pt x="191" y="375"/>
                  </a:lnTo>
                  <a:lnTo>
                    <a:pt x="191" y="343"/>
                  </a:lnTo>
                  <a:lnTo>
                    <a:pt x="34" y="343"/>
                  </a:lnTo>
                  <a:lnTo>
                    <a:pt x="34"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77">
              <a:extLst>
                <a:ext uri="{FF2B5EF4-FFF2-40B4-BE49-F238E27FC236}">
                  <a16:creationId xmlns:a16="http://schemas.microsoft.com/office/drawing/2014/main" id="{279A2626-1856-91A0-D517-868E8ECBD948}"/>
                </a:ext>
              </a:extLst>
            </p:cNvPr>
            <p:cNvSpPr>
              <a:spLocks noChangeArrowheads="1"/>
            </p:cNvSpPr>
            <p:nvPr/>
          </p:nvSpPr>
          <p:spPr bwMode="auto">
            <a:xfrm>
              <a:off x="938213" y="3898900"/>
              <a:ext cx="106362" cy="134938"/>
            </a:xfrm>
            <a:custGeom>
              <a:avLst/>
              <a:gdLst>
                <a:gd name="T0" fmla="*/ 99 w 295"/>
                <a:gd name="T1" fmla="*/ 0 h 376"/>
                <a:gd name="T2" fmla="*/ 99 w 295"/>
                <a:gd name="T3" fmla="*/ 0 h 376"/>
                <a:gd name="T4" fmla="*/ 0 w 295"/>
                <a:gd name="T5" fmla="*/ 0 h 376"/>
                <a:gd name="T6" fmla="*/ 0 w 295"/>
                <a:gd name="T7" fmla="*/ 375 h 376"/>
                <a:gd name="T8" fmla="*/ 95 w 295"/>
                <a:gd name="T9" fmla="*/ 375 h 376"/>
                <a:gd name="T10" fmla="*/ 177 w 295"/>
                <a:gd name="T11" fmla="*/ 361 h 376"/>
                <a:gd name="T12" fmla="*/ 240 w 295"/>
                <a:gd name="T13" fmla="*/ 322 h 376"/>
                <a:gd name="T14" fmla="*/ 280 w 295"/>
                <a:gd name="T15" fmla="*/ 262 h 376"/>
                <a:gd name="T16" fmla="*/ 294 w 295"/>
                <a:gd name="T17" fmla="*/ 183 h 376"/>
                <a:gd name="T18" fmla="*/ 244 w 295"/>
                <a:gd name="T19" fmla="*/ 46 h 376"/>
                <a:gd name="T20" fmla="*/ 99 w 295"/>
                <a:gd name="T21" fmla="*/ 0 h 376"/>
                <a:gd name="T22" fmla="*/ 245 w 295"/>
                <a:gd name="T23" fmla="*/ 253 h 376"/>
                <a:gd name="T24" fmla="*/ 245 w 295"/>
                <a:gd name="T25" fmla="*/ 253 h 376"/>
                <a:gd name="T26" fmla="*/ 213 w 295"/>
                <a:gd name="T27" fmla="*/ 303 h 376"/>
                <a:gd name="T28" fmla="*/ 161 w 295"/>
                <a:gd name="T29" fmla="*/ 333 h 376"/>
                <a:gd name="T30" fmla="*/ 93 w 295"/>
                <a:gd name="T31" fmla="*/ 343 h 376"/>
                <a:gd name="T32" fmla="*/ 35 w 295"/>
                <a:gd name="T33" fmla="*/ 343 h 376"/>
                <a:gd name="T34" fmla="*/ 35 w 295"/>
                <a:gd name="T35" fmla="*/ 32 h 376"/>
                <a:gd name="T36" fmla="*/ 96 w 295"/>
                <a:gd name="T37" fmla="*/ 32 h 376"/>
                <a:gd name="T38" fmla="*/ 256 w 295"/>
                <a:gd name="T39" fmla="*/ 184 h 376"/>
                <a:gd name="T40" fmla="*/ 245 w 295"/>
                <a:gd name="T41" fmla="*/ 25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5" h="376">
                  <a:moveTo>
                    <a:pt x="99" y="0"/>
                  </a:moveTo>
                  <a:lnTo>
                    <a:pt x="99" y="0"/>
                  </a:lnTo>
                  <a:cubicBezTo>
                    <a:pt x="0" y="0"/>
                    <a:pt x="0" y="0"/>
                    <a:pt x="0" y="0"/>
                  </a:cubicBezTo>
                  <a:cubicBezTo>
                    <a:pt x="0" y="375"/>
                    <a:pt x="0" y="375"/>
                    <a:pt x="0" y="375"/>
                  </a:cubicBezTo>
                  <a:cubicBezTo>
                    <a:pt x="95" y="375"/>
                    <a:pt x="95" y="375"/>
                    <a:pt x="95" y="375"/>
                  </a:cubicBezTo>
                  <a:cubicBezTo>
                    <a:pt x="125" y="375"/>
                    <a:pt x="153" y="371"/>
                    <a:pt x="177" y="361"/>
                  </a:cubicBezTo>
                  <a:cubicBezTo>
                    <a:pt x="202" y="353"/>
                    <a:pt x="223" y="339"/>
                    <a:pt x="240" y="322"/>
                  </a:cubicBezTo>
                  <a:cubicBezTo>
                    <a:pt x="258" y="306"/>
                    <a:pt x="270" y="286"/>
                    <a:pt x="280" y="262"/>
                  </a:cubicBezTo>
                  <a:cubicBezTo>
                    <a:pt x="288" y="239"/>
                    <a:pt x="294" y="212"/>
                    <a:pt x="294" y="183"/>
                  </a:cubicBezTo>
                  <a:cubicBezTo>
                    <a:pt x="294" y="123"/>
                    <a:pt x="277" y="77"/>
                    <a:pt x="244" y="46"/>
                  </a:cubicBezTo>
                  <a:cubicBezTo>
                    <a:pt x="212" y="16"/>
                    <a:pt x="163" y="0"/>
                    <a:pt x="99" y="0"/>
                  </a:cubicBezTo>
                  <a:close/>
                  <a:moveTo>
                    <a:pt x="245" y="253"/>
                  </a:moveTo>
                  <a:lnTo>
                    <a:pt x="245" y="253"/>
                  </a:lnTo>
                  <a:cubicBezTo>
                    <a:pt x="238" y="272"/>
                    <a:pt x="227" y="289"/>
                    <a:pt x="213" y="303"/>
                  </a:cubicBezTo>
                  <a:cubicBezTo>
                    <a:pt x="199" y="315"/>
                    <a:pt x="182" y="327"/>
                    <a:pt x="161" y="333"/>
                  </a:cubicBezTo>
                  <a:cubicBezTo>
                    <a:pt x="142" y="340"/>
                    <a:pt x="118" y="343"/>
                    <a:pt x="93" y="343"/>
                  </a:cubicBezTo>
                  <a:cubicBezTo>
                    <a:pt x="35" y="343"/>
                    <a:pt x="35" y="343"/>
                    <a:pt x="35" y="343"/>
                  </a:cubicBezTo>
                  <a:cubicBezTo>
                    <a:pt x="35" y="32"/>
                    <a:pt x="35" y="32"/>
                    <a:pt x="35" y="32"/>
                  </a:cubicBezTo>
                  <a:cubicBezTo>
                    <a:pt x="96" y="32"/>
                    <a:pt x="96" y="32"/>
                    <a:pt x="96" y="32"/>
                  </a:cubicBezTo>
                  <a:cubicBezTo>
                    <a:pt x="203" y="32"/>
                    <a:pt x="256" y="82"/>
                    <a:pt x="256" y="184"/>
                  </a:cubicBezTo>
                  <a:cubicBezTo>
                    <a:pt x="256" y="209"/>
                    <a:pt x="254" y="233"/>
                    <a:pt x="245"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78">
              <a:extLst>
                <a:ext uri="{FF2B5EF4-FFF2-40B4-BE49-F238E27FC236}">
                  <a16:creationId xmlns:a16="http://schemas.microsoft.com/office/drawing/2014/main" id="{4E80A618-633F-86CE-7E16-C5CE4EACC816}"/>
                </a:ext>
              </a:extLst>
            </p:cNvPr>
            <p:cNvSpPr>
              <a:spLocks noChangeArrowheads="1"/>
            </p:cNvSpPr>
            <p:nvPr/>
          </p:nvSpPr>
          <p:spPr bwMode="auto">
            <a:xfrm>
              <a:off x="1069975" y="38989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79">
              <a:extLst>
                <a:ext uri="{FF2B5EF4-FFF2-40B4-BE49-F238E27FC236}">
                  <a16:creationId xmlns:a16="http://schemas.microsoft.com/office/drawing/2014/main" id="{279C334E-8354-682F-74FA-E20812DC5E84}"/>
                </a:ext>
              </a:extLst>
            </p:cNvPr>
            <p:cNvSpPr>
              <a:spLocks noChangeArrowheads="1"/>
            </p:cNvSpPr>
            <p:nvPr/>
          </p:nvSpPr>
          <p:spPr bwMode="auto">
            <a:xfrm>
              <a:off x="1104900" y="3898900"/>
              <a:ext cx="115888" cy="134938"/>
            </a:xfrm>
            <a:custGeom>
              <a:avLst/>
              <a:gdLst>
                <a:gd name="T0" fmla="*/ 39 w 320"/>
                <a:gd name="T1" fmla="*/ 375 h 376"/>
                <a:gd name="T2" fmla="*/ 39 w 320"/>
                <a:gd name="T3" fmla="*/ 375 h 376"/>
                <a:gd name="T4" fmla="*/ 79 w 320"/>
                <a:gd name="T5" fmla="*/ 265 h 376"/>
                <a:gd name="T6" fmla="*/ 240 w 320"/>
                <a:gd name="T7" fmla="*/ 265 h 376"/>
                <a:gd name="T8" fmla="*/ 281 w 320"/>
                <a:gd name="T9" fmla="*/ 375 h 376"/>
                <a:gd name="T10" fmla="*/ 319 w 320"/>
                <a:gd name="T11" fmla="*/ 375 h 376"/>
                <a:gd name="T12" fmla="*/ 177 w 320"/>
                <a:gd name="T13" fmla="*/ 0 h 376"/>
                <a:gd name="T14" fmla="*/ 142 w 320"/>
                <a:gd name="T15" fmla="*/ 0 h 376"/>
                <a:gd name="T16" fmla="*/ 0 w 320"/>
                <a:gd name="T17" fmla="*/ 375 h 376"/>
                <a:gd name="T18" fmla="*/ 39 w 320"/>
                <a:gd name="T19" fmla="*/ 375 h 376"/>
                <a:gd name="T20" fmla="*/ 152 w 320"/>
                <a:gd name="T21" fmla="*/ 66 h 376"/>
                <a:gd name="T22" fmla="*/ 152 w 320"/>
                <a:gd name="T23" fmla="*/ 66 h 376"/>
                <a:gd name="T24" fmla="*/ 155 w 320"/>
                <a:gd name="T25" fmla="*/ 55 h 376"/>
                <a:gd name="T26" fmla="*/ 159 w 320"/>
                <a:gd name="T27" fmla="*/ 39 h 376"/>
                <a:gd name="T28" fmla="*/ 160 w 320"/>
                <a:gd name="T29" fmla="*/ 39 h 376"/>
                <a:gd name="T30" fmla="*/ 163 w 320"/>
                <a:gd name="T31" fmla="*/ 55 h 376"/>
                <a:gd name="T32" fmla="*/ 167 w 320"/>
                <a:gd name="T33" fmla="*/ 66 h 376"/>
                <a:gd name="T34" fmla="*/ 227 w 320"/>
                <a:gd name="T35" fmla="*/ 233 h 376"/>
                <a:gd name="T36" fmla="*/ 90 w 320"/>
                <a:gd name="T37" fmla="*/ 233 h 376"/>
                <a:gd name="T38" fmla="*/ 152 w 320"/>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6">
                  <a:moveTo>
                    <a:pt x="39" y="375"/>
                  </a:moveTo>
                  <a:lnTo>
                    <a:pt x="39" y="375"/>
                  </a:lnTo>
                  <a:cubicBezTo>
                    <a:pt x="79" y="265"/>
                    <a:pt x="79" y="265"/>
                    <a:pt x="79" y="265"/>
                  </a:cubicBezTo>
                  <a:cubicBezTo>
                    <a:pt x="240" y="265"/>
                    <a:pt x="240" y="265"/>
                    <a:pt x="240" y="265"/>
                  </a:cubicBezTo>
                  <a:cubicBezTo>
                    <a:pt x="281" y="375"/>
                    <a:pt x="281" y="375"/>
                    <a:pt x="281" y="375"/>
                  </a:cubicBezTo>
                  <a:cubicBezTo>
                    <a:pt x="319" y="375"/>
                    <a:pt x="319" y="375"/>
                    <a:pt x="319" y="375"/>
                  </a:cubicBezTo>
                  <a:cubicBezTo>
                    <a:pt x="177" y="0"/>
                    <a:pt x="177" y="0"/>
                    <a:pt x="177" y="0"/>
                  </a:cubicBezTo>
                  <a:cubicBezTo>
                    <a:pt x="142" y="0"/>
                    <a:pt x="142" y="0"/>
                    <a:pt x="142" y="0"/>
                  </a:cubicBezTo>
                  <a:cubicBezTo>
                    <a:pt x="0" y="375"/>
                    <a:pt x="0" y="375"/>
                    <a:pt x="0" y="375"/>
                  </a:cubicBezTo>
                  <a:lnTo>
                    <a:pt x="39" y="375"/>
                  </a:lnTo>
                  <a:close/>
                  <a:moveTo>
                    <a:pt x="152" y="66"/>
                  </a:moveTo>
                  <a:lnTo>
                    <a:pt x="152" y="66"/>
                  </a:lnTo>
                  <a:cubicBezTo>
                    <a:pt x="152" y="63"/>
                    <a:pt x="153" y="59"/>
                    <a:pt x="155" y="55"/>
                  </a:cubicBezTo>
                  <a:cubicBezTo>
                    <a:pt x="156" y="50"/>
                    <a:pt x="157" y="45"/>
                    <a:pt x="159" y="39"/>
                  </a:cubicBezTo>
                  <a:cubicBezTo>
                    <a:pt x="160" y="39"/>
                    <a:pt x="160" y="39"/>
                    <a:pt x="160" y="39"/>
                  </a:cubicBezTo>
                  <a:cubicBezTo>
                    <a:pt x="160" y="45"/>
                    <a:pt x="161" y="50"/>
                    <a:pt x="163" y="55"/>
                  </a:cubicBezTo>
                  <a:cubicBezTo>
                    <a:pt x="164" y="59"/>
                    <a:pt x="166" y="63"/>
                    <a:pt x="167" y="66"/>
                  </a:cubicBezTo>
                  <a:cubicBezTo>
                    <a:pt x="227" y="233"/>
                    <a:pt x="227" y="233"/>
                    <a:pt x="227" y="233"/>
                  </a:cubicBezTo>
                  <a:cubicBezTo>
                    <a:pt x="90" y="233"/>
                    <a:pt x="90" y="233"/>
                    <a:pt x="90" y="233"/>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1" name="Freeform 280">
              <a:extLst>
                <a:ext uri="{FF2B5EF4-FFF2-40B4-BE49-F238E27FC236}">
                  <a16:creationId xmlns:a16="http://schemas.microsoft.com/office/drawing/2014/main" id="{832D34C1-8034-ABC1-C565-75ED6EA2B240}"/>
                </a:ext>
              </a:extLst>
            </p:cNvPr>
            <p:cNvSpPr>
              <a:spLocks noChangeArrowheads="1"/>
            </p:cNvSpPr>
            <p:nvPr/>
          </p:nvSpPr>
          <p:spPr bwMode="auto">
            <a:xfrm>
              <a:off x="1293813" y="389890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2" name="Freeform 281">
              <a:extLst>
                <a:ext uri="{FF2B5EF4-FFF2-40B4-BE49-F238E27FC236}">
                  <a16:creationId xmlns:a16="http://schemas.microsoft.com/office/drawing/2014/main" id="{AB91F14A-96D7-7C34-D725-DA30943CF16F}"/>
                </a:ext>
              </a:extLst>
            </p:cNvPr>
            <p:cNvSpPr>
              <a:spLocks noChangeArrowheads="1"/>
            </p:cNvSpPr>
            <p:nvPr/>
          </p:nvSpPr>
          <p:spPr bwMode="auto">
            <a:xfrm>
              <a:off x="1382713"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3" name="Freeform 282">
              <a:extLst>
                <a:ext uri="{FF2B5EF4-FFF2-40B4-BE49-F238E27FC236}">
                  <a16:creationId xmlns:a16="http://schemas.microsoft.com/office/drawing/2014/main" id="{C53C7B6E-2195-BB26-216D-F86E4C1CDB77}"/>
                </a:ext>
              </a:extLst>
            </p:cNvPr>
            <p:cNvSpPr>
              <a:spLocks noChangeArrowheads="1"/>
            </p:cNvSpPr>
            <p:nvPr/>
          </p:nvSpPr>
          <p:spPr bwMode="auto">
            <a:xfrm>
              <a:off x="1430338" y="3898900"/>
              <a:ext cx="106362"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9 w 294"/>
                <a:gd name="T15" fmla="*/ 0 h 376"/>
                <a:gd name="T16" fmla="*/ 0 w 294"/>
                <a:gd name="T17" fmla="*/ 0 h 376"/>
                <a:gd name="T18" fmla="*/ 0 w 294"/>
                <a:gd name="T19" fmla="*/ 375 h 376"/>
                <a:gd name="T20" fmla="*/ 35 w 294"/>
                <a:gd name="T21" fmla="*/ 375 h 376"/>
                <a:gd name="T22" fmla="*/ 35 w 294"/>
                <a:gd name="T23" fmla="*/ 85 h 376"/>
                <a:gd name="T24" fmla="*/ 35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60" y="310"/>
                    <a:pt x="260" y="317"/>
                    <a:pt x="260" y="322"/>
                  </a:cubicBezTo>
                  <a:cubicBezTo>
                    <a:pt x="258" y="322"/>
                    <a:pt x="258" y="322"/>
                    <a:pt x="258" y="322"/>
                  </a:cubicBezTo>
                  <a:cubicBezTo>
                    <a:pt x="257" y="318"/>
                    <a:pt x="254" y="315"/>
                    <a:pt x="251" y="311"/>
                  </a:cubicBezTo>
                  <a:cubicBezTo>
                    <a:pt x="250" y="307"/>
                    <a:pt x="247" y="303"/>
                    <a:pt x="243" y="297"/>
                  </a:cubicBezTo>
                  <a:cubicBezTo>
                    <a:pt x="39" y="0"/>
                    <a:pt x="39" y="0"/>
                    <a:pt x="39"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5" y="64"/>
                  </a:cubicBezTo>
                  <a:cubicBezTo>
                    <a:pt x="34" y="59"/>
                    <a:pt x="34" y="55"/>
                    <a:pt x="34" y="50"/>
                  </a:cubicBezTo>
                  <a:cubicBezTo>
                    <a:pt x="35" y="50"/>
                    <a:pt x="35" y="50"/>
                    <a:pt x="35" y="50"/>
                  </a:cubicBezTo>
                  <a:cubicBezTo>
                    <a:pt x="36" y="55"/>
                    <a:pt x="39"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3">
              <a:extLst>
                <a:ext uri="{FF2B5EF4-FFF2-40B4-BE49-F238E27FC236}">
                  <a16:creationId xmlns:a16="http://schemas.microsoft.com/office/drawing/2014/main" id="{6B54C026-71FC-4383-49DD-978DAC03A724}"/>
                </a:ext>
              </a:extLst>
            </p:cNvPr>
            <p:cNvSpPr>
              <a:spLocks noChangeArrowheads="1"/>
            </p:cNvSpPr>
            <p:nvPr/>
          </p:nvSpPr>
          <p:spPr bwMode="auto">
            <a:xfrm>
              <a:off x="1571625" y="3898900"/>
              <a:ext cx="69850" cy="134938"/>
            </a:xfrm>
            <a:custGeom>
              <a:avLst/>
              <a:gdLst>
                <a:gd name="T0" fmla="*/ 182 w 192"/>
                <a:gd name="T1" fmla="*/ 32 h 376"/>
                <a:gd name="T2" fmla="*/ 182 w 192"/>
                <a:gd name="T3" fmla="*/ 0 h 376"/>
                <a:gd name="T4" fmla="*/ 0 w 192"/>
                <a:gd name="T5" fmla="*/ 0 h 376"/>
                <a:gd name="T6" fmla="*/ 0 w 192"/>
                <a:gd name="T7" fmla="*/ 375 h 376"/>
                <a:gd name="T8" fmla="*/ 191 w 192"/>
                <a:gd name="T9" fmla="*/ 375 h 376"/>
                <a:gd name="T10" fmla="*/ 191 w 192"/>
                <a:gd name="T11" fmla="*/ 343 h 376"/>
                <a:gd name="T12" fmla="*/ 35 w 192"/>
                <a:gd name="T13" fmla="*/ 343 h 376"/>
                <a:gd name="T14" fmla="*/ 35 w 192"/>
                <a:gd name="T15" fmla="*/ 201 h 376"/>
                <a:gd name="T16" fmla="*/ 171 w 192"/>
                <a:gd name="T17" fmla="*/ 201 h 376"/>
                <a:gd name="T18" fmla="*/ 171 w 192"/>
                <a:gd name="T19" fmla="*/ 170 h 376"/>
                <a:gd name="T20" fmla="*/ 35 w 192"/>
                <a:gd name="T21" fmla="*/ 170 h 376"/>
                <a:gd name="T22" fmla="*/ 35 w 192"/>
                <a:gd name="T23" fmla="*/ 32 h 376"/>
                <a:gd name="T24" fmla="*/ 182 w 192"/>
                <a:gd name="T2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82" y="32"/>
                  </a:moveTo>
                  <a:lnTo>
                    <a:pt x="182" y="0"/>
                  </a:lnTo>
                  <a:lnTo>
                    <a:pt x="0" y="0"/>
                  </a:lnTo>
                  <a:lnTo>
                    <a:pt x="0" y="375"/>
                  </a:lnTo>
                  <a:lnTo>
                    <a:pt x="191" y="375"/>
                  </a:lnTo>
                  <a:lnTo>
                    <a:pt x="191" y="343"/>
                  </a:lnTo>
                  <a:lnTo>
                    <a:pt x="35" y="343"/>
                  </a:lnTo>
                  <a:lnTo>
                    <a:pt x="35" y="201"/>
                  </a:lnTo>
                  <a:lnTo>
                    <a:pt x="171" y="201"/>
                  </a:lnTo>
                  <a:lnTo>
                    <a:pt x="171" y="170"/>
                  </a:lnTo>
                  <a:lnTo>
                    <a:pt x="35" y="170"/>
                  </a:lnTo>
                  <a:lnTo>
                    <a:pt x="35" y="32"/>
                  </a:lnTo>
                  <a:lnTo>
                    <a:pt x="182"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4">
              <a:extLst>
                <a:ext uri="{FF2B5EF4-FFF2-40B4-BE49-F238E27FC236}">
                  <a16:creationId xmlns:a16="http://schemas.microsoft.com/office/drawing/2014/main" id="{2AAB838D-5AD6-055A-83F3-EBB93A2DD980}"/>
                </a:ext>
              </a:extLst>
            </p:cNvPr>
            <p:cNvSpPr>
              <a:spLocks noChangeArrowheads="1"/>
            </p:cNvSpPr>
            <p:nvPr/>
          </p:nvSpPr>
          <p:spPr bwMode="auto">
            <a:xfrm>
              <a:off x="1720850"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5">
              <a:extLst>
                <a:ext uri="{FF2B5EF4-FFF2-40B4-BE49-F238E27FC236}">
                  <a16:creationId xmlns:a16="http://schemas.microsoft.com/office/drawing/2014/main" id="{E5D6C7BF-FA29-A3D8-594C-7A7FE1FBD1A5}"/>
                </a:ext>
              </a:extLst>
            </p:cNvPr>
            <p:cNvSpPr>
              <a:spLocks noChangeArrowheads="1"/>
            </p:cNvSpPr>
            <p:nvPr/>
          </p:nvSpPr>
          <p:spPr bwMode="auto">
            <a:xfrm>
              <a:off x="1760538" y="3897313"/>
              <a:ext cx="100012" cy="139700"/>
            </a:xfrm>
            <a:custGeom>
              <a:avLst/>
              <a:gdLst>
                <a:gd name="T0" fmla="*/ 111 w 276"/>
                <a:gd name="T1" fmla="*/ 15 h 388"/>
                <a:gd name="T2" fmla="*/ 111 w 276"/>
                <a:gd name="T3" fmla="*/ 15 h 388"/>
                <a:gd name="T4" fmla="*/ 52 w 276"/>
                <a:gd name="T5" fmla="*/ 57 h 388"/>
                <a:gd name="T6" fmla="*/ 14 w 276"/>
                <a:gd name="T7" fmla="*/ 121 h 388"/>
                <a:gd name="T8" fmla="*/ 0 w 276"/>
                <a:gd name="T9" fmla="*/ 200 h 388"/>
                <a:gd name="T10" fmla="*/ 13 w 276"/>
                <a:gd name="T11" fmla="*/ 274 h 388"/>
                <a:gd name="T12" fmla="*/ 48 w 276"/>
                <a:gd name="T13" fmla="*/ 334 h 388"/>
                <a:gd name="T14" fmla="*/ 104 w 276"/>
                <a:gd name="T15" fmla="*/ 373 h 388"/>
                <a:gd name="T16" fmla="*/ 176 w 276"/>
                <a:gd name="T17" fmla="*/ 387 h 388"/>
                <a:gd name="T18" fmla="*/ 275 w 276"/>
                <a:gd name="T19" fmla="*/ 366 h 388"/>
                <a:gd name="T20" fmla="*/ 275 w 276"/>
                <a:gd name="T21" fmla="*/ 333 h 388"/>
                <a:gd name="T22" fmla="*/ 179 w 276"/>
                <a:gd name="T23" fmla="*/ 355 h 388"/>
                <a:gd name="T24" fmla="*/ 118 w 276"/>
                <a:gd name="T25" fmla="*/ 343 h 388"/>
                <a:gd name="T26" fmla="*/ 73 w 276"/>
                <a:gd name="T27" fmla="*/ 309 h 388"/>
                <a:gd name="T28" fmla="*/ 46 w 276"/>
                <a:gd name="T29" fmla="*/ 259 h 388"/>
                <a:gd name="T30" fmla="*/ 37 w 276"/>
                <a:gd name="T31" fmla="*/ 198 h 388"/>
                <a:gd name="T32" fmla="*/ 46 w 276"/>
                <a:gd name="T33" fmla="*/ 131 h 388"/>
                <a:gd name="T34" fmla="*/ 77 w 276"/>
                <a:gd name="T35" fmla="*/ 78 h 388"/>
                <a:gd name="T36" fmla="*/ 125 w 276"/>
                <a:gd name="T37" fmla="*/ 43 h 388"/>
                <a:gd name="T38" fmla="*/ 189 w 276"/>
                <a:gd name="T39" fmla="*/ 30 h 388"/>
                <a:gd name="T40" fmla="*/ 275 w 276"/>
                <a:gd name="T41" fmla="*/ 51 h 388"/>
                <a:gd name="T42" fmla="*/ 275 w 276"/>
                <a:gd name="T43" fmla="*/ 14 h 388"/>
                <a:gd name="T44" fmla="*/ 189 w 276"/>
                <a:gd name="T45" fmla="*/ 0 h 388"/>
                <a:gd name="T46" fmla="*/ 111 w 276"/>
                <a:gd name="T47" fmla="*/ 15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8">
                  <a:moveTo>
                    <a:pt x="111" y="15"/>
                  </a:moveTo>
                  <a:lnTo>
                    <a:pt x="111" y="15"/>
                  </a:lnTo>
                  <a:cubicBezTo>
                    <a:pt x="88" y="25"/>
                    <a:pt x="67" y="39"/>
                    <a:pt x="52" y="57"/>
                  </a:cubicBezTo>
                  <a:cubicBezTo>
                    <a:pt x="35" y="75"/>
                    <a:pt x="23" y="96"/>
                    <a:pt x="14" y="121"/>
                  </a:cubicBezTo>
                  <a:cubicBezTo>
                    <a:pt x="5" y="145"/>
                    <a:pt x="0" y="171"/>
                    <a:pt x="0" y="200"/>
                  </a:cubicBezTo>
                  <a:cubicBezTo>
                    <a:pt x="0" y="227"/>
                    <a:pt x="5" y="252"/>
                    <a:pt x="13" y="274"/>
                  </a:cubicBezTo>
                  <a:cubicBezTo>
                    <a:pt x="21" y="298"/>
                    <a:pt x="33" y="318"/>
                    <a:pt x="48" y="334"/>
                  </a:cubicBezTo>
                  <a:cubicBezTo>
                    <a:pt x="63" y="351"/>
                    <a:pt x="81" y="364"/>
                    <a:pt x="104" y="373"/>
                  </a:cubicBezTo>
                  <a:cubicBezTo>
                    <a:pt x="125" y="382"/>
                    <a:pt x="150" y="387"/>
                    <a:pt x="176" y="387"/>
                  </a:cubicBezTo>
                  <a:cubicBezTo>
                    <a:pt x="212" y="387"/>
                    <a:pt x="246" y="380"/>
                    <a:pt x="275" y="366"/>
                  </a:cubicBezTo>
                  <a:cubicBezTo>
                    <a:pt x="275" y="333"/>
                    <a:pt x="275" y="333"/>
                    <a:pt x="275" y="333"/>
                  </a:cubicBezTo>
                  <a:cubicBezTo>
                    <a:pt x="247" y="348"/>
                    <a:pt x="215" y="355"/>
                    <a:pt x="179" y="355"/>
                  </a:cubicBezTo>
                  <a:cubicBezTo>
                    <a:pt x="157" y="355"/>
                    <a:pt x="136" y="351"/>
                    <a:pt x="118" y="343"/>
                  </a:cubicBezTo>
                  <a:cubicBezTo>
                    <a:pt x="100" y="334"/>
                    <a:pt x="86" y="323"/>
                    <a:pt x="73" y="309"/>
                  </a:cubicBezTo>
                  <a:cubicBezTo>
                    <a:pt x="60" y="294"/>
                    <a:pt x="52" y="277"/>
                    <a:pt x="46" y="259"/>
                  </a:cubicBezTo>
                  <a:cubicBezTo>
                    <a:pt x="40" y="239"/>
                    <a:pt x="37" y="219"/>
                    <a:pt x="37" y="198"/>
                  </a:cubicBezTo>
                  <a:cubicBezTo>
                    <a:pt x="37" y="174"/>
                    <a:pt x="41" y="152"/>
                    <a:pt x="46" y="131"/>
                  </a:cubicBezTo>
                  <a:cubicBezTo>
                    <a:pt x="53" y="111"/>
                    <a:pt x="63" y="93"/>
                    <a:pt x="77" y="78"/>
                  </a:cubicBezTo>
                  <a:cubicBezTo>
                    <a:pt x="90" y="64"/>
                    <a:pt x="105" y="51"/>
                    <a:pt x="125" y="43"/>
                  </a:cubicBezTo>
                  <a:cubicBezTo>
                    <a:pt x="143" y="34"/>
                    <a:pt x="165" y="30"/>
                    <a:pt x="189" y="30"/>
                  </a:cubicBezTo>
                  <a:cubicBezTo>
                    <a:pt x="219" y="30"/>
                    <a:pt x="247" y="37"/>
                    <a:pt x="275" y="51"/>
                  </a:cubicBezTo>
                  <a:cubicBezTo>
                    <a:pt x="275" y="14"/>
                    <a:pt x="275" y="14"/>
                    <a:pt x="275" y="14"/>
                  </a:cubicBezTo>
                  <a:cubicBezTo>
                    <a:pt x="250" y="4"/>
                    <a:pt x="221" y="0"/>
                    <a:pt x="189" y="0"/>
                  </a:cubicBezTo>
                  <a:cubicBezTo>
                    <a:pt x="161" y="0"/>
                    <a:pt x="134" y="4"/>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6">
              <a:extLst>
                <a:ext uri="{FF2B5EF4-FFF2-40B4-BE49-F238E27FC236}">
                  <a16:creationId xmlns:a16="http://schemas.microsoft.com/office/drawing/2014/main" id="{284AE793-7E9E-1F12-0525-F091F836D58A}"/>
                </a:ext>
              </a:extLst>
            </p:cNvPr>
            <p:cNvSpPr>
              <a:spLocks noChangeArrowheads="1"/>
            </p:cNvSpPr>
            <p:nvPr/>
          </p:nvSpPr>
          <p:spPr bwMode="auto">
            <a:xfrm>
              <a:off x="1876425" y="3897313"/>
              <a:ext cx="127000" cy="139700"/>
            </a:xfrm>
            <a:custGeom>
              <a:avLst/>
              <a:gdLst>
                <a:gd name="T0" fmla="*/ 307 w 354"/>
                <a:gd name="T1" fmla="*/ 53 h 388"/>
                <a:gd name="T2" fmla="*/ 307 w 354"/>
                <a:gd name="T3" fmla="*/ 53 h 388"/>
                <a:gd name="T4" fmla="*/ 253 w 354"/>
                <a:gd name="T5" fmla="*/ 14 h 388"/>
                <a:gd name="T6" fmla="*/ 182 w 354"/>
                <a:gd name="T7" fmla="*/ 0 h 388"/>
                <a:gd name="T8" fmla="*/ 105 w 354"/>
                <a:gd name="T9" fmla="*/ 14 h 388"/>
                <a:gd name="T10" fmla="*/ 48 w 354"/>
                <a:gd name="T11" fmla="*/ 54 h 388"/>
                <a:gd name="T12" fmla="*/ 13 w 354"/>
                <a:gd name="T13" fmla="*/ 117 h 388"/>
                <a:gd name="T14" fmla="*/ 0 w 354"/>
                <a:gd name="T15" fmla="*/ 198 h 388"/>
                <a:gd name="T16" fmla="*/ 13 w 354"/>
                <a:gd name="T17" fmla="*/ 272 h 388"/>
                <a:gd name="T18" fmla="*/ 48 w 354"/>
                <a:gd name="T19" fmla="*/ 332 h 388"/>
                <a:gd name="T20" fmla="*/ 102 w 354"/>
                <a:gd name="T21" fmla="*/ 372 h 388"/>
                <a:gd name="T22" fmla="*/ 176 w 354"/>
                <a:gd name="T23" fmla="*/ 387 h 388"/>
                <a:gd name="T24" fmla="*/ 251 w 354"/>
                <a:gd name="T25" fmla="*/ 372 h 388"/>
                <a:gd name="T26" fmla="*/ 307 w 354"/>
                <a:gd name="T27" fmla="*/ 330 h 388"/>
                <a:gd name="T28" fmla="*/ 342 w 354"/>
                <a:gd name="T29" fmla="*/ 267 h 388"/>
                <a:gd name="T30" fmla="*/ 353 w 354"/>
                <a:gd name="T31" fmla="*/ 188 h 388"/>
                <a:gd name="T32" fmla="*/ 342 w 354"/>
                <a:gd name="T33" fmla="*/ 113 h 388"/>
                <a:gd name="T34" fmla="*/ 307 w 354"/>
                <a:gd name="T35" fmla="*/ 53 h 388"/>
                <a:gd name="T36" fmla="*/ 309 w 354"/>
                <a:gd name="T37" fmla="*/ 258 h 388"/>
                <a:gd name="T38" fmla="*/ 309 w 354"/>
                <a:gd name="T39" fmla="*/ 258 h 388"/>
                <a:gd name="T40" fmla="*/ 281 w 354"/>
                <a:gd name="T41" fmla="*/ 309 h 388"/>
                <a:gd name="T42" fmla="*/ 238 w 354"/>
                <a:gd name="T43" fmla="*/ 343 h 388"/>
                <a:gd name="T44" fmla="*/ 175 w 354"/>
                <a:gd name="T45" fmla="*/ 355 h 388"/>
                <a:gd name="T46" fmla="*/ 113 w 354"/>
                <a:gd name="T47" fmla="*/ 341 h 388"/>
                <a:gd name="T48" fmla="*/ 70 w 354"/>
                <a:gd name="T49" fmla="*/ 306 h 388"/>
                <a:gd name="T50" fmla="*/ 45 w 354"/>
                <a:gd name="T51" fmla="*/ 255 h 388"/>
                <a:gd name="T52" fmla="*/ 37 w 354"/>
                <a:gd name="T53" fmla="*/ 193 h 388"/>
                <a:gd name="T54" fmla="*/ 46 w 354"/>
                <a:gd name="T55" fmla="*/ 131 h 388"/>
                <a:gd name="T56" fmla="*/ 74 w 354"/>
                <a:gd name="T57" fmla="*/ 79 h 388"/>
                <a:gd name="T58" fmla="*/ 118 w 354"/>
                <a:gd name="T59" fmla="*/ 44 h 388"/>
                <a:gd name="T60" fmla="*/ 179 w 354"/>
                <a:gd name="T61" fmla="*/ 30 h 388"/>
                <a:gd name="T62" fmla="*/ 242 w 354"/>
                <a:gd name="T63" fmla="*/ 44 h 388"/>
                <a:gd name="T64" fmla="*/ 284 w 354"/>
                <a:gd name="T65" fmla="*/ 79 h 388"/>
                <a:gd name="T66" fmla="*/ 309 w 354"/>
                <a:gd name="T67" fmla="*/ 131 h 388"/>
                <a:gd name="T68" fmla="*/ 317 w 354"/>
                <a:gd name="T69" fmla="*/ 193 h 388"/>
                <a:gd name="T70" fmla="*/ 309 w 354"/>
                <a:gd name="T71" fmla="*/ 258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307" y="53"/>
                  </a:moveTo>
                  <a:lnTo>
                    <a:pt x="307" y="53"/>
                  </a:lnTo>
                  <a:cubicBezTo>
                    <a:pt x="292" y="36"/>
                    <a:pt x="275" y="23"/>
                    <a:pt x="253" y="14"/>
                  </a:cubicBezTo>
                  <a:cubicBezTo>
                    <a:pt x="232" y="4"/>
                    <a:pt x="208" y="0"/>
                    <a:pt x="182" y="0"/>
                  </a:cubicBezTo>
                  <a:cubicBezTo>
                    <a:pt x="154" y="0"/>
                    <a:pt x="127" y="4"/>
                    <a:pt x="105" y="14"/>
                  </a:cubicBezTo>
                  <a:cubicBezTo>
                    <a:pt x="83" y="23"/>
                    <a:pt x="63" y="37"/>
                    <a:pt x="48" y="54"/>
                  </a:cubicBezTo>
                  <a:cubicBezTo>
                    <a:pt x="33" y="72"/>
                    <a:pt x="21" y="92"/>
                    <a:pt x="13" y="117"/>
                  </a:cubicBezTo>
                  <a:cubicBezTo>
                    <a:pt x="5" y="140"/>
                    <a:pt x="0" y="168"/>
                    <a:pt x="0" y="198"/>
                  </a:cubicBezTo>
                  <a:cubicBezTo>
                    <a:pt x="0" y="224"/>
                    <a:pt x="5" y="248"/>
                    <a:pt x="13" y="272"/>
                  </a:cubicBezTo>
                  <a:cubicBezTo>
                    <a:pt x="21" y="294"/>
                    <a:pt x="33" y="315"/>
                    <a:pt x="48" y="332"/>
                  </a:cubicBezTo>
                  <a:cubicBezTo>
                    <a:pt x="63" y="348"/>
                    <a:pt x="81" y="362"/>
                    <a:pt x="102" y="372"/>
                  </a:cubicBezTo>
                  <a:cubicBezTo>
                    <a:pt x="125" y="382"/>
                    <a:pt x="148" y="387"/>
                    <a:pt x="176" y="387"/>
                  </a:cubicBezTo>
                  <a:cubicBezTo>
                    <a:pt x="204" y="387"/>
                    <a:pt x="229" y="382"/>
                    <a:pt x="251" y="372"/>
                  </a:cubicBezTo>
                  <a:cubicBezTo>
                    <a:pt x="274" y="362"/>
                    <a:pt x="292" y="348"/>
                    <a:pt x="307" y="330"/>
                  </a:cubicBezTo>
                  <a:cubicBezTo>
                    <a:pt x="323" y="312"/>
                    <a:pt x="334" y="291"/>
                    <a:pt x="342" y="267"/>
                  </a:cubicBezTo>
                  <a:cubicBezTo>
                    <a:pt x="349" y="242"/>
                    <a:pt x="353" y="216"/>
                    <a:pt x="353" y="188"/>
                  </a:cubicBezTo>
                  <a:cubicBezTo>
                    <a:pt x="353" y="160"/>
                    <a:pt x="349" y="136"/>
                    <a:pt x="342" y="113"/>
                  </a:cubicBezTo>
                  <a:cubicBezTo>
                    <a:pt x="334" y="90"/>
                    <a:pt x="323" y="69"/>
                    <a:pt x="307" y="53"/>
                  </a:cubicBezTo>
                  <a:close/>
                  <a:moveTo>
                    <a:pt x="309" y="258"/>
                  </a:moveTo>
                  <a:lnTo>
                    <a:pt x="309" y="258"/>
                  </a:lnTo>
                  <a:cubicBezTo>
                    <a:pt x="302" y="279"/>
                    <a:pt x="293" y="295"/>
                    <a:pt x="281" y="309"/>
                  </a:cubicBezTo>
                  <a:cubicBezTo>
                    <a:pt x="270" y="323"/>
                    <a:pt x="254" y="334"/>
                    <a:pt x="238" y="343"/>
                  </a:cubicBezTo>
                  <a:cubicBezTo>
                    <a:pt x="219" y="351"/>
                    <a:pt x="198" y="355"/>
                    <a:pt x="175" y="355"/>
                  </a:cubicBezTo>
                  <a:cubicBezTo>
                    <a:pt x="152" y="355"/>
                    <a:pt x="132" y="351"/>
                    <a:pt x="113" y="341"/>
                  </a:cubicBezTo>
                  <a:cubicBezTo>
                    <a:pt x="97" y="333"/>
                    <a:pt x="83" y="322"/>
                    <a:pt x="70" y="306"/>
                  </a:cubicBezTo>
                  <a:cubicBezTo>
                    <a:pt x="59" y="291"/>
                    <a:pt x="51" y="274"/>
                    <a:pt x="45" y="255"/>
                  </a:cubicBezTo>
                  <a:cubicBezTo>
                    <a:pt x="39" y="235"/>
                    <a:pt x="37" y="214"/>
                    <a:pt x="37" y="193"/>
                  </a:cubicBezTo>
                  <a:cubicBezTo>
                    <a:pt x="37" y="171"/>
                    <a:pt x="41" y="150"/>
                    <a:pt x="46" y="131"/>
                  </a:cubicBezTo>
                  <a:cubicBezTo>
                    <a:pt x="52" y="111"/>
                    <a:pt x="62" y="93"/>
                    <a:pt x="74" y="79"/>
                  </a:cubicBezTo>
                  <a:cubicBezTo>
                    <a:pt x="85" y="64"/>
                    <a:pt x="101" y="53"/>
                    <a:pt x="118" y="44"/>
                  </a:cubicBezTo>
                  <a:cubicBezTo>
                    <a:pt x="136" y="34"/>
                    <a:pt x="155" y="30"/>
                    <a:pt x="179" y="30"/>
                  </a:cubicBezTo>
                  <a:cubicBezTo>
                    <a:pt x="203" y="30"/>
                    <a:pt x="224" y="34"/>
                    <a:pt x="242" y="44"/>
                  </a:cubicBezTo>
                  <a:cubicBezTo>
                    <a:pt x="258" y="53"/>
                    <a:pt x="272" y="64"/>
                    <a:pt x="284" y="79"/>
                  </a:cubicBezTo>
                  <a:cubicBezTo>
                    <a:pt x="295" y="93"/>
                    <a:pt x="303" y="111"/>
                    <a:pt x="309" y="131"/>
                  </a:cubicBezTo>
                  <a:cubicBezTo>
                    <a:pt x="314" y="150"/>
                    <a:pt x="317" y="171"/>
                    <a:pt x="317" y="193"/>
                  </a:cubicBezTo>
                  <a:cubicBezTo>
                    <a:pt x="317" y="216"/>
                    <a:pt x="314" y="238"/>
                    <a:pt x="309"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87">
              <a:extLst>
                <a:ext uri="{FF2B5EF4-FFF2-40B4-BE49-F238E27FC236}">
                  <a16:creationId xmlns:a16="http://schemas.microsoft.com/office/drawing/2014/main" id="{31AF0EFD-1E9A-B0FD-72A2-F948487EA40F}"/>
                </a:ext>
              </a:extLst>
            </p:cNvPr>
            <p:cNvSpPr>
              <a:spLocks noChangeArrowheads="1"/>
            </p:cNvSpPr>
            <p:nvPr/>
          </p:nvSpPr>
          <p:spPr bwMode="auto">
            <a:xfrm>
              <a:off x="2032000" y="389890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9"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4" y="70"/>
                    <a:pt x="33" y="64"/>
                  </a:cubicBezTo>
                  <a:cubicBezTo>
                    <a:pt x="33" y="59"/>
                    <a:pt x="33" y="55"/>
                    <a:pt x="33" y="50"/>
                  </a:cubicBezTo>
                  <a:cubicBezTo>
                    <a:pt x="34" y="50"/>
                    <a:pt x="34" y="50"/>
                    <a:pt x="34" y="50"/>
                  </a:cubicBezTo>
                  <a:cubicBezTo>
                    <a:pt x="36" y="55"/>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88">
              <a:extLst>
                <a:ext uri="{FF2B5EF4-FFF2-40B4-BE49-F238E27FC236}">
                  <a16:creationId xmlns:a16="http://schemas.microsoft.com/office/drawing/2014/main" id="{7DB7FB04-2ED7-A26E-BF2F-BFE3E2E18CFA}"/>
                </a:ext>
              </a:extLst>
            </p:cNvPr>
            <p:cNvSpPr>
              <a:spLocks noChangeArrowheads="1"/>
            </p:cNvSpPr>
            <p:nvPr/>
          </p:nvSpPr>
          <p:spPr bwMode="auto">
            <a:xfrm>
              <a:off x="2166938" y="3897313"/>
              <a:ext cx="76200" cy="139700"/>
            </a:xfrm>
            <a:custGeom>
              <a:avLst/>
              <a:gdLst>
                <a:gd name="T0" fmla="*/ 61 w 213"/>
                <a:gd name="T1" fmla="*/ 47 h 388"/>
                <a:gd name="T2" fmla="*/ 61 w 213"/>
                <a:gd name="T3" fmla="*/ 47 h 388"/>
                <a:gd name="T4" fmla="*/ 88 w 213"/>
                <a:gd name="T5" fmla="*/ 34 h 388"/>
                <a:gd name="T6" fmla="*/ 118 w 213"/>
                <a:gd name="T7" fmla="*/ 30 h 388"/>
                <a:gd name="T8" fmla="*/ 196 w 213"/>
                <a:gd name="T9" fmla="*/ 50 h 388"/>
                <a:gd name="T10" fmla="*/ 196 w 213"/>
                <a:gd name="T11" fmla="*/ 11 h 388"/>
                <a:gd name="T12" fmla="*/ 122 w 213"/>
                <a:gd name="T13" fmla="*/ 0 h 388"/>
                <a:gd name="T14" fmla="*/ 75 w 213"/>
                <a:gd name="T15" fmla="*/ 7 h 388"/>
                <a:gd name="T16" fmla="*/ 37 w 213"/>
                <a:gd name="T17" fmla="*/ 25 h 388"/>
                <a:gd name="T18" fmla="*/ 11 w 213"/>
                <a:gd name="T19" fmla="*/ 57 h 388"/>
                <a:gd name="T20" fmla="*/ 1 w 213"/>
                <a:gd name="T21" fmla="*/ 97 h 388"/>
                <a:gd name="T22" fmla="*/ 7 w 213"/>
                <a:gd name="T23" fmla="*/ 129 h 388"/>
                <a:gd name="T24" fmla="*/ 22 w 213"/>
                <a:gd name="T25" fmla="*/ 156 h 388"/>
                <a:gd name="T26" fmla="*/ 50 w 213"/>
                <a:gd name="T27" fmla="*/ 180 h 388"/>
                <a:gd name="T28" fmla="*/ 92 w 213"/>
                <a:gd name="T29" fmla="*/ 203 h 388"/>
                <a:gd name="T30" fmla="*/ 129 w 213"/>
                <a:gd name="T31" fmla="*/ 226 h 388"/>
                <a:gd name="T32" fmla="*/ 156 w 213"/>
                <a:gd name="T33" fmla="*/ 245 h 388"/>
                <a:gd name="T34" fmla="*/ 171 w 213"/>
                <a:gd name="T35" fmla="*/ 266 h 388"/>
                <a:gd name="T36" fmla="*/ 175 w 213"/>
                <a:gd name="T37" fmla="*/ 291 h 388"/>
                <a:gd name="T38" fmla="*/ 155 w 213"/>
                <a:gd name="T39" fmla="*/ 338 h 388"/>
                <a:gd name="T40" fmla="*/ 90 w 213"/>
                <a:gd name="T41" fmla="*/ 355 h 388"/>
                <a:gd name="T42" fmla="*/ 68 w 213"/>
                <a:gd name="T43" fmla="*/ 354 h 388"/>
                <a:gd name="T44" fmla="*/ 44 w 213"/>
                <a:gd name="T45" fmla="*/ 347 h 388"/>
                <a:gd name="T46" fmla="*/ 21 w 213"/>
                <a:gd name="T47" fmla="*/ 338 h 388"/>
                <a:gd name="T48" fmla="*/ 0 w 213"/>
                <a:gd name="T49" fmla="*/ 326 h 388"/>
                <a:gd name="T50" fmla="*/ 0 w 213"/>
                <a:gd name="T51" fmla="*/ 366 h 388"/>
                <a:gd name="T52" fmla="*/ 18 w 213"/>
                <a:gd name="T53" fmla="*/ 375 h 388"/>
                <a:gd name="T54" fmla="*/ 42 w 213"/>
                <a:gd name="T55" fmla="*/ 380 h 388"/>
                <a:gd name="T56" fmla="*/ 67 w 213"/>
                <a:gd name="T57" fmla="*/ 384 h 388"/>
                <a:gd name="T58" fmla="*/ 88 w 213"/>
                <a:gd name="T59" fmla="*/ 387 h 388"/>
                <a:gd name="T60" fmla="*/ 138 w 213"/>
                <a:gd name="T61" fmla="*/ 380 h 388"/>
                <a:gd name="T62" fmla="*/ 177 w 213"/>
                <a:gd name="T63" fmla="*/ 362 h 388"/>
                <a:gd name="T64" fmla="*/ 203 w 213"/>
                <a:gd name="T65" fmla="*/ 330 h 388"/>
                <a:gd name="T66" fmla="*/ 212 w 213"/>
                <a:gd name="T67" fmla="*/ 287 h 388"/>
                <a:gd name="T68" fmla="*/ 206 w 213"/>
                <a:gd name="T69" fmla="*/ 255 h 388"/>
                <a:gd name="T70" fmla="*/ 189 w 213"/>
                <a:gd name="T71" fmla="*/ 228 h 388"/>
                <a:gd name="T72" fmla="*/ 160 w 213"/>
                <a:gd name="T73" fmla="*/ 203 h 388"/>
                <a:gd name="T74" fmla="*/ 118 w 213"/>
                <a:gd name="T75" fmla="*/ 178 h 388"/>
                <a:gd name="T76" fmla="*/ 81 w 213"/>
                <a:gd name="T77" fmla="*/ 157 h 388"/>
                <a:gd name="T78" fmla="*/ 56 w 213"/>
                <a:gd name="T79" fmla="*/ 139 h 388"/>
                <a:gd name="T80" fmla="*/ 42 w 213"/>
                <a:gd name="T81" fmla="*/ 118 h 388"/>
                <a:gd name="T82" fmla="*/ 37 w 213"/>
                <a:gd name="T83" fmla="*/ 93 h 388"/>
                <a:gd name="T84" fmla="*/ 44 w 213"/>
                <a:gd name="T85" fmla="*/ 67 h 388"/>
                <a:gd name="T86" fmla="*/ 61 w 213"/>
                <a:gd name="T87" fmla="*/ 47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61" y="47"/>
                  </a:moveTo>
                  <a:lnTo>
                    <a:pt x="61" y="47"/>
                  </a:lnTo>
                  <a:cubicBezTo>
                    <a:pt x="69" y="41"/>
                    <a:pt x="78" y="37"/>
                    <a:pt x="88" y="34"/>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7"/>
                  </a:cubicBezTo>
                  <a:cubicBezTo>
                    <a:pt x="61" y="11"/>
                    <a:pt x="49" y="16"/>
                    <a:pt x="37" y="25"/>
                  </a:cubicBezTo>
                  <a:cubicBezTo>
                    <a:pt x="26" y="34"/>
                    <a:pt x="18" y="44"/>
                    <a:pt x="11" y="57"/>
                  </a:cubicBezTo>
                  <a:cubicBezTo>
                    <a:pt x="4" y="68"/>
                    <a:pt x="1" y="82"/>
                    <a:pt x="1" y="97"/>
                  </a:cubicBezTo>
                  <a:cubicBezTo>
                    <a:pt x="1" y="108"/>
                    <a:pt x="3" y="120"/>
                    <a:pt x="7" y="129"/>
                  </a:cubicBezTo>
                  <a:cubicBezTo>
                    <a:pt x="10" y="139"/>
                    <a:pt x="15" y="147"/>
                    <a:pt x="22" y="156"/>
                  </a:cubicBezTo>
                  <a:cubicBezTo>
                    <a:pt x="29" y="163"/>
                    <a:pt x="39" y="171"/>
                    <a:pt x="50" y="180"/>
                  </a:cubicBezTo>
                  <a:cubicBezTo>
                    <a:pt x="61" y="186"/>
                    <a:pt x="75" y="195"/>
                    <a:pt x="92" y="203"/>
                  </a:cubicBezTo>
                  <a:cubicBezTo>
                    <a:pt x="106" y="212"/>
                    <a:pt x="118" y="219"/>
                    <a:pt x="129" y="226"/>
                  </a:cubicBezTo>
                  <a:cubicBezTo>
                    <a:pt x="139" y="231"/>
                    <a:pt x="149" y="238"/>
                    <a:pt x="156" y="245"/>
                  </a:cubicBezTo>
                  <a:cubicBezTo>
                    <a:pt x="163" y="251"/>
                    <a:pt x="167" y="258"/>
                    <a:pt x="171" y="266"/>
                  </a:cubicBezTo>
                  <a:cubicBezTo>
                    <a:pt x="174" y="273"/>
                    <a:pt x="175" y="281"/>
                    <a:pt x="175" y="291"/>
                  </a:cubicBezTo>
                  <a:cubicBezTo>
                    <a:pt x="175" y="312"/>
                    <a:pt x="168" y="327"/>
                    <a:pt x="155" y="338"/>
                  </a:cubicBezTo>
                  <a:cubicBezTo>
                    <a:pt x="141" y="350"/>
                    <a:pt x="120" y="355"/>
                    <a:pt x="90" y="355"/>
                  </a:cubicBezTo>
                  <a:cubicBezTo>
                    <a:pt x="83" y="355"/>
                    <a:pt x="76" y="355"/>
                    <a:pt x="68" y="354"/>
                  </a:cubicBezTo>
                  <a:cubicBezTo>
                    <a:pt x="60" y="352"/>
                    <a:pt x="51" y="350"/>
                    <a:pt x="44" y="347"/>
                  </a:cubicBezTo>
                  <a:cubicBezTo>
                    <a:pt x="36" y="345"/>
                    <a:pt x="28" y="341"/>
                    <a:pt x="21" y="338"/>
                  </a:cubicBezTo>
                  <a:cubicBezTo>
                    <a:pt x="14" y="334"/>
                    <a:pt x="7" y="330"/>
                    <a:pt x="0" y="326"/>
                  </a:cubicBezTo>
                  <a:cubicBezTo>
                    <a:pt x="0" y="366"/>
                    <a:pt x="0" y="366"/>
                    <a:pt x="0" y="366"/>
                  </a:cubicBezTo>
                  <a:cubicBezTo>
                    <a:pt x="4" y="369"/>
                    <a:pt x="11" y="372"/>
                    <a:pt x="18" y="375"/>
                  </a:cubicBezTo>
                  <a:cubicBezTo>
                    <a:pt x="26" y="378"/>
                    <a:pt x="33" y="379"/>
                    <a:pt x="42" y="380"/>
                  </a:cubicBezTo>
                  <a:cubicBezTo>
                    <a:pt x="50" y="383"/>
                    <a:pt x="58" y="384"/>
                    <a:pt x="67" y="384"/>
                  </a:cubicBezTo>
                  <a:cubicBezTo>
                    <a:pt x="75" y="386"/>
                    <a:pt x="82" y="387"/>
                    <a:pt x="88" y="387"/>
                  </a:cubicBezTo>
                  <a:cubicBezTo>
                    <a:pt x="106" y="387"/>
                    <a:pt x="122" y="384"/>
                    <a:pt x="138" y="380"/>
                  </a:cubicBezTo>
                  <a:cubicBezTo>
                    <a:pt x="153" y="376"/>
                    <a:pt x="167" y="371"/>
                    <a:pt x="177" y="362"/>
                  </a:cubicBezTo>
                  <a:cubicBezTo>
                    <a:pt x="188" y="354"/>
                    <a:pt x="196" y="343"/>
                    <a:pt x="203" y="330"/>
                  </a:cubicBezTo>
                  <a:cubicBezTo>
                    <a:pt x="209" y="319"/>
                    <a:pt x="212" y="304"/>
                    <a:pt x="212" y="287"/>
                  </a:cubicBezTo>
                  <a:cubicBezTo>
                    <a:pt x="212" y="276"/>
                    <a:pt x="210" y="265"/>
                    <a:pt x="206" y="255"/>
                  </a:cubicBezTo>
                  <a:cubicBezTo>
                    <a:pt x="202" y="245"/>
                    <a:pt x="196" y="237"/>
                    <a:pt x="189" y="228"/>
                  </a:cubicBezTo>
                  <a:cubicBezTo>
                    <a:pt x="181" y="219"/>
                    <a:pt x="171" y="210"/>
                    <a:pt x="160" y="203"/>
                  </a:cubicBezTo>
                  <a:cubicBezTo>
                    <a:pt x="148" y="195"/>
                    <a:pt x="135" y="186"/>
                    <a:pt x="118" y="178"/>
                  </a:cubicBezTo>
                  <a:cubicBezTo>
                    <a:pt x="104" y="171"/>
                    <a:pt x="92" y="163"/>
                    <a:pt x="81" y="157"/>
                  </a:cubicBezTo>
                  <a:cubicBezTo>
                    <a:pt x="71" y="152"/>
                    <a:pt x="62" y="145"/>
                    <a:pt x="56" y="139"/>
                  </a:cubicBezTo>
                  <a:cubicBezTo>
                    <a:pt x="50" y="132"/>
                    <a:pt x="44" y="125"/>
                    <a:pt x="42" y="118"/>
                  </a:cubicBezTo>
                  <a:cubicBezTo>
                    <a:pt x="39" y="111"/>
                    <a:pt x="37" y="103"/>
                    <a:pt x="37" y="93"/>
                  </a:cubicBezTo>
                  <a:cubicBezTo>
                    <a:pt x="37" y="83"/>
                    <a:pt x="40" y="74"/>
                    <a:pt x="44" y="67"/>
                  </a:cubicBezTo>
                  <a:cubicBezTo>
                    <a:pt x="49" y="58"/>
                    <a:pt x="54" y="53"/>
                    <a:pt x="61" y="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16E502E0-E06D-A53A-DF42-9395DA564A03}"/>
              </a:ext>
            </a:extLst>
          </p:cNvPr>
          <p:cNvGrpSpPr/>
          <p:nvPr/>
        </p:nvGrpSpPr>
        <p:grpSpPr>
          <a:xfrm>
            <a:off x="1570706" y="5014813"/>
            <a:ext cx="257175" cy="214312"/>
            <a:chOff x="542925" y="5329238"/>
            <a:chExt cx="257175" cy="214312"/>
          </a:xfrm>
          <a:solidFill>
            <a:schemeClr val="tx2"/>
          </a:solidFill>
        </p:grpSpPr>
        <p:sp>
          <p:nvSpPr>
            <p:cNvPr id="351" name="Freeform 289">
              <a:extLst>
                <a:ext uri="{FF2B5EF4-FFF2-40B4-BE49-F238E27FC236}">
                  <a16:creationId xmlns:a16="http://schemas.microsoft.com/office/drawing/2014/main" id="{99350413-19E8-2625-2DAA-2771A707B22F}"/>
                </a:ext>
              </a:extLst>
            </p:cNvPr>
            <p:cNvSpPr>
              <a:spLocks noChangeArrowheads="1"/>
            </p:cNvSpPr>
            <p:nvPr/>
          </p:nvSpPr>
          <p:spPr bwMode="auto">
            <a:xfrm>
              <a:off x="542925" y="5329238"/>
              <a:ext cx="257175" cy="214312"/>
            </a:xfrm>
            <a:custGeom>
              <a:avLst/>
              <a:gdLst>
                <a:gd name="T0" fmla="*/ 714 w 715"/>
                <a:gd name="T1" fmla="*/ 549 h 595"/>
                <a:gd name="T2" fmla="*/ 714 w 715"/>
                <a:gd name="T3" fmla="*/ 549 h 595"/>
                <a:gd name="T4" fmla="*/ 714 w 715"/>
                <a:gd name="T5" fmla="*/ 163 h 595"/>
                <a:gd name="T6" fmla="*/ 714 w 715"/>
                <a:gd name="T7" fmla="*/ 163 h 595"/>
                <a:gd name="T8" fmla="*/ 714 w 715"/>
                <a:gd name="T9" fmla="*/ 163 h 595"/>
                <a:gd name="T10" fmla="*/ 714 w 715"/>
                <a:gd name="T11" fmla="*/ 50 h 595"/>
                <a:gd name="T12" fmla="*/ 663 w 715"/>
                <a:gd name="T13" fmla="*/ 0 h 595"/>
                <a:gd name="T14" fmla="*/ 50 w 715"/>
                <a:gd name="T15" fmla="*/ 0 h 595"/>
                <a:gd name="T16" fmla="*/ 0 w 715"/>
                <a:gd name="T17" fmla="*/ 50 h 595"/>
                <a:gd name="T18" fmla="*/ 0 w 715"/>
                <a:gd name="T19" fmla="*/ 549 h 595"/>
                <a:gd name="T20" fmla="*/ 45 w 715"/>
                <a:gd name="T21" fmla="*/ 594 h 595"/>
                <a:gd name="T22" fmla="*/ 670 w 715"/>
                <a:gd name="T23" fmla="*/ 594 h 595"/>
                <a:gd name="T24" fmla="*/ 714 w 715"/>
                <a:gd name="T25" fmla="*/ 549 h 595"/>
                <a:gd name="T26" fmla="*/ 35 w 715"/>
                <a:gd name="T27" fmla="*/ 36 h 595"/>
                <a:gd name="T28" fmla="*/ 35 w 715"/>
                <a:gd name="T29" fmla="*/ 36 h 595"/>
                <a:gd name="T30" fmla="*/ 50 w 715"/>
                <a:gd name="T31" fmla="*/ 29 h 595"/>
                <a:gd name="T32" fmla="*/ 663 w 715"/>
                <a:gd name="T33" fmla="*/ 29 h 595"/>
                <a:gd name="T34" fmla="*/ 678 w 715"/>
                <a:gd name="T35" fmla="*/ 36 h 595"/>
                <a:gd name="T36" fmla="*/ 683 w 715"/>
                <a:gd name="T37" fmla="*/ 50 h 595"/>
                <a:gd name="T38" fmla="*/ 683 w 715"/>
                <a:gd name="T39" fmla="*/ 147 h 595"/>
                <a:gd name="T40" fmla="*/ 29 w 715"/>
                <a:gd name="T41" fmla="*/ 147 h 595"/>
                <a:gd name="T42" fmla="*/ 29 w 715"/>
                <a:gd name="T43" fmla="*/ 50 h 595"/>
                <a:gd name="T44" fmla="*/ 35 w 715"/>
                <a:gd name="T45" fmla="*/ 36 h 595"/>
                <a:gd name="T46" fmla="*/ 45 w 715"/>
                <a:gd name="T47" fmla="*/ 564 h 595"/>
                <a:gd name="T48" fmla="*/ 45 w 715"/>
                <a:gd name="T49" fmla="*/ 564 h 595"/>
                <a:gd name="T50" fmla="*/ 29 w 715"/>
                <a:gd name="T51" fmla="*/ 549 h 595"/>
                <a:gd name="T52" fmla="*/ 29 w 715"/>
                <a:gd name="T53" fmla="*/ 178 h 595"/>
                <a:gd name="T54" fmla="*/ 683 w 715"/>
                <a:gd name="T55" fmla="*/ 178 h 595"/>
                <a:gd name="T56" fmla="*/ 683 w 715"/>
                <a:gd name="T57" fmla="*/ 549 h 595"/>
                <a:gd name="T58" fmla="*/ 670 w 715"/>
                <a:gd name="T59" fmla="*/ 564 h 595"/>
                <a:gd name="T60" fmla="*/ 45 w 715"/>
                <a:gd name="T61" fmla="*/ 564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15" h="595">
                  <a:moveTo>
                    <a:pt x="714" y="549"/>
                  </a:moveTo>
                  <a:lnTo>
                    <a:pt x="714" y="549"/>
                  </a:lnTo>
                  <a:cubicBezTo>
                    <a:pt x="714" y="163"/>
                    <a:pt x="714" y="163"/>
                    <a:pt x="714" y="163"/>
                  </a:cubicBezTo>
                  <a:lnTo>
                    <a:pt x="714" y="163"/>
                  </a:lnTo>
                  <a:lnTo>
                    <a:pt x="714" y="163"/>
                  </a:lnTo>
                  <a:cubicBezTo>
                    <a:pt x="714" y="50"/>
                    <a:pt x="714" y="50"/>
                    <a:pt x="714" y="50"/>
                  </a:cubicBezTo>
                  <a:cubicBezTo>
                    <a:pt x="714" y="22"/>
                    <a:pt x="690" y="0"/>
                    <a:pt x="663" y="0"/>
                  </a:cubicBezTo>
                  <a:cubicBezTo>
                    <a:pt x="50" y="0"/>
                    <a:pt x="50" y="0"/>
                    <a:pt x="50" y="0"/>
                  </a:cubicBezTo>
                  <a:cubicBezTo>
                    <a:pt x="22" y="0"/>
                    <a:pt x="0" y="22"/>
                    <a:pt x="0" y="50"/>
                  </a:cubicBezTo>
                  <a:cubicBezTo>
                    <a:pt x="0" y="549"/>
                    <a:pt x="0" y="549"/>
                    <a:pt x="0" y="549"/>
                  </a:cubicBezTo>
                  <a:cubicBezTo>
                    <a:pt x="0" y="574"/>
                    <a:pt x="20" y="594"/>
                    <a:pt x="45" y="594"/>
                  </a:cubicBezTo>
                  <a:cubicBezTo>
                    <a:pt x="670" y="594"/>
                    <a:pt x="670" y="594"/>
                    <a:pt x="670" y="594"/>
                  </a:cubicBezTo>
                  <a:cubicBezTo>
                    <a:pt x="693" y="594"/>
                    <a:pt x="714" y="574"/>
                    <a:pt x="714" y="549"/>
                  </a:cubicBezTo>
                  <a:close/>
                  <a:moveTo>
                    <a:pt x="35" y="36"/>
                  </a:moveTo>
                  <a:lnTo>
                    <a:pt x="35" y="36"/>
                  </a:lnTo>
                  <a:cubicBezTo>
                    <a:pt x="39" y="32"/>
                    <a:pt x="45" y="29"/>
                    <a:pt x="50" y="29"/>
                  </a:cubicBezTo>
                  <a:cubicBezTo>
                    <a:pt x="663" y="29"/>
                    <a:pt x="663" y="29"/>
                    <a:pt x="663" y="29"/>
                  </a:cubicBezTo>
                  <a:cubicBezTo>
                    <a:pt x="668" y="29"/>
                    <a:pt x="674" y="32"/>
                    <a:pt x="678" y="36"/>
                  </a:cubicBezTo>
                  <a:cubicBezTo>
                    <a:pt x="682" y="39"/>
                    <a:pt x="683" y="44"/>
                    <a:pt x="683" y="50"/>
                  </a:cubicBezTo>
                  <a:cubicBezTo>
                    <a:pt x="683" y="147"/>
                    <a:pt x="683" y="147"/>
                    <a:pt x="683" y="147"/>
                  </a:cubicBezTo>
                  <a:cubicBezTo>
                    <a:pt x="29" y="147"/>
                    <a:pt x="29" y="147"/>
                    <a:pt x="29" y="147"/>
                  </a:cubicBezTo>
                  <a:cubicBezTo>
                    <a:pt x="29" y="50"/>
                    <a:pt x="29" y="50"/>
                    <a:pt x="29" y="50"/>
                  </a:cubicBezTo>
                  <a:cubicBezTo>
                    <a:pt x="29" y="44"/>
                    <a:pt x="32" y="39"/>
                    <a:pt x="35" y="36"/>
                  </a:cubicBezTo>
                  <a:close/>
                  <a:moveTo>
                    <a:pt x="45" y="564"/>
                  </a:moveTo>
                  <a:lnTo>
                    <a:pt x="45" y="564"/>
                  </a:lnTo>
                  <a:cubicBezTo>
                    <a:pt x="36" y="564"/>
                    <a:pt x="29" y="557"/>
                    <a:pt x="29" y="549"/>
                  </a:cubicBezTo>
                  <a:cubicBezTo>
                    <a:pt x="29" y="178"/>
                    <a:pt x="29" y="178"/>
                    <a:pt x="29" y="178"/>
                  </a:cubicBezTo>
                  <a:cubicBezTo>
                    <a:pt x="683" y="178"/>
                    <a:pt x="683" y="178"/>
                    <a:pt x="683" y="178"/>
                  </a:cubicBezTo>
                  <a:cubicBezTo>
                    <a:pt x="683" y="549"/>
                    <a:pt x="683" y="549"/>
                    <a:pt x="683" y="549"/>
                  </a:cubicBezTo>
                  <a:cubicBezTo>
                    <a:pt x="683" y="557"/>
                    <a:pt x="678" y="564"/>
                    <a:pt x="670" y="564"/>
                  </a:cubicBezTo>
                  <a:lnTo>
                    <a:pt x="45" y="5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0">
              <a:extLst>
                <a:ext uri="{FF2B5EF4-FFF2-40B4-BE49-F238E27FC236}">
                  <a16:creationId xmlns:a16="http://schemas.microsoft.com/office/drawing/2014/main" id="{85CB3718-8A82-9DAB-9E37-630615ED4144}"/>
                </a:ext>
              </a:extLst>
            </p:cNvPr>
            <p:cNvSpPr>
              <a:spLocks noChangeArrowheads="1"/>
            </p:cNvSpPr>
            <p:nvPr/>
          </p:nvSpPr>
          <p:spPr bwMode="auto">
            <a:xfrm>
              <a:off x="563563" y="5349875"/>
              <a:ext cx="22225" cy="22225"/>
            </a:xfrm>
            <a:custGeom>
              <a:avLst/>
              <a:gdLst>
                <a:gd name="T0" fmla="*/ 30 w 61"/>
                <a:gd name="T1" fmla="*/ 60 h 61"/>
                <a:gd name="T2" fmla="*/ 30 w 61"/>
                <a:gd name="T3" fmla="*/ 60 h 61"/>
                <a:gd name="T4" fmla="*/ 60 w 61"/>
                <a:gd name="T5" fmla="*/ 31 h 61"/>
                <a:gd name="T6" fmla="*/ 30 w 61"/>
                <a:gd name="T7" fmla="*/ 0 h 61"/>
                <a:gd name="T8" fmla="*/ 0 w 61"/>
                <a:gd name="T9" fmla="*/ 31 h 61"/>
                <a:gd name="T10" fmla="*/ 30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0" y="60"/>
                  </a:moveTo>
                  <a:lnTo>
                    <a:pt x="30" y="60"/>
                  </a:lnTo>
                  <a:cubicBezTo>
                    <a:pt x="46" y="60"/>
                    <a:pt x="60" y="48"/>
                    <a:pt x="60" y="31"/>
                  </a:cubicBezTo>
                  <a:cubicBezTo>
                    <a:pt x="60" y="14"/>
                    <a:pt x="46" y="0"/>
                    <a:pt x="30" y="0"/>
                  </a:cubicBezTo>
                  <a:cubicBezTo>
                    <a:pt x="14" y="0"/>
                    <a:pt x="0" y="14"/>
                    <a:pt x="0" y="31"/>
                  </a:cubicBezTo>
                  <a:cubicBezTo>
                    <a:pt x="0" y="48"/>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3" name="Freeform 291">
              <a:extLst>
                <a:ext uri="{FF2B5EF4-FFF2-40B4-BE49-F238E27FC236}">
                  <a16:creationId xmlns:a16="http://schemas.microsoft.com/office/drawing/2014/main" id="{EECF3A48-9910-9D81-58EA-E5189CE71A5B}"/>
                </a:ext>
              </a:extLst>
            </p:cNvPr>
            <p:cNvSpPr>
              <a:spLocks noChangeArrowheads="1"/>
            </p:cNvSpPr>
            <p:nvPr/>
          </p:nvSpPr>
          <p:spPr bwMode="auto">
            <a:xfrm>
              <a:off x="59531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4" name="Freeform 292">
              <a:extLst>
                <a:ext uri="{FF2B5EF4-FFF2-40B4-BE49-F238E27FC236}">
                  <a16:creationId xmlns:a16="http://schemas.microsoft.com/office/drawing/2014/main" id="{6360356A-EC18-1564-00CB-78D5D93BD6B2}"/>
                </a:ext>
              </a:extLst>
            </p:cNvPr>
            <p:cNvSpPr>
              <a:spLocks noChangeArrowheads="1"/>
            </p:cNvSpPr>
            <p:nvPr/>
          </p:nvSpPr>
          <p:spPr bwMode="auto">
            <a:xfrm>
              <a:off x="62706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5" name="Group 358">
            <a:extLst>
              <a:ext uri="{FF2B5EF4-FFF2-40B4-BE49-F238E27FC236}">
                <a16:creationId xmlns:a16="http://schemas.microsoft.com/office/drawing/2014/main" id="{CF07B0DD-B137-7509-2EEF-78F7A354864E}"/>
              </a:ext>
            </a:extLst>
          </p:cNvPr>
          <p:cNvGrpSpPr/>
          <p:nvPr/>
        </p:nvGrpSpPr>
        <p:grpSpPr>
          <a:xfrm>
            <a:off x="1056356" y="4513164"/>
            <a:ext cx="257175" cy="193675"/>
            <a:chOff x="28575" y="4824413"/>
            <a:chExt cx="257175" cy="193675"/>
          </a:xfrm>
          <a:solidFill>
            <a:schemeClr val="tx2"/>
          </a:solidFill>
        </p:grpSpPr>
        <p:sp>
          <p:nvSpPr>
            <p:cNvPr id="356" name="Freeform 293">
              <a:extLst>
                <a:ext uri="{FF2B5EF4-FFF2-40B4-BE49-F238E27FC236}">
                  <a16:creationId xmlns:a16="http://schemas.microsoft.com/office/drawing/2014/main" id="{E7A68056-1065-7214-C476-2B1846C6D328}"/>
                </a:ext>
              </a:extLst>
            </p:cNvPr>
            <p:cNvSpPr>
              <a:spLocks noChangeArrowheads="1"/>
            </p:cNvSpPr>
            <p:nvPr/>
          </p:nvSpPr>
          <p:spPr bwMode="auto">
            <a:xfrm>
              <a:off x="28575" y="4824413"/>
              <a:ext cx="257175" cy="193675"/>
            </a:xfrm>
            <a:custGeom>
              <a:avLst/>
              <a:gdLst>
                <a:gd name="T0" fmla="*/ 74 w 715"/>
                <a:gd name="T1" fmla="*/ 535 h 536"/>
                <a:gd name="T2" fmla="*/ 74 w 715"/>
                <a:gd name="T3" fmla="*/ 535 h 536"/>
                <a:gd name="T4" fmla="*/ 639 w 715"/>
                <a:gd name="T5" fmla="*/ 535 h 536"/>
                <a:gd name="T6" fmla="*/ 714 w 715"/>
                <a:gd name="T7" fmla="*/ 461 h 536"/>
                <a:gd name="T8" fmla="*/ 714 w 715"/>
                <a:gd name="T9" fmla="*/ 74 h 536"/>
                <a:gd name="T10" fmla="*/ 639 w 715"/>
                <a:gd name="T11" fmla="*/ 0 h 536"/>
                <a:gd name="T12" fmla="*/ 74 w 715"/>
                <a:gd name="T13" fmla="*/ 0 h 536"/>
                <a:gd name="T14" fmla="*/ 0 w 715"/>
                <a:gd name="T15" fmla="*/ 74 h 536"/>
                <a:gd name="T16" fmla="*/ 0 w 715"/>
                <a:gd name="T17" fmla="*/ 461 h 536"/>
                <a:gd name="T18" fmla="*/ 74 w 715"/>
                <a:gd name="T19" fmla="*/ 535 h 536"/>
                <a:gd name="T20" fmla="*/ 29 w 715"/>
                <a:gd name="T21" fmla="*/ 461 h 536"/>
                <a:gd name="T22" fmla="*/ 29 w 715"/>
                <a:gd name="T23" fmla="*/ 461 h 536"/>
                <a:gd name="T24" fmla="*/ 29 w 715"/>
                <a:gd name="T25" fmla="*/ 343 h 536"/>
                <a:gd name="T26" fmla="*/ 176 w 715"/>
                <a:gd name="T27" fmla="*/ 150 h 536"/>
                <a:gd name="T28" fmla="*/ 488 w 715"/>
                <a:gd name="T29" fmla="*/ 506 h 536"/>
                <a:gd name="T30" fmla="*/ 74 w 715"/>
                <a:gd name="T31" fmla="*/ 506 h 536"/>
                <a:gd name="T32" fmla="*/ 29 w 715"/>
                <a:gd name="T33" fmla="*/ 461 h 536"/>
                <a:gd name="T34" fmla="*/ 527 w 715"/>
                <a:gd name="T35" fmla="*/ 506 h 536"/>
                <a:gd name="T36" fmla="*/ 527 w 715"/>
                <a:gd name="T37" fmla="*/ 506 h 536"/>
                <a:gd name="T38" fmla="*/ 350 w 715"/>
                <a:gd name="T39" fmla="*/ 302 h 536"/>
                <a:gd name="T40" fmla="*/ 416 w 715"/>
                <a:gd name="T41" fmla="*/ 233 h 536"/>
                <a:gd name="T42" fmla="*/ 639 w 715"/>
                <a:gd name="T43" fmla="*/ 506 h 536"/>
                <a:gd name="T44" fmla="*/ 639 w 715"/>
                <a:gd name="T45" fmla="*/ 506 h 536"/>
                <a:gd name="T46" fmla="*/ 527 w 715"/>
                <a:gd name="T47" fmla="*/ 506 h 536"/>
                <a:gd name="T48" fmla="*/ 74 w 715"/>
                <a:gd name="T49" fmla="*/ 29 h 536"/>
                <a:gd name="T50" fmla="*/ 74 w 715"/>
                <a:gd name="T51" fmla="*/ 29 h 536"/>
                <a:gd name="T52" fmla="*/ 639 w 715"/>
                <a:gd name="T53" fmla="*/ 29 h 536"/>
                <a:gd name="T54" fmla="*/ 683 w 715"/>
                <a:gd name="T55" fmla="*/ 74 h 536"/>
                <a:gd name="T56" fmla="*/ 683 w 715"/>
                <a:gd name="T57" fmla="*/ 461 h 536"/>
                <a:gd name="T58" fmla="*/ 668 w 715"/>
                <a:gd name="T59" fmla="*/ 495 h 536"/>
                <a:gd name="T60" fmla="*/ 428 w 715"/>
                <a:gd name="T61" fmla="*/ 201 h 536"/>
                <a:gd name="T62" fmla="*/ 428 w 715"/>
                <a:gd name="T63" fmla="*/ 201 h 536"/>
                <a:gd name="T64" fmla="*/ 427 w 715"/>
                <a:gd name="T65" fmla="*/ 201 h 536"/>
                <a:gd name="T66" fmla="*/ 425 w 715"/>
                <a:gd name="T67" fmla="*/ 199 h 536"/>
                <a:gd name="T68" fmla="*/ 423 w 715"/>
                <a:gd name="T69" fmla="*/ 198 h 536"/>
                <a:gd name="T70" fmla="*/ 420 w 715"/>
                <a:gd name="T71" fmla="*/ 196 h 536"/>
                <a:gd name="T72" fmla="*/ 417 w 715"/>
                <a:gd name="T73" fmla="*/ 196 h 536"/>
                <a:gd name="T74" fmla="*/ 414 w 715"/>
                <a:gd name="T75" fmla="*/ 196 h 536"/>
                <a:gd name="T76" fmla="*/ 411 w 715"/>
                <a:gd name="T77" fmla="*/ 196 h 536"/>
                <a:gd name="T78" fmla="*/ 409 w 715"/>
                <a:gd name="T79" fmla="*/ 198 h 536"/>
                <a:gd name="T80" fmla="*/ 407 w 715"/>
                <a:gd name="T81" fmla="*/ 199 h 536"/>
                <a:gd name="T82" fmla="*/ 407 w 715"/>
                <a:gd name="T83" fmla="*/ 199 h 536"/>
                <a:gd name="T84" fmla="*/ 406 w 715"/>
                <a:gd name="T85" fmla="*/ 201 h 536"/>
                <a:gd name="T86" fmla="*/ 331 w 715"/>
                <a:gd name="T87" fmla="*/ 280 h 536"/>
                <a:gd name="T88" fmla="*/ 187 w 715"/>
                <a:gd name="T89" fmla="*/ 117 h 536"/>
                <a:gd name="T90" fmla="*/ 186 w 715"/>
                <a:gd name="T91" fmla="*/ 116 h 536"/>
                <a:gd name="T92" fmla="*/ 184 w 715"/>
                <a:gd name="T93" fmla="*/ 114 h 536"/>
                <a:gd name="T94" fmla="*/ 183 w 715"/>
                <a:gd name="T95" fmla="*/ 114 h 536"/>
                <a:gd name="T96" fmla="*/ 180 w 715"/>
                <a:gd name="T97" fmla="*/ 113 h 536"/>
                <a:gd name="T98" fmla="*/ 177 w 715"/>
                <a:gd name="T99" fmla="*/ 111 h 536"/>
                <a:gd name="T100" fmla="*/ 174 w 715"/>
                <a:gd name="T101" fmla="*/ 111 h 536"/>
                <a:gd name="T102" fmla="*/ 172 w 715"/>
                <a:gd name="T103" fmla="*/ 113 h 536"/>
                <a:gd name="T104" fmla="*/ 170 w 715"/>
                <a:gd name="T105" fmla="*/ 113 h 536"/>
                <a:gd name="T106" fmla="*/ 167 w 715"/>
                <a:gd name="T107" fmla="*/ 114 h 536"/>
                <a:gd name="T108" fmla="*/ 166 w 715"/>
                <a:gd name="T109" fmla="*/ 116 h 536"/>
                <a:gd name="T110" fmla="*/ 165 w 715"/>
                <a:gd name="T111" fmla="*/ 117 h 536"/>
                <a:gd name="T112" fmla="*/ 163 w 715"/>
                <a:gd name="T113" fmla="*/ 117 h 536"/>
                <a:gd name="T114" fmla="*/ 29 w 715"/>
                <a:gd name="T115" fmla="*/ 293 h 536"/>
                <a:gd name="T116" fmla="*/ 29 w 715"/>
                <a:gd name="T117" fmla="*/ 74 h 536"/>
                <a:gd name="T118" fmla="*/ 74 w 715"/>
                <a:gd name="T119" fmla="*/ 2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536">
                  <a:moveTo>
                    <a:pt x="74" y="535"/>
                  </a:moveTo>
                  <a:lnTo>
                    <a:pt x="74" y="535"/>
                  </a:lnTo>
                  <a:cubicBezTo>
                    <a:pt x="639" y="535"/>
                    <a:pt x="639" y="535"/>
                    <a:pt x="639" y="535"/>
                  </a:cubicBezTo>
                  <a:cubicBezTo>
                    <a:pt x="681" y="535"/>
                    <a:pt x="714" y="502"/>
                    <a:pt x="714" y="461"/>
                  </a:cubicBezTo>
                  <a:cubicBezTo>
                    <a:pt x="714" y="74"/>
                    <a:pt x="714" y="74"/>
                    <a:pt x="714" y="74"/>
                  </a:cubicBezTo>
                  <a:cubicBezTo>
                    <a:pt x="714" y="33"/>
                    <a:pt x="681" y="0"/>
                    <a:pt x="639" y="0"/>
                  </a:cubicBezTo>
                  <a:cubicBezTo>
                    <a:pt x="74" y="0"/>
                    <a:pt x="74" y="0"/>
                    <a:pt x="74" y="0"/>
                  </a:cubicBezTo>
                  <a:cubicBezTo>
                    <a:pt x="33" y="0"/>
                    <a:pt x="0" y="33"/>
                    <a:pt x="0" y="74"/>
                  </a:cubicBezTo>
                  <a:cubicBezTo>
                    <a:pt x="0" y="461"/>
                    <a:pt x="0" y="461"/>
                    <a:pt x="0" y="461"/>
                  </a:cubicBezTo>
                  <a:cubicBezTo>
                    <a:pt x="0" y="502"/>
                    <a:pt x="33" y="535"/>
                    <a:pt x="74" y="535"/>
                  </a:cubicBezTo>
                  <a:close/>
                  <a:moveTo>
                    <a:pt x="29" y="461"/>
                  </a:moveTo>
                  <a:lnTo>
                    <a:pt x="29" y="461"/>
                  </a:lnTo>
                  <a:cubicBezTo>
                    <a:pt x="29" y="343"/>
                    <a:pt x="29" y="343"/>
                    <a:pt x="29" y="343"/>
                  </a:cubicBezTo>
                  <a:cubicBezTo>
                    <a:pt x="176" y="150"/>
                    <a:pt x="176" y="150"/>
                    <a:pt x="176" y="150"/>
                  </a:cubicBezTo>
                  <a:cubicBezTo>
                    <a:pt x="488" y="506"/>
                    <a:pt x="488" y="506"/>
                    <a:pt x="488" y="506"/>
                  </a:cubicBezTo>
                  <a:cubicBezTo>
                    <a:pt x="74" y="506"/>
                    <a:pt x="74" y="506"/>
                    <a:pt x="74" y="506"/>
                  </a:cubicBezTo>
                  <a:cubicBezTo>
                    <a:pt x="49" y="506"/>
                    <a:pt x="29" y="485"/>
                    <a:pt x="29" y="461"/>
                  </a:cubicBezTo>
                  <a:close/>
                  <a:moveTo>
                    <a:pt x="527" y="506"/>
                  </a:moveTo>
                  <a:lnTo>
                    <a:pt x="527" y="506"/>
                  </a:lnTo>
                  <a:cubicBezTo>
                    <a:pt x="350" y="302"/>
                    <a:pt x="350" y="302"/>
                    <a:pt x="350" y="302"/>
                  </a:cubicBezTo>
                  <a:cubicBezTo>
                    <a:pt x="416" y="233"/>
                    <a:pt x="416" y="233"/>
                    <a:pt x="416" y="233"/>
                  </a:cubicBezTo>
                  <a:cubicBezTo>
                    <a:pt x="639" y="506"/>
                    <a:pt x="639" y="506"/>
                    <a:pt x="639" y="506"/>
                  </a:cubicBezTo>
                  <a:lnTo>
                    <a:pt x="639" y="506"/>
                  </a:lnTo>
                  <a:lnTo>
                    <a:pt x="527" y="506"/>
                  </a:lnTo>
                  <a:close/>
                  <a:moveTo>
                    <a:pt x="74" y="29"/>
                  </a:moveTo>
                  <a:lnTo>
                    <a:pt x="74" y="29"/>
                  </a:lnTo>
                  <a:cubicBezTo>
                    <a:pt x="639" y="29"/>
                    <a:pt x="639" y="29"/>
                    <a:pt x="639" y="29"/>
                  </a:cubicBezTo>
                  <a:cubicBezTo>
                    <a:pt x="664" y="29"/>
                    <a:pt x="683" y="50"/>
                    <a:pt x="683" y="74"/>
                  </a:cubicBezTo>
                  <a:cubicBezTo>
                    <a:pt x="683" y="461"/>
                    <a:pt x="683" y="461"/>
                    <a:pt x="683" y="461"/>
                  </a:cubicBezTo>
                  <a:cubicBezTo>
                    <a:pt x="683" y="474"/>
                    <a:pt x="678" y="487"/>
                    <a:pt x="668" y="495"/>
                  </a:cubicBezTo>
                  <a:cubicBezTo>
                    <a:pt x="428" y="201"/>
                    <a:pt x="428" y="201"/>
                    <a:pt x="428" y="201"/>
                  </a:cubicBezTo>
                  <a:lnTo>
                    <a:pt x="428" y="201"/>
                  </a:lnTo>
                  <a:lnTo>
                    <a:pt x="427" y="201"/>
                  </a:lnTo>
                  <a:cubicBezTo>
                    <a:pt x="427" y="199"/>
                    <a:pt x="425" y="199"/>
                    <a:pt x="425" y="199"/>
                  </a:cubicBezTo>
                  <a:cubicBezTo>
                    <a:pt x="424" y="198"/>
                    <a:pt x="424" y="198"/>
                    <a:pt x="423" y="198"/>
                  </a:cubicBezTo>
                  <a:cubicBezTo>
                    <a:pt x="423" y="196"/>
                    <a:pt x="421" y="196"/>
                    <a:pt x="420" y="196"/>
                  </a:cubicBezTo>
                  <a:cubicBezTo>
                    <a:pt x="420" y="196"/>
                    <a:pt x="418" y="196"/>
                    <a:pt x="417" y="196"/>
                  </a:cubicBezTo>
                  <a:cubicBezTo>
                    <a:pt x="417" y="196"/>
                    <a:pt x="416" y="196"/>
                    <a:pt x="414" y="196"/>
                  </a:cubicBezTo>
                  <a:cubicBezTo>
                    <a:pt x="414" y="196"/>
                    <a:pt x="413" y="196"/>
                    <a:pt x="411" y="196"/>
                  </a:cubicBezTo>
                  <a:cubicBezTo>
                    <a:pt x="411" y="198"/>
                    <a:pt x="410" y="198"/>
                    <a:pt x="409" y="198"/>
                  </a:cubicBezTo>
                  <a:cubicBezTo>
                    <a:pt x="409" y="199"/>
                    <a:pt x="409" y="199"/>
                    <a:pt x="407" y="199"/>
                  </a:cubicBezTo>
                  <a:lnTo>
                    <a:pt x="407" y="199"/>
                  </a:lnTo>
                  <a:cubicBezTo>
                    <a:pt x="407" y="201"/>
                    <a:pt x="406" y="201"/>
                    <a:pt x="406" y="201"/>
                  </a:cubicBezTo>
                  <a:cubicBezTo>
                    <a:pt x="331" y="280"/>
                    <a:pt x="331" y="280"/>
                    <a:pt x="331" y="280"/>
                  </a:cubicBezTo>
                  <a:cubicBezTo>
                    <a:pt x="187" y="117"/>
                    <a:pt x="187" y="117"/>
                    <a:pt x="187" y="117"/>
                  </a:cubicBezTo>
                  <a:cubicBezTo>
                    <a:pt x="187" y="116"/>
                    <a:pt x="186" y="116"/>
                    <a:pt x="186" y="116"/>
                  </a:cubicBezTo>
                  <a:cubicBezTo>
                    <a:pt x="186" y="116"/>
                    <a:pt x="186" y="116"/>
                    <a:pt x="184" y="114"/>
                  </a:cubicBezTo>
                  <a:cubicBezTo>
                    <a:pt x="184" y="114"/>
                    <a:pt x="184" y="114"/>
                    <a:pt x="183" y="114"/>
                  </a:cubicBezTo>
                  <a:cubicBezTo>
                    <a:pt x="183" y="113"/>
                    <a:pt x="181" y="113"/>
                    <a:pt x="180" y="113"/>
                  </a:cubicBezTo>
                  <a:cubicBezTo>
                    <a:pt x="180" y="113"/>
                    <a:pt x="179" y="111"/>
                    <a:pt x="177" y="111"/>
                  </a:cubicBezTo>
                  <a:cubicBezTo>
                    <a:pt x="177" y="111"/>
                    <a:pt x="176" y="111"/>
                    <a:pt x="174" y="111"/>
                  </a:cubicBezTo>
                  <a:cubicBezTo>
                    <a:pt x="174" y="111"/>
                    <a:pt x="173" y="111"/>
                    <a:pt x="172" y="113"/>
                  </a:cubicBezTo>
                  <a:lnTo>
                    <a:pt x="170" y="113"/>
                  </a:lnTo>
                  <a:cubicBezTo>
                    <a:pt x="169" y="113"/>
                    <a:pt x="167" y="114"/>
                    <a:pt x="167" y="114"/>
                  </a:cubicBezTo>
                  <a:cubicBezTo>
                    <a:pt x="166" y="114"/>
                    <a:pt x="166" y="116"/>
                    <a:pt x="166" y="116"/>
                  </a:cubicBezTo>
                  <a:cubicBezTo>
                    <a:pt x="165" y="116"/>
                    <a:pt x="165" y="116"/>
                    <a:pt x="165" y="117"/>
                  </a:cubicBezTo>
                  <a:cubicBezTo>
                    <a:pt x="165" y="117"/>
                    <a:pt x="165" y="117"/>
                    <a:pt x="163" y="117"/>
                  </a:cubicBezTo>
                  <a:cubicBezTo>
                    <a:pt x="29" y="293"/>
                    <a:pt x="29" y="293"/>
                    <a:pt x="29" y="293"/>
                  </a:cubicBezTo>
                  <a:cubicBezTo>
                    <a:pt x="29" y="74"/>
                    <a:pt x="29" y="74"/>
                    <a:pt x="29" y="74"/>
                  </a:cubicBezTo>
                  <a:cubicBezTo>
                    <a:pt x="29" y="50"/>
                    <a:pt x="49"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7" name="Freeform 294">
              <a:extLst>
                <a:ext uri="{FF2B5EF4-FFF2-40B4-BE49-F238E27FC236}">
                  <a16:creationId xmlns:a16="http://schemas.microsoft.com/office/drawing/2014/main" id="{99F8187D-0BEC-09A9-0523-82BD4055977F}"/>
                </a:ext>
              </a:extLst>
            </p:cNvPr>
            <p:cNvSpPr>
              <a:spLocks noChangeArrowheads="1"/>
            </p:cNvSpPr>
            <p:nvPr/>
          </p:nvSpPr>
          <p:spPr bwMode="auto">
            <a:xfrm>
              <a:off x="209550" y="4843463"/>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0 h 151"/>
                <a:gd name="T20" fmla="*/ 30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99" y="31"/>
                    <a:pt x="119" y="51"/>
                    <a:pt x="119" y="76"/>
                  </a:cubicBezTo>
                  <a:cubicBezTo>
                    <a:pt x="119" y="99"/>
                    <a:pt x="99" y="120"/>
                    <a:pt x="74" y="120"/>
                  </a:cubicBezTo>
                  <a:cubicBezTo>
                    <a:pt x="51" y="120"/>
                    <a:pt x="30" y="99"/>
                    <a:pt x="30" y="76"/>
                  </a:cubicBezTo>
                  <a:cubicBezTo>
                    <a:pt x="30" y="51"/>
                    <a:pt x="51"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8" name="Group 361">
            <a:extLst>
              <a:ext uri="{FF2B5EF4-FFF2-40B4-BE49-F238E27FC236}">
                <a16:creationId xmlns:a16="http://schemas.microsoft.com/office/drawing/2014/main" id="{BAB60614-9566-E8AD-4118-831B1DD085B9}"/>
              </a:ext>
            </a:extLst>
          </p:cNvPr>
          <p:cNvGrpSpPr/>
          <p:nvPr/>
        </p:nvGrpSpPr>
        <p:grpSpPr>
          <a:xfrm>
            <a:off x="1056356" y="5020369"/>
            <a:ext cx="257175" cy="203200"/>
            <a:chOff x="28575" y="5329238"/>
            <a:chExt cx="257175" cy="203200"/>
          </a:xfrm>
          <a:solidFill>
            <a:schemeClr val="tx2"/>
          </a:solidFill>
        </p:grpSpPr>
        <p:sp>
          <p:nvSpPr>
            <p:cNvPr id="359" name="Freeform 295">
              <a:extLst>
                <a:ext uri="{FF2B5EF4-FFF2-40B4-BE49-F238E27FC236}">
                  <a16:creationId xmlns:a16="http://schemas.microsoft.com/office/drawing/2014/main" id="{3E09D013-83F6-A2F6-15CE-C245C77319E1}"/>
                </a:ext>
              </a:extLst>
            </p:cNvPr>
            <p:cNvSpPr>
              <a:spLocks noChangeArrowheads="1"/>
            </p:cNvSpPr>
            <p:nvPr/>
          </p:nvSpPr>
          <p:spPr bwMode="auto">
            <a:xfrm>
              <a:off x="123825" y="5376863"/>
              <a:ext cx="74613" cy="107950"/>
            </a:xfrm>
            <a:custGeom>
              <a:avLst/>
              <a:gdLst>
                <a:gd name="T0" fmla="*/ 201 w 209"/>
                <a:gd name="T1" fmla="*/ 123 h 301"/>
                <a:gd name="T2" fmla="*/ 201 w 209"/>
                <a:gd name="T3" fmla="*/ 123 h 301"/>
                <a:gd name="T4" fmla="*/ 22 w 209"/>
                <a:gd name="T5" fmla="*/ 3 h 301"/>
                <a:gd name="T6" fmla="*/ 7 w 209"/>
                <a:gd name="T7" fmla="*/ 3 h 301"/>
                <a:gd name="T8" fmla="*/ 0 w 209"/>
                <a:gd name="T9" fmla="*/ 15 h 301"/>
                <a:gd name="T10" fmla="*/ 0 w 209"/>
                <a:gd name="T11" fmla="*/ 283 h 301"/>
                <a:gd name="T12" fmla="*/ 8 w 209"/>
                <a:gd name="T13" fmla="*/ 297 h 301"/>
                <a:gd name="T14" fmla="*/ 24 w 209"/>
                <a:gd name="T15" fmla="*/ 295 h 301"/>
                <a:gd name="T16" fmla="*/ 202 w 209"/>
                <a:gd name="T17" fmla="*/ 146 h 301"/>
                <a:gd name="T18" fmla="*/ 208 w 209"/>
                <a:gd name="T19" fmla="*/ 134 h 301"/>
                <a:gd name="T20" fmla="*/ 201 w 209"/>
                <a:gd name="T21" fmla="*/ 123 h 301"/>
                <a:gd name="T22" fmla="*/ 29 w 209"/>
                <a:gd name="T23" fmla="*/ 43 h 301"/>
                <a:gd name="T24" fmla="*/ 29 w 209"/>
                <a:gd name="T25" fmla="*/ 43 h 301"/>
                <a:gd name="T26" fmla="*/ 169 w 209"/>
                <a:gd name="T27" fmla="*/ 137 h 301"/>
                <a:gd name="T28" fmla="*/ 29 w 209"/>
                <a:gd name="T29" fmla="*/ 252 h 301"/>
                <a:gd name="T30" fmla="*/ 29 w 209"/>
                <a:gd name="T31" fmla="*/ 43 h 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9" h="301">
                  <a:moveTo>
                    <a:pt x="201" y="123"/>
                  </a:moveTo>
                  <a:lnTo>
                    <a:pt x="201" y="123"/>
                  </a:lnTo>
                  <a:cubicBezTo>
                    <a:pt x="22" y="3"/>
                    <a:pt x="22" y="3"/>
                    <a:pt x="22" y="3"/>
                  </a:cubicBezTo>
                  <a:cubicBezTo>
                    <a:pt x="18" y="0"/>
                    <a:pt x="12" y="0"/>
                    <a:pt x="7" y="3"/>
                  </a:cubicBezTo>
                  <a:cubicBezTo>
                    <a:pt x="3" y="5"/>
                    <a:pt x="0" y="10"/>
                    <a:pt x="0" y="15"/>
                  </a:cubicBezTo>
                  <a:cubicBezTo>
                    <a:pt x="0" y="283"/>
                    <a:pt x="0" y="283"/>
                    <a:pt x="0" y="283"/>
                  </a:cubicBezTo>
                  <a:cubicBezTo>
                    <a:pt x="0" y="289"/>
                    <a:pt x="3" y="294"/>
                    <a:pt x="8" y="297"/>
                  </a:cubicBezTo>
                  <a:cubicBezTo>
                    <a:pt x="14" y="300"/>
                    <a:pt x="19" y="298"/>
                    <a:pt x="24" y="295"/>
                  </a:cubicBezTo>
                  <a:cubicBezTo>
                    <a:pt x="202" y="146"/>
                    <a:pt x="202" y="146"/>
                    <a:pt x="202" y="146"/>
                  </a:cubicBezTo>
                  <a:cubicBezTo>
                    <a:pt x="206" y="143"/>
                    <a:pt x="208" y="138"/>
                    <a:pt x="208" y="134"/>
                  </a:cubicBezTo>
                  <a:cubicBezTo>
                    <a:pt x="208" y="130"/>
                    <a:pt x="205" y="125"/>
                    <a:pt x="201" y="123"/>
                  </a:cubicBezTo>
                  <a:close/>
                  <a:moveTo>
                    <a:pt x="29" y="43"/>
                  </a:moveTo>
                  <a:lnTo>
                    <a:pt x="29" y="43"/>
                  </a:lnTo>
                  <a:cubicBezTo>
                    <a:pt x="169" y="137"/>
                    <a:pt x="169" y="137"/>
                    <a:pt x="169" y="137"/>
                  </a:cubicBezTo>
                  <a:cubicBezTo>
                    <a:pt x="29" y="252"/>
                    <a:pt x="29" y="252"/>
                    <a:pt x="29" y="252"/>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6">
              <a:extLst>
                <a:ext uri="{FF2B5EF4-FFF2-40B4-BE49-F238E27FC236}">
                  <a16:creationId xmlns:a16="http://schemas.microsoft.com/office/drawing/2014/main" id="{A19CE424-F911-EB9F-598F-F154BC7E12DF}"/>
                </a:ext>
              </a:extLst>
            </p:cNvPr>
            <p:cNvSpPr>
              <a:spLocks noChangeArrowheads="1"/>
            </p:cNvSpPr>
            <p:nvPr/>
          </p:nvSpPr>
          <p:spPr bwMode="auto">
            <a:xfrm>
              <a:off x="28575" y="5329238"/>
              <a:ext cx="257175" cy="203200"/>
            </a:xfrm>
            <a:custGeom>
              <a:avLst/>
              <a:gdLst>
                <a:gd name="T0" fmla="*/ 669 w 715"/>
                <a:gd name="T1" fmla="*/ 0 h 565"/>
                <a:gd name="T2" fmla="*/ 550 w 715"/>
                <a:gd name="T3" fmla="*/ 0 h 565"/>
                <a:gd name="T4" fmla="*/ 45 w 715"/>
                <a:gd name="T5" fmla="*/ 0 h 565"/>
                <a:gd name="T6" fmla="*/ 0 w 715"/>
                <a:gd name="T7" fmla="*/ 44 h 565"/>
                <a:gd name="T8" fmla="*/ 0 w 715"/>
                <a:gd name="T9" fmla="*/ 518 h 565"/>
                <a:gd name="T10" fmla="*/ 45 w 715"/>
                <a:gd name="T11" fmla="*/ 564 h 565"/>
                <a:gd name="T12" fmla="*/ 163 w 715"/>
                <a:gd name="T13" fmla="*/ 564 h 565"/>
                <a:gd name="T14" fmla="*/ 550 w 715"/>
                <a:gd name="T15" fmla="*/ 564 h 565"/>
                <a:gd name="T16" fmla="*/ 669 w 715"/>
                <a:gd name="T17" fmla="*/ 564 h 565"/>
                <a:gd name="T18" fmla="*/ 714 w 715"/>
                <a:gd name="T19" fmla="*/ 371 h 565"/>
                <a:gd name="T20" fmla="*/ 714 w 715"/>
                <a:gd name="T21" fmla="*/ 371 h 565"/>
                <a:gd name="T22" fmla="*/ 714 w 715"/>
                <a:gd name="T23" fmla="*/ 192 h 565"/>
                <a:gd name="T24" fmla="*/ 714 w 715"/>
                <a:gd name="T25" fmla="*/ 44 h 565"/>
                <a:gd name="T26" fmla="*/ 565 w 715"/>
                <a:gd name="T27" fmla="*/ 535 h 565"/>
                <a:gd name="T28" fmla="*/ 565 w 715"/>
                <a:gd name="T29" fmla="*/ 386 h 565"/>
                <a:gd name="T30" fmla="*/ 683 w 715"/>
                <a:gd name="T31" fmla="*/ 518 h 565"/>
                <a:gd name="T32" fmla="*/ 565 w 715"/>
                <a:gd name="T33" fmla="*/ 535 h 565"/>
                <a:gd name="T34" fmla="*/ 148 w 715"/>
                <a:gd name="T35" fmla="*/ 357 h 565"/>
                <a:gd name="T36" fmla="*/ 29 w 715"/>
                <a:gd name="T37" fmla="*/ 207 h 565"/>
                <a:gd name="T38" fmla="*/ 148 w 715"/>
                <a:gd name="T39" fmla="*/ 357 h 565"/>
                <a:gd name="T40" fmla="*/ 29 w 715"/>
                <a:gd name="T41" fmla="*/ 518 h 565"/>
                <a:gd name="T42" fmla="*/ 148 w 715"/>
                <a:gd name="T43" fmla="*/ 386 h 565"/>
                <a:gd name="T44" fmla="*/ 45 w 715"/>
                <a:gd name="T45" fmla="*/ 535 h 565"/>
                <a:gd name="T46" fmla="*/ 179 w 715"/>
                <a:gd name="T47" fmla="*/ 371 h 565"/>
                <a:gd name="T48" fmla="*/ 179 w 715"/>
                <a:gd name="T49" fmla="*/ 371 h 565"/>
                <a:gd name="T50" fmla="*/ 179 w 715"/>
                <a:gd name="T51" fmla="*/ 192 h 565"/>
                <a:gd name="T52" fmla="*/ 179 w 715"/>
                <a:gd name="T53" fmla="*/ 192 h 565"/>
                <a:gd name="T54" fmla="*/ 536 w 715"/>
                <a:gd name="T55" fmla="*/ 29 h 565"/>
                <a:gd name="T56" fmla="*/ 179 w 715"/>
                <a:gd name="T57" fmla="*/ 535 h 565"/>
                <a:gd name="T58" fmla="*/ 565 w 715"/>
                <a:gd name="T59" fmla="*/ 207 h 565"/>
                <a:gd name="T60" fmla="*/ 683 w 715"/>
                <a:gd name="T61" fmla="*/ 207 h 565"/>
                <a:gd name="T62" fmla="*/ 565 w 715"/>
                <a:gd name="T63" fmla="*/ 357 h 565"/>
                <a:gd name="T64" fmla="*/ 683 w 715"/>
                <a:gd name="T65" fmla="*/ 44 h 565"/>
                <a:gd name="T66" fmla="*/ 683 w 715"/>
                <a:gd name="T67" fmla="*/ 178 h 565"/>
                <a:gd name="T68" fmla="*/ 565 w 715"/>
                <a:gd name="T69" fmla="*/ 29 h 565"/>
                <a:gd name="T70" fmla="*/ 683 w 715"/>
                <a:gd name="T71" fmla="*/ 44 h 565"/>
                <a:gd name="T72" fmla="*/ 148 w 715"/>
                <a:gd name="T73" fmla="*/ 29 h 565"/>
                <a:gd name="T74" fmla="*/ 29 w 715"/>
                <a:gd name="T75" fmla="*/ 178 h 565"/>
                <a:gd name="T76" fmla="*/ 45 w 715"/>
                <a:gd name="T77" fmla="*/ 29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565">
                  <a:moveTo>
                    <a:pt x="669" y="0"/>
                  </a:moveTo>
                  <a:lnTo>
                    <a:pt x="669" y="0"/>
                  </a:lnTo>
                  <a:cubicBezTo>
                    <a:pt x="668" y="0"/>
                    <a:pt x="668" y="0"/>
                    <a:pt x="668" y="0"/>
                  </a:cubicBezTo>
                  <a:cubicBezTo>
                    <a:pt x="550" y="0"/>
                    <a:pt x="550" y="0"/>
                    <a:pt x="550" y="0"/>
                  </a:cubicBezTo>
                  <a:cubicBezTo>
                    <a:pt x="163" y="0"/>
                    <a:pt x="163" y="0"/>
                    <a:pt x="163" y="0"/>
                  </a:cubicBezTo>
                  <a:cubicBezTo>
                    <a:pt x="45" y="0"/>
                    <a:pt x="45" y="0"/>
                    <a:pt x="45" y="0"/>
                  </a:cubicBezTo>
                  <a:lnTo>
                    <a:pt x="45" y="0"/>
                  </a:lnTo>
                  <a:cubicBezTo>
                    <a:pt x="20" y="0"/>
                    <a:pt x="0" y="19"/>
                    <a:pt x="0" y="44"/>
                  </a:cubicBezTo>
                  <a:lnTo>
                    <a:pt x="0" y="44"/>
                  </a:lnTo>
                  <a:cubicBezTo>
                    <a:pt x="0" y="518"/>
                    <a:pt x="0" y="518"/>
                    <a:pt x="0" y="518"/>
                  </a:cubicBezTo>
                  <a:cubicBezTo>
                    <a:pt x="0" y="520"/>
                    <a:pt x="0" y="520"/>
                    <a:pt x="0" y="520"/>
                  </a:cubicBezTo>
                  <a:cubicBezTo>
                    <a:pt x="0" y="545"/>
                    <a:pt x="20" y="564"/>
                    <a:pt x="45" y="564"/>
                  </a:cubicBezTo>
                  <a:cubicBezTo>
                    <a:pt x="163" y="564"/>
                    <a:pt x="163" y="564"/>
                    <a:pt x="163" y="564"/>
                  </a:cubicBezTo>
                  <a:lnTo>
                    <a:pt x="163" y="564"/>
                  </a:lnTo>
                  <a:cubicBezTo>
                    <a:pt x="550" y="564"/>
                    <a:pt x="550" y="564"/>
                    <a:pt x="550" y="564"/>
                  </a:cubicBezTo>
                  <a:lnTo>
                    <a:pt x="550" y="564"/>
                  </a:lnTo>
                  <a:cubicBezTo>
                    <a:pt x="669" y="564"/>
                    <a:pt x="669" y="564"/>
                    <a:pt x="669" y="564"/>
                  </a:cubicBezTo>
                  <a:lnTo>
                    <a:pt x="669" y="564"/>
                  </a:lnTo>
                  <a:cubicBezTo>
                    <a:pt x="693" y="564"/>
                    <a:pt x="714" y="545"/>
                    <a:pt x="714" y="520"/>
                  </a:cubicBezTo>
                  <a:cubicBezTo>
                    <a:pt x="714" y="371"/>
                    <a:pt x="714" y="371"/>
                    <a:pt x="714" y="371"/>
                  </a:cubicBezTo>
                  <a:lnTo>
                    <a:pt x="714" y="371"/>
                  </a:lnTo>
                  <a:lnTo>
                    <a:pt x="714" y="371"/>
                  </a:lnTo>
                  <a:cubicBezTo>
                    <a:pt x="714" y="192"/>
                    <a:pt x="714" y="192"/>
                    <a:pt x="714" y="192"/>
                  </a:cubicBezTo>
                  <a:lnTo>
                    <a:pt x="714" y="192"/>
                  </a:lnTo>
                  <a:lnTo>
                    <a:pt x="714" y="192"/>
                  </a:lnTo>
                  <a:cubicBezTo>
                    <a:pt x="714" y="44"/>
                    <a:pt x="714" y="44"/>
                    <a:pt x="714" y="44"/>
                  </a:cubicBezTo>
                  <a:cubicBezTo>
                    <a:pt x="714" y="19"/>
                    <a:pt x="693" y="0"/>
                    <a:pt x="669" y="0"/>
                  </a:cubicBezTo>
                  <a:close/>
                  <a:moveTo>
                    <a:pt x="565" y="535"/>
                  </a:moveTo>
                  <a:lnTo>
                    <a:pt x="565" y="535"/>
                  </a:lnTo>
                  <a:cubicBezTo>
                    <a:pt x="565" y="386"/>
                    <a:pt x="565" y="386"/>
                    <a:pt x="565" y="386"/>
                  </a:cubicBezTo>
                  <a:cubicBezTo>
                    <a:pt x="683" y="386"/>
                    <a:pt x="683" y="386"/>
                    <a:pt x="683" y="386"/>
                  </a:cubicBezTo>
                  <a:cubicBezTo>
                    <a:pt x="683" y="518"/>
                    <a:pt x="683" y="518"/>
                    <a:pt x="683" y="518"/>
                  </a:cubicBezTo>
                  <a:cubicBezTo>
                    <a:pt x="683" y="528"/>
                    <a:pt x="676" y="535"/>
                    <a:pt x="668" y="535"/>
                  </a:cubicBezTo>
                  <a:lnTo>
                    <a:pt x="565" y="535"/>
                  </a:lnTo>
                  <a:close/>
                  <a:moveTo>
                    <a:pt x="148" y="357"/>
                  </a:moveTo>
                  <a:lnTo>
                    <a:pt x="148" y="357"/>
                  </a:lnTo>
                  <a:cubicBezTo>
                    <a:pt x="29" y="357"/>
                    <a:pt x="29" y="357"/>
                    <a:pt x="29" y="357"/>
                  </a:cubicBezTo>
                  <a:cubicBezTo>
                    <a:pt x="29" y="207"/>
                    <a:pt x="29" y="207"/>
                    <a:pt x="29" y="207"/>
                  </a:cubicBezTo>
                  <a:cubicBezTo>
                    <a:pt x="148" y="207"/>
                    <a:pt x="148" y="207"/>
                    <a:pt x="148" y="207"/>
                  </a:cubicBezTo>
                  <a:lnTo>
                    <a:pt x="148" y="357"/>
                  </a:lnTo>
                  <a:close/>
                  <a:moveTo>
                    <a:pt x="29" y="518"/>
                  </a:moveTo>
                  <a:lnTo>
                    <a:pt x="29" y="518"/>
                  </a:lnTo>
                  <a:cubicBezTo>
                    <a:pt x="29" y="386"/>
                    <a:pt x="29" y="386"/>
                    <a:pt x="29" y="386"/>
                  </a:cubicBezTo>
                  <a:cubicBezTo>
                    <a:pt x="148" y="386"/>
                    <a:pt x="148" y="386"/>
                    <a:pt x="148" y="386"/>
                  </a:cubicBezTo>
                  <a:cubicBezTo>
                    <a:pt x="148" y="535"/>
                    <a:pt x="148" y="535"/>
                    <a:pt x="148" y="535"/>
                  </a:cubicBezTo>
                  <a:cubicBezTo>
                    <a:pt x="45" y="535"/>
                    <a:pt x="45" y="535"/>
                    <a:pt x="45" y="535"/>
                  </a:cubicBezTo>
                  <a:cubicBezTo>
                    <a:pt x="36" y="535"/>
                    <a:pt x="29" y="528"/>
                    <a:pt x="29" y="518"/>
                  </a:cubicBezTo>
                  <a:close/>
                  <a:moveTo>
                    <a:pt x="179" y="371"/>
                  </a:moveTo>
                  <a:lnTo>
                    <a:pt x="179" y="371"/>
                  </a:lnTo>
                  <a:lnTo>
                    <a:pt x="179" y="371"/>
                  </a:lnTo>
                  <a:lnTo>
                    <a:pt x="179" y="371"/>
                  </a:lnTo>
                  <a:cubicBezTo>
                    <a:pt x="179" y="192"/>
                    <a:pt x="179" y="192"/>
                    <a:pt x="179" y="192"/>
                  </a:cubicBezTo>
                  <a:lnTo>
                    <a:pt x="179" y="192"/>
                  </a:lnTo>
                  <a:lnTo>
                    <a:pt x="179" y="192"/>
                  </a:lnTo>
                  <a:cubicBezTo>
                    <a:pt x="179" y="29"/>
                    <a:pt x="179" y="29"/>
                    <a:pt x="179" y="29"/>
                  </a:cubicBezTo>
                  <a:cubicBezTo>
                    <a:pt x="536" y="29"/>
                    <a:pt x="536" y="29"/>
                    <a:pt x="536" y="29"/>
                  </a:cubicBezTo>
                  <a:cubicBezTo>
                    <a:pt x="536" y="535"/>
                    <a:pt x="536" y="535"/>
                    <a:pt x="536" y="535"/>
                  </a:cubicBezTo>
                  <a:cubicBezTo>
                    <a:pt x="179" y="535"/>
                    <a:pt x="179" y="535"/>
                    <a:pt x="179" y="535"/>
                  </a:cubicBezTo>
                  <a:lnTo>
                    <a:pt x="179" y="371"/>
                  </a:lnTo>
                  <a:close/>
                  <a:moveTo>
                    <a:pt x="565" y="207"/>
                  </a:moveTo>
                  <a:lnTo>
                    <a:pt x="565" y="207"/>
                  </a:lnTo>
                  <a:cubicBezTo>
                    <a:pt x="683" y="207"/>
                    <a:pt x="683" y="207"/>
                    <a:pt x="683" y="207"/>
                  </a:cubicBezTo>
                  <a:cubicBezTo>
                    <a:pt x="683" y="357"/>
                    <a:pt x="683" y="357"/>
                    <a:pt x="683" y="357"/>
                  </a:cubicBezTo>
                  <a:cubicBezTo>
                    <a:pt x="565" y="357"/>
                    <a:pt x="565" y="357"/>
                    <a:pt x="565" y="357"/>
                  </a:cubicBezTo>
                  <a:lnTo>
                    <a:pt x="565" y="207"/>
                  </a:lnTo>
                  <a:close/>
                  <a:moveTo>
                    <a:pt x="683" y="44"/>
                  </a:moveTo>
                  <a:lnTo>
                    <a:pt x="683" y="44"/>
                  </a:lnTo>
                  <a:cubicBezTo>
                    <a:pt x="683" y="178"/>
                    <a:pt x="683" y="178"/>
                    <a:pt x="683" y="178"/>
                  </a:cubicBezTo>
                  <a:cubicBezTo>
                    <a:pt x="565" y="178"/>
                    <a:pt x="565" y="178"/>
                    <a:pt x="565" y="178"/>
                  </a:cubicBezTo>
                  <a:cubicBezTo>
                    <a:pt x="565" y="29"/>
                    <a:pt x="565" y="29"/>
                    <a:pt x="565" y="29"/>
                  </a:cubicBezTo>
                  <a:cubicBezTo>
                    <a:pt x="668" y="29"/>
                    <a:pt x="668" y="29"/>
                    <a:pt x="668" y="29"/>
                  </a:cubicBezTo>
                  <a:cubicBezTo>
                    <a:pt x="676" y="29"/>
                    <a:pt x="683" y="36"/>
                    <a:pt x="683" y="44"/>
                  </a:cubicBezTo>
                  <a:close/>
                  <a:moveTo>
                    <a:pt x="148" y="29"/>
                  </a:moveTo>
                  <a:lnTo>
                    <a:pt x="148" y="29"/>
                  </a:lnTo>
                  <a:cubicBezTo>
                    <a:pt x="148" y="178"/>
                    <a:pt x="148" y="178"/>
                    <a:pt x="148" y="178"/>
                  </a:cubicBezTo>
                  <a:cubicBezTo>
                    <a:pt x="29" y="178"/>
                    <a:pt x="29" y="178"/>
                    <a:pt x="29" y="178"/>
                  </a:cubicBezTo>
                  <a:cubicBezTo>
                    <a:pt x="29" y="44"/>
                    <a:pt x="29" y="44"/>
                    <a:pt x="29" y="44"/>
                  </a:cubicBezTo>
                  <a:cubicBezTo>
                    <a:pt x="29" y="36"/>
                    <a:pt x="36" y="29"/>
                    <a:pt x="45" y="29"/>
                  </a:cubicBezTo>
                  <a:lnTo>
                    <a:pt x="14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1" name="Freeform 297">
            <a:extLst>
              <a:ext uri="{FF2B5EF4-FFF2-40B4-BE49-F238E27FC236}">
                <a16:creationId xmlns:a16="http://schemas.microsoft.com/office/drawing/2014/main" id="{8AE0D217-B5C6-5242-9FCB-16998B6C7C76}"/>
              </a:ext>
            </a:extLst>
          </p:cNvPr>
          <p:cNvSpPr>
            <a:spLocks noChangeArrowheads="1"/>
          </p:cNvSpPr>
          <p:nvPr/>
        </p:nvSpPr>
        <p:spPr bwMode="auto">
          <a:xfrm>
            <a:off x="2597819" y="5525194"/>
            <a:ext cx="257175" cy="230188"/>
          </a:xfrm>
          <a:custGeom>
            <a:avLst/>
            <a:gdLst>
              <a:gd name="T0" fmla="*/ 670 w 715"/>
              <a:gd name="T1" fmla="*/ 0 h 639"/>
              <a:gd name="T2" fmla="*/ 670 w 715"/>
              <a:gd name="T3" fmla="*/ 0 h 639"/>
              <a:gd name="T4" fmla="*/ 660 w 715"/>
              <a:gd name="T5" fmla="*/ 1 h 639"/>
              <a:gd name="T6" fmla="*/ 659 w 715"/>
              <a:gd name="T7" fmla="*/ 1 h 639"/>
              <a:gd name="T8" fmla="*/ 281 w 715"/>
              <a:gd name="T9" fmla="*/ 111 h 639"/>
              <a:gd name="T10" fmla="*/ 104 w 715"/>
              <a:gd name="T11" fmla="*/ 111 h 639"/>
              <a:gd name="T12" fmla="*/ 0 w 715"/>
              <a:gd name="T13" fmla="*/ 216 h 639"/>
              <a:gd name="T14" fmla="*/ 0 w 715"/>
              <a:gd name="T15" fmla="*/ 305 h 639"/>
              <a:gd name="T16" fmla="*/ 90 w 715"/>
              <a:gd name="T17" fmla="*/ 408 h 639"/>
              <a:gd name="T18" fmla="*/ 90 w 715"/>
              <a:gd name="T19" fmla="*/ 578 h 639"/>
              <a:gd name="T20" fmla="*/ 123 w 715"/>
              <a:gd name="T21" fmla="*/ 623 h 639"/>
              <a:gd name="T22" fmla="*/ 183 w 715"/>
              <a:gd name="T23" fmla="*/ 637 h 639"/>
              <a:gd name="T24" fmla="*/ 186 w 715"/>
              <a:gd name="T25" fmla="*/ 623 h 639"/>
              <a:gd name="T26" fmla="*/ 183 w 715"/>
              <a:gd name="T27" fmla="*/ 637 h 639"/>
              <a:gd name="T28" fmla="*/ 193 w 715"/>
              <a:gd name="T29" fmla="*/ 638 h 639"/>
              <a:gd name="T30" fmla="*/ 225 w 715"/>
              <a:gd name="T31" fmla="*/ 626 h 639"/>
              <a:gd name="T32" fmla="*/ 237 w 715"/>
              <a:gd name="T33" fmla="*/ 594 h 639"/>
              <a:gd name="T34" fmla="*/ 237 w 715"/>
              <a:gd name="T35" fmla="*/ 408 h 639"/>
              <a:gd name="T36" fmla="*/ 279 w 715"/>
              <a:gd name="T37" fmla="*/ 408 h 639"/>
              <a:gd name="T38" fmla="*/ 657 w 715"/>
              <a:gd name="T39" fmla="*/ 546 h 639"/>
              <a:gd name="T40" fmla="*/ 657 w 715"/>
              <a:gd name="T41" fmla="*/ 548 h 639"/>
              <a:gd name="T42" fmla="*/ 670 w 715"/>
              <a:gd name="T43" fmla="*/ 549 h 639"/>
              <a:gd name="T44" fmla="*/ 700 w 715"/>
              <a:gd name="T45" fmla="*/ 535 h 639"/>
              <a:gd name="T46" fmla="*/ 714 w 715"/>
              <a:gd name="T47" fmla="*/ 504 h 639"/>
              <a:gd name="T48" fmla="*/ 714 w 715"/>
              <a:gd name="T49" fmla="*/ 44 h 639"/>
              <a:gd name="T50" fmla="*/ 700 w 715"/>
              <a:gd name="T51" fmla="*/ 12 h 639"/>
              <a:gd name="T52" fmla="*/ 670 w 715"/>
              <a:gd name="T53" fmla="*/ 0 h 639"/>
              <a:gd name="T54" fmla="*/ 204 w 715"/>
              <a:gd name="T55" fmla="*/ 605 h 639"/>
              <a:gd name="T56" fmla="*/ 204 w 715"/>
              <a:gd name="T57" fmla="*/ 605 h 639"/>
              <a:gd name="T58" fmla="*/ 193 w 715"/>
              <a:gd name="T59" fmla="*/ 609 h 639"/>
              <a:gd name="T60" fmla="*/ 190 w 715"/>
              <a:gd name="T61" fmla="*/ 608 h 639"/>
              <a:gd name="T62" fmla="*/ 190 w 715"/>
              <a:gd name="T63" fmla="*/ 608 h 639"/>
              <a:gd name="T64" fmla="*/ 130 w 715"/>
              <a:gd name="T65" fmla="*/ 594 h 639"/>
              <a:gd name="T66" fmla="*/ 119 w 715"/>
              <a:gd name="T67" fmla="*/ 578 h 639"/>
              <a:gd name="T68" fmla="*/ 119 w 715"/>
              <a:gd name="T69" fmla="*/ 408 h 639"/>
              <a:gd name="T70" fmla="*/ 208 w 715"/>
              <a:gd name="T71" fmla="*/ 408 h 639"/>
              <a:gd name="T72" fmla="*/ 208 w 715"/>
              <a:gd name="T73" fmla="*/ 594 h 639"/>
              <a:gd name="T74" fmla="*/ 204 w 715"/>
              <a:gd name="T75" fmla="*/ 605 h 639"/>
              <a:gd name="T76" fmla="*/ 268 w 715"/>
              <a:gd name="T77" fmla="*/ 379 h 639"/>
              <a:gd name="T78" fmla="*/ 268 w 715"/>
              <a:gd name="T79" fmla="*/ 379 h 639"/>
              <a:gd name="T80" fmla="*/ 104 w 715"/>
              <a:gd name="T81" fmla="*/ 379 h 639"/>
              <a:gd name="T82" fmla="*/ 52 w 715"/>
              <a:gd name="T83" fmla="*/ 357 h 639"/>
              <a:gd name="T84" fmla="*/ 30 w 715"/>
              <a:gd name="T85" fmla="*/ 305 h 639"/>
              <a:gd name="T86" fmla="*/ 30 w 715"/>
              <a:gd name="T87" fmla="*/ 216 h 639"/>
              <a:gd name="T88" fmla="*/ 52 w 715"/>
              <a:gd name="T89" fmla="*/ 163 h 639"/>
              <a:gd name="T90" fmla="*/ 104 w 715"/>
              <a:gd name="T91" fmla="*/ 140 h 639"/>
              <a:gd name="T92" fmla="*/ 268 w 715"/>
              <a:gd name="T93" fmla="*/ 140 h 639"/>
              <a:gd name="T94" fmla="*/ 268 w 715"/>
              <a:gd name="T95" fmla="*/ 379 h 639"/>
              <a:gd name="T96" fmla="*/ 684 w 715"/>
              <a:gd name="T97" fmla="*/ 504 h 639"/>
              <a:gd name="T98" fmla="*/ 684 w 715"/>
              <a:gd name="T99" fmla="*/ 504 h 639"/>
              <a:gd name="T100" fmla="*/ 679 w 715"/>
              <a:gd name="T101" fmla="*/ 514 h 639"/>
              <a:gd name="T102" fmla="*/ 670 w 715"/>
              <a:gd name="T103" fmla="*/ 518 h 639"/>
              <a:gd name="T104" fmla="*/ 666 w 715"/>
              <a:gd name="T105" fmla="*/ 518 h 639"/>
              <a:gd name="T106" fmla="*/ 297 w 715"/>
              <a:gd name="T107" fmla="*/ 383 h 639"/>
              <a:gd name="T108" fmla="*/ 297 w 715"/>
              <a:gd name="T109" fmla="*/ 138 h 639"/>
              <a:gd name="T110" fmla="*/ 667 w 715"/>
              <a:gd name="T111" fmla="*/ 29 h 639"/>
              <a:gd name="T112" fmla="*/ 670 w 715"/>
              <a:gd name="T113" fmla="*/ 29 h 639"/>
              <a:gd name="T114" fmla="*/ 679 w 715"/>
              <a:gd name="T115" fmla="*/ 33 h 639"/>
              <a:gd name="T116" fmla="*/ 684 w 715"/>
              <a:gd name="T117" fmla="*/ 44 h 639"/>
              <a:gd name="T118" fmla="*/ 684 w 715"/>
              <a:gd name="T119" fmla="*/ 504 h 6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639">
                <a:moveTo>
                  <a:pt x="670" y="0"/>
                </a:moveTo>
                <a:lnTo>
                  <a:pt x="670" y="0"/>
                </a:lnTo>
                <a:cubicBezTo>
                  <a:pt x="666" y="0"/>
                  <a:pt x="663" y="0"/>
                  <a:pt x="660" y="1"/>
                </a:cubicBezTo>
                <a:cubicBezTo>
                  <a:pt x="659" y="1"/>
                  <a:pt x="659" y="1"/>
                  <a:pt x="659" y="1"/>
                </a:cubicBezTo>
                <a:cubicBezTo>
                  <a:pt x="281" y="111"/>
                  <a:pt x="281" y="111"/>
                  <a:pt x="281" y="111"/>
                </a:cubicBezTo>
                <a:cubicBezTo>
                  <a:pt x="104" y="111"/>
                  <a:pt x="104" y="111"/>
                  <a:pt x="104" y="111"/>
                </a:cubicBezTo>
                <a:cubicBezTo>
                  <a:pt x="46" y="111"/>
                  <a:pt x="0" y="159"/>
                  <a:pt x="0" y="216"/>
                </a:cubicBezTo>
                <a:cubicBezTo>
                  <a:pt x="0" y="305"/>
                  <a:pt x="0" y="305"/>
                  <a:pt x="0" y="305"/>
                </a:cubicBezTo>
                <a:cubicBezTo>
                  <a:pt x="0" y="357"/>
                  <a:pt x="38" y="400"/>
                  <a:pt x="90" y="408"/>
                </a:cubicBezTo>
                <a:cubicBezTo>
                  <a:pt x="90" y="578"/>
                  <a:pt x="90" y="578"/>
                  <a:pt x="90" y="578"/>
                </a:cubicBezTo>
                <a:cubicBezTo>
                  <a:pt x="90" y="599"/>
                  <a:pt x="104" y="617"/>
                  <a:pt x="123" y="623"/>
                </a:cubicBezTo>
                <a:cubicBezTo>
                  <a:pt x="183" y="637"/>
                  <a:pt x="183" y="637"/>
                  <a:pt x="183" y="637"/>
                </a:cubicBezTo>
                <a:cubicBezTo>
                  <a:pt x="186" y="623"/>
                  <a:pt x="186" y="623"/>
                  <a:pt x="186" y="623"/>
                </a:cubicBezTo>
                <a:cubicBezTo>
                  <a:pt x="183" y="637"/>
                  <a:pt x="183" y="637"/>
                  <a:pt x="183" y="637"/>
                </a:cubicBezTo>
                <a:cubicBezTo>
                  <a:pt x="186" y="638"/>
                  <a:pt x="190" y="638"/>
                  <a:pt x="193" y="638"/>
                </a:cubicBezTo>
                <a:cubicBezTo>
                  <a:pt x="205" y="638"/>
                  <a:pt x="216" y="634"/>
                  <a:pt x="225" y="626"/>
                </a:cubicBezTo>
                <a:cubicBezTo>
                  <a:pt x="233" y="617"/>
                  <a:pt x="237" y="606"/>
                  <a:pt x="237" y="594"/>
                </a:cubicBezTo>
                <a:cubicBezTo>
                  <a:pt x="237" y="408"/>
                  <a:pt x="237" y="408"/>
                  <a:pt x="237" y="408"/>
                </a:cubicBezTo>
                <a:cubicBezTo>
                  <a:pt x="279" y="408"/>
                  <a:pt x="279" y="408"/>
                  <a:pt x="279" y="408"/>
                </a:cubicBezTo>
                <a:cubicBezTo>
                  <a:pt x="657" y="546"/>
                  <a:pt x="657" y="546"/>
                  <a:pt x="657" y="546"/>
                </a:cubicBezTo>
                <a:cubicBezTo>
                  <a:pt x="657" y="548"/>
                  <a:pt x="657" y="548"/>
                  <a:pt x="657" y="548"/>
                </a:cubicBezTo>
                <a:cubicBezTo>
                  <a:pt x="661" y="548"/>
                  <a:pt x="666" y="549"/>
                  <a:pt x="670" y="549"/>
                </a:cubicBezTo>
                <a:cubicBezTo>
                  <a:pt x="681" y="549"/>
                  <a:pt x="692" y="543"/>
                  <a:pt x="700" y="535"/>
                </a:cubicBezTo>
                <a:cubicBezTo>
                  <a:pt x="709" y="528"/>
                  <a:pt x="714" y="517"/>
                  <a:pt x="714" y="504"/>
                </a:cubicBezTo>
                <a:cubicBezTo>
                  <a:pt x="714" y="44"/>
                  <a:pt x="714" y="44"/>
                  <a:pt x="714" y="44"/>
                </a:cubicBezTo>
                <a:cubicBezTo>
                  <a:pt x="714" y="32"/>
                  <a:pt x="709" y="21"/>
                  <a:pt x="700" y="12"/>
                </a:cubicBezTo>
                <a:cubicBezTo>
                  <a:pt x="692" y="4"/>
                  <a:pt x="681" y="0"/>
                  <a:pt x="670" y="0"/>
                </a:cubicBezTo>
                <a:close/>
                <a:moveTo>
                  <a:pt x="204" y="605"/>
                </a:moveTo>
                <a:lnTo>
                  <a:pt x="204" y="605"/>
                </a:lnTo>
                <a:cubicBezTo>
                  <a:pt x="201" y="608"/>
                  <a:pt x="197" y="609"/>
                  <a:pt x="193" y="609"/>
                </a:cubicBezTo>
                <a:cubicBezTo>
                  <a:pt x="190" y="608"/>
                  <a:pt x="190" y="608"/>
                  <a:pt x="190" y="608"/>
                </a:cubicBezTo>
                <a:lnTo>
                  <a:pt x="190" y="608"/>
                </a:lnTo>
                <a:cubicBezTo>
                  <a:pt x="130" y="594"/>
                  <a:pt x="130" y="594"/>
                  <a:pt x="130" y="594"/>
                </a:cubicBezTo>
                <a:cubicBezTo>
                  <a:pt x="123" y="592"/>
                  <a:pt x="119" y="585"/>
                  <a:pt x="119" y="578"/>
                </a:cubicBezTo>
                <a:cubicBezTo>
                  <a:pt x="119" y="408"/>
                  <a:pt x="119" y="408"/>
                  <a:pt x="119" y="408"/>
                </a:cubicBezTo>
                <a:cubicBezTo>
                  <a:pt x="208" y="408"/>
                  <a:pt x="208" y="408"/>
                  <a:pt x="208" y="408"/>
                </a:cubicBezTo>
                <a:cubicBezTo>
                  <a:pt x="208" y="594"/>
                  <a:pt x="208" y="594"/>
                  <a:pt x="208" y="594"/>
                </a:cubicBezTo>
                <a:cubicBezTo>
                  <a:pt x="208" y="598"/>
                  <a:pt x="207" y="602"/>
                  <a:pt x="204" y="605"/>
                </a:cubicBezTo>
                <a:close/>
                <a:moveTo>
                  <a:pt x="268" y="379"/>
                </a:moveTo>
                <a:lnTo>
                  <a:pt x="268" y="379"/>
                </a:lnTo>
                <a:cubicBezTo>
                  <a:pt x="104" y="379"/>
                  <a:pt x="104" y="379"/>
                  <a:pt x="104" y="379"/>
                </a:cubicBezTo>
                <a:cubicBezTo>
                  <a:pt x="84" y="379"/>
                  <a:pt x="64" y="371"/>
                  <a:pt x="52" y="357"/>
                </a:cubicBezTo>
                <a:cubicBezTo>
                  <a:pt x="38" y="344"/>
                  <a:pt x="30" y="326"/>
                  <a:pt x="30" y="305"/>
                </a:cubicBezTo>
                <a:cubicBezTo>
                  <a:pt x="30" y="216"/>
                  <a:pt x="30" y="216"/>
                  <a:pt x="30" y="216"/>
                </a:cubicBezTo>
                <a:cubicBezTo>
                  <a:pt x="30" y="195"/>
                  <a:pt x="38" y="177"/>
                  <a:pt x="52" y="163"/>
                </a:cubicBezTo>
                <a:cubicBezTo>
                  <a:pt x="64" y="149"/>
                  <a:pt x="84" y="140"/>
                  <a:pt x="104" y="140"/>
                </a:cubicBezTo>
                <a:cubicBezTo>
                  <a:pt x="268" y="140"/>
                  <a:pt x="268" y="140"/>
                  <a:pt x="268" y="140"/>
                </a:cubicBezTo>
                <a:lnTo>
                  <a:pt x="268" y="379"/>
                </a:lnTo>
                <a:close/>
                <a:moveTo>
                  <a:pt x="684" y="504"/>
                </a:moveTo>
                <a:lnTo>
                  <a:pt x="684" y="504"/>
                </a:lnTo>
                <a:cubicBezTo>
                  <a:pt x="684" y="509"/>
                  <a:pt x="682" y="511"/>
                  <a:pt x="679" y="514"/>
                </a:cubicBezTo>
                <a:cubicBezTo>
                  <a:pt x="677" y="517"/>
                  <a:pt x="674" y="518"/>
                  <a:pt x="670" y="518"/>
                </a:cubicBezTo>
                <a:cubicBezTo>
                  <a:pt x="668" y="518"/>
                  <a:pt x="667" y="518"/>
                  <a:pt x="666" y="518"/>
                </a:cubicBezTo>
                <a:cubicBezTo>
                  <a:pt x="297" y="383"/>
                  <a:pt x="297" y="383"/>
                  <a:pt x="297" y="383"/>
                </a:cubicBezTo>
                <a:cubicBezTo>
                  <a:pt x="297" y="138"/>
                  <a:pt x="297" y="138"/>
                  <a:pt x="297" y="138"/>
                </a:cubicBezTo>
                <a:cubicBezTo>
                  <a:pt x="667" y="29"/>
                  <a:pt x="667" y="29"/>
                  <a:pt x="667" y="29"/>
                </a:cubicBezTo>
                <a:cubicBezTo>
                  <a:pt x="670" y="29"/>
                  <a:pt x="670" y="29"/>
                  <a:pt x="670" y="29"/>
                </a:cubicBezTo>
                <a:cubicBezTo>
                  <a:pt x="674" y="29"/>
                  <a:pt x="677" y="30"/>
                  <a:pt x="679" y="33"/>
                </a:cubicBezTo>
                <a:cubicBezTo>
                  <a:pt x="682" y="36"/>
                  <a:pt x="684" y="40"/>
                  <a:pt x="684" y="44"/>
                </a:cubicBezTo>
                <a:lnTo>
                  <a:pt x="684" y="504"/>
                </a:lnTo>
                <a:close/>
              </a:path>
            </a:pathLst>
          </a:custGeom>
          <a:solidFill>
            <a:schemeClr val="tx2"/>
          </a:solidFill>
          <a:ln>
            <a:noFill/>
          </a:ln>
          <a:effectLst/>
        </p:spPr>
        <p:txBody>
          <a:bodyPr wrap="none" anchor="ctr"/>
          <a:lstStyle/>
          <a:p>
            <a:endParaRPr lang="da-DK"/>
          </a:p>
        </p:txBody>
      </p:sp>
      <p:sp>
        <p:nvSpPr>
          <p:cNvPr id="362" name="Freeform 298">
            <a:extLst>
              <a:ext uri="{FF2B5EF4-FFF2-40B4-BE49-F238E27FC236}">
                <a16:creationId xmlns:a16="http://schemas.microsoft.com/office/drawing/2014/main" id="{AC0F57E4-23CA-CCA9-56B5-23E0E677BCB8}"/>
              </a:ext>
            </a:extLst>
          </p:cNvPr>
          <p:cNvSpPr>
            <a:spLocks noChangeArrowheads="1"/>
          </p:cNvSpPr>
          <p:nvPr/>
        </p:nvSpPr>
        <p:spPr bwMode="auto">
          <a:xfrm>
            <a:off x="1613569" y="5512494"/>
            <a:ext cx="193675" cy="255588"/>
          </a:xfrm>
          <a:custGeom>
            <a:avLst/>
            <a:gdLst>
              <a:gd name="T0" fmla="*/ 485 w 536"/>
              <a:gd name="T1" fmla="*/ 0 h 711"/>
              <a:gd name="T2" fmla="*/ 485 w 536"/>
              <a:gd name="T3" fmla="*/ 0 h 711"/>
              <a:gd name="T4" fmla="*/ 277 w 536"/>
              <a:gd name="T5" fmla="*/ 22 h 711"/>
              <a:gd name="T6" fmla="*/ 238 w 536"/>
              <a:gd name="T7" fmla="*/ 67 h 711"/>
              <a:gd name="T8" fmla="*/ 238 w 536"/>
              <a:gd name="T9" fmla="*/ 114 h 711"/>
              <a:gd name="T10" fmla="*/ 238 w 536"/>
              <a:gd name="T11" fmla="*/ 236 h 711"/>
              <a:gd name="T12" fmla="*/ 238 w 536"/>
              <a:gd name="T13" fmla="*/ 492 h 711"/>
              <a:gd name="T14" fmla="*/ 134 w 536"/>
              <a:gd name="T15" fmla="*/ 442 h 711"/>
              <a:gd name="T16" fmla="*/ 0 w 536"/>
              <a:gd name="T17" fmla="*/ 576 h 711"/>
              <a:gd name="T18" fmla="*/ 134 w 536"/>
              <a:gd name="T19" fmla="*/ 710 h 711"/>
              <a:gd name="T20" fmla="*/ 267 w 536"/>
              <a:gd name="T21" fmla="*/ 576 h 711"/>
              <a:gd name="T22" fmla="*/ 267 w 536"/>
              <a:gd name="T23" fmla="*/ 576 h 711"/>
              <a:gd name="T24" fmla="*/ 267 w 536"/>
              <a:gd name="T25" fmla="*/ 233 h 711"/>
              <a:gd name="T26" fmla="*/ 496 w 536"/>
              <a:gd name="T27" fmla="*/ 206 h 711"/>
              <a:gd name="T28" fmla="*/ 535 w 536"/>
              <a:gd name="T29" fmla="*/ 163 h 711"/>
              <a:gd name="T30" fmla="*/ 535 w 536"/>
              <a:gd name="T31" fmla="*/ 44 h 711"/>
              <a:gd name="T32" fmla="*/ 491 w 536"/>
              <a:gd name="T33" fmla="*/ 0 h 711"/>
              <a:gd name="T34" fmla="*/ 485 w 536"/>
              <a:gd name="T35" fmla="*/ 0 h 711"/>
              <a:gd name="T36" fmla="*/ 207 w 536"/>
              <a:gd name="T37" fmla="*/ 650 h 711"/>
              <a:gd name="T38" fmla="*/ 207 w 536"/>
              <a:gd name="T39" fmla="*/ 650 h 711"/>
              <a:gd name="T40" fmla="*/ 134 w 536"/>
              <a:gd name="T41" fmla="*/ 680 h 711"/>
              <a:gd name="T42" fmla="*/ 60 w 536"/>
              <a:gd name="T43" fmla="*/ 650 h 711"/>
              <a:gd name="T44" fmla="*/ 29 w 536"/>
              <a:gd name="T45" fmla="*/ 576 h 711"/>
              <a:gd name="T46" fmla="*/ 60 w 536"/>
              <a:gd name="T47" fmla="*/ 502 h 711"/>
              <a:gd name="T48" fmla="*/ 134 w 536"/>
              <a:gd name="T49" fmla="*/ 471 h 711"/>
              <a:gd name="T50" fmla="*/ 207 w 536"/>
              <a:gd name="T51" fmla="*/ 502 h 711"/>
              <a:gd name="T52" fmla="*/ 238 w 536"/>
              <a:gd name="T53" fmla="*/ 576 h 711"/>
              <a:gd name="T54" fmla="*/ 207 w 536"/>
              <a:gd name="T55" fmla="*/ 650 h 711"/>
              <a:gd name="T56" fmla="*/ 506 w 536"/>
              <a:gd name="T57" fmla="*/ 44 h 711"/>
              <a:gd name="T58" fmla="*/ 506 w 536"/>
              <a:gd name="T59" fmla="*/ 44 h 711"/>
              <a:gd name="T60" fmla="*/ 506 w 536"/>
              <a:gd name="T61" fmla="*/ 163 h 711"/>
              <a:gd name="T62" fmla="*/ 492 w 536"/>
              <a:gd name="T63" fmla="*/ 177 h 711"/>
              <a:gd name="T64" fmla="*/ 267 w 536"/>
              <a:gd name="T65" fmla="*/ 202 h 711"/>
              <a:gd name="T66" fmla="*/ 267 w 536"/>
              <a:gd name="T67" fmla="*/ 114 h 711"/>
              <a:gd name="T68" fmla="*/ 267 w 536"/>
              <a:gd name="T69" fmla="*/ 114 h 711"/>
              <a:gd name="T70" fmla="*/ 267 w 536"/>
              <a:gd name="T71" fmla="*/ 67 h 711"/>
              <a:gd name="T72" fmla="*/ 280 w 536"/>
              <a:gd name="T73" fmla="*/ 53 h 711"/>
              <a:gd name="T74" fmla="*/ 489 w 536"/>
              <a:gd name="T75" fmla="*/ 29 h 711"/>
              <a:gd name="T76" fmla="*/ 491 w 536"/>
              <a:gd name="T77" fmla="*/ 29 h 711"/>
              <a:gd name="T78" fmla="*/ 506 w 536"/>
              <a:gd name="T79" fmla="*/ 4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36" h="711">
                <a:moveTo>
                  <a:pt x="485" y="0"/>
                </a:moveTo>
                <a:lnTo>
                  <a:pt x="485" y="0"/>
                </a:lnTo>
                <a:cubicBezTo>
                  <a:pt x="277" y="22"/>
                  <a:pt x="277" y="22"/>
                  <a:pt x="277" y="22"/>
                </a:cubicBezTo>
                <a:cubicBezTo>
                  <a:pt x="255" y="25"/>
                  <a:pt x="238" y="44"/>
                  <a:pt x="238" y="67"/>
                </a:cubicBezTo>
                <a:cubicBezTo>
                  <a:pt x="238" y="114"/>
                  <a:pt x="238" y="114"/>
                  <a:pt x="238" y="114"/>
                </a:cubicBezTo>
                <a:cubicBezTo>
                  <a:pt x="238" y="236"/>
                  <a:pt x="238" y="236"/>
                  <a:pt x="238" y="236"/>
                </a:cubicBezTo>
                <a:cubicBezTo>
                  <a:pt x="238" y="492"/>
                  <a:pt x="238" y="492"/>
                  <a:pt x="238" y="492"/>
                </a:cubicBezTo>
                <a:cubicBezTo>
                  <a:pt x="213" y="461"/>
                  <a:pt x="175" y="442"/>
                  <a:pt x="134" y="442"/>
                </a:cubicBezTo>
                <a:cubicBezTo>
                  <a:pt x="60" y="442"/>
                  <a:pt x="0" y="502"/>
                  <a:pt x="0" y="576"/>
                </a:cubicBezTo>
                <a:cubicBezTo>
                  <a:pt x="0" y="650"/>
                  <a:pt x="60" y="710"/>
                  <a:pt x="134" y="710"/>
                </a:cubicBezTo>
                <a:cubicBezTo>
                  <a:pt x="207" y="710"/>
                  <a:pt x="267" y="650"/>
                  <a:pt x="267" y="576"/>
                </a:cubicBezTo>
                <a:lnTo>
                  <a:pt x="267" y="576"/>
                </a:lnTo>
                <a:cubicBezTo>
                  <a:pt x="267" y="233"/>
                  <a:pt x="267" y="233"/>
                  <a:pt x="267" y="233"/>
                </a:cubicBezTo>
                <a:cubicBezTo>
                  <a:pt x="496" y="206"/>
                  <a:pt x="496" y="206"/>
                  <a:pt x="496" y="206"/>
                </a:cubicBezTo>
                <a:cubicBezTo>
                  <a:pt x="518" y="205"/>
                  <a:pt x="535" y="185"/>
                  <a:pt x="535" y="163"/>
                </a:cubicBezTo>
                <a:cubicBezTo>
                  <a:pt x="535" y="44"/>
                  <a:pt x="535" y="44"/>
                  <a:pt x="535" y="44"/>
                </a:cubicBezTo>
                <a:cubicBezTo>
                  <a:pt x="535" y="19"/>
                  <a:pt x="516" y="0"/>
                  <a:pt x="491" y="0"/>
                </a:cubicBezTo>
                <a:cubicBezTo>
                  <a:pt x="489" y="0"/>
                  <a:pt x="488" y="0"/>
                  <a:pt x="485" y="0"/>
                </a:cubicBezTo>
                <a:close/>
                <a:moveTo>
                  <a:pt x="207" y="650"/>
                </a:moveTo>
                <a:lnTo>
                  <a:pt x="207" y="650"/>
                </a:lnTo>
                <a:cubicBezTo>
                  <a:pt x="188" y="668"/>
                  <a:pt x="163" y="680"/>
                  <a:pt x="134" y="680"/>
                </a:cubicBezTo>
                <a:cubicBezTo>
                  <a:pt x="104" y="680"/>
                  <a:pt x="79" y="668"/>
                  <a:pt x="60" y="650"/>
                </a:cubicBezTo>
                <a:cubicBezTo>
                  <a:pt x="41" y="630"/>
                  <a:pt x="29" y="605"/>
                  <a:pt x="29" y="576"/>
                </a:cubicBezTo>
                <a:cubicBezTo>
                  <a:pt x="29" y="547"/>
                  <a:pt x="41" y="521"/>
                  <a:pt x="60" y="502"/>
                </a:cubicBezTo>
                <a:cubicBezTo>
                  <a:pt x="79" y="484"/>
                  <a:pt x="104" y="471"/>
                  <a:pt x="134" y="471"/>
                </a:cubicBezTo>
                <a:cubicBezTo>
                  <a:pt x="163" y="471"/>
                  <a:pt x="188" y="484"/>
                  <a:pt x="207" y="502"/>
                </a:cubicBezTo>
                <a:cubicBezTo>
                  <a:pt x="226" y="521"/>
                  <a:pt x="238" y="547"/>
                  <a:pt x="238" y="576"/>
                </a:cubicBezTo>
                <a:cubicBezTo>
                  <a:pt x="238" y="605"/>
                  <a:pt x="226" y="630"/>
                  <a:pt x="207" y="650"/>
                </a:cubicBezTo>
                <a:close/>
                <a:moveTo>
                  <a:pt x="506" y="44"/>
                </a:moveTo>
                <a:lnTo>
                  <a:pt x="506" y="44"/>
                </a:lnTo>
                <a:cubicBezTo>
                  <a:pt x="506" y="163"/>
                  <a:pt x="506" y="163"/>
                  <a:pt x="506" y="163"/>
                </a:cubicBezTo>
                <a:cubicBezTo>
                  <a:pt x="506" y="170"/>
                  <a:pt x="500" y="177"/>
                  <a:pt x="492" y="177"/>
                </a:cubicBezTo>
                <a:cubicBezTo>
                  <a:pt x="267" y="202"/>
                  <a:pt x="267" y="202"/>
                  <a:pt x="267" y="202"/>
                </a:cubicBezTo>
                <a:cubicBezTo>
                  <a:pt x="267" y="114"/>
                  <a:pt x="267" y="114"/>
                  <a:pt x="267" y="114"/>
                </a:cubicBezTo>
                <a:lnTo>
                  <a:pt x="267" y="114"/>
                </a:lnTo>
                <a:cubicBezTo>
                  <a:pt x="267" y="67"/>
                  <a:pt x="267" y="67"/>
                  <a:pt x="267" y="67"/>
                </a:cubicBezTo>
                <a:cubicBezTo>
                  <a:pt x="267" y="60"/>
                  <a:pt x="273" y="53"/>
                  <a:pt x="280" y="53"/>
                </a:cubicBezTo>
                <a:cubicBezTo>
                  <a:pt x="489" y="29"/>
                  <a:pt x="489" y="29"/>
                  <a:pt x="489" y="29"/>
                </a:cubicBezTo>
                <a:cubicBezTo>
                  <a:pt x="491" y="29"/>
                  <a:pt x="491" y="29"/>
                  <a:pt x="491" y="29"/>
                </a:cubicBezTo>
                <a:cubicBezTo>
                  <a:pt x="499" y="29"/>
                  <a:pt x="506" y="36"/>
                  <a:pt x="506" y="44"/>
                </a:cubicBezTo>
                <a:close/>
              </a:path>
            </a:pathLst>
          </a:custGeom>
          <a:solidFill>
            <a:schemeClr val="tx2"/>
          </a:solidFill>
          <a:ln>
            <a:noFill/>
          </a:ln>
          <a:effectLst/>
        </p:spPr>
        <p:txBody>
          <a:bodyPr wrap="none" anchor="ctr"/>
          <a:lstStyle/>
          <a:p>
            <a:endParaRPr lang="da-DK"/>
          </a:p>
        </p:txBody>
      </p:sp>
      <p:sp>
        <p:nvSpPr>
          <p:cNvPr id="363" name="Freeform 299">
            <a:extLst>
              <a:ext uri="{FF2B5EF4-FFF2-40B4-BE49-F238E27FC236}">
                <a16:creationId xmlns:a16="http://schemas.microsoft.com/office/drawing/2014/main" id="{CCBF70F1-5A95-7C34-FB6F-A3E0B7845AA4}"/>
              </a:ext>
            </a:extLst>
          </p:cNvPr>
          <p:cNvSpPr>
            <a:spLocks noChangeArrowheads="1"/>
          </p:cNvSpPr>
          <p:nvPr/>
        </p:nvSpPr>
        <p:spPr bwMode="auto">
          <a:xfrm>
            <a:off x="1056356" y="5513288"/>
            <a:ext cx="246063" cy="254000"/>
          </a:xfrm>
          <a:custGeom>
            <a:avLst/>
            <a:gdLst>
              <a:gd name="T0" fmla="*/ 671 w 684"/>
              <a:gd name="T1" fmla="*/ 13 h 706"/>
              <a:gd name="T2" fmla="*/ 671 w 684"/>
              <a:gd name="T3" fmla="*/ 13 h 706"/>
              <a:gd name="T4" fmla="*/ 639 w 684"/>
              <a:gd name="T5" fmla="*/ 0 h 706"/>
              <a:gd name="T6" fmla="*/ 628 w 684"/>
              <a:gd name="T7" fmla="*/ 2 h 706"/>
              <a:gd name="T8" fmla="*/ 241 w 684"/>
              <a:gd name="T9" fmla="*/ 105 h 706"/>
              <a:gd name="T10" fmla="*/ 208 w 684"/>
              <a:gd name="T11" fmla="*/ 148 h 706"/>
              <a:gd name="T12" fmla="*/ 208 w 684"/>
              <a:gd name="T13" fmla="*/ 507 h 706"/>
              <a:gd name="T14" fmla="*/ 119 w 684"/>
              <a:gd name="T15" fmla="*/ 466 h 706"/>
              <a:gd name="T16" fmla="*/ 0 w 684"/>
              <a:gd name="T17" fmla="*/ 586 h 706"/>
              <a:gd name="T18" fmla="*/ 119 w 684"/>
              <a:gd name="T19" fmla="*/ 705 h 706"/>
              <a:gd name="T20" fmla="*/ 237 w 684"/>
              <a:gd name="T21" fmla="*/ 586 h 706"/>
              <a:gd name="T22" fmla="*/ 237 w 684"/>
              <a:gd name="T23" fmla="*/ 586 h 706"/>
              <a:gd name="T24" fmla="*/ 237 w 684"/>
              <a:gd name="T25" fmla="*/ 256 h 706"/>
              <a:gd name="T26" fmla="*/ 654 w 684"/>
              <a:gd name="T27" fmla="*/ 144 h 706"/>
              <a:gd name="T28" fmla="*/ 654 w 684"/>
              <a:gd name="T29" fmla="*/ 388 h 706"/>
              <a:gd name="T30" fmla="*/ 565 w 684"/>
              <a:gd name="T31" fmla="*/ 348 h 706"/>
              <a:gd name="T32" fmla="*/ 446 w 684"/>
              <a:gd name="T33" fmla="*/ 466 h 706"/>
              <a:gd name="T34" fmla="*/ 565 w 684"/>
              <a:gd name="T35" fmla="*/ 586 h 706"/>
              <a:gd name="T36" fmla="*/ 683 w 684"/>
              <a:gd name="T37" fmla="*/ 466 h 706"/>
              <a:gd name="T38" fmla="*/ 683 w 684"/>
              <a:gd name="T39" fmla="*/ 466 h 706"/>
              <a:gd name="T40" fmla="*/ 683 w 684"/>
              <a:gd name="T41" fmla="*/ 466 h 706"/>
              <a:gd name="T42" fmla="*/ 683 w 684"/>
              <a:gd name="T43" fmla="*/ 45 h 706"/>
              <a:gd name="T44" fmla="*/ 671 w 684"/>
              <a:gd name="T45" fmla="*/ 13 h 706"/>
              <a:gd name="T46" fmla="*/ 628 w 684"/>
              <a:gd name="T47" fmla="*/ 530 h 706"/>
              <a:gd name="T48" fmla="*/ 628 w 684"/>
              <a:gd name="T49" fmla="*/ 530 h 706"/>
              <a:gd name="T50" fmla="*/ 565 w 684"/>
              <a:gd name="T51" fmla="*/ 555 h 706"/>
              <a:gd name="T52" fmla="*/ 502 w 684"/>
              <a:gd name="T53" fmla="*/ 530 h 706"/>
              <a:gd name="T54" fmla="*/ 476 w 684"/>
              <a:gd name="T55" fmla="*/ 466 h 706"/>
              <a:gd name="T56" fmla="*/ 502 w 684"/>
              <a:gd name="T57" fmla="*/ 403 h 706"/>
              <a:gd name="T58" fmla="*/ 565 w 684"/>
              <a:gd name="T59" fmla="*/ 377 h 706"/>
              <a:gd name="T60" fmla="*/ 628 w 684"/>
              <a:gd name="T61" fmla="*/ 403 h 706"/>
              <a:gd name="T62" fmla="*/ 654 w 684"/>
              <a:gd name="T63" fmla="*/ 466 h 706"/>
              <a:gd name="T64" fmla="*/ 628 w 684"/>
              <a:gd name="T65" fmla="*/ 530 h 706"/>
              <a:gd name="T66" fmla="*/ 181 w 684"/>
              <a:gd name="T67" fmla="*/ 649 h 706"/>
              <a:gd name="T68" fmla="*/ 181 w 684"/>
              <a:gd name="T69" fmla="*/ 649 h 706"/>
              <a:gd name="T70" fmla="*/ 119 w 684"/>
              <a:gd name="T71" fmla="*/ 675 h 706"/>
              <a:gd name="T72" fmla="*/ 56 w 684"/>
              <a:gd name="T73" fmla="*/ 649 h 706"/>
              <a:gd name="T74" fmla="*/ 29 w 684"/>
              <a:gd name="T75" fmla="*/ 586 h 706"/>
              <a:gd name="T76" fmla="*/ 56 w 684"/>
              <a:gd name="T77" fmla="*/ 523 h 706"/>
              <a:gd name="T78" fmla="*/ 119 w 684"/>
              <a:gd name="T79" fmla="*/ 497 h 706"/>
              <a:gd name="T80" fmla="*/ 181 w 684"/>
              <a:gd name="T81" fmla="*/ 523 h 706"/>
              <a:gd name="T82" fmla="*/ 208 w 684"/>
              <a:gd name="T83" fmla="*/ 586 h 706"/>
              <a:gd name="T84" fmla="*/ 181 w 684"/>
              <a:gd name="T85" fmla="*/ 649 h 706"/>
              <a:gd name="T86" fmla="*/ 237 w 684"/>
              <a:gd name="T87" fmla="*/ 225 h 706"/>
              <a:gd name="T88" fmla="*/ 237 w 684"/>
              <a:gd name="T89" fmla="*/ 225 h 706"/>
              <a:gd name="T90" fmla="*/ 237 w 684"/>
              <a:gd name="T91" fmla="*/ 148 h 706"/>
              <a:gd name="T92" fmla="*/ 248 w 684"/>
              <a:gd name="T93" fmla="*/ 133 h 706"/>
              <a:gd name="T94" fmla="*/ 636 w 684"/>
              <a:gd name="T95" fmla="*/ 30 h 706"/>
              <a:gd name="T96" fmla="*/ 639 w 684"/>
              <a:gd name="T97" fmla="*/ 30 h 706"/>
              <a:gd name="T98" fmla="*/ 650 w 684"/>
              <a:gd name="T99" fmla="*/ 34 h 706"/>
              <a:gd name="T100" fmla="*/ 654 w 684"/>
              <a:gd name="T101" fmla="*/ 45 h 706"/>
              <a:gd name="T102" fmla="*/ 654 w 684"/>
              <a:gd name="T103" fmla="*/ 113 h 706"/>
              <a:gd name="T104" fmla="*/ 237 w 684"/>
              <a:gd name="T105" fmla="*/ 225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4" h="706">
                <a:moveTo>
                  <a:pt x="671" y="13"/>
                </a:moveTo>
                <a:lnTo>
                  <a:pt x="671" y="13"/>
                </a:lnTo>
                <a:cubicBezTo>
                  <a:pt x="662" y="5"/>
                  <a:pt x="651" y="0"/>
                  <a:pt x="639" y="0"/>
                </a:cubicBezTo>
                <a:cubicBezTo>
                  <a:pt x="636" y="0"/>
                  <a:pt x="632" y="0"/>
                  <a:pt x="628" y="2"/>
                </a:cubicBezTo>
                <a:cubicBezTo>
                  <a:pt x="241" y="105"/>
                  <a:pt x="241" y="105"/>
                  <a:pt x="241" y="105"/>
                </a:cubicBezTo>
                <a:cubicBezTo>
                  <a:pt x="222" y="109"/>
                  <a:pt x="208" y="127"/>
                  <a:pt x="208" y="148"/>
                </a:cubicBezTo>
                <a:cubicBezTo>
                  <a:pt x="208" y="507"/>
                  <a:pt x="208" y="507"/>
                  <a:pt x="208" y="507"/>
                </a:cubicBezTo>
                <a:cubicBezTo>
                  <a:pt x="186" y="483"/>
                  <a:pt x="155" y="466"/>
                  <a:pt x="119" y="466"/>
                </a:cubicBezTo>
                <a:cubicBezTo>
                  <a:pt x="53" y="466"/>
                  <a:pt x="0" y="521"/>
                  <a:pt x="0" y="586"/>
                </a:cubicBezTo>
                <a:cubicBezTo>
                  <a:pt x="0" y="652"/>
                  <a:pt x="53" y="705"/>
                  <a:pt x="119" y="705"/>
                </a:cubicBezTo>
                <a:cubicBezTo>
                  <a:pt x="184" y="705"/>
                  <a:pt x="237" y="652"/>
                  <a:pt x="237" y="586"/>
                </a:cubicBezTo>
                <a:lnTo>
                  <a:pt x="237" y="586"/>
                </a:lnTo>
                <a:cubicBezTo>
                  <a:pt x="237" y="256"/>
                  <a:pt x="237" y="256"/>
                  <a:pt x="237" y="256"/>
                </a:cubicBezTo>
                <a:cubicBezTo>
                  <a:pt x="654" y="144"/>
                  <a:pt x="654" y="144"/>
                  <a:pt x="654" y="144"/>
                </a:cubicBezTo>
                <a:cubicBezTo>
                  <a:pt x="654" y="388"/>
                  <a:pt x="654" y="388"/>
                  <a:pt x="654" y="388"/>
                </a:cubicBezTo>
                <a:cubicBezTo>
                  <a:pt x="632" y="363"/>
                  <a:pt x="601" y="348"/>
                  <a:pt x="565" y="348"/>
                </a:cubicBezTo>
                <a:cubicBezTo>
                  <a:pt x="499" y="348"/>
                  <a:pt x="446" y="401"/>
                  <a:pt x="446" y="466"/>
                </a:cubicBezTo>
                <a:cubicBezTo>
                  <a:pt x="446" y="533"/>
                  <a:pt x="499" y="586"/>
                  <a:pt x="565" y="586"/>
                </a:cubicBezTo>
                <a:cubicBezTo>
                  <a:pt x="630" y="586"/>
                  <a:pt x="683" y="533"/>
                  <a:pt x="683" y="466"/>
                </a:cubicBezTo>
                <a:lnTo>
                  <a:pt x="683" y="466"/>
                </a:lnTo>
                <a:lnTo>
                  <a:pt x="683" y="466"/>
                </a:lnTo>
                <a:cubicBezTo>
                  <a:pt x="683" y="45"/>
                  <a:pt x="683" y="45"/>
                  <a:pt x="683" y="45"/>
                </a:cubicBezTo>
                <a:cubicBezTo>
                  <a:pt x="683" y="32"/>
                  <a:pt x="679" y="20"/>
                  <a:pt x="671" y="13"/>
                </a:cubicBezTo>
                <a:close/>
                <a:moveTo>
                  <a:pt x="628" y="530"/>
                </a:moveTo>
                <a:lnTo>
                  <a:pt x="628" y="530"/>
                </a:lnTo>
                <a:cubicBezTo>
                  <a:pt x="612" y="546"/>
                  <a:pt x="590" y="555"/>
                  <a:pt x="565" y="555"/>
                </a:cubicBezTo>
                <a:cubicBezTo>
                  <a:pt x="540" y="555"/>
                  <a:pt x="517" y="546"/>
                  <a:pt x="502" y="530"/>
                </a:cubicBezTo>
                <a:cubicBezTo>
                  <a:pt x="485" y="514"/>
                  <a:pt x="476" y="491"/>
                  <a:pt x="476" y="466"/>
                </a:cubicBezTo>
                <a:cubicBezTo>
                  <a:pt x="476" y="442"/>
                  <a:pt x="485" y="420"/>
                  <a:pt x="502" y="403"/>
                </a:cubicBezTo>
                <a:cubicBezTo>
                  <a:pt x="517" y="388"/>
                  <a:pt x="540" y="377"/>
                  <a:pt x="565" y="377"/>
                </a:cubicBezTo>
                <a:cubicBezTo>
                  <a:pt x="590" y="377"/>
                  <a:pt x="612" y="388"/>
                  <a:pt x="628" y="403"/>
                </a:cubicBezTo>
                <a:cubicBezTo>
                  <a:pt x="644" y="420"/>
                  <a:pt x="654" y="442"/>
                  <a:pt x="654" y="466"/>
                </a:cubicBezTo>
                <a:cubicBezTo>
                  <a:pt x="654" y="491"/>
                  <a:pt x="644" y="514"/>
                  <a:pt x="628" y="530"/>
                </a:cubicBezTo>
                <a:close/>
                <a:moveTo>
                  <a:pt x="181" y="649"/>
                </a:moveTo>
                <a:lnTo>
                  <a:pt x="181" y="649"/>
                </a:lnTo>
                <a:cubicBezTo>
                  <a:pt x="166" y="666"/>
                  <a:pt x="144" y="675"/>
                  <a:pt x="119" y="675"/>
                </a:cubicBezTo>
                <a:cubicBezTo>
                  <a:pt x="93" y="675"/>
                  <a:pt x="71" y="666"/>
                  <a:pt x="56" y="649"/>
                </a:cubicBezTo>
                <a:cubicBezTo>
                  <a:pt x="39" y="632"/>
                  <a:pt x="29" y="610"/>
                  <a:pt x="29" y="586"/>
                </a:cubicBezTo>
                <a:cubicBezTo>
                  <a:pt x="29" y="561"/>
                  <a:pt x="39" y="539"/>
                  <a:pt x="56" y="523"/>
                </a:cubicBezTo>
                <a:cubicBezTo>
                  <a:pt x="71" y="507"/>
                  <a:pt x="93" y="497"/>
                  <a:pt x="119" y="497"/>
                </a:cubicBezTo>
                <a:cubicBezTo>
                  <a:pt x="144" y="497"/>
                  <a:pt x="166" y="507"/>
                  <a:pt x="181" y="523"/>
                </a:cubicBezTo>
                <a:cubicBezTo>
                  <a:pt x="198" y="539"/>
                  <a:pt x="208" y="561"/>
                  <a:pt x="208" y="586"/>
                </a:cubicBezTo>
                <a:cubicBezTo>
                  <a:pt x="208" y="610"/>
                  <a:pt x="198" y="632"/>
                  <a:pt x="181" y="649"/>
                </a:cubicBezTo>
                <a:close/>
                <a:moveTo>
                  <a:pt x="237" y="225"/>
                </a:moveTo>
                <a:lnTo>
                  <a:pt x="237" y="225"/>
                </a:lnTo>
                <a:cubicBezTo>
                  <a:pt x="237" y="148"/>
                  <a:pt x="237" y="148"/>
                  <a:pt x="237" y="148"/>
                </a:cubicBezTo>
                <a:cubicBezTo>
                  <a:pt x="237" y="141"/>
                  <a:pt x="243" y="134"/>
                  <a:pt x="248" y="133"/>
                </a:cubicBezTo>
                <a:cubicBezTo>
                  <a:pt x="636" y="30"/>
                  <a:pt x="636" y="30"/>
                  <a:pt x="636" y="30"/>
                </a:cubicBezTo>
                <a:cubicBezTo>
                  <a:pt x="637" y="30"/>
                  <a:pt x="637" y="30"/>
                  <a:pt x="639" y="30"/>
                </a:cubicBezTo>
                <a:cubicBezTo>
                  <a:pt x="643" y="30"/>
                  <a:pt x="647" y="31"/>
                  <a:pt x="650" y="34"/>
                </a:cubicBezTo>
                <a:cubicBezTo>
                  <a:pt x="653" y="37"/>
                  <a:pt x="654" y="39"/>
                  <a:pt x="654" y="45"/>
                </a:cubicBezTo>
                <a:cubicBezTo>
                  <a:pt x="654" y="113"/>
                  <a:pt x="654" y="113"/>
                  <a:pt x="654" y="113"/>
                </a:cubicBezTo>
                <a:lnTo>
                  <a:pt x="237" y="225"/>
                </a:lnTo>
                <a:close/>
              </a:path>
            </a:pathLst>
          </a:custGeom>
          <a:solidFill>
            <a:schemeClr val="tx2"/>
          </a:solidFill>
          <a:ln>
            <a:noFill/>
          </a:ln>
          <a:effectLst/>
        </p:spPr>
        <p:txBody>
          <a:bodyPr wrap="none" anchor="ctr"/>
          <a:lstStyle/>
          <a:p>
            <a:endParaRPr lang="da-DK"/>
          </a:p>
        </p:txBody>
      </p:sp>
      <p:grpSp>
        <p:nvGrpSpPr>
          <p:cNvPr id="364" name="Group 367">
            <a:extLst>
              <a:ext uri="{FF2B5EF4-FFF2-40B4-BE49-F238E27FC236}">
                <a16:creationId xmlns:a16="http://schemas.microsoft.com/office/drawing/2014/main" id="{1FA89B1E-08BA-32BE-2443-5C8D3EACA0ED}"/>
              </a:ext>
            </a:extLst>
          </p:cNvPr>
          <p:cNvGrpSpPr/>
          <p:nvPr/>
        </p:nvGrpSpPr>
        <p:grpSpPr>
          <a:xfrm>
            <a:off x="3112169" y="4481414"/>
            <a:ext cx="257175" cy="257175"/>
            <a:chOff x="2084388" y="4803775"/>
            <a:chExt cx="257175" cy="257175"/>
          </a:xfrm>
          <a:solidFill>
            <a:schemeClr val="tx2"/>
          </a:solidFill>
        </p:grpSpPr>
        <p:sp>
          <p:nvSpPr>
            <p:cNvPr id="365" name="Freeform 300">
              <a:extLst>
                <a:ext uri="{FF2B5EF4-FFF2-40B4-BE49-F238E27FC236}">
                  <a16:creationId xmlns:a16="http://schemas.microsoft.com/office/drawing/2014/main" id="{1D708AFD-0413-9332-CE39-87F7EAC8715B}"/>
                </a:ext>
              </a:extLst>
            </p:cNvPr>
            <p:cNvSpPr>
              <a:spLocks noChangeArrowheads="1"/>
            </p:cNvSpPr>
            <p:nvPr/>
          </p:nvSpPr>
          <p:spPr bwMode="auto">
            <a:xfrm>
              <a:off x="2084388" y="480377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9 w 715"/>
                <a:gd name="T13" fmla="*/ 588 h 715"/>
                <a:gd name="T14" fmla="*/ 589 w 715"/>
                <a:gd name="T15" fmla="*/ 588 h 715"/>
                <a:gd name="T16" fmla="*/ 357 w 715"/>
                <a:gd name="T17" fmla="*/ 685 h 715"/>
                <a:gd name="T18" fmla="*/ 126 w 715"/>
                <a:gd name="T19" fmla="*/ 588 h 715"/>
                <a:gd name="T20" fmla="*/ 30 w 715"/>
                <a:gd name="T21" fmla="*/ 357 h 715"/>
                <a:gd name="T22" fmla="*/ 126 w 715"/>
                <a:gd name="T23" fmla="*/ 127 h 715"/>
                <a:gd name="T24" fmla="*/ 357 w 715"/>
                <a:gd name="T25" fmla="*/ 31 h 715"/>
                <a:gd name="T26" fmla="*/ 589 w 715"/>
                <a:gd name="T27" fmla="*/ 127 h 715"/>
                <a:gd name="T28" fmla="*/ 684 w 715"/>
                <a:gd name="T29" fmla="*/ 357 h 715"/>
                <a:gd name="T30" fmla="*/ 589 w 715"/>
                <a:gd name="T31" fmla="*/ 5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59" y="0"/>
                    <a:pt x="0" y="160"/>
                    <a:pt x="0" y="357"/>
                  </a:cubicBezTo>
                  <a:cubicBezTo>
                    <a:pt x="0" y="555"/>
                    <a:pt x="159" y="714"/>
                    <a:pt x="357" y="714"/>
                  </a:cubicBezTo>
                  <a:cubicBezTo>
                    <a:pt x="554" y="714"/>
                    <a:pt x="714" y="555"/>
                    <a:pt x="714" y="357"/>
                  </a:cubicBezTo>
                  <a:cubicBezTo>
                    <a:pt x="714" y="160"/>
                    <a:pt x="554" y="0"/>
                    <a:pt x="357" y="0"/>
                  </a:cubicBezTo>
                  <a:close/>
                  <a:moveTo>
                    <a:pt x="589" y="588"/>
                  </a:moveTo>
                  <a:lnTo>
                    <a:pt x="589" y="588"/>
                  </a:lnTo>
                  <a:cubicBezTo>
                    <a:pt x="529" y="648"/>
                    <a:pt x="448" y="685"/>
                    <a:pt x="357" y="685"/>
                  </a:cubicBezTo>
                  <a:cubicBezTo>
                    <a:pt x="267" y="685"/>
                    <a:pt x="184" y="648"/>
                    <a:pt x="126" y="588"/>
                  </a:cubicBezTo>
                  <a:cubicBezTo>
                    <a:pt x="66" y="530"/>
                    <a:pt x="30" y="447"/>
                    <a:pt x="30" y="357"/>
                  </a:cubicBezTo>
                  <a:cubicBezTo>
                    <a:pt x="30" y="268"/>
                    <a:pt x="66" y="185"/>
                    <a:pt x="126" y="127"/>
                  </a:cubicBezTo>
                  <a:cubicBezTo>
                    <a:pt x="184" y="67"/>
                    <a:pt x="267" y="31"/>
                    <a:pt x="357" y="31"/>
                  </a:cubicBezTo>
                  <a:cubicBezTo>
                    <a:pt x="448" y="31"/>
                    <a:pt x="529" y="67"/>
                    <a:pt x="589" y="127"/>
                  </a:cubicBezTo>
                  <a:cubicBezTo>
                    <a:pt x="647" y="185"/>
                    <a:pt x="684" y="268"/>
                    <a:pt x="684" y="357"/>
                  </a:cubicBezTo>
                  <a:cubicBezTo>
                    <a:pt x="684" y="447"/>
                    <a:pt x="647" y="530"/>
                    <a:pt x="589"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1">
              <a:extLst>
                <a:ext uri="{FF2B5EF4-FFF2-40B4-BE49-F238E27FC236}">
                  <a16:creationId xmlns:a16="http://schemas.microsoft.com/office/drawing/2014/main" id="{FBB0B0BF-352D-9669-A1E1-719E67C89E85}"/>
                </a:ext>
              </a:extLst>
            </p:cNvPr>
            <p:cNvSpPr>
              <a:spLocks noChangeArrowheads="1"/>
            </p:cNvSpPr>
            <p:nvPr/>
          </p:nvSpPr>
          <p:spPr bwMode="auto">
            <a:xfrm>
              <a:off x="2181225" y="4900613"/>
              <a:ext cx="65088" cy="65087"/>
            </a:xfrm>
            <a:custGeom>
              <a:avLst/>
              <a:gdLst>
                <a:gd name="T0" fmla="*/ 179 w 180"/>
                <a:gd name="T1" fmla="*/ 89 h 179"/>
                <a:gd name="T2" fmla="*/ 179 w 180"/>
                <a:gd name="T3" fmla="*/ 89 h 179"/>
                <a:gd name="T4" fmla="*/ 89 w 180"/>
                <a:gd name="T5" fmla="*/ 0 h 179"/>
                <a:gd name="T6" fmla="*/ 0 w 180"/>
                <a:gd name="T7" fmla="*/ 89 h 179"/>
                <a:gd name="T8" fmla="*/ 89 w 180"/>
                <a:gd name="T9" fmla="*/ 178 h 179"/>
                <a:gd name="T10" fmla="*/ 179 w 180"/>
                <a:gd name="T11" fmla="*/ 89 h 179"/>
                <a:gd name="T12" fmla="*/ 29 w 180"/>
                <a:gd name="T13" fmla="*/ 89 h 179"/>
                <a:gd name="T14" fmla="*/ 29 w 180"/>
                <a:gd name="T15" fmla="*/ 89 h 179"/>
                <a:gd name="T16" fmla="*/ 46 w 180"/>
                <a:gd name="T17" fmla="*/ 47 h 179"/>
                <a:gd name="T18" fmla="*/ 89 w 180"/>
                <a:gd name="T19" fmla="*/ 30 h 179"/>
                <a:gd name="T20" fmla="*/ 131 w 180"/>
                <a:gd name="T21" fmla="*/ 47 h 179"/>
                <a:gd name="T22" fmla="*/ 148 w 180"/>
                <a:gd name="T23" fmla="*/ 89 h 179"/>
                <a:gd name="T24" fmla="*/ 131 w 180"/>
                <a:gd name="T25" fmla="*/ 132 h 179"/>
                <a:gd name="T26" fmla="*/ 89 w 180"/>
                <a:gd name="T27" fmla="*/ 149 h 179"/>
                <a:gd name="T28" fmla="*/ 46 w 180"/>
                <a:gd name="T29" fmla="*/ 132 h 179"/>
                <a:gd name="T30" fmla="*/ 29 w 180"/>
                <a:gd name="T31" fmla="*/ 8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0" h="179">
                  <a:moveTo>
                    <a:pt x="179" y="89"/>
                  </a:moveTo>
                  <a:lnTo>
                    <a:pt x="179" y="89"/>
                  </a:lnTo>
                  <a:cubicBezTo>
                    <a:pt x="179" y="40"/>
                    <a:pt x="138" y="0"/>
                    <a:pt x="89" y="0"/>
                  </a:cubicBezTo>
                  <a:cubicBezTo>
                    <a:pt x="39" y="0"/>
                    <a:pt x="0" y="40"/>
                    <a:pt x="0" y="89"/>
                  </a:cubicBezTo>
                  <a:cubicBezTo>
                    <a:pt x="0" y="139"/>
                    <a:pt x="39" y="178"/>
                    <a:pt x="89" y="178"/>
                  </a:cubicBezTo>
                  <a:cubicBezTo>
                    <a:pt x="138" y="178"/>
                    <a:pt x="179" y="139"/>
                    <a:pt x="179" y="89"/>
                  </a:cubicBezTo>
                  <a:close/>
                  <a:moveTo>
                    <a:pt x="29" y="89"/>
                  </a:moveTo>
                  <a:lnTo>
                    <a:pt x="29" y="89"/>
                  </a:lnTo>
                  <a:cubicBezTo>
                    <a:pt x="29" y="74"/>
                    <a:pt x="36" y="58"/>
                    <a:pt x="46" y="47"/>
                  </a:cubicBezTo>
                  <a:cubicBezTo>
                    <a:pt x="57" y="37"/>
                    <a:pt x="73" y="30"/>
                    <a:pt x="89" y="30"/>
                  </a:cubicBezTo>
                  <a:cubicBezTo>
                    <a:pt x="105" y="30"/>
                    <a:pt x="120" y="37"/>
                    <a:pt x="131" y="47"/>
                  </a:cubicBezTo>
                  <a:cubicBezTo>
                    <a:pt x="142" y="58"/>
                    <a:pt x="148" y="74"/>
                    <a:pt x="148" y="89"/>
                  </a:cubicBezTo>
                  <a:cubicBezTo>
                    <a:pt x="148" y="106"/>
                    <a:pt x="142" y="121"/>
                    <a:pt x="131" y="132"/>
                  </a:cubicBezTo>
                  <a:cubicBezTo>
                    <a:pt x="120" y="142"/>
                    <a:pt x="105" y="149"/>
                    <a:pt x="89" y="149"/>
                  </a:cubicBezTo>
                  <a:cubicBezTo>
                    <a:pt x="73" y="149"/>
                    <a:pt x="57" y="142"/>
                    <a:pt x="46" y="132"/>
                  </a:cubicBezTo>
                  <a:cubicBezTo>
                    <a:pt x="36" y="121"/>
                    <a:pt x="29" y="106"/>
                    <a:pt x="2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2">
              <a:extLst>
                <a:ext uri="{FF2B5EF4-FFF2-40B4-BE49-F238E27FC236}">
                  <a16:creationId xmlns:a16="http://schemas.microsoft.com/office/drawing/2014/main" id="{F6B1395C-11FB-C326-522A-2A60118C8540}"/>
                </a:ext>
              </a:extLst>
            </p:cNvPr>
            <p:cNvSpPr>
              <a:spLocks noChangeArrowheads="1"/>
            </p:cNvSpPr>
            <p:nvPr/>
          </p:nvSpPr>
          <p:spPr bwMode="auto">
            <a:xfrm>
              <a:off x="2208213" y="4991100"/>
              <a:ext cx="76200" cy="38100"/>
            </a:xfrm>
            <a:custGeom>
              <a:avLst/>
              <a:gdLst>
                <a:gd name="T0" fmla="*/ 183 w 212"/>
                <a:gd name="T1" fmla="*/ 6 h 106"/>
                <a:gd name="T2" fmla="*/ 183 w 212"/>
                <a:gd name="T3" fmla="*/ 6 h 106"/>
                <a:gd name="T4" fmla="*/ 183 w 212"/>
                <a:gd name="T5" fmla="*/ 6 h 106"/>
                <a:gd name="T6" fmla="*/ 15 w 212"/>
                <a:gd name="T7" fmla="*/ 75 h 106"/>
                <a:gd name="T8" fmla="*/ 0 w 212"/>
                <a:gd name="T9" fmla="*/ 91 h 106"/>
                <a:gd name="T10" fmla="*/ 15 w 212"/>
                <a:gd name="T11" fmla="*/ 105 h 106"/>
                <a:gd name="T12" fmla="*/ 204 w 212"/>
                <a:gd name="T13" fmla="*/ 27 h 106"/>
                <a:gd name="T14" fmla="*/ 204 w 212"/>
                <a:gd name="T15" fmla="*/ 6 h 106"/>
                <a:gd name="T16" fmla="*/ 183 w 212"/>
                <a:gd name="T17" fmla="*/ 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2" h="106">
                  <a:moveTo>
                    <a:pt x="183" y="6"/>
                  </a:moveTo>
                  <a:lnTo>
                    <a:pt x="183" y="6"/>
                  </a:lnTo>
                  <a:lnTo>
                    <a:pt x="183" y="6"/>
                  </a:lnTo>
                  <a:cubicBezTo>
                    <a:pt x="140" y="49"/>
                    <a:pt x="81" y="75"/>
                    <a:pt x="15" y="75"/>
                  </a:cubicBezTo>
                  <a:cubicBezTo>
                    <a:pt x="7" y="75"/>
                    <a:pt x="0" y="82"/>
                    <a:pt x="0" y="91"/>
                  </a:cubicBezTo>
                  <a:cubicBezTo>
                    <a:pt x="0" y="99"/>
                    <a:pt x="7" y="105"/>
                    <a:pt x="15" y="105"/>
                  </a:cubicBezTo>
                  <a:cubicBezTo>
                    <a:pt x="89" y="105"/>
                    <a:pt x="156" y="75"/>
                    <a:pt x="204" y="27"/>
                  </a:cubicBezTo>
                  <a:cubicBezTo>
                    <a:pt x="211" y="21"/>
                    <a:pt x="211" y="11"/>
                    <a:pt x="204" y="6"/>
                  </a:cubicBezTo>
                  <a:cubicBezTo>
                    <a:pt x="198" y="0"/>
                    <a:pt x="190" y="0"/>
                    <a:pt x="18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3">
              <a:extLst>
                <a:ext uri="{FF2B5EF4-FFF2-40B4-BE49-F238E27FC236}">
                  <a16:creationId xmlns:a16="http://schemas.microsoft.com/office/drawing/2014/main" id="{45D826FB-D27F-428F-772E-AD46DA34869D}"/>
                </a:ext>
              </a:extLst>
            </p:cNvPr>
            <p:cNvSpPr>
              <a:spLocks noChangeArrowheads="1"/>
            </p:cNvSpPr>
            <p:nvPr/>
          </p:nvSpPr>
          <p:spPr bwMode="auto">
            <a:xfrm>
              <a:off x="2143125" y="4835525"/>
              <a:ext cx="76200" cy="38100"/>
            </a:xfrm>
            <a:custGeom>
              <a:avLst/>
              <a:gdLst>
                <a:gd name="T0" fmla="*/ 195 w 210"/>
                <a:gd name="T1" fmla="*/ 31 h 107"/>
                <a:gd name="T2" fmla="*/ 195 w 210"/>
                <a:gd name="T3" fmla="*/ 31 h 107"/>
                <a:gd name="T4" fmla="*/ 209 w 210"/>
                <a:gd name="T5" fmla="*/ 15 h 107"/>
                <a:gd name="T6" fmla="*/ 195 w 210"/>
                <a:gd name="T7" fmla="*/ 0 h 107"/>
                <a:gd name="T8" fmla="*/ 6 w 210"/>
                <a:gd name="T9" fmla="*/ 80 h 107"/>
                <a:gd name="T10" fmla="*/ 6 w 210"/>
                <a:gd name="T11" fmla="*/ 101 h 107"/>
                <a:gd name="T12" fmla="*/ 27 w 210"/>
                <a:gd name="T13" fmla="*/ 101 h 107"/>
                <a:gd name="T14" fmla="*/ 27 w 210"/>
                <a:gd name="T15" fmla="*/ 101 h 107"/>
                <a:gd name="T16" fmla="*/ 195 w 210"/>
                <a:gd name="T17" fmla="*/ 3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0" h="107">
                  <a:moveTo>
                    <a:pt x="195" y="31"/>
                  </a:moveTo>
                  <a:lnTo>
                    <a:pt x="195" y="31"/>
                  </a:lnTo>
                  <a:cubicBezTo>
                    <a:pt x="204" y="31"/>
                    <a:pt x="209" y="24"/>
                    <a:pt x="209" y="15"/>
                  </a:cubicBezTo>
                  <a:cubicBezTo>
                    <a:pt x="209" y="7"/>
                    <a:pt x="204" y="0"/>
                    <a:pt x="195" y="0"/>
                  </a:cubicBezTo>
                  <a:cubicBezTo>
                    <a:pt x="122" y="0"/>
                    <a:pt x="55" y="31"/>
                    <a:pt x="6" y="80"/>
                  </a:cubicBezTo>
                  <a:cubicBezTo>
                    <a:pt x="0" y="85"/>
                    <a:pt x="0" y="95"/>
                    <a:pt x="6" y="101"/>
                  </a:cubicBezTo>
                  <a:cubicBezTo>
                    <a:pt x="11" y="106"/>
                    <a:pt x="21" y="106"/>
                    <a:pt x="27" y="101"/>
                  </a:cubicBezTo>
                  <a:lnTo>
                    <a:pt x="27" y="101"/>
                  </a:lnTo>
                  <a:cubicBezTo>
                    <a:pt x="70" y="57"/>
                    <a:pt x="130" y="31"/>
                    <a:pt x="19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69" name="Group 372">
            <a:extLst>
              <a:ext uri="{FF2B5EF4-FFF2-40B4-BE49-F238E27FC236}">
                <a16:creationId xmlns:a16="http://schemas.microsoft.com/office/drawing/2014/main" id="{0DC0AF11-3A31-C7FA-6C8B-0E30B637EA9C}"/>
              </a:ext>
            </a:extLst>
          </p:cNvPr>
          <p:cNvGrpSpPr/>
          <p:nvPr/>
        </p:nvGrpSpPr>
        <p:grpSpPr>
          <a:xfrm>
            <a:off x="2083469" y="4481414"/>
            <a:ext cx="246062" cy="257175"/>
            <a:chOff x="1055688" y="4792663"/>
            <a:chExt cx="246062" cy="257175"/>
          </a:xfrm>
          <a:solidFill>
            <a:schemeClr val="tx2"/>
          </a:solidFill>
        </p:grpSpPr>
        <p:sp>
          <p:nvSpPr>
            <p:cNvPr id="370" name="Freeform 304">
              <a:extLst>
                <a:ext uri="{FF2B5EF4-FFF2-40B4-BE49-F238E27FC236}">
                  <a16:creationId xmlns:a16="http://schemas.microsoft.com/office/drawing/2014/main" id="{0A354D56-0FEA-9CBF-D269-C65C44573DC8}"/>
                </a:ext>
              </a:extLst>
            </p:cNvPr>
            <p:cNvSpPr>
              <a:spLocks noChangeArrowheads="1"/>
            </p:cNvSpPr>
            <p:nvPr/>
          </p:nvSpPr>
          <p:spPr bwMode="auto">
            <a:xfrm>
              <a:off x="1055688" y="4792663"/>
              <a:ext cx="246062" cy="257175"/>
            </a:xfrm>
            <a:custGeom>
              <a:avLst/>
              <a:gdLst>
                <a:gd name="T0" fmla="*/ 89 w 685"/>
                <a:gd name="T1" fmla="*/ 714 h 715"/>
                <a:gd name="T2" fmla="*/ 89 w 685"/>
                <a:gd name="T3" fmla="*/ 714 h 715"/>
                <a:gd name="T4" fmla="*/ 89 w 685"/>
                <a:gd name="T5" fmla="*/ 714 h 715"/>
                <a:gd name="T6" fmla="*/ 163 w 685"/>
                <a:gd name="T7" fmla="*/ 714 h 715"/>
                <a:gd name="T8" fmla="*/ 223 w 685"/>
                <a:gd name="T9" fmla="*/ 714 h 715"/>
                <a:gd name="T10" fmla="*/ 253 w 685"/>
                <a:gd name="T11" fmla="*/ 714 h 715"/>
                <a:gd name="T12" fmla="*/ 253 w 685"/>
                <a:gd name="T13" fmla="*/ 714 h 715"/>
                <a:gd name="T14" fmla="*/ 580 w 685"/>
                <a:gd name="T15" fmla="*/ 714 h 715"/>
                <a:gd name="T16" fmla="*/ 684 w 685"/>
                <a:gd name="T17" fmla="*/ 609 h 715"/>
                <a:gd name="T18" fmla="*/ 684 w 685"/>
                <a:gd name="T19" fmla="*/ 44 h 715"/>
                <a:gd name="T20" fmla="*/ 639 w 685"/>
                <a:gd name="T21" fmla="*/ 0 h 715"/>
                <a:gd name="T22" fmla="*/ 193 w 685"/>
                <a:gd name="T23" fmla="*/ 0 h 715"/>
                <a:gd name="T24" fmla="*/ 148 w 685"/>
                <a:gd name="T25" fmla="*/ 44 h 715"/>
                <a:gd name="T26" fmla="*/ 148 w 685"/>
                <a:gd name="T27" fmla="*/ 252 h 715"/>
                <a:gd name="T28" fmla="*/ 148 w 685"/>
                <a:gd name="T29" fmla="*/ 297 h 715"/>
                <a:gd name="T30" fmla="*/ 45 w 685"/>
                <a:gd name="T31" fmla="*/ 297 h 715"/>
                <a:gd name="T32" fmla="*/ 0 w 685"/>
                <a:gd name="T33" fmla="*/ 341 h 715"/>
                <a:gd name="T34" fmla="*/ 0 w 685"/>
                <a:gd name="T35" fmla="*/ 624 h 715"/>
                <a:gd name="T36" fmla="*/ 89 w 685"/>
                <a:gd name="T37" fmla="*/ 714 h 715"/>
                <a:gd name="T38" fmla="*/ 179 w 685"/>
                <a:gd name="T39" fmla="*/ 252 h 715"/>
                <a:gd name="T40" fmla="*/ 179 w 685"/>
                <a:gd name="T41" fmla="*/ 252 h 715"/>
                <a:gd name="T42" fmla="*/ 179 w 685"/>
                <a:gd name="T43" fmla="*/ 44 h 715"/>
                <a:gd name="T44" fmla="*/ 193 w 685"/>
                <a:gd name="T45" fmla="*/ 29 h 715"/>
                <a:gd name="T46" fmla="*/ 639 w 685"/>
                <a:gd name="T47" fmla="*/ 29 h 715"/>
                <a:gd name="T48" fmla="*/ 654 w 685"/>
                <a:gd name="T49" fmla="*/ 44 h 715"/>
                <a:gd name="T50" fmla="*/ 654 w 685"/>
                <a:gd name="T51" fmla="*/ 609 h 715"/>
                <a:gd name="T52" fmla="*/ 632 w 685"/>
                <a:gd name="T53" fmla="*/ 662 h 715"/>
                <a:gd name="T54" fmla="*/ 580 w 685"/>
                <a:gd name="T55" fmla="*/ 684 h 715"/>
                <a:gd name="T56" fmla="*/ 253 w 685"/>
                <a:gd name="T57" fmla="*/ 684 h 715"/>
                <a:gd name="T58" fmla="*/ 223 w 685"/>
                <a:gd name="T59" fmla="*/ 684 h 715"/>
                <a:gd name="T60" fmla="*/ 163 w 685"/>
                <a:gd name="T61" fmla="*/ 684 h 715"/>
                <a:gd name="T62" fmla="*/ 155 w 685"/>
                <a:gd name="T63" fmla="*/ 684 h 715"/>
                <a:gd name="T64" fmla="*/ 179 w 685"/>
                <a:gd name="T65" fmla="*/ 624 h 715"/>
                <a:gd name="T66" fmla="*/ 179 w 685"/>
                <a:gd name="T67" fmla="*/ 609 h 715"/>
                <a:gd name="T68" fmla="*/ 179 w 685"/>
                <a:gd name="T69" fmla="*/ 609 h 715"/>
                <a:gd name="T70" fmla="*/ 179 w 685"/>
                <a:gd name="T71" fmla="*/ 609 h 715"/>
                <a:gd name="T72" fmla="*/ 179 w 685"/>
                <a:gd name="T73" fmla="*/ 312 h 715"/>
                <a:gd name="T74" fmla="*/ 179 w 685"/>
                <a:gd name="T75" fmla="*/ 252 h 715"/>
                <a:gd name="T76" fmla="*/ 30 w 685"/>
                <a:gd name="T77" fmla="*/ 341 h 715"/>
                <a:gd name="T78" fmla="*/ 30 w 685"/>
                <a:gd name="T79" fmla="*/ 341 h 715"/>
                <a:gd name="T80" fmla="*/ 45 w 685"/>
                <a:gd name="T81" fmla="*/ 327 h 715"/>
                <a:gd name="T82" fmla="*/ 148 w 685"/>
                <a:gd name="T83" fmla="*/ 327 h 715"/>
                <a:gd name="T84" fmla="*/ 148 w 685"/>
                <a:gd name="T85" fmla="*/ 609 h 715"/>
                <a:gd name="T86" fmla="*/ 148 w 685"/>
                <a:gd name="T87" fmla="*/ 624 h 715"/>
                <a:gd name="T88" fmla="*/ 131 w 685"/>
                <a:gd name="T89" fmla="*/ 666 h 715"/>
                <a:gd name="T90" fmla="*/ 89 w 685"/>
                <a:gd name="T91" fmla="*/ 684 h 715"/>
                <a:gd name="T92" fmla="*/ 46 w 685"/>
                <a:gd name="T93" fmla="*/ 666 h 715"/>
                <a:gd name="T94" fmla="*/ 30 w 685"/>
                <a:gd name="T95" fmla="*/ 624 h 715"/>
                <a:gd name="T96" fmla="*/ 30 w 685"/>
                <a:gd name="T97" fmla="*/ 34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85" h="715">
                  <a:moveTo>
                    <a:pt x="89" y="714"/>
                  </a:moveTo>
                  <a:lnTo>
                    <a:pt x="89" y="714"/>
                  </a:lnTo>
                  <a:lnTo>
                    <a:pt x="89" y="714"/>
                  </a:lnTo>
                  <a:cubicBezTo>
                    <a:pt x="163" y="714"/>
                    <a:pt x="163" y="714"/>
                    <a:pt x="163" y="714"/>
                  </a:cubicBezTo>
                  <a:cubicBezTo>
                    <a:pt x="223" y="714"/>
                    <a:pt x="223" y="714"/>
                    <a:pt x="223" y="714"/>
                  </a:cubicBezTo>
                  <a:cubicBezTo>
                    <a:pt x="253" y="714"/>
                    <a:pt x="253" y="714"/>
                    <a:pt x="253" y="714"/>
                  </a:cubicBezTo>
                  <a:lnTo>
                    <a:pt x="253" y="714"/>
                  </a:lnTo>
                  <a:cubicBezTo>
                    <a:pt x="580" y="714"/>
                    <a:pt x="580" y="714"/>
                    <a:pt x="580" y="714"/>
                  </a:cubicBezTo>
                  <a:cubicBezTo>
                    <a:pt x="638" y="714"/>
                    <a:pt x="684" y="668"/>
                    <a:pt x="684" y="609"/>
                  </a:cubicBezTo>
                  <a:cubicBezTo>
                    <a:pt x="684" y="44"/>
                    <a:pt x="684" y="44"/>
                    <a:pt x="684" y="44"/>
                  </a:cubicBezTo>
                  <a:cubicBezTo>
                    <a:pt x="684" y="19"/>
                    <a:pt x="664" y="0"/>
                    <a:pt x="639" y="0"/>
                  </a:cubicBezTo>
                  <a:cubicBezTo>
                    <a:pt x="193" y="0"/>
                    <a:pt x="193" y="0"/>
                    <a:pt x="193" y="0"/>
                  </a:cubicBezTo>
                  <a:cubicBezTo>
                    <a:pt x="169" y="0"/>
                    <a:pt x="148" y="19"/>
                    <a:pt x="148" y="44"/>
                  </a:cubicBezTo>
                  <a:cubicBezTo>
                    <a:pt x="148" y="252"/>
                    <a:pt x="148" y="252"/>
                    <a:pt x="148" y="252"/>
                  </a:cubicBezTo>
                  <a:cubicBezTo>
                    <a:pt x="148" y="297"/>
                    <a:pt x="148" y="297"/>
                    <a:pt x="148" y="297"/>
                  </a:cubicBezTo>
                  <a:cubicBezTo>
                    <a:pt x="45" y="297"/>
                    <a:pt x="45" y="297"/>
                    <a:pt x="45" y="297"/>
                  </a:cubicBezTo>
                  <a:cubicBezTo>
                    <a:pt x="20" y="297"/>
                    <a:pt x="0" y="317"/>
                    <a:pt x="0" y="341"/>
                  </a:cubicBezTo>
                  <a:cubicBezTo>
                    <a:pt x="0" y="624"/>
                    <a:pt x="0" y="624"/>
                    <a:pt x="0" y="624"/>
                  </a:cubicBezTo>
                  <a:cubicBezTo>
                    <a:pt x="0" y="673"/>
                    <a:pt x="39" y="714"/>
                    <a:pt x="89" y="714"/>
                  </a:cubicBezTo>
                  <a:close/>
                  <a:moveTo>
                    <a:pt x="179" y="252"/>
                  </a:moveTo>
                  <a:lnTo>
                    <a:pt x="179" y="252"/>
                  </a:lnTo>
                  <a:cubicBezTo>
                    <a:pt x="179" y="44"/>
                    <a:pt x="179" y="44"/>
                    <a:pt x="179" y="44"/>
                  </a:cubicBezTo>
                  <a:cubicBezTo>
                    <a:pt x="179" y="36"/>
                    <a:pt x="184" y="29"/>
                    <a:pt x="193" y="29"/>
                  </a:cubicBezTo>
                  <a:cubicBezTo>
                    <a:pt x="639" y="29"/>
                    <a:pt x="639" y="29"/>
                    <a:pt x="639" y="29"/>
                  </a:cubicBezTo>
                  <a:cubicBezTo>
                    <a:pt x="647" y="29"/>
                    <a:pt x="654" y="36"/>
                    <a:pt x="654" y="44"/>
                  </a:cubicBezTo>
                  <a:cubicBezTo>
                    <a:pt x="654" y="609"/>
                    <a:pt x="654" y="609"/>
                    <a:pt x="654" y="609"/>
                  </a:cubicBezTo>
                  <a:cubicBezTo>
                    <a:pt x="654" y="630"/>
                    <a:pt x="646" y="648"/>
                    <a:pt x="632" y="662"/>
                  </a:cubicBezTo>
                  <a:cubicBezTo>
                    <a:pt x="619" y="676"/>
                    <a:pt x="600" y="684"/>
                    <a:pt x="580" y="684"/>
                  </a:cubicBezTo>
                  <a:cubicBezTo>
                    <a:pt x="253" y="684"/>
                    <a:pt x="253" y="684"/>
                    <a:pt x="253" y="684"/>
                  </a:cubicBezTo>
                  <a:cubicBezTo>
                    <a:pt x="223" y="684"/>
                    <a:pt x="223" y="684"/>
                    <a:pt x="223" y="684"/>
                  </a:cubicBezTo>
                  <a:cubicBezTo>
                    <a:pt x="163" y="684"/>
                    <a:pt x="163" y="684"/>
                    <a:pt x="163"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12"/>
                    <a:pt x="179" y="312"/>
                    <a:pt x="179" y="312"/>
                  </a:cubicBezTo>
                  <a:lnTo>
                    <a:pt x="179" y="252"/>
                  </a:lnTo>
                  <a:close/>
                  <a:moveTo>
                    <a:pt x="30" y="341"/>
                  </a:moveTo>
                  <a:lnTo>
                    <a:pt x="30" y="341"/>
                  </a:lnTo>
                  <a:cubicBezTo>
                    <a:pt x="30" y="334"/>
                    <a:pt x="36" y="327"/>
                    <a:pt x="45" y="327"/>
                  </a:cubicBezTo>
                  <a:cubicBezTo>
                    <a:pt x="148" y="327"/>
                    <a:pt x="148" y="327"/>
                    <a:pt x="148" y="327"/>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lnTo>
                    <a:pt x="30"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05">
              <a:extLst>
                <a:ext uri="{FF2B5EF4-FFF2-40B4-BE49-F238E27FC236}">
                  <a16:creationId xmlns:a16="http://schemas.microsoft.com/office/drawing/2014/main" id="{5D2ACD0B-CB7A-E96C-EBD4-BBB07A6C6B5A}"/>
                </a:ext>
              </a:extLst>
            </p:cNvPr>
            <p:cNvSpPr>
              <a:spLocks noChangeArrowheads="1"/>
            </p:cNvSpPr>
            <p:nvPr/>
          </p:nvSpPr>
          <p:spPr bwMode="auto">
            <a:xfrm>
              <a:off x="1152525" y="4835525"/>
              <a:ext cx="107950" cy="11113"/>
            </a:xfrm>
            <a:custGeom>
              <a:avLst/>
              <a:gdLst>
                <a:gd name="T0" fmla="*/ 14 w 298"/>
                <a:gd name="T1" fmla="*/ 31 h 32"/>
                <a:gd name="T2" fmla="*/ 14 w 298"/>
                <a:gd name="T3" fmla="*/ 31 h 32"/>
                <a:gd name="T4" fmla="*/ 282 w 298"/>
                <a:gd name="T5" fmla="*/ 31 h 32"/>
                <a:gd name="T6" fmla="*/ 297 w 298"/>
                <a:gd name="T7" fmla="*/ 15 h 32"/>
                <a:gd name="T8" fmla="*/ 282 w 298"/>
                <a:gd name="T9" fmla="*/ 0 h 32"/>
                <a:gd name="T10" fmla="*/ 14 w 298"/>
                <a:gd name="T11" fmla="*/ 0 h 32"/>
                <a:gd name="T12" fmla="*/ 0 w 298"/>
                <a:gd name="T13" fmla="*/ 15 h 32"/>
                <a:gd name="T14" fmla="*/ 14 w 29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2">
                  <a:moveTo>
                    <a:pt x="14" y="31"/>
                  </a:moveTo>
                  <a:lnTo>
                    <a:pt x="14" y="31"/>
                  </a:lnTo>
                  <a:cubicBezTo>
                    <a:pt x="282" y="31"/>
                    <a:pt x="282" y="31"/>
                    <a:pt x="282" y="31"/>
                  </a:cubicBezTo>
                  <a:cubicBezTo>
                    <a:pt x="290" y="31"/>
                    <a:pt x="297" y="24"/>
                    <a:pt x="297" y="15"/>
                  </a:cubicBezTo>
                  <a:cubicBezTo>
                    <a:pt x="297" y="7"/>
                    <a:pt x="290" y="0"/>
                    <a:pt x="282" y="0"/>
                  </a:cubicBezTo>
                  <a:cubicBezTo>
                    <a:pt x="14" y="0"/>
                    <a:pt x="14" y="0"/>
                    <a:pt x="14" y="0"/>
                  </a:cubicBezTo>
                  <a:cubicBezTo>
                    <a:pt x="6" y="0"/>
                    <a:pt x="0" y="7"/>
                    <a:pt x="0" y="15"/>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06">
              <a:extLst>
                <a:ext uri="{FF2B5EF4-FFF2-40B4-BE49-F238E27FC236}">
                  <a16:creationId xmlns:a16="http://schemas.microsoft.com/office/drawing/2014/main" id="{59602740-70E1-AF98-9DC1-E5A43EF94F80}"/>
                </a:ext>
              </a:extLst>
            </p:cNvPr>
            <p:cNvSpPr>
              <a:spLocks noChangeArrowheads="1"/>
            </p:cNvSpPr>
            <p:nvPr/>
          </p:nvSpPr>
          <p:spPr bwMode="auto">
            <a:xfrm>
              <a:off x="1152525" y="4878388"/>
              <a:ext cx="107950" cy="11112"/>
            </a:xfrm>
            <a:custGeom>
              <a:avLst/>
              <a:gdLst>
                <a:gd name="T0" fmla="*/ 14 w 298"/>
                <a:gd name="T1" fmla="*/ 29 h 30"/>
                <a:gd name="T2" fmla="*/ 14 w 298"/>
                <a:gd name="T3" fmla="*/ 29 h 30"/>
                <a:gd name="T4" fmla="*/ 282 w 298"/>
                <a:gd name="T5" fmla="*/ 29 h 30"/>
                <a:gd name="T6" fmla="*/ 297 w 298"/>
                <a:gd name="T7" fmla="*/ 14 h 30"/>
                <a:gd name="T8" fmla="*/ 282 w 298"/>
                <a:gd name="T9" fmla="*/ 0 h 30"/>
                <a:gd name="T10" fmla="*/ 14 w 298"/>
                <a:gd name="T11" fmla="*/ 0 h 30"/>
                <a:gd name="T12" fmla="*/ 0 w 298"/>
                <a:gd name="T13" fmla="*/ 14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2"/>
                    <a:pt x="297" y="14"/>
                  </a:cubicBezTo>
                  <a:cubicBezTo>
                    <a:pt x="297" y="7"/>
                    <a:pt x="290" y="0"/>
                    <a:pt x="282" y="0"/>
                  </a:cubicBezTo>
                  <a:cubicBezTo>
                    <a:pt x="14" y="0"/>
                    <a:pt x="14" y="0"/>
                    <a:pt x="14" y="0"/>
                  </a:cubicBezTo>
                  <a:cubicBezTo>
                    <a:pt x="6" y="0"/>
                    <a:pt x="0" y="7"/>
                    <a:pt x="0" y="14"/>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07">
              <a:extLst>
                <a:ext uri="{FF2B5EF4-FFF2-40B4-BE49-F238E27FC236}">
                  <a16:creationId xmlns:a16="http://schemas.microsoft.com/office/drawing/2014/main" id="{82254C53-C835-D75E-A5FD-C5FC4642314D}"/>
                </a:ext>
              </a:extLst>
            </p:cNvPr>
            <p:cNvSpPr>
              <a:spLocks noChangeArrowheads="1"/>
            </p:cNvSpPr>
            <p:nvPr/>
          </p:nvSpPr>
          <p:spPr bwMode="auto">
            <a:xfrm>
              <a:off x="1152525" y="4921250"/>
              <a:ext cx="107950" cy="11113"/>
            </a:xfrm>
            <a:custGeom>
              <a:avLst/>
              <a:gdLst>
                <a:gd name="T0" fmla="*/ 14 w 298"/>
                <a:gd name="T1" fmla="*/ 29 h 30"/>
                <a:gd name="T2" fmla="*/ 14 w 298"/>
                <a:gd name="T3" fmla="*/ 29 h 30"/>
                <a:gd name="T4" fmla="*/ 282 w 298"/>
                <a:gd name="T5" fmla="*/ 29 h 30"/>
                <a:gd name="T6" fmla="*/ 297 w 298"/>
                <a:gd name="T7" fmla="*/ 15 h 30"/>
                <a:gd name="T8" fmla="*/ 282 w 298"/>
                <a:gd name="T9" fmla="*/ 0 h 30"/>
                <a:gd name="T10" fmla="*/ 14 w 298"/>
                <a:gd name="T11" fmla="*/ 0 h 30"/>
                <a:gd name="T12" fmla="*/ 0 w 298"/>
                <a:gd name="T13" fmla="*/ 15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3"/>
                    <a:pt x="297" y="15"/>
                  </a:cubicBezTo>
                  <a:cubicBezTo>
                    <a:pt x="297" y="7"/>
                    <a:pt x="290" y="0"/>
                    <a:pt x="282" y="0"/>
                  </a:cubicBezTo>
                  <a:cubicBezTo>
                    <a:pt x="14" y="0"/>
                    <a:pt x="14"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4" name="Group 377">
            <a:extLst>
              <a:ext uri="{FF2B5EF4-FFF2-40B4-BE49-F238E27FC236}">
                <a16:creationId xmlns:a16="http://schemas.microsoft.com/office/drawing/2014/main" id="{F7D16991-779D-2214-37F3-C4114BA2D447}"/>
              </a:ext>
            </a:extLst>
          </p:cNvPr>
          <p:cNvGrpSpPr/>
          <p:nvPr/>
        </p:nvGrpSpPr>
        <p:grpSpPr>
          <a:xfrm>
            <a:off x="1613569" y="4481414"/>
            <a:ext cx="160337" cy="257175"/>
            <a:chOff x="585788" y="4792663"/>
            <a:chExt cx="160337" cy="257175"/>
          </a:xfrm>
          <a:solidFill>
            <a:schemeClr val="tx2"/>
          </a:solidFill>
        </p:grpSpPr>
        <p:sp>
          <p:nvSpPr>
            <p:cNvPr id="375" name="Freeform 308">
              <a:extLst>
                <a:ext uri="{FF2B5EF4-FFF2-40B4-BE49-F238E27FC236}">
                  <a16:creationId xmlns:a16="http://schemas.microsoft.com/office/drawing/2014/main" id="{6E090FF9-4E49-DCAA-08A5-11522174BDD1}"/>
                </a:ext>
              </a:extLst>
            </p:cNvPr>
            <p:cNvSpPr>
              <a:spLocks noChangeArrowheads="1"/>
            </p:cNvSpPr>
            <p:nvPr/>
          </p:nvSpPr>
          <p:spPr bwMode="auto">
            <a:xfrm>
              <a:off x="585788" y="4921250"/>
              <a:ext cx="160337" cy="128588"/>
            </a:xfrm>
            <a:custGeom>
              <a:avLst/>
              <a:gdLst>
                <a:gd name="T0" fmla="*/ 446 w 447"/>
                <a:gd name="T1" fmla="*/ 15 h 358"/>
                <a:gd name="T2" fmla="*/ 446 w 447"/>
                <a:gd name="T3" fmla="*/ 15 h 358"/>
                <a:gd name="T4" fmla="*/ 431 w 447"/>
                <a:gd name="T5" fmla="*/ 0 h 358"/>
                <a:gd name="T6" fmla="*/ 417 w 447"/>
                <a:gd name="T7" fmla="*/ 15 h 358"/>
                <a:gd name="T8" fmla="*/ 417 w 447"/>
                <a:gd name="T9" fmla="*/ 15 h 358"/>
                <a:gd name="T10" fmla="*/ 359 w 447"/>
                <a:gd name="T11" fmla="*/ 152 h 358"/>
                <a:gd name="T12" fmla="*/ 223 w 447"/>
                <a:gd name="T13" fmla="*/ 207 h 358"/>
                <a:gd name="T14" fmla="*/ 86 w 447"/>
                <a:gd name="T15" fmla="*/ 152 h 358"/>
                <a:gd name="T16" fmla="*/ 29 w 447"/>
                <a:gd name="T17" fmla="*/ 15 h 358"/>
                <a:gd name="T18" fmla="*/ 15 w 447"/>
                <a:gd name="T19" fmla="*/ 0 h 358"/>
                <a:gd name="T20" fmla="*/ 0 w 447"/>
                <a:gd name="T21" fmla="*/ 15 h 358"/>
                <a:gd name="T22" fmla="*/ 207 w 447"/>
                <a:gd name="T23" fmla="*/ 237 h 358"/>
                <a:gd name="T24" fmla="*/ 207 w 447"/>
                <a:gd name="T25" fmla="*/ 327 h 358"/>
                <a:gd name="T26" fmla="*/ 163 w 447"/>
                <a:gd name="T27" fmla="*/ 327 h 358"/>
                <a:gd name="T28" fmla="*/ 149 w 447"/>
                <a:gd name="T29" fmla="*/ 341 h 358"/>
                <a:gd name="T30" fmla="*/ 163 w 447"/>
                <a:gd name="T31" fmla="*/ 357 h 358"/>
                <a:gd name="T32" fmla="*/ 283 w 447"/>
                <a:gd name="T33" fmla="*/ 357 h 358"/>
                <a:gd name="T34" fmla="*/ 297 w 447"/>
                <a:gd name="T35" fmla="*/ 341 h 358"/>
                <a:gd name="T36" fmla="*/ 283 w 447"/>
                <a:gd name="T37" fmla="*/ 327 h 358"/>
                <a:gd name="T38" fmla="*/ 238 w 447"/>
                <a:gd name="T39" fmla="*/ 327 h 358"/>
                <a:gd name="T40" fmla="*/ 238 w 447"/>
                <a:gd name="T41" fmla="*/ 237 h 358"/>
                <a:gd name="T42" fmla="*/ 446 w 447"/>
                <a:gd name="T43" fmla="*/ 15 h 3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7" h="358">
                  <a:moveTo>
                    <a:pt x="446" y="15"/>
                  </a:moveTo>
                  <a:lnTo>
                    <a:pt x="446" y="15"/>
                  </a:lnTo>
                  <a:cubicBezTo>
                    <a:pt x="446" y="7"/>
                    <a:pt x="439" y="0"/>
                    <a:pt x="431" y="0"/>
                  </a:cubicBezTo>
                  <a:cubicBezTo>
                    <a:pt x="422" y="0"/>
                    <a:pt x="417" y="7"/>
                    <a:pt x="417" y="15"/>
                  </a:cubicBezTo>
                  <a:lnTo>
                    <a:pt x="417" y="15"/>
                  </a:lnTo>
                  <a:cubicBezTo>
                    <a:pt x="417" y="68"/>
                    <a:pt x="394" y="117"/>
                    <a:pt x="359" y="152"/>
                  </a:cubicBezTo>
                  <a:cubicBezTo>
                    <a:pt x="325" y="186"/>
                    <a:pt x="276" y="207"/>
                    <a:pt x="223" y="207"/>
                  </a:cubicBezTo>
                  <a:cubicBezTo>
                    <a:pt x="170" y="207"/>
                    <a:pt x="121" y="186"/>
                    <a:pt x="86" y="152"/>
                  </a:cubicBezTo>
                  <a:cubicBezTo>
                    <a:pt x="51" y="117"/>
                    <a:pt x="29" y="68"/>
                    <a:pt x="29" y="15"/>
                  </a:cubicBezTo>
                  <a:cubicBezTo>
                    <a:pt x="29" y="7"/>
                    <a:pt x="23" y="0"/>
                    <a:pt x="15" y="0"/>
                  </a:cubicBezTo>
                  <a:cubicBezTo>
                    <a:pt x="7" y="0"/>
                    <a:pt x="0" y="7"/>
                    <a:pt x="0" y="15"/>
                  </a:cubicBezTo>
                  <a:cubicBezTo>
                    <a:pt x="0" y="133"/>
                    <a:pt x="92" y="230"/>
                    <a:pt x="207" y="237"/>
                  </a:cubicBezTo>
                  <a:cubicBezTo>
                    <a:pt x="207" y="327"/>
                    <a:pt x="207" y="327"/>
                    <a:pt x="207" y="327"/>
                  </a:cubicBezTo>
                  <a:cubicBezTo>
                    <a:pt x="163" y="327"/>
                    <a:pt x="163" y="327"/>
                    <a:pt x="163" y="327"/>
                  </a:cubicBezTo>
                  <a:cubicBezTo>
                    <a:pt x="154" y="327"/>
                    <a:pt x="149" y="334"/>
                    <a:pt x="149" y="341"/>
                  </a:cubicBezTo>
                  <a:cubicBezTo>
                    <a:pt x="149" y="350"/>
                    <a:pt x="154" y="357"/>
                    <a:pt x="163" y="357"/>
                  </a:cubicBezTo>
                  <a:cubicBezTo>
                    <a:pt x="283" y="357"/>
                    <a:pt x="283" y="357"/>
                    <a:pt x="283" y="357"/>
                  </a:cubicBezTo>
                  <a:cubicBezTo>
                    <a:pt x="291" y="357"/>
                    <a:pt x="297" y="350"/>
                    <a:pt x="297" y="341"/>
                  </a:cubicBezTo>
                  <a:cubicBezTo>
                    <a:pt x="297" y="334"/>
                    <a:pt x="291" y="327"/>
                    <a:pt x="283" y="327"/>
                  </a:cubicBezTo>
                  <a:cubicBezTo>
                    <a:pt x="238" y="327"/>
                    <a:pt x="238" y="327"/>
                    <a:pt x="238" y="327"/>
                  </a:cubicBezTo>
                  <a:cubicBezTo>
                    <a:pt x="238" y="237"/>
                    <a:pt x="238" y="237"/>
                    <a:pt x="238" y="237"/>
                  </a:cubicBezTo>
                  <a:cubicBezTo>
                    <a:pt x="354" y="230"/>
                    <a:pt x="446" y="133"/>
                    <a:pt x="446"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09">
              <a:extLst>
                <a:ext uri="{FF2B5EF4-FFF2-40B4-BE49-F238E27FC236}">
                  <a16:creationId xmlns:a16="http://schemas.microsoft.com/office/drawing/2014/main" id="{20E26069-1A04-A469-F8C4-406F202848D9}"/>
                </a:ext>
              </a:extLst>
            </p:cNvPr>
            <p:cNvSpPr>
              <a:spLocks noChangeArrowheads="1"/>
            </p:cNvSpPr>
            <p:nvPr/>
          </p:nvSpPr>
          <p:spPr bwMode="auto">
            <a:xfrm>
              <a:off x="617538" y="4792663"/>
              <a:ext cx="96837" cy="182562"/>
            </a:xfrm>
            <a:custGeom>
              <a:avLst/>
              <a:gdLst>
                <a:gd name="T0" fmla="*/ 134 w 269"/>
                <a:gd name="T1" fmla="*/ 0 h 507"/>
                <a:gd name="T2" fmla="*/ 134 w 269"/>
                <a:gd name="T3" fmla="*/ 0 h 507"/>
                <a:gd name="T4" fmla="*/ 0 w 269"/>
                <a:gd name="T5" fmla="*/ 133 h 507"/>
                <a:gd name="T6" fmla="*/ 0 w 269"/>
                <a:gd name="T7" fmla="*/ 372 h 507"/>
                <a:gd name="T8" fmla="*/ 134 w 269"/>
                <a:gd name="T9" fmla="*/ 506 h 507"/>
                <a:gd name="T10" fmla="*/ 268 w 269"/>
                <a:gd name="T11" fmla="*/ 372 h 507"/>
                <a:gd name="T12" fmla="*/ 268 w 269"/>
                <a:gd name="T13" fmla="*/ 341 h 507"/>
                <a:gd name="T14" fmla="*/ 268 w 269"/>
                <a:gd name="T15" fmla="*/ 341 h 507"/>
                <a:gd name="T16" fmla="*/ 268 w 269"/>
                <a:gd name="T17" fmla="*/ 341 h 507"/>
                <a:gd name="T18" fmla="*/ 268 w 269"/>
                <a:gd name="T19" fmla="*/ 252 h 507"/>
                <a:gd name="T20" fmla="*/ 268 w 269"/>
                <a:gd name="T21" fmla="*/ 252 h 507"/>
                <a:gd name="T22" fmla="*/ 268 w 269"/>
                <a:gd name="T23" fmla="*/ 252 h 507"/>
                <a:gd name="T24" fmla="*/ 268 w 269"/>
                <a:gd name="T25" fmla="*/ 163 h 507"/>
                <a:gd name="T26" fmla="*/ 268 w 269"/>
                <a:gd name="T27" fmla="*/ 163 h 507"/>
                <a:gd name="T28" fmla="*/ 268 w 269"/>
                <a:gd name="T29" fmla="*/ 163 h 507"/>
                <a:gd name="T30" fmla="*/ 268 w 269"/>
                <a:gd name="T31" fmla="*/ 133 h 507"/>
                <a:gd name="T32" fmla="*/ 134 w 269"/>
                <a:gd name="T33" fmla="*/ 0 h 507"/>
                <a:gd name="T34" fmla="*/ 208 w 269"/>
                <a:gd name="T35" fmla="*/ 446 h 507"/>
                <a:gd name="T36" fmla="*/ 208 w 269"/>
                <a:gd name="T37" fmla="*/ 446 h 507"/>
                <a:gd name="T38" fmla="*/ 134 w 269"/>
                <a:gd name="T39" fmla="*/ 475 h 507"/>
                <a:gd name="T40" fmla="*/ 60 w 269"/>
                <a:gd name="T41" fmla="*/ 446 h 507"/>
                <a:gd name="T42" fmla="*/ 29 w 269"/>
                <a:gd name="T43" fmla="*/ 372 h 507"/>
                <a:gd name="T44" fmla="*/ 29 w 269"/>
                <a:gd name="T45" fmla="*/ 357 h 507"/>
                <a:gd name="T46" fmla="*/ 45 w 269"/>
                <a:gd name="T47" fmla="*/ 357 h 507"/>
                <a:gd name="T48" fmla="*/ 60 w 269"/>
                <a:gd name="T49" fmla="*/ 341 h 507"/>
                <a:gd name="T50" fmla="*/ 45 w 269"/>
                <a:gd name="T51" fmla="*/ 327 h 507"/>
                <a:gd name="T52" fmla="*/ 29 w 269"/>
                <a:gd name="T53" fmla="*/ 327 h 507"/>
                <a:gd name="T54" fmla="*/ 29 w 269"/>
                <a:gd name="T55" fmla="*/ 267 h 507"/>
                <a:gd name="T56" fmla="*/ 45 w 269"/>
                <a:gd name="T57" fmla="*/ 267 h 507"/>
                <a:gd name="T58" fmla="*/ 60 w 269"/>
                <a:gd name="T59" fmla="*/ 252 h 507"/>
                <a:gd name="T60" fmla="*/ 45 w 269"/>
                <a:gd name="T61" fmla="*/ 238 h 507"/>
                <a:gd name="T62" fmla="*/ 29 w 269"/>
                <a:gd name="T63" fmla="*/ 238 h 507"/>
                <a:gd name="T64" fmla="*/ 29 w 269"/>
                <a:gd name="T65" fmla="*/ 178 h 507"/>
                <a:gd name="T66" fmla="*/ 45 w 269"/>
                <a:gd name="T67" fmla="*/ 178 h 507"/>
                <a:gd name="T68" fmla="*/ 60 w 269"/>
                <a:gd name="T69" fmla="*/ 163 h 507"/>
                <a:gd name="T70" fmla="*/ 45 w 269"/>
                <a:gd name="T71" fmla="*/ 149 h 507"/>
                <a:gd name="T72" fmla="*/ 29 w 269"/>
                <a:gd name="T73" fmla="*/ 149 h 507"/>
                <a:gd name="T74" fmla="*/ 29 w 269"/>
                <a:gd name="T75" fmla="*/ 133 h 507"/>
                <a:gd name="T76" fmla="*/ 60 w 269"/>
                <a:gd name="T77" fmla="*/ 60 h 507"/>
                <a:gd name="T78" fmla="*/ 134 w 269"/>
                <a:gd name="T79" fmla="*/ 29 h 507"/>
                <a:gd name="T80" fmla="*/ 208 w 269"/>
                <a:gd name="T81" fmla="*/ 60 h 507"/>
                <a:gd name="T82" fmla="*/ 238 w 269"/>
                <a:gd name="T83" fmla="*/ 133 h 507"/>
                <a:gd name="T84" fmla="*/ 238 w 269"/>
                <a:gd name="T85" fmla="*/ 149 h 507"/>
                <a:gd name="T86" fmla="*/ 223 w 269"/>
                <a:gd name="T87" fmla="*/ 149 h 507"/>
                <a:gd name="T88" fmla="*/ 208 w 269"/>
                <a:gd name="T89" fmla="*/ 163 h 507"/>
                <a:gd name="T90" fmla="*/ 223 w 269"/>
                <a:gd name="T91" fmla="*/ 178 h 507"/>
                <a:gd name="T92" fmla="*/ 238 w 269"/>
                <a:gd name="T93" fmla="*/ 178 h 507"/>
                <a:gd name="T94" fmla="*/ 238 w 269"/>
                <a:gd name="T95" fmla="*/ 238 h 507"/>
                <a:gd name="T96" fmla="*/ 223 w 269"/>
                <a:gd name="T97" fmla="*/ 238 h 507"/>
                <a:gd name="T98" fmla="*/ 208 w 269"/>
                <a:gd name="T99" fmla="*/ 252 h 507"/>
                <a:gd name="T100" fmla="*/ 223 w 269"/>
                <a:gd name="T101" fmla="*/ 267 h 507"/>
                <a:gd name="T102" fmla="*/ 238 w 269"/>
                <a:gd name="T103" fmla="*/ 267 h 507"/>
                <a:gd name="T104" fmla="*/ 238 w 269"/>
                <a:gd name="T105" fmla="*/ 327 h 507"/>
                <a:gd name="T106" fmla="*/ 223 w 269"/>
                <a:gd name="T107" fmla="*/ 327 h 507"/>
                <a:gd name="T108" fmla="*/ 208 w 269"/>
                <a:gd name="T109" fmla="*/ 341 h 507"/>
                <a:gd name="T110" fmla="*/ 223 w 269"/>
                <a:gd name="T111" fmla="*/ 357 h 507"/>
                <a:gd name="T112" fmla="*/ 238 w 269"/>
                <a:gd name="T113" fmla="*/ 357 h 507"/>
                <a:gd name="T114" fmla="*/ 238 w 269"/>
                <a:gd name="T115" fmla="*/ 372 h 507"/>
                <a:gd name="T116" fmla="*/ 208 w 269"/>
                <a:gd name="T117" fmla="*/ 446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9" h="507">
                  <a:moveTo>
                    <a:pt x="134" y="0"/>
                  </a:moveTo>
                  <a:lnTo>
                    <a:pt x="134" y="0"/>
                  </a:lnTo>
                  <a:cubicBezTo>
                    <a:pt x="60" y="0"/>
                    <a:pt x="0" y="60"/>
                    <a:pt x="0" y="133"/>
                  </a:cubicBezTo>
                  <a:cubicBezTo>
                    <a:pt x="0" y="372"/>
                    <a:pt x="0" y="372"/>
                    <a:pt x="0" y="372"/>
                  </a:cubicBezTo>
                  <a:cubicBezTo>
                    <a:pt x="0" y="446"/>
                    <a:pt x="60" y="506"/>
                    <a:pt x="134" y="506"/>
                  </a:cubicBezTo>
                  <a:cubicBezTo>
                    <a:pt x="208" y="506"/>
                    <a:pt x="268" y="446"/>
                    <a:pt x="268" y="372"/>
                  </a:cubicBezTo>
                  <a:cubicBezTo>
                    <a:pt x="268" y="341"/>
                    <a:pt x="268" y="341"/>
                    <a:pt x="268" y="341"/>
                  </a:cubicBezTo>
                  <a:lnTo>
                    <a:pt x="268" y="341"/>
                  </a:lnTo>
                  <a:lnTo>
                    <a:pt x="268" y="341"/>
                  </a:lnTo>
                  <a:cubicBezTo>
                    <a:pt x="268" y="252"/>
                    <a:pt x="268" y="252"/>
                    <a:pt x="268" y="252"/>
                  </a:cubicBezTo>
                  <a:lnTo>
                    <a:pt x="268" y="252"/>
                  </a:lnTo>
                  <a:lnTo>
                    <a:pt x="268" y="252"/>
                  </a:lnTo>
                  <a:cubicBezTo>
                    <a:pt x="268" y="163"/>
                    <a:pt x="268" y="163"/>
                    <a:pt x="268" y="163"/>
                  </a:cubicBezTo>
                  <a:lnTo>
                    <a:pt x="268" y="163"/>
                  </a:lnTo>
                  <a:lnTo>
                    <a:pt x="268" y="163"/>
                  </a:lnTo>
                  <a:cubicBezTo>
                    <a:pt x="268" y="133"/>
                    <a:pt x="268" y="133"/>
                    <a:pt x="268" y="133"/>
                  </a:cubicBezTo>
                  <a:cubicBezTo>
                    <a:pt x="268" y="60"/>
                    <a:pt x="208" y="0"/>
                    <a:pt x="134" y="0"/>
                  </a:cubicBezTo>
                  <a:close/>
                  <a:moveTo>
                    <a:pt x="208" y="446"/>
                  </a:moveTo>
                  <a:lnTo>
                    <a:pt x="208" y="446"/>
                  </a:lnTo>
                  <a:cubicBezTo>
                    <a:pt x="188" y="464"/>
                    <a:pt x="163" y="475"/>
                    <a:pt x="134" y="475"/>
                  </a:cubicBezTo>
                  <a:cubicBezTo>
                    <a:pt x="104" y="475"/>
                    <a:pt x="79" y="464"/>
                    <a:pt x="60" y="446"/>
                  </a:cubicBezTo>
                  <a:cubicBezTo>
                    <a:pt x="42" y="426"/>
                    <a:pt x="29" y="400"/>
                    <a:pt x="29" y="372"/>
                  </a:cubicBezTo>
                  <a:cubicBezTo>
                    <a:pt x="29" y="357"/>
                    <a:pt x="29" y="357"/>
                    <a:pt x="29" y="357"/>
                  </a:cubicBezTo>
                  <a:cubicBezTo>
                    <a:pt x="45" y="357"/>
                    <a:pt x="45" y="357"/>
                    <a:pt x="45" y="357"/>
                  </a:cubicBezTo>
                  <a:cubicBezTo>
                    <a:pt x="53" y="357"/>
                    <a:pt x="60" y="350"/>
                    <a:pt x="60" y="341"/>
                  </a:cubicBezTo>
                  <a:cubicBezTo>
                    <a:pt x="60" y="334"/>
                    <a:pt x="53" y="327"/>
                    <a:pt x="45" y="327"/>
                  </a:cubicBezTo>
                  <a:cubicBezTo>
                    <a:pt x="29" y="327"/>
                    <a:pt x="29" y="327"/>
                    <a:pt x="29" y="327"/>
                  </a:cubicBezTo>
                  <a:cubicBezTo>
                    <a:pt x="29" y="267"/>
                    <a:pt x="29" y="267"/>
                    <a:pt x="29" y="267"/>
                  </a:cubicBezTo>
                  <a:cubicBezTo>
                    <a:pt x="45" y="267"/>
                    <a:pt x="45" y="267"/>
                    <a:pt x="45" y="267"/>
                  </a:cubicBezTo>
                  <a:cubicBezTo>
                    <a:pt x="53" y="267"/>
                    <a:pt x="60" y="260"/>
                    <a:pt x="60" y="252"/>
                  </a:cubicBezTo>
                  <a:cubicBezTo>
                    <a:pt x="60" y="245"/>
                    <a:pt x="53" y="238"/>
                    <a:pt x="45" y="238"/>
                  </a:cubicBezTo>
                  <a:cubicBezTo>
                    <a:pt x="29" y="238"/>
                    <a:pt x="29" y="238"/>
                    <a:pt x="29" y="238"/>
                  </a:cubicBezTo>
                  <a:cubicBezTo>
                    <a:pt x="29" y="178"/>
                    <a:pt x="29" y="178"/>
                    <a:pt x="29" y="178"/>
                  </a:cubicBezTo>
                  <a:cubicBezTo>
                    <a:pt x="45" y="178"/>
                    <a:pt x="45" y="178"/>
                    <a:pt x="45" y="178"/>
                  </a:cubicBezTo>
                  <a:cubicBezTo>
                    <a:pt x="53" y="178"/>
                    <a:pt x="60" y="171"/>
                    <a:pt x="60" y="163"/>
                  </a:cubicBezTo>
                  <a:cubicBezTo>
                    <a:pt x="60" y="156"/>
                    <a:pt x="53" y="149"/>
                    <a:pt x="45" y="149"/>
                  </a:cubicBezTo>
                  <a:cubicBezTo>
                    <a:pt x="29" y="149"/>
                    <a:pt x="29" y="149"/>
                    <a:pt x="29" y="149"/>
                  </a:cubicBezTo>
                  <a:cubicBezTo>
                    <a:pt x="29" y="133"/>
                    <a:pt x="29" y="133"/>
                    <a:pt x="29" y="133"/>
                  </a:cubicBezTo>
                  <a:cubicBezTo>
                    <a:pt x="29" y="104"/>
                    <a:pt x="42" y="79"/>
                    <a:pt x="60" y="60"/>
                  </a:cubicBezTo>
                  <a:cubicBezTo>
                    <a:pt x="79" y="41"/>
                    <a:pt x="104" y="29"/>
                    <a:pt x="134" y="29"/>
                  </a:cubicBezTo>
                  <a:cubicBezTo>
                    <a:pt x="163" y="29"/>
                    <a:pt x="188" y="41"/>
                    <a:pt x="208" y="60"/>
                  </a:cubicBezTo>
                  <a:cubicBezTo>
                    <a:pt x="226" y="79"/>
                    <a:pt x="238" y="104"/>
                    <a:pt x="238" y="133"/>
                  </a:cubicBezTo>
                  <a:cubicBezTo>
                    <a:pt x="238" y="149"/>
                    <a:pt x="238" y="149"/>
                    <a:pt x="238" y="149"/>
                  </a:cubicBezTo>
                  <a:cubicBezTo>
                    <a:pt x="223" y="149"/>
                    <a:pt x="223" y="149"/>
                    <a:pt x="223" y="149"/>
                  </a:cubicBezTo>
                  <a:cubicBezTo>
                    <a:pt x="215" y="149"/>
                    <a:pt x="208" y="156"/>
                    <a:pt x="208" y="163"/>
                  </a:cubicBezTo>
                  <a:cubicBezTo>
                    <a:pt x="208" y="171"/>
                    <a:pt x="215" y="178"/>
                    <a:pt x="223" y="178"/>
                  </a:cubicBezTo>
                  <a:cubicBezTo>
                    <a:pt x="238" y="178"/>
                    <a:pt x="238" y="178"/>
                    <a:pt x="238" y="178"/>
                  </a:cubicBezTo>
                  <a:cubicBezTo>
                    <a:pt x="238" y="238"/>
                    <a:pt x="238" y="238"/>
                    <a:pt x="238" y="238"/>
                  </a:cubicBezTo>
                  <a:cubicBezTo>
                    <a:pt x="223" y="238"/>
                    <a:pt x="223" y="238"/>
                    <a:pt x="223" y="238"/>
                  </a:cubicBezTo>
                  <a:cubicBezTo>
                    <a:pt x="215" y="238"/>
                    <a:pt x="208" y="245"/>
                    <a:pt x="208" y="252"/>
                  </a:cubicBezTo>
                  <a:cubicBezTo>
                    <a:pt x="208" y="260"/>
                    <a:pt x="215" y="267"/>
                    <a:pt x="223" y="267"/>
                  </a:cubicBezTo>
                  <a:cubicBezTo>
                    <a:pt x="238" y="267"/>
                    <a:pt x="238" y="267"/>
                    <a:pt x="238" y="267"/>
                  </a:cubicBezTo>
                  <a:cubicBezTo>
                    <a:pt x="238" y="327"/>
                    <a:pt x="238" y="327"/>
                    <a:pt x="238" y="327"/>
                  </a:cubicBezTo>
                  <a:cubicBezTo>
                    <a:pt x="223" y="327"/>
                    <a:pt x="223" y="327"/>
                    <a:pt x="223" y="327"/>
                  </a:cubicBezTo>
                  <a:cubicBezTo>
                    <a:pt x="215" y="327"/>
                    <a:pt x="208" y="334"/>
                    <a:pt x="208" y="341"/>
                  </a:cubicBezTo>
                  <a:cubicBezTo>
                    <a:pt x="208" y="350"/>
                    <a:pt x="215" y="357"/>
                    <a:pt x="223" y="357"/>
                  </a:cubicBezTo>
                  <a:cubicBezTo>
                    <a:pt x="238" y="357"/>
                    <a:pt x="238" y="357"/>
                    <a:pt x="238" y="357"/>
                  </a:cubicBezTo>
                  <a:cubicBezTo>
                    <a:pt x="238" y="372"/>
                    <a:pt x="238" y="372"/>
                    <a:pt x="238" y="372"/>
                  </a:cubicBezTo>
                  <a:cubicBezTo>
                    <a:pt x="238" y="400"/>
                    <a:pt x="226" y="426"/>
                    <a:pt x="208"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7" name="Group 380">
            <a:extLst>
              <a:ext uri="{FF2B5EF4-FFF2-40B4-BE49-F238E27FC236}">
                <a16:creationId xmlns:a16="http://schemas.microsoft.com/office/drawing/2014/main" id="{E89D4419-AA42-1DD6-E6B2-46EF465E2047}"/>
              </a:ext>
            </a:extLst>
          </p:cNvPr>
          <p:cNvGrpSpPr/>
          <p:nvPr/>
        </p:nvGrpSpPr>
        <p:grpSpPr>
          <a:xfrm>
            <a:off x="2083469" y="4993382"/>
            <a:ext cx="257175" cy="257175"/>
            <a:chOff x="1055688" y="5307013"/>
            <a:chExt cx="257175" cy="257175"/>
          </a:xfrm>
          <a:solidFill>
            <a:schemeClr val="tx2"/>
          </a:solidFill>
        </p:grpSpPr>
        <p:sp>
          <p:nvSpPr>
            <p:cNvPr id="378" name="Freeform 310">
              <a:extLst>
                <a:ext uri="{FF2B5EF4-FFF2-40B4-BE49-F238E27FC236}">
                  <a16:creationId xmlns:a16="http://schemas.microsoft.com/office/drawing/2014/main" id="{09BA65E2-E7F2-66CB-D94B-10F07D20C885}"/>
                </a:ext>
              </a:extLst>
            </p:cNvPr>
            <p:cNvSpPr>
              <a:spLocks noChangeArrowheads="1"/>
            </p:cNvSpPr>
            <p:nvPr/>
          </p:nvSpPr>
          <p:spPr bwMode="auto">
            <a:xfrm>
              <a:off x="1055688" y="5307013"/>
              <a:ext cx="257175" cy="257175"/>
            </a:xfrm>
            <a:custGeom>
              <a:avLst/>
              <a:gdLst>
                <a:gd name="T0" fmla="*/ 89 w 715"/>
                <a:gd name="T1" fmla="*/ 714 h 715"/>
                <a:gd name="T2" fmla="*/ 89 w 715"/>
                <a:gd name="T3" fmla="*/ 714 h 715"/>
                <a:gd name="T4" fmla="*/ 610 w 715"/>
                <a:gd name="T5" fmla="*/ 714 h 715"/>
                <a:gd name="T6" fmla="*/ 714 w 715"/>
                <a:gd name="T7" fmla="*/ 609 h 715"/>
                <a:gd name="T8" fmla="*/ 714 w 715"/>
                <a:gd name="T9" fmla="*/ 44 h 715"/>
                <a:gd name="T10" fmla="*/ 670 w 715"/>
                <a:gd name="T11" fmla="*/ 0 h 715"/>
                <a:gd name="T12" fmla="*/ 193 w 715"/>
                <a:gd name="T13" fmla="*/ 0 h 715"/>
                <a:gd name="T14" fmla="*/ 148 w 715"/>
                <a:gd name="T15" fmla="*/ 44 h 715"/>
                <a:gd name="T16" fmla="*/ 148 w 715"/>
                <a:gd name="T17" fmla="*/ 357 h 715"/>
                <a:gd name="T18" fmla="*/ 45 w 715"/>
                <a:gd name="T19" fmla="*/ 357 h 715"/>
                <a:gd name="T20" fmla="*/ 0 w 715"/>
                <a:gd name="T21" fmla="*/ 401 h 715"/>
                <a:gd name="T22" fmla="*/ 0 w 715"/>
                <a:gd name="T23" fmla="*/ 624 h 715"/>
                <a:gd name="T24" fmla="*/ 89 w 715"/>
                <a:gd name="T25" fmla="*/ 714 h 715"/>
                <a:gd name="T26" fmla="*/ 179 w 715"/>
                <a:gd name="T27" fmla="*/ 44 h 715"/>
                <a:gd name="T28" fmla="*/ 179 w 715"/>
                <a:gd name="T29" fmla="*/ 44 h 715"/>
                <a:gd name="T30" fmla="*/ 193 w 715"/>
                <a:gd name="T31" fmla="*/ 29 h 715"/>
                <a:gd name="T32" fmla="*/ 670 w 715"/>
                <a:gd name="T33" fmla="*/ 29 h 715"/>
                <a:gd name="T34" fmla="*/ 684 w 715"/>
                <a:gd name="T35" fmla="*/ 44 h 715"/>
                <a:gd name="T36" fmla="*/ 684 w 715"/>
                <a:gd name="T37" fmla="*/ 609 h 715"/>
                <a:gd name="T38" fmla="*/ 663 w 715"/>
                <a:gd name="T39" fmla="*/ 662 h 715"/>
                <a:gd name="T40" fmla="*/ 610 w 715"/>
                <a:gd name="T41" fmla="*/ 684 h 715"/>
                <a:gd name="T42" fmla="*/ 155 w 715"/>
                <a:gd name="T43" fmla="*/ 684 h 715"/>
                <a:gd name="T44" fmla="*/ 179 w 715"/>
                <a:gd name="T45" fmla="*/ 624 h 715"/>
                <a:gd name="T46" fmla="*/ 179 w 715"/>
                <a:gd name="T47" fmla="*/ 609 h 715"/>
                <a:gd name="T48" fmla="*/ 179 w 715"/>
                <a:gd name="T49" fmla="*/ 609 h 715"/>
                <a:gd name="T50" fmla="*/ 179 w 715"/>
                <a:gd name="T51" fmla="*/ 609 h 715"/>
                <a:gd name="T52" fmla="*/ 179 w 715"/>
                <a:gd name="T53" fmla="*/ 372 h 715"/>
                <a:gd name="T54" fmla="*/ 179 w 715"/>
                <a:gd name="T55" fmla="*/ 44 h 715"/>
                <a:gd name="T56" fmla="*/ 30 w 715"/>
                <a:gd name="T57" fmla="*/ 624 h 715"/>
                <a:gd name="T58" fmla="*/ 30 w 715"/>
                <a:gd name="T59" fmla="*/ 624 h 715"/>
                <a:gd name="T60" fmla="*/ 30 w 715"/>
                <a:gd name="T61" fmla="*/ 401 h 715"/>
                <a:gd name="T62" fmla="*/ 45 w 715"/>
                <a:gd name="T63" fmla="*/ 386 h 715"/>
                <a:gd name="T64" fmla="*/ 148 w 715"/>
                <a:gd name="T65" fmla="*/ 386 h 715"/>
                <a:gd name="T66" fmla="*/ 148 w 715"/>
                <a:gd name="T67" fmla="*/ 609 h 715"/>
                <a:gd name="T68" fmla="*/ 148 w 715"/>
                <a:gd name="T69" fmla="*/ 624 h 715"/>
                <a:gd name="T70" fmla="*/ 131 w 715"/>
                <a:gd name="T71" fmla="*/ 666 h 715"/>
                <a:gd name="T72" fmla="*/ 89 w 715"/>
                <a:gd name="T73" fmla="*/ 684 h 715"/>
                <a:gd name="T74" fmla="*/ 46 w 715"/>
                <a:gd name="T75" fmla="*/ 666 h 715"/>
                <a:gd name="T76" fmla="*/ 30 w 715"/>
                <a:gd name="T77" fmla="*/ 62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715">
                  <a:moveTo>
                    <a:pt x="89" y="714"/>
                  </a:moveTo>
                  <a:lnTo>
                    <a:pt x="89" y="714"/>
                  </a:lnTo>
                  <a:cubicBezTo>
                    <a:pt x="610" y="714"/>
                    <a:pt x="610" y="714"/>
                    <a:pt x="610" y="714"/>
                  </a:cubicBezTo>
                  <a:cubicBezTo>
                    <a:pt x="667" y="714"/>
                    <a:pt x="714" y="668"/>
                    <a:pt x="714" y="609"/>
                  </a:cubicBezTo>
                  <a:cubicBezTo>
                    <a:pt x="714" y="44"/>
                    <a:pt x="714" y="44"/>
                    <a:pt x="714" y="44"/>
                  </a:cubicBezTo>
                  <a:cubicBezTo>
                    <a:pt x="714" y="19"/>
                    <a:pt x="693" y="0"/>
                    <a:pt x="670" y="0"/>
                  </a:cubicBezTo>
                  <a:cubicBezTo>
                    <a:pt x="193" y="0"/>
                    <a:pt x="193" y="0"/>
                    <a:pt x="193" y="0"/>
                  </a:cubicBezTo>
                  <a:cubicBezTo>
                    <a:pt x="169" y="0"/>
                    <a:pt x="148" y="19"/>
                    <a:pt x="148" y="44"/>
                  </a:cubicBezTo>
                  <a:cubicBezTo>
                    <a:pt x="148" y="357"/>
                    <a:pt x="148" y="357"/>
                    <a:pt x="148" y="357"/>
                  </a:cubicBezTo>
                  <a:cubicBezTo>
                    <a:pt x="45" y="357"/>
                    <a:pt x="45" y="357"/>
                    <a:pt x="45" y="357"/>
                  </a:cubicBezTo>
                  <a:cubicBezTo>
                    <a:pt x="20" y="357"/>
                    <a:pt x="0" y="376"/>
                    <a:pt x="0" y="401"/>
                  </a:cubicBezTo>
                  <a:cubicBezTo>
                    <a:pt x="0" y="624"/>
                    <a:pt x="0" y="624"/>
                    <a:pt x="0" y="624"/>
                  </a:cubicBezTo>
                  <a:cubicBezTo>
                    <a:pt x="0" y="673"/>
                    <a:pt x="39" y="714"/>
                    <a:pt x="89" y="714"/>
                  </a:cubicBezTo>
                  <a:close/>
                  <a:moveTo>
                    <a:pt x="179" y="44"/>
                  </a:moveTo>
                  <a:lnTo>
                    <a:pt x="179" y="44"/>
                  </a:lnTo>
                  <a:cubicBezTo>
                    <a:pt x="179" y="36"/>
                    <a:pt x="184" y="29"/>
                    <a:pt x="193" y="29"/>
                  </a:cubicBezTo>
                  <a:cubicBezTo>
                    <a:pt x="670" y="29"/>
                    <a:pt x="670" y="29"/>
                    <a:pt x="670" y="29"/>
                  </a:cubicBezTo>
                  <a:cubicBezTo>
                    <a:pt x="678" y="29"/>
                    <a:pt x="684" y="36"/>
                    <a:pt x="684" y="44"/>
                  </a:cubicBezTo>
                  <a:cubicBezTo>
                    <a:pt x="684" y="609"/>
                    <a:pt x="684" y="609"/>
                    <a:pt x="684" y="609"/>
                  </a:cubicBezTo>
                  <a:cubicBezTo>
                    <a:pt x="684" y="630"/>
                    <a:pt x="675" y="648"/>
                    <a:pt x="663" y="662"/>
                  </a:cubicBezTo>
                  <a:cubicBezTo>
                    <a:pt x="649" y="676"/>
                    <a:pt x="631" y="684"/>
                    <a:pt x="610"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72"/>
                    <a:pt x="179" y="372"/>
                    <a:pt x="179" y="372"/>
                  </a:cubicBezTo>
                  <a:lnTo>
                    <a:pt x="179" y="44"/>
                  </a:lnTo>
                  <a:close/>
                  <a:moveTo>
                    <a:pt x="30" y="624"/>
                  </a:moveTo>
                  <a:lnTo>
                    <a:pt x="30" y="624"/>
                  </a:lnTo>
                  <a:cubicBezTo>
                    <a:pt x="30" y="401"/>
                    <a:pt x="30" y="401"/>
                    <a:pt x="30" y="401"/>
                  </a:cubicBezTo>
                  <a:cubicBezTo>
                    <a:pt x="30" y="393"/>
                    <a:pt x="36" y="386"/>
                    <a:pt x="45" y="386"/>
                  </a:cubicBezTo>
                  <a:cubicBezTo>
                    <a:pt x="148" y="386"/>
                    <a:pt x="148" y="386"/>
                    <a:pt x="148" y="386"/>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nvGrpSpPr>
            <p:cNvPr id="379" name="Group 382">
              <a:extLst>
                <a:ext uri="{FF2B5EF4-FFF2-40B4-BE49-F238E27FC236}">
                  <a16:creationId xmlns:a16="http://schemas.microsoft.com/office/drawing/2014/main" id="{7614FE94-050A-4A83-6ACF-EE88E7073D9E}"/>
                </a:ext>
              </a:extLst>
            </p:cNvPr>
            <p:cNvGrpSpPr/>
            <p:nvPr/>
          </p:nvGrpSpPr>
          <p:grpSpPr>
            <a:xfrm>
              <a:off x="1141413" y="5349875"/>
              <a:ext cx="139700" cy="171450"/>
              <a:chOff x="1141413" y="5349875"/>
              <a:chExt cx="139700" cy="171450"/>
            </a:xfrm>
            <a:grpFill/>
          </p:grpSpPr>
          <p:sp>
            <p:nvSpPr>
              <p:cNvPr id="380" name="Freeform 311">
                <a:extLst>
                  <a:ext uri="{FF2B5EF4-FFF2-40B4-BE49-F238E27FC236}">
                    <a16:creationId xmlns:a16="http://schemas.microsoft.com/office/drawing/2014/main" id="{7A94B5A4-8707-9487-C4D0-58F7DF39E762}"/>
                  </a:ext>
                </a:extLst>
              </p:cNvPr>
              <p:cNvSpPr>
                <a:spLocks noChangeArrowheads="1"/>
              </p:cNvSpPr>
              <p:nvPr/>
            </p:nvSpPr>
            <p:spPr bwMode="auto">
              <a:xfrm>
                <a:off x="1152525" y="5478463"/>
                <a:ext cx="117475" cy="11112"/>
              </a:xfrm>
              <a:custGeom>
                <a:avLst/>
                <a:gdLst>
                  <a:gd name="T0" fmla="*/ 312 w 327"/>
                  <a:gd name="T1" fmla="*/ 0 h 32"/>
                  <a:gd name="T2" fmla="*/ 312 w 327"/>
                  <a:gd name="T3" fmla="*/ 0 h 32"/>
                  <a:gd name="T4" fmla="*/ 14 w 327"/>
                  <a:gd name="T5" fmla="*/ 0 h 32"/>
                  <a:gd name="T6" fmla="*/ 0 w 327"/>
                  <a:gd name="T7" fmla="*/ 15 h 32"/>
                  <a:gd name="T8" fmla="*/ 14 w 327"/>
                  <a:gd name="T9" fmla="*/ 31 h 32"/>
                  <a:gd name="T10" fmla="*/ 312 w 327"/>
                  <a:gd name="T11" fmla="*/ 31 h 32"/>
                  <a:gd name="T12" fmla="*/ 326 w 327"/>
                  <a:gd name="T13" fmla="*/ 15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5"/>
                    </a:cubicBezTo>
                    <a:cubicBezTo>
                      <a:pt x="0" y="24"/>
                      <a:pt x="6" y="31"/>
                      <a:pt x="14" y="31"/>
                    </a:cubicBezTo>
                    <a:cubicBezTo>
                      <a:pt x="312" y="31"/>
                      <a:pt x="312" y="31"/>
                      <a:pt x="312" y="31"/>
                    </a:cubicBezTo>
                    <a:cubicBezTo>
                      <a:pt x="321" y="31"/>
                      <a:pt x="326" y="24"/>
                      <a:pt x="326" y="15"/>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2">
                <a:extLst>
                  <a:ext uri="{FF2B5EF4-FFF2-40B4-BE49-F238E27FC236}">
                    <a16:creationId xmlns:a16="http://schemas.microsoft.com/office/drawing/2014/main" id="{DE316DEC-FF7A-A57F-2C27-AEE85A00CC7B}"/>
                  </a:ext>
                </a:extLst>
              </p:cNvPr>
              <p:cNvSpPr>
                <a:spLocks noChangeArrowheads="1"/>
              </p:cNvSpPr>
              <p:nvPr/>
            </p:nvSpPr>
            <p:spPr bwMode="auto">
              <a:xfrm>
                <a:off x="1152525" y="5510213"/>
                <a:ext cx="117475" cy="11112"/>
              </a:xfrm>
              <a:custGeom>
                <a:avLst/>
                <a:gdLst>
                  <a:gd name="T0" fmla="*/ 312 w 327"/>
                  <a:gd name="T1" fmla="*/ 0 h 32"/>
                  <a:gd name="T2" fmla="*/ 312 w 327"/>
                  <a:gd name="T3" fmla="*/ 0 h 32"/>
                  <a:gd name="T4" fmla="*/ 14 w 327"/>
                  <a:gd name="T5" fmla="*/ 0 h 32"/>
                  <a:gd name="T6" fmla="*/ 0 w 327"/>
                  <a:gd name="T7" fmla="*/ 16 h 32"/>
                  <a:gd name="T8" fmla="*/ 14 w 327"/>
                  <a:gd name="T9" fmla="*/ 31 h 32"/>
                  <a:gd name="T10" fmla="*/ 312 w 327"/>
                  <a:gd name="T11" fmla="*/ 31 h 32"/>
                  <a:gd name="T12" fmla="*/ 326 w 327"/>
                  <a:gd name="T13" fmla="*/ 16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6"/>
                    </a:cubicBezTo>
                    <a:cubicBezTo>
                      <a:pt x="0" y="24"/>
                      <a:pt x="6" y="31"/>
                      <a:pt x="14" y="31"/>
                    </a:cubicBezTo>
                    <a:cubicBezTo>
                      <a:pt x="312" y="31"/>
                      <a:pt x="312" y="31"/>
                      <a:pt x="312" y="31"/>
                    </a:cubicBezTo>
                    <a:cubicBezTo>
                      <a:pt x="321" y="31"/>
                      <a:pt x="326" y="24"/>
                      <a:pt x="326" y="16"/>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13">
                <a:extLst>
                  <a:ext uri="{FF2B5EF4-FFF2-40B4-BE49-F238E27FC236}">
                    <a16:creationId xmlns:a16="http://schemas.microsoft.com/office/drawing/2014/main" id="{6AB960B6-3D46-E15B-5C23-EBEE107A64BB}"/>
                  </a:ext>
                </a:extLst>
              </p:cNvPr>
              <p:cNvSpPr>
                <a:spLocks noChangeArrowheads="1"/>
              </p:cNvSpPr>
              <p:nvPr/>
            </p:nvSpPr>
            <p:spPr bwMode="auto">
              <a:xfrm>
                <a:off x="1141413" y="5349875"/>
                <a:ext cx="139700" cy="85725"/>
              </a:xfrm>
              <a:custGeom>
                <a:avLst/>
                <a:gdLst>
                  <a:gd name="T0" fmla="*/ 16 w 389"/>
                  <a:gd name="T1" fmla="*/ 239 h 240"/>
                  <a:gd name="T2" fmla="*/ 16 w 389"/>
                  <a:gd name="T3" fmla="*/ 239 h 240"/>
                  <a:gd name="T4" fmla="*/ 373 w 389"/>
                  <a:gd name="T5" fmla="*/ 239 h 240"/>
                  <a:gd name="T6" fmla="*/ 384 w 389"/>
                  <a:gd name="T7" fmla="*/ 234 h 240"/>
                  <a:gd name="T8" fmla="*/ 388 w 389"/>
                  <a:gd name="T9" fmla="*/ 223 h 240"/>
                  <a:gd name="T10" fmla="*/ 388 w 389"/>
                  <a:gd name="T11" fmla="*/ 15 h 240"/>
                  <a:gd name="T12" fmla="*/ 384 w 389"/>
                  <a:gd name="T13" fmla="*/ 6 h 240"/>
                  <a:gd name="T14" fmla="*/ 373 w 389"/>
                  <a:gd name="T15" fmla="*/ 0 h 240"/>
                  <a:gd name="T16" fmla="*/ 16 w 389"/>
                  <a:gd name="T17" fmla="*/ 0 h 240"/>
                  <a:gd name="T18" fmla="*/ 4 w 389"/>
                  <a:gd name="T19" fmla="*/ 6 h 240"/>
                  <a:gd name="T20" fmla="*/ 0 w 389"/>
                  <a:gd name="T21" fmla="*/ 15 h 240"/>
                  <a:gd name="T22" fmla="*/ 0 w 389"/>
                  <a:gd name="T23" fmla="*/ 223 h 240"/>
                  <a:gd name="T24" fmla="*/ 4 w 389"/>
                  <a:gd name="T25" fmla="*/ 234 h 240"/>
                  <a:gd name="T26" fmla="*/ 16 w 389"/>
                  <a:gd name="T27" fmla="*/ 239 h 240"/>
                  <a:gd name="T28" fmla="*/ 31 w 389"/>
                  <a:gd name="T29" fmla="*/ 31 h 240"/>
                  <a:gd name="T30" fmla="*/ 31 w 389"/>
                  <a:gd name="T31" fmla="*/ 31 h 240"/>
                  <a:gd name="T32" fmla="*/ 357 w 389"/>
                  <a:gd name="T33" fmla="*/ 31 h 240"/>
                  <a:gd name="T34" fmla="*/ 357 w 389"/>
                  <a:gd name="T35" fmla="*/ 209 h 240"/>
                  <a:gd name="T36" fmla="*/ 31 w 389"/>
                  <a:gd name="T37" fmla="*/ 209 h 240"/>
                  <a:gd name="T38" fmla="*/ 31 w 389"/>
                  <a:gd name="T39" fmla="*/ 3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9" h="240">
                    <a:moveTo>
                      <a:pt x="16" y="239"/>
                    </a:moveTo>
                    <a:lnTo>
                      <a:pt x="16" y="239"/>
                    </a:lnTo>
                    <a:cubicBezTo>
                      <a:pt x="373" y="239"/>
                      <a:pt x="373" y="239"/>
                      <a:pt x="373" y="239"/>
                    </a:cubicBezTo>
                    <a:cubicBezTo>
                      <a:pt x="377" y="239"/>
                      <a:pt x="381" y="237"/>
                      <a:pt x="384" y="234"/>
                    </a:cubicBezTo>
                    <a:cubicBezTo>
                      <a:pt x="387" y="232"/>
                      <a:pt x="388" y="227"/>
                      <a:pt x="388" y="223"/>
                    </a:cubicBezTo>
                    <a:cubicBezTo>
                      <a:pt x="388" y="15"/>
                      <a:pt x="388" y="15"/>
                      <a:pt x="388" y="15"/>
                    </a:cubicBezTo>
                    <a:cubicBezTo>
                      <a:pt x="388" y="11"/>
                      <a:pt x="387" y="9"/>
                      <a:pt x="384" y="6"/>
                    </a:cubicBezTo>
                    <a:cubicBezTo>
                      <a:pt x="381" y="3"/>
                      <a:pt x="377" y="0"/>
                      <a:pt x="373" y="0"/>
                    </a:cubicBezTo>
                    <a:cubicBezTo>
                      <a:pt x="16" y="0"/>
                      <a:pt x="16" y="0"/>
                      <a:pt x="16" y="0"/>
                    </a:cubicBezTo>
                    <a:cubicBezTo>
                      <a:pt x="11" y="0"/>
                      <a:pt x="7" y="3"/>
                      <a:pt x="4" y="6"/>
                    </a:cubicBezTo>
                    <a:cubicBezTo>
                      <a:pt x="2" y="9"/>
                      <a:pt x="0" y="11"/>
                      <a:pt x="0" y="15"/>
                    </a:cubicBezTo>
                    <a:cubicBezTo>
                      <a:pt x="0" y="223"/>
                      <a:pt x="0" y="223"/>
                      <a:pt x="0" y="223"/>
                    </a:cubicBezTo>
                    <a:cubicBezTo>
                      <a:pt x="0" y="227"/>
                      <a:pt x="2" y="232"/>
                      <a:pt x="4" y="234"/>
                    </a:cubicBezTo>
                    <a:cubicBezTo>
                      <a:pt x="7" y="237"/>
                      <a:pt x="11" y="239"/>
                      <a:pt x="16" y="239"/>
                    </a:cubicBezTo>
                    <a:close/>
                    <a:moveTo>
                      <a:pt x="31" y="31"/>
                    </a:moveTo>
                    <a:lnTo>
                      <a:pt x="31" y="31"/>
                    </a:lnTo>
                    <a:cubicBezTo>
                      <a:pt x="357" y="31"/>
                      <a:pt x="357" y="31"/>
                      <a:pt x="357" y="31"/>
                    </a:cubicBezTo>
                    <a:cubicBezTo>
                      <a:pt x="357" y="209"/>
                      <a:pt x="357" y="209"/>
                      <a:pt x="357" y="209"/>
                    </a:cubicBezTo>
                    <a:cubicBezTo>
                      <a:pt x="31" y="209"/>
                      <a:pt x="31" y="209"/>
                      <a:pt x="31" y="209"/>
                    </a:cubicBezTo>
                    <a:lnTo>
                      <a:pt x="31"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sp>
        <p:nvSpPr>
          <p:cNvPr id="383" name="Freeform 314">
            <a:extLst>
              <a:ext uri="{FF2B5EF4-FFF2-40B4-BE49-F238E27FC236}">
                <a16:creationId xmlns:a16="http://schemas.microsoft.com/office/drawing/2014/main" id="{55784DE0-F4AA-68E6-E748-691A8DBB7550}"/>
              </a:ext>
            </a:extLst>
          </p:cNvPr>
          <p:cNvSpPr>
            <a:spLocks noChangeArrowheads="1"/>
          </p:cNvSpPr>
          <p:nvPr/>
        </p:nvSpPr>
        <p:spPr bwMode="auto">
          <a:xfrm>
            <a:off x="2597819" y="4993382"/>
            <a:ext cx="257175" cy="257175"/>
          </a:xfrm>
          <a:custGeom>
            <a:avLst/>
            <a:gdLst>
              <a:gd name="T0" fmla="*/ 410 w 715"/>
              <a:gd name="T1" fmla="*/ 4 h 715"/>
              <a:gd name="T2" fmla="*/ 410 w 715"/>
              <a:gd name="T3" fmla="*/ 4 h 715"/>
              <a:gd name="T4" fmla="*/ 410 w 715"/>
              <a:gd name="T5" fmla="*/ 4 h 715"/>
              <a:gd name="T6" fmla="*/ 357 w 715"/>
              <a:gd name="T7" fmla="*/ 0 h 715"/>
              <a:gd name="T8" fmla="*/ 88 w 715"/>
              <a:gd name="T9" fmla="*/ 121 h 715"/>
              <a:gd name="T10" fmla="*/ 88 w 715"/>
              <a:gd name="T11" fmla="*/ 122 h 715"/>
              <a:gd name="T12" fmla="*/ 0 w 715"/>
              <a:gd name="T13" fmla="*/ 357 h 715"/>
              <a:gd name="T14" fmla="*/ 17 w 715"/>
              <a:gd name="T15" fmla="*/ 467 h 715"/>
              <a:gd name="T16" fmla="*/ 17 w 715"/>
              <a:gd name="T17" fmla="*/ 467 h 715"/>
              <a:gd name="T18" fmla="*/ 289 w 715"/>
              <a:gd name="T19" fmla="*/ 707 h 715"/>
              <a:gd name="T20" fmla="*/ 289 w 715"/>
              <a:gd name="T21" fmla="*/ 707 h 715"/>
              <a:gd name="T22" fmla="*/ 357 w 715"/>
              <a:gd name="T23" fmla="*/ 714 h 715"/>
              <a:gd name="T24" fmla="*/ 636 w 715"/>
              <a:gd name="T25" fmla="*/ 578 h 715"/>
              <a:gd name="T26" fmla="*/ 638 w 715"/>
              <a:gd name="T27" fmla="*/ 577 h 715"/>
              <a:gd name="T28" fmla="*/ 714 w 715"/>
              <a:gd name="T29" fmla="*/ 357 h 715"/>
              <a:gd name="T30" fmla="*/ 410 w 715"/>
              <a:gd name="T31" fmla="*/ 4 h 715"/>
              <a:gd name="T32" fmla="*/ 649 w 715"/>
              <a:gd name="T33" fmla="*/ 207 h 715"/>
              <a:gd name="T34" fmla="*/ 649 w 715"/>
              <a:gd name="T35" fmla="*/ 207 h 715"/>
              <a:gd name="T36" fmla="*/ 316 w 715"/>
              <a:gd name="T37" fmla="*/ 207 h 715"/>
              <a:gd name="T38" fmla="*/ 416 w 715"/>
              <a:gd name="T39" fmla="*/ 34 h 715"/>
              <a:gd name="T40" fmla="*/ 589 w 715"/>
              <a:gd name="T41" fmla="*/ 125 h 715"/>
              <a:gd name="T42" fmla="*/ 649 w 715"/>
              <a:gd name="T43" fmla="*/ 207 h 715"/>
              <a:gd name="T44" fmla="*/ 417 w 715"/>
              <a:gd name="T45" fmla="*/ 446 h 715"/>
              <a:gd name="T46" fmla="*/ 417 w 715"/>
              <a:gd name="T47" fmla="*/ 446 h 715"/>
              <a:gd name="T48" fmla="*/ 297 w 715"/>
              <a:gd name="T49" fmla="*/ 446 h 715"/>
              <a:gd name="T50" fmla="*/ 237 w 715"/>
              <a:gd name="T51" fmla="*/ 341 h 715"/>
              <a:gd name="T52" fmla="*/ 297 w 715"/>
              <a:gd name="T53" fmla="*/ 238 h 715"/>
              <a:gd name="T54" fmla="*/ 417 w 715"/>
              <a:gd name="T55" fmla="*/ 238 h 715"/>
              <a:gd name="T56" fmla="*/ 477 w 715"/>
              <a:gd name="T57" fmla="*/ 341 h 715"/>
              <a:gd name="T58" fmla="*/ 417 w 715"/>
              <a:gd name="T59" fmla="*/ 446 h 715"/>
              <a:gd name="T60" fmla="*/ 357 w 715"/>
              <a:gd name="T61" fmla="*/ 29 h 715"/>
              <a:gd name="T62" fmla="*/ 357 w 715"/>
              <a:gd name="T63" fmla="*/ 29 h 715"/>
              <a:gd name="T64" fmla="*/ 384 w 715"/>
              <a:gd name="T65" fmla="*/ 30 h 715"/>
              <a:gd name="T66" fmla="*/ 221 w 715"/>
              <a:gd name="T67" fmla="*/ 312 h 715"/>
              <a:gd name="T68" fmla="*/ 119 w 715"/>
              <a:gd name="T69" fmla="*/ 132 h 715"/>
              <a:gd name="T70" fmla="*/ 126 w 715"/>
              <a:gd name="T71" fmla="*/ 125 h 715"/>
              <a:gd name="T72" fmla="*/ 357 w 715"/>
              <a:gd name="T73" fmla="*/ 29 h 715"/>
              <a:gd name="T74" fmla="*/ 98 w 715"/>
              <a:gd name="T75" fmla="*/ 157 h 715"/>
              <a:gd name="T76" fmla="*/ 98 w 715"/>
              <a:gd name="T77" fmla="*/ 157 h 715"/>
              <a:gd name="T78" fmla="*/ 262 w 715"/>
              <a:gd name="T79" fmla="*/ 446 h 715"/>
              <a:gd name="T80" fmla="*/ 42 w 715"/>
              <a:gd name="T81" fmla="*/ 446 h 715"/>
              <a:gd name="T82" fmla="*/ 30 w 715"/>
              <a:gd name="T83" fmla="*/ 357 h 715"/>
              <a:gd name="T84" fmla="*/ 98 w 715"/>
              <a:gd name="T85" fmla="*/ 157 h 715"/>
              <a:gd name="T86" fmla="*/ 52 w 715"/>
              <a:gd name="T87" fmla="*/ 475 h 715"/>
              <a:gd name="T88" fmla="*/ 52 w 715"/>
              <a:gd name="T89" fmla="*/ 475 h 715"/>
              <a:gd name="T90" fmla="*/ 399 w 715"/>
              <a:gd name="T91" fmla="*/ 475 h 715"/>
              <a:gd name="T92" fmla="*/ 283 w 715"/>
              <a:gd name="T93" fmla="*/ 676 h 715"/>
              <a:gd name="T94" fmla="*/ 126 w 715"/>
              <a:gd name="T95" fmla="*/ 588 h 715"/>
              <a:gd name="T96" fmla="*/ 52 w 715"/>
              <a:gd name="T97" fmla="*/ 475 h 715"/>
              <a:gd name="T98" fmla="*/ 357 w 715"/>
              <a:gd name="T99" fmla="*/ 684 h 715"/>
              <a:gd name="T100" fmla="*/ 357 w 715"/>
              <a:gd name="T101" fmla="*/ 684 h 715"/>
              <a:gd name="T102" fmla="*/ 314 w 715"/>
              <a:gd name="T103" fmla="*/ 682 h 715"/>
              <a:gd name="T104" fmla="*/ 494 w 715"/>
              <a:gd name="T105" fmla="*/ 372 h 715"/>
              <a:gd name="T106" fmla="*/ 607 w 715"/>
              <a:gd name="T107" fmla="*/ 567 h 715"/>
              <a:gd name="T108" fmla="*/ 589 w 715"/>
              <a:gd name="T109" fmla="*/ 588 h 715"/>
              <a:gd name="T110" fmla="*/ 357 w 715"/>
              <a:gd name="T111" fmla="*/ 684 h 715"/>
              <a:gd name="T112" fmla="*/ 627 w 715"/>
              <a:gd name="T113" fmla="*/ 542 h 715"/>
              <a:gd name="T114" fmla="*/ 627 w 715"/>
              <a:gd name="T115" fmla="*/ 542 h 715"/>
              <a:gd name="T116" fmla="*/ 451 w 715"/>
              <a:gd name="T117" fmla="*/ 238 h 715"/>
              <a:gd name="T118" fmla="*/ 661 w 715"/>
              <a:gd name="T119" fmla="*/ 238 h 715"/>
              <a:gd name="T120" fmla="*/ 684 w 715"/>
              <a:gd name="T121" fmla="*/ 357 h 715"/>
              <a:gd name="T122" fmla="*/ 627 w 715"/>
              <a:gd name="T123" fmla="*/ 54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15" h="715">
                <a:moveTo>
                  <a:pt x="410" y="4"/>
                </a:moveTo>
                <a:lnTo>
                  <a:pt x="410" y="4"/>
                </a:lnTo>
                <a:lnTo>
                  <a:pt x="410" y="4"/>
                </a:lnTo>
                <a:cubicBezTo>
                  <a:pt x="394" y="1"/>
                  <a:pt x="375" y="0"/>
                  <a:pt x="357" y="0"/>
                </a:cubicBezTo>
                <a:cubicBezTo>
                  <a:pt x="250" y="0"/>
                  <a:pt x="154" y="47"/>
                  <a:pt x="88" y="121"/>
                </a:cubicBezTo>
                <a:lnTo>
                  <a:pt x="88" y="122"/>
                </a:lnTo>
                <a:cubicBezTo>
                  <a:pt x="34" y="185"/>
                  <a:pt x="0" y="267"/>
                  <a:pt x="0" y="357"/>
                </a:cubicBezTo>
                <a:cubicBezTo>
                  <a:pt x="0" y="396"/>
                  <a:pt x="6" y="432"/>
                  <a:pt x="17" y="467"/>
                </a:cubicBezTo>
                <a:lnTo>
                  <a:pt x="17" y="467"/>
                </a:lnTo>
                <a:cubicBezTo>
                  <a:pt x="56" y="590"/>
                  <a:pt x="161" y="683"/>
                  <a:pt x="289" y="707"/>
                </a:cubicBezTo>
                <a:lnTo>
                  <a:pt x="289" y="707"/>
                </a:lnTo>
                <a:cubicBezTo>
                  <a:pt x="311" y="711"/>
                  <a:pt x="334" y="714"/>
                  <a:pt x="357" y="714"/>
                </a:cubicBezTo>
                <a:cubicBezTo>
                  <a:pt x="470" y="714"/>
                  <a:pt x="571" y="661"/>
                  <a:pt x="636" y="578"/>
                </a:cubicBezTo>
                <a:cubicBezTo>
                  <a:pt x="638" y="578"/>
                  <a:pt x="638" y="578"/>
                  <a:pt x="638" y="577"/>
                </a:cubicBezTo>
                <a:cubicBezTo>
                  <a:pt x="685" y="517"/>
                  <a:pt x="714" y="440"/>
                  <a:pt x="714" y="357"/>
                </a:cubicBezTo>
                <a:cubicBezTo>
                  <a:pt x="714" y="178"/>
                  <a:pt x="582" y="30"/>
                  <a:pt x="410" y="4"/>
                </a:cubicBezTo>
                <a:close/>
                <a:moveTo>
                  <a:pt x="649" y="207"/>
                </a:moveTo>
                <a:lnTo>
                  <a:pt x="649" y="207"/>
                </a:lnTo>
                <a:cubicBezTo>
                  <a:pt x="316" y="207"/>
                  <a:pt x="316" y="207"/>
                  <a:pt x="316" y="207"/>
                </a:cubicBezTo>
                <a:cubicBezTo>
                  <a:pt x="416" y="34"/>
                  <a:pt x="416" y="34"/>
                  <a:pt x="416" y="34"/>
                </a:cubicBezTo>
                <a:cubicBezTo>
                  <a:pt x="483" y="47"/>
                  <a:pt x="543" y="79"/>
                  <a:pt x="589" y="125"/>
                </a:cubicBezTo>
                <a:cubicBezTo>
                  <a:pt x="613" y="149"/>
                  <a:pt x="632" y="177"/>
                  <a:pt x="649" y="207"/>
                </a:cubicBezTo>
                <a:close/>
                <a:moveTo>
                  <a:pt x="417" y="446"/>
                </a:moveTo>
                <a:lnTo>
                  <a:pt x="417" y="446"/>
                </a:lnTo>
                <a:cubicBezTo>
                  <a:pt x="297" y="446"/>
                  <a:pt x="297" y="446"/>
                  <a:pt x="297" y="446"/>
                </a:cubicBezTo>
                <a:cubicBezTo>
                  <a:pt x="237" y="341"/>
                  <a:pt x="237" y="341"/>
                  <a:pt x="237" y="341"/>
                </a:cubicBezTo>
                <a:cubicBezTo>
                  <a:pt x="297" y="238"/>
                  <a:pt x="297" y="238"/>
                  <a:pt x="297" y="238"/>
                </a:cubicBezTo>
                <a:cubicBezTo>
                  <a:pt x="417" y="238"/>
                  <a:pt x="417" y="238"/>
                  <a:pt x="417" y="238"/>
                </a:cubicBezTo>
                <a:cubicBezTo>
                  <a:pt x="477" y="341"/>
                  <a:pt x="477" y="341"/>
                  <a:pt x="477" y="341"/>
                </a:cubicBezTo>
                <a:lnTo>
                  <a:pt x="417" y="446"/>
                </a:lnTo>
                <a:close/>
                <a:moveTo>
                  <a:pt x="357" y="29"/>
                </a:moveTo>
                <a:lnTo>
                  <a:pt x="357" y="29"/>
                </a:lnTo>
                <a:cubicBezTo>
                  <a:pt x="366" y="29"/>
                  <a:pt x="375" y="30"/>
                  <a:pt x="384" y="30"/>
                </a:cubicBezTo>
                <a:cubicBezTo>
                  <a:pt x="221" y="312"/>
                  <a:pt x="221" y="312"/>
                  <a:pt x="221" y="312"/>
                </a:cubicBezTo>
                <a:cubicBezTo>
                  <a:pt x="119" y="132"/>
                  <a:pt x="119" y="132"/>
                  <a:pt x="119" y="132"/>
                </a:cubicBezTo>
                <a:cubicBezTo>
                  <a:pt x="120" y="131"/>
                  <a:pt x="123" y="128"/>
                  <a:pt x="126" y="125"/>
                </a:cubicBezTo>
                <a:cubicBezTo>
                  <a:pt x="184" y="67"/>
                  <a:pt x="267" y="29"/>
                  <a:pt x="357" y="29"/>
                </a:cubicBezTo>
                <a:close/>
                <a:moveTo>
                  <a:pt x="98" y="157"/>
                </a:moveTo>
                <a:lnTo>
                  <a:pt x="98" y="157"/>
                </a:lnTo>
                <a:cubicBezTo>
                  <a:pt x="262" y="446"/>
                  <a:pt x="262" y="446"/>
                  <a:pt x="262" y="446"/>
                </a:cubicBezTo>
                <a:cubicBezTo>
                  <a:pt x="42" y="446"/>
                  <a:pt x="42" y="446"/>
                  <a:pt x="42" y="446"/>
                </a:cubicBezTo>
                <a:cubicBezTo>
                  <a:pt x="34" y="418"/>
                  <a:pt x="30" y="387"/>
                  <a:pt x="30" y="357"/>
                </a:cubicBezTo>
                <a:cubicBezTo>
                  <a:pt x="30" y="281"/>
                  <a:pt x="55" y="212"/>
                  <a:pt x="98" y="157"/>
                </a:cubicBezTo>
                <a:close/>
                <a:moveTo>
                  <a:pt x="52" y="475"/>
                </a:moveTo>
                <a:lnTo>
                  <a:pt x="52" y="475"/>
                </a:lnTo>
                <a:cubicBezTo>
                  <a:pt x="399" y="475"/>
                  <a:pt x="399" y="475"/>
                  <a:pt x="399" y="475"/>
                </a:cubicBezTo>
                <a:cubicBezTo>
                  <a:pt x="283" y="676"/>
                  <a:pt x="283" y="676"/>
                  <a:pt x="283" y="676"/>
                </a:cubicBezTo>
                <a:cubicBezTo>
                  <a:pt x="222" y="662"/>
                  <a:pt x="168" y="631"/>
                  <a:pt x="126" y="588"/>
                </a:cubicBezTo>
                <a:cubicBezTo>
                  <a:pt x="94" y="556"/>
                  <a:pt x="69" y="518"/>
                  <a:pt x="52" y="475"/>
                </a:cubicBezTo>
                <a:close/>
                <a:moveTo>
                  <a:pt x="357" y="684"/>
                </a:moveTo>
                <a:lnTo>
                  <a:pt x="357" y="684"/>
                </a:lnTo>
                <a:cubicBezTo>
                  <a:pt x="342" y="684"/>
                  <a:pt x="328" y="683"/>
                  <a:pt x="314" y="682"/>
                </a:cubicBezTo>
                <a:cubicBezTo>
                  <a:pt x="494" y="372"/>
                  <a:pt x="494" y="372"/>
                  <a:pt x="494" y="372"/>
                </a:cubicBezTo>
                <a:cubicBezTo>
                  <a:pt x="607" y="567"/>
                  <a:pt x="607" y="567"/>
                  <a:pt x="607" y="567"/>
                </a:cubicBezTo>
                <a:cubicBezTo>
                  <a:pt x="601" y="574"/>
                  <a:pt x="594" y="581"/>
                  <a:pt x="589" y="588"/>
                </a:cubicBezTo>
                <a:cubicBezTo>
                  <a:pt x="529" y="648"/>
                  <a:pt x="448" y="684"/>
                  <a:pt x="357" y="684"/>
                </a:cubicBezTo>
                <a:close/>
                <a:moveTo>
                  <a:pt x="627" y="542"/>
                </a:moveTo>
                <a:lnTo>
                  <a:pt x="627" y="542"/>
                </a:lnTo>
                <a:cubicBezTo>
                  <a:pt x="451" y="238"/>
                  <a:pt x="451" y="238"/>
                  <a:pt x="451" y="238"/>
                </a:cubicBezTo>
                <a:cubicBezTo>
                  <a:pt x="661" y="238"/>
                  <a:pt x="661" y="238"/>
                  <a:pt x="661" y="238"/>
                </a:cubicBezTo>
                <a:cubicBezTo>
                  <a:pt x="677" y="274"/>
                  <a:pt x="684" y="315"/>
                  <a:pt x="684" y="357"/>
                </a:cubicBezTo>
                <a:cubicBezTo>
                  <a:pt x="684" y="425"/>
                  <a:pt x="663" y="489"/>
                  <a:pt x="627" y="542"/>
                </a:cubicBezTo>
                <a:close/>
              </a:path>
            </a:pathLst>
          </a:custGeom>
          <a:solidFill>
            <a:schemeClr val="tx2"/>
          </a:solidFill>
          <a:ln>
            <a:noFill/>
          </a:ln>
          <a:effectLst/>
        </p:spPr>
        <p:txBody>
          <a:bodyPr wrap="none" anchor="ctr"/>
          <a:lstStyle/>
          <a:p>
            <a:endParaRPr lang="da-DK"/>
          </a:p>
        </p:txBody>
      </p:sp>
      <p:grpSp>
        <p:nvGrpSpPr>
          <p:cNvPr id="384" name="Group 387">
            <a:extLst>
              <a:ext uri="{FF2B5EF4-FFF2-40B4-BE49-F238E27FC236}">
                <a16:creationId xmlns:a16="http://schemas.microsoft.com/office/drawing/2014/main" id="{27382855-08E4-07D9-4611-718ADF3F7313}"/>
              </a:ext>
            </a:extLst>
          </p:cNvPr>
          <p:cNvGrpSpPr/>
          <p:nvPr/>
        </p:nvGrpSpPr>
        <p:grpSpPr>
          <a:xfrm>
            <a:off x="3132806" y="3945656"/>
            <a:ext cx="225425" cy="258763"/>
            <a:chOff x="2105025" y="4289425"/>
            <a:chExt cx="225425" cy="258763"/>
          </a:xfrm>
          <a:solidFill>
            <a:schemeClr val="tx2"/>
          </a:solidFill>
        </p:grpSpPr>
        <p:sp>
          <p:nvSpPr>
            <p:cNvPr id="385" name="Freeform 315">
              <a:extLst>
                <a:ext uri="{FF2B5EF4-FFF2-40B4-BE49-F238E27FC236}">
                  <a16:creationId xmlns:a16="http://schemas.microsoft.com/office/drawing/2014/main" id="{262DF24E-B650-24DE-6BC3-1D191E8E48CA}"/>
                </a:ext>
              </a:extLst>
            </p:cNvPr>
            <p:cNvSpPr>
              <a:spLocks noChangeArrowheads="1"/>
            </p:cNvSpPr>
            <p:nvPr/>
          </p:nvSpPr>
          <p:spPr bwMode="auto">
            <a:xfrm>
              <a:off x="2233613" y="4352925"/>
              <a:ext cx="31750" cy="33338"/>
            </a:xfrm>
            <a:custGeom>
              <a:avLst/>
              <a:gdLst>
                <a:gd name="T0" fmla="*/ 0 w 90"/>
                <a:gd name="T1" fmla="*/ 16 h 91"/>
                <a:gd name="T2" fmla="*/ 0 w 90"/>
                <a:gd name="T3" fmla="*/ 16 h 91"/>
                <a:gd name="T4" fmla="*/ 15 w 90"/>
                <a:gd name="T5" fmla="*/ 31 h 91"/>
                <a:gd name="T6" fmla="*/ 15 w 90"/>
                <a:gd name="T7" fmla="*/ 31 h 91"/>
                <a:gd name="T8" fmla="*/ 60 w 90"/>
                <a:gd name="T9" fmla="*/ 76 h 91"/>
                <a:gd name="T10" fmla="*/ 75 w 90"/>
                <a:gd name="T11" fmla="*/ 90 h 91"/>
                <a:gd name="T12" fmla="*/ 89 w 90"/>
                <a:gd name="T13" fmla="*/ 76 h 91"/>
                <a:gd name="T14" fmla="*/ 15 w 90"/>
                <a:gd name="T15" fmla="*/ 0 h 91"/>
                <a:gd name="T16" fmla="*/ 0 w 90"/>
                <a:gd name="T17" fmla="*/ 1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 h="91">
                  <a:moveTo>
                    <a:pt x="0" y="16"/>
                  </a:moveTo>
                  <a:lnTo>
                    <a:pt x="0" y="16"/>
                  </a:lnTo>
                  <a:cubicBezTo>
                    <a:pt x="0" y="24"/>
                    <a:pt x="7" y="31"/>
                    <a:pt x="15" y="31"/>
                  </a:cubicBezTo>
                  <a:lnTo>
                    <a:pt x="15" y="31"/>
                  </a:lnTo>
                  <a:cubicBezTo>
                    <a:pt x="40" y="31"/>
                    <a:pt x="60" y="51"/>
                    <a:pt x="60" y="76"/>
                  </a:cubicBezTo>
                  <a:cubicBezTo>
                    <a:pt x="60" y="84"/>
                    <a:pt x="67" y="90"/>
                    <a:pt x="75" y="90"/>
                  </a:cubicBezTo>
                  <a:cubicBezTo>
                    <a:pt x="84" y="90"/>
                    <a:pt x="89" y="84"/>
                    <a:pt x="89" y="76"/>
                  </a:cubicBezTo>
                  <a:cubicBezTo>
                    <a:pt x="89" y="34"/>
                    <a:pt x="56"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16">
              <a:extLst>
                <a:ext uri="{FF2B5EF4-FFF2-40B4-BE49-F238E27FC236}">
                  <a16:creationId xmlns:a16="http://schemas.microsoft.com/office/drawing/2014/main" id="{CD6A2AB9-6EA0-66D2-DAF1-192F7FCB13A5}"/>
                </a:ext>
              </a:extLst>
            </p:cNvPr>
            <p:cNvSpPr>
              <a:spLocks noChangeArrowheads="1"/>
            </p:cNvSpPr>
            <p:nvPr/>
          </p:nvSpPr>
          <p:spPr bwMode="auto">
            <a:xfrm>
              <a:off x="2244725" y="4321175"/>
              <a:ext cx="53975" cy="53975"/>
            </a:xfrm>
            <a:custGeom>
              <a:avLst/>
              <a:gdLst>
                <a:gd name="T0" fmla="*/ 0 w 149"/>
                <a:gd name="T1" fmla="*/ 15 h 150"/>
                <a:gd name="T2" fmla="*/ 0 w 149"/>
                <a:gd name="T3" fmla="*/ 15 h 150"/>
                <a:gd name="T4" fmla="*/ 14 w 149"/>
                <a:gd name="T5" fmla="*/ 31 h 150"/>
                <a:gd name="T6" fmla="*/ 14 w 149"/>
                <a:gd name="T7" fmla="*/ 31 h 150"/>
                <a:gd name="T8" fmla="*/ 88 w 149"/>
                <a:gd name="T9" fmla="*/ 61 h 150"/>
                <a:gd name="T10" fmla="*/ 118 w 149"/>
                <a:gd name="T11" fmla="*/ 134 h 150"/>
                <a:gd name="T12" fmla="*/ 134 w 149"/>
                <a:gd name="T13" fmla="*/ 149 h 150"/>
                <a:gd name="T14" fmla="*/ 148 w 149"/>
                <a:gd name="T15" fmla="*/ 134 h 150"/>
                <a:gd name="T16" fmla="*/ 14 w 149"/>
                <a:gd name="T17" fmla="*/ 0 h 150"/>
                <a:gd name="T18" fmla="*/ 0 w 149"/>
                <a:gd name="T19" fmla="*/ 1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50">
                  <a:moveTo>
                    <a:pt x="0" y="15"/>
                  </a:moveTo>
                  <a:lnTo>
                    <a:pt x="0" y="15"/>
                  </a:lnTo>
                  <a:cubicBezTo>
                    <a:pt x="0" y="24"/>
                    <a:pt x="5" y="31"/>
                    <a:pt x="14" y="31"/>
                  </a:cubicBezTo>
                  <a:lnTo>
                    <a:pt x="14" y="31"/>
                  </a:lnTo>
                  <a:cubicBezTo>
                    <a:pt x="43" y="31"/>
                    <a:pt x="69" y="42"/>
                    <a:pt x="88" y="61"/>
                  </a:cubicBezTo>
                  <a:cubicBezTo>
                    <a:pt x="107" y="80"/>
                    <a:pt x="118" y="106"/>
                    <a:pt x="118" y="134"/>
                  </a:cubicBezTo>
                  <a:cubicBezTo>
                    <a:pt x="118" y="142"/>
                    <a:pt x="125" y="149"/>
                    <a:pt x="134" y="149"/>
                  </a:cubicBezTo>
                  <a:cubicBezTo>
                    <a:pt x="142" y="149"/>
                    <a:pt x="148" y="142"/>
                    <a:pt x="148" y="134"/>
                  </a:cubicBezTo>
                  <a:cubicBezTo>
                    <a:pt x="148" y="60"/>
                    <a:pt x="88" y="0"/>
                    <a:pt x="14" y="0"/>
                  </a:cubicBezTo>
                  <a:cubicBezTo>
                    <a:pt x="5"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17">
              <a:extLst>
                <a:ext uri="{FF2B5EF4-FFF2-40B4-BE49-F238E27FC236}">
                  <a16:creationId xmlns:a16="http://schemas.microsoft.com/office/drawing/2014/main" id="{5C86001D-85A0-588D-55BC-0CE9F957E6EA}"/>
                </a:ext>
              </a:extLst>
            </p:cNvPr>
            <p:cNvSpPr>
              <a:spLocks noChangeArrowheads="1"/>
            </p:cNvSpPr>
            <p:nvPr/>
          </p:nvSpPr>
          <p:spPr bwMode="auto">
            <a:xfrm>
              <a:off x="2255838" y="4289425"/>
              <a:ext cx="74612" cy="76200"/>
            </a:xfrm>
            <a:custGeom>
              <a:avLst/>
              <a:gdLst>
                <a:gd name="T0" fmla="*/ 15 w 209"/>
                <a:gd name="T1" fmla="*/ 30 h 210"/>
                <a:gd name="T2" fmla="*/ 15 w 209"/>
                <a:gd name="T3" fmla="*/ 30 h 210"/>
                <a:gd name="T4" fmla="*/ 131 w 209"/>
                <a:gd name="T5" fmla="*/ 78 h 210"/>
                <a:gd name="T6" fmla="*/ 179 w 209"/>
                <a:gd name="T7" fmla="*/ 194 h 210"/>
                <a:gd name="T8" fmla="*/ 194 w 209"/>
                <a:gd name="T9" fmla="*/ 209 h 210"/>
                <a:gd name="T10" fmla="*/ 208 w 209"/>
                <a:gd name="T11" fmla="*/ 194 h 210"/>
                <a:gd name="T12" fmla="*/ 15 w 209"/>
                <a:gd name="T13" fmla="*/ 0 h 210"/>
                <a:gd name="T14" fmla="*/ 0 w 209"/>
                <a:gd name="T15" fmla="*/ 15 h 210"/>
                <a:gd name="T16" fmla="*/ 15 w 209"/>
                <a:gd name="T17" fmla="*/ 30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9" h="210">
                  <a:moveTo>
                    <a:pt x="15" y="30"/>
                  </a:moveTo>
                  <a:lnTo>
                    <a:pt x="15" y="30"/>
                  </a:lnTo>
                  <a:cubicBezTo>
                    <a:pt x="60" y="30"/>
                    <a:pt x="100" y="49"/>
                    <a:pt x="131" y="78"/>
                  </a:cubicBezTo>
                  <a:cubicBezTo>
                    <a:pt x="160" y="107"/>
                    <a:pt x="179" y="149"/>
                    <a:pt x="179" y="194"/>
                  </a:cubicBezTo>
                  <a:cubicBezTo>
                    <a:pt x="179" y="202"/>
                    <a:pt x="185" y="209"/>
                    <a:pt x="194" y="209"/>
                  </a:cubicBezTo>
                  <a:cubicBezTo>
                    <a:pt x="202" y="209"/>
                    <a:pt x="208" y="202"/>
                    <a:pt x="208" y="194"/>
                  </a:cubicBezTo>
                  <a:cubicBezTo>
                    <a:pt x="208" y="88"/>
                    <a:pt x="121"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18">
              <a:extLst>
                <a:ext uri="{FF2B5EF4-FFF2-40B4-BE49-F238E27FC236}">
                  <a16:creationId xmlns:a16="http://schemas.microsoft.com/office/drawing/2014/main" id="{9AB67BE4-38C9-74BA-A4A9-26461D06F529}"/>
                </a:ext>
              </a:extLst>
            </p:cNvPr>
            <p:cNvSpPr>
              <a:spLocks noChangeArrowheads="1"/>
            </p:cNvSpPr>
            <p:nvPr/>
          </p:nvSpPr>
          <p:spPr bwMode="auto">
            <a:xfrm>
              <a:off x="2105025" y="4327525"/>
              <a:ext cx="177800" cy="220663"/>
            </a:xfrm>
            <a:custGeom>
              <a:avLst/>
              <a:gdLst>
                <a:gd name="T0" fmla="*/ 283 w 493"/>
                <a:gd name="T1" fmla="*/ 491 h 611"/>
                <a:gd name="T2" fmla="*/ 283 w 493"/>
                <a:gd name="T3" fmla="*/ 491 h 611"/>
                <a:gd name="T4" fmla="*/ 483 w 493"/>
                <a:gd name="T5" fmla="*/ 409 h 611"/>
                <a:gd name="T6" fmla="*/ 483 w 493"/>
                <a:gd name="T7" fmla="*/ 409 h 611"/>
                <a:gd name="T8" fmla="*/ 490 w 493"/>
                <a:gd name="T9" fmla="*/ 396 h 611"/>
                <a:gd name="T10" fmla="*/ 492 w 493"/>
                <a:gd name="T11" fmla="*/ 384 h 611"/>
                <a:gd name="T12" fmla="*/ 480 w 493"/>
                <a:gd name="T13" fmla="*/ 341 h 611"/>
                <a:gd name="T14" fmla="*/ 425 w 493"/>
                <a:gd name="T15" fmla="*/ 257 h 611"/>
                <a:gd name="T16" fmla="*/ 336 w 493"/>
                <a:gd name="T17" fmla="*/ 157 h 611"/>
                <a:gd name="T18" fmla="*/ 325 w 493"/>
                <a:gd name="T19" fmla="*/ 166 h 611"/>
                <a:gd name="T20" fmla="*/ 336 w 493"/>
                <a:gd name="T21" fmla="*/ 157 h 611"/>
                <a:gd name="T22" fmla="*/ 205 w 493"/>
                <a:gd name="T23" fmla="*/ 45 h 611"/>
                <a:gd name="T24" fmla="*/ 151 w 493"/>
                <a:gd name="T25" fmla="*/ 13 h 611"/>
                <a:gd name="T26" fmla="*/ 107 w 493"/>
                <a:gd name="T27" fmla="*/ 0 h 611"/>
                <a:gd name="T28" fmla="*/ 95 w 493"/>
                <a:gd name="T29" fmla="*/ 2 h 611"/>
                <a:gd name="T30" fmla="*/ 84 w 493"/>
                <a:gd name="T31" fmla="*/ 9 h 611"/>
                <a:gd name="T32" fmla="*/ 84 w 493"/>
                <a:gd name="T33" fmla="*/ 9 h 611"/>
                <a:gd name="T34" fmla="*/ 0 w 493"/>
                <a:gd name="T35" fmla="*/ 208 h 611"/>
                <a:gd name="T36" fmla="*/ 209 w 493"/>
                <a:gd name="T37" fmla="*/ 482 h 611"/>
                <a:gd name="T38" fmla="*/ 209 w 493"/>
                <a:gd name="T39" fmla="*/ 580 h 611"/>
                <a:gd name="T40" fmla="*/ 134 w 493"/>
                <a:gd name="T41" fmla="*/ 580 h 611"/>
                <a:gd name="T42" fmla="*/ 120 w 493"/>
                <a:gd name="T43" fmla="*/ 596 h 611"/>
                <a:gd name="T44" fmla="*/ 134 w 493"/>
                <a:gd name="T45" fmla="*/ 610 h 611"/>
                <a:gd name="T46" fmla="*/ 312 w 493"/>
                <a:gd name="T47" fmla="*/ 610 h 611"/>
                <a:gd name="T48" fmla="*/ 328 w 493"/>
                <a:gd name="T49" fmla="*/ 596 h 611"/>
                <a:gd name="T50" fmla="*/ 312 w 493"/>
                <a:gd name="T51" fmla="*/ 580 h 611"/>
                <a:gd name="T52" fmla="*/ 238 w 493"/>
                <a:gd name="T53" fmla="*/ 580 h 611"/>
                <a:gd name="T54" fmla="*/ 238 w 493"/>
                <a:gd name="T55" fmla="*/ 487 h 611"/>
                <a:gd name="T56" fmla="*/ 283 w 493"/>
                <a:gd name="T57" fmla="*/ 491 h 611"/>
                <a:gd name="T58" fmla="*/ 218 w 493"/>
                <a:gd name="T59" fmla="*/ 91 h 611"/>
                <a:gd name="T60" fmla="*/ 218 w 493"/>
                <a:gd name="T61" fmla="*/ 91 h 611"/>
                <a:gd name="T62" fmla="*/ 315 w 493"/>
                <a:gd name="T63" fmla="*/ 177 h 611"/>
                <a:gd name="T64" fmla="*/ 315 w 493"/>
                <a:gd name="T65" fmla="*/ 177 h 611"/>
                <a:gd name="T66" fmla="*/ 423 w 493"/>
                <a:gd name="T67" fmla="*/ 304 h 611"/>
                <a:gd name="T68" fmla="*/ 453 w 493"/>
                <a:gd name="T69" fmla="*/ 353 h 611"/>
                <a:gd name="T70" fmla="*/ 462 w 493"/>
                <a:gd name="T71" fmla="*/ 384 h 611"/>
                <a:gd name="T72" fmla="*/ 462 w 493"/>
                <a:gd name="T73" fmla="*/ 388 h 611"/>
                <a:gd name="T74" fmla="*/ 462 w 493"/>
                <a:gd name="T75" fmla="*/ 388 h 611"/>
                <a:gd name="T76" fmla="*/ 459 w 493"/>
                <a:gd name="T77" fmla="*/ 388 h 611"/>
                <a:gd name="T78" fmla="*/ 428 w 493"/>
                <a:gd name="T79" fmla="*/ 378 h 611"/>
                <a:gd name="T80" fmla="*/ 349 w 493"/>
                <a:gd name="T81" fmla="*/ 327 h 611"/>
                <a:gd name="T82" fmla="*/ 251 w 493"/>
                <a:gd name="T83" fmla="*/ 240 h 611"/>
                <a:gd name="T84" fmla="*/ 144 w 493"/>
                <a:gd name="T85" fmla="*/ 113 h 611"/>
                <a:gd name="T86" fmla="*/ 113 w 493"/>
                <a:gd name="T87" fmla="*/ 65 h 611"/>
                <a:gd name="T88" fmla="*/ 105 w 493"/>
                <a:gd name="T89" fmla="*/ 32 h 611"/>
                <a:gd name="T90" fmla="*/ 105 w 493"/>
                <a:gd name="T91" fmla="*/ 30 h 611"/>
                <a:gd name="T92" fmla="*/ 105 w 493"/>
                <a:gd name="T93" fmla="*/ 30 h 611"/>
                <a:gd name="T94" fmla="*/ 107 w 493"/>
                <a:gd name="T95" fmla="*/ 30 h 611"/>
                <a:gd name="T96" fmla="*/ 138 w 493"/>
                <a:gd name="T97" fmla="*/ 39 h 611"/>
                <a:gd name="T98" fmla="*/ 218 w 493"/>
                <a:gd name="T99" fmla="*/ 91 h 611"/>
                <a:gd name="T100" fmla="*/ 31 w 493"/>
                <a:gd name="T101" fmla="*/ 208 h 611"/>
                <a:gd name="T102" fmla="*/ 31 w 493"/>
                <a:gd name="T103" fmla="*/ 208 h 611"/>
                <a:gd name="T104" fmla="*/ 79 w 493"/>
                <a:gd name="T105" fmla="*/ 59 h 611"/>
                <a:gd name="T106" fmla="*/ 86 w 493"/>
                <a:gd name="T107" fmla="*/ 77 h 611"/>
                <a:gd name="T108" fmla="*/ 141 w 493"/>
                <a:gd name="T109" fmla="*/ 161 h 611"/>
                <a:gd name="T110" fmla="*/ 230 w 493"/>
                <a:gd name="T111" fmla="*/ 261 h 611"/>
                <a:gd name="T112" fmla="*/ 361 w 493"/>
                <a:gd name="T113" fmla="*/ 373 h 611"/>
                <a:gd name="T114" fmla="*/ 416 w 493"/>
                <a:gd name="T115" fmla="*/ 405 h 611"/>
                <a:gd name="T116" fmla="*/ 432 w 493"/>
                <a:gd name="T117" fmla="*/ 412 h 611"/>
                <a:gd name="T118" fmla="*/ 283 w 493"/>
                <a:gd name="T119" fmla="*/ 462 h 611"/>
                <a:gd name="T120" fmla="*/ 105 w 493"/>
                <a:gd name="T121" fmla="*/ 388 h 611"/>
                <a:gd name="T122" fmla="*/ 31 w 493"/>
                <a:gd name="T123" fmla="*/ 208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3" h="611">
                  <a:moveTo>
                    <a:pt x="283" y="491"/>
                  </a:moveTo>
                  <a:lnTo>
                    <a:pt x="283" y="491"/>
                  </a:lnTo>
                  <a:cubicBezTo>
                    <a:pt x="361" y="491"/>
                    <a:pt x="432" y="459"/>
                    <a:pt x="483" y="409"/>
                  </a:cubicBezTo>
                  <a:lnTo>
                    <a:pt x="483" y="409"/>
                  </a:lnTo>
                  <a:cubicBezTo>
                    <a:pt x="487" y="405"/>
                    <a:pt x="488" y="401"/>
                    <a:pt x="490" y="396"/>
                  </a:cubicBezTo>
                  <a:cubicBezTo>
                    <a:pt x="491" y="392"/>
                    <a:pt x="492" y="388"/>
                    <a:pt x="492" y="384"/>
                  </a:cubicBezTo>
                  <a:cubicBezTo>
                    <a:pt x="492" y="371"/>
                    <a:pt x="487" y="357"/>
                    <a:pt x="480" y="341"/>
                  </a:cubicBezTo>
                  <a:cubicBezTo>
                    <a:pt x="469" y="317"/>
                    <a:pt x="449" y="288"/>
                    <a:pt x="425" y="257"/>
                  </a:cubicBezTo>
                  <a:cubicBezTo>
                    <a:pt x="400" y="225"/>
                    <a:pt x="370" y="190"/>
                    <a:pt x="336" y="157"/>
                  </a:cubicBezTo>
                  <a:cubicBezTo>
                    <a:pt x="325" y="166"/>
                    <a:pt x="325" y="166"/>
                    <a:pt x="325" y="166"/>
                  </a:cubicBezTo>
                  <a:cubicBezTo>
                    <a:pt x="336" y="157"/>
                    <a:pt x="336" y="157"/>
                    <a:pt x="336" y="157"/>
                  </a:cubicBezTo>
                  <a:cubicBezTo>
                    <a:pt x="290" y="111"/>
                    <a:pt x="244" y="71"/>
                    <a:pt x="205" y="45"/>
                  </a:cubicBezTo>
                  <a:cubicBezTo>
                    <a:pt x="185" y="31"/>
                    <a:pt x="167" y="20"/>
                    <a:pt x="151" y="13"/>
                  </a:cubicBezTo>
                  <a:cubicBezTo>
                    <a:pt x="135" y="5"/>
                    <a:pt x="121" y="0"/>
                    <a:pt x="107" y="0"/>
                  </a:cubicBezTo>
                  <a:cubicBezTo>
                    <a:pt x="103" y="0"/>
                    <a:pt x="99" y="0"/>
                    <a:pt x="95" y="2"/>
                  </a:cubicBezTo>
                  <a:cubicBezTo>
                    <a:pt x="91" y="3"/>
                    <a:pt x="86" y="6"/>
                    <a:pt x="84" y="9"/>
                  </a:cubicBezTo>
                  <a:lnTo>
                    <a:pt x="84" y="9"/>
                  </a:lnTo>
                  <a:cubicBezTo>
                    <a:pt x="32" y="60"/>
                    <a:pt x="0" y="131"/>
                    <a:pt x="0" y="208"/>
                  </a:cubicBezTo>
                  <a:cubicBezTo>
                    <a:pt x="0" y="339"/>
                    <a:pt x="89" y="448"/>
                    <a:pt x="209" y="482"/>
                  </a:cubicBezTo>
                  <a:cubicBezTo>
                    <a:pt x="209" y="580"/>
                    <a:pt x="209" y="580"/>
                    <a:pt x="209" y="580"/>
                  </a:cubicBezTo>
                  <a:cubicBezTo>
                    <a:pt x="134" y="580"/>
                    <a:pt x="134" y="580"/>
                    <a:pt x="134" y="580"/>
                  </a:cubicBezTo>
                  <a:cubicBezTo>
                    <a:pt x="125" y="580"/>
                    <a:pt x="120" y="588"/>
                    <a:pt x="120" y="596"/>
                  </a:cubicBezTo>
                  <a:cubicBezTo>
                    <a:pt x="120" y="604"/>
                    <a:pt x="125" y="610"/>
                    <a:pt x="134" y="610"/>
                  </a:cubicBezTo>
                  <a:cubicBezTo>
                    <a:pt x="312" y="610"/>
                    <a:pt x="312" y="610"/>
                    <a:pt x="312" y="610"/>
                  </a:cubicBezTo>
                  <a:cubicBezTo>
                    <a:pt x="321" y="610"/>
                    <a:pt x="328" y="604"/>
                    <a:pt x="328" y="596"/>
                  </a:cubicBezTo>
                  <a:cubicBezTo>
                    <a:pt x="328" y="588"/>
                    <a:pt x="321" y="580"/>
                    <a:pt x="312" y="580"/>
                  </a:cubicBezTo>
                  <a:cubicBezTo>
                    <a:pt x="238" y="580"/>
                    <a:pt x="238" y="580"/>
                    <a:pt x="238" y="580"/>
                  </a:cubicBezTo>
                  <a:cubicBezTo>
                    <a:pt x="238" y="487"/>
                    <a:pt x="238" y="487"/>
                    <a:pt x="238" y="487"/>
                  </a:cubicBezTo>
                  <a:cubicBezTo>
                    <a:pt x="252" y="490"/>
                    <a:pt x="268" y="491"/>
                    <a:pt x="283" y="491"/>
                  </a:cubicBezTo>
                  <a:close/>
                  <a:moveTo>
                    <a:pt x="218" y="91"/>
                  </a:moveTo>
                  <a:lnTo>
                    <a:pt x="218" y="91"/>
                  </a:lnTo>
                  <a:cubicBezTo>
                    <a:pt x="248" y="115"/>
                    <a:pt x="282" y="144"/>
                    <a:pt x="315" y="177"/>
                  </a:cubicBezTo>
                  <a:lnTo>
                    <a:pt x="315" y="177"/>
                  </a:lnTo>
                  <a:cubicBezTo>
                    <a:pt x="360" y="222"/>
                    <a:pt x="397" y="267"/>
                    <a:pt x="423" y="304"/>
                  </a:cubicBezTo>
                  <a:cubicBezTo>
                    <a:pt x="436" y="323"/>
                    <a:pt x="446" y="339"/>
                    <a:pt x="453" y="353"/>
                  </a:cubicBezTo>
                  <a:cubicBezTo>
                    <a:pt x="459" y="367"/>
                    <a:pt x="463" y="380"/>
                    <a:pt x="462" y="384"/>
                  </a:cubicBezTo>
                  <a:cubicBezTo>
                    <a:pt x="462" y="387"/>
                    <a:pt x="462" y="387"/>
                    <a:pt x="462" y="388"/>
                  </a:cubicBezTo>
                  <a:lnTo>
                    <a:pt x="462" y="388"/>
                  </a:lnTo>
                  <a:cubicBezTo>
                    <a:pt x="459" y="388"/>
                    <a:pt x="459" y="388"/>
                    <a:pt x="459" y="388"/>
                  </a:cubicBezTo>
                  <a:cubicBezTo>
                    <a:pt x="453" y="388"/>
                    <a:pt x="442" y="385"/>
                    <a:pt x="428" y="378"/>
                  </a:cubicBezTo>
                  <a:cubicBezTo>
                    <a:pt x="407" y="369"/>
                    <a:pt x="379" y="350"/>
                    <a:pt x="349" y="327"/>
                  </a:cubicBezTo>
                  <a:cubicBezTo>
                    <a:pt x="318" y="303"/>
                    <a:pt x="284" y="274"/>
                    <a:pt x="251" y="240"/>
                  </a:cubicBezTo>
                  <a:cubicBezTo>
                    <a:pt x="206" y="196"/>
                    <a:pt x="169" y="151"/>
                    <a:pt x="144" y="113"/>
                  </a:cubicBezTo>
                  <a:cubicBezTo>
                    <a:pt x="130" y="95"/>
                    <a:pt x="120" y="78"/>
                    <a:pt x="113" y="65"/>
                  </a:cubicBezTo>
                  <a:cubicBezTo>
                    <a:pt x="107" y="51"/>
                    <a:pt x="103" y="38"/>
                    <a:pt x="105" y="32"/>
                  </a:cubicBezTo>
                  <a:cubicBezTo>
                    <a:pt x="105" y="31"/>
                    <a:pt x="105" y="31"/>
                    <a:pt x="105" y="30"/>
                  </a:cubicBezTo>
                  <a:lnTo>
                    <a:pt x="105" y="30"/>
                  </a:lnTo>
                  <a:cubicBezTo>
                    <a:pt x="107" y="30"/>
                    <a:pt x="107" y="30"/>
                    <a:pt x="107" y="30"/>
                  </a:cubicBezTo>
                  <a:cubicBezTo>
                    <a:pt x="113" y="30"/>
                    <a:pt x="124" y="32"/>
                    <a:pt x="138" y="39"/>
                  </a:cubicBezTo>
                  <a:cubicBezTo>
                    <a:pt x="159" y="49"/>
                    <a:pt x="187" y="67"/>
                    <a:pt x="218" y="91"/>
                  </a:cubicBezTo>
                  <a:close/>
                  <a:moveTo>
                    <a:pt x="31" y="208"/>
                  </a:moveTo>
                  <a:lnTo>
                    <a:pt x="31" y="208"/>
                  </a:lnTo>
                  <a:cubicBezTo>
                    <a:pt x="31" y="152"/>
                    <a:pt x="49" y="101"/>
                    <a:pt x="79" y="59"/>
                  </a:cubicBezTo>
                  <a:cubicBezTo>
                    <a:pt x="81" y="65"/>
                    <a:pt x="84" y="70"/>
                    <a:pt x="86" y="77"/>
                  </a:cubicBezTo>
                  <a:cubicBezTo>
                    <a:pt x="98" y="101"/>
                    <a:pt x="117" y="130"/>
                    <a:pt x="141" y="161"/>
                  </a:cubicBezTo>
                  <a:cubicBezTo>
                    <a:pt x="166" y="193"/>
                    <a:pt x="197" y="228"/>
                    <a:pt x="230" y="261"/>
                  </a:cubicBezTo>
                  <a:cubicBezTo>
                    <a:pt x="276" y="307"/>
                    <a:pt x="322" y="346"/>
                    <a:pt x="361" y="373"/>
                  </a:cubicBezTo>
                  <a:cubicBezTo>
                    <a:pt x="381" y="387"/>
                    <a:pt x="399" y="398"/>
                    <a:pt x="416" y="405"/>
                  </a:cubicBezTo>
                  <a:cubicBezTo>
                    <a:pt x="421" y="408"/>
                    <a:pt x="427" y="410"/>
                    <a:pt x="432" y="412"/>
                  </a:cubicBezTo>
                  <a:cubicBezTo>
                    <a:pt x="390" y="444"/>
                    <a:pt x="339" y="462"/>
                    <a:pt x="283" y="462"/>
                  </a:cubicBezTo>
                  <a:cubicBezTo>
                    <a:pt x="213" y="462"/>
                    <a:pt x="151" y="434"/>
                    <a:pt x="105" y="388"/>
                  </a:cubicBezTo>
                  <a:cubicBezTo>
                    <a:pt x="59" y="342"/>
                    <a:pt x="31" y="279"/>
                    <a:pt x="31"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9" name="Group 392">
            <a:extLst>
              <a:ext uri="{FF2B5EF4-FFF2-40B4-BE49-F238E27FC236}">
                <a16:creationId xmlns:a16="http://schemas.microsoft.com/office/drawing/2014/main" id="{B196BB23-FF58-0D99-D41A-3D67EBE76432}"/>
              </a:ext>
            </a:extLst>
          </p:cNvPr>
          <p:cNvGrpSpPr/>
          <p:nvPr/>
        </p:nvGrpSpPr>
        <p:grpSpPr>
          <a:xfrm>
            <a:off x="3637631" y="3947243"/>
            <a:ext cx="247650" cy="255588"/>
            <a:chOff x="2609850" y="4279900"/>
            <a:chExt cx="247650" cy="255588"/>
          </a:xfrm>
          <a:solidFill>
            <a:schemeClr val="tx2"/>
          </a:solidFill>
        </p:grpSpPr>
        <p:sp>
          <p:nvSpPr>
            <p:cNvPr id="390" name="Freeform 319">
              <a:extLst>
                <a:ext uri="{FF2B5EF4-FFF2-40B4-BE49-F238E27FC236}">
                  <a16:creationId xmlns:a16="http://schemas.microsoft.com/office/drawing/2014/main" id="{2502B271-069A-169B-1658-5FE199072253}"/>
                </a:ext>
              </a:extLst>
            </p:cNvPr>
            <p:cNvSpPr>
              <a:spLocks noChangeArrowheads="1"/>
            </p:cNvSpPr>
            <p:nvPr/>
          </p:nvSpPr>
          <p:spPr bwMode="auto">
            <a:xfrm>
              <a:off x="2609850" y="4364038"/>
              <a:ext cx="247650" cy="171450"/>
            </a:xfrm>
            <a:custGeom>
              <a:avLst/>
              <a:gdLst>
                <a:gd name="T0" fmla="*/ 669 w 686"/>
                <a:gd name="T1" fmla="*/ 0 h 476"/>
                <a:gd name="T2" fmla="*/ 669 w 686"/>
                <a:gd name="T3" fmla="*/ 0 h 476"/>
                <a:gd name="T4" fmla="*/ 15 w 686"/>
                <a:gd name="T5" fmla="*/ 0 h 476"/>
                <a:gd name="T6" fmla="*/ 4 w 686"/>
                <a:gd name="T7" fmla="*/ 4 h 476"/>
                <a:gd name="T8" fmla="*/ 0 w 686"/>
                <a:gd name="T9" fmla="*/ 14 h 476"/>
                <a:gd name="T10" fmla="*/ 0 w 686"/>
                <a:gd name="T11" fmla="*/ 431 h 476"/>
                <a:gd name="T12" fmla="*/ 44 w 686"/>
                <a:gd name="T13" fmla="*/ 475 h 476"/>
                <a:gd name="T14" fmla="*/ 640 w 686"/>
                <a:gd name="T15" fmla="*/ 475 h 476"/>
                <a:gd name="T16" fmla="*/ 685 w 686"/>
                <a:gd name="T17" fmla="*/ 431 h 476"/>
                <a:gd name="T18" fmla="*/ 685 w 686"/>
                <a:gd name="T19" fmla="*/ 14 h 476"/>
                <a:gd name="T20" fmla="*/ 680 w 686"/>
                <a:gd name="T21" fmla="*/ 4 h 476"/>
                <a:gd name="T22" fmla="*/ 669 w 686"/>
                <a:gd name="T23" fmla="*/ 0 h 476"/>
                <a:gd name="T24" fmla="*/ 640 w 686"/>
                <a:gd name="T25" fmla="*/ 446 h 476"/>
                <a:gd name="T26" fmla="*/ 640 w 686"/>
                <a:gd name="T27" fmla="*/ 446 h 476"/>
                <a:gd name="T28" fmla="*/ 44 w 686"/>
                <a:gd name="T29" fmla="*/ 446 h 476"/>
                <a:gd name="T30" fmla="*/ 29 w 686"/>
                <a:gd name="T31" fmla="*/ 431 h 476"/>
                <a:gd name="T32" fmla="*/ 29 w 686"/>
                <a:gd name="T33" fmla="*/ 29 h 476"/>
                <a:gd name="T34" fmla="*/ 654 w 686"/>
                <a:gd name="T35" fmla="*/ 29 h 476"/>
                <a:gd name="T36" fmla="*/ 654 w 686"/>
                <a:gd name="T37" fmla="*/ 431 h 476"/>
                <a:gd name="T38" fmla="*/ 640 w 686"/>
                <a:gd name="T39" fmla="*/ 446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6" h="476">
                  <a:moveTo>
                    <a:pt x="669" y="0"/>
                  </a:moveTo>
                  <a:lnTo>
                    <a:pt x="669" y="0"/>
                  </a:lnTo>
                  <a:cubicBezTo>
                    <a:pt x="15" y="0"/>
                    <a:pt x="15" y="0"/>
                    <a:pt x="15" y="0"/>
                  </a:cubicBezTo>
                  <a:cubicBezTo>
                    <a:pt x="11" y="0"/>
                    <a:pt x="7" y="1"/>
                    <a:pt x="4" y="4"/>
                  </a:cubicBezTo>
                  <a:cubicBezTo>
                    <a:pt x="1" y="7"/>
                    <a:pt x="0" y="11"/>
                    <a:pt x="0" y="14"/>
                  </a:cubicBezTo>
                  <a:cubicBezTo>
                    <a:pt x="0" y="431"/>
                    <a:pt x="0" y="431"/>
                    <a:pt x="0" y="431"/>
                  </a:cubicBezTo>
                  <a:cubicBezTo>
                    <a:pt x="0" y="456"/>
                    <a:pt x="19" y="475"/>
                    <a:pt x="44" y="475"/>
                  </a:cubicBezTo>
                  <a:cubicBezTo>
                    <a:pt x="640" y="475"/>
                    <a:pt x="640" y="475"/>
                    <a:pt x="640" y="475"/>
                  </a:cubicBezTo>
                  <a:cubicBezTo>
                    <a:pt x="664" y="475"/>
                    <a:pt x="685" y="456"/>
                    <a:pt x="685" y="431"/>
                  </a:cubicBezTo>
                  <a:cubicBezTo>
                    <a:pt x="685" y="14"/>
                    <a:pt x="685" y="14"/>
                    <a:pt x="685" y="14"/>
                  </a:cubicBezTo>
                  <a:cubicBezTo>
                    <a:pt x="685" y="11"/>
                    <a:pt x="683" y="7"/>
                    <a:pt x="680" y="4"/>
                  </a:cubicBezTo>
                  <a:cubicBezTo>
                    <a:pt x="678" y="1"/>
                    <a:pt x="673" y="0"/>
                    <a:pt x="669" y="0"/>
                  </a:cubicBezTo>
                  <a:close/>
                  <a:moveTo>
                    <a:pt x="640" y="446"/>
                  </a:moveTo>
                  <a:lnTo>
                    <a:pt x="640" y="446"/>
                  </a:lnTo>
                  <a:cubicBezTo>
                    <a:pt x="44" y="446"/>
                    <a:pt x="44" y="446"/>
                    <a:pt x="44" y="446"/>
                  </a:cubicBezTo>
                  <a:cubicBezTo>
                    <a:pt x="36" y="446"/>
                    <a:pt x="29" y="439"/>
                    <a:pt x="29" y="431"/>
                  </a:cubicBezTo>
                  <a:cubicBezTo>
                    <a:pt x="29" y="29"/>
                    <a:pt x="29" y="29"/>
                    <a:pt x="29" y="29"/>
                  </a:cubicBezTo>
                  <a:cubicBezTo>
                    <a:pt x="654" y="29"/>
                    <a:pt x="654" y="29"/>
                    <a:pt x="654" y="29"/>
                  </a:cubicBezTo>
                  <a:cubicBezTo>
                    <a:pt x="654" y="431"/>
                    <a:pt x="654" y="431"/>
                    <a:pt x="654" y="431"/>
                  </a:cubicBezTo>
                  <a:cubicBezTo>
                    <a:pt x="654" y="439"/>
                    <a:pt x="648" y="446"/>
                    <a:pt x="640"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1" name="Freeform 320">
              <a:extLst>
                <a:ext uri="{FF2B5EF4-FFF2-40B4-BE49-F238E27FC236}">
                  <a16:creationId xmlns:a16="http://schemas.microsoft.com/office/drawing/2014/main" id="{AC1458FD-A034-AD0E-836E-52F7CBBFE77D}"/>
                </a:ext>
              </a:extLst>
            </p:cNvPr>
            <p:cNvSpPr>
              <a:spLocks noChangeArrowheads="1"/>
            </p:cNvSpPr>
            <p:nvPr/>
          </p:nvSpPr>
          <p:spPr bwMode="auto">
            <a:xfrm>
              <a:off x="2609850" y="4279900"/>
              <a:ext cx="247650" cy="85725"/>
            </a:xfrm>
            <a:custGeom>
              <a:avLst/>
              <a:gdLst>
                <a:gd name="T0" fmla="*/ 640 w 686"/>
                <a:gd name="T1" fmla="*/ 0 h 237"/>
                <a:gd name="T2" fmla="*/ 640 w 686"/>
                <a:gd name="T3" fmla="*/ 0 h 237"/>
                <a:gd name="T4" fmla="*/ 636 w 686"/>
                <a:gd name="T5" fmla="*/ 0 h 237"/>
                <a:gd name="T6" fmla="*/ 40 w 686"/>
                <a:gd name="T7" fmla="*/ 55 h 237"/>
                <a:gd name="T8" fmla="*/ 0 w 686"/>
                <a:gd name="T9" fmla="*/ 99 h 237"/>
                <a:gd name="T10" fmla="*/ 0 w 686"/>
                <a:gd name="T11" fmla="*/ 221 h 237"/>
                <a:gd name="T12" fmla="*/ 4 w 686"/>
                <a:gd name="T13" fmla="*/ 232 h 237"/>
                <a:gd name="T14" fmla="*/ 17 w 686"/>
                <a:gd name="T15" fmla="*/ 236 h 237"/>
                <a:gd name="T16" fmla="*/ 671 w 686"/>
                <a:gd name="T17" fmla="*/ 176 h 237"/>
                <a:gd name="T18" fmla="*/ 685 w 686"/>
                <a:gd name="T19" fmla="*/ 161 h 237"/>
                <a:gd name="T20" fmla="*/ 685 w 686"/>
                <a:gd name="T21" fmla="*/ 45 h 237"/>
                <a:gd name="T22" fmla="*/ 640 w 686"/>
                <a:gd name="T23" fmla="*/ 0 h 237"/>
                <a:gd name="T24" fmla="*/ 639 w 686"/>
                <a:gd name="T25" fmla="*/ 31 h 237"/>
                <a:gd name="T26" fmla="*/ 639 w 686"/>
                <a:gd name="T27" fmla="*/ 31 h 237"/>
                <a:gd name="T28" fmla="*/ 640 w 686"/>
                <a:gd name="T29" fmla="*/ 30 h 237"/>
                <a:gd name="T30" fmla="*/ 654 w 686"/>
                <a:gd name="T31" fmla="*/ 45 h 237"/>
                <a:gd name="T32" fmla="*/ 654 w 686"/>
                <a:gd name="T33" fmla="*/ 148 h 237"/>
                <a:gd name="T34" fmla="*/ 615 w 686"/>
                <a:gd name="T35" fmla="*/ 151 h 237"/>
                <a:gd name="T36" fmla="*/ 520 w 686"/>
                <a:gd name="T37" fmla="*/ 41 h 237"/>
                <a:gd name="T38" fmla="*/ 639 w 686"/>
                <a:gd name="T39" fmla="*/ 31 h 237"/>
                <a:gd name="T40" fmla="*/ 406 w 686"/>
                <a:gd name="T41" fmla="*/ 170 h 237"/>
                <a:gd name="T42" fmla="*/ 406 w 686"/>
                <a:gd name="T43" fmla="*/ 170 h 237"/>
                <a:gd name="T44" fmla="*/ 309 w 686"/>
                <a:gd name="T45" fmla="*/ 60 h 237"/>
                <a:gd name="T46" fmla="*/ 484 w 686"/>
                <a:gd name="T47" fmla="*/ 45 h 237"/>
                <a:gd name="T48" fmla="*/ 579 w 686"/>
                <a:gd name="T49" fmla="*/ 155 h 237"/>
                <a:gd name="T50" fmla="*/ 406 w 686"/>
                <a:gd name="T51" fmla="*/ 170 h 237"/>
                <a:gd name="T52" fmla="*/ 199 w 686"/>
                <a:gd name="T53" fmla="*/ 189 h 237"/>
                <a:gd name="T54" fmla="*/ 199 w 686"/>
                <a:gd name="T55" fmla="*/ 189 h 237"/>
                <a:gd name="T56" fmla="*/ 104 w 686"/>
                <a:gd name="T57" fmla="*/ 78 h 237"/>
                <a:gd name="T58" fmla="*/ 273 w 686"/>
                <a:gd name="T59" fmla="*/ 63 h 237"/>
                <a:gd name="T60" fmla="*/ 368 w 686"/>
                <a:gd name="T61" fmla="*/ 173 h 237"/>
                <a:gd name="T62" fmla="*/ 199 w 686"/>
                <a:gd name="T63" fmla="*/ 189 h 237"/>
                <a:gd name="T64" fmla="*/ 29 w 686"/>
                <a:gd name="T65" fmla="*/ 99 h 237"/>
                <a:gd name="T66" fmla="*/ 29 w 686"/>
                <a:gd name="T67" fmla="*/ 99 h 237"/>
                <a:gd name="T68" fmla="*/ 43 w 686"/>
                <a:gd name="T69" fmla="*/ 84 h 237"/>
                <a:gd name="T70" fmla="*/ 67 w 686"/>
                <a:gd name="T71" fmla="*/ 83 h 237"/>
                <a:gd name="T72" fmla="*/ 163 w 686"/>
                <a:gd name="T73" fmla="*/ 193 h 237"/>
                <a:gd name="T74" fmla="*/ 29 w 686"/>
                <a:gd name="T75" fmla="*/ 204 h 237"/>
                <a:gd name="T76" fmla="*/ 29 w 686"/>
                <a:gd name="T77" fmla="*/ 99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237">
                  <a:moveTo>
                    <a:pt x="640" y="0"/>
                  </a:moveTo>
                  <a:lnTo>
                    <a:pt x="640" y="0"/>
                  </a:lnTo>
                  <a:cubicBezTo>
                    <a:pt x="639" y="0"/>
                    <a:pt x="637" y="0"/>
                    <a:pt x="636" y="0"/>
                  </a:cubicBezTo>
                  <a:cubicBezTo>
                    <a:pt x="40" y="55"/>
                    <a:pt x="40" y="55"/>
                    <a:pt x="40" y="55"/>
                  </a:cubicBezTo>
                  <a:cubicBezTo>
                    <a:pt x="18" y="57"/>
                    <a:pt x="0" y="76"/>
                    <a:pt x="0" y="99"/>
                  </a:cubicBezTo>
                  <a:cubicBezTo>
                    <a:pt x="0" y="221"/>
                    <a:pt x="0" y="221"/>
                    <a:pt x="0" y="221"/>
                  </a:cubicBezTo>
                  <a:cubicBezTo>
                    <a:pt x="0" y="225"/>
                    <a:pt x="1" y="229"/>
                    <a:pt x="4" y="232"/>
                  </a:cubicBezTo>
                  <a:cubicBezTo>
                    <a:pt x="8" y="235"/>
                    <a:pt x="12" y="236"/>
                    <a:pt x="17" y="236"/>
                  </a:cubicBezTo>
                  <a:cubicBezTo>
                    <a:pt x="671" y="176"/>
                    <a:pt x="671" y="176"/>
                    <a:pt x="671" y="176"/>
                  </a:cubicBezTo>
                  <a:cubicBezTo>
                    <a:pt x="678" y="176"/>
                    <a:pt x="685" y="169"/>
                    <a:pt x="685" y="161"/>
                  </a:cubicBezTo>
                  <a:cubicBezTo>
                    <a:pt x="685" y="45"/>
                    <a:pt x="685" y="45"/>
                    <a:pt x="685" y="45"/>
                  </a:cubicBezTo>
                  <a:cubicBezTo>
                    <a:pt x="685" y="20"/>
                    <a:pt x="664" y="0"/>
                    <a:pt x="640" y="0"/>
                  </a:cubicBezTo>
                  <a:close/>
                  <a:moveTo>
                    <a:pt x="639" y="31"/>
                  </a:moveTo>
                  <a:lnTo>
                    <a:pt x="639" y="31"/>
                  </a:lnTo>
                  <a:cubicBezTo>
                    <a:pt x="640" y="30"/>
                    <a:pt x="640" y="30"/>
                    <a:pt x="640" y="30"/>
                  </a:cubicBezTo>
                  <a:cubicBezTo>
                    <a:pt x="647" y="30"/>
                    <a:pt x="654" y="37"/>
                    <a:pt x="654" y="45"/>
                  </a:cubicBezTo>
                  <a:cubicBezTo>
                    <a:pt x="654" y="148"/>
                    <a:pt x="654" y="148"/>
                    <a:pt x="654" y="148"/>
                  </a:cubicBezTo>
                  <a:cubicBezTo>
                    <a:pt x="615" y="151"/>
                    <a:pt x="615" y="151"/>
                    <a:pt x="615" y="151"/>
                  </a:cubicBezTo>
                  <a:cubicBezTo>
                    <a:pt x="520" y="41"/>
                    <a:pt x="520" y="41"/>
                    <a:pt x="520" y="41"/>
                  </a:cubicBezTo>
                  <a:lnTo>
                    <a:pt x="639" y="31"/>
                  </a:lnTo>
                  <a:close/>
                  <a:moveTo>
                    <a:pt x="406" y="170"/>
                  </a:moveTo>
                  <a:lnTo>
                    <a:pt x="406" y="170"/>
                  </a:lnTo>
                  <a:cubicBezTo>
                    <a:pt x="309" y="60"/>
                    <a:pt x="309" y="60"/>
                    <a:pt x="309" y="60"/>
                  </a:cubicBezTo>
                  <a:cubicBezTo>
                    <a:pt x="484" y="45"/>
                    <a:pt x="484" y="45"/>
                    <a:pt x="484" y="45"/>
                  </a:cubicBezTo>
                  <a:cubicBezTo>
                    <a:pt x="579" y="155"/>
                    <a:pt x="579" y="155"/>
                    <a:pt x="579" y="155"/>
                  </a:cubicBezTo>
                  <a:lnTo>
                    <a:pt x="406" y="170"/>
                  </a:lnTo>
                  <a:close/>
                  <a:moveTo>
                    <a:pt x="199" y="189"/>
                  </a:moveTo>
                  <a:lnTo>
                    <a:pt x="199" y="189"/>
                  </a:lnTo>
                  <a:cubicBezTo>
                    <a:pt x="104" y="78"/>
                    <a:pt x="104" y="78"/>
                    <a:pt x="104" y="78"/>
                  </a:cubicBezTo>
                  <a:cubicBezTo>
                    <a:pt x="273" y="63"/>
                    <a:pt x="273" y="63"/>
                    <a:pt x="273" y="63"/>
                  </a:cubicBezTo>
                  <a:cubicBezTo>
                    <a:pt x="368" y="173"/>
                    <a:pt x="368" y="173"/>
                    <a:pt x="368" y="173"/>
                  </a:cubicBezTo>
                  <a:lnTo>
                    <a:pt x="199" y="189"/>
                  </a:lnTo>
                  <a:close/>
                  <a:moveTo>
                    <a:pt x="29" y="99"/>
                  </a:moveTo>
                  <a:lnTo>
                    <a:pt x="29" y="99"/>
                  </a:lnTo>
                  <a:cubicBezTo>
                    <a:pt x="29" y="91"/>
                    <a:pt x="36" y="85"/>
                    <a:pt x="43" y="84"/>
                  </a:cubicBezTo>
                  <a:cubicBezTo>
                    <a:pt x="67" y="83"/>
                    <a:pt x="67" y="83"/>
                    <a:pt x="67" y="83"/>
                  </a:cubicBezTo>
                  <a:cubicBezTo>
                    <a:pt x="163" y="193"/>
                    <a:pt x="163" y="193"/>
                    <a:pt x="163" y="193"/>
                  </a:cubicBezTo>
                  <a:cubicBezTo>
                    <a:pt x="29" y="204"/>
                    <a:pt x="29" y="204"/>
                    <a:pt x="29" y="204"/>
                  </a:cubicBezTo>
                  <a:lnTo>
                    <a:pt x="29" y="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1">
              <a:extLst>
                <a:ext uri="{FF2B5EF4-FFF2-40B4-BE49-F238E27FC236}">
                  <a16:creationId xmlns:a16="http://schemas.microsoft.com/office/drawing/2014/main" id="{16A30B20-5663-2EAE-588B-2DB1BDB8236D}"/>
                </a:ext>
              </a:extLst>
            </p:cNvPr>
            <p:cNvSpPr>
              <a:spLocks noChangeArrowheads="1"/>
            </p:cNvSpPr>
            <p:nvPr/>
          </p:nvSpPr>
          <p:spPr bwMode="auto">
            <a:xfrm>
              <a:off x="2716213" y="4411663"/>
              <a:ext cx="68262" cy="87312"/>
            </a:xfrm>
            <a:custGeom>
              <a:avLst/>
              <a:gdLst>
                <a:gd name="T0" fmla="*/ 180 w 188"/>
                <a:gd name="T1" fmla="*/ 108 h 241"/>
                <a:gd name="T2" fmla="*/ 180 w 188"/>
                <a:gd name="T3" fmla="*/ 108 h 241"/>
                <a:gd name="T4" fmla="*/ 24 w 188"/>
                <a:gd name="T5" fmla="*/ 5 h 241"/>
                <a:gd name="T6" fmla="*/ 8 w 188"/>
                <a:gd name="T7" fmla="*/ 3 h 241"/>
                <a:gd name="T8" fmla="*/ 0 w 188"/>
                <a:gd name="T9" fmla="*/ 16 h 241"/>
                <a:gd name="T10" fmla="*/ 0 w 188"/>
                <a:gd name="T11" fmla="*/ 225 h 241"/>
                <a:gd name="T12" fmla="*/ 8 w 188"/>
                <a:gd name="T13" fmla="*/ 238 h 241"/>
                <a:gd name="T14" fmla="*/ 24 w 188"/>
                <a:gd name="T15" fmla="*/ 238 h 241"/>
                <a:gd name="T16" fmla="*/ 180 w 188"/>
                <a:gd name="T17" fmla="*/ 133 h 241"/>
                <a:gd name="T18" fmla="*/ 187 w 188"/>
                <a:gd name="T19" fmla="*/ 120 h 241"/>
                <a:gd name="T20" fmla="*/ 180 w 188"/>
                <a:gd name="T21" fmla="*/ 108 h 241"/>
                <a:gd name="T22" fmla="*/ 31 w 188"/>
                <a:gd name="T23" fmla="*/ 197 h 241"/>
                <a:gd name="T24" fmla="*/ 31 w 188"/>
                <a:gd name="T25" fmla="*/ 197 h 241"/>
                <a:gd name="T26" fmla="*/ 31 w 188"/>
                <a:gd name="T27" fmla="*/ 44 h 241"/>
                <a:gd name="T28" fmla="*/ 145 w 188"/>
                <a:gd name="T29" fmla="*/ 120 h 241"/>
                <a:gd name="T30" fmla="*/ 31 w 188"/>
                <a:gd name="T31" fmla="*/ 197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8" h="241">
                  <a:moveTo>
                    <a:pt x="180" y="108"/>
                  </a:moveTo>
                  <a:lnTo>
                    <a:pt x="180" y="108"/>
                  </a:lnTo>
                  <a:cubicBezTo>
                    <a:pt x="24" y="5"/>
                    <a:pt x="24" y="5"/>
                    <a:pt x="24" y="5"/>
                  </a:cubicBezTo>
                  <a:cubicBezTo>
                    <a:pt x="19" y="0"/>
                    <a:pt x="12" y="0"/>
                    <a:pt x="8" y="3"/>
                  </a:cubicBezTo>
                  <a:cubicBezTo>
                    <a:pt x="3" y="6"/>
                    <a:pt x="0" y="12"/>
                    <a:pt x="0" y="16"/>
                  </a:cubicBezTo>
                  <a:cubicBezTo>
                    <a:pt x="0" y="225"/>
                    <a:pt x="0" y="225"/>
                    <a:pt x="0" y="225"/>
                  </a:cubicBezTo>
                  <a:cubicBezTo>
                    <a:pt x="0" y="231"/>
                    <a:pt x="3" y="235"/>
                    <a:pt x="8" y="238"/>
                  </a:cubicBezTo>
                  <a:cubicBezTo>
                    <a:pt x="12" y="240"/>
                    <a:pt x="19" y="240"/>
                    <a:pt x="24" y="238"/>
                  </a:cubicBezTo>
                  <a:cubicBezTo>
                    <a:pt x="180" y="133"/>
                    <a:pt x="180" y="133"/>
                    <a:pt x="180" y="133"/>
                  </a:cubicBezTo>
                  <a:cubicBezTo>
                    <a:pt x="184" y="130"/>
                    <a:pt x="187" y="126"/>
                    <a:pt x="187" y="120"/>
                  </a:cubicBezTo>
                  <a:cubicBezTo>
                    <a:pt x="187" y="116"/>
                    <a:pt x="184" y="111"/>
                    <a:pt x="180" y="108"/>
                  </a:cubicBezTo>
                  <a:close/>
                  <a:moveTo>
                    <a:pt x="31" y="197"/>
                  </a:moveTo>
                  <a:lnTo>
                    <a:pt x="31" y="197"/>
                  </a:lnTo>
                  <a:cubicBezTo>
                    <a:pt x="31" y="44"/>
                    <a:pt x="31" y="44"/>
                    <a:pt x="31" y="44"/>
                  </a:cubicBezTo>
                  <a:cubicBezTo>
                    <a:pt x="145" y="120"/>
                    <a:pt x="145" y="120"/>
                    <a:pt x="145" y="120"/>
                  </a:cubicBezTo>
                  <a:lnTo>
                    <a:pt x="31" y="19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93" name="Freeform 322">
            <a:extLst>
              <a:ext uri="{FF2B5EF4-FFF2-40B4-BE49-F238E27FC236}">
                <a16:creationId xmlns:a16="http://schemas.microsoft.com/office/drawing/2014/main" id="{6C2E7E99-FE05-8F0C-F927-54815F0ACD69}"/>
              </a:ext>
            </a:extLst>
          </p:cNvPr>
          <p:cNvSpPr>
            <a:spLocks noChangeArrowheads="1"/>
          </p:cNvSpPr>
          <p:nvPr/>
        </p:nvSpPr>
        <p:spPr bwMode="auto">
          <a:xfrm>
            <a:off x="1056356" y="6011763"/>
            <a:ext cx="257175" cy="247650"/>
          </a:xfrm>
          <a:custGeom>
            <a:avLst/>
            <a:gdLst>
              <a:gd name="T0" fmla="*/ 669 w 715"/>
              <a:gd name="T1" fmla="*/ 0 h 686"/>
              <a:gd name="T2" fmla="*/ 669 w 715"/>
              <a:gd name="T3" fmla="*/ 0 h 686"/>
              <a:gd name="T4" fmla="*/ 45 w 715"/>
              <a:gd name="T5" fmla="*/ 0 h 686"/>
              <a:gd name="T6" fmla="*/ 0 w 715"/>
              <a:gd name="T7" fmla="*/ 45 h 686"/>
              <a:gd name="T8" fmla="*/ 0 w 715"/>
              <a:gd name="T9" fmla="*/ 522 h 686"/>
              <a:gd name="T10" fmla="*/ 45 w 715"/>
              <a:gd name="T11" fmla="*/ 566 h 686"/>
              <a:gd name="T12" fmla="*/ 268 w 715"/>
              <a:gd name="T13" fmla="*/ 566 h 686"/>
              <a:gd name="T14" fmla="*/ 268 w 715"/>
              <a:gd name="T15" fmla="*/ 655 h 686"/>
              <a:gd name="T16" fmla="*/ 192 w 715"/>
              <a:gd name="T17" fmla="*/ 655 h 686"/>
              <a:gd name="T18" fmla="*/ 179 w 715"/>
              <a:gd name="T19" fmla="*/ 669 h 686"/>
              <a:gd name="T20" fmla="*/ 192 w 715"/>
              <a:gd name="T21" fmla="*/ 685 h 686"/>
              <a:gd name="T22" fmla="*/ 520 w 715"/>
              <a:gd name="T23" fmla="*/ 685 h 686"/>
              <a:gd name="T24" fmla="*/ 536 w 715"/>
              <a:gd name="T25" fmla="*/ 669 h 686"/>
              <a:gd name="T26" fmla="*/ 520 w 715"/>
              <a:gd name="T27" fmla="*/ 655 h 686"/>
              <a:gd name="T28" fmla="*/ 446 w 715"/>
              <a:gd name="T29" fmla="*/ 655 h 686"/>
              <a:gd name="T30" fmla="*/ 446 w 715"/>
              <a:gd name="T31" fmla="*/ 566 h 686"/>
              <a:gd name="T32" fmla="*/ 669 w 715"/>
              <a:gd name="T33" fmla="*/ 566 h 686"/>
              <a:gd name="T34" fmla="*/ 714 w 715"/>
              <a:gd name="T35" fmla="*/ 522 h 686"/>
              <a:gd name="T36" fmla="*/ 714 w 715"/>
              <a:gd name="T37" fmla="*/ 462 h 686"/>
              <a:gd name="T38" fmla="*/ 714 w 715"/>
              <a:gd name="T39" fmla="*/ 462 h 686"/>
              <a:gd name="T40" fmla="*/ 714 w 715"/>
              <a:gd name="T41" fmla="*/ 462 h 686"/>
              <a:gd name="T42" fmla="*/ 714 w 715"/>
              <a:gd name="T43" fmla="*/ 45 h 686"/>
              <a:gd name="T44" fmla="*/ 669 w 715"/>
              <a:gd name="T45" fmla="*/ 0 h 686"/>
              <a:gd name="T46" fmla="*/ 45 w 715"/>
              <a:gd name="T47" fmla="*/ 31 h 686"/>
              <a:gd name="T48" fmla="*/ 45 w 715"/>
              <a:gd name="T49" fmla="*/ 31 h 686"/>
              <a:gd name="T50" fmla="*/ 669 w 715"/>
              <a:gd name="T51" fmla="*/ 31 h 686"/>
              <a:gd name="T52" fmla="*/ 683 w 715"/>
              <a:gd name="T53" fmla="*/ 45 h 686"/>
              <a:gd name="T54" fmla="*/ 683 w 715"/>
              <a:gd name="T55" fmla="*/ 446 h 686"/>
              <a:gd name="T56" fmla="*/ 29 w 715"/>
              <a:gd name="T57" fmla="*/ 446 h 686"/>
              <a:gd name="T58" fmla="*/ 29 w 715"/>
              <a:gd name="T59" fmla="*/ 45 h 686"/>
              <a:gd name="T60" fmla="*/ 45 w 715"/>
              <a:gd name="T61" fmla="*/ 31 h 686"/>
              <a:gd name="T62" fmla="*/ 416 w 715"/>
              <a:gd name="T63" fmla="*/ 655 h 686"/>
              <a:gd name="T64" fmla="*/ 416 w 715"/>
              <a:gd name="T65" fmla="*/ 655 h 686"/>
              <a:gd name="T66" fmla="*/ 297 w 715"/>
              <a:gd name="T67" fmla="*/ 655 h 686"/>
              <a:gd name="T68" fmla="*/ 297 w 715"/>
              <a:gd name="T69" fmla="*/ 566 h 686"/>
              <a:gd name="T70" fmla="*/ 416 w 715"/>
              <a:gd name="T71" fmla="*/ 566 h 686"/>
              <a:gd name="T72" fmla="*/ 416 w 715"/>
              <a:gd name="T73" fmla="*/ 655 h 686"/>
              <a:gd name="T74" fmla="*/ 669 w 715"/>
              <a:gd name="T75" fmla="*/ 536 h 686"/>
              <a:gd name="T76" fmla="*/ 669 w 715"/>
              <a:gd name="T77" fmla="*/ 536 h 686"/>
              <a:gd name="T78" fmla="*/ 431 w 715"/>
              <a:gd name="T79" fmla="*/ 536 h 686"/>
              <a:gd name="T80" fmla="*/ 282 w 715"/>
              <a:gd name="T81" fmla="*/ 536 h 686"/>
              <a:gd name="T82" fmla="*/ 45 w 715"/>
              <a:gd name="T83" fmla="*/ 536 h 686"/>
              <a:gd name="T84" fmla="*/ 29 w 715"/>
              <a:gd name="T85" fmla="*/ 522 h 686"/>
              <a:gd name="T86" fmla="*/ 29 w 715"/>
              <a:gd name="T87" fmla="*/ 477 h 686"/>
              <a:gd name="T88" fmla="*/ 683 w 715"/>
              <a:gd name="T89" fmla="*/ 477 h 686"/>
              <a:gd name="T90" fmla="*/ 683 w 715"/>
              <a:gd name="T91" fmla="*/ 522 h 686"/>
              <a:gd name="T92" fmla="*/ 669 w 715"/>
              <a:gd name="T93" fmla="*/ 53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686">
                <a:moveTo>
                  <a:pt x="669" y="0"/>
                </a:moveTo>
                <a:lnTo>
                  <a:pt x="669" y="0"/>
                </a:lnTo>
                <a:cubicBezTo>
                  <a:pt x="45" y="0"/>
                  <a:pt x="45" y="0"/>
                  <a:pt x="45" y="0"/>
                </a:cubicBezTo>
                <a:cubicBezTo>
                  <a:pt x="20" y="0"/>
                  <a:pt x="0" y="21"/>
                  <a:pt x="0" y="45"/>
                </a:cubicBezTo>
                <a:cubicBezTo>
                  <a:pt x="0" y="522"/>
                  <a:pt x="0" y="522"/>
                  <a:pt x="0" y="522"/>
                </a:cubicBezTo>
                <a:cubicBezTo>
                  <a:pt x="0" y="545"/>
                  <a:pt x="20" y="566"/>
                  <a:pt x="45" y="566"/>
                </a:cubicBezTo>
                <a:cubicBezTo>
                  <a:pt x="268" y="566"/>
                  <a:pt x="268" y="566"/>
                  <a:pt x="268" y="566"/>
                </a:cubicBezTo>
                <a:cubicBezTo>
                  <a:pt x="268" y="655"/>
                  <a:pt x="268" y="655"/>
                  <a:pt x="268" y="655"/>
                </a:cubicBezTo>
                <a:cubicBezTo>
                  <a:pt x="192" y="655"/>
                  <a:pt x="192" y="655"/>
                  <a:pt x="192" y="655"/>
                </a:cubicBezTo>
                <a:cubicBezTo>
                  <a:pt x="184" y="655"/>
                  <a:pt x="179" y="662"/>
                  <a:pt x="179" y="669"/>
                </a:cubicBezTo>
                <a:cubicBezTo>
                  <a:pt x="179" y="678"/>
                  <a:pt x="184" y="685"/>
                  <a:pt x="192" y="685"/>
                </a:cubicBezTo>
                <a:cubicBezTo>
                  <a:pt x="520" y="685"/>
                  <a:pt x="520" y="685"/>
                  <a:pt x="520" y="685"/>
                </a:cubicBezTo>
                <a:cubicBezTo>
                  <a:pt x="529" y="685"/>
                  <a:pt x="536" y="678"/>
                  <a:pt x="536" y="669"/>
                </a:cubicBezTo>
                <a:cubicBezTo>
                  <a:pt x="536" y="662"/>
                  <a:pt x="529" y="655"/>
                  <a:pt x="520" y="655"/>
                </a:cubicBezTo>
                <a:cubicBezTo>
                  <a:pt x="446" y="655"/>
                  <a:pt x="446" y="655"/>
                  <a:pt x="446" y="655"/>
                </a:cubicBezTo>
                <a:cubicBezTo>
                  <a:pt x="446" y="566"/>
                  <a:pt x="446" y="566"/>
                  <a:pt x="446" y="566"/>
                </a:cubicBezTo>
                <a:cubicBezTo>
                  <a:pt x="669" y="566"/>
                  <a:pt x="669" y="566"/>
                  <a:pt x="669" y="566"/>
                </a:cubicBezTo>
                <a:cubicBezTo>
                  <a:pt x="693" y="566"/>
                  <a:pt x="714" y="545"/>
                  <a:pt x="714" y="522"/>
                </a:cubicBezTo>
                <a:cubicBezTo>
                  <a:pt x="714" y="462"/>
                  <a:pt x="714" y="462"/>
                  <a:pt x="714" y="462"/>
                </a:cubicBezTo>
                <a:lnTo>
                  <a:pt x="714" y="462"/>
                </a:lnTo>
                <a:lnTo>
                  <a:pt x="714" y="462"/>
                </a:lnTo>
                <a:cubicBezTo>
                  <a:pt x="714" y="45"/>
                  <a:pt x="714" y="45"/>
                  <a:pt x="714" y="45"/>
                </a:cubicBezTo>
                <a:cubicBezTo>
                  <a:pt x="714" y="21"/>
                  <a:pt x="693" y="0"/>
                  <a:pt x="669" y="0"/>
                </a:cubicBezTo>
                <a:close/>
                <a:moveTo>
                  <a:pt x="45" y="31"/>
                </a:moveTo>
                <a:lnTo>
                  <a:pt x="45" y="31"/>
                </a:lnTo>
                <a:cubicBezTo>
                  <a:pt x="669" y="31"/>
                  <a:pt x="669" y="31"/>
                  <a:pt x="669" y="31"/>
                </a:cubicBezTo>
                <a:cubicBezTo>
                  <a:pt x="678" y="31"/>
                  <a:pt x="683" y="38"/>
                  <a:pt x="683" y="45"/>
                </a:cubicBezTo>
                <a:cubicBezTo>
                  <a:pt x="683" y="446"/>
                  <a:pt x="683" y="446"/>
                  <a:pt x="683" y="446"/>
                </a:cubicBezTo>
                <a:cubicBezTo>
                  <a:pt x="29" y="446"/>
                  <a:pt x="29" y="446"/>
                  <a:pt x="29" y="446"/>
                </a:cubicBezTo>
                <a:cubicBezTo>
                  <a:pt x="29" y="45"/>
                  <a:pt x="29" y="45"/>
                  <a:pt x="29" y="45"/>
                </a:cubicBezTo>
                <a:cubicBezTo>
                  <a:pt x="29" y="38"/>
                  <a:pt x="36" y="31"/>
                  <a:pt x="45" y="31"/>
                </a:cubicBezTo>
                <a:close/>
                <a:moveTo>
                  <a:pt x="416" y="655"/>
                </a:moveTo>
                <a:lnTo>
                  <a:pt x="416" y="655"/>
                </a:lnTo>
                <a:cubicBezTo>
                  <a:pt x="297" y="655"/>
                  <a:pt x="297" y="655"/>
                  <a:pt x="297" y="655"/>
                </a:cubicBezTo>
                <a:cubicBezTo>
                  <a:pt x="297" y="566"/>
                  <a:pt x="297" y="566"/>
                  <a:pt x="297" y="566"/>
                </a:cubicBezTo>
                <a:cubicBezTo>
                  <a:pt x="416" y="566"/>
                  <a:pt x="416" y="566"/>
                  <a:pt x="416" y="566"/>
                </a:cubicBezTo>
                <a:lnTo>
                  <a:pt x="416" y="655"/>
                </a:lnTo>
                <a:close/>
                <a:moveTo>
                  <a:pt x="669" y="536"/>
                </a:moveTo>
                <a:lnTo>
                  <a:pt x="669" y="536"/>
                </a:lnTo>
                <a:cubicBezTo>
                  <a:pt x="431" y="536"/>
                  <a:pt x="431" y="536"/>
                  <a:pt x="431" y="536"/>
                </a:cubicBezTo>
                <a:cubicBezTo>
                  <a:pt x="282" y="536"/>
                  <a:pt x="282" y="536"/>
                  <a:pt x="282" y="536"/>
                </a:cubicBezTo>
                <a:cubicBezTo>
                  <a:pt x="45" y="536"/>
                  <a:pt x="45" y="536"/>
                  <a:pt x="45" y="536"/>
                </a:cubicBezTo>
                <a:cubicBezTo>
                  <a:pt x="36" y="536"/>
                  <a:pt x="29" y="530"/>
                  <a:pt x="29" y="522"/>
                </a:cubicBezTo>
                <a:cubicBezTo>
                  <a:pt x="29" y="477"/>
                  <a:pt x="29" y="477"/>
                  <a:pt x="29" y="477"/>
                </a:cubicBezTo>
                <a:cubicBezTo>
                  <a:pt x="683" y="477"/>
                  <a:pt x="683" y="477"/>
                  <a:pt x="683" y="477"/>
                </a:cubicBezTo>
                <a:cubicBezTo>
                  <a:pt x="683" y="522"/>
                  <a:pt x="683" y="522"/>
                  <a:pt x="683" y="522"/>
                </a:cubicBezTo>
                <a:cubicBezTo>
                  <a:pt x="683" y="530"/>
                  <a:pt x="678" y="536"/>
                  <a:pt x="669" y="536"/>
                </a:cubicBezTo>
                <a:close/>
              </a:path>
            </a:pathLst>
          </a:custGeom>
          <a:solidFill>
            <a:schemeClr val="tx2"/>
          </a:solidFill>
          <a:ln>
            <a:noFill/>
          </a:ln>
          <a:effectLst/>
        </p:spPr>
        <p:txBody>
          <a:bodyPr wrap="none" anchor="ctr"/>
          <a:lstStyle/>
          <a:p>
            <a:endParaRPr lang="da-DK"/>
          </a:p>
        </p:txBody>
      </p:sp>
      <p:grpSp>
        <p:nvGrpSpPr>
          <p:cNvPr id="394" name="Group 397">
            <a:extLst>
              <a:ext uri="{FF2B5EF4-FFF2-40B4-BE49-F238E27FC236}">
                <a16:creationId xmlns:a16="http://schemas.microsoft.com/office/drawing/2014/main" id="{34309FF6-9F06-25EE-F4A0-B568A78C0186}"/>
              </a:ext>
            </a:extLst>
          </p:cNvPr>
          <p:cNvGrpSpPr/>
          <p:nvPr/>
        </p:nvGrpSpPr>
        <p:grpSpPr>
          <a:xfrm>
            <a:off x="2105694" y="5512494"/>
            <a:ext cx="242887" cy="255588"/>
            <a:chOff x="1077913" y="5822950"/>
            <a:chExt cx="242887" cy="255588"/>
          </a:xfrm>
          <a:solidFill>
            <a:schemeClr val="tx2"/>
          </a:solidFill>
        </p:grpSpPr>
        <p:sp>
          <p:nvSpPr>
            <p:cNvPr id="395" name="Freeform 324">
              <a:extLst>
                <a:ext uri="{FF2B5EF4-FFF2-40B4-BE49-F238E27FC236}">
                  <a16:creationId xmlns:a16="http://schemas.microsoft.com/office/drawing/2014/main" id="{711170E8-52A7-9B15-A9BD-72D8585F3867}"/>
                </a:ext>
              </a:extLst>
            </p:cNvPr>
            <p:cNvSpPr>
              <a:spLocks noChangeArrowheads="1"/>
            </p:cNvSpPr>
            <p:nvPr/>
          </p:nvSpPr>
          <p:spPr bwMode="auto">
            <a:xfrm>
              <a:off x="1077913" y="5822950"/>
              <a:ext cx="242887" cy="255588"/>
            </a:xfrm>
            <a:custGeom>
              <a:avLst/>
              <a:gdLst>
                <a:gd name="T0" fmla="*/ 672 w 673"/>
                <a:gd name="T1" fmla="*/ 329 h 708"/>
                <a:gd name="T2" fmla="*/ 605 w 673"/>
                <a:gd name="T3" fmla="*/ 262 h 708"/>
                <a:gd name="T4" fmla="*/ 535 w 673"/>
                <a:gd name="T5" fmla="*/ 117 h 708"/>
                <a:gd name="T6" fmla="*/ 498 w 673"/>
                <a:gd name="T7" fmla="*/ 15 h 708"/>
                <a:gd name="T8" fmla="*/ 424 w 673"/>
                <a:gd name="T9" fmla="*/ 11 h 708"/>
                <a:gd name="T10" fmla="*/ 348 w 673"/>
                <a:gd name="T11" fmla="*/ 226 h 708"/>
                <a:gd name="T12" fmla="*/ 238 w 673"/>
                <a:gd name="T13" fmla="*/ 305 h 708"/>
                <a:gd name="T14" fmla="*/ 44 w 673"/>
                <a:gd name="T15" fmla="*/ 260 h 708"/>
                <a:gd name="T16" fmla="*/ 0 w 673"/>
                <a:gd name="T17" fmla="*/ 662 h 708"/>
                <a:gd name="T18" fmla="*/ 194 w 673"/>
                <a:gd name="T19" fmla="*/ 707 h 708"/>
                <a:gd name="T20" fmla="*/ 238 w 673"/>
                <a:gd name="T21" fmla="*/ 656 h 708"/>
                <a:gd name="T22" fmla="*/ 322 w 673"/>
                <a:gd name="T23" fmla="*/ 687 h 708"/>
                <a:gd name="T24" fmla="*/ 410 w 673"/>
                <a:gd name="T25" fmla="*/ 696 h 708"/>
                <a:gd name="T26" fmla="*/ 527 w 673"/>
                <a:gd name="T27" fmla="*/ 696 h 708"/>
                <a:gd name="T28" fmla="*/ 553 w 673"/>
                <a:gd name="T29" fmla="*/ 696 h 708"/>
                <a:gd name="T30" fmla="*/ 608 w 673"/>
                <a:gd name="T31" fmla="*/ 634 h 708"/>
                <a:gd name="T32" fmla="*/ 633 w 673"/>
                <a:gd name="T33" fmla="*/ 537 h 708"/>
                <a:gd name="T34" fmla="*/ 634 w 673"/>
                <a:gd name="T35" fmla="*/ 485 h 708"/>
                <a:gd name="T36" fmla="*/ 659 w 673"/>
                <a:gd name="T37" fmla="*/ 432 h 708"/>
                <a:gd name="T38" fmla="*/ 672 w 673"/>
                <a:gd name="T39" fmla="*/ 329 h 708"/>
                <a:gd name="T40" fmla="*/ 209 w 673"/>
                <a:gd name="T41" fmla="*/ 662 h 708"/>
                <a:gd name="T42" fmla="*/ 44 w 673"/>
                <a:gd name="T43" fmla="*/ 677 h 708"/>
                <a:gd name="T44" fmla="*/ 30 w 673"/>
                <a:gd name="T45" fmla="*/ 305 h 708"/>
                <a:gd name="T46" fmla="*/ 194 w 673"/>
                <a:gd name="T47" fmla="*/ 290 h 708"/>
                <a:gd name="T48" fmla="*/ 209 w 673"/>
                <a:gd name="T49" fmla="*/ 662 h 708"/>
                <a:gd name="T50" fmla="*/ 605 w 673"/>
                <a:gd name="T51" fmla="*/ 365 h 708"/>
                <a:gd name="T52" fmla="*/ 577 w 673"/>
                <a:gd name="T53" fmla="*/ 380 h 708"/>
                <a:gd name="T54" fmla="*/ 592 w 673"/>
                <a:gd name="T55" fmla="*/ 396 h 708"/>
                <a:gd name="T56" fmla="*/ 592 w 673"/>
                <a:gd name="T57" fmla="*/ 470 h 708"/>
                <a:gd name="T58" fmla="*/ 566 w 673"/>
                <a:gd name="T59" fmla="*/ 470 h 708"/>
                <a:gd name="T60" fmla="*/ 566 w 673"/>
                <a:gd name="T61" fmla="*/ 500 h 708"/>
                <a:gd name="T62" fmla="*/ 604 w 673"/>
                <a:gd name="T63" fmla="*/ 537 h 708"/>
                <a:gd name="T64" fmla="*/ 553 w 673"/>
                <a:gd name="T65" fmla="*/ 574 h 708"/>
                <a:gd name="T66" fmla="*/ 546 w 673"/>
                <a:gd name="T67" fmla="*/ 574 h 708"/>
                <a:gd name="T68" fmla="*/ 526 w 673"/>
                <a:gd name="T69" fmla="*/ 590 h 708"/>
                <a:gd name="T70" fmla="*/ 541 w 673"/>
                <a:gd name="T71" fmla="*/ 603 h 708"/>
                <a:gd name="T72" fmla="*/ 577 w 673"/>
                <a:gd name="T73" fmla="*/ 634 h 708"/>
                <a:gd name="T74" fmla="*/ 527 w 673"/>
                <a:gd name="T75" fmla="*/ 665 h 708"/>
                <a:gd name="T76" fmla="*/ 371 w 673"/>
                <a:gd name="T77" fmla="*/ 665 h 708"/>
                <a:gd name="T78" fmla="*/ 262 w 673"/>
                <a:gd name="T79" fmla="*/ 634 h 708"/>
                <a:gd name="T80" fmla="*/ 238 w 673"/>
                <a:gd name="T81" fmla="*/ 623 h 708"/>
                <a:gd name="T82" fmla="*/ 372 w 673"/>
                <a:gd name="T83" fmla="*/ 242 h 708"/>
                <a:gd name="T84" fmla="*/ 442 w 673"/>
                <a:gd name="T85" fmla="*/ 33 h 708"/>
                <a:gd name="T86" fmla="*/ 480 w 673"/>
                <a:gd name="T87" fmla="*/ 39 h 708"/>
                <a:gd name="T88" fmla="*/ 506 w 673"/>
                <a:gd name="T89" fmla="*/ 117 h 708"/>
                <a:gd name="T90" fmla="*/ 463 w 673"/>
                <a:gd name="T91" fmla="*/ 284 h 708"/>
                <a:gd name="T92" fmla="*/ 605 w 673"/>
                <a:gd name="T93" fmla="*/ 291 h 708"/>
                <a:gd name="T94" fmla="*/ 605 w 673"/>
                <a:gd name="T95" fmla="*/ 291 h 708"/>
                <a:gd name="T96" fmla="*/ 605 w 673"/>
                <a:gd name="T97" fmla="*/ 365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3" h="708">
                  <a:moveTo>
                    <a:pt x="672" y="329"/>
                  </a:moveTo>
                  <a:lnTo>
                    <a:pt x="672" y="329"/>
                  </a:lnTo>
                  <a:cubicBezTo>
                    <a:pt x="672" y="291"/>
                    <a:pt x="643" y="262"/>
                    <a:pt x="605" y="262"/>
                  </a:cubicBezTo>
                  <a:lnTo>
                    <a:pt x="605" y="262"/>
                  </a:lnTo>
                  <a:cubicBezTo>
                    <a:pt x="498" y="262"/>
                    <a:pt x="498" y="262"/>
                    <a:pt x="498" y="262"/>
                  </a:cubicBezTo>
                  <a:cubicBezTo>
                    <a:pt x="516" y="217"/>
                    <a:pt x="535" y="170"/>
                    <a:pt x="535" y="117"/>
                  </a:cubicBezTo>
                  <a:cubicBezTo>
                    <a:pt x="535" y="99"/>
                    <a:pt x="534" y="82"/>
                    <a:pt x="528" y="64"/>
                  </a:cubicBezTo>
                  <a:cubicBezTo>
                    <a:pt x="523" y="41"/>
                    <a:pt x="512" y="26"/>
                    <a:pt x="498" y="15"/>
                  </a:cubicBezTo>
                  <a:cubicBezTo>
                    <a:pt x="485" y="5"/>
                    <a:pt x="470" y="0"/>
                    <a:pt x="456" y="0"/>
                  </a:cubicBezTo>
                  <a:cubicBezTo>
                    <a:pt x="443" y="0"/>
                    <a:pt x="432" y="4"/>
                    <a:pt x="424" y="11"/>
                  </a:cubicBezTo>
                  <a:cubicBezTo>
                    <a:pt x="414" y="16"/>
                    <a:pt x="408" y="29"/>
                    <a:pt x="408" y="41"/>
                  </a:cubicBezTo>
                  <a:cubicBezTo>
                    <a:pt x="408" y="111"/>
                    <a:pt x="385" y="175"/>
                    <a:pt x="348" y="226"/>
                  </a:cubicBezTo>
                  <a:cubicBezTo>
                    <a:pt x="318" y="269"/>
                    <a:pt x="277" y="299"/>
                    <a:pt x="238" y="315"/>
                  </a:cubicBezTo>
                  <a:cubicBezTo>
                    <a:pt x="238" y="305"/>
                    <a:pt x="238" y="305"/>
                    <a:pt x="238" y="305"/>
                  </a:cubicBezTo>
                  <a:cubicBezTo>
                    <a:pt x="238" y="280"/>
                    <a:pt x="219" y="260"/>
                    <a:pt x="194" y="260"/>
                  </a:cubicBezTo>
                  <a:cubicBezTo>
                    <a:pt x="44" y="260"/>
                    <a:pt x="44" y="260"/>
                    <a:pt x="44" y="260"/>
                  </a:cubicBezTo>
                  <a:cubicBezTo>
                    <a:pt x="21" y="260"/>
                    <a:pt x="0" y="280"/>
                    <a:pt x="0" y="305"/>
                  </a:cubicBezTo>
                  <a:cubicBezTo>
                    <a:pt x="0" y="662"/>
                    <a:pt x="0" y="662"/>
                    <a:pt x="0" y="662"/>
                  </a:cubicBezTo>
                  <a:cubicBezTo>
                    <a:pt x="0" y="687"/>
                    <a:pt x="21" y="707"/>
                    <a:pt x="44" y="707"/>
                  </a:cubicBezTo>
                  <a:cubicBezTo>
                    <a:pt x="194" y="707"/>
                    <a:pt x="194" y="707"/>
                    <a:pt x="194" y="707"/>
                  </a:cubicBezTo>
                  <a:cubicBezTo>
                    <a:pt x="219" y="707"/>
                    <a:pt x="238" y="687"/>
                    <a:pt x="238" y="662"/>
                  </a:cubicBezTo>
                  <a:cubicBezTo>
                    <a:pt x="238" y="656"/>
                    <a:pt x="238" y="656"/>
                    <a:pt x="238" y="656"/>
                  </a:cubicBezTo>
                  <a:cubicBezTo>
                    <a:pt x="248" y="661"/>
                    <a:pt x="259" y="665"/>
                    <a:pt x="272" y="670"/>
                  </a:cubicBezTo>
                  <a:cubicBezTo>
                    <a:pt x="287" y="676"/>
                    <a:pt x="305" y="683"/>
                    <a:pt x="322" y="687"/>
                  </a:cubicBezTo>
                  <a:cubicBezTo>
                    <a:pt x="339" y="691"/>
                    <a:pt x="355" y="696"/>
                    <a:pt x="371" y="696"/>
                  </a:cubicBezTo>
                  <a:cubicBezTo>
                    <a:pt x="410" y="696"/>
                    <a:pt x="410" y="696"/>
                    <a:pt x="410" y="696"/>
                  </a:cubicBezTo>
                  <a:cubicBezTo>
                    <a:pt x="527" y="696"/>
                    <a:pt x="527" y="696"/>
                    <a:pt x="527" y="696"/>
                  </a:cubicBezTo>
                  <a:lnTo>
                    <a:pt x="527" y="696"/>
                  </a:lnTo>
                  <a:cubicBezTo>
                    <a:pt x="546" y="696"/>
                    <a:pt x="546" y="696"/>
                    <a:pt x="546" y="696"/>
                  </a:cubicBezTo>
                  <a:cubicBezTo>
                    <a:pt x="553" y="696"/>
                    <a:pt x="553" y="696"/>
                    <a:pt x="553" y="696"/>
                  </a:cubicBezTo>
                  <a:cubicBezTo>
                    <a:pt x="556" y="696"/>
                    <a:pt x="558" y="694"/>
                    <a:pt x="559" y="694"/>
                  </a:cubicBezTo>
                  <a:cubicBezTo>
                    <a:pt x="587" y="689"/>
                    <a:pt x="608" y="663"/>
                    <a:pt x="608" y="634"/>
                  </a:cubicBezTo>
                  <a:cubicBezTo>
                    <a:pt x="608" y="620"/>
                    <a:pt x="602" y="608"/>
                    <a:pt x="594" y="598"/>
                  </a:cubicBezTo>
                  <a:cubicBezTo>
                    <a:pt x="618" y="587"/>
                    <a:pt x="633" y="564"/>
                    <a:pt x="633" y="537"/>
                  </a:cubicBezTo>
                  <a:cubicBezTo>
                    <a:pt x="633" y="521"/>
                    <a:pt x="627" y="506"/>
                    <a:pt x="618" y="495"/>
                  </a:cubicBezTo>
                  <a:cubicBezTo>
                    <a:pt x="625" y="492"/>
                    <a:pt x="630" y="489"/>
                    <a:pt x="634" y="485"/>
                  </a:cubicBezTo>
                  <a:cubicBezTo>
                    <a:pt x="636" y="484"/>
                    <a:pt x="637" y="484"/>
                    <a:pt x="637" y="482"/>
                  </a:cubicBezTo>
                  <a:cubicBezTo>
                    <a:pt x="651" y="470"/>
                    <a:pt x="659" y="453"/>
                    <a:pt x="659" y="432"/>
                  </a:cubicBezTo>
                  <a:cubicBezTo>
                    <a:pt x="659" y="414"/>
                    <a:pt x="652" y="397"/>
                    <a:pt x="640" y="386"/>
                  </a:cubicBezTo>
                  <a:cubicBezTo>
                    <a:pt x="659" y="373"/>
                    <a:pt x="672" y="352"/>
                    <a:pt x="672" y="329"/>
                  </a:cubicBezTo>
                  <a:close/>
                  <a:moveTo>
                    <a:pt x="209" y="662"/>
                  </a:moveTo>
                  <a:lnTo>
                    <a:pt x="209" y="662"/>
                  </a:lnTo>
                  <a:cubicBezTo>
                    <a:pt x="209" y="670"/>
                    <a:pt x="202" y="677"/>
                    <a:pt x="194" y="677"/>
                  </a:cubicBezTo>
                  <a:cubicBezTo>
                    <a:pt x="44" y="677"/>
                    <a:pt x="44" y="677"/>
                    <a:pt x="44" y="677"/>
                  </a:cubicBezTo>
                  <a:cubicBezTo>
                    <a:pt x="36" y="677"/>
                    <a:pt x="30" y="670"/>
                    <a:pt x="30" y="662"/>
                  </a:cubicBezTo>
                  <a:cubicBezTo>
                    <a:pt x="30" y="305"/>
                    <a:pt x="30" y="305"/>
                    <a:pt x="30" y="305"/>
                  </a:cubicBezTo>
                  <a:cubicBezTo>
                    <a:pt x="30" y="297"/>
                    <a:pt x="36" y="290"/>
                    <a:pt x="44" y="290"/>
                  </a:cubicBezTo>
                  <a:cubicBezTo>
                    <a:pt x="194" y="290"/>
                    <a:pt x="194" y="290"/>
                    <a:pt x="194" y="290"/>
                  </a:cubicBezTo>
                  <a:cubicBezTo>
                    <a:pt x="202" y="290"/>
                    <a:pt x="209" y="297"/>
                    <a:pt x="209" y="305"/>
                  </a:cubicBezTo>
                  <a:lnTo>
                    <a:pt x="209" y="662"/>
                  </a:lnTo>
                  <a:close/>
                  <a:moveTo>
                    <a:pt x="605" y="365"/>
                  </a:moveTo>
                  <a:lnTo>
                    <a:pt x="605" y="365"/>
                  </a:lnTo>
                  <a:cubicBezTo>
                    <a:pt x="592" y="365"/>
                    <a:pt x="592" y="365"/>
                    <a:pt x="592" y="365"/>
                  </a:cubicBezTo>
                  <a:cubicBezTo>
                    <a:pt x="584" y="365"/>
                    <a:pt x="577" y="372"/>
                    <a:pt x="577" y="380"/>
                  </a:cubicBezTo>
                  <a:cubicBezTo>
                    <a:pt x="577" y="389"/>
                    <a:pt x="584" y="396"/>
                    <a:pt x="592" y="396"/>
                  </a:cubicBezTo>
                  <a:lnTo>
                    <a:pt x="592" y="396"/>
                  </a:lnTo>
                  <a:cubicBezTo>
                    <a:pt x="613" y="396"/>
                    <a:pt x="630" y="412"/>
                    <a:pt x="630" y="432"/>
                  </a:cubicBezTo>
                  <a:cubicBezTo>
                    <a:pt x="630" y="453"/>
                    <a:pt x="613" y="470"/>
                    <a:pt x="592" y="470"/>
                  </a:cubicBezTo>
                  <a:cubicBezTo>
                    <a:pt x="580" y="470"/>
                    <a:pt x="580" y="470"/>
                    <a:pt x="580" y="470"/>
                  </a:cubicBezTo>
                  <a:cubicBezTo>
                    <a:pt x="566" y="470"/>
                    <a:pt x="566" y="470"/>
                    <a:pt x="566" y="470"/>
                  </a:cubicBezTo>
                  <a:cubicBezTo>
                    <a:pt x="558" y="470"/>
                    <a:pt x="552" y="477"/>
                    <a:pt x="552" y="485"/>
                  </a:cubicBezTo>
                  <a:cubicBezTo>
                    <a:pt x="552" y="493"/>
                    <a:pt x="558" y="500"/>
                    <a:pt x="566" y="500"/>
                  </a:cubicBezTo>
                  <a:lnTo>
                    <a:pt x="566" y="500"/>
                  </a:lnTo>
                  <a:cubicBezTo>
                    <a:pt x="587" y="500"/>
                    <a:pt x="604" y="516"/>
                    <a:pt x="604" y="537"/>
                  </a:cubicBezTo>
                  <a:cubicBezTo>
                    <a:pt x="604" y="557"/>
                    <a:pt x="587" y="574"/>
                    <a:pt x="566" y="574"/>
                  </a:cubicBezTo>
                  <a:cubicBezTo>
                    <a:pt x="553" y="574"/>
                    <a:pt x="553" y="574"/>
                    <a:pt x="553" y="574"/>
                  </a:cubicBezTo>
                  <a:cubicBezTo>
                    <a:pt x="552" y="574"/>
                    <a:pt x="552" y="574"/>
                    <a:pt x="551" y="574"/>
                  </a:cubicBezTo>
                  <a:cubicBezTo>
                    <a:pt x="549" y="574"/>
                    <a:pt x="548" y="574"/>
                    <a:pt x="546" y="574"/>
                  </a:cubicBezTo>
                  <a:cubicBezTo>
                    <a:pt x="541" y="574"/>
                    <a:pt x="541" y="574"/>
                    <a:pt x="541" y="574"/>
                  </a:cubicBezTo>
                  <a:cubicBezTo>
                    <a:pt x="533" y="574"/>
                    <a:pt x="526" y="581"/>
                    <a:pt x="526" y="590"/>
                  </a:cubicBezTo>
                  <a:cubicBezTo>
                    <a:pt x="526" y="598"/>
                    <a:pt x="533" y="603"/>
                    <a:pt x="541" y="603"/>
                  </a:cubicBezTo>
                  <a:lnTo>
                    <a:pt x="541" y="603"/>
                  </a:lnTo>
                  <a:cubicBezTo>
                    <a:pt x="546" y="603"/>
                    <a:pt x="546" y="603"/>
                    <a:pt x="546" y="603"/>
                  </a:cubicBezTo>
                  <a:cubicBezTo>
                    <a:pt x="563" y="603"/>
                    <a:pt x="577" y="617"/>
                    <a:pt x="577" y="634"/>
                  </a:cubicBezTo>
                  <a:cubicBezTo>
                    <a:pt x="577" y="652"/>
                    <a:pt x="563" y="665"/>
                    <a:pt x="546" y="665"/>
                  </a:cubicBezTo>
                  <a:cubicBezTo>
                    <a:pt x="527" y="665"/>
                    <a:pt x="527" y="665"/>
                    <a:pt x="527" y="665"/>
                  </a:cubicBezTo>
                  <a:cubicBezTo>
                    <a:pt x="410" y="665"/>
                    <a:pt x="410" y="665"/>
                    <a:pt x="410" y="665"/>
                  </a:cubicBezTo>
                  <a:cubicBezTo>
                    <a:pt x="371" y="665"/>
                    <a:pt x="371" y="665"/>
                    <a:pt x="371" y="665"/>
                  </a:cubicBezTo>
                  <a:cubicBezTo>
                    <a:pt x="360" y="665"/>
                    <a:pt x="346" y="663"/>
                    <a:pt x="330" y="658"/>
                  </a:cubicBezTo>
                  <a:cubicBezTo>
                    <a:pt x="307" y="652"/>
                    <a:pt x="281" y="643"/>
                    <a:pt x="262" y="634"/>
                  </a:cubicBezTo>
                  <a:cubicBezTo>
                    <a:pt x="252" y="630"/>
                    <a:pt x="244" y="626"/>
                    <a:pt x="238" y="623"/>
                  </a:cubicBezTo>
                  <a:lnTo>
                    <a:pt x="238" y="623"/>
                  </a:lnTo>
                  <a:cubicBezTo>
                    <a:pt x="238" y="346"/>
                    <a:pt x="238" y="346"/>
                    <a:pt x="238" y="346"/>
                  </a:cubicBezTo>
                  <a:cubicBezTo>
                    <a:pt x="288" y="330"/>
                    <a:pt x="336" y="294"/>
                    <a:pt x="372" y="242"/>
                  </a:cubicBezTo>
                  <a:cubicBezTo>
                    <a:pt x="411" y="188"/>
                    <a:pt x="438" y="118"/>
                    <a:pt x="438" y="41"/>
                  </a:cubicBezTo>
                  <a:cubicBezTo>
                    <a:pt x="438" y="37"/>
                    <a:pt x="439" y="36"/>
                    <a:pt x="442" y="33"/>
                  </a:cubicBezTo>
                  <a:cubicBezTo>
                    <a:pt x="445" y="32"/>
                    <a:pt x="449" y="30"/>
                    <a:pt x="456" y="30"/>
                  </a:cubicBezTo>
                  <a:cubicBezTo>
                    <a:pt x="463" y="30"/>
                    <a:pt x="471" y="32"/>
                    <a:pt x="480" y="39"/>
                  </a:cubicBezTo>
                  <a:cubicBezTo>
                    <a:pt x="488" y="46"/>
                    <a:pt x="495" y="55"/>
                    <a:pt x="500" y="71"/>
                  </a:cubicBezTo>
                  <a:cubicBezTo>
                    <a:pt x="505" y="86"/>
                    <a:pt x="506" y="101"/>
                    <a:pt x="506" y="117"/>
                  </a:cubicBezTo>
                  <a:cubicBezTo>
                    <a:pt x="506" y="168"/>
                    <a:pt x="482" y="219"/>
                    <a:pt x="461" y="270"/>
                  </a:cubicBezTo>
                  <a:cubicBezTo>
                    <a:pt x="460" y="276"/>
                    <a:pt x="460" y="280"/>
                    <a:pt x="463" y="284"/>
                  </a:cubicBezTo>
                  <a:cubicBezTo>
                    <a:pt x="466" y="288"/>
                    <a:pt x="470" y="291"/>
                    <a:pt x="475" y="291"/>
                  </a:cubicBezTo>
                  <a:cubicBezTo>
                    <a:pt x="605" y="291"/>
                    <a:pt x="605" y="291"/>
                    <a:pt x="605" y="291"/>
                  </a:cubicBezTo>
                  <a:lnTo>
                    <a:pt x="605" y="291"/>
                  </a:lnTo>
                  <a:lnTo>
                    <a:pt x="605" y="291"/>
                  </a:lnTo>
                  <a:cubicBezTo>
                    <a:pt x="626" y="291"/>
                    <a:pt x="643" y="308"/>
                    <a:pt x="643" y="329"/>
                  </a:cubicBezTo>
                  <a:cubicBezTo>
                    <a:pt x="643" y="348"/>
                    <a:pt x="626" y="365"/>
                    <a:pt x="605" y="3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25">
              <a:extLst>
                <a:ext uri="{FF2B5EF4-FFF2-40B4-BE49-F238E27FC236}">
                  <a16:creationId xmlns:a16="http://schemas.microsoft.com/office/drawing/2014/main" id="{898D70B6-BD54-4EC6-A368-049D8EB03596}"/>
                </a:ext>
              </a:extLst>
            </p:cNvPr>
            <p:cNvSpPr>
              <a:spLocks noChangeArrowheads="1"/>
            </p:cNvSpPr>
            <p:nvPr/>
          </p:nvSpPr>
          <p:spPr bwMode="auto">
            <a:xfrm>
              <a:off x="1125538" y="6040438"/>
              <a:ext cx="20637" cy="20637"/>
            </a:xfrm>
            <a:custGeom>
              <a:avLst/>
              <a:gdLst>
                <a:gd name="T0" fmla="*/ 28 w 56"/>
                <a:gd name="T1" fmla="*/ 0 h 56"/>
                <a:gd name="T2" fmla="*/ 28 w 56"/>
                <a:gd name="T3" fmla="*/ 0 h 56"/>
                <a:gd name="T4" fmla="*/ 0 w 56"/>
                <a:gd name="T5" fmla="*/ 28 h 56"/>
                <a:gd name="T6" fmla="*/ 28 w 56"/>
                <a:gd name="T7" fmla="*/ 55 h 56"/>
                <a:gd name="T8" fmla="*/ 55 w 56"/>
                <a:gd name="T9" fmla="*/ 28 h 56"/>
                <a:gd name="T10" fmla="*/ 28 w 56"/>
                <a:gd name="T11" fmla="*/ 0 h 56"/>
                <a:gd name="T12" fmla="*/ 28 w 56"/>
                <a:gd name="T13" fmla="*/ 28 h 56"/>
                <a:gd name="T14" fmla="*/ 28 w 56"/>
                <a:gd name="T15" fmla="*/ 28 h 56"/>
                <a:gd name="T16" fmla="*/ 28 w 56"/>
                <a:gd name="T17" fmla="*/ 28 h 56"/>
                <a:gd name="T18" fmla="*/ 30 w 56"/>
                <a:gd name="T19" fmla="*/ 28 h 56"/>
                <a:gd name="T20" fmla="*/ 28 w 56"/>
                <a:gd name="T21"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6" h="56">
                  <a:moveTo>
                    <a:pt x="28" y="0"/>
                  </a:moveTo>
                  <a:lnTo>
                    <a:pt x="28" y="0"/>
                  </a:lnTo>
                  <a:cubicBezTo>
                    <a:pt x="12" y="0"/>
                    <a:pt x="0" y="12"/>
                    <a:pt x="0" y="28"/>
                  </a:cubicBezTo>
                  <a:cubicBezTo>
                    <a:pt x="0" y="43"/>
                    <a:pt x="12" y="55"/>
                    <a:pt x="28" y="55"/>
                  </a:cubicBezTo>
                  <a:cubicBezTo>
                    <a:pt x="43" y="55"/>
                    <a:pt x="55" y="43"/>
                    <a:pt x="55" y="28"/>
                  </a:cubicBezTo>
                  <a:cubicBezTo>
                    <a:pt x="55" y="12"/>
                    <a:pt x="43" y="0"/>
                    <a:pt x="28" y="0"/>
                  </a:cubicBezTo>
                  <a:close/>
                  <a:moveTo>
                    <a:pt x="28" y="28"/>
                  </a:moveTo>
                  <a:lnTo>
                    <a:pt x="28" y="28"/>
                  </a:lnTo>
                  <a:lnTo>
                    <a:pt x="28" y="28"/>
                  </a:lnTo>
                  <a:cubicBezTo>
                    <a:pt x="30" y="28"/>
                    <a:pt x="30" y="28"/>
                    <a:pt x="30" y="28"/>
                  </a:cubicBezTo>
                  <a:lnTo>
                    <a:pt x="28"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DAB57424-CD7A-E0D1-2692-9BCA29D1739B}"/>
              </a:ext>
            </a:extLst>
          </p:cNvPr>
          <p:cNvGrpSpPr/>
          <p:nvPr/>
        </p:nvGrpSpPr>
        <p:grpSpPr>
          <a:xfrm>
            <a:off x="3637631" y="4482208"/>
            <a:ext cx="246063" cy="255587"/>
            <a:chOff x="2609850" y="4795838"/>
            <a:chExt cx="246063" cy="255587"/>
          </a:xfrm>
          <a:solidFill>
            <a:schemeClr val="tx2"/>
          </a:solidFill>
        </p:grpSpPr>
        <p:sp>
          <p:nvSpPr>
            <p:cNvPr id="398" name="Freeform 326">
              <a:extLst>
                <a:ext uri="{FF2B5EF4-FFF2-40B4-BE49-F238E27FC236}">
                  <a16:creationId xmlns:a16="http://schemas.microsoft.com/office/drawing/2014/main" id="{DF4FE6B0-13FC-380D-147B-8DF53B90B74F}"/>
                </a:ext>
              </a:extLst>
            </p:cNvPr>
            <p:cNvSpPr>
              <a:spLocks noChangeArrowheads="1"/>
            </p:cNvSpPr>
            <p:nvPr/>
          </p:nvSpPr>
          <p:spPr bwMode="auto">
            <a:xfrm>
              <a:off x="2784475" y="4818063"/>
              <a:ext cx="28575" cy="90487"/>
            </a:xfrm>
            <a:custGeom>
              <a:avLst/>
              <a:gdLst>
                <a:gd name="T0" fmla="*/ 5 w 78"/>
                <a:gd name="T1" fmla="*/ 245 h 252"/>
                <a:gd name="T2" fmla="*/ 5 w 78"/>
                <a:gd name="T3" fmla="*/ 245 h 252"/>
                <a:gd name="T4" fmla="*/ 26 w 78"/>
                <a:gd name="T5" fmla="*/ 245 h 252"/>
                <a:gd name="T6" fmla="*/ 77 w 78"/>
                <a:gd name="T7" fmla="*/ 125 h 252"/>
                <a:gd name="T8" fmla="*/ 26 w 78"/>
                <a:gd name="T9" fmla="*/ 5 h 252"/>
                <a:gd name="T10" fmla="*/ 5 w 78"/>
                <a:gd name="T11" fmla="*/ 5 h 252"/>
                <a:gd name="T12" fmla="*/ 5 w 78"/>
                <a:gd name="T13" fmla="*/ 26 h 252"/>
                <a:gd name="T14" fmla="*/ 5 w 78"/>
                <a:gd name="T15" fmla="*/ 26 h 252"/>
                <a:gd name="T16" fmla="*/ 46 w 78"/>
                <a:gd name="T17" fmla="*/ 125 h 252"/>
                <a:gd name="T18" fmla="*/ 5 w 78"/>
                <a:gd name="T19" fmla="*/ 224 h 252"/>
                <a:gd name="T20" fmla="*/ 5 w 78"/>
                <a:gd name="T21" fmla="*/ 245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8" h="252">
                  <a:moveTo>
                    <a:pt x="5" y="245"/>
                  </a:moveTo>
                  <a:lnTo>
                    <a:pt x="5" y="245"/>
                  </a:lnTo>
                  <a:cubicBezTo>
                    <a:pt x="11" y="251"/>
                    <a:pt x="21" y="251"/>
                    <a:pt x="26" y="245"/>
                  </a:cubicBezTo>
                  <a:cubicBezTo>
                    <a:pt x="60" y="213"/>
                    <a:pt x="77" y="169"/>
                    <a:pt x="77" y="125"/>
                  </a:cubicBezTo>
                  <a:cubicBezTo>
                    <a:pt x="77" y="82"/>
                    <a:pt x="60" y="39"/>
                    <a:pt x="26" y="5"/>
                  </a:cubicBezTo>
                  <a:cubicBezTo>
                    <a:pt x="21" y="0"/>
                    <a:pt x="11" y="0"/>
                    <a:pt x="5" y="5"/>
                  </a:cubicBezTo>
                  <a:cubicBezTo>
                    <a:pt x="0" y="11"/>
                    <a:pt x="0" y="21"/>
                    <a:pt x="5" y="26"/>
                  </a:cubicBezTo>
                  <a:lnTo>
                    <a:pt x="5" y="26"/>
                  </a:lnTo>
                  <a:cubicBezTo>
                    <a:pt x="32" y="54"/>
                    <a:pt x="46" y="91"/>
                    <a:pt x="46" y="125"/>
                  </a:cubicBezTo>
                  <a:cubicBezTo>
                    <a:pt x="46" y="162"/>
                    <a:pt x="32" y="198"/>
                    <a:pt x="5" y="224"/>
                  </a:cubicBezTo>
                  <a:cubicBezTo>
                    <a:pt x="0" y="230"/>
                    <a:pt x="0" y="240"/>
                    <a:pt x="5" y="2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27">
              <a:extLst>
                <a:ext uri="{FF2B5EF4-FFF2-40B4-BE49-F238E27FC236}">
                  <a16:creationId xmlns:a16="http://schemas.microsoft.com/office/drawing/2014/main" id="{E0F51052-3E6A-3D6F-C017-CD0D31E5C46D}"/>
                </a:ext>
              </a:extLst>
            </p:cNvPr>
            <p:cNvSpPr>
              <a:spLocks noChangeArrowheads="1"/>
            </p:cNvSpPr>
            <p:nvPr/>
          </p:nvSpPr>
          <p:spPr bwMode="auto">
            <a:xfrm>
              <a:off x="2819400" y="4797425"/>
              <a:ext cx="36513" cy="130175"/>
            </a:xfrm>
            <a:custGeom>
              <a:avLst/>
              <a:gdLst>
                <a:gd name="T0" fmla="*/ 7 w 101"/>
                <a:gd name="T1" fmla="*/ 356 h 363"/>
                <a:gd name="T2" fmla="*/ 7 w 101"/>
                <a:gd name="T3" fmla="*/ 356 h 363"/>
                <a:gd name="T4" fmla="*/ 28 w 101"/>
                <a:gd name="T5" fmla="*/ 356 h 363"/>
                <a:gd name="T6" fmla="*/ 100 w 101"/>
                <a:gd name="T7" fmla="*/ 180 h 363"/>
                <a:gd name="T8" fmla="*/ 28 w 101"/>
                <a:gd name="T9" fmla="*/ 6 h 363"/>
                <a:gd name="T10" fmla="*/ 7 w 101"/>
                <a:gd name="T11" fmla="*/ 6 h 363"/>
                <a:gd name="T12" fmla="*/ 7 w 101"/>
                <a:gd name="T13" fmla="*/ 27 h 363"/>
                <a:gd name="T14" fmla="*/ 7 w 101"/>
                <a:gd name="T15" fmla="*/ 27 h 363"/>
                <a:gd name="T16" fmla="*/ 69 w 101"/>
                <a:gd name="T17" fmla="*/ 180 h 363"/>
                <a:gd name="T18" fmla="*/ 7 w 101"/>
                <a:gd name="T19" fmla="*/ 334 h 363"/>
                <a:gd name="T20" fmla="*/ 7 w 101"/>
                <a:gd name="T21" fmla="*/ 356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363">
                  <a:moveTo>
                    <a:pt x="7" y="356"/>
                  </a:moveTo>
                  <a:lnTo>
                    <a:pt x="7" y="356"/>
                  </a:lnTo>
                  <a:cubicBezTo>
                    <a:pt x="12" y="362"/>
                    <a:pt x="22" y="362"/>
                    <a:pt x="28" y="356"/>
                  </a:cubicBezTo>
                  <a:cubicBezTo>
                    <a:pt x="75" y="307"/>
                    <a:pt x="100" y="245"/>
                    <a:pt x="100" y="180"/>
                  </a:cubicBezTo>
                  <a:cubicBezTo>
                    <a:pt x="100" y="118"/>
                    <a:pt x="75" y="55"/>
                    <a:pt x="28" y="6"/>
                  </a:cubicBezTo>
                  <a:cubicBezTo>
                    <a:pt x="22" y="0"/>
                    <a:pt x="12" y="0"/>
                    <a:pt x="7" y="6"/>
                  </a:cubicBezTo>
                  <a:cubicBezTo>
                    <a:pt x="0" y="12"/>
                    <a:pt x="0" y="21"/>
                    <a:pt x="7" y="27"/>
                  </a:cubicBezTo>
                  <a:lnTo>
                    <a:pt x="7" y="27"/>
                  </a:lnTo>
                  <a:cubicBezTo>
                    <a:pt x="49" y="70"/>
                    <a:pt x="69" y="125"/>
                    <a:pt x="69" y="180"/>
                  </a:cubicBezTo>
                  <a:cubicBezTo>
                    <a:pt x="69" y="236"/>
                    <a:pt x="49" y="292"/>
                    <a:pt x="7" y="334"/>
                  </a:cubicBezTo>
                  <a:cubicBezTo>
                    <a:pt x="0" y="341"/>
                    <a:pt x="0" y="349"/>
                    <a:pt x="7" y="3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28">
              <a:extLst>
                <a:ext uri="{FF2B5EF4-FFF2-40B4-BE49-F238E27FC236}">
                  <a16:creationId xmlns:a16="http://schemas.microsoft.com/office/drawing/2014/main" id="{1B5036F4-357A-96B7-285F-A68AD177E0FF}"/>
                </a:ext>
              </a:extLst>
            </p:cNvPr>
            <p:cNvSpPr>
              <a:spLocks noChangeArrowheads="1"/>
            </p:cNvSpPr>
            <p:nvPr/>
          </p:nvSpPr>
          <p:spPr bwMode="auto">
            <a:xfrm>
              <a:off x="2652713" y="4814888"/>
              <a:ext cx="26987" cy="90487"/>
            </a:xfrm>
            <a:custGeom>
              <a:avLst/>
              <a:gdLst>
                <a:gd name="T0" fmla="*/ 71 w 77"/>
                <a:gd name="T1" fmla="*/ 6 h 252"/>
                <a:gd name="T2" fmla="*/ 71 w 77"/>
                <a:gd name="T3" fmla="*/ 6 h 252"/>
                <a:gd name="T4" fmla="*/ 50 w 77"/>
                <a:gd name="T5" fmla="*/ 6 h 252"/>
                <a:gd name="T6" fmla="*/ 50 w 77"/>
                <a:gd name="T7" fmla="*/ 6 h 252"/>
                <a:gd name="T8" fmla="*/ 0 w 77"/>
                <a:gd name="T9" fmla="*/ 126 h 252"/>
                <a:gd name="T10" fmla="*/ 50 w 77"/>
                <a:gd name="T11" fmla="*/ 246 h 252"/>
                <a:gd name="T12" fmla="*/ 71 w 77"/>
                <a:gd name="T13" fmla="*/ 246 h 252"/>
                <a:gd name="T14" fmla="*/ 71 w 77"/>
                <a:gd name="T15" fmla="*/ 225 h 252"/>
                <a:gd name="T16" fmla="*/ 29 w 77"/>
                <a:gd name="T17" fmla="*/ 126 h 252"/>
                <a:gd name="T18" fmla="*/ 71 w 77"/>
                <a:gd name="T19" fmla="*/ 27 h 252"/>
                <a:gd name="T20" fmla="*/ 71 w 77"/>
                <a:gd name="T21"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7" h="252">
                  <a:moveTo>
                    <a:pt x="71" y="6"/>
                  </a:moveTo>
                  <a:lnTo>
                    <a:pt x="71" y="6"/>
                  </a:lnTo>
                  <a:cubicBezTo>
                    <a:pt x="65" y="0"/>
                    <a:pt x="56" y="0"/>
                    <a:pt x="50" y="6"/>
                  </a:cubicBezTo>
                  <a:lnTo>
                    <a:pt x="50" y="6"/>
                  </a:lnTo>
                  <a:cubicBezTo>
                    <a:pt x="16" y="38"/>
                    <a:pt x="0" y="83"/>
                    <a:pt x="0" y="126"/>
                  </a:cubicBezTo>
                  <a:cubicBezTo>
                    <a:pt x="0" y="169"/>
                    <a:pt x="16" y="212"/>
                    <a:pt x="50" y="246"/>
                  </a:cubicBezTo>
                  <a:cubicBezTo>
                    <a:pt x="56" y="251"/>
                    <a:pt x="65" y="251"/>
                    <a:pt x="71" y="246"/>
                  </a:cubicBezTo>
                  <a:cubicBezTo>
                    <a:pt x="76" y="240"/>
                    <a:pt x="76" y="230"/>
                    <a:pt x="71" y="225"/>
                  </a:cubicBezTo>
                  <a:cubicBezTo>
                    <a:pt x="43" y="197"/>
                    <a:pt x="29" y="161"/>
                    <a:pt x="29" y="126"/>
                  </a:cubicBezTo>
                  <a:cubicBezTo>
                    <a:pt x="29" y="90"/>
                    <a:pt x="43" y="53"/>
                    <a:pt x="71" y="27"/>
                  </a:cubicBezTo>
                  <a:cubicBezTo>
                    <a:pt x="76" y="21"/>
                    <a:pt x="76" y="11"/>
                    <a:pt x="7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1" name="Freeform 329">
              <a:extLst>
                <a:ext uri="{FF2B5EF4-FFF2-40B4-BE49-F238E27FC236}">
                  <a16:creationId xmlns:a16="http://schemas.microsoft.com/office/drawing/2014/main" id="{1218E118-3DAF-F2DF-12D1-B778C8D6F5D4}"/>
                </a:ext>
              </a:extLst>
            </p:cNvPr>
            <p:cNvSpPr>
              <a:spLocks noChangeArrowheads="1"/>
            </p:cNvSpPr>
            <p:nvPr/>
          </p:nvSpPr>
          <p:spPr bwMode="auto">
            <a:xfrm>
              <a:off x="2609850" y="4795838"/>
              <a:ext cx="36513" cy="130175"/>
            </a:xfrm>
            <a:custGeom>
              <a:avLst/>
              <a:gdLst>
                <a:gd name="T0" fmla="*/ 94 w 100"/>
                <a:gd name="T1" fmla="*/ 5 h 362"/>
                <a:gd name="T2" fmla="*/ 94 w 100"/>
                <a:gd name="T3" fmla="*/ 5 h 362"/>
                <a:gd name="T4" fmla="*/ 73 w 100"/>
                <a:gd name="T5" fmla="*/ 5 h 362"/>
                <a:gd name="T6" fmla="*/ 73 w 100"/>
                <a:gd name="T7" fmla="*/ 5 h 362"/>
                <a:gd name="T8" fmla="*/ 0 w 100"/>
                <a:gd name="T9" fmla="*/ 181 h 362"/>
                <a:gd name="T10" fmla="*/ 73 w 100"/>
                <a:gd name="T11" fmla="*/ 355 h 362"/>
                <a:gd name="T12" fmla="*/ 94 w 100"/>
                <a:gd name="T13" fmla="*/ 355 h 362"/>
                <a:gd name="T14" fmla="*/ 94 w 100"/>
                <a:gd name="T15" fmla="*/ 334 h 362"/>
                <a:gd name="T16" fmla="*/ 29 w 100"/>
                <a:gd name="T17" fmla="*/ 181 h 362"/>
                <a:gd name="T18" fmla="*/ 94 w 100"/>
                <a:gd name="T19" fmla="*/ 27 h 362"/>
                <a:gd name="T20" fmla="*/ 94 w 100"/>
                <a:gd name="T21" fmla="*/ 5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0" h="362">
                  <a:moveTo>
                    <a:pt x="94" y="5"/>
                  </a:moveTo>
                  <a:lnTo>
                    <a:pt x="94" y="5"/>
                  </a:lnTo>
                  <a:cubicBezTo>
                    <a:pt x="88" y="0"/>
                    <a:pt x="78" y="0"/>
                    <a:pt x="73" y="5"/>
                  </a:cubicBezTo>
                  <a:lnTo>
                    <a:pt x="73" y="5"/>
                  </a:lnTo>
                  <a:cubicBezTo>
                    <a:pt x="24" y="54"/>
                    <a:pt x="0" y="117"/>
                    <a:pt x="0" y="181"/>
                  </a:cubicBezTo>
                  <a:cubicBezTo>
                    <a:pt x="0" y="244"/>
                    <a:pt x="24" y="306"/>
                    <a:pt x="73" y="355"/>
                  </a:cubicBezTo>
                  <a:cubicBezTo>
                    <a:pt x="78" y="361"/>
                    <a:pt x="88" y="361"/>
                    <a:pt x="94" y="355"/>
                  </a:cubicBezTo>
                  <a:cubicBezTo>
                    <a:pt x="99" y="350"/>
                    <a:pt x="99" y="340"/>
                    <a:pt x="94" y="334"/>
                  </a:cubicBezTo>
                  <a:cubicBezTo>
                    <a:pt x="52" y="291"/>
                    <a:pt x="29" y="237"/>
                    <a:pt x="29" y="181"/>
                  </a:cubicBezTo>
                  <a:cubicBezTo>
                    <a:pt x="29" y="125"/>
                    <a:pt x="52" y="69"/>
                    <a:pt x="94" y="27"/>
                  </a:cubicBezTo>
                  <a:cubicBezTo>
                    <a:pt x="99" y="20"/>
                    <a:pt x="99" y="12"/>
                    <a:pt x="9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2" name="Freeform 330">
              <a:extLst>
                <a:ext uri="{FF2B5EF4-FFF2-40B4-BE49-F238E27FC236}">
                  <a16:creationId xmlns:a16="http://schemas.microsoft.com/office/drawing/2014/main" id="{D70DB145-5BC8-0E03-FDEA-1988C13C2618}"/>
                </a:ext>
              </a:extLst>
            </p:cNvPr>
            <p:cNvSpPr>
              <a:spLocks noChangeArrowheads="1"/>
            </p:cNvSpPr>
            <p:nvPr/>
          </p:nvSpPr>
          <p:spPr bwMode="auto">
            <a:xfrm>
              <a:off x="2690813" y="4830763"/>
              <a:ext cx="84137" cy="220662"/>
            </a:xfrm>
            <a:custGeom>
              <a:avLst/>
              <a:gdLst>
                <a:gd name="T0" fmla="*/ 102 w 232"/>
                <a:gd name="T1" fmla="*/ 460 h 611"/>
                <a:gd name="T2" fmla="*/ 102 w 232"/>
                <a:gd name="T3" fmla="*/ 460 h 611"/>
                <a:gd name="T4" fmla="*/ 57 w 232"/>
                <a:gd name="T5" fmla="*/ 460 h 611"/>
                <a:gd name="T6" fmla="*/ 43 w 232"/>
                <a:gd name="T7" fmla="*/ 469 h 611"/>
                <a:gd name="T8" fmla="*/ 5 w 232"/>
                <a:gd name="T9" fmla="*/ 545 h 611"/>
                <a:gd name="T10" fmla="*/ 0 w 232"/>
                <a:gd name="T11" fmla="*/ 565 h 611"/>
                <a:gd name="T12" fmla="*/ 14 w 232"/>
                <a:gd name="T13" fmla="*/ 596 h 611"/>
                <a:gd name="T14" fmla="*/ 46 w 232"/>
                <a:gd name="T15" fmla="*/ 610 h 611"/>
                <a:gd name="T16" fmla="*/ 187 w 232"/>
                <a:gd name="T17" fmla="*/ 610 h 611"/>
                <a:gd name="T18" fmla="*/ 219 w 232"/>
                <a:gd name="T19" fmla="*/ 596 h 611"/>
                <a:gd name="T20" fmla="*/ 231 w 232"/>
                <a:gd name="T21" fmla="*/ 565 h 611"/>
                <a:gd name="T22" fmla="*/ 227 w 232"/>
                <a:gd name="T23" fmla="*/ 545 h 611"/>
                <a:gd name="T24" fmla="*/ 189 w 232"/>
                <a:gd name="T25" fmla="*/ 469 h 611"/>
                <a:gd name="T26" fmla="*/ 175 w 232"/>
                <a:gd name="T27" fmla="*/ 460 h 611"/>
                <a:gd name="T28" fmla="*/ 131 w 232"/>
                <a:gd name="T29" fmla="*/ 460 h 611"/>
                <a:gd name="T30" fmla="*/ 131 w 232"/>
                <a:gd name="T31" fmla="*/ 179 h 611"/>
                <a:gd name="T32" fmla="*/ 131 w 232"/>
                <a:gd name="T33" fmla="*/ 177 h 611"/>
                <a:gd name="T34" fmla="*/ 205 w 232"/>
                <a:gd name="T35" fmla="*/ 89 h 611"/>
                <a:gd name="T36" fmla="*/ 115 w 232"/>
                <a:gd name="T37" fmla="*/ 0 h 611"/>
                <a:gd name="T38" fmla="*/ 26 w 232"/>
                <a:gd name="T39" fmla="*/ 89 h 611"/>
                <a:gd name="T40" fmla="*/ 102 w 232"/>
                <a:gd name="T41" fmla="*/ 177 h 611"/>
                <a:gd name="T42" fmla="*/ 102 w 232"/>
                <a:gd name="T43" fmla="*/ 179 h 611"/>
                <a:gd name="T44" fmla="*/ 102 w 232"/>
                <a:gd name="T45" fmla="*/ 460 h 611"/>
                <a:gd name="T46" fmla="*/ 201 w 232"/>
                <a:gd name="T47" fmla="*/ 558 h 611"/>
                <a:gd name="T48" fmla="*/ 201 w 232"/>
                <a:gd name="T49" fmla="*/ 558 h 611"/>
                <a:gd name="T50" fmla="*/ 202 w 232"/>
                <a:gd name="T51" fmla="*/ 565 h 611"/>
                <a:gd name="T52" fmla="*/ 198 w 232"/>
                <a:gd name="T53" fmla="*/ 576 h 611"/>
                <a:gd name="T54" fmla="*/ 187 w 232"/>
                <a:gd name="T55" fmla="*/ 580 h 611"/>
                <a:gd name="T56" fmla="*/ 46 w 232"/>
                <a:gd name="T57" fmla="*/ 580 h 611"/>
                <a:gd name="T58" fmla="*/ 35 w 232"/>
                <a:gd name="T59" fmla="*/ 576 h 611"/>
                <a:gd name="T60" fmla="*/ 30 w 232"/>
                <a:gd name="T61" fmla="*/ 565 h 611"/>
                <a:gd name="T62" fmla="*/ 32 w 232"/>
                <a:gd name="T63" fmla="*/ 558 h 611"/>
                <a:gd name="T64" fmla="*/ 65 w 232"/>
                <a:gd name="T65" fmla="*/ 491 h 611"/>
                <a:gd name="T66" fmla="*/ 166 w 232"/>
                <a:gd name="T67" fmla="*/ 491 h 611"/>
                <a:gd name="T68" fmla="*/ 201 w 232"/>
                <a:gd name="T69" fmla="*/ 558 h 611"/>
                <a:gd name="T70" fmla="*/ 57 w 232"/>
                <a:gd name="T71" fmla="*/ 89 h 611"/>
                <a:gd name="T72" fmla="*/ 57 w 232"/>
                <a:gd name="T73" fmla="*/ 89 h 611"/>
                <a:gd name="T74" fmla="*/ 74 w 232"/>
                <a:gd name="T75" fmla="*/ 48 h 611"/>
                <a:gd name="T76" fmla="*/ 115 w 232"/>
                <a:gd name="T77" fmla="*/ 31 h 611"/>
                <a:gd name="T78" fmla="*/ 159 w 232"/>
                <a:gd name="T79" fmla="*/ 48 h 611"/>
                <a:gd name="T80" fmla="*/ 175 w 232"/>
                <a:gd name="T81" fmla="*/ 89 h 611"/>
                <a:gd name="T82" fmla="*/ 159 w 232"/>
                <a:gd name="T83" fmla="*/ 131 h 611"/>
                <a:gd name="T84" fmla="*/ 115 w 232"/>
                <a:gd name="T85" fmla="*/ 149 h 611"/>
                <a:gd name="T86" fmla="*/ 74 w 232"/>
                <a:gd name="T87" fmla="*/ 131 h 611"/>
                <a:gd name="T88" fmla="*/ 57 w 232"/>
                <a:gd name="T89" fmla="*/ 89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2" h="611">
                  <a:moveTo>
                    <a:pt x="102" y="460"/>
                  </a:moveTo>
                  <a:lnTo>
                    <a:pt x="102" y="460"/>
                  </a:lnTo>
                  <a:cubicBezTo>
                    <a:pt x="57" y="460"/>
                    <a:pt x="57" y="460"/>
                    <a:pt x="57" y="460"/>
                  </a:cubicBezTo>
                  <a:cubicBezTo>
                    <a:pt x="51" y="460"/>
                    <a:pt x="46" y="465"/>
                    <a:pt x="43" y="469"/>
                  </a:cubicBezTo>
                  <a:cubicBezTo>
                    <a:pt x="5" y="545"/>
                    <a:pt x="5" y="545"/>
                    <a:pt x="5" y="545"/>
                  </a:cubicBezTo>
                  <a:cubicBezTo>
                    <a:pt x="3" y="551"/>
                    <a:pt x="0" y="558"/>
                    <a:pt x="0" y="565"/>
                  </a:cubicBezTo>
                  <a:cubicBezTo>
                    <a:pt x="1" y="578"/>
                    <a:pt x="5" y="587"/>
                    <a:pt x="14" y="596"/>
                  </a:cubicBezTo>
                  <a:cubicBezTo>
                    <a:pt x="21" y="604"/>
                    <a:pt x="32" y="610"/>
                    <a:pt x="46" y="610"/>
                  </a:cubicBezTo>
                  <a:cubicBezTo>
                    <a:pt x="187" y="610"/>
                    <a:pt x="187" y="610"/>
                    <a:pt x="187" y="610"/>
                  </a:cubicBezTo>
                  <a:cubicBezTo>
                    <a:pt x="199" y="610"/>
                    <a:pt x="212" y="604"/>
                    <a:pt x="219" y="596"/>
                  </a:cubicBezTo>
                  <a:cubicBezTo>
                    <a:pt x="227" y="587"/>
                    <a:pt x="231" y="578"/>
                    <a:pt x="231" y="565"/>
                  </a:cubicBezTo>
                  <a:cubicBezTo>
                    <a:pt x="231" y="558"/>
                    <a:pt x="230" y="551"/>
                    <a:pt x="227" y="545"/>
                  </a:cubicBezTo>
                  <a:cubicBezTo>
                    <a:pt x="189" y="469"/>
                    <a:pt x="189" y="469"/>
                    <a:pt x="189" y="469"/>
                  </a:cubicBezTo>
                  <a:cubicBezTo>
                    <a:pt x="187" y="465"/>
                    <a:pt x="181" y="460"/>
                    <a:pt x="175" y="460"/>
                  </a:cubicBezTo>
                  <a:cubicBezTo>
                    <a:pt x="131" y="460"/>
                    <a:pt x="131" y="460"/>
                    <a:pt x="131" y="460"/>
                  </a:cubicBezTo>
                  <a:cubicBezTo>
                    <a:pt x="131" y="179"/>
                    <a:pt x="131" y="179"/>
                    <a:pt x="131" y="179"/>
                  </a:cubicBezTo>
                  <a:cubicBezTo>
                    <a:pt x="131" y="179"/>
                    <a:pt x="131" y="179"/>
                    <a:pt x="131" y="177"/>
                  </a:cubicBezTo>
                  <a:cubicBezTo>
                    <a:pt x="173" y="170"/>
                    <a:pt x="205" y="134"/>
                    <a:pt x="205" y="89"/>
                  </a:cubicBezTo>
                  <a:cubicBezTo>
                    <a:pt x="205" y="41"/>
                    <a:pt x="166" y="0"/>
                    <a:pt x="115" y="0"/>
                  </a:cubicBezTo>
                  <a:cubicBezTo>
                    <a:pt x="67" y="0"/>
                    <a:pt x="26" y="41"/>
                    <a:pt x="26" y="89"/>
                  </a:cubicBezTo>
                  <a:cubicBezTo>
                    <a:pt x="26" y="134"/>
                    <a:pt x="58" y="170"/>
                    <a:pt x="102" y="177"/>
                  </a:cubicBezTo>
                  <a:cubicBezTo>
                    <a:pt x="102" y="179"/>
                    <a:pt x="102" y="179"/>
                    <a:pt x="102" y="179"/>
                  </a:cubicBezTo>
                  <a:lnTo>
                    <a:pt x="102" y="460"/>
                  </a:lnTo>
                  <a:close/>
                  <a:moveTo>
                    <a:pt x="201" y="558"/>
                  </a:moveTo>
                  <a:lnTo>
                    <a:pt x="201" y="558"/>
                  </a:lnTo>
                  <a:cubicBezTo>
                    <a:pt x="202" y="561"/>
                    <a:pt x="202" y="564"/>
                    <a:pt x="202" y="565"/>
                  </a:cubicBezTo>
                  <a:cubicBezTo>
                    <a:pt x="202" y="569"/>
                    <a:pt x="201" y="573"/>
                    <a:pt x="198" y="576"/>
                  </a:cubicBezTo>
                  <a:cubicBezTo>
                    <a:pt x="195" y="579"/>
                    <a:pt x="191" y="580"/>
                    <a:pt x="187" y="580"/>
                  </a:cubicBezTo>
                  <a:cubicBezTo>
                    <a:pt x="46" y="580"/>
                    <a:pt x="46" y="580"/>
                    <a:pt x="46" y="580"/>
                  </a:cubicBezTo>
                  <a:cubicBezTo>
                    <a:pt x="40" y="580"/>
                    <a:pt x="37" y="579"/>
                    <a:pt x="35" y="576"/>
                  </a:cubicBezTo>
                  <a:cubicBezTo>
                    <a:pt x="32" y="573"/>
                    <a:pt x="30" y="569"/>
                    <a:pt x="30" y="565"/>
                  </a:cubicBezTo>
                  <a:cubicBezTo>
                    <a:pt x="30" y="564"/>
                    <a:pt x="30" y="561"/>
                    <a:pt x="32" y="558"/>
                  </a:cubicBezTo>
                  <a:cubicBezTo>
                    <a:pt x="65" y="491"/>
                    <a:pt x="65" y="491"/>
                    <a:pt x="65" y="491"/>
                  </a:cubicBezTo>
                  <a:cubicBezTo>
                    <a:pt x="166" y="491"/>
                    <a:pt x="166" y="491"/>
                    <a:pt x="166" y="491"/>
                  </a:cubicBezTo>
                  <a:lnTo>
                    <a:pt x="201" y="558"/>
                  </a:lnTo>
                  <a:close/>
                  <a:moveTo>
                    <a:pt x="57" y="89"/>
                  </a:moveTo>
                  <a:lnTo>
                    <a:pt x="57" y="89"/>
                  </a:lnTo>
                  <a:cubicBezTo>
                    <a:pt x="57" y="74"/>
                    <a:pt x="62" y="59"/>
                    <a:pt x="74" y="48"/>
                  </a:cubicBezTo>
                  <a:cubicBezTo>
                    <a:pt x="85" y="36"/>
                    <a:pt x="100" y="31"/>
                    <a:pt x="115" y="31"/>
                  </a:cubicBezTo>
                  <a:cubicBezTo>
                    <a:pt x="132" y="31"/>
                    <a:pt x="148" y="36"/>
                    <a:pt x="159" y="48"/>
                  </a:cubicBezTo>
                  <a:cubicBezTo>
                    <a:pt x="168" y="59"/>
                    <a:pt x="175" y="73"/>
                    <a:pt x="175" y="89"/>
                  </a:cubicBezTo>
                  <a:cubicBezTo>
                    <a:pt x="175" y="106"/>
                    <a:pt x="168" y="121"/>
                    <a:pt x="159" y="131"/>
                  </a:cubicBezTo>
                  <a:cubicBezTo>
                    <a:pt x="148" y="142"/>
                    <a:pt x="132" y="149"/>
                    <a:pt x="115" y="149"/>
                  </a:cubicBezTo>
                  <a:cubicBezTo>
                    <a:pt x="100" y="149"/>
                    <a:pt x="85" y="142"/>
                    <a:pt x="74" y="131"/>
                  </a:cubicBezTo>
                  <a:cubicBezTo>
                    <a:pt x="62" y="121"/>
                    <a:pt x="57" y="106"/>
                    <a:pt x="57"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3" name="Group 406">
            <a:extLst>
              <a:ext uri="{FF2B5EF4-FFF2-40B4-BE49-F238E27FC236}">
                <a16:creationId xmlns:a16="http://schemas.microsoft.com/office/drawing/2014/main" id="{9DAEA1DE-A333-A1E7-9724-6B89F583F0B1}"/>
              </a:ext>
            </a:extLst>
          </p:cNvPr>
          <p:cNvGrpSpPr/>
          <p:nvPr/>
        </p:nvGrpSpPr>
        <p:grpSpPr>
          <a:xfrm>
            <a:off x="2597819" y="3946450"/>
            <a:ext cx="257175" cy="257175"/>
            <a:chOff x="1570038" y="4278313"/>
            <a:chExt cx="257175" cy="257175"/>
          </a:xfrm>
          <a:solidFill>
            <a:schemeClr val="tx2"/>
          </a:solidFill>
        </p:grpSpPr>
        <p:sp>
          <p:nvSpPr>
            <p:cNvPr id="404" name="Freeform 331">
              <a:extLst>
                <a:ext uri="{FF2B5EF4-FFF2-40B4-BE49-F238E27FC236}">
                  <a16:creationId xmlns:a16="http://schemas.microsoft.com/office/drawing/2014/main" id="{A1914908-5D79-DA38-19FA-D019710804B6}"/>
                </a:ext>
              </a:extLst>
            </p:cNvPr>
            <p:cNvSpPr>
              <a:spLocks noChangeArrowheads="1"/>
            </p:cNvSpPr>
            <p:nvPr/>
          </p:nvSpPr>
          <p:spPr bwMode="auto">
            <a:xfrm>
              <a:off x="1570038" y="4278313"/>
              <a:ext cx="257175" cy="257175"/>
            </a:xfrm>
            <a:custGeom>
              <a:avLst/>
              <a:gdLst>
                <a:gd name="T0" fmla="*/ 714 w 715"/>
                <a:gd name="T1" fmla="*/ 357 h 715"/>
                <a:gd name="T2" fmla="*/ 714 w 715"/>
                <a:gd name="T3" fmla="*/ 357 h 715"/>
                <a:gd name="T4" fmla="*/ 357 w 715"/>
                <a:gd name="T5" fmla="*/ 0 h 715"/>
                <a:gd name="T6" fmla="*/ 0 w 715"/>
                <a:gd name="T7" fmla="*/ 357 h 715"/>
                <a:gd name="T8" fmla="*/ 357 w 715"/>
                <a:gd name="T9" fmla="*/ 714 h 715"/>
                <a:gd name="T10" fmla="*/ 357 w 715"/>
                <a:gd name="T11" fmla="*/ 714 h 715"/>
                <a:gd name="T12" fmla="*/ 699 w 715"/>
                <a:gd name="T13" fmla="*/ 714 h 715"/>
                <a:gd name="T14" fmla="*/ 714 w 715"/>
                <a:gd name="T15" fmla="*/ 699 h 715"/>
                <a:gd name="T16" fmla="*/ 699 w 715"/>
                <a:gd name="T17" fmla="*/ 685 h 715"/>
                <a:gd name="T18" fmla="*/ 500 w 715"/>
                <a:gd name="T19" fmla="*/ 685 h 715"/>
                <a:gd name="T20" fmla="*/ 714 w 715"/>
                <a:gd name="T21" fmla="*/ 357 h 715"/>
                <a:gd name="T22" fmla="*/ 357 w 715"/>
                <a:gd name="T23" fmla="*/ 685 h 715"/>
                <a:gd name="T24" fmla="*/ 357 w 715"/>
                <a:gd name="T25" fmla="*/ 685 h 715"/>
                <a:gd name="T26" fmla="*/ 126 w 715"/>
                <a:gd name="T27" fmla="*/ 589 h 715"/>
                <a:gd name="T28" fmla="*/ 30 w 715"/>
                <a:gd name="T29" fmla="*/ 357 h 715"/>
                <a:gd name="T30" fmla="*/ 126 w 715"/>
                <a:gd name="T31" fmla="*/ 126 h 715"/>
                <a:gd name="T32" fmla="*/ 357 w 715"/>
                <a:gd name="T33" fmla="*/ 30 h 715"/>
                <a:gd name="T34" fmla="*/ 589 w 715"/>
                <a:gd name="T35" fmla="*/ 126 h 715"/>
                <a:gd name="T36" fmla="*/ 684 w 715"/>
                <a:gd name="T37" fmla="*/ 357 h 715"/>
                <a:gd name="T38" fmla="*/ 589 w 715"/>
                <a:gd name="T39" fmla="*/ 589 h 715"/>
                <a:gd name="T40" fmla="*/ 357 w 715"/>
                <a:gd name="T41"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15" h="715">
                  <a:moveTo>
                    <a:pt x="714" y="357"/>
                  </a:moveTo>
                  <a:lnTo>
                    <a:pt x="714" y="357"/>
                  </a:lnTo>
                  <a:cubicBezTo>
                    <a:pt x="714" y="161"/>
                    <a:pt x="554" y="0"/>
                    <a:pt x="357" y="0"/>
                  </a:cubicBezTo>
                  <a:cubicBezTo>
                    <a:pt x="159" y="0"/>
                    <a:pt x="0" y="161"/>
                    <a:pt x="0" y="357"/>
                  </a:cubicBezTo>
                  <a:cubicBezTo>
                    <a:pt x="0" y="556"/>
                    <a:pt x="159" y="714"/>
                    <a:pt x="357" y="714"/>
                  </a:cubicBezTo>
                  <a:lnTo>
                    <a:pt x="357" y="714"/>
                  </a:lnTo>
                  <a:cubicBezTo>
                    <a:pt x="699" y="714"/>
                    <a:pt x="699" y="714"/>
                    <a:pt x="699" y="714"/>
                  </a:cubicBezTo>
                  <a:cubicBezTo>
                    <a:pt x="707" y="714"/>
                    <a:pt x="714" y="708"/>
                    <a:pt x="714" y="699"/>
                  </a:cubicBezTo>
                  <a:cubicBezTo>
                    <a:pt x="714" y="692"/>
                    <a:pt x="707" y="685"/>
                    <a:pt x="699" y="685"/>
                  </a:cubicBezTo>
                  <a:cubicBezTo>
                    <a:pt x="500" y="685"/>
                    <a:pt x="500" y="685"/>
                    <a:pt x="500" y="685"/>
                  </a:cubicBezTo>
                  <a:cubicBezTo>
                    <a:pt x="625" y="629"/>
                    <a:pt x="714" y="504"/>
                    <a:pt x="714" y="357"/>
                  </a:cubicBezTo>
                  <a:close/>
                  <a:moveTo>
                    <a:pt x="357" y="685"/>
                  </a:moveTo>
                  <a:lnTo>
                    <a:pt x="357" y="685"/>
                  </a:lnTo>
                  <a:cubicBezTo>
                    <a:pt x="267" y="685"/>
                    <a:pt x="184" y="649"/>
                    <a:pt x="126" y="589"/>
                  </a:cubicBezTo>
                  <a:cubicBezTo>
                    <a:pt x="66" y="530"/>
                    <a:pt x="30" y="448"/>
                    <a:pt x="30" y="357"/>
                  </a:cubicBezTo>
                  <a:cubicBezTo>
                    <a:pt x="30" y="267"/>
                    <a:pt x="66" y="186"/>
                    <a:pt x="126" y="126"/>
                  </a:cubicBezTo>
                  <a:cubicBezTo>
                    <a:pt x="184" y="67"/>
                    <a:pt x="267" y="30"/>
                    <a:pt x="357" y="30"/>
                  </a:cubicBezTo>
                  <a:cubicBezTo>
                    <a:pt x="448" y="30"/>
                    <a:pt x="529" y="67"/>
                    <a:pt x="589" y="126"/>
                  </a:cubicBezTo>
                  <a:cubicBezTo>
                    <a:pt x="647" y="186"/>
                    <a:pt x="684" y="267"/>
                    <a:pt x="684" y="357"/>
                  </a:cubicBezTo>
                  <a:cubicBezTo>
                    <a:pt x="684" y="448"/>
                    <a:pt x="647" y="530"/>
                    <a:pt x="589" y="589"/>
                  </a:cubicBezTo>
                  <a:cubicBezTo>
                    <a:pt x="529" y="649"/>
                    <a:pt x="448" y="685"/>
                    <a:pt x="357"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2">
              <a:extLst>
                <a:ext uri="{FF2B5EF4-FFF2-40B4-BE49-F238E27FC236}">
                  <a16:creationId xmlns:a16="http://schemas.microsoft.com/office/drawing/2014/main" id="{11E62AF5-4B06-1150-9855-DA0EC1785182}"/>
                </a:ext>
              </a:extLst>
            </p:cNvPr>
            <p:cNvSpPr>
              <a:spLocks noChangeArrowheads="1"/>
            </p:cNvSpPr>
            <p:nvPr/>
          </p:nvSpPr>
          <p:spPr bwMode="auto">
            <a:xfrm>
              <a:off x="1668463" y="4441825"/>
              <a:ext cx="60325" cy="58738"/>
            </a:xfrm>
            <a:custGeom>
              <a:avLst/>
              <a:gdLst>
                <a:gd name="T0" fmla="*/ 121 w 168"/>
                <a:gd name="T1" fmla="*/ 22 h 165"/>
                <a:gd name="T2" fmla="*/ 121 w 168"/>
                <a:gd name="T3" fmla="*/ 22 h 165"/>
                <a:gd name="T4" fmla="*/ 83 w 168"/>
                <a:gd name="T5" fmla="*/ 0 h 165"/>
                <a:gd name="T6" fmla="*/ 44 w 168"/>
                <a:gd name="T7" fmla="*/ 22 h 165"/>
                <a:gd name="T8" fmla="*/ 44 w 168"/>
                <a:gd name="T9" fmla="*/ 22 h 165"/>
                <a:gd name="T10" fmla="*/ 44 w 168"/>
                <a:gd name="T11" fmla="*/ 22 h 165"/>
                <a:gd name="T12" fmla="*/ 44 w 168"/>
                <a:gd name="T13" fmla="*/ 22 h 165"/>
                <a:gd name="T14" fmla="*/ 44 w 168"/>
                <a:gd name="T15" fmla="*/ 22 h 165"/>
                <a:gd name="T16" fmla="*/ 5 w 168"/>
                <a:gd name="T17" fmla="*/ 90 h 165"/>
                <a:gd name="T18" fmla="*/ 0 w 168"/>
                <a:gd name="T19" fmla="*/ 113 h 165"/>
                <a:gd name="T20" fmla="*/ 7 w 168"/>
                <a:gd name="T21" fmla="*/ 138 h 165"/>
                <a:gd name="T22" fmla="*/ 28 w 168"/>
                <a:gd name="T23" fmla="*/ 155 h 165"/>
                <a:gd name="T24" fmla="*/ 83 w 168"/>
                <a:gd name="T25" fmla="*/ 164 h 165"/>
                <a:gd name="T26" fmla="*/ 138 w 168"/>
                <a:gd name="T27" fmla="*/ 155 h 165"/>
                <a:gd name="T28" fmla="*/ 159 w 168"/>
                <a:gd name="T29" fmla="*/ 138 h 165"/>
                <a:gd name="T30" fmla="*/ 167 w 168"/>
                <a:gd name="T31" fmla="*/ 113 h 165"/>
                <a:gd name="T32" fmla="*/ 160 w 168"/>
                <a:gd name="T33" fmla="*/ 90 h 165"/>
                <a:gd name="T34" fmla="*/ 121 w 168"/>
                <a:gd name="T35" fmla="*/ 22 h 165"/>
                <a:gd name="T36" fmla="*/ 134 w 168"/>
                <a:gd name="T37" fmla="*/ 121 h 165"/>
                <a:gd name="T38" fmla="*/ 134 w 168"/>
                <a:gd name="T39" fmla="*/ 121 h 165"/>
                <a:gd name="T40" fmla="*/ 128 w 168"/>
                <a:gd name="T41" fmla="*/ 125 h 165"/>
                <a:gd name="T42" fmla="*/ 83 w 168"/>
                <a:gd name="T43" fmla="*/ 134 h 165"/>
                <a:gd name="T44" fmla="*/ 39 w 168"/>
                <a:gd name="T45" fmla="*/ 125 h 165"/>
                <a:gd name="T46" fmla="*/ 32 w 168"/>
                <a:gd name="T47" fmla="*/ 121 h 165"/>
                <a:gd name="T48" fmla="*/ 29 w 168"/>
                <a:gd name="T49" fmla="*/ 113 h 165"/>
                <a:gd name="T50" fmla="*/ 32 w 168"/>
                <a:gd name="T51" fmla="*/ 104 h 165"/>
                <a:gd name="T52" fmla="*/ 69 w 168"/>
                <a:gd name="T53" fmla="*/ 37 h 165"/>
                <a:gd name="T54" fmla="*/ 57 w 168"/>
                <a:gd name="T55" fmla="*/ 30 h 165"/>
                <a:gd name="T56" fmla="*/ 69 w 168"/>
                <a:gd name="T57" fmla="*/ 37 h 165"/>
                <a:gd name="T58" fmla="*/ 83 w 168"/>
                <a:gd name="T59" fmla="*/ 30 h 165"/>
                <a:gd name="T60" fmla="*/ 96 w 168"/>
                <a:gd name="T61" fmla="*/ 37 h 165"/>
                <a:gd name="T62" fmla="*/ 135 w 168"/>
                <a:gd name="T63" fmla="*/ 104 h 165"/>
                <a:gd name="T64" fmla="*/ 136 w 168"/>
                <a:gd name="T65" fmla="*/ 113 h 165"/>
                <a:gd name="T66" fmla="*/ 134 w 168"/>
                <a:gd name="T67" fmla="*/ 121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21" y="22"/>
                  </a:moveTo>
                  <a:lnTo>
                    <a:pt x="121" y="22"/>
                  </a:lnTo>
                  <a:cubicBezTo>
                    <a:pt x="113" y="8"/>
                    <a:pt x="97" y="0"/>
                    <a:pt x="83" y="0"/>
                  </a:cubicBezTo>
                  <a:cubicBezTo>
                    <a:pt x="68" y="0"/>
                    <a:pt x="53" y="8"/>
                    <a:pt x="44" y="22"/>
                  </a:cubicBezTo>
                  <a:lnTo>
                    <a:pt x="44" y="22"/>
                  </a:lnTo>
                  <a:lnTo>
                    <a:pt x="44" y="22"/>
                  </a:lnTo>
                  <a:lnTo>
                    <a:pt x="44" y="22"/>
                  </a:lnTo>
                  <a:lnTo>
                    <a:pt x="44" y="22"/>
                  </a:lnTo>
                  <a:cubicBezTo>
                    <a:pt x="5" y="90"/>
                    <a:pt x="5" y="90"/>
                    <a:pt x="5" y="90"/>
                  </a:cubicBezTo>
                  <a:cubicBezTo>
                    <a:pt x="1" y="97"/>
                    <a:pt x="0" y="104"/>
                    <a:pt x="0" y="113"/>
                  </a:cubicBezTo>
                  <a:cubicBezTo>
                    <a:pt x="0" y="121"/>
                    <a:pt x="2" y="129"/>
                    <a:pt x="7" y="138"/>
                  </a:cubicBezTo>
                  <a:cubicBezTo>
                    <a:pt x="12" y="145"/>
                    <a:pt x="19" y="150"/>
                    <a:pt x="28" y="155"/>
                  </a:cubicBezTo>
                  <a:cubicBezTo>
                    <a:pt x="47" y="160"/>
                    <a:pt x="65" y="164"/>
                    <a:pt x="83" y="164"/>
                  </a:cubicBezTo>
                  <a:cubicBezTo>
                    <a:pt x="101" y="164"/>
                    <a:pt x="120" y="160"/>
                    <a:pt x="138" y="155"/>
                  </a:cubicBezTo>
                  <a:cubicBezTo>
                    <a:pt x="146" y="150"/>
                    <a:pt x="154" y="145"/>
                    <a:pt x="159" y="138"/>
                  </a:cubicBezTo>
                  <a:cubicBezTo>
                    <a:pt x="164" y="129"/>
                    <a:pt x="167" y="121"/>
                    <a:pt x="167" y="113"/>
                  </a:cubicBezTo>
                  <a:cubicBezTo>
                    <a:pt x="167" y="104"/>
                    <a:pt x="164" y="97"/>
                    <a:pt x="160" y="90"/>
                  </a:cubicBezTo>
                  <a:lnTo>
                    <a:pt x="121" y="22"/>
                  </a:lnTo>
                  <a:close/>
                  <a:moveTo>
                    <a:pt x="134" y="121"/>
                  </a:moveTo>
                  <a:lnTo>
                    <a:pt x="134" y="121"/>
                  </a:lnTo>
                  <a:cubicBezTo>
                    <a:pt x="132" y="124"/>
                    <a:pt x="131" y="125"/>
                    <a:pt x="128" y="125"/>
                  </a:cubicBezTo>
                  <a:cubicBezTo>
                    <a:pt x="111" y="132"/>
                    <a:pt x="97" y="134"/>
                    <a:pt x="83" y="134"/>
                  </a:cubicBezTo>
                  <a:cubicBezTo>
                    <a:pt x="68" y="134"/>
                    <a:pt x="54" y="132"/>
                    <a:pt x="39" y="125"/>
                  </a:cubicBezTo>
                  <a:cubicBezTo>
                    <a:pt x="36" y="125"/>
                    <a:pt x="33" y="124"/>
                    <a:pt x="32" y="121"/>
                  </a:cubicBezTo>
                  <a:cubicBezTo>
                    <a:pt x="30" y="118"/>
                    <a:pt x="29" y="115"/>
                    <a:pt x="29" y="113"/>
                  </a:cubicBezTo>
                  <a:cubicBezTo>
                    <a:pt x="29" y="110"/>
                    <a:pt x="30" y="107"/>
                    <a:pt x="32" y="104"/>
                  </a:cubicBezTo>
                  <a:cubicBezTo>
                    <a:pt x="69" y="37"/>
                    <a:pt x="69" y="37"/>
                    <a:pt x="69" y="37"/>
                  </a:cubicBezTo>
                  <a:cubicBezTo>
                    <a:pt x="57" y="30"/>
                    <a:pt x="57" y="30"/>
                    <a:pt x="57" y="30"/>
                  </a:cubicBezTo>
                  <a:cubicBezTo>
                    <a:pt x="69" y="37"/>
                    <a:pt x="69" y="37"/>
                    <a:pt x="69" y="37"/>
                  </a:cubicBezTo>
                  <a:cubicBezTo>
                    <a:pt x="74" y="32"/>
                    <a:pt x="78" y="30"/>
                    <a:pt x="83" y="30"/>
                  </a:cubicBezTo>
                  <a:cubicBezTo>
                    <a:pt x="88" y="30"/>
                    <a:pt x="93" y="32"/>
                    <a:pt x="96" y="37"/>
                  </a:cubicBezTo>
                  <a:cubicBezTo>
                    <a:pt x="135" y="104"/>
                    <a:pt x="135" y="104"/>
                    <a:pt x="135" y="104"/>
                  </a:cubicBezTo>
                  <a:cubicBezTo>
                    <a:pt x="136" y="107"/>
                    <a:pt x="136" y="110"/>
                    <a:pt x="136" y="113"/>
                  </a:cubicBezTo>
                  <a:cubicBezTo>
                    <a:pt x="136" y="115"/>
                    <a:pt x="136" y="118"/>
                    <a:pt x="134"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3">
              <a:extLst>
                <a:ext uri="{FF2B5EF4-FFF2-40B4-BE49-F238E27FC236}">
                  <a16:creationId xmlns:a16="http://schemas.microsoft.com/office/drawing/2014/main" id="{5A533024-3332-9DCF-9D39-226A649E82BD}"/>
                </a:ext>
              </a:extLst>
            </p:cNvPr>
            <p:cNvSpPr>
              <a:spLocks noChangeArrowheads="1"/>
            </p:cNvSpPr>
            <p:nvPr/>
          </p:nvSpPr>
          <p:spPr bwMode="auto">
            <a:xfrm>
              <a:off x="1668463" y="4313238"/>
              <a:ext cx="60325" cy="58737"/>
            </a:xfrm>
            <a:custGeom>
              <a:avLst/>
              <a:gdLst>
                <a:gd name="T0" fmla="*/ 138 w 168"/>
                <a:gd name="T1" fmla="*/ 11 h 165"/>
                <a:gd name="T2" fmla="*/ 138 w 168"/>
                <a:gd name="T3" fmla="*/ 11 h 165"/>
                <a:gd name="T4" fmla="*/ 83 w 168"/>
                <a:gd name="T5" fmla="*/ 0 h 165"/>
                <a:gd name="T6" fmla="*/ 28 w 168"/>
                <a:gd name="T7" fmla="*/ 11 h 165"/>
                <a:gd name="T8" fmla="*/ 7 w 168"/>
                <a:gd name="T9" fmla="*/ 28 h 165"/>
                <a:gd name="T10" fmla="*/ 0 w 168"/>
                <a:gd name="T11" fmla="*/ 51 h 165"/>
                <a:gd name="T12" fmla="*/ 5 w 168"/>
                <a:gd name="T13" fmla="*/ 75 h 165"/>
                <a:gd name="T14" fmla="*/ 44 w 168"/>
                <a:gd name="T15" fmla="*/ 142 h 165"/>
                <a:gd name="T16" fmla="*/ 83 w 168"/>
                <a:gd name="T17" fmla="*/ 164 h 165"/>
                <a:gd name="T18" fmla="*/ 121 w 168"/>
                <a:gd name="T19" fmla="*/ 142 h 165"/>
                <a:gd name="T20" fmla="*/ 121 w 168"/>
                <a:gd name="T21" fmla="*/ 142 h 165"/>
                <a:gd name="T22" fmla="*/ 121 w 168"/>
                <a:gd name="T23" fmla="*/ 142 h 165"/>
                <a:gd name="T24" fmla="*/ 121 w 168"/>
                <a:gd name="T25" fmla="*/ 142 h 165"/>
                <a:gd name="T26" fmla="*/ 121 w 168"/>
                <a:gd name="T27" fmla="*/ 142 h 165"/>
                <a:gd name="T28" fmla="*/ 160 w 168"/>
                <a:gd name="T29" fmla="*/ 75 h 165"/>
                <a:gd name="T30" fmla="*/ 167 w 168"/>
                <a:gd name="T31" fmla="*/ 51 h 165"/>
                <a:gd name="T32" fmla="*/ 159 w 168"/>
                <a:gd name="T33" fmla="*/ 28 h 165"/>
                <a:gd name="T34" fmla="*/ 138 w 168"/>
                <a:gd name="T35" fmla="*/ 11 h 165"/>
                <a:gd name="T36" fmla="*/ 135 w 168"/>
                <a:gd name="T37" fmla="*/ 60 h 165"/>
                <a:gd name="T38" fmla="*/ 135 w 168"/>
                <a:gd name="T39" fmla="*/ 60 h 165"/>
                <a:gd name="T40" fmla="*/ 96 w 168"/>
                <a:gd name="T41" fmla="*/ 127 h 165"/>
                <a:gd name="T42" fmla="*/ 108 w 168"/>
                <a:gd name="T43" fmla="*/ 134 h 165"/>
                <a:gd name="T44" fmla="*/ 96 w 168"/>
                <a:gd name="T45" fmla="*/ 127 h 165"/>
                <a:gd name="T46" fmla="*/ 83 w 168"/>
                <a:gd name="T47" fmla="*/ 134 h 165"/>
                <a:gd name="T48" fmla="*/ 69 w 168"/>
                <a:gd name="T49" fmla="*/ 127 h 165"/>
                <a:gd name="T50" fmla="*/ 32 w 168"/>
                <a:gd name="T51" fmla="*/ 60 h 165"/>
                <a:gd name="T52" fmla="*/ 29 w 168"/>
                <a:gd name="T53" fmla="*/ 51 h 165"/>
                <a:gd name="T54" fmla="*/ 32 w 168"/>
                <a:gd name="T55" fmla="*/ 43 h 165"/>
                <a:gd name="T56" fmla="*/ 39 w 168"/>
                <a:gd name="T57" fmla="*/ 39 h 165"/>
                <a:gd name="T58" fmla="*/ 83 w 168"/>
                <a:gd name="T59" fmla="*/ 30 h 165"/>
                <a:gd name="T60" fmla="*/ 128 w 168"/>
                <a:gd name="T61" fmla="*/ 39 h 165"/>
                <a:gd name="T62" fmla="*/ 134 w 168"/>
                <a:gd name="T63" fmla="*/ 43 h 165"/>
                <a:gd name="T64" fmla="*/ 136 w 168"/>
                <a:gd name="T65" fmla="*/ 51 h 165"/>
                <a:gd name="T66" fmla="*/ 135 w 168"/>
                <a:gd name="T67" fmla="*/ 60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38" y="11"/>
                  </a:moveTo>
                  <a:lnTo>
                    <a:pt x="138" y="11"/>
                  </a:lnTo>
                  <a:cubicBezTo>
                    <a:pt x="120" y="4"/>
                    <a:pt x="101" y="0"/>
                    <a:pt x="83" y="0"/>
                  </a:cubicBezTo>
                  <a:cubicBezTo>
                    <a:pt x="65" y="0"/>
                    <a:pt x="47" y="4"/>
                    <a:pt x="28" y="11"/>
                  </a:cubicBezTo>
                  <a:cubicBezTo>
                    <a:pt x="19" y="14"/>
                    <a:pt x="12" y="19"/>
                    <a:pt x="7" y="28"/>
                  </a:cubicBezTo>
                  <a:cubicBezTo>
                    <a:pt x="2" y="35"/>
                    <a:pt x="0" y="43"/>
                    <a:pt x="0" y="51"/>
                  </a:cubicBezTo>
                  <a:cubicBezTo>
                    <a:pt x="0" y="60"/>
                    <a:pt x="1" y="68"/>
                    <a:pt x="5" y="75"/>
                  </a:cubicBezTo>
                  <a:cubicBezTo>
                    <a:pt x="44" y="142"/>
                    <a:pt x="44" y="142"/>
                    <a:pt x="44" y="142"/>
                  </a:cubicBezTo>
                  <a:cubicBezTo>
                    <a:pt x="53" y="156"/>
                    <a:pt x="68" y="164"/>
                    <a:pt x="83" y="164"/>
                  </a:cubicBezTo>
                  <a:cubicBezTo>
                    <a:pt x="97" y="164"/>
                    <a:pt x="113" y="156"/>
                    <a:pt x="121" y="142"/>
                  </a:cubicBezTo>
                  <a:lnTo>
                    <a:pt x="121" y="142"/>
                  </a:lnTo>
                  <a:lnTo>
                    <a:pt x="121" y="142"/>
                  </a:lnTo>
                  <a:lnTo>
                    <a:pt x="121" y="142"/>
                  </a:lnTo>
                  <a:lnTo>
                    <a:pt x="121" y="142"/>
                  </a:lnTo>
                  <a:cubicBezTo>
                    <a:pt x="160" y="75"/>
                    <a:pt x="160" y="75"/>
                    <a:pt x="160" y="75"/>
                  </a:cubicBezTo>
                  <a:cubicBezTo>
                    <a:pt x="164" y="68"/>
                    <a:pt x="167" y="60"/>
                    <a:pt x="167" y="51"/>
                  </a:cubicBezTo>
                  <a:cubicBezTo>
                    <a:pt x="167" y="43"/>
                    <a:pt x="164" y="35"/>
                    <a:pt x="159" y="28"/>
                  </a:cubicBezTo>
                  <a:cubicBezTo>
                    <a:pt x="154" y="19"/>
                    <a:pt x="146" y="14"/>
                    <a:pt x="138" y="11"/>
                  </a:cubicBezTo>
                  <a:close/>
                  <a:moveTo>
                    <a:pt x="135" y="60"/>
                  </a:moveTo>
                  <a:lnTo>
                    <a:pt x="135" y="60"/>
                  </a:lnTo>
                  <a:cubicBezTo>
                    <a:pt x="96" y="127"/>
                    <a:pt x="96" y="127"/>
                    <a:pt x="96" y="127"/>
                  </a:cubicBezTo>
                  <a:cubicBezTo>
                    <a:pt x="108" y="134"/>
                    <a:pt x="108" y="134"/>
                    <a:pt x="108" y="134"/>
                  </a:cubicBezTo>
                  <a:cubicBezTo>
                    <a:pt x="96" y="127"/>
                    <a:pt x="96" y="127"/>
                    <a:pt x="96" y="127"/>
                  </a:cubicBezTo>
                  <a:cubicBezTo>
                    <a:pt x="93" y="132"/>
                    <a:pt x="88" y="134"/>
                    <a:pt x="83" y="134"/>
                  </a:cubicBezTo>
                  <a:cubicBezTo>
                    <a:pt x="78" y="134"/>
                    <a:pt x="74" y="132"/>
                    <a:pt x="69" y="127"/>
                  </a:cubicBezTo>
                  <a:cubicBezTo>
                    <a:pt x="32" y="60"/>
                    <a:pt x="32" y="60"/>
                    <a:pt x="32" y="60"/>
                  </a:cubicBezTo>
                  <a:cubicBezTo>
                    <a:pt x="30" y="57"/>
                    <a:pt x="29" y="54"/>
                    <a:pt x="29" y="51"/>
                  </a:cubicBezTo>
                  <a:cubicBezTo>
                    <a:pt x="29" y="49"/>
                    <a:pt x="30" y="46"/>
                    <a:pt x="32" y="43"/>
                  </a:cubicBezTo>
                  <a:cubicBezTo>
                    <a:pt x="33" y="42"/>
                    <a:pt x="36" y="39"/>
                    <a:pt x="39" y="39"/>
                  </a:cubicBezTo>
                  <a:cubicBezTo>
                    <a:pt x="54" y="33"/>
                    <a:pt x="68" y="30"/>
                    <a:pt x="83" y="30"/>
                  </a:cubicBezTo>
                  <a:cubicBezTo>
                    <a:pt x="97" y="30"/>
                    <a:pt x="111" y="33"/>
                    <a:pt x="128" y="39"/>
                  </a:cubicBezTo>
                  <a:cubicBezTo>
                    <a:pt x="131" y="39"/>
                    <a:pt x="132" y="42"/>
                    <a:pt x="134" y="43"/>
                  </a:cubicBezTo>
                  <a:cubicBezTo>
                    <a:pt x="136" y="46"/>
                    <a:pt x="136" y="49"/>
                    <a:pt x="136" y="51"/>
                  </a:cubicBezTo>
                  <a:cubicBezTo>
                    <a:pt x="136" y="54"/>
                    <a:pt x="136" y="57"/>
                    <a:pt x="135"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34">
              <a:extLst>
                <a:ext uri="{FF2B5EF4-FFF2-40B4-BE49-F238E27FC236}">
                  <a16:creationId xmlns:a16="http://schemas.microsoft.com/office/drawing/2014/main" id="{6F256644-98FE-152A-DBDF-B83A7F179D65}"/>
                </a:ext>
              </a:extLst>
            </p:cNvPr>
            <p:cNvSpPr>
              <a:spLocks noChangeArrowheads="1"/>
            </p:cNvSpPr>
            <p:nvPr/>
          </p:nvSpPr>
          <p:spPr bwMode="auto">
            <a:xfrm>
              <a:off x="1733550" y="4376738"/>
              <a:ext cx="58738" cy="60325"/>
            </a:xfrm>
            <a:custGeom>
              <a:avLst/>
              <a:gdLst>
                <a:gd name="T0" fmla="*/ 153 w 164"/>
                <a:gd name="T1" fmla="*/ 29 h 168"/>
                <a:gd name="T2" fmla="*/ 153 w 164"/>
                <a:gd name="T3" fmla="*/ 29 h 168"/>
                <a:gd name="T4" fmla="*/ 136 w 164"/>
                <a:gd name="T5" fmla="*/ 8 h 168"/>
                <a:gd name="T6" fmla="*/ 111 w 164"/>
                <a:gd name="T7" fmla="*/ 0 h 168"/>
                <a:gd name="T8" fmla="*/ 89 w 164"/>
                <a:gd name="T9" fmla="*/ 7 h 168"/>
                <a:gd name="T10" fmla="*/ 22 w 164"/>
                <a:gd name="T11" fmla="*/ 44 h 168"/>
                <a:gd name="T12" fmla="*/ 0 w 164"/>
                <a:gd name="T13" fmla="*/ 83 h 168"/>
                <a:gd name="T14" fmla="*/ 22 w 164"/>
                <a:gd name="T15" fmla="*/ 123 h 168"/>
                <a:gd name="T16" fmla="*/ 89 w 164"/>
                <a:gd name="T17" fmla="*/ 162 h 168"/>
                <a:gd name="T18" fmla="*/ 111 w 164"/>
                <a:gd name="T19" fmla="*/ 167 h 168"/>
                <a:gd name="T20" fmla="*/ 136 w 164"/>
                <a:gd name="T21" fmla="*/ 160 h 168"/>
                <a:gd name="T22" fmla="*/ 153 w 164"/>
                <a:gd name="T23" fmla="*/ 138 h 168"/>
                <a:gd name="T24" fmla="*/ 163 w 164"/>
                <a:gd name="T25" fmla="*/ 83 h 168"/>
                <a:gd name="T26" fmla="*/ 153 w 164"/>
                <a:gd name="T27" fmla="*/ 29 h 168"/>
                <a:gd name="T28" fmla="*/ 125 w 164"/>
                <a:gd name="T29" fmla="*/ 128 h 168"/>
                <a:gd name="T30" fmla="*/ 125 w 164"/>
                <a:gd name="T31" fmla="*/ 128 h 168"/>
                <a:gd name="T32" fmla="*/ 119 w 164"/>
                <a:gd name="T33" fmla="*/ 135 h 168"/>
                <a:gd name="T34" fmla="*/ 111 w 164"/>
                <a:gd name="T35" fmla="*/ 138 h 168"/>
                <a:gd name="T36" fmla="*/ 104 w 164"/>
                <a:gd name="T37" fmla="*/ 135 h 168"/>
                <a:gd name="T38" fmla="*/ 37 w 164"/>
                <a:gd name="T39" fmla="*/ 96 h 168"/>
                <a:gd name="T40" fmla="*/ 29 w 164"/>
                <a:gd name="T41" fmla="*/ 83 h 168"/>
                <a:gd name="T42" fmla="*/ 37 w 164"/>
                <a:gd name="T43" fmla="*/ 71 h 168"/>
                <a:gd name="T44" fmla="*/ 104 w 164"/>
                <a:gd name="T45" fmla="*/ 32 h 168"/>
                <a:gd name="T46" fmla="*/ 111 w 164"/>
                <a:gd name="T47" fmla="*/ 31 h 168"/>
                <a:gd name="T48" fmla="*/ 119 w 164"/>
                <a:gd name="T49" fmla="*/ 32 h 168"/>
                <a:gd name="T50" fmla="*/ 125 w 164"/>
                <a:gd name="T51" fmla="*/ 39 h 168"/>
                <a:gd name="T52" fmla="*/ 133 w 164"/>
                <a:gd name="T53" fmla="*/ 83 h 168"/>
                <a:gd name="T54" fmla="*/ 125 w 164"/>
                <a:gd name="T55" fmla="*/ 12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4" h="168">
                  <a:moveTo>
                    <a:pt x="153" y="29"/>
                  </a:moveTo>
                  <a:lnTo>
                    <a:pt x="153" y="29"/>
                  </a:lnTo>
                  <a:cubicBezTo>
                    <a:pt x="150" y="19"/>
                    <a:pt x="143" y="12"/>
                    <a:pt x="136" y="8"/>
                  </a:cubicBezTo>
                  <a:cubicBezTo>
                    <a:pt x="129" y="3"/>
                    <a:pt x="121" y="0"/>
                    <a:pt x="111" y="0"/>
                  </a:cubicBezTo>
                  <a:cubicBezTo>
                    <a:pt x="104" y="0"/>
                    <a:pt x="96" y="3"/>
                    <a:pt x="89" y="7"/>
                  </a:cubicBezTo>
                  <a:cubicBezTo>
                    <a:pt x="22" y="44"/>
                    <a:pt x="22" y="44"/>
                    <a:pt x="22" y="44"/>
                  </a:cubicBezTo>
                  <a:cubicBezTo>
                    <a:pt x="7" y="53"/>
                    <a:pt x="0" y="68"/>
                    <a:pt x="0" y="83"/>
                  </a:cubicBezTo>
                  <a:cubicBezTo>
                    <a:pt x="0" y="99"/>
                    <a:pt x="7" y="114"/>
                    <a:pt x="22" y="123"/>
                  </a:cubicBezTo>
                  <a:cubicBezTo>
                    <a:pt x="89" y="162"/>
                    <a:pt x="89" y="162"/>
                    <a:pt x="89" y="162"/>
                  </a:cubicBezTo>
                  <a:cubicBezTo>
                    <a:pt x="96" y="166"/>
                    <a:pt x="104" y="167"/>
                    <a:pt x="111" y="167"/>
                  </a:cubicBezTo>
                  <a:cubicBezTo>
                    <a:pt x="121" y="167"/>
                    <a:pt x="129" y="164"/>
                    <a:pt x="136" y="160"/>
                  </a:cubicBezTo>
                  <a:cubicBezTo>
                    <a:pt x="143" y="155"/>
                    <a:pt x="150" y="148"/>
                    <a:pt x="153" y="138"/>
                  </a:cubicBezTo>
                  <a:cubicBezTo>
                    <a:pt x="160" y="120"/>
                    <a:pt x="163" y="102"/>
                    <a:pt x="163" y="83"/>
                  </a:cubicBezTo>
                  <a:cubicBezTo>
                    <a:pt x="163" y="65"/>
                    <a:pt x="160" y="47"/>
                    <a:pt x="153" y="29"/>
                  </a:cubicBezTo>
                  <a:close/>
                  <a:moveTo>
                    <a:pt x="125" y="128"/>
                  </a:moveTo>
                  <a:lnTo>
                    <a:pt x="125" y="128"/>
                  </a:lnTo>
                  <a:cubicBezTo>
                    <a:pt x="124" y="131"/>
                    <a:pt x="122" y="134"/>
                    <a:pt x="119" y="135"/>
                  </a:cubicBezTo>
                  <a:cubicBezTo>
                    <a:pt x="118" y="137"/>
                    <a:pt x="114" y="138"/>
                    <a:pt x="111" y="138"/>
                  </a:cubicBezTo>
                  <a:cubicBezTo>
                    <a:pt x="108" y="138"/>
                    <a:pt x="107" y="137"/>
                    <a:pt x="104" y="135"/>
                  </a:cubicBezTo>
                  <a:cubicBezTo>
                    <a:pt x="37" y="96"/>
                    <a:pt x="37" y="96"/>
                    <a:pt x="37" y="96"/>
                  </a:cubicBezTo>
                  <a:cubicBezTo>
                    <a:pt x="32" y="93"/>
                    <a:pt x="29" y="89"/>
                    <a:pt x="29" y="83"/>
                  </a:cubicBezTo>
                  <a:cubicBezTo>
                    <a:pt x="29" y="78"/>
                    <a:pt x="32" y="74"/>
                    <a:pt x="37" y="71"/>
                  </a:cubicBezTo>
                  <a:cubicBezTo>
                    <a:pt x="104" y="32"/>
                    <a:pt x="104" y="32"/>
                    <a:pt x="104" y="32"/>
                  </a:cubicBezTo>
                  <a:cubicBezTo>
                    <a:pt x="107" y="31"/>
                    <a:pt x="108" y="31"/>
                    <a:pt x="111" y="31"/>
                  </a:cubicBezTo>
                  <a:cubicBezTo>
                    <a:pt x="114" y="31"/>
                    <a:pt x="118" y="31"/>
                    <a:pt x="119" y="32"/>
                  </a:cubicBezTo>
                  <a:cubicBezTo>
                    <a:pt x="122" y="35"/>
                    <a:pt x="124" y="36"/>
                    <a:pt x="125" y="39"/>
                  </a:cubicBezTo>
                  <a:cubicBezTo>
                    <a:pt x="131" y="54"/>
                    <a:pt x="133" y="70"/>
                    <a:pt x="133" y="83"/>
                  </a:cubicBezTo>
                  <a:cubicBezTo>
                    <a:pt x="133" y="99"/>
                    <a:pt x="131" y="113"/>
                    <a:pt x="125"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35">
              <a:extLst>
                <a:ext uri="{FF2B5EF4-FFF2-40B4-BE49-F238E27FC236}">
                  <a16:creationId xmlns:a16="http://schemas.microsoft.com/office/drawing/2014/main" id="{844890CA-18B3-7691-53FC-15534429D859}"/>
                </a:ext>
              </a:extLst>
            </p:cNvPr>
            <p:cNvSpPr>
              <a:spLocks noChangeArrowheads="1"/>
            </p:cNvSpPr>
            <p:nvPr/>
          </p:nvSpPr>
          <p:spPr bwMode="auto">
            <a:xfrm>
              <a:off x="1604963" y="4376738"/>
              <a:ext cx="58737" cy="60325"/>
            </a:xfrm>
            <a:custGeom>
              <a:avLst/>
              <a:gdLst>
                <a:gd name="T0" fmla="*/ 140 w 164"/>
                <a:gd name="T1" fmla="*/ 44 h 168"/>
                <a:gd name="T2" fmla="*/ 140 w 164"/>
                <a:gd name="T3" fmla="*/ 44 h 168"/>
                <a:gd name="T4" fmla="*/ 140 w 164"/>
                <a:gd name="T5" fmla="*/ 44 h 168"/>
                <a:gd name="T6" fmla="*/ 140 w 164"/>
                <a:gd name="T7" fmla="*/ 44 h 168"/>
                <a:gd name="T8" fmla="*/ 140 w 164"/>
                <a:gd name="T9" fmla="*/ 44 h 168"/>
                <a:gd name="T10" fmla="*/ 140 w 164"/>
                <a:gd name="T11" fmla="*/ 44 h 168"/>
                <a:gd name="T12" fmla="*/ 73 w 164"/>
                <a:gd name="T13" fmla="*/ 7 h 168"/>
                <a:gd name="T14" fmla="*/ 51 w 164"/>
                <a:gd name="T15" fmla="*/ 0 h 168"/>
                <a:gd name="T16" fmla="*/ 26 w 164"/>
                <a:gd name="T17" fmla="*/ 8 h 168"/>
                <a:gd name="T18" fmla="*/ 9 w 164"/>
                <a:gd name="T19" fmla="*/ 29 h 168"/>
                <a:gd name="T20" fmla="*/ 0 w 164"/>
                <a:gd name="T21" fmla="*/ 83 h 168"/>
                <a:gd name="T22" fmla="*/ 9 w 164"/>
                <a:gd name="T23" fmla="*/ 138 h 168"/>
                <a:gd name="T24" fmla="*/ 26 w 164"/>
                <a:gd name="T25" fmla="*/ 160 h 168"/>
                <a:gd name="T26" fmla="*/ 51 w 164"/>
                <a:gd name="T27" fmla="*/ 167 h 168"/>
                <a:gd name="T28" fmla="*/ 73 w 164"/>
                <a:gd name="T29" fmla="*/ 162 h 168"/>
                <a:gd name="T30" fmla="*/ 140 w 164"/>
                <a:gd name="T31" fmla="*/ 123 h 168"/>
                <a:gd name="T32" fmla="*/ 163 w 164"/>
                <a:gd name="T33" fmla="*/ 83 h 168"/>
                <a:gd name="T34" fmla="*/ 140 w 164"/>
                <a:gd name="T35" fmla="*/ 44 h 168"/>
                <a:gd name="T36" fmla="*/ 126 w 164"/>
                <a:gd name="T37" fmla="*/ 96 h 168"/>
                <a:gd name="T38" fmla="*/ 126 w 164"/>
                <a:gd name="T39" fmla="*/ 96 h 168"/>
                <a:gd name="T40" fmla="*/ 58 w 164"/>
                <a:gd name="T41" fmla="*/ 135 h 168"/>
                <a:gd name="T42" fmla="*/ 51 w 164"/>
                <a:gd name="T43" fmla="*/ 138 h 168"/>
                <a:gd name="T44" fmla="*/ 43 w 164"/>
                <a:gd name="T45" fmla="*/ 135 h 168"/>
                <a:gd name="T46" fmla="*/ 37 w 164"/>
                <a:gd name="T47" fmla="*/ 128 h 168"/>
                <a:gd name="T48" fmla="*/ 29 w 164"/>
                <a:gd name="T49" fmla="*/ 83 h 168"/>
                <a:gd name="T50" fmla="*/ 37 w 164"/>
                <a:gd name="T51" fmla="*/ 39 h 168"/>
                <a:gd name="T52" fmla="*/ 43 w 164"/>
                <a:gd name="T53" fmla="*/ 32 h 168"/>
                <a:gd name="T54" fmla="*/ 51 w 164"/>
                <a:gd name="T55" fmla="*/ 31 h 168"/>
                <a:gd name="T56" fmla="*/ 58 w 164"/>
                <a:gd name="T57" fmla="*/ 32 h 168"/>
                <a:gd name="T58" fmla="*/ 126 w 164"/>
                <a:gd name="T59" fmla="*/ 71 h 168"/>
                <a:gd name="T60" fmla="*/ 133 w 164"/>
                <a:gd name="T61" fmla="*/ 58 h 168"/>
                <a:gd name="T62" fmla="*/ 126 w 164"/>
                <a:gd name="T63" fmla="*/ 71 h 168"/>
                <a:gd name="T64" fmla="*/ 133 w 164"/>
                <a:gd name="T65" fmla="*/ 83 h 168"/>
                <a:gd name="T66" fmla="*/ 126 w 164"/>
                <a:gd name="T67" fmla="*/ 9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4" h="168">
                  <a:moveTo>
                    <a:pt x="140" y="44"/>
                  </a:moveTo>
                  <a:lnTo>
                    <a:pt x="140" y="44"/>
                  </a:lnTo>
                  <a:lnTo>
                    <a:pt x="140" y="44"/>
                  </a:lnTo>
                  <a:lnTo>
                    <a:pt x="140" y="44"/>
                  </a:lnTo>
                  <a:lnTo>
                    <a:pt x="140" y="44"/>
                  </a:lnTo>
                  <a:lnTo>
                    <a:pt x="140" y="44"/>
                  </a:lnTo>
                  <a:cubicBezTo>
                    <a:pt x="73" y="7"/>
                    <a:pt x="73" y="7"/>
                    <a:pt x="73" y="7"/>
                  </a:cubicBezTo>
                  <a:cubicBezTo>
                    <a:pt x="66" y="3"/>
                    <a:pt x="58" y="0"/>
                    <a:pt x="51" y="0"/>
                  </a:cubicBezTo>
                  <a:cubicBezTo>
                    <a:pt x="43" y="0"/>
                    <a:pt x="34" y="3"/>
                    <a:pt x="26" y="8"/>
                  </a:cubicBezTo>
                  <a:cubicBezTo>
                    <a:pt x="19" y="12"/>
                    <a:pt x="13" y="19"/>
                    <a:pt x="9" y="29"/>
                  </a:cubicBezTo>
                  <a:cubicBezTo>
                    <a:pt x="2" y="47"/>
                    <a:pt x="0" y="65"/>
                    <a:pt x="0" y="83"/>
                  </a:cubicBezTo>
                  <a:cubicBezTo>
                    <a:pt x="0" y="102"/>
                    <a:pt x="2" y="120"/>
                    <a:pt x="9" y="138"/>
                  </a:cubicBezTo>
                  <a:cubicBezTo>
                    <a:pt x="13" y="148"/>
                    <a:pt x="19" y="155"/>
                    <a:pt x="26" y="160"/>
                  </a:cubicBezTo>
                  <a:cubicBezTo>
                    <a:pt x="34" y="164"/>
                    <a:pt x="43" y="167"/>
                    <a:pt x="51" y="167"/>
                  </a:cubicBezTo>
                  <a:cubicBezTo>
                    <a:pt x="58" y="167"/>
                    <a:pt x="66" y="166"/>
                    <a:pt x="73" y="162"/>
                  </a:cubicBezTo>
                  <a:cubicBezTo>
                    <a:pt x="140" y="123"/>
                    <a:pt x="140" y="123"/>
                    <a:pt x="140" y="123"/>
                  </a:cubicBezTo>
                  <a:cubicBezTo>
                    <a:pt x="156" y="114"/>
                    <a:pt x="163" y="99"/>
                    <a:pt x="163" y="83"/>
                  </a:cubicBezTo>
                  <a:cubicBezTo>
                    <a:pt x="163" y="68"/>
                    <a:pt x="156" y="53"/>
                    <a:pt x="140" y="44"/>
                  </a:cubicBezTo>
                  <a:close/>
                  <a:moveTo>
                    <a:pt x="126" y="96"/>
                  </a:moveTo>
                  <a:lnTo>
                    <a:pt x="126" y="96"/>
                  </a:lnTo>
                  <a:cubicBezTo>
                    <a:pt x="58" y="135"/>
                    <a:pt x="58" y="135"/>
                    <a:pt x="58" y="135"/>
                  </a:cubicBezTo>
                  <a:cubicBezTo>
                    <a:pt x="57" y="137"/>
                    <a:pt x="54" y="138"/>
                    <a:pt x="51" y="138"/>
                  </a:cubicBezTo>
                  <a:cubicBezTo>
                    <a:pt x="48" y="138"/>
                    <a:pt x="46" y="137"/>
                    <a:pt x="43" y="135"/>
                  </a:cubicBezTo>
                  <a:cubicBezTo>
                    <a:pt x="40" y="134"/>
                    <a:pt x="39" y="131"/>
                    <a:pt x="37" y="128"/>
                  </a:cubicBezTo>
                  <a:cubicBezTo>
                    <a:pt x="32" y="113"/>
                    <a:pt x="29" y="99"/>
                    <a:pt x="29" y="83"/>
                  </a:cubicBezTo>
                  <a:cubicBezTo>
                    <a:pt x="29" y="70"/>
                    <a:pt x="32" y="54"/>
                    <a:pt x="37" y="39"/>
                  </a:cubicBezTo>
                  <a:cubicBezTo>
                    <a:pt x="39" y="36"/>
                    <a:pt x="40" y="35"/>
                    <a:pt x="43" y="32"/>
                  </a:cubicBezTo>
                  <a:cubicBezTo>
                    <a:pt x="46" y="31"/>
                    <a:pt x="48" y="31"/>
                    <a:pt x="51" y="31"/>
                  </a:cubicBezTo>
                  <a:cubicBezTo>
                    <a:pt x="54" y="31"/>
                    <a:pt x="57" y="31"/>
                    <a:pt x="58" y="32"/>
                  </a:cubicBezTo>
                  <a:cubicBezTo>
                    <a:pt x="126" y="71"/>
                    <a:pt x="126" y="71"/>
                    <a:pt x="126" y="71"/>
                  </a:cubicBezTo>
                  <a:cubicBezTo>
                    <a:pt x="133" y="58"/>
                    <a:pt x="133" y="58"/>
                    <a:pt x="133" y="58"/>
                  </a:cubicBezTo>
                  <a:cubicBezTo>
                    <a:pt x="126" y="71"/>
                    <a:pt x="126" y="71"/>
                    <a:pt x="126" y="71"/>
                  </a:cubicBezTo>
                  <a:cubicBezTo>
                    <a:pt x="131" y="74"/>
                    <a:pt x="133" y="78"/>
                    <a:pt x="133" y="83"/>
                  </a:cubicBezTo>
                  <a:cubicBezTo>
                    <a:pt x="133" y="89"/>
                    <a:pt x="131" y="93"/>
                    <a:pt x="126"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36">
              <a:extLst>
                <a:ext uri="{FF2B5EF4-FFF2-40B4-BE49-F238E27FC236}">
                  <a16:creationId xmlns:a16="http://schemas.microsoft.com/office/drawing/2014/main" id="{97149038-A0F8-238A-C6F3-C2EDE2BCC0DF}"/>
                </a:ext>
              </a:extLst>
            </p:cNvPr>
            <p:cNvSpPr>
              <a:spLocks noChangeArrowheads="1"/>
            </p:cNvSpPr>
            <p:nvPr/>
          </p:nvSpPr>
          <p:spPr bwMode="auto">
            <a:xfrm>
              <a:off x="1687513" y="4397375"/>
              <a:ext cx="22225" cy="22225"/>
            </a:xfrm>
            <a:custGeom>
              <a:avLst/>
              <a:gdLst>
                <a:gd name="T0" fmla="*/ 60 w 61"/>
                <a:gd name="T1" fmla="*/ 29 h 60"/>
                <a:gd name="T2" fmla="*/ 60 w 61"/>
                <a:gd name="T3" fmla="*/ 29 h 60"/>
                <a:gd name="T4" fmla="*/ 30 w 61"/>
                <a:gd name="T5" fmla="*/ 0 h 60"/>
                <a:gd name="T6" fmla="*/ 0 w 61"/>
                <a:gd name="T7" fmla="*/ 29 h 60"/>
                <a:gd name="T8" fmla="*/ 30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3"/>
                    <a:pt x="46" y="0"/>
                    <a:pt x="30" y="0"/>
                  </a:cubicBezTo>
                  <a:cubicBezTo>
                    <a:pt x="14" y="0"/>
                    <a:pt x="0" y="13"/>
                    <a:pt x="0" y="29"/>
                  </a:cubicBezTo>
                  <a:cubicBezTo>
                    <a:pt x="0" y="46"/>
                    <a:pt x="14" y="59"/>
                    <a:pt x="30"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0" name="Freeform 337">
            <a:extLst>
              <a:ext uri="{FF2B5EF4-FFF2-40B4-BE49-F238E27FC236}">
                <a16:creationId xmlns:a16="http://schemas.microsoft.com/office/drawing/2014/main" id="{0CA8E875-BAD8-113A-B377-057EFB38F8B7}"/>
              </a:ext>
            </a:extLst>
          </p:cNvPr>
          <p:cNvSpPr>
            <a:spLocks noChangeArrowheads="1"/>
          </p:cNvSpPr>
          <p:nvPr/>
        </p:nvSpPr>
        <p:spPr bwMode="auto">
          <a:xfrm>
            <a:off x="2083469" y="3965500"/>
            <a:ext cx="257175" cy="219075"/>
          </a:xfrm>
          <a:custGeom>
            <a:avLst/>
            <a:gdLst>
              <a:gd name="T0" fmla="*/ 45 w 715"/>
              <a:gd name="T1" fmla="*/ 609 h 610"/>
              <a:gd name="T2" fmla="*/ 45 w 715"/>
              <a:gd name="T3" fmla="*/ 609 h 610"/>
              <a:gd name="T4" fmla="*/ 520 w 715"/>
              <a:gd name="T5" fmla="*/ 609 h 610"/>
              <a:gd name="T6" fmla="*/ 520 w 715"/>
              <a:gd name="T7" fmla="*/ 609 h 610"/>
              <a:gd name="T8" fmla="*/ 565 w 715"/>
              <a:gd name="T9" fmla="*/ 565 h 610"/>
              <a:gd name="T10" fmla="*/ 565 w 715"/>
              <a:gd name="T11" fmla="*/ 498 h 610"/>
              <a:gd name="T12" fmla="*/ 693 w 715"/>
              <a:gd name="T13" fmla="*/ 549 h 610"/>
              <a:gd name="T14" fmla="*/ 707 w 715"/>
              <a:gd name="T15" fmla="*/ 548 h 610"/>
              <a:gd name="T16" fmla="*/ 714 w 715"/>
              <a:gd name="T17" fmla="*/ 535 h 610"/>
              <a:gd name="T18" fmla="*/ 714 w 715"/>
              <a:gd name="T19" fmla="*/ 208 h 610"/>
              <a:gd name="T20" fmla="*/ 707 w 715"/>
              <a:gd name="T21" fmla="*/ 195 h 610"/>
              <a:gd name="T22" fmla="*/ 693 w 715"/>
              <a:gd name="T23" fmla="*/ 194 h 610"/>
              <a:gd name="T24" fmla="*/ 565 w 715"/>
              <a:gd name="T25" fmla="*/ 245 h 610"/>
              <a:gd name="T26" fmla="*/ 565 w 715"/>
              <a:gd name="T27" fmla="*/ 178 h 610"/>
              <a:gd name="T28" fmla="*/ 520 w 715"/>
              <a:gd name="T29" fmla="*/ 134 h 610"/>
              <a:gd name="T30" fmla="*/ 495 w 715"/>
              <a:gd name="T31" fmla="*/ 134 h 610"/>
              <a:gd name="T32" fmla="*/ 321 w 715"/>
              <a:gd name="T33" fmla="*/ 3 h 610"/>
              <a:gd name="T34" fmla="*/ 320 w 715"/>
              <a:gd name="T35" fmla="*/ 1 h 610"/>
              <a:gd name="T36" fmla="*/ 317 w 715"/>
              <a:gd name="T37" fmla="*/ 0 h 610"/>
              <a:gd name="T38" fmla="*/ 314 w 715"/>
              <a:gd name="T39" fmla="*/ 0 h 610"/>
              <a:gd name="T40" fmla="*/ 313 w 715"/>
              <a:gd name="T41" fmla="*/ 0 h 610"/>
              <a:gd name="T42" fmla="*/ 45 w 715"/>
              <a:gd name="T43" fmla="*/ 0 h 610"/>
              <a:gd name="T44" fmla="*/ 30 w 715"/>
              <a:gd name="T45" fmla="*/ 14 h 610"/>
              <a:gd name="T46" fmla="*/ 45 w 715"/>
              <a:gd name="T47" fmla="*/ 29 h 610"/>
              <a:gd name="T48" fmla="*/ 307 w 715"/>
              <a:gd name="T49" fmla="*/ 29 h 610"/>
              <a:gd name="T50" fmla="*/ 446 w 715"/>
              <a:gd name="T51" fmla="*/ 134 h 610"/>
              <a:gd name="T52" fmla="*/ 45 w 715"/>
              <a:gd name="T53" fmla="*/ 134 h 610"/>
              <a:gd name="T54" fmla="*/ 0 w 715"/>
              <a:gd name="T55" fmla="*/ 178 h 610"/>
              <a:gd name="T56" fmla="*/ 0 w 715"/>
              <a:gd name="T57" fmla="*/ 565 h 610"/>
              <a:gd name="T58" fmla="*/ 45 w 715"/>
              <a:gd name="T59" fmla="*/ 609 h 610"/>
              <a:gd name="T60" fmla="*/ 684 w 715"/>
              <a:gd name="T61" fmla="*/ 230 h 610"/>
              <a:gd name="T62" fmla="*/ 684 w 715"/>
              <a:gd name="T63" fmla="*/ 230 h 610"/>
              <a:gd name="T64" fmla="*/ 684 w 715"/>
              <a:gd name="T65" fmla="*/ 513 h 610"/>
              <a:gd name="T66" fmla="*/ 565 w 715"/>
              <a:gd name="T67" fmla="*/ 466 h 610"/>
              <a:gd name="T68" fmla="*/ 565 w 715"/>
              <a:gd name="T69" fmla="*/ 277 h 610"/>
              <a:gd name="T70" fmla="*/ 684 w 715"/>
              <a:gd name="T71" fmla="*/ 230 h 610"/>
              <a:gd name="T72" fmla="*/ 30 w 715"/>
              <a:gd name="T73" fmla="*/ 178 h 610"/>
              <a:gd name="T74" fmla="*/ 30 w 715"/>
              <a:gd name="T75" fmla="*/ 178 h 610"/>
              <a:gd name="T76" fmla="*/ 45 w 715"/>
              <a:gd name="T77" fmla="*/ 163 h 610"/>
              <a:gd name="T78" fmla="*/ 520 w 715"/>
              <a:gd name="T79" fmla="*/ 163 h 610"/>
              <a:gd name="T80" fmla="*/ 536 w 715"/>
              <a:gd name="T81" fmla="*/ 178 h 610"/>
              <a:gd name="T82" fmla="*/ 536 w 715"/>
              <a:gd name="T83" fmla="*/ 268 h 610"/>
              <a:gd name="T84" fmla="*/ 536 w 715"/>
              <a:gd name="T85" fmla="*/ 475 h 610"/>
              <a:gd name="T86" fmla="*/ 536 w 715"/>
              <a:gd name="T87" fmla="*/ 565 h 610"/>
              <a:gd name="T88" fmla="*/ 520 w 715"/>
              <a:gd name="T89" fmla="*/ 580 h 610"/>
              <a:gd name="T90" fmla="*/ 45 w 715"/>
              <a:gd name="T91" fmla="*/ 580 h 610"/>
              <a:gd name="T92" fmla="*/ 30 w 715"/>
              <a:gd name="T93" fmla="*/ 565 h 610"/>
              <a:gd name="T94" fmla="*/ 30 w 715"/>
              <a:gd name="T95" fmla="*/ 178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15" h="610">
                <a:moveTo>
                  <a:pt x="45" y="609"/>
                </a:moveTo>
                <a:lnTo>
                  <a:pt x="45" y="609"/>
                </a:lnTo>
                <a:cubicBezTo>
                  <a:pt x="520" y="609"/>
                  <a:pt x="520" y="609"/>
                  <a:pt x="520" y="609"/>
                </a:cubicBezTo>
                <a:lnTo>
                  <a:pt x="520" y="609"/>
                </a:lnTo>
                <a:cubicBezTo>
                  <a:pt x="546" y="609"/>
                  <a:pt x="565" y="590"/>
                  <a:pt x="565" y="565"/>
                </a:cubicBezTo>
                <a:cubicBezTo>
                  <a:pt x="565" y="498"/>
                  <a:pt x="565" y="498"/>
                  <a:pt x="565" y="498"/>
                </a:cubicBezTo>
                <a:cubicBezTo>
                  <a:pt x="693" y="549"/>
                  <a:pt x="693" y="549"/>
                  <a:pt x="693" y="549"/>
                </a:cubicBezTo>
                <a:cubicBezTo>
                  <a:pt x="698" y="551"/>
                  <a:pt x="703" y="551"/>
                  <a:pt x="707" y="548"/>
                </a:cubicBezTo>
                <a:cubicBezTo>
                  <a:pt x="711" y="545"/>
                  <a:pt x="714" y="540"/>
                  <a:pt x="714" y="535"/>
                </a:cubicBezTo>
                <a:cubicBezTo>
                  <a:pt x="714" y="208"/>
                  <a:pt x="714" y="208"/>
                  <a:pt x="714" y="208"/>
                </a:cubicBezTo>
                <a:cubicBezTo>
                  <a:pt x="714" y="203"/>
                  <a:pt x="711" y="198"/>
                  <a:pt x="707" y="195"/>
                </a:cubicBezTo>
                <a:cubicBezTo>
                  <a:pt x="703" y="192"/>
                  <a:pt x="698" y="192"/>
                  <a:pt x="693" y="194"/>
                </a:cubicBezTo>
                <a:cubicBezTo>
                  <a:pt x="565" y="245"/>
                  <a:pt x="565" y="245"/>
                  <a:pt x="565" y="245"/>
                </a:cubicBezTo>
                <a:cubicBezTo>
                  <a:pt x="565" y="178"/>
                  <a:pt x="565" y="178"/>
                  <a:pt x="565" y="178"/>
                </a:cubicBezTo>
                <a:cubicBezTo>
                  <a:pt x="565" y="153"/>
                  <a:pt x="546" y="134"/>
                  <a:pt x="520" y="134"/>
                </a:cubicBezTo>
                <a:cubicBezTo>
                  <a:pt x="495" y="134"/>
                  <a:pt x="495" y="134"/>
                  <a:pt x="495" y="134"/>
                </a:cubicBezTo>
                <a:cubicBezTo>
                  <a:pt x="321" y="3"/>
                  <a:pt x="321" y="3"/>
                  <a:pt x="321" y="3"/>
                </a:cubicBezTo>
                <a:cubicBezTo>
                  <a:pt x="321" y="3"/>
                  <a:pt x="320" y="3"/>
                  <a:pt x="320" y="1"/>
                </a:cubicBezTo>
                <a:cubicBezTo>
                  <a:pt x="318" y="1"/>
                  <a:pt x="318" y="1"/>
                  <a:pt x="317" y="0"/>
                </a:cubicBezTo>
                <a:cubicBezTo>
                  <a:pt x="315" y="0"/>
                  <a:pt x="315" y="0"/>
                  <a:pt x="314" y="0"/>
                </a:cubicBezTo>
                <a:cubicBezTo>
                  <a:pt x="313" y="0"/>
                  <a:pt x="313" y="0"/>
                  <a:pt x="313" y="0"/>
                </a:cubicBezTo>
                <a:cubicBezTo>
                  <a:pt x="45" y="0"/>
                  <a:pt x="45" y="0"/>
                  <a:pt x="45" y="0"/>
                </a:cubicBezTo>
                <a:cubicBezTo>
                  <a:pt x="36" y="0"/>
                  <a:pt x="30" y="7"/>
                  <a:pt x="30" y="14"/>
                </a:cubicBezTo>
                <a:cubicBezTo>
                  <a:pt x="30" y="22"/>
                  <a:pt x="36" y="29"/>
                  <a:pt x="45" y="29"/>
                </a:cubicBezTo>
                <a:cubicBezTo>
                  <a:pt x="307" y="29"/>
                  <a:pt x="307" y="29"/>
                  <a:pt x="307" y="29"/>
                </a:cubicBezTo>
                <a:cubicBezTo>
                  <a:pt x="446" y="134"/>
                  <a:pt x="446" y="134"/>
                  <a:pt x="446" y="134"/>
                </a:cubicBezTo>
                <a:cubicBezTo>
                  <a:pt x="45" y="134"/>
                  <a:pt x="45" y="134"/>
                  <a:pt x="45" y="134"/>
                </a:cubicBezTo>
                <a:cubicBezTo>
                  <a:pt x="20" y="134"/>
                  <a:pt x="0" y="153"/>
                  <a:pt x="0" y="178"/>
                </a:cubicBezTo>
                <a:cubicBezTo>
                  <a:pt x="0" y="565"/>
                  <a:pt x="0" y="565"/>
                  <a:pt x="0" y="565"/>
                </a:cubicBezTo>
                <a:cubicBezTo>
                  <a:pt x="0" y="590"/>
                  <a:pt x="20" y="609"/>
                  <a:pt x="45" y="609"/>
                </a:cubicBezTo>
                <a:close/>
                <a:moveTo>
                  <a:pt x="684" y="230"/>
                </a:moveTo>
                <a:lnTo>
                  <a:pt x="684" y="230"/>
                </a:lnTo>
                <a:cubicBezTo>
                  <a:pt x="684" y="513"/>
                  <a:pt x="684" y="513"/>
                  <a:pt x="684" y="513"/>
                </a:cubicBezTo>
                <a:cubicBezTo>
                  <a:pt x="565" y="466"/>
                  <a:pt x="565" y="466"/>
                  <a:pt x="565" y="466"/>
                </a:cubicBezTo>
                <a:cubicBezTo>
                  <a:pt x="565" y="277"/>
                  <a:pt x="565" y="277"/>
                  <a:pt x="565" y="277"/>
                </a:cubicBezTo>
                <a:lnTo>
                  <a:pt x="684" y="230"/>
                </a:lnTo>
                <a:close/>
                <a:moveTo>
                  <a:pt x="30" y="178"/>
                </a:moveTo>
                <a:lnTo>
                  <a:pt x="30" y="178"/>
                </a:lnTo>
                <a:cubicBezTo>
                  <a:pt x="30" y="170"/>
                  <a:pt x="36" y="163"/>
                  <a:pt x="45" y="163"/>
                </a:cubicBezTo>
                <a:cubicBezTo>
                  <a:pt x="520" y="163"/>
                  <a:pt x="520" y="163"/>
                  <a:pt x="520" y="163"/>
                </a:cubicBezTo>
                <a:cubicBezTo>
                  <a:pt x="529" y="163"/>
                  <a:pt x="536" y="170"/>
                  <a:pt x="536" y="178"/>
                </a:cubicBezTo>
                <a:cubicBezTo>
                  <a:pt x="536" y="268"/>
                  <a:pt x="536" y="268"/>
                  <a:pt x="536" y="268"/>
                </a:cubicBezTo>
                <a:cubicBezTo>
                  <a:pt x="536" y="475"/>
                  <a:pt x="536" y="475"/>
                  <a:pt x="536" y="475"/>
                </a:cubicBezTo>
                <a:cubicBezTo>
                  <a:pt x="536" y="565"/>
                  <a:pt x="536" y="565"/>
                  <a:pt x="536" y="565"/>
                </a:cubicBezTo>
                <a:cubicBezTo>
                  <a:pt x="536" y="573"/>
                  <a:pt x="529" y="580"/>
                  <a:pt x="520" y="580"/>
                </a:cubicBezTo>
                <a:cubicBezTo>
                  <a:pt x="45" y="580"/>
                  <a:pt x="45" y="580"/>
                  <a:pt x="45" y="580"/>
                </a:cubicBezTo>
                <a:cubicBezTo>
                  <a:pt x="36" y="580"/>
                  <a:pt x="30" y="573"/>
                  <a:pt x="30" y="565"/>
                </a:cubicBezTo>
                <a:lnTo>
                  <a:pt x="30" y="178"/>
                </a:lnTo>
                <a:close/>
              </a:path>
            </a:pathLst>
          </a:custGeom>
          <a:solidFill>
            <a:schemeClr val="tx2"/>
          </a:solidFill>
          <a:ln>
            <a:noFill/>
          </a:ln>
          <a:effectLst/>
        </p:spPr>
        <p:txBody>
          <a:bodyPr wrap="none" anchor="ctr"/>
          <a:lstStyle/>
          <a:p>
            <a:endParaRPr lang="da-DK"/>
          </a:p>
        </p:txBody>
      </p:sp>
      <p:grpSp>
        <p:nvGrpSpPr>
          <p:cNvPr id="411" name="Group 414">
            <a:extLst>
              <a:ext uri="{FF2B5EF4-FFF2-40B4-BE49-F238E27FC236}">
                <a16:creationId xmlns:a16="http://schemas.microsoft.com/office/drawing/2014/main" id="{185653F5-D14C-4329-A13A-11EC8B296C2C}"/>
              </a:ext>
            </a:extLst>
          </p:cNvPr>
          <p:cNvGrpSpPr/>
          <p:nvPr/>
        </p:nvGrpSpPr>
        <p:grpSpPr>
          <a:xfrm>
            <a:off x="1056356" y="3951212"/>
            <a:ext cx="257175" cy="247650"/>
            <a:chOff x="28575" y="4278313"/>
            <a:chExt cx="257175" cy="247650"/>
          </a:xfrm>
          <a:solidFill>
            <a:schemeClr val="tx2"/>
          </a:solidFill>
        </p:grpSpPr>
        <p:sp>
          <p:nvSpPr>
            <p:cNvPr id="412" name="Freeform 338">
              <a:extLst>
                <a:ext uri="{FF2B5EF4-FFF2-40B4-BE49-F238E27FC236}">
                  <a16:creationId xmlns:a16="http://schemas.microsoft.com/office/drawing/2014/main" id="{574617B8-911D-7C4D-50AC-3A1F6B9FA5F4}"/>
                </a:ext>
              </a:extLst>
            </p:cNvPr>
            <p:cNvSpPr>
              <a:spLocks noChangeArrowheads="1"/>
            </p:cNvSpPr>
            <p:nvPr/>
          </p:nvSpPr>
          <p:spPr bwMode="auto">
            <a:xfrm>
              <a:off x="28575" y="4278313"/>
              <a:ext cx="257175" cy="247650"/>
            </a:xfrm>
            <a:custGeom>
              <a:avLst/>
              <a:gdLst>
                <a:gd name="T0" fmla="*/ 74 w 715"/>
                <a:gd name="T1" fmla="*/ 686 h 687"/>
                <a:gd name="T2" fmla="*/ 74 w 715"/>
                <a:gd name="T3" fmla="*/ 686 h 687"/>
                <a:gd name="T4" fmla="*/ 639 w 715"/>
                <a:gd name="T5" fmla="*/ 686 h 687"/>
                <a:gd name="T6" fmla="*/ 714 w 715"/>
                <a:gd name="T7" fmla="*/ 611 h 687"/>
                <a:gd name="T8" fmla="*/ 714 w 715"/>
                <a:gd name="T9" fmla="*/ 254 h 687"/>
                <a:gd name="T10" fmla="*/ 639 w 715"/>
                <a:gd name="T11" fmla="*/ 180 h 687"/>
                <a:gd name="T12" fmla="*/ 554 w 715"/>
                <a:gd name="T13" fmla="*/ 180 h 687"/>
                <a:gd name="T14" fmla="*/ 230 w 715"/>
                <a:gd name="T15" fmla="*/ 3 h 687"/>
                <a:gd name="T16" fmla="*/ 209 w 715"/>
                <a:gd name="T17" fmla="*/ 10 h 687"/>
                <a:gd name="T18" fmla="*/ 216 w 715"/>
                <a:gd name="T19" fmla="*/ 29 h 687"/>
                <a:gd name="T20" fmla="*/ 492 w 715"/>
                <a:gd name="T21" fmla="*/ 180 h 687"/>
                <a:gd name="T22" fmla="*/ 74 w 715"/>
                <a:gd name="T23" fmla="*/ 180 h 687"/>
                <a:gd name="T24" fmla="*/ 0 w 715"/>
                <a:gd name="T25" fmla="*/ 254 h 687"/>
                <a:gd name="T26" fmla="*/ 0 w 715"/>
                <a:gd name="T27" fmla="*/ 611 h 687"/>
                <a:gd name="T28" fmla="*/ 74 w 715"/>
                <a:gd name="T29" fmla="*/ 686 h 687"/>
                <a:gd name="T30" fmla="*/ 29 w 715"/>
                <a:gd name="T31" fmla="*/ 254 h 687"/>
                <a:gd name="T32" fmla="*/ 29 w 715"/>
                <a:gd name="T33" fmla="*/ 254 h 687"/>
                <a:gd name="T34" fmla="*/ 74 w 715"/>
                <a:gd name="T35" fmla="*/ 209 h 687"/>
                <a:gd name="T36" fmla="*/ 639 w 715"/>
                <a:gd name="T37" fmla="*/ 209 h 687"/>
                <a:gd name="T38" fmla="*/ 683 w 715"/>
                <a:gd name="T39" fmla="*/ 254 h 687"/>
                <a:gd name="T40" fmla="*/ 683 w 715"/>
                <a:gd name="T41" fmla="*/ 611 h 687"/>
                <a:gd name="T42" fmla="*/ 639 w 715"/>
                <a:gd name="T43" fmla="*/ 656 h 687"/>
                <a:gd name="T44" fmla="*/ 74 w 715"/>
                <a:gd name="T45" fmla="*/ 656 h 687"/>
                <a:gd name="T46" fmla="*/ 29 w 715"/>
                <a:gd name="T47" fmla="*/ 611 h 687"/>
                <a:gd name="T48" fmla="*/ 29 w 715"/>
                <a:gd name="T49" fmla="*/ 254 h 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15" h="687">
                  <a:moveTo>
                    <a:pt x="74" y="686"/>
                  </a:moveTo>
                  <a:lnTo>
                    <a:pt x="74" y="686"/>
                  </a:lnTo>
                  <a:cubicBezTo>
                    <a:pt x="639" y="686"/>
                    <a:pt x="639" y="686"/>
                    <a:pt x="639" y="686"/>
                  </a:cubicBezTo>
                  <a:cubicBezTo>
                    <a:pt x="681" y="686"/>
                    <a:pt x="714" y="653"/>
                    <a:pt x="714" y="611"/>
                  </a:cubicBezTo>
                  <a:cubicBezTo>
                    <a:pt x="714" y="254"/>
                    <a:pt x="714" y="254"/>
                    <a:pt x="714" y="254"/>
                  </a:cubicBezTo>
                  <a:cubicBezTo>
                    <a:pt x="714" y="213"/>
                    <a:pt x="681" y="180"/>
                    <a:pt x="639" y="180"/>
                  </a:cubicBezTo>
                  <a:cubicBezTo>
                    <a:pt x="554" y="180"/>
                    <a:pt x="554" y="180"/>
                    <a:pt x="554" y="180"/>
                  </a:cubicBezTo>
                  <a:cubicBezTo>
                    <a:pt x="230" y="3"/>
                    <a:pt x="230" y="3"/>
                    <a:pt x="230" y="3"/>
                  </a:cubicBezTo>
                  <a:cubicBezTo>
                    <a:pt x="223" y="0"/>
                    <a:pt x="213" y="3"/>
                    <a:pt x="209" y="10"/>
                  </a:cubicBezTo>
                  <a:cubicBezTo>
                    <a:pt x="205" y="17"/>
                    <a:pt x="208" y="25"/>
                    <a:pt x="216" y="29"/>
                  </a:cubicBezTo>
                  <a:cubicBezTo>
                    <a:pt x="492" y="180"/>
                    <a:pt x="492" y="180"/>
                    <a:pt x="492" y="180"/>
                  </a:cubicBezTo>
                  <a:cubicBezTo>
                    <a:pt x="74" y="180"/>
                    <a:pt x="74" y="180"/>
                    <a:pt x="74" y="180"/>
                  </a:cubicBezTo>
                  <a:cubicBezTo>
                    <a:pt x="33" y="180"/>
                    <a:pt x="0" y="213"/>
                    <a:pt x="0" y="254"/>
                  </a:cubicBezTo>
                  <a:cubicBezTo>
                    <a:pt x="0" y="611"/>
                    <a:pt x="0" y="611"/>
                    <a:pt x="0" y="611"/>
                  </a:cubicBezTo>
                  <a:cubicBezTo>
                    <a:pt x="0" y="653"/>
                    <a:pt x="33" y="686"/>
                    <a:pt x="74" y="686"/>
                  </a:cubicBezTo>
                  <a:close/>
                  <a:moveTo>
                    <a:pt x="29" y="254"/>
                  </a:moveTo>
                  <a:lnTo>
                    <a:pt x="29" y="254"/>
                  </a:lnTo>
                  <a:cubicBezTo>
                    <a:pt x="29" y="230"/>
                    <a:pt x="49" y="209"/>
                    <a:pt x="74" y="209"/>
                  </a:cubicBezTo>
                  <a:cubicBezTo>
                    <a:pt x="639" y="209"/>
                    <a:pt x="639" y="209"/>
                    <a:pt x="639" y="209"/>
                  </a:cubicBezTo>
                  <a:cubicBezTo>
                    <a:pt x="664" y="209"/>
                    <a:pt x="683" y="230"/>
                    <a:pt x="683" y="254"/>
                  </a:cubicBezTo>
                  <a:cubicBezTo>
                    <a:pt x="683" y="611"/>
                    <a:pt x="683" y="611"/>
                    <a:pt x="683" y="611"/>
                  </a:cubicBezTo>
                  <a:cubicBezTo>
                    <a:pt x="683" y="636"/>
                    <a:pt x="664" y="656"/>
                    <a:pt x="639" y="656"/>
                  </a:cubicBezTo>
                  <a:cubicBezTo>
                    <a:pt x="74" y="656"/>
                    <a:pt x="74" y="656"/>
                    <a:pt x="74" y="656"/>
                  </a:cubicBezTo>
                  <a:cubicBezTo>
                    <a:pt x="49" y="656"/>
                    <a:pt x="29" y="636"/>
                    <a:pt x="29" y="611"/>
                  </a:cubicBezTo>
                  <a:lnTo>
                    <a:pt x="29" y="2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3" name="Freeform 339">
              <a:extLst>
                <a:ext uri="{FF2B5EF4-FFF2-40B4-BE49-F238E27FC236}">
                  <a16:creationId xmlns:a16="http://schemas.microsoft.com/office/drawing/2014/main" id="{BA3AF018-ABAF-847A-0448-9E50DF1CF6C5}"/>
                </a:ext>
              </a:extLst>
            </p:cNvPr>
            <p:cNvSpPr>
              <a:spLocks noChangeArrowheads="1"/>
            </p:cNvSpPr>
            <p:nvPr/>
          </p:nvSpPr>
          <p:spPr bwMode="auto">
            <a:xfrm>
              <a:off x="60325" y="4386263"/>
              <a:ext cx="96838" cy="96837"/>
            </a:xfrm>
            <a:custGeom>
              <a:avLst/>
              <a:gdLst>
                <a:gd name="T0" fmla="*/ 134 w 269"/>
                <a:gd name="T1" fmla="*/ 267 h 268"/>
                <a:gd name="T2" fmla="*/ 134 w 269"/>
                <a:gd name="T3" fmla="*/ 267 h 268"/>
                <a:gd name="T4" fmla="*/ 268 w 269"/>
                <a:gd name="T5" fmla="*/ 133 h 268"/>
                <a:gd name="T6" fmla="*/ 134 w 269"/>
                <a:gd name="T7" fmla="*/ 0 h 268"/>
                <a:gd name="T8" fmla="*/ 0 w 269"/>
                <a:gd name="T9" fmla="*/ 133 h 268"/>
                <a:gd name="T10" fmla="*/ 134 w 269"/>
                <a:gd name="T11" fmla="*/ 267 h 268"/>
                <a:gd name="T12" fmla="*/ 60 w 269"/>
                <a:gd name="T13" fmla="*/ 61 h 268"/>
                <a:gd name="T14" fmla="*/ 60 w 269"/>
                <a:gd name="T15" fmla="*/ 61 h 268"/>
                <a:gd name="T16" fmla="*/ 134 w 269"/>
                <a:gd name="T17" fmla="*/ 30 h 268"/>
                <a:gd name="T18" fmla="*/ 207 w 269"/>
                <a:gd name="T19" fmla="*/ 61 h 268"/>
                <a:gd name="T20" fmla="*/ 237 w 269"/>
                <a:gd name="T21" fmla="*/ 133 h 268"/>
                <a:gd name="T22" fmla="*/ 207 w 269"/>
                <a:gd name="T23" fmla="*/ 207 h 268"/>
                <a:gd name="T24" fmla="*/ 134 w 269"/>
                <a:gd name="T25" fmla="*/ 238 h 268"/>
                <a:gd name="T26" fmla="*/ 60 w 269"/>
                <a:gd name="T27" fmla="*/ 207 h 268"/>
                <a:gd name="T28" fmla="*/ 30 w 269"/>
                <a:gd name="T29" fmla="*/ 133 h 268"/>
                <a:gd name="T30" fmla="*/ 60 w 269"/>
                <a:gd name="T31" fmla="*/ 6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8">
                  <a:moveTo>
                    <a:pt x="134" y="267"/>
                  </a:moveTo>
                  <a:lnTo>
                    <a:pt x="134" y="267"/>
                  </a:lnTo>
                  <a:cubicBezTo>
                    <a:pt x="208" y="267"/>
                    <a:pt x="268" y="207"/>
                    <a:pt x="268" y="133"/>
                  </a:cubicBezTo>
                  <a:cubicBezTo>
                    <a:pt x="268" y="59"/>
                    <a:pt x="208" y="0"/>
                    <a:pt x="134" y="0"/>
                  </a:cubicBezTo>
                  <a:cubicBezTo>
                    <a:pt x="60" y="0"/>
                    <a:pt x="0" y="59"/>
                    <a:pt x="0" y="133"/>
                  </a:cubicBezTo>
                  <a:cubicBezTo>
                    <a:pt x="0" y="207"/>
                    <a:pt x="60" y="267"/>
                    <a:pt x="134" y="267"/>
                  </a:cubicBezTo>
                  <a:close/>
                  <a:moveTo>
                    <a:pt x="60" y="61"/>
                  </a:moveTo>
                  <a:lnTo>
                    <a:pt x="60" y="61"/>
                  </a:lnTo>
                  <a:cubicBezTo>
                    <a:pt x="78" y="41"/>
                    <a:pt x="105" y="30"/>
                    <a:pt x="134" y="30"/>
                  </a:cubicBezTo>
                  <a:cubicBezTo>
                    <a:pt x="162" y="30"/>
                    <a:pt x="189" y="41"/>
                    <a:pt x="207" y="61"/>
                  </a:cubicBezTo>
                  <a:cubicBezTo>
                    <a:pt x="226" y="79"/>
                    <a:pt x="237" y="106"/>
                    <a:pt x="237" y="133"/>
                  </a:cubicBezTo>
                  <a:cubicBezTo>
                    <a:pt x="237" y="163"/>
                    <a:pt x="226" y="189"/>
                    <a:pt x="207" y="207"/>
                  </a:cubicBezTo>
                  <a:cubicBezTo>
                    <a:pt x="189" y="227"/>
                    <a:pt x="162" y="238"/>
                    <a:pt x="134" y="238"/>
                  </a:cubicBezTo>
                  <a:cubicBezTo>
                    <a:pt x="105" y="238"/>
                    <a:pt x="78" y="227"/>
                    <a:pt x="60" y="207"/>
                  </a:cubicBezTo>
                  <a:cubicBezTo>
                    <a:pt x="41" y="189"/>
                    <a:pt x="30" y="163"/>
                    <a:pt x="30" y="133"/>
                  </a:cubicBezTo>
                  <a:cubicBezTo>
                    <a:pt x="30" y="106"/>
                    <a:pt x="41" y="79"/>
                    <a:pt x="60"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4" name="Freeform 340">
              <a:extLst>
                <a:ext uri="{FF2B5EF4-FFF2-40B4-BE49-F238E27FC236}">
                  <a16:creationId xmlns:a16="http://schemas.microsoft.com/office/drawing/2014/main" id="{55F1FA38-1B7B-DB3F-4C59-309F1D71E173}"/>
                </a:ext>
              </a:extLst>
            </p:cNvPr>
            <p:cNvSpPr>
              <a:spLocks noChangeArrowheads="1"/>
            </p:cNvSpPr>
            <p:nvPr/>
          </p:nvSpPr>
          <p:spPr bwMode="auto">
            <a:xfrm>
              <a:off x="177800" y="4386263"/>
              <a:ext cx="76200" cy="11112"/>
            </a:xfrm>
            <a:custGeom>
              <a:avLst/>
              <a:gdLst>
                <a:gd name="T0" fmla="*/ 15 w 210"/>
                <a:gd name="T1" fmla="*/ 30 h 31"/>
                <a:gd name="T2" fmla="*/ 15 w 210"/>
                <a:gd name="T3" fmla="*/ 30 h 31"/>
                <a:gd name="T4" fmla="*/ 193 w 210"/>
                <a:gd name="T5" fmla="*/ 30 h 31"/>
                <a:gd name="T6" fmla="*/ 209 w 210"/>
                <a:gd name="T7" fmla="*/ 15 h 31"/>
                <a:gd name="T8" fmla="*/ 193 w 210"/>
                <a:gd name="T9" fmla="*/ 0 h 31"/>
                <a:gd name="T10" fmla="*/ 15 w 210"/>
                <a:gd name="T11" fmla="*/ 0 h 31"/>
                <a:gd name="T12" fmla="*/ 0 w 210"/>
                <a:gd name="T13" fmla="*/ 15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5"/>
                  </a:cubicBezTo>
                  <a:cubicBezTo>
                    <a:pt x="209" y="7"/>
                    <a:pt x="202" y="0"/>
                    <a:pt x="193"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5" name="Freeform 341">
              <a:extLst>
                <a:ext uri="{FF2B5EF4-FFF2-40B4-BE49-F238E27FC236}">
                  <a16:creationId xmlns:a16="http://schemas.microsoft.com/office/drawing/2014/main" id="{C5903BED-7336-800D-DEEC-A355CE14D3DA}"/>
                </a:ext>
              </a:extLst>
            </p:cNvPr>
            <p:cNvSpPr>
              <a:spLocks noChangeArrowheads="1"/>
            </p:cNvSpPr>
            <p:nvPr/>
          </p:nvSpPr>
          <p:spPr bwMode="auto">
            <a:xfrm>
              <a:off x="177800" y="4429125"/>
              <a:ext cx="76200" cy="11113"/>
            </a:xfrm>
            <a:custGeom>
              <a:avLst/>
              <a:gdLst>
                <a:gd name="T0" fmla="*/ 15 w 210"/>
                <a:gd name="T1" fmla="*/ 30 h 31"/>
                <a:gd name="T2" fmla="*/ 15 w 210"/>
                <a:gd name="T3" fmla="*/ 30 h 31"/>
                <a:gd name="T4" fmla="*/ 193 w 210"/>
                <a:gd name="T5" fmla="*/ 30 h 31"/>
                <a:gd name="T6" fmla="*/ 209 w 210"/>
                <a:gd name="T7" fmla="*/ 14 h 31"/>
                <a:gd name="T8" fmla="*/ 193 w 210"/>
                <a:gd name="T9" fmla="*/ 0 h 31"/>
                <a:gd name="T10" fmla="*/ 15 w 210"/>
                <a:gd name="T11" fmla="*/ 0 h 31"/>
                <a:gd name="T12" fmla="*/ 0 w 210"/>
                <a:gd name="T13" fmla="*/ 14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4"/>
                  </a:cubicBezTo>
                  <a:cubicBezTo>
                    <a:pt x="209" y="7"/>
                    <a:pt x="202" y="0"/>
                    <a:pt x="193"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2">
              <a:extLst>
                <a:ext uri="{FF2B5EF4-FFF2-40B4-BE49-F238E27FC236}">
                  <a16:creationId xmlns:a16="http://schemas.microsoft.com/office/drawing/2014/main" id="{DA702E3D-00F1-4096-B173-F30591132229}"/>
                </a:ext>
              </a:extLst>
            </p:cNvPr>
            <p:cNvSpPr>
              <a:spLocks noChangeArrowheads="1"/>
            </p:cNvSpPr>
            <p:nvPr/>
          </p:nvSpPr>
          <p:spPr bwMode="auto">
            <a:xfrm>
              <a:off x="177800" y="4471988"/>
              <a:ext cx="76200" cy="11112"/>
            </a:xfrm>
            <a:custGeom>
              <a:avLst/>
              <a:gdLst>
                <a:gd name="T0" fmla="*/ 15 w 210"/>
                <a:gd name="T1" fmla="*/ 29 h 30"/>
                <a:gd name="T2" fmla="*/ 15 w 210"/>
                <a:gd name="T3" fmla="*/ 29 h 30"/>
                <a:gd name="T4" fmla="*/ 193 w 210"/>
                <a:gd name="T5" fmla="*/ 29 h 30"/>
                <a:gd name="T6" fmla="*/ 209 w 210"/>
                <a:gd name="T7" fmla="*/ 15 h 30"/>
                <a:gd name="T8" fmla="*/ 193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3" y="29"/>
                    <a:pt x="193" y="29"/>
                    <a:pt x="193" y="29"/>
                  </a:cubicBezTo>
                  <a:cubicBezTo>
                    <a:pt x="202" y="29"/>
                    <a:pt x="209" y="24"/>
                    <a:pt x="209" y="15"/>
                  </a:cubicBezTo>
                  <a:cubicBezTo>
                    <a:pt x="209" y="7"/>
                    <a:pt x="202" y="0"/>
                    <a:pt x="193"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A7867DBD-3967-4FA4-C337-A17F0FB6EBC8}"/>
              </a:ext>
            </a:extLst>
          </p:cNvPr>
          <p:cNvGrpSpPr/>
          <p:nvPr/>
        </p:nvGrpSpPr>
        <p:grpSpPr>
          <a:xfrm>
            <a:off x="10235281" y="4480620"/>
            <a:ext cx="257175" cy="258762"/>
            <a:chOff x="9207500" y="4814888"/>
            <a:chExt cx="257175" cy="258762"/>
          </a:xfrm>
          <a:solidFill>
            <a:schemeClr val="tx2"/>
          </a:solidFill>
        </p:grpSpPr>
        <p:sp>
          <p:nvSpPr>
            <p:cNvPr id="418" name="Freeform 343">
              <a:extLst>
                <a:ext uri="{FF2B5EF4-FFF2-40B4-BE49-F238E27FC236}">
                  <a16:creationId xmlns:a16="http://schemas.microsoft.com/office/drawing/2014/main" id="{76F7DA37-38F5-7F6A-86EA-76A4FD8D29D5}"/>
                </a:ext>
              </a:extLst>
            </p:cNvPr>
            <p:cNvSpPr>
              <a:spLocks noChangeArrowheads="1"/>
            </p:cNvSpPr>
            <p:nvPr/>
          </p:nvSpPr>
          <p:spPr bwMode="auto">
            <a:xfrm>
              <a:off x="9207500" y="4814888"/>
              <a:ext cx="257175" cy="258762"/>
            </a:xfrm>
            <a:custGeom>
              <a:avLst/>
              <a:gdLst>
                <a:gd name="T0" fmla="*/ 700 w 715"/>
                <a:gd name="T1" fmla="*/ 327 h 717"/>
                <a:gd name="T2" fmla="*/ 700 w 715"/>
                <a:gd name="T3" fmla="*/ 327 h 717"/>
                <a:gd name="T4" fmla="*/ 685 w 715"/>
                <a:gd name="T5" fmla="*/ 327 h 717"/>
                <a:gd name="T6" fmla="*/ 60 w 715"/>
                <a:gd name="T7" fmla="*/ 327 h 717"/>
                <a:gd name="T8" fmla="*/ 60 w 715"/>
                <a:gd name="T9" fmla="*/ 134 h 717"/>
                <a:gd name="T10" fmla="*/ 60 w 715"/>
                <a:gd name="T11" fmla="*/ 134 h 717"/>
                <a:gd name="T12" fmla="*/ 60 w 715"/>
                <a:gd name="T13" fmla="*/ 90 h 717"/>
                <a:gd name="T14" fmla="*/ 78 w 715"/>
                <a:gd name="T15" fmla="*/ 46 h 717"/>
                <a:gd name="T16" fmla="*/ 120 w 715"/>
                <a:gd name="T17" fmla="*/ 30 h 717"/>
                <a:gd name="T18" fmla="*/ 162 w 715"/>
                <a:gd name="T19" fmla="*/ 46 h 717"/>
                <a:gd name="T20" fmla="*/ 178 w 715"/>
                <a:gd name="T21" fmla="*/ 90 h 717"/>
                <a:gd name="T22" fmla="*/ 178 w 715"/>
                <a:gd name="T23" fmla="*/ 103 h 717"/>
                <a:gd name="T24" fmla="*/ 194 w 715"/>
                <a:gd name="T25" fmla="*/ 119 h 717"/>
                <a:gd name="T26" fmla="*/ 209 w 715"/>
                <a:gd name="T27" fmla="*/ 103 h 717"/>
                <a:gd name="T28" fmla="*/ 209 w 715"/>
                <a:gd name="T29" fmla="*/ 90 h 717"/>
                <a:gd name="T30" fmla="*/ 120 w 715"/>
                <a:gd name="T31" fmla="*/ 0 h 717"/>
                <a:gd name="T32" fmla="*/ 30 w 715"/>
                <a:gd name="T33" fmla="*/ 90 h 717"/>
                <a:gd name="T34" fmla="*/ 30 w 715"/>
                <a:gd name="T35" fmla="*/ 134 h 717"/>
                <a:gd name="T36" fmla="*/ 30 w 715"/>
                <a:gd name="T37" fmla="*/ 327 h 717"/>
                <a:gd name="T38" fmla="*/ 15 w 715"/>
                <a:gd name="T39" fmla="*/ 327 h 717"/>
                <a:gd name="T40" fmla="*/ 0 w 715"/>
                <a:gd name="T41" fmla="*/ 342 h 717"/>
                <a:gd name="T42" fmla="*/ 15 w 715"/>
                <a:gd name="T43" fmla="*/ 357 h 717"/>
                <a:gd name="T44" fmla="*/ 30 w 715"/>
                <a:gd name="T45" fmla="*/ 357 h 717"/>
                <a:gd name="T46" fmla="*/ 30 w 715"/>
                <a:gd name="T47" fmla="*/ 461 h 717"/>
                <a:gd name="T48" fmla="*/ 173 w 715"/>
                <a:gd name="T49" fmla="*/ 647 h 717"/>
                <a:gd name="T50" fmla="*/ 150 w 715"/>
                <a:gd name="T51" fmla="*/ 692 h 717"/>
                <a:gd name="T52" fmla="*/ 157 w 715"/>
                <a:gd name="T53" fmla="*/ 713 h 717"/>
                <a:gd name="T54" fmla="*/ 177 w 715"/>
                <a:gd name="T55" fmla="*/ 706 h 717"/>
                <a:gd name="T56" fmla="*/ 203 w 715"/>
                <a:gd name="T57" fmla="*/ 653 h 717"/>
                <a:gd name="T58" fmla="*/ 223 w 715"/>
                <a:gd name="T59" fmla="*/ 654 h 717"/>
                <a:gd name="T60" fmla="*/ 491 w 715"/>
                <a:gd name="T61" fmla="*/ 654 h 717"/>
                <a:gd name="T62" fmla="*/ 512 w 715"/>
                <a:gd name="T63" fmla="*/ 653 h 717"/>
                <a:gd name="T64" fmla="*/ 537 w 715"/>
                <a:gd name="T65" fmla="*/ 706 h 717"/>
                <a:gd name="T66" fmla="*/ 558 w 715"/>
                <a:gd name="T67" fmla="*/ 713 h 717"/>
                <a:gd name="T68" fmla="*/ 565 w 715"/>
                <a:gd name="T69" fmla="*/ 692 h 717"/>
                <a:gd name="T70" fmla="*/ 541 w 715"/>
                <a:gd name="T71" fmla="*/ 647 h 717"/>
                <a:gd name="T72" fmla="*/ 685 w 715"/>
                <a:gd name="T73" fmla="*/ 461 h 717"/>
                <a:gd name="T74" fmla="*/ 685 w 715"/>
                <a:gd name="T75" fmla="*/ 357 h 717"/>
                <a:gd name="T76" fmla="*/ 700 w 715"/>
                <a:gd name="T77" fmla="*/ 357 h 717"/>
                <a:gd name="T78" fmla="*/ 714 w 715"/>
                <a:gd name="T79" fmla="*/ 342 h 717"/>
                <a:gd name="T80" fmla="*/ 700 w 715"/>
                <a:gd name="T81" fmla="*/ 327 h 717"/>
                <a:gd name="T82" fmla="*/ 655 w 715"/>
                <a:gd name="T83" fmla="*/ 461 h 717"/>
                <a:gd name="T84" fmla="*/ 655 w 715"/>
                <a:gd name="T85" fmla="*/ 461 h 717"/>
                <a:gd name="T86" fmla="*/ 606 w 715"/>
                <a:gd name="T87" fmla="*/ 576 h 717"/>
                <a:gd name="T88" fmla="*/ 491 w 715"/>
                <a:gd name="T89" fmla="*/ 625 h 717"/>
                <a:gd name="T90" fmla="*/ 223 w 715"/>
                <a:gd name="T91" fmla="*/ 625 h 717"/>
                <a:gd name="T92" fmla="*/ 107 w 715"/>
                <a:gd name="T93" fmla="*/ 576 h 717"/>
                <a:gd name="T94" fmla="*/ 60 w 715"/>
                <a:gd name="T95" fmla="*/ 461 h 717"/>
                <a:gd name="T96" fmla="*/ 60 w 715"/>
                <a:gd name="T97" fmla="*/ 357 h 717"/>
                <a:gd name="T98" fmla="*/ 655 w 715"/>
                <a:gd name="T99" fmla="*/ 357 h 717"/>
                <a:gd name="T100" fmla="*/ 655 w 715"/>
                <a:gd name="T101" fmla="*/ 46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7">
                  <a:moveTo>
                    <a:pt x="700" y="327"/>
                  </a:moveTo>
                  <a:lnTo>
                    <a:pt x="700" y="327"/>
                  </a:lnTo>
                  <a:cubicBezTo>
                    <a:pt x="685" y="327"/>
                    <a:pt x="685" y="327"/>
                    <a:pt x="685" y="327"/>
                  </a:cubicBezTo>
                  <a:cubicBezTo>
                    <a:pt x="60" y="327"/>
                    <a:pt x="60" y="327"/>
                    <a:pt x="60" y="327"/>
                  </a:cubicBezTo>
                  <a:cubicBezTo>
                    <a:pt x="60" y="134"/>
                    <a:pt x="60" y="134"/>
                    <a:pt x="60" y="134"/>
                  </a:cubicBezTo>
                  <a:lnTo>
                    <a:pt x="60" y="134"/>
                  </a:lnTo>
                  <a:cubicBezTo>
                    <a:pt x="60" y="90"/>
                    <a:pt x="60" y="90"/>
                    <a:pt x="60" y="90"/>
                  </a:cubicBezTo>
                  <a:cubicBezTo>
                    <a:pt x="60" y="73"/>
                    <a:pt x="67" y="57"/>
                    <a:pt x="78" y="46"/>
                  </a:cubicBezTo>
                  <a:cubicBezTo>
                    <a:pt x="88" y="37"/>
                    <a:pt x="103" y="30"/>
                    <a:pt x="120" y="30"/>
                  </a:cubicBezTo>
                  <a:cubicBezTo>
                    <a:pt x="136" y="30"/>
                    <a:pt x="150" y="37"/>
                    <a:pt x="162" y="46"/>
                  </a:cubicBezTo>
                  <a:cubicBezTo>
                    <a:pt x="173" y="57"/>
                    <a:pt x="178" y="73"/>
                    <a:pt x="178" y="90"/>
                  </a:cubicBezTo>
                  <a:cubicBezTo>
                    <a:pt x="178" y="103"/>
                    <a:pt x="178" y="103"/>
                    <a:pt x="178" y="103"/>
                  </a:cubicBezTo>
                  <a:cubicBezTo>
                    <a:pt x="178" y="112"/>
                    <a:pt x="185" y="119"/>
                    <a:pt x="194" y="119"/>
                  </a:cubicBezTo>
                  <a:cubicBezTo>
                    <a:pt x="202" y="119"/>
                    <a:pt x="209" y="112"/>
                    <a:pt x="209" y="103"/>
                  </a:cubicBezTo>
                  <a:cubicBezTo>
                    <a:pt x="209" y="90"/>
                    <a:pt x="209" y="90"/>
                    <a:pt x="209" y="90"/>
                  </a:cubicBezTo>
                  <a:cubicBezTo>
                    <a:pt x="209" y="39"/>
                    <a:pt x="169" y="0"/>
                    <a:pt x="120" y="0"/>
                  </a:cubicBezTo>
                  <a:cubicBezTo>
                    <a:pt x="69" y="0"/>
                    <a:pt x="30" y="39"/>
                    <a:pt x="30" y="90"/>
                  </a:cubicBezTo>
                  <a:cubicBezTo>
                    <a:pt x="30" y="134"/>
                    <a:pt x="30" y="134"/>
                    <a:pt x="30" y="134"/>
                  </a:cubicBezTo>
                  <a:cubicBezTo>
                    <a:pt x="30" y="327"/>
                    <a:pt x="30" y="327"/>
                    <a:pt x="30" y="327"/>
                  </a:cubicBezTo>
                  <a:cubicBezTo>
                    <a:pt x="15" y="327"/>
                    <a:pt x="15" y="327"/>
                    <a:pt x="15" y="327"/>
                  </a:cubicBezTo>
                  <a:cubicBezTo>
                    <a:pt x="7" y="327"/>
                    <a:pt x="0" y="334"/>
                    <a:pt x="0" y="342"/>
                  </a:cubicBezTo>
                  <a:cubicBezTo>
                    <a:pt x="0" y="350"/>
                    <a:pt x="7" y="357"/>
                    <a:pt x="15" y="357"/>
                  </a:cubicBezTo>
                  <a:cubicBezTo>
                    <a:pt x="30" y="357"/>
                    <a:pt x="30" y="357"/>
                    <a:pt x="30" y="357"/>
                  </a:cubicBezTo>
                  <a:cubicBezTo>
                    <a:pt x="30" y="461"/>
                    <a:pt x="30" y="461"/>
                    <a:pt x="30" y="461"/>
                  </a:cubicBezTo>
                  <a:cubicBezTo>
                    <a:pt x="30" y="550"/>
                    <a:pt x="90" y="625"/>
                    <a:pt x="173" y="647"/>
                  </a:cubicBezTo>
                  <a:cubicBezTo>
                    <a:pt x="150" y="692"/>
                    <a:pt x="150" y="692"/>
                    <a:pt x="150" y="692"/>
                  </a:cubicBezTo>
                  <a:cubicBezTo>
                    <a:pt x="148" y="699"/>
                    <a:pt x="150" y="709"/>
                    <a:pt x="157" y="713"/>
                  </a:cubicBezTo>
                  <a:cubicBezTo>
                    <a:pt x="164" y="716"/>
                    <a:pt x="174" y="713"/>
                    <a:pt x="177" y="706"/>
                  </a:cubicBezTo>
                  <a:cubicBezTo>
                    <a:pt x="203" y="653"/>
                    <a:pt x="203" y="653"/>
                    <a:pt x="203" y="653"/>
                  </a:cubicBezTo>
                  <a:cubicBezTo>
                    <a:pt x="210" y="654"/>
                    <a:pt x="217" y="654"/>
                    <a:pt x="223" y="654"/>
                  </a:cubicBezTo>
                  <a:cubicBezTo>
                    <a:pt x="491" y="654"/>
                    <a:pt x="491" y="654"/>
                    <a:pt x="491" y="654"/>
                  </a:cubicBezTo>
                  <a:cubicBezTo>
                    <a:pt x="498" y="654"/>
                    <a:pt x="505" y="654"/>
                    <a:pt x="512" y="653"/>
                  </a:cubicBezTo>
                  <a:cubicBezTo>
                    <a:pt x="537" y="706"/>
                    <a:pt x="537" y="706"/>
                    <a:pt x="537" y="706"/>
                  </a:cubicBezTo>
                  <a:cubicBezTo>
                    <a:pt x="541" y="713"/>
                    <a:pt x="551" y="716"/>
                    <a:pt x="558" y="713"/>
                  </a:cubicBezTo>
                  <a:cubicBezTo>
                    <a:pt x="565" y="709"/>
                    <a:pt x="567" y="699"/>
                    <a:pt x="565" y="692"/>
                  </a:cubicBezTo>
                  <a:cubicBezTo>
                    <a:pt x="541" y="647"/>
                    <a:pt x="541" y="647"/>
                    <a:pt x="541" y="647"/>
                  </a:cubicBezTo>
                  <a:cubicBezTo>
                    <a:pt x="625" y="625"/>
                    <a:pt x="685" y="550"/>
                    <a:pt x="685" y="461"/>
                  </a:cubicBezTo>
                  <a:cubicBezTo>
                    <a:pt x="685" y="357"/>
                    <a:pt x="685" y="357"/>
                    <a:pt x="685" y="357"/>
                  </a:cubicBezTo>
                  <a:cubicBezTo>
                    <a:pt x="700" y="357"/>
                    <a:pt x="700" y="357"/>
                    <a:pt x="700" y="357"/>
                  </a:cubicBezTo>
                  <a:cubicBezTo>
                    <a:pt x="708" y="357"/>
                    <a:pt x="714" y="350"/>
                    <a:pt x="714" y="342"/>
                  </a:cubicBezTo>
                  <a:cubicBezTo>
                    <a:pt x="714" y="334"/>
                    <a:pt x="708" y="327"/>
                    <a:pt x="700" y="327"/>
                  </a:cubicBezTo>
                  <a:close/>
                  <a:moveTo>
                    <a:pt x="655" y="461"/>
                  </a:moveTo>
                  <a:lnTo>
                    <a:pt x="655" y="461"/>
                  </a:lnTo>
                  <a:cubicBezTo>
                    <a:pt x="655" y="507"/>
                    <a:pt x="637" y="547"/>
                    <a:pt x="606" y="576"/>
                  </a:cubicBezTo>
                  <a:cubicBezTo>
                    <a:pt x="577" y="607"/>
                    <a:pt x="537" y="625"/>
                    <a:pt x="491" y="625"/>
                  </a:cubicBezTo>
                  <a:cubicBezTo>
                    <a:pt x="223" y="625"/>
                    <a:pt x="223" y="625"/>
                    <a:pt x="223" y="625"/>
                  </a:cubicBezTo>
                  <a:cubicBezTo>
                    <a:pt x="178" y="625"/>
                    <a:pt x="138" y="607"/>
                    <a:pt x="107" y="576"/>
                  </a:cubicBezTo>
                  <a:cubicBezTo>
                    <a:pt x="78" y="547"/>
                    <a:pt x="60" y="507"/>
                    <a:pt x="60" y="461"/>
                  </a:cubicBezTo>
                  <a:cubicBezTo>
                    <a:pt x="60" y="357"/>
                    <a:pt x="60" y="357"/>
                    <a:pt x="60" y="357"/>
                  </a:cubicBezTo>
                  <a:cubicBezTo>
                    <a:pt x="655" y="357"/>
                    <a:pt x="655" y="357"/>
                    <a:pt x="655" y="357"/>
                  </a:cubicBezTo>
                  <a:lnTo>
                    <a:pt x="655" y="46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4">
              <a:extLst>
                <a:ext uri="{FF2B5EF4-FFF2-40B4-BE49-F238E27FC236}">
                  <a16:creationId xmlns:a16="http://schemas.microsoft.com/office/drawing/2014/main" id="{6A915ADB-89E7-C79E-95E5-404FF177E7B4}"/>
                </a:ext>
              </a:extLst>
            </p:cNvPr>
            <p:cNvSpPr>
              <a:spLocks noChangeArrowheads="1"/>
            </p:cNvSpPr>
            <p:nvPr/>
          </p:nvSpPr>
          <p:spPr bwMode="auto">
            <a:xfrm>
              <a:off x="9261475" y="4879975"/>
              <a:ext cx="11113" cy="20638"/>
            </a:xfrm>
            <a:custGeom>
              <a:avLst/>
              <a:gdLst>
                <a:gd name="T0" fmla="*/ 0 w 30"/>
                <a:gd name="T1" fmla="*/ 14 h 59"/>
                <a:gd name="T2" fmla="*/ 0 w 30"/>
                <a:gd name="T3" fmla="*/ 14 h 59"/>
                <a:gd name="T4" fmla="*/ 0 w 30"/>
                <a:gd name="T5" fmla="*/ 44 h 59"/>
                <a:gd name="T6" fmla="*/ 15 w 30"/>
                <a:gd name="T7" fmla="*/ 58 h 59"/>
                <a:gd name="T8" fmla="*/ 29 w 30"/>
                <a:gd name="T9" fmla="*/ 44 h 59"/>
                <a:gd name="T10" fmla="*/ 29 w 30"/>
                <a:gd name="T11" fmla="*/ 14 h 59"/>
                <a:gd name="T12" fmla="*/ 15 w 30"/>
                <a:gd name="T13" fmla="*/ 0 h 59"/>
                <a:gd name="T14" fmla="*/ 0 w 30"/>
                <a:gd name="T15" fmla="*/ 1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0" y="14"/>
                  </a:moveTo>
                  <a:lnTo>
                    <a:pt x="0" y="14"/>
                  </a:lnTo>
                  <a:cubicBezTo>
                    <a:pt x="0" y="44"/>
                    <a:pt x="0" y="44"/>
                    <a:pt x="0" y="44"/>
                  </a:cubicBezTo>
                  <a:cubicBezTo>
                    <a:pt x="0" y="53"/>
                    <a:pt x="7" y="58"/>
                    <a:pt x="15" y="58"/>
                  </a:cubicBezTo>
                  <a:cubicBezTo>
                    <a:pt x="24" y="58"/>
                    <a:pt x="29" y="53"/>
                    <a:pt x="29" y="44"/>
                  </a:cubicBezTo>
                  <a:cubicBezTo>
                    <a:pt x="29" y="14"/>
                    <a:pt x="29" y="14"/>
                    <a:pt x="29" y="14"/>
                  </a:cubicBezTo>
                  <a:cubicBezTo>
                    <a:pt x="29" y="5"/>
                    <a:pt x="24" y="0"/>
                    <a:pt x="15" y="0"/>
                  </a:cubicBezTo>
                  <a:cubicBezTo>
                    <a:pt x="7"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45">
              <a:extLst>
                <a:ext uri="{FF2B5EF4-FFF2-40B4-BE49-F238E27FC236}">
                  <a16:creationId xmlns:a16="http://schemas.microsoft.com/office/drawing/2014/main" id="{0602318D-FF71-DB2E-8585-6BB14A442C4E}"/>
                </a:ext>
              </a:extLst>
            </p:cNvPr>
            <p:cNvSpPr>
              <a:spLocks noChangeArrowheads="1"/>
            </p:cNvSpPr>
            <p:nvPr/>
          </p:nvSpPr>
          <p:spPr bwMode="auto">
            <a:xfrm>
              <a:off x="9283700" y="4900613"/>
              <a:ext cx="11113" cy="22225"/>
            </a:xfrm>
            <a:custGeom>
              <a:avLst/>
              <a:gdLst>
                <a:gd name="T0" fmla="*/ 14 w 30"/>
                <a:gd name="T1" fmla="*/ 0 h 61"/>
                <a:gd name="T2" fmla="*/ 14 w 30"/>
                <a:gd name="T3" fmla="*/ 0 h 61"/>
                <a:gd name="T4" fmla="*/ 0 w 30"/>
                <a:gd name="T5" fmla="*/ 16 h 61"/>
                <a:gd name="T6" fmla="*/ 0 w 30"/>
                <a:gd name="T7" fmla="*/ 45 h 61"/>
                <a:gd name="T8" fmla="*/ 14 w 30"/>
                <a:gd name="T9" fmla="*/ 60 h 61"/>
                <a:gd name="T10" fmla="*/ 29 w 30"/>
                <a:gd name="T11" fmla="*/ 45 h 61"/>
                <a:gd name="T12" fmla="*/ 29 w 30"/>
                <a:gd name="T13" fmla="*/ 16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6" y="0"/>
                    <a:pt x="0" y="7"/>
                    <a:pt x="0" y="16"/>
                  </a:cubicBezTo>
                  <a:cubicBezTo>
                    <a:pt x="0" y="45"/>
                    <a:pt x="0" y="45"/>
                    <a:pt x="0" y="45"/>
                  </a:cubicBezTo>
                  <a:cubicBezTo>
                    <a:pt x="0" y="53"/>
                    <a:pt x="6" y="60"/>
                    <a:pt x="14" y="60"/>
                  </a:cubicBezTo>
                  <a:cubicBezTo>
                    <a:pt x="22" y="60"/>
                    <a:pt x="29" y="53"/>
                    <a:pt x="29" y="45"/>
                  </a:cubicBezTo>
                  <a:cubicBezTo>
                    <a:pt x="29" y="16"/>
                    <a:pt x="29" y="16"/>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1" name="Freeform 346">
              <a:extLst>
                <a:ext uri="{FF2B5EF4-FFF2-40B4-BE49-F238E27FC236}">
                  <a16:creationId xmlns:a16="http://schemas.microsoft.com/office/drawing/2014/main" id="{41AF6539-CA98-92F5-8FB7-5CFFC1B205B8}"/>
                </a:ext>
              </a:extLst>
            </p:cNvPr>
            <p:cNvSpPr>
              <a:spLocks noChangeArrowheads="1"/>
            </p:cNvSpPr>
            <p:nvPr/>
          </p:nvSpPr>
          <p:spPr bwMode="auto">
            <a:xfrm>
              <a:off x="9283700" y="4868863"/>
              <a:ext cx="11113" cy="22225"/>
            </a:xfrm>
            <a:custGeom>
              <a:avLst/>
              <a:gdLst>
                <a:gd name="T0" fmla="*/ 29 w 30"/>
                <a:gd name="T1" fmla="*/ 15 h 61"/>
                <a:gd name="T2" fmla="*/ 29 w 30"/>
                <a:gd name="T3" fmla="*/ 15 h 61"/>
                <a:gd name="T4" fmla="*/ 14 w 30"/>
                <a:gd name="T5" fmla="*/ 0 h 61"/>
                <a:gd name="T6" fmla="*/ 0 w 30"/>
                <a:gd name="T7" fmla="*/ 15 h 61"/>
                <a:gd name="T8" fmla="*/ 0 w 30"/>
                <a:gd name="T9" fmla="*/ 45 h 61"/>
                <a:gd name="T10" fmla="*/ 14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2" y="0"/>
                    <a:pt x="14" y="0"/>
                  </a:cubicBezTo>
                  <a:cubicBezTo>
                    <a:pt x="6" y="0"/>
                    <a:pt x="0" y="7"/>
                    <a:pt x="0" y="15"/>
                  </a:cubicBezTo>
                  <a:cubicBezTo>
                    <a:pt x="0" y="45"/>
                    <a:pt x="0" y="45"/>
                    <a:pt x="0" y="45"/>
                  </a:cubicBezTo>
                  <a:cubicBezTo>
                    <a:pt x="0" y="53"/>
                    <a:pt x="6" y="60"/>
                    <a:pt x="14" y="60"/>
                  </a:cubicBezTo>
                  <a:cubicBezTo>
                    <a:pt x="22"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2" name="Group 425">
            <a:extLst>
              <a:ext uri="{FF2B5EF4-FFF2-40B4-BE49-F238E27FC236}">
                <a16:creationId xmlns:a16="http://schemas.microsoft.com/office/drawing/2014/main" id="{48958F2F-7DE1-419A-73DD-981E2DD25120}"/>
              </a:ext>
            </a:extLst>
          </p:cNvPr>
          <p:cNvGrpSpPr/>
          <p:nvPr/>
        </p:nvGrpSpPr>
        <p:grpSpPr>
          <a:xfrm>
            <a:off x="9235156" y="5511701"/>
            <a:ext cx="182563" cy="257175"/>
            <a:chOff x="8207375" y="5819775"/>
            <a:chExt cx="182563" cy="257175"/>
          </a:xfrm>
          <a:solidFill>
            <a:schemeClr val="tx2"/>
          </a:solidFill>
        </p:grpSpPr>
        <p:sp>
          <p:nvSpPr>
            <p:cNvPr id="423" name="Freeform 347">
              <a:extLst>
                <a:ext uri="{FF2B5EF4-FFF2-40B4-BE49-F238E27FC236}">
                  <a16:creationId xmlns:a16="http://schemas.microsoft.com/office/drawing/2014/main" id="{549C4847-B5A5-0B2C-9ED4-A5FC775BCA8C}"/>
                </a:ext>
              </a:extLst>
            </p:cNvPr>
            <p:cNvSpPr>
              <a:spLocks noChangeArrowheads="1"/>
            </p:cNvSpPr>
            <p:nvPr/>
          </p:nvSpPr>
          <p:spPr bwMode="auto">
            <a:xfrm>
              <a:off x="8207375" y="5819775"/>
              <a:ext cx="96838" cy="255588"/>
            </a:xfrm>
            <a:custGeom>
              <a:avLst/>
              <a:gdLst>
                <a:gd name="T0" fmla="*/ 134 w 269"/>
                <a:gd name="T1" fmla="*/ 707 h 708"/>
                <a:gd name="T2" fmla="*/ 134 w 269"/>
                <a:gd name="T3" fmla="*/ 707 h 708"/>
                <a:gd name="T4" fmla="*/ 179 w 269"/>
                <a:gd name="T5" fmla="*/ 662 h 708"/>
                <a:gd name="T6" fmla="*/ 179 w 269"/>
                <a:gd name="T7" fmla="*/ 367 h 708"/>
                <a:gd name="T8" fmla="*/ 214 w 269"/>
                <a:gd name="T9" fmla="*/ 319 h 708"/>
                <a:gd name="T10" fmla="*/ 268 w 269"/>
                <a:gd name="T11" fmla="*/ 244 h 708"/>
                <a:gd name="T12" fmla="*/ 268 w 269"/>
                <a:gd name="T13" fmla="*/ 15 h 708"/>
                <a:gd name="T14" fmla="*/ 254 w 269"/>
                <a:gd name="T15" fmla="*/ 0 h 708"/>
                <a:gd name="T16" fmla="*/ 239 w 269"/>
                <a:gd name="T17" fmla="*/ 15 h 708"/>
                <a:gd name="T18" fmla="*/ 239 w 269"/>
                <a:gd name="T19" fmla="*/ 15 h 708"/>
                <a:gd name="T20" fmla="*/ 239 w 269"/>
                <a:gd name="T21" fmla="*/ 244 h 708"/>
                <a:gd name="T22" fmla="*/ 204 w 269"/>
                <a:gd name="T23" fmla="*/ 291 h 708"/>
                <a:gd name="T24" fmla="*/ 149 w 269"/>
                <a:gd name="T25" fmla="*/ 367 h 708"/>
                <a:gd name="T26" fmla="*/ 149 w 269"/>
                <a:gd name="T27" fmla="*/ 662 h 708"/>
                <a:gd name="T28" fmla="*/ 134 w 269"/>
                <a:gd name="T29" fmla="*/ 678 h 708"/>
                <a:gd name="T30" fmla="*/ 120 w 269"/>
                <a:gd name="T31" fmla="*/ 662 h 708"/>
                <a:gd name="T32" fmla="*/ 120 w 269"/>
                <a:gd name="T33" fmla="*/ 367 h 708"/>
                <a:gd name="T34" fmla="*/ 64 w 269"/>
                <a:gd name="T35" fmla="*/ 291 h 708"/>
                <a:gd name="T36" fmla="*/ 31 w 269"/>
                <a:gd name="T37" fmla="*/ 244 h 708"/>
                <a:gd name="T38" fmla="*/ 31 w 269"/>
                <a:gd name="T39" fmla="*/ 15 h 708"/>
                <a:gd name="T40" fmla="*/ 16 w 269"/>
                <a:gd name="T41" fmla="*/ 0 h 708"/>
                <a:gd name="T42" fmla="*/ 0 w 269"/>
                <a:gd name="T43" fmla="*/ 15 h 708"/>
                <a:gd name="T44" fmla="*/ 0 w 269"/>
                <a:gd name="T45" fmla="*/ 244 h 708"/>
                <a:gd name="T46" fmla="*/ 56 w 269"/>
                <a:gd name="T47" fmla="*/ 319 h 708"/>
                <a:gd name="T48" fmla="*/ 90 w 269"/>
                <a:gd name="T49" fmla="*/ 367 h 708"/>
                <a:gd name="T50" fmla="*/ 90 w 269"/>
                <a:gd name="T51" fmla="*/ 662 h 708"/>
                <a:gd name="T52" fmla="*/ 134 w 269"/>
                <a:gd name="T53" fmla="*/ 7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69" h="708">
                  <a:moveTo>
                    <a:pt x="134" y="707"/>
                  </a:moveTo>
                  <a:lnTo>
                    <a:pt x="134" y="707"/>
                  </a:lnTo>
                  <a:cubicBezTo>
                    <a:pt x="159" y="707"/>
                    <a:pt x="179" y="687"/>
                    <a:pt x="179" y="662"/>
                  </a:cubicBezTo>
                  <a:cubicBezTo>
                    <a:pt x="179" y="367"/>
                    <a:pt x="179" y="367"/>
                    <a:pt x="179" y="367"/>
                  </a:cubicBezTo>
                  <a:cubicBezTo>
                    <a:pt x="179" y="346"/>
                    <a:pt x="193" y="326"/>
                    <a:pt x="214" y="319"/>
                  </a:cubicBezTo>
                  <a:cubicBezTo>
                    <a:pt x="247" y="308"/>
                    <a:pt x="268" y="277"/>
                    <a:pt x="268" y="244"/>
                  </a:cubicBezTo>
                  <a:cubicBezTo>
                    <a:pt x="268" y="15"/>
                    <a:pt x="268" y="15"/>
                    <a:pt x="268" y="15"/>
                  </a:cubicBezTo>
                  <a:cubicBezTo>
                    <a:pt x="268" y="7"/>
                    <a:pt x="262" y="0"/>
                    <a:pt x="254" y="0"/>
                  </a:cubicBezTo>
                  <a:cubicBezTo>
                    <a:pt x="246" y="0"/>
                    <a:pt x="239" y="7"/>
                    <a:pt x="239" y="15"/>
                  </a:cubicBezTo>
                  <a:lnTo>
                    <a:pt x="239" y="15"/>
                  </a:lnTo>
                  <a:cubicBezTo>
                    <a:pt x="239" y="244"/>
                    <a:pt x="239" y="244"/>
                    <a:pt x="239" y="244"/>
                  </a:cubicBezTo>
                  <a:cubicBezTo>
                    <a:pt x="239" y="265"/>
                    <a:pt x="225" y="284"/>
                    <a:pt x="204" y="291"/>
                  </a:cubicBezTo>
                  <a:cubicBezTo>
                    <a:pt x="172" y="302"/>
                    <a:pt x="149" y="333"/>
                    <a:pt x="149" y="367"/>
                  </a:cubicBezTo>
                  <a:cubicBezTo>
                    <a:pt x="149" y="662"/>
                    <a:pt x="149" y="662"/>
                    <a:pt x="149" y="662"/>
                  </a:cubicBezTo>
                  <a:cubicBezTo>
                    <a:pt x="149" y="671"/>
                    <a:pt x="143" y="678"/>
                    <a:pt x="134" y="678"/>
                  </a:cubicBezTo>
                  <a:cubicBezTo>
                    <a:pt x="126" y="678"/>
                    <a:pt x="120" y="671"/>
                    <a:pt x="120" y="662"/>
                  </a:cubicBezTo>
                  <a:cubicBezTo>
                    <a:pt x="120" y="367"/>
                    <a:pt x="120" y="367"/>
                    <a:pt x="120" y="367"/>
                  </a:cubicBezTo>
                  <a:cubicBezTo>
                    <a:pt x="120" y="333"/>
                    <a:pt x="98" y="302"/>
                    <a:pt x="64" y="291"/>
                  </a:cubicBezTo>
                  <a:cubicBezTo>
                    <a:pt x="45" y="284"/>
                    <a:pt x="31" y="265"/>
                    <a:pt x="31" y="244"/>
                  </a:cubicBezTo>
                  <a:cubicBezTo>
                    <a:pt x="31" y="15"/>
                    <a:pt x="31" y="15"/>
                    <a:pt x="31" y="15"/>
                  </a:cubicBezTo>
                  <a:cubicBezTo>
                    <a:pt x="31" y="7"/>
                    <a:pt x="24" y="0"/>
                    <a:pt x="16" y="0"/>
                  </a:cubicBezTo>
                  <a:cubicBezTo>
                    <a:pt x="7" y="0"/>
                    <a:pt x="0" y="7"/>
                    <a:pt x="0" y="15"/>
                  </a:cubicBezTo>
                  <a:cubicBezTo>
                    <a:pt x="0" y="244"/>
                    <a:pt x="0" y="244"/>
                    <a:pt x="0" y="244"/>
                  </a:cubicBezTo>
                  <a:cubicBezTo>
                    <a:pt x="0" y="277"/>
                    <a:pt x="23" y="308"/>
                    <a:pt x="56" y="319"/>
                  </a:cubicBezTo>
                  <a:cubicBezTo>
                    <a:pt x="76" y="326"/>
                    <a:pt x="90" y="346"/>
                    <a:pt x="90" y="367"/>
                  </a:cubicBezTo>
                  <a:cubicBezTo>
                    <a:pt x="90" y="662"/>
                    <a:pt x="90" y="662"/>
                    <a:pt x="90" y="662"/>
                  </a:cubicBezTo>
                  <a:cubicBezTo>
                    <a:pt x="90" y="687"/>
                    <a:pt x="110" y="707"/>
                    <a:pt x="134" y="7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48">
              <a:extLst>
                <a:ext uri="{FF2B5EF4-FFF2-40B4-BE49-F238E27FC236}">
                  <a16:creationId xmlns:a16="http://schemas.microsoft.com/office/drawing/2014/main" id="{378FB139-8369-4C39-0A4C-390759CF1371}"/>
                </a:ext>
              </a:extLst>
            </p:cNvPr>
            <p:cNvSpPr>
              <a:spLocks noChangeArrowheads="1"/>
            </p:cNvSpPr>
            <p:nvPr/>
          </p:nvSpPr>
          <p:spPr bwMode="auto">
            <a:xfrm>
              <a:off x="8250238" y="5819775"/>
              <a:ext cx="11112" cy="96838"/>
            </a:xfrm>
            <a:custGeom>
              <a:avLst/>
              <a:gdLst>
                <a:gd name="T0" fmla="*/ 0 w 30"/>
                <a:gd name="T1" fmla="*/ 15 h 269"/>
                <a:gd name="T2" fmla="*/ 0 w 30"/>
                <a:gd name="T3" fmla="*/ 15 h 269"/>
                <a:gd name="T4" fmla="*/ 0 w 30"/>
                <a:gd name="T5" fmla="*/ 254 h 269"/>
                <a:gd name="T6" fmla="*/ 14 w 30"/>
                <a:gd name="T7" fmla="*/ 268 h 269"/>
                <a:gd name="T8" fmla="*/ 29 w 30"/>
                <a:gd name="T9" fmla="*/ 254 h 269"/>
                <a:gd name="T10" fmla="*/ 29 w 30"/>
                <a:gd name="T11" fmla="*/ 15 h 269"/>
                <a:gd name="T12" fmla="*/ 14 w 30"/>
                <a:gd name="T13" fmla="*/ 0 h 269"/>
                <a:gd name="T14" fmla="*/ 0 w 30"/>
                <a:gd name="T15" fmla="*/ 15 h 26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69">
                  <a:moveTo>
                    <a:pt x="0" y="15"/>
                  </a:moveTo>
                  <a:lnTo>
                    <a:pt x="0" y="15"/>
                  </a:lnTo>
                  <a:cubicBezTo>
                    <a:pt x="0" y="254"/>
                    <a:pt x="0" y="254"/>
                    <a:pt x="0" y="254"/>
                  </a:cubicBezTo>
                  <a:cubicBezTo>
                    <a:pt x="0" y="262"/>
                    <a:pt x="6" y="268"/>
                    <a:pt x="14" y="268"/>
                  </a:cubicBezTo>
                  <a:cubicBezTo>
                    <a:pt x="23" y="268"/>
                    <a:pt x="29" y="262"/>
                    <a:pt x="29" y="254"/>
                  </a:cubicBezTo>
                  <a:cubicBezTo>
                    <a:pt x="29" y="15"/>
                    <a:pt x="29" y="15"/>
                    <a:pt x="29" y="15"/>
                  </a:cubicBezTo>
                  <a:cubicBezTo>
                    <a:pt x="29"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49">
              <a:extLst>
                <a:ext uri="{FF2B5EF4-FFF2-40B4-BE49-F238E27FC236}">
                  <a16:creationId xmlns:a16="http://schemas.microsoft.com/office/drawing/2014/main" id="{70611A01-67E3-C8BA-476C-8AC521FF6794}"/>
                </a:ext>
              </a:extLst>
            </p:cNvPr>
            <p:cNvSpPr>
              <a:spLocks noChangeArrowheads="1"/>
            </p:cNvSpPr>
            <p:nvPr/>
          </p:nvSpPr>
          <p:spPr bwMode="auto">
            <a:xfrm>
              <a:off x="8335963" y="5819775"/>
              <a:ext cx="53975" cy="257175"/>
            </a:xfrm>
            <a:custGeom>
              <a:avLst/>
              <a:gdLst>
                <a:gd name="T0" fmla="*/ 70 w 151"/>
                <a:gd name="T1" fmla="*/ 697 h 715"/>
                <a:gd name="T2" fmla="*/ 70 w 151"/>
                <a:gd name="T3" fmla="*/ 697 h 715"/>
                <a:gd name="T4" fmla="*/ 98 w 151"/>
                <a:gd name="T5" fmla="*/ 714 h 715"/>
                <a:gd name="T6" fmla="*/ 105 w 151"/>
                <a:gd name="T7" fmla="*/ 714 h 715"/>
                <a:gd name="T8" fmla="*/ 150 w 151"/>
                <a:gd name="T9" fmla="*/ 669 h 715"/>
                <a:gd name="T10" fmla="*/ 150 w 151"/>
                <a:gd name="T11" fmla="*/ 388 h 715"/>
                <a:gd name="T12" fmla="*/ 150 w 151"/>
                <a:gd name="T13" fmla="*/ 44 h 715"/>
                <a:gd name="T14" fmla="*/ 105 w 151"/>
                <a:gd name="T15" fmla="*/ 0 h 715"/>
                <a:gd name="T16" fmla="*/ 0 w 151"/>
                <a:gd name="T17" fmla="*/ 104 h 715"/>
                <a:gd name="T18" fmla="*/ 0 w 151"/>
                <a:gd name="T19" fmla="*/ 325 h 715"/>
                <a:gd name="T20" fmla="*/ 9 w 151"/>
                <a:gd name="T21" fmla="*/ 353 h 715"/>
                <a:gd name="T22" fmla="*/ 35 w 151"/>
                <a:gd name="T23" fmla="*/ 383 h 715"/>
                <a:gd name="T24" fmla="*/ 60 w 151"/>
                <a:gd name="T25" fmla="*/ 397 h 715"/>
                <a:gd name="T26" fmla="*/ 60 w 151"/>
                <a:gd name="T27" fmla="*/ 668 h 715"/>
                <a:gd name="T28" fmla="*/ 70 w 151"/>
                <a:gd name="T29" fmla="*/ 697 h 715"/>
                <a:gd name="T30" fmla="*/ 34 w 151"/>
                <a:gd name="T31" fmla="*/ 339 h 715"/>
                <a:gd name="T32" fmla="*/ 34 w 151"/>
                <a:gd name="T33" fmla="*/ 339 h 715"/>
                <a:gd name="T34" fmla="*/ 31 w 151"/>
                <a:gd name="T35" fmla="*/ 325 h 715"/>
                <a:gd name="T36" fmla="*/ 31 w 151"/>
                <a:gd name="T37" fmla="*/ 104 h 715"/>
                <a:gd name="T38" fmla="*/ 52 w 151"/>
                <a:gd name="T39" fmla="*/ 51 h 715"/>
                <a:gd name="T40" fmla="*/ 105 w 151"/>
                <a:gd name="T41" fmla="*/ 31 h 715"/>
                <a:gd name="T42" fmla="*/ 120 w 151"/>
                <a:gd name="T43" fmla="*/ 44 h 715"/>
                <a:gd name="T44" fmla="*/ 120 w 151"/>
                <a:gd name="T45" fmla="*/ 388 h 715"/>
                <a:gd name="T46" fmla="*/ 120 w 151"/>
                <a:gd name="T47" fmla="*/ 669 h 715"/>
                <a:gd name="T48" fmla="*/ 105 w 151"/>
                <a:gd name="T49" fmla="*/ 685 h 715"/>
                <a:gd name="T50" fmla="*/ 102 w 151"/>
                <a:gd name="T51" fmla="*/ 685 h 715"/>
                <a:gd name="T52" fmla="*/ 94 w 151"/>
                <a:gd name="T53" fmla="*/ 679 h 715"/>
                <a:gd name="T54" fmla="*/ 90 w 151"/>
                <a:gd name="T55" fmla="*/ 668 h 715"/>
                <a:gd name="T56" fmla="*/ 90 w 151"/>
                <a:gd name="T57" fmla="*/ 388 h 715"/>
                <a:gd name="T58" fmla="*/ 90 w 151"/>
                <a:gd name="T59" fmla="*/ 388 h 715"/>
                <a:gd name="T60" fmla="*/ 90 w 151"/>
                <a:gd name="T61" fmla="*/ 388 h 715"/>
                <a:gd name="T62" fmla="*/ 90 w 151"/>
                <a:gd name="T63" fmla="*/ 386 h 715"/>
                <a:gd name="T64" fmla="*/ 85 w 151"/>
                <a:gd name="T65" fmla="*/ 376 h 715"/>
                <a:gd name="T66" fmla="*/ 85 w 151"/>
                <a:gd name="T67" fmla="*/ 376 h 715"/>
                <a:gd name="T68" fmla="*/ 85 w 151"/>
                <a:gd name="T69" fmla="*/ 376 h 715"/>
                <a:gd name="T70" fmla="*/ 80 w 151"/>
                <a:gd name="T71" fmla="*/ 374 h 715"/>
                <a:gd name="T72" fmla="*/ 80 w 151"/>
                <a:gd name="T73" fmla="*/ 374 h 715"/>
                <a:gd name="T74" fmla="*/ 46 w 151"/>
                <a:gd name="T75" fmla="*/ 353 h 715"/>
                <a:gd name="T76" fmla="*/ 34 w 151"/>
                <a:gd name="T77" fmla="*/ 33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1" h="715">
                  <a:moveTo>
                    <a:pt x="70" y="697"/>
                  </a:moveTo>
                  <a:lnTo>
                    <a:pt x="70" y="697"/>
                  </a:lnTo>
                  <a:cubicBezTo>
                    <a:pt x="77" y="706"/>
                    <a:pt x="87" y="713"/>
                    <a:pt x="98" y="714"/>
                  </a:cubicBezTo>
                  <a:cubicBezTo>
                    <a:pt x="101" y="714"/>
                    <a:pt x="102" y="714"/>
                    <a:pt x="105" y="714"/>
                  </a:cubicBezTo>
                  <a:cubicBezTo>
                    <a:pt x="130" y="714"/>
                    <a:pt x="150" y="694"/>
                    <a:pt x="150" y="669"/>
                  </a:cubicBezTo>
                  <a:cubicBezTo>
                    <a:pt x="150" y="388"/>
                    <a:pt x="150" y="388"/>
                    <a:pt x="150" y="388"/>
                  </a:cubicBezTo>
                  <a:cubicBezTo>
                    <a:pt x="150" y="44"/>
                    <a:pt x="150" y="44"/>
                    <a:pt x="150" y="44"/>
                  </a:cubicBezTo>
                  <a:cubicBezTo>
                    <a:pt x="150" y="21"/>
                    <a:pt x="130" y="0"/>
                    <a:pt x="105" y="0"/>
                  </a:cubicBezTo>
                  <a:cubicBezTo>
                    <a:pt x="48" y="0"/>
                    <a:pt x="0" y="47"/>
                    <a:pt x="0" y="104"/>
                  </a:cubicBezTo>
                  <a:cubicBezTo>
                    <a:pt x="0" y="325"/>
                    <a:pt x="0" y="325"/>
                    <a:pt x="0" y="325"/>
                  </a:cubicBezTo>
                  <a:cubicBezTo>
                    <a:pt x="0" y="335"/>
                    <a:pt x="3" y="344"/>
                    <a:pt x="9" y="353"/>
                  </a:cubicBezTo>
                  <a:cubicBezTo>
                    <a:pt x="14" y="365"/>
                    <a:pt x="25" y="375"/>
                    <a:pt x="35" y="383"/>
                  </a:cubicBezTo>
                  <a:cubicBezTo>
                    <a:pt x="44" y="389"/>
                    <a:pt x="52" y="393"/>
                    <a:pt x="60" y="397"/>
                  </a:cubicBezTo>
                  <a:cubicBezTo>
                    <a:pt x="60" y="668"/>
                    <a:pt x="60" y="668"/>
                    <a:pt x="60" y="668"/>
                  </a:cubicBezTo>
                  <a:cubicBezTo>
                    <a:pt x="60" y="679"/>
                    <a:pt x="64" y="689"/>
                    <a:pt x="70" y="697"/>
                  </a:cubicBezTo>
                  <a:close/>
                  <a:moveTo>
                    <a:pt x="34" y="339"/>
                  </a:moveTo>
                  <a:lnTo>
                    <a:pt x="34" y="339"/>
                  </a:lnTo>
                  <a:cubicBezTo>
                    <a:pt x="32" y="333"/>
                    <a:pt x="31" y="329"/>
                    <a:pt x="31" y="325"/>
                  </a:cubicBezTo>
                  <a:cubicBezTo>
                    <a:pt x="31" y="104"/>
                    <a:pt x="31" y="104"/>
                    <a:pt x="31" y="104"/>
                  </a:cubicBezTo>
                  <a:cubicBezTo>
                    <a:pt x="31" y="84"/>
                    <a:pt x="39" y="65"/>
                    <a:pt x="52" y="51"/>
                  </a:cubicBezTo>
                  <a:cubicBezTo>
                    <a:pt x="66" y="39"/>
                    <a:pt x="84" y="31"/>
                    <a:pt x="105" y="31"/>
                  </a:cubicBezTo>
                  <a:cubicBezTo>
                    <a:pt x="113" y="31"/>
                    <a:pt x="120" y="36"/>
                    <a:pt x="120" y="44"/>
                  </a:cubicBezTo>
                  <a:cubicBezTo>
                    <a:pt x="120" y="388"/>
                    <a:pt x="120" y="388"/>
                    <a:pt x="120" y="388"/>
                  </a:cubicBezTo>
                  <a:cubicBezTo>
                    <a:pt x="120" y="669"/>
                    <a:pt x="120" y="669"/>
                    <a:pt x="120" y="669"/>
                  </a:cubicBezTo>
                  <a:cubicBezTo>
                    <a:pt x="120" y="678"/>
                    <a:pt x="113" y="685"/>
                    <a:pt x="105" y="685"/>
                  </a:cubicBezTo>
                  <a:cubicBezTo>
                    <a:pt x="102" y="685"/>
                    <a:pt x="102" y="685"/>
                    <a:pt x="102" y="685"/>
                  </a:cubicBezTo>
                  <a:cubicBezTo>
                    <a:pt x="99" y="683"/>
                    <a:pt x="97" y="682"/>
                    <a:pt x="94" y="679"/>
                  </a:cubicBezTo>
                  <a:cubicBezTo>
                    <a:pt x="91" y="676"/>
                    <a:pt x="90" y="672"/>
                    <a:pt x="90" y="668"/>
                  </a:cubicBezTo>
                  <a:cubicBezTo>
                    <a:pt x="90" y="388"/>
                    <a:pt x="90" y="388"/>
                    <a:pt x="90" y="388"/>
                  </a:cubicBezTo>
                  <a:lnTo>
                    <a:pt x="90" y="388"/>
                  </a:lnTo>
                  <a:lnTo>
                    <a:pt x="90" y="388"/>
                  </a:lnTo>
                  <a:cubicBezTo>
                    <a:pt x="90" y="386"/>
                    <a:pt x="90" y="386"/>
                    <a:pt x="90" y="386"/>
                  </a:cubicBezTo>
                  <a:cubicBezTo>
                    <a:pt x="90" y="382"/>
                    <a:pt x="88" y="379"/>
                    <a:pt x="85" y="376"/>
                  </a:cubicBezTo>
                  <a:lnTo>
                    <a:pt x="85" y="376"/>
                  </a:lnTo>
                  <a:lnTo>
                    <a:pt x="85" y="376"/>
                  </a:lnTo>
                  <a:cubicBezTo>
                    <a:pt x="84" y="375"/>
                    <a:pt x="81" y="374"/>
                    <a:pt x="80" y="374"/>
                  </a:cubicBezTo>
                  <a:lnTo>
                    <a:pt x="80" y="374"/>
                  </a:lnTo>
                  <a:cubicBezTo>
                    <a:pt x="69" y="369"/>
                    <a:pt x="55" y="361"/>
                    <a:pt x="46" y="353"/>
                  </a:cubicBezTo>
                  <a:cubicBezTo>
                    <a:pt x="41" y="348"/>
                    <a:pt x="37" y="343"/>
                    <a:pt x="34"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6" name="Group 429">
            <a:extLst>
              <a:ext uri="{FF2B5EF4-FFF2-40B4-BE49-F238E27FC236}">
                <a16:creationId xmlns:a16="http://schemas.microsoft.com/office/drawing/2014/main" id="{0FDB45AD-3678-641E-B6AC-47441BC16431}"/>
              </a:ext>
            </a:extLst>
          </p:cNvPr>
          <p:cNvGrpSpPr/>
          <p:nvPr/>
        </p:nvGrpSpPr>
        <p:grpSpPr>
          <a:xfrm>
            <a:off x="5733131" y="2552601"/>
            <a:ext cx="257175" cy="257175"/>
            <a:chOff x="4705350" y="2898775"/>
            <a:chExt cx="257175" cy="257175"/>
          </a:xfrm>
          <a:solidFill>
            <a:schemeClr val="tx2"/>
          </a:solidFill>
        </p:grpSpPr>
        <p:sp>
          <p:nvSpPr>
            <p:cNvPr id="427" name="Freeform 350">
              <a:extLst>
                <a:ext uri="{FF2B5EF4-FFF2-40B4-BE49-F238E27FC236}">
                  <a16:creationId xmlns:a16="http://schemas.microsoft.com/office/drawing/2014/main" id="{56B23719-1FE6-9E8E-19B0-28DFC81650DD}"/>
                </a:ext>
              </a:extLst>
            </p:cNvPr>
            <p:cNvSpPr>
              <a:spLocks noChangeArrowheads="1"/>
            </p:cNvSpPr>
            <p:nvPr/>
          </p:nvSpPr>
          <p:spPr bwMode="auto">
            <a:xfrm>
              <a:off x="4705350" y="2898775"/>
              <a:ext cx="73025" cy="73025"/>
            </a:xfrm>
            <a:custGeom>
              <a:avLst/>
              <a:gdLst>
                <a:gd name="T0" fmla="*/ 0 w 202"/>
                <a:gd name="T1" fmla="*/ 186 h 202"/>
                <a:gd name="T2" fmla="*/ 0 w 202"/>
                <a:gd name="T3" fmla="*/ 186 h 202"/>
                <a:gd name="T4" fmla="*/ 16 w 202"/>
                <a:gd name="T5" fmla="*/ 201 h 202"/>
                <a:gd name="T6" fmla="*/ 31 w 202"/>
                <a:gd name="T7" fmla="*/ 186 h 202"/>
                <a:gd name="T8" fmla="*/ 31 w 202"/>
                <a:gd name="T9" fmla="*/ 186 h 202"/>
                <a:gd name="T10" fmla="*/ 31 w 202"/>
                <a:gd name="T11" fmla="*/ 45 h 202"/>
                <a:gd name="T12" fmla="*/ 45 w 202"/>
                <a:gd name="T13" fmla="*/ 30 h 202"/>
                <a:gd name="T14" fmla="*/ 187 w 202"/>
                <a:gd name="T15" fmla="*/ 30 h 202"/>
                <a:gd name="T16" fmla="*/ 201 w 202"/>
                <a:gd name="T17" fmla="*/ 16 h 202"/>
                <a:gd name="T18" fmla="*/ 187 w 202"/>
                <a:gd name="T19" fmla="*/ 0 h 202"/>
                <a:gd name="T20" fmla="*/ 45 w 202"/>
                <a:gd name="T21" fmla="*/ 0 h 202"/>
                <a:gd name="T22" fmla="*/ 0 w 202"/>
                <a:gd name="T23" fmla="*/ 45 h 202"/>
                <a:gd name="T24" fmla="*/ 0 w 202"/>
                <a:gd name="T25" fmla="*/ 18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2" h="202">
                  <a:moveTo>
                    <a:pt x="0" y="186"/>
                  </a:moveTo>
                  <a:lnTo>
                    <a:pt x="0" y="186"/>
                  </a:lnTo>
                  <a:cubicBezTo>
                    <a:pt x="0" y="194"/>
                    <a:pt x="7" y="201"/>
                    <a:pt x="16" y="201"/>
                  </a:cubicBezTo>
                  <a:cubicBezTo>
                    <a:pt x="24" y="201"/>
                    <a:pt x="31" y="194"/>
                    <a:pt x="31" y="186"/>
                  </a:cubicBezTo>
                  <a:lnTo>
                    <a:pt x="31" y="186"/>
                  </a:lnTo>
                  <a:cubicBezTo>
                    <a:pt x="31" y="45"/>
                    <a:pt x="31" y="45"/>
                    <a:pt x="31" y="45"/>
                  </a:cubicBezTo>
                  <a:cubicBezTo>
                    <a:pt x="31" y="37"/>
                    <a:pt x="37" y="30"/>
                    <a:pt x="45" y="30"/>
                  </a:cubicBezTo>
                  <a:cubicBezTo>
                    <a:pt x="187" y="30"/>
                    <a:pt x="187" y="30"/>
                    <a:pt x="187" y="30"/>
                  </a:cubicBezTo>
                  <a:cubicBezTo>
                    <a:pt x="196" y="30"/>
                    <a:pt x="201" y="24"/>
                    <a:pt x="201" y="16"/>
                  </a:cubicBezTo>
                  <a:cubicBezTo>
                    <a:pt x="201" y="7"/>
                    <a:pt x="196" y="0"/>
                    <a:pt x="187" y="0"/>
                  </a:cubicBezTo>
                  <a:cubicBezTo>
                    <a:pt x="45" y="0"/>
                    <a:pt x="45" y="0"/>
                    <a:pt x="45" y="0"/>
                  </a:cubicBezTo>
                  <a:cubicBezTo>
                    <a:pt x="21" y="0"/>
                    <a:pt x="0" y="20"/>
                    <a:pt x="0" y="45"/>
                  </a:cubicBezTo>
                  <a:lnTo>
                    <a:pt x="0" y="1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8" name="Freeform 351">
              <a:extLst>
                <a:ext uri="{FF2B5EF4-FFF2-40B4-BE49-F238E27FC236}">
                  <a16:creationId xmlns:a16="http://schemas.microsoft.com/office/drawing/2014/main" id="{C03E3B87-5A69-6958-4A12-C733AAA367E1}"/>
                </a:ext>
              </a:extLst>
            </p:cNvPr>
            <p:cNvSpPr>
              <a:spLocks noChangeArrowheads="1"/>
            </p:cNvSpPr>
            <p:nvPr/>
          </p:nvSpPr>
          <p:spPr bwMode="auto">
            <a:xfrm>
              <a:off x="4705350" y="3082925"/>
              <a:ext cx="73025" cy="73025"/>
            </a:xfrm>
            <a:custGeom>
              <a:avLst/>
              <a:gdLst>
                <a:gd name="T0" fmla="*/ 45 w 202"/>
                <a:gd name="T1" fmla="*/ 200 h 201"/>
                <a:gd name="T2" fmla="*/ 45 w 202"/>
                <a:gd name="T3" fmla="*/ 200 h 201"/>
                <a:gd name="T4" fmla="*/ 187 w 202"/>
                <a:gd name="T5" fmla="*/ 200 h 201"/>
                <a:gd name="T6" fmla="*/ 201 w 202"/>
                <a:gd name="T7" fmla="*/ 185 h 201"/>
                <a:gd name="T8" fmla="*/ 187 w 202"/>
                <a:gd name="T9" fmla="*/ 171 h 201"/>
                <a:gd name="T10" fmla="*/ 45 w 202"/>
                <a:gd name="T11" fmla="*/ 171 h 201"/>
                <a:gd name="T12" fmla="*/ 31 w 202"/>
                <a:gd name="T13" fmla="*/ 156 h 201"/>
                <a:gd name="T14" fmla="*/ 31 w 202"/>
                <a:gd name="T15" fmla="*/ 15 h 201"/>
                <a:gd name="T16" fmla="*/ 16 w 202"/>
                <a:gd name="T17" fmla="*/ 0 h 201"/>
                <a:gd name="T18" fmla="*/ 0 w 202"/>
                <a:gd name="T19" fmla="*/ 15 h 201"/>
                <a:gd name="T20" fmla="*/ 0 w 202"/>
                <a:gd name="T21" fmla="*/ 156 h 201"/>
                <a:gd name="T22" fmla="*/ 45 w 202"/>
                <a:gd name="T23" fmla="*/ 20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2" h="201">
                  <a:moveTo>
                    <a:pt x="45" y="200"/>
                  </a:moveTo>
                  <a:lnTo>
                    <a:pt x="45" y="200"/>
                  </a:lnTo>
                  <a:cubicBezTo>
                    <a:pt x="187" y="200"/>
                    <a:pt x="187" y="200"/>
                    <a:pt x="187" y="200"/>
                  </a:cubicBezTo>
                  <a:cubicBezTo>
                    <a:pt x="196" y="200"/>
                    <a:pt x="201" y="193"/>
                    <a:pt x="201" y="185"/>
                  </a:cubicBezTo>
                  <a:cubicBezTo>
                    <a:pt x="201" y="177"/>
                    <a:pt x="196" y="171"/>
                    <a:pt x="187" y="171"/>
                  </a:cubicBezTo>
                  <a:cubicBezTo>
                    <a:pt x="45" y="171"/>
                    <a:pt x="45" y="171"/>
                    <a:pt x="45" y="171"/>
                  </a:cubicBezTo>
                  <a:cubicBezTo>
                    <a:pt x="37" y="171"/>
                    <a:pt x="31" y="164"/>
                    <a:pt x="31" y="156"/>
                  </a:cubicBezTo>
                  <a:cubicBezTo>
                    <a:pt x="31" y="15"/>
                    <a:pt x="31" y="15"/>
                    <a:pt x="31" y="15"/>
                  </a:cubicBezTo>
                  <a:cubicBezTo>
                    <a:pt x="31" y="7"/>
                    <a:pt x="24" y="0"/>
                    <a:pt x="16" y="0"/>
                  </a:cubicBezTo>
                  <a:cubicBezTo>
                    <a:pt x="7" y="0"/>
                    <a:pt x="0" y="7"/>
                    <a:pt x="0" y="15"/>
                  </a:cubicBezTo>
                  <a:cubicBezTo>
                    <a:pt x="0" y="156"/>
                    <a:pt x="0" y="156"/>
                    <a:pt x="0" y="156"/>
                  </a:cubicBezTo>
                  <a:cubicBezTo>
                    <a:pt x="0" y="181"/>
                    <a:pt x="21" y="200"/>
                    <a:pt x="45"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9" name="Freeform 352">
              <a:extLst>
                <a:ext uri="{FF2B5EF4-FFF2-40B4-BE49-F238E27FC236}">
                  <a16:creationId xmlns:a16="http://schemas.microsoft.com/office/drawing/2014/main" id="{55176171-CFE4-4564-F46D-56C4CAAFE5A0}"/>
                </a:ext>
              </a:extLst>
            </p:cNvPr>
            <p:cNvSpPr>
              <a:spLocks noChangeArrowheads="1"/>
            </p:cNvSpPr>
            <p:nvPr/>
          </p:nvSpPr>
          <p:spPr bwMode="auto">
            <a:xfrm>
              <a:off x="4889500" y="3082925"/>
              <a:ext cx="73025" cy="73025"/>
            </a:xfrm>
            <a:custGeom>
              <a:avLst/>
              <a:gdLst>
                <a:gd name="T0" fmla="*/ 186 w 201"/>
                <a:gd name="T1" fmla="*/ 0 h 201"/>
                <a:gd name="T2" fmla="*/ 186 w 201"/>
                <a:gd name="T3" fmla="*/ 0 h 201"/>
                <a:gd name="T4" fmla="*/ 171 w 201"/>
                <a:gd name="T5" fmla="*/ 15 h 201"/>
                <a:gd name="T6" fmla="*/ 171 w 201"/>
                <a:gd name="T7" fmla="*/ 15 h 201"/>
                <a:gd name="T8" fmla="*/ 171 w 201"/>
                <a:gd name="T9" fmla="*/ 156 h 201"/>
                <a:gd name="T10" fmla="*/ 156 w 201"/>
                <a:gd name="T11" fmla="*/ 171 h 201"/>
                <a:gd name="T12" fmla="*/ 15 w 201"/>
                <a:gd name="T13" fmla="*/ 171 h 201"/>
                <a:gd name="T14" fmla="*/ 0 w 201"/>
                <a:gd name="T15" fmla="*/ 185 h 201"/>
                <a:gd name="T16" fmla="*/ 15 w 201"/>
                <a:gd name="T17" fmla="*/ 200 h 201"/>
                <a:gd name="T18" fmla="*/ 156 w 201"/>
                <a:gd name="T19" fmla="*/ 200 h 201"/>
                <a:gd name="T20" fmla="*/ 200 w 201"/>
                <a:gd name="T21" fmla="*/ 156 h 201"/>
                <a:gd name="T22" fmla="*/ 200 w 201"/>
                <a:gd name="T23" fmla="*/ 15 h 201"/>
                <a:gd name="T24" fmla="*/ 186 w 201"/>
                <a:gd name="T25" fmla="*/ 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1" h="201">
                  <a:moveTo>
                    <a:pt x="186" y="0"/>
                  </a:moveTo>
                  <a:lnTo>
                    <a:pt x="186" y="0"/>
                  </a:lnTo>
                  <a:cubicBezTo>
                    <a:pt x="178" y="0"/>
                    <a:pt x="171" y="7"/>
                    <a:pt x="171" y="15"/>
                  </a:cubicBezTo>
                  <a:lnTo>
                    <a:pt x="171" y="15"/>
                  </a:lnTo>
                  <a:cubicBezTo>
                    <a:pt x="171" y="156"/>
                    <a:pt x="171" y="156"/>
                    <a:pt x="171" y="156"/>
                  </a:cubicBezTo>
                  <a:cubicBezTo>
                    <a:pt x="171" y="164"/>
                    <a:pt x="164" y="171"/>
                    <a:pt x="156" y="171"/>
                  </a:cubicBezTo>
                  <a:cubicBezTo>
                    <a:pt x="15" y="171"/>
                    <a:pt x="15" y="171"/>
                    <a:pt x="15" y="171"/>
                  </a:cubicBezTo>
                  <a:cubicBezTo>
                    <a:pt x="7" y="171"/>
                    <a:pt x="0" y="177"/>
                    <a:pt x="0" y="185"/>
                  </a:cubicBezTo>
                  <a:cubicBezTo>
                    <a:pt x="0" y="193"/>
                    <a:pt x="7" y="200"/>
                    <a:pt x="15" y="200"/>
                  </a:cubicBezTo>
                  <a:cubicBezTo>
                    <a:pt x="156" y="200"/>
                    <a:pt x="156" y="200"/>
                    <a:pt x="156" y="200"/>
                  </a:cubicBezTo>
                  <a:cubicBezTo>
                    <a:pt x="181" y="200"/>
                    <a:pt x="200" y="181"/>
                    <a:pt x="200" y="156"/>
                  </a:cubicBezTo>
                  <a:cubicBezTo>
                    <a:pt x="200" y="15"/>
                    <a:pt x="200" y="15"/>
                    <a:pt x="200" y="15"/>
                  </a:cubicBezTo>
                  <a:cubicBezTo>
                    <a:pt x="200" y="7"/>
                    <a:pt x="195" y="0"/>
                    <a:pt x="18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3">
              <a:extLst>
                <a:ext uri="{FF2B5EF4-FFF2-40B4-BE49-F238E27FC236}">
                  <a16:creationId xmlns:a16="http://schemas.microsoft.com/office/drawing/2014/main" id="{0FF2BBA9-F68A-6583-079F-A25AD08BA3D9}"/>
                </a:ext>
              </a:extLst>
            </p:cNvPr>
            <p:cNvSpPr>
              <a:spLocks noChangeArrowheads="1"/>
            </p:cNvSpPr>
            <p:nvPr/>
          </p:nvSpPr>
          <p:spPr bwMode="auto">
            <a:xfrm>
              <a:off x="4889500" y="2898775"/>
              <a:ext cx="73025" cy="73025"/>
            </a:xfrm>
            <a:custGeom>
              <a:avLst/>
              <a:gdLst>
                <a:gd name="T0" fmla="*/ 156 w 201"/>
                <a:gd name="T1" fmla="*/ 0 h 202"/>
                <a:gd name="T2" fmla="*/ 156 w 201"/>
                <a:gd name="T3" fmla="*/ 0 h 202"/>
                <a:gd name="T4" fmla="*/ 15 w 201"/>
                <a:gd name="T5" fmla="*/ 0 h 202"/>
                <a:gd name="T6" fmla="*/ 0 w 201"/>
                <a:gd name="T7" fmla="*/ 16 h 202"/>
                <a:gd name="T8" fmla="*/ 15 w 201"/>
                <a:gd name="T9" fmla="*/ 30 h 202"/>
                <a:gd name="T10" fmla="*/ 156 w 201"/>
                <a:gd name="T11" fmla="*/ 30 h 202"/>
                <a:gd name="T12" fmla="*/ 171 w 201"/>
                <a:gd name="T13" fmla="*/ 45 h 202"/>
                <a:gd name="T14" fmla="*/ 171 w 201"/>
                <a:gd name="T15" fmla="*/ 186 h 202"/>
                <a:gd name="T16" fmla="*/ 186 w 201"/>
                <a:gd name="T17" fmla="*/ 201 h 202"/>
                <a:gd name="T18" fmla="*/ 200 w 201"/>
                <a:gd name="T19" fmla="*/ 186 h 202"/>
                <a:gd name="T20" fmla="*/ 200 w 201"/>
                <a:gd name="T21" fmla="*/ 45 h 202"/>
                <a:gd name="T22" fmla="*/ 156 w 201"/>
                <a:gd name="T23" fmla="*/ 0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1" h="202">
                  <a:moveTo>
                    <a:pt x="156" y="0"/>
                  </a:moveTo>
                  <a:lnTo>
                    <a:pt x="156" y="0"/>
                  </a:lnTo>
                  <a:cubicBezTo>
                    <a:pt x="15" y="0"/>
                    <a:pt x="15" y="0"/>
                    <a:pt x="15" y="0"/>
                  </a:cubicBezTo>
                  <a:cubicBezTo>
                    <a:pt x="7" y="0"/>
                    <a:pt x="0" y="7"/>
                    <a:pt x="0" y="16"/>
                  </a:cubicBezTo>
                  <a:cubicBezTo>
                    <a:pt x="0" y="24"/>
                    <a:pt x="7" y="30"/>
                    <a:pt x="15" y="30"/>
                  </a:cubicBezTo>
                  <a:cubicBezTo>
                    <a:pt x="156" y="30"/>
                    <a:pt x="156" y="30"/>
                    <a:pt x="156" y="30"/>
                  </a:cubicBezTo>
                  <a:cubicBezTo>
                    <a:pt x="164" y="30"/>
                    <a:pt x="171" y="37"/>
                    <a:pt x="171" y="45"/>
                  </a:cubicBezTo>
                  <a:cubicBezTo>
                    <a:pt x="171" y="186"/>
                    <a:pt x="171" y="186"/>
                    <a:pt x="171" y="186"/>
                  </a:cubicBezTo>
                  <a:cubicBezTo>
                    <a:pt x="171" y="194"/>
                    <a:pt x="178" y="201"/>
                    <a:pt x="186" y="201"/>
                  </a:cubicBezTo>
                  <a:cubicBezTo>
                    <a:pt x="195" y="201"/>
                    <a:pt x="200" y="194"/>
                    <a:pt x="200" y="186"/>
                  </a:cubicBezTo>
                  <a:cubicBezTo>
                    <a:pt x="200" y="45"/>
                    <a:pt x="200" y="45"/>
                    <a:pt x="200" y="45"/>
                  </a:cubicBezTo>
                  <a:cubicBezTo>
                    <a:pt x="200" y="20"/>
                    <a:pt x="181" y="0"/>
                    <a:pt x="15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1" name="Freeform 354">
              <a:extLst>
                <a:ext uri="{FF2B5EF4-FFF2-40B4-BE49-F238E27FC236}">
                  <a16:creationId xmlns:a16="http://schemas.microsoft.com/office/drawing/2014/main" id="{26A6C0B3-F043-F40B-9159-20F732EF5991}"/>
                </a:ext>
              </a:extLst>
            </p:cNvPr>
            <p:cNvSpPr>
              <a:spLocks noChangeArrowheads="1"/>
            </p:cNvSpPr>
            <p:nvPr/>
          </p:nvSpPr>
          <p:spPr bwMode="auto">
            <a:xfrm>
              <a:off x="4737100" y="2941638"/>
              <a:ext cx="11113" cy="171450"/>
            </a:xfrm>
            <a:custGeom>
              <a:avLst/>
              <a:gdLst>
                <a:gd name="T0" fmla="*/ 0 w 31"/>
                <a:gd name="T1" fmla="*/ 15 h 478"/>
                <a:gd name="T2" fmla="*/ 0 w 31"/>
                <a:gd name="T3" fmla="*/ 15 h 478"/>
                <a:gd name="T4" fmla="*/ 0 w 31"/>
                <a:gd name="T5" fmla="*/ 462 h 478"/>
                <a:gd name="T6" fmla="*/ 15 w 31"/>
                <a:gd name="T7" fmla="*/ 477 h 478"/>
                <a:gd name="T8" fmla="*/ 30 w 31"/>
                <a:gd name="T9" fmla="*/ 462 h 478"/>
                <a:gd name="T10" fmla="*/ 30 w 31"/>
                <a:gd name="T11" fmla="*/ 15 h 478"/>
                <a:gd name="T12" fmla="*/ 15 w 31"/>
                <a:gd name="T13" fmla="*/ 0 h 478"/>
                <a:gd name="T14" fmla="*/ 0 w 31"/>
                <a:gd name="T15" fmla="*/ 15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0" y="15"/>
                  </a:moveTo>
                  <a:lnTo>
                    <a:pt x="0" y="15"/>
                  </a:lnTo>
                  <a:cubicBezTo>
                    <a:pt x="0" y="462"/>
                    <a:pt x="0" y="462"/>
                    <a:pt x="0" y="462"/>
                  </a:cubicBezTo>
                  <a:cubicBezTo>
                    <a:pt x="0" y="470"/>
                    <a:pt x="7" y="477"/>
                    <a:pt x="15" y="477"/>
                  </a:cubicBezTo>
                  <a:cubicBezTo>
                    <a:pt x="23" y="477"/>
                    <a:pt x="30" y="470"/>
                    <a:pt x="30" y="462"/>
                  </a:cubicBezTo>
                  <a:cubicBezTo>
                    <a:pt x="30" y="15"/>
                    <a:pt x="30" y="15"/>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2" name="Freeform 355">
              <a:extLst>
                <a:ext uri="{FF2B5EF4-FFF2-40B4-BE49-F238E27FC236}">
                  <a16:creationId xmlns:a16="http://schemas.microsoft.com/office/drawing/2014/main" id="{909C2223-581C-E392-3385-7FAAD184D434}"/>
                </a:ext>
              </a:extLst>
            </p:cNvPr>
            <p:cNvSpPr>
              <a:spLocks noChangeArrowheads="1"/>
            </p:cNvSpPr>
            <p:nvPr/>
          </p:nvSpPr>
          <p:spPr bwMode="auto">
            <a:xfrm>
              <a:off x="4768850" y="2941638"/>
              <a:ext cx="11113" cy="171450"/>
            </a:xfrm>
            <a:custGeom>
              <a:avLst/>
              <a:gdLst>
                <a:gd name="T0" fmla="*/ 15 w 32"/>
                <a:gd name="T1" fmla="*/ 0 h 478"/>
                <a:gd name="T2" fmla="*/ 15 w 32"/>
                <a:gd name="T3" fmla="*/ 0 h 478"/>
                <a:gd name="T4" fmla="*/ 0 w 32"/>
                <a:gd name="T5" fmla="*/ 15 h 478"/>
                <a:gd name="T6" fmla="*/ 0 w 32"/>
                <a:gd name="T7" fmla="*/ 462 h 478"/>
                <a:gd name="T8" fmla="*/ 15 w 32"/>
                <a:gd name="T9" fmla="*/ 477 h 478"/>
                <a:gd name="T10" fmla="*/ 31 w 32"/>
                <a:gd name="T11" fmla="*/ 462 h 478"/>
                <a:gd name="T12" fmla="*/ 31 w 32"/>
                <a:gd name="T13" fmla="*/ 15 h 478"/>
                <a:gd name="T14" fmla="*/ 15 w 32"/>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8">
                  <a:moveTo>
                    <a:pt x="15" y="0"/>
                  </a:moveTo>
                  <a:lnTo>
                    <a:pt x="15" y="0"/>
                  </a:lnTo>
                  <a:cubicBezTo>
                    <a:pt x="7" y="0"/>
                    <a:pt x="0" y="7"/>
                    <a:pt x="0" y="15"/>
                  </a:cubicBezTo>
                  <a:cubicBezTo>
                    <a:pt x="0" y="462"/>
                    <a:pt x="0" y="462"/>
                    <a:pt x="0" y="462"/>
                  </a:cubicBezTo>
                  <a:cubicBezTo>
                    <a:pt x="0" y="470"/>
                    <a:pt x="7" y="477"/>
                    <a:pt x="15" y="477"/>
                  </a:cubicBezTo>
                  <a:cubicBezTo>
                    <a:pt x="24" y="477"/>
                    <a:pt x="31" y="470"/>
                    <a:pt x="31" y="462"/>
                  </a:cubicBezTo>
                  <a:cubicBezTo>
                    <a:pt x="31" y="15"/>
                    <a:pt x="31" y="15"/>
                    <a:pt x="31" y="15"/>
                  </a:cubicBezTo>
                  <a:cubicBezTo>
                    <a:pt x="31"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56">
              <a:extLst>
                <a:ext uri="{FF2B5EF4-FFF2-40B4-BE49-F238E27FC236}">
                  <a16:creationId xmlns:a16="http://schemas.microsoft.com/office/drawing/2014/main" id="{9A5202A4-E29F-925A-1B49-FF781BDB7B17}"/>
                </a:ext>
              </a:extLst>
            </p:cNvPr>
            <p:cNvSpPr>
              <a:spLocks noChangeArrowheads="1"/>
            </p:cNvSpPr>
            <p:nvPr/>
          </p:nvSpPr>
          <p:spPr bwMode="auto">
            <a:xfrm>
              <a:off x="481330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5" y="0"/>
                    <a:pt x="0" y="7"/>
                    <a:pt x="0" y="15"/>
                  </a:cubicBezTo>
                  <a:cubicBezTo>
                    <a:pt x="0" y="462"/>
                    <a:pt x="0" y="462"/>
                    <a:pt x="0" y="462"/>
                  </a:cubicBezTo>
                  <a:cubicBezTo>
                    <a:pt x="0" y="470"/>
                    <a:pt x="5"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4" name="Freeform 357">
              <a:extLst>
                <a:ext uri="{FF2B5EF4-FFF2-40B4-BE49-F238E27FC236}">
                  <a16:creationId xmlns:a16="http://schemas.microsoft.com/office/drawing/2014/main" id="{4EFEDCB8-20E0-1AF7-9508-665A46B5708F}"/>
                </a:ext>
              </a:extLst>
            </p:cNvPr>
            <p:cNvSpPr>
              <a:spLocks noChangeArrowheads="1"/>
            </p:cNvSpPr>
            <p:nvPr/>
          </p:nvSpPr>
          <p:spPr bwMode="auto">
            <a:xfrm>
              <a:off x="484505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6" y="0"/>
                    <a:pt x="0" y="7"/>
                    <a:pt x="0" y="15"/>
                  </a:cubicBezTo>
                  <a:cubicBezTo>
                    <a:pt x="0" y="462"/>
                    <a:pt x="0" y="462"/>
                    <a:pt x="0" y="462"/>
                  </a:cubicBezTo>
                  <a:cubicBezTo>
                    <a:pt x="0" y="470"/>
                    <a:pt x="6"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5" name="Freeform 358">
              <a:extLst>
                <a:ext uri="{FF2B5EF4-FFF2-40B4-BE49-F238E27FC236}">
                  <a16:creationId xmlns:a16="http://schemas.microsoft.com/office/drawing/2014/main" id="{5D57AA7C-FCCA-7044-9586-2AF72B754919}"/>
                </a:ext>
              </a:extLst>
            </p:cNvPr>
            <p:cNvSpPr>
              <a:spLocks noChangeArrowheads="1"/>
            </p:cNvSpPr>
            <p:nvPr/>
          </p:nvSpPr>
          <p:spPr bwMode="auto">
            <a:xfrm>
              <a:off x="4876800" y="2941638"/>
              <a:ext cx="11113" cy="171450"/>
            </a:xfrm>
            <a:custGeom>
              <a:avLst/>
              <a:gdLst>
                <a:gd name="T0" fmla="*/ 14 w 31"/>
                <a:gd name="T1" fmla="*/ 477 h 478"/>
                <a:gd name="T2" fmla="*/ 14 w 31"/>
                <a:gd name="T3" fmla="*/ 477 h 478"/>
                <a:gd name="T4" fmla="*/ 30 w 31"/>
                <a:gd name="T5" fmla="*/ 462 h 478"/>
                <a:gd name="T6" fmla="*/ 30 w 31"/>
                <a:gd name="T7" fmla="*/ 15 h 478"/>
                <a:gd name="T8" fmla="*/ 14 w 31"/>
                <a:gd name="T9" fmla="*/ 0 h 478"/>
                <a:gd name="T10" fmla="*/ 0 w 31"/>
                <a:gd name="T11" fmla="*/ 15 h 478"/>
                <a:gd name="T12" fmla="*/ 0 w 31"/>
                <a:gd name="T13" fmla="*/ 462 h 478"/>
                <a:gd name="T14" fmla="*/ 14 w 31"/>
                <a:gd name="T15" fmla="*/ 477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14" y="477"/>
                  </a:moveTo>
                  <a:lnTo>
                    <a:pt x="14" y="477"/>
                  </a:lnTo>
                  <a:cubicBezTo>
                    <a:pt x="23" y="477"/>
                    <a:pt x="30" y="470"/>
                    <a:pt x="30" y="462"/>
                  </a:cubicBezTo>
                  <a:cubicBezTo>
                    <a:pt x="30" y="15"/>
                    <a:pt x="30" y="15"/>
                    <a:pt x="30" y="15"/>
                  </a:cubicBezTo>
                  <a:cubicBezTo>
                    <a:pt x="30" y="7"/>
                    <a:pt x="23" y="0"/>
                    <a:pt x="14" y="0"/>
                  </a:cubicBezTo>
                  <a:cubicBezTo>
                    <a:pt x="6" y="0"/>
                    <a:pt x="0" y="7"/>
                    <a:pt x="0" y="15"/>
                  </a:cubicBezTo>
                  <a:cubicBezTo>
                    <a:pt x="0" y="462"/>
                    <a:pt x="0" y="462"/>
                    <a:pt x="0" y="462"/>
                  </a:cubicBezTo>
                  <a:cubicBezTo>
                    <a:pt x="0" y="470"/>
                    <a:pt x="6" y="477"/>
                    <a:pt x="14" y="4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6" name="Freeform 359">
              <a:extLst>
                <a:ext uri="{FF2B5EF4-FFF2-40B4-BE49-F238E27FC236}">
                  <a16:creationId xmlns:a16="http://schemas.microsoft.com/office/drawing/2014/main" id="{E2EBECC0-DF69-B6BD-F5C2-CEF25EA789A4}"/>
                </a:ext>
              </a:extLst>
            </p:cNvPr>
            <p:cNvSpPr>
              <a:spLocks noChangeArrowheads="1"/>
            </p:cNvSpPr>
            <p:nvPr/>
          </p:nvSpPr>
          <p:spPr bwMode="auto">
            <a:xfrm>
              <a:off x="4919663" y="2941638"/>
              <a:ext cx="11112" cy="171450"/>
            </a:xfrm>
            <a:custGeom>
              <a:avLst/>
              <a:gdLst>
                <a:gd name="T0" fmla="*/ 29 w 30"/>
                <a:gd name="T1" fmla="*/ 462 h 478"/>
                <a:gd name="T2" fmla="*/ 29 w 30"/>
                <a:gd name="T3" fmla="*/ 462 h 478"/>
                <a:gd name="T4" fmla="*/ 29 w 30"/>
                <a:gd name="T5" fmla="*/ 15 h 478"/>
                <a:gd name="T6" fmla="*/ 15 w 30"/>
                <a:gd name="T7" fmla="*/ 0 h 478"/>
                <a:gd name="T8" fmla="*/ 0 w 30"/>
                <a:gd name="T9" fmla="*/ 15 h 478"/>
                <a:gd name="T10" fmla="*/ 0 w 30"/>
                <a:gd name="T11" fmla="*/ 462 h 478"/>
                <a:gd name="T12" fmla="*/ 15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4" y="0"/>
                    <a:pt x="15" y="0"/>
                  </a:cubicBezTo>
                  <a:cubicBezTo>
                    <a:pt x="7" y="0"/>
                    <a:pt x="0" y="7"/>
                    <a:pt x="0" y="15"/>
                  </a:cubicBezTo>
                  <a:cubicBezTo>
                    <a:pt x="0" y="462"/>
                    <a:pt x="0" y="462"/>
                    <a:pt x="0" y="462"/>
                  </a:cubicBezTo>
                  <a:cubicBezTo>
                    <a:pt x="0" y="470"/>
                    <a:pt x="7" y="477"/>
                    <a:pt x="15" y="477"/>
                  </a:cubicBezTo>
                  <a:cubicBezTo>
                    <a:pt x="24"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7" name="Group 440">
            <a:extLst>
              <a:ext uri="{FF2B5EF4-FFF2-40B4-BE49-F238E27FC236}">
                <a16:creationId xmlns:a16="http://schemas.microsoft.com/office/drawing/2014/main" id="{16D807E1-24B7-7FF9-E012-0AF7982145BE}"/>
              </a:ext>
            </a:extLst>
          </p:cNvPr>
          <p:cNvGrpSpPr/>
          <p:nvPr/>
        </p:nvGrpSpPr>
        <p:grpSpPr>
          <a:xfrm>
            <a:off x="5733131" y="1565176"/>
            <a:ext cx="257175" cy="171450"/>
            <a:chOff x="4705350" y="1916113"/>
            <a:chExt cx="257175" cy="171450"/>
          </a:xfrm>
          <a:solidFill>
            <a:schemeClr val="tx2"/>
          </a:solidFill>
        </p:grpSpPr>
        <p:sp>
          <p:nvSpPr>
            <p:cNvPr id="438" name="Freeform 360">
              <a:extLst>
                <a:ext uri="{FF2B5EF4-FFF2-40B4-BE49-F238E27FC236}">
                  <a16:creationId xmlns:a16="http://schemas.microsoft.com/office/drawing/2014/main" id="{CB92821A-6388-8255-FEBD-BA55CBFA4BD7}"/>
                </a:ext>
              </a:extLst>
            </p:cNvPr>
            <p:cNvSpPr>
              <a:spLocks noChangeArrowheads="1"/>
            </p:cNvSpPr>
            <p:nvPr/>
          </p:nvSpPr>
          <p:spPr bwMode="auto">
            <a:xfrm>
              <a:off x="4705350" y="1916113"/>
              <a:ext cx="257175" cy="171450"/>
            </a:xfrm>
            <a:custGeom>
              <a:avLst/>
              <a:gdLst>
                <a:gd name="T0" fmla="*/ 45 w 715"/>
                <a:gd name="T1" fmla="*/ 475 h 476"/>
                <a:gd name="T2" fmla="*/ 45 w 715"/>
                <a:gd name="T3" fmla="*/ 475 h 476"/>
                <a:gd name="T4" fmla="*/ 581 w 715"/>
                <a:gd name="T5" fmla="*/ 475 h 476"/>
                <a:gd name="T6" fmla="*/ 625 w 715"/>
                <a:gd name="T7" fmla="*/ 431 h 476"/>
                <a:gd name="T8" fmla="*/ 625 w 715"/>
                <a:gd name="T9" fmla="*/ 386 h 476"/>
                <a:gd name="T10" fmla="*/ 670 w 715"/>
                <a:gd name="T11" fmla="*/ 386 h 476"/>
                <a:gd name="T12" fmla="*/ 714 w 715"/>
                <a:gd name="T13" fmla="*/ 341 h 476"/>
                <a:gd name="T14" fmla="*/ 714 w 715"/>
                <a:gd name="T15" fmla="*/ 44 h 476"/>
                <a:gd name="T16" fmla="*/ 670 w 715"/>
                <a:gd name="T17" fmla="*/ 0 h 476"/>
                <a:gd name="T18" fmla="*/ 134 w 715"/>
                <a:gd name="T19" fmla="*/ 0 h 476"/>
                <a:gd name="T20" fmla="*/ 90 w 715"/>
                <a:gd name="T21" fmla="*/ 44 h 476"/>
                <a:gd name="T22" fmla="*/ 90 w 715"/>
                <a:gd name="T23" fmla="*/ 89 h 476"/>
                <a:gd name="T24" fmla="*/ 45 w 715"/>
                <a:gd name="T25" fmla="*/ 89 h 476"/>
                <a:gd name="T26" fmla="*/ 0 w 715"/>
                <a:gd name="T27" fmla="*/ 134 h 476"/>
                <a:gd name="T28" fmla="*/ 0 w 715"/>
                <a:gd name="T29" fmla="*/ 431 h 476"/>
                <a:gd name="T30" fmla="*/ 45 w 715"/>
                <a:gd name="T31" fmla="*/ 475 h 476"/>
                <a:gd name="T32" fmla="*/ 120 w 715"/>
                <a:gd name="T33" fmla="*/ 44 h 476"/>
                <a:gd name="T34" fmla="*/ 120 w 715"/>
                <a:gd name="T35" fmla="*/ 44 h 476"/>
                <a:gd name="T36" fmla="*/ 134 w 715"/>
                <a:gd name="T37" fmla="*/ 29 h 476"/>
                <a:gd name="T38" fmla="*/ 670 w 715"/>
                <a:gd name="T39" fmla="*/ 29 h 476"/>
                <a:gd name="T40" fmla="*/ 685 w 715"/>
                <a:gd name="T41" fmla="*/ 44 h 476"/>
                <a:gd name="T42" fmla="*/ 685 w 715"/>
                <a:gd name="T43" fmla="*/ 341 h 476"/>
                <a:gd name="T44" fmla="*/ 670 w 715"/>
                <a:gd name="T45" fmla="*/ 357 h 476"/>
                <a:gd name="T46" fmla="*/ 625 w 715"/>
                <a:gd name="T47" fmla="*/ 357 h 476"/>
                <a:gd name="T48" fmla="*/ 625 w 715"/>
                <a:gd name="T49" fmla="*/ 134 h 476"/>
                <a:gd name="T50" fmla="*/ 581 w 715"/>
                <a:gd name="T51" fmla="*/ 89 h 476"/>
                <a:gd name="T52" fmla="*/ 120 w 715"/>
                <a:gd name="T53" fmla="*/ 89 h 476"/>
                <a:gd name="T54" fmla="*/ 120 w 715"/>
                <a:gd name="T55" fmla="*/ 44 h 476"/>
                <a:gd name="T56" fmla="*/ 31 w 715"/>
                <a:gd name="T57" fmla="*/ 134 h 476"/>
                <a:gd name="T58" fmla="*/ 31 w 715"/>
                <a:gd name="T59" fmla="*/ 134 h 476"/>
                <a:gd name="T60" fmla="*/ 45 w 715"/>
                <a:gd name="T61" fmla="*/ 118 h 476"/>
                <a:gd name="T62" fmla="*/ 581 w 715"/>
                <a:gd name="T63" fmla="*/ 118 h 476"/>
                <a:gd name="T64" fmla="*/ 596 w 715"/>
                <a:gd name="T65" fmla="*/ 134 h 476"/>
                <a:gd name="T66" fmla="*/ 596 w 715"/>
                <a:gd name="T67" fmla="*/ 431 h 476"/>
                <a:gd name="T68" fmla="*/ 581 w 715"/>
                <a:gd name="T69" fmla="*/ 446 h 476"/>
                <a:gd name="T70" fmla="*/ 45 w 715"/>
                <a:gd name="T71" fmla="*/ 446 h 476"/>
                <a:gd name="T72" fmla="*/ 31 w 715"/>
                <a:gd name="T73" fmla="*/ 431 h 476"/>
                <a:gd name="T74" fmla="*/ 31 w 715"/>
                <a:gd name="T75" fmla="*/ 13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476">
                  <a:moveTo>
                    <a:pt x="45" y="475"/>
                  </a:moveTo>
                  <a:lnTo>
                    <a:pt x="45" y="475"/>
                  </a:lnTo>
                  <a:cubicBezTo>
                    <a:pt x="581" y="475"/>
                    <a:pt x="581" y="475"/>
                    <a:pt x="581" y="475"/>
                  </a:cubicBezTo>
                  <a:cubicBezTo>
                    <a:pt x="606" y="475"/>
                    <a:pt x="625" y="456"/>
                    <a:pt x="625" y="431"/>
                  </a:cubicBezTo>
                  <a:cubicBezTo>
                    <a:pt x="625" y="386"/>
                    <a:pt x="625" y="386"/>
                    <a:pt x="625" y="386"/>
                  </a:cubicBezTo>
                  <a:cubicBezTo>
                    <a:pt x="670" y="386"/>
                    <a:pt x="670" y="386"/>
                    <a:pt x="670" y="386"/>
                  </a:cubicBezTo>
                  <a:cubicBezTo>
                    <a:pt x="695" y="386"/>
                    <a:pt x="714" y="367"/>
                    <a:pt x="714" y="341"/>
                  </a:cubicBezTo>
                  <a:cubicBezTo>
                    <a:pt x="714" y="44"/>
                    <a:pt x="714" y="44"/>
                    <a:pt x="714" y="44"/>
                  </a:cubicBezTo>
                  <a:cubicBezTo>
                    <a:pt x="714" y="19"/>
                    <a:pt x="695" y="0"/>
                    <a:pt x="670" y="0"/>
                  </a:cubicBezTo>
                  <a:cubicBezTo>
                    <a:pt x="134" y="0"/>
                    <a:pt x="134" y="0"/>
                    <a:pt x="134" y="0"/>
                  </a:cubicBezTo>
                  <a:cubicBezTo>
                    <a:pt x="111" y="0"/>
                    <a:pt x="90" y="19"/>
                    <a:pt x="90" y="44"/>
                  </a:cubicBezTo>
                  <a:cubicBezTo>
                    <a:pt x="90" y="89"/>
                    <a:pt x="90" y="89"/>
                    <a:pt x="90" y="89"/>
                  </a:cubicBezTo>
                  <a:cubicBezTo>
                    <a:pt x="45" y="89"/>
                    <a:pt x="45" y="89"/>
                    <a:pt x="45" y="89"/>
                  </a:cubicBezTo>
                  <a:cubicBezTo>
                    <a:pt x="21" y="89"/>
                    <a:pt x="0" y="109"/>
                    <a:pt x="0" y="134"/>
                  </a:cubicBezTo>
                  <a:cubicBezTo>
                    <a:pt x="0" y="431"/>
                    <a:pt x="0" y="431"/>
                    <a:pt x="0" y="431"/>
                  </a:cubicBezTo>
                  <a:cubicBezTo>
                    <a:pt x="0" y="456"/>
                    <a:pt x="21" y="475"/>
                    <a:pt x="45" y="475"/>
                  </a:cubicBezTo>
                  <a:close/>
                  <a:moveTo>
                    <a:pt x="120" y="44"/>
                  </a:moveTo>
                  <a:lnTo>
                    <a:pt x="120" y="44"/>
                  </a:lnTo>
                  <a:cubicBezTo>
                    <a:pt x="120" y="36"/>
                    <a:pt x="126" y="29"/>
                    <a:pt x="134" y="29"/>
                  </a:cubicBezTo>
                  <a:cubicBezTo>
                    <a:pt x="670" y="29"/>
                    <a:pt x="670" y="29"/>
                    <a:pt x="670" y="29"/>
                  </a:cubicBezTo>
                  <a:cubicBezTo>
                    <a:pt x="678" y="29"/>
                    <a:pt x="685" y="36"/>
                    <a:pt x="685" y="44"/>
                  </a:cubicBezTo>
                  <a:cubicBezTo>
                    <a:pt x="685" y="341"/>
                    <a:pt x="685" y="341"/>
                    <a:pt x="685" y="341"/>
                  </a:cubicBezTo>
                  <a:cubicBezTo>
                    <a:pt x="685" y="350"/>
                    <a:pt x="678" y="357"/>
                    <a:pt x="670" y="357"/>
                  </a:cubicBezTo>
                  <a:cubicBezTo>
                    <a:pt x="625" y="357"/>
                    <a:pt x="625" y="357"/>
                    <a:pt x="625" y="357"/>
                  </a:cubicBezTo>
                  <a:cubicBezTo>
                    <a:pt x="625" y="134"/>
                    <a:pt x="625" y="134"/>
                    <a:pt x="625" y="134"/>
                  </a:cubicBezTo>
                  <a:cubicBezTo>
                    <a:pt x="625" y="109"/>
                    <a:pt x="606" y="89"/>
                    <a:pt x="581" y="89"/>
                  </a:cubicBezTo>
                  <a:cubicBezTo>
                    <a:pt x="120" y="89"/>
                    <a:pt x="120" y="89"/>
                    <a:pt x="120" y="89"/>
                  </a:cubicBezTo>
                  <a:lnTo>
                    <a:pt x="120" y="44"/>
                  </a:lnTo>
                  <a:close/>
                  <a:moveTo>
                    <a:pt x="31" y="134"/>
                  </a:moveTo>
                  <a:lnTo>
                    <a:pt x="31" y="134"/>
                  </a:lnTo>
                  <a:cubicBezTo>
                    <a:pt x="31" y="125"/>
                    <a:pt x="37" y="118"/>
                    <a:pt x="45" y="118"/>
                  </a:cubicBezTo>
                  <a:cubicBezTo>
                    <a:pt x="581" y="118"/>
                    <a:pt x="581" y="118"/>
                    <a:pt x="581" y="118"/>
                  </a:cubicBezTo>
                  <a:cubicBezTo>
                    <a:pt x="589" y="118"/>
                    <a:pt x="596" y="125"/>
                    <a:pt x="596" y="134"/>
                  </a:cubicBezTo>
                  <a:cubicBezTo>
                    <a:pt x="596" y="431"/>
                    <a:pt x="596" y="431"/>
                    <a:pt x="596" y="431"/>
                  </a:cubicBezTo>
                  <a:cubicBezTo>
                    <a:pt x="596" y="439"/>
                    <a:pt x="589" y="446"/>
                    <a:pt x="581" y="446"/>
                  </a:cubicBezTo>
                  <a:cubicBezTo>
                    <a:pt x="45" y="446"/>
                    <a:pt x="45" y="446"/>
                    <a:pt x="45" y="446"/>
                  </a:cubicBezTo>
                  <a:cubicBezTo>
                    <a:pt x="37" y="446"/>
                    <a:pt x="31" y="439"/>
                    <a:pt x="31" y="431"/>
                  </a:cubicBezTo>
                  <a:lnTo>
                    <a:pt x="31"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9" name="Freeform 361">
              <a:extLst>
                <a:ext uri="{FF2B5EF4-FFF2-40B4-BE49-F238E27FC236}">
                  <a16:creationId xmlns:a16="http://schemas.microsoft.com/office/drawing/2014/main" id="{A3C9177B-24D7-6B18-5182-59BB8F3A5A8B}"/>
                </a:ext>
              </a:extLst>
            </p:cNvPr>
            <p:cNvSpPr>
              <a:spLocks noChangeArrowheads="1"/>
            </p:cNvSpPr>
            <p:nvPr/>
          </p:nvSpPr>
          <p:spPr bwMode="auto">
            <a:xfrm>
              <a:off x="4781550" y="1979613"/>
              <a:ext cx="74613" cy="74612"/>
            </a:xfrm>
            <a:custGeom>
              <a:avLst/>
              <a:gdLst>
                <a:gd name="T0" fmla="*/ 103 w 208"/>
                <a:gd name="T1" fmla="*/ 208 h 209"/>
                <a:gd name="T2" fmla="*/ 103 w 208"/>
                <a:gd name="T3" fmla="*/ 208 h 209"/>
                <a:gd name="T4" fmla="*/ 207 w 208"/>
                <a:gd name="T5" fmla="*/ 103 h 209"/>
                <a:gd name="T6" fmla="*/ 103 w 208"/>
                <a:gd name="T7" fmla="*/ 0 h 209"/>
                <a:gd name="T8" fmla="*/ 0 w 208"/>
                <a:gd name="T9" fmla="*/ 103 h 209"/>
                <a:gd name="T10" fmla="*/ 103 w 208"/>
                <a:gd name="T11" fmla="*/ 208 h 209"/>
                <a:gd name="T12" fmla="*/ 51 w 208"/>
                <a:gd name="T13" fmla="*/ 52 h 209"/>
                <a:gd name="T14" fmla="*/ 51 w 208"/>
                <a:gd name="T15" fmla="*/ 52 h 209"/>
                <a:gd name="T16" fmla="*/ 103 w 208"/>
                <a:gd name="T17" fmla="*/ 30 h 209"/>
                <a:gd name="T18" fmla="*/ 156 w 208"/>
                <a:gd name="T19" fmla="*/ 52 h 209"/>
                <a:gd name="T20" fmla="*/ 178 w 208"/>
                <a:gd name="T21" fmla="*/ 103 h 209"/>
                <a:gd name="T22" fmla="*/ 156 w 208"/>
                <a:gd name="T23" fmla="*/ 156 h 209"/>
                <a:gd name="T24" fmla="*/ 103 w 208"/>
                <a:gd name="T25" fmla="*/ 179 h 209"/>
                <a:gd name="T26" fmla="*/ 51 w 208"/>
                <a:gd name="T27" fmla="*/ 156 h 209"/>
                <a:gd name="T28" fmla="*/ 29 w 208"/>
                <a:gd name="T29" fmla="*/ 103 h 209"/>
                <a:gd name="T30" fmla="*/ 51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03" y="208"/>
                  </a:moveTo>
                  <a:lnTo>
                    <a:pt x="103" y="208"/>
                  </a:lnTo>
                  <a:cubicBezTo>
                    <a:pt x="161" y="208"/>
                    <a:pt x="207" y="162"/>
                    <a:pt x="207" y="103"/>
                  </a:cubicBezTo>
                  <a:cubicBezTo>
                    <a:pt x="207" y="46"/>
                    <a:pt x="161" y="0"/>
                    <a:pt x="103" y="0"/>
                  </a:cubicBezTo>
                  <a:cubicBezTo>
                    <a:pt x="46" y="0"/>
                    <a:pt x="0" y="46"/>
                    <a:pt x="0" y="103"/>
                  </a:cubicBezTo>
                  <a:cubicBezTo>
                    <a:pt x="0" y="162"/>
                    <a:pt x="46" y="208"/>
                    <a:pt x="103" y="208"/>
                  </a:cubicBezTo>
                  <a:close/>
                  <a:moveTo>
                    <a:pt x="51" y="52"/>
                  </a:moveTo>
                  <a:lnTo>
                    <a:pt x="51" y="52"/>
                  </a:lnTo>
                  <a:cubicBezTo>
                    <a:pt x="64" y="38"/>
                    <a:pt x="83" y="30"/>
                    <a:pt x="103" y="30"/>
                  </a:cubicBezTo>
                  <a:cubicBezTo>
                    <a:pt x="124" y="30"/>
                    <a:pt x="142" y="38"/>
                    <a:pt x="156" y="52"/>
                  </a:cubicBezTo>
                  <a:cubicBezTo>
                    <a:pt x="170" y="64"/>
                    <a:pt x="178" y="84"/>
                    <a:pt x="178" y="103"/>
                  </a:cubicBezTo>
                  <a:cubicBezTo>
                    <a:pt x="178" y="124"/>
                    <a:pt x="170" y="143"/>
                    <a:pt x="156" y="156"/>
                  </a:cubicBezTo>
                  <a:cubicBezTo>
                    <a:pt x="142" y="170"/>
                    <a:pt x="124" y="179"/>
                    <a:pt x="103" y="179"/>
                  </a:cubicBezTo>
                  <a:cubicBezTo>
                    <a:pt x="83" y="179"/>
                    <a:pt x="64" y="170"/>
                    <a:pt x="51" y="156"/>
                  </a:cubicBezTo>
                  <a:cubicBezTo>
                    <a:pt x="37" y="143"/>
                    <a:pt x="29" y="124"/>
                    <a:pt x="29" y="103"/>
                  </a:cubicBezTo>
                  <a:cubicBezTo>
                    <a:pt x="29" y="84"/>
                    <a:pt x="37" y="64"/>
                    <a:pt x="51"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0" name="Group 443">
            <a:extLst>
              <a:ext uri="{FF2B5EF4-FFF2-40B4-BE49-F238E27FC236}">
                <a16:creationId xmlns:a16="http://schemas.microsoft.com/office/drawing/2014/main" id="{7884C691-9512-3FF4-BE03-4A5D4B62CA79}"/>
              </a:ext>
            </a:extLst>
          </p:cNvPr>
          <p:cNvGrpSpPr/>
          <p:nvPr/>
        </p:nvGrpSpPr>
        <p:grpSpPr>
          <a:xfrm>
            <a:off x="5234656" y="1015901"/>
            <a:ext cx="204788" cy="257175"/>
            <a:chOff x="4206875" y="1350963"/>
            <a:chExt cx="204788" cy="257175"/>
          </a:xfrm>
          <a:solidFill>
            <a:schemeClr val="tx2"/>
          </a:solidFill>
        </p:grpSpPr>
        <p:sp>
          <p:nvSpPr>
            <p:cNvPr id="441" name="Freeform 362">
              <a:extLst>
                <a:ext uri="{FF2B5EF4-FFF2-40B4-BE49-F238E27FC236}">
                  <a16:creationId xmlns:a16="http://schemas.microsoft.com/office/drawing/2014/main" id="{8345642F-6198-4943-4799-76D36C1ACD80}"/>
                </a:ext>
              </a:extLst>
            </p:cNvPr>
            <p:cNvSpPr>
              <a:spLocks noChangeArrowheads="1"/>
            </p:cNvSpPr>
            <p:nvPr/>
          </p:nvSpPr>
          <p:spPr bwMode="auto">
            <a:xfrm>
              <a:off x="4206875" y="1350963"/>
              <a:ext cx="204788" cy="257175"/>
            </a:xfrm>
            <a:custGeom>
              <a:avLst/>
              <a:gdLst>
                <a:gd name="T0" fmla="*/ 7 w 567"/>
                <a:gd name="T1" fmla="*/ 63 h 715"/>
                <a:gd name="T2" fmla="*/ 7 w 567"/>
                <a:gd name="T3" fmla="*/ 63 h 715"/>
                <a:gd name="T4" fmla="*/ 0 w 567"/>
                <a:gd name="T5" fmla="*/ 76 h 715"/>
                <a:gd name="T6" fmla="*/ 0 w 567"/>
                <a:gd name="T7" fmla="*/ 402 h 715"/>
                <a:gd name="T8" fmla="*/ 32 w 567"/>
                <a:gd name="T9" fmla="*/ 495 h 715"/>
                <a:gd name="T10" fmla="*/ 149 w 567"/>
                <a:gd name="T11" fmla="*/ 610 h 715"/>
                <a:gd name="T12" fmla="*/ 272 w 567"/>
                <a:gd name="T13" fmla="*/ 710 h 715"/>
                <a:gd name="T14" fmla="*/ 283 w 567"/>
                <a:gd name="T15" fmla="*/ 714 h 715"/>
                <a:gd name="T16" fmla="*/ 294 w 567"/>
                <a:gd name="T17" fmla="*/ 710 h 715"/>
                <a:gd name="T18" fmla="*/ 460 w 567"/>
                <a:gd name="T19" fmla="*/ 573 h 715"/>
                <a:gd name="T20" fmla="*/ 534 w 567"/>
                <a:gd name="T21" fmla="*/ 495 h 715"/>
                <a:gd name="T22" fmla="*/ 566 w 567"/>
                <a:gd name="T23" fmla="*/ 402 h 715"/>
                <a:gd name="T24" fmla="*/ 566 w 567"/>
                <a:gd name="T25" fmla="*/ 76 h 715"/>
                <a:gd name="T26" fmla="*/ 559 w 567"/>
                <a:gd name="T27" fmla="*/ 63 h 715"/>
                <a:gd name="T28" fmla="*/ 547 w 567"/>
                <a:gd name="T29" fmla="*/ 62 h 715"/>
                <a:gd name="T30" fmla="*/ 480 w 567"/>
                <a:gd name="T31" fmla="*/ 71 h 715"/>
                <a:gd name="T32" fmla="*/ 291 w 567"/>
                <a:gd name="T33" fmla="*/ 3 h 715"/>
                <a:gd name="T34" fmla="*/ 275 w 567"/>
                <a:gd name="T35" fmla="*/ 3 h 715"/>
                <a:gd name="T36" fmla="*/ 86 w 567"/>
                <a:gd name="T37" fmla="*/ 71 h 715"/>
                <a:gd name="T38" fmla="*/ 19 w 567"/>
                <a:gd name="T39" fmla="*/ 62 h 715"/>
                <a:gd name="T40" fmla="*/ 7 w 567"/>
                <a:gd name="T41" fmla="*/ 63 h 715"/>
                <a:gd name="T42" fmla="*/ 283 w 567"/>
                <a:gd name="T43" fmla="*/ 34 h 715"/>
                <a:gd name="T44" fmla="*/ 283 w 567"/>
                <a:gd name="T45" fmla="*/ 34 h 715"/>
                <a:gd name="T46" fmla="*/ 480 w 567"/>
                <a:gd name="T47" fmla="*/ 102 h 715"/>
                <a:gd name="T48" fmla="*/ 535 w 567"/>
                <a:gd name="T49" fmla="*/ 95 h 715"/>
                <a:gd name="T50" fmla="*/ 535 w 567"/>
                <a:gd name="T51" fmla="*/ 402 h 715"/>
                <a:gd name="T52" fmla="*/ 509 w 567"/>
                <a:gd name="T53" fmla="*/ 479 h 715"/>
                <a:gd name="T54" fmla="*/ 397 w 567"/>
                <a:gd name="T55" fmla="*/ 586 h 715"/>
                <a:gd name="T56" fmla="*/ 283 w 567"/>
                <a:gd name="T57" fmla="*/ 679 h 715"/>
                <a:gd name="T58" fmla="*/ 125 w 567"/>
                <a:gd name="T59" fmla="*/ 551 h 715"/>
                <a:gd name="T60" fmla="*/ 57 w 567"/>
                <a:gd name="T61" fmla="*/ 479 h 715"/>
                <a:gd name="T62" fmla="*/ 31 w 567"/>
                <a:gd name="T63" fmla="*/ 402 h 715"/>
                <a:gd name="T64" fmla="*/ 31 w 567"/>
                <a:gd name="T65" fmla="*/ 95 h 715"/>
                <a:gd name="T66" fmla="*/ 86 w 567"/>
                <a:gd name="T67" fmla="*/ 102 h 715"/>
                <a:gd name="T68" fmla="*/ 283 w 567"/>
                <a:gd name="T69" fmla="*/ 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7" h="715">
                  <a:moveTo>
                    <a:pt x="7" y="63"/>
                  </a:moveTo>
                  <a:lnTo>
                    <a:pt x="7" y="63"/>
                  </a:lnTo>
                  <a:cubicBezTo>
                    <a:pt x="3" y="66"/>
                    <a:pt x="0" y="70"/>
                    <a:pt x="0" y="76"/>
                  </a:cubicBezTo>
                  <a:cubicBezTo>
                    <a:pt x="0" y="402"/>
                    <a:pt x="0" y="402"/>
                    <a:pt x="0" y="402"/>
                  </a:cubicBezTo>
                  <a:cubicBezTo>
                    <a:pt x="0" y="435"/>
                    <a:pt x="12" y="467"/>
                    <a:pt x="32" y="495"/>
                  </a:cubicBezTo>
                  <a:cubicBezTo>
                    <a:pt x="61" y="537"/>
                    <a:pt x="104" y="575"/>
                    <a:pt x="149" y="610"/>
                  </a:cubicBezTo>
                  <a:cubicBezTo>
                    <a:pt x="195" y="645"/>
                    <a:pt x="240" y="678"/>
                    <a:pt x="272" y="710"/>
                  </a:cubicBezTo>
                  <a:cubicBezTo>
                    <a:pt x="275" y="713"/>
                    <a:pt x="279" y="714"/>
                    <a:pt x="283" y="714"/>
                  </a:cubicBezTo>
                  <a:cubicBezTo>
                    <a:pt x="287" y="714"/>
                    <a:pt x="291" y="713"/>
                    <a:pt x="294" y="710"/>
                  </a:cubicBezTo>
                  <a:cubicBezTo>
                    <a:pt x="336" y="667"/>
                    <a:pt x="403" y="622"/>
                    <a:pt x="460" y="573"/>
                  </a:cubicBezTo>
                  <a:cubicBezTo>
                    <a:pt x="488" y="548"/>
                    <a:pt x="515" y="523"/>
                    <a:pt x="534" y="495"/>
                  </a:cubicBezTo>
                  <a:cubicBezTo>
                    <a:pt x="554" y="467"/>
                    <a:pt x="566" y="435"/>
                    <a:pt x="566" y="402"/>
                  </a:cubicBezTo>
                  <a:cubicBezTo>
                    <a:pt x="566" y="76"/>
                    <a:pt x="566" y="76"/>
                    <a:pt x="566" y="76"/>
                  </a:cubicBezTo>
                  <a:cubicBezTo>
                    <a:pt x="566" y="70"/>
                    <a:pt x="563" y="66"/>
                    <a:pt x="559" y="63"/>
                  </a:cubicBezTo>
                  <a:cubicBezTo>
                    <a:pt x="555" y="60"/>
                    <a:pt x="551" y="60"/>
                    <a:pt x="547" y="62"/>
                  </a:cubicBezTo>
                  <a:cubicBezTo>
                    <a:pt x="524" y="69"/>
                    <a:pt x="502" y="71"/>
                    <a:pt x="480" y="71"/>
                  </a:cubicBezTo>
                  <a:cubicBezTo>
                    <a:pt x="418" y="71"/>
                    <a:pt x="356" y="46"/>
                    <a:pt x="291" y="3"/>
                  </a:cubicBezTo>
                  <a:cubicBezTo>
                    <a:pt x="286" y="0"/>
                    <a:pt x="280" y="0"/>
                    <a:pt x="275" y="3"/>
                  </a:cubicBezTo>
                  <a:cubicBezTo>
                    <a:pt x="210" y="46"/>
                    <a:pt x="148" y="71"/>
                    <a:pt x="86" y="71"/>
                  </a:cubicBezTo>
                  <a:cubicBezTo>
                    <a:pt x="64" y="71"/>
                    <a:pt x="42" y="69"/>
                    <a:pt x="19" y="62"/>
                  </a:cubicBezTo>
                  <a:cubicBezTo>
                    <a:pt x="15" y="60"/>
                    <a:pt x="11" y="60"/>
                    <a:pt x="7" y="63"/>
                  </a:cubicBezTo>
                  <a:close/>
                  <a:moveTo>
                    <a:pt x="283" y="34"/>
                  </a:moveTo>
                  <a:lnTo>
                    <a:pt x="283" y="34"/>
                  </a:lnTo>
                  <a:cubicBezTo>
                    <a:pt x="347" y="74"/>
                    <a:pt x="413" y="102"/>
                    <a:pt x="480" y="102"/>
                  </a:cubicBezTo>
                  <a:cubicBezTo>
                    <a:pt x="498" y="102"/>
                    <a:pt x="517" y="99"/>
                    <a:pt x="535" y="95"/>
                  </a:cubicBezTo>
                  <a:cubicBezTo>
                    <a:pt x="535" y="402"/>
                    <a:pt x="535" y="402"/>
                    <a:pt x="535" y="402"/>
                  </a:cubicBezTo>
                  <a:cubicBezTo>
                    <a:pt x="535" y="428"/>
                    <a:pt x="526" y="454"/>
                    <a:pt x="509" y="479"/>
                  </a:cubicBezTo>
                  <a:cubicBezTo>
                    <a:pt x="484" y="515"/>
                    <a:pt x="442" y="551"/>
                    <a:pt x="397" y="586"/>
                  </a:cubicBezTo>
                  <a:cubicBezTo>
                    <a:pt x="358" y="618"/>
                    <a:pt x="316" y="649"/>
                    <a:pt x="283" y="679"/>
                  </a:cubicBezTo>
                  <a:cubicBezTo>
                    <a:pt x="237" y="636"/>
                    <a:pt x="176" y="596"/>
                    <a:pt x="125" y="551"/>
                  </a:cubicBezTo>
                  <a:cubicBezTo>
                    <a:pt x="98" y="527"/>
                    <a:pt x="74" y="504"/>
                    <a:pt x="57" y="479"/>
                  </a:cubicBezTo>
                  <a:cubicBezTo>
                    <a:pt x="40" y="454"/>
                    <a:pt x="31" y="428"/>
                    <a:pt x="31" y="402"/>
                  </a:cubicBezTo>
                  <a:cubicBezTo>
                    <a:pt x="31" y="95"/>
                    <a:pt x="31" y="95"/>
                    <a:pt x="31" y="95"/>
                  </a:cubicBezTo>
                  <a:cubicBezTo>
                    <a:pt x="49" y="99"/>
                    <a:pt x="68" y="102"/>
                    <a:pt x="86" y="102"/>
                  </a:cubicBezTo>
                  <a:cubicBezTo>
                    <a:pt x="153" y="102"/>
                    <a:pt x="219" y="74"/>
                    <a:pt x="283"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2" name="Freeform 363">
              <a:extLst>
                <a:ext uri="{FF2B5EF4-FFF2-40B4-BE49-F238E27FC236}">
                  <a16:creationId xmlns:a16="http://schemas.microsoft.com/office/drawing/2014/main" id="{F625DCAB-12CD-FBCD-FFD0-5A18A18FCEF3}"/>
                </a:ext>
              </a:extLst>
            </p:cNvPr>
            <p:cNvSpPr>
              <a:spLocks noChangeArrowheads="1"/>
            </p:cNvSpPr>
            <p:nvPr/>
          </p:nvSpPr>
          <p:spPr bwMode="auto">
            <a:xfrm>
              <a:off x="4265613" y="1441450"/>
              <a:ext cx="87312" cy="76200"/>
            </a:xfrm>
            <a:custGeom>
              <a:avLst/>
              <a:gdLst>
                <a:gd name="T0" fmla="*/ 95 w 242"/>
                <a:gd name="T1" fmla="*/ 205 h 211"/>
                <a:gd name="T2" fmla="*/ 95 w 242"/>
                <a:gd name="T3" fmla="*/ 205 h 211"/>
                <a:gd name="T4" fmla="*/ 106 w 242"/>
                <a:gd name="T5" fmla="*/ 209 h 211"/>
                <a:gd name="T6" fmla="*/ 117 w 242"/>
                <a:gd name="T7" fmla="*/ 204 h 211"/>
                <a:gd name="T8" fmla="*/ 237 w 242"/>
                <a:gd name="T9" fmla="*/ 25 h 211"/>
                <a:gd name="T10" fmla="*/ 233 w 242"/>
                <a:gd name="T11" fmla="*/ 4 h 211"/>
                <a:gd name="T12" fmla="*/ 212 w 242"/>
                <a:gd name="T13" fmla="*/ 8 h 211"/>
                <a:gd name="T14" fmla="*/ 212 w 242"/>
                <a:gd name="T15" fmla="*/ 8 h 211"/>
                <a:gd name="T16" fmla="*/ 103 w 242"/>
                <a:gd name="T17" fmla="*/ 171 h 211"/>
                <a:gd name="T18" fmla="*/ 27 w 242"/>
                <a:gd name="T19" fmla="*/ 95 h 211"/>
                <a:gd name="T20" fmla="*/ 6 w 242"/>
                <a:gd name="T21" fmla="*/ 95 h 211"/>
                <a:gd name="T22" fmla="*/ 6 w 242"/>
                <a:gd name="T23" fmla="*/ 116 h 211"/>
                <a:gd name="T24" fmla="*/ 95 w 242"/>
                <a:gd name="T25" fmla="*/ 20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2" h="211">
                  <a:moveTo>
                    <a:pt x="95" y="205"/>
                  </a:moveTo>
                  <a:lnTo>
                    <a:pt x="95" y="205"/>
                  </a:lnTo>
                  <a:cubicBezTo>
                    <a:pt x="98" y="209"/>
                    <a:pt x="102" y="210"/>
                    <a:pt x="106" y="209"/>
                  </a:cubicBezTo>
                  <a:cubicBezTo>
                    <a:pt x="112" y="209"/>
                    <a:pt x="114" y="206"/>
                    <a:pt x="117" y="204"/>
                  </a:cubicBezTo>
                  <a:cubicBezTo>
                    <a:pt x="237" y="25"/>
                    <a:pt x="237" y="25"/>
                    <a:pt x="237" y="25"/>
                  </a:cubicBezTo>
                  <a:cubicBezTo>
                    <a:pt x="241" y="18"/>
                    <a:pt x="239" y="8"/>
                    <a:pt x="233" y="4"/>
                  </a:cubicBezTo>
                  <a:cubicBezTo>
                    <a:pt x="226" y="0"/>
                    <a:pt x="216" y="1"/>
                    <a:pt x="212" y="8"/>
                  </a:cubicBezTo>
                  <a:lnTo>
                    <a:pt x="212" y="8"/>
                  </a:lnTo>
                  <a:cubicBezTo>
                    <a:pt x="103" y="171"/>
                    <a:pt x="103" y="171"/>
                    <a:pt x="103" y="171"/>
                  </a:cubicBezTo>
                  <a:cubicBezTo>
                    <a:pt x="27" y="95"/>
                    <a:pt x="27" y="95"/>
                    <a:pt x="27" y="95"/>
                  </a:cubicBezTo>
                  <a:cubicBezTo>
                    <a:pt x="21" y="89"/>
                    <a:pt x="11" y="89"/>
                    <a:pt x="6" y="95"/>
                  </a:cubicBezTo>
                  <a:cubicBezTo>
                    <a:pt x="0" y="100"/>
                    <a:pt x="0" y="110"/>
                    <a:pt x="6" y="116"/>
                  </a:cubicBezTo>
                  <a:lnTo>
                    <a:pt x="95" y="2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3" name="Group 446">
            <a:extLst>
              <a:ext uri="{FF2B5EF4-FFF2-40B4-BE49-F238E27FC236}">
                <a16:creationId xmlns:a16="http://schemas.microsoft.com/office/drawing/2014/main" id="{677636AA-D223-D143-7B9C-4FA884260917}"/>
              </a:ext>
            </a:extLst>
          </p:cNvPr>
          <p:cNvGrpSpPr/>
          <p:nvPr/>
        </p:nvGrpSpPr>
        <p:grpSpPr>
          <a:xfrm>
            <a:off x="5207669" y="2040632"/>
            <a:ext cx="257175" cy="246062"/>
            <a:chOff x="4179888" y="2376488"/>
            <a:chExt cx="257175" cy="246062"/>
          </a:xfrm>
          <a:solidFill>
            <a:schemeClr val="tx2"/>
          </a:solidFill>
        </p:grpSpPr>
        <p:sp>
          <p:nvSpPr>
            <p:cNvPr id="444" name="Freeform 364">
              <a:extLst>
                <a:ext uri="{FF2B5EF4-FFF2-40B4-BE49-F238E27FC236}">
                  <a16:creationId xmlns:a16="http://schemas.microsoft.com/office/drawing/2014/main" id="{3793B203-A100-B1FF-D32B-C0C3B9AA3442}"/>
                </a:ext>
              </a:extLst>
            </p:cNvPr>
            <p:cNvSpPr>
              <a:spLocks noChangeArrowheads="1"/>
            </p:cNvSpPr>
            <p:nvPr/>
          </p:nvSpPr>
          <p:spPr bwMode="auto">
            <a:xfrm>
              <a:off x="4179888" y="2376488"/>
              <a:ext cx="257175" cy="246062"/>
            </a:xfrm>
            <a:custGeom>
              <a:avLst/>
              <a:gdLst>
                <a:gd name="T0" fmla="*/ 714 w 715"/>
                <a:gd name="T1" fmla="*/ 283 h 685"/>
                <a:gd name="T2" fmla="*/ 648 w 715"/>
                <a:gd name="T3" fmla="*/ 238 h 685"/>
                <a:gd name="T4" fmla="*/ 586 w 715"/>
                <a:gd name="T5" fmla="*/ 106 h 685"/>
                <a:gd name="T6" fmla="*/ 476 w 715"/>
                <a:gd name="T7" fmla="*/ 60 h 685"/>
                <a:gd name="T8" fmla="*/ 297 w 715"/>
                <a:gd name="T9" fmla="*/ 0 h 685"/>
                <a:gd name="T10" fmla="*/ 197 w 715"/>
                <a:gd name="T11" fmla="*/ 60 h 685"/>
                <a:gd name="T12" fmla="*/ 128 w 715"/>
                <a:gd name="T13" fmla="*/ 106 h 685"/>
                <a:gd name="T14" fmla="*/ 45 w 715"/>
                <a:gd name="T15" fmla="*/ 238 h 685"/>
                <a:gd name="T16" fmla="*/ 0 w 715"/>
                <a:gd name="T17" fmla="*/ 312 h 685"/>
                <a:gd name="T18" fmla="*/ 105 w 715"/>
                <a:gd name="T19" fmla="*/ 634 h 685"/>
                <a:gd name="T20" fmla="*/ 176 w 715"/>
                <a:gd name="T21" fmla="*/ 684 h 685"/>
                <a:gd name="T22" fmla="*/ 608 w 715"/>
                <a:gd name="T23" fmla="*/ 636 h 685"/>
                <a:gd name="T24" fmla="*/ 682 w 715"/>
                <a:gd name="T25" fmla="*/ 355 h 685"/>
                <a:gd name="T26" fmla="*/ 714 w 715"/>
                <a:gd name="T27" fmla="*/ 283 h 685"/>
                <a:gd name="T28" fmla="*/ 297 w 715"/>
                <a:gd name="T29" fmla="*/ 29 h 685"/>
                <a:gd name="T30" fmla="*/ 446 w 715"/>
                <a:gd name="T31" fmla="*/ 60 h 685"/>
                <a:gd name="T32" fmla="*/ 297 w 715"/>
                <a:gd name="T33" fmla="*/ 89 h 685"/>
                <a:gd name="T34" fmla="*/ 297 w 715"/>
                <a:gd name="T35" fmla="*/ 29 h 685"/>
                <a:gd name="T36" fmla="*/ 155 w 715"/>
                <a:gd name="T37" fmla="*/ 118 h 685"/>
                <a:gd name="T38" fmla="*/ 197 w 715"/>
                <a:gd name="T39" fmla="*/ 89 h 685"/>
                <a:gd name="T40" fmla="*/ 297 w 715"/>
                <a:gd name="T41" fmla="*/ 118 h 685"/>
                <a:gd name="T42" fmla="*/ 467 w 715"/>
                <a:gd name="T43" fmla="*/ 89 h 685"/>
                <a:gd name="T44" fmla="*/ 558 w 715"/>
                <a:gd name="T45" fmla="*/ 117 h 685"/>
                <a:gd name="T46" fmla="*/ 616 w 715"/>
                <a:gd name="T47" fmla="*/ 238 h 685"/>
                <a:gd name="T48" fmla="*/ 155 w 715"/>
                <a:gd name="T49" fmla="*/ 118 h 685"/>
                <a:gd name="T50" fmla="*/ 580 w 715"/>
                <a:gd name="T51" fmla="*/ 626 h 685"/>
                <a:gd name="T52" fmla="*/ 176 w 715"/>
                <a:gd name="T53" fmla="*/ 654 h 685"/>
                <a:gd name="T54" fmla="*/ 64 w 715"/>
                <a:gd name="T55" fmla="*/ 357 h 685"/>
                <a:gd name="T56" fmla="*/ 580 w 715"/>
                <a:gd name="T57" fmla="*/ 626 h 685"/>
                <a:gd name="T58" fmla="*/ 685 w 715"/>
                <a:gd name="T59" fmla="*/ 312 h 685"/>
                <a:gd name="T60" fmla="*/ 45 w 715"/>
                <a:gd name="T61" fmla="*/ 327 h 685"/>
                <a:gd name="T62" fmla="*/ 29 w 715"/>
                <a:gd name="T63" fmla="*/ 283 h 685"/>
                <a:gd name="T64" fmla="*/ 74 w 715"/>
                <a:gd name="T65" fmla="*/ 267 h 685"/>
                <a:gd name="T66" fmla="*/ 669 w 715"/>
                <a:gd name="T67" fmla="*/ 267 h 685"/>
                <a:gd name="T68" fmla="*/ 685 w 715"/>
                <a:gd name="T69" fmla="*/ 312 h 6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5" h="685">
                  <a:moveTo>
                    <a:pt x="714" y="283"/>
                  </a:moveTo>
                  <a:lnTo>
                    <a:pt x="714" y="283"/>
                  </a:lnTo>
                  <a:cubicBezTo>
                    <a:pt x="714" y="258"/>
                    <a:pt x="695" y="238"/>
                    <a:pt x="669" y="238"/>
                  </a:cubicBezTo>
                  <a:cubicBezTo>
                    <a:pt x="648" y="238"/>
                    <a:pt x="648" y="238"/>
                    <a:pt x="648" y="238"/>
                  </a:cubicBezTo>
                  <a:cubicBezTo>
                    <a:pt x="586" y="106"/>
                    <a:pt x="586" y="106"/>
                    <a:pt x="586" y="106"/>
                  </a:cubicBezTo>
                  <a:lnTo>
                    <a:pt x="586" y="106"/>
                  </a:lnTo>
                  <a:cubicBezTo>
                    <a:pt x="575" y="78"/>
                    <a:pt x="547" y="60"/>
                    <a:pt x="517" y="60"/>
                  </a:cubicBezTo>
                  <a:cubicBezTo>
                    <a:pt x="476" y="60"/>
                    <a:pt x="476" y="60"/>
                    <a:pt x="476" y="60"/>
                  </a:cubicBezTo>
                  <a:cubicBezTo>
                    <a:pt x="476" y="26"/>
                    <a:pt x="449" y="0"/>
                    <a:pt x="417" y="0"/>
                  </a:cubicBezTo>
                  <a:cubicBezTo>
                    <a:pt x="297" y="0"/>
                    <a:pt x="297" y="0"/>
                    <a:pt x="297" y="0"/>
                  </a:cubicBezTo>
                  <a:cubicBezTo>
                    <a:pt x="265" y="0"/>
                    <a:pt x="238" y="26"/>
                    <a:pt x="238" y="60"/>
                  </a:cubicBezTo>
                  <a:cubicBezTo>
                    <a:pt x="197" y="60"/>
                    <a:pt x="197" y="60"/>
                    <a:pt x="197" y="60"/>
                  </a:cubicBezTo>
                  <a:cubicBezTo>
                    <a:pt x="167" y="60"/>
                    <a:pt x="139" y="78"/>
                    <a:pt x="128" y="106"/>
                  </a:cubicBezTo>
                  <a:lnTo>
                    <a:pt x="128" y="106"/>
                  </a:lnTo>
                  <a:cubicBezTo>
                    <a:pt x="66" y="238"/>
                    <a:pt x="66" y="238"/>
                    <a:pt x="66" y="238"/>
                  </a:cubicBezTo>
                  <a:cubicBezTo>
                    <a:pt x="45" y="238"/>
                    <a:pt x="45" y="238"/>
                    <a:pt x="45" y="238"/>
                  </a:cubicBezTo>
                  <a:cubicBezTo>
                    <a:pt x="20" y="238"/>
                    <a:pt x="0" y="258"/>
                    <a:pt x="0" y="283"/>
                  </a:cubicBezTo>
                  <a:cubicBezTo>
                    <a:pt x="0" y="312"/>
                    <a:pt x="0" y="312"/>
                    <a:pt x="0" y="312"/>
                  </a:cubicBezTo>
                  <a:cubicBezTo>
                    <a:pt x="0" y="333"/>
                    <a:pt x="14" y="350"/>
                    <a:pt x="32" y="355"/>
                  </a:cubicBezTo>
                  <a:cubicBezTo>
                    <a:pt x="105" y="634"/>
                    <a:pt x="105" y="634"/>
                    <a:pt x="105" y="634"/>
                  </a:cubicBezTo>
                  <a:cubicBezTo>
                    <a:pt x="106" y="636"/>
                    <a:pt x="106" y="636"/>
                    <a:pt x="106" y="636"/>
                  </a:cubicBezTo>
                  <a:cubicBezTo>
                    <a:pt x="116" y="665"/>
                    <a:pt x="144" y="684"/>
                    <a:pt x="176" y="684"/>
                  </a:cubicBezTo>
                  <a:cubicBezTo>
                    <a:pt x="538" y="684"/>
                    <a:pt x="538" y="684"/>
                    <a:pt x="538" y="684"/>
                  </a:cubicBezTo>
                  <a:cubicBezTo>
                    <a:pt x="570" y="684"/>
                    <a:pt x="598" y="665"/>
                    <a:pt x="608" y="636"/>
                  </a:cubicBezTo>
                  <a:cubicBezTo>
                    <a:pt x="608" y="634"/>
                    <a:pt x="608" y="634"/>
                    <a:pt x="608" y="634"/>
                  </a:cubicBezTo>
                  <a:cubicBezTo>
                    <a:pt x="682" y="355"/>
                    <a:pt x="682" y="355"/>
                    <a:pt x="682" y="355"/>
                  </a:cubicBezTo>
                  <a:cubicBezTo>
                    <a:pt x="700" y="350"/>
                    <a:pt x="714" y="333"/>
                    <a:pt x="714" y="312"/>
                  </a:cubicBezTo>
                  <a:lnTo>
                    <a:pt x="714" y="283"/>
                  </a:lnTo>
                  <a:close/>
                  <a:moveTo>
                    <a:pt x="297" y="29"/>
                  </a:moveTo>
                  <a:lnTo>
                    <a:pt x="297" y="29"/>
                  </a:lnTo>
                  <a:cubicBezTo>
                    <a:pt x="417" y="29"/>
                    <a:pt x="417" y="29"/>
                    <a:pt x="417" y="29"/>
                  </a:cubicBezTo>
                  <a:cubicBezTo>
                    <a:pt x="432" y="29"/>
                    <a:pt x="446" y="43"/>
                    <a:pt x="446" y="60"/>
                  </a:cubicBezTo>
                  <a:cubicBezTo>
                    <a:pt x="446" y="75"/>
                    <a:pt x="432" y="89"/>
                    <a:pt x="417" y="89"/>
                  </a:cubicBezTo>
                  <a:cubicBezTo>
                    <a:pt x="297" y="89"/>
                    <a:pt x="297" y="89"/>
                    <a:pt x="297" y="89"/>
                  </a:cubicBezTo>
                  <a:cubicBezTo>
                    <a:pt x="282" y="89"/>
                    <a:pt x="268" y="75"/>
                    <a:pt x="268" y="60"/>
                  </a:cubicBezTo>
                  <a:cubicBezTo>
                    <a:pt x="268" y="43"/>
                    <a:pt x="282" y="29"/>
                    <a:pt x="297" y="29"/>
                  </a:cubicBezTo>
                  <a:close/>
                  <a:moveTo>
                    <a:pt x="155" y="118"/>
                  </a:moveTo>
                  <a:lnTo>
                    <a:pt x="155" y="118"/>
                  </a:lnTo>
                  <a:cubicBezTo>
                    <a:pt x="156" y="117"/>
                    <a:pt x="156" y="117"/>
                    <a:pt x="156" y="117"/>
                  </a:cubicBezTo>
                  <a:cubicBezTo>
                    <a:pt x="163" y="100"/>
                    <a:pt x="178" y="89"/>
                    <a:pt x="197" y="89"/>
                  </a:cubicBezTo>
                  <a:cubicBezTo>
                    <a:pt x="247" y="89"/>
                    <a:pt x="247" y="89"/>
                    <a:pt x="247" y="89"/>
                  </a:cubicBezTo>
                  <a:cubicBezTo>
                    <a:pt x="257" y="107"/>
                    <a:pt x="276" y="118"/>
                    <a:pt x="297" y="118"/>
                  </a:cubicBezTo>
                  <a:cubicBezTo>
                    <a:pt x="417" y="118"/>
                    <a:pt x="417" y="118"/>
                    <a:pt x="417" y="118"/>
                  </a:cubicBezTo>
                  <a:cubicBezTo>
                    <a:pt x="438" y="118"/>
                    <a:pt x="457" y="107"/>
                    <a:pt x="467" y="89"/>
                  </a:cubicBezTo>
                  <a:cubicBezTo>
                    <a:pt x="517" y="89"/>
                    <a:pt x="517" y="89"/>
                    <a:pt x="517" y="89"/>
                  </a:cubicBezTo>
                  <a:cubicBezTo>
                    <a:pt x="536" y="89"/>
                    <a:pt x="551" y="100"/>
                    <a:pt x="558" y="117"/>
                  </a:cubicBezTo>
                  <a:cubicBezTo>
                    <a:pt x="559" y="118"/>
                    <a:pt x="559" y="118"/>
                    <a:pt x="559" y="118"/>
                  </a:cubicBezTo>
                  <a:cubicBezTo>
                    <a:pt x="616" y="238"/>
                    <a:pt x="616" y="238"/>
                    <a:pt x="616" y="238"/>
                  </a:cubicBezTo>
                  <a:cubicBezTo>
                    <a:pt x="98" y="238"/>
                    <a:pt x="98" y="238"/>
                    <a:pt x="98" y="238"/>
                  </a:cubicBezTo>
                  <a:lnTo>
                    <a:pt x="155" y="118"/>
                  </a:lnTo>
                  <a:close/>
                  <a:moveTo>
                    <a:pt x="580" y="626"/>
                  </a:moveTo>
                  <a:lnTo>
                    <a:pt x="580" y="626"/>
                  </a:lnTo>
                  <a:cubicBezTo>
                    <a:pt x="573" y="643"/>
                    <a:pt x="556" y="654"/>
                    <a:pt x="538" y="654"/>
                  </a:cubicBezTo>
                  <a:cubicBezTo>
                    <a:pt x="176" y="654"/>
                    <a:pt x="176" y="654"/>
                    <a:pt x="176" y="654"/>
                  </a:cubicBezTo>
                  <a:cubicBezTo>
                    <a:pt x="156" y="654"/>
                    <a:pt x="141" y="643"/>
                    <a:pt x="134" y="626"/>
                  </a:cubicBezTo>
                  <a:cubicBezTo>
                    <a:pt x="64" y="357"/>
                    <a:pt x="64" y="357"/>
                    <a:pt x="64" y="357"/>
                  </a:cubicBezTo>
                  <a:cubicBezTo>
                    <a:pt x="650" y="357"/>
                    <a:pt x="650" y="357"/>
                    <a:pt x="650" y="357"/>
                  </a:cubicBezTo>
                  <a:lnTo>
                    <a:pt x="580" y="626"/>
                  </a:lnTo>
                  <a:close/>
                  <a:moveTo>
                    <a:pt x="685" y="312"/>
                  </a:moveTo>
                  <a:lnTo>
                    <a:pt x="685" y="312"/>
                  </a:lnTo>
                  <a:cubicBezTo>
                    <a:pt x="685" y="320"/>
                    <a:pt x="678" y="327"/>
                    <a:pt x="669" y="327"/>
                  </a:cubicBezTo>
                  <a:cubicBezTo>
                    <a:pt x="45" y="327"/>
                    <a:pt x="45" y="327"/>
                    <a:pt x="45" y="327"/>
                  </a:cubicBezTo>
                  <a:cubicBezTo>
                    <a:pt x="36" y="327"/>
                    <a:pt x="29" y="320"/>
                    <a:pt x="29" y="312"/>
                  </a:cubicBezTo>
                  <a:cubicBezTo>
                    <a:pt x="29" y="283"/>
                    <a:pt x="29" y="283"/>
                    <a:pt x="29" y="283"/>
                  </a:cubicBezTo>
                  <a:cubicBezTo>
                    <a:pt x="29" y="274"/>
                    <a:pt x="36" y="267"/>
                    <a:pt x="45" y="267"/>
                  </a:cubicBezTo>
                  <a:cubicBezTo>
                    <a:pt x="74" y="267"/>
                    <a:pt x="74" y="267"/>
                    <a:pt x="74" y="267"/>
                  </a:cubicBezTo>
                  <a:cubicBezTo>
                    <a:pt x="640" y="267"/>
                    <a:pt x="640" y="267"/>
                    <a:pt x="640" y="267"/>
                  </a:cubicBezTo>
                  <a:cubicBezTo>
                    <a:pt x="669" y="267"/>
                    <a:pt x="669" y="267"/>
                    <a:pt x="669" y="267"/>
                  </a:cubicBezTo>
                  <a:cubicBezTo>
                    <a:pt x="678" y="267"/>
                    <a:pt x="685" y="274"/>
                    <a:pt x="685" y="283"/>
                  </a:cubicBezTo>
                  <a:lnTo>
                    <a:pt x="685" y="31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65">
              <a:extLst>
                <a:ext uri="{FF2B5EF4-FFF2-40B4-BE49-F238E27FC236}">
                  <a16:creationId xmlns:a16="http://schemas.microsoft.com/office/drawing/2014/main" id="{6591C366-0E2A-23C8-A285-D37617F88C1A}"/>
                </a:ext>
              </a:extLst>
            </p:cNvPr>
            <p:cNvSpPr>
              <a:spLocks noChangeArrowheads="1"/>
            </p:cNvSpPr>
            <p:nvPr/>
          </p:nvSpPr>
          <p:spPr bwMode="auto">
            <a:xfrm>
              <a:off x="4256088" y="2525713"/>
              <a:ext cx="11112" cy="65087"/>
            </a:xfrm>
            <a:custGeom>
              <a:avLst/>
              <a:gdLst>
                <a:gd name="T0" fmla="*/ 15 w 31"/>
                <a:gd name="T1" fmla="*/ 178 h 179"/>
                <a:gd name="T2" fmla="*/ 15 w 31"/>
                <a:gd name="T3" fmla="*/ 178 h 179"/>
                <a:gd name="T4" fmla="*/ 30 w 31"/>
                <a:gd name="T5" fmla="*/ 163 h 179"/>
                <a:gd name="T6" fmla="*/ 30 w 31"/>
                <a:gd name="T7" fmla="*/ 14 h 179"/>
                <a:gd name="T8" fmla="*/ 15 w 31"/>
                <a:gd name="T9" fmla="*/ 0 h 179"/>
                <a:gd name="T10" fmla="*/ 0 w 31"/>
                <a:gd name="T11" fmla="*/ 14 h 179"/>
                <a:gd name="T12" fmla="*/ 0 w 31"/>
                <a:gd name="T13" fmla="*/ 163 h 179"/>
                <a:gd name="T14" fmla="*/ 15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5" y="178"/>
                  </a:moveTo>
                  <a:lnTo>
                    <a:pt x="15" y="178"/>
                  </a:lnTo>
                  <a:cubicBezTo>
                    <a:pt x="23" y="178"/>
                    <a:pt x="30" y="171"/>
                    <a:pt x="30" y="163"/>
                  </a:cubicBezTo>
                  <a:cubicBezTo>
                    <a:pt x="30" y="14"/>
                    <a:pt x="30" y="14"/>
                    <a:pt x="30" y="14"/>
                  </a:cubicBezTo>
                  <a:cubicBezTo>
                    <a:pt x="30" y="5"/>
                    <a:pt x="23"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66">
              <a:extLst>
                <a:ext uri="{FF2B5EF4-FFF2-40B4-BE49-F238E27FC236}">
                  <a16:creationId xmlns:a16="http://schemas.microsoft.com/office/drawing/2014/main" id="{F561D7FF-8929-1652-7785-C2FE5698C2F2}"/>
                </a:ext>
              </a:extLst>
            </p:cNvPr>
            <p:cNvSpPr>
              <a:spLocks noChangeArrowheads="1"/>
            </p:cNvSpPr>
            <p:nvPr/>
          </p:nvSpPr>
          <p:spPr bwMode="auto">
            <a:xfrm>
              <a:off x="4308475" y="2525713"/>
              <a:ext cx="11113" cy="65087"/>
            </a:xfrm>
            <a:custGeom>
              <a:avLst/>
              <a:gdLst>
                <a:gd name="T0" fmla="*/ 15 w 30"/>
                <a:gd name="T1" fmla="*/ 178 h 179"/>
                <a:gd name="T2" fmla="*/ 15 w 30"/>
                <a:gd name="T3" fmla="*/ 178 h 179"/>
                <a:gd name="T4" fmla="*/ 29 w 30"/>
                <a:gd name="T5" fmla="*/ 163 h 179"/>
                <a:gd name="T6" fmla="*/ 29 w 30"/>
                <a:gd name="T7" fmla="*/ 14 h 179"/>
                <a:gd name="T8" fmla="*/ 15 w 30"/>
                <a:gd name="T9" fmla="*/ 0 h 179"/>
                <a:gd name="T10" fmla="*/ 0 w 30"/>
                <a:gd name="T11" fmla="*/ 14 h 179"/>
                <a:gd name="T12" fmla="*/ 0 w 30"/>
                <a:gd name="T13" fmla="*/ 163 h 179"/>
                <a:gd name="T14" fmla="*/ 15 w 30"/>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9">
                  <a:moveTo>
                    <a:pt x="15" y="178"/>
                  </a:moveTo>
                  <a:lnTo>
                    <a:pt x="15" y="178"/>
                  </a:lnTo>
                  <a:cubicBezTo>
                    <a:pt x="24" y="178"/>
                    <a:pt x="29" y="171"/>
                    <a:pt x="29" y="163"/>
                  </a:cubicBezTo>
                  <a:cubicBezTo>
                    <a:pt x="29" y="14"/>
                    <a:pt x="29" y="14"/>
                    <a:pt x="29" y="14"/>
                  </a:cubicBezTo>
                  <a:cubicBezTo>
                    <a:pt x="29" y="5"/>
                    <a:pt x="24"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67">
              <a:extLst>
                <a:ext uri="{FF2B5EF4-FFF2-40B4-BE49-F238E27FC236}">
                  <a16:creationId xmlns:a16="http://schemas.microsoft.com/office/drawing/2014/main" id="{3E3F078C-A523-ACAA-B5D8-D13DCBB10B50}"/>
                </a:ext>
              </a:extLst>
            </p:cNvPr>
            <p:cNvSpPr>
              <a:spLocks noChangeArrowheads="1"/>
            </p:cNvSpPr>
            <p:nvPr/>
          </p:nvSpPr>
          <p:spPr bwMode="auto">
            <a:xfrm>
              <a:off x="4362450" y="2525713"/>
              <a:ext cx="11113" cy="65087"/>
            </a:xfrm>
            <a:custGeom>
              <a:avLst/>
              <a:gdLst>
                <a:gd name="T0" fmla="*/ 14 w 31"/>
                <a:gd name="T1" fmla="*/ 178 h 179"/>
                <a:gd name="T2" fmla="*/ 14 w 31"/>
                <a:gd name="T3" fmla="*/ 178 h 179"/>
                <a:gd name="T4" fmla="*/ 30 w 31"/>
                <a:gd name="T5" fmla="*/ 163 h 179"/>
                <a:gd name="T6" fmla="*/ 30 w 31"/>
                <a:gd name="T7" fmla="*/ 14 h 179"/>
                <a:gd name="T8" fmla="*/ 14 w 31"/>
                <a:gd name="T9" fmla="*/ 0 h 179"/>
                <a:gd name="T10" fmla="*/ 0 w 31"/>
                <a:gd name="T11" fmla="*/ 14 h 179"/>
                <a:gd name="T12" fmla="*/ 0 w 31"/>
                <a:gd name="T13" fmla="*/ 163 h 179"/>
                <a:gd name="T14" fmla="*/ 14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4" y="178"/>
                  </a:moveTo>
                  <a:lnTo>
                    <a:pt x="14" y="178"/>
                  </a:lnTo>
                  <a:cubicBezTo>
                    <a:pt x="23" y="178"/>
                    <a:pt x="30" y="171"/>
                    <a:pt x="30" y="163"/>
                  </a:cubicBezTo>
                  <a:cubicBezTo>
                    <a:pt x="30" y="14"/>
                    <a:pt x="30" y="14"/>
                    <a:pt x="30" y="14"/>
                  </a:cubicBezTo>
                  <a:cubicBezTo>
                    <a:pt x="30" y="5"/>
                    <a:pt x="23" y="0"/>
                    <a:pt x="14" y="0"/>
                  </a:cubicBezTo>
                  <a:cubicBezTo>
                    <a:pt x="6" y="0"/>
                    <a:pt x="0" y="5"/>
                    <a:pt x="0" y="14"/>
                  </a:cubicBezTo>
                  <a:cubicBezTo>
                    <a:pt x="0" y="163"/>
                    <a:pt x="0" y="163"/>
                    <a:pt x="0" y="163"/>
                  </a:cubicBezTo>
                  <a:cubicBezTo>
                    <a:pt x="0" y="171"/>
                    <a:pt x="6" y="178"/>
                    <a:pt x="1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8" name="Group 451">
            <a:extLst>
              <a:ext uri="{FF2B5EF4-FFF2-40B4-BE49-F238E27FC236}">
                <a16:creationId xmlns:a16="http://schemas.microsoft.com/office/drawing/2014/main" id="{5CD2CAC7-86C0-339B-F1F9-A1FCE1BBB22A}"/>
              </a:ext>
            </a:extLst>
          </p:cNvPr>
          <p:cNvGrpSpPr/>
          <p:nvPr/>
        </p:nvGrpSpPr>
        <p:grpSpPr>
          <a:xfrm>
            <a:off x="6750719" y="2077938"/>
            <a:ext cx="257175" cy="171450"/>
            <a:chOff x="5722938" y="2417763"/>
            <a:chExt cx="257175" cy="171450"/>
          </a:xfrm>
          <a:solidFill>
            <a:schemeClr val="tx2"/>
          </a:solidFill>
        </p:grpSpPr>
        <p:sp>
          <p:nvSpPr>
            <p:cNvPr id="449" name="Freeform 368">
              <a:extLst>
                <a:ext uri="{FF2B5EF4-FFF2-40B4-BE49-F238E27FC236}">
                  <a16:creationId xmlns:a16="http://schemas.microsoft.com/office/drawing/2014/main" id="{69A92511-515C-9642-64FF-6F592F5FD0BE}"/>
                </a:ext>
              </a:extLst>
            </p:cNvPr>
            <p:cNvSpPr>
              <a:spLocks noChangeArrowheads="1"/>
            </p:cNvSpPr>
            <p:nvPr/>
          </p:nvSpPr>
          <p:spPr bwMode="auto">
            <a:xfrm>
              <a:off x="5722938" y="2417763"/>
              <a:ext cx="257175" cy="171450"/>
            </a:xfrm>
            <a:custGeom>
              <a:avLst/>
              <a:gdLst>
                <a:gd name="T0" fmla="*/ 45 w 715"/>
                <a:gd name="T1" fmla="*/ 0 h 478"/>
                <a:gd name="T2" fmla="*/ 45 w 715"/>
                <a:gd name="T3" fmla="*/ 0 h 478"/>
                <a:gd name="T4" fmla="*/ 0 w 715"/>
                <a:gd name="T5" fmla="*/ 45 h 478"/>
                <a:gd name="T6" fmla="*/ 0 w 715"/>
                <a:gd name="T7" fmla="*/ 105 h 478"/>
                <a:gd name="T8" fmla="*/ 0 w 715"/>
                <a:gd name="T9" fmla="*/ 194 h 478"/>
                <a:gd name="T10" fmla="*/ 0 w 715"/>
                <a:gd name="T11" fmla="*/ 432 h 478"/>
                <a:gd name="T12" fmla="*/ 45 w 715"/>
                <a:gd name="T13" fmla="*/ 477 h 478"/>
                <a:gd name="T14" fmla="*/ 670 w 715"/>
                <a:gd name="T15" fmla="*/ 477 h 478"/>
                <a:gd name="T16" fmla="*/ 714 w 715"/>
                <a:gd name="T17" fmla="*/ 432 h 478"/>
                <a:gd name="T18" fmla="*/ 714 w 715"/>
                <a:gd name="T19" fmla="*/ 194 h 478"/>
                <a:gd name="T20" fmla="*/ 714 w 715"/>
                <a:gd name="T21" fmla="*/ 105 h 478"/>
                <a:gd name="T22" fmla="*/ 714 w 715"/>
                <a:gd name="T23" fmla="*/ 45 h 478"/>
                <a:gd name="T24" fmla="*/ 670 w 715"/>
                <a:gd name="T25" fmla="*/ 0 h 478"/>
                <a:gd name="T26" fmla="*/ 45 w 715"/>
                <a:gd name="T27" fmla="*/ 0 h 478"/>
                <a:gd name="T28" fmla="*/ 30 w 715"/>
                <a:gd name="T29" fmla="*/ 120 h 478"/>
                <a:gd name="T30" fmla="*/ 30 w 715"/>
                <a:gd name="T31" fmla="*/ 120 h 478"/>
                <a:gd name="T32" fmla="*/ 685 w 715"/>
                <a:gd name="T33" fmla="*/ 120 h 478"/>
                <a:gd name="T34" fmla="*/ 685 w 715"/>
                <a:gd name="T35" fmla="*/ 179 h 478"/>
                <a:gd name="T36" fmla="*/ 30 w 715"/>
                <a:gd name="T37" fmla="*/ 179 h 478"/>
                <a:gd name="T38" fmla="*/ 30 w 715"/>
                <a:gd name="T39" fmla="*/ 120 h 478"/>
                <a:gd name="T40" fmla="*/ 670 w 715"/>
                <a:gd name="T41" fmla="*/ 446 h 478"/>
                <a:gd name="T42" fmla="*/ 670 w 715"/>
                <a:gd name="T43" fmla="*/ 446 h 478"/>
                <a:gd name="T44" fmla="*/ 45 w 715"/>
                <a:gd name="T45" fmla="*/ 446 h 478"/>
                <a:gd name="T46" fmla="*/ 30 w 715"/>
                <a:gd name="T47" fmla="*/ 432 h 478"/>
                <a:gd name="T48" fmla="*/ 30 w 715"/>
                <a:gd name="T49" fmla="*/ 209 h 478"/>
                <a:gd name="T50" fmla="*/ 685 w 715"/>
                <a:gd name="T51" fmla="*/ 209 h 478"/>
                <a:gd name="T52" fmla="*/ 685 w 715"/>
                <a:gd name="T53" fmla="*/ 432 h 478"/>
                <a:gd name="T54" fmla="*/ 670 w 715"/>
                <a:gd name="T55" fmla="*/ 446 h 478"/>
                <a:gd name="T56" fmla="*/ 685 w 715"/>
                <a:gd name="T57" fmla="*/ 45 h 478"/>
                <a:gd name="T58" fmla="*/ 685 w 715"/>
                <a:gd name="T59" fmla="*/ 45 h 478"/>
                <a:gd name="T60" fmla="*/ 685 w 715"/>
                <a:gd name="T61" fmla="*/ 89 h 478"/>
                <a:gd name="T62" fmla="*/ 30 w 715"/>
                <a:gd name="T63" fmla="*/ 89 h 478"/>
                <a:gd name="T64" fmla="*/ 30 w 715"/>
                <a:gd name="T65" fmla="*/ 45 h 478"/>
                <a:gd name="T66" fmla="*/ 45 w 715"/>
                <a:gd name="T67" fmla="*/ 31 h 478"/>
                <a:gd name="T68" fmla="*/ 670 w 715"/>
                <a:gd name="T69" fmla="*/ 31 h 478"/>
                <a:gd name="T70" fmla="*/ 685 w 715"/>
                <a:gd name="T71" fmla="*/ 4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478">
                  <a:moveTo>
                    <a:pt x="45" y="0"/>
                  </a:moveTo>
                  <a:lnTo>
                    <a:pt x="45" y="0"/>
                  </a:lnTo>
                  <a:cubicBezTo>
                    <a:pt x="20" y="0"/>
                    <a:pt x="0" y="21"/>
                    <a:pt x="0" y="45"/>
                  </a:cubicBezTo>
                  <a:cubicBezTo>
                    <a:pt x="0" y="105"/>
                    <a:pt x="0" y="105"/>
                    <a:pt x="0" y="105"/>
                  </a:cubicBezTo>
                  <a:cubicBezTo>
                    <a:pt x="0" y="194"/>
                    <a:pt x="0" y="194"/>
                    <a:pt x="0" y="194"/>
                  </a:cubicBezTo>
                  <a:cubicBezTo>
                    <a:pt x="0" y="432"/>
                    <a:pt x="0" y="432"/>
                    <a:pt x="0" y="432"/>
                  </a:cubicBezTo>
                  <a:cubicBezTo>
                    <a:pt x="0" y="456"/>
                    <a:pt x="20" y="477"/>
                    <a:pt x="45" y="477"/>
                  </a:cubicBezTo>
                  <a:cubicBezTo>
                    <a:pt x="670" y="477"/>
                    <a:pt x="670" y="477"/>
                    <a:pt x="670" y="477"/>
                  </a:cubicBezTo>
                  <a:cubicBezTo>
                    <a:pt x="695" y="477"/>
                    <a:pt x="714" y="456"/>
                    <a:pt x="714" y="432"/>
                  </a:cubicBezTo>
                  <a:cubicBezTo>
                    <a:pt x="714" y="194"/>
                    <a:pt x="714" y="194"/>
                    <a:pt x="714" y="194"/>
                  </a:cubicBezTo>
                  <a:cubicBezTo>
                    <a:pt x="714" y="105"/>
                    <a:pt x="714" y="105"/>
                    <a:pt x="714" y="105"/>
                  </a:cubicBezTo>
                  <a:cubicBezTo>
                    <a:pt x="714" y="45"/>
                    <a:pt x="714" y="45"/>
                    <a:pt x="714" y="45"/>
                  </a:cubicBezTo>
                  <a:cubicBezTo>
                    <a:pt x="714" y="21"/>
                    <a:pt x="695" y="0"/>
                    <a:pt x="670" y="0"/>
                  </a:cubicBezTo>
                  <a:lnTo>
                    <a:pt x="45" y="0"/>
                  </a:lnTo>
                  <a:close/>
                  <a:moveTo>
                    <a:pt x="30" y="120"/>
                  </a:moveTo>
                  <a:lnTo>
                    <a:pt x="30" y="120"/>
                  </a:lnTo>
                  <a:cubicBezTo>
                    <a:pt x="685" y="120"/>
                    <a:pt x="685" y="120"/>
                    <a:pt x="685" y="120"/>
                  </a:cubicBezTo>
                  <a:cubicBezTo>
                    <a:pt x="685" y="179"/>
                    <a:pt x="685" y="179"/>
                    <a:pt x="685" y="179"/>
                  </a:cubicBezTo>
                  <a:cubicBezTo>
                    <a:pt x="30" y="179"/>
                    <a:pt x="30" y="179"/>
                    <a:pt x="30" y="179"/>
                  </a:cubicBezTo>
                  <a:lnTo>
                    <a:pt x="30" y="120"/>
                  </a:lnTo>
                  <a:close/>
                  <a:moveTo>
                    <a:pt x="670" y="446"/>
                  </a:moveTo>
                  <a:lnTo>
                    <a:pt x="670" y="446"/>
                  </a:lnTo>
                  <a:cubicBezTo>
                    <a:pt x="45" y="446"/>
                    <a:pt x="45" y="446"/>
                    <a:pt x="45" y="446"/>
                  </a:cubicBezTo>
                  <a:cubicBezTo>
                    <a:pt x="37" y="446"/>
                    <a:pt x="30" y="441"/>
                    <a:pt x="30" y="432"/>
                  </a:cubicBezTo>
                  <a:cubicBezTo>
                    <a:pt x="30" y="209"/>
                    <a:pt x="30" y="209"/>
                    <a:pt x="30" y="209"/>
                  </a:cubicBezTo>
                  <a:cubicBezTo>
                    <a:pt x="685" y="209"/>
                    <a:pt x="685" y="209"/>
                    <a:pt x="685" y="209"/>
                  </a:cubicBezTo>
                  <a:cubicBezTo>
                    <a:pt x="685" y="432"/>
                    <a:pt x="685" y="432"/>
                    <a:pt x="685" y="432"/>
                  </a:cubicBezTo>
                  <a:cubicBezTo>
                    <a:pt x="685" y="441"/>
                    <a:pt x="678" y="446"/>
                    <a:pt x="670" y="446"/>
                  </a:cubicBezTo>
                  <a:close/>
                  <a:moveTo>
                    <a:pt x="685" y="45"/>
                  </a:moveTo>
                  <a:lnTo>
                    <a:pt x="685" y="45"/>
                  </a:lnTo>
                  <a:cubicBezTo>
                    <a:pt x="685" y="89"/>
                    <a:pt x="685" y="89"/>
                    <a:pt x="685" y="89"/>
                  </a:cubicBezTo>
                  <a:cubicBezTo>
                    <a:pt x="30" y="89"/>
                    <a:pt x="30" y="89"/>
                    <a:pt x="30" y="89"/>
                  </a:cubicBezTo>
                  <a:cubicBezTo>
                    <a:pt x="30" y="45"/>
                    <a:pt x="30" y="45"/>
                    <a:pt x="30" y="45"/>
                  </a:cubicBezTo>
                  <a:cubicBezTo>
                    <a:pt x="30" y="36"/>
                    <a:pt x="37" y="31"/>
                    <a:pt x="45" y="31"/>
                  </a:cubicBezTo>
                  <a:cubicBezTo>
                    <a:pt x="670" y="31"/>
                    <a:pt x="670" y="31"/>
                    <a:pt x="670" y="31"/>
                  </a:cubicBezTo>
                  <a:cubicBezTo>
                    <a:pt x="678" y="31"/>
                    <a:pt x="685" y="36"/>
                    <a:pt x="685"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69">
              <a:extLst>
                <a:ext uri="{FF2B5EF4-FFF2-40B4-BE49-F238E27FC236}">
                  <a16:creationId xmlns:a16="http://schemas.microsoft.com/office/drawing/2014/main" id="{96FFE62E-94DA-B11E-AD15-7BC07A180E68}"/>
                </a:ext>
              </a:extLst>
            </p:cNvPr>
            <p:cNvSpPr>
              <a:spLocks noChangeArrowheads="1"/>
            </p:cNvSpPr>
            <p:nvPr/>
          </p:nvSpPr>
          <p:spPr bwMode="auto">
            <a:xfrm>
              <a:off x="5883275" y="2546350"/>
              <a:ext cx="65088" cy="11113"/>
            </a:xfrm>
            <a:custGeom>
              <a:avLst/>
              <a:gdLst>
                <a:gd name="T0" fmla="*/ 163 w 179"/>
                <a:gd name="T1" fmla="*/ 0 h 32"/>
                <a:gd name="T2" fmla="*/ 163 w 179"/>
                <a:gd name="T3" fmla="*/ 0 h 32"/>
                <a:gd name="T4" fmla="*/ 15 w 179"/>
                <a:gd name="T5" fmla="*/ 0 h 32"/>
                <a:gd name="T6" fmla="*/ 0 w 179"/>
                <a:gd name="T7" fmla="*/ 16 h 32"/>
                <a:gd name="T8" fmla="*/ 15 w 179"/>
                <a:gd name="T9" fmla="*/ 31 h 32"/>
                <a:gd name="T10" fmla="*/ 163 w 179"/>
                <a:gd name="T11" fmla="*/ 31 h 32"/>
                <a:gd name="T12" fmla="*/ 178 w 179"/>
                <a:gd name="T13" fmla="*/ 16 h 32"/>
                <a:gd name="T14" fmla="*/ 163 w 17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2">
                  <a:moveTo>
                    <a:pt x="163" y="0"/>
                  </a:moveTo>
                  <a:lnTo>
                    <a:pt x="163" y="0"/>
                  </a:lnTo>
                  <a:cubicBezTo>
                    <a:pt x="15" y="0"/>
                    <a:pt x="15" y="0"/>
                    <a:pt x="15" y="0"/>
                  </a:cubicBezTo>
                  <a:cubicBezTo>
                    <a:pt x="7" y="0"/>
                    <a:pt x="0" y="7"/>
                    <a:pt x="0" y="16"/>
                  </a:cubicBezTo>
                  <a:cubicBezTo>
                    <a:pt x="0" y="24"/>
                    <a:pt x="7" y="31"/>
                    <a:pt x="15" y="31"/>
                  </a:cubicBezTo>
                  <a:cubicBezTo>
                    <a:pt x="163" y="31"/>
                    <a:pt x="163" y="31"/>
                    <a:pt x="163" y="31"/>
                  </a:cubicBezTo>
                  <a:cubicBezTo>
                    <a:pt x="171" y="31"/>
                    <a:pt x="178" y="24"/>
                    <a:pt x="178" y="16"/>
                  </a:cubicBezTo>
                  <a:cubicBezTo>
                    <a:pt x="178" y="7"/>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1" name="Freeform 372">
            <a:extLst>
              <a:ext uri="{FF2B5EF4-FFF2-40B4-BE49-F238E27FC236}">
                <a16:creationId xmlns:a16="http://schemas.microsoft.com/office/drawing/2014/main" id="{DC61E743-9499-787C-56A7-17E36946C064}"/>
              </a:ext>
            </a:extLst>
          </p:cNvPr>
          <p:cNvSpPr>
            <a:spLocks noChangeArrowheads="1"/>
          </p:cNvSpPr>
          <p:nvPr/>
        </p:nvSpPr>
        <p:spPr bwMode="auto">
          <a:xfrm>
            <a:off x="1777081" y="3552726"/>
            <a:ext cx="42863" cy="11112"/>
          </a:xfrm>
          <a:custGeom>
            <a:avLst/>
            <a:gdLst>
              <a:gd name="T0" fmla="*/ 105 w 120"/>
              <a:gd name="T1" fmla="*/ 0 h 31"/>
              <a:gd name="T2" fmla="*/ 105 w 120"/>
              <a:gd name="T3" fmla="*/ 0 h 31"/>
              <a:gd name="T4" fmla="*/ 16 w 120"/>
              <a:gd name="T5" fmla="*/ 0 h 31"/>
              <a:gd name="T6" fmla="*/ 0 w 120"/>
              <a:gd name="T7" fmla="*/ 15 h 31"/>
              <a:gd name="T8" fmla="*/ 16 w 120"/>
              <a:gd name="T9" fmla="*/ 30 h 31"/>
              <a:gd name="T10" fmla="*/ 105 w 120"/>
              <a:gd name="T11" fmla="*/ 30 h 31"/>
              <a:gd name="T12" fmla="*/ 119 w 120"/>
              <a:gd name="T13" fmla="*/ 15 h 31"/>
              <a:gd name="T14" fmla="*/ 105 w 12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 h="31">
                <a:moveTo>
                  <a:pt x="105" y="0"/>
                </a:moveTo>
                <a:lnTo>
                  <a:pt x="105" y="0"/>
                </a:lnTo>
                <a:cubicBezTo>
                  <a:pt x="16" y="0"/>
                  <a:pt x="16" y="0"/>
                  <a:pt x="16" y="0"/>
                </a:cubicBezTo>
                <a:cubicBezTo>
                  <a:pt x="7" y="0"/>
                  <a:pt x="0" y="7"/>
                  <a:pt x="0" y="15"/>
                </a:cubicBezTo>
                <a:cubicBezTo>
                  <a:pt x="0" y="23"/>
                  <a:pt x="7" y="30"/>
                  <a:pt x="16" y="30"/>
                </a:cubicBezTo>
                <a:cubicBezTo>
                  <a:pt x="105" y="30"/>
                  <a:pt x="105" y="30"/>
                  <a:pt x="105" y="30"/>
                </a:cubicBezTo>
                <a:cubicBezTo>
                  <a:pt x="113" y="30"/>
                  <a:pt x="119" y="23"/>
                  <a:pt x="119" y="15"/>
                </a:cubicBezTo>
                <a:cubicBezTo>
                  <a:pt x="119" y="7"/>
                  <a:pt x="113" y="0"/>
                  <a:pt x="105" y="0"/>
                </a:cubicBezTo>
              </a:path>
            </a:pathLst>
          </a:custGeom>
          <a:solidFill>
            <a:schemeClr val="tx2"/>
          </a:solidFill>
          <a:ln>
            <a:noFill/>
          </a:ln>
          <a:effectLst/>
        </p:spPr>
        <p:txBody>
          <a:bodyPr wrap="none" anchor="ctr"/>
          <a:lstStyle/>
          <a:p>
            <a:endParaRPr lang="da-DK"/>
          </a:p>
        </p:txBody>
      </p:sp>
      <p:grpSp>
        <p:nvGrpSpPr>
          <p:cNvPr id="452" name="Group 455">
            <a:extLst>
              <a:ext uri="{FF2B5EF4-FFF2-40B4-BE49-F238E27FC236}">
                <a16:creationId xmlns:a16="http://schemas.microsoft.com/office/drawing/2014/main" id="{6638C0E6-F58A-83DF-020E-C466988CC608}"/>
              </a:ext>
            </a:extLst>
          </p:cNvPr>
          <p:cNvGrpSpPr/>
          <p:nvPr/>
        </p:nvGrpSpPr>
        <p:grpSpPr>
          <a:xfrm>
            <a:off x="1584994" y="3962325"/>
            <a:ext cx="257175" cy="225425"/>
            <a:chOff x="557213" y="4291013"/>
            <a:chExt cx="257175" cy="225425"/>
          </a:xfrm>
          <a:solidFill>
            <a:schemeClr val="tx2"/>
          </a:solidFill>
        </p:grpSpPr>
        <p:sp>
          <p:nvSpPr>
            <p:cNvPr id="453" name="Freeform 370">
              <a:extLst>
                <a:ext uri="{FF2B5EF4-FFF2-40B4-BE49-F238E27FC236}">
                  <a16:creationId xmlns:a16="http://schemas.microsoft.com/office/drawing/2014/main" id="{DA4D789E-EB3A-1904-0651-EAD8B088ECB7}"/>
                </a:ext>
              </a:extLst>
            </p:cNvPr>
            <p:cNvSpPr>
              <a:spLocks noChangeArrowheads="1"/>
            </p:cNvSpPr>
            <p:nvPr/>
          </p:nvSpPr>
          <p:spPr bwMode="auto">
            <a:xfrm>
              <a:off x="557213" y="4291013"/>
              <a:ext cx="257175" cy="225425"/>
            </a:xfrm>
            <a:custGeom>
              <a:avLst/>
              <a:gdLst>
                <a:gd name="T0" fmla="*/ 45 w 715"/>
                <a:gd name="T1" fmla="*/ 624 h 625"/>
                <a:gd name="T2" fmla="*/ 45 w 715"/>
                <a:gd name="T3" fmla="*/ 624 h 625"/>
                <a:gd name="T4" fmla="*/ 669 w 715"/>
                <a:gd name="T5" fmla="*/ 624 h 625"/>
                <a:gd name="T6" fmla="*/ 714 w 715"/>
                <a:gd name="T7" fmla="*/ 580 h 625"/>
                <a:gd name="T8" fmla="*/ 714 w 715"/>
                <a:gd name="T9" fmla="*/ 133 h 625"/>
                <a:gd name="T10" fmla="*/ 669 w 715"/>
                <a:gd name="T11" fmla="*/ 89 h 625"/>
                <a:gd name="T12" fmla="*/ 462 w 715"/>
                <a:gd name="T13" fmla="*/ 89 h 625"/>
                <a:gd name="T14" fmla="*/ 450 w 715"/>
                <a:gd name="T15" fmla="*/ 83 h 625"/>
                <a:gd name="T16" fmla="*/ 409 w 715"/>
                <a:gd name="T17" fmla="*/ 20 h 625"/>
                <a:gd name="T18" fmla="*/ 371 w 715"/>
                <a:gd name="T19" fmla="*/ 0 h 625"/>
                <a:gd name="T20" fmla="*/ 224 w 715"/>
                <a:gd name="T21" fmla="*/ 0 h 625"/>
                <a:gd name="T22" fmla="*/ 187 w 715"/>
                <a:gd name="T23" fmla="*/ 20 h 625"/>
                <a:gd name="T24" fmla="*/ 145 w 715"/>
                <a:gd name="T25" fmla="*/ 83 h 625"/>
                <a:gd name="T26" fmla="*/ 132 w 715"/>
                <a:gd name="T27" fmla="*/ 89 h 625"/>
                <a:gd name="T28" fmla="*/ 45 w 715"/>
                <a:gd name="T29" fmla="*/ 89 h 625"/>
                <a:gd name="T30" fmla="*/ 0 w 715"/>
                <a:gd name="T31" fmla="*/ 133 h 625"/>
                <a:gd name="T32" fmla="*/ 0 w 715"/>
                <a:gd name="T33" fmla="*/ 580 h 625"/>
                <a:gd name="T34" fmla="*/ 45 w 715"/>
                <a:gd name="T35" fmla="*/ 624 h 625"/>
                <a:gd name="T36" fmla="*/ 29 w 715"/>
                <a:gd name="T37" fmla="*/ 133 h 625"/>
                <a:gd name="T38" fmla="*/ 29 w 715"/>
                <a:gd name="T39" fmla="*/ 133 h 625"/>
                <a:gd name="T40" fmla="*/ 45 w 715"/>
                <a:gd name="T41" fmla="*/ 120 h 625"/>
                <a:gd name="T42" fmla="*/ 132 w 715"/>
                <a:gd name="T43" fmla="*/ 120 h 625"/>
                <a:gd name="T44" fmla="*/ 170 w 715"/>
                <a:gd name="T45" fmla="*/ 99 h 625"/>
                <a:gd name="T46" fmla="*/ 212 w 715"/>
                <a:gd name="T47" fmla="*/ 36 h 625"/>
                <a:gd name="T48" fmla="*/ 224 w 715"/>
                <a:gd name="T49" fmla="*/ 30 h 625"/>
                <a:gd name="T50" fmla="*/ 371 w 715"/>
                <a:gd name="T51" fmla="*/ 30 h 625"/>
                <a:gd name="T52" fmla="*/ 383 w 715"/>
                <a:gd name="T53" fmla="*/ 36 h 625"/>
                <a:gd name="T54" fmla="*/ 425 w 715"/>
                <a:gd name="T55" fmla="*/ 99 h 625"/>
                <a:gd name="T56" fmla="*/ 462 w 715"/>
                <a:gd name="T57" fmla="*/ 120 h 625"/>
                <a:gd name="T58" fmla="*/ 669 w 715"/>
                <a:gd name="T59" fmla="*/ 120 h 625"/>
                <a:gd name="T60" fmla="*/ 685 w 715"/>
                <a:gd name="T61" fmla="*/ 133 h 625"/>
                <a:gd name="T62" fmla="*/ 685 w 715"/>
                <a:gd name="T63" fmla="*/ 580 h 625"/>
                <a:gd name="T64" fmla="*/ 669 w 715"/>
                <a:gd name="T65" fmla="*/ 595 h 625"/>
                <a:gd name="T66" fmla="*/ 45 w 715"/>
                <a:gd name="T67" fmla="*/ 595 h 625"/>
                <a:gd name="T68" fmla="*/ 29 w 715"/>
                <a:gd name="T69" fmla="*/ 580 h 625"/>
                <a:gd name="T70" fmla="*/ 29 w 715"/>
                <a:gd name="T71" fmla="*/ 133 h 6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625">
                  <a:moveTo>
                    <a:pt x="45" y="624"/>
                  </a:moveTo>
                  <a:lnTo>
                    <a:pt x="45" y="624"/>
                  </a:lnTo>
                  <a:cubicBezTo>
                    <a:pt x="669" y="624"/>
                    <a:pt x="669" y="624"/>
                    <a:pt x="669" y="624"/>
                  </a:cubicBezTo>
                  <a:cubicBezTo>
                    <a:pt x="694" y="624"/>
                    <a:pt x="714" y="605"/>
                    <a:pt x="714" y="580"/>
                  </a:cubicBezTo>
                  <a:cubicBezTo>
                    <a:pt x="714" y="133"/>
                    <a:pt x="714" y="133"/>
                    <a:pt x="714" y="133"/>
                  </a:cubicBezTo>
                  <a:cubicBezTo>
                    <a:pt x="714" y="110"/>
                    <a:pt x="694" y="89"/>
                    <a:pt x="669" y="89"/>
                  </a:cubicBezTo>
                  <a:cubicBezTo>
                    <a:pt x="462" y="89"/>
                    <a:pt x="462" y="89"/>
                    <a:pt x="462" y="89"/>
                  </a:cubicBezTo>
                  <a:cubicBezTo>
                    <a:pt x="457" y="89"/>
                    <a:pt x="453" y="87"/>
                    <a:pt x="450" y="83"/>
                  </a:cubicBezTo>
                  <a:cubicBezTo>
                    <a:pt x="409" y="20"/>
                    <a:pt x="409" y="20"/>
                    <a:pt x="409" y="20"/>
                  </a:cubicBezTo>
                  <a:cubicBezTo>
                    <a:pt x="400" y="8"/>
                    <a:pt x="386" y="0"/>
                    <a:pt x="371" y="0"/>
                  </a:cubicBezTo>
                  <a:cubicBezTo>
                    <a:pt x="224" y="0"/>
                    <a:pt x="224" y="0"/>
                    <a:pt x="224" y="0"/>
                  </a:cubicBezTo>
                  <a:cubicBezTo>
                    <a:pt x="209" y="0"/>
                    <a:pt x="195" y="8"/>
                    <a:pt x="187" y="20"/>
                  </a:cubicBezTo>
                  <a:cubicBezTo>
                    <a:pt x="145" y="83"/>
                    <a:pt x="145" y="83"/>
                    <a:pt x="145" y="83"/>
                  </a:cubicBezTo>
                  <a:cubicBezTo>
                    <a:pt x="142" y="87"/>
                    <a:pt x="138" y="89"/>
                    <a:pt x="132" y="89"/>
                  </a:cubicBezTo>
                  <a:cubicBezTo>
                    <a:pt x="45" y="89"/>
                    <a:pt x="45" y="89"/>
                    <a:pt x="45" y="89"/>
                  </a:cubicBezTo>
                  <a:cubicBezTo>
                    <a:pt x="19" y="89"/>
                    <a:pt x="0" y="110"/>
                    <a:pt x="0" y="133"/>
                  </a:cubicBezTo>
                  <a:cubicBezTo>
                    <a:pt x="0" y="580"/>
                    <a:pt x="0" y="580"/>
                    <a:pt x="0" y="580"/>
                  </a:cubicBezTo>
                  <a:cubicBezTo>
                    <a:pt x="0" y="605"/>
                    <a:pt x="19" y="624"/>
                    <a:pt x="45" y="624"/>
                  </a:cubicBezTo>
                  <a:close/>
                  <a:moveTo>
                    <a:pt x="29" y="133"/>
                  </a:moveTo>
                  <a:lnTo>
                    <a:pt x="29" y="133"/>
                  </a:lnTo>
                  <a:cubicBezTo>
                    <a:pt x="29" y="125"/>
                    <a:pt x="36" y="120"/>
                    <a:pt x="45" y="120"/>
                  </a:cubicBezTo>
                  <a:cubicBezTo>
                    <a:pt x="132" y="120"/>
                    <a:pt x="132" y="120"/>
                    <a:pt x="132" y="120"/>
                  </a:cubicBezTo>
                  <a:cubicBezTo>
                    <a:pt x="148" y="120"/>
                    <a:pt x="162" y="111"/>
                    <a:pt x="170" y="99"/>
                  </a:cubicBezTo>
                  <a:cubicBezTo>
                    <a:pt x="212" y="36"/>
                    <a:pt x="212" y="36"/>
                    <a:pt x="212" y="36"/>
                  </a:cubicBezTo>
                  <a:cubicBezTo>
                    <a:pt x="215" y="32"/>
                    <a:pt x="219" y="30"/>
                    <a:pt x="224" y="30"/>
                  </a:cubicBezTo>
                  <a:cubicBezTo>
                    <a:pt x="371" y="30"/>
                    <a:pt x="371" y="30"/>
                    <a:pt x="371" y="30"/>
                  </a:cubicBezTo>
                  <a:cubicBezTo>
                    <a:pt x="375" y="30"/>
                    <a:pt x="381" y="32"/>
                    <a:pt x="383" y="36"/>
                  </a:cubicBezTo>
                  <a:cubicBezTo>
                    <a:pt x="425" y="99"/>
                    <a:pt x="425" y="99"/>
                    <a:pt x="425" y="99"/>
                  </a:cubicBezTo>
                  <a:cubicBezTo>
                    <a:pt x="434" y="111"/>
                    <a:pt x="448" y="120"/>
                    <a:pt x="462" y="120"/>
                  </a:cubicBezTo>
                  <a:cubicBezTo>
                    <a:pt x="669" y="120"/>
                    <a:pt x="669" y="120"/>
                    <a:pt x="669" y="120"/>
                  </a:cubicBezTo>
                  <a:cubicBezTo>
                    <a:pt x="678" y="120"/>
                    <a:pt x="685" y="125"/>
                    <a:pt x="685" y="133"/>
                  </a:cubicBezTo>
                  <a:cubicBezTo>
                    <a:pt x="685" y="580"/>
                    <a:pt x="685" y="580"/>
                    <a:pt x="685" y="580"/>
                  </a:cubicBezTo>
                  <a:cubicBezTo>
                    <a:pt x="685" y="588"/>
                    <a:pt x="678" y="595"/>
                    <a:pt x="669" y="595"/>
                  </a:cubicBezTo>
                  <a:cubicBezTo>
                    <a:pt x="45" y="595"/>
                    <a:pt x="45" y="595"/>
                    <a:pt x="45" y="595"/>
                  </a:cubicBezTo>
                  <a:cubicBezTo>
                    <a:pt x="36" y="595"/>
                    <a:pt x="29" y="588"/>
                    <a:pt x="29" y="580"/>
                  </a:cubicBezTo>
                  <a:lnTo>
                    <a:pt x="29"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71">
              <a:extLst>
                <a:ext uri="{FF2B5EF4-FFF2-40B4-BE49-F238E27FC236}">
                  <a16:creationId xmlns:a16="http://schemas.microsoft.com/office/drawing/2014/main" id="{5B3F07B2-113E-0F61-495B-CDAA48307001}"/>
                </a:ext>
              </a:extLst>
            </p:cNvPr>
            <p:cNvSpPr>
              <a:spLocks noChangeArrowheads="1"/>
            </p:cNvSpPr>
            <p:nvPr/>
          </p:nvSpPr>
          <p:spPr bwMode="auto">
            <a:xfrm>
              <a:off x="604838" y="4349750"/>
              <a:ext cx="119062" cy="117475"/>
            </a:xfrm>
            <a:custGeom>
              <a:avLst/>
              <a:gdLst>
                <a:gd name="T0" fmla="*/ 163 w 329"/>
                <a:gd name="T1" fmla="*/ 326 h 327"/>
                <a:gd name="T2" fmla="*/ 163 w 329"/>
                <a:gd name="T3" fmla="*/ 326 h 327"/>
                <a:gd name="T4" fmla="*/ 328 w 329"/>
                <a:gd name="T5" fmla="*/ 163 h 327"/>
                <a:gd name="T6" fmla="*/ 163 w 329"/>
                <a:gd name="T7" fmla="*/ 0 h 327"/>
                <a:gd name="T8" fmla="*/ 0 w 329"/>
                <a:gd name="T9" fmla="*/ 163 h 327"/>
                <a:gd name="T10" fmla="*/ 163 w 329"/>
                <a:gd name="T11" fmla="*/ 326 h 327"/>
                <a:gd name="T12" fmla="*/ 68 w 329"/>
                <a:gd name="T13" fmla="*/ 68 h 327"/>
                <a:gd name="T14" fmla="*/ 68 w 329"/>
                <a:gd name="T15" fmla="*/ 68 h 327"/>
                <a:gd name="T16" fmla="*/ 163 w 329"/>
                <a:gd name="T17" fmla="*/ 29 h 327"/>
                <a:gd name="T18" fmla="*/ 258 w 329"/>
                <a:gd name="T19" fmla="*/ 68 h 327"/>
                <a:gd name="T20" fmla="*/ 297 w 329"/>
                <a:gd name="T21" fmla="*/ 163 h 327"/>
                <a:gd name="T22" fmla="*/ 258 w 329"/>
                <a:gd name="T23" fmla="*/ 258 h 327"/>
                <a:gd name="T24" fmla="*/ 163 w 329"/>
                <a:gd name="T25" fmla="*/ 297 h 327"/>
                <a:gd name="T26" fmla="*/ 68 w 329"/>
                <a:gd name="T27" fmla="*/ 258 h 327"/>
                <a:gd name="T28" fmla="*/ 29 w 329"/>
                <a:gd name="T29" fmla="*/ 163 h 327"/>
                <a:gd name="T30" fmla="*/ 68 w 329"/>
                <a:gd name="T31" fmla="*/ 68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9" h="327">
                  <a:moveTo>
                    <a:pt x="163" y="326"/>
                  </a:moveTo>
                  <a:lnTo>
                    <a:pt x="163" y="326"/>
                  </a:lnTo>
                  <a:cubicBezTo>
                    <a:pt x="254" y="326"/>
                    <a:pt x="328" y="254"/>
                    <a:pt x="328" y="163"/>
                  </a:cubicBezTo>
                  <a:cubicBezTo>
                    <a:pt x="328" y="73"/>
                    <a:pt x="254" y="0"/>
                    <a:pt x="163" y="0"/>
                  </a:cubicBezTo>
                  <a:cubicBezTo>
                    <a:pt x="74" y="0"/>
                    <a:pt x="0" y="73"/>
                    <a:pt x="0" y="163"/>
                  </a:cubicBezTo>
                  <a:cubicBezTo>
                    <a:pt x="0" y="254"/>
                    <a:pt x="74" y="326"/>
                    <a:pt x="163" y="326"/>
                  </a:cubicBezTo>
                  <a:close/>
                  <a:moveTo>
                    <a:pt x="68" y="68"/>
                  </a:moveTo>
                  <a:lnTo>
                    <a:pt x="68" y="68"/>
                  </a:lnTo>
                  <a:cubicBezTo>
                    <a:pt x="93" y="45"/>
                    <a:pt x="127" y="29"/>
                    <a:pt x="163" y="29"/>
                  </a:cubicBezTo>
                  <a:cubicBezTo>
                    <a:pt x="201" y="29"/>
                    <a:pt x="234" y="45"/>
                    <a:pt x="258" y="68"/>
                  </a:cubicBezTo>
                  <a:cubicBezTo>
                    <a:pt x="283" y="94"/>
                    <a:pt x="297" y="126"/>
                    <a:pt x="297" y="163"/>
                  </a:cubicBezTo>
                  <a:cubicBezTo>
                    <a:pt x="297" y="201"/>
                    <a:pt x="283" y="233"/>
                    <a:pt x="258" y="258"/>
                  </a:cubicBezTo>
                  <a:cubicBezTo>
                    <a:pt x="234" y="282"/>
                    <a:pt x="201" y="297"/>
                    <a:pt x="163" y="297"/>
                  </a:cubicBezTo>
                  <a:cubicBezTo>
                    <a:pt x="127" y="297"/>
                    <a:pt x="93" y="282"/>
                    <a:pt x="68" y="258"/>
                  </a:cubicBezTo>
                  <a:cubicBezTo>
                    <a:pt x="44" y="233"/>
                    <a:pt x="29" y="201"/>
                    <a:pt x="29" y="163"/>
                  </a:cubicBezTo>
                  <a:cubicBezTo>
                    <a:pt x="29" y="126"/>
                    <a:pt x="44" y="94"/>
                    <a:pt x="68"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73">
              <a:extLst>
                <a:ext uri="{FF2B5EF4-FFF2-40B4-BE49-F238E27FC236}">
                  <a16:creationId xmlns:a16="http://schemas.microsoft.com/office/drawing/2014/main" id="{53FB599F-3897-754F-6F03-8A78CBCABA53}"/>
                </a:ext>
              </a:extLst>
            </p:cNvPr>
            <p:cNvSpPr>
              <a:spLocks noChangeArrowheads="1"/>
            </p:cNvSpPr>
            <p:nvPr/>
          </p:nvSpPr>
          <p:spPr bwMode="auto">
            <a:xfrm>
              <a:off x="744538" y="4349750"/>
              <a:ext cx="31750" cy="31750"/>
            </a:xfrm>
            <a:custGeom>
              <a:avLst/>
              <a:gdLst>
                <a:gd name="T0" fmla="*/ 45 w 90"/>
                <a:gd name="T1" fmla="*/ 89 h 90"/>
                <a:gd name="T2" fmla="*/ 45 w 90"/>
                <a:gd name="T3" fmla="*/ 89 h 90"/>
                <a:gd name="T4" fmla="*/ 89 w 90"/>
                <a:gd name="T5" fmla="*/ 45 h 90"/>
                <a:gd name="T6" fmla="*/ 45 w 90"/>
                <a:gd name="T7" fmla="*/ 0 h 90"/>
                <a:gd name="T8" fmla="*/ 0 w 90"/>
                <a:gd name="T9" fmla="*/ 45 h 90"/>
                <a:gd name="T10" fmla="*/ 45 w 90"/>
                <a:gd name="T11" fmla="*/ 89 h 90"/>
                <a:gd name="T12" fmla="*/ 45 w 90"/>
                <a:gd name="T13" fmla="*/ 29 h 90"/>
                <a:gd name="T14" fmla="*/ 45 w 90"/>
                <a:gd name="T15" fmla="*/ 29 h 90"/>
                <a:gd name="T16" fmla="*/ 60 w 90"/>
                <a:gd name="T17" fmla="*/ 45 h 90"/>
                <a:gd name="T18" fmla="*/ 45 w 90"/>
                <a:gd name="T19" fmla="*/ 59 h 90"/>
                <a:gd name="T20" fmla="*/ 31 w 90"/>
                <a:gd name="T21" fmla="*/ 45 h 90"/>
                <a:gd name="T22" fmla="*/ 45 w 90"/>
                <a:gd name="T23" fmla="*/ 29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90">
                  <a:moveTo>
                    <a:pt x="45" y="89"/>
                  </a:moveTo>
                  <a:lnTo>
                    <a:pt x="45" y="89"/>
                  </a:lnTo>
                  <a:cubicBezTo>
                    <a:pt x="70" y="89"/>
                    <a:pt x="89" y="68"/>
                    <a:pt x="89" y="45"/>
                  </a:cubicBezTo>
                  <a:cubicBezTo>
                    <a:pt x="89" y="20"/>
                    <a:pt x="70" y="0"/>
                    <a:pt x="45" y="0"/>
                  </a:cubicBezTo>
                  <a:cubicBezTo>
                    <a:pt x="21" y="0"/>
                    <a:pt x="0" y="20"/>
                    <a:pt x="0" y="45"/>
                  </a:cubicBezTo>
                  <a:cubicBezTo>
                    <a:pt x="0" y="68"/>
                    <a:pt x="21" y="89"/>
                    <a:pt x="45" y="89"/>
                  </a:cubicBezTo>
                  <a:close/>
                  <a:moveTo>
                    <a:pt x="45" y="29"/>
                  </a:moveTo>
                  <a:lnTo>
                    <a:pt x="45" y="29"/>
                  </a:lnTo>
                  <a:cubicBezTo>
                    <a:pt x="53" y="29"/>
                    <a:pt x="60" y="36"/>
                    <a:pt x="60" y="45"/>
                  </a:cubicBezTo>
                  <a:cubicBezTo>
                    <a:pt x="60" y="53"/>
                    <a:pt x="53" y="59"/>
                    <a:pt x="45" y="59"/>
                  </a:cubicBezTo>
                  <a:cubicBezTo>
                    <a:pt x="36" y="59"/>
                    <a:pt x="31" y="53"/>
                    <a:pt x="31" y="45"/>
                  </a:cubicBezTo>
                  <a:cubicBezTo>
                    <a:pt x="31" y="36"/>
                    <a:pt x="36" y="29"/>
                    <a:pt x="45"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6" name="Freeform 374">
            <a:extLst>
              <a:ext uri="{FF2B5EF4-FFF2-40B4-BE49-F238E27FC236}">
                <a16:creationId xmlns:a16="http://schemas.microsoft.com/office/drawing/2014/main" id="{3040A2A7-0AB0-807A-6AC7-97BBA8FF37B4}"/>
              </a:ext>
            </a:extLst>
          </p:cNvPr>
          <p:cNvSpPr>
            <a:spLocks noChangeArrowheads="1"/>
          </p:cNvSpPr>
          <p:nvPr/>
        </p:nvSpPr>
        <p:spPr bwMode="auto">
          <a:xfrm>
            <a:off x="3104231" y="5549007"/>
            <a:ext cx="257175" cy="182562"/>
          </a:xfrm>
          <a:custGeom>
            <a:avLst/>
            <a:gdLst>
              <a:gd name="T0" fmla="*/ 669 w 715"/>
              <a:gd name="T1" fmla="*/ 0 h 506"/>
              <a:gd name="T2" fmla="*/ 669 w 715"/>
              <a:gd name="T3" fmla="*/ 0 h 506"/>
              <a:gd name="T4" fmla="*/ 44 w 715"/>
              <a:gd name="T5" fmla="*/ 0 h 506"/>
              <a:gd name="T6" fmla="*/ 0 w 715"/>
              <a:gd name="T7" fmla="*/ 45 h 506"/>
              <a:gd name="T8" fmla="*/ 0 w 715"/>
              <a:gd name="T9" fmla="*/ 460 h 506"/>
              <a:gd name="T10" fmla="*/ 12 w 715"/>
              <a:gd name="T11" fmla="*/ 491 h 506"/>
              <a:gd name="T12" fmla="*/ 12 w 715"/>
              <a:gd name="T13" fmla="*/ 492 h 506"/>
              <a:gd name="T14" fmla="*/ 13 w 715"/>
              <a:gd name="T15" fmla="*/ 494 h 506"/>
              <a:gd name="T16" fmla="*/ 44 w 715"/>
              <a:gd name="T17" fmla="*/ 505 h 506"/>
              <a:gd name="T18" fmla="*/ 669 w 715"/>
              <a:gd name="T19" fmla="*/ 505 h 506"/>
              <a:gd name="T20" fmla="*/ 700 w 715"/>
              <a:gd name="T21" fmla="*/ 494 h 506"/>
              <a:gd name="T22" fmla="*/ 700 w 715"/>
              <a:gd name="T23" fmla="*/ 492 h 506"/>
              <a:gd name="T24" fmla="*/ 701 w 715"/>
              <a:gd name="T25" fmla="*/ 491 h 506"/>
              <a:gd name="T26" fmla="*/ 714 w 715"/>
              <a:gd name="T27" fmla="*/ 460 h 506"/>
              <a:gd name="T28" fmla="*/ 714 w 715"/>
              <a:gd name="T29" fmla="*/ 45 h 506"/>
              <a:gd name="T30" fmla="*/ 669 w 715"/>
              <a:gd name="T31" fmla="*/ 0 h 506"/>
              <a:gd name="T32" fmla="*/ 683 w 715"/>
              <a:gd name="T33" fmla="*/ 455 h 506"/>
              <a:gd name="T34" fmla="*/ 683 w 715"/>
              <a:gd name="T35" fmla="*/ 455 h 506"/>
              <a:gd name="T36" fmla="*/ 450 w 715"/>
              <a:gd name="T37" fmla="*/ 222 h 506"/>
              <a:gd name="T38" fmla="*/ 673 w 715"/>
              <a:gd name="T39" fmla="*/ 31 h 506"/>
              <a:gd name="T40" fmla="*/ 683 w 715"/>
              <a:gd name="T41" fmla="*/ 45 h 506"/>
              <a:gd name="T42" fmla="*/ 683 w 715"/>
              <a:gd name="T43" fmla="*/ 455 h 506"/>
              <a:gd name="T44" fmla="*/ 327 w 715"/>
              <a:gd name="T45" fmla="*/ 278 h 506"/>
              <a:gd name="T46" fmla="*/ 327 w 715"/>
              <a:gd name="T47" fmla="*/ 278 h 506"/>
              <a:gd name="T48" fmla="*/ 357 w 715"/>
              <a:gd name="T49" fmla="*/ 287 h 506"/>
              <a:gd name="T50" fmla="*/ 384 w 715"/>
              <a:gd name="T51" fmla="*/ 278 h 506"/>
              <a:gd name="T52" fmla="*/ 428 w 715"/>
              <a:gd name="T53" fmla="*/ 241 h 506"/>
              <a:gd name="T54" fmla="*/ 662 w 715"/>
              <a:gd name="T55" fmla="*/ 476 h 506"/>
              <a:gd name="T56" fmla="*/ 50 w 715"/>
              <a:gd name="T57" fmla="*/ 476 h 506"/>
              <a:gd name="T58" fmla="*/ 285 w 715"/>
              <a:gd name="T59" fmla="*/ 241 h 506"/>
              <a:gd name="T60" fmla="*/ 327 w 715"/>
              <a:gd name="T61" fmla="*/ 278 h 506"/>
              <a:gd name="T62" fmla="*/ 366 w 715"/>
              <a:gd name="T63" fmla="*/ 254 h 506"/>
              <a:gd name="T64" fmla="*/ 366 w 715"/>
              <a:gd name="T65" fmla="*/ 254 h 506"/>
              <a:gd name="T66" fmla="*/ 357 w 715"/>
              <a:gd name="T67" fmla="*/ 258 h 506"/>
              <a:gd name="T68" fmla="*/ 347 w 715"/>
              <a:gd name="T69" fmla="*/ 254 h 506"/>
              <a:gd name="T70" fmla="*/ 83 w 715"/>
              <a:gd name="T71" fmla="*/ 29 h 506"/>
              <a:gd name="T72" fmla="*/ 628 w 715"/>
              <a:gd name="T73" fmla="*/ 29 h 506"/>
              <a:gd name="T74" fmla="*/ 366 w 715"/>
              <a:gd name="T75" fmla="*/ 254 h 506"/>
              <a:gd name="T76" fmla="*/ 39 w 715"/>
              <a:gd name="T77" fmla="*/ 31 h 506"/>
              <a:gd name="T78" fmla="*/ 39 w 715"/>
              <a:gd name="T79" fmla="*/ 31 h 506"/>
              <a:gd name="T80" fmla="*/ 262 w 715"/>
              <a:gd name="T81" fmla="*/ 222 h 506"/>
              <a:gd name="T82" fmla="*/ 29 w 715"/>
              <a:gd name="T83" fmla="*/ 455 h 506"/>
              <a:gd name="T84" fmla="*/ 29 w 715"/>
              <a:gd name="T85" fmla="*/ 45 h 506"/>
              <a:gd name="T86" fmla="*/ 39 w 715"/>
              <a:gd name="T87" fmla="*/ 31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506">
                <a:moveTo>
                  <a:pt x="669" y="0"/>
                </a:moveTo>
                <a:lnTo>
                  <a:pt x="669" y="0"/>
                </a:lnTo>
                <a:cubicBezTo>
                  <a:pt x="44" y="0"/>
                  <a:pt x="44" y="0"/>
                  <a:pt x="44" y="0"/>
                </a:cubicBezTo>
                <a:cubicBezTo>
                  <a:pt x="19" y="0"/>
                  <a:pt x="0" y="20"/>
                  <a:pt x="0" y="45"/>
                </a:cubicBezTo>
                <a:cubicBezTo>
                  <a:pt x="0" y="460"/>
                  <a:pt x="0" y="460"/>
                  <a:pt x="0" y="460"/>
                </a:cubicBezTo>
                <a:cubicBezTo>
                  <a:pt x="0" y="473"/>
                  <a:pt x="4" y="484"/>
                  <a:pt x="12" y="491"/>
                </a:cubicBezTo>
                <a:cubicBezTo>
                  <a:pt x="12" y="492"/>
                  <a:pt x="12" y="492"/>
                  <a:pt x="12" y="492"/>
                </a:cubicBezTo>
                <a:cubicBezTo>
                  <a:pt x="12" y="492"/>
                  <a:pt x="12" y="492"/>
                  <a:pt x="13" y="494"/>
                </a:cubicBezTo>
                <a:cubicBezTo>
                  <a:pt x="20" y="501"/>
                  <a:pt x="32" y="505"/>
                  <a:pt x="44" y="505"/>
                </a:cubicBezTo>
                <a:cubicBezTo>
                  <a:pt x="669" y="505"/>
                  <a:pt x="669" y="505"/>
                  <a:pt x="669" y="505"/>
                </a:cubicBezTo>
                <a:cubicBezTo>
                  <a:pt x="680" y="505"/>
                  <a:pt x="691" y="501"/>
                  <a:pt x="700" y="494"/>
                </a:cubicBezTo>
                <a:cubicBezTo>
                  <a:pt x="700" y="492"/>
                  <a:pt x="700" y="492"/>
                  <a:pt x="700" y="492"/>
                </a:cubicBezTo>
                <a:cubicBezTo>
                  <a:pt x="701" y="492"/>
                  <a:pt x="701" y="492"/>
                  <a:pt x="701" y="491"/>
                </a:cubicBezTo>
                <a:cubicBezTo>
                  <a:pt x="708" y="484"/>
                  <a:pt x="714" y="473"/>
                  <a:pt x="714" y="460"/>
                </a:cubicBezTo>
                <a:cubicBezTo>
                  <a:pt x="714" y="45"/>
                  <a:pt x="714" y="45"/>
                  <a:pt x="714" y="45"/>
                </a:cubicBezTo>
                <a:cubicBezTo>
                  <a:pt x="714" y="20"/>
                  <a:pt x="693" y="0"/>
                  <a:pt x="669" y="0"/>
                </a:cubicBezTo>
                <a:close/>
                <a:moveTo>
                  <a:pt x="683" y="455"/>
                </a:moveTo>
                <a:lnTo>
                  <a:pt x="683" y="455"/>
                </a:lnTo>
                <a:cubicBezTo>
                  <a:pt x="450" y="222"/>
                  <a:pt x="450" y="222"/>
                  <a:pt x="450" y="222"/>
                </a:cubicBezTo>
                <a:cubicBezTo>
                  <a:pt x="673" y="31"/>
                  <a:pt x="673" y="31"/>
                  <a:pt x="673" y="31"/>
                </a:cubicBezTo>
                <a:cubicBezTo>
                  <a:pt x="679" y="32"/>
                  <a:pt x="683" y="38"/>
                  <a:pt x="683" y="45"/>
                </a:cubicBezTo>
                <a:lnTo>
                  <a:pt x="683" y="455"/>
                </a:lnTo>
                <a:close/>
                <a:moveTo>
                  <a:pt x="327" y="278"/>
                </a:moveTo>
                <a:lnTo>
                  <a:pt x="327" y="278"/>
                </a:lnTo>
                <a:cubicBezTo>
                  <a:pt x="336" y="285"/>
                  <a:pt x="345" y="287"/>
                  <a:pt x="357" y="287"/>
                </a:cubicBezTo>
                <a:cubicBezTo>
                  <a:pt x="366" y="287"/>
                  <a:pt x="377" y="285"/>
                  <a:pt x="384" y="278"/>
                </a:cubicBezTo>
                <a:cubicBezTo>
                  <a:pt x="428" y="241"/>
                  <a:pt x="428" y="241"/>
                  <a:pt x="428" y="241"/>
                </a:cubicBezTo>
                <a:cubicBezTo>
                  <a:pt x="662" y="476"/>
                  <a:pt x="662" y="476"/>
                  <a:pt x="662" y="476"/>
                </a:cubicBezTo>
                <a:cubicBezTo>
                  <a:pt x="50" y="476"/>
                  <a:pt x="50" y="476"/>
                  <a:pt x="50" y="476"/>
                </a:cubicBezTo>
                <a:cubicBezTo>
                  <a:pt x="285" y="241"/>
                  <a:pt x="285" y="241"/>
                  <a:pt x="285" y="241"/>
                </a:cubicBezTo>
                <a:lnTo>
                  <a:pt x="327" y="278"/>
                </a:lnTo>
                <a:close/>
                <a:moveTo>
                  <a:pt x="366" y="254"/>
                </a:moveTo>
                <a:lnTo>
                  <a:pt x="366" y="254"/>
                </a:lnTo>
                <a:cubicBezTo>
                  <a:pt x="363" y="257"/>
                  <a:pt x="359" y="258"/>
                  <a:pt x="357" y="258"/>
                </a:cubicBezTo>
                <a:cubicBezTo>
                  <a:pt x="352" y="258"/>
                  <a:pt x="350" y="257"/>
                  <a:pt x="347" y="254"/>
                </a:cubicBezTo>
                <a:cubicBezTo>
                  <a:pt x="83" y="29"/>
                  <a:pt x="83" y="29"/>
                  <a:pt x="83" y="29"/>
                </a:cubicBezTo>
                <a:cubicBezTo>
                  <a:pt x="628" y="29"/>
                  <a:pt x="628" y="29"/>
                  <a:pt x="628" y="29"/>
                </a:cubicBezTo>
                <a:lnTo>
                  <a:pt x="366" y="254"/>
                </a:lnTo>
                <a:close/>
                <a:moveTo>
                  <a:pt x="39" y="31"/>
                </a:moveTo>
                <a:lnTo>
                  <a:pt x="39" y="31"/>
                </a:lnTo>
                <a:cubicBezTo>
                  <a:pt x="262" y="222"/>
                  <a:pt x="262" y="222"/>
                  <a:pt x="262" y="222"/>
                </a:cubicBezTo>
                <a:cubicBezTo>
                  <a:pt x="29" y="455"/>
                  <a:pt x="29" y="455"/>
                  <a:pt x="29" y="455"/>
                </a:cubicBezTo>
                <a:cubicBezTo>
                  <a:pt x="29" y="45"/>
                  <a:pt x="29" y="45"/>
                  <a:pt x="29" y="45"/>
                </a:cubicBezTo>
                <a:cubicBezTo>
                  <a:pt x="29" y="38"/>
                  <a:pt x="33" y="32"/>
                  <a:pt x="39" y="31"/>
                </a:cubicBezTo>
                <a:close/>
              </a:path>
            </a:pathLst>
          </a:custGeom>
          <a:solidFill>
            <a:schemeClr val="tx2"/>
          </a:solidFill>
          <a:ln>
            <a:noFill/>
          </a:ln>
          <a:effectLst/>
        </p:spPr>
        <p:txBody>
          <a:bodyPr wrap="none" anchor="ctr"/>
          <a:lstStyle/>
          <a:p>
            <a:endParaRPr lang="da-DK"/>
          </a:p>
        </p:txBody>
      </p:sp>
      <p:sp>
        <p:nvSpPr>
          <p:cNvPr id="457" name="Freeform 375">
            <a:extLst>
              <a:ext uri="{FF2B5EF4-FFF2-40B4-BE49-F238E27FC236}">
                <a16:creationId xmlns:a16="http://schemas.microsoft.com/office/drawing/2014/main" id="{48F566F5-3F6F-E6B8-BF16-7A3B2B611D47}"/>
              </a:ext>
            </a:extLst>
          </p:cNvPr>
          <p:cNvSpPr>
            <a:spLocks noChangeArrowheads="1"/>
          </p:cNvSpPr>
          <p:nvPr/>
        </p:nvSpPr>
        <p:spPr bwMode="auto">
          <a:xfrm>
            <a:off x="1589756" y="6007795"/>
            <a:ext cx="257175" cy="255587"/>
          </a:xfrm>
          <a:custGeom>
            <a:avLst/>
            <a:gdLst>
              <a:gd name="T0" fmla="*/ 714 w 715"/>
              <a:gd name="T1" fmla="*/ 218 h 710"/>
              <a:gd name="T2" fmla="*/ 714 w 715"/>
              <a:gd name="T3" fmla="*/ 218 h 710"/>
              <a:gd name="T4" fmla="*/ 713 w 715"/>
              <a:gd name="T5" fmla="*/ 214 h 710"/>
              <a:gd name="T6" fmla="*/ 713 w 715"/>
              <a:gd name="T7" fmla="*/ 212 h 710"/>
              <a:gd name="T8" fmla="*/ 710 w 715"/>
              <a:gd name="T9" fmla="*/ 208 h 710"/>
              <a:gd name="T10" fmla="*/ 709 w 715"/>
              <a:gd name="T11" fmla="*/ 208 h 710"/>
              <a:gd name="T12" fmla="*/ 707 w 715"/>
              <a:gd name="T13" fmla="*/ 205 h 710"/>
              <a:gd name="T14" fmla="*/ 380 w 715"/>
              <a:gd name="T15" fmla="*/ 7 h 710"/>
              <a:gd name="T16" fmla="*/ 357 w 715"/>
              <a:gd name="T17" fmla="*/ 0 h 710"/>
              <a:gd name="T18" fmla="*/ 334 w 715"/>
              <a:gd name="T19" fmla="*/ 7 h 710"/>
              <a:gd name="T20" fmla="*/ 7 w 715"/>
              <a:gd name="T21" fmla="*/ 205 h 710"/>
              <a:gd name="T22" fmla="*/ 4 w 715"/>
              <a:gd name="T23" fmla="*/ 208 h 710"/>
              <a:gd name="T24" fmla="*/ 4 w 715"/>
              <a:gd name="T25" fmla="*/ 208 h 710"/>
              <a:gd name="T26" fmla="*/ 2 w 715"/>
              <a:gd name="T27" fmla="*/ 212 h 710"/>
              <a:gd name="T28" fmla="*/ 0 w 715"/>
              <a:gd name="T29" fmla="*/ 214 h 710"/>
              <a:gd name="T30" fmla="*/ 0 w 715"/>
              <a:gd name="T31" fmla="*/ 218 h 710"/>
              <a:gd name="T32" fmla="*/ 0 w 715"/>
              <a:gd name="T33" fmla="*/ 218 h 710"/>
              <a:gd name="T34" fmla="*/ 0 w 715"/>
              <a:gd name="T35" fmla="*/ 218 h 710"/>
              <a:gd name="T36" fmla="*/ 0 w 715"/>
              <a:gd name="T37" fmla="*/ 664 h 710"/>
              <a:gd name="T38" fmla="*/ 45 w 715"/>
              <a:gd name="T39" fmla="*/ 709 h 710"/>
              <a:gd name="T40" fmla="*/ 670 w 715"/>
              <a:gd name="T41" fmla="*/ 709 h 710"/>
              <a:gd name="T42" fmla="*/ 714 w 715"/>
              <a:gd name="T43" fmla="*/ 664 h 710"/>
              <a:gd name="T44" fmla="*/ 714 w 715"/>
              <a:gd name="T45" fmla="*/ 218 h 710"/>
              <a:gd name="T46" fmla="*/ 349 w 715"/>
              <a:gd name="T47" fmla="*/ 33 h 710"/>
              <a:gd name="T48" fmla="*/ 349 w 715"/>
              <a:gd name="T49" fmla="*/ 33 h 710"/>
              <a:gd name="T50" fmla="*/ 357 w 715"/>
              <a:gd name="T51" fmla="*/ 30 h 710"/>
              <a:gd name="T52" fmla="*/ 364 w 715"/>
              <a:gd name="T53" fmla="*/ 33 h 710"/>
              <a:gd name="T54" fmla="*/ 672 w 715"/>
              <a:gd name="T55" fmla="*/ 219 h 710"/>
              <a:gd name="T56" fmla="*/ 366 w 715"/>
              <a:gd name="T57" fmla="*/ 461 h 710"/>
              <a:gd name="T58" fmla="*/ 357 w 715"/>
              <a:gd name="T59" fmla="*/ 463 h 710"/>
              <a:gd name="T60" fmla="*/ 348 w 715"/>
              <a:gd name="T61" fmla="*/ 461 h 710"/>
              <a:gd name="T62" fmla="*/ 41 w 715"/>
              <a:gd name="T63" fmla="*/ 219 h 710"/>
              <a:gd name="T64" fmla="*/ 349 w 715"/>
              <a:gd name="T65" fmla="*/ 33 h 710"/>
              <a:gd name="T66" fmla="*/ 679 w 715"/>
              <a:gd name="T67" fmla="*/ 675 h 710"/>
              <a:gd name="T68" fmla="*/ 679 w 715"/>
              <a:gd name="T69" fmla="*/ 675 h 710"/>
              <a:gd name="T70" fmla="*/ 670 w 715"/>
              <a:gd name="T71" fmla="*/ 680 h 710"/>
              <a:gd name="T72" fmla="*/ 45 w 715"/>
              <a:gd name="T73" fmla="*/ 680 h 710"/>
              <a:gd name="T74" fmla="*/ 34 w 715"/>
              <a:gd name="T75" fmla="*/ 675 h 710"/>
              <a:gd name="T76" fmla="*/ 30 w 715"/>
              <a:gd name="T77" fmla="*/ 664 h 710"/>
              <a:gd name="T78" fmla="*/ 30 w 715"/>
              <a:gd name="T79" fmla="*/ 249 h 710"/>
              <a:gd name="T80" fmla="*/ 329 w 715"/>
              <a:gd name="T81" fmla="*/ 483 h 710"/>
              <a:gd name="T82" fmla="*/ 357 w 715"/>
              <a:gd name="T83" fmla="*/ 493 h 710"/>
              <a:gd name="T84" fmla="*/ 384 w 715"/>
              <a:gd name="T85" fmla="*/ 483 h 710"/>
              <a:gd name="T86" fmla="*/ 684 w 715"/>
              <a:gd name="T87" fmla="*/ 249 h 710"/>
              <a:gd name="T88" fmla="*/ 684 w 715"/>
              <a:gd name="T89" fmla="*/ 664 h 710"/>
              <a:gd name="T90" fmla="*/ 679 w 715"/>
              <a:gd name="T91" fmla="*/ 67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5" h="710">
                <a:moveTo>
                  <a:pt x="714" y="218"/>
                </a:moveTo>
                <a:lnTo>
                  <a:pt x="714" y="218"/>
                </a:lnTo>
                <a:cubicBezTo>
                  <a:pt x="714" y="217"/>
                  <a:pt x="713" y="215"/>
                  <a:pt x="713" y="214"/>
                </a:cubicBezTo>
                <a:cubicBezTo>
                  <a:pt x="713" y="212"/>
                  <a:pt x="713" y="212"/>
                  <a:pt x="713" y="212"/>
                </a:cubicBezTo>
                <a:cubicBezTo>
                  <a:pt x="712" y="211"/>
                  <a:pt x="710" y="210"/>
                  <a:pt x="710" y="208"/>
                </a:cubicBezTo>
                <a:lnTo>
                  <a:pt x="709" y="208"/>
                </a:lnTo>
                <a:cubicBezTo>
                  <a:pt x="709" y="207"/>
                  <a:pt x="707" y="207"/>
                  <a:pt x="707" y="205"/>
                </a:cubicBezTo>
                <a:cubicBezTo>
                  <a:pt x="380" y="7"/>
                  <a:pt x="380" y="7"/>
                  <a:pt x="380" y="7"/>
                </a:cubicBezTo>
                <a:cubicBezTo>
                  <a:pt x="373" y="3"/>
                  <a:pt x="364" y="0"/>
                  <a:pt x="357" y="0"/>
                </a:cubicBezTo>
                <a:cubicBezTo>
                  <a:pt x="349" y="0"/>
                  <a:pt x="341" y="3"/>
                  <a:pt x="334" y="7"/>
                </a:cubicBezTo>
                <a:cubicBezTo>
                  <a:pt x="7" y="205"/>
                  <a:pt x="7" y="205"/>
                  <a:pt x="7" y="205"/>
                </a:cubicBezTo>
                <a:cubicBezTo>
                  <a:pt x="6" y="207"/>
                  <a:pt x="4" y="207"/>
                  <a:pt x="4" y="208"/>
                </a:cubicBezTo>
                <a:lnTo>
                  <a:pt x="4" y="208"/>
                </a:lnTo>
                <a:cubicBezTo>
                  <a:pt x="3" y="210"/>
                  <a:pt x="2" y="211"/>
                  <a:pt x="2" y="212"/>
                </a:cubicBezTo>
                <a:cubicBezTo>
                  <a:pt x="2" y="212"/>
                  <a:pt x="2" y="212"/>
                  <a:pt x="0" y="214"/>
                </a:cubicBezTo>
                <a:cubicBezTo>
                  <a:pt x="0" y="215"/>
                  <a:pt x="0" y="217"/>
                  <a:pt x="0" y="218"/>
                </a:cubicBezTo>
                <a:lnTo>
                  <a:pt x="0" y="218"/>
                </a:lnTo>
                <a:lnTo>
                  <a:pt x="0" y="218"/>
                </a:lnTo>
                <a:cubicBezTo>
                  <a:pt x="0" y="664"/>
                  <a:pt x="0" y="664"/>
                  <a:pt x="0" y="664"/>
                </a:cubicBezTo>
                <a:cubicBezTo>
                  <a:pt x="0" y="689"/>
                  <a:pt x="20" y="709"/>
                  <a:pt x="45" y="709"/>
                </a:cubicBezTo>
                <a:cubicBezTo>
                  <a:pt x="670" y="709"/>
                  <a:pt x="670" y="709"/>
                  <a:pt x="670" y="709"/>
                </a:cubicBezTo>
                <a:cubicBezTo>
                  <a:pt x="693" y="709"/>
                  <a:pt x="714" y="689"/>
                  <a:pt x="714" y="664"/>
                </a:cubicBezTo>
                <a:cubicBezTo>
                  <a:pt x="714" y="218"/>
                  <a:pt x="714" y="218"/>
                  <a:pt x="714" y="218"/>
                </a:cubicBezTo>
                <a:close/>
                <a:moveTo>
                  <a:pt x="349" y="33"/>
                </a:moveTo>
                <a:lnTo>
                  <a:pt x="349" y="33"/>
                </a:lnTo>
                <a:cubicBezTo>
                  <a:pt x="352" y="31"/>
                  <a:pt x="355" y="30"/>
                  <a:pt x="357" y="30"/>
                </a:cubicBezTo>
                <a:cubicBezTo>
                  <a:pt x="360" y="30"/>
                  <a:pt x="361" y="31"/>
                  <a:pt x="364" y="33"/>
                </a:cubicBezTo>
                <a:cubicBezTo>
                  <a:pt x="672" y="219"/>
                  <a:pt x="672" y="219"/>
                  <a:pt x="672" y="219"/>
                </a:cubicBezTo>
                <a:cubicBezTo>
                  <a:pt x="366" y="461"/>
                  <a:pt x="366" y="461"/>
                  <a:pt x="366" y="461"/>
                </a:cubicBezTo>
                <a:cubicBezTo>
                  <a:pt x="363" y="462"/>
                  <a:pt x="360" y="463"/>
                  <a:pt x="357" y="463"/>
                </a:cubicBezTo>
                <a:cubicBezTo>
                  <a:pt x="353" y="463"/>
                  <a:pt x="350" y="462"/>
                  <a:pt x="348" y="461"/>
                </a:cubicBezTo>
                <a:cubicBezTo>
                  <a:pt x="41" y="219"/>
                  <a:pt x="41" y="219"/>
                  <a:pt x="41" y="219"/>
                </a:cubicBezTo>
                <a:lnTo>
                  <a:pt x="349" y="33"/>
                </a:lnTo>
                <a:close/>
                <a:moveTo>
                  <a:pt x="679" y="675"/>
                </a:moveTo>
                <a:lnTo>
                  <a:pt x="679" y="675"/>
                </a:lnTo>
                <a:cubicBezTo>
                  <a:pt x="677" y="678"/>
                  <a:pt x="674" y="680"/>
                  <a:pt x="670" y="680"/>
                </a:cubicBezTo>
                <a:cubicBezTo>
                  <a:pt x="45" y="680"/>
                  <a:pt x="45" y="680"/>
                  <a:pt x="45" y="680"/>
                </a:cubicBezTo>
                <a:cubicBezTo>
                  <a:pt x="41" y="680"/>
                  <a:pt x="37" y="678"/>
                  <a:pt x="34" y="675"/>
                </a:cubicBezTo>
                <a:cubicBezTo>
                  <a:pt x="31" y="673"/>
                  <a:pt x="30" y="668"/>
                  <a:pt x="30" y="664"/>
                </a:cubicBezTo>
                <a:cubicBezTo>
                  <a:pt x="30" y="249"/>
                  <a:pt x="30" y="249"/>
                  <a:pt x="30" y="249"/>
                </a:cubicBezTo>
                <a:cubicBezTo>
                  <a:pt x="329" y="483"/>
                  <a:pt x="329" y="483"/>
                  <a:pt x="329" y="483"/>
                </a:cubicBezTo>
                <a:cubicBezTo>
                  <a:pt x="338" y="490"/>
                  <a:pt x="348" y="493"/>
                  <a:pt x="357" y="493"/>
                </a:cubicBezTo>
                <a:cubicBezTo>
                  <a:pt x="367" y="493"/>
                  <a:pt x="377" y="490"/>
                  <a:pt x="384" y="483"/>
                </a:cubicBezTo>
                <a:cubicBezTo>
                  <a:pt x="684" y="249"/>
                  <a:pt x="684" y="249"/>
                  <a:pt x="684" y="249"/>
                </a:cubicBezTo>
                <a:cubicBezTo>
                  <a:pt x="684" y="664"/>
                  <a:pt x="684" y="664"/>
                  <a:pt x="684" y="664"/>
                </a:cubicBezTo>
                <a:cubicBezTo>
                  <a:pt x="684" y="668"/>
                  <a:pt x="682" y="673"/>
                  <a:pt x="679" y="675"/>
                </a:cubicBezTo>
                <a:close/>
              </a:path>
            </a:pathLst>
          </a:custGeom>
          <a:solidFill>
            <a:schemeClr val="tx2"/>
          </a:solidFill>
          <a:ln>
            <a:noFill/>
          </a:ln>
          <a:effectLst/>
        </p:spPr>
        <p:txBody>
          <a:bodyPr wrap="none" anchor="ctr"/>
          <a:lstStyle/>
          <a:p>
            <a:endParaRPr lang="da-DK"/>
          </a:p>
        </p:txBody>
      </p:sp>
      <p:grpSp>
        <p:nvGrpSpPr>
          <p:cNvPr id="458" name="Group 461">
            <a:extLst>
              <a:ext uri="{FF2B5EF4-FFF2-40B4-BE49-F238E27FC236}">
                <a16:creationId xmlns:a16="http://schemas.microsoft.com/office/drawing/2014/main" id="{3DC18F68-8BC1-A092-2717-0C2021958B3D}"/>
              </a:ext>
            </a:extLst>
          </p:cNvPr>
          <p:cNvGrpSpPr/>
          <p:nvPr/>
        </p:nvGrpSpPr>
        <p:grpSpPr>
          <a:xfrm>
            <a:off x="3148681" y="4993382"/>
            <a:ext cx="161925" cy="257175"/>
            <a:chOff x="2120900" y="5308600"/>
            <a:chExt cx="161925" cy="257175"/>
          </a:xfrm>
          <a:solidFill>
            <a:schemeClr val="tx2"/>
          </a:solidFill>
        </p:grpSpPr>
        <p:sp>
          <p:nvSpPr>
            <p:cNvPr id="459" name="Freeform 376">
              <a:extLst>
                <a:ext uri="{FF2B5EF4-FFF2-40B4-BE49-F238E27FC236}">
                  <a16:creationId xmlns:a16="http://schemas.microsoft.com/office/drawing/2014/main" id="{E2649368-B866-ADE8-B70E-74112003D0BD}"/>
                </a:ext>
              </a:extLst>
            </p:cNvPr>
            <p:cNvSpPr>
              <a:spLocks noChangeArrowheads="1"/>
            </p:cNvSpPr>
            <p:nvPr/>
          </p:nvSpPr>
          <p:spPr bwMode="auto">
            <a:xfrm>
              <a:off x="2120900" y="5308600"/>
              <a:ext cx="161925" cy="257175"/>
            </a:xfrm>
            <a:custGeom>
              <a:avLst/>
              <a:gdLst>
                <a:gd name="T0" fmla="*/ 371 w 448"/>
                <a:gd name="T1" fmla="*/ 0 h 715"/>
                <a:gd name="T2" fmla="*/ 371 w 448"/>
                <a:gd name="T3" fmla="*/ 0 h 715"/>
                <a:gd name="T4" fmla="*/ 74 w 448"/>
                <a:gd name="T5" fmla="*/ 0 h 715"/>
                <a:gd name="T6" fmla="*/ 0 w 448"/>
                <a:gd name="T7" fmla="*/ 74 h 715"/>
                <a:gd name="T8" fmla="*/ 0 w 448"/>
                <a:gd name="T9" fmla="*/ 641 h 715"/>
                <a:gd name="T10" fmla="*/ 74 w 448"/>
                <a:gd name="T11" fmla="*/ 714 h 715"/>
                <a:gd name="T12" fmla="*/ 371 w 448"/>
                <a:gd name="T13" fmla="*/ 714 h 715"/>
                <a:gd name="T14" fmla="*/ 447 w 448"/>
                <a:gd name="T15" fmla="*/ 641 h 715"/>
                <a:gd name="T16" fmla="*/ 447 w 448"/>
                <a:gd name="T17" fmla="*/ 581 h 715"/>
                <a:gd name="T18" fmla="*/ 447 w 448"/>
                <a:gd name="T19" fmla="*/ 581 h 715"/>
                <a:gd name="T20" fmla="*/ 447 w 448"/>
                <a:gd name="T21" fmla="*/ 581 h 715"/>
                <a:gd name="T22" fmla="*/ 447 w 448"/>
                <a:gd name="T23" fmla="*/ 74 h 715"/>
                <a:gd name="T24" fmla="*/ 371 w 448"/>
                <a:gd name="T25" fmla="*/ 0 h 715"/>
                <a:gd name="T26" fmla="*/ 74 w 448"/>
                <a:gd name="T27" fmla="*/ 30 h 715"/>
                <a:gd name="T28" fmla="*/ 74 w 448"/>
                <a:gd name="T29" fmla="*/ 30 h 715"/>
                <a:gd name="T30" fmla="*/ 371 w 448"/>
                <a:gd name="T31" fmla="*/ 30 h 715"/>
                <a:gd name="T32" fmla="*/ 416 w 448"/>
                <a:gd name="T33" fmla="*/ 74 h 715"/>
                <a:gd name="T34" fmla="*/ 416 w 448"/>
                <a:gd name="T35" fmla="*/ 565 h 715"/>
                <a:gd name="T36" fmla="*/ 30 w 448"/>
                <a:gd name="T37" fmla="*/ 565 h 715"/>
                <a:gd name="T38" fmla="*/ 30 w 448"/>
                <a:gd name="T39" fmla="*/ 74 h 715"/>
                <a:gd name="T40" fmla="*/ 74 w 448"/>
                <a:gd name="T41" fmla="*/ 30 h 715"/>
                <a:gd name="T42" fmla="*/ 371 w 448"/>
                <a:gd name="T43" fmla="*/ 685 h 715"/>
                <a:gd name="T44" fmla="*/ 371 w 448"/>
                <a:gd name="T45" fmla="*/ 685 h 715"/>
                <a:gd name="T46" fmla="*/ 74 w 448"/>
                <a:gd name="T47" fmla="*/ 685 h 715"/>
                <a:gd name="T48" fmla="*/ 30 w 448"/>
                <a:gd name="T49" fmla="*/ 641 h 715"/>
                <a:gd name="T50" fmla="*/ 30 w 448"/>
                <a:gd name="T51" fmla="*/ 596 h 715"/>
                <a:gd name="T52" fmla="*/ 416 w 448"/>
                <a:gd name="T53" fmla="*/ 596 h 715"/>
                <a:gd name="T54" fmla="*/ 416 w 448"/>
                <a:gd name="T55" fmla="*/ 641 h 715"/>
                <a:gd name="T56" fmla="*/ 371 w 448"/>
                <a:gd name="T5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8" h="715">
                  <a:moveTo>
                    <a:pt x="371" y="0"/>
                  </a:moveTo>
                  <a:lnTo>
                    <a:pt x="371" y="0"/>
                  </a:lnTo>
                  <a:cubicBezTo>
                    <a:pt x="74" y="0"/>
                    <a:pt x="74" y="0"/>
                    <a:pt x="74" y="0"/>
                  </a:cubicBezTo>
                  <a:cubicBezTo>
                    <a:pt x="34" y="0"/>
                    <a:pt x="0" y="34"/>
                    <a:pt x="0" y="74"/>
                  </a:cubicBezTo>
                  <a:cubicBezTo>
                    <a:pt x="0" y="641"/>
                    <a:pt x="0" y="641"/>
                    <a:pt x="0" y="641"/>
                  </a:cubicBezTo>
                  <a:cubicBezTo>
                    <a:pt x="0" y="681"/>
                    <a:pt x="34" y="714"/>
                    <a:pt x="74" y="714"/>
                  </a:cubicBezTo>
                  <a:cubicBezTo>
                    <a:pt x="371" y="714"/>
                    <a:pt x="371" y="714"/>
                    <a:pt x="371" y="714"/>
                  </a:cubicBezTo>
                  <a:cubicBezTo>
                    <a:pt x="413" y="714"/>
                    <a:pt x="447" y="681"/>
                    <a:pt x="447" y="641"/>
                  </a:cubicBezTo>
                  <a:cubicBezTo>
                    <a:pt x="447" y="581"/>
                    <a:pt x="447" y="581"/>
                    <a:pt x="447" y="581"/>
                  </a:cubicBezTo>
                  <a:lnTo>
                    <a:pt x="447" y="581"/>
                  </a:lnTo>
                  <a:lnTo>
                    <a:pt x="447" y="581"/>
                  </a:lnTo>
                  <a:cubicBezTo>
                    <a:pt x="447" y="74"/>
                    <a:pt x="447" y="74"/>
                    <a:pt x="447" y="74"/>
                  </a:cubicBezTo>
                  <a:cubicBezTo>
                    <a:pt x="447" y="34"/>
                    <a:pt x="413" y="0"/>
                    <a:pt x="371" y="0"/>
                  </a:cubicBezTo>
                  <a:close/>
                  <a:moveTo>
                    <a:pt x="74" y="30"/>
                  </a:moveTo>
                  <a:lnTo>
                    <a:pt x="74" y="30"/>
                  </a:lnTo>
                  <a:cubicBezTo>
                    <a:pt x="371" y="30"/>
                    <a:pt x="371" y="30"/>
                    <a:pt x="371" y="30"/>
                  </a:cubicBezTo>
                  <a:cubicBezTo>
                    <a:pt x="396" y="30"/>
                    <a:pt x="416" y="51"/>
                    <a:pt x="416" y="74"/>
                  </a:cubicBezTo>
                  <a:cubicBezTo>
                    <a:pt x="416" y="565"/>
                    <a:pt x="416" y="565"/>
                    <a:pt x="416" y="565"/>
                  </a:cubicBezTo>
                  <a:cubicBezTo>
                    <a:pt x="30" y="565"/>
                    <a:pt x="30" y="565"/>
                    <a:pt x="30" y="565"/>
                  </a:cubicBezTo>
                  <a:cubicBezTo>
                    <a:pt x="30" y="74"/>
                    <a:pt x="30" y="74"/>
                    <a:pt x="30" y="74"/>
                  </a:cubicBezTo>
                  <a:cubicBezTo>
                    <a:pt x="30" y="51"/>
                    <a:pt x="49" y="30"/>
                    <a:pt x="74" y="30"/>
                  </a:cubicBezTo>
                  <a:close/>
                  <a:moveTo>
                    <a:pt x="371" y="685"/>
                  </a:moveTo>
                  <a:lnTo>
                    <a:pt x="371" y="685"/>
                  </a:lnTo>
                  <a:cubicBezTo>
                    <a:pt x="74" y="685"/>
                    <a:pt x="74" y="685"/>
                    <a:pt x="74" y="685"/>
                  </a:cubicBezTo>
                  <a:cubicBezTo>
                    <a:pt x="49" y="685"/>
                    <a:pt x="30" y="664"/>
                    <a:pt x="30" y="641"/>
                  </a:cubicBezTo>
                  <a:cubicBezTo>
                    <a:pt x="30" y="596"/>
                    <a:pt x="30" y="596"/>
                    <a:pt x="30" y="596"/>
                  </a:cubicBezTo>
                  <a:cubicBezTo>
                    <a:pt x="416" y="596"/>
                    <a:pt x="416" y="596"/>
                    <a:pt x="416" y="596"/>
                  </a:cubicBezTo>
                  <a:cubicBezTo>
                    <a:pt x="416" y="641"/>
                    <a:pt x="416" y="641"/>
                    <a:pt x="416" y="641"/>
                  </a:cubicBezTo>
                  <a:cubicBezTo>
                    <a:pt x="416" y="664"/>
                    <a:pt x="396" y="685"/>
                    <a:pt x="371"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0" name="Freeform 377">
              <a:extLst>
                <a:ext uri="{FF2B5EF4-FFF2-40B4-BE49-F238E27FC236}">
                  <a16:creationId xmlns:a16="http://schemas.microsoft.com/office/drawing/2014/main" id="{7BA56377-2D7D-461D-AF1D-234CB8DD725E}"/>
                </a:ext>
              </a:extLst>
            </p:cNvPr>
            <p:cNvSpPr>
              <a:spLocks noChangeArrowheads="1"/>
            </p:cNvSpPr>
            <p:nvPr/>
          </p:nvSpPr>
          <p:spPr bwMode="auto">
            <a:xfrm>
              <a:off x="2185988" y="5532438"/>
              <a:ext cx="31750" cy="11112"/>
            </a:xfrm>
            <a:custGeom>
              <a:avLst/>
              <a:gdLst>
                <a:gd name="T0" fmla="*/ 74 w 90"/>
                <a:gd name="T1" fmla="*/ 0 h 30"/>
                <a:gd name="T2" fmla="*/ 74 w 90"/>
                <a:gd name="T3" fmla="*/ 0 h 30"/>
                <a:gd name="T4" fmla="*/ 14 w 90"/>
                <a:gd name="T5" fmla="*/ 0 h 30"/>
                <a:gd name="T6" fmla="*/ 0 w 90"/>
                <a:gd name="T7" fmla="*/ 16 h 30"/>
                <a:gd name="T8" fmla="*/ 14 w 90"/>
                <a:gd name="T9" fmla="*/ 29 h 30"/>
                <a:gd name="T10" fmla="*/ 74 w 90"/>
                <a:gd name="T11" fmla="*/ 29 h 30"/>
                <a:gd name="T12" fmla="*/ 89 w 90"/>
                <a:gd name="T13" fmla="*/ 16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5" y="0"/>
                    <a:pt x="0" y="7"/>
                    <a:pt x="0" y="16"/>
                  </a:cubicBezTo>
                  <a:cubicBezTo>
                    <a:pt x="0" y="24"/>
                    <a:pt x="5" y="29"/>
                    <a:pt x="14" y="29"/>
                  </a:cubicBezTo>
                  <a:cubicBezTo>
                    <a:pt x="74" y="29"/>
                    <a:pt x="74" y="29"/>
                    <a:pt x="74" y="29"/>
                  </a:cubicBezTo>
                  <a:cubicBezTo>
                    <a:pt x="82" y="29"/>
                    <a:pt x="89" y="24"/>
                    <a:pt x="89" y="16"/>
                  </a:cubicBezTo>
                  <a:cubicBezTo>
                    <a:pt x="89"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1" name="Group 464">
            <a:extLst>
              <a:ext uri="{FF2B5EF4-FFF2-40B4-BE49-F238E27FC236}">
                <a16:creationId xmlns:a16="http://schemas.microsoft.com/office/drawing/2014/main" id="{9F811A33-E281-57F0-223D-6727FA43A332}"/>
              </a:ext>
            </a:extLst>
          </p:cNvPr>
          <p:cNvGrpSpPr/>
          <p:nvPr/>
        </p:nvGrpSpPr>
        <p:grpSpPr>
          <a:xfrm>
            <a:off x="3647156" y="5511701"/>
            <a:ext cx="198438" cy="257175"/>
            <a:chOff x="2619375" y="5827713"/>
            <a:chExt cx="198438" cy="257175"/>
          </a:xfrm>
          <a:solidFill>
            <a:schemeClr val="tx2"/>
          </a:solidFill>
        </p:grpSpPr>
        <p:sp>
          <p:nvSpPr>
            <p:cNvPr id="462" name="Freeform 323">
              <a:extLst>
                <a:ext uri="{FF2B5EF4-FFF2-40B4-BE49-F238E27FC236}">
                  <a16:creationId xmlns:a16="http://schemas.microsoft.com/office/drawing/2014/main" id="{D0C6DF51-0144-F782-036F-A5492D10C58F}"/>
                </a:ext>
              </a:extLst>
            </p:cNvPr>
            <p:cNvSpPr>
              <a:spLocks noChangeArrowheads="1"/>
            </p:cNvSpPr>
            <p:nvPr/>
          </p:nvSpPr>
          <p:spPr bwMode="auto">
            <a:xfrm>
              <a:off x="2678113" y="5875338"/>
              <a:ext cx="139700" cy="139700"/>
            </a:xfrm>
            <a:custGeom>
              <a:avLst/>
              <a:gdLst>
                <a:gd name="T0" fmla="*/ 346 w 387"/>
                <a:gd name="T1" fmla="*/ 0 h 388"/>
                <a:gd name="T2" fmla="*/ 346 w 387"/>
                <a:gd name="T3" fmla="*/ 0 h 388"/>
                <a:gd name="T4" fmla="*/ 40 w 387"/>
                <a:gd name="T5" fmla="*/ 0 h 388"/>
                <a:gd name="T6" fmla="*/ 0 w 387"/>
                <a:gd name="T7" fmla="*/ 40 h 388"/>
                <a:gd name="T8" fmla="*/ 0 w 387"/>
                <a:gd name="T9" fmla="*/ 269 h 388"/>
                <a:gd name="T10" fmla="*/ 4 w 387"/>
                <a:gd name="T11" fmla="*/ 280 h 388"/>
                <a:gd name="T12" fmla="*/ 15 w 387"/>
                <a:gd name="T13" fmla="*/ 284 h 388"/>
                <a:gd name="T14" fmla="*/ 25 w 387"/>
                <a:gd name="T15" fmla="*/ 284 h 388"/>
                <a:gd name="T16" fmla="*/ 25 w 387"/>
                <a:gd name="T17" fmla="*/ 371 h 388"/>
                <a:gd name="T18" fmla="*/ 35 w 387"/>
                <a:gd name="T19" fmla="*/ 385 h 388"/>
                <a:gd name="T20" fmla="*/ 50 w 387"/>
                <a:gd name="T21" fmla="*/ 382 h 388"/>
                <a:gd name="T22" fmla="*/ 149 w 387"/>
                <a:gd name="T23" fmla="*/ 284 h 388"/>
                <a:gd name="T24" fmla="*/ 346 w 387"/>
                <a:gd name="T25" fmla="*/ 284 h 388"/>
                <a:gd name="T26" fmla="*/ 386 w 387"/>
                <a:gd name="T27" fmla="*/ 244 h 388"/>
                <a:gd name="T28" fmla="*/ 386 w 387"/>
                <a:gd name="T29" fmla="*/ 40 h 388"/>
                <a:gd name="T30" fmla="*/ 346 w 387"/>
                <a:gd name="T31" fmla="*/ 0 h 388"/>
                <a:gd name="T32" fmla="*/ 357 w 387"/>
                <a:gd name="T33" fmla="*/ 244 h 388"/>
                <a:gd name="T34" fmla="*/ 357 w 387"/>
                <a:gd name="T35" fmla="*/ 244 h 388"/>
                <a:gd name="T36" fmla="*/ 346 w 387"/>
                <a:gd name="T37" fmla="*/ 255 h 388"/>
                <a:gd name="T38" fmla="*/ 142 w 387"/>
                <a:gd name="T39" fmla="*/ 255 h 388"/>
                <a:gd name="T40" fmla="*/ 132 w 387"/>
                <a:gd name="T41" fmla="*/ 259 h 388"/>
                <a:gd name="T42" fmla="*/ 56 w 387"/>
                <a:gd name="T43" fmla="*/ 336 h 388"/>
                <a:gd name="T44" fmla="*/ 56 w 387"/>
                <a:gd name="T45" fmla="*/ 269 h 388"/>
                <a:gd name="T46" fmla="*/ 50 w 387"/>
                <a:gd name="T47" fmla="*/ 259 h 388"/>
                <a:gd name="T48" fmla="*/ 40 w 387"/>
                <a:gd name="T49" fmla="*/ 255 h 388"/>
                <a:gd name="T50" fmla="*/ 29 w 387"/>
                <a:gd name="T51" fmla="*/ 255 h 388"/>
                <a:gd name="T52" fmla="*/ 29 w 387"/>
                <a:gd name="T53" fmla="*/ 40 h 388"/>
                <a:gd name="T54" fmla="*/ 40 w 387"/>
                <a:gd name="T55" fmla="*/ 29 h 388"/>
                <a:gd name="T56" fmla="*/ 346 w 387"/>
                <a:gd name="T57" fmla="*/ 29 h 388"/>
                <a:gd name="T58" fmla="*/ 357 w 387"/>
                <a:gd name="T59" fmla="*/ 40 h 388"/>
                <a:gd name="T60" fmla="*/ 357 w 387"/>
                <a:gd name="T61" fmla="*/ 24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7" h="388">
                  <a:moveTo>
                    <a:pt x="346" y="0"/>
                  </a:moveTo>
                  <a:lnTo>
                    <a:pt x="346" y="0"/>
                  </a:lnTo>
                  <a:cubicBezTo>
                    <a:pt x="40" y="0"/>
                    <a:pt x="40" y="0"/>
                    <a:pt x="40" y="0"/>
                  </a:cubicBezTo>
                  <a:cubicBezTo>
                    <a:pt x="18" y="0"/>
                    <a:pt x="0" y="18"/>
                    <a:pt x="0" y="40"/>
                  </a:cubicBezTo>
                  <a:cubicBezTo>
                    <a:pt x="0" y="269"/>
                    <a:pt x="0" y="269"/>
                    <a:pt x="0" y="269"/>
                  </a:cubicBezTo>
                  <a:cubicBezTo>
                    <a:pt x="0" y="273"/>
                    <a:pt x="1" y="277"/>
                    <a:pt x="4" y="280"/>
                  </a:cubicBezTo>
                  <a:cubicBezTo>
                    <a:pt x="7" y="283"/>
                    <a:pt x="11" y="284"/>
                    <a:pt x="15" y="284"/>
                  </a:cubicBezTo>
                  <a:cubicBezTo>
                    <a:pt x="25" y="284"/>
                    <a:pt x="25" y="284"/>
                    <a:pt x="25" y="284"/>
                  </a:cubicBezTo>
                  <a:cubicBezTo>
                    <a:pt x="25" y="371"/>
                    <a:pt x="25" y="371"/>
                    <a:pt x="25" y="371"/>
                  </a:cubicBezTo>
                  <a:cubicBezTo>
                    <a:pt x="25" y="378"/>
                    <a:pt x="29" y="383"/>
                    <a:pt x="35" y="385"/>
                  </a:cubicBezTo>
                  <a:cubicBezTo>
                    <a:pt x="40" y="387"/>
                    <a:pt x="46" y="386"/>
                    <a:pt x="50" y="382"/>
                  </a:cubicBezTo>
                  <a:cubicBezTo>
                    <a:pt x="149" y="284"/>
                    <a:pt x="149" y="284"/>
                    <a:pt x="149" y="284"/>
                  </a:cubicBezTo>
                  <a:cubicBezTo>
                    <a:pt x="346" y="284"/>
                    <a:pt x="346" y="284"/>
                    <a:pt x="346" y="284"/>
                  </a:cubicBezTo>
                  <a:cubicBezTo>
                    <a:pt x="368" y="284"/>
                    <a:pt x="386" y="266"/>
                    <a:pt x="386" y="244"/>
                  </a:cubicBezTo>
                  <a:cubicBezTo>
                    <a:pt x="386" y="40"/>
                    <a:pt x="386" y="40"/>
                    <a:pt x="386" y="40"/>
                  </a:cubicBezTo>
                  <a:cubicBezTo>
                    <a:pt x="386" y="18"/>
                    <a:pt x="368" y="0"/>
                    <a:pt x="346" y="0"/>
                  </a:cubicBezTo>
                  <a:close/>
                  <a:moveTo>
                    <a:pt x="357" y="244"/>
                  </a:moveTo>
                  <a:lnTo>
                    <a:pt x="357" y="244"/>
                  </a:lnTo>
                  <a:cubicBezTo>
                    <a:pt x="357" y="249"/>
                    <a:pt x="353" y="255"/>
                    <a:pt x="346" y="255"/>
                  </a:cubicBezTo>
                  <a:cubicBezTo>
                    <a:pt x="142" y="255"/>
                    <a:pt x="142" y="255"/>
                    <a:pt x="142" y="255"/>
                  </a:cubicBezTo>
                  <a:cubicBezTo>
                    <a:pt x="138" y="255"/>
                    <a:pt x="135" y="256"/>
                    <a:pt x="132" y="259"/>
                  </a:cubicBezTo>
                  <a:cubicBezTo>
                    <a:pt x="56" y="336"/>
                    <a:pt x="56" y="336"/>
                    <a:pt x="56" y="336"/>
                  </a:cubicBezTo>
                  <a:cubicBezTo>
                    <a:pt x="56" y="269"/>
                    <a:pt x="56" y="269"/>
                    <a:pt x="56" y="269"/>
                  </a:cubicBezTo>
                  <a:cubicBezTo>
                    <a:pt x="56" y="265"/>
                    <a:pt x="53" y="262"/>
                    <a:pt x="50" y="259"/>
                  </a:cubicBezTo>
                  <a:cubicBezTo>
                    <a:pt x="49" y="256"/>
                    <a:pt x="44" y="255"/>
                    <a:pt x="40" y="255"/>
                  </a:cubicBezTo>
                  <a:cubicBezTo>
                    <a:pt x="29" y="255"/>
                    <a:pt x="29" y="255"/>
                    <a:pt x="29" y="255"/>
                  </a:cubicBezTo>
                  <a:cubicBezTo>
                    <a:pt x="29" y="40"/>
                    <a:pt x="29" y="40"/>
                    <a:pt x="29" y="40"/>
                  </a:cubicBezTo>
                  <a:cubicBezTo>
                    <a:pt x="29" y="33"/>
                    <a:pt x="35" y="29"/>
                    <a:pt x="40" y="29"/>
                  </a:cubicBezTo>
                  <a:cubicBezTo>
                    <a:pt x="346" y="29"/>
                    <a:pt x="346" y="29"/>
                    <a:pt x="346" y="29"/>
                  </a:cubicBezTo>
                  <a:cubicBezTo>
                    <a:pt x="353" y="29"/>
                    <a:pt x="357" y="33"/>
                    <a:pt x="357" y="40"/>
                  </a:cubicBezTo>
                  <a:lnTo>
                    <a:pt x="357" y="2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78">
              <a:extLst>
                <a:ext uri="{FF2B5EF4-FFF2-40B4-BE49-F238E27FC236}">
                  <a16:creationId xmlns:a16="http://schemas.microsoft.com/office/drawing/2014/main" id="{3AF5239E-0F18-A9C7-A3DC-6C7330CC48CF}"/>
                </a:ext>
              </a:extLst>
            </p:cNvPr>
            <p:cNvSpPr>
              <a:spLocks noChangeArrowheads="1"/>
            </p:cNvSpPr>
            <p:nvPr/>
          </p:nvSpPr>
          <p:spPr bwMode="auto">
            <a:xfrm>
              <a:off x="2619375" y="5827713"/>
              <a:ext cx="160338" cy="257175"/>
            </a:xfrm>
            <a:custGeom>
              <a:avLst/>
              <a:gdLst>
                <a:gd name="T0" fmla="*/ 446 w 447"/>
                <a:gd name="T1" fmla="*/ 580 h 715"/>
                <a:gd name="T2" fmla="*/ 446 w 447"/>
                <a:gd name="T3" fmla="*/ 580 h 715"/>
                <a:gd name="T4" fmla="*/ 446 w 447"/>
                <a:gd name="T5" fmla="*/ 475 h 715"/>
                <a:gd name="T6" fmla="*/ 431 w 447"/>
                <a:gd name="T7" fmla="*/ 460 h 715"/>
                <a:gd name="T8" fmla="*/ 415 w 447"/>
                <a:gd name="T9" fmla="*/ 475 h 715"/>
                <a:gd name="T10" fmla="*/ 415 w 447"/>
                <a:gd name="T11" fmla="*/ 475 h 715"/>
                <a:gd name="T12" fmla="*/ 415 w 447"/>
                <a:gd name="T13" fmla="*/ 565 h 715"/>
                <a:gd name="T14" fmla="*/ 29 w 447"/>
                <a:gd name="T15" fmla="*/ 565 h 715"/>
                <a:gd name="T16" fmla="*/ 29 w 447"/>
                <a:gd name="T17" fmla="*/ 74 h 715"/>
                <a:gd name="T18" fmla="*/ 74 w 447"/>
                <a:gd name="T19" fmla="*/ 29 h 715"/>
                <a:gd name="T20" fmla="*/ 371 w 447"/>
                <a:gd name="T21" fmla="*/ 29 h 715"/>
                <a:gd name="T22" fmla="*/ 415 w 447"/>
                <a:gd name="T23" fmla="*/ 74 h 715"/>
                <a:gd name="T24" fmla="*/ 415 w 447"/>
                <a:gd name="T25" fmla="*/ 89 h 715"/>
                <a:gd name="T26" fmla="*/ 431 w 447"/>
                <a:gd name="T27" fmla="*/ 103 h 715"/>
                <a:gd name="T28" fmla="*/ 446 w 447"/>
                <a:gd name="T29" fmla="*/ 89 h 715"/>
                <a:gd name="T30" fmla="*/ 446 w 447"/>
                <a:gd name="T31" fmla="*/ 74 h 715"/>
                <a:gd name="T32" fmla="*/ 371 w 447"/>
                <a:gd name="T33" fmla="*/ 0 h 715"/>
                <a:gd name="T34" fmla="*/ 74 w 447"/>
                <a:gd name="T35" fmla="*/ 0 h 715"/>
                <a:gd name="T36" fmla="*/ 0 w 447"/>
                <a:gd name="T37" fmla="*/ 74 h 715"/>
                <a:gd name="T38" fmla="*/ 0 w 447"/>
                <a:gd name="T39" fmla="*/ 639 h 715"/>
                <a:gd name="T40" fmla="*/ 74 w 447"/>
                <a:gd name="T41" fmla="*/ 714 h 715"/>
                <a:gd name="T42" fmla="*/ 371 w 447"/>
                <a:gd name="T43" fmla="*/ 714 h 715"/>
                <a:gd name="T44" fmla="*/ 446 w 447"/>
                <a:gd name="T45" fmla="*/ 639 h 715"/>
                <a:gd name="T46" fmla="*/ 446 w 447"/>
                <a:gd name="T47" fmla="*/ 580 h 715"/>
                <a:gd name="T48" fmla="*/ 371 w 447"/>
                <a:gd name="T49" fmla="*/ 683 h 715"/>
                <a:gd name="T50" fmla="*/ 371 w 447"/>
                <a:gd name="T51" fmla="*/ 683 h 715"/>
                <a:gd name="T52" fmla="*/ 74 w 447"/>
                <a:gd name="T53" fmla="*/ 683 h 715"/>
                <a:gd name="T54" fmla="*/ 29 w 447"/>
                <a:gd name="T55" fmla="*/ 639 h 715"/>
                <a:gd name="T56" fmla="*/ 29 w 447"/>
                <a:gd name="T57" fmla="*/ 594 h 715"/>
                <a:gd name="T58" fmla="*/ 415 w 447"/>
                <a:gd name="T59" fmla="*/ 594 h 715"/>
                <a:gd name="T60" fmla="*/ 415 w 447"/>
                <a:gd name="T61" fmla="*/ 639 h 715"/>
                <a:gd name="T62" fmla="*/ 371 w 447"/>
                <a:gd name="T63" fmla="*/ 683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7" h="715">
                  <a:moveTo>
                    <a:pt x="446" y="580"/>
                  </a:moveTo>
                  <a:lnTo>
                    <a:pt x="446" y="580"/>
                  </a:lnTo>
                  <a:cubicBezTo>
                    <a:pt x="446" y="475"/>
                    <a:pt x="446" y="475"/>
                    <a:pt x="446" y="475"/>
                  </a:cubicBezTo>
                  <a:cubicBezTo>
                    <a:pt x="446" y="467"/>
                    <a:pt x="439" y="460"/>
                    <a:pt x="431" y="460"/>
                  </a:cubicBezTo>
                  <a:cubicBezTo>
                    <a:pt x="422" y="460"/>
                    <a:pt x="415" y="467"/>
                    <a:pt x="415" y="475"/>
                  </a:cubicBezTo>
                  <a:lnTo>
                    <a:pt x="415" y="475"/>
                  </a:lnTo>
                  <a:cubicBezTo>
                    <a:pt x="415" y="565"/>
                    <a:pt x="415" y="565"/>
                    <a:pt x="415" y="565"/>
                  </a:cubicBezTo>
                  <a:cubicBezTo>
                    <a:pt x="29" y="565"/>
                    <a:pt x="29" y="565"/>
                    <a:pt x="29" y="565"/>
                  </a:cubicBezTo>
                  <a:cubicBezTo>
                    <a:pt x="29" y="74"/>
                    <a:pt x="29" y="74"/>
                    <a:pt x="29" y="74"/>
                  </a:cubicBezTo>
                  <a:cubicBezTo>
                    <a:pt x="29" y="49"/>
                    <a:pt x="48" y="29"/>
                    <a:pt x="74" y="29"/>
                  </a:cubicBezTo>
                  <a:cubicBezTo>
                    <a:pt x="371" y="29"/>
                    <a:pt x="371" y="29"/>
                    <a:pt x="371" y="29"/>
                  </a:cubicBezTo>
                  <a:cubicBezTo>
                    <a:pt x="396" y="29"/>
                    <a:pt x="415" y="49"/>
                    <a:pt x="415" y="74"/>
                  </a:cubicBezTo>
                  <a:cubicBezTo>
                    <a:pt x="415" y="89"/>
                    <a:pt x="415" y="89"/>
                    <a:pt x="415" y="89"/>
                  </a:cubicBezTo>
                  <a:cubicBezTo>
                    <a:pt x="415" y="97"/>
                    <a:pt x="422" y="103"/>
                    <a:pt x="431" y="103"/>
                  </a:cubicBezTo>
                  <a:cubicBezTo>
                    <a:pt x="439" y="103"/>
                    <a:pt x="446" y="97"/>
                    <a:pt x="446" y="89"/>
                  </a:cubicBezTo>
                  <a:cubicBezTo>
                    <a:pt x="446" y="74"/>
                    <a:pt x="446" y="74"/>
                    <a:pt x="446" y="74"/>
                  </a:cubicBezTo>
                  <a:cubicBezTo>
                    <a:pt x="446" y="33"/>
                    <a:pt x="413" y="0"/>
                    <a:pt x="371" y="0"/>
                  </a:cubicBezTo>
                  <a:cubicBezTo>
                    <a:pt x="74" y="0"/>
                    <a:pt x="74" y="0"/>
                    <a:pt x="74" y="0"/>
                  </a:cubicBezTo>
                  <a:cubicBezTo>
                    <a:pt x="33" y="0"/>
                    <a:pt x="0" y="33"/>
                    <a:pt x="0" y="74"/>
                  </a:cubicBezTo>
                  <a:cubicBezTo>
                    <a:pt x="0" y="639"/>
                    <a:pt x="0" y="639"/>
                    <a:pt x="0" y="639"/>
                  </a:cubicBezTo>
                  <a:cubicBezTo>
                    <a:pt x="0" y="680"/>
                    <a:pt x="33" y="714"/>
                    <a:pt x="74" y="714"/>
                  </a:cubicBezTo>
                  <a:cubicBezTo>
                    <a:pt x="371" y="714"/>
                    <a:pt x="371" y="714"/>
                    <a:pt x="371" y="714"/>
                  </a:cubicBezTo>
                  <a:cubicBezTo>
                    <a:pt x="413" y="714"/>
                    <a:pt x="446" y="680"/>
                    <a:pt x="446" y="639"/>
                  </a:cubicBezTo>
                  <a:cubicBezTo>
                    <a:pt x="446" y="580"/>
                    <a:pt x="446" y="580"/>
                    <a:pt x="446" y="580"/>
                  </a:cubicBezTo>
                  <a:close/>
                  <a:moveTo>
                    <a:pt x="371" y="683"/>
                  </a:moveTo>
                  <a:lnTo>
                    <a:pt x="371" y="683"/>
                  </a:lnTo>
                  <a:cubicBezTo>
                    <a:pt x="74" y="683"/>
                    <a:pt x="74" y="683"/>
                    <a:pt x="74" y="683"/>
                  </a:cubicBezTo>
                  <a:cubicBezTo>
                    <a:pt x="48" y="683"/>
                    <a:pt x="29" y="664"/>
                    <a:pt x="29" y="639"/>
                  </a:cubicBezTo>
                  <a:cubicBezTo>
                    <a:pt x="29" y="594"/>
                    <a:pt x="29" y="594"/>
                    <a:pt x="29" y="594"/>
                  </a:cubicBezTo>
                  <a:cubicBezTo>
                    <a:pt x="415" y="594"/>
                    <a:pt x="415" y="594"/>
                    <a:pt x="415" y="594"/>
                  </a:cubicBezTo>
                  <a:cubicBezTo>
                    <a:pt x="415" y="639"/>
                    <a:pt x="415" y="639"/>
                    <a:pt x="415" y="639"/>
                  </a:cubicBezTo>
                  <a:cubicBezTo>
                    <a:pt x="415" y="664"/>
                    <a:pt x="396" y="683"/>
                    <a:pt x="371" y="6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4" name="Freeform 379">
              <a:extLst>
                <a:ext uri="{FF2B5EF4-FFF2-40B4-BE49-F238E27FC236}">
                  <a16:creationId xmlns:a16="http://schemas.microsoft.com/office/drawing/2014/main" id="{FE1E9215-CAF3-BF62-B229-AAF288401989}"/>
                </a:ext>
              </a:extLst>
            </p:cNvPr>
            <p:cNvSpPr>
              <a:spLocks noChangeArrowheads="1"/>
            </p:cNvSpPr>
            <p:nvPr/>
          </p:nvSpPr>
          <p:spPr bwMode="auto">
            <a:xfrm>
              <a:off x="2682875" y="6053138"/>
              <a:ext cx="31750" cy="11112"/>
            </a:xfrm>
            <a:custGeom>
              <a:avLst/>
              <a:gdLst>
                <a:gd name="T0" fmla="*/ 74 w 90"/>
                <a:gd name="T1" fmla="*/ 0 h 30"/>
                <a:gd name="T2" fmla="*/ 74 w 90"/>
                <a:gd name="T3" fmla="*/ 0 h 30"/>
                <a:gd name="T4" fmla="*/ 14 w 90"/>
                <a:gd name="T5" fmla="*/ 0 h 30"/>
                <a:gd name="T6" fmla="*/ 0 w 90"/>
                <a:gd name="T7" fmla="*/ 14 h 30"/>
                <a:gd name="T8" fmla="*/ 14 w 90"/>
                <a:gd name="T9" fmla="*/ 29 h 30"/>
                <a:gd name="T10" fmla="*/ 74 w 90"/>
                <a:gd name="T11" fmla="*/ 29 h 30"/>
                <a:gd name="T12" fmla="*/ 89 w 90"/>
                <a:gd name="T13" fmla="*/ 14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6" y="0"/>
                    <a:pt x="0" y="5"/>
                    <a:pt x="0" y="14"/>
                  </a:cubicBezTo>
                  <a:cubicBezTo>
                    <a:pt x="0" y="22"/>
                    <a:pt x="6" y="29"/>
                    <a:pt x="14" y="29"/>
                  </a:cubicBezTo>
                  <a:cubicBezTo>
                    <a:pt x="74" y="29"/>
                    <a:pt x="74" y="29"/>
                    <a:pt x="74" y="29"/>
                  </a:cubicBezTo>
                  <a:cubicBezTo>
                    <a:pt x="82" y="29"/>
                    <a:pt x="89" y="22"/>
                    <a:pt x="89" y="14"/>
                  </a:cubicBezTo>
                  <a:cubicBezTo>
                    <a:pt x="89" y="5"/>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5" name="Group 468">
            <a:extLst>
              <a:ext uri="{FF2B5EF4-FFF2-40B4-BE49-F238E27FC236}">
                <a16:creationId xmlns:a16="http://schemas.microsoft.com/office/drawing/2014/main" id="{E85A806D-BA32-6BBC-F58F-C85F778EE0F1}"/>
              </a:ext>
            </a:extLst>
          </p:cNvPr>
          <p:cNvGrpSpPr/>
          <p:nvPr/>
        </p:nvGrpSpPr>
        <p:grpSpPr>
          <a:xfrm>
            <a:off x="2599406" y="4507608"/>
            <a:ext cx="257175" cy="204787"/>
            <a:chOff x="1571625" y="4830763"/>
            <a:chExt cx="257175" cy="204787"/>
          </a:xfrm>
          <a:solidFill>
            <a:schemeClr val="tx2"/>
          </a:solidFill>
        </p:grpSpPr>
        <p:sp>
          <p:nvSpPr>
            <p:cNvPr id="466" name="Freeform 380">
              <a:extLst>
                <a:ext uri="{FF2B5EF4-FFF2-40B4-BE49-F238E27FC236}">
                  <a16:creationId xmlns:a16="http://schemas.microsoft.com/office/drawing/2014/main" id="{5F1A26DA-9343-CF79-35A2-932217B35BF0}"/>
                </a:ext>
              </a:extLst>
            </p:cNvPr>
            <p:cNvSpPr>
              <a:spLocks noChangeArrowheads="1"/>
            </p:cNvSpPr>
            <p:nvPr/>
          </p:nvSpPr>
          <p:spPr bwMode="auto">
            <a:xfrm>
              <a:off x="1571625" y="4830763"/>
              <a:ext cx="257175" cy="204787"/>
            </a:xfrm>
            <a:custGeom>
              <a:avLst/>
              <a:gdLst>
                <a:gd name="T0" fmla="*/ 670 w 716"/>
                <a:gd name="T1" fmla="*/ 0 h 569"/>
                <a:gd name="T2" fmla="*/ 670 w 716"/>
                <a:gd name="T3" fmla="*/ 0 h 569"/>
                <a:gd name="T4" fmla="*/ 45 w 716"/>
                <a:gd name="T5" fmla="*/ 0 h 569"/>
                <a:gd name="T6" fmla="*/ 0 w 716"/>
                <a:gd name="T7" fmla="*/ 45 h 569"/>
                <a:gd name="T8" fmla="*/ 0 w 716"/>
                <a:gd name="T9" fmla="*/ 431 h 569"/>
                <a:gd name="T10" fmla="*/ 45 w 716"/>
                <a:gd name="T11" fmla="*/ 476 h 569"/>
                <a:gd name="T12" fmla="*/ 166 w 716"/>
                <a:gd name="T13" fmla="*/ 476 h 569"/>
                <a:gd name="T14" fmla="*/ 122 w 716"/>
                <a:gd name="T15" fmla="*/ 543 h 569"/>
                <a:gd name="T16" fmla="*/ 126 w 716"/>
                <a:gd name="T17" fmla="*/ 562 h 569"/>
                <a:gd name="T18" fmla="*/ 147 w 716"/>
                <a:gd name="T19" fmla="*/ 558 h 569"/>
                <a:gd name="T20" fmla="*/ 203 w 716"/>
                <a:gd name="T21" fmla="*/ 476 h 569"/>
                <a:gd name="T22" fmla="*/ 514 w 716"/>
                <a:gd name="T23" fmla="*/ 476 h 569"/>
                <a:gd name="T24" fmla="*/ 568 w 716"/>
                <a:gd name="T25" fmla="*/ 558 h 569"/>
                <a:gd name="T26" fmla="*/ 589 w 716"/>
                <a:gd name="T27" fmla="*/ 562 h 569"/>
                <a:gd name="T28" fmla="*/ 593 w 716"/>
                <a:gd name="T29" fmla="*/ 543 h 569"/>
                <a:gd name="T30" fmla="*/ 593 w 716"/>
                <a:gd name="T31" fmla="*/ 543 h 569"/>
                <a:gd name="T32" fmla="*/ 550 w 716"/>
                <a:gd name="T33" fmla="*/ 476 h 569"/>
                <a:gd name="T34" fmla="*/ 670 w 716"/>
                <a:gd name="T35" fmla="*/ 476 h 569"/>
                <a:gd name="T36" fmla="*/ 715 w 716"/>
                <a:gd name="T37" fmla="*/ 431 h 569"/>
                <a:gd name="T38" fmla="*/ 715 w 716"/>
                <a:gd name="T39" fmla="*/ 45 h 569"/>
                <a:gd name="T40" fmla="*/ 670 w 716"/>
                <a:gd name="T41" fmla="*/ 0 h 569"/>
                <a:gd name="T42" fmla="*/ 685 w 716"/>
                <a:gd name="T43" fmla="*/ 431 h 569"/>
                <a:gd name="T44" fmla="*/ 685 w 716"/>
                <a:gd name="T45" fmla="*/ 431 h 569"/>
                <a:gd name="T46" fmla="*/ 670 w 716"/>
                <a:gd name="T47" fmla="*/ 446 h 569"/>
                <a:gd name="T48" fmla="*/ 522 w 716"/>
                <a:gd name="T49" fmla="*/ 446 h 569"/>
                <a:gd name="T50" fmla="*/ 194 w 716"/>
                <a:gd name="T51" fmla="*/ 446 h 569"/>
                <a:gd name="T52" fmla="*/ 45 w 716"/>
                <a:gd name="T53" fmla="*/ 446 h 569"/>
                <a:gd name="T54" fmla="*/ 31 w 716"/>
                <a:gd name="T55" fmla="*/ 431 h 569"/>
                <a:gd name="T56" fmla="*/ 31 w 716"/>
                <a:gd name="T57" fmla="*/ 45 h 569"/>
                <a:gd name="T58" fmla="*/ 45 w 716"/>
                <a:gd name="T59" fmla="*/ 29 h 569"/>
                <a:gd name="T60" fmla="*/ 670 w 716"/>
                <a:gd name="T61" fmla="*/ 29 h 569"/>
                <a:gd name="T62" fmla="*/ 685 w 716"/>
                <a:gd name="T63" fmla="*/ 45 h 569"/>
                <a:gd name="T64" fmla="*/ 685 w 716"/>
                <a:gd name="T65" fmla="*/ 431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6" h="569">
                  <a:moveTo>
                    <a:pt x="670" y="0"/>
                  </a:moveTo>
                  <a:lnTo>
                    <a:pt x="670" y="0"/>
                  </a:lnTo>
                  <a:cubicBezTo>
                    <a:pt x="45" y="0"/>
                    <a:pt x="45" y="0"/>
                    <a:pt x="45" y="0"/>
                  </a:cubicBezTo>
                  <a:cubicBezTo>
                    <a:pt x="21" y="0"/>
                    <a:pt x="0" y="20"/>
                    <a:pt x="0" y="45"/>
                  </a:cubicBezTo>
                  <a:cubicBezTo>
                    <a:pt x="0" y="431"/>
                    <a:pt x="0" y="431"/>
                    <a:pt x="0" y="431"/>
                  </a:cubicBezTo>
                  <a:cubicBezTo>
                    <a:pt x="0" y="456"/>
                    <a:pt x="21" y="476"/>
                    <a:pt x="45" y="476"/>
                  </a:cubicBezTo>
                  <a:cubicBezTo>
                    <a:pt x="166" y="476"/>
                    <a:pt x="166" y="476"/>
                    <a:pt x="166" y="476"/>
                  </a:cubicBezTo>
                  <a:cubicBezTo>
                    <a:pt x="122" y="543"/>
                    <a:pt x="122" y="543"/>
                    <a:pt x="122" y="543"/>
                  </a:cubicBezTo>
                  <a:cubicBezTo>
                    <a:pt x="118" y="548"/>
                    <a:pt x="120" y="558"/>
                    <a:pt x="126" y="562"/>
                  </a:cubicBezTo>
                  <a:cubicBezTo>
                    <a:pt x="133" y="568"/>
                    <a:pt x="143" y="565"/>
                    <a:pt x="147" y="558"/>
                  </a:cubicBezTo>
                  <a:cubicBezTo>
                    <a:pt x="203" y="476"/>
                    <a:pt x="203" y="476"/>
                    <a:pt x="203" y="476"/>
                  </a:cubicBezTo>
                  <a:cubicBezTo>
                    <a:pt x="514" y="476"/>
                    <a:pt x="514" y="476"/>
                    <a:pt x="514" y="476"/>
                  </a:cubicBezTo>
                  <a:cubicBezTo>
                    <a:pt x="568" y="558"/>
                    <a:pt x="568" y="558"/>
                    <a:pt x="568" y="558"/>
                  </a:cubicBezTo>
                  <a:cubicBezTo>
                    <a:pt x="574" y="565"/>
                    <a:pt x="582" y="568"/>
                    <a:pt x="589" y="562"/>
                  </a:cubicBezTo>
                  <a:cubicBezTo>
                    <a:pt x="596" y="558"/>
                    <a:pt x="597" y="548"/>
                    <a:pt x="593" y="543"/>
                  </a:cubicBezTo>
                  <a:lnTo>
                    <a:pt x="593" y="543"/>
                  </a:lnTo>
                  <a:cubicBezTo>
                    <a:pt x="550" y="476"/>
                    <a:pt x="550" y="476"/>
                    <a:pt x="550" y="476"/>
                  </a:cubicBezTo>
                  <a:cubicBezTo>
                    <a:pt x="670" y="476"/>
                    <a:pt x="670" y="476"/>
                    <a:pt x="670" y="476"/>
                  </a:cubicBezTo>
                  <a:cubicBezTo>
                    <a:pt x="695" y="476"/>
                    <a:pt x="715" y="456"/>
                    <a:pt x="715" y="431"/>
                  </a:cubicBezTo>
                  <a:cubicBezTo>
                    <a:pt x="715" y="45"/>
                    <a:pt x="715" y="45"/>
                    <a:pt x="715" y="45"/>
                  </a:cubicBezTo>
                  <a:cubicBezTo>
                    <a:pt x="715" y="20"/>
                    <a:pt x="695" y="0"/>
                    <a:pt x="670" y="0"/>
                  </a:cubicBezTo>
                  <a:close/>
                  <a:moveTo>
                    <a:pt x="685" y="431"/>
                  </a:moveTo>
                  <a:lnTo>
                    <a:pt x="685" y="431"/>
                  </a:lnTo>
                  <a:cubicBezTo>
                    <a:pt x="685" y="439"/>
                    <a:pt x="678" y="446"/>
                    <a:pt x="670" y="446"/>
                  </a:cubicBezTo>
                  <a:cubicBezTo>
                    <a:pt x="522" y="446"/>
                    <a:pt x="522" y="446"/>
                    <a:pt x="522" y="446"/>
                  </a:cubicBezTo>
                  <a:cubicBezTo>
                    <a:pt x="194" y="446"/>
                    <a:pt x="194" y="446"/>
                    <a:pt x="194" y="446"/>
                  </a:cubicBezTo>
                  <a:cubicBezTo>
                    <a:pt x="45" y="446"/>
                    <a:pt x="45" y="446"/>
                    <a:pt x="45" y="446"/>
                  </a:cubicBezTo>
                  <a:cubicBezTo>
                    <a:pt x="37" y="446"/>
                    <a:pt x="31" y="439"/>
                    <a:pt x="31" y="431"/>
                  </a:cubicBezTo>
                  <a:cubicBezTo>
                    <a:pt x="31" y="45"/>
                    <a:pt x="31" y="45"/>
                    <a:pt x="31" y="45"/>
                  </a:cubicBezTo>
                  <a:cubicBezTo>
                    <a:pt x="31" y="36"/>
                    <a:pt x="37" y="29"/>
                    <a:pt x="45" y="29"/>
                  </a:cubicBezTo>
                  <a:cubicBezTo>
                    <a:pt x="670" y="29"/>
                    <a:pt x="670" y="29"/>
                    <a:pt x="670" y="29"/>
                  </a:cubicBezTo>
                  <a:cubicBezTo>
                    <a:pt x="678" y="29"/>
                    <a:pt x="685" y="36"/>
                    <a:pt x="685" y="45"/>
                  </a:cubicBezTo>
                  <a:lnTo>
                    <a:pt x="685" y="4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7" name="Freeform 381">
              <a:extLst>
                <a:ext uri="{FF2B5EF4-FFF2-40B4-BE49-F238E27FC236}">
                  <a16:creationId xmlns:a16="http://schemas.microsoft.com/office/drawing/2014/main" id="{0120FC87-D5E9-22F1-A059-B187FE78659E}"/>
                </a:ext>
              </a:extLst>
            </p:cNvPr>
            <p:cNvSpPr>
              <a:spLocks noChangeArrowheads="1"/>
            </p:cNvSpPr>
            <p:nvPr/>
          </p:nvSpPr>
          <p:spPr bwMode="auto">
            <a:xfrm>
              <a:off x="1592263" y="4862513"/>
              <a:ext cx="33337" cy="33337"/>
            </a:xfrm>
            <a:custGeom>
              <a:avLst/>
              <a:gdLst>
                <a:gd name="T0" fmla="*/ 27 w 93"/>
                <a:gd name="T1" fmla="*/ 86 h 93"/>
                <a:gd name="T2" fmla="*/ 27 w 93"/>
                <a:gd name="T3" fmla="*/ 86 h 93"/>
                <a:gd name="T4" fmla="*/ 87 w 93"/>
                <a:gd name="T5" fmla="*/ 27 h 93"/>
                <a:gd name="T6" fmla="*/ 87 w 93"/>
                <a:gd name="T7" fmla="*/ 6 h 93"/>
                <a:gd name="T8" fmla="*/ 66 w 93"/>
                <a:gd name="T9" fmla="*/ 6 h 93"/>
                <a:gd name="T10" fmla="*/ 6 w 93"/>
                <a:gd name="T11" fmla="*/ 66 h 93"/>
                <a:gd name="T12" fmla="*/ 6 w 93"/>
                <a:gd name="T13" fmla="*/ 86 h 93"/>
                <a:gd name="T14" fmla="*/ 27 w 93"/>
                <a:gd name="T15" fmla="*/ 8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27" y="86"/>
                  </a:moveTo>
                  <a:lnTo>
                    <a:pt x="27" y="86"/>
                  </a:lnTo>
                  <a:cubicBezTo>
                    <a:pt x="87" y="27"/>
                    <a:pt x="87" y="27"/>
                    <a:pt x="87" y="27"/>
                  </a:cubicBezTo>
                  <a:cubicBezTo>
                    <a:pt x="92" y="21"/>
                    <a:pt x="92" y="11"/>
                    <a:pt x="87" y="6"/>
                  </a:cubicBezTo>
                  <a:cubicBezTo>
                    <a:pt x="81" y="0"/>
                    <a:pt x="71" y="0"/>
                    <a:pt x="66" y="6"/>
                  </a:cubicBezTo>
                  <a:cubicBezTo>
                    <a:pt x="6" y="66"/>
                    <a:pt x="6" y="66"/>
                    <a:pt x="6" y="66"/>
                  </a:cubicBezTo>
                  <a:cubicBezTo>
                    <a:pt x="0" y="71"/>
                    <a:pt x="0" y="79"/>
                    <a:pt x="6" y="86"/>
                  </a:cubicBezTo>
                  <a:cubicBezTo>
                    <a:pt x="11" y="92"/>
                    <a:pt x="21" y="92"/>
                    <a:pt x="27" y="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8" name="Freeform 382">
              <a:extLst>
                <a:ext uri="{FF2B5EF4-FFF2-40B4-BE49-F238E27FC236}">
                  <a16:creationId xmlns:a16="http://schemas.microsoft.com/office/drawing/2014/main" id="{4693CE20-C05A-B114-334F-3D85685C6778}"/>
                </a:ext>
              </a:extLst>
            </p:cNvPr>
            <p:cNvSpPr>
              <a:spLocks noChangeArrowheads="1"/>
            </p:cNvSpPr>
            <p:nvPr/>
          </p:nvSpPr>
          <p:spPr bwMode="auto">
            <a:xfrm>
              <a:off x="1592263" y="4862513"/>
              <a:ext cx="76200" cy="76200"/>
            </a:xfrm>
            <a:custGeom>
              <a:avLst/>
              <a:gdLst>
                <a:gd name="T0" fmla="*/ 184 w 212"/>
                <a:gd name="T1" fmla="*/ 6 h 212"/>
                <a:gd name="T2" fmla="*/ 184 w 212"/>
                <a:gd name="T3" fmla="*/ 6 h 212"/>
                <a:gd name="T4" fmla="*/ 6 w 212"/>
                <a:gd name="T5" fmla="*/ 184 h 212"/>
                <a:gd name="T6" fmla="*/ 6 w 212"/>
                <a:gd name="T7" fmla="*/ 205 h 212"/>
                <a:gd name="T8" fmla="*/ 27 w 212"/>
                <a:gd name="T9" fmla="*/ 205 h 212"/>
                <a:gd name="T10" fmla="*/ 205 w 212"/>
                <a:gd name="T11" fmla="*/ 27 h 212"/>
                <a:gd name="T12" fmla="*/ 205 w 212"/>
                <a:gd name="T13" fmla="*/ 6 h 212"/>
                <a:gd name="T14" fmla="*/ 184 w 212"/>
                <a:gd name="T15" fmla="*/ 6 h 2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212">
                  <a:moveTo>
                    <a:pt x="184" y="6"/>
                  </a:moveTo>
                  <a:lnTo>
                    <a:pt x="184" y="6"/>
                  </a:lnTo>
                  <a:cubicBezTo>
                    <a:pt x="6" y="184"/>
                    <a:pt x="6" y="184"/>
                    <a:pt x="6" y="184"/>
                  </a:cubicBezTo>
                  <a:cubicBezTo>
                    <a:pt x="0" y="190"/>
                    <a:pt x="0" y="199"/>
                    <a:pt x="6" y="205"/>
                  </a:cubicBezTo>
                  <a:cubicBezTo>
                    <a:pt x="11" y="211"/>
                    <a:pt x="21" y="211"/>
                    <a:pt x="27" y="205"/>
                  </a:cubicBezTo>
                  <a:cubicBezTo>
                    <a:pt x="205" y="27"/>
                    <a:pt x="205" y="27"/>
                    <a:pt x="205" y="27"/>
                  </a:cubicBezTo>
                  <a:cubicBezTo>
                    <a:pt x="211" y="21"/>
                    <a:pt x="211" y="11"/>
                    <a:pt x="205" y="6"/>
                  </a:cubicBezTo>
                  <a:cubicBezTo>
                    <a:pt x="199" y="0"/>
                    <a:pt x="190" y="0"/>
                    <a:pt x="18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9" name="Group 472">
            <a:extLst>
              <a:ext uri="{FF2B5EF4-FFF2-40B4-BE49-F238E27FC236}">
                <a16:creationId xmlns:a16="http://schemas.microsoft.com/office/drawing/2014/main" id="{FCD02360-E488-4F13-E2A1-DB25D07DB3ED}"/>
              </a:ext>
            </a:extLst>
          </p:cNvPr>
          <p:cNvGrpSpPr/>
          <p:nvPr/>
        </p:nvGrpSpPr>
        <p:grpSpPr>
          <a:xfrm>
            <a:off x="1115094" y="2558157"/>
            <a:ext cx="247650" cy="246063"/>
            <a:chOff x="87313" y="2895600"/>
            <a:chExt cx="247650" cy="246063"/>
          </a:xfrm>
          <a:solidFill>
            <a:schemeClr val="tx2"/>
          </a:solidFill>
        </p:grpSpPr>
        <p:sp>
          <p:nvSpPr>
            <p:cNvPr id="470" name="Freeform 383">
              <a:extLst>
                <a:ext uri="{FF2B5EF4-FFF2-40B4-BE49-F238E27FC236}">
                  <a16:creationId xmlns:a16="http://schemas.microsoft.com/office/drawing/2014/main" id="{ACE775F4-6C16-F588-7571-F3C11A64F4DC}"/>
                </a:ext>
              </a:extLst>
            </p:cNvPr>
            <p:cNvSpPr>
              <a:spLocks noChangeArrowheads="1"/>
            </p:cNvSpPr>
            <p:nvPr/>
          </p:nvSpPr>
          <p:spPr bwMode="auto">
            <a:xfrm>
              <a:off x="87313" y="2895600"/>
              <a:ext cx="247650" cy="246063"/>
            </a:xfrm>
            <a:custGeom>
              <a:avLst/>
              <a:gdLst>
                <a:gd name="T0" fmla="*/ 602 w 686"/>
                <a:gd name="T1" fmla="*/ 265 h 684"/>
                <a:gd name="T2" fmla="*/ 582 w 686"/>
                <a:gd name="T3" fmla="*/ 222 h 684"/>
                <a:gd name="T4" fmla="*/ 605 w 686"/>
                <a:gd name="T5" fmla="*/ 184 h 684"/>
                <a:gd name="T6" fmla="*/ 563 w 686"/>
                <a:gd name="T7" fmla="*/ 80 h 684"/>
                <a:gd name="T8" fmla="*/ 480 w 686"/>
                <a:gd name="T9" fmla="*/ 99 h 684"/>
                <a:gd name="T10" fmla="*/ 427 w 686"/>
                <a:gd name="T11" fmla="*/ 88 h 684"/>
                <a:gd name="T12" fmla="*/ 372 w 686"/>
                <a:gd name="T13" fmla="*/ 0 h 684"/>
                <a:gd name="T14" fmla="*/ 265 w 686"/>
                <a:gd name="T15" fmla="*/ 82 h 684"/>
                <a:gd name="T16" fmla="*/ 222 w 686"/>
                <a:gd name="T17" fmla="*/ 103 h 684"/>
                <a:gd name="T18" fmla="*/ 153 w 686"/>
                <a:gd name="T19" fmla="*/ 66 h 684"/>
                <a:gd name="T20" fmla="*/ 79 w 686"/>
                <a:gd name="T21" fmla="*/ 184 h 684"/>
                <a:gd name="T22" fmla="*/ 103 w 686"/>
                <a:gd name="T23" fmla="*/ 222 h 684"/>
                <a:gd name="T24" fmla="*/ 74 w 686"/>
                <a:gd name="T25" fmla="*/ 268 h 684"/>
                <a:gd name="T26" fmla="*/ 45 w 686"/>
                <a:gd name="T27" fmla="*/ 416 h 684"/>
                <a:gd name="T28" fmla="*/ 88 w 686"/>
                <a:gd name="T29" fmla="*/ 425 h 684"/>
                <a:gd name="T30" fmla="*/ 100 w 686"/>
                <a:gd name="T31" fmla="*/ 478 h 684"/>
                <a:gd name="T32" fmla="*/ 121 w 686"/>
                <a:gd name="T33" fmla="*/ 605 h 684"/>
                <a:gd name="T34" fmla="*/ 205 w 686"/>
                <a:gd name="T35" fmla="*/ 584 h 684"/>
                <a:gd name="T36" fmla="*/ 259 w 686"/>
                <a:gd name="T37" fmla="*/ 595 h 684"/>
                <a:gd name="T38" fmla="*/ 268 w 686"/>
                <a:gd name="T39" fmla="*/ 639 h 684"/>
                <a:gd name="T40" fmla="*/ 417 w 686"/>
                <a:gd name="T41" fmla="*/ 609 h 684"/>
                <a:gd name="T42" fmla="*/ 463 w 686"/>
                <a:gd name="T43" fmla="*/ 580 h 684"/>
                <a:gd name="T44" fmla="*/ 480 w 686"/>
                <a:gd name="T45" fmla="*/ 584 h 684"/>
                <a:gd name="T46" fmla="*/ 563 w 686"/>
                <a:gd name="T47" fmla="*/ 605 h 684"/>
                <a:gd name="T48" fmla="*/ 605 w 686"/>
                <a:gd name="T49" fmla="*/ 499 h 684"/>
                <a:gd name="T50" fmla="*/ 582 w 686"/>
                <a:gd name="T51" fmla="*/ 463 h 684"/>
                <a:gd name="T52" fmla="*/ 602 w 686"/>
                <a:gd name="T53" fmla="*/ 418 h 684"/>
                <a:gd name="T54" fmla="*/ 685 w 686"/>
                <a:gd name="T55" fmla="*/ 312 h 684"/>
                <a:gd name="T56" fmla="*/ 640 w 686"/>
                <a:gd name="T57" fmla="*/ 386 h 684"/>
                <a:gd name="T58" fmla="*/ 569 w 686"/>
                <a:gd name="T59" fmla="*/ 416 h 684"/>
                <a:gd name="T60" fmla="*/ 563 w 686"/>
                <a:gd name="T61" fmla="*/ 499 h 684"/>
                <a:gd name="T62" fmla="*/ 589 w 686"/>
                <a:gd name="T63" fmla="*/ 531 h 684"/>
                <a:gd name="T64" fmla="*/ 542 w 686"/>
                <a:gd name="T65" fmla="*/ 583 h 684"/>
                <a:gd name="T66" fmla="*/ 501 w 686"/>
                <a:gd name="T67" fmla="*/ 563 h 684"/>
                <a:gd name="T68" fmla="*/ 417 w 686"/>
                <a:gd name="T69" fmla="*/ 568 h 684"/>
                <a:gd name="T70" fmla="*/ 388 w 686"/>
                <a:gd name="T71" fmla="*/ 639 h 684"/>
                <a:gd name="T72" fmla="*/ 298 w 686"/>
                <a:gd name="T73" fmla="*/ 609 h 684"/>
                <a:gd name="T74" fmla="*/ 236 w 686"/>
                <a:gd name="T75" fmla="*/ 554 h 684"/>
                <a:gd name="T76" fmla="*/ 184 w 686"/>
                <a:gd name="T77" fmla="*/ 563 h 684"/>
                <a:gd name="T78" fmla="*/ 142 w 686"/>
                <a:gd name="T79" fmla="*/ 583 h 684"/>
                <a:gd name="T80" fmla="*/ 100 w 686"/>
                <a:gd name="T81" fmla="*/ 520 h 684"/>
                <a:gd name="T82" fmla="*/ 130 w 686"/>
                <a:gd name="T83" fmla="*/ 449 h 684"/>
                <a:gd name="T84" fmla="*/ 74 w 686"/>
                <a:gd name="T85" fmla="*/ 386 h 684"/>
                <a:gd name="T86" fmla="*/ 45 w 686"/>
                <a:gd name="T87" fmla="*/ 297 h 684"/>
                <a:gd name="T88" fmla="*/ 116 w 686"/>
                <a:gd name="T89" fmla="*/ 268 h 684"/>
                <a:gd name="T90" fmla="*/ 121 w 686"/>
                <a:gd name="T91" fmla="*/ 184 h 684"/>
                <a:gd name="T92" fmla="*/ 100 w 686"/>
                <a:gd name="T93" fmla="*/ 142 h 684"/>
                <a:gd name="T94" fmla="*/ 184 w 686"/>
                <a:gd name="T95" fmla="*/ 121 h 684"/>
                <a:gd name="T96" fmla="*/ 236 w 686"/>
                <a:gd name="T97" fmla="*/ 130 h 684"/>
                <a:gd name="T98" fmla="*/ 298 w 686"/>
                <a:gd name="T99" fmla="*/ 74 h 684"/>
                <a:gd name="T100" fmla="*/ 388 w 686"/>
                <a:gd name="T101" fmla="*/ 45 h 684"/>
                <a:gd name="T102" fmla="*/ 449 w 686"/>
                <a:gd name="T103" fmla="*/ 130 h 684"/>
                <a:gd name="T104" fmla="*/ 522 w 686"/>
                <a:gd name="T105" fmla="*/ 100 h 684"/>
                <a:gd name="T106" fmla="*/ 542 w 686"/>
                <a:gd name="T107" fmla="*/ 100 h 684"/>
                <a:gd name="T108" fmla="*/ 584 w 686"/>
                <a:gd name="T109" fmla="*/ 163 h 684"/>
                <a:gd name="T110" fmla="*/ 551 w 686"/>
                <a:gd name="T111" fmla="*/ 215 h 684"/>
                <a:gd name="T112" fmla="*/ 569 w 686"/>
                <a:gd name="T113" fmla="*/ 268 h 684"/>
                <a:gd name="T114" fmla="*/ 655 w 686"/>
                <a:gd name="T115" fmla="*/ 312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6" h="684">
                  <a:moveTo>
                    <a:pt x="640" y="268"/>
                  </a:moveTo>
                  <a:lnTo>
                    <a:pt x="640" y="268"/>
                  </a:lnTo>
                  <a:cubicBezTo>
                    <a:pt x="611" y="268"/>
                    <a:pt x="611" y="268"/>
                    <a:pt x="611" y="268"/>
                  </a:cubicBezTo>
                  <a:cubicBezTo>
                    <a:pt x="608" y="268"/>
                    <a:pt x="604" y="266"/>
                    <a:pt x="602" y="265"/>
                  </a:cubicBezTo>
                  <a:cubicBezTo>
                    <a:pt x="600" y="264"/>
                    <a:pt x="598" y="261"/>
                    <a:pt x="597" y="258"/>
                  </a:cubicBezTo>
                  <a:lnTo>
                    <a:pt x="597" y="258"/>
                  </a:lnTo>
                  <a:cubicBezTo>
                    <a:pt x="593" y="245"/>
                    <a:pt x="587" y="233"/>
                    <a:pt x="582" y="222"/>
                  </a:cubicBezTo>
                  <a:lnTo>
                    <a:pt x="582" y="222"/>
                  </a:lnTo>
                  <a:cubicBezTo>
                    <a:pt x="580" y="219"/>
                    <a:pt x="580" y="218"/>
                    <a:pt x="580" y="215"/>
                  </a:cubicBezTo>
                  <a:cubicBezTo>
                    <a:pt x="580" y="212"/>
                    <a:pt x="582" y="208"/>
                    <a:pt x="584" y="205"/>
                  </a:cubicBezTo>
                  <a:lnTo>
                    <a:pt x="584" y="205"/>
                  </a:lnTo>
                  <a:cubicBezTo>
                    <a:pt x="605" y="184"/>
                    <a:pt x="605" y="184"/>
                    <a:pt x="605" y="184"/>
                  </a:cubicBezTo>
                  <a:lnTo>
                    <a:pt x="605" y="184"/>
                  </a:lnTo>
                  <a:cubicBezTo>
                    <a:pt x="614" y="176"/>
                    <a:pt x="619" y="165"/>
                    <a:pt x="618" y="152"/>
                  </a:cubicBezTo>
                  <a:cubicBezTo>
                    <a:pt x="619" y="141"/>
                    <a:pt x="614" y="130"/>
                    <a:pt x="605" y="121"/>
                  </a:cubicBezTo>
                  <a:cubicBezTo>
                    <a:pt x="563" y="80"/>
                    <a:pt x="563" y="80"/>
                    <a:pt x="563" y="80"/>
                  </a:cubicBezTo>
                  <a:cubicBezTo>
                    <a:pt x="555" y="70"/>
                    <a:pt x="542" y="66"/>
                    <a:pt x="531" y="66"/>
                  </a:cubicBezTo>
                  <a:cubicBezTo>
                    <a:pt x="520" y="66"/>
                    <a:pt x="509" y="70"/>
                    <a:pt x="501" y="80"/>
                  </a:cubicBezTo>
                  <a:lnTo>
                    <a:pt x="501" y="80"/>
                  </a:lnTo>
                  <a:cubicBezTo>
                    <a:pt x="480" y="99"/>
                    <a:pt x="480" y="99"/>
                    <a:pt x="480" y="99"/>
                  </a:cubicBezTo>
                  <a:cubicBezTo>
                    <a:pt x="477" y="103"/>
                    <a:pt x="473" y="105"/>
                    <a:pt x="469" y="105"/>
                  </a:cubicBezTo>
                  <a:cubicBezTo>
                    <a:pt x="467" y="105"/>
                    <a:pt x="464" y="103"/>
                    <a:pt x="463" y="103"/>
                  </a:cubicBezTo>
                  <a:lnTo>
                    <a:pt x="463" y="103"/>
                  </a:lnTo>
                  <a:cubicBezTo>
                    <a:pt x="452" y="96"/>
                    <a:pt x="439" y="92"/>
                    <a:pt x="427" y="88"/>
                  </a:cubicBezTo>
                  <a:cubicBezTo>
                    <a:pt x="424" y="86"/>
                    <a:pt x="421" y="85"/>
                    <a:pt x="420" y="82"/>
                  </a:cubicBezTo>
                  <a:cubicBezTo>
                    <a:pt x="418" y="80"/>
                    <a:pt x="417" y="77"/>
                    <a:pt x="417" y="74"/>
                  </a:cubicBezTo>
                  <a:cubicBezTo>
                    <a:pt x="417" y="45"/>
                    <a:pt x="417" y="45"/>
                    <a:pt x="417" y="45"/>
                  </a:cubicBezTo>
                  <a:cubicBezTo>
                    <a:pt x="417" y="20"/>
                    <a:pt x="397" y="0"/>
                    <a:pt x="372" y="0"/>
                  </a:cubicBezTo>
                  <a:cubicBezTo>
                    <a:pt x="312" y="0"/>
                    <a:pt x="312" y="0"/>
                    <a:pt x="312" y="0"/>
                  </a:cubicBezTo>
                  <a:cubicBezTo>
                    <a:pt x="289" y="0"/>
                    <a:pt x="268" y="20"/>
                    <a:pt x="268" y="45"/>
                  </a:cubicBezTo>
                  <a:cubicBezTo>
                    <a:pt x="268" y="74"/>
                    <a:pt x="268" y="74"/>
                    <a:pt x="268" y="74"/>
                  </a:cubicBezTo>
                  <a:cubicBezTo>
                    <a:pt x="268" y="77"/>
                    <a:pt x="268" y="80"/>
                    <a:pt x="265" y="82"/>
                  </a:cubicBezTo>
                  <a:cubicBezTo>
                    <a:pt x="264" y="85"/>
                    <a:pt x="262" y="86"/>
                    <a:pt x="259" y="88"/>
                  </a:cubicBezTo>
                  <a:lnTo>
                    <a:pt x="259" y="88"/>
                  </a:lnTo>
                  <a:cubicBezTo>
                    <a:pt x="247" y="92"/>
                    <a:pt x="234" y="96"/>
                    <a:pt x="222" y="103"/>
                  </a:cubicBezTo>
                  <a:lnTo>
                    <a:pt x="222" y="103"/>
                  </a:lnTo>
                  <a:cubicBezTo>
                    <a:pt x="220" y="103"/>
                    <a:pt x="219" y="105"/>
                    <a:pt x="216" y="105"/>
                  </a:cubicBezTo>
                  <a:cubicBezTo>
                    <a:pt x="212" y="105"/>
                    <a:pt x="209" y="103"/>
                    <a:pt x="205" y="99"/>
                  </a:cubicBezTo>
                  <a:cubicBezTo>
                    <a:pt x="185" y="80"/>
                    <a:pt x="185" y="80"/>
                    <a:pt x="185" y="80"/>
                  </a:cubicBezTo>
                  <a:cubicBezTo>
                    <a:pt x="176" y="70"/>
                    <a:pt x="165" y="66"/>
                    <a:pt x="153" y="66"/>
                  </a:cubicBezTo>
                  <a:cubicBezTo>
                    <a:pt x="142" y="66"/>
                    <a:pt x="131" y="70"/>
                    <a:pt x="121" y="80"/>
                  </a:cubicBezTo>
                  <a:cubicBezTo>
                    <a:pt x="79" y="121"/>
                    <a:pt x="79" y="121"/>
                    <a:pt x="79" y="121"/>
                  </a:cubicBezTo>
                  <a:cubicBezTo>
                    <a:pt x="71" y="130"/>
                    <a:pt x="67" y="141"/>
                    <a:pt x="67" y="152"/>
                  </a:cubicBezTo>
                  <a:cubicBezTo>
                    <a:pt x="67" y="163"/>
                    <a:pt x="71" y="176"/>
                    <a:pt x="79" y="184"/>
                  </a:cubicBezTo>
                  <a:cubicBezTo>
                    <a:pt x="100" y="205"/>
                    <a:pt x="100" y="205"/>
                    <a:pt x="100" y="205"/>
                  </a:cubicBezTo>
                  <a:cubicBezTo>
                    <a:pt x="103" y="208"/>
                    <a:pt x="105" y="212"/>
                    <a:pt x="105" y="215"/>
                  </a:cubicBezTo>
                  <a:cubicBezTo>
                    <a:pt x="105" y="218"/>
                    <a:pt x="105" y="219"/>
                    <a:pt x="103" y="222"/>
                  </a:cubicBezTo>
                  <a:lnTo>
                    <a:pt x="103" y="222"/>
                  </a:lnTo>
                  <a:cubicBezTo>
                    <a:pt x="98" y="233"/>
                    <a:pt x="92" y="245"/>
                    <a:pt x="88" y="258"/>
                  </a:cubicBezTo>
                  <a:lnTo>
                    <a:pt x="88" y="258"/>
                  </a:lnTo>
                  <a:cubicBezTo>
                    <a:pt x="88" y="261"/>
                    <a:pt x="85" y="264"/>
                    <a:pt x="84" y="265"/>
                  </a:cubicBezTo>
                  <a:cubicBezTo>
                    <a:pt x="81" y="266"/>
                    <a:pt x="78" y="268"/>
                    <a:pt x="74" y="268"/>
                  </a:cubicBezTo>
                  <a:cubicBezTo>
                    <a:pt x="45" y="268"/>
                    <a:pt x="45" y="268"/>
                    <a:pt x="45" y="268"/>
                  </a:cubicBezTo>
                  <a:cubicBezTo>
                    <a:pt x="21" y="268"/>
                    <a:pt x="0" y="287"/>
                    <a:pt x="0" y="312"/>
                  </a:cubicBezTo>
                  <a:cubicBezTo>
                    <a:pt x="0" y="371"/>
                    <a:pt x="0" y="371"/>
                    <a:pt x="0" y="371"/>
                  </a:cubicBezTo>
                  <a:cubicBezTo>
                    <a:pt x="0" y="396"/>
                    <a:pt x="21" y="416"/>
                    <a:pt x="45" y="416"/>
                  </a:cubicBezTo>
                  <a:cubicBezTo>
                    <a:pt x="74" y="416"/>
                    <a:pt x="74" y="416"/>
                    <a:pt x="74" y="416"/>
                  </a:cubicBezTo>
                  <a:cubicBezTo>
                    <a:pt x="78" y="416"/>
                    <a:pt x="81" y="417"/>
                    <a:pt x="84" y="418"/>
                  </a:cubicBezTo>
                  <a:cubicBezTo>
                    <a:pt x="85" y="420"/>
                    <a:pt x="88" y="423"/>
                    <a:pt x="88" y="425"/>
                  </a:cubicBezTo>
                  <a:lnTo>
                    <a:pt x="88" y="425"/>
                  </a:lnTo>
                  <a:cubicBezTo>
                    <a:pt x="92" y="438"/>
                    <a:pt x="98" y="450"/>
                    <a:pt x="103" y="462"/>
                  </a:cubicBezTo>
                  <a:lnTo>
                    <a:pt x="103" y="462"/>
                  </a:lnTo>
                  <a:cubicBezTo>
                    <a:pt x="105" y="464"/>
                    <a:pt x="105" y="466"/>
                    <a:pt x="105" y="469"/>
                  </a:cubicBezTo>
                  <a:cubicBezTo>
                    <a:pt x="105" y="471"/>
                    <a:pt x="103" y="476"/>
                    <a:pt x="100" y="478"/>
                  </a:cubicBezTo>
                  <a:cubicBezTo>
                    <a:pt x="79" y="499"/>
                    <a:pt x="79" y="499"/>
                    <a:pt x="79" y="499"/>
                  </a:cubicBezTo>
                  <a:cubicBezTo>
                    <a:pt x="71" y="508"/>
                    <a:pt x="67" y="520"/>
                    <a:pt x="67" y="531"/>
                  </a:cubicBezTo>
                  <a:cubicBezTo>
                    <a:pt x="67" y="543"/>
                    <a:pt x="71" y="554"/>
                    <a:pt x="79" y="562"/>
                  </a:cubicBezTo>
                  <a:cubicBezTo>
                    <a:pt x="121" y="605"/>
                    <a:pt x="121" y="605"/>
                    <a:pt x="121" y="605"/>
                  </a:cubicBezTo>
                  <a:cubicBezTo>
                    <a:pt x="131" y="614"/>
                    <a:pt x="142" y="618"/>
                    <a:pt x="153" y="618"/>
                  </a:cubicBezTo>
                  <a:cubicBezTo>
                    <a:pt x="165" y="618"/>
                    <a:pt x="176" y="614"/>
                    <a:pt x="185" y="605"/>
                  </a:cubicBezTo>
                  <a:lnTo>
                    <a:pt x="185" y="605"/>
                  </a:lnTo>
                  <a:cubicBezTo>
                    <a:pt x="205" y="584"/>
                    <a:pt x="205" y="584"/>
                    <a:pt x="205" y="584"/>
                  </a:cubicBezTo>
                  <a:cubicBezTo>
                    <a:pt x="209" y="582"/>
                    <a:pt x="212" y="579"/>
                    <a:pt x="216" y="579"/>
                  </a:cubicBezTo>
                  <a:cubicBezTo>
                    <a:pt x="219" y="579"/>
                    <a:pt x="220" y="580"/>
                    <a:pt x="222" y="580"/>
                  </a:cubicBezTo>
                  <a:lnTo>
                    <a:pt x="222" y="580"/>
                  </a:lnTo>
                  <a:cubicBezTo>
                    <a:pt x="234" y="587"/>
                    <a:pt x="247" y="591"/>
                    <a:pt x="259" y="595"/>
                  </a:cubicBezTo>
                  <a:lnTo>
                    <a:pt x="259" y="595"/>
                  </a:lnTo>
                  <a:cubicBezTo>
                    <a:pt x="262" y="597"/>
                    <a:pt x="264" y="598"/>
                    <a:pt x="265" y="601"/>
                  </a:cubicBezTo>
                  <a:cubicBezTo>
                    <a:pt x="268" y="604"/>
                    <a:pt x="268" y="607"/>
                    <a:pt x="268" y="609"/>
                  </a:cubicBezTo>
                  <a:cubicBezTo>
                    <a:pt x="268" y="639"/>
                    <a:pt x="268" y="639"/>
                    <a:pt x="268" y="639"/>
                  </a:cubicBezTo>
                  <a:cubicBezTo>
                    <a:pt x="268" y="664"/>
                    <a:pt x="289" y="683"/>
                    <a:pt x="312" y="683"/>
                  </a:cubicBezTo>
                  <a:cubicBezTo>
                    <a:pt x="372" y="683"/>
                    <a:pt x="372" y="683"/>
                    <a:pt x="372" y="683"/>
                  </a:cubicBezTo>
                  <a:cubicBezTo>
                    <a:pt x="397" y="683"/>
                    <a:pt x="417" y="664"/>
                    <a:pt x="417" y="639"/>
                  </a:cubicBezTo>
                  <a:cubicBezTo>
                    <a:pt x="417" y="609"/>
                    <a:pt x="417" y="609"/>
                    <a:pt x="417" y="609"/>
                  </a:cubicBezTo>
                  <a:cubicBezTo>
                    <a:pt x="417" y="607"/>
                    <a:pt x="418" y="604"/>
                    <a:pt x="420" y="601"/>
                  </a:cubicBezTo>
                  <a:cubicBezTo>
                    <a:pt x="421" y="598"/>
                    <a:pt x="424" y="597"/>
                    <a:pt x="427" y="595"/>
                  </a:cubicBezTo>
                  <a:lnTo>
                    <a:pt x="427" y="595"/>
                  </a:lnTo>
                  <a:cubicBezTo>
                    <a:pt x="439" y="591"/>
                    <a:pt x="452" y="587"/>
                    <a:pt x="463" y="580"/>
                  </a:cubicBezTo>
                  <a:lnTo>
                    <a:pt x="463" y="580"/>
                  </a:lnTo>
                  <a:cubicBezTo>
                    <a:pt x="464" y="580"/>
                    <a:pt x="467" y="579"/>
                    <a:pt x="469" y="579"/>
                  </a:cubicBezTo>
                  <a:cubicBezTo>
                    <a:pt x="473" y="579"/>
                    <a:pt x="477" y="582"/>
                    <a:pt x="480" y="584"/>
                  </a:cubicBezTo>
                  <a:lnTo>
                    <a:pt x="480" y="584"/>
                  </a:lnTo>
                  <a:cubicBezTo>
                    <a:pt x="501" y="605"/>
                    <a:pt x="501" y="605"/>
                    <a:pt x="501" y="605"/>
                  </a:cubicBezTo>
                  <a:lnTo>
                    <a:pt x="501" y="605"/>
                  </a:lnTo>
                  <a:cubicBezTo>
                    <a:pt x="509" y="614"/>
                    <a:pt x="520" y="618"/>
                    <a:pt x="531" y="618"/>
                  </a:cubicBezTo>
                  <a:cubicBezTo>
                    <a:pt x="542" y="618"/>
                    <a:pt x="555" y="614"/>
                    <a:pt x="563" y="605"/>
                  </a:cubicBezTo>
                  <a:cubicBezTo>
                    <a:pt x="605" y="562"/>
                    <a:pt x="605" y="562"/>
                    <a:pt x="605" y="562"/>
                  </a:cubicBezTo>
                  <a:cubicBezTo>
                    <a:pt x="614" y="554"/>
                    <a:pt x="619" y="543"/>
                    <a:pt x="618" y="531"/>
                  </a:cubicBezTo>
                  <a:cubicBezTo>
                    <a:pt x="619" y="520"/>
                    <a:pt x="614" y="508"/>
                    <a:pt x="605" y="499"/>
                  </a:cubicBezTo>
                  <a:lnTo>
                    <a:pt x="605" y="499"/>
                  </a:lnTo>
                  <a:cubicBezTo>
                    <a:pt x="584" y="478"/>
                    <a:pt x="584" y="478"/>
                    <a:pt x="584" y="478"/>
                  </a:cubicBezTo>
                  <a:lnTo>
                    <a:pt x="584" y="478"/>
                  </a:lnTo>
                  <a:cubicBezTo>
                    <a:pt x="582" y="476"/>
                    <a:pt x="580" y="471"/>
                    <a:pt x="580" y="469"/>
                  </a:cubicBezTo>
                  <a:cubicBezTo>
                    <a:pt x="580" y="466"/>
                    <a:pt x="580" y="464"/>
                    <a:pt x="582" y="463"/>
                  </a:cubicBezTo>
                  <a:cubicBezTo>
                    <a:pt x="582" y="462"/>
                    <a:pt x="582" y="462"/>
                    <a:pt x="582" y="462"/>
                  </a:cubicBezTo>
                  <a:cubicBezTo>
                    <a:pt x="587" y="450"/>
                    <a:pt x="593" y="438"/>
                    <a:pt x="597" y="425"/>
                  </a:cubicBezTo>
                  <a:lnTo>
                    <a:pt x="597" y="425"/>
                  </a:lnTo>
                  <a:cubicBezTo>
                    <a:pt x="598" y="423"/>
                    <a:pt x="600" y="420"/>
                    <a:pt x="602" y="418"/>
                  </a:cubicBezTo>
                  <a:cubicBezTo>
                    <a:pt x="604" y="417"/>
                    <a:pt x="608" y="416"/>
                    <a:pt x="611" y="416"/>
                  </a:cubicBezTo>
                  <a:cubicBezTo>
                    <a:pt x="640" y="416"/>
                    <a:pt x="640" y="416"/>
                    <a:pt x="640" y="416"/>
                  </a:cubicBezTo>
                  <a:cubicBezTo>
                    <a:pt x="665" y="416"/>
                    <a:pt x="685" y="396"/>
                    <a:pt x="685" y="371"/>
                  </a:cubicBezTo>
                  <a:cubicBezTo>
                    <a:pt x="685" y="312"/>
                    <a:pt x="685" y="312"/>
                    <a:pt x="685" y="312"/>
                  </a:cubicBezTo>
                  <a:cubicBezTo>
                    <a:pt x="685" y="287"/>
                    <a:pt x="665" y="268"/>
                    <a:pt x="640" y="268"/>
                  </a:cubicBezTo>
                  <a:close/>
                  <a:moveTo>
                    <a:pt x="655" y="371"/>
                  </a:moveTo>
                  <a:lnTo>
                    <a:pt x="655" y="371"/>
                  </a:lnTo>
                  <a:cubicBezTo>
                    <a:pt x="655" y="379"/>
                    <a:pt x="648" y="386"/>
                    <a:pt x="640" y="386"/>
                  </a:cubicBezTo>
                  <a:cubicBezTo>
                    <a:pt x="611" y="386"/>
                    <a:pt x="611" y="386"/>
                    <a:pt x="611" y="386"/>
                  </a:cubicBezTo>
                  <a:cubicBezTo>
                    <a:pt x="601" y="386"/>
                    <a:pt x="593" y="389"/>
                    <a:pt x="586" y="395"/>
                  </a:cubicBezTo>
                  <a:cubicBezTo>
                    <a:pt x="577" y="399"/>
                    <a:pt x="572" y="407"/>
                    <a:pt x="569" y="416"/>
                  </a:cubicBezTo>
                  <a:lnTo>
                    <a:pt x="569" y="416"/>
                  </a:lnTo>
                  <a:cubicBezTo>
                    <a:pt x="565" y="427"/>
                    <a:pt x="561" y="438"/>
                    <a:pt x="555" y="449"/>
                  </a:cubicBezTo>
                  <a:lnTo>
                    <a:pt x="555" y="449"/>
                  </a:lnTo>
                  <a:cubicBezTo>
                    <a:pt x="552" y="455"/>
                    <a:pt x="551" y="462"/>
                    <a:pt x="551" y="469"/>
                  </a:cubicBezTo>
                  <a:cubicBezTo>
                    <a:pt x="551" y="480"/>
                    <a:pt x="555" y="491"/>
                    <a:pt x="563" y="499"/>
                  </a:cubicBezTo>
                  <a:lnTo>
                    <a:pt x="563" y="499"/>
                  </a:lnTo>
                  <a:cubicBezTo>
                    <a:pt x="584" y="520"/>
                    <a:pt x="584" y="520"/>
                    <a:pt x="584" y="520"/>
                  </a:cubicBezTo>
                  <a:lnTo>
                    <a:pt x="584" y="520"/>
                  </a:lnTo>
                  <a:cubicBezTo>
                    <a:pt x="587" y="523"/>
                    <a:pt x="589" y="527"/>
                    <a:pt x="589" y="531"/>
                  </a:cubicBezTo>
                  <a:cubicBezTo>
                    <a:pt x="589" y="534"/>
                    <a:pt x="587" y="538"/>
                    <a:pt x="584" y="541"/>
                  </a:cubicBezTo>
                  <a:lnTo>
                    <a:pt x="584" y="541"/>
                  </a:lnTo>
                  <a:cubicBezTo>
                    <a:pt x="542" y="583"/>
                    <a:pt x="542" y="583"/>
                    <a:pt x="542" y="583"/>
                  </a:cubicBezTo>
                  <a:lnTo>
                    <a:pt x="542" y="583"/>
                  </a:lnTo>
                  <a:cubicBezTo>
                    <a:pt x="540" y="587"/>
                    <a:pt x="536" y="589"/>
                    <a:pt x="531" y="589"/>
                  </a:cubicBezTo>
                  <a:cubicBezTo>
                    <a:pt x="529" y="589"/>
                    <a:pt x="524" y="587"/>
                    <a:pt x="522" y="583"/>
                  </a:cubicBezTo>
                  <a:lnTo>
                    <a:pt x="522" y="583"/>
                  </a:lnTo>
                  <a:cubicBezTo>
                    <a:pt x="501" y="563"/>
                    <a:pt x="501" y="563"/>
                    <a:pt x="501" y="563"/>
                  </a:cubicBezTo>
                  <a:lnTo>
                    <a:pt x="501" y="563"/>
                  </a:lnTo>
                  <a:cubicBezTo>
                    <a:pt x="492" y="554"/>
                    <a:pt x="481" y="549"/>
                    <a:pt x="469" y="549"/>
                  </a:cubicBezTo>
                  <a:cubicBezTo>
                    <a:pt x="463" y="549"/>
                    <a:pt x="456" y="551"/>
                    <a:pt x="449" y="554"/>
                  </a:cubicBezTo>
                  <a:cubicBezTo>
                    <a:pt x="439" y="559"/>
                    <a:pt x="428" y="563"/>
                    <a:pt x="417" y="568"/>
                  </a:cubicBezTo>
                  <a:lnTo>
                    <a:pt x="417" y="568"/>
                  </a:lnTo>
                  <a:cubicBezTo>
                    <a:pt x="407" y="570"/>
                    <a:pt x="400" y="577"/>
                    <a:pt x="395" y="584"/>
                  </a:cubicBezTo>
                  <a:cubicBezTo>
                    <a:pt x="390" y="591"/>
                    <a:pt x="388" y="601"/>
                    <a:pt x="388" y="609"/>
                  </a:cubicBezTo>
                  <a:cubicBezTo>
                    <a:pt x="388" y="639"/>
                    <a:pt x="388" y="639"/>
                    <a:pt x="388" y="639"/>
                  </a:cubicBezTo>
                  <a:cubicBezTo>
                    <a:pt x="388" y="647"/>
                    <a:pt x="381" y="654"/>
                    <a:pt x="372" y="654"/>
                  </a:cubicBezTo>
                  <a:cubicBezTo>
                    <a:pt x="312" y="654"/>
                    <a:pt x="312" y="654"/>
                    <a:pt x="312" y="654"/>
                  </a:cubicBezTo>
                  <a:cubicBezTo>
                    <a:pt x="304" y="654"/>
                    <a:pt x="298" y="647"/>
                    <a:pt x="298" y="639"/>
                  </a:cubicBezTo>
                  <a:cubicBezTo>
                    <a:pt x="298" y="609"/>
                    <a:pt x="298" y="609"/>
                    <a:pt x="298" y="609"/>
                  </a:cubicBezTo>
                  <a:cubicBezTo>
                    <a:pt x="298" y="601"/>
                    <a:pt x="296" y="591"/>
                    <a:pt x="290" y="584"/>
                  </a:cubicBezTo>
                  <a:cubicBezTo>
                    <a:pt x="284" y="577"/>
                    <a:pt x="278" y="570"/>
                    <a:pt x="268" y="568"/>
                  </a:cubicBezTo>
                  <a:lnTo>
                    <a:pt x="268" y="568"/>
                  </a:lnTo>
                  <a:cubicBezTo>
                    <a:pt x="257" y="563"/>
                    <a:pt x="245" y="559"/>
                    <a:pt x="236" y="554"/>
                  </a:cubicBezTo>
                  <a:lnTo>
                    <a:pt x="236" y="554"/>
                  </a:lnTo>
                  <a:cubicBezTo>
                    <a:pt x="229" y="551"/>
                    <a:pt x="223" y="549"/>
                    <a:pt x="216" y="549"/>
                  </a:cubicBezTo>
                  <a:cubicBezTo>
                    <a:pt x="205" y="549"/>
                    <a:pt x="192" y="554"/>
                    <a:pt x="184" y="563"/>
                  </a:cubicBezTo>
                  <a:lnTo>
                    <a:pt x="184" y="563"/>
                  </a:lnTo>
                  <a:cubicBezTo>
                    <a:pt x="163" y="583"/>
                    <a:pt x="163" y="583"/>
                    <a:pt x="163" y="583"/>
                  </a:cubicBezTo>
                  <a:cubicBezTo>
                    <a:pt x="160" y="587"/>
                    <a:pt x="158" y="589"/>
                    <a:pt x="153" y="589"/>
                  </a:cubicBezTo>
                  <a:cubicBezTo>
                    <a:pt x="149" y="589"/>
                    <a:pt x="145" y="587"/>
                    <a:pt x="142" y="583"/>
                  </a:cubicBezTo>
                  <a:lnTo>
                    <a:pt x="142" y="583"/>
                  </a:lnTo>
                  <a:cubicBezTo>
                    <a:pt x="100" y="541"/>
                    <a:pt x="100" y="541"/>
                    <a:pt x="100" y="541"/>
                  </a:cubicBezTo>
                  <a:lnTo>
                    <a:pt x="100" y="541"/>
                  </a:lnTo>
                  <a:cubicBezTo>
                    <a:pt x="98" y="538"/>
                    <a:pt x="96" y="534"/>
                    <a:pt x="96" y="531"/>
                  </a:cubicBezTo>
                  <a:cubicBezTo>
                    <a:pt x="96" y="527"/>
                    <a:pt x="98" y="523"/>
                    <a:pt x="100" y="520"/>
                  </a:cubicBezTo>
                  <a:cubicBezTo>
                    <a:pt x="121" y="499"/>
                    <a:pt x="121" y="499"/>
                    <a:pt x="121" y="499"/>
                  </a:cubicBezTo>
                  <a:cubicBezTo>
                    <a:pt x="130" y="491"/>
                    <a:pt x="135" y="480"/>
                    <a:pt x="135" y="469"/>
                  </a:cubicBezTo>
                  <a:cubicBezTo>
                    <a:pt x="135" y="462"/>
                    <a:pt x="134" y="455"/>
                    <a:pt x="130" y="449"/>
                  </a:cubicBezTo>
                  <a:lnTo>
                    <a:pt x="130" y="449"/>
                  </a:lnTo>
                  <a:cubicBezTo>
                    <a:pt x="124" y="438"/>
                    <a:pt x="120" y="427"/>
                    <a:pt x="116" y="416"/>
                  </a:cubicBezTo>
                  <a:lnTo>
                    <a:pt x="116" y="416"/>
                  </a:lnTo>
                  <a:cubicBezTo>
                    <a:pt x="113" y="407"/>
                    <a:pt x="107" y="399"/>
                    <a:pt x="100" y="395"/>
                  </a:cubicBezTo>
                  <a:cubicBezTo>
                    <a:pt x="92" y="389"/>
                    <a:pt x="84" y="386"/>
                    <a:pt x="74" y="386"/>
                  </a:cubicBezTo>
                  <a:cubicBezTo>
                    <a:pt x="45" y="386"/>
                    <a:pt x="45" y="386"/>
                    <a:pt x="45" y="386"/>
                  </a:cubicBezTo>
                  <a:cubicBezTo>
                    <a:pt x="36" y="386"/>
                    <a:pt x="31" y="379"/>
                    <a:pt x="31" y="371"/>
                  </a:cubicBezTo>
                  <a:cubicBezTo>
                    <a:pt x="31" y="312"/>
                    <a:pt x="31" y="312"/>
                    <a:pt x="31" y="312"/>
                  </a:cubicBezTo>
                  <a:cubicBezTo>
                    <a:pt x="31" y="304"/>
                    <a:pt x="36" y="297"/>
                    <a:pt x="45" y="297"/>
                  </a:cubicBezTo>
                  <a:cubicBezTo>
                    <a:pt x="74" y="297"/>
                    <a:pt x="74" y="297"/>
                    <a:pt x="74" y="297"/>
                  </a:cubicBezTo>
                  <a:cubicBezTo>
                    <a:pt x="84" y="297"/>
                    <a:pt x="92" y="294"/>
                    <a:pt x="100" y="289"/>
                  </a:cubicBezTo>
                  <a:cubicBezTo>
                    <a:pt x="107" y="284"/>
                    <a:pt x="113" y="276"/>
                    <a:pt x="116" y="268"/>
                  </a:cubicBezTo>
                  <a:lnTo>
                    <a:pt x="116" y="268"/>
                  </a:lnTo>
                  <a:cubicBezTo>
                    <a:pt x="120" y="257"/>
                    <a:pt x="124" y="245"/>
                    <a:pt x="130" y="234"/>
                  </a:cubicBezTo>
                  <a:lnTo>
                    <a:pt x="130" y="234"/>
                  </a:lnTo>
                  <a:cubicBezTo>
                    <a:pt x="134" y="229"/>
                    <a:pt x="135" y="222"/>
                    <a:pt x="135" y="215"/>
                  </a:cubicBezTo>
                  <a:cubicBezTo>
                    <a:pt x="135" y="204"/>
                    <a:pt x="130" y="192"/>
                    <a:pt x="121" y="184"/>
                  </a:cubicBezTo>
                  <a:lnTo>
                    <a:pt x="121" y="184"/>
                  </a:lnTo>
                  <a:cubicBezTo>
                    <a:pt x="100" y="163"/>
                    <a:pt x="100" y="163"/>
                    <a:pt x="100" y="163"/>
                  </a:cubicBezTo>
                  <a:cubicBezTo>
                    <a:pt x="98" y="160"/>
                    <a:pt x="96" y="156"/>
                    <a:pt x="96" y="152"/>
                  </a:cubicBezTo>
                  <a:cubicBezTo>
                    <a:pt x="96" y="149"/>
                    <a:pt x="98" y="145"/>
                    <a:pt x="100" y="142"/>
                  </a:cubicBezTo>
                  <a:cubicBezTo>
                    <a:pt x="142" y="100"/>
                    <a:pt x="142" y="100"/>
                    <a:pt x="142" y="100"/>
                  </a:cubicBezTo>
                  <a:cubicBezTo>
                    <a:pt x="145" y="96"/>
                    <a:pt x="149" y="95"/>
                    <a:pt x="153" y="95"/>
                  </a:cubicBezTo>
                  <a:cubicBezTo>
                    <a:pt x="158" y="95"/>
                    <a:pt x="160" y="96"/>
                    <a:pt x="163" y="100"/>
                  </a:cubicBezTo>
                  <a:cubicBezTo>
                    <a:pt x="184" y="121"/>
                    <a:pt x="184" y="121"/>
                    <a:pt x="184" y="121"/>
                  </a:cubicBezTo>
                  <a:lnTo>
                    <a:pt x="184" y="121"/>
                  </a:lnTo>
                  <a:cubicBezTo>
                    <a:pt x="192" y="130"/>
                    <a:pt x="205" y="134"/>
                    <a:pt x="216" y="134"/>
                  </a:cubicBezTo>
                  <a:cubicBezTo>
                    <a:pt x="223" y="134"/>
                    <a:pt x="229" y="132"/>
                    <a:pt x="236" y="130"/>
                  </a:cubicBezTo>
                  <a:lnTo>
                    <a:pt x="236" y="130"/>
                  </a:lnTo>
                  <a:cubicBezTo>
                    <a:pt x="245" y="124"/>
                    <a:pt x="257" y="120"/>
                    <a:pt x="268" y="116"/>
                  </a:cubicBezTo>
                  <a:lnTo>
                    <a:pt x="268" y="116"/>
                  </a:lnTo>
                  <a:cubicBezTo>
                    <a:pt x="278" y="113"/>
                    <a:pt x="284" y="106"/>
                    <a:pt x="290" y="99"/>
                  </a:cubicBezTo>
                  <a:cubicBezTo>
                    <a:pt x="296" y="92"/>
                    <a:pt x="298" y="82"/>
                    <a:pt x="298" y="74"/>
                  </a:cubicBezTo>
                  <a:cubicBezTo>
                    <a:pt x="298" y="45"/>
                    <a:pt x="298" y="45"/>
                    <a:pt x="298" y="45"/>
                  </a:cubicBezTo>
                  <a:cubicBezTo>
                    <a:pt x="298" y="36"/>
                    <a:pt x="304" y="29"/>
                    <a:pt x="312" y="29"/>
                  </a:cubicBezTo>
                  <a:cubicBezTo>
                    <a:pt x="372" y="29"/>
                    <a:pt x="372" y="29"/>
                    <a:pt x="372" y="29"/>
                  </a:cubicBezTo>
                  <a:cubicBezTo>
                    <a:pt x="381" y="29"/>
                    <a:pt x="388" y="36"/>
                    <a:pt x="388" y="45"/>
                  </a:cubicBezTo>
                  <a:cubicBezTo>
                    <a:pt x="388" y="74"/>
                    <a:pt x="388" y="74"/>
                    <a:pt x="388" y="74"/>
                  </a:cubicBezTo>
                  <a:cubicBezTo>
                    <a:pt x="388" y="82"/>
                    <a:pt x="390" y="92"/>
                    <a:pt x="395" y="99"/>
                  </a:cubicBezTo>
                  <a:cubicBezTo>
                    <a:pt x="400" y="106"/>
                    <a:pt x="407" y="113"/>
                    <a:pt x="417" y="116"/>
                  </a:cubicBezTo>
                  <a:cubicBezTo>
                    <a:pt x="428" y="120"/>
                    <a:pt x="439" y="124"/>
                    <a:pt x="449" y="130"/>
                  </a:cubicBezTo>
                  <a:lnTo>
                    <a:pt x="449" y="130"/>
                  </a:lnTo>
                  <a:cubicBezTo>
                    <a:pt x="456" y="132"/>
                    <a:pt x="463" y="134"/>
                    <a:pt x="469" y="134"/>
                  </a:cubicBezTo>
                  <a:cubicBezTo>
                    <a:pt x="481" y="134"/>
                    <a:pt x="492" y="130"/>
                    <a:pt x="501" y="121"/>
                  </a:cubicBezTo>
                  <a:cubicBezTo>
                    <a:pt x="522" y="100"/>
                    <a:pt x="522" y="100"/>
                    <a:pt x="522" y="100"/>
                  </a:cubicBezTo>
                  <a:lnTo>
                    <a:pt x="522" y="100"/>
                  </a:lnTo>
                  <a:cubicBezTo>
                    <a:pt x="524" y="96"/>
                    <a:pt x="529" y="95"/>
                    <a:pt x="531" y="95"/>
                  </a:cubicBezTo>
                  <a:cubicBezTo>
                    <a:pt x="536" y="95"/>
                    <a:pt x="540" y="96"/>
                    <a:pt x="542" y="100"/>
                  </a:cubicBezTo>
                  <a:lnTo>
                    <a:pt x="542" y="100"/>
                  </a:lnTo>
                  <a:cubicBezTo>
                    <a:pt x="584" y="142"/>
                    <a:pt x="584" y="142"/>
                    <a:pt x="584" y="142"/>
                  </a:cubicBezTo>
                  <a:lnTo>
                    <a:pt x="584" y="142"/>
                  </a:lnTo>
                  <a:cubicBezTo>
                    <a:pt x="587" y="145"/>
                    <a:pt x="589" y="149"/>
                    <a:pt x="589" y="152"/>
                  </a:cubicBezTo>
                  <a:cubicBezTo>
                    <a:pt x="589" y="156"/>
                    <a:pt x="587" y="160"/>
                    <a:pt x="584" y="163"/>
                  </a:cubicBezTo>
                  <a:lnTo>
                    <a:pt x="584" y="163"/>
                  </a:lnTo>
                  <a:cubicBezTo>
                    <a:pt x="563" y="184"/>
                    <a:pt x="563" y="184"/>
                    <a:pt x="563" y="184"/>
                  </a:cubicBezTo>
                  <a:lnTo>
                    <a:pt x="563" y="184"/>
                  </a:lnTo>
                  <a:cubicBezTo>
                    <a:pt x="555" y="192"/>
                    <a:pt x="551" y="204"/>
                    <a:pt x="551" y="215"/>
                  </a:cubicBezTo>
                  <a:cubicBezTo>
                    <a:pt x="551" y="222"/>
                    <a:pt x="552" y="229"/>
                    <a:pt x="555" y="234"/>
                  </a:cubicBezTo>
                  <a:lnTo>
                    <a:pt x="555" y="234"/>
                  </a:lnTo>
                  <a:cubicBezTo>
                    <a:pt x="561" y="245"/>
                    <a:pt x="565" y="257"/>
                    <a:pt x="569" y="268"/>
                  </a:cubicBezTo>
                  <a:lnTo>
                    <a:pt x="569" y="268"/>
                  </a:lnTo>
                  <a:cubicBezTo>
                    <a:pt x="572" y="276"/>
                    <a:pt x="577" y="284"/>
                    <a:pt x="586" y="289"/>
                  </a:cubicBezTo>
                  <a:cubicBezTo>
                    <a:pt x="593" y="294"/>
                    <a:pt x="601" y="297"/>
                    <a:pt x="611" y="297"/>
                  </a:cubicBezTo>
                  <a:cubicBezTo>
                    <a:pt x="640" y="297"/>
                    <a:pt x="640" y="297"/>
                    <a:pt x="640" y="297"/>
                  </a:cubicBezTo>
                  <a:cubicBezTo>
                    <a:pt x="648" y="297"/>
                    <a:pt x="655" y="304"/>
                    <a:pt x="655" y="312"/>
                  </a:cubicBezTo>
                  <a:lnTo>
                    <a:pt x="655" y="3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1" name="Freeform 384">
              <a:extLst>
                <a:ext uri="{FF2B5EF4-FFF2-40B4-BE49-F238E27FC236}">
                  <a16:creationId xmlns:a16="http://schemas.microsoft.com/office/drawing/2014/main" id="{4A6CC722-43EE-98D0-EA49-E76C4707D705}"/>
                </a:ext>
              </a:extLst>
            </p:cNvPr>
            <p:cNvSpPr>
              <a:spLocks noChangeArrowheads="1"/>
            </p:cNvSpPr>
            <p:nvPr/>
          </p:nvSpPr>
          <p:spPr bwMode="auto">
            <a:xfrm>
              <a:off x="249238" y="30956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2" name="Freeform 385">
              <a:extLst>
                <a:ext uri="{FF2B5EF4-FFF2-40B4-BE49-F238E27FC236}">
                  <a16:creationId xmlns:a16="http://schemas.microsoft.com/office/drawing/2014/main" id="{F4E88E22-0590-A3B9-76D0-BE0B78F596C2}"/>
                </a:ext>
              </a:extLst>
            </p:cNvPr>
            <p:cNvSpPr>
              <a:spLocks noChangeArrowheads="1"/>
            </p:cNvSpPr>
            <p:nvPr/>
          </p:nvSpPr>
          <p:spPr bwMode="auto">
            <a:xfrm>
              <a:off x="163513" y="2970213"/>
              <a:ext cx="96837" cy="96837"/>
            </a:xfrm>
            <a:custGeom>
              <a:avLst/>
              <a:gdLst>
                <a:gd name="T0" fmla="*/ 134 w 269"/>
                <a:gd name="T1" fmla="*/ 0 h 269"/>
                <a:gd name="T2" fmla="*/ 134 w 269"/>
                <a:gd name="T3" fmla="*/ 0 h 269"/>
                <a:gd name="T4" fmla="*/ 0 w 269"/>
                <a:gd name="T5" fmla="*/ 134 h 269"/>
                <a:gd name="T6" fmla="*/ 134 w 269"/>
                <a:gd name="T7" fmla="*/ 268 h 269"/>
                <a:gd name="T8" fmla="*/ 268 w 269"/>
                <a:gd name="T9" fmla="*/ 134 h 269"/>
                <a:gd name="T10" fmla="*/ 134 w 269"/>
                <a:gd name="T11" fmla="*/ 0 h 269"/>
                <a:gd name="T12" fmla="*/ 207 w 269"/>
                <a:gd name="T13" fmla="*/ 208 h 269"/>
                <a:gd name="T14" fmla="*/ 207 w 269"/>
                <a:gd name="T15" fmla="*/ 208 h 269"/>
                <a:gd name="T16" fmla="*/ 134 w 269"/>
                <a:gd name="T17" fmla="*/ 238 h 269"/>
                <a:gd name="T18" fmla="*/ 60 w 269"/>
                <a:gd name="T19" fmla="*/ 208 h 269"/>
                <a:gd name="T20" fmla="*/ 29 w 269"/>
                <a:gd name="T21" fmla="*/ 134 h 269"/>
                <a:gd name="T22" fmla="*/ 60 w 269"/>
                <a:gd name="T23" fmla="*/ 60 h 269"/>
                <a:gd name="T24" fmla="*/ 134 w 269"/>
                <a:gd name="T25" fmla="*/ 29 h 269"/>
                <a:gd name="T26" fmla="*/ 207 w 269"/>
                <a:gd name="T27" fmla="*/ 60 h 269"/>
                <a:gd name="T28" fmla="*/ 237 w 269"/>
                <a:gd name="T29" fmla="*/ 134 h 269"/>
                <a:gd name="T30" fmla="*/ 207 w 269"/>
                <a:gd name="T31" fmla="*/ 208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9">
                  <a:moveTo>
                    <a:pt x="134" y="0"/>
                  </a:moveTo>
                  <a:lnTo>
                    <a:pt x="134" y="0"/>
                  </a:lnTo>
                  <a:cubicBezTo>
                    <a:pt x="60" y="0"/>
                    <a:pt x="0" y="60"/>
                    <a:pt x="0" y="134"/>
                  </a:cubicBezTo>
                  <a:cubicBezTo>
                    <a:pt x="0" y="208"/>
                    <a:pt x="60" y="268"/>
                    <a:pt x="134" y="268"/>
                  </a:cubicBezTo>
                  <a:cubicBezTo>
                    <a:pt x="208" y="268"/>
                    <a:pt x="268" y="208"/>
                    <a:pt x="268" y="134"/>
                  </a:cubicBezTo>
                  <a:cubicBezTo>
                    <a:pt x="268" y="60"/>
                    <a:pt x="208" y="0"/>
                    <a:pt x="134" y="0"/>
                  </a:cubicBezTo>
                  <a:close/>
                  <a:moveTo>
                    <a:pt x="207" y="208"/>
                  </a:moveTo>
                  <a:lnTo>
                    <a:pt x="207" y="208"/>
                  </a:lnTo>
                  <a:cubicBezTo>
                    <a:pt x="188" y="226"/>
                    <a:pt x="162" y="238"/>
                    <a:pt x="134" y="238"/>
                  </a:cubicBezTo>
                  <a:cubicBezTo>
                    <a:pt x="105" y="238"/>
                    <a:pt x="78" y="226"/>
                    <a:pt x="60" y="208"/>
                  </a:cubicBezTo>
                  <a:cubicBezTo>
                    <a:pt x="41" y="188"/>
                    <a:pt x="29" y="163"/>
                    <a:pt x="29" y="134"/>
                  </a:cubicBezTo>
                  <a:cubicBezTo>
                    <a:pt x="29" y="104"/>
                    <a:pt x="41" y="79"/>
                    <a:pt x="60" y="60"/>
                  </a:cubicBezTo>
                  <a:cubicBezTo>
                    <a:pt x="78" y="42"/>
                    <a:pt x="105" y="29"/>
                    <a:pt x="134" y="29"/>
                  </a:cubicBezTo>
                  <a:cubicBezTo>
                    <a:pt x="162" y="29"/>
                    <a:pt x="188" y="42"/>
                    <a:pt x="207" y="60"/>
                  </a:cubicBezTo>
                  <a:cubicBezTo>
                    <a:pt x="226" y="79"/>
                    <a:pt x="237" y="104"/>
                    <a:pt x="237" y="134"/>
                  </a:cubicBezTo>
                  <a:cubicBezTo>
                    <a:pt x="237" y="163"/>
                    <a:pt x="226" y="188"/>
                    <a:pt x="207"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3" name="Group 476">
            <a:extLst>
              <a:ext uri="{FF2B5EF4-FFF2-40B4-BE49-F238E27FC236}">
                <a16:creationId xmlns:a16="http://schemas.microsoft.com/office/drawing/2014/main" id="{EA720DEA-8C78-5926-0D65-EFBE3E1A8BE8}"/>
              </a:ext>
            </a:extLst>
          </p:cNvPr>
          <p:cNvGrpSpPr/>
          <p:nvPr/>
        </p:nvGrpSpPr>
        <p:grpSpPr>
          <a:xfrm>
            <a:off x="1613569" y="2552601"/>
            <a:ext cx="257175" cy="257175"/>
            <a:chOff x="585788" y="2892425"/>
            <a:chExt cx="257175" cy="257175"/>
          </a:xfrm>
          <a:solidFill>
            <a:schemeClr val="tx2"/>
          </a:solidFill>
        </p:grpSpPr>
        <p:sp>
          <p:nvSpPr>
            <p:cNvPr id="474" name="Freeform 386">
              <a:extLst>
                <a:ext uri="{FF2B5EF4-FFF2-40B4-BE49-F238E27FC236}">
                  <a16:creationId xmlns:a16="http://schemas.microsoft.com/office/drawing/2014/main" id="{ACF74A40-EBFD-39F7-C6AF-CD1C06932AD2}"/>
                </a:ext>
              </a:extLst>
            </p:cNvPr>
            <p:cNvSpPr>
              <a:spLocks noChangeArrowheads="1"/>
            </p:cNvSpPr>
            <p:nvPr/>
          </p:nvSpPr>
          <p:spPr bwMode="auto">
            <a:xfrm>
              <a:off x="585788" y="2892425"/>
              <a:ext cx="204787" cy="204788"/>
            </a:xfrm>
            <a:custGeom>
              <a:avLst/>
              <a:gdLst>
                <a:gd name="T0" fmla="*/ 561 w 568"/>
                <a:gd name="T1" fmla="*/ 353 h 567"/>
                <a:gd name="T2" fmla="*/ 561 w 568"/>
                <a:gd name="T3" fmla="*/ 213 h 567"/>
                <a:gd name="T4" fmla="*/ 484 w 568"/>
                <a:gd name="T5" fmla="*/ 187 h 567"/>
                <a:gd name="T6" fmla="*/ 525 w 568"/>
                <a:gd name="T7" fmla="*/ 126 h 567"/>
                <a:gd name="T8" fmla="*/ 420 w 568"/>
                <a:gd name="T9" fmla="*/ 42 h 567"/>
                <a:gd name="T10" fmla="*/ 357 w 568"/>
                <a:gd name="T11" fmla="*/ 15 h 567"/>
                <a:gd name="T12" fmla="*/ 224 w 568"/>
                <a:gd name="T13" fmla="*/ 0 h 567"/>
                <a:gd name="T14" fmla="*/ 210 w 568"/>
                <a:gd name="T15" fmla="*/ 73 h 567"/>
                <a:gd name="T16" fmla="*/ 136 w 568"/>
                <a:gd name="T17" fmla="*/ 36 h 567"/>
                <a:gd name="T18" fmla="*/ 37 w 568"/>
                <a:gd name="T19" fmla="*/ 135 h 567"/>
                <a:gd name="T20" fmla="*/ 73 w 568"/>
                <a:gd name="T21" fmla="*/ 209 h 567"/>
                <a:gd name="T22" fmla="*/ 0 w 568"/>
                <a:gd name="T23" fmla="*/ 223 h 567"/>
                <a:gd name="T24" fmla="*/ 16 w 568"/>
                <a:gd name="T25" fmla="*/ 357 h 567"/>
                <a:gd name="T26" fmla="*/ 83 w 568"/>
                <a:gd name="T27" fmla="*/ 379 h 567"/>
                <a:gd name="T28" fmla="*/ 41 w 568"/>
                <a:gd name="T29" fmla="*/ 441 h 567"/>
                <a:gd name="T30" fmla="*/ 187 w 568"/>
                <a:gd name="T31" fmla="*/ 484 h 567"/>
                <a:gd name="T32" fmla="*/ 214 w 568"/>
                <a:gd name="T33" fmla="*/ 562 h 567"/>
                <a:gd name="T34" fmla="*/ 353 w 568"/>
                <a:gd name="T35" fmla="*/ 562 h 567"/>
                <a:gd name="T36" fmla="*/ 380 w 568"/>
                <a:gd name="T37" fmla="*/ 484 h 567"/>
                <a:gd name="T38" fmla="*/ 441 w 568"/>
                <a:gd name="T39" fmla="*/ 526 h 567"/>
                <a:gd name="T40" fmla="*/ 525 w 568"/>
                <a:gd name="T41" fmla="*/ 420 h 567"/>
                <a:gd name="T42" fmla="*/ 551 w 568"/>
                <a:gd name="T43" fmla="*/ 357 h 567"/>
                <a:gd name="T44" fmla="*/ 394 w 568"/>
                <a:gd name="T45" fmla="*/ 456 h 567"/>
                <a:gd name="T46" fmla="*/ 328 w 568"/>
                <a:gd name="T47" fmla="*/ 483 h 567"/>
                <a:gd name="T48" fmla="*/ 239 w 568"/>
                <a:gd name="T49" fmla="*/ 483 h 567"/>
                <a:gd name="T50" fmla="*/ 173 w 568"/>
                <a:gd name="T51" fmla="*/ 456 h 567"/>
                <a:gd name="T52" fmla="*/ 111 w 568"/>
                <a:gd name="T53" fmla="*/ 393 h 567"/>
                <a:gd name="T54" fmla="*/ 105 w 568"/>
                <a:gd name="T55" fmla="*/ 356 h 567"/>
                <a:gd name="T56" fmla="*/ 31 w 568"/>
                <a:gd name="T57" fmla="*/ 328 h 567"/>
                <a:gd name="T58" fmla="*/ 98 w 568"/>
                <a:gd name="T59" fmla="*/ 227 h 567"/>
                <a:gd name="T60" fmla="*/ 73 w 568"/>
                <a:gd name="T61" fmla="*/ 135 h 567"/>
                <a:gd name="T62" fmla="*/ 173 w 568"/>
                <a:gd name="T63" fmla="*/ 110 h 567"/>
                <a:gd name="T64" fmla="*/ 185 w 568"/>
                <a:gd name="T65" fmla="*/ 114 h 567"/>
                <a:gd name="T66" fmla="*/ 191 w 568"/>
                <a:gd name="T67" fmla="*/ 113 h 567"/>
                <a:gd name="T68" fmla="*/ 239 w 568"/>
                <a:gd name="T69" fmla="*/ 31 h 567"/>
                <a:gd name="T70" fmla="*/ 339 w 568"/>
                <a:gd name="T71" fmla="*/ 98 h 567"/>
                <a:gd name="T72" fmla="*/ 377 w 568"/>
                <a:gd name="T73" fmla="*/ 114 h 567"/>
                <a:gd name="T74" fmla="*/ 391 w 568"/>
                <a:gd name="T75" fmla="*/ 112 h 567"/>
                <a:gd name="T76" fmla="*/ 394 w 568"/>
                <a:gd name="T77" fmla="*/ 110 h 567"/>
                <a:gd name="T78" fmla="*/ 456 w 568"/>
                <a:gd name="T79" fmla="*/ 173 h 567"/>
                <a:gd name="T80" fmla="*/ 483 w 568"/>
                <a:gd name="T81" fmla="*/ 239 h 567"/>
                <a:gd name="T82" fmla="*/ 483 w 568"/>
                <a:gd name="T83" fmla="*/ 328 h 567"/>
                <a:gd name="T84" fmla="*/ 454 w 568"/>
                <a:gd name="T85" fmla="*/ 377 h 567"/>
                <a:gd name="T86" fmla="*/ 452 w 568"/>
                <a:gd name="T87" fmla="*/ 382 h 567"/>
                <a:gd name="T88" fmla="*/ 456 w 568"/>
                <a:gd name="T89" fmla="*/ 393 h 567"/>
                <a:gd name="T90" fmla="*/ 431 w 568"/>
                <a:gd name="T91" fmla="*/ 494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8" h="567">
                  <a:moveTo>
                    <a:pt x="551" y="357"/>
                  </a:moveTo>
                  <a:lnTo>
                    <a:pt x="551" y="357"/>
                  </a:lnTo>
                  <a:cubicBezTo>
                    <a:pt x="556" y="357"/>
                    <a:pt x="558" y="356"/>
                    <a:pt x="561" y="353"/>
                  </a:cubicBezTo>
                  <a:cubicBezTo>
                    <a:pt x="564" y="350"/>
                    <a:pt x="567" y="347"/>
                    <a:pt x="567" y="343"/>
                  </a:cubicBezTo>
                  <a:cubicBezTo>
                    <a:pt x="567" y="223"/>
                    <a:pt x="567" y="223"/>
                    <a:pt x="567" y="223"/>
                  </a:cubicBezTo>
                  <a:cubicBezTo>
                    <a:pt x="567" y="220"/>
                    <a:pt x="564" y="216"/>
                    <a:pt x="561" y="213"/>
                  </a:cubicBezTo>
                  <a:cubicBezTo>
                    <a:pt x="558" y="211"/>
                    <a:pt x="556" y="209"/>
                    <a:pt x="551" y="209"/>
                  </a:cubicBezTo>
                  <a:cubicBezTo>
                    <a:pt x="494" y="209"/>
                    <a:pt x="494" y="209"/>
                    <a:pt x="494" y="209"/>
                  </a:cubicBezTo>
                  <a:cubicBezTo>
                    <a:pt x="491" y="201"/>
                    <a:pt x="489" y="194"/>
                    <a:pt x="484" y="187"/>
                  </a:cubicBezTo>
                  <a:cubicBezTo>
                    <a:pt x="525" y="146"/>
                    <a:pt x="525" y="146"/>
                    <a:pt x="525" y="146"/>
                  </a:cubicBezTo>
                  <a:cubicBezTo>
                    <a:pt x="528" y="144"/>
                    <a:pt x="530" y="139"/>
                    <a:pt x="530" y="135"/>
                  </a:cubicBezTo>
                  <a:cubicBezTo>
                    <a:pt x="530" y="133"/>
                    <a:pt x="528" y="128"/>
                    <a:pt x="525" y="126"/>
                  </a:cubicBezTo>
                  <a:cubicBezTo>
                    <a:pt x="441" y="42"/>
                    <a:pt x="441" y="42"/>
                    <a:pt x="441" y="42"/>
                  </a:cubicBezTo>
                  <a:cubicBezTo>
                    <a:pt x="438" y="39"/>
                    <a:pt x="434" y="36"/>
                    <a:pt x="431" y="36"/>
                  </a:cubicBezTo>
                  <a:cubicBezTo>
                    <a:pt x="427" y="36"/>
                    <a:pt x="423" y="39"/>
                    <a:pt x="420" y="42"/>
                  </a:cubicBezTo>
                  <a:cubicBezTo>
                    <a:pt x="380" y="82"/>
                    <a:pt x="380" y="82"/>
                    <a:pt x="380" y="82"/>
                  </a:cubicBezTo>
                  <a:cubicBezTo>
                    <a:pt x="373" y="78"/>
                    <a:pt x="366" y="75"/>
                    <a:pt x="357" y="73"/>
                  </a:cubicBezTo>
                  <a:cubicBezTo>
                    <a:pt x="357" y="15"/>
                    <a:pt x="357" y="15"/>
                    <a:pt x="357" y="15"/>
                  </a:cubicBezTo>
                  <a:cubicBezTo>
                    <a:pt x="357" y="11"/>
                    <a:pt x="356" y="7"/>
                    <a:pt x="353" y="4"/>
                  </a:cubicBezTo>
                  <a:cubicBezTo>
                    <a:pt x="351" y="3"/>
                    <a:pt x="346" y="0"/>
                    <a:pt x="344" y="0"/>
                  </a:cubicBezTo>
                  <a:cubicBezTo>
                    <a:pt x="224" y="0"/>
                    <a:pt x="224" y="0"/>
                    <a:pt x="224" y="0"/>
                  </a:cubicBezTo>
                  <a:cubicBezTo>
                    <a:pt x="219" y="0"/>
                    <a:pt x="217" y="3"/>
                    <a:pt x="214" y="4"/>
                  </a:cubicBezTo>
                  <a:cubicBezTo>
                    <a:pt x="211" y="7"/>
                    <a:pt x="210" y="11"/>
                    <a:pt x="210" y="15"/>
                  </a:cubicBezTo>
                  <a:cubicBezTo>
                    <a:pt x="210" y="73"/>
                    <a:pt x="210" y="73"/>
                    <a:pt x="210" y="73"/>
                  </a:cubicBezTo>
                  <a:cubicBezTo>
                    <a:pt x="201" y="75"/>
                    <a:pt x="194" y="78"/>
                    <a:pt x="187" y="82"/>
                  </a:cubicBezTo>
                  <a:cubicBezTo>
                    <a:pt x="147" y="42"/>
                    <a:pt x="147" y="42"/>
                    <a:pt x="147" y="42"/>
                  </a:cubicBezTo>
                  <a:cubicBezTo>
                    <a:pt x="144" y="39"/>
                    <a:pt x="140" y="36"/>
                    <a:pt x="136" y="36"/>
                  </a:cubicBezTo>
                  <a:cubicBezTo>
                    <a:pt x="133" y="36"/>
                    <a:pt x="129" y="39"/>
                    <a:pt x="126" y="42"/>
                  </a:cubicBezTo>
                  <a:cubicBezTo>
                    <a:pt x="41" y="126"/>
                    <a:pt x="41" y="126"/>
                    <a:pt x="41" y="126"/>
                  </a:cubicBezTo>
                  <a:cubicBezTo>
                    <a:pt x="38" y="128"/>
                    <a:pt x="37" y="133"/>
                    <a:pt x="37" y="135"/>
                  </a:cubicBezTo>
                  <a:cubicBezTo>
                    <a:pt x="37" y="139"/>
                    <a:pt x="38" y="144"/>
                    <a:pt x="41" y="146"/>
                  </a:cubicBezTo>
                  <a:cubicBezTo>
                    <a:pt x="83" y="187"/>
                    <a:pt x="83" y="187"/>
                    <a:pt x="83" y="187"/>
                  </a:cubicBezTo>
                  <a:cubicBezTo>
                    <a:pt x="79" y="194"/>
                    <a:pt x="76" y="201"/>
                    <a:pt x="73" y="209"/>
                  </a:cubicBezTo>
                  <a:cubicBezTo>
                    <a:pt x="16" y="209"/>
                    <a:pt x="16" y="209"/>
                    <a:pt x="16" y="209"/>
                  </a:cubicBezTo>
                  <a:cubicBezTo>
                    <a:pt x="12" y="209"/>
                    <a:pt x="7" y="211"/>
                    <a:pt x="5" y="213"/>
                  </a:cubicBezTo>
                  <a:cubicBezTo>
                    <a:pt x="2" y="216"/>
                    <a:pt x="0" y="220"/>
                    <a:pt x="0" y="223"/>
                  </a:cubicBezTo>
                  <a:cubicBezTo>
                    <a:pt x="0" y="343"/>
                    <a:pt x="0" y="343"/>
                    <a:pt x="0" y="343"/>
                  </a:cubicBezTo>
                  <a:cubicBezTo>
                    <a:pt x="0" y="347"/>
                    <a:pt x="2" y="350"/>
                    <a:pt x="5" y="353"/>
                  </a:cubicBezTo>
                  <a:cubicBezTo>
                    <a:pt x="7" y="356"/>
                    <a:pt x="12" y="357"/>
                    <a:pt x="16" y="357"/>
                  </a:cubicBezTo>
                  <a:cubicBezTo>
                    <a:pt x="73" y="357"/>
                    <a:pt x="73" y="357"/>
                    <a:pt x="73" y="357"/>
                  </a:cubicBezTo>
                  <a:cubicBezTo>
                    <a:pt x="76" y="363"/>
                    <a:pt x="77" y="368"/>
                    <a:pt x="80" y="374"/>
                  </a:cubicBezTo>
                  <a:cubicBezTo>
                    <a:pt x="81" y="375"/>
                    <a:pt x="81" y="378"/>
                    <a:pt x="83" y="379"/>
                  </a:cubicBezTo>
                  <a:cubicBezTo>
                    <a:pt x="41" y="420"/>
                    <a:pt x="41" y="420"/>
                    <a:pt x="41" y="420"/>
                  </a:cubicBezTo>
                  <a:cubicBezTo>
                    <a:pt x="38" y="423"/>
                    <a:pt x="37" y="427"/>
                    <a:pt x="37" y="431"/>
                  </a:cubicBezTo>
                  <a:cubicBezTo>
                    <a:pt x="37" y="434"/>
                    <a:pt x="38" y="438"/>
                    <a:pt x="41" y="441"/>
                  </a:cubicBezTo>
                  <a:cubicBezTo>
                    <a:pt x="126" y="526"/>
                    <a:pt x="126" y="526"/>
                    <a:pt x="126" y="526"/>
                  </a:cubicBezTo>
                  <a:cubicBezTo>
                    <a:pt x="132" y="531"/>
                    <a:pt x="141" y="531"/>
                    <a:pt x="147" y="526"/>
                  </a:cubicBezTo>
                  <a:cubicBezTo>
                    <a:pt x="187" y="484"/>
                    <a:pt x="187" y="484"/>
                    <a:pt x="187" y="484"/>
                  </a:cubicBezTo>
                  <a:cubicBezTo>
                    <a:pt x="194" y="488"/>
                    <a:pt x="201" y="491"/>
                    <a:pt x="210" y="494"/>
                  </a:cubicBezTo>
                  <a:cubicBezTo>
                    <a:pt x="210" y="551"/>
                    <a:pt x="210" y="551"/>
                    <a:pt x="210" y="551"/>
                  </a:cubicBezTo>
                  <a:cubicBezTo>
                    <a:pt x="210" y="555"/>
                    <a:pt x="211" y="559"/>
                    <a:pt x="214" y="562"/>
                  </a:cubicBezTo>
                  <a:cubicBezTo>
                    <a:pt x="217" y="565"/>
                    <a:pt x="219" y="566"/>
                    <a:pt x="224" y="566"/>
                  </a:cubicBezTo>
                  <a:cubicBezTo>
                    <a:pt x="344" y="566"/>
                    <a:pt x="344" y="566"/>
                    <a:pt x="344" y="566"/>
                  </a:cubicBezTo>
                  <a:cubicBezTo>
                    <a:pt x="346" y="566"/>
                    <a:pt x="351" y="565"/>
                    <a:pt x="353" y="562"/>
                  </a:cubicBezTo>
                  <a:cubicBezTo>
                    <a:pt x="356" y="559"/>
                    <a:pt x="357" y="555"/>
                    <a:pt x="357" y="551"/>
                  </a:cubicBezTo>
                  <a:cubicBezTo>
                    <a:pt x="357" y="494"/>
                    <a:pt x="357" y="494"/>
                    <a:pt x="357" y="494"/>
                  </a:cubicBezTo>
                  <a:cubicBezTo>
                    <a:pt x="366" y="491"/>
                    <a:pt x="373" y="488"/>
                    <a:pt x="380" y="484"/>
                  </a:cubicBezTo>
                  <a:cubicBezTo>
                    <a:pt x="420" y="526"/>
                    <a:pt x="420" y="526"/>
                    <a:pt x="420" y="526"/>
                  </a:cubicBezTo>
                  <a:cubicBezTo>
                    <a:pt x="423" y="529"/>
                    <a:pt x="427" y="530"/>
                    <a:pt x="431" y="530"/>
                  </a:cubicBezTo>
                  <a:cubicBezTo>
                    <a:pt x="434" y="530"/>
                    <a:pt x="438" y="529"/>
                    <a:pt x="441" y="526"/>
                  </a:cubicBezTo>
                  <a:cubicBezTo>
                    <a:pt x="525" y="441"/>
                    <a:pt x="525" y="441"/>
                    <a:pt x="525" y="441"/>
                  </a:cubicBezTo>
                  <a:cubicBezTo>
                    <a:pt x="528" y="438"/>
                    <a:pt x="530" y="434"/>
                    <a:pt x="530" y="431"/>
                  </a:cubicBezTo>
                  <a:cubicBezTo>
                    <a:pt x="530" y="427"/>
                    <a:pt x="528" y="423"/>
                    <a:pt x="525" y="420"/>
                  </a:cubicBezTo>
                  <a:cubicBezTo>
                    <a:pt x="484" y="379"/>
                    <a:pt x="484" y="379"/>
                    <a:pt x="484" y="379"/>
                  </a:cubicBezTo>
                  <a:cubicBezTo>
                    <a:pt x="489" y="372"/>
                    <a:pt x="491" y="365"/>
                    <a:pt x="494" y="357"/>
                  </a:cubicBezTo>
                  <a:lnTo>
                    <a:pt x="551" y="357"/>
                  </a:lnTo>
                  <a:close/>
                  <a:moveTo>
                    <a:pt x="431" y="494"/>
                  </a:moveTo>
                  <a:lnTo>
                    <a:pt x="431" y="494"/>
                  </a:lnTo>
                  <a:cubicBezTo>
                    <a:pt x="394" y="456"/>
                    <a:pt x="394" y="456"/>
                    <a:pt x="394" y="456"/>
                  </a:cubicBezTo>
                  <a:cubicBezTo>
                    <a:pt x="388" y="452"/>
                    <a:pt x="381" y="450"/>
                    <a:pt x="376" y="453"/>
                  </a:cubicBezTo>
                  <a:cubicBezTo>
                    <a:pt x="364" y="460"/>
                    <a:pt x="352" y="464"/>
                    <a:pt x="339" y="469"/>
                  </a:cubicBezTo>
                  <a:cubicBezTo>
                    <a:pt x="332" y="470"/>
                    <a:pt x="328" y="476"/>
                    <a:pt x="328" y="483"/>
                  </a:cubicBezTo>
                  <a:cubicBezTo>
                    <a:pt x="328" y="536"/>
                    <a:pt x="328" y="536"/>
                    <a:pt x="328" y="536"/>
                  </a:cubicBezTo>
                  <a:cubicBezTo>
                    <a:pt x="239" y="536"/>
                    <a:pt x="239" y="536"/>
                    <a:pt x="239" y="536"/>
                  </a:cubicBezTo>
                  <a:cubicBezTo>
                    <a:pt x="239" y="483"/>
                    <a:pt x="239" y="483"/>
                    <a:pt x="239" y="483"/>
                  </a:cubicBezTo>
                  <a:cubicBezTo>
                    <a:pt x="239" y="476"/>
                    <a:pt x="235" y="470"/>
                    <a:pt x="228" y="469"/>
                  </a:cubicBezTo>
                  <a:cubicBezTo>
                    <a:pt x="215" y="464"/>
                    <a:pt x="203" y="460"/>
                    <a:pt x="191" y="453"/>
                  </a:cubicBezTo>
                  <a:cubicBezTo>
                    <a:pt x="186" y="450"/>
                    <a:pt x="179" y="452"/>
                    <a:pt x="173" y="456"/>
                  </a:cubicBezTo>
                  <a:cubicBezTo>
                    <a:pt x="136" y="494"/>
                    <a:pt x="136" y="494"/>
                    <a:pt x="136" y="494"/>
                  </a:cubicBezTo>
                  <a:cubicBezTo>
                    <a:pt x="73" y="431"/>
                    <a:pt x="73" y="431"/>
                    <a:pt x="73" y="431"/>
                  </a:cubicBezTo>
                  <a:cubicBezTo>
                    <a:pt x="111" y="393"/>
                    <a:pt x="111" y="393"/>
                    <a:pt x="111" y="393"/>
                  </a:cubicBezTo>
                  <a:cubicBezTo>
                    <a:pt x="115" y="388"/>
                    <a:pt x="116" y="382"/>
                    <a:pt x="113" y="377"/>
                  </a:cubicBezTo>
                  <a:cubicBezTo>
                    <a:pt x="113" y="377"/>
                    <a:pt x="113" y="374"/>
                    <a:pt x="112" y="372"/>
                  </a:cubicBezTo>
                  <a:cubicBezTo>
                    <a:pt x="111" y="368"/>
                    <a:pt x="108" y="361"/>
                    <a:pt x="105" y="356"/>
                  </a:cubicBezTo>
                  <a:cubicBezTo>
                    <a:pt x="102" y="349"/>
                    <a:pt x="99" y="343"/>
                    <a:pt x="98" y="339"/>
                  </a:cubicBezTo>
                  <a:cubicBezTo>
                    <a:pt x="97" y="332"/>
                    <a:pt x="90" y="328"/>
                    <a:pt x="84" y="328"/>
                  </a:cubicBezTo>
                  <a:cubicBezTo>
                    <a:pt x="31" y="328"/>
                    <a:pt x="31" y="328"/>
                    <a:pt x="31" y="328"/>
                  </a:cubicBezTo>
                  <a:cubicBezTo>
                    <a:pt x="31" y="239"/>
                    <a:pt x="31" y="239"/>
                    <a:pt x="31" y="239"/>
                  </a:cubicBezTo>
                  <a:cubicBezTo>
                    <a:pt x="84" y="239"/>
                    <a:pt x="84" y="239"/>
                    <a:pt x="84" y="239"/>
                  </a:cubicBezTo>
                  <a:cubicBezTo>
                    <a:pt x="90" y="239"/>
                    <a:pt x="97" y="234"/>
                    <a:pt x="98" y="227"/>
                  </a:cubicBezTo>
                  <a:cubicBezTo>
                    <a:pt x="102" y="215"/>
                    <a:pt x="106" y="202"/>
                    <a:pt x="113" y="191"/>
                  </a:cubicBezTo>
                  <a:cubicBezTo>
                    <a:pt x="116" y="186"/>
                    <a:pt x="115" y="179"/>
                    <a:pt x="111" y="173"/>
                  </a:cubicBezTo>
                  <a:cubicBezTo>
                    <a:pt x="73" y="135"/>
                    <a:pt x="73" y="135"/>
                    <a:pt x="73" y="135"/>
                  </a:cubicBezTo>
                  <a:cubicBezTo>
                    <a:pt x="136" y="73"/>
                    <a:pt x="136" y="73"/>
                    <a:pt x="136" y="73"/>
                  </a:cubicBezTo>
                  <a:cubicBezTo>
                    <a:pt x="173" y="110"/>
                    <a:pt x="173" y="110"/>
                    <a:pt x="173" y="110"/>
                  </a:cubicBezTo>
                  <a:lnTo>
                    <a:pt x="173" y="110"/>
                  </a:lnTo>
                  <a:cubicBezTo>
                    <a:pt x="175" y="112"/>
                    <a:pt x="176" y="113"/>
                    <a:pt x="179" y="113"/>
                  </a:cubicBezTo>
                  <a:cubicBezTo>
                    <a:pt x="180" y="114"/>
                    <a:pt x="182" y="114"/>
                    <a:pt x="185" y="114"/>
                  </a:cubicBezTo>
                  <a:lnTo>
                    <a:pt x="185" y="114"/>
                  </a:lnTo>
                  <a:cubicBezTo>
                    <a:pt x="186" y="114"/>
                    <a:pt x="187" y="114"/>
                    <a:pt x="190" y="114"/>
                  </a:cubicBezTo>
                  <a:cubicBezTo>
                    <a:pt x="190" y="113"/>
                    <a:pt x="190" y="113"/>
                    <a:pt x="190" y="113"/>
                  </a:cubicBezTo>
                  <a:cubicBezTo>
                    <a:pt x="191" y="113"/>
                    <a:pt x="191" y="113"/>
                    <a:pt x="191" y="113"/>
                  </a:cubicBezTo>
                  <a:cubicBezTo>
                    <a:pt x="203" y="106"/>
                    <a:pt x="215" y="102"/>
                    <a:pt x="228" y="98"/>
                  </a:cubicBezTo>
                  <a:cubicBezTo>
                    <a:pt x="235" y="96"/>
                    <a:pt x="239" y="91"/>
                    <a:pt x="239" y="84"/>
                  </a:cubicBezTo>
                  <a:cubicBezTo>
                    <a:pt x="239" y="31"/>
                    <a:pt x="239" y="31"/>
                    <a:pt x="239" y="31"/>
                  </a:cubicBezTo>
                  <a:cubicBezTo>
                    <a:pt x="328" y="31"/>
                    <a:pt x="328" y="31"/>
                    <a:pt x="328" y="31"/>
                  </a:cubicBezTo>
                  <a:cubicBezTo>
                    <a:pt x="328" y="84"/>
                    <a:pt x="328" y="84"/>
                    <a:pt x="328" y="84"/>
                  </a:cubicBezTo>
                  <a:cubicBezTo>
                    <a:pt x="328" y="91"/>
                    <a:pt x="332" y="96"/>
                    <a:pt x="339" y="98"/>
                  </a:cubicBezTo>
                  <a:cubicBezTo>
                    <a:pt x="352" y="102"/>
                    <a:pt x="364" y="106"/>
                    <a:pt x="376" y="113"/>
                  </a:cubicBezTo>
                  <a:cubicBezTo>
                    <a:pt x="376" y="113"/>
                    <a:pt x="376" y="113"/>
                    <a:pt x="377" y="113"/>
                  </a:cubicBezTo>
                  <a:cubicBezTo>
                    <a:pt x="377" y="113"/>
                    <a:pt x="377" y="113"/>
                    <a:pt x="377" y="114"/>
                  </a:cubicBezTo>
                  <a:cubicBezTo>
                    <a:pt x="378" y="114"/>
                    <a:pt x="381" y="114"/>
                    <a:pt x="383" y="114"/>
                  </a:cubicBezTo>
                  <a:lnTo>
                    <a:pt x="383" y="114"/>
                  </a:lnTo>
                  <a:cubicBezTo>
                    <a:pt x="385" y="114"/>
                    <a:pt x="390" y="113"/>
                    <a:pt x="391" y="112"/>
                  </a:cubicBezTo>
                  <a:cubicBezTo>
                    <a:pt x="392" y="112"/>
                    <a:pt x="392" y="112"/>
                    <a:pt x="394" y="110"/>
                  </a:cubicBezTo>
                  <a:lnTo>
                    <a:pt x="394" y="110"/>
                  </a:lnTo>
                  <a:lnTo>
                    <a:pt x="394" y="110"/>
                  </a:lnTo>
                  <a:cubicBezTo>
                    <a:pt x="431" y="73"/>
                    <a:pt x="431" y="73"/>
                    <a:pt x="431" y="73"/>
                  </a:cubicBezTo>
                  <a:cubicBezTo>
                    <a:pt x="494" y="135"/>
                    <a:pt x="494" y="135"/>
                    <a:pt x="494" y="135"/>
                  </a:cubicBezTo>
                  <a:cubicBezTo>
                    <a:pt x="456" y="173"/>
                    <a:pt x="456" y="173"/>
                    <a:pt x="456" y="173"/>
                  </a:cubicBezTo>
                  <a:cubicBezTo>
                    <a:pt x="451" y="179"/>
                    <a:pt x="451" y="186"/>
                    <a:pt x="454" y="191"/>
                  </a:cubicBezTo>
                  <a:cubicBezTo>
                    <a:pt x="459" y="202"/>
                    <a:pt x="465" y="215"/>
                    <a:pt x="469" y="227"/>
                  </a:cubicBezTo>
                  <a:cubicBezTo>
                    <a:pt x="470" y="234"/>
                    <a:pt x="476" y="239"/>
                    <a:pt x="483" y="239"/>
                  </a:cubicBezTo>
                  <a:cubicBezTo>
                    <a:pt x="536" y="239"/>
                    <a:pt x="536" y="239"/>
                    <a:pt x="536" y="239"/>
                  </a:cubicBezTo>
                  <a:cubicBezTo>
                    <a:pt x="536" y="328"/>
                    <a:pt x="536" y="328"/>
                    <a:pt x="536" y="328"/>
                  </a:cubicBezTo>
                  <a:cubicBezTo>
                    <a:pt x="483" y="328"/>
                    <a:pt x="483" y="328"/>
                    <a:pt x="483" y="328"/>
                  </a:cubicBezTo>
                  <a:cubicBezTo>
                    <a:pt x="476" y="328"/>
                    <a:pt x="470" y="332"/>
                    <a:pt x="469" y="339"/>
                  </a:cubicBezTo>
                  <a:cubicBezTo>
                    <a:pt x="465" y="351"/>
                    <a:pt x="459" y="364"/>
                    <a:pt x="454" y="375"/>
                  </a:cubicBezTo>
                  <a:cubicBezTo>
                    <a:pt x="454" y="375"/>
                    <a:pt x="454" y="375"/>
                    <a:pt x="454" y="377"/>
                  </a:cubicBezTo>
                  <a:cubicBezTo>
                    <a:pt x="454" y="377"/>
                    <a:pt x="454" y="377"/>
                    <a:pt x="452" y="377"/>
                  </a:cubicBezTo>
                  <a:cubicBezTo>
                    <a:pt x="452" y="379"/>
                    <a:pt x="452" y="381"/>
                    <a:pt x="452" y="382"/>
                  </a:cubicBezTo>
                  <a:lnTo>
                    <a:pt x="452" y="382"/>
                  </a:lnTo>
                  <a:cubicBezTo>
                    <a:pt x="452" y="386"/>
                    <a:pt x="454" y="389"/>
                    <a:pt x="455" y="392"/>
                  </a:cubicBezTo>
                  <a:cubicBezTo>
                    <a:pt x="455" y="392"/>
                    <a:pt x="455" y="392"/>
                    <a:pt x="456" y="393"/>
                  </a:cubicBezTo>
                  <a:lnTo>
                    <a:pt x="456" y="393"/>
                  </a:lnTo>
                  <a:lnTo>
                    <a:pt x="456" y="393"/>
                  </a:lnTo>
                  <a:cubicBezTo>
                    <a:pt x="494" y="431"/>
                    <a:pt x="494" y="431"/>
                    <a:pt x="494" y="431"/>
                  </a:cubicBezTo>
                  <a:lnTo>
                    <a:pt x="431" y="4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87">
              <a:extLst>
                <a:ext uri="{FF2B5EF4-FFF2-40B4-BE49-F238E27FC236}">
                  <a16:creationId xmlns:a16="http://schemas.microsoft.com/office/drawing/2014/main" id="{B6FF88BE-A6CB-028F-B3D9-D3B37EDA8066}"/>
                </a:ext>
              </a:extLst>
            </p:cNvPr>
            <p:cNvSpPr>
              <a:spLocks noChangeArrowheads="1"/>
            </p:cNvSpPr>
            <p:nvPr/>
          </p:nvSpPr>
          <p:spPr bwMode="auto">
            <a:xfrm>
              <a:off x="671513" y="2971800"/>
              <a:ext cx="171450" cy="177800"/>
            </a:xfrm>
            <a:custGeom>
              <a:avLst/>
              <a:gdLst>
                <a:gd name="T0" fmla="*/ 318 w 476"/>
                <a:gd name="T1" fmla="*/ 422 h 495"/>
                <a:gd name="T2" fmla="*/ 318 w 476"/>
                <a:gd name="T3" fmla="*/ 422 h 495"/>
                <a:gd name="T4" fmla="*/ 357 w 476"/>
                <a:gd name="T5" fmla="*/ 459 h 495"/>
                <a:gd name="T6" fmla="*/ 378 w 476"/>
                <a:gd name="T7" fmla="*/ 458 h 495"/>
                <a:gd name="T8" fmla="*/ 449 w 476"/>
                <a:gd name="T9" fmla="*/ 381 h 495"/>
                <a:gd name="T10" fmla="*/ 453 w 476"/>
                <a:gd name="T11" fmla="*/ 370 h 495"/>
                <a:gd name="T12" fmla="*/ 448 w 476"/>
                <a:gd name="T13" fmla="*/ 359 h 495"/>
                <a:gd name="T14" fmla="*/ 400 w 476"/>
                <a:gd name="T15" fmla="*/ 321 h 495"/>
                <a:gd name="T16" fmla="*/ 409 w 476"/>
                <a:gd name="T17" fmla="*/ 304 h 495"/>
                <a:gd name="T18" fmla="*/ 462 w 476"/>
                <a:gd name="T19" fmla="*/ 302 h 495"/>
                <a:gd name="T20" fmla="*/ 475 w 476"/>
                <a:gd name="T21" fmla="*/ 286 h 495"/>
                <a:gd name="T22" fmla="*/ 475 w 476"/>
                <a:gd name="T23" fmla="*/ 182 h 495"/>
                <a:gd name="T24" fmla="*/ 471 w 476"/>
                <a:gd name="T25" fmla="*/ 172 h 495"/>
                <a:gd name="T26" fmla="*/ 462 w 476"/>
                <a:gd name="T27" fmla="*/ 168 h 495"/>
                <a:gd name="T28" fmla="*/ 406 w 476"/>
                <a:gd name="T29" fmla="*/ 168 h 495"/>
                <a:gd name="T30" fmla="*/ 397 w 476"/>
                <a:gd name="T31" fmla="*/ 147 h 495"/>
                <a:gd name="T32" fmla="*/ 436 w 476"/>
                <a:gd name="T33" fmla="*/ 108 h 495"/>
                <a:gd name="T34" fmla="*/ 441 w 476"/>
                <a:gd name="T35" fmla="*/ 98 h 495"/>
                <a:gd name="T36" fmla="*/ 436 w 476"/>
                <a:gd name="T37" fmla="*/ 87 h 495"/>
                <a:gd name="T38" fmla="*/ 356 w 476"/>
                <a:gd name="T39" fmla="*/ 6 h 495"/>
                <a:gd name="T40" fmla="*/ 335 w 476"/>
                <a:gd name="T41" fmla="*/ 6 h 495"/>
                <a:gd name="T42" fmla="*/ 335 w 476"/>
                <a:gd name="T43" fmla="*/ 27 h 495"/>
                <a:gd name="T44" fmla="*/ 335 w 476"/>
                <a:gd name="T45" fmla="*/ 27 h 495"/>
                <a:gd name="T46" fmla="*/ 406 w 476"/>
                <a:gd name="T47" fmla="*/ 98 h 495"/>
                <a:gd name="T48" fmla="*/ 369 w 476"/>
                <a:gd name="T49" fmla="*/ 134 h 495"/>
                <a:gd name="T50" fmla="*/ 367 w 476"/>
                <a:gd name="T51" fmla="*/ 151 h 495"/>
                <a:gd name="T52" fmla="*/ 382 w 476"/>
                <a:gd name="T53" fmla="*/ 187 h 495"/>
                <a:gd name="T54" fmla="*/ 396 w 476"/>
                <a:gd name="T55" fmla="*/ 197 h 495"/>
                <a:gd name="T56" fmla="*/ 446 w 476"/>
                <a:gd name="T57" fmla="*/ 197 h 495"/>
                <a:gd name="T58" fmla="*/ 446 w 476"/>
                <a:gd name="T59" fmla="*/ 272 h 495"/>
                <a:gd name="T60" fmla="*/ 397 w 476"/>
                <a:gd name="T61" fmla="*/ 275 h 495"/>
                <a:gd name="T62" fmla="*/ 385 w 476"/>
                <a:gd name="T63" fmla="*/ 283 h 495"/>
                <a:gd name="T64" fmla="*/ 368 w 476"/>
                <a:gd name="T65" fmla="*/ 318 h 495"/>
                <a:gd name="T66" fmla="*/ 372 w 476"/>
                <a:gd name="T67" fmla="*/ 336 h 495"/>
                <a:gd name="T68" fmla="*/ 417 w 476"/>
                <a:gd name="T69" fmla="*/ 373 h 495"/>
                <a:gd name="T70" fmla="*/ 367 w 476"/>
                <a:gd name="T71" fmla="*/ 427 h 495"/>
                <a:gd name="T72" fmla="*/ 330 w 476"/>
                <a:gd name="T73" fmla="*/ 394 h 495"/>
                <a:gd name="T74" fmla="*/ 314 w 476"/>
                <a:gd name="T75" fmla="*/ 391 h 495"/>
                <a:gd name="T76" fmla="*/ 279 w 476"/>
                <a:gd name="T77" fmla="*/ 405 h 495"/>
                <a:gd name="T78" fmla="*/ 268 w 476"/>
                <a:gd name="T79" fmla="*/ 419 h 495"/>
                <a:gd name="T80" fmla="*/ 268 w 476"/>
                <a:gd name="T81" fmla="*/ 465 h 495"/>
                <a:gd name="T82" fmla="*/ 178 w 476"/>
                <a:gd name="T83" fmla="*/ 465 h 495"/>
                <a:gd name="T84" fmla="*/ 178 w 476"/>
                <a:gd name="T85" fmla="*/ 422 h 495"/>
                <a:gd name="T86" fmla="*/ 167 w 476"/>
                <a:gd name="T87" fmla="*/ 408 h 495"/>
                <a:gd name="T88" fmla="*/ 137 w 476"/>
                <a:gd name="T89" fmla="*/ 394 h 495"/>
                <a:gd name="T90" fmla="*/ 118 w 476"/>
                <a:gd name="T91" fmla="*/ 396 h 495"/>
                <a:gd name="T92" fmla="*/ 88 w 476"/>
                <a:gd name="T93" fmla="*/ 427 h 495"/>
                <a:gd name="T94" fmla="*/ 26 w 476"/>
                <a:gd name="T95" fmla="*/ 366 h 495"/>
                <a:gd name="T96" fmla="*/ 6 w 476"/>
                <a:gd name="T97" fmla="*/ 366 h 495"/>
                <a:gd name="T98" fmla="*/ 6 w 476"/>
                <a:gd name="T99" fmla="*/ 387 h 495"/>
                <a:gd name="T100" fmla="*/ 78 w 476"/>
                <a:gd name="T101" fmla="*/ 459 h 495"/>
                <a:gd name="T102" fmla="*/ 99 w 476"/>
                <a:gd name="T103" fmla="*/ 459 h 495"/>
                <a:gd name="T104" fmla="*/ 132 w 476"/>
                <a:gd name="T105" fmla="*/ 426 h 495"/>
                <a:gd name="T106" fmla="*/ 149 w 476"/>
                <a:gd name="T107" fmla="*/ 431 h 495"/>
                <a:gd name="T108" fmla="*/ 149 w 476"/>
                <a:gd name="T109" fmla="*/ 480 h 495"/>
                <a:gd name="T110" fmla="*/ 153 w 476"/>
                <a:gd name="T111" fmla="*/ 490 h 495"/>
                <a:gd name="T112" fmla="*/ 163 w 476"/>
                <a:gd name="T113" fmla="*/ 494 h 495"/>
                <a:gd name="T114" fmla="*/ 283 w 476"/>
                <a:gd name="T115" fmla="*/ 494 h 495"/>
                <a:gd name="T116" fmla="*/ 293 w 476"/>
                <a:gd name="T117" fmla="*/ 490 h 495"/>
                <a:gd name="T118" fmla="*/ 297 w 476"/>
                <a:gd name="T119" fmla="*/ 480 h 495"/>
                <a:gd name="T120" fmla="*/ 297 w 476"/>
                <a:gd name="T121" fmla="*/ 430 h 495"/>
                <a:gd name="T122" fmla="*/ 318 w 476"/>
                <a:gd name="T123" fmla="*/ 422 h 4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76" h="495">
                  <a:moveTo>
                    <a:pt x="318" y="422"/>
                  </a:moveTo>
                  <a:lnTo>
                    <a:pt x="318" y="422"/>
                  </a:lnTo>
                  <a:cubicBezTo>
                    <a:pt x="357" y="459"/>
                    <a:pt x="357" y="459"/>
                    <a:pt x="357" y="459"/>
                  </a:cubicBezTo>
                  <a:cubicBezTo>
                    <a:pt x="363" y="463"/>
                    <a:pt x="372" y="463"/>
                    <a:pt x="378" y="458"/>
                  </a:cubicBezTo>
                  <a:cubicBezTo>
                    <a:pt x="449" y="381"/>
                    <a:pt x="449" y="381"/>
                    <a:pt x="449" y="381"/>
                  </a:cubicBezTo>
                  <a:cubicBezTo>
                    <a:pt x="452" y="378"/>
                    <a:pt x="453" y="374"/>
                    <a:pt x="453" y="370"/>
                  </a:cubicBezTo>
                  <a:cubicBezTo>
                    <a:pt x="453" y="366"/>
                    <a:pt x="452" y="362"/>
                    <a:pt x="448" y="359"/>
                  </a:cubicBezTo>
                  <a:cubicBezTo>
                    <a:pt x="400" y="321"/>
                    <a:pt x="400" y="321"/>
                    <a:pt x="400" y="321"/>
                  </a:cubicBezTo>
                  <a:cubicBezTo>
                    <a:pt x="409" y="304"/>
                    <a:pt x="409" y="304"/>
                    <a:pt x="409" y="304"/>
                  </a:cubicBezTo>
                  <a:cubicBezTo>
                    <a:pt x="462" y="302"/>
                    <a:pt x="462" y="302"/>
                    <a:pt x="462" y="302"/>
                  </a:cubicBezTo>
                  <a:cubicBezTo>
                    <a:pt x="470" y="302"/>
                    <a:pt x="475" y="295"/>
                    <a:pt x="475" y="286"/>
                  </a:cubicBezTo>
                  <a:cubicBezTo>
                    <a:pt x="475" y="182"/>
                    <a:pt x="475" y="182"/>
                    <a:pt x="475" y="182"/>
                  </a:cubicBezTo>
                  <a:cubicBezTo>
                    <a:pt x="475" y="179"/>
                    <a:pt x="474" y="175"/>
                    <a:pt x="471" y="172"/>
                  </a:cubicBezTo>
                  <a:cubicBezTo>
                    <a:pt x="469" y="169"/>
                    <a:pt x="464" y="168"/>
                    <a:pt x="462" y="168"/>
                  </a:cubicBezTo>
                  <a:cubicBezTo>
                    <a:pt x="406" y="168"/>
                    <a:pt x="406" y="168"/>
                    <a:pt x="406" y="168"/>
                  </a:cubicBezTo>
                  <a:cubicBezTo>
                    <a:pt x="403" y="161"/>
                    <a:pt x="400" y="154"/>
                    <a:pt x="397" y="147"/>
                  </a:cubicBezTo>
                  <a:cubicBezTo>
                    <a:pt x="436" y="108"/>
                    <a:pt x="436" y="108"/>
                    <a:pt x="436" y="108"/>
                  </a:cubicBezTo>
                  <a:cubicBezTo>
                    <a:pt x="439" y="105"/>
                    <a:pt x="441" y="102"/>
                    <a:pt x="441" y="98"/>
                  </a:cubicBezTo>
                  <a:cubicBezTo>
                    <a:pt x="441" y="94"/>
                    <a:pt x="439" y="90"/>
                    <a:pt x="436" y="87"/>
                  </a:cubicBezTo>
                  <a:cubicBezTo>
                    <a:pt x="356" y="6"/>
                    <a:pt x="356" y="6"/>
                    <a:pt x="356" y="6"/>
                  </a:cubicBezTo>
                  <a:cubicBezTo>
                    <a:pt x="350" y="0"/>
                    <a:pt x="340" y="0"/>
                    <a:pt x="335" y="6"/>
                  </a:cubicBezTo>
                  <a:cubicBezTo>
                    <a:pt x="329" y="12"/>
                    <a:pt x="329" y="21"/>
                    <a:pt x="335" y="27"/>
                  </a:cubicBezTo>
                  <a:lnTo>
                    <a:pt x="335" y="27"/>
                  </a:lnTo>
                  <a:cubicBezTo>
                    <a:pt x="406" y="98"/>
                    <a:pt x="406" y="98"/>
                    <a:pt x="406" y="98"/>
                  </a:cubicBezTo>
                  <a:cubicBezTo>
                    <a:pt x="369" y="134"/>
                    <a:pt x="369" y="134"/>
                    <a:pt x="369" y="134"/>
                  </a:cubicBezTo>
                  <a:cubicBezTo>
                    <a:pt x="364" y="138"/>
                    <a:pt x="364" y="145"/>
                    <a:pt x="367" y="151"/>
                  </a:cubicBezTo>
                  <a:cubicBezTo>
                    <a:pt x="372" y="162"/>
                    <a:pt x="378" y="175"/>
                    <a:pt x="382" y="187"/>
                  </a:cubicBezTo>
                  <a:cubicBezTo>
                    <a:pt x="383" y="193"/>
                    <a:pt x="389" y="197"/>
                    <a:pt x="396" y="197"/>
                  </a:cubicBezTo>
                  <a:cubicBezTo>
                    <a:pt x="446" y="197"/>
                    <a:pt x="446" y="197"/>
                    <a:pt x="446" y="197"/>
                  </a:cubicBezTo>
                  <a:cubicBezTo>
                    <a:pt x="446" y="272"/>
                    <a:pt x="446" y="272"/>
                    <a:pt x="446" y="272"/>
                  </a:cubicBezTo>
                  <a:cubicBezTo>
                    <a:pt x="397" y="275"/>
                    <a:pt x="397" y="275"/>
                    <a:pt x="397" y="275"/>
                  </a:cubicBezTo>
                  <a:cubicBezTo>
                    <a:pt x="392" y="277"/>
                    <a:pt x="388" y="279"/>
                    <a:pt x="385" y="283"/>
                  </a:cubicBezTo>
                  <a:cubicBezTo>
                    <a:pt x="368" y="318"/>
                    <a:pt x="368" y="318"/>
                    <a:pt x="368" y="318"/>
                  </a:cubicBezTo>
                  <a:cubicBezTo>
                    <a:pt x="365" y="325"/>
                    <a:pt x="367" y="332"/>
                    <a:pt x="372" y="336"/>
                  </a:cubicBezTo>
                  <a:cubicBezTo>
                    <a:pt x="417" y="373"/>
                    <a:pt x="417" y="373"/>
                    <a:pt x="417" y="373"/>
                  </a:cubicBezTo>
                  <a:cubicBezTo>
                    <a:pt x="367" y="427"/>
                    <a:pt x="367" y="427"/>
                    <a:pt x="367" y="427"/>
                  </a:cubicBezTo>
                  <a:cubicBezTo>
                    <a:pt x="330" y="394"/>
                    <a:pt x="330" y="394"/>
                    <a:pt x="330" y="394"/>
                  </a:cubicBezTo>
                  <a:cubicBezTo>
                    <a:pt x="326" y="389"/>
                    <a:pt x="319" y="388"/>
                    <a:pt x="314" y="391"/>
                  </a:cubicBezTo>
                  <a:cubicBezTo>
                    <a:pt x="303" y="396"/>
                    <a:pt x="291" y="402"/>
                    <a:pt x="279" y="405"/>
                  </a:cubicBezTo>
                  <a:cubicBezTo>
                    <a:pt x="272" y="406"/>
                    <a:pt x="268" y="412"/>
                    <a:pt x="268" y="419"/>
                  </a:cubicBezTo>
                  <a:cubicBezTo>
                    <a:pt x="268" y="465"/>
                    <a:pt x="268" y="465"/>
                    <a:pt x="268" y="465"/>
                  </a:cubicBezTo>
                  <a:cubicBezTo>
                    <a:pt x="178" y="465"/>
                    <a:pt x="178" y="465"/>
                    <a:pt x="178" y="465"/>
                  </a:cubicBezTo>
                  <a:cubicBezTo>
                    <a:pt x="178" y="422"/>
                    <a:pt x="178" y="422"/>
                    <a:pt x="178" y="422"/>
                  </a:cubicBezTo>
                  <a:cubicBezTo>
                    <a:pt x="178" y="415"/>
                    <a:pt x="174" y="409"/>
                    <a:pt x="167" y="408"/>
                  </a:cubicBezTo>
                  <a:cubicBezTo>
                    <a:pt x="158" y="403"/>
                    <a:pt x="146" y="399"/>
                    <a:pt x="137" y="394"/>
                  </a:cubicBezTo>
                  <a:cubicBezTo>
                    <a:pt x="131" y="391"/>
                    <a:pt x="124" y="392"/>
                    <a:pt x="118" y="396"/>
                  </a:cubicBezTo>
                  <a:cubicBezTo>
                    <a:pt x="88" y="427"/>
                    <a:pt x="88" y="427"/>
                    <a:pt x="88" y="427"/>
                  </a:cubicBezTo>
                  <a:cubicBezTo>
                    <a:pt x="26" y="366"/>
                    <a:pt x="26" y="366"/>
                    <a:pt x="26" y="366"/>
                  </a:cubicBezTo>
                  <a:cubicBezTo>
                    <a:pt x="21" y="360"/>
                    <a:pt x="11" y="360"/>
                    <a:pt x="6" y="366"/>
                  </a:cubicBezTo>
                  <a:cubicBezTo>
                    <a:pt x="0" y="371"/>
                    <a:pt x="0" y="381"/>
                    <a:pt x="6" y="387"/>
                  </a:cubicBezTo>
                  <a:cubicBezTo>
                    <a:pt x="78" y="459"/>
                    <a:pt x="78" y="459"/>
                    <a:pt x="78" y="459"/>
                  </a:cubicBezTo>
                  <a:cubicBezTo>
                    <a:pt x="84" y="465"/>
                    <a:pt x="93" y="465"/>
                    <a:pt x="99" y="459"/>
                  </a:cubicBezTo>
                  <a:cubicBezTo>
                    <a:pt x="132" y="426"/>
                    <a:pt x="132" y="426"/>
                    <a:pt x="132" y="426"/>
                  </a:cubicBezTo>
                  <a:cubicBezTo>
                    <a:pt x="138" y="427"/>
                    <a:pt x="144" y="430"/>
                    <a:pt x="149" y="431"/>
                  </a:cubicBezTo>
                  <a:cubicBezTo>
                    <a:pt x="149" y="480"/>
                    <a:pt x="149" y="480"/>
                    <a:pt x="149" y="480"/>
                  </a:cubicBezTo>
                  <a:cubicBezTo>
                    <a:pt x="149" y="484"/>
                    <a:pt x="151" y="487"/>
                    <a:pt x="153" y="490"/>
                  </a:cubicBezTo>
                  <a:cubicBezTo>
                    <a:pt x="156" y="493"/>
                    <a:pt x="159" y="494"/>
                    <a:pt x="163" y="494"/>
                  </a:cubicBezTo>
                  <a:cubicBezTo>
                    <a:pt x="283" y="494"/>
                    <a:pt x="283" y="494"/>
                    <a:pt x="283" y="494"/>
                  </a:cubicBezTo>
                  <a:cubicBezTo>
                    <a:pt x="286" y="494"/>
                    <a:pt x="290" y="493"/>
                    <a:pt x="293" y="490"/>
                  </a:cubicBezTo>
                  <a:cubicBezTo>
                    <a:pt x="296" y="487"/>
                    <a:pt x="297" y="484"/>
                    <a:pt x="297" y="480"/>
                  </a:cubicBezTo>
                  <a:cubicBezTo>
                    <a:pt x="297" y="430"/>
                    <a:pt x="297" y="430"/>
                    <a:pt x="297" y="430"/>
                  </a:cubicBezTo>
                  <a:cubicBezTo>
                    <a:pt x="304" y="427"/>
                    <a:pt x="311" y="426"/>
                    <a:pt x="318" y="4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6" name="Freeform 388">
              <a:extLst>
                <a:ext uri="{FF2B5EF4-FFF2-40B4-BE49-F238E27FC236}">
                  <a16:creationId xmlns:a16="http://schemas.microsoft.com/office/drawing/2014/main" id="{535F5861-3DA4-8796-6163-738A4AE823E5}"/>
                </a:ext>
              </a:extLst>
            </p:cNvPr>
            <p:cNvSpPr>
              <a:spLocks noChangeArrowheads="1"/>
            </p:cNvSpPr>
            <p:nvPr/>
          </p:nvSpPr>
          <p:spPr bwMode="auto">
            <a:xfrm>
              <a:off x="650875" y="2957513"/>
              <a:ext cx="76200" cy="76200"/>
            </a:xfrm>
            <a:custGeom>
              <a:avLst/>
              <a:gdLst>
                <a:gd name="T0" fmla="*/ 105 w 210"/>
                <a:gd name="T1" fmla="*/ 0 h 210"/>
                <a:gd name="T2" fmla="*/ 105 w 210"/>
                <a:gd name="T3" fmla="*/ 0 h 210"/>
                <a:gd name="T4" fmla="*/ 0 w 210"/>
                <a:gd name="T5" fmla="*/ 104 h 210"/>
                <a:gd name="T6" fmla="*/ 105 w 210"/>
                <a:gd name="T7" fmla="*/ 209 h 210"/>
                <a:gd name="T8" fmla="*/ 209 w 210"/>
                <a:gd name="T9" fmla="*/ 104 h 210"/>
                <a:gd name="T10" fmla="*/ 105 w 210"/>
                <a:gd name="T11" fmla="*/ 0 h 210"/>
                <a:gd name="T12" fmla="*/ 158 w 210"/>
                <a:gd name="T13" fmla="*/ 157 h 210"/>
                <a:gd name="T14" fmla="*/ 158 w 210"/>
                <a:gd name="T15" fmla="*/ 157 h 210"/>
                <a:gd name="T16" fmla="*/ 105 w 210"/>
                <a:gd name="T17" fmla="*/ 178 h 210"/>
                <a:gd name="T18" fmla="*/ 52 w 210"/>
                <a:gd name="T19" fmla="*/ 157 h 210"/>
                <a:gd name="T20" fmla="*/ 31 w 210"/>
                <a:gd name="T21" fmla="*/ 104 h 210"/>
                <a:gd name="T22" fmla="*/ 52 w 210"/>
                <a:gd name="T23" fmla="*/ 51 h 210"/>
                <a:gd name="T24" fmla="*/ 105 w 210"/>
                <a:gd name="T25" fmla="*/ 30 h 210"/>
                <a:gd name="T26" fmla="*/ 158 w 210"/>
                <a:gd name="T27" fmla="*/ 51 h 210"/>
                <a:gd name="T28" fmla="*/ 178 w 210"/>
                <a:gd name="T29" fmla="*/ 104 h 210"/>
                <a:gd name="T30" fmla="*/ 158 w 210"/>
                <a:gd name="T31" fmla="*/ 157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10">
                  <a:moveTo>
                    <a:pt x="105" y="0"/>
                  </a:moveTo>
                  <a:lnTo>
                    <a:pt x="105" y="0"/>
                  </a:lnTo>
                  <a:cubicBezTo>
                    <a:pt x="47" y="0"/>
                    <a:pt x="0" y="47"/>
                    <a:pt x="0" y="104"/>
                  </a:cubicBezTo>
                  <a:cubicBezTo>
                    <a:pt x="0" y="161"/>
                    <a:pt x="47" y="209"/>
                    <a:pt x="105" y="209"/>
                  </a:cubicBezTo>
                  <a:cubicBezTo>
                    <a:pt x="162" y="209"/>
                    <a:pt x="209" y="161"/>
                    <a:pt x="209" y="104"/>
                  </a:cubicBezTo>
                  <a:cubicBezTo>
                    <a:pt x="209" y="47"/>
                    <a:pt x="162" y="0"/>
                    <a:pt x="105" y="0"/>
                  </a:cubicBezTo>
                  <a:close/>
                  <a:moveTo>
                    <a:pt x="158" y="157"/>
                  </a:moveTo>
                  <a:lnTo>
                    <a:pt x="158" y="157"/>
                  </a:lnTo>
                  <a:cubicBezTo>
                    <a:pt x="144" y="170"/>
                    <a:pt x="125" y="178"/>
                    <a:pt x="105" y="178"/>
                  </a:cubicBezTo>
                  <a:cubicBezTo>
                    <a:pt x="84" y="178"/>
                    <a:pt x="66" y="170"/>
                    <a:pt x="52" y="157"/>
                  </a:cubicBezTo>
                  <a:cubicBezTo>
                    <a:pt x="39" y="143"/>
                    <a:pt x="31" y="125"/>
                    <a:pt x="31" y="104"/>
                  </a:cubicBezTo>
                  <a:cubicBezTo>
                    <a:pt x="31" y="83"/>
                    <a:pt x="39" y="65"/>
                    <a:pt x="52" y="51"/>
                  </a:cubicBezTo>
                  <a:cubicBezTo>
                    <a:pt x="66" y="39"/>
                    <a:pt x="84" y="30"/>
                    <a:pt x="105" y="30"/>
                  </a:cubicBezTo>
                  <a:cubicBezTo>
                    <a:pt x="125" y="30"/>
                    <a:pt x="144" y="39"/>
                    <a:pt x="158" y="51"/>
                  </a:cubicBezTo>
                  <a:cubicBezTo>
                    <a:pt x="170" y="65"/>
                    <a:pt x="178" y="83"/>
                    <a:pt x="178" y="104"/>
                  </a:cubicBezTo>
                  <a:cubicBezTo>
                    <a:pt x="178" y="125"/>
                    <a:pt x="170" y="143"/>
                    <a:pt x="158"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7" name="Group 480">
            <a:extLst>
              <a:ext uri="{FF2B5EF4-FFF2-40B4-BE49-F238E27FC236}">
                <a16:creationId xmlns:a16="http://schemas.microsoft.com/office/drawing/2014/main" id="{6E4419B5-2B2A-438B-3153-4873C2AFF4DB}"/>
              </a:ext>
            </a:extLst>
          </p:cNvPr>
          <p:cNvGrpSpPr/>
          <p:nvPr/>
        </p:nvGrpSpPr>
        <p:grpSpPr>
          <a:xfrm>
            <a:off x="3626519" y="4993382"/>
            <a:ext cx="257175" cy="257175"/>
            <a:chOff x="2598738" y="5302250"/>
            <a:chExt cx="257175" cy="257175"/>
          </a:xfrm>
          <a:solidFill>
            <a:schemeClr val="tx2"/>
          </a:solidFill>
        </p:grpSpPr>
        <p:sp>
          <p:nvSpPr>
            <p:cNvPr id="478" name="Freeform 389">
              <a:extLst>
                <a:ext uri="{FF2B5EF4-FFF2-40B4-BE49-F238E27FC236}">
                  <a16:creationId xmlns:a16="http://schemas.microsoft.com/office/drawing/2014/main" id="{6D6BA0AF-08CB-94B8-8F43-BC96BCF7E93B}"/>
                </a:ext>
              </a:extLst>
            </p:cNvPr>
            <p:cNvSpPr>
              <a:spLocks noChangeArrowheads="1"/>
            </p:cNvSpPr>
            <p:nvPr/>
          </p:nvSpPr>
          <p:spPr bwMode="auto">
            <a:xfrm>
              <a:off x="2598738" y="5302250"/>
              <a:ext cx="257175" cy="257175"/>
            </a:xfrm>
            <a:custGeom>
              <a:avLst/>
              <a:gdLst>
                <a:gd name="T0" fmla="*/ 639 w 716"/>
                <a:gd name="T1" fmla="*/ 147 h 713"/>
                <a:gd name="T2" fmla="*/ 639 w 716"/>
                <a:gd name="T3" fmla="*/ 147 h 713"/>
                <a:gd name="T4" fmla="*/ 473 w 716"/>
                <a:gd name="T5" fmla="*/ 147 h 713"/>
                <a:gd name="T6" fmla="*/ 464 w 716"/>
                <a:gd name="T7" fmla="*/ 129 h 713"/>
                <a:gd name="T8" fmla="*/ 433 w 716"/>
                <a:gd name="T9" fmla="*/ 107 h 713"/>
                <a:gd name="T10" fmla="*/ 586 w 716"/>
                <a:gd name="T11" fmla="*/ 30 h 713"/>
                <a:gd name="T12" fmla="*/ 593 w 716"/>
                <a:gd name="T13" fmla="*/ 9 h 713"/>
                <a:gd name="T14" fmla="*/ 574 w 716"/>
                <a:gd name="T15" fmla="*/ 2 h 713"/>
                <a:gd name="T16" fmla="*/ 395 w 716"/>
                <a:gd name="T17" fmla="*/ 92 h 713"/>
                <a:gd name="T18" fmla="*/ 394 w 716"/>
                <a:gd name="T19" fmla="*/ 93 h 713"/>
                <a:gd name="T20" fmla="*/ 342 w 716"/>
                <a:gd name="T21" fmla="*/ 88 h 713"/>
                <a:gd name="T22" fmla="*/ 291 w 716"/>
                <a:gd name="T23" fmla="*/ 93 h 713"/>
                <a:gd name="T24" fmla="*/ 289 w 716"/>
                <a:gd name="T25" fmla="*/ 92 h 713"/>
                <a:gd name="T26" fmla="*/ 111 w 716"/>
                <a:gd name="T27" fmla="*/ 2 h 713"/>
                <a:gd name="T28" fmla="*/ 91 w 716"/>
                <a:gd name="T29" fmla="*/ 9 h 713"/>
                <a:gd name="T30" fmla="*/ 98 w 716"/>
                <a:gd name="T31" fmla="*/ 30 h 713"/>
                <a:gd name="T32" fmla="*/ 252 w 716"/>
                <a:gd name="T33" fmla="*/ 107 h 713"/>
                <a:gd name="T34" fmla="*/ 252 w 716"/>
                <a:gd name="T35" fmla="*/ 107 h 713"/>
                <a:gd name="T36" fmla="*/ 221 w 716"/>
                <a:gd name="T37" fmla="*/ 129 h 713"/>
                <a:gd name="T38" fmla="*/ 211 w 716"/>
                <a:gd name="T39" fmla="*/ 147 h 713"/>
                <a:gd name="T40" fmla="*/ 74 w 716"/>
                <a:gd name="T41" fmla="*/ 147 h 713"/>
                <a:gd name="T42" fmla="*/ 0 w 716"/>
                <a:gd name="T43" fmla="*/ 221 h 713"/>
                <a:gd name="T44" fmla="*/ 0 w 716"/>
                <a:gd name="T45" fmla="*/ 638 h 713"/>
                <a:gd name="T46" fmla="*/ 74 w 716"/>
                <a:gd name="T47" fmla="*/ 712 h 713"/>
                <a:gd name="T48" fmla="*/ 639 w 716"/>
                <a:gd name="T49" fmla="*/ 712 h 713"/>
                <a:gd name="T50" fmla="*/ 715 w 716"/>
                <a:gd name="T51" fmla="*/ 638 h 713"/>
                <a:gd name="T52" fmla="*/ 715 w 716"/>
                <a:gd name="T53" fmla="*/ 221 h 713"/>
                <a:gd name="T54" fmla="*/ 639 w 716"/>
                <a:gd name="T55" fmla="*/ 147 h 713"/>
                <a:gd name="T56" fmla="*/ 281 w 716"/>
                <a:gd name="T57" fmla="*/ 128 h 713"/>
                <a:gd name="T58" fmla="*/ 281 w 716"/>
                <a:gd name="T59" fmla="*/ 128 h 713"/>
                <a:gd name="T60" fmla="*/ 342 w 716"/>
                <a:gd name="T61" fmla="*/ 118 h 713"/>
                <a:gd name="T62" fmla="*/ 420 w 716"/>
                <a:gd name="T63" fmla="*/ 134 h 713"/>
                <a:gd name="T64" fmla="*/ 440 w 716"/>
                <a:gd name="T65" fmla="*/ 147 h 713"/>
                <a:gd name="T66" fmla="*/ 245 w 716"/>
                <a:gd name="T67" fmla="*/ 147 h 713"/>
                <a:gd name="T68" fmla="*/ 281 w 716"/>
                <a:gd name="T69" fmla="*/ 128 h 713"/>
                <a:gd name="T70" fmla="*/ 684 w 716"/>
                <a:gd name="T71" fmla="*/ 638 h 713"/>
                <a:gd name="T72" fmla="*/ 684 w 716"/>
                <a:gd name="T73" fmla="*/ 638 h 713"/>
                <a:gd name="T74" fmla="*/ 639 w 716"/>
                <a:gd name="T75" fmla="*/ 683 h 713"/>
                <a:gd name="T76" fmla="*/ 74 w 716"/>
                <a:gd name="T77" fmla="*/ 683 h 713"/>
                <a:gd name="T78" fmla="*/ 30 w 716"/>
                <a:gd name="T79" fmla="*/ 638 h 713"/>
                <a:gd name="T80" fmla="*/ 30 w 716"/>
                <a:gd name="T81" fmla="*/ 221 h 713"/>
                <a:gd name="T82" fmla="*/ 74 w 716"/>
                <a:gd name="T83" fmla="*/ 177 h 713"/>
                <a:gd name="T84" fmla="*/ 224 w 716"/>
                <a:gd name="T85" fmla="*/ 177 h 713"/>
                <a:gd name="T86" fmla="*/ 224 w 716"/>
                <a:gd name="T87" fmla="*/ 177 h 713"/>
                <a:gd name="T88" fmla="*/ 461 w 716"/>
                <a:gd name="T89" fmla="*/ 177 h 713"/>
                <a:gd name="T90" fmla="*/ 461 w 716"/>
                <a:gd name="T91" fmla="*/ 177 h 713"/>
                <a:gd name="T92" fmla="*/ 639 w 716"/>
                <a:gd name="T93" fmla="*/ 177 h 713"/>
                <a:gd name="T94" fmla="*/ 684 w 716"/>
                <a:gd name="T95" fmla="*/ 221 h 713"/>
                <a:gd name="T96" fmla="*/ 684 w 716"/>
                <a:gd name="T97" fmla="*/ 638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16" h="713">
                  <a:moveTo>
                    <a:pt x="639" y="147"/>
                  </a:moveTo>
                  <a:lnTo>
                    <a:pt x="639" y="147"/>
                  </a:lnTo>
                  <a:cubicBezTo>
                    <a:pt x="473" y="147"/>
                    <a:pt x="473" y="147"/>
                    <a:pt x="473" y="147"/>
                  </a:cubicBezTo>
                  <a:cubicBezTo>
                    <a:pt x="471" y="141"/>
                    <a:pt x="468" y="135"/>
                    <a:pt x="464" y="129"/>
                  </a:cubicBezTo>
                  <a:cubicBezTo>
                    <a:pt x="455" y="121"/>
                    <a:pt x="444" y="113"/>
                    <a:pt x="433" y="107"/>
                  </a:cubicBezTo>
                  <a:cubicBezTo>
                    <a:pt x="586" y="30"/>
                    <a:pt x="586" y="30"/>
                    <a:pt x="586" y="30"/>
                  </a:cubicBezTo>
                  <a:cubicBezTo>
                    <a:pt x="595" y="26"/>
                    <a:pt x="597" y="16"/>
                    <a:pt x="593" y="9"/>
                  </a:cubicBezTo>
                  <a:cubicBezTo>
                    <a:pt x="590" y="2"/>
                    <a:pt x="581" y="0"/>
                    <a:pt x="574" y="2"/>
                  </a:cubicBezTo>
                  <a:cubicBezTo>
                    <a:pt x="395" y="92"/>
                    <a:pt x="395" y="92"/>
                    <a:pt x="395" y="92"/>
                  </a:cubicBezTo>
                  <a:cubicBezTo>
                    <a:pt x="394" y="93"/>
                    <a:pt x="394" y="93"/>
                    <a:pt x="394" y="93"/>
                  </a:cubicBezTo>
                  <a:cubicBezTo>
                    <a:pt x="377" y="90"/>
                    <a:pt x="360" y="88"/>
                    <a:pt x="342" y="88"/>
                  </a:cubicBezTo>
                  <a:cubicBezTo>
                    <a:pt x="324" y="88"/>
                    <a:pt x="307" y="90"/>
                    <a:pt x="291" y="93"/>
                  </a:cubicBezTo>
                  <a:cubicBezTo>
                    <a:pt x="291" y="93"/>
                    <a:pt x="291" y="93"/>
                    <a:pt x="289" y="92"/>
                  </a:cubicBezTo>
                  <a:cubicBezTo>
                    <a:pt x="111" y="2"/>
                    <a:pt x="111" y="2"/>
                    <a:pt x="111" y="2"/>
                  </a:cubicBezTo>
                  <a:cubicBezTo>
                    <a:pt x="104" y="0"/>
                    <a:pt x="94" y="2"/>
                    <a:pt x="91" y="9"/>
                  </a:cubicBezTo>
                  <a:cubicBezTo>
                    <a:pt x="87" y="16"/>
                    <a:pt x="90" y="26"/>
                    <a:pt x="98" y="30"/>
                  </a:cubicBezTo>
                  <a:cubicBezTo>
                    <a:pt x="252" y="107"/>
                    <a:pt x="252" y="107"/>
                    <a:pt x="252" y="107"/>
                  </a:cubicBezTo>
                  <a:lnTo>
                    <a:pt x="252" y="107"/>
                  </a:lnTo>
                  <a:cubicBezTo>
                    <a:pt x="239" y="113"/>
                    <a:pt x="229" y="121"/>
                    <a:pt x="221" y="129"/>
                  </a:cubicBezTo>
                  <a:cubicBezTo>
                    <a:pt x="217" y="135"/>
                    <a:pt x="214" y="141"/>
                    <a:pt x="211" y="147"/>
                  </a:cubicBezTo>
                  <a:cubicBezTo>
                    <a:pt x="74" y="147"/>
                    <a:pt x="74" y="147"/>
                    <a:pt x="74" y="147"/>
                  </a:cubicBezTo>
                  <a:cubicBezTo>
                    <a:pt x="34" y="147"/>
                    <a:pt x="0" y="181"/>
                    <a:pt x="0" y="221"/>
                  </a:cubicBezTo>
                  <a:cubicBezTo>
                    <a:pt x="0" y="638"/>
                    <a:pt x="0" y="638"/>
                    <a:pt x="0" y="638"/>
                  </a:cubicBezTo>
                  <a:cubicBezTo>
                    <a:pt x="0" y="680"/>
                    <a:pt x="34" y="712"/>
                    <a:pt x="74" y="712"/>
                  </a:cubicBezTo>
                  <a:cubicBezTo>
                    <a:pt x="639" y="712"/>
                    <a:pt x="639" y="712"/>
                    <a:pt x="639" y="712"/>
                  </a:cubicBezTo>
                  <a:cubicBezTo>
                    <a:pt x="681" y="712"/>
                    <a:pt x="715" y="680"/>
                    <a:pt x="715" y="638"/>
                  </a:cubicBezTo>
                  <a:cubicBezTo>
                    <a:pt x="715" y="221"/>
                    <a:pt x="715" y="221"/>
                    <a:pt x="715" y="221"/>
                  </a:cubicBezTo>
                  <a:cubicBezTo>
                    <a:pt x="715" y="181"/>
                    <a:pt x="681" y="147"/>
                    <a:pt x="639" y="147"/>
                  </a:cubicBezTo>
                  <a:close/>
                  <a:moveTo>
                    <a:pt x="281" y="128"/>
                  </a:moveTo>
                  <a:lnTo>
                    <a:pt x="281" y="128"/>
                  </a:lnTo>
                  <a:cubicBezTo>
                    <a:pt x="298" y="121"/>
                    <a:pt x="318" y="118"/>
                    <a:pt x="342" y="118"/>
                  </a:cubicBezTo>
                  <a:cubicBezTo>
                    <a:pt x="373" y="118"/>
                    <a:pt x="401" y="124"/>
                    <a:pt x="420" y="134"/>
                  </a:cubicBezTo>
                  <a:cubicBezTo>
                    <a:pt x="429" y="138"/>
                    <a:pt x="434" y="143"/>
                    <a:pt x="440" y="147"/>
                  </a:cubicBezTo>
                  <a:cubicBezTo>
                    <a:pt x="245" y="147"/>
                    <a:pt x="245" y="147"/>
                    <a:pt x="245" y="147"/>
                  </a:cubicBezTo>
                  <a:cubicBezTo>
                    <a:pt x="252" y="141"/>
                    <a:pt x="264" y="132"/>
                    <a:pt x="281" y="128"/>
                  </a:cubicBezTo>
                  <a:close/>
                  <a:moveTo>
                    <a:pt x="684" y="638"/>
                  </a:moveTo>
                  <a:lnTo>
                    <a:pt x="684" y="638"/>
                  </a:lnTo>
                  <a:cubicBezTo>
                    <a:pt x="684" y="663"/>
                    <a:pt x="664" y="683"/>
                    <a:pt x="639" y="683"/>
                  </a:cubicBezTo>
                  <a:cubicBezTo>
                    <a:pt x="74" y="683"/>
                    <a:pt x="74" y="683"/>
                    <a:pt x="74" y="683"/>
                  </a:cubicBezTo>
                  <a:cubicBezTo>
                    <a:pt x="49" y="683"/>
                    <a:pt x="30" y="663"/>
                    <a:pt x="30" y="638"/>
                  </a:cubicBezTo>
                  <a:cubicBezTo>
                    <a:pt x="30" y="221"/>
                    <a:pt x="30" y="221"/>
                    <a:pt x="30" y="221"/>
                  </a:cubicBezTo>
                  <a:cubicBezTo>
                    <a:pt x="30" y="198"/>
                    <a:pt x="49" y="177"/>
                    <a:pt x="74" y="177"/>
                  </a:cubicBezTo>
                  <a:cubicBezTo>
                    <a:pt x="224" y="177"/>
                    <a:pt x="224" y="177"/>
                    <a:pt x="224" y="177"/>
                  </a:cubicBezTo>
                  <a:lnTo>
                    <a:pt x="224" y="177"/>
                  </a:lnTo>
                  <a:cubicBezTo>
                    <a:pt x="461" y="177"/>
                    <a:pt x="461" y="177"/>
                    <a:pt x="461" y="177"/>
                  </a:cubicBezTo>
                  <a:lnTo>
                    <a:pt x="461" y="177"/>
                  </a:lnTo>
                  <a:cubicBezTo>
                    <a:pt x="639" y="177"/>
                    <a:pt x="639" y="177"/>
                    <a:pt x="639" y="177"/>
                  </a:cubicBezTo>
                  <a:cubicBezTo>
                    <a:pt x="664" y="177"/>
                    <a:pt x="684" y="198"/>
                    <a:pt x="684" y="221"/>
                  </a:cubicBezTo>
                  <a:lnTo>
                    <a:pt x="684" y="6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9" name="Freeform 390">
              <a:extLst>
                <a:ext uri="{FF2B5EF4-FFF2-40B4-BE49-F238E27FC236}">
                  <a16:creationId xmlns:a16="http://schemas.microsoft.com/office/drawing/2014/main" id="{0D200C9E-F380-AA71-3A85-FD8F78DB6C31}"/>
                </a:ext>
              </a:extLst>
            </p:cNvPr>
            <p:cNvSpPr>
              <a:spLocks noChangeArrowheads="1"/>
            </p:cNvSpPr>
            <p:nvPr/>
          </p:nvSpPr>
          <p:spPr bwMode="auto">
            <a:xfrm>
              <a:off x="2630488" y="5387975"/>
              <a:ext cx="149225" cy="139700"/>
            </a:xfrm>
            <a:custGeom>
              <a:avLst/>
              <a:gdLst>
                <a:gd name="T0" fmla="*/ 371 w 416"/>
                <a:gd name="T1" fmla="*/ 0 h 387"/>
                <a:gd name="T2" fmla="*/ 371 w 416"/>
                <a:gd name="T3" fmla="*/ 0 h 387"/>
                <a:gd name="T4" fmla="*/ 44 w 416"/>
                <a:gd name="T5" fmla="*/ 0 h 387"/>
                <a:gd name="T6" fmla="*/ 0 w 416"/>
                <a:gd name="T7" fmla="*/ 44 h 387"/>
                <a:gd name="T8" fmla="*/ 0 w 416"/>
                <a:gd name="T9" fmla="*/ 341 h 387"/>
                <a:gd name="T10" fmla="*/ 44 w 416"/>
                <a:gd name="T11" fmla="*/ 386 h 387"/>
                <a:gd name="T12" fmla="*/ 371 w 416"/>
                <a:gd name="T13" fmla="*/ 386 h 387"/>
                <a:gd name="T14" fmla="*/ 415 w 416"/>
                <a:gd name="T15" fmla="*/ 341 h 387"/>
                <a:gd name="T16" fmla="*/ 415 w 416"/>
                <a:gd name="T17" fmla="*/ 44 h 387"/>
                <a:gd name="T18" fmla="*/ 371 w 416"/>
                <a:gd name="T19" fmla="*/ 0 h 387"/>
                <a:gd name="T20" fmla="*/ 386 w 416"/>
                <a:gd name="T21" fmla="*/ 341 h 387"/>
                <a:gd name="T22" fmla="*/ 386 w 416"/>
                <a:gd name="T23" fmla="*/ 341 h 387"/>
                <a:gd name="T24" fmla="*/ 371 w 416"/>
                <a:gd name="T25" fmla="*/ 357 h 387"/>
                <a:gd name="T26" fmla="*/ 44 w 416"/>
                <a:gd name="T27" fmla="*/ 357 h 387"/>
                <a:gd name="T28" fmla="*/ 29 w 416"/>
                <a:gd name="T29" fmla="*/ 341 h 387"/>
                <a:gd name="T30" fmla="*/ 29 w 416"/>
                <a:gd name="T31" fmla="*/ 44 h 387"/>
                <a:gd name="T32" fmla="*/ 44 w 416"/>
                <a:gd name="T33" fmla="*/ 29 h 387"/>
                <a:gd name="T34" fmla="*/ 371 w 416"/>
                <a:gd name="T35" fmla="*/ 29 h 387"/>
                <a:gd name="T36" fmla="*/ 386 w 416"/>
                <a:gd name="T37" fmla="*/ 44 h 387"/>
                <a:gd name="T38" fmla="*/ 386 w 416"/>
                <a:gd name="T39" fmla="*/ 341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6" h="387">
                  <a:moveTo>
                    <a:pt x="371" y="0"/>
                  </a:moveTo>
                  <a:lnTo>
                    <a:pt x="371" y="0"/>
                  </a:lnTo>
                  <a:cubicBezTo>
                    <a:pt x="44" y="0"/>
                    <a:pt x="44" y="0"/>
                    <a:pt x="44" y="0"/>
                  </a:cubicBezTo>
                  <a:cubicBezTo>
                    <a:pt x="19" y="0"/>
                    <a:pt x="0" y="19"/>
                    <a:pt x="0" y="44"/>
                  </a:cubicBezTo>
                  <a:cubicBezTo>
                    <a:pt x="0" y="341"/>
                    <a:pt x="0" y="341"/>
                    <a:pt x="0" y="341"/>
                  </a:cubicBezTo>
                  <a:cubicBezTo>
                    <a:pt x="0" y="367"/>
                    <a:pt x="19" y="386"/>
                    <a:pt x="44" y="386"/>
                  </a:cubicBezTo>
                  <a:cubicBezTo>
                    <a:pt x="371" y="386"/>
                    <a:pt x="371" y="386"/>
                    <a:pt x="371" y="386"/>
                  </a:cubicBezTo>
                  <a:cubicBezTo>
                    <a:pt x="396" y="386"/>
                    <a:pt x="415" y="367"/>
                    <a:pt x="415" y="341"/>
                  </a:cubicBezTo>
                  <a:cubicBezTo>
                    <a:pt x="415" y="44"/>
                    <a:pt x="415" y="44"/>
                    <a:pt x="415" y="44"/>
                  </a:cubicBezTo>
                  <a:cubicBezTo>
                    <a:pt x="415" y="19"/>
                    <a:pt x="396" y="0"/>
                    <a:pt x="371" y="0"/>
                  </a:cubicBezTo>
                  <a:close/>
                  <a:moveTo>
                    <a:pt x="386" y="341"/>
                  </a:moveTo>
                  <a:lnTo>
                    <a:pt x="386" y="341"/>
                  </a:lnTo>
                  <a:cubicBezTo>
                    <a:pt x="386" y="350"/>
                    <a:pt x="379" y="357"/>
                    <a:pt x="371" y="357"/>
                  </a:cubicBezTo>
                  <a:cubicBezTo>
                    <a:pt x="44" y="357"/>
                    <a:pt x="44" y="357"/>
                    <a:pt x="44" y="357"/>
                  </a:cubicBezTo>
                  <a:cubicBezTo>
                    <a:pt x="36" y="357"/>
                    <a:pt x="29" y="350"/>
                    <a:pt x="29" y="341"/>
                  </a:cubicBezTo>
                  <a:cubicBezTo>
                    <a:pt x="29" y="44"/>
                    <a:pt x="29" y="44"/>
                    <a:pt x="29" y="44"/>
                  </a:cubicBezTo>
                  <a:cubicBezTo>
                    <a:pt x="29" y="36"/>
                    <a:pt x="36" y="29"/>
                    <a:pt x="44" y="29"/>
                  </a:cubicBezTo>
                  <a:cubicBezTo>
                    <a:pt x="371" y="29"/>
                    <a:pt x="371" y="29"/>
                    <a:pt x="371" y="29"/>
                  </a:cubicBezTo>
                  <a:cubicBezTo>
                    <a:pt x="379" y="29"/>
                    <a:pt x="386" y="36"/>
                    <a:pt x="386" y="44"/>
                  </a:cubicBezTo>
                  <a:lnTo>
                    <a:pt x="386"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1">
              <a:extLst>
                <a:ext uri="{FF2B5EF4-FFF2-40B4-BE49-F238E27FC236}">
                  <a16:creationId xmlns:a16="http://schemas.microsoft.com/office/drawing/2014/main" id="{AD0AF7EB-5742-E6E7-2760-92FB8D37120A}"/>
                </a:ext>
              </a:extLst>
            </p:cNvPr>
            <p:cNvSpPr>
              <a:spLocks noChangeArrowheads="1"/>
            </p:cNvSpPr>
            <p:nvPr/>
          </p:nvSpPr>
          <p:spPr bwMode="auto">
            <a:xfrm>
              <a:off x="2790825" y="5397500"/>
              <a:ext cx="42863" cy="42863"/>
            </a:xfrm>
            <a:custGeom>
              <a:avLst/>
              <a:gdLst>
                <a:gd name="T0" fmla="*/ 59 w 120"/>
                <a:gd name="T1" fmla="*/ 0 h 121"/>
                <a:gd name="T2" fmla="*/ 59 w 120"/>
                <a:gd name="T3" fmla="*/ 0 h 121"/>
                <a:gd name="T4" fmla="*/ 0 w 120"/>
                <a:gd name="T5" fmla="*/ 60 h 121"/>
                <a:gd name="T6" fmla="*/ 59 w 120"/>
                <a:gd name="T7" fmla="*/ 120 h 121"/>
                <a:gd name="T8" fmla="*/ 119 w 120"/>
                <a:gd name="T9" fmla="*/ 60 h 121"/>
                <a:gd name="T10" fmla="*/ 59 w 120"/>
                <a:gd name="T11" fmla="*/ 0 h 121"/>
                <a:gd name="T12" fmla="*/ 59 w 120"/>
                <a:gd name="T13" fmla="*/ 89 h 121"/>
                <a:gd name="T14" fmla="*/ 59 w 120"/>
                <a:gd name="T15" fmla="*/ 89 h 121"/>
                <a:gd name="T16" fmla="*/ 29 w 120"/>
                <a:gd name="T17" fmla="*/ 60 h 121"/>
                <a:gd name="T18" fmla="*/ 59 w 120"/>
                <a:gd name="T19" fmla="*/ 31 h 121"/>
                <a:gd name="T20" fmla="*/ 89 w 120"/>
                <a:gd name="T21" fmla="*/ 60 h 121"/>
                <a:gd name="T22" fmla="*/ 59 w 120"/>
                <a:gd name="T23" fmla="*/ 89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0"/>
                  </a:moveTo>
                  <a:lnTo>
                    <a:pt x="59" y="0"/>
                  </a:lnTo>
                  <a:cubicBezTo>
                    <a:pt x="27" y="0"/>
                    <a:pt x="0" y="28"/>
                    <a:pt x="0" y="60"/>
                  </a:cubicBezTo>
                  <a:cubicBezTo>
                    <a:pt x="0" y="93"/>
                    <a:pt x="27" y="120"/>
                    <a:pt x="59" y="120"/>
                  </a:cubicBezTo>
                  <a:cubicBezTo>
                    <a:pt x="92" y="120"/>
                    <a:pt x="119" y="93"/>
                    <a:pt x="119" y="60"/>
                  </a:cubicBezTo>
                  <a:cubicBezTo>
                    <a:pt x="119" y="28"/>
                    <a:pt x="92" y="0"/>
                    <a:pt x="59" y="0"/>
                  </a:cubicBezTo>
                  <a:close/>
                  <a:moveTo>
                    <a:pt x="59" y="89"/>
                  </a:moveTo>
                  <a:lnTo>
                    <a:pt x="59" y="89"/>
                  </a:lnTo>
                  <a:cubicBezTo>
                    <a:pt x="43" y="89"/>
                    <a:pt x="29" y="77"/>
                    <a:pt x="29" y="60"/>
                  </a:cubicBezTo>
                  <a:cubicBezTo>
                    <a:pt x="29" y="43"/>
                    <a:pt x="43" y="31"/>
                    <a:pt x="59" y="31"/>
                  </a:cubicBezTo>
                  <a:cubicBezTo>
                    <a:pt x="75" y="31"/>
                    <a:pt x="89" y="43"/>
                    <a:pt x="89" y="60"/>
                  </a:cubicBezTo>
                  <a:cubicBezTo>
                    <a:pt x="89" y="77"/>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1" name="Freeform 392">
              <a:extLst>
                <a:ext uri="{FF2B5EF4-FFF2-40B4-BE49-F238E27FC236}">
                  <a16:creationId xmlns:a16="http://schemas.microsoft.com/office/drawing/2014/main" id="{D530996C-013A-C654-2E34-7478F6F1EBA6}"/>
                </a:ext>
              </a:extLst>
            </p:cNvPr>
            <p:cNvSpPr>
              <a:spLocks noChangeArrowheads="1"/>
            </p:cNvSpPr>
            <p:nvPr/>
          </p:nvSpPr>
          <p:spPr bwMode="auto">
            <a:xfrm>
              <a:off x="2790825" y="5462588"/>
              <a:ext cx="42863" cy="42862"/>
            </a:xfrm>
            <a:custGeom>
              <a:avLst/>
              <a:gdLst>
                <a:gd name="T0" fmla="*/ 59 w 120"/>
                <a:gd name="T1" fmla="*/ 0 h 120"/>
                <a:gd name="T2" fmla="*/ 59 w 120"/>
                <a:gd name="T3" fmla="*/ 0 h 120"/>
                <a:gd name="T4" fmla="*/ 0 w 120"/>
                <a:gd name="T5" fmla="*/ 59 h 120"/>
                <a:gd name="T6" fmla="*/ 59 w 120"/>
                <a:gd name="T7" fmla="*/ 119 h 120"/>
                <a:gd name="T8" fmla="*/ 119 w 120"/>
                <a:gd name="T9" fmla="*/ 59 h 120"/>
                <a:gd name="T10" fmla="*/ 59 w 120"/>
                <a:gd name="T11" fmla="*/ 0 h 120"/>
                <a:gd name="T12" fmla="*/ 59 w 120"/>
                <a:gd name="T13" fmla="*/ 89 h 120"/>
                <a:gd name="T14" fmla="*/ 59 w 120"/>
                <a:gd name="T15" fmla="*/ 89 h 120"/>
                <a:gd name="T16" fmla="*/ 29 w 120"/>
                <a:gd name="T17" fmla="*/ 59 h 120"/>
                <a:gd name="T18" fmla="*/ 59 w 120"/>
                <a:gd name="T19" fmla="*/ 30 h 120"/>
                <a:gd name="T20" fmla="*/ 89 w 120"/>
                <a:gd name="T21" fmla="*/ 59 h 120"/>
                <a:gd name="T22" fmla="*/ 59 w 120"/>
                <a:gd name="T23" fmla="*/ 8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0">
                  <a:moveTo>
                    <a:pt x="59" y="0"/>
                  </a:moveTo>
                  <a:lnTo>
                    <a:pt x="59" y="0"/>
                  </a:lnTo>
                  <a:cubicBezTo>
                    <a:pt x="27" y="0"/>
                    <a:pt x="0" y="27"/>
                    <a:pt x="0" y="59"/>
                  </a:cubicBezTo>
                  <a:cubicBezTo>
                    <a:pt x="0" y="93"/>
                    <a:pt x="27" y="119"/>
                    <a:pt x="59" y="119"/>
                  </a:cubicBezTo>
                  <a:cubicBezTo>
                    <a:pt x="92" y="119"/>
                    <a:pt x="119" y="93"/>
                    <a:pt x="119" y="59"/>
                  </a:cubicBezTo>
                  <a:cubicBezTo>
                    <a:pt x="119" y="27"/>
                    <a:pt x="92" y="0"/>
                    <a:pt x="59" y="0"/>
                  </a:cubicBezTo>
                  <a:close/>
                  <a:moveTo>
                    <a:pt x="59" y="89"/>
                  </a:moveTo>
                  <a:lnTo>
                    <a:pt x="59" y="89"/>
                  </a:lnTo>
                  <a:cubicBezTo>
                    <a:pt x="43" y="89"/>
                    <a:pt x="29" y="76"/>
                    <a:pt x="29" y="59"/>
                  </a:cubicBezTo>
                  <a:cubicBezTo>
                    <a:pt x="29" y="43"/>
                    <a:pt x="43" y="30"/>
                    <a:pt x="59" y="30"/>
                  </a:cubicBezTo>
                  <a:cubicBezTo>
                    <a:pt x="75" y="30"/>
                    <a:pt x="89" y="43"/>
                    <a:pt x="89" y="59"/>
                  </a:cubicBezTo>
                  <a:cubicBezTo>
                    <a:pt x="89" y="76"/>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2" name="Group 485">
            <a:extLst>
              <a:ext uri="{FF2B5EF4-FFF2-40B4-BE49-F238E27FC236}">
                <a16:creationId xmlns:a16="http://schemas.microsoft.com/office/drawing/2014/main" id="{76502319-589D-0C1A-612C-577ABD365DA2}"/>
              </a:ext>
            </a:extLst>
          </p:cNvPr>
          <p:cNvGrpSpPr/>
          <p:nvPr/>
        </p:nvGrpSpPr>
        <p:grpSpPr>
          <a:xfrm>
            <a:off x="5139406" y="3552726"/>
            <a:ext cx="1841500" cy="139700"/>
            <a:chOff x="4111625" y="3908425"/>
            <a:chExt cx="1841500" cy="139700"/>
          </a:xfrm>
          <a:solidFill>
            <a:schemeClr val="tx2"/>
          </a:solidFill>
        </p:grpSpPr>
        <p:sp>
          <p:nvSpPr>
            <p:cNvPr id="483" name="Freeform 393">
              <a:extLst>
                <a:ext uri="{FF2B5EF4-FFF2-40B4-BE49-F238E27FC236}">
                  <a16:creationId xmlns:a16="http://schemas.microsoft.com/office/drawing/2014/main" id="{E75F47E6-5658-C879-E029-CBB1E32D1D50}"/>
                </a:ext>
              </a:extLst>
            </p:cNvPr>
            <p:cNvSpPr>
              <a:spLocks noChangeArrowheads="1"/>
            </p:cNvSpPr>
            <p:nvPr/>
          </p:nvSpPr>
          <p:spPr bwMode="auto">
            <a:xfrm>
              <a:off x="4111625" y="3910013"/>
              <a:ext cx="169863" cy="134937"/>
            </a:xfrm>
            <a:custGeom>
              <a:avLst/>
              <a:gdLst>
                <a:gd name="T0" fmla="*/ 146 w 471"/>
                <a:gd name="T1" fmla="*/ 376 h 377"/>
                <a:gd name="T2" fmla="*/ 146 w 471"/>
                <a:gd name="T3" fmla="*/ 376 h 377"/>
                <a:gd name="T4" fmla="*/ 230 w 471"/>
                <a:gd name="T5" fmla="*/ 98 h 377"/>
                <a:gd name="T6" fmla="*/ 237 w 471"/>
                <a:gd name="T7" fmla="*/ 62 h 377"/>
                <a:gd name="T8" fmla="*/ 238 w 471"/>
                <a:gd name="T9" fmla="*/ 62 h 377"/>
                <a:gd name="T10" fmla="*/ 241 w 471"/>
                <a:gd name="T11" fmla="*/ 79 h 377"/>
                <a:gd name="T12" fmla="*/ 245 w 471"/>
                <a:gd name="T13" fmla="*/ 98 h 377"/>
                <a:gd name="T14" fmla="*/ 325 w 471"/>
                <a:gd name="T15" fmla="*/ 376 h 377"/>
                <a:gd name="T16" fmla="*/ 361 w 471"/>
                <a:gd name="T17" fmla="*/ 376 h 377"/>
                <a:gd name="T18" fmla="*/ 470 w 471"/>
                <a:gd name="T19" fmla="*/ 0 h 377"/>
                <a:gd name="T20" fmla="*/ 432 w 471"/>
                <a:gd name="T21" fmla="*/ 0 h 377"/>
                <a:gd name="T22" fmla="*/ 350 w 471"/>
                <a:gd name="T23" fmla="*/ 304 h 377"/>
                <a:gd name="T24" fmla="*/ 346 w 471"/>
                <a:gd name="T25" fmla="*/ 318 h 377"/>
                <a:gd name="T26" fmla="*/ 344 w 471"/>
                <a:gd name="T27" fmla="*/ 331 h 377"/>
                <a:gd name="T28" fmla="*/ 343 w 471"/>
                <a:gd name="T29" fmla="*/ 331 h 377"/>
                <a:gd name="T30" fmla="*/ 340 w 471"/>
                <a:gd name="T31" fmla="*/ 314 h 377"/>
                <a:gd name="T32" fmla="*/ 336 w 471"/>
                <a:gd name="T33" fmla="*/ 296 h 377"/>
                <a:gd name="T34" fmla="*/ 254 w 471"/>
                <a:gd name="T35" fmla="*/ 0 h 377"/>
                <a:gd name="T36" fmla="*/ 226 w 471"/>
                <a:gd name="T37" fmla="*/ 0 h 377"/>
                <a:gd name="T38" fmla="*/ 138 w 471"/>
                <a:gd name="T39" fmla="*/ 295 h 377"/>
                <a:gd name="T40" fmla="*/ 130 w 471"/>
                <a:gd name="T41" fmla="*/ 331 h 377"/>
                <a:gd name="T42" fmla="*/ 128 w 471"/>
                <a:gd name="T43" fmla="*/ 331 h 377"/>
                <a:gd name="T44" fmla="*/ 125 w 471"/>
                <a:gd name="T45" fmla="*/ 314 h 377"/>
                <a:gd name="T46" fmla="*/ 121 w 471"/>
                <a:gd name="T47" fmla="*/ 295 h 377"/>
                <a:gd name="T48" fmla="*/ 39 w 471"/>
                <a:gd name="T49" fmla="*/ 0 h 377"/>
                <a:gd name="T50" fmla="*/ 0 w 471"/>
                <a:gd name="T51" fmla="*/ 0 h 377"/>
                <a:gd name="T52" fmla="*/ 110 w 471"/>
                <a:gd name="T53" fmla="*/ 376 h 377"/>
                <a:gd name="T54" fmla="*/ 146 w 471"/>
                <a:gd name="T5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1" h="377">
                  <a:moveTo>
                    <a:pt x="146" y="376"/>
                  </a:moveTo>
                  <a:lnTo>
                    <a:pt x="146" y="376"/>
                  </a:lnTo>
                  <a:cubicBezTo>
                    <a:pt x="230" y="98"/>
                    <a:pt x="230" y="98"/>
                    <a:pt x="230" y="98"/>
                  </a:cubicBezTo>
                  <a:cubicBezTo>
                    <a:pt x="234" y="84"/>
                    <a:pt x="237" y="72"/>
                    <a:pt x="237" y="62"/>
                  </a:cubicBezTo>
                  <a:cubicBezTo>
                    <a:pt x="238" y="62"/>
                    <a:pt x="238" y="62"/>
                    <a:pt x="238" y="62"/>
                  </a:cubicBezTo>
                  <a:cubicBezTo>
                    <a:pt x="238" y="67"/>
                    <a:pt x="240" y="73"/>
                    <a:pt x="241" y="79"/>
                  </a:cubicBezTo>
                  <a:cubicBezTo>
                    <a:pt x="241" y="86"/>
                    <a:pt x="243" y="91"/>
                    <a:pt x="245" y="98"/>
                  </a:cubicBezTo>
                  <a:cubicBezTo>
                    <a:pt x="325" y="376"/>
                    <a:pt x="325" y="376"/>
                    <a:pt x="325" y="376"/>
                  </a:cubicBezTo>
                  <a:cubicBezTo>
                    <a:pt x="361" y="376"/>
                    <a:pt x="361" y="376"/>
                    <a:pt x="361" y="376"/>
                  </a:cubicBezTo>
                  <a:cubicBezTo>
                    <a:pt x="470" y="0"/>
                    <a:pt x="470" y="0"/>
                    <a:pt x="470" y="0"/>
                  </a:cubicBezTo>
                  <a:cubicBezTo>
                    <a:pt x="432" y="0"/>
                    <a:pt x="432" y="0"/>
                    <a:pt x="432" y="0"/>
                  </a:cubicBezTo>
                  <a:cubicBezTo>
                    <a:pt x="350" y="304"/>
                    <a:pt x="350" y="304"/>
                    <a:pt x="350" y="304"/>
                  </a:cubicBezTo>
                  <a:cubicBezTo>
                    <a:pt x="349" y="309"/>
                    <a:pt x="347" y="314"/>
                    <a:pt x="346" y="318"/>
                  </a:cubicBezTo>
                  <a:cubicBezTo>
                    <a:pt x="344" y="323"/>
                    <a:pt x="344" y="327"/>
                    <a:pt x="344" y="331"/>
                  </a:cubicBezTo>
                  <a:cubicBezTo>
                    <a:pt x="343" y="331"/>
                    <a:pt x="343" y="331"/>
                    <a:pt x="343" y="331"/>
                  </a:cubicBezTo>
                  <a:cubicBezTo>
                    <a:pt x="342" y="325"/>
                    <a:pt x="342" y="320"/>
                    <a:pt x="340" y="314"/>
                  </a:cubicBezTo>
                  <a:cubicBezTo>
                    <a:pt x="339" y="309"/>
                    <a:pt x="337" y="302"/>
                    <a:pt x="336" y="296"/>
                  </a:cubicBezTo>
                  <a:cubicBezTo>
                    <a:pt x="254" y="0"/>
                    <a:pt x="254" y="0"/>
                    <a:pt x="254" y="0"/>
                  </a:cubicBezTo>
                  <a:cubicBezTo>
                    <a:pt x="226" y="0"/>
                    <a:pt x="226" y="0"/>
                    <a:pt x="226" y="0"/>
                  </a:cubicBezTo>
                  <a:cubicBezTo>
                    <a:pt x="138" y="295"/>
                    <a:pt x="138" y="295"/>
                    <a:pt x="138" y="295"/>
                  </a:cubicBezTo>
                  <a:cubicBezTo>
                    <a:pt x="134" y="311"/>
                    <a:pt x="131" y="323"/>
                    <a:pt x="130" y="331"/>
                  </a:cubicBezTo>
                  <a:cubicBezTo>
                    <a:pt x="128" y="331"/>
                    <a:pt x="128" y="331"/>
                    <a:pt x="128" y="331"/>
                  </a:cubicBezTo>
                  <a:cubicBezTo>
                    <a:pt x="128" y="325"/>
                    <a:pt x="127" y="320"/>
                    <a:pt x="125" y="314"/>
                  </a:cubicBezTo>
                  <a:cubicBezTo>
                    <a:pt x="124" y="307"/>
                    <a:pt x="123" y="302"/>
                    <a:pt x="121" y="295"/>
                  </a:cubicBezTo>
                  <a:cubicBezTo>
                    <a:pt x="39" y="0"/>
                    <a:pt x="39" y="0"/>
                    <a:pt x="39" y="0"/>
                  </a:cubicBezTo>
                  <a:cubicBezTo>
                    <a:pt x="0" y="0"/>
                    <a:pt x="0" y="0"/>
                    <a:pt x="0" y="0"/>
                  </a:cubicBezTo>
                  <a:cubicBezTo>
                    <a:pt x="110" y="376"/>
                    <a:pt x="110" y="376"/>
                    <a:pt x="110" y="376"/>
                  </a:cubicBezTo>
                  <a:lnTo>
                    <a:pt x="146"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394">
              <a:extLst>
                <a:ext uri="{FF2B5EF4-FFF2-40B4-BE49-F238E27FC236}">
                  <a16:creationId xmlns:a16="http://schemas.microsoft.com/office/drawing/2014/main" id="{C66B6BB7-CD25-BE35-EE6B-7BFA13FB6FB7}"/>
                </a:ext>
              </a:extLst>
            </p:cNvPr>
            <p:cNvSpPr>
              <a:spLocks noChangeArrowheads="1"/>
            </p:cNvSpPr>
            <p:nvPr/>
          </p:nvSpPr>
          <p:spPr bwMode="auto">
            <a:xfrm>
              <a:off x="4302125" y="3910013"/>
              <a:ext cx="69850" cy="134937"/>
            </a:xfrm>
            <a:custGeom>
              <a:avLst/>
              <a:gdLst>
                <a:gd name="T0" fmla="*/ 35 w 193"/>
                <a:gd name="T1" fmla="*/ 201 h 377"/>
                <a:gd name="T2" fmla="*/ 172 w 193"/>
                <a:gd name="T3" fmla="*/ 201 h 377"/>
                <a:gd name="T4" fmla="*/ 172 w 193"/>
                <a:gd name="T5" fmla="*/ 171 h 377"/>
                <a:gd name="T6" fmla="*/ 35 w 193"/>
                <a:gd name="T7" fmla="*/ 171 h 377"/>
                <a:gd name="T8" fmla="*/ 35 w 193"/>
                <a:gd name="T9" fmla="*/ 33 h 377"/>
                <a:gd name="T10" fmla="*/ 183 w 193"/>
                <a:gd name="T11" fmla="*/ 33 h 377"/>
                <a:gd name="T12" fmla="*/ 183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1"/>
                  </a:moveTo>
                  <a:lnTo>
                    <a:pt x="172" y="201"/>
                  </a:lnTo>
                  <a:lnTo>
                    <a:pt x="172" y="171"/>
                  </a:lnTo>
                  <a:lnTo>
                    <a:pt x="35" y="171"/>
                  </a:lnTo>
                  <a:lnTo>
                    <a:pt x="35" y="33"/>
                  </a:lnTo>
                  <a:lnTo>
                    <a:pt x="183" y="33"/>
                  </a:lnTo>
                  <a:lnTo>
                    <a:pt x="183" y="0"/>
                  </a:lnTo>
                  <a:lnTo>
                    <a:pt x="0" y="0"/>
                  </a:lnTo>
                  <a:lnTo>
                    <a:pt x="0" y="376"/>
                  </a:lnTo>
                  <a:lnTo>
                    <a:pt x="192" y="376"/>
                  </a:lnTo>
                  <a:lnTo>
                    <a:pt x="192" y="345"/>
                  </a:lnTo>
                  <a:lnTo>
                    <a:pt x="35" y="345"/>
                  </a:lnTo>
                  <a:lnTo>
                    <a:pt x="35"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395">
              <a:extLst>
                <a:ext uri="{FF2B5EF4-FFF2-40B4-BE49-F238E27FC236}">
                  <a16:creationId xmlns:a16="http://schemas.microsoft.com/office/drawing/2014/main" id="{6AB90E44-1429-5DDE-9BF2-68F36C853B04}"/>
                </a:ext>
              </a:extLst>
            </p:cNvPr>
            <p:cNvSpPr>
              <a:spLocks noChangeArrowheads="1"/>
            </p:cNvSpPr>
            <p:nvPr/>
          </p:nvSpPr>
          <p:spPr bwMode="auto">
            <a:xfrm>
              <a:off x="4386263" y="3910013"/>
              <a:ext cx="115887" cy="134937"/>
            </a:xfrm>
            <a:custGeom>
              <a:avLst/>
              <a:gdLst>
                <a:gd name="T0" fmla="*/ 142 w 320"/>
                <a:gd name="T1" fmla="*/ 0 h 377"/>
                <a:gd name="T2" fmla="*/ 142 w 320"/>
                <a:gd name="T3" fmla="*/ 0 h 377"/>
                <a:gd name="T4" fmla="*/ 0 w 320"/>
                <a:gd name="T5" fmla="*/ 376 h 377"/>
                <a:gd name="T6" fmla="*/ 37 w 320"/>
                <a:gd name="T7" fmla="*/ 376 h 377"/>
                <a:gd name="T8" fmla="*/ 78 w 320"/>
                <a:gd name="T9" fmla="*/ 265 h 377"/>
                <a:gd name="T10" fmla="*/ 238 w 320"/>
                <a:gd name="T11" fmla="*/ 265 h 377"/>
                <a:gd name="T12" fmla="*/ 280 w 320"/>
                <a:gd name="T13" fmla="*/ 376 h 377"/>
                <a:gd name="T14" fmla="*/ 319 w 320"/>
                <a:gd name="T15" fmla="*/ 376 h 377"/>
                <a:gd name="T16" fmla="*/ 177 w 320"/>
                <a:gd name="T17" fmla="*/ 0 h 377"/>
                <a:gd name="T18" fmla="*/ 142 w 320"/>
                <a:gd name="T19" fmla="*/ 0 h 377"/>
                <a:gd name="T20" fmla="*/ 90 w 320"/>
                <a:gd name="T21" fmla="*/ 233 h 377"/>
                <a:gd name="T22" fmla="*/ 90 w 320"/>
                <a:gd name="T23" fmla="*/ 233 h 377"/>
                <a:gd name="T24" fmla="*/ 150 w 320"/>
                <a:gd name="T25" fmla="*/ 67 h 377"/>
                <a:gd name="T26" fmla="*/ 155 w 320"/>
                <a:gd name="T27" fmla="*/ 55 h 377"/>
                <a:gd name="T28" fmla="*/ 157 w 320"/>
                <a:gd name="T29" fmla="*/ 41 h 377"/>
                <a:gd name="T30" fmla="*/ 159 w 320"/>
                <a:gd name="T31" fmla="*/ 41 h 377"/>
                <a:gd name="T32" fmla="*/ 162 w 320"/>
                <a:gd name="T33" fmla="*/ 55 h 377"/>
                <a:gd name="T34" fmla="*/ 166 w 320"/>
                <a:gd name="T35" fmla="*/ 67 h 377"/>
                <a:gd name="T36" fmla="*/ 227 w 320"/>
                <a:gd name="T37" fmla="*/ 233 h 377"/>
                <a:gd name="T38" fmla="*/ 90 w 320"/>
                <a:gd name="T39" fmla="*/ 2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7">
                  <a:moveTo>
                    <a:pt x="142" y="0"/>
                  </a:moveTo>
                  <a:lnTo>
                    <a:pt x="142" y="0"/>
                  </a:lnTo>
                  <a:cubicBezTo>
                    <a:pt x="0" y="376"/>
                    <a:pt x="0" y="376"/>
                    <a:pt x="0" y="376"/>
                  </a:cubicBezTo>
                  <a:cubicBezTo>
                    <a:pt x="37" y="376"/>
                    <a:pt x="37" y="376"/>
                    <a:pt x="37" y="376"/>
                  </a:cubicBezTo>
                  <a:cubicBezTo>
                    <a:pt x="78" y="265"/>
                    <a:pt x="78" y="265"/>
                    <a:pt x="78" y="265"/>
                  </a:cubicBezTo>
                  <a:cubicBezTo>
                    <a:pt x="238" y="265"/>
                    <a:pt x="238" y="265"/>
                    <a:pt x="238" y="265"/>
                  </a:cubicBezTo>
                  <a:cubicBezTo>
                    <a:pt x="280" y="376"/>
                    <a:pt x="280" y="376"/>
                    <a:pt x="280" y="376"/>
                  </a:cubicBezTo>
                  <a:cubicBezTo>
                    <a:pt x="319" y="376"/>
                    <a:pt x="319" y="376"/>
                    <a:pt x="319" y="376"/>
                  </a:cubicBezTo>
                  <a:cubicBezTo>
                    <a:pt x="177" y="0"/>
                    <a:pt x="177" y="0"/>
                    <a:pt x="177" y="0"/>
                  </a:cubicBezTo>
                  <a:lnTo>
                    <a:pt x="142" y="0"/>
                  </a:lnTo>
                  <a:close/>
                  <a:moveTo>
                    <a:pt x="90" y="233"/>
                  </a:moveTo>
                  <a:lnTo>
                    <a:pt x="90" y="233"/>
                  </a:lnTo>
                  <a:cubicBezTo>
                    <a:pt x="150" y="67"/>
                    <a:pt x="150" y="67"/>
                    <a:pt x="150" y="67"/>
                  </a:cubicBezTo>
                  <a:cubicBezTo>
                    <a:pt x="152" y="63"/>
                    <a:pt x="153" y="59"/>
                    <a:pt x="155" y="55"/>
                  </a:cubicBezTo>
                  <a:cubicBezTo>
                    <a:pt x="156" y="51"/>
                    <a:pt x="157" y="46"/>
                    <a:pt x="157" y="41"/>
                  </a:cubicBezTo>
                  <a:cubicBezTo>
                    <a:pt x="159" y="41"/>
                    <a:pt x="159" y="41"/>
                    <a:pt x="159" y="41"/>
                  </a:cubicBezTo>
                  <a:cubicBezTo>
                    <a:pt x="160" y="46"/>
                    <a:pt x="162" y="51"/>
                    <a:pt x="162" y="55"/>
                  </a:cubicBezTo>
                  <a:cubicBezTo>
                    <a:pt x="163" y="59"/>
                    <a:pt x="164" y="63"/>
                    <a:pt x="166" y="67"/>
                  </a:cubicBezTo>
                  <a:cubicBezTo>
                    <a:pt x="227" y="233"/>
                    <a:pt x="227" y="233"/>
                    <a:pt x="227" y="233"/>
                  </a:cubicBezTo>
                  <a:lnTo>
                    <a:pt x="90"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6" name="Freeform 396">
              <a:extLst>
                <a:ext uri="{FF2B5EF4-FFF2-40B4-BE49-F238E27FC236}">
                  <a16:creationId xmlns:a16="http://schemas.microsoft.com/office/drawing/2014/main" id="{134C5191-FF0A-C2F5-7EB9-6A565CC05112}"/>
                </a:ext>
              </a:extLst>
            </p:cNvPr>
            <p:cNvSpPr>
              <a:spLocks noChangeArrowheads="1"/>
            </p:cNvSpPr>
            <p:nvPr/>
          </p:nvSpPr>
          <p:spPr bwMode="auto">
            <a:xfrm>
              <a:off x="4495800" y="3910013"/>
              <a:ext cx="90488" cy="134937"/>
            </a:xfrm>
            <a:custGeom>
              <a:avLst/>
              <a:gdLst>
                <a:gd name="T0" fmla="*/ 0 w 252"/>
                <a:gd name="T1" fmla="*/ 33 h 377"/>
                <a:gd name="T2" fmla="*/ 109 w 252"/>
                <a:gd name="T3" fmla="*/ 33 h 377"/>
                <a:gd name="T4" fmla="*/ 109 w 252"/>
                <a:gd name="T5" fmla="*/ 376 h 377"/>
                <a:gd name="T6" fmla="*/ 143 w 252"/>
                <a:gd name="T7" fmla="*/ 376 h 377"/>
                <a:gd name="T8" fmla="*/ 143 w 252"/>
                <a:gd name="T9" fmla="*/ 33 h 377"/>
                <a:gd name="T10" fmla="*/ 251 w 252"/>
                <a:gd name="T11" fmla="*/ 33 h 377"/>
                <a:gd name="T12" fmla="*/ 251 w 252"/>
                <a:gd name="T13" fmla="*/ 0 h 377"/>
                <a:gd name="T14" fmla="*/ 0 w 252"/>
                <a:gd name="T15" fmla="*/ 0 h 377"/>
                <a:gd name="T16" fmla="*/ 0 w 252"/>
                <a:gd name="T17"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7">
                  <a:moveTo>
                    <a:pt x="0" y="33"/>
                  </a:moveTo>
                  <a:lnTo>
                    <a:pt x="109" y="33"/>
                  </a:lnTo>
                  <a:lnTo>
                    <a:pt x="109" y="376"/>
                  </a:lnTo>
                  <a:lnTo>
                    <a:pt x="143" y="376"/>
                  </a:lnTo>
                  <a:lnTo>
                    <a:pt x="143" y="33"/>
                  </a:lnTo>
                  <a:lnTo>
                    <a:pt x="251" y="33"/>
                  </a:lnTo>
                  <a:lnTo>
                    <a:pt x="251" y="0"/>
                  </a:lnTo>
                  <a:lnTo>
                    <a:pt x="0" y="0"/>
                  </a:lnTo>
                  <a:lnTo>
                    <a:pt x="0"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7" name="Freeform 397">
              <a:extLst>
                <a:ext uri="{FF2B5EF4-FFF2-40B4-BE49-F238E27FC236}">
                  <a16:creationId xmlns:a16="http://schemas.microsoft.com/office/drawing/2014/main" id="{607DCA07-3955-C646-ADA2-F5897108B9D1}"/>
                </a:ext>
              </a:extLst>
            </p:cNvPr>
            <p:cNvSpPr>
              <a:spLocks noChangeArrowheads="1"/>
            </p:cNvSpPr>
            <p:nvPr/>
          </p:nvSpPr>
          <p:spPr bwMode="auto">
            <a:xfrm>
              <a:off x="4608513" y="3910013"/>
              <a:ext cx="100012" cy="134937"/>
            </a:xfrm>
            <a:custGeom>
              <a:avLst/>
              <a:gdLst>
                <a:gd name="T0" fmla="*/ 240 w 276"/>
                <a:gd name="T1" fmla="*/ 376 h 377"/>
                <a:gd name="T2" fmla="*/ 275 w 276"/>
                <a:gd name="T3" fmla="*/ 376 h 377"/>
                <a:gd name="T4" fmla="*/ 275 w 276"/>
                <a:gd name="T5" fmla="*/ 0 h 377"/>
                <a:gd name="T6" fmla="*/ 240 w 276"/>
                <a:gd name="T7" fmla="*/ 0 h 377"/>
                <a:gd name="T8" fmla="*/ 240 w 276"/>
                <a:gd name="T9" fmla="*/ 169 h 377"/>
                <a:gd name="T10" fmla="*/ 35 w 276"/>
                <a:gd name="T11" fmla="*/ 169 h 377"/>
                <a:gd name="T12" fmla="*/ 35 w 276"/>
                <a:gd name="T13" fmla="*/ 0 h 377"/>
                <a:gd name="T14" fmla="*/ 0 w 276"/>
                <a:gd name="T15" fmla="*/ 0 h 377"/>
                <a:gd name="T16" fmla="*/ 0 w 276"/>
                <a:gd name="T17" fmla="*/ 376 h 377"/>
                <a:gd name="T18" fmla="*/ 35 w 276"/>
                <a:gd name="T19" fmla="*/ 376 h 377"/>
                <a:gd name="T20" fmla="*/ 35 w 276"/>
                <a:gd name="T21" fmla="*/ 201 h 377"/>
                <a:gd name="T22" fmla="*/ 240 w 276"/>
                <a:gd name="T23" fmla="*/ 201 h 377"/>
                <a:gd name="T24" fmla="*/ 240 w 276"/>
                <a:gd name="T2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6" h="377">
                  <a:moveTo>
                    <a:pt x="240" y="376"/>
                  </a:moveTo>
                  <a:lnTo>
                    <a:pt x="275" y="376"/>
                  </a:lnTo>
                  <a:lnTo>
                    <a:pt x="275" y="0"/>
                  </a:lnTo>
                  <a:lnTo>
                    <a:pt x="240" y="0"/>
                  </a:lnTo>
                  <a:lnTo>
                    <a:pt x="240" y="169"/>
                  </a:lnTo>
                  <a:lnTo>
                    <a:pt x="35" y="169"/>
                  </a:lnTo>
                  <a:lnTo>
                    <a:pt x="35" y="0"/>
                  </a:lnTo>
                  <a:lnTo>
                    <a:pt x="0" y="0"/>
                  </a:lnTo>
                  <a:lnTo>
                    <a:pt x="0" y="376"/>
                  </a:lnTo>
                  <a:lnTo>
                    <a:pt x="35" y="376"/>
                  </a:lnTo>
                  <a:lnTo>
                    <a:pt x="35" y="201"/>
                  </a:lnTo>
                  <a:lnTo>
                    <a:pt x="240" y="201"/>
                  </a:lnTo>
                  <a:lnTo>
                    <a:pt x="24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398">
              <a:extLst>
                <a:ext uri="{FF2B5EF4-FFF2-40B4-BE49-F238E27FC236}">
                  <a16:creationId xmlns:a16="http://schemas.microsoft.com/office/drawing/2014/main" id="{E83EEC52-7AFF-DD49-553E-750EF88AF59F}"/>
                </a:ext>
              </a:extLst>
            </p:cNvPr>
            <p:cNvSpPr>
              <a:spLocks noChangeArrowheads="1"/>
            </p:cNvSpPr>
            <p:nvPr/>
          </p:nvSpPr>
          <p:spPr bwMode="auto">
            <a:xfrm>
              <a:off x="4741863"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1 w 192"/>
                <a:gd name="T17" fmla="*/ 201 h 377"/>
                <a:gd name="T18" fmla="*/ 171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1" y="201"/>
                  </a:lnTo>
                  <a:lnTo>
                    <a:pt x="171"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399">
              <a:extLst>
                <a:ext uri="{FF2B5EF4-FFF2-40B4-BE49-F238E27FC236}">
                  <a16:creationId xmlns:a16="http://schemas.microsoft.com/office/drawing/2014/main" id="{E0AAF386-6341-DC88-B39F-C371C19D68E2}"/>
                </a:ext>
              </a:extLst>
            </p:cNvPr>
            <p:cNvSpPr>
              <a:spLocks noChangeArrowheads="1"/>
            </p:cNvSpPr>
            <p:nvPr/>
          </p:nvSpPr>
          <p:spPr bwMode="auto">
            <a:xfrm>
              <a:off x="4838700" y="3910013"/>
              <a:ext cx="88900" cy="134937"/>
            </a:xfrm>
            <a:custGeom>
              <a:avLst/>
              <a:gdLst>
                <a:gd name="T0" fmla="*/ 170 w 245"/>
                <a:gd name="T1" fmla="*/ 239 h 377"/>
                <a:gd name="T2" fmla="*/ 170 w 245"/>
                <a:gd name="T3" fmla="*/ 239 h 377"/>
                <a:gd name="T4" fmla="*/ 157 w 245"/>
                <a:gd name="T5" fmla="*/ 222 h 377"/>
                <a:gd name="T6" fmla="*/ 146 w 245"/>
                <a:gd name="T7" fmla="*/ 211 h 377"/>
                <a:gd name="T8" fmla="*/ 132 w 245"/>
                <a:gd name="T9" fmla="*/ 203 h 377"/>
                <a:gd name="T10" fmla="*/ 132 w 245"/>
                <a:gd name="T11" fmla="*/ 201 h 377"/>
                <a:gd name="T12" fmla="*/ 167 w 245"/>
                <a:gd name="T13" fmla="*/ 189 h 377"/>
                <a:gd name="T14" fmla="*/ 195 w 245"/>
                <a:gd name="T15" fmla="*/ 166 h 377"/>
                <a:gd name="T16" fmla="*/ 212 w 245"/>
                <a:gd name="T17" fmla="*/ 137 h 377"/>
                <a:gd name="T18" fmla="*/ 217 w 245"/>
                <a:gd name="T19" fmla="*/ 99 h 377"/>
                <a:gd name="T20" fmla="*/ 209 w 245"/>
                <a:gd name="T21" fmla="*/ 56 h 377"/>
                <a:gd name="T22" fmla="*/ 184 w 245"/>
                <a:gd name="T23" fmla="*/ 26 h 377"/>
                <a:gd name="T24" fmla="*/ 149 w 245"/>
                <a:gd name="T25" fmla="*/ 7 h 377"/>
                <a:gd name="T26" fmla="*/ 107 w 245"/>
                <a:gd name="T27" fmla="*/ 0 h 377"/>
                <a:gd name="T28" fmla="*/ 0 w 245"/>
                <a:gd name="T29" fmla="*/ 0 h 377"/>
                <a:gd name="T30" fmla="*/ 0 w 245"/>
                <a:gd name="T31" fmla="*/ 376 h 377"/>
                <a:gd name="T32" fmla="*/ 35 w 245"/>
                <a:gd name="T33" fmla="*/ 376 h 377"/>
                <a:gd name="T34" fmla="*/ 35 w 245"/>
                <a:gd name="T35" fmla="*/ 212 h 377"/>
                <a:gd name="T36" fmla="*/ 75 w 245"/>
                <a:gd name="T37" fmla="*/ 212 h 377"/>
                <a:gd name="T38" fmla="*/ 97 w 245"/>
                <a:gd name="T39" fmla="*/ 215 h 377"/>
                <a:gd name="T40" fmla="*/ 114 w 245"/>
                <a:gd name="T41" fmla="*/ 225 h 377"/>
                <a:gd name="T42" fmla="*/ 131 w 245"/>
                <a:gd name="T43" fmla="*/ 242 h 377"/>
                <a:gd name="T44" fmla="*/ 148 w 245"/>
                <a:gd name="T45" fmla="*/ 268 h 377"/>
                <a:gd name="T46" fmla="*/ 203 w 245"/>
                <a:gd name="T47" fmla="*/ 376 h 377"/>
                <a:gd name="T48" fmla="*/ 244 w 245"/>
                <a:gd name="T49" fmla="*/ 376 h 377"/>
                <a:gd name="T50" fmla="*/ 181 w 245"/>
                <a:gd name="T51" fmla="*/ 260 h 377"/>
                <a:gd name="T52" fmla="*/ 170 w 245"/>
                <a:gd name="T53" fmla="*/ 239 h 377"/>
                <a:gd name="T54" fmla="*/ 96 w 245"/>
                <a:gd name="T55" fmla="*/ 182 h 377"/>
                <a:gd name="T56" fmla="*/ 96 w 245"/>
                <a:gd name="T57" fmla="*/ 182 h 377"/>
                <a:gd name="T58" fmla="*/ 35 w 245"/>
                <a:gd name="T59" fmla="*/ 182 h 377"/>
                <a:gd name="T60" fmla="*/ 35 w 245"/>
                <a:gd name="T61" fmla="*/ 33 h 377"/>
                <a:gd name="T62" fmla="*/ 99 w 245"/>
                <a:gd name="T63" fmla="*/ 33 h 377"/>
                <a:gd name="T64" fmla="*/ 160 w 245"/>
                <a:gd name="T65" fmla="*/ 52 h 377"/>
                <a:gd name="T66" fmla="*/ 181 w 245"/>
                <a:gd name="T67" fmla="*/ 104 h 377"/>
                <a:gd name="T68" fmla="*/ 175 w 245"/>
                <a:gd name="T69" fmla="*/ 136 h 377"/>
                <a:gd name="T70" fmla="*/ 157 w 245"/>
                <a:gd name="T71" fmla="*/ 159 h 377"/>
                <a:gd name="T72" fmla="*/ 131 w 245"/>
                <a:gd name="T73" fmla="*/ 176 h 377"/>
                <a:gd name="T74" fmla="*/ 96 w 245"/>
                <a:gd name="T75" fmla="*/ 18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377">
                  <a:moveTo>
                    <a:pt x="170" y="239"/>
                  </a:moveTo>
                  <a:lnTo>
                    <a:pt x="170" y="239"/>
                  </a:lnTo>
                  <a:cubicBezTo>
                    <a:pt x="166" y="233"/>
                    <a:pt x="161" y="228"/>
                    <a:pt x="157" y="222"/>
                  </a:cubicBezTo>
                  <a:cubicBezTo>
                    <a:pt x="155" y="218"/>
                    <a:pt x="150" y="214"/>
                    <a:pt x="146" y="211"/>
                  </a:cubicBezTo>
                  <a:cubicBezTo>
                    <a:pt x="142" y="207"/>
                    <a:pt x="136" y="205"/>
                    <a:pt x="132" y="203"/>
                  </a:cubicBezTo>
                  <a:cubicBezTo>
                    <a:pt x="132" y="201"/>
                    <a:pt x="132" y="201"/>
                    <a:pt x="132" y="201"/>
                  </a:cubicBezTo>
                  <a:cubicBezTo>
                    <a:pt x="145" y="198"/>
                    <a:pt x="157" y="194"/>
                    <a:pt x="167" y="189"/>
                  </a:cubicBezTo>
                  <a:cubicBezTo>
                    <a:pt x="178" y="182"/>
                    <a:pt x="187" y="175"/>
                    <a:pt x="195" y="166"/>
                  </a:cubicBezTo>
                  <a:cubicBezTo>
                    <a:pt x="202" y="158"/>
                    <a:pt x="208" y="148"/>
                    <a:pt x="212" y="137"/>
                  </a:cubicBezTo>
                  <a:cubicBezTo>
                    <a:pt x="216" y="126"/>
                    <a:pt x="217" y="113"/>
                    <a:pt x="217" y="99"/>
                  </a:cubicBezTo>
                  <a:cubicBezTo>
                    <a:pt x="217" y="84"/>
                    <a:pt x="215" y="69"/>
                    <a:pt x="209" y="56"/>
                  </a:cubicBezTo>
                  <a:cubicBezTo>
                    <a:pt x="202" y="45"/>
                    <a:pt x="194" y="34"/>
                    <a:pt x="184" y="26"/>
                  </a:cubicBezTo>
                  <a:cubicBezTo>
                    <a:pt x="173" y="17"/>
                    <a:pt x="161" y="12"/>
                    <a:pt x="149" y="7"/>
                  </a:cubicBezTo>
                  <a:cubicBezTo>
                    <a:pt x="135" y="3"/>
                    <a:pt x="121" y="0"/>
                    <a:pt x="107" y="0"/>
                  </a:cubicBezTo>
                  <a:cubicBezTo>
                    <a:pt x="0" y="0"/>
                    <a:pt x="0" y="0"/>
                    <a:pt x="0" y="0"/>
                  </a:cubicBezTo>
                  <a:cubicBezTo>
                    <a:pt x="0" y="376"/>
                    <a:pt x="0" y="376"/>
                    <a:pt x="0" y="376"/>
                  </a:cubicBezTo>
                  <a:cubicBezTo>
                    <a:pt x="35" y="376"/>
                    <a:pt x="35" y="376"/>
                    <a:pt x="35" y="376"/>
                  </a:cubicBezTo>
                  <a:cubicBezTo>
                    <a:pt x="35" y="212"/>
                    <a:pt x="35" y="212"/>
                    <a:pt x="35" y="212"/>
                  </a:cubicBezTo>
                  <a:cubicBezTo>
                    <a:pt x="75" y="212"/>
                    <a:pt x="75" y="212"/>
                    <a:pt x="75" y="212"/>
                  </a:cubicBezTo>
                  <a:cubicBezTo>
                    <a:pt x="83" y="212"/>
                    <a:pt x="90" y="214"/>
                    <a:pt x="97" y="215"/>
                  </a:cubicBezTo>
                  <a:cubicBezTo>
                    <a:pt x="103" y="218"/>
                    <a:pt x="109" y="221"/>
                    <a:pt x="114" y="225"/>
                  </a:cubicBezTo>
                  <a:cubicBezTo>
                    <a:pt x="120" y="229"/>
                    <a:pt x="125" y="235"/>
                    <a:pt x="131" y="242"/>
                  </a:cubicBezTo>
                  <a:cubicBezTo>
                    <a:pt x="136" y="249"/>
                    <a:pt x="142" y="258"/>
                    <a:pt x="148" y="268"/>
                  </a:cubicBezTo>
                  <a:cubicBezTo>
                    <a:pt x="203" y="376"/>
                    <a:pt x="203" y="376"/>
                    <a:pt x="203" y="376"/>
                  </a:cubicBezTo>
                  <a:cubicBezTo>
                    <a:pt x="244" y="376"/>
                    <a:pt x="244" y="376"/>
                    <a:pt x="244" y="376"/>
                  </a:cubicBezTo>
                  <a:cubicBezTo>
                    <a:pt x="181" y="260"/>
                    <a:pt x="181" y="260"/>
                    <a:pt x="181" y="260"/>
                  </a:cubicBezTo>
                  <a:cubicBezTo>
                    <a:pt x="177" y="252"/>
                    <a:pt x="173" y="245"/>
                    <a:pt x="170" y="239"/>
                  </a:cubicBezTo>
                  <a:close/>
                  <a:moveTo>
                    <a:pt x="96" y="182"/>
                  </a:moveTo>
                  <a:lnTo>
                    <a:pt x="96" y="182"/>
                  </a:lnTo>
                  <a:cubicBezTo>
                    <a:pt x="35" y="182"/>
                    <a:pt x="35" y="182"/>
                    <a:pt x="35" y="182"/>
                  </a:cubicBezTo>
                  <a:cubicBezTo>
                    <a:pt x="35" y="33"/>
                    <a:pt x="35" y="33"/>
                    <a:pt x="35" y="33"/>
                  </a:cubicBezTo>
                  <a:cubicBezTo>
                    <a:pt x="99" y="33"/>
                    <a:pt x="99" y="33"/>
                    <a:pt x="99" y="33"/>
                  </a:cubicBezTo>
                  <a:cubicBezTo>
                    <a:pt x="125" y="33"/>
                    <a:pt x="146" y="40"/>
                    <a:pt x="160" y="52"/>
                  </a:cubicBezTo>
                  <a:cubicBezTo>
                    <a:pt x="174" y="65"/>
                    <a:pt x="181" y="81"/>
                    <a:pt x="181" y="104"/>
                  </a:cubicBezTo>
                  <a:cubicBezTo>
                    <a:pt x="181" y="115"/>
                    <a:pt x="180" y="126"/>
                    <a:pt x="175" y="136"/>
                  </a:cubicBezTo>
                  <a:cubicBezTo>
                    <a:pt x="171" y="146"/>
                    <a:pt x="166" y="154"/>
                    <a:pt x="157" y="159"/>
                  </a:cubicBezTo>
                  <a:cubicBezTo>
                    <a:pt x="150" y="166"/>
                    <a:pt x="142" y="172"/>
                    <a:pt x="131" y="176"/>
                  </a:cubicBezTo>
                  <a:cubicBezTo>
                    <a:pt x="121" y="179"/>
                    <a:pt x="109" y="182"/>
                    <a:pt x="96" y="1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0">
              <a:extLst>
                <a:ext uri="{FF2B5EF4-FFF2-40B4-BE49-F238E27FC236}">
                  <a16:creationId xmlns:a16="http://schemas.microsoft.com/office/drawing/2014/main" id="{85C0A18E-D368-8D56-6136-227D89CA7D9E}"/>
                </a:ext>
              </a:extLst>
            </p:cNvPr>
            <p:cNvSpPr>
              <a:spLocks noChangeArrowheads="1"/>
            </p:cNvSpPr>
            <p:nvPr/>
          </p:nvSpPr>
          <p:spPr bwMode="auto">
            <a:xfrm>
              <a:off x="5002213" y="3910013"/>
              <a:ext cx="66675" cy="134937"/>
            </a:xfrm>
            <a:custGeom>
              <a:avLst/>
              <a:gdLst>
                <a:gd name="T0" fmla="*/ 35 w 186"/>
                <a:gd name="T1" fmla="*/ 0 h 377"/>
                <a:gd name="T2" fmla="*/ 0 w 186"/>
                <a:gd name="T3" fmla="*/ 0 h 377"/>
                <a:gd name="T4" fmla="*/ 0 w 186"/>
                <a:gd name="T5" fmla="*/ 376 h 377"/>
                <a:gd name="T6" fmla="*/ 185 w 186"/>
                <a:gd name="T7" fmla="*/ 376 h 377"/>
                <a:gd name="T8" fmla="*/ 185 w 186"/>
                <a:gd name="T9" fmla="*/ 345 h 377"/>
                <a:gd name="T10" fmla="*/ 35 w 186"/>
                <a:gd name="T11" fmla="*/ 345 h 377"/>
                <a:gd name="T12" fmla="*/ 35 w 186"/>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6" h="377">
                  <a:moveTo>
                    <a:pt x="35" y="0"/>
                  </a:moveTo>
                  <a:lnTo>
                    <a:pt x="0" y="0"/>
                  </a:lnTo>
                  <a:lnTo>
                    <a:pt x="0" y="376"/>
                  </a:lnTo>
                  <a:lnTo>
                    <a:pt x="185" y="376"/>
                  </a:lnTo>
                  <a:lnTo>
                    <a:pt x="185"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1" name="Freeform 401">
              <a:extLst>
                <a:ext uri="{FF2B5EF4-FFF2-40B4-BE49-F238E27FC236}">
                  <a16:creationId xmlns:a16="http://schemas.microsoft.com/office/drawing/2014/main" id="{ABCBB7A7-3C7F-D017-201D-68D5DFFF57FE}"/>
                </a:ext>
              </a:extLst>
            </p:cNvPr>
            <p:cNvSpPr>
              <a:spLocks noChangeArrowheads="1"/>
            </p:cNvSpPr>
            <p:nvPr/>
          </p:nvSpPr>
          <p:spPr bwMode="auto">
            <a:xfrm>
              <a:off x="5092700" y="391001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2" name="Freeform 402">
              <a:extLst>
                <a:ext uri="{FF2B5EF4-FFF2-40B4-BE49-F238E27FC236}">
                  <a16:creationId xmlns:a16="http://schemas.microsoft.com/office/drawing/2014/main" id="{26F0ED60-20A8-FA01-ACB1-91E7F2E3798D}"/>
                </a:ext>
              </a:extLst>
            </p:cNvPr>
            <p:cNvSpPr>
              <a:spLocks noChangeArrowheads="1"/>
            </p:cNvSpPr>
            <p:nvPr/>
          </p:nvSpPr>
          <p:spPr bwMode="auto">
            <a:xfrm>
              <a:off x="5140325" y="3910013"/>
              <a:ext cx="106363" cy="134937"/>
            </a:xfrm>
            <a:custGeom>
              <a:avLst/>
              <a:gdLst>
                <a:gd name="T0" fmla="*/ 293 w 294"/>
                <a:gd name="T1" fmla="*/ 376 h 377"/>
                <a:gd name="T2" fmla="*/ 293 w 294"/>
                <a:gd name="T3" fmla="*/ 376 h 377"/>
                <a:gd name="T4" fmla="*/ 293 w 294"/>
                <a:gd name="T5" fmla="*/ 0 h 377"/>
                <a:gd name="T6" fmla="*/ 257 w 294"/>
                <a:gd name="T7" fmla="*/ 0 h 377"/>
                <a:gd name="T8" fmla="*/ 257 w 294"/>
                <a:gd name="T9" fmla="*/ 279 h 377"/>
                <a:gd name="T10" fmla="*/ 258 w 294"/>
                <a:gd name="T11" fmla="*/ 303 h 377"/>
                <a:gd name="T12" fmla="*/ 260 w 294"/>
                <a:gd name="T13" fmla="*/ 323 h 377"/>
                <a:gd name="T14" fmla="*/ 258 w 294"/>
                <a:gd name="T15" fmla="*/ 323 h 377"/>
                <a:gd name="T16" fmla="*/ 252 w 294"/>
                <a:gd name="T17" fmla="*/ 311 h 377"/>
                <a:gd name="T18" fmla="*/ 243 w 294"/>
                <a:gd name="T19" fmla="*/ 299 h 377"/>
                <a:gd name="T20" fmla="*/ 38 w 294"/>
                <a:gd name="T21" fmla="*/ 0 h 377"/>
                <a:gd name="T22" fmla="*/ 0 w 294"/>
                <a:gd name="T23" fmla="*/ 0 h 377"/>
                <a:gd name="T24" fmla="*/ 0 w 294"/>
                <a:gd name="T25" fmla="*/ 376 h 377"/>
                <a:gd name="T26" fmla="*/ 35 w 294"/>
                <a:gd name="T27" fmla="*/ 376 h 377"/>
                <a:gd name="T28" fmla="*/ 35 w 294"/>
                <a:gd name="T29" fmla="*/ 86 h 377"/>
                <a:gd name="T30" fmla="*/ 34 w 294"/>
                <a:gd name="T31" fmla="*/ 65 h 377"/>
                <a:gd name="T32" fmla="*/ 34 w 294"/>
                <a:gd name="T33" fmla="*/ 52 h 377"/>
                <a:gd name="T34" fmla="*/ 35 w 294"/>
                <a:gd name="T35" fmla="*/ 52 h 377"/>
                <a:gd name="T36" fmla="*/ 41 w 294"/>
                <a:gd name="T37" fmla="*/ 63 h 377"/>
                <a:gd name="T38" fmla="*/ 48 w 294"/>
                <a:gd name="T39" fmla="*/ 76 h 377"/>
                <a:gd name="T40" fmla="*/ 257 w 294"/>
                <a:gd name="T41" fmla="*/ 376 h 377"/>
                <a:gd name="T42" fmla="*/ 293 w 294"/>
                <a:gd name="T43"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93" y="376"/>
                  </a:moveTo>
                  <a:lnTo>
                    <a:pt x="293" y="376"/>
                  </a:lnTo>
                  <a:cubicBezTo>
                    <a:pt x="293" y="0"/>
                    <a:pt x="293" y="0"/>
                    <a:pt x="293" y="0"/>
                  </a:cubicBezTo>
                  <a:cubicBezTo>
                    <a:pt x="257" y="0"/>
                    <a:pt x="257" y="0"/>
                    <a:pt x="257" y="0"/>
                  </a:cubicBezTo>
                  <a:cubicBezTo>
                    <a:pt x="257" y="279"/>
                    <a:pt x="257" y="279"/>
                    <a:pt x="257" y="279"/>
                  </a:cubicBezTo>
                  <a:cubicBezTo>
                    <a:pt x="257" y="289"/>
                    <a:pt x="258" y="296"/>
                    <a:pt x="258" y="303"/>
                  </a:cubicBezTo>
                  <a:cubicBezTo>
                    <a:pt x="258" y="311"/>
                    <a:pt x="258" y="317"/>
                    <a:pt x="260" y="323"/>
                  </a:cubicBezTo>
                  <a:cubicBezTo>
                    <a:pt x="258" y="323"/>
                    <a:pt x="258" y="323"/>
                    <a:pt x="258" y="323"/>
                  </a:cubicBezTo>
                  <a:cubicBezTo>
                    <a:pt x="257" y="320"/>
                    <a:pt x="254" y="316"/>
                    <a:pt x="252" y="311"/>
                  </a:cubicBezTo>
                  <a:cubicBezTo>
                    <a:pt x="249" y="307"/>
                    <a:pt x="246" y="303"/>
                    <a:pt x="243" y="299"/>
                  </a:cubicBezTo>
                  <a:cubicBezTo>
                    <a:pt x="38" y="0"/>
                    <a:pt x="38" y="0"/>
                    <a:pt x="38"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4" y="70"/>
                    <a:pt x="34" y="65"/>
                  </a:cubicBezTo>
                  <a:cubicBezTo>
                    <a:pt x="34" y="59"/>
                    <a:pt x="34" y="55"/>
                    <a:pt x="34" y="52"/>
                  </a:cubicBezTo>
                  <a:cubicBezTo>
                    <a:pt x="35" y="52"/>
                    <a:pt x="35" y="52"/>
                    <a:pt x="35" y="52"/>
                  </a:cubicBezTo>
                  <a:cubicBezTo>
                    <a:pt x="37" y="55"/>
                    <a:pt x="38" y="59"/>
                    <a:pt x="41" y="63"/>
                  </a:cubicBezTo>
                  <a:cubicBezTo>
                    <a:pt x="44" y="67"/>
                    <a:pt x="47" y="72"/>
                    <a:pt x="48" y="76"/>
                  </a:cubicBezTo>
                  <a:cubicBezTo>
                    <a:pt x="257" y="376"/>
                    <a:pt x="257" y="376"/>
                    <a:pt x="257" y="376"/>
                  </a:cubicBezTo>
                  <a:lnTo>
                    <a:pt x="293"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3" name="Freeform 403">
              <a:extLst>
                <a:ext uri="{FF2B5EF4-FFF2-40B4-BE49-F238E27FC236}">
                  <a16:creationId xmlns:a16="http://schemas.microsoft.com/office/drawing/2014/main" id="{93C4941F-AB31-28FF-D8CA-29C1FA6050D4}"/>
                </a:ext>
              </a:extLst>
            </p:cNvPr>
            <p:cNvSpPr>
              <a:spLocks noChangeArrowheads="1"/>
            </p:cNvSpPr>
            <p:nvPr/>
          </p:nvSpPr>
          <p:spPr bwMode="auto">
            <a:xfrm>
              <a:off x="5280025"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3 w 192"/>
                <a:gd name="T17" fmla="*/ 201 h 377"/>
                <a:gd name="T18" fmla="*/ 173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3" y="201"/>
                  </a:lnTo>
                  <a:lnTo>
                    <a:pt x="173"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4" name="Freeform 404">
              <a:extLst>
                <a:ext uri="{FF2B5EF4-FFF2-40B4-BE49-F238E27FC236}">
                  <a16:creationId xmlns:a16="http://schemas.microsoft.com/office/drawing/2014/main" id="{E8E6B51B-FDFF-366C-A0FC-603CB4910002}"/>
                </a:ext>
              </a:extLst>
            </p:cNvPr>
            <p:cNvSpPr>
              <a:spLocks noChangeArrowheads="1"/>
            </p:cNvSpPr>
            <p:nvPr/>
          </p:nvSpPr>
          <p:spPr bwMode="auto">
            <a:xfrm>
              <a:off x="5430838" y="3910013"/>
              <a:ext cx="12700" cy="134937"/>
            </a:xfrm>
            <a:custGeom>
              <a:avLst/>
              <a:gdLst>
                <a:gd name="T0" fmla="*/ 0 w 35"/>
                <a:gd name="T1" fmla="*/ 376 h 377"/>
                <a:gd name="T2" fmla="*/ 34 w 35"/>
                <a:gd name="T3" fmla="*/ 376 h 377"/>
                <a:gd name="T4" fmla="*/ 34 w 35"/>
                <a:gd name="T5" fmla="*/ 0 h 377"/>
                <a:gd name="T6" fmla="*/ 0 w 35"/>
                <a:gd name="T7" fmla="*/ 0 h 377"/>
                <a:gd name="T8" fmla="*/ 0 w 35"/>
                <a:gd name="T9" fmla="*/ 376 h 377"/>
              </a:gdLst>
              <a:ahLst/>
              <a:cxnLst>
                <a:cxn ang="0">
                  <a:pos x="T0" y="T1"/>
                </a:cxn>
                <a:cxn ang="0">
                  <a:pos x="T2" y="T3"/>
                </a:cxn>
                <a:cxn ang="0">
                  <a:pos x="T4" y="T5"/>
                </a:cxn>
                <a:cxn ang="0">
                  <a:pos x="T6" y="T7"/>
                </a:cxn>
                <a:cxn ang="0">
                  <a:pos x="T8" y="T9"/>
                </a:cxn>
              </a:cxnLst>
              <a:rect l="0" t="0" r="r" b="b"/>
              <a:pathLst>
                <a:path w="35" h="377">
                  <a:moveTo>
                    <a:pt x="0" y="376"/>
                  </a:moveTo>
                  <a:lnTo>
                    <a:pt x="34" y="376"/>
                  </a:lnTo>
                  <a:lnTo>
                    <a:pt x="34"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5" name="Freeform 405">
              <a:extLst>
                <a:ext uri="{FF2B5EF4-FFF2-40B4-BE49-F238E27FC236}">
                  <a16:creationId xmlns:a16="http://schemas.microsoft.com/office/drawing/2014/main" id="{908F0B49-EF4F-75A8-1511-C63DB604F7F8}"/>
                </a:ext>
              </a:extLst>
            </p:cNvPr>
            <p:cNvSpPr>
              <a:spLocks noChangeArrowheads="1"/>
            </p:cNvSpPr>
            <p:nvPr/>
          </p:nvSpPr>
          <p:spPr bwMode="auto">
            <a:xfrm>
              <a:off x="5470525" y="3908425"/>
              <a:ext cx="98425" cy="139700"/>
            </a:xfrm>
            <a:custGeom>
              <a:avLst/>
              <a:gdLst>
                <a:gd name="T0" fmla="*/ 110 w 274"/>
                <a:gd name="T1" fmla="*/ 15 h 389"/>
                <a:gd name="T2" fmla="*/ 110 w 274"/>
                <a:gd name="T3" fmla="*/ 15 h 389"/>
                <a:gd name="T4" fmla="*/ 50 w 274"/>
                <a:gd name="T5" fmla="*/ 57 h 389"/>
                <a:gd name="T6" fmla="*/ 12 w 274"/>
                <a:gd name="T7" fmla="*/ 121 h 389"/>
                <a:gd name="T8" fmla="*/ 0 w 274"/>
                <a:gd name="T9" fmla="*/ 201 h 389"/>
                <a:gd name="T10" fmla="*/ 12 w 274"/>
                <a:gd name="T11" fmla="*/ 276 h 389"/>
                <a:gd name="T12" fmla="*/ 47 w 274"/>
                <a:gd name="T13" fmla="*/ 335 h 389"/>
                <a:gd name="T14" fmla="*/ 102 w 274"/>
                <a:gd name="T15" fmla="*/ 374 h 389"/>
                <a:gd name="T16" fmla="*/ 174 w 274"/>
                <a:gd name="T17" fmla="*/ 388 h 389"/>
                <a:gd name="T18" fmla="*/ 273 w 274"/>
                <a:gd name="T19" fmla="*/ 367 h 389"/>
                <a:gd name="T20" fmla="*/ 273 w 274"/>
                <a:gd name="T21" fmla="*/ 333 h 389"/>
                <a:gd name="T22" fmla="*/ 178 w 274"/>
                <a:gd name="T23" fmla="*/ 355 h 389"/>
                <a:gd name="T24" fmla="*/ 117 w 274"/>
                <a:gd name="T25" fmla="*/ 343 h 389"/>
                <a:gd name="T26" fmla="*/ 72 w 274"/>
                <a:gd name="T27" fmla="*/ 309 h 389"/>
                <a:gd name="T28" fmla="*/ 44 w 274"/>
                <a:gd name="T29" fmla="*/ 259 h 389"/>
                <a:gd name="T30" fmla="*/ 36 w 274"/>
                <a:gd name="T31" fmla="*/ 198 h 389"/>
                <a:gd name="T32" fmla="*/ 46 w 274"/>
                <a:gd name="T33" fmla="*/ 132 h 389"/>
                <a:gd name="T34" fmla="*/ 75 w 274"/>
                <a:gd name="T35" fmla="*/ 79 h 389"/>
                <a:gd name="T36" fmla="*/ 122 w 274"/>
                <a:gd name="T37" fmla="*/ 45 h 389"/>
                <a:gd name="T38" fmla="*/ 188 w 274"/>
                <a:gd name="T39" fmla="*/ 32 h 389"/>
                <a:gd name="T40" fmla="*/ 273 w 274"/>
                <a:gd name="T41" fmla="*/ 51 h 389"/>
                <a:gd name="T42" fmla="*/ 273 w 274"/>
                <a:gd name="T43" fmla="*/ 14 h 389"/>
                <a:gd name="T44" fmla="*/ 188 w 274"/>
                <a:gd name="T45" fmla="*/ 0 h 389"/>
                <a:gd name="T46" fmla="*/ 110 w 274"/>
                <a:gd name="T47" fmla="*/ 1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9">
                  <a:moveTo>
                    <a:pt x="110" y="15"/>
                  </a:moveTo>
                  <a:lnTo>
                    <a:pt x="110" y="15"/>
                  </a:lnTo>
                  <a:cubicBezTo>
                    <a:pt x="86" y="25"/>
                    <a:pt x="67" y="40"/>
                    <a:pt x="50" y="57"/>
                  </a:cubicBezTo>
                  <a:cubicBezTo>
                    <a:pt x="33" y="75"/>
                    <a:pt x="21" y="98"/>
                    <a:pt x="12" y="121"/>
                  </a:cubicBezTo>
                  <a:cubicBezTo>
                    <a:pt x="4" y="146"/>
                    <a:pt x="0" y="173"/>
                    <a:pt x="0" y="201"/>
                  </a:cubicBezTo>
                  <a:cubicBezTo>
                    <a:pt x="0" y="229"/>
                    <a:pt x="4" y="252"/>
                    <a:pt x="12" y="276"/>
                  </a:cubicBezTo>
                  <a:cubicBezTo>
                    <a:pt x="19" y="298"/>
                    <a:pt x="32" y="318"/>
                    <a:pt x="47" y="335"/>
                  </a:cubicBezTo>
                  <a:cubicBezTo>
                    <a:pt x="63" y="351"/>
                    <a:pt x="81" y="364"/>
                    <a:pt x="102" y="374"/>
                  </a:cubicBezTo>
                  <a:cubicBezTo>
                    <a:pt x="124" y="383"/>
                    <a:pt x="148" y="388"/>
                    <a:pt x="174" y="388"/>
                  </a:cubicBezTo>
                  <a:cubicBezTo>
                    <a:pt x="212" y="388"/>
                    <a:pt x="245" y="381"/>
                    <a:pt x="273" y="367"/>
                  </a:cubicBezTo>
                  <a:cubicBezTo>
                    <a:pt x="273" y="333"/>
                    <a:pt x="273" y="333"/>
                    <a:pt x="273" y="333"/>
                  </a:cubicBezTo>
                  <a:cubicBezTo>
                    <a:pt x="247" y="349"/>
                    <a:pt x="215" y="355"/>
                    <a:pt x="178" y="355"/>
                  </a:cubicBezTo>
                  <a:cubicBezTo>
                    <a:pt x="155" y="355"/>
                    <a:pt x="134" y="351"/>
                    <a:pt x="117" y="343"/>
                  </a:cubicBezTo>
                  <a:cubicBezTo>
                    <a:pt x="99" y="335"/>
                    <a:pt x="83" y="323"/>
                    <a:pt x="72" y="309"/>
                  </a:cubicBezTo>
                  <a:cubicBezTo>
                    <a:pt x="60" y="296"/>
                    <a:pt x="51" y="279"/>
                    <a:pt x="44" y="259"/>
                  </a:cubicBezTo>
                  <a:cubicBezTo>
                    <a:pt x="39" y="240"/>
                    <a:pt x="36" y="220"/>
                    <a:pt x="36" y="198"/>
                  </a:cubicBezTo>
                  <a:cubicBezTo>
                    <a:pt x="36" y="174"/>
                    <a:pt x="39" y="152"/>
                    <a:pt x="46" y="132"/>
                  </a:cubicBezTo>
                  <a:cubicBezTo>
                    <a:pt x="53" y="111"/>
                    <a:pt x="63" y="93"/>
                    <a:pt x="75" y="79"/>
                  </a:cubicBezTo>
                  <a:cubicBezTo>
                    <a:pt x="88" y="64"/>
                    <a:pt x="104" y="53"/>
                    <a:pt x="122" y="45"/>
                  </a:cubicBezTo>
                  <a:cubicBezTo>
                    <a:pt x="142" y="36"/>
                    <a:pt x="163" y="32"/>
                    <a:pt x="188" y="32"/>
                  </a:cubicBezTo>
                  <a:cubicBezTo>
                    <a:pt x="217" y="32"/>
                    <a:pt x="247" y="38"/>
                    <a:pt x="273" y="51"/>
                  </a:cubicBezTo>
                  <a:cubicBezTo>
                    <a:pt x="273" y="14"/>
                    <a:pt x="273" y="14"/>
                    <a:pt x="273" y="14"/>
                  </a:cubicBezTo>
                  <a:cubicBezTo>
                    <a:pt x="248" y="4"/>
                    <a:pt x="220" y="0"/>
                    <a:pt x="188" y="0"/>
                  </a:cubicBezTo>
                  <a:cubicBezTo>
                    <a:pt x="159" y="0"/>
                    <a:pt x="134" y="5"/>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6" name="Freeform 406">
              <a:extLst>
                <a:ext uri="{FF2B5EF4-FFF2-40B4-BE49-F238E27FC236}">
                  <a16:creationId xmlns:a16="http://schemas.microsoft.com/office/drawing/2014/main" id="{1916D060-4073-F448-8B59-E7EA275D0CF1}"/>
                </a:ext>
              </a:extLst>
            </p:cNvPr>
            <p:cNvSpPr>
              <a:spLocks noChangeArrowheads="1"/>
            </p:cNvSpPr>
            <p:nvPr/>
          </p:nvSpPr>
          <p:spPr bwMode="auto">
            <a:xfrm>
              <a:off x="5586413" y="3908425"/>
              <a:ext cx="127000" cy="139700"/>
            </a:xfrm>
            <a:custGeom>
              <a:avLst/>
              <a:gdLst>
                <a:gd name="T0" fmla="*/ 307 w 354"/>
                <a:gd name="T1" fmla="*/ 330 h 389"/>
                <a:gd name="T2" fmla="*/ 307 w 354"/>
                <a:gd name="T3" fmla="*/ 330 h 389"/>
                <a:gd name="T4" fmla="*/ 340 w 354"/>
                <a:gd name="T5" fmla="*/ 268 h 389"/>
                <a:gd name="T6" fmla="*/ 353 w 354"/>
                <a:gd name="T7" fmla="*/ 188 h 389"/>
                <a:gd name="T8" fmla="*/ 340 w 354"/>
                <a:gd name="T9" fmla="*/ 113 h 389"/>
                <a:gd name="T10" fmla="*/ 307 w 354"/>
                <a:gd name="T11" fmla="*/ 53 h 389"/>
                <a:gd name="T12" fmla="*/ 252 w 354"/>
                <a:gd name="T13" fmla="*/ 14 h 389"/>
                <a:gd name="T14" fmla="*/ 181 w 354"/>
                <a:gd name="T15" fmla="*/ 0 h 389"/>
                <a:gd name="T16" fmla="*/ 104 w 354"/>
                <a:gd name="T17" fmla="*/ 14 h 389"/>
                <a:gd name="T18" fmla="*/ 47 w 354"/>
                <a:gd name="T19" fmla="*/ 54 h 389"/>
                <a:gd name="T20" fmla="*/ 11 w 354"/>
                <a:gd name="T21" fmla="*/ 117 h 389"/>
                <a:gd name="T22" fmla="*/ 0 w 354"/>
                <a:gd name="T23" fmla="*/ 198 h 389"/>
                <a:gd name="T24" fmla="*/ 11 w 354"/>
                <a:gd name="T25" fmla="*/ 272 h 389"/>
                <a:gd name="T26" fmla="*/ 46 w 354"/>
                <a:gd name="T27" fmla="*/ 332 h 389"/>
                <a:gd name="T28" fmla="*/ 102 w 354"/>
                <a:gd name="T29" fmla="*/ 372 h 389"/>
                <a:gd name="T30" fmla="*/ 174 w 354"/>
                <a:gd name="T31" fmla="*/ 388 h 389"/>
                <a:gd name="T32" fmla="*/ 251 w 354"/>
                <a:gd name="T33" fmla="*/ 372 h 389"/>
                <a:gd name="T34" fmla="*/ 307 w 354"/>
                <a:gd name="T35" fmla="*/ 330 h 389"/>
                <a:gd name="T36" fmla="*/ 174 w 354"/>
                <a:gd name="T37" fmla="*/ 355 h 389"/>
                <a:gd name="T38" fmla="*/ 174 w 354"/>
                <a:gd name="T39" fmla="*/ 355 h 389"/>
                <a:gd name="T40" fmla="*/ 113 w 354"/>
                <a:gd name="T41" fmla="*/ 343 h 389"/>
                <a:gd name="T42" fmla="*/ 69 w 354"/>
                <a:gd name="T43" fmla="*/ 307 h 389"/>
                <a:gd name="T44" fmla="*/ 44 w 354"/>
                <a:gd name="T45" fmla="*/ 255 h 389"/>
                <a:gd name="T46" fmla="*/ 36 w 354"/>
                <a:gd name="T47" fmla="*/ 194 h 389"/>
                <a:gd name="T48" fmla="*/ 46 w 354"/>
                <a:gd name="T49" fmla="*/ 131 h 389"/>
                <a:gd name="T50" fmla="*/ 72 w 354"/>
                <a:gd name="T51" fmla="*/ 79 h 389"/>
                <a:gd name="T52" fmla="*/ 117 w 354"/>
                <a:gd name="T53" fmla="*/ 45 h 389"/>
                <a:gd name="T54" fmla="*/ 177 w 354"/>
                <a:gd name="T55" fmla="*/ 32 h 389"/>
                <a:gd name="T56" fmla="*/ 240 w 354"/>
                <a:gd name="T57" fmla="*/ 45 h 389"/>
                <a:gd name="T58" fmla="*/ 283 w 354"/>
                <a:gd name="T59" fmla="*/ 79 h 389"/>
                <a:gd name="T60" fmla="*/ 308 w 354"/>
                <a:gd name="T61" fmla="*/ 131 h 389"/>
                <a:gd name="T62" fmla="*/ 316 w 354"/>
                <a:gd name="T63" fmla="*/ 194 h 389"/>
                <a:gd name="T64" fmla="*/ 307 w 354"/>
                <a:gd name="T65" fmla="*/ 259 h 389"/>
                <a:gd name="T66" fmla="*/ 280 w 354"/>
                <a:gd name="T67" fmla="*/ 309 h 389"/>
                <a:gd name="T68" fmla="*/ 235 w 354"/>
                <a:gd name="T69" fmla="*/ 344 h 389"/>
                <a:gd name="T70" fmla="*/ 174 w 354"/>
                <a:gd name="T71" fmla="*/ 35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330"/>
                  </a:moveTo>
                  <a:lnTo>
                    <a:pt x="307" y="330"/>
                  </a:lnTo>
                  <a:cubicBezTo>
                    <a:pt x="322" y="312"/>
                    <a:pt x="333" y="291"/>
                    <a:pt x="340" y="268"/>
                  </a:cubicBezTo>
                  <a:cubicBezTo>
                    <a:pt x="348" y="243"/>
                    <a:pt x="353" y="217"/>
                    <a:pt x="353" y="188"/>
                  </a:cubicBezTo>
                  <a:cubicBezTo>
                    <a:pt x="353" y="162"/>
                    <a:pt x="348" y="137"/>
                    <a:pt x="340" y="113"/>
                  </a:cubicBezTo>
                  <a:cubicBezTo>
                    <a:pt x="332" y="91"/>
                    <a:pt x="320" y="71"/>
                    <a:pt x="307" y="53"/>
                  </a:cubicBezTo>
                  <a:cubicBezTo>
                    <a:pt x="291" y="36"/>
                    <a:pt x="273" y="24"/>
                    <a:pt x="252" y="14"/>
                  </a:cubicBezTo>
                  <a:cubicBezTo>
                    <a:pt x="231" y="4"/>
                    <a:pt x="208" y="0"/>
                    <a:pt x="181" y="0"/>
                  </a:cubicBezTo>
                  <a:cubicBezTo>
                    <a:pt x="152" y="0"/>
                    <a:pt x="127" y="4"/>
                    <a:pt x="104" y="14"/>
                  </a:cubicBezTo>
                  <a:cubicBezTo>
                    <a:pt x="82" y="24"/>
                    <a:pt x="62" y="38"/>
                    <a:pt x="47" y="54"/>
                  </a:cubicBezTo>
                  <a:cubicBezTo>
                    <a:pt x="32" y="72"/>
                    <a:pt x="19" y="93"/>
                    <a:pt x="11" y="117"/>
                  </a:cubicBezTo>
                  <a:cubicBezTo>
                    <a:pt x="4" y="142"/>
                    <a:pt x="0" y="169"/>
                    <a:pt x="0" y="198"/>
                  </a:cubicBezTo>
                  <a:cubicBezTo>
                    <a:pt x="0" y="224"/>
                    <a:pt x="4" y="250"/>
                    <a:pt x="11" y="272"/>
                  </a:cubicBezTo>
                  <a:cubicBezTo>
                    <a:pt x="19" y="296"/>
                    <a:pt x="32" y="315"/>
                    <a:pt x="46" y="332"/>
                  </a:cubicBezTo>
                  <a:cubicBezTo>
                    <a:pt x="61" y="350"/>
                    <a:pt x="79" y="362"/>
                    <a:pt x="102" y="372"/>
                  </a:cubicBezTo>
                  <a:cubicBezTo>
                    <a:pt x="122" y="382"/>
                    <a:pt x="148" y="388"/>
                    <a:pt x="174" y="388"/>
                  </a:cubicBezTo>
                  <a:cubicBezTo>
                    <a:pt x="203" y="388"/>
                    <a:pt x="228" y="382"/>
                    <a:pt x="251" y="372"/>
                  </a:cubicBezTo>
                  <a:cubicBezTo>
                    <a:pt x="273" y="362"/>
                    <a:pt x="291" y="349"/>
                    <a:pt x="307" y="330"/>
                  </a:cubicBezTo>
                  <a:close/>
                  <a:moveTo>
                    <a:pt x="174" y="355"/>
                  </a:moveTo>
                  <a:lnTo>
                    <a:pt x="174" y="355"/>
                  </a:lnTo>
                  <a:cubicBezTo>
                    <a:pt x="150" y="355"/>
                    <a:pt x="131" y="351"/>
                    <a:pt x="113" y="343"/>
                  </a:cubicBezTo>
                  <a:cubicBezTo>
                    <a:pt x="96" y="333"/>
                    <a:pt x="81" y="322"/>
                    <a:pt x="69" y="307"/>
                  </a:cubicBezTo>
                  <a:cubicBezTo>
                    <a:pt x="58" y="291"/>
                    <a:pt x="50" y="275"/>
                    <a:pt x="44" y="255"/>
                  </a:cubicBezTo>
                  <a:cubicBezTo>
                    <a:pt x="39" y="236"/>
                    <a:pt x="36" y="216"/>
                    <a:pt x="36" y="194"/>
                  </a:cubicBezTo>
                  <a:cubicBezTo>
                    <a:pt x="36" y="171"/>
                    <a:pt x="39" y="151"/>
                    <a:pt x="46" y="131"/>
                  </a:cubicBezTo>
                  <a:cubicBezTo>
                    <a:pt x="51" y="111"/>
                    <a:pt x="61" y="95"/>
                    <a:pt x="72" y="79"/>
                  </a:cubicBezTo>
                  <a:cubicBezTo>
                    <a:pt x="85" y="64"/>
                    <a:pt x="99" y="53"/>
                    <a:pt x="117" y="45"/>
                  </a:cubicBezTo>
                  <a:cubicBezTo>
                    <a:pt x="135" y="36"/>
                    <a:pt x="155" y="32"/>
                    <a:pt x="177" y="32"/>
                  </a:cubicBezTo>
                  <a:cubicBezTo>
                    <a:pt x="202" y="32"/>
                    <a:pt x="223" y="36"/>
                    <a:pt x="240" y="45"/>
                  </a:cubicBezTo>
                  <a:cubicBezTo>
                    <a:pt x="258" y="53"/>
                    <a:pt x="272" y="64"/>
                    <a:pt x="283" y="79"/>
                  </a:cubicBezTo>
                  <a:cubicBezTo>
                    <a:pt x="294" y="95"/>
                    <a:pt x="302" y="111"/>
                    <a:pt x="308" y="131"/>
                  </a:cubicBezTo>
                  <a:cubicBezTo>
                    <a:pt x="314" y="151"/>
                    <a:pt x="316" y="171"/>
                    <a:pt x="316" y="194"/>
                  </a:cubicBezTo>
                  <a:cubicBezTo>
                    <a:pt x="316" y="217"/>
                    <a:pt x="312" y="238"/>
                    <a:pt x="307" y="259"/>
                  </a:cubicBezTo>
                  <a:cubicBezTo>
                    <a:pt x="301" y="279"/>
                    <a:pt x="291" y="296"/>
                    <a:pt x="280" y="309"/>
                  </a:cubicBezTo>
                  <a:cubicBezTo>
                    <a:pt x="268" y="325"/>
                    <a:pt x="254" y="336"/>
                    <a:pt x="235" y="344"/>
                  </a:cubicBezTo>
                  <a:cubicBezTo>
                    <a:pt x="217" y="351"/>
                    <a:pt x="198" y="355"/>
                    <a:pt x="174" y="3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07">
              <a:extLst>
                <a:ext uri="{FF2B5EF4-FFF2-40B4-BE49-F238E27FC236}">
                  <a16:creationId xmlns:a16="http://schemas.microsoft.com/office/drawing/2014/main" id="{F7CE6C9C-3CFF-9700-5A34-CECF5E37F01A}"/>
                </a:ext>
              </a:extLst>
            </p:cNvPr>
            <p:cNvSpPr>
              <a:spLocks noChangeArrowheads="1"/>
            </p:cNvSpPr>
            <p:nvPr/>
          </p:nvSpPr>
          <p:spPr bwMode="auto">
            <a:xfrm>
              <a:off x="5740400" y="3910013"/>
              <a:ext cx="106363" cy="134937"/>
            </a:xfrm>
            <a:custGeom>
              <a:avLst/>
              <a:gdLst>
                <a:gd name="T0" fmla="*/ 253 w 294"/>
                <a:gd name="T1" fmla="*/ 311 h 377"/>
                <a:gd name="T2" fmla="*/ 253 w 294"/>
                <a:gd name="T3" fmla="*/ 311 h 377"/>
                <a:gd name="T4" fmla="*/ 245 w 294"/>
                <a:gd name="T5" fmla="*/ 299 h 377"/>
                <a:gd name="T6" fmla="*/ 40 w 294"/>
                <a:gd name="T7" fmla="*/ 0 h 377"/>
                <a:gd name="T8" fmla="*/ 0 w 294"/>
                <a:gd name="T9" fmla="*/ 0 h 377"/>
                <a:gd name="T10" fmla="*/ 0 w 294"/>
                <a:gd name="T11" fmla="*/ 376 h 377"/>
                <a:gd name="T12" fmla="*/ 35 w 294"/>
                <a:gd name="T13" fmla="*/ 376 h 377"/>
                <a:gd name="T14" fmla="*/ 35 w 294"/>
                <a:gd name="T15" fmla="*/ 86 h 377"/>
                <a:gd name="T16" fmla="*/ 35 w 294"/>
                <a:gd name="T17" fmla="*/ 65 h 377"/>
                <a:gd name="T18" fmla="*/ 34 w 294"/>
                <a:gd name="T19" fmla="*/ 52 h 377"/>
                <a:gd name="T20" fmla="*/ 35 w 294"/>
                <a:gd name="T21" fmla="*/ 52 h 377"/>
                <a:gd name="T22" fmla="*/ 42 w 294"/>
                <a:gd name="T23" fmla="*/ 63 h 377"/>
                <a:gd name="T24" fmla="*/ 49 w 294"/>
                <a:gd name="T25" fmla="*/ 76 h 377"/>
                <a:gd name="T26" fmla="*/ 258 w 294"/>
                <a:gd name="T27" fmla="*/ 376 h 377"/>
                <a:gd name="T28" fmla="*/ 293 w 294"/>
                <a:gd name="T29" fmla="*/ 376 h 377"/>
                <a:gd name="T30" fmla="*/ 293 w 294"/>
                <a:gd name="T31" fmla="*/ 0 h 377"/>
                <a:gd name="T32" fmla="*/ 258 w 294"/>
                <a:gd name="T33" fmla="*/ 0 h 377"/>
                <a:gd name="T34" fmla="*/ 258 w 294"/>
                <a:gd name="T35" fmla="*/ 279 h 377"/>
                <a:gd name="T36" fmla="*/ 260 w 294"/>
                <a:gd name="T37" fmla="*/ 303 h 377"/>
                <a:gd name="T38" fmla="*/ 261 w 294"/>
                <a:gd name="T39" fmla="*/ 323 h 377"/>
                <a:gd name="T40" fmla="*/ 260 w 294"/>
                <a:gd name="T41" fmla="*/ 323 h 377"/>
                <a:gd name="T42" fmla="*/ 253 w 294"/>
                <a:gd name="T43" fmla="*/ 31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53" y="311"/>
                  </a:moveTo>
                  <a:lnTo>
                    <a:pt x="253" y="311"/>
                  </a:lnTo>
                  <a:cubicBezTo>
                    <a:pt x="250" y="307"/>
                    <a:pt x="247" y="303"/>
                    <a:pt x="245" y="299"/>
                  </a:cubicBezTo>
                  <a:cubicBezTo>
                    <a:pt x="40" y="0"/>
                    <a:pt x="40" y="0"/>
                    <a:pt x="40"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5" y="70"/>
                    <a:pt x="35" y="65"/>
                  </a:cubicBezTo>
                  <a:cubicBezTo>
                    <a:pt x="35" y="59"/>
                    <a:pt x="35" y="55"/>
                    <a:pt x="34" y="52"/>
                  </a:cubicBezTo>
                  <a:cubicBezTo>
                    <a:pt x="35" y="52"/>
                    <a:pt x="35" y="52"/>
                    <a:pt x="35" y="52"/>
                  </a:cubicBezTo>
                  <a:cubicBezTo>
                    <a:pt x="37" y="55"/>
                    <a:pt x="40" y="59"/>
                    <a:pt x="42" y="63"/>
                  </a:cubicBezTo>
                  <a:cubicBezTo>
                    <a:pt x="45" y="67"/>
                    <a:pt x="46" y="72"/>
                    <a:pt x="49" y="76"/>
                  </a:cubicBezTo>
                  <a:cubicBezTo>
                    <a:pt x="258" y="376"/>
                    <a:pt x="258" y="376"/>
                    <a:pt x="258" y="376"/>
                  </a:cubicBezTo>
                  <a:cubicBezTo>
                    <a:pt x="293" y="376"/>
                    <a:pt x="293" y="376"/>
                    <a:pt x="293" y="376"/>
                  </a:cubicBezTo>
                  <a:cubicBezTo>
                    <a:pt x="293" y="0"/>
                    <a:pt x="293" y="0"/>
                    <a:pt x="293" y="0"/>
                  </a:cubicBezTo>
                  <a:cubicBezTo>
                    <a:pt x="258" y="0"/>
                    <a:pt x="258" y="0"/>
                    <a:pt x="258" y="0"/>
                  </a:cubicBezTo>
                  <a:cubicBezTo>
                    <a:pt x="258" y="279"/>
                    <a:pt x="258" y="279"/>
                    <a:pt x="258" y="279"/>
                  </a:cubicBezTo>
                  <a:cubicBezTo>
                    <a:pt x="258" y="289"/>
                    <a:pt x="258" y="296"/>
                    <a:pt x="260" y="303"/>
                  </a:cubicBezTo>
                  <a:cubicBezTo>
                    <a:pt x="260" y="311"/>
                    <a:pt x="260" y="317"/>
                    <a:pt x="261" y="323"/>
                  </a:cubicBezTo>
                  <a:cubicBezTo>
                    <a:pt x="260" y="323"/>
                    <a:pt x="260" y="323"/>
                    <a:pt x="260" y="323"/>
                  </a:cubicBezTo>
                  <a:cubicBezTo>
                    <a:pt x="257" y="320"/>
                    <a:pt x="256" y="316"/>
                    <a:pt x="253" y="3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8" name="Freeform 408">
              <a:extLst>
                <a:ext uri="{FF2B5EF4-FFF2-40B4-BE49-F238E27FC236}">
                  <a16:creationId xmlns:a16="http://schemas.microsoft.com/office/drawing/2014/main" id="{89542D2C-B484-A5DA-0ED7-CA6F027D1C49}"/>
                </a:ext>
              </a:extLst>
            </p:cNvPr>
            <p:cNvSpPr>
              <a:spLocks noChangeArrowheads="1"/>
            </p:cNvSpPr>
            <p:nvPr/>
          </p:nvSpPr>
          <p:spPr bwMode="auto">
            <a:xfrm>
              <a:off x="5876925" y="3908425"/>
              <a:ext cx="76200" cy="139700"/>
            </a:xfrm>
            <a:custGeom>
              <a:avLst/>
              <a:gdLst>
                <a:gd name="T0" fmla="*/ 188 w 213"/>
                <a:gd name="T1" fmla="*/ 229 h 389"/>
                <a:gd name="T2" fmla="*/ 188 w 213"/>
                <a:gd name="T3" fmla="*/ 229 h 389"/>
                <a:gd name="T4" fmla="*/ 159 w 213"/>
                <a:gd name="T5" fmla="*/ 203 h 389"/>
                <a:gd name="T6" fmla="*/ 119 w 213"/>
                <a:gd name="T7" fmla="*/ 180 h 389"/>
                <a:gd name="T8" fmla="*/ 81 w 213"/>
                <a:gd name="T9" fmla="*/ 157 h 389"/>
                <a:gd name="T10" fmla="*/ 56 w 213"/>
                <a:gd name="T11" fmla="*/ 139 h 389"/>
                <a:gd name="T12" fmla="*/ 42 w 213"/>
                <a:gd name="T13" fmla="*/ 120 h 389"/>
                <a:gd name="T14" fmla="*/ 38 w 213"/>
                <a:gd name="T15" fmla="*/ 93 h 389"/>
                <a:gd name="T16" fmla="*/ 43 w 213"/>
                <a:gd name="T17" fmla="*/ 67 h 389"/>
                <a:gd name="T18" fmla="*/ 61 w 213"/>
                <a:gd name="T19" fmla="*/ 47 h 389"/>
                <a:gd name="T20" fmla="*/ 86 w 213"/>
                <a:gd name="T21" fmla="*/ 36 h 389"/>
                <a:gd name="T22" fmla="*/ 119 w 213"/>
                <a:gd name="T23" fmla="*/ 32 h 389"/>
                <a:gd name="T24" fmla="*/ 197 w 213"/>
                <a:gd name="T25" fmla="*/ 50 h 389"/>
                <a:gd name="T26" fmla="*/ 197 w 213"/>
                <a:gd name="T27" fmla="*/ 12 h 389"/>
                <a:gd name="T28" fmla="*/ 123 w 213"/>
                <a:gd name="T29" fmla="*/ 0 h 389"/>
                <a:gd name="T30" fmla="*/ 75 w 213"/>
                <a:gd name="T31" fmla="*/ 7 h 389"/>
                <a:gd name="T32" fmla="*/ 36 w 213"/>
                <a:gd name="T33" fmla="*/ 26 h 389"/>
                <a:gd name="T34" fmla="*/ 11 w 213"/>
                <a:gd name="T35" fmla="*/ 57 h 389"/>
                <a:gd name="T36" fmla="*/ 1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5 h 389"/>
                <a:gd name="T58" fmla="*/ 67 w 213"/>
                <a:gd name="T59" fmla="*/ 354 h 389"/>
                <a:gd name="T60" fmla="*/ 43 w 213"/>
                <a:gd name="T61" fmla="*/ 349 h 389"/>
                <a:gd name="T62" fmla="*/ 21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1 h 389"/>
                <a:gd name="T78" fmla="*/ 177 w 213"/>
                <a:gd name="T79" fmla="*/ 362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3"/>
                  </a:cubicBezTo>
                  <a:cubicBezTo>
                    <a:pt x="148" y="195"/>
                    <a:pt x="134" y="188"/>
                    <a:pt x="119" y="180"/>
                  </a:cubicBezTo>
                  <a:cubicBezTo>
                    <a:pt x="103" y="171"/>
                    <a:pt x="91" y="164"/>
                    <a:pt x="81" y="157"/>
                  </a:cubicBezTo>
                  <a:cubicBezTo>
                    <a:pt x="70" y="152"/>
                    <a:pt x="61" y="145"/>
                    <a:pt x="56" y="139"/>
                  </a:cubicBezTo>
                  <a:cubicBezTo>
                    <a:pt x="49" y="132"/>
                    <a:pt x="45" y="127"/>
                    <a:pt x="42" y="120"/>
                  </a:cubicBezTo>
                  <a:cubicBezTo>
                    <a:pt x="39" y="111"/>
                    <a:pt x="38" y="103"/>
                    <a:pt x="38" y="93"/>
                  </a:cubicBezTo>
                  <a:cubicBezTo>
                    <a:pt x="38" y="84"/>
                    <a:pt x="39" y="75"/>
                    <a:pt x="43" y="67"/>
                  </a:cubicBezTo>
                  <a:cubicBezTo>
                    <a:pt x="47" y="58"/>
                    <a:pt x="54" y="53"/>
                    <a:pt x="61" y="47"/>
                  </a:cubicBezTo>
                  <a:cubicBezTo>
                    <a:pt x="68" y="42"/>
                    <a:pt x="77" y="38"/>
                    <a:pt x="86" y="36"/>
                  </a:cubicBezTo>
                  <a:cubicBezTo>
                    <a:pt x="96" y="33"/>
                    <a:pt x="107" y="32"/>
                    <a:pt x="119" y="32"/>
                  </a:cubicBezTo>
                  <a:cubicBezTo>
                    <a:pt x="148" y="32"/>
                    <a:pt x="174" y="38"/>
                    <a:pt x="197" y="50"/>
                  </a:cubicBezTo>
                  <a:cubicBezTo>
                    <a:pt x="197" y="12"/>
                    <a:pt x="197" y="12"/>
                    <a:pt x="197" y="12"/>
                  </a:cubicBezTo>
                  <a:cubicBezTo>
                    <a:pt x="177" y="4"/>
                    <a:pt x="152" y="0"/>
                    <a:pt x="123" y="0"/>
                  </a:cubicBezTo>
                  <a:cubicBezTo>
                    <a:pt x="106" y="0"/>
                    <a:pt x="91" y="3"/>
                    <a:pt x="75" y="7"/>
                  </a:cubicBezTo>
                  <a:cubicBezTo>
                    <a:pt x="60" y="11"/>
                    <a:pt x="47" y="18"/>
                    <a:pt x="36" y="26"/>
                  </a:cubicBezTo>
                  <a:cubicBezTo>
                    <a:pt x="25" y="35"/>
                    <a:pt x="17" y="45"/>
                    <a:pt x="11" y="57"/>
                  </a:cubicBezTo>
                  <a:cubicBezTo>
                    <a:pt x="4" y="68"/>
                    <a:pt x="1" y="82"/>
                    <a:pt x="1" y="98"/>
                  </a:cubicBezTo>
                  <a:cubicBezTo>
                    <a:pt x="1" y="110"/>
                    <a:pt x="3" y="120"/>
                    <a:pt x="6" y="130"/>
                  </a:cubicBezTo>
                  <a:cubicBezTo>
                    <a:pt x="10" y="139"/>
                    <a:pt x="15" y="148"/>
                    <a:pt x="22" y="156"/>
                  </a:cubicBezTo>
                  <a:cubicBezTo>
                    <a:pt x="29" y="164"/>
                    <a:pt x="39" y="171"/>
                    <a:pt x="50" y="180"/>
                  </a:cubicBezTo>
                  <a:cubicBezTo>
                    <a:pt x="61" y="188"/>
                    <a:pt x="75" y="197"/>
                    <a:pt x="91" y="205"/>
                  </a:cubicBezTo>
                  <a:cubicBezTo>
                    <a:pt x="106" y="213"/>
                    <a:pt x="119" y="220"/>
                    <a:pt x="128" y="226"/>
                  </a:cubicBezTo>
                  <a:cubicBezTo>
                    <a:pt x="140" y="233"/>
                    <a:pt x="148" y="238"/>
                    <a:pt x="155" y="245"/>
                  </a:cubicBezTo>
                  <a:cubicBezTo>
                    <a:pt x="162" y="252"/>
                    <a:pt x="167" y="259"/>
                    <a:pt x="170" y="266"/>
                  </a:cubicBezTo>
                  <a:cubicBezTo>
                    <a:pt x="174" y="273"/>
                    <a:pt x="176" y="282"/>
                    <a:pt x="176" y="293"/>
                  </a:cubicBezTo>
                  <a:cubicBezTo>
                    <a:pt x="176" y="312"/>
                    <a:pt x="169" y="329"/>
                    <a:pt x="155" y="340"/>
                  </a:cubicBezTo>
                  <a:cubicBezTo>
                    <a:pt x="141" y="350"/>
                    <a:pt x="119" y="355"/>
                    <a:pt x="91" y="355"/>
                  </a:cubicBezTo>
                  <a:cubicBezTo>
                    <a:pt x="84" y="355"/>
                    <a:pt x="75" y="355"/>
                    <a:pt x="67" y="354"/>
                  </a:cubicBezTo>
                  <a:cubicBezTo>
                    <a:pt x="60" y="353"/>
                    <a:pt x="52" y="351"/>
                    <a:pt x="43" y="349"/>
                  </a:cubicBezTo>
                  <a:cubicBezTo>
                    <a:pt x="36" y="346"/>
                    <a:pt x="28" y="343"/>
                    <a:pt x="21" y="339"/>
                  </a:cubicBezTo>
                  <a:cubicBezTo>
                    <a:pt x="13" y="335"/>
                    <a:pt x="6" y="330"/>
                    <a:pt x="0" y="326"/>
                  </a:cubicBezTo>
                  <a:cubicBezTo>
                    <a:pt x="0" y="367"/>
                    <a:pt x="0" y="367"/>
                    <a:pt x="0" y="367"/>
                  </a:cubicBezTo>
                  <a:cubicBezTo>
                    <a:pt x="4" y="369"/>
                    <a:pt x="10" y="372"/>
                    <a:pt x="18" y="375"/>
                  </a:cubicBezTo>
                  <a:cubicBezTo>
                    <a:pt x="25" y="378"/>
                    <a:pt x="34" y="379"/>
                    <a:pt x="42" y="382"/>
                  </a:cubicBezTo>
                  <a:cubicBezTo>
                    <a:pt x="50" y="383"/>
                    <a:pt x="59" y="385"/>
                    <a:pt x="67" y="386"/>
                  </a:cubicBezTo>
                  <a:cubicBezTo>
                    <a:pt x="75" y="386"/>
                    <a:pt x="82" y="388"/>
                    <a:pt x="88" y="388"/>
                  </a:cubicBezTo>
                  <a:cubicBezTo>
                    <a:pt x="106" y="388"/>
                    <a:pt x="123" y="385"/>
                    <a:pt x="138" y="381"/>
                  </a:cubicBezTo>
                  <a:cubicBezTo>
                    <a:pt x="153" y="376"/>
                    <a:pt x="166" y="371"/>
                    <a:pt x="177" y="362"/>
                  </a:cubicBezTo>
                  <a:cubicBezTo>
                    <a:pt x="188" y="354"/>
                    <a:pt x="197" y="344"/>
                    <a:pt x="202" y="332"/>
                  </a:cubicBezTo>
                  <a:cubicBezTo>
                    <a:pt x="209" y="319"/>
                    <a:pt x="212" y="305"/>
                    <a:pt x="212" y="289"/>
                  </a:cubicBezTo>
                  <a:cubicBezTo>
                    <a:pt x="212" y="276"/>
                    <a:pt x="211"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9" name="Freeform 409">
            <a:extLst>
              <a:ext uri="{FF2B5EF4-FFF2-40B4-BE49-F238E27FC236}">
                <a16:creationId xmlns:a16="http://schemas.microsoft.com/office/drawing/2014/main" id="{437D9FCA-167C-24A4-FCC4-73962F08D153}"/>
              </a:ext>
            </a:extLst>
          </p:cNvPr>
          <p:cNvSpPr>
            <a:spLocks noChangeArrowheads="1"/>
          </p:cNvSpPr>
          <p:nvPr/>
        </p:nvSpPr>
        <p:spPr bwMode="auto">
          <a:xfrm>
            <a:off x="5161631" y="3989312"/>
            <a:ext cx="257175" cy="171450"/>
          </a:xfrm>
          <a:custGeom>
            <a:avLst/>
            <a:gdLst>
              <a:gd name="T0" fmla="*/ 535 w 715"/>
              <a:gd name="T1" fmla="*/ 475 h 476"/>
              <a:gd name="T2" fmla="*/ 535 w 715"/>
              <a:gd name="T3" fmla="*/ 475 h 476"/>
              <a:gd name="T4" fmla="*/ 714 w 715"/>
              <a:gd name="T5" fmla="*/ 297 h 476"/>
              <a:gd name="T6" fmla="*/ 570 w 715"/>
              <a:gd name="T7" fmla="*/ 123 h 476"/>
              <a:gd name="T8" fmla="*/ 371 w 715"/>
              <a:gd name="T9" fmla="*/ 0 h 476"/>
              <a:gd name="T10" fmla="*/ 163 w 715"/>
              <a:gd name="T11" fmla="*/ 144 h 476"/>
              <a:gd name="T12" fmla="*/ 171 w 715"/>
              <a:gd name="T13" fmla="*/ 163 h 476"/>
              <a:gd name="T14" fmla="*/ 191 w 715"/>
              <a:gd name="T15" fmla="*/ 155 h 476"/>
              <a:gd name="T16" fmla="*/ 191 w 715"/>
              <a:gd name="T17" fmla="*/ 155 h 476"/>
              <a:gd name="T18" fmla="*/ 371 w 715"/>
              <a:gd name="T19" fmla="*/ 29 h 476"/>
              <a:gd name="T20" fmla="*/ 547 w 715"/>
              <a:gd name="T21" fmla="*/ 142 h 476"/>
              <a:gd name="T22" fmla="*/ 551 w 715"/>
              <a:gd name="T23" fmla="*/ 149 h 476"/>
              <a:gd name="T24" fmla="*/ 558 w 715"/>
              <a:gd name="T25" fmla="*/ 151 h 476"/>
              <a:gd name="T26" fmla="*/ 683 w 715"/>
              <a:gd name="T27" fmla="*/ 297 h 476"/>
              <a:gd name="T28" fmla="*/ 640 w 715"/>
              <a:gd name="T29" fmla="*/ 403 h 476"/>
              <a:gd name="T30" fmla="*/ 535 w 715"/>
              <a:gd name="T31" fmla="*/ 446 h 476"/>
              <a:gd name="T32" fmla="*/ 163 w 715"/>
              <a:gd name="T33" fmla="*/ 446 h 476"/>
              <a:gd name="T34" fmla="*/ 68 w 715"/>
              <a:gd name="T35" fmla="*/ 410 h 476"/>
              <a:gd name="T36" fmla="*/ 29 w 715"/>
              <a:gd name="T37" fmla="*/ 326 h 476"/>
              <a:gd name="T38" fmla="*/ 68 w 715"/>
              <a:gd name="T39" fmla="*/ 243 h 476"/>
              <a:gd name="T40" fmla="*/ 163 w 715"/>
              <a:gd name="T41" fmla="*/ 208 h 476"/>
              <a:gd name="T42" fmla="*/ 243 w 715"/>
              <a:gd name="T43" fmla="*/ 251 h 476"/>
              <a:gd name="T44" fmla="*/ 263 w 715"/>
              <a:gd name="T45" fmla="*/ 252 h 476"/>
              <a:gd name="T46" fmla="*/ 266 w 715"/>
              <a:gd name="T47" fmla="*/ 231 h 476"/>
              <a:gd name="T48" fmla="*/ 163 w 715"/>
              <a:gd name="T49" fmla="*/ 178 h 476"/>
              <a:gd name="T50" fmla="*/ 47 w 715"/>
              <a:gd name="T51" fmla="*/ 222 h 476"/>
              <a:gd name="T52" fmla="*/ 0 w 715"/>
              <a:gd name="T53" fmla="*/ 326 h 476"/>
              <a:gd name="T54" fmla="*/ 47 w 715"/>
              <a:gd name="T55" fmla="*/ 432 h 476"/>
              <a:gd name="T56" fmla="*/ 163 w 715"/>
              <a:gd name="T57" fmla="*/ 475 h 476"/>
              <a:gd name="T58" fmla="*/ 535 w 715"/>
              <a:gd name="T59" fmla="*/ 475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5" h="476">
                <a:moveTo>
                  <a:pt x="535" y="475"/>
                </a:moveTo>
                <a:lnTo>
                  <a:pt x="535" y="475"/>
                </a:lnTo>
                <a:cubicBezTo>
                  <a:pt x="633" y="475"/>
                  <a:pt x="714" y="396"/>
                  <a:pt x="714" y="297"/>
                </a:cubicBezTo>
                <a:cubicBezTo>
                  <a:pt x="714" y="211"/>
                  <a:pt x="653" y="139"/>
                  <a:pt x="570" y="123"/>
                </a:cubicBezTo>
                <a:cubicBezTo>
                  <a:pt x="534" y="50"/>
                  <a:pt x="459" y="0"/>
                  <a:pt x="371" y="0"/>
                </a:cubicBezTo>
                <a:cubicBezTo>
                  <a:pt x="276" y="0"/>
                  <a:pt x="195" y="60"/>
                  <a:pt x="163" y="144"/>
                </a:cubicBezTo>
                <a:cubicBezTo>
                  <a:pt x="160" y="152"/>
                  <a:pt x="163" y="160"/>
                  <a:pt x="171" y="163"/>
                </a:cubicBezTo>
                <a:cubicBezTo>
                  <a:pt x="178" y="166"/>
                  <a:pt x="188" y="162"/>
                  <a:pt x="191" y="155"/>
                </a:cubicBezTo>
                <a:lnTo>
                  <a:pt x="191" y="155"/>
                </a:lnTo>
                <a:cubicBezTo>
                  <a:pt x="219" y="81"/>
                  <a:pt x="289" y="29"/>
                  <a:pt x="371" y="29"/>
                </a:cubicBezTo>
                <a:cubicBezTo>
                  <a:pt x="449" y="29"/>
                  <a:pt x="516" y="75"/>
                  <a:pt x="547" y="142"/>
                </a:cubicBezTo>
                <a:cubicBezTo>
                  <a:pt x="551" y="149"/>
                  <a:pt x="551" y="149"/>
                  <a:pt x="551" y="149"/>
                </a:cubicBezTo>
                <a:cubicBezTo>
                  <a:pt x="558" y="151"/>
                  <a:pt x="558" y="151"/>
                  <a:pt x="558" y="151"/>
                </a:cubicBezTo>
                <a:cubicBezTo>
                  <a:pt x="629" y="162"/>
                  <a:pt x="683" y="223"/>
                  <a:pt x="683" y="297"/>
                </a:cubicBezTo>
                <a:cubicBezTo>
                  <a:pt x="683" y="339"/>
                  <a:pt x="667" y="375"/>
                  <a:pt x="640" y="403"/>
                </a:cubicBezTo>
                <a:cubicBezTo>
                  <a:pt x="614" y="429"/>
                  <a:pt x="576" y="446"/>
                  <a:pt x="535" y="446"/>
                </a:cubicBezTo>
                <a:cubicBezTo>
                  <a:pt x="495" y="446"/>
                  <a:pt x="210" y="446"/>
                  <a:pt x="163" y="446"/>
                </a:cubicBezTo>
                <a:cubicBezTo>
                  <a:pt x="125" y="446"/>
                  <a:pt x="92" y="432"/>
                  <a:pt x="68" y="410"/>
                </a:cubicBezTo>
                <a:cubicBezTo>
                  <a:pt x="43" y="389"/>
                  <a:pt x="29" y="360"/>
                  <a:pt x="29" y="326"/>
                </a:cubicBezTo>
                <a:cubicBezTo>
                  <a:pt x="29" y="294"/>
                  <a:pt x="43" y="265"/>
                  <a:pt x="68" y="243"/>
                </a:cubicBezTo>
                <a:cubicBezTo>
                  <a:pt x="92" y="222"/>
                  <a:pt x="125" y="208"/>
                  <a:pt x="163" y="208"/>
                </a:cubicBezTo>
                <a:cubicBezTo>
                  <a:pt x="191" y="208"/>
                  <a:pt x="223" y="224"/>
                  <a:pt x="243" y="251"/>
                </a:cubicBezTo>
                <a:cubicBezTo>
                  <a:pt x="248" y="257"/>
                  <a:pt x="258" y="258"/>
                  <a:pt x="263" y="252"/>
                </a:cubicBezTo>
                <a:cubicBezTo>
                  <a:pt x="270" y="247"/>
                  <a:pt x="272" y="238"/>
                  <a:pt x="266" y="231"/>
                </a:cubicBezTo>
                <a:cubicBezTo>
                  <a:pt x="241" y="201"/>
                  <a:pt x="203" y="178"/>
                  <a:pt x="163" y="178"/>
                </a:cubicBezTo>
                <a:cubicBezTo>
                  <a:pt x="118" y="178"/>
                  <a:pt x="78" y="194"/>
                  <a:pt x="47" y="222"/>
                </a:cubicBezTo>
                <a:cubicBezTo>
                  <a:pt x="18" y="248"/>
                  <a:pt x="0" y="286"/>
                  <a:pt x="0" y="326"/>
                </a:cubicBezTo>
                <a:cubicBezTo>
                  <a:pt x="0" y="368"/>
                  <a:pt x="18" y="406"/>
                  <a:pt x="47" y="432"/>
                </a:cubicBezTo>
                <a:cubicBezTo>
                  <a:pt x="78" y="459"/>
                  <a:pt x="118" y="475"/>
                  <a:pt x="163" y="475"/>
                </a:cubicBezTo>
                <a:cubicBezTo>
                  <a:pt x="210" y="475"/>
                  <a:pt x="495" y="475"/>
                  <a:pt x="535" y="475"/>
                </a:cubicBezTo>
              </a:path>
            </a:pathLst>
          </a:custGeom>
          <a:solidFill>
            <a:schemeClr val="tx2"/>
          </a:solidFill>
          <a:ln>
            <a:noFill/>
          </a:ln>
          <a:effectLst/>
        </p:spPr>
        <p:txBody>
          <a:bodyPr wrap="none" anchor="ctr"/>
          <a:lstStyle/>
          <a:p>
            <a:endParaRPr lang="da-DK"/>
          </a:p>
        </p:txBody>
      </p:sp>
      <p:grpSp>
        <p:nvGrpSpPr>
          <p:cNvPr id="500" name="Group 503">
            <a:extLst>
              <a:ext uri="{FF2B5EF4-FFF2-40B4-BE49-F238E27FC236}">
                <a16:creationId xmlns:a16="http://schemas.microsoft.com/office/drawing/2014/main" id="{1618A2DA-2F11-1A77-7109-9A0CC99D95F4}"/>
              </a:ext>
            </a:extLst>
          </p:cNvPr>
          <p:cNvGrpSpPr/>
          <p:nvPr/>
        </p:nvGrpSpPr>
        <p:grpSpPr>
          <a:xfrm>
            <a:off x="6188744" y="4523483"/>
            <a:ext cx="258762" cy="173037"/>
            <a:chOff x="5160963" y="4894263"/>
            <a:chExt cx="258762" cy="173037"/>
          </a:xfrm>
          <a:solidFill>
            <a:schemeClr val="tx2"/>
          </a:solidFill>
        </p:grpSpPr>
        <p:sp>
          <p:nvSpPr>
            <p:cNvPr id="501" name="Freeform 410">
              <a:extLst>
                <a:ext uri="{FF2B5EF4-FFF2-40B4-BE49-F238E27FC236}">
                  <a16:creationId xmlns:a16="http://schemas.microsoft.com/office/drawing/2014/main" id="{58D07074-E73D-B387-4E02-33C94E4765C1}"/>
                </a:ext>
              </a:extLst>
            </p:cNvPr>
            <p:cNvSpPr>
              <a:spLocks noChangeArrowheads="1"/>
            </p:cNvSpPr>
            <p:nvPr/>
          </p:nvSpPr>
          <p:spPr bwMode="auto">
            <a:xfrm>
              <a:off x="5219700" y="4894263"/>
              <a:ext cx="100013" cy="60325"/>
            </a:xfrm>
            <a:custGeom>
              <a:avLst/>
              <a:gdLst>
                <a:gd name="T0" fmla="*/ 258 w 280"/>
                <a:gd name="T1" fmla="*/ 34 h 167"/>
                <a:gd name="T2" fmla="*/ 258 w 280"/>
                <a:gd name="T3" fmla="*/ 34 h 167"/>
                <a:gd name="T4" fmla="*/ 277 w 280"/>
                <a:gd name="T5" fmla="*/ 25 h 167"/>
                <a:gd name="T6" fmla="*/ 265 w 280"/>
                <a:gd name="T7" fmla="*/ 7 h 167"/>
                <a:gd name="T8" fmla="*/ 211 w 280"/>
                <a:gd name="T9" fmla="*/ 0 h 167"/>
                <a:gd name="T10" fmla="*/ 3 w 280"/>
                <a:gd name="T11" fmla="*/ 143 h 167"/>
                <a:gd name="T12" fmla="*/ 12 w 280"/>
                <a:gd name="T13" fmla="*/ 163 h 167"/>
                <a:gd name="T14" fmla="*/ 31 w 280"/>
                <a:gd name="T15" fmla="*/ 154 h 167"/>
                <a:gd name="T16" fmla="*/ 31 w 280"/>
                <a:gd name="T17" fmla="*/ 154 h 167"/>
                <a:gd name="T18" fmla="*/ 211 w 280"/>
                <a:gd name="T19" fmla="*/ 29 h 167"/>
                <a:gd name="T20" fmla="*/ 258 w 280"/>
                <a:gd name="T21" fmla="*/ 34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0" h="167">
                  <a:moveTo>
                    <a:pt x="258" y="34"/>
                  </a:moveTo>
                  <a:lnTo>
                    <a:pt x="258" y="34"/>
                  </a:lnTo>
                  <a:cubicBezTo>
                    <a:pt x="267" y="37"/>
                    <a:pt x="275" y="32"/>
                    <a:pt x="277" y="25"/>
                  </a:cubicBezTo>
                  <a:cubicBezTo>
                    <a:pt x="279" y="16"/>
                    <a:pt x="274" y="8"/>
                    <a:pt x="265" y="7"/>
                  </a:cubicBezTo>
                  <a:cubicBezTo>
                    <a:pt x="249" y="1"/>
                    <a:pt x="231" y="0"/>
                    <a:pt x="211" y="0"/>
                  </a:cubicBezTo>
                  <a:cubicBezTo>
                    <a:pt x="116" y="0"/>
                    <a:pt x="35" y="60"/>
                    <a:pt x="3" y="143"/>
                  </a:cubicBezTo>
                  <a:cubicBezTo>
                    <a:pt x="0" y="152"/>
                    <a:pt x="5" y="160"/>
                    <a:pt x="12" y="163"/>
                  </a:cubicBezTo>
                  <a:cubicBezTo>
                    <a:pt x="20" y="166"/>
                    <a:pt x="28" y="161"/>
                    <a:pt x="31" y="154"/>
                  </a:cubicBezTo>
                  <a:lnTo>
                    <a:pt x="31" y="154"/>
                  </a:lnTo>
                  <a:cubicBezTo>
                    <a:pt x="59" y="81"/>
                    <a:pt x="129" y="29"/>
                    <a:pt x="211" y="29"/>
                  </a:cubicBezTo>
                  <a:cubicBezTo>
                    <a:pt x="228" y="29"/>
                    <a:pt x="243" y="32"/>
                    <a:pt x="258" y="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2" name="Freeform 411">
              <a:extLst>
                <a:ext uri="{FF2B5EF4-FFF2-40B4-BE49-F238E27FC236}">
                  <a16:creationId xmlns:a16="http://schemas.microsoft.com/office/drawing/2014/main" id="{B5C39577-B536-E3CE-B752-E39382F1F912}"/>
                </a:ext>
              </a:extLst>
            </p:cNvPr>
            <p:cNvSpPr>
              <a:spLocks noChangeArrowheads="1"/>
            </p:cNvSpPr>
            <p:nvPr/>
          </p:nvSpPr>
          <p:spPr bwMode="auto">
            <a:xfrm>
              <a:off x="5160963" y="4959350"/>
              <a:ext cx="257175" cy="107950"/>
            </a:xfrm>
            <a:custGeom>
              <a:avLst/>
              <a:gdLst>
                <a:gd name="T0" fmla="*/ 68 w 715"/>
                <a:gd name="T1" fmla="*/ 64 h 298"/>
                <a:gd name="T2" fmla="*/ 68 w 715"/>
                <a:gd name="T3" fmla="*/ 64 h 298"/>
                <a:gd name="T4" fmla="*/ 163 w 715"/>
                <a:gd name="T5" fmla="*/ 29 h 298"/>
                <a:gd name="T6" fmla="*/ 243 w 715"/>
                <a:gd name="T7" fmla="*/ 73 h 298"/>
                <a:gd name="T8" fmla="*/ 264 w 715"/>
                <a:gd name="T9" fmla="*/ 74 h 298"/>
                <a:gd name="T10" fmla="*/ 266 w 715"/>
                <a:gd name="T11" fmla="*/ 53 h 298"/>
                <a:gd name="T12" fmla="*/ 163 w 715"/>
                <a:gd name="T13" fmla="*/ 0 h 298"/>
                <a:gd name="T14" fmla="*/ 47 w 715"/>
                <a:gd name="T15" fmla="*/ 43 h 298"/>
                <a:gd name="T16" fmla="*/ 0 w 715"/>
                <a:gd name="T17" fmla="*/ 148 h 298"/>
                <a:gd name="T18" fmla="*/ 47 w 715"/>
                <a:gd name="T19" fmla="*/ 254 h 298"/>
                <a:gd name="T20" fmla="*/ 163 w 715"/>
                <a:gd name="T21" fmla="*/ 297 h 298"/>
                <a:gd name="T22" fmla="*/ 536 w 715"/>
                <a:gd name="T23" fmla="*/ 297 h 298"/>
                <a:gd name="T24" fmla="*/ 714 w 715"/>
                <a:gd name="T25" fmla="*/ 119 h 298"/>
                <a:gd name="T26" fmla="*/ 709 w 715"/>
                <a:gd name="T27" fmla="*/ 74 h 298"/>
                <a:gd name="T28" fmla="*/ 690 w 715"/>
                <a:gd name="T29" fmla="*/ 64 h 298"/>
                <a:gd name="T30" fmla="*/ 679 w 715"/>
                <a:gd name="T31" fmla="*/ 82 h 298"/>
                <a:gd name="T32" fmla="*/ 679 w 715"/>
                <a:gd name="T33" fmla="*/ 82 h 298"/>
                <a:gd name="T34" fmla="*/ 683 w 715"/>
                <a:gd name="T35" fmla="*/ 119 h 298"/>
                <a:gd name="T36" fmla="*/ 640 w 715"/>
                <a:gd name="T37" fmla="*/ 225 h 298"/>
                <a:gd name="T38" fmla="*/ 536 w 715"/>
                <a:gd name="T39" fmla="*/ 268 h 298"/>
                <a:gd name="T40" fmla="*/ 163 w 715"/>
                <a:gd name="T41" fmla="*/ 268 h 298"/>
                <a:gd name="T42" fmla="*/ 68 w 715"/>
                <a:gd name="T43" fmla="*/ 232 h 298"/>
                <a:gd name="T44" fmla="*/ 29 w 715"/>
                <a:gd name="T45" fmla="*/ 148 h 298"/>
                <a:gd name="T46" fmla="*/ 68 w 715"/>
                <a:gd name="T47" fmla="*/ 64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15" h="298">
                  <a:moveTo>
                    <a:pt x="68" y="64"/>
                  </a:moveTo>
                  <a:lnTo>
                    <a:pt x="68" y="64"/>
                  </a:lnTo>
                  <a:cubicBezTo>
                    <a:pt x="92" y="43"/>
                    <a:pt x="126" y="29"/>
                    <a:pt x="163" y="29"/>
                  </a:cubicBezTo>
                  <a:cubicBezTo>
                    <a:pt x="191" y="29"/>
                    <a:pt x="223" y="46"/>
                    <a:pt x="243" y="73"/>
                  </a:cubicBezTo>
                  <a:cubicBezTo>
                    <a:pt x="248" y="78"/>
                    <a:pt x="258" y="80"/>
                    <a:pt x="264" y="74"/>
                  </a:cubicBezTo>
                  <a:cubicBezTo>
                    <a:pt x="271" y="68"/>
                    <a:pt x="272" y="60"/>
                    <a:pt x="266" y="53"/>
                  </a:cubicBezTo>
                  <a:cubicBezTo>
                    <a:pt x="241" y="22"/>
                    <a:pt x="204" y="0"/>
                    <a:pt x="163" y="0"/>
                  </a:cubicBezTo>
                  <a:cubicBezTo>
                    <a:pt x="119" y="0"/>
                    <a:pt x="78" y="15"/>
                    <a:pt x="47" y="43"/>
                  </a:cubicBezTo>
                  <a:cubicBezTo>
                    <a:pt x="18" y="70"/>
                    <a:pt x="0" y="108"/>
                    <a:pt x="0" y="148"/>
                  </a:cubicBezTo>
                  <a:cubicBezTo>
                    <a:pt x="0" y="190"/>
                    <a:pt x="18" y="227"/>
                    <a:pt x="47" y="254"/>
                  </a:cubicBezTo>
                  <a:cubicBezTo>
                    <a:pt x="78" y="280"/>
                    <a:pt x="119" y="297"/>
                    <a:pt x="163" y="297"/>
                  </a:cubicBezTo>
                  <a:cubicBezTo>
                    <a:pt x="211" y="297"/>
                    <a:pt x="495" y="297"/>
                    <a:pt x="536" y="297"/>
                  </a:cubicBezTo>
                  <a:cubicBezTo>
                    <a:pt x="633" y="297"/>
                    <a:pt x="714" y="218"/>
                    <a:pt x="714" y="119"/>
                  </a:cubicBezTo>
                  <a:cubicBezTo>
                    <a:pt x="714" y="103"/>
                    <a:pt x="711" y="89"/>
                    <a:pt x="709" y="74"/>
                  </a:cubicBezTo>
                  <a:cubicBezTo>
                    <a:pt x="706" y="67"/>
                    <a:pt x="699" y="62"/>
                    <a:pt x="690" y="64"/>
                  </a:cubicBezTo>
                  <a:cubicBezTo>
                    <a:pt x="682" y="66"/>
                    <a:pt x="678" y="74"/>
                    <a:pt x="679" y="82"/>
                  </a:cubicBezTo>
                  <a:lnTo>
                    <a:pt x="679" y="82"/>
                  </a:lnTo>
                  <a:cubicBezTo>
                    <a:pt x="682" y="94"/>
                    <a:pt x="683" y="106"/>
                    <a:pt x="683" y="119"/>
                  </a:cubicBezTo>
                  <a:cubicBezTo>
                    <a:pt x="683" y="161"/>
                    <a:pt x="667" y="197"/>
                    <a:pt x="640" y="225"/>
                  </a:cubicBezTo>
                  <a:cubicBezTo>
                    <a:pt x="614" y="251"/>
                    <a:pt x="576" y="268"/>
                    <a:pt x="536" y="268"/>
                  </a:cubicBezTo>
                  <a:cubicBezTo>
                    <a:pt x="495" y="268"/>
                    <a:pt x="211" y="268"/>
                    <a:pt x="163" y="268"/>
                  </a:cubicBezTo>
                  <a:cubicBezTo>
                    <a:pt x="126" y="268"/>
                    <a:pt x="92" y="254"/>
                    <a:pt x="68" y="232"/>
                  </a:cubicBezTo>
                  <a:cubicBezTo>
                    <a:pt x="43" y="211"/>
                    <a:pt x="29" y="181"/>
                    <a:pt x="29" y="148"/>
                  </a:cubicBezTo>
                  <a:cubicBezTo>
                    <a:pt x="29" y="116"/>
                    <a:pt x="43" y="87"/>
                    <a:pt x="68" y="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2">
              <a:extLst>
                <a:ext uri="{FF2B5EF4-FFF2-40B4-BE49-F238E27FC236}">
                  <a16:creationId xmlns:a16="http://schemas.microsoft.com/office/drawing/2014/main" id="{5D7F6CF7-2E07-F8EA-0644-4D10D291F907}"/>
                </a:ext>
              </a:extLst>
            </p:cNvPr>
            <p:cNvSpPr>
              <a:spLocks noChangeArrowheads="1"/>
            </p:cNvSpPr>
            <p:nvPr/>
          </p:nvSpPr>
          <p:spPr bwMode="auto">
            <a:xfrm>
              <a:off x="5284788" y="4894263"/>
              <a:ext cx="134937" cy="90487"/>
            </a:xfrm>
            <a:custGeom>
              <a:avLst/>
              <a:gdLst>
                <a:gd name="T0" fmla="*/ 297 w 373"/>
                <a:gd name="T1" fmla="*/ 62 h 253"/>
                <a:gd name="T2" fmla="*/ 297 w 373"/>
                <a:gd name="T3" fmla="*/ 62 h 253"/>
                <a:gd name="T4" fmla="*/ 194 w 373"/>
                <a:gd name="T5" fmla="*/ 0 h 253"/>
                <a:gd name="T6" fmla="*/ 82 w 373"/>
                <a:gd name="T7" fmla="*/ 76 h 253"/>
                <a:gd name="T8" fmla="*/ 83 w 373"/>
                <a:gd name="T9" fmla="*/ 89 h 253"/>
                <a:gd name="T10" fmla="*/ 26 w 373"/>
                <a:gd name="T11" fmla="*/ 113 h 253"/>
                <a:gd name="T12" fmla="*/ 0 w 373"/>
                <a:gd name="T13" fmla="*/ 170 h 253"/>
                <a:gd name="T14" fmla="*/ 26 w 373"/>
                <a:gd name="T15" fmla="*/ 228 h 253"/>
                <a:gd name="T16" fmla="*/ 89 w 373"/>
                <a:gd name="T17" fmla="*/ 252 h 253"/>
                <a:gd name="T18" fmla="*/ 272 w 373"/>
                <a:gd name="T19" fmla="*/ 252 h 253"/>
                <a:gd name="T20" fmla="*/ 332 w 373"/>
                <a:gd name="T21" fmla="*/ 234 h 253"/>
                <a:gd name="T22" fmla="*/ 368 w 373"/>
                <a:gd name="T23" fmla="*/ 184 h 253"/>
                <a:gd name="T24" fmla="*/ 372 w 373"/>
                <a:gd name="T25" fmla="*/ 156 h 253"/>
                <a:gd name="T26" fmla="*/ 297 w 373"/>
                <a:gd name="T27" fmla="*/ 62 h 253"/>
                <a:gd name="T28" fmla="*/ 339 w 373"/>
                <a:gd name="T29" fmla="*/ 175 h 253"/>
                <a:gd name="T30" fmla="*/ 339 w 373"/>
                <a:gd name="T31" fmla="*/ 175 h 253"/>
                <a:gd name="T32" fmla="*/ 314 w 373"/>
                <a:gd name="T33" fmla="*/ 209 h 253"/>
                <a:gd name="T34" fmla="*/ 272 w 373"/>
                <a:gd name="T35" fmla="*/ 223 h 253"/>
                <a:gd name="T36" fmla="*/ 89 w 373"/>
                <a:gd name="T37" fmla="*/ 223 h 253"/>
                <a:gd name="T38" fmla="*/ 46 w 373"/>
                <a:gd name="T39" fmla="*/ 206 h 253"/>
                <a:gd name="T40" fmla="*/ 29 w 373"/>
                <a:gd name="T41" fmla="*/ 170 h 253"/>
                <a:gd name="T42" fmla="*/ 46 w 373"/>
                <a:gd name="T43" fmla="*/ 134 h 253"/>
                <a:gd name="T44" fmla="*/ 89 w 373"/>
                <a:gd name="T45" fmla="*/ 118 h 253"/>
                <a:gd name="T46" fmla="*/ 89 w 373"/>
                <a:gd name="T47" fmla="*/ 118 h 253"/>
                <a:gd name="T48" fmla="*/ 89 w 373"/>
                <a:gd name="T49" fmla="*/ 118 h 253"/>
                <a:gd name="T50" fmla="*/ 122 w 373"/>
                <a:gd name="T51" fmla="*/ 136 h 253"/>
                <a:gd name="T52" fmla="*/ 143 w 373"/>
                <a:gd name="T53" fmla="*/ 139 h 253"/>
                <a:gd name="T54" fmla="*/ 146 w 373"/>
                <a:gd name="T55" fmla="*/ 118 h 253"/>
                <a:gd name="T56" fmla="*/ 107 w 373"/>
                <a:gd name="T57" fmla="*/ 92 h 253"/>
                <a:gd name="T58" fmla="*/ 110 w 373"/>
                <a:gd name="T59" fmla="*/ 86 h 253"/>
                <a:gd name="T60" fmla="*/ 194 w 373"/>
                <a:gd name="T61" fmla="*/ 29 h 253"/>
                <a:gd name="T62" fmla="*/ 274 w 373"/>
                <a:gd name="T63" fmla="*/ 81 h 253"/>
                <a:gd name="T64" fmla="*/ 277 w 373"/>
                <a:gd name="T65" fmla="*/ 89 h 253"/>
                <a:gd name="T66" fmla="*/ 286 w 373"/>
                <a:gd name="T67" fmla="*/ 89 h 253"/>
                <a:gd name="T68" fmla="*/ 341 w 373"/>
                <a:gd name="T69" fmla="*/ 156 h 253"/>
                <a:gd name="T70" fmla="*/ 339 w 373"/>
                <a:gd name="T71" fmla="*/ 175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73" h="253">
                  <a:moveTo>
                    <a:pt x="297" y="62"/>
                  </a:moveTo>
                  <a:lnTo>
                    <a:pt x="297" y="62"/>
                  </a:lnTo>
                  <a:cubicBezTo>
                    <a:pt x="277" y="25"/>
                    <a:pt x="238" y="0"/>
                    <a:pt x="194" y="0"/>
                  </a:cubicBezTo>
                  <a:cubicBezTo>
                    <a:pt x="142" y="0"/>
                    <a:pt x="99" y="32"/>
                    <a:pt x="82" y="76"/>
                  </a:cubicBezTo>
                  <a:cubicBezTo>
                    <a:pt x="81" y="81"/>
                    <a:pt x="81" y="85"/>
                    <a:pt x="83" y="89"/>
                  </a:cubicBezTo>
                  <a:cubicBezTo>
                    <a:pt x="61" y="90"/>
                    <a:pt x="42" y="99"/>
                    <a:pt x="26" y="113"/>
                  </a:cubicBezTo>
                  <a:cubicBezTo>
                    <a:pt x="10" y="127"/>
                    <a:pt x="0" y="147"/>
                    <a:pt x="0" y="170"/>
                  </a:cubicBezTo>
                  <a:cubicBezTo>
                    <a:pt x="0" y="193"/>
                    <a:pt x="10" y="214"/>
                    <a:pt x="26" y="228"/>
                  </a:cubicBezTo>
                  <a:cubicBezTo>
                    <a:pt x="43" y="244"/>
                    <a:pt x="65" y="252"/>
                    <a:pt x="89" y="252"/>
                  </a:cubicBezTo>
                  <a:cubicBezTo>
                    <a:pt x="272" y="252"/>
                    <a:pt x="272" y="252"/>
                    <a:pt x="272" y="252"/>
                  </a:cubicBezTo>
                  <a:cubicBezTo>
                    <a:pt x="293" y="252"/>
                    <a:pt x="314" y="245"/>
                    <a:pt x="332" y="234"/>
                  </a:cubicBezTo>
                  <a:cubicBezTo>
                    <a:pt x="348" y="221"/>
                    <a:pt x="362" y="205"/>
                    <a:pt x="368" y="184"/>
                  </a:cubicBezTo>
                  <a:cubicBezTo>
                    <a:pt x="371" y="174"/>
                    <a:pt x="372" y="164"/>
                    <a:pt x="372" y="156"/>
                  </a:cubicBezTo>
                  <a:cubicBezTo>
                    <a:pt x="372" y="110"/>
                    <a:pt x="340" y="72"/>
                    <a:pt x="297" y="62"/>
                  </a:cubicBezTo>
                  <a:close/>
                  <a:moveTo>
                    <a:pt x="339" y="175"/>
                  </a:moveTo>
                  <a:lnTo>
                    <a:pt x="339" y="175"/>
                  </a:lnTo>
                  <a:cubicBezTo>
                    <a:pt x="334" y="189"/>
                    <a:pt x="326" y="200"/>
                    <a:pt x="314" y="209"/>
                  </a:cubicBezTo>
                  <a:cubicBezTo>
                    <a:pt x="302" y="217"/>
                    <a:pt x="287" y="223"/>
                    <a:pt x="272" y="223"/>
                  </a:cubicBezTo>
                  <a:cubicBezTo>
                    <a:pt x="89" y="223"/>
                    <a:pt x="89" y="223"/>
                    <a:pt x="89" y="223"/>
                  </a:cubicBezTo>
                  <a:cubicBezTo>
                    <a:pt x="72" y="223"/>
                    <a:pt x="57" y="216"/>
                    <a:pt x="46" y="206"/>
                  </a:cubicBezTo>
                  <a:cubicBezTo>
                    <a:pt x="36" y="198"/>
                    <a:pt x="29" y="184"/>
                    <a:pt x="29" y="170"/>
                  </a:cubicBezTo>
                  <a:cubicBezTo>
                    <a:pt x="29" y="156"/>
                    <a:pt x="36" y="143"/>
                    <a:pt x="46" y="134"/>
                  </a:cubicBezTo>
                  <a:cubicBezTo>
                    <a:pt x="57" y="125"/>
                    <a:pt x="72" y="118"/>
                    <a:pt x="89" y="118"/>
                  </a:cubicBezTo>
                  <a:lnTo>
                    <a:pt x="89" y="118"/>
                  </a:lnTo>
                  <a:lnTo>
                    <a:pt x="89" y="118"/>
                  </a:lnTo>
                  <a:cubicBezTo>
                    <a:pt x="100" y="118"/>
                    <a:pt x="114" y="125"/>
                    <a:pt x="122" y="136"/>
                  </a:cubicBezTo>
                  <a:cubicBezTo>
                    <a:pt x="128" y="143"/>
                    <a:pt x="138" y="145"/>
                    <a:pt x="143" y="139"/>
                  </a:cubicBezTo>
                  <a:cubicBezTo>
                    <a:pt x="150" y="134"/>
                    <a:pt x="152" y="124"/>
                    <a:pt x="146" y="118"/>
                  </a:cubicBezTo>
                  <a:cubicBezTo>
                    <a:pt x="136" y="106"/>
                    <a:pt x="122" y="96"/>
                    <a:pt x="107" y="92"/>
                  </a:cubicBezTo>
                  <a:cubicBezTo>
                    <a:pt x="109" y="90"/>
                    <a:pt x="109" y="89"/>
                    <a:pt x="110" y="86"/>
                  </a:cubicBezTo>
                  <a:cubicBezTo>
                    <a:pt x="122" y="53"/>
                    <a:pt x="155" y="29"/>
                    <a:pt x="194" y="29"/>
                  </a:cubicBezTo>
                  <a:cubicBezTo>
                    <a:pt x="228" y="29"/>
                    <a:pt x="261" y="50"/>
                    <a:pt x="274" y="81"/>
                  </a:cubicBezTo>
                  <a:cubicBezTo>
                    <a:pt x="277" y="89"/>
                    <a:pt x="277" y="89"/>
                    <a:pt x="277" y="89"/>
                  </a:cubicBezTo>
                  <a:cubicBezTo>
                    <a:pt x="286" y="89"/>
                    <a:pt x="286" y="89"/>
                    <a:pt x="286" y="89"/>
                  </a:cubicBezTo>
                  <a:cubicBezTo>
                    <a:pt x="318" y="94"/>
                    <a:pt x="341" y="122"/>
                    <a:pt x="341" y="156"/>
                  </a:cubicBezTo>
                  <a:cubicBezTo>
                    <a:pt x="341" y="161"/>
                    <a:pt x="341" y="168"/>
                    <a:pt x="339" y="1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4" name="Group 507">
            <a:extLst>
              <a:ext uri="{FF2B5EF4-FFF2-40B4-BE49-F238E27FC236}">
                <a16:creationId xmlns:a16="http://schemas.microsoft.com/office/drawing/2014/main" id="{5841C936-2A46-6F51-451B-A694F4D92E44}"/>
              </a:ext>
            </a:extLst>
          </p:cNvPr>
          <p:cNvGrpSpPr/>
          <p:nvPr/>
        </p:nvGrpSpPr>
        <p:grpSpPr>
          <a:xfrm>
            <a:off x="5161631" y="4503639"/>
            <a:ext cx="257175" cy="212725"/>
            <a:chOff x="4133850" y="4867275"/>
            <a:chExt cx="257175" cy="212725"/>
          </a:xfrm>
          <a:solidFill>
            <a:schemeClr val="tx2"/>
          </a:solidFill>
        </p:grpSpPr>
        <p:sp>
          <p:nvSpPr>
            <p:cNvPr id="505" name="Freeform 413">
              <a:extLst>
                <a:ext uri="{FF2B5EF4-FFF2-40B4-BE49-F238E27FC236}">
                  <a16:creationId xmlns:a16="http://schemas.microsoft.com/office/drawing/2014/main" id="{E7DD866B-1167-39DA-0AA1-6C41AF25AC93}"/>
                </a:ext>
              </a:extLst>
            </p:cNvPr>
            <p:cNvSpPr>
              <a:spLocks noChangeArrowheads="1"/>
            </p:cNvSpPr>
            <p:nvPr/>
          </p:nvSpPr>
          <p:spPr bwMode="auto">
            <a:xfrm>
              <a:off x="4191000" y="4867275"/>
              <a:ext cx="200025" cy="171450"/>
            </a:xfrm>
            <a:custGeom>
              <a:avLst/>
              <a:gdLst>
                <a:gd name="T0" fmla="*/ 410 w 555"/>
                <a:gd name="T1" fmla="*/ 124 h 478"/>
                <a:gd name="T2" fmla="*/ 410 w 555"/>
                <a:gd name="T3" fmla="*/ 124 h 478"/>
                <a:gd name="T4" fmla="*/ 211 w 555"/>
                <a:gd name="T5" fmla="*/ 0 h 478"/>
                <a:gd name="T6" fmla="*/ 3 w 555"/>
                <a:gd name="T7" fmla="*/ 145 h 478"/>
                <a:gd name="T8" fmla="*/ 11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8 w 555"/>
                <a:gd name="T27" fmla="*/ 447 h 478"/>
                <a:gd name="T28" fmla="*/ 331 w 555"/>
                <a:gd name="T29" fmla="*/ 447 h 478"/>
                <a:gd name="T30" fmla="*/ 315 w 555"/>
                <a:gd name="T31" fmla="*/ 462 h 478"/>
                <a:gd name="T32" fmla="*/ 331 w 555"/>
                <a:gd name="T33" fmla="*/ 477 h 478"/>
                <a:gd name="T34" fmla="*/ 331 w 555"/>
                <a:gd name="T35" fmla="*/ 477 h 478"/>
                <a:gd name="T36" fmla="*/ 368 w 555"/>
                <a:gd name="T37" fmla="*/ 477 h 478"/>
                <a:gd name="T38" fmla="*/ 488 w 555"/>
                <a:gd name="T39" fmla="*/ 434 h 478"/>
                <a:gd name="T40" fmla="*/ 551 w 555"/>
                <a:gd name="T41" fmla="*/ 324 h 478"/>
                <a:gd name="T42" fmla="*/ 554 w 555"/>
                <a:gd name="T43" fmla="*/ 299 h 478"/>
                <a:gd name="T44" fmla="*/ 410 w 555"/>
                <a:gd name="T45" fmla="*/ 12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4"/>
                  </a:moveTo>
                  <a:lnTo>
                    <a:pt x="410" y="124"/>
                  </a:lnTo>
                  <a:cubicBezTo>
                    <a:pt x="374" y="51"/>
                    <a:pt x="299" y="0"/>
                    <a:pt x="211" y="0"/>
                  </a:cubicBezTo>
                  <a:cubicBezTo>
                    <a:pt x="116" y="0"/>
                    <a:pt x="35" y="60"/>
                    <a:pt x="3" y="145"/>
                  </a:cubicBezTo>
                  <a:cubicBezTo>
                    <a:pt x="0" y="152"/>
                    <a:pt x="3" y="162"/>
                    <a:pt x="11" y="165"/>
                  </a:cubicBezTo>
                  <a:cubicBezTo>
                    <a:pt x="18"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2" y="434"/>
                    <a:pt x="406" y="447"/>
                    <a:pt x="368" y="447"/>
                  </a:cubicBezTo>
                  <a:cubicBezTo>
                    <a:pt x="331" y="447"/>
                    <a:pt x="331" y="447"/>
                    <a:pt x="331" y="447"/>
                  </a:cubicBezTo>
                  <a:cubicBezTo>
                    <a:pt x="322" y="447"/>
                    <a:pt x="315" y="454"/>
                    <a:pt x="315" y="462"/>
                  </a:cubicBezTo>
                  <a:cubicBezTo>
                    <a:pt x="315" y="470"/>
                    <a:pt x="322" y="477"/>
                    <a:pt x="331" y="477"/>
                  </a:cubicBezTo>
                  <a:lnTo>
                    <a:pt x="331" y="477"/>
                  </a:lnTo>
                  <a:cubicBezTo>
                    <a:pt x="368" y="477"/>
                    <a:pt x="368" y="477"/>
                    <a:pt x="368" y="477"/>
                  </a:cubicBezTo>
                  <a:cubicBezTo>
                    <a:pt x="413" y="477"/>
                    <a:pt x="455" y="462"/>
                    <a:pt x="488" y="434"/>
                  </a:cubicBezTo>
                  <a:cubicBezTo>
                    <a:pt x="522" y="408"/>
                    <a:pt x="546" y="370"/>
                    <a:pt x="551" y="324"/>
                  </a:cubicBezTo>
                  <a:cubicBezTo>
                    <a:pt x="553" y="316"/>
                    <a:pt x="554" y="307"/>
                    <a:pt x="554" y="299"/>
                  </a:cubicBezTo>
                  <a:cubicBezTo>
                    <a:pt x="554" y="212"/>
                    <a:pt x="493" y="140"/>
                    <a:pt x="410"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6" name="Freeform 414">
              <a:extLst>
                <a:ext uri="{FF2B5EF4-FFF2-40B4-BE49-F238E27FC236}">
                  <a16:creationId xmlns:a16="http://schemas.microsoft.com/office/drawing/2014/main" id="{9FB41203-2F0B-9BA0-8BEE-744D660A262C}"/>
                </a:ext>
              </a:extLst>
            </p:cNvPr>
            <p:cNvSpPr>
              <a:spLocks noChangeArrowheads="1"/>
            </p:cNvSpPr>
            <p:nvPr/>
          </p:nvSpPr>
          <p:spPr bwMode="auto">
            <a:xfrm>
              <a:off x="4133850" y="4932363"/>
              <a:ext cx="98425" cy="107950"/>
            </a:xfrm>
            <a:custGeom>
              <a:avLst/>
              <a:gdLst>
                <a:gd name="T0" fmla="*/ 266 w 273"/>
                <a:gd name="T1" fmla="*/ 54 h 299"/>
                <a:gd name="T2" fmla="*/ 266 w 273"/>
                <a:gd name="T3" fmla="*/ 54 h 299"/>
                <a:gd name="T4" fmla="*/ 163 w 273"/>
                <a:gd name="T5" fmla="*/ 0 h 299"/>
                <a:gd name="T6" fmla="*/ 47 w 273"/>
                <a:gd name="T7" fmla="*/ 43 h 299"/>
                <a:gd name="T8" fmla="*/ 0 w 273"/>
                <a:gd name="T9" fmla="*/ 149 h 299"/>
                <a:gd name="T10" fmla="*/ 47 w 273"/>
                <a:gd name="T11" fmla="*/ 255 h 299"/>
                <a:gd name="T12" fmla="*/ 163 w 273"/>
                <a:gd name="T13" fmla="*/ 298 h 299"/>
                <a:gd name="T14" fmla="*/ 178 w 273"/>
                <a:gd name="T15" fmla="*/ 283 h 299"/>
                <a:gd name="T16" fmla="*/ 163 w 273"/>
                <a:gd name="T17" fmla="*/ 268 h 299"/>
                <a:gd name="T18" fmla="*/ 68 w 273"/>
                <a:gd name="T19" fmla="*/ 233 h 299"/>
                <a:gd name="T20" fmla="*/ 29 w 273"/>
                <a:gd name="T21" fmla="*/ 149 h 299"/>
                <a:gd name="T22" fmla="*/ 68 w 273"/>
                <a:gd name="T23" fmla="*/ 65 h 299"/>
                <a:gd name="T24" fmla="*/ 163 w 273"/>
                <a:gd name="T25" fmla="*/ 31 h 299"/>
                <a:gd name="T26" fmla="*/ 243 w 273"/>
                <a:gd name="T27" fmla="*/ 72 h 299"/>
                <a:gd name="T28" fmla="*/ 263 w 273"/>
                <a:gd name="T29" fmla="*/ 75 h 299"/>
                <a:gd name="T30" fmla="*/ 266 w 273"/>
                <a:gd name="T31" fmla="*/ 54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3" h="299">
                  <a:moveTo>
                    <a:pt x="266" y="54"/>
                  </a:moveTo>
                  <a:lnTo>
                    <a:pt x="266" y="54"/>
                  </a:lnTo>
                  <a:cubicBezTo>
                    <a:pt x="241" y="24"/>
                    <a:pt x="203" y="1"/>
                    <a:pt x="163" y="0"/>
                  </a:cubicBezTo>
                  <a:cubicBezTo>
                    <a:pt x="118" y="0"/>
                    <a:pt x="78" y="17"/>
                    <a:pt x="47" y="43"/>
                  </a:cubicBezTo>
                  <a:cubicBezTo>
                    <a:pt x="18" y="70"/>
                    <a:pt x="0" y="107"/>
                    <a:pt x="0" y="149"/>
                  </a:cubicBezTo>
                  <a:cubicBezTo>
                    <a:pt x="0" y="191"/>
                    <a:pt x="18" y="229"/>
                    <a:pt x="47" y="255"/>
                  </a:cubicBezTo>
                  <a:cubicBezTo>
                    <a:pt x="78" y="282"/>
                    <a:pt x="118" y="298"/>
                    <a:pt x="163" y="298"/>
                  </a:cubicBezTo>
                  <a:cubicBezTo>
                    <a:pt x="171" y="298"/>
                    <a:pt x="178" y="291"/>
                    <a:pt x="178" y="283"/>
                  </a:cubicBezTo>
                  <a:cubicBezTo>
                    <a:pt x="178" y="275"/>
                    <a:pt x="171" y="268"/>
                    <a:pt x="163" y="268"/>
                  </a:cubicBezTo>
                  <a:cubicBezTo>
                    <a:pt x="125" y="268"/>
                    <a:pt x="92" y="255"/>
                    <a:pt x="68" y="233"/>
                  </a:cubicBezTo>
                  <a:cubicBezTo>
                    <a:pt x="43" y="210"/>
                    <a:pt x="29" y="181"/>
                    <a:pt x="29" y="149"/>
                  </a:cubicBezTo>
                  <a:cubicBezTo>
                    <a:pt x="29" y="117"/>
                    <a:pt x="43" y="88"/>
                    <a:pt x="68" y="65"/>
                  </a:cubicBezTo>
                  <a:cubicBezTo>
                    <a:pt x="92" y="44"/>
                    <a:pt x="125" y="31"/>
                    <a:pt x="163" y="31"/>
                  </a:cubicBezTo>
                  <a:cubicBezTo>
                    <a:pt x="191" y="31"/>
                    <a:pt x="223" y="47"/>
                    <a:pt x="243" y="72"/>
                  </a:cubicBezTo>
                  <a:cubicBezTo>
                    <a:pt x="248" y="79"/>
                    <a:pt x="258" y="79"/>
                    <a:pt x="263" y="75"/>
                  </a:cubicBezTo>
                  <a:cubicBezTo>
                    <a:pt x="270" y="70"/>
                    <a:pt x="272" y="60"/>
                    <a:pt x="266"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15">
              <a:extLst>
                <a:ext uri="{FF2B5EF4-FFF2-40B4-BE49-F238E27FC236}">
                  <a16:creationId xmlns:a16="http://schemas.microsoft.com/office/drawing/2014/main" id="{302B7399-B5F2-0040-3EF3-3D673963B10E}"/>
                </a:ext>
              </a:extLst>
            </p:cNvPr>
            <p:cNvSpPr>
              <a:spLocks noChangeArrowheads="1"/>
            </p:cNvSpPr>
            <p:nvPr/>
          </p:nvSpPr>
          <p:spPr bwMode="auto">
            <a:xfrm>
              <a:off x="4208463" y="5006975"/>
              <a:ext cx="23812" cy="55563"/>
            </a:xfrm>
            <a:custGeom>
              <a:avLst/>
              <a:gdLst>
                <a:gd name="T0" fmla="*/ 51 w 64"/>
                <a:gd name="T1" fmla="*/ 1 h 153"/>
                <a:gd name="T2" fmla="*/ 51 w 64"/>
                <a:gd name="T3" fmla="*/ 1 h 153"/>
                <a:gd name="T4" fmla="*/ 32 w 64"/>
                <a:gd name="T5" fmla="*/ 12 h 153"/>
                <a:gd name="T6" fmla="*/ 2 w 64"/>
                <a:gd name="T7" fmla="*/ 131 h 153"/>
                <a:gd name="T8" fmla="*/ 13 w 64"/>
                <a:gd name="T9" fmla="*/ 149 h 153"/>
                <a:gd name="T10" fmla="*/ 31 w 64"/>
                <a:gd name="T11" fmla="*/ 138 h 153"/>
                <a:gd name="T12" fmla="*/ 60 w 64"/>
                <a:gd name="T13" fmla="*/ 19 h 153"/>
                <a:gd name="T14" fmla="*/ 51 w 64"/>
                <a:gd name="T15" fmla="*/ 1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3">
                  <a:moveTo>
                    <a:pt x="51" y="1"/>
                  </a:moveTo>
                  <a:lnTo>
                    <a:pt x="51" y="1"/>
                  </a:lnTo>
                  <a:cubicBezTo>
                    <a:pt x="42" y="0"/>
                    <a:pt x="34" y="4"/>
                    <a:pt x="32" y="12"/>
                  </a:cubicBezTo>
                  <a:cubicBezTo>
                    <a:pt x="2" y="131"/>
                    <a:pt x="2" y="131"/>
                    <a:pt x="2" y="131"/>
                  </a:cubicBezTo>
                  <a:cubicBezTo>
                    <a:pt x="0" y="139"/>
                    <a:pt x="4" y="147"/>
                    <a:pt x="13" y="149"/>
                  </a:cubicBezTo>
                  <a:cubicBezTo>
                    <a:pt x="21" y="152"/>
                    <a:pt x="30" y="146"/>
                    <a:pt x="31" y="138"/>
                  </a:cubicBezTo>
                  <a:cubicBezTo>
                    <a:pt x="60" y="19"/>
                    <a:pt x="60" y="19"/>
                    <a:pt x="60" y="19"/>
                  </a:cubicBezTo>
                  <a:cubicBezTo>
                    <a:pt x="63" y="11"/>
                    <a:pt x="57" y="4"/>
                    <a:pt x="51"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16">
              <a:extLst>
                <a:ext uri="{FF2B5EF4-FFF2-40B4-BE49-F238E27FC236}">
                  <a16:creationId xmlns:a16="http://schemas.microsoft.com/office/drawing/2014/main" id="{204811F7-138F-0B17-52B3-89E4809AC70F}"/>
                </a:ext>
              </a:extLst>
            </p:cNvPr>
            <p:cNvSpPr>
              <a:spLocks noChangeArrowheads="1"/>
            </p:cNvSpPr>
            <p:nvPr/>
          </p:nvSpPr>
          <p:spPr bwMode="auto">
            <a:xfrm>
              <a:off x="4235450" y="5045075"/>
              <a:ext cx="17463" cy="34925"/>
            </a:xfrm>
            <a:custGeom>
              <a:avLst/>
              <a:gdLst>
                <a:gd name="T0" fmla="*/ 18 w 49"/>
                <a:gd name="T1" fmla="*/ 13 h 98"/>
                <a:gd name="T2" fmla="*/ 18 w 49"/>
                <a:gd name="T3" fmla="*/ 13 h 98"/>
                <a:gd name="T4" fmla="*/ 2 w 49"/>
                <a:gd name="T5" fmla="*/ 76 h 98"/>
                <a:gd name="T6" fmla="*/ 12 w 49"/>
                <a:gd name="T7" fmla="*/ 94 h 98"/>
                <a:gd name="T8" fmla="*/ 30 w 49"/>
                <a:gd name="T9" fmla="*/ 84 h 98"/>
                <a:gd name="T10" fmla="*/ 47 w 49"/>
                <a:gd name="T11" fmla="*/ 21 h 98"/>
                <a:gd name="T12" fmla="*/ 36 w 49"/>
                <a:gd name="T13" fmla="*/ 3 h 98"/>
                <a:gd name="T14" fmla="*/ 18 w 49"/>
                <a:gd name="T15" fmla="*/ 13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98">
                  <a:moveTo>
                    <a:pt x="18" y="13"/>
                  </a:moveTo>
                  <a:lnTo>
                    <a:pt x="18" y="13"/>
                  </a:lnTo>
                  <a:cubicBezTo>
                    <a:pt x="2" y="76"/>
                    <a:pt x="2" y="76"/>
                    <a:pt x="2" y="76"/>
                  </a:cubicBezTo>
                  <a:cubicBezTo>
                    <a:pt x="0" y="84"/>
                    <a:pt x="5" y="92"/>
                    <a:pt x="12" y="94"/>
                  </a:cubicBezTo>
                  <a:cubicBezTo>
                    <a:pt x="21" y="97"/>
                    <a:pt x="29" y="91"/>
                    <a:pt x="30" y="84"/>
                  </a:cubicBezTo>
                  <a:cubicBezTo>
                    <a:pt x="47" y="21"/>
                    <a:pt x="47" y="21"/>
                    <a:pt x="47" y="21"/>
                  </a:cubicBezTo>
                  <a:cubicBezTo>
                    <a:pt x="48" y="13"/>
                    <a:pt x="44" y="5"/>
                    <a:pt x="36" y="3"/>
                  </a:cubicBezTo>
                  <a:cubicBezTo>
                    <a:pt x="27" y="0"/>
                    <a:pt x="19" y="6"/>
                    <a:pt x="18"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9" name="Freeform 417">
              <a:extLst>
                <a:ext uri="{FF2B5EF4-FFF2-40B4-BE49-F238E27FC236}">
                  <a16:creationId xmlns:a16="http://schemas.microsoft.com/office/drawing/2014/main" id="{92BFC3F9-43B0-AC70-71A1-2797950600DD}"/>
                </a:ext>
              </a:extLst>
            </p:cNvPr>
            <p:cNvSpPr>
              <a:spLocks noChangeArrowheads="1"/>
            </p:cNvSpPr>
            <p:nvPr/>
          </p:nvSpPr>
          <p:spPr bwMode="auto">
            <a:xfrm>
              <a:off x="4244975" y="5006975"/>
              <a:ext cx="19050" cy="36513"/>
            </a:xfrm>
            <a:custGeom>
              <a:avLst/>
              <a:gdLst>
                <a:gd name="T0" fmla="*/ 14 w 51"/>
                <a:gd name="T1" fmla="*/ 96 h 100"/>
                <a:gd name="T2" fmla="*/ 14 w 51"/>
                <a:gd name="T3" fmla="*/ 96 h 100"/>
                <a:gd name="T4" fmla="*/ 31 w 51"/>
                <a:gd name="T5" fmla="*/ 85 h 100"/>
                <a:gd name="T6" fmla="*/ 47 w 51"/>
                <a:gd name="T7" fmla="*/ 19 h 100"/>
                <a:gd name="T8" fmla="*/ 38 w 51"/>
                <a:gd name="T9" fmla="*/ 1 h 100"/>
                <a:gd name="T10" fmla="*/ 20 w 51"/>
                <a:gd name="T11" fmla="*/ 12 h 100"/>
                <a:gd name="T12" fmla="*/ 3 w 51"/>
                <a:gd name="T13" fmla="*/ 78 h 100"/>
                <a:gd name="T14" fmla="*/ 14 w 51"/>
                <a:gd name="T15" fmla="*/ 96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0">
                  <a:moveTo>
                    <a:pt x="14" y="96"/>
                  </a:moveTo>
                  <a:lnTo>
                    <a:pt x="14" y="96"/>
                  </a:lnTo>
                  <a:cubicBezTo>
                    <a:pt x="21" y="99"/>
                    <a:pt x="29" y="93"/>
                    <a:pt x="31" y="85"/>
                  </a:cubicBezTo>
                  <a:cubicBezTo>
                    <a:pt x="47" y="19"/>
                    <a:pt x="47" y="19"/>
                    <a:pt x="47" y="19"/>
                  </a:cubicBezTo>
                  <a:cubicBezTo>
                    <a:pt x="50" y="11"/>
                    <a:pt x="45" y="4"/>
                    <a:pt x="38" y="1"/>
                  </a:cubicBezTo>
                  <a:cubicBezTo>
                    <a:pt x="29" y="0"/>
                    <a:pt x="21" y="4"/>
                    <a:pt x="20" y="12"/>
                  </a:cubicBezTo>
                  <a:cubicBezTo>
                    <a:pt x="3" y="78"/>
                    <a:pt x="3" y="78"/>
                    <a:pt x="3" y="78"/>
                  </a:cubicBezTo>
                  <a:cubicBezTo>
                    <a:pt x="0" y="86"/>
                    <a:pt x="6" y="94"/>
                    <a:pt x="14"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0" name="Freeform 418">
              <a:extLst>
                <a:ext uri="{FF2B5EF4-FFF2-40B4-BE49-F238E27FC236}">
                  <a16:creationId xmlns:a16="http://schemas.microsoft.com/office/drawing/2014/main" id="{8BEF9DFB-CFF1-173F-BF3C-1DAFA71A284F}"/>
                </a:ext>
              </a:extLst>
            </p:cNvPr>
            <p:cNvSpPr>
              <a:spLocks noChangeArrowheads="1"/>
            </p:cNvSpPr>
            <p:nvPr/>
          </p:nvSpPr>
          <p:spPr bwMode="auto">
            <a:xfrm>
              <a:off x="4268788" y="4995863"/>
              <a:ext cx="26987" cy="68262"/>
            </a:xfrm>
            <a:custGeom>
              <a:avLst/>
              <a:gdLst>
                <a:gd name="T0" fmla="*/ 31 w 73"/>
                <a:gd name="T1" fmla="*/ 174 h 188"/>
                <a:gd name="T2" fmla="*/ 31 w 73"/>
                <a:gd name="T3" fmla="*/ 174 h 188"/>
                <a:gd name="T4" fmla="*/ 69 w 73"/>
                <a:gd name="T5" fmla="*/ 21 h 188"/>
                <a:gd name="T6" fmla="*/ 59 w 73"/>
                <a:gd name="T7" fmla="*/ 3 h 188"/>
                <a:gd name="T8" fmla="*/ 41 w 73"/>
                <a:gd name="T9" fmla="*/ 14 h 188"/>
                <a:gd name="T10" fmla="*/ 2 w 73"/>
                <a:gd name="T11" fmla="*/ 166 h 188"/>
                <a:gd name="T12" fmla="*/ 13 w 73"/>
                <a:gd name="T13" fmla="*/ 184 h 188"/>
                <a:gd name="T14" fmla="*/ 31 w 73"/>
                <a:gd name="T15" fmla="*/ 174 h 1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 h="188">
                  <a:moveTo>
                    <a:pt x="31" y="174"/>
                  </a:moveTo>
                  <a:lnTo>
                    <a:pt x="31" y="174"/>
                  </a:lnTo>
                  <a:cubicBezTo>
                    <a:pt x="69" y="21"/>
                    <a:pt x="69" y="21"/>
                    <a:pt x="69" y="21"/>
                  </a:cubicBezTo>
                  <a:cubicBezTo>
                    <a:pt x="72" y="13"/>
                    <a:pt x="66" y="4"/>
                    <a:pt x="59" y="3"/>
                  </a:cubicBezTo>
                  <a:cubicBezTo>
                    <a:pt x="51" y="0"/>
                    <a:pt x="42" y="6"/>
                    <a:pt x="41" y="14"/>
                  </a:cubicBezTo>
                  <a:cubicBezTo>
                    <a:pt x="2" y="166"/>
                    <a:pt x="2" y="166"/>
                    <a:pt x="2" y="166"/>
                  </a:cubicBezTo>
                  <a:cubicBezTo>
                    <a:pt x="0" y="174"/>
                    <a:pt x="5" y="183"/>
                    <a:pt x="13" y="184"/>
                  </a:cubicBezTo>
                  <a:cubicBezTo>
                    <a:pt x="21" y="187"/>
                    <a:pt x="28" y="181"/>
                    <a:pt x="31" y="1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1" name="Group 514">
            <a:extLst>
              <a:ext uri="{FF2B5EF4-FFF2-40B4-BE49-F238E27FC236}">
                <a16:creationId xmlns:a16="http://schemas.microsoft.com/office/drawing/2014/main" id="{C6D220DB-D557-4A65-E73E-79B5D8032D70}"/>
              </a:ext>
            </a:extLst>
          </p:cNvPr>
          <p:cNvGrpSpPr/>
          <p:nvPr/>
        </p:nvGrpSpPr>
        <p:grpSpPr>
          <a:xfrm>
            <a:off x="5675981" y="4506814"/>
            <a:ext cx="257175" cy="206375"/>
            <a:chOff x="4648200" y="4878388"/>
            <a:chExt cx="257175" cy="206375"/>
          </a:xfrm>
          <a:solidFill>
            <a:schemeClr val="tx2"/>
          </a:solidFill>
        </p:grpSpPr>
        <p:sp>
          <p:nvSpPr>
            <p:cNvPr id="512" name="Freeform 419">
              <a:extLst>
                <a:ext uri="{FF2B5EF4-FFF2-40B4-BE49-F238E27FC236}">
                  <a16:creationId xmlns:a16="http://schemas.microsoft.com/office/drawing/2014/main" id="{BC900F9F-6D8E-6B37-B658-DE0D067083D2}"/>
                </a:ext>
              </a:extLst>
            </p:cNvPr>
            <p:cNvSpPr>
              <a:spLocks noChangeArrowheads="1"/>
            </p:cNvSpPr>
            <p:nvPr/>
          </p:nvSpPr>
          <p:spPr bwMode="auto">
            <a:xfrm>
              <a:off x="4705350" y="4878388"/>
              <a:ext cx="200025" cy="171450"/>
            </a:xfrm>
            <a:custGeom>
              <a:avLst/>
              <a:gdLst>
                <a:gd name="T0" fmla="*/ 376 w 555"/>
                <a:gd name="T1" fmla="*/ 446 h 478"/>
                <a:gd name="T2" fmla="*/ 376 w 555"/>
                <a:gd name="T3" fmla="*/ 446 h 478"/>
                <a:gd name="T4" fmla="*/ 316 w 555"/>
                <a:gd name="T5" fmla="*/ 446 h 478"/>
                <a:gd name="T6" fmla="*/ 300 w 555"/>
                <a:gd name="T7" fmla="*/ 461 h 478"/>
                <a:gd name="T8" fmla="*/ 316 w 555"/>
                <a:gd name="T9" fmla="*/ 477 h 478"/>
                <a:gd name="T10" fmla="*/ 316 w 555"/>
                <a:gd name="T11" fmla="*/ 477 h 478"/>
                <a:gd name="T12" fmla="*/ 376 w 555"/>
                <a:gd name="T13" fmla="*/ 477 h 478"/>
                <a:gd name="T14" fmla="*/ 554 w 555"/>
                <a:gd name="T15" fmla="*/ 298 h 478"/>
                <a:gd name="T16" fmla="*/ 410 w 555"/>
                <a:gd name="T17" fmla="*/ 122 h 478"/>
                <a:gd name="T18" fmla="*/ 211 w 555"/>
                <a:gd name="T19" fmla="*/ 0 h 478"/>
                <a:gd name="T20" fmla="*/ 3 w 555"/>
                <a:gd name="T21" fmla="*/ 145 h 478"/>
                <a:gd name="T22" fmla="*/ 12 w 555"/>
                <a:gd name="T23" fmla="*/ 163 h 478"/>
                <a:gd name="T24" fmla="*/ 31 w 555"/>
                <a:gd name="T25" fmla="*/ 154 h 478"/>
                <a:gd name="T26" fmla="*/ 211 w 555"/>
                <a:gd name="T27" fmla="*/ 30 h 478"/>
                <a:gd name="T28" fmla="*/ 387 w 555"/>
                <a:gd name="T29" fmla="*/ 142 h 478"/>
                <a:gd name="T30" fmla="*/ 389 w 555"/>
                <a:gd name="T31" fmla="*/ 150 h 478"/>
                <a:gd name="T32" fmla="*/ 398 w 555"/>
                <a:gd name="T33" fmla="*/ 150 h 478"/>
                <a:gd name="T34" fmla="*/ 523 w 555"/>
                <a:gd name="T35" fmla="*/ 298 h 478"/>
                <a:gd name="T36" fmla="*/ 480 w 555"/>
                <a:gd name="T37" fmla="*/ 403 h 478"/>
                <a:gd name="T38" fmla="*/ 376 w 555"/>
                <a:gd name="T39" fmla="*/ 44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5" h="478">
                  <a:moveTo>
                    <a:pt x="376" y="446"/>
                  </a:moveTo>
                  <a:lnTo>
                    <a:pt x="376" y="446"/>
                  </a:lnTo>
                  <a:cubicBezTo>
                    <a:pt x="366" y="446"/>
                    <a:pt x="343" y="446"/>
                    <a:pt x="316" y="446"/>
                  </a:cubicBezTo>
                  <a:cubicBezTo>
                    <a:pt x="307" y="446"/>
                    <a:pt x="300" y="453"/>
                    <a:pt x="300" y="461"/>
                  </a:cubicBezTo>
                  <a:cubicBezTo>
                    <a:pt x="300" y="470"/>
                    <a:pt x="307" y="477"/>
                    <a:pt x="316" y="477"/>
                  </a:cubicBezTo>
                  <a:lnTo>
                    <a:pt x="316" y="477"/>
                  </a:lnTo>
                  <a:cubicBezTo>
                    <a:pt x="343" y="477"/>
                    <a:pt x="366" y="477"/>
                    <a:pt x="376" y="477"/>
                  </a:cubicBezTo>
                  <a:cubicBezTo>
                    <a:pt x="473" y="477"/>
                    <a:pt x="554" y="396"/>
                    <a:pt x="554" y="298"/>
                  </a:cubicBezTo>
                  <a:cubicBezTo>
                    <a:pt x="554" y="212"/>
                    <a:pt x="491" y="139"/>
                    <a:pt x="410" y="122"/>
                  </a:cubicBezTo>
                  <a:cubicBezTo>
                    <a:pt x="374" y="50"/>
                    <a:pt x="299" y="0"/>
                    <a:pt x="211" y="0"/>
                  </a:cubicBezTo>
                  <a:cubicBezTo>
                    <a:pt x="116" y="0"/>
                    <a:pt x="35" y="60"/>
                    <a:pt x="3" y="145"/>
                  </a:cubicBezTo>
                  <a:cubicBezTo>
                    <a:pt x="0" y="152"/>
                    <a:pt x="3" y="160"/>
                    <a:pt x="12" y="163"/>
                  </a:cubicBezTo>
                  <a:cubicBezTo>
                    <a:pt x="19" y="167"/>
                    <a:pt x="28" y="163"/>
                    <a:pt x="31" y="154"/>
                  </a:cubicBezTo>
                  <a:cubicBezTo>
                    <a:pt x="58" y="82"/>
                    <a:pt x="129" y="30"/>
                    <a:pt x="211" y="30"/>
                  </a:cubicBezTo>
                  <a:cubicBezTo>
                    <a:pt x="289" y="30"/>
                    <a:pt x="356" y="76"/>
                    <a:pt x="387" y="142"/>
                  </a:cubicBezTo>
                  <a:cubicBezTo>
                    <a:pt x="389" y="150"/>
                    <a:pt x="389" y="150"/>
                    <a:pt x="389" y="150"/>
                  </a:cubicBezTo>
                  <a:cubicBezTo>
                    <a:pt x="398" y="150"/>
                    <a:pt x="398" y="150"/>
                    <a:pt x="398" y="150"/>
                  </a:cubicBezTo>
                  <a:cubicBezTo>
                    <a:pt x="469" y="161"/>
                    <a:pt x="523" y="223"/>
                    <a:pt x="523" y="298"/>
                  </a:cubicBezTo>
                  <a:cubicBezTo>
                    <a:pt x="523" y="339"/>
                    <a:pt x="507" y="376"/>
                    <a:pt x="480" y="403"/>
                  </a:cubicBezTo>
                  <a:cubicBezTo>
                    <a:pt x="454" y="429"/>
                    <a:pt x="416" y="446"/>
                    <a:pt x="376" y="4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0">
              <a:extLst>
                <a:ext uri="{FF2B5EF4-FFF2-40B4-BE49-F238E27FC236}">
                  <a16:creationId xmlns:a16="http://schemas.microsoft.com/office/drawing/2014/main" id="{FBE2A91B-17B6-DD78-13A1-7A604ED9898A}"/>
                </a:ext>
              </a:extLst>
            </p:cNvPr>
            <p:cNvSpPr>
              <a:spLocks noChangeArrowheads="1"/>
            </p:cNvSpPr>
            <p:nvPr/>
          </p:nvSpPr>
          <p:spPr bwMode="auto">
            <a:xfrm>
              <a:off x="4648200" y="4941888"/>
              <a:ext cx="98425" cy="107950"/>
            </a:xfrm>
            <a:custGeom>
              <a:avLst/>
              <a:gdLst>
                <a:gd name="T0" fmla="*/ 47 w 272"/>
                <a:gd name="T1" fmla="*/ 255 h 300"/>
                <a:gd name="T2" fmla="*/ 47 w 272"/>
                <a:gd name="T3" fmla="*/ 255 h 300"/>
                <a:gd name="T4" fmla="*/ 163 w 272"/>
                <a:gd name="T5" fmla="*/ 299 h 300"/>
                <a:gd name="T6" fmla="*/ 179 w 272"/>
                <a:gd name="T7" fmla="*/ 283 h 300"/>
                <a:gd name="T8" fmla="*/ 163 w 272"/>
                <a:gd name="T9" fmla="*/ 268 h 300"/>
                <a:gd name="T10" fmla="*/ 68 w 272"/>
                <a:gd name="T11" fmla="*/ 233 h 300"/>
                <a:gd name="T12" fmla="*/ 29 w 272"/>
                <a:gd name="T13" fmla="*/ 149 h 300"/>
                <a:gd name="T14" fmla="*/ 68 w 272"/>
                <a:gd name="T15" fmla="*/ 66 h 300"/>
                <a:gd name="T16" fmla="*/ 163 w 272"/>
                <a:gd name="T17" fmla="*/ 31 h 300"/>
                <a:gd name="T18" fmla="*/ 243 w 272"/>
                <a:gd name="T19" fmla="*/ 73 h 300"/>
                <a:gd name="T20" fmla="*/ 264 w 272"/>
                <a:gd name="T21" fmla="*/ 75 h 300"/>
                <a:gd name="T22" fmla="*/ 266 w 272"/>
                <a:gd name="T23" fmla="*/ 55 h 300"/>
                <a:gd name="T24" fmla="*/ 163 w 272"/>
                <a:gd name="T25" fmla="*/ 0 h 300"/>
                <a:gd name="T26" fmla="*/ 47 w 272"/>
                <a:gd name="T27" fmla="*/ 43 h 300"/>
                <a:gd name="T28" fmla="*/ 0 w 272"/>
                <a:gd name="T29" fmla="*/ 149 h 300"/>
                <a:gd name="T30" fmla="*/ 47 w 272"/>
                <a:gd name="T31" fmla="*/ 25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2" h="300">
                  <a:moveTo>
                    <a:pt x="47" y="255"/>
                  </a:moveTo>
                  <a:lnTo>
                    <a:pt x="47" y="255"/>
                  </a:lnTo>
                  <a:cubicBezTo>
                    <a:pt x="78" y="282"/>
                    <a:pt x="119" y="299"/>
                    <a:pt x="163" y="299"/>
                  </a:cubicBezTo>
                  <a:cubicBezTo>
                    <a:pt x="172" y="299"/>
                    <a:pt x="179" y="292"/>
                    <a:pt x="179" y="283"/>
                  </a:cubicBezTo>
                  <a:cubicBezTo>
                    <a:pt x="179" y="275"/>
                    <a:pt x="172" y="268"/>
                    <a:pt x="163" y="268"/>
                  </a:cubicBezTo>
                  <a:cubicBezTo>
                    <a:pt x="125" y="268"/>
                    <a:pt x="92" y="255"/>
                    <a:pt x="68" y="233"/>
                  </a:cubicBezTo>
                  <a:cubicBezTo>
                    <a:pt x="43" y="211"/>
                    <a:pt x="29" y="181"/>
                    <a:pt x="29" y="149"/>
                  </a:cubicBezTo>
                  <a:cubicBezTo>
                    <a:pt x="29" y="117"/>
                    <a:pt x="43" y="88"/>
                    <a:pt x="68" y="66"/>
                  </a:cubicBezTo>
                  <a:cubicBezTo>
                    <a:pt x="92" y="43"/>
                    <a:pt x="125" y="31"/>
                    <a:pt x="163" y="31"/>
                  </a:cubicBezTo>
                  <a:cubicBezTo>
                    <a:pt x="191" y="31"/>
                    <a:pt x="223" y="48"/>
                    <a:pt x="243" y="73"/>
                  </a:cubicBezTo>
                  <a:cubicBezTo>
                    <a:pt x="248" y="80"/>
                    <a:pt x="258" y="80"/>
                    <a:pt x="264" y="75"/>
                  </a:cubicBezTo>
                  <a:cubicBezTo>
                    <a:pt x="271" y="70"/>
                    <a:pt x="271" y="60"/>
                    <a:pt x="266" y="55"/>
                  </a:cubicBezTo>
                  <a:cubicBezTo>
                    <a:pt x="241" y="22"/>
                    <a:pt x="204" y="0"/>
                    <a:pt x="163" y="0"/>
                  </a:cubicBezTo>
                  <a:cubicBezTo>
                    <a:pt x="119" y="0"/>
                    <a:pt x="78" y="17"/>
                    <a:pt x="47" y="43"/>
                  </a:cubicBezTo>
                  <a:cubicBezTo>
                    <a:pt x="18" y="70"/>
                    <a:pt x="0" y="108"/>
                    <a:pt x="0" y="149"/>
                  </a:cubicBezTo>
                  <a:cubicBezTo>
                    <a:pt x="0" y="191"/>
                    <a:pt x="18" y="229"/>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4" name="Freeform 421">
              <a:extLst>
                <a:ext uri="{FF2B5EF4-FFF2-40B4-BE49-F238E27FC236}">
                  <a16:creationId xmlns:a16="http://schemas.microsoft.com/office/drawing/2014/main" id="{4FDB9C57-8B87-CB5C-076F-6A553CAF2B64}"/>
                </a:ext>
              </a:extLst>
            </p:cNvPr>
            <p:cNvSpPr>
              <a:spLocks noChangeArrowheads="1"/>
            </p:cNvSpPr>
            <p:nvPr/>
          </p:nvSpPr>
          <p:spPr bwMode="auto">
            <a:xfrm>
              <a:off x="4784725" y="5046663"/>
              <a:ext cx="19050" cy="38100"/>
            </a:xfrm>
            <a:custGeom>
              <a:avLst/>
              <a:gdLst>
                <a:gd name="T0" fmla="*/ 20 w 52"/>
                <a:gd name="T1" fmla="*/ 12 h 105"/>
                <a:gd name="T2" fmla="*/ 20 w 52"/>
                <a:gd name="T3" fmla="*/ 12 h 105"/>
                <a:gd name="T4" fmla="*/ 2 w 52"/>
                <a:gd name="T5" fmla="*/ 84 h 105"/>
                <a:gd name="T6" fmla="*/ 13 w 52"/>
                <a:gd name="T7" fmla="*/ 102 h 105"/>
                <a:gd name="T8" fmla="*/ 31 w 52"/>
                <a:gd name="T9" fmla="*/ 92 h 105"/>
                <a:gd name="T10" fmla="*/ 49 w 52"/>
                <a:gd name="T11" fmla="*/ 19 h 105"/>
                <a:gd name="T12" fmla="*/ 38 w 52"/>
                <a:gd name="T13" fmla="*/ 1 h 105"/>
                <a:gd name="T14" fmla="*/ 20 w 52"/>
                <a:gd name="T15" fmla="*/ 12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 h="105">
                  <a:moveTo>
                    <a:pt x="20" y="12"/>
                  </a:moveTo>
                  <a:lnTo>
                    <a:pt x="20" y="12"/>
                  </a:lnTo>
                  <a:cubicBezTo>
                    <a:pt x="2" y="84"/>
                    <a:pt x="2" y="84"/>
                    <a:pt x="2" y="84"/>
                  </a:cubicBezTo>
                  <a:cubicBezTo>
                    <a:pt x="0" y="92"/>
                    <a:pt x="5" y="100"/>
                    <a:pt x="13" y="102"/>
                  </a:cubicBezTo>
                  <a:cubicBezTo>
                    <a:pt x="20" y="104"/>
                    <a:pt x="28" y="99"/>
                    <a:pt x="31" y="92"/>
                  </a:cubicBezTo>
                  <a:cubicBezTo>
                    <a:pt x="49" y="19"/>
                    <a:pt x="49" y="19"/>
                    <a:pt x="49" y="19"/>
                  </a:cubicBezTo>
                  <a:cubicBezTo>
                    <a:pt x="51" y="12"/>
                    <a:pt x="45" y="4"/>
                    <a:pt x="38" y="1"/>
                  </a:cubicBezTo>
                  <a:cubicBezTo>
                    <a:pt x="30" y="0"/>
                    <a:pt x="21" y="4"/>
                    <a:pt x="20"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5" name="Freeform 422">
              <a:extLst>
                <a:ext uri="{FF2B5EF4-FFF2-40B4-BE49-F238E27FC236}">
                  <a16:creationId xmlns:a16="http://schemas.microsoft.com/office/drawing/2014/main" id="{9187E908-D734-DCDE-5285-5150028B214E}"/>
                </a:ext>
              </a:extLst>
            </p:cNvPr>
            <p:cNvSpPr>
              <a:spLocks noChangeArrowheads="1"/>
            </p:cNvSpPr>
            <p:nvPr/>
          </p:nvSpPr>
          <p:spPr bwMode="auto">
            <a:xfrm>
              <a:off x="4721225" y="5046663"/>
              <a:ext cx="19050" cy="38100"/>
            </a:xfrm>
            <a:custGeom>
              <a:avLst/>
              <a:gdLst>
                <a:gd name="T0" fmla="*/ 38 w 51"/>
                <a:gd name="T1" fmla="*/ 1 h 105"/>
                <a:gd name="T2" fmla="*/ 38 w 51"/>
                <a:gd name="T3" fmla="*/ 1 h 105"/>
                <a:gd name="T4" fmla="*/ 20 w 51"/>
                <a:gd name="T5" fmla="*/ 12 h 105"/>
                <a:gd name="T6" fmla="*/ 1 w 51"/>
                <a:gd name="T7" fmla="*/ 84 h 105"/>
                <a:gd name="T8" fmla="*/ 13 w 51"/>
                <a:gd name="T9" fmla="*/ 102 h 105"/>
                <a:gd name="T10" fmla="*/ 31 w 51"/>
                <a:gd name="T11" fmla="*/ 92 h 105"/>
                <a:gd name="T12" fmla="*/ 49 w 51"/>
                <a:gd name="T13" fmla="*/ 19 h 105"/>
                <a:gd name="T14" fmla="*/ 38 w 51"/>
                <a:gd name="T15" fmla="*/ 1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5">
                  <a:moveTo>
                    <a:pt x="38" y="1"/>
                  </a:moveTo>
                  <a:lnTo>
                    <a:pt x="38" y="1"/>
                  </a:lnTo>
                  <a:cubicBezTo>
                    <a:pt x="29" y="0"/>
                    <a:pt x="21" y="4"/>
                    <a:pt x="20" y="12"/>
                  </a:cubicBezTo>
                  <a:cubicBezTo>
                    <a:pt x="1" y="84"/>
                    <a:pt x="1" y="84"/>
                    <a:pt x="1" y="84"/>
                  </a:cubicBezTo>
                  <a:cubicBezTo>
                    <a:pt x="0" y="92"/>
                    <a:pt x="4" y="100"/>
                    <a:pt x="13" y="102"/>
                  </a:cubicBezTo>
                  <a:cubicBezTo>
                    <a:pt x="20" y="104"/>
                    <a:pt x="28" y="99"/>
                    <a:pt x="31" y="92"/>
                  </a:cubicBezTo>
                  <a:cubicBezTo>
                    <a:pt x="49" y="19"/>
                    <a:pt x="49" y="19"/>
                    <a:pt x="49" y="19"/>
                  </a:cubicBezTo>
                  <a:cubicBezTo>
                    <a:pt x="50" y="12"/>
                    <a:pt x="45" y="4"/>
                    <a:pt x="38"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3">
              <a:extLst>
                <a:ext uri="{FF2B5EF4-FFF2-40B4-BE49-F238E27FC236}">
                  <a16:creationId xmlns:a16="http://schemas.microsoft.com/office/drawing/2014/main" id="{5622871C-57BF-75BE-9380-4CB2C2ACDEAC}"/>
                </a:ext>
              </a:extLst>
            </p:cNvPr>
            <p:cNvSpPr>
              <a:spLocks noChangeArrowheads="1"/>
            </p:cNvSpPr>
            <p:nvPr/>
          </p:nvSpPr>
          <p:spPr bwMode="auto">
            <a:xfrm>
              <a:off x="4751388" y="4967288"/>
              <a:ext cx="33337" cy="95250"/>
            </a:xfrm>
            <a:custGeom>
              <a:avLst/>
              <a:gdLst>
                <a:gd name="T0" fmla="*/ 35 w 91"/>
                <a:gd name="T1" fmla="*/ 259 h 263"/>
                <a:gd name="T2" fmla="*/ 35 w 91"/>
                <a:gd name="T3" fmla="*/ 259 h 263"/>
                <a:gd name="T4" fmla="*/ 53 w 91"/>
                <a:gd name="T5" fmla="*/ 251 h 263"/>
                <a:gd name="T6" fmla="*/ 88 w 91"/>
                <a:gd name="T7" fmla="*/ 141 h 263"/>
                <a:gd name="T8" fmla="*/ 87 w 91"/>
                <a:gd name="T9" fmla="*/ 128 h 263"/>
                <a:gd name="T10" fmla="*/ 76 w 91"/>
                <a:gd name="T11" fmla="*/ 121 h 263"/>
                <a:gd name="T12" fmla="*/ 35 w 91"/>
                <a:gd name="T13" fmla="*/ 119 h 263"/>
                <a:gd name="T14" fmla="*/ 59 w 91"/>
                <a:gd name="T15" fmla="*/ 20 h 263"/>
                <a:gd name="T16" fmla="*/ 49 w 91"/>
                <a:gd name="T17" fmla="*/ 1 h 263"/>
                <a:gd name="T18" fmla="*/ 31 w 91"/>
                <a:gd name="T19" fmla="*/ 13 h 263"/>
                <a:gd name="T20" fmla="*/ 31 w 91"/>
                <a:gd name="T21" fmla="*/ 13 h 263"/>
                <a:gd name="T22" fmla="*/ 2 w 91"/>
                <a:gd name="T23" fmla="*/ 128 h 263"/>
                <a:gd name="T24" fmla="*/ 4 w 91"/>
                <a:gd name="T25" fmla="*/ 140 h 263"/>
                <a:gd name="T26" fmla="*/ 16 w 91"/>
                <a:gd name="T27" fmla="*/ 146 h 263"/>
                <a:gd name="T28" fmla="*/ 55 w 91"/>
                <a:gd name="T29" fmla="*/ 149 h 263"/>
                <a:gd name="T30" fmla="*/ 25 w 91"/>
                <a:gd name="T31" fmla="*/ 241 h 263"/>
                <a:gd name="T32" fmla="*/ 35 w 91"/>
                <a:gd name="T33" fmla="*/ 259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1" h="263">
                  <a:moveTo>
                    <a:pt x="35" y="259"/>
                  </a:moveTo>
                  <a:lnTo>
                    <a:pt x="35" y="259"/>
                  </a:lnTo>
                  <a:cubicBezTo>
                    <a:pt x="44" y="262"/>
                    <a:pt x="52" y="258"/>
                    <a:pt x="53" y="251"/>
                  </a:cubicBezTo>
                  <a:cubicBezTo>
                    <a:pt x="88" y="141"/>
                    <a:pt x="88" y="141"/>
                    <a:pt x="88" y="141"/>
                  </a:cubicBezTo>
                  <a:cubicBezTo>
                    <a:pt x="90" y="137"/>
                    <a:pt x="90" y="131"/>
                    <a:pt x="87" y="128"/>
                  </a:cubicBezTo>
                  <a:cubicBezTo>
                    <a:pt x="84" y="124"/>
                    <a:pt x="80" y="121"/>
                    <a:pt x="76" y="121"/>
                  </a:cubicBezTo>
                  <a:cubicBezTo>
                    <a:pt x="35" y="119"/>
                    <a:pt x="35" y="119"/>
                    <a:pt x="35" y="119"/>
                  </a:cubicBezTo>
                  <a:cubicBezTo>
                    <a:pt x="59" y="20"/>
                    <a:pt x="59" y="20"/>
                    <a:pt x="59" y="20"/>
                  </a:cubicBezTo>
                  <a:cubicBezTo>
                    <a:pt x="62" y="11"/>
                    <a:pt x="56" y="4"/>
                    <a:pt x="49" y="1"/>
                  </a:cubicBezTo>
                  <a:cubicBezTo>
                    <a:pt x="41" y="0"/>
                    <a:pt x="32" y="4"/>
                    <a:pt x="31" y="13"/>
                  </a:cubicBezTo>
                  <a:lnTo>
                    <a:pt x="31" y="13"/>
                  </a:lnTo>
                  <a:cubicBezTo>
                    <a:pt x="2" y="128"/>
                    <a:pt x="2" y="128"/>
                    <a:pt x="2" y="128"/>
                  </a:cubicBezTo>
                  <a:cubicBezTo>
                    <a:pt x="0" y="133"/>
                    <a:pt x="2" y="137"/>
                    <a:pt x="4" y="140"/>
                  </a:cubicBezTo>
                  <a:cubicBezTo>
                    <a:pt x="7" y="144"/>
                    <a:pt x="10" y="145"/>
                    <a:pt x="16" y="146"/>
                  </a:cubicBezTo>
                  <a:cubicBezTo>
                    <a:pt x="55" y="149"/>
                    <a:pt x="55" y="149"/>
                    <a:pt x="55" y="149"/>
                  </a:cubicBezTo>
                  <a:cubicBezTo>
                    <a:pt x="25" y="241"/>
                    <a:pt x="25" y="241"/>
                    <a:pt x="25" y="241"/>
                  </a:cubicBezTo>
                  <a:cubicBezTo>
                    <a:pt x="23" y="250"/>
                    <a:pt x="27" y="258"/>
                    <a:pt x="35"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55A5FA17-7C44-E788-C339-F8E0EA6E65B4}"/>
              </a:ext>
            </a:extLst>
          </p:cNvPr>
          <p:cNvGrpSpPr/>
          <p:nvPr/>
        </p:nvGrpSpPr>
        <p:grpSpPr>
          <a:xfrm>
            <a:off x="4647281" y="4494908"/>
            <a:ext cx="257175" cy="230187"/>
            <a:chOff x="3619500" y="4846638"/>
            <a:chExt cx="257175" cy="230187"/>
          </a:xfrm>
          <a:solidFill>
            <a:schemeClr val="tx2"/>
          </a:solidFill>
        </p:grpSpPr>
        <p:sp>
          <p:nvSpPr>
            <p:cNvPr id="518" name="Freeform 424">
              <a:extLst>
                <a:ext uri="{FF2B5EF4-FFF2-40B4-BE49-F238E27FC236}">
                  <a16:creationId xmlns:a16="http://schemas.microsoft.com/office/drawing/2014/main" id="{64560EF3-3A7B-CF08-1A47-5B26711FA5B5}"/>
                </a:ext>
              </a:extLst>
            </p:cNvPr>
            <p:cNvSpPr>
              <a:spLocks noChangeArrowheads="1"/>
            </p:cNvSpPr>
            <p:nvPr/>
          </p:nvSpPr>
          <p:spPr bwMode="auto">
            <a:xfrm>
              <a:off x="3676650" y="4846638"/>
              <a:ext cx="200025" cy="171450"/>
            </a:xfrm>
            <a:custGeom>
              <a:avLst/>
              <a:gdLst>
                <a:gd name="T0" fmla="*/ 410 w 555"/>
                <a:gd name="T1" fmla="*/ 122 h 476"/>
                <a:gd name="T2" fmla="*/ 410 w 555"/>
                <a:gd name="T3" fmla="*/ 122 h 476"/>
                <a:gd name="T4" fmla="*/ 212 w 555"/>
                <a:gd name="T5" fmla="*/ 0 h 476"/>
                <a:gd name="T6" fmla="*/ 3 w 555"/>
                <a:gd name="T7" fmla="*/ 143 h 476"/>
                <a:gd name="T8" fmla="*/ 11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5 w 555"/>
                <a:gd name="T25" fmla="*/ 446 h 476"/>
                <a:gd name="T26" fmla="*/ 360 w 555"/>
                <a:gd name="T27" fmla="*/ 460 h 476"/>
                <a:gd name="T28" fmla="*/ 375 w 555"/>
                <a:gd name="T29" fmla="*/ 475 h 476"/>
                <a:gd name="T30" fmla="*/ 375 w 555"/>
                <a:gd name="T31" fmla="*/ 475 h 476"/>
                <a:gd name="T32" fmla="*/ 554 w 555"/>
                <a:gd name="T33" fmla="*/ 297 h 476"/>
                <a:gd name="T34" fmla="*/ 410 w 555"/>
                <a:gd name="T35" fmla="*/ 122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2"/>
                  </a:moveTo>
                  <a:lnTo>
                    <a:pt x="410" y="122"/>
                  </a:lnTo>
                  <a:cubicBezTo>
                    <a:pt x="374" y="50"/>
                    <a:pt x="299" y="0"/>
                    <a:pt x="212" y="0"/>
                  </a:cubicBezTo>
                  <a:cubicBezTo>
                    <a:pt x="116" y="0"/>
                    <a:pt x="35" y="60"/>
                    <a:pt x="3" y="143"/>
                  </a:cubicBezTo>
                  <a:cubicBezTo>
                    <a:pt x="0" y="152"/>
                    <a:pt x="4" y="160"/>
                    <a:pt x="11" y="163"/>
                  </a:cubicBezTo>
                  <a:cubicBezTo>
                    <a:pt x="20" y="166"/>
                    <a:pt x="28" y="162"/>
                    <a:pt x="31" y="155"/>
                  </a:cubicBezTo>
                  <a:cubicBezTo>
                    <a:pt x="59" y="81"/>
                    <a:pt x="128"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3" y="429"/>
                    <a:pt x="417" y="446"/>
                    <a:pt x="375" y="446"/>
                  </a:cubicBezTo>
                  <a:cubicBezTo>
                    <a:pt x="367" y="446"/>
                    <a:pt x="360" y="453"/>
                    <a:pt x="360" y="460"/>
                  </a:cubicBezTo>
                  <a:cubicBezTo>
                    <a:pt x="360" y="468"/>
                    <a:pt x="367" y="475"/>
                    <a:pt x="375" y="475"/>
                  </a:cubicBezTo>
                  <a:lnTo>
                    <a:pt x="375" y="475"/>
                  </a:lnTo>
                  <a:cubicBezTo>
                    <a:pt x="474" y="475"/>
                    <a:pt x="554" y="396"/>
                    <a:pt x="554" y="297"/>
                  </a:cubicBezTo>
                  <a:cubicBezTo>
                    <a:pt x="554" y="210"/>
                    <a:pt x="492" y="139"/>
                    <a:pt x="410"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5">
              <a:extLst>
                <a:ext uri="{FF2B5EF4-FFF2-40B4-BE49-F238E27FC236}">
                  <a16:creationId xmlns:a16="http://schemas.microsoft.com/office/drawing/2014/main" id="{2764A0AE-3A2C-BF77-498F-5D42106675BF}"/>
                </a:ext>
              </a:extLst>
            </p:cNvPr>
            <p:cNvSpPr>
              <a:spLocks noChangeArrowheads="1"/>
            </p:cNvSpPr>
            <p:nvPr/>
          </p:nvSpPr>
          <p:spPr bwMode="auto">
            <a:xfrm>
              <a:off x="3619500" y="491013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29 w 273"/>
                <a:gd name="T15" fmla="*/ 264 h 296"/>
                <a:gd name="T16" fmla="*/ 129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8"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29" y="264"/>
                  </a:cubicBezTo>
                  <a:lnTo>
                    <a:pt x="129" y="264"/>
                  </a:lnTo>
                  <a:cubicBezTo>
                    <a:pt x="100" y="257"/>
                    <a:pt x="75" y="242"/>
                    <a:pt x="57" y="222"/>
                  </a:cubicBezTo>
                  <a:cubicBezTo>
                    <a:pt x="40" y="201"/>
                    <a:pt x="29" y="176"/>
                    <a:pt x="29" y="148"/>
                  </a:cubicBezTo>
                  <a:cubicBezTo>
                    <a:pt x="29" y="116"/>
                    <a:pt x="44" y="87"/>
                    <a:pt x="68" y="64"/>
                  </a:cubicBezTo>
                  <a:cubicBezTo>
                    <a:pt x="92" y="44"/>
                    <a:pt x="125" y="30"/>
                    <a:pt x="163" y="30"/>
                  </a:cubicBezTo>
                  <a:cubicBezTo>
                    <a:pt x="192" y="30"/>
                    <a:pt x="223" y="46"/>
                    <a:pt x="244" y="73"/>
                  </a:cubicBezTo>
                  <a:cubicBezTo>
                    <a:pt x="248" y="78"/>
                    <a:pt x="258" y="80"/>
                    <a:pt x="265" y="74"/>
                  </a:cubicBezTo>
                  <a:cubicBezTo>
                    <a:pt x="270" y="69"/>
                    <a:pt x="272" y="60"/>
                    <a:pt x="266" y="53"/>
                  </a:cubicBezTo>
                  <a:cubicBezTo>
                    <a:pt x="241" y="23"/>
                    <a:pt x="203"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0" name="Freeform 426">
              <a:extLst>
                <a:ext uri="{FF2B5EF4-FFF2-40B4-BE49-F238E27FC236}">
                  <a16:creationId xmlns:a16="http://schemas.microsoft.com/office/drawing/2014/main" id="{8338FF5C-7445-810A-F77F-513F44007C79}"/>
                </a:ext>
              </a:extLst>
            </p:cNvPr>
            <p:cNvSpPr>
              <a:spLocks noChangeArrowheads="1"/>
            </p:cNvSpPr>
            <p:nvPr/>
          </p:nvSpPr>
          <p:spPr bwMode="auto">
            <a:xfrm>
              <a:off x="3689350" y="5033963"/>
              <a:ext cx="42863" cy="42862"/>
            </a:xfrm>
            <a:custGeom>
              <a:avLst/>
              <a:gdLst>
                <a:gd name="T0" fmla="*/ 111 w 118"/>
                <a:gd name="T1" fmla="*/ 6 h 119"/>
                <a:gd name="T2" fmla="*/ 111 w 118"/>
                <a:gd name="T3" fmla="*/ 6 h 119"/>
                <a:gd name="T4" fmla="*/ 90 w 118"/>
                <a:gd name="T5" fmla="*/ 6 h 119"/>
                <a:gd name="T6" fmla="*/ 58 w 118"/>
                <a:gd name="T7" fmla="*/ 38 h 119"/>
                <a:gd name="T8" fmla="*/ 26 w 118"/>
                <a:gd name="T9" fmla="*/ 6 h 119"/>
                <a:gd name="T10" fmla="*/ 5 w 118"/>
                <a:gd name="T11" fmla="*/ 6 h 119"/>
                <a:gd name="T12" fmla="*/ 5 w 118"/>
                <a:gd name="T13" fmla="*/ 27 h 119"/>
                <a:gd name="T14" fmla="*/ 37 w 118"/>
                <a:gd name="T15" fmla="*/ 59 h 119"/>
                <a:gd name="T16" fmla="*/ 5 w 118"/>
                <a:gd name="T17" fmla="*/ 90 h 119"/>
                <a:gd name="T18" fmla="*/ 5 w 118"/>
                <a:gd name="T19" fmla="*/ 110 h 119"/>
                <a:gd name="T20" fmla="*/ 26 w 118"/>
                <a:gd name="T21" fmla="*/ 110 h 119"/>
                <a:gd name="T22" fmla="*/ 58 w 118"/>
                <a:gd name="T23" fmla="*/ 80 h 119"/>
                <a:gd name="T24" fmla="*/ 90 w 118"/>
                <a:gd name="T25" fmla="*/ 110 h 119"/>
                <a:gd name="T26" fmla="*/ 111 w 118"/>
                <a:gd name="T27" fmla="*/ 110 h 119"/>
                <a:gd name="T28" fmla="*/ 111 w 118"/>
                <a:gd name="T29" fmla="*/ 90 h 119"/>
                <a:gd name="T30" fmla="*/ 79 w 118"/>
                <a:gd name="T31" fmla="*/ 59 h 119"/>
                <a:gd name="T32" fmla="*/ 111 w 118"/>
                <a:gd name="T33" fmla="*/ 27 h 119"/>
                <a:gd name="T34" fmla="*/ 111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1" y="6"/>
                  </a:moveTo>
                  <a:lnTo>
                    <a:pt x="111" y="6"/>
                  </a:lnTo>
                  <a:cubicBezTo>
                    <a:pt x="106" y="0"/>
                    <a:pt x="96" y="0"/>
                    <a:pt x="90" y="6"/>
                  </a:cubicBezTo>
                  <a:cubicBezTo>
                    <a:pt x="58" y="38"/>
                    <a:pt x="58" y="38"/>
                    <a:pt x="58" y="38"/>
                  </a:cubicBezTo>
                  <a:cubicBezTo>
                    <a:pt x="26" y="6"/>
                    <a:pt x="26" y="6"/>
                    <a:pt x="26" y="6"/>
                  </a:cubicBezTo>
                  <a:cubicBezTo>
                    <a:pt x="21" y="0"/>
                    <a:pt x="11" y="0"/>
                    <a:pt x="5" y="6"/>
                  </a:cubicBezTo>
                  <a:cubicBezTo>
                    <a:pt x="0" y="12"/>
                    <a:pt x="0" y="21"/>
                    <a:pt x="5" y="27"/>
                  </a:cubicBezTo>
                  <a:cubicBezTo>
                    <a:pt x="37" y="59"/>
                    <a:pt x="37" y="59"/>
                    <a:pt x="37" y="59"/>
                  </a:cubicBezTo>
                  <a:cubicBezTo>
                    <a:pt x="5" y="90"/>
                    <a:pt x="5" y="90"/>
                    <a:pt x="5" y="90"/>
                  </a:cubicBezTo>
                  <a:cubicBezTo>
                    <a:pt x="0" y="97"/>
                    <a:pt x="0" y="105"/>
                    <a:pt x="5" y="110"/>
                  </a:cubicBezTo>
                  <a:cubicBezTo>
                    <a:pt x="11" y="118"/>
                    <a:pt x="21" y="118"/>
                    <a:pt x="26" y="110"/>
                  </a:cubicBezTo>
                  <a:cubicBezTo>
                    <a:pt x="58" y="80"/>
                    <a:pt x="58" y="80"/>
                    <a:pt x="58" y="80"/>
                  </a:cubicBezTo>
                  <a:cubicBezTo>
                    <a:pt x="90" y="110"/>
                    <a:pt x="90" y="110"/>
                    <a:pt x="90" y="110"/>
                  </a:cubicBezTo>
                  <a:cubicBezTo>
                    <a:pt x="96" y="118"/>
                    <a:pt x="106" y="118"/>
                    <a:pt x="111" y="110"/>
                  </a:cubicBezTo>
                  <a:cubicBezTo>
                    <a:pt x="117" y="105"/>
                    <a:pt x="117" y="97"/>
                    <a:pt x="111" y="90"/>
                  </a:cubicBezTo>
                  <a:cubicBezTo>
                    <a:pt x="79" y="59"/>
                    <a:pt x="79" y="59"/>
                    <a:pt x="79" y="59"/>
                  </a:cubicBezTo>
                  <a:cubicBezTo>
                    <a:pt x="111" y="27"/>
                    <a:pt x="111" y="27"/>
                    <a:pt x="111" y="27"/>
                  </a:cubicBezTo>
                  <a:cubicBezTo>
                    <a:pt x="117" y="21"/>
                    <a:pt x="117" y="12"/>
                    <a:pt x="11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1" name="Freeform 427">
              <a:extLst>
                <a:ext uri="{FF2B5EF4-FFF2-40B4-BE49-F238E27FC236}">
                  <a16:creationId xmlns:a16="http://schemas.microsoft.com/office/drawing/2014/main" id="{2E6BD2D3-732D-100D-4E38-29623050F4E0}"/>
                </a:ext>
              </a:extLst>
            </p:cNvPr>
            <p:cNvSpPr>
              <a:spLocks noChangeArrowheads="1"/>
            </p:cNvSpPr>
            <p:nvPr/>
          </p:nvSpPr>
          <p:spPr bwMode="auto">
            <a:xfrm>
              <a:off x="3752850" y="5033963"/>
              <a:ext cx="42863" cy="42862"/>
            </a:xfrm>
            <a:custGeom>
              <a:avLst/>
              <a:gdLst>
                <a:gd name="T0" fmla="*/ 112 w 118"/>
                <a:gd name="T1" fmla="*/ 6 h 119"/>
                <a:gd name="T2" fmla="*/ 112 w 118"/>
                <a:gd name="T3" fmla="*/ 6 h 119"/>
                <a:gd name="T4" fmla="*/ 91 w 118"/>
                <a:gd name="T5" fmla="*/ 6 h 119"/>
                <a:gd name="T6" fmla="*/ 59 w 118"/>
                <a:gd name="T7" fmla="*/ 38 h 119"/>
                <a:gd name="T8" fmla="*/ 27 w 118"/>
                <a:gd name="T9" fmla="*/ 6 h 119"/>
                <a:gd name="T10" fmla="*/ 6 w 118"/>
                <a:gd name="T11" fmla="*/ 6 h 119"/>
                <a:gd name="T12" fmla="*/ 6 w 118"/>
                <a:gd name="T13" fmla="*/ 27 h 119"/>
                <a:gd name="T14" fmla="*/ 38 w 118"/>
                <a:gd name="T15" fmla="*/ 59 h 119"/>
                <a:gd name="T16" fmla="*/ 6 w 118"/>
                <a:gd name="T17" fmla="*/ 90 h 119"/>
                <a:gd name="T18" fmla="*/ 6 w 118"/>
                <a:gd name="T19" fmla="*/ 110 h 119"/>
                <a:gd name="T20" fmla="*/ 27 w 118"/>
                <a:gd name="T21" fmla="*/ 110 h 119"/>
                <a:gd name="T22" fmla="*/ 59 w 118"/>
                <a:gd name="T23" fmla="*/ 80 h 119"/>
                <a:gd name="T24" fmla="*/ 91 w 118"/>
                <a:gd name="T25" fmla="*/ 110 h 119"/>
                <a:gd name="T26" fmla="*/ 112 w 118"/>
                <a:gd name="T27" fmla="*/ 110 h 119"/>
                <a:gd name="T28" fmla="*/ 112 w 118"/>
                <a:gd name="T29" fmla="*/ 90 h 119"/>
                <a:gd name="T30" fmla="*/ 80 w 118"/>
                <a:gd name="T31" fmla="*/ 59 h 119"/>
                <a:gd name="T32" fmla="*/ 112 w 118"/>
                <a:gd name="T33" fmla="*/ 27 h 119"/>
                <a:gd name="T34" fmla="*/ 112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2" y="6"/>
                  </a:moveTo>
                  <a:lnTo>
                    <a:pt x="112" y="6"/>
                  </a:lnTo>
                  <a:cubicBezTo>
                    <a:pt x="106" y="0"/>
                    <a:pt x="96" y="0"/>
                    <a:pt x="91" y="6"/>
                  </a:cubicBezTo>
                  <a:cubicBezTo>
                    <a:pt x="59" y="38"/>
                    <a:pt x="59" y="38"/>
                    <a:pt x="59" y="38"/>
                  </a:cubicBezTo>
                  <a:cubicBezTo>
                    <a:pt x="27" y="6"/>
                    <a:pt x="27" y="6"/>
                    <a:pt x="27" y="6"/>
                  </a:cubicBezTo>
                  <a:cubicBezTo>
                    <a:pt x="21" y="0"/>
                    <a:pt x="11" y="0"/>
                    <a:pt x="6" y="6"/>
                  </a:cubicBezTo>
                  <a:cubicBezTo>
                    <a:pt x="0" y="12"/>
                    <a:pt x="0" y="21"/>
                    <a:pt x="6" y="27"/>
                  </a:cubicBezTo>
                  <a:cubicBezTo>
                    <a:pt x="38" y="59"/>
                    <a:pt x="38" y="59"/>
                    <a:pt x="38" y="59"/>
                  </a:cubicBezTo>
                  <a:cubicBezTo>
                    <a:pt x="6" y="90"/>
                    <a:pt x="6" y="90"/>
                    <a:pt x="6" y="90"/>
                  </a:cubicBezTo>
                  <a:cubicBezTo>
                    <a:pt x="0" y="97"/>
                    <a:pt x="0" y="105"/>
                    <a:pt x="6" y="110"/>
                  </a:cubicBezTo>
                  <a:cubicBezTo>
                    <a:pt x="11" y="118"/>
                    <a:pt x="21" y="118"/>
                    <a:pt x="27" y="110"/>
                  </a:cubicBezTo>
                  <a:cubicBezTo>
                    <a:pt x="59" y="80"/>
                    <a:pt x="59" y="80"/>
                    <a:pt x="59" y="80"/>
                  </a:cubicBezTo>
                  <a:cubicBezTo>
                    <a:pt x="91" y="110"/>
                    <a:pt x="91" y="110"/>
                    <a:pt x="91" y="110"/>
                  </a:cubicBezTo>
                  <a:cubicBezTo>
                    <a:pt x="96" y="118"/>
                    <a:pt x="106" y="118"/>
                    <a:pt x="112" y="110"/>
                  </a:cubicBezTo>
                  <a:cubicBezTo>
                    <a:pt x="117" y="105"/>
                    <a:pt x="117" y="97"/>
                    <a:pt x="112" y="90"/>
                  </a:cubicBezTo>
                  <a:cubicBezTo>
                    <a:pt x="80" y="59"/>
                    <a:pt x="80" y="59"/>
                    <a:pt x="80" y="59"/>
                  </a:cubicBezTo>
                  <a:cubicBezTo>
                    <a:pt x="112" y="27"/>
                    <a:pt x="112" y="27"/>
                    <a:pt x="112" y="27"/>
                  </a:cubicBezTo>
                  <a:cubicBezTo>
                    <a:pt x="117" y="21"/>
                    <a:pt x="117" y="12"/>
                    <a:pt x="11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28">
              <a:extLst>
                <a:ext uri="{FF2B5EF4-FFF2-40B4-BE49-F238E27FC236}">
                  <a16:creationId xmlns:a16="http://schemas.microsoft.com/office/drawing/2014/main" id="{FB9E4442-9D61-C8B4-F15C-50501195C1A1}"/>
                </a:ext>
              </a:extLst>
            </p:cNvPr>
            <p:cNvSpPr>
              <a:spLocks noChangeArrowheads="1"/>
            </p:cNvSpPr>
            <p:nvPr/>
          </p:nvSpPr>
          <p:spPr bwMode="auto">
            <a:xfrm>
              <a:off x="3732213" y="4970463"/>
              <a:ext cx="42862" cy="42862"/>
            </a:xfrm>
            <a:custGeom>
              <a:avLst/>
              <a:gdLst>
                <a:gd name="T0" fmla="*/ 7 w 118"/>
                <a:gd name="T1" fmla="*/ 110 h 118"/>
                <a:gd name="T2" fmla="*/ 7 w 118"/>
                <a:gd name="T3" fmla="*/ 110 h 118"/>
                <a:gd name="T4" fmla="*/ 28 w 118"/>
                <a:gd name="T5" fmla="*/ 110 h 118"/>
                <a:gd name="T6" fmla="*/ 59 w 118"/>
                <a:gd name="T7" fmla="*/ 79 h 118"/>
                <a:gd name="T8" fmla="*/ 91 w 118"/>
                <a:gd name="T9" fmla="*/ 110 h 118"/>
                <a:gd name="T10" fmla="*/ 112 w 118"/>
                <a:gd name="T11" fmla="*/ 110 h 118"/>
                <a:gd name="T12" fmla="*/ 112 w 118"/>
                <a:gd name="T13" fmla="*/ 89 h 118"/>
                <a:gd name="T14" fmla="*/ 80 w 118"/>
                <a:gd name="T15" fmla="*/ 58 h 118"/>
                <a:gd name="T16" fmla="*/ 112 w 118"/>
                <a:gd name="T17" fmla="*/ 26 h 118"/>
                <a:gd name="T18" fmla="*/ 112 w 118"/>
                <a:gd name="T19" fmla="*/ 5 h 118"/>
                <a:gd name="T20" fmla="*/ 91 w 118"/>
                <a:gd name="T21" fmla="*/ 5 h 118"/>
                <a:gd name="T22" fmla="*/ 59 w 118"/>
                <a:gd name="T23" fmla="*/ 37 h 118"/>
                <a:gd name="T24" fmla="*/ 28 w 118"/>
                <a:gd name="T25" fmla="*/ 5 h 118"/>
                <a:gd name="T26" fmla="*/ 7 w 118"/>
                <a:gd name="T27" fmla="*/ 5 h 118"/>
                <a:gd name="T28" fmla="*/ 7 w 118"/>
                <a:gd name="T29" fmla="*/ 26 h 118"/>
                <a:gd name="T30" fmla="*/ 38 w 118"/>
                <a:gd name="T31" fmla="*/ 58 h 118"/>
                <a:gd name="T32" fmla="*/ 7 w 118"/>
                <a:gd name="T33" fmla="*/ 89 h 118"/>
                <a:gd name="T34" fmla="*/ 7 w 118"/>
                <a:gd name="T35" fmla="*/ 11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8">
                  <a:moveTo>
                    <a:pt x="7" y="110"/>
                  </a:moveTo>
                  <a:lnTo>
                    <a:pt x="7" y="110"/>
                  </a:lnTo>
                  <a:cubicBezTo>
                    <a:pt x="13" y="117"/>
                    <a:pt x="23" y="117"/>
                    <a:pt x="28" y="110"/>
                  </a:cubicBezTo>
                  <a:cubicBezTo>
                    <a:pt x="59" y="79"/>
                    <a:pt x="59" y="79"/>
                    <a:pt x="59" y="79"/>
                  </a:cubicBezTo>
                  <a:cubicBezTo>
                    <a:pt x="91" y="110"/>
                    <a:pt x="91" y="110"/>
                    <a:pt x="91" y="110"/>
                  </a:cubicBezTo>
                  <a:cubicBezTo>
                    <a:pt x="96" y="117"/>
                    <a:pt x="106" y="117"/>
                    <a:pt x="112" y="110"/>
                  </a:cubicBezTo>
                  <a:cubicBezTo>
                    <a:pt x="117" y="104"/>
                    <a:pt x="117" y="96"/>
                    <a:pt x="112" y="89"/>
                  </a:cubicBezTo>
                  <a:cubicBezTo>
                    <a:pt x="80" y="58"/>
                    <a:pt x="80" y="58"/>
                    <a:pt x="80" y="58"/>
                  </a:cubicBezTo>
                  <a:cubicBezTo>
                    <a:pt x="112" y="26"/>
                    <a:pt x="112" y="26"/>
                    <a:pt x="112" y="26"/>
                  </a:cubicBezTo>
                  <a:cubicBezTo>
                    <a:pt x="117" y="21"/>
                    <a:pt x="117" y="11"/>
                    <a:pt x="112" y="5"/>
                  </a:cubicBezTo>
                  <a:cubicBezTo>
                    <a:pt x="106" y="0"/>
                    <a:pt x="96" y="0"/>
                    <a:pt x="91" y="5"/>
                  </a:cubicBezTo>
                  <a:cubicBezTo>
                    <a:pt x="59" y="37"/>
                    <a:pt x="59" y="37"/>
                    <a:pt x="59" y="37"/>
                  </a:cubicBezTo>
                  <a:cubicBezTo>
                    <a:pt x="28" y="5"/>
                    <a:pt x="28" y="5"/>
                    <a:pt x="28" y="5"/>
                  </a:cubicBezTo>
                  <a:cubicBezTo>
                    <a:pt x="23" y="0"/>
                    <a:pt x="13" y="0"/>
                    <a:pt x="7" y="5"/>
                  </a:cubicBezTo>
                  <a:cubicBezTo>
                    <a:pt x="0" y="11"/>
                    <a:pt x="0" y="21"/>
                    <a:pt x="7" y="26"/>
                  </a:cubicBezTo>
                  <a:cubicBezTo>
                    <a:pt x="38" y="58"/>
                    <a:pt x="38" y="58"/>
                    <a:pt x="38" y="58"/>
                  </a:cubicBezTo>
                  <a:cubicBezTo>
                    <a:pt x="7" y="89"/>
                    <a:pt x="7" y="89"/>
                    <a:pt x="7" y="89"/>
                  </a:cubicBezTo>
                  <a:cubicBezTo>
                    <a:pt x="0" y="96"/>
                    <a:pt x="0" y="104"/>
                    <a:pt x="7" y="1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3" name="Freeform 429">
            <a:extLst>
              <a:ext uri="{FF2B5EF4-FFF2-40B4-BE49-F238E27FC236}">
                <a16:creationId xmlns:a16="http://schemas.microsoft.com/office/drawing/2014/main" id="{99C7174B-2616-1F7A-DB4D-46B320E33ABA}"/>
              </a:ext>
            </a:extLst>
          </p:cNvPr>
          <p:cNvSpPr>
            <a:spLocks noChangeArrowheads="1"/>
          </p:cNvSpPr>
          <p:nvPr/>
        </p:nvSpPr>
        <p:spPr bwMode="auto">
          <a:xfrm>
            <a:off x="5204494" y="5512494"/>
            <a:ext cx="193675" cy="255588"/>
          </a:xfrm>
          <a:custGeom>
            <a:avLst/>
            <a:gdLst>
              <a:gd name="T0" fmla="*/ 502 w 537"/>
              <a:gd name="T1" fmla="*/ 66 h 710"/>
              <a:gd name="T2" fmla="*/ 502 w 537"/>
              <a:gd name="T3" fmla="*/ 66 h 710"/>
              <a:gd name="T4" fmla="*/ 497 w 537"/>
              <a:gd name="T5" fmla="*/ 79 h 710"/>
              <a:gd name="T6" fmla="*/ 502 w 537"/>
              <a:gd name="T7" fmla="*/ 66 h 710"/>
              <a:gd name="T8" fmla="*/ 352 w 537"/>
              <a:gd name="T9" fmla="*/ 35 h 710"/>
              <a:gd name="T10" fmla="*/ 185 w 537"/>
              <a:gd name="T11" fmla="*/ 44 h 710"/>
              <a:gd name="T12" fmla="*/ 23 w 537"/>
              <a:gd name="T13" fmla="*/ 3 h 710"/>
              <a:gd name="T14" fmla="*/ 7 w 537"/>
              <a:gd name="T15" fmla="*/ 3 h 710"/>
              <a:gd name="T16" fmla="*/ 0 w 537"/>
              <a:gd name="T17" fmla="*/ 16 h 710"/>
              <a:gd name="T18" fmla="*/ 0 w 537"/>
              <a:gd name="T19" fmla="*/ 277 h 710"/>
              <a:gd name="T20" fmla="*/ 0 w 537"/>
              <a:gd name="T21" fmla="*/ 284 h 710"/>
              <a:gd name="T22" fmla="*/ 0 w 537"/>
              <a:gd name="T23" fmla="*/ 694 h 710"/>
              <a:gd name="T24" fmla="*/ 16 w 537"/>
              <a:gd name="T25" fmla="*/ 709 h 710"/>
              <a:gd name="T26" fmla="*/ 30 w 537"/>
              <a:gd name="T27" fmla="*/ 694 h 710"/>
              <a:gd name="T28" fmla="*/ 30 w 537"/>
              <a:gd name="T29" fmla="*/ 303 h 710"/>
              <a:gd name="T30" fmla="*/ 81 w 537"/>
              <a:gd name="T31" fmla="*/ 309 h 710"/>
              <a:gd name="T32" fmla="*/ 274 w 537"/>
              <a:gd name="T33" fmla="*/ 261 h 710"/>
              <a:gd name="T34" fmla="*/ 455 w 537"/>
              <a:gd name="T35" fmla="*/ 217 h 710"/>
              <a:gd name="T36" fmla="*/ 493 w 537"/>
              <a:gd name="T37" fmla="*/ 219 h 710"/>
              <a:gd name="T38" fmla="*/ 493 w 537"/>
              <a:gd name="T39" fmla="*/ 219 h 710"/>
              <a:gd name="T40" fmla="*/ 500 w 537"/>
              <a:gd name="T41" fmla="*/ 219 h 710"/>
              <a:gd name="T42" fmla="*/ 525 w 537"/>
              <a:gd name="T43" fmla="*/ 211 h 710"/>
              <a:gd name="T44" fmla="*/ 536 w 537"/>
              <a:gd name="T45" fmla="*/ 185 h 710"/>
              <a:gd name="T46" fmla="*/ 536 w 537"/>
              <a:gd name="T47" fmla="*/ 116 h 710"/>
              <a:gd name="T48" fmla="*/ 526 w 537"/>
              <a:gd name="T49" fmla="*/ 87 h 710"/>
              <a:gd name="T50" fmla="*/ 502 w 537"/>
              <a:gd name="T51" fmla="*/ 66 h 710"/>
              <a:gd name="T52" fmla="*/ 507 w 537"/>
              <a:gd name="T53" fmla="*/ 185 h 710"/>
              <a:gd name="T54" fmla="*/ 507 w 537"/>
              <a:gd name="T55" fmla="*/ 185 h 710"/>
              <a:gd name="T56" fmla="*/ 505 w 537"/>
              <a:gd name="T57" fmla="*/ 189 h 710"/>
              <a:gd name="T58" fmla="*/ 500 w 537"/>
              <a:gd name="T59" fmla="*/ 190 h 710"/>
              <a:gd name="T60" fmla="*/ 497 w 537"/>
              <a:gd name="T61" fmla="*/ 190 h 710"/>
              <a:gd name="T62" fmla="*/ 497 w 537"/>
              <a:gd name="T63" fmla="*/ 190 h 710"/>
              <a:gd name="T64" fmla="*/ 455 w 537"/>
              <a:gd name="T65" fmla="*/ 187 h 710"/>
              <a:gd name="T66" fmla="*/ 417 w 537"/>
              <a:gd name="T67" fmla="*/ 190 h 710"/>
              <a:gd name="T68" fmla="*/ 417 w 537"/>
              <a:gd name="T69" fmla="*/ 104 h 710"/>
              <a:gd name="T70" fmla="*/ 402 w 537"/>
              <a:gd name="T71" fmla="*/ 88 h 710"/>
              <a:gd name="T72" fmla="*/ 387 w 537"/>
              <a:gd name="T73" fmla="*/ 104 h 710"/>
              <a:gd name="T74" fmla="*/ 387 w 537"/>
              <a:gd name="T75" fmla="*/ 104 h 710"/>
              <a:gd name="T76" fmla="*/ 387 w 537"/>
              <a:gd name="T77" fmla="*/ 193 h 710"/>
              <a:gd name="T78" fmla="*/ 388 w 537"/>
              <a:gd name="T79" fmla="*/ 194 h 710"/>
              <a:gd name="T80" fmla="*/ 297 w 537"/>
              <a:gd name="T81" fmla="*/ 221 h 710"/>
              <a:gd name="T82" fmla="*/ 297 w 537"/>
              <a:gd name="T83" fmla="*/ 104 h 710"/>
              <a:gd name="T84" fmla="*/ 284 w 537"/>
              <a:gd name="T85" fmla="*/ 88 h 710"/>
              <a:gd name="T86" fmla="*/ 268 w 537"/>
              <a:gd name="T87" fmla="*/ 104 h 710"/>
              <a:gd name="T88" fmla="*/ 268 w 537"/>
              <a:gd name="T89" fmla="*/ 232 h 710"/>
              <a:gd name="T90" fmla="*/ 263 w 537"/>
              <a:gd name="T91" fmla="*/ 233 h 710"/>
              <a:gd name="T92" fmla="*/ 179 w 537"/>
              <a:gd name="T93" fmla="*/ 263 h 710"/>
              <a:gd name="T94" fmla="*/ 179 w 537"/>
              <a:gd name="T95" fmla="*/ 104 h 710"/>
              <a:gd name="T96" fmla="*/ 164 w 537"/>
              <a:gd name="T97" fmla="*/ 88 h 710"/>
              <a:gd name="T98" fmla="*/ 150 w 537"/>
              <a:gd name="T99" fmla="*/ 104 h 710"/>
              <a:gd name="T100" fmla="*/ 150 w 537"/>
              <a:gd name="T101" fmla="*/ 104 h 710"/>
              <a:gd name="T102" fmla="*/ 150 w 537"/>
              <a:gd name="T103" fmla="*/ 270 h 710"/>
              <a:gd name="T104" fmla="*/ 150 w 537"/>
              <a:gd name="T105" fmla="*/ 270 h 710"/>
              <a:gd name="T106" fmla="*/ 81 w 537"/>
              <a:gd name="T107" fmla="*/ 278 h 710"/>
              <a:gd name="T108" fmla="*/ 30 w 537"/>
              <a:gd name="T109" fmla="*/ 272 h 710"/>
              <a:gd name="T110" fmla="*/ 30 w 537"/>
              <a:gd name="T111" fmla="*/ 41 h 710"/>
              <a:gd name="T112" fmla="*/ 185 w 537"/>
              <a:gd name="T113" fmla="*/ 73 h 710"/>
              <a:gd name="T114" fmla="*/ 352 w 537"/>
              <a:gd name="T115" fmla="*/ 65 h 710"/>
              <a:gd name="T116" fmla="*/ 490 w 537"/>
              <a:gd name="T117" fmla="*/ 93 h 710"/>
              <a:gd name="T118" fmla="*/ 501 w 537"/>
              <a:gd name="T119" fmla="*/ 102 h 710"/>
              <a:gd name="T120" fmla="*/ 507 w 537"/>
              <a:gd name="T121" fmla="*/ 116 h 710"/>
              <a:gd name="T122" fmla="*/ 507 w 537"/>
              <a:gd name="T123" fmla="*/ 18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37" h="710">
                <a:moveTo>
                  <a:pt x="502" y="66"/>
                </a:moveTo>
                <a:lnTo>
                  <a:pt x="502" y="66"/>
                </a:lnTo>
                <a:cubicBezTo>
                  <a:pt x="497" y="79"/>
                  <a:pt x="497" y="79"/>
                  <a:pt x="497" y="79"/>
                </a:cubicBezTo>
                <a:cubicBezTo>
                  <a:pt x="502" y="66"/>
                  <a:pt x="502" y="66"/>
                  <a:pt x="502" y="66"/>
                </a:cubicBezTo>
                <a:cubicBezTo>
                  <a:pt x="452" y="41"/>
                  <a:pt x="401" y="35"/>
                  <a:pt x="352" y="35"/>
                </a:cubicBezTo>
                <a:cubicBezTo>
                  <a:pt x="295" y="35"/>
                  <a:pt x="239" y="44"/>
                  <a:pt x="185" y="44"/>
                </a:cubicBezTo>
                <a:cubicBezTo>
                  <a:pt x="129" y="44"/>
                  <a:pt x="76" y="35"/>
                  <a:pt x="23" y="3"/>
                </a:cubicBezTo>
                <a:cubicBezTo>
                  <a:pt x="19" y="0"/>
                  <a:pt x="13" y="0"/>
                  <a:pt x="7" y="3"/>
                </a:cubicBezTo>
                <a:cubicBezTo>
                  <a:pt x="3" y="6"/>
                  <a:pt x="0" y="12"/>
                  <a:pt x="0" y="16"/>
                </a:cubicBezTo>
                <a:cubicBezTo>
                  <a:pt x="0" y="104"/>
                  <a:pt x="0" y="190"/>
                  <a:pt x="0" y="277"/>
                </a:cubicBezTo>
                <a:cubicBezTo>
                  <a:pt x="0" y="284"/>
                  <a:pt x="0" y="284"/>
                  <a:pt x="0" y="284"/>
                </a:cubicBezTo>
                <a:cubicBezTo>
                  <a:pt x="0" y="694"/>
                  <a:pt x="0" y="694"/>
                  <a:pt x="0" y="694"/>
                </a:cubicBezTo>
                <a:cubicBezTo>
                  <a:pt x="0" y="702"/>
                  <a:pt x="7" y="709"/>
                  <a:pt x="16" y="709"/>
                </a:cubicBezTo>
                <a:cubicBezTo>
                  <a:pt x="24" y="709"/>
                  <a:pt x="30" y="702"/>
                  <a:pt x="30" y="694"/>
                </a:cubicBezTo>
                <a:cubicBezTo>
                  <a:pt x="30" y="303"/>
                  <a:pt x="30" y="303"/>
                  <a:pt x="30" y="303"/>
                </a:cubicBezTo>
                <a:cubicBezTo>
                  <a:pt x="46" y="307"/>
                  <a:pt x="65" y="309"/>
                  <a:pt x="81" y="309"/>
                </a:cubicBezTo>
                <a:cubicBezTo>
                  <a:pt x="147" y="309"/>
                  <a:pt x="211" y="285"/>
                  <a:pt x="274" y="261"/>
                </a:cubicBezTo>
                <a:cubicBezTo>
                  <a:pt x="335" y="239"/>
                  <a:pt x="397" y="217"/>
                  <a:pt x="455" y="217"/>
                </a:cubicBezTo>
                <a:cubicBezTo>
                  <a:pt x="468" y="217"/>
                  <a:pt x="480" y="218"/>
                  <a:pt x="493" y="219"/>
                </a:cubicBezTo>
                <a:lnTo>
                  <a:pt x="493" y="219"/>
                </a:lnTo>
                <a:cubicBezTo>
                  <a:pt x="496" y="219"/>
                  <a:pt x="497" y="219"/>
                  <a:pt x="500" y="219"/>
                </a:cubicBezTo>
                <a:cubicBezTo>
                  <a:pt x="509" y="221"/>
                  <a:pt x="519" y="217"/>
                  <a:pt x="525" y="211"/>
                </a:cubicBezTo>
                <a:cubicBezTo>
                  <a:pt x="532" y="204"/>
                  <a:pt x="536" y="194"/>
                  <a:pt x="536" y="185"/>
                </a:cubicBezTo>
                <a:cubicBezTo>
                  <a:pt x="536" y="162"/>
                  <a:pt x="536" y="140"/>
                  <a:pt x="536" y="116"/>
                </a:cubicBezTo>
                <a:cubicBezTo>
                  <a:pt x="536" y="106"/>
                  <a:pt x="532" y="95"/>
                  <a:pt x="526" y="87"/>
                </a:cubicBezTo>
                <a:cubicBezTo>
                  <a:pt x="521" y="79"/>
                  <a:pt x="514" y="70"/>
                  <a:pt x="502" y="66"/>
                </a:cubicBezTo>
                <a:close/>
                <a:moveTo>
                  <a:pt x="507" y="185"/>
                </a:moveTo>
                <a:lnTo>
                  <a:pt x="507" y="185"/>
                </a:lnTo>
                <a:cubicBezTo>
                  <a:pt x="507" y="187"/>
                  <a:pt x="505" y="189"/>
                  <a:pt x="505" y="189"/>
                </a:cubicBezTo>
                <a:cubicBezTo>
                  <a:pt x="504" y="190"/>
                  <a:pt x="504" y="190"/>
                  <a:pt x="500" y="190"/>
                </a:cubicBezTo>
                <a:cubicBezTo>
                  <a:pt x="497" y="190"/>
                  <a:pt x="497" y="190"/>
                  <a:pt x="497" y="190"/>
                </a:cubicBezTo>
                <a:lnTo>
                  <a:pt x="497" y="190"/>
                </a:lnTo>
                <a:cubicBezTo>
                  <a:pt x="483" y="187"/>
                  <a:pt x="469" y="187"/>
                  <a:pt x="455" y="187"/>
                </a:cubicBezTo>
                <a:cubicBezTo>
                  <a:pt x="443" y="187"/>
                  <a:pt x="430" y="187"/>
                  <a:pt x="417" y="190"/>
                </a:cubicBezTo>
                <a:cubicBezTo>
                  <a:pt x="417" y="161"/>
                  <a:pt x="417" y="132"/>
                  <a:pt x="417" y="104"/>
                </a:cubicBezTo>
                <a:cubicBezTo>
                  <a:pt x="417" y="95"/>
                  <a:pt x="410" y="88"/>
                  <a:pt x="402" y="88"/>
                </a:cubicBezTo>
                <a:cubicBezTo>
                  <a:pt x="394" y="88"/>
                  <a:pt x="387" y="95"/>
                  <a:pt x="387" y="104"/>
                </a:cubicBezTo>
                <a:lnTo>
                  <a:pt x="387" y="104"/>
                </a:lnTo>
                <a:cubicBezTo>
                  <a:pt x="387" y="133"/>
                  <a:pt x="387" y="162"/>
                  <a:pt x="387" y="193"/>
                </a:cubicBezTo>
                <a:lnTo>
                  <a:pt x="388" y="194"/>
                </a:lnTo>
                <a:cubicBezTo>
                  <a:pt x="357" y="201"/>
                  <a:pt x="327" y="211"/>
                  <a:pt x="297" y="221"/>
                </a:cubicBezTo>
                <a:cubicBezTo>
                  <a:pt x="297" y="104"/>
                  <a:pt x="297" y="104"/>
                  <a:pt x="297" y="104"/>
                </a:cubicBezTo>
                <a:cubicBezTo>
                  <a:pt x="297" y="95"/>
                  <a:pt x="292" y="88"/>
                  <a:pt x="284" y="88"/>
                </a:cubicBezTo>
                <a:cubicBezTo>
                  <a:pt x="275" y="88"/>
                  <a:pt x="268" y="95"/>
                  <a:pt x="268" y="104"/>
                </a:cubicBezTo>
                <a:cubicBezTo>
                  <a:pt x="268" y="232"/>
                  <a:pt x="268" y="232"/>
                  <a:pt x="268" y="232"/>
                </a:cubicBezTo>
                <a:cubicBezTo>
                  <a:pt x="267" y="232"/>
                  <a:pt x="265" y="233"/>
                  <a:pt x="263" y="233"/>
                </a:cubicBezTo>
                <a:cubicBezTo>
                  <a:pt x="235" y="245"/>
                  <a:pt x="207" y="254"/>
                  <a:pt x="179" y="263"/>
                </a:cubicBezTo>
                <a:cubicBezTo>
                  <a:pt x="179" y="205"/>
                  <a:pt x="179" y="161"/>
                  <a:pt x="179" y="104"/>
                </a:cubicBezTo>
                <a:cubicBezTo>
                  <a:pt x="179" y="95"/>
                  <a:pt x="172" y="88"/>
                  <a:pt x="164" y="88"/>
                </a:cubicBezTo>
                <a:cubicBezTo>
                  <a:pt x="155" y="88"/>
                  <a:pt x="150" y="95"/>
                  <a:pt x="150" y="104"/>
                </a:cubicBezTo>
                <a:lnTo>
                  <a:pt x="150" y="104"/>
                </a:lnTo>
                <a:cubicBezTo>
                  <a:pt x="150" y="162"/>
                  <a:pt x="150" y="210"/>
                  <a:pt x="150" y="270"/>
                </a:cubicBezTo>
                <a:lnTo>
                  <a:pt x="150" y="270"/>
                </a:lnTo>
                <a:cubicBezTo>
                  <a:pt x="126" y="275"/>
                  <a:pt x="104" y="278"/>
                  <a:pt x="81" y="278"/>
                </a:cubicBezTo>
                <a:cubicBezTo>
                  <a:pt x="63" y="278"/>
                  <a:pt x="46" y="277"/>
                  <a:pt x="30" y="272"/>
                </a:cubicBezTo>
                <a:cubicBezTo>
                  <a:pt x="30" y="196"/>
                  <a:pt x="30" y="119"/>
                  <a:pt x="30" y="41"/>
                </a:cubicBezTo>
                <a:cubicBezTo>
                  <a:pt x="81" y="66"/>
                  <a:pt x="134" y="73"/>
                  <a:pt x="185" y="73"/>
                </a:cubicBezTo>
                <a:cubicBezTo>
                  <a:pt x="242" y="73"/>
                  <a:pt x="297" y="65"/>
                  <a:pt x="352" y="65"/>
                </a:cubicBezTo>
                <a:cubicBezTo>
                  <a:pt x="399" y="65"/>
                  <a:pt x="444" y="70"/>
                  <a:pt x="490" y="93"/>
                </a:cubicBezTo>
                <a:cubicBezTo>
                  <a:pt x="494" y="94"/>
                  <a:pt x="498" y="98"/>
                  <a:pt x="501" y="102"/>
                </a:cubicBezTo>
                <a:cubicBezTo>
                  <a:pt x="505" y="108"/>
                  <a:pt x="507" y="113"/>
                  <a:pt x="507" y="116"/>
                </a:cubicBezTo>
                <a:cubicBezTo>
                  <a:pt x="507" y="140"/>
                  <a:pt x="507" y="162"/>
                  <a:pt x="507" y="185"/>
                </a:cubicBezTo>
                <a:close/>
              </a:path>
            </a:pathLst>
          </a:custGeom>
          <a:solidFill>
            <a:schemeClr val="tx2"/>
          </a:solidFill>
          <a:ln>
            <a:noFill/>
          </a:ln>
          <a:effectLst/>
        </p:spPr>
        <p:txBody>
          <a:bodyPr wrap="none" anchor="ctr"/>
          <a:lstStyle/>
          <a:p>
            <a:endParaRPr lang="da-DK"/>
          </a:p>
        </p:txBody>
      </p:sp>
      <p:grpSp>
        <p:nvGrpSpPr>
          <p:cNvPr id="524" name="Group 527">
            <a:extLst>
              <a:ext uri="{FF2B5EF4-FFF2-40B4-BE49-F238E27FC236}">
                <a16:creationId xmlns:a16="http://schemas.microsoft.com/office/drawing/2014/main" id="{76785251-8C5B-C642-5C6D-5B81DC33B0E5}"/>
              </a:ext>
            </a:extLst>
          </p:cNvPr>
          <p:cNvGrpSpPr/>
          <p:nvPr/>
        </p:nvGrpSpPr>
        <p:grpSpPr>
          <a:xfrm>
            <a:off x="6703094" y="3955975"/>
            <a:ext cx="257175" cy="238125"/>
            <a:chOff x="5675313" y="4343400"/>
            <a:chExt cx="257175" cy="238125"/>
          </a:xfrm>
          <a:solidFill>
            <a:schemeClr val="tx2"/>
          </a:solidFill>
        </p:grpSpPr>
        <p:sp>
          <p:nvSpPr>
            <p:cNvPr id="525" name="Freeform 430">
              <a:extLst>
                <a:ext uri="{FF2B5EF4-FFF2-40B4-BE49-F238E27FC236}">
                  <a16:creationId xmlns:a16="http://schemas.microsoft.com/office/drawing/2014/main" id="{30AEE9F5-D52E-4843-AFBD-E7ACB1C33092}"/>
                </a:ext>
              </a:extLst>
            </p:cNvPr>
            <p:cNvSpPr>
              <a:spLocks noChangeArrowheads="1"/>
            </p:cNvSpPr>
            <p:nvPr/>
          </p:nvSpPr>
          <p:spPr bwMode="auto">
            <a:xfrm>
              <a:off x="5729288" y="4445000"/>
              <a:ext cx="203200" cy="136525"/>
            </a:xfrm>
            <a:custGeom>
              <a:avLst/>
              <a:gdLst>
                <a:gd name="T0" fmla="*/ 59 w 566"/>
                <a:gd name="T1" fmla="*/ 195 h 379"/>
                <a:gd name="T2" fmla="*/ 59 w 566"/>
                <a:gd name="T3" fmla="*/ 195 h 379"/>
                <a:gd name="T4" fmla="*/ 131 w 566"/>
                <a:gd name="T5" fmla="*/ 168 h 379"/>
                <a:gd name="T6" fmla="*/ 163 w 566"/>
                <a:gd name="T7" fmla="*/ 177 h 379"/>
                <a:gd name="T8" fmla="*/ 191 w 566"/>
                <a:gd name="T9" fmla="*/ 201 h 379"/>
                <a:gd name="T10" fmla="*/ 212 w 566"/>
                <a:gd name="T11" fmla="*/ 202 h 379"/>
                <a:gd name="T12" fmla="*/ 213 w 566"/>
                <a:gd name="T13" fmla="*/ 181 h 379"/>
                <a:gd name="T14" fmla="*/ 177 w 566"/>
                <a:gd name="T15" fmla="*/ 150 h 379"/>
                <a:gd name="T16" fmla="*/ 131 w 566"/>
                <a:gd name="T17" fmla="*/ 139 h 379"/>
                <a:gd name="T18" fmla="*/ 39 w 566"/>
                <a:gd name="T19" fmla="*/ 173 h 379"/>
                <a:gd name="T20" fmla="*/ 0 w 566"/>
                <a:gd name="T21" fmla="*/ 259 h 379"/>
                <a:gd name="T22" fmla="*/ 39 w 566"/>
                <a:gd name="T23" fmla="*/ 344 h 379"/>
                <a:gd name="T24" fmla="*/ 131 w 566"/>
                <a:gd name="T25" fmla="*/ 378 h 379"/>
                <a:gd name="T26" fmla="*/ 417 w 566"/>
                <a:gd name="T27" fmla="*/ 378 h 379"/>
                <a:gd name="T28" fmla="*/ 508 w 566"/>
                <a:gd name="T29" fmla="*/ 347 h 379"/>
                <a:gd name="T30" fmla="*/ 562 w 566"/>
                <a:gd name="T31" fmla="*/ 269 h 379"/>
                <a:gd name="T32" fmla="*/ 565 w 566"/>
                <a:gd name="T33" fmla="*/ 235 h 379"/>
                <a:gd name="T34" fmla="*/ 452 w 566"/>
                <a:gd name="T35" fmla="*/ 96 h 379"/>
                <a:gd name="T36" fmla="*/ 294 w 566"/>
                <a:gd name="T37" fmla="*/ 0 h 379"/>
                <a:gd name="T38" fmla="*/ 128 w 566"/>
                <a:gd name="T39" fmla="*/ 114 h 379"/>
                <a:gd name="T40" fmla="*/ 137 w 566"/>
                <a:gd name="T41" fmla="*/ 134 h 379"/>
                <a:gd name="T42" fmla="*/ 156 w 566"/>
                <a:gd name="T43" fmla="*/ 125 h 379"/>
                <a:gd name="T44" fmla="*/ 156 w 566"/>
                <a:gd name="T45" fmla="*/ 125 h 379"/>
                <a:gd name="T46" fmla="*/ 294 w 566"/>
                <a:gd name="T47" fmla="*/ 29 h 379"/>
                <a:gd name="T48" fmla="*/ 428 w 566"/>
                <a:gd name="T49" fmla="*/ 115 h 379"/>
                <a:gd name="T50" fmla="*/ 439 w 566"/>
                <a:gd name="T51" fmla="*/ 124 h 379"/>
                <a:gd name="T52" fmla="*/ 536 w 566"/>
                <a:gd name="T53" fmla="*/ 235 h 379"/>
                <a:gd name="T54" fmla="*/ 533 w 566"/>
                <a:gd name="T55" fmla="*/ 262 h 379"/>
                <a:gd name="T56" fmla="*/ 490 w 566"/>
                <a:gd name="T57" fmla="*/ 323 h 379"/>
                <a:gd name="T58" fmla="*/ 417 w 566"/>
                <a:gd name="T59" fmla="*/ 348 h 379"/>
                <a:gd name="T60" fmla="*/ 131 w 566"/>
                <a:gd name="T61" fmla="*/ 348 h 379"/>
                <a:gd name="T62" fmla="*/ 59 w 566"/>
                <a:gd name="T63" fmla="*/ 322 h 379"/>
                <a:gd name="T64" fmla="*/ 29 w 566"/>
                <a:gd name="T65" fmla="*/ 259 h 379"/>
                <a:gd name="T66" fmla="*/ 59 w 566"/>
                <a:gd name="T67" fmla="*/ 195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6" h="379">
                  <a:moveTo>
                    <a:pt x="59" y="195"/>
                  </a:moveTo>
                  <a:lnTo>
                    <a:pt x="59" y="195"/>
                  </a:lnTo>
                  <a:cubicBezTo>
                    <a:pt x="77" y="180"/>
                    <a:pt x="103" y="168"/>
                    <a:pt x="131" y="168"/>
                  </a:cubicBezTo>
                  <a:cubicBezTo>
                    <a:pt x="142" y="168"/>
                    <a:pt x="152" y="171"/>
                    <a:pt x="163" y="177"/>
                  </a:cubicBezTo>
                  <a:cubicBezTo>
                    <a:pt x="173" y="182"/>
                    <a:pt x="183" y="191"/>
                    <a:pt x="191" y="201"/>
                  </a:cubicBezTo>
                  <a:cubicBezTo>
                    <a:pt x="197" y="206"/>
                    <a:pt x="205" y="207"/>
                    <a:pt x="212" y="202"/>
                  </a:cubicBezTo>
                  <a:cubicBezTo>
                    <a:pt x="218" y="198"/>
                    <a:pt x="219" y="188"/>
                    <a:pt x="213" y="181"/>
                  </a:cubicBezTo>
                  <a:cubicBezTo>
                    <a:pt x="204" y="170"/>
                    <a:pt x="191" y="159"/>
                    <a:pt x="177" y="150"/>
                  </a:cubicBezTo>
                  <a:cubicBezTo>
                    <a:pt x="163" y="143"/>
                    <a:pt x="148" y="139"/>
                    <a:pt x="131" y="139"/>
                  </a:cubicBezTo>
                  <a:cubicBezTo>
                    <a:pt x="96" y="139"/>
                    <a:pt x="63" y="152"/>
                    <a:pt x="39" y="173"/>
                  </a:cubicBezTo>
                  <a:cubicBezTo>
                    <a:pt x="15" y="195"/>
                    <a:pt x="0" y="224"/>
                    <a:pt x="0" y="259"/>
                  </a:cubicBezTo>
                  <a:cubicBezTo>
                    <a:pt x="0" y="293"/>
                    <a:pt x="15" y="322"/>
                    <a:pt x="39" y="344"/>
                  </a:cubicBezTo>
                  <a:cubicBezTo>
                    <a:pt x="63" y="365"/>
                    <a:pt x="96" y="378"/>
                    <a:pt x="131" y="378"/>
                  </a:cubicBezTo>
                  <a:cubicBezTo>
                    <a:pt x="417" y="378"/>
                    <a:pt x="417" y="378"/>
                    <a:pt x="417" y="378"/>
                  </a:cubicBezTo>
                  <a:cubicBezTo>
                    <a:pt x="449" y="378"/>
                    <a:pt x="481" y="366"/>
                    <a:pt x="508" y="347"/>
                  </a:cubicBezTo>
                  <a:cubicBezTo>
                    <a:pt x="534" y="327"/>
                    <a:pt x="554" y="301"/>
                    <a:pt x="562" y="269"/>
                  </a:cubicBezTo>
                  <a:cubicBezTo>
                    <a:pt x="563" y="258"/>
                    <a:pt x="565" y="247"/>
                    <a:pt x="565" y="235"/>
                  </a:cubicBezTo>
                  <a:cubicBezTo>
                    <a:pt x="565" y="167"/>
                    <a:pt x="517" y="110"/>
                    <a:pt x="452" y="96"/>
                  </a:cubicBezTo>
                  <a:cubicBezTo>
                    <a:pt x="423" y="39"/>
                    <a:pt x="363" y="0"/>
                    <a:pt x="294" y="0"/>
                  </a:cubicBezTo>
                  <a:cubicBezTo>
                    <a:pt x="219" y="0"/>
                    <a:pt x="153" y="47"/>
                    <a:pt x="128" y="114"/>
                  </a:cubicBezTo>
                  <a:cubicBezTo>
                    <a:pt x="126" y="121"/>
                    <a:pt x="130" y="131"/>
                    <a:pt x="137" y="134"/>
                  </a:cubicBezTo>
                  <a:cubicBezTo>
                    <a:pt x="145" y="136"/>
                    <a:pt x="153" y="132"/>
                    <a:pt x="156" y="125"/>
                  </a:cubicBezTo>
                  <a:lnTo>
                    <a:pt x="156" y="125"/>
                  </a:lnTo>
                  <a:cubicBezTo>
                    <a:pt x="177" y="68"/>
                    <a:pt x="232" y="29"/>
                    <a:pt x="294" y="29"/>
                  </a:cubicBezTo>
                  <a:cubicBezTo>
                    <a:pt x="354" y="29"/>
                    <a:pt x="406" y="64"/>
                    <a:pt x="428" y="115"/>
                  </a:cubicBezTo>
                  <a:cubicBezTo>
                    <a:pt x="431" y="120"/>
                    <a:pt x="435" y="122"/>
                    <a:pt x="439" y="124"/>
                  </a:cubicBezTo>
                  <a:cubicBezTo>
                    <a:pt x="494" y="132"/>
                    <a:pt x="536" y="178"/>
                    <a:pt x="536" y="235"/>
                  </a:cubicBezTo>
                  <a:cubicBezTo>
                    <a:pt x="536" y="244"/>
                    <a:pt x="534" y="253"/>
                    <a:pt x="533" y="262"/>
                  </a:cubicBezTo>
                  <a:cubicBezTo>
                    <a:pt x="527" y="286"/>
                    <a:pt x="512" y="307"/>
                    <a:pt x="490" y="323"/>
                  </a:cubicBezTo>
                  <a:cubicBezTo>
                    <a:pt x="469" y="339"/>
                    <a:pt x="442" y="348"/>
                    <a:pt x="417" y="348"/>
                  </a:cubicBezTo>
                  <a:cubicBezTo>
                    <a:pt x="131" y="348"/>
                    <a:pt x="131" y="348"/>
                    <a:pt x="131" y="348"/>
                  </a:cubicBezTo>
                  <a:cubicBezTo>
                    <a:pt x="103" y="348"/>
                    <a:pt x="77" y="339"/>
                    <a:pt x="59" y="322"/>
                  </a:cubicBezTo>
                  <a:cubicBezTo>
                    <a:pt x="40" y="305"/>
                    <a:pt x="29" y="283"/>
                    <a:pt x="29" y="259"/>
                  </a:cubicBezTo>
                  <a:cubicBezTo>
                    <a:pt x="29" y="234"/>
                    <a:pt x="40" y="212"/>
                    <a:pt x="59" y="19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1">
              <a:extLst>
                <a:ext uri="{FF2B5EF4-FFF2-40B4-BE49-F238E27FC236}">
                  <a16:creationId xmlns:a16="http://schemas.microsoft.com/office/drawing/2014/main" id="{09ADF17E-54F9-DC16-E1AB-27CE13BBE44D}"/>
                </a:ext>
              </a:extLst>
            </p:cNvPr>
            <p:cNvSpPr>
              <a:spLocks noChangeArrowheads="1"/>
            </p:cNvSpPr>
            <p:nvPr/>
          </p:nvSpPr>
          <p:spPr bwMode="auto">
            <a:xfrm>
              <a:off x="5721350" y="4392613"/>
              <a:ext cx="147638" cy="107950"/>
            </a:xfrm>
            <a:custGeom>
              <a:avLst/>
              <a:gdLst>
                <a:gd name="T0" fmla="*/ 14 w 412"/>
                <a:gd name="T1" fmla="*/ 290 h 302"/>
                <a:gd name="T2" fmla="*/ 14 w 412"/>
                <a:gd name="T3" fmla="*/ 290 h 302"/>
                <a:gd name="T4" fmla="*/ 33 w 412"/>
                <a:gd name="T5" fmla="*/ 299 h 302"/>
                <a:gd name="T6" fmla="*/ 42 w 412"/>
                <a:gd name="T7" fmla="*/ 279 h 302"/>
                <a:gd name="T8" fmla="*/ 42 w 412"/>
                <a:gd name="T9" fmla="*/ 279 h 302"/>
                <a:gd name="T10" fmla="*/ 30 w 412"/>
                <a:gd name="T11" fmla="*/ 213 h 302"/>
                <a:gd name="T12" fmla="*/ 85 w 412"/>
                <a:gd name="T13" fmla="*/ 84 h 302"/>
                <a:gd name="T14" fmla="*/ 214 w 412"/>
                <a:gd name="T15" fmla="*/ 29 h 302"/>
                <a:gd name="T16" fmla="*/ 380 w 412"/>
                <a:gd name="T17" fmla="*/ 133 h 302"/>
                <a:gd name="T18" fmla="*/ 400 w 412"/>
                <a:gd name="T19" fmla="*/ 140 h 302"/>
                <a:gd name="T20" fmla="*/ 407 w 412"/>
                <a:gd name="T21" fmla="*/ 119 h 302"/>
                <a:gd name="T22" fmla="*/ 214 w 412"/>
                <a:gd name="T23" fmla="*/ 0 h 302"/>
                <a:gd name="T24" fmla="*/ 0 w 412"/>
                <a:gd name="T25" fmla="*/ 213 h 302"/>
                <a:gd name="T26" fmla="*/ 14 w 412"/>
                <a:gd name="T27" fmla="*/ 290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12" h="302">
                  <a:moveTo>
                    <a:pt x="14" y="290"/>
                  </a:moveTo>
                  <a:lnTo>
                    <a:pt x="14" y="290"/>
                  </a:lnTo>
                  <a:cubicBezTo>
                    <a:pt x="16" y="297"/>
                    <a:pt x="26" y="301"/>
                    <a:pt x="33" y="299"/>
                  </a:cubicBezTo>
                  <a:cubicBezTo>
                    <a:pt x="42" y="296"/>
                    <a:pt x="44" y="287"/>
                    <a:pt x="42" y="279"/>
                  </a:cubicBezTo>
                  <a:lnTo>
                    <a:pt x="42" y="279"/>
                  </a:lnTo>
                  <a:cubicBezTo>
                    <a:pt x="35" y="259"/>
                    <a:pt x="30" y="237"/>
                    <a:pt x="30" y="213"/>
                  </a:cubicBezTo>
                  <a:cubicBezTo>
                    <a:pt x="30" y="163"/>
                    <a:pt x="51" y="117"/>
                    <a:pt x="85" y="84"/>
                  </a:cubicBezTo>
                  <a:cubicBezTo>
                    <a:pt x="118" y="50"/>
                    <a:pt x="164" y="29"/>
                    <a:pt x="214" y="29"/>
                  </a:cubicBezTo>
                  <a:cubicBezTo>
                    <a:pt x="287" y="29"/>
                    <a:pt x="351" y="71"/>
                    <a:pt x="380" y="133"/>
                  </a:cubicBezTo>
                  <a:cubicBezTo>
                    <a:pt x="385" y="140"/>
                    <a:pt x="393" y="142"/>
                    <a:pt x="400" y="140"/>
                  </a:cubicBezTo>
                  <a:cubicBezTo>
                    <a:pt x="408" y="135"/>
                    <a:pt x="411" y="127"/>
                    <a:pt x="407" y="119"/>
                  </a:cubicBezTo>
                  <a:cubicBezTo>
                    <a:pt x="372" y="49"/>
                    <a:pt x="300" y="0"/>
                    <a:pt x="214" y="0"/>
                  </a:cubicBezTo>
                  <a:cubicBezTo>
                    <a:pt x="96" y="0"/>
                    <a:pt x="0" y="96"/>
                    <a:pt x="0" y="213"/>
                  </a:cubicBezTo>
                  <a:cubicBezTo>
                    <a:pt x="0" y="241"/>
                    <a:pt x="5" y="266"/>
                    <a:pt x="14"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7" name="Freeform 432">
              <a:extLst>
                <a:ext uri="{FF2B5EF4-FFF2-40B4-BE49-F238E27FC236}">
                  <a16:creationId xmlns:a16="http://schemas.microsoft.com/office/drawing/2014/main" id="{48B1F77C-2A38-8DA6-743B-DEEE750D2F06}"/>
                </a:ext>
              </a:extLst>
            </p:cNvPr>
            <p:cNvSpPr>
              <a:spLocks noChangeArrowheads="1"/>
            </p:cNvSpPr>
            <p:nvPr/>
          </p:nvSpPr>
          <p:spPr bwMode="auto">
            <a:xfrm>
              <a:off x="5792788" y="4343400"/>
              <a:ext cx="11112" cy="31750"/>
            </a:xfrm>
            <a:custGeom>
              <a:avLst/>
              <a:gdLst>
                <a:gd name="T0" fmla="*/ 0 w 31"/>
                <a:gd name="T1" fmla="*/ 15 h 90"/>
                <a:gd name="T2" fmla="*/ 0 w 31"/>
                <a:gd name="T3" fmla="*/ 15 h 90"/>
                <a:gd name="T4" fmla="*/ 0 w 31"/>
                <a:gd name="T5" fmla="*/ 74 h 90"/>
                <a:gd name="T6" fmla="*/ 15 w 31"/>
                <a:gd name="T7" fmla="*/ 89 h 90"/>
                <a:gd name="T8" fmla="*/ 30 w 31"/>
                <a:gd name="T9" fmla="*/ 74 h 90"/>
                <a:gd name="T10" fmla="*/ 30 w 31"/>
                <a:gd name="T11" fmla="*/ 15 h 90"/>
                <a:gd name="T12" fmla="*/ 15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5" y="89"/>
                  </a:cubicBezTo>
                  <a:cubicBezTo>
                    <a:pt x="23" y="89"/>
                    <a:pt x="30" y="82"/>
                    <a:pt x="30" y="74"/>
                  </a:cubicBezTo>
                  <a:cubicBezTo>
                    <a:pt x="30" y="15"/>
                    <a:pt x="30" y="15"/>
                    <a:pt x="30" y="15"/>
                  </a:cubicBezTo>
                  <a:cubicBezTo>
                    <a:pt x="30" y="7"/>
                    <a:pt x="23"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8" name="Freeform 433">
              <a:extLst>
                <a:ext uri="{FF2B5EF4-FFF2-40B4-BE49-F238E27FC236}">
                  <a16:creationId xmlns:a16="http://schemas.microsoft.com/office/drawing/2014/main" id="{943E80ED-285D-C8D8-70EB-778544B3F0B1}"/>
                </a:ext>
              </a:extLst>
            </p:cNvPr>
            <p:cNvSpPr>
              <a:spLocks noChangeArrowheads="1"/>
            </p:cNvSpPr>
            <p:nvPr/>
          </p:nvSpPr>
          <p:spPr bwMode="auto">
            <a:xfrm>
              <a:off x="5707063" y="4378325"/>
              <a:ext cx="28575" cy="28575"/>
            </a:xfrm>
            <a:custGeom>
              <a:avLst/>
              <a:gdLst>
                <a:gd name="T0" fmla="*/ 27 w 81"/>
                <a:gd name="T1" fmla="*/ 6 h 81"/>
                <a:gd name="T2" fmla="*/ 27 w 81"/>
                <a:gd name="T3" fmla="*/ 6 h 81"/>
                <a:gd name="T4" fmla="*/ 6 w 81"/>
                <a:gd name="T5" fmla="*/ 6 h 81"/>
                <a:gd name="T6" fmla="*/ 6 w 81"/>
                <a:gd name="T7" fmla="*/ 27 h 81"/>
                <a:gd name="T8" fmla="*/ 53 w 81"/>
                <a:gd name="T9" fmla="*/ 74 h 81"/>
                <a:gd name="T10" fmla="*/ 74 w 81"/>
                <a:gd name="T11" fmla="*/ 74 h 81"/>
                <a:gd name="T12" fmla="*/ 74 w 81"/>
                <a:gd name="T13" fmla="*/ 53 h 81"/>
                <a:gd name="T14" fmla="*/ 27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27" y="6"/>
                  </a:moveTo>
                  <a:lnTo>
                    <a:pt x="27" y="6"/>
                  </a:lnTo>
                  <a:cubicBezTo>
                    <a:pt x="21" y="0"/>
                    <a:pt x="12" y="0"/>
                    <a:pt x="6" y="6"/>
                  </a:cubicBezTo>
                  <a:cubicBezTo>
                    <a:pt x="0" y="12"/>
                    <a:pt x="0" y="21"/>
                    <a:pt x="6" y="27"/>
                  </a:cubicBezTo>
                  <a:cubicBezTo>
                    <a:pt x="53" y="74"/>
                    <a:pt x="53" y="74"/>
                    <a:pt x="53" y="74"/>
                  </a:cubicBezTo>
                  <a:cubicBezTo>
                    <a:pt x="59" y="80"/>
                    <a:pt x="69" y="80"/>
                    <a:pt x="74" y="74"/>
                  </a:cubicBezTo>
                  <a:cubicBezTo>
                    <a:pt x="80" y="69"/>
                    <a:pt x="80" y="59"/>
                    <a:pt x="74" y="53"/>
                  </a:cubicBezTo>
                  <a:lnTo>
                    <a:pt x="27"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9" name="Freeform 434">
              <a:extLst>
                <a:ext uri="{FF2B5EF4-FFF2-40B4-BE49-F238E27FC236}">
                  <a16:creationId xmlns:a16="http://schemas.microsoft.com/office/drawing/2014/main" id="{854839A6-55D2-303F-E139-6213380796DD}"/>
                </a:ext>
              </a:extLst>
            </p:cNvPr>
            <p:cNvSpPr>
              <a:spLocks noChangeArrowheads="1"/>
            </p:cNvSpPr>
            <p:nvPr/>
          </p:nvSpPr>
          <p:spPr bwMode="auto">
            <a:xfrm>
              <a:off x="5675313" y="4460875"/>
              <a:ext cx="31750" cy="11113"/>
            </a:xfrm>
            <a:custGeom>
              <a:avLst/>
              <a:gdLst>
                <a:gd name="T0" fmla="*/ 14 w 90"/>
                <a:gd name="T1" fmla="*/ 0 h 30"/>
                <a:gd name="T2" fmla="*/ 14 w 90"/>
                <a:gd name="T3" fmla="*/ 0 h 30"/>
                <a:gd name="T4" fmla="*/ 0 w 90"/>
                <a:gd name="T5" fmla="*/ 14 h 30"/>
                <a:gd name="T6" fmla="*/ 14 w 90"/>
                <a:gd name="T7" fmla="*/ 29 h 30"/>
                <a:gd name="T8" fmla="*/ 74 w 90"/>
                <a:gd name="T9" fmla="*/ 29 h 30"/>
                <a:gd name="T10" fmla="*/ 89 w 90"/>
                <a:gd name="T11" fmla="*/ 14 h 30"/>
                <a:gd name="T12" fmla="*/ 74 w 90"/>
                <a:gd name="T13" fmla="*/ 0 h 30"/>
                <a:gd name="T14" fmla="*/ 1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4" y="0"/>
                  </a:moveTo>
                  <a:lnTo>
                    <a:pt x="14" y="0"/>
                  </a:lnTo>
                  <a:cubicBezTo>
                    <a:pt x="6" y="0"/>
                    <a:pt x="0" y="7"/>
                    <a:pt x="0" y="14"/>
                  </a:cubicBezTo>
                  <a:cubicBezTo>
                    <a:pt x="0" y="22"/>
                    <a:pt x="6" y="29"/>
                    <a:pt x="14" y="29"/>
                  </a:cubicBezTo>
                  <a:cubicBezTo>
                    <a:pt x="74" y="29"/>
                    <a:pt x="74" y="29"/>
                    <a:pt x="74" y="29"/>
                  </a:cubicBezTo>
                  <a:cubicBezTo>
                    <a:pt x="82" y="29"/>
                    <a:pt x="89" y="22"/>
                    <a:pt x="89" y="14"/>
                  </a:cubicBezTo>
                  <a:cubicBezTo>
                    <a:pt x="89" y="7"/>
                    <a:pt x="82" y="0"/>
                    <a:pt x="74"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5">
              <a:extLst>
                <a:ext uri="{FF2B5EF4-FFF2-40B4-BE49-F238E27FC236}">
                  <a16:creationId xmlns:a16="http://schemas.microsoft.com/office/drawing/2014/main" id="{C020CD10-1226-99A0-1D46-D6C613C0CC11}"/>
                </a:ext>
              </a:extLst>
            </p:cNvPr>
            <p:cNvSpPr>
              <a:spLocks noChangeArrowheads="1"/>
            </p:cNvSpPr>
            <p:nvPr/>
          </p:nvSpPr>
          <p:spPr bwMode="auto">
            <a:xfrm>
              <a:off x="5859463" y="4378325"/>
              <a:ext cx="28575" cy="28575"/>
            </a:xfrm>
            <a:custGeom>
              <a:avLst/>
              <a:gdLst>
                <a:gd name="T0" fmla="*/ 53 w 81"/>
                <a:gd name="T1" fmla="*/ 6 h 81"/>
                <a:gd name="T2" fmla="*/ 53 w 81"/>
                <a:gd name="T3" fmla="*/ 6 h 81"/>
                <a:gd name="T4" fmla="*/ 6 w 81"/>
                <a:gd name="T5" fmla="*/ 53 h 81"/>
                <a:gd name="T6" fmla="*/ 6 w 81"/>
                <a:gd name="T7" fmla="*/ 74 h 81"/>
                <a:gd name="T8" fmla="*/ 27 w 81"/>
                <a:gd name="T9" fmla="*/ 74 h 81"/>
                <a:gd name="T10" fmla="*/ 74 w 81"/>
                <a:gd name="T11" fmla="*/ 27 h 81"/>
                <a:gd name="T12" fmla="*/ 74 w 81"/>
                <a:gd name="T13" fmla="*/ 6 h 81"/>
                <a:gd name="T14" fmla="*/ 53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53" y="6"/>
                  </a:moveTo>
                  <a:lnTo>
                    <a:pt x="53" y="6"/>
                  </a:lnTo>
                  <a:cubicBezTo>
                    <a:pt x="6" y="53"/>
                    <a:pt x="6" y="53"/>
                    <a:pt x="6" y="53"/>
                  </a:cubicBezTo>
                  <a:cubicBezTo>
                    <a:pt x="0" y="59"/>
                    <a:pt x="0" y="69"/>
                    <a:pt x="6" y="74"/>
                  </a:cubicBezTo>
                  <a:cubicBezTo>
                    <a:pt x="12" y="80"/>
                    <a:pt x="21" y="80"/>
                    <a:pt x="27" y="74"/>
                  </a:cubicBezTo>
                  <a:cubicBezTo>
                    <a:pt x="74" y="27"/>
                    <a:pt x="74" y="27"/>
                    <a:pt x="74" y="27"/>
                  </a:cubicBezTo>
                  <a:cubicBezTo>
                    <a:pt x="80" y="21"/>
                    <a:pt x="80" y="12"/>
                    <a:pt x="74" y="6"/>
                  </a:cubicBezTo>
                  <a:cubicBezTo>
                    <a:pt x="67" y="0"/>
                    <a:pt x="59" y="0"/>
                    <a:pt x="5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7650C1E6-1990-7C59-3509-1B93D4F16C9B}"/>
              </a:ext>
            </a:extLst>
          </p:cNvPr>
          <p:cNvGrpSpPr/>
          <p:nvPr/>
        </p:nvGrpSpPr>
        <p:grpSpPr>
          <a:xfrm>
            <a:off x="7228556" y="3951212"/>
            <a:ext cx="246063" cy="247650"/>
            <a:chOff x="6200775" y="4343400"/>
            <a:chExt cx="246063" cy="247650"/>
          </a:xfrm>
          <a:solidFill>
            <a:schemeClr val="tx2"/>
          </a:solidFill>
        </p:grpSpPr>
        <p:sp>
          <p:nvSpPr>
            <p:cNvPr id="532" name="Freeform 436">
              <a:extLst>
                <a:ext uri="{FF2B5EF4-FFF2-40B4-BE49-F238E27FC236}">
                  <a16:creationId xmlns:a16="http://schemas.microsoft.com/office/drawing/2014/main" id="{D537AB84-013A-BE0A-8940-8411D037846A}"/>
                </a:ext>
              </a:extLst>
            </p:cNvPr>
            <p:cNvSpPr>
              <a:spLocks noChangeArrowheads="1"/>
            </p:cNvSpPr>
            <p:nvPr/>
          </p:nvSpPr>
          <p:spPr bwMode="auto">
            <a:xfrm>
              <a:off x="6318250" y="4343400"/>
              <a:ext cx="11113" cy="31750"/>
            </a:xfrm>
            <a:custGeom>
              <a:avLst/>
              <a:gdLst>
                <a:gd name="T0" fmla="*/ 0 w 31"/>
                <a:gd name="T1" fmla="*/ 15 h 90"/>
                <a:gd name="T2" fmla="*/ 0 w 31"/>
                <a:gd name="T3" fmla="*/ 15 h 90"/>
                <a:gd name="T4" fmla="*/ 0 w 31"/>
                <a:gd name="T5" fmla="*/ 74 h 90"/>
                <a:gd name="T6" fmla="*/ 14 w 31"/>
                <a:gd name="T7" fmla="*/ 89 h 90"/>
                <a:gd name="T8" fmla="*/ 30 w 31"/>
                <a:gd name="T9" fmla="*/ 74 h 90"/>
                <a:gd name="T10" fmla="*/ 30 w 31"/>
                <a:gd name="T11" fmla="*/ 15 h 90"/>
                <a:gd name="T12" fmla="*/ 14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4" y="89"/>
                  </a:cubicBezTo>
                  <a:cubicBezTo>
                    <a:pt x="23" y="89"/>
                    <a:pt x="30" y="82"/>
                    <a:pt x="30" y="74"/>
                  </a:cubicBezTo>
                  <a:cubicBezTo>
                    <a:pt x="30" y="15"/>
                    <a:pt x="30" y="15"/>
                    <a:pt x="30" y="15"/>
                  </a:cubicBezTo>
                  <a:cubicBezTo>
                    <a:pt x="30"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7">
              <a:extLst>
                <a:ext uri="{FF2B5EF4-FFF2-40B4-BE49-F238E27FC236}">
                  <a16:creationId xmlns:a16="http://schemas.microsoft.com/office/drawing/2014/main" id="{F9A7F0AC-6844-6B25-2CEE-A22B82B81F71}"/>
                </a:ext>
              </a:extLst>
            </p:cNvPr>
            <p:cNvSpPr>
              <a:spLocks noChangeArrowheads="1"/>
            </p:cNvSpPr>
            <p:nvPr/>
          </p:nvSpPr>
          <p:spPr bwMode="auto">
            <a:xfrm>
              <a:off x="6234113" y="4376738"/>
              <a:ext cx="26987" cy="26987"/>
            </a:xfrm>
            <a:custGeom>
              <a:avLst/>
              <a:gdLst>
                <a:gd name="T0" fmla="*/ 27 w 75"/>
                <a:gd name="T1" fmla="*/ 5 h 75"/>
                <a:gd name="T2" fmla="*/ 27 w 75"/>
                <a:gd name="T3" fmla="*/ 5 h 75"/>
                <a:gd name="T4" fmla="*/ 6 w 75"/>
                <a:gd name="T5" fmla="*/ 5 h 75"/>
                <a:gd name="T6" fmla="*/ 6 w 75"/>
                <a:gd name="T7" fmla="*/ 26 h 75"/>
                <a:gd name="T8" fmla="*/ 48 w 75"/>
                <a:gd name="T9" fmla="*/ 68 h 75"/>
                <a:gd name="T10" fmla="*/ 69 w 75"/>
                <a:gd name="T11" fmla="*/ 68 h 75"/>
                <a:gd name="T12" fmla="*/ 69 w 75"/>
                <a:gd name="T13" fmla="*/ 47 h 75"/>
                <a:gd name="T14" fmla="*/ 27 w 75"/>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27" y="5"/>
                  </a:moveTo>
                  <a:lnTo>
                    <a:pt x="27" y="5"/>
                  </a:lnTo>
                  <a:cubicBezTo>
                    <a:pt x="21" y="0"/>
                    <a:pt x="12" y="0"/>
                    <a:pt x="6" y="5"/>
                  </a:cubicBezTo>
                  <a:cubicBezTo>
                    <a:pt x="0" y="11"/>
                    <a:pt x="0" y="21"/>
                    <a:pt x="6" y="26"/>
                  </a:cubicBezTo>
                  <a:cubicBezTo>
                    <a:pt x="48" y="68"/>
                    <a:pt x="48" y="68"/>
                    <a:pt x="48" y="68"/>
                  </a:cubicBezTo>
                  <a:cubicBezTo>
                    <a:pt x="53" y="74"/>
                    <a:pt x="63" y="74"/>
                    <a:pt x="69" y="68"/>
                  </a:cubicBezTo>
                  <a:cubicBezTo>
                    <a:pt x="74" y="63"/>
                    <a:pt x="74" y="53"/>
                    <a:pt x="69" y="47"/>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38">
              <a:extLst>
                <a:ext uri="{FF2B5EF4-FFF2-40B4-BE49-F238E27FC236}">
                  <a16:creationId xmlns:a16="http://schemas.microsoft.com/office/drawing/2014/main" id="{A659E8B6-4955-8778-E9C1-95B59877F867}"/>
                </a:ext>
              </a:extLst>
            </p:cNvPr>
            <p:cNvSpPr>
              <a:spLocks noChangeArrowheads="1"/>
            </p:cNvSpPr>
            <p:nvPr/>
          </p:nvSpPr>
          <p:spPr bwMode="auto">
            <a:xfrm>
              <a:off x="6200775" y="4460875"/>
              <a:ext cx="31750" cy="11113"/>
            </a:xfrm>
            <a:custGeom>
              <a:avLst/>
              <a:gdLst>
                <a:gd name="T0" fmla="*/ 15 w 90"/>
                <a:gd name="T1" fmla="*/ 29 h 30"/>
                <a:gd name="T2" fmla="*/ 15 w 90"/>
                <a:gd name="T3" fmla="*/ 29 h 30"/>
                <a:gd name="T4" fmla="*/ 73 w 90"/>
                <a:gd name="T5" fmla="*/ 29 h 30"/>
                <a:gd name="T6" fmla="*/ 89 w 90"/>
                <a:gd name="T7" fmla="*/ 14 h 30"/>
                <a:gd name="T8" fmla="*/ 73 w 90"/>
                <a:gd name="T9" fmla="*/ 0 h 30"/>
                <a:gd name="T10" fmla="*/ 15 w 90"/>
                <a:gd name="T11" fmla="*/ 0 h 30"/>
                <a:gd name="T12" fmla="*/ 0 w 90"/>
                <a:gd name="T13" fmla="*/ 14 h 30"/>
                <a:gd name="T14" fmla="*/ 15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29"/>
                  </a:moveTo>
                  <a:lnTo>
                    <a:pt x="15" y="29"/>
                  </a:lnTo>
                  <a:cubicBezTo>
                    <a:pt x="73" y="29"/>
                    <a:pt x="73" y="29"/>
                    <a:pt x="73" y="29"/>
                  </a:cubicBezTo>
                  <a:cubicBezTo>
                    <a:pt x="82" y="29"/>
                    <a:pt x="89" y="22"/>
                    <a:pt x="89" y="14"/>
                  </a:cubicBezTo>
                  <a:cubicBezTo>
                    <a:pt x="89" y="7"/>
                    <a:pt x="82" y="0"/>
                    <a:pt x="73"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39">
              <a:extLst>
                <a:ext uri="{FF2B5EF4-FFF2-40B4-BE49-F238E27FC236}">
                  <a16:creationId xmlns:a16="http://schemas.microsoft.com/office/drawing/2014/main" id="{07F30353-1F9A-40B8-E27C-C3AB3EFCD414}"/>
                </a:ext>
              </a:extLst>
            </p:cNvPr>
            <p:cNvSpPr>
              <a:spLocks noChangeArrowheads="1"/>
            </p:cNvSpPr>
            <p:nvPr/>
          </p:nvSpPr>
          <p:spPr bwMode="auto">
            <a:xfrm>
              <a:off x="6234113" y="4529138"/>
              <a:ext cx="26987" cy="26987"/>
            </a:xfrm>
            <a:custGeom>
              <a:avLst/>
              <a:gdLst>
                <a:gd name="T0" fmla="*/ 48 w 75"/>
                <a:gd name="T1" fmla="*/ 6 h 75"/>
                <a:gd name="T2" fmla="*/ 48 w 75"/>
                <a:gd name="T3" fmla="*/ 6 h 75"/>
                <a:gd name="T4" fmla="*/ 6 w 75"/>
                <a:gd name="T5" fmla="*/ 47 h 75"/>
                <a:gd name="T6" fmla="*/ 6 w 75"/>
                <a:gd name="T7" fmla="*/ 68 h 75"/>
                <a:gd name="T8" fmla="*/ 27 w 75"/>
                <a:gd name="T9" fmla="*/ 68 h 75"/>
                <a:gd name="T10" fmla="*/ 69 w 75"/>
                <a:gd name="T11" fmla="*/ 27 h 75"/>
                <a:gd name="T12" fmla="*/ 69 w 75"/>
                <a:gd name="T13" fmla="*/ 6 h 75"/>
                <a:gd name="T14" fmla="*/ 48 w 75"/>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48" y="6"/>
                  </a:moveTo>
                  <a:lnTo>
                    <a:pt x="48" y="6"/>
                  </a:lnTo>
                  <a:cubicBezTo>
                    <a:pt x="6" y="47"/>
                    <a:pt x="6" y="47"/>
                    <a:pt x="6" y="47"/>
                  </a:cubicBezTo>
                  <a:cubicBezTo>
                    <a:pt x="0" y="53"/>
                    <a:pt x="0" y="63"/>
                    <a:pt x="6" y="68"/>
                  </a:cubicBezTo>
                  <a:cubicBezTo>
                    <a:pt x="12" y="74"/>
                    <a:pt x="21" y="74"/>
                    <a:pt x="27" y="68"/>
                  </a:cubicBezTo>
                  <a:cubicBezTo>
                    <a:pt x="69" y="27"/>
                    <a:pt x="69" y="27"/>
                    <a:pt x="69" y="27"/>
                  </a:cubicBezTo>
                  <a:cubicBezTo>
                    <a:pt x="74" y="21"/>
                    <a:pt x="74" y="11"/>
                    <a:pt x="69" y="6"/>
                  </a:cubicBezTo>
                  <a:cubicBezTo>
                    <a:pt x="63" y="0"/>
                    <a:pt x="53" y="0"/>
                    <a:pt x="4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6" name="Freeform 440">
              <a:extLst>
                <a:ext uri="{FF2B5EF4-FFF2-40B4-BE49-F238E27FC236}">
                  <a16:creationId xmlns:a16="http://schemas.microsoft.com/office/drawing/2014/main" id="{020C26D3-255B-4D75-60EE-95CD9BE6A03E}"/>
                </a:ext>
              </a:extLst>
            </p:cNvPr>
            <p:cNvSpPr>
              <a:spLocks noChangeArrowheads="1"/>
            </p:cNvSpPr>
            <p:nvPr/>
          </p:nvSpPr>
          <p:spPr bwMode="auto">
            <a:xfrm>
              <a:off x="6318250" y="4557713"/>
              <a:ext cx="11113" cy="33337"/>
            </a:xfrm>
            <a:custGeom>
              <a:avLst/>
              <a:gdLst>
                <a:gd name="T0" fmla="*/ 0 w 31"/>
                <a:gd name="T1" fmla="*/ 14 h 91"/>
                <a:gd name="T2" fmla="*/ 0 w 31"/>
                <a:gd name="T3" fmla="*/ 14 h 91"/>
                <a:gd name="T4" fmla="*/ 0 w 31"/>
                <a:gd name="T5" fmla="*/ 74 h 91"/>
                <a:gd name="T6" fmla="*/ 14 w 31"/>
                <a:gd name="T7" fmla="*/ 90 h 91"/>
                <a:gd name="T8" fmla="*/ 30 w 31"/>
                <a:gd name="T9" fmla="*/ 74 h 91"/>
                <a:gd name="T10" fmla="*/ 30 w 31"/>
                <a:gd name="T11" fmla="*/ 14 h 91"/>
                <a:gd name="T12" fmla="*/ 14 w 31"/>
                <a:gd name="T13" fmla="*/ 0 h 91"/>
                <a:gd name="T14" fmla="*/ 0 w 31"/>
                <a:gd name="T15" fmla="*/ 14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0" y="14"/>
                  </a:moveTo>
                  <a:lnTo>
                    <a:pt x="0" y="14"/>
                  </a:lnTo>
                  <a:cubicBezTo>
                    <a:pt x="0" y="74"/>
                    <a:pt x="0" y="74"/>
                    <a:pt x="0" y="74"/>
                  </a:cubicBezTo>
                  <a:cubicBezTo>
                    <a:pt x="0" y="83"/>
                    <a:pt x="6" y="90"/>
                    <a:pt x="14" y="90"/>
                  </a:cubicBezTo>
                  <a:cubicBezTo>
                    <a:pt x="23" y="90"/>
                    <a:pt x="30" y="83"/>
                    <a:pt x="30" y="74"/>
                  </a:cubicBezTo>
                  <a:cubicBezTo>
                    <a:pt x="30" y="14"/>
                    <a:pt x="30" y="14"/>
                    <a:pt x="30" y="14"/>
                  </a:cubicBezTo>
                  <a:cubicBezTo>
                    <a:pt x="30" y="7"/>
                    <a:pt x="23" y="0"/>
                    <a:pt x="14" y="0"/>
                  </a:cubicBezTo>
                  <a:cubicBezTo>
                    <a:pt x="6"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7" name="Freeform 441">
              <a:extLst>
                <a:ext uri="{FF2B5EF4-FFF2-40B4-BE49-F238E27FC236}">
                  <a16:creationId xmlns:a16="http://schemas.microsoft.com/office/drawing/2014/main" id="{7CC69236-96F4-A3D1-243B-95E64BACA6C3}"/>
                </a:ext>
              </a:extLst>
            </p:cNvPr>
            <p:cNvSpPr>
              <a:spLocks noChangeArrowheads="1"/>
            </p:cNvSpPr>
            <p:nvPr/>
          </p:nvSpPr>
          <p:spPr bwMode="auto">
            <a:xfrm>
              <a:off x="6384925" y="4529138"/>
              <a:ext cx="26988" cy="26987"/>
            </a:xfrm>
            <a:custGeom>
              <a:avLst/>
              <a:gdLst>
                <a:gd name="T0" fmla="*/ 28 w 77"/>
                <a:gd name="T1" fmla="*/ 6 h 75"/>
                <a:gd name="T2" fmla="*/ 28 w 77"/>
                <a:gd name="T3" fmla="*/ 6 h 75"/>
                <a:gd name="T4" fmla="*/ 7 w 77"/>
                <a:gd name="T5" fmla="*/ 6 h 75"/>
                <a:gd name="T6" fmla="*/ 7 w 77"/>
                <a:gd name="T7" fmla="*/ 27 h 75"/>
                <a:gd name="T8" fmla="*/ 49 w 77"/>
                <a:gd name="T9" fmla="*/ 68 h 75"/>
                <a:gd name="T10" fmla="*/ 70 w 77"/>
                <a:gd name="T11" fmla="*/ 68 h 75"/>
                <a:gd name="T12" fmla="*/ 70 w 77"/>
                <a:gd name="T13" fmla="*/ 47 h 75"/>
                <a:gd name="T14" fmla="*/ 28 w 77"/>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28" y="6"/>
                  </a:moveTo>
                  <a:lnTo>
                    <a:pt x="28" y="6"/>
                  </a:lnTo>
                  <a:cubicBezTo>
                    <a:pt x="21" y="0"/>
                    <a:pt x="13" y="0"/>
                    <a:pt x="7" y="6"/>
                  </a:cubicBezTo>
                  <a:cubicBezTo>
                    <a:pt x="0" y="11"/>
                    <a:pt x="0" y="21"/>
                    <a:pt x="7" y="27"/>
                  </a:cubicBezTo>
                  <a:cubicBezTo>
                    <a:pt x="49" y="68"/>
                    <a:pt x="49" y="68"/>
                    <a:pt x="49" y="68"/>
                  </a:cubicBezTo>
                  <a:cubicBezTo>
                    <a:pt x="55" y="74"/>
                    <a:pt x="64" y="74"/>
                    <a:pt x="70" y="68"/>
                  </a:cubicBezTo>
                  <a:cubicBezTo>
                    <a:pt x="76" y="63"/>
                    <a:pt x="76" y="53"/>
                    <a:pt x="70" y="47"/>
                  </a:cubicBezTo>
                  <a:lnTo>
                    <a:pt x="28"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2">
              <a:extLst>
                <a:ext uri="{FF2B5EF4-FFF2-40B4-BE49-F238E27FC236}">
                  <a16:creationId xmlns:a16="http://schemas.microsoft.com/office/drawing/2014/main" id="{39A6DBF5-6EAA-E9F3-CD48-7D4409F9E1D9}"/>
                </a:ext>
              </a:extLst>
            </p:cNvPr>
            <p:cNvSpPr>
              <a:spLocks noChangeArrowheads="1"/>
            </p:cNvSpPr>
            <p:nvPr/>
          </p:nvSpPr>
          <p:spPr bwMode="auto">
            <a:xfrm>
              <a:off x="6415088"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3">
              <a:extLst>
                <a:ext uri="{FF2B5EF4-FFF2-40B4-BE49-F238E27FC236}">
                  <a16:creationId xmlns:a16="http://schemas.microsoft.com/office/drawing/2014/main" id="{887815A6-89CB-AAB8-9FEB-4E7D308CA993}"/>
                </a:ext>
              </a:extLst>
            </p:cNvPr>
            <p:cNvSpPr>
              <a:spLocks noChangeArrowheads="1"/>
            </p:cNvSpPr>
            <p:nvPr/>
          </p:nvSpPr>
          <p:spPr bwMode="auto">
            <a:xfrm>
              <a:off x="6384925" y="4376738"/>
              <a:ext cx="26988" cy="26987"/>
            </a:xfrm>
            <a:custGeom>
              <a:avLst/>
              <a:gdLst>
                <a:gd name="T0" fmla="*/ 70 w 77"/>
                <a:gd name="T1" fmla="*/ 5 h 75"/>
                <a:gd name="T2" fmla="*/ 70 w 77"/>
                <a:gd name="T3" fmla="*/ 5 h 75"/>
                <a:gd name="T4" fmla="*/ 49 w 77"/>
                <a:gd name="T5" fmla="*/ 5 h 75"/>
                <a:gd name="T6" fmla="*/ 7 w 77"/>
                <a:gd name="T7" fmla="*/ 47 h 75"/>
                <a:gd name="T8" fmla="*/ 7 w 77"/>
                <a:gd name="T9" fmla="*/ 68 h 75"/>
                <a:gd name="T10" fmla="*/ 28 w 77"/>
                <a:gd name="T11" fmla="*/ 68 h 75"/>
                <a:gd name="T12" fmla="*/ 70 w 77"/>
                <a:gd name="T13" fmla="*/ 26 h 75"/>
                <a:gd name="T14" fmla="*/ 70 w 77"/>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5"/>
                  </a:moveTo>
                  <a:lnTo>
                    <a:pt x="70" y="5"/>
                  </a:lnTo>
                  <a:cubicBezTo>
                    <a:pt x="64" y="0"/>
                    <a:pt x="55" y="0"/>
                    <a:pt x="49" y="5"/>
                  </a:cubicBezTo>
                  <a:cubicBezTo>
                    <a:pt x="7" y="47"/>
                    <a:pt x="7" y="47"/>
                    <a:pt x="7" y="47"/>
                  </a:cubicBezTo>
                  <a:cubicBezTo>
                    <a:pt x="0" y="53"/>
                    <a:pt x="0" y="63"/>
                    <a:pt x="7" y="68"/>
                  </a:cubicBezTo>
                  <a:cubicBezTo>
                    <a:pt x="13" y="74"/>
                    <a:pt x="21" y="74"/>
                    <a:pt x="28" y="68"/>
                  </a:cubicBezTo>
                  <a:cubicBezTo>
                    <a:pt x="70" y="26"/>
                    <a:pt x="70" y="26"/>
                    <a:pt x="70" y="26"/>
                  </a:cubicBezTo>
                  <a:cubicBezTo>
                    <a:pt x="76" y="21"/>
                    <a:pt x="76" y="11"/>
                    <a:pt x="7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4">
              <a:extLst>
                <a:ext uri="{FF2B5EF4-FFF2-40B4-BE49-F238E27FC236}">
                  <a16:creationId xmlns:a16="http://schemas.microsoft.com/office/drawing/2014/main" id="{FC04E212-743C-FE18-D842-519AD9976C74}"/>
                </a:ext>
              </a:extLst>
            </p:cNvPr>
            <p:cNvSpPr>
              <a:spLocks noChangeArrowheads="1"/>
            </p:cNvSpPr>
            <p:nvPr/>
          </p:nvSpPr>
          <p:spPr bwMode="auto">
            <a:xfrm>
              <a:off x="6242050" y="4386263"/>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223 w 447"/>
                <a:gd name="T13" fmla="*/ 30 h 447"/>
                <a:gd name="T14" fmla="*/ 223 w 447"/>
                <a:gd name="T15" fmla="*/ 30 h 447"/>
                <a:gd name="T16" fmla="*/ 360 w 447"/>
                <a:gd name="T17" fmla="*/ 86 h 447"/>
                <a:gd name="T18" fmla="*/ 417 w 447"/>
                <a:gd name="T19" fmla="*/ 223 h 447"/>
                <a:gd name="T20" fmla="*/ 360 w 447"/>
                <a:gd name="T21" fmla="*/ 361 h 447"/>
                <a:gd name="T22" fmla="*/ 223 w 447"/>
                <a:gd name="T23" fmla="*/ 416 h 447"/>
                <a:gd name="T24" fmla="*/ 87 w 447"/>
                <a:gd name="T25" fmla="*/ 361 h 447"/>
                <a:gd name="T26" fmla="*/ 31 w 447"/>
                <a:gd name="T27" fmla="*/ 223 h 447"/>
                <a:gd name="T28" fmla="*/ 87 w 447"/>
                <a:gd name="T29" fmla="*/ 86 h 447"/>
                <a:gd name="T30" fmla="*/ 223 w 447"/>
                <a:gd name="T31"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7" h="447">
                  <a:moveTo>
                    <a:pt x="0" y="223"/>
                  </a:moveTo>
                  <a:lnTo>
                    <a:pt x="0" y="223"/>
                  </a:lnTo>
                  <a:cubicBezTo>
                    <a:pt x="0" y="347"/>
                    <a:pt x="101" y="446"/>
                    <a:pt x="223" y="446"/>
                  </a:cubicBezTo>
                  <a:cubicBezTo>
                    <a:pt x="347" y="446"/>
                    <a:pt x="446" y="347"/>
                    <a:pt x="446" y="223"/>
                  </a:cubicBezTo>
                  <a:cubicBezTo>
                    <a:pt x="446" y="100"/>
                    <a:pt x="347" y="0"/>
                    <a:pt x="223" y="0"/>
                  </a:cubicBezTo>
                  <a:cubicBezTo>
                    <a:pt x="101" y="0"/>
                    <a:pt x="0" y="100"/>
                    <a:pt x="0" y="223"/>
                  </a:cubicBezTo>
                  <a:close/>
                  <a:moveTo>
                    <a:pt x="223" y="30"/>
                  </a:moveTo>
                  <a:lnTo>
                    <a:pt x="223" y="30"/>
                  </a:lnTo>
                  <a:cubicBezTo>
                    <a:pt x="278" y="30"/>
                    <a:pt x="325" y="51"/>
                    <a:pt x="360" y="86"/>
                  </a:cubicBezTo>
                  <a:cubicBezTo>
                    <a:pt x="395" y="122"/>
                    <a:pt x="417" y="170"/>
                    <a:pt x="417" y="223"/>
                  </a:cubicBezTo>
                  <a:cubicBezTo>
                    <a:pt x="417" y="277"/>
                    <a:pt x="395" y="324"/>
                    <a:pt x="360" y="361"/>
                  </a:cubicBezTo>
                  <a:cubicBezTo>
                    <a:pt x="325" y="396"/>
                    <a:pt x="278" y="416"/>
                    <a:pt x="223" y="416"/>
                  </a:cubicBezTo>
                  <a:cubicBezTo>
                    <a:pt x="170" y="416"/>
                    <a:pt x="121" y="396"/>
                    <a:pt x="87" y="361"/>
                  </a:cubicBezTo>
                  <a:cubicBezTo>
                    <a:pt x="52" y="324"/>
                    <a:pt x="31" y="277"/>
                    <a:pt x="31" y="223"/>
                  </a:cubicBezTo>
                  <a:cubicBezTo>
                    <a:pt x="31" y="170"/>
                    <a:pt x="52" y="122"/>
                    <a:pt x="87" y="86"/>
                  </a:cubicBezTo>
                  <a:cubicBezTo>
                    <a:pt x="121" y="51"/>
                    <a:pt x="170" y="30"/>
                    <a:pt x="22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1" name="Group 544">
            <a:extLst>
              <a:ext uri="{FF2B5EF4-FFF2-40B4-BE49-F238E27FC236}">
                <a16:creationId xmlns:a16="http://schemas.microsoft.com/office/drawing/2014/main" id="{2ACA51E4-EDD0-85F1-3F43-C939C7E3B6F5}"/>
              </a:ext>
            </a:extLst>
          </p:cNvPr>
          <p:cNvGrpSpPr/>
          <p:nvPr/>
        </p:nvGrpSpPr>
        <p:grpSpPr>
          <a:xfrm>
            <a:off x="6188744" y="3957562"/>
            <a:ext cx="257175" cy="234950"/>
            <a:chOff x="5160963" y="4343400"/>
            <a:chExt cx="257175" cy="234950"/>
          </a:xfrm>
          <a:solidFill>
            <a:schemeClr val="tx2"/>
          </a:solidFill>
        </p:grpSpPr>
        <p:sp>
          <p:nvSpPr>
            <p:cNvPr id="542" name="Freeform 445">
              <a:extLst>
                <a:ext uri="{FF2B5EF4-FFF2-40B4-BE49-F238E27FC236}">
                  <a16:creationId xmlns:a16="http://schemas.microsoft.com/office/drawing/2014/main" id="{51E35A3F-2E73-5DAF-FAA2-64B6529F6A6C}"/>
                </a:ext>
              </a:extLst>
            </p:cNvPr>
            <p:cNvSpPr>
              <a:spLocks noChangeArrowheads="1"/>
            </p:cNvSpPr>
            <p:nvPr/>
          </p:nvSpPr>
          <p:spPr bwMode="auto">
            <a:xfrm>
              <a:off x="5246688" y="4462463"/>
              <a:ext cx="171450" cy="115887"/>
            </a:xfrm>
            <a:custGeom>
              <a:avLst/>
              <a:gdLst>
                <a:gd name="T0" fmla="*/ 379 w 476"/>
                <a:gd name="T1" fmla="*/ 81 h 322"/>
                <a:gd name="T2" fmla="*/ 379 w 476"/>
                <a:gd name="T3" fmla="*/ 81 h 322"/>
                <a:gd name="T4" fmla="*/ 246 w 476"/>
                <a:gd name="T5" fmla="*/ 0 h 322"/>
                <a:gd name="T6" fmla="*/ 106 w 476"/>
                <a:gd name="T7" fmla="*/ 98 h 322"/>
                <a:gd name="T8" fmla="*/ 114 w 476"/>
                <a:gd name="T9" fmla="*/ 117 h 322"/>
                <a:gd name="T10" fmla="*/ 115 w 476"/>
                <a:gd name="T11" fmla="*/ 117 h 322"/>
                <a:gd name="T12" fmla="*/ 111 w 476"/>
                <a:gd name="T13" fmla="*/ 117 h 322"/>
                <a:gd name="T14" fmla="*/ 32 w 476"/>
                <a:gd name="T15" fmla="*/ 147 h 322"/>
                <a:gd name="T16" fmla="*/ 0 w 476"/>
                <a:gd name="T17" fmla="*/ 219 h 322"/>
                <a:gd name="T18" fmla="*/ 32 w 476"/>
                <a:gd name="T19" fmla="*/ 292 h 322"/>
                <a:gd name="T20" fmla="*/ 111 w 476"/>
                <a:gd name="T21" fmla="*/ 321 h 322"/>
                <a:gd name="T22" fmla="*/ 350 w 476"/>
                <a:gd name="T23" fmla="*/ 321 h 322"/>
                <a:gd name="T24" fmla="*/ 426 w 476"/>
                <a:gd name="T25" fmla="*/ 295 h 322"/>
                <a:gd name="T26" fmla="*/ 472 w 476"/>
                <a:gd name="T27" fmla="*/ 229 h 322"/>
                <a:gd name="T28" fmla="*/ 475 w 476"/>
                <a:gd name="T29" fmla="*/ 200 h 322"/>
                <a:gd name="T30" fmla="*/ 379 w 476"/>
                <a:gd name="T31" fmla="*/ 81 h 322"/>
                <a:gd name="T32" fmla="*/ 443 w 476"/>
                <a:gd name="T33" fmla="*/ 222 h 322"/>
                <a:gd name="T34" fmla="*/ 443 w 476"/>
                <a:gd name="T35" fmla="*/ 222 h 322"/>
                <a:gd name="T36" fmla="*/ 408 w 476"/>
                <a:gd name="T37" fmla="*/ 271 h 322"/>
                <a:gd name="T38" fmla="*/ 350 w 476"/>
                <a:gd name="T39" fmla="*/ 292 h 322"/>
                <a:gd name="T40" fmla="*/ 111 w 476"/>
                <a:gd name="T41" fmla="*/ 292 h 322"/>
                <a:gd name="T42" fmla="*/ 53 w 476"/>
                <a:gd name="T43" fmla="*/ 271 h 322"/>
                <a:gd name="T44" fmla="*/ 29 w 476"/>
                <a:gd name="T45" fmla="*/ 219 h 322"/>
                <a:gd name="T46" fmla="*/ 53 w 476"/>
                <a:gd name="T47" fmla="*/ 169 h 322"/>
                <a:gd name="T48" fmla="*/ 111 w 476"/>
                <a:gd name="T49" fmla="*/ 147 h 322"/>
                <a:gd name="T50" fmla="*/ 136 w 476"/>
                <a:gd name="T51" fmla="*/ 154 h 322"/>
                <a:gd name="T52" fmla="*/ 159 w 476"/>
                <a:gd name="T53" fmla="*/ 173 h 322"/>
                <a:gd name="T54" fmla="*/ 179 w 476"/>
                <a:gd name="T55" fmla="*/ 176 h 322"/>
                <a:gd name="T56" fmla="*/ 182 w 476"/>
                <a:gd name="T57" fmla="*/ 154 h 322"/>
                <a:gd name="T58" fmla="*/ 150 w 476"/>
                <a:gd name="T59" fmla="*/ 129 h 322"/>
                <a:gd name="T60" fmla="*/ 121 w 476"/>
                <a:gd name="T61" fmla="*/ 117 h 322"/>
                <a:gd name="T62" fmla="*/ 133 w 476"/>
                <a:gd name="T63" fmla="*/ 109 h 322"/>
                <a:gd name="T64" fmla="*/ 133 w 476"/>
                <a:gd name="T65" fmla="*/ 109 h 322"/>
                <a:gd name="T66" fmla="*/ 246 w 476"/>
                <a:gd name="T67" fmla="*/ 31 h 322"/>
                <a:gd name="T68" fmla="*/ 357 w 476"/>
                <a:gd name="T69" fmla="*/ 101 h 322"/>
                <a:gd name="T70" fmla="*/ 368 w 476"/>
                <a:gd name="T71" fmla="*/ 109 h 322"/>
                <a:gd name="T72" fmla="*/ 446 w 476"/>
                <a:gd name="T73" fmla="*/ 200 h 322"/>
                <a:gd name="T74" fmla="*/ 443 w 476"/>
                <a:gd name="T75" fmla="*/ 22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76" h="322">
                  <a:moveTo>
                    <a:pt x="379" y="81"/>
                  </a:moveTo>
                  <a:lnTo>
                    <a:pt x="379" y="81"/>
                  </a:lnTo>
                  <a:cubicBezTo>
                    <a:pt x="354" y="34"/>
                    <a:pt x="305" y="0"/>
                    <a:pt x="246" y="0"/>
                  </a:cubicBezTo>
                  <a:cubicBezTo>
                    <a:pt x="182" y="0"/>
                    <a:pt x="128" y="41"/>
                    <a:pt x="106" y="98"/>
                  </a:cubicBezTo>
                  <a:cubicBezTo>
                    <a:pt x="103" y="106"/>
                    <a:pt x="107" y="115"/>
                    <a:pt x="114" y="117"/>
                  </a:cubicBezTo>
                  <a:cubicBezTo>
                    <a:pt x="115" y="117"/>
                    <a:pt x="115" y="117"/>
                    <a:pt x="115" y="117"/>
                  </a:cubicBezTo>
                  <a:cubicBezTo>
                    <a:pt x="114" y="117"/>
                    <a:pt x="113" y="117"/>
                    <a:pt x="111" y="117"/>
                  </a:cubicBezTo>
                  <a:cubicBezTo>
                    <a:pt x="80" y="117"/>
                    <a:pt x="53" y="129"/>
                    <a:pt x="32" y="147"/>
                  </a:cubicBezTo>
                  <a:cubicBezTo>
                    <a:pt x="12" y="165"/>
                    <a:pt x="0" y="191"/>
                    <a:pt x="0" y="219"/>
                  </a:cubicBezTo>
                  <a:cubicBezTo>
                    <a:pt x="0" y="249"/>
                    <a:pt x="12" y="274"/>
                    <a:pt x="32" y="292"/>
                  </a:cubicBezTo>
                  <a:cubicBezTo>
                    <a:pt x="53" y="310"/>
                    <a:pt x="80" y="321"/>
                    <a:pt x="111" y="321"/>
                  </a:cubicBezTo>
                  <a:cubicBezTo>
                    <a:pt x="350" y="321"/>
                    <a:pt x="350" y="321"/>
                    <a:pt x="350" y="321"/>
                  </a:cubicBezTo>
                  <a:cubicBezTo>
                    <a:pt x="376" y="321"/>
                    <a:pt x="404" y="311"/>
                    <a:pt x="426" y="295"/>
                  </a:cubicBezTo>
                  <a:cubicBezTo>
                    <a:pt x="447" y="279"/>
                    <a:pt x="465" y="256"/>
                    <a:pt x="472" y="229"/>
                  </a:cubicBezTo>
                  <a:cubicBezTo>
                    <a:pt x="474" y="219"/>
                    <a:pt x="475" y="210"/>
                    <a:pt x="475" y="200"/>
                  </a:cubicBezTo>
                  <a:cubicBezTo>
                    <a:pt x="475" y="143"/>
                    <a:pt x="435" y="94"/>
                    <a:pt x="379" y="81"/>
                  </a:cubicBezTo>
                  <a:close/>
                  <a:moveTo>
                    <a:pt x="443" y="222"/>
                  </a:moveTo>
                  <a:lnTo>
                    <a:pt x="443" y="222"/>
                  </a:lnTo>
                  <a:cubicBezTo>
                    <a:pt x="439" y="240"/>
                    <a:pt x="425" y="258"/>
                    <a:pt x="408" y="271"/>
                  </a:cubicBezTo>
                  <a:cubicBezTo>
                    <a:pt x="390" y="285"/>
                    <a:pt x="369" y="292"/>
                    <a:pt x="350" y="292"/>
                  </a:cubicBezTo>
                  <a:cubicBezTo>
                    <a:pt x="111" y="292"/>
                    <a:pt x="111" y="292"/>
                    <a:pt x="111" y="292"/>
                  </a:cubicBezTo>
                  <a:cubicBezTo>
                    <a:pt x="87" y="292"/>
                    <a:pt x="66" y="283"/>
                    <a:pt x="53" y="271"/>
                  </a:cubicBezTo>
                  <a:cubicBezTo>
                    <a:pt x="37" y="257"/>
                    <a:pt x="29" y="239"/>
                    <a:pt x="29" y="219"/>
                  </a:cubicBezTo>
                  <a:cubicBezTo>
                    <a:pt x="29" y="200"/>
                    <a:pt x="37" y="182"/>
                    <a:pt x="53" y="169"/>
                  </a:cubicBezTo>
                  <a:cubicBezTo>
                    <a:pt x="66" y="155"/>
                    <a:pt x="87" y="147"/>
                    <a:pt x="111" y="147"/>
                  </a:cubicBezTo>
                  <a:cubicBezTo>
                    <a:pt x="120" y="147"/>
                    <a:pt x="128" y="150"/>
                    <a:pt x="136" y="154"/>
                  </a:cubicBezTo>
                  <a:cubicBezTo>
                    <a:pt x="145" y="159"/>
                    <a:pt x="153" y="165"/>
                    <a:pt x="159" y="173"/>
                  </a:cubicBezTo>
                  <a:cubicBezTo>
                    <a:pt x="164" y="180"/>
                    <a:pt x="172" y="180"/>
                    <a:pt x="179" y="176"/>
                  </a:cubicBezTo>
                  <a:cubicBezTo>
                    <a:pt x="186" y="170"/>
                    <a:pt x="186" y="161"/>
                    <a:pt x="182" y="154"/>
                  </a:cubicBezTo>
                  <a:cubicBezTo>
                    <a:pt x="172" y="144"/>
                    <a:pt x="163" y="134"/>
                    <a:pt x="150" y="129"/>
                  </a:cubicBezTo>
                  <a:cubicBezTo>
                    <a:pt x="142" y="123"/>
                    <a:pt x="132" y="120"/>
                    <a:pt x="121" y="117"/>
                  </a:cubicBezTo>
                  <a:cubicBezTo>
                    <a:pt x="126" y="117"/>
                    <a:pt x="132" y="115"/>
                    <a:pt x="133" y="109"/>
                  </a:cubicBezTo>
                  <a:lnTo>
                    <a:pt x="133" y="109"/>
                  </a:lnTo>
                  <a:cubicBezTo>
                    <a:pt x="150" y="63"/>
                    <a:pt x="195" y="31"/>
                    <a:pt x="246" y="31"/>
                  </a:cubicBezTo>
                  <a:cubicBezTo>
                    <a:pt x="295" y="31"/>
                    <a:pt x="337" y="59"/>
                    <a:pt x="357" y="101"/>
                  </a:cubicBezTo>
                  <a:cubicBezTo>
                    <a:pt x="358" y="105"/>
                    <a:pt x="362" y="109"/>
                    <a:pt x="368" y="109"/>
                  </a:cubicBezTo>
                  <a:cubicBezTo>
                    <a:pt x="411" y="116"/>
                    <a:pt x="446" y="154"/>
                    <a:pt x="446" y="200"/>
                  </a:cubicBezTo>
                  <a:cubicBezTo>
                    <a:pt x="446" y="207"/>
                    <a:pt x="444" y="215"/>
                    <a:pt x="443" y="2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6">
              <a:extLst>
                <a:ext uri="{FF2B5EF4-FFF2-40B4-BE49-F238E27FC236}">
                  <a16:creationId xmlns:a16="http://schemas.microsoft.com/office/drawing/2014/main" id="{D8E445D3-74EA-027C-85E0-12A1EDA22C24}"/>
                </a:ext>
              </a:extLst>
            </p:cNvPr>
            <p:cNvSpPr>
              <a:spLocks noChangeArrowheads="1"/>
            </p:cNvSpPr>
            <p:nvPr/>
          </p:nvSpPr>
          <p:spPr bwMode="auto">
            <a:xfrm>
              <a:off x="5278438" y="4343400"/>
              <a:ext cx="11112" cy="31750"/>
            </a:xfrm>
            <a:custGeom>
              <a:avLst/>
              <a:gdLst>
                <a:gd name="T0" fmla="*/ 0 w 32"/>
                <a:gd name="T1" fmla="*/ 74 h 90"/>
                <a:gd name="T2" fmla="*/ 0 w 32"/>
                <a:gd name="T3" fmla="*/ 74 h 90"/>
                <a:gd name="T4" fmla="*/ 16 w 32"/>
                <a:gd name="T5" fmla="*/ 89 h 90"/>
                <a:gd name="T6" fmla="*/ 31 w 32"/>
                <a:gd name="T7" fmla="*/ 74 h 90"/>
                <a:gd name="T8" fmla="*/ 31 w 32"/>
                <a:gd name="T9" fmla="*/ 15 h 90"/>
                <a:gd name="T10" fmla="*/ 16 w 32"/>
                <a:gd name="T11" fmla="*/ 0 h 90"/>
                <a:gd name="T12" fmla="*/ 0 w 32"/>
                <a:gd name="T13" fmla="*/ 15 h 90"/>
                <a:gd name="T14" fmla="*/ 0 w 32"/>
                <a:gd name="T15" fmla="*/ 74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0">
                  <a:moveTo>
                    <a:pt x="0" y="74"/>
                  </a:moveTo>
                  <a:lnTo>
                    <a:pt x="0" y="74"/>
                  </a:lnTo>
                  <a:cubicBezTo>
                    <a:pt x="0" y="82"/>
                    <a:pt x="7" y="89"/>
                    <a:pt x="16" y="89"/>
                  </a:cubicBezTo>
                  <a:cubicBezTo>
                    <a:pt x="24" y="89"/>
                    <a:pt x="31" y="82"/>
                    <a:pt x="31" y="74"/>
                  </a:cubicBezTo>
                  <a:cubicBezTo>
                    <a:pt x="31" y="15"/>
                    <a:pt x="31" y="15"/>
                    <a:pt x="31" y="15"/>
                  </a:cubicBezTo>
                  <a:cubicBezTo>
                    <a:pt x="31" y="7"/>
                    <a:pt x="24" y="0"/>
                    <a:pt x="16"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7">
              <a:extLst>
                <a:ext uri="{FF2B5EF4-FFF2-40B4-BE49-F238E27FC236}">
                  <a16:creationId xmlns:a16="http://schemas.microsoft.com/office/drawing/2014/main" id="{48838101-5FAA-F74A-390A-AC3FDA7CAE3D}"/>
                </a:ext>
              </a:extLst>
            </p:cNvPr>
            <p:cNvSpPr>
              <a:spLocks noChangeArrowheads="1"/>
            </p:cNvSpPr>
            <p:nvPr/>
          </p:nvSpPr>
          <p:spPr bwMode="auto">
            <a:xfrm>
              <a:off x="5194300" y="4376738"/>
              <a:ext cx="26988" cy="26987"/>
            </a:xfrm>
            <a:custGeom>
              <a:avLst/>
              <a:gdLst>
                <a:gd name="T0" fmla="*/ 70 w 77"/>
                <a:gd name="T1" fmla="*/ 68 h 75"/>
                <a:gd name="T2" fmla="*/ 70 w 77"/>
                <a:gd name="T3" fmla="*/ 68 h 75"/>
                <a:gd name="T4" fmla="*/ 70 w 77"/>
                <a:gd name="T5" fmla="*/ 47 h 75"/>
                <a:gd name="T6" fmla="*/ 28 w 77"/>
                <a:gd name="T7" fmla="*/ 5 h 75"/>
                <a:gd name="T8" fmla="*/ 6 w 77"/>
                <a:gd name="T9" fmla="*/ 5 h 75"/>
                <a:gd name="T10" fmla="*/ 6 w 77"/>
                <a:gd name="T11" fmla="*/ 26 h 75"/>
                <a:gd name="T12" fmla="*/ 49 w 77"/>
                <a:gd name="T13" fmla="*/ 68 h 75"/>
                <a:gd name="T14" fmla="*/ 70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68"/>
                  </a:moveTo>
                  <a:lnTo>
                    <a:pt x="70" y="68"/>
                  </a:lnTo>
                  <a:cubicBezTo>
                    <a:pt x="76" y="63"/>
                    <a:pt x="76" y="53"/>
                    <a:pt x="70" y="47"/>
                  </a:cubicBezTo>
                  <a:cubicBezTo>
                    <a:pt x="28" y="5"/>
                    <a:pt x="28" y="5"/>
                    <a:pt x="28" y="5"/>
                  </a:cubicBezTo>
                  <a:cubicBezTo>
                    <a:pt x="21" y="0"/>
                    <a:pt x="13" y="0"/>
                    <a:pt x="6" y="5"/>
                  </a:cubicBezTo>
                  <a:cubicBezTo>
                    <a:pt x="0" y="11"/>
                    <a:pt x="0" y="21"/>
                    <a:pt x="6" y="26"/>
                  </a:cubicBezTo>
                  <a:cubicBezTo>
                    <a:pt x="49" y="68"/>
                    <a:pt x="49" y="68"/>
                    <a:pt x="49" y="68"/>
                  </a:cubicBezTo>
                  <a:cubicBezTo>
                    <a:pt x="55" y="74"/>
                    <a:pt x="65" y="74"/>
                    <a:pt x="70"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5" name="Freeform 448">
              <a:extLst>
                <a:ext uri="{FF2B5EF4-FFF2-40B4-BE49-F238E27FC236}">
                  <a16:creationId xmlns:a16="http://schemas.microsoft.com/office/drawing/2014/main" id="{593FC919-3341-ABEA-4FB5-1A5A7B042140}"/>
                </a:ext>
              </a:extLst>
            </p:cNvPr>
            <p:cNvSpPr>
              <a:spLocks noChangeArrowheads="1"/>
            </p:cNvSpPr>
            <p:nvPr/>
          </p:nvSpPr>
          <p:spPr bwMode="auto">
            <a:xfrm>
              <a:off x="5160963"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6" name="Freeform 449">
              <a:extLst>
                <a:ext uri="{FF2B5EF4-FFF2-40B4-BE49-F238E27FC236}">
                  <a16:creationId xmlns:a16="http://schemas.microsoft.com/office/drawing/2014/main" id="{13905E2D-1642-C423-6ED4-FA0F44CE1C8E}"/>
                </a:ext>
              </a:extLst>
            </p:cNvPr>
            <p:cNvSpPr>
              <a:spLocks noChangeArrowheads="1"/>
            </p:cNvSpPr>
            <p:nvPr/>
          </p:nvSpPr>
          <p:spPr bwMode="auto">
            <a:xfrm>
              <a:off x="5194300" y="4529138"/>
              <a:ext cx="26988" cy="26987"/>
            </a:xfrm>
            <a:custGeom>
              <a:avLst/>
              <a:gdLst>
                <a:gd name="T0" fmla="*/ 6 w 77"/>
                <a:gd name="T1" fmla="*/ 68 h 75"/>
                <a:gd name="T2" fmla="*/ 6 w 77"/>
                <a:gd name="T3" fmla="*/ 68 h 75"/>
                <a:gd name="T4" fmla="*/ 28 w 77"/>
                <a:gd name="T5" fmla="*/ 68 h 75"/>
                <a:gd name="T6" fmla="*/ 70 w 77"/>
                <a:gd name="T7" fmla="*/ 27 h 75"/>
                <a:gd name="T8" fmla="*/ 70 w 77"/>
                <a:gd name="T9" fmla="*/ 6 h 75"/>
                <a:gd name="T10" fmla="*/ 49 w 77"/>
                <a:gd name="T11" fmla="*/ 6 h 75"/>
                <a:gd name="T12" fmla="*/ 6 w 77"/>
                <a:gd name="T13" fmla="*/ 47 h 75"/>
                <a:gd name="T14" fmla="*/ 6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6" y="68"/>
                  </a:moveTo>
                  <a:lnTo>
                    <a:pt x="6" y="68"/>
                  </a:lnTo>
                  <a:cubicBezTo>
                    <a:pt x="13" y="74"/>
                    <a:pt x="21" y="74"/>
                    <a:pt x="28" y="68"/>
                  </a:cubicBezTo>
                  <a:cubicBezTo>
                    <a:pt x="70" y="27"/>
                    <a:pt x="70" y="27"/>
                    <a:pt x="70" y="27"/>
                  </a:cubicBezTo>
                  <a:cubicBezTo>
                    <a:pt x="76" y="21"/>
                    <a:pt x="76" y="11"/>
                    <a:pt x="70" y="6"/>
                  </a:cubicBezTo>
                  <a:cubicBezTo>
                    <a:pt x="65" y="0"/>
                    <a:pt x="55" y="0"/>
                    <a:pt x="49" y="6"/>
                  </a:cubicBezTo>
                  <a:cubicBezTo>
                    <a:pt x="6" y="47"/>
                    <a:pt x="6" y="47"/>
                    <a:pt x="6" y="47"/>
                  </a:cubicBezTo>
                  <a:cubicBezTo>
                    <a:pt x="0" y="53"/>
                    <a:pt x="0" y="63"/>
                    <a:pt x="6"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0">
              <a:extLst>
                <a:ext uri="{FF2B5EF4-FFF2-40B4-BE49-F238E27FC236}">
                  <a16:creationId xmlns:a16="http://schemas.microsoft.com/office/drawing/2014/main" id="{2F8787A1-C841-EF9C-BD16-6B39F3169AD1}"/>
                </a:ext>
              </a:extLst>
            </p:cNvPr>
            <p:cNvSpPr>
              <a:spLocks noChangeArrowheads="1"/>
            </p:cNvSpPr>
            <p:nvPr/>
          </p:nvSpPr>
          <p:spPr bwMode="auto">
            <a:xfrm>
              <a:off x="5375275" y="4460875"/>
              <a:ext cx="31750" cy="11113"/>
            </a:xfrm>
            <a:custGeom>
              <a:avLst/>
              <a:gdLst>
                <a:gd name="T0" fmla="*/ 76 w 90"/>
                <a:gd name="T1" fmla="*/ 29 h 30"/>
                <a:gd name="T2" fmla="*/ 76 w 90"/>
                <a:gd name="T3" fmla="*/ 29 h 30"/>
                <a:gd name="T4" fmla="*/ 89 w 90"/>
                <a:gd name="T5" fmla="*/ 14 h 30"/>
                <a:gd name="T6" fmla="*/ 76 w 90"/>
                <a:gd name="T7" fmla="*/ 0 h 30"/>
                <a:gd name="T8" fmla="*/ 16 w 90"/>
                <a:gd name="T9" fmla="*/ 0 h 30"/>
                <a:gd name="T10" fmla="*/ 0 w 90"/>
                <a:gd name="T11" fmla="*/ 14 h 30"/>
                <a:gd name="T12" fmla="*/ 16 w 90"/>
                <a:gd name="T13" fmla="*/ 29 h 30"/>
                <a:gd name="T14" fmla="*/ 76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6" y="29"/>
                  </a:moveTo>
                  <a:lnTo>
                    <a:pt x="76" y="29"/>
                  </a:lnTo>
                  <a:cubicBezTo>
                    <a:pt x="84" y="29"/>
                    <a:pt x="89" y="22"/>
                    <a:pt x="89" y="14"/>
                  </a:cubicBezTo>
                  <a:cubicBezTo>
                    <a:pt x="89" y="7"/>
                    <a:pt x="84" y="0"/>
                    <a:pt x="76" y="0"/>
                  </a:cubicBezTo>
                  <a:cubicBezTo>
                    <a:pt x="16" y="0"/>
                    <a:pt x="16" y="0"/>
                    <a:pt x="16" y="0"/>
                  </a:cubicBezTo>
                  <a:cubicBezTo>
                    <a:pt x="7" y="0"/>
                    <a:pt x="0" y="7"/>
                    <a:pt x="0" y="14"/>
                  </a:cubicBezTo>
                  <a:cubicBezTo>
                    <a:pt x="0" y="22"/>
                    <a:pt x="7" y="29"/>
                    <a:pt x="16" y="29"/>
                  </a:cubicBezTo>
                  <a:lnTo>
                    <a:pt x="76"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1">
              <a:extLst>
                <a:ext uri="{FF2B5EF4-FFF2-40B4-BE49-F238E27FC236}">
                  <a16:creationId xmlns:a16="http://schemas.microsoft.com/office/drawing/2014/main" id="{3B0802EC-F631-6D3E-796B-145549042040}"/>
                </a:ext>
              </a:extLst>
            </p:cNvPr>
            <p:cNvSpPr>
              <a:spLocks noChangeArrowheads="1"/>
            </p:cNvSpPr>
            <p:nvPr/>
          </p:nvSpPr>
          <p:spPr bwMode="auto">
            <a:xfrm>
              <a:off x="5346700" y="4376738"/>
              <a:ext cx="26988" cy="26987"/>
            </a:xfrm>
            <a:custGeom>
              <a:avLst/>
              <a:gdLst>
                <a:gd name="T0" fmla="*/ 5 w 76"/>
                <a:gd name="T1" fmla="*/ 68 h 75"/>
                <a:gd name="T2" fmla="*/ 5 w 76"/>
                <a:gd name="T3" fmla="*/ 68 h 75"/>
                <a:gd name="T4" fmla="*/ 26 w 76"/>
                <a:gd name="T5" fmla="*/ 68 h 75"/>
                <a:gd name="T6" fmla="*/ 68 w 76"/>
                <a:gd name="T7" fmla="*/ 26 h 75"/>
                <a:gd name="T8" fmla="*/ 68 w 76"/>
                <a:gd name="T9" fmla="*/ 5 h 75"/>
                <a:gd name="T10" fmla="*/ 47 w 76"/>
                <a:gd name="T11" fmla="*/ 5 h 75"/>
                <a:gd name="T12" fmla="*/ 5 w 76"/>
                <a:gd name="T13" fmla="*/ 47 h 75"/>
                <a:gd name="T14" fmla="*/ 5 w 76"/>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75">
                  <a:moveTo>
                    <a:pt x="5" y="68"/>
                  </a:moveTo>
                  <a:lnTo>
                    <a:pt x="5" y="68"/>
                  </a:lnTo>
                  <a:cubicBezTo>
                    <a:pt x="11" y="74"/>
                    <a:pt x="21" y="74"/>
                    <a:pt x="26" y="68"/>
                  </a:cubicBezTo>
                  <a:cubicBezTo>
                    <a:pt x="68" y="26"/>
                    <a:pt x="68" y="26"/>
                    <a:pt x="68" y="26"/>
                  </a:cubicBezTo>
                  <a:cubicBezTo>
                    <a:pt x="75" y="21"/>
                    <a:pt x="75" y="11"/>
                    <a:pt x="68" y="5"/>
                  </a:cubicBezTo>
                  <a:cubicBezTo>
                    <a:pt x="62" y="0"/>
                    <a:pt x="54" y="0"/>
                    <a:pt x="47" y="5"/>
                  </a:cubicBezTo>
                  <a:cubicBezTo>
                    <a:pt x="5" y="47"/>
                    <a:pt x="5" y="47"/>
                    <a:pt x="5" y="47"/>
                  </a:cubicBezTo>
                  <a:cubicBezTo>
                    <a:pt x="0" y="53"/>
                    <a:pt x="0" y="63"/>
                    <a:pt x="5"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9" name="Freeform 452">
              <a:extLst>
                <a:ext uri="{FF2B5EF4-FFF2-40B4-BE49-F238E27FC236}">
                  <a16:creationId xmlns:a16="http://schemas.microsoft.com/office/drawing/2014/main" id="{EB760C5C-5C05-AC16-CB12-7F86617F65BC}"/>
                </a:ext>
              </a:extLst>
            </p:cNvPr>
            <p:cNvSpPr>
              <a:spLocks noChangeArrowheads="1"/>
            </p:cNvSpPr>
            <p:nvPr/>
          </p:nvSpPr>
          <p:spPr bwMode="auto">
            <a:xfrm>
              <a:off x="5203825" y="4386263"/>
              <a:ext cx="160338" cy="147637"/>
            </a:xfrm>
            <a:custGeom>
              <a:avLst/>
              <a:gdLst>
                <a:gd name="T0" fmla="*/ 0 w 447"/>
                <a:gd name="T1" fmla="*/ 223 h 408"/>
                <a:gd name="T2" fmla="*/ 0 w 447"/>
                <a:gd name="T3" fmla="*/ 223 h 408"/>
                <a:gd name="T4" fmla="*/ 89 w 447"/>
                <a:gd name="T5" fmla="*/ 401 h 408"/>
                <a:gd name="T6" fmla="*/ 110 w 447"/>
                <a:gd name="T7" fmla="*/ 398 h 408"/>
                <a:gd name="T8" fmla="*/ 107 w 447"/>
                <a:gd name="T9" fmla="*/ 377 h 408"/>
                <a:gd name="T10" fmla="*/ 29 w 447"/>
                <a:gd name="T11" fmla="*/ 223 h 408"/>
                <a:gd name="T12" fmla="*/ 223 w 447"/>
                <a:gd name="T13" fmla="*/ 30 h 408"/>
                <a:gd name="T14" fmla="*/ 415 w 447"/>
                <a:gd name="T15" fmla="*/ 202 h 408"/>
                <a:gd name="T16" fmla="*/ 432 w 447"/>
                <a:gd name="T17" fmla="*/ 214 h 408"/>
                <a:gd name="T18" fmla="*/ 445 w 447"/>
                <a:gd name="T19" fmla="*/ 199 h 408"/>
                <a:gd name="T20" fmla="*/ 445 w 447"/>
                <a:gd name="T21" fmla="*/ 199 h 408"/>
                <a:gd name="T22" fmla="*/ 223 w 447"/>
                <a:gd name="T23" fmla="*/ 0 h 408"/>
                <a:gd name="T24" fmla="*/ 65 w 447"/>
                <a:gd name="T25" fmla="*/ 65 h 408"/>
                <a:gd name="T26" fmla="*/ 0 w 447"/>
                <a:gd name="T27" fmla="*/ 223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7" h="408">
                  <a:moveTo>
                    <a:pt x="0" y="223"/>
                  </a:moveTo>
                  <a:lnTo>
                    <a:pt x="0" y="223"/>
                  </a:lnTo>
                  <a:cubicBezTo>
                    <a:pt x="0" y="297"/>
                    <a:pt x="34" y="361"/>
                    <a:pt x="89" y="401"/>
                  </a:cubicBezTo>
                  <a:cubicBezTo>
                    <a:pt x="96" y="407"/>
                    <a:pt x="104" y="405"/>
                    <a:pt x="110" y="398"/>
                  </a:cubicBezTo>
                  <a:cubicBezTo>
                    <a:pt x="114" y="393"/>
                    <a:pt x="113" y="383"/>
                    <a:pt x="107" y="377"/>
                  </a:cubicBezTo>
                  <a:cubicBezTo>
                    <a:pt x="60" y="343"/>
                    <a:pt x="29" y="287"/>
                    <a:pt x="29" y="223"/>
                  </a:cubicBezTo>
                  <a:cubicBezTo>
                    <a:pt x="29" y="117"/>
                    <a:pt x="115" y="30"/>
                    <a:pt x="223" y="30"/>
                  </a:cubicBezTo>
                  <a:cubicBezTo>
                    <a:pt x="322" y="30"/>
                    <a:pt x="404" y="106"/>
                    <a:pt x="415" y="202"/>
                  </a:cubicBezTo>
                  <a:cubicBezTo>
                    <a:pt x="415" y="210"/>
                    <a:pt x="424" y="216"/>
                    <a:pt x="432" y="214"/>
                  </a:cubicBezTo>
                  <a:cubicBezTo>
                    <a:pt x="439" y="214"/>
                    <a:pt x="446" y="206"/>
                    <a:pt x="445" y="199"/>
                  </a:cubicBezTo>
                  <a:lnTo>
                    <a:pt x="445" y="199"/>
                  </a:lnTo>
                  <a:cubicBezTo>
                    <a:pt x="432" y="87"/>
                    <a:pt x="337" y="0"/>
                    <a:pt x="223" y="0"/>
                  </a:cubicBezTo>
                  <a:cubicBezTo>
                    <a:pt x="161" y="0"/>
                    <a:pt x="106" y="25"/>
                    <a:pt x="65" y="65"/>
                  </a:cubicBezTo>
                  <a:cubicBezTo>
                    <a:pt x="25" y="106"/>
                    <a:pt x="0" y="161"/>
                    <a:pt x="0"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0" name="Group 553">
            <a:extLst>
              <a:ext uri="{FF2B5EF4-FFF2-40B4-BE49-F238E27FC236}">
                <a16:creationId xmlns:a16="http://schemas.microsoft.com/office/drawing/2014/main" id="{24E427CA-CD93-D273-DF0B-25888204AEFF}"/>
              </a:ext>
            </a:extLst>
          </p:cNvPr>
          <p:cNvGrpSpPr/>
          <p:nvPr/>
        </p:nvGrpSpPr>
        <p:grpSpPr>
          <a:xfrm>
            <a:off x="4647281" y="4998144"/>
            <a:ext cx="257175" cy="247650"/>
            <a:chOff x="3619500" y="5370513"/>
            <a:chExt cx="257175" cy="247650"/>
          </a:xfrm>
          <a:solidFill>
            <a:schemeClr val="tx2"/>
          </a:solidFill>
        </p:grpSpPr>
        <p:sp>
          <p:nvSpPr>
            <p:cNvPr id="551" name="Freeform 453">
              <a:extLst>
                <a:ext uri="{FF2B5EF4-FFF2-40B4-BE49-F238E27FC236}">
                  <a16:creationId xmlns:a16="http://schemas.microsoft.com/office/drawing/2014/main" id="{72DE74D9-D5B3-A3F1-62B0-7D5E42438790}"/>
                </a:ext>
              </a:extLst>
            </p:cNvPr>
            <p:cNvSpPr>
              <a:spLocks noChangeArrowheads="1"/>
            </p:cNvSpPr>
            <p:nvPr/>
          </p:nvSpPr>
          <p:spPr bwMode="auto">
            <a:xfrm>
              <a:off x="3676650" y="5370513"/>
              <a:ext cx="200025" cy="171450"/>
            </a:xfrm>
            <a:custGeom>
              <a:avLst/>
              <a:gdLst>
                <a:gd name="T0" fmla="*/ 410 w 555"/>
                <a:gd name="T1" fmla="*/ 123 h 478"/>
                <a:gd name="T2" fmla="*/ 410 w 555"/>
                <a:gd name="T3" fmla="*/ 123 h 478"/>
                <a:gd name="T4" fmla="*/ 211 w 555"/>
                <a:gd name="T5" fmla="*/ 0 h 478"/>
                <a:gd name="T6" fmla="*/ 3 w 555"/>
                <a:gd name="T7" fmla="*/ 145 h 478"/>
                <a:gd name="T8" fmla="*/ 11 w 555"/>
                <a:gd name="T9" fmla="*/ 163 h 478"/>
                <a:gd name="T10" fmla="*/ 31 w 555"/>
                <a:gd name="T11" fmla="*/ 155 h 478"/>
                <a:gd name="T12" fmla="*/ 211 w 555"/>
                <a:gd name="T13" fmla="*/ 31 h 478"/>
                <a:gd name="T14" fmla="*/ 386 w 555"/>
                <a:gd name="T15" fmla="*/ 142 h 478"/>
                <a:gd name="T16" fmla="*/ 391 w 555"/>
                <a:gd name="T17" fmla="*/ 149 h 478"/>
                <a:gd name="T18" fmla="*/ 398 w 555"/>
                <a:gd name="T19" fmla="*/ 151 h 478"/>
                <a:gd name="T20" fmla="*/ 523 w 555"/>
                <a:gd name="T21" fmla="*/ 299 h 478"/>
                <a:gd name="T22" fmla="*/ 480 w 555"/>
                <a:gd name="T23" fmla="*/ 403 h 478"/>
                <a:gd name="T24" fmla="*/ 375 w 555"/>
                <a:gd name="T25" fmla="*/ 446 h 478"/>
                <a:gd name="T26" fmla="*/ 360 w 555"/>
                <a:gd name="T27" fmla="*/ 462 h 478"/>
                <a:gd name="T28" fmla="*/ 375 w 555"/>
                <a:gd name="T29" fmla="*/ 477 h 478"/>
                <a:gd name="T30" fmla="*/ 375 w 555"/>
                <a:gd name="T31" fmla="*/ 477 h 478"/>
                <a:gd name="T32" fmla="*/ 554 w 555"/>
                <a:gd name="T33" fmla="*/ 299 h 478"/>
                <a:gd name="T34" fmla="*/ 410 w 555"/>
                <a:gd name="T35" fmla="*/ 123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8">
                  <a:moveTo>
                    <a:pt x="410" y="123"/>
                  </a:moveTo>
                  <a:lnTo>
                    <a:pt x="410" y="123"/>
                  </a:lnTo>
                  <a:cubicBezTo>
                    <a:pt x="374" y="50"/>
                    <a:pt x="299" y="0"/>
                    <a:pt x="211" y="0"/>
                  </a:cubicBezTo>
                  <a:cubicBezTo>
                    <a:pt x="116" y="0"/>
                    <a:pt x="35" y="60"/>
                    <a:pt x="3" y="145"/>
                  </a:cubicBezTo>
                  <a:cubicBezTo>
                    <a:pt x="0" y="152"/>
                    <a:pt x="3" y="160"/>
                    <a:pt x="11" y="163"/>
                  </a:cubicBezTo>
                  <a:cubicBezTo>
                    <a:pt x="20" y="167"/>
                    <a:pt x="28" y="163"/>
                    <a:pt x="31" y="155"/>
                  </a:cubicBezTo>
                  <a:cubicBezTo>
                    <a:pt x="59" y="82"/>
                    <a:pt x="128" y="31"/>
                    <a:pt x="211" y="31"/>
                  </a:cubicBezTo>
                  <a:cubicBezTo>
                    <a:pt x="289" y="31"/>
                    <a:pt x="356" y="77"/>
                    <a:pt x="386" y="142"/>
                  </a:cubicBezTo>
                  <a:cubicBezTo>
                    <a:pt x="391" y="149"/>
                    <a:pt x="391" y="149"/>
                    <a:pt x="391" y="149"/>
                  </a:cubicBezTo>
                  <a:cubicBezTo>
                    <a:pt x="398" y="151"/>
                    <a:pt x="398" y="151"/>
                    <a:pt x="398" y="151"/>
                  </a:cubicBezTo>
                  <a:cubicBezTo>
                    <a:pt x="469" y="162"/>
                    <a:pt x="523" y="223"/>
                    <a:pt x="523" y="299"/>
                  </a:cubicBezTo>
                  <a:cubicBezTo>
                    <a:pt x="523" y="339"/>
                    <a:pt x="506" y="377"/>
                    <a:pt x="480" y="403"/>
                  </a:cubicBezTo>
                  <a:cubicBezTo>
                    <a:pt x="453" y="430"/>
                    <a:pt x="416" y="446"/>
                    <a:pt x="375" y="446"/>
                  </a:cubicBezTo>
                  <a:cubicBezTo>
                    <a:pt x="367" y="446"/>
                    <a:pt x="360" y="453"/>
                    <a:pt x="360" y="462"/>
                  </a:cubicBezTo>
                  <a:cubicBezTo>
                    <a:pt x="360" y="470"/>
                    <a:pt x="367" y="477"/>
                    <a:pt x="375" y="477"/>
                  </a:cubicBezTo>
                  <a:lnTo>
                    <a:pt x="375" y="477"/>
                  </a:lnTo>
                  <a:cubicBezTo>
                    <a:pt x="473" y="477"/>
                    <a:pt x="554" y="396"/>
                    <a:pt x="554" y="299"/>
                  </a:cubicBezTo>
                  <a:cubicBezTo>
                    <a:pt x="554" y="212"/>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4">
              <a:extLst>
                <a:ext uri="{FF2B5EF4-FFF2-40B4-BE49-F238E27FC236}">
                  <a16:creationId xmlns:a16="http://schemas.microsoft.com/office/drawing/2014/main" id="{80FCC6A4-B922-72A6-FB3E-17D549CB45DE}"/>
                </a:ext>
              </a:extLst>
            </p:cNvPr>
            <p:cNvSpPr>
              <a:spLocks noChangeArrowheads="1"/>
            </p:cNvSpPr>
            <p:nvPr/>
          </p:nvSpPr>
          <p:spPr bwMode="auto">
            <a:xfrm>
              <a:off x="3619500" y="5435600"/>
              <a:ext cx="98425" cy="107950"/>
            </a:xfrm>
            <a:custGeom>
              <a:avLst/>
              <a:gdLst>
                <a:gd name="T0" fmla="*/ 47 w 273"/>
                <a:gd name="T1" fmla="*/ 255 h 299"/>
                <a:gd name="T2" fmla="*/ 47 w 273"/>
                <a:gd name="T3" fmla="*/ 255 h 299"/>
                <a:gd name="T4" fmla="*/ 163 w 273"/>
                <a:gd name="T5" fmla="*/ 298 h 299"/>
                <a:gd name="T6" fmla="*/ 178 w 273"/>
                <a:gd name="T7" fmla="*/ 283 h 299"/>
                <a:gd name="T8" fmla="*/ 163 w 273"/>
                <a:gd name="T9" fmla="*/ 267 h 299"/>
                <a:gd name="T10" fmla="*/ 163 w 273"/>
                <a:gd name="T11" fmla="*/ 267 h 299"/>
                <a:gd name="T12" fmla="*/ 68 w 273"/>
                <a:gd name="T13" fmla="*/ 233 h 299"/>
                <a:gd name="T14" fmla="*/ 29 w 273"/>
                <a:gd name="T15" fmla="*/ 149 h 299"/>
                <a:gd name="T16" fmla="*/ 68 w 273"/>
                <a:gd name="T17" fmla="*/ 65 h 299"/>
                <a:gd name="T18" fmla="*/ 163 w 273"/>
                <a:gd name="T19" fmla="*/ 30 h 299"/>
                <a:gd name="T20" fmla="*/ 242 w 273"/>
                <a:gd name="T21" fmla="*/ 72 h 299"/>
                <a:gd name="T22" fmla="*/ 263 w 273"/>
                <a:gd name="T23" fmla="*/ 75 h 299"/>
                <a:gd name="T24" fmla="*/ 266 w 273"/>
                <a:gd name="T25" fmla="*/ 54 h 299"/>
                <a:gd name="T26" fmla="*/ 163 w 273"/>
                <a:gd name="T27" fmla="*/ 0 h 299"/>
                <a:gd name="T28" fmla="*/ 47 w 273"/>
                <a:gd name="T29" fmla="*/ 43 h 299"/>
                <a:gd name="T30" fmla="*/ 0 w 273"/>
                <a:gd name="T31" fmla="*/ 149 h 299"/>
                <a:gd name="T32" fmla="*/ 47 w 273"/>
                <a:gd name="T33" fmla="*/ 255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47" y="255"/>
                  </a:moveTo>
                  <a:lnTo>
                    <a:pt x="47" y="255"/>
                  </a:lnTo>
                  <a:cubicBezTo>
                    <a:pt x="78" y="281"/>
                    <a:pt x="118" y="298"/>
                    <a:pt x="163" y="298"/>
                  </a:cubicBezTo>
                  <a:cubicBezTo>
                    <a:pt x="171" y="298"/>
                    <a:pt x="178" y="291"/>
                    <a:pt x="178" y="283"/>
                  </a:cubicBezTo>
                  <a:cubicBezTo>
                    <a:pt x="178" y="274"/>
                    <a:pt x="171" y="267"/>
                    <a:pt x="163" y="267"/>
                  </a:cubicBezTo>
                  <a:lnTo>
                    <a:pt x="163" y="267"/>
                  </a:lnTo>
                  <a:cubicBezTo>
                    <a:pt x="125" y="267"/>
                    <a:pt x="92" y="253"/>
                    <a:pt x="68" y="233"/>
                  </a:cubicBezTo>
                  <a:cubicBezTo>
                    <a:pt x="43" y="210"/>
                    <a:pt x="29" y="181"/>
                    <a:pt x="29" y="149"/>
                  </a:cubicBezTo>
                  <a:cubicBezTo>
                    <a:pt x="29" y="117"/>
                    <a:pt x="43" y="87"/>
                    <a:pt x="68" y="65"/>
                  </a:cubicBezTo>
                  <a:cubicBezTo>
                    <a:pt x="92" y="43"/>
                    <a:pt x="125" y="30"/>
                    <a:pt x="163" y="30"/>
                  </a:cubicBezTo>
                  <a:cubicBezTo>
                    <a:pt x="191" y="29"/>
                    <a:pt x="223" y="47"/>
                    <a:pt x="242" y="72"/>
                  </a:cubicBezTo>
                  <a:cubicBezTo>
                    <a:pt x="248" y="79"/>
                    <a:pt x="258" y="79"/>
                    <a:pt x="263" y="75"/>
                  </a:cubicBezTo>
                  <a:cubicBezTo>
                    <a:pt x="270" y="69"/>
                    <a:pt x="272" y="60"/>
                    <a:pt x="266" y="54"/>
                  </a:cubicBezTo>
                  <a:cubicBezTo>
                    <a:pt x="241" y="22"/>
                    <a:pt x="203" y="0"/>
                    <a:pt x="163" y="0"/>
                  </a:cubicBezTo>
                  <a:cubicBezTo>
                    <a:pt x="118" y="0"/>
                    <a:pt x="78" y="16"/>
                    <a:pt x="47" y="43"/>
                  </a:cubicBezTo>
                  <a:cubicBezTo>
                    <a:pt x="18" y="69"/>
                    <a:pt x="0" y="107"/>
                    <a:pt x="0" y="149"/>
                  </a:cubicBezTo>
                  <a:cubicBezTo>
                    <a:pt x="0" y="191"/>
                    <a:pt x="18" y="228"/>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3" name="Freeform 455">
              <a:extLst>
                <a:ext uri="{FF2B5EF4-FFF2-40B4-BE49-F238E27FC236}">
                  <a16:creationId xmlns:a16="http://schemas.microsoft.com/office/drawing/2014/main" id="{FC633197-A7C7-80EF-9E6A-A6AAC52329AA}"/>
                </a:ext>
              </a:extLst>
            </p:cNvPr>
            <p:cNvSpPr>
              <a:spLocks noChangeArrowheads="1"/>
            </p:cNvSpPr>
            <p:nvPr/>
          </p:nvSpPr>
          <p:spPr bwMode="auto">
            <a:xfrm>
              <a:off x="3689350" y="5521325"/>
              <a:ext cx="42863" cy="65088"/>
            </a:xfrm>
            <a:custGeom>
              <a:avLst/>
              <a:gdLst>
                <a:gd name="T0" fmla="*/ 48 w 121"/>
                <a:gd name="T1" fmla="*/ 6 h 180"/>
                <a:gd name="T2" fmla="*/ 48 w 121"/>
                <a:gd name="T3" fmla="*/ 6 h 180"/>
                <a:gd name="T4" fmla="*/ 25 w 121"/>
                <a:gd name="T5" fmla="*/ 43 h 180"/>
                <a:gd name="T6" fmla="*/ 9 w 121"/>
                <a:gd name="T7" fmla="*/ 80 h 180"/>
                <a:gd name="T8" fmla="*/ 0 w 121"/>
                <a:gd name="T9" fmla="*/ 119 h 180"/>
                <a:gd name="T10" fmla="*/ 60 w 121"/>
                <a:gd name="T11" fmla="*/ 179 h 180"/>
                <a:gd name="T12" fmla="*/ 120 w 121"/>
                <a:gd name="T13" fmla="*/ 119 h 180"/>
                <a:gd name="T14" fmla="*/ 112 w 121"/>
                <a:gd name="T15" fmla="*/ 80 h 180"/>
                <a:gd name="T16" fmla="*/ 73 w 121"/>
                <a:gd name="T17" fmla="*/ 6 h 180"/>
                <a:gd name="T18" fmla="*/ 60 w 121"/>
                <a:gd name="T19" fmla="*/ 0 h 180"/>
                <a:gd name="T20" fmla="*/ 48 w 121"/>
                <a:gd name="T21" fmla="*/ 6 h 180"/>
                <a:gd name="T22" fmla="*/ 89 w 121"/>
                <a:gd name="T23" fmla="*/ 119 h 180"/>
                <a:gd name="T24" fmla="*/ 89 w 121"/>
                <a:gd name="T25" fmla="*/ 119 h 180"/>
                <a:gd name="T26" fmla="*/ 60 w 121"/>
                <a:gd name="T27" fmla="*/ 149 h 180"/>
                <a:gd name="T28" fmla="*/ 31 w 121"/>
                <a:gd name="T29" fmla="*/ 119 h 180"/>
                <a:gd name="T30" fmla="*/ 37 w 121"/>
                <a:gd name="T31" fmla="*/ 89 h 180"/>
                <a:gd name="T32" fmla="*/ 59 w 121"/>
                <a:gd name="T33" fmla="*/ 43 h 180"/>
                <a:gd name="T34" fmla="*/ 60 w 121"/>
                <a:gd name="T35" fmla="*/ 42 h 180"/>
                <a:gd name="T36" fmla="*/ 71 w 121"/>
                <a:gd name="T37" fmla="*/ 61 h 180"/>
                <a:gd name="T38" fmla="*/ 89 w 121"/>
                <a:gd name="T39" fmla="*/ 11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180">
                  <a:moveTo>
                    <a:pt x="48" y="6"/>
                  </a:moveTo>
                  <a:lnTo>
                    <a:pt x="48" y="6"/>
                  </a:lnTo>
                  <a:cubicBezTo>
                    <a:pt x="48" y="6"/>
                    <a:pt x="37" y="21"/>
                    <a:pt x="25" y="43"/>
                  </a:cubicBezTo>
                  <a:cubicBezTo>
                    <a:pt x="18" y="54"/>
                    <a:pt x="13" y="66"/>
                    <a:pt x="9" y="80"/>
                  </a:cubicBezTo>
                  <a:cubicBezTo>
                    <a:pt x="4" y="92"/>
                    <a:pt x="0" y="106"/>
                    <a:pt x="0" y="119"/>
                  </a:cubicBezTo>
                  <a:cubicBezTo>
                    <a:pt x="0" y="152"/>
                    <a:pt x="27" y="179"/>
                    <a:pt x="60" y="179"/>
                  </a:cubicBezTo>
                  <a:cubicBezTo>
                    <a:pt x="94" y="179"/>
                    <a:pt x="120" y="152"/>
                    <a:pt x="120" y="119"/>
                  </a:cubicBezTo>
                  <a:cubicBezTo>
                    <a:pt x="120" y="106"/>
                    <a:pt x="116" y="92"/>
                    <a:pt x="112" y="80"/>
                  </a:cubicBezTo>
                  <a:cubicBezTo>
                    <a:pt x="98" y="41"/>
                    <a:pt x="73" y="7"/>
                    <a:pt x="73" y="6"/>
                  </a:cubicBezTo>
                  <a:cubicBezTo>
                    <a:pt x="70" y="3"/>
                    <a:pt x="64" y="0"/>
                    <a:pt x="60" y="0"/>
                  </a:cubicBezTo>
                  <a:cubicBezTo>
                    <a:pt x="56" y="0"/>
                    <a:pt x="50" y="3"/>
                    <a:pt x="48" y="6"/>
                  </a:cubicBezTo>
                  <a:close/>
                  <a:moveTo>
                    <a:pt x="89" y="119"/>
                  </a:moveTo>
                  <a:lnTo>
                    <a:pt x="89" y="119"/>
                  </a:lnTo>
                  <a:cubicBezTo>
                    <a:pt x="89" y="135"/>
                    <a:pt x="77" y="149"/>
                    <a:pt x="60" y="149"/>
                  </a:cubicBezTo>
                  <a:cubicBezTo>
                    <a:pt x="43" y="149"/>
                    <a:pt x="31" y="135"/>
                    <a:pt x="31" y="119"/>
                  </a:cubicBezTo>
                  <a:cubicBezTo>
                    <a:pt x="31" y="110"/>
                    <a:pt x="32" y="99"/>
                    <a:pt x="37" y="89"/>
                  </a:cubicBezTo>
                  <a:cubicBezTo>
                    <a:pt x="42" y="73"/>
                    <a:pt x="52" y="56"/>
                    <a:pt x="59" y="43"/>
                  </a:cubicBezTo>
                  <a:lnTo>
                    <a:pt x="60" y="42"/>
                  </a:lnTo>
                  <a:cubicBezTo>
                    <a:pt x="64" y="48"/>
                    <a:pt x="67" y="54"/>
                    <a:pt x="71" y="61"/>
                  </a:cubicBezTo>
                  <a:cubicBezTo>
                    <a:pt x="81" y="80"/>
                    <a:pt x="89" y="103"/>
                    <a:pt x="8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4" name="Freeform 456">
              <a:extLst>
                <a:ext uri="{FF2B5EF4-FFF2-40B4-BE49-F238E27FC236}">
                  <a16:creationId xmlns:a16="http://schemas.microsoft.com/office/drawing/2014/main" id="{6533C7CC-0C14-E449-B2CF-BE0ADECA4311}"/>
                </a:ext>
              </a:extLst>
            </p:cNvPr>
            <p:cNvSpPr>
              <a:spLocks noChangeArrowheads="1"/>
            </p:cNvSpPr>
            <p:nvPr/>
          </p:nvSpPr>
          <p:spPr bwMode="auto">
            <a:xfrm>
              <a:off x="3741738" y="5489575"/>
              <a:ext cx="42862" cy="65088"/>
            </a:xfrm>
            <a:custGeom>
              <a:avLst/>
              <a:gdLst>
                <a:gd name="T0" fmla="*/ 72 w 120"/>
                <a:gd name="T1" fmla="*/ 5 h 179"/>
                <a:gd name="T2" fmla="*/ 72 w 120"/>
                <a:gd name="T3" fmla="*/ 5 h 179"/>
                <a:gd name="T4" fmla="*/ 60 w 120"/>
                <a:gd name="T5" fmla="*/ 0 h 179"/>
                <a:gd name="T6" fmla="*/ 48 w 120"/>
                <a:gd name="T7" fmla="*/ 5 h 179"/>
                <a:gd name="T8" fmla="*/ 24 w 120"/>
                <a:gd name="T9" fmla="*/ 43 h 179"/>
                <a:gd name="T10" fmla="*/ 9 w 120"/>
                <a:gd name="T11" fmla="*/ 79 h 179"/>
                <a:gd name="T12" fmla="*/ 0 w 120"/>
                <a:gd name="T13" fmla="*/ 118 h 179"/>
                <a:gd name="T14" fmla="*/ 60 w 120"/>
                <a:gd name="T15" fmla="*/ 178 h 179"/>
                <a:gd name="T16" fmla="*/ 119 w 120"/>
                <a:gd name="T17" fmla="*/ 118 h 179"/>
                <a:gd name="T18" fmla="*/ 112 w 120"/>
                <a:gd name="T19" fmla="*/ 79 h 179"/>
                <a:gd name="T20" fmla="*/ 72 w 120"/>
                <a:gd name="T21" fmla="*/ 5 h 179"/>
                <a:gd name="T22" fmla="*/ 60 w 120"/>
                <a:gd name="T23" fmla="*/ 149 h 179"/>
                <a:gd name="T24" fmla="*/ 60 w 120"/>
                <a:gd name="T25" fmla="*/ 149 h 179"/>
                <a:gd name="T26" fmla="*/ 30 w 120"/>
                <a:gd name="T27" fmla="*/ 118 h 179"/>
                <a:gd name="T28" fmla="*/ 37 w 120"/>
                <a:gd name="T29" fmla="*/ 89 h 179"/>
                <a:gd name="T30" fmla="*/ 59 w 120"/>
                <a:gd name="T31" fmla="*/ 43 h 179"/>
                <a:gd name="T32" fmla="*/ 60 w 120"/>
                <a:gd name="T33" fmla="*/ 42 h 179"/>
                <a:gd name="T34" fmla="*/ 72 w 120"/>
                <a:gd name="T35" fmla="*/ 61 h 179"/>
                <a:gd name="T36" fmla="*/ 90 w 120"/>
                <a:gd name="T37" fmla="*/ 118 h 179"/>
                <a:gd name="T38" fmla="*/ 60 w 120"/>
                <a:gd name="T39" fmla="*/ 14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79">
                  <a:moveTo>
                    <a:pt x="72" y="5"/>
                  </a:moveTo>
                  <a:lnTo>
                    <a:pt x="72" y="5"/>
                  </a:lnTo>
                  <a:cubicBezTo>
                    <a:pt x="69" y="3"/>
                    <a:pt x="65" y="0"/>
                    <a:pt x="60" y="0"/>
                  </a:cubicBezTo>
                  <a:cubicBezTo>
                    <a:pt x="55" y="0"/>
                    <a:pt x="51" y="3"/>
                    <a:pt x="48" y="5"/>
                  </a:cubicBezTo>
                  <a:cubicBezTo>
                    <a:pt x="48" y="5"/>
                    <a:pt x="37" y="21"/>
                    <a:pt x="24" y="43"/>
                  </a:cubicBezTo>
                  <a:cubicBezTo>
                    <a:pt x="19" y="54"/>
                    <a:pt x="13" y="65"/>
                    <a:pt x="9" y="79"/>
                  </a:cubicBezTo>
                  <a:cubicBezTo>
                    <a:pt x="3" y="92"/>
                    <a:pt x="0" y="106"/>
                    <a:pt x="0" y="118"/>
                  </a:cubicBezTo>
                  <a:cubicBezTo>
                    <a:pt x="0" y="152"/>
                    <a:pt x="27" y="178"/>
                    <a:pt x="60" y="178"/>
                  </a:cubicBezTo>
                  <a:cubicBezTo>
                    <a:pt x="92" y="178"/>
                    <a:pt x="119" y="152"/>
                    <a:pt x="119" y="118"/>
                  </a:cubicBezTo>
                  <a:cubicBezTo>
                    <a:pt x="119" y="106"/>
                    <a:pt x="116" y="92"/>
                    <a:pt x="112" y="79"/>
                  </a:cubicBezTo>
                  <a:cubicBezTo>
                    <a:pt x="98" y="40"/>
                    <a:pt x="72" y="7"/>
                    <a:pt x="72" y="5"/>
                  </a:cubicBezTo>
                  <a:close/>
                  <a:moveTo>
                    <a:pt x="60" y="149"/>
                  </a:moveTo>
                  <a:lnTo>
                    <a:pt x="60" y="149"/>
                  </a:lnTo>
                  <a:cubicBezTo>
                    <a:pt x="44" y="149"/>
                    <a:pt x="30" y="135"/>
                    <a:pt x="30" y="118"/>
                  </a:cubicBezTo>
                  <a:cubicBezTo>
                    <a:pt x="30" y="110"/>
                    <a:pt x="33" y="99"/>
                    <a:pt x="37" y="89"/>
                  </a:cubicBezTo>
                  <a:cubicBezTo>
                    <a:pt x="42" y="72"/>
                    <a:pt x="51" y="56"/>
                    <a:pt x="59" y="43"/>
                  </a:cubicBezTo>
                  <a:cubicBezTo>
                    <a:pt x="59" y="43"/>
                    <a:pt x="59" y="42"/>
                    <a:pt x="60" y="42"/>
                  </a:cubicBezTo>
                  <a:cubicBezTo>
                    <a:pt x="63" y="47"/>
                    <a:pt x="67" y="54"/>
                    <a:pt x="72" y="61"/>
                  </a:cubicBezTo>
                  <a:cubicBezTo>
                    <a:pt x="81" y="79"/>
                    <a:pt x="90" y="103"/>
                    <a:pt x="90" y="118"/>
                  </a:cubicBezTo>
                  <a:cubicBezTo>
                    <a:pt x="90" y="135"/>
                    <a:pt x="76" y="149"/>
                    <a:pt x="60"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97DCAF04-7B38-AB0A-157A-EF3924F943C3}"/>
                </a:ext>
              </a:extLst>
            </p:cNvPr>
            <p:cNvSpPr>
              <a:spLocks noChangeArrowheads="1"/>
            </p:cNvSpPr>
            <p:nvPr/>
          </p:nvSpPr>
          <p:spPr bwMode="auto">
            <a:xfrm>
              <a:off x="3763963" y="5553075"/>
              <a:ext cx="42862" cy="65088"/>
            </a:xfrm>
            <a:custGeom>
              <a:avLst/>
              <a:gdLst>
                <a:gd name="T0" fmla="*/ 7 w 120"/>
                <a:gd name="T1" fmla="*/ 80 h 180"/>
                <a:gd name="T2" fmla="*/ 7 w 120"/>
                <a:gd name="T3" fmla="*/ 80 h 180"/>
                <a:gd name="T4" fmla="*/ 0 w 120"/>
                <a:gd name="T5" fmla="*/ 119 h 180"/>
                <a:gd name="T6" fmla="*/ 59 w 120"/>
                <a:gd name="T7" fmla="*/ 179 h 180"/>
                <a:gd name="T8" fmla="*/ 119 w 120"/>
                <a:gd name="T9" fmla="*/ 119 h 180"/>
                <a:gd name="T10" fmla="*/ 111 w 120"/>
                <a:gd name="T11" fmla="*/ 80 h 180"/>
                <a:gd name="T12" fmla="*/ 72 w 120"/>
                <a:gd name="T13" fmla="*/ 6 h 180"/>
                <a:gd name="T14" fmla="*/ 59 w 120"/>
                <a:gd name="T15" fmla="*/ 0 h 180"/>
                <a:gd name="T16" fmla="*/ 48 w 120"/>
                <a:gd name="T17" fmla="*/ 6 h 180"/>
                <a:gd name="T18" fmla="*/ 24 w 120"/>
                <a:gd name="T19" fmla="*/ 44 h 180"/>
                <a:gd name="T20" fmla="*/ 7 w 120"/>
                <a:gd name="T21" fmla="*/ 80 h 180"/>
                <a:gd name="T22" fmla="*/ 35 w 120"/>
                <a:gd name="T23" fmla="*/ 90 h 180"/>
                <a:gd name="T24" fmla="*/ 35 w 120"/>
                <a:gd name="T25" fmla="*/ 90 h 180"/>
                <a:gd name="T26" fmla="*/ 58 w 120"/>
                <a:gd name="T27" fmla="*/ 44 h 180"/>
                <a:gd name="T28" fmla="*/ 59 w 120"/>
                <a:gd name="T29" fmla="*/ 42 h 180"/>
                <a:gd name="T30" fmla="*/ 70 w 120"/>
                <a:gd name="T31" fmla="*/ 62 h 180"/>
                <a:gd name="T32" fmla="*/ 90 w 120"/>
                <a:gd name="T33" fmla="*/ 119 h 180"/>
                <a:gd name="T34" fmla="*/ 59 w 120"/>
                <a:gd name="T35" fmla="*/ 150 h 180"/>
                <a:gd name="T36" fmla="*/ 30 w 120"/>
                <a:gd name="T37" fmla="*/ 119 h 180"/>
                <a:gd name="T38" fmla="*/ 35 w 120"/>
                <a:gd name="T39" fmla="*/ 90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80">
                  <a:moveTo>
                    <a:pt x="7" y="80"/>
                  </a:moveTo>
                  <a:lnTo>
                    <a:pt x="7" y="80"/>
                  </a:lnTo>
                  <a:cubicBezTo>
                    <a:pt x="3" y="92"/>
                    <a:pt x="0" y="106"/>
                    <a:pt x="0" y="119"/>
                  </a:cubicBezTo>
                  <a:cubicBezTo>
                    <a:pt x="0" y="152"/>
                    <a:pt x="27" y="179"/>
                    <a:pt x="59" y="179"/>
                  </a:cubicBezTo>
                  <a:cubicBezTo>
                    <a:pt x="92" y="179"/>
                    <a:pt x="119" y="152"/>
                    <a:pt x="119" y="119"/>
                  </a:cubicBezTo>
                  <a:cubicBezTo>
                    <a:pt x="119" y="106"/>
                    <a:pt x="116" y="92"/>
                    <a:pt x="111" y="80"/>
                  </a:cubicBezTo>
                  <a:cubicBezTo>
                    <a:pt x="98" y="41"/>
                    <a:pt x="72" y="7"/>
                    <a:pt x="72" y="6"/>
                  </a:cubicBezTo>
                  <a:cubicBezTo>
                    <a:pt x="69" y="3"/>
                    <a:pt x="65" y="0"/>
                    <a:pt x="59" y="0"/>
                  </a:cubicBezTo>
                  <a:cubicBezTo>
                    <a:pt x="55" y="0"/>
                    <a:pt x="51" y="3"/>
                    <a:pt x="48" y="6"/>
                  </a:cubicBezTo>
                  <a:cubicBezTo>
                    <a:pt x="48" y="6"/>
                    <a:pt x="35" y="21"/>
                    <a:pt x="24" y="44"/>
                  </a:cubicBezTo>
                  <a:cubicBezTo>
                    <a:pt x="19" y="55"/>
                    <a:pt x="13" y="66"/>
                    <a:pt x="7" y="80"/>
                  </a:cubicBezTo>
                  <a:close/>
                  <a:moveTo>
                    <a:pt x="35" y="90"/>
                  </a:moveTo>
                  <a:lnTo>
                    <a:pt x="35" y="90"/>
                  </a:lnTo>
                  <a:cubicBezTo>
                    <a:pt x="41" y="73"/>
                    <a:pt x="51" y="56"/>
                    <a:pt x="58" y="44"/>
                  </a:cubicBezTo>
                  <a:cubicBezTo>
                    <a:pt x="59" y="44"/>
                    <a:pt x="59" y="42"/>
                    <a:pt x="59" y="42"/>
                  </a:cubicBezTo>
                  <a:cubicBezTo>
                    <a:pt x="63" y="48"/>
                    <a:pt x="67" y="55"/>
                    <a:pt x="70" y="62"/>
                  </a:cubicBezTo>
                  <a:cubicBezTo>
                    <a:pt x="81" y="80"/>
                    <a:pt x="90" y="104"/>
                    <a:pt x="90" y="119"/>
                  </a:cubicBezTo>
                  <a:cubicBezTo>
                    <a:pt x="90" y="136"/>
                    <a:pt x="76" y="150"/>
                    <a:pt x="59" y="150"/>
                  </a:cubicBezTo>
                  <a:cubicBezTo>
                    <a:pt x="44" y="150"/>
                    <a:pt x="30" y="136"/>
                    <a:pt x="30" y="119"/>
                  </a:cubicBezTo>
                  <a:cubicBezTo>
                    <a:pt x="30" y="111"/>
                    <a:pt x="32" y="99"/>
                    <a:pt x="3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6" name="Group 559">
            <a:extLst>
              <a:ext uri="{FF2B5EF4-FFF2-40B4-BE49-F238E27FC236}">
                <a16:creationId xmlns:a16="http://schemas.microsoft.com/office/drawing/2014/main" id="{37192489-339A-A98C-B6DE-876F4620E22F}"/>
              </a:ext>
            </a:extLst>
          </p:cNvPr>
          <p:cNvGrpSpPr/>
          <p:nvPr/>
        </p:nvGrpSpPr>
        <p:grpSpPr>
          <a:xfrm>
            <a:off x="5733131" y="5511701"/>
            <a:ext cx="134938" cy="257175"/>
            <a:chOff x="4705350" y="5875338"/>
            <a:chExt cx="134938" cy="257175"/>
          </a:xfrm>
          <a:solidFill>
            <a:schemeClr val="tx2"/>
          </a:solidFill>
        </p:grpSpPr>
        <p:sp>
          <p:nvSpPr>
            <p:cNvPr id="557" name="Freeform 458">
              <a:extLst>
                <a:ext uri="{FF2B5EF4-FFF2-40B4-BE49-F238E27FC236}">
                  <a16:creationId xmlns:a16="http://schemas.microsoft.com/office/drawing/2014/main" id="{1C0D3E7B-C249-A449-B13B-F013DCBAE3F6}"/>
                </a:ext>
              </a:extLst>
            </p:cNvPr>
            <p:cNvSpPr>
              <a:spLocks noChangeArrowheads="1"/>
            </p:cNvSpPr>
            <p:nvPr/>
          </p:nvSpPr>
          <p:spPr bwMode="auto">
            <a:xfrm>
              <a:off x="4705350" y="5907088"/>
              <a:ext cx="107950" cy="225425"/>
            </a:xfrm>
            <a:custGeom>
              <a:avLst/>
              <a:gdLst>
                <a:gd name="T0" fmla="*/ 137 w 301"/>
                <a:gd name="T1" fmla="*/ 119 h 626"/>
                <a:gd name="T2" fmla="*/ 137 w 301"/>
                <a:gd name="T3" fmla="*/ 119 h 626"/>
                <a:gd name="T4" fmla="*/ 137 w 301"/>
                <a:gd name="T5" fmla="*/ 14 h 626"/>
                <a:gd name="T6" fmla="*/ 122 w 301"/>
                <a:gd name="T7" fmla="*/ 0 h 626"/>
                <a:gd name="T8" fmla="*/ 108 w 301"/>
                <a:gd name="T9" fmla="*/ 14 h 626"/>
                <a:gd name="T10" fmla="*/ 108 w 301"/>
                <a:gd name="T11" fmla="*/ 119 h 626"/>
                <a:gd name="T12" fmla="*/ 16 w 301"/>
                <a:gd name="T13" fmla="*/ 119 h 626"/>
                <a:gd name="T14" fmla="*/ 0 w 301"/>
                <a:gd name="T15" fmla="*/ 134 h 626"/>
                <a:gd name="T16" fmla="*/ 16 w 301"/>
                <a:gd name="T17" fmla="*/ 148 h 626"/>
                <a:gd name="T18" fmla="*/ 108 w 301"/>
                <a:gd name="T19" fmla="*/ 148 h 626"/>
                <a:gd name="T20" fmla="*/ 108 w 301"/>
                <a:gd name="T21" fmla="*/ 520 h 626"/>
                <a:gd name="T22" fmla="*/ 108 w 301"/>
                <a:gd name="T23" fmla="*/ 520 h 626"/>
                <a:gd name="T24" fmla="*/ 136 w 301"/>
                <a:gd name="T25" fmla="*/ 598 h 626"/>
                <a:gd name="T26" fmla="*/ 204 w 301"/>
                <a:gd name="T27" fmla="*/ 625 h 626"/>
                <a:gd name="T28" fmla="*/ 272 w 301"/>
                <a:gd name="T29" fmla="*/ 598 h 626"/>
                <a:gd name="T30" fmla="*/ 300 w 301"/>
                <a:gd name="T31" fmla="*/ 536 h 626"/>
                <a:gd name="T32" fmla="*/ 286 w 301"/>
                <a:gd name="T33" fmla="*/ 520 h 626"/>
                <a:gd name="T34" fmla="*/ 271 w 301"/>
                <a:gd name="T35" fmla="*/ 536 h 626"/>
                <a:gd name="T36" fmla="*/ 271 w 301"/>
                <a:gd name="T37" fmla="*/ 536 h 626"/>
                <a:gd name="T38" fmla="*/ 251 w 301"/>
                <a:gd name="T39" fmla="*/ 578 h 626"/>
                <a:gd name="T40" fmla="*/ 204 w 301"/>
                <a:gd name="T41" fmla="*/ 594 h 626"/>
                <a:gd name="T42" fmla="*/ 157 w 301"/>
                <a:gd name="T43" fmla="*/ 578 h 626"/>
                <a:gd name="T44" fmla="*/ 137 w 301"/>
                <a:gd name="T45" fmla="*/ 520 h 626"/>
                <a:gd name="T46" fmla="*/ 137 w 301"/>
                <a:gd name="T47" fmla="*/ 520 h 626"/>
                <a:gd name="T48" fmla="*/ 137 w 301"/>
                <a:gd name="T49" fmla="*/ 148 h 626"/>
                <a:gd name="T50" fmla="*/ 223 w 301"/>
                <a:gd name="T51" fmla="*/ 148 h 626"/>
                <a:gd name="T52" fmla="*/ 239 w 301"/>
                <a:gd name="T53" fmla="*/ 134 h 626"/>
                <a:gd name="T54" fmla="*/ 223 w 301"/>
                <a:gd name="T55" fmla="*/ 119 h 626"/>
                <a:gd name="T56" fmla="*/ 137 w 301"/>
                <a:gd name="T57" fmla="*/ 119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1" h="626">
                  <a:moveTo>
                    <a:pt x="137" y="119"/>
                  </a:moveTo>
                  <a:lnTo>
                    <a:pt x="137" y="119"/>
                  </a:lnTo>
                  <a:cubicBezTo>
                    <a:pt x="137" y="14"/>
                    <a:pt x="137" y="14"/>
                    <a:pt x="137" y="14"/>
                  </a:cubicBezTo>
                  <a:cubicBezTo>
                    <a:pt x="137" y="7"/>
                    <a:pt x="130" y="0"/>
                    <a:pt x="122" y="0"/>
                  </a:cubicBezTo>
                  <a:cubicBezTo>
                    <a:pt x="113" y="0"/>
                    <a:pt x="108" y="7"/>
                    <a:pt x="108" y="14"/>
                  </a:cubicBezTo>
                  <a:cubicBezTo>
                    <a:pt x="108" y="119"/>
                    <a:pt x="108" y="119"/>
                    <a:pt x="108" y="119"/>
                  </a:cubicBezTo>
                  <a:cubicBezTo>
                    <a:pt x="16" y="119"/>
                    <a:pt x="16" y="119"/>
                    <a:pt x="16" y="119"/>
                  </a:cubicBezTo>
                  <a:cubicBezTo>
                    <a:pt x="7" y="119"/>
                    <a:pt x="0" y="126"/>
                    <a:pt x="0" y="134"/>
                  </a:cubicBezTo>
                  <a:cubicBezTo>
                    <a:pt x="0" y="142"/>
                    <a:pt x="7" y="148"/>
                    <a:pt x="16" y="148"/>
                  </a:cubicBezTo>
                  <a:cubicBezTo>
                    <a:pt x="108" y="148"/>
                    <a:pt x="108" y="148"/>
                    <a:pt x="108" y="148"/>
                  </a:cubicBezTo>
                  <a:cubicBezTo>
                    <a:pt x="108" y="520"/>
                    <a:pt x="108" y="520"/>
                    <a:pt x="108" y="520"/>
                  </a:cubicBezTo>
                  <a:lnTo>
                    <a:pt x="108" y="520"/>
                  </a:lnTo>
                  <a:cubicBezTo>
                    <a:pt x="108" y="554"/>
                    <a:pt x="117" y="580"/>
                    <a:pt x="136" y="598"/>
                  </a:cubicBezTo>
                  <a:cubicBezTo>
                    <a:pt x="154" y="617"/>
                    <a:pt x="177" y="625"/>
                    <a:pt x="204" y="625"/>
                  </a:cubicBezTo>
                  <a:cubicBezTo>
                    <a:pt x="230" y="625"/>
                    <a:pt x="254" y="615"/>
                    <a:pt x="272" y="598"/>
                  </a:cubicBezTo>
                  <a:cubicBezTo>
                    <a:pt x="289" y="583"/>
                    <a:pt x="300" y="561"/>
                    <a:pt x="300" y="536"/>
                  </a:cubicBezTo>
                  <a:cubicBezTo>
                    <a:pt x="300" y="527"/>
                    <a:pt x="295" y="520"/>
                    <a:pt x="286" y="520"/>
                  </a:cubicBezTo>
                  <a:cubicBezTo>
                    <a:pt x="278" y="520"/>
                    <a:pt x="271" y="527"/>
                    <a:pt x="271" y="536"/>
                  </a:cubicBezTo>
                  <a:lnTo>
                    <a:pt x="271" y="536"/>
                  </a:lnTo>
                  <a:cubicBezTo>
                    <a:pt x="271" y="551"/>
                    <a:pt x="264" y="566"/>
                    <a:pt x="251" y="578"/>
                  </a:cubicBezTo>
                  <a:cubicBezTo>
                    <a:pt x="240" y="587"/>
                    <a:pt x="223" y="594"/>
                    <a:pt x="204" y="594"/>
                  </a:cubicBezTo>
                  <a:cubicBezTo>
                    <a:pt x="184" y="594"/>
                    <a:pt x="168" y="589"/>
                    <a:pt x="157" y="578"/>
                  </a:cubicBezTo>
                  <a:cubicBezTo>
                    <a:pt x="145" y="565"/>
                    <a:pt x="137" y="547"/>
                    <a:pt x="137" y="520"/>
                  </a:cubicBezTo>
                  <a:lnTo>
                    <a:pt x="137" y="520"/>
                  </a:lnTo>
                  <a:cubicBezTo>
                    <a:pt x="137" y="148"/>
                    <a:pt x="137" y="148"/>
                    <a:pt x="137" y="148"/>
                  </a:cubicBezTo>
                  <a:cubicBezTo>
                    <a:pt x="223" y="148"/>
                    <a:pt x="223" y="148"/>
                    <a:pt x="223" y="148"/>
                  </a:cubicBezTo>
                  <a:cubicBezTo>
                    <a:pt x="232" y="148"/>
                    <a:pt x="239" y="142"/>
                    <a:pt x="239" y="134"/>
                  </a:cubicBezTo>
                  <a:cubicBezTo>
                    <a:pt x="239" y="126"/>
                    <a:pt x="232" y="119"/>
                    <a:pt x="223" y="119"/>
                  </a:cubicBezTo>
                  <a:lnTo>
                    <a:pt x="137" y="11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59">
              <a:extLst>
                <a:ext uri="{FF2B5EF4-FFF2-40B4-BE49-F238E27FC236}">
                  <a16:creationId xmlns:a16="http://schemas.microsoft.com/office/drawing/2014/main" id="{3DDAC296-E9EA-7186-0B44-2B59AF2AA5BC}"/>
                </a:ext>
              </a:extLst>
            </p:cNvPr>
            <p:cNvSpPr>
              <a:spLocks noChangeArrowheads="1"/>
            </p:cNvSpPr>
            <p:nvPr/>
          </p:nvSpPr>
          <p:spPr bwMode="auto">
            <a:xfrm>
              <a:off x="4786313" y="5875338"/>
              <a:ext cx="53975" cy="53975"/>
            </a:xfrm>
            <a:custGeom>
              <a:avLst/>
              <a:gdLst>
                <a:gd name="T0" fmla="*/ 74 w 151"/>
                <a:gd name="T1" fmla="*/ 148 h 149"/>
                <a:gd name="T2" fmla="*/ 74 w 151"/>
                <a:gd name="T3" fmla="*/ 148 h 149"/>
                <a:gd name="T4" fmla="*/ 150 w 151"/>
                <a:gd name="T5" fmla="*/ 74 h 149"/>
                <a:gd name="T6" fmla="*/ 74 w 151"/>
                <a:gd name="T7" fmla="*/ 0 h 149"/>
                <a:gd name="T8" fmla="*/ 0 w 151"/>
                <a:gd name="T9" fmla="*/ 74 h 149"/>
                <a:gd name="T10" fmla="*/ 74 w 151"/>
                <a:gd name="T11" fmla="*/ 148 h 149"/>
                <a:gd name="T12" fmla="*/ 74 w 151"/>
                <a:gd name="T13" fmla="*/ 29 h 149"/>
                <a:gd name="T14" fmla="*/ 74 w 151"/>
                <a:gd name="T15" fmla="*/ 29 h 149"/>
                <a:gd name="T16" fmla="*/ 119 w 151"/>
                <a:gd name="T17" fmla="*/ 74 h 149"/>
                <a:gd name="T18" fmla="*/ 74 w 151"/>
                <a:gd name="T19" fmla="*/ 118 h 149"/>
                <a:gd name="T20" fmla="*/ 30 w 151"/>
                <a:gd name="T21" fmla="*/ 74 h 149"/>
                <a:gd name="T22" fmla="*/ 74 w 151"/>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49">
                  <a:moveTo>
                    <a:pt x="74" y="148"/>
                  </a:moveTo>
                  <a:lnTo>
                    <a:pt x="74" y="148"/>
                  </a:lnTo>
                  <a:cubicBezTo>
                    <a:pt x="116" y="148"/>
                    <a:pt x="150" y="116"/>
                    <a:pt x="150" y="74"/>
                  </a:cubicBezTo>
                  <a:cubicBezTo>
                    <a:pt x="150" y="33"/>
                    <a:pt x="116" y="0"/>
                    <a:pt x="74" y="0"/>
                  </a:cubicBezTo>
                  <a:cubicBezTo>
                    <a:pt x="34" y="0"/>
                    <a:pt x="0" y="33"/>
                    <a:pt x="0" y="74"/>
                  </a:cubicBezTo>
                  <a:cubicBezTo>
                    <a:pt x="0" y="116"/>
                    <a:pt x="34" y="148"/>
                    <a:pt x="74" y="148"/>
                  </a:cubicBezTo>
                  <a:close/>
                  <a:moveTo>
                    <a:pt x="74" y="29"/>
                  </a:moveTo>
                  <a:lnTo>
                    <a:pt x="74" y="29"/>
                  </a:lnTo>
                  <a:cubicBezTo>
                    <a:pt x="99" y="29"/>
                    <a:pt x="119" y="49"/>
                    <a:pt x="119" y="74"/>
                  </a:cubicBezTo>
                  <a:cubicBezTo>
                    <a:pt x="119" y="99"/>
                    <a:pt x="99" y="118"/>
                    <a:pt x="74" y="118"/>
                  </a:cubicBezTo>
                  <a:cubicBezTo>
                    <a:pt x="51" y="118"/>
                    <a:pt x="30" y="99"/>
                    <a:pt x="30" y="74"/>
                  </a:cubicBezTo>
                  <a:cubicBezTo>
                    <a:pt x="30" y="49"/>
                    <a:pt x="51"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9" name="Group 562">
            <a:extLst>
              <a:ext uri="{FF2B5EF4-FFF2-40B4-BE49-F238E27FC236}">
                <a16:creationId xmlns:a16="http://schemas.microsoft.com/office/drawing/2014/main" id="{663951B1-0C70-BB7A-FBC6-3A8AA734CD1D}"/>
              </a:ext>
            </a:extLst>
          </p:cNvPr>
          <p:cNvGrpSpPr/>
          <p:nvPr/>
        </p:nvGrpSpPr>
        <p:grpSpPr>
          <a:xfrm>
            <a:off x="4658394" y="5514082"/>
            <a:ext cx="247650" cy="252412"/>
            <a:chOff x="3630613" y="5875338"/>
            <a:chExt cx="247650" cy="252412"/>
          </a:xfrm>
          <a:solidFill>
            <a:schemeClr val="tx2"/>
          </a:solidFill>
        </p:grpSpPr>
        <p:sp>
          <p:nvSpPr>
            <p:cNvPr id="560" name="Freeform 460">
              <a:extLst>
                <a:ext uri="{FF2B5EF4-FFF2-40B4-BE49-F238E27FC236}">
                  <a16:creationId xmlns:a16="http://schemas.microsoft.com/office/drawing/2014/main" id="{9C6BA9F4-652E-C611-377E-B7FBDDA43CD9}"/>
                </a:ext>
              </a:extLst>
            </p:cNvPr>
            <p:cNvSpPr>
              <a:spLocks noChangeArrowheads="1"/>
            </p:cNvSpPr>
            <p:nvPr/>
          </p:nvSpPr>
          <p:spPr bwMode="auto">
            <a:xfrm>
              <a:off x="3630613" y="5895975"/>
              <a:ext cx="247650" cy="231775"/>
            </a:xfrm>
            <a:custGeom>
              <a:avLst/>
              <a:gdLst>
                <a:gd name="T0" fmla="*/ 342 w 686"/>
                <a:gd name="T1" fmla="*/ 0 h 644"/>
                <a:gd name="T2" fmla="*/ 4 w 686"/>
                <a:gd name="T3" fmla="*/ 353 h 644"/>
                <a:gd name="T4" fmla="*/ 15 w 686"/>
                <a:gd name="T5" fmla="*/ 357 h 644"/>
                <a:gd name="T6" fmla="*/ 17 w 686"/>
                <a:gd name="T7" fmla="*/ 357 h 644"/>
                <a:gd name="T8" fmla="*/ 22 w 686"/>
                <a:gd name="T9" fmla="*/ 356 h 644"/>
                <a:gd name="T10" fmla="*/ 27 w 686"/>
                <a:gd name="T11" fmla="*/ 353 h 644"/>
                <a:gd name="T12" fmla="*/ 29 w 686"/>
                <a:gd name="T13" fmla="*/ 349 h 644"/>
                <a:gd name="T14" fmla="*/ 31 w 686"/>
                <a:gd name="T15" fmla="*/ 344 h 644"/>
                <a:gd name="T16" fmla="*/ 31 w 686"/>
                <a:gd name="T17" fmla="*/ 342 h 644"/>
                <a:gd name="T18" fmla="*/ 31 w 686"/>
                <a:gd name="T19" fmla="*/ 342 h 644"/>
                <a:gd name="T20" fmla="*/ 73 w 686"/>
                <a:gd name="T21" fmla="*/ 309 h 644"/>
                <a:gd name="T22" fmla="*/ 180 w 686"/>
                <a:gd name="T23" fmla="*/ 316 h 644"/>
                <a:gd name="T24" fmla="*/ 206 w 686"/>
                <a:gd name="T25" fmla="*/ 342 h 644"/>
                <a:gd name="T26" fmla="*/ 206 w 686"/>
                <a:gd name="T27" fmla="*/ 344 h 644"/>
                <a:gd name="T28" fmla="*/ 208 w 686"/>
                <a:gd name="T29" fmla="*/ 346 h 644"/>
                <a:gd name="T30" fmla="*/ 209 w 686"/>
                <a:gd name="T31" fmla="*/ 352 h 644"/>
                <a:gd name="T32" fmla="*/ 213 w 686"/>
                <a:gd name="T33" fmla="*/ 355 h 644"/>
                <a:gd name="T34" fmla="*/ 219 w 686"/>
                <a:gd name="T35" fmla="*/ 357 h 644"/>
                <a:gd name="T36" fmla="*/ 222 w 686"/>
                <a:gd name="T37" fmla="*/ 357 h 644"/>
                <a:gd name="T38" fmla="*/ 223 w 686"/>
                <a:gd name="T39" fmla="*/ 357 h 644"/>
                <a:gd name="T40" fmla="*/ 239 w 686"/>
                <a:gd name="T41" fmla="*/ 344 h 644"/>
                <a:gd name="T42" fmla="*/ 283 w 686"/>
                <a:gd name="T43" fmla="*/ 309 h 644"/>
                <a:gd name="T44" fmla="*/ 328 w 686"/>
                <a:gd name="T45" fmla="*/ 579 h 644"/>
                <a:gd name="T46" fmla="*/ 328 w 686"/>
                <a:gd name="T47" fmla="*/ 579 h 644"/>
                <a:gd name="T48" fmla="*/ 353 w 686"/>
                <a:gd name="T49" fmla="*/ 634 h 644"/>
                <a:gd name="T50" fmla="*/ 418 w 686"/>
                <a:gd name="T51" fmla="*/ 635 h 644"/>
                <a:gd name="T52" fmla="*/ 444 w 686"/>
                <a:gd name="T53" fmla="*/ 585 h 644"/>
                <a:gd name="T54" fmla="*/ 430 w 686"/>
                <a:gd name="T55" fmla="*/ 569 h 644"/>
                <a:gd name="T56" fmla="*/ 414 w 686"/>
                <a:gd name="T57" fmla="*/ 585 h 644"/>
                <a:gd name="T58" fmla="*/ 403 w 686"/>
                <a:gd name="T59" fmla="*/ 610 h 644"/>
                <a:gd name="T60" fmla="*/ 370 w 686"/>
                <a:gd name="T61" fmla="*/ 609 h 644"/>
                <a:gd name="T62" fmla="*/ 357 w 686"/>
                <a:gd name="T63" fmla="*/ 579 h 644"/>
                <a:gd name="T64" fmla="*/ 357 w 686"/>
                <a:gd name="T65" fmla="*/ 579 h 644"/>
                <a:gd name="T66" fmla="*/ 417 w 686"/>
                <a:gd name="T67" fmla="*/ 316 h 644"/>
                <a:gd name="T68" fmla="*/ 446 w 686"/>
                <a:gd name="T69" fmla="*/ 344 h 644"/>
                <a:gd name="T70" fmla="*/ 462 w 686"/>
                <a:gd name="T71" fmla="*/ 357 h 644"/>
                <a:gd name="T72" fmla="*/ 463 w 686"/>
                <a:gd name="T73" fmla="*/ 357 h 644"/>
                <a:gd name="T74" fmla="*/ 469 w 686"/>
                <a:gd name="T75" fmla="*/ 356 h 644"/>
                <a:gd name="T76" fmla="*/ 473 w 686"/>
                <a:gd name="T77" fmla="*/ 353 h 644"/>
                <a:gd name="T78" fmla="*/ 476 w 686"/>
                <a:gd name="T79" fmla="*/ 349 h 644"/>
                <a:gd name="T80" fmla="*/ 477 w 686"/>
                <a:gd name="T81" fmla="*/ 344 h 644"/>
                <a:gd name="T82" fmla="*/ 477 w 686"/>
                <a:gd name="T83" fmla="*/ 342 h 644"/>
                <a:gd name="T84" fmla="*/ 477 w 686"/>
                <a:gd name="T85" fmla="*/ 342 h 644"/>
                <a:gd name="T86" fmla="*/ 516 w 686"/>
                <a:gd name="T87" fmla="*/ 309 h 644"/>
                <a:gd name="T88" fmla="*/ 629 w 686"/>
                <a:gd name="T89" fmla="*/ 314 h 644"/>
                <a:gd name="T90" fmla="*/ 653 w 686"/>
                <a:gd name="T91" fmla="*/ 342 h 644"/>
                <a:gd name="T92" fmla="*/ 653 w 686"/>
                <a:gd name="T93" fmla="*/ 344 h 644"/>
                <a:gd name="T94" fmla="*/ 654 w 686"/>
                <a:gd name="T95" fmla="*/ 346 h 644"/>
                <a:gd name="T96" fmla="*/ 656 w 686"/>
                <a:gd name="T97" fmla="*/ 350 h 644"/>
                <a:gd name="T98" fmla="*/ 660 w 686"/>
                <a:gd name="T99" fmla="*/ 355 h 644"/>
                <a:gd name="T100" fmla="*/ 665 w 686"/>
                <a:gd name="T101" fmla="*/ 357 h 644"/>
                <a:gd name="T102" fmla="*/ 668 w 686"/>
                <a:gd name="T103" fmla="*/ 357 h 644"/>
                <a:gd name="T104" fmla="*/ 669 w 686"/>
                <a:gd name="T105" fmla="*/ 357 h 644"/>
                <a:gd name="T106" fmla="*/ 685 w 686"/>
                <a:gd name="T107" fmla="*/ 344 h 644"/>
                <a:gd name="T108" fmla="*/ 626 w 686"/>
                <a:gd name="T109" fmla="*/ 281 h 644"/>
                <a:gd name="T110" fmla="*/ 565 w 686"/>
                <a:gd name="T111" fmla="*/ 268 h 644"/>
                <a:gd name="T112" fmla="*/ 460 w 686"/>
                <a:gd name="T113" fmla="*/ 310 h 644"/>
                <a:gd name="T114" fmla="*/ 342 w 686"/>
                <a:gd name="T115" fmla="*/ 268 h 644"/>
                <a:gd name="T116" fmla="*/ 223 w 686"/>
                <a:gd name="T117" fmla="*/ 310 h 644"/>
                <a:gd name="T118" fmla="*/ 119 w 686"/>
                <a:gd name="T119" fmla="*/ 268 h 644"/>
                <a:gd name="T120" fmla="*/ 34 w 686"/>
                <a:gd name="T121" fmla="*/ 295 h 644"/>
                <a:gd name="T122" fmla="*/ 342 w 686"/>
                <a:gd name="T123" fmla="*/ 31 h 644"/>
                <a:gd name="T124" fmla="*/ 650 w 686"/>
                <a:gd name="T125" fmla="*/ 293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86" h="644">
                  <a:moveTo>
                    <a:pt x="342" y="0"/>
                  </a:moveTo>
                  <a:lnTo>
                    <a:pt x="342" y="0"/>
                  </a:lnTo>
                  <a:cubicBezTo>
                    <a:pt x="153" y="0"/>
                    <a:pt x="0" y="154"/>
                    <a:pt x="0" y="344"/>
                  </a:cubicBezTo>
                  <a:cubicBezTo>
                    <a:pt x="0" y="348"/>
                    <a:pt x="1" y="350"/>
                    <a:pt x="4" y="353"/>
                  </a:cubicBezTo>
                  <a:cubicBezTo>
                    <a:pt x="7" y="356"/>
                    <a:pt x="11" y="357"/>
                    <a:pt x="15" y="357"/>
                  </a:cubicBezTo>
                  <a:lnTo>
                    <a:pt x="15" y="357"/>
                  </a:lnTo>
                  <a:cubicBezTo>
                    <a:pt x="17" y="357"/>
                    <a:pt x="17" y="357"/>
                    <a:pt x="17" y="357"/>
                  </a:cubicBezTo>
                  <a:lnTo>
                    <a:pt x="17" y="357"/>
                  </a:lnTo>
                  <a:cubicBezTo>
                    <a:pt x="18" y="357"/>
                    <a:pt x="18" y="357"/>
                    <a:pt x="20" y="357"/>
                  </a:cubicBezTo>
                  <a:cubicBezTo>
                    <a:pt x="20" y="357"/>
                    <a:pt x="21" y="357"/>
                    <a:pt x="22" y="356"/>
                  </a:cubicBezTo>
                  <a:cubicBezTo>
                    <a:pt x="22" y="356"/>
                    <a:pt x="24" y="356"/>
                    <a:pt x="25" y="355"/>
                  </a:cubicBezTo>
                  <a:cubicBezTo>
                    <a:pt x="25" y="355"/>
                    <a:pt x="27" y="355"/>
                    <a:pt x="27" y="353"/>
                  </a:cubicBezTo>
                  <a:cubicBezTo>
                    <a:pt x="28" y="353"/>
                    <a:pt x="28" y="352"/>
                    <a:pt x="28" y="350"/>
                  </a:cubicBezTo>
                  <a:cubicBezTo>
                    <a:pt x="29" y="350"/>
                    <a:pt x="29" y="349"/>
                    <a:pt x="29" y="349"/>
                  </a:cubicBezTo>
                  <a:cubicBezTo>
                    <a:pt x="31" y="348"/>
                    <a:pt x="31" y="346"/>
                    <a:pt x="31" y="346"/>
                  </a:cubicBezTo>
                  <a:cubicBezTo>
                    <a:pt x="31" y="345"/>
                    <a:pt x="31" y="344"/>
                    <a:pt x="31" y="344"/>
                  </a:cubicBezTo>
                  <a:lnTo>
                    <a:pt x="31" y="344"/>
                  </a:lnTo>
                  <a:cubicBezTo>
                    <a:pt x="31" y="342"/>
                    <a:pt x="31" y="342"/>
                    <a:pt x="31" y="342"/>
                  </a:cubicBezTo>
                  <a:lnTo>
                    <a:pt x="31" y="342"/>
                  </a:lnTo>
                  <a:lnTo>
                    <a:pt x="31" y="342"/>
                  </a:lnTo>
                  <a:cubicBezTo>
                    <a:pt x="31" y="341"/>
                    <a:pt x="32" y="337"/>
                    <a:pt x="36" y="331"/>
                  </a:cubicBezTo>
                  <a:cubicBezTo>
                    <a:pt x="43" y="323"/>
                    <a:pt x="57" y="314"/>
                    <a:pt x="73" y="309"/>
                  </a:cubicBezTo>
                  <a:cubicBezTo>
                    <a:pt x="88" y="302"/>
                    <a:pt x="105" y="299"/>
                    <a:pt x="119" y="299"/>
                  </a:cubicBezTo>
                  <a:cubicBezTo>
                    <a:pt x="138" y="299"/>
                    <a:pt x="162" y="306"/>
                    <a:pt x="180" y="316"/>
                  </a:cubicBezTo>
                  <a:cubicBezTo>
                    <a:pt x="188" y="320"/>
                    <a:pt x="197" y="325"/>
                    <a:pt x="201" y="331"/>
                  </a:cubicBezTo>
                  <a:cubicBezTo>
                    <a:pt x="206" y="337"/>
                    <a:pt x="208" y="341"/>
                    <a:pt x="206" y="342"/>
                  </a:cubicBezTo>
                  <a:cubicBezTo>
                    <a:pt x="206" y="344"/>
                    <a:pt x="206" y="344"/>
                    <a:pt x="206" y="344"/>
                  </a:cubicBezTo>
                  <a:lnTo>
                    <a:pt x="206" y="344"/>
                  </a:lnTo>
                  <a:lnTo>
                    <a:pt x="206" y="344"/>
                  </a:lnTo>
                  <a:cubicBezTo>
                    <a:pt x="206" y="344"/>
                    <a:pt x="208" y="345"/>
                    <a:pt x="208" y="346"/>
                  </a:cubicBezTo>
                  <a:cubicBezTo>
                    <a:pt x="208" y="346"/>
                    <a:pt x="208" y="348"/>
                    <a:pt x="208" y="349"/>
                  </a:cubicBezTo>
                  <a:cubicBezTo>
                    <a:pt x="209" y="349"/>
                    <a:pt x="209" y="350"/>
                    <a:pt x="209" y="352"/>
                  </a:cubicBezTo>
                  <a:cubicBezTo>
                    <a:pt x="211" y="352"/>
                    <a:pt x="211" y="353"/>
                    <a:pt x="212" y="353"/>
                  </a:cubicBezTo>
                  <a:cubicBezTo>
                    <a:pt x="212" y="355"/>
                    <a:pt x="213" y="355"/>
                    <a:pt x="213" y="355"/>
                  </a:cubicBezTo>
                  <a:cubicBezTo>
                    <a:pt x="215" y="356"/>
                    <a:pt x="215" y="356"/>
                    <a:pt x="216" y="357"/>
                  </a:cubicBezTo>
                  <a:cubicBezTo>
                    <a:pt x="218" y="357"/>
                    <a:pt x="218" y="357"/>
                    <a:pt x="219" y="357"/>
                  </a:cubicBezTo>
                  <a:cubicBezTo>
                    <a:pt x="220" y="357"/>
                    <a:pt x="220" y="357"/>
                    <a:pt x="222" y="357"/>
                  </a:cubicBezTo>
                  <a:lnTo>
                    <a:pt x="222" y="357"/>
                  </a:lnTo>
                  <a:lnTo>
                    <a:pt x="222" y="357"/>
                  </a:lnTo>
                  <a:cubicBezTo>
                    <a:pt x="223" y="357"/>
                    <a:pt x="223" y="357"/>
                    <a:pt x="223" y="357"/>
                  </a:cubicBezTo>
                  <a:cubicBezTo>
                    <a:pt x="232" y="357"/>
                    <a:pt x="239" y="352"/>
                    <a:pt x="239" y="344"/>
                  </a:cubicBezTo>
                  <a:lnTo>
                    <a:pt x="239" y="344"/>
                  </a:lnTo>
                  <a:cubicBezTo>
                    <a:pt x="239" y="341"/>
                    <a:pt x="240" y="337"/>
                    <a:pt x="244" y="331"/>
                  </a:cubicBezTo>
                  <a:cubicBezTo>
                    <a:pt x="251" y="324"/>
                    <a:pt x="266" y="314"/>
                    <a:pt x="283" y="309"/>
                  </a:cubicBezTo>
                  <a:cubicBezTo>
                    <a:pt x="297" y="304"/>
                    <a:pt x="312" y="300"/>
                    <a:pt x="328" y="299"/>
                  </a:cubicBezTo>
                  <a:cubicBezTo>
                    <a:pt x="328" y="579"/>
                    <a:pt x="328" y="579"/>
                    <a:pt x="328" y="579"/>
                  </a:cubicBezTo>
                  <a:lnTo>
                    <a:pt x="328" y="579"/>
                  </a:lnTo>
                  <a:lnTo>
                    <a:pt x="328" y="579"/>
                  </a:lnTo>
                  <a:cubicBezTo>
                    <a:pt x="328" y="582"/>
                    <a:pt x="328" y="596"/>
                    <a:pt x="335" y="611"/>
                  </a:cubicBezTo>
                  <a:cubicBezTo>
                    <a:pt x="338" y="620"/>
                    <a:pt x="343" y="627"/>
                    <a:pt x="353" y="634"/>
                  </a:cubicBezTo>
                  <a:cubicBezTo>
                    <a:pt x="361" y="639"/>
                    <a:pt x="372" y="643"/>
                    <a:pt x="386" y="643"/>
                  </a:cubicBezTo>
                  <a:cubicBezTo>
                    <a:pt x="399" y="643"/>
                    <a:pt x="410" y="641"/>
                    <a:pt x="418" y="635"/>
                  </a:cubicBezTo>
                  <a:cubicBezTo>
                    <a:pt x="431" y="627"/>
                    <a:pt x="438" y="614"/>
                    <a:pt x="441" y="604"/>
                  </a:cubicBezTo>
                  <a:cubicBezTo>
                    <a:pt x="444" y="595"/>
                    <a:pt x="444" y="588"/>
                    <a:pt x="444" y="585"/>
                  </a:cubicBezTo>
                  <a:cubicBezTo>
                    <a:pt x="444" y="583"/>
                    <a:pt x="444" y="583"/>
                    <a:pt x="444" y="583"/>
                  </a:cubicBezTo>
                  <a:cubicBezTo>
                    <a:pt x="444" y="575"/>
                    <a:pt x="437" y="569"/>
                    <a:pt x="430" y="569"/>
                  </a:cubicBezTo>
                  <a:cubicBezTo>
                    <a:pt x="421" y="569"/>
                    <a:pt x="414" y="576"/>
                    <a:pt x="414" y="583"/>
                  </a:cubicBezTo>
                  <a:cubicBezTo>
                    <a:pt x="414" y="585"/>
                    <a:pt x="414" y="585"/>
                    <a:pt x="414" y="585"/>
                  </a:cubicBezTo>
                  <a:cubicBezTo>
                    <a:pt x="414" y="585"/>
                    <a:pt x="414" y="595"/>
                    <a:pt x="410" y="601"/>
                  </a:cubicBezTo>
                  <a:cubicBezTo>
                    <a:pt x="409" y="604"/>
                    <a:pt x="406" y="607"/>
                    <a:pt x="403" y="610"/>
                  </a:cubicBezTo>
                  <a:cubicBezTo>
                    <a:pt x="399" y="611"/>
                    <a:pt x="395" y="614"/>
                    <a:pt x="386" y="614"/>
                  </a:cubicBezTo>
                  <a:cubicBezTo>
                    <a:pt x="378" y="614"/>
                    <a:pt x="372" y="611"/>
                    <a:pt x="370" y="609"/>
                  </a:cubicBezTo>
                  <a:cubicBezTo>
                    <a:pt x="364" y="606"/>
                    <a:pt x="361" y="599"/>
                    <a:pt x="358" y="592"/>
                  </a:cubicBezTo>
                  <a:cubicBezTo>
                    <a:pt x="357" y="586"/>
                    <a:pt x="357" y="581"/>
                    <a:pt x="357" y="579"/>
                  </a:cubicBezTo>
                  <a:lnTo>
                    <a:pt x="357" y="579"/>
                  </a:lnTo>
                  <a:lnTo>
                    <a:pt x="357" y="579"/>
                  </a:lnTo>
                  <a:cubicBezTo>
                    <a:pt x="357" y="299"/>
                    <a:pt x="357" y="299"/>
                    <a:pt x="357" y="299"/>
                  </a:cubicBezTo>
                  <a:cubicBezTo>
                    <a:pt x="379" y="302"/>
                    <a:pt x="400" y="307"/>
                    <a:pt x="417" y="316"/>
                  </a:cubicBezTo>
                  <a:cubicBezTo>
                    <a:pt x="427" y="321"/>
                    <a:pt x="435" y="327"/>
                    <a:pt x="439" y="331"/>
                  </a:cubicBezTo>
                  <a:cubicBezTo>
                    <a:pt x="445" y="337"/>
                    <a:pt x="446" y="341"/>
                    <a:pt x="446" y="344"/>
                  </a:cubicBezTo>
                  <a:cubicBezTo>
                    <a:pt x="446" y="352"/>
                    <a:pt x="453" y="357"/>
                    <a:pt x="462" y="357"/>
                  </a:cubicBezTo>
                  <a:lnTo>
                    <a:pt x="462" y="357"/>
                  </a:lnTo>
                  <a:cubicBezTo>
                    <a:pt x="463" y="357"/>
                    <a:pt x="463" y="357"/>
                    <a:pt x="463" y="357"/>
                  </a:cubicBezTo>
                  <a:lnTo>
                    <a:pt x="463" y="357"/>
                  </a:lnTo>
                  <a:cubicBezTo>
                    <a:pt x="464" y="357"/>
                    <a:pt x="464" y="357"/>
                    <a:pt x="466" y="357"/>
                  </a:cubicBezTo>
                  <a:cubicBezTo>
                    <a:pt x="466" y="357"/>
                    <a:pt x="467" y="357"/>
                    <a:pt x="469" y="356"/>
                  </a:cubicBezTo>
                  <a:cubicBezTo>
                    <a:pt x="469" y="356"/>
                    <a:pt x="470" y="356"/>
                    <a:pt x="471" y="355"/>
                  </a:cubicBezTo>
                  <a:cubicBezTo>
                    <a:pt x="471" y="355"/>
                    <a:pt x="473" y="355"/>
                    <a:pt x="473" y="353"/>
                  </a:cubicBezTo>
                  <a:cubicBezTo>
                    <a:pt x="474" y="353"/>
                    <a:pt x="474" y="352"/>
                    <a:pt x="474" y="350"/>
                  </a:cubicBezTo>
                  <a:cubicBezTo>
                    <a:pt x="476" y="350"/>
                    <a:pt x="476" y="349"/>
                    <a:pt x="476" y="349"/>
                  </a:cubicBezTo>
                  <a:cubicBezTo>
                    <a:pt x="477" y="348"/>
                    <a:pt x="477" y="346"/>
                    <a:pt x="477" y="346"/>
                  </a:cubicBezTo>
                  <a:cubicBezTo>
                    <a:pt x="477" y="345"/>
                    <a:pt x="477" y="344"/>
                    <a:pt x="477" y="344"/>
                  </a:cubicBezTo>
                  <a:lnTo>
                    <a:pt x="477" y="344"/>
                  </a:lnTo>
                  <a:cubicBezTo>
                    <a:pt x="477" y="342"/>
                    <a:pt x="477" y="342"/>
                    <a:pt x="477" y="342"/>
                  </a:cubicBezTo>
                  <a:lnTo>
                    <a:pt x="477" y="342"/>
                  </a:lnTo>
                  <a:lnTo>
                    <a:pt x="477" y="342"/>
                  </a:lnTo>
                  <a:cubicBezTo>
                    <a:pt x="477" y="339"/>
                    <a:pt x="478" y="335"/>
                    <a:pt x="483" y="330"/>
                  </a:cubicBezTo>
                  <a:cubicBezTo>
                    <a:pt x="488" y="323"/>
                    <a:pt x="501" y="314"/>
                    <a:pt x="516" y="309"/>
                  </a:cubicBezTo>
                  <a:cubicBezTo>
                    <a:pt x="530" y="302"/>
                    <a:pt x="548" y="299"/>
                    <a:pt x="565" y="299"/>
                  </a:cubicBezTo>
                  <a:cubicBezTo>
                    <a:pt x="589" y="299"/>
                    <a:pt x="612" y="306"/>
                    <a:pt x="629" y="314"/>
                  </a:cubicBezTo>
                  <a:cubicBezTo>
                    <a:pt x="637" y="320"/>
                    <a:pt x="644" y="325"/>
                    <a:pt x="649" y="330"/>
                  </a:cubicBezTo>
                  <a:cubicBezTo>
                    <a:pt x="653" y="335"/>
                    <a:pt x="653" y="339"/>
                    <a:pt x="653" y="342"/>
                  </a:cubicBezTo>
                  <a:lnTo>
                    <a:pt x="653" y="342"/>
                  </a:lnTo>
                  <a:lnTo>
                    <a:pt x="653" y="344"/>
                  </a:lnTo>
                  <a:lnTo>
                    <a:pt x="653" y="344"/>
                  </a:lnTo>
                  <a:cubicBezTo>
                    <a:pt x="653" y="344"/>
                    <a:pt x="654" y="345"/>
                    <a:pt x="654" y="346"/>
                  </a:cubicBezTo>
                  <a:cubicBezTo>
                    <a:pt x="654" y="346"/>
                    <a:pt x="654" y="348"/>
                    <a:pt x="654" y="349"/>
                  </a:cubicBezTo>
                  <a:cubicBezTo>
                    <a:pt x="656" y="349"/>
                    <a:pt x="656" y="350"/>
                    <a:pt x="656" y="350"/>
                  </a:cubicBezTo>
                  <a:cubicBezTo>
                    <a:pt x="657" y="352"/>
                    <a:pt x="657" y="353"/>
                    <a:pt x="657" y="353"/>
                  </a:cubicBezTo>
                  <a:cubicBezTo>
                    <a:pt x="658" y="355"/>
                    <a:pt x="660" y="355"/>
                    <a:pt x="660" y="355"/>
                  </a:cubicBezTo>
                  <a:cubicBezTo>
                    <a:pt x="661" y="356"/>
                    <a:pt x="661" y="356"/>
                    <a:pt x="663" y="357"/>
                  </a:cubicBezTo>
                  <a:cubicBezTo>
                    <a:pt x="663" y="357"/>
                    <a:pt x="664" y="357"/>
                    <a:pt x="665" y="357"/>
                  </a:cubicBezTo>
                  <a:cubicBezTo>
                    <a:pt x="667" y="357"/>
                    <a:pt x="667" y="357"/>
                    <a:pt x="668" y="357"/>
                  </a:cubicBezTo>
                  <a:lnTo>
                    <a:pt x="668" y="357"/>
                  </a:lnTo>
                  <a:lnTo>
                    <a:pt x="668" y="357"/>
                  </a:lnTo>
                  <a:cubicBezTo>
                    <a:pt x="669" y="357"/>
                    <a:pt x="669" y="357"/>
                    <a:pt x="669" y="357"/>
                  </a:cubicBezTo>
                  <a:cubicBezTo>
                    <a:pt x="674" y="357"/>
                    <a:pt x="678" y="356"/>
                    <a:pt x="681" y="353"/>
                  </a:cubicBezTo>
                  <a:cubicBezTo>
                    <a:pt x="682" y="350"/>
                    <a:pt x="685" y="348"/>
                    <a:pt x="685" y="344"/>
                  </a:cubicBezTo>
                  <a:cubicBezTo>
                    <a:pt x="685" y="154"/>
                    <a:pt x="531" y="0"/>
                    <a:pt x="342" y="0"/>
                  </a:cubicBezTo>
                  <a:close/>
                  <a:moveTo>
                    <a:pt x="626" y="281"/>
                  </a:moveTo>
                  <a:lnTo>
                    <a:pt x="626" y="281"/>
                  </a:lnTo>
                  <a:cubicBezTo>
                    <a:pt x="608" y="274"/>
                    <a:pt x="587" y="268"/>
                    <a:pt x="565" y="268"/>
                  </a:cubicBezTo>
                  <a:cubicBezTo>
                    <a:pt x="537" y="268"/>
                    <a:pt x="509" y="277"/>
                    <a:pt x="487" y="289"/>
                  </a:cubicBezTo>
                  <a:cubicBezTo>
                    <a:pt x="477" y="295"/>
                    <a:pt x="467" y="302"/>
                    <a:pt x="460" y="310"/>
                  </a:cubicBezTo>
                  <a:cubicBezTo>
                    <a:pt x="449" y="298"/>
                    <a:pt x="431" y="288"/>
                    <a:pt x="412" y="281"/>
                  </a:cubicBezTo>
                  <a:cubicBezTo>
                    <a:pt x="391" y="274"/>
                    <a:pt x="367" y="268"/>
                    <a:pt x="342" y="268"/>
                  </a:cubicBezTo>
                  <a:cubicBezTo>
                    <a:pt x="310" y="268"/>
                    <a:pt x="279" y="277"/>
                    <a:pt x="254" y="289"/>
                  </a:cubicBezTo>
                  <a:cubicBezTo>
                    <a:pt x="241" y="295"/>
                    <a:pt x="232" y="302"/>
                    <a:pt x="223" y="310"/>
                  </a:cubicBezTo>
                  <a:cubicBezTo>
                    <a:pt x="212" y="298"/>
                    <a:pt x="195" y="288"/>
                    <a:pt x="177" y="281"/>
                  </a:cubicBezTo>
                  <a:cubicBezTo>
                    <a:pt x="158" y="274"/>
                    <a:pt x="138" y="268"/>
                    <a:pt x="119" y="268"/>
                  </a:cubicBezTo>
                  <a:cubicBezTo>
                    <a:pt x="94" y="270"/>
                    <a:pt x="67" y="277"/>
                    <a:pt x="43" y="289"/>
                  </a:cubicBezTo>
                  <a:cubicBezTo>
                    <a:pt x="41" y="291"/>
                    <a:pt x="38" y="293"/>
                    <a:pt x="34" y="295"/>
                  </a:cubicBezTo>
                  <a:cubicBezTo>
                    <a:pt x="45" y="228"/>
                    <a:pt x="75" y="168"/>
                    <a:pt x="121" y="122"/>
                  </a:cubicBezTo>
                  <a:cubicBezTo>
                    <a:pt x="177" y="66"/>
                    <a:pt x="255" y="31"/>
                    <a:pt x="342" y="31"/>
                  </a:cubicBezTo>
                  <a:cubicBezTo>
                    <a:pt x="428" y="31"/>
                    <a:pt x="506" y="66"/>
                    <a:pt x="564" y="122"/>
                  </a:cubicBezTo>
                  <a:cubicBezTo>
                    <a:pt x="608" y="168"/>
                    <a:pt x="640" y="226"/>
                    <a:pt x="650" y="293"/>
                  </a:cubicBezTo>
                  <a:cubicBezTo>
                    <a:pt x="643" y="288"/>
                    <a:pt x="635" y="284"/>
                    <a:pt x="626"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1" name="Freeform 461">
              <a:extLst>
                <a:ext uri="{FF2B5EF4-FFF2-40B4-BE49-F238E27FC236}">
                  <a16:creationId xmlns:a16="http://schemas.microsoft.com/office/drawing/2014/main" id="{91E2CF26-ADD4-95AB-64F2-D8C9E7FC728D}"/>
                </a:ext>
              </a:extLst>
            </p:cNvPr>
            <p:cNvSpPr>
              <a:spLocks noChangeArrowheads="1"/>
            </p:cNvSpPr>
            <p:nvPr/>
          </p:nvSpPr>
          <p:spPr bwMode="auto">
            <a:xfrm>
              <a:off x="3748088" y="5875338"/>
              <a:ext cx="11112" cy="20637"/>
            </a:xfrm>
            <a:custGeom>
              <a:avLst/>
              <a:gdLst>
                <a:gd name="T0" fmla="*/ 29 w 30"/>
                <a:gd name="T1" fmla="*/ 44 h 59"/>
                <a:gd name="T2" fmla="*/ 29 w 30"/>
                <a:gd name="T3" fmla="*/ 44 h 59"/>
                <a:gd name="T4" fmla="*/ 29 w 30"/>
                <a:gd name="T5" fmla="*/ 14 h 59"/>
                <a:gd name="T6" fmla="*/ 14 w 30"/>
                <a:gd name="T7" fmla="*/ 0 h 59"/>
                <a:gd name="T8" fmla="*/ 0 w 30"/>
                <a:gd name="T9" fmla="*/ 14 h 59"/>
                <a:gd name="T10" fmla="*/ 0 w 30"/>
                <a:gd name="T11" fmla="*/ 44 h 59"/>
                <a:gd name="T12" fmla="*/ 14 w 30"/>
                <a:gd name="T13" fmla="*/ 58 h 59"/>
                <a:gd name="T14" fmla="*/ 29 w 30"/>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29" y="44"/>
                  </a:moveTo>
                  <a:lnTo>
                    <a:pt x="29" y="44"/>
                  </a:lnTo>
                  <a:cubicBezTo>
                    <a:pt x="29" y="14"/>
                    <a:pt x="29" y="14"/>
                    <a:pt x="29" y="14"/>
                  </a:cubicBezTo>
                  <a:cubicBezTo>
                    <a:pt x="29" y="7"/>
                    <a:pt x="22" y="0"/>
                    <a:pt x="14" y="0"/>
                  </a:cubicBezTo>
                  <a:cubicBezTo>
                    <a:pt x="5" y="0"/>
                    <a:pt x="0" y="7"/>
                    <a:pt x="0" y="14"/>
                  </a:cubicBezTo>
                  <a:cubicBezTo>
                    <a:pt x="0" y="44"/>
                    <a:pt x="0" y="44"/>
                    <a:pt x="0" y="44"/>
                  </a:cubicBezTo>
                  <a:cubicBezTo>
                    <a:pt x="0" y="53"/>
                    <a:pt x="5" y="58"/>
                    <a:pt x="14" y="58"/>
                  </a:cubicBezTo>
                  <a:cubicBezTo>
                    <a:pt x="22" y="58"/>
                    <a:pt x="29" y="53"/>
                    <a:pt x="29"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62" name="Group 565">
            <a:extLst>
              <a:ext uri="{FF2B5EF4-FFF2-40B4-BE49-F238E27FC236}">
                <a16:creationId xmlns:a16="http://schemas.microsoft.com/office/drawing/2014/main" id="{F1C267D3-D651-33DF-EE01-2E4A6A40EADB}"/>
              </a:ext>
            </a:extLst>
          </p:cNvPr>
          <p:cNvGrpSpPr/>
          <p:nvPr/>
        </p:nvGrpSpPr>
        <p:grpSpPr>
          <a:xfrm>
            <a:off x="5161631" y="5008463"/>
            <a:ext cx="257175" cy="227013"/>
            <a:chOff x="4133850" y="5381625"/>
            <a:chExt cx="257175" cy="227013"/>
          </a:xfrm>
          <a:solidFill>
            <a:schemeClr val="tx2"/>
          </a:solidFill>
        </p:grpSpPr>
        <p:sp>
          <p:nvSpPr>
            <p:cNvPr id="563" name="Freeform 462">
              <a:extLst>
                <a:ext uri="{FF2B5EF4-FFF2-40B4-BE49-F238E27FC236}">
                  <a16:creationId xmlns:a16="http://schemas.microsoft.com/office/drawing/2014/main" id="{2B167016-FDC1-4EA2-0BBD-19E762C9DD23}"/>
                </a:ext>
              </a:extLst>
            </p:cNvPr>
            <p:cNvSpPr>
              <a:spLocks noChangeArrowheads="1"/>
            </p:cNvSpPr>
            <p:nvPr/>
          </p:nvSpPr>
          <p:spPr bwMode="auto">
            <a:xfrm>
              <a:off x="4240213" y="5478463"/>
              <a:ext cx="44450" cy="130175"/>
            </a:xfrm>
            <a:custGeom>
              <a:avLst/>
              <a:gdLst>
                <a:gd name="T0" fmla="*/ 79 w 122"/>
                <a:gd name="T1" fmla="*/ 3 h 362"/>
                <a:gd name="T2" fmla="*/ 79 w 122"/>
                <a:gd name="T3" fmla="*/ 3 h 362"/>
                <a:gd name="T4" fmla="*/ 61 w 122"/>
                <a:gd name="T5" fmla="*/ 12 h 362"/>
                <a:gd name="T6" fmla="*/ 61 w 122"/>
                <a:gd name="T7" fmla="*/ 12 h 362"/>
                <a:gd name="T8" fmla="*/ 1 w 122"/>
                <a:gd name="T9" fmla="*/ 191 h 362"/>
                <a:gd name="T10" fmla="*/ 4 w 122"/>
                <a:gd name="T11" fmla="*/ 205 h 362"/>
                <a:gd name="T12" fmla="*/ 15 w 122"/>
                <a:gd name="T13" fmla="*/ 210 h 362"/>
                <a:gd name="T14" fmla="*/ 84 w 122"/>
                <a:gd name="T15" fmla="*/ 210 h 362"/>
                <a:gd name="T16" fmla="*/ 32 w 122"/>
                <a:gd name="T17" fmla="*/ 339 h 362"/>
                <a:gd name="T18" fmla="*/ 40 w 122"/>
                <a:gd name="T19" fmla="*/ 358 h 362"/>
                <a:gd name="T20" fmla="*/ 60 w 122"/>
                <a:gd name="T21" fmla="*/ 350 h 362"/>
                <a:gd name="T22" fmla="*/ 118 w 122"/>
                <a:gd name="T23" fmla="*/ 201 h 362"/>
                <a:gd name="T24" fmla="*/ 117 w 122"/>
                <a:gd name="T25" fmla="*/ 187 h 362"/>
                <a:gd name="T26" fmla="*/ 105 w 122"/>
                <a:gd name="T27" fmla="*/ 181 h 362"/>
                <a:gd name="T28" fmla="*/ 36 w 122"/>
                <a:gd name="T29" fmla="*/ 181 h 362"/>
                <a:gd name="T30" fmla="*/ 89 w 122"/>
                <a:gd name="T31" fmla="*/ 22 h 362"/>
                <a:gd name="T32" fmla="*/ 79 w 122"/>
                <a:gd name="T33" fmla="*/ 3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2" h="362">
                  <a:moveTo>
                    <a:pt x="79" y="3"/>
                  </a:moveTo>
                  <a:lnTo>
                    <a:pt x="79" y="3"/>
                  </a:lnTo>
                  <a:cubicBezTo>
                    <a:pt x="72" y="0"/>
                    <a:pt x="64" y="4"/>
                    <a:pt x="61" y="12"/>
                  </a:cubicBezTo>
                  <a:lnTo>
                    <a:pt x="61" y="12"/>
                  </a:lnTo>
                  <a:cubicBezTo>
                    <a:pt x="1" y="191"/>
                    <a:pt x="1" y="191"/>
                    <a:pt x="1" y="191"/>
                  </a:cubicBezTo>
                  <a:cubicBezTo>
                    <a:pt x="0" y="195"/>
                    <a:pt x="1" y="201"/>
                    <a:pt x="4" y="205"/>
                  </a:cubicBezTo>
                  <a:cubicBezTo>
                    <a:pt x="7" y="208"/>
                    <a:pt x="11" y="210"/>
                    <a:pt x="15" y="210"/>
                  </a:cubicBezTo>
                  <a:cubicBezTo>
                    <a:pt x="84" y="210"/>
                    <a:pt x="84" y="210"/>
                    <a:pt x="84" y="210"/>
                  </a:cubicBezTo>
                  <a:cubicBezTo>
                    <a:pt x="32" y="339"/>
                    <a:pt x="32" y="339"/>
                    <a:pt x="32" y="339"/>
                  </a:cubicBezTo>
                  <a:cubicBezTo>
                    <a:pt x="29" y="346"/>
                    <a:pt x="32" y="355"/>
                    <a:pt x="40" y="358"/>
                  </a:cubicBezTo>
                  <a:cubicBezTo>
                    <a:pt x="47" y="361"/>
                    <a:pt x="56" y="357"/>
                    <a:pt x="60" y="350"/>
                  </a:cubicBezTo>
                  <a:cubicBezTo>
                    <a:pt x="118" y="201"/>
                    <a:pt x="118" y="201"/>
                    <a:pt x="118" y="201"/>
                  </a:cubicBezTo>
                  <a:cubicBezTo>
                    <a:pt x="121" y="196"/>
                    <a:pt x="120" y="191"/>
                    <a:pt x="117" y="187"/>
                  </a:cubicBezTo>
                  <a:cubicBezTo>
                    <a:pt x="114" y="182"/>
                    <a:pt x="110" y="181"/>
                    <a:pt x="105" y="181"/>
                  </a:cubicBezTo>
                  <a:cubicBezTo>
                    <a:pt x="36" y="181"/>
                    <a:pt x="36" y="181"/>
                    <a:pt x="36" y="181"/>
                  </a:cubicBezTo>
                  <a:cubicBezTo>
                    <a:pt x="89" y="22"/>
                    <a:pt x="89" y="22"/>
                    <a:pt x="89" y="22"/>
                  </a:cubicBezTo>
                  <a:cubicBezTo>
                    <a:pt x="92" y="14"/>
                    <a:pt x="88" y="5"/>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3">
              <a:extLst>
                <a:ext uri="{FF2B5EF4-FFF2-40B4-BE49-F238E27FC236}">
                  <a16:creationId xmlns:a16="http://schemas.microsoft.com/office/drawing/2014/main" id="{37BFA215-899A-3D37-3C5C-8FB262D2DB04}"/>
                </a:ext>
              </a:extLst>
            </p:cNvPr>
            <p:cNvSpPr>
              <a:spLocks noChangeArrowheads="1"/>
            </p:cNvSpPr>
            <p:nvPr/>
          </p:nvSpPr>
          <p:spPr bwMode="auto">
            <a:xfrm>
              <a:off x="4191000" y="5381625"/>
              <a:ext cx="200025" cy="171450"/>
            </a:xfrm>
            <a:custGeom>
              <a:avLst/>
              <a:gdLst>
                <a:gd name="T0" fmla="*/ 410 w 555"/>
                <a:gd name="T1" fmla="*/ 123 h 476"/>
                <a:gd name="T2" fmla="*/ 410 w 555"/>
                <a:gd name="T3" fmla="*/ 123 h 476"/>
                <a:gd name="T4" fmla="*/ 211 w 555"/>
                <a:gd name="T5" fmla="*/ 0 h 476"/>
                <a:gd name="T6" fmla="*/ 3 w 555"/>
                <a:gd name="T7" fmla="*/ 143 h 476"/>
                <a:gd name="T8" fmla="*/ 11 w 555"/>
                <a:gd name="T9" fmla="*/ 163 h 476"/>
                <a:gd name="T10" fmla="*/ 31 w 555"/>
                <a:gd name="T11" fmla="*/ 155 h 476"/>
                <a:gd name="T12" fmla="*/ 211 w 555"/>
                <a:gd name="T13" fmla="*/ 29 h 476"/>
                <a:gd name="T14" fmla="*/ 387 w 555"/>
                <a:gd name="T15" fmla="*/ 142 h 476"/>
                <a:gd name="T16" fmla="*/ 391 w 555"/>
                <a:gd name="T17" fmla="*/ 149 h 476"/>
                <a:gd name="T18" fmla="*/ 398 w 555"/>
                <a:gd name="T19" fmla="*/ 150 h 476"/>
                <a:gd name="T20" fmla="*/ 523 w 555"/>
                <a:gd name="T21" fmla="*/ 297 h 476"/>
                <a:gd name="T22" fmla="*/ 480 w 555"/>
                <a:gd name="T23" fmla="*/ 403 h 476"/>
                <a:gd name="T24" fmla="*/ 375 w 555"/>
                <a:gd name="T25" fmla="*/ 446 h 476"/>
                <a:gd name="T26" fmla="*/ 361 w 555"/>
                <a:gd name="T27" fmla="*/ 446 h 476"/>
                <a:gd name="T28" fmla="*/ 361 w 555"/>
                <a:gd name="T29" fmla="*/ 446 h 476"/>
                <a:gd name="T30" fmla="*/ 331 w 555"/>
                <a:gd name="T31" fmla="*/ 446 h 476"/>
                <a:gd name="T32" fmla="*/ 317 w 555"/>
                <a:gd name="T33" fmla="*/ 460 h 476"/>
                <a:gd name="T34" fmla="*/ 331 w 555"/>
                <a:gd name="T35" fmla="*/ 475 h 476"/>
                <a:gd name="T36" fmla="*/ 360 w 555"/>
                <a:gd name="T37" fmla="*/ 475 h 476"/>
                <a:gd name="T38" fmla="*/ 374 w 555"/>
                <a:gd name="T39" fmla="*/ 475 h 476"/>
                <a:gd name="T40" fmla="*/ 374 w 555"/>
                <a:gd name="T41" fmla="*/ 475 h 476"/>
                <a:gd name="T42" fmla="*/ 375 w 555"/>
                <a:gd name="T43" fmla="*/ 475 h 476"/>
                <a:gd name="T44" fmla="*/ 554 w 555"/>
                <a:gd name="T45" fmla="*/ 297 h 476"/>
                <a:gd name="T46" fmla="*/ 410 w 555"/>
                <a:gd name="T47"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5" h="476">
                  <a:moveTo>
                    <a:pt x="410" y="123"/>
                  </a:moveTo>
                  <a:lnTo>
                    <a:pt x="410" y="123"/>
                  </a:lnTo>
                  <a:cubicBezTo>
                    <a:pt x="374" y="50"/>
                    <a:pt x="299" y="0"/>
                    <a:pt x="211" y="0"/>
                  </a:cubicBezTo>
                  <a:cubicBezTo>
                    <a:pt x="116" y="0"/>
                    <a:pt x="35" y="60"/>
                    <a:pt x="3" y="143"/>
                  </a:cubicBezTo>
                  <a:cubicBezTo>
                    <a:pt x="0" y="152"/>
                    <a:pt x="3" y="160"/>
                    <a:pt x="11" y="163"/>
                  </a:cubicBezTo>
                  <a:cubicBezTo>
                    <a:pt x="18" y="166"/>
                    <a:pt x="28" y="162"/>
                    <a:pt x="31" y="155"/>
                  </a:cubicBezTo>
                  <a:cubicBezTo>
                    <a:pt x="59" y="82"/>
                    <a:pt x="129" y="29"/>
                    <a:pt x="211" y="29"/>
                  </a:cubicBezTo>
                  <a:cubicBezTo>
                    <a:pt x="289" y="29"/>
                    <a:pt x="356" y="75"/>
                    <a:pt x="387" y="142"/>
                  </a:cubicBezTo>
                  <a:cubicBezTo>
                    <a:pt x="391" y="149"/>
                    <a:pt x="391" y="149"/>
                    <a:pt x="391" y="149"/>
                  </a:cubicBezTo>
                  <a:cubicBezTo>
                    <a:pt x="398" y="150"/>
                    <a:pt x="398" y="150"/>
                    <a:pt x="398" y="150"/>
                  </a:cubicBezTo>
                  <a:cubicBezTo>
                    <a:pt x="469" y="162"/>
                    <a:pt x="523" y="223"/>
                    <a:pt x="523" y="297"/>
                  </a:cubicBezTo>
                  <a:cubicBezTo>
                    <a:pt x="523" y="339"/>
                    <a:pt x="507" y="375"/>
                    <a:pt x="480" y="403"/>
                  </a:cubicBezTo>
                  <a:cubicBezTo>
                    <a:pt x="454" y="429"/>
                    <a:pt x="416" y="446"/>
                    <a:pt x="375" y="446"/>
                  </a:cubicBezTo>
                  <a:cubicBezTo>
                    <a:pt x="361" y="446"/>
                    <a:pt x="361" y="446"/>
                    <a:pt x="361" y="446"/>
                  </a:cubicBezTo>
                  <a:lnTo>
                    <a:pt x="361" y="446"/>
                  </a:lnTo>
                  <a:cubicBezTo>
                    <a:pt x="331" y="446"/>
                    <a:pt x="331" y="446"/>
                    <a:pt x="331" y="446"/>
                  </a:cubicBezTo>
                  <a:cubicBezTo>
                    <a:pt x="322" y="446"/>
                    <a:pt x="317" y="452"/>
                    <a:pt x="317" y="460"/>
                  </a:cubicBezTo>
                  <a:cubicBezTo>
                    <a:pt x="317" y="468"/>
                    <a:pt x="322" y="475"/>
                    <a:pt x="331" y="475"/>
                  </a:cubicBezTo>
                  <a:cubicBezTo>
                    <a:pt x="360" y="475"/>
                    <a:pt x="360" y="475"/>
                    <a:pt x="360" y="475"/>
                  </a:cubicBezTo>
                  <a:cubicBezTo>
                    <a:pt x="374" y="475"/>
                    <a:pt x="374" y="475"/>
                    <a:pt x="374" y="475"/>
                  </a:cubicBezTo>
                  <a:lnTo>
                    <a:pt x="374" y="475"/>
                  </a:lnTo>
                  <a:cubicBezTo>
                    <a:pt x="375" y="475"/>
                    <a:pt x="375" y="475"/>
                    <a:pt x="375" y="475"/>
                  </a:cubicBezTo>
                  <a:cubicBezTo>
                    <a:pt x="473"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4">
              <a:extLst>
                <a:ext uri="{FF2B5EF4-FFF2-40B4-BE49-F238E27FC236}">
                  <a16:creationId xmlns:a16="http://schemas.microsoft.com/office/drawing/2014/main" id="{35F3684A-D4B5-D50F-4DC9-55CA1E451FFA}"/>
                </a:ext>
              </a:extLst>
            </p:cNvPr>
            <p:cNvSpPr>
              <a:spLocks noChangeArrowheads="1"/>
            </p:cNvSpPr>
            <p:nvPr/>
          </p:nvSpPr>
          <p:spPr bwMode="auto">
            <a:xfrm>
              <a:off x="4133850" y="5446713"/>
              <a:ext cx="98425" cy="107950"/>
            </a:xfrm>
            <a:custGeom>
              <a:avLst/>
              <a:gdLst>
                <a:gd name="T0" fmla="*/ 178 w 273"/>
                <a:gd name="T1" fmla="*/ 297 h 298"/>
                <a:gd name="T2" fmla="*/ 178 w 273"/>
                <a:gd name="T3" fmla="*/ 297 h 298"/>
                <a:gd name="T4" fmla="*/ 194 w 273"/>
                <a:gd name="T5" fmla="*/ 297 h 298"/>
                <a:gd name="T6" fmla="*/ 209 w 273"/>
                <a:gd name="T7" fmla="*/ 282 h 298"/>
                <a:gd name="T8" fmla="*/ 194 w 273"/>
                <a:gd name="T9" fmla="*/ 268 h 298"/>
                <a:gd name="T10" fmla="*/ 194 w 273"/>
                <a:gd name="T11" fmla="*/ 268 h 298"/>
                <a:gd name="T12" fmla="*/ 178 w 273"/>
                <a:gd name="T13" fmla="*/ 268 h 298"/>
                <a:gd name="T14" fmla="*/ 163 w 273"/>
                <a:gd name="T15" fmla="*/ 268 h 298"/>
                <a:gd name="T16" fmla="*/ 68 w 273"/>
                <a:gd name="T17" fmla="*/ 232 h 298"/>
                <a:gd name="T18" fmla="*/ 29 w 273"/>
                <a:gd name="T19" fmla="*/ 148 h 298"/>
                <a:gd name="T20" fmla="*/ 68 w 273"/>
                <a:gd name="T21" fmla="*/ 64 h 298"/>
                <a:gd name="T22" fmla="*/ 163 w 273"/>
                <a:gd name="T23" fmla="*/ 30 h 298"/>
                <a:gd name="T24" fmla="*/ 206 w 273"/>
                <a:gd name="T25" fmla="*/ 41 h 298"/>
                <a:gd name="T26" fmla="*/ 243 w 273"/>
                <a:gd name="T27" fmla="*/ 73 h 298"/>
                <a:gd name="T28" fmla="*/ 263 w 273"/>
                <a:gd name="T29" fmla="*/ 74 h 298"/>
                <a:gd name="T30" fmla="*/ 266 w 273"/>
                <a:gd name="T31" fmla="*/ 53 h 298"/>
                <a:gd name="T32" fmla="*/ 220 w 273"/>
                <a:gd name="T33" fmla="*/ 16 h 298"/>
                <a:gd name="T34" fmla="*/ 163 w 273"/>
                <a:gd name="T35" fmla="*/ 0 h 298"/>
                <a:gd name="T36" fmla="*/ 47 w 273"/>
                <a:gd name="T37" fmla="*/ 42 h 298"/>
                <a:gd name="T38" fmla="*/ 0 w 273"/>
                <a:gd name="T39" fmla="*/ 148 h 298"/>
                <a:gd name="T40" fmla="*/ 47 w 273"/>
                <a:gd name="T41" fmla="*/ 254 h 298"/>
                <a:gd name="T42" fmla="*/ 163 w 273"/>
                <a:gd name="T43" fmla="*/ 297 h 298"/>
                <a:gd name="T44" fmla="*/ 178 w 273"/>
                <a:gd name="T45" fmla="*/ 29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73" h="298">
                  <a:moveTo>
                    <a:pt x="178" y="297"/>
                  </a:moveTo>
                  <a:lnTo>
                    <a:pt x="178" y="297"/>
                  </a:lnTo>
                  <a:cubicBezTo>
                    <a:pt x="194" y="297"/>
                    <a:pt x="194" y="297"/>
                    <a:pt x="194" y="297"/>
                  </a:cubicBezTo>
                  <a:cubicBezTo>
                    <a:pt x="202" y="297"/>
                    <a:pt x="209" y="290"/>
                    <a:pt x="209" y="282"/>
                  </a:cubicBezTo>
                  <a:cubicBezTo>
                    <a:pt x="209" y="274"/>
                    <a:pt x="202" y="268"/>
                    <a:pt x="194" y="268"/>
                  </a:cubicBezTo>
                  <a:lnTo>
                    <a:pt x="194" y="268"/>
                  </a:lnTo>
                  <a:cubicBezTo>
                    <a:pt x="178" y="268"/>
                    <a:pt x="178" y="268"/>
                    <a:pt x="178" y="268"/>
                  </a:cubicBezTo>
                  <a:cubicBezTo>
                    <a:pt x="163" y="268"/>
                    <a:pt x="163" y="268"/>
                    <a:pt x="163" y="268"/>
                  </a:cubicBezTo>
                  <a:cubicBezTo>
                    <a:pt x="125" y="268"/>
                    <a:pt x="92" y="254"/>
                    <a:pt x="68" y="232"/>
                  </a:cubicBezTo>
                  <a:cubicBezTo>
                    <a:pt x="43" y="211"/>
                    <a:pt x="29" y="182"/>
                    <a:pt x="29" y="148"/>
                  </a:cubicBezTo>
                  <a:cubicBezTo>
                    <a:pt x="29" y="116"/>
                    <a:pt x="43" y="87"/>
                    <a:pt x="68" y="64"/>
                  </a:cubicBezTo>
                  <a:cubicBezTo>
                    <a:pt x="92" y="44"/>
                    <a:pt x="125" y="30"/>
                    <a:pt x="163" y="30"/>
                  </a:cubicBezTo>
                  <a:cubicBezTo>
                    <a:pt x="177" y="30"/>
                    <a:pt x="192" y="34"/>
                    <a:pt x="206" y="41"/>
                  </a:cubicBezTo>
                  <a:cubicBezTo>
                    <a:pt x="220" y="49"/>
                    <a:pt x="233" y="60"/>
                    <a:pt x="243" y="73"/>
                  </a:cubicBezTo>
                  <a:cubicBezTo>
                    <a:pt x="248" y="78"/>
                    <a:pt x="258" y="80"/>
                    <a:pt x="263" y="74"/>
                  </a:cubicBezTo>
                  <a:cubicBezTo>
                    <a:pt x="270" y="70"/>
                    <a:pt x="272" y="60"/>
                    <a:pt x="266" y="53"/>
                  </a:cubicBezTo>
                  <a:cubicBezTo>
                    <a:pt x="254" y="38"/>
                    <a:pt x="238" y="25"/>
                    <a:pt x="220" y="16"/>
                  </a:cubicBezTo>
                  <a:cubicBezTo>
                    <a:pt x="202" y="6"/>
                    <a:pt x="183" y="0"/>
                    <a:pt x="163" y="0"/>
                  </a:cubicBezTo>
                  <a:cubicBezTo>
                    <a:pt x="118" y="0"/>
                    <a:pt x="78" y="16"/>
                    <a:pt x="47" y="42"/>
                  </a:cubicBezTo>
                  <a:cubicBezTo>
                    <a:pt x="18" y="70"/>
                    <a:pt x="0" y="108"/>
                    <a:pt x="0" y="148"/>
                  </a:cubicBezTo>
                  <a:cubicBezTo>
                    <a:pt x="0" y="190"/>
                    <a:pt x="18" y="228"/>
                    <a:pt x="47" y="254"/>
                  </a:cubicBezTo>
                  <a:cubicBezTo>
                    <a:pt x="78" y="281"/>
                    <a:pt x="118" y="297"/>
                    <a:pt x="163" y="297"/>
                  </a:cubicBezTo>
                  <a:lnTo>
                    <a:pt x="178" y="2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66" name="Freeform 465">
            <a:extLst>
              <a:ext uri="{FF2B5EF4-FFF2-40B4-BE49-F238E27FC236}">
                <a16:creationId xmlns:a16="http://schemas.microsoft.com/office/drawing/2014/main" id="{CFE0EC04-6CB0-15B8-0847-496F56229842}"/>
              </a:ext>
            </a:extLst>
          </p:cNvPr>
          <p:cNvSpPr>
            <a:spLocks noChangeArrowheads="1"/>
          </p:cNvSpPr>
          <p:nvPr/>
        </p:nvSpPr>
        <p:spPr bwMode="auto">
          <a:xfrm>
            <a:off x="4710781" y="5950074"/>
            <a:ext cx="150813" cy="257175"/>
          </a:xfrm>
          <a:custGeom>
            <a:avLst/>
            <a:gdLst>
              <a:gd name="T0" fmla="*/ 289 w 417"/>
              <a:gd name="T1" fmla="*/ 162 h 715"/>
              <a:gd name="T2" fmla="*/ 289 w 417"/>
              <a:gd name="T3" fmla="*/ 162 h 715"/>
              <a:gd name="T4" fmla="*/ 244 w 417"/>
              <a:gd name="T5" fmla="*/ 81 h 715"/>
              <a:gd name="T6" fmla="*/ 223 w 417"/>
              <a:gd name="T7" fmla="*/ 12 h 715"/>
              <a:gd name="T8" fmla="*/ 208 w 417"/>
              <a:gd name="T9" fmla="*/ 0 h 715"/>
              <a:gd name="T10" fmla="*/ 193 w 417"/>
              <a:gd name="T11" fmla="*/ 12 h 715"/>
              <a:gd name="T12" fmla="*/ 158 w 417"/>
              <a:gd name="T13" fmla="*/ 106 h 715"/>
              <a:gd name="T14" fmla="*/ 59 w 417"/>
              <a:gd name="T15" fmla="*/ 279 h 715"/>
              <a:gd name="T16" fmla="*/ 0 w 417"/>
              <a:gd name="T17" fmla="*/ 460 h 715"/>
              <a:gd name="T18" fmla="*/ 67 w 417"/>
              <a:gd name="T19" fmla="*/ 657 h 715"/>
              <a:gd name="T20" fmla="*/ 208 w 417"/>
              <a:gd name="T21" fmla="*/ 714 h 715"/>
              <a:gd name="T22" fmla="*/ 349 w 417"/>
              <a:gd name="T23" fmla="*/ 657 h 715"/>
              <a:gd name="T24" fmla="*/ 416 w 417"/>
              <a:gd name="T25" fmla="*/ 460 h 715"/>
              <a:gd name="T26" fmla="*/ 387 w 417"/>
              <a:gd name="T27" fmla="*/ 339 h 715"/>
              <a:gd name="T28" fmla="*/ 289 w 417"/>
              <a:gd name="T29" fmla="*/ 162 h 715"/>
              <a:gd name="T30" fmla="*/ 328 w 417"/>
              <a:gd name="T31" fmla="*/ 636 h 715"/>
              <a:gd name="T32" fmla="*/ 328 w 417"/>
              <a:gd name="T33" fmla="*/ 636 h 715"/>
              <a:gd name="T34" fmla="*/ 208 w 417"/>
              <a:gd name="T35" fmla="*/ 683 h 715"/>
              <a:gd name="T36" fmla="*/ 88 w 417"/>
              <a:gd name="T37" fmla="*/ 636 h 715"/>
              <a:gd name="T38" fmla="*/ 30 w 417"/>
              <a:gd name="T39" fmla="*/ 460 h 715"/>
              <a:gd name="T40" fmla="*/ 56 w 417"/>
              <a:gd name="T41" fmla="*/ 351 h 715"/>
              <a:gd name="T42" fmla="*/ 154 w 417"/>
              <a:gd name="T43" fmla="*/ 177 h 715"/>
              <a:gd name="T44" fmla="*/ 198 w 417"/>
              <a:gd name="T45" fmla="*/ 93 h 715"/>
              <a:gd name="T46" fmla="*/ 208 w 417"/>
              <a:gd name="T47" fmla="*/ 70 h 715"/>
              <a:gd name="T48" fmla="*/ 232 w 417"/>
              <a:gd name="T49" fmla="*/ 120 h 715"/>
              <a:gd name="T50" fmla="*/ 331 w 417"/>
              <a:gd name="T51" fmla="*/ 293 h 715"/>
              <a:gd name="T52" fmla="*/ 387 w 417"/>
              <a:gd name="T53" fmla="*/ 460 h 715"/>
              <a:gd name="T54" fmla="*/ 328 w 417"/>
              <a:gd name="T55" fmla="*/ 6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17" h="715">
                <a:moveTo>
                  <a:pt x="289" y="162"/>
                </a:moveTo>
                <a:lnTo>
                  <a:pt x="289" y="162"/>
                </a:lnTo>
                <a:cubicBezTo>
                  <a:pt x="272" y="132"/>
                  <a:pt x="257" y="106"/>
                  <a:pt x="244" y="81"/>
                </a:cubicBezTo>
                <a:cubicBezTo>
                  <a:pt x="233" y="56"/>
                  <a:pt x="225" y="32"/>
                  <a:pt x="223" y="12"/>
                </a:cubicBezTo>
                <a:cubicBezTo>
                  <a:pt x="222" y="6"/>
                  <a:pt x="215" y="0"/>
                  <a:pt x="208" y="0"/>
                </a:cubicBezTo>
                <a:cubicBezTo>
                  <a:pt x="201" y="0"/>
                  <a:pt x="194" y="6"/>
                  <a:pt x="193" y="12"/>
                </a:cubicBezTo>
                <a:cubicBezTo>
                  <a:pt x="190" y="39"/>
                  <a:pt x="177" y="71"/>
                  <a:pt x="158" y="106"/>
                </a:cubicBezTo>
                <a:cubicBezTo>
                  <a:pt x="131" y="159"/>
                  <a:pt x="91" y="219"/>
                  <a:pt x="59" y="279"/>
                </a:cubicBezTo>
                <a:cubicBezTo>
                  <a:pt x="27" y="339"/>
                  <a:pt x="0" y="400"/>
                  <a:pt x="0" y="460"/>
                </a:cubicBezTo>
                <a:cubicBezTo>
                  <a:pt x="0" y="552"/>
                  <a:pt x="27" y="616"/>
                  <a:pt x="67" y="657"/>
                </a:cubicBezTo>
                <a:cubicBezTo>
                  <a:pt x="106" y="697"/>
                  <a:pt x="159" y="714"/>
                  <a:pt x="208" y="714"/>
                </a:cubicBezTo>
                <a:cubicBezTo>
                  <a:pt x="257" y="714"/>
                  <a:pt x="310" y="697"/>
                  <a:pt x="349" y="657"/>
                </a:cubicBezTo>
                <a:cubicBezTo>
                  <a:pt x="389" y="616"/>
                  <a:pt x="416" y="552"/>
                  <a:pt x="416" y="460"/>
                </a:cubicBezTo>
                <a:cubicBezTo>
                  <a:pt x="416" y="421"/>
                  <a:pt x="405" y="379"/>
                  <a:pt x="387" y="339"/>
                </a:cubicBezTo>
                <a:cubicBezTo>
                  <a:pt x="361" y="279"/>
                  <a:pt x="322" y="217"/>
                  <a:pt x="289" y="162"/>
                </a:cubicBezTo>
                <a:close/>
                <a:moveTo>
                  <a:pt x="328" y="636"/>
                </a:moveTo>
                <a:lnTo>
                  <a:pt x="328" y="636"/>
                </a:lnTo>
                <a:cubicBezTo>
                  <a:pt x="295" y="671"/>
                  <a:pt x="250" y="683"/>
                  <a:pt x="208" y="683"/>
                </a:cubicBezTo>
                <a:cubicBezTo>
                  <a:pt x="166" y="683"/>
                  <a:pt x="122" y="671"/>
                  <a:pt x="88" y="636"/>
                </a:cubicBezTo>
                <a:cubicBezTo>
                  <a:pt x="55" y="602"/>
                  <a:pt x="30" y="547"/>
                  <a:pt x="30" y="460"/>
                </a:cubicBezTo>
                <a:cubicBezTo>
                  <a:pt x="30" y="427"/>
                  <a:pt x="39" y="389"/>
                  <a:pt x="56" y="351"/>
                </a:cubicBezTo>
                <a:cubicBezTo>
                  <a:pt x="81" y="293"/>
                  <a:pt x="119" y="233"/>
                  <a:pt x="154" y="177"/>
                </a:cubicBezTo>
                <a:cubicBezTo>
                  <a:pt x="170" y="148"/>
                  <a:pt x="186" y="120"/>
                  <a:pt x="198" y="93"/>
                </a:cubicBezTo>
                <a:cubicBezTo>
                  <a:pt x="201" y="85"/>
                  <a:pt x="205" y="78"/>
                  <a:pt x="208" y="70"/>
                </a:cubicBezTo>
                <a:cubicBezTo>
                  <a:pt x="215" y="86"/>
                  <a:pt x="222" y="103"/>
                  <a:pt x="232" y="120"/>
                </a:cubicBezTo>
                <a:cubicBezTo>
                  <a:pt x="260" y="176"/>
                  <a:pt x="299" y="234"/>
                  <a:pt x="331" y="293"/>
                </a:cubicBezTo>
                <a:cubicBezTo>
                  <a:pt x="363" y="351"/>
                  <a:pt x="387" y="410"/>
                  <a:pt x="387" y="460"/>
                </a:cubicBezTo>
                <a:cubicBezTo>
                  <a:pt x="387" y="547"/>
                  <a:pt x="361" y="602"/>
                  <a:pt x="328" y="636"/>
                </a:cubicBezTo>
                <a:close/>
              </a:path>
            </a:pathLst>
          </a:custGeom>
          <a:solidFill>
            <a:schemeClr val="tx2"/>
          </a:solidFill>
          <a:ln>
            <a:noFill/>
          </a:ln>
          <a:effectLst/>
        </p:spPr>
        <p:txBody>
          <a:bodyPr wrap="none" anchor="ctr"/>
          <a:lstStyle/>
          <a:p>
            <a:endParaRPr lang="da-DK"/>
          </a:p>
        </p:txBody>
      </p:sp>
      <p:sp>
        <p:nvSpPr>
          <p:cNvPr id="567" name="Freeform 466">
            <a:extLst>
              <a:ext uri="{FF2B5EF4-FFF2-40B4-BE49-F238E27FC236}">
                <a16:creationId xmlns:a16="http://schemas.microsoft.com/office/drawing/2014/main" id="{D913FA2D-8E30-FE19-57D6-5F805F6CF44F}"/>
              </a:ext>
            </a:extLst>
          </p:cNvPr>
          <p:cNvSpPr>
            <a:spLocks noChangeArrowheads="1"/>
          </p:cNvSpPr>
          <p:nvPr/>
        </p:nvSpPr>
        <p:spPr bwMode="auto">
          <a:xfrm>
            <a:off x="6207794" y="5950074"/>
            <a:ext cx="231775" cy="257175"/>
          </a:xfrm>
          <a:custGeom>
            <a:avLst/>
            <a:gdLst>
              <a:gd name="T0" fmla="*/ 490 w 644"/>
              <a:gd name="T1" fmla="*/ 276 h 715"/>
              <a:gd name="T2" fmla="*/ 639 w 644"/>
              <a:gd name="T3" fmla="*/ 325 h 715"/>
              <a:gd name="T4" fmla="*/ 522 w 644"/>
              <a:gd name="T5" fmla="*/ 258 h 715"/>
              <a:gd name="T6" fmla="*/ 631 w 644"/>
              <a:gd name="T7" fmla="*/ 178 h 715"/>
              <a:gd name="T8" fmla="*/ 508 w 644"/>
              <a:gd name="T9" fmla="*/ 233 h 715"/>
              <a:gd name="T10" fmla="*/ 508 w 644"/>
              <a:gd name="T11" fmla="*/ 98 h 715"/>
              <a:gd name="T12" fmla="*/ 474 w 644"/>
              <a:gd name="T13" fmla="*/ 251 h 715"/>
              <a:gd name="T14" fmla="*/ 336 w 644"/>
              <a:gd name="T15" fmla="*/ 170 h 715"/>
              <a:gd name="T16" fmla="*/ 452 w 644"/>
              <a:gd name="T17" fmla="*/ 65 h 715"/>
              <a:gd name="T18" fmla="*/ 336 w 644"/>
              <a:gd name="T19" fmla="*/ 134 h 715"/>
              <a:gd name="T20" fmla="*/ 321 w 644"/>
              <a:gd name="T21" fmla="*/ 0 h 715"/>
              <a:gd name="T22" fmla="*/ 307 w 644"/>
              <a:gd name="T23" fmla="*/ 134 h 715"/>
              <a:gd name="T24" fmla="*/ 190 w 644"/>
              <a:gd name="T25" fmla="*/ 65 h 715"/>
              <a:gd name="T26" fmla="*/ 307 w 644"/>
              <a:gd name="T27" fmla="*/ 170 h 715"/>
              <a:gd name="T28" fmla="*/ 168 w 644"/>
              <a:gd name="T29" fmla="*/ 251 h 715"/>
              <a:gd name="T30" fmla="*/ 134 w 644"/>
              <a:gd name="T31" fmla="*/ 98 h 715"/>
              <a:gd name="T32" fmla="*/ 136 w 644"/>
              <a:gd name="T33" fmla="*/ 233 h 715"/>
              <a:gd name="T34" fmla="*/ 13 w 644"/>
              <a:gd name="T35" fmla="*/ 178 h 715"/>
              <a:gd name="T36" fmla="*/ 120 w 644"/>
              <a:gd name="T37" fmla="*/ 258 h 715"/>
              <a:gd name="T38" fmla="*/ 3 w 644"/>
              <a:gd name="T39" fmla="*/ 325 h 715"/>
              <a:gd name="T40" fmla="*/ 152 w 644"/>
              <a:gd name="T41" fmla="*/ 276 h 715"/>
              <a:gd name="T42" fmla="*/ 152 w 644"/>
              <a:gd name="T43" fmla="*/ 436 h 715"/>
              <a:gd name="T44" fmla="*/ 3 w 644"/>
              <a:gd name="T45" fmla="*/ 389 h 715"/>
              <a:gd name="T46" fmla="*/ 120 w 644"/>
              <a:gd name="T47" fmla="*/ 456 h 715"/>
              <a:gd name="T48" fmla="*/ 13 w 644"/>
              <a:gd name="T49" fmla="*/ 535 h 715"/>
              <a:gd name="T50" fmla="*/ 136 w 644"/>
              <a:gd name="T51" fmla="*/ 481 h 715"/>
              <a:gd name="T52" fmla="*/ 134 w 644"/>
              <a:gd name="T53" fmla="*/ 616 h 715"/>
              <a:gd name="T54" fmla="*/ 168 w 644"/>
              <a:gd name="T55" fmla="*/ 463 h 715"/>
              <a:gd name="T56" fmla="*/ 307 w 644"/>
              <a:gd name="T57" fmla="*/ 542 h 715"/>
              <a:gd name="T58" fmla="*/ 190 w 644"/>
              <a:gd name="T59" fmla="*/ 648 h 715"/>
              <a:gd name="T60" fmla="*/ 307 w 644"/>
              <a:gd name="T61" fmla="*/ 580 h 715"/>
              <a:gd name="T62" fmla="*/ 321 w 644"/>
              <a:gd name="T63" fmla="*/ 714 h 715"/>
              <a:gd name="T64" fmla="*/ 336 w 644"/>
              <a:gd name="T65" fmla="*/ 580 h 715"/>
              <a:gd name="T66" fmla="*/ 452 w 644"/>
              <a:gd name="T67" fmla="*/ 648 h 715"/>
              <a:gd name="T68" fmla="*/ 336 w 644"/>
              <a:gd name="T69" fmla="*/ 542 h 715"/>
              <a:gd name="T70" fmla="*/ 474 w 644"/>
              <a:gd name="T71" fmla="*/ 463 h 715"/>
              <a:gd name="T72" fmla="*/ 508 w 644"/>
              <a:gd name="T73" fmla="*/ 616 h 715"/>
              <a:gd name="T74" fmla="*/ 508 w 644"/>
              <a:gd name="T75" fmla="*/ 481 h 715"/>
              <a:gd name="T76" fmla="*/ 631 w 644"/>
              <a:gd name="T77" fmla="*/ 535 h 715"/>
              <a:gd name="T78" fmla="*/ 522 w 644"/>
              <a:gd name="T79" fmla="*/ 456 h 715"/>
              <a:gd name="T80" fmla="*/ 639 w 644"/>
              <a:gd name="T81" fmla="*/ 389 h 715"/>
              <a:gd name="T82" fmla="*/ 490 w 644"/>
              <a:gd name="T83" fmla="*/ 436 h 715"/>
              <a:gd name="T84" fmla="*/ 490 w 644"/>
              <a:gd name="T85" fmla="*/ 27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44" h="715">
                <a:moveTo>
                  <a:pt x="490" y="276"/>
                </a:moveTo>
                <a:lnTo>
                  <a:pt x="490" y="276"/>
                </a:lnTo>
                <a:cubicBezTo>
                  <a:pt x="620" y="332"/>
                  <a:pt x="620" y="332"/>
                  <a:pt x="620" y="332"/>
                </a:cubicBezTo>
                <a:cubicBezTo>
                  <a:pt x="628" y="335"/>
                  <a:pt x="636" y="332"/>
                  <a:pt x="639" y="325"/>
                </a:cubicBezTo>
                <a:cubicBezTo>
                  <a:pt x="643" y="317"/>
                  <a:pt x="639" y="308"/>
                  <a:pt x="632" y="305"/>
                </a:cubicBezTo>
                <a:cubicBezTo>
                  <a:pt x="522" y="258"/>
                  <a:pt x="522" y="258"/>
                  <a:pt x="522" y="258"/>
                </a:cubicBezTo>
                <a:cubicBezTo>
                  <a:pt x="625" y="198"/>
                  <a:pt x="625" y="198"/>
                  <a:pt x="625" y="198"/>
                </a:cubicBezTo>
                <a:cubicBezTo>
                  <a:pt x="632" y="194"/>
                  <a:pt x="635" y="185"/>
                  <a:pt x="631" y="178"/>
                </a:cubicBezTo>
                <a:cubicBezTo>
                  <a:pt x="626" y="171"/>
                  <a:pt x="618" y="169"/>
                  <a:pt x="610" y="173"/>
                </a:cubicBezTo>
                <a:cubicBezTo>
                  <a:pt x="508" y="233"/>
                  <a:pt x="508" y="233"/>
                  <a:pt x="508" y="233"/>
                </a:cubicBezTo>
                <a:cubicBezTo>
                  <a:pt x="522" y="114"/>
                  <a:pt x="522" y="114"/>
                  <a:pt x="522" y="114"/>
                </a:cubicBezTo>
                <a:cubicBezTo>
                  <a:pt x="522" y="106"/>
                  <a:pt x="516" y="99"/>
                  <a:pt x="508" y="98"/>
                </a:cubicBezTo>
                <a:cubicBezTo>
                  <a:pt x="501" y="96"/>
                  <a:pt x="493" y="102"/>
                  <a:pt x="493" y="110"/>
                </a:cubicBezTo>
                <a:cubicBezTo>
                  <a:pt x="474" y="251"/>
                  <a:pt x="474" y="251"/>
                  <a:pt x="474" y="251"/>
                </a:cubicBezTo>
                <a:cubicBezTo>
                  <a:pt x="336" y="330"/>
                  <a:pt x="336" y="330"/>
                  <a:pt x="336" y="330"/>
                </a:cubicBezTo>
                <a:cubicBezTo>
                  <a:pt x="336" y="170"/>
                  <a:pt x="336" y="170"/>
                  <a:pt x="336" y="170"/>
                </a:cubicBezTo>
                <a:cubicBezTo>
                  <a:pt x="449" y="86"/>
                  <a:pt x="449" y="86"/>
                  <a:pt x="449" y="86"/>
                </a:cubicBezTo>
                <a:cubicBezTo>
                  <a:pt x="456" y="81"/>
                  <a:pt x="458" y="71"/>
                  <a:pt x="452" y="65"/>
                </a:cubicBezTo>
                <a:cubicBezTo>
                  <a:pt x="448" y="59"/>
                  <a:pt x="438" y="57"/>
                  <a:pt x="431" y="63"/>
                </a:cubicBezTo>
                <a:cubicBezTo>
                  <a:pt x="336" y="134"/>
                  <a:pt x="336" y="134"/>
                  <a:pt x="336" y="134"/>
                </a:cubicBezTo>
                <a:cubicBezTo>
                  <a:pt x="336" y="14"/>
                  <a:pt x="336" y="14"/>
                  <a:pt x="336" y="14"/>
                </a:cubicBezTo>
                <a:cubicBezTo>
                  <a:pt x="336" y="7"/>
                  <a:pt x="329" y="0"/>
                  <a:pt x="321" y="0"/>
                </a:cubicBezTo>
                <a:cubicBezTo>
                  <a:pt x="313" y="0"/>
                  <a:pt x="307" y="7"/>
                  <a:pt x="307" y="14"/>
                </a:cubicBezTo>
                <a:cubicBezTo>
                  <a:pt x="307" y="134"/>
                  <a:pt x="307" y="134"/>
                  <a:pt x="307" y="134"/>
                </a:cubicBezTo>
                <a:cubicBezTo>
                  <a:pt x="211" y="63"/>
                  <a:pt x="211" y="63"/>
                  <a:pt x="211" y="63"/>
                </a:cubicBezTo>
                <a:cubicBezTo>
                  <a:pt x="205" y="57"/>
                  <a:pt x="196" y="59"/>
                  <a:pt x="190" y="65"/>
                </a:cubicBezTo>
                <a:cubicBezTo>
                  <a:pt x="186" y="71"/>
                  <a:pt x="187" y="81"/>
                  <a:pt x="194" y="86"/>
                </a:cubicBezTo>
                <a:cubicBezTo>
                  <a:pt x="307" y="170"/>
                  <a:pt x="307" y="170"/>
                  <a:pt x="307" y="170"/>
                </a:cubicBezTo>
                <a:cubicBezTo>
                  <a:pt x="307" y="330"/>
                  <a:pt x="307" y="330"/>
                  <a:pt x="307" y="330"/>
                </a:cubicBezTo>
                <a:cubicBezTo>
                  <a:pt x="168" y="251"/>
                  <a:pt x="168" y="251"/>
                  <a:pt x="168" y="251"/>
                </a:cubicBezTo>
                <a:cubicBezTo>
                  <a:pt x="151" y="110"/>
                  <a:pt x="151" y="110"/>
                  <a:pt x="151" y="110"/>
                </a:cubicBezTo>
                <a:cubicBezTo>
                  <a:pt x="149" y="102"/>
                  <a:pt x="143" y="96"/>
                  <a:pt x="134" y="98"/>
                </a:cubicBezTo>
                <a:cubicBezTo>
                  <a:pt x="126" y="99"/>
                  <a:pt x="120" y="106"/>
                  <a:pt x="122" y="114"/>
                </a:cubicBezTo>
                <a:cubicBezTo>
                  <a:pt x="136" y="233"/>
                  <a:pt x="136" y="233"/>
                  <a:pt x="136" y="233"/>
                </a:cubicBezTo>
                <a:cubicBezTo>
                  <a:pt x="32" y="173"/>
                  <a:pt x="32" y="173"/>
                  <a:pt x="32" y="173"/>
                </a:cubicBezTo>
                <a:cubicBezTo>
                  <a:pt x="25" y="169"/>
                  <a:pt x="17" y="171"/>
                  <a:pt x="13" y="178"/>
                </a:cubicBezTo>
                <a:cubicBezTo>
                  <a:pt x="9" y="185"/>
                  <a:pt x="10" y="194"/>
                  <a:pt x="18" y="198"/>
                </a:cubicBezTo>
                <a:cubicBezTo>
                  <a:pt x="120" y="258"/>
                  <a:pt x="120" y="258"/>
                  <a:pt x="120" y="258"/>
                </a:cubicBezTo>
                <a:cubicBezTo>
                  <a:pt x="11" y="305"/>
                  <a:pt x="11" y="305"/>
                  <a:pt x="11" y="305"/>
                </a:cubicBezTo>
                <a:cubicBezTo>
                  <a:pt x="4" y="308"/>
                  <a:pt x="0" y="317"/>
                  <a:pt x="3" y="325"/>
                </a:cubicBezTo>
                <a:cubicBezTo>
                  <a:pt x="7" y="332"/>
                  <a:pt x="16" y="335"/>
                  <a:pt x="23" y="332"/>
                </a:cubicBezTo>
                <a:cubicBezTo>
                  <a:pt x="152" y="276"/>
                  <a:pt x="152" y="276"/>
                  <a:pt x="152" y="276"/>
                </a:cubicBezTo>
                <a:cubicBezTo>
                  <a:pt x="292" y="357"/>
                  <a:pt x="292" y="357"/>
                  <a:pt x="292" y="357"/>
                </a:cubicBezTo>
                <a:cubicBezTo>
                  <a:pt x="152" y="436"/>
                  <a:pt x="152" y="436"/>
                  <a:pt x="152" y="436"/>
                </a:cubicBezTo>
                <a:cubicBezTo>
                  <a:pt x="23" y="381"/>
                  <a:pt x="23" y="381"/>
                  <a:pt x="23" y="381"/>
                </a:cubicBezTo>
                <a:cubicBezTo>
                  <a:pt x="16" y="378"/>
                  <a:pt x="7" y="382"/>
                  <a:pt x="3" y="389"/>
                </a:cubicBezTo>
                <a:cubicBezTo>
                  <a:pt x="0" y="396"/>
                  <a:pt x="4" y="406"/>
                  <a:pt x="11" y="409"/>
                </a:cubicBezTo>
                <a:cubicBezTo>
                  <a:pt x="120" y="456"/>
                  <a:pt x="120" y="456"/>
                  <a:pt x="120" y="456"/>
                </a:cubicBezTo>
                <a:cubicBezTo>
                  <a:pt x="18" y="515"/>
                  <a:pt x="18" y="515"/>
                  <a:pt x="18" y="515"/>
                </a:cubicBezTo>
                <a:cubicBezTo>
                  <a:pt x="10" y="519"/>
                  <a:pt x="9" y="528"/>
                  <a:pt x="13" y="535"/>
                </a:cubicBezTo>
                <a:cubicBezTo>
                  <a:pt x="17" y="542"/>
                  <a:pt x="25" y="545"/>
                  <a:pt x="32" y="541"/>
                </a:cubicBezTo>
                <a:cubicBezTo>
                  <a:pt x="136" y="481"/>
                  <a:pt x="136" y="481"/>
                  <a:pt x="136" y="481"/>
                </a:cubicBezTo>
                <a:cubicBezTo>
                  <a:pt x="122" y="600"/>
                  <a:pt x="122" y="600"/>
                  <a:pt x="122" y="600"/>
                </a:cubicBezTo>
                <a:cubicBezTo>
                  <a:pt x="120" y="608"/>
                  <a:pt x="126" y="615"/>
                  <a:pt x="134" y="616"/>
                </a:cubicBezTo>
                <a:cubicBezTo>
                  <a:pt x="143" y="616"/>
                  <a:pt x="149" y="611"/>
                  <a:pt x="151" y="602"/>
                </a:cubicBezTo>
                <a:cubicBezTo>
                  <a:pt x="168" y="463"/>
                  <a:pt x="168" y="463"/>
                  <a:pt x="168" y="463"/>
                </a:cubicBezTo>
                <a:cubicBezTo>
                  <a:pt x="307" y="382"/>
                  <a:pt x="307" y="382"/>
                  <a:pt x="307" y="382"/>
                </a:cubicBezTo>
                <a:cubicBezTo>
                  <a:pt x="307" y="542"/>
                  <a:pt x="307" y="542"/>
                  <a:pt x="307" y="542"/>
                </a:cubicBezTo>
                <a:cubicBezTo>
                  <a:pt x="194" y="628"/>
                  <a:pt x="194" y="628"/>
                  <a:pt x="194" y="628"/>
                </a:cubicBezTo>
                <a:cubicBezTo>
                  <a:pt x="187" y="632"/>
                  <a:pt x="186" y="641"/>
                  <a:pt x="190" y="648"/>
                </a:cubicBezTo>
                <a:cubicBezTo>
                  <a:pt x="196" y="655"/>
                  <a:pt x="205" y="657"/>
                  <a:pt x="211" y="651"/>
                </a:cubicBezTo>
                <a:cubicBezTo>
                  <a:pt x="307" y="580"/>
                  <a:pt x="307" y="580"/>
                  <a:pt x="307" y="580"/>
                </a:cubicBezTo>
                <a:cubicBezTo>
                  <a:pt x="307" y="699"/>
                  <a:pt x="307" y="699"/>
                  <a:pt x="307" y="699"/>
                </a:cubicBezTo>
                <a:cubicBezTo>
                  <a:pt x="307" y="707"/>
                  <a:pt x="313" y="714"/>
                  <a:pt x="321" y="714"/>
                </a:cubicBezTo>
                <a:cubicBezTo>
                  <a:pt x="329" y="714"/>
                  <a:pt x="336" y="707"/>
                  <a:pt x="336" y="699"/>
                </a:cubicBezTo>
                <a:cubicBezTo>
                  <a:pt x="336" y="580"/>
                  <a:pt x="336" y="580"/>
                  <a:pt x="336" y="580"/>
                </a:cubicBezTo>
                <a:cubicBezTo>
                  <a:pt x="431" y="651"/>
                  <a:pt x="431" y="651"/>
                  <a:pt x="431" y="651"/>
                </a:cubicBezTo>
                <a:cubicBezTo>
                  <a:pt x="438" y="657"/>
                  <a:pt x="448" y="655"/>
                  <a:pt x="452" y="648"/>
                </a:cubicBezTo>
                <a:cubicBezTo>
                  <a:pt x="458" y="641"/>
                  <a:pt x="456" y="632"/>
                  <a:pt x="449" y="628"/>
                </a:cubicBezTo>
                <a:cubicBezTo>
                  <a:pt x="336" y="542"/>
                  <a:pt x="336" y="542"/>
                  <a:pt x="336" y="542"/>
                </a:cubicBezTo>
                <a:cubicBezTo>
                  <a:pt x="336" y="382"/>
                  <a:pt x="336" y="382"/>
                  <a:pt x="336" y="382"/>
                </a:cubicBezTo>
                <a:cubicBezTo>
                  <a:pt x="474" y="463"/>
                  <a:pt x="474" y="463"/>
                  <a:pt x="474" y="463"/>
                </a:cubicBezTo>
                <a:cubicBezTo>
                  <a:pt x="493" y="602"/>
                  <a:pt x="493" y="602"/>
                  <a:pt x="493" y="602"/>
                </a:cubicBezTo>
                <a:cubicBezTo>
                  <a:pt x="493" y="611"/>
                  <a:pt x="501" y="616"/>
                  <a:pt x="508" y="616"/>
                </a:cubicBezTo>
                <a:cubicBezTo>
                  <a:pt x="516" y="615"/>
                  <a:pt x="522" y="608"/>
                  <a:pt x="522" y="600"/>
                </a:cubicBezTo>
                <a:cubicBezTo>
                  <a:pt x="508" y="481"/>
                  <a:pt x="508" y="481"/>
                  <a:pt x="508" y="481"/>
                </a:cubicBezTo>
                <a:cubicBezTo>
                  <a:pt x="610" y="541"/>
                  <a:pt x="610" y="541"/>
                  <a:pt x="610" y="541"/>
                </a:cubicBezTo>
                <a:cubicBezTo>
                  <a:pt x="618" y="545"/>
                  <a:pt x="626" y="542"/>
                  <a:pt x="631" y="535"/>
                </a:cubicBezTo>
                <a:cubicBezTo>
                  <a:pt x="635" y="528"/>
                  <a:pt x="632" y="519"/>
                  <a:pt x="625" y="515"/>
                </a:cubicBezTo>
                <a:cubicBezTo>
                  <a:pt x="522" y="456"/>
                  <a:pt x="522" y="456"/>
                  <a:pt x="522" y="456"/>
                </a:cubicBezTo>
                <a:cubicBezTo>
                  <a:pt x="632" y="409"/>
                  <a:pt x="632" y="409"/>
                  <a:pt x="632" y="409"/>
                </a:cubicBezTo>
                <a:cubicBezTo>
                  <a:pt x="639" y="406"/>
                  <a:pt x="643" y="396"/>
                  <a:pt x="639" y="389"/>
                </a:cubicBezTo>
                <a:cubicBezTo>
                  <a:pt x="636" y="382"/>
                  <a:pt x="628" y="378"/>
                  <a:pt x="620" y="381"/>
                </a:cubicBezTo>
                <a:cubicBezTo>
                  <a:pt x="490" y="436"/>
                  <a:pt x="490" y="436"/>
                  <a:pt x="490" y="436"/>
                </a:cubicBezTo>
                <a:cubicBezTo>
                  <a:pt x="352" y="357"/>
                  <a:pt x="352" y="357"/>
                  <a:pt x="352" y="357"/>
                </a:cubicBezTo>
                <a:lnTo>
                  <a:pt x="490" y="276"/>
                </a:lnTo>
              </a:path>
            </a:pathLst>
          </a:custGeom>
          <a:solidFill>
            <a:schemeClr val="tx2"/>
          </a:solidFill>
          <a:ln>
            <a:noFill/>
          </a:ln>
          <a:effectLst/>
        </p:spPr>
        <p:txBody>
          <a:bodyPr wrap="none" anchor="ctr"/>
          <a:lstStyle/>
          <a:p>
            <a:endParaRPr lang="da-DK"/>
          </a:p>
        </p:txBody>
      </p:sp>
      <p:grpSp>
        <p:nvGrpSpPr>
          <p:cNvPr id="568" name="Group 571">
            <a:extLst>
              <a:ext uri="{FF2B5EF4-FFF2-40B4-BE49-F238E27FC236}">
                <a16:creationId xmlns:a16="http://schemas.microsoft.com/office/drawing/2014/main" id="{BBFB5B56-9CA8-674B-885C-D60887B2F6BC}"/>
              </a:ext>
            </a:extLst>
          </p:cNvPr>
          <p:cNvGrpSpPr/>
          <p:nvPr/>
        </p:nvGrpSpPr>
        <p:grpSpPr>
          <a:xfrm>
            <a:off x="6261769" y="5511701"/>
            <a:ext cx="149225" cy="257175"/>
            <a:chOff x="5233988" y="5880100"/>
            <a:chExt cx="149225" cy="257175"/>
          </a:xfrm>
          <a:solidFill>
            <a:schemeClr val="tx2"/>
          </a:solidFill>
        </p:grpSpPr>
        <p:sp>
          <p:nvSpPr>
            <p:cNvPr id="569" name="Freeform 467">
              <a:extLst>
                <a:ext uri="{FF2B5EF4-FFF2-40B4-BE49-F238E27FC236}">
                  <a16:creationId xmlns:a16="http://schemas.microsoft.com/office/drawing/2014/main" id="{A1216AC2-C2B3-9BE4-2619-9D4DA44B752D}"/>
                </a:ext>
              </a:extLst>
            </p:cNvPr>
            <p:cNvSpPr>
              <a:spLocks noChangeArrowheads="1"/>
            </p:cNvSpPr>
            <p:nvPr/>
          </p:nvSpPr>
          <p:spPr bwMode="auto">
            <a:xfrm>
              <a:off x="5233988" y="5880100"/>
              <a:ext cx="119062" cy="257175"/>
            </a:xfrm>
            <a:custGeom>
              <a:avLst/>
              <a:gdLst>
                <a:gd name="T0" fmla="*/ 89 w 329"/>
                <a:gd name="T1" fmla="*/ 75 h 715"/>
                <a:gd name="T2" fmla="*/ 89 w 329"/>
                <a:gd name="T3" fmla="*/ 75 h 715"/>
                <a:gd name="T4" fmla="*/ 89 w 329"/>
                <a:gd name="T5" fmla="*/ 406 h 715"/>
                <a:gd name="T6" fmla="*/ 0 w 329"/>
                <a:gd name="T7" fmla="*/ 551 h 715"/>
                <a:gd name="T8" fmla="*/ 163 w 329"/>
                <a:gd name="T9" fmla="*/ 714 h 715"/>
                <a:gd name="T10" fmla="*/ 328 w 329"/>
                <a:gd name="T11" fmla="*/ 551 h 715"/>
                <a:gd name="T12" fmla="*/ 238 w 329"/>
                <a:gd name="T13" fmla="*/ 406 h 715"/>
                <a:gd name="T14" fmla="*/ 238 w 329"/>
                <a:gd name="T15" fmla="*/ 75 h 715"/>
                <a:gd name="T16" fmla="*/ 163 w 329"/>
                <a:gd name="T17" fmla="*/ 0 h 715"/>
                <a:gd name="T18" fmla="*/ 89 w 329"/>
                <a:gd name="T19" fmla="*/ 75 h 715"/>
                <a:gd name="T20" fmla="*/ 208 w 329"/>
                <a:gd name="T21" fmla="*/ 75 h 715"/>
                <a:gd name="T22" fmla="*/ 208 w 329"/>
                <a:gd name="T23" fmla="*/ 75 h 715"/>
                <a:gd name="T24" fmla="*/ 208 w 329"/>
                <a:gd name="T25" fmla="*/ 414 h 715"/>
                <a:gd name="T26" fmla="*/ 217 w 329"/>
                <a:gd name="T27" fmla="*/ 428 h 715"/>
                <a:gd name="T28" fmla="*/ 297 w 329"/>
                <a:gd name="T29" fmla="*/ 551 h 715"/>
                <a:gd name="T30" fmla="*/ 258 w 329"/>
                <a:gd name="T31" fmla="*/ 645 h 715"/>
                <a:gd name="T32" fmla="*/ 163 w 329"/>
                <a:gd name="T33" fmla="*/ 685 h 715"/>
                <a:gd name="T34" fmla="*/ 68 w 329"/>
                <a:gd name="T35" fmla="*/ 645 h 715"/>
                <a:gd name="T36" fmla="*/ 29 w 329"/>
                <a:gd name="T37" fmla="*/ 551 h 715"/>
                <a:gd name="T38" fmla="*/ 110 w 329"/>
                <a:gd name="T39" fmla="*/ 428 h 715"/>
                <a:gd name="T40" fmla="*/ 118 w 329"/>
                <a:gd name="T41" fmla="*/ 414 h 715"/>
                <a:gd name="T42" fmla="*/ 118 w 329"/>
                <a:gd name="T43" fmla="*/ 75 h 715"/>
                <a:gd name="T44" fmla="*/ 163 w 329"/>
                <a:gd name="T45" fmla="*/ 30 h 715"/>
                <a:gd name="T46" fmla="*/ 208 w 329"/>
                <a:gd name="T47" fmla="*/ 7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29" h="715">
                  <a:moveTo>
                    <a:pt x="89" y="75"/>
                  </a:moveTo>
                  <a:lnTo>
                    <a:pt x="89" y="75"/>
                  </a:lnTo>
                  <a:cubicBezTo>
                    <a:pt x="89" y="406"/>
                    <a:pt x="89" y="406"/>
                    <a:pt x="89" y="406"/>
                  </a:cubicBezTo>
                  <a:cubicBezTo>
                    <a:pt x="36" y="432"/>
                    <a:pt x="0" y="488"/>
                    <a:pt x="0" y="551"/>
                  </a:cubicBezTo>
                  <a:cubicBezTo>
                    <a:pt x="0" y="641"/>
                    <a:pt x="74" y="714"/>
                    <a:pt x="163" y="714"/>
                  </a:cubicBezTo>
                  <a:cubicBezTo>
                    <a:pt x="254" y="714"/>
                    <a:pt x="328" y="641"/>
                    <a:pt x="328" y="551"/>
                  </a:cubicBezTo>
                  <a:cubicBezTo>
                    <a:pt x="328" y="488"/>
                    <a:pt x="291" y="432"/>
                    <a:pt x="238" y="406"/>
                  </a:cubicBezTo>
                  <a:cubicBezTo>
                    <a:pt x="238" y="75"/>
                    <a:pt x="238" y="75"/>
                    <a:pt x="238" y="75"/>
                  </a:cubicBezTo>
                  <a:cubicBezTo>
                    <a:pt x="238" y="33"/>
                    <a:pt x="205" y="0"/>
                    <a:pt x="163" y="0"/>
                  </a:cubicBezTo>
                  <a:cubicBezTo>
                    <a:pt x="123" y="0"/>
                    <a:pt x="89" y="33"/>
                    <a:pt x="89" y="75"/>
                  </a:cubicBezTo>
                  <a:close/>
                  <a:moveTo>
                    <a:pt x="208" y="75"/>
                  </a:moveTo>
                  <a:lnTo>
                    <a:pt x="208" y="75"/>
                  </a:lnTo>
                  <a:cubicBezTo>
                    <a:pt x="208" y="414"/>
                    <a:pt x="208" y="414"/>
                    <a:pt x="208" y="414"/>
                  </a:cubicBezTo>
                  <a:cubicBezTo>
                    <a:pt x="208" y="421"/>
                    <a:pt x="212" y="427"/>
                    <a:pt x="217" y="428"/>
                  </a:cubicBezTo>
                  <a:cubicBezTo>
                    <a:pt x="265" y="449"/>
                    <a:pt x="297" y="496"/>
                    <a:pt x="297" y="551"/>
                  </a:cubicBezTo>
                  <a:cubicBezTo>
                    <a:pt x="297" y="588"/>
                    <a:pt x="283" y="622"/>
                    <a:pt x="258" y="645"/>
                  </a:cubicBezTo>
                  <a:cubicBezTo>
                    <a:pt x="234" y="669"/>
                    <a:pt x="201" y="685"/>
                    <a:pt x="163" y="685"/>
                  </a:cubicBezTo>
                  <a:cubicBezTo>
                    <a:pt x="127" y="685"/>
                    <a:pt x="93" y="669"/>
                    <a:pt x="68" y="645"/>
                  </a:cubicBezTo>
                  <a:cubicBezTo>
                    <a:pt x="45" y="622"/>
                    <a:pt x="29" y="588"/>
                    <a:pt x="29" y="551"/>
                  </a:cubicBezTo>
                  <a:cubicBezTo>
                    <a:pt x="29" y="496"/>
                    <a:pt x="63" y="449"/>
                    <a:pt x="110" y="428"/>
                  </a:cubicBezTo>
                  <a:cubicBezTo>
                    <a:pt x="116" y="427"/>
                    <a:pt x="118" y="421"/>
                    <a:pt x="118" y="414"/>
                  </a:cubicBezTo>
                  <a:cubicBezTo>
                    <a:pt x="118" y="75"/>
                    <a:pt x="118" y="75"/>
                    <a:pt x="118" y="75"/>
                  </a:cubicBezTo>
                  <a:cubicBezTo>
                    <a:pt x="118" y="50"/>
                    <a:pt x="139" y="30"/>
                    <a:pt x="163" y="30"/>
                  </a:cubicBezTo>
                  <a:cubicBezTo>
                    <a:pt x="188" y="30"/>
                    <a:pt x="208" y="50"/>
                    <a:pt x="208"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0" name="Freeform 468">
              <a:extLst>
                <a:ext uri="{FF2B5EF4-FFF2-40B4-BE49-F238E27FC236}">
                  <a16:creationId xmlns:a16="http://schemas.microsoft.com/office/drawing/2014/main" id="{9A9103A0-BDC8-C369-B274-CB69B440F810}"/>
                </a:ext>
              </a:extLst>
            </p:cNvPr>
            <p:cNvSpPr>
              <a:spLocks noChangeArrowheads="1"/>
            </p:cNvSpPr>
            <p:nvPr/>
          </p:nvSpPr>
          <p:spPr bwMode="auto">
            <a:xfrm>
              <a:off x="5340350" y="5900738"/>
              <a:ext cx="42863" cy="11112"/>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1" name="Freeform 469">
              <a:extLst>
                <a:ext uri="{FF2B5EF4-FFF2-40B4-BE49-F238E27FC236}">
                  <a16:creationId xmlns:a16="http://schemas.microsoft.com/office/drawing/2014/main" id="{A132ADCA-E2F7-7ACB-2B58-05B0274ECA04}"/>
                </a:ext>
              </a:extLst>
            </p:cNvPr>
            <p:cNvSpPr>
              <a:spLocks noChangeArrowheads="1"/>
            </p:cNvSpPr>
            <p:nvPr/>
          </p:nvSpPr>
          <p:spPr bwMode="auto">
            <a:xfrm>
              <a:off x="5340350" y="59340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2" name="Freeform 470">
              <a:extLst>
                <a:ext uri="{FF2B5EF4-FFF2-40B4-BE49-F238E27FC236}">
                  <a16:creationId xmlns:a16="http://schemas.microsoft.com/office/drawing/2014/main" id="{62736899-B3E7-DD90-0ECD-7F0B6E6F4E0E}"/>
                </a:ext>
              </a:extLst>
            </p:cNvPr>
            <p:cNvSpPr>
              <a:spLocks noChangeArrowheads="1"/>
            </p:cNvSpPr>
            <p:nvPr/>
          </p:nvSpPr>
          <p:spPr bwMode="auto">
            <a:xfrm>
              <a:off x="5340350" y="5965825"/>
              <a:ext cx="42863" cy="11113"/>
            </a:xfrm>
            <a:custGeom>
              <a:avLst/>
              <a:gdLst>
                <a:gd name="T0" fmla="*/ 15 w 121"/>
                <a:gd name="T1" fmla="*/ 30 h 31"/>
                <a:gd name="T2" fmla="*/ 15 w 121"/>
                <a:gd name="T3" fmla="*/ 30 h 31"/>
                <a:gd name="T4" fmla="*/ 105 w 121"/>
                <a:gd name="T5" fmla="*/ 30 h 31"/>
                <a:gd name="T6" fmla="*/ 120 w 121"/>
                <a:gd name="T7" fmla="*/ 16 h 31"/>
                <a:gd name="T8" fmla="*/ 105 w 121"/>
                <a:gd name="T9" fmla="*/ 0 h 31"/>
                <a:gd name="T10" fmla="*/ 15 w 121"/>
                <a:gd name="T11" fmla="*/ 0 h 31"/>
                <a:gd name="T12" fmla="*/ 0 w 121"/>
                <a:gd name="T13" fmla="*/ 16 h 31"/>
                <a:gd name="T14" fmla="*/ 15 w 12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15" y="30"/>
                  </a:moveTo>
                  <a:lnTo>
                    <a:pt x="15" y="30"/>
                  </a:lnTo>
                  <a:cubicBezTo>
                    <a:pt x="105" y="30"/>
                    <a:pt x="105" y="30"/>
                    <a:pt x="105" y="30"/>
                  </a:cubicBezTo>
                  <a:cubicBezTo>
                    <a:pt x="113" y="30"/>
                    <a:pt x="120" y="24"/>
                    <a:pt x="120" y="16"/>
                  </a:cubicBezTo>
                  <a:cubicBezTo>
                    <a:pt x="120" y="7"/>
                    <a:pt x="113" y="0"/>
                    <a:pt x="105"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3" name="Freeform 471">
              <a:extLst>
                <a:ext uri="{FF2B5EF4-FFF2-40B4-BE49-F238E27FC236}">
                  <a16:creationId xmlns:a16="http://schemas.microsoft.com/office/drawing/2014/main" id="{4B7A1726-679B-C286-902B-C0C05221729C}"/>
                </a:ext>
              </a:extLst>
            </p:cNvPr>
            <p:cNvSpPr>
              <a:spLocks noChangeArrowheads="1"/>
            </p:cNvSpPr>
            <p:nvPr/>
          </p:nvSpPr>
          <p:spPr bwMode="auto">
            <a:xfrm>
              <a:off x="5340350" y="59975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3"/>
                    <a:pt x="120" y="15"/>
                  </a:cubicBezTo>
                  <a:cubicBezTo>
                    <a:pt x="120" y="7"/>
                    <a:pt x="113" y="0"/>
                    <a:pt x="105" y="0"/>
                  </a:cubicBezTo>
                  <a:cubicBezTo>
                    <a:pt x="15" y="0"/>
                    <a:pt x="15"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4" name="Freeform 472">
              <a:extLst>
                <a:ext uri="{FF2B5EF4-FFF2-40B4-BE49-F238E27FC236}">
                  <a16:creationId xmlns:a16="http://schemas.microsoft.com/office/drawing/2014/main" id="{145D03A6-CA84-2397-3F1A-44F0972A3148}"/>
                </a:ext>
              </a:extLst>
            </p:cNvPr>
            <p:cNvSpPr>
              <a:spLocks noChangeArrowheads="1"/>
            </p:cNvSpPr>
            <p:nvPr/>
          </p:nvSpPr>
          <p:spPr bwMode="auto">
            <a:xfrm>
              <a:off x="5265738" y="5986463"/>
              <a:ext cx="53975" cy="117475"/>
            </a:xfrm>
            <a:custGeom>
              <a:avLst/>
              <a:gdLst>
                <a:gd name="T0" fmla="*/ 60 w 150"/>
                <a:gd name="T1" fmla="*/ 14 h 328"/>
                <a:gd name="T2" fmla="*/ 60 w 150"/>
                <a:gd name="T3" fmla="*/ 14 h 328"/>
                <a:gd name="T4" fmla="*/ 60 w 150"/>
                <a:gd name="T5" fmla="*/ 180 h 328"/>
                <a:gd name="T6" fmla="*/ 0 w 150"/>
                <a:gd name="T7" fmla="*/ 253 h 328"/>
                <a:gd name="T8" fmla="*/ 74 w 150"/>
                <a:gd name="T9" fmla="*/ 327 h 328"/>
                <a:gd name="T10" fmla="*/ 149 w 150"/>
                <a:gd name="T11" fmla="*/ 253 h 328"/>
                <a:gd name="T12" fmla="*/ 89 w 150"/>
                <a:gd name="T13" fmla="*/ 180 h 328"/>
                <a:gd name="T14" fmla="*/ 89 w 150"/>
                <a:gd name="T15" fmla="*/ 14 h 328"/>
                <a:gd name="T16" fmla="*/ 74 w 150"/>
                <a:gd name="T17" fmla="*/ 0 h 328"/>
                <a:gd name="T18" fmla="*/ 60 w 150"/>
                <a:gd name="T19" fmla="*/ 14 h 328"/>
                <a:gd name="T20" fmla="*/ 119 w 150"/>
                <a:gd name="T21" fmla="*/ 253 h 328"/>
                <a:gd name="T22" fmla="*/ 119 w 150"/>
                <a:gd name="T23" fmla="*/ 253 h 328"/>
                <a:gd name="T24" fmla="*/ 74 w 150"/>
                <a:gd name="T25" fmla="*/ 297 h 328"/>
                <a:gd name="T26" fmla="*/ 29 w 150"/>
                <a:gd name="T27" fmla="*/ 253 h 328"/>
                <a:gd name="T28" fmla="*/ 74 w 150"/>
                <a:gd name="T29" fmla="*/ 208 h 328"/>
                <a:gd name="T30" fmla="*/ 74 w 150"/>
                <a:gd name="T31" fmla="*/ 208 h 328"/>
                <a:gd name="T32" fmla="*/ 74 w 150"/>
                <a:gd name="T33" fmla="*/ 208 h 328"/>
                <a:gd name="T34" fmla="*/ 119 w 150"/>
                <a:gd name="T35" fmla="*/ 25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328">
                  <a:moveTo>
                    <a:pt x="60" y="14"/>
                  </a:moveTo>
                  <a:lnTo>
                    <a:pt x="60" y="14"/>
                  </a:lnTo>
                  <a:cubicBezTo>
                    <a:pt x="60" y="180"/>
                    <a:pt x="60" y="180"/>
                    <a:pt x="60" y="180"/>
                  </a:cubicBezTo>
                  <a:cubicBezTo>
                    <a:pt x="25" y="187"/>
                    <a:pt x="0" y="216"/>
                    <a:pt x="0" y="253"/>
                  </a:cubicBezTo>
                  <a:cubicBezTo>
                    <a:pt x="0" y="295"/>
                    <a:pt x="34" y="327"/>
                    <a:pt x="74" y="327"/>
                  </a:cubicBezTo>
                  <a:cubicBezTo>
                    <a:pt x="116" y="327"/>
                    <a:pt x="149" y="295"/>
                    <a:pt x="149" y="253"/>
                  </a:cubicBezTo>
                  <a:cubicBezTo>
                    <a:pt x="149" y="216"/>
                    <a:pt x="123" y="187"/>
                    <a:pt x="89" y="180"/>
                  </a:cubicBezTo>
                  <a:cubicBezTo>
                    <a:pt x="89" y="14"/>
                    <a:pt x="89" y="14"/>
                    <a:pt x="89" y="14"/>
                  </a:cubicBezTo>
                  <a:cubicBezTo>
                    <a:pt x="89" y="7"/>
                    <a:pt x="82" y="0"/>
                    <a:pt x="74" y="0"/>
                  </a:cubicBezTo>
                  <a:cubicBezTo>
                    <a:pt x="66" y="0"/>
                    <a:pt x="60" y="7"/>
                    <a:pt x="60" y="14"/>
                  </a:cubicBezTo>
                  <a:close/>
                  <a:moveTo>
                    <a:pt x="119" y="253"/>
                  </a:moveTo>
                  <a:lnTo>
                    <a:pt x="119" y="253"/>
                  </a:lnTo>
                  <a:cubicBezTo>
                    <a:pt x="119" y="278"/>
                    <a:pt x="99" y="297"/>
                    <a:pt x="74" y="297"/>
                  </a:cubicBezTo>
                  <a:cubicBezTo>
                    <a:pt x="50" y="297"/>
                    <a:pt x="29" y="278"/>
                    <a:pt x="29" y="253"/>
                  </a:cubicBezTo>
                  <a:cubicBezTo>
                    <a:pt x="29" y="228"/>
                    <a:pt x="50" y="208"/>
                    <a:pt x="74" y="208"/>
                  </a:cubicBezTo>
                  <a:lnTo>
                    <a:pt x="74" y="208"/>
                  </a:lnTo>
                  <a:lnTo>
                    <a:pt x="74" y="208"/>
                  </a:lnTo>
                  <a:cubicBezTo>
                    <a:pt x="99" y="208"/>
                    <a:pt x="119" y="228"/>
                    <a:pt x="11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5" name="Freeform 473">
            <a:extLst>
              <a:ext uri="{FF2B5EF4-FFF2-40B4-BE49-F238E27FC236}">
                <a16:creationId xmlns:a16="http://schemas.microsoft.com/office/drawing/2014/main" id="{4D9CB466-3C1D-CB3B-6285-48367557D3A2}"/>
              </a:ext>
            </a:extLst>
          </p:cNvPr>
          <p:cNvSpPr>
            <a:spLocks noChangeArrowheads="1"/>
          </p:cNvSpPr>
          <p:nvPr/>
        </p:nvSpPr>
        <p:spPr bwMode="auto">
          <a:xfrm>
            <a:off x="2127704" y="5949280"/>
            <a:ext cx="128588" cy="258763"/>
          </a:xfrm>
          <a:custGeom>
            <a:avLst/>
            <a:gdLst>
              <a:gd name="T0" fmla="*/ 343 w 359"/>
              <a:gd name="T1" fmla="*/ 327 h 717"/>
              <a:gd name="T2" fmla="*/ 343 w 359"/>
              <a:gd name="T3" fmla="*/ 327 h 717"/>
              <a:gd name="T4" fmla="*/ 211 w 359"/>
              <a:gd name="T5" fmla="*/ 327 h 717"/>
              <a:gd name="T6" fmla="*/ 238 w 359"/>
              <a:gd name="T7" fmla="*/ 16 h 717"/>
              <a:gd name="T8" fmla="*/ 229 w 359"/>
              <a:gd name="T9" fmla="*/ 1 h 717"/>
              <a:gd name="T10" fmla="*/ 211 w 359"/>
              <a:gd name="T11" fmla="*/ 9 h 717"/>
              <a:gd name="T12" fmla="*/ 3 w 359"/>
              <a:gd name="T13" fmla="*/ 425 h 717"/>
              <a:gd name="T14" fmla="*/ 3 w 359"/>
              <a:gd name="T15" fmla="*/ 440 h 717"/>
              <a:gd name="T16" fmla="*/ 15 w 359"/>
              <a:gd name="T17" fmla="*/ 447 h 717"/>
              <a:gd name="T18" fmla="*/ 148 w 359"/>
              <a:gd name="T19" fmla="*/ 447 h 717"/>
              <a:gd name="T20" fmla="*/ 120 w 359"/>
              <a:gd name="T21" fmla="*/ 698 h 717"/>
              <a:gd name="T22" fmla="*/ 130 w 359"/>
              <a:gd name="T23" fmla="*/ 714 h 717"/>
              <a:gd name="T24" fmla="*/ 148 w 359"/>
              <a:gd name="T25" fmla="*/ 707 h 717"/>
              <a:gd name="T26" fmla="*/ 356 w 359"/>
              <a:gd name="T27" fmla="*/ 350 h 717"/>
              <a:gd name="T28" fmla="*/ 356 w 359"/>
              <a:gd name="T29" fmla="*/ 336 h 717"/>
              <a:gd name="T30" fmla="*/ 343 w 359"/>
              <a:gd name="T31" fmla="*/ 327 h 717"/>
              <a:gd name="T32" fmla="*/ 158 w 359"/>
              <a:gd name="T33" fmla="*/ 631 h 717"/>
              <a:gd name="T34" fmla="*/ 158 w 359"/>
              <a:gd name="T35" fmla="*/ 631 h 717"/>
              <a:gd name="T36" fmla="*/ 180 w 359"/>
              <a:gd name="T37" fmla="*/ 433 h 717"/>
              <a:gd name="T38" fmla="*/ 176 w 359"/>
              <a:gd name="T39" fmla="*/ 422 h 717"/>
              <a:gd name="T40" fmla="*/ 165 w 359"/>
              <a:gd name="T41" fmla="*/ 417 h 717"/>
              <a:gd name="T42" fmla="*/ 40 w 359"/>
              <a:gd name="T43" fmla="*/ 417 h 717"/>
              <a:gd name="T44" fmla="*/ 202 w 359"/>
              <a:gd name="T45" fmla="*/ 93 h 717"/>
              <a:gd name="T46" fmla="*/ 180 w 359"/>
              <a:gd name="T47" fmla="*/ 341 h 717"/>
              <a:gd name="T48" fmla="*/ 183 w 359"/>
              <a:gd name="T49" fmla="*/ 352 h 717"/>
              <a:gd name="T50" fmla="*/ 194 w 359"/>
              <a:gd name="T51" fmla="*/ 358 h 717"/>
              <a:gd name="T52" fmla="*/ 317 w 359"/>
              <a:gd name="T53" fmla="*/ 358 h 717"/>
              <a:gd name="T54" fmla="*/ 158 w 359"/>
              <a:gd name="T55" fmla="*/ 63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59" h="717">
                <a:moveTo>
                  <a:pt x="343" y="327"/>
                </a:moveTo>
                <a:lnTo>
                  <a:pt x="343" y="327"/>
                </a:lnTo>
                <a:cubicBezTo>
                  <a:pt x="211" y="327"/>
                  <a:pt x="211" y="327"/>
                  <a:pt x="211" y="327"/>
                </a:cubicBezTo>
                <a:cubicBezTo>
                  <a:pt x="238" y="16"/>
                  <a:pt x="238" y="16"/>
                  <a:pt x="238" y="16"/>
                </a:cubicBezTo>
                <a:cubicBezTo>
                  <a:pt x="240" y="9"/>
                  <a:pt x="234" y="4"/>
                  <a:pt x="229" y="1"/>
                </a:cubicBezTo>
                <a:cubicBezTo>
                  <a:pt x="222" y="0"/>
                  <a:pt x="213" y="2"/>
                  <a:pt x="211" y="9"/>
                </a:cubicBezTo>
                <a:cubicBezTo>
                  <a:pt x="3" y="425"/>
                  <a:pt x="3" y="425"/>
                  <a:pt x="3" y="425"/>
                </a:cubicBezTo>
                <a:cubicBezTo>
                  <a:pt x="0" y="430"/>
                  <a:pt x="0" y="436"/>
                  <a:pt x="3" y="440"/>
                </a:cubicBezTo>
                <a:cubicBezTo>
                  <a:pt x="6" y="444"/>
                  <a:pt x="11" y="447"/>
                  <a:pt x="15" y="447"/>
                </a:cubicBezTo>
                <a:cubicBezTo>
                  <a:pt x="148" y="447"/>
                  <a:pt x="148" y="447"/>
                  <a:pt x="148" y="447"/>
                </a:cubicBezTo>
                <a:cubicBezTo>
                  <a:pt x="120" y="698"/>
                  <a:pt x="120" y="698"/>
                  <a:pt x="120" y="698"/>
                </a:cubicBezTo>
                <a:cubicBezTo>
                  <a:pt x="119" y="705"/>
                  <a:pt x="124" y="712"/>
                  <a:pt x="130" y="714"/>
                </a:cubicBezTo>
                <a:cubicBezTo>
                  <a:pt x="137" y="716"/>
                  <a:pt x="144" y="714"/>
                  <a:pt x="148" y="707"/>
                </a:cubicBezTo>
                <a:cubicBezTo>
                  <a:pt x="356" y="350"/>
                  <a:pt x="356" y="350"/>
                  <a:pt x="356" y="350"/>
                </a:cubicBezTo>
                <a:cubicBezTo>
                  <a:pt x="358" y="345"/>
                  <a:pt x="358" y="340"/>
                  <a:pt x="356" y="336"/>
                </a:cubicBezTo>
                <a:cubicBezTo>
                  <a:pt x="353" y="330"/>
                  <a:pt x="349" y="327"/>
                  <a:pt x="343" y="327"/>
                </a:cubicBezTo>
                <a:close/>
                <a:moveTo>
                  <a:pt x="158" y="631"/>
                </a:moveTo>
                <a:lnTo>
                  <a:pt x="158" y="631"/>
                </a:lnTo>
                <a:cubicBezTo>
                  <a:pt x="180" y="433"/>
                  <a:pt x="180" y="433"/>
                  <a:pt x="180" y="433"/>
                </a:cubicBezTo>
                <a:cubicBezTo>
                  <a:pt x="180" y="429"/>
                  <a:pt x="178" y="425"/>
                  <a:pt x="176" y="422"/>
                </a:cubicBezTo>
                <a:cubicBezTo>
                  <a:pt x="173" y="419"/>
                  <a:pt x="169" y="417"/>
                  <a:pt x="165" y="417"/>
                </a:cubicBezTo>
                <a:cubicBezTo>
                  <a:pt x="40" y="417"/>
                  <a:pt x="40" y="417"/>
                  <a:pt x="40" y="417"/>
                </a:cubicBezTo>
                <a:cubicBezTo>
                  <a:pt x="202" y="93"/>
                  <a:pt x="202" y="93"/>
                  <a:pt x="202" y="93"/>
                </a:cubicBezTo>
                <a:cubicBezTo>
                  <a:pt x="180" y="341"/>
                  <a:pt x="180" y="341"/>
                  <a:pt x="180" y="341"/>
                </a:cubicBezTo>
                <a:cubicBezTo>
                  <a:pt x="178" y="345"/>
                  <a:pt x="180" y="350"/>
                  <a:pt x="183" y="352"/>
                </a:cubicBezTo>
                <a:cubicBezTo>
                  <a:pt x="185" y="357"/>
                  <a:pt x="190" y="358"/>
                  <a:pt x="194" y="358"/>
                </a:cubicBezTo>
                <a:cubicBezTo>
                  <a:pt x="317" y="358"/>
                  <a:pt x="317" y="358"/>
                  <a:pt x="317" y="358"/>
                </a:cubicBezTo>
                <a:lnTo>
                  <a:pt x="158" y="631"/>
                </a:lnTo>
                <a:close/>
              </a:path>
            </a:pathLst>
          </a:custGeom>
          <a:solidFill>
            <a:schemeClr val="tx2"/>
          </a:solidFill>
          <a:ln>
            <a:noFill/>
          </a:ln>
          <a:effectLst/>
        </p:spPr>
        <p:txBody>
          <a:bodyPr wrap="none" anchor="ctr"/>
          <a:lstStyle/>
          <a:p>
            <a:endParaRPr lang="da-DK"/>
          </a:p>
        </p:txBody>
      </p:sp>
      <p:sp>
        <p:nvSpPr>
          <p:cNvPr id="576" name="Freeform 474">
            <a:extLst>
              <a:ext uri="{FF2B5EF4-FFF2-40B4-BE49-F238E27FC236}">
                <a16:creationId xmlns:a16="http://schemas.microsoft.com/office/drawing/2014/main" id="{D7961510-3464-A852-B296-84BDBA293585}"/>
              </a:ext>
            </a:extLst>
          </p:cNvPr>
          <p:cNvSpPr>
            <a:spLocks noChangeArrowheads="1"/>
          </p:cNvSpPr>
          <p:nvPr/>
        </p:nvSpPr>
        <p:spPr bwMode="auto">
          <a:xfrm>
            <a:off x="6757069" y="5950074"/>
            <a:ext cx="171450" cy="257175"/>
          </a:xfrm>
          <a:custGeom>
            <a:avLst/>
            <a:gdLst>
              <a:gd name="T0" fmla="*/ 462 w 478"/>
              <a:gd name="T1" fmla="*/ 0 h 716"/>
              <a:gd name="T2" fmla="*/ 462 w 478"/>
              <a:gd name="T3" fmla="*/ 0 h 716"/>
              <a:gd name="T4" fmla="*/ 194 w 478"/>
              <a:gd name="T5" fmla="*/ 0 h 716"/>
              <a:gd name="T6" fmla="*/ 180 w 478"/>
              <a:gd name="T7" fmla="*/ 8 h 716"/>
              <a:gd name="T8" fmla="*/ 1 w 478"/>
              <a:gd name="T9" fmla="*/ 395 h 716"/>
              <a:gd name="T10" fmla="*/ 3 w 478"/>
              <a:gd name="T11" fmla="*/ 410 h 716"/>
              <a:gd name="T12" fmla="*/ 15 w 478"/>
              <a:gd name="T13" fmla="*/ 416 h 716"/>
              <a:gd name="T14" fmla="*/ 148 w 478"/>
              <a:gd name="T15" fmla="*/ 416 h 716"/>
              <a:gd name="T16" fmla="*/ 120 w 478"/>
              <a:gd name="T17" fmla="*/ 697 h 716"/>
              <a:gd name="T18" fmla="*/ 130 w 478"/>
              <a:gd name="T19" fmla="*/ 713 h 716"/>
              <a:gd name="T20" fmla="*/ 146 w 478"/>
              <a:gd name="T21" fmla="*/ 707 h 716"/>
              <a:gd name="T22" fmla="*/ 444 w 478"/>
              <a:gd name="T23" fmla="*/ 291 h 716"/>
              <a:gd name="T24" fmla="*/ 445 w 478"/>
              <a:gd name="T25" fmla="*/ 276 h 716"/>
              <a:gd name="T26" fmla="*/ 432 w 478"/>
              <a:gd name="T27" fmla="*/ 268 h 716"/>
              <a:gd name="T28" fmla="*/ 311 w 478"/>
              <a:gd name="T29" fmla="*/ 268 h 716"/>
              <a:gd name="T30" fmla="*/ 474 w 478"/>
              <a:gd name="T31" fmla="*/ 22 h 716"/>
              <a:gd name="T32" fmla="*/ 474 w 478"/>
              <a:gd name="T33" fmla="*/ 7 h 716"/>
              <a:gd name="T34" fmla="*/ 462 w 478"/>
              <a:gd name="T35" fmla="*/ 0 h 716"/>
              <a:gd name="T36" fmla="*/ 271 w 478"/>
              <a:gd name="T37" fmla="*/ 275 h 716"/>
              <a:gd name="T38" fmla="*/ 271 w 478"/>
              <a:gd name="T39" fmla="*/ 275 h 716"/>
              <a:gd name="T40" fmla="*/ 271 w 478"/>
              <a:gd name="T41" fmla="*/ 289 h 716"/>
              <a:gd name="T42" fmla="*/ 283 w 478"/>
              <a:gd name="T43" fmla="*/ 297 h 716"/>
              <a:gd name="T44" fmla="*/ 403 w 478"/>
              <a:gd name="T45" fmla="*/ 297 h 716"/>
              <a:gd name="T46" fmla="*/ 155 w 478"/>
              <a:gd name="T47" fmla="*/ 644 h 716"/>
              <a:gd name="T48" fmla="*/ 179 w 478"/>
              <a:gd name="T49" fmla="*/ 403 h 716"/>
              <a:gd name="T50" fmla="*/ 176 w 478"/>
              <a:gd name="T51" fmla="*/ 392 h 716"/>
              <a:gd name="T52" fmla="*/ 165 w 478"/>
              <a:gd name="T53" fmla="*/ 386 h 716"/>
              <a:gd name="T54" fmla="*/ 39 w 478"/>
              <a:gd name="T55" fmla="*/ 386 h 716"/>
              <a:gd name="T56" fmla="*/ 204 w 478"/>
              <a:gd name="T57" fmla="*/ 29 h 716"/>
              <a:gd name="T58" fmla="*/ 434 w 478"/>
              <a:gd name="T59" fmla="*/ 29 h 716"/>
              <a:gd name="T60" fmla="*/ 271 w 478"/>
              <a:gd name="T61" fmla="*/ 275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78" h="716">
                <a:moveTo>
                  <a:pt x="462" y="0"/>
                </a:moveTo>
                <a:lnTo>
                  <a:pt x="462" y="0"/>
                </a:lnTo>
                <a:cubicBezTo>
                  <a:pt x="194" y="0"/>
                  <a:pt x="194" y="0"/>
                  <a:pt x="194" y="0"/>
                </a:cubicBezTo>
                <a:cubicBezTo>
                  <a:pt x="188" y="0"/>
                  <a:pt x="183" y="3"/>
                  <a:pt x="180" y="8"/>
                </a:cubicBezTo>
                <a:cubicBezTo>
                  <a:pt x="1" y="395"/>
                  <a:pt x="1" y="395"/>
                  <a:pt x="1" y="395"/>
                </a:cubicBezTo>
                <a:cubicBezTo>
                  <a:pt x="0" y="400"/>
                  <a:pt x="0" y="404"/>
                  <a:pt x="3" y="410"/>
                </a:cubicBezTo>
                <a:cubicBezTo>
                  <a:pt x="6" y="414"/>
                  <a:pt x="10" y="416"/>
                  <a:pt x="15" y="416"/>
                </a:cubicBezTo>
                <a:cubicBezTo>
                  <a:pt x="148" y="416"/>
                  <a:pt x="148" y="416"/>
                  <a:pt x="148" y="416"/>
                </a:cubicBezTo>
                <a:cubicBezTo>
                  <a:pt x="120" y="697"/>
                  <a:pt x="120" y="697"/>
                  <a:pt x="120" y="697"/>
                </a:cubicBezTo>
                <a:cubicBezTo>
                  <a:pt x="119" y="704"/>
                  <a:pt x="123" y="710"/>
                  <a:pt x="130" y="713"/>
                </a:cubicBezTo>
                <a:cubicBezTo>
                  <a:pt x="135" y="715"/>
                  <a:pt x="142" y="713"/>
                  <a:pt x="146" y="707"/>
                </a:cubicBezTo>
                <a:cubicBezTo>
                  <a:pt x="444" y="291"/>
                  <a:pt x="444" y="291"/>
                  <a:pt x="444" y="291"/>
                </a:cubicBezTo>
                <a:cubicBezTo>
                  <a:pt x="448" y="286"/>
                  <a:pt x="448" y="280"/>
                  <a:pt x="445" y="276"/>
                </a:cubicBezTo>
                <a:cubicBezTo>
                  <a:pt x="442" y="270"/>
                  <a:pt x="438" y="268"/>
                  <a:pt x="432" y="268"/>
                </a:cubicBezTo>
                <a:cubicBezTo>
                  <a:pt x="311" y="268"/>
                  <a:pt x="311" y="268"/>
                  <a:pt x="311" y="268"/>
                </a:cubicBezTo>
                <a:cubicBezTo>
                  <a:pt x="474" y="22"/>
                  <a:pt x="474" y="22"/>
                  <a:pt x="474" y="22"/>
                </a:cubicBezTo>
                <a:cubicBezTo>
                  <a:pt x="477" y="18"/>
                  <a:pt x="477" y="12"/>
                  <a:pt x="474" y="7"/>
                </a:cubicBezTo>
                <a:cubicBezTo>
                  <a:pt x="473" y="3"/>
                  <a:pt x="467" y="0"/>
                  <a:pt x="462" y="0"/>
                </a:cubicBezTo>
                <a:close/>
                <a:moveTo>
                  <a:pt x="271" y="275"/>
                </a:moveTo>
                <a:lnTo>
                  <a:pt x="271" y="275"/>
                </a:lnTo>
                <a:cubicBezTo>
                  <a:pt x="268" y="279"/>
                  <a:pt x="268" y="284"/>
                  <a:pt x="271" y="289"/>
                </a:cubicBezTo>
                <a:cubicBezTo>
                  <a:pt x="272" y="294"/>
                  <a:pt x="278" y="297"/>
                  <a:pt x="283" y="297"/>
                </a:cubicBezTo>
                <a:cubicBezTo>
                  <a:pt x="403" y="297"/>
                  <a:pt x="403" y="297"/>
                  <a:pt x="403" y="297"/>
                </a:cubicBezTo>
                <a:cubicBezTo>
                  <a:pt x="155" y="644"/>
                  <a:pt x="155" y="644"/>
                  <a:pt x="155" y="644"/>
                </a:cubicBezTo>
                <a:cubicBezTo>
                  <a:pt x="179" y="403"/>
                  <a:pt x="179" y="403"/>
                  <a:pt x="179" y="403"/>
                </a:cubicBezTo>
                <a:cubicBezTo>
                  <a:pt x="180" y="399"/>
                  <a:pt x="179" y="395"/>
                  <a:pt x="176" y="392"/>
                </a:cubicBezTo>
                <a:cubicBezTo>
                  <a:pt x="173" y="388"/>
                  <a:pt x="169" y="386"/>
                  <a:pt x="165" y="386"/>
                </a:cubicBezTo>
                <a:cubicBezTo>
                  <a:pt x="39" y="386"/>
                  <a:pt x="39" y="386"/>
                  <a:pt x="39" y="386"/>
                </a:cubicBezTo>
                <a:cubicBezTo>
                  <a:pt x="204" y="29"/>
                  <a:pt x="204" y="29"/>
                  <a:pt x="204" y="29"/>
                </a:cubicBezTo>
                <a:cubicBezTo>
                  <a:pt x="434" y="29"/>
                  <a:pt x="434" y="29"/>
                  <a:pt x="434" y="29"/>
                </a:cubicBezTo>
                <a:lnTo>
                  <a:pt x="271" y="275"/>
                </a:lnTo>
                <a:close/>
              </a:path>
            </a:pathLst>
          </a:custGeom>
          <a:solidFill>
            <a:schemeClr val="tx2"/>
          </a:solidFill>
          <a:ln>
            <a:noFill/>
          </a:ln>
          <a:effectLst/>
        </p:spPr>
        <p:txBody>
          <a:bodyPr wrap="none" anchor="ctr"/>
          <a:lstStyle/>
          <a:p>
            <a:endParaRPr lang="da-DK"/>
          </a:p>
        </p:txBody>
      </p:sp>
      <p:grpSp>
        <p:nvGrpSpPr>
          <p:cNvPr id="577" name="Group 580">
            <a:extLst>
              <a:ext uri="{FF2B5EF4-FFF2-40B4-BE49-F238E27FC236}">
                <a16:creationId xmlns:a16="http://schemas.microsoft.com/office/drawing/2014/main" id="{B5D0A6D7-D638-EC96-5F4E-5CCFEEF1E624}"/>
              </a:ext>
            </a:extLst>
          </p:cNvPr>
          <p:cNvGrpSpPr/>
          <p:nvPr/>
        </p:nvGrpSpPr>
        <p:grpSpPr>
          <a:xfrm>
            <a:off x="5675981" y="5998493"/>
            <a:ext cx="255588" cy="160337"/>
            <a:chOff x="4648200" y="6453188"/>
            <a:chExt cx="255588" cy="160337"/>
          </a:xfrm>
          <a:solidFill>
            <a:schemeClr val="tx2"/>
          </a:solidFill>
        </p:grpSpPr>
        <p:sp>
          <p:nvSpPr>
            <p:cNvPr id="578" name="Freeform 475">
              <a:extLst>
                <a:ext uri="{FF2B5EF4-FFF2-40B4-BE49-F238E27FC236}">
                  <a16:creationId xmlns:a16="http://schemas.microsoft.com/office/drawing/2014/main" id="{EC063A6E-6BAD-1055-89D7-22C0031DF557}"/>
                </a:ext>
              </a:extLst>
            </p:cNvPr>
            <p:cNvSpPr>
              <a:spLocks noChangeArrowheads="1"/>
            </p:cNvSpPr>
            <p:nvPr/>
          </p:nvSpPr>
          <p:spPr bwMode="auto">
            <a:xfrm>
              <a:off x="4648200" y="6527800"/>
              <a:ext cx="66675" cy="11113"/>
            </a:xfrm>
            <a:custGeom>
              <a:avLst/>
              <a:gdLst>
                <a:gd name="T0" fmla="*/ 14 w 186"/>
                <a:gd name="T1" fmla="*/ 0 h 31"/>
                <a:gd name="T2" fmla="*/ 14 w 186"/>
                <a:gd name="T3" fmla="*/ 0 h 31"/>
                <a:gd name="T4" fmla="*/ 0 w 186"/>
                <a:gd name="T5" fmla="*/ 16 h 31"/>
                <a:gd name="T6" fmla="*/ 14 w 186"/>
                <a:gd name="T7" fmla="*/ 30 h 31"/>
                <a:gd name="T8" fmla="*/ 170 w 186"/>
                <a:gd name="T9" fmla="*/ 30 h 31"/>
                <a:gd name="T10" fmla="*/ 185 w 186"/>
                <a:gd name="T11" fmla="*/ 16 h 31"/>
                <a:gd name="T12" fmla="*/ 170 w 186"/>
                <a:gd name="T13" fmla="*/ 0 h 31"/>
                <a:gd name="T14" fmla="*/ 14 w 18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86" h="31">
                  <a:moveTo>
                    <a:pt x="14" y="0"/>
                  </a:moveTo>
                  <a:lnTo>
                    <a:pt x="14" y="0"/>
                  </a:lnTo>
                  <a:cubicBezTo>
                    <a:pt x="6" y="0"/>
                    <a:pt x="0" y="7"/>
                    <a:pt x="0" y="16"/>
                  </a:cubicBezTo>
                  <a:cubicBezTo>
                    <a:pt x="0" y="24"/>
                    <a:pt x="6" y="30"/>
                    <a:pt x="14" y="30"/>
                  </a:cubicBezTo>
                  <a:cubicBezTo>
                    <a:pt x="170" y="30"/>
                    <a:pt x="170" y="30"/>
                    <a:pt x="170" y="30"/>
                  </a:cubicBezTo>
                  <a:cubicBezTo>
                    <a:pt x="179" y="30"/>
                    <a:pt x="185" y="24"/>
                    <a:pt x="185" y="16"/>
                  </a:cubicBezTo>
                  <a:cubicBezTo>
                    <a:pt x="185" y="7"/>
                    <a:pt x="179" y="0"/>
                    <a:pt x="170"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6">
              <a:extLst>
                <a:ext uri="{FF2B5EF4-FFF2-40B4-BE49-F238E27FC236}">
                  <a16:creationId xmlns:a16="http://schemas.microsoft.com/office/drawing/2014/main" id="{5F2DA3DE-0F4B-7171-B681-EC7AC21CB081}"/>
                </a:ext>
              </a:extLst>
            </p:cNvPr>
            <p:cNvSpPr>
              <a:spLocks noChangeArrowheads="1"/>
            </p:cNvSpPr>
            <p:nvPr/>
          </p:nvSpPr>
          <p:spPr bwMode="auto">
            <a:xfrm>
              <a:off x="4648200" y="6559550"/>
              <a:ext cx="34925" cy="11113"/>
            </a:xfrm>
            <a:custGeom>
              <a:avLst/>
              <a:gdLst>
                <a:gd name="T0" fmla="*/ 81 w 97"/>
                <a:gd name="T1" fmla="*/ 0 h 31"/>
                <a:gd name="T2" fmla="*/ 81 w 97"/>
                <a:gd name="T3" fmla="*/ 0 h 31"/>
                <a:gd name="T4" fmla="*/ 14 w 97"/>
                <a:gd name="T5" fmla="*/ 0 h 31"/>
                <a:gd name="T6" fmla="*/ 0 w 97"/>
                <a:gd name="T7" fmla="*/ 16 h 31"/>
                <a:gd name="T8" fmla="*/ 14 w 97"/>
                <a:gd name="T9" fmla="*/ 30 h 31"/>
                <a:gd name="T10" fmla="*/ 81 w 97"/>
                <a:gd name="T11" fmla="*/ 30 h 31"/>
                <a:gd name="T12" fmla="*/ 96 w 97"/>
                <a:gd name="T13" fmla="*/ 16 h 31"/>
                <a:gd name="T14" fmla="*/ 81 w 9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7" h="31">
                  <a:moveTo>
                    <a:pt x="81" y="0"/>
                  </a:moveTo>
                  <a:lnTo>
                    <a:pt x="81" y="0"/>
                  </a:lnTo>
                  <a:cubicBezTo>
                    <a:pt x="14" y="0"/>
                    <a:pt x="14" y="0"/>
                    <a:pt x="14" y="0"/>
                  </a:cubicBezTo>
                  <a:cubicBezTo>
                    <a:pt x="6" y="0"/>
                    <a:pt x="0" y="7"/>
                    <a:pt x="0" y="16"/>
                  </a:cubicBezTo>
                  <a:cubicBezTo>
                    <a:pt x="0" y="24"/>
                    <a:pt x="6" y="30"/>
                    <a:pt x="14" y="30"/>
                  </a:cubicBezTo>
                  <a:cubicBezTo>
                    <a:pt x="81" y="30"/>
                    <a:pt x="81" y="30"/>
                    <a:pt x="81" y="30"/>
                  </a:cubicBezTo>
                  <a:cubicBezTo>
                    <a:pt x="89" y="30"/>
                    <a:pt x="96" y="24"/>
                    <a:pt x="96" y="16"/>
                  </a:cubicBezTo>
                  <a:cubicBezTo>
                    <a:pt x="96" y="7"/>
                    <a:pt x="89" y="0"/>
                    <a:pt x="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77">
              <a:extLst>
                <a:ext uri="{FF2B5EF4-FFF2-40B4-BE49-F238E27FC236}">
                  <a16:creationId xmlns:a16="http://schemas.microsoft.com/office/drawing/2014/main" id="{13E89338-1093-302D-A9A1-2A1972C9E1D2}"/>
                </a:ext>
              </a:extLst>
            </p:cNvPr>
            <p:cNvSpPr>
              <a:spLocks noChangeArrowheads="1"/>
            </p:cNvSpPr>
            <p:nvPr/>
          </p:nvSpPr>
          <p:spPr bwMode="auto">
            <a:xfrm>
              <a:off x="4743450" y="6464300"/>
              <a:ext cx="160338" cy="74613"/>
            </a:xfrm>
            <a:custGeom>
              <a:avLst/>
              <a:gdLst>
                <a:gd name="T0" fmla="*/ 341 w 447"/>
                <a:gd name="T1" fmla="*/ 0 h 209"/>
                <a:gd name="T2" fmla="*/ 341 w 447"/>
                <a:gd name="T3" fmla="*/ 0 h 209"/>
                <a:gd name="T4" fmla="*/ 237 w 447"/>
                <a:gd name="T5" fmla="*/ 104 h 209"/>
                <a:gd name="T6" fmla="*/ 252 w 447"/>
                <a:gd name="T7" fmla="*/ 118 h 209"/>
                <a:gd name="T8" fmla="*/ 268 w 447"/>
                <a:gd name="T9" fmla="*/ 104 h 209"/>
                <a:gd name="T10" fmla="*/ 268 w 447"/>
                <a:gd name="T11" fmla="*/ 104 h 209"/>
                <a:gd name="T12" fmla="*/ 288 w 447"/>
                <a:gd name="T13" fmla="*/ 51 h 209"/>
                <a:gd name="T14" fmla="*/ 341 w 447"/>
                <a:gd name="T15" fmla="*/ 29 h 209"/>
                <a:gd name="T16" fmla="*/ 394 w 447"/>
                <a:gd name="T17" fmla="*/ 51 h 209"/>
                <a:gd name="T18" fmla="*/ 415 w 447"/>
                <a:gd name="T19" fmla="*/ 104 h 209"/>
                <a:gd name="T20" fmla="*/ 394 w 447"/>
                <a:gd name="T21" fmla="*/ 156 h 209"/>
                <a:gd name="T22" fmla="*/ 341 w 447"/>
                <a:gd name="T23" fmla="*/ 178 h 209"/>
                <a:gd name="T24" fmla="*/ 14 w 447"/>
                <a:gd name="T25" fmla="*/ 178 h 209"/>
                <a:gd name="T26" fmla="*/ 0 w 447"/>
                <a:gd name="T27" fmla="*/ 194 h 209"/>
                <a:gd name="T28" fmla="*/ 14 w 447"/>
                <a:gd name="T29" fmla="*/ 208 h 209"/>
                <a:gd name="T30" fmla="*/ 341 w 447"/>
                <a:gd name="T31" fmla="*/ 208 h 209"/>
                <a:gd name="T32" fmla="*/ 446 w 447"/>
                <a:gd name="T33" fmla="*/ 104 h 209"/>
                <a:gd name="T34" fmla="*/ 341 w 447"/>
                <a:gd name="T35" fmla="*/ 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47" h="209">
                  <a:moveTo>
                    <a:pt x="341" y="0"/>
                  </a:moveTo>
                  <a:lnTo>
                    <a:pt x="341" y="0"/>
                  </a:lnTo>
                  <a:cubicBezTo>
                    <a:pt x="284" y="0"/>
                    <a:pt x="237" y="47"/>
                    <a:pt x="237" y="104"/>
                  </a:cubicBezTo>
                  <a:cubicBezTo>
                    <a:pt x="237" y="113"/>
                    <a:pt x="244" y="118"/>
                    <a:pt x="252" y="118"/>
                  </a:cubicBezTo>
                  <a:cubicBezTo>
                    <a:pt x="261" y="118"/>
                    <a:pt x="268" y="113"/>
                    <a:pt x="268" y="104"/>
                  </a:cubicBezTo>
                  <a:lnTo>
                    <a:pt x="268" y="104"/>
                  </a:lnTo>
                  <a:cubicBezTo>
                    <a:pt x="268" y="83"/>
                    <a:pt x="276" y="65"/>
                    <a:pt x="288" y="51"/>
                  </a:cubicBezTo>
                  <a:cubicBezTo>
                    <a:pt x="302" y="37"/>
                    <a:pt x="321" y="29"/>
                    <a:pt x="341" y="29"/>
                  </a:cubicBezTo>
                  <a:cubicBezTo>
                    <a:pt x="362" y="29"/>
                    <a:pt x="380" y="37"/>
                    <a:pt x="394" y="51"/>
                  </a:cubicBezTo>
                  <a:cubicBezTo>
                    <a:pt x="407" y="65"/>
                    <a:pt x="415" y="83"/>
                    <a:pt x="415" y="104"/>
                  </a:cubicBezTo>
                  <a:cubicBezTo>
                    <a:pt x="415" y="125"/>
                    <a:pt x="407" y="143"/>
                    <a:pt x="394" y="156"/>
                  </a:cubicBezTo>
                  <a:cubicBezTo>
                    <a:pt x="380" y="170"/>
                    <a:pt x="362" y="178"/>
                    <a:pt x="341" y="178"/>
                  </a:cubicBezTo>
                  <a:cubicBezTo>
                    <a:pt x="14" y="178"/>
                    <a:pt x="14" y="178"/>
                    <a:pt x="14" y="178"/>
                  </a:cubicBezTo>
                  <a:cubicBezTo>
                    <a:pt x="5" y="178"/>
                    <a:pt x="0" y="185"/>
                    <a:pt x="0" y="194"/>
                  </a:cubicBezTo>
                  <a:cubicBezTo>
                    <a:pt x="0" y="202"/>
                    <a:pt x="5" y="208"/>
                    <a:pt x="14" y="208"/>
                  </a:cubicBezTo>
                  <a:cubicBezTo>
                    <a:pt x="341" y="208"/>
                    <a:pt x="341" y="208"/>
                    <a:pt x="341" y="208"/>
                  </a:cubicBezTo>
                  <a:cubicBezTo>
                    <a:pt x="399" y="208"/>
                    <a:pt x="446" y="161"/>
                    <a:pt x="446" y="104"/>
                  </a:cubicBezTo>
                  <a:cubicBezTo>
                    <a:pt x="446" y="47"/>
                    <a:pt x="399" y="0"/>
                    <a:pt x="3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78">
              <a:extLst>
                <a:ext uri="{FF2B5EF4-FFF2-40B4-BE49-F238E27FC236}">
                  <a16:creationId xmlns:a16="http://schemas.microsoft.com/office/drawing/2014/main" id="{0DC0F925-7CC6-D053-36A2-83BC40320C1A}"/>
                </a:ext>
              </a:extLst>
            </p:cNvPr>
            <p:cNvSpPr>
              <a:spLocks noChangeArrowheads="1"/>
            </p:cNvSpPr>
            <p:nvPr/>
          </p:nvSpPr>
          <p:spPr bwMode="auto">
            <a:xfrm>
              <a:off x="4648200" y="6453188"/>
              <a:ext cx="160338" cy="53975"/>
            </a:xfrm>
            <a:custGeom>
              <a:avLst/>
              <a:gdLst>
                <a:gd name="T0" fmla="*/ 446 w 447"/>
                <a:gd name="T1" fmla="*/ 74 h 149"/>
                <a:gd name="T2" fmla="*/ 446 w 447"/>
                <a:gd name="T3" fmla="*/ 74 h 149"/>
                <a:gd name="T4" fmla="*/ 371 w 447"/>
                <a:gd name="T5" fmla="*/ 0 h 149"/>
                <a:gd name="T6" fmla="*/ 297 w 447"/>
                <a:gd name="T7" fmla="*/ 74 h 149"/>
                <a:gd name="T8" fmla="*/ 312 w 447"/>
                <a:gd name="T9" fmla="*/ 90 h 149"/>
                <a:gd name="T10" fmla="*/ 326 w 447"/>
                <a:gd name="T11" fmla="*/ 74 h 149"/>
                <a:gd name="T12" fmla="*/ 326 w 447"/>
                <a:gd name="T13" fmla="*/ 74 h 149"/>
                <a:gd name="T14" fmla="*/ 371 w 447"/>
                <a:gd name="T15" fmla="*/ 30 h 149"/>
                <a:gd name="T16" fmla="*/ 416 w 447"/>
                <a:gd name="T17" fmla="*/ 74 h 149"/>
                <a:gd name="T18" fmla="*/ 371 w 447"/>
                <a:gd name="T19" fmla="*/ 119 h 149"/>
                <a:gd name="T20" fmla="*/ 14 w 447"/>
                <a:gd name="T21" fmla="*/ 119 h 149"/>
                <a:gd name="T22" fmla="*/ 0 w 447"/>
                <a:gd name="T23" fmla="*/ 134 h 149"/>
                <a:gd name="T24" fmla="*/ 14 w 447"/>
                <a:gd name="T25" fmla="*/ 148 h 149"/>
                <a:gd name="T26" fmla="*/ 371 w 447"/>
                <a:gd name="T27" fmla="*/ 148 h 149"/>
                <a:gd name="T28" fmla="*/ 446 w 447"/>
                <a:gd name="T29"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47" h="149">
                  <a:moveTo>
                    <a:pt x="446" y="74"/>
                  </a:moveTo>
                  <a:lnTo>
                    <a:pt x="446" y="74"/>
                  </a:lnTo>
                  <a:cubicBezTo>
                    <a:pt x="446" y="34"/>
                    <a:pt x="413" y="0"/>
                    <a:pt x="371" y="0"/>
                  </a:cubicBezTo>
                  <a:cubicBezTo>
                    <a:pt x="331" y="0"/>
                    <a:pt x="297" y="34"/>
                    <a:pt x="297" y="74"/>
                  </a:cubicBezTo>
                  <a:cubicBezTo>
                    <a:pt x="297" y="83"/>
                    <a:pt x="304" y="90"/>
                    <a:pt x="312" y="90"/>
                  </a:cubicBezTo>
                  <a:cubicBezTo>
                    <a:pt x="321" y="90"/>
                    <a:pt x="326" y="83"/>
                    <a:pt x="326" y="74"/>
                  </a:cubicBezTo>
                  <a:lnTo>
                    <a:pt x="326" y="74"/>
                  </a:lnTo>
                  <a:cubicBezTo>
                    <a:pt x="326" y="49"/>
                    <a:pt x="347" y="30"/>
                    <a:pt x="371" y="30"/>
                  </a:cubicBezTo>
                  <a:cubicBezTo>
                    <a:pt x="396" y="30"/>
                    <a:pt x="416" y="49"/>
                    <a:pt x="416" y="74"/>
                  </a:cubicBezTo>
                  <a:cubicBezTo>
                    <a:pt x="416" y="99"/>
                    <a:pt x="396" y="119"/>
                    <a:pt x="371" y="119"/>
                  </a:cubicBezTo>
                  <a:cubicBezTo>
                    <a:pt x="14" y="119"/>
                    <a:pt x="14" y="119"/>
                    <a:pt x="14" y="119"/>
                  </a:cubicBezTo>
                  <a:cubicBezTo>
                    <a:pt x="6" y="119"/>
                    <a:pt x="0" y="126"/>
                    <a:pt x="0" y="134"/>
                  </a:cubicBezTo>
                  <a:cubicBezTo>
                    <a:pt x="0" y="143"/>
                    <a:pt x="6" y="148"/>
                    <a:pt x="14" y="148"/>
                  </a:cubicBezTo>
                  <a:cubicBezTo>
                    <a:pt x="371" y="148"/>
                    <a:pt x="371" y="148"/>
                    <a:pt x="371" y="148"/>
                  </a:cubicBezTo>
                  <a:cubicBezTo>
                    <a:pt x="413" y="148"/>
                    <a:pt x="446" y="116"/>
                    <a:pt x="446" y="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79">
              <a:extLst>
                <a:ext uri="{FF2B5EF4-FFF2-40B4-BE49-F238E27FC236}">
                  <a16:creationId xmlns:a16="http://schemas.microsoft.com/office/drawing/2014/main" id="{704C546F-FAB0-D738-3E53-EA4B1DBF8CE1}"/>
                </a:ext>
              </a:extLst>
            </p:cNvPr>
            <p:cNvSpPr>
              <a:spLocks noChangeArrowheads="1"/>
            </p:cNvSpPr>
            <p:nvPr/>
          </p:nvSpPr>
          <p:spPr bwMode="auto">
            <a:xfrm>
              <a:off x="4703763" y="6559550"/>
              <a:ext cx="147637" cy="53975"/>
            </a:xfrm>
            <a:custGeom>
              <a:avLst/>
              <a:gdLst>
                <a:gd name="T0" fmla="*/ 335 w 410"/>
                <a:gd name="T1" fmla="*/ 0 h 151"/>
                <a:gd name="T2" fmla="*/ 335 w 410"/>
                <a:gd name="T3" fmla="*/ 0 h 151"/>
                <a:gd name="T4" fmla="*/ 14 w 410"/>
                <a:gd name="T5" fmla="*/ 0 h 151"/>
                <a:gd name="T6" fmla="*/ 0 w 410"/>
                <a:gd name="T7" fmla="*/ 16 h 151"/>
                <a:gd name="T8" fmla="*/ 14 w 410"/>
                <a:gd name="T9" fmla="*/ 30 h 151"/>
                <a:gd name="T10" fmla="*/ 335 w 410"/>
                <a:gd name="T11" fmla="*/ 30 h 151"/>
                <a:gd name="T12" fmla="*/ 335 w 410"/>
                <a:gd name="T13" fmla="*/ 30 h 151"/>
                <a:gd name="T14" fmla="*/ 380 w 410"/>
                <a:gd name="T15" fmla="*/ 74 h 151"/>
                <a:gd name="T16" fmla="*/ 335 w 410"/>
                <a:gd name="T17" fmla="*/ 119 h 151"/>
                <a:gd name="T18" fmla="*/ 290 w 410"/>
                <a:gd name="T19" fmla="*/ 74 h 151"/>
                <a:gd name="T20" fmla="*/ 275 w 410"/>
                <a:gd name="T21" fmla="*/ 60 h 151"/>
                <a:gd name="T22" fmla="*/ 260 w 410"/>
                <a:gd name="T23" fmla="*/ 74 h 151"/>
                <a:gd name="T24" fmla="*/ 335 w 410"/>
                <a:gd name="T25" fmla="*/ 150 h 151"/>
                <a:gd name="T26" fmla="*/ 409 w 410"/>
                <a:gd name="T27" fmla="*/ 74 h 151"/>
                <a:gd name="T28" fmla="*/ 335 w 410"/>
                <a:gd name="T29"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10" h="151">
                  <a:moveTo>
                    <a:pt x="335" y="0"/>
                  </a:moveTo>
                  <a:lnTo>
                    <a:pt x="335" y="0"/>
                  </a:lnTo>
                  <a:cubicBezTo>
                    <a:pt x="14" y="0"/>
                    <a:pt x="14" y="0"/>
                    <a:pt x="14" y="0"/>
                  </a:cubicBezTo>
                  <a:cubicBezTo>
                    <a:pt x="6" y="0"/>
                    <a:pt x="0" y="7"/>
                    <a:pt x="0" y="16"/>
                  </a:cubicBezTo>
                  <a:cubicBezTo>
                    <a:pt x="0" y="24"/>
                    <a:pt x="6" y="30"/>
                    <a:pt x="14" y="30"/>
                  </a:cubicBezTo>
                  <a:cubicBezTo>
                    <a:pt x="335" y="30"/>
                    <a:pt x="335" y="30"/>
                    <a:pt x="335" y="30"/>
                  </a:cubicBezTo>
                  <a:lnTo>
                    <a:pt x="335" y="30"/>
                  </a:lnTo>
                  <a:cubicBezTo>
                    <a:pt x="359" y="30"/>
                    <a:pt x="380" y="51"/>
                    <a:pt x="380" y="74"/>
                  </a:cubicBezTo>
                  <a:cubicBezTo>
                    <a:pt x="380" y="99"/>
                    <a:pt x="359" y="119"/>
                    <a:pt x="335" y="119"/>
                  </a:cubicBezTo>
                  <a:cubicBezTo>
                    <a:pt x="310" y="119"/>
                    <a:pt x="290" y="99"/>
                    <a:pt x="290" y="74"/>
                  </a:cubicBezTo>
                  <a:cubicBezTo>
                    <a:pt x="290" y="67"/>
                    <a:pt x="283" y="60"/>
                    <a:pt x="275" y="60"/>
                  </a:cubicBezTo>
                  <a:cubicBezTo>
                    <a:pt x="267" y="60"/>
                    <a:pt x="260" y="67"/>
                    <a:pt x="260" y="74"/>
                  </a:cubicBezTo>
                  <a:cubicBezTo>
                    <a:pt x="260" y="116"/>
                    <a:pt x="293" y="150"/>
                    <a:pt x="335" y="150"/>
                  </a:cubicBezTo>
                  <a:cubicBezTo>
                    <a:pt x="375" y="150"/>
                    <a:pt x="409" y="116"/>
                    <a:pt x="409" y="74"/>
                  </a:cubicBezTo>
                  <a:cubicBezTo>
                    <a:pt x="409" y="34"/>
                    <a:pt x="375" y="0"/>
                    <a:pt x="33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3" name="Group 586">
            <a:extLst>
              <a:ext uri="{FF2B5EF4-FFF2-40B4-BE49-F238E27FC236}">
                <a16:creationId xmlns:a16="http://schemas.microsoft.com/office/drawing/2014/main" id="{3302D213-CCD6-EAB4-D713-BA7350FD9671}"/>
              </a:ext>
            </a:extLst>
          </p:cNvPr>
          <p:cNvGrpSpPr/>
          <p:nvPr/>
        </p:nvGrpSpPr>
        <p:grpSpPr>
          <a:xfrm>
            <a:off x="7228556" y="5965949"/>
            <a:ext cx="246063" cy="225425"/>
            <a:chOff x="6200775" y="6410325"/>
            <a:chExt cx="246063" cy="225425"/>
          </a:xfrm>
          <a:solidFill>
            <a:schemeClr val="tx2"/>
          </a:solidFill>
        </p:grpSpPr>
        <p:sp>
          <p:nvSpPr>
            <p:cNvPr id="584" name="Freeform 480">
              <a:extLst>
                <a:ext uri="{FF2B5EF4-FFF2-40B4-BE49-F238E27FC236}">
                  <a16:creationId xmlns:a16="http://schemas.microsoft.com/office/drawing/2014/main" id="{A66A5A58-7493-D747-4097-96BD392EE1A0}"/>
                </a:ext>
              </a:extLst>
            </p:cNvPr>
            <p:cNvSpPr>
              <a:spLocks noChangeArrowheads="1"/>
            </p:cNvSpPr>
            <p:nvPr/>
          </p:nvSpPr>
          <p:spPr bwMode="auto">
            <a:xfrm>
              <a:off x="6350000" y="6410325"/>
              <a:ext cx="20638" cy="11113"/>
            </a:xfrm>
            <a:custGeom>
              <a:avLst/>
              <a:gdLst>
                <a:gd name="T0" fmla="*/ 44 w 59"/>
                <a:gd name="T1" fmla="*/ 30 h 31"/>
                <a:gd name="T2" fmla="*/ 44 w 59"/>
                <a:gd name="T3" fmla="*/ 30 h 31"/>
                <a:gd name="T4" fmla="*/ 58 w 59"/>
                <a:gd name="T5" fmla="*/ 15 h 31"/>
                <a:gd name="T6" fmla="*/ 44 w 59"/>
                <a:gd name="T7" fmla="*/ 0 h 31"/>
                <a:gd name="T8" fmla="*/ 13 w 59"/>
                <a:gd name="T9" fmla="*/ 0 h 31"/>
                <a:gd name="T10" fmla="*/ 0 w 59"/>
                <a:gd name="T11" fmla="*/ 15 h 31"/>
                <a:gd name="T12" fmla="*/ 13 w 59"/>
                <a:gd name="T13" fmla="*/ 30 h 31"/>
                <a:gd name="T14" fmla="*/ 44 w 59"/>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1">
                  <a:moveTo>
                    <a:pt x="44" y="30"/>
                  </a:moveTo>
                  <a:lnTo>
                    <a:pt x="44" y="30"/>
                  </a:lnTo>
                  <a:cubicBezTo>
                    <a:pt x="53" y="30"/>
                    <a:pt x="58" y="23"/>
                    <a:pt x="58" y="15"/>
                  </a:cubicBezTo>
                  <a:cubicBezTo>
                    <a:pt x="58" y="6"/>
                    <a:pt x="53" y="0"/>
                    <a:pt x="44" y="0"/>
                  </a:cubicBezTo>
                  <a:cubicBezTo>
                    <a:pt x="13" y="0"/>
                    <a:pt x="13" y="0"/>
                    <a:pt x="13" y="0"/>
                  </a:cubicBezTo>
                  <a:cubicBezTo>
                    <a:pt x="5" y="0"/>
                    <a:pt x="0" y="6"/>
                    <a:pt x="0" y="15"/>
                  </a:cubicBezTo>
                  <a:cubicBezTo>
                    <a:pt x="0" y="23"/>
                    <a:pt x="5" y="30"/>
                    <a:pt x="13" y="30"/>
                  </a:cubicBezTo>
                  <a:lnTo>
                    <a:pt x="4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1">
              <a:extLst>
                <a:ext uri="{FF2B5EF4-FFF2-40B4-BE49-F238E27FC236}">
                  <a16:creationId xmlns:a16="http://schemas.microsoft.com/office/drawing/2014/main" id="{B817A058-19F3-9D2A-6D84-23C36F65DD64}"/>
                </a:ext>
              </a:extLst>
            </p:cNvPr>
            <p:cNvSpPr>
              <a:spLocks noChangeArrowheads="1"/>
            </p:cNvSpPr>
            <p:nvPr/>
          </p:nvSpPr>
          <p:spPr bwMode="auto">
            <a:xfrm>
              <a:off x="6275388" y="6410325"/>
              <a:ext cx="53975" cy="11113"/>
            </a:xfrm>
            <a:custGeom>
              <a:avLst/>
              <a:gdLst>
                <a:gd name="T0" fmla="*/ 134 w 151"/>
                <a:gd name="T1" fmla="*/ 30 h 31"/>
                <a:gd name="T2" fmla="*/ 134 w 151"/>
                <a:gd name="T3" fmla="*/ 30 h 31"/>
                <a:gd name="T4" fmla="*/ 150 w 151"/>
                <a:gd name="T5" fmla="*/ 15 h 31"/>
                <a:gd name="T6" fmla="*/ 134 w 151"/>
                <a:gd name="T7" fmla="*/ 0 h 31"/>
                <a:gd name="T8" fmla="*/ 16 w 151"/>
                <a:gd name="T9" fmla="*/ 0 h 31"/>
                <a:gd name="T10" fmla="*/ 0 w 151"/>
                <a:gd name="T11" fmla="*/ 15 h 31"/>
                <a:gd name="T12" fmla="*/ 16 w 151"/>
                <a:gd name="T13" fmla="*/ 30 h 31"/>
                <a:gd name="T14" fmla="*/ 134 w 15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1" h="31">
                  <a:moveTo>
                    <a:pt x="134" y="30"/>
                  </a:moveTo>
                  <a:lnTo>
                    <a:pt x="134" y="30"/>
                  </a:lnTo>
                  <a:cubicBezTo>
                    <a:pt x="143" y="30"/>
                    <a:pt x="150" y="23"/>
                    <a:pt x="150" y="15"/>
                  </a:cubicBezTo>
                  <a:cubicBezTo>
                    <a:pt x="150" y="6"/>
                    <a:pt x="143" y="0"/>
                    <a:pt x="134" y="0"/>
                  </a:cubicBezTo>
                  <a:cubicBezTo>
                    <a:pt x="16" y="0"/>
                    <a:pt x="16" y="0"/>
                    <a:pt x="16" y="0"/>
                  </a:cubicBezTo>
                  <a:cubicBezTo>
                    <a:pt x="7" y="0"/>
                    <a:pt x="0" y="6"/>
                    <a:pt x="0" y="15"/>
                  </a:cubicBezTo>
                  <a:cubicBezTo>
                    <a:pt x="0" y="23"/>
                    <a:pt x="7" y="30"/>
                    <a:pt x="16"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2">
              <a:extLst>
                <a:ext uri="{FF2B5EF4-FFF2-40B4-BE49-F238E27FC236}">
                  <a16:creationId xmlns:a16="http://schemas.microsoft.com/office/drawing/2014/main" id="{2D4EE71B-8A81-742F-7DA5-66A47ED0A3DF}"/>
                </a:ext>
              </a:extLst>
            </p:cNvPr>
            <p:cNvSpPr>
              <a:spLocks noChangeArrowheads="1"/>
            </p:cNvSpPr>
            <p:nvPr/>
          </p:nvSpPr>
          <p:spPr bwMode="auto">
            <a:xfrm>
              <a:off x="6264275" y="6453188"/>
              <a:ext cx="85725" cy="11112"/>
            </a:xfrm>
            <a:custGeom>
              <a:avLst/>
              <a:gdLst>
                <a:gd name="T0" fmla="*/ 239 w 240"/>
                <a:gd name="T1" fmla="*/ 14 h 31"/>
                <a:gd name="T2" fmla="*/ 239 w 240"/>
                <a:gd name="T3" fmla="*/ 14 h 31"/>
                <a:gd name="T4" fmla="*/ 223 w 240"/>
                <a:gd name="T5" fmla="*/ 0 h 31"/>
                <a:gd name="T6" fmla="*/ 15 w 240"/>
                <a:gd name="T7" fmla="*/ 0 h 31"/>
                <a:gd name="T8" fmla="*/ 0 w 240"/>
                <a:gd name="T9" fmla="*/ 14 h 31"/>
                <a:gd name="T10" fmla="*/ 15 w 240"/>
                <a:gd name="T11" fmla="*/ 30 h 31"/>
                <a:gd name="T12" fmla="*/ 223 w 240"/>
                <a:gd name="T13" fmla="*/ 30 h 31"/>
                <a:gd name="T14" fmla="*/ 239 w 24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1">
                  <a:moveTo>
                    <a:pt x="239" y="14"/>
                  </a:moveTo>
                  <a:lnTo>
                    <a:pt x="239" y="14"/>
                  </a:lnTo>
                  <a:cubicBezTo>
                    <a:pt x="239" y="7"/>
                    <a:pt x="232" y="0"/>
                    <a:pt x="223" y="0"/>
                  </a:cubicBezTo>
                  <a:cubicBezTo>
                    <a:pt x="15" y="0"/>
                    <a:pt x="15" y="0"/>
                    <a:pt x="15" y="0"/>
                  </a:cubicBezTo>
                  <a:cubicBezTo>
                    <a:pt x="7" y="0"/>
                    <a:pt x="0" y="7"/>
                    <a:pt x="0" y="14"/>
                  </a:cubicBezTo>
                  <a:cubicBezTo>
                    <a:pt x="0" y="23"/>
                    <a:pt x="7" y="30"/>
                    <a:pt x="15" y="30"/>
                  </a:cubicBezTo>
                  <a:cubicBezTo>
                    <a:pt x="223" y="30"/>
                    <a:pt x="223" y="30"/>
                    <a:pt x="223" y="30"/>
                  </a:cubicBezTo>
                  <a:cubicBezTo>
                    <a:pt x="232" y="30"/>
                    <a:pt x="239" y="23"/>
                    <a:pt x="23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7" name="Freeform 483">
              <a:extLst>
                <a:ext uri="{FF2B5EF4-FFF2-40B4-BE49-F238E27FC236}">
                  <a16:creationId xmlns:a16="http://schemas.microsoft.com/office/drawing/2014/main" id="{9449F58D-BEBC-31AB-3B07-B2A0B5E15E1E}"/>
                </a:ext>
              </a:extLst>
            </p:cNvPr>
            <p:cNvSpPr>
              <a:spLocks noChangeArrowheads="1"/>
            </p:cNvSpPr>
            <p:nvPr/>
          </p:nvSpPr>
          <p:spPr bwMode="auto">
            <a:xfrm>
              <a:off x="6210300" y="6453188"/>
              <a:ext cx="42863" cy="11112"/>
            </a:xfrm>
            <a:custGeom>
              <a:avLst/>
              <a:gdLst>
                <a:gd name="T0" fmla="*/ 0 w 121"/>
                <a:gd name="T1" fmla="*/ 14 h 31"/>
                <a:gd name="T2" fmla="*/ 0 w 121"/>
                <a:gd name="T3" fmla="*/ 14 h 31"/>
                <a:gd name="T4" fmla="*/ 15 w 121"/>
                <a:gd name="T5" fmla="*/ 30 h 31"/>
                <a:gd name="T6" fmla="*/ 104 w 121"/>
                <a:gd name="T7" fmla="*/ 30 h 31"/>
                <a:gd name="T8" fmla="*/ 120 w 121"/>
                <a:gd name="T9" fmla="*/ 14 h 31"/>
                <a:gd name="T10" fmla="*/ 104 w 121"/>
                <a:gd name="T11" fmla="*/ 0 h 31"/>
                <a:gd name="T12" fmla="*/ 15 w 121"/>
                <a:gd name="T13" fmla="*/ 0 h 31"/>
                <a:gd name="T14" fmla="*/ 0 w 121"/>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0" y="14"/>
                  </a:moveTo>
                  <a:lnTo>
                    <a:pt x="0" y="14"/>
                  </a:lnTo>
                  <a:cubicBezTo>
                    <a:pt x="0" y="23"/>
                    <a:pt x="7" y="30"/>
                    <a:pt x="15" y="30"/>
                  </a:cubicBezTo>
                  <a:cubicBezTo>
                    <a:pt x="104" y="30"/>
                    <a:pt x="104" y="30"/>
                    <a:pt x="104" y="30"/>
                  </a:cubicBezTo>
                  <a:cubicBezTo>
                    <a:pt x="113" y="30"/>
                    <a:pt x="120" y="23"/>
                    <a:pt x="120" y="14"/>
                  </a:cubicBezTo>
                  <a:cubicBezTo>
                    <a:pt x="120" y="7"/>
                    <a:pt x="113" y="0"/>
                    <a:pt x="104" y="0"/>
                  </a:cubicBezTo>
                  <a:cubicBezTo>
                    <a:pt x="15" y="0"/>
                    <a:pt x="15" y="0"/>
                    <a:pt x="15" y="0"/>
                  </a:cubicBezTo>
                  <a:cubicBezTo>
                    <a:pt x="7"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8" name="Freeform 484">
              <a:extLst>
                <a:ext uri="{FF2B5EF4-FFF2-40B4-BE49-F238E27FC236}">
                  <a16:creationId xmlns:a16="http://schemas.microsoft.com/office/drawing/2014/main" id="{FCB3CC78-AF13-7CC9-D820-1801F5B85D61}"/>
                </a:ext>
              </a:extLst>
            </p:cNvPr>
            <p:cNvSpPr>
              <a:spLocks noChangeArrowheads="1"/>
            </p:cNvSpPr>
            <p:nvPr/>
          </p:nvSpPr>
          <p:spPr bwMode="auto">
            <a:xfrm>
              <a:off x="6361113" y="6624638"/>
              <a:ext cx="22225" cy="11112"/>
            </a:xfrm>
            <a:custGeom>
              <a:avLst/>
              <a:gdLst>
                <a:gd name="T0" fmla="*/ 44 w 61"/>
                <a:gd name="T1" fmla="*/ 0 h 30"/>
                <a:gd name="T2" fmla="*/ 44 w 61"/>
                <a:gd name="T3" fmla="*/ 0 h 30"/>
                <a:gd name="T4" fmla="*/ 15 w 61"/>
                <a:gd name="T5" fmla="*/ 0 h 30"/>
                <a:gd name="T6" fmla="*/ 0 w 61"/>
                <a:gd name="T7" fmla="*/ 15 h 30"/>
                <a:gd name="T8" fmla="*/ 15 w 61"/>
                <a:gd name="T9" fmla="*/ 29 h 30"/>
                <a:gd name="T10" fmla="*/ 44 w 61"/>
                <a:gd name="T11" fmla="*/ 29 h 30"/>
                <a:gd name="T12" fmla="*/ 60 w 61"/>
                <a:gd name="T13" fmla="*/ 15 h 30"/>
                <a:gd name="T14" fmla="*/ 44 w 6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44" y="0"/>
                  </a:moveTo>
                  <a:lnTo>
                    <a:pt x="44" y="0"/>
                  </a:lnTo>
                  <a:cubicBezTo>
                    <a:pt x="15" y="0"/>
                    <a:pt x="15" y="0"/>
                    <a:pt x="15" y="0"/>
                  </a:cubicBezTo>
                  <a:cubicBezTo>
                    <a:pt x="7" y="0"/>
                    <a:pt x="0" y="7"/>
                    <a:pt x="0" y="15"/>
                  </a:cubicBezTo>
                  <a:cubicBezTo>
                    <a:pt x="0" y="24"/>
                    <a:pt x="7" y="29"/>
                    <a:pt x="15" y="29"/>
                  </a:cubicBezTo>
                  <a:cubicBezTo>
                    <a:pt x="44" y="29"/>
                    <a:pt x="44" y="29"/>
                    <a:pt x="44" y="29"/>
                  </a:cubicBezTo>
                  <a:cubicBezTo>
                    <a:pt x="53" y="29"/>
                    <a:pt x="60" y="24"/>
                    <a:pt x="60" y="15"/>
                  </a:cubicBezTo>
                  <a:cubicBezTo>
                    <a:pt x="60" y="7"/>
                    <a:pt x="53"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5">
              <a:extLst>
                <a:ext uri="{FF2B5EF4-FFF2-40B4-BE49-F238E27FC236}">
                  <a16:creationId xmlns:a16="http://schemas.microsoft.com/office/drawing/2014/main" id="{04FC850D-45E7-D05C-0E4B-46F7271AA3B5}"/>
                </a:ext>
              </a:extLst>
            </p:cNvPr>
            <p:cNvSpPr>
              <a:spLocks noChangeArrowheads="1"/>
            </p:cNvSpPr>
            <p:nvPr/>
          </p:nvSpPr>
          <p:spPr bwMode="auto">
            <a:xfrm>
              <a:off x="6242050" y="6624638"/>
              <a:ext cx="104775" cy="11112"/>
            </a:xfrm>
            <a:custGeom>
              <a:avLst/>
              <a:gdLst>
                <a:gd name="T0" fmla="*/ 275 w 290"/>
                <a:gd name="T1" fmla="*/ 0 h 30"/>
                <a:gd name="T2" fmla="*/ 275 w 290"/>
                <a:gd name="T3" fmla="*/ 0 h 30"/>
                <a:gd name="T4" fmla="*/ 15 w 290"/>
                <a:gd name="T5" fmla="*/ 0 h 30"/>
                <a:gd name="T6" fmla="*/ 0 w 290"/>
                <a:gd name="T7" fmla="*/ 15 h 30"/>
                <a:gd name="T8" fmla="*/ 15 w 290"/>
                <a:gd name="T9" fmla="*/ 29 h 30"/>
                <a:gd name="T10" fmla="*/ 275 w 290"/>
                <a:gd name="T11" fmla="*/ 29 h 30"/>
                <a:gd name="T12" fmla="*/ 289 w 290"/>
                <a:gd name="T13" fmla="*/ 15 h 30"/>
                <a:gd name="T14" fmla="*/ 275 w 2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0" h="30">
                  <a:moveTo>
                    <a:pt x="275" y="0"/>
                  </a:moveTo>
                  <a:lnTo>
                    <a:pt x="275" y="0"/>
                  </a:lnTo>
                  <a:cubicBezTo>
                    <a:pt x="15" y="0"/>
                    <a:pt x="15" y="0"/>
                    <a:pt x="15" y="0"/>
                  </a:cubicBezTo>
                  <a:cubicBezTo>
                    <a:pt x="7" y="0"/>
                    <a:pt x="0" y="7"/>
                    <a:pt x="0" y="15"/>
                  </a:cubicBezTo>
                  <a:cubicBezTo>
                    <a:pt x="0" y="24"/>
                    <a:pt x="7" y="29"/>
                    <a:pt x="15" y="29"/>
                  </a:cubicBezTo>
                  <a:cubicBezTo>
                    <a:pt x="275" y="29"/>
                    <a:pt x="275" y="29"/>
                    <a:pt x="275" y="29"/>
                  </a:cubicBezTo>
                  <a:cubicBezTo>
                    <a:pt x="283" y="29"/>
                    <a:pt x="289" y="24"/>
                    <a:pt x="289" y="15"/>
                  </a:cubicBezTo>
                  <a:cubicBezTo>
                    <a:pt x="289" y="7"/>
                    <a:pt x="283" y="0"/>
                    <a:pt x="27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0" name="Freeform 486">
              <a:extLst>
                <a:ext uri="{FF2B5EF4-FFF2-40B4-BE49-F238E27FC236}">
                  <a16:creationId xmlns:a16="http://schemas.microsoft.com/office/drawing/2014/main" id="{025E98EB-E642-F10D-FD6E-562FB102AB3C}"/>
                </a:ext>
              </a:extLst>
            </p:cNvPr>
            <p:cNvSpPr>
              <a:spLocks noChangeArrowheads="1"/>
            </p:cNvSpPr>
            <p:nvPr/>
          </p:nvSpPr>
          <p:spPr bwMode="auto">
            <a:xfrm>
              <a:off x="6338888" y="6496050"/>
              <a:ext cx="76200" cy="11113"/>
            </a:xfrm>
            <a:custGeom>
              <a:avLst/>
              <a:gdLst>
                <a:gd name="T0" fmla="*/ 15 w 210"/>
                <a:gd name="T1" fmla="*/ 29 h 30"/>
                <a:gd name="T2" fmla="*/ 15 w 210"/>
                <a:gd name="T3" fmla="*/ 29 h 30"/>
                <a:gd name="T4" fmla="*/ 194 w 210"/>
                <a:gd name="T5" fmla="*/ 29 h 30"/>
                <a:gd name="T6" fmla="*/ 209 w 210"/>
                <a:gd name="T7" fmla="*/ 15 h 30"/>
                <a:gd name="T8" fmla="*/ 194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4" y="29"/>
                    <a:pt x="194" y="29"/>
                    <a:pt x="194" y="29"/>
                  </a:cubicBezTo>
                  <a:cubicBezTo>
                    <a:pt x="202" y="29"/>
                    <a:pt x="209" y="24"/>
                    <a:pt x="209" y="15"/>
                  </a:cubicBezTo>
                  <a:cubicBezTo>
                    <a:pt x="209" y="7"/>
                    <a:pt x="202" y="0"/>
                    <a:pt x="194"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1" name="Freeform 487">
              <a:extLst>
                <a:ext uri="{FF2B5EF4-FFF2-40B4-BE49-F238E27FC236}">
                  <a16:creationId xmlns:a16="http://schemas.microsoft.com/office/drawing/2014/main" id="{00181900-8EEF-315F-D3BF-8BD314EE8F9D}"/>
                </a:ext>
              </a:extLst>
            </p:cNvPr>
            <p:cNvSpPr>
              <a:spLocks noChangeArrowheads="1"/>
            </p:cNvSpPr>
            <p:nvPr/>
          </p:nvSpPr>
          <p:spPr bwMode="auto">
            <a:xfrm>
              <a:off x="6221413" y="6496050"/>
              <a:ext cx="107950" cy="11113"/>
            </a:xfrm>
            <a:custGeom>
              <a:avLst/>
              <a:gdLst>
                <a:gd name="T0" fmla="*/ 13 w 298"/>
                <a:gd name="T1" fmla="*/ 29 h 30"/>
                <a:gd name="T2" fmla="*/ 13 w 298"/>
                <a:gd name="T3" fmla="*/ 29 h 30"/>
                <a:gd name="T4" fmla="*/ 281 w 298"/>
                <a:gd name="T5" fmla="*/ 29 h 30"/>
                <a:gd name="T6" fmla="*/ 297 w 298"/>
                <a:gd name="T7" fmla="*/ 15 h 30"/>
                <a:gd name="T8" fmla="*/ 281 w 298"/>
                <a:gd name="T9" fmla="*/ 0 h 30"/>
                <a:gd name="T10" fmla="*/ 13 w 298"/>
                <a:gd name="T11" fmla="*/ 0 h 30"/>
                <a:gd name="T12" fmla="*/ 0 w 298"/>
                <a:gd name="T13" fmla="*/ 15 h 30"/>
                <a:gd name="T14" fmla="*/ 13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3" y="29"/>
                  </a:moveTo>
                  <a:lnTo>
                    <a:pt x="13" y="29"/>
                  </a:lnTo>
                  <a:cubicBezTo>
                    <a:pt x="281" y="29"/>
                    <a:pt x="281" y="29"/>
                    <a:pt x="281" y="29"/>
                  </a:cubicBezTo>
                  <a:cubicBezTo>
                    <a:pt x="290" y="29"/>
                    <a:pt x="297" y="24"/>
                    <a:pt x="297" y="15"/>
                  </a:cubicBezTo>
                  <a:cubicBezTo>
                    <a:pt x="297" y="7"/>
                    <a:pt x="290" y="0"/>
                    <a:pt x="281" y="0"/>
                  </a:cubicBezTo>
                  <a:cubicBezTo>
                    <a:pt x="13" y="0"/>
                    <a:pt x="13" y="0"/>
                    <a:pt x="13" y="0"/>
                  </a:cubicBezTo>
                  <a:cubicBezTo>
                    <a:pt x="5" y="0"/>
                    <a:pt x="0" y="7"/>
                    <a:pt x="0" y="15"/>
                  </a:cubicBezTo>
                  <a:cubicBezTo>
                    <a:pt x="0" y="24"/>
                    <a:pt x="5"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2" name="Freeform 488">
              <a:extLst>
                <a:ext uri="{FF2B5EF4-FFF2-40B4-BE49-F238E27FC236}">
                  <a16:creationId xmlns:a16="http://schemas.microsoft.com/office/drawing/2014/main" id="{57B9C29F-166D-DA82-D31F-EB8DAA8FE35D}"/>
                </a:ext>
              </a:extLst>
            </p:cNvPr>
            <p:cNvSpPr>
              <a:spLocks noChangeArrowheads="1"/>
            </p:cNvSpPr>
            <p:nvPr/>
          </p:nvSpPr>
          <p:spPr bwMode="auto">
            <a:xfrm>
              <a:off x="6329363" y="6581775"/>
              <a:ext cx="107950" cy="11113"/>
            </a:xfrm>
            <a:custGeom>
              <a:avLst/>
              <a:gdLst>
                <a:gd name="T0" fmla="*/ 283 w 298"/>
                <a:gd name="T1" fmla="*/ 0 h 31"/>
                <a:gd name="T2" fmla="*/ 283 w 298"/>
                <a:gd name="T3" fmla="*/ 0 h 31"/>
                <a:gd name="T4" fmla="*/ 15 w 298"/>
                <a:gd name="T5" fmla="*/ 0 h 31"/>
                <a:gd name="T6" fmla="*/ 0 w 298"/>
                <a:gd name="T7" fmla="*/ 14 h 31"/>
                <a:gd name="T8" fmla="*/ 15 w 298"/>
                <a:gd name="T9" fmla="*/ 30 h 31"/>
                <a:gd name="T10" fmla="*/ 283 w 298"/>
                <a:gd name="T11" fmla="*/ 30 h 31"/>
                <a:gd name="T12" fmla="*/ 297 w 298"/>
                <a:gd name="T13" fmla="*/ 14 h 31"/>
                <a:gd name="T14" fmla="*/ 283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3" y="0"/>
                  </a:moveTo>
                  <a:lnTo>
                    <a:pt x="283" y="0"/>
                  </a:lnTo>
                  <a:cubicBezTo>
                    <a:pt x="15" y="0"/>
                    <a:pt x="15" y="0"/>
                    <a:pt x="15" y="0"/>
                  </a:cubicBezTo>
                  <a:cubicBezTo>
                    <a:pt x="7" y="0"/>
                    <a:pt x="0" y="7"/>
                    <a:pt x="0" y="14"/>
                  </a:cubicBezTo>
                  <a:cubicBezTo>
                    <a:pt x="0" y="23"/>
                    <a:pt x="7" y="30"/>
                    <a:pt x="15" y="30"/>
                  </a:cubicBezTo>
                  <a:cubicBezTo>
                    <a:pt x="283" y="30"/>
                    <a:pt x="283" y="30"/>
                    <a:pt x="283" y="30"/>
                  </a:cubicBezTo>
                  <a:cubicBezTo>
                    <a:pt x="291" y="30"/>
                    <a:pt x="297" y="23"/>
                    <a:pt x="297" y="14"/>
                  </a:cubicBezTo>
                  <a:cubicBezTo>
                    <a:pt x="297" y="7"/>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89">
              <a:extLst>
                <a:ext uri="{FF2B5EF4-FFF2-40B4-BE49-F238E27FC236}">
                  <a16:creationId xmlns:a16="http://schemas.microsoft.com/office/drawing/2014/main" id="{608DB842-2995-9D56-CC2B-FBDF32745C6D}"/>
                </a:ext>
              </a:extLst>
            </p:cNvPr>
            <p:cNvSpPr>
              <a:spLocks noChangeArrowheads="1"/>
            </p:cNvSpPr>
            <p:nvPr/>
          </p:nvSpPr>
          <p:spPr bwMode="auto">
            <a:xfrm>
              <a:off x="6264275" y="6581775"/>
              <a:ext cx="53975" cy="11113"/>
            </a:xfrm>
            <a:custGeom>
              <a:avLst/>
              <a:gdLst>
                <a:gd name="T0" fmla="*/ 134 w 150"/>
                <a:gd name="T1" fmla="*/ 30 h 31"/>
                <a:gd name="T2" fmla="*/ 134 w 150"/>
                <a:gd name="T3" fmla="*/ 30 h 31"/>
                <a:gd name="T4" fmla="*/ 149 w 150"/>
                <a:gd name="T5" fmla="*/ 14 h 31"/>
                <a:gd name="T6" fmla="*/ 134 w 150"/>
                <a:gd name="T7" fmla="*/ 0 h 31"/>
                <a:gd name="T8" fmla="*/ 15 w 150"/>
                <a:gd name="T9" fmla="*/ 0 h 31"/>
                <a:gd name="T10" fmla="*/ 0 w 150"/>
                <a:gd name="T11" fmla="*/ 14 h 31"/>
                <a:gd name="T12" fmla="*/ 15 w 150"/>
                <a:gd name="T13" fmla="*/ 30 h 31"/>
                <a:gd name="T14" fmla="*/ 134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34" y="30"/>
                  </a:moveTo>
                  <a:lnTo>
                    <a:pt x="134" y="30"/>
                  </a:lnTo>
                  <a:cubicBezTo>
                    <a:pt x="142" y="30"/>
                    <a:pt x="149" y="23"/>
                    <a:pt x="149" y="14"/>
                  </a:cubicBezTo>
                  <a:cubicBezTo>
                    <a:pt x="149" y="7"/>
                    <a:pt x="142" y="0"/>
                    <a:pt x="134" y="0"/>
                  </a:cubicBezTo>
                  <a:cubicBezTo>
                    <a:pt x="15" y="0"/>
                    <a:pt x="15" y="0"/>
                    <a:pt x="15" y="0"/>
                  </a:cubicBezTo>
                  <a:cubicBezTo>
                    <a:pt x="7" y="0"/>
                    <a:pt x="0" y="7"/>
                    <a:pt x="0" y="14"/>
                  </a:cubicBezTo>
                  <a:cubicBezTo>
                    <a:pt x="0" y="23"/>
                    <a:pt x="7" y="30"/>
                    <a:pt x="15"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4" name="Freeform 490">
              <a:extLst>
                <a:ext uri="{FF2B5EF4-FFF2-40B4-BE49-F238E27FC236}">
                  <a16:creationId xmlns:a16="http://schemas.microsoft.com/office/drawing/2014/main" id="{78ECF1C6-08BE-EB1B-E0AE-23F913D525F5}"/>
                </a:ext>
              </a:extLst>
            </p:cNvPr>
            <p:cNvSpPr>
              <a:spLocks noChangeArrowheads="1"/>
            </p:cNvSpPr>
            <p:nvPr/>
          </p:nvSpPr>
          <p:spPr bwMode="auto">
            <a:xfrm>
              <a:off x="6200775" y="6538913"/>
              <a:ext cx="246063" cy="11112"/>
            </a:xfrm>
            <a:custGeom>
              <a:avLst/>
              <a:gdLst>
                <a:gd name="T0" fmla="*/ 669 w 685"/>
                <a:gd name="T1" fmla="*/ 0 h 31"/>
                <a:gd name="T2" fmla="*/ 669 w 685"/>
                <a:gd name="T3" fmla="*/ 0 h 31"/>
                <a:gd name="T4" fmla="*/ 15 w 685"/>
                <a:gd name="T5" fmla="*/ 0 h 31"/>
                <a:gd name="T6" fmla="*/ 0 w 685"/>
                <a:gd name="T7" fmla="*/ 15 h 31"/>
                <a:gd name="T8" fmla="*/ 15 w 685"/>
                <a:gd name="T9" fmla="*/ 30 h 31"/>
                <a:gd name="T10" fmla="*/ 669 w 685"/>
                <a:gd name="T11" fmla="*/ 30 h 31"/>
                <a:gd name="T12" fmla="*/ 684 w 685"/>
                <a:gd name="T13" fmla="*/ 15 h 31"/>
                <a:gd name="T14" fmla="*/ 669 w 68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85" h="31">
                  <a:moveTo>
                    <a:pt x="669" y="0"/>
                  </a:moveTo>
                  <a:lnTo>
                    <a:pt x="669" y="0"/>
                  </a:lnTo>
                  <a:cubicBezTo>
                    <a:pt x="15" y="0"/>
                    <a:pt x="15" y="0"/>
                    <a:pt x="15" y="0"/>
                  </a:cubicBezTo>
                  <a:cubicBezTo>
                    <a:pt x="7" y="0"/>
                    <a:pt x="0" y="6"/>
                    <a:pt x="0" y="15"/>
                  </a:cubicBezTo>
                  <a:cubicBezTo>
                    <a:pt x="0" y="23"/>
                    <a:pt x="7" y="30"/>
                    <a:pt x="15" y="30"/>
                  </a:cubicBezTo>
                  <a:cubicBezTo>
                    <a:pt x="669" y="30"/>
                    <a:pt x="669" y="30"/>
                    <a:pt x="669" y="30"/>
                  </a:cubicBezTo>
                  <a:cubicBezTo>
                    <a:pt x="677" y="30"/>
                    <a:pt x="684" y="23"/>
                    <a:pt x="684" y="15"/>
                  </a:cubicBezTo>
                  <a:cubicBezTo>
                    <a:pt x="684" y="6"/>
                    <a:pt x="677" y="0"/>
                    <a:pt x="66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5" name="Group 598">
            <a:extLst>
              <a:ext uri="{FF2B5EF4-FFF2-40B4-BE49-F238E27FC236}">
                <a16:creationId xmlns:a16="http://schemas.microsoft.com/office/drawing/2014/main" id="{12B539EC-B1C8-D5D2-4163-A7FC90B2B46B}"/>
              </a:ext>
            </a:extLst>
          </p:cNvPr>
          <p:cNvGrpSpPr/>
          <p:nvPr/>
        </p:nvGrpSpPr>
        <p:grpSpPr>
          <a:xfrm>
            <a:off x="4647281" y="3952006"/>
            <a:ext cx="257175" cy="246062"/>
            <a:chOff x="3619500" y="4332288"/>
            <a:chExt cx="257175" cy="246062"/>
          </a:xfrm>
          <a:solidFill>
            <a:schemeClr val="tx2"/>
          </a:solidFill>
        </p:grpSpPr>
        <p:sp>
          <p:nvSpPr>
            <p:cNvPr id="596" name="Freeform 491">
              <a:extLst>
                <a:ext uri="{FF2B5EF4-FFF2-40B4-BE49-F238E27FC236}">
                  <a16:creationId xmlns:a16="http://schemas.microsoft.com/office/drawing/2014/main" id="{1D197A87-D27F-C968-CFCC-86D6FAE18A7E}"/>
                </a:ext>
              </a:extLst>
            </p:cNvPr>
            <p:cNvSpPr>
              <a:spLocks noChangeArrowheads="1"/>
            </p:cNvSpPr>
            <p:nvPr/>
          </p:nvSpPr>
          <p:spPr bwMode="auto">
            <a:xfrm>
              <a:off x="3721100" y="4364038"/>
              <a:ext cx="112713" cy="80962"/>
            </a:xfrm>
            <a:custGeom>
              <a:avLst/>
              <a:gdLst>
                <a:gd name="T0" fmla="*/ 4 w 312"/>
                <a:gd name="T1" fmla="*/ 85 h 227"/>
                <a:gd name="T2" fmla="*/ 4 w 312"/>
                <a:gd name="T3" fmla="*/ 85 h 227"/>
                <a:gd name="T4" fmla="*/ 10 w 312"/>
                <a:gd name="T5" fmla="*/ 106 h 227"/>
                <a:gd name="T6" fmla="*/ 31 w 312"/>
                <a:gd name="T7" fmla="*/ 99 h 227"/>
                <a:gd name="T8" fmla="*/ 148 w 312"/>
                <a:gd name="T9" fmla="*/ 29 h 227"/>
                <a:gd name="T10" fmla="*/ 243 w 312"/>
                <a:gd name="T11" fmla="*/ 68 h 227"/>
                <a:gd name="T12" fmla="*/ 282 w 312"/>
                <a:gd name="T13" fmla="*/ 163 h 227"/>
                <a:gd name="T14" fmla="*/ 275 w 312"/>
                <a:gd name="T15" fmla="*/ 205 h 227"/>
                <a:gd name="T16" fmla="*/ 284 w 312"/>
                <a:gd name="T17" fmla="*/ 223 h 227"/>
                <a:gd name="T18" fmla="*/ 304 w 312"/>
                <a:gd name="T19" fmla="*/ 213 h 227"/>
                <a:gd name="T20" fmla="*/ 304 w 312"/>
                <a:gd name="T21" fmla="*/ 213 h 227"/>
                <a:gd name="T22" fmla="*/ 311 w 312"/>
                <a:gd name="T23" fmla="*/ 163 h 227"/>
                <a:gd name="T24" fmla="*/ 148 w 312"/>
                <a:gd name="T25" fmla="*/ 0 h 227"/>
                <a:gd name="T26" fmla="*/ 4 w 312"/>
                <a:gd name="T27" fmla="*/ 85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12" h="227">
                  <a:moveTo>
                    <a:pt x="4" y="85"/>
                  </a:moveTo>
                  <a:lnTo>
                    <a:pt x="4" y="85"/>
                  </a:lnTo>
                  <a:cubicBezTo>
                    <a:pt x="0" y="92"/>
                    <a:pt x="3" y="102"/>
                    <a:pt x="10" y="106"/>
                  </a:cubicBezTo>
                  <a:cubicBezTo>
                    <a:pt x="17" y="109"/>
                    <a:pt x="26" y="107"/>
                    <a:pt x="31" y="99"/>
                  </a:cubicBezTo>
                  <a:cubicBezTo>
                    <a:pt x="53" y="57"/>
                    <a:pt x="98" y="29"/>
                    <a:pt x="148" y="29"/>
                  </a:cubicBezTo>
                  <a:cubicBezTo>
                    <a:pt x="184" y="29"/>
                    <a:pt x="217" y="45"/>
                    <a:pt x="243" y="68"/>
                  </a:cubicBezTo>
                  <a:cubicBezTo>
                    <a:pt x="266" y="93"/>
                    <a:pt x="282" y="127"/>
                    <a:pt x="282" y="163"/>
                  </a:cubicBezTo>
                  <a:cubicBezTo>
                    <a:pt x="282" y="178"/>
                    <a:pt x="279" y="191"/>
                    <a:pt x="275" y="205"/>
                  </a:cubicBezTo>
                  <a:cubicBezTo>
                    <a:pt x="272" y="212"/>
                    <a:pt x="277" y="220"/>
                    <a:pt x="284" y="223"/>
                  </a:cubicBezTo>
                  <a:cubicBezTo>
                    <a:pt x="293" y="226"/>
                    <a:pt x="301" y="222"/>
                    <a:pt x="304" y="213"/>
                  </a:cubicBezTo>
                  <a:lnTo>
                    <a:pt x="304" y="213"/>
                  </a:lnTo>
                  <a:cubicBezTo>
                    <a:pt x="308" y="198"/>
                    <a:pt x="311" y="181"/>
                    <a:pt x="311" y="163"/>
                  </a:cubicBezTo>
                  <a:cubicBezTo>
                    <a:pt x="311" y="72"/>
                    <a:pt x="238" y="0"/>
                    <a:pt x="148" y="0"/>
                  </a:cubicBezTo>
                  <a:cubicBezTo>
                    <a:pt x="85" y="0"/>
                    <a:pt x="32" y="35"/>
                    <a:pt x="4"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7" name="Freeform 492">
              <a:extLst>
                <a:ext uri="{FF2B5EF4-FFF2-40B4-BE49-F238E27FC236}">
                  <a16:creationId xmlns:a16="http://schemas.microsoft.com/office/drawing/2014/main" id="{D2B117E7-A001-42F7-5272-6985262D71AB}"/>
                </a:ext>
              </a:extLst>
            </p:cNvPr>
            <p:cNvSpPr>
              <a:spLocks noChangeArrowheads="1"/>
            </p:cNvSpPr>
            <p:nvPr/>
          </p:nvSpPr>
          <p:spPr bwMode="auto">
            <a:xfrm>
              <a:off x="3703638" y="4352925"/>
              <a:ext cx="23812" cy="23813"/>
            </a:xfrm>
            <a:custGeom>
              <a:avLst/>
              <a:gdLst>
                <a:gd name="T0" fmla="*/ 28 w 64"/>
                <a:gd name="T1" fmla="*/ 7 h 64"/>
                <a:gd name="T2" fmla="*/ 28 w 64"/>
                <a:gd name="T3" fmla="*/ 7 h 64"/>
                <a:gd name="T4" fmla="*/ 6 w 64"/>
                <a:gd name="T5" fmla="*/ 7 h 64"/>
                <a:gd name="T6" fmla="*/ 6 w 64"/>
                <a:gd name="T7" fmla="*/ 28 h 64"/>
                <a:gd name="T8" fmla="*/ 37 w 64"/>
                <a:gd name="T9" fmla="*/ 57 h 64"/>
                <a:gd name="T10" fmla="*/ 58 w 64"/>
                <a:gd name="T11" fmla="*/ 57 h 64"/>
                <a:gd name="T12" fmla="*/ 58 w 64"/>
                <a:gd name="T13" fmla="*/ 36 h 64"/>
                <a:gd name="T14" fmla="*/ 28 w 64"/>
                <a:gd name="T15" fmla="*/ 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7"/>
                  </a:moveTo>
                  <a:lnTo>
                    <a:pt x="28" y="7"/>
                  </a:lnTo>
                  <a:cubicBezTo>
                    <a:pt x="21" y="0"/>
                    <a:pt x="13" y="0"/>
                    <a:pt x="6" y="7"/>
                  </a:cubicBezTo>
                  <a:cubicBezTo>
                    <a:pt x="0" y="12"/>
                    <a:pt x="0" y="21"/>
                    <a:pt x="6" y="28"/>
                  </a:cubicBezTo>
                  <a:cubicBezTo>
                    <a:pt x="37" y="57"/>
                    <a:pt x="37" y="57"/>
                    <a:pt x="37" y="57"/>
                  </a:cubicBezTo>
                  <a:cubicBezTo>
                    <a:pt x="42" y="63"/>
                    <a:pt x="52" y="63"/>
                    <a:pt x="58" y="57"/>
                  </a:cubicBezTo>
                  <a:cubicBezTo>
                    <a:pt x="63" y="52"/>
                    <a:pt x="63" y="42"/>
                    <a:pt x="58" y="36"/>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8" name="Freeform 493">
              <a:extLst>
                <a:ext uri="{FF2B5EF4-FFF2-40B4-BE49-F238E27FC236}">
                  <a16:creationId xmlns:a16="http://schemas.microsoft.com/office/drawing/2014/main" id="{B241C6C1-6B31-7E3C-66F6-5353895ECD87}"/>
                </a:ext>
              </a:extLst>
            </p:cNvPr>
            <p:cNvSpPr>
              <a:spLocks noChangeArrowheads="1"/>
            </p:cNvSpPr>
            <p:nvPr/>
          </p:nvSpPr>
          <p:spPr bwMode="auto">
            <a:xfrm>
              <a:off x="3768725" y="4332288"/>
              <a:ext cx="11113" cy="20637"/>
            </a:xfrm>
            <a:custGeom>
              <a:avLst/>
              <a:gdLst>
                <a:gd name="T0" fmla="*/ 31 w 32"/>
                <a:gd name="T1" fmla="*/ 44 h 59"/>
                <a:gd name="T2" fmla="*/ 31 w 32"/>
                <a:gd name="T3" fmla="*/ 44 h 59"/>
                <a:gd name="T4" fmla="*/ 31 w 32"/>
                <a:gd name="T5" fmla="*/ 14 h 59"/>
                <a:gd name="T6" fmla="*/ 16 w 32"/>
                <a:gd name="T7" fmla="*/ 0 h 59"/>
                <a:gd name="T8" fmla="*/ 0 w 32"/>
                <a:gd name="T9" fmla="*/ 14 h 59"/>
                <a:gd name="T10" fmla="*/ 0 w 32"/>
                <a:gd name="T11" fmla="*/ 44 h 59"/>
                <a:gd name="T12" fmla="*/ 16 w 32"/>
                <a:gd name="T13" fmla="*/ 58 h 59"/>
                <a:gd name="T14" fmla="*/ 31 w 32"/>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9">
                  <a:moveTo>
                    <a:pt x="31" y="44"/>
                  </a:moveTo>
                  <a:lnTo>
                    <a:pt x="31" y="44"/>
                  </a:lnTo>
                  <a:cubicBezTo>
                    <a:pt x="31" y="14"/>
                    <a:pt x="31" y="14"/>
                    <a:pt x="31" y="14"/>
                  </a:cubicBezTo>
                  <a:cubicBezTo>
                    <a:pt x="31" y="7"/>
                    <a:pt x="24" y="0"/>
                    <a:pt x="16" y="0"/>
                  </a:cubicBezTo>
                  <a:cubicBezTo>
                    <a:pt x="7" y="0"/>
                    <a:pt x="0" y="7"/>
                    <a:pt x="0" y="14"/>
                  </a:cubicBezTo>
                  <a:cubicBezTo>
                    <a:pt x="0" y="44"/>
                    <a:pt x="0" y="44"/>
                    <a:pt x="0" y="44"/>
                  </a:cubicBezTo>
                  <a:cubicBezTo>
                    <a:pt x="0" y="53"/>
                    <a:pt x="7" y="58"/>
                    <a:pt x="16" y="58"/>
                  </a:cubicBezTo>
                  <a:cubicBezTo>
                    <a:pt x="24" y="58"/>
                    <a:pt x="31" y="53"/>
                    <a:pt x="31"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4">
              <a:extLst>
                <a:ext uri="{FF2B5EF4-FFF2-40B4-BE49-F238E27FC236}">
                  <a16:creationId xmlns:a16="http://schemas.microsoft.com/office/drawing/2014/main" id="{9F3E3F72-515D-B81A-BF7A-C6F94B8A5288}"/>
                </a:ext>
              </a:extLst>
            </p:cNvPr>
            <p:cNvSpPr>
              <a:spLocks noChangeArrowheads="1"/>
            </p:cNvSpPr>
            <p:nvPr/>
          </p:nvSpPr>
          <p:spPr bwMode="auto">
            <a:xfrm>
              <a:off x="3822700" y="4352925"/>
              <a:ext cx="23813" cy="23813"/>
            </a:xfrm>
            <a:custGeom>
              <a:avLst/>
              <a:gdLst>
                <a:gd name="T0" fmla="*/ 27 w 64"/>
                <a:gd name="T1" fmla="*/ 57 h 64"/>
                <a:gd name="T2" fmla="*/ 27 w 64"/>
                <a:gd name="T3" fmla="*/ 57 h 64"/>
                <a:gd name="T4" fmla="*/ 57 w 64"/>
                <a:gd name="T5" fmla="*/ 28 h 64"/>
                <a:gd name="T6" fmla="*/ 57 w 64"/>
                <a:gd name="T7" fmla="*/ 7 h 64"/>
                <a:gd name="T8" fmla="*/ 35 w 64"/>
                <a:gd name="T9" fmla="*/ 7 h 64"/>
                <a:gd name="T10" fmla="*/ 6 w 64"/>
                <a:gd name="T11" fmla="*/ 36 h 64"/>
                <a:gd name="T12" fmla="*/ 6 w 64"/>
                <a:gd name="T13" fmla="*/ 57 h 64"/>
                <a:gd name="T14" fmla="*/ 27 w 64"/>
                <a:gd name="T15" fmla="*/ 5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7" y="57"/>
                  </a:moveTo>
                  <a:lnTo>
                    <a:pt x="27" y="57"/>
                  </a:lnTo>
                  <a:cubicBezTo>
                    <a:pt x="57" y="28"/>
                    <a:pt x="57" y="28"/>
                    <a:pt x="57" y="28"/>
                  </a:cubicBezTo>
                  <a:cubicBezTo>
                    <a:pt x="63" y="21"/>
                    <a:pt x="63" y="12"/>
                    <a:pt x="57" y="7"/>
                  </a:cubicBezTo>
                  <a:cubicBezTo>
                    <a:pt x="50" y="0"/>
                    <a:pt x="42" y="0"/>
                    <a:pt x="35" y="7"/>
                  </a:cubicBezTo>
                  <a:cubicBezTo>
                    <a:pt x="6" y="36"/>
                    <a:pt x="6" y="36"/>
                    <a:pt x="6" y="36"/>
                  </a:cubicBezTo>
                  <a:cubicBezTo>
                    <a:pt x="0" y="42"/>
                    <a:pt x="0" y="52"/>
                    <a:pt x="6" y="57"/>
                  </a:cubicBezTo>
                  <a:cubicBezTo>
                    <a:pt x="11" y="63"/>
                    <a:pt x="21" y="63"/>
                    <a:pt x="27" y="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5">
              <a:extLst>
                <a:ext uri="{FF2B5EF4-FFF2-40B4-BE49-F238E27FC236}">
                  <a16:creationId xmlns:a16="http://schemas.microsoft.com/office/drawing/2014/main" id="{A992883D-754C-653F-7F18-DC873F02C4FE}"/>
                </a:ext>
              </a:extLst>
            </p:cNvPr>
            <p:cNvSpPr>
              <a:spLocks noChangeArrowheads="1"/>
            </p:cNvSpPr>
            <p:nvPr/>
          </p:nvSpPr>
          <p:spPr bwMode="auto">
            <a:xfrm>
              <a:off x="3619500" y="4406900"/>
              <a:ext cx="257175" cy="171450"/>
            </a:xfrm>
            <a:custGeom>
              <a:avLst/>
              <a:gdLst>
                <a:gd name="T0" fmla="*/ 237 w 715"/>
                <a:gd name="T1" fmla="*/ 476 h 477"/>
                <a:gd name="T2" fmla="*/ 237 w 715"/>
                <a:gd name="T3" fmla="*/ 476 h 477"/>
                <a:gd name="T4" fmla="*/ 535 w 715"/>
                <a:gd name="T5" fmla="*/ 476 h 477"/>
                <a:gd name="T6" fmla="*/ 714 w 715"/>
                <a:gd name="T7" fmla="*/ 298 h 477"/>
                <a:gd name="T8" fmla="*/ 535 w 715"/>
                <a:gd name="T9" fmla="*/ 119 h 477"/>
                <a:gd name="T10" fmla="*/ 443 w 715"/>
                <a:gd name="T11" fmla="*/ 119 h 477"/>
                <a:gd name="T12" fmla="*/ 237 w 715"/>
                <a:gd name="T13" fmla="*/ 0 h 477"/>
                <a:gd name="T14" fmla="*/ 0 w 715"/>
                <a:gd name="T15" fmla="*/ 239 h 477"/>
                <a:gd name="T16" fmla="*/ 237 w 715"/>
                <a:gd name="T17" fmla="*/ 476 h 477"/>
                <a:gd name="T18" fmla="*/ 90 w 715"/>
                <a:gd name="T19" fmla="*/ 91 h 477"/>
                <a:gd name="T20" fmla="*/ 90 w 715"/>
                <a:gd name="T21" fmla="*/ 91 h 477"/>
                <a:gd name="T22" fmla="*/ 237 w 715"/>
                <a:gd name="T23" fmla="*/ 30 h 477"/>
                <a:gd name="T24" fmla="*/ 421 w 715"/>
                <a:gd name="T25" fmla="*/ 141 h 477"/>
                <a:gd name="T26" fmla="*/ 435 w 715"/>
                <a:gd name="T27" fmla="*/ 150 h 477"/>
                <a:gd name="T28" fmla="*/ 535 w 715"/>
                <a:gd name="T29" fmla="*/ 150 h 477"/>
                <a:gd name="T30" fmla="*/ 640 w 715"/>
                <a:gd name="T31" fmla="*/ 193 h 477"/>
                <a:gd name="T32" fmla="*/ 683 w 715"/>
                <a:gd name="T33" fmla="*/ 298 h 477"/>
                <a:gd name="T34" fmla="*/ 640 w 715"/>
                <a:gd name="T35" fmla="*/ 404 h 477"/>
                <a:gd name="T36" fmla="*/ 535 w 715"/>
                <a:gd name="T37" fmla="*/ 447 h 477"/>
                <a:gd name="T38" fmla="*/ 237 w 715"/>
                <a:gd name="T39" fmla="*/ 447 h 477"/>
                <a:gd name="T40" fmla="*/ 90 w 715"/>
                <a:gd name="T41" fmla="*/ 385 h 477"/>
                <a:gd name="T42" fmla="*/ 29 w 715"/>
                <a:gd name="T43" fmla="*/ 239 h 477"/>
                <a:gd name="T44" fmla="*/ 90 w 715"/>
                <a:gd name="T45" fmla="*/ 91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15" h="477">
                  <a:moveTo>
                    <a:pt x="237" y="476"/>
                  </a:moveTo>
                  <a:lnTo>
                    <a:pt x="237" y="476"/>
                  </a:lnTo>
                  <a:cubicBezTo>
                    <a:pt x="301" y="476"/>
                    <a:pt x="480" y="476"/>
                    <a:pt x="535" y="476"/>
                  </a:cubicBezTo>
                  <a:cubicBezTo>
                    <a:pt x="633" y="476"/>
                    <a:pt x="714" y="397"/>
                    <a:pt x="714" y="298"/>
                  </a:cubicBezTo>
                  <a:cubicBezTo>
                    <a:pt x="714" y="200"/>
                    <a:pt x="633" y="119"/>
                    <a:pt x="535" y="119"/>
                  </a:cubicBezTo>
                  <a:cubicBezTo>
                    <a:pt x="443" y="119"/>
                    <a:pt x="443" y="119"/>
                    <a:pt x="443" y="119"/>
                  </a:cubicBezTo>
                  <a:cubicBezTo>
                    <a:pt x="401" y="48"/>
                    <a:pt x="325" y="0"/>
                    <a:pt x="237" y="0"/>
                  </a:cubicBezTo>
                  <a:cubicBezTo>
                    <a:pt x="106" y="0"/>
                    <a:pt x="0" y="108"/>
                    <a:pt x="0" y="239"/>
                  </a:cubicBezTo>
                  <a:cubicBezTo>
                    <a:pt x="0" y="370"/>
                    <a:pt x="106" y="476"/>
                    <a:pt x="237" y="476"/>
                  </a:cubicBezTo>
                  <a:close/>
                  <a:moveTo>
                    <a:pt x="90" y="91"/>
                  </a:moveTo>
                  <a:lnTo>
                    <a:pt x="90" y="91"/>
                  </a:lnTo>
                  <a:cubicBezTo>
                    <a:pt x="128" y="54"/>
                    <a:pt x="180" y="30"/>
                    <a:pt x="237" y="30"/>
                  </a:cubicBezTo>
                  <a:cubicBezTo>
                    <a:pt x="316" y="30"/>
                    <a:pt x="386" y="76"/>
                    <a:pt x="421" y="141"/>
                  </a:cubicBezTo>
                  <a:cubicBezTo>
                    <a:pt x="424" y="147"/>
                    <a:pt x="429" y="150"/>
                    <a:pt x="435" y="150"/>
                  </a:cubicBezTo>
                  <a:cubicBezTo>
                    <a:pt x="535" y="150"/>
                    <a:pt x="535" y="150"/>
                    <a:pt x="535" y="150"/>
                  </a:cubicBezTo>
                  <a:cubicBezTo>
                    <a:pt x="576" y="150"/>
                    <a:pt x="613" y="166"/>
                    <a:pt x="640" y="193"/>
                  </a:cubicBezTo>
                  <a:cubicBezTo>
                    <a:pt x="666" y="219"/>
                    <a:pt x="683" y="257"/>
                    <a:pt x="683" y="298"/>
                  </a:cubicBezTo>
                  <a:cubicBezTo>
                    <a:pt x="683" y="339"/>
                    <a:pt x="666" y="377"/>
                    <a:pt x="640" y="404"/>
                  </a:cubicBezTo>
                  <a:cubicBezTo>
                    <a:pt x="613" y="430"/>
                    <a:pt x="576" y="447"/>
                    <a:pt x="535" y="447"/>
                  </a:cubicBezTo>
                  <a:cubicBezTo>
                    <a:pt x="480" y="447"/>
                    <a:pt x="301" y="447"/>
                    <a:pt x="237" y="447"/>
                  </a:cubicBezTo>
                  <a:cubicBezTo>
                    <a:pt x="180" y="447"/>
                    <a:pt x="128" y="423"/>
                    <a:pt x="90" y="385"/>
                  </a:cubicBezTo>
                  <a:cubicBezTo>
                    <a:pt x="53" y="348"/>
                    <a:pt x="29" y="296"/>
                    <a:pt x="29" y="239"/>
                  </a:cubicBezTo>
                  <a:cubicBezTo>
                    <a:pt x="29" y="182"/>
                    <a:pt x="53" y="129"/>
                    <a:pt x="90" y="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1" name="Group 604">
            <a:extLst>
              <a:ext uri="{FF2B5EF4-FFF2-40B4-BE49-F238E27FC236}">
                <a16:creationId xmlns:a16="http://schemas.microsoft.com/office/drawing/2014/main" id="{85892250-8482-61CF-54A9-109479CC8830}"/>
              </a:ext>
            </a:extLst>
          </p:cNvPr>
          <p:cNvGrpSpPr/>
          <p:nvPr/>
        </p:nvGrpSpPr>
        <p:grpSpPr>
          <a:xfrm>
            <a:off x="5675981" y="5014813"/>
            <a:ext cx="257175" cy="214312"/>
            <a:chOff x="4648200" y="5360988"/>
            <a:chExt cx="257175" cy="214312"/>
          </a:xfrm>
          <a:solidFill>
            <a:schemeClr val="tx2"/>
          </a:solidFill>
        </p:grpSpPr>
        <p:sp>
          <p:nvSpPr>
            <p:cNvPr id="602" name="Freeform 496">
              <a:extLst>
                <a:ext uri="{FF2B5EF4-FFF2-40B4-BE49-F238E27FC236}">
                  <a16:creationId xmlns:a16="http://schemas.microsoft.com/office/drawing/2014/main" id="{C5289E55-7991-AB0B-F0A7-E3A951119DD8}"/>
                </a:ext>
              </a:extLst>
            </p:cNvPr>
            <p:cNvSpPr>
              <a:spLocks noChangeArrowheads="1"/>
            </p:cNvSpPr>
            <p:nvPr/>
          </p:nvSpPr>
          <p:spPr bwMode="auto">
            <a:xfrm>
              <a:off x="4705350" y="5360988"/>
              <a:ext cx="200025" cy="171450"/>
            </a:xfrm>
            <a:custGeom>
              <a:avLst/>
              <a:gdLst>
                <a:gd name="T0" fmla="*/ 410 w 555"/>
                <a:gd name="T1" fmla="*/ 123 h 476"/>
                <a:gd name="T2" fmla="*/ 410 w 555"/>
                <a:gd name="T3" fmla="*/ 123 h 476"/>
                <a:gd name="T4" fmla="*/ 212 w 555"/>
                <a:gd name="T5" fmla="*/ 0 h 476"/>
                <a:gd name="T6" fmla="*/ 3 w 555"/>
                <a:gd name="T7" fmla="*/ 143 h 476"/>
                <a:gd name="T8" fmla="*/ 12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6 w 555"/>
                <a:gd name="T25" fmla="*/ 446 h 476"/>
                <a:gd name="T26" fmla="*/ 360 w 555"/>
                <a:gd name="T27" fmla="*/ 460 h 476"/>
                <a:gd name="T28" fmla="*/ 376 w 555"/>
                <a:gd name="T29" fmla="*/ 475 h 476"/>
                <a:gd name="T30" fmla="*/ 376 w 555"/>
                <a:gd name="T31" fmla="*/ 475 h 476"/>
                <a:gd name="T32" fmla="*/ 554 w 555"/>
                <a:gd name="T33" fmla="*/ 297 h 476"/>
                <a:gd name="T34" fmla="*/ 410 w 555"/>
                <a:gd name="T35"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3"/>
                  </a:moveTo>
                  <a:lnTo>
                    <a:pt x="410" y="123"/>
                  </a:lnTo>
                  <a:cubicBezTo>
                    <a:pt x="374" y="50"/>
                    <a:pt x="299" y="0"/>
                    <a:pt x="212" y="0"/>
                  </a:cubicBezTo>
                  <a:cubicBezTo>
                    <a:pt x="116" y="0"/>
                    <a:pt x="35" y="60"/>
                    <a:pt x="3" y="143"/>
                  </a:cubicBezTo>
                  <a:cubicBezTo>
                    <a:pt x="0" y="152"/>
                    <a:pt x="5" y="160"/>
                    <a:pt x="12" y="163"/>
                  </a:cubicBezTo>
                  <a:cubicBezTo>
                    <a:pt x="20" y="166"/>
                    <a:pt x="28" y="162"/>
                    <a:pt x="31" y="155"/>
                  </a:cubicBezTo>
                  <a:cubicBezTo>
                    <a:pt x="59" y="81"/>
                    <a:pt x="129"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4" y="429"/>
                    <a:pt x="417" y="446"/>
                    <a:pt x="376" y="446"/>
                  </a:cubicBezTo>
                  <a:cubicBezTo>
                    <a:pt x="367" y="446"/>
                    <a:pt x="360" y="453"/>
                    <a:pt x="360" y="460"/>
                  </a:cubicBezTo>
                  <a:cubicBezTo>
                    <a:pt x="360" y="468"/>
                    <a:pt x="367" y="475"/>
                    <a:pt x="376" y="475"/>
                  </a:cubicBezTo>
                  <a:lnTo>
                    <a:pt x="376" y="475"/>
                  </a:lnTo>
                  <a:cubicBezTo>
                    <a:pt x="475"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7">
              <a:extLst>
                <a:ext uri="{FF2B5EF4-FFF2-40B4-BE49-F238E27FC236}">
                  <a16:creationId xmlns:a16="http://schemas.microsoft.com/office/drawing/2014/main" id="{805ACDC6-CA99-50FB-0E98-FAEE46B3435C}"/>
                </a:ext>
              </a:extLst>
            </p:cNvPr>
            <p:cNvSpPr>
              <a:spLocks noChangeArrowheads="1"/>
            </p:cNvSpPr>
            <p:nvPr/>
          </p:nvSpPr>
          <p:spPr bwMode="auto">
            <a:xfrm>
              <a:off x="4648200" y="542448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30 w 273"/>
                <a:gd name="T15" fmla="*/ 264 h 296"/>
                <a:gd name="T16" fmla="*/ 130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9"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30" y="264"/>
                  </a:cubicBezTo>
                  <a:lnTo>
                    <a:pt x="130" y="264"/>
                  </a:lnTo>
                  <a:cubicBezTo>
                    <a:pt x="100" y="257"/>
                    <a:pt x="75" y="242"/>
                    <a:pt x="57" y="222"/>
                  </a:cubicBezTo>
                  <a:cubicBezTo>
                    <a:pt x="40" y="201"/>
                    <a:pt x="29" y="176"/>
                    <a:pt x="29" y="148"/>
                  </a:cubicBezTo>
                  <a:cubicBezTo>
                    <a:pt x="29" y="116"/>
                    <a:pt x="45" y="87"/>
                    <a:pt x="68" y="64"/>
                  </a:cubicBezTo>
                  <a:cubicBezTo>
                    <a:pt x="92" y="44"/>
                    <a:pt x="125" y="30"/>
                    <a:pt x="163" y="30"/>
                  </a:cubicBezTo>
                  <a:cubicBezTo>
                    <a:pt x="192" y="30"/>
                    <a:pt x="223" y="46"/>
                    <a:pt x="244" y="73"/>
                  </a:cubicBezTo>
                  <a:cubicBezTo>
                    <a:pt x="248" y="78"/>
                    <a:pt x="258" y="80"/>
                    <a:pt x="265" y="74"/>
                  </a:cubicBezTo>
                  <a:cubicBezTo>
                    <a:pt x="271" y="69"/>
                    <a:pt x="272" y="60"/>
                    <a:pt x="266" y="53"/>
                  </a:cubicBezTo>
                  <a:cubicBezTo>
                    <a:pt x="241" y="23"/>
                    <a:pt x="20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498">
              <a:extLst>
                <a:ext uri="{FF2B5EF4-FFF2-40B4-BE49-F238E27FC236}">
                  <a16:creationId xmlns:a16="http://schemas.microsoft.com/office/drawing/2014/main" id="{E10FA85C-3C63-48E4-C80D-2F076095BECB}"/>
                </a:ext>
              </a:extLst>
            </p:cNvPr>
            <p:cNvSpPr>
              <a:spLocks noChangeArrowheads="1"/>
            </p:cNvSpPr>
            <p:nvPr/>
          </p:nvSpPr>
          <p:spPr bwMode="auto">
            <a:xfrm>
              <a:off x="4732338" y="5510213"/>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8"/>
                    <a:pt x="14" y="60"/>
                    <a:pt x="31" y="60"/>
                  </a:cubicBezTo>
                  <a:cubicBezTo>
                    <a:pt x="46" y="60"/>
                    <a:pt x="60" y="48"/>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499">
              <a:extLst>
                <a:ext uri="{FF2B5EF4-FFF2-40B4-BE49-F238E27FC236}">
                  <a16:creationId xmlns:a16="http://schemas.microsoft.com/office/drawing/2014/main" id="{AB44A785-DA23-EEEB-635B-441F3DE6F3D1}"/>
                </a:ext>
              </a:extLst>
            </p:cNvPr>
            <p:cNvSpPr>
              <a:spLocks noChangeArrowheads="1"/>
            </p:cNvSpPr>
            <p:nvPr/>
          </p:nvSpPr>
          <p:spPr bwMode="auto">
            <a:xfrm>
              <a:off x="4786313" y="5510213"/>
              <a:ext cx="22225" cy="22225"/>
            </a:xfrm>
            <a:custGeom>
              <a:avLst/>
              <a:gdLst>
                <a:gd name="T0" fmla="*/ 30 w 61"/>
                <a:gd name="T1" fmla="*/ 0 h 61"/>
                <a:gd name="T2" fmla="*/ 30 w 61"/>
                <a:gd name="T3" fmla="*/ 0 h 61"/>
                <a:gd name="T4" fmla="*/ 0 w 61"/>
                <a:gd name="T5" fmla="*/ 31 h 61"/>
                <a:gd name="T6" fmla="*/ 30 w 61"/>
                <a:gd name="T7" fmla="*/ 60 h 61"/>
                <a:gd name="T8" fmla="*/ 60 w 61"/>
                <a:gd name="T9" fmla="*/ 31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1"/>
                  </a:cubicBezTo>
                  <a:cubicBezTo>
                    <a:pt x="0" y="48"/>
                    <a:pt x="14" y="60"/>
                    <a:pt x="30" y="60"/>
                  </a:cubicBezTo>
                  <a:cubicBezTo>
                    <a:pt x="46" y="60"/>
                    <a:pt x="60" y="48"/>
                    <a:pt x="60" y="31"/>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0">
              <a:extLst>
                <a:ext uri="{FF2B5EF4-FFF2-40B4-BE49-F238E27FC236}">
                  <a16:creationId xmlns:a16="http://schemas.microsoft.com/office/drawing/2014/main" id="{BC05FC71-5929-11ED-00C7-5FEE80CD0CAF}"/>
                </a:ext>
              </a:extLst>
            </p:cNvPr>
            <p:cNvSpPr>
              <a:spLocks noChangeArrowheads="1"/>
            </p:cNvSpPr>
            <p:nvPr/>
          </p:nvSpPr>
          <p:spPr bwMode="auto">
            <a:xfrm>
              <a:off x="4700588" y="5553075"/>
              <a:ext cx="22225" cy="22225"/>
            </a:xfrm>
            <a:custGeom>
              <a:avLst/>
              <a:gdLst>
                <a:gd name="T0" fmla="*/ 60 w 61"/>
                <a:gd name="T1" fmla="*/ 30 h 60"/>
                <a:gd name="T2" fmla="*/ 60 w 61"/>
                <a:gd name="T3" fmla="*/ 30 h 60"/>
                <a:gd name="T4" fmla="*/ 31 w 61"/>
                <a:gd name="T5" fmla="*/ 0 h 60"/>
                <a:gd name="T6" fmla="*/ 0 w 61"/>
                <a:gd name="T7" fmla="*/ 30 h 60"/>
                <a:gd name="T8" fmla="*/ 31 w 61"/>
                <a:gd name="T9" fmla="*/ 59 h 60"/>
                <a:gd name="T10" fmla="*/ 60 w 61"/>
                <a:gd name="T11" fmla="*/ 30 h 60"/>
              </a:gdLst>
              <a:ahLst/>
              <a:cxnLst>
                <a:cxn ang="0">
                  <a:pos x="T0" y="T1"/>
                </a:cxn>
                <a:cxn ang="0">
                  <a:pos x="T2" y="T3"/>
                </a:cxn>
                <a:cxn ang="0">
                  <a:pos x="T4" y="T5"/>
                </a:cxn>
                <a:cxn ang="0">
                  <a:pos x="T6" y="T7"/>
                </a:cxn>
                <a:cxn ang="0">
                  <a:pos x="T8" y="T9"/>
                </a:cxn>
                <a:cxn ang="0">
                  <a:pos x="T10" y="T11"/>
                </a:cxn>
              </a:cxnLst>
              <a:rect l="0" t="0" r="r" b="b"/>
              <a:pathLst>
                <a:path w="61" h="60">
                  <a:moveTo>
                    <a:pt x="60" y="30"/>
                  </a:moveTo>
                  <a:lnTo>
                    <a:pt x="60" y="30"/>
                  </a:lnTo>
                  <a:cubicBezTo>
                    <a:pt x="60" y="13"/>
                    <a:pt x="46" y="0"/>
                    <a:pt x="31" y="0"/>
                  </a:cubicBezTo>
                  <a:cubicBezTo>
                    <a:pt x="14" y="0"/>
                    <a:pt x="0" y="13"/>
                    <a:pt x="0" y="30"/>
                  </a:cubicBezTo>
                  <a:cubicBezTo>
                    <a:pt x="0" y="46"/>
                    <a:pt x="14" y="59"/>
                    <a:pt x="31" y="59"/>
                  </a:cubicBezTo>
                  <a:cubicBezTo>
                    <a:pt x="46" y="59"/>
                    <a:pt x="60" y="46"/>
                    <a:pt x="60"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1">
              <a:extLst>
                <a:ext uri="{FF2B5EF4-FFF2-40B4-BE49-F238E27FC236}">
                  <a16:creationId xmlns:a16="http://schemas.microsoft.com/office/drawing/2014/main" id="{6C7BEE17-B315-1D18-1F01-6EF5926690CB}"/>
                </a:ext>
              </a:extLst>
            </p:cNvPr>
            <p:cNvSpPr>
              <a:spLocks noChangeArrowheads="1"/>
            </p:cNvSpPr>
            <p:nvPr/>
          </p:nvSpPr>
          <p:spPr bwMode="auto">
            <a:xfrm>
              <a:off x="4754563" y="5553075"/>
              <a:ext cx="22225" cy="22225"/>
            </a:xfrm>
            <a:custGeom>
              <a:avLst/>
              <a:gdLst>
                <a:gd name="T0" fmla="*/ 29 w 61"/>
                <a:gd name="T1" fmla="*/ 0 h 60"/>
                <a:gd name="T2" fmla="*/ 29 w 61"/>
                <a:gd name="T3" fmla="*/ 0 h 60"/>
                <a:gd name="T4" fmla="*/ 0 w 61"/>
                <a:gd name="T5" fmla="*/ 30 h 60"/>
                <a:gd name="T6" fmla="*/ 29 w 61"/>
                <a:gd name="T7" fmla="*/ 59 h 60"/>
                <a:gd name="T8" fmla="*/ 60 w 61"/>
                <a:gd name="T9" fmla="*/ 30 h 60"/>
                <a:gd name="T10" fmla="*/ 29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29" y="0"/>
                  </a:moveTo>
                  <a:lnTo>
                    <a:pt x="29" y="0"/>
                  </a:lnTo>
                  <a:cubicBezTo>
                    <a:pt x="14" y="0"/>
                    <a:pt x="0" y="13"/>
                    <a:pt x="0" y="30"/>
                  </a:cubicBezTo>
                  <a:cubicBezTo>
                    <a:pt x="0" y="46"/>
                    <a:pt x="14" y="59"/>
                    <a:pt x="29" y="59"/>
                  </a:cubicBezTo>
                  <a:cubicBezTo>
                    <a:pt x="46" y="59"/>
                    <a:pt x="60" y="46"/>
                    <a:pt x="60" y="30"/>
                  </a:cubicBezTo>
                  <a:cubicBezTo>
                    <a:pt x="60" y="13"/>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2">
              <a:extLst>
                <a:ext uri="{FF2B5EF4-FFF2-40B4-BE49-F238E27FC236}">
                  <a16:creationId xmlns:a16="http://schemas.microsoft.com/office/drawing/2014/main" id="{57E25FF6-07D7-9361-33AE-4E546AEEB77A}"/>
                </a:ext>
              </a:extLst>
            </p:cNvPr>
            <p:cNvSpPr>
              <a:spLocks noChangeArrowheads="1"/>
            </p:cNvSpPr>
            <p:nvPr/>
          </p:nvSpPr>
          <p:spPr bwMode="auto">
            <a:xfrm>
              <a:off x="4808538" y="5553075"/>
              <a:ext cx="22225" cy="22225"/>
            </a:xfrm>
            <a:custGeom>
              <a:avLst/>
              <a:gdLst>
                <a:gd name="T0" fmla="*/ 30 w 60"/>
                <a:gd name="T1" fmla="*/ 59 h 60"/>
                <a:gd name="T2" fmla="*/ 30 w 60"/>
                <a:gd name="T3" fmla="*/ 59 h 60"/>
                <a:gd name="T4" fmla="*/ 59 w 60"/>
                <a:gd name="T5" fmla="*/ 30 h 60"/>
                <a:gd name="T6" fmla="*/ 30 w 60"/>
                <a:gd name="T7" fmla="*/ 0 h 60"/>
                <a:gd name="T8" fmla="*/ 0 w 60"/>
                <a:gd name="T9" fmla="*/ 30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30"/>
                  </a:cubicBezTo>
                  <a:cubicBezTo>
                    <a:pt x="59" y="13"/>
                    <a:pt x="46" y="0"/>
                    <a:pt x="30" y="0"/>
                  </a:cubicBezTo>
                  <a:cubicBezTo>
                    <a:pt x="13" y="0"/>
                    <a:pt x="0" y="13"/>
                    <a:pt x="0" y="30"/>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9" name="Group 612">
            <a:extLst>
              <a:ext uri="{FF2B5EF4-FFF2-40B4-BE49-F238E27FC236}">
                <a16:creationId xmlns:a16="http://schemas.microsoft.com/office/drawing/2014/main" id="{2A74529D-79DB-0A51-22D0-47864D32C1CF}"/>
              </a:ext>
            </a:extLst>
          </p:cNvPr>
          <p:cNvGrpSpPr/>
          <p:nvPr/>
        </p:nvGrpSpPr>
        <p:grpSpPr>
          <a:xfrm>
            <a:off x="5675981" y="3978200"/>
            <a:ext cx="257175" cy="193675"/>
            <a:chOff x="4648200" y="4352925"/>
            <a:chExt cx="257175" cy="193675"/>
          </a:xfrm>
          <a:solidFill>
            <a:schemeClr val="tx2"/>
          </a:solidFill>
        </p:grpSpPr>
        <p:sp>
          <p:nvSpPr>
            <p:cNvPr id="610" name="Freeform 503">
              <a:extLst>
                <a:ext uri="{FF2B5EF4-FFF2-40B4-BE49-F238E27FC236}">
                  <a16:creationId xmlns:a16="http://schemas.microsoft.com/office/drawing/2014/main" id="{0C06C486-D11C-5824-F42C-DAE2D7633855}"/>
                </a:ext>
              </a:extLst>
            </p:cNvPr>
            <p:cNvSpPr>
              <a:spLocks noChangeArrowheads="1"/>
            </p:cNvSpPr>
            <p:nvPr/>
          </p:nvSpPr>
          <p:spPr bwMode="auto">
            <a:xfrm>
              <a:off x="4679950" y="4395788"/>
              <a:ext cx="225425" cy="150812"/>
            </a:xfrm>
            <a:custGeom>
              <a:avLst/>
              <a:gdLst>
                <a:gd name="T0" fmla="*/ 142 w 626"/>
                <a:gd name="T1" fmla="*/ 127 h 418"/>
                <a:gd name="T2" fmla="*/ 142 w 626"/>
                <a:gd name="T3" fmla="*/ 127 h 418"/>
                <a:gd name="T4" fmla="*/ 150 w 626"/>
                <a:gd name="T5" fmla="*/ 145 h 418"/>
                <a:gd name="T6" fmla="*/ 170 w 626"/>
                <a:gd name="T7" fmla="*/ 136 h 418"/>
                <a:gd name="T8" fmla="*/ 170 w 626"/>
                <a:gd name="T9" fmla="*/ 136 h 418"/>
                <a:gd name="T10" fmla="*/ 325 w 626"/>
                <a:gd name="T11" fmla="*/ 29 h 418"/>
                <a:gd name="T12" fmla="*/ 477 w 626"/>
                <a:gd name="T13" fmla="*/ 127 h 418"/>
                <a:gd name="T14" fmla="*/ 488 w 626"/>
                <a:gd name="T15" fmla="*/ 135 h 418"/>
                <a:gd name="T16" fmla="*/ 595 w 626"/>
                <a:gd name="T17" fmla="*/ 261 h 418"/>
                <a:gd name="T18" fmla="*/ 594 w 626"/>
                <a:gd name="T19" fmla="*/ 279 h 418"/>
                <a:gd name="T20" fmla="*/ 549 w 626"/>
                <a:gd name="T21" fmla="*/ 357 h 418"/>
                <a:gd name="T22" fmla="*/ 461 w 626"/>
                <a:gd name="T23" fmla="*/ 387 h 418"/>
                <a:gd name="T24" fmla="*/ 145 w 626"/>
                <a:gd name="T25" fmla="*/ 387 h 418"/>
                <a:gd name="T26" fmla="*/ 63 w 626"/>
                <a:gd name="T27" fmla="*/ 357 h 418"/>
                <a:gd name="T28" fmla="*/ 29 w 626"/>
                <a:gd name="T29" fmla="*/ 286 h 418"/>
                <a:gd name="T30" fmla="*/ 63 w 626"/>
                <a:gd name="T31" fmla="*/ 215 h 418"/>
                <a:gd name="T32" fmla="*/ 145 w 626"/>
                <a:gd name="T33" fmla="*/ 184 h 418"/>
                <a:gd name="T34" fmla="*/ 181 w 626"/>
                <a:gd name="T35" fmla="*/ 195 h 418"/>
                <a:gd name="T36" fmla="*/ 212 w 626"/>
                <a:gd name="T37" fmla="*/ 222 h 418"/>
                <a:gd name="T38" fmla="*/ 233 w 626"/>
                <a:gd name="T39" fmla="*/ 223 h 418"/>
                <a:gd name="T40" fmla="*/ 236 w 626"/>
                <a:gd name="T41" fmla="*/ 202 h 418"/>
                <a:gd name="T42" fmla="*/ 195 w 626"/>
                <a:gd name="T43" fmla="*/ 169 h 418"/>
                <a:gd name="T44" fmla="*/ 145 w 626"/>
                <a:gd name="T45" fmla="*/ 155 h 418"/>
                <a:gd name="T46" fmla="*/ 43 w 626"/>
                <a:gd name="T47" fmla="*/ 192 h 418"/>
                <a:gd name="T48" fmla="*/ 0 w 626"/>
                <a:gd name="T49" fmla="*/ 286 h 418"/>
                <a:gd name="T50" fmla="*/ 43 w 626"/>
                <a:gd name="T51" fmla="*/ 379 h 418"/>
                <a:gd name="T52" fmla="*/ 145 w 626"/>
                <a:gd name="T53" fmla="*/ 417 h 418"/>
                <a:gd name="T54" fmla="*/ 461 w 626"/>
                <a:gd name="T55" fmla="*/ 417 h 418"/>
                <a:gd name="T56" fmla="*/ 567 w 626"/>
                <a:gd name="T57" fmla="*/ 381 h 418"/>
                <a:gd name="T58" fmla="*/ 623 w 626"/>
                <a:gd name="T59" fmla="*/ 283 h 418"/>
                <a:gd name="T60" fmla="*/ 625 w 626"/>
                <a:gd name="T61" fmla="*/ 261 h 418"/>
                <a:gd name="T62" fmla="*/ 499 w 626"/>
                <a:gd name="T63" fmla="*/ 107 h 418"/>
                <a:gd name="T64" fmla="*/ 325 w 626"/>
                <a:gd name="T65" fmla="*/ 0 h 418"/>
                <a:gd name="T66" fmla="*/ 142 w 626"/>
                <a:gd name="T67" fmla="*/ 127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26" h="418">
                  <a:moveTo>
                    <a:pt x="142" y="127"/>
                  </a:moveTo>
                  <a:lnTo>
                    <a:pt x="142" y="127"/>
                  </a:lnTo>
                  <a:cubicBezTo>
                    <a:pt x="139" y="134"/>
                    <a:pt x="143" y="142"/>
                    <a:pt x="150" y="145"/>
                  </a:cubicBezTo>
                  <a:cubicBezTo>
                    <a:pt x="159" y="149"/>
                    <a:pt x="167" y="145"/>
                    <a:pt x="170" y="136"/>
                  </a:cubicBezTo>
                  <a:lnTo>
                    <a:pt x="170" y="136"/>
                  </a:lnTo>
                  <a:cubicBezTo>
                    <a:pt x="194" y="74"/>
                    <a:pt x="254" y="29"/>
                    <a:pt x="325" y="29"/>
                  </a:cubicBezTo>
                  <a:cubicBezTo>
                    <a:pt x="392" y="29"/>
                    <a:pt x="450" y="70"/>
                    <a:pt x="477" y="127"/>
                  </a:cubicBezTo>
                  <a:cubicBezTo>
                    <a:pt x="478" y="131"/>
                    <a:pt x="482" y="134"/>
                    <a:pt x="488" y="135"/>
                  </a:cubicBezTo>
                  <a:cubicBezTo>
                    <a:pt x="548" y="143"/>
                    <a:pt x="595" y="196"/>
                    <a:pt x="595" y="261"/>
                  </a:cubicBezTo>
                  <a:cubicBezTo>
                    <a:pt x="595" y="266"/>
                    <a:pt x="594" y="273"/>
                    <a:pt x="594" y="279"/>
                  </a:cubicBezTo>
                  <a:cubicBezTo>
                    <a:pt x="590" y="311"/>
                    <a:pt x="573" y="337"/>
                    <a:pt x="549" y="357"/>
                  </a:cubicBezTo>
                  <a:cubicBezTo>
                    <a:pt x="526" y="376"/>
                    <a:pt x="494" y="387"/>
                    <a:pt x="461" y="387"/>
                  </a:cubicBezTo>
                  <a:cubicBezTo>
                    <a:pt x="145" y="387"/>
                    <a:pt x="145" y="387"/>
                    <a:pt x="145" y="387"/>
                  </a:cubicBezTo>
                  <a:cubicBezTo>
                    <a:pt x="111" y="387"/>
                    <a:pt x="84" y="376"/>
                    <a:pt x="63" y="357"/>
                  </a:cubicBezTo>
                  <a:cubicBezTo>
                    <a:pt x="42" y="339"/>
                    <a:pt x="29" y="314"/>
                    <a:pt x="29" y="286"/>
                  </a:cubicBezTo>
                  <a:cubicBezTo>
                    <a:pt x="29" y="259"/>
                    <a:pt x="42" y="234"/>
                    <a:pt x="63" y="215"/>
                  </a:cubicBezTo>
                  <a:cubicBezTo>
                    <a:pt x="84" y="196"/>
                    <a:pt x="111" y="184"/>
                    <a:pt x="145" y="184"/>
                  </a:cubicBezTo>
                  <a:cubicBezTo>
                    <a:pt x="156" y="184"/>
                    <a:pt x="169" y="188"/>
                    <a:pt x="181" y="195"/>
                  </a:cubicBezTo>
                  <a:cubicBezTo>
                    <a:pt x="192" y="201"/>
                    <a:pt x="203" y="210"/>
                    <a:pt x="212" y="222"/>
                  </a:cubicBezTo>
                  <a:cubicBezTo>
                    <a:pt x="217" y="227"/>
                    <a:pt x="227" y="229"/>
                    <a:pt x="233" y="223"/>
                  </a:cubicBezTo>
                  <a:cubicBezTo>
                    <a:pt x="240" y="217"/>
                    <a:pt x="241" y="209"/>
                    <a:pt x="236" y="202"/>
                  </a:cubicBezTo>
                  <a:cubicBezTo>
                    <a:pt x="224" y="188"/>
                    <a:pt x="210" y="177"/>
                    <a:pt x="195" y="169"/>
                  </a:cubicBezTo>
                  <a:cubicBezTo>
                    <a:pt x="180" y="160"/>
                    <a:pt x="162" y="155"/>
                    <a:pt x="145" y="155"/>
                  </a:cubicBezTo>
                  <a:cubicBezTo>
                    <a:pt x="104" y="155"/>
                    <a:pt x="70" y="169"/>
                    <a:pt x="43" y="192"/>
                  </a:cubicBezTo>
                  <a:cubicBezTo>
                    <a:pt x="17" y="216"/>
                    <a:pt x="0" y="249"/>
                    <a:pt x="0" y="286"/>
                  </a:cubicBezTo>
                  <a:cubicBezTo>
                    <a:pt x="0" y="323"/>
                    <a:pt x="17" y="355"/>
                    <a:pt x="43" y="379"/>
                  </a:cubicBezTo>
                  <a:cubicBezTo>
                    <a:pt x="70" y="403"/>
                    <a:pt x="104" y="417"/>
                    <a:pt x="145" y="417"/>
                  </a:cubicBezTo>
                  <a:cubicBezTo>
                    <a:pt x="461" y="417"/>
                    <a:pt x="461" y="417"/>
                    <a:pt x="461" y="417"/>
                  </a:cubicBezTo>
                  <a:cubicBezTo>
                    <a:pt x="501" y="417"/>
                    <a:pt x="538" y="404"/>
                    <a:pt x="567" y="381"/>
                  </a:cubicBezTo>
                  <a:cubicBezTo>
                    <a:pt x="597" y="357"/>
                    <a:pt x="618" y="322"/>
                    <a:pt x="623" y="283"/>
                  </a:cubicBezTo>
                  <a:cubicBezTo>
                    <a:pt x="625" y="276"/>
                    <a:pt x="625" y="268"/>
                    <a:pt x="625" y="261"/>
                  </a:cubicBezTo>
                  <a:cubicBezTo>
                    <a:pt x="625" y="184"/>
                    <a:pt x="572" y="121"/>
                    <a:pt x="499" y="107"/>
                  </a:cubicBezTo>
                  <a:cubicBezTo>
                    <a:pt x="467" y="43"/>
                    <a:pt x="401" y="0"/>
                    <a:pt x="325" y="0"/>
                  </a:cubicBezTo>
                  <a:cubicBezTo>
                    <a:pt x="241" y="0"/>
                    <a:pt x="170" y="53"/>
                    <a:pt x="142" y="1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4">
              <a:extLst>
                <a:ext uri="{FF2B5EF4-FFF2-40B4-BE49-F238E27FC236}">
                  <a16:creationId xmlns:a16="http://schemas.microsoft.com/office/drawing/2014/main" id="{B819ECF7-4F90-247B-5E64-4AEB979D4FD0}"/>
                </a:ext>
              </a:extLst>
            </p:cNvPr>
            <p:cNvSpPr>
              <a:spLocks noChangeArrowheads="1"/>
            </p:cNvSpPr>
            <p:nvPr/>
          </p:nvSpPr>
          <p:spPr bwMode="auto">
            <a:xfrm>
              <a:off x="4722813" y="4352925"/>
              <a:ext cx="11112" cy="22225"/>
            </a:xfrm>
            <a:custGeom>
              <a:avLst/>
              <a:gdLst>
                <a:gd name="T0" fmla="*/ 29 w 30"/>
                <a:gd name="T1" fmla="*/ 45 h 61"/>
                <a:gd name="T2" fmla="*/ 29 w 30"/>
                <a:gd name="T3" fmla="*/ 45 h 61"/>
                <a:gd name="T4" fmla="*/ 29 w 30"/>
                <a:gd name="T5" fmla="*/ 16 h 61"/>
                <a:gd name="T6" fmla="*/ 15 w 30"/>
                <a:gd name="T7" fmla="*/ 0 h 61"/>
                <a:gd name="T8" fmla="*/ 0 w 30"/>
                <a:gd name="T9" fmla="*/ 16 h 61"/>
                <a:gd name="T10" fmla="*/ 0 w 30"/>
                <a:gd name="T11" fmla="*/ 45 h 61"/>
                <a:gd name="T12" fmla="*/ 15 w 30"/>
                <a:gd name="T13" fmla="*/ 60 h 61"/>
                <a:gd name="T14" fmla="*/ 29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45"/>
                  </a:moveTo>
                  <a:lnTo>
                    <a:pt x="29" y="45"/>
                  </a:lnTo>
                  <a:cubicBezTo>
                    <a:pt x="29" y="16"/>
                    <a:pt x="29" y="16"/>
                    <a:pt x="29" y="16"/>
                  </a:cubicBezTo>
                  <a:cubicBezTo>
                    <a:pt x="29" y="7"/>
                    <a:pt x="23" y="0"/>
                    <a:pt x="15" y="0"/>
                  </a:cubicBezTo>
                  <a:cubicBezTo>
                    <a:pt x="7" y="0"/>
                    <a:pt x="0" y="7"/>
                    <a:pt x="0" y="16"/>
                  </a:cubicBezTo>
                  <a:cubicBezTo>
                    <a:pt x="0" y="45"/>
                    <a:pt x="0" y="45"/>
                    <a:pt x="0" y="45"/>
                  </a:cubicBezTo>
                  <a:cubicBezTo>
                    <a:pt x="0" y="53"/>
                    <a:pt x="7" y="60"/>
                    <a:pt x="15" y="60"/>
                  </a:cubicBezTo>
                  <a:cubicBezTo>
                    <a:pt x="23" y="60"/>
                    <a:pt x="29" y="53"/>
                    <a:pt x="29" y="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5">
              <a:extLst>
                <a:ext uri="{FF2B5EF4-FFF2-40B4-BE49-F238E27FC236}">
                  <a16:creationId xmlns:a16="http://schemas.microsoft.com/office/drawing/2014/main" id="{3FCE5020-E23C-D2D2-FE1A-41DC63B2860C}"/>
                </a:ext>
              </a:extLst>
            </p:cNvPr>
            <p:cNvSpPr>
              <a:spLocks noChangeArrowheads="1"/>
            </p:cNvSpPr>
            <p:nvPr/>
          </p:nvSpPr>
          <p:spPr bwMode="auto">
            <a:xfrm>
              <a:off x="4668838" y="4375150"/>
              <a:ext cx="23812" cy="23813"/>
            </a:xfrm>
            <a:custGeom>
              <a:avLst/>
              <a:gdLst>
                <a:gd name="T0" fmla="*/ 28 w 64"/>
                <a:gd name="T1" fmla="*/ 5 h 64"/>
                <a:gd name="T2" fmla="*/ 28 w 64"/>
                <a:gd name="T3" fmla="*/ 5 h 64"/>
                <a:gd name="T4" fmla="*/ 6 w 64"/>
                <a:gd name="T5" fmla="*/ 5 h 64"/>
                <a:gd name="T6" fmla="*/ 6 w 64"/>
                <a:gd name="T7" fmla="*/ 26 h 64"/>
                <a:gd name="T8" fmla="*/ 36 w 64"/>
                <a:gd name="T9" fmla="*/ 57 h 64"/>
                <a:gd name="T10" fmla="*/ 57 w 64"/>
                <a:gd name="T11" fmla="*/ 57 h 64"/>
                <a:gd name="T12" fmla="*/ 57 w 64"/>
                <a:gd name="T13" fmla="*/ 36 h 64"/>
                <a:gd name="T14" fmla="*/ 28 w 64"/>
                <a:gd name="T15" fmla="*/ 5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5"/>
                  </a:moveTo>
                  <a:lnTo>
                    <a:pt x="28" y="5"/>
                  </a:lnTo>
                  <a:cubicBezTo>
                    <a:pt x="21" y="0"/>
                    <a:pt x="13" y="0"/>
                    <a:pt x="6" y="5"/>
                  </a:cubicBezTo>
                  <a:cubicBezTo>
                    <a:pt x="0" y="11"/>
                    <a:pt x="0" y="21"/>
                    <a:pt x="6" y="26"/>
                  </a:cubicBezTo>
                  <a:cubicBezTo>
                    <a:pt x="36" y="57"/>
                    <a:pt x="36" y="57"/>
                    <a:pt x="36" y="57"/>
                  </a:cubicBezTo>
                  <a:cubicBezTo>
                    <a:pt x="42" y="63"/>
                    <a:pt x="52" y="63"/>
                    <a:pt x="57" y="57"/>
                  </a:cubicBezTo>
                  <a:cubicBezTo>
                    <a:pt x="63" y="50"/>
                    <a:pt x="63" y="42"/>
                    <a:pt x="57" y="36"/>
                  </a:cubicBezTo>
                  <a:lnTo>
                    <a:pt x="28"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6">
              <a:extLst>
                <a:ext uri="{FF2B5EF4-FFF2-40B4-BE49-F238E27FC236}">
                  <a16:creationId xmlns:a16="http://schemas.microsoft.com/office/drawing/2014/main" id="{B4D333B7-C5C9-4DF6-9DF9-5DF1388F6603}"/>
                </a:ext>
              </a:extLst>
            </p:cNvPr>
            <p:cNvSpPr>
              <a:spLocks noChangeArrowheads="1"/>
            </p:cNvSpPr>
            <p:nvPr/>
          </p:nvSpPr>
          <p:spPr bwMode="auto">
            <a:xfrm>
              <a:off x="4648200" y="4429125"/>
              <a:ext cx="22225" cy="11113"/>
            </a:xfrm>
            <a:custGeom>
              <a:avLst/>
              <a:gdLst>
                <a:gd name="T0" fmla="*/ 14 w 60"/>
                <a:gd name="T1" fmla="*/ 0 h 31"/>
                <a:gd name="T2" fmla="*/ 14 w 60"/>
                <a:gd name="T3" fmla="*/ 0 h 31"/>
                <a:gd name="T4" fmla="*/ 0 w 60"/>
                <a:gd name="T5" fmla="*/ 14 h 31"/>
                <a:gd name="T6" fmla="*/ 14 w 60"/>
                <a:gd name="T7" fmla="*/ 30 h 31"/>
                <a:gd name="T8" fmla="*/ 45 w 60"/>
                <a:gd name="T9" fmla="*/ 30 h 31"/>
                <a:gd name="T10" fmla="*/ 59 w 60"/>
                <a:gd name="T11" fmla="*/ 14 h 31"/>
                <a:gd name="T12" fmla="*/ 45 w 60"/>
                <a:gd name="T13" fmla="*/ 0 h 31"/>
                <a:gd name="T14" fmla="*/ 14 w 6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1">
                  <a:moveTo>
                    <a:pt x="14" y="0"/>
                  </a:moveTo>
                  <a:lnTo>
                    <a:pt x="14" y="0"/>
                  </a:lnTo>
                  <a:cubicBezTo>
                    <a:pt x="6" y="0"/>
                    <a:pt x="0" y="7"/>
                    <a:pt x="0" y="14"/>
                  </a:cubicBezTo>
                  <a:cubicBezTo>
                    <a:pt x="0" y="23"/>
                    <a:pt x="6" y="30"/>
                    <a:pt x="14" y="30"/>
                  </a:cubicBezTo>
                  <a:cubicBezTo>
                    <a:pt x="45" y="30"/>
                    <a:pt x="45" y="30"/>
                    <a:pt x="45" y="30"/>
                  </a:cubicBezTo>
                  <a:cubicBezTo>
                    <a:pt x="53" y="30"/>
                    <a:pt x="59" y="23"/>
                    <a:pt x="59" y="14"/>
                  </a:cubicBezTo>
                  <a:cubicBezTo>
                    <a:pt x="59" y="7"/>
                    <a:pt x="53" y="0"/>
                    <a:pt x="45"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4" name="Freeform 507">
              <a:extLst>
                <a:ext uri="{FF2B5EF4-FFF2-40B4-BE49-F238E27FC236}">
                  <a16:creationId xmlns:a16="http://schemas.microsoft.com/office/drawing/2014/main" id="{2BA24F39-334E-D12D-1956-66BC73B170E1}"/>
                </a:ext>
              </a:extLst>
            </p:cNvPr>
            <p:cNvSpPr>
              <a:spLocks noChangeArrowheads="1"/>
            </p:cNvSpPr>
            <p:nvPr/>
          </p:nvSpPr>
          <p:spPr bwMode="auto">
            <a:xfrm>
              <a:off x="4679950" y="4386263"/>
              <a:ext cx="85725" cy="79375"/>
            </a:xfrm>
            <a:custGeom>
              <a:avLst/>
              <a:gdLst>
                <a:gd name="T0" fmla="*/ 0 w 240"/>
                <a:gd name="T1" fmla="*/ 164 h 221"/>
                <a:gd name="T2" fmla="*/ 0 w 240"/>
                <a:gd name="T3" fmla="*/ 164 h 221"/>
                <a:gd name="T4" fmla="*/ 6 w 240"/>
                <a:gd name="T5" fmla="*/ 206 h 221"/>
                <a:gd name="T6" fmla="*/ 24 w 240"/>
                <a:gd name="T7" fmla="*/ 217 h 221"/>
                <a:gd name="T8" fmla="*/ 34 w 240"/>
                <a:gd name="T9" fmla="*/ 199 h 221"/>
                <a:gd name="T10" fmla="*/ 34 w 240"/>
                <a:gd name="T11" fmla="*/ 199 h 221"/>
                <a:gd name="T12" fmla="*/ 30 w 240"/>
                <a:gd name="T13" fmla="*/ 164 h 221"/>
                <a:gd name="T14" fmla="*/ 69 w 240"/>
                <a:gd name="T15" fmla="*/ 69 h 221"/>
                <a:gd name="T16" fmla="*/ 163 w 240"/>
                <a:gd name="T17" fmla="*/ 30 h 221"/>
                <a:gd name="T18" fmla="*/ 215 w 240"/>
                <a:gd name="T19" fmla="*/ 40 h 221"/>
                <a:gd name="T20" fmla="*/ 235 w 240"/>
                <a:gd name="T21" fmla="*/ 33 h 221"/>
                <a:gd name="T22" fmla="*/ 228 w 240"/>
                <a:gd name="T23" fmla="*/ 13 h 221"/>
                <a:gd name="T24" fmla="*/ 163 w 240"/>
                <a:gd name="T25" fmla="*/ 0 h 221"/>
                <a:gd name="T26" fmla="*/ 0 w 240"/>
                <a:gd name="T27" fmla="*/ 164 h 2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0" h="221">
                  <a:moveTo>
                    <a:pt x="0" y="164"/>
                  </a:moveTo>
                  <a:lnTo>
                    <a:pt x="0" y="164"/>
                  </a:lnTo>
                  <a:cubicBezTo>
                    <a:pt x="0" y="178"/>
                    <a:pt x="2" y="193"/>
                    <a:pt x="6" y="206"/>
                  </a:cubicBezTo>
                  <a:cubicBezTo>
                    <a:pt x="7" y="214"/>
                    <a:pt x="16" y="220"/>
                    <a:pt x="24" y="217"/>
                  </a:cubicBezTo>
                  <a:cubicBezTo>
                    <a:pt x="31" y="214"/>
                    <a:pt x="36" y="207"/>
                    <a:pt x="34" y="199"/>
                  </a:cubicBezTo>
                  <a:lnTo>
                    <a:pt x="34" y="199"/>
                  </a:lnTo>
                  <a:cubicBezTo>
                    <a:pt x="31" y="188"/>
                    <a:pt x="30" y="175"/>
                    <a:pt x="30" y="164"/>
                  </a:cubicBezTo>
                  <a:cubicBezTo>
                    <a:pt x="30" y="126"/>
                    <a:pt x="45" y="93"/>
                    <a:pt x="69" y="69"/>
                  </a:cubicBezTo>
                  <a:cubicBezTo>
                    <a:pt x="92" y="46"/>
                    <a:pt x="126" y="30"/>
                    <a:pt x="163" y="30"/>
                  </a:cubicBezTo>
                  <a:cubicBezTo>
                    <a:pt x="182" y="30"/>
                    <a:pt x="200" y="33"/>
                    <a:pt x="215" y="40"/>
                  </a:cubicBezTo>
                  <a:cubicBezTo>
                    <a:pt x="223" y="44"/>
                    <a:pt x="232" y="40"/>
                    <a:pt x="235" y="33"/>
                  </a:cubicBezTo>
                  <a:cubicBezTo>
                    <a:pt x="239" y="25"/>
                    <a:pt x="235" y="16"/>
                    <a:pt x="228" y="13"/>
                  </a:cubicBezTo>
                  <a:cubicBezTo>
                    <a:pt x="208" y="5"/>
                    <a:pt x="186" y="0"/>
                    <a:pt x="163" y="0"/>
                  </a:cubicBezTo>
                  <a:cubicBezTo>
                    <a:pt x="73" y="0"/>
                    <a:pt x="0" y="73"/>
                    <a:pt x="0"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5" name="Group 618">
            <a:extLst>
              <a:ext uri="{FF2B5EF4-FFF2-40B4-BE49-F238E27FC236}">
                <a16:creationId xmlns:a16="http://schemas.microsoft.com/office/drawing/2014/main" id="{4FF261FE-62C9-DAA7-F0EE-718AFC699E79}"/>
              </a:ext>
            </a:extLst>
          </p:cNvPr>
          <p:cNvGrpSpPr/>
          <p:nvPr/>
        </p:nvGrpSpPr>
        <p:grpSpPr>
          <a:xfrm>
            <a:off x="7239669" y="4992588"/>
            <a:ext cx="223837" cy="258763"/>
            <a:chOff x="6211888" y="5359400"/>
            <a:chExt cx="223837" cy="258763"/>
          </a:xfrm>
          <a:solidFill>
            <a:schemeClr val="tx2"/>
          </a:solidFill>
        </p:grpSpPr>
        <p:sp>
          <p:nvSpPr>
            <p:cNvPr id="616" name="Freeform 508">
              <a:extLst>
                <a:ext uri="{FF2B5EF4-FFF2-40B4-BE49-F238E27FC236}">
                  <a16:creationId xmlns:a16="http://schemas.microsoft.com/office/drawing/2014/main" id="{EEAA9F85-D290-C426-02A6-AB9B359B7966}"/>
                </a:ext>
              </a:extLst>
            </p:cNvPr>
            <p:cNvSpPr>
              <a:spLocks noChangeArrowheads="1"/>
            </p:cNvSpPr>
            <p:nvPr/>
          </p:nvSpPr>
          <p:spPr bwMode="auto">
            <a:xfrm>
              <a:off x="6221413" y="5541963"/>
              <a:ext cx="214312" cy="11112"/>
            </a:xfrm>
            <a:custGeom>
              <a:avLst/>
              <a:gdLst>
                <a:gd name="T0" fmla="*/ 594 w 595"/>
                <a:gd name="T1" fmla="*/ 15 h 31"/>
                <a:gd name="T2" fmla="*/ 594 w 595"/>
                <a:gd name="T3" fmla="*/ 15 h 31"/>
                <a:gd name="T4" fmla="*/ 580 w 595"/>
                <a:gd name="T5" fmla="*/ 0 h 31"/>
                <a:gd name="T6" fmla="*/ 13 w 595"/>
                <a:gd name="T7" fmla="*/ 0 h 31"/>
                <a:gd name="T8" fmla="*/ 0 w 595"/>
                <a:gd name="T9" fmla="*/ 15 h 31"/>
                <a:gd name="T10" fmla="*/ 13 w 595"/>
                <a:gd name="T11" fmla="*/ 30 h 31"/>
                <a:gd name="T12" fmla="*/ 580 w 595"/>
                <a:gd name="T13" fmla="*/ 30 h 31"/>
                <a:gd name="T14" fmla="*/ 594 w 595"/>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5" h="31">
                  <a:moveTo>
                    <a:pt x="594" y="15"/>
                  </a:moveTo>
                  <a:lnTo>
                    <a:pt x="594" y="15"/>
                  </a:lnTo>
                  <a:cubicBezTo>
                    <a:pt x="594" y="7"/>
                    <a:pt x="588" y="0"/>
                    <a:pt x="580" y="0"/>
                  </a:cubicBezTo>
                  <a:cubicBezTo>
                    <a:pt x="13" y="0"/>
                    <a:pt x="13" y="0"/>
                    <a:pt x="13" y="0"/>
                  </a:cubicBezTo>
                  <a:cubicBezTo>
                    <a:pt x="5" y="0"/>
                    <a:pt x="0" y="7"/>
                    <a:pt x="0" y="15"/>
                  </a:cubicBezTo>
                  <a:cubicBezTo>
                    <a:pt x="0" y="23"/>
                    <a:pt x="5" y="30"/>
                    <a:pt x="13" y="30"/>
                  </a:cubicBezTo>
                  <a:cubicBezTo>
                    <a:pt x="580" y="30"/>
                    <a:pt x="580" y="30"/>
                    <a:pt x="580" y="30"/>
                  </a:cubicBezTo>
                  <a:cubicBezTo>
                    <a:pt x="588" y="30"/>
                    <a:pt x="594" y="23"/>
                    <a:pt x="59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09">
              <a:extLst>
                <a:ext uri="{FF2B5EF4-FFF2-40B4-BE49-F238E27FC236}">
                  <a16:creationId xmlns:a16="http://schemas.microsoft.com/office/drawing/2014/main" id="{1367DA59-8F80-C0B3-CCFF-F6B1EA851B4C}"/>
                </a:ext>
              </a:extLst>
            </p:cNvPr>
            <p:cNvSpPr>
              <a:spLocks noChangeArrowheads="1"/>
            </p:cNvSpPr>
            <p:nvPr/>
          </p:nvSpPr>
          <p:spPr bwMode="auto">
            <a:xfrm>
              <a:off x="6242050" y="5575300"/>
              <a:ext cx="171450" cy="11113"/>
            </a:xfrm>
            <a:custGeom>
              <a:avLst/>
              <a:gdLst>
                <a:gd name="T0" fmla="*/ 477 w 478"/>
                <a:gd name="T1" fmla="*/ 15 h 32"/>
                <a:gd name="T2" fmla="*/ 477 w 478"/>
                <a:gd name="T3" fmla="*/ 15 h 32"/>
                <a:gd name="T4" fmla="*/ 462 w 478"/>
                <a:gd name="T5" fmla="*/ 0 h 32"/>
                <a:gd name="T6" fmla="*/ 15 w 478"/>
                <a:gd name="T7" fmla="*/ 0 h 32"/>
                <a:gd name="T8" fmla="*/ 0 w 478"/>
                <a:gd name="T9" fmla="*/ 15 h 32"/>
                <a:gd name="T10" fmla="*/ 15 w 478"/>
                <a:gd name="T11" fmla="*/ 31 h 32"/>
                <a:gd name="T12" fmla="*/ 462 w 478"/>
                <a:gd name="T13" fmla="*/ 31 h 32"/>
                <a:gd name="T14" fmla="*/ 477 w 47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8" h="32">
                  <a:moveTo>
                    <a:pt x="477" y="15"/>
                  </a:moveTo>
                  <a:lnTo>
                    <a:pt x="477" y="15"/>
                  </a:lnTo>
                  <a:cubicBezTo>
                    <a:pt x="477" y="7"/>
                    <a:pt x="470" y="0"/>
                    <a:pt x="462" y="0"/>
                  </a:cubicBezTo>
                  <a:cubicBezTo>
                    <a:pt x="15" y="0"/>
                    <a:pt x="15" y="0"/>
                    <a:pt x="15" y="0"/>
                  </a:cubicBezTo>
                  <a:cubicBezTo>
                    <a:pt x="7" y="0"/>
                    <a:pt x="0" y="7"/>
                    <a:pt x="0" y="15"/>
                  </a:cubicBezTo>
                  <a:cubicBezTo>
                    <a:pt x="0" y="24"/>
                    <a:pt x="7" y="31"/>
                    <a:pt x="15" y="31"/>
                  </a:cubicBezTo>
                  <a:cubicBezTo>
                    <a:pt x="462" y="31"/>
                    <a:pt x="462" y="31"/>
                    <a:pt x="462" y="31"/>
                  </a:cubicBezTo>
                  <a:cubicBezTo>
                    <a:pt x="470" y="31"/>
                    <a:pt x="477" y="24"/>
                    <a:pt x="47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0">
              <a:extLst>
                <a:ext uri="{FF2B5EF4-FFF2-40B4-BE49-F238E27FC236}">
                  <a16:creationId xmlns:a16="http://schemas.microsoft.com/office/drawing/2014/main" id="{839D65A2-2CE4-065E-2C97-88BFF2A546F7}"/>
                </a:ext>
              </a:extLst>
            </p:cNvPr>
            <p:cNvSpPr>
              <a:spLocks noChangeArrowheads="1"/>
            </p:cNvSpPr>
            <p:nvPr/>
          </p:nvSpPr>
          <p:spPr bwMode="auto">
            <a:xfrm>
              <a:off x="6275388" y="5607050"/>
              <a:ext cx="107950" cy="11113"/>
            </a:xfrm>
            <a:custGeom>
              <a:avLst/>
              <a:gdLst>
                <a:gd name="T0" fmla="*/ 16 w 300"/>
                <a:gd name="T1" fmla="*/ 0 h 32"/>
                <a:gd name="T2" fmla="*/ 16 w 300"/>
                <a:gd name="T3" fmla="*/ 0 h 32"/>
                <a:gd name="T4" fmla="*/ 0 w 300"/>
                <a:gd name="T5" fmla="*/ 15 h 32"/>
                <a:gd name="T6" fmla="*/ 16 w 300"/>
                <a:gd name="T7" fmla="*/ 31 h 32"/>
                <a:gd name="T8" fmla="*/ 283 w 300"/>
                <a:gd name="T9" fmla="*/ 31 h 32"/>
                <a:gd name="T10" fmla="*/ 299 w 300"/>
                <a:gd name="T11" fmla="*/ 15 h 32"/>
                <a:gd name="T12" fmla="*/ 283 w 300"/>
                <a:gd name="T13" fmla="*/ 0 h 32"/>
                <a:gd name="T14" fmla="*/ 16 w 300"/>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32">
                  <a:moveTo>
                    <a:pt x="16" y="0"/>
                  </a:moveTo>
                  <a:lnTo>
                    <a:pt x="16" y="0"/>
                  </a:lnTo>
                  <a:cubicBezTo>
                    <a:pt x="7" y="0"/>
                    <a:pt x="0" y="7"/>
                    <a:pt x="0" y="15"/>
                  </a:cubicBezTo>
                  <a:cubicBezTo>
                    <a:pt x="0" y="24"/>
                    <a:pt x="7" y="31"/>
                    <a:pt x="16" y="31"/>
                  </a:cubicBezTo>
                  <a:cubicBezTo>
                    <a:pt x="283" y="31"/>
                    <a:pt x="283" y="31"/>
                    <a:pt x="283" y="31"/>
                  </a:cubicBezTo>
                  <a:cubicBezTo>
                    <a:pt x="292" y="31"/>
                    <a:pt x="299" y="24"/>
                    <a:pt x="299" y="15"/>
                  </a:cubicBezTo>
                  <a:cubicBezTo>
                    <a:pt x="299" y="7"/>
                    <a:pt x="292" y="0"/>
                    <a:pt x="283" y="0"/>
                  </a:cubicBezTo>
                  <a:lnTo>
                    <a:pt x="1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1">
              <a:extLst>
                <a:ext uri="{FF2B5EF4-FFF2-40B4-BE49-F238E27FC236}">
                  <a16:creationId xmlns:a16="http://schemas.microsoft.com/office/drawing/2014/main" id="{98C8C174-1BE7-19CB-FBE0-28063E69334C}"/>
                </a:ext>
              </a:extLst>
            </p:cNvPr>
            <p:cNvSpPr>
              <a:spLocks noChangeArrowheads="1"/>
            </p:cNvSpPr>
            <p:nvPr/>
          </p:nvSpPr>
          <p:spPr bwMode="auto">
            <a:xfrm>
              <a:off x="6211888" y="5359400"/>
              <a:ext cx="203200" cy="176213"/>
            </a:xfrm>
            <a:custGeom>
              <a:avLst/>
              <a:gdLst>
                <a:gd name="T0" fmla="*/ 78 w 563"/>
                <a:gd name="T1" fmla="*/ 483 h 491"/>
                <a:gd name="T2" fmla="*/ 78 w 563"/>
                <a:gd name="T3" fmla="*/ 483 h 491"/>
                <a:gd name="T4" fmla="*/ 99 w 563"/>
                <a:gd name="T5" fmla="*/ 483 h 491"/>
                <a:gd name="T6" fmla="*/ 99 w 563"/>
                <a:gd name="T7" fmla="*/ 462 h 491"/>
                <a:gd name="T8" fmla="*/ 99 w 563"/>
                <a:gd name="T9" fmla="*/ 462 h 491"/>
                <a:gd name="T10" fmla="*/ 35 w 563"/>
                <a:gd name="T11" fmla="*/ 350 h 491"/>
                <a:gd name="T12" fmla="*/ 100 w 563"/>
                <a:gd name="T13" fmla="*/ 359 h 491"/>
                <a:gd name="T14" fmla="*/ 384 w 563"/>
                <a:gd name="T15" fmla="*/ 76 h 491"/>
                <a:gd name="T16" fmla="*/ 384 w 563"/>
                <a:gd name="T17" fmla="*/ 38 h 491"/>
                <a:gd name="T18" fmla="*/ 485 w 563"/>
                <a:gd name="T19" fmla="*/ 127 h 491"/>
                <a:gd name="T20" fmla="*/ 531 w 563"/>
                <a:gd name="T21" fmla="*/ 284 h 491"/>
                <a:gd name="T22" fmla="*/ 457 w 563"/>
                <a:gd name="T23" fmla="*/ 463 h 491"/>
                <a:gd name="T24" fmla="*/ 457 w 563"/>
                <a:gd name="T25" fmla="*/ 484 h 491"/>
                <a:gd name="T26" fmla="*/ 478 w 563"/>
                <a:gd name="T27" fmla="*/ 484 h 491"/>
                <a:gd name="T28" fmla="*/ 562 w 563"/>
                <a:gd name="T29" fmla="*/ 284 h 491"/>
                <a:gd name="T30" fmla="*/ 509 w 563"/>
                <a:gd name="T31" fmla="*/ 111 h 491"/>
                <a:gd name="T32" fmla="*/ 372 w 563"/>
                <a:gd name="T33" fmla="*/ 2 h 491"/>
                <a:gd name="T34" fmla="*/ 360 w 563"/>
                <a:gd name="T35" fmla="*/ 5 h 491"/>
                <a:gd name="T36" fmla="*/ 353 w 563"/>
                <a:gd name="T37" fmla="*/ 16 h 491"/>
                <a:gd name="T38" fmla="*/ 353 w 563"/>
                <a:gd name="T39" fmla="*/ 76 h 491"/>
                <a:gd name="T40" fmla="*/ 279 w 563"/>
                <a:gd name="T41" fmla="*/ 254 h 491"/>
                <a:gd name="T42" fmla="*/ 100 w 563"/>
                <a:gd name="T43" fmla="*/ 328 h 491"/>
                <a:gd name="T44" fmla="*/ 21 w 563"/>
                <a:gd name="T45" fmla="*/ 316 h 491"/>
                <a:gd name="T46" fmla="*/ 13 w 563"/>
                <a:gd name="T47" fmla="*/ 314 h 491"/>
                <a:gd name="T48" fmla="*/ 4 w 563"/>
                <a:gd name="T49" fmla="*/ 320 h 491"/>
                <a:gd name="T50" fmla="*/ 4 w 563"/>
                <a:gd name="T51" fmla="*/ 320 h 491"/>
                <a:gd name="T52" fmla="*/ 1 w 563"/>
                <a:gd name="T53" fmla="*/ 324 h 491"/>
                <a:gd name="T54" fmla="*/ 1 w 563"/>
                <a:gd name="T55" fmla="*/ 325 h 491"/>
                <a:gd name="T56" fmla="*/ 1 w 563"/>
                <a:gd name="T57" fmla="*/ 325 h 491"/>
                <a:gd name="T58" fmla="*/ 0 w 563"/>
                <a:gd name="T59" fmla="*/ 328 h 491"/>
                <a:gd name="T60" fmla="*/ 0 w 563"/>
                <a:gd name="T61" fmla="*/ 331 h 491"/>
                <a:gd name="T62" fmla="*/ 0 w 563"/>
                <a:gd name="T63" fmla="*/ 332 h 491"/>
                <a:gd name="T64" fmla="*/ 78 w 563"/>
                <a:gd name="T65" fmla="*/ 483 h 4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63" h="491">
                  <a:moveTo>
                    <a:pt x="78" y="483"/>
                  </a:moveTo>
                  <a:lnTo>
                    <a:pt x="78" y="483"/>
                  </a:lnTo>
                  <a:cubicBezTo>
                    <a:pt x="84" y="489"/>
                    <a:pt x="93" y="489"/>
                    <a:pt x="99" y="483"/>
                  </a:cubicBezTo>
                  <a:cubicBezTo>
                    <a:pt x="105" y="477"/>
                    <a:pt x="105" y="468"/>
                    <a:pt x="99" y="462"/>
                  </a:cubicBezTo>
                  <a:lnTo>
                    <a:pt x="99" y="462"/>
                  </a:lnTo>
                  <a:cubicBezTo>
                    <a:pt x="68" y="431"/>
                    <a:pt x="46" y="394"/>
                    <a:pt x="35" y="350"/>
                  </a:cubicBezTo>
                  <a:cubicBezTo>
                    <a:pt x="56" y="356"/>
                    <a:pt x="78" y="359"/>
                    <a:pt x="100" y="359"/>
                  </a:cubicBezTo>
                  <a:cubicBezTo>
                    <a:pt x="257" y="359"/>
                    <a:pt x="384" y="232"/>
                    <a:pt x="384" y="76"/>
                  </a:cubicBezTo>
                  <a:cubicBezTo>
                    <a:pt x="384" y="38"/>
                    <a:pt x="384" y="38"/>
                    <a:pt x="384" y="38"/>
                  </a:cubicBezTo>
                  <a:cubicBezTo>
                    <a:pt x="424" y="56"/>
                    <a:pt x="459" y="88"/>
                    <a:pt x="485" y="127"/>
                  </a:cubicBezTo>
                  <a:cubicBezTo>
                    <a:pt x="515" y="173"/>
                    <a:pt x="531" y="228"/>
                    <a:pt x="531" y="284"/>
                  </a:cubicBezTo>
                  <a:cubicBezTo>
                    <a:pt x="531" y="355"/>
                    <a:pt x="503" y="417"/>
                    <a:pt x="457" y="463"/>
                  </a:cubicBezTo>
                  <a:cubicBezTo>
                    <a:pt x="452" y="469"/>
                    <a:pt x="452" y="479"/>
                    <a:pt x="457" y="484"/>
                  </a:cubicBezTo>
                  <a:cubicBezTo>
                    <a:pt x="463" y="490"/>
                    <a:pt x="473" y="490"/>
                    <a:pt x="478" y="484"/>
                  </a:cubicBezTo>
                  <a:cubicBezTo>
                    <a:pt x="530" y="433"/>
                    <a:pt x="562" y="362"/>
                    <a:pt x="562" y="284"/>
                  </a:cubicBezTo>
                  <a:cubicBezTo>
                    <a:pt x="562" y="222"/>
                    <a:pt x="543" y="161"/>
                    <a:pt x="509" y="111"/>
                  </a:cubicBezTo>
                  <a:cubicBezTo>
                    <a:pt x="477" y="60"/>
                    <a:pt x="430" y="21"/>
                    <a:pt x="372" y="2"/>
                  </a:cubicBezTo>
                  <a:cubicBezTo>
                    <a:pt x="368" y="0"/>
                    <a:pt x="364" y="2"/>
                    <a:pt x="360" y="5"/>
                  </a:cubicBezTo>
                  <a:cubicBezTo>
                    <a:pt x="356" y="7"/>
                    <a:pt x="353" y="12"/>
                    <a:pt x="353" y="16"/>
                  </a:cubicBezTo>
                  <a:cubicBezTo>
                    <a:pt x="353" y="76"/>
                    <a:pt x="353" y="76"/>
                    <a:pt x="353" y="76"/>
                  </a:cubicBezTo>
                  <a:cubicBezTo>
                    <a:pt x="353" y="145"/>
                    <a:pt x="325" y="208"/>
                    <a:pt x="279" y="254"/>
                  </a:cubicBezTo>
                  <a:cubicBezTo>
                    <a:pt x="233" y="300"/>
                    <a:pt x="170" y="328"/>
                    <a:pt x="100" y="328"/>
                  </a:cubicBezTo>
                  <a:cubicBezTo>
                    <a:pt x="73" y="328"/>
                    <a:pt x="45" y="324"/>
                    <a:pt x="21" y="316"/>
                  </a:cubicBezTo>
                  <a:cubicBezTo>
                    <a:pt x="18" y="314"/>
                    <a:pt x="15" y="314"/>
                    <a:pt x="13" y="314"/>
                  </a:cubicBezTo>
                  <a:cubicBezTo>
                    <a:pt x="8" y="316"/>
                    <a:pt x="6" y="317"/>
                    <a:pt x="4" y="320"/>
                  </a:cubicBezTo>
                  <a:lnTo>
                    <a:pt x="4" y="320"/>
                  </a:lnTo>
                  <a:cubicBezTo>
                    <a:pt x="3" y="321"/>
                    <a:pt x="1" y="323"/>
                    <a:pt x="1" y="324"/>
                  </a:cubicBezTo>
                  <a:cubicBezTo>
                    <a:pt x="1" y="324"/>
                    <a:pt x="1" y="324"/>
                    <a:pt x="1" y="325"/>
                  </a:cubicBezTo>
                  <a:lnTo>
                    <a:pt x="1" y="325"/>
                  </a:lnTo>
                  <a:cubicBezTo>
                    <a:pt x="0" y="327"/>
                    <a:pt x="0" y="327"/>
                    <a:pt x="0" y="328"/>
                  </a:cubicBezTo>
                  <a:cubicBezTo>
                    <a:pt x="0" y="330"/>
                    <a:pt x="0" y="331"/>
                    <a:pt x="0" y="331"/>
                  </a:cubicBezTo>
                  <a:lnTo>
                    <a:pt x="0" y="332"/>
                  </a:lnTo>
                  <a:cubicBezTo>
                    <a:pt x="10" y="391"/>
                    <a:pt x="38" y="443"/>
                    <a:pt x="78" y="4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3">
            <a:extLst>
              <a:ext uri="{FF2B5EF4-FFF2-40B4-BE49-F238E27FC236}">
                <a16:creationId xmlns:a16="http://schemas.microsoft.com/office/drawing/2014/main" id="{9631CB43-BF73-F9CD-F846-141A9789EC9F}"/>
              </a:ext>
            </a:extLst>
          </p:cNvPr>
          <p:cNvGrpSpPr/>
          <p:nvPr/>
        </p:nvGrpSpPr>
        <p:grpSpPr>
          <a:xfrm>
            <a:off x="6703094" y="4481414"/>
            <a:ext cx="257175" cy="257175"/>
            <a:chOff x="5675313" y="4846638"/>
            <a:chExt cx="257175" cy="257175"/>
          </a:xfrm>
          <a:solidFill>
            <a:schemeClr val="tx2"/>
          </a:solidFill>
        </p:grpSpPr>
        <p:sp>
          <p:nvSpPr>
            <p:cNvPr id="621" name="Freeform 512">
              <a:extLst>
                <a:ext uri="{FF2B5EF4-FFF2-40B4-BE49-F238E27FC236}">
                  <a16:creationId xmlns:a16="http://schemas.microsoft.com/office/drawing/2014/main" id="{A1793F39-EEDA-AD03-3C89-0535BD908676}"/>
                </a:ext>
              </a:extLst>
            </p:cNvPr>
            <p:cNvSpPr>
              <a:spLocks noChangeArrowheads="1"/>
            </p:cNvSpPr>
            <p:nvPr/>
          </p:nvSpPr>
          <p:spPr bwMode="auto">
            <a:xfrm>
              <a:off x="5675313" y="4846638"/>
              <a:ext cx="257175" cy="257175"/>
            </a:xfrm>
            <a:custGeom>
              <a:avLst/>
              <a:gdLst>
                <a:gd name="T0" fmla="*/ 707 w 715"/>
                <a:gd name="T1" fmla="*/ 344 h 715"/>
                <a:gd name="T2" fmla="*/ 601 w 715"/>
                <a:gd name="T3" fmla="*/ 194 h 715"/>
                <a:gd name="T4" fmla="*/ 610 w 715"/>
                <a:gd name="T5" fmla="*/ 104 h 715"/>
                <a:gd name="T6" fmla="*/ 519 w 715"/>
                <a:gd name="T7" fmla="*/ 111 h 715"/>
                <a:gd name="T8" fmla="*/ 370 w 715"/>
                <a:gd name="T9" fmla="*/ 7 h 715"/>
                <a:gd name="T10" fmla="*/ 345 w 715"/>
                <a:gd name="T11" fmla="*/ 7 h 715"/>
                <a:gd name="T12" fmla="*/ 194 w 715"/>
                <a:gd name="T13" fmla="*/ 111 h 715"/>
                <a:gd name="T14" fmla="*/ 105 w 715"/>
                <a:gd name="T15" fmla="*/ 104 h 715"/>
                <a:gd name="T16" fmla="*/ 112 w 715"/>
                <a:gd name="T17" fmla="*/ 194 h 715"/>
                <a:gd name="T18" fmla="*/ 7 w 715"/>
                <a:gd name="T19" fmla="*/ 344 h 715"/>
                <a:gd name="T20" fmla="*/ 7 w 715"/>
                <a:gd name="T21" fmla="*/ 369 h 715"/>
                <a:gd name="T22" fmla="*/ 112 w 715"/>
                <a:gd name="T23" fmla="*/ 519 h 715"/>
                <a:gd name="T24" fmla="*/ 105 w 715"/>
                <a:gd name="T25" fmla="*/ 609 h 715"/>
                <a:gd name="T26" fmla="*/ 194 w 715"/>
                <a:gd name="T27" fmla="*/ 601 h 715"/>
                <a:gd name="T28" fmla="*/ 345 w 715"/>
                <a:gd name="T29" fmla="*/ 707 h 715"/>
                <a:gd name="T30" fmla="*/ 370 w 715"/>
                <a:gd name="T31" fmla="*/ 707 h 715"/>
                <a:gd name="T32" fmla="*/ 519 w 715"/>
                <a:gd name="T33" fmla="*/ 601 h 715"/>
                <a:gd name="T34" fmla="*/ 610 w 715"/>
                <a:gd name="T35" fmla="*/ 609 h 715"/>
                <a:gd name="T36" fmla="*/ 601 w 715"/>
                <a:gd name="T37" fmla="*/ 519 h 715"/>
                <a:gd name="T38" fmla="*/ 707 w 715"/>
                <a:gd name="T39" fmla="*/ 369 h 715"/>
                <a:gd name="T40" fmla="*/ 707 w 715"/>
                <a:gd name="T41" fmla="*/ 344 h 715"/>
                <a:gd name="T42" fmla="*/ 601 w 715"/>
                <a:gd name="T43" fmla="*/ 422 h 715"/>
                <a:gd name="T44" fmla="*/ 579 w 715"/>
                <a:gd name="T45" fmla="*/ 579 h 715"/>
                <a:gd name="T46" fmla="*/ 423 w 715"/>
                <a:gd name="T47" fmla="*/ 601 h 715"/>
                <a:gd name="T48" fmla="*/ 292 w 715"/>
                <a:gd name="T49" fmla="*/ 601 h 715"/>
                <a:gd name="T50" fmla="*/ 135 w 715"/>
                <a:gd name="T51" fmla="*/ 579 h 715"/>
                <a:gd name="T52" fmla="*/ 112 w 715"/>
                <a:gd name="T53" fmla="*/ 422 h 715"/>
                <a:gd name="T54" fmla="*/ 112 w 715"/>
                <a:gd name="T55" fmla="*/ 291 h 715"/>
                <a:gd name="T56" fmla="*/ 135 w 715"/>
                <a:gd name="T57" fmla="*/ 135 h 715"/>
                <a:gd name="T58" fmla="*/ 292 w 715"/>
                <a:gd name="T59" fmla="*/ 111 h 715"/>
                <a:gd name="T60" fmla="*/ 423 w 715"/>
                <a:gd name="T61" fmla="*/ 111 h 715"/>
                <a:gd name="T62" fmla="*/ 579 w 715"/>
                <a:gd name="T63" fmla="*/ 135 h 715"/>
                <a:gd name="T64" fmla="*/ 601 w 715"/>
                <a:gd name="T65" fmla="*/ 291 h 715"/>
                <a:gd name="T66" fmla="*/ 601 w 715"/>
                <a:gd name="T67" fmla="*/ 42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5" h="715">
                  <a:moveTo>
                    <a:pt x="707" y="344"/>
                  </a:moveTo>
                  <a:lnTo>
                    <a:pt x="707" y="344"/>
                  </a:lnTo>
                  <a:cubicBezTo>
                    <a:pt x="670" y="321"/>
                    <a:pt x="643" y="298"/>
                    <a:pt x="626" y="274"/>
                  </a:cubicBezTo>
                  <a:cubicBezTo>
                    <a:pt x="610" y="251"/>
                    <a:pt x="601" y="226"/>
                    <a:pt x="601" y="194"/>
                  </a:cubicBezTo>
                  <a:cubicBezTo>
                    <a:pt x="601" y="173"/>
                    <a:pt x="605" y="148"/>
                    <a:pt x="614" y="118"/>
                  </a:cubicBezTo>
                  <a:cubicBezTo>
                    <a:pt x="615" y="113"/>
                    <a:pt x="612" y="107"/>
                    <a:pt x="610" y="104"/>
                  </a:cubicBezTo>
                  <a:cubicBezTo>
                    <a:pt x="605" y="100"/>
                    <a:pt x="600" y="99"/>
                    <a:pt x="596" y="100"/>
                  </a:cubicBezTo>
                  <a:cubicBezTo>
                    <a:pt x="566" y="109"/>
                    <a:pt x="541" y="111"/>
                    <a:pt x="519" y="111"/>
                  </a:cubicBezTo>
                  <a:cubicBezTo>
                    <a:pt x="487" y="111"/>
                    <a:pt x="463" y="104"/>
                    <a:pt x="439" y="88"/>
                  </a:cubicBezTo>
                  <a:cubicBezTo>
                    <a:pt x="416" y="71"/>
                    <a:pt x="393" y="44"/>
                    <a:pt x="370" y="7"/>
                  </a:cubicBezTo>
                  <a:cubicBezTo>
                    <a:pt x="367" y="3"/>
                    <a:pt x="361" y="0"/>
                    <a:pt x="357" y="0"/>
                  </a:cubicBezTo>
                  <a:cubicBezTo>
                    <a:pt x="352" y="0"/>
                    <a:pt x="347" y="3"/>
                    <a:pt x="345" y="7"/>
                  </a:cubicBezTo>
                  <a:cubicBezTo>
                    <a:pt x="321" y="44"/>
                    <a:pt x="297" y="71"/>
                    <a:pt x="275" y="88"/>
                  </a:cubicBezTo>
                  <a:cubicBezTo>
                    <a:pt x="251" y="104"/>
                    <a:pt x="226" y="111"/>
                    <a:pt x="194" y="111"/>
                  </a:cubicBezTo>
                  <a:cubicBezTo>
                    <a:pt x="173" y="111"/>
                    <a:pt x="148" y="109"/>
                    <a:pt x="119" y="100"/>
                  </a:cubicBezTo>
                  <a:cubicBezTo>
                    <a:pt x="113" y="99"/>
                    <a:pt x="108" y="100"/>
                    <a:pt x="105" y="104"/>
                  </a:cubicBezTo>
                  <a:cubicBezTo>
                    <a:pt x="101" y="107"/>
                    <a:pt x="99" y="113"/>
                    <a:pt x="101" y="118"/>
                  </a:cubicBezTo>
                  <a:cubicBezTo>
                    <a:pt x="108" y="148"/>
                    <a:pt x="112" y="173"/>
                    <a:pt x="112" y="194"/>
                  </a:cubicBezTo>
                  <a:cubicBezTo>
                    <a:pt x="112" y="226"/>
                    <a:pt x="105" y="251"/>
                    <a:pt x="88" y="274"/>
                  </a:cubicBezTo>
                  <a:cubicBezTo>
                    <a:pt x="71" y="298"/>
                    <a:pt x="45" y="321"/>
                    <a:pt x="7" y="344"/>
                  </a:cubicBezTo>
                  <a:cubicBezTo>
                    <a:pt x="3" y="347"/>
                    <a:pt x="0" y="351"/>
                    <a:pt x="0" y="357"/>
                  </a:cubicBezTo>
                  <a:cubicBezTo>
                    <a:pt x="0" y="361"/>
                    <a:pt x="3" y="367"/>
                    <a:pt x="7" y="369"/>
                  </a:cubicBezTo>
                  <a:cubicBezTo>
                    <a:pt x="45" y="393"/>
                    <a:pt x="71" y="415"/>
                    <a:pt x="88" y="439"/>
                  </a:cubicBezTo>
                  <a:cubicBezTo>
                    <a:pt x="105" y="463"/>
                    <a:pt x="112" y="488"/>
                    <a:pt x="112" y="519"/>
                  </a:cubicBezTo>
                  <a:cubicBezTo>
                    <a:pt x="112" y="541"/>
                    <a:pt x="108" y="566"/>
                    <a:pt x="101" y="595"/>
                  </a:cubicBezTo>
                  <a:cubicBezTo>
                    <a:pt x="99" y="599"/>
                    <a:pt x="101" y="605"/>
                    <a:pt x="105" y="609"/>
                  </a:cubicBezTo>
                  <a:cubicBezTo>
                    <a:pt x="108" y="613"/>
                    <a:pt x="113" y="615"/>
                    <a:pt x="119" y="613"/>
                  </a:cubicBezTo>
                  <a:cubicBezTo>
                    <a:pt x="148" y="605"/>
                    <a:pt x="173" y="601"/>
                    <a:pt x="194" y="601"/>
                  </a:cubicBezTo>
                  <a:cubicBezTo>
                    <a:pt x="226" y="601"/>
                    <a:pt x="251" y="609"/>
                    <a:pt x="275" y="626"/>
                  </a:cubicBezTo>
                  <a:cubicBezTo>
                    <a:pt x="297" y="643"/>
                    <a:pt x="321" y="669"/>
                    <a:pt x="345" y="707"/>
                  </a:cubicBezTo>
                  <a:cubicBezTo>
                    <a:pt x="347" y="711"/>
                    <a:pt x="352" y="714"/>
                    <a:pt x="357" y="714"/>
                  </a:cubicBezTo>
                  <a:cubicBezTo>
                    <a:pt x="361" y="714"/>
                    <a:pt x="367" y="711"/>
                    <a:pt x="370" y="707"/>
                  </a:cubicBezTo>
                  <a:cubicBezTo>
                    <a:pt x="393" y="669"/>
                    <a:pt x="416" y="643"/>
                    <a:pt x="439" y="626"/>
                  </a:cubicBezTo>
                  <a:cubicBezTo>
                    <a:pt x="463" y="609"/>
                    <a:pt x="487" y="601"/>
                    <a:pt x="519" y="601"/>
                  </a:cubicBezTo>
                  <a:cubicBezTo>
                    <a:pt x="541" y="601"/>
                    <a:pt x="566" y="605"/>
                    <a:pt x="596" y="613"/>
                  </a:cubicBezTo>
                  <a:cubicBezTo>
                    <a:pt x="600" y="615"/>
                    <a:pt x="605" y="613"/>
                    <a:pt x="610" y="609"/>
                  </a:cubicBezTo>
                  <a:cubicBezTo>
                    <a:pt x="612" y="605"/>
                    <a:pt x="615" y="599"/>
                    <a:pt x="614" y="595"/>
                  </a:cubicBezTo>
                  <a:cubicBezTo>
                    <a:pt x="605" y="566"/>
                    <a:pt x="601" y="541"/>
                    <a:pt x="601" y="519"/>
                  </a:cubicBezTo>
                  <a:cubicBezTo>
                    <a:pt x="601" y="488"/>
                    <a:pt x="610" y="463"/>
                    <a:pt x="626" y="439"/>
                  </a:cubicBezTo>
                  <a:cubicBezTo>
                    <a:pt x="643" y="415"/>
                    <a:pt x="670" y="393"/>
                    <a:pt x="707" y="369"/>
                  </a:cubicBezTo>
                  <a:cubicBezTo>
                    <a:pt x="711" y="367"/>
                    <a:pt x="714" y="361"/>
                    <a:pt x="714" y="357"/>
                  </a:cubicBezTo>
                  <a:cubicBezTo>
                    <a:pt x="714" y="351"/>
                    <a:pt x="711" y="347"/>
                    <a:pt x="707" y="344"/>
                  </a:cubicBezTo>
                  <a:close/>
                  <a:moveTo>
                    <a:pt x="601" y="422"/>
                  </a:moveTo>
                  <a:lnTo>
                    <a:pt x="601" y="422"/>
                  </a:lnTo>
                  <a:cubicBezTo>
                    <a:pt x="582" y="450"/>
                    <a:pt x="572" y="482"/>
                    <a:pt x="572" y="519"/>
                  </a:cubicBezTo>
                  <a:cubicBezTo>
                    <a:pt x="572" y="537"/>
                    <a:pt x="575" y="558"/>
                    <a:pt x="579" y="579"/>
                  </a:cubicBezTo>
                  <a:cubicBezTo>
                    <a:pt x="558" y="574"/>
                    <a:pt x="537" y="572"/>
                    <a:pt x="519" y="572"/>
                  </a:cubicBezTo>
                  <a:cubicBezTo>
                    <a:pt x="483" y="572"/>
                    <a:pt x="451" y="581"/>
                    <a:pt x="423" y="601"/>
                  </a:cubicBezTo>
                  <a:cubicBezTo>
                    <a:pt x="399" y="618"/>
                    <a:pt x="378" y="641"/>
                    <a:pt x="357" y="672"/>
                  </a:cubicBezTo>
                  <a:cubicBezTo>
                    <a:pt x="336" y="641"/>
                    <a:pt x="315" y="618"/>
                    <a:pt x="292" y="601"/>
                  </a:cubicBezTo>
                  <a:cubicBezTo>
                    <a:pt x="264" y="581"/>
                    <a:pt x="232" y="572"/>
                    <a:pt x="194" y="572"/>
                  </a:cubicBezTo>
                  <a:cubicBezTo>
                    <a:pt x="176" y="572"/>
                    <a:pt x="156" y="574"/>
                    <a:pt x="135" y="579"/>
                  </a:cubicBezTo>
                  <a:cubicBezTo>
                    <a:pt x="140" y="558"/>
                    <a:pt x="142" y="537"/>
                    <a:pt x="142" y="519"/>
                  </a:cubicBezTo>
                  <a:cubicBezTo>
                    <a:pt x="142" y="482"/>
                    <a:pt x="133" y="450"/>
                    <a:pt x="112" y="422"/>
                  </a:cubicBezTo>
                  <a:cubicBezTo>
                    <a:pt x="95" y="399"/>
                    <a:pt x="71" y="378"/>
                    <a:pt x="42" y="357"/>
                  </a:cubicBezTo>
                  <a:cubicBezTo>
                    <a:pt x="71" y="336"/>
                    <a:pt x="95" y="315"/>
                    <a:pt x="112" y="291"/>
                  </a:cubicBezTo>
                  <a:cubicBezTo>
                    <a:pt x="133" y="263"/>
                    <a:pt x="142" y="231"/>
                    <a:pt x="142" y="194"/>
                  </a:cubicBezTo>
                  <a:cubicBezTo>
                    <a:pt x="142" y="175"/>
                    <a:pt x="140" y="156"/>
                    <a:pt x="135" y="135"/>
                  </a:cubicBezTo>
                  <a:cubicBezTo>
                    <a:pt x="156" y="139"/>
                    <a:pt x="176" y="142"/>
                    <a:pt x="194" y="142"/>
                  </a:cubicBezTo>
                  <a:cubicBezTo>
                    <a:pt x="232" y="142"/>
                    <a:pt x="264" y="132"/>
                    <a:pt x="292" y="111"/>
                  </a:cubicBezTo>
                  <a:cubicBezTo>
                    <a:pt x="315" y="95"/>
                    <a:pt x="336" y="71"/>
                    <a:pt x="357" y="42"/>
                  </a:cubicBezTo>
                  <a:cubicBezTo>
                    <a:pt x="378" y="71"/>
                    <a:pt x="399" y="95"/>
                    <a:pt x="423" y="111"/>
                  </a:cubicBezTo>
                  <a:cubicBezTo>
                    <a:pt x="451" y="132"/>
                    <a:pt x="483" y="142"/>
                    <a:pt x="519" y="142"/>
                  </a:cubicBezTo>
                  <a:cubicBezTo>
                    <a:pt x="537" y="142"/>
                    <a:pt x="558" y="139"/>
                    <a:pt x="579" y="135"/>
                  </a:cubicBezTo>
                  <a:cubicBezTo>
                    <a:pt x="575" y="156"/>
                    <a:pt x="572" y="175"/>
                    <a:pt x="572" y="194"/>
                  </a:cubicBezTo>
                  <a:cubicBezTo>
                    <a:pt x="572" y="231"/>
                    <a:pt x="582" y="263"/>
                    <a:pt x="601" y="291"/>
                  </a:cubicBezTo>
                  <a:cubicBezTo>
                    <a:pt x="618" y="315"/>
                    <a:pt x="642" y="336"/>
                    <a:pt x="672" y="357"/>
                  </a:cubicBezTo>
                  <a:cubicBezTo>
                    <a:pt x="642" y="378"/>
                    <a:pt x="618" y="399"/>
                    <a:pt x="601" y="4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3">
              <a:extLst>
                <a:ext uri="{FF2B5EF4-FFF2-40B4-BE49-F238E27FC236}">
                  <a16:creationId xmlns:a16="http://schemas.microsoft.com/office/drawing/2014/main" id="{8E0A09D4-5AAE-23C3-0E3D-32A030D59207}"/>
                </a:ext>
              </a:extLst>
            </p:cNvPr>
            <p:cNvSpPr>
              <a:spLocks noChangeArrowheads="1"/>
            </p:cNvSpPr>
            <p:nvPr/>
          </p:nvSpPr>
          <p:spPr bwMode="auto">
            <a:xfrm>
              <a:off x="5734050" y="4905375"/>
              <a:ext cx="139700" cy="139700"/>
            </a:xfrm>
            <a:custGeom>
              <a:avLst/>
              <a:gdLst>
                <a:gd name="T0" fmla="*/ 194 w 388"/>
                <a:gd name="T1" fmla="*/ 0 h 387"/>
                <a:gd name="T2" fmla="*/ 194 w 388"/>
                <a:gd name="T3" fmla="*/ 0 h 387"/>
                <a:gd name="T4" fmla="*/ 0 w 388"/>
                <a:gd name="T5" fmla="*/ 194 h 387"/>
                <a:gd name="T6" fmla="*/ 194 w 388"/>
                <a:gd name="T7" fmla="*/ 386 h 387"/>
                <a:gd name="T8" fmla="*/ 387 w 388"/>
                <a:gd name="T9" fmla="*/ 194 h 387"/>
                <a:gd name="T10" fmla="*/ 194 w 388"/>
                <a:gd name="T11" fmla="*/ 0 h 387"/>
                <a:gd name="T12" fmla="*/ 310 w 388"/>
                <a:gd name="T13" fmla="*/ 310 h 387"/>
                <a:gd name="T14" fmla="*/ 310 w 388"/>
                <a:gd name="T15" fmla="*/ 310 h 387"/>
                <a:gd name="T16" fmla="*/ 194 w 388"/>
                <a:gd name="T17" fmla="*/ 357 h 387"/>
                <a:gd name="T18" fmla="*/ 78 w 388"/>
                <a:gd name="T19" fmla="*/ 310 h 387"/>
                <a:gd name="T20" fmla="*/ 30 w 388"/>
                <a:gd name="T21" fmla="*/ 194 h 387"/>
                <a:gd name="T22" fmla="*/ 78 w 388"/>
                <a:gd name="T23" fmla="*/ 78 h 387"/>
                <a:gd name="T24" fmla="*/ 194 w 388"/>
                <a:gd name="T25" fmla="*/ 29 h 387"/>
                <a:gd name="T26" fmla="*/ 310 w 388"/>
                <a:gd name="T27" fmla="*/ 78 h 387"/>
                <a:gd name="T28" fmla="*/ 357 w 388"/>
                <a:gd name="T29" fmla="*/ 194 h 387"/>
                <a:gd name="T30" fmla="*/ 310 w 388"/>
                <a:gd name="T31" fmla="*/ 31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8" h="387">
                  <a:moveTo>
                    <a:pt x="194" y="0"/>
                  </a:moveTo>
                  <a:lnTo>
                    <a:pt x="194" y="0"/>
                  </a:lnTo>
                  <a:cubicBezTo>
                    <a:pt x="87" y="0"/>
                    <a:pt x="0" y="86"/>
                    <a:pt x="0" y="194"/>
                  </a:cubicBezTo>
                  <a:cubicBezTo>
                    <a:pt x="0" y="300"/>
                    <a:pt x="87" y="386"/>
                    <a:pt x="194" y="386"/>
                  </a:cubicBezTo>
                  <a:cubicBezTo>
                    <a:pt x="300" y="386"/>
                    <a:pt x="387" y="300"/>
                    <a:pt x="387" y="194"/>
                  </a:cubicBezTo>
                  <a:cubicBezTo>
                    <a:pt x="387" y="86"/>
                    <a:pt x="300" y="0"/>
                    <a:pt x="194" y="0"/>
                  </a:cubicBezTo>
                  <a:close/>
                  <a:moveTo>
                    <a:pt x="310" y="310"/>
                  </a:moveTo>
                  <a:lnTo>
                    <a:pt x="310" y="310"/>
                  </a:lnTo>
                  <a:cubicBezTo>
                    <a:pt x="279" y="339"/>
                    <a:pt x="239" y="357"/>
                    <a:pt x="194" y="357"/>
                  </a:cubicBezTo>
                  <a:cubicBezTo>
                    <a:pt x="148" y="357"/>
                    <a:pt x="108" y="339"/>
                    <a:pt x="78" y="310"/>
                  </a:cubicBezTo>
                  <a:cubicBezTo>
                    <a:pt x="49" y="279"/>
                    <a:pt x="30" y="238"/>
                    <a:pt x="30" y="194"/>
                  </a:cubicBezTo>
                  <a:cubicBezTo>
                    <a:pt x="30" y="148"/>
                    <a:pt x="49" y="107"/>
                    <a:pt x="78" y="78"/>
                  </a:cubicBezTo>
                  <a:cubicBezTo>
                    <a:pt x="108" y="49"/>
                    <a:pt x="148" y="29"/>
                    <a:pt x="194" y="29"/>
                  </a:cubicBezTo>
                  <a:cubicBezTo>
                    <a:pt x="239" y="29"/>
                    <a:pt x="279" y="49"/>
                    <a:pt x="310" y="78"/>
                  </a:cubicBezTo>
                  <a:cubicBezTo>
                    <a:pt x="339" y="107"/>
                    <a:pt x="357" y="148"/>
                    <a:pt x="357" y="194"/>
                  </a:cubicBezTo>
                  <a:cubicBezTo>
                    <a:pt x="357" y="238"/>
                    <a:pt x="339" y="279"/>
                    <a:pt x="310"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4">
            <a:extLst>
              <a:ext uri="{FF2B5EF4-FFF2-40B4-BE49-F238E27FC236}">
                <a16:creationId xmlns:a16="http://schemas.microsoft.com/office/drawing/2014/main" id="{9C06830D-3AE6-78B4-F9D1-85332BEA407A}"/>
              </a:ext>
            </a:extLst>
          </p:cNvPr>
          <p:cNvSpPr>
            <a:spLocks noChangeArrowheads="1"/>
          </p:cNvSpPr>
          <p:nvPr/>
        </p:nvSpPr>
        <p:spPr bwMode="auto">
          <a:xfrm>
            <a:off x="7217444" y="4483795"/>
            <a:ext cx="257175" cy="252413"/>
          </a:xfrm>
          <a:custGeom>
            <a:avLst/>
            <a:gdLst>
              <a:gd name="T0" fmla="*/ 353 w 716"/>
              <a:gd name="T1" fmla="*/ 701 h 702"/>
              <a:gd name="T2" fmla="*/ 353 w 716"/>
              <a:gd name="T3" fmla="*/ 701 h 702"/>
              <a:gd name="T4" fmla="*/ 715 w 716"/>
              <a:gd name="T5" fmla="*/ 338 h 702"/>
              <a:gd name="T6" fmla="*/ 487 w 716"/>
              <a:gd name="T7" fmla="*/ 2 h 702"/>
              <a:gd name="T8" fmla="*/ 470 w 716"/>
              <a:gd name="T9" fmla="*/ 5 h 702"/>
              <a:gd name="T10" fmla="*/ 467 w 716"/>
              <a:gd name="T11" fmla="*/ 20 h 702"/>
              <a:gd name="T12" fmla="*/ 482 w 716"/>
              <a:gd name="T13" fmla="*/ 122 h 702"/>
              <a:gd name="T14" fmla="*/ 390 w 716"/>
              <a:gd name="T15" fmla="*/ 347 h 702"/>
              <a:gd name="T16" fmla="*/ 166 w 716"/>
              <a:gd name="T17" fmla="*/ 440 h 702"/>
              <a:gd name="T18" fmla="*/ 22 w 716"/>
              <a:gd name="T19" fmla="*/ 405 h 702"/>
              <a:gd name="T20" fmla="*/ 7 w 716"/>
              <a:gd name="T21" fmla="*/ 407 h 702"/>
              <a:gd name="T22" fmla="*/ 1 w 716"/>
              <a:gd name="T23" fmla="*/ 422 h 702"/>
              <a:gd name="T24" fmla="*/ 353 w 716"/>
              <a:gd name="T25" fmla="*/ 701 h 702"/>
              <a:gd name="T26" fmla="*/ 513 w 716"/>
              <a:gd name="T27" fmla="*/ 122 h 702"/>
              <a:gd name="T28" fmla="*/ 513 w 716"/>
              <a:gd name="T29" fmla="*/ 122 h 702"/>
              <a:gd name="T30" fmla="*/ 503 w 716"/>
              <a:gd name="T31" fmla="*/ 43 h 702"/>
              <a:gd name="T32" fmla="*/ 685 w 716"/>
              <a:gd name="T33" fmla="*/ 338 h 702"/>
              <a:gd name="T34" fmla="*/ 588 w 716"/>
              <a:gd name="T35" fmla="*/ 574 h 702"/>
              <a:gd name="T36" fmla="*/ 353 w 716"/>
              <a:gd name="T37" fmla="*/ 670 h 702"/>
              <a:gd name="T38" fmla="*/ 39 w 716"/>
              <a:gd name="T39" fmla="*/ 446 h 702"/>
              <a:gd name="T40" fmla="*/ 166 w 716"/>
              <a:gd name="T41" fmla="*/ 470 h 702"/>
              <a:gd name="T42" fmla="*/ 513 w 716"/>
              <a:gd name="T43" fmla="*/ 12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16" h="702">
                <a:moveTo>
                  <a:pt x="353" y="701"/>
                </a:moveTo>
                <a:lnTo>
                  <a:pt x="353" y="701"/>
                </a:lnTo>
                <a:cubicBezTo>
                  <a:pt x="554" y="701"/>
                  <a:pt x="715" y="539"/>
                  <a:pt x="715" y="338"/>
                </a:cubicBezTo>
                <a:cubicBezTo>
                  <a:pt x="715" y="186"/>
                  <a:pt x="621" y="55"/>
                  <a:pt x="487" y="2"/>
                </a:cubicBezTo>
                <a:cubicBezTo>
                  <a:pt x="481" y="0"/>
                  <a:pt x="474" y="1"/>
                  <a:pt x="470" y="5"/>
                </a:cubicBezTo>
                <a:cubicBezTo>
                  <a:pt x="466" y="9"/>
                  <a:pt x="464" y="15"/>
                  <a:pt x="467" y="20"/>
                </a:cubicBezTo>
                <a:cubicBezTo>
                  <a:pt x="477" y="53"/>
                  <a:pt x="482" y="87"/>
                  <a:pt x="482" y="122"/>
                </a:cubicBezTo>
                <a:cubicBezTo>
                  <a:pt x="482" y="210"/>
                  <a:pt x="448" y="290"/>
                  <a:pt x="390" y="347"/>
                </a:cubicBezTo>
                <a:cubicBezTo>
                  <a:pt x="332" y="404"/>
                  <a:pt x="254" y="440"/>
                  <a:pt x="166" y="440"/>
                </a:cubicBezTo>
                <a:cubicBezTo>
                  <a:pt x="114" y="440"/>
                  <a:pt x="65" y="428"/>
                  <a:pt x="22" y="405"/>
                </a:cubicBezTo>
                <a:cubicBezTo>
                  <a:pt x="18" y="403"/>
                  <a:pt x="11" y="404"/>
                  <a:pt x="7" y="407"/>
                </a:cubicBezTo>
                <a:cubicBezTo>
                  <a:pt x="3" y="411"/>
                  <a:pt x="0" y="417"/>
                  <a:pt x="1" y="422"/>
                </a:cubicBezTo>
                <a:cubicBezTo>
                  <a:pt x="39" y="582"/>
                  <a:pt x="183" y="701"/>
                  <a:pt x="353" y="701"/>
                </a:cubicBezTo>
                <a:close/>
                <a:moveTo>
                  <a:pt x="513" y="122"/>
                </a:moveTo>
                <a:lnTo>
                  <a:pt x="513" y="122"/>
                </a:lnTo>
                <a:cubicBezTo>
                  <a:pt x="513" y="94"/>
                  <a:pt x="509" y="68"/>
                  <a:pt x="503" y="43"/>
                </a:cubicBezTo>
                <a:cubicBezTo>
                  <a:pt x="611" y="97"/>
                  <a:pt x="685" y="210"/>
                  <a:pt x="685" y="338"/>
                </a:cubicBezTo>
                <a:cubicBezTo>
                  <a:pt x="685" y="430"/>
                  <a:pt x="648" y="514"/>
                  <a:pt x="588" y="574"/>
                </a:cubicBezTo>
                <a:cubicBezTo>
                  <a:pt x="528" y="634"/>
                  <a:pt x="445" y="670"/>
                  <a:pt x="353" y="670"/>
                </a:cubicBezTo>
                <a:cubicBezTo>
                  <a:pt x="208" y="670"/>
                  <a:pt x="84" y="577"/>
                  <a:pt x="39" y="446"/>
                </a:cubicBezTo>
                <a:cubicBezTo>
                  <a:pt x="78" y="461"/>
                  <a:pt x="121" y="470"/>
                  <a:pt x="166" y="470"/>
                </a:cubicBezTo>
                <a:cubicBezTo>
                  <a:pt x="357" y="470"/>
                  <a:pt x="513" y="313"/>
                  <a:pt x="513" y="122"/>
                </a:cubicBezTo>
                <a:close/>
              </a:path>
            </a:pathLst>
          </a:custGeom>
          <a:solidFill>
            <a:schemeClr val="tx2"/>
          </a:solidFill>
          <a:ln>
            <a:noFill/>
          </a:ln>
          <a:effectLst/>
        </p:spPr>
        <p:txBody>
          <a:bodyPr wrap="none" anchor="ctr"/>
          <a:lstStyle/>
          <a:p>
            <a:endParaRPr lang="da-DK"/>
          </a:p>
        </p:txBody>
      </p:sp>
      <p:grpSp>
        <p:nvGrpSpPr>
          <p:cNvPr id="624" name="Group 627">
            <a:extLst>
              <a:ext uri="{FF2B5EF4-FFF2-40B4-BE49-F238E27FC236}">
                <a16:creationId xmlns:a16="http://schemas.microsoft.com/office/drawing/2014/main" id="{B4BE7A9D-3576-1E82-C9F7-C4E06F7A3548}"/>
              </a:ext>
            </a:extLst>
          </p:cNvPr>
          <p:cNvGrpSpPr/>
          <p:nvPr/>
        </p:nvGrpSpPr>
        <p:grpSpPr>
          <a:xfrm>
            <a:off x="6703094" y="5012432"/>
            <a:ext cx="257175" cy="219075"/>
            <a:chOff x="5675313" y="5387975"/>
            <a:chExt cx="257175" cy="219075"/>
          </a:xfrm>
          <a:solidFill>
            <a:schemeClr val="tx2"/>
          </a:solidFill>
        </p:grpSpPr>
        <p:sp>
          <p:nvSpPr>
            <p:cNvPr id="625" name="Freeform 515">
              <a:extLst>
                <a:ext uri="{FF2B5EF4-FFF2-40B4-BE49-F238E27FC236}">
                  <a16:creationId xmlns:a16="http://schemas.microsoft.com/office/drawing/2014/main" id="{FF7302C1-BACA-575B-B077-EECF3FCCF54D}"/>
                </a:ext>
              </a:extLst>
            </p:cNvPr>
            <p:cNvSpPr>
              <a:spLocks noChangeArrowheads="1"/>
            </p:cNvSpPr>
            <p:nvPr/>
          </p:nvSpPr>
          <p:spPr bwMode="auto">
            <a:xfrm>
              <a:off x="5729288" y="5470525"/>
              <a:ext cx="203200" cy="136525"/>
            </a:xfrm>
            <a:custGeom>
              <a:avLst/>
              <a:gdLst>
                <a:gd name="T0" fmla="*/ 452 w 566"/>
                <a:gd name="T1" fmla="*/ 96 h 379"/>
                <a:gd name="T2" fmla="*/ 452 w 566"/>
                <a:gd name="T3" fmla="*/ 96 h 379"/>
                <a:gd name="T4" fmla="*/ 294 w 566"/>
                <a:gd name="T5" fmla="*/ 0 h 379"/>
                <a:gd name="T6" fmla="*/ 128 w 566"/>
                <a:gd name="T7" fmla="*/ 115 h 379"/>
                <a:gd name="T8" fmla="*/ 137 w 566"/>
                <a:gd name="T9" fmla="*/ 134 h 379"/>
                <a:gd name="T10" fmla="*/ 156 w 566"/>
                <a:gd name="T11" fmla="*/ 126 h 379"/>
                <a:gd name="T12" fmla="*/ 156 w 566"/>
                <a:gd name="T13" fmla="*/ 126 h 379"/>
                <a:gd name="T14" fmla="*/ 294 w 566"/>
                <a:gd name="T15" fmla="*/ 30 h 379"/>
                <a:gd name="T16" fmla="*/ 428 w 566"/>
                <a:gd name="T17" fmla="*/ 116 h 379"/>
                <a:gd name="T18" fmla="*/ 439 w 566"/>
                <a:gd name="T19" fmla="*/ 124 h 379"/>
                <a:gd name="T20" fmla="*/ 536 w 566"/>
                <a:gd name="T21" fmla="*/ 236 h 379"/>
                <a:gd name="T22" fmla="*/ 533 w 566"/>
                <a:gd name="T23" fmla="*/ 262 h 379"/>
                <a:gd name="T24" fmla="*/ 490 w 566"/>
                <a:gd name="T25" fmla="*/ 324 h 379"/>
                <a:gd name="T26" fmla="*/ 417 w 566"/>
                <a:gd name="T27" fmla="*/ 349 h 379"/>
                <a:gd name="T28" fmla="*/ 131 w 566"/>
                <a:gd name="T29" fmla="*/ 349 h 379"/>
                <a:gd name="T30" fmla="*/ 59 w 566"/>
                <a:gd name="T31" fmla="*/ 322 h 379"/>
                <a:gd name="T32" fmla="*/ 29 w 566"/>
                <a:gd name="T33" fmla="*/ 260 h 379"/>
                <a:gd name="T34" fmla="*/ 59 w 566"/>
                <a:gd name="T35" fmla="*/ 195 h 379"/>
                <a:gd name="T36" fmla="*/ 131 w 566"/>
                <a:gd name="T37" fmla="*/ 169 h 379"/>
                <a:gd name="T38" fmla="*/ 131 w 566"/>
                <a:gd name="T39" fmla="*/ 169 h 379"/>
                <a:gd name="T40" fmla="*/ 191 w 566"/>
                <a:gd name="T41" fmla="*/ 201 h 379"/>
                <a:gd name="T42" fmla="*/ 212 w 566"/>
                <a:gd name="T43" fmla="*/ 204 h 379"/>
                <a:gd name="T44" fmla="*/ 213 w 566"/>
                <a:gd name="T45" fmla="*/ 183 h 379"/>
                <a:gd name="T46" fmla="*/ 132 w 566"/>
                <a:gd name="T47" fmla="*/ 140 h 379"/>
                <a:gd name="T48" fmla="*/ 132 w 566"/>
                <a:gd name="T49" fmla="*/ 140 h 379"/>
                <a:gd name="T50" fmla="*/ 132 w 566"/>
                <a:gd name="T51" fmla="*/ 140 h 379"/>
                <a:gd name="T52" fmla="*/ 131 w 566"/>
                <a:gd name="T53" fmla="*/ 140 h 379"/>
                <a:gd name="T54" fmla="*/ 130 w 566"/>
                <a:gd name="T55" fmla="*/ 140 h 379"/>
                <a:gd name="T56" fmla="*/ 39 w 566"/>
                <a:gd name="T57" fmla="*/ 175 h 379"/>
                <a:gd name="T58" fmla="*/ 0 w 566"/>
                <a:gd name="T59" fmla="*/ 260 h 379"/>
                <a:gd name="T60" fmla="*/ 39 w 566"/>
                <a:gd name="T61" fmla="*/ 345 h 379"/>
                <a:gd name="T62" fmla="*/ 131 w 566"/>
                <a:gd name="T63" fmla="*/ 378 h 379"/>
                <a:gd name="T64" fmla="*/ 417 w 566"/>
                <a:gd name="T65" fmla="*/ 378 h 379"/>
                <a:gd name="T66" fmla="*/ 508 w 566"/>
                <a:gd name="T67" fmla="*/ 347 h 379"/>
                <a:gd name="T68" fmla="*/ 562 w 566"/>
                <a:gd name="T69" fmla="*/ 269 h 379"/>
                <a:gd name="T70" fmla="*/ 565 w 566"/>
                <a:gd name="T71" fmla="*/ 236 h 379"/>
                <a:gd name="T72" fmla="*/ 452 w 566"/>
                <a:gd name="T73" fmla="*/ 96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66" h="379">
                  <a:moveTo>
                    <a:pt x="452" y="96"/>
                  </a:moveTo>
                  <a:lnTo>
                    <a:pt x="452" y="96"/>
                  </a:lnTo>
                  <a:cubicBezTo>
                    <a:pt x="423" y="39"/>
                    <a:pt x="363" y="0"/>
                    <a:pt x="294" y="0"/>
                  </a:cubicBezTo>
                  <a:cubicBezTo>
                    <a:pt x="219" y="0"/>
                    <a:pt x="153" y="48"/>
                    <a:pt x="128" y="115"/>
                  </a:cubicBezTo>
                  <a:cubicBezTo>
                    <a:pt x="126" y="123"/>
                    <a:pt x="130" y="131"/>
                    <a:pt x="137" y="134"/>
                  </a:cubicBezTo>
                  <a:cubicBezTo>
                    <a:pt x="145" y="137"/>
                    <a:pt x="153" y="133"/>
                    <a:pt x="156" y="126"/>
                  </a:cubicBezTo>
                  <a:lnTo>
                    <a:pt x="156" y="126"/>
                  </a:lnTo>
                  <a:cubicBezTo>
                    <a:pt x="177" y="70"/>
                    <a:pt x="232" y="30"/>
                    <a:pt x="294" y="30"/>
                  </a:cubicBezTo>
                  <a:cubicBezTo>
                    <a:pt x="354" y="30"/>
                    <a:pt x="406" y="64"/>
                    <a:pt x="428" y="116"/>
                  </a:cubicBezTo>
                  <a:cubicBezTo>
                    <a:pt x="431" y="120"/>
                    <a:pt x="435" y="123"/>
                    <a:pt x="439" y="124"/>
                  </a:cubicBezTo>
                  <a:cubicBezTo>
                    <a:pt x="494" y="133"/>
                    <a:pt x="536" y="179"/>
                    <a:pt x="536" y="236"/>
                  </a:cubicBezTo>
                  <a:cubicBezTo>
                    <a:pt x="536" y="244"/>
                    <a:pt x="534" y="254"/>
                    <a:pt x="533" y="262"/>
                  </a:cubicBezTo>
                  <a:cubicBezTo>
                    <a:pt x="527" y="286"/>
                    <a:pt x="512" y="307"/>
                    <a:pt x="490" y="324"/>
                  </a:cubicBezTo>
                  <a:cubicBezTo>
                    <a:pt x="469" y="339"/>
                    <a:pt x="442" y="349"/>
                    <a:pt x="417" y="349"/>
                  </a:cubicBezTo>
                  <a:cubicBezTo>
                    <a:pt x="131" y="349"/>
                    <a:pt x="131" y="349"/>
                    <a:pt x="131" y="349"/>
                  </a:cubicBezTo>
                  <a:cubicBezTo>
                    <a:pt x="103" y="349"/>
                    <a:pt x="77" y="339"/>
                    <a:pt x="59" y="322"/>
                  </a:cubicBezTo>
                  <a:cubicBezTo>
                    <a:pt x="40" y="306"/>
                    <a:pt x="29" y="283"/>
                    <a:pt x="29" y="260"/>
                  </a:cubicBezTo>
                  <a:cubicBezTo>
                    <a:pt x="29" y="235"/>
                    <a:pt x="40" y="212"/>
                    <a:pt x="59" y="195"/>
                  </a:cubicBezTo>
                  <a:cubicBezTo>
                    <a:pt x="77" y="180"/>
                    <a:pt x="103" y="169"/>
                    <a:pt x="131" y="169"/>
                  </a:cubicBezTo>
                  <a:lnTo>
                    <a:pt x="131" y="169"/>
                  </a:lnTo>
                  <a:cubicBezTo>
                    <a:pt x="152" y="169"/>
                    <a:pt x="176" y="183"/>
                    <a:pt x="191" y="201"/>
                  </a:cubicBezTo>
                  <a:cubicBezTo>
                    <a:pt x="197" y="208"/>
                    <a:pt x="205" y="208"/>
                    <a:pt x="212" y="204"/>
                  </a:cubicBezTo>
                  <a:cubicBezTo>
                    <a:pt x="218" y="198"/>
                    <a:pt x="219" y="189"/>
                    <a:pt x="213" y="183"/>
                  </a:cubicBezTo>
                  <a:cubicBezTo>
                    <a:pt x="194" y="158"/>
                    <a:pt x="165" y="141"/>
                    <a:pt x="132" y="140"/>
                  </a:cubicBezTo>
                  <a:lnTo>
                    <a:pt x="132" y="140"/>
                  </a:lnTo>
                  <a:lnTo>
                    <a:pt x="132" y="140"/>
                  </a:lnTo>
                  <a:lnTo>
                    <a:pt x="131" y="140"/>
                  </a:lnTo>
                  <a:lnTo>
                    <a:pt x="130" y="140"/>
                  </a:lnTo>
                  <a:cubicBezTo>
                    <a:pt x="95" y="140"/>
                    <a:pt x="63" y="152"/>
                    <a:pt x="39" y="175"/>
                  </a:cubicBezTo>
                  <a:cubicBezTo>
                    <a:pt x="15" y="195"/>
                    <a:pt x="0" y="226"/>
                    <a:pt x="0" y="260"/>
                  </a:cubicBezTo>
                  <a:cubicBezTo>
                    <a:pt x="0" y="293"/>
                    <a:pt x="15" y="322"/>
                    <a:pt x="39" y="345"/>
                  </a:cubicBezTo>
                  <a:cubicBezTo>
                    <a:pt x="63" y="366"/>
                    <a:pt x="96" y="378"/>
                    <a:pt x="131" y="378"/>
                  </a:cubicBezTo>
                  <a:cubicBezTo>
                    <a:pt x="417" y="378"/>
                    <a:pt x="417" y="378"/>
                    <a:pt x="417" y="378"/>
                  </a:cubicBezTo>
                  <a:cubicBezTo>
                    <a:pt x="449" y="378"/>
                    <a:pt x="481" y="367"/>
                    <a:pt x="508" y="347"/>
                  </a:cubicBezTo>
                  <a:cubicBezTo>
                    <a:pt x="534" y="328"/>
                    <a:pt x="554" y="301"/>
                    <a:pt x="562" y="269"/>
                  </a:cubicBezTo>
                  <a:cubicBezTo>
                    <a:pt x="563" y="258"/>
                    <a:pt x="565" y="247"/>
                    <a:pt x="565" y="236"/>
                  </a:cubicBezTo>
                  <a:cubicBezTo>
                    <a:pt x="565" y="168"/>
                    <a:pt x="517" y="110"/>
                    <a:pt x="452"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6" name="Freeform 516">
              <a:extLst>
                <a:ext uri="{FF2B5EF4-FFF2-40B4-BE49-F238E27FC236}">
                  <a16:creationId xmlns:a16="http://schemas.microsoft.com/office/drawing/2014/main" id="{39110F76-7026-AF33-6323-F67285E3621B}"/>
                </a:ext>
              </a:extLst>
            </p:cNvPr>
            <p:cNvSpPr>
              <a:spLocks noChangeArrowheads="1"/>
            </p:cNvSpPr>
            <p:nvPr/>
          </p:nvSpPr>
          <p:spPr bwMode="auto">
            <a:xfrm>
              <a:off x="5675313" y="5387975"/>
              <a:ext cx="161925" cy="153988"/>
            </a:xfrm>
            <a:custGeom>
              <a:avLst/>
              <a:gdLst>
                <a:gd name="T0" fmla="*/ 107 w 448"/>
                <a:gd name="T1" fmla="*/ 268 h 428"/>
                <a:gd name="T2" fmla="*/ 107 w 448"/>
                <a:gd name="T3" fmla="*/ 268 h 428"/>
                <a:gd name="T4" fmla="*/ 22 w 448"/>
                <a:gd name="T5" fmla="*/ 248 h 428"/>
                <a:gd name="T6" fmla="*/ 7 w 448"/>
                <a:gd name="T7" fmla="*/ 250 h 428"/>
                <a:gd name="T8" fmla="*/ 1 w 448"/>
                <a:gd name="T9" fmla="*/ 265 h 428"/>
                <a:gd name="T10" fmla="*/ 142 w 448"/>
                <a:gd name="T11" fmla="*/ 424 h 428"/>
                <a:gd name="T12" fmla="*/ 160 w 448"/>
                <a:gd name="T13" fmla="*/ 414 h 428"/>
                <a:gd name="T14" fmla="*/ 152 w 448"/>
                <a:gd name="T15" fmla="*/ 396 h 428"/>
                <a:gd name="T16" fmla="*/ 152 w 448"/>
                <a:gd name="T17" fmla="*/ 396 h 428"/>
                <a:gd name="T18" fmla="*/ 40 w 448"/>
                <a:gd name="T19" fmla="*/ 286 h 428"/>
                <a:gd name="T20" fmla="*/ 107 w 448"/>
                <a:gd name="T21" fmla="*/ 297 h 428"/>
                <a:gd name="T22" fmla="*/ 325 w 448"/>
                <a:gd name="T23" fmla="*/ 81 h 428"/>
                <a:gd name="T24" fmla="*/ 321 w 448"/>
                <a:gd name="T25" fmla="*/ 43 h 428"/>
                <a:gd name="T26" fmla="*/ 417 w 448"/>
                <a:gd name="T27" fmla="*/ 197 h 428"/>
                <a:gd name="T28" fmla="*/ 434 w 448"/>
                <a:gd name="T29" fmla="*/ 211 h 428"/>
                <a:gd name="T30" fmla="*/ 446 w 448"/>
                <a:gd name="T31" fmla="*/ 194 h 428"/>
                <a:gd name="T32" fmla="*/ 304 w 448"/>
                <a:gd name="T33" fmla="*/ 2 h 428"/>
                <a:gd name="T34" fmla="*/ 288 w 448"/>
                <a:gd name="T35" fmla="*/ 6 h 428"/>
                <a:gd name="T36" fmla="*/ 284 w 448"/>
                <a:gd name="T37" fmla="*/ 21 h 428"/>
                <a:gd name="T38" fmla="*/ 294 w 448"/>
                <a:gd name="T39" fmla="*/ 81 h 428"/>
                <a:gd name="T40" fmla="*/ 240 w 448"/>
                <a:gd name="T41" fmla="*/ 214 h 428"/>
                <a:gd name="T42" fmla="*/ 107 w 448"/>
                <a:gd name="T43" fmla="*/ 26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8" h="428">
                  <a:moveTo>
                    <a:pt x="107" y="268"/>
                  </a:moveTo>
                  <a:lnTo>
                    <a:pt x="107" y="268"/>
                  </a:lnTo>
                  <a:cubicBezTo>
                    <a:pt x="76" y="268"/>
                    <a:pt x="49" y="261"/>
                    <a:pt x="22" y="248"/>
                  </a:cubicBezTo>
                  <a:cubicBezTo>
                    <a:pt x="18" y="246"/>
                    <a:pt x="11" y="246"/>
                    <a:pt x="7" y="250"/>
                  </a:cubicBezTo>
                  <a:cubicBezTo>
                    <a:pt x="3" y="253"/>
                    <a:pt x="0" y="258"/>
                    <a:pt x="1" y="265"/>
                  </a:cubicBezTo>
                  <a:cubicBezTo>
                    <a:pt x="19" y="338"/>
                    <a:pt x="72" y="398"/>
                    <a:pt x="142" y="424"/>
                  </a:cubicBezTo>
                  <a:cubicBezTo>
                    <a:pt x="149" y="427"/>
                    <a:pt x="157" y="423"/>
                    <a:pt x="160" y="414"/>
                  </a:cubicBezTo>
                  <a:cubicBezTo>
                    <a:pt x="163" y="407"/>
                    <a:pt x="160" y="399"/>
                    <a:pt x="152" y="396"/>
                  </a:cubicBezTo>
                  <a:lnTo>
                    <a:pt x="152" y="396"/>
                  </a:lnTo>
                  <a:cubicBezTo>
                    <a:pt x="102" y="377"/>
                    <a:pt x="61" y="336"/>
                    <a:pt x="40" y="286"/>
                  </a:cubicBezTo>
                  <a:cubicBezTo>
                    <a:pt x="61" y="293"/>
                    <a:pt x="83" y="297"/>
                    <a:pt x="107" y="297"/>
                  </a:cubicBezTo>
                  <a:cubicBezTo>
                    <a:pt x="227" y="297"/>
                    <a:pt x="325" y="201"/>
                    <a:pt x="325" y="81"/>
                  </a:cubicBezTo>
                  <a:cubicBezTo>
                    <a:pt x="325" y="68"/>
                    <a:pt x="323" y="56"/>
                    <a:pt x="321" y="43"/>
                  </a:cubicBezTo>
                  <a:cubicBezTo>
                    <a:pt x="375" y="75"/>
                    <a:pt x="411" y="131"/>
                    <a:pt x="417" y="197"/>
                  </a:cubicBezTo>
                  <a:cubicBezTo>
                    <a:pt x="418" y="205"/>
                    <a:pt x="425" y="211"/>
                    <a:pt x="434" y="211"/>
                  </a:cubicBezTo>
                  <a:cubicBezTo>
                    <a:pt x="440" y="209"/>
                    <a:pt x="447" y="202"/>
                    <a:pt x="446" y="194"/>
                  </a:cubicBezTo>
                  <a:cubicBezTo>
                    <a:pt x="439" y="106"/>
                    <a:pt x="383" y="34"/>
                    <a:pt x="304" y="2"/>
                  </a:cubicBezTo>
                  <a:cubicBezTo>
                    <a:pt x="298" y="0"/>
                    <a:pt x="293" y="2"/>
                    <a:pt x="288" y="6"/>
                  </a:cubicBezTo>
                  <a:cubicBezTo>
                    <a:pt x="284" y="8"/>
                    <a:pt x="283" y="15"/>
                    <a:pt x="284" y="21"/>
                  </a:cubicBezTo>
                  <a:cubicBezTo>
                    <a:pt x="291" y="39"/>
                    <a:pt x="294" y="59"/>
                    <a:pt x="294" y="81"/>
                  </a:cubicBezTo>
                  <a:cubicBezTo>
                    <a:pt x="294" y="133"/>
                    <a:pt x="273" y="179"/>
                    <a:pt x="240" y="214"/>
                  </a:cubicBezTo>
                  <a:cubicBezTo>
                    <a:pt x="206" y="247"/>
                    <a:pt x="159" y="268"/>
                    <a:pt x="107" y="2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7" name="Group 630">
            <a:extLst>
              <a:ext uri="{FF2B5EF4-FFF2-40B4-BE49-F238E27FC236}">
                <a16:creationId xmlns:a16="http://schemas.microsoft.com/office/drawing/2014/main" id="{0ACF89A8-C81B-7FF6-ACF1-100361900F12}"/>
              </a:ext>
            </a:extLst>
          </p:cNvPr>
          <p:cNvGrpSpPr/>
          <p:nvPr/>
        </p:nvGrpSpPr>
        <p:grpSpPr>
          <a:xfrm>
            <a:off x="6703094" y="5511701"/>
            <a:ext cx="247650" cy="257175"/>
            <a:chOff x="5675313" y="5875338"/>
            <a:chExt cx="247650" cy="257175"/>
          </a:xfrm>
          <a:solidFill>
            <a:schemeClr val="tx2"/>
          </a:solidFill>
        </p:grpSpPr>
        <p:sp>
          <p:nvSpPr>
            <p:cNvPr id="628" name="Freeform 517">
              <a:extLst>
                <a:ext uri="{FF2B5EF4-FFF2-40B4-BE49-F238E27FC236}">
                  <a16:creationId xmlns:a16="http://schemas.microsoft.com/office/drawing/2014/main" id="{6215DD4C-BCE4-88DF-1F82-0E45B235BC0D}"/>
                </a:ext>
              </a:extLst>
            </p:cNvPr>
            <p:cNvSpPr>
              <a:spLocks noChangeArrowheads="1"/>
            </p:cNvSpPr>
            <p:nvPr/>
          </p:nvSpPr>
          <p:spPr bwMode="auto">
            <a:xfrm>
              <a:off x="5792788" y="5875338"/>
              <a:ext cx="11112" cy="20637"/>
            </a:xfrm>
            <a:custGeom>
              <a:avLst/>
              <a:gdLst>
                <a:gd name="T0" fmla="*/ 30 w 31"/>
                <a:gd name="T1" fmla="*/ 44 h 59"/>
                <a:gd name="T2" fmla="*/ 30 w 31"/>
                <a:gd name="T3" fmla="*/ 44 h 59"/>
                <a:gd name="T4" fmla="*/ 30 w 31"/>
                <a:gd name="T5" fmla="*/ 14 h 59"/>
                <a:gd name="T6" fmla="*/ 15 w 31"/>
                <a:gd name="T7" fmla="*/ 0 h 59"/>
                <a:gd name="T8" fmla="*/ 0 w 31"/>
                <a:gd name="T9" fmla="*/ 14 h 59"/>
                <a:gd name="T10" fmla="*/ 0 w 31"/>
                <a:gd name="T11" fmla="*/ 44 h 59"/>
                <a:gd name="T12" fmla="*/ 15 w 31"/>
                <a:gd name="T13" fmla="*/ 58 h 59"/>
                <a:gd name="T14" fmla="*/ 30 w 31"/>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59">
                  <a:moveTo>
                    <a:pt x="30" y="44"/>
                  </a:moveTo>
                  <a:lnTo>
                    <a:pt x="30" y="44"/>
                  </a:lnTo>
                  <a:cubicBezTo>
                    <a:pt x="30" y="14"/>
                    <a:pt x="30" y="14"/>
                    <a:pt x="30" y="14"/>
                  </a:cubicBezTo>
                  <a:cubicBezTo>
                    <a:pt x="30" y="7"/>
                    <a:pt x="23" y="0"/>
                    <a:pt x="15" y="0"/>
                  </a:cubicBezTo>
                  <a:cubicBezTo>
                    <a:pt x="6" y="0"/>
                    <a:pt x="0" y="7"/>
                    <a:pt x="0" y="14"/>
                  </a:cubicBezTo>
                  <a:cubicBezTo>
                    <a:pt x="0" y="44"/>
                    <a:pt x="0" y="44"/>
                    <a:pt x="0" y="44"/>
                  </a:cubicBezTo>
                  <a:cubicBezTo>
                    <a:pt x="0" y="53"/>
                    <a:pt x="6" y="58"/>
                    <a:pt x="15" y="58"/>
                  </a:cubicBezTo>
                  <a:cubicBezTo>
                    <a:pt x="23" y="58"/>
                    <a:pt x="30" y="53"/>
                    <a:pt x="30"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9" name="Freeform 518">
              <a:extLst>
                <a:ext uri="{FF2B5EF4-FFF2-40B4-BE49-F238E27FC236}">
                  <a16:creationId xmlns:a16="http://schemas.microsoft.com/office/drawing/2014/main" id="{7A38FCB4-EC02-A18B-75AE-702FA1101E3D}"/>
                </a:ext>
              </a:extLst>
            </p:cNvPr>
            <p:cNvSpPr>
              <a:spLocks noChangeArrowheads="1"/>
            </p:cNvSpPr>
            <p:nvPr/>
          </p:nvSpPr>
          <p:spPr bwMode="auto">
            <a:xfrm>
              <a:off x="5707063" y="5907088"/>
              <a:ext cx="22225" cy="22225"/>
            </a:xfrm>
            <a:custGeom>
              <a:avLst/>
              <a:gdLst>
                <a:gd name="T0" fmla="*/ 27 w 62"/>
                <a:gd name="T1" fmla="*/ 5 h 62"/>
                <a:gd name="T2" fmla="*/ 27 w 62"/>
                <a:gd name="T3" fmla="*/ 5 h 62"/>
                <a:gd name="T4" fmla="*/ 6 w 62"/>
                <a:gd name="T5" fmla="*/ 5 h 62"/>
                <a:gd name="T6" fmla="*/ 6 w 62"/>
                <a:gd name="T7" fmla="*/ 26 h 62"/>
                <a:gd name="T8" fmla="*/ 35 w 62"/>
                <a:gd name="T9" fmla="*/ 56 h 62"/>
                <a:gd name="T10" fmla="*/ 56 w 62"/>
                <a:gd name="T11" fmla="*/ 56 h 62"/>
                <a:gd name="T12" fmla="*/ 56 w 62"/>
                <a:gd name="T13" fmla="*/ 35 h 62"/>
                <a:gd name="T14" fmla="*/ 27 w 62"/>
                <a:gd name="T15" fmla="*/ 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 h="62">
                  <a:moveTo>
                    <a:pt x="27" y="5"/>
                  </a:moveTo>
                  <a:lnTo>
                    <a:pt x="27" y="5"/>
                  </a:lnTo>
                  <a:cubicBezTo>
                    <a:pt x="21" y="0"/>
                    <a:pt x="11" y="0"/>
                    <a:pt x="6" y="5"/>
                  </a:cubicBezTo>
                  <a:cubicBezTo>
                    <a:pt x="0" y="11"/>
                    <a:pt x="0" y="21"/>
                    <a:pt x="6" y="26"/>
                  </a:cubicBezTo>
                  <a:cubicBezTo>
                    <a:pt x="35" y="56"/>
                    <a:pt x="35" y="56"/>
                    <a:pt x="35" y="56"/>
                  </a:cubicBezTo>
                  <a:cubicBezTo>
                    <a:pt x="40" y="61"/>
                    <a:pt x="50" y="61"/>
                    <a:pt x="56" y="56"/>
                  </a:cubicBezTo>
                  <a:cubicBezTo>
                    <a:pt x="61" y="50"/>
                    <a:pt x="61" y="40"/>
                    <a:pt x="56" y="35"/>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0" name="Freeform 519">
              <a:extLst>
                <a:ext uri="{FF2B5EF4-FFF2-40B4-BE49-F238E27FC236}">
                  <a16:creationId xmlns:a16="http://schemas.microsoft.com/office/drawing/2014/main" id="{CF12BEC4-0D07-C13E-DA71-3BEF6F0A486F}"/>
                </a:ext>
              </a:extLst>
            </p:cNvPr>
            <p:cNvSpPr>
              <a:spLocks noChangeArrowheads="1"/>
            </p:cNvSpPr>
            <p:nvPr/>
          </p:nvSpPr>
          <p:spPr bwMode="auto">
            <a:xfrm>
              <a:off x="5867400" y="5907088"/>
              <a:ext cx="22225" cy="22225"/>
            </a:xfrm>
            <a:custGeom>
              <a:avLst/>
              <a:gdLst>
                <a:gd name="T0" fmla="*/ 27 w 63"/>
                <a:gd name="T1" fmla="*/ 56 h 62"/>
                <a:gd name="T2" fmla="*/ 27 w 63"/>
                <a:gd name="T3" fmla="*/ 56 h 62"/>
                <a:gd name="T4" fmla="*/ 56 w 63"/>
                <a:gd name="T5" fmla="*/ 26 h 62"/>
                <a:gd name="T6" fmla="*/ 56 w 63"/>
                <a:gd name="T7" fmla="*/ 5 h 62"/>
                <a:gd name="T8" fmla="*/ 35 w 63"/>
                <a:gd name="T9" fmla="*/ 5 h 62"/>
                <a:gd name="T10" fmla="*/ 6 w 63"/>
                <a:gd name="T11" fmla="*/ 35 h 62"/>
                <a:gd name="T12" fmla="*/ 6 w 63"/>
                <a:gd name="T13" fmla="*/ 56 h 62"/>
                <a:gd name="T14" fmla="*/ 27 w 63"/>
                <a:gd name="T15" fmla="*/ 5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62">
                  <a:moveTo>
                    <a:pt x="27" y="56"/>
                  </a:moveTo>
                  <a:lnTo>
                    <a:pt x="27" y="56"/>
                  </a:lnTo>
                  <a:cubicBezTo>
                    <a:pt x="56" y="26"/>
                    <a:pt x="56" y="26"/>
                    <a:pt x="56" y="26"/>
                  </a:cubicBezTo>
                  <a:cubicBezTo>
                    <a:pt x="62" y="21"/>
                    <a:pt x="62" y="11"/>
                    <a:pt x="56" y="5"/>
                  </a:cubicBezTo>
                  <a:cubicBezTo>
                    <a:pt x="51" y="0"/>
                    <a:pt x="41" y="0"/>
                    <a:pt x="35" y="5"/>
                  </a:cubicBezTo>
                  <a:cubicBezTo>
                    <a:pt x="6" y="35"/>
                    <a:pt x="6" y="35"/>
                    <a:pt x="6" y="35"/>
                  </a:cubicBezTo>
                  <a:cubicBezTo>
                    <a:pt x="0" y="40"/>
                    <a:pt x="0" y="50"/>
                    <a:pt x="6" y="56"/>
                  </a:cubicBezTo>
                  <a:cubicBezTo>
                    <a:pt x="11" y="61"/>
                    <a:pt x="21" y="61"/>
                    <a:pt x="27"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1" name="Freeform 520">
              <a:extLst>
                <a:ext uri="{FF2B5EF4-FFF2-40B4-BE49-F238E27FC236}">
                  <a16:creationId xmlns:a16="http://schemas.microsoft.com/office/drawing/2014/main" id="{FC523FA7-19D1-ED99-8D62-ACCFDD8C29A6}"/>
                </a:ext>
              </a:extLst>
            </p:cNvPr>
            <p:cNvSpPr>
              <a:spLocks noChangeArrowheads="1"/>
            </p:cNvSpPr>
            <p:nvPr/>
          </p:nvSpPr>
          <p:spPr bwMode="auto">
            <a:xfrm>
              <a:off x="5675313"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2" name="Freeform 521">
              <a:extLst>
                <a:ext uri="{FF2B5EF4-FFF2-40B4-BE49-F238E27FC236}">
                  <a16:creationId xmlns:a16="http://schemas.microsoft.com/office/drawing/2014/main" id="{A2014191-EEB0-EC47-8CF1-1F2366348A3C}"/>
                </a:ext>
              </a:extLst>
            </p:cNvPr>
            <p:cNvSpPr>
              <a:spLocks noChangeArrowheads="1"/>
            </p:cNvSpPr>
            <p:nvPr/>
          </p:nvSpPr>
          <p:spPr bwMode="auto">
            <a:xfrm>
              <a:off x="5900738"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3" name="Freeform 522">
              <a:extLst>
                <a:ext uri="{FF2B5EF4-FFF2-40B4-BE49-F238E27FC236}">
                  <a16:creationId xmlns:a16="http://schemas.microsoft.com/office/drawing/2014/main" id="{92401F86-7327-55BA-D6DA-BA2ED885CA35}"/>
                </a:ext>
              </a:extLst>
            </p:cNvPr>
            <p:cNvSpPr>
              <a:spLocks noChangeArrowheads="1"/>
            </p:cNvSpPr>
            <p:nvPr/>
          </p:nvSpPr>
          <p:spPr bwMode="auto">
            <a:xfrm>
              <a:off x="5695950" y="6056313"/>
              <a:ext cx="193675" cy="11112"/>
            </a:xfrm>
            <a:custGeom>
              <a:avLst/>
              <a:gdLst>
                <a:gd name="T0" fmla="*/ 535 w 536"/>
                <a:gd name="T1" fmla="*/ 15 h 31"/>
                <a:gd name="T2" fmla="*/ 535 w 536"/>
                <a:gd name="T3" fmla="*/ 15 h 31"/>
                <a:gd name="T4" fmla="*/ 521 w 536"/>
                <a:gd name="T5" fmla="*/ 0 h 31"/>
                <a:gd name="T6" fmla="*/ 15 w 536"/>
                <a:gd name="T7" fmla="*/ 0 h 31"/>
                <a:gd name="T8" fmla="*/ 0 w 536"/>
                <a:gd name="T9" fmla="*/ 15 h 31"/>
                <a:gd name="T10" fmla="*/ 15 w 536"/>
                <a:gd name="T11" fmla="*/ 30 h 31"/>
                <a:gd name="T12" fmla="*/ 521 w 536"/>
                <a:gd name="T13" fmla="*/ 30 h 31"/>
                <a:gd name="T14" fmla="*/ 535 w 536"/>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6" h="31">
                  <a:moveTo>
                    <a:pt x="535" y="15"/>
                  </a:moveTo>
                  <a:lnTo>
                    <a:pt x="535" y="15"/>
                  </a:lnTo>
                  <a:cubicBezTo>
                    <a:pt x="535" y="7"/>
                    <a:pt x="530" y="0"/>
                    <a:pt x="521" y="0"/>
                  </a:cubicBezTo>
                  <a:cubicBezTo>
                    <a:pt x="15" y="0"/>
                    <a:pt x="15" y="0"/>
                    <a:pt x="15" y="0"/>
                  </a:cubicBezTo>
                  <a:cubicBezTo>
                    <a:pt x="7" y="0"/>
                    <a:pt x="0" y="7"/>
                    <a:pt x="0" y="15"/>
                  </a:cubicBezTo>
                  <a:cubicBezTo>
                    <a:pt x="0" y="23"/>
                    <a:pt x="7" y="30"/>
                    <a:pt x="15" y="30"/>
                  </a:cubicBezTo>
                  <a:cubicBezTo>
                    <a:pt x="521" y="30"/>
                    <a:pt x="521" y="30"/>
                    <a:pt x="521" y="30"/>
                  </a:cubicBezTo>
                  <a:cubicBezTo>
                    <a:pt x="530" y="30"/>
                    <a:pt x="535" y="23"/>
                    <a:pt x="535"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4" name="Freeform 523">
              <a:extLst>
                <a:ext uri="{FF2B5EF4-FFF2-40B4-BE49-F238E27FC236}">
                  <a16:creationId xmlns:a16="http://schemas.microsoft.com/office/drawing/2014/main" id="{AC9BD84E-3A83-58C8-F5F2-CF212806B100}"/>
                </a:ext>
              </a:extLst>
            </p:cNvPr>
            <p:cNvSpPr>
              <a:spLocks noChangeArrowheads="1"/>
            </p:cNvSpPr>
            <p:nvPr/>
          </p:nvSpPr>
          <p:spPr bwMode="auto">
            <a:xfrm>
              <a:off x="5729288" y="6088063"/>
              <a:ext cx="150812" cy="11112"/>
            </a:xfrm>
            <a:custGeom>
              <a:avLst/>
              <a:gdLst>
                <a:gd name="T0" fmla="*/ 15 w 418"/>
                <a:gd name="T1" fmla="*/ 31 h 32"/>
                <a:gd name="T2" fmla="*/ 15 w 418"/>
                <a:gd name="T3" fmla="*/ 31 h 32"/>
                <a:gd name="T4" fmla="*/ 402 w 418"/>
                <a:gd name="T5" fmla="*/ 31 h 32"/>
                <a:gd name="T6" fmla="*/ 417 w 418"/>
                <a:gd name="T7" fmla="*/ 15 h 32"/>
                <a:gd name="T8" fmla="*/ 402 w 418"/>
                <a:gd name="T9" fmla="*/ 0 h 32"/>
                <a:gd name="T10" fmla="*/ 15 w 418"/>
                <a:gd name="T11" fmla="*/ 0 h 32"/>
                <a:gd name="T12" fmla="*/ 0 w 418"/>
                <a:gd name="T13" fmla="*/ 15 h 32"/>
                <a:gd name="T14" fmla="*/ 15 w 41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8" h="32">
                  <a:moveTo>
                    <a:pt x="15" y="31"/>
                  </a:moveTo>
                  <a:lnTo>
                    <a:pt x="15" y="31"/>
                  </a:lnTo>
                  <a:cubicBezTo>
                    <a:pt x="402" y="31"/>
                    <a:pt x="402" y="31"/>
                    <a:pt x="402" y="31"/>
                  </a:cubicBezTo>
                  <a:cubicBezTo>
                    <a:pt x="410" y="31"/>
                    <a:pt x="417" y="24"/>
                    <a:pt x="417" y="15"/>
                  </a:cubicBezTo>
                  <a:cubicBezTo>
                    <a:pt x="417" y="7"/>
                    <a:pt x="410" y="0"/>
                    <a:pt x="402" y="0"/>
                  </a:cubicBezTo>
                  <a:cubicBezTo>
                    <a:pt x="15" y="0"/>
                    <a:pt x="15" y="0"/>
                    <a:pt x="15" y="0"/>
                  </a:cubicBezTo>
                  <a:cubicBezTo>
                    <a:pt x="7" y="0"/>
                    <a:pt x="0" y="7"/>
                    <a:pt x="0" y="15"/>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4">
              <a:extLst>
                <a:ext uri="{FF2B5EF4-FFF2-40B4-BE49-F238E27FC236}">
                  <a16:creationId xmlns:a16="http://schemas.microsoft.com/office/drawing/2014/main" id="{1DEBD7E9-AC2C-C445-1FA5-7593164F11E2}"/>
                </a:ext>
              </a:extLst>
            </p:cNvPr>
            <p:cNvSpPr>
              <a:spLocks noChangeArrowheads="1"/>
            </p:cNvSpPr>
            <p:nvPr/>
          </p:nvSpPr>
          <p:spPr bwMode="auto">
            <a:xfrm>
              <a:off x="5749925" y="6121400"/>
              <a:ext cx="85725" cy="11113"/>
            </a:xfrm>
            <a:custGeom>
              <a:avLst/>
              <a:gdLst>
                <a:gd name="T0" fmla="*/ 15 w 239"/>
                <a:gd name="T1" fmla="*/ 0 h 32"/>
                <a:gd name="T2" fmla="*/ 15 w 239"/>
                <a:gd name="T3" fmla="*/ 0 h 32"/>
                <a:gd name="T4" fmla="*/ 0 w 239"/>
                <a:gd name="T5" fmla="*/ 16 h 32"/>
                <a:gd name="T6" fmla="*/ 15 w 239"/>
                <a:gd name="T7" fmla="*/ 31 h 32"/>
                <a:gd name="T8" fmla="*/ 223 w 239"/>
                <a:gd name="T9" fmla="*/ 31 h 32"/>
                <a:gd name="T10" fmla="*/ 238 w 239"/>
                <a:gd name="T11" fmla="*/ 16 h 32"/>
                <a:gd name="T12" fmla="*/ 223 w 239"/>
                <a:gd name="T13" fmla="*/ 0 h 32"/>
                <a:gd name="T14" fmla="*/ 15 w 23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9" h="32">
                  <a:moveTo>
                    <a:pt x="15" y="0"/>
                  </a:moveTo>
                  <a:lnTo>
                    <a:pt x="15" y="0"/>
                  </a:lnTo>
                  <a:cubicBezTo>
                    <a:pt x="7" y="0"/>
                    <a:pt x="0" y="7"/>
                    <a:pt x="0" y="16"/>
                  </a:cubicBezTo>
                  <a:cubicBezTo>
                    <a:pt x="0" y="24"/>
                    <a:pt x="7" y="31"/>
                    <a:pt x="15" y="31"/>
                  </a:cubicBezTo>
                  <a:cubicBezTo>
                    <a:pt x="223" y="31"/>
                    <a:pt x="223" y="31"/>
                    <a:pt x="223" y="31"/>
                  </a:cubicBezTo>
                  <a:cubicBezTo>
                    <a:pt x="231" y="31"/>
                    <a:pt x="238" y="24"/>
                    <a:pt x="238" y="16"/>
                  </a:cubicBezTo>
                  <a:cubicBezTo>
                    <a:pt x="238" y="7"/>
                    <a:pt x="231" y="0"/>
                    <a:pt x="22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5">
              <a:extLst>
                <a:ext uri="{FF2B5EF4-FFF2-40B4-BE49-F238E27FC236}">
                  <a16:creationId xmlns:a16="http://schemas.microsoft.com/office/drawing/2014/main" id="{0F7701DD-991D-9C05-3DC1-8C3F42D5FBC5}"/>
                </a:ext>
              </a:extLst>
            </p:cNvPr>
            <p:cNvSpPr>
              <a:spLocks noChangeArrowheads="1"/>
            </p:cNvSpPr>
            <p:nvPr/>
          </p:nvSpPr>
          <p:spPr bwMode="auto">
            <a:xfrm>
              <a:off x="5707063" y="5907088"/>
              <a:ext cx="182562" cy="139700"/>
            </a:xfrm>
            <a:custGeom>
              <a:avLst/>
              <a:gdLst>
                <a:gd name="T0" fmla="*/ 0 w 506"/>
                <a:gd name="T1" fmla="*/ 253 h 387"/>
                <a:gd name="T2" fmla="*/ 0 w 506"/>
                <a:gd name="T3" fmla="*/ 253 h 387"/>
                <a:gd name="T4" fmla="*/ 32 w 506"/>
                <a:gd name="T5" fmla="*/ 377 h 387"/>
                <a:gd name="T6" fmla="*/ 53 w 506"/>
                <a:gd name="T7" fmla="*/ 382 h 387"/>
                <a:gd name="T8" fmla="*/ 59 w 506"/>
                <a:gd name="T9" fmla="*/ 363 h 387"/>
                <a:gd name="T10" fmla="*/ 59 w 506"/>
                <a:gd name="T11" fmla="*/ 363 h 387"/>
                <a:gd name="T12" fmla="*/ 30 w 506"/>
                <a:gd name="T13" fmla="*/ 253 h 387"/>
                <a:gd name="T14" fmla="*/ 95 w 506"/>
                <a:gd name="T15" fmla="*/ 95 h 387"/>
                <a:gd name="T16" fmla="*/ 253 w 506"/>
                <a:gd name="T17" fmla="*/ 29 h 387"/>
                <a:gd name="T18" fmla="*/ 410 w 506"/>
                <a:gd name="T19" fmla="*/ 95 h 387"/>
                <a:gd name="T20" fmla="*/ 476 w 506"/>
                <a:gd name="T21" fmla="*/ 253 h 387"/>
                <a:gd name="T22" fmla="*/ 448 w 506"/>
                <a:gd name="T23" fmla="*/ 361 h 387"/>
                <a:gd name="T24" fmla="*/ 454 w 506"/>
                <a:gd name="T25" fmla="*/ 381 h 387"/>
                <a:gd name="T26" fmla="*/ 475 w 506"/>
                <a:gd name="T27" fmla="*/ 375 h 387"/>
                <a:gd name="T28" fmla="*/ 505 w 506"/>
                <a:gd name="T29" fmla="*/ 253 h 387"/>
                <a:gd name="T30" fmla="*/ 253 w 506"/>
                <a:gd name="T31" fmla="*/ 0 h 387"/>
                <a:gd name="T32" fmla="*/ 0 w 506"/>
                <a:gd name="T33" fmla="*/ 253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6" h="387">
                  <a:moveTo>
                    <a:pt x="0" y="253"/>
                  </a:moveTo>
                  <a:lnTo>
                    <a:pt x="0" y="253"/>
                  </a:lnTo>
                  <a:cubicBezTo>
                    <a:pt x="0" y="299"/>
                    <a:pt x="12" y="340"/>
                    <a:pt x="32" y="377"/>
                  </a:cubicBezTo>
                  <a:cubicBezTo>
                    <a:pt x="37" y="384"/>
                    <a:pt x="45" y="386"/>
                    <a:pt x="53" y="382"/>
                  </a:cubicBezTo>
                  <a:cubicBezTo>
                    <a:pt x="60" y="378"/>
                    <a:pt x="63" y="370"/>
                    <a:pt x="59" y="363"/>
                  </a:cubicBezTo>
                  <a:lnTo>
                    <a:pt x="59" y="363"/>
                  </a:lnTo>
                  <a:cubicBezTo>
                    <a:pt x="39" y="331"/>
                    <a:pt x="30" y="293"/>
                    <a:pt x="30" y="253"/>
                  </a:cubicBezTo>
                  <a:cubicBezTo>
                    <a:pt x="30" y="191"/>
                    <a:pt x="55" y="135"/>
                    <a:pt x="95" y="95"/>
                  </a:cubicBezTo>
                  <a:cubicBezTo>
                    <a:pt x="136" y="55"/>
                    <a:pt x="191" y="29"/>
                    <a:pt x="253" y="29"/>
                  </a:cubicBezTo>
                  <a:cubicBezTo>
                    <a:pt x="314" y="29"/>
                    <a:pt x="370" y="55"/>
                    <a:pt x="410" y="95"/>
                  </a:cubicBezTo>
                  <a:cubicBezTo>
                    <a:pt x="451" y="135"/>
                    <a:pt x="476" y="191"/>
                    <a:pt x="476" y="253"/>
                  </a:cubicBezTo>
                  <a:cubicBezTo>
                    <a:pt x="476" y="292"/>
                    <a:pt x="466" y="329"/>
                    <a:pt x="448" y="361"/>
                  </a:cubicBezTo>
                  <a:cubicBezTo>
                    <a:pt x="444" y="368"/>
                    <a:pt x="447" y="377"/>
                    <a:pt x="454" y="381"/>
                  </a:cubicBezTo>
                  <a:cubicBezTo>
                    <a:pt x="461" y="385"/>
                    <a:pt x="470" y="382"/>
                    <a:pt x="475" y="375"/>
                  </a:cubicBezTo>
                  <a:cubicBezTo>
                    <a:pt x="494" y="339"/>
                    <a:pt x="505" y="297"/>
                    <a:pt x="505" y="253"/>
                  </a:cubicBezTo>
                  <a:cubicBezTo>
                    <a:pt x="505" y="113"/>
                    <a:pt x="392" y="0"/>
                    <a:pt x="253" y="0"/>
                  </a:cubicBezTo>
                  <a:cubicBezTo>
                    <a:pt x="113" y="0"/>
                    <a:pt x="0" y="113"/>
                    <a:pt x="0" y="25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7" name="Group 640">
            <a:extLst>
              <a:ext uri="{FF2B5EF4-FFF2-40B4-BE49-F238E27FC236}">
                <a16:creationId xmlns:a16="http://schemas.microsoft.com/office/drawing/2014/main" id="{6076A053-3A20-DDBD-14FF-4AD64C4D8D21}"/>
              </a:ext>
            </a:extLst>
          </p:cNvPr>
          <p:cNvGrpSpPr/>
          <p:nvPr/>
        </p:nvGrpSpPr>
        <p:grpSpPr>
          <a:xfrm>
            <a:off x="7217444" y="5516463"/>
            <a:ext cx="257175" cy="247650"/>
            <a:chOff x="6189663" y="5884863"/>
            <a:chExt cx="257175" cy="247650"/>
          </a:xfrm>
          <a:solidFill>
            <a:schemeClr val="tx2"/>
          </a:solidFill>
        </p:grpSpPr>
        <p:sp>
          <p:nvSpPr>
            <p:cNvPr id="638" name="Freeform 526">
              <a:extLst>
                <a:ext uri="{FF2B5EF4-FFF2-40B4-BE49-F238E27FC236}">
                  <a16:creationId xmlns:a16="http://schemas.microsoft.com/office/drawing/2014/main" id="{EBC505F0-3743-0BBA-F417-7572B0440626}"/>
                </a:ext>
              </a:extLst>
            </p:cNvPr>
            <p:cNvSpPr>
              <a:spLocks noChangeArrowheads="1"/>
            </p:cNvSpPr>
            <p:nvPr/>
          </p:nvSpPr>
          <p:spPr bwMode="auto">
            <a:xfrm>
              <a:off x="6246813" y="5884863"/>
              <a:ext cx="200025" cy="171450"/>
            </a:xfrm>
            <a:custGeom>
              <a:avLst/>
              <a:gdLst>
                <a:gd name="T0" fmla="*/ 410 w 554"/>
                <a:gd name="T1" fmla="*/ 123 h 477"/>
                <a:gd name="T2" fmla="*/ 410 w 554"/>
                <a:gd name="T3" fmla="*/ 123 h 477"/>
                <a:gd name="T4" fmla="*/ 212 w 554"/>
                <a:gd name="T5" fmla="*/ 0 h 477"/>
                <a:gd name="T6" fmla="*/ 2 w 554"/>
                <a:gd name="T7" fmla="*/ 145 h 477"/>
                <a:gd name="T8" fmla="*/ 11 w 554"/>
                <a:gd name="T9" fmla="*/ 163 h 477"/>
                <a:gd name="T10" fmla="*/ 30 w 554"/>
                <a:gd name="T11" fmla="*/ 155 h 477"/>
                <a:gd name="T12" fmla="*/ 212 w 554"/>
                <a:gd name="T13" fmla="*/ 29 h 477"/>
                <a:gd name="T14" fmla="*/ 387 w 554"/>
                <a:gd name="T15" fmla="*/ 142 h 477"/>
                <a:gd name="T16" fmla="*/ 390 w 554"/>
                <a:gd name="T17" fmla="*/ 149 h 477"/>
                <a:gd name="T18" fmla="*/ 399 w 554"/>
                <a:gd name="T19" fmla="*/ 151 h 477"/>
                <a:gd name="T20" fmla="*/ 524 w 554"/>
                <a:gd name="T21" fmla="*/ 297 h 477"/>
                <a:gd name="T22" fmla="*/ 479 w 554"/>
                <a:gd name="T23" fmla="*/ 403 h 477"/>
                <a:gd name="T24" fmla="*/ 375 w 554"/>
                <a:gd name="T25" fmla="*/ 446 h 477"/>
                <a:gd name="T26" fmla="*/ 359 w 554"/>
                <a:gd name="T27" fmla="*/ 462 h 477"/>
                <a:gd name="T28" fmla="*/ 375 w 554"/>
                <a:gd name="T29" fmla="*/ 476 h 477"/>
                <a:gd name="T30" fmla="*/ 375 w 554"/>
                <a:gd name="T31" fmla="*/ 476 h 477"/>
                <a:gd name="T32" fmla="*/ 553 w 554"/>
                <a:gd name="T33" fmla="*/ 297 h 477"/>
                <a:gd name="T34" fmla="*/ 410 w 554"/>
                <a:gd name="T35" fmla="*/ 1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4" h="477">
                  <a:moveTo>
                    <a:pt x="410" y="123"/>
                  </a:moveTo>
                  <a:lnTo>
                    <a:pt x="410" y="123"/>
                  </a:lnTo>
                  <a:cubicBezTo>
                    <a:pt x="373" y="50"/>
                    <a:pt x="298" y="0"/>
                    <a:pt x="212" y="0"/>
                  </a:cubicBezTo>
                  <a:cubicBezTo>
                    <a:pt x="115" y="0"/>
                    <a:pt x="35" y="60"/>
                    <a:pt x="2" y="145"/>
                  </a:cubicBezTo>
                  <a:cubicBezTo>
                    <a:pt x="0" y="152"/>
                    <a:pt x="4" y="161"/>
                    <a:pt x="11" y="163"/>
                  </a:cubicBezTo>
                  <a:cubicBezTo>
                    <a:pt x="19" y="166"/>
                    <a:pt x="28" y="163"/>
                    <a:pt x="30" y="155"/>
                  </a:cubicBezTo>
                  <a:cubicBezTo>
                    <a:pt x="58" y="82"/>
                    <a:pt x="128" y="29"/>
                    <a:pt x="212" y="29"/>
                  </a:cubicBezTo>
                  <a:cubicBezTo>
                    <a:pt x="290" y="29"/>
                    <a:pt x="357" y="77"/>
                    <a:pt x="387" y="142"/>
                  </a:cubicBezTo>
                  <a:cubicBezTo>
                    <a:pt x="390" y="149"/>
                    <a:pt x="390" y="149"/>
                    <a:pt x="390" y="149"/>
                  </a:cubicBezTo>
                  <a:cubicBezTo>
                    <a:pt x="399" y="151"/>
                    <a:pt x="399" y="151"/>
                    <a:pt x="399" y="151"/>
                  </a:cubicBezTo>
                  <a:cubicBezTo>
                    <a:pt x="470" y="162"/>
                    <a:pt x="524" y="223"/>
                    <a:pt x="524" y="297"/>
                  </a:cubicBezTo>
                  <a:cubicBezTo>
                    <a:pt x="524" y="339"/>
                    <a:pt x="507" y="377"/>
                    <a:pt x="479" y="403"/>
                  </a:cubicBezTo>
                  <a:cubicBezTo>
                    <a:pt x="453" y="430"/>
                    <a:pt x="417" y="446"/>
                    <a:pt x="375" y="446"/>
                  </a:cubicBezTo>
                  <a:cubicBezTo>
                    <a:pt x="366" y="446"/>
                    <a:pt x="359" y="453"/>
                    <a:pt x="359" y="462"/>
                  </a:cubicBezTo>
                  <a:cubicBezTo>
                    <a:pt x="359" y="470"/>
                    <a:pt x="366" y="476"/>
                    <a:pt x="375" y="476"/>
                  </a:cubicBezTo>
                  <a:lnTo>
                    <a:pt x="375" y="476"/>
                  </a:lnTo>
                  <a:cubicBezTo>
                    <a:pt x="474" y="476"/>
                    <a:pt x="553" y="396"/>
                    <a:pt x="553" y="297"/>
                  </a:cubicBezTo>
                  <a:cubicBezTo>
                    <a:pt x="553" y="211"/>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9" name="Freeform 527">
              <a:extLst>
                <a:ext uri="{FF2B5EF4-FFF2-40B4-BE49-F238E27FC236}">
                  <a16:creationId xmlns:a16="http://schemas.microsoft.com/office/drawing/2014/main" id="{515AA6C1-6824-16DB-3EC6-7C8A44AEE287}"/>
                </a:ext>
              </a:extLst>
            </p:cNvPr>
            <p:cNvSpPr>
              <a:spLocks noChangeArrowheads="1"/>
            </p:cNvSpPr>
            <p:nvPr/>
          </p:nvSpPr>
          <p:spPr bwMode="auto">
            <a:xfrm>
              <a:off x="6189663" y="5949950"/>
              <a:ext cx="98425" cy="106363"/>
            </a:xfrm>
            <a:custGeom>
              <a:avLst/>
              <a:gdLst>
                <a:gd name="T0" fmla="*/ 123 w 273"/>
                <a:gd name="T1" fmla="*/ 293 h 295"/>
                <a:gd name="T2" fmla="*/ 123 w 273"/>
                <a:gd name="T3" fmla="*/ 293 h 295"/>
                <a:gd name="T4" fmla="*/ 141 w 273"/>
                <a:gd name="T5" fmla="*/ 281 h 295"/>
                <a:gd name="T6" fmla="*/ 130 w 273"/>
                <a:gd name="T7" fmla="*/ 263 h 295"/>
                <a:gd name="T8" fmla="*/ 130 w 273"/>
                <a:gd name="T9" fmla="*/ 263 h 295"/>
                <a:gd name="T10" fmla="*/ 57 w 273"/>
                <a:gd name="T11" fmla="*/ 221 h 295"/>
                <a:gd name="T12" fmla="*/ 30 w 273"/>
                <a:gd name="T13" fmla="*/ 149 h 295"/>
                <a:gd name="T14" fmla="*/ 69 w 273"/>
                <a:gd name="T15" fmla="*/ 65 h 295"/>
                <a:gd name="T16" fmla="*/ 163 w 273"/>
                <a:gd name="T17" fmla="*/ 29 h 295"/>
                <a:gd name="T18" fmla="*/ 244 w 273"/>
                <a:gd name="T19" fmla="*/ 72 h 295"/>
                <a:gd name="T20" fmla="*/ 265 w 273"/>
                <a:gd name="T21" fmla="*/ 74 h 295"/>
                <a:gd name="T22" fmla="*/ 267 w 273"/>
                <a:gd name="T23" fmla="*/ 53 h 295"/>
                <a:gd name="T24" fmla="*/ 163 w 273"/>
                <a:gd name="T25" fmla="*/ 0 h 295"/>
                <a:gd name="T26" fmla="*/ 49 w 273"/>
                <a:gd name="T27" fmla="*/ 43 h 295"/>
                <a:gd name="T28" fmla="*/ 0 w 273"/>
                <a:gd name="T29" fmla="*/ 149 h 295"/>
                <a:gd name="T30" fmla="*/ 35 w 273"/>
                <a:gd name="T31" fmla="*/ 241 h 295"/>
                <a:gd name="T32" fmla="*/ 123 w 273"/>
                <a:gd name="T33" fmla="*/ 29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5">
                  <a:moveTo>
                    <a:pt x="123" y="293"/>
                  </a:moveTo>
                  <a:lnTo>
                    <a:pt x="123" y="293"/>
                  </a:lnTo>
                  <a:cubicBezTo>
                    <a:pt x="131" y="294"/>
                    <a:pt x="140" y="290"/>
                    <a:pt x="141" y="281"/>
                  </a:cubicBezTo>
                  <a:cubicBezTo>
                    <a:pt x="143" y="273"/>
                    <a:pt x="138" y="266"/>
                    <a:pt x="130" y="263"/>
                  </a:cubicBezTo>
                  <a:lnTo>
                    <a:pt x="130" y="263"/>
                  </a:lnTo>
                  <a:cubicBezTo>
                    <a:pt x="101" y="258"/>
                    <a:pt x="76" y="242"/>
                    <a:pt x="57" y="221"/>
                  </a:cubicBezTo>
                  <a:cubicBezTo>
                    <a:pt x="41" y="200"/>
                    <a:pt x="30" y="175"/>
                    <a:pt x="30" y="149"/>
                  </a:cubicBezTo>
                  <a:cubicBezTo>
                    <a:pt x="30" y="117"/>
                    <a:pt x="45" y="86"/>
                    <a:pt x="69" y="65"/>
                  </a:cubicBezTo>
                  <a:cubicBezTo>
                    <a:pt x="92" y="43"/>
                    <a:pt x="126" y="29"/>
                    <a:pt x="163" y="29"/>
                  </a:cubicBezTo>
                  <a:cubicBezTo>
                    <a:pt x="193" y="29"/>
                    <a:pt x="223" y="47"/>
                    <a:pt x="244" y="72"/>
                  </a:cubicBezTo>
                  <a:cubicBezTo>
                    <a:pt x="249" y="78"/>
                    <a:pt x="258" y="79"/>
                    <a:pt x="265" y="74"/>
                  </a:cubicBezTo>
                  <a:cubicBezTo>
                    <a:pt x="271" y="69"/>
                    <a:pt x="272" y="60"/>
                    <a:pt x="267" y="53"/>
                  </a:cubicBezTo>
                  <a:cubicBezTo>
                    <a:pt x="242" y="22"/>
                    <a:pt x="204" y="0"/>
                    <a:pt x="163" y="0"/>
                  </a:cubicBezTo>
                  <a:cubicBezTo>
                    <a:pt x="119" y="0"/>
                    <a:pt x="78" y="16"/>
                    <a:pt x="49" y="43"/>
                  </a:cubicBezTo>
                  <a:cubicBezTo>
                    <a:pt x="18" y="69"/>
                    <a:pt x="0" y="107"/>
                    <a:pt x="0" y="149"/>
                  </a:cubicBezTo>
                  <a:cubicBezTo>
                    <a:pt x="0" y="184"/>
                    <a:pt x="14" y="216"/>
                    <a:pt x="35" y="241"/>
                  </a:cubicBezTo>
                  <a:cubicBezTo>
                    <a:pt x="57" y="266"/>
                    <a:pt x="88" y="284"/>
                    <a:pt x="123"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28">
              <a:extLst>
                <a:ext uri="{FF2B5EF4-FFF2-40B4-BE49-F238E27FC236}">
                  <a16:creationId xmlns:a16="http://schemas.microsoft.com/office/drawing/2014/main" id="{C740AB7E-2EB7-D388-A09F-1907C4DC431C}"/>
                </a:ext>
              </a:extLst>
            </p:cNvPr>
            <p:cNvSpPr>
              <a:spLocks noChangeArrowheads="1"/>
            </p:cNvSpPr>
            <p:nvPr/>
          </p:nvSpPr>
          <p:spPr bwMode="auto">
            <a:xfrm>
              <a:off x="6253163" y="6056313"/>
              <a:ext cx="107950" cy="11112"/>
            </a:xfrm>
            <a:custGeom>
              <a:avLst/>
              <a:gdLst>
                <a:gd name="T0" fmla="*/ 281 w 298"/>
                <a:gd name="T1" fmla="*/ 0 h 31"/>
                <a:gd name="T2" fmla="*/ 281 w 298"/>
                <a:gd name="T3" fmla="*/ 0 h 31"/>
                <a:gd name="T4" fmla="*/ 14 w 298"/>
                <a:gd name="T5" fmla="*/ 0 h 31"/>
                <a:gd name="T6" fmla="*/ 0 w 298"/>
                <a:gd name="T7" fmla="*/ 15 h 31"/>
                <a:gd name="T8" fmla="*/ 14 w 298"/>
                <a:gd name="T9" fmla="*/ 30 h 31"/>
                <a:gd name="T10" fmla="*/ 281 w 298"/>
                <a:gd name="T11" fmla="*/ 30 h 31"/>
                <a:gd name="T12" fmla="*/ 297 w 298"/>
                <a:gd name="T13" fmla="*/ 15 h 31"/>
                <a:gd name="T14" fmla="*/ 281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1" y="0"/>
                  </a:moveTo>
                  <a:lnTo>
                    <a:pt x="281" y="0"/>
                  </a:lnTo>
                  <a:cubicBezTo>
                    <a:pt x="14" y="0"/>
                    <a:pt x="14" y="0"/>
                    <a:pt x="14" y="0"/>
                  </a:cubicBezTo>
                  <a:cubicBezTo>
                    <a:pt x="5" y="0"/>
                    <a:pt x="0" y="7"/>
                    <a:pt x="0" y="15"/>
                  </a:cubicBezTo>
                  <a:cubicBezTo>
                    <a:pt x="0" y="23"/>
                    <a:pt x="5" y="30"/>
                    <a:pt x="14" y="30"/>
                  </a:cubicBezTo>
                  <a:cubicBezTo>
                    <a:pt x="281" y="30"/>
                    <a:pt x="281" y="30"/>
                    <a:pt x="281" y="30"/>
                  </a:cubicBezTo>
                  <a:cubicBezTo>
                    <a:pt x="290" y="30"/>
                    <a:pt x="297" y="23"/>
                    <a:pt x="297" y="15"/>
                  </a:cubicBezTo>
                  <a:cubicBezTo>
                    <a:pt x="297" y="7"/>
                    <a:pt x="290"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29">
              <a:extLst>
                <a:ext uri="{FF2B5EF4-FFF2-40B4-BE49-F238E27FC236}">
                  <a16:creationId xmlns:a16="http://schemas.microsoft.com/office/drawing/2014/main" id="{69C0407C-2FC2-ABE8-6854-BBCDC34C9E22}"/>
                </a:ext>
              </a:extLst>
            </p:cNvPr>
            <p:cNvSpPr>
              <a:spLocks noChangeArrowheads="1"/>
            </p:cNvSpPr>
            <p:nvPr/>
          </p:nvSpPr>
          <p:spPr bwMode="auto">
            <a:xfrm>
              <a:off x="6221413" y="6088063"/>
              <a:ext cx="128587" cy="11112"/>
            </a:xfrm>
            <a:custGeom>
              <a:avLst/>
              <a:gdLst>
                <a:gd name="T0" fmla="*/ 341 w 358"/>
                <a:gd name="T1" fmla="*/ 31 h 32"/>
                <a:gd name="T2" fmla="*/ 341 w 358"/>
                <a:gd name="T3" fmla="*/ 31 h 32"/>
                <a:gd name="T4" fmla="*/ 357 w 358"/>
                <a:gd name="T5" fmla="*/ 15 h 32"/>
                <a:gd name="T6" fmla="*/ 341 w 358"/>
                <a:gd name="T7" fmla="*/ 0 h 32"/>
                <a:gd name="T8" fmla="*/ 13 w 358"/>
                <a:gd name="T9" fmla="*/ 0 h 32"/>
                <a:gd name="T10" fmla="*/ 0 w 358"/>
                <a:gd name="T11" fmla="*/ 15 h 32"/>
                <a:gd name="T12" fmla="*/ 13 w 358"/>
                <a:gd name="T13" fmla="*/ 31 h 32"/>
                <a:gd name="T14" fmla="*/ 341 w 35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8" h="32">
                  <a:moveTo>
                    <a:pt x="341" y="31"/>
                  </a:moveTo>
                  <a:lnTo>
                    <a:pt x="341" y="31"/>
                  </a:lnTo>
                  <a:cubicBezTo>
                    <a:pt x="350" y="31"/>
                    <a:pt x="357" y="24"/>
                    <a:pt x="357" y="15"/>
                  </a:cubicBezTo>
                  <a:cubicBezTo>
                    <a:pt x="357" y="7"/>
                    <a:pt x="350" y="0"/>
                    <a:pt x="341" y="0"/>
                  </a:cubicBezTo>
                  <a:cubicBezTo>
                    <a:pt x="13" y="0"/>
                    <a:pt x="13" y="0"/>
                    <a:pt x="13" y="0"/>
                  </a:cubicBezTo>
                  <a:cubicBezTo>
                    <a:pt x="5" y="0"/>
                    <a:pt x="0" y="7"/>
                    <a:pt x="0" y="15"/>
                  </a:cubicBezTo>
                  <a:cubicBezTo>
                    <a:pt x="0" y="24"/>
                    <a:pt x="5" y="31"/>
                    <a:pt x="13" y="31"/>
                  </a:cubicBezTo>
                  <a:lnTo>
                    <a:pt x="341"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0">
              <a:extLst>
                <a:ext uri="{FF2B5EF4-FFF2-40B4-BE49-F238E27FC236}">
                  <a16:creationId xmlns:a16="http://schemas.microsoft.com/office/drawing/2014/main" id="{1466DAEA-FCD8-515F-6802-8360892EBFF0}"/>
                </a:ext>
              </a:extLst>
            </p:cNvPr>
            <p:cNvSpPr>
              <a:spLocks noChangeArrowheads="1"/>
            </p:cNvSpPr>
            <p:nvPr/>
          </p:nvSpPr>
          <p:spPr bwMode="auto">
            <a:xfrm>
              <a:off x="6275388" y="6121400"/>
              <a:ext cx="96837" cy="11113"/>
            </a:xfrm>
            <a:custGeom>
              <a:avLst/>
              <a:gdLst>
                <a:gd name="T0" fmla="*/ 254 w 269"/>
                <a:gd name="T1" fmla="*/ 0 h 32"/>
                <a:gd name="T2" fmla="*/ 254 w 269"/>
                <a:gd name="T3" fmla="*/ 0 h 32"/>
                <a:gd name="T4" fmla="*/ 16 w 269"/>
                <a:gd name="T5" fmla="*/ 0 h 32"/>
                <a:gd name="T6" fmla="*/ 0 w 269"/>
                <a:gd name="T7" fmla="*/ 16 h 32"/>
                <a:gd name="T8" fmla="*/ 16 w 269"/>
                <a:gd name="T9" fmla="*/ 31 h 32"/>
                <a:gd name="T10" fmla="*/ 254 w 269"/>
                <a:gd name="T11" fmla="*/ 31 h 32"/>
                <a:gd name="T12" fmla="*/ 268 w 269"/>
                <a:gd name="T13" fmla="*/ 16 h 32"/>
                <a:gd name="T14" fmla="*/ 254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4" y="0"/>
                  </a:moveTo>
                  <a:lnTo>
                    <a:pt x="254" y="0"/>
                  </a:lnTo>
                  <a:cubicBezTo>
                    <a:pt x="16" y="0"/>
                    <a:pt x="16" y="0"/>
                    <a:pt x="16" y="0"/>
                  </a:cubicBezTo>
                  <a:cubicBezTo>
                    <a:pt x="7" y="0"/>
                    <a:pt x="0" y="7"/>
                    <a:pt x="0" y="16"/>
                  </a:cubicBezTo>
                  <a:cubicBezTo>
                    <a:pt x="0" y="24"/>
                    <a:pt x="7" y="31"/>
                    <a:pt x="16" y="31"/>
                  </a:cubicBezTo>
                  <a:cubicBezTo>
                    <a:pt x="254" y="31"/>
                    <a:pt x="254" y="31"/>
                    <a:pt x="254" y="31"/>
                  </a:cubicBezTo>
                  <a:cubicBezTo>
                    <a:pt x="263" y="31"/>
                    <a:pt x="268" y="24"/>
                    <a:pt x="268" y="16"/>
                  </a:cubicBezTo>
                  <a:cubicBezTo>
                    <a:pt x="268" y="7"/>
                    <a:pt x="263" y="0"/>
                    <a:pt x="25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3" name="Group 646">
            <a:extLst>
              <a:ext uri="{FF2B5EF4-FFF2-40B4-BE49-F238E27FC236}">
                <a16:creationId xmlns:a16="http://schemas.microsoft.com/office/drawing/2014/main" id="{CB5C9AC6-3D15-4056-FE1E-10BE504E12FF}"/>
              </a:ext>
            </a:extLst>
          </p:cNvPr>
          <p:cNvGrpSpPr/>
          <p:nvPr/>
        </p:nvGrpSpPr>
        <p:grpSpPr>
          <a:xfrm>
            <a:off x="6188744" y="5014019"/>
            <a:ext cx="258762" cy="215900"/>
            <a:chOff x="5160963" y="5381625"/>
            <a:chExt cx="258762" cy="215900"/>
          </a:xfrm>
          <a:solidFill>
            <a:schemeClr val="tx2"/>
          </a:solidFill>
        </p:grpSpPr>
        <p:sp>
          <p:nvSpPr>
            <p:cNvPr id="644" name="Freeform 531">
              <a:extLst>
                <a:ext uri="{FF2B5EF4-FFF2-40B4-BE49-F238E27FC236}">
                  <a16:creationId xmlns:a16="http://schemas.microsoft.com/office/drawing/2014/main" id="{33A91616-4322-453A-F887-E49431D6C7CD}"/>
                </a:ext>
              </a:extLst>
            </p:cNvPr>
            <p:cNvSpPr>
              <a:spLocks noChangeArrowheads="1"/>
            </p:cNvSpPr>
            <p:nvPr/>
          </p:nvSpPr>
          <p:spPr bwMode="auto">
            <a:xfrm>
              <a:off x="5219700" y="5381625"/>
              <a:ext cx="200025" cy="171450"/>
            </a:xfrm>
            <a:custGeom>
              <a:avLst/>
              <a:gdLst>
                <a:gd name="T0" fmla="*/ 410 w 555"/>
                <a:gd name="T1" fmla="*/ 125 h 478"/>
                <a:gd name="T2" fmla="*/ 410 w 555"/>
                <a:gd name="T3" fmla="*/ 125 h 478"/>
                <a:gd name="T4" fmla="*/ 211 w 555"/>
                <a:gd name="T5" fmla="*/ 0 h 478"/>
                <a:gd name="T6" fmla="*/ 3 w 555"/>
                <a:gd name="T7" fmla="*/ 145 h 478"/>
                <a:gd name="T8" fmla="*/ 12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9 w 555"/>
                <a:gd name="T27" fmla="*/ 447 h 478"/>
                <a:gd name="T28" fmla="*/ 331 w 555"/>
                <a:gd name="T29" fmla="*/ 447 h 478"/>
                <a:gd name="T30" fmla="*/ 316 w 555"/>
                <a:gd name="T31" fmla="*/ 462 h 478"/>
                <a:gd name="T32" fmla="*/ 331 w 555"/>
                <a:gd name="T33" fmla="*/ 477 h 478"/>
                <a:gd name="T34" fmla="*/ 331 w 555"/>
                <a:gd name="T35" fmla="*/ 477 h 478"/>
                <a:gd name="T36" fmla="*/ 369 w 555"/>
                <a:gd name="T37" fmla="*/ 477 h 478"/>
                <a:gd name="T38" fmla="*/ 489 w 555"/>
                <a:gd name="T39" fmla="*/ 434 h 478"/>
                <a:gd name="T40" fmla="*/ 551 w 555"/>
                <a:gd name="T41" fmla="*/ 324 h 478"/>
                <a:gd name="T42" fmla="*/ 554 w 555"/>
                <a:gd name="T43" fmla="*/ 299 h 478"/>
                <a:gd name="T44" fmla="*/ 410 w 555"/>
                <a:gd name="T45" fmla="*/ 1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5"/>
                  </a:moveTo>
                  <a:lnTo>
                    <a:pt x="410" y="125"/>
                  </a:lnTo>
                  <a:cubicBezTo>
                    <a:pt x="374" y="51"/>
                    <a:pt x="299" y="0"/>
                    <a:pt x="211" y="0"/>
                  </a:cubicBezTo>
                  <a:cubicBezTo>
                    <a:pt x="116" y="0"/>
                    <a:pt x="35" y="60"/>
                    <a:pt x="3" y="145"/>
                  </a:cubicBezTo>
                  <a:cubicBezTo>
                    <a:pt x="0" y="152"/>
                    <a:pt x="3" y="162"/>
                    <a:pt x="12" y="165"/>
                  </a:cubicBezTo>
                  <a:cubicBezTo>
                    <a:pt x="19"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3" y="434"/>
                    <a:pt x="406" y="447"/>
                    <a:pt x="369" y="447"/>
                  </a:cubicBezTo>
                  <a:cubicBezTo>
                    <a:pt x="331" y="447"/>
                    <a:pt x="331" y="447"/>
                    <a:pt x="331" y="447"/>
                  </a:cubicBezTo>
                  <a:cubicBezTo>
                    <a:pt x="323" y="447"/>
                    <a:pt x="316" y="454"/>
                    <a:pt x="316" y="462"/>
                  </a:cubicBezTo>
                  <a:cubicBezTo>
                    <a:pt x="316" y="470"/>
                    <a:pt x="323" y="477"/>
                    <a:pt x="331" y="477"/>
                  </a:cubicBezTo>
                  <a:lnTo>
                    <a:pt x="331" y="477"/>
                  </a:lnTo>
                  <a:cubicBezTo>
                    <a:pt x="369" y="477"/>
                    <a:pt x="369" y="477"/>
                    <a:pt x="369" y="477"/>
                  </a:cubicBezTo>
                  <a:cubicBezTo>
                    <a:pt x="413" y="477"/>
                    <a:pt x="455" y="462"/>
                    <a:pt x="489" y="434"/>
                  </a:cubicBezTo>
                  <a:cubicBezTo>
                    <a:pt x="522" y="408"/>
                    <a:pt x="546" y="370"/>
                    <a:pt x="551" y="324"/>
                  </a:cubicBezTo>
                  <a:cubicBezTo>
                    <a:pt x="553" y="316"/>
                    <a:pt x="554" y="307"/>
                    <a:pt x="554" y="299"/>
                  </a:cubicBezTo>
                  <a:cubicBezTo>
                    <a:pt x="554" y="212"/>
                    <a:pt x="493" y="140"/>
                    <a:pt x="410" y="1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2">
              <a:extLst>
                <a:ext uri="{FF2B5EF4-FFF2-40B4-BE49-F238E27FC236}">
                  <a16:creationId xmlns:a16="http://schemas.microsoft.com/office/drawing/2014/main" id="{FF316155-8944-CA8E-9409-606A7CD55A5D}"/>
                </a:ext>
              </a:extLst>
            </p:cNvPr>
            <p:cNvSpPr>
              <a:spLocks noChangeArrowheads="1"/>
            </p:cNvSpPr>
            <p:nvPr/>
          </p:nvSpPr>
          <p:spPr bwMode="auto">
            <a:xfrm>
              <a:off x="5160963" y="5446713"/>
              <a:ext cx="98425" cy="107950"/>
            </a:xfrm>
            <a:custGeom>
              <a:avLst/>
              <a:gdLst>
                <a:gd name="T0" fmla="*/ 179 w 273"/>
                <a:gd name="T1" fmla="*/ 283 h 299"/>
                <a:gd name="T2" fmla="*/ 179 w 273"/>
                <a:gd name="T3" fmla="*/ 283 h 299"/>
                <a:gd name="T4" fmla="*/ 163 w 273"/>
                <a:gd name="T5" fmla="*/ 268 h 299"/>
                <a:gd name="T6" fmla="*/ 163 w 273"/>
                <a:gd name="T7" fmla="*/ 268 h 299"/>
                <a:gd name="T8" fmla="*/ 68 w 273"/>
                <a:gd name="T9" fmla="*/ 233 h 299"/>
                <a:gd name="T10" fmla="*/ 29 w 273"/>
                <a:gd name="T11" fmla="*/ 149 h 299"/>
                <a:gd name="T12" fmla="*/ 68 w 273"/>
                <a:gd name="T13" fmla="*/ 65 h 299"/>
                <a:gd name="T14" fmla="*/ 163 w 273"/>
                <a:gd name="T15" fmla="*/ 31 h 299"/>
                <a:gd name="T16" fmla="*/ 243 w 273"/>
                <a:gd name="T17" fmla="*/ 72 h 299"/>
                <a:gd name="T18" fmla="*/ 264 w 273"/>
                <a:gd name="T19" fmla="*/ 75 h 299"/>
                <a:gd name="T20" fmla="*/ 266 w 273"/>
                <a:gd name="T21" fmla="*/ 54 h 299"/>
                <a:gd name="T22" fmla="*/ 163 w 273"/>
                <a:gd name="T23" fmla="*/ 0 h 299"/>
                <a:gd name="T24" fmla="*/ 47 w 273"/>
                <a:gd name="T25" fmla="*/ 43 h 299"/>
                <a:gd name="T26" fmla="*/ 0 w 273"/>
                <a:gd name="T27" fmla="*/ 149 h 299"/>
                <a:gd name="T28" fmla="*/ 47 w 273"/>
                <a:gd name="T29" fmla="*/ 255 h 299"/>
                <a:gd name="T30" fmla="*/ 163 w 273"/>
                <a:gd name="T31" fmla="*/ 298 h 299"/>
                <a:gd name="T32" fmla="*/ 179 w 273"/>
                <a:gd name="T33" fmla="*/ 28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179" y="283"/>
                  </a:moveTo>
                  <a:lnTo>
                    <a:pt x="179" y="283"/>
                  </a:lnTo>
                  <a:cubicBezTo>
                    <a:pt x="179" y="275"/>
                    <a:pt x="172" y="268"/>
                    <a:pt x="163" y="268"/>
                  </a:cubicBezTo>
                  <a:lnTo>
                    <a:pt x="163" y="268"/>
                  </a:lnTo>
                  <a:cubicBezTo>
                    <a:pt x="126" y="268"/>
                    <a:pt x="92" y="255"/>
                    <a:pt x="68" y="233"/>
                  </a:cubicBezTo>
                  <a:cubicBezTo>
                    <a:pt x="43" y="210"/>
                    <a:pt x="29" y="181"/>
                    <a:pt x="29" y="149"/>
                  </a:cubicBezTo>
                  <a:cubicBezTo>
                    <a:pt x="29" y="117"/>
                    <a:pt x="43" y="88"/>
                    <a:pt x="68" y="65"/>
                  </a:cubicBezTo>
                  <a:cubicBezTo>
                    <a:pt x="92" y="45"/>
                    <a:pt x="126" y="31"/>
                    <a:pt x="163" y="31"/>
                  </a:cubicBezTo>
                  <a:cubicBezTo>
                    <a:pt x="191" y="31"/>
                    <a:pt x="223" y="47"/>
                    <a:pt x="243" y="72"/>
                  </a:cubicBezTo>
                  <a:cubicBezTo>
                    <a:pt x="248" y="79"/>
                    <a:pt x="258" y="79"/>
                    <a:pt x="264" y="75"/>
                  </a:cubicBezTo>
                  <a:cubicBezTo>
                    <a:pt x="271" y="70"/>
                    <a:pt x="272" y="60"/>
                    <a:pt x="266" y="54"/>
                  </a:cubicBezTo>
                  <a:cubicBezTo>
                    <a:pt x="241" y="24"/>
                    <a:pt x="204" y="1"/>
                    <a:pt x="163" y="0"/>
                  </a:cubicBezTo>
                  <a:cubicBezTo>
                    <a:pt x="119" y="0"/>
                    <a:pt x="78" y="17"/>
                    <a:pt x="47" y="43"/>
                  </a:cubicBezTo>
                  <a:cubicBezTo>
                    <a:pt x="18" y="70"/>
                    <a:pt x="0" y="107"/>
                    <a:pt x="0" y="149"/>
                  </a:cubicBezTo>
                  <a:cubicBezTo>
                    <a:pt x="0" y="191"/>
                    <a:pt x="18" y="229"/>
                    <a:pt x="47" y="255"/>
                  </a:cubicBezTo>
                  <a:cubicBezTo>
                    <a:pt x="78" y="282"/>
                    <a:pt x="119" y="298"/>
                    <a:pt x="163" y="298"/>
                  </a:cubicBezTo>
                  <a:cubicBezTo>
                    <a:pt x="172" y="298"/>
                    <a:pt x="179" y="291"/>
                    <a:pt x="179" y="2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6" name="Freeform 533">
              <a:extLst>
                <a:ext uri="{FF2B5EF4-FFF2-40B4-BE49-F238E27FC236}">
                  <a16:creationId xmlns:a16="http://schemas.microsoft.com/office/drawing/2014/main" id="{A58EB06F-6BCC-7242-D7EE-7E76280B71A8}"/>
                </a:ext>
              </a:extLst>
            </p:cNvPr>
            <p:cNvSpPr>
              <a:spLocks noChangeArrowheads="1"/>
            </p:cNvSpPr>
            <p:nvPr/>
          </p:nvSpPr>
          <p:spPr bwMode="auto">
            <a:xfrm>
              <a:off x="5311775" y="5510213"/>
              <a:ext cx="11113" cy="11112"/>
            </a:xfrm>
            <a:custGeom>
              <a:avLst/>
              <a:gdLst>
                <a:gd name="T0" fmla="*/ 15 w 31"/>
                <a:gd name="T1" fmla="*/ 31 h 32"/>
                <a:gd name="T2" fmla="*/ 15 w 31"/>
                <a:gd name="T3" fmla="*/ 31 h 32"/>
                <a:gd name="T4" fmla="*/ 30 w 31"/>
                <a:gd name="T5" fmla="*/ 16 h 32"/>
                <a:gd name="T6" fmla="*/ 15 w 31"/>
                <a:gd name="T7" fmla="*/ 0 h 32"/>
                <a:gd name="T8" fmla="*/ 0 w 31"/>
                <a:gd name="T9" fmla="*/ 16 h 32"/>
                <a:gd name="T10" fmla="*/ 15 w 31"/>
                <a:gd name="T11" fmla="*/ 31 h 32"/>
              </a:gdLst>
              <a:ahLst/>
              <a:cxnLst>
                <a:cxn ang="0">
                  <a:pos x="T0" y="T1"/>
                </a:cxn>
                <a:cxn ang="0">
                  <a:pos x="T2" y="T3"/>
                </a:cxn>
                <a:cxn ang="0">
                  <a:pos x="T4" y="T5"/>
                </a:cxn>
                <a:cxn ang="0">
                  <a:pos x="T6" y="T7"/>
                </a:cxn>
                <a:cxn ang="0">
                  <a:pos x="T8" y="T9"/>
                </a:cxn>
                <a:cxn ang="0">
                  <a:pos x="T10" y="T11"/>
                </a:cxn>
              </a:cxnLst>
              <a:rect l="0" t="0" r="r" b="b"/>
              <a:pathLst>
                <a:path w="31" h="32">
                  <a:moveTo>
                    <a:pt x="15" y="31"/>
                  </a:moveTo>
                  <a:lnTo>
                    <a:pt x="15" y="31"/>
                  </a:lnTo>
                  <a:cubicBezTo>
                    <a:pt x="23" y="31"/>
                    <a:pt x="30" y="24"/>
                    <a:pt x="30" y="16"/>
                  </a:cubicBezTo>
                  <a:cubicBezTo>
                    <a:pt x="30" y="7"/>
                    <a:pt x="23" y="0"/>
                    <a:pt x="15" y="0"/>
                  </a:cubicBezTo>
                  <a:cubicBezTo>
                    <a:pt x="7" y="0"/>
                    <a:pt x="0" y="7"/>
                    <a:pt x="0" y="16"/>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7" name="Freeform 534">
              <a:extLst>
                <a:ext uri="{FF2B5EF4-FFF2-40B4-BE49-F238E27FC236}">
                  <a16:creationId xmlns:a16="http://schemas.microsoft.com/office/drawing/2014/main" id="{B8CF2088-D208-08AD-2897-8F00E0C4949A}"/>
                </a:ext>
              </a:extLst>
            </p:cNvPr>
            <p:cNvSpPr>
              <a:spLocks noChangeArrowheads="1"/>
            </p:cNvSpPr>
            <p:nvPr/>
          </p:nvSpPr>
          <p:spPr bwMode="auto">
            <a:xfrm>
              <a:off x="5300663" y="5532438"/>
              <a:ext cx="11112" cy="11112"/>
            </a:xfrm>
            <a:custGeom>
              <a:avLst/>
              <a:gdLst>
                <a:gd name="T0" fmla="*/ 30 w 31"/>
                <a:gd name="T1" fmla="*/ 16 h 31"/>
                <a:gd name="T2" fmla="*/ 30 w 31"/>
                <a:gd name="T3" fmla="*/ 16 h 31"/>
                <a:gd name="T4" fmla="*/ 16 w 31"/>
                <a:gd name="T5" fmla="*/ 0 h 31"/>
                <a:gd name="T6" fmla="*/ 0 w 31"/>
                <a:gd name="T7" fmla="*/ 16 h 31"/>
                <a:gd name="T8" fmla="*/ 16 w 31"/>
                <a:gd name="T9" fmla="*/ 30 h 31"/>
                <a:gd name="T10" fmla="*/ 3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30" y="16"/>
                  </a:moveTo>
                  <a:lnTo>
                    <a:pt x="30" y="16"/>
                  </a:lnTo>
                  <a:cubicBezTo>
                    <a:pt x="30" y="7"/>
                    <a:pt x="24" y="0"/>
                    <a:pt x="16" y="0"/>
                  </a:cubicBezTo>
                  <a:cubicBezTo>
                    <a:pt x="7" y="0"/>
                    <a:pt x="0" y="7"/>
                    <a:pt x="0" y="16"/>
                  </a:cubicBezTo>
                  <a:cubicBezTo>
                    <a:pt x="0" y="24"/>
                    <a:pt x="7" y="30"/>
                    <a:pt x="16" y="30"/>
                  </a:cubicBezTo>
                  <a:cubicBezTo>
                    <a:pt x="24" y="30"/>
                    <a:pt x="30" y="24"/>
                    <a:pt x="3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5">
              <a:extLst>
                <a:ext uri="{FF2B5EF4-FFF2-40B4-BE49-F238E27FC236}">
                  <a16:creationId xmlns:a16="http://schemas.microsoft.com/office/drawing/2014/main" id="{89AC79AD-B175-1F49-CD88-B61417A4135C}"/>
                </a:ext>
              </a:extLst>
            </p:cNvPr>
            <p:cNvSpPr>
              <a:spLocks noChangeArrowheads="1"/>
            </p:cNvSpPr>
            <p:nvPr/>
          </p:nvSpPr>
          <p:spPr bwMode="auto">
            <a:xfrm>
              <a:off x="5289550" y="5553075"/>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6" y="0"/>
                    <a:pt x="0" y="7"/>
                    <a:pt x="0" y="14"/>
                  </a:cubicBezTo>
                  <a:cubicBezTo>
                    <a:pt x="0" y="23"/>
                    <a:pt x="6" y="30"/>
                    <a:pt x="14" y="30"/>
                  </a:cubicBezTo>
                  <a:cubicBezTo>
                    <a:pt x="22" y="30"/>
                    <a:pt x="29" y="23"/>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6">
              <a:extLst>
                <a:ext uri="{FF2B5EF4-FFF2-40B4-BE49-F238E27FC236}">
                  <a16:creationId xmlns:a16="http://schemas.microsoft.com/office/drawing/2014/main" id="{87172F54-0989-C27A-92AF-E82092ED39B7}"/>
                </a:ext>
              </a:extLst>
            </p:cNvPr>
            <p:cNvSpPr>
              <a:spLocks noChangeArrowheads="1"/>
            </p:cNvSpPr>
            <p:nvPr/>
          </p:nvSpPr>
          <p:spPr bwMode="auto">
            <a:xfrm>
              <a:off x="5278438" y="5575300"/>
              <a:ext cx="11112" cy="11113"/>
            </a:xfrm>
            <a:custGeom>
              <a:avLst/>
              <a:gdLst>
                <a:gd name="T0" fmla="*/ 16 w 32"/>
                <a:gd name="T1" fmla="*/ 31 h 32"/>
                <a:gd name="T2" fmla="*/ 16 w 32"/>
                <a:gd name="T3" fmla="*/ 31 h 32"/>
                <a:gd name="T4" fmla="*/ 31 w 32"/>
                <a:gd name="T5" fmla="*/ 15 h 32"/>
                <a:gd name="T6" fmla="*/ 16 w 32"/>
                <a:gd name="T7" fmla="*/ 0 h 32"/>
                <a:gd name="T8" fmla="*/ 0 w 32"/>
                <a:gd name="T9" fmla="*/ 15 h 32"/>
                <a:gd name="T10" fmla="*/ 16 w 32"/>
                <a:gd name="T11" fmla="*/ 31 h 32"/>
              </a:gdLst>
              <a:ahLst/>
              <a:cxnLst>
                <a:cxn ang="0">
                  <a:pos x="T0" y="T1"/>
                </a:cxn>
                <a:cxn ang="0">
                  <a:pos x="T2" y="T3"/>
                </a:cxn>
                <a:cxn ang="0">
                  <a:pos x="T4" y="T5"/>
                </a:cxn>
                <a:cxn ang="0">
                  <a:pos x="T6" y="T7"/>
                </a:cxn>
                <a:cxn ang="0">
                  <a:pos x="T8" y="T9"/>
                </a:cxn>
                <a:cxn ang="0">
                  <a:pos x="T10" y="T11"/>
                </a:cxn>
              </a:cxnLst>
              <a:rect l="0" t="0" r="r" b="b"/>
              <a:pathLst>
                <a:path w="32" h="32">
                  <a:moveTo>
                    <a:pt x="16" y="31"/>
                  </a:moveTo>
                  <a:lnTo>
                    <a:pt x="16" y="31"/>
                  </a:lnTo>
                  <a:cubicBezTo>
                    <a:pt x="24" y="31"/>
                    <a:pt x="31" y="24"/>
                    <a:pt x="31" y="15"/>
                  </a:cubicBezTo>
                  <a:cubicBezTo>
                    <a:pt x="31" y="7"/>
                    <a:pt x="24" y="0"/>
                    <a:pt x="16" y="0"/>
                  </a:cubicBezTo>
                  <a:cubicBezTo>
                    <a:pt x="7" y="0"/>
                    <a:pt x="0" y="7"/>
                    <a:pt x="0" y="15"/>
                  </a:cubicBezTo>
                  <a:cubicBezTo>
                    <a:pt x="0" y="24"/>
                    <a:pt x="7" y="31"/>
                    <a:pt x="16"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37">
              <a:extLst>
                <a:ext uri="{FF2B5EF4-FFF2-40B4-BE49-F238E27FC236}">
                  <a16:creationId xmlns:a16="http://schemas.microsoft.com/office/drawing/2014/main" id="{09A4A71B-2561-A234-6A88-DC28A520AEEF}"/>
                </a:ext>
              </a:extLst>
            </p:cNvPr>
            <p:cNvSpPr>
              <a:spLocks noChangeArrowheads="1"/>
            </p:cNvSpPr>
            <p:nvPr/>
          </p:nvSpPr>
          <p:spPr bwMode="auto">
            <a:xfrm>
              <a:off x="5278438" y="5521325"/>
              <a:ext cx="11112" cy="11113"/>
            </a:xfrm>
            <a:custGeom>
              <a:avLst/>
              <a:gdLst>
                <a:gd name="T0" fmla="*/ 16 w 32"/>
                <a:gd name="T1" fmla="*/ 0 h 30"/>
                <a:gd name="T2" fmla="*/ 16 w 32"/>
                <a:gd name="T3" fmla="*/ 0 h 30"/>
                <a:gd name="T4" fmla="*/ 0 w 32"/>
                <a:gd name="T5" fmla="*/ 14 h 30"/>
                <a:gd name="T6" fmla="*/ 16 w 32"/>
                <a:gd name="T7" fmla="*/ 29 h 30"/>
                <a:gd name="T8" fmla="*/ 31 w 32"/>
                <a:gd name="T9" fmla="*/ 14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4"/>
                  </a:cubicBezTo>
                  <a:cubicBezTo>
                    <a:pt x="0" y="22"/>
                    <a:pt x="7" y="29"/>
                    <a:pt x="16" y="29"/>
                  </a:cubicBezTo>
                  <a:cubicBezTo>
                    <a:pt x="24" y="29"/>
                    <a:pt x="31" y="22"/>
                    <a:pt x="31" y="14"/>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38">
              <a:extLst>
                <a:ext uri="{FF2B5EF4-FFF2-40B4-BE49-F238E27FC236}">
                  <a16:creationId xmlns:a16="http://schemas.microsoft.com/office/drawing/2014/main" id="{99FD686E-1E3B-0C2E-8F13-94058BA97022}"/>
                </a:ext>
              </a:extLst>
            </p:cNvPr>
            <p:cNvSpPr>
              <a:spLocks noChangeArrowheads="1"/>
            </p:cNvSpPr>
            <p:nvPr/>
          </p:nvSpPr>
          <p:spPr bwMode="auto">
            <a:xfrm>
              <a:off x="5268913" y="5541963"/>
              <a:ext cx="11112"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4" y="30"/>
                    <a:pt x="29" y="23"/>
                    <a:pt x="29" y="15"/>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39">
              <a:extLst>
                <a:ext uri="{FF2B5EF4-FFF2-40B4-BE49-F238E27FC236}">
                  <a16:creationId xmlns:a16="http://schemas.microsoft.com/office/drawing/2014/main" id="{DEF86E38-BD64-517D-CDAC-E9019F91DE26}"/>
                </a:ext>
              </a:extLst>
            </p:cNvPr>
            <p:cNvSpPr>
              <a:spLocks noChangeArrowheads="1"/>
            </p:cNvSpPr>
            <p:nvPr/>
          </p:nvSpPr>
          <p:spPr bwMode="auto">
            <a:xfrm>
              <a:off x="5257800" y="5564188"/>
              <a:ext cx="11113"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5" y="0"/>
                    <a:pt x="0" y="7"/>
                    <a:pt x="0" y="15"/>
                  </a:cubicBezTo>
                  <a:cubicBezTo>
                    <a:pt x="0" y="23"/>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3" name="Freeform 540">
              <a:extLst>
                <a:ext uri="{FF2B5EF4-FFF2-40B4-BE49-F238E27FC236}">
                  <a16:creationId xmlns:a16="http://schemas.microsoft.com/office/drawing/2014/main" id="{C372A3E0-4CDF-6BE8-17AC-35AC5B02F912}"/>
                </a:ext>
              </a:extLst>
            </p:cNvPr>
            <p:cNvSpPr>
              <a:spLocks noChangeArrowheads="1"/>
            </p:cNvSpPr>
            <p:nvPr/>
          </p:nvSpPr>
          <p:spPr bwMode="auto">
            <a:xfrm>
              <a:off x="5246688" y="5586413"/>
              <a:ext cx="11112" cy="11112"/>
            </a:xfrm>
            <a:custGeom>
              <a:avLst/>
              <a:gdLst>
                <a:gd name="T0" fmla="*/ 16 w 32"/>
                <a:gd name="T1" fmla="*/ 29 h 30"/>
                <a:gd name="T2" fmla="*/ 16 w 32"/>
                <a:gd name="T3" fmla="*/ 29 h 30"/>
                <a:gd name="T4" fmla="*/ 31 w 32"/>
                <a:gd name="T5" fmla="*/ 14 h 30"/>
                <a:gd name="T6" fmla="*/ 16 w 32"/>
                <a:gd name="T7" fmla="*/ 0 h 30"/>
                <a:gd name="T8" fmla="*/ 0 w 32"/>
                <a:gd name="T9" fmla="*/ 14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2"/>
                    <a:pt x="31" y="14"/>
                  </a:cubicBezTo>
                  <a:cubicBezTo>
                    <a:pt x="31" y="7"/>
                    <a:pt x="24" y="0"/>
                    <a:pt x="16" y="0"/>
                  </a:cubicBezTo>
                  <a:cubicBezTo>
                    <a:pt x="7" y="0"/>
                    <a:pt x="0" y="7"/>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4" name="Freeform 541">
              <a:extLst>
                <a:ext uri="{FF2B5EF4-FFF2-40B4-BE49-F238E27FC236}">
                  <a16:creationId xmlns:a16="http://schemas.microsoft.com/office/drawing/2014/main" id="{16BFD812-DCD9-DF39-CFC9-51C70EE5A682}"/>
                </a:ext>
              </a:extLst>
            </p:cNvPr>
            <p:cNvSpPr>
              <a:spLocks noChangeArrowheads="1"/>
            </p:cNvSpPr>
            <p:nvPr/>
          </p:nvSpPr>
          <p:spPr bwMode="auto">
            <a:xfrm>
              <a:off x="5257800" y="5510213"/>
              <a:ext cx="11113" cy="11112"/>
            </a:xfrm>
            <a:custGeom>
              <a:avLst/>
              <a:gdLst>
                <a:gd name="T0" fmla="*/ 14 w 30"/>
                <a:gd name="T1" fmla="*/ 0 h 32"/>
                <a:gd name="T2" fmla="*/ 14 w 30"/>
                <a:gd name="T3" fmla="*/ 0 h 32"/>
                <a:gd name="T4" fmla="*/ 0 w 30"/>
                <a:gd name="T5" fmla="*/ 16 h 32"/>
                <a:gd name="T6" fmla="*/ 14 w 30"/>
                <a:gd name="T7" fmla="*/ 31 h 32"/>
                <a:gd name="T8" fmla="*/ 29 w 30"/>
                <a:gd name="T9" fmla="*/ 16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6"/>
                  </a:cubicBezTo>
                  <a:cubicBezTo>
                    <a:pt x="0" y="24"/>
                    <a:pt x="5" y="31"/>
                    <a:pt x="14" y="31"/>
                  </a:cubicBezTo>
                  <a:cubicBezTo>
                    <a:pt x="22" y="31"/>
                    <a:pt x="29" y="24"/>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2">
              <a:extLst>
                <a:ext uri="{FF2B5EF4-FFF2-40B4-BE49-F238E27FC236}">
                  <a16:creationId xmlns:a16="http://schemas.microsoft.com/office/drawing/2014/main" id="{02691079-EB4A-2B9B-7F6C-446A6896D9BF}"/>
                </a:ext>
              </a:extLst>
            </p:cNvPr>
            <p:cNvSpPr>
              <a:spLocks noChangeArrowheads="1"/>
            </p:cNvSpPr>
            <p:nvPr/>
          </p:nvSpPr>
          <p:spPr bwMode="auto">
            <a:xfrm>
              <a:off x="5246688" y="5532438"/>
              <a:ext cx="11112" cy="11112"/>
            </a:xfrm>
            <a:custGeom>
              <a:avLst/>
              <a:gdLst>
                <a:gd name="T0" fmla="*/ 16 w 32"/>
                <a:gd name="T1" fmla="*/ 0 h 31"/>
                <a:gd name="T2" fmla="*/ 16 w 32"/>
                <a:gd name="T3" fmla="*/ 0 h 31"/>
                <a:gd name="T4" fmla="*/ 0 w 32"/>
                <a:gd name="T5" fmla="*/ 16 h 31"/>
                <a:gd name="T6" fmla="*/ 16 w 32"/>
                <a:gd name="T7" fmla="*/ 30 h 31"/>
                <a:gd name="T8" fmla="*/ 31 w 32"/>
                <a:gd name="T9" fmla="*/ 16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7"/>
                    <a:pt x="0" y="16"/>
                  </a:cubicBezTo>
                  <a:cubicBezTo>
                    <a:pt x="0" y="24"/>
                    <a:pt x="7" y="30"/>
                    <a:pt x="16" y="30"/>
                  </a:cubicBezTo>
                  <a:cubicBezTo>
                    <a:pt x="24" y="30"/>
                    <a:pt x="31" y="24"/>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3">
              <a:extLst>
                <a:ext uri="{FF2B5EF4-FFF2-40B4-BE49-F238E27FC236}">
                  <a16:creationId xmlns:a16="http://schemas.microsoft.com/office/drawing/2014/main" id="{D80E9F3D-3532-7C8E-EB5E-A3C18200943D}"/>
                </a:ext>
              </a:extLst>
            </p:cNvPr>
            <p:cNvSpPr>
              <a:spLocks noChangeArrowheads="1"/>
            </p:cNvSpPr>
            <p:nvPr/>
          </p:nvSpPr>
          <p:spPr bwMode="auto">
            <a:xfrm>
              <a:off x="5235575" y="5553075"/>
              <a:ext cx="11113" cy="11113"/>
            </a:xfrm>
            <a:custGeom>
              <a:avLst/>
              <a:gdLst>
                <a:gd name="T0" fmla="*/ 15 w 30"/>
                <a:gd name="T1" fmla="*/ 0 h 31"/>
                <a:gd name="T2" fmla="*/ 15 w 30"/>
                <a:gd name="T3" fmla="*/ 0 h 31"/>
                <a:gd name="T4" fmla="*/ 0 w 30"/>
                <a:gd name="T5" fmla="*/ 14 h 31"/>
                <a:gd name="T6" fmla="*/ 15 w 30"/>
                <a:gd name="T7" fmla="*/ 30 h 31"/>
                <a:gd name="T8" fmla="*/ 29 w 30"/>
                <a:gd name="T9" fmla="*/ 14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4"/>
                  </a:cubicBezTo>
                  <a:cubicBezTo>
                    <a:pt x="0" y="23"/>
                    <a:pt x="7" y="30"/>
                    <a:pt x="15" y="30"/>
                  </a:cubicBezTo>
                  <a:cubicBezTo>
                    <a:pt x="24" y="30"/>
                    <a:pt x="29" y="23"/>
                    <a:pt x="29" y="14"/>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7" name="Freeform 544">
              <a:extLst>
                <a:ext uri="{FF2B5EF4-FFF2-40B4-BE49-F238E27FC236}">
                  <a16:creationId xmlns:a16="http://schemas.microsoft.com/office/drawing/2014/main" id="{840876B0-E511-198A-CAFB-84AB9625856C}"/>
                </a:ext>
              </a:extLst>
            </p:cNvPr>
            <p:cNvSpPr>
              <a:spLocks noChangeArrowheads="1"/>
            </p:cNvSpPr>
            <p:nvPr/>
          </p:nvSpPr>
          <p:spPr bwMode="auto">
            <a:xfrm>
              <a:off x="5226050" y="5575300"/>
              <a:ext cx="11113" cy="11113"/>
            </a:xfrm>
            <a:custGeom>
              <a:avLst/>
              <a:gdLst>
                <a:gd name="T0" fmla="*/ 14 w 30"/>
                <a:gd name="T1" fmla="*/ 0 h 32"/>
                <a:gd name="T2" fmla="*/ 14 w 30"/>
                <a:gd name="T3" fmla="*/ 0 h 32"/>
                <a:gd name="T4" fmla="*/ 0 w 30"/>
                <a:gd name="T5" fmla="*/ 15 h 32"/>
                <a:gd name="T6" fmla="*/ 14 w 30"/>
                <a:gd name="T7" fmla="*/ 31 h 32"/>
                <a:gd name="T8" fmla="*/ 29 w 30"/>
                <a:gd name="T9" fmla="*/ 15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5"/>
                  </a:cubicBezTo>
                  <a:cubicBezTo>
                    <a:pt x="0" y="24"/>
                    <a:pt x="5" y="31"/>
                    <a:pt x="14" y="31"/>
                  </a:cubicBezTo>
                  <a:cubicBezTo>
                    <a:pt x="22" y="31"/>
                    <a:pt x="29" y="24"/>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8" name="Freeform 545">
            <a:extLst>
              <a:ext uri="{FF2B5EF4-FFF2-40B4-BE49-F238E27FC236}">
                <a16:creationId xmlns:a16="http://schemas.microsoft.com/office/drawing/2014/main" id="{CC0187AF-2B66-958C-77A2-D7A7ECE50826}"/>
              </a:ext>
            </a:extLst>
          </p:cNvPr>
          <p:cNvSpPr>
            <a:spLocks noChangeArrowheads="1"/>
          </p:cNvSpPr>
          <p:nvPr/>
        </p:nvSpPr>
        <p:spPr bwMode="auto">
          <a:xfrm>
            <a:off x="6244306" y="1054795"/>
            <a:ext cx="287338" cy="179387"/>
          </a:xfrm>
          <a:custGeom>
            <a:avLst/>
            <a:gdLst>
              <a:gd name="T0" fmla="*/ 0 w 799"/>
              <a:gd name="T1" fmla="*/ 415 h 497"/>
              <a:gd name="T2" fmla="*/ 14 w 799"/>
              <a:gd name="T3" fmla="*/ 429 h 497"/>
              <a:gd name="T4" fmla="*/ 148 w 799"/>
              <a:gd name="T5" fmla="*/ 496 h 497"/>
              <a:gd name="T6" fmla="*/ 448 w 799"/>
              <a:gd name="T7" fmla="*/ 429 h 497"/>
              <a:gd name="T8" fmla="*/ 649 w 799"/>
              <a:gd name="T9" fmla="*/ 496 h 497"/>
              <a:gd name="T10" fmla="*/ 782 w 799"/>
              <a:gd name="T11" fmla="*/ 429 h 497"/>
              <a:gd name="T12" fmla="*/ 798 w 799"/>
              <a:gd name="T13" fmla="*/ 415 h 497"/>
              <a:gd name="T14" fmla="*/ 716 w 799"/>
              <a:gd name="T15" fmla="*/ 233 h 497"/>
              <a:gd name="T16" fmla="*/ 633 w 799"/>
              <a:gd name="T17" fmla="*/ 174 h 497"/>
              <a:gd name="T18" fmla="*/ 576 w 799"/>
              <a:gd name="T19" fmla="*/ 107 h 497"/>
              <a:gd name="T20" fmla="*/ 463 w 799"/>
              <a:gd name="T21" fmla="*/ 100 h 497"/>
              <a:gd name="T22" fmla="*/ 416 w 799"/>
              <a:gd name="T23" fmla="*/ 0 h 497"/>
              <a:gd name="T24" fmla="*/ 0 w 799"/>
              <a:gd name="T25" fmla="*/ 47 h 497"/>
              <a:gd name="T26" fmla="*/ 148 w 799"/>
              <a:gd name="T27" fmla="*/ 467 h 497"/>
              <a:gd name="T28" fmla="*/ 96 w 799"/>
              <a:gd name="T29" fmla="*/ 415 h 497"/>
              <a:gd name="T30" fmla="*/ 200 w 799"/>
              <a:gd name="T31" fmla="*/ 415 h 497"/>
              <a:gd name="T32" fmla="*/ 649 w 799"/>
              <a:gd name="T33" fmla="*/ 467 h 497"/>
              <a:gd name="T34" fmla="*/ 597 w 799"/>
              <a:gd name="T35" fmla="*/ 415 h 497"/>
              <a:gd name="T36" fmla="*/ 700 w 799"/>
              <a:gd name="T37" fmla="*/ 415 h 497"/>
              <a:gd name="T38" fmla="*/ 752 w 799"/>
              <a:gd name="T39" fmla="*/ 279 h 497"/>
              <a:gd name="T40" fmla="*/ 767 w 799"/>
              <a:gd name="T41" fmla="*/ 315 h 497"/>
              <a:gd name="T42" fmla="*/ 729 w 799"/>
              <a:gd name="T43" fmla="*/ 400 h 497"/>
              <a:gd name="T44" fmla="*/ 569 w 799"/>
              <a:gd name="T45" fmla="*/ 400 h 497"/>
              <a:gd name="T46" fmla="*/ 463 w 799"/>
              <a:gd name="T47" fmla="*/ 263 h 497"/>
              <a:gd name="T48" fmla="*/ 716 w 799"/>
              <a:gd name="T49" fmla="*/ 263 h 497"/>
              <a:gd name="T50" fmla="*/ 548 w 799"/>
              <a:gd name="T51" fmla="*/ 129 h 497"/>
              <a:gd name="T52" fmla="*/ 562 w 799"/>
              <a:gd name="T53" fmla="*/ 134 h 497"/>
              <a:gd name="T54" fmla="*/ 622 w 799"/>
              <a:gd name="T55" fmla="*/ 220 h 497"/>
              <a:gd name="T56" fmla="*/ 463 w 799"/>
              <a:gd name="T57" fmla="*/ 233 h 497"/>
              <a:gd name="T58" fmla="*/ 548 w 799"/>
              <a:gd name="T59" fmla="*/ 129 h 497"/>
              <a:gd name="T60" fmla="*/ 29 w 799"/>
              <a:gd name="T61" fmla="*/ 47 h 497"/>
              <a:gd name="T62" fmla="*/ 47 w 799"/>
              <a:gd name="T63" fmla="*/ 29 h 497"/>
              <a:gd name="T64" fmla="*/ 428 w 799"/>
              <a:gd name="T65" fmla="*/ 35 h 497"/>
              <a:gd name="T66" fmla="*/ 434 w 799"/>
              <a:gd name="T67" fmla="*/ 114 h 497"/>
              <a:gd name="T68" fmla="*/ 434 w 799"/>
              <a:gd name="T69" fmla="*/ 400 h 497"/>
              <a:gd name="T70" fmla="*/ 148 w 799"/>
              <a:gd name="T71" fmla="*/ 333 h 497"/>
              <a:gd name="T72" fmla="*/ 29 w 799"/>
              <a:gd name="T73" fmla="*/ 400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0" y="415"/>
                </a:moveTo>
                <a:lnTo>
                  <a:pt x="0" y="415"/>
                </a:lnTo>
                <a:cubicBezTo>
                  <a:pt x="0" y="420"/>
                  <a:pt x="1" y="422"/>
                  <a:pt x="4" y="425"/>
                </a:cubicBezTo>
                <a:cubicBezTo>
                  <a:pt x="7" y="428"/>
                  <a:pt x="10" y="429"/>
                  <a:pt x="14" y="429"/>
                </a:cubicBezTo>
                <a:cubicBezTo>
                  <a:pt x="67" y="429"/>
                  <a:pt x="67" y="429"/>
                  <a:pt x="67" y="429"/>
                </a:cubicBezTo>
                <a:cubicBezTo>
                  <a:pt x="74" y="468"/>
                  <a:pt x="107" y="496"/>
                  <a:pt x="148" y="496"/>
                </a:cubicBezTo>
                <a:cubicBezTo>
                  <a:pt x="188" y="496"/>
                  <a:pt x="220" y="468"/>
                  <a:pt x="229" y="429"/>
                </a:cubicBezTo>
                <a:cubicBezTo>
                  <a:pt x="448" y="429"/>
                  <a:pt x="448" y="429"/>
                  <a:pt x="448" y="429"/>
                </a:cubicBezTo>
                <a:cubicBezTo>
                  <a:pt x="569" y="429"/>
                  <a:pt x="569" y="429"/>
                  <a:pt x="569" y="429"/>
                </a:cubicBezTo>
                <a:cubicBezTo>
                  <a:pt x="576" y="468"/>
                  <a:pt x="608" y="496"/>
                  <a:pt x="649" y="496"/>
                </a:cubicBezTo>
                <a:cubicBezTo>
                  <a:pt x="689" y="496"/>
                  <a:pt x="722" y="468"/>
                  <a:pt x="729" y="429"/>
                </a:cubicBezTo>
                <a:cubicBezTo>
                  <a:pt x="782" y="429"/>
                  <a:pt x="782" y="429"/>
                  <a:pt x="782"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ubicBezTo>
                  <a:pt x="660" y="233"/>
                  <a:pt x="660" y="233"/>
                  <a:pt x="660" y="233"/>
                </a:cubicBezTo>
                <a:cubicBezTo>
                  <a:pt x="654" y="220"/>
                  <a:pt x="646" y="198"/>
                  <a:pt x="633" y="174"/>
                </a:cubicBezTo>
                <a:cubicBezTo>
                  <a:pt x="624" y="157"/>
                  <a:pt x="612" y="139"/>
                  <a:pt x="598" y="125"/>
                </a:cubicBezTo>
                <a:cubicBezTo>
                  <a:pt x="591" y="118"/>
                  <a:pt x="584"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7" y="0"/>
                  <a:pt x="47" y="0"/>
                  <a:pt x="47" y="0"/>
                </a:cubicBezTo>
                <a:cubicBezTo>
                  <a:pt x="21" y="0"/>
                  <a:pt x="0" y="21"/>
                  <a:pt x="0" y="47"/>
                </a:cubicBezTo>
                <a:lnTo>
                  <a:pt x="0" y="415"/>
                </a:lnTo>
                <a:close/>
                <a:moveTo>
                  <a:pt x="148" y="467"/>
                </a:moveTo>
                <a:lnTo>
                  <a:pt x="148" y="467"/>
                </a:lnTo>
                <a:cubicBezTo>
                  <a:pt x="119" y="467"/>
                  <a:pt x="96" y="443"/>
                  <a:pt x="96" y="415"/>
                </a:cubicBezTo>
                <a:cubicBezTo>
                  <a:pt x="96"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52" y="279"/>
                </a:moveTo>
                <a:lnTo>
                  <a:pt x="752" y="279"/>
                </a:lnTo>
                <a:cubicBezTo>
                  <a:pt x="762" y="287"/>
                  <a:pt x="767" y="301"/>
                  <a:pt x="767" y="315"/>
                </a:cubicBezTo>
                <a:cubicBezTo>
                  <a:pt x="767" y="400"/>
                  <a:pt x="767" y="400"/>
                  <a:pt x="767" y="400"/>
                </a:cubicBezTo>
                <a:cubicBezTo>
                  <a:pt x="729" y="400"/>
                  <a:pt x="729" y="400"/>
                  <a:pt x="729" y="400"/>
                </a:cubicBezTo>
                <a:cubicBezTo>
                  <a:pt x="722"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29" y="263"/>
                  <a:pt x="743" y="269"/>
                  <a:pt x="752" y="279"/>
                </a:cubicBezTo>
                <a:close/>
                <a:moveTo>
                  <a:pt x="548" y="129"/>
                </a:moveTo>
                <a:lnTo>
                  <a:pt x="548" y="129"/>
                </a:lnTo>
                <a:cubicBezTo>
                  <a:pt x="552" y="129"/>
                  <a:pt x="557" y="131"/>
                  <a:pt x="562" y="134"/>
                </a:cubicBezTo>
                <a:cubicBezTo>
                  <a:pt x="570" y="138"/>
                  <a:pt x="580" y="148"/>
                  <a:pt x="589" y="160"/>
                </a:cubicBezTo>
                <a:cubicBezTo>
                  <a:pt x="603" y="178"/>
                  <a:pt x="614" y="202"/>
                  <a:pt x="622" y="220"/>
                </a:cubicBezTo>
                <a:cubicBezTo>
                  <a:pt x="624" y="224"/>
                  <a:pt x="626" y="230"/>
                  <a:pt x="628" y="233"/>
                </a:cubicBezTo>
                <a:cubicBezTo>
                  <a:pt x="463" y="233"/>
                  <a:pt x="463" y="233"/>
                  <a:pt x="463" y="233"/>
                </a:cubicBezTo>
                <a:cubicBezTo>
                  <a:pt x="463" y="129"/>
                  <a:pt x="463" y="129"/>
                  <a:pt x="463" y="129"/>
                </a:cubicBezTo>
                <a:lnTo>
                  <a:pt x="548" y="129"/>
                </a:lnTo>
                <a:close/>
                <a:moveTo>
                  <a:pt x="29" y="47"/>
                </a:moveTo>
                <a:lnTo>
                  <a:pt x="29" y="47"/>
                </a:lnTo>
                <a:cubicBezTo>
                  <a:pt x="29" y="43"/>
                  <a:pt x="31" y="37"/>
                  <a:pt x="35" y="35"/>
                </a:cubicBezTo>
                <a:cubicBezTo>
                  <a:pt x="38" y="32"/>
                  <a:pt x="42" y="29"/>
                  <a:pt x="47" y="29"/>
                </a:cubicBezTo>
                <a:cubicBezTo>
                  <a:pt x="416" y="29"/>
                  <a:pt x="416" y="29"/>
                  <a:pt x="416" y="29"/>
                </a:cubicBezTo>
                <a:cubicBezTo>
                  <a:pt x="420" y="29"/>
                  <a:pt x="424" y="32"/>
                  <a:pt x="428"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0" y="362"/>
                  <a:pt x="188" y="333"/>
                  <a:pt x="148" y="333"/>
                </a:cubicBezTo>
                <a:cubicBezTo>
                  <a:pt x="107" y="333"/>
                  <a:pt x="74" y="362"/>
                  <a:pt x="67" y="400"/>
                </a:cubicBezTo>
                <a:cubicBezTo>
                  <a:pt x="29" y="400"/>
                  <a:pt x="29" y="400"/>
                  <a:pt x="29" y="400"/>
                </a:cubicBezTo>
                <a:lnTo>
                  <a:pt x="29" y="47"/>
                </a:lnTo>
                <a:close/>
              </a:path>
            </a:pathLst>
          </a:custGeom>
          <a:solidFill>
            <a:schemeClr val="tx2"/>
          </a:solidFill>
          <a:ln>
            <a:noFill/>
          </a:ln>
          <a:effectLst/>
        </p:spPr>
        <p:txBody>
          <a:bodyPr wrap="none" anchor="ctr"/>
          <a:lstStyle/>
          <a:p>
            <a:endParaRPr lang="da-DK"/>
          </a:p>
        </p:txBody>
      </p:sp>
      <p:grpSp>
        <p:nvGrpSpPr>
          <p:cNvPr id="659" name="Group 662">
            <a:extLst>
              <a:ext uri="{FF2B5EF4-FFF2-40B4-BE49-F238E27FC236}">
                <a16:creationId xmlns:a16="http://schemas.microsoft.com/office/drawing/2014/main" id="{8FDA01AB-D231-8766-5441-7E22AA5CDF1E}"/>
              </a:ext>
            </a:extLst>
          </p:cNvPr>
          <p:cNvGrpSpPr/>
          <p:nvPr/>
        </p:nvGrpSpPr>
        <p:grpSpPr>
          <a:xfrm>
            <a:off x="5714081" y="1054795"/>
            <a:ext cx="287338" cy="179387"/>
            <a:chOff x="4686300" y="1417638"/>
            <a:chExt cx="287338" cy="179387"/>
          </a:xfrm>
          <a:solidFill>
            <a:schemeClr val="tx2"/>
          </a:solidFill>
        </p:grpSpPr>
        <p:sp>
          <p:nvSpPr>
            <p:cNvPr id="660" name="Freeform 546">
              <a:extLst>
                <a:ext uri="{FF2B5EF4-FFF2-40B4-BE49-F238E27FC236}">
                  <a16:creationId xmlns:a16="http://schemas.microsoft.com/office/drawing/2014/main" id="{44E321EA-25BA-5FB7-70B5-DE0E62212CF2}"/>
                </a:ext>
              </a:extLst>
            </p:cNvPr>
            <p:cNvSpPr>
              <a:spLocks noChangeArrowheads="1"/>
            </p:cNvSpPr>
            <p:nvPr/>
          </p:nvSpPr>
          <p:spPr bwMode="auto">
            <a:xfrm>
              <a:off x="4725988" y="1457325"/>
              <a:ext cx="98425" cy="65088"/>
            </a:xfrm>
            <a:custGeom>
              <a:avLst/>
              <a:gdLst>
                <a:gd name="T0" fmla="*/ 95 w 273"/>
                <a:gd name="T1" fmla="*/ 174 h 180"/>
                <a:gd name="T2" fmla="*/ 95 w 273"/>
                <a:gd name="T3" fmla="*/ 174 h 180"/>
                <a:gd name="T4" fmla="*/ 105 w 273"/>
                <a:gd name="T5" fmla="*/ 178 h 180"/>
                <a:gd name="T6" fmla="*/ 116 w 273"/>
                <a:gd name="T7" fmla="*/ 174 h 180"/>
                <a:gd name="T8" fmla="*/ 266 w 273"/>
                <a:gd name="T9" fmla="*/ 27 h 180"/>
                <a:gd name="T10" fmla="*/ 266 w 273"/>
                <a:gd name="T11" fmla="*/ 6 h 180"/>
                <a:gd name="T12" fmla="*/ 245 w 273"/>
                <a:gd name="T13" fmla="*/ 6 h 180"/>
                <a:gd name="T14" fmla="*/ 245 w 273"/>
                <a:gd name="T15" fmla="*/ 6 h 180"/>
                <a:gd name="T16" fmla="*/ 106 w 273"/>
                <a:gd name="T17" fmla="*/ 143 h 180"/>
                <a:gd name="T18" fmla="*/ 28 w 273"/>
                <a:gd name="T19" fmla="*/ 64 h 180"/>
                <a:gd name="T20" fmla="*/ 7 w 273"/>
                <a:gd name="T21" fmla="*/ 64 h 180"/>
                <a:gd name="T22" fmla="*/ 6 w 273"/>
                <a:gd name="T23" fmla="*/ 85 h 180"/>
                <a:gd name="T24" fmla="*/ 95 w 273"/>
                <a:gd name="T25" fmla="*/ 17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3" h="180">
                  <a:moveTo>
                    <a:pt x="95" y="174"/>
                  </a:moveTo>
                  <a:lnTo>
                    <a:pt x="95" y="174"/>
                  </a:lnTo>
                  <a:cubicBezTo>
                    <a:pt x="98" y="177"/>
                    <a:pt x="100" y="178"/>
                    <a:pt x="105" y="178"/>
                  </a:cubicBezTo>
                  <a:cubicBezTo>
                    <a:pt x="109" y="179"/>
                    <a:pt x="113" y="177"/>
                    <a:pt x="116" y="174"/>
                  </a:cubicBezTo>
                  <a:cubicBezTo>
                    <a:pt x="266" y="27"/>
                    <a:pt x="266" y="27"/>
                    <a:pt x="266" y="27"/>
                  </a:cubicBezTo>
                  <a:cubicBezTo>
                    <a:pt x="272" y="22"/>
                    <a:pt x="272" y="12"/>
                    <a:pt x="266" y="6"/>
                  </a:cubicBezTo>
                  <a:cubicBezTo>
                    <a:pt x="261" y="1"/>
                    <a:pt x="251" y="0"/>
                    <a:pt x="245" y="6"/>
                  </a:cubicBezTo>
                  <a:lnTo>
                    <a:pt x="245" y="6"/>
                  </a:lnTo>
                  <a:cubicBezTo>
                    <a:pt x="106" y="143"/>
                    <a:pt x="106" y="143"/>
                    <a:pt x="106" y="143"/>
                  </a:cubicBezTo>
                  <a:cubicBezTo>
                    <a:pt x="28" y="64"/>
                    <a:pt x="28" y="64"/>
                    <a:pt x="28" y="64"/>
                  </a:cubicBezTo>
                  <a:cubicBezTo>
                    <a:pt x="21" y="58"/>
                    <a:pt x="12" y="57"/>
                    <a:pt x="7" y="64"/>
                  </a:cubicBezTo>
                  <a:cubicBezTo>
                    <a:pt x="0" y="69"/>
                    <a:pt x="0" y="78"/>
                    <a:pt x="6" y="85"/>
                  </a:cubicBezTo>
                  <a:lnTo>
                    <a:pt x="95"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7">
              <a:extLst>
                <a:ext uri="{FF2B5EF4-FFF2-40B4-BE49-F238E27FC236}">
                  <a16:creationId xmlns:a16="http://schemas.microsoft.com/office/drawing/2014/main" id="{51706646-7504-E457-A4A4-16022C26A256}"/>
                </a:ext>
              </a:extLst>
            </p:cNvPr>
            <p:cNvSpPr>
              <a:spLocks noChangeArrowheads="1"/>
            </p:cNvSpPr>
            <p:nvPr/>
          </p:nvSpPr>
          <p:spPr bwMode="auto">
            <a:xfrm>
              <a:off x="4686300" y="1417638"/>
              <a:ext cx="287338" cy="179387"/>
            </a:xfrm>
            <a:custGeom>
              <a:avLst/>
              <a:gdLst>
                <a:gd name="T0" fmla="*/ 716 w 799"/>
                <a:gd name="T1" fmla="*/ 233 h 497"/>
                <a:gd name="T2" fmla="*/ 634 w 799"/>
                <a:gd name="T3" fmla="*/ 174 h 497"/>
                <a:gd name="T4" fmla="*/ 576 w 799"/>
                <a:gd name="T5" fmla="*/ 107 h 497"/>
                <a:gd name="T6" fmla="*/ 463 w 799"/>
                <a:gd name="T7" fmla="*/ 100 h 497"/>
                <a:gd name="T8" fmla="*/ 416 w 799"/>
                <a:gd name="T9" fmla="*/ 0 h 497"/>
                <a:gd name="T10" fmla="*/ 0 w 799"/>
                <a:gd name="T11" fmla="*/ 47 h 497"/>
                <a:gd name="T12" fmla="*/ 5 w 799"/>
                <a:gd name="T13" fmla="*/ 425 h 497"/>
                <a:gd name="T14" fmla="*/ 67 w 799"/>
                <a:gd name="T15" fmla="*/ 429 h 497"/>
                <a:gd name="T16" fmla="*/ 229 w 799"/>
                <a:gd name="T17" fmla="*/ 429 h 497"/>
                <a:gd name="T18" fmla="*/ 569 w 799"/>
                <a:gd name="T19" fmla="*/ 429 h 497"/>
                <a:gd name="T20" fmla="*/ 730 w 799"/>
                <a:gd name="T21" fmla="*/ 429 h 497"/>
                <a:gd name="T22" fmla="*/ 794 w 799"/>
                <a:gd name="T23" fmla="*/ 425 h 497"/>
                <a:gd name="T24" fmla="*/ 798 w 799"/>
                <a:gd name="T25" fmla="*/ 315 h 497"/>
                <a:gd name="T26" fmla="*/ 548 w 799"/>
                <a:gd name="T27" fmla="*/ 129 h 497"/>
                <a:gd name="T28" fmla="*/ 562 w 799"/>
                <a:gd name="T29" fmla="*/ 134 h 497"/>
                <a:gd name="T30" fmla="*/ 622 w 799"/>
                <a:gd name="T31" fmla="*/ 220 h 497"/>
                <a:gd name="T32" fmla="*/ 463 w 799"/>
                <a:gd name="T33" fmla="*/ 233 h 497"/>
                <a:gd name="T34" fmla="*/ 548 w 799"/>
                <a:gd name="T35" fmla="*/ 129 h 497"/>
                <a:gd name="T36" fmla="*/ 30 w 799"/>
                <a:gd name="T37" fmla="*/ 47 h 497"/>
                <a:gd name="T38" fmla="*/ 48 w 799"/>
                <a:gd name="T39" fmla="*/ 29 h 497"/>
                <a:gd name="T40" fmla="*/ 429 w 799"/>
                <a:gd name="T41" fmla="*/ 35 h 497"/>
                <a:gd name="T42" fmla="*/ 434 w 799"/>
                <a:gd name="T43" fmla="*/ 114 h 497"/>
                <a:gd name="T44" fmla="*/ 434 w 799"/>
                <a:gd name="T45" fmla="*/ 400 h 497"/>
                <a:gd name="T46" fmla="*/ 148 w 799"/>
                <a:gd name="T47" fmla="*/ 333 h 497"/>
                <a:gd name="T48" fmla="*/ 30 w 799"/>
                <a:gd name="T49" fmla="*/ 400 h 497"/>
                <a:gd name="T50" fmla="*/ 148 w 799"/>
                <a:gd name="T51" fmla="*/ 467 h 497"/>
                <a:gd name="T52" fmla="*/ 97 w 799"/>
                <a:gd name="T53" fmla="*/ 415 h 497"/>
                <a:gd name="T54" fmla="*/ 200 w 799"/>
                <a:gd name="T55" fmla="*/ 415 h 497"/>
                <a:gd name="T56" fmla="*/ 649 w 799"/>
                <a:gd name="T57" fmla="*/ 467 h 497"/>
                <a:gd name="T58" fmla="*/ 597 w 799"/>
                <a:gd name="T59" fmla="*/ 415 h 497"/>
                <a:gd name="T60" fmla="*/ 700 w 799"/>
                <a:gd name="T61" fmla="*/ 415 h 497"/>
                <a:gd name="T62" fmla="*/ 767 w 799"/>
                <a:gd name="T63" fmla="*/ 400 h 497"/>
                <a:gd name="T64" fmla="*/ 730 w 799"/>
                <a:gd name="T65" fmla="*/ 400 h 497"/>
                <a:gd name="T66" fmla="*/ 569 w 799"/>
                <a:gd name="T67" fmla="*/ 400 h 497"/>
                <a:gd name="T68" fmla="*/ 463 w 799"/>
                <a:gd name="T69" fmla="*/ 263 h 497"/>
                <a:gd name="T70" fmla="*/ 716 w 799"/>
                <a:gd name="T71" fmla="*/ 263 h 497"/>
                <a:gd name="T72" fmla="*/ 767 w 799"/>
                <a:gd name="T73" fmla="*/ 315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716" y="233"/>
                  </a:moveTo>
                  <a:lnTo>
                    <a:pt x="716" y="233"/>
                  </a:lnTo>
                  <a:cubicBezTo>
                    <a:pt x="660" y="233"/>
                    <a:pt x="660" y="233"/>
                    <a:pt x="660" y="233"/>
                  </a:cubicBezTo>
                  <a:cubicBezTo>
                    <a:pt x="654" y="220"/>
                    <a:pt x="646" y="198"/>
                    <a:pt x="634" y="174"/>
                  </a:cubicBezTo>
                  <a:cubicBezTo>
                    <a:pt x="624" y="157"/>
                    <a:pt x="613" y="139"/>
                    <a:pt x="599" y="125"/>
                  </a:cubicBezTo>
                  <a:cubicBezTo>
                    <a:pt x="592" y="118"/>
                    <a:pt x="585"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8" y="0"/>
                    <a:pt x="48" y="0"/>
                    <a:pt x="48" y="0"/>
                  </a:cubicBezTo>
                  <a:cubicBezTo>
                    <a:pt x="21" y="0"/>
                    <a:pt x="0" y="21"/>
                    <a:pt x="0" y="47"/>
                  </a:cubicBezTo>
                  <a:cubicBezTo>
                    <a:pt x="0" y="415"/>
                    <a:pt x="0" y="415"/>
                    <a:pt x="0" y="415"/>
                  </a:cubicBezTo>
                  <a:cubicBezTo>
                    <a:pt x="0" y="420"/>
                    <a:pt x="2" y="422"/>
                    <a:pt x="5" y="425"/>
                  </a:cubicBezTo>
                  <a:cubicBezTo>
                    <a:pt x="7" y="428"/>
                    <a:pt x="10" y="429"/>
                    <a:pt x="14" y="429"/>
                  </a:cubicBezTo>
                  <a:cubicBezTo>
                    <a:pt x="67" y="429"/>
                    <a:pt x="67" y="429"/>
                    <a:pt x="67" y="429"/>
                  </a:cubicBezTo>
                  <a:cubicBezTo>
                    <a:pt x="74" y="468"/>
                    <a:pt x="108" y="496"/>
                    <a:pt x="148" y="496"/>
                  </a:cubicBezTo>
                  <a:cubicBezTo>
                    <a:pt x="189" y="496"/>
                    <a:pt x="221" y="468"/>
                    <a:pt x="229" y="429"/>
                  </a:cubicBezTo>
                  <a:cubicBezTo>
                    <a:pt x="448" y="429"/>
                    <a:pt x="448" y="429"/>
                    <a:pt x="448" y="429"/>
                  </a:cubicBezTo>
                  <a:cubicBezTo>
                    <a:pt x="569" y="429"/>
                    <a:pt x="569" y="429"/>
                    <a:pt x="569" y="429"/>
                  </a:cubicBezTo>
                  <a:cubicBezTo>
                    <a:pt x="576" y="468"/>
                    <a:pt x="608" y="496"/>
                    <a:pt x="649" y="496"/>
                  </a:cubicBezTo>
                  <a:cubicBezTo>
                    <a:pt x="689" y="496"/>
                    <a:pt x="723" y="468"/>
                    <a:pt x="730" y="429"/>
                  </a:cubicBezTo>
                  <a:cubicBezTo>
                    <a:pt x="783" y="429"/>
                    <a:pt x="783" y="429"/>
                    <a:pt x="783"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lose/>
                  <a:moveTo>
                    <a:pt x="548" y="129"/>
                  </a:moveTo>
                  <a:lnTo>
                    <a:pt x="548" y="129"/>
                  </a:lnTo>
                  <a:cubicBezTo>
                    <a:pt x="553" y="129"/>
                    <a:pt x="557" y="131"/>
                    <a:pt x="562" y="134"/>
                  </a:cubicBezTo>
                  <a:cubicBezTo>
                    <a:pt x="571" y="138"/>
                    <a:pt x="581" y="148"/>
                    <a:pt x="589" y="160"/>
                  </a:cubicBezTo>
                  <a:cubicBezTo>
                    <a:pt x="603" y="178"/>
                    <a:pt x="614" y="202"/>
                    <a:pt x="622" y="220"/>
                  </a:cubicBezTo>
                  <a:cubicBezTo>
                    <a:pt x="624" y="224"/>
                    <a:pt x="627" y="230"/>
                    <a:pt x="628" y="233"/>
                  </a:cubicBezTo>
                  <a:cubicBezTo>
                    <a:pt x="463" y="233"/>
                    <a:pt x="463" y="233"/>
                    <a:pt x="463" y="233"/>
                  </a:cubicBezTo>
                  <a:cubicBezTo>
                    <a:pt x="463" y="129"/>
                    <a:pt x="463" y="129"/>
                    <a:pt x="463" y="129"/>
                  </a:cubicBezTo>
                  <a:lnTo>
                    <a:pt x="548" y="129"/>
                  </a:lnTo>
                  <a:close/>
                  <a:moveTo>
                    <a:pt x="30" y="47"/>
                  </a:moveTo>
                  <a:lnTo>
                    <a:pt x="30" y="47"/>
                  </a:lnTo>
                  <a:cubicBezTo>
                    <a:pt x="30" y="43"/>
                    <a:pt x="31" y="37"/>
                    <a:pt x="35" y="35"/>
                  </a:cubicBezTo>
                  <a:cubicBezTo>
                    <a:pt x="38" y="32"/>
                    <a:pt x="42" y="29"/>
                    <a:pt x="48" y="29"/>
                  </a:cubicBezTo>
                  <a:cubicBezTo>
                    <a:pt x="416" y="29"/>
                    <a:pt x="416" y="29"/>
                    <a:pt x="416" y="29"/>
                  </a:cubicBezTo>
                  <a:cubicBezTo>
                    <a:pt x="420" y="29"/>
                    <a:pt x="424" y="32"/>
                    <a:pt x="429"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1" y="362"/>
                    <a:pt x="189" y="333"/>
                    <a:pt x="148" y="333"/>
                  </a:cubicBezTo>
                  <a:cubicBezTo>
                    <a:pt x="108" y="333"/>
                    <a:pt x="74" y="362"/>
                    <a:pt x="67" y="400"/>
                  </a:cubicBezTo>
                  <a:cubicBezTo>
                    <a:pt x="30" y="400"/>
                    <a:pt x="30" y="400"/>
                    <a:pt x="30" y="400"/>
                  </a:cubicBezTo>
                  <a:lnTo>
                    <a:pt x="30" y="47"/>
                  </a:lnTo>
                  <a:close/>
                  <a:moveTo>
                    <a:pt x="148" y="467"/>
                  </a:moveTo>
                  <a:lnTo>
                    <a:pt x="148" y="467"/>
                  </a:lnTo>
                  <a:cubicBezTo>
                    <a:pt x="119" y="467"/>
                    <a:pt x="97" y="443"/>
                    <a:pt x="97" y="415"/>
                  </a:cubicBezTo>
                  <a:cubicBezTo>
                    <a:pt x="97"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67" y="400"/>
                  </a:moveTo>
                  <a:lnTo>
                    <a:pt x="767" y="400"/>
                  </a:lnTo>
                  <a:cubicBezTo>
                    <a:pt x="730" y="400"/>
                    <a:pt x="730" y="400"/>
                    <a:pt x="730" y="400"/>
                  </a:cubicBezTo>
                  <a:cubicBezTo>
                    <a:pt x="723"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30" y="263"/>
                    <a:pt x="744" y="269"/>
                    <a:pt x="752" y="279"/>
                  </a:cubicBezTo>
                  <a:cubicBezTo>
                    <a:pt x="762" y="287"/>
                    <a:pt x="767" y="301"/>
                    <a:pt x="767" y="315"/>
                  </a:cubicBezTo>
                  <a:lnTo>
                    <a:pt x="767" y="40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77">
            <a:extLst>
              <a:ext uri="{FF2B5EF4-FFF2-40B4-BE49-F238E27FC236}">
                <a16:creationId xmlns:a16="http://schemas.microsoft.com/office/drawing/2014/main" id="{5C5C3F78-7133-249B-C40C-05742CD9A68B}"/>
              </a:ext>
            </a:extLst>
          </p:cNvPr>
          <p:cNvGrpSpPr/>
          <p:nvPr/>
        </p:nvGrpSpPr>
        <p:grpSpPr>
          <a:xfrm>
            <a:off x="5072991" y="5901655"/>
            <a:ext cx="328613" cy="342900"/>
            <a:chOff x="3048000" y="6321425"/>
            <a:chExt cx="328613" cy="342900"/>
          </a:xfrm>
          <a:solidFill>
            <a:schemeClr val="tx2"/>
          </a:solidFill>
        </p:grpSpPr>
        <p:sp>
          <p:nvSpPr>
            <p:cNvPr id="663" name="Freeform 557">
              <a:extLst>
                <a:ext uri="{FF2B5EF4-FFF2-40B4-BE49-F238E27FC236}">
                  <a16:creationId xmlns:a16="http://schemas.microsoft.com/office/drawing/2014/main" id="{04473DDB-2A4D-6B14-6214-4E03F815C2C5}"/>
                </a:ext>
              </a:extLst>
            </p:cNvPr>
            <p:cNvSpPr>
              <a:spLocks noChangeArrowheads="1"/>
            </p:cNvSpPr>
            <p:nvPr/>
          </p:nvSpPr>
          <p:spPr bwMode="auto">
            <a:xfrm>
              <a:off x="3181350" y="6456363"/>
              <a:ext cx="195263" cy="169862"/>
            </a:xfrm>
            <a:custGeom>
              <a:avLst/>
              <a:gdLst>
                <a:gd name="T0" fmla="*/ 527 w 541"/>
                <a:gd name="T1" fmla="*/ 232 h 473"/>
                <a:gd name="T2" fmla="*/ 527 w 541"/>
                <a:gd name="T3" fmla="*/ 232 h 473"/>
                <a:gd name="T4" fmla="*/ 474 w 541"/>
                <a:gd name="T5" fmla="*/ 156 h 473"/>
                <a:gd name="T6" fmla="*/ 400 w 541"/>
                <a:gd name="T7" fmla="*/ 121 h 473"/>
                <a:gd name="T8" fmla="*/ 323 w 541"/>
                <a:gd name="T9" fmla="*/ 36 h 473"/>
                <a:gd name="T10" fmla="*/ 203 w 541"/>
                <a:gd name="T11" fmla="*/ 0 h 473"/>
                <a:gd name="T12" fmla="*/ 85 w 541"/>
                <a:gd name="T13" fmla="*/ 34 h 473"/>
                <a:gd name="T14" fmla="*/ 6 w 541"/>
                <a:gd name="T15" fmla="*/ 123 h 473"/>
                <a:gd name="T16" fmla="*/ 14 w 541"/>
                <a:gd name="T17" fmla="*/ 148 h 473"/>
                <a:gd name="T18" fmla="*/ 37 w 541"/>
                <a:gd name="T19" fmla="*/ 140 h 473"/>
                <a:gd name="T20" fmla="*/ 104 w 541"/>
                <a:gd name="T21" fmla="*/ 64 h 473"/>
                <a:gd name="T22" fmla="*/ 203 w 541"/>
                <a:gd name="T23" fmla="*/ 36 h 473"/>
                <a:gd name="T24" fmla="*/ 303 w 541"/>
                <a:gd name="T25" fmla="*/ 66 h 473"/>
                <a:gd name="T26" fmla="*/ 371 w 541"/>
                <a:gd name="T27" fmla="*/ 144 h 473"/>
                <a:gd name="T28" fmla="*/ 384 w 541"/>
                <a:gd name="T29" fmla="*/ 154 h 473"/>
                <a:gd name="T30" fmla="*/ 470 w 541"/>
                <a:gd name="T31" fmla="*/ 202 h 473"/>
                <a:gd name="T32" fmla="*/ 494 w 541"/>
                <a:gd name="T33" fmla="*/ 244 h 473"/>
                <a:gd name="T34" fmla="*/ 504 w 541"/>
                <a:gd name="T35" fmla="*/ 294 h 473"/>
                <a:gd name="T36" fmla="*/ 502 w 541"/>
                <a:gd name="T37" fmla="*/ 316 h 473"/>
                <a:gd name="T38" fmla="*/ 485 w 541"/>
                <a:gd name="T39" fmla="*/ 364 h 473"/>
                <a:gd name="T40" fmla="*/ 431 w 541"/>
                <a:gd name="T41" fmla="*/ 416 h 473"/>
                <a:gd name="T42" fmla="*/ 356 w 541"/>
                <a:gd name="T43" fmla="*/ 436 h 473"/>
                <a:gd name="T44" fmla="*/ 319 w 541"/>
                <a:gd name="T45" fmla="*/ 436 h 473"/>
                <a:gd name="T46" fmla="*/ 301 w 541"/>
                <a:gd name="T47" fmla="*/ 454 h 473"/>
                <a:gd name="T48" fmla="*/ 319 w 541"/>
                <a:gd name="T49" fmla="*/ 472 h 473"/>
                <a:gd name="T50" fmla="*/ 319 w 541"/>
                <a:gd name="T51" fmla="*/ 472 h 473"/>
                <a:gd name="T52" fmla="*/ 356 w 541"/>
                <a:gd name="T53" fmla="*/ 472 h 473"/>
                <a:gd name="T54" fmla="*/ 475 w 541"/>
                <a:gd name="T55" fmla="*/ 430 h 473"/>
                <a:gd name="T56" fmla="*/ 516 w 541"/>
                <a:gd name="T57" fmla="*/ 381 h 473"/>
                <a:gd name="T58" fmla="*/ 537 w 541"/>
                <a:gd name="T59" fmla="*/ 320 h 473"/>
                <a:gd name="T60" fmla="*/ 540 w 541"/>
                <a:gd name="T61" fmla="*/ 294 h 473"/>
                <a:gd name="T62" fmla="*/ 527 w 541"/>
                <a:gd name="T63" fmla="*/ 232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1" h="473">
                  <a:moveTo>
                    <a:pt x="527" y="232"/>
                  </a:moveTo>
                  <a:lnTo>
                    <a:pt x="527" y="232"/>
                  </a:lnTo>
                  <a:cubicBezTo>
                    <a:pt x="516" y="202"/>
                    <a:pt x="498" y="176"/>
                    <a:pt x="474" y="156"/>
                  </a:cubicBezTo>
                  <a:cubicBezTo>
                    <a:pt x="453" y="139"/>
                    <a:pt x="427" y="126"/>
                    <a:pt x="400" y="121"/>
                  </a:cubicBezTo>
                  <a:cubicBezTo>
                    <a:pt x="382" y="86"/>
                    <a:pt x="356" y="58"/>
                    <a:pt x="323" y="36"/>
                  </a:cubicBezTo>
                  <a:cubicBezTo>
                    <a:pt x="288" y="14"/>
                    <a:pt x="247" y="0"/>
                    <a:pt x="203" y="0"/>
                  </a:cubicBezTo>
                  <a:cubicBezTo>
                    <a:pt x="159" y="0"/>
                    <a:pt x="120" y="12"/>
                    <a:pt x="85" y="34"/>
                  </a:cubicBezTo>
                  <a:cubicBezTo>
                    <a:pt x="51" y="56"/>
                    <a:pt x="23" y="88"/>
                    <a:pt x="6" y="123"/>
                  </a:cubicBezTo>
                  <a:cubicBezTo>
                    <a:pt x="0" y="133"/>
                    <a:pt x="4" y="143"/>
                    <a:pt x="14" y="148"/>
                  </a:cubicBezTo>
                  <a:cubicBezTo>
                    <a:pt x="22" y="152"/>
                    <a:pt x="33" y="148"/>
                    <a:pt x="37" y="140"/>
                  </a:cubicBezTo>
                  <a:cubicBezTo>
                    <a:pt x="52" y="108"/>
                    <a:pt x="76" y="82"/>
                    <a:pt x="104" y="64"/>
                  </a:cubicBezTo>
                  <a:cubicBezTo>
                    <a:pt x="132" y="47"/>
                    <a:pt x="166" y="36"/>
                    <a:pt x="203" y="36"/>
                  </a:cubicBezTo>
                  <a:cubicBezTo>
                    <a:pt x="240" y="36"/>
                    <a:pt x="275" y="47"/>
                    <a:pt x="303" y="66"/>
                  </a:cubicBezTo>
                  <a:cubicBezTo>
                    <a:pt x="332" y="85"/>
                    <a:pt x="356" y="112"/>
                    <a:pt x="371" y="144"/>
                  </a:cubicBezTo>
                  <a:cubicBezTo>
                    <a:pt x="373" y="150"/>
                    <a:pt x="378" y="154"/>
                    <a:pt x="384" y="154"/>
                  </a:cubicBezTo>
                  <a:cubicBezTo>
                    <a:pt x="417" y="159"/>
                    <a:pt x="448" y="177"/>
                    <a:pt x="470" y="202"/>
                  </a:cubicBezTo>
                  <a:cubicBezTo>
                    <a:pt x="481" y="214"/>
                    <a:pt x="489" y="228"/>
                    <a:pt x="494" y="244"/>
                  </a:cubicBezTo>
                  <a:cubicBezTo>
                    <a:pt x="500" y="259"/>
                    <a:pt x="504" y="276"/>
                    <a:pt x="504" y="294"/>
                  </a:cubicBezTo>
                  <a:cubicBezTo>
                    <a:pt x="504" y="300"/>
                    <a:pt x="502" y="309"/>
                    <a:pt x="502" y="316"/>
                  </a:cubicBezTo>
                  <a:cubicBezTo>
                    <a:pt x="500" y="333"/>
                    <a:pt x="494" y="349"/>
                    <a:pt x="485" y="364"/>
                  </a:cubicBezTo>
                  <a:cubicBezTo>
                    <a:pt x="472" y="386"/>
                    <a:pt x="453" y="403"/>
                    <a:pt x="431" y="416"/>
                  </a:cubicBezTo>
                  <a:cubicBezTo>
                    <a:pt x="409" y="430"/>
                    <a:pt x="383" y="436"/>
                    <a:pt x="356" y="436"/>
                  </a:cubicBezTo>
                  <a:cubicBezTo>
                    <a:pt x="319" y="436"/>
                    <a:pt x="319" y="436"/>
                    <a:pt x="319" y="436"/>
                  </a:cubicBezTo>
                  <a:cubicBezTo>
                    <a:pt x="309" y="436"/>
                    <a:pt x="301" y="445"/>
                    <a:pt x="301" y="454"/>
                  </a:cubicBezTo>
                  <a:cubicBezTo>
                    <a:pt x="301" y="464"/>
                    <a:pt x="309" y="472"/>
                    <a:pt x="319" y="472"/>
                  </a:cubicBezTo>
                  <a:lnTo>
                    <a:pt x="319" y="472"/>
                  </a:lnTo>
                  <a:cubicBezTo>
                    <a:pt x="356" y="472"/>
                    <a:pt x="356" y="472"/>
                    <a:pt x="356" y="472"/>
                  </a:cubicBezTo>
                  <a:cubicBezTo>
                    <a:pt x="400" y="472"/>
                    <a:pt x="442" y="457"/>
                    <a:pt x="475" y="430"/>
                  </a:cubicBezTo>
                  <a:cubicBezTo>
                    <a:pt x="492" y="416"/>
                    <a:pt x="505" y="401"/>
                    <a:pt x="516" y="381"/>
                  </a:cubicBezTo>
                  <a:cubicBezTo>
                    <a:pt x="527" y="364"/>
                    <a:pt x="534" y="343"/>
                    <a:pt x="537" y="320"/>
                  </a:cubicBezTo>
                  <a:cubicBezTo>
                    <a:pt x="538" y="311"/>
                    <a:pt x="540" y="303"/>
                    <a:pt x="540" y="294"/>
                  </a:cubicBezTo>
                  <a:cubicBezTo>
                    <a:pt x="540" y="272"/>
                    <a:pt x="535" y="251"/>
                    <a:pt x="527" y="2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8">
              <a:extLst>
                <a:ext uri="{FF2B5EF4-FFF2-40B4-BE49-F238E27FC236}">
                  <a16:creationId xmlns:a16="http://schemas.microsoft.com/office/drawing/2014/main" id="{4FDDF9CA-25D4-3427-173A-810A3AA5D6C4}"/>
                </a:ext>
              </a:extLst>
            </p:cNvPr>
            <p:cNvSpPr>
              <a:spLocks noChangeArrowheads="1"/>
            </p:cNvSpPr>
            <p:nvPr/>
          </p:nvSpPr>
          <p:spPr bwMode="auto">
            <a:xfrm>
              <a:off x="3124200" y="6516688"/>
              <a:ext cx="100013" cy="109537"/>
            </a:xfrm>
            <a:custGeom>
              <a:avLst/>
              <a:gdLst>
                <a:gd name="T0" fmla="*/ 272 w 280"/>
                <a:gd name="T1" fmla="*/ 54 h 303"/>
                <a:gd name="T2" fmla="*/ 272 w 280"/>
                <a:gd name="T3" fmla="*/ 54 h 303"/>
                <a:gd name="T4" fmla="*/ 225 w 280"/>
                <a:gd name="T5" fmla="*/ 15 h 303"/>
                <a:gd name="T6" fmla="*/ 198 w 280"/>
                <a:gd name="T7" fmla="*/ 4 h 303"/>
                <a:gd name="T8" fmla="*/ 167 w 280"/>
                <a:gd name="T9" fmla="*/ 0 h 303"/>
                <a:gd name="T10" fmla="*/ 49 w 280"/>
                <a:gd name="T11" fmla="*/ 44 h 303"/>
                <a:gd name="T12" fmla="*/ 14 w 280"/>
                <a:gd name="T13" fmla="*/ 92 h 303"/>
                <a:gd name="T14" fmla="*/ 0 w 280"/>
                <a:gd name="T15" fmla="*/ 151 h 303"/>
                <a:gd name="T16" fmla="*/ 14 w 280"/>
                <a:gd name="T17" fmla="*/ 210 h 303"/>
                <a:gd name="T18" fmla="*/ 74 w 280"/>
                <a:gd name="T19" fmla="*/ 276 h 303"/>
                <a:gd name="T20" fmla="*/ 167 w 280"/>
                <a:gd name="T21" fmla="*/ 302 h 303"/>
                <a:gd name="T22" fmla="*/ 185 w 280"/>
                <a:gd name="T23" fmla="*/ 284 h 303"/>
                <a:gd name="T24" fmla="*/ 167 w 280"/>
                <a:gd name="T25" fmla="*/ 266 h 303"/>
                <a:gd name="T26" fmla="*/ 167 w 280"/>
                <a:gd name="T27" fmla="*/ 266 h 303"/>
                <a:gd name="T28" fmla="*/ 74 w 280"/>
                <a:gd name="T29" fmla="*/ 232 h 303"/>
                <a:gd name="T30" fmla="*/ 47 w 280"/>
                <a:gd name="T31" fmla="*/ 195 h 303"/>
                <a:gd name="T32" fmla="*/ 36 w 280"/>
                <a:gd name="T33" fmla="*/ 151 h 303"/>
                <a:gd name="T34" fmla="*/ 47 w 280"/>
                <a:gd name="T35" fmla="*/ 107 h 303"/>
                <a:gd name="T36" fmla="*/ 93 w 280"/>
                <a:gd name="T37" fmla="*/ 55 h 303"/>
                <a:gd name="T38" fmla="*/ 167 w 280"/>
                <a:gd name="T39" fmla="*/ 36 h 303"/>
                <a:gd name="T40" fmla="*/ 188 w 280"/>
                <a:gd name="T41" fmla="*/ 39 h 303"/>
                <a:gd name="T42" fmla="*/ 218 w 280"/>
                <a:gd name="T43" fmla="*/ 52 h 303"/>
                <a:gd name="T44" fmla="*/ 244 w 280"/>
                <a:gd name="T45" fmla="*/ 77 h 303"/>
                <a:gd name="T46" fmla="*/ 270 w 280"/>
                <a:gd name="T47" fmla="*/ 80 h 303"/>
                <a:gd name="T48" fmla="*/ 272 w 280"/>
                <a:gd name="T49" fmla="*/ 5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0" h="303">
                  <a:moveTo>
                    <a:pt x="272" y="54"/>
                  </a:moveTo>
                  <a:lnTo>
                    <a:pt x="272" y="54"/>
                  </a:lnTo>
                  <a:cubicBezTo>
                    <a:pt x="259" y="39"/>
                    <a:pt x="243" y="25"/>
                    <a:pt x="225" y="15"/>
                  </a:cubicBezTo>
                  <a:cubicBezTo>
                    <a:pt x="217" y="11"/>
                    <a:pt x="207" y="7"/>
                    <a:pt x="198" y="4"/>
                  </a:cubicBezTo>
                  <a:cubicBezTo>
                    <a:pt x="188" y="1"/>
                    <a:pt x="177" y="0"/>
                    <a:pt x="167" y="0"/>
                  </a:cubicBezTo>
                  <a:cubicBezTo>
                    <a:pt x="122" y="0"/>
                    <a:pt x="79" y="17"/>
                    <a:pt x="49" y="44"/>
                  </a:cubicBezTo>
                  <a:cubicBezTo>
                    <a:pt x="34" y="56"/>
                    <a:pt x="22" y="73"/>
                    <a:pt x="14" y="92"/>
                  </a:cubicBezTo>
                  <a:cubicBezTo>
                    <a:pt x="5" y="110"/>
                    <a:pt x="0" y="129"/>
                    <a:pt x="0" y="151"/>
                  </a:cubicBezTo>
                  <a:cubicBezTo>
                    <a:pt x="0" y="172"/>
                    <a:pt x="5" y="192"/>
                    <a:pt x="14" y="210"/>
                  </a:cubicBezTo>
                  <a:cubicBezTo>
                    <a:pt x="26" y="238"/>
                    <a:pt x="48" y="261"/>
                    <a:pt x="74" y="276"/>
                  </a:cubicBezTo>
                  <a:cubicBezTo>
                    <a:pt x="101" y="292"/>
                    <a:pt x="133" y="302"/>
                    <a:pt x="167" y="302"/>
                  </a:cubicBezTo>
                  <a:cubicBezTo>
                    <a:pt x="177" y="302"/>
                    <a:pt x="185" y="294"/>
                    <a:pt x="185" y="284"/>
                  </a:cubicBezTo>
                  <a:cubicBezTo>
                    <a:pt x="185" y="275"/>
                    <a:pt x="177" y="266"/>
                    <a:pt x="167" y="266"/>
                  </a:cubicBezTo>
                  <a:lnTo>
                    <a:pt x="167" y="266"/>
                  </a:lnTo>
                  <a:cubicBezTo>
                    <a:pt x="130" y="266"/>
                    <a:pt x="97" y="253"/>
                    <a:pt x="74" y="232"/>
                  </a:cubicBezTo>
                  <a:cubicBezTo>
                    <a:pt x="62" y="221"/>
                    <a:pt x="52" y="209"/>
                    <a:pt x="47" y="195"/>
                  </a:cubicBezTo>
                  <a:cubicBezTo>
                    <a:pt x="40" y="181"/>
                    <a:pt x="36" y="166"/>
                    <a:pt x="36" y="151"/>
                  </a:cubicBezTo>
                  <a:cubicBezTo>
                    <a:pt x="36" y="135"/>
                    <a:pt x="40" y="121"/>
                    <a:pt x="47" y="107"/>
                  </a:cubicBezTo>
                  <a:cubicBezTo>
                    <a:pt x="56" y="87"/>
                    <a:pt x="73" y="69"/>
                    <a:pt x="93" y="55"/>
                  </a:cubicBezTo>
                  <a:cubicBezTo>
                    <a:pt x="114" y="43"/>
                    <a:pt x="140" y="36"/>
                    <a:pt x="167" y="36"/>
                  </a:cubicBezTo>
                  <a:cubicBezTo>
                    <a:pt x="174" y="36"/>
                    <a:pt x="181" y="36"/>
                    <a:pt x="188" y="39"/>
                  </a:cubicBezTo>
                  <a:cubicBezTo>
                    <a:pt x="199" y="41"/>
                    <a:pt x="209" y="47"/>
                    <a:pt x="218" y="52"/>
                  </a:cubicBezTo>
                  <a:cubicBezTo>
                    <a:pt x="228" y="59"/>
                    <a:pt x="237" y="67"/>
                    <a:pt x="244" y="77"/>
                  </a:cubicBezTo>
                  <a:cubicBezTo>
                    <a:pt x="251" y="84"/>
                    <a:pt x="262" y="85"/>
                    <a:pt x="270" y="80"/>
                  </a:cubicBezTo>
                  <a:cubicBezTo>
                    <a:pt x="277" y="73"/>
                    <a:pt x="279" y="62"/>
                    <a:pt x="272"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9">
              <a:extLst>
                <a:ext uri="{FF2B5EF4-FFF2-40B4-BE49-F238E27FC236}">
                  <a16:creationId xmlns:a16="http://schemas.microsoft.com/office/drawing/2014/main" id="{A02271EB-3161-7E65-E0A3-52EEE8AC2DEB}"/>
                </a:ext>
              </a:extLst>
            </p:cNvPr>
            <p:cNvSpPr>
              <a:spLocks noChangeArrowheads="1"/>
            </p:cNvSpPr>
            <p:nvPr/>
          </p:nvSpPr>
          <p:spPr bwMode="auto">
            <a:xfrm>
              <a:off x="3194050" y="6588125"/>
              <a:ext cx="25400" cy="57150"/>
            </a:xfrm>
            <a:custGeom>
              <a:avLst/>
              <a:gdLst>
                <a:gd name="T0" fmla="*/ 54 w 71"/>
                <a:gd name="T1" fmla="*/ 3 h 160"/>
                <a:gd name="T2" fmla="*/ 54 w 71"/>
                <a:gd name="T3" fmla="*/ 3 h 160"/>
                <a:gd name="T4" fmla="*/ 33 w 71"/>
                <a:gd name="T5" fmla="*/ 15 h 160"/>
                <a:gd name="T6" fmla="*/ 3 w 71"/>
                <a:gd name="T7" fmla="*/ 136 h 160"/>
                <a:gd name="T8" fmla="*/ 15 w 71"/>
                <a:gd name="T9" fmla="*/ 156 h 160"/>
                <a:gd name="T10" fmla="*/ 37 w 71"/>
                <a:gd name="T11" fmla="*/ 144 h 160"/>
                <a:gd name="T12" fmla="*/ 67 w 71"/>
                <a:gd name="T13" fmla="*/ 23 h 160"/>
                <a:gd name="T14" fmla="*/ 54 w 71"/>
                <a:gd name="T15" fmla="*/ 3 h 1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160">
                  <a:moveTo>
                    <a:pt x="54" y="3"/>
                  </a:moveTo>
                  <a:lnTo>
                    <a:pt x="54" y="3"/>
                  </a:lnTo>
                  <a:cubicBezTo>
                    <a:pt x="44" y="0"/>
                    <a:pt x="34" y="5"/>
                    <a:pt x="33" y="15"/>
                  </a:cubicBezTo>
                  <a:cubicBezTo>
                    <a:pt x="3" y="136"/>
                    <a:pt x="3" y="136"/>
                    <a:pt x="3" y="136"/>
                  </a:cubicBezTo>
                  <a:cubicBezTo>
                    <a:pt x="0" y="145"/>
                    <a:pt x="6" y="155"/>
                    <a:pt x="15" y="156"/>
                  </a:cubicBezTo>
                  <a:cubicBezTo>
                    <a:pt x="25" y="159"/>
                    <a:pt x="34" y="154"/>
                    <a:pt x="37" y="144"/>
                  </a:cubicBezTo>
                  <a:cubicBezTo>
                    <a:pt x="67" y="23"/>
                    <a:pt x="67" y="23"/>
                    <a:pt x="67" y="23"/>
                  </a:cubicBezTo>
                  <a:cubicBezTo>
                    <a:pt x="70" y="13"/>
                    <a:pt x="63" y="4"/>
                    <a:pt x="54"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6" name="Freeform 560">
              <a:extLst>
                <a:ext uri="{FF2B5EF4-FFF2-40B4-BE49-F238E27FC236}">
                  <a16:creationId xmlns:a16="http://schemas.microsoft.com/office/drawing/2014/main" id="{472FE35C-D310-9185-69A5-289448F826EF}"/>
                </a:ext>
              </a:extLst>
            </p:cNvPr>
            <p:cNvSpPr>
              <a:spLocks noChangeArrowheads="1"/>
            </p:cNvSpPr>
            <p:nvPr/>
          </p:nvSpPr>
          <p:spPr bwMode="auto">
            <a:xfrm>
              <a:off x="3233738" y="6588125"/>
              <a:ext cx="19050" cy="33338"/>
            </a:xfrm>
            <a:custGeom>
              <a:avLst/>
              <a:gdLst>
                <a:gd name="T0" fmla="*/ 37 w 53"/>
                <a:gd name="T1" fmla="*/ 3 h 94"/>
                <a:gd name="T2" fmla="*/ 37 w 53"/>
                <a:gd name="T3" fmla="*/ 3 h 94"/>
                <a:gd name="T4" fmla="*/ 15 w 53"/>
                <a:gd name="T5" fmla="*/ 15 h 94"/>
                <a:gd name="T6" fmla="*/ 2 w 53"/>
                <a:gd name="T7" fmla="*/ 70 h 94"/>
                <a:gd name="T8" fmla="*/ 15 w 53"/>
                <a:gd name="T9" fmla="*/ 92 h 94"/>
                <a:gd name="T10" fmla="*/ 37 w 53"/>
                <a:gd name="T11" fmla="*/ 78 h 94"/>
                <a:gd name="T12" fmla="*/ 50 w 53"/>
                <a:gd name="T13" fmla="*/ 23 h 94"/>
                <a:gd name="T14" fmla="*/ 37 w 53"/>
                <a:gd name="T15" fmla="*/ 3 h 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 h="94">
                  <a:moveTo>
                    <a:pt x="37" y="3"/>
                  </a:moveTo>
                  <a:lnTo>
                    <a:pt x="37" y="3"/>
                  </a:lnTo>
                  <a:cubicBezTo>
                    <a:pt x="28" y="0"/>
                    <a:pt x="18" y="5"/>
                    <a:pt x="15" y="15"/>
                  </a:cubicBezTo>
                  <a:cubicBezTo>
                    <a:pt x="2" y="70"/>
                    <a:pt x="2" y="70"/>
                    <a:pt x="2" y="70"/>
                  </a:cubicBezTo>
                  <a:cubicBezTo>
                    <a:pt x="0" y="79"/>
                    <a:pt x="6" y="89"/>
                    <a:pt x="15" y="92"/>
                  </a:cubicBezTo>
                  <a:cubicBezTo>
                    <a:pt x="25" y="93"/>
                    <a:pt x="35" y="88"/>
                    <a:pt x="37" y="78"/>
                  </a:cubicBezTo>
                  <a:cubicBezTo>
                    <a:pt x="50" y="23"/>
                    <a:pt x="50" y="23"/>
                    <a:pt x="50" y="23"/>
                  </a:cubicBezTo>
                  <a:cubicBezTo>
                    <a:pt x="52" y="13"/>
                    <a:pt x="47" y="4"/>
                    <a:pt x="37"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7" name="Freeform 561">
              <a:extLst>
                <a:ext uri="{FF2B5EF4-FFF2-40B4-BE49-F238E27FC236}">
                  <a16:creationId xmlns:a16="http://schemas.microsoft.com/office/drawing/2014/main" id="{BB663495-4254-959C-1961-7F98624C1090}"/>
                </a:ext>
              </a:extLst>
            </p:cNvPr>
            <p:cNvSpPr>
              <a:spLocks noChangeArrowheads="1"/>
            </p:cNvSpPr>
            <p:nvPr/>
          </p:nvSpPr>
          <p:spPr bwMode="auto">
            <a:xfrm>
              <a:off x="3255963" y="6577013"/>
              <a:ext cx="28575" cy="69850"/>
            </a:xfrm>
            <a:custGeom>
              <a:avLst/>
              <a:gdLst>
                <a:gd name="T0" fmla="*/ 63 w 79"/>
                <a:gd name="T1" fmla="*/ 2 h 194"/>
                <a:gd name="T2" fmla="*/ 63 w 79"/>
                <a:gd name="T3" fmla="*/ 2 h 194"/>
                <a:gd name="T4" fmla="*/ 41 w 79"/>
                <a:gd name="T5" fmla="*/ 15 h 194"/>
                <a:gd name="T6" fmla="*/ 2 w 79"/>
                <a:gd name="T7" fmla="*/ 170 h 194"/>
                <a:gd name="T8" fmla="*/ 15 w 79"/>
                <a:gd name="T9" fmla="*/ 192 h 194"/>
                <a:gd name="T10" fmla="*/ 37 w 79"/>
                <a:gd name="T11" fmla="*/ 178 h 194"/>
                <a:gd name="T12" fmla="*/ 75 w 79"/>
                <a:gd name="T13" fmla="*/ 24 h 194"/>
                <a:gd name="T14" fmla="*/ 63 w 79"/>
                <a:gd name="T15" fmla="*/ 2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194">
                  <a:moveTo>
                    <a:pt x="63" y="2"/>
                  </a:moveTo>
                  <a:lnTo>
                    <a:pt x="63" y="2"/>
                  </a:lnTo>
                  <a:cubicBezTo>
                    <a:pt x="53" y="0"/>
                    <a:pt x="44" y="5"/>
                    <a:pt x="41" y="15"/>
                  </a:cubicBezTo>
                  <a:cubicBezTo>
                    <a:pt x="2" y="170"/>
                    <a:pt x="2" y="170"/>
                    <a:pt x="2" y="170"/>
                  </a:cubicBezTo>
                  <a:cubicBezTo>
                    <a:pt x="0" y="179"/>
                    <a:pt x="5" y="189"/>
                    <a:pt x="15" y="192"/>
                  </a:cubicBezTo>
                  <a:cubicBezTo>
                    <a:pt x="24" y="193"/>
                    <a:pt x="34" y="188"/>
                    <a:pt x="37" y="178"/>
                  </a:cubicBezTo>
                  <a:cubicBezTo>
                    <a:pt x="75" y="24"/>
                    <a:pt x="75" y="24"/>
                    <a:pt x="75" y="24"/>
                  </a:cubicBezTo>
                  <a:cubicBezTo>
                    <a:pt x="78" y="15"/>
                    <a:pt x="72" y="4"/>
                    <a:pt x="63"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8" name="Freeform 562">
              <a:extLst>
                <a:ext uri="{FF2B5EF4-FFF2-40B4-BE49-F238E27FC236}">
                  <a16:creationId xmlns:a16="http://schemas.microsoft.com/office/drawing/2014/main" id="{3614886F-FA00-7A1A-618D-141B07E5BD53}"/>
                </a:ext>
              </a:extLst>
            </p:cNvPr>
            <p:cNvSpPr>
              <a:spLocks noChangeArrowheads="1"/>
            </p:cNvSpPr>
            <p:nvPr/>
          </p:nvSpPr>
          <p:spPr bwMode="auto">
            <a:xfrm>
              <a:off x="3222625" y="6629400"/>
              <a:ext cx="19050" cy="34925"/>
            </a:xfrm>
            <a:custGeom>
              <a:avLst/>
              <a:gdLst>
                <a:gd name="T0" fmla="*/ 38 w 55"/>
                <a:gd name="T1" fmla="*/ 2 h 98"/>
                <a:gd name="T2" fmla="*/ 38 w 55"/>
                <a:gd name="T3" fmla="*/ 2 h 98"/>
                <a:gd name="T4" fmla="*/ 17 w 55"/>
                <a:gd name="T5" fmla="*/ 16 h 98"/>
                <a:gd name="T6" fmla="*/ 3 w 55"/>
                <a:gd name="T7" fmla="*/ 73 h 98"/>
                <a:gd name="T8" fmla="*/ 15 w 55"/>
                <a:gd name="T9" fmla="*/ 95 h 98"/>
                <a:gd name="T10" fmla="*/ 37 w 55"/>
                <a:gd name="T11" fmla="*/ 81 h 98"/>
                <a:gd name="T12" fmla="*/ 51 w 55"/>
                <a:gd name="T13" fmla="*/ 24 h 98"/>
                <a:gd name="T14" fmla="*/ 38 w 55"/>
                <a:gd name="T15" fmla="*/ 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5" h="98">
                  <a:moveTo>
                    <a:pt x="38" y="2"/>
                  </a:moveTo>
                  <a:lnTo>
                    <a:pt x="38" y="2"/>
                  </a:lnTo>
                  <a:cubicBezTo>
                    <a:pt x="29" y="0"/>
                    <a:pt x="19" y="6"/>
                    <a:pt x="17" y="16"/>
                  </a:cubicBezTo>
                  <a:cubicBezTo>
                    <a:pt x="3" y="73"/>
                    <a:pt x="3" y="73"/>
                    <a:pt x="3" y="73"/>
                  </a:cubicBezTo>
                  <a:cubicBezTo>
                    <a:pt x="0" y="83"/>
                    <a:pt x="6" y="92"/>
                    <a:pt x="15" y="95"/>
                  </a:cubicBezTo>
                  <a:cubicBezTo>
                    <a:pt x="25" y="97"/>
                    <a:pt x="34" y="91"/>
                    <a:pt x="37" y="81"/>
                  </a:cubicBezTo>
                  <a:cubicBezTo>
                    <a:pt x="51" y="24"/>
                    <a:pt x="51" y="24"/>
                    <a:pt x="51" y="24"/>
                  </a:cubicBezTo>
                  <a:cubicBezTo>
                    <a:pt x="54" y="14"/>
                    <a:pt x="48" y="5"/>
                    <a:pt x="38"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63">
              <a:extLst>
                <a:ext uri="{FF2B5EF4-FFF2-40B4-BE49-F238E27FC236}">
                  <a16:creationId xmlns:a16="http://schemas.microsoft.com/office/drawing/2014/main" id="{9C5FDCF0-5E65-83CC-8FD4-311EE735F4C8}"/>
                </a:ext>
              </a:extLst>
            </p:cNvPr>
            <p:cNvSpPr>
              <a:spLocks noChangeArrowheads="1"/>
            </p:cNvSpPr>
            <p:nvPr/>
          </p:nvSpPr>
          <p:spPr bwMode="auto">
            <a:xfrm>
              <a:off x="3297238" y="6370638"/>
              <a:ext cx="36512" cy="36512"/>
            </a:xfrm>
            <a:custGeom>
              <a:avLst/>
              <a:gdLst>
                <a:gd name="T0" fmla="*/ 29 w 100"/>
                <a:gd name="T1" fmla="*/ 93 h 100"/>
                <a:gd name="T2" fmla="*/ 29 w 100"/>
                <a:gd name="T3" fmla="*/ 93 h 100"/>
                <a:gd name="T4" fmla="*/ 94 w 100"/>
                <a:gd name="T5" fmla="*/ 29 h 100"/>
                <a:gd name="T6" fmla="*/ 94 w 100"/>
                <a:gd name="T7" fmla="*/ 5 h 100"/>
                <a:gd name="T8" fmla="*/ 70 w 100"/>
                <a:gd name="T9" fmla="*/ 5 h 100"/>
                <a:gd name="T10" fmla="*/ 6 w 100"/>
                <a:gd name="T11" fmla="*/ 70 h 100"/>
                <a:gd name="T12" fmla="*/ 6 w 100"/>
                <a:gd name="T13" fmla="*/ 93 h 100"/>
                <a:gd name="T14" fmla="*/ 29 w 100"/>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9" y="93"/>
                  </a:moveTo>
                  <a:lnTo>
                    <a:pt x="29" y="93"/>
                  </a:lnTo>
                  <a:cubicBezTo>
                    <a:pt x="94" y="29"/>
                    <a:pt x="94" y="29"/>
                    <a:pt x="94" y="29"/>
                  </a:cubicBezTo>
                  <a:cubicBezTo>
                    <a:pt x="99" y="23"/>
                    <a:pt x="99" y="12"/>
                    <a:pt x="94" y="5"/>
                  </a:cubicBezTo>
                  <a:cubicBezTo>
                    <a:pt x="87" y="0"/>
                    <a:pt x="76" y="0"/>
                    <a:pt x="70" y="5"/>
                  </a:cubicBezTo>
                  <a:cubicBezTo>
                    <a:pt x="6" y="70"/>
                    <a:pt x="6" y="70"/>
                    <a:pt x="6" y="70"/>
                  </a:cubicBezTo>
                  <a:cubicBezTo>
                    <a:pt x="0" y="75"/>
                    <a:pt x="0" y="86"/>
                    <a:pt x="6" y="93"/>
                  </a:cubicBezTo>
                  <a:cubicBezTo>
                    <a:pt x="13" y="99"/>
                    <a:pt x="24" y="99"/>
                    <a:pt x="29"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64">
              <a:extLst>
                <a:ext uri="{FF2B5EF4-FFF2-40B4-BE49-F238E27FC236}">
                  <a16:creationId xmlns:a16="http://schemas.microsoft.com/office/drawing/2014/main" id="{A01DA377-95D8-C6D1-2027-1DEDE09AD982}"/>
                </a:ext>
              </a:extLst>
            </p:cNvPr>
            <p:cNvSpPr>
              <a:spLocks noChangeArrowheads="1"/>
            </p:cNvSpPr>
            <p:nvPr/>
          </p:nvSpPr>
          <p:spPr bwMode="auto">
            <a:xfrm>
              <a:off x="3206750" y="6321425"/>
              <a:ext cx="12700" cy="41275"/>
            </a:xfrm>
            <a:custGeom>
              <a:avLst/>
              <a:gdLst>
                <a:gd name="T0" fmla="*/ 17 w 34"/>
                <a:gd name="T1" fmla="*/ 112 h 113"/>
                <a:gd name="T2" fmla="*/ 17 w 34"/>
                <a:gd name="T3" fmla="*/ 112 h 113"/>
                <a:gd name="T4" fmla="*/ 33 w 34"/>
                <a:gd name="T5" fmla="*/ 96 h 113"/>
                <a:gd name="T6" fmla="*/ 33 w 34"/>
                <a:gd name="T7" fmla="*/ 16 h 113"/>
                <a:gd name="T8" fmla="*/ 17 w 34"/>
                <a:gd name="T9" fmla="*/ 0 h 113"/>
                <a:gd name="T10" fmla="*/ 0 w 34"/>
                <a:gd name="T11" fmla="*/ 16 h 113"/>
                <a:gd name="T12" fmla="*/ 0 w 34"/>
                <a:gd name="T13" fmla="*/ 96 h 113"/>
                <a:gd name="T14" fmla="*/ 17 w 34"/>
                <a:gd name="T15" fmla="*/ 112 h 11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113">
                  <a:moveTo>
                    <a:pt x="17" y="112"/>
                  </a:moveTo>
                  <a:lnTo>
                    <a:pt x="17" y="112"/>
                  </a:lnTo>
                  <a:cubicBezTo>
                    <a:pt x="26" y="112"/>
                    <a:pt x="33" y="106"/>
                    <a:pt x="33" y="96"/>
                  </a:cubicBezTo>
                  <a:cubicBezTo>
                    <a:pt x="33" y="16"/>
                    <a:pt x="33" y="16"/>
                    <a:pt x="33" y="16"/>
                  </a:cubicBezTo>
                  <a:cubicBezTo>
                    <a:pt x="33" y="7"/>
                    <a:pt x="26" y="0"/>
                    <a:pt x="17" y="0"/>
                  </a:cubicBezTo>
                  <a:cubicBezTo>
                    <a:pt x="8" y="0"/>
                    <a:pt x="0" y="7"/>
                    <a:pt x="0" y="16"/>
                  </a:cubicBezTo>
                  <a:cubicBezTo>
                    <a:pt x="0" y="96"/>
                    <a:pt x="0" y="96"/>
                    <a:pt x="0" y="96"/>
                  </a:cubicBezTo>
                  <a:cubicBezTo>
                    <a:pt x="0" y="106"/>
                    <a:pt x="8" y="112"/>
                    <a:pt x="17" y="1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1" name="Freeform 565">
              <a:extLst>
                <a:ext uri="{FF2B5EF4-FFF2-40B4-BE49-F238E27FC236}">
                  <a16:creationId xmlns:a16="http://schemas.microsoft.com/office/drawing/2014/main" id="{E8C3C1F9-675C-9851-7260-8159F28F7F04}"/>
                </a:ext>
              </a:extLst>
            </p:cNvPr>
            <p:cNvSpPr>
              <a:spLocks noChangeArrowheads="1"/>
            </p:cNvSpPr>
            <p:nvPr/>
          </p:nvSpPr>
          <p:spPr bwMode="auto">
            <a:xfrm>
              <a:off x="3109913" y="6388100"/>
              <a:ext cx="196850" cy="144463"/>
            </a:xfrm>
            <a:custGeom>
              <a:avLst/>
              <a:gdLst>
                <a:gd name="T0" fmla="*/ 48 w 545"/>
                <a:gd name="T1" fmla="*/ 376 h 402"/>
                <a:gd name="T2" fmla="*/ 48 w 545"/>
                <a:gd name="T3" fmla="*/ 376 h 402"/>
                <a:gd name="T4" fmla="*/ 48 w 545"/>
                <a:gd name="T5" fmla="*/ 376 h 402"/>
                <a:gd name="T6" fmla="*/ 33 w 545"/>
                <a:gd name="T7" fmla="*/ 287 h 402"/>
                <a:gd name="T8" fmla="*/ 52 w 545"/>
                <a:gd name="T9" fmla="*/ 188 h 402"/>
                <a:gd name="T10" fmla="*/ 144 w 545"/>
                <a:gd name="T11" fmla="*/ 77 h 402"/>
                <a:gd name="T12" fmla="*/ 284 w 545"/>
                <a:gd name="T13" fmla="*/ 33 h 402"/>
                <a:gd name="T14" fmla="*/ 420 w 545"/>
                <a:gd name="T15" fmla="*/ 73 h 402"/>
                <a:gd name="T16" fmla="*/ 511 w 545"/>
                <a:gd name="T17" fmla="*/ 175 h 402"/>
                <a:gd name="T18" fmla="*/ 533 w 545"/>
                <a:gd name="T19" fmla="*/ 181 h 402"/>
                <a:gd name="T20" fmla="*/ 541 w 545"/>
                <a:gd name="T21" fmla="*/ 159 h 402"/>
                <a:gd name="T22" fmla="*/ 437 w 545"/>
                <a:gd name="T23" fmla="*/ 44 h 402"/>
                <a:gd name="T24" fmla="*/ 284 w 545"/>
                <a:gd name="T25" fmla="*/ 0 h 402"/>
                <a:gd name="T26" fmla="*/ 174 w 545"/>
                <a:gd name="T27" fmla="*/ 22 h 402"/>
                <a:gd name="T28" fmla="*/ 48 w 545"/>
                <a:gd name="T29" fmla="*/ 127 h 402"/>
                <a:gd name="T30" fmla="*/ 0 w 545"/>
                <a:gd name="T31" fmla="*/ 287 h 402"/>
                <a:gd name="T32" fmla="*/ 18 w 545"/>
                <a:gd name="T33" fmla="*/ 389 h 402"/>
                <a:gd name="T34" fmla="*/ 39 w 545"/>
                <a:gd name="T35" fmla="*/ 398 h 402"/>
                <a:gd name="T36" fmla="*/ 48 w 545"/>
                <a:gd name="T37" fmla="*/ 376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5" h="402">
                  <a:moveTo>
                    <a:pt x="48" y="376"/>
                  </a:moveTo>
                  <a:lnTo>
                    <a:pt x="48" y="376"/>
                  </a:lnTo>
                  <a:lnTo>
                    <a:pt x="48" y="376"/>
                  </a:lnTo>
                  <a:cubicBezTo>
                    <a:pt x="39" y="349"/>
                    <a:pt x="33" y="319"/>
                    <a:pt x="33" y="287"/>
                  </a:cubicBezTo>
                  <a:cubicBezTo>
                    <a:pt x="33" y="251"/>
                    <a:pt x="40" y="218"/>
                    <a:pt x="52" y="188"/>
                  </a:cubicBezTo>
                  <a:cubicBezTo>
                    <a:pt x="71" y="143"/>
                    <a:pt x="103" y="105"/>
                    <a:pt x="144" y="77"/>
                  </a:cubicBezTo>
                  <a:cubicBezTo>
                    <a:pt x="184" y="50"/>
                    <a:pt x="232" y="33"/>
                    <a:pt x="284" y="33"/>
                  </a:cubicBezTo>
                  <a:cubicBezTo>
                    <a:pt x="334" y="33"/>
                    <a:pt x="380" y="47"/>
                    <a:pt x="420" y="73"/>
                  </a:cubicBezTo>
                  <a:cubicBezTo>
                    <a:pt x="459" y="98"/>
                    <a:pt x="490" y="132"/>
                    <a:pt x="511" y="175"/>
                  </a:cubicBezTo>
                  <a:cubicBezTo>
                    <a:pt x="515" y="183"/>
                    <a:pt x="524" y="186"/>
                    <a:pt x="533" y="181"/>
                  </a:cubicBezTo>
                  <a:cubicBezTo>
                    <a:pt x="541" y="179"/>
                    <a:pt x="544" y="168"/>
                    <a:pt x="541" y="159"/>
                  </a:cubicBezTo>
                  <a:cubicBezTo>
                    <a:pt x="518" y="113"/>
                    <a:pt x="482" y="73"/>
                    <a:pt x="437" y="44"/>
                  </a:cubicBezTo>
                  <a:cubicBezTo>
                    <a:pt x="393" y="17"/>
                    <a:pt x="341" y="0"/>
                    <a:pt x="284" y="0"/>
                  </a:cubicBezTo>
                  <a:cubicBezTo>
                    <a:pt x="246" y="0"/>
                    <a:pt x="207" y="8"/>
                    <a:pt x="174" y="22"/>
                  </a:cubicBezTo>
                  <a:cubicBezTo>
                    <a:pt x="122" y="44"/>
                    <a:pt x="80" y="81"/>
                    <a:pt x="48" y="127"/>
                  </a:cubicBezTo>
                  <a:cubicBezTo>
                    <a:pt x="18" y="173"/>
                    <a:pt x="0" y="228"/>
                    <a:pt x="0" y="287"/>
                  </a:cubicBezTo>
                  <a:cubicBezTo>
                    <a:pt x="0" y="323"/>
                    <a:pt x="6" y="357"/>
                    <a:pt x="18" y="389"/>
                  </a:cubicBezTo>
                  <a:cubicBezTo>
                    <a:pt x="21" y="397"/>
                    <a:pt x="30" y="401"/>
                    <a:pt x="39" y="398"/>
                  </a:cubicBezTo>
                  <a:cubicBezTo>
                    <a:pt x="48" y="394"/>
                    <a:pt x="52" y="386"/>
                    <a:pt x="48"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2" name="Freeform 566">
              <a:extLst>
                <a:ext uri="{FF2B5EF4-FFF2-40B4-BE49-F238E27FC236}">
                  <a16:creationId xmlns:a16="http://schemas.microsoft.com/office/drawing/2014/main" id="{152021D3-BD42-8B0B-9BA7-C28FFAE9CCC5}"/>
                </a:ext>
              </a:extLst>
            </p:cNvPr>
            <p:cNvSpPr>
              <a:spLocks noChangeArrowheads="1"/>
            </p:cNvSpPr>
            <p:nvPr/>
          </p:nvSpPr>
          <p:spPr bwMode="auto">
            <a:xfrm>
              <a:off x="3048000" y="6481763"/>
              <a:ext cx="41275" cy="12700"/>
            </a:xfrm>
            <a:custGeom>
              <a:avLst/>
              <a:gdLst>
                <a:gd name="T0" fmla="*/ 96 w 113"/>
                <a:gd name="T1" fmla="*/ 0 h 34"/>
                <a:gd name="T2" fmla="*/ 96 w 113"/>
                <a:gd name="T3" fmla="*/ 0 h 34"/>
                <a:gd name="T4" fmla="*/ 16 w 113"/>
                <a:gd name="T5" fmla="*/ 0 h 34"/>
                <a:gd name="T6" fmla="*/ 0 w 113"/>
                <a:gd name="T7" fmla="*/ 16 h 34"/>
                <a:gd name="T8" fmla="*/ 16 w 113"/>
                <a:gd name="T9" fmla="*/ 33 h 34"/>
                <a:gd name="T10" fmla="*/ 96 w 113"/>
                <a:gd name="T11" fmla="*/ 33 h 34"/>
                <a:gd name="T12" fmla="*/ 112 w 113"/>
                <a:gd name="T13" fmla="*/ 16 h 34"/>
                <a:gd name="T14" fmla="*/ 96 w 113"/>
                <a:gd name="T15" fmla="*/ 0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3" h="34">
                  <a:moveTo>
                    <a:pt x="96" y="0"/>
                  </a:moveTo>
                  <a:lnTo>
                    <a:pt x="96" y="0"/>
                  </a:lnTo>
                  <a:cubicBezTo>
                    <a:pt x="16" y="0"/>
                    <a:pt x="16" y="0"/>
                    <a:pt x="16" y="0"/>
                  </a:cubicBezTo>
                  <a:cubicBezTo>
                    <a:pt x="7" y="0"/>
                    <a:pt x="0" y="8"/>
                    <a:pt x="0" y="16"/>
                  </a:cubicBezTo>
                  <a:cubicBezTo>
                    <a:pt x="0" y="26"/>
                    <a:pt x="7" y="33"/>
                    <a:pt x="16" y="33"/>
                  </a:cubicBezTo>
                  <a:cubicBezTo>
                    <a:pt x="96" y="33"/>
                    <a:pt x="96" y="33"/>
                    <a:pt x="96" y="33"/>
                  </a:cubicBezTo>
                  <a:cubicBezTo>
                    <a:pt x="104" y="33"/>
                    <a:pt x="112" y="26"/>
                    <a:pt x="112" y="16"/>
                  </a:cubicBezTo>
                  <a:cubicBezTo>
                    <a:pt x="112" y="8"/>
                    <a:pt x="104" y="0"/>
                    <a:pt x="9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567">
              <a:extLst>
                <a:ext uri="{FF2B5EF4-FFF2-40B4-BE49-F238E27FC236}">
                  <a16:creationId xmlns:a16="http://schemas.microsoft.com/office/drawing/2014/main" id="{4FDE5983-7D7D-F873-0325-2DB404666213}"/>
                </a:ext>
              </a:extLst>
            </p:cNvPr>
            <p:cNvSpPr>
              <a:spLocks noChangeArrowheads="1"/>
            </p:cNvSpPr>
            <p:nvPr/>
          </p:nvSpPr>
          <p:spPr bwMode="auto">
            <a:xfrm>
              <a:off x="3090863" y="6370638"/>
              <a:ext cx="36512" cy="36512"/>
            </a:xfrm>
            <a:custGeom>
              <a:avLst/>
              <a:gdLst>
                <a:gd name="T0" fmla="*/ 94 w 101"/>
                <a:gd name="T1" fmla="*/ 93 h 100"/>
                <a:gd name="T2" fmla="*/ 94 w 101"/>
                <a:gd name="T3" fmla="*/ 93 h 100"/>
                <a:gd name="T4" fmla="*/ 94 w 101"/>
                <a:gd name="T5" fmla="*/ 70 h 100"/>
                <a:gd name="T6" fmla="*/ 30 w 101"/>
                <a:gd name="T7" fmla="*/ 5 h 100"/>
                <a:gd name="T8" fmla="*/ 7 w 101"/>
                <a:gd name="T9" fmla="*/ 5 h 100"/>
                <a:gd name="T10" fmla="*/ 7 w 101"/>
                <a:gd name="T11" fmla="*/ 29 h 100"/>
                <a:gd name="T12" fmla="*/ 70 w 101"/>
                <a:gd name="T13" fmla="*/ 93 h 100"/>
                <a:gd name="T14" fmla="*/ 94 w 101"/>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1" h="100">
                  <a:moveTo>
                    <a:pt x="94" y="93"/>
                  </a:moveTo>
                  <a:lnTo>
                    <a:pt x="94" y="93"/>
                  </a:lnTo>
                  <a:cubicBezTo>
                    <a:pt x="100" y="86"/>
                    <a:pt x="100" y="75"/>
                    <a:pt x="94" y="70"/>
                  </a:cubicBezTo>
                  <a:cubicBezTo>
                    <a:pt x="30" y="5"/>
                    <a:pt x="30" y="5"/>
                    <a:pt x="30" y="5"/>
                  </a:cubicBezTo>
                  <a:cubicBezTo>
                    <a:pt x="24" y="0"/>
                    <a:pt x="14" y="0"/>
                    <a:pt x="7" y="5"/>
                  </a:cubicBezTo>
                  <a:cubicBezTo>
                    <a:pt x="0" y="12"/>
                    <a:pt x="0" y="23"/>
                    <a:pt x="7" y="29"/>
                  </a:cubicBezTo>
                  <a:cubicBezTo>
                    <a:pt x="70" y="93"/>
                    <a:pt x="70" y="93"/>
                    <a:pt x="70" y="93"/>
                  </a:cubicBezTo>
                  <a:cubicBezTo>
                    <a:pt x="77" y="99"/>
                    <a:pt x="88" y="99"/>
                    <a:pt x="9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415808559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80C4C7-D4E3-FC5B-F3E9-5D8C40F776C2}"/>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AE9536D0-82C3-94E8-5B76-8459FFCEA4B9}"/>
              </a:ext>
            </a:extLst>
          </p:cNvPr>
          <p:cNvGrpSpPr/>
          <p:nvPr/>
        </p:nvGrpSpPr>
        <p:grpSpPr>
          <a:xfrm>
            <a:off x="2638028" y="1884239"/>
            <a:ext cx="249237" cy="184150"/>
            <a:chOff x="1601788" y="3676650"/>
            <a:chExt cx="249237" cy="184150"/>
          </a:xfrm>
          <a:solidFill>
            <a:schemeClr val="tx2"/>
          </a:solidFill>
        </p:grpSpPr>
        <p:sp>
          <p:nvSpPr>
            <p:cNvPr id="3" name="Freeform 1">
              <a:extLst>
                <a:ext uri="{FF2B5EF4-FFF2-40B4-BE49-F238E27FC236}">
                  <a16:creationId xmlns:a16="http://schemas.microsoft.com/office/drawing/2014/main" id="{5DD5525A-5AD1-8601-1281-9580D6E6BF3E}"/>
                </a:ext>
              </a:extLst>
            </p:cNvPr>
            <p:cNvSpPr>
              <a:spLocks noChangeArrowheads="1"/>
            </p:cNvSpPr>
            <p:nvPr/>
          </p:nvSpPr>
          <p:spPr bwMode="auto">
            <a:xfrm>
              <a:off x="1754188" y="3676650"/>
              <a:ext cx="96837" cy="184150"/>
            </a:xfrm>
            <a:custGeom>
              <a:avLst/>
              <a:gdLst>
                <a:gd name="T0" fmla="*/ 255 w 270"/>
                <a:gd name="T1" fmla="*/ 2 h 510"/>
                <a:gd name="T2" fmla="*/ 255 w 270"/>
                <a:gd name="T3" fmla="*/ 2 h 510"/>
                <a:gd name="T4" fmla="*/ 238 w 270"/>
                <a:gd name="T5" fmla="*/ 14 h 510"/>
                <a:gd name="T6" fmla="*/ 210 w 270"/>
                <a:gd name="T7" fmla="*/ 271 h 510"/>
                <a:gd name="T8" fmla="*/ 0 w 270"/>
                <a:gd name="T9" fmla="*/ 271 h 510"/>
                <a:gd name="T10" fmla="*/ 0 w 270"/>
                <a:gd name="T11" fmla="*/ 495 h 510"/>
                <a:gd name="T12" fmla="*/ 14 w 270"/>
                <a:gd name="T13" fmla="*/ 509 h 510"/>
                <a:gd name="T14" fmla="*/ 29 w 270"/>
                <a:gd name="T15" fmla="*/ 495 h 510"/>
                <a:gd name="T16" fmla="*/ 29 w 270"/>
                <a:gd name="T17" fmla="*/ 495 h 510"/>
                <a:gd name="T18" fmla="*/ 29 w 270"/>
                <a:gd name="T19" fmla="*/ 301 h 510"/>
                <a:gd name="T20" fmla="*/ 209 w 270"/>
                <a:gd name="T21" fmla="*/ 301 h 510"/>
                <a:gd name="T22" fmla="*/ 209 w 270"/>
                <a:gd name="T23" fmla="*/ 495 h 510"/>
                <a:gd name="T24" fmla="*/ 224 w 270"/>
                <a:gd name="T25" fmla="*/ 509 h 510"/>
                <a:gd name="T26" fmla="*/ 238 w 270"/>
                <a:gd name="T27" fmla="*/ 495 h 510"/>
                <a:gd name="T28" fmla="*/ 238 w 270"/>
                <a:gd name="T29" fmla="*/ 287 h 510"/>
                <a:gd name="T30" fmla="*/ 269 w 270"/>
                <a:gd name="T31" fmla="*/ 17 h 510"/>
                <a:gd name="T32" fmla="*/ 255 w 270"/>
                <a:gd name="T33" fmla="*/ 2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0" h="510">
                  <a:moveTo>
                    <a:pt x="255" y="2"/>
                  </a:moveTo>
                  <a:lnTo>
                    <a:pt x="255" y="2"/>
                  </a:lnTo>
                  <a:cubicBezTo>
                    <a:pt x="247" y="0"/>
                    <a:pt x="240" y="6"/>
                    <a:pt x="238" y="14"/>
                  </a:cubicBezTo>
                  <a:cubicBezTo>
                    <a:pt x="210" y="271"/>
                    <a:pt x="210" y="271"/>
                    <a:pt x="210" y="271"/>
                  </a:cubicBezTo>
                  <a:cubicBezTo>
                    <a:pt x="0" y="271"/>
                    <a:pt x="0" y="271"/>
                    <a:pt x="0" y="271"/>
                  </a:cubicBezTo>
                  <a:cubicBezTo>
                    <a:pt x="0" y="495"/>
                    <a:pt x="0" y="495"/>
                    <a:pt x="0" y="495"/>
                  </a:cubicBezTo>
                  <a:cubicBezTo>
                    <a:pt x="0" y="502"/>
                    <a:pt x="7" y="509"/>
                    <a:pt x="14" y="509"/>
                  </a:cubicBezTo>
                  <a:cubicBezTo>
                    <a:pt x="22" y="509"/>
                    <a:pt x="29" y="502"/>
                    <a:pt x="29" y="495"/>
                  </a:cubicBezTo>
                  <a:lnTo>
                    <a:pt x="29" y="495"/>
                  </a:lnTo>
                  <a:cubicBezTo>
                    <a:pt x="29" y="301"/>
                    <a:pt x="29" y="301"/>
                    <a:pt x="29" y="301"/>
                  </a:cubicBezTo>
                  <a:cubicBezTo>
                    <a:pt x="209" y="301"/>
                    <a:pt x="209" y="301"/>
                    <a:pt x="209" y="301"/>
                  </a:cubicBezTo>
                  <a:cubicBezTo>
                    <a:pt x="209" y="495"/>
                    <a:pt x="209" y="495"/>
                    <a:pt x="209" y="495"/>
                  </a:cubicBezTo>
                  <a:cubicBezTo>
                    <a:pt x="209" y="502"/>
                    <a:pt x="216" y="509"/>
                    <a:pt x="224" y="509"/>
                  </a:cubicBezTo>
                  <a:cubicBezTo>
                    <a:pt x="233" y="509"/>
                    <a:pt x="238" y="502"/>
                    <a:pt x="238" y="495"/>
                  </a:cubicBezTo>
                  <a:cubicBezTo>
                    <a:pt x="238" y="287"/>
                    <a:pt x="238" y="287"/>
                    <a:pt x="238" y="287"/>
                  </a:cubicBezTo>
                  <a:cubicBezTo>
                    <a:pt x="269" y="17"/>
                    <a:pt x="269" y="17"/>
                    <a:pt x="269" y="17"/>
                  </a:cubicBezTo>
                  <a:cubicBezTo>
                    <a:pt x="269" y="10"/>
                    <a:pt x="263" y="2"/>
                    <a:pt x="255"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CB972ACF-8FF0-9396-2F17-46C266CAE284}"/>
                </a:ext>
              </a:extLst>
            </p:cNvPr>
            <p:cNvSpPr>
              <a:spLocks noChangeArrowheads="1"/>
            </p:cNvSpPr>
            <p:nvPr/>
          </p:nvSpPr>
          <p:spPr bwMode="auto">
            <a:xfrm>
              <a:off x="1601788" y="3676650"/>
              <a:ext cx="98425" cy="184150"/>
            </a:xfrm>
            <a:custGeom>
              <a:avLst/>
              <a:gdLst>
                <a:gd name="T0" fmla="*/ 31 w 272"/>
                <a:gd name="T1" fmla="*/ 495 h 510"/>
                <a:gd name="T2" fmla="*/ 31 w 272"/>
                <a:gd name="T3" fmla="*/ 495 h 510"/>
                <a:gd name="T4" fmla="*/ 47 w 272"/>
                <a:gd name="T5" fmla="*/ 509 h 510"/>
                <a:gd name="T6" fmla="*/ 62 w 272"/>
                <a:gd name="T7" fmla="*/ 495 h 510"/>
                <a:gd name="T8" fmla="*/ 62 w 272"/>
                <a:gd name="T9" fmla="*/ 301 h 510"/>
                <a:gd name="T10" fmla="*/ 242 w 272"/>
                <a:gd name="T11" fmla="*/ 301 h 510"/>
                <a:gd name="T12" fmla="*/ 242 w 272"/>
                <a:gd name="T13" fmla="*/ 495 h 510"/>
                <a:gd name="T14" fmla="*/ 256 w 272"/>
                <a:gd name="T15" fmla="*/ 509 h 510"/>
                <a:gd name="T16" fmla="*/ 271 w 272"/>
                <a:gd name="T17" fmla="*/ 495 h 510"/>
                <a:gd name="T18" fmla="*/ 271 w 272"/>
                <a:gd name="T19" fmla="*/ 495 h 510"/>
                <a:gd name="T20" fmla="*/ 271 w 272"/>
                <a:gd name="T21" fmla="*/ 271 h 510"/>
                <a:gd name="T22" fmla="*/ 61 w 272"/>
                <a:gd name="T23" fmla="*/ 271 h 510"/>
                <a:gd name="T24" fmla="*/ 31 w 272"/>
                <a:gd name="T25" fmla="*/ 14 h 510"/>
                <a:gd name="T26" fmla="*/ 16 w 272"/>
                <a:gd name="T27" fmla="*/ 2 h 510"/>
                <a:gd name="T28" fmla="*/ 2 w 272"/>
                <a:gd name="T29" fmla="*/ 17 h 510"/>
                <a:gd name="T30" fmla="*/ 31 w 272"/>
                <a:gd name="T31" fmla="*/ 287 h 510"/>
                <a:gd name="T32" fmla="*/ 31 w 272"/>
                <a:gd name="T33" fmla="*/ 495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2" h="510">
                  <a:moveTo>
                    <a:pt x="31" y="495"/>
                  </a:moveTo>
                  <a:lnTo>
                    <a:pt x="31" y="495"/>
                  </a:lnTo>
                  <a:cubicBezTo>
                    <a:pt x="31" y="502"/>
                    <a:pt x="38" y="509"/>
                    <a:pt x="47" y="509"/>
                  </a:cubicBezTo>
                  <a:cubicBezTo>
                    <a:pt x="55" y="509"/>
                    <a:pt x="62" y="502"/>
                    <a:pt x="62" y="495"/>
                  </a:cubicBezTo>
                  <a:cubicBezTo>
                    <a:pt x="62" y="301"/>
                    <a:pt x="62" y="301"/>
                    <a:pt x="62" y="301"/>
                  </a:cubicBezTo>
                  <a:cubicBezTo>
                    <a:pt x="242" y="301"/>
                    <a:pt x="242" y="301"/>
                    <a:pt x="242" y="301"/>
                  </a:cubicBezTo>
                  <a:cubicBezTo>
                    <a:pt x="242" y="495"/>
                    <a:pt x="242" y="495"/>
                    <a:pt x="242" y="495"/>
                  </a:cubicBezTo>
                  <a:cubicBezTo>
                    <a:pt x="242" y="502"/>
                    <a:pt x="249" y="509"/>
                    <a:pt x="256" y="509"/>
                  </a:cubicBezTo>
                  <a:cubicBezTo>
                    <a:pt x="264" y="509"/>
                    <a:pt x="271" y="502"/>
                    <a:pt x="271" y="495"/>
                  </a:cubicBezTo>
                  <a:lnTo>
                    <a:pt x="271" y="495"/>
                  </a:lnTo>
                  <a:cubicBezTo>
                    <a:pt x="271" y="271"/>
                    <a:pt x="271" y="271"/>
                    <a:pt x="271" y="271"/>
                  </a:cubicBezTo>
                  <a:cubicBezTo>
                    <a:pt x="61" y="271"/>
                    <a:pt x="61" y="271"/>
                    <a:pt x="61" y="271"/>
                  </a:cubicBezTo>
                  <a:cubicBezTo>
                    <a:pt x="31" y="14"/>
                    <a:pt x="31" y="14"/>
                    <a:pt x="31" y="14"/>
                  </a:cubicBezTo>
                  <a:cubicBezTo>
                    <a:pt x="31" y="6"/>
                    <a:pt x="23" y="0"/>
                    <a:pt x="16" y="2"/>
                  </a:cubicBezTo>
                  <a:cubicBezTo>
                    <a:pt x="7" y="2"/>
                    <a:pt x="0" y="10"/>
                    <a:pt x="2" y="17"/>
                  </a:cubicBezTo>
                  <a:cubicBezTo>
                    <a:pt x="31" y="287"/>
                    <a:pt x="31" y="287"/>
                    <a:pt x="31" y="287"/>
                  </a:cubicBezTo>
                  <a:lnTo>
                    <a:pt x="31" y="49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0C673D5-21EE-FFCD-3940-B8D1B2961492}"/>
                </a:ext>
              </a:extLst>
            </p:cNvPr>
            <p:cNvSpPr>
              <a:spLocks noChangeArrowheads="1"/>
            </p:cNvSpPr>
            <p:nvPr/>
          </p:nvSpPr>
          <p:spPr bwMode="auto">
            <a:xfrm>
              <a:off x="1677988" y="3732213"/>
              <a:ext cx="96837" cy="128587"/>
            </a:xfrm>
            <a:custGeom>
              <a:avLst/>
              <a:gdLst>
                <a:gd name="T0" fmla="*/ 255 w 270"/>
                <a:gd name="T1" fmla="*/ 31 h 359"/>
                <a:gd name="T2" fmla="*/ 255 w 270"/>
                <a:gd name="T3" fmla="*/ 31 h 359"/>
                <a:gd name="T4" fmla="*/ 269 w 270"/>
                <a:gd name="T5" fmla="*/ 15 h 359"/>
                <a:gd name="T6" fmla="*/ 255 w 270"/>
                <a:gd name="T7" fmla="*/ 0 h 359"/>
                <a:gd name="T8" fmla="*/ 15 w 270"/>
                <a:gd name="T9" fmla="*/ 0 h 359"/>
                <a:gd name="T10" fmla="*/ 0 w 270"/>
                <a:gd name="T11" fmla="*/ 15 h 359"/>
                <a:gd name="T12" fmla="*/ 15 w 270"/>
                <a:gd name="T13" fmla="*/ 31 h 359"/>
                <a:gd name="T14" fmla="*/ 121 w 270"/>
                <a:gd name="T15" fmla="*/ 31 h 359"/>
                <a:gd name="T16" fmla="*/ 121 w 270"/>
                <a:gd name="T17" fmla="*/ 329 h 359"/>
                <a:gd name="T18" fmla="*/ 105 w 270"/>
                <a:gd name="T19" fmla="*/ 329 h 359"/>
                <a:gd name="T20" fmla="*/ 90 w 270"/>
                <a:gd name="T21" fmla="*/ 344 h 359"/>
                <a:gd name="T22" fmla="*/ 105 w 270"/>
                <a:gd name="T23" fmla="*/ 358 h 359"/>
                <a:gd name="T24" fmla="*/ 166 w 270"/>
                <a:gd name="T25" fmla="*/ 358 h 359"/>
                <a:gd name="T26" fmla="*/ 180 w 270"/>
                <a:gd name="T27" fmla="*/ 344 h 359"/>
                <a:gd name="T28" fmla="*/ 166 w 270"/>
                <a:gd name="T29" fmla="*/ 329 h 359"/>
                <a:gd name="T30" fmla="*/ 150 w 270"/>
                <a:gd name="T31" fmla="*/ 329 h 359"/>
                <a:gd name="T32" fmla="*/ 150 w 270"/>
                <a:gd name="T33" fmla="*/ 31 h 359"/>
                <a:gd name="T34" fmla="*/ 255 w 270"/>
                <a:gd name="T35" fmla="*/ 31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70" h="359">
                  <a:moveTo>
                    <a:pt x="255" y="31"/>
                  </a:moveTo>
                  <a:lnTo>
                    <a:pt x="255" y="31"/>
                  </a:lnTo>
                  <a:cubicBezTo>
                    <a:pt x="264" y="31"/>
                    <a:pt x="269" y="24"/>
                    <a:pt x="269" y="15"/>
                  </a:cubicBezTo>
                  <a:cubicBezTo>
                    <a:pt x="269" y="7"/>
                    <a:pt x="264" y="0"/>
                    <a:pt x="255" y="0"/>
                  </a:cubicBezTo>
                  <a:cubicBezTo>
                    <a:pt x="15" y="0"/>
                    <a:pt x="15" y="0"/>
                    <a:pt x="15" y="0"/>
                  </a:cubicBezTo>
                  <a:cubicBezTo>
                    <a:pt x="7" y="0"/>
                    <a:pt x="0" y="7"/>
                    <a:pt x="0" y="15"/>
                  </a:cubicBezTo>
                  <a:cubicBezTo>
                    <a:pt x="0" y="24"/>
                    <a:pt x="7" y="31"/>
                    <a:pt x="15" y="31"/>
                  </a:cubicBezTo>
                  <a:cubicBezTo>
                    <a:pt x="121" y="31"/>
                    <a:pt x="121" y="31"/>
                    <a:pt x="121" y="31"/>
                  </a:cubicBezTo>
                  <a:cubicBezTo>
                    <a:pt x="121" y="329"/>
                    <a:pt x="121" y="329"/>
                    <a:pt x="121" y="329"/>
                  </a:cubicBezTo>
                  <a:cubicBezTo>
                    <a:pt x="105" y="329"/>
                    <a:pt x="105" y="329"/>
                    <a:pt x="105" y="329"/>
                  </a:cubicBezTo>
                  <a:cubicBezTo>
                    <a:pt x="97" y="329"/>
                    <a:pt x="90" y="336"/>
                    <a:pt x="90" y="344"/>
                  </a:cubicBezTo>
                  <a:cubicBezTo>
                    <a:pt x="90" y="351"/>
                    <a:pt x="97" y="358"/>
                    <a:pt x="105" y="358"/>
                  </a:cubicBezTo>
                  <a:cubicBezTo>
                    <a:pt x="166" y="358"/>
                    <a:pt x="166" y="358"/>
                    <a:pt x="166" y="358"/>
                  </a:cubicBezTo>
                  <a:cubicBezTo>
                    <a:pt x="174" y="358"/>
                    <a:pt x="180" y="351"/>
                    <a:pt x="180" y="344"/>
                  </a:cubicBezTo>
                  <a:cubicBezTo>
                    <a:pt x="180" y="336"/>
                    <a:pt x="174" y="329"/>
                    <a:pt x="166" y="329"/>
                  </a:cubicBezTo>
                  <a:cubicBezTo>
                    <a:pt x="150" y="329"/>
                    <a:pt x="150" y="329"/>
                    <a:pt x="150" y="329"/>
                  </a:cubicBezTo>
                  <a:cubicBezTo>
                    <a:pt x="150" y="31"/>
                    <a:pt x="150" y="31"/>
                    <a:pt x="150" y="31"/>
                  </a:cubicBezTo>
                  <a:lnTo>
                    <a:pt x="255"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 name="Group 9">
            <a:extLst>
              <a:ext uri="{FF2B5EF4-FFF2-40B4-BE49-F238E27FC236}">
                <a16:creationId xmlns:a16="http://schemas.microsoft.com/office/drawing/2014/main" id="{C5107E1C-3FB1-3FD6-09A2-8DF4541C71CC}"/>
              </a:ext>
            </a:extLst>
          </p:cNvPr>
          <p:cNvGrpSpPr/>
          <p:nvPr/>
        </p:nvGrpSpPr>
        <p:grpSpPr>
          <a:xfrm>
            <a:off x="1602978" y="2350964"/>
            <a:ext cx="227012" cy="258762"/>
            <a:chOff x="566738" y="4141788"/>
            <a:chExt cx="227012" cy="258762"/>
          </a:xfrm>
          <a:solidFill>
            <a:schemeClr val="tx2"/>
          </a:solidFill>
        </p:grpSpPr>
        <p:sp>
          <p:nvSpPr>
            <p:cNvPr id="7" name="Freeform 4">
              <a:extLst>
                <a:ext uri="{FF2B5EF4-FFF2-40B4-BE49-F238E27FC236}">
                  <a16:creationId xmlns:a16="http://schemas.microsoft.com/office/drawing/2014/main" id="{48361503-EC1E-694D-6428-9133D29EB99B}"/>
                </a:ext>
              </a:extLst>
            </p:cNvPr>
            <p:cNvSpPr>
              <a:spLocks noChangeArrowheads="1"/>
            </p:cNvSpPr>
            <p:nvPr/>
          </p:nvSpPr>
          <p:spPr bwMode="auto">
            <a:xfrm>
              <a:off x="566738" y="4141788"/>
              <a:ext cx="227012" cy="258762"/>
            </a:xfrm>
            <a:custGeom>
              <a:avLst/>
              <a:gdLst>
                <a:gd name="T0" fmla="*/ 4 w 630"/>
                <a:gd name="T1" fmla="*/ 5 h 720"/>
                <a:gd name="T2" fmla="*/ 4 w 630"/>
                <a:gd name="T3" fmla="*/ 5 h 720"/>
                <a:gd name="T4" fmla="*/ 0 w 630"/>
                <a:gd name="T5" fmla="*/ 16 h 720"/>
                <a:gd name="T6" fmla="*/ 0 w 630"/>
                <a:gd name="T7" fmla="*/ 704 h 720"/>
                <a:gd name="T8" fmla="*/ 4 w 630"/>
                <a:gd name="T9" fmla="*/ 715 h 720"/>
                <a:gd name="T10" fmla="*/ 16 w 630"/>
                <a:gd name="T11" fmla="*/ 719 h 720"/>
                <a:gd name="T12" fmla="*/ 315 w 630"/>
                <a:gd name="T13" fmla="*/ 719 h 720"/>
                <a:gd name="T14" fmla="*/ 315 w 630"/>
                <a:gd name="T15" fmla="*/ 719 h 720"/>
                <a:gd name="T16" fmla="*/ 315 w 630"/>
                <a:gd name="T17" fmla="*/ 719 h 720"/>
                <a:gd name="T18" fmla="*/ 614 w 630"/>
                <a:gd name="T19" fmla="*/ 719 h 720"/>
                <a:gd name="T20" fmla="*/ 625 w 630"/>
                <a:gd name="T21" fmla="*/ 715 h 720"/>
                <a:gd name="T22" fmla="*/ 629 w 630"/>
                <a:gd name="T23" fmla="*/ 704 h 720"/>
                <a:gd name="T24" fmla="*/ 629 w 630"/>
                <a:gd name="T25" fmla="*/ 106 h 720"/>
                <a:gd name="T26" fmla="*/ 629 w 630"/>
                <a:gd name="T27" fmla="*/ 106 h 720"/>
                <a:gd name="T28" fmla="*/ 629 w 630"/>
                <a:gd name="T29" fmla="*/ 106 h 720"/>
                <a:gd name="T30" fmla="*/ 629 w 630"/>
                <a:gd name="T31" fmla="*/ 16 h 720"/>
                <a:gd name="T32" fmla="*/ 625 w 630"/>
                <a:gd name="T33" fmla="*/ 5 h 720"/>
                <a:gd name="T34" fmla="*/ 614 w 630"/>
                <a:gd name="T35" fmla="*/ 0 h 720"/>
                <a:gd name="T36" fmla="*/ 16 w 630"/>
                <a:gd name="T37" fmla="*/ 0 h 720"/>
                <a:gd name="T38" fmla="*/ 4 w 630"/>
                <a:gd name="T39" fmla="*/ 5 h 720"/>
                <a:gd name="T40" fmla="*/ 30 w 630"/>
                <a:gd name="T41" fmla="*/ 120 h 720"/>
                <a:gd name="T42" fmla="*/ 30 w 630"/>
                <a:gd name="T43" fmla="*/ 120 h 720"/>
                <a:gd name="T44" fmla="*/ 299 w 630"/>
                <a:gd name="T45" fmla="*/ 120 h 720"/>
                <a:gd name="T46" fmla="*/ 299 w 630"/>
                <a:gd name="T47" fmla="*/ 690 h 720"/>
                <a:gd name="T48" fmla="*/ 30 w 630"/>
                <a:gd name="T49" fmla="*/ 690 h 720"/>
                <a:gd name="T50" fmla="*/ 30 w 630"/>
                <a:gd name="T51" fmla="*/ 120 h 720"/>
                <a:gd name="T52" fmla="*/ 600 w 630"/>
                <a:gd name="T53" fmla="*/ 690 h 720"/>
                <a:gd name="T54" fmla="*/ 600 w 630"/>
                <a:gd name="T55" fmla="*/ 690 h 720"/>
                <a:gd name="T56" fmla="*/ 330 w 630"/>
                <a:gd name="T57" fmla="*/ 690 h 720"/>
                <a:gd name="T58" fmla="*/ 330 w 630"/>
                <a:gd name="T59" fmla="*/ 120 h 720"/>
                <a:gd name="T60" fmla="*/ 600 w 630"/>
                <a:gd name="T61" fmla="*/ 120 h 720"/>
                <a:gd name="T62" fmla="*/ 600 w 630"/>
                <a:gd name="T63" fmla="*/ 690 h 720"/>
                <a:gd name="T64" fmla="*/ 600 w 630"/>
                <a:gd name="T65" fmla="*/ 90 h 720"/>
                <a:gd name="T66" fmla="*/ 600 w 630"/>
                <a:gd name="T67" fmla="*/ 90 h 720"/>
                <a:gd name="T68" fmla="*/ 330 w 630"/>
                <a:gd name="T69" fmla="*/ 90 h 720"/>
                <a:gd name="T70" fmla="*/ 330 w 630"/>
                <a:gd name="T71" fmla="*/ 30 h 720"/>
                <a:gd name="T72" fmla="*/ 600 w 630"/>
                <a:gd name="T73" fmla="*/ 30 h 720"/>
                <a:gd name="T74" fmla="*/ 600 w 630"/>
                <a:gd name="T75" fmla="*/ 90 h 720"/>
                <a:gd name="T76" fmla="*/ 299 w 630"/>
                <a:gd name="T77" fmla="*/ 30 h 720"/>
                <a:gd name="T78" fmla="*/ 299 w 630"/>
                <a:gd name="T79" fmla="*/ 30 h 720"/>
                <a:gd name="T80" fmla="*/ 299 w 630"/>
                <a:gd name="T81" fmla="*/ 90 h 720"/>
                <a:gd name="T82" fmla="*/ 30 w 630"/>
                <a:gd name="T83" fmla="*/ 90 h 720"/>
                <a:gd name="T84" fmla="*/ 30 w 630"/>
                <a:gd name="T85" fmla="*/ 30 h 720"/>
                <a:gd name="T86" fmla="*/ 299 w 630"/>
                <a:gd name="T8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 h="720">
                  <a:moveTo>
                    <a:pt x="4" y="5"/>
                  </a:moveTo>
                  <a:lnTo>
                    <a:pt x="4" y="5"/>
                  </a:lnTo>
                  <a:cubicBezTo>
                    <a:pt x="2" y="7"/>
                    <a:pt x="0" y="12"/>
                    <a:pt x="0" y="16"/>
                  </a:cubicBezTo>
                  <a:cubicBezTo>
                    <a:pt x="0" y="704"/>
                    <a:pt x="0" y="704"/>
                    <a:pt x="0" y="704"/>
                  </a:cubicBezTo>
                  <a:cubicBezTo>
                    <a:pt x="0" y="708"/>
                    <a:pt x="2" y="712"/>
                    <a:pt x="4" y="715"/>
                  </a:cubicBezTo>
                  <a:cubicBezTo>
                    <a:pt x="7" y="718"/>
                    <a:pt x="11" y="719"/>
                    <a:pt x="16" y="719"/>
                  </a:cubicBezTo>
                  <a:cubicBezTo>
                    <a:pt x="315" y="719"/>
                    <a:pt x="315" y="719"/>
                    <a:pt x="315" y="719"/>
                  </a:cubicBezTo>
                  <a:lnTo>
                    <a:pt x="315" y="719"/>
                  </a:lnTo>
                  <a:lnTo>
                    <a:pt x="315" y="719"/>
                  </a:lnTo>
                  <a:cubicBezTo>
                    <a:pt x="614" y="719"/>
                    <a:pt x="614" y="719"/>
                    <a:pt x="614" y="719"/>
                  </a:cubicBezTo>
                  <a:cubicBezTo>
                    <a:pt x="618" y="719"/>
                    <a:pt x="622" y="718"/>
                    <a:pt x="625" y="715"/>
                  </a:cubicBezTo>
                  <a:cubicBezTo>
                    <a:pt x="628" y="712"/>
                    <a:pt x="629" y="708"/>
                    <a:pt x="629" y="704"/>
                  </a:cubicBezTo>
                  <a:cubicBezTo>
                    <a:pt x="629" y="106"/>
                    <a:pt x="629" y="106"/>
                    <a:pt x="629" y="106"/>
                  </a:cubicBezTo>
                  <a:lnTo>
                    <a:pt x="629" y="106"/>
                  </a:lnTo>
                  <a:lnTo>
                    <a:pt x="629" y="106"/>
                  </a:lnTo>
                  <a:cubicBezTo>
                    <a:pt x="629" y="16"/>
                    <a:pt x="629" y="16"/>
                    <a:pt x="629" y="16"/>
                  </a:cubicBezTo>
                  <a:cubicBezTo>
                    <a:pt x="629" y="12"/>
                    <a:pt x="628" y="7"/>
                    <a:pt x="625" y="5"/>
                  </a:cubicBezTo>
                  <a:cubicBezTo>
                    <a:pt x="622" y="2"/>
                    <a:pt x="618" y="0"/>
                    <a:pt x="614" y="0"/>
                  </a:cubicBezTo>
                  <a:cubicBezTo>
                    <a:pt x="16" y="0"/>
                    <a:pt x="16" y="0"/>
                    <a:pt x="16" y="0"/>
                  </a:cubicBezTo>
                  <a:cubicBezTo>
                    <a:pt x="11" y="0"/>
                    <a:pt x="7" y="2"/>
                    <a:pt x="4" y="5"/>
                  </a:cubicBezTo>
                  <a:close/>
                  <a:moveTo>
                    <a:pt x="30" y="120"/>
                  </a:moveTo>
                  <a:lnTo>
                    <a:pt x="30" y="120"/>
                  </a:lnTo>
                  <a:cubicBezTo>
                    <a:pt x="299" y="120"/>
                    <a:pt x="299" y="120"/>
                    <a:pt x="299" y="120"/>
                  </a:cubicBezTo>
                  <a:cubicBezTo>
                    <a:pt x="299" y="690"/>
                    <a:pt x="299" y="690"/>
                    <a:pt x="299" y="690"/>
                  </a:cubicBezTo>
                  <a:cubicBezTo>
                    <a:pt x="30" y="690"/>
                    <a:pt x="30" y="690"/>
                    <a:pt x="30" y="690"/>
                  </a:cubicBezTo>
                  <a:lnTo>
                    <a:pt x="30" y="120"/>
                  </a:lnTo>
                  <a:close/>
                  <a:moveTo>
                    <a:pt x="600" y="690"/>
                  </a:moveTo>
                  <a:lnTo>
                    <a:pt x="600" y="690"/>
                  </a:lnTo>
                  <a:cubicBezTo>
                    <a:pt x="330" y="690"/>
                    <a:pt x="330" y="690"/>
                    <a:pt x="330" y="690"/>
                  </a:cubicBezTo>
                  <a:cubicBezTo>
                    <a:pt x="330" y="120"/>
                    <a:pt x="330" y="120"/>
                    <a:pt x="330" y="120"/>
                  </a:cubicBezTo>
                  <a:cubicBezTo>
                    <a:pt x="600" y="120"/>
                    <a:pt x="600" y="120"/>
                    <a:pt x="600" y="120"/>
                  </a:cubicBezTo>
                  <a:lnTo>
                    <a:pt x="600" y="690"/>
                  </a:lnTo>
                  <a:close/>
                  <a:moveTo>
                    <a:pt x="600" y="90"/>
                  </a:moveTo>
                  <a:lnTo>
                    <a:pt x="600" y="90"/>
                  </a:lnTo>
                  <a:cubicBezTo>
                    <a:pt x="330" y="90"/>
                    <a:pt x="330" y="90"/>
                    <a:pt x="330" y="90"/>
                  </a:cubicBezTo>
                  <a:cubicBezTo>
                    <a:pt x="330" y="30"/>
                    <a:pt x="330" y="30"/>
                    <a:pt x="330" y="30"/>
                  </a:cubicBezTo>
                  <a:cubicBezTo>
                    <a:pt x="600" y="30"/>
                    <a:pt x="600" y="30"/>
                    <a:pt x="600" y="30"/>
                  </a:cubicBezTo>
                  <a:lnTo>
                    <a:pt x="600" y="90"/>
                  </a:lnTo>
                  <a:close/>
                  <a:moveTo>
                    <a:pt x="299" y="30"/>
                  </a:moveTo>
                  <a:lnTo>
                    <a:pt x="299" y="30"/>
                  </a:lnTo>
                  <a:cubicBezTo>
                    <a:pt x="299" y="90"/>
                    <a:pt x="299" y="90"/>
                    <a:pt x="299" y="90"/>
                  </a:cubicBezTo>
                  <a:cubicBezTo>
                    <a:pt x="30" y="90"/>
                    <a:pt x="30" y="90"/>
                    <a:pt x="30" y="9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5">
              <a:extLst>
                <a:ext uri="{FF2B5EF4-FFF2-40B4-BE49-F238E27FC236}">
                  <a16:creationId xmlns:a16="http://schemas.microsoft.com/office/drawing/2014/main" id="{FE86624E-8C9D-FE59-4009-211F48A65AE3}"/>
                </a:ext>
              </a:extLst>
            </p:cNvPr>
            <p:cNvSpPr>
              <a:spLocks noChangeArrowheads="1"/>
            </p:cNvSpPr>
            <p:nvPr/>
          </p:nvSpPr>
          <p:spPr bwMode="auto">
            <a:xfrm>
              <a:off x="654050" y="4259263"/>
              <a:ext cx="11113" cy="33337"/>
            </a:xfrm>
            <a:custGeom>
              <a:avLst/>
              <a:gdLst>
                <a:gd name="T0" fmla="*/ 14 w 31"/>
                <a:gd name="T1" fmla="*/ 0 h 91"/>
                <a:gd name="T2" fmla="*/ 14 w 31"/>
                <a:gd name="T3" fmla="*/ 0 h 91"/>
                <a:gd name="T4" fmla="*/ 0 w 31"/>
                <a:gd name="T5" fmla="*/ 14 h 91"/>
                <a:gd name="T6" fmla="*/ 0 w 31"/>
                <a:gd name="T7" fmla="*/ 75 h 91"/>
                <a:gd name="T8" fmla="*/ 14 w 31"/>
                <a:gd name="T9" fmla="*/ 90 h 91"/>
                <a:gd name="T10" fmla="*/ 30 w 31"/>
                <a:gd name="T11" fmla="*/ 75 h 91"/>
                <a:gd name="T12" fmla="*/ 30 w 31"/>
                <a:gd name="T13" fmla="*/ 14 h 91"/>
                <a:gd name="T14" fmla="*/ 14 w 31"/>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14" y="0"/>
                  </a:moveTo>
                  <a:lnTo>
                    <a:pt x="14" y="0"/>
                  </a:lnTo>
                  <a:cubicBezTo>
                    <a:pt x="7" y="0"/>
                    <a:pt x="0" y="6"/>
                    <a:pt x="0" y="14"/>
                  </a:cubicBezTo>
                  <a:cubicBezTo>
                    <a:pt x="0" y="75"/>
                    <a:pt x="0" y="75"/>
                    <a:pt x="0" y="75"/>
                  </a:cubicBezTo>
                  <a:cubicBezTo>
                    <a:pt x="0" y="83"/>
                    <a:pt x="7" y="90"/>
                    <a:pt x="14" y="90"/>
                  </a:cubicBezTo>
                  <a:cubicBezTo>
                    <a:pt x="23" y="90"/>
                    <a:pt x="30" y="83"/>
                    <a:pt x="30" y="75"/>
                  </a:cubicBezTo>
                  <a:cubicBezTo>
                    <a:pt x="30" y="14"/>
                    <a:pt x="30" y="14"/>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CF5E488A-F140-C811-A187-018C1A3EB825}"/>
                </a:ext>
              </a:extLst>
            </p:cNvPr>
            <p:cNvSpPr>
              <a:spLocks noChangeArrowheads="1"/>
            </p:cNvSpPr>
            <p:nvPr/>
          </p:nvSpPr>
          <p:spPr bwMode="auto">
            <a:xfrm>
              <a:off x="696913" y="4259263"/>
              <a:ext cx="11112" cy="33337"/>
            </a:xfrm>
            <a:custGeom>
              <a:avLst/>
              <a:gdLst>
                <a:gd name="T0" fmla="*/ 15 w 30"/>
                <a:gd name="T1" fmla="*/ 90 h 91"/>
                <a:gd name="T2" fmla="*/ 15 w 30"/>
                <a:gd name="T3" fmla="*/ 90 h 91"/>
                <a:gd name="T4" fmla="*/ 29 w 30"/>
                <a:gd name="T5" fmla="*/ 75 h 91"/>
                <a:gd name="T6" fmla="*/ 29 w 30"/>
                <a:gd name="T7" fmla="*/ 14 h 91"/>
                <a:gd name="T8" fmla="*/ 15 w 30"/>
                <a:gd name="T9" fmla="*/ 0 h 91"/>
                <a:gd name="T10" fmla="*/ 0 w 30"/>
                <a:gd name="T11" fmla="*/ 14 h 91"/>
                <a:gd name="T12" fmla="*/ 0 w 30"/>
                <a:gd name="T13" fmla="*/ 75 h 91"/>
                <a:gd name="T14" fmla="*/ 15 w 30"/>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1">
                  <a:moveTo>
                    <a:pt x="15" y="90"/>
                  </a:moveTo>
                  <a:lnTo>
                    <a:pt x="15" y="90"/>
                  </a:lnTo>
                  <a:cubicBezTo>
                    <a:pt x="23" y="90"/>
                    <a:pt x="29" y="83"/>
                    <a:pt x="29" y="75"/>
                  </a:cubicBezTo>
                  <a:cubicBezTo>
                    <a:pt x="29" y="14"/>
                    <a:pt x="29" y="14"/>
                    <a:pt x="29" y="14"/>
                  </a:cubicBezTo>
                  <a:cubicBezTo>
                    <a:pt x="29" y="6"/>
                    <a:pt x="23"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 name="Group 13">
            <a:extLst>
              <a:ext uri="{FF2B5EF4-FFF2-40B4-BE49-F238E27FC236}">
                <a16:creationId xmlns:a16="http://schemas.microsoft.com/office/drawing/2014/main" id="{823CF5B8-256E-CE5B-D9C2-E4025BC21C1D}"/>
              </a:ext>
            </a:extLst>
          </p:cNvPr>
          <p:cNvGrpSpPr/>
          <p:nvPr/>
        </p:nvGrpSpPr>
        <p:grpSpPr>
          <a:xfrm>
            <a:off x="1064815" y="1338932"/>
            <a:ext cx="258763" cy="260350"/>
            <a:chOff x="28575" y="3100388"/>
            <a:chExt cx="258763" cy="260350"/>
          </a:xfrm>
          <a:solidFill>
            <a:schemeClr val="tx2"/>
          </a:solidFill>
        </p:grpSpPr>
        <p:sp>
          <p:nvSpPr>
            <p:cNvPr id="11" name="Freeform 7">
              <a:extLst>
                <a:ext uri="{FF2B5EF4-FFF2-40B4-BE49-F238E27FC236}">
                  <a16:creationId xmlns:a16="http://schemas.microsoft.com/office/drawing/2014/main" id="{ED696E9D-2331-EF3D-55CB-FAEA96A7320F}"/>
                </a:ext>
              </a:extLst>
            </p:cNvPr>
            <p:cNvSpPr>
              <a:spLocks noChangeArrowheads="1"/>
            </p:cNvSpPr>
            <p:nvPr/>
          </p:nvSpPr>
          <p:spPr bwMode="auto">
            <a:xfrm>
              <a:off x="28575" y="3100388"/>
              <a:ext cx="258763" cy="260350"/>
            </a:xfrm>
            <a:custGeom>
              <a:avLst/>
              <a:gdLst>
                <a:gd name="T0" fmla="*/ 31 w 720"/>
                <a:gd name="T1" fmla="*/ 360 h 723"/>
                <a:gd name="T2" fmla="*/ 31 w 720"/>
                <a:gd name="T3" fmla="*/ 360 h 723"/>
                <a:gd name="T4" fmla="*/ 31 w 720"/>
                <a:gd name="T5" fmla="*/ 465 h 723"/>
                <a:gd name="T6" fmla="*/ 174 w 720"/>
                <a:gd name="T7" fmla="*/ 653 h 723"/>
                <a:gd name="T8" fmla="*/ 152 w 720"/>
                <a:gd name="T9" fmla="*/ 698 h 723"/>
                <a:gd name="T10" fmla="*/ 159 w 720"/>
                <a:gd name="T11" fmla="*/ 718 h 723"/>
                <a:gd name="T12" fmla="*/ 178 w 720"/>
                <a:gd name="T13" fmla="*/ 711 h 723"/>
                <a:gd name="T14" fmla="*/ 205 w 720"/>
                <a:gd name="T15" fmla="*/ 659 h 723"/>
                <a:gd name="T16" fmla="*/ 225 w 720"/>
                <a:gd name="T17" fmla="*/ 660 h 723"/>
                <a:gd name="T18" fmla="*/ 494 w 720"/>
                <a:gd name="T19" fmla="*/ 660 h 723"/>
                <a:gd name="T20" fmla="*/ 515 w 720"/>
                <a:gd name="T21" fmla="*/ 659 h 723"/>
                <a:gd name="T22" fmla="*/ 542 w 720"/>
                <a:gd name="T23" fmla="*/ 711 h 723"/>
                <a:gd name="T24" fmla="*/ 562 w 720"/>
                <a:gd name="T25" fmla="*/ 718 h 723"/>
                <a:gd name="T26" fmla="*/ 569 w 720"/>
                <a:gd name="T27" fmla="*/ 698 h 723"/>
                <a:gd name="T28" fmla="*/ 546 w 720"/>
                <a:gd name="T29" fmla="*/ 653 h 723"/>
                <a:gd name="T30" fmla="*/ 689 w 720"/>
                <a:gd name="T31" fmla="*/ 465 h 723"/>
                <a:gd name="T32" fmla="*/ 689 w 720"/>
                <a:gd name="T33" fmla="*/ 360 h 723"/>
                <a:gd name="T34" fmla="*/ 705 w 720"/>
                <a:gd name="T35" fmla="*/ 360 h 723"/>
                <a:gd name="T36" fmla="*/ 719 w 720"/>
                <a:gd name="T37" fmla="*/ 346 h 723"/>
                <a:gd name="T38" fmla="*/ 705 w 720"/>
                <a:gd name="T39" fmla="*/ 330 h 723"/>
                <a:gd name="T40" fmla="*/ 689 w 720"/>
                <a:gd name="T41" fmla="*/ 330 h 723"/>
                <a:gd name="T42" fmla="*/ 60 w 720"/>
                <a:gd name="T43" fmla="*/ 330 h 723"/>
                <a:gd name="T44" fmla="*/ 60 w 720"/>
                <a:gd name="T45" fmla="*/ 135 h 723"/>
                <a:gd name="T46" fmla="*/ 60 w 720"/>
                <a:gd name="T47" fmla="*/ 135 h 723"/>
                <a:gd name="T48" fmla="*/ 60 w 720"/>
                <a:gd name="T49" fmla="*/ 90 h 723"/>
                <a:gd name="T50" fmla="*/ 79 w 720"/>
                <a:gd name="T51" fmla="*/ 48 h 723"/>
                <a:gd name="T52" fmla="*/ 121 w 720"/>
                <a:gd name="T53" fmla="*/ 31 h 723"/>
                <a:gd name="T54" fmla="*/ 163 w 720"/>
                <a:gd name="T55" fmla="*/ 48 h 723"/>
                <a:gd name="T56" fmla="*/ 180 w 720"/>
                <a:gd name="T57" fmla="*/ 90 h 723"/>
                <a:gd name="T58" fmla="*/ 180 w 720"/>
                <a:gd name="T59" fmla="*/ 106 h 723"/>
                <a:gd name="T60" fmla="*/ 195 w 720"/>
                <a:gd name="T61" fmla="*/ 121 h 723"/>
                <a:gd name="T62" fmla="*/ 211 w 720"/>
                <a:gd name="T63" fmla="*/ 106 h 723"/>
                <a:gd name="T64" fmla="*/ 211 w 720"/>
                <a:gd name="T65" fmla="*/ 90 h 723"/>
                <a:gd name="T66" fmla="*/ 121 w 720"/>
                <a:gd name="T67" fmla="*/ 0 h 723"/>
                <a:gd name="T68" fmla="*/ 31 w 720"/>
                <a:gd name="T69" fmla="*/ 90 h 723"/>
                <a:gd name="T70" fmla="*/ 31 w 720"/>
                <a:gd name="T71" fmla="*/ 135 h 723"/>
                <a:gd name="T72" fmla="*/ 31 w 720"/>
                <a:gd name="T73" fmla="*/ 330 h 723"/>
                <a:gd name="T74" fmla="*/ 15 w 720"/>
                <a:gd name="T75" fmla="*/ 330 h 723"/>
                <a:gd name="T76" fmla="*/ 0 w 720"/>
                <a:gd name="T77" fmla="*/ 346 h 723"/>
                <a:gd name="T78" fmla="*/ 15 w 720"/>
                <a:gd name="T79" fmla="*/ 360 h 723"/>
                <a:gd name="T80" fmla="*/ 31 w 720"/>
                <a:gd name="T81" fmla="*/ 360 h 723"/>
                <a:gd name="T82" fmla="*/ 660 w 720"/>
                <a:gd name="T83" fmla="*/ 465 h 723"/>
                <a:gd name="T84" fmla="*/ 660 w 720"/>
                <a:gd name="T85" fmla="*/ 465 h 723"/>
                <a:gd name="T86" fmla="*/ 611 w 720"/>
                <a:gd name="T87" fmla="*/ 582 h 723"/>
                <a:gd name="T88" fmla="*/ 494 w 720"/>
                <a:gd name="T89" fmla="*/ 629 h 723"/>
                <a:gd name="T90" fmla="*/ 225 w 720"/>
                <a:gd name="T91" fmla="*/ 629 h 723"/>
                <a:gd name="T92" fmla="*/ 108 w 720"/>
                <a:gd name="T93" fmla="*/ 582 h 723"/>
                <a:gd name="T94" fmla="*/ 60 w 720"/>
                <a:gd name="T95" fmla="*/ 465 h 723"/>
                <a:gd name="T96" fmla="*/ 60 w 720"/>
                <a:gd name="T97" fmla="*/ 360 h 723"/>
                <a:gd name="T98" fmla="*/ 660 w 720"/>
                <a:gd name="T99" fmla="*/ 360 h 723"/>
                <a:gd name="T100" fmla="*/ 660 w 720"/>
                <a:gd name="T101" fmla="*/ 465 h 7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20" h="723">
                  <a:moveTo>
                    <a:pt x="31" y="360"/>
                  </a:moveTo>
                  <a:lnTo>
                    <a:pt x="31" y="360"/>
                  </a:lnTo>
                  <a:cubicBezTo>
                    <a:pt x="31" y="465"/>
                    <a:pt x="31" y="465"/>
                    <a:pt x="31" y="465"/>
                  </a:cubicBezTo>
                  <a:cubicBezTo>
                    <a:pt x="31" y="555"/>
                    <a:pt x="91" y="631"/>
                    <a:pt x="174" y="653"/>
                  </a:cubicBezTo>
                  <a:cubicBezTo>
                    <a:pt x="152" y="698"/>
                    <a:pt x="152" y="698"/>
                    <a:pt x="152" y="698"/>
                  </a:cubicBezTo>
                  <a:cubicBezTo>
                    <a:pt x="149" y="705"/>
                    <a:pt x="152" y="714"/>
                    <a:pt x="159" y="718"/>
                  </a:cubicBezTo>
                  <a:cubicBezTo>
                    <a:pt x="166" y="722"/>
                    <a:pt x="176" y="719"/>
                    <a:pt x="178" y="711"/>
                  </a:cubicBezTo>
                  <a:cubicBezTo>
                    <a:pt x="205" y="659"/>
                    <a:pt x="205" y="659"/>
                    <a:pt x="205" y="659"/>
                  </a:cubicBezTo>
                  <a:cubicBezTo>
                    <a:pt x="212" y="659"/>
                    <a:pt x="219" y="660"/>
                    <a:pt x="225" y="660"/>
                  </a:cubicBezTo>
                  <a:cubicBezTo>
                    <a:pt x="494" y="660"/>
                    <a:pt x="494" y="660"/>
                    <a:pt x="494" y="660"/>
                  </a:cubicBezTo>
                  <a:cubicBezTo>
                    <a:pt x="501" y="660"/>
                    <a:pt x="508" y="659"/>
                    <a:pt x="515" y="659"/>
                  </a:cubicBezTo>
                  <a:cubicBezTo>
                    <a:pt x="542" y="711"/>
                    <a:pt x="542" y="711"/>
                    <a:pt x="542" y="711"/>
                  </a:cubicBezTo>
                  <a:cubicBezTo>
                    <a:pt x="545" y="719"/>
                    <a:pt x="555" y="722"/>
                    <a:pt x="562" y="718"/>
                  </a:cubicBezTo>
                  <a:cubicBezTo>
                    <a:pt x="569" y="714"/>
                    <a:pt x="571" y="705"/>
                    <a:pt x="569" y="698"/>
                  </a:cubicBezTo>
                  <a:cubicBezTo>
                    <a:pt x="546" y="653"/>
                    <a:pt x="546" y="653"/>
                    <a:pt x="546" y="653"/>
                  </a:cubicBezTo>
                  <a:cubicBezTo>
                    <a:pt x="629" y="631"/>
                    <a:pt x="689" y="555"/>
                    <a:pt x="689" y="465"/>
                  </a:cubicBezTo>
                  <a:cubicBezTo>
                    <a:pt x="689" y="360"/>
                    <a:pt x="689" y="360"/>
                    <a:pt x="689" y="360"/>
                  </a:cubicBezTo>
                  <a:cubicBezTo>
                    <a:pt x="705" y="360"/>
                    <a:pt x="705" y="360"/>
                    <a:pt x="705" y="360"/>
                  </a:cubicBezTo>
                  <a:cubicBezTo>
                    <a:pt x="713" y="360"/>
                    <a:pt x="719" y="353"/>
                    <a:pt x="719" y="346"/>
                  </a:cubicBezTo>
                  <a:cubicBezTo>
                    <a:pt x="719" y="337"/>
                    <a:pt x="713" y="330"/>
                    <a:pt x="705" y="330"/>
                  </a:cubicBezTo>
                  <a:cubicBezTo>
                    <a:pt x="689" y="330"/>
                    <a:pt x="689" y="330"/>
                    <a:pt x="689" y="330"/>
                  </a:cubicBezTo>
                  <a:cubicBezTo>
                    <a:pt x="60" y="330"/>
                    <a:pt x="60" y="330"/>
                    <a:pt x="60" y="330"/>
                  </a:cubicBezTo>
                  <a:cubicBezTo>
                    <a:pt x="60" y="135"/>
                    <a:pt x="60" y="135"/>
                    <a:pt x="60" y="135"/>
                  </a:cubicBezTo>
                  <a:lnTo>
                    <a:pt x="60" y="135"/>
                  </a:lnTo>
                  <a:cubicBezTo>
                    <a:pt x="60" y="90"/>
                    <a:pt x="60" y="90"/>
                    <a:pt x="60" y="90"/>
                  </a:cubicBezTo>
                  <a:cubicBezTo>
                    <a:pt x="60" y="73"/>
                    <a:pt x="67" y="59"/>
                    <a:pt x="79" y="48"/>
                  </a:cubicBezTo>
                  <a:cubicBezTo>
                    <a:pt x="88" y="37"/>
                    <a:pt x="104" y="31"/>
                    <a:pt x="121" y="31"/>
                  </a:cubicBezTo>
                  <a:cubicBezTo>
                    <a:pt x="138" y="31"/>
                    <a:pt x="152" y="37"/>
                    <a:pt x="163" y="48"/>
                  </a:cubicBezTo>
                  <a:cubicBezTo>
                    <a:pt x="174" y="59"/>
                    <a:pt x="180" y="73"/>
                    <a:pt x="180" y="90"/>
                  </a:cubicBezTo>
                  <a:cubicBezTo>
                    <a:pt x="180" y="106"/>
                    <a:pt x="180" y="106"/>
                    <a:pt x="180" y="106"/>
                  </a:cubicBezTo>
                  <a:cubicBezTo>
                    <a:pt x="180" y="114"/>
                    <a:pt x="187" y="121"/>
                    <a:pt x="195" y="121"/>
                  </a:cubicBezTo>
                  <a:cubicBezTo>
                    <a:pt x="204" y="121"/>
                    <a:pt x="211" y="114"/>
                    <a:pt x="211" y="106"/>
                  </a:cubicBezTo>
                  <a:cubicBezTo>
                    <a:pt x="211" y="90"/>
                    <a:pt x="211" y="90"/>
                    <a:pt x="211" y="90"/>
                  </a:cubicBezTo>
                  <a:cubicBezTo>
                    <a:pt x="211" y="41"/>
                    <a:pt x="170" y="0"/>
                    <a:pt x="121" y="0"/>
                  </a:cubicBezTo>
                  <a:cubicBezTo>
                    <a:pt x="70" y="0"/>
                    <a:pt x="31" y="41"/>
                    <a:pt x="31" y="90"/>
                  </a:cubicBezTo>
                  <a:cubicBezTo>
                    <a:pt x="31" y="135"/>
                    <a:pt x="31" y="135"/>
                    <a:pt x="31" y="135"/>
                  </a:cubicBezTo>
                  <a:cubicBezTo>
                    <a:pt x="31" y="330"/>
                    <a:pt x="31" y="330"/>
                    <a:pt x="31" y="330"/>
                  </a:cubicBezTo>
                  <a:cubicBezTo>
                    <a:pt x="15" y="330"/>
                    <a:pt x="15" y="330"/>
                    <a:pt x="15" y="330"/>
                  </a:cubicBezTo>
                  <a:cubicBezTo>
                    <a:pt x="7" y="330"/>
                    <a:pt x="0" y="337"/>
                    <a:pt x="0" y="346"/>
                  </a:cubicBezTo>
                  <a:cubicBezTo>
                    <a:pt x="0" y="353"/>
                    <a:pt x="7" y="360"/>
                    <a:pt x="15" y="360"/>
                  </a:cubicBezTo>
                  <a:lnTo>
                    <a:pt x="31" y="360"/>
                  </a:lnTo>
                  <a:close/>
                  <a:moveTo>
                    <a:pt x="660" y="465"/>
                  </a:moveTo>
                  <a:lnTo>
                    <a:pt x="660" y="465"/>
                  </a:lnTo>
                  <a:cubicBezTo>
                    <a:pt x="660" y="510"/>
                    <a:pt x="642" y="552"/>
                    <a:pt x="611" y="582"/>
                  </a:cubicBezTo>
                  <a:cubicBezTo>
                    <a:pt x="581" y="611"/>
                    <a:pt x="541" y="629"/>
                    <a:pt x="494" y="629"/>
                  </a:cubicBezTo>
                  <a:cubicBezTo>
                    <a:pt x="225" y="629"/>
                    <a:pt x="225" y="629"/>
                    <a:pt x="225" y="629"/>
                  </a:cubicBezTo>
                  <a:cubicBezTo>
                    <a:pt x="180" y="629"/>
                    <a:pt x="139" y="611"/>
                    <a:pt x="108" y="582"/>
                  </a:cubicBezTo>
                  <a:cubicBezTo>
                    <a:pt x="79" y="552"/>
                    <a:pt x="60" y="510"/>
                    <a:pt x="60" y="465"/>
                  </a:cubicBezTo>
                  <a:cubicBezTo>
                    <a:pt x="60" y="360"/>
                    <a:pt x="60" y="360"/>
                    <a:pt x="60" y="360"/>
                  </a:cubicBezTo>
                  <a:cubicBezTo>
                    <a:pt x="660" y="360"/>
                    <a:pt x="660" y="360"/>
                    <a:pt x="660" y="360"/>
                  </a:cubicBezTo>
                  <a:lnTo>
                    <a:pt x="660" y="4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8">
              <a:extLst>
                <a:ext uri="{FF2B5EF4-FFF2-40B4-BE49-F238E27FC236}">
                  <a16:creationId xmlns:a16="http://schemas.microsoft.com/office/drawing/2014/main" id="{122A88BB-3EF0-8205-2A24-22F64BACA39D}"/>
                </a:ext>
              </a:extLst>
            </p:cNvPr>
            <p:cNvSpPr>
              <a:spLocks noChangeArrowheads="1"/>
            </p:cNvSpPr>
            <p:nvPr/>
          </p:nvSpPr>
          <p:spPr bwMode="auto">
            <a:xfrm>
              <a:off x="82550" y="3165475"/>
              <a:ext cx="11113" cy="22225"/>
            </a:xfrm>
            <a:custGeom>
              <a:avLst/>
              <a:gdLst>
                <a:gd name="T0" fmla="*/ 0 w 31"/>
                <a:gd name="T1" fmla="*/ 16 h 62"/>
                <a:gd name="T2" fmla="*/ 0 w 31"/>
                <a:gd name="T3" fmla="*/ 16 h 62"/>
                <a:gd name="T4" fmla="*/ 0 w 31"/>
                <a:gd name="T5" fmla="*/ 45 h 62"/>
                <a:gd name="T6" fmla="*/ 16 w 31"/>
                <a:gd name="T7" fmla="*/ 61 h 62"/>
                <a:gd name="T8" fmla="*/ 30 w 31"/>
                <a:gd name="T9" fmla="*/ 45 h 62"/>
                <a:gd name="T10" fmla="*/ 30 w 31"/>
                <a:gd name="T11" fmla="*/ 16 h 62"/>
                <a:gd name="T12" fmla="*/ 16 w 31"/>
                <a:gd name="T13" fmla="*/ 0 h 62"/>
                <a:gd name="T14" fmla="*/ 0 w 31"/>
                <a:gd name="T15" fmla="*/ 1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2">
                  <a:moveTo>
                    <a:pt x="0" y="16"/>
                  </a:moveTo>
                  <a:lnTo>
                    <a:pt x="0" y="16"/>
                  </a:lnTo>
                  <a:cubicBezTo>
                    <a:pt x="0" y="45"/>
                    <a:pt x="0" y="45"/>
                    <a:pt x="0" y="45"/>
                  </a:cubicBezTo>
                  <a:cubicBezTo>
                    <a:pt x="0" y="53"/>
                    <a:pt x="7" y="61"/>
                    <a:pt x="16" y="61"/>
                  </a:cubicBezTo>
                  <a:cubicBezTo>
                    <a:pt x="24" y="61"/>
                    <a:pt x="30" y="53"/>
                    <a:pt x="30" y="45"/>
                  </a:cubicBezTo>
                  <a:cubicBezTo>
                    <a:pt x="30" y="16"/>
                    <a:pt x="30" y="16"/>
                    <a:pt x="30" y="16"/>
                  </a:cubicBezTo>
                  <a:cubicBezTo>
                    <a:pt x="30"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9">
              <a:extLst>
                <a:ext uri="{FF2B5EF4-FFF2-40B4-BE49-F238E27FC236}">
                  <a16:creationId xmlns:a16="http://schemas.microsoft.com/office/drawing/2014/main" id="{FB0B2DA9-9349-AC15-793F-F4A6371C95BC}"/>
                </a:ext>
              </a:extLst>
            </p:cNvPr>
            <p:cNvSpPr>
              <a:spLocks noChangeArrowheads="1"/>
            </p:cNvSpPr>
            <p:nvPr/>
          </p:nvSpPr>
          <p:spPr bwMode="auto">
            <a:xfrm>
              <a:off x="104775" y="3187700"/>
              <a:ext cx="11113" cy="22225"/>
            </a:xfrm>
            <a:custGeom>
              <a:avLst/>
              <a:gdLst>
                <a:gd name="T0" fmla="*/ 14 w 30"/>
                <a:gd name="T1" fmla="*/ 0 h 61"/>
                <a:gd name="T2" fmla="*/ 14 w 30"/>
                <a:gd name="T3" fmla="*/ 0 h 61"/>
                <a:gd name="T4" fmla="*/ 0 w 30"/>
                <a:gd name="T5" fmla="*/ 15 h 61"/>
                <a:gd name="T6" fmla="*/ 0 w 30"/>
                <a:gd name="T7" fmla="*/ 44 h 61"/>
                <a:gd name="T8" fmla="*/ 14 w 30"/>
                <a:gd name="T9" fmla="*/ 60 h 61"/>
                <a:gd name="T10" fmla="*/ 29 w 30"/>
                <a:gd name="T11" fmla="*/ 44 h 61"/>
                <a:gd name="T12" fmla="*/ 29 w 30"/>
                <a:gd name="T13" fmla="*/ 15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7" y="0"/>
                    <a:pt x="0" y="7"/>
                    <a:pt x="0" y="15"/>
                  </a:cubicBezTo>
                  <a:cubicBezTo>
                    <a:pt x="0" y="44"/>
                    <a:pt x="0" y="44"/>
                    <a:pt x="0" y="44"/>
                  </a:cubicBezTo>
                  <a:cubicBezTo>
                    <a:pt x="0" y="53"/>
                    <a:pt x="7" y="60"/>
                    <a:pt x="14" y="60"/>
                  </a:cubicBezTo>
                  <a:cubicBezTo>
                    <a:pt x="22" y="60"/>
                    <a:pt x="29" y="53"/>
                    <a:pt x="29" y="44"/>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73F1A5BC-0B43-1BFB-555C-50F909CB566C}"/>
                </a:ext>
              </a:extLst>
            </p:cNvPr>
            <p:cNvSpPr>
              <a:spLocks noChangeArrowheads="1"/>
            </p:cNvSpPr>
            <p:nvPr/>
          </p:nvSpPr>
          <p:spPr bwMode="auto">
            <a:xfrm>
              <a:off x="104775" y="3154363"/>
              <a:ext cx="11113" cy="22225"/>
            </a:xfrm>
            <a:custGeom>
              <a:avLst/>
              <a:gdLst>
                <a:gd name="T0" fmla="*/ 0 w 30"/>
                <a:gd name="T1" fmla="*/ 45 h 61"/>
                <a:gd name="T2" fmla="*/ 0 w 30"/>
                <a:gd name="T3" fmla="*/ 45 h 61"/>
                <a:gd name="T4" fmla="*/ 14 w 30"/>
                <a:gd name="T5" fmla="*/ 60 h 61"/>
                <a:gd name="T6" fmla="*/ 29 w 30"/>
                <a:gd name="T7" fmla="*/ 45 h 61"/>
                <a:gd name="T8" fmla="*/ 29 w 30"/>
                <a:gd name="T9" fmla="*/ 15 h 61"/>
                <a:gd name="T10" fmla="*/ 14 w 30"/>
                <a:gd name="T11" fmla="*/ 0 h 61"/>
                <a:gd name="T12" fmla="*/ 0 w 30"/>
                <a:gd name="T13" fmla="*/ 15 h 61"/>
                <a:gd name="T14" fmla="*/ 0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0" y="45"/>
                  </a:moveTo>
                  <a:lnTo>
                    <a:pt x="0" y="45"/>
                  </a:lnTo>
                  <a:cubicBezTo>
                    <a:pt x="0" y="53"/>
                    <a:pt x="7" y="60"/>
                    <a:pt x="14" y="60"/>
                  </a:cubicBezTo>
                  <a:cubicBezTo>
                    <a:pt x="22" y="60"/>
                    <a:pt x="29" y="53"/>
                    <a:pt x="29" y="45"/>
                  </a:cubicBezTo>
                  <a:cubicBezTo>
                    <a:pt x="29" y="15"/>
                    <a:pt x="29" y="15"/>
                    <a:pt x="29" y="15"/>
                  </a:cubicBezTo>
                  <a:cubicBezTo>
                    <a:pt x="29" y="7"/>
                    <a:pt x="22" y="0"/>
                    <a:pt x="14" y="0"/>
                  </a:cubicBezTo>
                  <a:cubicBezTo>
                    <a:pt x="7"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 name="Group 18">
            <a:extLst>
              <a:ext uri="{FF2B5EF4-FFF2-40B4-BE49-F238E27FC236}">
                <a16:creationId xmlns:a16="http://schemas.microsoft.com/office/drawing/2014/main" id="{4E8145FF-98F8-7953-135D-031431BBEE33}"/>
              </a:ext>
            </a:extLst>
          </p:cNvPr>
          <p:cNvGrpSpPr/>
          <p:nvPr/>
        </p:nvGrpSpPr>
        <p:grpSpPr>
          <a:xfrm>
            <a:off x="2110978" y="1846933"/>
            <a:ext cx="247650" cy="258762"/>
            <a:chOff x="1074738" y="3624263"/>
            <a:chExt cx="247650" cy="258762"/>
          </a:xfrm>
          <a:solidFill>
            <a:schemeClr val="tx2"/>
          </a:solidFill>
        </p:grpSpPr>
        <p:sp>
          <p:nvSpPr>
            <p:cNvPr id="16" name="Freeform 11">
              <a:extLst>
                <a:ext uri="{FF2B5EF4-FFF2-40B4-BE49-F238E27FC236}">
                  <a16:creationId xmlns:a16="http://schemas.microsoft.com/office/drawing/2014/main" id="{C21468B3-2A0D-503A-6B0A-D992D28CADE3}"/>
                </a:ext>
              </a:extLst>
            </p:cNvPr>
            <p:cNvSpPr>
              <a:spLocks noChangeArrowheads="1"/>
            </p:cNvSpPr>
            <p:nvPr/>
          </p:nvSpPr>
          <p:spPr bwMode="auto">
            <a:xfrm>
              <a:off x="1074738" y="3624263"/>
              <a:ext cx="247650" cy="258762"/>
            </a:xfrm>
            <a:custGeom>
              <a:avLst/>
              <a:gdLst>
                <a:gd name="T0" fmla="*/ 674 w 689"/>
                <a:gd name="T1" fmla="*/ 419 h 720"/>
                <a:gd name="T2" fmla="*/ 629 w 689"/>
                <a:gd name="T3" fmla="*/ 224 h 720"/>
                <a:gd name="T4" fmla="*/ 524 w 689"/>
                <a:gd name="T5" fmla="*/ 119 h 720"/>
                <a:gd name="T6" fmla="*/ 344 w 689"/>
                <a:gd name="T7" fmla="*/ 0 h 720"/>
                <a:gd name="T8" fmla="*/ 165 w 689"/>
                <a:gd name="T9" fmla="*/ 119 h 720"/>
                <a:gd name="T10" fmla="*/ 59 w 689"/>
                <a:gd name="T11" fmla="*/ 224 h 720"/>
                <a:gd name="T12" fmla="*/ 14 w 689"/>
                <a:gd name="T13" fmla="*/ 419 h 720"/>
                <a:gd name="T14" fmla="*/ 0 w 689"/>
                <a:gd name="T15" fmla="*/ 433 h 720"/>
                <a:gd name="T16" fmla="*/ 5 w 689"/>
                <a:gd name="T17" fmla="*/ 653 h 720"/>
                <a:gd name="T18" fmla="*/ 51 w 689"/>
                <a:gd name="T19" fmla="*/ 657 h 720"/>
                <a:gd name="T20" fmla="*/ 38 w 689"/>
                <a:gd name="T21" fmla="*/ 716 h 720"/>
                <a:gd name="T22" fmla="*/ 85 w 689"/>
                <a:gd name="T23" fmla="*/ 657 h 720"/>
                <a:gd name="T24" fmla="*/ 344 w 689"/>
                <a:gd name="T25" fmla="*/ 657 h 720"/>
                <a:gd name="T26" fmla="*/ 604 w 689"/>
                <a:gd name="T27" fmla="*/ 657 h 720"/>
                <a:gd name="T28" fmla="*/ 651 w 689"/>
                <a:gd name="T29" fmla="*/ 716 h 720"/>
                <a:gd name="T30" fmla="*/ 638 w 689"/>
                <a:gd name="T31" fmla="*/ 657 h 720"/>
                <a:gd name="T32" fmla="*/ 684 w 689"/>
                <a:gd name="T33" fmla="*/ 653 h 720"/>
                <a:gd name="T34" fmla="*/ 688 w 689"/>
                <a:gd name="T35" fmla="*/ 433 h 720"/>
                <a:gd name="T36" fmla="*/ 674 w 689"/>
                <a:gd name="T37" fmla="*/ 419 h 720"/>
                <a:gd name="T38" fmla="*/ 659 w 689"/>
                <a:gd name="T39" fmla="*/ 628 h 720"/>
                <a:gd name="T40" fmla="*/ 360 w 689"/>
                <a:gd name="T41" fmla="*/ 449 h 720"/>
                <a:gd name="T42" fmla="*/ 464 w 689"/>
                <a:gd name="T43" fmla="*/ 449 h 720"/>
                <a:gd name="T44" fmla="*/ 659 w 689"/>
                <a:gd name="T45" fmla="*/ 449 h 720"/>
                <a:gd name="T46" fmla="*/ 578 w 689"/>
                <a:gd name="T47" fmla="*/ 171 h 720"/>
                <a:gd name="T48" fmla="*/ 599 w 689"/>
                <a:gd name="T49" fmla="*/ 224 h 720"/>
                <a:gd name="T50" fmla="*/ 479 w 689"/>
                <a:gd name="T51" fmla="*/ 419 h 720"/>
                <a:gd name="T52" fmla="*/ 524 w 689"/>
                <a:gd name="T53" fmla="*/ 150 h 720"/>
                <a:gd name="T54" fmla="*/ 239 w 689"/>
                <a:gd name="T55" fmla="*/ 134 h 720"/>
                <a:gd name="T56" fmla="*/ 270 w 689"/>
                <a:gd name="T57" fmla="*/ 60 h 720"/>
                <a:gd name="T58" fmla="*/ 419 w 689"/>
                <a:gd name="T59" fmla="*/ 60 h 720"/>
                <a:gd name="T60" fmla="*/ 450 w 689"/>
                <a:gd name="T61" fmla="*/ 419 h 720"/>
                <a:gd name="T62" fmla="*/ 255 w 689"/>
                <a:gd name="T63" fmla="*/ 419 h 720"/>
                <a:gd name="T64" fmla="*/ 239 w 689"/>
                <a:gd name="T65" fmla="*/ 134 h 720"/>
                <a:gd name="T66" fmla="*/ 90 w 689"/>
                <a:gd name="T67" fmla="*/ 224 h 720"/>
                <a:gd name="T68" fmla="*/ 210 w 689"/>
                <a:gd name="T69" fmla="*/ 165 h 720"/>
                <a:gd name="T70" fmla="*/ 90 w 689"/>
                <a:gd name="T71" fmla="*/ 419 h 720"/>
                <a:gd name="T72" fmla="*/ 30 w 689"/>
                <a:gd name="T73" fmla="*/ 449 h 720"/>
                <a:gd name="T74" fmla="*/ 75 w 689"/>
                <a:gd name="T75" fmla="*/ 449 h 720"/>
                <a:gd name="T76" fmla="*/ 225 w 689"/>
                <a:gd name="T77" fmla="*/ 449 h 720"/>
                <a:gd name="T78" fmla="*/ 329 w 689"/>
                <a:gd name="T79" fmla="*/ 628 h 720"/>
                <a:gd name="T80" fmla="*/ 30 w 689"/>
                <a:gd name="T81" fmla="*/ 44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9" h="720">
                  <a:moveTo>
                    <a:pt x="674" y="419"/>
                  </a:moveTo>
                  <a:lnTo>
                    <a:pt x="674" y="419"/>
                  </a:lnTo>
                  <a:cubicBezTo>
                    <a:pt x="629" y="419"/>
                    <a:pt x="629" y="419"/>
                    <a:pt x="629" y="419"/>
                  </a:cubicBezTo>
                  <a:cubicBezTo>
                    <a:pt x="629" y="224"/>
                    <a:pt x="629" y="224"/>
                    <a:pt x="629" y="224"/>
                  </a:cubicBezTo>
                  <a:cubicBezTo>
                    <a:pt x="629" y="195"/>
                    <a:pt x="617" y="169"/>
                    <a:pt x="599" y="150"/>
                  </a:cubicBezTo>
                  <a:cubicBezTo>
                    <a:pt x="579" y="132"/>
                    <a:pt x="554" y="119"/>
                    <a:pt x="524" y="119"/>
                  </a:cubicBezTo>
                  <a:cubicBezTo>
                    <a:pt x="509" y="119"/>
                    <a:pt x="493" y="123"/>
                    <a:pt x="479" y="130"/>
                  </a:cubicBezTo>
                  <a:cubicBezTo>
                    <a:pt x="476" y="57"/>
                    <a:pt x="417" y="0"/>
                    <a:pt x="344" y="0"/>
                  </a:cubicBezTo>
                  <a:cubicBezTo>
                    <a:pt x="271" y="0"/>
                    <a:pt x="212" y="57"/>
                    <a:pt x="210" y="130"/>
                  </a:cubicBezTo>
                  <a:cubicBezTo>
                    <a:pt x="196" y="123"/>
                    <a:pt x="182" y="119"/>
                    <a:pt x="165" y="119"/>
                  </a:cubicBezTo>
                  <a:cubicBezTo>
                    <a:pt x="135" y="119"/>
                    <a:pt x="110" y="132"/>
                    <a:pt x="90" y="150"/>
                  </a:cubicBezTo>
                  <a:cubicBezTo>
                    <a:pt x="72" y="169"/>
                    <a:pt x="59" y="195"/>
                    <a:pt x="59" y="224"/>
                  </a:cubicBezTo>
                  <a:cubicBezTo>
                    <a:pt x="59" y="419"/>
                    <a:pt x="59" y="419"/>
                    <a:pt x="59" y="419"/>
                  </a:cubicBezTo>
                  <a:cubicBezTo>
                    <a:pt x="14" y="419"/>
                    <a:pt x="14" y="419"/>
                    <a:pt x="14" y="419"/>
                  </a:cubicBezTo>
                  <a:cubicBezTo>
                    <a:pt x="12" y="419"/>
                    <a:pt x="7" y="421"/>
                    <a:pt x="5" y="424"/>
                  </a:cubicBezTo>
                  <a:cubicBezTo>
                    <a:pt x="2" y="426"/>
                    <a:pt x="0" y="429"/>
                    <a:pt x="0" y="433"/>
                  </a:cubicBezTo>
                  <a:cubicBezTo>
                    <a:pt x="0" y="643"/>
                    <a:pt x="0" y="643"/>
                    <a:pt x="0" y="643"/>
                  </a:cubicBezTo>
                  <a:cubicBezTo>
                    <a:pt x="0" y="646"/>
                    <a:pt x="2" y="650"/>
                    <a:pt x="5" y="653"/>
                  </a:cubicBezTo>
                  <a:cubicBezTo>
                    <a:pt x="7" y="656"/>
                    <a:pt x="12" y="657"/>
                    <a:pt x="14" y="657"/>
                  </a:cubicBezTo>
                  <a:cubicBezTo>
                    <a:pt x="51" y="657"/>
                    <a:pt x="51" y="657"/>
                    <a:pt x="51" y="657"/>
                  </a:cubicBezTo>
                  <a:cubicBezTo>
                    <a:pt x="31" y="695"/>
                    <a:pt x="31" y="695"/>
                    <a:pt x="31" y="695"/>
                  </a:cubicBezTo>
                  <a:cubicBezTo>
                    <a:pt x="29" y="703"/>
                    <a:pt x="31" y="712"/>
                    <a:pt x="38" y="716"/>
                  </a:cubicBezTo>
                  <a:cubicBezTo>
                    <a:pt x="45" y="719"/>
                    <a:pt x="55" y="716"/>
                    <a:pt x="58" y="709"/>
                  </a:cubicBezTo>
                  <a:cubicBezTo>
                    <a:pt x="85" y="657"/>
                    <a:pt x="85" y="657"/>
                    <a:pt x="85" y="657"/>
                  </a:cubicBezTo>
                  <a:cubicBezTo>
                    <a:pt x="344" y="657"/>
                    <a:pt x="344" y="657"/>
                    <a:pt x="344" y="657"/>
                  </a:cubicBezTo>
                  <a:lnTo>
                    <a:pt x="344" y="657"/>
                  </a:lnTo>
                  <a:lnTo>
                    <a:pt x="344" y="657"/>
                  </a:lnTo>
                  <a:cubicBezTo>
                    <a:pt x="604" y="657"/>
                    <a:pt x="604" y="657"/>
                    <a:pt x="604" y="657"/>
                  </a:cubicBezTo>
                  <a:cubicBezTo>
                    <a:pt x="631" y="709"/>
                    <a:pt x="631" y="709"/>
                    <a:pt x="631" y="709"/>
                  </a:cubicBezTo>
                  <a:cubicBezTo>
                    <a:pt x="635" y="716"/>
                    <a:pt x="643" y="719"/>
                    <a:pt x="651" y="716"/>
                  </a:cubicBezTo>
                  <a:cubicBezTo>
                    <a:pt x="658" y="712"/>
                    <a:pt x="662" y="703"/>
                    <a:pt x="658" y="695"/>
                  </a:cubicBezTo>
                  <a:cubicBezTo>
                    <a:pt x="638" y="657"/>
                    <a:pt x="638" y="657"/>
                    <a:pt x="638" y="657"/>
                  </a:cubicBezTo>
                  <a:cubicBezTo>
                    <a:pt x="674" y="657"/>
                    <a:pt x="674" y="657"/>
                    <a:pt x="674" y="657"/>
                  </a:cubicBezTo>
                  <a:cubicBezTo>
                    <a:pt x="679" y="657"/>
                    <a:pt x="681" y="656"/>
                    <a:pt x="684" y="653"/>
                  </a:cubicBezTo>
                  <a:cubicBezTo>
                    <a:pt x="687" y="650"/>
                    <a:pt x="688" y="646"/>
                    <a:pt x="688" y="643"/>
                  </a:cubicBezTo>
                  <a:cubicBezTo>
                    <a:pt x="688" y="433"/>
                    <a:pt x="688" y="433"/>
                    <a:pt x="688" y="433"/>
                  </a:cubicBezTo>
                  <a:cubicBezTo>
                    <a:pt x="688" y="429"/>
                    <a:pt x="687" y="426"/>
                    <a:pt x="684" y="424"/>
                  </a:cubicBezTo>
                  <a:cubicBezTo>
                    <a:pt x="681" y="421"/>
                    <a:pt x="679" y="419"/>
                    <a:pt x="674" y="419"/>
                  </a:cubicBezTo>
                  <a:close/>
                  <a:moveTo>
                    <a:pt x="659" y="628"/>
                  </a:moveTo>
                  <a:lnTo>
                    <a:pt x="659" y="628"/>
                  </a:lnTo>
                  <a:cubicBezTo>
                    <a:pt x="360" y="628"/>
                    <a:pt x="360" y="628"/>
                    <a:pt x="360" y="628"/>
                  </a:cubicBezTo>
                  <a:cubicBezTo>
                    <a:pt x="360" y="449"/>
                    <a:pt x="360" y="449"/>
                    <a:pt x="360" y="449"/>
                  </a:cubicBezTo>
                  <a:cubicBezTo>
                    <a:pt x="434" y="449"/>
                    <a:pt x="434" y="449"/>
                    <a:pt x="434" y="449"/>
                  </a:cubicBezTo>
                  <a:cubicBezTo>
                    <a:pt x="464" y="449"/>
                    <a:pt x="464" y="449"/>
                    <a:pt x="464" y="449"/>
                  </a:cubicBezTo>
                  <a:cubicBezTo>
                    <a:pt x="614" y="449"/>
                    <a:pt x="614" y="449"/>
                    <a:pt x="614" y="449"/>
                  </a:cubicBezTo>
                  <a:cubicBezTo>
                    <a:pt x="659" y="449"/>
                    <a:pt x="659" y="449"/>
                    <a:pt x="659" y="449"/>
                  </a:cubicBezTo>
                  <a:lnTo>
                    <a:pt x="659" y="628"/>
                  </a:lnTo>
                  <a:close/>
                  <a:moveTo>
                    <a:pt x="578" y="171"/>
                  </a:moveTo>
                  <a:lnTo>
                    <a:pt x="578" y="171"/>
                  </a:lnTo>
                  <a:cubicBezTo>
                    <a:pt x="590" y="185"/>
                    <a:pt x="599" y="203"/>
                    <a:pt x="599" y="224"/>
                  </a:cubicBezTo>
                  <a:cubicBezTo>
                    <a:pt x="599" y="419"/>
                    <a:pt x="599" y="419"/>
                    <a:pt x="599" y="419"/>
                  </a:cubicBezTo>
                  <a:cubicBezTo>
                    <a:pt x="479" y="419"/>
                    <a:pt x="479" y="419"/>
                    <a:pt x="479" y="419"/>
                  </a:cubicBezTo>
                  <a:cubicBezTo>
                    <a:pt x="479" y="165"/>
                    <a:pt x="479" y="165"/>
                    <a:pt x="479" y="165"/>
                  </a:cubicBezTo>
                  <a:cubicBezTo>
                    <a:pt x="492" y="155"/>
                    <a:pt x="507" y="150"/>
                    <a:pt x="524" y="150"/>
                  </a:cubicBezTo>
                  <a:cubicBezTo>
                    <a:pt x="545" y="150"/>
                    <a:pt x="563" y="158"/>
                    <a:pt x="578" y="171"/>
                  </a:cubicBezTo>
                  <a:close/>
                  <a:moveTo>
                    <a:pt x="239" y="134"/>
                  </a:moveTo>
                  <a:lnTo>
                    <a:pt x="239" y="134"/>
                  </a:lnTo>
                  <a:cubicBezTo>
                    <a:pt x="239" y="105"/>
                    <a:pt x="252" y="80"/>
                    <a:pt x="270" y="60"/>
                  </a:cubicBezTo>
                  <a:cubicBezTo>
                    <a:pt x="290" y="42"/>
                    <a:pt x="315" y="29"/>
                    <a:pt x="344" y="29"/>
                  </a:cubicBezTo>
                  <a:cubicBezTo>
                    <a:pt x="374" y="29"/>
                    <a:pt x="399" y="42"/>
                    <a:pt x="419" y="60"/>
                  </a:cubicBezTo>
                  <a:cubicBezTo>
                    <a:pt x="437" y="80"/>
                    <a:pt x="450" y="105"/>
                    <a:pt x="450" y="134"/>
                  </a:cubicBezTo>
                  <a:cubicBezTo>
                    <a:pt x="450" y="419"/>
                    <a:pt x="450" y="419"/>
                    <a:pt x="450" y="419"/>
                  </a:cubicBezTo>
                  <a:cubicBezTo>
                    <a:pt x="434" y="419"/>
                    <a:pt x="434" y="419"/>
                    <a:pt x="434" y="419"/>
                  </a:cubicBezTo>
                  <a:cubicBezTo>
                    <a:pt x="255" y="419"/>
                    <a:pt x="255" y="419"/>
                    <a:pt x="255" y="419"/>
                  </a:cubicBezTo>
                  <a:cubicBezTo>
                    <a:pt x="239" y="419"/>
                    <a:pt x="239" y="419"/>
                    <a:pt x="239" y="419"/>
                  </a:cubicBezTo>
                  <a:lnTo>
                    <a:pt x="239" y="134"/>
                  </a:lnTo>
                  <a:close/>
                  <a:moveTo>
                    <a:pt x="90" y="224"/>
                  </a:moveTo>
                  <a:lnTo>
                    <a:pt x="90" y="224"/>
                  </a:lnTo>
                  <a:cubicBezTo>
                    <a:pt x="90" y="182"/>
                    <a:pt x="124" y="150"/>
                    <a:pt x="165" y="150"/>
                  </a:cubicBezTo>
                  <a:cubicBezTo>
                    <a:pt x="182" y="150"/>
                    <a:pt x="197" y="155"/>
                    <a:pt x="210" y="165"/>
                  </a:cubicBezTo>
                  <a:cubicBezTo>
                    <a:pt x="210" y="419"/>
                    <a:pt x="210" y="419"/>
                    <a:pt x="210" y="419"/>
                  </a:cubicBezTo>
                  <a:cubicBezTo>
                    <a:pt x="90" y="419"/>
                    <a:pt x="90" y="419"/>
                    <a:pt x="90" y="419"/>
                  </a:cubicBezTo>
                  <a:lnTo>
                    <a:pt x="90" y="224"/>
                  </a:lnTo>
                  <a:close/>
                  <a:moveTo>
                    <a:pt x="30" y="449"/>
                  </a:moveTo>
                  <a:lnTo>
                    <a:pt x="30" y="449"/>
                  </a:lnTo>
                  <a:cubicBezTo>
                    <a:pt x="75" y="449"/>
                    <a:pt x="75" y="449"/>
                    <a:pt x="75" y="449"/>
                  </a:cubicBezTo>
                  <a:cubicBezTo>
                    <a:pt x="225" y="449"/>
                    <a:pt x="225" y="449"/>
                    <a:pt x="225" y="449"/>
                  </a:cubicBezTo>
                  <a:lnTo>
                    <a:pt x="225" y="449"/>
                  </a:lnTo>
                  <a:cubicBezTo>
                    <a:pt x="329" y="449"/>
                    <a:pt x="329" y="449"/>
                    <a:pt x="329" y="449"/>
                  </a:cubicBezTo>
                  <a:cubicBezTo>
                    <a:pt x="329" y="628"/>
                    <a:pt x="329" y="628"/>
                    <a:pt x="329" y="628"/>
                  </a:cubicBezTo>
                  <a:cubicBezTo>
                    <a:pt x="30" y="628"/>
                    <a:pt x="30" y="628"/>
                    <a:pt x="30" y="628"/>
                  </a:cubicBezTo>
                  <a:lnTo>
                    <a:pt x="30" y="4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2">
              <a:extLst>
                <a:ext uri="{FF2B5EF4-FFF2-40B4-BE49-F238E27FC236}">
                  <a16:creationId xmlns:a16="http://schemas.microsoft.com/office/drawing/2014/main" id="{9F559F86-EEC9-AE4F-C2B9-8EE9268FB3CA}"/>
                </a:ext>
              </a:extLst>
            </p:cNvPr>
            <p:cNvSpPr>
              <a:spLocks noChangeArrowheads="1"/>
            </p:cNvSpPr>
            <p:nvPr/>
          </p:nvSpPr>
          <p:spPr bwMode="auto">
            <a:xfrm>
              <a:off x="1225550" y="3806825"/>
              <a:ext cx="11113" cy="11113"/>
            </a:xfrm>
            <a:custGeom>
              <a:avLst/>
              <a:gdLst>
                <a:gd name="T0" fmla="*/ 15 w 32"/>
                <a:gd name="T1" fmla="*/ 0 h 31"/>
                <a:gd name="T2" fmla="*/ 15 w 32"/>
                <a:gd name="T3" fmla="*/ 0 h 31"/>
                <a:gd name="T4" fmla="*/ 0 w 32"/>
                <a:gd name="T5" fmla="*/ 14 h 31"/>
                <a:gd name="T6" fmla="*/ 15 w 32"/>
                <a:gd name="T7" fmla="*/ 30 h 31"/>
                <a:gd name="T8" fmla="*/ 31 w 32"/>
                <a:gd name="T9" fmla="*/ 14 h 31"/>
                <a:gd name="T10" fmla="*/ 15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5" y="0"/>
                  </a:moveTo>
                  <a:lnTo>
                    <a:pt x="15" y="0"/>
                  </a:lnTo>
                  <a:cubicBezTo>
                    <a:pt x="7" y="0"/>
                    <a:pt x="0" y="6"/>
                    <a:pt x="0" y="14"/>
                  </a:cubicBezTo>
                  <a:cubicBezTo>
                    <a:pt x="0" y="23"/>
                    <a:pt x="7" y="30"/>
                    <a:pt x="15" y="30"/>
                  </a:cubicBezTo>
                  <a:cubicBezTo>
                    <a:pt x="24" y="30"/>
                    <a:pt x="31" y="23"/>
                    <a:pt x="31" y="14"/>
                  </a:cubicBezTo>
                  <a:cubicBezTo>
                    <a:pt x="31" y="6"/>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 name="Freeform 13">
              <a:extLst>
                <a:ext uri="{FF2B5EF4-FFF2-40B4-BE49-F238E27FC236}">
                  <a16:creationId xmlns:a16="http://schemas.microsoft.com/office/drawing/2014/main" id="{58E54314-5EA3-EE2C-236C-5C216003E92B}"/>
                </a:ext>
              </a:extLst>
            </p:cNvPr>
            <p:cNvSpPr>
              <a:spLocks noChangeArrowheads="1"/>
            </p:cNvSpPr>
            <p:nvPr/>
          </p:nvSpPr>
          <p:spPr bwMode="auto">
            <a:xfrm>
              <a:off x="1160463" y="3806825"/>
              <a:ext cx="11112"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 name="Group 22">
            <a:extLst>
              <a:ext uri="{FF2B5EF4-FFF2-40B4-BE49-F238E27FC236}">
                <a16:creationId xmlns:a16="http://schemas.microsoft.com/office/drawing/2014/main" id="{1D8852AF-E2FD-3D45-531D-304A616EE58E}"/>
              </a:ext>
            </a:extLst>
          </p:cNvPr>
          <p:cNvGrpSpPr/>
          <p:nvPr/>
        </p:nvGrpSpPr>
        <p:grpSpPr>
          <a:xfrm>
            <a:off x="3146028" y="1846933"/>
            <a:ext cx="247650" cy="258762"/>
            <a:chOff x="2109788" y="3624263"/>
            <a:chExt cx="247650" cy="258762"/>
          </a:xfrm>
          <a:solidFill>
            <a:schemeClr val="tx2"/>
          </a:solidFill>
        </p:grpSpPr>
        <p:sp>
          <p:nvSpPr>
            <p:cNvPr id="20" name="Freeform 14">
              <a:extLst>
                <a:ext uri="{FF2B5EF4-FFF2-40B4-BE49-F238E27FC236}">
                  <a16:creationId xmlns:a16="http://schemas.microsoft.com/office/drawing/2014/main" id="{9ACAD7E3-9D87-A8B6-0655-1996208C111E}"/>
                </a:ext>
              </a:extLst>
            </p:cNvPr>
            <p:cNvSpPr>
              <a:spLocks noChangeArrowheads="1"/>
            </p:cNvSpPr>
            <p:nvPr/>
          </p:nvSpPr>
          <p:spPr bwMode="auto">
            <a:xfrm>
              <a:off x="2109788" y="3624263"/>
              <a:ext cx="247650" cy="258762"/>
            </a:xfrm>
            <a:custGeom>
              <a:avLst/>
              <a:gdLst>
                <a:gd name="T0" fmla="*/ 674 w 689"/>
                <a:gd name="T1" fmla="*/ 330 h 718"/>
                <a:gd name="T2" fmla="*/ 539 w 689"/>
                <a:gd name="T3" fmla="*/ 314 h 718"/>
                <a:gd name="T4" fmla="*/ 535 w 689"/>
                <a:gd name="T5" fmla="*/ 213 h 718"/>
                <a:gd name="T6" fmla="*/ 329 w 689"/>
                <a:gd name="T7" fmla="*/ 209 h 718"/>
                <a:gd name="T8" fmla="*/ 373 w 689"/>
                <a:gd name="T9" fmla="*/ 29 h 718"/>
                <a:gd name="T10" fmla="*/ 434 w 689"/>
                <a:gd name="T11" fmla="*/ 89 h 718"/>
                <a:gd name="T12" fmla="*/ 373 w 689"/>
                <a:gd name="T13" fmla="*/ 0 h 718"/>
                <a:gd name="T14" fmla="*/ 299 w 689"/>
                <a:gd name="T15" fmla="*/ 209 h 718"/>
                <a:gd name="T16" fmla="*/ 154 w 689"/>
                <a:gd name="T17" fmla="*/ 213 h 718"/>
                <a:gd name="T18" fmla="*/ 149 w 689"/>
                <a:gd name="T19" fmla="*/ 314 h 718"/>
                <a:gd name="T20" fmla="*/ 14 w 689"/>
                <a:gd name="T21" fmla="*/ 330 h 718"/>
                <a:gd name="T22" fmla="*/ 0 w 689"/>
                <a:gd name="T23" fmla="*/ 344 h 718"/>
                <a:gd name="T24" fmla="*/ 4 w 689"/>
                <a:gd name="T25" fmla="*/ 713 h 718"/>
                <a:gd name="T26" fmla="*/ 344 w 689"/>
                <a:gd name="T27" fmla="*/ 717 h 718"/>
                <a:gd name="T28" fmla="*/ 344 w 689"/>
                <a:gd name="T29" fmla="*/ 717 h 718"/>
                <a:gd name="T30" fmla="*/ 684 w 689"/>
                <a:gd name="T31" fmla="*/ 713 h 718"/>
                <a:gd name="T32" fmla="*/ 688 w 689"/>
                <a:gd name="T33" fmla="*/ 522 h 718"/>
                <a:gd name="T34" fmla="*/ 684 w 689"/>
                <a:gd name="T35" fmla="*/ 334 h 718"/>
                <a:gd name="T36" fmla="*/ 180 w 689"/>
                <a:gd name="T37" fmla="*/ 240 h 718"/>
                <a:gd name="T38" fmla="*/ 314 w 689"/>
                <a:gd name="T39" fmla="*/ 240 h 718"/>
                <a:gd name="T40" fmla="*/ 314 w 689"/>
                <a:gd name="T41" fmla="*/ 240 h 718"/>
                <a:gd name="T42" fmla="*/ 508 w 689"/>
                <a:gd name="T43" fmla="*/ 314 h 718"/>
                <a:gd name="T44" fmla="*/ 225 w 689"/>
                <a:gd name="T45" fmla="*/ 359 h 718"/>
                <a:gd name="T46" fmla="*/ 180 w 689"/>
                <a:gd name="T47" fmla="*/ 240 h 718"/>
                <a:gd name="T48" fmla="*/ 29 w 689"/>
                <a:gd name="T49" fmla="*/ 522 h 718"/>
                <a:gd name="T50" fmla="*/ 164 w 689"/>
                <a:gd name="T51" fmla="*/ 359 h 718"/>
                <a:gd name="T52" fmla="*/ 329 w 689"/>
                <a:gd name="T53" fmla="*/ 389 h 718"/>
                <a:gd name="T54" fmla="*/ 29 w 689"/>
                <a:gd name="T55" fmla="*/ 688 h 718"/>
                <a:gd name="T56" fmla="*/ 359 w 689"/>
                <a:gd name="T57" fmla="*/ 688 h 718"/>
                <a:gd name="T58" fmla="*/ 359 w 689"/>
                <a:gd name="T59" fmla="*/ 389 h 718"/>
                <a:gd name="T60" fmla="*/ 463 w 689"/>
                <a:gd name="T61" fmla="*/ 389 h 718"/>
                <a:gd name="T62" fmla="*/ 658 w 689"/>
                <a:gd name="T63" fmla="*/ 359 h 718"/>
                <a:gd name="T64" fmla="*/ 359 w 689"/>
                <a:gd name="T65" fmla="*/ 688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89" h="718">
                  <a:moveTo>
                    <a:pt x="674" y="330"/>
                  </a:moveTo>
                  <a:lnTo>
                    <a:pt x="674" y="330"/>
                  </a:lnTo>
                  <a:cubicBezTo>
                    <a:pt x="538" y="330"/>
                    <a:pt x="538" y="330"/>
                    <a:pt x="538" y="330"/>
                  </a:cubicBezTo>
                  <a:cubicBezTo>
                    <a:pt x="538" y="324"/>
                    <a:pt x="539" y="320"/>
                    <a:pt x="539" y="314"/>
                  </a:cubicBezTo>
                  <a:cubicBezTo>
                    <a:pt x="539" y="224"/>
                    <a:pt x="539" y="224"/>
                    <a:pt x="539" y="224"/>
                  </a:cubicBezTo>
                  <a:cubicBezTo>
                    <a:pt x="539" y="220"/>
                    <a:pt x="538" y="216"/>
                    <a:pt x="535" y="213"/>
                  </a:cubicBezTo>
                  <a:cubicBezTo>
                    <a:pt x="532" y="210"/>
                    <a:pt x="528" y="209"/>
                    <a:pt x="524" y="209"/>
                  </a:cubicBezTo>
                  <a:cubicBezTo>
                    <a:pt x="329" y="209"/>
                    <a:pt x="329" y="209"/>
                    <a:pt x="329" y="209"/>
                  </a:cubicBezTo>
                  <a:cubicBezTo>
                    <a:pt x="329" y="74"/>
                    <a:pt x="329" y="74"/>
                    <a:pt x="329" y="74"/>
                  </a:cubicBezTo>
                  <a:cubicBezTo>
                    <a:pt x="329" y="50"/>
                    <a:pt x="350" y="29"/>
                    <a:pt x="373" y="29"/>
                  </a:cubicBezTo>
                  <a:cubicBezTo>
                    <a:pt x="399" y="29"/>
                    <a:pt x="418" y="50"/>
                    <a:pt x="418" y="74"/>
                  </a:cubicBezTo>
                  <a:cubicBezTo>
                    <a:pt x="418" y="82"/>
                    <a:pt x="425" y="89"/>
                    <a:pt x="434" y="89"/>
                  </a:cubicBezTo>
                  <a:cubicBezTo>
                    <a:pt x="442" y="89"/>
                    <a:pt x="449" y="82"/>
                    <a:pt x="449" y="74"/>
                  </a:cubicBezTo>
                  <a:cubicBezTo>
                    <a:pt x="449" y="33"/>
                    <a:pt x="416" y="0"/>
                    <a:pt x="373" y="0"/>
                  </a:cubicBezTo>
                  <a:cubicBezTo>
                    <a:pt x="333" y="0"/>
                    <a:pt x="299" y="33"/>
                    <a:pt x="299" y="74"/>
                  </a:cubicBezTo>
                  <a:cubicBezTo>
                    <a:pt x="299" y="209"/>
                    <a:pt x="299" y="209"/>
                    <a:pt x="299" y="209"/>
                  </a:cubicBezTo>
                  <a:cubicBezTo>
                    <a:pt x="164" y="209"/>
                    <a:pt x="164" y="209"/>
                    <a:pt x="164" y="209"/>
                  </a:cubicBezTo>
                  <a:cubicBezTo>
                    <a:pt x="160" y="209"/>
                    <a:pt x="157" y="210"/>
                    <a:pt x="154" y="213"/>
                  </a:cubicBezTo>
                  <a:cubicBezTo>
                    <a:pt x="152" y="216"/>
                    <a:pt x="149" y="220"/>
                    <a:pt x="149" y="224"/>
                  </a:cubicBezTo>
                  <a:cubicBezTo>
                    <a:pt x="149" y="314"/>
                    <a:pt x="149" y="314"/>
                    <a:pt x="149" y="314"/>
                  </a:cubicBezTo>
                  <a:cubicBezTo>
                    <a:pt x="149" y="320"/>
                    <a:pt x="150" y="324"/>
                    <a:pt x="150" y="330"/>
                  </a:cubicBezTo>
                  <a:cubicBezTo>
                    <a:pt x="14" y="330"/>
                    <a:pt x="14" y="330"/>
                    <a:pt x="14" y="330"/>
                  </a:cubicBezTo>
                  <a:cubicBezTo>
                    <a:pt x="11" y="330"/>
                    <a:pt x="7" y="331"/>
                    <a:pt x="4" y="334"/>
                  </a:cubicBezTo>
                  <a:cubicBezTo>
                    <a:pt x="1" y="337"/>
                    <a:pt x="0" y="339"/>
                    <a:pt x="0" y="344"/>
                  </a:cubicBezTo>
                  <a:cubicBezTo>
                    <a:pt x="0" y="702"/>
                    <a:pt x="0" y="702"/>
                    <a:pt x="0" y="702"/>
                  </a:cubicBezTo>
                  <a:cubicBezTo>
                    <a:pt x="0" y="706"/>
                    <a:pt x="1" y="710"/>
                    <a:pt x="4" y="713"/>
                  </a:cubicBezTo>
                  <a:cubicBezTo>
                    <a:pt x="7" y="716"/>
                    <a:pt x="11" y="717"/>
                    <a:pt x="14" y="717"/>
                  </a:cubicBezTo>
                  <a:cubicBezTo>
                    <a:pt x="344" y="717"/>
                    <a:pt x="344" y="717"/>
                    <a:pt x="344" y="717"/>
                  </a:cubicBezTo>
                  <a:lnTo>
                    <a:pt x="344" y="717"/>
                  </a:lnTo>
                  <a:lnTo>
                    <a:pt x="344" y="717"/>
                  </a:lnTo>
                  <a:cubicBezTo>
                    <a:pt x="674" y="717"/>
                    <a:pt x="674" y="717"/>
                    <a:pt x="674" y="717"/>
                  </a:cubicBezTo>
                  <a:cubicBezTo>
                    <a:pt x="678" y="717"/>
                    <a:pt x="681" y="716"/>
                    <a:pt x="684" y="713"/>
                  </a:cubicBezTo>
                  <a:cubicBezTo>
                    <a:pt x="687" y="710"/>
                    <a:pt x="688" y="706"/>
                    <a:pt x="688" y="702"/>
                  </a:cubicBezTo>
                  <a:cubicBezTo>
                    <a:pt x="688" y="522"/>
                    <a:pt x="688" y="522"/>
                    <a:pt x="688" y="522"/>
                  </a:cubicBezTo>
                  <a:cubicBezTo>
                    <a:pt x="688" y="344"/>
                    <a:pt x="688" y="344"/>
                    <a:pt x="688" y="344"/>
                  </a:cubicBezTo>
                  <a:cubicBezTo>
                    <a:pt x="688" y="339"/>
                    <a:pt x="687" y="337"/>
                    <a:pt x="684" y="334"/>
                  </a:cubicBezTo>
                  <a:cubicBezTo>
                    <a:pt x="681" y="331"/>
                    <a:pt x="678" y="330"/>
                    <a:pt x="674" y="330"/>
                  </a:cubicBezTo>
                  <a:close/>
                  <a:moveTo>
                    <a:pt x="180" y="240"/>
                  </a:moveTo>
                  <a:lnTo>
                    <a:pt x="180" y="240"/>
                  </a:lnTo>
                  <a:cubicBezTo>
                    <a:pt x="314" y="240"/>
                    <a:pt x="314" y="240"/>
                    <a:pt x="314" y="240"/>
                  </a:cubicBezTo>
                  <a:lnTo>
                    <a:pt x="314" y="240"/>
                  </a:lnTo>
                  <a:lnTo>
                    <a:pt x="314" y="240"/>
                  </a:lnTo>
                  <a:cubicBezTo>
                    <a:pt x="508" y="240"/>
                    <a:pt x="508" y="240"/>
                    <a:pt x="508" y="240"/>
                  </a:cubicBezTo>
                  <a:cubicBezTo>
                    <a:pt x="508" y="314"/>
                    <a:pt x="508" y="314"/>
                    <a:pt x="508" y="314"/>
                  </a:cubicBezTo>
                  <a:cubicBezTo>
                    <a:pt x="508" y="339"/>
                    <a:pt x="489" y="359"/>
                    <a:pt x="463" y="359"/>
                  </a:cubicBezTo>
                  <a:cubicBezTo>
                    <a:pt x="225" y="359"/>
                    <a:pt x="225" y="359"/>
                    <a:pt x="225" y="359"/>
                  </a:cubicBezTo>
                  <a:cubicBezTo>
                    <a:pt x="199" y="359"/>
                    <a:pt x="180" y="339"/>
                    <a:pt x="180" y="314"/>
                  </a:cubicBezTo>
                  <a:lnTo>
                    <a:pt x="180" y="240"/>
                  </a:lnTo>
                  <a:close/>
                  <a:moveTo>
                    <a:pt x="29" y="522"/>
                  </a:moveTo>
                  <a:lnTo>
                    <a:pt x="29" y="522"/>
                  </a:lnTo>
                  <a:cubicBezTo>
                    <a:pt x="29" y="359"/>
                    <a:pt x="29" y="359"/>
                    <a:pt x="29" y="359"/>
                  </a:cubicBezTo>
                  <a:cubicBezTo>
                    <a:pt x="164" y="359"/>
                    <a:pt x="164" y="359"/>
                    <a:pt x="164" y="359"/>
                  </a:cubicBezTo>
                  <a:cubicBezTo>
                    <a:pt x="178" y="377"/>
                    <a:pt x="199" y="389"/>
                    <a:pt x="225" y="389"/>
                  </a:cubicBezTo>
                  <a:cubicBezTo>
                    <a:pt x="329" y="389"/>
                    <a:pt x="329" y="389"/>
                    <a:pt x="329" y="389"/>
                  </a:cubicBezTo>
                  <a:cubicBezTo>
                    <a:pt x="329" y="688"/>
                    <a:pt x="329" y="688"/>
                    <a:pt x="329" y="688"/>
                  </a:cubicBezTo>
                  <a:cubicBezTo>
                    <a:pt x="29" y="688"/>
                    <a:pt x="29" y="688"/>
                    <a:pt x="29" y="688"/>
                  </a:cubicBezTo>
                  <a:cubicBezTo>
                    <a:pt x="29" y="522"/>
                    <a:pt x="29" y="522"/>
                    <a:pt x="29" y="522"/>
                  </a:cubicBezTo>
                  <a:close/>
                  <a:moveTo>
                    <a:pt x="359" y="688"/>
                  </a:moveTo>
                  <a:lnTo>
                    <a:pt x="359" y="688"/>
                  </a:lnTo>
                  <a:cubicBezTo>
                    <a:pt x="359" y="389"/>
                    <a:pt x="359" y="389"/>
                    <a:pt x="359" y="389"/>
                  </a:cubicBezTo>
                  <a:cubicBezTo>
                    <a:pt x="463" y="389"/>
                    <a:pt x="463" y="389"/>
                    <a:pt x="463" y="389"/>
                  </a:cubicBezTo>
                  <a:lnTo>
                    <a:pt x="463" y="389"/>
                  </a:lnTo>
                  <a:cubicBezTo>
                    <a:pt x="489" y="389"/>
                    <a:pt x="510" y="377"/>
                    <a:pt x="524" y="359"/>
                  </a:cubicBezTo>
                  <a:cubicBezTo>
                    <a:pt x="658" y="359"/>
                    <a:pt x="658" y="359"/>
                    <a:pt x="658" y="359"/>
                  </a:cubicBezTo>
                  <a:cubicBezTo>
                    <a:pt x="658" y="688"/>
                    <a:pt x="658" y="688"/>
                    <a:pt x="658" y="688"/>
                  </a:cubicBezTo>
                  <a:lnTo>
                    <a:pt x="359" y="6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 name="Freeform 15">
              <a:extLst>
                <a:ext uri="{FF2B5EF4-FFF2-40B4-BE49-F238E27FC236}">
                  <a16:creationId xmlns:a16="http://schemas.microsoft.com/office/drawing/2014/main" id="{89F4031B-2E0A-12E9-E7D2-8DFEC60AC39B}"/>
                </a:ext>
              </a:extLst>
            </p:cNvPr>
            <p:cNvSpPr>
              <a:spLocks noChangeArrowheads="1"/>
            </p:cNvSpPr>
            <p:nvPr/>
          </p:nvSpPr>
          <p:spPr bwMode="auto">
            <a:xfrm>
              <a:off x="2260600" y="3806825"/>
              <a:ext cx="11113"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6">
              <a:extLst>
                <a:ext uri="{FF2B5EF4-FFF2-40B4-BE49-F238E27FC236}">
                  <a16:creationId xmlns:a16="http://schemas.microsoft.com/office/drawing/2014/main" id="{B11FA214-B850-12FB-FB34-5EF7CDBD1F5E}"/>
                </a:ext>
              </a:extLst>
            </p:cNvPr>
            <p:cNvSpPr>
              <a:spLocks noChangeArrowheads="1"/>
            </p:cNvSpPr>
            <p:nvPr/>
          </p:nvSpPr>
          <p:spPr bwMode="auto">
            <a:xfrm>
              <a:off x="2195513" y="3806825"/>
              <a:ext cx="11112" cy="11113"/>
            </a:xfrm>
            <a:custGeom>
              <a:avLst/>
              <a:gdLst>
                <a:gd name="T0" fmla="*/ 15 w 32"/>
                <a:gd name="T1" fmla="*/ 30 h 31"/>
                <a:gd name="T2" fmla="*/ 15 w 32"/>
                <a:gd name="T3" fmla="*/ 30 h 31"/>
                <a:gd name="T4" fmla="*/ 31 w 32"/>
                <a:gd name="T5" fmla="*/ 14 h 31"/>
                <a:gd name="T6" fmla="*/ 15 w 32"/>
                <a:gd name="T7" fmla="*/ 0 h 31"/>
                <a:gd name="T8" fmla="*/ 0 w 32"/>
                <a:gd name="T9" fmla="*/ 14 h 31"/>
                <a:gd name="T10" fmla="*/ 15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5" y="30"/>
                  </a:moveTo>
                  <a:lnTo>
                    <a:pt x="15" y="30"/>
                  </a:lnTo>
                  <a:cubicBezTo>
                    <a:pt x="24" y="30"/>
                    <a:pt x="31" y="23"/>
                    <a:pt x="31" y="14"/>
                  </a:cubicBezTo>
                  <a:cubicBezTo>
                    <a:pt x="31" y="6"/>
                    <a:pt x="24" y="0"/>
                    <a:pt x="15" y="0"/>
                  </a:cubicBezTo>
                  <a:cubicBezTo>
                    <a:pt x="7" y="0"/>
                    <a:pt x="0" y="6"/>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 name="Group 26">
            <a:extLst>
              <a:ext uri="{FF2B5EF4-FFF2-40B4-BE49-F238E27FC236}">
                <a16:creationId xmlns:a16="http://schemas.microsoft.com/office/drawing/2014/main" id="{AE0D6FA3-CCD1-999E-8176-E2225D312E85}"/>
              </a:ext>
            </a:extLst>
          </p:cNvPr>
          <p:cNvGrpSpPr/>
          <p:nvPr/>
        </p:nvGrpSpPr>
        <p:grpSpPr>
          <a:xfrm>
            <a:off x="3663553" y="1846933"/>
            <a:ext cx="247650" cy="258762"/>
            <a:chOff x="2627313" y="3624263"/>
            <a:chExt cx="247650" cy="258762"/>
          </a:xfrm>
          <a:solidFill>
            <a:schemeClr val="tx2"/>
          </a:solidFill>
        </p:grpSpPr>
        <p:sp>
          <p:nvSpPr>
            <p:cNvPr id="24" name="Freeform 17">
              <a:extLst>
                <a:ext uri="{FF2B5EF4-FFF2-40B4-BE49-F238E27FC236}">
                  <a16:creationId xmlns:a16="http://schemas.microsoft.com/office/drawing/2014/main" id="{268C76BE-F362-6BE9-52A6-E717D2266451}"/>
                </a:ext>
              </a:extLst>
            </p:cNvPr>
            <p:cNvSpPr>
              <a:spLocks noChangeArrowheads="1"/>
            </p:cNvSpPr>
            <p:nvPr/>
          </p:nvSpPr>
          <p:spPr bwMode="auto">
            <a:xfrm>
              <a:off x="2627313" y="3624263"/>
              <a:ext cx="247650" cy="258762"/>
            </a:xfrm>
            <a:custGeom>
              <a:avLst/>
              <a:gdLst>
                <a:gd name="T0" fmla="*/ 14 w 689"/>
                <a:gd name="T1" fmla="*/ 657 h 718"/>
                <a:gd name="T2" fmla="*/ 29 w 689"/>
                <a:gd name="T3" fmla="*/ 702 h 718"/>
                <a:gd name="T4" fmla="*/ 59 w 689"/>
                <a:gd name="T5" fmla="*/ 702 h 718"/>
                <a:gd name="T6" fmla="*/ 629 w 689"/>
                <a:gd name="T7" fmla="*/ 657 h 718"/>
                <a:gd name="T8" fmla="*/ 643 w 689"/>
                <a:gd name="T9" fmla="*/ 717 h 718"/>
                <a:gd name="T10" fmla="*/ 658 w 689"/>
                <a:gd name="T11" fmla="*/ 657 h 718"/>
                <a:gd name="T12" fmla="*/ 684 w 689"/>
                <a:gd name="T13" fmla="*/ 653 h 718"/>
                <a:gd name="T14" fmla="*/ 688 w 689"/>
                <a:gd name="T15" fmla="*/ 522 h 718"/>
                <a:gd name="T16" fmla="*/ 643 w 689"/>
                <a:gd name="T17" fmla="*/ 359 h 718"/>
                <a:gd name="T18" fmla="*/ 508 w 689"/>
                <a:gd name="T19" fmla="*/ 45 h 718"/>
                <a:gd name="T20" fmla="*/ 224 w 689"/>
                <a:gd name="T21" fmla="*/ 0 h 718"/>
                <a:gd name="T22" fmla="*/ 179 w 689"/>
                <a:gd name="T23" fmla="*/ 359 h 718"/>
                <a:gd name="T24" fmla="*/ 0 w 689"/>
                <a:gd name="T25" fmla="*/ 404 h 718"/>
                <a:gd name="T26" fmla="*/ 0 w 689"/>
                <a:gd name="T27" fmla="*/ 643 h 718"/>
                <a:gd name="T28" fmla="*/ 14 w 689"/>
                <a:gd name="T29" fmla="*/ 657 h 718"/>
                <a:gd name="T30" fmla="*/ 418 w 689"/>
                <a:gd name="T31" fmla="*/ 359 h 718"/>
                <a:gd name="T32" fmla="*/ 269 w 689"/>
                <a:gd name="T33" fmla="*/ 359 h 718"/>
                <a:gd name="T34" fmla="*/ 290 w 689"/>
                <a:gd name="T35" fmla="*/ 141 h 718"/>
                <a:gd name="T36" fmla="*/ 397 w 689"/>
                <a:gd name="T37" fmla="*/ 141 h 718"/>
                <a:gd name="T38" fmla="*/ 418 w 689"/>
                <a:gd name="T39" fmla="*/ 359 h 718"/>
                <a:gd name="T40" fmla="*/ 344 w 689"/>
                <a:gd name="T41" fmla="*/ 538 h 718"/>
                <a:gd name="T42" fmla="*/ 658 w 689"/>
                <a:gd name="T43" fmla="*/ 628 h 718"/>
                <a:gd name="T44" fmla="*/ 29 w 689"/>
                <a:gd name="T45" fmla="*/ 538 h 718"/>
                <a:gd name="T46" fmla="*/ 658 w 689"/>
                <a:gd name="T47" fmla="*/ 404 h 718"/>
                <a:gd name="T48" fmla="*/ 658 w 689"/>
                <a:gd name="T49" fmla="*/ 508 h 718"/>
                <a:gd name="T50" fmla="*/ 359 w 689"/>
                <a:gd name="T51" fmla="*/ 389 h 718"/>
                <a:gd name="T52" fmla="*/ 494 w 689"/>
                <a:gd name="T53" fmla="*/ 389 h 718"/>
                <a:gd name="T54" fmla="*/ 658 w 689"/>
                <a:gd name="T55" fmla="*/ 404 h 718"/>
                <a:gd name="T56" fmla="*/ 209 w 689"/>
                <a:gd name="T57" fmla="*/ 45 h 718"/>
                <a:gd name="T58" fmla="*/ 463 w 689"/>
                <a:gd name="T59" fmla="*/ 29 h 718"/>
                <a:gd name="T60" fmla="*/ 479 w 689"/>
                <a:gd name="T61" fmla="*/ 359 h 718"/>
                <a:gd name="T62" fmla="*/ 449 w 689"/>
                <a:gd name="T63" fmla="*/ 195 h 718"/>
                <a:gd name="T64" fmla="*/ 238 w 689"/>
                <a:gd name="T65" fmla="*/ 195 h 718"/>
                <a:gd name="T66" fmla="*/ 209 w 689"/>
                <a:gd name="T67" fmla="*/ 359 h 718"/>
                <a:gd name="T68" fmla="*/ 29 w 689"/>
                <a:gd name="T69" fmla="*/ 404 h 718"/>
                <a:gd name="T70" fmla="*/ 45 w 689"/>
                <a:gd name="T71" fmla="*/ 389 h 718"/>
                <a:gd name="T72" fmla="*/ 254 w 689"/>
                <a:gd name="T73" fmla="*/ 389 h 718"/>
                <a:gd name="T74" fmla="*/ 328 w 689"/>
                <a:gd name="T75" fmla="*/ 508 h 718"/>
                <a:gd name="T76" fmla="*/ 29 w 689"/>
                <a:gd name="T77" fmla="*/ 404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9" h="718">
                  <a:moveTo>
                    <a:pt x="14" y="657"/>
                  </a:moveTo>
                  <a:lnTo>
                    <a:pt x="14" y="657"/>
                  </a:lnTo>
                  <a:cubicBezTo>
                    <a:pt x="29" y="657"/>
                    <a:pt x="29" y="657"/>
                    <a:pt x="29" y="657"/>
                  </a:cubicBezTo>
                  <a:cubicBezTo>
                    <a:pt x="29" y="702"/>
                    <a:pt x="29" y="702"/>
                    <a:pt x="29" y="702"/>
                  </a:cubicBezTo>
                  <a:cubicBezTo>
                    <a:pt x="29" y="710"/>
                    <a:pt x="36" y="717"/>
                    <a:pt x="45" y="717"/>
                  </a:cubicBezTo>
                  <a:cubicBezTo>
                    <a:pt x="53" y="717"/>
                    <a:pt x="59" y="710"/>
                    <a:pt x="59" y="702"/>
                  </a:cubicBezTo>
                  <a:cubicBezTo>
                    <a:pt x="59" y="657"/>
                    <a:pt x="59" y="657"/>
                    <a:pt x="59" y="657"/>
                  </a:cubicBezTo>
                  <a:cubicBezTo>
                    <a:pt x="629" y="657"/>
                    <a:pt x="629" y="657"/>
                    <a:pt x="629" y="657"/>
                  </a:cubicBezTo>
                  <a:cubicBezTo>
                    <a:pt x="629" y="702"/>
                    <a:pt x="629" y="702"/>
                    <a:pt x="629" y="702"/>
                  </a:cubicBezTo>
                  <a:cubicBezTo>
                    <a:pt x="629" y="710"/>
                    <a:pt x="636" y="717"/>
                    <a:pt x="643" y="717"/>
                  </a:cubicBezTo>
                  <a:cubicBezTo>
                    <a:pt x="651" y="717"/>
                    <a:pt x="658" y="710"/>
                    <a:pt x="658" y="702"/>
                  </a:cubicBezTo>
                  <a:cubicBezTo>
                    <a:pt x="658" y="657"/>
                    <a:pt x="658" y="657"/>
                    <a:pt x="658" y="657"/>
                  </a:cubicBezTo>
                  <a:cubicBezTo>
                    <a:pt x="674" y="657"/>
                    <a:pt x="674" y="657"/>
                    <a:pt x="674" y="657"/>
                  </a:cubicBezTo>
                  <a:cubicBezTo>
                    <a:pt x="678" y="657"/>
                    <a:pt x="681" y="656"/>
                    <a:pt x="684" y="653"/>
                  </a:cubicBezTo>
                  <a:cubicBezTo>
                    <a:pt x="686" y="650"/>
                    <a:pt x="688" y="646"/>
                    <a:pt x="688" y="643"/>
                  </a:cubicBezTo>
                  <a:cubicBezTo>
                    <a:pt x="688" y="522"/>
                    <a:pt x="688" y="522"/>
                    <a:pt x="688" y="522"/>
                  </a:cubicBezTo>
                  <a:cubicBezTo>
                    <a:pt x="688" y="404"/>
                    <a:pt x="688" y="404"/>
                    <a:pt x="688" y="404"/>
                  </a:cubicBezTo>
                  <a:cubicBezTo>
                    <a:pt x="688" y="379"/>
                    <a:pt x="668" y="359"/>
                    <a:pt x="643" y="359"/>
                  </a:cubicBezTo>
                  <a:cubicBezTo>
                    <a:pt x="508" y="359"/>
                    <a:pt x="508" y="359"/>
                    <a:pt x="508" y="359"/>
                  </a:cubicBezTo>
                  <a:cubicBezTo>
                    <a:pt x="508" y="45"/>
                    <a:pt x="508" y="45"/>
                    <a:pt x="508" y="45"/>
                  </a:cubicBezTo>
                  <a:cubicBezTo>
                    <a:pt x="508" y="19"/>
                    <a:pt x="488" y="0"/>
                    <a:pt x="463" y="0"/>
                  </a:cubicBezTo>
                  <a:cubicBezTo>
                    <a:pt x="224" y="0"/>
                    <a:pt x="224" y="0"/>
                    <a:pt x="224" y="0"/>
                  </a:cubicBezTo>
                  <a:cubicBezTo>
                    <a:pt x="199" y="0"/>
                    <a:pt x="179" y="19"/>
                    <a:pt x="179" y="45"/>
                  </a:cubicBezTo>
                  <a:cubicBezTo>
                    <a:pt x="179" y="359"/>
                    <a:pt x="179" y="359"/>
                    <a:pt x="179" y="359"/>
                  </a:cubicBezTo>
                  <a:cubicBezTo>
                    <a:pt x="45" y="359"/>
                    <a:pt x="45" y="359"/>
                    <a:pt x="45" y="359"/>
                  </a:cubicBezTo>
                  <a:cubicBezTo>
                    <a:pt x="19" y="359"/>
                    <a:pt x="0" y="379"/>
                    <a:pt x="0" y="404"/>
                  </a:cubicBezTo>
                  <a:cubicBezTo>
                    <a:pt x="0" y="522"/>
                    <a:pt x="0" y="522"/>
                    <a:pt x="0" y="522"/>
                  </a:cubicBezTo>
                  <a:cubicBezTo>
                    <a:pt x="0" y="643"/>
                    <a:pt x="0" y="643"/>
                    <a:pt x="0" y="643"/>
                  </a:cubicBezTo>
                  <a:cubicBezTo>
                    <a:pt x="0" y="646"/>
                    <a:pt x="1" y="650"/>
                    <a:pt x="4" y="653"/>
                  </a:cubicBezTo>
                  <a:cubicBezTo>
                    <a:pt x="7" y="656"/>
                    <a:pt x="11" y="657"/>
                    <a:pt x="14" y="657"/>
                  </a:cubicBezTo>
                  <a:close/>
                  <a:moveTo>
                    <a:pt x="418" y="359"/>
                  </a:moveTo>
                  <a:lnTo>
                    <a:pt x="418" y="359"/>
                  </a:lnTo>
                  <a:cubicBezTo>
                    <a:pt x="344" y="359"/>
                    <a:pt x="344" y="359"/>
                    <a:pt x="344" y="359"/>
                  </a:cubicBezTo>
                  <a:cubicBezTo>
                    <a:pt x="269" y="359"/>
                    <a:pt x="269" y="359"/>
                    <a:pt x="269" y="359"/>
                  </a:cubicBezTo>
                  <a:cubicBezTo>
                    <a:pt x="269" y="195"/>
                    <a:pt x="269" y="195"/>
                    <a:pt x="269" y="195"/>
                  </a:cubicBezTo>
                  <a:cubicBezTo>
                    <a:pt x="269" y="174"/>
                    <a:pt x="278" y="155"/>
                    <a:pt x="290" y="141"/>
                  </a:cubicBezTo>
                  <a:cubicBezTo>
                    <a:pt x="304" y="127"/>
                    <a:pt x="323" y="119"/>
                    <a:pt x="344" y="119"/>
                  </a:cubicBezTo>
                  <a:cubicBezTo>
                    <a:pt x="365" y="119"/>
                    <a:pt x="383" y="127"/>
                    <a:pt x="397" y="141"/>
                  </a:cubicBezTo>
                  <a:cubicBezTo>
                    <a:pt x="410" y="155"/>
                    <a:pt x="418" y="174"/>
                    <a:pt x="418" y="195"/>
                  </a:cubicBezTo>
                  <a:lnTo>
                    <a:pt x="418" y="359"/>
                  </a:lnTo>
                  <a:close/>
                  <a:moveTo>
                    <a:pt x="344" y="538"/>
                  </a:moveTo>
                  <a:lnTo>
                    <a:pt x="344" y="538"/>
                  </a:lnTo>
                  <a:cubicBezTo>
                    <a:pt x="658" y="538"/>
                    <a:pt x="658" y="538"/>
                    <a:pt x="658" y="538"/>
                  </a:cubicBezTo>
                  <a:cubicBezTo>
                    <a:pt x="658" y="628"/>
                    <a:pt x="658" y="628"/>
                    <a:pt x="658" y="628"/>
                  </a:cubicBezTo>
                  <a:cubicBezTo>
                    <a:pt x="29" y="628"/>
                    <a:pt x="29" y="628"/>
                    <a:pt x="29" y="628"/>
                  </a:cubicBezTo>
                  <a:cubicBezTo>
                    <a:pt x="29" y="538"/>
                    <a:pt x="29" y="538"/>
                    <a:pt x="29" y="538"/>
                  </a:cubicBezTo>
                  <a:lnTo>
                    <a:pt x="344" y="538"/>
                  </a:lnTo>
                  <a:close/>
                  <a:moveTo>
                    <a:pt x="658" y="404"/>
                  </a:moveTo>
                  <a:lnTo>
                    <a:pt x="658" y="404"/>
                  </a:lnTo>
                  <a:cubicBezTo>
                    <a:pt x="658" y="508"/>
                    <a:pt x="658" y="508"/>
                    <a:pt x="658" y="508"/>
                  </a:cubicBezTo>
                  <a:cubicBezTo>
                    <a:pt x="359" y="508"/>
                    <a:pt x="359" y="508"/>
                    <a:pt x="359" y="508"/>
                  </a:cubicBezTo>
                  <a:cubicBezTo>
                    <a:pt x="359" y="389"/>
                    <a:pt x="359" y="389"/>
                    <a:pt x="359" y="389"/>
                  </a:cubicBezTo>
                  <a:cubicBezTo>
                    <a:pt x="434" y="389"/>
                    <a:pt x="434" y="389"/>
                    <a:pt x="434" y="389"/>
                  </a:cubicBezTo>
                  <a:cubicBezTo>
                    <a:pt x="494" y="389"/>
                    <a:pt x="494" y="389"/>
                    <a:pt x="494" y="389"/>
                  </a:cubicBezTo>
                  <a:cubicBezTo>
                    <a:pt x="643" y="389"/>
                    <a:pt x="643" y="389"/>
                    <a:pt x="643" y="389"/>
                  </a:cubicBezTo>
                  <a:cubicBezTo>
                    <a:pt x="651" y="389"/>
                    <a:pt x="658" y="396"/>
                    <a:pt x="658" y="404"/>
                  </a:cubicBezTo>
                  <a:close/>
                  <a:moveTo>
                    <a:pt x="209" y="45"/>
                  </a:moveTo>
                  <a:lnTo>
                    <a:pt x="209" y="45"/>
                  </a:lnTo>
                  <a:cubicBezTo>
                    <a:pt x="209" y="36"/>
                    <a:pt x="216" y="29"/>
                    <a:pt x="224" y="29"/>
                  </a:cubicBezTo>
                  <a:cubicBezTo>
                    <a:pt x="463" y="29"/>
                    <a:pt x="463" y="29"/>
                    <a:pt x="463" y="29"/>
                  </a:cubicBezTo>
                  <a:cubicBezTo>
                    <a:pt x="472" y="29"/>
                    <a:pt x="479" y="36"/>
                    <a:pt x="479" y="45"/>
                  </a:cubicBezTo>
                  <a:cubicBezTo>
                    <a:pt x="479" y="359"/>
                    <a:pt x="479" y="359"/>
                    <a:pt x="479" y="359"/>
                  </a:cubicBezTo>
                  <a:cubicBezTo>
                    <a:pt x="449" y="359"/>
                    <a:pt x="449" y="359"/>
                    <a:pt x="449" y="359"/>
                  </a:cubicBezTo>
                  <a:cubicBezTo>
                    <a:pt x="449" y="195"/>
                    <a:pt x="449" y="195"/>
                    <a:pt x="449" y="195"/>
                  </a:cubicBezTo>
                  <a:cubicBezTo>
                    <a:pt x="449" y="136"/>
                    <a:pt x="401" y="89"/>
                    <a:pt x="344" y="89"/>
                  </a:cubicBezTo>
                  <a:cubicBezTo>
                    <a:pt x="286" y="89"/>
                    <a:pt x="238" y="136"/>
                    <a:pt x="238" y="195"/>
                  </a:cubicBezTo>
                  <a:cubicBezTo>
                    <a:pt x="238" y="359"/>
                    <a:pt x="238" y="359"/>
                    <a:pt x="238" y="359"/>
                  </a:cubicBezTo>
                  <a:cubicBezTo>
                    <a:pt x="209" y="359"/>
                    <a:pt x="209" y="359"/>
                    <a:pt x="209" y="359"/>
                  </a:cubicBezTo>
                  <a:lnTo>
                    <a:pt x="209" y="45"/>
                  </a:lnTo>
                  <a:close/>
                  <a:moveTo>
                    <a:pt x="29" y="404"/>
                  </a:moveTo>
                  <a:lnTo>
                    <a:pt x="29" y="404"/>
                  </a:lnTo>
                  <a:cubicBezTo>
                    <a:pt x="29" y="396"/>
                    <a:pt x="36" y="389"/>
                    <a:pt x="45" y="389"/>
                  </a:cubicBezTo>
                  <a:cubicBezTo>
                    <a:pt x="193" y="389"/>
                    <a:pt x="193" y="389"/>
                    <a:pt x="193" y="389"/>
                  </a:cubicBezTo>
                  <a:cubicBezTo>
                    <a:pt x="254" y="389"/>
                    <a:pt x="254" y="389"/>
                    <a:pt x="254" y="389"/>
                  </a:cubicBezTo>
                  <a:cubicBezTo>
                    <a:pt x="328" y="389"/>
                    <a:pt x="328" y="389"/>
                    <a:pt x="328" y="389"/>
                  </a:cubicBezTo>
                  <a:cubicBezTo>
                    <a:pt x="328" y="508"/>
                    <a:pt x="328" y="508"/>
                    <a:pt x="328" y="508"/>
                  </a:cubicBezTo>
                  <a:cubicBezTo>
                    <a:pt x="29" y="508"/>
                    <a:pt x="29" y="508"/>
                    <a:pt x="29" y="508"/>
                  </a:cubicBezTo>
                  <a:lnTo>
                    <a:pt x="29" y="4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18">
              <a:extLst>
                <a:ext uri="{FF2B5EF4-FFF2-40B4-BE49-F238E27FC236}">
                  <a16:creationId xmlns:a16="http://schemas.microsoft.com/office/drawing/2014/main" id="{2F17B535-4A16-1FB1-0CCF-31E037A03694}"/>
                </a:ext>
              </a:extLst>
            </p:cNvPr>
            <p:cNvSpPr>
              <a:spLocks noChangeArrowheads="1"/>
            </p:cNvSpPr>
            <p:nvPr/>
          </p:nvSpPr>
          <p:spPr bwMode="auto">
            <a:xfrm>
              <a:off x="2692400" y="3775075"/>
              <a:ext cx="11113" cy="11113"/>
            </a:xfrm>
            <a:custGeom>
              <a:avLst/>
              <a:gdLst>
                <a:gd name="T0" fmla="*/ 14 w 31"/>
                <a:gd name="T1" fmla="*/ 0 h 31"/>
                <a:gd name="T2" fmla="*/ 14 w 31"/>
                <a:gd name="T3" fmla="*/ 0 h 31"/>
                <a:gd name="T4" fmla="*/ 0 w 31"/>
                <a:gd name="T5" fmla="*/ 14 h 31"/>
                <a:gd name="T6" fmla="*/ 14 w 31"/>
                <a:gd name="T7" fmla="*/ 30 h 31"/>
                <a:gd name="T8" fmla="*/ 30 w 31"/>
                <a:gd name="T9" fmla="*/ 14 h 31"/>
                <a:gd name="T10" fmla="*/ 14 w 31"/>
                <a:gd name="T11" fmla="*/ 0 h 31"/>
              </a:gdLst>
              <a:ahLst/>
              <a:cxnLst>
                <a:cxn ang="0">
                  <a:pos x="T0" y="T1"/>
                </a:cxn>
                <a:cxn ang="0">
                  <a:pos x="T2" y="T3"/>
                </a:cxn>
                <a:cxn ang="0">
                  <a:pos x="T4" y="T5"/>
                </a:cxn>
                <a:cxn ang="0">
                  <a:pos x="T6" y="T7"/>
                </a:cxn>
                <a:cxn ang="0">
                  <a:pos x="T8" y="T9"/>
                </a:cxn>
                <a:cxn ang="0">
                  <a:pos x="T10" y="T11"/>
                </a:cxn>
              </a:cxnLst>
              <a:rect l="0" t="0" r="r" b="b"/>
              <a:pathLst>
                <a:path w="31" h="31">
                  <a:moveTo>
                    <a:pt x="14" y="0"/>
                  </a:moveTo>
                  <a:lnTo>
                    <a:pt x="14" y="0"/>
                  </a:lnTo>
                  <a:cubicBezTo>
                    <a:pt x="7" y="0"/>
                    <a:pt x="0" y="6"/>
                    <a:pt x="0" y="14"/>
                  </a:cubicBezTo>
                  <a:cubicBezTo>
                    <a:pt x="0" y="23"/>
                    <a:pt x="7" y="30"/>
                    <a:pt x="14" y="30"/>
                  </a:cubicBezTo>
                  <a:cubicBezTo>
                    <a:pt x="23" y="30"/>
                    <a:pt x="30" y="23"/>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 name="Freeform 19">
              <a:extLst>
                <a:ext uri="{FF2B5EF4-FFF2-40B4-BE49-F238E27FC236}">
                  <a16:creationId xmlns:a16="http://schemas.microsoft.com/office/drawing/2014/main" id="{41F5B810-08A5-1823-F1B9-FFA4B108CDBA}"/>
                </a:ext>
              </a:extLst>
            </p:cNvPr>
            <p:cNvSpPr>
              <a:spLocks noChangeArrowheads="1"/>
            </p:cNvSpPr>
            <p:nvPr/>
          </p:nvSpPr>
          <p:spPr bwMode="auto">
            <a:xfrm>
              <a:off x="2800350" y="3775075"/>
              <a:ext cx="11113" cy="11113"/>
            </a:xfrm>
            <a:custGeom>
              <a:avLst/>
              <a:gdLst>
                <a:gd name="T0" fmla="*/ 0 w 30"/>
                <a:gd name="T1" fmla="*/ 14 h 31"/>
                <a:gd name="T2" fmla="*/ 0 w 30"/>
                <a:gd name="T3" fmla="*/ 14 h 31"/>
                <a:gd name="T4" fmla="*/ 15 w 30"/>
                <a:gd name="T5" fmla="*/ 30 h 31"/>
                <a:gd name="T6" fmla="*/ 29 w 30"/>
                <a:gd name="T7" fmla="*/ 14 h 31"/>
                <a:gd name="T8" fmla="*/ 15 w 30"/>
                <a:gd name="T9" fmla="*/ 0 h 31"/>
                <a:gd name="T10" fmla="*/ 0 w 30"/>
                <a:gd name="T11" fmla="*/ 14 h 31"/>
              </a:gdLst>
              <a:ahLst/>
              <a:cxnLst>
                <a:cxn ang="0">
                  <a:pos x="T0" y="T1"/>
                </a:cxn>
                <a:cxn ang="0">
                  <a:pos x="T2" y="T3"/>
                </a:cxn>
                <a:cxn ang="0">
                  <a:pos x="T4" y="T5"/>
                </a:cxn>
                <a:cxn ang="0">
                  <a:pos x="T6" y="T7"/>
                </a:cxn>
                <a:cxn ang="0">
                  <a:pos x="T8" y="T9"/>
                </a:cxn>
                <a:cxn ang="0">
                  <a:pos x="T10" y="T11"/>
                </a:cxn>
              </a:cxnLst>
              <a:rect l="0" t="0" r="r" b="b"/>
              <a:pathLst>
                <a:path w="30" h="31">
                  <a:moveTo>
                    <a:pt x="0" y="14"/>
                  </a:moveTo>
                  <a:lnTo>
                    <a:pt x="0" y="14"/>
                  </a:lnTo>
                  <a:cubicBezTo>
                    <a:pt x="0" y="23"/>
                    <a:pt x="7" y="30"/>
                    <a:pt x="15" y="30"/>
                  </a:cubicBezTo>
                  <a:cubicBezTo>
                    <a:pt x="23" y="30"/>
                    <a:pt x="29" y="23"/>
                    <a:pt x="29" y="14"/>
                  </a:cubicBezTo>
                  <a:cubicBezTo>
                    <a:pt x="29" y="6"/>
                    <a:pt x="23"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 name="Freeform 20">
            <a:extLst>
              <a:ext uri="{FF2B5EF4-FFF2-40B4-BE49-F238E27FC236}">
                <a16:creationId xmlns:a16="http://schemas.microsoft.com/office/drawing/2014/main" id="{2B24D445-B9DC-727E-4092-93B45F8F9464}"/>
              </a:ext>
            </a:extLst>
          </p:cNvPr>
          <p:cNvSpPr>
            <a:spLocks noChangeArrowheads="1"/>
          </p:cNvSpPr>
          <p:nvPr/>
        </p:nvSpPr>
        <p:spPr bwMode="auto">
          <a:xfrm>
            <a:off x="1069578" y="2848645"/>
            <a:ext cx="249237" cy="258762"/>
          </a:xfrm>
          <a:custGeom>
            <a:avLst/>
            <a:gdLst>
              <a:gd name="T0" fmla="*/ 674 w 691"/>
              <a:gd name="T1" fmla="*/ 270 h 720"/>
              <a:gd name="T2" fmla="*/ 555 w 691"/>
              <a:gd name="T3" fmla="*/ 270 h 720"/>
              <a:gd name="T4" fmla="*/ 389 w 691"/>
              <a:gd name="T5" fmla="*/ 240 h 720"/>
              <a:gd name="T6" fmla="*/ 465 w 691"/>
              <a:gd name="T7" fmla="*/ 240 h 720"/>
              <a:gd name="T8" fmla="*/ 510 w 691"/>
              <a:gd name="T9" fmla="*/ 45 h 720"/>
              <a:gd name="T10" fmla="*/ 225 w 691"/>
              <a:gd name="T11" fmla="*/ 0 h 720"/>
              <a:gd name="T12" fmla="*/ 180 w 691"/>
              <a:gd name="T13" fmla="*/ 195 h 720"/>
              <a:gd name="T14" fmla="*/ 300 w 691"/>
              <a:gd name="T15" fmla="*/ 240 h 720"/>
              <a:gd name="T16" fmla="*/ 135 w 691"/>
              <a:gd name="T17" fmla="*/ 270 h 720"/>
              <a:gd name="T18" fmla="*/ 16 w 691"/>
              <a:gd name="T19" fmla="*/ 270 h 720"/>
              <a:gd name="T20" fmla="*/ 16 w 691"/>
              <a:gd name="T21" fmla="*/ 299 h 720"/>
              <a:gd name="T22" fmla="*/ 30 w 691"/>
              <a:gd name="T23" fmla="*/ 703 h 720"/>
              <a:gd name="T24" fmla="*/ 61 w 691"/>
              <a:gd name="T25" fmla="*/ 703 h 720"/>
              <a:gd name="T26" fmla="*/ 61 w 691"/>
              <a:gd name="T27" fmla="*/ 299 h 720"/>
              <a:gd name="T28" fmla="*/ 120 w 691"/>
              <a:gd name="T29" fmla="*/ 404 h 720"/>
              <a:gd name="T30" fmla="*/ 135 w 691"/>
              <a:gd name="T31" fmla="*/ 420 h 720"/>
              <a:gd name="T32" fmla="*/ 565 w 691"/>
              <a:gd name="T33" fmla="*/ 414 h 720"/>
              <a:gd name="T34" fmla="*/ 569 w 691"/>
              <a:gd name="T35" fmla="*/ 299 h 720"/>
              <a:gd name="T36" fmla="*/ 629 w 691"/>
              <a:gd name="T37" fmla="*/ 703 h 720"/>
              <a:gd name="T38" fmla="*/ 659 w 691"/>
              <a:gd name="T39" fmla="*/ 703 h 720"/>
              <a:gd name="T40" fmla="*/ 674 w 691"/>
              <a:gd name="T41" fmla="*/ 299 h 720"/>
              <a:gd name="T42" fmla="*/ 674 w 691"/>
              <a:gd name="T43" fmla="*/ 270 h 720"/>
              <a:gd name="T44" fmla="*/ 210 w 691"/>
              <a:gd name="T45" fmla="*/ 195 h 720"/>
              <a:gd name="T46" fmla="*/ 225 w 691"/>
              <a:gd name="T47" fmla="*/ 30 h 720"/>
              <a:gd name="T48" fmla="*/ 479 w 691"/>
              <a:gd name="T49" fmla="*/ 45 h 720"/>
              <a:gd name="T50" fmla="*/ 465 w 691"/>
              <a:gd name="T51" fmla="*/ 209 h 720"/>
              <a:gd name="T52" fmla="*/ 315 w 691"/>
              <a:gd name="T53" fmla="*/ 209 h 720"/>
              <a:gd name="T54" fmla="*/ 210 w 691"/>
              <a:gd name="T55" fmla="*/ 195 h 720"/>
              <a:gd name="T56" fmla="*/ 330 w 691"/>
              <a:gd name="T57" fmla="*/ 240 h 720"/>
              <a:gd name="T58" fmla="*/ 360 w 691"/>
              <a:gd name="T59" fmla="*/ 270 h 720"/>
              <a:gd name="T60" fmla="*/ 330 w 691"/>
              <a:gd name="T61" fmla="*/ 240 h 720"/>
              <a:gd name="T62" fmla="*/ 540 w 691"/>
              <a:gd name="T63" fmla="*/ 389 h 720"/>
              <a:gd name="T64" fmla="*/ 151 w 691"/>
              <a:gd name="T65" fmla="*/ 299 h 720"/>
              <a:gd name="T66" fmla="*/ 375 w 691"/>
              <a:gd name="T67" fmla="*/ 299 h 720"/>
              <a:gd name="T68" fmla="*/ 540 w 691"/>
              <a:gd name="T69" fmla="*/ 38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1" h="720">
                <a:moveTo>
                  <a:pt x="674" y="270"/>
                </a:moveTo>
                <a:lnTo>
                  <a:pt x="674" y="270"/>
                </a:lnTo>
                <a:cubicBezTo>
                  <a:pt x="645" y="270"/>
                  <a:pt x="645" y="270"/>
                  <a:pt x="645" y="270"/>
                </a:cubicBezTo>
                <a:cubicBezTo>
                  <a:pt x="555" y="270"/>
                  <a:pt x="555" y="270"/>
                  <a:pt x="555" y="270"/>
                </a:cubicBezTo>
                <a:cubicBezTo>
                  <a:pt x="389" y="270"/>
                  <a:pt x="389" y="270"/>
                  <a:pt x="389" y="270"/>
                </a:cubicBezTo>
                <a:cubicBezTo>
                  <a:pt x="389" y="240"/>
                  <a:pt x="389" y="240"/>
                  <a:pt x="389" y="240"/>
                </a:cubicBezTo>
                <a:cubicBezTo>
                  <a:pt x="465" y="240"/>
                  <a:pt x="465" y="240"/>
                  <a:pt x="465" y="240"/>
                </a:cubicBezTo>
                <a:lnTo>
                  <a:pt x="465" y="240"/>
                </a:lnTo>
                <a:cubicBezTo>
                  <a:pt x="489" y="240"/>
                  <a:pt x="510" y="219"/>
                  <a:pt x="510" y="195"/>
                </a:cubicBezTo>
                <a:cubicBezTo>
                  <a:pt x="510" y="45"/>
                  <a:pt x="510" y="45"/>
                  <a:pt x="510" y="45"/>
                </a:cubicBezTo>
                <a:cubicBezTo>
                  <a:pt x="510" y="20"/>
                  <a:pt x="489" y="0"/>
                  <a:pt x="465" y="0"/>
                </a:cubicBezTo>
                <a:cubicBezTo>
                  <a:pt x="225" y="0"/>
                  <a:pt x="225" y="0"/>
                  <a:pt x="225" y="0"/>
                </a:cubicBezTo>
                <a:cubicBezTo>
                  <a:pt x="200" y="0"/>
                  <a:pt x="180" y="20"/>
                  <a:pt x="180" y="45"/>
                </a:cubicBezTo>
                <a:cubicBezTo>
                  <a:pt x="180" y="195"/>
                  <a:pt x="180" y="195"/>
                  <a:pt x="180" y="195"/>
                </a:cubicBezTo>
                <a:cubicBezTo>
                  <a:pt x="180" y="219"/>
                  <a:pt x="200" y="240"/>
                  <a:pt x="225" y="240"/>
                </a:cubicBezTo>
                <a:cubicBezTo>
                  <a:pt x="300" y="240"/>
                  <a:pt x="300" y="240"/>
                  <a:pt x="300" y="240"/>
                </a:cubicBezTo>
                <a:cubicBezTo>
                  <a:pt x="300" y="270"/>
                  <a:pt x="300" y="270"/>
                  <a:pt x="300" y="270"/>
                </a:cubicBezTo>
                <a:cubicBezTo>
                  <a:pt x="135" y="270"/>
                  <a:pt x="135" y="270"/>
                  <a:pt x="135" y="270"/>
                </a:cubicBezTo>
                <a:cubicBezTo>
                  <a:pt x="45" y="270"/>
                  <a:pt x="45" y="270"/>
                  <a:pt x="45" y="270"/>
                </a:cubicBezTo>
                <a:cubicBezTo>
                  <a:pt x="16" y="270"/>
                  <a:pt x="16" y="270"/>
                  <a:pt x="16" y="270"/>
                </a:cubicBezTo>
                <a:cubicBezTo>
                  <a:pt x="7" y="270"/>
                  <a:pt x="0" y="277"/>
                  <a:pt x="0" y="285"/>
                </a:cubicBezTo>
                <a:cubicBezTo>
                  <a:pt x="0" y="292"/>
                  <a:pt x="7" y="299"/>
                  <a:pt x="16" y="299"/>
                </a:cubicBezTo>
                <a:cubicBezTo>
                  <a:pt x="30" y="299"/>
                  <a:pt x="30" y="299"/>
                  <a:pt x="30" y="299"/>
                </a:cubicBezTo>
                <a:cubicBezTo>
                  <a:pt x="30" y="703"/>
                  <a:pt x="30" y="703"/>
                  <a:pt x="30" y="703"/>
                </a:cubicBezTo>
                <a:cubicBezTo>
                  <a:pt x="30" y="712"/>
                  <a:pt x="37" y="719"/>
                  <a:pt x="45" y="719"/>
                </a:cubicBezTo>
                <a:cubicBezTo>
                  <a:pt x="54" y="719"/>
                  <a:pt x="61" y="712"/>
                  <a:pt x="61" y="703"/>
                </a:cubicBezTo>
                <a:lnTo>
                  <a:pt x="61" y="703"/>
                </a:lnTo>
                <a:cubicBezTo>
                  <a:pt x="61" y="299"/>
                  <a:pt x="61" y="299"/>
                  <a:pt x="61" y="299"/>
                </a:cubicBezTo>
                <a:cubicBezTo>
                  <a:pt x="120" y="299"/>
                  <a:pt x="120" y="299"/>
                  <a:pt x="120" y="299"/>
                </a:cubicBezTo>
                <a:cubicBezTo>
                  <a:pt x="120" y="404"/>
                  <a:pt x="120" y="404"/>
                  <a:pt x="120" y="404"/>
                </a:cubicBezTo>
                <a:cubicBezTo>
                  <a:pt x="120" y="409"/>
                  <a:pt x="123" y="411"/>
                  <a:pt x="125" y="414"/>
                </a:cubicBezTo>
                <a:cubicBezTo>
                  <a:pt x="128" y="417"/>
                  <a:pt x="131" y="420"/>
                  <a:pt x="135" y="420"/>
                </a:cubicBezTo>
                <a:cubicBezTo>
                  <a:pt x="555" y="420"/>
                  <a:pt x="555" y="420"/>
                  <a:pt x="555" y="420"/>
                </a:cubicBezTo>
                <a:cubicBezTo>
                  <a:pt x="559" y="420"/>
                  <a:pt x="562" y="417"/>
                  <a:pt x="565" y="414"/>
                </a:cubicBezTo>
                <a:cubicBezTo>
                  <a:pt x="568" y="411"/>
                  <a:pt x="569" y="409"/>
                  <a:pt x="569" y="404"/>
                </a:cubicBezTo>
                <a:cubicBezTo>
                  <a:pt x="569" y="299"/>
                  <a:pt x="569" y="299"/>
                  <a:pt x="569" y="299"/>
                </a:cubicBezTo>
                <a:cubicBezTo>
                  <a:pt x="629" y="299"/>
                  <a:pt x="629" y="299"/>
                  <a:pt x="629" y="299"/>
                </a:cubicBezTo>
                <a:cubicBezTo>
                  <a:pt x="629" y="703"/>
                  <a:pt x="629" y="703"/>
                  <a:pt x="629" y="703"/>
                </a:cubicBezTo>
                <a:cubicBezTo>
                  <a:pt x="629" y="712"/>
                  <a:pt x="636" y="719"/>
                  <a:pt x="645" y="719"/>
                </a:cubicBezTo>
                <a:cubicBezTo>
                  <a:pt x="653" y="719"/>
                  <a:pt x="659" y="712"/>
                  <a:pt x="659" y="703"/>
                </a:cubicBezTo>
                <a:cubicBezTo>
                  <a:pt x="659" y="299"/>
                  <a:pt x="659" y="299"/>
                  <a:pt x="659" y="299"/>
                </a:cubicBezTo>
                <a:cubicBezTo>
                  <a:pt x="674" y="299"/>
                  <a:pt x="674" y="299"/>
                  <a:pt x="674" y="299"/>
                </a:cubicBezTo>
                <a:cubicBezTo>
                  <a:pt x="683" y="299"/>
                  <a:pt x="690" y="292"/>
                  <a:pt x="690" y="285"/>
                </a:cubicBezTo>
                <a:cubicBezTo>
                  <a:pt x="690" y="277"/>
                  <a:pt x="683" y="270"/>
                  <a:pt x="674" y="270"/>
                </a:cubicBezTo>
                <a:close/>
                <a:moveTo>
                  <a:pt x="210" y="195"/>
                </a:moveTo>
                <a:lnTo>
                  <a:pt x="210" y="195"/>
                </a:lnTo>
                <a:cubicBezTo>
                  <a:pt x="210" y="45"/>
                  <a:pt x="210" y="45"/>
                  <a:pt x="210" y="45"/>
                </a:cubicBezTo>
                <a:cubicBezTo>
                  <a:pt x="210" y="37"/>
                  <a:pt x="217" y="30"/>
                  <a:pt x="225" y="30"/>
                </a:cubicBezTo>
                <a:cubicBezTo>
                  <a:pt x="465" y="30"/>
                  <a:pt x="465" y="30"/>
                  <a:pt x="465" y="30"/>
                </a:cubicBezTo>
                <a:cubicBezTo>
                  <a:pt x="474" y="30"/>
                  <a:pt x="479" y="37"/>
                  <a:pt x="479" y="45"/>
                </a:cubicBezTo>
                <a:cubicBezTo>
                  <a:pt x="479" y="195"/>
                  <a:pt x="479" y="195"/>
                  <a:pt x="479" y="195"/>
                </a:cubicBezTo>
                <a:cubicBezTo>
                  <a:pt x="479" y="202"/>
                  <a:pt x="474" y="209"/>
                  <a:pt x="465" y="209"/>
                </a:cubicBezTo>
                <a:cubicBezTo>
                  <a:pt x="375" y="209"/>
                  <a:pt x="375" y="209"/>
                  <a:pt x="375" y="209"/>
                </a:cubicBezTo>
                <a:cubicBezTo>
                  <a:pt x="315" y="209"/>
                  <a:pt x="315" y="209"/>
                  <a:pt x="315" y="209"/>
                </a:cubicBezTo>
                <a:cubicBezTo>
                  <a:pt x="225" y="209"/>
                  <a:pt x="225" y="209"/>
                  <a:pt x="225" y="209"/>
                </a:cubicBezTo>
                <a:cubicBezTo>
                  <a:pt x="217" y="209"/>
                  <a:pt x="210" y="202"/>
                  <a:pt x="210" y="195"/>
                </a:cubicBezTo>
                <a:close/>
                <a:moveTo>
                  <a:pt x="330" y="240"/>
                </a:moveTo>
                <a:lnTo>
                  <a:pt x="330" y="240"/>
                </a:lnTo>
                <a:cubicBezTo>
                  <a:pt x="360" y="240"/>
                  <a:pt x="360" y="240"/>
                  <a:pt x="360" y="240"/>
                </a:cubicBezTo>
                <a:cubicBezTo>
                  <a:pt x="360" y="270"/>
                  <a:pt x="360" y="270"/>
                  <a:pt x="360" y="270"/>
                </a:cubicBezTo>
                <a:cubicBezTo>
                  <a:pt x="330" y="270"/>
                  <a:pt x="330" y="270"/>
                  <a:pt x="330" y="270"/>
                </a:cubicBezTo>
                <a:lnTo>
                  <a:pt x="330" y="240"/>
                </a:lnTo>
                <a:close/>
                <a:moveTo>
                  <a:pt x="540" y="389"/>
                </a:moveTo>
                <a:lnTo>
                  <a:pt x="540" y="389"/>
                </a:lnTo>
                <a:cubicBezTo>
                  <a:pt x="151" y="389"/>
                  <a:pt x="151" y="389"/>
                  <a:pt x="151" y="389"/>
                </a:cubicBezTo>
                <a:cubicBezTo>
                  <a:pt x="151" y="299"/>
                  <a:pt x="151" y="299"/>
                  <a:pt x="151" y="299"/>
                </a:cubicBezTo>
                <a:cubicBezTo>
                  <a:pt x="315" y="299"/>
                  <a:pt x="315" y="299"/>
                  <a:pt x="315" y="299"/>
                </a:cubicBezTo>
                <a:cubicBezTo>
                  <a:pt x="375" y="299"/>
                  <a:pt x="375" y="299"/>
                  <a:pt x="375" y="299"/>
                </a:cubicBezTo>
                <a:cubicBezTo>
                  <a:pt x="540" y="299"/>
                  <a:pt x="540" y="299"/>
                  <a:pt x="540" y="299"/>
                </a:cubicBezTo>
                <a:lnTo>
                  <a:pt x="540" y="389"/>
                </a:lnTo>
                <a:close/>
              </a:path>
            </a:pathLst>
          </a:custGeom>
          <a:solidFill>
            <a:schemeClr val="tx2"/>
          </a:solidFill>
          <a:ln>
            <a:noFill/>
          </a:ln>
          <a:effectLst/>
        </p:spPr>
        <p:txBody>
          <a:bodyPr wrap="none" anchor="ctr"/>
          <a:lstStyle/>
          <a:p>
            <a:endParaRPr lang="da-DK"/>
          </a:p>
        </p:txBody>
      </p:sp>
      <p:grpSp>
        <p:nvGrpSpPr>
          <p:cNvPr id="28" name="Group 31">
            <a:extLst>
              <a:ext uri="{FF2B5EF4-FFF2-40B4-BE49-F238E27FC236}">
                <a16:creationId xmlns:a16="http://schemas.microsoft.com/office/drawing/2014/main" id="{10AAC49D-579A-7605-2795-88061DA002B0}"/>
              </a:ext>
            </a:extLst>
          </p:cNvPr>
          <p:cNvGrpSpPr/>
          <p:nvPr/>
        </p:nvGrpSpPr>
        <p:grpSpPr>
          <a:xfrm>
            <a:off x="2131615" y="2350964"/>
            <a:ext cx="227013" cy="258762"/>
            <a:chOff x="1095375" y="4141788"/>
            <a:chExt cx="227013" cy="258762"/>
          </a:xfrm>
          <a:solidFill>
            <a:schemeClr val="tx2"/>
          </a:solidFill>
        </p:grpSpPr>
        <p:sp>
          <p:nvSpPr>
            <p:cNvPr id="29" name="Freeform 21">
              <a:extLst>
                <a:ext uri="{FF2B5EF4-FFF2-40B4-BE49-F238E27FC236}">
                  <a16:creationId xmlns:a16="http://schemas.microsoft.com/office/drawing/2014/main" id="{B1A59497-A8C9-13F1-3E9A-0F0D8FACF980}"/>
                </a:ext>
              </a:extLst>
            </p:cNvPr>
            <p:cNvSpPr>
              <a:spLocks noChangeArrowheads="1"/>
            </p:cNvSpPr>
            <p:nvPr/>
          </p:nvSpPr>
          <p:spPr bwMode="auto">
            <a:xfrm>
              <a:off x="1095375" y="4141788"/>
              <a:ext cx="227013" cy="258762"/>
            </a:xfrm>
            <a:custGeom>
              <a:avLst/>
              <a:gdLst>
                <a:gd name="T0" fmla="*/ 615 w 630"/>
                <a:gd name="T1" fmla="*/ 0 h 720"/>
                <a:gd name="T2" fmla="*/ 615 w 630"/>
                <a:gd name="T3" fmla="*/ 0 h 720"/>
                <a:gd name="T4" fmla="*/ 16 w 630"/>
                <a:gd name="T5" fmla="*/ 0 h 720"/>
                <a:gd name="T6" fmla="*/ 6 w 630"/>
                <a:gd name="T7" fmla="*/ 5 h 720"/>
                <a:gd name="T8" fmla="*/ 0 w 630"/>
                <a:gd name="T9" fmla="*/ 16 h 720"/>
                <a:gd name="T10" fmla="*/ 0 w 630"/>
                <a:gd name="T11" fmla="*/ 674 h 720"/>
                <a:gd name="T12" fmla="*/ 6 w 630"/>
                <a:gd name="T13" fmla="*/ 684 h 720"/>
                <a:gd name="T14" fmla="*/ 16 w 630"/>
                <a:gd name="T15" fmla="*/ 690 h 720"/>
                <a:gd name="T16" fmla="*/ 31 w 630"/>
                <a:gd name="T17" fmla="*/ 690 h 720"/>
                <a:gd name="T18" fmla="*/ 31 w 630"/>
                <a:gd name="T19" fmla="*/ 704 h 720"/>
                <a:gd name="T20" fmla="*/ 45 w 630"/>
                <a:gd name="T21" fmla="*/ 719 h 720"/>
                <a:gd name="T22" fmla="*/ 61 w 630"/>
                <a:gd name="T23" fmla="*/ 704 h 720"/>
                <a:gd name="T24" fmla="*/ 61 w 630"/>
                <a:gd name="T25" fmla="*/ 690 h 720"/>
                <a:gd name="T26" fmla="*/ 315 w 630"/>
                <a:gd name="T27" fmla="*/ 690 h 720"/>
                <a:gd name="T28" fmla="*/ 315 w 630"/>
                <a:gd name="T29" fmla="*/ 690 h 720"/>
                <a:gd name="T30" fmla="*/ 315 w 630"/>
                <a:gd name="T31" fmla="*/ 690 h 720"/>
                <a:gd name="T32" fmla="*/ 570 w 630"/>
                <a:gd name="T33" fmla="*/ 690 h 720"/>
                <a:gd name="T34" fmla="*/ 570 w 630"/>
                <a:gd name="T35" fmla="*/ 704 h 720"/>
                <a:gd name="T36" fmla="*/ 584 w 630"/>
                <a:gd name="T37" fmla="*/ 719 h 720"/>
                <a:gd name="T38" fmla="*/ 600 w 630"/>
                <a:gd name="T39" fmla="*/ 704 h 720"/>
                <a:gd name="T40" fmla="*/ 600 w 630"/>
                <a:gd name="T41" fmla="*/ 690 h 720"/>
                <a:gd name="T42" fmla="*/ 615 w 630"/>
                <a:gd name="T43" fmla="*/ 690 h 720"/>
                <a:gd name="T44" fmla="*/ 625 w 630"/>
                <a:gd name="T45" fmla="*/ 684 h 720"/>
                <a:gd name="T46" fmla="*/ 629 w 630"/>
                <a:gd name="T47" fmla="*/ 674 h 720"/>
                <a:gd name="T48" fmla="*/ 629 w 630"/>
                <a:gd name="T49" fmla="*/ 16 h 720"/>
                <a:gd name="T50" fmla="*/ 625 w 630"/>
                <a:gd name="T51" fmla="*/ 5 h 720"/>
                <a:gd name="T52" fmla="*/ 615 w 630"/>
                <a:gd name="T53" fmla="*/ 0 h 720"/>
                <a:gd name="T54" fmla="*/ 600 w 630"/>
                <a:gd name="T55" fmla="*/ 659 h 720"/>
                <a:gd name="T56" fmla="*/ 600 w 630"/>
                <a:gd name="T57" fmla="*/ 659 h 720"/>
                <a:gd name="T58" fmla="*/ 330 w 630"/>
                <a:gd name="T59" fmla="*/ 659 h 720"/>
                <a:gd name="T60" fmla="*/ 330 w 630"/>
                <a:gd name="T61" fmla="*/ 30 h 720"/>
                <a:gd name="T62" fmla="*/ 600 w 630"/>
                <a:gd name="T63" fmla="*/ 30 h 720"/>
                <a:gd name="T64" fmla="*/ 600 w 630"/>
                <a:gd name="T65" fmla="*/ 659 h 720"/>
                <a:gd name="T66" fmla="*/ 31 w 630"/>
                <a:gd name="T67" fmla="*/ 30 h 720"/>
                <a:gd name="T68" fmla="*/ 31 w 630"/>
                <a:gd name="T69" fmla="*/ 30 h 720"/>
                <a:gd name="T70" fmla="*/ 301 w 630"/>
                <a:gd name="T71" fmla="*/ 30 h 720"/>
                <a:gd name="T72" fmla="*/ 301 w 630"/>
                <a:gd name="T73" fmla="*/ 659 h 720"/>
                <a:gd name="T74" fmla="*/ 31 w 630"/>
                <a:gd name="T75" fmla="*/ 659 h 720"/>
                <a:gd name="T76" fmla="*/ 31 w 630"/>
                <a:gd name="T7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0" h="720">
                  <a:moveTo>
                    <a:pt x="615" y="0"/>
                  </a:moveTo>
                  <a:lnTo>
                    <a:pt x="615" y="0"/>
                  </a:lnTo>
                  <a:cubicBezTo>
                    <a:pt x="16" y="0"/>
                    <a:pt x="16" y="0"/>
                    <a:pt x="16" y="0"/>
                  </a:cubicBezTo>
                  <a:cubicBezTo>
                    <a:pt x="12" y="0"/>
                    <a:pt x="9" y="2"/>
                    <a:pt x="6" y="5"/>
                  </a:cubicBezTo>
                  <a:cubicBezTo>
                    <a:pt x="3" y="7"/>
                    <a:pt x="0" y="12"/>
                    <a:pt x="0" y="16"/>
                  </a:cubicBezTo>
                  <a:cubicBezTo>
                    <a:pt x="0" y="674"/>
                    <a:pt x="0" y="674"/>
                    <a:pt x="0" y="674"/>
                  </a:cubicBezTo>
                  <a:cubicBezTo>
                    <a:pt x="0" y="679"/>
                    <a:pt x="3" y="681"/>
                    <a:pt x="6" y="684"/>
                  </a:cubicBezTo>
                  <a:cubicBezTo>
                    <a:pt x="9" y="687"/>
                    <a:pt x="12" y="690"/>
                    <a:pt x="16" y="690"/>
                  </a:cubicBezTo>
                  <a:cubicBezTo>
                    <a:pt x="31" y="690"/>
                    <a:pt x="31" y="690"/>
                    <a:pt x="31" y="690"/>
                  </a:cubicBezTo>
                  <a:cubicBezTo>
                    <a:pt x="31" y="704"/>
                    <a:pt x="31" y="704"/>
                    <a:pt x="31" y="704"/>
                  </a:cubicBezTo>
                  <a:cubicBezTo>
                    <a:pt x="31" y="712"/>
                    <a:pt x="38" y="719"/>
                    <a:pt x="45" y="719"/>
                  </a:cubicBezTo>
                  <a:cubicBezTo>
                    <a:pt x="54" y="719"/>
                    <a:pt x="61" y="712"/>
                    <a:pt x="61" y="704"/>
                  </a:cubicBezTo>
                  <a:cubicBezTo>
                    <a:pt x="61" y="690"/>
                    <a:pt x="61" y="690"/>
                    <a:pt x="61" y="690"/>
                  </a:cubicBezTo>
                  <a:cubicBezTo>
                    <a:pt x="315" y="690"/>
                    <a:pt x="315" y="690"/>
                    <a:pt x="315" y="690"/>
                  </a:cubicBezTo>
                  <a:lnTo>
                    <a:pt x="315" y="690"/>
                  </a:lnTo>
                  <a:lnTo>
                    <a:pt x="315" y="690"/>
                  </a:lnTo>
                  <a:cubicBezTo>
                    <a:pt x="570" y="690"/>
                    <a:pt x="570" y="690"/>
                    <a:pt x="570" y="690"/>
                  </a:cubicBezTo>
                  <a:cubicBezTo>
                    <a:pt x="570" y="704"/>
                    <a:pt x="570" y="704"/>
                    <a:pt x="570" y="704"/>
                  </a:cubicBezTo>
                  <a:cubicBezTo>
                    <a:pt x="570" y="712"/>
                    <a:pt x="577" y="719"/>
                    <a:pt x="584" y="719"/>
                  </a:cubicBezTo>
                  <a:cubicBezTo>
                    <a:pt x="593" y="719"/>
                    <a:pt x="600" y="712"/>
                    <a:pt x="600" y="704"/>
                  </a:cubicBezTo>
                  <a:cubicBezTo>
                    <a:pt x="600" y="690"/>
                    <a:pt x="600" y="690"/>
                    <a:pt x="600" y="690"/>
                  </a:cubicBezTo>
                  <a:cubicBezTo>
                    <a:pt x="615" y="690"/>
                    <a:pt x="615" y="690"/>
                    <a:pt x="615" y="690"/>
                  </a:cubicBezTo>
                  <a:cubicBezTo>
                    <a:pt x="620" y="690"/>
                    <a:pt x="622" y="687"/>
                    <a:pt x="625" y="684"/>
                  </a:cubicBezTo>
                  <a:cubicBezTo>
                    <a:pt x="628" y="681"/>
                    <a:pt x="629" y="679"/>
                    <a:pt x="629" y="674"/>
                  </a:cubicBezTo>
                  <a:cubicBezTo>
                    <a:pt x="629" y="16"/>
                    <a:pt x="629" y="16"/>
                    <a:pt x="629" y="16"/>
                  </a:cubicBezTo>
                  <a:cubicBezTo>
                    <a:pt x="629" y="12"/>
                    <a:pt x="628" y="7"/>
                    <a:pt x="625" y="5"/>
                  </a:cubicBezTo>
                  <a:cubicBezTo>
                    <a:pt x="622" y="2"/>
                    <a:pt x="620" y="0"/>
                    <a:pt x="615" y="0"/>
                  </a:cubicBezTo>
                  <a:close/>
                  <a:moveTo>
                    <a:pt x="600" y="659"/>
                  </a:moveTo>
                  <a:lnTo>
                    <a:pt x="600" y="659"/>
                  </a:lnTo>
                  <a:cubicBezTo>
                    <a:pt x="330" y="659"/>
                    <a:pt x="330" y="659"/>
                    <a:pt x="330" y="659"/>
                  </a:cubicBezTo>
                  <a:cubicBezTo>
                    <a:pt x="330" y="30"/>
                    <a:pt x="330" y="30"/>
                    <a:pt x="330" y="30"/>
                  </a:cubicBezTo>
                  <a:cubicBezTo>
                    <a:pt x="600" y="30"/>
                    <a:pt x="600" y="30"/>
                    <a:pt x="600" y="30"/>
                  </a:cubicBezTo>
                  <a:lnTo>
                    <a:pt x="600" y="659"/>
                  </a:lnTo>
                  <a:close/>
                  <a:moveTo>
                    <a:pt x="31" y="30"/>
                  </a:moveTo>
                  <a:lnTo>
                    <a:pt x="31" y="30"/>
                  </a:lnTo>
                  <a:cubicBezTo>
                    <a:pt x="301" y="30"/>
                    <a:pt x="301" y="30"/>
                    <a:pt x="301" y="30"/>
                  </a:cubicBezTo>
                  <a:cubicBezTo>
                    <a:pt x="301" y="659"/>
                    <a:pt x="301" y="659"/>
                    <a:pt x="301" y="659"/>
                  </a:cubicBezTo>
                  <a:cubicBezTo>
                    <a:pt x="31" y="659"/>
                    <a:pt x="31" y="659"/>
                    <a:pt x="31" y="659"/>
                  </a:cubicBezTo>
                  <a:lnTo>
                    <a:pt x="31"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2">
              <a:extLst>
                <a:ext uri="{FF2B5EF4-FFF2-40B4-BE49-F238E27FC236}">
                  <a16:creationId xmlns:a16="http://schemas.microsoft.com/office/drawing/2014/main" id="{1EB9E359-4DCC-A0C0-4232-ADCC56812B2D}"/>
                </a:ext>
              </a:extLst>
            </p:cNvPr>
            <p:cNvSpPr>
              <a:spLocks noChangeArrowheads="1"/>
            </p:cNvSpPr>
            <p:nvPr/>
          </p:nvSpPr>
          <p:spPr bwMode="auto">
            <a:xfrm>
              <a:off x="1225550" y="4259263"/>
              <a:ext cx="11113" cy="33337"/>
            </a:xfrm>
            <a:custGeom>
              <a:avLst/>
              <a:gdLst>
                <a:gd name="T0" fmla="*/ 15 w 32"/>
                <a:gd name="T1" fmla="*/ 90 h 91"/>
                <a:gd name="T2" fmla="*/ 15 w 32"/>
                <a:gd name="T3" fmla="*/ 90 h 91"/>
                <a:gd name="T4" fmla="*/ 31 w 32"/>
                <a:gd name="T5" fmla="*/ 75 h 91"/>
                <a:gd name="T6" fmla="*/ 31 w 32"/>
                <a:gd name="T7" fmla="*/ 14 h 91"/>
                <a:gd name="T8" fmla="*/ 15 w 32"/>
                <a:gd name="T9" fmla="*/ 0 h 91"/>
                <a:gd name="T10" fmla="*/ 0 w 32"/>
                <a:gd name="T11" fmla="*/ 14 h 91"/>
                <a:gd name="T12" fmla="*/ 0 w 32"/>
                <a:gd name="T13" fmla="*/ 75 h 91"/>
                <a:gd name="T14" fmla="*/ 15 w 32"/>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1">
                  <a:moveTo>
                    <a:pt x="15" y="90"/>
                  </a:moveTo>
                  <a:lnTo>
                    <a:pt x="15" y="90"/>
                  </a:lnTo>
                  <a:cubicBezTo>
                    <a:pt x="24" y="90"/>
                    <a:pt x="31" y="83"/>
                    <a:pt x="31" y="75"/>
                  </a:cubicBezTo>
                  <a:cubicBezTo>
                    <a:pt x="31" y="14"/>
                    <a:pt x="31" y="14"/>
                    <a:pt x="31" y="14"/>
                  </a:cubicBezTo>
                  <a:cubicBezTo>
                    <a:pt x="31" y="6"/>
                    <a:pt x="24"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3">
              <a:extLst>
                <a:ext uri="{FF2B5EF4-FFF2-40B4-BE49-F238E27FC236}">
                  <a16:creationId xmlns:a16="http://schemas.microsoft.com/office/drawing/2014/main" id="{3E001E90-6C48-340D-8D3E-DCE09F76FBAA}"/>
                </a:ext>
              </a:extLst>
            </p:cNvPr>
            <p:cNvSpPr>
              <a:spLocks noChangeArrowheads="1"/>
            </p:cNvSpPr>
            <p:nvPr/>
          </p:nvSpPr>
          <p:spPr bwMode="auto">
            <a:xfrm>
              <a:off x="1117600" y="4173538"/>
              <a:ext cx="76200" cy="184150"/>
            </a:xfrm>
            <a:custGeom>
              <a:avLst/>
              <a:gdLst>
                <a:gd name="T0" fmla="*/ 59 w 210"/>
                <a:gd name="T1" fmla="*/ 486 h 511"/>
                <a:gd name="T2" fmla="*/ 59 w 210"/>
                <a:gd name="T3" fmla="*/ 486 h 511"/>
                <a:gd name="T4" fmla="*/ 80 w 210"/>
                <a:gd name="T5" fmla="*/ 503 h 511"/>
                <a:gd name="T6" fmla="*/ 105 w 210"/>
                <a:gd name="T7" fmla="*/ 510 h 511"/>
                <a:gd name="T8" fmla="*/ 130 w 210"/>
                <a:gd name="T9" fmla="*/ 503 h 511"/>
                <a:gd name="T10" fmla="*/ 164 w 210"/>
                <a:gd name="T11" fmla="*/ 468 h 511"/>
                <a:gd name="T12" fmla="*/ 198 w 210"/>
                <a:gd name="T13" fmla="*/ 376 h 511"/>
                <a:gd name="T14" fmla="*/ 209 w 210"/>
                <a:gd name="T15" fmla="*/ 254 h 511"/>
                <a:gd name="T16" fmla="*/ 182 w 210"/>
                <a:gd name="T17" fmla="*/ 80 h 511"/>
                <a:gd name="T18" fmla="*/ 151 w 210"/>
                <a:gd name="T19" fmla="*/ 24 h 511"/>
                <a:gd name="T20" fmla="*/ 130 w 210"/>
                <a:gd name="T21" fmla="*/ 7 h 511"/>
                <a:gd name="T22" fmla="*/ 105 w 210"/>
                <a:gd name="T23" fmla="*/ 0 h 511"/>
                <a:gd name="T24" fmla="*/ 80 w 210"/>
                <a:gd name="T25" fmla="*/ 7 h 511"/>
                <a:gd name="T26" fmla="*/ 45 w 210"/>
                <a:gd name="T27" fmla="*/ 42 h 511"/>
                <a:gd name="T28" fmla="*/ 12 w 210"/>
                <a:gd name="T29" fmla="*/ 132 h 511"/>
                <a:gd name="T30" fmla="*/ 0 w 210"/>
                <a:gd name="T31" fmla="*/ 254 h 511"/>
                <a:gd name="T32" fmla="*/ 26 w 210"/>
                <a:gd name="T33" fmla="*/ 430 h 511"/>
                <a:gd name="T34" fmla="*/ 59 w 210"/>
                <a:gd name="T35" fmla="*/ 486 h 511"/>
                <a:gd name="T36" fmla="*/ 55 w 210"/>
                <a:gd name="T37" fmla="*/ 90 h 511"/>
                <a:gd name="T38" fmla="*/ 55 w 210"/>
                <a:gd name="T39" fmla="*/ 90 h 511"/>
                <a:gd name="T40" fmla="*/ 81 w 210"/>
                <a:gd name="T41" fmla="*/ 44 h 511"/>
                <a:gd name="T42" fmla="*/ 94 w 210"/>
                <a:gd name="T43" fmla="*/ 33 h 511"/>
                <a:gd name="T44" fmla="*/ 105 w 210"/>
                <a:gd name="T45" fmla="*/ 30 h 511"/>
                <a:gd name="T46" fmla="*/ 116 w 210"/>
                <a:gd name="T47" fmla="*/ 33 h 511"/>
                <a:gd name="T48" fmla="*/ 139 w 210"/>
                <a:gd name="T49" fmla="*/ 58 h 511"/>
                <a:gd name="T50" fmla="*/ 168 w 210"/>
                <a:gd name="T51" fmla="*/ 139 h 511"/>
                <a:gd name="T52" fmla="*/ 179 w 210"/>
                <a:gd name="T53" fmla="*/ 254 h 511"/>
                <a:gd name="T54" fmla="*/ 154 w 210"/>
                <a:gd name="T55" fmla="*/ 419 h 511"/>
                <a:gd name="T56" fmla="*/ 129 w 210"/>
                <a:gd name="T57" fmla="*/ 465 h 511"/>
                <a:gd name="T58" fmla="*/ 116 w 210"/>
                <a:gd name="T59" fmla="*/ 476 h 511"/>
                <a:gd name="T60" fmla="*/ 105 w 210"/>
                <a:gd name="T61" fmla="*/ 479 h 511"/>
                <a:gd name="T62" fmla="*/ 94 w 210"/>
                <a:gd name="T63" fmla="*/ 476 h 511"/>
                <a:gd name="T64" fmla="*/ 71 w 210"/>
                <a:gd name="T65" fmla="*/ 452 h 511"/>
                <a:gd name="T66" fmla="*/ 42 w 210"/>
                <a:gd name="T67" fmla="*/ 371 h 511"/>
                <a:gd name="T68" fmla="*/ 29 w 210"/>
                <a:gd name="T69" fmla="*/ 254 h 511"/>
                <a:gd name="T70" fmla="*/ 55 w 210"/>
                <a:gd name="T71" fmla="*/ 90 h 5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10" h="511">
                  <a:moveTo>
                    <a:pt x="59" y="486"/>
                  </a:moveTo>
                  <a:lnTo>
                    <a:pt x="59" y="486"/>
                  </a:lnTo>
                  <a:cubicBezTo>
                    <a:pt x="64" y="493"/>
                    <a:pt x="71" y="499"/>
                    <a:pt x="80" y="503"/>
                  </a:cubicBezTo>
                  <a:cubicBezTo>
                    <a:pt x="87" y="507"/>
                    <a:pt x="95" y="510"/>
                    <a:pt x="105" y="510"/>
                  </a:cubicBezTo>
                  <a:cubicBezTo>
                    <a:pt x="113" y="510"/>
                    <a:pt x="122" y="507"/>
                    <a:pt x="130" y="503"/>
                  </a:cubicBezTo>
                  <a:cubicBezTo>
                    <a:pt x="143" y="494"/>
                    <a:pt x="154" y="483"/>
                    <a:pt x="164" y="468"/>
                  </a:cubicBezTo>
                  <a:cubicBezTo>
                    <a:pt x="178" y="444"/>
                    <a:pt x="189" y="413"/>
                    <a:pt x="198" y="376"/>
                  </a:cubicBezTo>
                  <a:cubicBezTo>
                    <a:pt x="205" y="341"/>
                    <a:pt x="209" y="299"/>
                    <a:pt x="209" y="254"/>
                  </a:cubicBezTo>
                  <a:cubicBezTo>
                    <a:pt x="209" y="187"/>
                    <a:pt x="199" y="125"/>
                    <a:pt x="182" y="80"/>
                  </a:cubicBezTo>
                  <a:cubicBezTo>
                    <a:pt x="174" y="58"/>
                    <a:pt x="164" y="38"/>
                    <a:pt x="151" y="24"/>
                  </a:cubicBezTo>
                  <a:cubicBezTo>
                    <a:pt x="144" y="17"/>
                    <a:pt x="137" y="11"/>
                    <a:pt x="130" y="7"/>
                  </a:cubicBezTo>
                  <a:cubicBezTo>
                    <a:pt x="122" y="3"/>
                    <a:pt x="113" y="0"/>
                    <a:pt x="105" y="0"/>
                  </a:cubicBezTo>
                  <a:cubicBezTo>
                    <a:pt x="95" y="0"/>
                    <a:pt x="87" y="3"/>
                    <a:pt x="80" y="7"/>
                  </a:cubicBezTo>
                  <a:cubicBezTo>
                    <a:pt x="66" y="14"/>
                    <a:pt x="55" y="27"/>
                    <a:pt x="45" y="42"/>
                  </a:cubicBezTo>
                  <a:cubicBezTo>
                    <a:pt x="31" y="65"/>
                    <a:pt x="19" y="96"/>
                    <a:pt x="12" y="132"/>
                  </a:cubicBezTo>
                  <a:cubicBezTo>
                    <a:pt x="4" y="169"/>
                    <a:pt x="0" y="211"/>
                    <a:pt x="0" y="254"/>
                  </a:cubicBezTo>
                  <a:cubicBezTo>
                    <a:pt x="0" y="322"/>
                    <a:pt x="10" y="383"/>
                    <a:pt x="26" y="430"/>
                  </a:cubicBezTo>
                  <a:cubicBezTo>
                    <a:pt x="36" y="452"/>
                    <a:pt x="46" y="471"/>
                    <a:pt x="59" y="486"/>
                  </a:cubicBezTo>
                  <a:close/>
                  <a:moveTo>
                    <a:pt x="55" y="90"/>
                  </a:moveTo>
                  <a:lnTo>
                    <a:pt x="55" y="90"/>
                  </a:lnTo>
                  <a:cubicBezTo>
                    <a:pt x="63" y="70"/>
                    <a:pt x="71" y="54"/>
                    <a:pt x="81" y="44"/>
                  </a:cubicBezTo>
                  <a:cubicBezTo>
                    <a:pt x="85" y="38"/>
                    <a:pt x="90" y="35"/>
                    <a:pt x="94" y="33"/>
                  </a:cubicBezTo>
                  <a:cubicBezTo>
                    <a:pt x="98" y="31"/>
                    <a:pt x="101" y="30"/>
                    <a:pt x="105" y="30"/>
                  </a:cubicBezTo>
                  <a:cubicBezTo>
                    <a:pt x="108" y="30"/>
                    <a:pt x="112" y="31"/>
                    <a:pt x="116" y="33"/>
                  </a:cubicBezTo>
                  <a:cubicBezTo>
                    <a:pt x="122" y="37"/>
                    <a:pt x="130" y="45"/>
                    <a:pt x="139" y="58"/>
                  </a:cubicBezTo>
                  <a:cubicBezTo>
                    <a:pt x="150" y="76"/>
                    <a:pt x="161" y="104"/>
                    <a:pt x="168" y="139"/>
                  </a:cubicBezTo>
                  <a:cubicBezTo>
                    <a:pt x="175" y="173"/>
                    <a:pt x="179" y="212"/>
                    <a:pt x="179" y="254"/>
                  </a:cubicBezTo>
                  <a:cubicBezTo>
                    <a:pt x="179" y="319"/>
                    <a:pt x="170" y="378"/>
                    <a:pt x="154" y="419"/>
                  </a:cubicBezTo>
                  <a:cubicBezTo>
                    <a:pt x="147" y="440"/>
                    <a:pt x="137" y="455"/>
                    <a:pt x="129" y="465"/>
                  </a:cubicBezTo>
                  <a:cubicBezTo>
                    <a:pt x="123" y="471"/>
                    <a:pt x="119" y="475"/>
                    <a:pt x="116" y="476"/>
                  </a:cubicBezTo>
                  <a:cubicBezTo>
                    <a:pt x="112" y="479"/>
                    <a:pt x="108" y="479"/>
                    <a:pt x="105" y="479"/>
                  </a:cubicBezTo>
                  <a:cubicBezTo>
                    <a:pt x="101" y="479"/>
                    <a:pt x="98" y="479"/>
                    <a:pt x="94" y="476"/>
                  </a:cubicBezTo>
                  <a:cubicBezTo>
                    <a:pt x="87" y="472"/>
                    <a:pt x="78" y="465"/>
                    <a:pt x="71" y="452"/>
                  </a:cubicBezTo>
                  <a:cubicBezTo>
                    <a:pt x="59" y="433"/>
                    <a:pt x="49" y="405"/>
                    <a:pt x="42" y="371"/>
                  </a:cubicBezTo>
                  <a:cubicBezTo>
                    <a:pt x="33" y="337"/>
                    <a:pt x="29" y="296"/>
                    <a:pt x="29" y="254"/>
                  </a:cubicBezTo>
                  <a:cubicBezTo>
                    <a:pt x="29" y="190"/>
                    <a:pt x="39" y="132"/>
                    <a:pt x="5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8B25F22F-2958-25E6-B4F5-6FE5BDB3A3EF}"/>
              </a:ext>
            </a:extLst>
          </p:cNvPr>
          <p:cNvGrpSpPr/>
          <p:nvPr/>
        </p:nvGrpSpPr>
        <p:grpSpPr>
          <a:xfrm>
            <a:off x="2649140" y="2350170"/>
            <a:ext cx="227013" cy="260350"/>
            <a:chOff x="1612900" y="4141788"/>
            <a:chExt cx="227013" cy="260350"/>
          </a:xfrm>
          <a:solidFill>
            <a:schemeClr val="tx2"/>
          </a:solidFill>
        </p:grpSpPr>
        <p:sp>
          <p:nvSpPr>
            <p:cNvPr id="33" name="Freeform 24">
              <a:extLst>
                <a:ext uri="{FF2B5EF4-FFF2-40B4-BE49-F238E27FC236}">
                  <a16:creationId xmlns:a16="http://schemas.microsoft.com/office/drawing/2014/main" id="{DA6A4914-EDB1-C14D-5605-B1065B26E2F5}"/>
                </a:ext>
              </a:extLst>
            </p:cNvPr>
            <p:cNvSpPr>
              <a:spLocks noChangeArrowheads="1"/>
            </p:cNvSpPr>
            <p:nvPr/>
          </p:nvSpPr>
          <p:spPr bwMode="auto">
            <a:xfrm>
              <a:off x="1720850" y="4173538"/>
              <a:ext cx="11113" cy="11112"/>
            </a:xfrm>
            <a:custGeom>
              <a:avLst/>
              <a:gdLst>
                <a:gd name="T0" fmla="*/ 14 w 30"/>
                <a:gd name="T1" fmla="*/ 30 h 31"/>
                <a:gd name="T2" fmla="*/ 14 w 30"/>
                <a:gd name="T3" fmla="*/ 30 h 31"/>
                <a:gd name="T4" fmla="*/ 29 w 30"/>
                <a:gd name="T5" fmla="*/ 16 h 31"/>
                <a:gd name="T6" fmla="*/ 14 w 30"/>
                <a:gd name="T7" fmla="*/ 0 h 31"/>
                <a:gd name="T8" fmla="*/ 0 w 30"/>
                <a:gd name="T9" fmla="*/ 16 h 31"/>
                <a:gd name="T10" fmla="*/ 14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4" y="30"/>
                  </a:moveTo>
                  <a:lnTo>
                    <a:pt x="14" y="30"/>
                  </a:lnTo>
                  <a:cubicBezTo>
                    <a:pt x="22" y="30"/>
                    <a:pt x="29" y="23"/>
                    <a:pt x="29" y="16"/>
                  </a:cubicBezTo>
                  <a:cubicBezTo>
                    <a:pt x="29" y="7"/>
                    <a:pt x="22" y="0"/>
                    <a:pt x="14" y="0"/>
                  </a:cubicBezTo>
                  <a:cubicBezTo>
                    <a:pt x="7" y="0"/>
                    <a:pt x="0" y="7"/>
                    <a:pt x="0" y="16"/>
                  </a:cubicBezTo>
                  <a:cubicBezTo>
                    <a:pt x="0" y="23"/>
                    <a:pt x="7"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5">
              <a:extLst>
                <a:ext uri="{FF2B5EF4-FFF2-40B4-BE49-F238E27FC236}">
                  <a16:creationId xmlns:a16="http://schemas.microsoft.com/office/drawing/2014/main" id="{82971329-F1C3-01FB-F692-714DC1B65708}"/>
                </a:ext>
              </a:extLst>
            </p:cNvPr>
            <p:cNvSpPr>
              <a:spLocks noChangeArrowheads="1"/>
            </p:cNvSpPr>
            <p:nvPr/>
          </p:nvSpPr>
          <p:spPr bwMode="auto">
            <a:xfrm>
              <a:off x="1720850" y="4292600"/>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6"/>
                    <a:pt x="0" y="14"/>
                  </a:cubicBezTo>
                  <a:cubicBezTo>
                    <a:pt x="0" y="23"/>
                    <a:pt x="7" y="30"/>
                    <a:pt x="14" y="30"/>
                  </a:cubicBezTo>
                  <a:cubicBezTo>
                    <a:pt x="22" y="30"/>
                    <a:pt x="29" y="23"/>
                    <a:pt x="29" y="14"/>
                  </a:cubicBezTo>
                  <a:cubicBezTo>
                    <a:pt x="29" y="6"/>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 name="Freeform 26">
              <a:extLst>
                <a:ext uri="{FF2B5EF4-FFF2-40B4-BE49-F238E27FC236}">
                  <a16:creationId xmlns:a16="http://schemas.microsoft.com/office/drawing/2014/main" id="{6569469E-9B29-8C67-BC1C-45F4520B5AEE}"/>
                </a:ext>
              </a:extLst>
            </p:cNvPr>
            <p:cNvSpPr>
              <a:spLocks noChangeArrowheads="1"/>
            </p:cNvSpPr>
            <p:nvPr/>
          </p:nvSpPr>
          <p:spPr bwMode="auto">
            <a:xfrm>
              <a:off x="1612900" y="4141788"/>
              <a:ext cx="227013" cy="260350"/>
            </a:xfrm>
            <a:custGeom>
              <a:avLst/>
              <a:gdLst>
                <a:gd name="T0" fmla="*/ 615 w 630"/>
                <a:gd name="T1" fmla="*/ 0 h 722"/>
                <a:gd name="T2" fmla="*/ 615 w 630"/>
                <a:gd name="T3" fmla="*/ 0 h 722"/>
                <a:gd name="T4" fmla="*/ 555 w 630"/>
                <a:gd name="T5" fmla="*/ 0 h 722"/>
                <a:gd name="T6" fmla="*/ 76 w 630"/>
                <a:gd name="T7" fmla="*/ 0 h 722"/>
                <a:gd name="T8" fmla="*/ 16 w 630"/>
                <a:gd name="T9" fmla="*/ 0 h 722"/>
                <a:gd name="T10" fmla="*/ 0 w 630"/>
                <a:gd name="T11" fmla="*/ 16 h 722"/>
                <a:gd name="T12" fmla="*/ 16 w 630"/>
                <a:gd name="T13" fmla="*/ 30 h 722"/>
                <a:gd name="T14" fmla="*/ 61 w 630"/>
                <a:gd name="T15" fmla="*/ 30 h 722"/>
                <a:gd name="T16" fmla="*/ 61 w 630"/>
                <a:gd name="T17" fmla="*/ 614 h 722"/>
                <a:gd name="T18" fmla="*/ 105 w 630"/>
                <a:gd name="T19" fmla="*/ 659 h 722"/>
                <a:gd name="T20" fmla="*/ 111 w 630"/>
                <a:gd name="T21" fmla="*/ 659 h 722"/>
                <a:gd name="T22" fmla="*/ 93 w 630"/>
                <a:gd name="T23" fmla="*/ 697 h 722"/>
                <a:gd name="T24" fmla="*/ 98 w 630"/>
                <a:gd name="T25" fmla="*/ 718 h 722"/>
                <a:gd name="T26" fmla="*/ 120 w 630"/>
                <a:gd name="T27" fmla="*/ 711 h 722"/>
                <a:gd name="T28" fmla="*/ 145 w 630"/>
                <a:gd name="T29" fmla="*/ 659 h 722"/>
                <a:gd name="T30" fmla="*/ 486 w 630"/>
                <a:gd name="T31" fmla="*/ 659 h 722"/>
                <a:gd name="T32" fmla="*/ 511 w 630"/>
                <a:gd name="T33" fmla="*/ 711 h 722"/>
                <a:gd name="T34" fmla="*/ 532 w 630"/>
                <a:gd name="T35" fmla="*/ 718 h 722"/>
                <a:gd name="T36" fmla="*/ 538 w 630"/>
                <a:gd name="T37" fmla="*/ 697 h 722"/>
                <a:gd name="T38" fmla="*/ 520 w 630"/>
                <a:gd name="T39" fmla="*/ 659 h 722"/>
                <a:gd name="T40" fmla="*/ 525 w 630"/>
                <a:gd name="T41" fmla="*/ 659 h 722"/>
                <a:gd name="T42" fmla="*/ 570 w 630"/>
                <a:gd name="T43" fmla="*/ 614 h 722"/>
                <a:gd name="T44" fmla="*/ 570 w 630"/>
                <a:gd name="T45" fmla="*/ 315 h 722"/>
                <a:gd name="T46" fmla="*/ 570 w 630"/>
                <a:gd name="T47" fmla="*/ 315 h 722"/>
                <a:gd name="T48" fmla="*/ 570 w 630"/>
                <a:gd name="T49" fmla="*/ 315 h 722"/>
                <a:gd name="T50" fmla="*/ 570 w 630"/>
                <a:gd name="T51" fmla="*/ 30 h 722"/>
                <a:gd name="T52" fmla="*/ 615 w 630"/>
                <a:gd name="T53" fmla="*/ 30 h 722"/>
                <a:gd name="T54" fmla="*/ 629 w 630"/>
                <a:gd name="T55" fmla="*/ 16 h 722"/>
                <a:gd name="T56" fmla="*/ 615 w 630"/>
                <a:gd name="T57" fmla="*/ 0 h 722"/>
                <a:gd name="T58" fmla="*/ 525 w 630"/>
                <a:gd name="T59" fmla="*/ 629 h 722"/>
                <a:gd name="T60" fmla="*/ 525 w 630"/>
                <a:gd name="T61" fmla="*/ 629 h 722"/>
                <a:gd name="T62" fmla="*/ 105 w 630"/>
                <a:gd name="T63" fmla="*/ 629 h 722"/>
                <a:gd name="T64" fmla="*/ 90 w 630"/>
                <a:gd name="T65" fmla="*/ 614 h 722"/>
                <a:gd name="T66" fmla="*/ 90 w 630"/>
                <a:gd name="T67" fmla="*/ 330 h 722"/>
                <a:gd name="T68" fmla="*/ 539 w 630"/>
                <a:gd name="T69" fmla="*/ 330 h 722"/>
                <a:gd name="T70" fmla="*/ 539 w 630"/>
                <a:gd name="T71" fmla="*/ 614 h 722"/>
                <a:gd name="T72" fmla="*/ 525 w 630"/>
                <a:gd name="T73" fmla="*/ 629 h 722"/>
                <a:gd name="T74" fmla="*/ 539 w 630"/>
                <a:gd name="T75" fmla="*/ 299 h 722"/>
                <a:gd name="T76" fmla="*/ 539 w 630"/>
                <a:gd name="T77" fmla="*/ 299 h 722"/>
                <a:gd name="T78" fmla="*/ 90 w 630"/>
                <a:gd name="T79" fmla="*/ 299 h 722"/>
                <a:gd name="T80" fmla="*/ 90 w 630"/>
                <a:gd name="T81" fmla="*/ 30 h 722"/>
                <a:gd name="T82" fmla="*/ 539 w 630"/>
                <a:gd name="T83" fmla="*/ 30 h 722"/>
                <a:gd name="T84" fmla="*/ 539 w 630"/>
                <a:gd name="T85" fmla="*/ 299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30" h="722">
                  <a:moveTo>
                    <a:pt x="615" y="0"/>
                  </a:moveTo>
                  <a:lnTo>
                    <a:pt x="615" y="0"/>
                  </a:lnTo>
                  <a:cubicBezTo>
                    <a:pt x="555" y="0"/>
                    <a:pt x="555" y="0"/>
                    <a:pt x="555" y="0"/>
                  </a:cubicBezTo>
                  <a:cubicBezTo>
                    <a:pt x="76" y="0"/>
                    <a:pt x="76" y="0"/>
                    <a:pt x="76" y="0"/>
                  </a:cubicBezTo>
                  <a:cubicBezTo>
                    <a:pt x="16" y="0"/>
                    <a:pt x="16" y="0"/>
                    <a:pt x="16" y="0"/>
                  </a:cubicBezTo>
                  <a:cubicBezTo>
                    <a:pt x="7" y="0"/>
                    <a:pt x="0" y="7"/>
                    <a:pt x="0" y="16"/>
                  </a:cubicBezTo>
                  <a:cubicBezTo>
                    <a:pt x="0" y="23"/>
                    <a:pt x="7" y="30"/>
                    <a:pt x="16" y="30"/>
                  </a:cubicBezTo>
                  <a:cubicBezTo>
                    <a:pt x="61" y="30"/>
                    <a:pt x="61" y="30"/>
                    <a:pt x="61" y="30"/>
                  </a:cubicBezTo>
                  <a:cubicBezTo>
                    <a:pt x="61" y="614"/>
                    <a:pt x="61" y="614"/>
                    <a:pt x="61" y="614"/>
                  </a:cubicBezTo>
                  <a:cubicBezTo>
                    <a:pt x="61" y="639"/>
                    <a:pt x="80" y="659"/>
                    <a:pt x="105" y="659"/>
                  </a:cubicBezTo>
                  <a:cubicBezTo>
                    <a:pt x="111" y="659"/>
                    <a:pt x="111" y="659"/>
                    <a:pt x="111" y="659"/>
                  </a:cubicBezTo>
                  <a:cubicBezTo>
                    <a:pt x="93" y="697"/>
                    <a:pt x="93" y="697"/>
                    <a:pt x="93" y="697"/>
                  </a:cubicBezTo>
                  <a:cubicBezTo>
                    <a:pt x="89" y="705"/>
                    <a:pt x="91" y="714"/>
                    <a:pt x="98" y="718"/>
                  </a:cubicBezTo>
                  <a:cubicBezTo>
                    <a:pt x="107" y="721"/>
                    <a:pt x="115" y="718"/>
                    <a:pt x="120" y="711"/>
                  </a:cubicBezTo>
                  <a:cubicBezTo>
                    <a:pt x="145" y="659"/>
                    <a:pt x="145" y="659"/>
                    <a:pt x="145" y="659"/>
                  </a:cubicBezTo>
                  <a:cubicBezTo>
                    <a:pt x="486" y="659"/>
                    <a:pt x="486" y="659"/>
                    <a:pt x="486" y="659"/>
                  </a:cubicBezTo>
                  <a:cubicBezTo>
                    <a:pt x="511" y="711"/>
                    <a:pt x="511" y="711"/>
                    <a:pt x="511" y="711"/>
                  </a:cubicBezTo>
                  <a:cubicBezTo>
                    <a:pt x="515" y="718"/>
                    <a:pt x="524" y="721"/>
                    <a:pt x="532" y="718"/>
                  </a:cubicBezTo>
                  <a:cubicBezTo>
                    <a:pt x="539" y="714"/>
                    <a:pt x="542" y="705"/>
                    <a:pt x="538" y="697"/>
                  </a:cubicBezTo>
                  <a:cubicBezTo>
                    <a:pt x="520" y="659"/>
                    <a:pt x="520" y="659"/>
                    <a:pt x="520" y="659"/>
                  </a:cubicBezTo>
                  <a:cubicBezTo>
                    <a:pt x="525" y="659"/>
                    <a:pt x="525" y="659"/>
                    <a:pt x="525" y="659"/>
                  </a:cubicBezTo>
                  <a:cubicBezTo>
                    <a:pt x="549" y="659"/>
                    <a:pt x="570" y="639"/>
                    <a:pt x="570" y="614"/>
                  </a:cubicBezTo>
                  <a:cubicBezTo>
                    <a:pt x="570" y="315"/>
                    <a:pt x="570" y="315"/>
                    <a:pt x="570" y="315"/>
                  </a:cubicBezTo>
                  <a:lnTo>
                    <a:pt x="570" y="315"/>
                  </a:lnTo>
                  <a:lnTo>
                    <a:pt x="570" y="315"/>
                  </a:lnTo>
                  <a:cubicBezTo>
                    <a:pt x="570" y="30"/>
                    <a:pt x="570" y="30"/>
                    <a:pt x="570" y="30"/>
                  </a:cubicBezTo>
                  <a:cubicBezTo>
                    <a:pt x="615" y="30"/>
                    <a:pt x="615" y="30"/>
                    <a:pt x="615" y="30"/>
                  </a:cubicBezTo>
                  <a:cubicBezTo>
                    <a:pt x="624" y="30"/>
                    <a:pt x="629" y="23"/>
                    <a:pt x="629" y="16"/>
                  </a:cubicBezTo>
                  <a:cubicBezTo>
                    <a:pt x="629" y="7"/>
                    <a:pt x="624" y="0"/>
                    <a:pt x="615" y="0"/>
                  </a:cubicBezTo>
                  <a:close/>
                  <a:moveTo>
                    <a:pt x="525" y="629"/>
                  </a:moveTo>
                  <a:lnTo>
                    <a:pt x="525" y="629"/>
                  </a:lnTo>
                  <a:cubicBezTo>
                    <a:pt x="105" y="629"/>
                    <a:pt x="105" y="629"/>
                    <a:pt x="105" y="629"/>
                  </a:cubicBezTo>
                  <a:cubicBezTo>
                    <a:pt x="97" y="629"/>
                    <a:pt x="90" y="622"/>
                    <a:pt x="90" y="614"/>
                  </a:cubicBezTo>
                  <a:cubicBezTo>
                    <a:pt x="90" y="330"/>
                    <a:pt x="90" y="330"/>
                    <a:pt x="90" y="330"/>
                  </a:cubicBezTo>
                  <a:cubicBezTo>
                    <a:pt x="539" y="330"/>
                    <a:pt x="539" y="330"/>
                    <a:pt x="539" y="330"/>
                  </a:cubicBezTo>
                  <a:cubicBezTo>
                    <a:pt x="539" y="614"/>
                    <a:pt x="539" y="614"/>
                    <a:pt x="539" y="614"/>
                  </a:cubicBezTo>
                  <a:cubicBezTo>
                    <a:pt x="539" y="622"/>
                    <a:pt x="534" y="629"/>
                    <a:pt x="525" y="629"/>
                  </a:cubicBezTo>
                  <a:close/>
                  <a:moveTo>
                    <a:pt x="539" y="299"/>
                  </a:moveTo>
                  <a:lnTo>
                    <a:pt x="539" y="299"/>
                  </a:lnTo>
                  <a:cubicBezTo>
                    <a:pt x="90" y="299"/>
                    <a:pt x="90" y="299"/>
                    <a:pt x="90" y="299"/>
                  </a:cubicBezTo>
                  <a:cubicBezTo>
                    <a:pt x="90" y="30"/>
                    <a:pt x="90" y="30"/>
                    <a:pt x="90" y="30"/>
                  </a:cubicBezTo>
                  <a:cubicBezTo>
                    <a:pt x="539" y="30"/>
                    <a:pt x="539" y="30"/>
                    <a:pt x="539" y="30"/>
                  </a:cubicBezTo>
                  <a:lnTo>
                    <a:pt x="539" y="2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 name="Freeform 27">
            <a:extLst>
              <a:ext uri="{FF2B5EF4-FFF2-40B4-BE49-F238E27FC236}">
                <a16:creationId xmlns:a16="http://schemas.microsoft.com/office/drawing/2014/main" id="{DCA50883-8C40-CB17-7558-9A6788447B3C}"/>
              </a:ext>
            </a:extLst>
          </p:cNvPr>
          <p:cNvSpPr>
            <a:spLocks noChangeArrowheads="1"/>
          </p:cNvSpPr>
          <p:nvPr/>
        </p:nvSpPr>
        <p:spPr bwMode="auto">
          <a:xfrm>
            <a:off x="1577578" y="2870076"/>
            <a:ext cx="258762" cy="215900"/>
          </a:xfrm>
          <a:custGeom>
            <a:avLst/>
            <a:gdLst>
              <a:gd name="T0" fmla="*/ 703 w 720"/>
              <a:gd name="T1" fmla="*/ 359 h 600"/>
              <a:gd name="T2" fmla="*/ 598 w 720"/>
              <a:gd name="T3" fmla="*/ 299 h 600"/>
              <a:gd name="T4" fmla="*/ 714 w 720"/>
              <a:gd name="T5" fmla="*/ 295 h 600"/>
              <a:gd name="T6" fmla="*/ 719 w 720"/>
              <a:gd name="T7" fmla="*/ 195 h 600"/>
              <a:gd name="T8" fmla="*/ 703 w 720"/>
              <a:gd name="T9" fmla="*/ 180 h 600"/>
              <a:gd name="T10" fmla="*/ 598 w 720"/>
              <a:gd name="T11" fmla="*/ 150 h 600"/>
              <a:gd name="T12" fmla="*/ 714 w 720"/>
              <a:gd name="T13" fmla="*/ 145 h 600"/>
              <a:gd name="T14" fmla="*/ 719 w 720"/>
              <a:gd name="T15" fmla="*/ 45 h 600"/>
              <a:gd name="T16" fmla="*/ 703 w 720"/>
              <a:gd name="T17" fmla="*/ 29 h 600"/>
              <a:gd name="T18" fmla="*/ 598 w 720"/>
              <a:gd name="T19" fmla="*/ 15 h 600"/>
              <a:gd name="T20" fmla="*/ 568 w 720"/>
              <a:gd name="T21" fmla="*/ 15 h 600"/>
              <a:gd name="T22" fmla="*/ 149 w 720"/>
              <a:gd name="T23" fmla="*/ 29 h 600"/>
              <a:gd name="T24" fmla="*/ 135 w 720"/>
              <a:gd name="T25" fmla="*/ 0 h 600"/>
              <a:gd name="T26" fmla="*/ 119 w 720"/>
              <a:gd name="T27" fmla="*/ 29 h 600"/>
              <a:gd name="T28" fmla="*/ 4 w 720"/>
              <a:gd name="T29" fmla="*/ 34 h 600"/>
              <a:gd name="T30" fmla="*/ 0 w 720"/>
              <a:gd name="T31" fmla="*/ 135 h 600"/>
              <a:gd name="T32" fmla="*/ 14 w 720"/>
              <a:gd name="T33" fmla="*/ 150 h 600"/>
              <a:gd name="T34" fmla="*/ 119 w 720"/>
              <a:gd name="T35" fmla="*/ 180 h 600"/>
              <a:gd name="T36" fmla="*/ 4 w 720"/>
              <a:gd name="T37" fmla="*/ 184 h 600"/>
              <a:gd name="T38" fmla="*/ 0 w 720"/>
              <a:gd name="T39" fmla="*/ 285 h 600"/>
              <a:gd name="T40" fmla="*/ 14 w 720"/>
              <a:gd name="T41" fmla="*/ 299 h 600"/>
              <a:gd name="T42" fmla="*/ 119 w 720"/>
              <a:gd name="T43" fmla="*/ 359 h 600"/>
              <a:gd name="T44" fmla="*/ 0 w 720"/>
              <a:gd name="T45" fmla="*/ 375 h 600"/>
              <a:gd name="T46" fmla="*/ 63 w 720"/>
              <a:gd name="T47" fmla="*/ 389 h 600"/>
              <a:gd name="T48" fmla="*/ 29 w 720"/>
              <a:gd name="T49" fmla="*/ 581 h 600"/>
              <a:gd name="T50" fmla="*/ 59 w 720"/>
              <a:gd name="T51" fmla="*/ 585 h 600"/>
              <a:gd name="T52" fmla="*/ 116 w 720"/>
              <a:gd name="T53" fmla="*/ 389 h 600"/>
              <a:gd name="T54" fmla="*/ 149 w 720"/>
              <a:gd name="T55" fmla="*/ 423 h 600"/>
              <a:gd name="T56" fmla="*/ 164 w 720"/>
              <a:gd name="T57" fmla="*/ 569 h 600"/>
              <a:gd name="T58" fmla="*/ 179 w 720"/>
              <a:gd name="T59" fmla="*/ 555 h 600"/>
              <a:gd name="T60" fmla="*/ 170 w 720"/>
              <a:gd name="T61" fmla="*/ 389 h 600"/>
              <a:gd name="T62" fmla="*/ 539 w 720"/>
              <a:gd name="T63" fmla="*/ 423 h 600"/>
              <a:gd name="T64" fmla="*/ 553 w 720"/>
              <a:gd name="T65" fmla="*/ 569 h 600"/>
              <a:gd name="T66" fmla="*/ 568 w 720"/>
              <a:gd name="T67" fmla="*/ 555 h 600"/>
              <a:gd name="T68" fmla="*/ 602 w 720"/>
              <a:gd name="T69" fmla="*/ 389 h 600"/>
              <a:gd name="T70" fmla="*/ 634 w 720"/>
              <a:gd name="T71" fmla="*/ 417 h 600"/>
              <a:gd name="T72" fmla="*/ 675 w 720"/>
              <a:gd name="T73" fmla="*/ 598 h 600"/>
              <a:gd name="T74" fmla="*/ 664 w 720"/>
              <a:gd name="T75" fmla="*/ 413 h 600"/>
              <a:gd name="T76" fmla="*/ 703 w 720"/>
              <a:gd name="T77" fmla="*/ 389 h 600"/>
              <a:gd name="T78" fmla="*/ 703 w 720"/>
              <a:gd name="T79" fmla="*/ 359 h 600"/>
              <a:gd name="T80" fmla="*/ 29 w 720"/>
              <a:gd name="T81" fmla="*/ 60 h 600"/>
              <a:gd name="T82" fmla="*/ 135 w 720"/>
              <a:gd name="T83" fmla="*/ 60 h 600"/>
              <a:gd name="T84" fmla="*/ 584 w 720"/>
              <a:gd name="T85" fmla="*/ 60 h 600"/>
              <a:gd name="T86" fmla="*/ 584 w 720"/>
              <a:gd name="T87" fmla="*/ 60 h 600"/>
              <a:gd name="T88" fmla="*/ 688 w 720"/>
              <a:gd name="T89" fmla="*/ 119 h 600"/>
              <a:gd name="T90" fmla="*/ 29 w 720"/>
              <a:gd name="T91" fmla="*/ 60 h 600"/>
              <a:gd name="T92" fmla="*/ 149 w 720"/>
              <a:gd name="T93" fmla="*/ 150 h 600"/>
              <a:gd name="T94" fmla="*/ 568 w 720"/>
              <a:gd name="T95" fmla="*/ 180 h 600"/>
              <a:gd name="T96" fmla="*/ 149 w 720"/>
              <a:gd name="T97" fmla="*/ 150 h 600"/>
              <a:gd name="T98" fmla="*/ 29 w 720"/>
              <a:gd name="T99" fmla="*/ 209 h 600"/>
              <a:gd name="T100" fmla="*/ 135 w 720"/>
              <a:gd name="T101" fmla="*/ 209 h 600"/>
              <a:gd name="T102" fmla="*/ 584 w 720"/>
              <a:gd name="T103" fmla="*/ 209 h 600"/>
              <a:gd name="T104" fmla="*/ 584 w 720"/>
              <a:gd name="T105" fmla="*/ 209 h 600"/>
              <a:gd name="T106" fmla="*/ 688 w 720"/>
              <a:gd name="T107" fmla="*/ 270 h 600"/>
              <a:gd name="T108" fmla="*/ 29 w 720"/>
              <a:gd name="T109" fmla="*/ 209 h 600"/>
              <a:gd name="T110" fmla="*/ 149 w 720"/>
              <a:gd name="T111" fmla="*/ 299 h 600"/>
              <a:gd name="T112" fmla="*/ 568 w 720"/>
              <a:gd name="T113" fmla="*/ 359 h 600"/>
              <a:gd name="T114" fmla="*/ 149 w 720"/>
              <a:gd name="T115" fmla="*/ 299 h 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20" h="600">
                <a:moveTo>
                  <a:pt x="703" y="359"/>
                </a:moveTo>
                <a:lnTo>
                  <a:pt x="703" y="359"/>
                </a:lnTo>
                <a:cubicBezTo>
                  <a:pt x="598" y="359"/>
                  <a:pt x="598" y="359"/>
                  <a:pt x="598" y="359"/>
                </a:cubicBezTo>
                <a:cubicBezTo>
                  <a:pt x="598" y="299"/>
                  <a:pt x="598" y="299"/>
                  <a:pt x="598" y="299"/>
                </a:cubicBezTo>
                <a:cubicBezTo>
                  <a:pt x="703" y="299"/>
                  <a:pt x="703" y="299"/>
                  <a:pt x="703" y="299"/>
                </a:cubicBezTo>
                <a:cubicBezTo>
                  <a:pt x="707" y="299"/>
                  <a:pt x="712" y="298"/>
                  <a:pt x="714" y="295"/>
                </a:cubicBezTo>
                <a:cubicBezTo>
                  <a:pt x="717" y="292"/>
                  <a:pt x="719" y="288"/>
                  <a:pt x="719" y="285"/>
                </a:cubicBezTo>
                <a:cubicBezTo>
                  <a:pt x="719" y="195"/>
                  <a:pt x="719" y="195"/>
                  <a:pt x="719" y="195"/>
                </a:cubicBezTo>
                <a:cubicBezTo>
                  <a:pt x="719" y="191"/>
                  <a:pt x="717" y="187"/>
                  <a:pt x="714" y="184"/>
                </a:cubicBezTo>
                <a:cubicBezTo>
                  <a:pt x="712" y="181"/>
                  <a:pt x="707" y="180"/>
                  <a:pt x="703" y="180"/>
                </a:cubicBezTo>
                <a:cubicBezTo>
                  <a:pt x="598" y="180"/>
                  <a:pt x="598" y="180"/>
                  <a:pt x="598" y="180"/>
                </a:cubicBezTo>
                <a:cubicBezTo>
                  <a:pt x="598" y="150"/>
                  <a:pt x="598" y="150"/>
                  <a:pt x="598" y="150"/>
                </a:cubicBezTo>
                <a:cubicBezTo>
                  <a:pt x="703" y="150"/>
                  <a:pt x="703" y="150"/>
                  <a:pt x="703" y="150"/>
                </a:cubicBezTo>
                <a:cubicBezTo>
                  <a:pt x="707" y="150"/>
                  <a:pt x="712" y="147"/>
                  <a:pt x="714" y="145"/>
                </a:cubicBezTo>
                <a:cubicBezTo>
                  <a:pt x="717" y="142"/>
                  <a:pt x="719" y="139"/>
                  <a:pt x="719" y="135"/>
                </a:cubicBezTo>
                <a:cubicBezTo>
                  <a:pt x="719" y="45"/>
                  <a:pt x="719" y="45"/>
                  <a:pt x="719" y="45"/>
                </a:cubicBezTo>
                <a:cubicBezTo>
                  <a:pt x="719" y="41"/>
                  <a:pt x="717" y="36"/>
                  <a:pt x="714" y="34"/>
                </a:cubicBezTo>
                <a:cubicBezTo>
                  <a:pt x="712" y="31"/>
                  <a:pt x="707" y="29"/>
                  <a:pt x="703" y="29"/>
                </a:cubicBezTo>
                <a:cubicBezTo>
                  <a:pt x="598" y="29"/>
                  <a:pt x="598" y="29"/>
                  <a:pt x="598" y="29"/>
                </a:cubicBezTo>
                <a:cubicBezTo>
                  <a:pt x="598" y="15"/>
                  <a:pt x="598" y="15"/>
                  <a:pt x="598" y="15"/>
                </a:cubicBezTo>
                <a:cubicBezTo>
                  <a:pt x="598" y="7"/>
                  <a:pt x="592" y="0"/>
                  <a:pt x="584" y="0"/>
                </a:cubicBezTo>
                <a:cubicBezTo>
                  <a:pt x="575" y="0"/>
                  <a:pt x="568" y="7"/>
                  <a:pt x="568" y="15"/>
                </a:cubicBezTo>
                <a:cubicBezTo>
                  <a:pt x="568" y="29"/>
                  <a:pt x="568" y="29"/>
                  <a:pt x="568" y="29"/>
                </a:cubicBezTo>
                <a:cubicBezTo>
                  <a:pt x="149" y="29"/>
                  <a:pt x="149" y="29"/>
                  <a:pt x="149" y="29"/>
                </a:cubicBezTo>
                <a:cubicBezTo>
                  <a:pt x="149" y="15"/>
                  <a:pt x="149" y="15"/>
                  <a:pt x="149" y="15"/>
                </a:cubicBezTo>
                <a:cubicBezTo>
                  <a:pt x="149" y="7"/>
                  <a:pt x="143" y="0"/>
                  <a:pt x="135" y="0"/>
                </a:cubicBezTo>
                <a:cubicBezTo>
                  <a:pt x="126" y="0"/>
                  <a:pt x="119" y="7"/>
                  <a:pt x="119" y="15"/>
                </a:cubicBezTo>
                <a:cubicBezTo>
                  <a:pt x="119" y="29"/>
                  <a:pt x="119" y="29"/>
                  <a:pt x="119" y="29"/>
                </a:cubicBezTo>
                <a:cubicBezTo>
                  <a:pt x="14" y="29"/>
                  <a:pt x="14" y="29"/>
                  <a:pt x="14" y="29"/>
                </a:cubicBezTo>
                <a:cubicBezTo>
                  <a:pt x="11" y="29"/>
                  <a:pt x="7" y="31"/>
                  <a:pt x="4" y="34"/>
                </a:cubicBezTo>
                <a:cubicBezTo>
                  <a:pt x="1" y="36"/>
                  <a:pt x="0" y="41"/>
                  <a:pt x="0" y="45"/>
                </a:cubicBezTo>
                <a:cubicBezTo>
                  <a:pt x="0" y="135"/>
                  <a:pt x="0" y="135"/>
                  <a:pt x="0" y="135"/>
                </a:cubicBezTo>
                <a:cubicBezTo>
                  <a:pt x="0" y="139"/>
                  <a:pt x="1" y="142"/>
                  <a:pt x="4" y="145"/>
                </a:cubicBezTo>
                <a:cubicBezTo>
                  <a:pt x="7" y="147"/>
                  <a:pt x="11" y="150"/>
                  <a:pt x="14" y="150"/>
                </a:cubicBezTo>
                <a:cubicBezTo>
                  <a:pt x="119" y="150"/>
                  <a:pt x="119" y="150"/>
                  <a:pt x="119" y="150"/>
                </a:cubicBezTo>
                <a:cubicBezTo>
                  <a:pt x="119" y="180"/>
                  <a:pt x="119" y="180"/>
                  <a:pt x="119" y="180"/>
                </a:cubicBezTo>
                <a:cubicBezTo>
                  <a:pt x="14" y="180"/>
                  <a:pt x="14" y="180"/>
                  <a:pt x="14" y="180"/>
                </a:cubicBezTo>
                <a:cubicBezTo>
                  <a:pt x="11" y="180"/>
                  <a:pt x="7" y="181"/>
                  <a:pt x="4" y="184"/>
                </a:cubicBezTo>
                <a:cubicBezTo>
                  <a:pt x="1" y="187"/>
                  <a:pt x="0" y="191"/>
                  <a:pt x="0" y="195"/>
                </a:cubicBezTo>
                <a:cubicBezTo>
                  <a:pt x="0" y="285"/>
                  <a:pt x="0" y="285"/>
                  <a:pt x="0" y="285"/>
                </a:cubicBezTo>
                <a:cubicBezTo>
                  <a:pt x="0" y="288"/>
                  <a:pt x="1" y="292"/>
                  <a:pt x="4" y="295"/>
                </a:cubicBezTo>
                <a:cubicBezTo>
                  <a:pt x="7" y="298"/>
                  <a:pt x="11" y="299"/>
                  <a:pt x="14" y="299"/>
                </a:cubicBezTo>
                <a:cubicBezTo>
                  <a:pt x="119" y="299"/>
                  <a:pt x="119" y="299"/>
                  <a:pt x="119" y="299"/>
                </a:cubicBezTo>
                <a:cubicBezTo>
                  <a:pt x="119" y="359"/>
                  <a:pt x="119" y="359"/>
                  <a:pt x="119" y="359"/>
                </a:cubicBezTo>
                <a:cubicBezTo>
                  <a:pt x="14" y="359"/>
                  <a:pt x="14" y="359"/>
                  <a:pt x="14" y="359"/>
                </a:cubicBezTo>
                <a:cubicBezTo>
                  <a:pt x="7" y="359"/>
                  <a:pt x="0" y="366"/>
                  <a:pt x="0" y="375"/>
                </a:cubicBezTo>
                <a:cubicBezTo>
                  <a:pt x="0" y="382"/>
                  <a:pt x="7" y="389"/>
                  <a:pt x="14" y="389"/>
                </a:cubicBezTo>
                <a:cubicBezTo>
                  <a:pt x="63" y="389"/>
                  <a:pt x="63" y="389"/>
                  <a:pt x="63" y="389"/>
                </a:cubicBezTo>
                <a:cubicBezTo>
                  <a:pt x="59" y="396"/>
                  <a:pt x="55" y="404"/>
                  <a:pt x="53" y="413"/>
                </a:cubicBezTo>
                <a:cubicBezTo>
                  <a:pt x="29" y="581"/>
                  <a:pt x="29" y="581"/>
                  <a:pt x="29" y="581"/>
                </a:cubicBezTo>
                <a:cubicBezTo>
                  <a:pt x="28" y="590"/>
                  <a:pt x="33" y="598"/>
                  <a:pt x="42" y="598"/>
                </a:cubicBezTo>
                <a:cubicBezTo>
                  <a:pt x="50" y="599"/>
                  <a:pt x="57" y="594"/>
                  <a:pt x="59" y="585"/>
                </a:cubicBezTo>
                <a:cubicBezTo>
                  <a:pt x="83" y="417"/>
                  <a:pt x="83" y="417"/>
                  <a:pt x="83" y="417"/>
                </a:cubicBezTo>
                <a:cubicBezTo>
                  <a:pt x="85" y="402"/>
                  <a:pt x="99" y="389"/>
                  <a:pt x="116" y="389"/>
                </a:cubicBezTo>
                <a:lnTo>
                  <a:pt x="116" y="389"/>
                </a:lnTo>
                <a:cubicBezTo>
                  <a:pt x="135" y="389"/>
                  <a:pt x="149" y="404"/>
                  <a:pt x="149" y="423"/>
                </a:cubicBezTo>
                <a:cubicBezTo>
                  <a:pt x="149" y="555"/>
                  <a:pt x="149" y="555"/>
                  <a:pt x="149" y="555"/>
                </a:cubicBezTo>
                <a:cubicBezTo>
                  <a:pt x="149" y="562"/>
                  <a:pt x="156" y="569"/>
                  <a:pt x="164" y="569"/>
                </a:cubicBezTo>
                <a:cubicBezTo>
                  <a:pt x="172" y="569"/>
                  <a:pt x="179" y="562"/>
                  <a:pt x="179" y="555"/>
                </a:cubicBezTo>
                <a:lnTo>
                  <a:pt x="179" y="555"/>
                </a:lnTo>
                <a:cubicBezTo>
                  <a:pt x="179" y="423"/>
                  <a:pt x="179" y="423"/>
                  <a:pt x="179" y="423"/>
                </a:cubicBezTo>
                <a:cubicBezTo>
                  <a:pt x="179" y="410"/>
                  <a:pt x="175" y="399"/>
                  <a:pt x="170" y="389"/>
                </a:cubicBezTo>
                <a:cubicBezTo>
                  <a:pt x="549" y="389"/>
                  <a:pt x="549" y="389"/>
                  <a:pt x="549" y="389"/>
                </a:cubicBezTo>
                <a:cubicBezTo>
                  <a:pt x="542" y="399"/>
                  <a:pt x="539" y="410"/>
                  <a:pt x="539" y="423"/>
                </a:cubicBezTo>
                <a:cubicBezTo>
                  <a:pt x="539" y="555"/>
                  <a:pt x="539" y="555"/>
                  <a:pt x="539" y="555"/>
                </a:cubicBezTo>
                <a:cubicBezTo>
                  <a:pt x="539" y="562"/>
                  <a:pt x="546" y="569"/>
                  <a:pt x="553" y="569"/>
                </a:cubicBezTo>
                <a:cubicBezTo>
                  <a:pt x="561" y="569"/>
                  <a:pt x="568" y="562"/>
                  <a:pt x="568" y="555"/>
                </a:cubicBezTo>
                <a:lnTo>
                  <a:pt x="568" y="555"/>
                </a:lnTo>
                <a:cubicBezTo>
                  <a:pt x="568" y="423"/>
                  <a:pt x="568" y="423"/>
                  <a:pt x="568" y="423"/>
                </a:cubicBezTo>
                <a:cubicBezTo>
                  <a:pt x="568" y="404"/>
                  <a:pt x="584" y="389"/>
                  <a:pt x="602" y="389"/>
                </a:cubicBezTo>
                <a:lnTo>
                  <a:pt x="602" y="389"/>
                </a:lnTo>
                <a:cubicBezTo>
                  <a:pt x="618" y="389"/>
                  <a:pt x="632" y="402"/>
                  <a:pt x="634" y="417"/>
                </a:cubicBezTo>
                <a:cubicBezTo>
                  <a:pt x="658" y="585"/>
                  <a:pt x="658" y="585"/>
                  <a:pt x="658" y="585"/>
                </a:cubicBezTo>
                <a:cubicBezTo>
                  <a:pt x="660" y="594"/>
                  <a:pt x="667" y="599"/>
                  <a:pt x="675" y="598"/>
                </a:cubicBezTo>
                <a:cubicBezTo>
                  <a:pt x="684" y="598"/>
                  <a:pt x="689" y="590"/>
                  <a:pt x="688" y="581"/>
                </a:cubicBezTo>
                <a:cubicBezTo>
                  <a:pt x="664" y="413"/>
                  <a:pt x="664" y="413"/>
                  <a:pt x="664" y="413"/>
                </a:cubicBezTo>
                <a:cubicBezTo>
                  <a:pt x="662" y="404"/>
                  <a:pt x="660" y="396"/>
                  <a:pt x="655" y="389"/>
                </a:cubicBezTo>
                <a:cubicBezTo>
                  <a:pt x="703" y="389"/>
                  <a:pt x="703" y="389"/>
                  <a:pt x="703" y="389"/>
                </a:cubicBezTo>
                <a:cubicBezTo>
                  <a:pt x="712" y="389"/>
                  <a:pt x="719" y="382"/>
                  <a:pt x="719" y="375"/>
                </a:cubicBezTo>
                <a:cubicBezTo>
                  <a:pt x="719" y="366"/>
                  <a:pt x="712" y="359"/>
                  <a:pt x="703" y="359"/>
                </a:cubicBezTo>
                <a:close/>
                <a:moveTo>
                  <a:pt x="29" y="60"/>
                </a:moveTo>
                <a:lnTo>
                  <a:pt x="29" y="60"/>
                </a:lnTo>
                <a:cubicBezTo>
                  <a:pt x="135" y="60"/>
                  <a:pt x="135" y="60"/>
                  <a:pt x="135" y="60"/>
                </a:cubicBezTo>
                <a:lnTo>
                  <a:pt x="135" y="60"/>
                </a:lnTo>
                <a:lnTo>
                  <a:pt x="135" y="60"/>
                </a:lnTo>
                <a:cubicBezTo>
                  <a:pt x="584" y="60"/>
                  <a:pt x="584" y="60"/>
                  <a:pt x="584" y="60"/>
                </a:cubicBezTo>
                <a:lnTo>
                  <a:pt x="584" y="60"/>
                </a:lnTo>
                <a:lnTo>
                  <a:pt x="584" y="60"/>
                </a:lnTo>
                <a:cubicBezTo>
                  <a:pt x="688" y="60"/>
                  <a:pt x="688" y="60"/>
                  <a:pt x="688" y="60"/>
                </a:cubicBezTo>
                <a:cubicBezTo>
                  <a:pt x="688" y="119"/>
                  <a:pt x="688" y="119"/>
                  <a:pt x="688" y="119"/>
                </a:cubicBezTo>
                <a:cubicBezTo>
                  <a:pt x="29" y="119"/>
                  <a:pt x="29" y="119"/>
                  <a:pt x="29" y="119"/>
                </a:cubicBezTo>
                <a:lnTo>
                  <a:pt x="29" y="60"/>
                </a:lnTo>
                <a:close/>
                <a:moveTo>
                  <a:pt x="149" y="150"/>
                </a:moveTo>
                <a:lnTo>
                  <a:pt x="149" y="150"/>
                </a:lnTo>
                <a:cubicBezTo>
                  <a:pt x="568" y="150"/>
                  <a:pt x="568" y="150"/>
                  <a:pt x="568" y="150"/>
                </a:cubicBezTo>
                <a:cubicBezTo>
                  <a:pt x="568" y="180"/>
                  <a:pt x="568" y="180"/>
                  <a:pt x="568" y="180"/>
                </a:cubicBezTo>
                <a:cubicBezTo>
                  <a:pt x="149" y="180"/>
                  <a:pt x="149" y="180"/>
                  <a:pt x="149" y="180"/>
                </a:cubicBezTo>
                <a:lnTo>
                  <a:pt x="149" y="150"/>
                </a:lnTo>
                <a:close/>
                <a:moveTo>
                  <a:pt x="29" y="209"/>
                </a:moveTo>
                <a:lnTo>
                  <a:pt x="29" y="209"/>
                </a:lnTo>
                <a:cubicBezTo>
                  <a:pt x="135" y="209"/>
                  <a:pt x="135" y="209"/>
                  <a:pt x="135" y="209"/>
                </a:cubicBezTo>
                <a:lnTo>
                  <a:pt x="135" y="209"/>
                </a:lnTo>
                <a:lnTo>
                  <a:pt x="135" y="209"/>
                </a:lnTo>
                <a:cubicBezTo>
                  <a:pt x="584" y="209"/>
                  <a:pt x="584" y="209"/>
                  <a:pt x="584" y="209"/>
                </a:cubicBezTo>
                <a:lnTo>
                  <a:pt x="584" y="209"/>
                </a:lnTo>
                <a:lnTo>
                  <a:pt x="584" y="209"/>
                </a:lnTo>
                <a:cubicBezTo>
                  <a:pt x="688" y="209"/>
                  <a:pt x="688" y="209"/>
                  <a:pt x="688" y="209"/>
                </a:cubicBezTo>
                <a:cubicBezTo>
                  <a:pt x="688" y="270"/>
                  <a:pt x="688" y="270"/>
                  <a:pt x="688" y="270"/>
                </a:cubicBezTo>
                <a:cubicBezTo>
                  <a:pt x="29" y="270"/>
                  <a:pt x="29" y="270"/>
                  <a:pt x="29" y="270"/>
                </a:cubicBezTo>
                <a:lnTo>
                  <a:pt x="29" y="209"/>
                </a:lnTo>
                <a:close/>
                <a:moveTo>
                  <a:pt x="149" y="299"/>
                </a:moveTo>
                <a:lnTo>
                  <a:pt x="149" y="299"/>
                </a:lnTo>
                <a:cubicBezTo>
                  <a:pt x="568" y="299"/>
                  <a:pt x="568" y="299"/>
                  <a:pt x="568" y="299"/>
                </a:cubicBezTo>
                <a:cubicBezTo>
                  <a:pt x="568" y="359"/>
                  <a:pt x="568" y="359"/>
                  <a:pt x="568" y="359"/>
                </a:cubicBezTo>
                <a:cubicBezTo>
                  <a:pt x="149" y="359"/>
                  <a:pt x="149" y="359"/>
                  <a:pt x="149" y="359"/>
                </a:cubicBezTo>
                <a:lnTo>
                  <a:pt x="149" y="299"/>
                </a:lnTo>
                <a:close/>
              </a:path>
            </a:pathLst>
          </a:custGeom>
          <a:solidFill>
            <a:schemeClr val="tx2"/>
          </a:solidFill>
          <a:ln>
            <a:noFill/>
          </a:ln>
          <a:effectLst/>
        </p:spPr>
        <p:txBody>
          <a:bodyPr wrap="none" anchor="ctr"/>
          <a:lstStyle/>
          <a:p>
            <a:endParaRPr lang="da-DK"/>
          </a:p>
        </p:txBody>
      </p:sp>
      <p:grpSp>
        <p:nvGrpSpPr>
          <p:cNvPr id="37" name="Group 40">
            <a:extLst>
              <a:ext uri="{FF2B5EF4-FFF2-40B4-BE49-F238E27FC236}">
                <a16:creationId xmlns:a16="http://schemas.microsoft.com/office/drawing/2014/main" id="{89595B02-6B56-B7B0-125A-BE87F474E613}"/>
              </a:ext>
            </a:extLst>
          </p:cNvPr>
          <p:cNvGrpSpPr/>
          <p:nvPr/>
        </p:nvGrpSpPr>
        <p:grpSpPr>
          <a:xfrm>
            <a:off x="3663553" y="2383508"/>
            <a:ext cx="258762" cy="193675"/>
            <a:chOff x="2627313" y="4184650"/>
            <a:chExt cx="258762" cy="193675"/>
          </a:xfrm>
          <a:solidFill>
            <a:schemeClr val="tx2"/>
          </a:solidFill>
        </p:grpSpPr>
        <p:sp>
          <p:nvSpPr>
            <p:cNvPr id="38" name="Freeform 28">
              <a:extLst>
                <a:ext uri="{FF2B5EF4-FFF2-40B4-BE49-F238E27FC236}">
                  <a16:creationId xmlns:a16="http://schemas.microsoft.com/office/drawing/2014/main" id="{571E1224-2353-A255-DA13-20EAC3669E22}"/>
                </a:ext>
              </a:extLst>
            </p:cNvPr>
            <p:cNvSpPr>
              <a:spLocks noChangeArrowheads="1"/>
            </p:cNvSpPr>
            <p:nvPr/>
          </p:nvSpPr>
          <p:spPr bwMode="auto">
            <a:xfrm>
              <a:off x="2627313" y="4184650"/>
              <a:ext cx="258762" cy="193675"/>
            </a:xfrm>
            <a:custGeom>
              <a:avLst/>
              <a:gdLst>
                <a:gd name="T0" fmla="*/ 643 w 720"/>
                <a:gd name="T1" fmla="*/ 240 h 540"/>
                <a:gd name="T2" fmla="*/ 643 w 720"/>
                <a:gd name="T3" fmla="*/ 240 h 540"/>
                <a:gd name="T4" fmla="*/ 252 w 720"/>
                <a:gd name="T5" fmla="*/ 240 h 540"/>
                <a:gd name="T6" fmla="*/ 224 w 720"/>
                <a:gd name="T7" fmla="*/ 240 h 540"/>
                <a:gd name="T8" fmla="*/ 119 w 720"/>
                <a:gd name="T9" fmla="*/ 240 h 540"/>
                <a:gd name="T10" fmla="*/ 29 w 720"/>
                <a:gd name="T11" fmla="*/ 240 h 540"/>
                <a:gd name="T12" fmla="*/ 29 w 720"/>
                <a:gd name="T13" fmla="*/ 179 h 540"/>
                <a:gd name="T14" fmla="*/ 29 w 720"/>
                <a:gd name="T15" fmla="*/ 15 h 540"/>
                <a:gd name="T16" fmla="*/ 14 w 720"/>
                <a:gd name="T17" fmla="*/ 0 h 540"/>
                <a:gd name="T18" fmla="*/ 0 w 720"/>
                <a:gd name="T19" fmla="*/ 15 h 540"/>
                <a:gd name="T20" fmla="*/ 0 w 720"/>
                <a:gd name="T21" fmla="*/ 255 h 540"/>
                <a:gd name="T22" fmla="*/ 0 w 720"/>
                <a:gd name="T23" fmla="*/ 314 h 540"/>
                <a:gd name="T24" fmla="*/ 0 w 720"/>
                <a:gd name="T25" fmla="*/ 435 h 540"/>
                <a:gd name="T26" fmla="*/ 4 w 720"/>
                <a:gd name="T27" fmla="*/ 445 h 540"/>
                <a:gd name="T28" fmla="*/ 14 w 720"/>
                <a:gd name="T29" fmla="*/ 449 h 540"/>
                <a:gd name="T30" fmla="*/ 29 w 720"/>
                <a:gd name="T31" fmla="*/ 449 h 540"/>
                <a:gd name="T32" fmla="*/ 29 w 720"/>
                <a:gd name="T33" fmla="*/ 525 h 540"/>
                <a:gd name="T34" fmla="*/ 45 w 720"/>
                <a:gd name="T35" fmla="*/ 539 h 540"/>
                <a:gd name="T36" fmla="*/ 59 w 720"/>
                <a:gd name="T37" fmla="*/ 525 h 540"/>
                <a:gd name="T38" fmla="*/ 59 w 720"/>
                <a:gd name="T39" fmla="*/ 449 h 540"/>
                <a:gd name="T40" fmla="*/ 658 w 720"/>
                <a:gd name="T41" fmla="*/ 449 h 540"/>
                <a:gd name="T42" fmla="*/ 658 w 720"/>
                <a:gd name="T43" fmla="*/ 525 h 540"/>
                <a:gd name="T44" fmla="*/ 674 w 720"/>
                <a:gd name="T45" fmla="*/ 539 h 540"/>
                <a:gd name="T46" fmla="*/ 688 w 720"/>
                <a:gd name="T47" fmla="*/ 525 h 540"/>
                <a:gd name="T48" fmla="*/ 688 w 720"/>
                <a:gd name="T49" fmla="*/ 449 h 540"/>
                <a:gd name="T50" fmla="*/ 703 w 720"/>
                <a:gd name="T51" fmla="*/ 449 h 540"/>
                <a:gd name="T52" fmla="*/ 714 w 720"/>
                <a:gd name="T53" fmla="*/ 445 h 540"/>
                <a:gd name="T54" fmla="*/ 719 w 720"/>
                <a:gd name="T55" fmla="*/ 435 h 540"/>
                <a:gd name="T56" fmla="*/ 719 w 720"/>
                <a:gd name="T57" fmla="*/ 345 h 540"/>
                <a:gd name="T58" fmla="*/ 719 w 720"/>
                <a:gd name="T59" fmla="*/ 314 h 540"/>
                <a:gd name="T60" fmla="*/ 643 w 720"/>
                <a:gd name="T61" fmla="*/ 240 h 540"/>
                <a:gd name="T62" fmla="*/ 688 w 720"/>
                <a:gd name="T63" fmla="*/ 314 h 540"/>
                <a:gd name="T64" fmla="*/ 688 w 720"/>
                <a:gd name="T65" fmla="*/ 314 h 540"/>
                <a:gd name="T66" fmla="*/ 688 w 720"/>
                <a:gd name="T67" fmla="*/ 330 h 540"/>
                <a:gd name="T68" fmla="*/ 340 w 720"/>
                <a:gd name="T69" fmla="*/ 330 h 540"/>
                <a:gd name="T70" fmla="*/ 327 w 720"/>
                <a:gd name="T71" fmla="*/ 317 h 540"/>
                <a:gd name="T72" fmla="*/ 327 w 720"/>
                <a:gd name="T73" fmla="*/ 317 h 540"/>
                <a:gd name="T74" fmla="*/ 327 w 720"/>
                <a:gd name="T75" fmla="*/ 317 h 540"/>
                <a:gd name="T76" fmla="*/ 327 w 720"/>
                <a:gd name="T77" fmla="*/ 314 h 540"/>
                <a:gd name="T78" fmla="*/ 311 w 720"/>
                <a:gd name="T79" fmla="*/ 269 h 540"/>
                <a:gd name="T80" fmla="*/ 643 w 720"/>
                <a:gd name="T81" fmla="*/ 269 h 540"/>
                <a:gd name="T82" fmla="*/ 688 w 720"/>
                <a:gd name="T83" fmla="*/ 314 h 540"/>
                <a:gd name="T84" fmla="*/ 29 w 720"/>
                <a:gd name="T85" fmla="*/ 314 h 540"/>
                <a:gd name="T86" fmla="*/ 29 w 720"/>
                <a:gd name="T87" fmla="*/ 314 h 540"/>
                <a:gd name="T88" fmla="*/ 29 w 720"/>
                <a:gd name="T89" fmla="*/ 314 h 540"/>
                <a:gd name="T90" fmla="*/ 29 w 720"/>
                <a:gd name="T91" fmla="*/ 269 h 540"/>
                <a:gd name="T92" fmla="*/ 224 w 720"/>
                <a:gd name="T93" fmla="*/ 269 h 540"/>
                <a:gd name="T94" fmla="*/ 252 w 720"/>
                <a:gd name="T95" fmla="*/ 269 h 540"/>
                <a:gd name="T96" fmla="*/ 297 w 720"/>
                <a:gd name="T97" fmla="*/ 314 h 540"/>
                <a:gd name="T98" fmla="*/ 297 w 720"/>
                <a:gd name="T99" fmla="*/ 316 h 540"/>
                <a:gd name="T100" fmla="*/ 297 w 720"/>
                <a:gd name="T101" fmla="*/ 316 h 540"/>
                <a:gd name="T102" fmla="*/ 297 w 720"/>
                <a:gd name="T103" fmla="*/ 317 h 540"/>
                <a:gd name="T104" fmla="*/ 340 w 720"/>
                <a:gd name="T105" fmla="*/ 359 h 540"/>
                <a:gd name="T106" fmla="*/ 688 w 720"/>
                <a:gd name="T107" fmla="*/ 359 h 540"/>
                <a:gd name="T108" fmla="*/ 688 w 720"/>
                <a:gd name="T109" fmla="*/ 419 h 540"/>
                <a:gd name="T110" fmla="*/ 29 w 720"/>
                <a:gd name="T111" fmla="*/ 419 h 540"/>
                <a:gd name="T112" fmla="*/ 29 w 720"/>
                <a:gd name="T113" fmla="*/ 314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20" h="540">
                  <a:moveTo>
                    <a:pt x="643" y="240"/>
                  </a:moveTo>
                  <a:lnTo>
                    <a:pt x="643" y="240"/>
                  </a:lnTo>
                  <a:cubicBezTo>
                    <a:pt x="252" y="240"/>
                    <a:pt x="252" y="240"/>
                    <a:pt x="252" y="240"/>
                  </a:cubicBezTo>
                  <a:cubicBezTo>
                    <a:pt x="224" y="240"/>
                    <a:pt x="224" y="240"/>
                    <a:pt x="224" y="240"/>
                  </a:cubicBezTo>
                  <a:cubicBezTo>
                    <a:pt x="119" y="240"/>
                    <a:pt x="119" y="240"/>
                    <a:pt x="119" y="240"/>
                  </a:cubicBezTo>
                  <a:cubicBezTo>
                    <a:pt x="29" y="240"/>
                    <a:pt x="29" y="240"/>
                    <a:pt x="29" y="240"/>
                  </a:cubicBezTo>
                  <a:cubicBezTo>
                    <a:pt x="29" y="179"/>
                    <a:pt x="29" y="179"/>
                    <a:pt x="29" y="179"/>
                  </a:cubicBezTo>
                  <a:cubicBezTo>
                    <a:pt x="29" y="15"/>
                    <a:pt x="29" y="15"/>
                    <a:pt x="29" y="15"/>
                  </a:cubicBezTo>
                  <a:cubicBezTo>
                    <a:pt x="29" y="7"/>
                    <a:pt x="22" y="0"/>
                    <a:pt x="14" y="0"/>
                  </a:cubicBezTo>
                  <a:cubicBezTo>
                    <a:pt x="7" y="0"/>
                    <a:pt x="0" y="7"/>
                    <a:pt x="0" y="15"/>
                  </a:cubicBezTo>
                  <a:cubicBezTo>
                    <a:pt x="0" y="255"/>
                    <a:pt x="0" y="255"/>
                    <a:pt x="0" y="255"/>
                  </a:cubicBezTo>
                  <a:cubicBezTo>
                    <a:pt x="0" y="314"/>
                    <a:pt x="0" y="314"/>
                    <a:pt x="0" y="314"/>
                  </a:cubicBezTo>
                  <a:cubicBezTo>
                    <a:pt x="0" y="435"/>
                    <a:pt x="0" y="435"/>
                    <a:pt x="0" y="435"/>
                  </a:cubicBezTo>
                  <a:cubicBezTo>
                    <a:pt x="0" y="438"/>
                    <a:pt x="1" y="442"/>
                    <a:pt x="4" y="445"/>
                  </a:cubicBezTo>
                  <a:cubicBezTo>
                    <a:pt x="7" y="448"/>
                    <a:pt x="11" y="449"/>
                    <a:pt x="14" y="449"/>
                  </a:cubicBezTo>
                  <a:cubicBezTo>
                    <a:pt x="29" y="449"/>
                    <a:pt x="29" y="449"/>
                    <a:pt x="29" y="449"/>
                  </a:cubicBezTo>
                  <a:cubicBezTo>
                    <a:pt x="29" y="525"/>
                    <a:pt x="29" y="525"/>
                    <a:pt x="29" y="525"/>
                  </a:cubicBezTo>
                  <a:cubicBezTo>
                    <a:pt x="29" y="532"/>
                    <a:pt x="36" y="539"/>
                    <a:pt x="45" y="539"/>
                  </a:cubicBezTo>
                  <a:cubicBezTo>
                    <a:pt x="53" y="539"/>
                    <a:pt x="59" y="532"/>
                    <a:pt x="59" y="525"/>
                  </a:cubicBezTo>
                  <a:cubicBezTo>
                    <a:pt x="59" y="449"/>
                    <a:pt x="59" y="449"/>
                    <a:pt x="59" y="449"/>
                  </a:cubicBezTo>
                  <a:cubicBezTo>
                    <a:pt x="658" y="449"/>
                    <a:pt x="658" y="449"/>
                    <a:pt x="658" y="449"/>
                  </a:cubicBezTo>
                  <a:cubicBezTo>
                    <a:pt x="658" y="525"/>
                    <a:pt x="658" y="525"/>
                    <a:pt x="658" y="525"/>
                  </a:cubicBezTo>
                  <a:cubicBezTo>
                    <a:pt x="658" y="532"/>
                    <a:pt x="665" y="539"/>
                    <a:pt x="674" y="539"/>
                  </a:cubicBezTo>
                  <a:cubicBezTo>
                    <a:pt x="682" y="539"/>
                    <a:pt x="688" y="532"/>
                    <a:pt x="688" y="525"/>
                  </a:cubicBezTo>
                  <a:cubicBezTo>
                    <a:pt x="688" y="449"/>
                    <a:pt x="688" y="449"/>
                    <a:pt x="688" y="449"/>
                  </a:cubicBezTo>
                  <a:cubicBezTo>
                    <a:pt x="703" y="449"/>
                    <a:pt x="703" y="449"/>
                    <a:pt x="703" y="449"/>
                  </a:cubicBezTo>
                  <a:cubicBezTo>
                    <a:pt x="707" y="449"/>
                    <a:pt x="712" y="448"/>
                    <a:pt x="714" y="445"/>
                  </a:cubicBezTo>
                  <a:cubicBezTo>
                    <a:pt x="717" y="442"/>
                    <a:pt x="719" y="438"/>
                    <a:pt x="719" y="435"/>
                  </a:cubicBezTo>
                  <a:cubicBezTo>
                    <a:pt x="719" y="345"/>
                    <a:pt x="719" y="345"/>
                    <a:pt x="719" y="345"/>
                  </a:cubicBezTo>
                  <a:cubicBezTo>
                    <a:pt x="719" y="314"/>
                    <a:pt x="719" y="314"/>
                    <a:pt x="719" y="314"/>
                  </a:cubicBezTo>
                  <a:cubicBezTo>
                    <a:pt x="719" y="273"/>
                    <a:pt x="685" y="240"/>
                    <a:pt x="643" y="240"/>
                  </a:cubicBezTo>
                  <a:close/>
                  <a:moveTo>
                    <a:pt x="688" y="314"/>
                  </a:moveTo>
                  <a:lnTo>
                    <a:pt x="688" y="314"/>
                  </a:lnTo>
                  <a:cubicBezTo>
                    <a:pt x="688" y="330"/>
                    <a:pt x="688" y="330"/>
                    <a:pt x="688" y="330"/>
                  </a:cubicBezTo>
                  <a:cubicBezTo>
                    <a:pt x="340" y="330"/>
                    <a:pt x="340" y="330"/>
                    <a:pt x="340" y="330"/>
                  </a:cubicBezTo>
                  <a:cubicBezTo>
                    <a:pt x="332" y="330"/>
                    <a:pt x="327" y="324"/>
                    <a:pt x="327" y="317"/>
                  </a:cubicBezTo>
                  <a:lnTo>
                    <a:pt x="327" y="317"/>
                  </a:lnTo>
                  <a:lnTo>
                    <a:pt x="327" y="317"/>
                  </a:lnTo>
                  <a:cubicBezTo>
                    <a:pt x="327" y="314"/>
                    <a:pt x="327" y="314"/>
                    <a:pt x="327" y="314"/>
                  </a:cubicBezTo>
                  <a:cubicBezTo>
                    <a:pt x="327" y="297"/>
                    <a:pt x="321" y="282"/>
                    <a:pt x="311" y="269"/>
                  </a:cubicBezTo>
                  <a:cubicBezTo>
                    <a:pt x="643" y="269"/>
                    <a:pt x="643" y="269"/>
                    <a:pt x="643" y="269"/>
                  </a:cubicBezTo>
                  <a:cubicBezTo>
                    <a:pt x="668" y="269"/>
                    <a:pt x="688" y="290"/>
                    <a:pt x="688" y="314"/>
                  </a:cubicBezTo>
                  <a:close/>
                  <a:moveTo>
                    <a:pt x="29" y="314"/>
                  </a:moveTo>
                  <a:lnTo>
                    <a:pt x="29" y="314"/>
                  </a:lnTo>
                  <a:lnTo>
                    <a:pt x="29" y="314"/>
                  </a:lnTo>
                  <a:cubicBezTo>
                    <a:pt x="29" y="269"/>
                    <a:pt x="29" y="269"/>
                    <a:pt x="29" y="269"/>
                  </a:cubicBezTo>
                  <a:cubicBezTo>
                    <a:pt x="224" y="269"/>
                    <a:pt x="224" y="269"/>
                    <a:pt x="224" y="269"/>
                  </a:cubicBezTo>
                  <a:cubicBezTo>
                    <a:pt x="252" y="269"/>
                    <a:pt x="252" y="269"/>
                    <a:pt x="252" y="269"/>
                  </a:cubicBezTo>
                  <a:cubicBezTo>
                    <a:pt x="278" y="269"/>
                    <a:pt x="297" y="290"/>
                    <a:pt x="297" y="314"/>
                  </a:cubicBezTo>
                  <a:cubicBezTo>
                    <a:pt x="297" y="316"/>
                    <a:pt x="297" y="316"/>
                    <a:pt x="297" y="316"/>
                  </a:cubicBezTo>
                  <a:lnTo>
                    <a:pt x="297" y="316"/>
                  </a:lnTo>
                  <a:cubicBezTo>
                    <a:pt x="297" y="317"/>
                    <a:pt x="297" y="317"/>
                    <a:pt x="297" y="317"/>
                  </a:cubicBezTo>
                  <a:cubicBezTo>
                    <a:pt x="297" y="341"/>
                    <a:pt x="316" y="359"/>
                    <a:pt x="340" y="359"/>
                  </a:cubicBezTo>
                  <a:cubicBezTo>
                    <a:pt x="688" y="359"/>
                    <a:pt x="688" y="359"/>
                    <a:pt x="688" y="359"/>
                  </a:cubicBezTo>
                  <a:cubicBezTo>
                    <a:pt x="688" y="419"/>
                    <a:pt x="688" y="419"/>
                    <a:pt x="688" y="419"/>
                  </a:cubicBezTo>
                  <a:cubicBezTo>
                    <a:pt x="29" y="419"/>
                    <a:pt x="29" y="419"/>
                    <a:pt x="29" y="419"/>
                  </a:cubicBezTo>
                  <a:lnTo>
                    <a:pt x="29" y="3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29">
              <a:extLst>
                <a:ext uri="{FF2B5EF4-FFF2-40B4-BE49-F238E27FC236}">
                  <a16:creationId xmlns:a16="http://schemas.microsoft.com/office/drawing/2014/main" id="{5C658369-2AA8-0AEE-F2BD-D7A19F644851}"/>
                </a:ext>
              </a:extLst>
            </p:cNvPr>
            <p:cNvSpPr>
              <a:spLocks noChangeArrowheads="1"/>
            </p:cNvSpPr>
            <p:nvPr/>
          </p:nvSpPr>
          <p:spPr bwMode="auto">
            <a:xfrm>
              <a:off x="2638425" y="4227513"/>
              <a:ext cx="53975" cy="42862"/>
            </a:xfrm>
            <a:custGeom>
              <a:avLst/>
              <a:gdLst>
                <a:gd name="T0" fmla="*/ 61 w 151"/>
                <a:gd name="T1" fmla="*/ 120 h 121"/>
                <a:gd name="T2" fmla="*/ 61 w 151"/>
                <a:gd name="T3" fmla="*/ 120 h 121"/>
                <a:gd name="T4" fmla="*/ 90 w 151"/>
                <a:gd name="T5" fmla="*/ 120 h 121"/>
                <a:gd name="T6" fmla="*/ 90 w 151"/>
                <a:gd name="T7" fmla="*/ 120 h 121"/>
                <a:gd name="T8" fmla="*/ 150 w 151"/>
                <a:gd name="T9" fmla="*/ 59 h 121"/>
                <a:gd name="T10" fmla="*/ 90 w 151"/>
                <a:gd name="T11" fmla="*/ 0 h 121"/>
                <a:gd name="T12" fmla="*/ 61 w 151"/>
                <a:gd name="T13" fmla="*/ 0 h 121"/>
                <a:gd name="T14" fmla="*/ 0 w 151"/>
                <a:gd name="T15" fmla="*/ 59 h 121"/>
                <a:gd name="T16" fmla="*/ 61 w 151"/>
                <a:gd name="T17" fmla="*/ 120 h 121"/>
                <a:gd name="T18" fmla="*/ 61 w 151"/>
                <a:gd name="T19" fmla="*/ 30 h 121"/>
                <a:gd name="T20" fmla="*/ 61 w 151"/>
                <a:gd name="T21" fmla="*/ 30 h 121"/>
                <a:gd name="T22" fmla="*/ 90 w 151"/>
                <a:gd name="T23" fmla="*/ 30 h 121"/>
                <a:gd name="T24" fmla="*/ 120 w 151"/>
                <a:gd name="T25" fmla="*/ 59 h 121"/>
                <a:gd name="T26" fmla="*/ 90 w 151"/>
                <a:gd name="T27" fmla="*/ 90 h 121"/>
                <a:gd name="T28" fmla="*/ 61 w 151"/>
                <a:gd name="T29" fmla="*/ 90 h 121"/>
                <a:gd name="T30" fmla="*/ 30 w 151"/>
                <a:gd name="T31" fmla="*/ 59 h 121"/>
                <a:gd name="T32" fmla="*/ 61 w 151"/>
                <a:gd name="T3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1" h="121">
                  <a:moveTo>
                    <a:pt x="61" y="120"/>
                  </a:moveTo>
                  <a:lnTo>
                    <a:pt x="61" y="120"/>
                  </a:lnTo>
                  <a:cubicBezTo>
                    <a:pt x="90" y="120"/>
                    <a:pt x="90" y="120"/>
                    <a:pt x="90" y="120"/>
                  </a:cubicBezTo>
                  <a:lnTo>
                    <a:pt x="90" y="120"/>
                  </a:lnTo>
                  <a:cubicBezTo>
                    <a:pt x="124" y="120"/>
                    <a:pt x="150" y="93"/>
                    <a:pt x="150" y="59"/>
                  </a:cubicBezTo>
                  <a:cubicBezTo>
                    <a:pt x="150" y="27"/>
                    <a:pt x="124" y="0"/>
                    <a:pt x="90" y="0"/>
                  </a:cubicBezTo>
                  <a:cubicBezTo>
                    <a:pt x="61" y="0"/>
                    <a:pt x="61" y="0"/>
                    <a:pt x="61" y="0"/>
                  </a:cubicBezTo>
                  <a:cubicBezTo>
                    <a:pt x="27" y="0"/>
                    <a:pt x="0" y="27"/>
                    <a:pt x="0" y="59"/>
                  </a:cubicBezTo>
                  <a:cubicBezTo>
                    <a:pt x="0" y="93"/>
                    <a:pt x="27" y="120"/>
                    <a:pt x="61" y="120"/>
                  </a:cubicBezTo>
                  <a:close/>
                  <a:moveTo>
                    <a:pt x="61" y="30"/>
                  </a:moveTo>
                  <a:lnTo>
                    <a:pt x="61" y="30"/>
                  </a:lnTo>
                  <a:cubicBezTo>
                    <a:pt x="90" y="30"/>
                    <a:pt x="90" y="30"/>
                    <a:pt x="90" y="30"/>
                  </a:cubicBezTo>
                  <a:cubicBezTo>
                    <a:pt x="107" y="30"/>
                    <a:pt x="120" y="43"/>
                    <a:pt x="120" y="59"/>
                  </a:cubicBezTo>
                  <a:cubicBezTo>
                    <a:pt x="120" y="76"/>
                    <a:pt x="107" y="90"/>
                    <a:pt x="90" y="90"/>
                  </a:cubicBezTo>
                  <a:cubicBezTo>
                    <a:pt x="61" y="90"/>
                    <a:pt x="61" y="90"/>
                    <a:pt x="61" y="90"/>
                  </a:cubicBezTo>
                  <a:cubicBezTo>
                    <a:pt x="44" y="90"/>
                    <a:pt x="30" y="76"/>
                    <a:pt x="30" y="59"/>
                  </a:cubicBezTo>
                  <a:cubicBezTo>
                    <a:pt x="30" y="43"/>
                    <a:pt x="44" y="30"/>
                    <a:pt x="61"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A062B287-1607-DCD4-4C3F-4005053D886D}"/>
              </a:ext>
            </a:extLst>
          </p:cNvPr>
          <p:cNvGrpSpPr/>
          <p:nvPr/>
        </p:nvGrpSpPr>
        <p:grpSpPr>
          <a:xfrm>
            <a:off x="1668065" y="1846933"/>
            <a:ext cx="131763" cy="258762"/>
            <a:chOff x="631825" y="3624263"/>
            <a:chExt cx="131763" cy="258762"/>
          </a:xfrm>
          <a:solidFill>
            <a:schemeClr val="tx2"/>
          </a:solidFill>
        </p:grpSpPr>
        <p:sp>
          <p:nvSpPr>
            <p:cNvPr id="41" name="Freeform 30">
              <a:extLst>
                <a:ext uri="{FF2B5EF4-FFF2-40B4-BE49-F238E27FC236}">
                  <a16:creationId xmlns:a16="http://schemas.microsoft.com/office/drawing/2014/main" id="{BDCADC34-252A-79C7-0CDC-DC0AA23FBC34}"/>
                </a:ext>
              </a:extLst>
            </p:cNvPr>
            <p:cNvSpPr>
              <a:spLocks noChangeArrowheads="1"/>
            </p:cNvSpPr>
            <p:nvPr/>
          </p:nvSpPr>
          <p:spPr bwMode="auto">
            <a:xfrm>
              <a:off x="631825" y="3732213"/>
              <a:ext cx="130175" cy="150812"/>
            </a:xfrm>
            <a:custGeom>
              <a:avLst/>
              <a:gdLst>
                <a:gd name="T0" fmla="*/ 0 w 360"/>
                <a:gd name="T1" fmla="*/ 403 h 419"/>
                <a:gd name="T2" fmla="*/ 0 w 360"/>
                <a:gd name="T3" fmla="*/ 403 h 419"/>
                <a:gd name="T4" fmla="*/ 4 w 360"/>
                <a:gd name="T5" fmla="*/ 414 h 419"/>
                <a:gd name="T6" fmla="*/ 15 w 360"/>
                <a:gd name="T7" fmla="*/ 418 h 419"/>
                <a:gd name="T8" fmla="*/ 344 w 360"/>
                <a:gd name="T9" fmla="*/ 418 h 419"/>
                <a:gd name="T10" fmla="*/ 355 w 360"/>
                <a:gd name="T11" fmla="*/ 414 h 419"/>
                <a:gd name="T12" fmla="*/ 359 w 360"/>
                <a:gd name="T13" fmla="*/ 403 h 419"/>
                <a:gd name="T14" fmla="*/ 359 w 360"/>
                <a:gd name="T15" fmla="*/ 134 h 419"/>
                <a:gd name="T16" fmla="*/ 359 w 360"/>
                <a:gd name="T17" fmla="*/ 134 h 419"/>
                <a:gd name="T18" fmla="*/ 359 w 360"/>
                <a:gd name="T19" fmla="*/ 134 h 419"/>
                <a:gd name="T20" fmla="*/ 359 w 360"/>
                <a:gd name="T21" fmla="*/ 15 h 419"/>
                <a:gd name="T22" fmla="*/ 355 w 360"/>
                <a:gd name="T23" fmla="*/ 4 h 419"/>
                <a:gd name="T24" fmla="*/ 344 w 360"/>
                <a:gd name="T25" fmla="*/ 0 h 419"/>
                <a:gd name="T26" fmla="*/ 15 w 360"/>
                <a:gd name="T27" fmla="*/ 0 h 419"/>
                <a:gd name="T28" fmla="*/ 4 w 360"/>
                <a:gd name="T29" fmla="*/ 4 h 419"/>
                <a:gd name="T30" fmla="*/ 0 w 360"/>
                <a:gd name="T31" fmla="*/ 15 h 419"/>
                <a:gd name="T32" fmla="*/ 0 w 360"/>
                <a:gd name="T33" fmla="*/ 403 h 419"/>
                <a:gd name="T34" fmla="*/ 29 w 360"/>
                <a:gd name="T35" fmla="*/ 150 h 419"/>
                <a:gd name="T36" fmla="*/ 29 w 360"/>
                <a:gd name="T37" fmla="*/ 150 h 419"/>
                <a:gd name="T38" fmla="*/ 330 w 360"/>
                <a:gd name="T39" fmla="*/ 150 h 419"/>
                <a:gd name="T40" fmla="*/ 330 w 360"/>
                <a:gd name="T41" fmla="*/ 389 h 419"/>
                <a:gd name="T42" fmla="*/ 29 w 360"/>
                <a:gd name="T43" fmla="*/ 389 h 419"/>
                <a:gd name="T44" fmla="*/ 29 w 360"/>
                <a:gd name="T45" fmla="*/ 150 h 419"/>
                <a:gd name="T46" fmla="*/ 330 w 360"/>
                <a:gd name="T47" fmla="*/ 31 h 419"/>
                <a:gd name="T48" fmla="*/ 330 w 360"/>
                <a:gd name="T49" fmla="*/ 31 h 419"/>
                <a:gd name="T50" fmla="*/ 330 w 360"/>
                <a:gd name="T51" fmla="*/ 120 h 419"/>
                <a:gd name="T52" fmla="*/ 29 w 360"/>
                <a:gd name="T53" fmla="*/ 120 h 419"/>
                <a:gd name="T54" fmla="*/ 29 w 360"/>
                <a:gd name="T55" fmla="*/ 31 h 419"/>
                <a:gd name="T56" fmla="*/ 330 w 360"/>
                <a:gd name="T57" fmla="*/ 31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0" h="419">
                  <a:moveTo>
                    <a:pt x="0" y="403"/>
                  </a:moveTo>
                  <a:lnTo>
                    <a:pt x="0" y="403"/>
                  </a:lnTo>
                  <a:cubicBezTo>
                    <a:pt x="0" y="407"/>
                    <a:pt x="1" y="411"/>
                    <a:pt x="4" y="414"/>
                  </a:cubicBezTo>
                  <a:cubicBezTo>
                    <a:pt x="7" y="417"/>
                    <a:pt x="11" y="418"/>
                    <a:pt x="15" y="418"/>
                  </a:cubicBezTo>
                  <a:cubicBezTo>
                    <a:pt x="344" y="418"/>
                    <a:pt x="344" y="418"/>
                    <a:pt x="344" y="418"/>
                  </a:cubicBezTo>
                  <a:cubicBezTo>
                    <a:pt x="348" y="418"/>
                    <a:pt x="352" y="417"/>
                    <a:pt x="355" y="414"/>
                  </a:cubicBezTo>
                  <a:cubicBezTo>
                    <a:pt x="358" y="411"/>
                    <a:pt x="359" y="407"/>
                    <a:pt x="359" y="403"/>
                  </a:cubicBezTo>
                  <a:cubicBezTo>
                    <a:pt x="359" y="134"/>
                    <a:pt x="359" y="134"/>
                    <a:pt x="359" y="134"/>
                  </a:cubicBezTo>
                  <a:lnTo>
                    <a:pt x="359" y="134"/>
                  </a:lnTo>
                  <a:lnTo>
                    <a:pt x="359" y="134"/>
                  </a:lnTo>
                  <a:cubicBezTo>
                    <a:pt x="359" y="15"/>
                    <a:pt x="359" y="15"/>
                    <a:pt x="359" y="15"/>
                  </a:cubicBezTo>
                  <a:cubicBezTo>
                    <a:pt x="359" y="11"/>
                    <a:pt x="358" y="7"/>
                    <a:pt x="355" y="4"/>
                  </a:cubicBezTo>
                  <a:cubicBezTo>
                    <a:pt x="352" y="1"/>
                    <a:pt x="348" y="0"/>
                    <a:pt x="344" y="0"/>
                  </a:cubicBezTo>
                  <a:cubicBezTo>
                    <a:pt x="15" y="0"/>
                    <a:pt x="15" y="0"/>
                    <a:pt x="15" y="0"/>
                  </a:cubicBezTo>
                  <a:cubicBezTo>
                    <a:pt x="11" y="0"/>
                    <a:pt x="7" y="1"/>
                    <a:pt x="4" y="4"/>
                  </a:cubicBezTo>
                  <a:cubicBezTo>
                    <a:pt x="1" y="7"/>
                    <a:pt x="0" y="11"/>
                    <a:pt x="0" y="15"/>
                  </a:cubicBezTo>
                  <a:lnTo>
                    <a:pt x="0" y="403"/>
                  </a:lnTo>
                  <a:close/>
                  <a:moveTo>
                    <a:pt x="29" y="150"/>
                  </a:moveTo>
                  <a:lnTo>
                    <a:pt x="29" y="150"/>
                  </a:lnTo>
                  <a:cubicBezTo>
                    <a:pt x="330" y="150"/>
                    <a:pt x="330" y="150"/>
                    <a:pt x="330" y="150"/>
                  </a:cubicBezTo>
                  <a:cubicBezTo>
                    <a:pt x="330" y="389"/>
                    <a:pt x="330" y="389"/>
                    <a:pt x="330" y="389"/>
                  </a:cubicBezTo>
                  <a:cubicBezTo>
                    <a:pt x="29" y="389"/>
                    <a:pt x="29" y="389"/>
                    <a:pt x="29" y="389"/>
                  </a:cubicBezTo>
                  <a:lnTo>
                    <a:pt x="29" y="150"/>
                  </a:lnTo>
                  <a:close/>
                  <a:moveTo>
                    <a:pt x="330" y="31"/>
                  </a:moveTo>
                  <a:lnTo>
                    <a:pt x="330" y="31"/>
                  </a:lnTo>
                  <a:cubicBezTo>
                    <a:pt x="330" y="120"/>
                    <a:pt x="330" y="120"/>
                    <a:pt x="330" y="120"/>
                  </a:cubicBezTo>
                  <a:cubicBezTo>
                    <a:pt x="29" y="120"/>
                    <a:pt x="29" y="120"/>
                    <a:pt x="29" y="120"/>
                  </a:cubicBezTo>
                  <a:cubicBezTo>
                    <a:pt x="29" y="31"/>
                    <a:pt x="29" y="31"/>
                    <a:pt x="29" y="31"/>
                  </a:cubicBezTo>
                  <a:lnTo>
                    <a:pt x="3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1">
              <a:extLst>
                <a:ext uri="{FF2B5EF4-FFF2-40B4-BE49-F238E27FC236}">
                  <a16:creationId xmlns:a16="http://schemas.microsoft.com/office/drawing/2014/main" id="{86DB6548-696B-24E9-F6D7-606451F0CED1}"/>
                </a:ext>
              </a:extLst>
            </p:cNvPr>
            <p:cNvSpPr>
              <a:spLocks noChangeArrowheads="1"/>
            </p:cNvSpPr>
            <p:nvPr/>
          </p:nvSpPr>
          <p:spPr bwMode="auto">
            <a:xfrm>
              <a:off x="674688" y="3752850"/>
              <a:ext cx="11112"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2">
              <a:extLst>
                <a:ext uri="{FF2B5EF4-FFF2-40B4-BE49-F238E27FC236}">
                  <a16:creationId xmlns:a16="http://schemas.microsoft.com/office/drawing/2014/main" id="{F6668CFB-A3D1-FF17-FD9F-2B6F09E46CBD}"/>
                </a:ext>
              </a:extLst>
            </p:cNvPr>
            <p:cNvSpPr>
              <a:spLocks noChangeArrowheads="1"/>
            </p:cNvSpPr>
            <p:nvPr/>
          </p:nvSpPr>
          <p:spPr bwMode="auto">
            <a:xfrm>
              <a:off x="708025" y="3752850"/>
              <a:ext cx="11113"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3">
              <a:extLst>
                <a:ext uri="{FF2B5EF4-FFF2-40B4-BE49-F238E27FC236}">
                  <a16:creationId xmlns:a16="http://schemas.microsoft.com/office/drawing/2014/main" id="{600E7C77-2135-9A91-13CC-0B841BCA6F3A}"/>
                </a:ext>
              </a:extLst>
            </p:cNvPr>
            <p:cNvSpPr>
              <a:spLocks noChangeArrowheads="1"/>
            </p:cNvSpPr>
            <p:nvPr/>
          </p:nvSpPr>
          <p:spPr bwMode="auto">
            <a:xfrm>
              <a:off x="631825" y="3624263"/>
              <a:ext cx="131763" cy="76200"/>
            </a:xfrm>
            <a:custGeom>
              <a:avLst/>
              <a:gdLst>
                <a:gd name="T0" fmla="*/ 267 w 364"/>
                <a:gd name="T1" fmla="*/ 4 h 210"/>
                <a:gd name="T2" fmla="*/ 267 w 364"/>
                <a:gd name="T3" fmla="*/ 4 h 210"/>
                <a:gd name="T4" fmla="*/ 256 w 364"/>
                <a:gd name="T5" fmla="*/ 0 h 210"/>
                <a:gd name="T6" fmla="*/ 107 w 364"/>
                <a:gd name="T7" fmla="*/ 0 h 210"/>
                <a:gd name="T8" fmla="*/ 96 w 364"/>
                <a:gd name="T9" fmla="*/ 4 h 210"/>
                <a:gd name="T10" fmla="*/ 92 w 364"/>
                <a:gd name="T11" fmla="*/ 15 h 210"/>
                <a:gd name="T12" fmla="*/ 92 w 364"/>
                <a:gd name="T13" fmla="*/ 98 h 210"/>
                <a:gd name="T14" fmla="*/ 6 w 364"/>
                <a:gd name="T15" fmla="*/ 184 h 210"/>
                <a:gd name="T16" fmla="*/ 3 w 364"/>
                <a:gd name="T17" fmla="*/ 200 h 210"/>
                <a:gd name="T18" fmla="*/ 17 w 364"/>
                <a:gd name="T19" fmla="*/ 209 h 210"/>
                <a:gd name="T20" fmla="*/ 346 w 364"/>
                <a:gd name="T21" fmla="*/ 209 h 210"/>
                <a:gd name="T22" fmla="*/ 360 w 364"/>
                <a:gd name="T23" fmla="*/ 200 h 210"/>
                <a:gd name="T24" fmla="*/ 357 w 364"/>
                <a:gd name="T25" fmla="*/ 184 h 210"/>
                <a:gd name="T26" fmla="*/ 271 w 364"/>
                <a:gd name="T27" fmla="*/ 98 h 210"/>
                <a:gd name="T28" fmla="*/ 271 w 364"/>
                <a:gd name="T29" fmla="*/ 15 h 210"/>
                <a:gd name="T30" fmla="*/ 267 w 364"/>
                <a:gd name="T31" fmla="*/ 4 h 210"/>
                <a:gd name="T32" fmla="*/ 52 w 364"/>
                <a:gd name="T33" fmla="*/ 179 h 210"/>
                <a:gd name="T34" fmla="*/ 52 w 364"/>
                <a:gd name="T35" fmla="*/ 179 h 210"/>
                <a:gd name="T36" fmla="*/ 117 w 364"/>
                <a:gd name="T37" fmla="*/ 115 h 210"/>
                <a:gd name="T38" fmla="*/ 121 w 364"/>
                <a:gd name="T39" fmla="*/ 105 h 210"/>
                <a:gd name="T40" fmla="*/ 121 w 364"/>
                <a:gd name="T41" fmla="*/ 29 h 210"/>
                <a:gd name="T42" fmla="*/ 242 w 364"/>
                <a:gd name="T43" fmla="*/ 29 h 210"/>
                <a:gd name="T44" fmla="*/ 242 w 364"/>
                <a:gd name="T45" fmla="*/ 105 h 210"/>
                <a:gd name="T46" fmla="*/ 246 w 364"/>
                <a:gd name="T47" fmla="*/ 115 h 210"/>
                <a:gd name="T48" fmla="*/ 311 w 364"/>
                <a:gd name="T49" fmla="*/ 179 h 210"/>
                <a:gd name="T50" fmla="*/ 52 w 364"/>
                <a:gd name="T51" fmla="*/ 17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4" h="210">
                  <a:moveTo>
                    <a:pt x="267" y="4"/>
                  </a:moveTo>
                  <a:lnTo>
                    <a:pt x="267" y="4"/>
                  </a:lnTo>
                  <a:cubicBezTo>
                    <a:pt x="264" y="1"/>
                    <a:pt x="260" y="0"/>
                    <a:pt x="256" y="0"/>
                  </a:cubicBezTo>
                  <a:cubicBezTo>
                    <a:pt x="107" y="0"/>
                    <a:pt x="107" y="0"/>
                    <a:pt x="107" y="0"/>
                  </a:cubicBezTo>
                  <a:cubicBezTo>
                    <a:pt x="103" y="0"/>
                    <a:pt x="99" y="1"/>
                    <a:pt x="96" y="4"/>
                  </a:cubicBezTo>
                  <a:cubicBezTo>
                    <a:pt x="93" y="7"/>
                    <a:pt x="92" y="11"/>
                    <a:pt x="92" y="15"/>
                  </a:cubicBezTo>
                  <a:cubicBezTo>
                    <a:pt x="92" y="98"/>
                    <a:pt x="92" y="98"/>
                    <a:pt x="92" y="98"/>
                  </a:cubicBezTo>
                  <a:cubicBezTo>
                    <a:pt x="6" y="184"/>
                    <a:pt x="6" y="184"/>
                    <a:pt x="6" y="184"/>
                  </a:cubicBezTo>
                  <a:cubicBezTo>
                    <a:pt x="2" y="188"/>
                    <a:pt x="0" y="195"/>
                    <a:pt x="3" y="200"/>
                  </a:cubicBezTo>
                  <a:cubicBezTo>
                    <a:pt x="6" y="206"/>
                    <a:pt x="10" y="209"/>
                    <a:pt x="17" y="209"/>
                  </a:cubicBezTo>
                  <a:cubicBezTo>
                    <a:pt x="346" y="209"/>
                    <a:pt x="346" y="209"/>
                    <a:pt x="346" y="209"/>
                  </a:cubicBezTo>
                  <a:cubicBezTo>
                    <a:pt x="353" y="209"/>
                    <a:pt x="359" y="206"/>
                    <a:pt x="360" y="200"/>
                  </a:cubicBezTo>
                  <a:cubicBezTo>
                    <a:pt x="363" y="195"/>
                    <a:pt x="361" y="188"/>
                    <a:pt x="357" y="184"/>
                  </a:cubicBezTo>
                  <a:cubicBezTo>
                    <a:pt x="271" y="98"/>
                    <a:pt x="271" y="98"/>
                    <a:pt x="271" y="98"/>
                  </a:cubicBezTo>
                  <a:cubicBezTo>
                    <a:pt x="271" y="15"/>
                    <a:pt x="271" y="15"/>
                    <a:pt x="271" y="15"/>
                  </a:cubicBezTo>
                  <a:cubicBezTo>
                    <a:pt x="271" y="11"/>
                    <a:pt x="270" y="7"/>
                    <a:pt x="267" y="4"/>
                  </a:cubicBezTo>
                  <a:close/>
                  <a:moveTo>
                    <a:pt x="52" y="179"/>
                  </a:moveTo>
                  <a:lnTo>
                    <a:pt x="52" y="179"/>
                  </a:lnTo>
                  <a:cubicBezTo>
                    <a:pt x="117" y="115"/>
                    <a:pt x="117" y="115"/>
                    <a:pt x="117" y="115"/>
                  </a:cubicBezTo>
                  <a:cubicBezTo>
                    <a:pt x="120" y="112"/>
                    <a:pt x="121" y="108"/>
                    <a:pt x="121" y="105"/>
                  </a:cubicBezTo>
                  <a:cubicBezTo>
                    <a:pt x="121" y="29"/>
                    <a:pt x="121" y="29"/>
                    <a:pt x="121" y="29"/>
                  </a:cubicBezTo>
                  <a:cubicBezTo>
                    <a:pt x="242" y="29"/>
                    <a:pt x="242" y="29"/>
                    <a:pt x="242" y="29"/>
                  </a:cubicBezTo>
                  <a:cubicBezTo>
                    <a:pt x="242" y="105"/>
                    <a:pt x="242" y="105"/>
                    <a:pt x="242" y="105"/>
                  </a:cubicBezTo>
                  <a:cubicBezTo>
                    <a:pt x="242" y="108"/>
                    <a:pt x="243" y="112"/>
                    <a:pt x="246" y="115"/>
                  </a:cubicBezTo>
                  <a:cubicBezTo>
                    <a:pt x="311" y="179"/>
                    <a:pt x="311" y="179"/>
                    <a:pt x="311" y="179"/>
                  </a:cubicBezTo>
                  <a:lnTo>
                    <a:pt x="52" y="17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 name="Freeform 34">
            <a:extLst>
              <a:ext uri="{FF2B5EF4-FFF2-40B4-BE49-F238E27FC236}">
                <a16:creationId xmlns:a16="http://schemas.microsoft.com/office/drawing/2014/main" id="{85DB7DD3-606E-3E76-628B-21AE4B0FE681}"/>
              </a:ext>
            </a:extLst>
          </p:cNvPr>
          <p:cNvSpPr>
            <a:spLocks noChangeArrowheads="1"/>
          </p:cNvSpPr>
          <p:nvPr/>
        </p:nvSpPr>
        <p:spPr bwMode="auto">
          <a:xfrm>
            <a:off x="1085453" y="1846933"/>
            <a:ext cx="249237" cy="258762"/>
          </a:xfrm>
          <a:custGeom>
            <a:avLst/>
            <a:gdLst>
              <a:gd name="T0" fmla="*/ 690 w 691"/>
              <a:gd name="T1" fmla="*/ 554 h 719"/>
              <a:gd name="T2" fmla="*/ 645 w 691"/>
              <a:gd name="T3" fmla="*/ 420 h 719"/>
              <a:gd name="T4" fmla="*/ 479 w 691"/>
              <a:gd name="T5" fmla="*/ 405 h 719"/>
              <a:gd name="T6" fmla="*/ 420 w 691"/>
              <a:gd name="T7" fmla="*/ 390 h 719"/>
              <a:gd name="T8" fmla="*/ 584 w 691"/>
              <a:gd name="T9" fmla="*/ 330 h 719"/>
              <a:gd name="T10" fmla="*/ 600 w 691"/>
              <a:gd name="T11" fmla="*/ 315 h 719"/>
              <a:gd name="T12" fmla="*/ 596 w 691"/>
              <a:gd name="T13" fmla="*/ 4 h 719"/>
              <a:gd name="T14" fmla="*/ 106 w 691"/>
              <a:gd name="T15" fmla="*/ 0 h 719"/>
              <a:gd name="T16" fmla="*/ 90 w 691"/>
              <a:gd name="T17" fmla="*/ 16 h 719"/>
              <a:gd name="T18" fmla="*/ 94 w 691"/>
              <a:gd name="T19" fmla="*/ 326 h 719"/>
              <a:gd name="T20" fmla="*/ 270 w 691"/>
              <a:gd name="T21" fmla="*/ 330 h 719"/>
              <a:gd name="T22" fmla="*/ 225 w 691"/>
              <a:gd name="T23" fmla="*/ 390 h 719"/>
              <a:gd name="T24" fmla="*/ 225 w 691"/>
              <a:gd name="T25" fmla="*/ 420 h 719"/>
              <a:gd name="T26" fmla="*/ 0 w 691"/>
              <a:gd name="T27" fmla="*/ 465 h 719"/>
              <a:gd name="T28" fmla="*/ 30 w 691"/>
              <a:gd name="T29" fmla="*/ 656 h 719"/>
              <a:gd name="T30" fmla="*/ 45 w 691"/>
              <a:gd name="T31" fmla="*/ 718 h 719"/>
              <a:gd name="T32" fmla="*/ 61 w 691"/>
              <a:gd name="T33" fmla="*/ 659 h 719"/>
              <a:gd name="T34" fmla="*/ 344 w 691"/>
              <a:gd name="T35" fmla="*/ 659 h 719"/>
              <a:gd name="T36" fmla="*/ 629 w 691"/>
              <a:gd name="T37" fmla="*/ 659 h 719"/>
              <a:gd name="T38" fmla="*/ 645 w 691"/>
              <a:gd name="T39" fmla="*/ 718 h 719"/>
              <a:gd name="T40" fmla="*/ 659 w 691"/>
              <a:gd name="T41" fmla="*/ 656 h 719"/>
              <a:gd name="T42" fmla="*/ 690 w 691"/>
              <a:gd name="T43" fmla="*/ 554 h 719"/>
              <a:gd name="T44" fmla="*/ 120 w 691"/>
              <a:gd name="T45" fmla="*/ 31 h 719"/>
              <a:gd name="T46" fmla="*/ 569 w 691"/>
              <a:gd name="T47" fmla="*/ 301 h 719"/>
              <a:gd name="T48" fmla="*/ 285 w 691"/>
              <a:gd name="T49" fmla="*/ 301 h 719"/>
              <a:gd name="T50" fmla="*/ 120 w 691"/>
              <a:gd name="T51" fmla="*/ 31 h 719"/>
              <a:gd name="T52" fmla="*/ 299 w 691"/>
              <a:gd name="T53" fmla="*/ 330 h 719"/>
              <a:gd name="T54" fmla="*/ 389 w 691"/>
              <a:gd name="T55" fmla="*/ 390 h 719"/>
              <a:gd name="T56" fmla="*/ 299 w 691"/>
              <a:gd name="T57" fmla="*/ 330 h 719"/>
              <a:gd name="T58" fmla="*/ 45 w 691"/>
              <a:gd name="T59" fmla="*/ 449 h 719"/>
              <a:gd name="T60" fmla="*/ 659 w 691"/>
              <a:gd name="T61" fmla="*/ 465 h 719"/>
              <a:gd name="T62" fmla="*/ 30 w 691"/>
              <a:gd name="T63" fmla="*/ 538 h 719"/>
              <a:gd name="T64" fmla="*/ 45 w 691"/>
              <a:gd name="T65" fmla="*/ 449 h 719"/>
              <a:gd name="T66" fmla="*/ 30 w 691"/>
              <a:gd name="T67" fmla="*/ 569 h 719"/>
              <a:gd name="T68" fmla="*/ 330 w 691"/>
              <a:gd name="T69" fmla="*/ 628 h 719"/>
              <a:gd name="T70" fmla="*/ 30 w 691"/>
              <a:gd name="T71" fmla="*/ 614 h 719"/>
              <a:gd name="T72" fmla="*/ 645 w 691"/>
              <a:gd name="T73" fmla="*/ 628 h 719"/>
              <a:gd name="T74" fmla="*/ 360 w 691"/>
              <a:gd name="T75" fmla="*/ 628 h 719"/>
              <a:gd name="T76" fmla="*/ 659 w 691"/>
              <a:gd name="T77" fmla="*/ 569 h 719"/>
              <a:gd name="T78" fmla="*/ 645 w 691"/>
              <a:gd name="T79" fmla="*/ 62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91" h="719">
                <a:moveTo>
                  <a:pt x="690" y="554"/>
                </a:moveTo>
                <a:lnTo>
                  <a:pt x="690" y="554"/>
                </a:lnTo>
                <a:cubicBezTo>
                  <a:pt x="690" y="465"/>
                  <a:pt x="690" y="465"/>
                  <a:pt x="690" y="465"/>
                </a:cubicBezTo>
                <a:cubicBezTo>
                  <a:pt x="690" y="440"/>
                  <a:pt x="669" y="420"/>
                  <a:pt x="645" y="420"/>
                </a:cubicBezTo>
                <a:cubicBezTo>
                  <a:pt x="465" y="420"/>
                  <a:pt x="465" y="420"/>
                  <a:pt x="465" y="420"/>
                </a:cubicBezTo>
                <a:cubicBezTo>
                  <a:pt x="474" y="420"/>
                  <a:pt x="479" y="413"/>
                  <a:pt x="479" y="405"/>
                </a:cubicBezTo>
                <a:cubicBezTo>
                  <a:pt x="479" y="396"/>
                  <a:pt x="474" y="390"/>
                  <a:pt x="465" y="390"/>
                </a:cubicBezTo>
                <a:cubicBezTo>
                  <a:pt x="420" y="390"/>
                  <a:pt x="420" y="390"/>
                  <a:pt x="420" y="390"/>
                </a:cubicBezTo>
                <a:cubicBezTo>
                  <a:pt x="420" y="330"/>
                  <a:pt x="420" y="330"/>
                  <a:pt x="420" y="330"/>
                </a:cubicBezTo>
                <a:cubicBezTo>
                  <a:pt x="584" y="330"/>
                  <a:pt x="584" y="330"/>
                  <a:pt x="584" y="330"/>
                </a:cubicBezTo>
                <a:cubicBezTo>
                  <a:pt x="589" y="330"/>
                  <a:pt x="593" y="329"/>
                  <a:pt x="596" y="326"/>
                </a:cubicBezTo>
                <a:cubicBezTo>
                  <a:pt x="599" y="323"/>
                  <a:pt x="600" y="319"/>
                  <a:pt x="600" y="315"/>
                </a:cubicBezTo>
                <a:cubicBezTo>
                  <a:pt x="600" y="16"/>
                  <a:pt x="600" y="16"/>
                  <a:pt x="600" y="16"/>
                </a:cubicBezTo>
                <a:cubicBezTo>
                  <a:pt x="600" y="11"/>
                  <a:pt x="599" y="7"/>
                  <a:pt x="596" y="4"/>
                </a:cubicBezTo>
                <a:cubicBezTo>
                  <a:pt x="593" y="2"/>
                  <a:pt x="589" y="0"/>
                  <a:pt x="584" y="0"/>
                </a:cubicBezTo>
                <a:cubicBezTo>
                  <a:pt x="106" y="0"/>
                  <a:pt x="106" y="0"/>
                  <a:pt x="106" y="0"/>
                </a:cubicBezTo>
                <a:cubicBezTo>
                  <a:pt x="101" y="0"/>
                  <a:pt x="97" y="2"/>
                  <a:pt x="94" y="4"/>
                </a:cubicBezTo>
                <a:cubicBezTo>
                  <a:pt x="92" y="7"/>
                  <a:pt x="90" y="11"/>
                  <a:pt x="90" y="16"/>
                </a:cubicBezTo>
                <a:cubicBezTo>
                  <a:pt x="90" y="315"/>
                  <a:pt x="90" y="315"/>
                  <a:pt x="90" y="315"/>
                </a:cubicBezTo>
                <a:cubicBezTo>
                  <a:pt x="90" y="319"/>
                  <a:pt x="92" y="323"/>
                  <a:pt x="94" y="326"/>
                </a:cubicBezTo>
                <a:cubicBezTo>
                  <a:pt x="97" y="329"/>
                  <a:pt x="101" y="330"/>
                  <a:pt x="106" y="330"/>
                </a:cubicBezTo>
                <a:cubicBezTo>
                  <a:pt x="270" y="330"/>
                  <a:pt x="270" y="330"/>
                  <a:pt x="270" y="330"/>
                </a:cubicBezTo>
                <a:cubicBezTo>
                  <a:pt x="270" y="390"/>
                  <a:pt x="270" y="390"/>
                  <a:pt x="270" y="390"/>
                </a:cubicBezTo>
                <a:cubicBezTo>
                  <a:pt x="225" y="390"/>
                  <a:pt x="225" y="390"/>
                  <a:pt x="225" y="390"/>
                </a:cubicBezTo>
                <a:cubicBezTo>
                  <a:pt x="217" y="390"/>
                  <a:pt x="210" y="396"/>
                  <a:pt x="210" y="405"/>
                </a:cubicBezTo>
                <a:cubicBezTo>
                  <a:pt x="210" y="413"/>
                  <a:pt x="217" y="420"/>
                  <a:pt x="225" y="420"/>
                </a:cubicBezTo>
                <a:cubicBezTo>
                  <a:pt x="45" y="420"/>
                  <a:pt x="45" y="420"/>
                  <a:pt x="45" y="420"/>
                </a:cubicBezTo>
                <a:cubicBezTo>
                  <a:pt x="20" y="420"/>
                  <a:pt x="0" y="440"/>
                  <a:pt x="0" y="465"/>
                </a:cubicBezTo>
                <a:cubicBezTo>
                  <a:pt x="0" y="614"/>
                  <a:pt x="0" y="614"/>
                  <a:pt x="0" y="614"/>
                </a:cubicBezTo>
                <a:cubicBezTo>
                  <a:pt x="0" y="632"/>
                  <a:pt x="13" y="649"/>
                  <a:pt x="30" y="656"/>
                </a:cubicBezTo>
                <a:cubicBezTo>
                  <a:pt x="30" y="704"/>
                  <a:pt x="30" y="704"/>
                  <a:pt x="30" y="704"/>
                </a:cubicBezTo>
                <a:cubicBezTo>
                  <a:pt x="30" y="711"/>
                  <a:pt x="37" y="718"/>
                  <a:pt x="45" y="718"/>
                </a:cubicBezTo>
                <a:cubicBezTo>
                  <a:pt x="54" y="718"/>
                  <a:pt x="61" y="711"/>
                  <a:pt x="61" y="704"/>
                </a:cubicBezTo>
                <a:cubicBezTo>
                  <a:pt x="61" y="659"/>
                  <a:pt x="61" y="659"/>
                  <a:pt x="61" y="659"/>
                </a:cubicBezTo>
                <a:cubicBezTo>
                  <a:pt x="344" y="659"/>
                  <a:pt x="344" y="659"/>
                  <a:pt x="344" y="659"/>
                </a:cubicBezTo>
                <a:lnTo>
                  <a:pt x="344" y="659"/>
                </a:lnTo>
                <a:lnTo>
                  <a:pt x="344" y="659"/>
                </a:lnTo>
                <a:cubicBezTo>
                  <a:pt x="629" y="659"/>
                  <a:pt x="629" y="659"/>
                  <a:pt x="629" y="659"/>
                </a:cubicBezTo>
                <a:cubicBezTo>
                  <a:pt x="629" y="704"/>
                  <a:pt x="629" y="704"/>
                  <a:pt x="629" y="704"/>
                </a:cubicBezTo>
                <a:cubicBezTo>
                  <a:pt x="629" y="711"/>
                  <a:pt x="636" y="718"/>
                  <a:pt x="645" y="718"/>
                </a:cubicBezTo>
                <a:cubicBezTo>
                  <a:pt x="653" y="718"/>
                  <a:pt x="659" y="711"/>
                  <a:pt x="659" y="704"/>
                </a:cubicBezTo>
                <a:cubicBezTo>
                  <a:pt x="659" y="656"/>
                  <a:pt x="659" y="656"/>
                  <a:pt x="659" y="656"/>
                </a:cubicBezTo>
                <a:cubicBezTo>
                  <a:pt x="677" y="649"/>
                  <a:pt x="690" y="632"/>
                  <a:pt x="690" y="614"/>
                </a:cubicBezTo>
                <a:cubicBezTo>
                  <a:pt x="690" y="554"/>
                  <a:pt x="690" y="554"/>
                  <a:pt x="690" y="554"/>
                </a:cubicBezTo>
                <a:close/>
                <a:moveTo>
                  <a:pt x="120" y="31"/>
                </a:moveTo>
                <a:lnTo>
                  <a:pt x="120" y="31"/>
                </a:lnTo>
                <a:cubicBezTo>
                  <a:pt x="569" y="31"/>
                  <a:pt x="569" y="31"/>
                  <a:pt x="569" y="31"/>
                </a:cubicBezTo>
                <a:cubicBezTo>
                  <a:pt x="569" y="301"/>
                  <a:pt x="569" y="301"/>
                  <a:pt x="569" y="301"/>
                </a:cubicBezTo>
                <a:cubicBezTo>
                  <a:pt x="405" y="301"/>
                  <a:pt x="405" y="301"/>
                  <a:pt x="405" y="301"/>
                </a:cubicBezTo>
                <a:cubicBezTo>
                  <a:pt x="285" y="301"/>
                  <a:pt x="285" y="301"/>
                  <a:pt x="285" y="301"/>
                </a:cubicBezTo>
                <a:cubicBezTo>
                  <a:pt x="120" y="301"/>
                  <a:pt x="120" y="301"/>
                  <a:pt x="120" y="301"/>
                </a:cubicBezTo>
                <a:lnTo>
                  <a:pt x="120" y="31"/>
                </a:lnTo>
                <a:close/>
                <a:moveTo>
                  <a:pt x="299" y="330"/>
                </a:moveTo>
                <a:lnTo>
                  <a:pt x="299" y="330"/>
                </a:lnTo>
                <a:cubicBezTo>
                  <a:pt x="389" y="330"/>
                  <a:pt x="389" y="330"/>
                  <a:pt x="389" y="330"/>
                </a:cubicBezTo>
                <a:cubicBezTo>
                  <a:pt x="389" y="390"/>
                  <a:pt x="389" y="390"/>
                  <a:pt x="389" y="390"/>
                </a:cubicBezTo>
                <a:cubicBezTo>
                  <a:pt x="299" y="390"/>
                  <a:pt x="299" y="390"/>
                  <a:pt x="299" y="390"/>
                </a:cubicBezTo>
                <a:lnTo>
                  <a:pt x="299" y="330"/>
                </a:lnTo>
                <a:close/>
                <a:moveTo>
                  <a:pt x="45" y="449"/>
                </a:moveTo>
                <a:lnTo>
                  <a:pt x="45" y="449"/>
                </a:lnTo>
                <a:cubicBezTo>
                  <a:pt x="645" y="449"/>
                  <a:pt x="645" y="449"/>
                  <a:pt x="645" y="449"/>
                </a:cubicBezTo>
                <a:cubicBezTo>
                  <a:pt x="653" y="449"/>
                  <a:pt x="659" y="456"/>
                  <a:pt x="659" y="465"/>
                </a:cubicBezTo>
                <a:cubicBezTo>
                  <a:pt x="659" y="538"/>
                  <a:pt x="659" y="538"/>
                  <a:pt x="659" y="538"/>
                </a:cubicBezTo>
                <a:cubicBezTo>
                  <a:pt x="30" y="538"/>
                  <a:pt x="30" y="538"/>
                  <a:pt x="30" y="538"/>
                </a:cubicBezTo>
                <a:cubicBezTo>
                  <a:pt x="30" y="465"/>
                  <a:pt x="30" y="465"/>
                  <a:pt x="30" y="465"/>
                </a:cubicBezTo>
                <a:cubicBezTo>
                  <a:pt x="30" y="456"/>
                  <a:pt x="37" y="449"/>
                  <a:pt x="45" y="449"/>
                </a:cubicBezTo>
                <a:close/>
                <a:moveTo>
                  <a:pt x="30" y="569"/>
                </a:moveTo>
                <a:lnTo>
                  <a:pt x="30" y="569"/>
                </a:lnTo>
                <a:cubicBezTo>
                  <a:pt x="330" y="569"/>
                  <a:pt x="330" y="569"/>
                  <a:pt x="330" y="569"/>
                </a:cubicBezTo>
                <a:cubicBezTo>
                  <a:pt x="330" y="628"/>
                  <a:pt x="330" y="628"/>
                  <a:pt x="330" y="628"/>
                </a:cubicBezTo>
                <a:cubicBezTo>
                  <a:pt x="45" y="628"/>
                  <a:pt x="45" y="628"/>
                  <a:pt x="45" y="628"/>
                </a:cubicBezTo>
                <a:cubicBezTo>
                  <a:pt x="37" y="628"/>
                  <a:pt x="30" y="621"/>
                  <a:pt x="30" y="614"/>
                </a:cubicBezTo>
                <a:lnTo>
                  <a:pt x="30" y="569"/>
                </a:lnTo>
                <a:close/>
                <a:moveTo>
                  <a:pt x="645" y="628"/>
                </a:moveTo>
                <a:lnTo>
                  <a:pt x="645" y="628"/>
                </a:lnTo>
                <a:cubicBezTo>
                  <a:pt x="360" y="628"/>
                  <a:pt x="360" y="628"/>
                  <a:pt x="360" y="628"/>
                </a:cubicBezTo>
                <a:cubicBezTo>
                  <a:pt x="360" y="569"/>
                  <a:pt x="360" y="569"/>
                  <a:pt x="360" y="569"/>
                </a:cubicBezTo>
                <a:cubicBezTo>
                  <a:pt x="659" y="569"/>
                  <a:pt x="659" y="569"/>
                  <a:pt x="659" y="569"/>
                </a:cubicBezTo>
                <a:cubicBezTo>
                  <a:pt x="659" y="614"/>
                  <a:pt x="659" y="614"/>
                  <a:pt x="659" y="614"/>
                </a:cubicBezTo>
                <a:cubicBezTo>
                  <a:pt x="659" y="621"/>
                  <a:pt x="653" y="628"/>
                  <a:pt x="645" y="628"/>
                </a:cubicBezTo>
                <a:close/>
              </a:path>
            </a:pathLst>
          </a:custGeom>
          <a:solidFill>
            <a:schemeClr val="tx2"/>
          </a:solidFill>
          <a:ln>
            <a:noFill/>
          </a:ln>
          <a:effectLst/>
        </p:spPr>
        <p:txBody>
          <a:bodyPr wrap="none" anchor="ctr"/>
          <a:lstStyle/>
          <a:p>
            <a:endParaRPr lang="da-DK"/>
          </a:p>
        </p:txBody>
      </p:sp>
      <p:grpSp>
        <p:nvGrpSpPr>
          <p:cNvPr id="46" name="Group 49">
            <a:extLst>
              <a:ext uri="{FF2B5EF4-FFF2-40B4-BE49-F238E27FC236}">
                <a16:creationId xmlns:a16="http://schemas.microsoft.com/office/drawing/2014/main" id="{06D44668-C14E-7A6B-C23B-B1BFE85692A1}"/>
              </a:ext>
            </a:extLst>
          </p:cNvPr>
          <p:cNvGrpSpPr/>
          <p:nvPr/>
        </p:nvGrpSpPr>
        <p:grpSpPr>
          <a:xfrm>
            <a:off x="3674665" y="1339726"/>
            <a:ext cx="227013" cy="258763"/>
            <a:chOff x="2638425" y="3095625"/>
            <a:chExt cx="227013" cy="258763"/>
          </a:xfrm>
          <a:solidFill>
            <a:schemeClr val="tx2"/>
          </a:solidFill>
        </p:grpSpPr>
        <p:sp>
          <p:nvSpPr>
            <p:cNvPr id="47" name="Freeform 35">
              <a:extLst>
                <a:ext uri="{FF2B5EF4-FFF2-40B4-BE49-F238E27FC236}">
                  <a16:creationId xmlns:a16="http://schemas.microsoft.com/office/drawing/2014/main" id="{1B4865DD-E078-9A62-AB65-FB07643C3BF6}"/>
                </a:ext>
              </a:extLst>
            </p:cNvPr>
            <p:cNvSpPr>
              <a:spLocks noChangeArrowheads="1"/>
            </p:cNvSpPr>
            <p:nvPr/>
          </p:nvSpPr>
          <p:spPr bwMode="auto">
            <a:xfrm>
              <a:off x="2638425" y="3095625"/>
              <a:ext cx="227013" cy="258763"/>
            </a:xfrm>
            <a:custGeom>
              <a:avLst/>
              <a:gdLst>
                <a:gd name="T0" fmla="*/ 16 w 630"/>
                <a:gd name="T1" fmla="*/ 719 h 720"/>
                <a:gd name="T2" fmla="*/ 16 w 630"/>
                <a:gd name="T3" fmla="*/ 719 h 720"/>
                <a:gd name="T4" fmla="*/ 614 w 630"/>
                <a:gd name="T5" fmla="*/ 719 h 720"/>
                <a:gd name="T6" fmla="*/ 625 w 630"/>
                <a:gd name="T7" fmla="*/ 714 h 720"/>
                <a:gd name="T8" fmla="*/ 629 w 630"/>
                <a:gd name="T9" fmla="*/ 704 h 720"/>
                <a:gd name="T10" fmla="*/ 629 w 630"/>
                <a:gd name="T11" fmla="*/ 495 h 720"/>
                <a:gd name="T12" fmla="*/ 629 w 630"/>
                <a:gd name="T13" fmla="*/ 495 h 720"/>
                <a:gd name="T14" fmla="*/ 629 w 630"/>
                <a:gd name="T15" fmla="*/ 495 h 720"/>
                <a:gd name="T16" fmla="*/ 629 w 630"/>
                <a:gd name="T17" fmla="*/ 225 h 720"/>
                <a:gd name="T18" fmla="*/ 629 w 630"/>
                <a:gd name="T19" fmla="*/ 225 h 720"/>
                <a:gd name="T20" fmla="*/ 629 w 630"/>
                <a:gd name="T21" fmla="*/ 225 h 720"/>
                <a:gd name="T22" fmla="*/ 629 w 630"/>
                <a:gd name="T23" fmla="*/ 14 h 720"/>
                <a:gd name="T24" fmla="*/ 625 w 630"/>
                <a:gd name="T25" fmla="*/ 5 h 720"/>
                <a:gd name="T26" fmla="*/ 614 w 630"/>
                <a:gd name="T27" fmla="*/ 0 h 720"/>
                <a:gd name="T28" fmla="*/ 16 w 630"/>
                <a:gd name="T29" fmla="*/ 0 h 720"/>
                <a:gd name="T30" fmla="*/ 4 w 630"/>
                <a:gd name="T31" fmla="*/ 5 h 720"/>
                <a:gd name="T32" fmla="*/ 0 w 630"/>
                <a:gd name="T33" fmla="*/ 14 h 720"/>
                <a:gd name="T34" fmla="*/ 0 w 630"/>
                <a:gd name="T35" fmla="*/ 704 h 720"/>
                <a:gd name="T36" fmla="*/ 4 w 630"/>
                <a:gd name="T37" fmla="*/ 714 h 720"/>
                <a:gd name="T38" fmla="*/ 16 w 630"/>
                <a:gd name="T39" fmla="*/ 719 h 720"/>
                <a:gd name="T40" fmla="*/ 600 w 630"/>
                <a:gd name="T41" fmla="*/ 688 h 720"/>
                <a:gd name="T42" fmla="*/ 600 w 630"/>
                <a:gd name="T43" fmla="*/ 688 h 720"/>
                <a:gd name="T44" fmla="*/ 330 w 630"/>
                <a:gd name="T45" fmla="*/ 688 h 720"/>
                <a:gd name="T46" fmla="*/ 330 w 630"/>
                <a:gd name="T47" fmla="*/ 509 h 720"/>
                <a:gd name="T48" fmla="*/ 600 w 630"/>
                <a:gd name="T49" fmla="*/ 509 h 720"/>
                <a:gd name="T50" fmla="*/ 600 w 630"/>
                <a:gd name="T51" fmla="*/ 688 h 720"/>
                <a:gd name="T52" fmla="*/ 600 w 630"/>
                <a:gd name="T53" fmla="*/ 479 h 720"/>
                <a:gd name="T54" fmla="*/ 600 w 630"/>
                <a:gd name="T55" fmla="*/ 479 h 720"/>
                <a:gd name="T56" fmla="*/ 555 w 630"/>
                <a:gd name="T57" fmla="*/ 479 h 720"/>
                <a:gd name="T58" fmla="*/ 465 w 630"/>
                <a:gd name="T59" fmla="*/ 479 h 720"/>
                <a:gd name="T60" fmla="*/ 330 w 630"/>
                <a:gd name="T61" fmla="*/ 479 h 720"/>
                <a:gd name="T62" fmla="*/ 330 w 630"/>
                <a:gd name="T63" fmla="*/ 239 h 720"/>
                <a:gd name="T64" fmla="*/ 600 w 630"/>
                <a:gd name="T65" fmla="*/ 239 h 720"/>
                <a:gd name="T66" fmla="*/ 600 w 630"/>
                <a:gd name="T67" fmla="*/ 479 h 720"/>
                <a:gd name="T68" fmla="*/ 299 w 630"/>
                <a:gd name="T69" fmla="*/ 479 h 720"/>
                <a:gd name="T70" fmla="*/ 299 w 630"/>
                <a:gd name="T71" fmla="*/ 479 h 720"/>
                <a:gd name="T72" fmla="*/ 30 w 630"/>
                <a:gd name="T73" fmla="*/ 479 h 720"/>
                <a:gd name="T74" fmla="*/ 30 w 630"/>
                <a:gd name="T75" fmla="*/ 239 h 720"/>
                <a:gd name="T76" fmla="*/ 299 w 630"/>
                <a:gd name="T77" fmla="*/ 239 h 720"/>
                <a:gd name="T78" fmla="*/ 299 w 630"/>
                <a:gd name="T79" fmla="*/ 479 h 720"/>
                <a:gd name="T80" fmla="*/ 30 w 630"/>
                <a:gd name="T81" fmla="*/ 688 h 720"/>
                <a:gd name="T82" fmla="*/ 30 w 630"/>
                <a:gd name="T83" fmla="*/ 688 h 720"/>
                <a:gd name="T84" fmla="*/ 30 w 630"/>
                <a:gd name="T85" fmla="*/ 509 h 720"/>
                <a:gd name="T86" fmla="*/ 299 w 630"/>
                <a:gd name="T87" fmla="*/ 509 h 720"/>
                <a:gd name="T88" fmla="*/ 299 w 630"/>
                <a:gd name="T89" fmla="*/ 688 h 720"/>
                <a:gd name="T90" fmla="*/ 225 w 630"/>
                <a:gd name="T91" fmla="*/ 688 h 720"/>
                <a:gd name="T92" fmla="*/ 30 w 630"/>
                <a:gd name="T93" fmla="*/ 688 h 720"/>
                <a:gd name="T94" fmla="*/ 600 w 630"/>
                <a:gd name="T95" fmla="*/ 210 h 720"/>
                <a:gd name="T96" fmla="*/ 600 w 630"/>
                <a:gd name="T97" fmla="*/ 210 h 720"/>
                <a:gd name="T98" fmla="*/ 330 w 630"/>
                <a:gd name="T99" fmla="*/ 210 h 720"/>
                <a:gd name="T100" fmla="*/ 330 w 630"/>
                <a:gd name="T101" fmla="*/ 30 h 720"/>
                <a:gd name="T102" fmla="*/ 600 w 630"/>
                <a:gd name="T103" fmla="*/ 30 h 720"/>
                <a:gd name="T104" fmla="*/ 600 w 630"/>
                <a:gd name="T105" fmla="*/ 210 h 720"/>
                <a:gd name="T106" fmla="*/ 299 w 630"/>
                <a:gd name="T107" fmla="*/ 30 h 720"/>
                <a:gd name="T108" fmla="*/ 299 w 630"/>
                <a:gd name="T109" fmla="*/ 30 h 720"/>
                <a:gd name="T110" fmla="*/ 299 w 630"/>
                <a:gd name="T111" fmla="*/ 210 h 720"/>
                <a:gd name="T112" fmla="*/ 195 w 630"/>
                <a:gd name="T113" fmla="*/ 210 h 720"/>
                <a:gd name="T114" fmla="*/ 106 w 630"/>
                <a:gd name="T115" fmla="*/ 210 h 720"/>
                <a:gd name="T116" fmla="*/ 30 w 630"/>
                <a:gd name="T117" fmla="*/ 210 h 720"/>
                <a:gd name="T118" fmla="*/ 30 w 630"/>
                <a:gd name="T119" fmla="*/ 30 h 720"/>
                <a:gd name="T120" fmla="*/ 299 w 630"/>
                <a:gd name="T121"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30" h="720">
                  <a:moveTo>
                    <a:pt x="16" y="719"/>
                  </a:moveTo>
                  <a:lnTo>
                    <a:pt x="16" y="719"/>
                  </a:lnTo>
                  <a:cubicBezTo>
                    <a:pt x="614" y="719"/>
                    <a:pt x="614" y="719"/>
                    <a:pt x="614" y="719"/>
                  </a:cubicBezTo>
                  <a:cubicBezTo>
                    <a:pt x="618" y="719"/>
                    <a:pt x="622" y="716"/>
                    <a:pt x="625" y="714"/>
                  </a:cubicBezTo>
                  <a:cubicBezTo>
                    <a:pt x="628" y="711"/>
                    <a:pt x="629" y="708"/>
                    <a:pt x="629" y="704"/>
                  </a:cubicBezTo>
                  <a:cubicBezTo>
                    <a:pt x="629" y="495"/>
                    <a:pt x="629" y="495"/>
                    <a:pt x="629" y="495"/>
                  </a:cubicBezTo>
                  <a:lnTo>
                    <a:pt x="629" y="495"/>
                  </a:lnTo>
                  <a:lnTo>
                    <a:pt x="629" y="495"/>
                  </a:lnTo>
                  <a:cubicBezTo>
                    <a:pt x="629" y="225"/>
                    <a:pt x="629" y="225"/>
                    <a:pt x="629" y="225"/>
                  </a:cubicBezTo>
                  <a:lnTo>
                    <a:pt x="629" y="225"/>
                  </a:lnTo>
                  <a:lnTo>
                    <a:pt x="629" y="225"/>
                  </a:lnTo>
                  <a:cubicBezTo>
                    <a:pt x="629" y="14"/>
                    <a:pt x="629" y="14"/>
                    <a:pt x="629" y="14"/>
                  </a:cubicBezTo>
                  <a:cubicBezTo>
                    <a:pt x="629" y="10"/>
                    <a:pt x="628" y="7"/>
                    <a:pt x="625" y="5"/>
                  </a:cubicBezTo>
                  <a:cubicBezTo>
                    <a:pt x="622" y="2"/>
                    <a:pt x="618" y="0"/>
                    <a:pt x="614" y="0"/>
                  </a:cubicBezTo>
                  <a:cubicBezTo>
                    <a:pt x="16" y="0"/>
                    <a:pt x="16" y="0"/>
                    <a:pt x="16" y="0"/>
                  </a:cubicBezTo>
                  <a:cubicBezTo>
                    <a:pt x="11" y="0"/>
                    <a:pt x="7" y="2"/>
                    <a:pt x="4" y="5"/>
                  </a:cubicBezTo>
                  <a:cubicBezTo>
                    <a:pt x="2" y="7"/>
                    <a:pt x="0" y="10"/>
                    <a:pt x="0" y="14"/>
                  </a:cubicBezTo>
                  <a:cubicBezTo>
                    <a:pt x="0" y="704"/>
                    <a:pt x="0" y="704"/>
                    <a:pt x="0" y="704"/>
                  </a:cubicBezTo>
                  <a:cubicBezTo>
                    <a:pt x="0" y="708"/>
                    <a:pt x="2" y="711"/>
                    <a:pt x="4" y="714"/>
                  </a:cubicBezTo>
                  <a:cubicBezTo>
                    <a:pt x="7" y="716"/>
                    <a:pt x="11" y="719"/>
                    <a:pt x="16" y="719"/>
                  </a:cubicBezTo>
                  <a:close/>
                  <a:moveTo>
                    <a:pt x="600" y="688"/>
                  </a:moveTo>
                  <a:lnTo>
                    <a:pt x="600" y="688"/>
                  </a:lnTo>
                  <a:cubicBezTo>
                    <a:pt x="330" y="688"/>
                    <a:pt x="330" y="688"/>
                    <a:pt x="330" y="688"/>
                  </a:cubicBezTo>
                  <a:cubicBezTo>
                    <a:pt x="330" y="509"/>
                    <a:pt x="330" y="509"/>
                    <a:pt x="330" y="509"/>
                  </a:cubicBezTo>
                  <a:cubicBezTo>
                    <a:pt x="600" y="509"/>
                    <a:pt x="600" y="509"/>
                    <a:pt x="600" y="509"/>
                  </a:cubicBezTo>
                  <a:lnTo>
                    <a:pt x="600" y="688"/>
                  </a:lnTo>
                  <a:close/>
                  <a:moveTo>
                    <a:pt x="600" y="479"/>
                  </a:moveTo>
                  <a:lnTo>
                    <a:pt x="600" y="479"/>
                  </a:lnTo>
                  <a:cubicBezTo>
                    <a:pt x="555" y="479"/>
                    <a:pt x="555" y="479"/>
                    <a:pt x="555" y="479"/>
                  </a:cubicBezTo>
                  <a:cubicBezTo>
                    <a:pt x="465" y="479"/>
                    <a:pt x="465" y="479"/>
                    <a:pt x="465" y="479"/>
                  </a:cubicBezTo>
                  <a:cubicBezTo>
                    <a:pt x="330" y="479"/>
                    <a:pt x="330" y="479"/>
                    <a:pt x="330" y="479"/>
                  </a:cubicBezTo>
                  <a:cubicBezTo>
                    <a:pt x="330" y="239"/>
                    <a:pt x="330" y="239"/>
                    <a:pt x="330" y="239"/>
                  </a:cubicBezTo>
                  <a:cubicBezTo>
                    <a:pt x="600" y="239"/>
                    <a:pt x="600" y="239"/>
                    <a:pt x="600" y="239"/>
                  </a:cubicBezTo>
                  <a:lnTo>
                    <a:pt x="600" y="479"/>
                  </a:lnTo>
                  <a:close/>
                  <a:moveTo>
                    <a:pt x="299" y="479"/>
                  </a:moveTo>
                  <a:lnTo>
                    <a:pt x="299" y="479"/>
                  </a:lnTo>
                  <a:cubicBezTo>
                    <a:pt x="30" y="479"/>
                    <a:pt x="30" y="479"/>
                    <a:pt x="30" y="479"/>
                  </a:cubicBezTo>
                  <a:cubicBezTo>
                    <a:pt x="30" y="239"/>
                    <a:pt x="30" y="239"/>
                    <a:pt x="30" y="239"/>
                  </a:cubicBezTo>
                  <a:cubicBezTo>
                    <a:pt x="299" y="239"/>
                    <a:pt x="299" y="239"/>
                    <a:pt x="299" y="239"/>
                  </a:cubicBezTo>
                  <a:lnTo>
                    <a:pt x="299" y="479"/>
                  </a:lnTo>
                  <a:close/>
                  <a:moveTo>
                    <a:pt x="30" y="688"/>
                  </a:moveTo>
                  <a:lnTo>
                    <a:pt x="30" y="688"/>
                  </a:lnTo>
                  <a:cubicBezTo>
                    <a:pt x="30" y="509"/>
                    <a:pt x="30" y="509"/>
                    <a:pt x="30" y="509"/>
                  </a:cubicBezTo>
                  <a:cubicBezTo>
                    <a:pt x="299" y="509"/>
                    <a:pt x="299" y="509"/>
                    <a:pt x="299" y="509"/>
                  </a:cubicBezTo>
                  <a:cubicBezTo>
                    <a:pt x="299" y="688"/>
                    <a:pt x="299" y="688"/>
                    <a:pt x="299" y="688"/>
                  </a:cubicBezTo>
                  <a:cubicBezTo>
                    <a:pt x="225" y="688"/>
                    <a:pt x="225" y="688"/>
                    <a:pt x="225" y="688"/>
                  </a:cubicBezTo>
                  <a:lnTo>
                    <a:pt x="30" y="688"/>
                  </a:lnTo>
                  <a:close/>
                  <a:moveTo>
                    <a:pt x="600" y="210"/>
                  </a:moveTo>
                  <a:lnTo>
                    <a:pt x="600" y="210"/>
                  </a:lnTo>
                  <a:cubicBezTo>
                    <a:pt x="330" y="210"/>
                    <a:pt x="330" y="210"/>
                    <a:pt x="330" y="210"/>
                  </a:cubicBezTo>
                  <a:cubicBezTo>
                    <a:pt x="330" y="30"/>
                    <a:pt x="330" y="30"/>
                    <a:pt x="330" y="30"/>
                  </a:cubicBezTo>
                  <a:cubicBezTo>
                    <a:pt x="600" y="30"/>
                    <a:pt x="600" y="30"/>
                    <a:pt x="600" y="30"/>
                  </a:cubicBezTo>
                  <a:lnTo>
                    <a:pt x="600" y="210"/>
                  </a:lnTo>
                  <a:close/>
                  <a:moveTo>
                    <a:pt x="299" y="30"/>
                  </a:moveTo>
                  <a:lnTo>
                    <a:pt x="299" y="30"/>
                  </a:lnTo>
                  <a:cubicBezTo>
                    <a:pt x="299" y="210"/>
                    <a:pt x="299" y="210"/>
                    <a:pt x="299" y="210"/>
                  </a:cubicBezTo>
                  <a:cubicBezTo>
                    <a:pt x="195" y="210"/>
                    <a:pt x="195" y="210"/>
                    <a:pt x="195" y="210"/>
                  </a:cubicBezTo>
                  <a:cubicBezTo>
                    <a:pt x="106" y="210"/>
                    <a:pt x="106" y="210"/>
                    <a:pt x="106" y="210"/>
                  </a:cubicBezTo>
                  <a:cubicBezTo>
                    <a:pt x="30" y="210"/>
                    <a:pt x="30" y="210"/>
                    <a:pt x="30" y="21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6">
              <a:extLst>
                <a:ext uri="{FF2B5EF4-FFF2-40B4-BE49-F238E27FC236}">
                  <a16:creationId xmlns:a16="http://schemas.microsoft.com/office/drawing/2014/main" id="{B8FD658A-6068-2CA7-E3CD-0A0AFFBFFDE9}"/>
                </a:ext>
              </a:extLst>
            </p:cNvPr>
            <p:cNvSpPr>
              <a:spLocks noChangeArrowheads="1"/>
            </p:cNvSpPr>
            <p:nvPr/>
          </p:nvSpPr>
          <p:spPr bwMode="auto">
            <a:xfrm>
              <a:off x="2767013" y="3213100"/>
              <a:ext cx="23812" cy="55563"/>
            </a:xfrm>
            <a:custGeom>
              <a:avLst/>
              <a:gdLst>
                <a:gd name="T0" fmla="*/ 13 w 64"/>
                <a:gd name="T1" fmla="*/ 151 h 154"/>
                <a:gd name="T2" fmla="*/ 13 w 64"/>
                <a:gd name="T3" fmla="*/ 151 h 154"/>
                <a:gd name="T4" fmla="*/ 31 w 64"/>
                <a:gd name="T5" fmla="*/ 140 h 154"/>
                <a:gd name="T6" fmla="*/ 61 w 64"/>
                <a:gd name="T7" fmla="*/ 19 h 154"/>
                <a:gd name="T8" fmla="*/ 51 w 64"/>
                <a:gd name="T9" fmla="*/ 2 h 154"/>
                <a:gd name="T10" fmla="*/ 33 w 64"/>
                <a:gd name="T11" fmla="*/ 12 h 154"/>
                <a:gd name="T12" fmla="*/ 2 w 64"/>
                <a:gd name="T13" fmla="*/ 133 h 154"/>
                <a:gd name="T14" fmla="*/ 13 w 64"/>
                <a:gd name="T15" fmla="*/ 151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13" y="151"/>
                  </a:moveTo>
                  <a:lnTo>
                    <a:pt x="13" y="151"/>
                  </a:lnTo>
                  <a:cubicBezTo>
                    <a:pt x="21" y="153"/>
                    <a:pt x="30" y="148"/>
                    <a:pt x="31" y="140"/>
                  </a:cubicBezTo>
                  <a:cubicBezTo>
                    <a:pt x="61" y="19"/>
                    <a:pt x="61" y="19"/>
                    <a:pt x="61" y="19"/>
                  </a:cubicBezTo>
                  <a:cubicBezTo>
                    <a:pt x="63" y="12"/>
                    <a:pt x="58" y="4"/>
                    <a:pt x="51" y="2"/>
                  </a:cubicBezTo>
                  <a:cubicBezTo>
                    <a:pt x="42" y="0"/>
                    <a:pt x="34" y="5"/>
                    <a:pt x="33" y="12"/>
                  </a:cubicBezTo>
                  <a:cubicBezTo>
                    <a:pt x="2" y="133"/>
                    <a:pt x="2" y="133"/>
                    <a:pt x="2" y="133"/>
                  </a:cubicBezTo>
                  <a:cubicBezTo>
                    <a:pt x="0" y="140"/>
                    <a:pt x="4" y="148"/>
                    <a:pt x="13" y="1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7">
              <a:extLst>
                <a:ext uri="{FF2B5EF4-FFF2-40B4-BE49-F238E27FC236}">
                  <a16:creationId xmlns:a16="http://schemas.microsoft.com/office/drawing/2014/main" id="{57B58A5F-431C-682E-2679-93DEC7D8CFEA}"/>
                </a:ext>
              </a:extLst>
            </p:cNvPr>
            <p:cNvSpPr>
              <a:spLocks noChangeArrowheads="1"/>
            </p:cNvSpPr>
            <p:nvPr/>
          </p:nvSpPr>
          <p:spPr bwMode="auto">
            <a:xfrm>
              <a:off x="2679700" y="3289300"/>
              <a:ext cx="23813" cy="55563"/>
            </a:xfrm>
            <a:custGeom>
              <a:avLst/>
              <a:gdLst>
                <a:gd name="T0" fmla="*/ 51 w 64"/>
                <a:gd name="T1" fmla="*/ 3 h 154"/>
                <a:gd name="T2" fmla="*/ 51 w 64"/>
                <a:gd name="T3" fmla="*/ 3 h 154"/>
                <a:gd name="T4" fmla="*/ 32 w 64"/>
                <a:gd name="T5" fmla="*/ 14 h 154"/>
                <a:gd name="T6" fmla="*/ 3 w 64"/>
                <a:gd name="T7" fmla="*/ 133 h 154"/>
                <a:gd name="T8" fmla="*/ 13 w 64"/>
                <a:gd name="T9" fmla="*/ 151 h 154"/>
                <a:gd name="T10" fmla="*/ 31 w 64"/>
                <a:gd name="T11" fmla="*/ 140 h 154"/>
                <a:gd name="T12" fmla="*/ 62 w 64"/>
                <a:gd name="T13" fmla="*/ 21 h 154"/>
                <a:gd name="T14" fmla="*/ 51 w 64"/>
                <a:gd name="T15" fmla="*/ 3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51" y="3"/>
                  </a:moveTo>
                  <a:lnTo>
                    <a:pt x="51" y="3"/>
                  </a:lnTo>
                  <a:cubicBezTo>
                    <a:pt x="42" y="0"/>
                    <a:pt x="34" y="5"/>
                    <a:pt x="32" y="14"/>
                  </a:cubicBezTo>
                  <a:cubicBezTo>
                    <a:pt x="3" y="133"/>
                    <a:pt x="3" y="133"/>
                    <a:pt x="3" y="133"/>
                  </a:cubicBezTo>
                  <a:cubicBezTo>
                    <a:pt x="0" y="142"/>
                    <a:pt x="6" y="149"/>
                    <a:pt x="13" y="151"/>
                  </a:cubicBezTo>
                  <a:cubicBezTo>
                    <a:pt x="21" y="153"/>
                    <a:pt x="30" y="149"/>
                    <a:pt x="31" y="140"/>
                  </a:cubicBezTo>
                  <a:cubicBezTo>
                    <a:pt x="62" y="21"/>
                    <a:pt x="62" y="21"/>
                    <a:pt x="62" y="21"/>
                  </a:cubicBezTo>
                  <a:cubicBezTo>
                    <a:pt x="63" y="12"/>
                    <a:pt x="59" y="4"/>
                    <a:pt x="51"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 name="Freeform 38">
              <a:extLst>
                <a:ext uri="{FF2B5EF4-FFF2-40B4-BE49-F238E27FC236}">
                  <a16:creationId xmlns:a16="http://schemas.microsoft.com/office/drawing/2014/main" id="{948E2C4E-B8C1-E262-B22E-406EFF865C46}"/>
                </a:ext>
              </a:extLst>
            </p:cNvPr>
            <p:cNvSpPr>
              <a:spLocks noChangeArrowheads="1"/>
            </p:cNvSpPr>
            <p:nvPr/>
          </p:nvSpPr>
          <p:spPr bwMode="auto">
            <a:xfrm>
              <a:off x="2800350" y="3214688"/>
              <a:ext cx="11113" cy="53975"/>
            </a:xfrm>
            <a:custGeom>
              <a:avLst/>
              <a:gdLst>
                <a:gd name="T0" fmla="*/ 29 w 30"/>
                <a:gd name="T1" fmla="*/ 135 h 151"/>
                <a:gd name="T2" fmla="*/ 29 w 30"/>
                <a:gd name="T3" fmla="*/ 135 h 151"/>
                <a:gd name="T4" fmla="*/ 29 w 30"/>
                <a:gd name="T5" fmla="*/ 15 h 151"/>
                <a:gd name="T6" fmla="*/ 15 w 30"/>
                <a:gd name="T7" fmla="*/ 0 h 151"/>
                <a:gd name="T8" fmla="*/ 0 w 30"/>
                <a:gd name="T9" fmla="*/ 15 h 151"/>
                <a:gd name="T10" fmla="*/ 0 w 30"/>
                <a:gd name="T11" fmla="*/ 135 h 151"/>
                <a:gd name="T12" fmla="*/ 15 w 30"/>
                <a:gd name="T13" fmla="*/ 150 h 151"/>
                <a:gd name="T14" fmla="*/ 29 w 30"/>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1">
                  <a:moveTo>
                    <a:pt x="29" y="135"/>
                  </a:moveTo>
                  <a:lnTo>
                    <a:pt x="29" y="135"/>
                  </a:lnTo>
                  <a:cubicBezTo>
                    <a:pt x="29" y="15"/>
                    <a:pt x="29" y="15"/>
                    <a:pt x="29" y="15"/>
                  </a:cubicBezTo>
                  <a:cubicBezTo>
                    <a:pt x="29" y="7"/>
                    <a:pt x="23" y="0"/>
                    <a:pt x="15" y="0"/>
                  </a:cubicBezTo>
                  <a:cubicBezTo>
                    <a:pt x="7" y="0"/>
                    <a:pt x="0" y="7"/>
                    <a:pt x="0" y="15"/>
                  </a:cubicBezTo>
                  <a:cubicBezTo>
                    <a:pt x="0" y="135"/>
                    <a:pt x="0" y="135"/>
                    <a:pt x="0" y="135"/>
                  </a:cubicBezTo>
                  <a:cubicBezTo>
                    <a:pt x="0" y="143"/>
                    <a:pt x="7" y="150"/>
                    <a:pt x="15" y="150"/>
                  </a:cubicBezTo>
                  <a:cubicBezTo>
                    <a:pt x="23" y="150"/>
                    <a:pt x="29" y="143"/>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 name="Freeform 39">
              <a:extLst>
                <a:ext uri="{FF2B5EF4-FFF2-40B4-BE49-F238E27FC236}">
                  <a16:creationId xmlns:a16="http://schemas.microsoft.com/office/drawing/2014/main" id="{85E4A6C7-4E0E-B727-B057-15409E4BDF66}"/>
                </a:ext>
              </a:extLst>
            </p:cNvPr>
            <p:cNvSpPr>
              <a:spLocks noChangeArrowheads="1"/>
            </p:cNvSpPr>
            <p:nvPr/>
          </p:nvSpPr>
          <p:spPr bwMode="auto">
            <a:xfrm>
              <a:off x="2832100" y="3214688"/>
              <a:ext cx="11113" cy="53975"/>
            </a:xfrm>
            <a:custGeom>
              <a:avLst/>
              <a:gdLst>
                <a:gd name="T0" fmla="*/ 30 w 31"/>
                <a:gd name="T1" fmla="*/ 135 h 151"/>
                <a:gd name="T2" fmla="*/ 30 w 31"/>
                <a:gd name="T3" fmla="*/ 135 h 151"/>
                <a:gd name="T4" fmla="*/ 30 w 31"/>
                <a:gd name="T5" fmla="*/ 15 h 151"/>
                <a:gd name="T6" fmla="*/ 16 w 31"/>
                <a:gd name="T7" fmla="*/ 0 h 151"/>
                <a:gd name="T8" fmla="*/ 0 w 31"/>
                <a:gd name="T9" fmla="*/ 15 h 151"/>
                <a:gd name="T10" fmla="*/ 0 w 31"/>
                <a:gd name="T11" fmla="*/ 135 h 151"/>
                <a:gd name="T12" fmla="*/ 16 w 31"/>
                <a:gd name="T13" fmla="*/ 150 h 151"/>
                <a:gd name="T14" fmla="*/ 30 w 31"/>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1">
                  <a:moveTo>
                    <a:pt x="30" y="135"/>
                  </a:moveTo>
                  <a:lnTo>
                    <a:pt x="30" y="135"/>
                  </a:lnTo>
                  <a:cubicBezTo>
                    <a:pt x="30" y="15"/>
                    <a:pt x="30" y="15"/>
                    <a:pt x="30" y="15"/>
                  </a:cubicBezTo>
                  <a:cubicBezTo>
                    <a:pt x="30" y="7"/>
                    <a:pt x="24" y="0"/>
                    <a:pt x="16" y="0"/>
                  </a:cubicBezTo>
                  <a:cubicBezTo>
                    <a:pt x="7" y="0"/>
                    <a:pt x="0" y="7"/>
                    <a:pt x="0" y="15"/>
                  </a:cubicBezTo>
                  <a:cubicBezTo>
                    <a:pt x="0" y="135"/>
                    <a:pt x="0" y="135"/>
                    <a:pt x="0" y="135"/>
                  </a:cubicBezTo>
                  <a:cubicBezTo>
                    <a:pt x="0" y="143"/>
                    <a:pt x="7" y="150"/>
                    <a:pt x="16" y="150"/>
                  </a:cubicBezTo>
                  <a:cubicBezTo>
                    <a:pt x="24" y="150"/>
                    <a:pt x="30" y="143"/>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0">
              <a:extLst>
                <a:ext uri="{FF2B5EF4-FFF2-40B4-BE49-F238E27FC236}">
                  <a16:creationId xmlns:a16="http://schemas.microsoft.com/office/drawing/2014/main" id="{7A434DD9-3BFC-9D66-8A45-A9C0518682C7}"/>
                </a:ext>
              </a:extLst>
            </p:cNvPr>
            <p:cNvSpPr>
              <a:spLocks noChangeArrowheads="1"/>
            </p:cNvSpPr>
            <p:nvPr/>
          </p:nvSpPr>
          <p:spPr bwMode="auto">
            <a:xfrm>
              <a:off x="2670175" y="3116263"/>
              <a:ext cx="11113" cy="53975"/>
            </a:xfrm>
            <a:custGeom>
              <a:avLst/>
              <a:gdLst>
                <a:gd name="T0" fmla="*/ 30 w 31"/>
                <a:gd name="T1" fmla="*/ 135 h 152"/>
                <a:gd name="T2" fmla="*/ 30 w 31"/>
                <a:gd name="T3" fmla="*/ 135 h 152"/>
                <a:gd name="T4" fmla="*/ 30 w 31"/>
                <a:gd name="T5" fmla="*/ 16 h 152"/>
                <a:gd name="T6" fmla="*/ 16 w 31"/>
                <a:gd name="T7" fmla="*/ 0 h 152"/>
                <a:gd name="T8" fmla="*/ 0 w 31"/>
                <a:gd name="T9" fmla="*/ 16 h 152"/>
                <a:gd name="T10" fmla="*/ 0 w 31"/>
                <a:gd name="T11" fmla="*/ 135 h 152"/>
                <a:gd name="T12" fmla="*/ 16 w 31"/>
                <a:gd name="T13" fmla="*/ 151 h 152"/>
                <a:gd name="T14" fmla="*/ 30 w 31"/>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2">
                  <a:moveTo>
                    <a:pt x="30" y="135"/>
                  </a:moveTo>
                  <a:lnTo>
                    <a:pt x="30" y="135"/>
                  </a:lnTo>
                  <a:cubicBezTo>
                    <a:pt x="30" y="16"/>
                    <a:pt x="30" y="16"/>
                    <a:pt x="30" y="16"/>
                  </a:cubicBezTo>
                  <a:cubicBezTo>
                    <a:pt x="30" y="7"/>
                    <a:pt x="24" y="0"/>
                    <a:pt x="16" y="0"/>
                  </a:cubicBezTo>
                  <a:cubicBezTo>
                    <a:pt x="7" y="0"/>
                    <a:pt x="0" y="7"/>
                    <a:pt x="0" y="16"/>
                  </a:cubicBezTo>
                  <a:cubicBezTo>
                    <a:pt x="0" y="135"/>
                    <a:pt x="0" y="135"/>
                    <a:pt x="0" y="135"/>
                  </a:cubicBezTo>
                  <a:cubicBezTo>
                    <a:pt x="0" y="144"/>
                    <a:pt x="7" y="151"/>
                    <a:pt x="16" y="151"/>
                  </a:cubicBezTo>
                  <a:cubicBezTo>
                    <a:pt x="24" y="151"/>
                    <a:pt x="30" y="144"/>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1">
              <a:extLst>
                <a:ext uri="{FF2B5EF4-FFF2-40B4-BE49-F238E27FC236}">
                  <a16:creationId xmlns:a16="http://schemas.microsoft.com/office/drawing/2014/main" id="{F4174CB2-ACAC-9C8A-43EC-64E8560EC078}"/>
                </a:ext>
              </a:extLst>
            </p:cNvPr>
            <p:cNvSpPr>
              <a:spLocks noChangeArrowheads="1"/>
            </p:cNvSpPr>
            <p:nvPr/>
          </p:nvSpPr>
          <p:spPr bwMode="auto">
            <a:xfrm>
              <a:off x="2701925" y="3116263"/>
              <a:ext cx="11113" cy="53975"/>
            </a:xfrm>
            <a:custGeom>
              <a:avLst/>
              <a:gdLst>
                <a:gd name="T0" fmla="*/ 29 w 30"/>
                <a:gd name="T1" fmla="*/ 135 h 152"/>
                <a:gd name="T2" fmla="*/ 29 w 30"/>
                <a:gd name="T3" fmla="*/ 135 h 152"/>
                <a:gd name="T4" fmla="*/ 29 w 30"/>
                <a:gd name="T5" fmla="*/ 16 h 152"/>
                <a:gd name="T6" fmla="*/ 15 w 30"/>
                <a:gd name="T7" fmla="*/ 0 h 152"/>
                <a:gd name="T8" fmla="*/ 0 w 30"/>
                <a:gd name="T9" fmla="*/ 16 h 152"/>
                <a:gd name="T10" fmla="*/ 0 w 30"/>
                <a:gd name="T11" fmla="*/ 135 h 152"/>
                <a:gd name="T12" fmla="*/ 15 w 30"/>
                <a:gd name="T13" fmla="*/ 151 h 152"/>
                <a:gd name="T14" fmla="*/ 29 w 30"/>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2">
                  <a:moveTo>
                    <a:pt x="29" y="135"/>
                  </a:moveTo>
                  <a:lnTo>
                    <a:pt x="29" y="135"/>
                  </a:lnTo>
                  <a:cubicBezTo>
                    <a:pt x="29" y="16"/>
                    <a:pt x="29" y="16"/>
                    <a:pt x="29" y="16"/>
                  </a:cubicBezTo>
                  <a:cubicBezTo>
                    <a:pt x="29" y="7"/>
                    <a:pt x="24" y="0"/>
                    <a:pt x="15" y="0"/>
                  </a:cubicBezTo>
                  <a:cubicBezTo>
                    <a:pt x="7" y="0"/>
                    <a:pt x="0" y="7"/>
                    <a:pt x="0" y="16"/>
                  </a:cubicBezTo>
                  <a:cubicBezTo>
                    <a:pt x="0" y="135"/>
                    <a:pt x="0" y="135"/>
                    <a:pt x="0" y="135"/>
                  </a:cubicBezTo>
                  <a:cubicBezTo>
                    <a:pt x="0" y="144"/>
                    <a:pt x="7" y="151"/>
                    <a:pt x="15" y="151"/>
                  </a:cubicBezTo>
                  <a:cubicBezTo>
                    <a:pt x="24" y="151"/>
                    <a:pt x="29" y="144"/>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2">
              <a:extLst>
                <a:ext uri="{FF2B5EF4-FFF2-40B4-BE49-F238E27FC236}">
                  <a16:creationId xmlns:a16="http://schemas.microsoft.com/office/drawing/2014/main" id="{EC77317C-DBB2-0928-A2D8-5C2DD1115B65}"/>
                </a:ext>
              </a:extLst>
            </p:cNvPr>
            <p:cNvSpPr>
              <a:spLocks noChangeArrowheads="1"/>
            </p:cNvSpPr>
            <p:nvPr/>
          </p:nvSpPr>
          <p:spPr bwMode="auto">
            <a:xfrm>
              <a:off x="2713038" y="3289300"/>
              <a:ext cx="11112" cy="53975"/>
            </a:xfrm>
            <a:custGeom>
              <a:avLst/>
              <a:gdLst>
                <a:gd name="T0" fmla="*/ 31 w 32"/>
                <a:gd name="T1" fmla="*/ 134 h 149"/>
                <a:gd name="T2" fmla="*/ 31 w 32"/>
                <a:gd name="T3" fmla="*/ 134 h 149"/>
                <a:gd name="T4" fmla="*/ 31 w 32"/>
                <a:gd name="T5" fmla="*/ 14 h 149"/>
                <a:gd name="T6" fmla="*/ 16 w 32"/>
                <a:gd name="T7" fmla="*/ 0 h 149"/>
                <a:gd name="T8" fmla="*/ 0 w 32"/>
                <a:gd name="T9" fmla="*/ 14 h 149"/>
                <a:gd name="T10" fmla="*/ 0 w 32"/>
                <a:gd name="T11" fmla="*/ 134 h 149"/>
                <a:gd name="T12" fmla="*/ 16 w 32"/>
                <a:gd name="T13" fmla="*/ 148 h 149"/>
                <a:gd name="T14" fmla="*/ 31 w 32"/>
                <a:gd name="T15" fmla="*/ 134 h 1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49">
                  <a:moveTo>
                    <a:pt x="31" y="134"/>
                  </a:moveTo>
                  <a:lnTo>
                    <a:pt x="31" y="134"/>
                  </a:lnTo>
                  <a:cubicBezTo>
                    <a:pt x="31" y="14"/>
                    <a:pt x="31" y="14"/>
                    <a:pt x="31" y="14"/>
                  </a:cubicBezTo>
                  <a:cubicBezTo>
                    <a:pt x="31" y="5"/>
                    <a:pt x="24" y="0"/>
                    <a:pt x="16" y="0"/>
                  </a:cubicBezTo>
                  <a:cubicBezTo>
                    <a:pt x="7" y="0"/>
                    <a:pt x="0" y="5"/>
                    <a:pt x="0" y="14"/>
                  </a:cubicBezTo>
                  <a:cubicBezTo>
                    <a:pt x="0" y="134"/>
                    <a:pt x="0" y="134"/>
                    <a:pt x="0" y="134"/>
                  </a:cubicBezTo>
                  <a:cubicBezTo>
                    <a:pt x="0" y="141"/>
                    <a:pt x="7" y="148"/>
                    <a:pt x="16" y="148"/>
                  </a:cubicBezTo>
                  <a:cubicBezTo>
                    <a:pt x="24" y="148"/>
                    <a:pt x="31" y="141"/>
                    <a:pt x="31" y="1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 name="Freeform 43">
            <a:extLst>
              <a:ext uri="{FF2B5EF4-FFF2-40B4-BE49-F238E27FC236}">
                <a16:creationId xmlns:a16="http://schemas.microsoft.com/office/drawing/2014/main" id="{0AB0F16E-FC5C-F576-6C04-F3065E3445F3}"/>
              </a:ext>
            </a:extLst>
          </p:cNvPr>
          <p:cNvSpPr>
            <a:spLocks noChangeArrowheads="1"/>
          </p:cNvSpPr>
          <p:nvPr/>
        </p:nvSpPr>
        <p:spPr bwMode="auto">
          <a:xfrm>
            <a:off x="1107678" y="2342233"/>
            <a:ext cx="219075" cy="276225"/>
          </a:xfrm>
          <a:custGeom>
            <a:avLst/>
            <a:gdLst>
              <a:gd name="T0" fmla="*/ 591 w 607"/>
              <a:gd name="T1" fmla="*/ 288 h 768"/>
              <a:gd name="T2" fmla="*/ 526 w 607"/>
              <a:gd name="T3" fmla="*/ 288 h 768"/>
              <a:gd name="T4" fmla="*/ 526 w 607"/>
              <a:gd name="T5" fmla="*/ 319 h 768"/>
              <a:gd name="T6" fmla="*/ 509 w 607"/>
              <a:gd name="T7" fmla="*/ 412 h 768"/>
              <a:gd name="T8" fmla="*/ 488 w 607"/>
              <a:gd name="T9" fmla="*/ 458 h 768"/>
              <a:gd name="T10" fmla="*/ 366 w 607"/>
              <a:gd name="T11" fmla="*/ 385 h 768"/>
              <a:gd name="T12" fmla="*/ 317 w 607"/>
              <a:gd name="T13" fmla="*/ 319 h 768"/>
              <a:gd name="T14" fmla="*/ 456 w 607"/>
              <a:gd name="T15" fmla="*/ 222 h 768"/>
              <a:gd name="T16" fmla="*/ 465 w 607"/>
              <a:gd name="T17" fmla="*/ 156 h 768"/>
              <a:gd name="T18" fmla="*/ 323 w 607"/>
              <a:gd name="T19" fmla="*/ 0 h 768"/>
              <a:gd name="T20" fmla="*/ 140 w 607"/>
              <a:gd name="T21" fmla="*/ 143 h 768"/>
              <a:gd name="T22" fmla="*/ 140 w 607"/>
              <a:gd name="T23" fmla="*/ 157 h 768"/>
              <a:gd name="T24" fmla="*/ 260 w 607"/>
              <a:gd name="T25" fmla="*/ 319 h 768"/>
              <a:gd name="T26" fmla="*/ 288 w 607"/>
              <a:gd name="T27" fmla="*/ 385 h 768"/>
              <a:gd name="T28" fmla="*/ 129 w 607"/>
              <a:gd name="T29" fmla="*/ 478 h 768"/>
              <a:gd name="T30" fmla="*/ 101 w 607"/>
              <a:gd name="T31" fmla="*/ 449 h 768"/>
              <a:gd name="T32" fmla="*/ 62 w 607"/>
              <a:gd name="T33" fmla="*/ 319 h 768"/>
              <a:gd name="T34" fmla="*/ 94 w 607"/>
              <a:gd name="T35" fmla="*/ 303 h 768"/>
              <a:gd name="T36" fmla="*/ 46 w 607"/>
              <a:gd name="T37" fmla="*/ 288 h 768"/>
              <a:gd name="T38" fmla="*/ 0 w 607"/>
              <a:gd name="T39" fmla="*/ 303 h 768"/>
              <a:gd name="T40" fmla="*/ 32 w 607"/>
              <a:gd name="T41" fmla="*/ 319 h 768"/>
              <a:gd name="T42" fmla="*/ 90 w 607"/>
              <a:gd name="T43" fmla="*/ 485 h 768"/>
              <a:gd name="T44" fmla="*/ 143 w 607"/>
              <a:gd name="T45" fmla="*/ 511 h 768"/>
              <a:gd name="T46" fmla="*/ 288 w 607"/>
              <a:gd name="T47" fmla="*/ 673 h 768"/>
              <a:gd name="T48" fmla="*/ 160 w 607"/>
              <a:gd name="T49" fmla="*/ 753 h 768"/>
              <a:gd name="T50" fmla="*/ 189 w 607"/>
              <a:gd name="T51" fmla="*/ 753 h 768"/>
              <a:gd name="T52" fmla="*/ 288 w 607"/>
              <a:gd name="T53" fmla="*/ 704 h 768"/>
              <a:gd name="T54" fmla="*/ 303 w 607"/>
              <a:gd name="T55" fmla="*/ 767 h 768"/>
              <a:gd name="T56" fmla="*/ 317 w 607"/>
              <a:gd name="T57" fmla="*/ 704 h 768"/>
              <a:gd name="T58" fmla="*/ 415 w 607"/>
              <a:gd name="T59" fmla="*/ 753 h 768"/>
              <a:gd name="T60" fmla="*/ 446 w 607"/>
              <a:gd name="T61" fmla="*/ 753 h 768"/>
              <a:gd name="T62" fmla="*/ 366 w 607"/>
              <a:gd name="T63" fmla="*/ 673 h 768"/>
              <a:gd name="T64" fmla="*/ 317 w 607"/>
              <a:gd name="T65" fmla="*/ 511 h 768"/>
              <a:gd name="T66" fmla="*/ 463 w 607"/>
              <a:gd name="T67" fmla="*/ 511 h 768"/>
              <a:gd name="T68" fmla="*/ 493 w 607"/>
              <a:gd name="T69" fmla="*/ 499 h 768"/>
              <a:gd name="T70" fmla="*/ 538 w 607"/>
              <a:gd name="T71" fmla="*/ 420 h 768"/>
              <a:gd name="T72" fmla="*/ 591 w 607"/>
              <a:gd name="T73" fmla="*/ 319 h 768"/>
              <a:gd name="T74" fmla="*/ 591 w 607"/>
              <a:gd name="T75" fmla="*/ 288 h 768"/>
              <a:gd name="T76" fmla="*/ 178 w 607"/>
              <a:gd name="T77" fmla="*/ 218 h 768"/>
              <a:gd name="T78" fmla="*/ 170 w 607"/>
              <a:gd name="T79" fmla="*/ 143 h 768"/>
              <a:gd name="T80" fmla="*/ 283 w 607"/>
              <a:gd name="T81" fmla="*/ 30 h 768"/>
              <a:gd name="T82" fmla="*/ 403 w 607"/>
              <a:gd name="T83" fmla="*/ 63 h 768"/>
              <a:gd name="T84" fmla="*/ 435 w 607"/>
              <a:gd name="T85" fmla="*/ 153 h 768"/>
              <a:gd name="T86" fmla="*/ 347 w 607"/>
              <a:gd name="T87" fmla="*/ 288 h 768"/>
              <a:gd name="T88" fmla="*/ 178 w 607"/>
              <a:gd name="T89" fmla="*/ 218 h 768"/>
              <a:gd name="T90" fmla="*/ 181 w 607"/>
              <a:gd name="T91" fmla="*/ 438 h 768"/>
              <a:gd name="T92" fmla="*/ 303 w 607"/>
              <a:gd name="T93" fmla="*/ 414 h 768"/>
              <a:gd name="T94" fmla="*/ 303 w 607"/>
              <a:gd name="T95" fmla="*/ 414 h 768"/>
              <a:gd name="T96" fmla="*/ 424 w 607"/>
              <a:gd name="T97" fmla="*/ 438 h 768"/>
              <a:gd name="T98" fmla="*/ 158 w 607"/>
              <a:gd name="T99" fmla="*/ 480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07" h="768">
                <a:moveTo>
                  <a:pt x="591" y="288"/>
                </a:moveTo>
                <a:lnTo>
                  <a:pt x="591" y="288"/>
                </a:lnTo>
                <a:cubicBezTo>
                  <a:pt x="559" y="288"/>
                  <a:pt x="559" y="288"/>
                  <a:pt x="559" y="288"/>
                </a:cubicBezTo>
                <a:cubicBezTo>
                  <a:pt x="526" y="288"/>
                  <a:pt x="526" y="288"/>
                  <a:pt x="526" y="288"/>
                </a:cubicBezTo>
                <a:cubicBezTo>
                  <a:pt x="519" y="288"/>
                  <a:pt x="512" y="295"/>
                  <a:pt x="512" y="303"/>
                </a:cubicBezTo>
                <a:cubicBezTo>
                  <a:pt x="512" y="312"/>
                  <a:pt x="519" y="319"/>
                  <a:pt x="526" y="319"/>
                </a:cubicBezTo>
                <a:cubicBezTo>
                  <a:pt x="539" y="319"/>
                  <a:pt x="539" y="319"/>
                  <a:pt x="539" y="319"/>
                </a:cubicBezTo>
                <a:cubicBezTo>
                  <a:pt x="509" y="412"/>
                  <a:pt x="509" y="412"/>
                  <a:pt x="509" y="412"/>
                </a:cubicBezTo>
                <a:cubicBezTo>
                  <a:pt x="508" y="412"/>
                  <a:pt x="508" y="412"/>
                  <a:pt x="508" y="412"/>
                </a:cubicBezTo>
                <a:cubicBezTo>
                  <a:pt x="505" y="424"/>
                  <a:pt x="498" y="444"/>
                  <a:pt x="488" y="458"/>
                </a:cubicBezTo>
                <a:cubicBezTo>
                  <a:pt x="484" y="465"/>
                  <a:pt x="480" y="471"/>
                  <a:pt x="476" y="475"/>
                </a:cubicBezTo>
                <a:cubicBezTo>
                  <a:pt x="466" y="423"/>
                  <a:pt x="421" y="385"/>
                  <a:pt x="366" y="385"/>
                </a:cubicBezTo>
                <a:cubicBezTo>
                  <a:pt x="317" y="385"/>
                  <a:pt x="317" y="385"/>
                  <a:pt x="317" y="385"/>
                </a:cubicBezTo>
                <a:cubicBezTo>
                  <a:pt x="317" y="319"/>
                  <a:pt x="317" y="319"/>
                  <a:pt x="317" y="319"/>
                </a:cubicBezTo>
                <a:cubicBezTo>
                  <a:pt x="347" y="319"/>
                  <a:pt x="347" y="319"/>
                  <a:pt x="347" y="319"/>
                </a:cubicBezTo>
                <a:cubicBezTo>
                  <a:pt x="403" y="319"/>
                  <a:pt x="449" y="277"/>
                  <a:pt x="456" y="222"/>
                </a:cubicBezTo>
                <a:cubicBezTo>
                  <a:pt x="465" y="157"/>
                  <a:pt x="465" y="157"/>
                  <a:pt x="465" y="157"/>
                </a:cubicBezTo>
                <a:cubicBezTo>
                  <a:pt x="465" y="156"/>
                  <a:pt x="465" y="156"/>
                  <a:pt x="465" y="156"/>
                </a:cubicBezTo>
                <a:cubicBezTo>
                  <a:pt x="466" y="152"/>
                  <a:pt x="466" y="148"/>
                  <a:pt x="466" y="143"/>
                </a:cubicBezTo>
                <a:cubicBezTo>
                  <a:pt x="466" y="65"/>
                  <a:pt x="403" y="0"/>
                  <a:pt x="323" y="0"/>
                </a:cubicBezTo>
                <a:cubicBezTo>
                  <a:pt x="283" y="0"/>
                  <a:pt x="283" y="0"/>
                  <a:pt x="283" y="0"/>
                </a:cubicBezTo>
                <a:cubicBezTo>
                  <a:pt x="203" y="0"/>
                  <a:pt x="140" y="65"/>
                  <a:pt x="140" y="143"/>
                </a:cubicBezTo>
                <a:cubicBezTo>
                  <a:pt x="140" y="148"/>
                  <a:pt x="140" y="152"/>
                  <a:pt x="140" y="156"/>
                </a:cubicBezTo>
                <a:cubicBezTo>
                  <a:pt x="140" y="157"/>
                  <a:pt x="140" y="157"/>
                  <a:pt x="140" y="157"/>
                </a:cubicBezTo>
                <a:cubicBezTo>
                  <a:pt x="149" y="222"/>
                  <a:pt x="149" y="222"/>
                  <a:pt x="149" y="222"/>
                </a:cubicBezTo>
                <a:cubicBezTo>
                  <a:pt x="156" y="277"/>
                  <a:pt x="203" y="319"/>
                  <a:pt x="260" y="319"/>
                </a:cubicBezTo>
                <a:cubicBezTo>
                  <a:pt x="288" y="319"/>
                  <a:pt x="288" y="319"/>
                  <a:pt x="288" y="319"/>
                </a:cubicBezTo>
                <a:cubicBezTo>
                  <a:pt x="288" y="385"/>
                  <a:pt x="288" y="385"/>
                  <a:pt x="288" y="385"/>
                </a:cubicBezTo>
                <a:cubicBezTo>
                  <a:pt x="238" y="385"/>
                  <a:pt x="238" y="385"/>
                  <a:pt x="238" y="385"/>
                </a:cubicBezTo>
                <a:cubicBezTo>
                  <a:pt x="184" y="385"/>
                  <a:pt x="137" y="426"/>
                  <a:pt x="129" y="478"/>
                </a:cubicBezTo>
                <a:lnTo>
                  <a:pt x="128" y="478"/>
                </a:lnTo>
                <a:cubicBezTo>
                  <a:pt x="118" y="472"/>
                  <a:pt x="109" y="463"/>
                  <a:pt x="101" y="449"/>
                </a:cubicBezTo>
                <a:cubicBezTo>
                  <a:pt x="88" y="431"/>
                  <a:pt x="78" y="405"/>
                  <a:pt x="71" y="376"/>
                </a:cubicBezTo>
                <a:cubicBezTo>
                  <a:pt x="66" y="357"/>
                  <a:pt x="63" y="336"/>
                  <a:pt x="62" y="319"/>
                </a:cubicBezTo>
                <a:cubicBezTo>
                  <a:pt x="78" y="319"/>
                  <a:pt x="78" y="319"/>
                  <a:pt x="78" y="319"/>
                </a:cubicBezTo>
                <a:cubicBezTo>
                  <a:pt x="87" y="319"/>
                  <a:pt x="94" y="312"/>
                  <a:pt x="94" y="303"/>
                </a:cubicBezTo>
                <a:cubicBezTo>
                  <a:pt x="94" y="295"/>
                  <a:pt x="87" y="288"/>
                  <a:pt x="78" y="288"/>
                </a:cubicBezTo>
                <a:cubicBezTo>
                  <a:pt x="46" y="288"/>
                  <a:pt x="46" y="288"/>
                  <a:pt x="46" y="288"/>
                </a:cubicBezTo>
                <a:cubicBezTo>
                  <a:pt x="14" y="288"/>
                  <a:pt x="14" y="288"/>
                  <a:pt x="14" y="288"/>
                </a:cubicBezTo>
                <a:cubicBezTo>
                  <a:pt x="7" y="288"/>
                  <a:pt x="0" y="295"/>
                  <a:pt x="0" y="303"/>
                </a:cubicBezTo>
                <a:cubicBezTo>
                  <a:pt x="0" y="312"/>
                  <a:pt x="7" y="319"/>
                  <a:pt x="14" y="319"/>
                </a:cubicBezTo>
                <a:cubicBezTo>
                  <a:pt x="32" y="319"/>
                  <a:pt x="32" y="319"/>
                  <a:pt x="32" y="319"/>
                </a:cubicBezTo>
                <a:cubicBezTo>
                  <a:pt x="33" y="351"/>
                  <a:pt x="42" y="393"/>
                  <a:pt x="56" y="430"/>
                </a:cubicBezTo>
                <a:cubicBezTo>
                  <a:pt x="64" y="451"/>
                  <a:pt x="76" y="471"/>
                  <a:pt x="90" y="485"/>
                </a:cubicBezTo>
                <a:cubicBezTo>
                  <a:pt x="97" y="493"/>
                  <a:pt x="104" y="499"/>
                  <a:pt x="113" y="503"/>
                </a:cubicBezTo>
                <a:cubicBezTo>
                  <a:pt x="122" y="508"/>
                  <a:pt x="132" y="511"/>
                  <a:pt x="143" y="511"/>
                </a:cubicBezTo>
                <a:cubicBezTo>
                  <a:pt x="288" y="511"/>
                  <a:pt x="288" y="511"/>
                  <a:pt x="288" y="511"/>
                </a:cubicBezTo>
                <a:cubicBezTo>
                  <a:pt x="288" y="673"/>
                  <a:pt x="288" y="673"/>
                  <a:pt x="288" y="673"/>
                </a:cubicBezTo>
                <a:cubicBezTo>
                  <a:pt x="238" y="673"/>
                  <a:pt x="238" y="673"/>
                  <a:pt x="238" y="673"/>
                </a:cubicBezTo>
                <a:cubicBezTo>
                  <a:pt x="195" y="673"/>
                  <a:pt x="160" y="708"/>
                  <a:pt x="160" y="753"/>
                </a:cubicBezTo>
                <a:cubicBezTo>
                  <a:pt x="160" y="760"/>
                  <a:pt x="167" y="767"/>
                  <a:pt x="174" y="767"/>
                </a:cubicBezTo>
                <a:cubicBezTo>
                  <a:pt x="182" y="767"/>
                  <a:pt x="189" y="760"/>
                  <a:pt x="189" y="753"/>
                </a:cubicBezTo>
                <a:cubicBezTo>
                  <a:pt x="189" y="725"/>
                  <a:pt x="212" y="704"/>
                  <a:pt x="238" y="704"/>
                </a:cubicBezTo>
                <a:cubicBezTo>
                  <a:pt x="288" y="704"/>
                  <a:pt x="288" y="704"/>
                  <a:pt x="288" y="704"/>
                </a:cubicBezTo>
                <a:cubicBezTo>
                  <a:pt x="288" y="753"/>
                  <a:pt x="288" y="753"/>
                  <a:pt x="288" y="753"/>
                </a:cubicBezTo>
                <a:cubicBezTo>
                  <a:pt x="288" y="760"/>
                  <a:pt x="295" y="767"/>
                  <a:pt x="303" y="767"/>
                </a:cubicBezTo>
                <a:cubicBezTo>
                  <a:pt x="311" y="767"/>
                  <a:pt x="317" y="760"/>
                  <a:pt x="317" y="753"/>
                </a:cubicBezTo>
                <a:cubicBezTo>
                  <a:pt x="317" y="704"/>
                  <a:pt x="317" y="704"/>
                  <a:pt x="317" y="704"/>
                </a:cubicBezTo>
                <a:cubicBezTo>
                  <a:pt x="366" y="704"/>
                  <a:pt x="366" y="704"/>
                  <a:pt x="366" y="704"/>
                </a:cubicBezTo>
                <a:cubicBezTo>
                  <a:pt x="394" y="704"/>
                  <a:pt x="415" y="725"/>
                  <a:pt x="415" y="753"/>
                </a:cubicBezTo>
                <a:cubicBezTo>
                  <a:pt x="415" y="760"/>
                  <a:pt x="422" y="767"/>
                  <a:pt x="431" y="767"/>
                </a:cubicBezTo>
                <a:cubicBezTo>
                  <a:pt x="439" y="767"/>
                  <a:pt x="446" y="760"/>
                  <a:pt x="446" y="753"/>
                </a:cubicBezTo>
                <a:lnTo>
                  <a:pt x="446" y="753"/>
                </a:lnTo>
                <a:cubicBezTo>
                  <a:pt x="446" y="708"/>
                  <a:pt x="410" y="673"/>
                  <a:pt x="366" y="673"/>
                </a:cubicBezTo>
                <a:cubicBezTo>
                  <a:pt x="317" y="673"/>
                  <a:pt x="317" y="673"/>
                  <a:pt x="317" y="673"/>
                </a:cubicBezTo>
                <a:cubicBezTo>
                  <a:pt x="317" y="511"/>
                  <a:pt x="317" y="511"/>
                  <a:pt x="317" y="511"/>
                </a:cubicBezTo>
                <a:cubicBezTo>
                  <a:pt x="463" y="511"/>
                  <a:pt x="463" y="511"/>
                  <a:pt x="463" y="511"/>
                </a:cubicBezTo>
                <a:lnTo>
                  <a:pt x="463" y="511"/>
                </a:lnTo>
                <a:lnTo>
                  <a:pt x="463" y="511"/>
                </a:lnTo>
                <a:cubicBezTo>
                  <a:pt x="474" y="511"/>
                  <a:pt x="486" y="506"/>
                  <a:pt x="493" y="499"/>
                </a:cubicBezTo>
                <a:cubicBezTo>
                  <a:pt x="505" y="489"/>
                  <a:pt x="515" y="475"/>
                  <a:pt x="522" y="461"/>
                </a:cubicBezTo>
                <a:cubicBezTo>
                  <a:pt x="529" y="447"/>
                  <a:pt x="535" y="431"/>
                  <a:pt x="538" y="420"/>
                </a:cubicBezTo>
                <a:cubicBezTo>
                  <a:pt x="570" y="319"/>
                  <a:pt x="570" y="319"/>
                  <a:pt x="570" y="319"/>
                </a:cubicBezTo>
                <a:cubicBezTo>
                  <a:pt x="591" y="319"/>
                  <a:pt x="591" y="319"/>
                  <a:pt x="591" y="319"/>
                </a:cubicBezTo>
                <a:cubicBezTo>
                  <a:pt x="599" y="319"/>
                  <a:pt x="606" y="312"/>
                  <a:pt x="606" y="303"/>
                </a:cubicBezTo>
                <a:cubicBezTo>
                  <a:pt x="606" y="295"/>
                  <a:pt x="599" y="288"/>
                  <a:pt x="591" y="288"/>
                </a:cubicBezTo>
                <a:close/>
                <a:moveTo>
                  <a:pt x="178" y="218"/>
                </a:moveTo>
                <a:lnTo>
                  <a:pt x="178" y="218"/>
                </a:lnTo>
                <a:cubicBezTo>
                  <a:pt x="170" y="153"/>
                  <a:pt x="170" y="153"/>
                  <a:pt x="170" y="153"/>
                </a:cubicBezTo>
                <a:cubicBezTo>
                  <a:pt x="170" y="150"/>
                  <a:pt x="170" y="146"/>
                  <a:pt x="170" y="143"/>
                </a:cubicBezTo>
                <a:cubicBezTo>
                  <a:pt x="170" y="112"/>
                  <a:pt x="182" y="84"/>
                  <a:pt x="202" y="63"/>
                </a:cubicBezTo>
                <a:cubicBezTo>
                  <a:pt x="223" y="44"/>
                  <a:pt x="251" y="30"/>
                  <a:pt x="283" y="30"/>
                </a:cubicBezTo>
                <a:cubicBezTo>
                  <a:pt x="323" y="30"/>
                  <a:pt x="323" y="30"/>
                  <a:pt x="323" y="30"/>
                </a:cubicBezTo>
                <a:cubicBezTo>
                  <a:pt x="354" y="30"/>
                  <a:pt x="382" y="44"/>
                  <a:pt x="403" y="63"/>
                </a:cubicBezTo>
                <a:cubicBezTo>
                  <a:pt x="424" y="84"/>
                  <a:pt x="435" y="112"/>
                  <a:pt x="435" y="143"/>
                </a:cubicBezTo>
                <a:cubicBezTo>
                  <a:pt x="435" y="146"/>
                  <a:pt x="435" y="150"/>
                  <a:pt x="435" y="153"/>
                </a:cubicBezTo>
                <a:cubicBezTo>
                  <a:pt x="427" y="218"/>
                  <a:pt x="427" y="218"/>
                  <a:pt x="427" y="218"/>
                </a:cubicBezTo>
                <a:cubicBezTo>
                  <a:pt x="421" y="259"/>
                  <a:pt x="387" y="288"/>
                  <a:pt x="347" y="288"/>
                </a:cubicBezTo>
                <a:cubicBezTo>
                  <a:pt x="260" y="288"/>
                  <a:pt x="260" y="288"/>
                  <a:pt x="260" y="288"/>
                </a:cubicBezTo>
                <a:cubicBezTo>
                  <a:pt x="219" y="288"/>
                  <a:pt x="184" y="259"/>
                  <a:pt x="178" y="218"/>
                </a:cubicBezTo>
                <a:close/>
                <a:moveTo>
                  <a:pt x="181" y="438"/>
                </a:moveTo>
                <a:lnTo>
                  <a:pt x="181" y="438"/>
                </a:lnTo>
                <a:cubicBezTo>
                  <a:pt x="196" y="424"/>
                  <a:pt x="216" y="414"/>
                  <a:pt x="238" y="414"/>
                </a:cubicBezTo>
                <a:cubicBezTo>
                  <a:pt x="303" y="414"/>
                  <a:pt x="303" y="414"/>
                  <a:pt x="303" y="414"/>
                </a:cubicBezTo>
                <a:lnTo>
                  <a:pt x="303" y="414"/>
                </a:lnTo>
                <a:lnTo>
                  <a:pt x="303" y="414"/>
                </a:lnTo>
                <a:cubicBezTo>
                  <a:pt x="366" y="414"/>
                  <a:pt x="366" y="414"/>
                  <a:pt x="366" y="414"/>
                </a:cubicBezTo>
                <a:cubicBezTo>
                  <a:pt x="389" y="414"/>
                  <a:pt x="410" y="424"/>
                  <a:pt x="424" y="438"/>
                </a:cubicBezTo>
                <a:cubicBezTo>
                  <a:pt x="435" y="449"/>
                  <a:pt x="443" y="465"/>
                  <a:pt x="446" y="480"/>
                </a:cubicBezTo>
                <a:cubicBezTo>
                  <a:pt x="158" y="480"/>
                  <a:pt x="158" y="480"/>
                  <a:pt x="158" y="480"/>
                </a:cubicBezTo>
                <a:cubicBezTo>
                  <a:pt x="163" y="465"/>
                  <a:pt x="170" y="449"/>
                  <a:pt x="181" y="438"/>
                </a:cubicBezTo>
                <a:close/>
              </a:path>
            </a:pathLst>
          </a:custGeom>
          <a:solidFill>
            <a:schemeClr val="tx2"/>
          </a:solidFill>
          <a:ln>
            <a:noFill/>
          </a:ln>
          <a:effectLst/>
        </p:spPr>
        <p:txBody>
          <a:bodyPr wrap="none" anchor="ctr"/>
          <a:lstStyle/>
          <a:p>
            <a:endParaRPr lang="da-DK"/>
          </a:p>
        </p:txBody>
      </p:sp>
      <p:sp>
        <p:nvSpPr>
          <p:cNvPr id="56" name="Freeform 44">
            <a:extLst>
              <a:ext uri="{FF2B5EF4-FFF2-40B4-BE49-F238E27FC236}">
                <a16:creationId xmlns:a16="http://schemas.microsoft.com/office/drawing/2014/main" id="{59F91AAB-00CF-A0F8-F951-C5F2012C430E}"/>
              </a:ext>
            </a:extLst>
          </p:cNvPr>
          <p:cNvSpPr>
            <a:spLocks noChangeArrowheads="1"/>
          </p:cNvSpPr>
          <p:nvPr/>
        </p:nvSpPr>
        <p:spPr bwMode="auto">
          <a:xfrm>
            <a:off x="3146028" y="1400845"/>
            <a:ext cx="247650" cy="136525"/>
          </a:xfrm>
          <a:custGeom>
            <a:avLst/>
            <a:gdLst>
              <a:gd name="T0" fmla="*/ 688 w 689"/>
              <a:gd name="T1" fmla="*/ 135 h 378"/>
              <a:gd name="T2" fmla="*/ 629 w 689"/>
              <a:gd name="T3" fmla="*/ 90 h 378"/>
              <a:gd name="T4" fmla="*/ 553 w 689"/>
              <a:gd name="T5" fmla="*/ 0 h 378"/>
              <a:gd name="T6" fmla="*/ 344 w 689"/>
              <a:gd name="T7" fmla="*/ 31 h 378"/>
              <a:gd name="T8" fmla="*/ 135 w 689"/>
              <a:gd name="T9" fmla="*/ 0 h 378"/>
              <a:gd name="T10" fmla="*/ 59 w 689"/>
              <a:gd name="T11" fmla="*/ 90 h 378"/>
              <a:gd name="T12" fmla="*/ 0 w 689"/>
              <a:gd name="T13" fmla="*/ 135 h 378"/>
              <a:gd name="T14" fmla="*/ 0 w 689"/>
              <a:gd name="T15" fmla="*/ 285 h 378"/>
              <a:gd name="T16" fmla="*/ 14 w 689"/>
              <a:gd name="T17" fmla="*/ 299 h 378"/>
              <a:gd name="T18" fmla="*/ 31 w 689"/>
              <a:gd name="T19" fmla="*/ 354 h 378"/>
              <a:gd name="T20" fmla="*/ 59 w 689"/>
              <a:gd name="T21" fmla="*/ 365 h 378"/>
              <a:gd name="T22" fmla="*/ 84 w 689"/>
              <a:gd name="T23" fmla="*/ 299 h 378"/>
              <a:gd name="T24" fmla="*/ 630 w 689"/>
              <a:gd name="T25" fmla="*/ 365 h 378"/>
              <a:gd name="T26" fmla="*/ 657 w 689"/>
              <a:gd name="T27" fmla="*/ 354 h 378"/>
              <a:gd name="T28" fmla="*/ 636 w 689"/>
              <a:gd name="T29" fmla="*/ 299 h 378"/>
              <a:gd name="T30" fmla="*/ 684 w 689"/>
              <a:gd name="T31" fmla="*/ 295 h 378"/>
              <a:gd name="T32" fmla="*/ 688 w 689"/>
              <a:gd name="T33" fmla="*/ 225 h 378"/>
              <a:gd name="T34" fmla="*/ 688 w 689"/>
              <a:gd name="T35" fmla="*/ 135 h 378"/>
              <a:gd name="T36" fmla="*/ 643 w 689"/>
              <a:gd name="T37" fmla="*/ 120 h 378"/>
              <a:gd name="T38" fmla="*/ 658 w 689"/>
              <a:gd name="T39" fmla="*/ 180 h 378"/>
              <a:gd name="T40" fmla="*/ 629 w 689"/>
              <a:gd name="T41" fmla="*/ 180 h 378"/>
              <a:gd name="T42" fmla="*/ 643 w 689"/>
              <a:gd name="T43" fmla="*/ 120 h 378"/>
              <a:gd name="T44" fmla="*/ 404 w 689"/>
              <a:gd name="T45" fmla="*/ 30 h 378"/>
              <a:gd name="T46" fmla="*/ 598 w 689"/>
              <a:gd name="T47" fmla="*/ 75 h 378"/>
              <a:gd name="T48" fmla="*/ 598 w 689"/>
              <a:gd name="T49" fmla="*/ 180 h 378"/>
              <a:gd name="T50" fmla="*/ 359 w 689"/>
              <a:gd name="T51" fmla="*/ 75 h 378"/>
              <a:gd name="T52" fmla="*/ 90 w 689"/>
              <a:gd name="T53" fmla="*/ 75 h 378"/>
              <a:gd name="T54" fmla="*/ 135 w 689"/>
              <a:gd name="T55" fmla="*/ 30 h 378"/>
              <a:gd name="T56" fmla="*/ 329 w 689"/>
              <a:gd name="T57" fmla="*/ 75 h 378"/>
              <a:gd name="T58" fmla="*/ 90 w 689"/>
              <a:gd name="T59" fmla="*/ 180 h 378"/>
              <a:gd name="T60" fmla="*/ 45 w 689"/>
              <a:gd name="T61" fmla="*/ 120 h 378"/>
              <a:gd name="T62" fmla="*/ 59 w 689"/>
              <a:gd name="T63" fmla="*/ 120 h 378"/>
              <a:gd name="T64" fmla="*/ 45 w 689"/>
              <a:gd name="T65" fmla="*/ 180 h 378"/>
              <a:gd name="T66" fmla="*/ 29 w 689"/>
              <a:gd name="T67" fmla="*/ 135 h 378"/>
              <a:gd name="T68" fmla="*/ 29 w 689"/>
              <a:gd name="T69" fmla="*/ 225 h 378"/>
              <a:gd name="T70" fmla="*/ 29 w 689"/>
              <a:gd name="T71" fmla="*/ 224 h 378"/>
              <a:gd name="T72" fmla="*/ 59 w 689"/>
              <a:gd name="T73" fmla="*/ 210 h 378"/>
              <a:gd name="T74" fmla="*/ 329 w 689"/>
              <a:gd name="T75" fmla="*/ 210 h 378"/>
              <a:gd name="T76" fmla="*/ 598 w 689"/>
              <a:gd name="T77" fmla="*/ 210 h 378"/>
              <a:gd name="T78" fmla="*/ 643 w 689"/>
              <a:gd name="T79" fmla="*/ 210 h 378"/>
              <a:gd name="T80" fmla="*/ 658 w 689"/>
              <a:gd name="T81" fmla="*/ 225 h 378"/>
              <a:gd name="T82" fmla="*/ 614 w 689"/>
              <a:gd name="T83" fmla="*/ 270 h 378"/>
              <a:gd name="T84" fmla="*/ 74 w 689"/>
              <a:gd name="T85" fmla="*/ 270 h 378"/>
              <a:gd name="T86" fmla="*/ 29 w 689"/>
              <a:gd name="T87" fmla="*/ 27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89" h="378">
                <a:moveTo>
                  <a:pt x="688" y="135"/>
                </a:moveTo>
                <a:lnTo>
                  <a:pt x="688" y="135"/>
                </a:lnTo>
                <a:cubicBezTo>
                  <a:pt x="688" y="110"/>
                  <a:pt x="668" y="90"/>
                  <a:pt x="643" y="90"/>
                </a:cubicBezTo>
                <a:cubicBezTo>
                  <a:pt x="629" y="90"/>
                  <a:pt x="629" y="90"/>
                  <a:pt x="629" y="90"/>
                </a:cubicBezTo>
                <a:cubicBezTo>
                  <a:pt x="629" y="75"/>
                  <a:pt x="629" y="75"/>
                  <a:pt x="629" y="75"/>
                </a:cubicBezTo>
                <a:cubicBezTo>
                  <a:pt x="629" y="34"/>
                  <a:pt x="595" y="0"/>
                  <a:pt x="553" y="0"/>
                </a:cubicBezTo>
                <a:cubicBezTo>
                  <a:pt x="404" y="0"/>
                  <a:pt x="404" y="0"/>
                  <a:pt x="404" y="0"/>
                </a:cubicBezTo>
                <a:cubicBezTo>
                  <a:pt x="379" y="0"/>
                  <a:pt x="358" y="12"/>
                  <a:pt x="344" y="31"/>
                </a:cubicBezTo>
                <a:cubicBezTo>
                  <a:pt x="330" y="12"/>
                  <a:pt x="309" y="0"/>
                  <a:pt x="284" y="0"/>
                </a:cubicBezTo>
                <a:cubicBezTo>
                  <a:pt x="135" y="0"/>
                  <a:pt x="135" y="0"/>
                  <a:pt x="135" y="0"/>
                </a:cubicBezTo>
                <a:cubicBezTo>
                  <a:pt x="93" y="0"/>
                  <a:pt x="59" y="34"/>
                  <a:pt x="59" y="75"/>
                </a:cubicBezTo>
                <a:cubicBezTo>
                  <a:pt x="59" y="90"/>
                  <a:pt x="59" y="90"/>
                  <a:pt x="59" y="90"/>
                </a:cubicBezTo>
                <a:cubicBezTo>
                  <a:pt x="45" y="90"/>
                  <a:pt x="45" y="90"/>
                  <a:pt x="45" y="90"/>
                </a:cubicBezTo>
                <a:cubicBezTo>
                  <a:pt x="20" y="90"/>
                  <a:pt x="0" y="110"/>
                  <a:pt x="0" y="135"/>
                </a:cubicBezTo>
                <a:cubicBezTo>
                  <a:pt x="0" y="225"/>
                  <a:pt x="0" y="225"/>
                  <a:pt x="0" y="225"/>
                </a:cubicBezTo>
                <a:cubicBezTo>
                  <a:pt x="0" y="285"/>
                  <a:pt x="0" y="285"/>
                  <a:pt x="0" y="285"/>
                </a:cubicBezTo>
                <a:cubicBezTo>
                  <a:pt x="0" y="288"/>
                  <a:pt x="1" y="292"/>
                  <a:pt x="4" y="295"/>
                </a:cubicBezTo>
                <a:cubicBezTo>
                  <a:pt x="7" y="298"/>
                  <a:pt x="11" y="299"/>
                  <a:pt x="14" y="299"/>
                </a:cubicBezTo>
                <a:cubicBezTo>
                  <a:pt x="52" y="299"/>
                  <a:pt x="52" y="299"/>
                  <a:pt x="52" y="299"/>
                </a:cubicBezTo>
                <a:cubicBezTo>
                  <a:pt x="31" y="354"/>
                  <a:pt x="31" y="354"/>
                  <a:pt x="31" y="354"/>
                </a:cubicBezTo>
                <a:cubicBezTo>
                  <a:pt x="28" y="361"/>
                  <a:pt x="31" y="371"/>
                  <a:pt x="39" y="374"/>
                </a:cubicBezTo>
                <a:cubicBezTo>
                  <a:pt x="46" y="377"/>
                  <a:pt x="55" y="372"/>
                  <a:pt x="59" y="365"/>
                </a:cubicBezTo>
                <a:lnTo>
                  <a:pt x="59" y="365"/>
                </a:lnTo>
                <a:cubicBezTo>
                  <a:pt x="84" y="299"/>
                  <a:pt x="84" y="299"/>
                  <a:pt x="84" y="299"/>
                </a:cubicBezTo>
                <a:cubicBezTo>
                  <a:pt x="604" y="299"/>
                  <a:pt x="604" y="299"/>
                  <a:pt x="604" y="299"/>
                </a:cubicBezTo>
                <a:cubicBezTo>
                  <a:pt x="630" y="365"/>
                  <a:pt x="630" y="365"/>
                  <a:pt x="630" y="365"/>
                </a:cubicBezTo>
                <a:cubicBezTo>
                  <a:pt x="633" y="372"/>
                  <a:pt x="642" y="377"/>
                  <a:pt x="649" y="374"/>
                </a:cubicBezTo>
                <a:cubicBezTo>
                  <a:pt x="657" y="371"/>
                  <a:pt x="661" y="361"/>
                  <a:pt x="657" y="354"/>
                </a:cubicBezTo>
                <a:lnTo>
                  <a:pt x="657" y="354"/>
                </a:lnTo>
                <a:cubicBezTo>
                  <a:pt x="636" y="299"/>
                  <a:pt x="636" y="299"/>
                  <a:pt x="636" y="299"/>
                </a:cubicBezTo>
                <a:cubicBezTo>
                  <a:pt x="674" y="299"/>
                  <a:pt x="674" y="299"/>
                  <a:pt x="674" y="299"/>
                </a:cubicBezTo>
                <a:cubicBezTo>
                  <a:pt x="678" y="299"/>
                  <a:pt x="681" y="298"/>
                  <a:pt x="684" y="295"/>
                </a:cubicBezTo>
                <a:cubicBezTo>
                  <a:pt x="687" y="292"/>
                  <a:pt x="688" y="288"/>
                  <a:pt x="688" y="285"/>
                </a:cubicBezTo>
                <a:cubicBezTo>
                  <a:pt x="688" y="225"/>
                  <a:pt x="688" y="225"/>
                  <a:pt x="688" y="225"/>
                </a:cubicBezTo>
                <a:lnTo>
                  <a:pt x="688" y="225"/>
                </a:lnTo>
                <a:lnTo>
                  <a:pt x="688" y="135"/>
                </a:lnTo>
                <a:close/>
                <a:moveTo>
                  <a:pt x="643" y="120"/>
                </a:moveTo>
                <a:lnTo>
                  <a:pt x="643" y="120"/>
                </a:lnTo>
                <a:cubicBezTo>
                  <a:pt x="651" y="120"/>
                  <a:pt x="658" y="127"/>
                  <a:pt x="658" y="135"/>
                </a:cubicBezTo>
                <a:cubicBezTo>
                  <a:pt x="658" y="180"/>
                  <a:pt x="658" y="180"/>
                  <a:pt x="658" y="180"/>
                </a:cubicBezTo>
                <a:cubicBezTo>
                  <a:pt x="643" y="180"/>
                  <a:pt x="643" y="180"/>
                  <a:pt x="643" y="180"/>
                </a:cubicBezTo>
                <a:cubicBezTo>
                  <a:pt x="629" y="180"/>
                  <a:pt x="629" y="180"/>
                  <a:pt x="629" y="180"/>
                </a:cubicBezTo>
                <a:cubicBezTo>
                  <a:pt x="629" y="120"/>
                  <a:pt x="629" y="120"/>
                  <a:pt x="629" y="120"/>
                </a:cubicBezTo>
                <a:lnTo>
                  <a:pt x="643" y="120"/>
                </a:lnTo>
                <a:close/>
                <a:moveTo>
                  <a:pt x="404" y="30"/>
                </a:moveTo>
                <a:lnTo>
                  <a:pt x="404" y="30"/>
                </a:lnTo>
                <a:cubicBezTo>
                  <a:pt x="553" y="30"/>
                  <a:pt x="553" y="30"/>
                  <a:pt x="553" y="30"/>
                </a:cubicBezTo>
                <a:cubicBezTo>
                  <a:pt x="578" y="30"/>
                  <a:pt x="598" y="51"/>
                  <a:pt x="598" y="75"/>
                </a:cubicBezTo>
                <a:cubicBezTo>
                  <a:pt x="598" y="90"/>
                  <a:pt x="598" y="90"/>
                  <a:pt x="598" y="90"/>
                </a:cubicBezTo>
                <a:cubicBezTo>
                  <a:pt x="598" y="180"/>
                  <a:pt x="598" y="180"/>
                  <a:pt x="598" y="180"/>
                </a:cubicBezTo>
                <a:cubicBezTo>
                  <a:pt x="359" y="180"/>
                  <a:pt x="359" y="180"/>
                  <a:pt x="359" y="180"/>
                </a:cubicBezTo>
                <a:cubicBezTo>
                  <a:pt x="359" y="75"/>
                  <a:pt x="359" y="75"/>
                  <a:pt x="359" y="75"/>
                </a:cubicBezTo>
                <a:cubicBezTo>
                  <a:pt x="359" y="51"/>
                  <a:pt x="379" y="30"/>
                  <a:pt x="404" y="30"/>
                </a:cubicBezTo>
                <a:close/>
                <a:moveTo>
                  <a:pt x="90" y="75"/>
                </a:moveTo>
                <a:lnTo>
                  <a:pt x="90" y="75"/>
                </a:lnTo>
                <a:cubicBezTo>
                  <a:pt x="90" y="51"/>
                  <a:pt x="109" y="30"/>
                  <a:pt x="135" y="30"/>
                </a:cubicBezTo>
                <a:cubicBezTo>
                  <a:pt x="284" y="30"/>
                  <a:pt x="284" y="30"/>
                  <a:pt x="284" y="30"/>
                </a:cubicBezTo>
                <a:cubicBezTo>
                  <a:pt x="309" y="30"/>
                  <a:pt x="329" y="51"/>
                  <a:pt x="329" y="75"/>
                </a:cubicBezTo>
                <a:cubicBezTo>
                  <a:pt x="329" y="180"/>
                  <a:pt x="329" y="180"/>
                  <a:pt x="329" y="180"/>
                </a:cubicBezTo>
                <a:cubicBezTo>
                  <a:pt x="90" y="180"/>
                  <a:pt x="90" y="180"/>
                  <a:pt x="90" y="180"/>
                </a:cubicBezTo>
                <a:lnTo>
                  <a:pt x="90" y="75"/>
                </a:lnTo>
                <a:close/>
                <a:moveTo>
                  <a:pt x="45" y="120"/>
                </a:moveTo>
                <a:lnTo>
                  <a:pt x="45" y="120"/>
                </a:lnTo>
                <a:cubicBezTo>
                  <a:pt x="59" y="120"/>
                  <a:pt x="59" y="120"/>
                  <a:pt x="59" y="120"/>
                </a:cubicBezTo>
                <a:cubicBezTo>
                  <a:pt x="59" y="180"/>
                  <a:pt x="59" y="180"/>
                  <a:pt x="59" y="180"/>
                </a:cubicBezTo>
                <a:cubicBezTo>
                  <a:pt x="45" y="180"/>
                  <a:pt x="45" y="180"/>
                  <a:pt x="45" y="180"/>
                </a:cubicBezTo>
                <a:cubicBezTo>
                  <a:pt x="29" y="180"/>
                  <a:pt x="29" y="180"/>
                  <a:pt x="29" y="180"/>
                </a:cubicBezTo>
                <a:cubicBezTo>
                  <a:pt x="29" y="135"/>
                  <a:pt x="29" y="135"/>
                  <a:pt x="29" y="135"/>
                </a:cubicBezTo>
                <a:cubicBezTo>
                  <a:pt x="29" y="127"/>
                  <a:pt x="36" y="120"/>
                  <a:pt x="45" y="120"/>
                </a:cubicBezTo>
                <a:close/>
                <a:moveTo>
                  <a:pt x="29" y="225"/>
                </a:moveTo>
                <a:lnTo>
                  <a:pt x="29" y="225"/>
                </a:lnTo>
                <a:cubicBezTo>
                  <a:pt x="29" y="224"/>
                  <a:pt x="29" y="224"/>
                  <a:pt x="29" y="224"/>
                </a:cubicBezTo>
                <a:cubicBezTo>
                  <a:pt x="31" y="217"/>
                  <a:pt x="36" y="210"/>
                  <a:pt x="45" y="210"/>
                </a:cubicBezTo>
                <a:cubicBezTo>
                  <a:pt x="59" y="210"/>
                  <a:pt x="59" y="210"/>
                  <a:pt x="59" y="210"/>
                </a:cubicBezTo>
                <a:cubicBezTo>
                  <a:pt x="90" y="210"/>
                  <a:pt x="90" y="210"/>
                  <a:pt x="90" y="210"/>
                </a:cubicBezTo>
                <a:cubicBezTo>
                  <a:pt x="329" y="210"/>
                  <a:pt x="329" y="210"/>
                  <a:pt x="329" y="210"/>
                </a:cubicBezTo>
                <a:cubicBezTo>
                  <a:pt x="359" y="210"/>
                  <a:pt x="359" y="210"/>
                  <a:pt x="359" y="210"/>
                </a:cubicBezTo>
                <a:cubicBezTo>
                  <a:pt x="598" y="210"/>
                  <a:pt x="598" y="210"/>
                  <a:pt x="598" y="210"/>
                </a:cubicBezTo>
                <a:cubicBezTo>
                  <a:pt x="629" y="210"/>
                  <a:pt x="629" y="210"/>
                  <a:pt x="629" y="210"/>
                </a:cubicBezTo>
                <a:cubicBezTo>
                  <a:pt x="643" y="210"/>
                  <a:pt x="643" y="210"/>
                  <a:pt x="643" y="210"/>
                </a:cubicBezTo>
                <a:cubicBezTo>
                  <a:pt x="651" y="210"/>
                  <a:pt x="658" y="217"/>
                  <a:pt x="658" y="224"/>
                </a:cubicBezTo>
                <a:cubicBezTo>
                  <a:pt x="658" y="225"/>
                  <a:pt x="658" y="225"/>
                  <a:pt x="658" y="225"/>
                </a:cubicBezTo>
                <a:cubicBezTo>
                  <a:pt x="658" y="270"/>
                  <a:pt x="658" y="270"/>
                  <a:pt x="658" y="270"/>
                </a:cubicBezTo>
                <a:cubicBezTo>
                  <a:pt x="614" y="270"/>
                  <a:pt x="614" y="270"/>
                  <a:pt x="614" y="270"/>
                </a:cubicBezTo>
                <a:lnTo>
                  <a:pt x="614" y="270"/>
                </a:lnTo>
                <a:cubicBezTo>
                  <a:pt x="74" y="270"/>
                  <a:pt x="74" y="270"/>
                  <a:pt x="74" y="270"/>
                </a:cubicBezTo>
                <a:lnTo>
                  <a:pt x="74" y="270"/>
                </a:lnTo>
                <a:cubicBezTo>
                  <a:pt x="29" y="270"/>
                  <a:pt x="29" y="270"/>
                  <a:pt x="29" y="270"/>
                </a:cubicBezTo>
                <a:lnTo>
                  <a:pt x="29" y="225"/>
                </a:lnTo>
                <a:close/>
              </a:path>
            </a:pathLst>
          </a:custGeom>
          <a:solidFill>
            <a:schemeClr val="tx2"/>
          </a:solidFill>
          <a:ln>
            <a:noFill/>
          </a:ln>
          <a:effectLst/>
        </p:spPr>
        <p:txBody>
          <a:bodyPr wrap="none" anchor="ctr"/>
          <a:lstStyle/>
          <a:p>
            <a:endParaRPr lang="da-DK"/>
          </a:p>
        </p:txBody>
      </p:sp>
      <p:sp>
        <p:nvSpPr>
          <p:cNvPr id="57" name="Freeform 45">
            <a:extLst>
              <a:ext uri="{FF2B5EF4-FFF2-40B4-BE49-F238E27FC236}">
                <a16:creationId xmlns:a16="http://schemas.microsoft.com/office/drawing/2014/main" id="{4C821052-718A-A2F3-0850-8FCE66533CC7}"/>
              </a:ext>
            </a:extLst>
          </p:cNvPr>
          <p:cNvSpPr>
            <a:spLocks noChangeArrowheads="1"/>
          </p:cNvSpPr>
          <p:nvPr/>
        </p:nvSpPr>
        <p:spPr bwMode="auto">
          <a:xfrm>
            <a:off x="3146028" y="2383508"/>
            <a:ext cx="247650" cy="193675"/>
          </a:xfrm>
          <a:custGeom>
            <a:avLst/>
            <a:gdLst>
              <a:gd name="T0" fmla="*/ 668 w 689"/>
              <a:gd name="T1" fmla="*/ 45 h 540"/>
              <a:gd name="T2" fmla="*/ 668 w 689"/>
              <a:gd name="T3" fmla="*/ 45 h 540"/>
              <a:gd name="T4" fmla="*/ 618 w 689"/>
              <a:gd name="T5" fmla="*/ 26 h 540"/>
              <a:gd name="T6" fmla="*/ 344 w 689"/>
              <a:gd name="T7" fmla="*/ 0 h 540"/>
              <a:gd name="T8" fmla="*/ 108 w 689"/>
              <a:gd name="T9" fmla="*/ 18 h 540"/>
              <a:gd name="T10" fmla="*/ 35 w 689"/>
              <a:gd name="T11" fmla="*/ 38 h 540"/>
              <a:gd name="T12" fmla="*/ 11 w 689"/>
              <a:gd name="T13" fmla="*/ 52 h 540"/>
              <a:gd name="T14" fmla="*/ 3 w 689"/>
              <a:gd name="T15" fmla="*/ 61 h 540"/>
              <a:gd name="T16" fmla="*/ 0 w 689"/>
              <a:gd name="T17" fmla="*/ 76 h 540"/>
              <a:gd name="T18" fmla="*/ 3 w 689"/>
              <a:gd name="T19" fmla="*/ 88 h 540"/>
              <a:gd name="T20" fmla="*/ 21 w 689"/>
              <a:gd name="T21" fmla="*/ 105 h 540"/>
              <a:gd name="T22" fmla="*/ 70 w 689"/>
              <a:gd name="T23" fmla="*/ 123 h 540"/>
              <a:gd name="T24" fmla="*/ 329 w 689"/>
              <a:gd name="T25" fmla="*/ 150 h 540"/>
              <a:gd name="T26" fmla="*/ 329 w 689"/>
              <a:gd name="T27" fmla="*/ 449 h 540"/>
              <a:gd name="T28" fmla="*/ 284 w 689"/>
              <a:gd name="T29" fmla="*/ 449 h 540"/>
              <a:gd name="T30" fmla="*/ 209 w 689"/>
              <a:gd name="T31" fmla="*/ 525 h 540"/>
              <a:gd name="T32" fmla="*/ 225 w 689"/>
              <a:gd name="T33" fmla="*/ 539 h 540"/>
              <a:gd name="T34" fmla="*/ 239 w 689"/>
              <a:gd name="T35" fmla="*/ 525 h 540"/>
              <a:gd name="T36" fmla="*/ 239 w 689"/>
              <a:gd name="T37" fmla="*/ 525 h 540"/>
              <a:gd name="T38" fmla="*/ 284 w 689"/>
              <a:gd name="T39" fmla="*/ 480 h 540"/>
              <a:gd name="T40" fmla="*/ 344 w 689"/>
              <a:gd name="T41" fmla="*/ 480 h 540"/>
              <a:gd name="T42" fmla="*/ 344 w 689"/>
              <a:gd name="T43" fmla="*/ 480 h 540"/>
              <a:gd name="T44" fmla="*/ 344 w 689"/>
              <a:gd name="T45" fmla="*/ 480 h 540"/>
              <a:gd name="T46" fmla="*/ 404 w 689"/>
              <a:gd name="T47" fmla="*/ 480 h 540"/>
              <a:gd name="T48" fmla="*/ 449 w 689"/>
              <a:gd name="T49" fmla="*/ 525 h 540"/>
              <a:gd name="T50" fmla="*/ 463 w 689"/>
              <a:gd name="T51" fmla="*/ 539 h 540"/>
              <a:gd name="T52" fmla="*/ 479 w 689"/>
              <a:gd name="T53" fmla="*/ 525 h 540"/>
              <a:gd name="T54" fmla="*/ 404 w 689"/>
              <a:gd name="T55" fmla="*/ 449 h 540"/>
              <a:gd name="T56" fmla="*/ 359 w 689"/>
              <a:gd name="T57" fmla="*/ 449 h 540"/>
              <a:gd name="T58" fmla="*/ 359 w 689"/>
              <a:gd name="T59" fmla="*/ 150 h 540"/>
              <a:gd name="T60" fmla="*/ 580 w 689"/>
              <a:gd name="T61" fmla="*/ 132 h 540"/>
              <a:gd name="T62" fmla="*/ 654 w 689"/>
              <a:gd name="T63" fmla="*/ 112 h 540"/>
              <a:gd name="T64" fmla="*/ 677 w 689"/>
              <a:gd name="T65" fmla="*/ 98 h 540"/>
              <a:gd name="T66" fmla="*/ 685 w 689"/>
              <a:gd name="T67" fmla="*/ 88 h 540"/>
              <a:gd name="T68" fmla="*/ 688 w 689"/>
              <a:gd name="T69" fmla="*/ 76 h 540"/>
              <a:gd name="T70" fmla="*/ 685 w 689"/>
              <a:gd name="T71" fmla="*/ 61 h 540"/>
              <a:gd name="T72" fmla="*/ 668 w 689"/>
              <a:gd name="T73" fmla="*/ 45 h 540"/>
              <a:gd name="T74" fmla="*/ 653 w 689"/>
              <a:gd name="T75" fmla="*/ 80 h 540"/>
              <a:gd name="T76" fmla="*/ 653 w 689"/>
              <a:gd name="T77" fmla="*/ 80 h 540"/>
              <a:gd name="T78" fmla="*/ 611 w 689"/>
              <a:gd name="T79" fmla="*/ 95 h 540"/>
              <a:gd name="T80" fmla="*/ 344 w 689"/>
              <a:gd name="T81" fmla="*/ 120 h 540"/>
              <a:gd name="T82" fmla="*/ 114 w 689"/>
              <a:gd name="T83" fmla="*/ 102 h 540"/>
              <a:gd name="T84" fmla="*/ 46 w 689"/>
              <a:gd name="T85" fmla="*/ 84 h 540"/>
              <a:gd name="T86" fmla="*/ 31 w 689"/>
              <a:gd name="T87" fmla="*/ 76 h 540"/>
              <a:gd name="T88" fmla="*/ 31 w 689"/>
              <a:gd name="T89" fmla="*/ 76 h 540"/>
              <a:gd name="T90" fmla="*/ 36 w 689"/>
              <a:gd name="T91" fmla="*/ 71 h 540"/>
              <a:gd name="T92" fmla="*/ 77 w 689"/>
              <a:gd name="T93" fmla="*/ 56 h 540"/>
              <a:gd name="T94" fmla="*/ 344 w 689"/>
              <a:gd name="T95" fmla="*/ 31 h 540"/>
              <a:gd name="T96" fmla="*/ 574 w 689"/>
              <a:gd name="T97" fmla="*/ 47 h 540"/>
              <a:gd name="T98" fmla="*/ 642 w 689"/>
              <a:gd name="T99" fmla="*/ 66 h 540"/>
              <a:gd name="T100" fmla="*/ 657 w 689"/>
              <a:gd name="T101" fmla="*/ 74 h 540"/>
              <a:gd name="T102" fmla="*/ 657 w 689"/>
              <a:gd name="T103" fmla="*/ 76 h 540"/>
              <a:gd name="T104" fmla="*/ 653 w 689"/>
              <a:gd name="T105" fmla="*/ 80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9" h="540">
                <a:moveTo>
                  <a:pt x="668" y="45"/>
                </a:moveTo>
                <a:lnTo>
                  <a:pt x="668" y="45"/>
                </a:lnTo>
                <a:cubicBezTo>
                  <a:pt x="656" y="38"/>
                  <a:pt x="639" y="32"/>
                  <a:pt x="618" y="26"/>
                </a:cubicBezTo>
                <a:cubicBezTo>
                  <a:pt x="556" y="10"/>
                  <a:pt x="458" y="0"/>
                  <a:pt x="344" y="0"/>
                </a:cubicBezTo>
                <a:cubicBezTo>
                  <a:pt x="253" y="0"/>
                  <a:pt x="170" y="7"/>
                  <a:pt x="108" y="18"/>
                </a:cubicBezTo>
                <a:cubicBezTo>
                  <a:pt x="79" y="24"/>
                  <a:pt x="53" y="31"/>
                  <a:pt x="35" y="38"/>
                </a:cubicBezTo>
                <a:cubicBezTo>
                  <a:pt x="25" y="42"/>
                  <a:pt x="18" y="46"/>
                  <a:pt x="11" y="52"/>
                </a:cubicBezTo>
                <a:cubicBezTo>
                  <a:pt x="8" y="54"/>
                  <a:pt x="6" y="57"/>
                  <a:pt x="3" y="61"/>
                </a:cubicBezTo>
                <a:cubicBezTo>
                  <a:pt x="1" y="66"/>
                  <a:pt x="0" y="70"/>
                  <a:pt x="0" y="76"/>
                </a:cubicBezTo>
                <a:cubicBezTo>
                  <a:pt x="0" y="80"/>
                  <a:pt x="1" y="84"/>
                  <a:pt x="3" y="88"/>
                </a:cubicBezTo>
                <a:cubicBezTo>
                  <a:pt x="7" y="95"/>
                  <a:pt x="14" y="101"/>
                  <a:pt x="21" y="105"/>
                </a:cubicBezTo>
                <a:cubicBezTo>
                  <a:pt x="32" y="112"/>
                  <a:pt x="49" y="118"/>
                  <a:pt x="70" y="123"/>
                </a:cubicBezTo>
                <a:cubicBezTo>
                  <a:pt x="129" y="139"/>
                  <a:pt x="222" y="149"/>
                  <a:pt x="329" y="150"/>
                </a:cubicBezTo>
                <a:cubicBezTo>
                  <a:pt x="329" y="449"/>
                  <a:pt x="329" y="449"/>
                  <a:pt x="329" y="449"/>
                </a:cubicBezTo>
                <a:cubicBezTo>
                  <a:pt x="284" y="449"/>
                  <a:pt x="284" y="449"/>
                  <a:pt x="284" y="449"/>
                </a:cubicBezTo>
                <a:cubicBezTo>
                  <a:pt x="243" y="449"/>
                  <a:pt x="209" y="483"/>
                  <a:pt x="209" y="525"/>
                </a:cubicBezTo>
                <a:cubicBezTo>
                  <a:pt x="209" y="532"/>
                  <a:pt x="216" y="539"/>
                  <a:pt x="225" y="539"/>
                </a:cubicBezTo>
                <a:cubicBezTo>
                  <a:pt x="233" y="539"/>
                  <a:pt x="239" y="532"/>
                  <a:pt x="239" y="525"/>
                </a:cubicBezTo>
                <a:lnTo>
                  <a:pt x="239" y="525"/>
                </a:lnTo>
                <a:cubicBezTo>
                  <a:pt x="239" y="500"/>
                  <a:pt x="260" y="480"/>
                  <a:pt x="284" y="480"/>
                </a:cubicBezTo>
                <a:cubicBezTo>
                  <a:pt x="344" y="480"/>
                  <a:pt x="344" y="480"/>
                  <a:pt x="344" y="480"/>
                </a:cubicBezTo>
                <a:lnTo>
                  <a:pt x="344" y="480"/>
                </a:lnTo>
                <a:lnTo>
                  <a:pt x="344" y="480"/>
                </a:lnTo>
                <a:cubicBezTo>
                  <a:pt x="404" y="480"/>
                  <a:pt x="404" y="480"/>
                  <a:pt x="404" y="480"/>
                </a:cubicBezTo>
                <a:cubicBezTo>
                  <a:pt x="428" y="480"/>
                  <a:pt x="449" y="500"/>
                  <a:pt x="449" y="525"/>
                </a:cubicBezTo>
                <a:cubicBezTo>
                  <a:pt x="449" y="532"/>
                  <a:pt x="456" y="539"/>
                  <a:pt x="463" y="539"/>
                </a:cubicBezTo>
                <a:cubicBezTo>
                  <a:pt x="472" y="539"/>
                  <a:pt x="479" y="532"/>
                  <a:pt x="479" y="525"/>
                </a:cubicBezTo>
                <a:cubicBezTo>
                  <a:pt x="479" y="483"/>
                  <a:pt x="445" y="449"/>
                  <a:pt x="404" y="449"/>
                </a:cubicBezTo>
                <a:cubicBezTo>
                  <a:pt x="359" y="449"/>
                  <a:pt x="359" y="449"/>
                  <a:pt x="359" y="449"/>
                </a:cubicBezTo>
                <a:cubicBezTo>
                  <a:pt x="359" y="150"/>
                  <a:pt x="359" y="150"/>
                  <a:pt x="359" y="150"/>
                </a:cubicBezTo>
                <a:cubicBezTo>
                  <a:pt x="445" y="149"/>
                  <a:pt x="522" y="143"/>
                  <a:pt x="580" y="132"/>
                </a:cubicBezTo>
                <a:cubicBezTo>
                  <a:pt x="611" y="126"/>
                  <a:pt x="635" y="120"/>
                  <a:pt x="654" y="112"/>
                </a:cubicBezTo>
                <a:cubicBezTo>
                  <a:pt x="663" y="108"/>
                  <a:pt x="671" y="104"/>
                  <a:pt x="677" y="98"/>
                </a:cubicBezTo>
                <a:cubicBezTo>
                  <a:pt x="680" y="95"/>
                  <a:pt x="682" y="92"/>
                  <a:pt x="685" y="88"/>
                </a:cubicBezTo>
                <a:cubicBezTo>
                  <a:pt x="687" y="84"/>
                  <a:pt x="688" y="80"/>
                  <a:pt x="688" y="76"/>
                </a:cubicBezTo>
                <a:cubicBezTo>
                  <a:pt x="688" y="70"/>
                  <a:pt x="687" y="66"/>
                  <a:pt x="685" y="61"/>
                </a:cubicBezTo>
                <a:cubicBezTo>
                  <a:pt x="681" y="54"/>
                  <a:pt x="675" y="49"/>
                  <a:pt x="668" y="45"/>
                </a:cubicBezTo>
                <a:close/>
                <a:moveTo>
                  <a:pt x="653" y="80"/>
                </a:moveTo>
                <a:lnTo>
                  <a:pt x="653" y="80"/>
                </a:lnTo>
                <a:cubicBezTo>
                  <a:pt x="644" y="84"/>
                  <a:pt x="630" y="90"/>
                  <a:pt x="611" y="95"/>
                </a:cubicBezTo>
                <a:cubicBezTo>
                  <a:pt x="553" y="109"/>
                  <a:pt x="455" y="120"/>
                  <a:pt x="344" y="120"/>
                </a:cubicBezTo>
                <a:cubicBezTo>
                  <a:pt x="254" y="120"/>
                  <a:pt x="173" y="113"/>
                  <a:pt x="114" y="102"/>
                </a:cubicBezTo>
                <a:cubicBezTo>
                  <a:pt x="84" y="97"/>
                  <a:pt x="62" y="91"/>
                  <a:pt x="46" y="84"/>
                </a:cubicBezTo>
                <a:cubicBezTo>
                  <a:pt x="39" y="81"/>
                  <a:pt x="34" y="78"/>
                  <a:pt x="31" y="76"/>
                </a:cubicBezTo>
                <a:lnTo>
                  <a:pt x="31" y="76"/>
                </a:lnTo>
                <a:cubicBezTo>
                  <a:pt x="31" y="74"/>
                  <a:pt x="34" y="73"/>
                  <a:pt x="36" y="71"/>
                </a:cubicBezTo>
                <a:cubicBezTo>
                  <a:pt x="44" y="66"/>
                  <a:pt x="59" y="60"/>
                  <a:pt x="77" y="56"/>
                </a:cubicBezTo>
                <a:cubicBezTo>
                  <a:pt x="135" y="40"/>
                  <a:pt x="233" y="31"/>
                  <a:pt x="344" y="31"/>
                </a:cubicBezTo>
                <a:cubicBezTo>
                  <a:pt x="434" y="31"/>
                  <a:pt x="517" y="36"/>
                  <a:pt x="574" y="47"/>
                </a:cubicBezTo>
                <a:cubicBezTo>
                  <a:pt x="604" y="53"/>
                  <a:pt x="626" y="59"/>
                  <a:pt x="642" y="66"/>
                </a:cubicBezTo>
                <a:cubicBezTo>
                  <a:pt x="649" y="69"/>
                  <a:pt x="654" y="71"/>
                  <a:pt x="657" y="74"/>
                </a:cubicBezTo>
                <a:cubicBezTo>
                  <a:pt x="657" y="76"/>
                  <a:pt x="657" y="76"/>
                  <a:pt x="657" y="76"/>
                </a:cubicBezTo>
                <a:cubicBezTo>
                  <a:pt x="657" y="76"/>
                  <a:pt x="656" y="77"/>
                  <a:pt x="653" y="80"/>
                </a:cubicBezTo>
                <a:close/>
              </a:path>
            </a:pathLst>
          </a:custGeom>
          <a:solidFill>
            <a:schemeClr val="tx2"/>
          </a:solidFill>
          <a:ln>
            <a:noFill/>
          </a:ln>
          <a:effectLst/>
        </p:spPr>
        <p:txBody>
          <a:bodyPr wrap="none" anchor="ctr"/>
          <a:lstStyle/>
          <a:p>
            <a:endParaRPr lang="da-DK"/>
          </a:p>
        </p:txBody>
      </p:sp>
      <p:grpSp>
        <p:nvGrpSpPr>
          <p:cNvPr id="58" name="Group 61">
            <a:extLst>
              <a:ext uri="{FF2B5EF4-FFF2-40B4-BE49-F238E27FC236}">
                <a16:creationId xmlns:a16="http://schemas.microsoft.com/office/drawing/2014/main" id="{FF14EBC0-D0F0-8135-E983-E247EE2F9F28}"/>
              </a:ext>
            </a:extLst>
          </p:cNvPr>
          <p:cNvGrpSpPr/>
          <p:nvPr/>
        </p:nvGrpSpPr>
        <p:grpSpPr>
          <a:xfrm>
            <a:off x="1520428" y="908720"/>
            <a:ext cx="1973262" cy="141288"/>
            <a:chOff x="484188" y="2695575"/>
            <a:chExt cx="1973262" cy="141288"/>
          </a:xfrm>
          <a:solidFill>
            <a:schemeClr val="tx2"/>
          </a:solidFill>
        </p:grpSpPr>
        <p:sp>
          <p:nvSpPr>
            <p:cNvPr id="59" name="Freeform 46">
              <a:extLst>
                <a:ext uri="{FF2B5EF4-FFF2-40B4-BE49-F238E27FC236}">
                  <a16:creationId xmlns:a16="http://schemas.microsoft.com/office/drawing/2014/main" id="{F6DEA4C6-1B32-07C0-FB94-B2FBFA12F580}"/>
                </a:ext>
              </a:extLst>
            </p:cNvPr>
            <p:cNvSpPr>
              <a:spLocks noChangeArrowheads="1"/>
            </p:cNvSpPr>
            <p:nvPr/>
          </p:nvSpPr>
          <p:spPr bwMode="auto">
            <a:xfrm>
              <a:off x="484188" y="2697163"/>
              <a:ext cx="66675" cy="134937"/>
            </a:xfrm>
            <a:custGeom>
              <a:avLst/>
              <a:gdLst>
                <a:gd name="T0" fmla="*/ 173 w 185"/>
                <a:gd name="T1" fmla="*/ 174 h 377"/>
                <a:gd name="T2" fmla="*/ 35 w 185"/>
                <a:gd name="T3" fmla="*/ 174 h 377"/>
                <a:gd name="T4" fmla="*/ 35 w 185"/>
                <a:gd name="T5" fmla="*/ 31 h 377"/>
                <a:gd name="T6" fmla="*/ 184 w 185"/>
                <a:gd name="T7" fmla="*/ 31 h 377"/>
                <a:gd name="T8" fmla="*/ 184 w 185"/>
                <a:gd name="T9" fmla="*/ 0 h 377"/>
                <a:gd name="T10" fmla="*/ 0 w 185"/>
                <a:gd name="T11" fmla="*/ 0 h 377"/>
                <a:gd name="T12" fmla="*/ 0 w 185"/>
                <a:gd name="T13" fmla="*/ 376 h 377"/>
                <a:gd name="T14" fmla="*/ 35 w 185"/>
                <a:gd name="T15" fmla="*/ 376 h 377"/>
                <a:gd name="T16" fmla="*/ 35 w 185"/>
                <a:gd name="T17" fmla="*/ 205 h 377"/>
                <a:gd name="T18" fmla="*/ 173 w 185"/>
                <a:gd name="T19" fmla="*/ 205 h 377"/>
                <a:gd name="T20" fmla="*/ 173 w 185"/>
                <a:gd name="T21" fmla="*/ 17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7">
                  <a:moveTo>
                    <a:pt x="173" y="174"/>
                  </a:moveTo>
                  <a:lnTo>
                    <a:pt x="35" y="174"/>
                  </a:lnTo>
                  <a:lnTo>
                    <a:pt x="35" y="31"/>
                  </a:lnTo>
                  <a:lnTo>
                    <a:pt x="184" y="31"/>
                  </a:lnTo>
                  <a:lnTo>
                    <a:pt x="184" y="0"/>
                  </a:lnTo>
                  <a:lnTo>
                    <a:pt x="0" y="0"/>
                  </a:lnTo>
                  <a:lnTo>
                    <a:pt x="0" y="376"/>
                  </a:lnTo>
                  <a:lnTo>
                    <a:pt x="35" y="376"/>
                  </a:lnTo>
                  <a:lnTo>
                    <a:pt x="35" y="205"/>
                  </a:lnTo>
                  <a:lnTo>
                    <a:pt x="173" y="205"/>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7">
              <a:extLst>
                <a:ext uri="{FF2B5EF4-FFF2-40B4-BE49-F238E27FC236}">
                  <a16:creationId xmlns:a16="http://schemas.microsoft.com/office/drawing/2014/main" id="{82B35393-2367-76DF-9756-3E30F8737607}"/>
                </a:ext>
              </a:extLst>
            </p:cNvPr>
            <p:cNvSpPr>
              <a:spLocks noChangeArrowheads="1"/>
            </p:cNvSpPr>
            <p:nvPr/>
          </p:nvSpPr>
          <p:spPr bwMode="auto">
            <a:xfrm>
              <a:off x="574675" y="2697163"/>
              <a:ext cx="98425" cy="138112"/>
            </a:xfrm>
            <a:custGeom>
              <a:avLst/>
              <a:gdLst>
                <a:gd name="T0" fmla="*/ 134 w 274"/>
                <a:gd name="T1" fmla="*/ 383 h 384"/>
                <a:gd name="T2" fmla="*/ 134 w 274"/>
                <a:gd name="T3" fmla="*/ 383 h 384"/>
                <a:gd name="T4" fmla="*/ 273 w 274"/>
                <a:gd name="T5" fmla="*/ 225 h 384"/>
                <a:gd name="T6" fmla="*/ 273 w 274"/>
                <a:gd name="T7" fmla="*/ 0 h 384"/>
                <a:gd name="T8" fmla="*/ 238 w 274"/>
                <a:gd name="T9" fmla="*/ 0 h 384"/>
                <a:gd name="T10" fmla="*/ 238 w 274"/>
                <a:gd name="T11" fmla="*/ 232 h 384"/>
                <a:gd name="T12" fmla="*/ 138 w 274"/>
                <a:gd name="T13" fmla="*/ 351 h 384"/>
                <a:gd name="T14" fmla="*/ 61 w 274"/>
                <a:gd name="T15" fmla="*/ 322 h 384"/>
                <a:gd name="T16" fmla="*/ 35 w 274"/>
                <a:gd name="T17" fmla="*/ 227 h 384"/>
                <a:gd name="T18" fmla="*/ 35 w 274"/>
                <a:gd name="T19" fmla="*/ 0 h 384"/>
                <a:gd name="T20" fmla="*/ 0 w 274"/>
                <a:gd name="T21" fmla="*/ 0 h 384"/>
                <a:gd name="T22" fmla="*/ 0 w 274"/>
                <a:gd name="T23" fmla="*/ 232 h 384"/>
                <a:gd name="T24" fmla="*/ 134 w 274"/>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4" h="384">
                  <a:moveTo>
                    <a:pt x="134" y="383"/>
                  </a:moveTo>
                  <a:lnTo>
                    <a:pt x="134" y="383"/>
                  </a:lnTo>
                  <a:cubicBezTo>
                    <a:pt x="226" y="383"/>
                    <a:pt x="273" y="331"/>
                    <a:pt x="273" y="225"/>
                  </a:cubicBezTo>
                  <a:cubicBezTo>
                    <a:pt x="273" y="0"/>
                    <a:pt x="273" y="0"/>
                    <a:pt x="273" y="0"/>
                  </a:cubicBezTo>
                  <a:cubicBezTo>
                    <a:pt x="238" y="0"/>
                    <a:pt x="238" y="0"/>
                    <a:pt x="238" y="0"/>
                  </a:cubicBezTo>
                  <a:cubicBezTo>
                    <a:pt x="238" y="232"/>
                    <a:pt x="238" y="232"/>
                    <a:pt x="238" y="232"/>
                  </a:cubicBezTo>
                  <a:cubicBezTo>
                    <a:pt x="238" y="312"/>
                    <a:pt x="204" y="351"/>
                    <a:pt x="138" y="351"/>
                  </a:cubicBezTo>
                  <a:cubicBezTo>
                    <a:pt x="103" y="351"/>
                    <a:pt x="77" y="341"/>
                    <a:pt x="61" y="322"/>
                  </a:cubicBezTo>
                  <a:cubicBezTo>
                    <a:pt x="44" y="300"/>
                    <a:pt x="35" y="270"/>
                    <a:pt x="35" y="227"/>
                  </a:cubicBezTo>
                  <a:cubicBezTo>
                    <a:pt x="35" y="0"/>
                    <a:pt x="35" y="0"/>
                    <a:pt x="35" y="0"/>
                  </a:cubicBezTo>
                  <a:cubicBezTo>
                    <a:pt x="0" y="0"/>
                    <a:pt x="0" y="0"/>
                    <a:pt x="0" y="0"/>
                  </a:cubicBezTo>
                  <a:cubicBezTo>
                    <a:pt x="0" y="232"/>
                    <a:pt x="0" y="232"/>
                    <a:pt x="0" y="232"/>
                  </a:cubicBezTo>
                  <a:cubicBezTo>
                    <a:pt x="0" y="333"/>
                    <a:pt x="45" y="383"/>
                    <a:pt x="134"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95B2BD66-B06D-5147-2863-E613EE85CE3E}"/>
                </a:ext>
              </a:extLst>
            </p:cNvPr>
            <p:cNvSpPr>
              <a:spLocks noChangeArrowheads="1"/>
            </p:cNvSpPr>
            <p:nvPr/>
          </p:nvSpPr>
          <p:spPr bwMode="auto">
            <a:xfrm>
              <a:off x="706438" y="2697163"/>
              <a:ext cx="88900" cy="134937"/>
            </a:xfrm>
            <a:custGeom>
              <a:avLst/>
              <a:gdLst>
                <a:gd name="T0" fmla="*/ 35 w 248"/>
                <a:gd name="T1" fmla="*/ 212 h 377"/>
                <a:gd name="T2" fmla="*/ 35 w 248"/>
                <a:gd name="T3" fmla="*/ 212 h 377"/>
                <a:gd name="T4" fmla="*/ 78 w 248"/>
                <a:gd name="T5" fmla="*/ 212 h 377"/>
                <a:gd name="T6" fmla="*/ 99 w 248"/>
                <a:gd name="T7" fmla="*/ 215 h 377"/>
                <a:gd name="T8" fmla="*/ 117 w 248"/>
                <a:gd name="T9" fmla="*/ 225 h 377"/>
                <a:gd name="T10" fmla="*/ 132 w 248"/>
                <a:gd name="T11" fmla="*/ 241 h 377"/>
                <a:gd name="T12" fmla="*/ 149 w 248"/>
                <a:gd name="T13" fmla="*/ 268 h 377"/>
                <a:gd name="T14" fmla="*/ 207 w 248"/>
                <a:gd name="T15" fmla="*/ 376 h 377"/>
                <a:gd name="T16" fmla="*/ 247 w 248"/>
                <a:gd name="T17" fmla="*/ 376 h 377"/>
                <a:gd name="T18" fmla="*/ 184 w 248"/>
                <a:gd name="T19" fmla="*/ 260 h 377"/>
                <a:gd name="T20" fmla="*/ 172 w 248"/>
                <a:gd name="T21" fmla="*/ 239 h 377"/>
                <a:gd name="T22" fmla="*/ 160 w 248"/>
                <a:gd name="T23" fmla="*/ 223 h 377"/>
                <a:gd name="T24" fmla="*/ 148 w 248"/>
                <a:gd name="T25" fmla="*/ 211 h 377"/>
                <a:gd name="T26" fmla="*/ 134 w 248"/>
                <a:gd name="T27" fmla="*/ 202 h 377"/>
                <a:gd name="T28" fmla="*/ 134 w 248"/>
                <a:gd name="T29" fmla="*/ 201 h 377"/>
                <a:gd name="T30" fmla="*/ 170 w 248"/>
                <a:gd name="T31" fmla="*/ 188 h 377"/>
                <a:gd name="T32" fmla="*/ 197 w 248"/>
                <a:gd name="T33" fmla="*/ 166 h 377"/>
                <a:gd name="T34" fmla="*/ 214 w 248"/>
                <a:gd name="T35" fmla="*/ 136 h 377"/>
                <a:gd name="T36" fmla="*/ 221 w 248"/>
                <a:gd name="T37" fmla="*/ 98 h 377"/>
                <a:gd name="T38" fmla="*/ 211 w 248"/>
                <a:gd name="T39" fmla="*/ 56 h 377"/>
                <a:gd name="T40" fmla="*/ 186 w 248"/>
                <a:gd name="T41" fmla="*/ 24 h 377"/>
                <a:gd name="T42" fmla="*/ 151 w 248"/>
                <a:gd name="T43" fmla="*/ 6 h 377"/>
                <a:gd name="T44" fmla="*/ 110 w 248"/>
                <a:gd name="T45" fmla="*/ 0 h 377"/>
                <a:gd name="T46" fmla="*/ 0 w 248"/>
                <a:gd name="T47" fmla="*/ 0 h 377"/>
                <a:gd name="T48" fmla="*/ 0 w 248"/>
                <a:gd name="T49" fmla="*/ 376 h 377"/>
                <a:gd name="T50" fmla="*/ 35 w 248"/>
                <a:gd name="T51" fmla="*/ 376 h 377"/>
                <a:gd name="T52" fmla="*/ 35 w 248"/>
                <a:gd name="T53" fmla="*/ 212 h 377"/>
                <a:gd name="T54" fmla="*/ 35 w 248"/>
                <a:gd name="T55" fmla="*/ 31 h 377"/>
                <a:gd name="T56" fmla="*/ 35 w 248"/>
                <a:gd name="T57" fmla="*/ 31 h 377"/>
                <a:gd name="T58" fmla="*/ 101 w 248"/>
                <a:gd name="T59" fmla="*/ 31 h 377"/>
                <a:gd name="T60" fmla="*/ 162 w 248"/>
                <a:gd name="T61" fmla="*/ 51 h 377"/>
                <a:gd name="T62" fmla="*/ 183 w 248"/>
                <a:gd name="T63" fmla="*/ 102 h 377"/>
                <a:gd name="T64" fmla="*/ 177 w 248"/>
                <a:gd name="T65" fmla="*/ 135 h 377"/>
                <a:gd name="T66" fmla="*/ 160 w 248"/>
                <a:gd name="T67" fmla="*/ 160 h 377"/>
                <a:gd name="T68" fmla="*/ 132 w 248"/>
                <a:gd name="T69" fmla="*/ 175 h 377"/>
                <a:gd name="T70" fmla="*/ 99 w 248"/>
                <a:gd name="T71" fmla="*/ 181 h 377"/>
                <a:gd name="T72" fmla="*/ 35 w 248"/>
                <a:gd name="T73" fmla="*/ 181 h 377"/>
                <a:gd name="T74" fmla="*/ 35 w 248"/>
                <a:gd name="T75" fmla="*/ 3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35" y="212"/>
                  </a:moveTo>
                  <a:lnTo>
                    <a:pt x="35" y="212"/>
                  </a:lnTo>
                  <a:cubicBezTo>
                    <a:pt x="78" y="212"/>
                    <a:pt x="78" y="212"/>
                    <a:pt x="78" y="212"/>
                  </a:cubicBezTo>
                  <a:cubicBezTo>
                    <a:pt x="85" y="212"/>
                    <a:pt x="92" y="213"/>
                    <a:pt x="99" y="215"/>
                  </a:cubicBezTo>
                  <a:cubicBezTo>
                    <a:pt x="106" y="218"/>
                    <a:pt x="111" y="220"/>
                    <a:pt x="117" y="225"/>
                  </a:cubicBezTo>
                  <a:cubicBezTo>
                    <a:pt x="122" y="229"/>
                    <a:pt x="128" y="234"/>
                    <a:pt x="132" y="241"/>
                  </a:cubicBezTo>
                  <a:cubicBezTo>
                    <a:pt x="138" y="248"/>
                    <a:pt x="143" y="258"/>
                    <a:pt x="149" y="268"/>
                  </a:cubicBezTo>
                  <a:cubicBezTo>
                    <a:pt x="207" y="376"/>
                    <a:pt x="207" y="376"/>
                    <a:pt x="207" y="376"/>
                  </a:cubicBezTo>
                  <a:cubicBezTo>
                    <a:pt x="247" y="376"/>
                    <a:pt x="247" y="376"/>
                    <a:pt x="247" y="376"/>
                  </a:cubicBezTo>
                  <a:cubicBezTo>
                    <a:pt x="184" y="260"/>
                    <a:pt x="184" y="260"/>
                    <a:pt x="184" y="260"/>
                  </a:cubicBezTo>
                  <a:cubicBezTo>
                    <a:pt x="180" y="253"/>
                    <a:pt x="176" y="246"/>
                    <a:pt x="172" y="239"/>
                  </a:cubicBezTo>
                  <a:cubicBezTo>
                    <a:pt x="167" y="233"/>
                    <a:pt x="163" y="227"/>
                    <a:pt x="160" y="223"/>
                  </a:cubicBezTo>
                  <a:cubicBezTo>
                    <a:pt x="156" y="218"/>
                    <a:pt x="152" y="213"/>
                    <a:pt x="148" y="211"/>
                  </a:cubicBezTo>
                  <a:cubicBezTo>
                    <a:pt x="143" y="208"/>
                    <a:pt x="139" y="205"/>
                    <a:pt x="134" y="202"/>
                  </a:cubicBezTo>
                  <a:cubicBezTo>
                    <a:pt x="134" y="201"/>
                    <a:pt x="134" y="201"/>
                    <a:pt x="134" y="201"/>
                  </a:cubicBezTo>
                  <a:cubicBezTo>
                    <a:pt x="148" y="198"/>
                    <a:pt x="159" y="194"/>
                    <a:pt x="170" y="188"/>
                  </a:cubicBezTo>
                  <a:cubicBezTo>
                    <a:pt x="180" y="181"/>
                    <a:pt x="190" y="174"/>
                    <a:pt x="197" y="166"/>
                  </a:cubicBezTo>
                  <a:cubicBezTo>
                    <a:pt x="204" y="157"/>
                    <a:pt x="209" y="147"/>
                    <a:pt x="214" y="136"/>
                  </a:cubicBezTo>
                  <a:cubicBezTo>
                    <a:pt x="218" y="125"/>
                    <a:pt x="221" y="112"/>
                    <a:pt x="221" y="98"/>
                  </a:cubicBezTo>
                  <a:cubicBezTo>
                    <a:pt x="221" y="83"/>
                    <a:pt x="216" y="67"/>
                    <a:pt x="211" y="56"/>
                  </a:cubicBezTo>
                  <a:cubicBezTo>
                    <a:pt x="204" y="44"/>
                    <a:pt x="197" y="32"/>
                    <a:pt x="186" y="24"/>
                  </a:cubicBezTo>
                  <a:cubicBezTo>
                    <a:pt x="176" y="17"/>
                    <a:pt x="163" y="10"/>
                    <a:pt x="151" y="6"/>
                  </a:cubicBezTo>
                  <a:cubicBezTo>
                    <a:pt x="136" y="1"/>
                    <a:pt x="124" y="0"/>
                    <a:pt x="110" y="0"/>
                  </a:cubicBezTo>
                  <a:cubicBezTo>
                    <a:pt x="0" y="0"/>
                    <a:pt x="0" y="0"/>
                    <a:pt x="0" y="0"/>
                  </a:cubicBezTo>
                  <a:cubicBezTo>
                    <a:pt x="0" y="376"/>
                    <a:pt x="0" y="376"/>
                    <a:pt x="0" y="376"/>
                  </a:cubicBezTo>
                  <a:cubicBezTo>
                    <a:pt x="35" y="376"/>
                    <a:pt x="35" y="376"/>
                    <a:pt x="35" y="376"/>
                  </a:cubicBezTo>
                  <a:lnTo>
                    <a:pt x="35" y="212"/>
                  </a:lnTo>
                  <a:close/>
                  <a:moveTo>
                    <a:pt x="35" y="31"/>
                  </a:moveTo>
                  <a:lnTo>
                    <a:pt x="35" y="31"/>
                  </a:lnTo>
                  <a:cubicBezTo>
                    <a:pt x="101" y="31"/>
                    <a:pt x="101" y="31"/>
                    <a:pt x="101" y="31"/>
                  </a:cubicBezTo>
                  <a:cubicBezTo>
                    <a:pt x="128" y="31"/>
                    <a:pt x="148" y="38"/>
                    <a:pt x="162" y="51"/>
                  </a:cubicBezTo>
                  <a:cubicBezTo>
                    <a:pt x="176" y="63"/>
                    <a:pt x="183" y="80"/>
                    <a:pt x="183" y="102"/>
                  </a:cubicBezTo>
                  <a:cubicBezTo>
                    <a:pt x="183" y="114"/>
                    <a:pt x="181" y="125"/>
                    <a:pt x="177" y="135"/>
                  </a:cubicBezTo>
                  <a:cubicBezTo>
                    <a:pt x="173" y="145"/>
                    <a:pt x="167" y="153"/>
                    <a:pt x="160" y="160"/>
                  </a:cubicBezTo>
                  <a:cubicBezTo>
                    <a:pt x="152" y="166"/>
                    <a:pt x="143" y="171"/>
                    <a:pt x="132" y="175"/>
                  </a:cubicBezTo>
                  <a:cubicBezTo>
                    <a:pt x="122" y="178"/>
                    <a:pt x="111" y="181"/>
                    <a:pt x="99" y="181"/>
                  </a:cubicBezTo>
                  <a:cubicBezTo>
                    <a:pt x="35" y="181"/>
                    <a:pt x="35" y="181"/>
                    <a:pt x="35" y="181"/>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 name="Freeform 49">
              <a:extLst>
                <a:ext uri="{FF2B5EF4-FFF2-40B4-BE49-F238E27FC236}">
                  <a16:creationId xmlns:a16="http://schemas.microsoft.com/office/drawing/2014/main" id="{8AFABE77-6ECB-65B2-90C0-2999A8BA39AA}"/>
                </a:ext>
              </a:extLst>
            </p:cNvPr>
            <p:cNvSpPr>
              <a:spLocks noChangeArrowheads="1"/>
            </p:cNvSpPr>
            <p:nvPr/>
          </p:nvSpPr>
          <p:spPr bwMode="auto">
            <a:xfrm>
              <a:off x="819150" y="2697163"/>
              <a:ext cx="106363" cy="134937"/>
            </a:xfrm>
            <a:custGeom>
              <a:avLst/>
              <a:gdLst>
                <a:gd name="T0" fmla="*/ 258 w 296"/>
                <a:gd name="T1" fmla="*/ 279 h 377"/>
                <a:gd name="T2" fmla="*/ 258 w 296"/>
                <a:gd name="T3" fmla="*/ 279 h 377"/>
                <a:gd name="T4" fmla="*/ 260 w 296"/>
                <a:gd name="T5" fmla="*/ 305 h 377"/>
                <a:gd name="T6" fmla="*/ 261 w 296"/>
                <a:gd name="T7" fmla="*/ 323 h 377"/>
                <a:gd name="T8" fmla="*/ 260 w 296"/>
                <a:gd name="T9" fmla="*/ 323 h 377"/>
                <a:gd name="T10" fmla="*/ 253 w 296"/>
                <a:gd name="T11" fmla="*/ 312 h 377"/>
                <a:gd name="T12" fmla="*/ 244 w 296"/>
                <a:gd name="T13" fmla="*/ 299 h 377"/>
                <a:gd name="T14" fmla="*/ 38 w 296"/>
                <a:gd name="T15" fmla="*/ 0 h 377"/>
                <a:gd name="T16" fmla="*/ 0 w 296"/>
                <a:gd name="T17" fmla="*/ 0 h 377"/>
                <a:gd name="T18" fmla="*/ 0 w 296"/>
                <a:gd name="T19" fmla="*/ 376 h 377"/>
                <a:gd name="T20" fmla="*/ 35 w 296"/>
                <a:gd name="T21" fmla="*/ 376 h 377"/>
                <a:gd name="T22" fmla="*/ 35 w 296"/>
                <a:gd name="T23" fmla="*/ 84 h 377"/>
                <a:gd name="T24" fmla="*/ 34 w 296"/>
                <a:gd name="T25" fmla="*/ 63 h 377"/>
                <a:gd name="T26" fmla="*/ 34 w 296"/>
                <a:gd name="T27" fmla="*/ 51 h 377"/>
                <a:gd name="T28" fmla="*/ 35 w 296"/>
                <a:gd name="T29" fmla="*/ 51 h 377"/>
                <a:gd name="T30" fmla="*/ 41 w 296"/>
                <a:gd name="T31" fmla="*/ 62 h 377"/>
                <a:gd name="T32" fmla="*/ 48 w 296"/>
                <a:gd name="T33" fmla="*/ 74 h 377"/>
                <a:gd name="T34" fmla="*/ 258 w 296"/>
                <a:gd name="T35" fmla="*/ 376 h 377"/>
                <a:gd name="T36" fmla="*/ 295 w 296"/>
                <a:gd name="T37" fmla="*/ 376 h 377"/>
                <a:gd name="T38" fmla="*/ 295 w 296"/>
                <a:gd name="T39" fmla="*/ 0 h 377"/>
                <a:gd name="T40" fmla="*/ 258 w 296"/>
                <a:gd name="T41" fmla="*/ 0 h 377"/>
                <a:gd name="T42" fmla="*/ 258 w 296"/>
                <a:gd name="T43" fmla="*/ 279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258" y="279"/>
                  </a:moveTo>
                  <a:lnTo>
                    <a:pt x="258" y="279"/>
                  </a:lnTo>
                  <a:cubicBezTo>
                    <a:pt x="258" y="289"/>
                    <a:pt x="260" y="296"/>
                    <a:pt x="260" y="305"/>
                  </a:cubicBezTo>
                  <a:cubicBezTo>
                    <a:pt x="260" y="312"/>
                    <a:pt x="260" y="317"/>
                    <a:pt x="261" y="323"/>
                  </a:cubicBezTo>
                  <a:cubicBezTo>
                    <a:pt x="260" y="323"/>
                    <a:pt x="260" y="323"/>
                    <a:pt x="260" y="323"/>
                  </a:cubicBezTo>
                  <a:cubicBezTo>
                    <a:pt x="258" y="320"/>
                    <a:pt x="256" y="316"/>
                    <a:pt x="253" y="312"/>
                  </a:cubicBezTo>
                  <a:cubicBezTo>
                    <a:pt x="250" y="307"/>
                    <a:pt x="247" y="303"/>
                    <a:pt x="244" y="299"/>
                  </a:cubicBezTo>
                  <a:cubicBezTo>
                    <a:pt x="38" y="0"/>
                    <a:pt x="38" y="0"/>
                    <a:pt x="38" y="0"/>
                  </a:cubicBezTo>
                  <a:cubicBezTo>
                    <a:pt x="0" y="0"/>
                    <a:pt x="0" y="0"/>
                    <a:pt x="0" y="0"/>
                  </a:cubicBezTo>
                  <a:cubicBezTo>
                    <a:pt x="0" y="376"/>
                    <a:pt x="0" y="376"/>
                    <a:pt x="0" y="376"/>
                  </a:cubicBezTo>
                  <a:cubicBezTo>
                    <a:pt x="35" y="376"/>
                    <a:pt x="35" y="376"/>
                    <a:pt x="35" y="376"/>
                  </a:cubicBezTo>
                  <a:cubicBezTo>
                    <a:pt x="35" y="84"/>
                    <a:pt x="35" y="84"/>
                    <a:pt x="35" y="84"/>
                  </a:cubicBezTo>
                  <a:cubicBezTo>
                    <a:pt x="35" y="76"/>
                    <a:pt x="34" y="69"/>
                    <a:pt x="34" y="63"/>
                  </a:cubicBezTo>
                  <a:cubicBezTo>
                    <a:pt x="34" y="58"/>
                    <a:pt x="34" y="53"/>
                    <a:pt x="34" y="51"/>
                  </a:cubicBezTo>
                  <a:cubicBezTo>
                    <a:pt x="35" y="51"/>
                    <a:pt x="35" y="51"/>
                    <a:pt x="35" y="51"/>
                  </a:cubicBezTo>
                  <a:cubicBezTo>
                    <a:pt x="36" y="55"/>
                    <a:pt x="38" y="58"/>
                    <a:pt x="41" y="62"/>
                  </a:cubicBezTo>
                  <a:cubicBezTo>
                    <a:pt x="44" y="66"/>
                    <a:pt x="46" y="70"/>
                    <a:pt x="48" y="74"/>
                  </a:cubicBezTo>
                  <a:cubicBezTo>
                    <a:pt x="258" y="376"/>
                    <a:pt x="258" y="376"/>
                    <a:pt x="258" y="376"/>
                  </a:cubicBezTo>
                  <a:cubicBezTo>
                    <a:pt x="295" y="376"/>
                    <a:pt x="295" y="376"/>
                    <a:pt x="295" y="376"/>
                  </a:cubicBezTo>
                  <a:cubicBezTo>
                    <a:pt x="295" y="0"/>
                    <a:pt x="295" y="0"/>
                    <a:pt x="295"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0">
              <a:extLst>
                <a:ext uri="{FF2B5EF4-FFF2-40B4-BE49-F238E27FC236}">
                  <a16:creationId xmlns:a16="http://schemas.microsoft.com/office/drawing/2014/main" id="{EA3FB92A-9AC4-D1B9-095A-3AEEFDDA9E01}"/>
                </a:ext>
              </a:extLst>
            </p:cNvPr>
            <p:cNvSpPr>
              <a:spLocks noChangeArrowheads="1"/>
            </p:cNvSpPr>
            <p:nvPr/>
          </p:nvSpPr>
          <p:spPr bwMode="auto">
            <a:xfrm>
              <a:off x="960438"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1">
              <a:extLst>
                <a:ext uri="{FF2B5EF4-FFF2-40B4-BE49-F238E27FC236}">
                  <a16:creationId xmlns:a16="http://schemas.microsoft.com/office/drawing/2014/main" id="{5B14FE8D-5CBA-A9FD-5C21-467B4FDC25F5}"/>
                </a:ext>
              </a:extLst>
            </p:cNvPr>
            <p:cNvSpPr>
              <a:spLocks noChangeArrowheads="1"/>
            </p:cNvSpPr>
            <p:nvPr/>
          </p:nvSpPr>
          <p:spPr bwMode="auto">
            <a:xfrm>
              <a:off x="995363" y="2697163"/>
              <a:ext cx="92075" cy="134937"/>
            </a:xfrm>
            <a:custGeom>
              <a:avLst/>
              <a:gdLst>
                <a:gd name="T0" fmla="*/ 253 w 254"/>
                <a:gd name="T1" fmla="*/ 0 h 377"/>
                <a:gd name="T2" fmla="*/ 0 w 254"/>
                <a:gd name="T3" fmla="*/ 0 h 377"/>
                <a:gd name="T4" fmla="*/ 0 w 254"/>
                <a:gd name="T5" fmla="*/ 31 h 377"/>
                <a:gd name="T6" fmla="*/ 108 w 254"/>
                <a:gd name="T7" fmla="*/ 31 h 377"/>
                <a:gd name="T8" fmla="*/ 108 w 254"/>
                <a:gd name="T9" fmla="*/ 376 h 377"/>
                <a:gd name="T10" fmla="*/ 143 w 254"/>
                <a:gd name="T11" fmla="*/ 376 h 377"/>
                <a:gd name="T12" fmla="*/ 143 w 254"/>
                <a:gd name="T13" fmla="*/ 31 h 377"/>
                <a:gd name="T14" fmla="*/ 253 w 254"/>
                <a:gd name="T15" fmla="*/ 31 h 377"/>
                <a:gd name="T16" fmla="*/ 253 w 254"/>
                <a:gd name="T17" fmla="*/ 0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377">
                  <a:moveTo>
                    <a:pt x="253" y="0"/>
                  </a:moveTo>
                  <a:lnTo>
                    <a:pt x="0" y="0"/>
                  </a:lnTo>
                  <a:lnTo>
                    <a:pt x="0" y="31"/>
                  </a:lnTo>
                  <a:lnTo>
                    <a:pt x="108" y="31"/>
                  </a:lnTo>
                  <a:lnTo>
                    <a:pt x="108" y="376"/>
                  </a:lnTo>
                  <a:lnTo>
                    <a:pt x="143" y="376"/>
                  </a:lnTo>
                  <a:lnTo>
                    <a:pt x="143" y="31"/>
                  </a:lnTo>
                  <a:lnTo>
                    <a:pt x="253" y="31"/>
                  </a:lnTo>
                  <a:lnTo>
                    <a:pt x="25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2">
              <a:extLst>
                <a:ext uri="{FF2B5EF4-FFF2-40B4-BE49-F238E27FC236}">
                  <a16:creationId xmlns:a16="http://schemas.microsoft.com/office/drawing/2014/main" id="{43689F60-C9C1-A88A-6003-BBECBEEBB33E}"/>
                </a:ext>
              </a:extLst>
            </p:cNvPr>
            <p:cNvSpPr>
              <a:spLocks noChangeArrowheads="1"/>
            </p:cNvSpPr>
            <p:nvPr/>
          </p:nvSpPr>
          <p:spPr bwMode="auto">
            <a:xfrm>
              <a:off x="1106488" y="2697163"/>
              <a:ext cx="98425" cy="138112"/>
            </a:xfrm>
            <a:custGeom>
              <a:avLst/>
              <a:gdLst>
                <a:gd name="T0" fmla="*/ 132 w 272"/>
                <a:gd name="T1" fmla="*/ 383 h 384"/>
                <a:gd name="T2" fmla="*/ 132 w 272"/>
                <a:gd name="T3" fmla="*/ 383 h 384"/>
                <a:gd name="T4" fmla="*/ 271 w 272"/>
                <a:gd name="T5" fmla="*/ 225 h 384"/>
                <a:gd name="T6" fmla="*/ 271 w 272"/>
                <a:gd name="T7" fmla="*/ 0 h 384"/>
                <a:gd name="T8" fmla="*/ 236 w 272"/>
                <a:gd name="T9" fmla="*/ 0 h 384"/>
                <a:gd name="T10" fmla="*/ 236 w 272"/>
                <a:gd name="T11" fmla="*/ 232 h 384"/>
                <a:gd name="T12" fmla="*/ 136 w 272"/>
                <a:gd name="T13" fmla="*/ 351 h 384"/>
                <a:gd name="T14" fmla="*/ 59 w 272"/>
                <a:gd name="T15" fmla="*/ 322 h 384"/>
                <a:gd name="T16" fmla="*/ 35 w 272"/>
                <a:gd name="T17" fmla="*/ 227 h 384"/>
                <a:gd name="T18" fmla="*/ 35 w 272"/>
                <a:gd name="T19" fmla="*/ 0 h 384"/>
                <a:gd name="T20" fmla="*/ 0 w 272"/>
                <a:gd name="T21" fmla="*/ 0 h 384"/>
                <a:gd name="T22" fmla="*/ 0 w 272"/>
                <a:gd name="T23" fmla="*/ 232 h 384"/>
                <a:gd name="T24" fmla="*/ 132 w 272"/>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2" h="384">
                  <a:moveTo>
                    <a:pt x="132" y="383"/>
                  </a:moveTo>
                  <a:lnTo>
                    <a:pt x="132" y="383"/>
                  </a:lnTo>
                  <a:cubicBezTo>
                    <a:pt x="225" y="383"/>
                    <a:pt x="271" y="331"/>
                    <a:pt x="271" y="225"/>
                  </a:cubicBezTo>
                  <a:cubicBezTo>
                    <a:pt x="271" y="0"/>
                    <a:pt x="271" y="0"/>
                    <a:pt x="271" y="0"/>
                  </a:cubicBezTo>
                  <a:cubicBezTo>
                    <a:pt x="236" y="0"/>
                    <a:pt x="236" y="0"/>
                    <a:pt x="236" y="0"/>
                  </a:cubicBezTo>
                  <a:cubicBezTo>
                    <a:pt x="236" y="232"/>
                    <a:pt x="236" y="232"/>
                    <a:pt x="236" y="232"/>
                  </a:cubicBezTo>
                  <a:cubicBezTo>
                    <a:pt x="236" y="312"/>
                    <a:pt x="202" y="351"/>
                    <a:pt x="136" y="351"/>
                  </a:cubicBezTo>
                  <a:cubicBezTo>
                    <a:pt x="103" y="351"/>
                    <a:pt x="76" y="341"/>
                    <a:pt x="59" y="322"/>
                  </a:cubicBezTo>
                  <a:cubicBezTo>
                    <a:pt x="42" y="300"/>
                    <a:pt x="35" y="270"/>
                    <a:pt x="35" y="227"/>
                  </a:cubicBezTo>
                  <a:cubicBezTo>
                    <a:pt x="35" y="0"/>
                    <a:pt x="35" y="0"/>
                    <a:pt x="35" y="0"/>
                  </a:cubicBezTo>
                  <a:cubicBezTo>
                    <a:pt x="0" y="0"/>
                    <a:pt x="0" y="0"/>
                    <a:pt x="0" y="0"/>
                  </a:cubicBezTo>
                  <a:cubicBezTo>
                    <a:pt x="0" y="232"/>
                    <a:pt x="0" y="232"/>
                    <a:pt x="0" y="232"/>
                  </a:cubicBezTo>
                  <a:cubicBezTo>
                    <a:pt x="0" y="333"/>
                    <a:pt x="44" y="383"/>
                    <a:pt x="132"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3">
              <a:extLst>
                <a:ext uri="{FF2B5EF4-FFF2-40B4-BE49-F238E27FC236}">
                  <a16:creationId xmlns:a16="http://schemas.microsoft.com/office/drawing/2014/main" id="{D4C65091-1800-D5BC-8D08-943177A3F77D}"/>
                </a:ext>
              </a:extLst>
            </p:cNvPr>
            <p:cNvSpPr>
              <a:spLocks noChangeArrowheads="1"/>
            </p:cNvSpPr>
            <p:nvPr/>
          </p:nvSpPr>
          <p:spPr bwMode="auto">
            <a:xfrm>
              <a:off x="1238250" y="2697163"/>
              <a:ext cx="88900" cy="134937"/>
            </a:xfrm>
            <a:custGeom>
              <a:avLst/>
              <a:gdLst>
                <a:gd name="T0" fmla="*/ 171 w 248"/>
                <a:gd name="T1" fmla="*/ 239 h 377"/>
                <a:gd name="T2" fmla="*/ 171 w 248"/>
                <a:gd name="T3" fmla="*/ 239 h 377"/>
                <a:gd name="T4" fmla="*/ 160 w 248"/>
                <a:gd name="T5" fmla="*/ 223 h 377"/>
                <a:gd name="T6" fmla="*/ 147 w 248"/>
                <a:gd name="T7" fmla="*/ 211 h 377"/>
                <a:gd name="T8" fmla="*/ 133 w 248"/>
                <a:gd name="T9" fmla="*/ 202 h 377"/>
                <a:gd name="T10" fmla="*/ 133 w 248"/>
                <a:gd name="T11" fmla="*/ 201 h 377"/>
                <a:gd name="T12" fmla="*/ 170 w 248"/>
                <a:gd name="T13" fmla="*/ 188 h 377"/>
                <a:gd name="T14" fmla="*/ 197 w 248"/>
                <a:gd name="T15" fmla="*/ 166 h 377"/>
                <a:gd name="T16" fmla="*/ 213 w 248"/>
                <a:gd name="T17" fmla="*/ 136 h 377"/>
                <a:gd name="T18" fmla="*/ 220 w 248"/>
                <a:gd name="T19" fmla="*/ 98 h 377"/>
                <a:gd name="T20" fmla="*/ 211 w 248"/>
                <a:gd name="T21" fmla="*/ 56 h 377"/>
                <a:gd name="T22" fmla="*/ 185 w 248"/>
                <a:gd name="T23" fmla="*/ 24 h 377"/>
                <a:gd name="T24" fmla="*/ 150 w 248"/>
                <a:gd name="T25" fmla="*/ 6 h 377"/>
                <a:gd name="T26" fmla="*/ 109 w 248"/>
                <a:gd name="T27" fmla="*/ 0 h 377"/>
                <a:gd name="T28" fmla="*/ 0 w 248"/>
                <a:gd name="T29" fmla="*/ 0 h 377"/>
                <a:gd name="T30" fmla="*/ 0 w 248"/>
                <a:gd name="T31" fmla="*/ 376 h 377"/>
                <a:gd name="T32" fmla="*/ 35 w 248"/>
                <a:gd name="T33" fmla="*/ 376 h 377"/>
                <a:gd name="T34" fmla="*/ 35 w 248"/>
                <a:gd name="T35" fmla="*/ 212 h 377"/>
                <a:gd name="T36" fmla="*/ 77 w 248"/>
                <a:gd name="T37" fmla="*/ 212 h 377"/>
                <a:gd name="T38" fmla="*/ 98 w 248"/>
                <a:gd name="T39" fmla="*/ 215 h 377"/>
                <a:gd name="T40" fmla="*/ 116 w 248"/>
                <a:gd name="T41" fmla="*/ 225 h 377"/>
                <a:gd name="T42" fmla="*/ 133 w 248"/>
                <a:gd name="T43" fmla="*/ 241 h 377"/>
                <a:gd name="T44" fmla="*/ 149 w 248"/>
                <a:gd name="T45" fmla="*/ 268 h 377"/>
                <a:gd name="T46" fmla="*/ 206 w 248"/>
                <a:gd name="T47" fmla="*/ 376 h 377"/>
                <a:gd name="T48" fmla="*/ 247 w 248"/>
                <a:gd name="T49" fmla="*/ 376 h 377"/>
                <a:gd name="T50" fmla="*/ 184 w 248"/>
                <a:gd name="T51" fmla="*/ 260 h 377"/>
                <a:gd name="T52" fmla="*/ 171 w 248"/>
                <a:gd name="T53" fmla="*/ 239 h 377"/>
                <a:gd name="T54" fmla="*/ 98 w 248"/>
                <a:gd name="T55" fmla="*/ 181 h 377"/>
                <a:gd name="T56" fmla="*/ 98 w 248"/>
                <a:gd name="T57" fmla="*/ 181 h 377"/>
                <a:gd name="T58" fmla="*/ 35 w 248"/>
                <a:gd name="T59" fmla="*/ 181 h 377"/>
                <a:gd name="T60" fmla="*/ 35 w 248"/>
                <a:gd name="T61" fmla="*/ 31 h 377"/>
                <a:gd name="T62" fmla="*/ 101 w 248"/>
                <a:gd name="T63" fmla="*/ 31 h 377"/>
                <a:gd name="T64" fmla="*/ 161 w 248"/>
                <a:gd name="T65" fmla="*/ 51 h 377"/>
                <a:gd name="T66" fmla="*/ 184 w 248"/>
                <a:gd name="T67" fmla="*/ 102 h 377"/>
                <a:gd name="T68" fmla="*/ 177 w 248"/>
                <a:gd name="T69" fmla="*/ 135 h 377"/>
                <a:gd name="T70" fmla="*/ 160 w 248"/>
                <a:gd name="T71" fmla="*/ 160 h 377"/>
                <a:gd name="T72" fmla="*/ 133 w 248"/>
                <a:gd name="T73" fmla="*/ 175 h 377"/>
                <a:gd name="T74" fmla="*/ 98 w 248"/>
                <a:gd name="T75" fmla="*/ 18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171" y="239"/>
                  </a:moveTo>
                  <a:lnTo>
                    <a:pt x="171" y="239"/>
                  </a:lnTo>
                  <a:cubicBezTo>
                    <a:pt x="167" y="233"/>
                    <a:pt x="164" y="227"/>
                    <a:pt x="160" y="223"/>
                  </a:cubicBezTo>
                  <a:cubicBezTo>
                    <a:pt x="156" y="218"/>
                    <a:pt x="152" y="213"/>
                    <a:pt x="147" y="211"/>
                  </a:cubicBezTo>
                  <a:cubicBezTo>
                    <a:pt x="143" y="208"/>
                    <a:pt x="139" y="205"/>
                    <a:pt x="133" y="202"/>
                  </a:cubicBezTo>
                  <a:cubicBezTo>
                    <a:pt x="133" y="201"/>
                    <a:pt x="133" y="201"/>
                    <a:pt x="133" y="201"/>
                  </a:cubicBezTo>
                  <a:cubicBezTo>
                    <a:pt x="147" y="198"/>
                    <a:pt x="159" y="194"/>
                    <a:pt x="170" y="188"/>
                  </a:cubicBezTo>
                  <a:cubicBezTo>
                    <a:pt x="180" y="181"/>
                    <a:pt x="189" y="174"/>
                    <a:pt x="197" y="166"/>
                  </a:cubicBezTo>
                  <a:cubicBezTo>
                    <a:pt x="204" y="157"/>
                    <a:pt x="209" y="147"/>
                    <a:pt x="213" y="136"/>
                  </a:cubicBezTo>
                  <a:cubicBezTo>
                    <a:pt x="218" y="125"/>
                    <a:pt x="220" y="112"/>
                    <a:pt x="220" y="98"/>
                  </a:cubicBezTo>
                  <a:cubicBezTo>
                    <a:pt x="220" y="83"/>
                    <a:pt x="216" y="67"/>
                    <a:pt x="211" y="56"/>
                  </a:cubicBezTo>
                  <a:cubicBezTo>
                    <a:pt x="205" y="44"/>
                    <a:pt x="197" y="32"/>
                    <a:pt x="185" y="24"/>
                  </a:cubicBezTo>
                  <a:cubicBezTo>
                    <a:pt x="175" y="17"/>
                    <a:pt x="163" y="10"/>
                    <a:pt x="150" y="6"/>
                  </a:cubicBezTo>
                  <a:cubicBezTo>
                    <a:pt x="138" y="1"/>
                    <a:pt x="124" y="0"/>
                    <a:pt x="109" y="0"/>
                  </a:cubicBezTo>
                  <a:cubicBezTo>
                    <a:pt x="0" y="0"/>
                    <a:pt x="0" y="0"/>
                    <a:pt x="0" y="0"/>
                  </a:cubicBezTo>
                  <a:cubicBezTo>
                    <a:pt x="0" y="376"/>
                    <a:pt x="0" y="376"/>
                    <a:pt x="0" y="376"/>
                  </a:cubicBezTo>
                  <a:cubicBezTo>
                    <a:pt x="35" y="376"/>
                    <a:pt x="35" y="376"/>
                    <a:pt x="35" y="376"/>
                  </a:cubicBezTo>
                  <a:cubicBezTo>
                    <a:pt x="35" y="212"/>
                    <a:pt x="35" y="212"/>
                    <a:pt x="35" y="212"/>
                  </a:cubicBezTo>
                  <a:cubicBezTo>
                    <a:pt x="77" y="212"/>
                    <a:pt x="77" y="212"/>
                    <a:pt x="77" y="212"/>
                  </a:cubicBezTo>
                  <a:cubicBezTo>
                    <a:pt x="84" y="212"/>
                    <a:pt x="93" y="213"/>
                    <a:pt x="98" y="215"/>
                  </a:cubicBezTo>
                  <a:cubicBezTo>
                    <a:pt x="105" y="218"/>
                    <a:pt x="111" y="220"/>
                    <a:pt x="116" y="225"/>
                  </a:cubicBezTo>
                  <a:cubicBezTo>
                    <a:pt x="122" y="229"/>
                    <a:pt x="128" y="234"/>
                    <a:pt x="133" y="241"/>
                  </a:cubicBezTo>
                  <a:cubicBezTo>
                    <a:pt x="138" y="248"/>
                    <a:pt x="143" y="258"/>
                    <a:pt x="149" y="268"/>
                  </a:cubicBezTo>
                  <a:cubicBezTo>
                    <a:pt x="206" y="376"/>
                    <a:pt x="206" y="376"/>
                    <a:pt x="206" y="376"/>
                  </a:cubicBezTo>
                  <a:cubicBezTo>
                    <a:pt x="247" y="376"/>
                    <a:pt x="247" y="376"/>
                    <a:pt x="247" y="376"/>
                  </a:cubicBezTo>
                  <a:cubicBezTo>
                    <a:pt x="184" y="260"/>
                    <a:pt x="184" y="260"/>
                    <a:pt x="184" y="260"/>
                  </a:cubicBezTo>
                  <a:cubicBezTo>
                    <a:pt x="180" y="253"/>
                    <a:pt x="175" y="246"/>
                    <a:pt x="171" y="239"/>
                  </a:cubicBezTo>
                  <a:close/>
                  <a:moveTo>
                    <a:pt x="98" y="181"/>
                  </a:moveTo>
                  <a:lnTo>
                    <a:pt x="98" y="181"/>
                  </a:lnTo>
                  <a:cubicBezTo>
                    <a:pt x="35" y="181"/>
                    <a:pt x="35" y="181"/>
                    <a:pt x="35" y="181"/>
                  </a:cubicBezTo>
                  <a:cubicBezTo>
                    <a:pt x="35" y="31"/>
                    <a:pt x="35" y="31"/>
                    <a:pt x="35" y="31"/>
                  </a:cubicBezTo>
                  <a:cubicBezTo>
                    <a:pt x="101" y="31"/>
                    <a:pt x="101" y="31"/>
                    <a:pt x="101" y="31"/>
                  </a:cubicBezTo>
                  <a:cubicBezTo>
                    <a:pt x="128" y="31"/>
                    <a:pt x="147" y="38"/>
                    <a:pt x="161" y="51"/>
                  </a:cubicBezTo>
                  <a:cubicBezTo>
                    <a:pt x="177" y="63"/>
                    <a:pt x="184" y="80"/>
                    <a:pt x="184" y="102"/>
                  </a:cubicBezTo>
                  <a:cubicBezTo>
                    <a:pt x="184" y="114"/>
                    <a:pt x="181" y="125"/>
                    <a:pt x="177" y="135"/>
                  </a:cubicBezTo>
                  <a:cubicBezTo>
                    <a:pt x="173" y="145"/>
                    <a:pt x="167" y="153"/>
                    <a:pt x="160" y="160"/>
                  </a:cubicBezTo>
                  <a:cubicBezTo>
                    <a:pt x="152" y="166"/>
                    <a:pt x="143" y="171"/>
                    <a:pt x="133" y="175"/>
                  </a:cubicBezTo>
                  <a:cubicBezTo>
                    <a:pt x="122" y="178"/>
                    <a:pt x="111" y="181"/>
                    <a:pt x="98" y="1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4">
              <a:extLst>
                <a:ext uri="{FF2B5EF4-FFF2-40B4-BE49-F238E27FC236}">
                  <a16:creationId xmlns:a16="http://schemas.microsoft.com/office/drawing/2014/main" id="{6F19DB66-646A-731E-1E57-D463D2CA5C2B}"/>
                </a:ext>
              </a:extLst>
            </p:cNvPr>
            <p:cNvSpPr>
              <a:spLocks noChangeArrowheads="1"/>
            </p:cNvSpPr>
            <p:nvPr/>
          </p:nvSpPr>
          <p:spPr bwMode="auto">
            <a:xfrm>
              <a:off x="1349375" y="2697163"/>
              <a:ext cx="69850" cy="134937"/>
            </a:xfrm>
            <a:custGeom>
              <a:avLst/>
              <a:gdLst>
                <a:gd name="T0" fmla="*/ 35 w 193"/>
                <a:gd name="T1" fmla="*/ 202 h 377"/>
                <a:gd name="T2" fmla="*/ 172 w 193"/>
                <a:gd name="T3" fmla="*/ 202 h 377"/>
                <a:gd name="T4" fmla="*/ 172 w 193"/>
                <a:gd name="T5" fmla="*/ 170 h 377"/>
                <a:gd name="T6" fmla="*/ 35 w 193"/>
                <a:gd name="T7" fmla="*/ 170 h 377"/>
                <a:gd name="T8" fmla="*/ 35 w 193"/>
                <a:gd name="T9" fmla="*/ 31 h 377"/>
                <a:gd name="T10" fmla="*/ 184 w 193"/>
                <a:gd name="T11" fmla="*/ 31 h 377"/>
                <a:gd name="T12" fmla="*/ 184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2"/>
                  </a:moveTo>
                  <a:lnTo>
                    <a:pt x="172" y="202"/>
                  </a:lnTo>
                  <a:lnTo>
                    <a:pt x="172" y="170"/>
                  </a:lnTo>
                  <a:lnTo>
                    <a:pt x="35" y="170"/>
                  </a:lnTo>
                  <a:lnTo>
                    <a:pt x="35" y="31"/>
                  </a:lnTo>
                  <a:lnTo>
                    <a:pt x="184" y="31"/>
                  </a:lnTo>
                  <a:lnTo>
                    <a:pt x="184" y="0"/>
                  </a:lnTo>
                  <a:lnTo>
                    <a:pt x="0" y="0"/>
                  </a:lnTo>
                  <a:lnTo>
                    <a:pt x="0" y="376"/>
                  </a:lnTo>
                  <a:lnTo>
                    <a:pt x="192" y="376"/>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 name="Freeform 55">
              <a:extLst>
                <a:ext uri="{FF2B5EF4-FFF2-40B4-BE49-F238E27FC236}">
                  <a16:creationId xmlns:a16="http://schemas.microsoft.com/office/drawing/2014/main" id="{631DFCFD-D2DF-8F0C-01CC-4EF1972FEF42}"/>
                </a:ext>
              </a:extLst>
            </p:cNvPr>
            <p:cNvSpPr>
              <a:spLocks noChangeArrowheads="1"/>
            </p:cNvSpPr>
            <p:nvPr/>
          </p:nvSpPr>
          <p:spPr bwMode="auto">
            <a:xfrm>
              <a:off x="1500188" y="2697163"/>
              <a:ext cx="68262" cy="134937"/>
            </a:xfrm>
            <a:custGeom>
              <a:avLst/>
              <a:gdLst>
                <a:gd name="T0" fmla="*/ 35 w 188"/>
                <a:gd name="T1" fmla="*/ 0 h 377"/>
                <a:gd name="T2" fmla="*/ 0 w 188"/>
                <a:gd name="T3" fmla="*/ 0 h 377"/>
                <a:gd name="T4" fmla="*/ 0 w 188"/>
                <a:gd name="T5" fmla="*/ 376 h 377"/>
                <a:gd name="T6" fmla="*/ 187 w 188"/>
                <a:gd name="T7" fmla="*/ 376 h 377"/>
                <a:gd name="T8" fmla="*/ 187 w 188"/>
                <a:gd name="T9" fmla="*/ 345 h 377"/>
                <a:gd name="T10" fmla="*/ 35 w 188"/>
                <a:gd name="T11" fmla="*/ 345 h 377"/>
                <a:gd name="T12" fmla="*/ 35 w 188"/>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8" h="377">
                  <a:moveTo>
                    <a:pt x="35" y="0"/>
                  </a:moveTo>
                  <a:lnTo>
                    <a:pt x="0" y="0"/>
                  </a:lnTo>
                  <a:lnTo>
                    <a:pt x="0" y="376"/>
                  </a:lnTo>
                  <a:lnTo>
                    <a:pt x="187" y="376"/>
                  </a:lnTo>
                  <a:lnTo>
                    <a:pt x="187"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54FC4BFB-B76A-5863-34E9-81ADECA966CE}"/>
                </a:ext>
              </a:extLst>
            </p:cNvPr>
            <p:cNvSpPr>
              <a:spLocks noChangeArrowheads="1"/>
            </p:cNvSpPr>
            <p:nvPr/>
          </p:nvSpPr>
          <p:spPr bwMode="auto">
            <a:xfrm>
              <a:off x="1590675" y="2697163"/>
              <a:ext cx="12700" cy="134937"/>
            </a:xfrm>
            <a:custGeom>
              <a:avLst/>
              <a:gdLst>
                <a:gd name="T0" fmla="*/ 35 w 36"/>
                <a:gd name="T1" fmla="*/ 0 h 377"/>
                <a:gd name="T2" fmla="*/ 0 w 36"/>
                <a:gd name="T3" fmla="*/ 0 h 377"/>
                <a:gd name="T4" fmla="*/ 0 w 36"/>
                <a:gd name="T5" fmla="*/ 376 h 377"/>
                <a:gd name="T6" fmla="*/ 35 w 36"/>
                <a:gd name="T7" fmla="*/ 376 h 377"/>
                <a:gd name="T8" fmla="*/ 35 w 36"/>
                <a:gd name="T9" fmla="*/ 0 h 377"/>
              </a:gdLst>
              <a:ahLst/>
              <a:cxnLst>
                <a:cxn ang="0">
                  <a:pos x="T0" y="T1"/>
                </a:cxn>
                <a:cxn ang="0">
                  <a:pos x="T2" y="T3"/>
                </a:cxn>
                <a:cxn ang="0">
                  <a:pos x="T4" y="T5"/>
                </a:cxn>
                <a:cxn ang="0">
                  <a:pos x="T6" y="T7"/>
                </a:cxn>
                <a:cxn ang="0">
                  <a:pos x="T8" y="T9"/>
                </a:cxn>
              </a:cxnLst>
              <a:rect l="0" t="0" r="r" b="b"/>
              <a:pathLst>
                <a:path w="36" h="377">
                  <a:moveTo>
                    <a:pt x="35" y="0"/>
                  </a:moveTo>
                  <a:lnTo>
                    <a:pt x="0" y="0"/>
                  </a:lnTo>
                  <a:lnTo>
                    <a:pt x="0" y="376"/>
                  </a:lnTo>
                  <a:lnTo>
                    <a:pt x="35" y="376"/>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7">
              <a:extLst>
                <a:ext uri="{FF2B5EF4-FFF2-40B4-BE49-F238E27FC236}">
                  <a16:creationId xmlns:a16="http://schemas.microsoft.com/office/drawing/2014/main" id="{C27C3CEE-A9B6-B5CA-376E-D78EA1DD5D84}"/>
                </a:ext>
              </a:extLst>
            </p:cNvPr>
            <p:cNvSpPr>
              <a:spLocks noChangeArrowheads="1"/>
            </p:cNvSpPr>
            <p:nvPr/>
          </p:nvSpPr>
          <p:spPr bwMode="auto">
            <a:xfrm>
              <a:off x="1638300" y="2697163"/>
              <a:ext cx="106363"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2 w 296"/>
                <a:gd name="T11" fmla="*/ 62 h 377"/>
                <a:gd name="T12" fmla="*/ 50 w 296"/>
                <a:gd name="T13" fmla="*/ 74 h 377"/>
                <a:gd name="T14" fmla="*/ 259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3 w 296"/>
                <a:gd name="T27" fmla="*/ 323 h 377"/>
                <a:gd name="T28" fmla="*/ 262 w 296"/>
                <a:gd name="T29" fmla="*/ 323 h 377"/>
                <a:gd name="T30" fmla="*/ 255 w 296"/>
                <a:gd name="T31" fmla="*/ 312 h 377"/>
                <a:gd name="T32" fmla="*/ 246 w 296"/>
                <a:gd name="T33" fmla="*/ 299 h 377"/>
                <a:gd name="T34" fmla="*/ 40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5" y="58"/>
                    <a:pt x="34" y="53"/>
                    <a:pt x="34" y="51"/>
                  </a:cubicBezTo>
                  <a:cubicBezTo>
                    <a:pt x="35" y="51"/>
                    <a:pt x="35" y="51"/>
                    <a:pt x="35" y="51"/>
                  </a:cubicBezTo>
                  <a:cubicBezTo>
                    <a:pt x="37" y="55"/>
                    <a:pt x="40" y="58"/>
                    <a:pt x="42" y="62"/>
                  </a:cubicBezTo>
                  <a:cubicBezTo>
                    <a:pt x="44" y="66"/>
                    <a:pt x="47" y="70"/>
                    <a:pt x="50" y="74"/>
                  </a:cubicBezTo>
                  <a:cubicBezTo>
                    <a:pt x="259" y="376"/>
                    <a:pt x="259" y="376"/>
                    <a:pt x="259"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2" y="312"/>
                    <a:pt x="262" y="317"/>
                    <a:pt x="263" y="323"/>
                  </a:cubicBezTo>
                  <a:cubicBezTo>
                    <a:pt x="262" y="323"/>
                    <a:pt x="262" y="323"/>
                    <a:pt x="262" y="323"/>
                  </a:cubicBezTo>
                  <a:cubicBezTo>
                    <a:pt x="259" y="320"/>
                    <a:pt x="256" y="316"/>
                    <a:pt x="255" y="312"/>
                  </a:cubicBezTo>
                  <a:cubicBezTo>
                    <a:pt x="252" y="307"/>
                    <a:pt x="249" y="303"/>
                    <a:pt x="246" y="299"/>
                  </a:cubicBezTo>
                  <a:cubicBezTo>
                    <a:pt x="40" y="0"/>
                    <a:pt x="40" y="0"/>
                    <a:pt x="40"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8">
              <a:extLst>
                <a:ext uri="{FF2B5EF4-FFF2-40B4-BE49-F238E27FC236}">
                  <a16:creationId xmlns:a16="http://schemas.microsoft.com/office/drawing/2014/main" id="{69FC67E7-BACF-77EA-A5A9-A9F69510C159}"/>
                </a:ext>
              </a:extLst>
            </p:cNvPr>
            <p:cNvSpPr>
              <a:spLocks noChangeArrowheads="1"/>
            </p:cNvSpPr>
            <p:nvPr/>
          </p:nvSpPr>
          <p:spPr bwMode="auto">
            <a:xfrm>
              <a:off x="1779588" y="2697163"/>
              <a:ext cx="69850" cy="134937"/>
            </a:xfrm>
            <a:custGeom>
              <a:avLst/>
              <a:gdLst>
                <a:gd name="T0" fmla="*/ 192 w 193"/>
                <a:gd name="T1" fmla="*/ 345 h 377"/>
                <a:gd name="T2" fmla="*/ 35 w 193"/>
                <a:gd name="T3" fmla="*/ 345 h 377"/>
                <a:gd name="T4" fmla="*/ 35 w 193"/>
                <a:gd name="T5" fmla="*/ 202 h 377"/>
                <a:gd name="T6" fmla="*/ 172 w 193"/>
                <a:gd name="T7" fmla="*/ 202 h 377"/>
                <a:gd name="T8" fmla="*/ 172 w 193"/>
                <a:gd name="T9" fmla="*/ 170 h 377"/>
                <a:gd name="T10" fmla="*/ 35 w 193"/>
                <a:gd name="T11" fmla="*/ 170 h 377"/>
                <a:gd name="T12" fmla="*/ 35 w 193"/>
                <a:gd name="T13" fmla="*/ 31 h 377"/>
                <a:gd name="T14" fmla="*/ 183 w 193"/>
                <a:gd name="T15" fmla="*/ 31 h 377"/>
                <a:gd name="T16" fmla="*/ 183 w 193"/>
                <a:gd name="T17" fmla="*/ 0 h 377"/>
                <a:gd name="T18" fmla="*/ 0 w 193"/>
                <a:gd name="T19" fmla="*/ 0 h 377"/>
                <a:gd name="T20" fmla="*/ 0 w 193"/>
                <a:gd name="T21" fmla="*/ 376 h 377"/>
                <a:gd name="T22" fmla="*/ 192 w 193"/>
                <a:gd name="T23" fmla="*/ 376 h 377"/>
                <a:gd name="T24" fmla="*/ 192 w 193"/>
                <a:gd name="T25" fmla="*/ 345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192" y="345"/>
                  </a:moveTo>
                  <a:lnTo>
                    <a:pt x="35" y="345"/>
                  </a:lnTo>
                  <a:lnTo>
                    <a:pt x="35" y="202"/>
                  </a:lnTo>
                  <a:lnTo>
                    <a:pt x="172" y="202"/>
                  </a:lnTo>
                  <a:lnTo>
                    <a:pt x="172" y="170"/>
                  </a:lnTo>
                  <a:lnTo>
                    <a:pt x="35" y="170"/>
                  </a:lnTo>
                  <a:lnTo>
                    <a:pt x="35" y="31"/>
                  </a:lnTo>
                  <a:lnTo>
                    <a:pt x="183" y="31"/>
                  </a:lnTo>
                  <a:lnTo>
                    <a:pt x="183" y="0"/>
                  </a:lnTo>
                  <a:lnTo>
                    <a:pt x="0" y="0"/>
                  </a:lnTo>
                  <a:lnTo>
                    <a:pt x="0" y="376"/>
                  </a:lnTo>
                  <a:lnTo>
                    <a:pt x="192" y="376"/>
                  </a:lnTo>
                  <a:lnTo>
                    <a:pt x="192"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9">
              <a:extLst>
                <a:ext uri="{FF2B5EF4-FFF2-40B4-BE49-F238E27FC236}">
                  <a16:creationId xmlns:a16="http://schemas.microsoft.com/office/drawing/2014/main" id="{B11297E6-7F91-37A1-5312-510DB3B88776}"/>
                </a:ext>
              </a:extLst>
            </p:cNvPr>
            <p:cNvSpPr>
              <a:spLocks noChangeArrowheads="1"/>
            </p:cNvSpPr>
            <p:nvPr/>
          </p:nvSpPr>
          <p:spPr bwMode="auto">
            <a:xfrm>
              <a:off x="1930400"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3" name="Freeform 60">
              <a:extLst>
                <a:ext uri="{FF2B5EF4-FFF2-40B4-BE49-F238E27FC236}">
                  <a16:creationId xmlns:a16="http://schemas.microsoft.com/office/drawing/2014/main" id="{A3248647-A007-9ED7-12EB-23F4FEB08230}"/>
                </a:ext>
              </a:extLst>
            </p:cNvPr>
            <p:cNvSpPr>
              <a:spLocks noChangeArrowheads="1"/>
            </p:cNvSpPr>
            <p:nvPr/>
          </p:nvSpPr>
          <p:spPr bwMode="auto">
            <a:xfrm>
              <a:off x="1970088" y="2695575"/>
              <a:ext cx="100012" cy="141288"/>
            </a:xfrm>
            <a:custGeom>
              <a:avLst/>
              <a:gdLst>
                <a:gd name="T0" fmla="*/ 111 w 277"/>
                <a:gd name="T1" fmla="*/ 15 h 391"/>
                <a:gd name="T2" fmla="*/ 111 w 277"/>
                <a:gd name="T3" fmla="*/ 15 h 391"/>
                <a:gd name="T4" fmla="*/ 52 w 277"/>
                <a:gd name="T5" fmla="*/ 59 h 391"/>
                <a:gd name="T6" fmla="*/ 14 w 277"/>
                <a:gd name="T7" fmla="*/ 122 h 391"/>
                <a:gd name="T8" fmla="*/ 0 w 277"/>
                <a:gd name="T9" fmla="*/ 202 h 391"/>
                <a:gd name="T10" fmla="*/ 12 w 277"/>
                <a:gd name="T11" fmla="*/ 278 h 391"/>
                <a:gd name="T12" fmla="*/ 48 w 277"/>
                <a:gd name="T13" fmla="*/ 337 h 391"/>
                <a:gd name="T14" fmla="*/ 104 w 277"/>
                <a:gd name="T15" fmla="*/ 376 h 391"/>
                <a:gd name="T16" fmla="*/ 177 w 277"/>
                <a:gd name="T17" fmla="*/ 390 h 391"/>
                <a:gd name="T18" fmla="*/ 276 w 277"/>
                <a:gd name="T19" fmla="*/ 371 h 391"/>
                <a:gd name="T20" fmla="*/ 276 w 277"/>
                <a:gd name="T21" fmla="*/ 336 h 391"/>
                <a:gd name="T22" fmla="*/ 181 w 277"/>
                <a:gd name="T23" fmla="*/ 358 h 391"/>
                <a:gd name="T24" fmla="*/ 118 w 277"/>
                <a:gd name="T25" fmla="*/ 345 h 391"/>
                <a:gd name="T26" fmla="*/ 73 w 277"/>
                <a:gd name="T27" fmla="*/ 312 h 391"/>
                <a:gd name="T28" fmla="*/ 46 w 277"/>
                <a:gd name="T29" fmla="*/ 261 h 391"/>
                <a:gd name="T30" fmla="*/ 36 w 277"/>
                <a:gd name="T31" fmla="*/ 199 h 391"/>
                <a:gd name="T32" fmla="*/ 48 w 277"/>
                <a:gd name="T33" fmla="*/ 133 h 391"/>
                <a:gd name="T34" fmla="*/ 77 w 277"/>
                <a:gd name="T35" fmla="*/ 80 h 391"/>
                <a:gd name="T36" fmla="*/ 125 w 277"/>
                <a:gd name="T37" fmla="*/ 45 h 391"/>
                <a:gd name="T38" fmla="*/ 189 w 277"/>
                <a:gd name="T39" fmla="*/ 32 h 391"/>
                <a:gd name="T40" fmla="*/ 276 w 277"/>
                <a:gd name="T41" fmla="*/ 52 h 391"/>
                <a:gd name="T42" fmla="*/ 276 w 277"/>
                <a:gd name="T43" fmla="*/ 15 h 391"/>
                <a:gd name="T44" fmla="*/ 191 w 277"/>
                <a:gd name="T45" fmla="*/ 0 h 391"/>
                <a:gd name="T46" fmla="*/ 111 w 277"/>
                <a:gd name="T47" fmla="*/ 1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7" h="391">
                  <a:moveTo>
                    <a:pt x="111" y="15"/>
                  </a:moveTo>
                  <a:lnTo>
                    <a:pt x="111" y="15"/>
                  </a:lnTo>
                  <a:cubicBezTo>
                    <a:pt x="88" y="27"/>
                    <a:pt x="69" y="41"/>
                    <a:pt x="52" y="59"/>
                  </a:cubicBezTo>
                  <a:cubicBezTo>
                    <a:pt x="35" y="77"/>
                    <a:pt x="22" y="98"/>
                    <a:pt x="14" y="122"/>
                  </a:cubicBezTo>
                  <a:cubicBezTo>
                    <a:pt x="4" y="147"/>
                    <a:pt x="0" y="174"/>
                    <a:pt x="0" y="202"/>
                  </a:cubicBezTo>
                  <a:cubicBezTo>
                    <a:pt x="0" y="230"/>
                    <a:pt x="4" y="255"/>
                    <a:pt x="12" y="278"/>
                  </a:cubicBezTo>
                  <a:cubicBezTo>
                    <a:pt x="21" y="300"/>
                    <a:pt x="32" y="320"/>
                    <a:pt x="48" y="337"/>
                  </a:cubicBezTo>
                  <a:cubicBezTo>
                    <a:pt x="63" y="354"/>
                    <a:pt x="83" y="366"/>
                    <a:pt x="104" y="376"/>
                  </a:cubicBezTo>
                  <a:cubicBezTo>
                    <a:pt x="126" y="386"/>
                    <a:pt x="150" y="390"/>
                    <a:pt x="177" y="390"/>
                  </a:cubicBezTo>
                  <a:cubicBezTo>
                    <a:pt x="213" y="390"/>
                    <a:pt x="247" y="383"/>
                    <a:pt x="276" y="371"/>
                  </a:cubicBezTo>
                  <a:cubicBezTo>
                    <a:pt x="276" y="336"/>
                    <a:pt x="276" y="336"/>
                    <a:pt x="276" y="336"/>
                  </a:cubicBezTo>
                  <a:cubicBezTo>
                    <a:pt x="248" y="351"/>
                    <a:pt x="217" y="358"/>
                    <a:pt x="181" y="358"/>
                  </a:cubicBezTo>
                  <a:cubicBezTo>
                    <a:pt x="157" y="358"/>
                    <a:pt x="136" y="354"/>
                    <a:pt x="118" y="345"/>
                  </a:cubicBezTo>
                  <a:cubicBezTo>
                    <a:pt x="100" y="337"/>
                    <a:pt x="85" y="326"/>
                    <a:pt x="73" y="312"/>
                  </a:cubicBezTo>
                  <a:cubicBezTo>
                    <a:pt x="62" y="298"/>
                    <a:pt x="52" y="281"/>
                    <a:pt x="46" y="261"/>
                  </a:cubicBezTo>
                  <a:cubicBezTo>
                    <a:pt x="39" y="241"/>
                    <a:pt x="36" y="222"/>
                    <a:pt x="36" y="199"/>
                  </a:cubicBezTo>
                  <a:cubicBezTo>
                    <a:pt x="36" y="175"/>
                    <a:pt x="41" y="153"/>
                    <a:pt x="48" y="133"/>
                  </a:cubicBezTo>
                  <a:cubicBezTo>
                    <a:pt x="53" y="112"/>
                    <a:pt x="64" y="94"/>
                    <a:pt x="77" y="80"/>
                  </a:cubicBezTo>
                  <a:cubicBezTo>
                    <a:pt x="90" y="65"/>
                    <a:pt x="105" y="53"/>
                    <a:pt x="125" y="45"/>
                  </a:cubicBezTo>
                  <a:cubicBezTo>
                    <a:pt x="143" y="36"/>
                    <a:pt x="166" y="32"/>
                    <a:pt x="189" y="32"/>
                  </a:cubicBezTo>
                  <a:cubicBezTo>
                    <a:pt x="220" y="32"/>
                    <a:pt x="250" y="39"/>
                    <a:pt x="276" y="52"/>
                  </a:cubicBezTo>
                  <a:cubicBezTo>
                    <a:pt x="276" y="15"/>
                    <a:pt x="276" y="15"/>
                    <a:pt x="276" y="15"/>
                  </a:cubicBezTo>
                  <a:cubicBezTo>
                    <a:pt x="251" y="6"/>
                    <a:pt x="222" y="0"/>
                    <a:pt x="191" y="0"/>
                  </a:cubicBezTo>
                  <a:cubicBezTo>
                    <a:pt x="161" y="0"/>
                    <a:pt x="135" y="6"/>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61">
              <a:extLst>
                <a:ext uri="{FF2B5EF4-FFF2-40B4-BE49-F238E27FC236}">
                  <a16:creationId xmlns:a16="http://schemas.microsoft.com/office/drawing/2014/main" id="{CDDB051C-F839-CF45-4FD4-A2A80E5D6918}"/>
                </a:ext>
              </a:extLst>
            </p:cNvPr>
            <p:cNvSpPr>
              <a:spLocks noChangeArrowheads="1"/>
            </p:cNvSpPr>
            <p:nvPr/>
          </p:nvSpPr>
          <p:spPr bwMode="auto">
            <a:xfrm>
              <a:off x="2089150" y="2695575"/>
              <a:ext cx="128588" cy="141288"/>
            </a:xfrm>
            <a:custGeom>
              <a:avLst/>
              <a:gdLst>
                <a:gd name="T0" fmla="*/ 103 w 356"/>
                <a:gd name="T1" fmla="*/ 376 h 391"/>
                <a:gd name="T2" fmla="*/ 103 w 356"/>
                <a:gd name="T3" fmla="*/ 376 h 391"/>
                <a:gd name="T4" fmla="*/ 177 w 356"/>
                <a:gd name="T5" fmla="*/ 390 h 391"/>
                <a:gd name="T6" fmla="*/ 253 w 356"/>
                <a:gd name="T7" fmla="*/ 375 h 391"/>
                <a:gd name="T8" fmla="*/ 309 w 356"/>
                <a:gd name="T9" fmla="*/ 333 h 391"/>
                <a:gd name="T10" fmla="*/ 344 w 356"/>
                <a:gd name="T11" fmla="*/ 270 h 391"/>
                <a:gd name="T12" fmla="*/ 355 w 356"/>
                <a:gd name="T13" fmla="*/ 189 h 391"/>
                <a:gd name="T14" fmla="*/ 344 w 356"/>
                <a:gd name="T15" fmla="*/ 114 h 391"/>
                <a:gd name="T16" fmla="*/ 309 w 356"/>
                <a:gd name="T17" fmla="*/ 55 h 391"/>
                <a:gd name="T18" fmla="*/ 256 w 356"/>
                <a:gd name="T19" fmla="*/ 14 h 391"/>
                <a:gd name="T20" fmla="*/ 183 w 356"/>
                <a:gd name="T21" fmla="*/ 0 h 391"/>
                <a:gd name="T22" fmla="*/ 105 w 356"/>
                <a:gd name="T23" fmla="*/ 14 h 391"/>
                <a:gd name="T24" fmla="*/ 48 w 356"/>
                <a:gd name="T25" fmla="*/ 56 h 391"/>
                <a:gd name="T26" fmla="*/ 13 w 356"/>
                <a:gd name="T27" fmla="*/ 118 h 391"/>
                <a:gd name="T28" fmla="*/ 0 w 356"/>
                <a:gd name="T29" fmla="*/ 199 h 391"/>
                <a:gd name="T30" fmla="*/ 13 w 356"/>
                <a:gd name="T31" fmla="*/ 274 h 391"/>
                <a:gd name="T32" fmla="*/ 48 w 356"/>
                <a:gd name="T33" fmla="*/ 336 h 391"/>
                <a:gd name="T34" fmla="*/ 103 w 356"/>
                <a:gd name="T35" fmla="*/ 376 h 391"/>
                <a:gd name="T36" fmla="*/ 45 w 356"/>
                <a:gd name="T37" fmla="*/ 257 h 391"/>
                <a:gd name="T38" fmla="*/ 45 w 356"/>
                <a:gd name="T39" fmla="*/ 257 h 391"/>
                <a:gd name="T40" fmla="*/ 37 w 356"/>
                <a:gd name="T41" fmla="*/ 197 h 391"/>
                <a:gd name="T42" fmla="*/ 46 w 356"/>
                <a:gd name="T43" fmla="*/ 132 h 391"/>
                <a:gd name="T44" fmla="*/ 74 w 356"/>
                <a:gd name="T45" fmla="*/ 80 h 391"/>
                <a:gd name="T46" fmla="*/ 119 w 356"/>
                <a:gd name="T47" fmla="*/ 45 h 391"/>
                <a:gd name="T48" fmla="*/ 180 w 356"/>
                <a:gd name="T49" fmla="*/ 32 h 391"/>
                <a:gd name="T50" fmla="*/ 243 w 356"/>
                <a:gd name="T51" fmla="*/ 45 h 391"/>
                <a:gd name="T52" fmla="*/ 286 w 356"/>
                <a:gd name="T53" fmla="*/ 80 h 391"/>
                <a:gd name="T54" fmla="*/ 310 w 356"/>
                <a:gd name="T55" fmla="*/ 132 h 391"/>
                <a:gd name="T56" fmla="*/ 319 w 356"/>
                <a:gd name="T57" fmla="*/ 195 h 391"/>
                <a:gd name="T58" fmla="*/ 310 w 356"/>
                <a:gd name="T59" fmla="*/ 261 h 391"/>
                <a:gd name="T60" fmla="*/ 282 w 356"/>
                <a:gd name="T61" fmla="*/ 313 h 391"/>
                <a:gd name="T62" fmla="*/ 239 w 356"/>
                <a:gd name="T63" fmla="*/ 347 h 391"/>
                <a:gd name="T64" fmla="*/ 177 w 356"/>
                <a:gd name="T65" fmla="*/ 358 h 391"/>
                <a:gd name="T66" fmla="*/ 115 w 356"/>
                <a:gd name="T67" fmla="*/ 345 h 391"/>
                <a:gd name="T68" fmla="*/ 72 w 356"/>
                <a:gd name="T69" fmla="*/ 309 h 391"/>
                <a:gd name="T70" fmla="*/ 45 w 356"/>
                <a:gd name="T71" fmla="*/ 25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103" y="376"/>
                  </a:moveTo>
                  <a:lnTo>
                    <a:pt x="103" y="376"/>
                  </a:lnTo>
                  <a:cubicBezTo>
                    <a:pt x="125" y="386"/>
                    <a:pt x="149" y="390"/>
                    <a:pt x="177" y="390"/>
                  </a:cubicBezTo>
                  <a:cubicBezTo>
                    <a:pt x="205" y="390"/>
                    <a:pt x="232" y="386"/>
                    <a:pt x="253" y="375"/>
                  </a:cubicBezTo>
                  <a:cubicBezTo>
                    <a:pt x="275" y="365"/>
                    <a:pt x="293" y="351"/>
                    <a:pt x="309" y="333"/>
                  </a:cubicBezTo>
                  <a:cubicBezTo>
                    <a:pt x="324" y="316"/>
                    <a:pt x="336" y="293"/>
                    <a:pt x="344" y="270"/>
                  </a:cubicBezTo>
                  <a:cubicBezTo>
                    <a:pt x="351" y="246"/>
                    <a:pt x="355" y="219"/>
                    <a:pt x="355" y="189"/>
                  </a:cubicBezTo>
                  <a:cubicBezTo>
                    <a:pt x="355" y="163"/>
                    <a:pt x="351" y="138"/>
                    <a:pt x="344" y="114"/>
                  </a:cubicBezTo>
                  <a:cubicBezTo>
                    <a:pt x="336" y="91"/>
                    <a:pt x="324" y="72"/>
                    <a:pt x="309" y="55"/>
                  </a:cubicBezTo>
                  <a:cubicBezTo>
                    <a:pt x="295" y="38"/>
                    <a:pt x="277" y="24"/>
                    <a:pt x="256" y="14"/>
                  </a:cubicBezTo>
                  <a:cubicBezTo>
                    <a:pt x="233" y="4"/>
                    <a:pt x="209" y="0"/>
                    <a:pt x="183" y="0"/>
                  </a:cubicBezTo>
                  <a:cubicBezTo>
                    <a:pt x="154" y="0"/>
                    <a:pt x="128" y="6"/>
                    <a:pt x="105" y="14"/>
                  </a:cubicBezTo>
                  <a:cubicBezTo>
                    <a:pt x="83" y="24"/>
                    <a:pt x="65" y="38"/>
                    <a:pt x="48" y="56"/>
                  </a:cubicBezTo>
                  <a:cubicBezTo>
                    <a:pt x="32" y="73"/>
                    <a:pt x="21" y="94"/>
                    <a:pt x="13" y="118"/>
                  </a:cubicBezTo>
                  <a:cubicBezTo>
                    <a:pt x="4" y="143"/>
                    <a:pt x="0" y="170"/>
                    <a:pt x="0" y="199"/>
                  </a:cubicBezTo>
                  <a:cubicBezTo>
                    <a:pt x="0" y="226"/>
                    <a:pt x="4" y="251"/>
                    <a:pt x="13" y="274"/>
                  </a:cubicBezTo>
                  <a:cubicBezTo>
                    <a:pt x="21" y="298"/>
                    <a:pt x="32" y="317"/>
                    <a:pt x="48" y="336"/>
                  </a:cubicBezTo>
                  <a:cubicBezTo>
                    <a:pt x="63" y="352"/>
                    <a:pt x="81" y="365"/>
                    <a:pt x="103" y="376"/>
                  </a:cubicBezTo>
                  <a:close/>
                  <a:moveTo>
                    <a:pt x="45" y="257"/>
                  </a:moveTo>
                  <a:lnTo>
                    <a:pt x="45" y="257"/>
                  </a:lnTo>
                  <a:cubicBezTo>
                    <a:pt x="39" y="237"/>
                    <a:pt x="37" y="218"/>
                    <a:pt x="37" y="197"/>
                  </a:cubicBezTo>
                  <a:cubicBezTo>
                    <a:pt x="37" y="174"/>
                    <a:pt x="41" y="152"/>
                    <a:pt x="46" y="132"/>
                  </a:cubicBezTo>
                  <a:cubicBezTo>
                    <a:pt x="53" y="112"/>
                    <a:pt x="62" y="95"/>
                    <a:pt x="74" y="80"/>
                  </a:cubicBezTo>
                  <a:cubicBezTo>
                    <a:pt x="86" y="66"/>
                    <a:pt x="101" y="53"/>
                    <a:pt x="119" y="45"/>
                  </a:cubicBezTo>
                  <a:cubicBezTo>
                    <a:pt x="136" y="36"/>
                    <a:pt x="157" y="32"/>
                    <a:pt x="180" y="32"/>
                  </a:cubicBezTo>
                  <a:cubicBezTo>
                    <a:pt x="204" y="32"/>
                    <a:pt x="225" y="36"/>
                    <a:pt x="243" y="45"/>
                  </a:cubicBezTo>
                  <a:cubicBezTo>
                    <a:pt x="260" y="53"/>
                    <a:pt x="275" y="66"/>
                    <a:pt x="286" y="80"/>
                  </a:cubicBezTo>
                  <a:cubicBezTo>
                    <a:pt x="298" y="95"/>
                    <a:pt x="306" y="112"/>
                    <a:pt x="310" y="132"/>
                  </a:cubicBezTo>
                  <a:cubicBezTo>
                    <a:pt x="316" y="152"/>
                    <a:pt x="319" y="173"/>
                    <a:pt x="319" y="195"/>
                  </a:cubicBezTo>
                  <a:cubicBezTo>
                    <a:pt x="319" y="219"/>
                    <a:pt x="316" y="240"/>
                    <a:pt x="310" y="261"/>
                  </a:cubicBezTo>
                  <a:cubicBezTo>
                    <a:pt x="303" y="281"/>
                    <a:pt x="295" y="298"/>
                    <a:pt x="282" y="313"/>
                  </a:cubicBezTo>
                  <a:cubicBezTo>
                    <a:pt x="271" y="327"/>
                    <a:pt x="256" y="338"/>
                    <a:pt x="239" y="347"/>
                  </a:cubicBezTo>
                  <a:cubicBezTo>
                    <a:pt x="220" y="355"/>
                    <a:pt x="199" y="358"/>
                    <a:pt x="177" y="358"/>
                  </a:cubicBezTo>
                  <a:cubicBezTo>
                    <a:pt x="153" y="358"/>
                    <a:pt x="132" y="354"/>
                    <a:pt x="115" y="345"/>
                  </a:cubicBezTo>
                  <a:cubicBezTo>
                    <a:pt x="97" y="337"/>
                    <a:pt x="83" y="324"/>
                    <a:pt x="72" y="309"/>
                  </a:cubicBezTo>
                  <a:cubicBezTo>
                    <a:pt x="59" y="295"/>
                    <a:pt x="51" y="277"/>
                    <a:pt x="45"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2">
              <a:extLst>
                <a:ext uri="{FF2B5EF4-FFF2-40B4-BE49-F238E27FC236}">
                  <a16:creationId xmlns:a16="http://schemas.microsoft.com/office/drawing/2014/main" id="{E2A33601-7A8C-19ED-9E5D-892935003694}"/>
                </a:ext>
              </a:extLst>
            </p:cNvPr>
            <p:cNvSpPr>
              <a:spLocks noChangeArrowheads="1"/>
            </p:cNvSpPr>
            <p:nvPr/>
          </p:nvSpPr>
          <p:spPr bwMode="auto">
            <a:xfrm>
              <a:off x="2243138" y="2697163"/>
              <a:ext cx="106362"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1 w 296"/>
                <a:gd name="T11" fmla="*/ 62 h 377"/>
                <a:gd name="T12" fmla="*/ 49 w 296"/>
                <a:gd name="T13" fmla="*/ 74 h 377"/>
                <a:gd name="T14" fmla="*/ 258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1 w 296"/>
                <a:gd name="T27" fmla="*/ 323 h 377"/>
                <a:gd name="T28" fmla="*/ 260 w 296"/>
                <a:gd name="T29" fmla="*/ 323 h 377"/>
                <a:gd name="T30" fmla="*/ 253 w 296"/>
                <a:gd name="T31" fmla="*/ 312 h 377"/>
                <a:gd name="T32" fmla="*/ 244 w 296"/>
                <a:gd name="T33" fmla="*/ 299 h 377"/>
                <a:gd name="T34" fmla="*/ 39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4" y="58"/>
                    <a:pt x="34" y="53"/>
                    <a:pt x="34" y="51"/>
                  </a:cubicBezTo>
                  <a:cubicBezTo>
                    <a:pt x="35" y="51"/>
                    <a:pt x="35" y="51"/>
                    <a:pt x="35" y="51"/>
                  </a:cubicBezTo>
                  <a:cubicBezTo>
                    <a:pt x="37" y="55"/>
                    <a:pt x="39" y="58"/>
                    <a:pt x="41" y="62"/>
                  </a:cubicBezTo>
                  <a:cubicBezTo>
                    <a:pt x="44" y="66"/>
                    <a:pt x="46" y="70"/>
                    <a:pt x="49" y="74"/>
                  </a:cubicBezTo>
                  <a:cubicBezTo>
                    <a:pt x="258" y="376"/>
                    <a:pt x="258" y="376"/>
                    <a:pt x="258"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1" y="312"/>
                    <a:pt x="261" y="317"/>
                    <a:pt x="261" y="323"/>
                  </a:cubicBezTo>
                  <a:cubicBezTo>
                    <a:pt x="260" y="323"/>
                    <a:pt x="260" y="323"/>
                    <a:pt x="260" y="323"/>
                  </a:cubicBezTo>
                  <a:cubicBezTo>
                    <a:pt x="258" y="320"/>
                    <a:pt x="256" y="316"/>
                    <a:pt x="253" y="312"/>
                  </a:cubicBezTo>
                  <a:cubicBezTo>
                    <a:pt x="251" y="307"/>
                    <a:pt x="249" y="303"/>
                    <a:pt x="244" y="299"/>
                  </a:cubicBezTo>
                  <a:cubicBezTo>
                    <a:pt x="39" y="0"/>
                    <a:pt x="39" y="0"/>
                    <a:pt x="39"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63">
              <a:extLst>
                <a:ext uri="{FF2B5EF4-FFF2-40B4-BE49-F238E27FC236}">
                  <a16:creationId xmlns:a16="http://schemas.microsoft.com/office/drawing/2014/main" id="{993CD654-5403-00C8-BC8F-458457E3031C}"/>
                </a:ext>
              </a:extLst>
            </p:cNvPr>
            <p:cNvSpPr>
              <a:spLocks noChangeArrowheads="1"/>
            </p:cNvSpPr>
            <p:nvPr/>
          </p:nvSpPr>
          <p:spPr bwMode="auto">
            <a:xfrm>
              <a:off x="2379663" y="2695575"/>
              <a:ext cx="77787" cy="141288"/>
            </a:xfrm>
            <a:custGeom>
              <a:avLst/>
              <a:gdLst>
                <a:gd name="T0" fmla="*/ 191 w 216"/>
                <a:gd name="T1" fmla="*/ 230 h 391"/>
                <a:gd name="T2" fmla="*/ 191 w 216"/>
                <a:gd name="T3" fmla="*/ 230 h 391"/>
                <a:gd name="T4" fmla="*/ 161 w 216"/>
                <a:gd name="T5" fmla="*/ 205 h 391"/>
                <a:gd name="T6" fmla="*/ 120 w 216"/>
                <a:gd name="T7" fmla="*/ 181 h 391"/>
                <a:gd name="T8" fmla="*/ 81 w 216"/>
                <a:gd name="T9" fmla="*/ 159 h 391"/>
                <a:gd name="T10" fmla="*/ 56 w 216"/>
                <a:gd name="T11" fmla="*/ 140 h 391"/>
                <a:gd name="T12" fmla="*/ 42 w 216"/>
                <a:gd name="T13" fmla="*/ 121 h 391"/>
                <a:gd name="T14" fmla="*/ 38 w 216"/>
                <a:gd name="T15" fmla="*/ 95 h 391"/>
                <a:gd name="T16" fmla="*/ 45 w 216"/>
                <a:gd name="T17" fmla="*/ 67 h 391"/>
                <a:gd name="T18" fmla="*/ 62 w 216"/>
                <a:gd name="T19" fmla="*/ 48 h 391"/>
                <a:gd name="T20" fmla="*/ 88 w 216"/>
                <a:gd name="T21" fmla="*/ 36 h 391"/>
                <a:gd name="T22" fmla="*/ 120 w 216"/>
                <a:gd name="T23" fmla="*/ 32 h 391"/>
                <a:gd name="T24" fmla="*/ 198 w 216"/>
                <a:gd name="T25" fmla="*/ 51 h 391"/>
                <a:gd name="T26" fmla="*/ 198 w 216"/>
                <a:gd name="T27" fmla="*/ 13 h 391"/>
                <a:gd name="T28" fmla="*/ 123 w 216"/>
                <a:gd name="T29" fmla="*/ 0 h 391"/>
                <a:gd name="T30" fmla="*/ 77 w 216"/>
                <a:gd name="T31" fmla="*/ 7 h 391"/>
                <a:gd name="T32" fmla="*/ 38 w 216"/>
                <a:gd name="T33" fmla="*/ 27 h 391"/>
                <a:gd name="T34" fmla="*/ 11 w 216"/>
                <a:gd name="T35" fmla="*/ 58 h 391"/>
                <a:gd name="T36" fmla="*/ 1 w 216"/>
                <a:gd name="T37" fmla="*/ 98 h 391"/>
                <a:gd name="T38" fmla="*/ 7 w 216"/>
                <a:gd name="T39" fmla="*/ 131 h 391"/>
                <a:gd name="T40" fmla="*/ 22 w 216"/>
                <a:gd name="T41" fmla="*/ 157 h 391"/>
                <a:gd name="T42" fmla="*/ 50 w 216"/>
                <a:gd name="T43" fmla="*/ 181 h 391"/>
                <a:gd name="T44" fmla="*/ 92 w 216"/>
                <a:gd name="T45" fmla="*/ 206 h 391"/>
                <a:gd name="T46" fmla="*/ 130 w 216"/>
                <a:gd name="T47" fmla="*/ 227 h 391"/>
                <a:gd name="T48" fmla="*/ 157 w 216"/>
                <a:gd name="T49" fmla="*/ 247 h 391"/>
                <a:gd name="T50" fmla="*/ 172 w 216"/>
                <a:gd name="T51" fmla="*/ 268 h 391"/>
                <a:gd name="T52" fmla="*/ 177 w 216"/>
                <a:gd name="T53" fmla="*/ 295 h 391"/>
                <a:gd name="T54" fmla="*/ 156 w 216"/>
                <a:gd name="T55" fmla="*/ 343 h 391"/>
                <a:gd name="T56" fmla="*/ 92 w 216"/>
                <a:gd name="T57" fmla="*/ 358 h 391"/>
                <a:gd name="T58" fmla="*/ 69 w 216"/>
                <a:gd name="T59" fmla="*/ 357 h 391"/>
                <a:gd name="T60" fmla="*/ 45 w 216"/>
                <a:gd name="T61" fmla="*/ 351 h 391"/>
                <a:gd name="T62" fmla="*/ 21 w 216"/>
                <a:gd name="T63" fmla="*/ 341 h 391"/>
                <a:gd name="T64" fmla="*/ 0 w 216"/>
                <a:gd name="T65" fmla="*/ 329 h 391"/>
                <a:gd name="T66" fmla="*/ 0 w 216"/>
                <a:gd name="T67" fmla="*/ 369 h 391"/>
                <a:gd name="T68" fmla="*/ 18 w 216"/>
                <a:gd name="T69" fmla="*/ 378 h 391"/>
                <a:gd name="T70" fmla="*/ 43 w 216"/>
                <a:gd name="T71" fmla="*/ 385 h 391"/>
                <a:gd name="T72" fmla="*/ 67 w 216"/>
                <a:gd name="T73" fmla="*/ 389 h 391"/>
                <a:gd name="T74" fmla="*/ 90 w 216"/>
                <a:gd name="T75" fmla="*/ 390 h 391"/>
                <a:gd name="T76" fmla="*/ 139 w 216"/>
                <a:gd name="T77" fmla="*/ 383 h 391"/>
                <a:gd name="T78" fmla="*/ 179 w 216"/>
                <a:gd name="T79" fmla="*/ 365 h 391"/>
                <a:gd name="T80" fmla="*/ 205 w 216"/>
                <a:gd name="T81" fmla="*/ 334 h 391"/>
                <a:gd name="T82" fmla="*/ 215 w 216"/>
                <a:gd name="T83" fmla="*/ 291 h 391"/>
                <a:gd name="T84" fmla="*/ 208 w 216"/>
                <a:gd name="T85" fmla="*/ 258 h 391"/>
                <a:gd name="T86" fmla="*/ 191 w 216"/>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6" h="391">
                  <a:moveTo>
                    <a:pt x="191" y="230"/>
                  </a:moveTo>
                  <a:lnTo>
                    <a:pt x="191" y="230"/>
                  </a:lnTo>
                  <a:cubicBezTo>
                    <a:pt x="182" y="222"/>
                    <a:pt x="172" y="213"/>
                    <a:pt x="161" y="205"/>
                  </a:cubicBezTo>
                  <a:cubicBezTo>
                    <a:pt x="150" y="198"/>
                    <a:pt x="136" y="189"/>
                    <a:pt x="120" y="181"/>
                  </a:cubicBezTo>
                  <a:cubicBezTo>
                    <a:pt x="105" y="173"/>
                    <a:pt x="92" y="166"/>
                    <a:pt x="81" y="159"/>
                  </a:cubicBezTo>
                  <a:cubicBezTo>
                    <a:pt x="71" y="153"/>
                    <a:pt x="63" y="147"/>
                    <a:pt x="56" y="140"/>
                  </a:cubicBezTo>
                  <a:cubicBezTo>
                    <a:pt x="50" y="135"/>
                    <a:pt x="45" y="128"/>
                    <a:pt x="42" y="121"/>
                  </a:cubicBezTo>
                  <a:cubicBezTo>
                    <a:pt x="39" y="114"/>
                    <a:pt x="38" y="105"/>
                    <a:pt x="38" y="95"/>
                  </a:cubicBezTo>
                  <a:cubicBezTo>
                    <a:pt x="38" y="84"/>
                    <a:pt x="40" y="76"/>
                    <a:pt x="45" y="67"/>
                  </a:cubicBezTo>
                  <a:cubicBezTo>
                    <a:pt x="49" y="60"/>
                    <a:pt x="54" y="53"/>
                    <a:pt x="62" y="48"/>
                  </a:cubicBezTo>
                  <a:cubicBezTo>
                    <a:pt x="70" y="42"/>
                    <a:pt x="78" y="39"/>
                    <a:pt x="88" y="36"/>
                  </a:cubicBezTo>
                  <a:cubicBezTo>
                    <a:pt x="98" y="34"/>
                    <a:pt x="109" y="32"/>
                    <a:pt x="120" y="32"/>
                  </a:cubicBezTo>
                  <a:cubicBezTo>
                    <a:pt x="150" y="32"/>
                    <a:pt x="177" y="38"/>
                    <a:pt x="198" y="51"/>
                  </a:cubicBezTo>
                  <a:cubicBezTo>
                    <a:pt x="198" y="13"/>
                    <a:pt x="198" y="13"/>
                    <a:pt x="198" y="13"/>
                  </a:cubicBezTo>
                  <a:cubicBezTo>
                    <a:pt x="178" y="4"/>
                    <a:pt x="154" y="0"/>
                    <a:pt x="123" y="0"/>
                  </a:cubicBezTo>
                  <a:cubicBezTo>
                    <a:pt x="106" y="0"/>
                    <a:pt x="91" y="3"/>
                    <a:pt x="77" y="7"/>
                  </a:cubicBezTo>
                  <a:cubicBezTo>
                    <a:pt x="62" y="11"/>
                    <a:pt x="49" y="18"/>
                    <a:pt x="38" y="27"/>
                  </a:cubicBezTo>
                  <a:cubicBezTo>
                    <a:pt x="26" y="35"/>
                    <a:pt x="18" y="45"/>
                    <a:pt x="11" y="58"/>
                  </a:cubicBezTo>
                  <a:cubicBezTo>
                    <a:pt x="5" y="70"/>
                    <a:pt x="1" y="83"/>
                    <a:pt x="1" y="98"/>
                  </a:cubicBezTo>
                  <a:cubicBezTo>
                    <a:pt x="1" y="111"/>
                    <a:pt x="3" y="122"/>
                    <a:pt x="7" y="131"/>
                  </a:cubicBezTo>
                  <a:cubicBezTo>
                    <a:pt x="10" y="140"/>
                    <a:pt x="15" y="149"/>
                    <a:pt x="22" y="157"/>
                  </a:cubicBezTo>
                  <a:cubicBezTo>
                    <a:pt x="29" y="166"/>
                    <a:pt x="39" y="174"/>
                    <a:pt x="50" y="181"/>
                  </a:cubicBezTo>
                  <a:cubicBezTo>
                    <a:pt x="63" y="189"/>
                    <a:pt x="76" y="198"/>
                    <a:pt x="92" y="206"/>
                  </a:cubicBezTo>
                  <a:cubicBezTo>
                    <a:pt x="106" y="215"/>
                    <a:pt x="119" y="222"/>
                    <a:pt x="130" y="227"/>
                  </a:cubicBezTo>
                  <a:cubicBezTo>
                    <a:pt x="142" y="234"/>
                    <a:pt x="150" y="241"/>
                    <a:pt x="157" y="247"/>
                  </a:cubicBezTo>
                  <a:cubicBezTo>
                    <a:pt x="164" y="254"/>
                    <a:pt x="170" y="261"/>
                    <a:pt x="172" y="268"/>
                  </a:cubicBezTo>
                  <a:cubicBezTo>
                    <a:pt x="175" y="275"/>
                    <a:pt x="177" y="285"/>
                    <a:pt x="177" y="295"/>
                  </a:cubicBezTo>
                  <a:cubicBezTo>
                    <a:pt x="177" y="314"/>
                    <a:pt x="170" y="331"/>
                    <a:pt x="156" y="343"/>
                  </a:cubicBezTo>
                  <a:cubicBezTo>
                    <a:pt x="142" y="354"/>
                    <a:pt x="120" y="358"/>
                    <a:pt x="92" y="358"/>
                  </a:cubicBezTo>
                  <a:cubicBezTo>
                    <a:pt x="84" y="358"/>
                    <a:pt x="77" y="358"/>
                    <a:pt x="69" y="357"/>
                  </a:cubicBezTo>
                  <a:cubicBezTo>
                    <a:pt x="60" y="355"/>
                    <a:pt x="53" y="354"/>
                    <a:pt x="45" y="351"/>
                  </a:cubicBezTo>
                  <a:cubicBezTo>
                    <a:pt x="36" y="348"/>
                    <a:pt x="29" y="345"/>
                    <a:pt x="21" y="341"/>
                  </a:cubicBezTo>
                  <a:cubicBezTo>
                    <a:pt x="14" y="337"/>
                    <a:pt x="7" y="333"/>
                    <a:pt x="0" y="329"/>
                  </a:cubicBezTo>
                  <a:cubicBezTo>
                    <a:pt x="0" y="369"/>
                    <a:pt x="0" y="369"/>
                    <a:pt x="0" y="369"/>
                  </a:cubicBezTo>
                  <a:cubicBezTo>
                    <a:pt x="5" y="372"/>
                    <a:pt x="11" y="375"/>
                    <a:pt x="18" y="378"/>
                  </a:cubicBezTo>
                  <a:cubicBezTo>
                    <a:pt x="26" y="380"/>
                    <a:pt x="35" y="383"/>
                    <a:pt x="43" y="385"/>
                  </a:cubicBezTo>
                  <a:cubicBezTo>
                    <a:pt x="52" y="386"/>
                    <a:pt x="60" y="388"/>
                    <a:pt x="67" y="389"/>
                  </a:cubicBezTo>
                  <a:cubicBezTo>
                    <a:pt x="76" y="390"/>
                    <a:pt x="83" y="390"/>
                    <a:pt x="90" y="390"/>
                  </a:cubicBezTo>
                  <a:cubicBezTo>
                    <a:pt x="108" y="390"/>
                    <a:pt x="125" y="388"/>
                    <a:pt x="139" y="383"/>
                  </a:cubicBezTo>
                  <a:cubicBezTo>
                    <a:pt x="154" y="379"/>
                    <a:pt x="168" y="373"/>
                    <a:pt x="179" y="365"/>
                  </a:cubicBezTo>
                  <a:cubicBezTo>
                    <a:pt x="189" y="357"/>
                    <a:pt x="199" y="347"/>
                    <a:pt x="205" y="334"/>
                  </a:cubicBezTo>
                  <a:cubicBezTo>
                    <a:pt x="210" y="321"/>
                    <a:pt x="215" y="307"/>
                    <a:pt x="215" y="291"/>
                  </a:cubicBezTo>
                  <a:cubicBezTo>
                    <a:pt x="215" y="278"/>
                    <a:pt x="212" y="268"/>
                    <a:pt x="208" y="258"/>
                  </a:cubicBezTo>
                  <a:cubicBezTo>
                    <a:pt x="205" y="248"/>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7" name="Group 80">
            <a:extLst>
              <a:ext uri="{FF2B5EF4-FFF2-40B4-BE49-F238E27FC236}">
                <a16:creationId xmlns:a16="http://schemas.microsoft.com/office/drawing/2014/main" id="{E784A16C-6498-5D6A-E0CF-A8C2FBD9EEDB}"/>
              </a:ext>
            </a:extLst>
          </p:cNvPr>
          <p:cNvGrpSpPr/>
          <p:nvPr/>
        </p:nvGrpSpPr>
        <p:grpSpPr>
          <a:xfrm>
            <a:off x="5190728" y="2351758"/>
            <a:ext cx="269875" cy="257175"/>
            <a:chOff x="4154488" y="4130675"/>
            <a:chExt cx="269875" cy="257175"/>
          </a:xfrm>
          <a:solidFill>
            <a:schemeClr val="tx2"/>
          </a:solidFill>
        </p:grpSpPr>
        <p:sp>
          <p:nvSpPr>
            <p:cNvPr id="78" name="Freeform 64">
              <a:extLst>
                <a:ext uri="{FF2B5EF4-FFF2-40B4-BE49-F238E27FC236}">
                  <a16:creationId xmlns:a16="http://schemas.microsoft.com/office/drawing/2014/main" id="{755C0C3F-7883-22E6-4306-BD24AA8CD5D8}"/>
                </a:ext>
              </a:extLst>
            </p:cNvPr>
            <p:cNvSpPr>
              <a:spLocks noChangeArrowheads="1"/>
            </p:cNvSpPr>
            <p:nvPr/>
          </p:nvSpPr>
          <p:spPr bwMode="auto">
            <a:xfrm>
              <a:off x="4213225" y="4273550"/>
              <a:ext cx="46038" cy="44450"/>
            </a:xfrm>
            <a:custGeom>
              <a:avLst/>
              <a:gdLst>
                <a:gd name="T0" fmla="*/ 10 w 130"/>
                <a:gd name="T1" fmla="*/ 118 h 123"/>
                <a:gd name="T2" fmla="*/ 10 w 130"/>
                <a:gd name="T3" fmla="*/ 118 h 123"/>
                <a:gd name="T4" fmla="*/ 30 w 130"/>
                <a:gd name="T5" fmla="*/ 113 h 123"/>
                <a:gd name="T6" fmla="*/ 30 w 130"/>
                <a:gd name="T7" fmla="*/ 113 h 123"/>
                <a:gd name="T8" fmla="*/ 119 w 130"/>
                <a:gd name="T9" fmla="*/ 29 h 123"/>
                <a:gd name="T10" fmla="*/ 125 w 130"/>
                <a:gd name="T11" fmla="*/ 9 h 123"/>
                <a:gd name="T12" fmla="*/ 105 w 130"/>
                <a:gd name="T13" fmla="*/ 4 h 123"/>
                <a:gd name="T14" fmla="*/ 6 w 130"/>
                <a:gd name="T15" fmla="*/ 96 h 123"/>
                <a:gd name="T16" fmla="*/ 10 w 130"/>
                <a:gd name="T17" fmla="*/ 118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0" h="123">
                  <a:moveTo>
                    <a:pt x="10" y="118"/>
                  </a:moveTo>
                  <a:lnTo>
                    <a:pt x="10" y="118"/>
                  </a:lnTo>
                  <a:cubicBezTo>
                    <a:pt x="17" y="122"/>
                    <a:pt x="25" y="119"/>
                    <a:pt x="30" y="113"/>
                  </a:cubicBezTo>
                  <a:lnTo>
                    <a:pt x="30" y="113"/>
                  </a:lnTo>
                  <a:cubicBezTo>
                    <a:pt x="52" y="78"/>
                    <a:pt x="83" y="50"/>
                    <a:pt x="119" y="29"/>
                  </a:cubicBezTo>
                  <a:cubicBezTo>
                    <a:pt x="126" y="26"/>
                    <a:pt x="129" y="16"/>
                    <a:pt x="125" y="9"/>
                  </a:cubicBezTo>
                  <a:cubicBezTo>
                    <a:pt x="121" y="2"/>
                    <a:pt x="112" y="0"/>
                    <a:pt x="105" y="4"/>
                  </a:cubicBezTo>
                  <a:cubicBezTo>
                    <a:pt x="65" y="26"/>
                    <a:pt x="30" y="57"/>
                    <a:pt x="6" y="96"/>
                  </a:cubicBezTo>
                  <a:cubicBezTo>
                    <a:pt x="0" y="103"/>
                    <a:pt x="3" y="112"/>
                    <a:pt x="10"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5">
              <a:extLst>
                <a:ext uri="{FF2B5EF4-FFF2-40B4-BE49-F238E27FC236}">
                  <a16:creationId xmlns:a16="http://schemas.microsoft.com/office/drawing/2014/main" id="{3F366D24-9E8A-C33A-83EB-055BB9A28006}"/>
                </a:ext>
              </a:extLst>
            </p:cNvPr>
            <p:cNvSpPr>
              <a:spLocks noChangeArrowheads="1"/>
            </p:cNvSpPr>
            <p:nvPr/>
          </p:nvSpPr>
          <p:spPr bwMode="auto">
            <a:xfrm>
              <a:off x="4251325" y="4130675"/>
              <a:ext cx="19050" cy="57150"/>
            </a:xfrm>
            <a:custGeom>
              <a:avLst/>
              <a:gdLst>
                <a:gd name="T0" fmla="*/ 19 w 51"/>
                <a:gd name="T1" fmla="*/ 154 h 160"/>
                <a:gd name="T2" fmla="*/ 19 w 51"/>
                <a:gd name="T3" fmla="*/ 154 h 160"/>
                <a:gd name="T4" fmla="*/ 38 w 51"/>
                <a:gd name="T5" fmla="*/ 149 h 160"/>
                <a:gd name="T6" fmla="*/ 50 w 51"/>
                <a:gd name="T7" fmla="*/ 109 h 160"/>
                <a:gd name="T8" fmla="*/ 38 w 51"/>
                <a:gd name="T9" fmla="*/ 73 h 160"/>
                <a:gd name="T10" fmla="*/ 31 w 51"/>
                <a:gd name="T11" fmla="*/ 49 h 160"/>
                <a:gd name="T12" fmla="*/ 38 w 51"/>
                <a:gd name="T13" fmla="*/ 24 h 160"/>
                <a:gd name="T14" fmla="*/ 31 w 51"/>
                <a:gd name="T15" fmla="*/ 4 h 160"/>
                <a:gd name="T16" fmla="*/ 12 w 51"/>
                <a:gd name="T17" fmla="*/ 10 h 160"/>
                <a:gd name="T18" fmla="*/ 12 w 51"/>
                <a:gd name="T19" fmla="*/ 10 h 160"/>
                <a:gd name="T20" fmla="*/ 0 w 51"/>
                <a:gd name="T21" fmla="*/ 49 h 160"/>
                <a:gd name="T22" fmla="*/ 12 w 51"/>
                <a:gd name="T23" fmla="*/ 86 h 160"/>
                <a:gd name="T24" fmla="*/ 19 w 51"/>
                <a:gd name="T25" fmla="*/ 109 h 160"/>
                <a:gd name="T26" fmla="*/ 12 w 51"/>
                <a:gd name="T27" fmla="*/ 135 h 160"/>
                <a:gd name="T28" fmla="*/ 19 w 51"/>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1" h="160">
                  <a:moveTo>
                    <a:pt x="19" y="154"/>
                  </a:moveTo>
                  <a:lnTo>
                    <a:pt x="19" y="154"/>
                  </a:lnTo>
                  <a:cubicBezTo>
                    <a:pt x="26" y="159"/>
                    <a:pt x="34" y="156"/>
                    <a:pt x="38" y="149"/>
                  </a:cubicBezTo>
                  <a:cubicBezTo>
                    <a:pt x="45" y="133"/>
                    <a:pt x="50" y="121"/>
                    <a:pt x="50" y="109"/>
                  </a:cubicBezTo>
                  <a:cubicBezTo>
                    <a:pt x="50" y="94"/>
                    <a:pt x="43" y="81"/>
                    <a:pt x="38" y="73"/>
                  </a:cubicBezTo>
                  <a:cubicBezTo>
                    <a:pt x="34" y="63"/>
                    <a:pt x="31" y="57"/>
                    <a:pt x="31" y="49"/>
                  </a:cubicBezTo>
                  <a:cubicBezTo>
                    <a:pt x="31" y="43"/>
                    <a:pt x="33" y="35"/>
                    <a:pt x="38" y="24"/>
                  </a:cubicBezTo>
                  <a:cubicBezTo>
                    <a:pt x="43" y="17"/>
                    <a:pt x="40" y="7"/>
                    <a:pt x="31" y="4"/>
                  </a:cubicBezTo>
                  <a:cubicBezTo>
                    <a:pt x="24" y="0"/>
                    <a:pt x="16" y="3"/>
                    <a:pt x="12" y="10"/>
                  </a:cubicBezTo>
                  <a:lnTo>
                    <a:pt x="12" y="10"/>
                  </a:lnTo>
                  <a:cubicBezTo>
                    <a:pt x="5" y="25"/>
                    <a:pt x="0" y="38"/>
                    <a:pt x="0" y="49"/>
                  </a:cubicBezTo>
                  <a:cubicBezTo>
                    <a:pt x="0" y="64"/>
                    <a:pt x="7" y="77"/>
                    <a:pt x="12" y="86"/>
                  </a:cubicBezTo>
                  <a:cubicBezTo>
                    <a:pt x="16" y="95"/>
                    <a:pt x="19" y="101"/>
                    <a:pt x="19" y="109"/>
                  </a:cubicBezTo>
                  <a:cubicBezTo>
                    <a:pt x="19" y="115"/>
                    <a:pt x="17" y="123"/>
                    <a:pt x="12" y="135"/>
                  </a:cubicBezTo>
                  <a:cubicBezTo>
                    <a:pt x="7" y="142"/>
                    <a:pt x="12" y="152"/>
                    <a:pt x="19"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6">
              <a:extLst>
                <a:ext uri="{FF2B5EF4-FFF2-40B4-BE49-F238E27FC236}">
                  <a16:creationId xmlns:a16="http://schemas.microsoft.com/office/drawing/2014/main" id="{E772EAFE-3BAA-CCFD-A037-11E4153FF843}"/>
                </a:ext>
              </a:extLst>
            </p:cNvPr>
            <p:cNvSpPr>
              <a:spLocks noChangeArrowheads="1"/>
            </p:cNvSpPr>
            <p:nvPr/>
          </p:nvSpPr>
          <p:spPr bwMode="auto">
            <a:xfrm>
              <a:off x="4284663" y="4130675"/>
              <a:ext cx="17462" cy="57150"/>
            </a:xfrm>
            <a:custGeom>
              <a:avLst/>
              <a:gdLst>
                <a:gd name="T0" fmla="*/ 17 w 49"/>
                <a:gd name="T1" fmla="*/ 154 h 160"/>
                <a:gd name="T2" fmla="*/ 17 w 49"/>
                <a:gd name="T3" fmla="*/ 154 h 160"/>
                <a:gd name="T4" fmla="*/ 38 w 49"/>
                <a:gd name="T5" fmla="*/ 149 h 160"/>
                <a:gd name="T6" fmla="*/ 48 w 49"/>
                <a:gd name="T7" fmla="*/ 109 h 160"/>
                <a:gd name="T8" fmla="*/ 38 w 49"/>
                <a:gd name="T9" fmla="*/ 73 h 160"/>
                <a:gd name="T10" fmla="*/ 30 w 49"/>
                <a:gd name="T11" fmla="*/ 49 h 160"/>
                <a:gd name="T12" fmla="*/ 38 w 49"/>
                <a:gd name="T13" fmla="*/ 24 h 160"/>
                <a:gd name="T14" fmla="*/ 31 w 49"/>
                <a:gd name="T15" fmla="*/ 4 h 160"/>
                <a:gd name="T16" fmla="*/ 12 w 49"/>
                <a:gd name="T17" fmla="*/ 10 h 160"/>
                <a:gd name="T18" fmla="*/ 12 w 49"/>
                <a:gd name="T19" fmla="*/ 10 h 160"/>
                <a:gd name="T20" fmla="*/ 0 w 49"/>
                <a:gd name="T21" fmla="*/ 49 h 160"/>
                <a:gd name="T22" fmla="*/ 12 w 49"/>
                <a:gd name="T23" fmla="*/ 86 h 160"/>
                <a:gd name="T24" fmla="*/ 19 w 49"/>
                <a:gd name="T25" fmla="*/ 109 h 160"/>
                <a:gd name="T26" fmla="*/ 12 w 49"/>
                <a:gd name="T27" fmla="*/ 135 h 160"/>
                <a:gd name="T28" fmla="*/ 17 w 49"/>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9" h="160">
                  <a:moveTo>
                    <a:pt x="17" y="154"/>
                  </a:moveTo>
                  <a:lnTo>
                    <a:pt x="17" y="154"/>
                  </a:lnTo>
                  <a:cubicBezTo>
                    <a:pt x="26" y="159"/>
                    <a:pt x="34" y="156"/>
                    <a:pt x="38" y="149"/>
                  </a:cubicBezTo>
                  <a:cubicBezTo>
                    <a:pt x="45" y="133"/>
                    <a:pt x="48" y="121"/>
                    <a:pt x="48" y="109"/>
                  </a:cubicBezTo>
                  <a:cubicBezTo>
                    <a:pt x="48" y="94"/>
                    <a:pt x="43" y="81"/>
                    <a:pt x="38" y="73"/>
                  </a:cubicBezTo>
                  <a:cubicBezTo>
                    <a:pt x="33" y="63"/>
                    <a:pt x="30" y="57"/>
                    <a:pt x="30" y="49"/>
                  </a:cubicBezTo>
                  <a:cubicBezTo>
                    <a:pt x="30" y="43"/>
                    <a:pt x="33" y="35"/>
                    <a:pt x="38" y="24"/>
                  </a:cubicBezTo>
                  <a:cubicBezTo>
                    <a:pt x="41" y="17"/>
                    <a:pt x="38" y="7"/>
                    <a:pt x="31" y="4"/>
                  </a:cubicBezTo>
                  <a:cubicBezTo>
                    <a:pt x="24" y="0"/>
                    <a:pt x="15" y="3"/>
                    <a:pt x="12" y="10"/>
                  </a:cubicBezTo>
                  <a:lnTo>
                    <a:pt x="12" y="10"/>
                  </a:lnTo>
                  <a:cubicBezTo>
                    <a:pt x="3" y="25"/>
                    <a:pt x="0" y="38"/>
                    <a:pt x="0" y="49"/>
                  </a:cubicBezTo>
                  <a:cubicBezTo>
                    <a:pt x="0" y="64"/>
                    <a:pt x="6" y="77"/>
                    <a:pt x="12" y="86"/>
                  </a:cubicBezTo>
                  <a:cubicBezTo>
                    <a:pt x="16" y="95"/>
                    <a:pt x="19" y="101"/>
                    <a:pt x="19" y="109"/>
                  </a:cubicBezTo>
                  <a:cubicBezTo>
                    <a:pt x="19" y="115"/>
                    <a:pt x="17" y="123"/>
                    <a:pt x="12" y="135"/>
                  </a:cubicBezTo>
                  <a:cubicBezTo>
                    <a:pt x="7" y="142"/>
                    <a:pt x="10" y="152"/>
                    <a:pt x="17"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7">
              <a:extLst>
                <a:ext uri="{FF2B5EF4-FFF2-40B4-BE49-F238E27FC236}">
                  <a16:creationId xmlns:a16="http://schemas.microsoft.com/office/drawing/2014/main" id="{D9ED0CE7-C660-545A-2A54-1C8BA309A776}"/>
                </a:ext>
              </a:extLst>
            </p:cNvPr>
            <p:cNvSpPr>
              <a:spLocks noChangeArrowheads="1"/>
            </p:cNvSpPr>
            <p:nvPr/>
          </p:nvSpPr>
          <p:spPr bwMode="auto">
            <a:xfrm>
              <a:off x="4319588" y="4130675"/>
              <a:ext cx="17462" cy="57150"/>
            </a:xfrm>
            <a:custGeom>
              <a:avLst/>
              <a:gdLst>
                <a:gd name="T0" fmla="*/ 16 w 48"/>
                <a:gd name="T1" fmla="*/ 154 h 160"/>
                <a:gd name="T2" fmla="*/ 16 w 48"/>
                <a:gd name="T3" fmla="*/ 154 h 160"/>
                <a:gd name="T4" fmla="*/ 36 w 48"/>
                <a:gd name="T5" fmla="*/ 149 h 160"/>
                <a:gd name="T6" fmla="*/ 47 w 48"/>
                <a:gd name="T7" fmla="*/ 109 h 160"/>
                <a:gd name="T8" fmla="*/ 36 w 48"/>
                <a:gd name="T9" fmla="*/ 73 h 160"/>
                <a:gd name="T10" fmla="*/ 29 w 48"/>
                <a:gd name="T11" fmla="*/ 49 h 160"/>
                <a:gd name="T12" fmla="*/ 36 w 48"/>
                <a:gd name="T13" fmla="*/ 24 h 160"/>
                <a:gd name="T14" fmla="*/ 30 w 48"/>
                <a:gd name="T15" fmla="*/ 4 h 160"/>
                <a:gd name="T16" fmla="*/ 9 w 48"/>
                <a:gd name="T17" fmla="*/ 10 h 160"/>
                <a:gd name="T18" fmla="*/ 9 w 48"/>
                <a:gd name="T19" fmla="*/ 10 h 160"/>
                <a:gd name="T20" fmla="*/ 0 w 48"/>
                <a:gd name="T21" fmla="*/ 49 h 160"/>
                <a:gd name="T22" fmla="*/ 9 w 48"/>
                <a:gd name="T23" fmla="*/ 86 h 160"/>
                <a:gd name="T24" fmla="*/ 18 w 48"/>
                <a:gd name="T25" fmla="*/ 109 h 160"/>
                <a:gd name="T26" fmla="*/ 9 w 48"/>
                <a:gd name="T27" fmla="*/ 135 h 160"/>
                <a:gd name="T28" fmla="*/ 16 w 48"/>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8" h="160">
                  <a:moveTo>
                    <a:pt x="16" y="154"/>
                  </a:moveTo>
                  <a:lnTo>
                    <a:pt x="16" y="154"/>
                  </a:lnTo>
                  <a:cubicBezTo>
                    <a:pt x="23" y="159"/>
                    <a:pt x="33" y="156"/>
                    <a:pt x="36" y="149"/>
                  </a:cubicBezTo>
                  <a:cubicBezTo>
                    <a:pt x="44" y="133"/>
                    <a:pt x="47" y="121"/>
                    <a:pt x="47" y="109"/>
                  </a:cubicBezTo>
                  <a:cubicBezTo>
                    <a:pt x="47" y="94"/>
                    <a:pt x="40" y="81"/>
                    <a:pt x="36" y="73"/>
                  </a:cubicBezTo>
                  <a:cubicBezTo>
                    <a:pt x="32" y="63"/>
                    <a:pt x="29" y="57"/>
                    <a:pt x="29" y="49"/>
                  </a:cubicBezTo>
                  <a:cubicBezTo>
                    <a:pt x="29" y="43"/>
                    <a:pt x="30" y="35"/>
                    <a:pt x="36" y="24"/>
                  </a:cubicBezTo>
                  <a:cubicBezTo>
                    <a:pt x="40" y="17"/>
                    <a:pt x="37" y="7"/>
                    <a:pt x="30" y="4"/>
                  </a:cubicBezTo>
                  <a:cubicBezTo>
                    <a:pt x="22" y="0"/>
                    <a:pt x="14" y="3"/>
                    <a:pt x="9" y="10"/>
                  </a:cubicBezTo>
                  <a:lnTo>
                    <a:pt x="9" y="10"/>
                  </a:lnTo>
                  <a:cubicBezTo>
                    <a:pt x="2" y="25"/>
                    <a:pt x="0" y="38"/>
                    <a:pt x="0" y="49"/>
                  </a:cubicBezTo>
                  <a:cubicBezTo>
                    <a:pt x="0" y="64"/>
                    <a:pt x="5" y="77"/>
                    <a:pt x="9" y="86"/>
                  </a:cubicBezTo>
                  <a:cubicBezTo>
                    <a:pt x="14" y="95"/>
                    <a:pt x="16" y="101"/>
                    <a:pt x="18" y="109"/>
                  </a:cubicBezTo>
                  <a:cubicBezTo>
                    <a:pt x="16" y="115"/>
                    <a:pt x="15" y="123"/>
                    <a:pt x="9" y="135"/>
                  </a:cubicBezTo>
                  <a:cubicBezTo>
                    <a:pt x="7" y="142"/>
                    <a:pt x="9" y="152"/>
                    <a:pt x="16"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8">
              <a:extLst>
                <a:ext uri="{FF2B5EF4-FFF2-40B4-BE49-F238E27FC236}">
                  <a16:creationId xmlns:a16="http://schemas.microsoft.com/office/drawing/2014/main" id="{C007F864-4BED-01F8-65DE-CE005F3A568B}"/>
                </a:ext>
              </a:extLst>
            </p:cNvPr>
            <p:cNvSpPr>
              <a:spLocks noChangeArrowheads="1"/>
            </p:cNvSpPr>
            <p:nvPr/>
          </p:nvSpPr>
          <p:spPr bwMode="auto">
            <a:xfrm>
              <a:off x="4154488" y="4376738"/>
              <a:ext cx="269875" cy="11112"/>
            </a:xfrm>
            <a:custGeom>
              <a:avLst/>
              <a:gdLst>
                <a:gd name="T0" fmla="*/ 732 w 748"/>
                <a:gd name="T1" fmla="*/ 0 h 30"/>
                <a:gd name="T2" fmla="*/ 732 w 748"/>
                <a:gd name="T3" fmla="*/ 0 h 30"/>
                <a:gd name="T4" fmla="*/ 16 w 748"/>
                <a:gd name="T5" fmla="*/ 0 h 30"/>
                <a:gd name="T6" fmla="*/ 0 w 748"/>
                <a:gd name="T7" fmla="*/ 15 h 30"/>
                <a:gd name="T8" fmla="*/ 16 w 748"/>
                <a:gd name="T9" fmla="*/ 29 h 30"/>
                <a:gd name="T10" fmla="*/ 732 w 748"/>
                <a:gd name="T11" fmla="*/ 29 h 30"/>
                <a:gd name="T12" fmla="*/ 747 w 748"/>
                <a:gd name="T13" fmla="*/ 15 h 30"/>
                <a:gd name="T14" fmla="*/ 732 w 7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48" h="30">
                  <a:moveTo>
                    <a:pt x="732" y="0"/>
                  </a:moveTo>
                  <a:lnTo>
                    <a:pt x="732" y="0"/>
                  </a:lnTo>
                  <a:cubicBezTo>
                    <a:pt x="16" y="0"/>
                    <a:pt x="16" y="0"/>
                    <a:pt x="16" y="0"/>
                  </a:cubicBezTo>
                  <a:cubicBezTo>
                    <a:pt x="7" y="0"/>
                    <a:pt x="0" y="7"/>
                    <a:pt x="0" y="15"/>
                  </a:cubicBezTo>
                  <a:cubicBezTo>
                    <a:pt x="0" y="24"/>
                    <a:pt x="7" y="29"/>
                    <a:pt x="16" y="29"/>
                  </a:cubicBezTo>
                  <a:cubicBezTo>
                    <a:pt x="732" y="29"/>
                    <a:pt x="732" y="29"/>
                    <a:pt x="732" y="29"/>
                  </a:cubicBezTo>
                  <a:cubicBezTo>
                    <a:pt x="740" y="29"/>
                    <a:pt x="747" y="24"/>
                    <a:pt x="747" y="15"/>
                  </a:cubicBezTo>
                  <a:cubicBezTo>
                    <a:pt x="747" y="7"/>
                    <a:pt x="740" y="0"/>
                    <a:pt x="7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9">
              <a:extLst>
                <a:ext uri="{FF2B5EF4-FFF2-40B4-BE49-F238E27FC236}">
                  <a16:creationId xmlns:a16="http://schemas.microsoft.com/office/drawing/2014/main" id="{73A18F2B-4D4C-E235-D0AF-DCA463AC6EA2}"/>
                </a:ext>
              </a:extLst>
            </p:cNvPr>
            <p:cNvSpPr>
              <a:spLocks noChangeArrowheads="1"/>
            </p:cNvSpPr>
            <p:nvPr/>
          </p:nvSpPr>
          <p:spPr bwMode="auto">
            <a:xfrm>
              <a:off x="4165600" y="4210050"/>
              <a:ext cx="247650" cy="155575"/>
            </a:xfrm>
            <a:custGeom>
              <a:avLst/>
              <a:gdLst>
                <a:gd name="T0" fmla="*/ 5 w 687"/>
                <a:gd name="T1" fmla="*/ 427 h 432"/>
                <a:gd name="T2" fmla="*/ 5 w 687"/>
                <a:gd name="T3" fmla="*/ 427 h 432"/>
                <a:gd name="T4" fmla="*/ 16 w 687"/>
                <a:gd name="T5" fmla="*/ 431 h 432"/>
                <a:gd name="T6" fmla="*/ 670 w 687"/>
                <a:gd name="T7" fmla="*/ 431 h 432"/>
                <a:gd name="T8" fmla="*/ 681 w 687"/>
                <a:gd name="T9" fmla="*/ 427 h 432"/>
                <a:gd name="T10" fmla="*/ 686 w 687"/>
                <a:gd name="T11" fmla="*/ 416 h 432"/>
                <a:gd name="T12" fmla="*/ 405 w 687"/>
                <a:gd name="T13" fmla="*/ 80 h 432"/>
                <a:gd name="T14" fmla="*/ 405 w 687"/>
                <a:gd name="T15" fmla="*/ 62 h 432"/>
                <a:gd name="T16" fmla="*/ 386 w 687"/>
                <a:gd name="T17" fmla="*/ 19 h 432"/>
                <a:gd name="T18" fmla="*/ 343 w 687"/>
                <a:gd name="T19" fmla="*/ 0 h 432"/>
                <a:gd name="T20" fmla="*/ 299 w 687"/>
                <a:gd name="T21" fmla="*/ 19 h 432"/>
                <a:gd name="T22" fmla="*/ 281 w 687"/>
                <a:gd name="T23" fmla="*/ 62 h 432"/>
                <a:gd name="T24" fmla="*/ 281 w 687"/>
                <a:gd name="T25" fmla="*/ 80 h 432"/>
                <a:gd name="T26" fmla="*/ 0 w 687"/>
                <a:gd name="T27" fmla="*/ 416 h 432"/>
                <a:gd name="T28" fmla="*/ 5 w 687"/>
                <a:gd name="T29" fmla="*/ 427 h 432"/>
                <a:gd name="T30" fmla="*/ 311 w 687"/>
                <a:gd name="T31" fmla="*/ 62 h 432"/>
                <a:gd name="T32" fmla="*/ 311 w 687"/>
                <a:gd name="T33" fmla="*/ 62 h 432"/>
                <a:gd name="T34" fmla="*/ 343 w 687"/>
                <a:gd name="T35" fmla="*/ 30 h 432"/>
                <a:gd name="T36" fmla="*/ 375 w 687"/>
                <a:gd name="T37" fmla="*/ 62 h 432"/>
                <a:gd name="T38" fmla="*/ 375 w 687"/>
                <a:gd name="T39" fmla="*/ 76 h 432"/>
                <a:gd name="T40" fmla="*/ 343 w 687"/>
                <a:gd name="T41" fmla="*/ 75 h 432"/>
                <a:gd name="T42" fmla="*/ 311 w 687"/>
                <a:gd name="T43" fmla="*/ 76 h 432"/>
                <a:gd name="T44" fmla="*/ 311 w 687"/>
                <a:gd name="T45" fmla="*/ 62 h 432"/>
                <a:gd name="T46" fmla="*/ 122 w 687"/>
                <a:gd name="T47" fmla="*/ 195 h 432"/>
                <a:gd name="T48" fmla="*/ 122 w 687"/>
                <a:gd name="T49" fmla="*/ 195 h 432"/>
                <a:gd name="T50" fmla="*/ 343 w 687"/>
                <a:gd name="T51" fmla="*/ 104 h 432"/>
                <a:gd name="T52" fmla="*/ 563 w 687"/>
                <a:gd name="T53" fmla="*/ 195 h 432"/>
                <a:gd name="T54" fmla="*/ 655 w 687"/>
                <a:gd name="T55" fmla="*/ 402 h 432"/>
                <a:gd name="T56" fmla="*/ 31 w 687"/>
                <a:gd name="T57" fmla="*/ 402 h 432"/>
                <a:gd name="T58" fmla="*/ 122 w 687"/>
                <a:gd name="T59" fmla="*/ 195 h 4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687" h="432">
                  <a:moveTo>
                    <a:pt x="5" y="427"/>
                  </a:moveTo>
                  <a:lnTo>
                    <a:pt x="5" y="427"/>
                  </a:lnTo>
                  <a:cubicBezTo>
                    <a:pt x="7" y="430"/>
                    <a:pt x="12" y="431"/>
                    <a:pt x="16" y="431"/>
                  </a:cubicBezTo>
                  <a:cubicBezTo>
                    <a:pt x="670" y="431"/>
                    <a:pt x="670" y="431"/>
                    <a:pt x="670" y="431"/>
                  </a:cubicBezTo>
                  <a:cubicBezTo>
                    <a:pt x="674" y="431"/>
                    <a:pt x="678" y="430"/>
                    <a:pt x="681" y="427"/>
                  </a:cubicBezTo>
                  <a:cubicBezTo>
                    <a:pt x="684" y="424"/>
                    <a:pt x="686" y="420"/>
                    <a:pt x="686" y="416"/>
                  </a:cubicBezTo>
                  <a:cubicBezTo>
                    <a:pt x="686" y="249"/>
                    <a:pt x="565" y="108"/>
                    <a:pt x="405" y="80"/>
                  </a:cubicBezTo>
                  <a:cubicBezTo>
                    <a:pt x="405" y="62"/>
                    <a:pt x="405" y="62"/>
                    <a:pt x="405" y="62"/>
                  </a:cubicBezTo>
                  <a:cubicBezTo>
                    <a:pt x="405" y="45"/>
                    <a:pt x="398" y="30"/>
                    <a:pt x="386" y="19"/>
                  </a:cubicBezTo>
                  <a:cubicBezTo>
                    <a:pt x="375" y="7"/>
                    <a:pt x="360" y="0"/>
                    <a:pt x="343" y="0"/>
                  </a:cubicBezTo>
                  <a:cubicBezTo>
                    <a:pt x="326" y="0"/>
                    <a:pt x="311" y="7"/>
                    <a:pt x="299" y="19"/>
                  </a:cubicBezTo>
                  <a:cubicBezTo>
                    <a:pt x="288" y="30"/>
                    <a:pt x="281" y="45"/>
                    <a:pt x="281" y="62"/>
                  </a:cubicBezTo>
                  <a:cubicBezTo>
                    <a:pt x="281" y="80"/>
                    <a:pt x="281" y="80"/>
                    <a:pt x="281" y="80"/>
                  </a:cubicBezTo>
                  <a:cubicBezTo>
                    <a:pt x="121" y="108"/>
                    <a:pt x="0" y="249"/>
                    <a:pt x="0" y="416"/>
                  </a:cubicBezTo>
                  <a:cubicBezTo>
                    <a:pt x="0" y="420"/>
                    <a:pt x="2" y="424"/>
                    <a:pt x="5" y="427"/>
                  </a:cubicBezTo>
                  <a:close/>
                  <a:moveTo>
                    <a:pt x="311" y="62"/>
                  </a:moveTo>
                  <a:lnTo>
                    <a:pt x="311" y="62"/>
                  </a:lnTo>
                  <a:cubicBezTo>
                    <a:pt x="311" y="44"/>
                    <a:pt x="326" y="30"/>
                    <a:pt x="343" y="30"/>
                  </a:cubicBezTo>
                  <a:cubicBezTo>
                    <a:pt x="361" y="30"/>
                    <a:pt x="375" y="44"/>
                    <a:pt x="375" y="62"/>
                  </a:cubicBezTo>
                  <a:cubicBezTo>
                    <a:pt x="375" y="76"/>
                    <a:pt x="375" y="76"/>
                    <a:pt x="375" y="76"/>
                  </a:cubicBezTo>
                  <a:cubicBezTo>
                    <a:pt x="364" y="75"/>
                    <a:pt x="354" y="75"/>
                    <a:pt x="343" y="75"/>
                  </a:cubicBezTo>
                  <a:cubicBezTo>
                    <a:pt x="332" y="75"/>
                    <a:pt x="322" y="75"/>
                    <a:pt x="311" y="76"/>
                  </a:cubicBezTo>
                  <a:lnTo>
                    <a:pt x="311" y="62"/>
                  </a:lnTo>
                  <a:close/>
                  <a:moveTo>
                    <a:pt x="122" y="195"/>
                  </a:moveTo>
                  <a:lnTo>
                    <a:pt x="122" y="195"/>
                  </a:lnTo>
                  <a:cubicBezTo>
                    <a:pt x="179" y="139"/>
                    <a:pt x="257" y="104"/>
                    <a:pt x="343" y="104"/>
                  </a:cubicBezTo>
                  <a:cubicBezTo>
                    <a:pt x="430" y="104"/>
                    <a:pt x="507" y="139"/>
                    <a:pt x="563" y="195"/>
                  </a:cubicBezTo>
                  <a:cubicBezTo>
                    <a:pt x="617" y="249"/>
                    <a:pt x="650" y="322"/>
                    <a:pt x="655" y="402"/>
                  </a:cubicBezTo>
                  <a:cubicBezTo>
                    <a:pt x="31" y="402"/>
                    <a:pt x="31" y="402"/>
                    <a:pt x="31" y="402"/>
                  </a:cubicBezTo>
                  <a:cubicBezTo>
                    <a:pt x="35" y="322"/>
                    <a:pt x="69" y="249"/>
                    <a:pt x="122" y="19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4" name="Group 87">
            <a:extLst>
              <a:ext uri="{FF2B5EF4-FFF2-40B4-BE49-F238E27FC236}">
                <a16:creationId xmlns:a16="http://schemas.microsoft.com/office/drawing/2014/main" id="{C74FFCAB-4CB0-7439-0AA6-CFA7AAF4A83F}"/>
              </a:ext>
            </a:extLst>
          </p:cNvPr>
          <p:cNvGrpSpPr/>
          <p:nvPr/>
        </p:nvGrpSpPr>
        <p:grpSpPr>
          <a:xfrm>
            <a:off x="7302103" y="1339726"/>
            <a:ext cx="204787" cy="258762"/>
            <a:chOff x="6265863" y="3094038"/>
            <a:chExt cx="204787" cy="258762"/>
          </a:xfrm>
          <a:solidFill>
            <a:schemeClr val="tx2"/>
          </a:solidFill>
        </p:grpSpPr>
        <p:sp>
          <p:nvSpPr>
            <p:cNvPr id="85" name="Freeform 70">
              <a:extLst>
                <a:ext uri="{FF2B5EF4-FFF2-40B4-BE49-F238E27FC236}">
                  <a16:creationId xmlns:a16="http://schemas.microsoft.com/office/drawing/2014/main" id="{78B1D464-055F-7B10-20F0-6B5C3C077634}"/>
                </a:ext>
              </a:extLst>
            </p:cNvPr>
            <p:cNvSpPr>
              <a:spLocks noChangeArrowheads="1"/>
            </p:cNvSpPr>
            <p:nvPr/>
          </p:nvSpPr>
          <p:spPr bwMode="auto">
            <a:xfrm>
              <a:off x="6265863" y="3094038"/>
              <a:ext cx="204787" cy="258762"/>
            </a:xfrm>
            <a:custGeom>
              <a:avLst/>
              <a:gdLst>
                <a:gd name="T0" fmla="*/ 45 w 570"/>
                <a:gd name="T1" fmla="*/ 719 h 720"/>
                <a:gd name="T2" fmla="*/ 45 w 570"/>
                <a:gd name="T3" fmla="*/ 719 h 720"/>
                <a:gd name="T4" fmla="*/ 375 w 570"/>
                <a:gd name="T5" fmla="*/ 719 h 720"/>
                <a:gd name="T6" fmla="*/ 524 w 570"/>
                <a:gd name="T7" fmla="*/ 719 h 720"/>
                <a:gd name="T8" fmla="*/ 569 w 570"/>
                <a:gd name="T9" fmla="*/ 674 h 720"/>
                <a:gd name="T10" fmla="*/ 569 w 570"/>
                <a:gd name="T11" fmla="*/ 224 h 720"/>
                <a:gd name="T12" fmla="*/ 569 w 570"/>
                <a:gd name="T13" fmla="*/ 224 h 720"/>
                <a:gd name="T14" fmla="*/ 569 w 570"/>
                <a:gd name="T15" fmla="*/ 223 h 720"/>
                <a:gd name="T16" fmla="*/ 569 w 570"/>
                <a:gd name="T17" fmla="*/ 219 h 720"/>
                <a:gd name="T18" fmla="*/ 569 w 570"/>
                <a:gd name="T19" fmla="*/ 219 h 720"/>
                <a:gd name="T20" fmla="*/ 479 w 570"/>
                <a:gd name="T21" fmla="*/ 10 h 720"/>
                <a:gd name="T22" fmla="*/ 478 w 570"/>
                <a:gd name="T23" fmla="*/ 10 h 720"/>
                <a:gd name="T24" fmla="*/ 478 w 570"/>
                <a:gd name="T25" fmla="*/ 7 h 720"/>
                <a:gd name="T26" fmla="*/ 475 w 570"/>
                <a:gd name="T27" fmla="*/ 5 h 720"/>
                <a:gd name="T28" fmla="*/ 475 w 570"/>
                <a:gd name="T29" fmla="*/ 4 h 720"/>
                <a:gd name="T30" fmla="*/ 471 w 570"/>
                <a:gd name="T31" fmla="*/ 1 h 720"/>
                <a:gd name="T32" fmla="*/ 469 w 570"/>
                <a:gd name="T33" fmla="*/ 1 h 720"/>
                <a:gd name="T34" fmla="*/ 465 w 570"/>
                <a:gd name="T35" fmla="*/ 0 h 720"/>
                <a:gd name="T36" fmla="*/ 465 w 570"/>
                <a:gd name="T37" fmla="*/ 0 h 720"/>
                <a:gd name="T38" fmla="*/ 465 w 570"/>
                <a:gd name="T39" fmla="*/ 0 h 720"/>
                <a:gd name="T40" fmla="*/ 106 w 570"/>
                <a:gd name="T41" fmla="*/ 0 h 720"/>
                <a:gd name="T42" fmla="*/ 92 w 570"/>
                <a:gd name="T43" fmla="*/ 10 h 720"/>
                <a:gd name="T44" fmla="*/ 2 w 570"/>
                <a:gd name="T45" fmla="*/ 219 h 720"/>
                <a:gd name="T46" fmla="*/ 2 w 570"/>
                <a:gd name="T47" fmla="*/ 219 h 720"/>
                <a:gd name="T48" fmla="*/ 2 w 570"/>
                <a:gd name="T49" fmla="*/ 219 h 720"/>
                <a:gd name="T50" fmla="*/ 0 w 570"/>
                <a:gd name="T51" fmla="*/ 224 h 720"/>
                <a:gd name="T52" fmla="*/ 0 w 570"/>
                <a:gd name="T53" fmla="*/ 224 h 720"/>
                <a:gd name="T54" fmla="*/ 0 w 570"/>
                <a:gd name="T55" fmla="*/ 674 h 720"/>
                <a:gd name="T56" fmla="*/ 45 w 570"/>
                <a:gd name="T57" fmla="*/ 719 h 720"/>
                <a:gd name="T58" fmla="*/ 30 w 570"/>
                <a:gd name="T59" fmla="*/ 674 h 720"/>
                <a:gd name="T60" fmla="*/ 30 w 570"/>
                <a:gd name="T61" fmla="*/ 674 h 720"/>
                <a:gd name="T62" fmla="*/ 30 w 570"/>
                <a:gd name="T63" fmla="*/ 240 h 720"/>
                <a:gd name="T64" fmla="*/ 360 w 570"/>
                <a:gd name="T65" fmla="*/ 240 h 720"/>
                <a:gd name="T66" fmla="*/ 360 w 570"/>
                <a:gd name="T67" fmla="*/ 689 h 720"/>
                <a:gd name="T68" fmla="*/ 45 w 570"/>
                <a:gd name="T69" fmla="*/ 689 h 720"/>
                <a:gd name="T70" fmla="*/ 30 w 570"/>
                <a:gd name="T71" fmla="*/ 674 h 720"/>
                <a:gd name="T72" fmla="*/ 465 w 570"/>
                <a:gd name="T73" fmla="*/ 53 h 720"/>
                <a:gd name="T74" fmla="*/ 465 w 570"/>
                <a:gd name="T75" fmla="*/ 53 h 720"/>
                <a:gd name="T76" fmla="*/ 533 w 570"/>
                <a:gd name="T77" fmla="*/ 210 h 720"/>
                <a:gd name="T78" fmla="*/ 398 w 570"/>
                <a:gd name="T79" fmla="*/ 210 h 720"/>
                <a:gd name="T80" fmla="*/ 465 w 570"/>
                <a:gd name="T81" fmla="*/ 53 h 720"/>
                <a:gd name="T82" fmla="*/ 524 w 570"/>
                <a:gd name="T83" fmla="*/ 689 h 720"/>
                <a:gd name="T84" fmla="*/ 524 w 570"/>
                <a:gd name="T85" fmla="*/ 689 h 720"/>
                <a:gd name="T86" fmla="*/ 389 w 570"/>
                <a:gd name="T87" fmla="*/ 689 h 720"/>
                <a:gd name="T88" fmla="*/ 389 w 570"/>
                <a:gd name="T89" fmla="*/ 240 h 720"/>
                <a:gd name="T90" fmla="*/ 540 w 570"/>
                <a:gd name="T91" fmla="*/ 240 h 720"/>
                <a:gd name="T92" fmla="*/ 540 w 570"/>
                <a:gd name="T93" fmla="*/ 674 h 720"/>
                <a:gd name="T94" fmla="*/ 524 w 570"/>
                <a:gd name="T95" fmla="*/ 689 h 720"/>
                <a:gd name="T96" fmla="*/ 116 w 570"/>
                <a:gd name="T97" fmla="*/ 31 h 720"/>
                <a:gd name="T98" fmla="*/ 116 w 570"/>
                <a:gd name="T99" fmla="*/ 31 h 720"/>
                <a:gd name="T100" fmla="*/ 443 w 570"/>
                <a:gd name="T101" fmla="*/ 31 h 720"/>
                <a:gd name="T102" fmla="*/ 365 w 570"/>
                <a:gd name="T103" fmla="*/ 210 h 720"/>
                <a:gd name="T104" fmla="*/ 38 w 570"/>
                <a:gd name="T105" fmla="*/ 210 h 720"/>
                <a:gd name="T106" fmla="*/ 116 w 570"/>
                <a:gd name="T107" fmla="*/ 31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70" h="720">
                  <a:moveTo>
                    <a:pt x="45" y="719"/>
                  </a:moveTo>
                  <a:lnTo>
                    <a:pt x="45" y="719"/>
                  </a:lnTo>
                  <a:cubicBezTo>
                    <a:pt x="375" y="719"/>
                    <a:pt x="375" y="719"/>
                    <a:pt x="375" y="719"/>
                  </a:cubicBezTo>
                  <a:cubicBezTo>
                    <a:pt x="524" y="719"/>
                    <a:pt x="524" y="719"/>
                    <a:pt x="524" y="719"/>
                  </a:cubicBezTo>
                  <a:cubicBezTo>
                    <a:pt x="549" y="719"/>
                    <a:pt x="569" y="699"/>
                    <a:pt x="569" y="674"/>
                  </a:cubicBezTo>
                  <a:cubicBezTo>
                    <a:pt x="569" y="224"/>
                    <a:pt x="569" y="224"/>
                    <a:pt x="569" y="224"/>
                  </a:cubicBezTo>
                  <a:lnTo>
                    <a:pt x="569" y="224"/>
                  </a:lnTo>
                  <a:cubicBezTo>
                    <a:pt x="569" y="224"/>
                    <a:pt x="569" y="224"/>
                    <a:pt x="569" y="223"/>
                  </a:cubicBezTo>
                  <a:cubicBezTo>
                    <a:pt x="569" y="222"/>
                    <a:pt x="569" y="220"/>
                    <a:pt x="569" y="219"/>
                  </a:cubicBezTo>
                  <a:lnTo>
                    <a:pt x="569" y="219"/>
                  </a:lnTo>
                  <a:cubicBezTo>
                    <a:pt x="479" y="10"/>
                    <a:pt x="479" y="10"/>
                    <a:pt x="479" y="10"/>
                  </a:cubicBezTo>
                  <a:cubicBezTo>
                    <a:pt x="478" y="10"/>
                    <a:pt x="478" y="10"/>
                    <a:pt x="478" y="10"/>
                  </a:cubicBezTo>
                  <a:cubicBezTo>
                    <a:pt x="478" y="8"/>
                    <a:pt x="478" y="8"/>
                    <a:pt x="478" y="7"/>
                  </a:cubicBezTo>
                  <a:cubicBezTo>
                    <a:pt x="476" y="7"/>
                    <a:pt x="476" y="5"/>
                    <a:pt x="475" y="5"/>
                  </a:cubicBezTo>
                  <a:lnTo>
                    <a:pt x="475" y="4"/>
                  </a:lnTo>
                  <a:cubicBezTo>
                    <a:pt x="474" y="4"/>
                    <a:pt x="472" y="3"/>
                    <a:pt x="471" y="1"/>
                  </a:cubicBezTo>
                  <a:cubicBezTo>
                    <a:pt x="471" y="1"/>
                    <a:pt x="471" y="1"/>
                    <a:pt x="469" y="1"/>
                  </a:cubicBezTo>
                  <a:cubicBezTo>
                    <a:pt x="468" y="1"/>
                    <a:pt x="467" y="0"/>
                    <a:pt x="465" y="0"/>
                  </a:cubicBezTo>
                  <a:lnTo>
                    <a:pt x="465" y="0"/>
                  </a:lnTo>
                  <a:lnTo>
                    <a:pt x="465" y="0"/>
                  </a:lnTo>
                  <a:cubicBezTo>
                    <a:pt x="106" y="0"/>
                    <a:pt x="106" y="0"/>
                    <a:pt x="106" y="0"/>
                  </a:cubicBezTo>
                  <a:cubicBezTo>
                    <a:pt x="99" y="0"/>
                    <a:pt x="95" y="4"/>
                    <a:pt x="92" y="10"/>
                  </a:cubicBezTo>
                  <a:cubicBezTo>
                    <a:pt x="2" y="219"/>
                    <a:pt x="2" y="219"/>
                    <a:pt x="2" y="219"/>
                  </a:cubicBezTo>
                  <a:lnTo>
                    <a:pt x="2" y="219"/>
                  </a:lnTo>
                  <a:lnTo>
                    <a:pt x="2" y="219"/>
                  </a:lnTo>
                  <a:cubicBezTo>
                    <a:pt x="0" y="222"/>
                    <a:pt x="0" y="223"/>
                    <a:pt x="0" y="224"/>
                  </a:cubicBezTo>
                  <a:lnTo>
                    <a:pt x="0" y="224"/>
                  </a:lnTo>
                  <a:cubicBezTo>
                    <a:pt x="0" y="674"/>
                    <a:pt x="0" y="674"/>
                    <a:pt x="0" y="674"/>
                  </a:cubicBezTo>
                  <a:cubicBezTo>
                    <a:pt x="0" y="699"/>
                    <a:pt x="20" y="719"/>
                    <a:pt x="45" y="719"/>
                  </a:cubicBezTo>
                  <a:close/>
                  <a:moveTo>
                    <a:pt x="30" y="674"/>
                  </a:moveTo>
                  <a:lnTo>
                    <a:pt x="30" y="674"/>
                  </a:lnTo>
                  <a:cubicBezTo>
                    <a:pt x="30" y="240"/>
                    <a:pt x="30" y="240"/>
                    <a:pt x="30" y="240"/>
                  </a:cubicBezTo>
                  <a:cubicBezTo>
                    <a:pt x="360" y="240"/>
                    <a:pt x="360" y="240"/>
                    <a:pt x="360" y="240"/>
                  </a:cubicBezTo>
                  <a:cubicBezTo>
                    <a:pt x="360" y="689"/>
                    <a:pt x="360" y="689"/>
                    <a:pt x="360" y="689"/>
                  </a:cubicBezTo>
                  <a:cubicBezTo>
                    <a:pt x="45" y="689"/>
                    <a:pt x="45" y="689"/>
                    <a:pt x="45" y="689"/>
                  </a:cubicBezTo>
                  <a:cubicBezTo>
                    <a:pt x="37" y="689"/>
                    <a:pt x="30" y="682"/>
                    <a:pt x="30" y="674"/>
                  </a:cubicBezTo>
                  <a:close/>
                  <a:moveTo>
                    <a:pt x="465" y="53"/>
                  </a:moveTo>
                  <a:lnTo>
                    <a:pt x="465" y="53"/>
                  </a:lnTo>
                  <a:cubicBezTo>
                    <a:pt x="533" y="210"/>
                    <a:pt x="533" y="210"/>
                    <a:pt x="533" y="210"/>
                  </a:cubicBezTo>
                  <a:cubicBezTo>
                    <a:pt x="398" y="210"/>
                    <a:pt x="398" y="210"/>
                    <a:pt x="398" y="210"/>
                  </a:cubicBezTo>
                  <a:lnTo>
                    <a:pt x="465" y="53"/>
                  </a:lnTo>
                  <a:close/>
                  <a:moveTo>
                    <a:pt x="524" y="689"/>
                  </a:moveTo>
                  <a:lnTo>
                    <a:pt x="524" y="689"/>
                  </a:lnTo>
                  <a:cubicBezTo>
                    <a:pt x="389" y="689"/>
                    <a:pt x="389" y="689"/>
                    <a:pt x="389" y="689"/>
                  </a:cubicBezTo>
                  <a:cubicBezTo>
                    <a:pt x="389" y="240"/>
                    <a:pt x="389" y="240"/>
                    <a:pt x="389" y="240"/>
                  </a:cubicBezTo>
                  <a:cubicBezTo>
                    <a:pt x="540" y="240"/>
                    <a:pt x="540" y="240"/>
                    <a:pt x="540" y="240"/>
                  </a:cubicBezTo>
                  <a:cubicBezTo>
                    <a:pt x="540" y="674"/>
                    <a:pt x="540" y="674"/>
                    <a:pt x="540" y="674"/>
                  </a:cubicBezTo>
                  <a:cubicBezTo>
                    <a:pt x="540" y="682"/>
                    <a:pt x="533" y="689"/>
                    <a:pt x="524" y="689"/>
                  </a:cubicBezTo>
                  <a:close/>
                  <a:moveTo>
                    <a:pt x="116" y="31"/>
                  </a:moveTo>
                  <a:lnTo>
                    <a:pt x="116" y="31"/>
                  </a:lnTo>
                  <a:cubicBezTo>
                    <a:pt x="443" y="31"/>
                    <a:pt x="443" y="31"/>
                    <a:pt x="443" y="31"/>
                  </a:cubicBezTo>
                  <a:cubicBezTo>
                    <a:pt x="365" y="210"/>
                    <a:pt x="365" y="210"/>
                    <a:pt x="365" y="210"/>
                  </a:cubicBezTo>
                  <a:cubicBezTo>
                    <a:pt x="38" y="210"/>
                    <a:pt x="38" y="210"/>
                    <a:pt x="38" y="210"/>
                  </a:cubicBezTo>
                  <a:lnTo>
                    <a:pt x="116"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71">
              <a:extLst>
                <a:ext uri="{FF2B5EF4-FFF2-40B4-BE49-F238E27FC236}">
                  <a16:creationId xmlns:a16="http://schemas.microsoft.com/office/drawing/2014/main" id="{207D71A1-964F-71F4-B8B6-03DF94717E69}"/>
                </a:ext>
              </a:extLst>
            </p:cNvPr>
            <p:cNvSpPr>
              <a:spLocks noChangeArrowheads="1"/>
            </p:cNvSpPr>
            <p:nvPr/>
          </p:nvSpPr>
          <p:spPr bwMode="auto">
            <a:xfrm>
              <a:off x="6342063" y="3125788"/>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7"/>
                    <a:pt x="14" y="60"/>
                    <a:pt x="31" y="60"/>
                  </a:cubicBezTo>
                  <a:cubicBezTo>
                    <a:pt x="47" y="60"/>
                    <a:pt x="60" y="47"/>
                    <a:pt x="60" y="30"/>
                  </a:cubicBezTo>
                  <a:cubicBezTo>
                    <a:pt x="60" y="14"/>
                    <a:pt x="47"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7" name="Freeform 72">
            <a:extLst>
              <a:ext uri="{FF2B5EF4-FFF2-40B4-BE49-F238E27FC236}">
                <a16:creationId xmlns:a16="http://schemas.microsoft.com/office/drawing/2014/main" id="{7841A187-D2B3-B1DC-22D9-3185C250D38D}"/>
              </a:ext>
            </a:extLst>
          </p:cNvPr>
          <p:cNvSpPr>
            <a:spLocks noChangeArrowheads="1"/>
          </p:cNvSpPr>
          <p:nvPr/>
        </p:nvSpPr>
        <p:spPr bwMode="auto">
          <a:xfrm>
            <a:off x="5717778" y="2355727"/>
            <a:ext cx="249237" cy="249237"/>
          </a:xfrm>
          <a:custGeom>
            <a:avLst/>
            <a:gdLst>
              <a:gd name="T0" fmla="*/ 660 w 691"/>
              <a:gd name="T1" fmla="*/ 30 h 691"/>
              <a:gd name="T2" fmla="*/ 660 w 691"/>
              <a:gd name="T3" fmla="*/ 30 h 691"/>
              <a:gd name="T4" fmla="*/ 650 w 691"/>
              <a:gd name="T5" fmla="*/ 41 h 691"/>
              <a:gd name="T6" fmla="*/ 660 w 691"/>
              <a:gd name="T7" fmla="*/ 30 h 691"/>
              <a:gd name="T8" fmla="*/ 624 w 691"/>
              <a:gd name="T9" fmla="*/ 7 h 691"/>
              <a:gd name="T10" fmla="*/ 580 w 691"/>
              <a:gd name="T11" fmla="*/ 0 h 691"/>
              <a:gd name="T12" fmla="*/ 406 w 691"/>
              <a:gd name="T13" fmla="*/ 58 h 691"/>
              <a:gd name="T14" fmla="*/ 209 w 691"/>
              <a:gd name="T15" fmla="*/ 209 h 691"/>
              <a:gd name="T16" fmla="*/ 56 w 691"/>
              <a:gd name="T17" fmla="*/ 407 h 691"/>
              <a:gd name="T18" fmla="*/ 0 w 691"/>
              <a:gd name="T19" fmla="*/ 580 h 691"/>
              <a:gd name="T20" fmla="*/ 7 w 691"/>
              <a:gd name="T21" fmla="*/ 625 h 691"/>
              <a:gd name="T22" fmla="*/ 30 w 691"/>
              <a:gd name="T23" fmla="*/ 660 h 691"/>
              <a:gd name="T24" fmla="*/ 65 w 691"/>
              <a:gd name="T25" fmla="*/ 683 h 691"/>
              <a:gd name="T26" fmla="*/ 110 w 691"/>
              <a:gd name="T27" fmla="*/ 690 h 691"/>
              <a:gd name="T28" fmla="*/ 284 w 691"/>
              <a:gd name="T29" fmla="*/ 633 h 691"/>
              <a:gd name="T30" fmla="*/ 480 w 691"/>
              <a:gd name="T31" fmla="*/ 480 h 691"/>
              <a:gd name="T32" fmla="*/ 634 w 691"/>
              <a:gd name="T33" fmla="*/ 284 h 691"/>
              <a:gd name="T34" fmla="*/ 690 w 691"/>
              <a:gd name="T35" fmla="*/ 110 h 691"/>
              <a:gd name="T36" fmla="*/ 683 w 691"/>
              <a:gd name="T37" fmla="*/ 66 h 691"/>
              <a:gd name="T38" fmla="*/ 660 w 691"/>
              <a:gd name="T39" fmla="*/ 30 h 691"/>
              <a:gd name="T40" fmla="*/ 607 w 691"/>
              <a:gd name="T41" fmla="*/ 268 h 691"/>
              <a:gd name="T42" fmla="*/ 607 w 691"/>
              <a:gd name="T43" fmla="*/ 268 h 691"/>
              <a:gd name="T44" fmla="*/ 459 w 691"/>
              <a:gd name="T45" fmla="*/ 459 h 691"/>
              <a:gd name="T46" fmla="*/ 268 w 691"/>
              <a:gd name="T47" fmla="*/ 607 h 691"/>
              <a:gd name="T48" fmla="*/ 110 w 691"/>
              <a:gd name="T49" fmla="*/ 660 h 691"/>
              <a:gd name="T50" fmla="*/ 75 w 691"/>
              <a:gd name="T51" fmla="*/ 655 h 691"/>
              <a:gd name="T52" fmla="*/ 51 w 691"/>
              <a:gd name="T53" fmla="*/ 639 h 691"/>
              <a:gd name="T54" fmla="*/ 35 w 691"/>
              <a:gd name="T55" fmla="*/ 615 h 691"/>
              <a:gd name="T56" fmla="*/ 30 w 691"/>
              <a:gd name="T57" fmla="*/ 580 h 691"/>
              <a:gd name="T58" fmla="*/ 83 w 691"/>
              <a:gd name="T59" fmla="*/ 421 h 691"/>
              <a:gd name="T60" fmla="*/ 100 w 691"/>
              <a:gd name="T61" fmla="*/ 395 h 691"/>
              <a:gd name="T62" fmla="*/ 191 w 691"/>
              <a:gd name="T63" fmla="*/ 426 h 691"/>
              <a:gd name="T64" fmla="*/ 229 w 691"/>
              <a:gd name="T65" fmla="*/ 499 h 691"/>
              <a:gd name="T66" fmla="*/ 243 w 691"/>
              <a:gd name="T67" fmla="*/ 514 h 691"/>
              <a:gd name="T68" fmla="*/ 259 w 691"/>
              <a:gd name="T69" fmla="*/ 499 h 691"/>
              <a:gd name="T70" fmla="*/ 209 w 691"/>
              <a:gd name="T71" fmla="*/ 402 h 691"/>
              <a:gd name="T72" fmla="*/ 118 w 691"/>
              <a:gd name="T73" fmla="*/ 365 h 691"/>
              <a:gd name="T74" fmla="*/ 218 w 691"/>
              <a:gd name="T75" fmla="*/ 245 h 691"/>
              <a:gd name="T76" fmla="*/ 311 w 691"/>
              <a:gd name="T77" fmla="*/ 275 h 691"/>
              <a:gd name="T78" fmla="*/ 348 w 691"/>
              <a:gd name="T79" fmla="*/ 348 h 691"/>
              <a:gd name="T80" fmla="*/ 364 w 691"/>
              <a:gd name="T81" fmla="*/ 364 h 691"/>
              <a:gd name="T82" fmla="*/ 378 w 691"/>
              <a:gd name="T83" fmla="*/ 348 h 691"/>
              <a:gd name="T84" fmla="*/ 329 w 691"/>
              <a:gd name="T85" fmla="*/ 253 h 691"/>
              <a:gd name="T86" fmla="*/ 246 w 691"/>
              <a:gd name="T87" fmla="*/ 216 h 691"/>
              <a:gd name="T88" fmla="*/ 357 w 691"/>
              <a:gd name="T89" fmla="*/ 124 h 691"/>
              <a:gd name="T90" fmla="*/ 357 w 691"/>
              <a:gd name="T91" fmla="*/ 124 h 691"/>
              <a:gd name="T92" fmla="*/ 357 w 691"/>
              <a:gd name="T93" fmla="*/ 124 h 691"/>
              <a:gd name="T94" fmla="*/ 454 w 691"/>
              <a:gd name="T95" fmla="*/ 156 h 691"/>
              <a:gd name="T96" fmla="*/ 492 w 691"/>
              <a:gd name="T97" fmla="*/ 229 h 691"/>
              <a:gd name="T98" fmla="*/ 507 w 691"/>
              <a:gd name="T99" fmla="*/ 245 h 691"/>
              <a:gd name="T100" fmla="*/ 523 w 691"/>
              <a:gd name="T101" fmla="*/ 229 h 691"/>
              <a:gd name="T102" fmla="*/ 473 w 691"/>
              <a:gd name="T103" fmla="*/ 132 h 691"/>
              <a:gd name="T104" fmla="*/ 396 w 691"/>
              <a:gd name="T105" fmla="*/ 99 h 691"/>
              <a:gd name="T106" fmla="*/ 421 w 691"/>
              <a:gd name="T107" fmla="*/ 83 h 691"/>
              <a:gd name="T108" fmla="*/ 580 w 691"/>
              <a:gd name="T109" fmla="*/ 31 h 691"/>
              <a:gd name="T110" fmla="*/ 614 w 691"/>
              <a:gd name="T111" fmla="*/ 37 h 691"/>
              <a:gd name="T112" fmla="*/ 639 w 691"/>
              <a:gd name="T113" fmla="*/ 51 h 691"/>
              <a:gd name="T114" fmla="*/ 655 w 691"/>
              <a:gd name="T115" fmla="*/ 76 h 691"/>
              <a:gd name="T116" fmla="*/ 659 w 691"/>
              <a:gd name="T117" fmla="*/ 110 h 691"/>
              <a:gd name="T118" fmla="*/ 607 w 691"/>
              <a:gd name="T119" fmla="*/ 268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91" h="691">
                <a:moveTo>
                  <a:pt x="660" y="30"/>
                </a:moveTo>
                <a:lnTo>
                  <a:pt x="660" y="30"/>
                </a:lnTo>
                <a:cubicBezTo>
                  <a:pt x="650" y="41"/>
                  <a:pt x="650" y="41"/>
                  <a:pt x="650" y="41"/>
                </a:cubicBezTo>
                <a:cubicBezTo>
                  <a:pt x="660" y="30"/>
                  <a:pt x="660" y="30"/>
                  <a:pt x="660" y="30"/>
                </a:cubicBezTo>
                <a:cubicBezTo>
                  <a:pt x="650" y="20"/>
                  <a:pt x="638" y="13"/>
                  <a:pt x="624" y="7"/>
                </a:cubicBezTo>
                <a:cubicBezTo>
                  <a:pt x="611" y="3"/>
                  <a:pt x="596" y="0"/>
                  <a:pt x="580" y="0"/>
                </a:cubicBezTo>
                <a:cubicBezTo>
                  <a:pt x="530" y="2"/>
                  <a:pt x="471" y="21"/>
                  <a:pt x="406" y="58"/>
                </a:cubicBezTo>
                <a:cubicBezTo>
                  <a:pt x="343" y="93"/>
                  <a:pt x="274" y="145"/>
                  <a:pt x="209" y="209"/>
                </a:cubicBezTo>
                <a:cubicBezTo>
                  <a:pt x="145" y="274"/>
                  <a:pt x="93" y="343"/>
                  <a:pt x="56" y="407"/>
                </a:cubicBezTo>
                <a:cubicBezTo>
                  <a:pt x="21" y="471"/>
                  <a:pt x="0" y="531"/>
                  <a:pt x="0" y="580"/>
                </a:cubicBezTo>
                <a:cubicBezTo>
                  <a:pt x="0" y="597"/>
                  <a:pt x="3" y="611"/>
                  <a:pt x="7" y="625"/>
                </a:cubicBezTo>
                <a:cubicBezTo>
                  <a:pt x="12" y="639"/>
                  <a:pt x="20" y="650"/>
                  <a:pt x="30" y="660"/>
                </a:cubicBezTo>
                <a:cubicBezTo>
                  <a:pt x="40" y="671"/>
                  <a:pt x="52" y="678"/>
                  <a:pt x="65" y="683"/>
                </a:cubicBezTo>
                <a:cubicBezTo>
                  <a:pt x="79" y="688"/>
                  <a:pt x="94" y="690"/>
                  <a:pt x="110" y="690"/>
                </a:cubicBezTo>
                <a:cubicBezTo>
                  <a:pt x="159" y="690"/>
                  <a:pt x="219" y="670"/>
                  <a:pt x="284" y="633"/>
                </a:cubicBezTo>
                <a:cubicBezTo>
                  <a:pt x="347" y="597"/>
                  <a:pt x="416" y="545"/>
                  <a:pt x="480" y="480"/>
                </a:cubicBezTo>
                <a:cubicBezTo>
                  <a:pt x="545" y="416"/>
                  <a:pt x="597" y="348"/>
                  <a:pt x="634" y="284"/>
                </a:cubicBezTo>
                <a:cubicBezTo>
                  <a:pt x="669" y="219"/>
                  <a:pt x="690" y="160"/>
                  <a:pt x="690" y="110"/>
                </a:cubicBezTo>
                <a:cubicBezTo>
                  <a:pt x="690" y="94"/>
                  <a:pt x="687" y="79"/>
                  <a:pt x="683" y="66"/>
                </a:cubicBezTo>
                <a:cubicBezTo>
                  <a:pt x="677" y="52"/>
                  <a:pt x="670" y="40"/>
                  <a:pt x="660" y="30"/>
                </a:cubicBezTo>
                <a:close/>
                <a:moveTo>
                  <a:pt x="607" y="268"/>
                </a:moveTo>
                <a:lnTo>
                  <a:pt x="607" y="268"/>
                </a:lnTo>
                <a:cubicBezTo>
                  <a:pt x="572" y="330"/>
                  <a:pt x="521" y="396"/>
                  <a:pt x="459" y="459"/>
                </a:cubicBezTo>
                <a:cubicBezTo>
                  <a:pt x="396" y="523"/>
                  <a:pt x="330" y="573"/>
                  <a:pt x="268" y="607"/>
                </a:cubicBezTo>
                <a:cubicBezTo>
                  <a:pt x="208" y="642"/>
                  <a:pt x="151" y="660"/>
                  <a:pt x="110" y="660"/>
                </a:cubicBezTo>
                <a:cubicBezTo>
                  <a:pt x="97" y="660"/>
                  <a:pt x="85" y="659"/>
                  <a:pt x="75" y="655"/>
                </a:cubicBezTo>
                <a:cubicBezTo>
                  <a:pt x="65" y="652"/>
                  <a:pt x="58" y="646"/>
                  <a:pt x="51" y="639"/>
                </a:cubicBezTo>
                <a:cubicBezTo>
                  <a:pt x="44" y="633"/>
                  <a:pt x="40" y="625"/>
                  <a:pt x="35" y="615"/>
                </a:cubicBezTo>
                <a:cubicBezTo>
                  <a:pt x="33" y="605"/>
                  <a:pt x="30" y="594"/>
                  <a:pt x="30" y="580"/>
                </a:cubicBezTo>
                <a:cubicBezTo>
                  <a:pt x="30" y="539"/>
                  <a:pt x="48" y="483"/>
                  <a:pt x="83" y="421"/>
                </a:cubicBezTo>
                <a:cubicBezTo>
                  <a:pt x="87" y="413"/>
                  <a:pt x="93" y="403"/>
                  <a:pt x="100" y="395"/>
                </a:cubicBezTo>
                <a:cubicBezTo>
                  <a:pt x="135" y="395"/>
                  <a:pt x="167" y="407"/>
                  <a:pt x="191" y="426"/>
                </a:cubicBezTo>
                <a:cubicBezTo>
                  <a:pt x="215" y="445"/>
                  <a:pt x="229" y="471"/>
                  <a:pt x="229" y="499"/>
                </a:cubicBezTo>
                <a:cubicBezTo>
                  <a:pt x="229" y="507"/>
                  <a:pt x="236" y="514"/>
                  <a:pt x="243" y="514"/>
                </a:cubicBezTo>
                <a:cubicBezTo>
                  <a:pt x="252" y="514"/>
                  <a:pt x="259" y="507"/>
                  <a:pt x="259" y="499"/>
                </a:cubicBezTo>
                <a:cubicBezTo>
                  <a:pt x="259" y="461"/>
                  <a:pt x="239" y="426"/>
                  <a:pt x="209" y="402"/>
                </a:cubicBezTo>
                <a:cubicBezTo>
                  <a:pt x="184" y="384"/>
                  <a:pt x="153" y="370"/>
                  <a:pt x="118" y="365"/>
                </a:cubicBezTo>
                <a:cubicBezTo>
                  <a:pt x="146" y="326"/>
                  <a:pt x="179" y="284"/>
                  <a:pt x="218" y="245"/>
                </a:cubicBezTo>
                <a:cubicBezTo>
                  <a:pt x="254" y="246"/>
                  <a:pt x="287" y="257"/>
                  <a:pt x="311" y="275"/>
                </a:cubicBezTo>
                <a:cubicBezTo>
                  <a:pt x="334" y="295"/>
                  <a:pt x="348" y="322"/>
                  <a:pt x="348" y="348"/>
                </a:cubicBezTo>
                <a:cubicBezTo>
                  <a:pt x="348" y="357"/>
                  <a:pt x="355" y="364"/>
                  <a:pt x="364" y="364"/>
                </a:cubicBezTo>
                <a:cubicBezTo>
                  <a:pt x="372" y="364"/>
                  <a:pt x="378" y="357"/>
                  <a:pt x="378" y="348"/>
                </a:cubicBezTo>
                <a:cubicBezTo>
                  <a:pt x="378" y="311"/>
                  <a:pt x="360" y="277"/>
                  <a:pt x="329" y="253"/>
                </a:cubicBezTo>
                <a:cubicBezTo>
                  <a:pt x="306" y="235"/>
                  <a:pt x="277" y="222"/>
                  <a:pt x="246" y="216"/>
                </a:cubicBezTo>
                <a:cubicBezTo>
                  <a:pt x="282" y="181"/>
                  <a:pt x="320" y="150"/>
                  <a:pt x="357" y="124"/>
                </a:cubicBezTo>
                <a:lnTo>
                  <a:pt x="357" y="124"/>
                </a:lnTo>
                <a:lnTo>
                  <a:pt x="357" y="124"/>
                </a:lnTo>
                <a:cubicBezTo>
                  <a:pt x="396" y="124"/>
                  <a:pt x="430" y="136"/>
                  <a:pt x="454" y="156"/>
                </a:cubicBezTo>
                <a:cubicBezTo>
                  <a:pt x="478" y="176"/>
                  <a:pt x="492" y="201"/>
                  <a:pt x="492" y="229"/>
                </a:cubicBezTo>
                <a:cubicBezTo>
                  <a:pt x="492" y="238"/>
                  <a:pt x="499" y="245"/>
                  <a:pt x="507" y="245"/>
                </a:cubicBezTo>
                <a:cubicBezTo>
                  <a:pt x="516" y="245"/>
                  <a:pt x="523" y="238"/>
                  <a:pt x="523" y="229"/>
                </a:cubicBezTo>
                <a:cubicBezTo>
                  <a:pt x="523" y="191"/>
                  <a:pt x="503" y="156"/>
                  <a:pt x="473" y="132"/>
                </a:cubicBezTo>
                <a:cubicBezTo>
                  <a:pt x="452" y="115"/>
                  <a:pt x="426" y="104"/>
                  <a:pt x="396" y="99"/>
                </a:cubicBezTo>
                <a:cubicBezTo>
                  <a:pt x="405" y="93"/>
                  <a:pt x="413" y="89"/>
                  <a:pt x="421" y="83"/>
                </a:cubicBezTo>
                <a:cubicBezTo>
                  <a:pt x="482" y="49"/>
                  <a:pt x="538" y="31"/>
                  <a:pt x="580" y="31"/>
                </a:cubicBezTo>
                <a:cubicBezTo>
                  <a:pt x="593" y="31"/>
                  <a:pt x="605" y="33"/>
                  <a:pt x="614" y="37"/>
                </a:cubicBezTo>
                <a:cubicBezTo>
                  <a:pt x="625" y="40"/>
                  <a:pt x="632" y="44"/>
                  <a:pt x="639" y="51"/>
                </a:cubicBezTo>
                <a:cubicBezTo>
                  <a:pt x="646" y="58"/>
                  <a:pt x="650" y="66"/>
                  <a:pt x="655" y="76"/>
                </a:cubicBezTo>
                <a:cubicBezTo>
                  <a:pt x="657" y="86"/>
                  <a:pt x="659" y="97"/>
                  <a:pt x="659" y="110"/>
                </a:cubicBezTo>
                <a:cubicBezTo>
                  <a:pt x="659" y="152"/>
                  <a:pt x="642" y="208"/>
                  <a:pt x="607" y="268"/>
                </a:cubicBezTo>
                <a:close/>
              </a:path>
            </a:pathLst>
          </a:custGeom>
          <a:solidFill>
            <a:schemeClr val="tx2"/>
          </a:solidFill>
          <a:ln>
            <a:noFill/>
          </a:ln>
          <a:effectLst/>
        </p:spPr>
        <p:txBody>
          <a:bodyPr wrap="none" anchor="ctr"/>
          <a:lstStyle/>
          <a:p>
            <a:endParaRPr lang="da-DK"/>
          </a:p>
        </p:txBody>
      </p:sp>
      <p:grpSp>
        <p:nvGrpSpPr>
          <p:cNvPr id="88" name="Group 91">
            <a:extLst>
              <a:ext uri="{FF2B5EF4-FFF2-40B4-BE49-F238E27FC236}">
                <a16:creationId xmlns:a16="http://schemas.microsoft.com/office/drawing/2014/main" id="{08ED6F24-5EAD-1159-1AF6-17004D04BDEA}"/>
              </a:ext>
            </a:extLst>
          </p:cNvPr>
          <p:cNvGrpSpPr/>
          <p:nvPr/>
        </p:nvGrpSpPr>
        <p:grpSpPr>
          <a:xfrm>
            <a:off x="7270353" y="2859757"/>
            <a:ext cx="258762" cy="236538"/>
            <a:chOff x="6234113" y="4657725"/>
            <a:chExt cx="258762" cy="236538"/>
          </a:xfrm>
          <a:solidFill>
            <a:schemeClr val="tx2"/>
          </a:solidFill>
        </p:grpSpPr>
        <p:sp>
          <p:nvSpPr>
            <p:cNvPr id="89" name="Freeform 73">
              <a:extLst>
                <a:ext uri="{FF2B5EF4-FFF2-40B4-BE49-F238E27FC236}">
                  <a16:creationId xmlns:a16="http://schemas.microsoft.com/office/drawing/2014/main" id="{25EA0EBB-BF82-2129-F500-CCABC0C703F0}"/>
                </a:ext>
              </a:extLst>
            </p:cNvPr>
            <p:cNvSpPr>
              <a:spLocks noChangeArrowheads="1"/>
            </p:cNvSpPr>
            <p:nvPr/>
          </p:nvSpPr>
          <p:spPr bwMode="auto">
            <a:xfrm>
              <a:off x="6234113" y="4657725"/>
              <a:ext cx="258762" cy="236538"/>
            </a:xfrm>
            <a:custGeom>
              <a:avLst/>
              <a:gdLst>
                <a:gd name="T0" fmla="*/ 652 w 719"/>
                <a:gd name="T1" fmla="*/ 36 h 659"/>
                <a:gd name="T2" fmla="*/ 360 w 719"/>
                <a:gd name="T3" fmla="*/ 3 h 659"/>
                <a:gd name="T4" fmla="*/ 66 w 719"/>
                <a:gd name="T5" fmla="*/ 36 h 659"/>
                <a:gd name="T6" fmla="*/ 0 w 719"/>
                <a:gd name="T7" fmla="*/ 139 h 659"/>
                <a:gd name="T8" fmla="*/ 36 w 719"/>
                <a:gd name="T9" fmla="*/ 246 h 659"/>
                <a:gd name="T10" fmla="*/ 89 w 719"/>
                <a:gd name="T11" fmla="*/ 613 h 659"/>
                <a:gd name="T12" fmla="*/ 224 w 719"/>
                <a:gd name="T13" fmla="*/ 658 h 659"/>
                <a:gd name="T14" fmla="*/ 224 w 719"/>
                <a:gd name="T15" fmla="*/ 658 h 659"/>
                <a:gd name="T16" fmla="*/ 494 w 719"/>
                <a:gd name="T17" fmla="*/ 658 h 659"/>
                <a:gd name="T18" fmla="*/ 629 w 719"/>
                <a:gd name="T19" fmla="*/ 613 h 659"/>
                <a:gd name="T20" fmla="*/ 682 w 719"/>
                <a:gd name="T21" fmla="*/ 246 h 659"/>
                <a:gd name="T22" fmla="*/ 718 w 719"/>
                <a:gd name="T23" fmla="*/ 139 h 659"/>
                <a:gd name="T24" fmla="*/ 652 w 719"/>
                <a:gd name="T25" fmla="*/ 36 h 659"/>
                <a:gd name="T26" fmla="*/ 224 w 719"/>
                <a:gd name="T27" fmla="*/ 629 h 659"/>
                <a:gd name="T28" fmla="*/ 119 w 719"/>
                <a:gd name="T29" fmla="*/ 613 h 659"/>
                <a:gd name="T30" fmla="*/ 115 w 719"/>
                <a:gd name="T31" fmla="*/ 241 h 659"/>
                <a:gd name="T32" fmla="*/ 89 w 719"/>
                <a:gd name="T33" fmla="*/ 239 h 659"/>
                <a:gd name="T34" fmla="*/ 33 w 719"/>
                <a:gd name="T35" fmla="*/ 173 h 659"/>
                <a:gd name="T36" fmla="*/ 29 w 719"/>
                <a:gd name="T37" fmla="*/ 140 h 659"/>
                <a:gd name="T38" fmla="*/ 29 w 719"/>
                <a:gd name="T39" fmla="*/ 139 h 659"/>
                <a:gd name="T40" fmla="*/ 75 w 719"/>
                <a:gd name="T41" fmla="*/ 66 h 659"/>
                <a:gd name="T42" fmla="*/ 523 w 719"/>
                <a:gd name="T43" fmla="*/ 66 h 659"/>
                <a:gd name="T44" fmla="*/ 568 w 719"/>
                <a:gd name="T45" fmla="*/ 139 h 659"/>
                <a:gd name="T46" fmla="*/ 560 w 719"/>
                <a:gd name="T47" fmla="*/ 194 h 659"/>
                <a:gd name="T48" fmla="*/ 508 w 719"/>
                <a:gd name="T49" fmla="*/ 239 h 659"/>
                <a:gd name="T50" fmla="*/ 484 w 719"/>
                <a:gd name="T51" fmla="*/ 241 h 659"/>
                <a:gd name="T52" fmla="*/ 478 w 719"/>
                <a:gd name="T53" fmla="*/ 613 h 659"/>
                <a:gd name="T54" fmla="*/ 224 w 719"/>
                <a:gd name="T55" fmla="*/ 629 h 659"/>
                <a:gd name="T56" fmla="*/ 689 w 719"/>
                <a:gd name="T57" fmla="*/ 139 h 659"/>
                <a:gd name="T58" fmla="*/ 661 w 719"/>
                <a:gd name="T59" fmla="*/ 226 h 659"/>
                <a:gd name="T60" fmla="*/ 616 w 719"/>
                <a:gd name="T61" fmla="*/ 237 h 659"/>
                <a:gd name="T62" fmla="*/ 599 w 719"/>
                <a:gd name="T63" fmla="*/ 253 h 659"/>
                <a:gd name="T64" fmla="*/ 584 w 719"/>
                <a:gd name="T65" fmla="*/ 629 h 659"/>
                <a:gd name="T66" fmla="*/ 509 w 719"/>
                <a:gd name="T67" fmla="*/ 613 h 659"/>
                <a:gd name="T68" fmla="*/ 563 w 719"/>
                <a:gd name="T69" fmla="*/ 246 h 659"/>
                <a:gd name="T70" fmla="*/ 599 w 719"/>
                <a:gd name="T71" fmla="*/ 139 h 659"/>
                <a:gd name="T72" fmla="*/ 540 w 719"/>
                <a:gd name="T73" fmla="*/ 41 h 659"/>
                <a:gd name="T74" fmla="*/ 643 w 719"/>
                <a:gd name="T75" fmla="*/ 66 h 659"/>
                <a:gd name="T76" fmla="*/ 689 w 719"/>
                <a:gd name="T77" fmla="*/ 139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9" h="659">
                  <a:moveTo>
                    <a:pt x="652" y="36"/>
                  </a:moveTo>
                  <a:lnTo>
                    <a:pt x="652" y="36"/>
                  </a:lnTo>
                  <a:cubicBezTo>
                    <a:pt x="577" y="13"/>
                    <a:pt x="498" y="0"/>
                    <a:pt x="419" y="0"/>
                  </a:cubicBezTo>
                  <a:cubicBezTo>
                    <a:pt x="400" y="0"/>
                    <a:pt x="380" y="1"/>
                    <a:pt x="360" y="3"/>
                  </a:cubicBezTo>
                  <a:cubicBezTo>
                    <a:pt x="339" y="1"/>
                    <a:pt x="320" y="0"/>
                    <a:pt x="299" y="0"/>
                  </a:cubicBezTo>
                  <a:cubicBezTo>
                    <a:pt x="221" y="0"/>
                    <a:pt x="143" y="13"/>
                    <a:pt x="66" y="36"/>
                  </a:cubicBezTo>
                  <a:cubicBezTo>
                    <a:pt x="46" y="43"/>
                    <a:pt x="29" y="57"/>
                    <a:pt x="18" y="76"/>
                  </a:cubicBezTo>
                  <a:cubicBezTo>
                    <a:pt x="7" y="94"/>
                    <a:pt x="0" y="115"/>
                    <a:pt x="0" y="139"/>
                  </a:cubicBezTo>
                  <a:cubicBezTo>
                    <a:pt x="0" y="139"/>
                    <a:pt x="0" y="170"/>
                    <a:pt x="9" y="201"/>
                  </a:cubicBezTo>
                  <a:cubicBezTo>
                    <a:pt x="15" y="216"/>
                    <a:pt x="23" y="233"/>
                    <a:pt x="36" y="246"/>
                  </a:cubicBezTo>
                  <a:cubicBezTo>
                    <a:pt x="49" y="260"/>
                    <a:pt x="67" y="268"/>
                    <a:pt x="89" y="268"/>
                  </a:cubicBezTo>
                  <a:cubicBezTo>
                    <a:pt x="89" y="613"/>
                    <a:pt x="89" y="613"/>
                    <a:pt x="89" y="613"/>
                  </a:cubicBezTo>
                  <a:cubicBezTo>
                    <a:pt x="89" y="639"/>
                    <a:pt x="109" y="658"/>
                    <a:pt x="134" y="658"/>
                  </a:cubicBezTo>
                  <a:cubicBezTo>
                    <a:pt x="224" y="658"/>
                    <a:pt x="224" y="658"/>
                    <a:pt x="224" y="658"/>
                  </a:cubicBezTo>
                  <a:lnTo>
                    <a:pt x="224" y="658"/>
                  </a:lnTo>
                  <a:lnTo>
                    <a:pt x="224" y="658"/>
                  </a:lnTo>
                  <a:cubicBezTo>
                    <a:pt x="464" y="658"/>
                    <a:pt x="464" y="658"/>
                    <a:pt x="464" y="658"/>
                  </a:cubicBezTo>
                  <a:cubicBezTo>
                    <a:pt x="494" y="658"/>
                    <a:pt x="494" y="658"/>
                    <a:pt x="494" y="658"/>
                  </a:cubicBezTo>
                  <a:cubicBezTo>
                    <a:pt x="584" y="658"/>
                    <a:pt x="584" y="658"/>
                    <a:pt x="584" y="658"/>
                  </a:cubicBezTo>
                  <a:cubicBezTo>
                    <a:pt x="609" y="658"/>
                    <a:pt x="629" y="639"/>
                    <a:pt x="629" y="613"/>
                  </a:cubicBezTo>
                  <a:cubicBezTo>
                    <a:pt x="629" y="268"/>
                    <a:pt x="629" y="268"/>
                    <a:pt x="629" y="268"/>
                  </a:cubicBezTo>
                  <a:cubicBezTo>
                    <a:pt x="651" y="268"/>
                    <a:pt x="669" y="260"/>
                    <a:pt x="682" y="246"/>
                  </a:cubicBezTo>
                  <a:cubicBezTo>
                    <a:pt x="702" y="226"/>
                    <a:pt x="710" y="199"/>
                    <a:pt x="714" y="178"/>
                  </a:cubicBezTo>
                  <a:cubicBezTo>
                    <a:pt x="718" y="156"/>
                    <a:pt x="718" y="139"/>
                    <a:pt x="718" y="139"/>
                  </a:cubicBezTo>
                  <a:cubicBezTo>
                    <a:pt x="718" y="115"/>
                    <a:pt x="711" y="94"/>
                    <a:pt x="700" y="76"/>
                  </a:cubicBezTo>
                  <a:cubicBezTo>
                    <a:pt x="689" y="57"/>
                    <a:pt x="672" y="43"/>
                    <a:pt x="652" y="36"/>
                  </a:cubicBezTo>
                  <a:close/>
                  <a:moveTo>
                    <a:pt x="224" y="629"/>
                  </a:moveTo>
                  <a:lnTo>
                    <a:pt x="224" y="629"/>
                  </a:lnTo>
                  <a:cubicBezTo>
                    <a:pt x="134" y="629"/>
                    <a:pt x="134" y="629"/>
                    <a:pt x="134" y="629"/>
                  </a:cubicBezTo>
                  <a:cubicBezTo>
                    <a:pt x="126" y="629"/>
                    <a:pt x="119" y="622"/>
                    <a:pt x="119" y="613"/>
                  </a:cubicBezTo>
                  <a:cubicBezTo>
                    <a:pt x="119" y="253"/>
                    <a:pt x="119" y="253"/>
                    <a:pt x="119" y="253"/>
                  </a:cubicBezTo>
                  <a:cubicBezTo>
                    <a:pt x="119" y="248"/>
                    <a:pt x="118" y="244"/>
                    <a:pt x="115" y="241"/>
                  </a:cubicBezTo>
                  <a:cubicBezTo>
                    <a:pt x="111" y="239"/>
                    <a:pt x="106" y="237"/>
                    <a:pt x="102" y="237"/>
                  </a:cubicBezTo>
                  <a:cubicBezTo>
                    <a:pt x="98" y="239"/>
                    <a:pt x="94" y="239"/>
                    <a:pt x="89" y="239"/>
                  </a:cubicBezTo>
                  <a:cubicBezTo>
                    <a:pt x="75" y="239"/>
                    <a:pt x="66" y="233"/>
                    <a:pt x="57" y="225"/>
                  </a:cubicBezTo>
                  <a:cubicBezTo>
                    <a:pt x="44" y="213"/>
                    <a:pt x="37" y="191"/>
                    <a:pt x="33" y="173"/>
                  </a:cubicBezTo>
                  <a:cubicBezTo>
                    <a:pt x="32" y="163"/>
                    <a:pt x="30" y="154"/>
                    <a:pt x="30" y="149"/>
                  </a:cubicBezTo>
                  <a:cubicBezTo>
                    <a:pt x="30" y="144"/>
                    <a:pt x="29" y="143"/>
                    <a:pt x="29" y="140"/>
                  </a:cubicBezTo>
                  <a:cubicBezTo>
                    <a:pt x="29" y="139"/>
                    <a:pt x="29" y="139"/>
                    <a:pt x="29" y="139"/>
                  </a:cubicBezTo>
                  <a:lnTo>
                    <a:pt x="29" y="139"/>
                  </a:lnTo>
                  <a:cubicBezTo>
                    <a:pt x="29" y="121"/>
                    <a:pt x="35" y="105"/>
                    <a:pt x="43" y="91"/>
                  </a:cubicBezTo>
                  <a:cubicBezTo>
                    <a:pt x="52" y="78"/>
                    <a:pt x="63" y="70"/>
                    <a:pt x="75" y="66"/>
                  </a:cubicBezTo>
                  <a:cubicBezTo>
                    <a:pt x="148" y="42"/>
                    <a:pt x="224" y="29"/>
                    <a:pt x="299" y="29"/>
                  </a:cubicBezTo>
                  <a:cubicBezTo>
                    <a:pt x="374" y="29"/>
                    <a:pt x="450" y="42"/>
                    <a:pt x="523" y="66"/>
                  </a:cubicBezTo>
                  <a:cubicBezTo>
                    <a:pt x="536" y="70"/>
                    <a:pt x="547" y="78"/>
                    <a:pt x="556" y="91"/>
                  </a:cubicBezTo>
                  <a:cubicBezTo>
                    <a:pt x="564" y="105"/>
                    <a:pt x="568" y="121"/>
                    <a:pt x="568" y="139"/>
                  </a:cubicBezTo>
                  <a:lnTo>
                    <a:pt x="568" y="139"/>
                  </a:lnTo>
                  <a:cubicBezTo>
                    <a:pt x="568" y="142"/>
                    <a:pt x="568" y="168"/>
                    <a:pt x="560" y="194"/>
                  </a:cubicBezTo>
                  <a:cubicBezTo>
                    <a:pt x="556" y="206"/>
                    <a:pt x="549" y="217"/>
                    <a:pt x="540" y="226"/>
                  </a:cubicBezTo>
                  <a:cubicBezTo>
                    <a:pt x="532" y="234"/>
                    <a:pt x="523" y="239"/>
                    <a:pt x="508" y="239"/>
                  </a:cubicBezTo>
                  <a:cubicBezTo>
                    <a:pt x="505" y="239"/>
                    <a:pt x="501" y="239"/>
                    <a:pt x="497" y="237"/>
                  </a:cubicBezTo>
                  <a:cubicBezTo>
                    <a:pt x="492" y="237"/>
                    <a:pt x="488" y="239"/>
                    <a:pt x="484" y="241"/>
                  </a:cubicBezTo>
                  <a:cubicBezTo>
                    <a:pt x="481" y="244"/>
                    <a:pt x="478" y="248"/>
                    <a:pt x="478" y="253"/>
                  </a:cubicBezTo>
                  <a:cubicBezTo>
                    <a:pt x="478" y="613"/>
                    <a:pt x="478" y="613"/>
                    <a:pt x="478" y="613"/>
                  </a:cubicBezTo>
                  <a:cubicBezTo>
                    <a:pt x="478" y="622"/>
                    <a:pt x="473" y="629"/>
                    <a:pt x="464" y="629"/>
                  </a:cubicBezTo>
                  <a:lnTo>
                    <a:pt x="224" y="629"/>
                  </a:lnTo>
                  <a:close/>
                  <a:moveTo>
                    <a:pt x="689" y="139"/>
                  </a:moveTo>
                  <a:lnTo>
                    <a:pt x="689" y="139"/>
                  </a:lnTo>
                  <a:cubicBezTo>
                    <a:pt x="689" y="142"/>
                    <a:pt x="688" y="168"/>
                    <a:pt x="679" y="194"/>
                  </a:cubicBezTo>
                  <a:cubicBezTo>
                    <a:pt x="675" y="206"/>
                    <a:pt x="668" y="217"/>
                    <a:pt x="661" y="226"/>
                  </a:cubicBezTo>
                  <a:cubicBezTo>
                    <a:pt x="652" y="233"/>
                    <a:pt x="643" y="239"/>
                    <a:pt x="629" y="239"/>
                  </a:cubicBezTo>
                  <a:cubicBezTo>
                    <a:pt x="624" y="239"/>
                    <a:pt x="620" y="239"/>
                    <a:pt x="616" y="237"/>
                  </a:cubicBezTo>
                  <a:cubicBezTo>
                    <a:pt x="612" y="237"/>
                    <a:pt x="608" y="237"/>
                    <a:pt x="605" y="240"/>
                  </a:cubicBezTo>
                  <a:cubicBezTo>
                    <a:pt x="601" y="244"/>
                    <a:pt x="599" y="247"/>
                    <a:pt x="599" y="253"/>
                  </a:cubicBezTo>
                  <a:cubicBezTo>
                    <a:pt x="599" y="613"/>
                    <a:pt x="599" y="613"/>
                    <a:pt x="599" y="613"/>
                  </a:cubicBezTo>
                  <a:cubicBezTo>
                    <a:pt x="599" y="622"/>
                    <a:pt x="592" y="629"/>
                    <a:pt x="584" y="629"/>
                  </a:cubicBezTo>
                  <a:cubicBezTo>
                    <a:pt x="506" y="629"/>
                    <a:pt x="506" y="629"/>
                    <a:pt x="506" y="629"/>
                  </a:cubicBezTo>
                  <a:cubicBezTo>
                    <a:pt x="508" y="623"/>
                    <a:pt x="509" y="619"/>
                    <a:pt x="509" y="613"/>
                  </a:cubicBezTo>
                  <a:cubicBezTo>
                    <a:pt x="509" y="268"/>
                    <a:pt x="509" y="268"/>
                    <a:pt x="509" y="268"/>
                  </a:cubicBezTo>
                  <a:cubicBezTo>
                    <a:pt x="532" y="268"/>
                    <a:pt x="550" y="260"/>
                    <a:pt x="563" y="246"/>
                  </a:cubicBezTo>
                  <a:cubicBezTo>
                    <a:pt x="582" y="226"/>
                    <a:pt x="591" y="199"/>
                    <a:pt x="595" y="178"/>
                  </a:cubicBezTo>
                  <a:cubicBezTo>
                    <a:pt x="599" y="156"/>
                    <a:pt x="599" y="139"/>
                    <a:pt x="599" y="139"/>
                  </a:cubicBezTo>
                  <a:cubicBezTo>
                    <a:pt x="599" y="115"/>
                    <a:pt x="592" y="94"/>
                    <a:pt x="581" y="76"/>
                  </a:cubicBezTo>
                  <a:cubicBezTo>
                    <a:pt x="571" y="60"/>
                    <a:pt x="557" y="48"/>
                    <a:pt x="540" y="41"/>
                  </a:cubicBezTo>
                  <a:cubicBezTo>
                    <a:pt x="575" y="46"/>
                    <a:pt x="609" y="55"/>
                    <a:pt x="643" y="66"/>
                  </a:cubicBezTo>
                  <a:lnTo>
                    <a:pt x="643" y="66"/>
                  </a:lnTo>
                  <a:cubicBezTo>
                    <a:pt x="655" y="70"/>
                    <a:pt x="667" y="78"/>
                    <a:pt x="675" y="91"/>
                  </a:cubicBezTo>
                  <a:cubicBezTo>
                    <a:pt x="683" y="104"/>
                    <a:pt x="689" y="121"/>
                    <a:pt x="689"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4">
              <a:extLst>
                <a:ext uri="{FF2B5EF4-FFF2-40B4-BE49-F238E27FC236}">
                  <a16:creationId xmlns:a16="http://schemas.microsoft.com/office/drawing/2014/main" id="{A4DEAAAE-A5A5-4ABF-4536-752443CD919C}"/>
                </a:ext>
              </a:extLst>
            </p:cNvPr>
            <p:cNvSpPr>
              <a:spLocks noChangeArrowheads="1"/>
            </p:cNvSpPr>
            <p:nvPr/>
          </p:nvSpPr>
          <p:spPr bwMode="auto">
            <a:xfrm>
              <a:off x="6469063" y="46704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3D01F424-0C1B-428D-533B-C9B546DC3C35}"/>
              </a:ext>
            </a:extLst>
          </p:cNvPr>
          <p:cNvGrpSpPr/>
          <p:nvPr/>
        </p:nvGrpSpPr>
        <p:grpSpPr>
          <a:xfrm>
            <a:off x="10326290" y="2839914"/>
            <a:ext cx="265113" cy="276225"/>
            <a:chOff x="9290050" y="4598988"/>
            <a:chExt cx="265113" cy="276225"/>
          </a:xfrm>
          <a:solidFill>
            <a:schemeClr val="tx2"/>
          </a:solidFill>
        </p:grpSpPr>
        <p:sp>
          <p:nvSpPr>
            <p:cNvPr id="92" name="Freeform 75">
              <a:extLst>
                <a:ext uri="{FF2B5EF4-FFF2-40B4-BE49-F238E27FC236}">
                  <a16:creationId xmlns:a16="http://schemas.microsoft.com/office/drawing/2014/main" id="{E82B4CB9-6CF3-D627-C7EB-1B051D814CBC}"/>
                </a:ext>
              </a:extLst>
            </p:cNvPr>
            <p:cNvSpPr>
              <a:spLocks noChangeArrowheads="1"/>
            </p:cNvSpPr>
            <p:nvPr/>
          </p:nvSpPr>
          <p:spPr bwMode="auto">
            <a:xfrm>
              <a:off x="9461500" y="48561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6">
              <a:extLst>
                <a:ext uri="{FF2B5EF4-FFF2-40B4-BE49-F238E27FC236}">
                  <a16:creationId xmlns:a16="http://schemas.microsoft.com/office/drawing/2014/main" id="{7D352A0D-4402-7CE4-8EFE-64D301AF354B}"/>
                </a:ext>
              </a:extLst>
            </p:cNvPr>
            <p:cNvSpPr>
              <a:spLocks noChangeArrowheads="1"/>
            </p:cNvSpPr>
            <p:nvPr/>
          </p:nvSpPr>
          <p:spPr bwMode="auto">
            <a:xfrm>
              <a:off x="9305925" y="4700588"/>
              <a:ext cx="1588" cy="1587"/>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7">
              <a:extLst>
                <a:ext uri="{FF2B5EF4-FFF2-40B4-BE49-F238E27FC236}">
                  <a16:creationId xmlns:a16="http://schemas.microsoft.com/office/drawing/2014/main" id="{696D721D-5C08-43DD-4A3A-486200773C47}"/>
                </a:ext>
              </a:extLst>
            </p:cNvPr>
            <p:cNvSpPr>
              <a:spLocks noChangeArrowheads="1"/>
            </p:cNvSpPr>
            <p:nvPr/>
          </p:nvSpPr>
          <p:spPr bwMode="auto">
            <a:xfrm>
              <a:off x="9290050" y="4598988"/>
              <a:ext cx="265113" cy="276225"/>
            </a:xfrm>
            <a:custGeom>
              <a:avLst/>
              <a:gdLst>
                <a:gd name="T0" fmla="*/ 684 w 735"/>
                <a:gd name="T1" fmla="*/ 623 h 766"/>
                <a:gd name="T2" fmla="*/ 645 w 735"/>
                <a:gd name="T3" fmla="*/ 637 h 766"/>
                <a:gd name="T4" fmla="*/ 645 w 735"/>
                <a:gd name="T5" fmla="*/ 635 h 766"/>
                <a:gd name="T6" fmla="*/ 645 w 735"/>
                <a:gd name="T7" fmla="*/ 623 h 766"/>
                <a:gd name="T8" fmla="*/ 542 w 735"/>
                <a:gd name="T9" fmla="*/ 490 h 766"/>
                <a:gd name="T10" fmla="*/ 271 w 735"/>
                <a:gd name="T11" fmla="*/ 220 h 766"/>
                <a:gd name="T12" fmla="*/ 222 w 735"/>
                <a:gd name="T13" fmla="*/ 147 h 766"/>
                <a:gd name="T14" fmla="*/ 139 w 735"/>
                <a:gd name="T15" fmla="*/ 117 h 766"/>
                <a:gd name="T16" fmla="*/ 131 w 735"/>
                <a:gd name="T17" fmla="*/ 117 h 766"/>
                <a:gd name="T18" fmla="*/ 127 w 735"/>
                <a:gd name="T19" fmla="*/ 117 h 766"/>
                <a:gd name="T20" fmla="*/ 122 w 735"/>
                <a:gd name="T21" fmla="*/ 81 h 766"/>
                <a:gd name="T22" fmla="*/ 104 w 735"/>
                <a:gd name="T23" fmla="*/ 10 h 766"/>
                <a:gd name="T24" fmla="*/ 51 w 735"/>
                <a:gd name="T25" fmla="*/ 10 h 766"/>
                <a:gd name="T26" fmla="*/ 0 w 735"/>
                <a:gd name="T27" fmla="*/ 74 h 766"/>
                <a:gd name="T28" fmla="*/ 27 w 735"/>
                <a:gd name="T29" fmla="*/ 121 h 766"/>
                <a:gd name="T30" fmla="*/ 65 w 735"/>
                <a:gd name="T31" fmla="*/ 146 h 766"/>
                <a:gd name="T32" fmla="*/ 35 w 735"/>
                <a:gd name="T33" fmla="*/ 229 h 766"/>
                <a:gd name="T34" fmla="*/ 478 w 735"/>
                <a:gd name="T35" fmla="*/ 717 h 766"/>
                <a:gd name="T36" fmla="*/ 600 w 735"/>
                <a:gd name="T37" fmla="*/ 709 h 766"/>
                <a:gd name="T38" fmla="*/ 676 w 735"/>
                <a:gd name="T39" fmla="*/ 765 h 766"/>
                <a:gd name="T40" fmla="*/ 726 w 735"/>
                <a:gd name="T41" fmla="*/ 724 h 766"/>
                <a:gd name="T42" fmla="*/ 733 w 735"/>
                <a:gd name="T43" fmla="*/ 684 h 766"/>
                <a:gd name="T44" fmla="*/ 719 w 735"/>
                <a:gd name="T45" fmla="*/ 637 h 766"/>
                <a:gd name="T46" fmla="*/ 41 w 735"/>
                <a:gd name="T47" fmla="*/ 93 h 766"/>
                <a:gd name="T48" fmla="*/ 32 w 735"/>
                <a:gd name="T49" fmla="*/ 83 h 766"/>
                <a:gd name="T50" fmla="*/ 39 w 735"/>
                <a:gd name="T51" fmla="*/ 58 h 766"/>
                <a:gd name="T52" fmla="*/ 79 w 735"/>
                <a:gd name="T53" fmla="*/ 31 h 766"/>
                <a:gd name="T54" fmla="*/ 90 w 735"/>
                <a:gd name="T55" fmla="*/ 49 h 766"/>
                <a:gd name="T56" fmla="*/ 90 w 735"/>
                <a:gd name="T57" fmla="*/ 118 h 766"/>
                <a:gd name="T58" fmla="*/ 89 w 735"/>
                <a:gd name="T59" fmla="*/ 126 h 766"/>
                <a:gd name="T60" fmla="*/ 41 w 735"/>
                <a:gd name="T61" fmla="*/ 93 h 766"/>
                <a:gd name="T62" fmla="*/ 487 w 735"/>
                <a:gd name="T63" fmla="*/ 689 h 766"/>
                <a:gd name="T64" fmla="*/ 73 w 735"/>
                <a:gd name="T65" fmla="*/ 275 h 766"/>
                <a:gd name="T66" fmla="*/ 65 w 735"/>
                <a:gd name="T67" fmla="*/ 229 h 766"/>
                <a:gd name="T68" fmla="*/ 97 w 735"/>
                <a:gd name="T69" fmla="*/ 157 h 766"/>
                <a:gd name="T70" fmla="*/ 127 w 735"/>
                <a:gd name="T71" fmla="*/ 147 h 766"/>
                <a:gd name="T72" fmla="*/ 128 w 735"/>
                <a:gd name="T73" fmla="*/ 147 h 766"/>
                <a:gd name="T74" fmla="*/ 136 w 735"/>
                <a:gd name="T75" fmla="*/ 147 h 766"/>
                <a:gd name="T76" fmla="*/ 202 w 735"/>
                <a:gd name="T77" fmla="*/ 171 h 766"/>
                <a:gd name="T78" fmla="*/ 243 w 735"/>
                <a:gd name="T79" fmla="*/ 230 h 766"/>
                <a:gd name="T80" fmla="*/ 532 w 735"/>
                <a:gd name="T81" fmla="*/ 520 h 766"/>
                <a:gd name="T82" fmla="*/ 615 w 735"/>
                <a:gd name="T83" fmla="*/ 623 h 766"/>
                <a:gd name="T84" fmla="*/ 615 w 735"/>
                <a:gd name="T85" fmla="*/ 635 h 766"/>
                <a:gd name="T86" fmla="*/ 594 w 735"/>
                <a:gd name="T87" fmla="*/ 678 h 766"/>
                <a:gd name="T88" fmla="*/ 487 w 735"/>
                <a:gd name="T89" fmla="*/ 689 h 766"/>
                <a:gd name="T90" fmla="*/ 704 w 735"/>
                <a:gd name="T91" fmla="*/ 677 h 766"/>
                <a:gd name="T92" fmla="*/ 688 w 735"/>
                <a:gd name="T93" fmla="*/ 730 h 766"/>
                <a:gd name="T94" fmla="*/ 661 w 735"/>
                <a:gd name="T95" fmla="*/ 729 h 766"/>
                <a:gd name="T96" fmla="*/ 633 w 735"/>
                <a:gd name="T97" fmla="*/ 677 h 766"/>
                <a:gd name="T98" fmla="*/ 684 w 735"/>
                <a:gd name="T99" fmla="*/ 653 h 766"/>
                <a:gd name="T100" fmla="*/ 705 w 735"/>
                <a:gd name="T101" fmla="*/ 673 h 766"/>
                <a:gd name="T102" fmla="*/ 704 w 735"/>
                <a:gd name="T103" fmla="*/ 677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35" h="766">
                  <a:moveTo>
                    <a:pt x="684" y="623"/>
                  </a:moveTo>
                  <a:lnTo>
                    <a:pt x="684" y="623"/>
                  </a:lnTo>
                  <a:cubicBezTo>
                    <a:pt x="677" y="623"/>
                    <a:pt x="670" y="625"/>
                    <a:pt x="661" y="629"/>
                  </a:cubicBezTo>
                  <a:cubicBezTo>
                    <a:pt x="645" y="637"/>
                    <a:pt x="645" y="637"/>
                    <a:pt x="645" y="637"/>
                  </a:cubicBezTo>
                  <a:cubicBezTo>
                    <a:pt x="645" y="636"/>
                    <a:pt x="645" y="636"/>
                    <a:pt x="645" y="636"/>
                  </a:cubicBezTo>
                  <a:cubicBezTo>
                    <a:pt x="645" y="635"/>
                    <a:pt x="645" y="635"/>
                    <a:pt x="645" y="635"/>
                  </a:cubicBezTo>
                  <a:cubicBezTo>
                    <a:pt x="645" y="630"/>
                    <a:pt x="645" y="628"/>
                    <a:pt x="645" y="623"/>
                  </a:cubicBezTo>
                  <a:lnTo>
                    <a:pt x="645" y="623"/>
                  </a:lnTo>
                  <a:cubicBezTo>
                    <a:pt x="645" y="593"/>
                    <a:pt x="633" y="563"/>
                    <a:pt x="615" y="541"/>
                  </a:cubicBezTo>
                  <a:cubicBezTo>
                    <a:pt x="595" y="518"/>
                    <a:pt x="570" y="501"/>
                    <a:pt x="542" y="490"/>
                  </a:cubicBezTo>
                  <a:lnTo>
                    <a:pt x="542" y="490"/>
                  </a:lnTo>
                  <a:cubicBezTo>
                    <a:pt x="419" y="449"/>
                    <a:pt x="313" y="344"/>
                    <a:pt x="271" y="220"/>
                  </a:cubicBezTo>
                  <a:lnTo>
                    <a:pt x="271" y="220"/>
                  </a:lnTo>
                  <a:cubicBezTo>
                    <a:pt x="261" y="191"/>
                    <a:pt x="244" y="166"/>
                    <a:pt x="222" y="147"/>
                  </a:cubicBezTo>
                  <a:cubicBezTo>
                    <a:pt x="198" y="129"/>
                    <a:pt x="170" y="118"/>
                    <a:pt x="139" y="117"/>
                  </a:cubicBezTo>
                  <a:lnTo>
                    <a:pt x="139" y="117"/>
                  </a:lnTo>
                  <a:cubicBezTo>
                    <a:pt x="136" y="117"/>
                    <a:pt x="136" y="117"/>
                    <a:pt x="136" y="117"/>
                  </a:cubicBezTo>
                  <a:cubicBezTo>
                    <a:pt x="135" y="117"/>
                    <a:pt x="132" y="117"/>
                    <a:pt x="131" y="117"/>
                  </a:cubicBezTo>
                  <a:cubicBezTo>
                    <a:pt x="128" y="117"/>
                    <a:pt x="128" y="117"/>
                    <a:pt x="128" y="117"/>
                  </a:cubicBezTo>
                  <a:cubicBezTo>
                    <a:pt x="127" y="117"/>
                    <a:pt x="127" y="117"/>
                    <a:pt x="127" y="117"/>
                  </a:cubicBezTo>
                  <a:cubicBezTo>
                    <a:pt x="125" y="117"/>
                    <a:pt x="122" y="118"/>
                    <a:pt x="121" y="118"/>
                  </a:cubicBezTo>
                  <a:cubicBezTo>
                    <a:pt x="122" y="107"/>
                    <a:pt x="122" y="94"/>
                    <a:pt x="122" y="81"/>
                  </a:cubicBezTo>
                  <a:cubicBezTo>
                    <a:pt x="122" y="65"/>
                    <a:pt x="121" y="46"/>
                    <a:pt x="117" y="31"/>
                  </a:cubicBezTo>
                  <a:cubicBezTo>
                    <a:pt x="114" y="24"/>
                    <a:pt x="110" y="17"/>
                    <a:pt x="104" y="10"/>
                  </a:cubicBezTo>
                  <a:cubicBezTo>
                    <a:pt x="98" y="4"/>
                    <a:pt x="89" y="0"/>
                    <a:pt x="79" y="0"/>
                  </a:cubicBezTo>
                  <a:cubicBezTo>
                    <a:pt x="70" y="0"/>
                    <a:pt x="61" y="4"/>
                    <a:pt x="51" y="10"/>
                  </a:cubicBezTo>
                  <a:cubicBezTo>
                    <a:pt x="41" y="15"/>
                    <a:pt x="30" y="24"/>
                    <a:pt x="18" y="37"/>
                  </a:cubicBezTo>
                  <a:cubicBezTo>
                    <a:pt x="7" y="48"/>
                    <a:pt x="0" y="60"/>
                    <a:pt x="0" y="74"/>
                  </a:cubicBezTo>
                  <a:cubicBezTo>
                    <a:pt x="0" y="83"/>
                    <a:pt x="3" y="90"/>
                    <a:pt x="7" y="97"/>
                  </a:cubicBezTo>
                  <a:cubicBezTo>
                    <a:pt x="11" y="107"/>
                    <a:pt x="20" y="114"/>
                    <a:pt x="27" y="121"/>
                  </a:cubicBezTo>
                  <a:cubicBezTo>
                    <a:pt x="34" y="126"/>
                    <a:pt x="42" y="132"/>
                    <a:pt x="47" y="135"/>
                  </a:cubicBezTo>
                  <a:cubicBezTo>
                    <a:pt x="65" y="146"/>
                    <a:pt x="65" y="146"/>
                    <a:pt x="65" y="146"/>
                  </a:cubicBezTo>
                  <a:cubicBezTo>
                    <a:pt x="63" y="147"/>
                    <a:pt x="62" y="149"/>
                    <a:pt x="61" y="150"/>
                  </a:cubicBezTo>
                  <a:cubicBezTo>
                    <a:pt x="45" y="170"/>
                    <a:pt x="35" y="198"/>
                    <a:pt x="35" y="229"/>
                  </a:cubicBezTo>
                  <a:cubicBezTo>
                    <a:pt x="35" y="247"/>
                    <a:pt x="38" y="265"/>
                    <a:pt x="45" y="285"/>
                  </a:cubicBezTo>
                  <a:cubicBezTo>
                    <a:pt x="108" y="484"/>
                    <a:pt x="278" y="654"/>
                    <a:pt x="478" y="717"/>
                  </a:cubicBezTo>
                  <a:cubicBezTo>
                    <a:pt x="497" y="724"/>
                    <a:pt x="515" y="727"/>
                    <a:pt x="534" y="727"/>
                  </a:cubicBezTo>
                  <a:cubicBezTo>
                    <a:pt x="559" y="727"/>
                    <a:pt x="581" y="720"/>
                    <a:pt x="600" y="709"/>
                  </a:cubicBezTo>
                  <a:cubicBezTo>
                    <a:pt x="640" y="750"/>
                    <a:pt x="640" y="750"/>
                    <a:pt x="640" y="750"/>
                  </a:cubicBezTo>
                  <a:cubicBezTo>
                    <a:pt x="650" y="760"/>
                    <a:pt x="664" y="765"/>
                    <a:pt x="676" y="765"/>
                  </a:cubicBezTo>
                  <a:cubicBezTo>
                    <a:pt x="687" y="765"/>
                    <a:pt x="698" y="761"/>
                    <a:pt x="708" y="754"/>
                  </a:cubicBezTo>
                  <a:cubicBezTo>
                    <a:pt x="716" y="747"/>
                    <a:pt x="723" y="737"/>
                    <a:pt x="726" y="724"/>
                  </a:cubicBezTo>
                  <a:cubicBezTo>
                    <a:pt x="733" y="684"/>
                    <a:pt x="733" y="684"/>
                    <a:pt x="733" y="684"/>
                  </a:cubicBezTo>
                  <a:lnTo>
                    <a:pt x="733" y="684"/>
                  </a:lnTo>
                  <a:cubicBezTo>
                    <a:pt x="734" y="680"/>
                    <a:pt x="734" y="677"/>
                    <a:pt x="734" y="673"/>
                  </a:cubicBezTo>
                  <a:cubicBezTo>
                    <a:pt x="734" y="659"/>
                    <a:pt x="729" y="646"/>
                    <a:pt x="719" y="637"/>
                  </a:cubicBezTo>
                  <a:cubicBezTo>
                    <a:pt x="711" y="629"/>
                    <a:pt x="698" y="623"/>
                    <a:pt x="684" y="623"/>
                  </a:cubicBezTo>
                  <a:close/>
                  <a:moveTo>
                    <a:pt x="41" y="93"/>
                  </a:moveTo>
                  <a:lnTo>
                    <a:pt x="41" y="93"/>
                  </a:lnTo>
                  <a:cubicBezTo>
                    <a:pt x="37" y="88"/>
                    <a:pt x="35" y="86"/>
                    <a:pt x="32" y="83"/>
                  </a:cubicBezTo>
                  <a:cubicBezTo>
                    <a:pt x="31" y="79"/>
                    <a:pt x="31" y="77"/>
                    <a:pt x="31" y="74"/>
                  </a:cubicBezTo>
                  <a:cubicBezTo>
                    <a:pt x="31" y="70"/>
                    <a:pt x="31" y="65"/>
                    <a:pt x="39" y="58"/>
                  </a:cubicBezTo>
                  <a:cubicBezTo>
                    <a:pt x="51" y="46"/>
                    <a:pt x="59" y="39"/>
                    <a:pt x="66" y="35"/>
                  </a:cubicBezTo>
                  <a:cubicBezTo>
                    <a:pt x="73" y="31"/>
                    <a:pt x="77" y="30"/>
                    <a:pt x="79" y="31"/>
                  </a:cubicBezTo>
                  <a:cubicBezTo>
                    <a:pt x="82" y="31"/>
                    <a:pt x="82" y="31"/>
                    <a:pt x="83" y="32"/>
                  </a:cubicBezTo>
                  <a:cubicBezTo>
                    <a:pt x="84" y="34"/>
                    <a:pt x="89" y="39"/>
                    <a:pt x="90" y="49"/>
                  </a:cubicBezTo>
                  <a:cubicBezTo>
                    <a:pt x="91" y="58"/>
                    <a:pt x="93" y="70"/>
                    <a:pt x="93" y="81"/>
                  </a:cubicBezTo>
                  <a:cubicBezTo>
                    <a:pt x="93" y="94"/>
                    <a:pt x="91" y="108"/>
                    <a:pt x="90" y="118"/>
                  </a:cubicBezTo>
                  <a:cubicBezTo>
                    <a:pt x="90" y="121"/>
                    <a:pt x="90" y="124"/>
                    <a:pt x="90" y="126"/>
                  </a:cubicBezTo>
                  <a:cubicBezTo>
                    <a:pt x="89" y="126"/>
                    <a:pt x="89" y="126"/>
                    <a:pt x="89" y="126"/>
                  </a:cubicBezTo>
                  <a:cubicBezTo>
                    <a:pt x="63" y="111"/>
                    <a:pt x="63" y="111"/>
                    <a:pt x="63" y="111"/>
                  </a:cubicBezTo>
                  <a:cubicBezTo>
                    <a:pt x="56" y="105"/>
                    <a:pt x="48" y="100"/>
                    <a:pt x="41" y="93"/>
                  </a:cubicBezTo>
                  <a:close/>
                  <a:moveTo>
                    <a:pt x="487" y="689"/>
                  </a:moveTo>
                  <a:lnTo>
                    <a:pt x="487" y="689"/>
                  </a:lnTo>
                  <a:lnTo>
                    <a:pt x="487" y="689"/>
                  </a:lnTo>
                  <a:cubicBezTo>
                    <a:pt x="296" y="629"/>
                    <a:pt x="134" y="465"/>
                    <a:pt x="73" y="275"/>
                  </a:cubicBezTo>
                  <a:lnTo>
                    <a:pt x="73" y="275"/>
                  </a:lnTo>
                  <a:cubicBezTo>
                    <a:pt x="68" y="258"/>
                    <a:pt x="65" y="243"/>
                    <a:pt x="65" y="229"/>
                  </a:cubicBezTo>
                  <a:cubicBezTo>
                    <a:pt x="65" y="204"/>
                    <a:pt x="73" y="183"/>
                    <a:pt x="84" y="168"/>
                  </a:cubicBezTo>
                  <a:cubicBezTo>
                    <a:pt x="89" y="164"/>
                    <a:pt x="93" y="160"/>
                    <a:pt x="97" y="157"/>
                  </a:cubicBezTo>
                  <a:lnTo>
                    <a:pt x="97" y="157"/>
                  </a:lnTo>
                  <a:cubicBezTo>
                    <a:pt x="105" y="150"/>
                    <a:pt x="115" y="147"/>
                    <a:pt x="127" y="147"/>
                  </a:cubicBezTo>
                  <a:cubicBezTo>
                    <a:pt x="128" y="147"/>
                    <a:pt x="128" y="147"/>
                    <a:pt x="128" y="147"/>
                  </a:cubicBezTo>
                  <a:lnTo>
                    <a:pt x="128" y="147"/>
                  </a:lnTo>
                  <a:cubicBezTo>
                    <a:pt x="131" y="147"/>
                    <a:pt x="131" y="147"/>
                    <a:pt x="131" y="147"/>
                  </a:cubicBezTo>
                  <a:cubicBezTo>
                    <a:pt x="132" y="147"/>
                    <a:pt x="134" y="147"/>
                    <a:pt x="136" y="147"/>
                  </a:cubicBezTo>
                  <a:cubicBezTo>
                    <a:pt x="139" y="147"/>
                    <a:pt x="139" y="147"/>
                    <a:pt x="139" y="147"/>
                  </a:cubicBezTo>
                  <a:cubicBezTo>
                    <a:pt x="163" y="147"/>
                    <a:pt x="184" y="156"/>
                    <a:pt x="202" y="171"/>
                  </a:cubicBezTo>
                  <a:cubicBezTo>
                    <a:pt x="221" y="185"/>
                    <a:pt x="235" y="206"/>
                    <a:pt x="243" y="230"/>
                  </a:cubicBezTo>
                  <a:lnTo>
                    <a:pt x="243" y="230"/>
                  </a:lnTo>
                  <a:cubicBezTo>
                    <a:pt x="288" y="364"/>
                    <a:pt x="399" y="475"/>
                    <a:pt x="532" y="520"/>
                  </a:cubicBezTo>
                  <a:lnTo>
                    <a:pt x="532" y="520"/>
                  </a:lnTo>
                  <a:cubicBezTo>
                    <a:pt x="556" y="527"/>
                    <a:pt x="576" y="542"/>
                    <a:pt x="591" y="560"/>
                  </a:cubicBezTo>
                  <a:cubicBezTo>
                    <a:pt x="607" y="578"/>
                    <a:pt x="615" y="600"/>
                    <a:pt x="615" y="623"/>
                  </a:cubicBezTo>
                  <a:cubicBezTo>
                    <a:pt x="615" y="626"/>
                    <a:pt x="615" y="630"/>
                    <a:pt x="615" y="633"/>
                  </a:cubicBezTo>
                  <a:cubicBezTo>
                    <a:pt x="615" y="635"/>
                    <a:pt x="615" y="635"/>
                    <a:pt x="615" y="635"/>
                  </a:cubicBezTo>
                  <a:cubicBezTo>
                    <a:pt x="615" y="636"/>
                    <a:pt x="615" y="636"/>
                    <a:pt x="615" y="636"/>
                  </a:cubicBezTo>
                  <a:cubicBezTo>
                    <a:pt x="615" y="651"/>
                    <a:pt x="608" y="667"/>
                    <a:pt x="594" y="678"/>
                  </a:cubicBezTo>
                  <a:cubicBezTo>
                    <a:pt x="580" y="689"/>
                    <a:pt x="559" y="696"/>
                    <a:pt x="534" y="696"/>
                  </a:cubicBezTo>
                  <a:cubicBezTo>
                    <a:pt x="520" y="696"/>
                    <a:pt x="504" y="695"/>
                    <a:pt x="487" y="689"/>
                  </a:cubicBezTo>
                  <a:close/>
                  <a:moveTo>
                    <a:pt x="704" y="677"/>
                  </a:moveTo>
                  <a:lnTo>
                    <a:pt x="704" y="677"/>
                  </a:lnTo>
                  <a:cubicBezTo>
                    <a:pt x="697" y="719"/>
                    <a:pt x="697" y="719"/>
                    <a:pt x="697" y="719"/>
                  </a:cubicBezTo>
                  <a:cubicBezTo>
                    <a:pt x="695" y="723"/>
                    <a:pt x="692" y="727"/>
                    <a:pt x="688" y="730"/>
                  </a:cubicBezTo>
                  <a:cubicBezTo>
                    <a:pt x="685" y="733"/>
                    <a:pt x="681" y="734"/>
                    <a:pt x="676" y="734"/>
                  </a:cubicBezTo>
                  <a:cubicBezTo>
                    <a:pt x="671" y="734"/>
                    <a:pt x="666" y="733"/>
                    <a:pt x="661" y="729"/>
                  </a:cubicBezTo>
                  <a:cubicBezTo>
                    <a:pt x="624" y="691"/>
                    <a:pt x="624" y="691"/>
                    <a:pt x="624" y="691"/>
                  </a:cubicBezTo>
                  <a:cubicBezTo>
                    <a:pt x="628" y="687"/>
                    <a:pt x="631" y="681"/>
                    <a:pt x="633" y="677"/>
                  </a:cubicBezTo>
                  <a:cubicBezTo>
                    <a:pt x="676" y="656"/>
                    <a:pt x="676" y="656"/>
                    <a:pt x="676" y="656"/>
                  </a:cubicBezTo>
                  <a:cubicBezTo>
                    <a:pt x="678" y="654"/>
                    <a:pt x="681" y="653"/>
                    <a:pt x="684" y="653"/>
                  </a:cubicBezTo>
                  <a:cubicBezTo>
                    <a:pt x="690" y="653"/>
                    <a:pt x="695" y="656"/>
                    <a:pt x="698" y="659"/>
                  </a:cubicBezTo>
                  <a:cubicBezTo>
                    <a:pt x="702" y="663"/>
                    <a:pt x="705" y="667"/>
                    <a:pt x="705" y="673"/>
                  </a:cubicBezTo>
                  <a:cubicBezTo>
                    <a:pt x="705" y="674"/>
                    <a:pt x="705" y="675"/>
                    <a:pt x="704" y="678"/>
                  </a:cubicBezTo>
                  <a:lnTo>
                    <a:pt x="704"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95" name="Freeform 78">
            <a:extLst>
              <a:ext uri="{FF2B5EF4-FFF2-40B4-BE49-F238E27FC236}">
                <a16:creationId xmlns:a16="http://schemas.microsoft.com/office/drawing/2014/main" id="{86B8A8DE-730D-A4A6-0A7A-BDF76A540CF2}"/>
              </a:ext>
            </a:extLst>
          </p:cNvPr>
          <p:cNvSpPr>
            <a:spLocks noChangeArrowheads="1"/>
          </p:cNvSpPr>
          <p:nvPr/>
        </p:nvSpPr>
        <p:spPr bwMode="auto">
          <a:xfrm>
            <a:off x="6181328" y="2920083"/>
            <a:ext cx="312737" cy="115887"/>
          </a:xfrm>
          <a:custGeom>
            <a:avLst/>
            <a:gdLst>
              <a:gd name="T0" fmla="*/ 860 w 869"/>
              <a:gd name="T1" fmla="*/ 80 h 323"/>
              <a:gd name="T2" fmla="*/ 860 w 869"/>
              <a:gd name="T3" fmla="*/ 80 h 323"/>
              <a:gd name="T4" fmla="*/ 844 w 869"/>
              <a:gd name="T5" fmla="*/ 80 h 323"/>
              <a:gd name="T6" fmla="*/ 757 w 869"/>
              <a:gd name="T7" fmla="*/ 139 h 323"/>
              <a:gd name="T8" fmla="*/ 712 w 869"/>
              <a:gd name="T9" fmla="*/ 48 h 323"/>
              <a:gd name="T10" fmla="*/ 712 w 869"/>
              <a:gd name="T11" fmla="*/ 48 h 323"/>
              <a:gd name="T12" fmla="*/ 598 w 869"/>
              <a:gd name="T13" fmla="*/ 0 h 323"/>
              <a:gd name="T14" fmla="*/ 160 w 869"/>
              <a:gd name="T15" fmla="*/ 0 h 323"/>
              <a:gd name="T16" fmla="*/ 0 w 869"/>
              <a:gd name="T17" fmla="*/ 162 h 323"/>
              <a:gd name="T18" fmla="*/ 160 w 869"/>
              <a:gd name="T19" fmla="*/ 322 h 323"/>
              <a:gd name="T20" fmla="*/ 160 w 869"/>
              <a:gd name="T21" fmla="*/ 322 h 323"/>
              <a:gd name="T22" fmla="*/ 593 w 869"/>
              <a:gd name="T23" fmla="*/ 322 h 323"/>
              <a:gd name="T24" fmla="*/ 690 w 869"/>
              <a:gd name="T25" fmla="*/ 289 h 323"/>
              <a:gd name="T26" fmla="*/ 751 w 869"/>
              <a:gd name="T27" fmla="*/ 209 h 323"/>
              <a:gd name="T28" fmla="*/ 756 w 869"/>
              <a:gd name="T29" fmla="*/ 191 h 323"/>
              <a:gd name="T30" fmla="*/ 844 w 869"/>
              <a:gd name="T31" fmla="*/ 251 h 323"/>
              <a:gd name="T32" fmla="*/ 860 w 869"/>
              <a:gd name="T33" fmla="*/ 251 h 323"/>
              <a:gd name="T34" fmla="*/ 868 w 869"/>
              <a:gd name="T35" fmla="*/ 239 h 323"/>
              <a:gd name="T36" fmla="*/ 868 w 869"/>
              <a:gd name="T37" fmla="*/ 93 h 323"/>
              <a:gd name="T38" fmla="*/ 860 w 869"/>
              <a:gd name="T39" fmla="*/ 80 h 323"/>
              <a:gd name="T40" fmla="*/ 30 w 869"/>
              <a:gd name="T41" fmla="*/ 162 h 323"/>
              <a:gd name="T42" fmla="*/ 30 w 869"/>
              <a:gd name="T43" fmla="*/ 162 h 323"/>
              <a:gd name="T44" fmla="*/ 68 w 869"/>
              <a:gd name="T45" fmla="*/ 69 h 323"/>
              <a:gd name="T46" fmla="*/ 160 w 869"/>
              <a:gd name="T47" fmla="*/ 30 h 323"/>
              <a:gd name="T48" fmla="*/ 160 w 869"/>
              <a:gd name="T49" fmla="*/ 30 h 323"/>
              <a:gd name="T50" fmla="*/ 160 w 869"/>
              <a:gd name="T51" fmla="*/ 30 h 323"/>
              <a:gd name="T52" fmla="*/ 253 w 869"/>
              <a:gd name="T53" fmla="*/ 69 h 323"/>
              <a:gd name="T54" fmla="*/ 291 w 869"/>
              <a:gd name="T55" fmla="*/ 162 h 323"/>
              <a:gd name="T56" fmla="*/ 253 w 869"/>
              <a:gd name="T57" fmla="*/ 253 h 323"/>
              <a:gd name="T58" fmla="*/ 160 w 869"/>
              <a:gd name="T59" fmla="*/ 292 h 323"/>
              <a:gd name="T60" fmla="*/ 68 w 869"/>
              <a:gd name="T61" fmla="*/ 253 h 323"/>
              <a:gd name="T62" fmla="*/ 30 w 869"/>
              <a:gd name="T63" fmla="*/ 162 h 323"/>
              <a:gd name="T64" fmla="*/ 723 w 869"/>
              <a:gd name="T65" fmla="*/ 201 h 323"/>
              <a:gd name="T66" fmla="*/ 723 w 869"/>
              <a:gd name="T67" fmla="*/ 201 h 323"/>
              <a:gd name="T68" fmla="*/ 673 w 869"/>
              <a:gd name="T69" fmla="*/ 265 h 323"/>
              <a:gd name="T70" fmla="*/ 593 w 869"/>
              <a:gd name="T71" fmla="*/ 292 h 323"/>
              <a:gd name="T72" fmla="*/ 254 w 869"/>
              <a:gd name="T73" fmla="*/ 292 h 323"/>
              <a:gd name="T74" fmla="*/ 322 w 869"/>
              <a:gd name="T75" fmla="*/ 162 h 323"/>
              <a:gd name="T76" fmla="*/ 254 w 869"/>
              <a:gd name="T77" fmla="*/ 30 h 323"/>
              <a:gd name="T78" fmla="*/ 598 w 869"/>
              <a:gd name="T79" fmla="*/ 30 h 323"/>
              <a:gd name="T80" fmla="*/ 691 w 869"/>
              <a:gd name="T81" fmla="*/ 69 h 323"/>
              <a:gd name="T82" fmla="*/ 729 w 869"/>
              <a:gd name="T83" fmla="*/ 162 h 323"/>
              <a:gd name="T84" fmla="*/ 723 w 869"/>
              <a:gd name="T85" fmla="*/ 201 h 323"/>
              <a:gd name="T86" fmla="*/ 838 w 869"/>
              <a:gd name="T87" fmla="*/ 211 h 323"/>
              <a:gd name="T88" fmla="*/ 838 w 869"/>
              <a:gd name="T89" fmla="*/ 211 h 323"/>
              <a:gd name="T90" fmla="*/ 771 w 869"/>
              <a:gd name="T91" fmla="*/ 166 h 323"/>
              <a:gd name="T92" fmla="*/ 838 w 869"/>
              <a:gd name="T93" fmla="*/ 121 h 323"/>
              <a:gd name="T94" fmla="*/ 838 w 869"/>
              <a:gd name="T95" fmla="*/ 21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69" h="323">
                <a:moveTo>
                  <a:pt x="860" y="80"/>
                </a:moveTo>
                <a:lnTo>
                  <a:pt x="860" y="80"/>
                </a:lnTo>
                <a:cubicBezTo>
                  <a:pt x="855" y="77"/>
                  <a:pt x="850" y="77"/>
                  <a:pt x="844" y="80"/>
                </a:cubicBezTo>
                <a:cubicBezTo>
                  <a:pt x="757" y="139"/>
                  <a:pt x="757" y="139"/>
                  <a:pt x="757" y="139"/>
                </a:cubicBezTo>
                <a:cubicBezTo>
                  <a:pt x="751" y="104"/>
                  <a:pt x="736" y="72"/>
                  <a:pt x="712" y="48"/>
                </a:cubicBezTo>
                <a:lnTo>
                  <a:pt x="712" y="48"/>
                </a:lnTo>
                <a:cubicBezTo>
                  <a:pt x="683" y="18"/>
                  <a:pt x="642" y="0"/>
                  <a:pt x="598" y="0"/>
                </a:cubicBezTo>
                <a:cubicBezTo>
                  <a:pt x="160" y="0"/>
                  <a:pt x="160" y="0"/>
                  <a:pt x="160" y="0"/>
                </a:cubicBezTo>
                <a:cubicBezTo>
                  <a:pt x="72" y="0"/>
                  <a:pt x="0" y="72"/>
                  <a:pt x="0" y="162"/>
                </a:cubicBezTo>
                <a:cubicBezTo>
                  <a:pt x="0" y="250"/>
                  <a:pt x="72" y="322"/>
                  <a:pt x="160" y="322"/>
                </a:cubicBezTo>
                <a:lnTo>
                  <a:pt x="160" y="322"/>
                </a:lnTo>
                <a:cubicBezTo>
                  <a:pt x="593" y="322"/>
                  <a:pt x="593" y="322"/>
                  <a:pt x="593" y="322"/>
                </a:cubicBezTo>
                <a:cubicBezTo>
                  <a:pt x="626" y="322"/>
                  <a:pt x="660" y="309"/>
                  <a:pt x="690" y="289"/>
                </a:cubicBezTo>
                <a:cubicBezTo>
                  <a:pt x="718" y="270"/>
                  <a:pt x="742" y="242"/>
                  <a:pt x="751" y="209"/>
                </a:cubicBezTo>
                <a:cubicBezTo>
                  <a:pt x="753" y="204"/>
                  <a:pt x="754" y="198"/>
                  <a:pt x="756" y="191"/>
                </a:cubicBezTo>
                <a:cubicBezTo>
                  <a:pt x="844" y="251"/>
                  <a:pt x="844" y="251"/>
                  <a:pt x="844" y="251"/>
                </a:cubicBezTo>
                <a:cubicBezTo>
                  <a:pt x="850" y="254"/>
                  <a:pt x="855" y="254"/>
                  <a:pt x="860" y="251"/>
                </a:cubicBezTo>
                <a:cubicBezTo>
                  <a:pt x="865" y="249"/>
                  <a:pt x="868" y="244"/>
                  <a:pt x="868" y="239"/>
                </a:cubicBezTo>
                <a:cubicBezTo>
                  <a:pt x="868" y="93"/>
                  <a:pt x="868" y="93"/>
                  <a:pt x="868" y="93"/>
                </a:cubicBezTo>
                <a:cubicBezTo>
                  <a:pt x="868" y="87"/>
                  <a:pt x="865" y="82"/>
                  <a:pt x="860" y="80"/>
                </a:cubicBezTo>
                <a:close/>
                <a:moveTo>
                  <a:pt x="30" y="162"/>
                </a:moveTo>
                <a:lnTo>
                  <a:pt x="30" y="162"/>
                </a:lnTo>
                <a:cubicBezTo>
                  <a:pt x="30" y="125"/>
                  <a:pt x="45" y="93"/>
                  <a:pt x="68" y="69"/>
                </a:cubicBezTo>
                <a:cubicBezTo>
                  <a:pt x="91" y="45"/>
                  <a:pt x="125" y="30"/>
                  <a:pt x="160" y="30"/>
                </a:cubicBezTo>
                <a:lnTo>
                  <a:pt x="160" y="30"/>
                </a:lnTo>
                <a:lnTo>
                  <a:pt x="160" y="30"/>
                </a:lnTo>
                <a:cubicBezTo>
                  <a:pt x="197" y="30"/>
                  <a:pt x="229" y="45"/>
                  <a:pt x="253" y="69"/>
                </a:cubicBezTo>
                <a:cubicBezTo>
                  <a:pt x="277" y="93"/>
                  <a:pt x="291" y="125"/>
                  <a:pt x="291" y="162"/>
                </a:cubicBezTo>
                <a:cubicBezTo>
                  <a:pt x="291" y="197"/>
                  <a:pt x="277" y="230"/>
                  <a:pt x="253" y="253"/>
                </a:cubicBezTo>
                <a:cubicBezTo>
                  <a:pt x="229" y="277"/>
                  <a:pt x="197" y="292"/>
                  <a:pt x="160" y="292"/>
                </a:cubicBezTo>
                <a:cubicBezTo>
                  <a:pt x="125" y="292"/>
                  <a:pt x="91" y="277"/>
                  <a:pt x="68" y="253"/>
                </a:cubicBezTo>
                <a:cubicBezTo>
                  <a:pt x="45" y="230"/>
                  <a:pt x="30" y="197"/>
                  <a:pt x="30" y="162"/>
                </a:cubicBezTo>
                <a:close/>
                <a:moveTo>
                  <a:pt x="723" y="201"/>
                </a:moveTo>
                <a:lnTo>
                  <a:pt x="723" y="201"/>
                </a:lnTo>
                <a:cubicBezTo>
                  <a:pt x="716" y="225"/>
                  <a:pt x="697" y="249"/>
                  <a:pt x="673" y="265"/>
                </a:cubicBezTo>
                <a:cubicBezTo>
                  <a:pt x="647" y="282"/>
                  <a:pt x="618" y="292"/>
                  <a:pt x="593" y="292"/>
                </a:cubicBezTo>
                <a:cubicBezTo>
                  <a:pt x="254" y="292"/>
                  <a:pt x="254" y="292"/>
                  <a:pt x="254" y="292"/>
                </a:cubicBezTo>
                <a:cubicBezTo>
                  <a:pt x="295" y="263"/>
                  <a:pt x="322" y="215"/>
                  <a:pt x="322" y="162"/>
                </a:cubicBezTo>
                <a:cubicBezTo>
                  <a:pt x="322" y="107"/>
                  <a:pt x="295" y="59"/>
                  <a:pt x="254" y="30"/>
                </a:cubicBezTo>
                <a:cubicBezTo>
                  <a:pt x="598" y="30"/>
                  <a:pt x="598" y="30"/>
                  <a:pt x="598" y="30"/>
                </a:cubicBezTo>
                <a:cubicBezTo>
                  <a:pt x="633" y="30"/>
                  <a:pt x="667" y="45"/>
                  <a:pt x="691" y="69"/>
                </a:cubicBezTo>
                <a:cubicBezTo>
                  <a:pt x="713" y="93"/>
                  <a:pt x="729" y="125"/>
                  <a:pt x="729" y="162"/>
                </a:cubicBezTo>
                <a:cubicBezTo>
                  <a:pt x="729" y="174"/>
                  <a:pt x="728" y="187"/>
                  <a:pt x="723" y="201"/>
                </a:cubicBezTo>
                <a:close/>
                <a:moveTo>
                  <a:pt x="838" y="211"/>
                </a:moveTo>
                <a:lnTo>
                  <a:pt x="838" y="211"/>
                </a:lnTo>
                <a:cubicBezTo>
                  <a:pt x="771" y="166"/>
                  <a:pt x="771" y="166"/>
                  <a:pt x="771" y="166"/>
                </a:cubicBezTo>
                <a:cubicBezTo>
                  <a:pt x="838" y="121"/>
                  <a:pt x="838" y="121"/>
                  <a:pt x="838" y="121"/>
                </a:cubicBezTo>
                <a:lnTo>
                  <a:pt x="838" y="211"/>
                </a:lnTo>
                <a:close/>
              </a:path>
            </a:pathLst>
          </a:custGeom>
          <a:solidFill>
            <a:schemeClr val="tx2"/>
          </a:solidFill>
          <a:ln>
            <a:noFill/>
          </a:ln>
          <a:effectLst/>
        </p:spPr>
        <p:txBody>
          <a:bodyPr wrap="none" anchor="ctr"/>
          <a:lstStyle/>
          <a:p>
            <a:endParaRPr lang="da-DK"/>
          </a:p>
        </p:txBody>
      </p:sp>
      <p:sp>
        <p:nvSpPr>
          <p:cNvPr id="96" name="Freeform 79">
            <a:extLst>
              <a:ext uri="{FF2B5EF4-FFF2-40B4-BE49-F238E27FC236}">
                <a16:creationId xmlns:a16="http://schemas.microsoft.com/office/drawing/2014/main" id="{481F7DD9-2FCD-55FF-27D8-024C749998C9}"/>
              </a:ext>
            </a:extLst>
          </p:cNvPr>
          <p:cNvSpPr>
            <a:spLocks noChangeArrowheads="1"/>
          </p:cNvSpPr>
          <p:nvPr/>
        </p:nvSpPr>
        <p:spPr bwMode="auto">
          <a:xfrm>
            <a:off x="6763940" y="2848645"/>
            <a:ext cx="249238" cy="258763"/>
          </a:xfrm>
          <a:custGeom>
            <a:avLst/>
            <a:gdLst>
              <a:gd name="T0" fmla="*/ 615 w 691"/>
              <a:gd name="T1" fmla="*/ 239 h 720"/>
              <a:gd name="T2" fmla="*/ 570 w 691"/>
              <a:gd name="T3" fmla="*/ 208 h 720"/>
              <a:gd name="T4" fmla="*/ 625 w 691"/>
              <a:gd name="T5" fmla="*/ 161 h 720"/>
              <a:gd name="T6" fmla="*/ 594 w 691"/>
              <a:gd name="T7" fmla="*/ 70 h 720"/>
              <a:gd name="T8" fmla="*/ 405 w 691"/>
              <a:gd name="T9" fmla="*/ 52 h 720"/>
              <a:gd name="T10" fmla="*/ 225 w 691"/>
              <a:gd name="T11" fmla="*/ 52 h 720"/>
              <a:gd name="T12" fmla="*/ 37 w 691"/>
              <a:gd name="T13" fmla="*/ 70 h 720"/>
              <a:gd name="T14" fmla="*/ 6 w 691"/>
              <a:gd name="T15" fmla="*/ 161 h 720"/>
              <a:gd name="T16" fmla="*/ 61 w 691"/>
              <a:gd name="T17" fmla="*/ 208 h 720"/>
              <a:gd name="T18" fmla="*/ 135 w 691"/>
              <a:gd name="T19" fmla="*/ 719 h 720"/>
              <a:gd name="T20" fmla="*/ 570 w 691"/>
              <a:gd name="T21" fmla="*/ 643 h 720"/>
              <a:gd name="T22" fmla="*/ 615 w 691"/>
              <a:gd name="T23" fmla="*/ 569 h 720"/>
              <a:gd name="T24" fmla="*/ 690 w 691"/>
              <a:gd name="T25" fmla="*/ 494 h 720"/>
              <a:gd name="T26" fmla="*/ 615 w 691"/>
              <a:gd name="T27" fmla="*/ 239 h 720"/>
              <a:gd name="T28" fmla="*/ 34 w 691"/>
              <a:gd name="T29" fmla="*/ 151 h 720"/>
              <a:gd name="T30" fmla="*/ 56 w 691"/>
              <a:gd name="T31" fmla="*/ 94 h 720"/>
              <a:gd name="T32" fmla="*/ 135 w 691"/>
              <a:gd name="T33" fmla="*/ 29 h 720"/>
              <a:gd name="T34" fmla="*/ 219 w 691"/>
              <a:gd name="T35" fmla="*/ 90 h 720"/>
              <a:gd name="T36" fmla="*/ 245 w 691"/>
              <a:gd name="T37" fmla="*/ 80 h 720"/>
              <a:gd name="T38" fmla="*/ 385 w 691"/>
              <a:gd name="T39" fmla="*/ 80 h 720"/>
              <a:gd name="T40" fmla="*/ 410 w 691"/>
              <a:gd name="T41" fmla="*/ 90 h 720"/>
              <a:gd name="T42" fmla="*/ 495 w 691"/>
              <a:gd name="T43" fmla="*/ 29 h 720"/>
              <a:gd name="T44" fmla="*/ 575 w 691"/>
              <a:gd name="T45" fmla="*/ 94 h 720"/>
              <a:gd name="T46" fmla="*/ 597 w 691"/>
              <a:gd name="T47" fmla="*/ 151 h 720"/>
              <a:gd name="T48" fmla="*/ 554 w 691"/>
              <a:gd name="T49" fmla="*/ 180 h 720"/>
              <a:gd name="T50" fmla="*/ 424 w 691"/>
              <a:gd name="T51" fmla="*/ 184 h 720"/>
              <a:gd name="T52" fmla="*/ 420 w 691"/>
              <a:gd name="T53" fmla="*/ 359 h 720"/>
              <a:gd name="T54" fmla="*/ 360 w 691"/>
              <a:gd name="T55" fmla="*/ 359 h 720"/>
              <a:gd name="T56" fmla="*/ 356 w 691"/>
              <a:gd name="T57" fmla="*/ 184 h 720"/>
              <a:gd name="T58" fmla="*/ 256 w 691"/>
              <a:gd name="T59" fmla="*/ 180 h 720"/>
              <a:gd name="T60" fmla="*/ 240 w 691"/>
              <a:gd name="T61" fmla="*/ 194 h 720"/>
              <a:gd name="T62" fmla="*/ 211 w 691"/>
              <a:gd name="T63" fmla="*/ 328 h 720"/>
              <a:gd name="T64" fmla="*/ 180 w 691"/>
              <a:gd name="T65" fmla="*/ 194 h 720"/>
              <a:gd name="T66" fmla="*/ 166 w 691"/>
              <a:gd name="T67" fmla="*/ 180 h 720"/>
              <a:gd name="T68" fmla="*/ 51 w 691"/>
              <a:gd name="T69" fmla="*/ 171 h 720"/>
              <a:gd name="T70" fmla="*/ 539 w 691"/>
              <a:gd name="T71" fmla="*/ 643 h 720"/>
              <a:gd name="T72" fmla="*/ 495 w 691"/>
              <a:gd name="T73" fmla="*/ 688 h 720"/>
              <a:gd name="T74" fmla="*/ 90 w 691"/>
              <a:gd name="T75" fmla="*/ 643 h 720"/>
              <a:gd name="T76" fmla="*/ 151 w 691"/>
              <a:gd name="T77" fmla="*/ 209 h 720"/>
              <a:gd name="T78" fmla="*/ 211 w 691"/>
              <a:gd name="T79" fmla="*/ 359 h 720"/>
              <a:gd name="T80" fmla="*/ 270 w 691"/>
              <a:gd name="T81" fmla="*/ 209 h 720"/>
              <a:gd name="T82" fmla="*/ 330 w 691"/>
              <a:gd name="T83" fmla="*/ 359 h 720"/>
              <a:gd name="T84" fmla="*/ 450 w 691"/>
              <a:gd name="T85" fmla="*/ 359 h 720"/>
              <a:gd name="T86" fmla="*/ 539 w 691"/>
              <a:gd name="T87" fmla="*/ 209 h 720"/>
              <a:gd name="T88" fmla="*/ 539 w 691"/>
              <a:gd name="T89" fmla="*/ 553 h 720"/>
              <a:gd name="T90" fmla="*/ 660 w 691"/>
              <a:gd name="T91" fmla="*/ 494 h 720"/>
              <a:gd name="T92" fmla="*/ 615 w 691"/>
              <a:gd name="T93" fmla="*/ 539 h 720"/>
              <a:gd name="T94" fmla="*/ 570 w 691"/>
              <a:gd name="T95" fmla="*/ 269 h 720"/>
              <a:gd name="T96" fmla="*/ 660 w 691"/>
              <a:gd name="T97" fmla="*/ 314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1" h="720">
                <a:moveTo>
                  <a:pt x="615" y="239"/>
                </a:moveTo>
                <a:lnTo>
                  <a:pt x="615" y="239"/>
                </a:lnTo>
                <a:cubicBezTo>
                  <a:pt x="570" y="239"/>
                  <a:pt x="570" y="239"/>
                  <a:pt x="570" y="239"/>
                </a:cubicBezTo>
                <a:cubicBezTo>
                  <a:pt x="570" y="208"/>
                  <a:pt x="570" y="208"/>
                  <a:pt x="570" y="208"/>
                </a:cubicBezTo>
                <a:cubicBezTo>
                  <a:pt x="579" y="205"/>
                  <a:pt x="589" y="202"/>
                  <a:pt x="597" y="196"/>
                </a:cubicBezTo>
                <a:cubicBezTo>
                  <a:pt x="610" y="188"/>
                  <a:pt x="620" y="177"/>
                  <a:pt x="625" y="161"/>
                </a:cubicBezTo>
                <a:cubicBezTo>
                  <a:pt x="628" y="151"/>
                  <a:pt x="629" y="143"/>
                  <a:pt x="629" y="135"/>
                </a:cubicBezTo>
                <a:cubicBezTo>
                  <a:pt x="629" y="107"/>
                  <a:pt x="615" y="84"/>
                  <a:pt x="594" y="70"/>
                </a:cubicBezTo>
                <a:cubicBezTo>
                  <a:pt x="580" y="29"/>
                  <a:pt x="541" y="0"/>
                  <a:pt x="495" y="0"/>
                </a:cubicBezTo>
                <a:cubicBezTo>
                  <a:pt x="457" y="0"/>
                  <a:pt x="423" y="21"/>
                  <a:pt x="405" y="52"/>
                </a:cubicBezTo>
                <a:cubicBezTo>
                  <a:pt x="386" y="21"/>
                  <a:pt x="354" y="0"/>
                  <a:pt x="315" y="0"/>
                </a:cubicBezTo>
                <a:cubicBezTo>
                  <a:pt x="277" y="0"/>
                  <a:pt x="243" y="21"/>
                  <a:pt x="225" y="52"/>
                </a:cubicBezTo>
                <a:cubicBezTo>
                  <a:pt x="207" y="21"/>
                  <a:pt x="174" y="0"/>
                  <a:pt x="135" y="0"/>
                </a:cubicBezTo>
                <a:cubicBezTo>
                  <a:pt x="90" y="0"/>
                  <a:pt x="51" y="29"/>
                  <a:pt x="37" y="70"/>
                </a:cubicBezTo>
                <a:cubicBezTo>
                  <a:pt x="16" y="84"/>
                  <a:pt x="0" y="107"/>
                  <a:pt x="0" y="135"/>
                </a:cubicBezTo>
                <a:cubicBezTo>
                  <a:pt x="0" y="143"/>
                  <a:pt x="2" y="151"/>
                  <a:pt x="6" y="161"/>
                </a:cubicBezTo>
                <a:cubicBezTo>
                  <a:pt x="12" y="177"/>
                  <a:pt x="21" y="188"/>
                  <a:pt x="34" y="196"/>
                </a:cubicBezTo>
                <a:cubicBezTo>
                  <a:pt x="42" y="202"/>
                  <a:pt x="51" y="205"/>
                  <a:pt x="61" y="208"/>
                </a:cubicBezTo>
                <a:cubicBezTo>
                  <a:pt x="61" y="643"/>
                  <a:pt x="61" y="643"/>
                  <a:pt x="61" y="643"/>
                </a:cubicBezTo>
                <a:cubicBezTo>
                  <a:pt x="61" y="685"/>
                  <a:pt x="94" y="719"/>
                  <a:pt x="135" y="719"/>
                </a:cubicBezTo>
                <a:cubicBezTo>
                  <a:pt x="495" y="719"/>
                  <a:pt x="495" y="719"/>
                  <a:pt x="495" y="719"/>
                </a:cubicBezTo>
                <a:cubicBezTo>
                  <a:pt x="537" y="719"/>
                  <a:pt x="570" y="685"/>
                  <a:pt x="570" y="643"/>
                </a:cubicBezTo>
                <a:cubicBezTo>
                  <a:pt x="570" y="569"/>
                  <a:pt x="570" y="569"/>
                  <a:pt x="570" y="569"/>
                </a:cubicBezTo>
                <a:cubicBezTo>
                  <a:pt x="615" y="569"/>
                  <a:pt x="615" y="569"/>
                  <a:pt x="615" y="569"/>
                </a:cubicBezTo>
                <a:lnTo>
                  <a:pt x="615" y="569"/>
                </a:lnTo>
                <a:cubicBezTo>
                  <a:pt x="656" y="569"/>
                  <a:pt x="690" y="535"/>
                  <a:pt x="690" y="494"/>
                </a:cubicBezTo>
                <a:cubicBezTo>
                  <a:pt x="690" y="314"/>
                  <a:pt x="690" y="314"/>
                  <a:pt x="690" y="314"/>
                </a:cubicBezTo>
                <a:cubicBezTo>
                  <a:pt x="690" y="272"/>
                  <a:pt x="656" y="239"/>
                  <a:pt x="615" y="239"/>
                </a:cubicBezTo>
                <a:close/>
                <a:moveTo>
                  <a:pt x="34" y="151"/>
                </a:moveTo>
                <a:lnTo>
                  <a:pt x="34" y="151"/>
                </a:lnTo>
                <a:cubicBezTo>
                  <a:pt x="31" y="146"/>
                  <a:pt x="31" y="140"/>
                  <a:pt x="31" y="135"/>
                </a:cubicBezTo>
                <a:cubicBezTo>
                  <a:pt x="31" y="116"/>
                  <a:pt x="41" y="102"/>
                  <a:pt x="56" y="94"/>
                </a:cubicBezTo>
                <a:cubicBezTo>
                  <a:pt x="59" y="93"/>
                  <a:pt x="62" y="88"/>
                  <a:pt x="63" y="84"/>
                </a:cubicBezTo>
                <a:cubicBezTo>
                  <a:pt x="72" y="53"/>
                  <a:pt x="101" y="29"/>
                  <a:pt x="135" y="29"/>
                </a:cubicBezTo>
                <a:cubicBezTo>
                  <a:pt x="169" y="29"/>
                  <a:pt x="195" y="50"/>
                  <a:pt x="205" y="80"/>
                </a:cubicBezTo>
                <a:cubicBezTo>
                  <a:pt x="208" y="86"/>
                  <a:pt x="214" y="90"/>
                  <a:pt x="219" y="90"/>
                </a:cubicBezTo>
                <a:cubicBezTo>
                  <a:pt x="231" y="90"/>
                  <a:pt x="231" y="90"/>
                  <a:pt x="231" y="90"/>
                </a:cubicBezTo>
                <a:cubicBezTo>
                  <a:pt x="238" y="90"/>
                  <a:pt x="243" y="86"/>
                  <a:pt x="245" y="80"/>
                </a:cubicBezTo>
                <a:cubicBezTo>
                  <a:pt x="256" y="50"/>
                  <a:pt x="283" y="29"/>
                  <a:pt x="315" y="29"/>
                </a:cubicBezTo>
                <a:cubicBezTo>
                  <a:pt x="348" y="29"/>
                  <a:pt x="375" y="50"/>
                  <a:pt x="385" y="80"/>
                </a:cubicBezTo>
                <a:cubicBezTo>
                  <a:pt x="388" y="86"/>
                  <a:pt x="393" y="90"/>
                  <a:pt x="399" y="90"/>
                </a:cubicBezTo>
                <a:cubicBezTo>
                  <a:pt x="410" y="90"/>
                  <a:pt x="410" y="90"/>
                  <a:pt x="410" y="90"/>
                </a:cubicBezTo>
                <a:cubicBezTo>
                  <a:pt x="417" y="90"/>
                  <a:pt x="423" y="86"/>
                  <a:pt x="424" y="80"/>
                </a:cubicBezTo>
                <a:cubicBezTo>
                  <a:pt x="436" y="50"/>
                  <a:pt x="462" y="29"/>
                  <a:pt x="495" y="29"/>
                </a:cubicBezTo>
                <a:cubicBezTo>
                  <a:pt x="530" y="29"/>
                  <a:pt x="558" y="53"/>
                  <a:pt x="568" y="84"/>
                </a:cubicBezTo>
                <a:cubicBezTo>
                  <a:pt x="568" y="88"/>
                  <a:pt x="570" y="93"/>
                  <a:pt x="575" y="94"/>
                </a:cubicBezTo>
                <a:cubicBezTo>
                  <a:pt x="590" y="102"/>
                  <a:pt x="600" y="116"/>
                  <a:pt x="600" y="135"/>
                </a:cubicBezTo>
                <a:cubicBezTo>
                  <a:pt x="600" y="140"/>
                  <a:pt x="598" y="146"/>
                  <a:pt x="597" y="151"/>
                </a:cubicBezTo>
                <a:cubicBezTo>
                  <a:pt x="594" y="160"/>
                  <a:pt x="589" y="167"/>
                  <a:pt x="580" y="171"/>
                </a:cubicBezTo>
                <a:cubicBezTo>
                  <a:pt x="573" y="177"/>
                  <a:pt x="563" y="180"/>
                  <a:pt x="554" y="180"/>
                </a:cubicBezTo>
                <a:cubicBezTo>
                  <a:pt x="436" y="180"/>
                  <a:pt x="436" y="180"/>
                  <a:pt x="436" y="180"/>
                </a:cubicBezTo>
                <a:cubicBezTo>
                  <a:pt x="431" y="180"/>
                  <a:pt x="427" y="181"/>
                  <a:pt x="424" y="184"/>
                </a:cubicBezTo>
                <a:cubicBezTo>
                  <a:pt x="421" y="187"/>
                  <a:pt x="420" y="191"/>
                  <a:pt x="420" y="194"/>
                </a:cubicBezTo>
                <a:cubicBezTo>
                  <a:pt x="420" y="359"/>
                  <a:pt x="420" y="359"/>
                  <a:pt x="420" y="359"/>
                </a:cubicBezTo>
                <a:cubicBezTo>
                  <a:pt x="420" y="376"/>
                  <a:pt x="407" y="389"/>
                  <a:pt x="391" y="389"/>
                </a:cubicBezTo>
                <a:cubicBezTo>
                  <a:pt x="374" y="389"/>
                  <a:pt x="360" y="376"/>
                  <a:pt x="360" y="359"/>
                </a:cubicBezTo>
                <a:cubicBezTo>
                  <a:pt x="360" y="194"/>
                  <a:pt x="360" y="194"/>
                  <a:pt x="360" y="194"/>
                </a:cubicBezTo>
                <a:cubicBezTo>
                  <a:pt x="360" y="191"/>
                  <a:pt x="358" y="187"/>
                  <a:pt x="356" y="184"/>
                </a:cubicBezTo>
                <a:cubicBezTo>
                  <a:pt x="353" y="181"/>
                  <a:pt x="350" y="180"/>
                  <a:pt x="346" y="180"/>
                </a:cubicBezTo>
                <a:cubicBezTo>
                  <a:pt x="256" y="180"/>
                  <a:pt x="256" y="180"/>
                  <a:pt x="256" y="180"/>
                </a:cubicBezTo>
                <a:cubicBezTo>
                  <a:pt x="252" y="180"/>
                  <a:pt x="247" y="181"/>
                  <a:pt x="245" y="184"/>
                </a:cubicBezTo>
                <a:cubicBezTo>
                  <a:pt x="242" y="187"/>
                  <a:pt x="240" y="191"/>
                  <a:pt x="240" y="194"/>
                </a:cubicBezTo>
                <a:cubicBezTo>
                  <a:pt x="240" y="299"/>
                  <a:pt x="240" y="299"/>
                  <a:pt x="240" y="299"/>
                </a:cubicBezTo>
                <a:cubicBezTo>
                  <a:pt x="240" y="316"/>
                  <a:pt x="228" y="328"/>
                  <a:pt x="211" y="328"/>
                </a:cubicBezTo>
                <a:cubicBezTo>
                  <a:pt x="194" y="328"/>
                  <a:pt x="180" y="316"/>
                  <a:pt x="180" y="299"/>
                </a:cubicBezTo>
                <a:cubicBezTo>
                  <a:pt x="180" y="194"/>
                  <a:pt x="180" y="194"/>
                  <a:pt x="180" y="194"/>
                </a:cubicBezTo>
                <a:cubicBezTo>
                  <a:pt x="180" y="191"/>
                  <a:pt x="179" y="187"/>
                  <a:pt x="176" y="184"/>
                </a:cubicBezTo>
                <a:cubicBezTo>
                  <a:pt x="173" y="181"/>
                  <a:pt x="170" y="180"/>
                  <a:pt x="166" y="180"/>
                </a:cubicBezTo>
                <a:cubicBezTo>
                  <a:pt x="78" y="180"/>
                  <a:pt x="78" y="180"/>
                  <a:pt x="78" y="180"/>
                </a:cubicBezTo>
                <a:cubicBezTo>
                  <a:pt x="68" y="180"/>
                  <a:pt x="58" y="177"/>
                  <a:pt x="51" y="171"/>
                </a:cubicBezTo>
                <a:cubicBezTo>
                  <a:pt x="42" y="167"/>
                  <a:pt x="37" y="160"/>
                  <a:pt x="34" y="151"/>
                </a:cubicBezTo>
                <a:close/>
                <a:moveTo>
                  <a:pt x="539" y="643"/>
                </a:moveTo>
                <a:lnTo>
                  <a:pt x="539" y="643"/>
                </a:lnTo>
                <a:cubicBezTo>
                  <a:pt x="539" y="668"/>
                  <a:pt x="520" y="688"/>
                  <a:pt x="495" y="688"/>
                </a:cubicBezTo>
                <a:cubicBezTo>
                  <a:pt x="135" y="688"/>
                  <a:pt x="135" y="688"/>
                  <a:pt x="135" y="688"/>
                </a:cubicBezTo>
                <a:cubicBezTo>
                  <a:pt x="111" y="688"/>
                  <a:pt x="90" y="668"/>
                  <a:pt x="90" y="643"/>
                </a:cubicBezTo>
                <a:cubicBezTo>
                  <a:pt x="90" y="209"/>
                  <a:pt x="90" y="209"/>
                  <a:pt x="90" y="209"/>
                </a:cubicBezTo>
                <a:cubicBezTo>
                  <a:pt x="151" y="209"/>
                  <a:pt x="151" y="209"/>
                  <a:pt x="151" y="209"/>
                </a:cubicBezTo>
                <a:cubicBezTo>
                  <a:pt x="151" y="299"/>
                  <a:pt x="151" y="299"/>
                  <a:pt x="151" y="299"/>
                </a:cubicBezTo>
                <a:cubicBezTo>
                  <a:pt x="151" y="333"/>
                  <a:pt x="177" y="359"/>
                  <a:pt x="211" y="359"/>
                </a:cubicBezTo>
                <a:cubicBezTo>
                  <a:pt x="243" y="359"/>
                  <a:pt x="270" y="333"/>
                  <a:pt x="270" y="299"/>
                </a:cubicBezTo>
                <a:cubicBezTo>
                  <a:pt x="270" y="209"/>
                  <a:pt x="270" y="209"/>
                  <a:pt x="270" y="209"/>
                </a:cubicBezTo>
                <a:cubicBezTo>
                  <a:pt x="330" y="209"/>
                  <a:pt x="330" y="209"/>
                  <a:pt x="330" y="209"/>
                </a:cubicBezTo>
                <a:cubicBezTo>
                  <a:pt x="330" y="359"/>
                  <a:pt x="330" y="359"/>
                  <a:pt x="330" y="359"/>
                </a:cubicBezTo>
                <a:cubicBezTo>
                  <a:pt x="330" y="392"/>
                  <a:pt x="357" y="418"/>
                  <a:pt x="391" y="418"/>
                </a:cubicBezTo>
                <a:cubicBezTo>
                  <a:pt x="423" y="418"/>
                  <a:pt x="450" y="392"/>
                  <a:pt x="450" y="359"/>
                </a:cubicBezTo>
                <a:cubicBezTo>
                  <a:pt x="450" y="209"/>
                  <a:pt x="450" y="209"/>
                  <a:pt x="450" y="209"/>
                </a:cubicBezTo>
                <a:cubicBezTo>
                  <a:pt x="539" y="209"/>
                  <a:pt x="539" y="209"/>
                  <a:pt x="539" y="209"/>
                </a:cubicBezTo>
                <a:cubicBezTo>
                  <a:pt x="539" y="254"/>
                  <a:pt x="539" y="254"/>
                  <a:pt x="539" y="254"/>
                </a:cubicBezTo>
                <a:cubicBezTo>
                  <a:pt x="539" y="553"/>
                  <a:pt x="539" y="553"/>
                  <a:pt x="539" y="553"/>
                </a:cubicBezTo>
                <a:lnTo>
                  <a:pt x="539" y="643"/>
                </a:lnTo>
                <a:close/>
                <a:moveTo>
                  <a:pt x="660" y="494"/>
                </a:moveTo>
                <a:lnTo>
                  <a:pt x="660" y="494"/>
                </a:lnTo>
                <a:cubicBezTo>
                  <a:pt x="660" y="518"/>
                  <a:pt x="639" y="539"/>
                  <a:pt x="615" y="539"/>
                </a:cubicBezTo>
                <a:cubicBezTo>
                  <a:pt x="570" y="539"/>
                  <a:pt x="570" y="539"/>
                  <a:pt x="570" y="539"/>
                </a:cubicBezTo>
                <a:cubicBezTo>
                  <a:pt x="570" y="269"/>
                  <a:pt x="570" y="269"/>
                  <a:pt x="570" y="269"/>
                </a:cubicBezTo>
                <a:cubicBezTo>
                  <a:pt x="615" y="269"/>
                  <a:pt x="615" y="269"/>
                  <a:pt x="615" y="269"/>
                </a:cubicBezTo>
                <a:cubicBezTo>
                  <a:pt x="639" y="269"/>
                  <a:pt x="660" y="289"/>
                  <a:pt x="660" y="314"/>
                </a:cubicBezTo>
                <a:lnTo>
                  <a:pt x="660" y="494"/>
                </a:lnTo>
                <a:close/>
              </a:path>
            </a:pathLst>
          </a:custGeom>
          <a:solidFill>
            <a:schemeClr val="tx2"/>
          </a:solidFill>
          <a:ln>
            <a:noFill/>
          </a:ln>
          <a:effectLst/>
        </p:spPr>
        <p:txBody>
          <a:bodyPr wrap="none" anchor="ctr"/>
          <a:lstStyle/>
          <a:p>
            <a:endParaRPr lang="da-DK"/>
          </a:p>
        </p:txBody>
      </p:sp>
      <p:sp>
        <p:nvSpPr>
          <p:cNvPr id="97" name="Freeform 80">
            <a:extLst>
              <a:ext uri="{FF2B5EF4-FFF2-40B4-BE49-F238E27FC236}">
                <a16:creationId xmlns:a16="http://schemas.microsoft.com/office/drawing/2014/main" id="{C989722F-8B56-E82F-D687-1AC24FC26B16}"/>
              </a:ext>
            </a:extLst>
          </p:cNvPr>
          <p:cNvSpPr>
            <a:spLocks noChangeArrowheads="1"/>
          </p:cNvSpPr>
          <p:nvPr/>
        </p:nvSpPr>
        <p:spPr bwMode="auto">
          <a:xfrm>
            <a:off x="9791303" y="2848645"/>
            <a:ext cx="258762" cy="258763"/>
          </a:xfrm>
          <a:custGeom>
            <a:avLst/>
            <a:gdLst>
              <a:gd name="T0" fmla="*/ 553 w 720"/>
              <a:gd name="T1" fmla="*/ 90 h 717"/>
              <a:gd name="T2" fmla="*/ 553 w 720"/>
              <a:gd name="T3" fmla="*/ 90 h 717"/>
              <a:gd name="T4" fmla="*/ 516 w 720"/>
              <a:gd name="T5" fmla="*/ 95 h 717"/>
              <a:gd name="T6" fmla="*/ 359 w 720"/>
              <a:gd name="T7" fmla="*/ 0 h 717"/>
              <a:gd name="T8" fmla="*/ 200 w 720"/>
              <a:gd name="T9" fmla="*/ 95 h 717"/>
              <a:gd name="T10" fmla="*/ 164 w 720"/>
              <a:gd name="T11" fmla="*/ 90 h 717"/>
              <a:gd name="T12" fmla="*/ 0 w 720"/>
              <a:gd name="T13" fmla="*/ 255 h 717"/>
              <a:gd name="T14" fmla="*/ 91 w 720"/>
              <a:gd name="T15" fmla="*/ 403 h 717"/>
              <a:gd name="T16" fmla="*/ 90 w 720"/>
              <a:gd name="T17" fmla="*/ 403 h 717"/>
              <a:gd name="T18" fmla="*/ 118 w 720"/>
              <a:gd name="T19" fmla="*/ 674 h 717"/>
              <a:gd name="T20" fmla="*/ 118 w 720"/>
              <a:gd name="T21" fmla="*/ 674 h 717"/>
              <a:gd name="T22" fmla="*/ 163 w 720"/>
              <a:gd name="T23" fmla="*/ 716 h 717"/>
              <a:gd name="T24" fmla="*/ 525 w 720"/>
              <a:gd name="T25" fmla="*/ 716 h 717"/>
              <a:gd name="T26" fmla="*/ 570 w 720"/>
              <a:gd name="T27" fmla="*/ 674 h 717"/>
              <a:gd name="T28" fmla="*/ 570 w 720"/>
              <a:gd name="T29" fmla="*/ 674 h 717"/>
              <a:gd name="T30" fmla="*/ 598 w 720"/>
              <a:gd name="T31" fmla="*/ 414 h 717"/>
              <a:gd name="T32" fmla="*/ 719 w 720"/>
              <a:gd name="T33" fmla="*/ 255 h 717"/>
              <a:gd name="T34" fmla="*/ 553 w 720"/>
              <a:gd name="T35" fmla="*/ 90 h 717"/>
              <a:gd name="T36" fmla="*/ 648 w 720"/>
              <a:gd name="T37" fmla="*/ 351 h 717"/>
              <a:gd name="T38" fmla="*/ 648 w 720"/>
              <a:gd name="T39" fmla="*/ 351 h 717"/>
              <a:gd name="T40" fmla="*/ 553 w 720"/>
              <a:gd name="T41" fmla="*/ 390 h 717"/>
              <a:gd name="T42" fmla="*/ 539 w 720"/>
              <a:gd name="T43" fmla="*/ 404 h 717"/>
              <a:gd name="T44" fmla="*/ 553 w 720"/>
              <a:gd name="T45" fmla="*/ 420 h 717"/>
              <a:gd name="T46" fmla="*/ 553 w 720"/>
              <a:gd name="T47" fmla="*/ 420 h 717"/>
              <a:gd name="T48" fmla="*/ 567 w 720"/>
              <a:gd name="T49" fmla="*/ 420 h 717"/>
              <a:gd name="T50" fmla="*/ 540 w 720"/>
              <a:gd name="T51" fmla="*/ 671 h 717"/>
              <a:gd name="T52" fmla="*/ 540 w 720"/>
              <a:gd name="T53" fmla="*/ 671 h 717"/>
              <a:gd name="T54" fmla="*/ 525 w 720"/>
              <a:gd name="T55" fmla="*/ 685 h 717"/>
              <a:gd name="T56" fmla="*/ 163 w 720"/>
              <a:gd name="T57" fmla="*/ 685 h 717"/>
              <a:gd name="T58" fmla="*/ 147 w 720"/>
              <a:gd name="T59" fmla="*/ 671 h 717"/>
              <a:gd name="T60" fmla="*/ 147 w 720"/>
              <a:gd name="T61" fmla="*/ 671 h 717"/>
              <a:gd name="T62" fmla="*/ 120 w 720"/>
              <a:gd name="T63" fmla="*/ 414 h 717"/>
              <a:gd name="T64" fmla="*/ 164 w 720"/>
              <a:gd name="T65" fmla="*/ 420 h 717"/>
              <a:gd name="T66" fmla="*/ 306 w 720"/>
              <a:gd name="T67" fmla="*/ 338 h 717"/>
              <a:gd name="T68" fmla="*/ 300 w 720"/>
              <a:gd name="T69" fmla="*/ 319 h 717"/>
              <a:gd name="T70" fmla="*/ 279 w 720"/>
              <a:gd name="T71" fmla="*/ 323 h 717"/>
              <a:gd name="T72" fmla="*/ 164 w 720"/>
              <a:gd name="T73" fmla="*/ 390 h 717"/>
              <a:gd name="T74" fmla="*/ 68 w 720"/>
              <a:gd name="T75" fmla="*/ 351 h 717"/>
              <a:gd name="T76" fmla="*/ 29 w 720"/>
              <a:gd name="T77" fmla="*/ 255 h 717"/>
              <a:gd name="T78" fmla="*/ 68 w 720"/>
              <a:gd name="T79" fmla="*/ 160 h 717"/>
              <a:gd name="T80" fmla="*/ 164 w 720"/>
              <a:gd name="T81" fmla="*/ 121 h 717"/>
              <a:gd name="T82" fmla="*/ 205 w 720"/>
              <a:gd name="T83" fmla="*/ 128 h 717"/>
              <a:gd name="T84" fmla="*/ 223 w 720"/>
              <a:gd name="T85" fmla="*/ 119 h 717"/>
              <a:gd name="T86" fmla="*/ 359 w 720"/>
              <a:gd name="T87" fmla="*/ 31 h 717"/>
              <a:gd name="T88" fmla="*/ 495 w 720"/>
              <a:gd name="T89" fmla="*/ 119 h 717"/>
              <a:gd name="T90" fmla="*/ 514 w 720"/>
              <a:gd name="T91" fmla="*/ 128 h 717"/>
              <a:gd name="T92" fmla="*/ 553 w 720"/>
              <a:gd name="T93" fmla="*/ 121 h 717"/>
              <a:gd name="T94" fmla="*/ 648 w 720"/>
              <a:gd name="T95" fmla="*/ 160 h 717"/>
              <a:gd name="T96" fmla="*/ 688 w 720"/>
              <a:gd name="T97" fmla="*/ 255 h 717"/>
              <a:gd name="T98" fmla="*/ 648 w 720"/>
              <a:gd name="T99" fmla="*/ 35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0" h="717">
                <a:moveTo>
                  <a:pt x="553" y="90"/>
                </a:moveTo>
                <a:lnTo>
                  <a:pt x="553" y="90"/>
                </a:lnTo>
                <a:cubicBezTo>
                  <a:pt x="540" y="90"/>
                  <a:pt x="529" y="92"/>
                  <a:pt x="516" y="95"/>
                </a:cubicBezTo>
                <a:cubicBezTo>
                  <a:pt x="487" y="39"/>
                  <a:pt x="428" y="0"/>
                  <a:pt x="359" y="0"/>
                </a:cubicBezTo>
                <a:cubicBezTo>
                  <a:pt x="290" y="0"/>
                  <a:pt x="231" y="39"/>
                  <a:pt x="200" y="95"/>
                </a:cubicBezTo>
                <a:cubicBezTo>
                  <a:pt x="189" y="92"/>
                  <a:pt x="177" y="90"/>
                  <a:pt x="164" y="90"/>
                </a:cubicBezTo>
                <a:cubicBezTo>
                  <a:pt x="73" y="90"/>
                  <a:pt x="0" y="164"/>
                  <a:pt x="0" y="255"/>
                </a:cubicBezTo>
                <a:cubicBezTo>
                  <a:pt x="0" y="320"/>
                  <a:pt x="36" y="376"/>
                  <a:pt x="91" y="403"/>
                </a:cubicBezTo>
                <a:cubicBezTo>
                  <a:pt x="90" y="403"/>
                  <a:pt x="90" y="403"/>
                  <a:pt x="90" y="403"/>
                </a:cubicBezTo>
                <a:cubicBezTo>
                  <a:pt x="118" y="674"/>
                  <a:pt x="118" y="674"/>
                  <a:pt x="118" y="674"/>
                </a:cubicBezTo>
                <a:lnTo>
                  <a:pt x="118" y="674"/>
                </a:lnTo>
                <a:cubicBezTo>
                  <a:pt x="119" y="698"/>
                  <a:pt x="139" y="716"/>
                  <a:pt x="163" y="716"/>
                </a:cubicBezTo>
                <a:cubicBezTo>
                  <a:pt x="525" y="716"/>
                  <a:pt x="525" y="716"/>
                  <a:pt x="525" y="716"/>
                </a:cubicBezTo>
                <a:cubicBezTo>
                  <a:pt x="549" y="716"/>
                  <a:pt x="568" y="698"/>
                  <a:pt x="570" y="674"/>
                </a:cubicBezTo>
                <a:lnTo>
                  <a:pt x="570" y="674"/>
                </a:lnTo>
                <a:cubicBezTo>
                  <a:pt x="598" y="414"/>
                  <a:pt x="598" y="414"/>
                  <a:pt x="598" y="414"/>
                </a:cubicBezTo>
                <a:cubicBezTo>
                  <a:pt x="667" y="394"/>
                  <a:pt x="719" y="331"/>
                  <a:pt x="719" y="255"/>
                </a:cubicBezTo>
                <a:cubicBezTo>
                  <a:pt x="719" y="164"/>
                  <a:pt x="644" y="90"/>
                  <a:pt x="553" y="90"/>
                </a:cubicBezTo>
                <a:close/>
                <a:moveTo>
                  <a:pt x="648" y="351"/>
                </a:moveTo>
                <a:lnTo>
                  <a:pt x="648" y="351"/>
                </a:lnTo>
                <a:cubicBezTo>
                  <a:pt x="624" y="375"/>
                  <a:pt x="591" y="390"/>
                  <a:pt x="553" y="390"/>
                </a:cubicBezTo>
                <a:cubicBezTo>
                  <a:pt x="546" y="390"/>
                  <a:pt x="539" y="397"/>
                  <a:pt x="539" y="404"/>
                </a:cubicBezTo>
                <a:cubicBezTo>
                  <a:pt x="539" y="413"/>
                  <a:pt x="546" y="420"/>
                  <a:pt x="553" y="420"/>
                </a:cubicBezTo>
                <a:lnTo>
                  <a:pt x="553" y="420"/>
                </a:lnTo>
                <a:cubicBezTo>
                  <a:pt x="558" y="420"/>
                  <a:pt x="563" y="420"/>
                  <a:pt x="567" y="420"/>
                </a:cubicBezTo>
                <a:cubicBezTo>
                  <a:pt x="540" y="671"/>
                  <a:pt x="540" y="671"/>
                  <a:pt x="540" y="671"/>
                </a:cubicBezTo>
                <a:lnTo>
                  <a:pt x="540" y="671"/>
                </a:lnTo>
                <a:cubicBezTo>
                  <a:pt x="540" y="679"/>
                  <a:pt x="533" y="685"/>
                  <a:pt x="525" y="685"/>
                </a:cubicBezTo>
                <a:cubicBezTo>
                  <a:pt x="163" y="685"/>
                  <a:pt x="163" y="685"/>
                  <a:pt x="163" y="685"/>
                </a:cubicBezTo>
                <a:cubicBezTo>
                  <a:pt x="154" y="685"/>
                  <a:pt x="147" y="679"/>
                  <a:pt x="147" y="671"/>
                </a:cubicBezTo>
                <a:lnTo>
                  <a:pt x="147" y="671"/>
                </a:lnTo>
                <a:cubicBezTo>
                  <a:pt x="120" y="414"/>
                  <a:pt x="120" y="414"/>
                  <a:pt x="120" y="414"/>
                </a:cubicBezTo>
                <a:cubicBezTo>
                  <a:pt x="134" y="418"/>
                  <a:pt x="148" y="420"/>
                  <a:pt x="164" y="420"/>
                </a:cubicBezTo>
                <a:cubicBezTo>
                  <a:pt x="224" y="420"/>
                  <a:pt x="276" y="387"/>
                  <a:pt x="306" y="338"/>
                </a:cubicBezTo>
                <a:cubicBezTo>
                  <a:pt x="310" y="331"/>
                  <a:pt x="307" y="323"/>
                  <a:pt x="300" y="319"/>
                </a:cubicBezTo>
                <a:cubicBezTo>
                  <a:pt x="293" y="314"/>
                  <a:pt x="283" y="316"/>
                  <a:pt x="279" y="323"/>
                </a:cubicBezTo>
                <a:cubicBezTo>
                  <a:pt x="257" y="363"/>
                  <a:pt x="213" y="390"/>
                  <a:pt x="164" y="390"/>
                </a:cubicBezTo>
                <a:cubicBezTo>
                  <a:pt x="127" y="390"/>
                  <a:pt x="94" y="375"/>
                  <a:pt x="68" y="351"/>
                </a:cubicBezTo>
                <a:cubicBezTo>
                  <a:pt x="45" y="326"/>
                  <a:pt x="29" y="292"/>
                  <a:pt x="29" y="255"/>
                </a:cubicBezTo>
                <a:cubicBezTo>
                  <a:pt x="29" y="217"/>
                  <a:pt x="45" y="184"/>
                  <a:pt x="68" y="160"/>
                </a:cubicBezTo>
                <a:cubicBezTo>
                  <a:pt x="94" y="136"/>
                  <a:pt x="127" y="121"/>
                  <a:pt x="164" y="121"/>
                </a:cubicBezTo>
                <a:cubicBezTo>
                  <a:pt x="178" y="121"/>
                  <a:pt x="191" y="123"/>
                  <a:pt x="205" y="128"/>
                </a:cubicBezTo>
                <a:cubicBezTo>
                  <a:pt x="212" y="129"/>
                  <a:pt x="219" y="126"/>
                  <a:pt x="223" y="119"/>
                </a:cubicBezTo>
                <a:cubicBezTo>
                  <a:pt x="245" y="67"/>
                  <a:pt x="297" y="31"/>
                  <a:pt x="359" y="31"/>
                </a:cubicBezTo>
                <a:cubicBezTo>
                  <a:pt x="419" y="31"/>
                  <a:pt x="471" y="67"/>
                  <a:pt x="495" y="119"/>
                </a:cubicBezTo>
                <a:cubicBezTo>
                  <a:pt x="498" y="126"/>
                  <a:pt x="507" y="129"/>
                  <a:pt x="514" y="128"/>
                </a:cubicBezTo>
                <a:cubicBezTo>
                  <a:pt x="526" y="123"/>
                  <a:pt x="540" y="121"/>
                  <a:pt x="553" y="121"/>
                </a:cubicBezTo>
                <a:cubicBezTo>
                  <a:pt x="591" y="121"/>
                  <a:pt x="624" y="136"/>
                  <a:pt x="648" y="160"/>
                </a:cubicBezTo>
                <a:cubicBezTo>
                  <a:pt x="674" y="184"/>
                  <a:pt x="688" y="217"/>
                  <a:pt x="688" y="255"/>
                </a:cubicBezTo>
                <a:cubicBezTo>
                  <a:pt x="688" y="292"/>
                  <a:pt x="674" y="326"/>
                  <a:pt x="648" y="351"/>
                </a:cubicBezTo>
                <a:close/>
              </a:path>
            </a:pathLst>
          </a:custGeom>
          <a:solidFill>
            <a:schemeClr val="tx2"/>
          </a:solidFill>
          <a:ln>
            <a:noFill/>
          </a:ln>
          <a:effectLst/>
        </p:spPr>
        <p:txBody>
          <a:bodyPr wrap="none" anchor="ctr"/>
          <a:lstStyle/>
          <a:p>
            <a:endParaRPr lang="da-DK"/>
          </a:p>
        </p:txBody>
      </p:sp>
      <p:sp>
        <p:nvSpPr>
          <p:cNvPr id="98" name="Freeform 81">
            <a:extLst>
              <a:ext uri="{FF2B5EF4-FFF2-40B4-BE49-F238E27FC236}">
                <a16:creationId xmlns:a16="http://schemas.microsoft.com/office/drawing/2014/main" id="{4201FDB1-80C9-647A-799F-CBEC11F61A92}"/>
              </a:ext>
            </a:extLst>
          </p:cNvPr>
          <p:cNvSpPr>
            <a:spLocks noChangeArrowheads="1"/>
          </p:cNvSpPr>
          <p:nvPr/>
        </p:nvSpPr>
        <p:spPr bwMode="auto">
          <a:xfrm>
            <a:off x="9284890" y="2848645"/>
            <a:ext cx="233363" cy="258762"/>
          </a:xfrm>
          <a:custGeom>
            <a:avLst/>
            <a:gdLst>
              <a:gd name="T0" fmla="*/ 631 w 650"/>
              <a:gd name="T1" fmla="*/ 324 h 720"/>
              <a:gd name="T2" fmla="*/ 584 w 650"/>
              <a:gd name="T3" fmla="*/ 178 h 720"/>
              <a:gd name="T4" fmla="*/ 457 w 650"/>
              <a:gd name="T5" fmla="*/ 126 h 720"/>
              <a:gd name="T6" fmla="*/ 455 w 650"/>
              <a:gd name="T7" fmla="*/ 126 h 720"/>
              <a:gd name="T8" fmla="*/ 447 w 650"/>
              <a:gd name="T9" fmla="*/ 125 h 720"/>
              <a:gd name="T10" fmla="*/ 354 w 650"/>
              <a:gd name="T11" fmla="*/ 168 h 720"/>
              <a:gd name="T12" fmla="*/ 337 w 650"/>
              <a:gd name="T13" fmla="*/ 181 h 720"/>
              <a:gd name="T14" fmla="*/ 326 w 650"/>
              <a:gd name="T15" fmla="*/ 81 h 720"/>
              <a:gd name="T16" fmla="*/ 291 w 650"/>
              <a:gd name="T17" fmla="*/ 34 h 720"/>
              <a:gd name="T18" fmla="*/ 194 w 650"/>
              <a:gd name="T19" fmla="*/ 0 h 720"/>
              <a:gd name="T20" fmla="*/ 194 w 650"/>
              <a:gd name="T21" fmla="*/ 31 h 720"/>
              <a:gd name="T22" fmla="*/ 194 w 650"/>
              <a:gd name="T23" fmla="*/ 31 h 720"/>
              <a:gd name="T24" fmla="*/ 273 w 650"/>
              <a:gd name="T25" fmla="*/ 58 h 720"/>
              <a:gd name="T26" fmla="*/ 309 w 650"/>
              <a:gd name="T27" fmla="*/ 157 h 720"/>
              <a:gd name="T28" fmla="*/ 306 w 650"/>
              <a:gd name="T29" fmla="*/ 177 h 720"/>
              <a:gd name="T30" fmla="*/ 201 w 650"/>
              <a:gd name="T31" fmla="*/ 125 h 720"/>
              <a:gd name="T32" fmla="*/ 65 w 650"/>
              <a:gd name="T33" fmla="*/ 178 h 720"/>
              <a:gd name="T34" fmla="*/ 0 w 650"/>
              <a:gd name="T35" fmla="*/ 362 h 720"/>
              <a:gd name="T36" fmla="*/ 120 w 650"/>
              <a:gd name="T37" fmla="*/ 663 h 720"/>
              <a:gd name="T38" fmla="*/ 219 w 650"/>
              <a:gd name="T39" fmla="*/ 717 h 720"/>
              <a:gd name="T40" fmla="*/ 321 w 650"/>
              <a:gd name="T41" fmla="*/ 699 h 720"/>
              <a:gd name="T42" fmla="*/ 374 w 650"/>
              <a:gd name="T43" fmla="*/ 709 h 720"/>
              <a:gd name="T44" fmla="*/ 464 w 650"/>
              <a:gd name="T45" fmla="*/ 712 h 720"/>
              <a:gd name="T46" fmla="*/ 614 w 650"/>
              <a:gd name="T47" fmla="*/ 529 h 720"/>
              <a:gd name="T48" fmla="*/ 646 w 650"/>
              <a:gd name="T49" fmla="*/ 322 h 720"/>
              <a:gd name="T50" fmla="*/ 563 w 650"/>
              <a:gd name="T51" fmla="*/ 564 h 720"/>
              <a:gd name="T52" fmla="*/ 509 w 650"/>
              <a:gd name="T53" fmla="*/ 642 h 720"/>
              <a:gd name="T54" fmla="*/ 427 w 650"/>
              <a:gd name="T55" fmla="*/ 688 h 720"/>
              <a:gd name="T56" fmla="*/ 325 w 650"/>
              <a:gd name="T57" fmla="*/ 670 h 720"/>
              <a:gd name="T58" fmla="*/ 263 w 650"/>
              <a:gd name="T59" fmla="*/ 680 h 720"/>
              <a:gd name="T60" fmla="*/ 197 w 650"/>
              <a:gd name="T61" fmla="*/ 684 h 720"/>
              <a:gd name="T62" fmla="*/ 64 w 650"/>
              <a:gd name="T63" fmla="*/ 517 h 720"/>
              <a:gd name="T64" fmla="*/ 33 w 650"/>
              <a:gd name="T65" fmla="*/ 326 h 720"/>
              <a:gd name="T66" fmla="*/ 196 w 650"/>
              <a:gd name="T67" fmla="*/ 156 h 720"/>
              <a:gd name="T68" fmla="*/ 233 w 650"/>
              <a:gd name="T69" fmla="*/ 163 h 720"/>
              <a:gd name="T70" fmla="*/ 297 w 650"/>
              <a:gd name="T71" fmla="*/ 206 h 720"/>
              <a:gd name="T72" fmla="*/ 325 w 650"/>
              <a:gd name="T73" fmla="*/ 213 h 720"/>
              <a:gd name="T74" fmla="*/ 360 w 650"/>
              <a:gd name="T75" fmla="*/ 202 h 720"/>
              <a:gd name="T76" fmla="*/ 447 w 650"/>
              <a:gd name="T77" fmla="*/ 156 h 720"/>
              <a:gd name="T78" fmla="*/ 454 w 650"/>
              <a:gd name="T79" fmla="*/ 156 h 720"/>
              <a:gd name="T80" fmla="*/ 617 w 650"/>
              <a:gd name="T81" fmla="*/ 326 h 720"/>
              <a:gd name="T82" fmla="*/ 620 w 650"/>
              <a:gd name="T83" fmla="*/ 362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0" h="720">
                <a:moveTo>
                  <a:pt x="631" y="324"/>
                </a:moveTo>
                <a:lnTo>
                  <a:pt x="631" y="324"/>
                </a:lnTo>
                <a:cubicBezTo>
                  <a:pt x="646" y="322"/>
                  <a:pt x="646" y="322"/>
                  <a:pt x="646" y="322"/>
                </a:cubicBezTo>
                <a:cubicBezTo>
                  <a:pt x="638" y="258"/>
                  <a:pt x="617" y="211"/>
                  <a:pt x="584" y="178"/>
                </a:cubicBezTo>
                <a:cubicBezTo>
                  <a:pt x="552" y="146"/>
                  <a:pt x="507" y="129"/>
                  <a:pt x="457" y="126"/>
                </a:cubicBezTo>
                <a:lnTo>
                  <a:pt x="457" y="126"/>
                </a:lnTo>
                <a:lnTo>
                  <a:pt x="457" y="126"/>
                </a:lnTo>
                <a:cubicBezTo>
                  <a:pt x="457" y="126"/>
                  <a:pt x="457" y="126"/>
                  <a:pt x="455" y="126"/>
                </a:cubicBezTo>
                <a:lnTo>
                  <a:pt x="455" y="126"/>
                </a:lnTo>
                <a:cubicBezTo>
                  <a:pt x="453" y="125"/>
                  <a:pt x="450" y="125"/>
                  <a:pt x="447" y="125"/>
                </a:cubicBezTo>
                <a:cubicBezTo>
                  <a:pt x="430" y="125"/>
                  <a:pt x="415" y="129"/>
                  <a:pt x="402" y="136"/>
                </a:cubicBezTo>
                <a:cubicBezTo>
                  <a:pt x="382" y="146"/>
                  <a:pt x="367" y="159"/>
                  <a:pt x="354" y="168"/>
                </a:cubicBezTo>
                <a:cubicBezTo>
                  <a:pt x="349" y="174"/>
                  <a:pt x="343" y="178"/>
                  <a:pt x="339" y="181"/>
                </a:cubicBezTo>
                <a:cubicBezTo>
                  <a:pt x="337" y="181"/>
                  <a:pt x="337" y="181"/>
                  <a:pt x="337" y="181"/>
                </a:cubicBezTo>
                <a:cubicBezTo>
                  <a:pt x="339" y="174"/>
                  <a:pt x="339" y="166"/>
                  <a:pt x="339" y="157"/>
                </a:cubicBezTo>
                <a:cubicBezTo>
                  <a:pt x="339" y="135"/>
                  <a:pt x="336" y="108"/>
                  <a:pt x="326" y="81"/>
                </a:cubicBezTo>
                <a:lnTo>
                  <a:pt x="326" y="81"/>
                </a:lnTo>
                <a:cubicBezTo>
                  <a:pt x="318" y="62"/>
                  <a:pt x="305" y="46"/>
                  <a:pt x="291" y="34"/>
                </a:cubicBezTo>
                <a:cubicBezTo>
                  <a:pt x="270" y="17"/>
                  <a:pt x="246" y="8"/>
                  <a:pt x="228" y="4"/>
                </a:cubicBezTo>
                <a:cubicBezTo>
                  <a:pt x="208" y="0"/>
                  <a:pt x="196" y="0"/>
                  <a:pt x="194" y="0"/>
                </a:cubicBezTo>
                <a:cubicBezTo>
                  <a:pt x="186" y="0"/>
                  <a:pt x="180" y="7"/>
                  <a:pt x="180" y="15"/>
                </a:cubicBezTo>
                <a:cubicBezTo>
                  <a:pt x="180" y="24"/>
                  <a:pt x="186" y="31"/>
                  <a:pt x="194" y="31"/>
                </a:cubicBezTo>
                <a:lnTo>
                  <a:pt x="194" y="31"/>
                </a:lnTo>
                <a:lnTo>
                  <a:pt x="194" y="31"/>
                </a:lnTo>
                <a:cubicBezTo>
                  <a:pt x="196" y="31"/>
                  <a:pt x="218" y="31"/>
                  <a:pt x="240" y="39"/>
                </a:cubicBezTo>
                <a:cubicBezTo>
                  <a:pt x="252" y="44"/>
                  <a:pt x="263" y="49"/>
                  <a:pt x="273" y="58"/>
                </a:cubicBezTo>
                <a:cubicBezTo>
                  <a:pt x="284" y="67"/>
                  <a:pt x="292" y="77"/>
                  <a:pt x="298" y="93"/>
                </a:cubicBezTo>
                <a:cubicBezTo>
                  <a:pt x="306" y="115"/>
                  <a:pt x="309" y="138"/>
                  <a:pt x="309" y="157"/>
                </a:cubicBezTo>
                <a:cubicBezTo>
                  <a:pt x="309" y="164"/>
                  <a:pt x="309" y="173"/>
                  <a:pt x="308" y="178"/>
                </a:cubicBezTo>
                <a:cubicBezTo>
                  <a:pt x="308" y="178"/>
                  <a:pt x="306" y="178"/>
                  <a:pt x="306" y="177"/>
                </a:cubicBezTo>
                <a:cubicBezTo>
                  <a:pt x="295" y="170"/>
                  <a:pt x="281" y="157"/>
                  <a:pt x="266" y="146"/>
                </a:cubicBezTo>
                <a:cubicBezTo>
                  <a:pt x="249" y="135"/>
                  <a:pt x="228" y="125"/>
                  <a:pt x="201" y="125"/>
                </a:cubicBezTo>
                <a:cubicBezTo>
                  <a:pt x="198" y="125"/>
                  <a:pt x="196" y="125"/>
                  <a:pt x="193" y="126"/>
                </a:cubicBezTo>
                <a:cubicBezTo>
                  <a:pt x="142" y="129"/>
                  <a:pt x="99" y="146"/>
                  <a:pt x="65" y="178"/>
                </a:cubicBezTo>
                <a:cubicBezTo>
                  <a:pt x="33" y="212"/>
                  <a:pt x="12" y="258"/>
                  <a:pt x="3" y="322"/>
                </a:cubicBezTo>
                <a:cubicBezTo>
                  <a:pt x="2" y="336"/>
                  <a:pt x="0" y="350"/>
                  <a:pt x="0" y="362"/>
                </a:cubicBezTo>
                <a:cubicBezTo>
                  <a:pt x="0" y="437"/>
                  <a:pt x="26" y="515"/>
                  <a:pt x="61" y="578"/>
                </a:cubicBezTo>
                <a:cubicBezTo>
                  <a:pt x="78" y="611"/>
                  <a:pt x="99" y="639"/>
                  <a:pt x="120" y="663"/>
                </a:cubicBezTo>
                <a:cubicBezTo>
                  <a:pt x="141" y="685"/>
                  <a:pt x="163" y="702"/>
                  <a:pt x="187" y="712"/>
                </a:cubicBezTo>
                <a:cubicBezTo>
                  <a:pt x="198" y="716"/>
                  <a:pt x="210" y="717"/>
                  <a:pt x="219" y="717"/>
                </a:cubicBezTo>
                <a:cubicBezTo>
                  <a:pt x="238" y="717"/>
                  <a:pt x="255" y="713"/>
                  <a:pt x="271" y="708"/>
                </a:cubicBezTo>
                <a:cubicBezTo>
                  <a:pt x="288" y="703"/>
                  <a:pt x="304" y="699"/>
                  <a:pt x="321" y="699"/>
                </a:cubicBezTo>
                <a:cubicBezTo>
                  <a:pt x="325" y="699"/>
                  <a:pt x="325" y="699"/>
                  <a:pt x="325" y="699"/>
                </a:cubicBezTo>
                <a:cubicBezTo>
                  <a:pt x="340" y="701"/>
                  <a:pt x="357" y="705"/>
                  <a:pt x="374" y="709"/>
                </a:cubicBezTo>
                <a:cubicBezTo>
                  <a:pt x="391" y="713"/>
                  <a:pt x="408" y="719"/>
                  <a:pt x="427" y="719"/>
                </a:cubicBezTo>
                <a:cubicBezTo>
                  <a:pt x="438" y="719"/>
                  <a:pt x="451" y="716"/>
                  <a:pt x="464" y="712"/>
                </a:cubicBezTo>
                <a:cubicBezTo>
                  <a:pt x="486" y="702"/>
                  <a:pt x="509" y="685"/>
                  <a:pt x="530" y="663"/>
                </a:cubicBezTo>
                <a:cubicBezTo>
                  <a:pt x="562" y="628"/>
                  <a:pt x="591" y="581"/>
                  <a:pt x="614" y="529"/>
                </a:cubicBezTo>
                <a:cubicBezTo>
                  <a:pt x="635" y="476"/>
                  <a:pt x="649" y="418"/>
                  <a:pt x="649" y="362"/>
                </a:cubicBezTo>
                <a:cubicBezTo>
                  <a:pt x="649" y="350"/>
                  <a:pt x="648" y="336"/>
                  <a:pt x="646" y="322"/>
                </a:cubicBezTo>
                <a:lnTo>
                  <a:pt x="631" y="324"/>
                </a:lnTo>
                <a:close/>
                <a:moveTo>
                  <a:pt x="563" y="564"/>
                </a:moveTo>
                <a:lnTo>
                  <a:pt x="563" y="564"/>
                </a:lnTo>
                <a:cubicBezTo>
                  <a:pt x="547" y="594"/>
                  <a:pt x="527" y="621"/>
                  <a:pt x="509" y="642"/>
                </a:cubicBezTo>
                <a:cubicBezTo>
                  <a:pt x="489" y="663"/>
                  <a:pt x="469" y="677"/>
                  <a:pt x="453" y="684"/>
                </a:cubicBezTo>
                <a:cubicBezTo>
                  <a:pt x="444" y="687"/>
                  <a:pt x="436" y="688"/>
                  <a:pt x="427" y="688"/>
                </a:cubicBezTo>
                <a:cubicBezTo>
                  <a:pt x="413" y="688"/>
                  <a:pt x="398" y="685"/>
                  <a:pt x="381" y="680"/>
                </a:cubicBezTo>
                <a:cubicBezTo>
                  <a:pt x="364" y="675"/>
                  <a:pt x="346" y="671"/>
                  <a:pt x="325" y="670"/>
                </a:cubicBezTo>
                <a:cubicBezTo>
                  <a:pt x="323" y="670"/>
                  <a:pt x="322" y="670"/>
                  <a:pt x="321" y="670"/>
                </a:cubicBezTo>
                <a:cubicBezTo>
                  <a:pt x="299" y="670"/>
                  <a:pt x="280" y="675"/>
                  <a:pt x="263" y="680"/>
                </a:cubicBezTo>
                <a:cubicBezTo>
                  <a:pt x="247" y="684"/>
                  <a:pt x="232" y="688"/>
                  <a:pt x="219" y="688"/>
                </a:cubicBezTo>
                <a:cubicBezTo>
                  <a:pt x="212" y="688"/>
                  <a:pt x="205" y="687"/>
                  <a:pt x="197" y="684"/>
                </a:cubicBezTo>
                <a:cubicBezTo>
                  <a:pt x="180" y="677"/>
                  <a:pt x="160" y="663"/>
                  <a:pt x="141" y="642"/>
                </a:cubicBezTo>
                <a:cubicBezTo>
                  <a:pt x="113" y="611"/>
                  <a:pt x="85" y="566"/>
                  <a:pt x="64" y="517"/>
                </a:cubicBezTo>
                <a:cubicBezTo>
                  <a:pt x="44" y="468"/>
                  <a:pt x="30" y="414"/>
                  <a:pt x="30" y="362"/>
                </a:cubicBezTo>
                <a:cubicBezTo>
                  <a:pt x="30" y="350"/>
                  <a:pt x="31" y="338"/>
                  <a:pt x="33" y="326"/>
                </a:cubicBezTo>
                <a:cubicBezTo>
                  <a:pt x="41" y="267"/>
                  <a:pt x="59" y="227"/>
                  <a:pt x="86" y="201"/>
                </a:cubicBezTo>
                <a:cubicBezTo>
                  <a:pt x="114" y="174"/>
                  <a:pt x="149" y="159"/>
                  <a:pt x="196" y="156"/>
                </a:cubicBezTo>
                <a:cubicBezTo>
                  <a:pt x="197" y="156"/>
                  <a:pt x="200" y="156"/>
                  <a:pt x="201" y="156"/>
                </a:cubicBezTo>
                <a:cubicBezTo>
                  <a:pt x="214" y="156"/>
                  <a:pt x="224" y="159"/>
                  <a:pt x="233" y="163"/>
                </a:cubicBezTo>
                <a:cubicBezTo>
                  <a:pt x="249" y="170"/>
                  <a:pt x="263" y="181"/>
                  <a:pt x="276" y="192"/>
                </a:cubicBezTo>
                <a:cubicBezTo>
                  <a:pt x="283" y="198"/>
                  <a:pt x="290" y="202"/>
                  <a:pt x="297" y="206"/>
                </a:cubicBezTo>
                <a:cubicBezTo>
                  <a:pt x="304" y="211"/>
                  <a:pt x="312" y="213"/>
                  <a:pt x="322" y="213"/>
                </a:cubicBezTo>
                <a:cubicBezTo>
                  <a:pt x="323" y="213"/>
                  <a:pt x="323" y="213"/>
                  <a:pt x="325" y="213"/>
                </a:cubicBezTo>
                <a:cubicBezTo>
                  <a:pt x="328" y="213"/>
                  <a:pt x="328" y="213"/>
                  <a:pt x="328" y="213"/>
                </a:cubicBezTo>
                <a:cubicBezTo>
                  <a:pt x="340" y="213"/>
                  <a:pt x="350" y="209"/>
                  <a:pt x="360" y="202"/>
                </a:cubicBezTo>
                <a:cubicBezTo>
                  <a:pt x="374" y="192"/>
                  <a:pt x="387" y="181"/>
                  <a:pt x="401" y="171"/>
                </a:cubicBezTo>
                <a:cubicBezTo>
                  <a:pt x="415" y="161"/>
                  <a:pt x="429" y="156"/>
                  <a:pt x="447" y="156"/>
                </a:cubicBezTo>
                <a:cubicBezTo>
                  <a:pt x="448" y="156"/>
                  <a:pt x="451" y="156"/>
                  <a:pt x="454" y="156"/>
                </a:cubicBezTo>
                <a:lnTo>
                  <a:pt x="454" y="156"/>
                </a:lnTo>
                <a:cubicBezTo>
                  <a:pt x="500" y="159"/>
                  <a:pt x="537" y="173"/>
                  <a:pt x="563" y="199"/>
                </a:cubicBezTo>
                <a:cubicBezTo>
                  <a:pt x="590" y="226"/>
                  <a:pt x="608" y="267"/>
                  <a:pt x="617" y="326"/>
                </a:cubicBezTo>
                <a:lnTo>
                  <a:pt x="617" y="326"/>
                </a:lnTo>
                <a:cubicBezTo>
                  <a:pt x="618" y="338"/>
                  <a:pt x="620" y="350"/>
                  <a:pt x="620" y="362"/>
                </a:cubicBezTo>
                <a:cubicBezTo>
                  <a:pt x="620" y="431"/>
                  <a:pt x="596" y="504"/>
                  <a:pt x="563" y="564"/>
                </a:cubicBezTo>
                <a:close/>
              </a:path>
            </a:pathLst>
          </a:custGeom>
          <a:solidFill>
            <a:schemeClr val="tx2"/>
          </a:solidFill>
          <a:ln>
            <a:noFill/>
          </a:ln>
          <a:effectLst/>
        </p:spPr>
        <p:txBody>
          <a:bodyPr wrap="none" anchor="ctr"/>
          <a:lstStyle/>
          <a:p>
            <a:endParaRPr lang="da-DK"/>
          </a:p>
        </p:txBody>
      </p:sp>
      <p:grpSp>
        <p:nvGrpSpPr>
          <p:cNvPr id="99" name="Group 102">
            <a:extLst>
              <a:ext uri="{FF2B5EF4-FFF2-40B4-BE49-F238E27FC236}">
                <a16:creationId xmlns:a16="http://schemas.microsoft.com/office/drawing/2014/main" id="{07728B28-752F-5D2B-E2BA-F5DD8AB5C974}"/>
              </a:ext>
            </a:extLst>
          </p:cNvPr>
          <p:cNvGrpSpPr/>
          <p:nvPr/>
        </p:nvGrpSpPr>
        <p:grpSpPr>
          <a:xfrm>
            <a:off x="8756253" y="2890714"/>
            <a:ext cx="271462" cy="174625"/>
            <a:chOff x="7720013" y="4675188"/>
            <a:chExt cx="271462" cy="174625"/>
          </a:xfrm>
          <a:solidFill>
            <a:schemeClr val="tx2"/>
          </a:solidFill>
        </p:grpSpPr>
        <p:sp>
          <p:nvSpPr>
            <p:cNvPr id="100" name="Freeform 82">
              <a:extLst>
                <a:ext uri="{FF2B5EF4-FFF2-40B4-BE49-F238E27FC236}">
                  <a16:creationId xmlns:a16="http://schemas.microsoft.com/office/drawing/2014/main" id="{0F803864-004C-302A-96A4-E9A18E59B75B}"/>
                </a:ext>
              </a:extLst>
            </p:cNvPr>
            <p:cNvSpPr>
              <a:spLocks noChangeArrowheads="1"/>
            </p:cNvSpPr>
            <p:nvPr/>
          </p:nvSpPr>
          <p:spPr bwMode="auto">
            <a:xfrm>
              <a:off x="7720013" y="4675188"/>
              <a:ext cx="271462" cy="158750"/>
            </a:xfrm>
            <a:custGeom>
              <a:avLst/>
              <a:gdLst>
                <a:gd name="T0" fmla="*/ 744 w 754"/>
                <a:gd name="T1" fmla="*/ 154 h 440"/>
                <a:gd name="T2" fmla="*/ 743 w 754"/>
                <a:gd name="T3" fmla="*/ 95 h 440"/>
                <a:gd name="T4" fmla="*/ 559 w 754"/>
                <a:gd name="T5" fmla="*/ 15 h 440"/>
                <a:gd name="T6" fmla="*/ 117 w 754"/>
                <a:gd name="T7" fmla="*/ 33 h 440"/>
                <a:gd name="T8" fmla="*/ 10 w 754"/>
                <a:gd name="T9" fmla="*/ 95 h 440"/>
                <a:gd name="T10" fmla="*/ 7 w 754"/>
                <a:gd name="T11" fmla="*/ 151 h 440"/>
                <a:gd name="T12" fmla="*/ 20 w 754"/>
                <a:gd name="T13" fmla="*/ 193 h 440"/>
                <a:gd name="T14" fmla="*/ 0 w 754"/>
                <a:gd name="T15" fmla="*/ 231 h 440"/>
                <a:gd name="T16" fmla="*/ 9 w 754"/>
                <a:gd name="T17" fmla="*/ 276 h 440"/>
                <a:gd name="T18" fmla="*/ 152 w 754"/>
                <a:gd name="T19" fmla="*/ 339 h 440"/>
                <a:gd name="T20" fmla="*/ 282 w 754"/>
                <a:gd name="T21" fmla="*/ 360 h 440"/>
                <a:gd name="T22" fmla="*/ 438 w 754"/>
                <a:gd name="T23" fmla="*/ 360 h 440"/>
                <a:gd name="T24" fmla="*/ 652 w 754"/>
                <a:gd name="T25" fmla="*/ 328 h 440"/>
                <a:gd name="T26" fmla="*/ 743 w 754"/>
                <a:gd name="T27" fmla="*/ 278 h 440"/>
                <a:gd name="T28" fmla="*/ 747 w 754"/>
                <a:gd name="T29" fmla="*/ 213 h 440"/>
                <a:gd name="T30" fmla="*/ 711 w 754"/>
                <a:gd name="T31" fmla="*/ 185 h 440"/>
                <a:gd name="T32" fmla="*/ 744 w 754"/>
                <a:gd name="T33" fmla="*/ 154 h 440"/>
                <a:gd name="T34" fmla="*/ 100 w 754"/>
                <a:gd name="T35" fmla="*/ 296 h 440"/>
                <a:gd name="T36" fmla="*/ 32 w 754"/>
                <a:gd name="T37" fmla="*/ 259 h 440"/>
                <a:gd name="T38" fmla="*/ 32 w 754"/>
                <a:gd name="T39" fmla="*/ 223 h 440"/>
                <a:gd name="T40" fmla="*/ 46 w 754"/>
                <a:gd name="T41" fmla="*/ 214 h 440"/>
                <a:gd name="T42" fmla="*/ 61 w 754"/>
                <a:gd name="T43" fmla="*/ 196 h 440"/>
                <a:gd name="T44" fmla="*/ 282 w 754"/>
                <a:gd name="T45" fmla="*/ 247 h 440"/>
                <a:gd name="T46" fmla="*/ 100 w 754"/>
                <a:gd name="T47" fmla="*/ 296 h 440"/>
                <a:gd name="T48" fmla="*/ 409 w 754"/>
                <a:gd name="T49" fmla="*/ 360 h 440"/>
                <a:gd name="T50" fmla="*/ 312 w 754"/>
                <a:gd name="T51" fmla="*/ 360 h 440"/>
                <a:gd name="T52" fmla="*/ 299 w 754"/>
                <a:gd name="T53" fmla="*/ 154 h 440"/>
                <a:gd name="T54" fmla="*/ 185 w 754"/>
                <a:gd name="T55" fmla="*/ 136 h 440"/>
                <a:gd name="T56" fmla="*/ 185 w 754"/>
                <a:gd name="T57" fmla="*/ 115 h 440"/>
                <a:gd name="T58" fmla="*/ 376 w 754"/>
                <a:gd name="T59" fmla="*/ 94 h 440"/>
                <a:gd name="T60" fmla="*/ 566 w 754"/>
                <a:gd name="T61" fmla="*/ 115 h 440"/>
                <a:gd name="T62" fmla="*/ 566 w 754"/>
                <a:gd name="T63" fmla="*/ 136 h 440"/>
                <a:gd name="T64" fmla="*/ 423 w 754"/>
                <a:gd name="T65" fmla="*/ 157 h 440"/>
                <a:gd name="T66" fmla="*/ 409 w 754"/>
                <a:gd name="T67" fmla="*/ 360 h 440"/>
                <a:gd name="T68" fmla="*/ 706 w 754"/>
                <a:gd name="T69" fmla="*/ 214 h 440"/>
                <a:gd name="T70" fmla="*/ 715 w 754"/>
                <a:gd name="T71" fmla="*/ 217 h 440"/>
                <a:gd name="T72" fmla="*/ 722 w 754"/>
                <a:gd name="T73" fmla="*/ 234 h 440"/>
                <a:gd name="T74" fmla="*/ 719 w 754"/>
                <a:gd name="T75" fmla="*/ 259 h 440"/>
                <a:gd name="T76" fmla="*/ 579 w 754"/>
                <a:gd name="T77" fmla="*/ 314 h 440"/>
                <a:gd name="T78" fmla="*/ 438 w 754"/>
                <a:gd name="T79" fmla="*/ 248 h 440"/>
                <a:gd name="T80" fmla="*/ 692 w 754"/>
                <a:gd name="T81" fmla="*/ 196 h 440"/>
                <a:gd name="T82" fmla="*/ 706 w 754"/>
                <a:gd name="T83" fmla="*/ 214 h 440"/>
                <a:gd name="T84" fmla="*/ 719 w 754"/>
                <a:gd name="T85" fmla="*/ 137 h 440"/>
                <a:gd name="T86" fmla="*/ 579 w 754"/>
                <a:gd name="T87" fmla="*/ 202 h 440"/>
                <a:gd name="T88" fmla="*/ 438 w 754"/>
                <a:gd name="T89" fmla="*/ 185 h 440"/>
                <a:gd name="T90" fmla="*/ 591 w 754"/>
                <a:gd name="T91" fmla="*/ 154 h 440"/>
                <a:gd name="T92" fmla="*/ 591 w 754"/>
                <a:gd name="T93" fmla="*/ 96 h 440"/>
                <a:gd name="T94" fmla="*/ 560 w 754"/>
                <a:gd name="T95" fmla="*/ 95 h 440"/>
                <a:gd name="T96" fmla="*/ 376 w 754"/>
                <a:gd name="T97" fmla="*/ 63 h 440"/>
                <a:gd name="T98" fmla="*/ 162 w 754"/>
                <a:gd name="T99" fmla="*/ 96 h 440"/>
                <a:gd name="T100" fmla="*/ 162 w 754"/>
                <a:gd name="T101" fmla="*/ 154 h 440"/>
                <a:gd name="T102" fmla="*/ 282 w 754"/>
                <a:gd name="T103" fmla="*/ 184 h 440"/>
                <a:gd name="T104" fmla="*/ 101 w 754"/>
                <a:gd name="T105" fmla="*/ 181 h 440"/>
                <a:gd name="T106" fmla="*/ 34 w 754"/>
                <a:gd name="T107" fmla="*/ 137 h 440"/>
                <a:gd name="T108" fmla="*/ 35 w 754"/>
                <a:gd name="T109" fmla="*/ 112 h 440"/>
                <a:gd name="T110" fmla="*/ 199 w 754"/>
                <a:gd name="T111" fmla="*/ 45 h 440"/>
                <a:gd name="T112" fmla="*/ 628 w 754"/>
                <a:gd name="T113" fmla="*/ 61 h 440"/>
                <a:gd name="T114" fmla="*/ 718 w 754"/>
                <a:gd name="T115" fmla="*/ 112 h 440"/>
                <a:gd name="T116" fmla="*/ 719 w 754"/>
                <a:gd name="T117" fmla="*/ 137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54" h="440">
                  <a:moveTo>
                    <a:pt x="744" y="154"/>
                  </a:moveTo>
                  <a:lnTo>
                    <a:pt x="744" y="154"/>
                  </a:lnTo>
                  <a:cubicBezTo>
                    <a:pt x="750" y="146"/>
                    <a:pt x="753" y="136"/>
                    <a:pt x="753" y="125"/>
                  </a:cubicBezTo>
                  <a:cubicBezTo>
                    <a:pt x="753" y="115"/>
                    <a:pt x="748" y="103"/>
                    <a:pt x="743" y="95"/>
                  </a:cubicBezTo>
                  <a:cubicBezTo>
                    <a:pt x="732" y="78"/>
                    <a:pt x="715" y="66"/>
                    <a:pt x="692" y="54"/>
                  </a:cubicBezTo>
                  <a:cubicBezTo>
                    <a:pt x="659" y="38"/>
                    <a:pt x="612" y="25"/>
                    <a:pt x="559" y="15"/>
                  </a:cubicBezTo>
                  <a:cubicBezTo>
                    <a:pt x="504" y="5"/>
                    <a:pt x="442" y="0"/>
                    <a:pt x="376" y="0"/>
                  </a:cubicBezTo>
                  <a:cubicBezTo>
                    <a:pt x="275" y="0"/>
                    <a:pt x="184" y="12"/>
                    <a:pt x="117" y="33"/>
                  </a:cubicBezTo>
                  <a:cubicBezTo>
                    <a:pt x="83" y="43"/>
                    <a:pt x="55" y="56"/>
                    <a:pt x="34" y="70"/>
                  </a:cubicBezTo>
                  <a:cubicBezTo>
                    <a:pt x="24" y="78"/>
                    <a:pt x="16" y="85"/>
                    <a:pt x="10" y="95"/>
                  </a:cubicBezTo>
                  <a:cubicBezTo>
                    <a:pt x="3" y="103"/>
                    <a:pt x="0" y="115"/>
                    <a:pt x="0" y="125"/>
                  </a:cubicBezTo>
                  <a:cubicBezTo>
                    <a:pt x="0" y="134"/>
                    <a:pt x="3" y="144"/>
                    <a:pt x="7" y="151"/>
                  </a:cubicBezTo>
                  <a:cubicBezTo>
                    <a:pt x="16" y="165"/>
                    <a:pt x="27" y="175"/>
                    <a:pt x="42" y="185"/>
                  </a:cubicBezTo>
                  <a:cubicBezTo>
                    <a:pt x="34" y="186"/>
                    <a:pt x="25" y="188"/>
                    <a:pt x="20" y="193"/>
                  </a:cubicBezTo>
                  <a:cubicBezTo>
                    <a:pt x="14" y="198"/>
                    <a:pt x="10" y="202"/>
                    <a:pt x="7" y="207"/>
                  </a:cubicBezTo>
                  <a:cubicBezTo>
                    <a:pt x="3" y="216"/>
                    <a:pt x="2" y="223"/>
                    <a:pt x="0" y="231"/>
                  </a:cubicBezTo>
                  <a:cubicBezTo>
                    <a:pt x="0" y="238"/>
                    <a:pt x="0" y="245"/>
                    <a:pt x="0" y="251"/>
                  </a:cubicBezTo>
                  <a:cubicBezTo>
                    <a:pt x="0" y="259"/>
                    <a:pt x="3" y="268"/>
                    <a:pt x="9" y="276"/>
                  </a:cubicBezTo>
                  <a:cubicBezTo>
                    <a:pt x="17" y="289"/>
                    <a:pt x="30" y="299"/>
                    <a:pt x="48" y="307"/>
                  </a:cubicBezTo>
                  <a:cubicBezTo>
                    <a:pt x="73" y="320"/>
                    <a:pt x="110" y="331"/>
                    <a:pt x="152" y="339"/>
                  </a:cubicBezTo>
                  <a:cubicBezTo>
                    <a:pt x="190" y="348"/>
                    <a:pt x="235" y="353"/>
                    <a:pt x="282" y="356"/>
                  </a:cubicBezTo>
                  <a:cubicBezTo>
                    <a:pt x="282" y="360"/>
                    <a:pt x="282" y="360"/>
                    <a:pt x="282" y="360"/>
                  </a:cubicBezTo>
                  <a:cubicBezTo>
                    <a:pt x="282" y="404"/>
                    <a:pt x="317" y="439"/>
                    <a:pt x="361" y="439"/>
                  </a:cubicBezTo>
                  <a:cubicBezTo>
                    <a:pt x="403" y="439"/>
                    <a:pt x="438" y="404"/>
                    <a:pt x="438" y="360"/>
                  </a:cubicBezTo>
                  <a:cubicBezTo>
                    <a:pt x="438" y="358"/>
                    <a:pt x="438" y="358"/>
                    <a:pt x="438" y="358"/>
                  </a:cubicBezTo>
                  <a:cubicBezTo>
                    <a:pt x="522" y="355"/>
                    <a:pt x="595" y="344"/>
                    <a:pt x="652" y="328"/>
                  </a:cubicBezTo>
                  <a:cubicBezTo>
                    <a:pt x="680" y="318"/>
                    <a:pt x="704" y="309"/>
                    <a:pt x="722" y="297"/>
                  </a:cubicBezTo>
                  <a:cubicBezTo>
                    <a:pt x="730" y="292"/>
                    <a:pt x="737" y="285"/>
                    <a:pt x="743" y="278"/>
                  </a:cubicBezTo>
                  <a:cubicBezTo>
                    <a:pt x="748" y="269"/>
                    <a:pt x="753" y="261"/>
                    <a:pt x="753" y="251"/>
                  </a:cubicBezTo>
                  <a:cubicBezTo>
                    <a:pt x="753" y="241"/>
                    <a:pt x="753" y="227"/>
                    <a:pt x="747" y="213"/>
                  </a:cubicBezTo>
                  <a:cubicBezTo>
                    <a:pt x="744" y="206"/>
                    <a:pt x="740" y="199"/>
                    <a:pt x="733" y="193"/>
                  </a:cubicBezTo>
                  <a:cubicBezTo>
                    <a:pt x="727" y="188"/>
                    <a:pt x="719" y="186"/>
                    <a:pt x="711" y="185"/>
                  </a:cubicBezTo>
                  <a:cubicBezTo>
                    <a:pt x="715" y="182"/>
                    <a:pt x="719" y="179"/>
                    <a:pt x="722" y="177"/>
                  </a:cubicBezTo>
                  <a:cubicBezTo>
                    <a:pt x="732" y="169"/>
                    <a:pt x="739" y="162"/>
                    <a:pt x="744" y="154"/>
                  </a:cubicBezTo>
                  <a:close/>
                  <a:moveTo>
                    <a:pt x="100" y="296"/>
                  </a:moveTo>
                  <a:lnTo>
                    <a:pt x="100" y="296"/>
                  </a:lnTo>
                  <a:cubicBezTo>
                    <a:pt x="76" y="289"/>
                    <a:pt x="56" y="279"/>
                    <a:pt x="45" y="271"/>
                  </a:cubicBezTo>
                  <a:cubicBezTo>
                    <a:pt x="39" y="266"/>
                    <a:pt x="35" y="262"/>
                    <a:pt x="32" y="259"/>
                  </a:cubicBezTo>
                  <a:cubicBezTo>
                    <a:pt x="31" y="255"/>
                    <a:pt x="30" y="252"/>
                    <a:pt x="30" y="251"/>
                  </a:cubicBezTo>
                  <a:cubicBezTo>
                    <a:pt x="30" y="241"/>
                    <a:pt x="30" y="230"/>
                    <a:pt x="32" y="223"/>
                  </a:cubicBezTo>
                  <a:cubicBezTo>
                    <a:pt x="34" y="220"/>
                    <a:pt x="35" y="219"/>
                    <a:pt x="37" y="217"/>
                  </a:cubicBezTo>
                  <a:cubicBezTo>
                    <a:pt x="38" y="216"/>
                    <a:pt x="41" y="214"/>
                    <a:pt x="46" y="214"/>
                  </a:cubicBezTo>
                  <a:cubicBezTo>
                    <a:pt x="55" y="214"/>
                    <a:pt x="61" y="207"/>
                    <a:pt x="61" y="200"/>
                  </a:cubicBezTo>
                  <a:cubicBezTo>
                    <a:pt x="61" y="198"/>
                    <a:pt x="61" y="196"/>
                    <a:pt x="61" y="196"/>
                  </a:cubicBezTo>
                  <a:cubicBezTo>
                    <a:pt x="84" y="207"/>
                    <a:pt x="115" y="219"/>
                    <a:pt x="150" y="227"/>
                  </a:cubicBezTo>
                  <a:cubicBezTo>
                    <a:pt x="190" y="235"/>
                    <a:pt x="235" y="243"/>
                    <a:pt x="282" y="247"/>
                  </a:cubicBezTo>
                  <a:cubicBezTo>
                    <a:pt x="282" y="327"/>
                    <a:pt x="282" y="327"/>
                    <a:pt x="282" y="327"/>
                  </a:cubicBezTo>
                  <a:cubicBezTo>
                    <a:pt x="209" y="321"/>
                    <a:pt x="145" y="310"/>
                    <a:pt x="100" y="296"/>
                  </a:cubicBezTo>
                  <a:close/>
                  <a:moveTo>
                    <a:pt x="409" y="360"/>
                  </a:moveTo>
                  <a:lnTo>
                    <a:pt x="409" y="360"/>
                  </a:lnTo>
                  <a:cubicBezTo>
                    <a:pt x="409" y="387"/>
                    <a:pt x="386" y="408"/>
                    <a:pt x="361" y="408"/>
                  </a:cubicBezTo>
                  <a:cubicBezTo>
                    <a:pt x="334" y="408"/>
                    <a:pt x="313" y="387"/>
                    <a:pt x="312" y="360"/>
                  </a:cubicBezTo>
                  <a:cubicBezTo>
                    <a:pt x="312" y="169"/>
                    <a:pt x="312" y="169"/>
                    <a:pt x="312" y="169"/>
                  </a:cubicBezTo>
                  <a:cubicBezTo>
                    <a:pt x="312" y="161"/>
                    <a:pt x="306" y="155"/>
                    <a:pt x="299" y="154"/>
                  </a:cubicBezTo>
                  <a:cubicBezTo>
                    <a:pt x="260" y="151"/>
                    <a:pt x="225" y="147"/>
                    <a:pt x="195" y="141"/>
                  </a:cubicBezTo>
                  <a:cubicBezTo>
                    <a:pt x="191" y="140"/>
                    <a:pt x="188" y="139"/>
                    <a:pt x="185" y="136"/>
                  </a:cubicBezTo>
                  <a:cubicBezTo>
                    <a:pt x="184" y="133"/>
                    <a:pt x="183" y="129"/>
                    <a:pt x="183" y="125"/>
                  </a:cubicBezTo>
                  <a:cubicBezTo>
                    <a:pt x="183" y="122"/>
                    <a:pt x="184" y="118"/>
                    <a:pt x="185" y="115"/>
                  </a:cubicBezTo>
                  <a:cubicBezTo>
                    <a:pt x="188" y="112"/>
                    <a:pt x="191" y="111"/>
                    <a:pt x="195" y="109"/>
                  </a:cubicBezTo>
                  <a:cubicBezTo>
                    <a:pt x="243" y="99"/>
                    <a:pt x="303" y="94"/>
                    <a:pt x="376" y="94"/>
                  </a:cubicBezTo>
                  <a:cubicBezTo>
                    <a:pt x="449" y="94"/>
                    <a:pt x="510" y="99"/>
                    <a:pt x="558" y="109"/>
                  </a:cubicBezTo>
                  <a:cubicBezTo>
                    <a:pt x="562" y="111"/>
                    <a:pt x="565" y="112"/>
                    <a:pt x="566" y="115"/>
                  </a:cubicBezTo>
                  <a:cubicBezTo>
                    <a:pt x="569" y="118"/>
                    <a:pt x="570" y="122"/>
                    <a:pt x="570" y="125"/>
                  </a:cubicBezTo>
                  <a:cubicBezTo>
                    <a:pt x="570" y="129"/>
                    <a:pt x="569" y="133"/>
                    <a:pt x="566" y="136"/>
                  </a:cubicBezTo>
                  <a:cubicBezTo>
                    <a:pt x="565" y="139"/>
                    <a:pt x="562" y="140"/>
                    <a:pt x="558" y="141"/>
                  </a:cubicBezTo>
                  <a:cubicBezTo>
                    <a:pt x="520" y="148"/>
                    <a:pt x="475" y="154"/>
                    <a:pt x="423" y="157"/>
                  </a:cubicBezTo>
                  <a:cubicBezTo>
                    <a:pt x="414" y="157"/>
                    <a:pt x="409" y="164"/>
                    <a:pt x="409" y="171"/>
                  </a:cubicBezTo>
                  <a:lnTo>
                    <a:pt x="409" y="360"/>
                  </a:lnTo>
                  <a:close/>
                  <a:moveTo>
                    <a:pt x="706" y="214"/>
                  </a:moveTo>
                  <a:lnTo>
                    <a:pt x="706" y="214"/>
                  </a:lnTo>
                  <a:lnTo>
                    <a:pt x="706" y="214"/>
                  </a:lnTo>
                  <a:cubicBezTo>
                    <a:pt x="712" y="214"/>
                    <a:pt x="713" y="216"/>
                    <a:pt x="715" y="217"/>
                  </a:cubicBezTo>
                  <a:cubicBezTo>
                    <a:pt x="716" y="219"/>
                    <a:pt x="718" y="219"/>
                    <a:pt x="719" y="221"/>
                  </a:cubicBezTo>
                  <a:cubicBezTo>
                    <a:pt x="720" y="224"/>
                    <a:pt x="722" y="228"/>
                    <a:pt x="722" y="234"/>
                  </a:cubicBezTo>
                  <a:cubicBezTo>
                    <a:pt x="722" y="240"/>
                    <a:pt x="722" y="245"/>
                    <a:pt x="722" y="251"/>
                  </a:cubicBezTo>
                  <a:cubicBezTo>
                    <a:pt x="722" y="254"/>
                    <a:pt x="722" y="255"/>
                    <a:pt x="719" y="259"/>
                  </a:cubicBezTo>
                  <a:cubicBezTo>
                    <a:pt x="715" y="266"/>
                    <a:pt x="704" y="275"/>
                    <a:pt x="687" y="283"/>
                  </a:cubicBezTo>
                  <a:cubicBezTo>
                    <a:pt x="661" y="294"/>
                    <a:pt x="624" y="306"/>
                    <a:pt x="579" y="314"/>
                  </a:cubicBezTo>
                  <a:cubicBezTo>
                    <a:pt x="538" y="321"/>
                    <a:pt x="490" y="325"/>
                    <a:pt x="438" y="328"/>
                  </a:cubicBezTo>
                  <a:cubicBezTo>
                    <a:pt x="438" y="248"/>
                    <a:pt x="438" y="248"/>
                    <a:pt x="438" y="248"/>
                  </a:cubicBezTo>
                  <a:cubicBezTo>
                    <a:pt x="522" y="244"/>
                    <a:pt x="597" y="231"/>
                    <a:pt x="652" y="212"/>
                  </a:cubicBezTo>
                  <a:cubicBezTo>
                    <a:pt x="667" y="207"/>
                    <a:pt x="680" y="202"/>
                    <a:pt x="692" y="196"/>
                  </a:cubicBezTo>
                  <a:cubicBezTo>
                    <a:pt x="691" y="198"/>
                    <a:pt x="691" y="199"/>
                    <a:pt x="691" y="200"/>
                  </a:cubicBezTo>
                  <a:cubicBezTo>
                    <a:pt x="691" y="207"/>
                    <a:pt x="698" y="214"/>
                    <a:pt x="706" y="214"/>
                  </a:cubicBezTo>
                  <a:close/>
                  <a:moveTo>
                    <a:pt x="719" y="137"/>
                  </a:moveTo>
                  <a:lnTo>
                    <a:pt x="719" y="137"/>
                  </a:lnTo>
                  <a:cubicBezTo>
                    <a:pt x="713" y="146"/>
                    <a:pt x="702" y="155"/>
                    <a:pt x="685" y="165"/>
                  </a:cubicBezTo>
                  <a:cubicBezTo>
                    <a:pt x="660" y="179"/>
                    <a:pt x="624" y="192"/>
                    <a:pt x="579" y="202"/>
                  </a:cubicBezTo>
                  <a:cubicBezTo>
                    <a:pt x="538" y="210"/>
                    <a:pt x="490" y="216"/>
                    <a:pt x="438" y="219"/>
                  </a:cubicBezTo>
                  <a:cubicBezTo>
                    <a:pt x="438" y="185"/>
                    <a:pt x="438" y="185"/>
                    <a:pt x="438" y="185"/>
                  </a:cubicBezTo>
                  <a:cubicBezTo>
                    <a:pt x="486" y="182"/>
                    <a:pt x="528" y="178"/>
                    <a:pt x="563" y="171"/>
                  </a:cubicBezTo>
                  <a:cubicBezTo>
                    <a:pt x="574" y="168"/>
                    <a:pt x="584" y="162"/>
                    <a:pt x="591" y="154"/>
                  </a:cubicBezTo>
                  <a:cubicBezTo>
                    <a:pt x="597" y="146"/>
                    <a:pt x="600" y="134"/>
                    <a:pt x="600" y="125"/>
                  </a:cubicBezTo>
                  <a:cubicBezTo>
                    <a:pt x="600" y="115"/>
                    <a:pt x="597" y="105"/>
                    <a:pt x="591" y="96"/>
                  </a:cubicBezTo>
                  <a:cubicBezTo>
                    <a:pt x="584" y="88"/>
                    <a:pt x="574" y="82"/>
                    <a:pt x="563" y="80"/>
                  </a:cubicBezTo>
                  <a:cubicBezTo>
                    <a:pt x="560" y="95"/>
                    <a:pt x="560" y="95"/>
                    <a:pt x="560" y="95"/>
                  </a:cubicBezTo>
                  <a:cubicBezTo>
                    <a:pt x="563" y="80"/>
                    <a:pt x="563" y="80"/>
                    <a:pt x="563" y="80"/>
                  </a:cubicBezTo>
                  <a:cubicBezTo>
                    <a:pt x="514" y="70"/>
                    <a:pt x="451" y="63"/>
                    <a:pt x="376" y="63"/>
                  </a:cubicBezTo>
                  <a:cubicBezTo>
                    <a:pt x="302" y="63"/>
                    <a:pt x="239" y="70"/>
                    <a:pt x="190" y="80"/>
                  </a:cubicBezTo>
                  <a:cubicBezTo>
                    <a:pt x="177" y="82"/>
                    <a:pt x="167" y="88"/>
                    <a:pt x="162" y="96"/>
                  </a:cubicBezTo>
                  <a:cubicBezTo>
                    <a:pt x="156" y="105"/>
                    <a:pt x="152" y="115"/>
                    <a:pt x="152" y="125"/>
                  </a:cubicBezTo>
                  <a:cubicBezTo>
                    <a:pt x="152" y="134"/>
                    <a:pt x="156" y="146"/>
                    <a:pt x="162" y="154"/>
                  </a:cubicBezTo>
                  <a:cubicBezTo>
                    <a:pt x="167" y="162"/>
                    <a:pt x="177" y="168"/>
                    <a:pt x="190" y="171"/>
                  </a:cubicBezTo>
                  <a:cubicBezTo>
                    <a:pt x="216" y="177"/>
                    <a:pt x="247" y="181"/>
                    <a:pt x="282" y="184"/>
                  </a:cubicBezTo>
                  <a:cubicBezTo>
                    <a:pt x="282" y="216"/>
                    <a:pt x="282" y="216"/>
                    <a:pt x="282" y="216"/>
                  </a:cubicBezTo>
                  <a:cubicBezTo>
                    <a:pt x="209" y="210"/>
                    <a:pt x="146" y="198"/>
                    <a:pt x="101" y="181"/>
                  </a:cubicBezTo>
                  <a:cubicBezTo>
                    <a:pt x="76" y="171"/>
                    <a:pt x="58" y="161"/>
                    <a:pt x="46" y="151"/>
                  </a:cubicBezTo>
                  <a:cubicBezTo>
                    <a:pt x="39" y="146"/>
                    <a:pt x="35" y="141"/>
                    <a:pt x="34" y="137"/>
                  </a:cubicBezTo>
                  <a:cubicBezTo>
                    <a:pt x="31" y="133"/>
                    <a:pt x="30" y="129"/>
                    <a:pt x="30" y="125"/>
                  </a:cubicBezTo>
                  <a:cubicBezTo>
                    <a:pt x="30" y="120"/>
                    <a:pt x="31" y="116"/>
                    <a:pt x="35" y="112"/>
                  </a:cubicBezTo>
                  <a:cubicBezTo>
                    <a:pt x="41" y="102"/>
                    <a:pt x="53" y="91"/>
                    <a:pt x="73" y="81"/>
                  </a:cubicBezTo>
                  <a:cubicBezTo>
                    <a:pt x="104" y="67"/>
                    <a:pt x="148" y="53"/>
                    <a:pt x="199" y="45"/>
                  </a:cubicBezTo>
                  <a:cubicBezTo>
                    <a:pt x="251" y="36"/>
                    <a:pt x="312" y="30"/>
                    <a:pt x="376" y="30"/>
                  </a:cubicBezTo>
                  <a:cubicBezTo>
                    <a:pt x="475" y="30"/>
                    <a:pt x="563" y="43"/>
                    <a:pt x="628" y="61"/>
                  </a:cubicBezTo>
                  <a:cubicBezTo>
                    <a:pt x="659" y="71"/>
                    <a:pt x="684" y="82"/>
                    <a:pt x="701" y="95"/>
                  </a:cubicBezTo>
                  <a:cubicBezTo>
                    <a:pt x="708" y="101"/>
                    <a:pt x="715" y="106"/>
                    <a:pt x="718" y="112"/>
                  </a:cubicBezTo>
                  <a:cubicBezTo>
                    <a:pt x="722" y="116"/>
                    <a:pt x="722" y="120"/>
                    <a:pt x="722" y="125"/>
                  </a:cubicBezTo>
                  <a:cubicBezTo>
                    <a:pt x="722" y="129"/>
                    <a:pt x="722" y="133"/>
                    <a:pt x="719" y="1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6B4BF2DB-3D61-D45A-971D-4381DFA511FB}"/>
                </a:ext>
              </a:extLst>
            </p:cNvPr>
            <p:cNvSpPr>
              <a:spLocks noChangeArrowheads="1"/>
            </p:cNvSpPr>
            <p:nvPr/>
          </p:nvSpPr>
          <p:spPr bwMode="auto">
            <a:xfrm>
              <a:off x="7720013" y="4786313"/>
              <a:ext cx="271462" cy="63500"/>
            </a:xfrm>
            <a:custGeom>
              <a:avLst/>
              <a:gdLst>
                <a:gd name="T0" fmla="*/ 733 w 754"/>
                <a:gd name="T1" fmla="*/ 8 h 176"/>
                <a:gd name="T2" fmla="*/ 733 w 754"/>
                <a:gd name="T3" fmla="*/ 8 h 176"/>
                <a:gd name="T4" fmla="*/ 706 w 754"/>
                <a:gd name="T5" fmla="*/ 0 h 176"/>
                <a:gd name="T6" fmla="*/ 691 w 754"/>
                <a:gd name="T7" fmla="*/ 15 h 176"/>
                <a:gd name="T8" fmla="*/ 706 w 754"/>
                <a:gd name="T9" fmla="*/ 31 h 176"/>
                <a:gd name="T10" fmla="*/ 706 w 754"/>
                <a:gd name="T11" fmla="*/ 31 h 176"/>
                <a:gd name="T12" fmla="*/ 715 w 754"/>
                <a:gd name="T13" fmla="*/ 32 h 176"/>
                <a:gd name="T14" fmla="*/ 719 w 754"/>
                <a:gd name="T15" fmla="*/ 36 h 176"/>
                <a:gd name="T16" fmla="*/ 722 w 754"/>
                <a:gd name="T17" fmla="*/ 50 h 176"/>
                <a:gd name="T18" fmla="*/ 722 w 754"/>
                <a:gd name="T19" fmla="*/ 66 h 176"/>
                <a:gd name="T20" fmla="*/ 718 w 754"/>
                <a:gd name="T21" fmla="*/ 76 h 176"/>
                <a:gd name="T22" fmla="*/ 680 w 754"/>
                <a:gd name="T23" fmla="*/ 101 h 176"/>
                <a:gd name="T24" fmla="*/ 553 w 754"/>
                <a:gd name="T25" fmla="*/ 133 h 176"/>
                <a:gd name="T26" fmla="*/ 376 w 754"/>
                <a:gd name="T27" fmla="*/ 146 h 176"/>
                <a:gd name="T28" fmla="*/ 125 w 754"/>
                <a:gd name="T29" fmla="*/ 119 h 176"/>
                <a:gd name="T30" fmla="*/ 51 w 754"/>
                <a:gd name="T31" fmla="*/ 91 h 176"/>
                <a:gd name="T32" fmla="*/ 34 w 754"/>
                <a:gd name="T33" fmla="*/ 76 h 176"/>
                <a:gd name="T34" fmla="*/ 30 w 754"/>
                <a:gd name="T35" fmla="*/ 66 h 176"/>
                <a:gd name="T36" fmla="*/ 32 w 754"/>
                <a:gd name="T37" fmla="*/ 39 h 176"/>
                <a:gd name="T38" fmla="*/ 37 w 754"/>
                <a:gd name="T39" fmla="*/ 32 h 176"/>
                <a:gd name="T40" fmla="*/ 46 w 754"/>
                <a:gd name="T41" fmla="*/ 31 h 176"/>
                <a:gd name="T42" fmla="*/ 61 w 754"/>
                <a:gd name="T43" fmla="*/ 15 h 176"/>
                <a:gd name="T44" fmla="*/ 46 w 754"/>
                <a:gd name="T45" fmla="*/ 0 h 176"/>
                <a:gd name="T46" fmla="*/ 20 w 754"/>
                <a:gd name="T47" fmla="*/ 8 h 176"/>
                <a:gd name="T48" fmla="*/ 7 w 754"/>
                <a:gd name="T49" fmla="*/ 22 h 176"/>
                <a:gd name="T50" fmla="*/ 0 w 754"/>
                <a:gd name="T51" fmla="*/ 46 h 176"/>
                <a:gd name="T52" fmla="*/ 0 w 754"/>
                <a:gd name="T53" fmla="*/ 66 h 176"/>
                <a:gd name="T54" fmla="*/ 10 w 754"/>
                <a:gd name="T55" fmla="*/ 95 h 176"/>
                <a:gd name="T56" fmla="*/ 61 w 754"/>
                <a:gd name="T57" fmla="*/ 129 h 176"/>
                <a:gd name="T58" fmla="*/ 194 w 754"/>
                <a:gd name="T59" fmla="*/ 163 h 176"/>
                <a:gd name="T60" fmla="*/ 376 w 754"/>
                <a:gd name="T61" fmla="*/ 175 h 176"/>
                <a:gd name="T62" fmla="*/ 635 w 754"/>
                <a:gd name="T63" fmla="*/ 147 h 176"/>
                <a:gd name="T64" fmla="*/ 716 w 754"/>
                <a:gd name="T65" fmla="*/ 116 h 176"/>
                <a:gd name="T66" fmla="*/ 741 w 754"/>
                <a:gd name="T67" fmla="*/ 95 h 176"/>
                <a:gd name="T68" fmla="*/ 753 w 754"/>
                <a:gd name="T69" fmla="*/ 66 h 176"/>
                <a:gd name="T70" fmla="*/ 747 w 754"/>
                <a:gd name="T71" fmla="*/ 28 h 176"/>
                <a:gd name="T72" fmla="*/ 733 w 754"/>
                <a:gd name="T73" fmla="*/ 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54" h="176">
                  <a:moveTo>
                    <a:pt x="733" y="8"/>
                  </a:moveTo>
                  <a:lnTo>
                    <a:pt x="733" y="8"/>
                  </a:lnTo>
                  <a:cubicBezTo>
                    <a:pt x="726" y="3"/>
                    <a:pt x="716" y="0"/>
                    <a:pt x="706" y="0"/>
                  </a:cubicBezTo>
                  <a:cubicBezTo>
                    <a:pt x="698" y="0"/>
                    <a:pt x="691" y="7"/>
                    <a:pt x="691" y="15"/>
                  </a:cubicBezTo>
                  <a:cubicBezTo>
                    <a:pt x="691" y="24"/>
                    <a:pt x="698" y="31"/>
                    <a:pt x="706" y="31"/>
                  </a:cubicBezTo>
                  <a:lnTo>
                    <a:pt x="706" y="31"/>
                  </a:lnTo>
                  <a:cubicBezTo>
                    <a:pt x="712" y="31"/>
                    <a:pt x="713" y="32"/>
                    <a:pt x="715" y="32"/>
                  </a:cubicBezTo>
                  <a:cubicBezTo>
                    <a:pt x="716" y="34"/>
                    <a:pt x="718" y="35"/>
                    <a:pt x="719" y="36"/>
                  </a:cubicBezTo>
                  <a:cubicBezTo>
                    <a:pt x="720" y="39"/>
                    <a:pt x="722" y="45"/>
                    <a:pt x="722" y="50"/>
                  </a:cubicBezTo>
                  <a:cubicBezTo>
                    <a:pt x="722" y="55"/>
                    <a:pt x="722" y="62"/>
                    <a:pt x="722" y="66"/>
                  </a:cubicBezTo>
                  <a:cubicBezTo>
                    <a:pt x="722" y="69"/>
                    <a:pt x="722" y="72"/>
                    <a:pt x="718" y="76"/>
                  </a:cubicBezTo>
                  <a:cubicBezTo>
                    <a:pt x="712" y="84"/>
                    <a:pt x="699" y="93"/>
                    <a:pt x="680" y="101"/>
                  </a:cubicBezTo>
                  <a:cubicBezTo>
                    <a:pt x="649" y="115"/>
                    <a:pt x="605" y="126"/>
                    <a:pt x="553" y="133"/>
                  </a:cubicBezTo>
                  <a:cubicBezTo>
                    <a:pt x="501" y="142"/>
                    <a:pt x="441" y="146"/>
                    <a:pt x="376" y="146"/>
                  </a:cubicBezTo>
                  <a:cubicBezTo>
                    <a:pt x="278" y="146"/>
                    <a:pt x="188" y="135"/>
                    <a:pt x="125" y="119"/>
                  </a:cubicBezTo>
                  <a:cubicBezTo>
                    <a:pt x="93" y="111"/>
                    <a:pt x="68" y="101"/>
                    <a:pt x="51" y="91"/>
                  </a:cubicBezTo>
                  <a:cubicBezTo>
                    <a:pt x="42" y="86"/>
                    <a:pt x="37" y="80"/>
                    <a:pt x="34" y="76"/>
                  </a:cubicBezTo>
                  <a:cubicBezTo>
                    <a:pt x="31" y="72"/>
                    <a:pt x="30" y="69"/>
                    <a:pt x="30" y="66"/>
                  </a:cubicBezTo>
                  <a:cubicBezTo>
                    <a:pt x="30" y="57"/>
                    <a:pt x="30" y="45"/>
                    <a:pt x="32" y="39"/>
                  </a:cubicBezTo>
                  <a:cubicBezTo>
                    <a:pt x="34" y="35"/>
                    <a:pt x="35" y="34"/>
                    <a:pt x="37" y="32"/>
                  </a:cubicBezTo>
                  <a:cubicBezTo>
                    <a:pt x="38" y="32"/>
                    <a:pt x="41" y="31"/>
                    <a:pt x="46" y="31"/>
                  </a:cubicBezTo>
                  <a:cubicBezTo>
                    <a:pt x="55" y="31"/>
                    <a:pt x="61" y="24"/>
                    <a:pt x="61" y="15"/>
                  </a:cubicBezTo>
                  <a:cubicBezTo>
                    <a:pt x="61" y="7"/>
                    <a:pt x="55" y="0"/>
                    <a:pt x="46" y="0"/>
                  </a:cubicBezTo>
                  <a:cubicBezTo>
                    <a:pt x="35" y="0"/>
                    <a:pt x="27" y="3"/>
                    <a:pt x="20" y="8"/>
                  </a:cubicBezTo>
                  <a:cubicBezTo>
                    <a:pt x="14" y="13"/>
                    <a:pt x="10" y="18"/>
                    <a:pt x="7" y="22"/>
                  </a:cubicBezTo>
                  <a:cubicBezTo>
                    <a:pt x="3" y="31"/>
                    <a:pt x="2" y="39"/>
                    <a:pt x="0" y="46"/>
                  </a:cubicBezTo>
                  <a:cubicBezTo>
                    <a:pt x="0" y="55"/>
                    <a:pt x="0" y="62"/>
                    <a:pt x="0" y="66"/>
                  </a:cubicBezTo>
                  <a:cubicBezTo>
                    <a:pt x="0" y="77"/>
                    <a:pt x="4" y="87"/>
                    <a:pt x="10" y="95"/>
                  </a:cubicBezTo>
                  <a:cubicBezTo>
                    <a:pt x="21" y="109"/>
                    <a:pt x="39" y="119"/>
                    <a:pt x="61" y="129"/>
                  </a:cubicBezTo>
                  <a:cubicBezTo>
                    <a:pt x="94" y="143"/>
                    <a:pt x="141" y="154"/>
                    <a:pt x="194" y="163"/>
                  </a:cubicBezTo>
                  <a:cubicBezTo>
                    <a:pt x="247" y="171"/>
                    <a:pt x="310" y="175"/>
                    <a:pt x="376" y="175"/>
                  </a:cubicBezTo>
                  <a:cubicBezTo>
                    <a:pt x="478" y="175"/>
                    <a:pt x="569" y="166"/>
                    <a:pt x="635" y="147"/>
                  </a:cubicBezTo>
                  <a:cubicBezTo>
                    <a:pt x="668" y="139"/>
                    <a:pt x="697" y="129"/>
                    <a:pt x="716" y="116"/>
                  </a:cubicBezTo>
                  <a:cubicBezTo>
                    <a:pt x="727" y="109"/>
                    <a:pt x="736" y="102"/>
                    <a:pt x="741" y="95"/>
                  </a:cubicBezTo>
                  <a:cubicBezTo>
                    <a:pt x="748" y="87"/>
                    <a:pt x="753" y="77"/>
                    <a:pt x="753" y="66"/>
                  </a:cubicBezTo>
                  <a:cubicBezTo>
                    <a:pt x="753" y="56"/>
                    <a:pt x="753" y="42"/>
                    <a:pt x="747" y="28"/>
                  </a:cubicBezTo>
                  <a:cubicBezTo>
                    <a:pt x="744" y="21"/>
                    <a:pt x="740" y="14"/>
                    <a:pt x="733"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02" name="Freeform 84">
            <a:extLst>
              <a:ext uri="{FF2B5EF4-FFF2-40B4-BE49-F238E27FC236}">
                <a16:creationId xmlns:a16="http://schemas.microsoft.com/office/drawing/2014/main" id="{782A1076-7368-B519-7786-5AAA849F413A}"/>
              </a:ext>
            </a:extLst>
          </p:cNvPr>
          <p:cNvSpPr>
            <a:spLocks noChangeArrowheads="1"/>
          </p:cNvSpPr>
          <p:nvPr/>
        </p:nvSpPr>
        <p:spPr bwMode="auto">
          <a:xfrm>
            <a:off x="6832203" y="2320008"/>
            <a:ext cx="111125" cy="320675"/>
          </a:xfrm>
          <a:custGeom>
            <a:avLst/>
            <a:gdLst>
              <a:gd name="T0" fmla="*/ 217 w 307"/>
              <a:gd name="T1" fmla="*/ 198 h 892"/>
              <a:gd name="T2" fmla="*/ 205 w 307"/>
              <a:gd name="T3" fmla="*/ 127 h 892"/>
              <a:gd name="T4" fmla="*/ 279 w 307"/>
              <a:gd name="T5" fmla="*/ 89 h 892"/>
              <a:gd name="T6" fmla="*/ 185 w 307"/>
              <a:gd name="T7" fmla="*/ 105 h 892"/>
              <a:gd name="T8" fmla="*/ 177 w 307"/>
              <a:gd name="T9" fmla="*/ 68 h 892"/>
              <a:gd name="T10" fmla="*/ 227 w 307"/>
              <a:gd name="T11" fmla="*/ 30 h 892"/>
              <a:gd name="T12" fmla="*/ 227 w 307"/>
              <a:gd name="T13" fmla="*/ 0 h 892"/>
              <a:gd name="T14" fmla="*/ 153 w 307"/>
              <a:gd name="T15" fmla="*/ 46 h 892"/>
              <a:gd name="T16" fmla="*/ 78 w 307"/>
              <a:gd name="T17" fmla="*/ 0 h 892"/>
              <a:gd name="T18" fmla="*/ 78 w 307"/>
              <a:gd name="T19" fmla="*/ 30 h 892"/>
              <a:gd name="T20" fmla="*/ 112 w 307"/>
              <a:gd name="T21" fmla="*/ 40 h 892"/>
              <a:gd name="T22" fmla="*/ 136 w 307"/>
              <a:gd name="T23" fmla="*/ 108 h 892"/>
              <a:gd name="T24" fmla="*/ 121 w 307"/>
              <a:gd name="T25" fmla="*/ 105 h 892"/>
              <a:gd name="T26" fmla="*/ 28 w 307"/>
              <a:gd name="T27" fmla="*/ 89 h 892"/>
              <a:gd name="T28" fmla="*/ 42 w 307"/>
              <a:gd name="T29" fmla="*/ 103 h 892"/>
              <a:gd name="T30" fmla="*/ 135 w 307"/>
              <a:gd name="T31" fmla="*/ 198 h 892"/>
              <a:gd name="T32" fmla="*/ 0 w 307"/>
              <a:gd name="T33" fmla="*/ 286 h 892"/>
              <a:gd name="T34" fmla="*/ 0 w 307"/>
              <a:gd name="T35" fmla="*/ 296 h 892"/>
              <a:gd name="T36" fmla="*/ 87 w 307"/>
              <a:gd name="T37" fmla="*/ 869 h 892"/>
              <a:gd name="T38" fmla="*/ 161 w 307"/>
              <a:gd name="T39" fmla="*/ 891 h 892"/>
              <a:gd name="T40" fmla="*/ 250 w 307"/>
              <a:gd name="T41" fmla="*/ 812 h 892"/>
              <a:gd name="T42" fmla="*/ 306 w 307"/>
              <a:gd name="T43" fmla="*/ 296 h 892"/>
              <a:gd name="T44" fmla="*/ 217 w 307"/>
              <a:gd name="T45" fmla="*/ 198 h 892"/>
              <a:gd name="T46" fmla="*/ 219 w 307"/>
              <a:gd name="T47" fmla="*/ 810 h 892"/>
              <a:gd name="T48" fmla="*/ 161 w 307"/>
              <a:gd name="T49" fmla="*/ 862 h 892"/>
              <a:gd name="T50" fmla="*/ 107 w 307"/>
              <a:gd name="T51" fmla="*/ 846 h 892"/>
              <a:gd name="T52" fmla="*/ 55 w 307"/>
              <a:gd name="T53" fmla="*/ 522 h 892"/>
              <a:gd name="T54" fmla="*/ 130 w 307"/>
              <a:gd name="T55" fmla="*/ 508 h 892"/>
              <a:gd name="T56" fmla="*/ 52 w 307"/>
              <a:gd name="T57" fmla="*/ 492 h 892"/>
              <a:gd name="T58" fmla="*/ 36 w 307"/>
              <a:gd name="T59" fmla="*/ 352 h 892"/>
              <a:gd name="T60" fmla="*/ 29 w 307"/>
              <a:gd name="T61" fmla="*/ 293 h 892"/>
              <a:gd name="T62" fmla="*/ 46 w 307"/>
              <a:gd name="T63" fmla="*/ 244 h 892"/>
              <a:gd name="T64" fmla="*/ 217 w 307"/>
              <a:gd name="T65" fmla="*/ 227 h 892"/>
              <a:gd name="T66" fmla="*/ 276 w 307"/>
              <a:gd name="T67" fmla="*/ 286 h 892"/>
              <a:gd name="T68" fmla="*/ 276 w 307"/>
              <a:gd name="T69" fmla="*/ 293 h 892"/>
              <a:gd name="T70" fmla="*/ 267 w 307"/>
              <a:gd name="T71" fmla="*/ 383 h 892"/>
              <a:gd name="T72" fmla="*/ 189 w 307"/>
              <a:gd name="T73" fmla="*/ 381 h 892"/>
              <a:gd name="T74" fmla="*/ 189 w 307"/>
              <a:gd name="T75" fmla="*/ 411 h 892"/>
              <a:gd name="T76" fmla="*/ 219 w 307"/>
              <a:gd name="T77" fmla="*/ 810 h 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7" h="892">
                <a:moveTo>
                  <a:pt x="217" y="198"/>
                </a:moveTo>
                <a:lnTo>
                  <a:pt x="217" y="198"/>
                </a:lnTo>
                <a:cubicBezTo>
                  <a:pt x="173" y="198"/>
                  <a:pt x="173" y="198"/>
                  <a:pt x="173" y="198"/>
                </a:cubicBezTo>
                <a:cubicBezTo>
                  <a:pt x="178" y="164"/>
                  <a:pt x="191" y="141"/>
                  <a:pt x="205" y="127"/>
                </a:cubicBezTo>
                <a:cubicBezTo>
                  <a:pt x="222" y="110"/>
                  <a:pt x="243" y="103"/>
                  <a:pt x="264" y="103"/>
                </a:cubicBezTo>
                <a:cubicBezTo>
                  <a:pt x="272" y="103"/>
                  <a:pt x="279" y="98"/>
                  <a:pt x="279" y="89"/>
                </a:cubicBezTo>
                <a:cubicBezTo>
                  <a:pt x="279" y="81"/>
                  <a:pt x="272" y="74"/>
                  <a:pt x="264" y="74"/>
                </a:cubicBezTo>
                <a:cubicBezTo>
                  <a:pt x="236" y="74"/>
                  <a:pt x="208" y="84"/>
                  <a:pt x="185" y="105"/>
                </a:cubicBezTo>
                <a:cubicBezTo>
                  <a:pt x="180" y="110"/>
                  <a:pt x="174" y="117"/>
                  <a:pt x="168" y="124"/>
                </a:cubicBezTo>
                <a:cubicBezTo>
                  <a:pt x="170" y="103"/>
                  <a:pt x="171" y="84"/>
                  <a:pt x="177" y="68"/>
                </a:cubicBezTo>
                <a:cubicBezTo>
                  <a:pt x="181" y="56"/>
                  <a:pt x="187" y="46"/>
                  <a:pt x="194" y="40"/>
                </a:cubicBezTo>
                <a:cubicBezTo>
                  <a:pt x="201" y="35"/>
                  <a:pt x="210" y="30"/>
                  <a:pt x="227" y="30"/>
                </a:cubicBezTo>
                <a:cubicBezTo>
                  <a:pt x="236" y="30"/>
                  <a:pt x="241" y="23"/>
                  <a:pt x="241" y="15"/>
                </a:cubicBezTo>
                <a:cubicBezTo>
                  <a:pt x="241" y="7"/>
                  <a:pt x="236" y="0"/>
                  <a:pt x="227" y="0"/>
                </a:cubicBezTo>
                <a:cubicBezTo>
                  <a:pt x="206" y="0"/>
                  <a:pt x="188" y="7"/>
                  <a:pt x="175" y="16"/>
                </a:cubicBezTo>
                <a:cubicBezTo>
                  <a:pt x="166" y="25"/>
                  <a:pt x="158" y="35"/>
                  <a:pt x="153" y="46"/>
                </a:cubicBezTo>
                <a:cubicBezTo>
                  <a:pt x="147" y="35"/>
                  <a:pt x="142" y="25"/>
                  <a:pt x="132" y="16"/>
                </a:cubicBezTo>
                <a:cubicBezTo>
                  <a:pt x="118" y="7"/>
                  <a:pt x="100" y="0"/>
                  <a:pt x="78" y="0"/>
                </a:cubicBezTo>
                <a:cubicBezTo>
                  <a:pt x="71" y="0"/>
                  <a:pt x="64" y="7"/>
                  <a:pt x="64" y="15"/>
                </a:cubicBezTo>
                <a:cubicBezTo>
                  <a:pt x="64" y="23"/>
                  <a:pt x="71" y="30"/>
                  <a:pt x="78" y="30"/>
                </a:cubicBezTo>
                <a:lnTo>
                  <a:pt x="78" y="30"/>
                </a:lnTo>
                <a:cubicBezTo>
                  <a:pt x="95" y="30"/>
                  <a:pt x="105" y="35"/>
                  <a:pt x="112" y="40"/>
                </a:cubicBezTo>
                <a:cubicBezTo>
                  <a:pt x="118" y="44"/>
                  <a:pt x="122" y="51"/>
                  <a:pt x="126" y="60"/>
                </a:cubicBezTo>
                <a:cubicBezTo>
                  <a:pt x="132" y="71"/>
                  <a:pt x="135" y="88"/>
                  <a:pt x="136" y="108"/>
                </a:cubicBezTo>
                <a:cubicBezTo>
                  <a:pt x="137" y="112"/>
                  <a:pt x="137" y="119"/>
                  <a:pt x="137" y="123"/>
                </a:cubicBezTo>
                <a:cubicBezTo>
                  <a:pt x="132" y="116"/>
                  <a:pt x="128" y="110"/>
                  <a:pt x="121" y="105"/>
                </a:cubicBezTo>
                <a:cubicBezTo>
                  <a:pt x="98" y="84"/>
                  <a:pt x="70" y="74"/>
                  <a:pt x="42" y="74"/>
                </a:cubicBezTo>
                <a:cubicBezTo>
                  <a:pt x="34" y="74"/>
                  <a:pt x="28" y="81"/>
                  <a:pt x="28" y="89"/>
                </a:cubicBezTo>
                <a:cubicBezTo>
                  <a:pt x="28" y="98"/>
                  <a:pt x="34" y="103"/>
                  <a:pt x="42" y="103"/>
                </a:cubicBezTo>
                <a:lnTo>
                  <a:pt x="42" y="103"/>
                </a:lnTo>
                <a:cubicBezTo>
                  <a:pt x="63" y="103"/>
                  <a:pt x="84" y="110"/>
                  <a:pt x="101" y="127"/>
                </a:cubicBezTo>
                <a:cubicBezTo>
                  <a:pt x="116" y="141"/>
                  <a:pt x="128" y="164"/>
                  <a:pt x="135" y="198"/>
                </a:cubicBezTo>
                <a:cubicBezTo>
                  <a:pt x="88" y="198"/>
                  <a:pt x="88" y="198"/>
                  <a:pt x="88" y="198"/>
                </a:cubicBezTo>
                <a:cubicBezTo>
                  <a:pt x="39" y="198"/>
                  <a:pt x="0" y="237"/>
                  <a:pt x="0" y="286"/>
                </a:cubicBezTo>
                <a:cubicBezTo>
                  <a:pt x="0" y="289"/>
                  <a:pt x="0" y="293"/>
                  <a:pt x="0" y="296"/>
                </a:cubicBezTo>
                <a:lnTo>
                  <a:pt x="0" y="296"/>
                </a:lnTo>
                <a:cubicBezTo>
                  <a:pt x="0" y="296"/>
                  <a:pt x="39" y="655"/>
                  <a:pt x="57" y="812"/>
                </a:cubicBezTo>
                <a:cubicBezTo>
                  <a:pt x="59" y="835"/>
                  <a:pt x="70" y="855"/>
                  <a:pt x="87" y="869"/>
                </a:cubicBezTo>
                <a:cubicBezTo>
                  <a:pt x="102" y="883"/>
                  <a:pt x="123" y="891"/>
                  <a:pt x="144" y="891"/>
                </a:cubicBezTo>
                <a:cubicBezTo>
                  <a:pt x="161" y="891"/>
                  <a:pt x="161" y="891"/>
                  <a:pt x="161" y="891"/>
                </a:cubicBezTo>
                <a:cubicBezTo>
                  <a:pt x="184" y="891"/>
                  <a:pt x="203" y="883"/>
                  <a:pt x="220" y="869"/>
                </a:cubicBezTo>
                <a:cubicBezTo>
                  <a:pt x="236" y="855"/>
                  <a:pt x="247" y="835"/>
                  <a:pt x="250" y="812"/>
                </a:cubicBezTo>
                <a:cubicBezTo>
                  <a:pt x="267" y="655"/>
                  <a:pt x="306" y="296"/>
                  <a:pt x="306" y="296"/>
                </a:cubicBezTo>
                <a:lnTo>
                  <a:pt x="306" y="296"/>
                </a:lnTo>
                <a:cubicBezTo>
                  <a:pt x="306" y="293"/>
                  <a:pt x="306" y="289"/>
                  <a:pt x="306" y="286"/>
                </a:cubicBezTo>
                <a:cubicBezTo>
                  <a:pt x="306" y="237"/>
                  <a:pt x="267" y="198"/>
                  <a:pt x="217" y="198"/>
                </a:cubicBezTo>
                <a:close/>
                <a:moveTo>
                  <a:pt x="219" y="810"/>
                </a:moveTo>
                <a:lnTo>
                  <a:pt x="219" y="810"/>
                </a:lnTo>
                <a:cubicBezTo>
                  <a:pt x="217" y="824"/>
                  <a:pt x="210" y="836"/>
                  <a:pt x="199" y="846"/>
                </a:cubicBezTo>
                <a:cubicBezTo>
                  <a:pt x="189" y="856"/>
                  <a:pt x="175" y="862"/>
                  <a:pt x="161" y="862"/>
                </a:cubicBezTo>
                <a:cubicBezTo>
                  <a:pt x="144" y="862"/>
                  <a:pt x="144" y="862"/>
                  <a:pt x="144" y="862"/>
                </a:cubicBezTo>
                <a:cubicBezTo>
                  <a:pt x="130" y="862"/>
                  <a:pt x="116" y="856"/>
                  <a:pt x="107" y="846"/>
                </a:cubicBezTo>
                <a:cubicBezTo>
                  <a:pt x="95" y="836"/>
                  <a:pt x="88" y="824"/>
                  <a:pt x="87" y="810"/>
                </a:cubicBezTo>
                <a:cubicBezTo>
                  <a:pt x="78" y="738"/>
                  <a:pt x="66" y="624"/>
                  <a:pt x="55" y="522"/>
                </a:cubicBezTo>
                <a:cubicBezTo>
                  <a:pt x="116" y="522"/>
                  <a:pt x="116" y="522"/>
                  <a:pt x="116" y="522"/>
                </a:cubicBezTo>
                <a:cubicBezTo>
                  <a:pt x="125" y="522"/>
                  <a:pt x="130" y="516"/>
                  <a:pt x="130" y="508"/>
                </a:cubicBezTo>
                <a:cubicBezTo>
                  <a:pt x="130" y="499"/>
                  <a:pt x="125" y="492"/>
                  <a:pt x="116" y="492"/>
                </a:cubicBezTo>
                <a:cubicBezTo>
                  <a:pt x="52" y="492"/>
                  <a:pt x="52" y="492"/>
                  <a:pt x="52" y="492"/>
                </a:cubicBezTo>
                <a:lnTo>
                  <a:pt x="52" y="492"/>
                </a:lnTo>
                <a:cubicBezTo>
                  <a:pt x="46" y="438"/>
                  <a:pt x="41" y="387"/>
                  <a:pt x="36" y="352"/>
                </a:cubicBezTo>
                <a:cubicBezTo>
                  <a:pt x="32" y="315"/>
                  <a:pt x="29" y="293"/>
                  <a:pt x="29" y="293"/>
                </a:cubicBezTo>
                <a:lnTo>
                  <a:pt x="29" y="293"/>
                </a:lnTo>
                <a:cubicBezTo>
                  <a:pt x="29" y="290"/>
                  <a:pt x="29" y="287"/>
                  <a:pt x="29" y="286"/>
                </a:cubicBezTo>
                <a:cubicBezTo>
                  <a:pt x="29" y="269"/>
                  <a:pt x="36" y="255"/>
                  <a:pt x="46" y="244"/>
                </a:cubicBezTo>
                <a:cubicBezTo>
                  <a:pt x="57" y="234"/>
                  <a:pt x="71" y="227"/>
                  <a:pt x="88" y="227"/>
                </a:cubicBezTo>
                <a:cubicBezTo>
                  <a:pt x="217" y="227"/>
                  <a:pt x="217" y="227"/>
                  <a:pt x="217" y="227"/>
                </a:cubicBezTo>
                <a:cubicBezTo>
                  <a:pt x="234" y="227"/>
                  <a:pt x="248" y="234"/>
                  <a:pt x="260" y="244"/>
                </a:cubicBezTo>
                <a:cubicBezTo>
                  <a:pt x="269" y="255"/>
                  <a:pt x="276" y="269"/>
                  <a:pt x="276" y="286"/>
                </a:cubicBezTo>
                <a:cubicBezTo>
                  <a:pt x="276" y="287"/>
                  <a:pt x="276" y="290"/>
                  <a:pt x="276" y="293"/>
                </a:cubicBezTo>
                <a:lnTo>
                  <a:pt x="276" y="293"/>
                </a:lnTo>
                <a:cubicBezTo>
                  <a:pt x="276" y="293"/>
                  <a:pt x="274" y="315"/>
                  <a:pt x="269" y="352"/>
                </a:cubicBezTo>
                <a:cubicBezTo>
                  <a:pt x="269" y="360"/>
                  <a:pt x="268" y="372"/>
                  <a:pt x="267" y="383"/>
                </a:cubicBezTo>
                <a:cubicBezTo>
                  <a:pt x="265" y="381"/>
                  <a:pt x="265" y="381"/>
                  <a:pt x="264" y="381"/>
                </a:cubicBezTo>
                <a:cubicBezTo>
                  <a:pt x="189" y="381"/>
                  <a:pt x="189" y="381"/>
                  <a:pt x="189" y="381"/>
                </a:cubicBezTo>
                <a:cubicBezTo>
                  <a:pt x="182" y="381"/>
                  <a:pt x="175" y="388"/>
                  <a:pt x="175" y="397"/>
                </a:cubicBezTo>
                <a:cubicBezTo>
                  <a:pt x="175" y="405"/>
                  <a:pt x="182" y="411"/>
                  <a:pt x="189" y="411"/>
                </a:cubicBezTo>
                <a:cubicBezTo>
                  <a:pt x="264" y="411"/>
                  <a:pt x="264" y="411"/>
                  <a:pt x="264" y="411"/>
                </a:cubicBezTo>
                <a:cubicBezTo>
                  <a:pt x="250" y="530"/>
                  <a:pt x="230" y="710"/>
                  <a:pt x="219" y="810"/>
                </a:cubicBezTo>
                <a:close/>
              </a:path>
            </a:pathLst>
          </a:custGeom>
          <a:solidFill>
            <a:schemeClr val="tx2"/>
          </a:solidFill>
          <a:ln>
            <a:noFill/>
          </a:ln>
          <a:effectLst/>
        </p:spPr>
        <p:txBody>
          <a:bodyPr wrap="none" anchor="ctr"/>
          <a:lstStyle/>
          <a:p>
            <a:endParaRPr lang="da-DK"/>
          </a:p>
        </p:txBody>
      </p:sp>
      <p:sp>
        <p:nvSpPr>
          <p:cNvPr id="103" name="Freeform 85">
            <a:extLst>
              <a:ext uri="{FF2B5EF4-FFF2-40B4-BE49-F238E27FC236}">
                <a16:creationId xmlns:a16="http://schemas.microsoft.com/office/drawing/2014/main" id="{D22A49B7-D642-A23E-33F2-63C6E895A789}"/>
              </a:ext>
            </a:extLst>
          </p:cNvPr>
          <p:cNvSpPr>
            <a:spLocks noChangeArrowheads="1"/>
          </p:cNvSpPr>
          <p:nvPr/>
        </p:nvSpPr>
        <p:spPr bwMode="auto">
          <a:xfrm>
            <a:off x="6235303" y="2399383"/>
            <a:ext cx="258762" cy="161925"/>
          </a:xfrm>
          <a:custGeom>
            <a:avLst/>
            <a:gdLst>
              <a:gd name="T0" fmla="*/ 6 w 720"/>
              <a:gd name="T1" fmla="*/ 6 h 450"/>
              <a:gd name="T2" fmla="*/ 6 w 720"/>
              <a:gd name="T3" fmla="*/ 6 h 450"/>
              <a:gd name="T4" fmla="*/ 4 w 720"/>
              <a:gd name="T5" fmla="*/ 6 h 450"/>
              <a:gd name="T6" fmla="*/ 0 w 720"/>
              <a:gd name="T7" fmla="*/ 15 h 450"/>
              <a:gd name="T8" fmla="*/ 0 w 720"/>
              <a:gd name="T9" fmla="*/ 27 h 450"/>
              <a:gd name="T10" fmla="*/ 180 w 720"/>
              <a:gd name="T11" fmla="*/ 338 h 450"/>
              <a:gd name="T12" fmla="*/ 180 w 720"/>
              <a:gd name="T13" fmla="*/ 404 h 450"/>
              <a:gd name="T14" fmla="*/ 225 w 720"/>
              <a:gd name="T15" fmla="*/ 449 h 450"/>
              <a:gd name="T16" fmla="*/ 494 w 720"/>
              <a:gd name="T17" fmla="*/ 449 h 450"/>
              <a:gd name="T18" fmla="*/ 539 w 720"/>
              <a:gd name="T19" fmla="*/ 404 h 450"/>
              <a:gd name="T20" fmla="*/ 539 w 720"/>
              <a:gd name="T21" fmla="*/ 338 h 450"/>
              <a:gd name="T22" fmla="*/ 719 w 720"/>
              <a:gd name="T23" fmla="*/ 27 h 450"/>
              <a:gd name="T24" fmla="*/ 719 w 720"/>
              <a:gd name="T25" fmla="*/ 15 h 450"/>
              <a:gd name="T26" fmla="*/ 715 w 720"/>
              <a:gd name="T27" fmla="*/ 6 h 450"/>
              <a:gd name="T28" fmla="*/ 713 w 720"/>
              <a:gd name="T29" fmla="*/ 6 h 450"/>
              <a:gd name="T30" fmla="*/ 703 w 720"/>
              <a:gd name="T31" fmla="*/ 0 h 450"/>
              <a:gd name="T32" fmla="*/ 15 w 720"/>
              <a:gd name="T33" fmla="*/ 0 h 450"/>
              <a:gd name="T34" fmla="*/ 6 w 720"/>
              <a:gd name="T35" fmla="*/ 6 h 450"/>
              <a:gd name="T36" fmla="*/ 510 w 720"/>
              <a:gd name="T37" fmla="*/ 404 h 450"/>
              <a:gd name="T38" fmla="*/ 510 w 720"/>
              <a:gd name="T39" fmla="*/ 404 h 450"/>
              <a:gd name="T40" fmla="*/ 494 w 720"/>
              <a:gd name="T41" fmla="*/ 420 h 450"/>
              <a:gd name="T42" fmla="*/ 225 w 720"/>
              <a:gd name="T43" fmla="*/ 420 h 450"/>
              <a:gd name="T44" fmla="*/ 209 w 720"/>
              <a:gd name="T45" fmla="*/ 404 h 450"/>
              <a:gd name="T46" fmla="*/ 209 w 720"/>
              <a:gd name="T47" fmla="*/ 354 h 450"/>
              <a:gd name="T48" fmla="*/ 359 w 720"/>
              <a:gd name="T49" fmla="*/ 386 h 450"/>
              <a:gd name="T50" fmla="*/ 510 w 720"/>
              <a:gd name="T51" fmla="*/ 354 h 450"/>
              <a:gd name="T52" fmla="*/ 510 w 720"/>
              <a:gd name="T53" fmla="*/ 404 h 450"/>
              <a:gd name="T54" fmla="*/ 593 w 720"/>
              <a:gd name="T55" fmla="*/ 260 h 450"/>
              <a:gd name="T56" fmla="*/ 593 w 720"/>
              <a:gd name="T57" fmla="*/ 260 h 450"/>
              <a:gd name="T58" fmla="*/ 359 w 720"/>
              <a:gd name="T59" fmla="*/ 357 h 450"/>
              <a:gd name="T60" fmla="*/ 126 w 720"/>
              <a:gd name="T61" fmla="*/ 260 h 450"/>
              <a:gd name="T62" fmla="*/ 30 w 720"/>
              <a:gd name="T63" fmla="*/ 31 h 450"/>
              <a:gd name="T64" fmla="*/ 689 w 720"/>
              <a:gd name="T65" fmla="*/ 31 h 450"/>
              <a:gd name="T66" fmla="*/ 593 w 720"/>
              <a:gd name="T67" fmla="*/ 260 h 4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20" h="450">
                <a:moveTo>
                  <a:pt x="6" y="6"/>
                </a:moveTo>
                <a:lnTo>
                  <a:pt x="6" y="6"/>
                </a:lnTo>
                <a:cubicBezTo>
                  <a:pt x="4" y="6"/>
                  <a:pt x="4" y="6"/>
                  <a:pt x="4" y="6"/>
                </a:cubicBezTo>
                <a:cubicBezTo>
                  <a:pt x="1" y="8"/>
                  <a:pt x="0" y="11"/>
                  <a:pt x="0" y="15"/>
                </a:cubicBezTo>
                <a:cubicBezTo>
                  <a:pt x="0" y="20"/>
                  <a:pt x="0" y="22"/>
                  <a:pt x="0" y="27"/>
                </a:cubicBezTo>
                <a:cubicBezTo>
                  <a:pt x="0" y="160"/>
                  <a:pt x="73" y="277"/>
                  <a:pt x="180" y="338"/>
                </a:cubicBezTo>
                <a:cubicBezTo>
                  <a:pt x="180" y="404"/>
                  <a:pt x="180" y="404"/>
                  <a:pt x="180" y="404"/>
                </a:cubicBezTo>
                <a:cubicBezTo>
                  <a:pt x="180" y="430"/>
                  <a:pt x="199" y="449"/>
                  <a:pt x="225" y="449"/>
                </a:cubicBezTo>
                <a:cubicBezTo>
                  <a:pt x="494" y="449"/>
                  <a:pt x="494" y="449"/>
                  <a:pt x="494" y="449"/>
                </a:cubicBezTo>
                <a:cubicBezTo>
                  <a:pt x="520" y="449"/>
                  <a:pt x="539" y="430"/>
                  <a:pt x="539" y="404"/>
                </a:cubicBezTo>
                <a:cubicBezTo>
                  <a:pt x="539" y="338"/>
                  <a:pt x="539" y="338"/>
                  <a:pt x="539" y="338"/>
                </a:cubicBezTo>
                <a:cubicBezTo>
                  <a:pt x="647" y="277"/>
                  <a:pt x="719" y="160"/>
                  <a:pt x="719" y="27"/>
                </a:cubicBezTo>
                <a:cubicBezTo>
                  <a:pt x="719" y="22"/>
                  <a:pt x="719" y="20"/>
                  <a:pt x="719" y="15"/>
                </a:cubicBezTo>
                <a:cubicBezTo>
                  <a:pt x="719" y="11"/>
                  <a:pt x="718" y="8"/>
                  <a:pt x="715" y="6"/>
                </a:cubicBezTo>
                <a:cubicBezTo>
                  <a:pt x="713" y="6"/>
                  <a:pt x="713" y="6"/>
                  <a:pt x="713" y="6"/>
                </a:cubicBezTo>
                <a:cubicBezTo>
                  <a:pt x="711" y="3"/>
                  <a:pt x="708" y="0"/>
                  <a:pt x="703" y="0"/>
                </a:cubicBezTo>
                <a:cubicBezTo>
                  <a:pt x="15" y="0"/>
                  <a:pt x="15" y="0"/>
                  <a:pt x="15" y="0"/>
                </a:cubicBezTo>
                <a:cubicBezTo>
                  <a:pt x="11" y="0"/>
                  <a:pt x="8" y="3"/>
                  <a:pt x="6" y="6"/>
                </a:cubicBezTo>
                <a:close/>
                <a:moveTo>
                  <a:pt x="510" y="404"/>
                </a:moveTo>
                <a:lnTo>
                  <a:pt x="510" y="404"/>
                </a:lnTo>
                <a:cubicBezTo>
                  <a:pt x="510" y="413"/>
                  <a:pt x="503" y="420"/>
                  <a:pt x="494" y="420"/>
                </a:cubicBezTo>
                <a:cubicBezTo>
                  <a:pt x="225" y="420"/>
                  <a:pt x="225" y="420"/>
                  <a:pt x="225" y="420"/>
                </a:cubicBezTo>
                <a:cubicBezTo>
                  <a:pt x="216" y="420"/>
                  <a:pt x="209" y="413"/>
                  <a:pt x="209" y="404"/>
                </a:cubicBezTo>
                <a:cubicBezTo>
                  <a:pt x="209" y="354"/>
                  <a:pt x="209" y="354"/>
                  <a:pt x="209" y="354"/>
                </a:cubicBezTo>
                <a:cubicBezTo>
                  <a:pt x="256" y="375"/>
                  <a:pt x="306" y="386"/>
                  <a:pt x="359" y="386"/>
                </a:cubicBezTo>
                <a:cubicBezTo>
                  <a:pt x="413" y="386"/>
                  <a:pt x="463" y="375"/>
                  <a:pt x="510" y="354"/>
                </a:cubicBezTo>
                <a:lnTo>
                  <a:pt x="510" y="404"/>
                </a:lnTo>
                <a:close/>
                <a:moveTo>
                  <a:pt x="593" y="260"/>
                </a:moveTo>
                <a:lnTo>
                  <a:pt x="593" y="260"/>
                </a:lnTo>
                <a:cubicBezTo>
                  <a:pt x="532" y="320"/>
                  <a:pt x="451" y="357"/>
                  <a:pt x="359" y="357"/>
                </a:cubicBezTo>
                <a:cubicBezTo>
                  <a:pt x="268" y="357"/>
                  <a:pt x="187" y="320"/>
                  <a:pt x="126" y="260"/>
                </a:cubicBezTo>
                <a:cubicBezTo>
                  <a:pt x="67" y="201"/>
                  <a:pt x="31" y="121"/>
                  <a:pt x="30" y="31"/>
                </a:cubicBezTo>
                <a:cubicBezTo>
                  <a:pt x="689" y="31"/>
                  <a:pt x="689" y="31"/>
                  <a:pt x="689" y="31"/>
                </a:cubicBezTo>
                <a:cubicBezTo>
                  <a:pt x="688" y="121"/>
                  <a:pt x="652" y="201"/>
                  <a:pt x="593" y="260"/>
                </a:cubicBezTo>
                <a:close/>
              </a:path>
            </a:pathLst>
          </a:custGeom>
          <a:solidFill>
            <a:schemeClr val="tx2"/>
          </a:solidFill>
          <a:ln>
            <a:noFill/>
          </a:ln>
          <a:effectLst/>
        </p:spPr>
        <p:txBody>
          <a:bodyPr wrap="none" anchor="ctr"/>
          <a:lstStyle/>
          <a:p>
            <a:endParaRPr lang="da-DK"/>
          </a:p>
        </p:txBody>
      </p:sp>
      <p:grpSp>
        <p:nvGrpSpPr>
          <p:cNvPr id="104" name="Group 107">
            <a:extLst>
              <a:ext uri="{FF2B5EF4-FFF2-40B4-BE49-F238E27FC236}">
                <a16:creationId xmlns:a16="http://schemas.microsoft.com/office/drawing/2014/main" id="{BB474EDA-6A0C-C306-E864-81895B3AD829}"/>
              </a:ext>
            </a:extLst>
          </p:cNvPr>
          <p:cNvGrpSpPr/>
          <p:nvPr/>
        </p:nvGrpSpPr>
        <p:grpSpPr>
          <a:xfrm>
            <a:off x="5211365" y="1847727"/>
            <a:ext cx="236538" cy="257175"/>
            <a:chOff x="4175125" y="3613150"/>
            <a:chExt cx="236538" cy="257175"/>
          </a:xfrm>
          <a:solidFill>
            <a:schemeClr val="tx2"/>
          </a:solidFill>
        </p:grpSpPr>
        <p:sp>
          <p:nvSpPr>
            <p:cNvPr id="105" name="Freeform 86">
              <a:extLst>
                <a:ext uri="{FF2B5EF4-FFF2-40B4-BE49-F238E27FC236}">
                  <a16:creationId xmlns:a16="http://schemas.microsoft.com/office/drawing/2014/main" id="{D6A790A4-B457-AF2B-7623-B7E2AD94F821}"/>
                </a:ext>
              </a:extLst>
            </p:cNvPr>
            <p:cNvSpPr>
              <a:spLocks noChangeArrowheads="1"/>
            </p:cNvSpPr>
            <p:nvPr/>
          </p:nvSpPr>
          <p:spPr bwMode="auto">
            <a:xfrm>
              <a:off x="4175125" y="3762375"/>
              <a:ext cx="195263" cy="107950"/>
            </a:xfrm>
            <a:custGeom>
              <a:avLst/>
              <a:gdLst>
                <a:gd name="T0" fmla="*/ 4 w 542"/>
                <a:gd name="T1" fmla="*/ 5 h 299"/>
                <a:gd name="T2" fmla="*/ 4 w 542"/>
                <a:gd name="T3" fmla="*/ 5 h 299"/>
                <a:gd name="T4" fmla="*/ 4 w 542"/>
                <a:gd name="T5" fmla="*/ 5 h 299"/>
                <a:gd name="T6" fmla="*/ 0 w 542"/>
                <a:gd name="T7" fmla="*/ 16 h 299"/>
                <a:gd name="T8" fmla="*/ 0 w 542"/>
                <a:gd name="T9" fmla="*/ 24 h 299"/>
                <a:gd name="T10" fmla="*/ 159 w 542"/>
                <a:gd name="T11" fmla="*/ 269 h 299"/>
                <a:gd name="T12" fmla="*/ 105 w 542"/>
                <a:gd name="T13" fmla="*/ 269 h 299"/>
                <a:gd name="T14" fmla="*/ 90 w 542"/>
                <a:gd name="T15" fmla="*/ 284 h 299"/>
                <a:gd name="T16" fmla="*/ 105 w 542"/>
                <a:gd name="T17" fmla="*/ 298 h 299"/>
                <a:gd name="T18" fmla="*/ 435 w 542"/>
                <a:gd name="T19" fmla="*/ 298 h 299"/>
                <a:gd name="T20" fmla="*/ 449 w 542"/>
                <a:gd name="T21" fmla="*/ 284 h 299"/>
                <a:gd name="T22" fmla="*/ 435 w 542"/>
                <a:gd name="T23" fmla="*/ 269 h 299"/>
                <a:gd name="T24" fmla="*/ 382 w 542"/>
                <a:gd name="T25" fmla="*/ 269 h 299"/>
                <a:gd name="T26" fmla="*/ 541 w 542"/>
                <a:gd name="T27" fmla="*/ 24 h 299"/>
                <a:gd name="T28" fmla="*/ 541 w 542"/>
                <a:gd name="T29" fmla="*/ 16 h 299"/>
                <a:gd name="T30" fmla="*/ 536 w 542"/>
                <a:gd name="T31" fmla="*/ 5 h 299"/>
                <a:gd name="T32" fmla="*/ 536 w 542"/>
                <a:gd name="T33" fmla="*/ 5 h 299"/>
                <a:gd name="T34" fmla="*/ 525 w 542"/>
                <a:gd name="T35" fmla="*/ 0 h 299"/>
                <a:gd name="T36" fmla="*/ 15 w 542"/>
                <a:gd name="T37" fmla="*/ 0 h 299"/>
                <a:gd name="T38" fmla="*/ 4 w 542"/>
                <a:gd name="T39" fmla="*/ 5 h 299"/>
                <a:gd name="T40" fmla="*/ 441 w 542"/>
                <a:gd name="T41" fmla="*/ 193 h 299"/>
                <a:gd name="T42" fmla="*/ 441 w 542"/>
                <a:gd name="T43" fmla="*/ 193 h 299"/>
                <a:gd name="T44" fmla="*/ 270 w 542"/>
                <a:gd name="T45" fmla="*/ 263 h 299"/>
                <a:gd name="T46" fmla="*/ 100 w 542"/>
                <a:gd name="T47" fmla="*/ 193 h 299"/>
                <a:gd name="T48" fmla="*/ 29 w 542"/>
                <a:gd name="T49" fmla="*/ 30 h 299"/>
                <a:gd name="T50" fmla="*/ 511 w 542"/>
                <a:gd name="T51" fmla="*/ 30 h 299"/>
                <a:gd name="T52" fmla="*/ 441 w 542"/>
                <a:gd name="T53" fmla="*/ 19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2" h="299">
                  <a:moveTo>
                    <a:pt x="4" y="5"/>
                  </a:moveTo>
                  <a:lnTo>
                    <a:pt x="4" y="5"/>
                  </a:lnTo>
                  <a:lnTo>
                    <a:pt x="4" y="5"/>
                  </a:lnTo>
                  <a:cubicBezTo>
                    <a:pt x="1" y="7"/>
                    <a:pt x="0" y="12"/>
                    <a:pt x="0" y="16"/>
                  </a:cubicBezTo>
                  <a:cubicBezTo>
                    <a:pt x="0" y="19"/>
                    <a:pt x="0" y="21"/>
                    <a:pt x="0" y="24"/>
                  </a:cubicBezTo>
                  <a:cubicBezTo>
                    <a:pt x="0" y="133"/>
                    <a:pt x="65" y="227"/>
                    <a:pt x="159" y="269"/>
                  </a:cubicBezTo>
                  <a:cubicBezTo>
                    <a:pt x="105" y="269"/>
                    <a:pt x="105" y="269"/>
                    <a:pt x="105" y="269"/>
                  </a:cubicBezTo>
                  <a:cubicBezTo>
                    <a:pt x="97" y="269"/>
                    <a:pt x="90" y="276"/>
                    <a:pt x="90" y="284"/>
                  </a:cubicBezTo>
                  <a:cubicBezTo>
                    <a:pt x="90" y="293"/>
                    <a:pt x="97" y="298"/>
                    <a:pt x="105" y="298"/>
                  </a:cubicBezTo>
                  <a:cubicBezTo>
                    <a:pt x="435" y="298"/>
                    <a:pt x="435" y="298"/>
                    <a:pt x="435" y="298"/>
                  </a:cubicBezTo>
                  <a:cubicBezTo>
                    <a:pt x="444" y="298"/>
                    <a:pt x="449" y="293"/>
                    <a:pt x="449" y="284"/>
                  </a:cubicBezTo>
                  <a:cubicBezTo>
                    <a:pt x="449" y="276"/>
                    <a:pt x="444" y="269"/>
                    <a:pt x="435" y="269"/>
                  </a:cubicBezTo>
                  <a:cubicBezTo>
                    <a:pt x="382" y="269"/>
                    <a:pt x="382" y="269"/>
                    <a:pt x="382" y="269"/>
                  </a:cubicBezTo>
                  <a:cubicBezTo>
                    <a:pt x="476" y="227"/>
                    <a:pt x="541" y="133"/>
                    <a:pt x="541" y="24"/>
                  </a:cubicBezTo>
                  <a:cubicBezTo>
                    <a:pt x="541" y="21"/>
                    <a:pt x="541" y="19"/>
                    <a:pt x="541" y="16"/>
                  </a:cubicBezTo>
                  <a:cubicBezTo>
                    <a:pt x="541" y="12"/>
                    <a:pt x="539" y="7"/>
                    <a:pt x="536" y="5"/>
                  </a:cubicBezTo>
                  <a:lnTo>
                    <a:pt x="536" y="5"/>
                  </a:lnTo>
                  <a:cubicBezTo>
                    <a:pt x="534" y="2"/>
                    <a:pt x="529" y="0"/>
                    <a:pt x="525" y="0"/>
                  </a:cubicBezTo>
                  <a:cubicBezTo>
                    <a:pt x="15" y="0"/>
                    <a:pt x="15" y="0"/>
                    <a:pt x="15" y="0"/>
                  </a:cubicBezTo>
                  <a:cubicBezTo>
                    <a:pt x="11" y="0"/>
                    <a:pt x="7" y="2"/>
                    <a:pt x="4" y="5"/>
                  </a:cubicBezTo>
                  <a:close/>
                  <a:moveTo>
                    <a:pt x="441" y="193"/>
                  </a:moveTo>
                  <a:lnTo>
                    <a:pt x="441" y="193"/>
                  </a:lnTo>
                  <a:cubicBezTo>
                    <a:pt x="397" y="237"/>
                    <a:pt x="337" y="263"/>
                    <a:pt x="270" y="263"/>
                  </a:cubicBezTo>
                  <a:cubicBezTo>
                    <a:pt x="204" y="263"/>
                    <a:pt x="143" y="237"/>
                    <a:pt x="100" y="193"/>
                  </a:cubicBezTo>
                  <a:cubicBezTo>
                    <a:pt x="58" y="151"/>
                    <a:pt x="31" y="94"/>
                    <a:pt x="29" y="30"/>
                  </a:cubicBezTo>
                  <a:cubicBezTo>
                    <a:pt x="511" y="30"/>
                    <a:pt x="511" y="30"/>
                    <a:pt x="511" y="30"/>
                  </a:cubicBezTo>
                  <a:cubicBezTo>
                    <a:pt x="508" y="94"/>
                    <a:pt x="483" y="151"/>
                    <a:pt x="441" y="1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7">
              <a:extLst>
                <a:ext uri="{FF2B5EF4-FFF2-40B4-BE49-F238E27FC236}">
                  <a16:creationId xmlns:a16="http://schemas.microsoft.com/office/drawing/2014/main" id="{D80CBB54-7EDB-56BD-0364-DA869EB69C34}"/>
                </a:ext>
              </a:extLst>
            </p:cNvPr>
            <p:cNvSpPr>
              <a:spLocks noChangeArrowheads="1"/>
            </p:cNvSpPr>
            <p:nvPr/>
          </p:nvSpPr>
          <p:spPr bwMode="auto">
            <a:xfrm>
              <a:off x="4206875" y="3613150"/>
              <a:ext cx="204788" cy="139700"/>
            </a:xfrm>
            <a:custGeom>
              <a:avLst/>
              <a:gdLst>
                <a:gd name="T0" fmla="*/ 0 w 571"/>
                <a:gd name="T1" fmla="*/ 133 h 390"/>
                <a:gd name="T2" fmla="*/ 66 w 571"/>
                <a:gd name="T3" fmla="*/ 156 h 390"/>
                <a:gd name="T4" fmla="*/ 73 w 571"/>
                <a:gd name="T5" fmla="*/ 177 h 390"/>
                <a:gd name="T6" fmla="*/ 59 w 571"/>
                <a:gd name="T7" fmla="*/ 208 h 390"/>
                <a:gd name="T8" fmla="*/ 53 w 571"/>
                <a:gd name="T9" fmla="*/ 268 h 390"/>
                <a:gd name="T10" fmla="*/ 73 w 571"/>
                <a:gd name="T11" fmla="*/ 309 h 390"/>
                <a:gd name="T12" fmla="*/ 59 w 571"/>
                <a:gd name="T13" fmla="*/ 339 h 390"/>
                <a:gd name="T14" fmla="*/ 62 w 571"/>
                <a:gd name="T15" fmla="*/ 389 h 390"/>
                <a:gd name="T16" fmla="*/ 80 w 571"/>
                <a:gd name="T17" fmla="*/ 361 h 390"/>
                <a:gd name="T18" fmla="*/ 104 w 571"/>
                <a:gd name="T19" fmla="*/ 309 h 390"/>
                <a:gd name="T20" fmla="*/ 83 w 571"/>
                <a:gd name="T21" fmla="*/ 261 h 390"/>
                <a:gd name="T22" fmla="*/ 80 w 571"/>
                <a:gd name="T23" fmla="*/ 230 h 390"/>
                <a:gd name="T24" fmla="*/ 104 w 571"/>
                <a:gd name="T25" fmla="*/ 177 h 390"/>
                <a:gd name="T26" fmla="*/ 192 w 571"/>
                <a:gd name="T27" fmla="*/ 170 h 390"/>
                <a:gd name="T28" fmla="*/ 191 w 571"/>
                <a:gd name="T29" fmla="*/ 189 h 390"/>
                <a:gd name="T30" fmla="*/ 167 w 571"/>
                <a:gd name="T31" fmla="*/ 243 h 390"/>
                <a:gd name="T32" fmla="*/ 188 w 571"/>
                <a:gd name="T33" fmla="*/ 290 h 390"/>
                <a:gd name="T34" fmla="*/ 191 w 571"/>
                <a:gd name="T35" fmla="*/ 321 h 390"/>
                <a:gd name="T36" fmla="*/ 167 w 571"/>
                <a:gd name="T37" fmla="*/ 375 h 390"/>
                <a:gd name="T38" fmla="*/ 196 w 571"/>
                <a:gd name="T39" fmla="*/ 375 h 390"/>
                <a:gd name="T40" fmla="*/ 212 w 571"/>
                <a:gd name="T41" fmla="*/ 344 h 390"/>
                <a:gd name="T42" fmla="*/ 217 w 571"/>
                <a:gd name="T43" fmla="*/ 282 h 390"/>
                <a:gd name="T44" fmla="*/ 196 w 571"/>
                <a:gd name="T45" fmla="*/ 243 h 390"/>
                <a:gd name="T46" fmla="*/ 212 w 571"/>
                <a:gd name="T47" fmla="*/ 212 h 390"/>
                <a:gd name="T48" fmla="*/ 223 w 571"/>
                <a:gd name="T49" fmla="*/ 172 h 390"/>
                <a:gd name="T50" fmla="*/ 570 w 571"/>
                <a:gd name="T51" fmla="*/ 196 h 390"/>
                <a:gd name="T52" fmla="*/ 212 w 571"/>
                <a:gd name="T53" fmla="*/ 142 h 390"/>
                <a:gd name="T54" fmla="*/ 196 w 571"/>
                <a:gd name="T55" fmla="*/ 111 h 390"/>
                <a:gd name="T56" fmla="*/ 212 w 571"/>
                <a:gd name="T57" fmla="*/ 80 h 390"/>
                <a:gd name="T58" fmla="*/ 556 w 571"/>
                <a:gd name="T59" fmla="*/ 29 h 390"/>
                <a:gd name="T60" fmla="*/ 553 w 571"/>
                <a:gd name="T61" fmla="*/ 0 h 390"/>
                <a:gd name="T62" fmla="*/ 208 w 571"/>
                <a:gd name="T63" fmla="*/ 29 h 390"/>
                <a:gd name="T64" fmla="*/ 104 w 571"/>
                <a:gd name="T65" fmla="*/ 50 h 390"/>
                <a:gd name="T66" fmla="*/ 88 w 571"/>
                <a:gd name="T67" fmla="*/ 29 h 390"/>
                <a:gd name="T68" fmla="*/ 73 w 571"/>
                <a:gd name="T69" fmla="*/ 45 h 390"/>
                <a:gd name="T70" fmla="*/ 14 w 571"/>
                <a:gd name="T71" fmla="*/ 60 h 390"/>
                <a:gd name="T72" fmla="*/ 17 w 571"/>
                <a:gd name="T73" fmla="*/ 90 h 390"/>
                <a:gd name="T74" fmla="*/ 48 w 571"/>
                <a:gd name="T75" fmla="*/ 111 h 390"/>
                <a:gd name="T76" fmla="*/ 17 w 571"/>
                <a:gd name="T77" fmla="*/ 120 h 390"/>
                <a:gd name="T78" fmla="*/ 77 w 571"/>
                <a:gd name="T79" fmla="*/ 111 h 390"/>
                <a:gd name="T80" fmla="*/ 80 w 571"/>
                <a:gd name="T81" fmla="*/ 98 h 390"/>
                <a:gd name="T82" fmla="*/ 181 w 571"/>
                <a:gd name="T83" fmla="*/ 71 h 390"/>
                <a:gd name="T84" fmla="*/ 167 w 571"/>
                <a:gd name="T85" fmla="*/ 111 h 390"/>
                <a:gd name="T86" fmla="*/ 173 w 571"/>
                <a:gd name="T87" fmla="*/ 137 h 390"/>
                <a:gd name="T88" fmla="*/ 77 w 571"/>
                <a:gd name="T89" fmla="*/ 111 h 3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71" h="390">
                  <a:moveTo>
                    <a:pt x="0" y="133"/>
                  </a:moveTo>
                  <a:lnTo>
                    <a:pt x="0" y="133"/>
                  </a:lnTo>
                  <a:cubicBezTo>
                    <a:pt x="0" y="142"/>
                    <a:pt x="5" y="149"/>
                    <a:pt x="14" y="150"/>
                  </a:cubicBezTo>
                  <a:cubicBezTo>
                    <a:pt x="66" y="156"/>
                    <a:pt x="66" y="156"/>
                    <a:pt x="66" y="156"/>
                  </a:cubicBezTo>
                  <a:cubicBezTo>
                    <a:pt x="66" y="157"/>
                    <a:pt x="67" y="157"/>
                    <a:pt x="67" y="158"/>
                  </a:cubicBezTo>
                  <a:cubicBezTo>
                    <a:pt x="71" y="164"/>
                    <a:pt x="73" y="167"/>
                    <a:pt x="73" y="177"/>
                  </a:cubicBezTo>
                  <a:cubicBezTo>
                    <a:pt x="73" y="182"/>
                    <a:pt x="73" y="186"/>
                    <a:pt x="71" y="189"/>
                  </a:cubicBezTo>
                  <a:cubicBezTo>
                    <a:pt x="69" y="195"/>
                    <a:pt x="64" y="199"/>
                    <a:pt x="59" y="208"/>
                  </a:cubicBezTo>
                  <a:cubicBezTo>
                    <a:pt x="52" y="215"/>
                    <a:pt x="48" y="227"/>
                    <a:pt x="48" y="243"/>
                  </a:cubicBezTo>
                  <a:cubicBezTo>
                    <a:pt x="48" y="252"/>
                    <a:pt x="49" y="261"/>
                    <a:pt x="53" y="268"/>
                  </a:cubicBezTo>
                  <a:cubicBezTo>
                    <a:pt x="57" y="279"/>
                    <a:pt x="64" y="285"/>
                    <a:pt x="67" y="290"/>
                  </a:cubicBezTo>
                  <a:cubicBezTo>
                    <a:pt x="71" y="296"/>
                    <a:pt x="73" y="299"/>
                    <a:pt x="73" y="309"/>
                  </a:cubicBezTo>
                  <a:cubicBezTo>
                    <a:pt x="73" y="314"/>
                    <a:pt x="73" y="318"/>
                    <a:pt x="71" y="321"/>
                  </a:cubicBezTo>
                  <a:cubicBezTo>
                    <a:pt x="69" y="327"/>
                    <a:pt x="64" y="331"/>
                    <a:pt x="59" y="339"/>
                  </a:cubicBezTo>
                  <a:cubicBezTo>
                    <a:pt x="52" y="346"/>
                    <a:pt x="48" y="359"/>
                    <a:pt x="48" y="375"/>
                  </a:cubicBezTo>
                  <a:cubicBezTo>
                    <a:pt x="48" y="383"/>
                    <a:pt x="53" y="389"/>
                    <a:pt x="62" y="389"/>
                  </a:cubicBezTo>
                  <a:cubicBezTo>
                    <a:pt x="70" y="389"/>
                    <a:pt x="77" y="383"/>
                    <a:pt x="77" y="375"/>
                  </a:cubicBezTo>
                  <a:cubicBezTo>
                    <a:pt x="77" y="368"/>
                    <a:pt x="78" y="365"/>
                    <a:pt x="80" y="361"/>
                  </a:cubicBezTo>
                  <a:cubicBezTo>
                    <a:pt x="81" y="356"/>
                    <a:pt x="87" y="352"/>
                    <a:pt x="93" y="344"/>
                  </a:cubicBezTo>
                  <a:cubicBezTo>
                    <a:pt x="98" y="335"/>
                    <a:pt x="104" y="324"/>
                    <a:pt x="104" y="309"/>
                  </a:cubicBezTo>
                  <a:cubicBezTo>
                    <a:pt x="104" y="299"/>
                    <a:pt x="101" y="289"/>
                    <a:pt x="98" y="282"/>
                  </a:cubicBezTo>
                  <a:cubicBezTo>
                    <a:pt x="93" y="272"/>
                    <a:pt x="86" y="265"/>
                    <a:pt x="83" y="261"/>
                  </a:cubicBezTo>
                  <a:cubicBezTo>
                    <a:pt x="80" y="255"/>
                    <a:pt x="77" y="252"/>
                    <a:pt x="77" y="243"/>
                  </a:cubicBezTo>
                  <a:cubicBezTo>
                    <a:pt x="77" y="236"/>
                    <a:pt x="78" y="233"/>
                    <a:pt x="80" y="230"/>
                  </a:cubicBezTo>
                  <a:cubicBezTo>
                    <a:pt x="81" y="224"/>
                    <a:pt x="87" y="220"/>
                    <a:pt x="93" y="212"/>
                  </a:cubicBezTo>
                  <a:cubicBezTo>
                    <a:pt x="98" y="203"/>
                    <a:pt x="104" y="192"/>
                    <a:pt x="104" y="177"/>
                  </a:cubicBezTo>
                  <a:cubicBezTo>
                    <a:pt x="104" y="170"/>
                    <a:pt x="102" y="164"/>
                    <a:pt x="101" y="160"/>
                  </a:cubicBezTo>
                  <a:cubicBezTo>
                    <a:pt x="192" y="170"/>
                    <a:pt x="192" y="170"/>
                    <a:pt x="192" y="170"/>
                  </a:cubicBezTo>
                  <a:cubicBezTo>
                    <a:pt x="194" y="171"/>
                    <a:pt x="194" y="174"/>
                    <a:pt x="194" y="177"/>
                  </a:cubicBezTo>
                  <a:cubicBezTo>
                    <a:pt x="194" y="182"/>
                    <a:pt x="192" y="186"/>
                    <a:pt x="191" y="189"/>
                  </a:cubicBezTo>
                  <a:cubicBezTo>
                    <a:pt x="188" y="195"/>
                    <a:pt x="184" y="199"/>
                    <a:pt x="178" y="208"/>
                  </a:cubicBezTo>
                  <a:cubicBezTo>
                    <a:pt x="173" y="215"/>
                    <a:pt x="167" y="227"/>
                    <a:pt x="167" y="243"/>
                  </a:cubicBezTo>
                  <a:cubicBezTo>
                    <a:pt x="167" y="252"/>
                    <a:pt x="170" y="261"/>
                    <a:pt x="173" y="268"/>
                  </a:cubicBezTo>
                  <a:cubicBezTo>
                    <a:pt x="178" y="279"/>
                    <a:pt x="184" y="285"/>
                    <a:pt x="188" y="290"/>
                  </a:cubicBezTo>
                  <a:cubicBezTo>
                    <a:pt x="191" y="296"/>
                    <a:pt x="194" y="299"/>
                    <a:pt x="194" y="309"/>
                  </a:cubicBezTo>
                  <a:cubicBezTo>
                    <a:pt x="194" y="314"/>
                    <a:pt x="192" y="318"/>
                    <a:pt x="191" y="321"/>
                  </a:cubicBezTo>
                  <a:cubicBezTo>
                    <a:pt x="188" y="327"/>
                    <a:pt x="184" y="331"/>
                    <a:pt x="178" y="339"/>
                  </a:cubicBezTo>
                  <a:cubicBezTo>
                    <a:pt x="173" y="346"/>
                    <a:pt x="167" y="359"/>
                    <a:pt x="167" y="375"/>
                  </a:cubicBezTo>
                  <a:cubicBezTo>
                    <a:pt x="167" y="383"/>
                    <a:pt x="174" y="389"/>
                    <a:pt x="182" y="389"/>
                  </a:cubicBezTo>
                  <a:cubicBezTo>
                    <a:pt x="191" y="389"/>
                    <a:pt x="196" y="383"/>
                    <a:pt x="196" y="375"/>
                  </a:cubicBezTo>
                  <a:cubicBezTo>
                    <a:pt x="196" y="368"/>
                    <a:pt x="198" y="365"/>
                    <a:pt x="199" y="361"/>
                  </a:cubicBezTo>
                  <a:cubicBezTo>
                    <a:pt x="202" y="356"/>
                    <a:pt x="206" y="352"/>
                    <a:pt x="212" y="344"/>
                  </a:cubicBezTo>
                  <a:cubicBezTo>
                    <a:pt x="217" y="335"/>
                    <a:pt x="223" y="324"/>
                    <a:pt x="223" y="309"/>
                  </a:cubicBezTo>
                  <a:cubicBezTo>
                    <a:pt x="223" y="299"/>
                    <a:pt x="222" y="289"/>
                    <a:pt x="217" y="282"/>
                  </a:cubicBezTo>
                  <a:cubicBezTo>
                    <a:pt x="212" y="272"/>
                    <a:pt x="206" y="265"/>
                    <a:pt x="202" y="261"/>
                  </a:cubicBezTo>
                  <a:cubicBezTo>
                    <a:pt x="199" y="255"/>
                    <a:pt x="196" y="252"/>
                    <a:pt x="196" y="243"/>
                  </a:cubicBezTo>
                  <a:cubicBezTo>
                    <a:pt x="196" y="236"/>
                    <a:pt x="198" y="233"/>
                    <a:pt x="199" y="230"/>
                  </a:cubicBezTo>
                  <a:cubicBezTo>
                    <a:pt x="202" y="224"/>
                    <a:pt x="206" y="220"/>
                    <a:pt x="212" y="212"/>
                  </a:cubicBezTo>
                  <a:cubicBezTo>
                    <a:pt x="217" y="203"/>
                    <a:pt x="223" y="192"/>
                    <a:pt x="223" y="177"/>
                  </a:cubicBezTo>
                  <a:cubicBezTo>
                    <a:pt x="223" y="175"/>
                    <a:pt x="223" y="174"/>
                    <a:pt x="223" y="172"/>
                  </a:cubicBezTo>
                  <a:cubicBezTo>
                    <a:pt x="553" y="209"/>
                    <a:pt x="553" y="209"/>
                    <a:pt x="553" y="209"/>
                  </a:cubicBezTo>
                  <a:cubicBezTo>
                    <a:pt x="561" y="210"/>
                    <a:pt x="569" y="205"/>
                    <a:pt x="570" y="196"/>
                  </a:cubicBezTo>
                  <a:cubicBezTo>
                    <a:pt x="570" y="188"/>
                    <a:pt x="564" y="181"/>
                    <a:pt x="556" y="179"/>
                  </a:cubicBezTo>
                  <a:cubicBezTo>
                    <a:pt x="212" y="142"/>
                    <a:pt x="212" y="142"/>
                    <a:pt x="212" y="142"/>
                  </a:cubicBezTo>
                  <a:cubicBezTo>
                    <a:pt x="209" y="136"/>
                    <a:pt x="205" y="132"/>
                    <a:pt x="202" y="129"/>
                  </a:cubicBezTo>
                  <a:cubicBezTo>
                    <a:pt x="199" y="123"/>
                    <a:pt x="196" y="120"/>
                    <a:pt x="196" y="111"/>
                  </a:cubicBezTo>
                  <a:cubicBezTo>
                    <a:pt x="196" y="105"/>
                    <a:pt x="198" y="101"/>
                    <a:pt x="199" y="98"/>
                  </a:cubicBezTo>
                  <a:cubicBezTo>
                    <a:pt x="202" y="92"/>
                    <a:pt x="206" y="88"/>
                    <a:pt x="212" y="80"/>
                  </a:cubicBezTo>
                  <a:cubicBezTo>
                    <a:pt x="215" y="77"/>
                    <a:pt x="217" y="73"/>
                    <a:pt x="219" y="67"/>
                  </a:cubicBezTo>
                  <a:cubicBezTo>
                    <a:pt x="556" y="29"/>
                    <a:pt x="556" y="29"/>
                    <a:pt x="556" y="29"/>
                  </a:cubicBezTo>
                  <a:cubicBezTo>
                    <a:pt x="564" y="29"/>
                    <a:pt x="570" y="21"/>
                    <a:pt x="570" y="14"/>
                  </a:cubicBezTo>
                  <a:cubicBezTo>
                    <a:pt x="569" y="5"/>
                    <a:pt x="561" y="0"/>
                    <a:pt x="553" y="0"/>
                  </a:cubicBezTo>
                  <a:cubicBezTo>
                    <a:pt x="220" y="36"/>
                    <a:pt x="220" y="36"/>
                    <a:pt x="220" y="36"/>
                  </a:cubicBezTo>
                  <a:cubicBezTo>
                    <a:pt x="217" y="33"/>
                    <a:pt x="213" y="29"/>
                    <a:pt x="208" y="29"/>
                  </a:cubicBezTo>
                  <a:cubicBezTo>
                    <a:pt x="202" y="29"/>
                    <a:pt x="196" y="33"/>
                    <a:pt x="195" y="40"/>
                  </a:cubicBezTo>
                  <a:cubicBezTo>
                    <a:pt x="104" y="50"/>
                    <a:pt x="104" y="50"/>
                    <a:pt x="104" y="50"/>
                  </a:cubicBezTo>
                  <a:cubicBezTo>
                    <a:pt x="104" y="49"/>
                    <a:pt x="104" y="46"/>
                    <a:pt x="104" y="45"/>
                  </a:cubicBezTo>
                  <a:cubicBezTo>
                    <a:pt x="104" y="36"/>
                    <a:pt x="97" y="29"/>
                    <a:pt x="88" y="29"/>
                  </a:cubicBezTo>
                  <a:cubicBezTo>
                    <a:pt x="80" y="29"/>
                    <a:pt x="73" y="36"/>
                    <a:pt x="73" y="45"/>
                  </a:cubicBezTo>
                  <a:lnTo>
                    <a:pt x="73" y="45"/>
                  </a:lnTo>
                  <a:cubicBezTo>
                    <a:pt x="73" y="49"/>
                    <a:pt x="73" y="52"/>
                    <a:pt x="73" y="53"/>
                  </a:cubicBezTo>
                  <a:cubicBezTo>
                    <a:pt x="14" y="60"/>
                    <a:pt x="14" y="60"/>
                    <a:pt x="14" y="60"/>
                  </a:cubicBezTo>
                  <a:cubicBezTo>
                    <a:pt x="5" y="62"/>
                    <a:pt x="0" y="69"/>
                    <a:pt x="0" y="77"/>
                  </a:cubicBezTo>
                  <a:cubicBezTo>
                    <a:pt x="1" y="84"/>
                    <a:pt x="8" y="91"/>
                    <a:pt x="17" y="90"/>
                  </a:cubicBezTo>
                  <a:cubicBezTo>
                    <a:pt x="52" y="85"/>
                    <a:pt x="52" y="85"/>
                    <a:pt x="52" y="85"/>
                  </a:cubicBezTo>
                  <a:cubicBezTo>
                    <a:pt x="49" y="92"/>
                    <a:pt x="48" y="101"/>
                    <a:pt x="48" y="111"/>
                  </a:cubicBezTo>
                  <a:cubicBezTo>
                    <a:pt x="48" y="115"/>
                    <a:pt x="48" y="119"/>
                    <a:pt x="49" y="123"/>
                  </a:cubicBezTo>
                  <a:cubicBezTo>
                    <a:pt x="17" y="120"/>
                    <a:pt x="17" y="120"/>
                    <a:pt x="17" y="120"/>
                  </a:cubicBezTo>
                  <a:cubicBezTo>
                    <a:pt x="8" y="119"/>
                    <a:pt x="1" y="125"/>
                    <a:pt x="0" y="133"/>
                  </a:cubicBezTo>
                  <a:close/>
                  <a:moveTo>
                    <a:pt x="77" y="111"/>
                  </a:moveTo>
                  <a:lnTo>
                    <a:pt x="77" y="111"/>
                  </a:lnTo>
                  <a:cubicBezTo>
                    <a:pt x="77" y="105"/>
                    <a:pt x="78" y="101"/>
                    <a:pt x="80" y="98"/>
                  </a:cubicBezTo>
                  <a:cubicBezTo>
                    <a:pt x="81" y="92"/>
                    <a:pt x="86" y="88"/>
                    <a:pt x="91" y="81"/>
                  </a:cubicBezTo>
                  <a:cubicBezTo>
                    <a:pt x="181" y="71"/>
                    <a:pt x="181" y="71"/>
                    <a:pt x="181" y="71"/>
                  </a:cubicBezTo>
                  <a:cubicBezTo>
                    <a:pt x="180" y="73"/>
                    <a:pt x="180" y="74"/>
                    <a:pt x="178" y="76"/>
                  </a:cubicBezTo>
                  <a:cubicBezTo>
                    <a:pt x="173" y="84"/>
                    <a:pt x="167" y="95"/>
                    <a:pt x="167" y="111"/>
                  </a:cubicBezTo>
                  <a:cubicBezTo>
                    <a:pt x="167" y="120"/>
                    <a:pt x="170" y="130"/>
                    <a:pt x="173" y="137"/>
                  </a:cubicBezTo>
                  <a:lnTo>
                    <a:pt x="173" y="137"/>
                  </a:lnTo>
                  <a:cubicBezTo>
                    <a:pt x="81" y="127"/>
                    <a:pt x="81" y="127"/>
                    <a:pt x="81" y="127"/>
                  </a:cubicBezTo>
                  <a:cubicBezTo>
                    <a:pt x="78" y="123"/>
                    <a:pt x="77" y="119"/>
                    <a:pt x="77"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7" name="Group 110">
            <a:extLst>
              <a:ext uri="{FF2B5EF4-FFF2-40B4-BE49-F238E27FC236}">
                <a16:creationId xmlns:a16="http://schemas.microsoft.com/office/drawing/2014/main" id="{EDBE601F-5E62-9422-0795-4074AAC08F6E}"/>
              </a:ext>
            </a:extLst>
          </p:cNvPr>
          <p:cNvGrpSpPr/>
          <p:nvPr/>
        </p:nvGrpSpPr>
        <p:grpSpPr>
          <a:xfrm>
            <a:off x="6759178" y="1846933"/>
            <a:ext cx="247650" cy="258763"/>
            <a:chOff x="5722938" y="3606800"/>
            <a:chExt cx="247650" cy="258763"/>
          </a:xfrm>
          <a:solidFill>
            <a:schemeClr val="tx2"/>
          </a:solidFill>
        </p:grpSpPr>
        <p:sp>
          <p:nvSpPr>
            <p:cNvPr id="108" name="Freeform 88">
              <a:extLst>
                <a:ext uri="{FF2B5EF4-FFF2-40B4-BE49-F238E27FC236}">
                  <a16:creationId xmlns:a16="http://schemas.microsoft.com/office/drawing/2014/main" id="{5A8B76B4-9C84-E9A5-F36C-D1836420AC98}"/>
                </a:ext>
              </a:extLst>
            </p:cNvPr>
            <p:cNvSpPr>
              <a:spLocks noChangeArrowheads="1"/>
            </p:cNvSpPr>
            <p:nvPr/>
          </p:nvSpPr>
          <p:spPr bwMode="auto">
            <a:xfrm>
              <a:off x="5819775" y="3649663"/>
              <a:ext cx="22225" cy="22225"/>
            </a:xfrm>
            <a:custGeom>
              <a:avLst/>
              <a:gdLst>
                <a:gd name="T0" fmla="*/ 29 w 60"/>
                <a:gd name="T1" fmla="*/ 60 h 61"/>
                <a:gd name="T2" fmla="*/ 29 w 60"/>
                <a:gd name="T3" fmla="*/ 60 h 61"/>
                <a:gd name="T4" fmla="*/ 59 w 60"/>
                <a:gd name="T5" fmla="*/ 29 h 61"/>
                <a:gd name="T6" fmla="*/ 29 w 60"/>
                <a:gd name="T7" fmla="*/ 0 h 61"/>
                <a:gd name="T8" fmla="*/ 0 w 60"/>
                <a:gd name="T9" fmla="*/ 29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29"/>
                  </a:cubicBezTo>
                  <a:cubicBezTo>
                    <a:pt x="59" y="14"/>
                    <a:pt x="46" y="0"/>
                    <a:pt x="29" y="0"/>
                  </a:cubicBezTo>
                  <a:cubicBezTo>
                    <a:pt x="12" y="0"/>
                    <a:pt x="0" y="14"/>
                    <a:pt x="0" y="29"/>
                  </a:cubicBezTo>
                  <a:cubicBezTo>
                    <a:pt x="0" y="46"/>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9">
              <a:extLst>
                <a:ext uri="{FF2B5EF4-FFF2-40B4-BE49-F238E27FC236}">
                  <a16:creationId xmlns:a16="http://schemas.microsoft.com/office/drawing/2014/main" id="{39C457DD-4A41-DD15-A0C8-756128723B7A}"/>
                </a:ext>
              </a:extLst>
            </p:cNvPr>
            <p:cNvSpPr>
              <a:spLocks noChangeArrowheads="1"/>
            </p:cNvSpPr>
            <p:nvPr/>
          </p:nvSpPr>
          <p:spPr bwMode="auto">
            <a:xfrm>
              <a:off x="5873750" y="368141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7" y="60"/>
                    <a:pt x="60" y="46"/>
                    <a:pt x="60" y="29"/>
                  </a:cubicBezTo>
                  <a:cubicBezTo>
                    <a:pt x="60" y="14"/>
                    <a:pt x="47"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0" name="Freeform 90">
              <a:extLst>
                <a:ext uri="{FF2B5EF4-FFF2-40B4-BE49-F238E27FC236}">
                  <a16:creationId xmlns:a16="http://schemas.microsoft.com/office/drawing/2014/main" id="{1CD527B2-2D55-2640-36D5-0D484DFBE8CB}"/>
                </a:ext>
              </a:extLst>
            </p:cNvPr>
            <p:cNvSpPr>
              <a:spLocks noChangeArrowheads="1"/>
            </p:cNvSpPr>
            <p:nvPr/>
          </p:nvSpPr>
          <p:spPr bwMode="auto">
            <a:xfrm>
              <a:off x="5797550" y="3703638"/>
              <a:ext cx="22225" cy="22225"/>
            </a:xfrm>
            <a:custGeom>
              <a:avLst/>
              <a:gdLst>
                <a:gd name="T0" fmla="*/ 30 w 62"/>
                <a:gd name="T1" fmla="*/ 59 h 60"/>
                <a:gd name="T2" fmla="*/ 30 w 62"/>
                <a:gd name="T3" fmla="*/ 59 h 60"/>
                <a:gd name="T4" fmla="*/ 61 w 62"/>
                <a:gd name="T5" fmla="*/ 30 h 60"/>
                <a:gd name="T6" fmla="*/ 30 w 62"/>
                <a:gd name="T7" fmla="*/ 0 h 60"/>
                <a:gd name="T8" fmla="*/ 0 w 62"/>
                <a:gd name="T9" fmla="*/ 30 h 60"/>
                <a:gd name="T10" fmla="*/ 30 w 62"/>
                <a:gd name="T11" fmla="*/ 59 h 60"/>
              </a:gdLst>
              <a:ahLst/>
              <a:cxnLst>
                <a:cxn ang="0">
                  <a:pos x="T0" y="T1"/>
                </a:cxn>
                <a:cxn ang="0">
                  <a:pos x="T2" y="T3"/>
                </a:cxn>
                <a:cxn ang="0">
                  <a:pos x="T4" y="T5"/>
                </a:cxn>
                <a:cxn ang="0">
                  <a:pos x="T6" y="T7"/>
                </a:cxn>
                <a:cxn ang="0">
                  <a:pos x="T8" y="T9"/>
                </a:cxn>
                <a:cxn ang="0">
                  <a:pos x="T10" y="T11"/>
                </a:cxn>
              </a:cxnLst>
              <a:rect l="0" t="0" r="r" b="b"/>
              <a:pathLst>
                <a:path w="62" h="60">
                  <a:moveTo>
                    <a:pt x="30" y="59"/>
                  </a:moveTo>
                  <a:lnTo>
                    <a:pt x="30" y="59"/>
                  </a:lnTo>
                  <a:cubicBezTo>
                    <a:pt x="47" y="59"/>
                    <a:pt x="61" y="46"/>
                    <a:pt x="61" y="30"/>
                  </a:cubicBezTo>
                  <a:cubicBezTo>
                    <a:pt x="61" y="13"/>
                    <a:pt x="47" y="0"/>
                    <a:pt x="30" y="0"/>
                  </a:cubicBezTo>
                  <a:cubicBezTo>
                    <a:pt x="15" y="0"/>
                    <a:pt x="0" y="13"/>
                    <a:pt x="0" y="30"/>
                  </a:cubicBezTo>
                  <a:cubicBezTo>
                    <a:pt x="0" y="46"/>
                    <a:pt x="15"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1">
              <a:extLst>
                <a:ext uri="{FF2B5EF4-FFF2-40B4-BE49-F238E27FC236}">
                  <a16:creationId xmlns:a16="http://schemas.microsoft.com/office/drawing/2014/main" id="{E695EC8E-1EC1-7351-75FA-926DE6C00A7C}"/>
                </a:ext>
              </a:extLst>
            </p:cNvPr>
            <p:cNvSpPr>
              <a:spLocks noChangeArrowheads="1"/>
            </p:cNvSpPr>
            <p:nvPr/>
          </p:nvSpPr>
          <p:spPr bwMode="auto">
            <a:xfrm>
              <a:off x="5722938" y="3606800"/>
              <a:ext cx="247650" cy="258763"/>
            </a:xfrm>
            <a:custGeom>
              <a:avLst/>
              <a:gdLst>
                <a:gd name="T0" fmla="*/ 92 w 689"/>
                <a:gd name="T1" fmla="*/ 443 h 719"/>
                <a:gd name="T2" fmla="*/ 92 w 689"/>
                <a:gd name="T3" fmla="*/ 443 h 719"/>
                <a:gd name="T4" fmla="*/ 180 w 689"/>
                <a:gd name="T5" fmla="*/ 709 h 719"/>
                <a:gd name="T6" fmla="*/ 194 w 689"/>
                <a:gd name="T7" fmla="*/ 718 h 719"/>
                <a:gd name="T8" fmla="*/ 494 w 689"/>
                <a:gd name="T9" fmla="*/ 718 h 719"/>
                <a:gd name="T10" fmla="*/ 509 w 689"/>
                <a:gd name="T11" fmla="*/ 709 h 719"/>
                <a:gd name="T12" fmla="*/ 597 w 689"/>
                <a:gd name="T13" fmla="*/ 443 h 719"/>
                <a:gd name="T14" fmla="*/ 688 w 689"/>
                <a:gd name="T15" fmla="*/ 315 h 719"/>
                <a:gd name="T16" fmla="*/ 687 w 689"/>
                <a:gd name="T17" fmla="*/ 288 h 719"/>
                <a:gd name="T18" fmla="*/ 687 w 689"/>
                <a:gd name="T19" fmla="*/ 288 h 719"/>
                <a:gd name="T20" fmla="*/ 636 w 689"/>
                <a:gd name="T21" fmla="*/ 210 h 719"/>
                <a:gd name="T22" fmla="*/ 549 w 689"/>
                <a:gd name="T23" fmla="*/ 180 h 719"/>
                <a:gd name="T24" fmla="*/ 549 w 689"/>
                <a:gd name="T25" fmla="*/ 180 h 719"/>
                <a:gd name="T26" fmla="*/ 538 w 689"/>
                <a:gd name="T27" fmla="*/ 170 h 719"/>
                <a:gd name="T28" fmla="*/ 344 w 689"/>
                <a:gd name="T29" fmla="*/ 0 h 719"/>
                <a:gd name="T30" fmla="*/ 152 w 689"/>
                <a:gd name="T31" fmla="*/ 169 h 719"/>
                <a:gd name="T32" fmla="*/ 139 w 689"/>
                <a:gd name="T33" fmla="*/ 182 h 719"/>
                <a:gd name="T34" fmla="*/ 80 w 689"/>
                <a:gd name="T35" fmla="*/ 198 h 719"/>
                <a:gd name="T36" fmla="*/ 20 w 689"/>
                <a:gd name="T37" fmla="*/ 250 h 719"/>
                <a:gd name="T38" fmla="*/ 0 w 689"/>
                <a:gd name="T39" fmla="*/ 315 h 719"/>
                <a:gd name="T40" fmla="*/ 0 w 689"/>
                <a:gd name="T41" fmla="*/ 319 h 719"/>
                <a:gd name="T42" fmla="*/ 92 w 689"/>
                <a:gd name="T43" fmla="*/ 443 h 719"/>
                <a:gd name="T44" fmla="*/ 483 w 689"/>
                <a:gd name="T45" fmla="*/ 687 h 719"/>
                <a:gd name="T46" fmla="*/ 483 w 689"/>
                <a:gd name="T47" fmla="*/ 687 h 719"/>
                <a:gd name="T48" fmla="*/ 205 w 689"/>
                <a:gd name="T49" fmla="*/ 687 h 719"/>
                <a:gd name="T50" fmla="*/ 125 w 689"/>
                <a:gd name="T51" fmla="*/ 448 h 719"/>
                <a:gd name="T52" fmla="*/ 135 w 689"/>
                <a:gd name="T53" fmla="*/ 450 h 719"/>
                <a:gd name="T54" fmla="*/ 553 w 689"/>
                <a:gd name="T55" fmla="*/ 450 h 719"/>
                <a:gd name="T56" fmla="*/ 563 w 689"/>
                <a:gd name="T57" fmla="*/ 448 h 719"/>
                <a:gd name="T58" fmla="*/ 483 w 689"/>
                <a:gd name="T59" fmla="*/ 687 h 719"/>
                <a:gd name="T60" fmla="*/ 30 w 689"/>
                <a:gd name="T61" fmla="*/ 318 h 719"/>
                <a:gd name="T62" fmla="*/ 30 w 689"/>
                <a:gd name="T63" fmla="*/ 318 h 719"/>
                <a:gd name="T64" fmla="*/ 30 w 689"/>
                <a:gd name="T65" fmla="*/ 315 h 719"/>
                <a:gd name="T66" fmla="*/ 45 w 689"/>
                <a:gd name="T67" fmla="*/ 267 h 719"/>
                <a:gd name="T68" fmla="*/ 94 w 689"/>
                <a:gd name="T69" fmla="*/ 225 h 719"/>
                <a:gd name="T70" fmla="*/ 142 w 689"/>
                <a:gd name="T71" fmla="*/ 211 h 719"/>
                <a:gd name="T72" fmla="*/ 181 w 689"/>
                <a:gd name="T73" fmla="*/ 173 h 719"/>
                <a:gd name="T74" fmla="*/ 344 w 689"/>
                <a:gd name="T75" fmla="*/ 30 h 719"/>
                <a:gd name="T76" fmla="*/ 507 w 689"/>
                <a:gd name="T77" fmla="*/ 175 h 719"/>
                <a:gd name="T78" fmla="*/ 549 w 689"/>
                <a:gd name="T79" fmla="*/ 210 h 719"/>
                <a:gd name="T80" fmla="*/ 549 w 689"/>
                <a:gd name="T81" fmla="*/ 210 h 719"/>
                <a:gd name="T82" fmla="*/ 549 w 689"/>
                <a:gd name="T83" fmla="*/ 210 h 719"/>
                <a:gd name="T84" fmla="*/ 618 w 689"/>
                <a:gd name="T85" fmla="*/ 234 h 719"/>
                <a:gd name="T86" fmla="*/ 657 w 689"/>
                <a:gd name="T87" fmla="*/ 294 h 719"/>
                <a:gd name="T88" fmla="*/ 657 w 689"/>
                <a:gd name="T89" fmla="*/ 294 h 719"/>
                <a:gd name="T90" fmla="*/ 659 w 689"/>
                <a:gd name="T91" fmla="*/ 315 h 719"/>
                <a:gd name="T92" fmla="*/ 628 w 689"/>
                <a:gd name="T93" fmla="*/ 389 h 719"/>
                <a:gd name="T94" fmla="*/ 553 w 689"/>
                <a:gd name="T95" fmla="*/ 419 h 719"/>
                <a:gd name="T96" fmla="*/ 135 w 689"/>
                <a:gd name="T97" fmla="*/ 419 h 719"/>
                <a:gd name="T98" fmla="*/ 30 w 689"/>
                <a:gd name="T99" fmla="*/ 31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89" h="719">
                  <a:moveTo>
                    <a:pt x="92" y="443"/>
                  </a:moveTo>
                  <a:lnTo>
                    <a:pt x="92" y="443"/>
                  </a:lnTo>
                  <a:cubicBezTo>
                    <a:pt x="180" y="709"/>
                    <a:pt x="180" y="709"/>
                    <a:pt x="180" y="709"/>
                  </a:cubicBezTo>
                  <a:cubicBezTo>
                    <a:pt x="183" y="714"/>
                    <a:pt x="188" y="718"/>
                    <a:pt x="194" y="718"/>
                  </a:cubicBezTo>
                  <a:cubicBezTo>
                    <a:pt x="494" y="718"/>
                    <a:pt x="494" y="718"/>
                    <a:pt x="494" y="718"/>
                  </a:cubicBezTo>
                  <a:cubicBezTo>
                    <a:pt x="500" y="718"/>
                    <a:pt x="506" y="714"/>
                    <a:pt x="509" y="709"/>
                  </a:cubicBezTo>
                  <a:cubicBezTo>
                    <a:pt x="597" y="443"/>
                    <a:pt x="597" y="443"/>
                    <a:pt x="597" y="443"/>
                  </a:cubicBezTo>
                  <a:cubicBezTo>
                    <a:pt x="650" y="424"/>
                    <a:pt x="688" y="374"/>
                    <a:pt x="688" y="315"/>
                  </a:cubicBezTo>
                  <a:cubicBezTo>
                    <a:pt x="688" y="305"/>
                    <a:pt x="688" y="297"/>
                    <a:pt x="687" y="288"/>
                  </a:cubicBezTo>
                  <a:lnTo>
                    <a:pt x="687" y="288"/>
                  </a:lnTo>
                  <a:cubicBezTo>
                    <a:pt x="680" y="256"/>
                    <a:pt x="662" y="228"/>
                    <a:pt x="636" y="210"/>
                  </a:cubicBezTo>
                  <a:cubicBezTo>
                    <a:pt x="612" y="190"/>
                    <a:pt x="582" y="180"/>
                    <a:pt x="549" y="180"/>
                  </a:cubicBezTo>
                  <a:lnTo>
                    <a:pt x="549" y="180"/>
                  </a:lnTo>
                  <a:cubicBezTo>
                    <a:pt x="544" y="180"/>
                    <a:pt x="538" y="176"/>
                    <a:pt x="538" y="170"/>
                  </a:cubicBezTo>
                  <a:cubicBezTo>
                    <a:pt x="525" y="75"/>
                    <a:pt x="444" y="0"/>
                    <a:pt x="344" y="0"/>
                  </a:cubicBezTo>
                  <a:cubicBezTo>
                    <a:pt x="246" y="0"/>
                    <a:pt x="165" y="73"/>
                    <a:pt x="152" y="169"/>
                  </a:cubicBezTo>
                  <a:cubicBezTo>
                    <a:pt x="151" y="176"/>
                    <a:pt x="145" y="180"/>
                    <a:pt x="139" y="182"/>
                  </a:cubicBezTo>
                  <a:cubicBezTo>
                    <a:pt x="124" y="183"/>
                    <a:pt x="103" y="187"/>
                    <a:pt x="80" y="198"/>
                  </a:cubicBezTo>
                  <a:cubicBezTo>
                    <a:pt x="59" y="208"/>
                    <a:pt x="37" y="225"/>
                    <a:pt x="20" y="250"/>
                  </a:cubicBezTo>
                  <a:cubicBezTo>
                    <a:pt x="7" y="270"/>
                    <a:pt x="0" y="292"/>
                    <a:pt x="0" y="315"/>
                  </a:cubicBezTo>
                  <a:cubicBezTo>
                    <a:pt x="0" y="316"/>
                    <a:pt x="0" y="318"/>
                    <a:pt x="0" y="319"/>
                  </a:cubicBezTo>
                  <a:cubicBezTo>
                    <a:pt x="2" y="377"/>
                    <a:pt x="40" y="424"/>
                    <a:pt x="92" y="443"/>
                  </a:cubicBezTo>
                  <a:close/>
                  <a:moveTo>
                    <a:pt x="483" y="687"/>
                  </a:moveTo>
                  <a:lnTo>
                    <a:pt x="483" y="687"/>
                  </a:lnTo>
                  <a:cubicBezTo>
                    <a:pt x="205" y="687"/>
                    <a:pt x="205" y="687"/>
                    <a:pt x="205" y="687"/>
                  </a:cubicBezTo>
                  <a:cubicBezTo>
                    <a:pt x="125" y="448"/>
                    <a:pt x="125" y="448"/>
                    <a:pt x="125" y="448"/>
                  </a:cubicBezTo>
                  <a:cubicBezTo>
                    <a:pt x="128" y="450"/>
                    <a:pt x="131" y="450"/>
                    <a:pt x="135" y="450"/>
                  </a:cubicBezTo>
                  <a:cubicBezTo>
                    <a:pt x="553" y="450"/>
                    <a:pt x="553" y="450"/>
                    <a:pt x="553" y="450"/>
                  </a:cubicBezTo>
                  <a:cubicBezTo>
                    <a:pt x="558" y="450"/>
                    <a:pt x="560" y="450"/>
                    <a:pt x="563" y="448"/>
                  </a:cubicBezTo>
                  <a:lnTo>
                    <a:pt x="483" y="687"/>
                  </a:lnTo>
                  <a:close/>
                  <a:moveTo>
                    <a:pt x="30" y="318"/>
                  </a:moveTo>
                  <a:lnTo>
                    <a:pt x="30" y="318"/>
                  </a:lnTo>
                  <a:cubicBezTo>
                    <a:pt x="30" y="315"/>
                    <a:pt x="30" y="315"/>
                    <a:pt x="30" y="315"/>
                  </a:cubicBezTo>
                  <a:cubicBezTo>
                    <a:pt x="30" y="298"/>
                    <a:pt x="35" y="281"/>
                    <a:pt x="45" y="267"/>
                  </a:cubicBezTo>
                  <a:cubicBezTo>
                    <a:pt x="59" y="246"/>
                    <a:pt x="76" y="234"/>
                    <a:pt x="94" y="225"/>
                  </a:cubicBezTo>
                  <a:cubicBezTo>
                    <a:pt x="111" y="217"/>
                    <a:pt x="129" y="212"/>
                    <a:pt x="142" y="211"/>
                  </a:cubicBezTo>
                  <a:cubicBezTo>
                    <a:pt x="163" y="208"/>
                    <a:pt x="179" y="193"/>
                    <a:pt x="181" y="173"/>
                  </a:cubicBezTo>
                  <a:cubicBezTo>
                    <a:pt x="191" y="92"/>
                    <a:pt x="261" y="30"/>
                    <a:pt x="344" y="30"/>
                  </a:cubicBezTo>
                  <a:cubicBezTo>
                    <a:pt x="428" y="30"/>
                    <a:pt x="497" y="93"/>
                    <a:pt x="507" y="175"/>
                  </a:cubicBezTo>
                  <a:cubicBezTo>
                    <a:pt x="510" y="194"/>
                    <a:pt x="528" y="210"/>
                    <a:pt x="549" y="210"/>
                  </a:cubicBezTo>
                  <a:lnTo>
                    <a:pt x="549" y="210"/>
                  </a:lnTo>
                  <a:lnTo>
                    <a:pt x="549" y="210"/>
                  </a:lnTo>
                  <a:cubicBezTo>
                    <a:pt x="575" y="210"/>
                    <a:pt x="600" y="218"/>
                    <a:pt x="618" y="234"/>
                  </a:cubicBezTo>
                  <a:cubicBezTo>
                    <a:pt x="638" y="248"/>
                    <a:pt x="652" y="269"/>
                    <a:pt x="657" y="294"/>
                  </a:cubicBezTo>
                  <a:lnTo>
                    <a:pt x="657" y="294"/>
                  </a:lnTo>
                  <a:cubicBezTo>
                    <a:pt x="659" y="301"/>
                    <a:pt x="659" y="308"/>
                    <a:pt x="659" y="315"/>
                  </a:cubicBezTo>
                  <a:cubicBezTo>
                    <a:pt x="659" y="343"/>
                    <a:pt x="648" y="370"/>
                    <a:pt x="628" y="389"/>
                  </a:cubicBezTo>
                  <a:cubicBezTo>
                    <a:pt x="610" y="408"/>
                    <a:pt x="583" y="419"/>
                    <a:pt x="553" y="419"/>
                  </a:cubicBezTo>
                  <a:cubicBezTo>
                    <a:pt x="135" y="419"/>
                    <a:pt x="135" y="419"/>
                    <a:pt x="135" y="419"/>
                  </a:cubicBezTo>
                  <a:cubicBezTo>
                    <a:pt x="77" y="419"/>
                    <a:pt x="31" y="374"/>
                    <a:pt x="30" y="3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92">
              <a:extLst>
                <a:ext uri="{FF2B5EF4-FFF2-40B4-BE49-F238E27FC236}">
                  <a16:creationId xmlns:a16="http://schemas.microsoft.com/office/drawing/2014/main" id="{E54DE437-BAF5-2A62-8757-36538A16BAD1}"/>
                </a:ext>
              </a:extLst>
            </p:cNvPr>
            <p:cNvSpPr>
              <a:spLocks noChangeArrowheads="1"/>
            </p:cNvSpPr>
            <p:nvPr/>
          </p:nvSpPr>
          <p:spPr bwMode="auto">
            <a:xfrm>
              <a:off x="5722938" y="3721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3" name="Freeform 93">
            <a:extLst>
              <a:ext uri="{FF2B5EF4-FFF2-40B4-BE49-F238E27FC236}">
                <a16:creationId xmlns:a16="http://schemas.microsoft.com/office/drawing/2014/main" id="{890DA5A7-D422-B296-4585-CDC1EFB70AA7}"/>
              </a:ext>
            </a:extLst>
          </p:cNvPr>
          <p:cNvSpPr>
            <a:spLocks noChangeArrowheads="1"/>
          </p:cNvSpPr>
          <p:nvPr/>
        </p:nvSpPr>
        <p:spPr bwMode="auto">
          <a:xfrm>
            <a:off x="5201840" y="2848645"/>
            <a:ext cx="257175" cy="258763"/>
          </a:xfrm>
          <a:custGeom>
            <a:avLst/>
            <a:gdLst>
              <a:gd name="T0" fmla="*/ 646 w 716"/>
              <a:gd name="T1" fmla="*/ 501 h 717"/>
              <a:gd name="T2" fmla="*/ 595 w 716"/>
              <a:gd name="T3" fmla="*/ 523 h 717"/>
              <a:gd name="T4" fmla="*/ 504 w 716"/>
              <a:gd name="T5" fmla="*/ 397 h 717"/>
              <a:gd name="T6" fmla="*/ 373 w 716"/>
              <a:gd name="T7" fmla="*/ 98 h 717"/>
              <a:gd name="T8" fmla="*/ 50 w 716"/>
              <a:gd name="T9" fmla="*/ 52 h 717"/>
              <a:gd name="T10" fmla="*/ 97 w 716"/>
              <a:gd name="T11" fmla="*/ 373 h 717"/>
              <a:gd name="T12" fmla="*/ 396 w 716"/>
              <a:gd name="T13" fmla="*/ 504 h 717"/>
              <a:gd name="T14" fmla="*/ 522 w 716"/>
              <a:gd name="T15" fmla="*/ 595 h 717"/>
              <a:gd name="T16" fmla="*/ 500 w 716"/>
              <a:gd name="T17" fmla="*/ 645 h 717"/>
              <a:gd name="T18" fmla="*/ 569 w 716"/>
              <a:gd name="T19" fmla="*/ 714 h 717"/>
              <a:gd name="T20" fmla="*/ 637 w 716"/>
              <a:gd name="T21" fmla="*/ 645 h 717"/>
              <a:gd name="T22" fmla="*/ 646 w 716"/>
              <a:gd name="T23" fmla="*/ 638 h 717"/>
              <a:gd name="T24" fmla="*/ 715 w 716"/>
              <a:gd name="T25" fmla="*/ 570 h 717"/>
              <a:gd name="T26" fmla="*/ 646 w 716"/>
              <a:gd name="T27" fmla="*/ 501 h 717"/>
              <a:gd name="T28" fmla="*/ 257 w 716"/>
              <a:gd name="T29" fmla="*/ 442 h 717"/>
              <a:gd name="T30" fmla="*/ 29 w 716"/>
              <a:gd name="T31" fmla="*/ 174 h 717"/>
              <a:gd name="T32" fmla="*/ 173 w 716"/>
              <a:gd name="T33" fmla="*/ 30 h 717"/>
              <a:gd name="T34" fmla="*/ 442 w 716"/>
              <a:gd name="T35" fmla="*/ 258 h 717"/>
              <a:gd name="T36" fmla="*/ 469 w 716"/>
              <a:gd name="T37" fmla="*/ 435 h 717"/>
              <a:gd name="T38" fmla="*/ 434 w 716"/>
              <a:gd name="T39" fmla="*/ 470 h 717"/>
              <a:gd name="T40" fmla="*/ 257 w 716"/>
              <a:gd name="T41" fmla="*/ 442 h 717"/>
              <a:gd name="T42" fmla="*/ 672 w 716"/>
              <a:gd name="T43" fmla="*/ 598 h 717"/>
              <a:gd name="T44" fmla="*/ 618 w 716"/>
              <a:gd name="T45" fmla="*/ 598 h 717"/>
              <a:gd name="T46" fmla="*/ 618 w 716"/>
              <a:gd name="T47" fmla="*/ 598 h 717"/>
              <a:gd name="T48" fmla="*/ 614 w 716"/>
              <a:gd name="T49" fmla="*/ 594 h 717"/>
              <a:gd name="T50" fmla="*/ 597 w 716"/>
              <a:gd name="T51" fmla="*/ 598 h 717"/>
              <a:gd name="T52" fmla="*/ 592 w 716"/>
              <a:gd name="T53" fmla="*/ 608 h 717"/>
              <a:gd name="T54" fmla="*/ 592 w 716"/>
              <a:gd name="T55" fmla="*/ 609 h 717"/>
              <a:gd name="T56" fmla="*/ 597 w 716"/>
              <a:gd name="T57" fmla="*/ 617 h 717"/>
              <a:gd name="T58" fmla="*/ 597 w 716"/>
              <a:gd name="T59" fmla="*/ 619 h 717"/>
              <a:gd name="T60" fmla="*/ 608 w 716"/>
              <a:gd name="T61" fmla="*/ 645 h 717"/>
              <a:gd name="T62" fmla="*/ 569 w 716"/>
              <a:gd name="T63" fmla="*/ 685 h 717"/>
              <a:gd name="T64" fmla="*/ 531 w 716"/>
              <a:gd name="T65" fmla="*/ 645 h 717"/>
              <a:gd name="T66" fmla="*/ 553 w 716"/>
              <a:gd name="T67" fmla="*/ 610 h 717"/>
              <a:gd name="T68" fmla="*/ 556 w 716"/>
              <a:gd name="T69" fmla="*/ 586 h 717"/>
              <a:gd name="T70" fmla="*/ 479 w 716"/>
              <a:gd name="T71" fmla="*/ 478 h 717"/>
              <a:gd name="T72" fmla="*/ 587 w 716"/>
              <a:gd name="T73" fmla="*/ 557 h 717"/>
              <a:gd name="T74" fmla="*/ 611 w 716"/>
              <a:gd name="T75" fmla="*/ 554 h 717"/>
              <a:gd name="T76" fmla="*/ 646 w 716"/>
              <a:gd name="T77" fmla="*/ 530 h 717"/>
              <a:gd name="T78" fmla="*/ 684 w 716"/>
              <a:gd name="T79" fmla="*/ 570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6" h="717">
                <a:moveTo>
                  <a:pt x="646" y="501"/>
                </a:moveTo>
                <a:lnTo>
                  <a:pt x="646" y="501"/>
                </a:lnTo>
                <a:cubicBezTo>
                  <a:pt x="628" y="501"/>
                  <a:pt x="611" y="508"/>
                  <a:pt x="597" y="521"/>
                </a:cubicBezTo>
                <a:cubicBezTo>
                  <a:pt x="595" y="522"/>
                  <a:pt x="595" y="522"/>
                  <a:pt x="595" y="523"/>
                </a:cubicBezTo>
                <a:cubicBezTo>
                  <a:pt x="500" y="429"/>
                  <a:pt x="500" y="429"/>
                  <a:pt x="500" y="429"/>
                </a:cubicBezTo>
                <a:cubicBezTo>
                  <a:pt x="503" y="419"/>
                  <a:pt x="504" y="408"/>
                  <a:pt x="504" y="397"/>
                </a:cubicBezTo>
                <a:cubicBezTo>
                  <a:pt x="504" y="352"/>
                  <a:pt x="491" y="300"/>
                  <a:pt x="469" y="247"/>
                </a:cubicBezTo>
                <a:cubicBezTo>
                  <a:pt x="448" y="193"/>
                  <a:pt x="416" y="140"/>
                  <a:pt x="373" y="98"/>
                </a:cubicBezTo>
                <a:cubicBezTo>
                  <a:pt x="306" y="32"/>
                  <a:pt x="236" y="0"/>
                  <a:pt x="173" y="0"/>
                </a:cubicBezTo>
                <a:cubicBezTo>
                  <a:pt x="126" y="0"/>
                  <a:pt x="83" y="18"/>
                  <a:pt x="50" y="52"/>
                </a:cubicBezTo>
                <a:cubicBezTo>
                  <a:pt x="17" y="84"/>
                  <a:pt x="0" y="126"/>
                  <a:pt x="0" y="174"/>
                </a:cubicBezTo>
                <a:cubicBezTo>
                  <a:pt x="0" y="237"/>
                  <a:pt x="31" y="307"/>
                  <a:pt x="97" y="373"/>
                </a:cubicBezTo>
                <a:cubicBezTo>
                  <a:pt x="139" y="415"/>
                  <a:pt x="192" y="448"/>
                  <a:pt x="246" y="470"/>
                </a:cubicBezTo>
                <a:cubicBezTo>
                  <a:pt x="299" y="492"/>
                  <a:pt x="352" y="504"/>
                  <a:pt x="396" y="504"/>
                </a:cubicBezTo>
                <a:cubicBezTo>
                  <a:pt x="407" y="504"/>
                  <a:pt x="418" y="502"/>
                  <a:pt x="428" y="501"/>
                </a:cubicBezTo>
                <a:cubicBezTo>
                  <a:pt x="522" y="595"/>
                  <a:pt x="522" y="595"/>
                  <a:pt x="522" y="595"/>
                </a:cubicBezTo>
                <a:cubicBezTo>
                  <a:pt x="522" y="596"/>
                  <a:pt x="521" y="596"/>
                  <a:pt x="521" y="598"/>
                </a:cubicBezTo>
                <a:cubicBezTo>
                  <a:pt x="507" y="610"/>
                  <a:pt x="500" y="629"/>
                  <a:pt x="500" y="645"/>
                </a:cubicBezTo>
                <a:cubicBezTo>
                  <a:pt x="500" y="664"/>
                  <a:pt x="507" y="682"/>
                  <a:pt x="521" y="695"/>
                </a:cubicBezTo>
                <a:cubicBezTo>
                  <a:pt x="533" y="709"/>
                  <a:pt x="552" y="716"/>
                  <a:pt x="569" y="714"/>
                </a:cubicBezTo>
                <a:cubicBezTo>
                  <a:pt x="587" y="716"/>
                  <a:pt x="605" y="709"/>
                  <a:pt x="618" y="695"/>
                </a:cubicBezTo>
                <a:cubicBezTo>
                  <a:pt x="632" y="682"/>
                  <a:pt x="637" y="664"/>
                  <a:pt x="637" y="645"/>
                </a:cubicBezTo>
                <a:cubicBezTo>
                  <a:pt x="637" y="643"/>
                  <a:pt x="637" y="641"/>
                  <a:pt x="637" y="638"/>
                </a:cubicBezTo>
                <a:cubicBezTo>
                  <a:pt x="640" y="638"/>
                  <a:pt x="643" y="638"/>
                  <a:pt x="646" y="638"/>
                </a:cubicBezTo>
                <a:cubicBezTo>
                  <a:pt x="663" y="638"/>
                  <a:pt x="681" y="631"/>
                  <a:pt x="694" y="619"/>
                </a:cubicBezTo>
                <a:cubicBezTo>
                  <a:pt x="708" y="605"/>
                  <a:pt x="715" y="588"/>
                  <a:pt x="715" y="570"/>
                </a:cubicBezTo>
                <a:cubicBezTo>
                  <a:pt x="715" y="553"/>
                  <a:pt x="708" y="535"/>
                  <a:pt x="694" y="521"/>
                </a:cubicBezTo>
                <a:cubicBezTo>
                  <a:pt x="681" y="508"/>
                  <a:pt x="663" y="501"/>
                  <a:pt x="646" y="501"/>
                </a:cubicBezTo>
                <a:close/>
                <a:moveTo>
                  <a:pt x="257" y="442"/>
                </a:moveTo>
                <a:lnTo>
                  <a:pt x="257" y="442"/>
                </a:lnTo>
                <a:cubicBezTo>
                  <a:pt x="208" y="422"/>
                  <a:pt x="157" y="391"/>
                  <a:pt x="119" y="352"/>
                </a:cubicBezTo>
                <a:cubicBezTo>
                  <a:pt x="56" y="290"/>
                  <a:pt x="29" y="227"/>
                  <a:pt x="29" y="174"/>
                </a:cubicBezTo>
                <a:cubicBezTo>
                  <a:pt x="29" y="134"/>
                  <a:pt x="43" y="99"/>
                  <a:pt x="72" y="73"/>
                </a:cubicBezTo>
                <a:cubicBezTo>
                  <a:pt x="98" y="45"/>
                  <a:pt x="133" y="30"/>
                  <a:pt x="173" y="30"/>
                </a:cubicBezTo>
                <a:cubicBezTo>
                  <a:pt x="226" y="30"/>
                  <a:pt x="289" y="57"/>
                  <a:pt x="351" y="119"/>
                </a:cubicBezTo>
                <a:cubicBezTo>
                  <a:pt x="390" y="158"/>
                  <a:pt x="421" y="207"/>
                  <a:pt x="442" y="258"/>
                </a:cubicBezTo>
                <a:cubicBezTo>
                  <a:pt x="463" y="308"/>
                  <a:pt x="473" y="358"/>
                  <a:pt x="473" y="397"/>
                </a:cubicBezTo>
                <a:cubicBezTo>
                  <a:pt x="473" y="411"/>
                  <a:pt x="472" y="425"/>
                  <a:pt x="469" y="435"/>
                </a:cubicBezTo>
                <a:cubicBezTo>
                  <a:pt x="466" y="445"/>
                  <a:pt x="462" y="453"/>
                  <a:pt x="456" y="457"/>
                </a:cubicBezTo>
                <a:cubicBezTo>
                  <a:pt x="452" y="463"/>
                  <a:pt x="445" y="467"/>
                  <a:pt x="434" y="470"/>
                </a:cubicBezTo>
                <a:cubicBezTo>
                  <a:pt x="424" y="473"/>
                  <a:pt x="411" y="474"/>
                  <a:pt x="396" y="474"/>
                </a:cubicBezTo>
                <a:cubicBezTo>
                  <a:pt x="358" y="474"/>
                  <a:pt x="307" y="463"/>
                  <a:pt x="257" y="442"/>
                </a:cubicBezTo>
                <a:close/>
                <a:moveTo>
                  <a:pt x="672" y="598"/>
                </a:moveTo>
                <a:lnTo>
                  <a:pt x="672" y="598"/>
                </a:lnTo>
                <a:cubicBezTo>
                  <a:pt x="665" y="605"/>
                  <a:pt x="656" y="609"/>
                  <a:pt x="646" y="609"/>
                </a:cubicBezTo>
                <a:cubicBezTo>
                  <a:pt x="636" y="609"/>
                  <a:pt x="626" y="605"/>
                  <a:pt x="618" y="598"/>
                </a:cubicBezTo>
                <a:lnTo>
                  <a:pt x="618" y="598"/>
                </a:lnTo>
                <a:lnTo>
                  <a:pt x="618" y="598"/>
                </a:lnTo>
                <a:cubicBezTo>
                  <a:pt x="618" y="598"/>
                  <a:pt x="618" y="598"/>
                  <a:pt x="618" y="596"/>
                </a:cubicBezTo>
                <a:cubicBezTo>
                  <a:pt x="616" y="596"/>
                  <a:pt x="615" y="595"/>
                  <a:pt x="614" y="594"/>
                </a:cubicBezTo>
                <a:cubicBezTo>
                  <a:pt x="609" y="592"/>
                  <a:pt x="605" y="592"/>
                  <a:pt x="601" y="594"/>
                </a:cubicBezTo>
                <a:cubicBezTo>
                  <a:pt x="599" y="595"/>
                  <a:pt x="598" y="596"/>
                  <a:pt x="597" y="598"/>
                </a:cubicBezTo>
                <a:cubicBezTo>
                  <a:pt x="595" y="599"/>
                  <a:pt x="594" y="601"/>
                  <a:pt x="594" y="602"/>
                </a:cubicBezTo>
                <a:cubicBezTo>
                  <a:pt x="592" y="603"/>
                  <a:pt x="592" y="606"/>
                  <a:pt x="592" y="608"/>
                </a:cubicBezTo>
                <a:lnTo>
                  <a:pt x="592" y="608"/>
                </a:lnTo>
                <a:cubicBezTo>
                  <a:pt x="592" y="608"/>
                  <a:pt x="592" y="608"/>
                  <a:pt x="592" y="609"/>
                </a:cubicBezTo>
                <a:cubicBezTo>
                  <a:pt x="592" y="610"/>
                  <a:pt x="592" y="612"/>
                  <a:pt x="594" y="613"/>
                </a:cubicBezTo>
                <a:cubicBezTo>
                  <a:pt x="594" y="615"/>
                  <a:pt x="595" y="617"/>
                  <a:pt x="597" y="617"/>
                </a:cubicBezTo>
                <a:cubicBezTo>
                  <a:pt x="597" y="619"/>
                  <a:pt x="597" y="619"/>
                  <a:pt x="597" y="619"/>
                </a:cubicBezTo>
                <a:lnTo>
                  <a:pt x="597" y="619"/>
                </a:lnTo>
                <a:lnTo>
                  <a:pt x="597" y="619"/>
                </a:lnTo>
                <a:cubicBezTo>
                  <a:pt x="604" y="626"/>
                  <a:pt x="608" y="636"/>
                  <a:pt x="608" y="645"/>
                </a:cubicBezTo>
                <a:cubicBezTo>
                  <a:pt x="608" y="657"/>
                  <a:pt x="604" y="667"/>
                  <a:pt x="597" y="674"/>
                </a:cubicBezTo>
                <a:cubicBezTo>
                  <a:pt x="590" y="681"/>
                  <a:pt x="578" y="685"/>
                  <a:pt x="569" y="685"/>
                </a:cubicBezTo>
                <a:cubicBezTo>
                  <a:pt x="559" y="685"/>
                  <a:pt x="549" y="681"/>
                  <a:pt x="542" y="674"/>
                </a:cubicBezTo>
                <a:cubicBezTo>
                  <a:pt x="533" y="667"/>
                  <a:pt x="531" y="657"/>
                  <a:pt x="531" y="645"/>
                </a:cubicBezTo>
                <a:cubicBezTo>
                  <a:pt x="531" y="636"/>
                  <a:pt x="533" y="626"/>
                  <a:pt x="542" y="619"/>
                </a:cubicBezTo>
                <a:cubicBezTo>
                  <a:pt x="545" y="616"/>
                  <a:pt x="548" y="613"/>
                  <a:pt x="553" y="610"/>
                </a:cubicBezTo>
                <a:cubicBezTo>
                  <a:pt x="557" y="609"/>
                  <a:pt x="560" y="605"/>
                  <a:pt x="560" y="599"/>
                </a:cubicBezTo>
                <a:cubicBezTo>
                  <a:pt x="562" y="595"/>
                  <a:pt x="560" y="591"/>
                  <a:pt x="556" y="586"/>
                </a:cubicBezTo>
                <a:cubicBezTo>
                  <a:pt x="460" y="491"/>
                  <a:pt x="460" y="491"/>
                  <a:pt x="460" y="491"/>
                </a:cubicBezTo>
                <a:cubicBezTo>
                  <a:pt x="467" y="488"/>
                  <a:pt x="473" y="484"/>
                  <a:pt x="479" y="478"/>
                </a:cubicBezTo>
                <a:cubicBezTo>
                  <a:pt x="483" y="474"/>
                  <a:pt x="487" y="467"/>
                  <a:pt x="490" y="462"/>
                </a:cubicBezTo>
                <a:cubicBezTo>
                  <a:pt x="587" y="557"/>
                  <a:pt x="587" y="557"/>
                  <a:pt x="587" y="557"/>
                </a:cubicBezTo>
                <a:cubicBezTo>
                  <a:pt x="590" y="561"/>
                  <a:pt x="594" y="563"/>
                  <a:pt x="599" y="561"/>
                </a:cubicBezTo>
                <a:cubicBezTo>
                  <a:pt x="604" y="561"/>
                  <a:pt x="608" y="558"/>
                  <a:pt x="611" y="554"/>
                </a:cubicBezTo>
                <a:cubicBezTo>
                  <a:pt x="612" y="549"/>
                  <a:pt x="615" y="546"/>
                  <a:pt x="618" y="542"/>
                </a:cubicBezTo>
                <a:cubicBezTo>
                  <a:pt x="626" y="535"/>
                  <a:pt x="636" y="530"/>
                  <a:pt x="646" y="530"/>
                </a:cubicBezTo>
                <a:cubicBezTo>
                  <a:pt x="656" y="530"/>
                  <a:pt x="665" y="535"/>
                  <a:pt x="672" y="542"/>
                </a:cubicBezTo>
                <a:cubicBezTo>
                  <a:pt x="681" y="550"/>
                  <a:pt x="684" y="560"/>
                  <a:pt x="684" y="570"/>
                </a:cubicBezTo>
                <a:cubicBezTo>
                  <a:pt x="684" y="579"/>
                  <a:pt x="681" y="589"/>
                  <a:pt x="672" y="598"/>
                </a:cubicBezTo>
                <a:close/>
              </a:path>
            </a:pathLst>
          </a:custGeom>
          <a:solidFill>
            <a:schemeClr val="tx2"/>
          </a:solidFill>
          <a:ln>
            <a:noFill/>
          </a:ln>
          <a:effectLst/>
        </p:spPr>
        <p:txBody>
          <a:bodyPr wrap="none" anchor="ctr"/>
          <a:lstStyle/>
          <a:p>
            <a:endParaRPr lang="da-DK"/>
          </a:p>
        </p:txBody>
      </p:sp>
      <p:sp>
        <p:nvSpPr>
          <p:cNvPr id="114" name="Freeform 94">
            <a:extLst>
              <a:ext uri="{FF2B5EF4-FFF2-40B4-BE49-F238E27FC236}">
                <a16:creationId xmlns:a16="http://schemas.microsoft.com/office/drawing/2014/main" id="{3ADA2DA4-9D4A-4D1D-D8D2-D9456FE7669E}"/>
              </a:ext>
            </a:extLst>
          </p:cNvPr>
          <p:cNvSpPr>
            <a:spLocks noChangeArrowheads="1"/>
          </p:cNvSpPr>
          <p:nvPr/>
        </p:nvSpPr>
        <p:spPr bwMode="auto">
          <a:xfrm>
            <a:off x="6238478" y="1401639"/>
            <a:ext cx="306387" cy="134937"/>
          </a:xfrm>
          <a:custGeom>
            <a:avLst/>
            <a:gdLst>
              <a:gd name="T0" fmla="*/ 850 w 852"/>
              <a:gd name="T1" fmla="*/ 319 h 376"/>
              <a:gd name="T2" fmla="*/ 850 w 852"/>
              <a:gd name="T3" fmla="*/ 319 h 376"/>
              <a:gd name="T4" fmla="*/ 493 w 852"/>
              <a:gd name="T5" fmla="*/ 0 h 376"/>
              <a:gd name="T6" fmla="*/ 423 w 852"/>
              <a:gd name="T7" fmla="*/ 7 h 376"/>
              <a:gd name="T8" fmla="*/ 352 w 852"/>
              <a:gd name="T9" fmla="*/ 0 h 376"/>
              <a:gd name="T10" fmla="*/ 4 w 852"/>
              <a:gd name="T11" fmla="*/ 265 h 376"/>
              <a:gd name="T12" fmla="*/ 0 w 852"/>
              <a:gd name="T13" fmla="*/ 292 h 376"/>
              <a:gd name="T14" fmla="*/ 21 w 852"/>
              <a:gd name="T15" fmla="*/ 350 h 376"/>
              <a:gd name="T16" fmla="*/ 79 w 852"/>
              <a:gd name="T17" fmla="*/ 375 h 376"/>
              <a:gd name="T18" fmla="*/ 292 w 852"/>
              <a:gd name="T19" fmla="*/ 375 h 376"/>
              <a:gd name="T20" fmla="*/ 799 w 852"/>
              <a:gd name="T21" fmla="*/ 375 h 376"/>
              <a:gd name="T22" fmla="*/ 851 w 852"/>
              <a:gd name="T23" fmla="*/ 324 h 376"/>
              <a:gd name="T24" fmla="*/ 850 w 852"/>
              <a:gd name="T25" fmla="*/ 317 h 376"/>
              <a:gd name="T26" fmla="*/ 850 w 852"/>
              <a:gd name="T27" fmla="*/ 319 h 376"/>
              <a:gd name="T28" fmla="*/ 31 w 852"/>
              <a:gd name="T29" fmla="*/ 292 h 376"/>
              <a:gd name="T30" fmla="*/ 31 w 852"/>
              <a:gd name="T31" fmla="*/ 292 h 376"/>
              <a:gd name="T32" fmla="*/ 32 w 852"/>
              <a:gd name="T33" fmla="*/ 274 h 376"/>
              <a:gd name="T34" fmla="*/ 352 w 852"/>
              <a:gd name="T35" fmla="*/ 29 h 376"/>
              <a:gd name="T36" fmla="*/ 354 w 852"/>
              <a:gd name="T37" fmla="*/ 29 h 376"/>
              <a:gd name="T38" fmla="*/ 142 w 852"/>
              <a:gd name="T39" fmla="*/ 300 h 376"/>
              <a:gd name="T40" fmla="*/ 119 w 852"/>
              <a:gd name="T41" fmla="*/ 333 h 376"/>
              <a:gd name="T42" fmla="*/ 79 w 852"/>
              <a:gd name="T43" fmla="*/ 345 h 376"/>
              <a:gd name="T44" fmla="*/ 44 w 852"/>
              <a:gd name="T45" fmla="*/ 330 h 376"/>
              <a:gd name="T46" fmla="*/ 31 w 852"/>
              <a:gd name="T47" fmla="*/ 292 h 376"/>
              <a:gd name="T48" fmla="*/ 814 w 852"/>
              <a:gd name="T49" fmla="*/ 338 h 376"/>
              <a:gd name="T50" fmla="*/ 814 w 852"/>
              <a:gd name="T51" fmla="*/ 338 h 376"/>
              <a:gd name="T52" fmla="*/ 799 w 852"/>
              <a:gd name="T53" fmla="*/ 345 h 376"/>
              <a:gd name="T54" fmla="*/ 292 w 852"/>
              <a:gd name="T55" fmla="*/ 345 h 376"/>
              <a:gd name="T56" fmla="*/ 150 w 852"/>
              <a:gd name="T57" fmla="*/ 345 h 376"/>
              <a:gd name="T58" fmla="*/ 171 w 852"/>
              <a:gd name="T59" fmla="*/ 306 h 376"/>
              <a:gd name="T60" fmla="*/ 428 w 852"/>
              <a:gd name="T61" fmla="*/ 38 h 376"/>
              <a:gd name="T62" fmla="*/ 430 w 852"/>
              <a:gd name="T63" fmla="*/ 36 h 376"/>
              <a:gd name="T64" fmla="*/ 431 w 852"/>
              <a:gd name="T65" fmla="*/ 36 h 376"/>
              <a:gd name="T66" fmla="*/ 493 w 852"/>
              <a:gd name="T67" fmla="*/ 29 h 376"/>
              <a:gd name="T68" fmla="*/ 820 w 852"/>
              <a:gd name="T69" fmla="*/ 321 h 376"/>
              <a:gd name="T70" fmla="*/ 820 w 852"/>
              <a:gd name="T71" fmla="*/ 321 h 376"/>
              <a:gd name="T72" fmla="*/ 820 w 852"/>
              <a:gd name="T73" fmla="*/ 324 h 376"/>
              <a:gd name="T74" fmla="*/ 814 w 852"/>
              <a:gd name="T75" fmla="*/ 338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2" h="376">
                <a:moveTo>
                  <a:pt x="850" y="319"/>
                </a:moveTo>
                <a:lnTo>
                  <a:pt x="850" y="319"/>
                </a:lnTo>
                <a:cubicBezTo>
                  <a:pt x="830" y="139"/>
                  <a:pt x="677" y="0"/>
                  <a:pt x="493" y="0"/>
                </a:cubicBezTo>
                <a:cubicBezTo>
                  <a:pt x="468" y="0"/>
                  <a:pt x="445" y="3"/>
                  <a:pt x="423" y="7"/>
                </a:cubicBezTo>
                <a:cubicBezTo>
                  <a:pt x="400" y="3"/>
                  <a:pt x="376" y="0"/>
                  <a:pt x="352" y="0"/>
                </a:cubicBezTo>
                <a:cubicBezTo>
                  <a:pt x="185" y="0"/>
                  <a:pt x="45" y="112"/>
                  <a:pt x="4" y="265"/>
                </a:cubicBezTo>
                <a:cubicBezTo>
                  <a:pt x="1" y="275"/>
                  <a:pt x="0" y="284"/>
                  <a:pt x="0" y="292"/>
                </a:cubicBezTo>
                <a:cubicBezTo>
                  <a:pt x="0" y="314"/>
                  <a:pt x="7" y="334"/>
                  <a:pt x="21" y="350"/>
                </a:cubicBezTo>
                <a:cubicBezTo>
                  <a:pt x="35" y="365"/>
                  <a:pt x="56" y="375"/>
                  <a:pt x="79" y="375"/>
                </a:cubicBezTo>
                <a:cubicBezTo>
                  <a:pt x="292" y="375"/>
                  <a:pt x="292" y="375"/>
                  <a:pt x="292" y="375"/>
                </a:cubicBezTo>
                <a:cubicBezTo>
                  <a:pt x="799" y="375"/>
                  <a:pt x="799" y="375"/>
                  <a:pt x="799" y="375"/>
                </a:cubicBezTo>
                <a:cubicBezTo>
                  <a:pt x="828" y="375"/>
                  <a:pt x="851" y="352"/>
                  <a:pt x="851" y="324"/>
                </a:cubicBezTo>
                <a:cubicBezTo>
                  <a:pt x="851" y="321"/>
                  <a:pt x="851" y="320"/>
                  <a:pt x="850" y="317"/>
                </a:cubicBezTo>
                <a:lnTo>
                  <a:pt x="850" y="319"/>
                </a:lnTo>
                <a:close/>
                <a:moveTo>
                  <a:pt x="31" y="292"/>
                </a:moveTo>
                <a:lnTo>
                  <a:pt x="31" y="292"/>
                </a:lnTo>
                <a:cubicBezTo>
                  <a:pt x="31" y="286"/>
                  <a:pt x="31" y="281"/>
                  <a:pt x="32" y="274"/>
                </a:cubicBezTo>
                <a:cubicBezTo>
                  <a:pt x="72" y="133"/>
                  <a:pt x="199" y="29"/>
                  <a:pt x="352" y="29"/>
                </a:cubicBezTo>
                <a:cubicBezTo>
                  <a:pt x="352" y="29"/>
                  <a:pt x="352" y="29"/>
                  <a:pt x="354" y="29"/>
                </a:cubicBezTo>
                <a:cubicBezTo>
                  <a:pt x="243" y="79"/>
                  <a:pt x="162" y="178"/>
                  <a:pt x="142" y="300"/>
                </a:cubicBezTo>
                <a:cubicBezTo>
                  <a:pt x="140" y="313"/>
                  <a:pt x="132" y="324"/>
                  <a:pt x="119" y="333"/>
                </a:cubicBezTo>
                <a:cubicBezTo>
                  <a:pt x="108" y="341"/>
                  <a:pt x="93" y="345"/>
                  <a:pt x="79" y="345"/>
                </a:cubicBezTo>
                <a:cubicBezTo>
                  <a:pt x="63" y="345"/>
                  <a:pt x="52" y="340"/>
                  <a:pt x="44" y="330"/>
                </a:cubicBezTo>
                <a:cubicBezTo>
                  <a:pt x="35" y="321"/>
                  <a:pt x="31" y="307"/>
                  <a:pt x="31" y="292"/>
                </a:cubicBezTo>
                <a:close/>
                <a:moveTo>
                  <a:pt x="814" y="338"/>
                </a:moveTo>
                <a:lnTo>
                  <a:pt x="814" y="338"/>
                </a:lnTo>
                <a:cubicBezTo>
                  <a:pt x="810" y="343"/>
                  <a:pt x="805" y="345"/>
                  <a:pt x="799" y="345"/>
                </a:cubicBezTo>
                <a:cubicBezTo>
                  <a:pt x="292" y="345"/>
                  <a:pt x="292" y="345"/>
                  <a:pt x="292" y="345"/>
                </a:cubicBezTo>
                <a:cubicBezTo>
                  <a:pt x="150" y="345"/>
                  <a:pt x="150" y="345"/>
                  <a:pt x="150" y="345"/>
                </a:cubicBezTo>
                <a:cubicBezTo>
                  <a:pt x="160" y="334"/>
                  <a:pt x="169" y="321"/>
                  <a:pt x="171" y="306"/>
                </a:cubicBezTo>
                <a:cubicBezTo>
                  <a:pt x="194" y="173"/>
                  <a:pt x="296" y="66"/>
                  <a:pt x="428" y="38"/>
                </a:cubicBezTo>
                <a:cubicBezTo>
                  <a:pt x="428" y="38"/>
                  <a:pt x="428" y="36"/>
                  <a:pt x="430" y="36"/>
                </a:cubicBezTo>
                <a:lnTo>
                  <a:pt x="431" y="36"/>
                </a:lnTo>
                <a:cubicBezTo>
                  <a:pt x="451" y="32"/>
                  <a:pt x="472" y="29"/>
                  <a:pt x="493" y="29"/>
                </a:cubicBezTo>
                <a:cubicBezTo>
                  <a:pt x="661" y="29"/>
                  <a:pt x="802" y="157"/>
                  <a:pt x="820" y="321"/>
                </a:cubicBezTo>
                <a:lnTo>
                  <a:pt x="820" y="321"/>
                </a:lnTo>
                <a:cubicBezTo>
                  <a:pt x="820" y="324"/>
                  <a:pt x="820" y="324"/>
                  <a:pt x="820" y="324"/>
                </a:cubicBezTo>
                <a:cubicBezTo>
                  <a:pt x="820" y="330"/>
                  <a:pt x="819" y="335"/>
                  <a:pt x="814" y="338"/>
                </a:cubicBezTo>
                <a:close/>
              </a:path>
            </a:pathLst>
          </a:custGeom>
          <a:solidFill>
            <a:schemeClr val="tx2"/>
          </a:solidFill>
          <a:ln>
            <a:noFill/>
          </a:ln>
          <a:effectLst/>
        </p:spPr>
        <p:txBody>
          <a:bodyPr wrap="none" anchor="ctr"/>
          <a:lstStyle/>
          <a:p>
            <a:endParaRPr lang="da-DK"/>
          </a:p>
        </p:txBody>
      </p:sp>
      <p:grpSp>
        <p:nvGrpSpPr>
          <p:cNvPr id="115" name="Group 118">
            <a:extLst>
              <a:ext uri="{FF2B5EF4-FFF2-40B4-BE49-F238E27FC236}">
                <a16:creationId xmlns:a16="http://schemas.microsoft.com/office/drawing/2014/main" id="{CBC4BB56-B29F-016E-A978-C27E19187B29}"/>
              </a:ext>
            </a:extLst>
          </p:cNvPr>
          <p:cNvGrpSpPr/>
          <p:nvPr/>
        </p:nvGrpSpPr>
        <p:grpSpPr>
          <a:xfrm>
            <a:off x="5717778" y="1871539"/>
            <a:ext cx="258762" cy="209550"/>
            <a:chOff x="4681538" y="3643313"/>
            <a:chExt cx="258762" cy="209550"/>
          </a:xfrm>
          <a:solidFill>
            <a:schemeClr val="tx2"/>
          </a:solidFill>
        </p:grpSpPr>
        <p:sp>
          <p:nvSpPr>
            <p:cNvPr id="116" name="Freeform 95">
              <a:extLst>
                <a:ext uri="{FF2B5EF4-FFF2-40B4-BE49-F238E27FC236}">
                  <a16:creationId xmlns:a16="http://schemas.microsoft.com/office/drawing/2014/main" id="{502A9E8C-224E-3805-D4A3-229105173FC0}"/>
                </a:ext>
              </a:extLst>
            </p:cNvPr>
            <p:cNvSpPr>
              <a:spLocks noChangeArrowheads="1"/>
            </p:cNvSpPr>
            <p:nvPr/>
          </p:nvSpPr>
          <p:spPr bwMode="auto">
            <a:xfrm>
              <a:off x="4681538" y="3643313"/>
              <a:ext cx="258762" cy="96837"/>
            </a:xfrm>
            <a:custGeom>
              <a:avLst/>
              <a:gdLst>
                <a:gd name="T0" fmla="*/ 625 w 720"/>
                <a:gd name="T1" fmla="*/ 59 h 271"/>
                <a:gd name="T2" fmla="*/ 625 w 720"/>
                <a:gd name="T3" fmla="*/ 59 h 271"/>
                <a:gd name="T4" fmla="*/ 375 w 720"/>
                <a:gd name="T5" fmla="*/ 0 h 271"/>
                <a:gd name="T6" fmla="*/ 181 w 720"/>
                <a:gd name="T7" fmla="*/ 28 h 271"/>
                <a:gd name="T8" fmla="*/ 34 w 720"/>
                <a:gd name="T9" fmla="*/ 139 h 271"/>
                <a:gd name="T10" fmla="*/ 0 w 720"/>
                <a:gd name="T11" fmla="*/ 256 h 271"/>
                <a:gd name="T12" fmla="*/ 4 w 720"/>
                <a:gd name="T13" fmla="*/ 266 h 271"/>
                <a:gd name="T14" fmla="*/ 16 w 720"/>
                <a:gd name="T15" fmla="*/ 270 h 271"/>
                <a:gd name="T16" fmla="*/ 704 w 720"/>
                <a:gd name="T17" fmla="*/ 270 h 271"/>
                <a:gd name="T18" fmla="*/ 715 w 720"/>
                <a:gd name="T19" fmla="*/ 266 h 271"/>
                <a:gd name="T20" fmla="*/ 719 w 720"/>
                <a:gd name="T21" fmla="*/ 256 h 271"/>
                <a:gd name="T22" fmla="*/ 712 w 720"/>
                <a:gd name="T23" fmla="*/ 183 h 271"/>
                <a:gd name="T24" fmla="*/ 625 w 720"/>
                <a:gd name="T25" fmla="*/ 59 h 271"/>
                <a:gd name="T26" fmla="*/ 690 w 720"/>
                <a:gd name="T27" fmla="*/ 240 h 271"/>
                <a:gd name="T28" fmla="*/ 690 w 720"/>
                <a:gd name="T29" fmla="*/ 240 h 271"/>
                <a:gd name="T30" fmla="*/ 31 w 720"/>
                <a:gd name="T31" fmla="*/ 240 h 271"/>
                <a:gd name="T32" fmla="*/ 41 w 720"/>
                <a:gd name="T33" fmla="*/ 191 h 271"/>
                <a:gd name="T34" fmla="*/ 131 w 720"/>
                <a:gd name="T35" fmla="*/ 85 h 271"/>
                <a:gd name="T36" fmla="*/ 375 w 720"/>
                <a:gd name="T37" fmla="*/ 31 h 271"/>
                <a:gd name="T38" fmla="*/ 553 w 720"/>
                <a:gd name="T39" fmla="*/ 57 h 271"/>
                <a:gd name="T40" fmla="*/ 670 w 720"/>
                <a:gd name="T41" fmla="*/ 153 h 271"/>
                <a:gd name="T42" fmla="*/ 690 w 720"/>
                <a:gd name="T43" fmla="*/ 240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20" h="271">
                  <a:moveTo>
                    <a:pt x="625" y="59"/>
                  </a:moveTo>
                  <a:lnTo>
                    <a:pt x="625" y="59"/>
                  </a:lnTo>
                  <a:cubicBezTo>
                    <a:pt x="573" y="24"/>
                    <a:pt x="495" y="0"/>
                    <a:pt x="375" y="0"/>
                  </a:cubicBezTo>
                  <a:cubicBezTo>
                    <a:pt x="295" y="0"/>
                    <a:pt x="232" y="12"/>
                    <a:pt x="181" y="28"/>
                  </a:cubicBezTo>
                  <a:cubicBezTo>
                    <a:pt x="106" y="55"/>
                    <a:pt x="59" y="96"/>
                    <a:pt x="34" y="139"/>
                  </a:cubicBezTo>
                  <a:cubicBezTo>
                    <a:pt x="7" y="181"/>
                    <a:pt x="0" y="225"/>
                    <a:pt x="0" y="256"/>
                  </a:cubicBezTo>
                  <a:cubicBezTo>
                    <a:pt x="0" y="260"/>
                    <a:pt x="2" y="263"/>
                    <a:pt x="4" y="266"/>
                  </a:cubicBezTo>
                  <a:cubicBezTo>
                    <a:pt x="7" y="269"/>
                    <a:pt x="12" y="270"/>
                    <a:pt x="16" y="270"/>
                  </a:cubicBezTo>
                  <a:cubicBezTo>
                    <a:pt x="704" y="270"/>
                    <a:pt x="704" y="270"/>
                    <a:pt x="704" y="270"/>
                  </a:cubicBezTo>
                  <a:cubicBezTo>
                    <a:pt x="708" y="270"/>
                    <a:pt x="712" y="269"/>
                    <a:pt x="715" y="266"/>
                  </a:cubicBezTo>
                  <a:cubicBezTo>
                    <a:pt x="718" y="263"/>
                    <a:pt x="719" y="260"/>
                    <a:pt x="719" y="256"/>
                  </a:cubicBezTo>
                  <a:cubicBezTo>
                    <a:pt x="719" y="236"/>
                    <a:pt x="718" y="211"/>
                    <a:pt x="712" y="183"/>
                  </a:cubicBezTo>
                  <a:cubicBezTo>
                    <a:pt x="701" y="142"/>
                    <a:pt x="678" y="94"/>
                    <a:pt x="625" y="59"/>
                  </a:cubicBezTo>
                  <a:close/>
                  <a:moveTo>
                    <a:pt x="690" y="240"/>
                  </a:moveTo>
                  <a:lnTo>
                    <a:pt x="690" y="240"/>
                  </a:lnTo>
                  <a:cubicBezTo>
                    <a:pt x="31" y="240"/>
                    <a:pt x="31" y="240"/>
                    <a:pt x="31" y="240"/>
                  </a:cubicBezTo>
                  <a:cubicBezTo>
                    <a:pt x="33" y="226"/>
                    <a:pt x="35" y="210"/>
                    <a:pt x="41" y="191"/>
                  </a:cubicBezTo>
                  <a:cubicBezTo>
                    <a:pt x="54" y="156"/>
                    <a:pt x="80" y="115"/>
                    <a:pt x="131" y="85"/>
                  </a:cubicBezTo>
                  <a:cubicBezTo>
                    <a:pt x="181" y="54"/>
                    <a:pt x="259" y="31"/>
                    <a:pt x="375" y="31"/>
                  </a:cubicBezTo>
                  <a:cubicBezTo>
                    <a:pt x="452" y="31"/>
                    <a:pt x="510" y="41"/>
                    <a:pt x="553" y="57"/>
                  </a:cubicBezTo>
                  <a:cubicBezTo>
                    <a:pt x="619" y="80"/>
                    <a:pt x="652" y="117"/>
                    <a:pt x="670" y="153"/>
                  </a:cubicBezTo>
                  <a:cubicBezTo>
                    <a:pt x="684" y="184"/>
                    <a:pt x="688" y="215"/>
                    <a:pt x="690" y="2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7" name="Freeform 96">
              <a:extLst>
                <a:ext uri="{FF2B5EF4-FFF2-40B4-BE49-F238E27FC236}">
                  <a16:creationId xmlns:a16="http://schemas.microsoft.com/office/drawing/2014/main" id="{4A7AF986-D09A-1D21-20B2-A7B548ACD55D}"/>
                </a:ext>
              </a:extLst>
            </p:cNvPr>
            <p:cNvSpPr>
              <a:spLocks noChangeArrowheads="1"/>
            </p:cNvSpPr>
            <p:nvPr/>
          </p:nvSpPr>
          <p:spPr bwMode="auto">
            <a:xfrm>
              <a:off x="4681538" y="3794125"/>
              <a:ext cx="258762" cy="58738"/>
            </a:xfrm>
            <a:custGeom>
              <a:avLst/>
              <a:gdLst>
                <a:gd name="T0" fmla="*/ 704 w 720"/>
                <a:gd name="T1" fmla="*/ 0 h 164"/>
                <a:gd name="T2" fmla="*/ 704 w 720"/>
                <a:gd name="T3" fmla="*/ 0 h 164"/>
                <a:gd name="T4" fmla="*/ 555 w 720"/>
                <a:gd name="T5" fmla="*/ 0 h 164"/>
                <a:gd name="T6" fmla="*/ 539 w 720"/>
                <a:gd name="T7" fmla="*/ 15 h 164"/>
                <a:gd name="T8" fmla="*/ 555 w 720"/>
                <a:gd name="T9" fmla="*/ 29 h 164"/>
                <a:gd name="T10" fmla="*/ 555 w 720"/>
                <a:gd name="T11" fmla="*/ 29 h 164"/>
                <a:gd name="T12" fmla="*/ 688 w 720"/>
                <a:gd name="T13" fmla="*/ 29 h 164"/>
                <a:gd name="T14" fmla="*/ 681 w 720"/>
                <a:gd name="T15" fmla="*/ 61 h 164"/>
                <a:gd name="T16" fmla="*/ 657 w 720"/>
                <a:gd name="T17" fmla="*/ 88 h 164"/>
                <a:gd name="T18" fmla="*/ 561 w 720"/>
                <a:gd name="T19" fmla="*/ 121 h 164"/>
                <a:gd name="T20" fmla="*/ 360 w 720"/>
                <a:gd name="T21" fmla="*/ 134 h 164"/>
                <a:gd name="T22" fmla="*/ 76 w 720"/>
                <a:gd name="T23" fmla="*/ 96 h 164"/>
                <a:gd name="T24" fmla="*/ 38 w 720"/>
                <a:gd name="T25" fmla="*/ 61 h 164"/>
                <a:gd name="T26" fmla="*/ 31 w 720"/>
                <a:gd name="T27" fmla="*/ 29 h 164"/>
                <a:gd name="T28" fmla="*/ 375 w 720"/>
                <a:gd name="T29" fmla="*/ 29 h 164"/>
                <a:gd name="T30" fmla="*/ 389 w 720"/>
                <a:gd name="T31" fmla="*/ 15 h 164"/>
                <a:gd name="T32" fmla="*/ 375 w 720"/>
                <a:gd name="T33" fmla="*/ 0 h 164"/>
                <a:gd name="T34" fmla="*/ 16 w 720"/>
                <a:gd name="T35" fmla="*/ 0 h 164"/>
                <a:gd name="T36" fmla="*/ 4 w 720"/>
                <a:gd name="T37" fmla="*/ 4 h 164"/>
                <a:gd name="T38" fmla="*/ 0 w 720"/>
                <a:gd name="T39" fmla="*/ 15 h 164"/>
                <a:gd name="T40" fmla="*/ 12 w 720"/>
                <a:gd name="T41" fmla="*/ 74 h 164"/>
                <a:gd name="T42" fmla="*/ 45 w 720"/>
                <a:gd name="T43" fmla="*/ 113 h 164"/>
                <a:gd name="T44" fmla="*/ 153 w 720"/>
                <a:gd name="T45" fmla="*/ 151 h 164"/>
                <a:gd name="T46" fmla="*/ 360 w 720"/>
                <a:gd name="T47" fmla="*/ 163 h 164"/>
                <a:gd name="T48" fmla="*/ 657 w 720"/>
                <a:gd name="T49" fmla="*/ 123 h 164"/>
                <a:gd name="T50" fmla="*/ 708 w 720"/>
                <a:gd name="T51" fmla="*/ 74 h 164"/>
                <a:gd name="T52" fmla="*/ 719 w 720"/>
                <a:gd name="T53" fmla="*/ 15 h 164"/>
                <a:gd name="T54" fmla="*/ 715 w 720"/>
                <a:gd name="T55" fmla="*/ 4 h 164"/>
                <a:gd name="T56" fmla="*/ 704 w 720"/>
                <a:gd name="T5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64">
                  <a:moveTo>
                    <a:pt x="704" y="0"/>
                  </a:moveTo>
                  <a:lnTo>
                    <a:pt x="704" y="0"/>
                  </a:lnTo>
                  <a:cubicBezTo>
                    <a:pt x="555" y="0"/>
                    <a:pt x="555" y="0"/>
                    <a:pt x="555" y="0"/>
                  </a:cubicBezTo>
                  <a:cubicBezTo>
                    <a:pt x="546" y="0"/>
                    <a:pt x="539" y="6"/>
                    <a:pt x="539" y="15"/>
                  </a:cubicBezTo>
                  <a:cubicBezTo>
                    <a:pt x="539" y="23"/>
                    <a:pt x="546" y="29"/>
                    <a:pt x="555" y="29"/>
                  </a:cubicBezTo>
                  <a:lnTo>
                    <a:pt x="555" y="29"/>
                  </a:lnTo>
                  <a:cubicBezTo>
                    <a:pt x="688" y="29"/>
                    <a:pt x="688" y="29"/>
                    <a:pt x="688" y="29"/>
                  </a:cubicBezTo>
                  <a:cubicBezTo>
                    <a:pt x="688" y="41"/>
                    <a:pt x="685" y="51"/>
                    <a:pt x="681" y="61"/>
                  </a:cubicBezTo>
                  <a:cubicBezTo>
                    <a:pt x="677" y="71"/>
                    <a:pt x="669" y="79"/>
                    <a:pt x="657" y="88"/>
                  </a:cubicBezTo>
                  <a:cubicBezTo>
                    <a:pt x="639" y="100"/>
                    <a:pt x="608" y="113"/>
                    <a:pt x="561" y="121"/>
                  </a:cubicBezTo>
                  <a:cubicBezTo>
                    <a:pt x="513" y="130"/>
                    <a:pt x="448" y="134"/>
                    <a:pt x="360" y="134"/>
                  </a:cubicBezTo>
                  <a:cubicBezTo>
                    <a:pt x="204" y="134"/>
                    <a:pt x="118" y="119"/>
                    <a:pt x="76" y="96"/>
                  </a:cubicBezTo>
                  <a:cubicBezTo>
                    <a:pt x="55" y="85"/>
                    <a:pt x="45" y="74"/>
                    <a:pt x="38" y="61"/>
                  </a:cubicBezTo>
                  <a:cubicBezTo>
                    <a:pt x="34" y="51"/>
                    <a:pt x="33" y="41"/>
                    <a:pt x="31" y="29"/>
                  </a:cubicBezTo>
                  <a:cubicBezTo>
                    <a:pt x="375" y="29"/>
                    <a:pt x="375" y="29"/>
                    <a:pt x="375" y="29"/>
                  </a:cubicBezTo>
                  <a:cubicBezTo>
                    <a:pt x="384" y="29"/>
                    <a:pt x="389" y="23"/>
                    <a:pt x="389" y="15"/>
                  </a:cubicBezTo>
                  <a:cubicBezTo>
                    <a:pt x="389" y="6"/>
                    <a:pt x="384" y="0"/>
                    <a:pt x="375" y="0"/>
                  </a:cubicBezTo>
                  <a:cubicBezTo>
                    <a:pt x="16" y="0"/>
                    <a:pt x="16" y="0"/>
                    <a:pt x="16" y="0"/>
                  </a:cubicBezTo>
                  <a:cubicBezTo>
                    <a:pt x="12" y="0"/>
                    <a:pt x="7" y="2"/>
                    <a:pt x="4" y="4"/>
                  </a:cubicBezTo>
                  <a:cubicBezTo>
                    <a:pt x="2" y="6"/>
                    <a:pt x="0" y="10"/>
                    <a:pt x="0" y="15"/>
                  </a:cubicBezTo>
                  <a:cubicBezTo>
                    <a:pt x="0" y="34"/>
                    <a:pt x="2" y="54"/>
                    <a:pt x="12" y="74"/>
                  </a:cubicBezTo>
                  <a:cubicBezTo>
                    <a:pt x="19" y="88"/>
                    <a:pt x="30" y="102"/>
                    <a:pt x="45" y="113"/>
                  </a:cubicBezTo>
                  <a:cubicBezTo>
                    <a:pt x="69" y="130"/>
                    <a:pt x="103" y="142"/>
                    <a:pt x="153" y="151"/>
                  </a:cubicBezTo>
                  <a:cubicBezTo>
                    <a:pt x="204" y="159"/>
                    <a:pt x="271" y="163"/>
                    <a:pt x="360" y="163"/>
                  </a:cubicBezTo>
                  <a:cubicBezTo>
                    <a:pt x="518" y="163"/>
                    <a:pt x="605" y="149"/>
                    <a:pt x="657" y="123"/>
                  </a:cubicBezTo>
                  <a:cubicBezTo>
                    <a:pt x="683" y="110"/>
                    <a:pt x="700" y="93"/>
                    <a:pt x="708" y="74"/>
                  </a:cubicBezTo>
                  <a:cubicBezTo>
                    <a:pt x="718" y="54"/>
                    <a:pt x="719" y="34"/>
                    <a:pt x="719" y="15"/>
                  </a:cubicBezTo>
                  <a:cubicBezTo>
                    <a:pt x="719" y="10"/>
                    <a:pt x="718" y="6"/>
                    <a:pt x="715" y="4"/>
                  </a:cubicBezTo>
                  <a:cubicBezTo>
                    <a:pt x="712" y="2"/>
                    <a:pt x="708"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5FBE9B89-AB31-57FF-5600-DD625B6354D0}"/>
                </a:ext>
              </a:extLst>
            </p:cNvPr>
            <p:cNvSpPr>
              <a:spLocks noChangeArrowheads="1"/>
            </p:cNvSpPr>
            <p:nvPr/>
          </p:nvSpPr>
          <p:spPr bwMode="auto">
            <a:xfrm>
              <a:off x="4681538" y="3762375"/>
              <a:ext cx="258762" cy="55563"/>
            </a:xfrm>
            <a:custGeom>
              <a:avLst/>
              <a:gdLst>
                <a:gd name="T0" fmla="*/ 704 w 720"/>
                <a:gd name="T1" fmla="*/ 0 h 155"/>
                <a:gd name="T2" fmla="*/ 704 w 720"/>
                <a:gd name="T3" fmla="*/ 0 h 155"/>
                <a:gd name="T4" fmla="*/ 555 w 720"/>
                <a:gd name="T5" fmla="*/ 0 h 155"/>
                <a:gd name="T6" fmla="*/ 553 w 720"/>
                <a:gd name="T7" fmla="*/ 0 h 155"/>
                <a:gd name="T8" fmla="*/ 551 w 720"/>
                <a:gd name="T9" fmla="*/ 2 h 155"/>
                <a:gd name="T10" fmla="*/ 548 w 720"/>
                <a:gd name="T11" fmla="*/ 2 h 155"/>
                <a:gd name="T12" fmla="*/ 545 w 720"/>
                <a:gd name="T13" fmla="*/ 3 h 155"/>
                <a:gd name="T14" fmla="*/ 544 w 720"/>
                <a:gd name="T15" fmla="*/ 6 h 155"/>
                <a:gd name="T16" fmla="*/ 542 w 720"/>
                <a:gd name="T17" fmla="*/ 7 h 155"/>
                <a:gd name="T18" fmla="*/ 542 w 720"/>
                <a:gd name="T19" fmla="*/ 7 h 155"/>
                <a:gd name="T20" fmla="*/ 468 w 720"/>
                <a:gd name="T21" fmla="*/ 109 h 155"/>
                <a:gd name="T22" fmla="*/ 419 w 720"/>
                <a:gd name="T23" fmla="*/ 9 h 155"/>
                <a:gd name="T24" fmla="*/ 417 w 720"/>
                <a:gd name="T25" fmla="*/ 7 h 155"/>
                <a:gd name="T26" fmla="*/ 414 w 720"/>
                <a:gd name="T27" fmla="*/ 5 h 155"/>
                <a:gd name="T28" fmla="*/ 413 w 720"/>
                <a:gd name="T29" fmla="*/ 3 h 155"/>
                <a:gd name="T30" fmla="*/ 410 w 720"/>
                <a:gd name="T31" fmla="*/ 2 h 155"/>
                <a:gd name="T32" fmla="*/ 407 w 720"/>
                <a:gd name="T33" fmla="*/ 0 h 155"/>
                <a:gd name="T34" fmla="*/ 405 w 720"/>
                <a:gd name="T35" fmla="*/ 0 h 155"/>
                <a:gd name="T36" fmla="*/ 16 w 720"/>
                <a:gd name="T37" fmla="*/ 0 h 155"/>
                <a:gd name="T38" fmla="*/ 0 w 720"/>
                <a:gd name="T39" fmla="*/ 16 h 155"/>
                <a:gd name="T40" fmla="*/ 16 w 720"/>
                <a:gd name="T41" fmla="*/ 30 h 155"/>
                <a:gd name="T42" fmla="*/ 395 w 720"/>
                <a:gd name="T43" fmla="*/ 30 h 155"/>
                <a:gd name="T44" fmla="*/ 451 w 720"/>
                <a:gd name="T45" fmla="*/ 144 h 155"/>
                <a:gd name="T46" fmla="*/ 464 w 720"/>
                <a:gd name="T47" fmla="*/ 152 h 155"/>
                <a:gd name="T48" fmla="*/ 476 w 720"/>
                <a:gd name="T49" fmla="*/ 147 h 155"/>
                <a:gd name="T50" fmla="*/ 562 w 720"/>
                <a:gd name="T51" fmla="*/ 30 h 155"/>
                <a:gd name="T52" fmla="*/ 704 w 720"/>
                <a:gd name="T53" fmla="*/ 30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0"/>
                    <a:pt x="553" y="0"/>
                  </a:cubicBezTo>
                  <a:cubicBezTo>
                    <a:pt x="552" y="0"/>
                    <a:pt x="552" y="2"/>
                    <a:pt x="551" y="2"/>
                  </a:cubicBezTo>
                  <a:cubicBezTo>
                    <a:pt x="549" y="2"/>
                    <a:pt x="549" y="2"/>
                    <a:pt x="548" y="2"/>
                  </a:cubicBezTo>
                  <a:cubicBezTo>
                    <a:pt x="546" y="3"/>
                    <a:pt x="546" y="3"/>
                    <a:pt x="545" y="3"/>
                  </a:cubicBezTo>
                  <a:cubicBezTo>
                    <a:pt x="545" y="5"/>
                    <a:pt x="544" y="5"/>
                    <a:pt x="544" y="6"/>
                  </a:cubicBezTo>
                  <a:cubicBezTo>
                    <a:pt x="544" y="6"/>
                    <a:pt x="542" y="6"/>
                    <a:pt x="542" y="7"/>
                  </a:cubicBezTo>
                  <a:lnTo>
                    <a:pt x="542" y="7"/>
                  </a:lnTo>
                  <a:cubicBezTo>
                    <a:pt x="468" y="109"/>
                    <a:pt x="468" y="109"/>
                    <a:pt x="468" y="109"/>
                  </a:cubicBezTo>
                  <a:cubicBezTo>
                    <a:pt x="419" y="9"/>
                    <a:pt x="419" y="9"/>
                    <a:pt x="419" y="9"/>
                  </a:cubicBezTo>
                  <a:cubicBezTo>
                    <a:pt x="417" y="9"/>
                    <a:pt x="417" y="7"/>
                    <a:pt x="417" y="7"/>
                  </a:cubicBezTo>
                  <a:cubicBezTo>
                    <a:pt x="416" y="6"/>
                    <a:pt x="416" y="6"/>
                    <a:pt x="414" y="5"/>
                  </a:cubicBezTo>
                  <a:lnTo>
                    <a:pt x="413" y="3"/>
                  </a:lnTo>
                  <a:cubicBezTo>
                    <a:pt x="412" y="3"/>
                    <a:pt x="412" y="2"/>
                    <a:pt x="410" y="2"/>
                  </a:cubicBezTo>
                  <a:cubicBezTo>
                    <a:pt x="409" y="2"/>
                    <a:pt x="407" y="2"/>
                    <a:pt x="407" y="0"/>
                  </a:cubicBezTo>
                  <a:cubicBezTo>
                    <a:pt x="406" y="0"/>
                    <a:pt x="406" y="0"/>
                    <a:pt x="405" y="0"/>
                  </a:cubicBezTo>
                  <a:cubicBezTo>
                    <a:pt x="16" y="0"/>
                    <a:pt x="16" y="0"/>
                    <a:pt x="16" y="0"/>
                  </a:cubicBezTo>
                  <a:cubicBezTo>
                    <a:pt x="7" y="0"/>
                    <a:pt x="0" y="7"/>
                    <a:pt x="0" y="16"/>
                  </a:cubicBezTo>
                  <a:cubicBezTo>
                    <a:pt x="0" y="24"/>
                    <a:pt x="7" y="30"/>
                    <a:pt x="16" y="30"/>
                  </a:cubicBezTo>
                  <a:cubicBezTo>
                    <a:pt x="395" y="30"/>
                    <a:pt x="395" y="30"/>
                    <a:pt x="395" y="30"/>
                  </a:cubicBezTo>
                  <a:cubicBezTo>
                    <a:pt x="451" y="144"/>
                    <a:pt x="451" y="144"/>
                    <a:pt x="451" y="144"/>
                  </a:cubicBezTo>
                  <a:cubicBezTo>
                    <a:pt x="454" y="150"/>
                    <a:pt x="458" y="152"/>
                    <a:pt x="464" y="152"/>
                  </a:cubicBezTo>
                  <a:cubicBezTo>
                    <a:pt x="469" y="154"/>
                    <a:pt x="473" y="151"/>
                    <a:pt x="476" y="147"/>
                  </a:cubicBezTo>
                  <a:cubicBezTo>
                    <a:pt x="562" y="30"/>
                    <a:pt x="562" y="30"/>
                    <a:pt x="562" y="30"/>
                  </a:cubicBezTo>
                  <a:cubicBezTo>
                    <a:pt x="704" y="30"/>
                    <a:pt x="704" y="30"/>
                    <a:pt x="704" y="30"/>
                  </a:cubicBezTo>
                  <a:cubicBezTo>
                    <a:pt x="712" y="30"/>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4777EABD-1D23-AEDD-D215-45D34304D1BB}"/>
              </a:ext>
            </a:extLst>
          </p:cNvPr>
          <p:cNvGrpSpPr/>
          <p:nvPr/>
        </p:nvGrpSpPr>
        <p:grpSpPr>
          <a:xfrm>
            <a:off x="5717778" y="1350045"/>
            <a:ext cx="258762" cy="238125"/>
            <a:chOff x="4681538" y="3109913"/>
            <a:chExt cx="258762" cy="238125"/>
          </a:xfrm>
          <a:solidFill>
            <a:schemeClr val="tx2"/>
          </a:solidFill>
        </p:grpSpPr>
        <p:sp>
          <p:nvSpPr>
            <p:cNvPr id="120" name="Freeform 98">
              <a:extLst>
                <a:ext uri="{FF2B5EF4-FFF2-40B4-BE49-F238E27FC236}">
                  <a16:creationId xmlns:a16="http://schemas.microsoft.com/office/drawing/2014/main" id="{F41F64D0-601D-DE96-AD01-849057E73901}"/>
                </a:ext>
              </a:extLst>
            </p:cNvPr>
            <p:cNvSpPr>
              <a:spLocks noChangeArrowheads="1"/>
            </p:cNvSpPr>
            <p:nvPr/>
          </p:nvSpPr>
          <p:spPr bwMode="auto">
            <a:xfrm>
              <a:off x="4681538" y="3109913"/>
              <a:ext cx="258762" cy="60325"/>
            </a:xfrm>
            <a:custGeom>
              <a:avLst/>
              <a:gdLst>
                <a:gd name="T0" fmla="*/ 0 w 720"/>
                <a:gd name="T1" fmla="*/ 150 h 166"/>
                <a:gd name="T2" fmla="*/ 0 w 720"/>
                <a:gd name="T3" fmla="*/ 150 h 166"/>
                <a:gd name="T4" fmla="*/ 4 w 720"/>
                <a:gd name="T5" fmla="*/ 161 h 166"/>
                <a:gd name="T6" fmla="*/ 16 w 720"/>
                <a:gd name="T7" fmla="*/ 165 h 166"/>
                <a:gd name="T8" fmla="*/ 704 w 720"/>
                <a:gd name="T9" fmla="*/ 165 h 166"/>
                <a:gd name="T10" fmla="*/ 715 w 720"/>
                <a:gd name="T11" fmla="*/ 161 h 166"/>
                <a:gd name="T12" fmla="*/ 719 w 720"/>
                <a:gd name="T13" fmla="*/ 150 h 166"/>
                <a:gd name="T14" fmla="*/ 708 w 720"/>
                <a:gd name="T15" fmla="*/ 91 h 166"/>
                <a:gd name="T16" fmla="*/ 674 w 720"/>
                <a:gd name="T17" fmla="*/ 52 h 166"/>
                <a:gd name="T18" fmla="*/ 566 w 720"/>
                <a:gd name="T19" fmla="*/ 14 h 166"/>
                <a:gd name="T20" fmla="*/ 360 w 720"/>
                <a:gd name="T21" fmla="*/ 0 h 166"/>
                <a:gd name="T22" fmla="*/ 62 w 720"/>
                <a:gd name="T23" fmla="*/ 42 h 166"/>
                <a:gd name="T24" fmla="*/ 12 w 720"/>
                <a:gd name="T25" fmla="*/ 91 h 166"/>
                <a:gd name="T26" fmla="*/ 0 w 720"/>
                <a:gd name="T27" fmla="*/ 150 h 166"/>
                <a:gd name="T28" fmla="*/ 62 w 720"/>
                <a:gd name="T29" fmla="*/ 77 h 166"/>
                <a:gd name="T30" fmla="*/ 62 w 720"/>
                <a:gd name="T31" fmla="*/ 77 h 166"/>
                <a:gd name="T32" fmla="*/ 159 w 720"/>
                <a:gd name="T33" fmla="*/ 43 h 166"/>
                <a:gd name="T34" fmla="*/ 360 w 720"/>
                <a:gd name="T35" fmla="*/ 31 h 166"/>
                <a:gd name="T36" fmla="*/ 643 w 720"/>
                <a:gd name="T37" fmla="*/ 68 h 166"/>
                <a:gd name="T38" fmla="*/ 681 w 720"/>
                <a:gd name="T39" fmla="*/ 104 h 166"/>
                <a:gd name="T40" fmla="*/ 688 w 720"/>
                <a:gd name="T41" fmla="*/ 134 h 166"/>
                <a:gd name="T42" fmla="*/ 31 w 720"/>
                <a:gd name="T43" fmla="*/ 134 h 166"/>
                <a:gd name="T44" fmla="*/ 38 w 720"/>
                <a:gd name="T45" fmla="*/ 104 h 166"/>
                <a:gd name="T46" fmla="*/ 62 w 720"/>
                <a:gd name="T47" fmla="*/ 77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20" h="166">
                  <a:moveTo>
                    <a:pt x="0" y="150"/>
                  </a:moveTo>
                  <a:lnTo>
                    <a:pt x="0" y="150"/>
                  </a:lnTo>
                  <a:cubicBezTo>
                    <a:pt x="0" y="154"/>
                    <a:pt x="2" y="158"/>
                    <a:pt x="4" y="161"/>
                  </a:cubicBezTo>
                  <a:cubicBezTo>
                    <a:pt x="7" y="164"/>
                    <a:pt x="12" y="165"/>
                    <a:pt x="16" y="165"/>
                  </a:cubicBezTo>
                  <a:cubicBezTo>
                    <a:pt x="704" y="165"/>
                    <a:pt x="704" y="165"/>
                    <a:pt x="704" y="165"/>
                  </a:cubicBezTo>
                  <a:cubicBezTo>
                    <a:pt x="708" y="165"/>
                    <a:pt x="712" y="164"/>
                    <a:pt x="715" y="161"/>
                  </a:cubicBezTo>
                  <a:cubicBezTo>
                    <a:pt x="718" y="158"/>
                    <a:pt x="719" y="154"/>
                    <a:pt x="719" y="150"/>
                  </a:cubicBezTo>
                  <a:cubicBezTo>
                    <a:pt x="719" y="130"/>
                    <a:pt x="718" y="111"/>
                    <a:pt x="708" y="91"/>
                  </a:cubicBezTo>
                  <a:cubicBezTo>
                    <a:pt x="701" y="77"/>
                    <a:pt x="690" y="63"/>
                    <a:pt x="674" y="52"/>
                  </a:cubicBezTo>
                  <a:cubicBezTo>
                    <a:pt x="650" y="35"/>
                    <a:pt x="617" y="22"/>
                    <a:pt x="566" y="14"/>
                  </a:cubicBezTo>
                  <a:cubicBezTo>
                    <a:pt x="516" y="5"/>
                    <a:pt x="448" y="0"/>
                    <a:pt x="360" y="0"/>
                  </a:cubicBezTo>
                  <a:cubicBezTo>
                    <a:pt x="201" y="1"/>
                    <a:pt x="114" y="15"/>
                    <a:pt x="62" y="42"/>
                  </a:cubicBezTo>
                  <a:cubicBezTo>
                    <a:pt x="37" y="54"/>
                    <a:pt x="20" y="71"/>
                    <a:pt x="12" y="91"/>
                  </a:cubicBezTo>
                  <a:cubicBezTo>
                    <a:pt x="2" y="111"/>
                    <a:pt x="0" y="130"/>
                    <a:pt x="0" y="150"/>
                  </a:cubicBezTo>
                  <a:close/>
                  <a:moveTo>
                    <a:pt x="62" y="77"/>
                  </a:moveTo>
                  <a:lnTo>
                    <a:pt x="62" y="77"/>
                  </a:lnTo>
                  <a:cubicBezTo>
                    <a:pt x="80" y="63"/>
                    <a:pt x="111" y="52"/>
                    <a:pt x="159" y="43"/>
                  </a:cubicBezTo>
                  <a:cubicBezTo>
                    <a:pt x="207" y="35"/>
                    <a:pt x="271" y="31"/>
                    <a:pt x="360" y="31"/>
                  </a:cubicBezTo>
                  <a:cubicBezTo>
                    <a:pt x="516" y="31"/>
                    <a:pt x="601" y="46"/>
                    <a:pt x="643" y="68"/>
                  </a:cubicBezTo>
                  <a:cubicBezTo>
                    <a:pt x="664" y="80"/>
                    <a:pt x="674" y="91"/>
                    <a:pt x="681" y="104"/>
                  </a:cubicBezTo>
                  <a:cubicBezTo>
                    <a:pt x="685" y="113"/>
                    <a:pt x="688" y="123"/>
                    <a:pt x="688" y="134"/>
                  </a:cubicBezTo>
                  <a:cubicBezTo>
                    <a:pt x="31" y="134"/>
                    <a:pt x="31" y="134"/>
                    <a:pt x="31" y="134"/>
                  </a:cubicBezTo>
                  <a:cubicBezTo>
                    <a:pt x="33" y="123"/>
                    <a:pt x="34" y="113"/>
                    <a:pt x="38" y="104"/>
                  </a:cubicBezTo>
                  <a:cubicBezTo>
                    <a:pt x="44" y="94"/>
                    <a:pt x="51" y="85"/>
                    <a:pt x="62" y="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AAE52824-8201-E729-DE2A-64F25DCF0BFC}"/>
                </a:ext>
              </a:extLst>
            </p:cNvPr>
            <p:cNvSpPr>
              <a:spLocks noChangeArrowheads="1"/>
            </p:cNvSpPr>
            <p:nvPr/>
          </p:nvSpPr>
          <p:spPr bwMode="auto">
            <a:xfrm>
              <a:off x="4681538" y="3287713"/>
              <a:ext cx="258762" cy="60325"/>
            </a:xfrm>
            <a:custGeom>
              <a:avLst/>
              <a:gdLst>
                <a:gd name="T0" fmla="*/ 420 w 720"/>
                <a:gd name="T1" fmla="*/ 15 h 167"/>
                <a:gd name="T2" fmla="*/ 420 w 720"/>
                <a:gd name="T3" fmla="*/ 15 h 167"/>
                <a:gd name="T4" fmla="*/ 405 w 720"/>
                <a:gd name="T5" fmla="*/ 0 h 167"/>
                <a:gd name="T6" fmla="*/ 16 w 720"/>
                <a:gd name="T7" fmla="*/ 0 h 167"/>
                <a:gd name="T8" fmla="*/ 4 w 720"/>
                <a:gd name="T9" fmla="*/ 6 h 167"/>
                <a:gd name="T10" fmla="*/ 0 w 720"/>
                <a:gd name="T11" fmla="*/ 15 h 167"/>
                <a:gd name="T12" fmla="*/ 12 w 720"/>
                <a:gd name="T13" fmla="*/ 74 h 167"/>
                <a:gd name="T14" fmla="*/ 45 w 720"/>
                <a:gd name="T15" fmla="*/ 114 h 167"/>
                <a:gd name="T16" fmla="*/ 153 w 720"/>
                <a:gd name="T17" fmla="*/ 152 h 167"/>
                <a:gd name="T18" fmla="*/ 360 w 720"/>
                <a:gd name="T19" fmla="*/ 166 h 167"/>
                <a:gd name="T20" fmla="*/ 657 w 720"/>
                <a:gd name="T21" fmla="*/ 125 h 167"/>
                <a:gd name="T22" fmla="*/ 708 w 720"/>
                <a:gd name="T23" fmla="*/ 74 h 167"/>
                <a:gd name="T24" fmla="*/ 719 w 720"/>
                <a:gd name="T25" fmla="*/ 15 h 167"/>
                <a:gd name="T26" fmla="*/ 715 w 720"/>
                <a:gd name="T27" fmla="*/ 6 h 167"/>
                <a:gd name="T28" fmla="*/ 704 w 720"/>
                <a:gd name="T29" fmla="*/ 0 h 167"/>
                <a:gd name="T30" fmla="*/ 584 w 720"/>
                <a:gd name="T31" fmla="*/ 0 h 167"/>
                <a:gd name="T32" fmla="*/ 569 w 720"/>
                <a:gd name="T33" fmla="*/ 15 h 167"/>
                <a:gd name="T34" fmla="*/ 584 w 720"/>
                <a:gd name="T35" fmla="*/ 31 h 167"/>
                <a:gd name="T36" fmla="*/ 688 w 720"/>
                <a:gd name="T37" fmla="*/ 31 h 167"/>
                <a:gd name="T38" fmla="*/ 681 w 720"/>
                <a:gd name="T39" fmla="*/ 62 h 167"/>
                <a:gd name="T40" fmla="*/ 657 w 720"/>
                <a:gd name="T41" fmla="*/ 90 h 167"/>
                <a:gd name="T42" fmla="*/ 561 w 720"/>
                <a:gd name="T43" fmla="*/ 122 h 167"/>
                <a:gd name="T44" fmla="*/ 360 w 720"/>
                <a:gd name="T45" fmla="*/ 135 h 167"/>
                <a:gd name="T46" fmla="*/ 76 w 720"/>
                <a:gd name="T47" fmla="*/ 98 h 167"/>
                <a:gd name="T48" fmla="*/ 38 w 720"/>
                <a:gd name="T49" fmla="*/ 62 h 167"/>
                <a:gd name="T50" fmla="*/ 31 w 720"/>
                <a:gd name="T51" fmla="*/ 31 h 167"/>
                <a:gd name="T52" fmla="*/ 405 w 720"/>
                <a:gd name="T53" fmla="*/ 31 h 167"/>
                <a:gd name="T54" fmla="*/ 420 w 720"/>
                <a:gd name="T55" fmla="*/ 15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0" h="167">
                  <a:moveTo>
                    <a:pt x="420" y="15"/>
                  </a:moveTo>
                  <a:lnTo>
                    <a:pt x="420" y="15"/>
                  </a:lnTo>
                  <a:cubicBezTo>
                    <a:pt x="420" y="7"/>
                    <a:pt x="413" y="0"/>
                    <a:pt x="405" y="0"/>
                  </a:cubicBezTo>
                  <a:cubicBezTo>
                    <a:pt x="16" y="0"/>
                    <a:pt x="16" y="0"/>
                    <a:pt x="16" y="0"/>
                  </a:cubicBezTo>
                  <a:cubicBezTo>
                    <a:pt x="12" y="0"/>
                    <a:pt x="7" y="3"/>
                    <a:pt x="4" y="6"/>
                  </a:cubicBezTo>
                  <a:cubicBezTo>
                    <a:pt x="2" y="8"/>
                    <a:pt x="0" y="11"/>
                    <a:pt x="0" y="15"/>
                  </a:cubicBezTo>
                  <a:cubicBezTo>
                    <a:pt x="0" y="35"/>
                    <a:pt x="2" y="55"/>
                    <a:pt x="12" y="74"/>
                  </a:cubicBezTo>
                  <a:cubicBezTo>
                    <a:pt x="19" y="88"/>
                    <a:pt x="30" y="102"/>
                    <a:pt x="45" y="114"/>
                  </a:cubicBezTo>
                  <a:cubicBezTo>
                    <a:pt x="69" y="130"/>
                    <a:pt x="103" y="143"/>
                    <a:pt x="153" y="152"/>
                  </a:cubicBezTo>
                  <a:cubicBezTo>
                    <a:pt x="204" y="160"/>
                    <a:pt x="271" y="166"/>
                    <a:pt x="360" y="166"/>
                  </a:cubicBezTo>
                  <a:cubicBezTo>
                    <a:pt x="518" y="166"/>
                    <a:pt x="605" y="150"/>
                    <a:pt x="657" y="125"/>
                  </a:cubicBezTo>
                  <a:cubicBezTo>
                    <a:pt x="683" y="111"/>
                    <a:pt x="700" y="94"/>
                    <a:pt x="708" y="74"/>
                  </a:cubicBezTo>
                  <a:cubicBezTo>
                    <a:pt x="718" y="55"/>
                    <a:pt x="719" y="35"/>
                    <a:pt x="719" y="15"/>
                  </a:cubicBezTo>
                  <a:cubicBezTo>
                    <a:pt x="719" y="11"/>
                    <a:pt x="718" y="8"/>
                    <a:pt x="715" y="6"/>
                  </a:cubicBezTo>
                  <a:cubicBezTo>
                    <a:pt x="712" y="3"/>
                    <a:pt x="708" y="0"/>
                    <a:pt x="704" y="0"/>
                  </a:cubicBezTo>
                  <a:cubicBezTo>
                    <a:pt x="584" y="0"/>
                    <a:pt x="584" y="0"/>
                    <a:pt x="584" y="0"/>
                  </a:cubicBezTo>
                  <a:cubicBezTo>
                    <a:pt x="576" y="0"/>
                    <a:pt x="569" y="7"/>
                    <a:pt x="569" y="15"/>
                  </a:cubicBezTo>
                  <a:cubicBezTo>
                    <a:pt x="569" y="24"/>
                    <a:pt x="576" y="31"/>
                    <a:pt x="584" y="31"/>
                  </a:cubicBezTo>
                  <a:cubicBezTo>
                    <a:pt x="688" y="31"/>
                    <a:pt x="688" y="31"/>
                    <a:pt x="688" y="31"/>
                  </a:cubicBezTo>
                  <a:cubicBezTo>
                    <a:pt x="688" y="42"/>
                    <a:pt x="685" y="52"/>
                    <a:pt x="681" y="62"/>
                  </a:cubicBezTo>
                  <a:cubicBezTo>
                    <a:pt x="677" y="72"/>
                    <a:pt x="669" y="80"/>
                    <a:pt x="657" y="90"/>
                  </a:cubicBezTo>
                  <a:cubicBezTo>
                    <a:pt x="639" y="102"/>
                    <a:pt x="608" y="114"/>
                    <a:pt x="561" y="122"/>
                  </a:cubicBezTo>
                  <a:cubicBezTo>
                    <a:pt x="513" y="130"/>
                    <a:pt x="448" y="135"/>
                    <a:pt x="360" y="135"/>
                  </a:cubicBezTo>
                  <a:cubicBezTo>
                    <a:pt x="204" y="136"/>
                    <a:pt x="118" y="119"/>
                    <a:pt x="76" y="98"/>
                  </a:cubicBezTo>
                  <a:cubicBezTo>
                    <a:pt x="55" y="87"/>
                    <a:pt x="45" y="74"/>
                    <a:pt x="38" y="62"/>
                  </a:cubicBezTo>
                  <a:cubicBezTo>
                    <a:pt x="34" y="52"/>
                    <a:pt x="33" y="42"/>
                    <a:pt x="31" y="31"/>
                  </a:cubicBezTo>
                  <a:cubicBezTo>
                    <a:pt x="405" y="31"/>
                    <a:pt x="405" y="31"/>
                    <a:pt x="405" y="31"/>
                  </a:cubicBezTo>
                  <a:cubicBezTo>
                    <a:pt x="413" y="31"/>
                    <a:pt x="420" y="24"/>
                    <a:pt x="42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6DDD1818-B596-173E-EFAD-B47C50D35B7E}"/>
                </a:ext>
              </a:extLst>
            </p:cNvPr>
            <p:cNvSpPr>
              <a:spLocks noChangeArrowheads="1"/>
            </p:cNvSpPr>
            <p:nvPr/>
          </p:nvSpPr>
          <p:spPr bwMode="auto">
            <a:xfrm>
              <a:off x="4681538" y="3255963"/>
              <a:ext cx="258762" cy="55562"/>
            </a:xfrm>
            <a:custGeom>
              <a:avLst/>
              <a:gdLst>
                <a:gd name="T0" fmla="*/ 704 w 720"/>
                <a:gd name="T1" fmla="*/ 0 h 155"/>
                <a:gd name="T2" fmla="*/ 704 w 720"/>
                <a:gd name="T3" fmla="*/ 0 h 155"/>
                <a:gd name="T4" fmla="*/ 555 w 720"/>
                <a:gd name="T5" fmla="*/ 0 h 155"/>
                <a:gd name="T6" fmla="*/ 552 w 720"/>
                <a:gd name="T7" fmla="*/ 1 h 155"/>
                <a:gd name="T8" fmla="*/ 549 w 720"/>
                <a:gd name="T9" fmla="*/ 1 h 155"/>
                <a:gd name="T10" fmla="*/ 546 w 720"/>
                <a:gd name="T11" fmla="*/ 3 h 155"/>
                <a:gd name="T12" fmla="*/ 544 w 720"/>
                <a:gd name="T13" fmla="*/ 4 h 155"/>
                <a:gd name="T14" fmla="*/ 542 w 720"/>
                <a:gd name="T15" fmla="*/ 7 h 155"/>
                <a:gd name="T16" fmla="*/ 541 w 720"/>
                <a:gd name="T17" fmla="*/ 8 h 155"/>
                <a:gd name="T18" fmla="*/ 541 w 720"/>
                <a:gd name="T19" fmla="*/ 8 h 155"/>
                <a:gd name="T20" fmla="*/ 492 w 720"/>
                <a:gd name="T21" fmla="*/ 110 h 155"/>
                <a:gd name="T22" fmla="*/ 417 w 720"/>
                <a:gd name="T23" fmla="*/ 7 h 155"/>
                <a:gd name="T24" fmla="*/ 416 w 720"/>
                <a:gd name="T25" fmla="*/ 6 h 155"/>
                <a:gd name="T26" fmla="*/ 413 w 720"/>
                <a:gd name="T27" fmla="*/ 4 h 155"/>
                <a:gd name="T28" fmla="*/ 412 w 720"/>
                <a:gd name="T29" fmla="*/ 3 h 155"/>
                <a:gd name="T30" fmla="*/ 409 w 720"/>
                <a:gd name="T31" fmla="*/ 1 h 155"/>
                <a:gd name="T32" fmla="*/ 406 w 720"/>
                <a:gd name="T33" fmla="*/ 1 h 155"/>
                <a:gd name="T34" fmla="*/ 405 w 720"/>
                <a:gd name="T35" fmla="*/ 0 h 155"/>
                <a:gd name="T36" fmla="*/ 16 w 720"/>
                <a:gd name="T37" fmla="*/ 0 h 155"/>
                <a:gd name="T38" fmla="*/ 0 w 720"/>
                <a:gd name="T39" fmla="*/ 16 h 155"/>
                <a:gd name="T40" fmla="*/ 16 w 720"/>
                <a:gd name="T41" fmla="*/ 31 h 155"/>
                <a:gd name="T42" fmla="*/ 398 w 720"/>
                <a:gd name="T43" fmla="*/ 31 h 155"/>
                <a:gd name="T44" fmla="*/ 482 w 720"/>
                <a:gd name="T45" fmla="*/ 147 h 155"/>
                <a:gd name="T46" fmla="*/ 496 w 720"/>
                <a:gd name="T47" fmla="*/ 154 h 155"/>
                <a:gd name="T48" fmla="*/ 509 w 720"/>
                <a:gd name="T49" fmla="*/ 146 h 155"/>
                <a:gd name="T50" fmla="*/ 563 w 720"/>
                <a:gd name="T51" fmla="*/ 31 h 155"/>
                <a:gd name="T52" fmla="*/ 704 w 720"/>
                <a:gd name="T53" fmla="*/ 31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1"/>
                    <a:pt x="552" y="1"/>
                  </a:cubicBezTo>
                  <a:cubicBezTo>
                    <a:pt x="551" y="1"/>
                    <a:pt x="551" y="1"/>
                    <a:pt x="549" y="1"/>
                  </a:cubicBezTo>
                  <a:cubicBezTo>
                    <a:pt x="548" y="1"/>
                    <a:pt x="548" y="3"/>
                    <a:pt x="546" y="3"/>
                  </a:cubicBezTo>
                  <a:cubicBezTo>
                    <a:pt x="546" y="4"/>
                    <a:pt x="545" y="4"/>
                    <a:pt x="544" y="4"/>
                  </a:cubicBezTo>
                  <a:cubicBezTo>
                    <a:pt x="544" y="6"/>
                    <a:pt x="544" y="7"/>
                    <a:pt x="542" y="7"/>
                  </a:cubicBezTo>
                  <a:cubicBezTo>
                    <a:pt x="542" y="8"/>
                    <a:pt x="541" y="8"/>
                    <a:pt x="541" y="8"/>
                  </a:cubicBezTo>
                  <a:lnTo>
                    <a:pt x="541" y="8"/>
                  </a:lnTo>
                  <a:cubicBezTo>
                    <a:pt x="492" y="110"/>
                    <a:pt x="492" y="110"/>
                    <a:pt x="492" y="110"/>
                  </a:cubicBezTo>
                  <a:cubicBezTo>
                    <a:pt x="417" y="7"/>
                    <a:pt x="417" y="7"/>
                    <a:pt x="417" y="7"/>
                  </a:cubicBezTo>
                  <a:cubicBezTo>
                    <a:pt x="417" y="7"/>
                    <a:pt x="416" y="7"/>
                    <a:pt x="416" y="6"/>
                  </a:cubicBezTo>
                  <a:cubicBezTo>
                    <a:pt x="416" y="6"/>
                    <a:pt x="414" y="4"/>
                    <a:pt x="413" y="4"/>
                  </a:cubicBezTo>
                  <a:cubicBezTo>
                    <a:pt x="413" y="3"/>
                    <a:pt x="412" y="3"/>
                    <a:pt x="412" y="3"/>
                  </a:cubicBezTo>
                  <a:cubicBezTo>
                    <a:pt x="410" y="1"/>
                    <a:pt x="410" y="1"/>
                    <a:pt x="409" y="1"/>
                  </a:cubicBezTo>
                  <a:cubicBezTo>
                    <a:pt x="407" y="1"/>
                    <a:pt x="407" y="1"/>
                    <a:pt x="406" y="1"/>
                  </a:cubicBezTo>
                  <a:lnTo>
                    <a:pt x="405" y="0"/>
                  </a:lnTo>
                  <a:cubicBezTo>
                    <a:pt x="16" y="0"/>
                    <a:pt x="16" y="0"/>
                    <a:pt x="16" y="0"/>
                  </a:cubicBezTo>
                  <a:cubicBezTo>
                    <a:pt x="7" y="0"/>
                    <a:pt x="0" y="7"/>
                    <a:pt x="0" y="16"/>
                  </a:cubicBezTo>
                  <a:cubicBezTo>
                    <a:pt x="0" y="24"/>
                    <a:pt x="7" y="31"/>
                    <a:pt x="16" y="31"/>
                  </a:cubicBezTo>
                  <a:cubicBezTo>
                    <a:pt x="398" y="31"/>
                    <a:pt x="398" y="31"/>
                    <a:pt x="398" y="31"/>
                  </a:cubicBezTo>
                  <a:cubicBezTo>
                    <a:pt x="482" y="147"/>
                    <a:pt x="482" y="147"/>
                    <a:pt x="482" y="147"/>
                  </a:cubicBezTo>
                  <a:cubicBezTo>
                    <a:pt x="486" y="152"/>
                    <a:pt x="490" y="154"/>
                    <a:pt x="496" y="154"/>
                  </a:cubicBezTo>
                  <a:cubicBezTo>
                    <a:pt x="502" y="153"/>
                    <a:pt x="506" y="150"/>
                    <a:pt x="509" y="146"/>
                  </a:cubicBezTo>
                  <a:cubicBezTo>
                    <a:pt x="563" y="31"/>
                    <a:pt x="563" y="31"/>
                    <a:pt x="563" y="31"/>
                  </a:cubicBezTo>
                  <a:cubicBezTo>
                    <a:pt x="704" y="31"/>
                    <a:pt x="704" y="31"/>
                    <a:pt x="704" y="31"/>
                  </a:cubicBezTo>
                  <a:cubicBezTo>
                    <a:pt x="712" y="31"/>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EE3F8AD3-1A38-A846-554A-05610EDC5812}"/>
                </a:ext>
              </a:extLst>
            </p:cNvPr>
            <p:cNvSpPr>
              <a:spLocks noChangeArrowheads="1"/>
            </p:cNvSpPr>
            <p:nvPr/>
          </p:nvSpPr>
          <p:spPr bwMode="auto">
            <a:xfrm>
              <a:off x="4681538" y="3190875"/>
              <a:ext cx="258762" cy="44450"/>
            </a:xfrm>
            <a:custGeom>
              <a:avLst/>
              <a:gdLst>
                <a:gd name="T0" fmla="*/ 659 w 720"/>
                <a:gd name="T1" fmla="*/ 0 h 122"/>
                <a:gd name="T2" fmla="*/ 659 w 720"/>
                <a:gd name="T3" fmla="*/ 0 h 122"/>
                <a:gd name="T4" fmla="*/ 61 w 720"/>
                <a:gd name="T5" fmla="*/ 0 h 122"/>
                <a:gd name="T6" fmla="*/ 0 w 720"/>
                <a:gd name="T7" fmla="*/ 61 h 122"/>
                <a:gd name="T8" fmla="*/ 61 w 720"/>
                <a:gd name="T9" fmla="*/ 121 h 122"/>
                <a:gd name="T10" fmla="*/ 659 w 720"/>
                <a:gd name="T11" fmla="*/ 121 h 122"/>
                <a:gd name="T12" fmla="*/ 719 w 720"/>
                <a:gd name="T13" fmla="*/ 61 h 122"/>
                <a:gd name="T14" fmla="*/ 659 w 720"/>
                <a:gd name="T15" fmla="*/ 0 h 122"/>
                <a:gd name="T16" fmla="*/ 659 w 720"/>
                <a:gd name="T17" fmla="*/ 90 h 122"/>
                <a:gd name="T18" fmla="*/ 659 w 720"/>
                <a:gd name="T19" fmla="*/ 90 h 122"/>
                <a:gd name="T20" fmla="*/ 61 w 720"/>
                <a:gd name="T21" fmla="*/ 90 h 122"/>
                <a:gd name="T22" fmla="*/ 30 w 720"/>
                <a:gd name="T23" fmla="*/ 61 h 122"/>
                <a:gd name="T24" fmla="*/ 61 w 720"/>
                <a:gd name="T25" fmla="*/ 31 h 122"/>
                <a:gd name="T26" fmla="*/ 659 w 720"/>
                <a:gd name="T27" fmla="*/ 31 h 122"/>
                <a:gd name="T28" fmla="*/ 690 w 720"/>
                <a:gd name="T29" fmla="*/ 61 h 122"/>
                <a:gd name="T30" fmla="*/ 659 w 720"/>
                <a:gd name="T31" fmla="*/ 9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20" h="122">
                  <a:moveTo>
                    <a:pt x="659" y="0"/>
                  </a:moveTo>
                  <a:lnTo>
                    <a:pt x="659" y="0"/>
                  </a:lnTo>
                  <a:cubicBezTo>
                    <a:pt x="61" y="0"/>
                    <a:pt x="61" y="0"/>
                    <a:pt x="61" y="0"/>
                  </a:cubicBezTo>
                  <a:cubicBezTo>
                    <a:pt x="27" y="0"/>
                    <a:pt x="0" y="28"/>
                    <a:pt x="0" y="61"/>
                  </a:cubicBezTo>
                  <a:cubicBezTo>
                    <a:pt x="0" y="94"/>
                    <a:pt x="27" y="121"/>
                    <a:pt x="61" y="121"/>
                  </a:cubicBezTo>
                  <a:cubicBezTo>
                    <a:pt x="659" y="121"/>
                    <a:pt x="659" y="121"/>
                    <a:pt x="659" y="121"/>
                  </a:cubicBezTo>
                  <a:cubicBezTo>
                    <a:pt x="692" y="121"/>
                    <a:pt x="719" y="94"/>
                    <a:pt x="719" y="61"/>
                  </a:cubicBezTo>
                  <a:cubicBezTo>
                    <a:pt x="719" y="28"/>
                    <a:pt x="692" y="0"/>
                    <a:pt x="659" y="0"/>
                  </a:cubicBezTo>
                  <a:close/>
                  <a:moveTo>
                    <a:pt x="659" y="90"/>
                  </a:moveTo>
                  <a:lnTo>
                    <a:pt x="659" y="90"/>
                  </a:lnTo>
                  <a:cubicBezTo>
                    <a:pt x="61" y="90"/>
                    <a:pt x="61" y="90"/>
                    <a:pt x="61" y="90"/>
                  </a:cubicBezTo>
                  <a:cubicBezTo>
                    <a:pt x="44" y="90"/>
                    <a:pt x="30" y="78"/>
                    <a:pt x="30" y="61"/>
                  </a:cubicBezTo>
                  <a:cubicBezTo>
                    <a:pt x="30" y="44"/>
                    <a:pt x="44" y="31"/>
                    <a:pt x="61" y="31"/>
                  </a:cubicBezTo>
                  <a:cubicBezTo>
                    <a:pt x="659" y="31"/>
                    <a:pt x="659" y="31"/>
                    <a:pt x="659" y="31"/>
                  </a:cubicBezTo>
                  <a:cubicBezTo>
                    <a:pt x="676" y="31"/>
                    <a:pt x="690" y="44"/>
                    <a:pt x="690" y="61"/>
                  </a:cubicBezTo>
                  <a:cubicBezTo>
                    <a:pt x="690" y="78"/>
                    <a:pt x="676" y="90"/>
                    <a:pt x="659"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F9FFBD7C-43E7-497E-18E0-B28700BF583A}"/>
              </a:ext>
            </a:extLst>
          </p:cNvPr>
          <p:cNvGrpSpPr/>
          <p:nvPr/>
        </p:nvGrpSpPr>
        <p:grpSpPr>
          <a:xfrm>
            <a:off x="5200253" y="1350045"/>
            <a:ext cx="258762" cy="238125"/>
            <a:chOff x="4164013" y="3094038"/>
            <a:chExt cx="258762" cy="238125"/>
          </a:xfrm>
          <a:solidFill>
            <a:schemeClr val="tx2"/>
          </a:solidFill>
        </p:grpSpPr>
        <p:sp>
          <p:nvSpPr>
            <p:cNvPr id="125" name="Freeform 102">
              <a:extLst>
                <a:ext uri="{FF2B5EF4-FFF2-40B4-BE49-F238E27FC236}">
                  <a16:creationId xmlns:a16="http://schemas.microsoft.com/office/drawing/2014/main" id="{5FD9C5D6-7A6F-93B5-832C-453ADB447C45}"/>
                </a:ext>
              </a:extLst>
            </p:cNvPr>
            <p:cNvSpPr>
              <a:spLocks noChangeArrowheads="1"/>
            </p:cNvSpPr>
            <p:nvPr/>
          </p:nvSpPr>
          <p:spPr bwMode="auto">
            <a:xfrm>
              <a:off x="4164013" y="3113088"/>
              <a:ext cx="258762" cy="219075"/>
            </a:xfrm>
            <a:custGeom>
              <a:avLst/>
              <a:gdLst>
                <a:gd name="T0" fmla="*/ 595 w 719"/>
                <a:gd name="T1" fmla="*/ 10 h 609"/>
                <a:gd name="T2" fmla="*/ 581 w 719"/>
                <a:gd name="T3" fmla="*/ 36 h 609"/>
                <a:gd name="T4" fmla="*/ 662 w 719"/>
                <a:gd name="T5" fmla="*/ 108 h 609"/>
                <a:gd name="T6" fmla="*/ 82 w 719"/>
                <a:gd name="T7" fmla="*/ 217 h 609"/>
                <a:gd name="T8" fmla="*/ 497 w 719"/>
                <a:gd name="T9" fmla="*/ 10 h 609"/>
                <a:gd name="T10" fmla="*/ 8 w 719"/>
                <a:gd name="T11" fmla="*/ 219 h 609"/>
                <a:gd name="T12" fmla="*/ 4 w 719"/>
                <a:gd name="T13" fmla="*/ 223 h 609"/>
                <a:gd name="T14" fmla="*/ 2 w 719"/>
                <a:gd name="T15" fmla="*/ 226 h 609"/>
                <a:gd name="T16" fmla="*/ 0 w 719"/>
                <a:gd name="T17" fmla="*/ 231 h 609"/>
                <a:gd name="T18" fmla="*/ 0 w 719"/>
                <a:gd name="T19" fmla="*/ 592 h 609"/>
                <a:gd name="T20" fmla="*/ 15 w 719"/>
                <a:gd name="T21" fmla="*/ 608 h 609"/>
                <a:gd name="T22" fmla="*/ 714 w 719"/>
                <a:gd name="T23" fmla="*/ 603 h 609"/>
                <a:gd name="T24" fmla="*/ 718 w 719"/>
                <a:gd name="T25" fmla="*/ 233 h 609"/>
                <a:gd name="T26" fmla="*/ 688 w 719"/>
                <a:gd name="T27" fmla="*/ 92 h 609"/>
                <a:gd name="T28" fmla="*/ 689 w 719"/>
                <a:gd name="T29" fmla="*/ 435 h 609"/>
                <a:gd name="T30" fmla="*/ 657 w 719"/>
                <a:gd name="T31" fmla="*/ 427 h 609"/>
                <a:gd name="T32" fmla="*/ 593 w 719"/>
                <a:gd name="T33" fmla="*/ 376 h 609"/>
                <a:gd name="T34" fmla="*/ 509 w 719"/>
                <a:gd name="T35" fmla="*/ 382 h 609"/>
                <a:gd name="T36" fmla="*/ 450 w 719"/>
                <a:gd name="T37" fmla="*/ 429 h 609"/>
                <a:gd name="T38" fmla="*/ 393 w 719"/>
                <a:gd name="T39" fmla="*/ 427 h 609"/>
                <a:gd name="T40" fmla="*/ 329 w 719"/>
                <a:gd name="T41" fmla="*/ 376 h 609"/>
                <a:gd name="T42" fmla="*/ 247 w 719"/>
                <a:gd name="T43" fmla="*/ 382 h 609"/>
                <a:gd name="T44" fmla="*/ 186 w 719"/>
                <a:gd name="T45" fmla="*/ 429 h 609"/>
                <a:gd name="T46" fmla="*/ 130 w 719"/>
                <a:gd name="T47" fmla="*/ 427 h 609"/>
                <a:gd name="T48" fmla="*/ 67 w 719"/>
                <a:gd name="T49" fmla="*/ 376 h 609"/>
                <a:gd name="T50" fmla="*/ 29 w 719"/>
                <a:gd name="T51" fmla="*/ 369 h 609"/>
                <a:gd name="T52" fmla="*/ 689 w 719"/>
                <a:gd name="T53" fmla="*/ 248 h 609"/>
                <a:gd name="T54" fmla="*/ 29 w 719"/>
                <a:gd name="T55" fmla="*/ 398 h 609"/>
                <a:gd name="T56" fmla="*/ 29 w 719"/>
                <a:gd name="T57" fmla="*/ 398 h 609"/>
                <a:gd name="T58" fmla="*/ 98 w 719"/>
                <a:gd name="T59" fmla="*/ 439 h 609"/>
                <a:gd name="T60" fmla="*/ 161 w 719"/>
                <a:gd name="T61" fmla="*/ 464 h 609"/>
                <a:gd name="T62" fmla="*/ 249 w 719"/>
                <a:gd name="T63" fmla="*/ 415 h 609"/>
                <a:gd name="T64" fmla="*/ 293 w 719"/>
                <a:gd name="T65" fmla="*/ 398 h 609"/>
                <a:gd name="T66" fmla="*/ 362 w 719"/>
                <a:gd name="T67" fmla="*/ 439 h 609"/>
                <a:gd name="T68" fmla="*/ 425 w 719"/>
                <a:gd name="T69" fmla="*/ 464 h 609"/>
                <a:gd name="T70" fmla="*/ 513 w 719"/>
                <a:gd name="T71" fmla="*/ 415 h 609"/>
                <a:gd name="T72" fmla="*/ 557 w 719"/>
                <a:gd name="T73" fmla="*/ 398 h 609"/>
                <a:gd name="T74" fmla="*/ 626 w 719"/>
                <a:gd name="T75" fmla="*/ 439 h 609"/>
                <a:gd name="T76" fmla="*/ 689 w 719"/>
                <a:gd name="T77" fmla="*/ 464 h 609"/>
                <a:gd name="T78" fmla="*/ 29 w 719"/>
                <a:gd name="T79" fmla="*/ 577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9" h="609">
                  <a:moveTo>
                    <a:pt x="595" y="10"/>
                  </a:moveTo>
                  <a:lnTo>
                    <a:pt x="595" y="10"/>
                  </a:lnTo>
                  <a:cubicBezTo>
                    <a:pt x="586" y="5"/>
                    <a:pt x="578" y="8"/>
                    <a:pt x="574" y="17"/>
                  </a:cubicBezTo>
                  <a:cubicBezTo>
                    <a:pt x="571" y="24"/>
                    <a:pt x="574" y="32"/>
                    <a:pt x="581" y="36"/>
                  </a:cubicBezTo>
                  <a:lnTo>
                    <a:pt x="581" y="36"/>
                  </a:lnTo>
                  <a:cubicBezTo>
                    <a:pt x="617" y="54"/>
                    <a:pt x="644" y="77"/>
                    <a:pt x="662" y="108"/>
                  </a:cubicBezTo>
                  <a:cubicBezTo>
                    <a:pt x="678" y="134"/>
                    <a:pt x="686" y="171"/>
                    <a:pt x="688" y="217"/>
                  </a:cubicBezTo>
                  <a:cubicBezTo>
                    <a:pt x="82" y="217"/>
                    <a:pt x="82" y="217"/>
                    <a:pt x="82" y="217"/>
                  </a:cubicBezTo>
                  <a:cubicBezTo>
                    <a:pt x="490" y="29"/>
                    <a:pt x="490" y="29"/>
                    <a:pt x="490" y="29"/>
                  </a:cubicBezTo>
                  <a:cubicBezTo>
                    <a:pt x="497" y="26"/>
                    <a:pt x="501" y="18"/>
                    <a:pt x="497" y="10"/>
                  </a:cubicBezTo>
                  <a:cubicBezTo>
                    <a:pt x="494" y="3"/>
                    <a:pt x="484" y="0"/>
                    <a:pt x="477" y="3"/>
                  </a:cubicBezTo>
                  <a:cubicBezTo>
                    <a:pt x="8" y="219"/>
                    <a:pt x="8" y="219"/>
                    <a:pt x="8" y="219"/>
                  </a:cubicBezTo>
                  <a:cubicBezTo>
                    <a:pt x="8" y="220"/>
                    <a:pt x="7" y="220"/>
                    <a:pt x="7" y="222"/>
                  </a:cubicBezTo>
                  <a:cubicBezTo>
                    <a:pt x="5" y="222"/>
                    <a:pt x="5" y="222"/>
                    <a:pt x="4" y="223"/>
                  </a:cubicBezTo>
                  <a:lnTo>
                    <a:pt x="4" y="223"/>
                  </a:lnTo>
                  <a:cubicBezTo>
                    <a:pt x="4" y="223"/>
                    <a:pt x="2" y="224"/>
                    <a:pt x="2" y="226"/>
                  </a:cubicBezTo>
                  <a:cubicBezTo>
                    <a:pt x="1" y="226"/>
                    <a:pt x="1" y="227"/>
                    <a:pt x="1" y="227"/>
                  </a:cubicBezTo>
                  <a:cubicBezTo>
                    <a:pt x="1" y="229"/>
                    <a:pt x="0" y="230"/>
                    <a:pt x="0" y="231"/>
                  </a:cubicBezTo>
                  <a:lnTo>
                    <a:pt x="0" y="233"/>
                  </a:lnTo>
                  <a:cubicBezTo>
                    <a:pt x="0" y="592"/>
                    <a:pt x="0" y="592"/>
                    <a:pt x="0" y="592"/>
                  </a:cubicBezTo>
                  <a:cubicBezTo>
                    <a:pt x="0" y="596"/>
                    <a:pt x="1" y="601"/>
                    <a:pt x="4" y="603"/>
                  </a:cubicBezTo>
                  <a:cubicBezTo>
                    <a:pt x="7" y="606"/>
                    <a:pt x="11" y="608"/>
                    <a:pt x="15" y="608"/>
                  </a:cubicBezTo>
                  <a:cubicBezTo>
                    <a:pt x="703" y="608"/>
                    <a:pt x="703" y="608"/>
                    <a:pt x="703" y="608"/>
                  </a:cubicBezTo>
                  <a:cubicBezTo>
                    <a:pt x="707" y="608"/>
                    <a:pt x="711" y="606"/>
                    <a:pt x="714" y="603"/>
                  </a:cubicBezTo>
                  <a:cubicBezTo>
                    <a:pt x="717" y="601"/>
                    <a:pt x="718" y="596"/>
                    <a:pt x="718" y="592"/>
                  </a:cubicBezTo>
                  <a:cubicBezTo>
                    <a:pt x="718" y="233"/>
                    <a:pt x="718" y="233"/>
                    <a:pt x="718" y="233"/>
                  </a:cubicBezTo>
                  <a:lnTo>
                    <a:pt x="718" y="233"/>
                  </a:lnTo>
                  <a:cubicBezTo>
                    <a:pt x="718" y="175"/>
                    <a:pt x="709" y="129"/>
                    <a:pt x="688" y="92"/>
                  </a:cubicBezTo>
                  <a:cubicBezTo>
                    <a:pt x="666" y="56"/>
                    <a:pt x="634" y="29"/>
                    <a:pt x="595" y="10"/>
                  </a:cubicBezTo>
                  <a:close/>
                  <a:moveTo>
                    <a:pt x="689" y="435"/>
                  </a:moveTo>
                  <a:lnTo>
                    <a:pt x="689" y="435"/>
                  </a:lnTo>
                  <a:cubicBezTo>
                    <a:pt x="675" y="435"/>
                    <a:pt x="665" y="431"/>
                    <a:pt x="657" y="427"/>
                  </a:cubicBezTo>
                  <a:cubicBezTo>
                    <a:pt x="644" y="420"/>
                    <a:pt x="634" y="405"/>
                    <a:pt x="620" y="393"/>
                  </a:cubicBezTo>
                  <a:cubicBezTo>
                    <a:pt x="613" y="387"/>
                    <a:pt x="605" y="380"/>
                    <a:pt x="593" y="376"/>
                  </a:cubicBezTo>
                  <a:cubicBezTo>
                    <a:pt x="584" y="372"/>
                    <a:pt x="571" y="369"/>
                    <a:pt x="557" y="369"/>
                  </a:cubicBezTo>
                  <a:cubicBezTo>
                    <a:pt x="537" y="369"/>
                    <a:pt x="522" y="373"/>
                    <a:pt x="509" y="382"/>
                  </a:cubicBezTo>
                  <a:cubicBezTo>
                    <a:pt x="491" y="393"/>
                    <a:pt x="480" y="407"/>
                    <a:pt x="468" y="417"/>
                  </a:cubicBezTo>
                  <a:cubicBezTo>
                    <a:pt x="463" y="422"/>
                    <a:pt x="456" y="427"/>
                    <a:pt x="450" y="429"/>
                  </a:cubicBezTo>
                  <a:cubicBezTo>
                    <a:pt x="443" y="432"/>
                    <a:pt x="435" y="435"/>
                    <a:pt x="425" y="435"/>
                  </a:cubicBezTo>
                  <a:cubicBezTo>
                    <a:pt x="411" y="435"/>
                    <a:pt x="401" y="431"/>
                    <a:pt x="393" y="427"/>
                  </a:cubicBezTo>
                  <a:cubicBezTo>
                    <a:pt x="381" y="420"/>
                    <a:pt x="370" y="405"/>
                    <a:pt x="356" y="393"/>
                  </a:cubicBezTo>
                  <a:cubicBezTo>
                    <a:pt x="349" y="387"/>
                    <a:pt x="341" y="380"/>
                    <a:pt x="329" y="376"/>
                  </a:cubicBezTo>
                  <a:cubicBezTo>
                    <a:pt x="320" y="372"/>
                    <a:pt x="307" y="369"/>
                    <a:pt x="293" y="369"/>
                  </a:cubicBezTo>
                  <a:cubicBezTo>
                    <a:pt x="273" y="369"/>
                    <a:pt x="258" y="373"/>
                    <a:pt x="247" y="382"/>
                  </a:cubicBezTo>
                  <a:cubicBezTo>
                    <a:pt x="228" y="393"/>
                    <a:pt x="216" y="407"/>
                    <a:pt x="205" y="417"/>
                  </a:cubicBezTo>
                  <a:cubicBezTo>
                    <a:pt x="199" y="422"/>
                    <a:pt x="193" y="427"/>
                    <a:pt x="186" y="429"/>
                  </a:cubicBezTo>
                  <a:cubicBezTo>
                    <a:pt x="179" y="432"/>
                    <a:pt x="172" y="435"/>
                    <a:pt x="161" y="435"/>
                  </a:cubicBezTo>
                  <a:cubicBezTo>
                    <a:pt x="147" y="435"/>
                    <a:pt x="139" y="431"/>
                    <a:pt x="130" y="427"/>
                  </a:cubicBezTo>
                  <a:cubicBezTo>
                    <a:pt x="117" y="420"/>
                    <a:pt x="108" y="405"/>
                    <a:pt x="92" y="393"/>
                  </a:cubicBezTo>
                  <a:cubicBezTo>
                    <a:pt x="85" y="387"/>
                    <a:pt x="77" y="380"/>
                    <a:pt x="67" y="376"/>
                  </a:cubicBezTo>
                  <a:cubicBezTo>
                    <a:pt x="56" y="372"/>
                    <a:pt x="44" y="369"/>
                    <a:pt x="29" y="369"/>
                  </a:cubicBezTo>
                  <a:lnTo>
                    <a:pt x="29" y="369"/>
                  </a:lnTo>
                  <a:cubicBezTo>
                    <a:pt x="29" y="248"/>
                    <a:pt x="29" y="248"/>
                    <a:pt x="29" y="248"/>
                  </a:cubicBezTo>
                  <a:cubicBezTo>
                    <a:pt x="689" y="248"/>
                    <a:pt x="689" y="248"/>
                    <a:pt x="689" y="248"/>
                  </a:cubicBezTo>
                  <a:lnTo>
                    <a:pt x="689" y="435"/>
                  </a:lnTo>
                  <a:close/>
                  <a:moveTo>
                    <a:pt x="29" y="398"/>
                  </a:moveTo>
                  <a:lnTo>
                    <a:pt x="29" y="398"/>
                  </a:lnTo>
                  <a:lnTo>
                    <a:pt x="29" y="398"/>
                  </a:lnTo>
                  <a:cubicBezTo>
                    <a:pt x="43" y="398"/>
                    <a:pt x="53" y="401"/>
                    <a:pt x="61" y="407"/>
                  </a:cubicBezTo>
                  <a:cubicBezTo>
                    <a:pt x="74" y="414"/>
                    <a:pt x="84" y="427"/>
                    <a:pt x="98" y="439"/>
                  </a:cubicBezTo>
                  <a:cubicBezTo>
                    <a:pt x="105" y="446"/>
                    <a:pt x="113" y="452"/>
                    <a:pt x="124" y="457"/>
                  </a:cubicBezTo>
                  <a:cubicBezTo>
                    <a:pt x="134" y="462"/>
                    <a:pt x="147" y="464"/>
                    <a:pt x="161" y="464"/>
                  </a:cubicBezTo>
                  <a:cubicBezTo>
                    <a:pt x="181" y="464"/>
                    <a:pt x="196" y="459"/>
                    <a:pt x="209" y="452"/>
                  </a:cubicBezTo>
                  <a:cubicBezTo>
                    <a:pt x="227" y="441"/>
                    <a:pt x="238" y="425"/>
                    <a:pt x="249" y="415"/>
                  </a:cubicBezTo>
                  <a:cubicBezTo>
                    <a:pt x="255" y="410"/>
                    <a:pt x="261" y="407"/>
                    <a:pt x="268" y="403"/>
                  </a:cubicBezTo>
                  <a:cubicBezTo>
                    <a:pt x="275" y="400"/>
                    <a:pt x="283" y="398"/>
                    <a:pt x="293" y="398"/>
                  </a:cubicBezTo>
                  <a:cubicBezTo>
                    <a:pt x="307" y="398"/>
                    <a:pt x="315" y="401"/>
                    <a:pt x="324" y="407"/>
                  </a:cubicBezTo>
                  <a:cubicBezTo>
                    <a:pt x="336" y="414"/>
                    <a:pt x="348" y="427"/>
                    <a:pt x="362" y="439"/>
                  </a:cubicBezTo>
                  <a:cubicBezTo>
                    <a:pt x="369" y="446"/>
                    <a:pt x="377" y="452"/>
                    <a:pt x="387" y="457"/>
                  </a:cubicBezTo>
                  <a:cubicBezTo>
                    <a:pt x="398" y="462"/>
                    <a:pt x="411" y="464"/>
                    <a:pt x="425" y="464"/>
                  </a:cubicBezTo>
                  <a:cubicBezTo>
                    <a:pt x="443" y="464"/>
                    <a:pt x="459" y="459"/>
                    <a:pt x="471" y="452"/>
                  </a:cubicBezTo>
                  <a:cubicBezTo>
                    <a:pt x="490" y="441"/>
                    <a:pt x="501" y="425"/>
                    <a:pt x="513" y="415"/>
                  </a:cubicBezTo>
                  <a:cubicBezTo>
                    <a:pt x="519" y="410"/>
                    <a:pt x="525" y="407"/>
                    <a:pt x="532" y="403"/>
                  </a:cubicBezTo>
                  <a:cubicBezTo>
                    <a:pt x="539" y="400"/>
                    <a:pt x="546" y="398"/>
                    <a:pt x="557" y="398"/>
                  </a:cubicBezTo>
                  <a:cubicBezTo>
                    <a:pt x="571" y="398"/>
                    <a:pt x="579" y="401"/>
                    <a:pt x="588" y="407"/>
                  </a:cubicBezTo>
                  <a:cubicBezTo>
                    <a:pt x="600" y="414"/>
                    <a:pt x="610" y="427"/>
                    <a:pt x="626" y="439"/>
                  </a:cubicBezTo>
                  <a:cubicBezTo>
                    <a:pt x="633" y="446"/>
                    <a:pt x="641" y="452"/>
                    <a:pt x="651" y="457"/>
                  </a:cubicBezTo>
                  <a:cubicBezTo>
                    <a:pt x="662" y="462"/>
                    <a:pt x="675" y="464"/>
                    <a:pt x="689" y="464"/>
                  </a:cubicBezTo>
                  <a:cubicBezTo>
                    <a:pt x="689" y="577"/>
                    <a:pt x="689" y="577"/>
                    <a:pt x="689" y="577"/>
                  </a:cubicBezTo>
                  <a:cubicBezTo>
                    <a:pt x="29" y="577"/>
                    <a:pt x="29" y="577"/>
                    <a:pt x="29" y="577"/>
                  </a:cubicBezTo>
                  <a:lnTo>
                    <a:pt x="29" y="39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2AF948FA-BEC2-EE6A-B0BA-49753ABE9447}"/>
                </a:ext>
              </a:extLst>
            </p:cNvPr>
            <p:cNvSpPr>
              <a:spLocks noChangeArrowheads="1"/>
            </p:cNvSpPr>
            <p:nvPr/>
          </p:nvSpPr>
          <p:spPr bwMode="auto">
            <a:xfrm>
              <a:off x="4325938" y="3094038"/>
              <a:ext cx="65087" cy="87312"/>
            </a:xfrm>
            <a:custGeom>
              <a:avLst/>
              <a:gdLst>
                <a:gd name="T0" fmla="*/ 164 w 181"/>
                <a:gd name="T1" fmla="*/ 31 h 241"/>
                <a:gd name="T2" fmla="*/ 164 w 181"/>
                <a:gd name="T3" fmla="*/ 31 h 241"/>
                <a:gd name="T4" fmla="*/ 180 w 181"/>
                <a:gd name="T5" fmla="*/ 15 h 241"/>
                <a:gd name="T6" fmla="*/ 164 w 181"/>
                <a:gd name="T7" fmla="*/ 0 h 241"/>
                <a:gd name="T8" fmla="*/ 98 w 181"/>
                <a:gd name="T9" fmla="*/ 28 h 241"/>
                <a:gd name="T10" fmla="*/ 62 w 181"/>
                <a:gd name="T11" fmla="*/ 91 h 241"/>
                <a:gd name="T12" fmla="*/ 0 w 181"/>
                <a:gd name="T13" fmla="*/ 165 h 241"/>
                <a:gd name="T14" fmla="*/ 74 w 181"/>
                <a:gd name="T15" fmla="*/ 240 h 241"/>
                <a:gd name="T16" fmla="*/ 150 w 181"/>
                <a:gd name="T17" fmla="*/ 165 h 241"/>
                <a:gd name="T18" fmla="*/ 92 w 181"/>
                <a:gd name="T19" fmla="*/ 92 h 241"/>
                <a:gd name="T20" fmla="*/ 119 w 181"/>
                <a:gd name="T21" fmla="*/ 50 h 241"/>
                <a:gd name="T22" fmla="*/ 164 w 181"/>
                <a:gd name="T23" fmla="*/ 31 h 241"/>
                <a:gd name="T24" fmla="*/ 119 w 181"/>
                <a:gd name="T25" fmla="*/ 165 h 241"/>
                <a:gd name="T26" fmla="*/ 119 w 181"/>
                <a:gd name="T27" fmla="*/ 165 h 241"/>
                <a:gd name="T28" fmla="*/ 74 w 181"/>
                <a:gd name="T29" fmla="*/ 210 h 241"/>
                <a:gd name="T30" fmla="*/ 29 w 181"/>
                <a:gd name="T31" fmla="*/ 165 h 241"/>
                <a:gd name="T32" fmla="*/ 74 w 181"/>
                <a:gd name="T33" fmla="*/ 120 h 241"/>
                <a:gd name="T34" fmla="*/ 119 w 181"/>
                <a:gd name="T35" fmla="*/ 165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1" h="241">
                  <a:moveTo>
                    <a:pt x="164" y="31"/>
                  </a:moveTo>
                  <a:lnTo>
                    <a:pt x="164" y="31"/>
                  </a:lnTo>
                  <a:cubicBezTo>
                    <a:pt x="173" y="31"/>
                    <a:pt x="180" y="24"/>
                    <a:pt x="180" y="15"/>
                  </a:cubicBezTo>
                  <a:cubicBezTo>
                    <a:pt x="180" y="7"/>
                    <a:pt x="173" y="0"/>
                    <a:pt x="164" y="0"/>
                  </a:cubicBezTo>
                  <a:cubicBezTo>
                    <a:pt x="142" y="1"/>
                    <a:pt x="118" y="11"/>
                    <a:pt x="98" y="28"/>
                  </a:cubicBezTo>
                  <a:cubicBezTo>
                    <a:pt x="83" y="43"/>
                    <a:pt x="69" y="66"/>
                    <a:pt x="62" y="91"/>
                  </a:cubicBezTo>
                  <a:cubicBezTo>
                    <a:pt x="26" y="98"/>
                    <a:pt x="0" y="128"/>
                    <a:pt x="0" y="165"/>
                  </a:cubicBezTo>
                  <a:cubicBezTo>
                    <a:pt x="0" y="206"/>
                    <a:pt x="34" y="240"/>
                    <a:pt x="74" y="240"/>
                  </a:cubicBezTo>
                  <a:cubicBezTo>
                    <a:pt x="116" y="240"/>
                    <a:pt x="150" y="206"/>
                    <a:pt x="150" y="165"/>
                  </a:cubicBezTo>
                  <a:cubicBezTo>
                    <a:pt x="150" y="130"/>
                    <a:pt x="126" y="101"/>
                    <a:pt x="92" y="92"/>
                  </a:cubicBezTo>
                  <a:cubicBezTo>
                    <a:pt x="98" y="76"/>
                    <a:pt x="108" y="62"/>
                    <a:pt x="119" y="50"/>
                  </a:cubicBezTo>
                  <a:cubicBezTo>
                    <a:pt x="133" y="38"/>
                    <a:pt x="150" y="31"/>
                    <a:pt x="164" y="31"/>
                  </a:cubicBezTo>
                  <a:close/>
                  <a:moveTo>
                    <a:pt x="119" y="165"/>
                  </a:moveTo>
                  <a:lnTo>
                    <a:pt x="119" y="165"/>
                  </a:lnTo>
                  <a:cubicBezTo>
                    <a:pt x="119" y="189"/>
                    <a:pt x="100" y="210"/>
                    <a:pt x="74" y="210"/>
                  </a:cubicBezTo>
                  <a:cubicBezTo>
                    <a:pt x="50" y="210"/>
                    <a:pt x="29" y="189"/>
                    <a:pt x="29" y="165"/>
                  </a:cubicBezTo>
                  <a:cubicBezTo>
                    <a:pt x="29" y="140"/>
                    <a:pt x="50" y="120"/>
                    <a:pt x="74" y="120"/>
                  </a:cubicBezTo>
                  <a:cubicBezTo>
                    <a:pt x="100" y="120"/>
                    <a:pt x="119" y="140"/>
                    <a:pt x="119"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0D4B4ECD-C32C-55A2-FBCD-6762DD944568}"/>
              </a:ext>
            </a:extLst>
          </p:cNvPr>
          <p:cNvGrpSpPr/>
          <p:nvPr/>
        </p:nvGrpSpPr>
        <p:grpSpPr>
          <a:xfrm>
            <a:off x="7229078" y="1905670"/>
            <a:ext cx="314325" cy="141288"/>
            <a:chOff x="6192838" y="3692525"/>
            <a:chExt cx="314325" cy="141288"/>
          </a:xfrm>
          <a:solidFill>
            <a:schemeClr val="tx2"/>
          </a:solidFill>
        </p:grpSpPr>
        <p:sp>
          <p:nvSpPr>
            <p:cNvPr id="128" name="Freeform 104">
              <a:extLst>
                <a:ext uri="{FF2B5EF4-FFF2-40B4-BE49-F238E27FC236}">
                  <a16:creationId xmlns:a16="http://schemas.microsoft.com/office/drawing/2014/main" id="{9C6F825A-AEB1-791F-84AE-F2C2F734E1CA}"/>
                </a:ext>
              </a:extLst>
            </p:cNvPr>
            <p:cNvSpPr>
              <a:spLocks noChangeArrowheads="1"/>
            </p:cNvSpPr>
            <p:nvPr/>
          </p:nvSpPr>
          <p:spPr bwMode="auto">
            <a:xfrm>
              <a:off x="6192838" y="3692525"/>
              <a:ext cx="314325" cy="141288"/>
            </a:xfrm>
            <a:custGeom>
              <a:avLst/>
              <a:gdLst>
                <a:gd name="T0" fmla="*/ 861 w 871"/>
                <a:gd name="T1" fmla="*/ 39 h 394"/>
                <a:gd name="T2" fmla="*/ 861 w 871"/>
                <a:gd name="T3" fmla="*/ 39 h 394"/>
                <a:gd name="T4" fmla="*/ 844 w 871"/>
                <a:gd name="T5" fmla="*/ 39 h 394"/>
                <a:gd name="T6" fmla="*/ 702 w 871"/>
                <a:gd name="T7" fmla="*/ 146 h 394"/>
                <a:gd name="T8" fmla="*/ 610 w 871"/>
                <a:gd name="T9" fmla="*/ 125 h 394"/>
                <a:gd name="T10" fmla="*/ 465 w 871"/>
                <a:gd name="T11" fmla="*/ 47 h 394"/>
                <a:gd name="T12" fmla="*/ 307 w 871"/>
                <a:gd name="T13" fmla="*/ 0 h 394"/>
                <a:gd name="T14" fmla="*/ 137 w 871"/>
                <a:gd name="T15" fmla="*/ 46 h 394"/>
                <a:gd name="T16" fmla="*/ 2 w 871"/>
                <a:gd name="T17" fmla="*/ 191 h 394"/>
                <a:gd name="T18" fmla="*/ 0 w 871"/>
                <a:gd name="T19" fmla="*/ 192 h 394"/>
                <a:gd name="T20" fmla="*/ 0 w 871"/>
                <a:gd name="T21" fmla="*/ 195 h 394"/>
                <a:gd name="T22" fmla="*/ 0 w 871"/>
                <a:gd name="T23" fmla="*/ 198 h 394"/>
                <a:gd name="T24" fmla="*/ 0 w 871"/>
                <a:gd name="T25" fmla="*/ 201 h 394"/>
                <a:gd name="T26" fmla="*/ 0 w 871"/>
                <a:gd name="T27" fmla="*/ 203 h 394"/>
                <a:gd name="T28" fmla="*/ 2 w 871"/>
                <a:gd name="T29" fmla="*/ 203 h 394"/>
                <a:gd name="T30" fmla="*/ 110 w 871"/>
                <a:gd name="T31" fmla="*/ 327 h 394"/>
                <a:gd name="T32" fmla="*/ 307 w 871"/>
                <a:gd name="T33" fmla="*/ 393 h 394"/>
                <a:gd name="T34" fmla="*/ 513 w 871"/>
                <a:gd name="T35" fmla="*/ 333 h 394"/>
                <a:gd name="T36" fmla="*/ 704 w 871"/>
                <a:gd name="T37" fmla="*/ 250 h 394"/>
                <a:gd name="T38" fmla="*/ 844 w 871"/>
                <a:gd name="T39" fmla="*/ 354 h 394"/>
                <a:gd name="T40" fmla="*/ 861 w 871"/>
                <a:gd name="T41" fmla="*/ 355 h 394"/>
                <a:gd name="T42" fmla="*/ 868 w 871"/>
                <a:gd name="T43" fmla="*/ 339 h 394"/>
                <a:gd name="T44" fmla="*/ 850 w 871"/>
                <a:gd name="T45" fmla="*/ 193 h 394"/>
                <a:gd name="T46" fmla="*/ 868 w 871"/>
                <a:gd name="T47" fmla="*/ 56 h 394"/>
                <a:gd name="T48" fmla="*/ 861 w 871"/>
                <a:gd name="T49" fmla="*/ 39 h 394"/>
                <a:gd name="T50" fmla="*/ 500 w 871"/>
                <a:gd name="T51" fmla="*/ 306 h 394"/>
                <a:gd name="T52" fmla="*/ 500 w 871"/>
                <a:gd name="T53" fmla="*/ 306 h 394"/>
                <a:gd name="T54" fmla="*/ 307 w 871"/>
                <a:gd name="T55" fmla="*/ 364 h 394"/>
                <a:gd name="T56" fmla="*/ 128 w 871"/>
                <a:gd name="T57" fmla="*/ 302 h 394"/>
                <a:gd name="T58" fmla="*/ 31 w 871"/>
                <a:gd name="T59" fmla="*/ 198 h 394"/>
                <a:gd name="T60" fmla="*/ 152 w 871"/>
                <a:gd name="T61" fmla="*/ 71 h 394"/>
                <a:gd name="T62" fmla="*/ 307 w 871"/>
                <a:gd name="T63" fmla="*/ 31 h 394"/>
                <a:gd name="T64" fmla="*/ 405 w 871"/>
                <a:gd name="T65" fmla="*/ 52 h 394"/>
                <a:gd name="T66" fmla="*/ 548 w 871"/>
                <a:gd name="T67" fmla="*/ 127 h 394"/>
                <a:gd name="T68" fmla="*/ 693 w 871"/>
                <a:gd name="T69" fmla="*/ 175 h 394"/>
                <a:gd name="T70" fmla="*/ 693 w 871"/>
                <a:gd name="T71" fmla="*/ 223 h 394"/>
                <a:gd name="T72" fmla="*/ 500 w 871"/>
                <a:gd name="T73" fmla="*/ 306 h 394"/>
                <a:gd name="T74" fmla="*/ 722 w 871"/>
                <a:gd name="T75" fmla="*/ 168 h 394"/>
                <a:gd name="T76" fmla="*/ 722 w 871"/>
                <a:gd name="T77" fmla="*/ 168 h 394"/>
                <a:gd name="T78" fmla="*/ 830 w 871"/>
                <a:gd name="T79" fmla="*/ 88 h 394"/>
                <a:gd name="T80" fmla="*/ 820 w 871"/>
                <a:gd name="T81" fmla="*/ 193 h 394"/>
                <a:gd name="T82" fmla="*/ 830 w 871"/>
                <a:gd name="T83" fmla="*/ 306 h 394"/>
                <a:gd name="T84" fmla="*/ 722 w 871"/>
                <a:gd name="T85" fmla="*/ 226 h 394"/>
                <a:gd name="T86" fmla="*/ 722 w 871"/>
                <a:gd name="T87" fmla="*/ 168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71" h="394">
                  <a:moveTo>
                    <a:pt x="861" y="39"/>
                  </a:moveTo>
                  <a:lnTo>
                    <a:pt x="861" y="39"/>
                  </a:lnTo>
                  <a:cubicBezTo>
                    <a:pt x="857" y="35"/>
                    <a:pt x="850" y="36"/>
                    <a:pt x="844" y="39"/>
                  </a:cubicBezTo>
                  <a:cubicBezTo>
                    <a:pt x="702" y="146"/>
                    <a:pt x="702" y="146"/>
                    <a:pt x="702" y="146"/>
                  </a:cubicBezTo>
                  <a:cubicBezTo>
                    <a:pt x="670" y="144"/>
                    <a:pt x="639" y="137"/>
                    <a:pt x="610" y="125"/>
                  </a:cubicBezTo>
                  <a:cubicBezTo>
                    <a:pt x="562" y="105"/>
                    <a:pt x="514" y="74"/>
                    <a:pt x="465" y="47"/>
                  </a:cubicBezTo>
                  <a:cubicBezTo>
                    <a:pt x="417" y="22"/>
                    <a:pt x="366" y="0"/>
                    <a:pt x="307" y="0"/>
                  </a:cubicBezTo>
                  <a:cubicBezTo>
                    <a:pt x="249" y="0"/>
                    <a:pt x="190" y="15"/>
                    <a:pt x="137" y="46"/>
                  </a:cubicBezTo>
                  <a:cubicBezTo>
                    <a:pt x="83" y="77"/>
                    <a:pt x="36" y="125"/>
                    <a:pt x="2" y="191"/>
                  </a:cubicBezTo>
                  <a:cubicBezTo>
                    <a:pt x="0" y="191"/>
                    <a:pt x="0" y="191"/>
                    <a:pt x="0" y="192"/>
                  </a:cubicBezTo>
                  <a:cubicBezTo>
                    <a:pt x="0" y="192"/>
                    <a:pt x="0" y="193"/>
                    <a:pt x="0" y="195"/>
                  </a:cubicBezTo>
                  <a:cubicBezTo>
                    <a:pt x="0" y="195"/>
                    <a:pt x="0" y="196"/>
                    <a:pt x="0" y="198"/>
                  </a:cubicBezTo>
                  <a:cubicBezTo>
                    <a:pt x="0" y="198"/>
                    <a:pt x="0" y="199"/>
                    <a:pt x="0" y="201"/>
                  </a:cubicBezTo>
                  <a:cubicBezTo>
                    <a:pt x="0" y="201"/>
                    <a:pt x="0" y="202"/>
                    <a:pt x="0" y="203"/>
                  </a:cubicBezTo>
                  <a:cubicBezTo>
                    <a:pt x="0" y="203"/>
                    <a:pt x="0" y="203"/>
                    <a:pt x="2" y="203"/>
                  </a:cubicBezTo>
                  <a:cubicBezTo>
                    <a:pt x="20" y="243"/>
                    <a:pt x="58" y="290"/>
                    <a:pt x="110" y="327"/>
                  </a:cubicBezTo>
                  <a:cubicBezTo>
                    <a:pt x="163" y="365"/>
                    <a:pt x="229" y="393"/>
                    <a:pt x="307" y="393"/>
                  </a:cubicBezTo>
                  <a:cubicBezTo>
                    <a:pt x="384" y="393"/>
                    <a:pt x="450" y="365"/>
                    <a:pt x="513" y="333"/>
                  </a:cubicBezTo>
                  <a:cubicBezTo>
                    <a:pt x="576" y="302"/>
                    <a:pt x="636" y="268"/>
                    <a:pt x="704" y="250"/>
                  </a:cubicBezTo>
                  <a:cubicBezTo>
                    <a:pt x="844" y="354"/>
                    <a:pt x="844" y="354"/>
                    <a:pt x="844" y="354"/>
                  </a:cubicBezTo>
                  <a:cubicBezTo>
                    <a:pt x="850" y="358"/>
                    <a:pt x="856" y="358"/>
                    <a:pt x="861" y="355"/>
                  </a:cubicBezTo>
                  <a:cubicBezTo>
                    <a:pt x="867" y="351"/>
                    <a:pt x="870" y="346"/>
                    <a:pt x="868" y="339"/>
                  </a:cubicBezTo>
                  <a:cubicBezTo>
                    <a:pt x="857" y="290"/>
                    <a:pt x="850" y="241"/>
                    <a:pt x="850" y="193"/>
                  </a:cubicBezTo>
                  <a:cubicBezTo>
                    <a:pt x="850" y="147"/>
                    <a:pt x="856" y="101"/>
                    <a:pt x="868" y="56"/>
                  </a:cubicBezTo>
                  <a:cubicBezTo>
                    <a:pt x="870" y="49"/>
                    <a:pt x="867" y="43"/>
                    <a:pt x="861" y="39"/>
                  </a:cubicBezTo>
                  <a:close/>
                  <a:moveTo>
                    <a:pt x="500" y="306"/>
                  </a:moveTo>
                  <a:lnTo>
                    <a:pt x="500" y="306"/>
                  </a:lnTo>
                  <a:cubicBezTo>
                    <a:pt x="437" y="337"/>
                    <a:pt x="375" y="364"/>
                    <a:pt x="307" y="364"/>
                  </a:cubicBezTo>
                  <a:cubicBezTo>
                    <a:pt x="238" y="364"/>
                    <a:pt x="176" y="337"/>
                    <a:pt x="128" y="302"/>
                  </a:cubicBezTo>
                  <a:cubicBezTo>
                    <a:pt x="83" y="271"/>
                    <a:pt x="50" y="230"/>
                    <a:pt x="31" y="198"/>
                  </a:cubicBezTo>
                  <a:cubicBezTo>
                    <a:pt x="64" y="140"/>
                    <a:pt x="106" y="99"/>
                    <a:pt x="152" y="71"/>
                  </a:cubicBezTo>
                  <a:cubicBezTo>
                    <a:pt x="200" y="43"/>
                    <a:pt x="255" y="31"/>
                    <a:pt x="307" y="31"/>
                  </a:cubicBezTo>
                  <a:cubicBezTo>
                    <a:pt x="340" y="31"/>
                    <a:pt x="373" y="39"/>
                    <a:pt x="405" y="52"/>
                  </a:cubicBezTo>
                  <a:cubicBezTo>
                    <a:pt x="453" y="71"/>
                    <a:pt x="499" y="102"/>
                    <a:pt x="548" y="127"/>
                  </a:cubicBezTo>
                  <a:cubicBezTo>
                    <a:pt x="593" y="151"/>
                    <a:pt x="639" y="172"/>
                    <a:pt x="693" y="175"/>
                  </a:cubicBezTo>
                  <a:cubicBezTo>
                    <a:pt x="693" y="223"/>
                    <a:pt x="693" y="223"/>
                    <a:pt x="693" y="223"/>
                  </a:cubicBezTo>
                  <a:cubicBezTo>
                    <a:pt x="622" y="243"/>
                    <a:pt x="561" y="276"/>
                    <a:pt x="500" y="306"/>
                  </a:cubicBezTo>
                  <a:close/>
                  <a:moveTo>
                    <a:pt x="722" y="168"/>
                  </a:moveTo>
                  <a:lnTo>
                    <a:pt x="722" y="168"/>
                  </a:lnTo>
                  <a:cubicBezTo>
                    <a:pt x="830" y="88"/>
                    <a:pt x="830" y="88"/>
                    <a:pt x="830" y="88"/>
                  </a:cubicBezTo>
                  <a:cubicBezTo>
                    <a:pt x="823" y="123"/>
                    <a:pt x="820" y="158"/>
                    <a:pt x="820" y="193"/>
                  </a:cubicBezTo>
                  <a:cubicBezTo>
                    <a:pt x="820" y="231"/>
                    <a:pt x="823" y="269"/>
                    <a:pt x="830" y="306"/>
                  </a:cubicBezTo>
                  <a:cubicBezTo>
                    <a:pt x="722" y="226"/>
                    <a:pt x="722" y="226"/>
                    <a:pt x="722" y="226"/>
                  </a:cubicBezTo>
                  <a:lnTo>
                    <a:pt x="722" y="16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5E9B734A-E989-233B-0107-8730196917AA}"/>
                </a:ext>
              </a:extLst>
            </p:cNvPr>
            <p:cNvSpPr>
              <a:spLocks noChangeArrowheads="1"/>
            </p:cNvSpPr>
            <p:nvPr/>
          </p:nvSpPr>
          <p:spPr bwMode="auto">
            <a:xfrm>
              <a:off x="6230938" y="3741738"/>
              <a:ext cx="12700" cy="12700"/>
            </a:xfrm>
            <a:custGeom>
              <a:avLst/>
              <a:gdLst>
                <a:gd name="T0" fmla="*/ 18 w 37"/>
                <a:gd name="T1" fmla="*/ 0 h 36"/>
                <a:gd name="T2" fmla="*/ 18 w 37"/>
                <a:gd name="T3" fmla="*/ 0 h 36"/>
                <a:gd name="T4" fmla="*/ 0 w 37"/>
                <a:gd name="T5" fmla="*/ 17 h 36"/>
                <a:gd name="T6" fmla="*/ 18 w 37"/>
                <a:gd name="T7" fmla="*/ 35 h 36"/>
                <a:gd name="T8" fmla="*/ 36 w 37"/>
                <a:gd name="T9" fmla="*/ 17 h 36"/>
                <a:gd name="T10" fmla="*/ 18 w 37"/>
                <a:gd name="T11" fmla="*/ 0 h 36"/>
              </a:gdLst>
              <a:ahLst/>
              <a:cxnLst>
                <a:cxn ang="0">
                  <a:pos x="T0" y="T1"/>
                </a:cxn>
                <a:cxn ang="0">
                  <a:pos x="T2" y="T3"/>
                </a:cxn>
                <a:cxn ang="0">
                  <a:pos x="T4" y="T5"/>
                </a:cxn>
                <a:cxn ang="0">
                  <a:pos x="T6" y="T7"/>
                </a:cxn>
                <a:cxn ang="0">
                  <a:pos x="T8" y="T9"/>
                </a:cxn>
                <a:cxn ang="0">
                  <a:pos x="T10" y="T11"/>
                </a:cxn>
              </a:cxnLst>
              <a:rect l="0" t="0" r="r" b="b"/>
              <a:pathLst>
                <a:path w="37" h="36">
                  <a:moveTo>
                    <a:pt x="18" y="0"/>
                  </a:moveTo>
                  <a:lnTo>
                    <a:pt x="18" y="0"/>
                  </a:lnTo>
                  <a:cubicBezTo>
                    <a:pt x="8" y="0"/>
                    <a:pt x="0" y="7"/>
                    <a:pt x="0" y="17"/>
                  </a:cubicBezTo>
                  <a:cubicBezTo>
                    <a:pt x="0" y="28"/>
                    <a:pt x="8" y="35"/>
                    <a:pt x="18" y="35"/>
                  </a:cubicBezTo>
                  <a:cubicBezTo>
                    <a:pt x="28" y="35"/>
                    <a:pt x="36" y="28"/>
                    <a:pt x="36" y="17"/>
                  </a:cubicBezTo>
                  <a:cubicBezTo>
                    <a:pt x="36" y="7"/>
                    <a:pt x="28"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74C6D234-5989-469D-3FEC-DDFB0C6B7B76}"/>
                </a:ext>
              </a:extLst>
            </p:cNvPr>
            <p:cNvSpPr>
              <a:spLocks noChangeArrowheads="1"/>
            </p:cNvSpPr>
            <p:nvPr/>
          </p:nvSpPr>
          <p:spPr bwMode="auto">
            <a:xfrm>
              <a:off x="6257925" y="3717925"/>
              <a:ext cx="25400" cy="90488"/>
            </a:xfrm>
            <a:custGeom>
              <a:avLst/>
              <a:gdLst>
                <a:gd name="T0" fmla="*/ 27 w 70"/>
                <a:gd name="T1" fmla="*/ 6 h 252"/>
                <a:gd name="T2" fmla="*/ 27 w 70"/>
                <a:gd name="T3" fmla="*/ 6 h 252"/>
                <a:gd name="T4" fmla="*/ 6 w 70"/>
                <a:gd name="T5" fmla="*/ 6 h 252"/>
                <a:gd name="T6" fmla="*/ 6 w 70"/>
                <a:gd name="T7" fmla="*/ 27 h 252"/>
                <a:gd name="T8" fmla="*/ 6 w 70"/>
                <a:gd name="T9" fmla="*/ 27 h 252"/>
                <a:gd name="T10" fmla="*/ 34 w 70"/>
                <a:gd name="T11" fmla="*/ 89 h 252"/>
                <a:gd name="T12" fmla="*/ 38 w 70"/>
                <a:gd name="T13" fmla="*/ 115 h 252"/>
                <a:gd name="T14" fmla="*/ 38 w 70"/>
                <a:gd name="T15" fmla="*/ 124 h 252"/>
                <a:gd name="T16" fmla="*/ 38 w 70"/>
                <a:gd name="T17" fmla="*/ 125 h 252"/>
                <a:gd name="T18" fmla="*/ 38 w 70"/>
                <a:gd name="T19" fmla="*/ 127 h 252"/>
                <a:gd name="T20" fmla="*/ 38 w 70"/>
                <a:gd name="T21" fmla="*/ 127 h 252"/>
                <a:gd name="T22" fmla="*/ 34 w 70"/>
                <a:gd name="T23" fmla="*/ 169 h 252"/>
                <a:gd name="T24" fmla="*/ 6 w 70"/>
                <a:gd name="T25" fmla="*/ 224 h 252"/>
                <a:gd name="T26" fmla="*/ 6 w 70"/>
                <a:gd name="T27" fmla="*/ 245 h 252"/>
                <a:gd name="T28" fmla="*/ 27 w 70"/>
                <a:gd name="T29" fmla="*/ 245 h 252"/>
                <a:gd name="T30" fmla="*/ 63 w 70"/>
                <a:gd name="T31" fmla="*/ 170 h 252"/>
                <a:gd name="T32" fmla="*/ 69 w 70"/>
                <a:gd name="T33" fmla="*/ 127 h 252"/>
                <a:gd name="T34" fmla="*/ 63 w 70"/>
                <a:gd name="T35" fmla="*/ 82 h 252"/>
                <a:gd name="T36" fmla="*/ 27 w 70"/>
                <a:gd name="T37"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0" h="252">
                  <a:moveTo>
                    <a:pt x="27" y="6"/>
                  </a:moveTo>
                  <a:lnTo>
                    <a:pt x="27" y="6"/>
                  </a:lnTo>
                  <a:cubicBezTo>
                    <a:pt x="21" y="0"/>
                    <a:pt x="13" y="0"/>
                    <a:pt x="6" y="6"/>
                  </a:cubicBezTo>
                  <a:cubicBezTo>
                    <a:pt x="0" y="12"/>
                    <a:pt x="0" y="21"/>
                    <a:pt x="6" y="27"/>
                  </a:cubicBezTo>
                  <a:lnTo>
                    <a:pt x="6" y="27"/>
                  </a:lnTo>
                  <a:cubicBezTo>
                    <a:pt x="21" y="42"/>
                    <a:pt x="30" y="66"/>
                    <a:pt x="34" y="89"/>
                  </a:cubicBezTo>
                  <a:cubicBezTo>
                    <a:pt x="37" y="99"/>
                    <a:pt x="37" y="108"/>
                    <a:pt x="38" y="115"/>
                  </a:cubicBezTo>
                  <a:cubicBezTo>
                    <a:pt x="38" y="118"/>
                    <a:pt x="38" y="121"/>
                    <a:pt x="38" y="124"/>
                  </a:cubicBezTo>
                  <a:cubicBezTo>
                    <a:pt x="38" y="125"/>
                    <a:pt x="38" y="125"/>
                    <a:pt x="38" y="125"/>
                  </a:cubicBezTo>
                  <a:cubicBezTo>
                    <a:pt x="38" y="127"/>
                    <a:pt x="38" y="127"/>
                    <a:pt x="38" y="127"/>
                  </a:cubicBezTo>
                  <a:lnTo>
                    <a:pt x="38" y="127"/>
                  </a:lnTo>
                  <a:cubicBezTo>
                    <a:pt x="38" y="131"/>
                    <a:pt x="38" y="148"/>
                    <a:pt x="34" y="169"/>
                  </a:cubicBezTo>
                  <a:cubicBezTo>
                    <a:pt x="28" y="188"/>
                    <a:pt x="20" y="211"/>
                    <a:pt x="6" y="224"/>
                  </a:cubicBezTo>
                  <a:cubicBezTo>
                    <a:pt x="0" y="230"/>
                    <a:pt x="0" y="239"/>
                    <a:pt x="6" y="245"/>
                  </a:cubicBezTo>
                  <a:cubicBezTo>
                    <a:pt x="13" y="251"/>
                    <a:pt x="21" y="251"/>
                    <a:pt x="27" y="245"/>
                  </a:cubicBezTo>
                  <a:cubicBezTo>
                    <a:pt x="49" y="224"/>
                    <a:pt x="59" y="194"/>
                    <a:pt x="63" y="170"/>
                  </a:cubicBezTo>
                  <a:cubicBezTo>
                    <a:pt x="69" y="146"/>
                    <a:pt x="69" y="127"/>
                    <a:pt x="69" y="127"/>
                  </a:cubicBezTo>
                  <a:cubicBezTo>
                    <a:pt x="69" y="125"/>
                    <a:pt x="69" y="107"/>
                    <a:pt x="63" y="82"/>
                  </a:cubicBezTo>
                  <a:cubicBezTo>
                    <a:pt x="59" y="58"/>
                    <a:pt x="49" y="28"/>
                    <a:pt x="2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1" name="Freeform 107">
            <a:extLst>
              <a:ext uri="{FF2B5EF4-FFF2-40B4-BE49-F238E27FC236}">
                <a16:creationId xmlns:a16="http://schemas.microsoft.com/office/drawing/2014/main" id="{316E2C51-538B-B0EF-510F-13B749755AF4}"/>
              </a:ext>
            </a:extLst>
          </p:cNvPr>
          <p:cNvSpPr>
            <a:spLocks noChangeArrowheads="1"/>
          </p:cNvSpPr>
          <p:nvPr/>
        </p:nvSpPr>
        <p:spPr bwMode="auto">
          <a:xfrm>
            <a:off x="4725590" y="1339726"/>
            <a:ext cx="184150" cy="258762"/>
          </a:xfrm>
          <a:custGeom>
            <a:avLst/>
            <a:gdLst>
              <a:gd name="T0" fmla="*/ 2 w 511"/>
              <a:gd name="T1" fmla="*/ 441 h 720"/>
              <a:gd name="T2" fmla="*/ 91 w 511"/>
              <a:gd name="T3" fmla="*/ 709 h 720"/>
              <a:gd name="T4" fmla="*/ 404 w 511"/>
              <a:gd name="T5" fmla="*/ 719 h 720"/>
              <a:gd name="T6" fmla="*/ 510 w 511"/>
              <a:gd name="T7" fmla="*/ 443 h 720"/>
              <a:gd name="T8" fmla="*/ 510 w 511"/>
              <a:gd name="T9" fmla="*/ 438 h 720"/>
              <a:gd name="T10" fmla="*/ 510 w 511"/>
              <a:gd name="T11" fmla="*/ 438 h 720"/>
              <a:gd name="T12" fmla="*/ 442 w 511"/>
              <a:gd name="T13" fmla="*/ 258 h 720"/>
              <a:gd name="T14" fmla="*/ 330 w 511"/>
              <a:gd name="T15" fmla="*/ 135 h 720"/>
              <a:gd name="T16" fmla="*/ 315 w 511"/>
              <a:gd name="T17" fmla="*/ 31 h 720"/>
              <a:gd name="T18" fmla="*/ 315 w 511"/>
              <a:gd name="T19" fmla="*/ 0 h 720"/>
              <a:gd name="T20" fmla="*/ 180 w 511"/>
              <a:gd name="T21" fmla="*/ 135 h 720"/>
              <a:gd name="T22" fmla="*/ 69 w 511"/>
              <a:gd name="T23" fmla="*/ 258 h 720"/>
              <a:gd name="T24" fmla="*/ 0 w 511"/>
              <a:gd name="T25" fmla="*/ 438 h 720"/>
              <a:gd name="T26" fmla="*/ 2 w 511"/>
              <a:gd name="T27" fmla="*/ 441 h 720"/>
              <a:gd name="T28" fmla="*/ 395 w 511"/>
              <a:gd name="T29" fmla="*/ 689 h 720"/>
              <a:gd name="T30" fmla="*/ 31 w 511"/>
              <a:gd name="T31" fmla="*/ 436 h 720"/>
              <a:gd name="T32" fmla="*/ 76 w 511"/>
              <a:gd name="T33" fmla="*/ 393 h 720"/>
              <a:gd name="T34" fmla="*/ 121 w 511"/>
              <a:gd name="T35" fmla="*/ 438 h 720"/>
              <a:gd name="T36" fmla="*/ 150 w 511"/>
              <a:gd name="T37" fmla="*/ 438 h 720"/>
              <a:gd name="T38" fmla="*/ 163 w 511"/>
              <a:gd name="T39" fmla="*/ 407 h 720"/>
              <a:gd name="T40" fmla="*/ 228 w 511"/>
              <a:gd name="T41" fmla="*/ 407 h 720"/>
              <a:gd name="T42" fmla="*/ 256 w 511"/>
              <a:gd name="T43" fmla="*/ 453 h 720"/>
              <a:gd name="T44" fmla="*/ 270 w 511"/>
              <a:gd name="T45" fmla="*/ 438 h 720"/>
              <a:gd name="T46" fmla="*/ 315 w 511"/>
              <a:gd name="T47" fmla="*/ 393 h 720"/>
              <a:gd name="T48" fmla="*/ 360 w 511"/>
              <a:gd name="T49" fmla="*/ 438 h 720"/>
              <a:gd name="T50" fmla="*/ 390 w 511"/>
              <a:gd name="T51" fmla="*/ 438 h 720"/>
              <a:gd name="T52" fmla="*/ 403 w 511"/>
              <a:gd name="T53" fmla="*/ 407 h 720"/>
              <a:gd name="T54" fmla="*/ 466 w 511"/>
              <a:gd name="T55" fmla="*/ 407 h 720"/>
              <a:gd name="T56" fmla="*/ 395 w 511"/>
              <a:gd name="T57" fmla="*/ 689 h 720"/>
              <a:gd name="T58" fmla="*/ 256 w 511"/>
              <a:gd name="T59" fmla="*/ 90 h 720"/>
              <a:gd name="T60" fmla="*/ 256 w 511"/>
              <a:gd name="T61" fmla="*/ 179 h 720"/>
              <a:gd name="T62" fmla="*/ 256 w 511"/>
              <a:gd name="T63" fmla="*/ 90 h 720"/>
              <a:gd name="T64" fmla="*/ 90 w 511"/>
              <a:gd name="T65" fmla="*/ 279 h 720"/>
              <a:gd name="T66" fmla="*/ 420 w 511"/>
              <a:gd name="T67" fmla="*/ 279 h 720"/>
              <a:gd name="T68" fmla="*/ 435 w 511"/>
              <a:gd name="T69" fmla="*/ 363 h 720"/>
              <a:gd name="T70" fmla="*/ 315 w 511"/>
              <a:gd name="T71" fmla="*/ 363 h 720"/>
              <a:gd name="T72" fmla="*/ 195 w 511"/>
              <a:gd name="T73" fmla="*/ 363 h 720"/>
              <a:gd name="T74" fmla="*/ 76 w 511"/>
              <a:gd name="T75" fmla="*/ 363 h 720"/>
              <a:gd name="T76" fmla="*/ 90 w 511"/>
              <a:gd name="T77" fmla="*/ 27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11" h="720">
                <a:moveTo>
                  <a:pt x="2" y="441"/>
                </a:moveTo>
                <a:lnTo>
                  <a:pt x="2" y="441"/>
                </a:lnTo>
                <a:cubicBezTo>
                  <a:pt x="2" y="442"/>
                  <a:pt x="2" y="442"/>
                  <a:pt x="2" y="443"/>
                </a:cubicBezTo>
                <a:cubicBezTo>
                  <a:pt x="91" y="709"/>
                  <a:pt x="91" y="709"/>
                  <a:pt x="91" y="709"/>
                </a:cubicBezTo>
                <a:cubicBezTo>
                  <a:pt x="93" y="716"/>
                  <a:pt x="98" y="719"/>
                  <a:pt x="105" y="719"/>
                </a:cubicBezTo>
                <a:cubicBezTo>
                  <a:pt x="404" y="719"/>
                  <a:pt x="404" y="719"/>
                  <a:pt x="404" y="719"/>
                </a:cubicBezTo>
                <a:cubicBezTo>
                  <a:pt x="411" y="719"/>
                  <a:pt x="417" y="716"/>
                  <a:pt x="420" y="709"/>
                </a:cubicBezTo>
                <a:cubicBezTo>
                  <a:pt x="510" y="443"/>
                  <a:pt x="510" y="443"/>
                  <a:pt x="510" y="443"/>
                </a:cubicBezTo>
                <a:cubicBezTo>
                  <a:pt x="510" y="442"/>
                  <a:pt x="510" y="442"/>
                  <a:pt x="510" y="441"/>
                </a:cubicBezTo>
                <a:cubicBezTo>
                  <a:pt x="510" y="441"/>
                  <a:pt x="510" y="439"/>
                  <a:pt x="510" y="438"/>
                </a:cubicBezTo>
                <a:lnTo>
                  <a:pt x="510" y="438"/>
                </a:lnTo>
                <a:lnTo>
                  <a:pt x="510" y="438"/>
                </a:lnTo>
                <a:lnTo>
                  <a:pt x="510" y="438"/>
                </a:lnTo>
                <a:cubicBezTo>
                  <a:pt x="510" y="368"/>
                  <a:pt x="486" y="304"/>
                  <a:pt x="442" y="258"/>
                </a:cubicBezTo>
                <a:cubicBezTo>
                  <a:pt x="409" y="223"/>
                  <a:pt x="362" y="198"/>
                  <a:pt x="308" y="188"/>
                </a:cubicBezTo>
                <a:cubicBezTo>
                  <a:pt x="322" y="175"/>
                  <a:pt x="330" y="156"/>
                  <a:pt x="330" y="135"/>
                </a:cubicBezTo>
                <a:cubicBezTo>
                  <a:pt x="330" y="99"/>
                  <a:pt x="305" y="70"/>
                  <a:pt x="272" y="63"/>
                </a:cubicBezTo>
                <a:cubicBezTo>
                  <a:pt x="278" y="43"/>
                  <a:pt x="295" y="31"/>
                  <a:pt x="315" y="31"/>
                </a:cubicBezTo>
                <a:cubicBezTo>
                  <a:pt x="323" y="31"/>
                  <a:pt x="330" y="24"/>
                  <a:pt x="330" y="15"/>
                </a:cubicBezTo>
                <a:cubicBezTo>
                  <a:pt x="330" y="7"/>
                  <a:pt x="323" y="0"/>
                  <a:pt x="315" y="0"/>
                </a:cubicBezTo>
                <a:cubicBezTo>
                  <a:pt x="278" y="0"/>
                  <a:pt x="249" y="26"/>
                  <a:pt x="242" y="62"/>
                </a:cubicBezTo>
                <a:cubicBezTo>
                  <a:pt x="206" y="69"/>
                  <a:pt x="180" y="98"/>
                  <a:pt x="180" y="135"/>
                </a:cubicBezTo>
                <a:cubicBezTo>
                  <a:pt x="180" y="156"/>
                  <a:pt x="190" y="175"/>
                  <a:pt x="202" y="188"/>
                </a:cubicBezTo>
                <a:cubicBezTo>
                  <a:pt x="148" y="198"/>
                  <a:pt x="103" y="223"/>
                  <a:pt x="69" y="258"/>
                </a:cubicBezTo>
                <a:cubicBezTo>
                  <a:pt x="24" y="304"/>
                  <a:pt x="2" y="368"/>
                  <a:pt x="0" y="438"/>
                </a:cubicBezTo>
                <a:lnTo>
                  <a:pt x="0" y="438"/>
                </a:lnTo>
                <a:lnTo>
                  <a:pt x="0" y="438"/>
                </a:lnTo>
                <a:cubicBezTo>
                  <a:pt x="0" y="439"/>
                  <a:pt x="2" y="441"/>
                  <a:pt x="2" y="441"/>
                </a:cubicBezTo>
                <a:close/>
                <a:moveTo>
                  <a:pt x="395" y="689"/>
                </a:moveTo>
                <a:lnTo>
                  <a:pt x="395" y="689"/>
                </a:lnTo>
                <a:cubicBezTo>
                  <a:pt x="117" y="689"/>
                  <a:pt x="117" y="689"/>
                  <a:pt x="117" y="689"/>
                </a:cubicBezTo>
                <a:cubicBezTo>
                  <a:pt x="31" y="436"/>
                  <a:pt x="31" y="436"/>
                  <a:pt x="31" y="436"/>
                </a:cubicBezTo>
                <a:cubicBezTo>
                  <a:pt x="31" y="425"/>
                  <a:pt x="37" y="414"/>
                  <a:pt x="44" y="407"/>
                </a:cubicBezTo>
                <a:cubicBezTo>
                  <a:pt x="52" y="399"/>
                  <a:pt x="63" y="393"/>
                  <a:pt x="76" y="393"/>
                </a:cubicBezTo>
                <a:cubicBezTo>
                  <a:pt x="89" y="393"/>
                  <a:pt x="98" y="399"/>
                  <a:pt x="107" y="407"/>
                </a:cubicBezTo>
                <a:cubicBezTo>
                  <a:pt x="115" y="415"/>
                  <a:pt x="121" y="427"/>
                  <a:pt x="121" y="438"/>
                </a:cubicBezTo>
                <a:cubicBezTo>
                  <a:pt x="121" y="446"/>
                  <a:pt x="128" y="453"/>
                  <a:pt x="135" y="453"/>
                </a:cubicBezTo>
                <a:cubicBezTo>
                  <a:pt x="143" y="453"/>
                  <a:pt x="150" y="446"/>
                  <a:pt x="150" y="438"/>
                </a:cubicBezTo>
                <a:lnTo>
                  <a:pt x="150" y="438"/>
                </a:lnTo>
                <a:cubicBezTo>
                  <a:pt x="150" y="427"/>
                  <a:pt x="156" y="415"/>
                  <a:pt x="163" y="407"/>
                </a:cubicBezTo>
                <a:cubicBezTo>
                  <a:pt x="171" y="399"/>
                  <a:pt x="183" y="393"/>
                  <a:pt x="195" y="393"/>
                </a:cubicBezTo>
                <a:cubicBezTo>
                  <a:pt x="208" y="393"/>
                  <a:pt x="219" y="399"/>
                  <a:pt x="228" y="407"/>
                </a:cubicBezTo>
                <a:cubicBezTo>
                  <a:pt x="235" y="415"/>
                  <a:pt x="240" y="427"/>
                  <a:pt x="240" y="438"/>
                </a:cubicBezTo>
                <a:cubicBezTo>
                  <a:pt x="240" y="446"/>
                  <a:pt x="247" y="453"/>
                  <a:pt x="256" y="453"/>
                </a:cubicBezTo>
                <a:cubicBezTo>
                  <a:pt x="264" y="453"/>
                  <a:pt x="270" y="446"/>
                  <a:pt x="270" y="438"/>
                </a:cubicBezTo>
                <a:lnTo>
                  <a:pt x="270" y="438"/>
                </a:lnTo>
                <a:cubicBezTo>
                  <a:pt x="270" y="427"/>
                  <a:pt x="275" y="415"/>
                  <a:pt x="284" y="407"/>
                </a:cubicBezTo>
                <a:cubicBezTo>
                  <a:pt x="292" y="399"/>
                  <a:pt x="303" y="393"/>
                  <a:pt x="315" y="393"/>
                </a:cubicBezTo>
                <a:cubicBezTo>
                  <a:pt x="327" y="393"/>
                  <a:pt x="338" y="399"/>
                  <a:pt x="347" y="407"/>
                </a:cubicBezTo>
                <a:cubicBezTo>
                  <a:pt x="355" y="415"/>
                  <a:pt x="360" y="427"/>
                  <a:pt x="360" y="438"/>
                </a:cubicBezTo>
                <a:cubicBezTo>
                  <a:pt x="360" y="446"/>
                  <a:pt x="367" y="453"/>
                  <a:pt x="375" y="453"/>
                </a:cubicBezTo>
                <a:cubicBezTo>
                  <a:pt x="383" y="453"/>
                  <a:pt x="390" y="446"/>
                  <a:pt x="390" y="438"/>
                </a:cubicBezTo>
                <a:lnTo>
                  <a:pt x="390" y="438"/>
                </a:lnTo>
                <a:cubicBezTo>
                  <a:pt x="390" y="427"/>
                  <a:pt x="395" y="415"/>
                  <a:pt x="403" y="407"/>
                </a:cubicBezTo>
                <a:cubicBezTo>
                  <a:pt x="411" y="399"/>
                  <a:pt x="423" y="393"/>
                  <a:pt x="435" y="393"/>
                </a:cubicBezTo>
                <a:cubicBezTo>
                  <a:pt x="448" y="393"/>
                  <a:pt x="458" y="399"/>
                  <a:pt x="466" y="407"/>
                </a:cubicBezTo>
                <a:cubicBezTo>
                  <a:pt x="475" y="414"/>
                  <a:pt x="479" y="425"/>
                  <a:pt x="480" y="436"/>
                </a:cubicBezTo>
                <a:lnTo>
                  <a:pt x="395" y="689"/>
                </a:lnTo>
                <a:close/>
                <a:moveTo>
                  <a:pt x="256" y="90"/>
                </a:moveTo>
                <a:lnTo>
                  <a:pt x="256" y="90"/>
                </a:lnTo>
                <a:cubicBezTo>
                  <a:pt x="279" y="90"/>
                  <a:pt x="301" y="111"/>
                  <a:pt x="301" y="135"/>
                </a:cubicBezTo>
                <a:cubicBezTo>
                  <a:pt x="301" y="160"/>
                  <a:pt x="279" y="179"/>
                  <a:pt x="256" y="179"/>
                </a:cubicBezTo>
                <a:cubicBezTo>
                  <a:pt x="230" y="179"/>
                  <a:pt x="211" y="160"/>
                  <a:pt x="211" y="135"/>
                </a:cubicBezTo>
                <a:cubicBezTo>
                  <a:pt x="211" y="111"/>
                  <a:pt x="230" y="90"/>
                  <a:pt x="256" y="90"/>
                </a:cubicBezTo>
                <a:close/>
                <a:moveTo>
                  <a:pt x="90" y="279"/>
                </a:moveTo>
                <a:lnTo>
                  <a:pt x="90" y="279"/>
                </a:lnTo>
                <a:cubicBezTo>
                  <a:pt x="128" y="238"/>
                  <a:pt x="184" y="215"/>
                  <a:pt x="256" y="213"/>
                </a:cubicBezTo>
                <a:cubicBezTo>
                  <a:pt x="327" y="215"/>
                  <a:pt x="382" y="238"/>
                  <a:pt x="420" y="279"/>
                </a:cubicBezTo>
                <a:cubicBezTo>
                  <a:pt x="445" y="304"/>
                  <a:pt x="462" y="337"/>
                  <a:pt x="472" y="373"/>
                </a:cubicBezTo>
                <a:cubicBezTo>
                  <a:pt x="461" y="368"/>
                  <a:pt x="448" y="363"/>
                  <a:pt x="435" y="363"/>
                </a:cubicBezTo>
                <a:cubicBezTo>
                  <a:pt x="410" y="363"/>
                  <a:pt x="389" y="376"/>
                  <a:pt x="375" y="394"/>
                </a:cubicBezTo>
                <a:cubicBezTo>
                  <a:pt x="361" y="376"/>
                  <a:pt x="340" y="363"/>
                  <a:pt x="315" y="363"/>
                </a:cubicBezTo>
                <a:cubicBezTo>
                  <a:pt x="291" y="363"/>
                  <a:pt x="268" y="376"/>
                  <a:pt x="256" y="394"/>
                </a:cubicBezTo>
                <a:cubicBezTo>
                  <a:pt x="242" y="376"/>
                  <a:pt x="221" y="363"/>
                  <a:pt x="195" y="363"/>
                </a:cubicBezTo>
                <a:cubicBezTo>
                  <a:pt x="171" y="363"/>
                  <a:pt x="149" y="376"/>
                  <a:pt x="135" y="394"/>
                </a:cubicBezTo>
                <a:cubicBezTo>
                  <a:pt x="122" y="376"/>
                  <a:pt x="100" y="363"/>
                  <a:pt x="76" y="363"/>
                </a:cubicBezTo>
                <a:cubicBezTo>
                  <a:pt x="62" y="363"/>
                  <a:pt x="49" y="368"/>
                  <a:pt x="39" y="373"/>
                </a:cubicBezTo>
                <a:cubicBezTo>
                  <a:pt x="48" y="337"/>
                  <a:pt x="66" y="304"/>
                  <a:pt x="90" y="279"/>
                </a:cubicBezTo>
                <a:close/>
              </a:path>
            </a:pathLst>
          </a:custGeom>
          <a:solidFill>
            <a:schemeClr val="tx2"/>
          </a:solidFill>
          <a:ln>
            <a:noFill/>
          </a:ln>
          <a:effectLst/>
        </p:spPr>
        <p:txBody>
          <a:bodyPr wrap="none" anchor="ctr"/>
          <a:lstStyle/>
          <a:p>
            <a:endParaRPr lang="da-DK"/>
          </a:p>
        </p:txBody>
      </p:sp>
      <p:grpSp>
        <p:nvGrpSpPr>
          <p:cNvPr id="132" name="Group 135">
            <a:extLst>
              <a:ext uri="{FF2B5EF4-FFF2-40B4-BE49-F238E27FC236}">
                <a16:creationId xmlns:a16="http://schemas.microsoft.com/office/drawing/2014/main" id="{BA4FE2CF-CD4E-3695-F2AC-46B92DAE4870}"/>
              </a:ext>
            </a:extLst>
          </p:cNvPr>
          <p:cNvGrpSpPr/>
          <p:nvPr/>
        </p:nvGrpSpPr>
        <p:grpSpPr>
          <a:xfrm>
            <a:off x="6255940" y="1831852"/>
            <a:ext cx="266700" cy="288925"/>
            <a:chOff x="5219700" y="3576638"/>
            <a:chExt cx="266700" cy="288925"/>
          </a:xfrm>
          <a:solidFill>
            <a:schemeClr val="tx2"/>
          </a:solidFill>
        </p:grpSpPr>
        <p:sp>
          <p:nvSpPr>
            <p:cNvPr id="133" name="Freeform 108">
              <a:extLst>
                <a:ext uri="{FF2B5EF4-FFF2-40B4-BE49-F238E27FC236}">
                  <a16:creationId xmlns:a16="http://schemas.microsoft.com/office/drawing/2014/main" id="{C549D883-52F0-C522-B688-8210C5934FA2}"/>
                </a:ext>
              </a:extLst>
            </p:cNvPr>
            <p:cNvSpPr>
              <a:spLocks noChangeArrowheads="1"/>
            </p:cNvSpPr>
            <p:nvPr/>
          </p:nvSpPr>
          <p:spPr bwMode="auto">
            <a:xfrm>
              <a:off x="5219700" y="3679825"/>
              <a:ext cx="219075" cy="185738"/>
            </a:xfrm>
            <a:custGeom>
              <a:avLst/>
              <a:gdLst>
                <a:gd name="T0" fmla="*/ 607 w 608"/>
                <a:gd name="T1" fmla="*/ 206 h 515"/>
                <a:gd name="T2" fmla="*/ 607 w 608"/>
                <a:gd name="T3" fmla="*/ 206 h 515"/>
                <a:gd name="T4" fmla="*/ 605 w 608"/>
                <a:gd name="T5" fmla="*/ 197 h 515"/>
                <a:gd name="T6" fmla="*/ 601 w 608"/>
                <a:gd name="T7" fmla="*/ 185 h 515"/>
                <a:gd name="T8" fmla="*/ 601 w 608"/>
                <a:gd name="T9" fmla="*/ 185 h 515"/>
                <a:gd name="T10" fmla="*/ 591 w 608"/>
                <a:gd name="T11" fmla="*/ 181 h 515"/>
                <a:gd name="T12" fmla="*/ 566 w 608"/>
                <a:gd name="T13" fmla="*/ 181 h 515"/>
                <a:gd name="T14" fmla="*/ 303 w 608"/>
                <a:gd name="T15" fmla="*/ 0 h 515"/>
                <a:gd name="T16" fmla="*/ 39 w 608"/>
                <a:gd name="T17" fmla="*/ 181 h 515"/>
                <a:gd name="T18" fmla="*/ 15 w 608"/>
                <a:gd name="T19" fmla="*/ 181 h 515"/>
                <a:gd name="T20" fmla="*/ 4 w 608"/>
                <a:gd name="T21" fmla="*/ 185 h 515"/>
                <a:gd name="T22" fmla="*/ 4 w 608"/>
                <a:gd name="T23" fmla="*/ 187 h 515"/>
                <a:gd name="T24" fmla="*/ 0 w 608"/>
                <a:gd name="T25" fmla="*/ 197 h 515"/>
                <a:gd name="T26" fmla="*/ 0 w 608"/>
                <a:gd name="T27" fmla="*/ 206 h 515"/>
                <a:gd name="T28" fmla="*/ 185 w 608"/>
                <a:gd name="T29" fmla="*/ 483 h 515"/>
                <a:gd name="T30" fmla="*/ 118 w 608"/>
                <a:gd name="T31" fmla="*/ 483 h 515"/>
                <a:gd name="T32" fmla="*/ 103 w 608"/>
                <a:gd name="T33" fmla="*/ 499 h 515"/>
                <a:gd name="T34" fmla="*/ 118 w 608"/>
                <a:gd name="T35" fmla="*/ 514 h 515"/>
                <a:gd name="T36" fmla="*/ 489 w 608"/>
                <a:gd name="T37" fmla="*/ 514 h 515"/>
                <a:gd name="T38" fmla="*/ 504 w 608"/>
                <a:gd name="T39" fmla="*/ 499 h 515"/>
                <a:gd name="T40" fmla="*/ 489 w 608"/>
                <a:gd name="T41" fmla="*/ 483 h 515"/>
                <a:gd name="T42" fmla="*/ 421 w 608"/>
                <a:gd name="T43" fmla="*/ 483 h 515"/>
                <a:gd name="T44" fmla="*/ 607 w 608"/>
                <a:gd name="T45" fmla="*/ 206 h 515"/>
                <a:gd name="T46" fmla="*/ 303 w 608"/>
                <a:gd name="T47" fmla="*/ 30 h 515"/>
                <a:gd name="T48" fmla="*/ 303 w 608"/>
                <a:gd name="T49" fmla="*/ 30 h 515"/>
                <a:gd name="T50" fmla="*/ 535 w 608"/>
                <a:gd name="T51" fmla="*/ 181 h 515"/>
                <a:gd name="T52" fmla="*/ 463 w 608"/>
                <a:gd name="T53" fmla="*/ 181 h 515"/>
                <a:gd name="T54" fmla="*/ 403 w 608"/>
                <a:gd name="T55" fmla="*/ 112 h 515"/>
                <a:gd name="T56" fmla="*/ 303 w 608"/>
                <a:gd name="T57" fmla="*/ 84 h 515"/>
                <a:gd name="T58" fmla="*/ 204 w 608"/>
                <a:gd name="T59" fmla="*/ 112 h 515"/>
                <a:gd name="T60" fmla="*/ 142 w 608"/>
                <a:gd name="T61" fmla="*/ 181 h 515"/>
                <a:gd name="T62" fmla="*/ 72 w 608"/>
                <a:gd name="T63" fmla="*/ 181 h 515"/>
                <a:gd name="T64" fmla="*/ 303 w 608"/>
                <a:gd name="T65" fmla="*/ 30 h 515"/>
                <a:gd name="T66" fmla="*/ 428 w 608"/>
                <a:gd name="T67" fmla="*/ 181 h 515"/>
                <a:gd name="T68" fmla="*/ 428 w 608"/>
                <a:gd name="T69" fmla="*/ 181 h 515"/>
                <a:gd name="T70" fmla="*/ 177 w 608"/>
                <a:gd name="T71" fmla="*/ 181 h 515"/>
                <a:gd name="T72" fmla="*/ 219 w 608"/>
                <a:gd name="T73" fmla="*/ 138 h 515"/>
                <a:gd name="T74" fmla="*/ 303 w 608"/>
                <a:gd name="T75" fmla="*/ 114 h 515"/>
                <a:gd name="T76" fmla="*/ 386 w 608"/>
                <a:gd name="T77" fmla="*/ 138 h 515"/>
                <a:gd name="T78" fmla="*/ 428 w 608"/>
                <a:gd name="T79" fmla="*/ 181 h 515"/>
                <a:gd name="T80" fmla="*/ 303 w 608"/>
                <a:gd name="T81" fmla="*/ 478 h 515"/>
                <a:gd name="T82" fmla="*/ 303 w 608"/>
                <a:gd name="T83" fmla="*/ 478 h 515"/>
                <a:gd name="T84" fmla="*/ 110 w 608"/>
                <a:gd name="T85" fmla="*/ 398 h 515"/>
                <a:gd name="T86" fmla="*/ 30 w 608"/>
                <a:gd name="T87" fmla="*/ 212 h 515"/>
                <a:gd name="T88" fmla="*/ 576 w 608"/>
                <a:gd name="T89" fmla="*/ 212 h 515"/>
                <a:gd name="T90" fmla="*/ 496 w 608"/>
                <a:gd name="T91" fmla="*/ 398 h 515"/>
                <a:gd name="T92" fmla="*/ 303 w 608"/>
                <a:gd name="T93" fmla="*/ 478 h 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08" h="515">
                  <a:moveTo>
                    <a:pt x="607" y="206"/>
                  </a:moveTo>
                  <a:lnTo>
                    <a:pt x="607" y="206"/>
                  </a:lnTo>
                  <a:cubicBezTo>
                    <a:pt x="607" y="202"/>
                    <a:pt x="607" y="199"/>
                    <a:pt x="605" y="197"/>
                  </a:cubicBezTo>
                  <a:cubicBezTo>
                    <a:pt x="605" y="192"/>
                    <a:pt x="604" y="188"/>
                    <a:pt x="601" y="185"/>
                  </a:cubicBezTo>
                  <a:lnTo>
                    <a:pt x="601" y="185"/>
                  </a:lnTo>
                  <a:cubicBezTo>
                    <a:pt x="598" y="183"/>
                    <a:pt x="594" y="181"/>
                    <a:pt x="591" y="181"/>
                  </a:cubicBezTo>
                  <a:cubicBezTo>
                    <a:pt x="566" y="181"/>
                    <a:pt x="566" y="181"/>
                    <a:pt x="566" y="181"/>
                  </a:cubicBezTo>
                  <a:cubicBezTo>
                    <a:pt x="527" y="73"/>
                    <a:pt x="425" y="0"/>
                    <a:pt x="303" y="0"/>
                  </a:cubicBezTo>
                  <a:cubicBezTo>
                    <a:pt x="181" y="0"/>
                    <a:pt x="80" y="73"/>
                    <a:pt x="39" y="181"/>
                  </a:cubicBezTo>
                  <a:cubicBezTo>
                    <a:pt x="15" y="181"/>
                    <a:pt x="15" y="181"/>
                    <a:pt x="15" y="181"/>
                  </a:cubicBezTo>
                  <a:cubicBezTo>
                    <a:pt x="11" y="181"/>
                    <a:pt x="7" y="183"/>
                    <a:pt x="4" y="185"/>
                  </a:cubicBezTo>
                  <a:cubicBezTo>
                    <a:pt x="4" y="187"/>
                    <a:pt x="4" y="187"/>
                    <a:pt x="4" y="187"/>
                  </a:cubicBezTo>
                  <a:cubicBezTo>
                    <a:pt x="1" y="190"/>
                    <a:pt x="0" y="192"/>
                    <a:pt x="0" y="197"/>
                  </a:cubicBezTo>
                  <a:cubicBezTo>
                    <a:pt x="0" y="199"/>
                    <a:pt x="0" y="202"/>
                    <a:pt x="0" y="206"/>
                  </a:cubicBezTo>
                  <a:cubicBezTo>
                    <a:pt x="0" y="330"/>
                    <a:pt x="76" y="439"/>
                    <a:pt x="185" y="483"/>
                  </a:cubicBezTo>
                  <a:cubicBezTo>
                    <a:pt x="118" y="483"/>
                    <a:pt x="118" y="483"/>
                    <a:pt x="118" y="483"/>
                  </a:cubicBezTo>
                  <a:cubicBezTo>
                    <a:pt x="110" y="483"/>
                    <a:pt x="103" y="490"/>
                    <a:pt x="103" y="499"/>
                  </a:cubicBezTo>
                  <a:cubicBezTo>
                    <a:pt x="103" y="507"/>
                    <a:pt x="110" y="514"/>
                    <a:pt x="118" y="514"/>
                  </a:cubicBezTo>
                  <a:cubicBezTo>
                    <a:pt x="489" y="514"/>
                    <a:pt x="489" y="514"/>
                    <a:pt x="489" y="514"/>
                  </a:cubicBezTo>
                  <a:cubicBezTo>
                    <a:pt x="497" y="514"/>
                    <a:pt x="504" y="507"/>
                    <a:pt x="504" y="499"/>
                  </a:cubicBezTo>
                  <a:cubicBezTo>
                    <a:pt x="504" y="490"/>
                    <a:pt x="497" y="483"/>
                    <a:pt x="489" y="483"/>
                  </a:cubicBezTo>
                  <a:cubicBezTo>
                    <a:pt x="421" y="483"/>
                    <a:pt x="421" y="483"/>
                    <a:pt x="421" y="483"/>
                  </a:cubicBezTo>
                  <a:cubicBezTo>
                    <a:pt x="529" y="439"/>
                    <a:pt x="607" y="330"/>
                    <a:pt x="607" y="206"/>
                  </a:cubicBezTo>
                  <a:close/>
                  <a:moveTo>
                    <a:pt x="303" y="30"/>
                  </a:moveTo>
                  <a:lnTo>
                    <a:pt x="303" y="30"/>
                  </a:lnTo>
                  <a:cubicBezTo>
                    <a:pt x="409" y="30"/>
                    <a:pt x="496" y="90"/>
                    <a:pt x="535" y="181"/>
                  </a:cubicBezTo>
                  <a:cubicBezTo>
                    <a:pt x="463" y="181"/>
                    <a:pt x="463" y="181"/>
                    <a:pt x="463" y="181"/>
                  </a:cubicBezTo>
                  <a:cubicBezTo>
                    <a:pt x="448" y="153"/>
                    <a:pt x="428" y="129"/>
                    <a:pt x="403" y="112"/>
                  </a:cubicBezTo>
                  <a:cubicBezTo>
                    <a:pt x="375" y="94"/>
                    <a:pt x="341" y="84"/>
                    <a:pt x="303" y="84"/>
                  </a:cubicBezTo>
                  <a:cubicBezTo>
                    <a:pt x="264" y="84"/>
                    <a:pt x="230" y="94"/>
                    <a:pt x="204" y="112"/>
                  </a:cubicBezTo>
                  <a:cubicBezTo>
                    <a:pt x="178" y="129"/>
                    <a:pt x="159" y="153"/>
                    <a:pt x="142" y="181"/>
                  </a:cubicBezTo>
                  <a:cubicBezTo>
                    <a:pt x="72" y="181"/>
                    <a:pt x="72" y="181"/>
                    <a:pt x="72" y="181"/>
                  </a:cubicBezTo>
                  <a:cubicBezTo>
                    <a:pt x="110" y="90"/>
                    <a:pt x="197" y="30"/>
                    <a:pt x="303" y="30"/>
                  </a:cubicBezTo>
                  <a:close/>
                  <a:moveTo>
                    <a:pt x="428" y="181"/>
                  </a:moveTo>
                  <a:lnTo>
                    <a:pt x="428" y="181"/>
                  </a:lnTo>
                  <a:cubicBezTo>
                    <a:pt x="177" y="181"/>
                    <a:pt x="177" y="181"/>
                    <a:pt x="177" y="181"/>
                  </a:cubicBezTo>
                  <a:cubicBezTo>
                    <a:pt x="190" y="163"/>
                    <a:pt x="204" y="149"/>
                    <a:pt x="219" y="138"/>
                  </a:cubicBezTo>
                  <a:cubicBezTo>
                    <a:pt x="243" y="122"/>
                    <a:pt x="270" y="114"/>
                    <a:pt x="303" y="114"/>
                  </a:cubicBezTo>
                  <a:cubicBezTo>
                    <a:pt x="337" y="114"/>
                    <a:pt x="364" y="122"/>
                    <a:pt x="386" y="138"/>
                  </a:cubicBezTo>
                  <a:cubicBezTo>
                    <a:pt x="403" y="149"/>
                    <a:pt x="417" y="163"/>
                    <a:pt x="428" y="181"/>
                  </a:cubicBezTo>
                  <a:close/>
                  <a:moveTo>
                    <a:pt x="303" y="478"/>
                  </a:moveTo>
                  <a:lnTo>
                    <a:pt x="303" y="478"/>
                  </a:lnTo>
                  <a:cubicBezTo>
                    <a:pt x="227" y="478"/>
                    <a:pt x="159" y="447"/>
                    <a:pt x="110" y="398"/>
                  </a:cubicBezTo>
                  <a:cubicBezTo>
                    <a:pt x="62" y="350"/>
                    <a:pt x="32" y="285"/>
                    <a:pt x="30" y="212"/>
                  </a:cubicBezTo>
                  <a:cubicBezTo>
                    <a:pt x="576" y="212"/>
                    <a:pt x="576" y="212"/>
                    <a:pt x="576" y="212"/>
                  </a:cubicBezTo>
                  <a:cubicBezTo>
                    <a:pt x="574" y="285"/>
                    <a:pt x="545" y="350"/>
                    <a:pt x="496" y="398"/>
                  </a:cubicBezTo>
                  <a:cubicBezTo>
                    <a:pt x="446" y="447"/>
                    <a:pt x="378" y="478"/>
                    <a:pt x="303" y="4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AAE66401-12EC-2C9C-BA44-09C106575723}"/>
                </a:ext>
              </a:extLst>
            </p:cNvPr>
            <p:cNvSpPr>
              <a:spLocks noChangeArrowheads="1"/>
            </p:cNvSpPr>
            <p:nvPr/>
          </p:nvSpPr>
          <p:spPr bwMode="auto">
            <a:xfrm>
              <a:off x="5256213" y="3576638"/>
              <a:ext cx="230187" cy="36512"/>
            </a:xfrm>
            <a:custGeom>
              <a:avLst/>
              <a:gdLst>
                <a:gd name="T0" fmla="*/ 622 w 640"/>
                <a:gd name="T1" fmla="*/ 2 h 101"/>
                <a:gd name="T2" fmla="*/ 622 w 640"/>
                <a:gd name="T3" fmla="*/ 2 h 101"/>
                <a:gd name="T4" fmla="*/ 14 w 640"/>
                <a:gd name="T5" fmla="*/ 69 h 101"/>
                <a:gd name="T6" fmla="*/ 2 w 640"/>
                <a:gd name="T7" fmla="*/ 86 h 101"/>
                <a:gd name="T8" fmla="*/ 18 w 640"/>
                <a:gd name="T9" fmla="*/ 99 h 101"/>
                <a:gd name="T10" fmla="*/ 625 w 640"/>
                <a:gd name="T11" fmla="*/ 31 h 101"/>
                <a:gd name="T12" fmla="*/ 639 w 640"/>
                <a:gd name="T13" fmla="*/ 14 h 101"/>
                <a:gd name="T14" fmla="*/ 622 w 640"/>
                <a:gd name="T15" fmla="*/ 2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2" y="2"/>
                  </a:moveTo>
                  <a:lnTo>
                    <a:pt x="622" y="2"/>
                  </a:lnTo>
                  <a:cubicBezTo>
                    <a:pt x="14" y="69"/>
                    <a:pt x="14" y="69"/>
                    <a:pt x="14" y="69"/>
                  </a:cubicBezTo>
                  <a:cubicBezTo>
                    <a:pt x="7" y="70"/>
                    <a:pt x="0" y="77"/>
                    <a:pt x="2" y="86"/>
                  </a:cubicBezTo>
                  <a:cubicBezTo>
                    <a:pt x="3" y="94"/>
                    <a:pt x="10" y="100"/>
                    <a:pt x="18" y="99"/>
                  </a:cubicBezTo>
                  <a:cubicBezTo>
                    <a:pt x="625" y="31"/>
                    <a:pt x="625" y="31"/>
                    <a:pt x="625" y="31"/>
                  </a:cubicBezTo>
                  <a:cubicBezTo>
                    <a:pt x="633" y="30"/>
                    <a:pt x="639" y="23"/>
                    <a:pt x="639" y="14"/>
                  </a:cubicBezTo>
                  <a:cubicBezTo>
                    <a:pt x="638" y="6"/>
                    <a:pt x="631" y="0"/>
                    <a:pt x="622"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10">
              <a:extLst>
                <a:ext uri="{FF2B5EF4-FFF2-40B4-BE49-F238E27FC236}">
                  <a16:creationId xmlns:a16="http://schemas.microsoft.com/office/drawing/2014/main" id="{FFF9E749-4976-13F2-2779-9B0CC3D80FB4}"/>
                </a:ext>
              </a:extLst>
            </p:cNvPr>
            <p:cNvSpPr>
              <a:spLocks noChangeArrowheads="1"/>
            </p:cNvSpPr>
            <p:nvPr/>
          </p:nvSpPr>
          <p:spPr bwMode="auto">
            <a:xfrm>
              <a:off x="5256213" y="3624263"/>
              <a:ext cx="230187" cy="36512"/>
            </a:xfrm>
            <a:custGeom>
              <a:avLst/>
              <a:gdLst>
                <a:gd name="T0" fmla="*/ 625 w 640"/>
                <a:gd name="T1" fmla="*/ 69 h 101"/>
                <a:gd name="T2" fmla="*/ 625 w 640"/>
                <a:gd name="T3" fmla="*/ 69 h 101"/>
                <a:gd name="T4" fmla="*/ 18 w 640"/>
                <a:gd name="T5" fmla="*/ 1 h 101"/>
                <a:gd name="T6" fmla="*/ 2 w 640"/>
                <a:gd name="T7" fmla="*/ 14 h 101"/>
                <a:gd name="T8" fmla="*/ 14 w 640"/>
                <a:gd name="T9" fmla="*/ 31 h 101"/>
                <a:gd name="T10" fmla="*/ 622 w 640"/>
                <a:gd name="T11" fmla="*/ 98 h 101"/>
                <a:gd name="T12" fmla="*/ 639 w 640"/>
                <a:gd name="T13" fmla="*/ 86 h 101"/>
                <a:gd name="T14" fmla="*/ 625 w 640"/>
                <a:gd name="T15" fmla="*/ 69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5" y="69"/>
                  </a:moveTo>
                  <a:lnTo>
                    <a:pt x="625" y="69"/>
                  </a:lnTo>
                  <a:cubicBezTo>
                    <a:pt x="18" y="1"/>
                    <a:pt x="18" y="1"/>
                    <a:pt x="18" y="1"/>
                  </a:cubicBezTo>
                  <a:cubicBezTo>
                    <a:pt x="10" y="0"/>
                    <a:pt x="3" y="7"/>
                    <a:pt x="2" y="14"/>
                  </a:cubicBezTo>
                  <a:cubicBezTo>
                    <a:pt x="0" y="22"/>
                    <a:pt x="7" y="31"/>
                    <a:pt x="14" y="31"/>
                  </a:cubicBezTo>
                  <a:cubicBezTo>
                    <a:pt x="622" y="98"/>
                    <a:pt x="622" y="98"/>
                    <a:pt x="622" y="98"/>
                  </a:cubicBezTo>
                  <a:cubicBezTo>
                    <a:pt x="631" y="100"/>
                    <a:pt x="638" y="94"/>
                    <a:pt x="639" y="86"/>
                  </a:cubicBezTo>
                  <a:cubicBezTo>
                    <a:pt x="639" y="77"/>
                    <a:pt x="633" y="70"/>
                    <a:pt x="625" y="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6" name="Group 139">
            <a:extLst>
              <a:ext uri="{FF2B5EF4-FFF2-40B4-BE49-F238E27FC236}">
                <a16:creationId xmlns:a16="http://schemas.microsoft.com/office/drawing/2014/main" id="{149E8B98-0127-64A8-8437-DBF2CEED3209}"/>
              </a:ext>
            </a:extLst>
          </p:cNvPr>
          <p:cNvGrpSpPr/>
          <p:nvPr/>
        </p:nvGrpSpPr>
        <p:grpSpPr>
          <a:xfrm>
            <a:off x="8222853" y="2859757"/>
            <a:ext cx="303212" cy="236538"/>
            <a:chOff x="7186613" y="4632325"/>
            <a:chExt cx="303212" cy="236538"/>
          </a:xfrm>
          <a:solidFill>
            <a:schemeClr val="tx2"/>
          </a:solidFill>
        </p:grpSpPr>
        <p:sp>
          <p:nvSpPr>
            <p:cNvPr id="137" name="Freeform 111">
              <a:extLst>
                <a:ext uri="{FF2B5EF4-FFF2-40B4-BE49-F238E27FC236}">
                  <a16:creationId xmlns:a16="http://schemas.microsoft.com/office/drawing/2014/main" id="{3D00F4A7-D787-326F-6FDB-8C9EAA361C3C}"/>
                </a:ext>
              </a:extLst>
            </p:cNvPr>
            <p:cNvSpPr>
              <a:spLocks noChangeArrowheads="1"/>
            </p:cNvSpPr>
            <p:nvPr/>
          </p:nvSpPr>
          <p:spPr bwMode="auto">
            <a:xfrm>
              <a:off x="7186613" y="4632325"/>
              <a:ext cx="303212" cy="236538"/>
            </a:xfrm>
            <a:custGeom>
              <a:avLst/>
              <a:gdLst>
                <a:gd name="T0" fmla="*/ 827 w 844"/>
                <a:gd name="T1" fmla="*/ 0 h 659"/>
                <a:gd name="T2" fmla="*/ 827 w 844"/>
                <a:gd name="T3" fmla="*/ 0 h 659"/>
                <a:gd name="T4" fmla="*/ 596 w 844"/>
                <a:gd name="T5" fmla="*/ 4 h 659"/>
                <a:gd name="T6" fmla="*/ 422 w 844"/>
                <a:gd name="T7" fmla="*/ 36 h 659"/>
                <a:gd name="T8" fmla="*/ 248 w 844"/>
                <a:gd name="T9" fmla="*/ 4 h 659"/>
                <a:gd name="T10" fmla="*/ 14 w 844"/>
                <a:gd name="T11" fmla="*/ 0 h 659"/>
                <a:gd name="T12" fmla="*/ 5 w 844"/>
                <a:gd name="T13" fmla="*/ 4 h 659"/>
                <a:gd name="T14" fmla="*/ 0 w 844"/>
                <a:gd name="T15" fmla="*/ 15 h 659"/>
                <a:gd name="T16" fmla="*/ 0 w 844"/>
                <a:gd name="T17" fmla="*/ 606 h 659"/>
                <a:gd name="T18" fmla="*/ 14 w 844"/>
                <a:gd name="T19" fmla="*/ 620 h 659"/>
                <a:gd name="T20" fmla="*/ 256 w 844"/>
                <a:gd name="T21" fmla="*/ 626 h 659"/>
                <a:gd name="T22" fmla="*/ 416 w 844"/>
                <a:gd name="T23" fmla="*/ 657 h 659"/>
                <a:gd name="T24" fmla="*/ 426 w 844"/>
                <a:gd name="T25" fmla="*/ 657 h 659"/>
                <a:gd name="T26" fmla="*/ 575 w 844"/>
                <a:gd name="T27" fmla="*/ 626 h 659"/>
                <a:gd name="T28" fmla="*/ 792 w 844"/>
                <a:gd name="T29" fmla="*/ 620 h 659"/>
                <a:gd name="T30" fmla="*/ 827 w 844"/>
                <a:gd name="T31" fmla="*/ 620 h 659"/>
                <a:gd name="T32" fmla="*/ 839 w 844"/>
                <a:gd name="T33" fmla="*/ 616 h 659"/>
                <a:gd name="T34" fmla="*/ 843 w 844"/>
                <a:gd name="T35" fmla="*/ 606 h 659"/>
                <a:gd name="T36" fmla="*/ 843 w 844"/>
                <a:gd name="T37" fmla="*/ 15 h 659"/>
                <a:gd name="T38" fmla="*/ 839 w 844"/>
                <a:gd name="T39" fmla="*/ 4 h 659"/>
                <a:gd name="T40" fmla="*/ 827 w 844"/>
                <a:gd name="T41" fmla="*/ 0 h 659"/>
                <a:gd name="T42" fmla="*/ 30 w 844"/>
                <a:gd name="T43" fmla="*/ 591 h 659"/>
                <a:gd name="T44" fmla="*/ 30 w 844"/>
                <a:gd name="T45" fmla="*/ 591 h 659"/>
                <a:gd name="T46" fmla="*/ 30 w 844"/>
                <a:gd name="T47" fmla="*/ 29 h 659"/>
                <a:gd name="T48" fmla="*/ 245 w 844"/>
                <a:gd name="T49" fmla="*/ 35 h 659"/>
                <a:gd name="T50" fmla="*/ 406 w 844"/>
                <a:gd name="T51" fmla="*/ 63 h 659"/>
                <a:gd name="T52" fmla="*/ 406 w 844"/>
                <a:gd name="T53" fmla="*/ 622 h 659"/>
                <a:gd name="T54" fmla="*/ 259 w 844"/>
                <a:gd name="T55" fmla="*/ 596 h 659"/>
                <a:gd name="T56" fmla="*/ 30 w 844"/>
                <a:gd name="T57" fmla="*/ 591 h 659"/>
                <a:gd name="T58" fmla="*/ 572 w 844"/>
                <a:gd name="T59" fmla="*/ 596 h 659"/>
                <a:gd name="T60" fmla="*/ 572 w 844"/>
                <a:gd name="T61" fmla="*/ 596 h 659"/>
                <a:gd name="T62" fmla="*/ 436 w 844"/>
                <a:gd name="T63" fmla="*/ 622 h 659"/>
                <a:gd name="T64" fmla="*/ 436 w 844"/>
                <a:gd name="T65" fmla="*/ 63 h 659"/>
                <a:gd name="T66" fmla="*/ 599 w 844"/>
                <a:gd name="T67" fmla="*/ 35 h 659"/>
                <a:gd name="T68" fmla="*/ 812 w 844"/>
                <a:gd name="T69" fmla="*/ 29 h 659"/>
                <a:gd name="T70" fmla="*/ 812 w 844"/>
                <a:gd name="T71" fmla="*/ 591 h 659"/>
                <a:gd name="T72" fmla="*/ 792 w 844"/>
                <a:gd name="T73" fmla="*/ 591 h 659"/>
                <a:gd name="T74" fmla="*/ 572 w 844"/>
                <a:gd name="T75" fmla="*/ 596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4" h="659">
                  <a:moveTo>
                    <a:pt x="827" y="0"/>
                  </a:moveTo>
                  <a:lnTo>
                    <a:pt x="827" y="0"/>
                  </a:lnTo>
                  <a:cubicBezTo>
                    <a:pt x="716" y="0"/>
                    <a:pt x="652" y="0"/>
                    <a:pt x="596" y="4"/>
                  </a:cubicBezTo>
                  <a:cubicBezTo>
                    <a:pt x="540" y="10"/>
                    <a:pt x="493" y="18"/>
                    <a:pt x="422" y="36"/>
                  </a:cubicBezTo>
                  <a:cubicBezTo>
                    <a:pt x="350" y="18"/>
                    <a:pt x="302" y="10"/>
                    <a:pt x="248" y="4"/>
                  </a:cubicBezTo>
                  <a:cubicBezTo>
                    <a:pt x="191" y="0"/>
                    <a:pt x="125" y="0"/>
                    <a:pt x="14" y="0"/>
                  </a:cubicBezTo>
                  <a:cubicBezTo>
                    <a:pt x="12" y="0"/>
                    <a:pt x="7" y="1"/>
                    <a:pt x="5" y="4"/>
                  </a:cubicBezTo>
                  <a:cubicBezTo>
                    <a:pt x="2" y="7"/>
                    <a:pt x="0" y="11"/>
                    <a:pt x="0" y="15"/>
                  </a:cubicBezTo>
                  <a:cubicBezTo>
                    <a:pt x="0" y="606"/>
                    <a:pt x="0" y="606"/>
                    <a:pt x="0" y="606"/>
                  </a:cubicBezTo>
                  <a:cubicBezTo>
                    <a:pt x="0" y="613"/>
                    <a:pt x="6" y="620"/>
                    <a:pt x="14" y="620"/>
                  </a:cubicBezTo>
                  <a:cubicBezTo>
                    <a:pt x="123" y="622"/>
                    <a:pt x="197" y="622"/>
                    <a:pt x="256" y="626"/>
                  </a:cubicBezTo>
                  <a:cubicBezTo>
                    <a:pt x="316" y="630"/>
                    <a:pt x="363" y="639"/>
                    <a:pt x="416" y="657"/>
                  </a:cubicBezTo>
                  <a:cubicBezTo>
                    <a:pt x="420" y="658"/>
                    <a:pt x="423" y="658"/>
                    <a:pt x="426" y="657"/>
                  </a:cubicBezTo>
                  <a:cubicBezTo>
                    <a:pt x="478" y="640"/>
                    <a:pt x="520" y="630"/>
                    <a:pt x="575" y="626"/>
                  </a:cubicBezTo>
                  <a:cubicBezTo>
                    <a:pt x="629" y="622"/>
                    <a:pt x="695" y="620"/>
                    <a:pt x="792" y="620"/>
                  </a:cubicBezTo>
                  <a:cubicBezTo>
                    <a:pt x="804" y="620"/>
                    <a:pt x="815" y="620"/>
                    <a:pt x="827" y="620"/>
                  </a:cubicBezTo>
                  <a:cubicBezTo>
                    <a:pt x="832" y="620"/>
                    <a:pt x="836" y="619"/>
                    <a:pt x="839" y="616"/>
                  </a:cubicBezTo>
                  <a:cubicBezTo>
                    <a:pt x="841" y="613"/>
                    <a:pt x="843" y="609"/>
                    <a:pt x="843" y="606"/>
                  </a:cubicBezTo>
                  <a:cubicBezTo>
                    <a:pt x="843" y="15"/>
                    <a:pt x="843" y="15"/>
                    <a:pt x="843" y="15"/>
                  </a:cubicBezTo>
                  <a:cubicBezTo>
                    <a:pt x="843" y="11"/>
                    <a:pt x="841" y="7"/>
                    <a:pt x="839" y="4"/>
                  </a:cubicBezTo>
                  <a:cubicBezTo>
                    <a:pt x="836" y="1"/>
                    <a:pt x="832" y="0"/>
                    <a:pt x="827" y="0"/>
                  </a:cubicBezTo>
                  <a:close/>
                  <a:moveTo>
                    <a:pt x="30" y="591"/>
                  </a:moveTo>
                  <a:lnTo>
                    <a:pt x="30" y="591"/>
                  </a:lnTo>
                  <a:cubicBezTo>
                    <a:pt x="30" y="29"/>
                    <a:pt x="30" y="29"/>
                    <a:pt x="30" y="29"/>
                  </a:cubicBezTo>
                  <a:cubicBezTo>
                    <a:pt x="132" y="29"/>
                    <a:pt x="193" y="29"/>
                    <a:pt x="245" y="35"/>
                  </a:cubicBezTo>
                  <a:cubicBezTo>
                    <a:pt x="297" y="39"/>
                    <a:pt x="339" y="47"/>
                    <a:pt x="406" y="63"/>
                  </a:cubicBezTo>
                  <a:cubicBezTo>
                    <a:pt x="406" y="622"/>
                    <a:pt x="406" y="622"/>
                    <a:pt x="406" y="622"/>
                  </a:cubicBezTo>
                  <a:cubicBezTo>
                    <a:pt x="358" y="608"/>
                    <a:pt x="314" y="599"/>
                    <a:pt x="259" y="596"/>
                  </a:cubicBezTo>
                  <a:cubicBezTo>
                    <a:pt x="200" y="592"/>
                    <a:pt x="130" y="592"/>
                    <a:pt x="30" y="591"/>
                  </a:cubicBezTo>
                  <a:close/>
                  <a:moveTo>
                    <a:pt x="572" y="596"/>
                  </a:moveTo>
                  <a:lnTo>
                    <a:pt x="572" y="596"/>
                  </a:lnTo>
                  <a:cubicBezTo>
                    <a:pt x="523" y="601"/>
                    <a:pt x="482" y="608"/>
                    <a:pt x="436" y="622"/>
                  </a:cubicBezTo>
                  <a:cubicBezTo>
                    <a:pt x="436" y="63"/>
                    <a:pt x="436" y="63"/>
                    <a:pt x="436" y="63"/>
                  </a:cubicBezTo>
                  <a:cubicBezTo>
                    <a:pt x="503" y="47"/>
                    <a:pt x="547" y="39"/>
                    <a:pt x="599" y="35"/>
                  </a:cubicBezTo>
                  <a:cubicBezTo>
                    <a:pt x="651" y="29"/>
                    <a:pt x="711" y="29"/>
                    <a:pt x="812" y="29"/>
                  </a:cubicBezTo>
                  <a:cubicBezTo>
                    <a:pt x="812" y="591"/>
                    <a:pt x="812" y="591"/>
                    <a:pt x="812" y="591"/>
                  </a:cubicBezTo>
                  <a:cubicBezTo>
                    <a:pt x="806" y="591"/>
                    <a:pt x="799" y="591"/>
                    <a:pt x="792" y="591"/>
                  </a:cubicBezTo>
                  <a:cubicBezTo>
                    <a:pt x="695" y="591"/>
                    <a:pt x="628" y="591"/>
                    <a:pt x="57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E074963E-2153-FE76-C8DB-8A18CEE67D9B}"/>
                </a:ext>
              </a:extLst>
            </p:cNvPr>
            <p:cNvSpPr>
              <a:spLocks noChangeArrowheads="1"/>
            </p:cNvSpPr>
            <p:nvPr/>
          </p:nvSpPr>
          <p:spPr bwMode="auto">
            <a:xfrm>
              <a:off x="7226300" y="4695825"/>
              <a:ext cx="77788" cy="11113"/>
            </a:xfrm>
            <a:custGeom>
              <a:avLst/>
              <a:gdLst>
                <a:gd name="T0" fmla="*/ 14 w 216"/>
                <a:gd name="T1" fmla="*/ 31 h 32"/>
                <a:gd name="T2" fmla="*/ 14 w 216"/>
                <a:gd name="T3" fmla="*/ 31 h 32"/>
                <a:gd name="T4" fmla="*/ 200 w 216"/>
                <a:gd name="T5" fmla="*/ 31 h 32"/>
                <a:gd name="T6" fmla="*/ 215 w 216"/>
                <a:gd name="T7" fmla="*/ 16 h 32"/>
                <a:gd name="T8" fmla="*/ 200 w 216"/>
                <a:gd name="T9" fmla="*/ 0 h 32"/>
                <a:gd name="T10" fmla="*/ 14 w 216"/>
                <a:gd name="T11" fmla="*/ 0 h 32"/>
                <a:gd name="T12" fmla="*/ 0 w 216"/>
                <a:gd name="T13" fmla="*/ 16 h 32"/>
                <a:gd name="T14" fmla="*/ 14 w 216"/>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2">
                  <a:moveTo>
                    <a:pt x="14" y="31"/>
                  </a:moveTo>
                  <a:lnTo>
                    <a:pt x="14" y="31"/>
                  </a:lnTo>
                  <a:cubicBezTo>
                    <a:pt x="200" y="31"/>
                    <a:pt x="200" y="31"/>
                    <a:pt x="200" y="31"/>
                  </a:cubicBezTo>
                  <a:cubicBezTo>
                    <a:pt x="208" y="31"/>
                    <a:pt x="215" y="24"/>
                    <a:pt x="215" y="16"/>
                  </a:cubicBezTo>
                  <a:cubicBezTo>
                    <a:pt x="215" y="7"/>
                    <a:pt x="208" y="0"/>
                    <a:pt x="200" y="0"/>
                  </a:cubicBezTo>
                  <a:cubicBezTo>
                    <a:pt x="14" y="0"/>
                    <a:pt x="14" y="0"/>
                    <a:pt x="14" y="0"/>
                  </a:cubicBezTo>
                  <a:cubicBezTo>
                    <a:pt x="6" y="0"/>
                    <a:pt x="0" y="7"/>
                    <a:pt x="0" y="16"/>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9" name="Freeform 113">
              <a:extLst>
                <a:ext uri="{FF2B5EF4-FFF2-40B4-BE49-F238E27FC236}">
                  <a16:creationId xmlns:a16="http://schemas.microsoft.com/office/drawing/2014/main" id="{C021E39C-D923-537F-F52F-F0A62637A8DB}"/>
                </a:ext>
              </a:extLst>
            </p:cNvPr>
            <p:cNvSpPr>
              <a:spLocks noChangeArrowheads="1"/>
            </p:cNvSpPr>
            <p:nvPr/>
          </p:nvSpPr>
          <p:spPr bwMode="auto">
            <a:xfrm>
              <a:off x="7226300" y="4737100"/>
              <a:ext cx="77788" cy="11113"/>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0" name="Freeform 114">
              <a:extLst>
                <a:ext uri="{FF2B5EF4-FFF2-40B4-BE49-F238E27FC236}">
                  <a16:creationId xmlns:a16="http://schemas.microsoft.com/office/drawing/2014/main" id="{6F47C1CB-33B5-B2BB-0BA5-B9AAE94B4BF0}"/>
                </a:ext>
              </a:extLst>
            </p:cNvPr>
            <p:cNvSpPr>
              <a:spLocks noChangeArrowheads="1"/>
            </p:cNvSpPr>
            <p:nvPr/>
          </p:nvSpPr>
          <p:spPr bwMode="auto">
            <a:xfrm>
              <a:off x="7226300" y="4776788"/>
              <a:ext cx="77788" cy="11112"/>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5">
              <a:extLst>
                <a:ext uri="{FF2B5EF4-FFF2-40B4-BE49-F238E27FC236}">
                  <a16:creationId xmlns:a16="http://schemas.microsoft.com/office/drawing/2014/main" id="{00CA1038-818F-55BA-EF18-EA4F2416C4A6}"/>
                </a:ext>
              </a:extLst>
            </p:cNvPr>
            <p:cNvSpPr>
              <a:spLocks noChangeArrowheads="1"/>
            </p:cNvSpPr>
            <p:nvPr/>
          </p:nvSpPr>
          <p:spPr bwMode="auto">
            <a:xfrm>
              <a:off x="7412038" y="4670425"/>
              <a:ext cx="38100" cy="144463"/>
            </a:xfrm>
            <a:custGeom>
              <a:avLst/>
              <a:gdLst>
                <a:gd name="T0" fmla="*/ 88 w 105"/>
                <a:gd name="T1" fmla="*/ 0 h 400"/>
                <a:gd name="T2" fmla="*/ 88 w 105"/>
                <a:gd name="T3" fmla="*/ 0 h 400"/>
                <a:gd name="T4" fmla="*/ 0 w 105"/>
                <a:gd name="T5" fmla="*/ 89 h 400"/>
                <a:gd name="T6" fmla="*/ 0 w 105"/>
                <a:gd name="T7" fmla="*/ 162 h 400"/>
                <a:gd name="T8" fmla="*/ 52 w 105"/>
                <a:gd name="T9" fmla="*/ 214 h 400"/>
                <a:gd name="T10" fmla="*/ 74 w 105"/>
                <a:gd name="T11" fmla="*/ 214 h 400"/>
                <a:gd name="T12" fmla="*/ 74 w 105"/>
                <a:gd name="T13" fmla="*/ 384 h 400"/>
                <a:gd name="T14" fmla="*/ 79 w 105"/>
                <a:gd name="T15" fmla="*/ 395 h 400"/>
                <a:gd name="T16" fmla="*/ 88 w 105"/>
                <a:gd name="T17" fmla="*/ 399 h 400"/>
                <a:gd name="T18" fmla="*/ 100 w 105"/>
                <a:gd name="T19" fmla="*/ 395 h 400"/>
                <a:gd name="T20" fmla="*/ 104 w 105"/>
                <a:gd name="T21" fmla="*/ 384 h 400"/>
                <a:gd name="T22" fmla="*/ 104 w 105"/>
                <a:gd name="T23" fmla="*/ 200 h 400"/>
                <a:gd name="T24" fmla="*/ 104 w 105"/>
                <a:gd name="T25" fmla="*/ 14 h 400"/>
                <a:gd name="T26" fmla="*/ 100 w 105"/>
                <a:gd name="T27" fmla="*/ 5 h 400"/>
                <a:gd name="T28" fmla="*/ 88 w 105"/>
                <a:gd name="T29" fmla="*/ 0 h 400"/>
                <a:gd name="T30" fmla="*/ 30 w 105"/>
                <a:gd name="T31" fmla="*/ 162 h 400"/>
                <a:gd name="T32" fmla="*/ 30 w 105"/>
                <a:gd name="T33" fmla="*/ 162 h 400"/>
                <a:gd name="T34" fmla="*/ 30 w 105"/>
                <a:gd name="T35" fmla="*/ 89 h 400"/>
                <a:gd name="T36" fmla="*/ 48 w 105"/>
                <a:gd name="T37" fmla="*/ 47 h 400"/>
                <a:gd name="T38" fmla="*/ 74 w 105"/>
                <a:gd name="T39" fmla="*/ 31 h 400"/>
                <a:gd name="T40" fmla="*/ 74 w 105"/>
                <a:gd name="T41" fmla="*/ 184 h 400"/>
                <a:gd name="T42" fmla="*/ 52 w 105"/>
                <a:gd name="T43" fmla="*/ 184 h 400"/>
                <a:gd name="T44" fmla="*/ 30 w 105"/>
                <a:gd name="T45" fmla="*/ 16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5" h="400">
                  <a:moveTo>
                    <a:pt x="88" y="0"/>
                  </a:moveTo>
                  <a:lnTo>
                    <a:pt x="88" y="0"/>
                  </a:lnTo>
                  <a:cubicBezTo>
                    <a:pt x="39" y="0"/>
                    <a:pt x="0" y="40"/>
                    <a:pt x="0" y="89"/>
                  </a:cubicBezTo>
                  <a:cubicBezTo>
                    <a:pt x="0" y="162"/>
                    <a:pt x="0" y="162"/>
                    <a:pt x="0" y="162"/>
                  </a:cubicBezTo>
                  <a:cubicBezTo>
                    <a:pt x="0" y="191"/>
                    <a:pt x="24" y="214"/>
                    <a:pt x="52" y="214"/>
                  </a:cubicBezTo>
                  <a:cubicBezTo>
                    <a:pt x="74" y="214"/>
                    <a:pt x="74" y="214"/>
                    <a:pt x="74" y="214"/>
                  </a:cubicBezTo>
                  <a:cubicBezTo>
                    <a:pt x="74" y="384"/>
                    <a:pt x="74" y="384"/>
                    <a:pt x="74" y="384"/>
                  </a:cubicBezTo>
                  <a:cubicBezTo>
                    <a:pt x="74" y="388"/>
                    <a:pt x="76" y="392"/>
                    <a:pt x="79" y="395"/>
                  </a:cubicBezTo>
                  <a:cubicBezTo>
                    <a:pt x="81" y="398"/>
                    <a:pt x="84" y="399"/>
                    <a:pt x="88" y="399"/>
                  </a:cubicBezTo>
                  <a:cubicBezTo>
                    <a:pt x="93" y="399"/>
                    <a:pt x="97" y="398"/>
                    <a:pt x="100" y="395"/>
                  </a:cubicBezTo>
                  <a:cubicBezTo>
                    <a:pt x="103" y="392"/>
                    <a:pt x="104" y="388"/>
                    <a:pt x="104" y="384"/>
                  </a:cubicBezTo>
                  <a:cubicBezTo>
                    <a:pt x="104" y="200"/>
                    <a:pt x="104" y="200"/>
                    <a:pt x="104" y="200"/>
                  </a:cubicBezTo>
                  <a:cubicBezTo>
                    <a:pt x="104" y="14"/>
                    <a:pt x="104" y="14"/>
                    <a:pt x="104" y="14"/>
                  </a:cubicBezTo>
                  <a:cubicBezTo>
                    <a:pt x="104" y="10"/>
                    <a:pt x="103" y="7"/>
                    <a:pt x="100" y="5"/>
                  </a:cubicBezTo>
                  <a:cubicBezTo>
                    <a:pt x="97" y="2"/>
                    <a:pt x="93" y="0"/>
                    <a:pt x="88" y="0"/>
                  </a:cubicBezTo>
                  <a:close/>
                  <a:moveTo>
                    <a:pt x="30" y="162"/>
                  </a:moveTo>
                  <a:lnTo>
                    <a:pt x="30" y="162"/>
                  </a:lnTo>
                  <a:cubicBezTo>
                    <a:pt x="30" y="89"/>
                    <a:pt x="30" y="89"/>
                    <a:pt x="30" y="89"/>
                  </a:cubicBezTo>
                  <a:cubicBezTo>
                    <a:pt x="30" y="72"/>
                    <a:pt x="37" y="58"/>
                    <a:pt x="48" y="47"/>
                  </a:cubicBezTo>
                  <a:cubicBezTo>
                    <a:pt x="55" y="40"/>
                    <a:pt x="63" y="34"/>
                    <a:pt x="74" y="31"/>
                  </a:cubicBezTo>
                  <a:cubicBezTo>
                    <a:pt x="74" y="184"/>
                    <a:pt x="74" y="184"/>
                    <a:pt x="74" y="184"/>
                  </a:cubicBezTo>
                  <a:cubicBezTo>
                    <a:pt x="52" y="184"/>
                    <a:pt x="52" y="184"/>
                    <a:pt x="52" y="184"/>
                  </a:cubicBezTo>
                  <a:cubicBezTo>
                    <a:pt x="39" y="184"/>
                    <a:pt x="30" y="174"/>
                    <a:pt x="30"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6">
              <a:extLst>
                <a:ext uri="{FF2B5EF4-FFF2-40B4-BE49-F238E27FC236}">
                  <a16:creationId xmlns:a16="http://schemas.microsoft.com/office/drawing/2014/main" id="{08BE2D12-2441-E491-622F-54D7DF648F0D}"/>
                </a:ext>
              </a:extLst>
            </p:cNvPr>
            <p:cNvSpPr>
              <a:spLocks noChangeArrowheads="1"/>
            </p:cNvSpPr>
            <p:nvPr/>
          </p:nvSpPr>
          <p:spPr bwMode="auto">
            <a:xfrm>
              <a:off x="7359650" y="4670425"/>
              <a:ext cx="38100" cy="144463"/>
            </a:xfrm>
            <a:custGeom>
              <a:avLst/>
              <a:gdLst>
                <a:gd name="T0" fmla="*/ 77 w 105"/>
                <a:gd name="T1" fmla="*/ 12 h 400"/>
                <a:gd name="T2" fmla="*/ 77 w 105"/>
                <a:gd name="T3" fmla="*/ 12 h 400"/>
                <a:gd name="T4" fmla="*/ 66 w 105"/>
                <a:gd name="T5" fmla="*/ 3 h 400"/>
                <a:gd name="T6" fmla="*/ 52 w 105"/>
                <a:gd name="T7" fmla="*/ 0 h 400"/>
                <a:gd name="T8" fmla="*/ 38 w 105"/>
                <a:gd name="T9" fmla="*/ 3 h 400"/>
                <a:gd name="T10" fmla="*/ 19 w 105"/>
                <a:gd name="T11" fmla="*/ 20 h 400"/>
                <a:gd name="T12" fmla="*/ 4 w 105"/>
                <a:gd name="T13" fmla="*/ 58 h 400"/>
                <a:gd name="T14" fmla="*/ 0 w 105"/>
                <a:gd name="T15" fmla="*/ 107 h 400"/>
                <a:gd name="T16" fmla="*/ 11 w 105"/>
                <a:gd name="T17" fmla="*/ 177 h 400"/>
                <a:gd name="T18" fmla="*/ 26 w 105"/>
                <a:gd name="T19" fmla="*/ 203 h 400"/>
                <a:gd name="T20" fmla="*/ 36 w 105"/>
                <a:gd name="T21" fmla="*/ 211 h 400"/>
                <a:gd name="T22" fmla="*/ 36 w 105"/>
                <a:gd name="T23" fmla="*/ 384 h 400"/>
                <a:gd name="T24" fmla="*/ 52 w 105"/>
                <a:gd name="T25" fmla="*/ 399 h 400"/>
                <a:gd name="T26" fmla="*/ 66 w 105"/>
                <a:gd name="T27" fmla="*/ 384 h 400"/>
                <a:gd name="T28" fmla="*/ 66 w 105"/>
                <a:gd name="T29" fmla="*/ 211 h 400"/>
                <a:gd name="T30" fmla="*/ 82 w 105"/>
                <a:gd name="T31" fmla="*/ 194 h 400"/>
                <a:gd name="T32" fmla="*/ 98 w 105"/>
                <a:gd name="T33" fmla="*/ 156 h 400"/>
                <a:gd name="T34" fmla="*/ 104 w 105"/>
                <a:gd name="T35" fmla="*/ 107 h 400"/>
                <a:gd name="T36" fmla="*/ 91 w 105"/>
                <a:gd name="T37" fmla="*/ 37 h 400"/>
                <a:gd name="T38" fmla="*/ 77 w 105"/>
                <a:gd name="T39" fmla="*/ 12 h 400"/>
                <a:gd name="T40" fmla="*/ 63 w 105"/>
                <a:gd name="T41" fmla="*/ 167 h 400"/>
                <a:gd name="T42" fmla="*/ 63 w 105"/>
                <a:gd name="T43" fmla="*/ 167 h 400"/>
                <a:gd name="T44" fmla="*/ 54 w 105"/>
                <a:gd name="T45" fmla="*/ 181 h 400"/>
                <a:gd name="T46" fmla="*/ 52 w 105"/>
                <a:gd name="T47" fmla="*/ 184 h 400"/>
                <a:gd name="T48" fmla="*/ 52 w 105"/>
                <a:gd name="T49" fmla="*/ 184 h 400"/>
                <a:gd name="T50" fmla="*/ 50 w 105"/>
                <a:gd name="T51" fmla="*/ 184 h 400"/>
                <a:gd name="T52" fmla="*/ 45 w 105"/>
                <a:gd name="T53" fmla="*/ 177 h 400"/>
                <a:gd name="T54" fmla="*/ 33 w 105"/>
                <a:gd name="T55" fmla="*/ 149 h 400"/>
                <a:gd name="T56" fmla="*/ 29 w 105"/>
                <a:gd name="T57" fmla="*/ 107 h 400"/>
                <a:gd name="T58" fmla="*/ 39 w 105"/>
                <a:gd name="T59" fmla="*/ 47 h 400"/>
                <a:gd name="T60" fmla="*/ 47 w 105"/>
                <a:gd name="T61" fmla="*/ 33 h 400"/>
                <a:gd name="T62" fmla="*/ 50 w 105"/>
                <a:gd name="T63" fmla="*/ 30 h 400"/>
                <a:gd name="T64" fmla="*/ 52 w 105"/>
                <a:gd name="T65" fmla="*/ 30 h 400"/>
                <a:gd name="T66" fmla="*/ 52 w 105"/>
                <a:gd name="T67" fmla="*/ 30 h 400"/>
                <a:gd name="T68" fmla="*/ 57 w 105"/>
                <a:gd name="T69" fmla="*/ 37 h 400"/>
                <a:gd name="T70" fmla="*/ 68 w 105"/>
                <a:gd name="T71" fmla="*/ 65 h 400"/>
                <a:gd name="T72" fmla="*/ 73 w 105"/>
                <a:gd name="T73" fmla="*/ 107 h 400"/>
                <a:gd name="T74" fmla="*/ 63 w 105"/>
                <a:gd name="T75" fmla="*/ 16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 h="400">
                  <a:moveTo>
                    <a:pt x="77" y="12"/>
                  </a:moveTo>
                  <a:lnTo>
                    <a:pt x="77" y="12"/>
                  </a:lnTo>
                  <a:cubicBezTo>
                    <a:pt x="73" y="9"/>
                    <a:pt x="70" y="6"/>
                    <a:pt x="66" y="3"/>
                  </a:cubicBezTo>
                  <a:cubicBezTo>
                    <a:pt x="61" y="2"/>
                    <a:pt x="56" y="0"/>
                    <a:pt x="52" y="0"/>
                  </a:cubicBezTo>
                  <a:cubicBezTo>
                    <a:pt x="46" y="0"/>
                    <a:pt x="42" y="2"/>
                    <a:pt x="38" y="3"/>
                  </a:cubicBezTo>
                  <a:cubicBezTo>
                    <a:pt x="29" y="7"/>
                    <a:pt x="24" y="13"/>
                    <a:pt x="19" y="20"/>
                  </a:cubicBezTo>
                  <a:cubicBezTo>
                    <a:pt x="12" y="30"/>
                    <a:pt x="8" y="42"/>
                    <a:pt x="4" y="58"/>
                  </a:cubicBezTo>
                  <a:cubicBezTo>
                    <a:pt x="1" y="72"/>
                    <a:pt x="0" y="89"/>
                    <a:pt x="0" y="107"/>
                  </a:cubicBezTo>
                  <a:cubicBezTo>
                    <a:pt x="0" y="134"/>
                    <a:pt x="4" y="159"/>
                    <a:pt x="11" y="177"/>
                  </a:cubicBezTo>
                  <a:cubicBezTo>
                    <a:pt x="15" y="187"/>
                    <a:pt x="19" y="196"/>
                    <a:pt x="26" y="203"/>
                  </a:cubicBezTo>
                  <a:cubicBezTo>
                    <a:pt x="29" y="205"/>
                    <a:pt x="32" y="208"/>
                    <a:pt x="36" y="211"/>
                  </a:cubicBezTo>
                  <a:cubicBezTo>
                    <a:pt x="36" y="384"/>
                    <a:pt x="36" y="384"/>
                    <a:pt x="36" y="384"/>
                  </a:cubicBezTo>
                  <a:cubicBezTo>
                    <a:pt x="36" y="392"/>
                    <a:pt x="43" y="399"/>
                    <a:pt x="52" y="399"/>
                  </a:cubicBezTo>
                  <a:cubicBezTo>
                    <a:pt x="60" y="399"/>
                    <a:pt x="66" y="392"/>
                    <a:pt x="66" y="384"/>
                  </a:cubicBezTo>
                  <a:cubicBezTo>
                    <a:pt x="66" y="211"/>
                    <a:pt x="66" y="211"/>
                    <a:pt x="66" y="211"/>
                  </a:cubicBezTo>
                  <a:cubicBezTo>
                    <a:pt x="73" y="207"/>
                    <a:pt x="78" y="201"/>
                    <a:pt x="82" y="194"/>
                  </a:cubicBezTo>
                  <a:cubicBezTo>
                    <a:pt x="89" y="184"/>
                    <a:pt x="94" y="172"/>
                    <a:pt x="98" y="156"/>
                  </a:cubicBezTo>
                  <a:cubicBezTo>
                    <a:pt x="101" y="142"/>
                    <a:pt x="104" y="125"/>
                    <a:pt x="104" y="107"/>
                  </a:cubicBezTo>
                  <a:cubicBezTo>
                    <a:pt x="104" y="80"/>
                    <a:pt x="99" y="55"/>
                    <a:pt x="91" y="37"/>
                  </a:cubicBezTo>
                  <a:cubicBezTo>
                    <a:pt x="87" y="27"/>
                    <a:pt x="82" y="19"/>
                    <a:pt x="77" y="12"/>
                  </a:cubicBezTo>
                  <a:close/>
                  <a:moveTo>
                    <a:pt x="63" y="167"/>
                  </a:moveTo>
                  <a:lnTo>
                    <a:pt x="63" y="167"/>
                  </a:lnTo>
                  <a:cubicBezTo>
                    <a:pt x="60" y="174"/>
                    <a:pt x="57" y="179"/>
                    <a:pt x="54" y="181"/>
                  </a:cubicBezTo>
                  <a:cubicBezTo>
                    <a:pt x="53" y="183"/>
                    <a:pt x="53" y="184"/>
                    <a:pt x="52" y="184"/>
                  </a:cubicBezTo>
                  <a:lnTo>
                    <a:pt x="52" y="184"/>
                  </a:lnTo>
                  <a:cubicBezTo>
                    <a:pt x="50" y="184"/>
                    <a:pt x="50" y="184"/>
                    <a:pt x="50" y="184"/>
                  </a:cubicBezTo>
                  <a:cubicBezTo>
                    <a:pt x="50" y="184"/>
                    <a:pt x="47" y="181"/>
                    <a:pt x="45" y="177"/>
                  </a:cubicBezTo>
                  <a:cubicBezTo>
                    <a:pt x="40" y="172"/>
                    <a:pt x="36" y="162"/>
                    <a:pt x="33" y="149"/>
                  </a:cubicBezTo>
                  <a:cubicBezTo>
                    <a:pt x="31" y="138"/>
                    <a:pt x="29" y="123"/>
                    <a:pt x="29" y="107"/>
                  </a:cubicBezTo>
                  <a:cubicBezTo>
                    <a:pt x="29" y="83"/>
                    <a:pt x="33" y="62"/>
                    <a:pt x="39" y="47"/>
                  </a:cubicBezTo>
                  <a:cubicBezTo>
                    <a:pt x="42" y="40"/>
                    <a:pt x="45" y="35"/>
                    <a:pt x="47" y="33"/>
                  </a:cubicBezTo>
                  <a:cubicBezTo>
                    <a:pt x="49" y="31"/>
                    <a:pt x="50" y="30"/>
                    <a:pt x="50" y="30"/>
                  </a:cubicBezTo>
                  <a:cubicBezTo>
                    <a:pt x="52" y="30"/>
                    <a:pt x="52" y="30"/>
                    <a:pt x="52" y="30"/>
                  </a:cubicBezTo>
                  <a:lnTo>
                    <a:pt x="52" y="30"/>
                  </a:lnTo>
                  <a:cubicBezTo>
                    <a:pt x="53" y="30"/>
                    <a:pt x="56" y="33"/>
                    <a:pt x="57" y="37"/>
                  </a:cubicBezTo>
                  <a:cubicBezTo>
                    <a:pt x="61" y="42"/>
                    <a:pt x="66" y="52"/>
                    <a:pt x="68" y="65"/>
                  </a:cubicBezTo>
                  <a:cubicBezTo>
                    <a:pt x="71" y="76"/>
                    <a:pt x="73" y="92"/>
                    <a:pt x="73" y="107"/>
                  </a:cubicBezTo>
                  <a:cubicBezTo>
                    <a:pt x="73" y="131"/>
                    <a:pt x="68" y="152"/>
                    <a:pt x="63" y="1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3" name="Group 146">
            <a:extLst>
              <a:ext uri="{FF2B5EF4-FFF2-40B4-BE49-F238E27FC236}">
                <a16:creationId xmlns:a16="http://schemas.microsoft.com/office/drawing/2014/main" id="{8D78D415-4ACF-289E-0A5B-A6E57C9D293B}"/>
              </a:ext>
            </a:extLst>
          </p:cNvPr>
          <p:cNvGrpSpPr/>
          <p:nvPr/>
        </p:nvGrpSpPr>
        <p:grpSpPr>
          <a:xfrm>
            <a:off x="4704953" y="1846933"/>
            <a:ext cx="215900" cy="258762"/>
            <a:chOff x="3668713" y="3611563"/>
            <a:chExt cx="215900" cy="258762"/>
          </a:xfrm>
          <a:solidFill>
            <a:schemeClr val="tx2"/>
          </a:solidFill>
        </p:grpSpPr>
        <p:sp>
          <p:nvSpPr>
            <p:cNvPr id="144" name="Freeform 117">
              <a:extLst>
                <a:ext uri="{FF2B5EF4-FFF2-40B4-BE49-F238E27FC236}">
                  <a16:creationId xmlns:a16="http://schemas.microsoft.com/office/drawing/2014/main" id="{045BA32A-56DC-936F-1355-A3FF2DB393B3}"/>
                </a:ext>
              </a:extLst>
            </p:cNvPr>
            <p:cNvSpPr>
              <a:spLocks noChangeArrowheads="1"/>
            </p:cNvSpPr>
            <p:nvPr/>
          </p:nvSpPr>
          <p:spPr bwMode="auto">
            <a:xfrm>
              <a:off x="3668713" y="3611563"/>
              <a:ext cx="215900" cy="258762"/>
            </a:xfrm>
            <a:custGeom>
              <a:avLst/>
              <a:gdLst>
                <a:gd name="T0" fmla="*/ 524 w 599"/>
                <a:gd name="T1" fmla="*/ 0 h 718"/>
                <a:gd name="T2" fmla="*/ 524 w 599"/>
                <a:gd name="T3" fmla="*/ 0 h 718"/>
                <a:gd name="T4" fmla="*/ 75 w 599"/>
                <a:gd name="T5" fmla="*/ 0 h 718"/>
                <a:gd name="T6" fmla="*/ 0 w 599"/>
                <a:gd name="T7" fmla="*/ 75 h 718"/>
                <a:gd name="T8" fmla="*/ 0 w 599"/>
                <a:gd name="T9" fmla="*/ 105 h 718"/>
                <a:gd name="T10" fmla="*/ 4 w 599"/>
                <a:gd name="T11" fmla="*/ 116 h 718"/>
                <a:gd name="T12" fmla="*/ 14 w 599"/>
                <a:gd name="T13" fmla="*/ 120 h 718"/>
                <a:gd name="T14" fmla="*/ 61 w 599"/>
                <a:gd name="T15" fmla="*/ 120 h 718"/>
                <a:gd name="T16" fmla="*/ 117 w 599"/>
                <a:gd name="T17" fmla="*/ 678 h 718"/>
                <a:gd name="T18" fmla="*/ 162 w 599"/>
                <a:gd name="T19" fmla="*/ 717 h 718"/>
                <a:gd name="T20" fmla="*/ 437 w 599"/>
                <a:gd name="T21" fmla="*/ 717 h 718"/>
                <a:gd name="T22" fmla="*/ 482 w 599"/>
                <a:gd name="T23" fmla="*/ 678 h 718"/>
                <a:gd name="T24" fmla="*/ 538 w 599"/>
                <a:gd name="T25" fmla="*/ 120 h 718"/>
                <a:gd name="T26" fmla="*/ 584 w 599"/>
                <a:gd name="T27" fmla="*/ 120 h 718"/>
                <a:gd name="T28" fmla="*/ 594 w 599"/>
                <a:gd name="T29" fmla="*/ 116 h 718"/>
                <a:gd name="T30" fmla="*/ 598 w 599"/>
                <a:gd name="T31" fmla="*/ 105 h 718"/>
                <a:gd name="T32" fmla="*/ 598 w 599"/>
                <a:gd name="T33" fmla="*/ 75 h 718"/>
                <a:gd name="T34" fmla="*/ 524 w 599"/>
                <a:gd name="T35" fmla="*/ 0 h 718"/>
                <a:gd name="T36" fmla="*/ 30 w 599"/>
                <a:gd name="T37" fmla="*/ 75 h 718"/>
                <a:gd name="T38" fmla="*/ 30 w 599"/>
                <a:gd name="T39" fmla="*/ 75 h 718"/>
                <a:gd name="T40" fmla="*/ 75 w 599"/>
                <a:gd name="T41" fmla="*/ 30 h 718"/>
                <a:gd name="T42" fmla="*/ 524 w 599"/>
                <a:gd name="T43" fmla="*/ 30 h 718"/>
                <a:gd name="T44" fmla="*/ 569 w 599"/>
                <a:gd name="T45" fmla="*/ 75 h 718"/>
                <a:gd name="T46" fmla="*/ 569 w 599"/>
                <a:gd name="T47" fmla="*/ 89 h 718"/>
                <a:gd name="T48" fmla="*/ 524 w 599"/>
                <a:gd name="T49" fmla="*/ 89 h 718"/>
                <a:gd name="T50" fmla="*/ 75 w 599"/>
                <a:gd name="T51" fmla="*/ 89 h 718"/>
                <a:gd name="T52" fmla="*/ 30 w 599"/>
                <a:gd name="T53" fmla="*/ 89 h 718"/>
                <a:gd name="T54" fmla="*/ 30 w 599"/>
                <a:gd name="T55" fmla="*/ 75 h 718"/>
                <a:gd name="T56" fmla="*/ 452 w 599"/>
                <a:gd name="T57" fmla="*/ 675 h 718"/>
                <a:gd name="T58" fmla="*/ 452 w 599"/>
                <a:gd name="T59" fmla="*/ 675 h 718"/>
                <a:gd name="T60" fmla="*/ 437 w 599"/>
                <a:gd name="T61" fmla="*/ 688 h 718"/>
                <a:gd name="T62" fmla="*/ 162 w 599"/>
                <a:gd name="T63" fmla="*/ 688 h 718"/>
                <a:gd name="T64" fmla="*/ 146 w 599"/>
                <a:gd name="T65" fmla="*/ 675 h 718"/>
                <a:gd name="T66" fmla="*/ 91 w 599"/>
                <a:gd name="T67" fmla="*/ 120 h 718"/>
                <a:gd name="T68" fmla="*/ 507 w 599"/>
                <a:gd name="T69" fmla="*/ 120 h 718"/>
                <a:gd name="T70" fmla="*/ 452 w 599"/>
                <a:gd name="T71" fmla="*/ 675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99" h="718">
                  <a:moveTo>
                    <a:pt x="524" y="0"/>
                  </a:moveTo>
                  <a:lnTo>
                    <a:pt x="524" y="0"/>
                  </a:lnTo>
                  <a:cubicBezTo>
                    <a:pt x="75" y="0"/>
                    <a:pt x="75" y="0"/>
                    <a:pt x="75" y="0"/>
                  </a:cubicBezTo>
                  <a:cubicBezTo>
                    <a:pt x="34" y="0"/>
                    <a:pt x="0" y="33"/>
                    <a:pt x="0" y="75"/>
                  </a:cubicBezTo>
                  <a:cubicBezTo>
                    <a:pt x="0" y="105"/>
                    <a:pt x="0" y="105"/>
                    <a:pt x="0" y="105"/>
                  </a:cubicBezTo>
                  <a:cubicBezTo>
                    <a:pt x="0" y="109"/>
                    <a:pt x="2" y="113"/>
                    <a:pt x="4" y="116"/>
                  </a:cubicBezTo>
                  <a:cubicBezTo>
                    <a:pt x="7" y="119"/>
                    <a:pt x="11" y="120"/>
                    <a:pt x="14" y="120"/>
                  </a:cubicBezTo>
                  <a:cubicBezTo>
                    <a:pt x="61" y="120"/>
                    <a:pt x="61" y="120"/>
                    <a:pt x="61" y="120"/>
                  </a:cubicBezTo>
                  <a:cubicBezTo>
                    <a:pt x="117" y="678"/>
                    <a:pt x="117" y="678"/>
                    <a:pt x="117" y="678"/>
                  </a:cubicBezTo>
                  <a:cubicBezTo>
                    <a:pt x="119" y="701"/>
                    <a:pt x="139" y="717"/>
                    <a:pt x="162" y="717"/>
                  </a:cubicBezTo>
                  <a:cubicBezTo>
                    <a:pt x="437" y="717"/>
                    <a:pt x="437" y="717"/>
                    <a:pt x="437" y="717"/>
                  </a:cubicBezTo>
                  <a:cubicBezTo>
                    <a:pt x="461" y="717"/>
                    <a:pt x="479" y="701"/>
                    <a:pt x="482" y="678"/>
                  </a:cubicBezTo>
                  <a:cubicBezTo>
                    <a:pt x="538" y="120"/>
                    <a:pt x="538" y="120"/>
                    <a:pt x="538" y="120"/>
                  </a:cubicBezTo>
                  <a:cubicBezTo>
                    <a:pt x="584" y="120"/>
                    <a:pt x="584" y="120"/>
                    <a:pt x="584" y="120"/>
                  </a:cubicBezTo>
                  <a:cubicBezTo>
                    <a:pt x="588" y="120"/>
                    <a:pt x="591" y="119"/>
                    <a:pt x="594" y="116"/>
                  </a:cubicBezTo>
                  <a:cubicBezTo>
                    <a:pt x="597" y="113"/>
                    <a:pt x="598" y="109"/>
                    <a:pt x="598" y="105"/>
                  </a:cubicBezTo>
                  <a:cubicBezTo>
                    <a:pt x="598" y="75"/>
                    <a:pt x="598" y="75"/>
                    <a:pt x="598" y="75"/>
                  </a:cubicBezTo>
                  <a:cubicBezTo>
                    <a:pt x="598" y="33"/>
                    <a:pt x="566" y="0"/>
                    <a:pt x="524" y="0"/>
                  </a:cubicBezTo>
                  <a:close/>
                  <a:moveTo>
                    <a:pt x="30" y="75"/>
                  </a:moveTo>
                  <a:lnTo>
                    <a:pt x="30" y="75"/>
                  </a:lnTo>
                  <a:cubicBezTo>
                    <a:pt x="30" y="50"/>
                    <a:pt x="49" y="30"/>
                    <a:pt x="75" y="30"/>
                  </a:cubicBezTo>
                  <a:cubicBezTo>
                    <a:pt x="524" y="30"/>
                    <a:pt x="524" y="30"/>
                    <a:pt x="524" y="30"/>
                  </a:cubicBezTo>
                  <a:cubicBezTo>
                    <a:pt x="549" y="30"/>
                    <a:pt x="569" y="50"/>
                    <a:pt x="569" y="75"/>
                  </a:cubicBezTo>
                  <a:cubicBezTo>
                    <a:pt x="569" y="89"/>
                    <a:pt x="569" y="89"/>
                    <a:pt x="569" y="89"/>
                  </a:cubicBezTo>
                  <a:cubicBezTo>
                    <a:pt x="524" y="89"/>
                    <a:pt x="524" y="89"/>
                    <a:pt x="524" y="89"/>
                  </a:cubicBezTo>
                  <a:cubicBezTo>
                    <a:pt x="75" y="89"/>
                    <a:pt x="75" y="89"/>
                    <a:pt x="75" y="89"/>
                  </a:cubicBezTo>
                  <a:cubicBezTo>
                    <a:pt x="30" y="89"/>
                    <a:pt x="30" y="89"/>
                    <a:pt x="30" y="89"/>
                  </a:cubicBezTo>
                  <a:lnTo>
                    <a:pt x="30" y="75"/>
                  </a:lnTo>
                  <a:close/>
                  <a:moveTo>
                    <a:pt x="452" y="675"/>
                  </a:moveTo>
                  <a:lnTo>
                    <a:pt x="452" y="675"/>
                  </a:lnTo>
                  <a:cubicBezTo>
                    <a:pt x="451" y="682"/>
                    <a:pt x="445" y="688"/>
                    <a:pt x="437" y="688"/>
                  </a:cubicBezTo>
                  <a:cubicBezTo>
                    <a:pt x="162" y="688"/>
                    <a:pt x="162" y="688"/>
                    <a:pt x="162" y="688"/>
                  </a:cubicBezTo>
                  <a:cubicBezTo>
                    <a:pt x="155" y="688"/>
                    <a:pt x="148" y="682"/>
                    <a:pt x="146" y="675"/>
                  </a:cubicBezTo>
                  <a:cubicBezTo>
                    <a:pt x="91" y="120"/>
                    <a:pt x="91" y="120"/>
                    <a:pt x="91" y="120"/>
                  </a:cubicBezTo>
                  <a:cubicBezTo>
                    <a:pt x="507" y="120"/>
                    <a:pt x="507" y="120"/>
                    <a:pt x="507" y="120"/>
                  </a:cubicBezTo>
                  <a:lnTo>
                    <a:pt x="452"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8">
              <a:extLst>
                <a:ext uri="{FF2B5EF4-FFF2-40B4-BE49-F238E27FC236}">
                  <a16:creationId xmlns:a16="http://schemas.microsoft.com/office/drawing/2014/main" id="{5A2B6CBF-F11C-5B29-2F1C-21EDE24D596B}"/>
                </a:ext>
              </a:extLst>
            </p:cNvPr>
            <p:cNvSpPr>
              <a:spLocks noChangeArrowheads="1"/>
            </p:cNvSpPr>
            <p:nvPr/>
          </p:nvSpPr>
          <p:spPr bwMode="auto">
            <a:xfrm>
              <a:off x="3733800" y="3687763"/>
              <a:ext cx="85725" cy="96837"/>
            </a:xfrm>
            <a:custGeom>
              <a:avLst/>
              <a:gdLst>
                <a:gd name="T0" fmla="*/ 119 w 240"/>
                <a:gd name="T1" fmla="*/ 270 h 271"/>
                <a:gd name="T2" fmla="*/ 119 w 240"/>
                <a:gd name="T3" fmla="*/ 270 h 271"/>
                <a:gd name="T4" fmla="*/ 205 w 240"/>
                <a:gd name="T5" fmla="*/ 229 h 271"/>
                <a:gd name="T6" fmla="*/ 239 w 240"/>
                <a:gd name="T7" fmla="*/ 135 h 271"/>
                <a:gd name="T8" fmla="*/ 205 w 240"/>
                <a:gd name="T9" fmla="*/ 39 h 271"/>
                <a:gd name="T10" fmla="*/ 119 w 240"/>
                <a:gd name="T11" fmla="*/ 0 h 271"/>
                <a:gd name="T12" fmla="*/ 34 w 240"/>
                <a:gd name="T13" fmla="*/ 39 h 271"/>
                <a:gd name="T14" fmla="*/ 0 w 240"/>
                <a:gd name="T15" fmla="*/ 135 h 271"/>
                <a:gd name="T16" fmla="*/ 34 w 240"/>
                <a:gd name="T17" fmla="*/ 229 h 271"/>
                <a:gd name="T18" fmla="*/ 119 w 240"/>
                <a:gd name="T19" fmla="*/ 270 h 271"/>
                <a:gd name="T20" fmla="*/ 56 w 240"/>
                <a:gd name="T21" fmla="*/ 59 h 271"/>
                <a:gd name="T22" fmla="*/ 56 w 240"/>
                <a:gd name="T23" fmla="*/ 59 h 271"/>
                <a:gd name="T24" fmla="*/ 119 w 240"/>
                <a:gd name="T25" fmla="*/ 30 h 271"/>
                <a:gd name="T26" fmla="*/ 182 w 240"/>
                <a:gd name="T27" fmla="*/ 59 h 271"/>
                <a:gd name="T28" fmla="*/ 209 w 240"/>
                <a:gd name="T29" fmla="*/ 135 h 271"/>
                <a:gd name="T30" fmla="*/ 209 w 240"/>
                <a:gd name="T31" fmla="*/ 148 h 271"/>
                <a:gd name="T32" fmla="*/ 187 w 240"/>
                <a:gd name="T33" fmla="*/ 150 h 271"/>
                <a:gd name="T34" fmla="*/ 157 w 240"/>
                <a:gd name="T35" fmla="*/ 143 h 271"/>
                <a:gd name="T36" fmla="*/ 111 w 240"/>
                <a:gd name="T37" fmla="*/ 115 h 271"/>
                <a:gd name="T38" fmla="*/ 52 w 240"/>
                <a:gd name="T39" fmla="*/ 96 h 271"/>
                <a:gd name="T40" fmla="*/ 35 w 240"/>
                <a:gd name="T41" fmla="*/ 97 h 271"/>
                <a:gd name="T42" fmla="*/ 56 w 240"/>
                <a:gd name="T43" fmla="*/ 59 h 271"/>
                <a:gd name="T44" fmla="*/ 29 w 240"/>
                <a:gd name="T45" fmla="*/ 129 h 271"/>
                <a:gd name="T46" fmla="*/ 29 w 240"/>
                <a:gd name="T47" fmla="*/ 129 h 271"/>
                <a:gd name="T48" fmla="*/ 52 w 240"/>
                <a:gd name="T49" fmla="*/ 125 h 271"/>
                <a:gd name="T50" fmla="*/ 81 w 240"/>
                <a:gd name="T51" fmla="*/ 133 h 271"/>
                <a:gd name="T52" fmla="*/ 128 w 240"/>
                <a:gd name="T53" fmla="*/ 162 h 271"/>
                <a:gd name="T54" fmla="*/ 187 w 240"/>
                <a:gd name="T55" fmla="*/ 181 h 271"/>
                <a:gd name="T56" fmla="*/ 201 w 240"/>
                <a:gd name="T57" fmla="*/ 180 h 271"/>
                <a:gd name="T58" fmla="*/ 182 w 240"/>
                <a:gd name="T59" fmla="*/ 209 h 271"/>
                <a:gd name="T60" fmla="*/ 119 w 240"/>
                <a:gd name="T61" fmla="*/ 239 h 271"/>
                <a:gd name="T62" fmla="*/ 56 w 240"/>
                <a:gd name="T63" fmla="*/ 209 h 271"/>
                <a:gd name="T64" fmla="*/ 29 w 240"/>
                <a:gd name="T65" fmla="*/ 135 h 271"/>
                <a:gd name="T66" fmla="*/ 29 w 240"/>
                <a:gd name="T67" fmla="*/ 129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40" h="271">
                  <a:moveTo>
                    <a:pt x="119" y="270"/>
                  </a:moveTo>
                  <a:lnTo>
                    <a:pt x="119" y="270"/>
                  </a:lnTo>
                  <a:cubicBezTo>
                    <a:pt x="153" y="270"/>
                    <a:pt x="184" y="254"/>
                    <a:pt x="205" y="229"/>
                  </a:cubicBezTo>
                  <a:cubicBezTo>
                    <a:pt x="226" y="205"/>
                    <a:pt x="239" y="171"/>
                    <a:pt x="239" y="135"/>
                  </a:cubicBezTo>
                  <a:cubicBezTo>
                    <a:pt x="239" y="98"/>
                    <a:pt x="226" y="65"/>
                    <a:pt x="205" y="39"/>
                  </a:cubicBezTo>
                  <a:cubicBezTo>
                    <a:pt x="184" y="16"/>
                    <a:pt x="153" y="0"/>
                    <a:pt x="119" y="0"/>
                  </a:cubicBezTo>
                  <a:cubicBezTo>
                    <a:pt x="85" y="0"/>
                    <a:pt x="55" y="16"/>
                    <a:pt x="34" y="39"/>
                  </a:cubicBezTo>
                  <a:cubicBezTo>
                    <a:pt x="12" y="65"/>
                    <a:pt x="0" y="98"/>
                    <a:pt x="0" y="135"/>
                  </a:cubicBezTo>
                  <a:cubicBezTo>
                    <a:pt x="0" y="171"/>
                    <a:pt x="12" y="205"/>
                    <a:pt x="34" y="229"/>
                  </a:cubicBezTo>
                  <a:cubicBezTo>
                    <a:pt x="55" y="254"/>
                    <a:pt x="85" y="270"/>
                    <a:pt x="119" y="270"/>
                  </a:cubicBezTo>
                  <a:close/>
                  <a:moveTo>
                    <a:pt x="56" y="59"/>
                  </a:moveTo>
                  <a:lnTo>
                    <a:pt x="56" y="59"/>
                  </a:lnTo>
                  <a:cubicBezTo>
                    <a:pt x="73" y="41"/>
                    <a:pt x="95" y="30"/>
                    <a:pt x="119" y="30"/>
                  </a:cubicBezTo>
                  <a:cubicBezTo>
                    <a:pt x="143" y="30"/>
                    <a:pt x="166" y="41"/>
                    <a:pt x="182" y="59"/>
                  </a:cubicBezTo>
                  <a:cubicBezTo>
                    <a:pt x="199" y="79"/>
                    <a:pt x="209" y="105"/>
                    <a:pt x="209" y="135"/>
                  </a:cubicBezTo>
                  <a:cubicBezTo>
                    <a:pt x="209" y="139"/>
                    <a:pt x="209" y="143"/>
                    <a:pt x="209" y="148"/>
                  </a:cubicBezTo>
                  <a:cubicBezTo>
                    <a:pt x="201" y="150"/>
                    <a:pt x="194" y="150"/>
                    <a:pt x="187" y="150"/>
                  </a:cubicBezTo>
                  <a:cubicBezTo>
                    <a:pt x="177" y="150"/>
                    <a:pt x="167" y="149"/>
                    <a:pt x="157" y="143"/>
                  </a:cubicBezTo>
                  <a:cubicBezTo>
                    <a:pt x="143" y="136"/>
                    <a:pt x="128" y="125"/>
                    <a:pt x="111" y="115"/>
                  </a:cubicBezTo>
                  <a:cubicBezTo>
                    <a:pt x="94" y="105"/>
                    <a:pt x="74" y="96"/>
                    <a:pt x="52" y="96"/>
                  </a:cubicBezTo>
                  <a:cubicBezTo>
                    <a:pt x="46" y="96"/>
                    <a:pt x="41" y="97"/>
                    <a:pt x="35" y="97"/>
                  </a:cubicBezTo>
                  <a:cubicBezTo>
                    <a:pt x="41" y="83"/>
                    <a:pt x="48" y="70"/>
                    <a:pt x="56" y="59"/>
                  </a:cubicBezTo>
                  <a:close/>
                  <a:moveTo>
                    <a:pt x="29" y="129"/>
                  </a:moveTo>
                  <a:lnTo>
                    <a:pt x="29" y="129"/>
                  </a:lnTo>
                  <a:cubicBezTo>
                    <a:pt x="38" y="126"/>
                    <a:pt x="45" y="126"/>
                    <a:pt x="52" y="125"/>
                  </a:cubicBezTo>
                  <a:cubicBezTo>
                    <a:pt x="62" y="126"/>
                    <a:pt x="71" y="128"/>
                    <a:pt x="81" y="133"/>
                  </a:cubicBezTo>
                  <a:cubicBezTo>
                    <a:pt x="95" y="139"/>
                    <a:pt x="111" y="150"/>
                    <a:pt x="128" y="162"/>
                  </a:cubicBezTo>
                  <a:cubicBezTo>
                    <a:pt x="144" y="171"/>
                    <a:pt x="164" y="181"/>
                    <a:pt x="187" y="181"/>
                  </a:cubicBezTo>
                  <a:cubicBezTo>
                    <a:pt x="191" y="181"/>
                    <a:pt x="196" y="180"/>
                    <a:pt x="201" y="180"/>
                  </a:cubicBezTo>
                  <a:cubicBezTo>
                    <a:pt x="195" y="191"/>
                    <a:pt x="189" y="201"/>
                    <a:pt x="182" y="209"/>
                  </a:cubicBezTo>
                  <a:cubicBezTo>
                    <a:pt x="166" y="229"/>
                    <a:pt x="143" y="239"/>
                    <a:pt x="119" y="239"/>
                  </a:cubicBezTo>
                  <a:cubicBezTo>
                    <a:pt x="95" y="239"/>
                    <a:pt x="73" y="229"/>
                    <a:pt x="56" y="209"/>
                  </a:cubicBezTo>
                  <a:cubicBezTo>
                    <a:pt x="41" y="191"/>
                    <a:pt x="29" y="164"/>
                    <a:pt x="29" y="135"/>
                  </a:cubicBezTo>
                  <a:cubicBezTo>
                    <a:pt x="29" y="133"/>
                    <a:pt x="29" y="131"/>
                    <a:pt x="29"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6" name="Group 149">
            <a:extLst>
              <a:ext uri="{FF2B5EF4-FFF2-40B4-BE49-F238E27FC236}">
                <a16:creationId xmlns:a16="http://schemas.microsoft.com/office/drawing/2014/main" id="{34BDC046-804E-7D28-03D4-DD559DE83EF3}"/>
              </a:ext>
            </a:extLst>
          </p:cNvPr>
          <p:cNvGrpSpPr/>
          <p:nvPr/>
        </p:nvGrpSpPr>
        <p:grpSpPr>
          <a:xfrm>
            <a:off x="4716065" y="2350964"/>
            <a:ext cx="193675" cy="258762"/>
            <a:chOff x="3679825" y="4129088"/>
            <a:chExt cx="193675" cy="258762"/>
          </a:xfrm>
          <a:solidFill>
            <a:schemeClr val="tx2"/>
          </a:solidFill>
        </p:grpSpPr>
        <p:sp>
          <p:nvSpPr>
            <p:cNvPr id="147" name="Freeform 119">
              <a:extLst>
                <a:ext uri="{FF2B5EF4-FFF2-40B4-BE49-F238E27FC236}">
                  <a16:creationId xmlns:a16="http://schemas.microsoft.com/office/drawing/2014/main" id="{D9A7410F-0253-FB79-0E3A-69A23E25440F}"/>
                </a:ext>
              </a:extLst>
            </p:cNvPr>
            <p:cNvSpPr>
              <a:spLocks noChangeArrowheads="1"/>
            </p:cNvSpPr>
            <p:nvPr/>
          </p:nvSpPr>
          <p:spPr bwMode="auto">
            <a:xfrm>
              <a:off x="3679825" y="4129088"/>
              <a:ext cx="193675" cy="258762"/>
            </a:xfrm>
            <a:custGeom>
              <a:avLst/>
              <a:gdLst>
                <a:gd name="T0" fmla="*/ 32 w 540"/>
                <a:gd name="T1" fmla="*/ 240 h 720"/>
                <a:gd name="T2" fmla="*/ 32 w 540"/>
                <a:gd name="T3" fmla="*/ 240 h 720"/>
                <a:gd name="T4" fmla="*/ 89 w 540"/>
                <a:gd name="T5" fmla="*/ 706 h 720"/>
                <a:gd name="T6" fmla="*/ 105 w 540"/>
                <a:gd name="T7" fmla="*/ 719 h 720"/>
                <a:gd name="T8" fmla="*/ 433 w 540"/>
                <a:gd name="T9" fmla="*/ 719 h 720"/>
                <a:gd name="T10" fmla="*/ 449 w 540"/>
                <a:gd name="T11" fmla="*/ 706 h 720"/>
                <a:gd name="T12" fmla="*/ 506 w 540"/>
                <a:gd name="T13" fmla="*/ 240 h 720"/>
                <a:gd name="T14" fmla="*/ 523 w 540"/>
                <a:gd name="T15" fmla="*/ 240 h 720"/>
                <a:gd name="T16" fmla="*/ 535 w 540"/>
                <a:gd name="T17" fmla="*/ 236 h 720"/>
                <a:gd name="T18" fmla="*/ 539 w 540"/>
                <a:gd name="T19" fmla="*/ 225 h 720"/>
                <a:gd name="T20" fmla="*/ 539 w 540"/>
                <a:gd name="T21" fmla="*/ 135 h 720"/>
                <a:gd name="T22" fmla="*/ 535 w 540"/>
                <a:gd name="T23" fmla="*/ 125 h 720"/>
                <a:gd name="T24" fmla="*/ 523 w 540"/>
                <a:gd name="T25" fmla="*/ 121 h 720"/>
                <a:gd name="T26" fmla="*/ 476 w 540"/>
                <a:gd name="T27" fmla="*/ 121 h 720"/>
                <a:gd name="T28" fmla="*/ 455 w 540"/>
                <a:gd name="T29" fmla="*/ 35 h 720"/>
                <a:gd name="T30" fmla="*/ 411 w 540"/>
                <a:gd name="T31" fmla="*/ 0 h 720"/>
                <a:gd name="T32" fmla="*/ 127 w 540"/>
                <a:gd name="T33" fmla="*/ 0 h 720"/>
                <a:gd name="T34" fmla="*/ 84 w 540"/>
                <a:gd name="T35" fmla="*/ 35 h 720"/>
                <a:gd name="T36" fmla="*/ 63 w 540"/>
                <a:gd name="T37" fmla="*/ 121 h 720"/>
                <a:gd name="T38" fmla="*/ 15 w 540"/>
                <a:gd name="T39" fmla="*/ 121 h 720"/>
                <a:gd name="T40" fmla="*/ 4 w 540"/>
                <a:gd name="T41" fmla="*/ 125 h 720"/>
                <a:gd name="T42" fmla="*/ 0 w 540"/>
                <a:gd name="T43" fmla="*/ 135 h 720"/>
                <a:gd name="T44" fmla="*/ 0 w 540"/>
                <a:gd name="T45" fmla="*/ 225 h 720"/>
                <a:gd name="T46" fmla="*/ 4 w 540"/>
                <a:gd name="T47" fmla="*/ 236 h 720"/>
                <a:gd name="T48" fmla="*/ 15 w 540"/>
                <a:gd name="T49" fmla="*/ 240 h 720"/>
                <a:gd name="T50" fmla="*/ 32 w 540"/>
                <a:gd name="T51" fmla="*/ 240 h 720"/>
                <a:gd name="T52" fmla="*/ 421 w 540"/>
                <a:gd name="T53" fmla="*/ 690 h 720"/>
                <a:gd name="T54" fmla="*/ 421 w 540"/>
                <a:gd name="T55" fmla="*/ 690 h 720"/>
                <a:gd name="T56" fmla="*/ 118 w 540"/>
                <a:gd name="T57" fmla="*/ 690 h 720"/>
                <a:gd name="T58" fmla="*/ 61 w 540"/>
                <a:gd name="T59" fmla="*/ 240 h 720"/>
                <a:gd name="T60" fmla="*/ 477 w 540"/>
                <a:gd name="T61" fmla="*/ 240 h 720"/>
                <a:gd name="T62" fmla="*/ 421 w 540"/>
                <a:gd name="T63" fmla="*/ 690 h 720"/>
                <a:gd name="T64" fmla="*/ 113 w 540"/>
                <a:gd name="T65" fmla="*/ 42 h 720"/>
                <a:gd name="T66" fmla="*/ 113 w 540"/>
                <a:gd name="T67" fmla="*/ 42 h 720"/>
                <a:gd name="T68" fmla="*/ 127 w 540"/>
                <a:gd name="T69" fmla="*/ 31 h 720"/>
                <a:gd name="T70" fmla="*/ 411 w 540"/>
                <a:gd name="T71" fmla="*/ 31 h 720"/>
                <a:gd name="T72" fmla="*/ 425 w 540"/>
                <a:gd name="T73" fmla="*/ 42 h 720"/>
                <a:gd name="T74" fmla="*/ 445 w 540"/>
                <a:gd name="T75" fmla="*/ 121 h 720"/>
                <a:gd name="T76" fmla="*/ 94 w 540"/>
                <a:gd name="T77" fmla="*/ 121 h 720"/>
                <a:gd name="T78" fmla="*/ 113 w 540"/>
                <a:gd name="T79" fmla="*/ 42 h 720"/>
                <a:gd name="T80" fmla="*/ 29 w 540"/>
                <a:gd name="T81" fmla="*/ 150 h 720"/>
                <a:gd name="T82" fmla="*/ 29 w 540"/>
                <a:gd name="T83" fmla="*/ 150 h 720"/>
                <a:gd name="T84" fmla="*/ 74 w 540"/>
                <a:gd name="T85" fmla="*/ 150 h 720"/>
                <a:gd name="T86" fmla="*/ 464 w 540"/>
                <a:gd name="T87" fmla="*/ 150 h 720"/>
                <a:gd name="T88" fmla="*/ 509 w 540"/>
                <a:gd name="T89" fmla="*/ 150 h 720"/>
                <a:gd name="T90" fmla="*/ 509 w 540"/>
                <a:gd name="T91" fmla="*/ 211 h 720"/>
                <a:gd name="T92" fmla="*/ 494 w 540"/>
                <a:gd name="T93" fmla="*/ 211 h 720"/>
                <a:gd name="T94" fmla="*/ 45 w 540"/>
                <a:gd name="T95" fmla="*/ 211 h 720"/>
                <a:gd name="T96" fmla="*/ 29 w 540"/>
                <a:gd name="T97" fmla="*/ 211 h 720"/>
                <a:gd name="T98" fmla="*/ 29 w 540"/>
                <a:gd name="T99" fmla="*/ 15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40" h="720">
                  <a:moveTo>
                    <a:pt x="32" y="240"/>
                  </a:moveTo>
                  <a:lnTo>
                    <a:pt x="32" y="240"/>
                  </a:lnTo>
                  <a:cubicBezTo>
                    <a:pt x="89" y="706"/>
                    <a:pt x="89" y="706"/>
                    <a:pt x="89" y="706"/>
                  </a:cubicBezTo>
                  <a:cubicBezTo>
                    <a:pt x="91" y="714"/>
                    <a:pt x="96" y="719"/>
                    <a:pt x="105" y="719"/>
                  </a:cubicBezTo>
                  <a:cubicBezTo>
                    <a:pt x="433" y="719"/>
                    <a:pt x="433" y="719"/>
                    <a:pt x="433" y="719"/>
                  </a:cubicBezTo>
                  <a:cubicBezTo>
                    <a:pt x="442" y="719"/>
                    <a:pt x="448" y="714"/>
                    <a:pt x="449" y="706"/>
                  </a:cubicBezTo>
                  <a:cubicBezTo>
                    <a:pt x="506" y="240"/>
                    <a:pt x="506" y="240"/>
                    <a:pt x="506" y="240"/>
                  </a:cubicBezTo>
                  <a:cubicBezTo>
                    <a:pt x="523" y="240"/>
                    <a:pt x="523" y="240"/>
                    <a:pt x="523" y="240"/>
                  </a:cubicBezTo>
                  <a:cubicBezTo>
                    <a:pt x="528" y="240"/>
                    <a:pt x="532" y="239"/>
                    <a:pt x="535" y="236"/>
                  </a:cubicBezTo>
                  <a:cubicBezTo>
                    <a:pt x="537" y="233"/>
                    <a:pt x="539" y="229"/>
                    <a:pt x="539" y="225"/>
                  </a:cubicBezTo>
                  <a:cubicBezTo>
                    <a:pt x="539" y="135"/>
                    <a:pt x="539" y="135"/>
                    <a:pt x="539" y="135"/>
                  </a:cubicBezTo>
                  <a:cubicBezTo>
                    <a:pt x="539" y="132"/>
                    <a:pt x="537" y="128"/>
                    <a:pt x="535" y="125"/>
                  </a:cubicBezTo>
                  <a:cubicBezTo>
                    <a:pt x="532" y="122"/>
                    <a:pt x="528" y="121"/>
                    <a:pt x="523" y="121"/>
                  </a:cubicBezTo>
                  <a:cubicBezTo>
                    <a:pt x="476" y="121"/>
                    <a:pt x="476" y="121"/>
                    <a:pt x="476" y="121"/>
                  </a:cubicBezTo>
                  <a:cubicBezTo>
                    <a:pt x="455" y="35"/>
                    <a:pt x="455" y="35"/>
                    <a:pt x="455" y="35"/>
                  </a:cubicBezTo>
                  <a:cubicBezTo>
                    <a:pt x="449" y="14"/>
                    <a:pt x="431" y="0"/>
                    <a:pt x="411" y="0"/>
                  </a:cubicBezTo>
                  <a:cubicBezTo>
                    <a:pt x="127" y="0"/>
                    <a:pt x="127" y="0"/>
                    <a:pt x="127" y="0"/>
                  </a:cubicBezTo>
                  <a:cubicBezTo>
                    <a:pt x="108" y="0"/>
                    <a:pt x="89" y="14"/>
                    <a:pt x="84" y="35"/>
                  </a:cubicBezTo>
                  <a:cubicBezTo>
                    <a:pt x="63" y="121"/>
                    <a:pt x="63" y="121"/>
                    <a:pt x="63" y="121"/>
                  </a:cubicBezTo>
                  <a:cubicBezTo>
                    <a:pt x="15" y="121"/>
                    <a:pt x="15" y="121"/>
                    <a:pt x="15" y="121"/>
                  </a:cubicBezTo>
                  <a:cubicBezTo>
                    <a:pt x="11" y="121"/>
                    <a:pt x="7" y="122"/>
                    <a:pt x="4" y="125"/>
                  </a:cubicBezTo>
                  <a:cubicBezTo>
                    <a:pt x="1" y="128"/>
                    <a:pt x="0" y="132"/>
                    <a:pt x="0" y="135"/>
                  </a:cubicBezTo>
                  <a:cubicBezTo>
                    <a:pt x="0" y="225"/>
                    <a:pt x="0" y="225"/>
                    <a:pt x="0" y="225"/>
                  </a:cubicBezTo>
                  <a:cubicBezTo>
                    <a:pt x="0" y="229"/>
                    <a:pt x="1" y="233"/>
                    <a:pt x="4" y="236"/>
                  </a:cubicBezTo>
                  <a:cubicBezTo>
                    <a:pt x="7" y="239"/>
                    <a:pt x="11" y="240"/>
                    <a:pt x="15" y="240"/>
                  </a:cubicBezTo>
                  <a:lnTo>
                    <a:pt x="32" y="240"/>
                  </a:lnTo>
                  <a:close/>
                  <a:moveTo>
                    <a:pt x="421" y="690"/>
                  </a:moveTo>
                  <a:lnTo>
                    <a:pt x="421" y="690"/>
                  </a:lnTo>
                  <a:cubicBezTo>
                    <a:pt x="118" y="690"/>
                    <a:pt x="118" y="690"/>
                    <a:pt x="118" y="690"/>
                  </a:cubicBezTo>
                  <a:cubicBezTo>
                    <a:pt x="61" y="240"/>
                    <a:pt x="61" y="240"/>
                    <a:pt x="61" y="240"/>
                  </a:cubicBezTo>
                  <a:cubicBezTo>
                    <a:pt x="477" y="240"/>
                    <a:pt x="477" y="240"/>
                    <a:pt x="477" y="240"/>
                  </a:cubicBezTo>
                  <a:lnTo>
                    <a:pt x="421" y="690"/>
                  </a:lnTo>
                  <a:close/>
                  <a:moveTo>
                    <a:pt x="113" y="42"/>
                  </a:moveTo>
                  <a:lnTo>
                    <a:pt x="113" y="42"/>
                  </a:lnTo>
                  <a:cubicBezTo>
                    <a:pt x="115" y="35"/>
                    <a:pt x="120" y="31"/>
                    <a:pt x="127" y="31"/>
                  </a:cubicBezTo>
                  <a:cubicBezTo>
                    <a:pt x="411" y="31"/>
                    <a:pt x="411" y="31"/>
                    <a:pt x="411" y="31"/>
                  </a:cubicBezTo>
                  <a:cubicBezTo>
                    <a:pt x="418" y="31"/>
                    <a:pt x="424" y="35"/>
                    <a:pt x="425" y="42"/>
                  </a:cubicBezTo>
                  <a:cubicBezTo>
                    <a:pt x="445" y="121"/>
                    <a:pt x="445" y="121"/>
                    <a:pt x="445" y="121"/>
                  </a:cubicBezTo>
                  <a:cubicBezTo>
                    <a:pt x="94" y="121"/>
                    <a:pt x="94" y="121"/>
                    <a:pt x="94" y="121"/>
                  </a:cubicBezTo>
                  <a:lnTo>
                    <a:pt x="113" y="42"/>
                  </a:lnTo>
                  <a:close/>
                  <a:moveTo>
                    <a:pt x="29" y="150"/>
                  </a:moveTo>
                  <a:lnTo>
                    <a:pt x="29" y="150"/>
                  </a:lnTo>
                  <a:cubicBezTo>
                    <a:pt x="74" y="150"/>
                    <a:pt x="74" y="150"/>
                    <a:pt x="74" y="150"/>
                  </a:cubicBezTo>
                  <a:cubicBezTo>
                    <a:pt x="464" y="150"/>
                    <a:pt x="464" y="150"/>
                    <a:pt x="464" y="150"/>
                  </a:cubicBezTo>
                  <a:cubicBezTo>
                    <a:pt x="509" y="150"/>
                    <a:pt x="509" y="150"/>
                    <a:pt x="509" y="150"/>
                  </a:cubicBezTo>
                  <a:cubicBezTo>
                    <a:pt x="509" y="211"/>
                    <a:pt x="509" y="211"/>
                    <a:pt x="509" y="211"/>
                  </a:cubicBezTo>
                  <a:cubicBezTo>
                    <a:pt x="494" y="211"/>
                    <a:pt x="494" y="211"/>
                    <a:pt x="494" y="211"/>
                  </a:cubicBezTo>
                  <a:cubicBezTo>
                    <a:pt x="45" y="211"/>
                    <a:pt x="45" y="211"/>
                    <a:pt x="45" y="211"/>
                  </a:cubicBezTo>
                  <a:cubicBezTo>
                    <a:pt x="29" y="211"/>
                    <a:pt x="29" y="211"/>
                    <a:pt x="29" y="211"/>
                  </a:cubicBezTo>
                  <a:lnTo>
                    <a:pt x="29" y="15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8884CEBD-B667-F64A-BB80-8A4FE531A784}"/>
                </a:ext>
              </a:extLst>
            </p:cNvPr>
            <p:cNvSpPr>
              <a:spLocks noChangeArrowheads="1"/>
            </p:cNvSpPr>
            <p:nvPr/>
          </p:nvSpPr>
          <p:spPr bwMode="auto">
            <a:xfrm>
              <a:off x="3733800" y="4237038"/>
              <a:ext cx="85725" cy="96837"/>
            </a:xfrm>
            <a:custGeom>
              <a:avLst/>
              <a:gdLst>
                <a:gd name="T0" fmla="*/ 119 w 240"/>
                <a:gd name="T1" fmla="*/ 269 h 270"/>
                <a:gd name="T2" fmla="*/ 119 w 240"/>
                <a:gd name="T3" fmla="*/ 269 h 270"/>
                <a:gd name="T4" fmla="*/ 205 w 240"/>
                <a:gd name="T5" fmla="*/ 229 h 270"/>
                <a:gd name="T6" fmla="*/ 239 w 240"/>
                <a:gd name="T7" fmla="*/ 134 h 270"/>
                <a:gd name="T8" fmla="*/ 205 w 240"/>
                <a:gd name="T9" fmla="*/ 39 h 270"/>
                <a:gd name="T10" fmla="*/ 119 w 240"/>
                <a:gd name="T11" fmla="*/ 0 h 270"/>
                <a:gd name="T12" fmla="*/ 34 w 240"/>
                <a:gd name="T13" fmla="*/ 39 h 270"/>
                <a:gd name="T14" fmla="*/ 0 w 240"/>
                <a:gd name="T15" fmla="*/ 134 h 270"/>
                <a:gd name="T16" fmla="*/ 34 w 240"/>
                <a:gd name="T17" fmla="*/ 229 h 270"/>
                <a:gd name="T18" fmla="*/ 119 w 240"/>
                <a:gd name="T19" fmla="*/ 269 h 270"/>
                <a:gd name="T20" fmla="*/ 56 w 240"/>
                <a:gd name="T21" fmla="*/ 59 h 270"/>
                <a:gd name="T22" fmla="*/ 56 w 240"/>
                <a:gd name="T23" fmla="*/ 59 h 270"/>
                <a:gd name="T24" fmla="*/ 119 w 240"/>
                <a:gd name="T25" fmla="*/ 29 h 270"/>
                <a:gd name="T26" fmla="*/ 182 w 240"/>
                <a:gd name="T27" fmla="*/ 59 h 270"/>
                <a:gd name="T28" fmla="*/ 209 w 240"/>
                <a:gd name="T29" fmla="*/ 134 h 270"/>
                <a:gd name="T30" fmla="*/ 182 w 240"/>
                <a:gd name="T31" fmla="*/ 209 h 270"/>
                <a:gd name="T32" fmla="*/ 119 w 240"/>
                <a:gd name="T33" fmla="*/ 238 h 270"/>
                <a:gd name="T34" fmla="*/ 56 w 240"/>
                <a:gd name="T35" fmla="*/ 209 h 270"/>
                <a:gd name="T36" fmla="*/ 29 w 240"/>
                <a:gd name="T37" fmla="*/ 134 h 270"/>
                <a:gd name="T38" fmla="*/ 56 w 240"/>
                <a:gd name="T39" fmla="*/ 5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270">
                  <a:moveTo>
                    <a:pt x="119" y="269"/>
                  </a:moveTo>
                  <a:lnTo>
                    <a:pt x="119" y="269"/>
                  </a:lnTo>
                  <a:cubicBezTo>
                    <a:pt x="153" y="269"/>
                    <a:pt x="184" y="254"/>
                    <a:pt x="205" y="229"/>
                  </a:cubicBezTo>
                  <a:cubicBezTo>
                    <a:pt x="226" y="205"/>
                    <a:pt x="239" y="171"/>
                    <a:pt x="239" y="134"/>
                  </a:cubicBezTo>
                  <a:cubicBezTo>
                    <a:pt x="239" y="98"/>
                    <a:pt x="226" y="64"/>
                    <a:pt x="205" y="39"/>
                  </a:cubicBezTo>
                  <a:cubicBezTo>
                    <a:pt x="184" y="15"/>
                    <a:pt x="153" y="0"/>
                    <a:pt x="119" y="0"/>
                  </a:cubicBezTo>
                  <a:cubicBezTo>
                    <a:pt x="85" y="0"/>
                    <a:pt x="55" y="15"/>
                    <a:pt x="34" y="39"/>
                  </a:cubicBezTo>
                  <a:cubicBezTo>
                    <a:pt x="12" y="64"/>
                    <a:pt x="0" y="98"/>
                    <a:pt x="0" y="134"/>
                  </a:cubicBezTo>
                  <a:cubicBezTo>
                    <a:pt x="0" y="171"/>
                    <a:pt x="12" y="205"/>
                    <a:pt x="34" y="229"/>
                  </a:cubicBezTo>
                  <a:cubicBezTo>
                    <a:pt x="55" y="254"/>
                    <a:pt x="85" y="269"/>
                    <a:pt x="119" y="269"/>
                  </a:cubicBezTo>
                  <a:close/>
                  <a:moveTo>
                    <a:pt x="56" y="59"/>
                  </a:moveTo>
                  <a:lnTo>
                    <a:pt x="56" y="59"/>
                  </a:lnTo>
                  <a:cubicBezTo>
                    <a:pt x="73" y="40"/>
                    <a:pt x="95" y="29"/>
                    <a:pt x="119" y="29"/>
                  </a:cubicBezTo>
                  <a:cubicBezTo>
                    <a:pt x="143" y="29"/>
                    <a:pt x="166" y="40"/>
                    <a:pt x="182" y="59"/>
                  </a:cubicBezTo>
                  <a:cubicBezTo>
                    <a:pt x="199" y="78"/>
                    <a:pt x="209" y="105"/>
                    <a:pt x="209" y="134"/>
                  </a:cubicBezTo>
                  <a:cubicBezTo>
                    <a:pt x="209" y="164"/>
                    <a:pt x="199" y="191"/>
                    <a:pt x="182" y="209"/>
                  </a:cubicBezTo>
                  <a:cubicBezTo>
                    <a:pt x="166" y="229"/>
                    <a:pt x="143" y="238"/>
                    <a:pt x="119" y="238"/>
                  </a:cubicBezTo>
                  <a:cubicBezTo>
                    <a:pt x="95" y="238"/>
                    <a:pt x="73" y="229"/>
                    <a:pt x="56" y="209"/>
                  </a:cubicBezTo>
                  <a:cubicBezTo>
                    <a:pt x="41" y="191"/>
                    <a:pt x="29" y="164"/>
                    <a:pt x="29" y="134"/>
                  </a:cubicBezTo>
                  <a:cubicBezTo>
                    <a:pt x="29" y="105"/>
                    <a:pt x="41" y="78"/>
                    <a:pt x="56"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ACB83AFA-4183-BB51-D87D-C33C000059BB}"/>
              </a:ext>
            </a:extLst>
          </p:cNvPr>
          <p:cNvGrpSpPr/>
          <p:nvPr/>
        </p:nvGrpSpPr>
        <p:grpSpPr>
          <a:xfrm>
            <a:off x="5365353" y="908720"/>
            <a:ext cx="1530350" cy="141287"/>
            <a:chOff x="4329113" y="2693988"/>
            <a:chExt cx="1530350" cy="141287"/>
          </a:xfrm>
          <a:solidFill>
            <a:schemeClr val="tx2"/>
          </a:solidFill>
        </p:grpSpPr>
        <p:sp>
          <p:nvSpPr>
            <p:cNvPr id="150" name="Freeform 121">
              <a:extLst>
                <a:ext uri="{FF2B5EF4-FFF2-40B4-BE49-F238E27FC236}">
                  <a16:creationId xmlns:a16="http://schemas.microsoft.com/office/drawing/2014/main" id="{87F8AC29-1896-D127-9A70-AFDFEBE5212B}"/>
                </a:ext>
              </a:extLst>
            </p:cNvPr>
            <p:cNvSpPr>
              <a:spLocks noChangeArrowheads="1"/>
            </p:cNvSpPr>
            <p:nvPr/>
          </p:nvSpPr>
          <p:spPr bwMode="auto">
            <a:xfrm>
              <a:off x="4329113" y="2695575"/>
              <a:ext cx="66675" cy="136525"/>
            </a:xfrm>
            <a:custGeom>
              <a:avLst/>
              <a:gdLst>
                <a:gd name="T0" fmla="*/ 35 w 187"/>
                <a:gd name="T1" fmla="*/ 207 h 379"/>
                <a:gd name="T2" fmla="*/ 174 w 187"/>
                <a:gd name="T3" fmla="*/ 207 h 379"/>
                <a:gd name="T4" fmla="*/ 174 w 187"/>
                <a:gd name="T5" fmla="*/ 176 h 379"/>
                <a:gd name="T6" fmla="*/ 35 w 187"/>
                <a:gd name="T7" fmla="*/ 176 h 379"/>
                <a:gd name="T8" fmla="*/ 35 w 187"/>
                <a:gd name="T9" fmla="*/ 33 h 379"/>
                <a:gd name="T10" fmla="*/ 186 w 187"/>
                <a:gd name="T11" fmla="*/ 33 h 379"/>
                <a:gd name="T12" fmla="*/ 186 w 187"/>
                <a:gd name="T13" fmla="*/ 0 h 379"/>
                <a:gd name="T14" fmla="*/ 0 w 187"/>
                <a:gd name="T15" fmla="*/ 0 h 379"/>
                <a:gd name="T16" fmla="*/ 0 w 187"/>
                <a:gd name="T17" fmla="*/ 378 h 379"/>
                <a:gd name="T18" fmla="*/ 35 w 187"/>
                <a:gd name="T19" fmla="*/ 378 h 379"/>
                <a:gd name="T20" fmla="*/ 35 w 187"/>
                <a:gd name="T21" fmla="*/ 20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7" h="379">
                  <a:moveTo>
                    <a:pt x="35" y="207"/>
                  </a:moveTo>
                  <a:lnTo>
                    <a:pt x="174" y="207"/>
                  </a:lnTo>
                  <a:lnTo>
                    <a:pt x="174" y="176"/>
                  </a:lnTo>
                  <a:lnTo>
                    <a:pt x="35" y="176"/>
                  </a:lnTo>
                  <a:lnTo>
                    <a:pt x="35" y="33"/>
                  </a:lnTo>
                  <a:lnTo>
                    <a:pt x="186" y="33"/>
                  </a:lnTo>
                  <a:lnTo>
                    <a:pt x="186" y="0"/>
                  </a:lnTo>
                  <a:lnTo>
                    <a:pt x="0" y="0"/>
                  </a:lnTo>
                  <a:lnTo>
                    <a:pt x="0" y="378"/>
                  </a:lnTo>
                  <a:lnTo>
                    <a:pt x="35" y="378"/>
                  </a:lnTo>
                  <a:lnTo>
                    <a:pt x="35" y="20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7E7B4E5F-1C97-8AE9-BD7C-498976938AD3}"/>
                </a:ext>
              </a:extLst>
            </p:cNvPr>
            <p:cNvSpPr>
              <a:spLocks noChangeArrowheads="1"/>
            </p:cNvSpPr>
            <p:nvPr/>
          </p:nvSpPr>
          <p:spPr bwMode="auto">
            <a:xfrm>
              <a:off x="4413250" y="2693988"/>
              <a:ext cx="128588" cy="141287"/>
            </a:xfrm>
            <a:custGeom>
              <a:avLst/>
              <a:gdLst>
                <a:gd name="T0" fmla="*/ 308 w 355"/>
                <a:gd name="T1" fmla="*/ 55 h 391"/>
                <a:gd name="T2" fmla="*/ 308 w 355"/>
                <a:gd name="T3" fmla="*/ 55 h 391"/>
                <a:gd name="T4" fmla="*/ 254 w 355"/>
                <a:gd name="T5" fmla="*/ 14 h 391"/>
                <a:gd name="T6" fmla="*/ 183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3 w 355"/>
                <a:gd name="T21" fmla="*/ 375 h 391"/>
                <a:gd name="T22" fmla="*/ 176 w 355"/>
                <a:gd name="T23" fmla="*/ 390 h 391"/>
                <a:gd name="T24" fmla="*/ 253 w 355"/>
                <a:gd name="T25" fmla="*/ 375 h 391"/>
                <a:gd name="T26" fmla="*/ 309 w 355"/>
                <a:gd name="T27" fmla="*/ 333 h 391"/>
                <a:gd name="T28" fmla="*/ 343 w 355"/>
                <a:gd name="T29" fmla="*/ 269 h 391"/>
                <a:gd name="T30" fmla="*/ 354 w 355"/>
                <a:gd name="T31" fmla="*/ 189 h 391"/>
                <a:gd name="T32" fmla="*/ 343 w 355"/>
                <a:gd name="T33" fmla="*/ 113 h 391"/>
                <a:gd name="T34" fmla="*/ 308 w 355"/>
                <a:gd name="T35" fmla="*/ 55 h 391"/>
                <a:gd name="T36" fmla="*/ 309 w 355"/>
                <a:gd name="T37" fmla="*/ 261 h 391"/>
                <a:gd name="T38" fmla="*/ 309 w 355"/>
                <a:gd name="T39" fmla="*/ 261 h 391"/>
                <a:gd name="T40" fmla="*/ 282 w 355"/>
                <a:gd name="T41" fmla="*/ 311 h 391"/>
                <a:gd name="T42" fmla="*/ 237 w 355"/>
                <a:gd name="T43" fmla="*/ 347 h 391"/>
                <a:gd name="T44" fmla="*/ 176 w 355"/>
                <a:gd name="T45" fmla="*/ 358 h 391"/>
                <a:gd name="T46" fmla="*/ 114 w 355"/>
                <a:gd name="T47" fmla="*/ 345 h 391"/>
                <a:gd name="T48" fmla="*/ 70 w 355"/>
                <a:gd name="T49" fmla="*/ 309 h 391"/>
                <a:gd name="T50" fmla="*/ 45 w 355"/>
                <a:gd name="T51" fmla="*/ 257 h 391"/>
                <a:gd name="T52" fmla="*/ 37 w 355"/>
                <a:gd name="T53" fmla="*/ 195 h 391"/>
                <a:gd name="T54" fmla="*/ 45 w 355"/>
                <a:gd name="T55" fmla="*/ 132 h 391"/>
                <a:gd name="T56" fmla="*/ 73 w 355"/>
                <a:gd name="T57" fmla="*/ 80 h 391"/>
                <a:gd name="T58" fmla="*/ 118 w 355"/>
                <a:gd name="T59" fmla="*/ 45 h 391"/>
                <a:gd name="T60" fmla="*/ 178 w 355"/>
                <a:gd name="T61" fmla="*/ 32 h 391"/>
                <a:gd name="T62" fmla="*/ 242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8" y="55"/>
                  </a:moveTo>
                  <a:lnTo>
                    <a:pt x="308" y="55"/>
                  </a:lnTo>
                  <a:cubicBezTo>
                    <a:pt x="294" y="36"/>
                    <a:pt x="275" y="24"/>
                    <a:pt x="254" y="14"/>
                  </a:cubicBezTo>
                  <a:cubicBezTo>
                    <a:pt x="233" y="4"/>
                    <a:pt x="209" y="0"/>
                    <a:pt x="183" y="0"/>
                  </a:cubicBezTo>
                  <a:cubicBezTo>
                    <a:pt x="153" y="0"/>
                    <a:pt x="128" y="4"/>
                    <a:pt x="105" y="14"/>
                  </a:cubicBezTo>
                  <a:cubicBezTo>
                    <a:pt x="82" y="24"/>
                    <a:pt x="63" y="38"/>
                    <a:pt x="48" y="55"/>
                  </a:cubicBezTo>
                  <a:cubicBezTo>
                    <a:pt x="32" y="73"/>
                    <a:pt x="20" y="94"/>
                    <a:pt x="11" y="118"/>
                  </a:cubicBezTo>
                  <a:cubicBezTo>
                    <a:pt x="3" y="143"/>
                    <a:pt x="0" y="170"/>
                    <a:pt x="0" y="199"/>
                  </a:cubicBezTo>
                  <a:cubicBezTo>
                    <a:pt x="0" y="226"/>
                    <a:pt x="3" y="251"/>
                    <a:pt x="11" y="274"/>
                  </a:cubicBezTo>
                  <a:cubicBezTo>
                    <a:pt x="20" y="297"/>
                    <a:pt x="31" y="317"/>
                    <a:pt x="46" y="334"/>
                  </a:cubicBezTo>
                  <a:cubicBezTo>
                    <a:pt x="62" y="352"/>
                    <a:pt x="80" y="365"/>
                    <a:pt x="103" y="375"/>
                  </a:cubicBezTo>
                  <a:cubicBezTo>
                    <a:pt x="124" y="386"/>
                    <a:pt x="149" y="390"/>
                    <a:pt x="176" y="390"/>
                  </a:cubicBezTo>
                  <a:cubicBezTo>
                    <a:pt x="205" y="390"/>
                    <a:pt x="230" y="384"/>
                    <a:pt x="253" y="375"/>
                  </a:cubicBezTo>
                  <a:cubicBezTo>
                    <a:pt x="274" y="365"/>
                    <a:pt x="294" y="351"/>
                    <a:pt x="309" y="333"/>
                  </a:cubicBezTo>
                  <a:cubicBezTo>
                    <a:pt x="323" y="314"/>
                    <a:pt x="336" y="293"/>
                    <a:pt x="343" y="269"/>
                  </a:cubicBezTo>
                  <a:cubicBezTo>
                    <a:pt x="351" y="244"/>
                    <a:pt x="354" y="219"/>
                    <a:pt x="354" y="189"/>
                  </a:cubicBezTo>
                  <a:cubicBezTo>
                    <a:pt x="354" y="163"/>
                    <a:pt x="351" y="137"/>
                    <a:pt x="343" y="113"/>
                  </a:cubicBezTo>
                  <a:cubicBezTo>
                    <a:pt x="334" y="91"/>
                    <a:pt x="323" y="71"/>
                    <a:pt x="308" y="55"/>
                  </a:cubicBezTo>
                  <a:close/>
                  <a:moveTo>
                    <a:pt x="309" y="261"/>
                  </a:moveTo>
                  <a:lnTo>
                    <a:pt x="309" y="261"/>
                  </a:lnTo>
                  <a:cubicBezTo>
                    <a:pt x="303" y="281"/>
                    <a:pt x="294" y="297"/>
                    <a:pt x="282" y="311"/>
                  </a:cubicBezTo>
                  <a:cubicBezTo>
                    <a:pt x="270" y="327"/>
                    <a:pt x="256" y="338"/>
                    <a:pt x="237" y="347"/>
                  </a:cubicBezTo>
                  <a:cubicBezTo>
                    <a:pt x="219" y="354"/>
                    <a:pt x="199" y="358"/>
                    <a:pt x="176" y="358"/>
                  </a:cubicBezTo>
                  <a:cubicBezTo>
                    <a:pt x="152" y="358"/>
                    <a:pt x="131" y="354"/>
                    <a:pt x="114" y="345"/>
                  </a:cubicBezTo>
                  <a:cubicBezTo>
                    <a:pt x="96" y="335"/>
                    <a:pt x="82" y="324"/>
                    <a:pt x="70" y="309"/>
                  </a:cubicBezTo>
                  <a:cubicBezTo>
                    <a:pt x="59" y="295"/>
                    <a:pt x="51" y="276"/>
                    <a:pt x="45" y="257"/>
                  </a:cubicBezTo>
                  <a:cubicBezTo>
                    <a:pt x="38" y="237"/>
                    <a:pt x="35" y="217"/>
                    <a:pt x="37" y="195"/>
                  </a:cubicBezTo>
                  <a:cubicBezTo>
                    <a:pt x="37" y="172"/>
                    <a:pt x="39" y="151"/>
                    <a:pt x="45" y="132"/>
                  </a:cubicBezTo>
                  <a:cubicBezTo>
                    <a:pt x="52" y="112"/>
                    <a:pt x="60" y="95"/>
                    <a:pt x="73" y="80"/>
                  </a:cubicBezTo>
                  <a:cubicBezTo>
                    <a:pt x="86" y="66"/>
                    <a:pt x="100" y="53"/>
                    <a:pt x="118" y="45"/>
                  </a:cubicBezTo>
                  <a:cubicBezTo>
                    <a:pt x="135" y="36"/>
                    <a:pt x="156" y="32"/>
                    <a:pt x="178" y="32"/>
                  </a:cubicBezTo>
                  <a:cubicBezTo>
                    <a:pt x="204" y="32"/>
                    <a:pt x="225" y="36"/>
                    <a:pt x="242" y="45"/>
                  </a:cubicBezTo>
                  <a:cubicBezTo>
                    <a:pt x="260" y="53"/>
                    <a:pt x="274" y="66"/>
                    <a:pt x="285" y="80"/>
                  </a:cubicBezTo>
                  <a:cubicBezTo>
                    <a:pt x="296" y="95"/>
                    <a:pt x="305" y="112"/>
                    <a:pt x="310" y="132"/>
                  </a:cubicBezTo>
                  <a:cubicBezTo>
                    <a:pt x="316" y="151"/>
                    <a:pt x="317" y="172"/>
                    <a:pt x="317" y="195"/>
                  </a:cubicBezTo>
                  <a:cubicBezTo>
                    <a:pt x="317" y="219"/>
                    <a:pt x="315"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398A54DB-C684-6AAF-C26D-206E72F9C757}"/>
                </a:ext>
              </a:extLst>
            </p:cNvPr>
            <p:cNvSpPr>
              <a:spLocks noChangeArrowheads="1"/>
            </p:cNvSpPr>
            <p:nvPr/>
          </p:nvSpPr>
          <p:spPr bwMode="auto">
            <a:xfrm>
              <a:off x="4560888" y="2693988"/>
              <a:ext cx="128587" cy="141287"/>
            </a:xfrm>
            <a:custGeom>
              <a:avLst/>
              <a:gdLst>
                <a:gd name="T0" fmla="*/ 356 w 357"/>
                <a:gd name="T1" fmla="*/ 189 h 391"/>
                <a:gd name="T2" fmla="*/ 356 w 357"/>
                <a:gd name="T3" fmla="*/ 189 h 391"/>
                <a:gd name="T4" fmla="*/ 344 w 357"/>
                <a:gd name="T5" fmla="*/ 113 h 391"/>
                <a:gd name="T6" fmla="*/ 309 w 357"/>
                <a:gd name="T7" fmla="*/ 55 h 391"/>
                <a:gd name="T8" fmla="*/ 256 w 357"/>
                <a:gd name="T9" fmla="*/ 14 h 391"/>
                <a:gd name="T10" fmla="*/ 183 w 357"/>
                <a:gd name="T11" fmla="*/ 0 h 391"/>
                <a:gd name="T12" fmla="*/ 106 w 357"/>
                <a:gd name="T13" fmla="*/ 14 h 391"/>
                <a:gd name="T14" fmla="*/ 48 w 357"/>
                <a:gd name="T15" fmla="*/ 55 h 391"/>
                <a:gd name="T16" fmla="*/ 13 w 357"/>
                <a:gd name="T17" fmla="*/ 118 h 391"/>
                <a:gd name="T18" fmla="*/ 0 w 357"/>
                <a:gd name="T19" fmla="*/ 199 h 391"/>
                <a:gd name="T20" fmla="*/ 13 w 357"/>
                <a:gd name="T21" fmla="*/ 274 h 391"/>
                <a:gd name="T22" fmla="*/ 48 w 357"/>
                <a:gd name="T23" fmla="*/ 334 h 391"/>
                <a:gd name="T24" fmla="*/ 103 w 357"/>
                <a:gd name="T25" fmla="*/ 375 h 391"/>
                <a:gd name="T26" fmla="*/ 177 w 357"/>
                <a:gd name="T27" fmla="*/ 390 h 391"/>
                <a:gd name="T28" fmla="*/ 253 w 357"/>
                <a:gd name="T29" fmla="*/ 375 h 391"/>
                <a:gd name="T30" fmla="*/ 309 w 357"/>
                <a:gd name="T31" fmla="*/ 333 h 391"/>
                <a:gd name="T32" fmla="*/ 344 w 357"/>
                <a:gd name="T33" fmla="*/ 269 h 391"/>
                <a:gd name="T34" fmla="*/ 356 w 357"/>
                <a:gd name="T35" fmla="*/ 189 h 391"/>
                <a:gd name="T36" fmla="*/ 311 w 357"/>
                <a:gd name="T37" fmla="*/ 261 h 391"/>
                <a:gd name="T38" fmla="*/ 311 w 357"/>
                <a:gd name="T39" fmla="*/ 261 h 391"/>
                <a:gd name="T40" fmla="*/ 284 w 357"/>
                <a:gd name="T41" fmla="*/ 311 h 391"/>
                <a:gd name="T42" fmla="*/ 239 w 357"/>
                <a:gd name="T43" fmla="*/ 347 h 391"/>
                <a:gd name="T44" fmla="*/ 177 w 357"/>
                <a:gd name="T45" fmla="*/ 358 h 391"/>
                <a:gd name="T46" fmla="*/ 115 w 357"/>
                <a:gd name="T47" fmla="*/ 345 h 391"/>
                <a:gd name="T48" fmla="*/ 72 w 357"/>
                <a:gd name="T49" fmla="*/ 309 h 391"/>
                <a:gd name="T50" fmla="*/ 45 w 357"/>
                <a:gd name="T51" fmla="*/ 257 h 391"/>
                <a:gd name="T52" fmla="*/ 37 w 357"/>
                <a:gd name="T53" fmla="*/ 195 h 391"/>
                <a:gd name="T54" fmla="*/ 47 w 357"/>
                <a:gd name="T55" fmla="*/ 132 h 391"/>
                <a:gd name="T56" fmla="*/ 75 w 357"/>
                <a:gd name="T57" fmla="*/ 80 h 391"/>
                <a:gd name="T58" fmla="*/ 120 w 357"/>
                <a:gd name="T59" fmla="*/ 45 h 391"/>
                <a:gd name="T60" fmla="*/ 180 w 357"/>
                <a:gd name="T61" fmla="*/ 32 h 391"/>
                <a:gd name="T62" fmla="*/ 243 w 357"/>
                <a:gd name="T63" fmla="*/ 45 h 391"/>
                <a:gd name="T64" fmla="*/ 287 w 357"/>
                <a:gd name="T65" fmla="*/ 80 h 391"/>
                <a:gd name="T66" fmla="*/ 312 w 357"/>
                <a:gd name="T67" fmla="*/ 132 h 391"/>
                <a:gd name="T68" fmla="*/ 319 w 357"/>
                <a:gd name="T69" fmla="*/ 195 h 391"/>
                <a:gd name="T70" fmla="*/ 311 w 357"/>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56" y="189"/>
                  </a:moveTo>
                  <a:lnTo>
                    <a:pt x="356" y="189"/>
                  </a:lnTo>
                  <a:cubicBezTo>
                    <a:pt x="356" y="163"/>
                    <a:pt x="351" y="137"/>
                    <a:pt x="344" y="113"/>
                  </a:cubicBezTo>
                  <a:cubicBezTo>
                    <a:pt x="336" y="91"/>
                    <a:pt x="325" y="71"/>
                    <a:pt x="309" y="55"/>
                  </a:cubicBezTo>
                  <a:cubicBezTo>
                    <a:pt x="295" y="36"/>
                    <a:pt x="277" y="24"/>
                    <a:pt x="256" y="14"/>
                  </a:cubicBezTo>
                  <a:cubicBezTo>
                    <a:pt x="235" y="4"/>
                    <a:pt x="209" y="0"/>
                    <a:pt x="183" y="0"/>
                  </a:cubicBezTo>
                  <a:cubicBezTo>
                    <a:pt x="155" y="0"/>
                    <a:pt x="128" y="4"/>
                    <a:pt x="106" y="14"/>
                  </a:cubicBezTo>
                  <a:cubicBezTo>
                    <a:pt x="83" y="24"/>
                    <a:pt x="65" y="38"/>
                    <a:pt x="48" y="55"/>
                  </a:cubicBezTo>
                  <a:cubicBezTo>
                    <a:pt x="33" y="73"/>
                    <a:pt x="21" y="94"/>
                    <a:pt x="13" y="118"/>
                  </a:cubicBezTo>
                  <a:cubicBezTo>
                    <a:pt x="5" y="143"/>
                    <a:pt x="0" y="170"/>
                    <a:pt x="0" y="199"/>
                  </a:cubicBezTo>
                  <a:cubicBezTo>
                    <a:pt x="0" y="226"/>
                    <a:pt x="5" y="251"/>
                    <a:pt x="13" y="274"/>
                  </a:cubicBezTo>
                  <a:cubicBezTo>
                    <a:pt x="21" y="297"/>
                    <a:pt x="33" y="317"/>
                    <a:pt x="48" y="334"/>
                  </a:cubicBezTo>
                  <a:cubicBezTo>
                    <a:pt x="63" y="352"/>
                    <a:pt x="82" y="365"/>
                    <a:pt x="103" y="375"/>
                  </a:cubicBezTo>
                  <a:cubicBezTo>
                    <a:pt x="125" y="386"/>
                    <a:pt x="149" y="390"/>
                    <a:pt x="177" y="390"/>
                  </a:cubicBezTo>
                  <a:cubicBezTo>
                    <a:pt x="205" y="390"/>
                    <a:pt x="232" y="384"/>
                    <a:pt x="253" y="375"/>
                  </a:cubicBezTo>
                  <a:cubicBezTo>
                    <a:pt x="275" y="365"/>
                    <a:pt x="295" y="351"/>
                    <a:pt x="309" y="333"/>
                  </a:cubicBezTo>
                  <a:cubicBezTo>
                    <a:pt x="325" y="314"/>
                    <a:pt x="336" y="293"/>
                    <a:pt x="344" y="269"/>
                  </a:cubicBezTo>
                  <a:cubicBezTo>
                    <a:pt x="353" y="244"/>
                    <a:pt x="356" y="219"/>
                    <a:pt x="356" y="189"/>
                  </a:cubicBezTo>
                  <a:close/>
                  <a:moveTo>
                    <a:pt x="311" y="261"/>
                  </a:moveTo>
                  <a:lnTo>
                    <a:pt x="311" y="261"/>
                  </a:lnTo>
                  <a:cubicBezTo>
                    <a:pt x="304" y="281"/>
                    <a:pt x="295" y="297"/>
                    <a:pt x="284" y="311"/>
                  </a:cubicBezTo>
                  <a:cubicBezTo>
                    <a:pt x="271" y="327"/>
                    <a:pt x="256" y="338"/>
                    <a:pt x="239" y="347"/>
                  </a:cubicBezTo>
                  <a:cubicBezTo>
                    <a:pt x="221" y="354"/>
                    <a:pt x="200" y="358"/>
                    <a:pt x="177" y="358"/>
                  </a:cubicBezTo>
                  <a:cubicBezTo>
                    <a:pt x="153" y="358"/>
                    <a:pt x="132" y="354"/>
                    <a:pt x="115" y="345"/>
                  </a:cubicBezTo>
                  <a:cubicBezTo>
                    <a:pt x="97" y="335"/>
                    <a:pt x="83" y="324"/>
                    <a:pt x="72" y="309"/>
                  </a:cubicBezTo>
                  <a:cubicBezTo>
                    <a:pt x="61" y="295"/>
                    <a:pt x="51" y="276"/>
                    <a:pt x="45" y="257"/>
                  </a:cubicBezTo>
                  <a:cubicBezTo>
                    <a:pt x="40" y="237"/>
                    <a:pt x="37" y="217"/>
                    <a:pt x="37" y="195"/>
                  </a:cubicBezTo>
                  <a:cubicBezTo>
                    <a:pt x="38" y="172"/>
                    <a:pt x="41" y="151"/>
                    <a:pt x="47" y="132"/>
                  </a:cubicBezTo>
                  <a:cubicBezTo>
                    <a:pt x="54" y="112"/>
                    <a:pt x="62" y="95"/>
                    <a:pt x="75" y="80"/>
                  </a:cubicBezTo>
                  <a:cubicBezTo>
                    <a:pt x="86" y="66"/>
                    <a:pt x="101" y="53"/>
                    <a:pt x="120" y="45"/>
                  </a:cubicBezTo>
                  <a:cubicBezTo>
                    <a:pt x="136" y="36"/>
                    <a:pt x="158" y="32"/>
                    <a:pt x="180" y="32"/>
                  </a:cubicBezTo>
                  <a:cubicBezTo>
                    <a:pt x="204" y="32"/>
                    <a:pt x="225" y="36"/>
                    <a:pt x="243" y="45"/>
                  </a:cubicBezTo>
                  <a:cubicBezTo>
                    <a:pt x="260" y="53"/>
                    <a:pt x="275" y="66"/>
                    <a:pt x="287" y="80"/>
                  </a:cubicBezTo>
                  <a:cubicBezTo>
                    <a:pt x="298" y="95"/>
                    <a:pt x="306" y="112"/>
                    <a:pt x="312" y="132"/>
                  </a:cubicBezTo>
                  <a:cubicBezTo>
                    <a:pt x="316" y="151"/>
                    <a:pt x="319" y="172"/>
                    <a:pt x="319" y="195"/>
                  </a:cubicBezTo>
                  <a:cubicBezTo>
                    <a:pt x="319" y="219"/>
                    <a:pt x="316" y="240"/>
                    <a:pt x="311"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4">
              <a:extLst>
                <a:ext uri="{FF2B5EF4-FFF2-40B4-BE49-F238E27FC236}">
                  <a16:creationId xmlns:a16="http://schemas.microsoft.com/office/drawing/2014/main" id="{CF1B8F66-B3C4-8617-5124-8B3638BD993C}"/>
                </a:ext>
              </a:extLst>
            </p:cNvPr>
            <p:cNvSpPr>
              <a:spLocks noChangeArrowheads="1"/>
            </p:cNvSpPr>
            <p:nvPr/>
          </p:nvSpPr>
          <p:spPr bwMode="auto">
            <a:xfrm>
              <a:off x="4714875" y="2695575"/>
              <a:ext cx="106363" cy="136525"/>
            </a:xfrm>
            <a:custGeom>
              <a:avLst/>
              <a:gdLst>
                <a:gd name="T0" fmla="*/ 179 w 296"/>
                <a:gd name="T1" fmla="*/ 365 h 379"/>
                <a:gd name="T2" fmla="*/ 179 w 296"/>
                <a:gd name="T3" fmla="*/ 365 h 379"/>
                <a:gd name="T4" fmla="*/ 242 w 296"/>
                <a:gd name="T5" fmla="*/ 326 h 379"/>
                <a:gd name="T6" fmla="*/ 281 w 296"/>
                <a:gd name="T7" fmla="*/ 264 h 379"/>
                <a:gd name="T8" fmla="*/ 295 w 296"/>
                <a:gd name="T9" fmla="*/ 184 h 379"/>
                <a:gd name="T10" fmla="*/ 246 w 296"/>
                <a:gd name="T11" fmla="*/ 48 h 379"/>
                <a:gd name="T12" fmla="*/ 100 w 296"/>
                <a:gd name="T13" fmla="*/ 0 h 379"/>
                <a:gd name="T14" fmla="*/ 0 w 296"/>
                <a:gd name="T15" fmla="*/ 0 h 379"/>
                <a:gd name="T16" fmla="*/ 0 w 296"/>
                <a:gd name="T17" fmla="*/ 378 h 379"/>
                <a:gd name="T18" fmla="*/ 94 w 296"/>
                <a:gd name="T19" fmla="*/ 378 h 379"/>
                <a:gd name="T20" fmla="*/ 179 w 296"/>
                <a:gd name="T21" fmla="*/ 365 h 379"/>
                <a:gd name="T22" fmla="*/ 35 w 296"/>
                <a:gd name="T23" fmla="*/ 347 h 379"/>
                <a:gd name="T24" fmla="*/ 35 w 296"/>
                <a:gd name="T25" fmla="*/ 347 h 379"/>
                <a:gd name="T26" fmla="*/ 35 w 296"/>
                <a:gd name="T27" fmla="*/ 33 h 379"/>
                <a:gd name="T28" fmla="*/ 97 w 296"/>
                <a:gd name="T29" fmla="*/ 33 h 379"/>
                <a:gd name="T30" fmla="*/ 259 w 296"/>
                <a:gd name="T31" fmla="*/ 186 h 379"/>
                <a:gd name="T32" fmla="*/ 247 w 296"/>
                <a:gd name="T33" fmla="*/ 254 h 379"/>
                <a:gd name="T34" fmla="*/ 215 w 296"/>
                <a:gd name="T35" fmla="*/ 305 h 379"/>
                <a:gd name="T36" fmla="*/ 163 w 296"/>
                <a:gd name="T37" fmla="*/ 336 h 379"/>
                <a:gd name="T38" fmla="*/ 93 w 296"/>
                <a:gd name="T39" fmla="*/ 347 h 379"/>
                <a:gd name="T40" fmla="*/ 35 w 296"/>
                <a:gd name="T41"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9">
                  <a:moveTo>
                    <a:pt x="179" y="365"/>
                  </a:moveTo>
                  <a:lnTo>
                    <a:pt x="179" y="365"/>
                  </a:lnTo>
                  <a:cubicBezTo>
                    <a:pt x="204" y="356"/>
                    <a:pt x="225" y="343"/>
                    <a:pt x="242" y="326"/>
                  </a:cubicBezTo>
                  <a:cubicBezTo>
                    <a:pt x="259" y="309"/>
                    <a:pt x="273" y="288"/>
                    <a:pt x="281" y="264"/>
                  </a:cubicBezTo>
                  <a:cubicBezTo>
                    <a:pt x="291" y="240"/>
                    <a:pt x="295" y="214"/>
                    <a:pt x="295" y="184"/>
                  </a:cubicBezTo>
                  <a:cubicBezTo>
                    <a:pt x="295" y="124"/>
                    <a:pt x="280" y="79"/>
                    <a:pt x="246" y="48"/>
                  </a:cubicBezTo>
                  <a:cubicBezTo>
                    <a:pt x="214" y="17"/>
                    <a:pt x="165" y="0"/>
                    <a:pt x="100" y="0"/>
                  </a:cubicBezTo>
                  <a:cubicBezTo>
                    <a:pt x="0" y="0"/>
                    <a:pt x="0" y="0"/>
                    <a:pt x="0" y="0"/>
                  </a:cubicBezTo>
                  <a:cubicBezTo>
                    <a:pt x="0" y="378"/>
                    <a:pt x="0" y="378"/>
                    <a:pt x="0" y="378"/>
                  </a:cubicBezTo>
                  <a:cubicBezTo>
                    <a:pt x="94" y="378"/>
                    <a:pt x="94" y="378"/>
                    <a:pt x="94" y="378"/>
                  </a:cubicBezTo>
                  <a:cubicBezTo>
                    <a:pt x="127" y="378"/>
                    <a:pt x="153" y="374"/>
                    <a:pt x="179" y="365"/>
                  </a:cubicBezTo>
                  <a:close/>
                  <a:moveTo>
                    <a:pt x="35" y="347"/>
                  </a:moveTo>
                  <a:lnTo>
                    <a:pt x="35" y="347"/>
                  </a:lnTo>
                  <a:cubicBezTo>
                    <a:pt x="35" y="33"/>
                    <a:pt x="35" y="33"/>
                    <a:pt x="35" y="33"/>
                  </a:cubicBezTo>
                  <a:cubicBezTo>
                    <a:pt x="97" y="33"/>
                    <a:pt x="97" y="33"/>
                    <a:pt x="97" y="33"/>
                  </a:cubicBezTo>
                  <a:cubicBezTo>
                    <a:pt x="205" y="33"/>
                    <a:pt x="259" y="85"/>
                    <a:pt x="259" y="186"/>
                  </a:cubicBezTo>
                  <a:cubicBezTo>
                    <a:pt x="259" y="212"/>
                    <a:pt x="254" y="235"/>
                    <a:pt x="247" y="254"/>
                  </a:cubicBezTo>
                  <a:cubicBezTo>
                    <a:pt x="240" y="274"/>
                    <a:pt x="229" y="291"/>
                    <a:pt x="215" y="305"/>
                  </a:cubicBezTo>
                  <a:cubicBezTo>
                    <a:pt x="201" y="319"/>
                    <a:pt x="183" y="329"/>
                    <a:pt x="163" y="336"/>
                  </a:cubicBezTo>
                  <a:cubicBezTo>
                    <a:pt x="142" y="343"/>
                    <a:pt x="120" y="347"/>
                    <a:pt x="93" y="347"/>
                  </a:cubicBezTo>
                  <a:lnTo>
                    <a:pt x="35" y="34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5">
              <a:extLst>
                <a:ext uri="{FF2B5EF4-FFF2-40B4-BE49-F238E27FC236}">
                  <a16:creationId xmlns:a16="http://schemas.microsoft.com/office/drawing/2014/main" id="{4D62686A-2863-BB31-A289-925AFA3E9B01}"/>
                </a:ext>
              </a:extLst>
            </p:cNvPr>
            <p:cNvSpPr>
              <a:spLocks noChangeArrowheads="1"/>
            </p:cNvSpPr>
            <p:nvPr/>
          </p:nvSpPr>
          <p:spPr bwMode="auto">
            <a:xfrm>
              <a:off x="4902200" y="2695575"/>
              <a:ext cx="68263" cy="136525"/>
            </a:xfrm>
            <a:custGeom>
              <a:avLst/>
              <a:gdLst>
                <a:gd name="T0" fmla="*/ 36 w 188"/>
                <a:gd name="T1" fmla="*/ 0 h 379"/>
                <a:gd name="T2" fmla="*/ 0 w 188"/>
                <a:gd name="T3" fmla="*/ 0 h 379"/>
                <a:gd name="T4" fmla="*/ 0 w 188"/>
                <a:gd name="T5" fmla="*/ 378 h 379"/>
                <a:gd name="T6" fmla="*/ 187 w 188"/>
                <a:gd name="T7" fmla="*/ 378 h 379"/>
                <a:gd name="T8" fmla="*/ 187 w 188"/>
                <a:gd name="T9" fmla="*/ 347 h 379"/>
                <a:gd name="T10" fmla="*/ 36 w 188"/>
                <a:gd name="T11" fmla="*/ 347 h 379"/>
                <a:gd name="T12" fmla="*/ 36 w 188"/>
                <a:gd name="T13" fmla="*/ 0 h 379"/>
              </a:gdLst>
              <a:ahLst/>
              <a:cxnLst>
                <a:cxn ang="0">
                  <a:pos x="T0" y="T1"/>
                </a:cxn>
                <a:cxn ang="0">
                  <a:pos x="T2" y="T3"/>
                </a:cxn>
                <a:cxn ang="0">
                  <a:pos x="T4" y="T5"/>
                </a:cxn>
                <a:cxn ang="0">
                  <a:pos x="T6" y="T7"/>
                </a:cxn>
                <a:cxn ang="0">
                  <a:pos x="T8" y="T9"/>
                </a:cxn>
                <a:cxn ang="0">
                  <a:pos x="T10" y="T11"/>
                </a:cxn>
                <a:cxn ang="0">
                  <a:pos x="T12" y="T13"/>
                </a:cxn>
              </a:cxnLst>
              <a:rect l="0" t="0" r="r" b="b"/>
              <a:pathLst>
                <a:path w="188" h="379">
                  <a:moveTo>
                    <a:pt x="36" y="0"/>
                  </a:moveTo>
                  <a:lnTo>
                    <a:pt x="0" y="0"/>
                  </a:lnTo>
                  <a:lnTo>
                    <a:pt x="0" y="378"/>
                  </a:lnTo>
                  <a:lnTo>
                    <a:pt x="187" y="378"/>
                  </a:lnTo>
                  <a:lnTo>
                    <a:pt x="187" y="347"/>
                  </a:lnTo>
                  <a:lnTo>
                    <a:pt x="36" y="347"/>
                  </a:lnTo>
                  <a:lnTo>
                    <a:pt x="3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6">
              <a:extLst>
                <a:ext uri="{FF2B5EF4-FFF2-40B4-BE49-F238E27FC236}">
                  <a16:creationId xmlns:a16="http://schemas.microsoft.com/office/drawing/2014/main" id="{15D6DF00-B98D-1414-DEC2-0C85F34BEBF0}"/>
                </a:ext>
              </a:extLst>
            </p:cNvPr>
            <p:cNvSpPr>
              <a:spLocks noChangeArrowheads="1"/>
            </p:cNvSpPr>
            <p:nvPr/>
          </p:nvSpPr>
          <p:spPr bwMode="auto">
            <a:xfrm>
              <a:off x="4992688" y="2695575"/>
              <a:ext cx="12700" cy="136525"/>
            </a:xfrm>
            <a:custGeom>
              <a:avLst/>
              <a:gdLst>
                <a:gd name="T0" fmla="*/ 0 w 36"/>
                <a:gd name="T1" fmla="*/ 378 h 379"/>
                <a:gd name="T2" fmla="*/ 35 w 36"/>
                <a:gd name="T3" fmla="*/ 378 h 379"/>
                <a:gd name="T4" fmla="*/ 35 w 36"/>
                <a:gd name="T5" fmla="*/ 0 h 379"/>
                <a:gd name="T6" fmla="*/ 0 w 36"/>
                <a:gd name="T7" fmla="*/ 0 h 379"/>
                <a:gd name="T8" fmla="*/ 0 w 36"/>
                <a:gd name="T9" fmla="*/ 378 h 379"/>
              </a:gdLst>
              <a:ahLst/>
              <a:cxnLst>
                <a:cxn ang="0">
                  <a:pos x="T0" y="T1"/>
                </a:cxn>
                <a:cxn ang="0">
                  <a:pos x="T2" y="T3"/>
                </a:cxn>
                <a:cxn ang="0">
                  <a:pos x="T4" y="T5"/>
                </a:cxn>
                <a:cxn ang="0">
                  <a:pos x="T6" y="T7"/>
                </a:cxn>
                <a:cxn ang="0">
                  <a:pos x="T8" y="T9"/>
                </a:cxn>
              </a:cxnLst>
              <a:rect l="0" t="0" r="r" b="b"/>
              <a:pathLst>
                <a:path w="36" h="379">
                  <a:moveTo>
                    <a:pt x="0" y="378"/>
                  </a:moveTo>
                  <a:lnTo>
                    <a:pt x="35" y="378"/>
                  </a:lnTo>
                  <a:lnTo>
                    <a:pt x="35" y="0"/>
                  </a:lnTo>
                  <a:lnTo>
                    <a:pt x="0" y="0"/>
                  </a:lnTo>
                  <a:lnTo>
                    <a:pt x="0"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7">
              <a:extLst>
                <a:ext uri="{FF2B5EF4-FFF2-40B4-BE49-F238E27FC236}">
                  <a16:creationId xmlns:a16="http://schemas.microsoft.com/office/drawing/2014/main" id="{8D0C33C8-A7EA-F70F-0B15-2D59616B8647}"/>
                </a:ext>
              </a:extLst>
            </p:cNvPr>
            <p:cNvSpPr>
              <a:spLocks noChangeArrowheads="1"/>
            </p:cNvSpPr>
            <p:nvPr/>
          </p:nvSpPr>
          <p:spPr bwMode="auto">
            <a:xfrm>
              <a:off x="5040313" y="2695575"/>
              <a:ext cx="106362" cy="136525"/>
            </a:xfrm>
            <a:custGeom>
              <a:avLst/>
              <a:gdLst>
                <a:gd name="T0" fmla="*/ 294 w 295"/>
                <a:gd name="T1" fmla="*/ 0 h 379"/>
                <a:gd name="T2" fmla="*/ 294 w 295"/>
                <a:gd name="T3" fmla="*/ 0 h 379"/>
                <a:gd name="T4" fmla="*/ 259 w 295"/>
                <a:gd name="T5" fmla="*/ 0 h 379"/>
                <a:gd name="T6" fmla="*/ 259 w 295"/>
                <a:gd name="T7" fmla="*/ 281 h 379"/>
                <a:gd name="T8" fmla="*/ 260 w 295"/>
                <a:gd name="T9" fmla="*/ 305 h 379"/>
                <a:gd name="T10" fmla="*/ 261 w 295"/>
                <a:gd name="T11" fmla="*/ 325 h 379"/>
                <a:gd name="T12" fmla="*/ 260 w 295"/>
                <a:gd name="T13" fmla="*/ 325 h 379"/>
                <a:gd name="T14" fmla="*/ 253 w 295"/>
                <a:gd name="T15" fmla="*/ 313 h 379"/>
                <a:gd name="T16" fmla="*/ 244 w 295"/>
                <a:gd name="T17" fmla="*/ 301 h 379"/>
                <a:gd name="T18" fmla="*/ 39 w 295"/>
                <a:gd name="T19" fmla="*/ 0 h 379"/>
                <a:gd name="T20" fmla="*/ 0 w 295"/>
                <a:gd name="T21" fmla="*/ 0 h 379"/>
                <a:gd name="T22" fmla="*/ 0 w 295"/>
                <a:gd name="T23" fmla="*/ 378 h 379"/>
                <a:gd name="T24" fmla="*/ 35 w 295"/>
                <a:gd name="T25" fmla="*/ 378 h 379"/>
                <a:gd name="T26" fmla="*/ 35 w 295"/>
                <a:gd name="T27" fmla="*/ 86 h 379"/>
                <a:gd name="T28" fmla="*/ 35 w 295"/>
                <a:gd name="T29" fmla="*/ 65 h 379"/>
                <a:gd name="T30" fmla="*/ 33 w 295"/>
                <a:gd name="T31" fmla="*/ 52 h 379"/>
                <a:gd name="T32" fmla="*/ 35 w 295"/>
                <a:gd name="T33" fmla="*/ 52 h 379"/>
                <a:gd name="T34" fmla="*/ 42 w 295"/>
                <a:gd name="T35" fmla="*/ 64 h 379"/>
                <a:gd name="T36" fmla="*/ 49 w 295"/>
                <a:gd name="T37" fmla="*/ 76 h 379"/>
                <a:gd name="T38" fmla="*/ 259 w 295"/>
                <a:gd name="T39" fmla="*/ 378 h 379"/>
                <a:gd name="T40" fmla="*/ 294 w 295"/>
                <a:gd name="T41" fmla="*/ 378 h 379"/>
                <a:gd name="T42" fmla="*/ 294 w 295"/>
                <a:gd name="T43" fmla="*/ 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5" h="379">
                  <a:moveTo>
                    <a:pt x="294" y="0"/>
                  </a:moveTo>
                  <a:lnTo>
                    <a:pt x="294" y="0"/>
                  </a:lnTo>
                  <a:cubicBezTo>
                    <a:pt x="259" y="0"/>
                    <a:pt x="259" y="0"/>
                    <a:pt x="259" y="0"/>
                  </a:cubicBezTo>
                  <a:cubicBezTo>
                    <a:pt x="259" y="281"/>
                    <a:pt x="259" y="281"/>
                    <a:pt x="259" y="281"/>
                  </a:cubicBezTo>
                  <a:cubicBezTo>
                    <a:pt x="259" y="291"/>
                    <a:pt x="259" y="298"/>
                    <a:pt x="260" y="305"/>
                  </a:cubicBezTo>
                  <a:cubicBezTo>
                    <a:pt x="260" y="313"/>
                    <a:pt x="260" y="319"/>
                    <a:pt x="261" y="325"/>
                  </a:cubicBezTo>
                  <a:cubicBezTo>
                    <a:pt x="260" y="325"/>
                    <a:pt x="260" y="325"/>
                    <a:pt x="260" y="325"/>
                  </a:cubicBezTo>
                  <a:cubicBezTo>
                    <a:pt x="257" y="322"/>
                    <a:pt x="256" y="318"/>
                    <a:pt x="253" y="313"/>
                  </a:cubicBezTo>
                  <a:cubicBezTo>
                    <a:pt x="250" y="309"/>
                    <a:pt x="247" y="305"/>
                    <a:pt x="244" y="301"/>
                  </a:cubicBezTo>
                  <a:cubicBezTo>
                    <a:pt x="39" y="0"/>
                    <a:pt x="39" y="0"/>
                    <a:pt x="39" y="0"/>
                  </a:cubicBezTo>
                  <a:cubicBezTo>
                    <a:pt x="0" y="0"/>
                    <a:pt x="0" y="0"/>
                    <a:pt x="0" y="0"/>
                  </a:cubicBezTo>
                  <a:cubicBezTo>
                    <a:pt x="0" y="378"/>
                    <a:pt x="0" y="378"/>
                    <a:pt x="0" y="378"/>
                  </a:cubicBezTo>
                  <a:cubicBezTo>
                    <a:pt x="35" y="378"/>
                    <a:pt x="35" y="378"/>
                    <a:pt x="35" y="378"/>
                  </a:cubicBezTo>
                  <a:cubicBezTo>
                    <a:pt x="35" y="86"/>
                    <a:pt x="35" y="86"/>
                    <a:pt x="35" y="86"/>
                  </a:cubicBezTo>
                  <a:cubicBezTo>
                    <a:pt x="35" y="78"/>
                    <a:pt x="35" y="71"/>
                    <a:pt x="35" y="65"/>
                  </a:cubicBezTo>
                  <a:cubicBezTo>
                    <a:pt x="35" y="59"/>
                    <a:pt x="35" y="55"/>
                    <a:pt x="33" y="52"/>
                  </a:cubicBezTo>
                  <a:cubicBezTo>
                    <a:pt x="35" y="52"/>
                    <a:pt x="35" y="52"/>
                    <a:pt x="35" y="52"/>
                  </a:cubicBezTo>
                  <a:cubicBezTo>
                    <a:pt x="38" y="55"/>
                    <a:pt x="39" y="59"/>
                    <a:pt x="42" y="64"/>
                  </a:cubicBezTo>
                  <a:cubicBezTo>
                    <a:pt x="45" y="68"/>
                    <a:pt x="46" y="72"/>
                    <a:pt x="49" y="76"/>
                  </a:cubicBezTo>
                  <a:cubicBezTo>
                    <a:pt x="259" y="378"/>
                    <a:pt x="259" y="378"/>
                    <a:pt x="259" y="378"/>
                  </a:cubicBezTo>
                  <a:cubicBezTo>
                    <a:pt x="294" y="378"/>
                    <a:pt x="294" y="378"/>
                    <a:pt x="294" y="378"/>
                  </a:cubicBezTo>
                  <a:lnTo>
                    <a:pt x="29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8">
              <a:extLst>
                <a:ext uri="{FF2B5EF4-FFF2-40B4-BE49-F238E27FC236}">
                  <a16:creationId xmlns:a16="http://schemas.microsoft.com/office/drawing/2014/main" id="{DAD78D39-D66D-6837-758F-BF0449A30533}"/>
                </a:ext>
              </a:extLst>
            </p:cNvPr>
            <p:cNvSpPr>
              <a:spLocks noChangeArrowheads="1"/>
            </p:cNvSpPr>
            <p:nvPr/>
          </p:nvSpPr>
          <p:spPr bwMode="auto">
            <a:xfrm>
              <a:off x="5181600" y="2695575"/>
              <a:ext cx="69850" cy="136525"/>
            </a:xfrm>
            <a:custGeom>
              <a:avLst/>
              <a:gdLst>
                <a:gd name="T0" fmla="*/ 192 w 193"/>
                <a:gd name="T1" fmla="*/ 347 h 379"/>
                <a:gd name="T2" fmla="*/ 35 w 193"/>
                <a:gd name="T3" fmla="*/ 347 h 379"/>
                <a:gd name="T4" fmla="*/ 35 w 193"/>
                <a:gd name="T5" fmla="*/ 203 h 379"/>
                <a:gd name="T6" fmla="*/ 173 w 193"/>
                <a:gd name="T7" fmla="*/ 203 h 379"/>
                <a:gd name="T8" fmla="*/ 173 w 193"/>
                <a:gd name="T9" fmla="*/ 172 h 379"/>
                <a:gd name="T10" fmla="*/ 35 w 193"/>
                <a:gd name="T11" fmla="*/ 172 h 379"/>
                <a:gd name="T12" fmla="*/ 35 w 193"/>
                <a:gd name="T13" fmla="*/ 33 h 379"/>
                <a:gd name="T14" fmla="*/ 184 w 193"/>
                <a:gd name="T15" fmla="*/ 33 h 379"/>
                <a:gd name="T16" fmla="*/ 184 w 193"/>
                <a:gd name="T17" fmla="*/ 0 h 379"/>
                <a:gd name="T18" fmla="*/ 0 w 193"/>
                <a:gd name="T19" fmla="*/ 0 h 379"/>
                <a:gd name="T20" fmla="*/ 0 w 193"/>
                <a:gd name="T21" fmla="*/ 378 h 379"/>
                <a:gd name="T22" fmla="*/ 192 w 193"/>
                <a:gd name="T23" fmla="*/ 378 h 379"/>
                <a:gd name="T24" fmla="*/ 192 w 193"/>
                <a:gd name="T25"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9">
                  <a:moveTo>
                    <a:pt x="192" y="347"/>
                  </a:moveTo>
                  <a:lnTo>
                    <a:pt x="35" y="347"/>
                  </a:lnTo>
                  <a:lnTo>
                    <a:pt x="35" y="203"/>
                  </a:lnTo>
                  <a:lnTo>
                    <a:pt x="173" y="203"/>
                  </a:lnTo>
                  <a:lnTo>
                    <a:pt x="173" y="172"/>
                  </a:lnTo>
                  <a:lnTo>
                    <a:pt x="35" y="172"/>
                  </a:lnTo>
                  <a:lnTo>
                    <a:pt x="35" y="33"/>
                  </a:lnTo>
                  <a:lnTo>
                    <a:pt x="184" y="33"/>
                  </a:lnTo>
                  <a:lnTo>
                    <a:pt x="184" y="0"/>
                  </a:lnTo>
                  <a:lnTo>
                    <a:pt x="0" y="0"/>
                  </a:lnTo>
                  <a:lnTo>
                    <a:pt x="0" y="378"/>
                  </a:lnTo>
                  <a:lnTo>
                    <a:pt x="192" y="378"/>
                  </a:lnTo>
                  <a:lnTo>
                    <a:pt x="192" y="3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8" name="Freeform 129">
              <a:extLst>
                <a:ext uri="{FF2B5EF4-FFF2-40B4-BE49-F238E27FC236}">
                  <a16:creationId xmlns:a16="http://schemas.microsoft.com/office/drawing/2014/main" id="{0516A5B8-6CA4-619A-EE97-045D10BD612A}"/>
                </a:ext>
              </a:extLst>
            </p:cNvPr>
            <p:cNvSpPr>
              <a:spLocks noChangeArrowheads="1"/>
            </p:cNvSpPr>
            <p:nvPr/>
          </p:nvSpPr>
          <p:spPr bwMode="auto">
            <a:xfrm>
              <a:off x="5332413" y="2695575"/>
              <a:ext cx="12700" cy="136525"/>
            </a:xfrm>
            <a:custGeom>
              <a:avLst/>
              <a:gdLst>
                <a:gd name="T0" fmla="*/ 33 w 34"/>
                <a:gd name="T1" fmla="*/ 0 h 379"/>
                <a:gd name="T2" fmla="*/ 0 w 34"/>
                <a:gd name="T3" fmla="*/ 0 h 379"/>
                <a:gd name="T4" fmla="*/ 0 w 34"/>
                <a:gd name="T5" fmla="*/ 378 h 379"/>
                <a:gd name="T6" fmla="*/ 33 w 34"/>
                <a:gd name="T7" fmla="*/ 378 h 379"/>
                <a:gd name="T8" fmla="*/ 33 w 34"/>
                <a:gd name="T9" fmla="*/ 0 h 379"/>
              </a:gdLst>
              <a:ahLst/>
              <a:cxnLst>
                <a:cxn ang="0">
                  <a:pos x="T0" y="T1"/>
                </a:cxn>
                <a:cxn ang="0">
                  <a:pos x="T2" y="T3"/>
                </a:cxn>
                <a:cxn ang="0">
                  <a:pos x="T4" y="T5"/>
                </a:cxn>
                <a:cxn ang="0">
                  <a:pos x="T6" y="T7"/>
                </a:cxn>
                <a:cxn ang="0">
                  <a:pos x="T8" y="T9"/>
                </a:cxn>
              </a:cxnLst>
              <a:rect l="0" t="0" r="r" b="b"/>
              <a:pathLst>
                <a:path w="34" h="379">
                  <a:moveTo>
                    <a:pt x="33" y="0"/>
                  </a:moveTo>
                  <a:lnTo>
                    <a:pt x="0" y="0"/>
                  </a:lnTo>
                  <a:lnTo>
                    <a:pt x="0" y="378"/>
                  </a:lnTo>
                  <a:lnTo>
                    <a:pt x="33" y="378"/>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9" name="Freeform 130">
              <a:extLst>
                <a:ext uri="{FF2B5EF4-FFF2-40B4-BE49-F238E27FC236}">
                  <a16:creationId xmlns:a16="http://schemas.microsoft.com/office/drawing/2014/main" id="{D1D114EE-405D-7B94-8C84-D94927FF541E}"/>
                </a:ext>
              </a:extLst>
            </p:cNvPr>
            <p:cNvSpPr>
              <a:spLocks noChangeArrowheads="1"/>
            </p:cNvSpPr>
            <p:nvPr/>
          </p:nvSpPr>
          <p:spPr bwMode="auto">
            <a:xfrm>
              <a:off x="5372100" y="2693988"/>
              <a:ext cx="100013" cy="141287"/>
            </a:xfrm>
            <a:custGeom>
              <a:avLst/>
              <a:gdLst>
                <a:gd name="T0" fmla="*/ 49 w 278"/>
                <a:gd name="T1" fmla="*/ 337 h 391"/>
                <a:gd name="T2" fmla="*/ 49 w 278"/>
                <a:gd name="T3" fmla="*/ 337 h 391"/>
                <a:gd name="T4" fmla="*/ 104 w 278"/>
                <a:gd name="T5" fmla="*/ 376 h 391"/>
                <a:gd name="T6" fmla="*/ 177 w 278"/>
                <a:gd name="T7" fmla="*/ 390 h 391"/>
                <a:gd name="T8" fmla="*/ 277 w 278"/>
                <a:gd name="T9" fmla="*/ 369 h 391"/>
                <a:gd name="T10" fmla="*/ 277 w 278"/>
                <a:gd name="T11" fmla="*/ 335 h 391"/>
                <a:gd name="T12" fmla="*/ 181 w 278"/>
                <a:gd name="T13" fmla="*/ 358 h 391"/>
                <a:gd name="T14" fmla="*/ 118 w 278"/>
                <a:gd name="T15" fmla="*/ 345 h 391"/>
                <a:gd name="T16" fmla="*/ 75 w 278"/>
                <a:gd name="T17" fmla="*/ 311 h 391"/>
                <a:gd name="T18" fmla="*/ 47 w 278"/>
                <a:gd name="T19" fmla="*/ 261 h 391"/>
                <a:gd name="T20" fmla="*/ 38 w 278"/>
                <a:gd name="T21" fmla="*/ 199 h 391"/>
                <a:gd name="T22" fmla="*/ 48 w 278"/>
                <a:gd name="T23" fmla="*/ 133 h 391"/>
                <a:gd name="T24" fmla="*/ 77 w 278"/>
                <a:gd name="T25" fmla="*/ 80 h 391"/>
                <a:gd name="T26" fmla="*/ 125 w 278"/>
                <a:gd name="T27" fmla="*/ 45 h 391"/>
                <a:gd name="T28" fmla="*/ 190 w 278"/>
                <a:gd name="T29" fmla="*/ 32 h 391"/>
                <a:gd name="T30" fmla="*/ 277 w 278"/>
                <a:gd name="T31" fmla="*/ 52 h 391"/>
                <a:gd name="T32" fmla="*/ 277 w 278"/>
                <a:gd name="T33" fmla="*/ 14 h 391"/>
                <a:gd name="T34" fmla="*/ 191 w 278"/>
                <a:gd name="T35" fmla="*/ 0 h 391"/>
                <a:gd name="T36" fmla="*/ 113 w 278"/>
                <a:gd name="T37" fmla="*/ 15 h 391"/>
                <a:gd name="T38" fmla="*/ 52 w 278"/>
                <a:gd name="T39" fmla="*/ 59 h 391"/>
                <a:gd name="T40" fmla="*/ 14 w 278"/>
                <a:gd name="T41" fmla="*/ 122 h 391"/>
                <a:gd name="T42" fmla="*/ 0 w 278"/>
                <a:gd name="T43" fmla="*/ 202 h 391"/>
                <a:gd name="T44" fmla="*/ 13 w 278"/>
                <a:gd name="T45" fmla="*/ 278 h 391"/>
                <a:gd name="T46" fmla="*/ 49 w 278"/>
                <a:gd name="T47" fmla="*/ 33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49" y="337"/>
                  </a:moveTo>
                  <a:lnTo>
                    <a:pt x="49" y="337"/>
                  </a:lnTo>
                  <a:cubicBezTo>
                    <a:pt x="65" y="354"/>
                    <a:pt x="83" y="366"/>
                    <a:pt x="104" y="376"/>
                  </a:cubicBezTo>
                  <a:cubicBezTo>
                    <a:pt x="127" y="386"/>
                    <a:pt x="150" y="390"/>
                    <a:pt x="177" y="390"/>
                  </a:cubicBezTo>
                  <a:cubicBezTo>
                    <a:pt x="215" y="390"/>
                    <a:pt x="247" y="383"/>
                    <a:pt x="277" y="369"/>
                  </a:cubicBezTo>
                  <a:cubicBezTo>
                    <a:pt x="277" y="335"/>
                    <a:pt x="277" y="335"/>
                    <a:pt x="277" y="335"/>
                  </a:cubicBezTo>
                  <a:cubicBezTo>
                    <a:pt x="250" y="351"/>
                    <a:pt x="218" y="358"/>
                    <a:pt x="181" y="358"/>
                  </a:cubicBezTo>
                  <a:cubicBezTo>
                    <a:pt x="158" y="358"/>
                    <a:pt x="136" y="354"/>
                    <a:pt x="118" y="345"/>
                  </a:cubicBezTo>
                  <a:cubicBezTo>
                    <a:pt x="101" y="337"/>
                    <a:pt x="86" y="325"/>
                    <a:pt x="75" y="311"/>
                  </a:cubicBezTo>
                  <a:cubicBezTo>
                    <a:pt x="62" y="297"/>
                    <a:pt x="52" y="281"/>
                    <a:pt x="47" y="261"/>
                  </a:cubicBezTo>
                  <a:cubicBezTo>
                    <a:pt x="41" y="241"/>
                    <a:pt x="38" y="222"/>
                    <a:pt x="38" y="199"/>
                  </a:cubicBezTo>
                  <a:cubicBezTo>
                    <a:pt x="38" y="175"/>
                    <a:pt x="41" y="153"/>
                    <a:pt x="48" y="133"/>
                  </a:cubicBezTo>
                  <a:cubicBezTo>
                    <a:pt x="55" y="112"/>
                    <a:pt x="65" y="94"/>
                    <a:pt x="77" y="80"/>
                  </a:cubicBezTo>
                  <a:cubicBezTo>
                    <a:pt x="90" y="64"/>
                    <a:pt x="107" y="53"/>
                    <a:pt x="125" y="45"/>
                  </a:cubicBezTo>
                  <a:cubicBezTo>
                    <a:pt x="145" y="36"/>
                    <a:pt x="166" y="32"/>
                    <a:pt x="190" y="32"/>
                  </a:cubicBezTo>
                  <a:cubicBezTo>
                    <a:pt x="221" y="32"/>
                    <a:pt x="250" y="38"/>
                    <a:pt x="277" y="52"/>
                  </a:cubicBezTo>
                  <a:cubicBezTo>
                    <a:pt x="277" y="14"/>
                    <a:pt x="277" y="14"/>
                    <a:pt x="277" y="14"/>
                  </a:cubicBezTo>
                  <a:cubicBezTo>
                    <a:pt x="252" y="4"/>
                    <a:pt x="223" y="0"/>
                    <a:pt x="191" y="0"/>
                  </a:cubicBezTo>
                  <a:cubicBezTo>
                    <a:pt x="162" y="0"/>
                    <a:pt x="135" y="5"/>
                    <a:pt x="113" y="15"/>
                  </a:cubicBezTo>
                  <a:cubicBezTo>
                    <a:pt x="89" y="25"/>
                    <a:pt x="69" y="40"/>
                    <a:pt x="52" y="59"/>
                  </a:cubicBezTo>
                  <a:cubicBezTo>
                    <a:pt x="35" y="76"/>
                    <a:pt x="23" y="98"/>
                    <a:pt x="14" y="122"/>
                  </a:cubicBezTo>
                  <a:cubicBezTo>
                    <a:pt x="6" y="147"/>
                    <a:pt x="0" y="174"/>
                    <a:pt x="0" y="202"/>
                  </a:cubicBezTo>
                  <a:cubicBezTo>
                    <a:pt x="0" y="230"/>
                    <a:pt x="4" y="254"/>
                    <a:pt x="13" y="278"/>
                  </a:cubicBezTo>
                  <a:cubicBezTo>
                    <a:pt x="21" y="300"/>
                    <a:pt x="34" y="320"/>
                    <a:pt x="49" y="33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0" name="Freeform 131">
              <a:extLst>
                <a:ext uri="{FF2B5EF4-FFF2-40B4-BE49-F238E27FC236}">
                  <a16:creationId xmlns:a16="http://schemas.microsoft.com/office/drawing/2014/main" id="{31D34A68-FB56-1E0C-0D71-FE286F3F014F}"/>
                </a:ext>
              </a:extLst>
            </p:cNvPr>
            <p:cNvSpPr>
              <a:spLocks noChangeArrowheads="1"/>
            </p:cNvSpPr>
            <p:nvPr/>
          </p:nvSpPr>
          <p:spPr bwMode="auto">
            <a:xfrm>
              <a:off x="5489575" y="2693988"/>
              <a:ext cx="128588" cy="141287"/>
            </a:xfrm>
            <a:custGeom>
              <a:avLst/>
              <a:gdLst>
                <a:gd name="T0" fmla="*/ 307 w 355"/>
                <a:gd name="T1" fmla="*/ 55 h 391"/>
                <a:gd name="T2" fmla="*/ 307 w 355"/>
                <a:gd name="T3" fmla="*/ 55 h 391"/>
                <a:gd name="T4" fmla="*/ 254 w 355"/>
                <a:gd name="T5" fmla="*/ 14 h 391"/>
                <a:gd name="T6" fmla="*/ 182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2 w 355"/>
                <a:gd name="T21" fmla="*/ 375 h 391"/>
                <a:gd name="T22" fmla="*/ 175 w 355"/>
                <a:gd name="T23" fmla="*/ 390 h 391"/>
                <a:gd name="T24" fmla="*/ 253 w 355"/>
                <a:gd name="T25" fmla="*/ 375 h 391"/>
                <a:gd name="T26" fmla="*/ 309 w 355"/>
                <a:gd name="T27" fmla="*/ 333 h 391"/>
                <a:gd name="T28" fmla="*/ 342 w 355"/>
                <a:gd name="T29" fmla="*/ 269 h 391"/>
                <a:gd name="T30" fmla="*/ 354 w 355"/>
                <a:gd name="T31" fmla="*/ 189 h 391"/>
                <a:gd name="T32" fmla="*/ 342 w 355"/>
                <a:gd name="T33" fmla="*/ 113 h 391"/>
                <a:gd name="T34" fmla="*/ 307 w 355"/>
                <a:gd name="T35" fmla="*/ 55 h 391"/>
                <a:gd name="T36" fmla="*/ 309 w 355"/>
                <a:gd name="T37" fmla="*/ 261 h 391"/>
                <a:gd name="T38" fmla="*/ 309 w 355"/>
                <a:gd name="T39" fmla="*/ 261 h 391"/>
                <a:gd name="T40" fmla="*/ 282 w 355"/>
                <a:gd name="T41" fmla="*/ 311 h 391"/>
                <a:gd name="T42" fmla="*/ 237 w 355"/>
                <a:gd name="T43" fmla="*/ 347 h 391"/>
                <a:gd name="T44" fmla="*/ 175 w 355"/>
                <a:gd name="T45" fmla="*/ 358 h 391"/>
                <a:gd name="T46" fmla="*/ 113 w 355"/>
                <a:gd name="T47" fmla="*/ 345 h 391"/>
                <a:gd name="T48" fmla="*/ 70 w 355"/>
                <a:gd name="T49" fmla="*/ 309 h 391"/>
                <a:gd name="T50" fmla="*/ 45 w 355"/>
                <a:gd name="T51" fmla="*/ 257 h 391"/>
                <a:gd name="T52" fmla="*/ 36 w 355"/>
                <a:gd name="T53" fmla="*/ 195 h 391"/>
                <a:gd name="T54" fmla="*/ 45 w 355"/>
                <a:gd name="T55" fmla="*/ 132 h 391"/>
                <a:gd name="T56" fmla="*/ 73 w 355"/>
                <a:gd name="T57" fmla="*/ 80 h 391"/>
                <a:gd name="T58" fmla="*/ 118 w 355"/>
                <a:gd name="T59" fmla="*/ 45 h 391"/>
                <a:gd name="T60" fmla="*/ 178 w 355"/>
                <a:gd name="T61" fmla="*/ 32 h 391"/>
                <a:gd name="T62" fmla="*/ 241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7" y="55"/>
                  </a:moveTo>
                  <a:lnTo>
                    <a:pt x="307" y="55"/>
                  </a:lnTo>
                  <a:cubicBezTo>
                    <a:pt x="293" y="36"/>
                    <a:pt x="275" y="24"/>
                    <a:pt x="254" y="14"/>
                  </a:cubicBezTo>
                  <a:cubicBezTo>
                    <a:pt x="233" y="4"/>
                    <a:pt x="209" y="0"/>
                    <a:pt x="182" y="0"/>
                  </a:cubicBezTo>
                  <a:cubicBezTo>
                    <a:pt x="153" y="0"/>
                    <a:pt x="128" y="4"/>
                    <a:pt x="105" y="14"/>
                  </a:cubicBezTo>
                  <a:cubicBezTo>
                    <a:pt x="81" y="24"/>
                    <a:pt x="63" y="38"/>
                    <a:pt x="48" y="55"/>
                  </a:cubicBezTo>
                  <a:cubicBezTo>
                    <a:pt x="32" y="73"/>
                    <a:pt x="19" y="94"/>
                    <a:pt x="11" y="118"/>
                  </a:cubicBezTo>
                  <a:cubicBezTo>
                    <a:pt x="3" y="143"/>
                    <a:pt x="0" y="170"/>
                    <a:pt x="0" y="199"/>
                  </a:cubicBezTo>
                  <a:cubicBezTo>
                    <a:pt x="0" y="226"/>
                    <a:pt x="3" y="251"/>
                    <a:pt x="11" y="274"/>
                  </a:cubicBezTo>
                  <a:cubicBezTo>
                    <a:pt x="19" y="297"/>
                    <a:pt x="31" y="317"/>
                    <a:pt x="46" y="334"/>
                  </a:cubicBezTo>
                  <a:cubicBezTo>
                    <a:pt x="62" y="352"/>
                    <a:pt x="80" y="365"/>
                    <a:pt x="102" y="375"/>
                  </a:cubicBezTo>
                  <a:cubicBezTo>
                    <a:pt x="123" y="386"/>
                    <a:pt x="149" y="390"/>
                    <a:pt x="175" y="390"/>
                  </a:cubicBezTo>
                  <a:cubicBezTo>
                    <a:pt x="205" y="390"/>
                    <a:pt x="230" y="384"/>
                    <a:pt x="253" y="375"/>
                  </a:cubicBezTo>
                  <a:cubicBezTo>
                    <a:pt x="274" y="365"/>
                    <a:pt x="293" y="351"/>
                    <a:pt x="309" y="333"/>
                  </a:cubicBezTo>
                  <a:cubicBezTo>
                    <a:pt x="323" y="314"/>
                    <a:pt x="335" y="293"/>
                    <a:pt x="342" y="269"/>
                  </a:cubicBezTo>
                  <a:cubicBezTo>
                    <a:pt x="351" y="244"/>
                    <a:pt x="354" y="219"/>
                    <a:pt x="354" y="189"/>
                  </a:cubicBezTo>
                  <a:cubicBezTo>
                    <a:pt x="354" y="163"/>
                    <a:pt x="351" y="137"/>
                    <a:pt x="342" y="113"/>
                  </a:cubicBezTo>
                  <a:cubicBezTo>
                    <a:pt x="334" y="91"/>
                    <a:pt x="323" y="71"/>
                    <a:pt x="307" y="55"/>
                  </a:cubicBezTo>
                  <a:close/>
                  <a:moveTo>
                    <a:pt x="309" y="261"/>
                  </a:moveTo>
                  <a:lnTo>
                    <a:pt x="309" y="261"/>
                  </a:lnTo>
                  <a:cubicBezTo>
                    <a:pt x="303" y="281"/>
                    <a:pt x="293" y="297"/>
                    <a:pt x="282" y="311"/>
                  </a:cubicBezTo>
                  <a:cubicBezTo>
                    <a:pt x="269" y="327"/>
                    <a:pt x="255" y="338"/>
                    <a:pt x="237" y="347"/>
                  </a:cubicBezTo>
                  <a:cubicBezTo>
                    <a:pt x="219" y="354"/>
                    <a:pt x="199" y="358"/>
                    <a:pt x="175" y="358"/>
                  </a:cubicBezTo>
                  <a:cubicBezTo>
                    <a:pt x="151" y="358"/>
                    <a:pt x="130" y="354"/>
                    <a:pt x="113" y="345"/>
                  </a:cubicBezTo>
                  <a:cubicBezTo>
                    <a:pt x="95" y="335"/>
                    <a:pt x="81" y="324"/>
                    <a:pt x="70" y="309"/>
                  </a:cubicBezTo>
                  <a:cubicBezTo>
                    <a:pt x="59" y="295"/>
                    <a:pt x="50" y="276"/>
                    <a:pt x="45" y="257"/>
                  </a:cubicBezTo>
                  <a:cubicBezTo>
                    <a:pt x="38" y="237"/>
                    <a:pt x="35" y="217"/>
                    <a:pt x="36" y="195"/>
                  </a:cubicBezTo>
                  <a:cubicBezTo>
                    <a:pt x="36" y="172"/>
                    <a:pt x="39" y="151"/>
                    <a:pt x="45" y="132"/>
                  </a:cubicBezTo>
                  <a:cubicBezTo>
                    <a:pt x="52" y="112"/>
                    <a:pt x="60" y="95"/>
                    <a:pt x="73" y="80"/>
                  </a:cubicBezTo>
                  <a:cubicBezTo>
                    <a:pt x="85" y="66"/>
                    <a:pt x="99" y="53"/>
                    <a:pt x="118" y="45"/>
                  </a:cubicBezTo>
                  <a:cubicBezTo>
                    <a:pt x="135" y="36"/>
                    <a:pt x="156" y="32"/>
                    <a:pt x="178" y="32"/>
                  </a:cubicBezTo>
                  <a:cubicBezTo>
                    <a:pt x="203" y="32"/>
                    <a:pt x="224" y="36"/>
                    <a:pt x="241" y="45"/>
                  </a:cubicBezTo>
                  <a:cubicBezTo>
                    <a:pt x="260" y="53"/>
                    <a:pt x="274" y="66"/>
                    <a:pt x="285" y="80"/>
                  </a:cubicBezTo>
                  <a:cubicBezTo>
                    <a:pt x="296" y="95"/>
                    <a:pt x="304" y="112"/>
                    <a:pt x="310" y="132"/>
                  </a:cubicBezTo>
                  <a:cubicBezTo>
                    <a:pt x="316" y="151"/>
                    <a:pt x="317" y="172"/>
                    <a:pt x="317" y="195"/>
                  </a:cubicBezTo>
                  <a:cubicBezTo>
                    <a:pt x="317" y="219"/>
                    <a:pt x="314"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2">
              <a:extLst>
                <a:ext uri="{FF2B5EF4-FFF2-40B4-BE49-F238E27FC236}">
                  <a16:creationId xmlns:a16="http://schemas.microsoft.com/office/drawing/2014/main" id="{3C819000-26EE-7DDF-546E-9939460A9353}"/>
                </a:ext>
              </a:extLst>
            </p:cNvPr>
            <p:cNvSpPr>
              <a:spLocks noChangeArrowheads="1"/>
            </p:cNvSpPr>
            <p:nvPr/>
          </p:nvSpPr>
          <p:spPr bwMode="auto">
            <a:xfrm>
              <a:off x="5645150" y="2695575"/>
              <a:ext cx="106363" cy="136525"/>
            </a:xfrm>
            <a:custGeom>
              <a:avLst/>
              <a:gdLst>
                <a:gd name="T0" fmla="*/ 295 w 296"/>
                <a:gd name="T1" fmla="*/ 378 h 379"/>
                <a:gd name="T2" fmla="*/ 295 w 296"/>
                <a:gd name="T3" fmla="*/ 378 h 379"/>
                <a:gd name="T4" fmla="*/ 295 w 296"/>
                <a:gd name="T5" fmla="*/ 0 h 379"/>
                <a:gd name="T6" fmla="*/ 260 w 296"/>
                <a:gd name="T7" fmla="*/ 0 h 379"/>
                <a:gd name="T8" fmla="*/ 260 w 296"/>
                <a:gd name="T9" fmla="*/ 281 h 379"/>
                <a:gd name="T10" fmla="*/ 262 w 296"/>
                <a:gd name="T11" fmla="*/ 305 h 379"/>
                <a:gd name="T12" fmla="*/ 263 w 296"/>
                <a:gd name="T13" fmla="*/ 325 h 379"/>
                <a:gd name="T14" fmla="*/ 262 w 296"/>
                <a:gd name="T15" fmla="*/ 325 h 379"/>
                <a:gd name="T16" fmla="*/ 255 w 296"/>
                <a:gd name="T17" fmla="*/ 313 h 379"/>
                <a:gd name="T18" fmla="*/ 246 w 296"/>
                <a:gd name="T19" fmla="*/ 301 h 379"/>
                <a:gd name="T20" fmla="*/ 40 w 296"/>
                <a:gd name="T21" fmla="*/ 0 h 379"/>
                <a:gd name="T22" fmla="*/ 0 w 296"/>
                <a:gd name="T23" fmla="*/ 0 h 379"/>
                <a:gd name="T24" fmla="*/ 0 w 296"/>
                <a:gd name="T25" fmla="*/ 378 h 379"/>
                <a:gd name="T26" fmla="*/ 36 w 296"/>
                <a:gd name="T27" fmla="*/ 378 h 379"/>
                <a:gd name="T28" fmla="*/ 36 w 296"/>
                <a:gd name="T29" fmla="*/ 86 h 379"/>
                <a:gd name="T30" fmla="*/ 36 w 296"/>
                <a:gd name="T31" fmla="*/ 65 h 379"/>
                <a:gd name="T32" fmla="*/ 34 w 296"/>
                <a:gd name="T33" fmla="*/ 52 h 379"/>
                <a:gd name="T34" fmla="*/ 36 w 296"/>
                <a:gd name="T35" fmla="*/ 52 h 379"/>
                <a:gd name="T36" fmla="*/ 43 w 296"/>
                <a:gd name="T37" fmla="*/ 64 h 379"/>
                <a:gd name="T38" fmla="*/ 50 w 296"/>
                <a:gd name="T39" fmla="*/ 76 h 379"/>
                <a:gd name="T40" fmla="*/ 259 w 296"/>
                <a:gd name="T41" fmla="*/ 378 h 379"/>
                <a:gd name="T42" fmla="*/ 295 w 296"/>
                <a:gd name="T43" fmla="*/ 378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9">
                  <a:moveTo>
                    <a:pt x="295" y="378"/>
                  </a:moveTo>
                  <a:lnTo>
                    <a:pt x="295" y="378"/>
                  </a:lnTo>
                  <a:cubicBezTo>
                    <a:pt x="295" y="0"/>
                    <a:pt x="295" y="0"/>
                    <a:pt x="295" y="0"/>
                  </a:cubicBezTo>
                  <a:cubicBezTo>
                    <a:pt x="260" y="0"/>
                    <a:pt x="260" y="0"/>
                    <a:pt x="260" y="0"/>
                  </a:cubicBezTo>
                  <a:cubicBezTo>
                    <a:pt x="260" y="281"/>
                    <a:pt x="260" y="281"/>
                    <a:pt x="260" y="281"/>
                  </a:cubicBezTo>
                  <a:cubicBezTo>
                    <a:pt x="260" y="291"/>
                    <a:pt x="260" y="298"/>
                    <a:pt x="262" y="305"/>
                  </a:cubicBezTo>
                  <a:cubicBezTo>
                    <a:pt x="262" y="313"/>
                    <a:pt x="262" y="319"/>
                    <a:pt x="263" y="325"/>
                  </a:cubicBezTo>
                  <a:cubicBezTo>
                    <a:pt x="262" y="325"/>
                    <a:pt x="262" y="325"/>
                    <a:pt x="262" y="325"/>
                  </a:cubicBezTo>
                  <a:cubicBezTo>
                    <a:pt x="259" y="322"/>
                    <a:pt x="257" y="318"/>
                    <a:pt x="255" y="313"/>
                  </a:cubicBezTo>
                  <a:cubicBezTo>
                    <a:pt x="252" y="309"/>
                    <a:pt x="249" y="305"/>
                    <a:pt x="246" y="301"/>
                  </a:cubicBezTo>
                  <a:cubicBezTo>
                    <a:pt x="40" y="0"/>
                    <a:pt x="40" y="0"/>
                    <a:pt x="40" y="0"/>
                  </a:cubicBezTo>
                  <a:cubicBezTo>
                    <a:pt x="0" y="0"/>
                    <a:pt x="0" y="0"/>
                    <a:pt x="0" y="0"/>
                  </a:cubicBezTo>
                  <a:cubicBezTo>
                    <a:pt x="0" y="378"/>
                    <a:pt x="0" y="378"/>
                    <a:pt x="0" y="378"/>
                  </a:cubicBezTo>
                  <a:cubicBezTo>
                    <a:pt x="36" y="378"/>
                    <a:pt x="36" y="378"/>
                    <a:pt x="36" y="378"/>
                  </a:cubicBezTo>
                  <a:cubicBezTo>
                    <a:pt x="36" y="86"/>
                    <a:pt x="36" y="86"/>
                    <a:pt x="36" y="86"/>
                  </a:cubicBezTo>
                  <a:cubicBezTo>
                    <a:pt x="36" y="78"/>
                    <a:pt x="36" y="71"/>
                    <a:pt x="36" y="65"/>
                  </a:cubicBezTo>
                  <a:cubicBezTo>
                    <a:pt x="36" y="59"/>
                    <a:pt x="36" y="55"/>
                    <a:pt x="34" y="52"/>
                  </a:cubicBezTo>
                  <a:cubicBezTo>
                    <a:pt x="36" y="52"/>
                    <a:pt x="36" y="52"/>
                    <a:pt x="36" y="52"/>
                  </a:cubicBezTo>
                  <a:cubicBezTo>
                    <a:pt x="37" y="55"/>
                    <a:pt x="40" y="59"/>
                    <a:pt x="43" y="64"/>
                  </a:cubicBezTo>
                  <a:cubicBezTo>
                    <a:pt x="44" y="68"/>
                    <a:pt x="47" y="72"/>
                    <a:pt x="50" y="76"/>
                  </a:cubicBezTo>
                  <a:cubicBezTo>
                    <a:pt x="259" y="378"/>
                    <a:pt x="259" y="378"/>
                    <a:pt x="259" y="378"/>
                  </a:cubicBezTo>
                  <a:lnTo>
                    <a:pt x="295"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2" name="Freeform 133">
              <a:extLst>
                <a:ext uri="{FF2B5EF4-FFF2-40B4-BE49-F238E27FC236}">
                  <a16:creationId xmlns:a16="http://schemas.microsoft.com/office/drawing/2014/main" id="{685E6790-491F-2135-B78F-C7504DAC49FF}"/>
                </a:ext>
              </a:extLst>
            </p:cNvPr>
            <p:cNvSpPr>
              <a:spLocks noChangeArrowheads="1"/>
            </p:cNvSpPr>
            <p:nvPr/>
          </p:nvSpPr>
          <p:spPr bwMode="auto">
            <a:xfrm>
              <a:off x="5781675" y="2693988"/>
              <a:ext cx="77788" cy="141287"/>
            </a:xfrm>
            <a:custGeom>
              <a:avLst/>
              <a:gdLst>
                <a:gd name="T0" fmla="*/ 42 w 214"/>
                <a:gd name="T1" fmla="*/ 384 h 391"/>
                <a:gd name="T2" fmla="*/ 42 w 214"/>
                <a:gd name="T3" fmla="*/ 384 h 391"/>
                <a:gd name="T4" fmla="*/ 67 w 214"/>
                <a:gd name="T5" fmla="*/ 389 h 391"/>
                <a:gd name="T6" fmla="*/ 88 w 214"/>
                <a:gd name="T7" fmla="*/ 390 h 391"/>
                <a:gd name="T8" fmla="*/ 139 w 214"/>
                <a:gd name="T9" fmla="*/ 383 h 391"/>
                <a:gd name="T10" fmla="*/ 178 w 214"/>
                <a:gd name="T11" fmla="*/ 365 h 391"/>
                <a:gd name="T12" fmla="*/ 203 w 214"/>
                <a:gd name="T13" fmla="*/ 334 h 391"/>
                <a:gd name="T14" fmla="*/ 213 w 214"/>
                <a:gd name="T15" fmla="*/ 290 h 391"/>
                <a:gd name="T16" fmla="*/ 207 w 214"/>
                <a:gd name="T17" fmla="*/ 258 h 391"/>
                <a:gd name="T18" fmla="*/ 189 w 214"/>
                <a:gd name="T19" fmla="*/ 230 h 391"/>
                <a:gd name="T20" fmla="*/ 160 w 214"/>
                <a:gd name="T21" fmla="*/ 205 h 391"/>
                <a:gd name="T22" fmla="*/ 119 w 214"/>
                <a:gd name="T23" fmla="*/ 181 h 391"/>
                <a:gd name="T24" fmla="*/ 81 w 214"/>
                <a:gd name="T25" fmla="*/ 158 h 391"/>
                <a:gd name="T26" fmla="*/ 56 w 214"/>
                <a:gd name="T27" fmla="*/ 140 h 391"/>
                <a:gd name="T28" fmla="*/ 42 w 214"/>
                <a:gd name="T29" fmla="*/ 120 h 391"/>
                <a:gd name="T30" fmla="*/ 37 w 214"/>
                <a:gd name="T31" fmla="*/ 94 h 391"/>
                <a:gd name="T32" fmla="*/ 43 w 214"/>
                <a:gd name="T33" fmla="*/ 67 h 391"/>
                <a:gd name="T34" fmla="*/ 61 w 214"/>
                <a:gd name="T35" fmla="*/ 47 h 391"/>
                <a:gd name="T36" fmla="*/ 87 w 214"/>
                <a:gd name="T37" fmla="*/ 36 h 391"/>
                <a:gd name="T38" fmla="*/ 119 w 214"/>
                <a:gd name="T39" fmla="*/ 32 h 391"/>
                <a:gd name="T40" fmla="*/ 197 w 214"/>
                <a:gd name="T41" fmla="*/ 50 h 391"/>
                <a:gd name="T42" fmla="*/ 197 w 214"/>
                <a:gd name="T43" fmla="*/ 12 h 391"/>
                <a:gd name="T44" fmla="*/ 123 w 214"/>
                <a:gd name="T45" fmla="*/ 0 h 391"/>
                <a:gd name="T46" fmla="*/ 75 w 214"/>
                <a:gd name="T47" fmla="*/ 7 h 391"/>
                <a:gd name="T48" fmla="*/ 36 w 214"/>
                <a:gd name="T49" fmla="*/ 26 h 391"/>
                <a:gd name="T50" fmla="*/ 9 w 214"/>
                <a:gd name="T51" fmla="*/ 57 h 391"/>
                <a:gd name="T52" fmla="*/ 0 w 214"/>
                <a:gd name="T53" fmla="*/ 98 h 391"/>
                <a:gd name="T54" fmla="*/ 5 w 214"/>
                <a:gd name="T55" fmla="*/ 130 h 391"/>
                <a:gd name="T56" fmla="*/ 22 w 214"/>
                <a:gd name="T57" fmla="*/ 157 h 391"/>
                <a:gd name="T58" fmla="*/ 50 w 214"/>
                <a:gd name="T59" fmla="*/ 181 h 391"/>
                <a:gd name="T60" fmla="*/ 91 w 214"/>
                <a:gd name="T61" fmla="*/ 206 h 391"/>
                <a:gd name="T62" fmla="*/ 129 w 214"/>
                <a:gd name="T63" fmla="*/ 227 h 391"/>
                <a:gd name="T64" fmla="*/ 155 w 214"/>
                <a:gd name="T65" fmla="*/ 247 h 391"/>
                <a:gd name="T66" fmla="*/ 171 w 214"/>
                <a:gd name="T67" fmla="*/ 268 h 391"/>
                <a:gd name="T68" fmla="*/ 176 w 214"/>
                <a:gd name="T69" fmla="*/ 295 h 391"/>
                <a:gd name="T70" fmla="*/ 155 w 214"/>
                <a:gd name="T71" fmla="*/ 342 h 391"/>
                <a:gd name="T72" fmla="*/ 91 w 214"/>
                <a:gd name="T73" fmla="*/ 358 h 391"/>
                <a:gd name="T74" fmla="*/ 67 w 214"/>
                <a:gd name="T75" fmla="*/ 356 h 391"/>
                <a:gd name="T76" fmla="*/ 43 w 214"/>
                <a:gd name="T77" fmla="*/ 351 h 391"/>
                <a:gd name="T78" fmla="*/ 19 w 214"/>
                <a:gd name="T79" fmla="*/ 341 h 391"/>
                <a:gd name="T80" fmla="*/ 0 w 214"/>
                <a:gd name="T81" fmla="*/ 328 h 391"/>
                <a:gd name="T82" fmla="*/ 0 w 214"/>
                <a:gd name="T83" fmla="*/ 369 h 391"/>
                <a:gd name="T84" fmla="*/ 18 w 214"/>
                <a:gd name="T85" fmla="*/ 377 h 391"/>
                <a:gd name="T86" fmla="*/ 42 w 214"/>
                <a:gd name="T87" fmla="*/ 384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1">
                  <a:moveTo>
                    <a:pt x="42" y="384"/>
                  </a:moveTo>
                  <a:lnTo>
                    <a:pt x="42" y="384"/>
                  </a:lnTo>
                  <a:cubicBezTo>
                    <a:pt x="50" y="386"/>
                    <a:pt x="59" y="387"/>
                    <a:pt x="67" y="389"/>
                  </a:cubicBezTo>
                  <a:cubicBezTo>
                    <a:pt x="75" y="390"/>
                    <a:pt x="82" y="390"/>
                    <a:pt x="88" y="390"/>
                  </a:cubicBezTo>
                  <a:cubicBezTo>
                    <a:pt x="106" y="390"/>
                    <a:pt x="123" y="387"/>
                    <a:pt x="139" y="383"/>
                  </a:cubicBezTo>
                  <a:cubicBezTo>
                    <a:pt x="154" y="379"/>
                    <a:pt x="167" y="373"/>
                    <a:pt x="178" y="365"/>
                  </a:cubicBezTo>
                  <a:cubicBezTo>
                    <a:pt x="189" y="356"/>
                    <a:pt x="197" y="347"/>
                    <a:pt x="203" y="334"/>
                  </a:cubicBezTo>
                  <a:cubicBezTo>
                    <a:pt x="210" y="321"/>
                    <a:pt x="213" y="307"/>
                    <a:pt x="213" y="290"/>
                  </a:cubicBezTo>
                  <a:cubicBezTo>
                    <a:pt x="213" y="278"/>
                    <a:pt x="210" y="268"/>
                    <a:pt x="207" y="258"/>
                  </a:cubicBezTo>
                  <a:cubicBezTo>
                    <a:pt x="203" y="248"/>
                    <a:pt x="197" y="238"/>
                    <a:pt x="189" y="230"/>
                  </a:cubicBezTo>
                  <a:cubicBezTo>
                    <a:pt x="182" y="222"/>
                    <a:pt x="172" y="213"/>
                    <a:pt x="160" y="205"/>
                  </a:cubicBezTo>
                  <a:cubicBezTo>
                    <a:pt x="148" y="196"/>
                    <a:pt x="134" y="189"/>
                    <a:pt x="119" y="181"/>
                  </a:cubicBezTo>
                  <a:cubicBezTo>
                    <a:pt x="103" y="172"/>
                    <a:pt x="91" y="165"/>
                    <a:pt x="81" y="158"/>
                  </a:cubicBezTo>
                  <a:cubicBezTo>
                    <a:pt x="70" y="153"/>
                    <a:pt x="61" y="146"/>
                    <a:pt x="56" y="140"/>
                  </a:cubicBezTo>
                  <a:cubicBezTo>
                    <a:pt x="49" y="133"/>
                    <a:pt x="44" y="127"/>
                    <a:pt x="42" y="120"/>
                  </a:cubicBezTo>
                  <a:cubicBezTo>
                    <a:pt x="39" y="113"/>
                    <a:pt x="37" y="104"/>
                    <a:pt x="37" y="94"/>
                  </a:cubicBezTo>
                  <a:cubicBezTo>
                    <a:pt x="37" y="84"/>
                    <a:pt x="39" y="76"/>
                    <a:pt x="43" y="67"/>
                  </a:cubicBezTo>
                  <a:cubicBezTo>
                    <a:pt x="47" y="60"/>
                    <a:pt x="53" y="53"/>
                    <a:pt x="61" y="47"/>
                  </a:cubicBezTo>
                  <a:cubicBezTo>
                    <a:pt x="68" y="42"/>
                    <a:pt x="77" y="39"/>
                    <a:pt x="87" y="36"/>
                  </a:cubicBezTo>
                  <a:cubicBezTo>
                    <a:pt x="96" y="33"/>
                    <a:pt x="108" y="32"/>
                    <a:pt x="119" y="32"/>
                  </a:cubicBezTo>
                  <a:cubicBezTo>
                    <a:pt x="148" y="32"/>
                    <a:pt x="175" y="38"/>
                    <a:pt x="197" y="50"/>
                  </a:cubicBezTo>
                  <a:cubicBezTo>
                    <a:pt x="197" y="12"/>
                    <a:pt x="197" y="12"/>
                    <a:pt x="197" y="12"/>
                  </a:cubicBezTo>
                  <a:cubicBezTo>
                    <a:pt x="176" y="4"/>
                    <a:pt x="153" y="0"/>
                    <a:pt x="123" y="0"/>
                  </a:cubicBezTo>
                  <a:cubicBezTo>
                    <a:pt x="106" y="0"/>
                    <a:pt x="89" y="3"/>
                    <a:pt x="75" y="7"/>
                  </a:cubicBezTo>
                  <a:cubicBezTo>
                    <a:pt x="60" y="11"/>
                    <a:pt x="47" y="18"/>
                    <a:pt x="36" y="26"/>
                  </a:cubicBezTo>
                  <a:cubicBezTo>
                    <a:pt x="25" y="35"/>
                    <a:pt x="16" y="45"/>
                    <a:pt x="9" y="57"/>
                  </a:cubicBezTo>
                  <a:cubicBezTo>
                    <a:pt x="4" y="69"/>
                    <a:pt x="0" y="83"/>
                    <a:pt x="0" y="98"/>
                  </a:cubicBezTo>
                  <a:cubicBezTo>
                    <a:pt x="0" y="111"/>
                    <a:pt x="2" y="120"/>
                    <a:pt x="5" y="130"/>
                  </a:cubicBezTo>
                  <a:cubicBezTo>
                    <a:pt x="9" y="140"/>
                    <a:pt x="14" y="149"/>
                    <a:pt x="22" y="157"/>
                  </a:cubicBezTo>
                  <a:cubicBezTo>
                    <a:pt x="29" y="165"/>
                    <a:pt x="37" y="174"/>
                    <a:pt x="50" y="181"/>
                  </a:cubicBezTo>
                  <a:cubicBezTo>
                    <a:pt x="61" y="189"/>
                    <a:pt x="75" y="198"/>
                    <a:pt x="91" y="206"/>
                  </a:cubicBezTo>
                  <a:cubicBezTo>
                    <a:pt x="106" y="215"/>
                    <a:pt x="119" y="222"/>
                    <a:pt x="129" y="227"/>
                  </a:cubicBezTo>
                  <a:cubicBezTo>
                    <a:pt x="140" y="234"/>
                    <a:pt x="148" y="240"/>
                    <a:pt x="155" y="247"/>
                  </a:cubicBezTo>
                  <a:cubicBezTo>
                    <a:pt x="162" y="254"/>
                    <a:pt x="168" y="261"/>
                    <a:pt x="171" y="268"/>
                  </a:cubicBezTo>
                  <a:cubicBezTo>
                    <a:pt x="175" y="275"/>
                    <a:pt x="176" y="283"/>
                    <a:pt x="176" y="295"/>
                  </a:cubicBezTo>
                  <a:cubicBezTo>
                    <a:pt x="176" y="314"/>
                    <a:pt x="169" y="331"/>
                    <a:pt x="155" y="342"/>
                  </a:cubicBezTo>
                  <a:cubicBezTo>
                    <a:pt x="140" y="352"/>
                    <a:pt x="119" y="358"/>
                    <a:pt x="91" y="358"/>
                  </a:cubicBezTo>
                  <a:cubicBezTo>
                    <a:pt x="84" y="358"/>
                    <a:pt x="75" y="358"/>
                    <a:pt x="67" y="356"/>
                  </a:cubicBezTo>
                  <a:cubicBezTo>
                    <a:pt x="60" y="355"/>
                    <a:pt x="51" y="354"/>
                    <a:pt x="43" y="351"/>
                  </a:cubicBezTo>
                  <a:cubicBezTo>
                    <a:pt x="35" y="348"/>
                    <a:pt x="28" y="345"/>
                    <a:pt x="19" y="341"/>
                  </a:cubicBezTo>
                  <a:cubicBezTo>
                    <a:pt x="12" y="337"/>
                    <a:pt x="5" y="333"/>
                    <a:pt x="0" y="328"/>
                  </a:cubicBezTo>
                  <a:cubicBezTo>
                    <a:pt x="0" y="369"/>
                    <a:pt x="0" y="369"/>
                    <a:pt x="0" y="369"/>
                  </a:cubicBezTo>
                  <a:cubicBezTo>
                    <a:pt x="4" y="372"/>
                    <a:pt x="9" y="375"/>
                    <a:pt x="18" y="377"/>
                  </a:cubicBezTo>
                  <a:cubicBezTo>
                    <a:pt x="25" y="380"/>
                    <a:pt x="33" y="383"/>
                    <a:pt x="42"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3" name="Group 166">
            <a:extLst>
              <a:ext uri="{FF2B5EF4-FFF2-40B4-BE49-F238E27FC236}">
                <a16:creationId xmlns:a16="http://schemas.microsoft.com/office/drawing/2014/main" id="{82D19B5F-7BB7-038C-CAF6-B91BCA93E2FB}"/>
              </a:ext>
            </a:extLst>
          </p:cNvPr>
          <p:cNvGrpSpPr/>
          <p:nvPr/>
        </p:nvGrpSpPr>
        <p:grpSpPr>
          <a:xfrm>
            <a:off x="8264128" y="1338932"/>
            <a:ext cx="184150" cy="260350"/>
            <a:chOff x="7227888" y="3079750"/>
            <a:chExt cx="184150" cy="260350"/>
          </a:xfrm>
          <a:solidFill>
            <a:schemeClr val="tx2"/>
          </a:solidFill>
        </p:grpSpPr>
        <p:sp>
          <p:nvSpPr>
            <p:cNvPr id="164" name="Freeform 134">
              <a:extLst>
                <a:ext uri="{FF2B5EF4-FFF2-40B4-BE49-F238E27FC236}">
                  <a16:creationId xmlns:a16="http://schemas.microsoft.com/office/drawing/2014/main" id="{78825278-458A-92D3-C83F-5266E4EB114D}"/>
                </a:ext>
              </a:extLst>
            </p:cNvPr>
            <p:cNvSpPr>
              <a:spLocks noChangeArrowheads="1"/>
            </p:cNvSpPr>
            <p:nvPr/>
          </p:nvSpPr>
          <p:spPr bwMode="auto">
            <a:xfrm>
              <a:off x="7358063" y="3155950"/>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1 h 151"/>
                <a:gd name="T20" fmla="*/ 29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100" y="31"/>
                    <a:pt x="119" y="50"/>
                    <a:pt x="119" y="76"/>
                  </a:cubicBezTo>
                  <a:cubicBezTo>
                    <a:pt x="119" y="100"/>
                    <a:pt x="100" y="121"/>
                    <a:pt x="74" y="121"/>
                  </a:cubicBezTo>
                  <a:cubicBezTo>
                    <a:pt x="50" y="121"/>
                    <a:pt x="29" y="100"/>
                    <a:pt x="29" y="76"/>
                  </a:cubicBezTo>
                  <a:cubicBezTo>
                    <a:pt x="29" y="50"/>
                    <a:pt x="50"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5">
              <a:extLst>
                <a:ext uri="{FF2B5EF4-FFF2-40B4-BE49-F238E27FC236}">
                  <a16:creationId xmlns:a16="http://schemas.microsoft.com/office/drawing/2014/main" id="{6C5DAD79-5499-FD48-AA0D-B7B6D691CCFA}"/>
                </a:ext>
              </a:extLst>
            </p:cNvPr>
            <p:cNvSpPr>
              <a:spLocks noChangeArrowheads="1"/>
            </p:cNvSpPr>
            <p:nvPr/>
          </p:nvSpPr>
          <p:spPr bwMode="auto">
            <a:xfrm>
              <a:off x="7292975" y="3155950"/>
              <a:ext cx="53975" cy="53975"/>
            </a:xfrm>
            <a:custGeom>
              <a:avLst/>
              <a:gdLst>
                <a:gd name="T0" fmla="*/ 0 w 151"/>
                <a:gd name="T1" fmla="*/ 76 h 151"/>
                <a:gd name="T2" fmla="*/ 0 w 151"/>
                <a:gd name="T3" fmla="*/ 76 h 151"/>
                <a:gd name="T4" fmla="*/ 75 w 151"/>
                <a:gd name="T5" fmla="*/ 150 h 151"/>
                <a:gd name="T6" fmla="*/ 150 w 151"/>
                <a:gd name="T7" fmla="*/ 76 h 151"/>
                <a:gd name="T8" fmla="*/ 75 w 151"/>
                <a:gd name="T9" fmla="*/ 0 h 151"/>
                <a:gd name="T10" fmla="*/ 0 w 151"/>
                <a:gd name="T11" fmla="*/ 76 h 151"/>
                <a:gd name="T12" fmla="*/ 75 w 151"/>
                <a:gd name="T13" fmla="*/ 31 h 151"/>
                <a:gd name="T14" fmla="*/ 75 w 151"/>
                <a:gd name="T15" fmla="*/ 31 h 151"/>
                <a:gd name="T16" fmla="*/ 119 w 151"/>
                <a:gd name="T17" fmla="*/ 76 h 151"/>
                <a:gd name="T18" fmla="*/ 75 w 151"/>
                <a:gd name="T19" fmla="*/ 121 h 151"/>
                <a:gd name="T20" fmla="*/ 30 w 151"/>
                <a:gd name="T21" fmla="*/ 76 h 151"/>
                <a:gd name="T22" fmla="*/ 75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6"/>
                  </a:moveTo>
                  <a:lnTo>
                    <a:pt x="0" y="76"/>
                  </a:lnTo>
                  <a:cubicBezTo>
                    <a:pt x="0" y="116"/>
                    <a:pt x="34" y="150"/>
                    <a:pt x="75" y="150"/>
                  </a:cubicBezTo>
                  <a:cubicBezTo>
                    <a:pt x="117" y="150"/>
                    <a:pt x="150" y="116"/>
                    <a:pt x="150" y="76"/>
                  </a:cubicBezTo>
                  <a:cubicBezTo>
                    <a:pt x="150" y="34"/>
                    <a:pt x="117" y="0"/>
                    <a:pt x="75" y="0"/>
                  </a:cubicBezTo>
                  <a:cubicBezTo>
                    <a:pt x="34" y="0"/>
                    <a:pt x="0" y="34"/>
                    <a:pt x="0" y="76"/>
                  </a:cubicBezTo>
                  <a:close/>
                  <a:moveTo>
                    <a:pt x="75" y="31"/>
                  </a:moveTo>
                  <a:lnTo>
                    <a:pt x="75" y="31"/>
                  </a:lnTo>
                  <a:cubicBezTo>
                    <a:pt x="100" y="31"/>
                    <a:pt x="119" y="50"/>
                    <a:pt x="119" y="76"/>
                  </a:cubicBezTo>
                  <a:cubicBezTo>
                    <a:pt x="119"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6" name="Freeform 136">
              <a:extLst>
                <a:ext uri="{FF2B5EF4-FFF2-40B4-BE49-F238E27FC236}">
                  <a16:creationId xmlns:a16="http://schemas.microsoft.com/office/drawing/2014/main" id="{7EB4814A-97A4-B395-4011-6D99DBDD9309}"/>
                </a:ext>
              </a:extLst>
            </p:cNvPr>
            <p:cNvSpPr>
              <a:spLocks noChangeArrowheads="1"/>
            </p:cNvSpPr>
            <p:nvPr/>
          </p:nvSpPr>
          <p:spPr bwMode="auto">
            <a:xfrm>
              <a:off x="7227888" y="3155950"/>
              <a:ext cx="53975" cy="53975"/>
            </a:xfrm>
            <a:custGeom>
              <a:avLst/>
              <a:gdLst>
                <a:gd name="T0" fmla="*/ 75 w 152"/>
                <a:gd name="T1" fmla="*/ 150 h 151"/>
                <a:gd name="T2" fmla="*/ 75 w 152"/>
                <a:gd name="T3" fmla="*/ 150 h 151"/>
                <a:gd name="T4" fmla="*/ 151 w 152"/>
                <a:gd name="T5" fmla="*/ 76 h 151"/>
                <a:gd name="T6" fmla="*/ 75 w 152"/>
                <a:gd name="T7" fmla="*/ 0 h 151"/>
                <a:gd name="T8" fmla="*/ 0 w 152"/>
                <a:gd name="T9" fmla="*/ 76 h 151"/>
                <a:gd name="T10" fmla="*/ 75 w 152"/>
                <a:gd name="T11" fmla="*/ 150 h 151"/>
                <a:gd name="T12" fmla="*/ 75 w 152"/>
                <a:gd name="T13" fmla="*/ 31 h 151"/>
                <a:gd name="T14" fmla="*/ 75 w 152"/>
                <a:gd name="T15" fmla="*/ 31 h 151"/>
                <a:gd name="T16" fmla="*/ 120 w 152"/>
                <a:gd name="T17" fmla="*/ 76 h 151"/>
                <a:gd name="T18" fmla="*/ 75 w 152"/>
                <a:gd name="T19" fmla="*/ 121 h 151"/>
                <a:gd name="T20" fmla="*/ 30 w 152"/>
                <a:gd name="T21" fmla="*/ 76 h 151"/>
                <a:gd name="T22" fmla="*/ 75 w 152"/>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2" h="151">
                  <a:moveTo>
                    <a:pt x="75" y="150"/>
                  </a:moveTo>
                  <a:lnTo>
                    <a:pt x="75" y="150"/>
                  </a:lnTo>
                  <a:cubicBezTo>
                    <a:pt x="117" y="150"/>
                    <a:pt x="151" y="116"/>
                    <a:pt x="151" y="76"/>
                  </a:cubicBezTo>
                  <a:cubicBezTo>
                    <a:pt x="151" y="34"/>
                    <a:pt x="117" y="0"/>
                    <a:pt x="75" y="0"/>
                  </a:cubicBezTo>
                  <a:cubicBezTo>
                    <a:pt x="34" y="0"/>
                    <a:pt x="0" y="34"/>
                    <a:pt x="0" y="76"/>
                  </a:cubicBezTo>
                  <a:cubicBezTo>
                    <a:pt x="0" y="116"/>
                    <a:pt x="34" y="150"/>
                    <a:pt x="75" y="150"/>
                  </a:cubicBezTo>
                  <a:close/>
                  <a:moveTo>
                    <a:pt x="75" y="31"/>
                  </a:moveTo>
                  <a:lnTo>
                    <a:pt x="75" y="31"/>
                  </a:lnTo>
                  <a:cubicBezTo>
                    <a:pt x="100" y="31"/>
                    <a:pt x="120" y="50"/>
                    <a:pt x="120" y="76"/>
                  </a:cubicBezTo>
                  <a:cubicBezTo>
                    <a:pt x="120"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7">
              <a:extLst>
                <a:ext uri="{FF2B5EF4-FFF2-40B4-BE49-F238E27FC236}">
                  <a16:creationId xmlns:a16="http://schemas.microsoft.com/office/drawing/2014/main" id="{6BA13F68-DBED-A878-3662-278D1A41D083}"/>
                </a:ext>
              </a:extLst>
            </p:cNvPr>
            <p:cNvSpPr>
              <a:spLocks noChangeArrowheads="1"/>
            </p:cNvSpPr>
            <p:nvPr/>
          </p:nvSpPr>
          <p:spPr bwMode="auto">
            <a:xfrm>
              <a:off x="7261225" y="3221038"/>
              <a:ext cx="53975" cy="53975"/>
            </a:xfrm>
            <a:custGeom>
              <a:avLst/>
              <a:gdLst>
                <a:gd name="T0" fmla="*/ 75 w 151"/>
                <a:gd name="T1" fmla="*/ 0 h 151"/>
                <a:gd name="T2" fmla="*/ 75 w 151"/>
                <a:gd name="T3" fmla="*/ 0 h 151"/>
                <a:gd name="T4" fmla="*/ 0 w 151"/>
                <a:gd name="T5" fmla="*/ 75 h 151"/>
                <a:gd name="T6" fmla="*/ 75 w 151"/>
                <a:gd name="T7" fmla="*/ 150 h 151"/>
                <a:gd name="T8" fmla="*/ 150 w 151"/>
                <a:gd name="T9" fmla="*/ 75 h 151"/>
                <a:gd name="T10" fmla="*/ 75 w 151"/>
                <a:gd name="T11" fmla="*/ 0 h 151"/>
                <a:gd name="T12" fmla="*/ 75 w 151"/>
                <a:gd name="T13" fmla="*/ 120 h 151"/>
                <a:gd name="T14" fmla="*/ 75 w 151"/>
                <a:gd name="T15" fmla="*/ 120 h 151"/>
                <a:gd name="T16" fmla="*/ 30 w 151"/>
                <a:gd name="T17" fmla="*/ 75 h 151"/>
                <a:gd name="T18" fmla="*/ 75 w 151"/>
                <a:gd name="T19" fmla="*/ 30 h 151"/>
                <a:gd name="T20" fmla="*/ 120 w 151"/>
                <a:gd name="T21" fmla="*/ 75 h 151"/>
                <a:gd name="T22" fmla="*/ 75 w 151"/>
                <a:gd name="T23" fmla="*/ 12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5" y="0"/>
                  </a:moveTo>
                  <a:lnTo>
                    <a:pt x="75" y="0"/>
                  </a:lnTo>
                  <a:cubicBezTo>
                    <a:pt x="34" y="0"/>
                    <a:pt x="0" y="33"/>
                    <a:pt x="0" y="75"/>
                  </a:cubicBezTo>
                  <a:cubicBezTo>
                    <a:pt x="0" y="116"/>
                    <a:pt x="34" y="150"/>
                    <a:pt x="75" y="150"/>
                  </a:cubicBezTo>
                  <a:cubicBezTo>
                    <a:pt x="117" y="150"/>
                    <a:pt x="150" y="116"/>
                    <a:pt x="150" y="75"/>
                  </a:cubicBezTo>
                  <a:cubicBezTo>
                    <a:pt x="150" y="33"/>
                    <a:pt x="117" y="0"/>
                    <a:pt x="75" y="0"/>
                  </a:cubicBezTo>
                  <a:close/>
                  <a:moveTo>
                    <a:pt x="75" y="120"/>
                  </a:moveTo>
                  <a:lnTo>
                    <a:pt x="75" y="120"/>
                  </a:lnTo>
                  <a:cubicBezTo>
                    <a:pt x="51" y="120"/>
                    <a:pt x="30" y="99"/>
                    <a:pt x="30" y="75"/>
                  </a:cubicBezTo>
                  <a:cubicBezTo>
                    <a:pt x="30" y="50"/>
                    <a:pt x="51" y="30"/>
                    <a:pt x="75" y="30"/>
                  </a:cubicBezTo>
                  <a:cubicBezTo>
                    <a:pt x="100" y="30"/>
                    <a:pt x="120" y="50"/>
                    <a:pt x="120" y="75"/>
                  </a:cubicBezTo>
                  <a:cubicBezTo>
                    <a:pt x="120" y="99"/>
                    <a:pt x="100" y="120"/>
                    <a:pt x="75"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8" name="Freeform 138">
              <a:extLst>
                <a:ext uri="{FF2B5EF4-FFF2-40B4-BE49-F238E27FC236}">
                  <a16:creationId xmlns:a16="http://schemas.microsoft.com/office/drawing/2014/main" id="{B631FA0A-2AC4-F022-D977-DCF392A4AC75}"/>
                </a:ext>
              </a:extLst>
            </p:cNvPr>
            <p:cNvSpPr>
              <a:spLocks noChangeArrowheads="1"/>
            </p:cNvSpPr>
            <p:nvPr/>
          </p:nvSpPr>
          <p:spPr bwMode="auto">
            <a:xfrm>
              <a:off x="7326313" y="3221038"/>
              <a:ext cx="53975" cy="53975"/>
            </a:xfrm>
            <a:custGeom>
              <a:avLst/>
              <a:gdLst>
                <a:gd name="T0" fmla="*/ 0 w 151"/>
                <a:gd name="T1" fmla="*/ 75 h 151"/>
                <a:gd name="T2" fmla="*/ 0 w 151"/>
                <a:gd name="T3" fmla="*/ 75 h 151"/>
                <a:gd name="T4" fmla="*/ 74 w 151"/>
                <a:gd name="T5" fmla="*/ 150 h 151"/>
                <a:gd name="T6" fmla="*/ 150 w 151"/>
                <a:gd name="T7" fmla="*/ 75 h 151"/>
                <a:gd name="T8" fmla="*/ 74 w 151"/>
                <a:gd name="T9" fmla="*/ 0 h 151"/>
                <a:gd name="T10" fmla="*/ 0 w 151"/>
                <a:gd name="T11" fmla="*/ 75 h 151"/>
                <a:gd name="T12" fmla="*/ 74 w 151"/>
                <a:gd name="T13" fmla="*/ 30 h 151"/>
                <a:gd name="T14" fmla="*/ 74 w 151"/>
                <a:gd name="T15" fmla="*/ 30 h 151"/>
                <a:gd name="T16" fmla="*/ 119 w 151"/>
                <a:gd name="T17" fmla="*/ 75 h 151"/>
                <a:gd name="T18" fmla="*/ 74 w 151"/>
                <a:gd name="T19" fmla="*/ 120 h 151"/>
                <a:gd name="T20" fmla="*/ 29 w 151"/>
                <a:gd name="T21" fmla="*/ 75 h 151"/>
                <a:gd name="T22" fmla="*/ 74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5"/>
                  </a:moveTo>
                  <a:lnTo>
                    <a:pt x="0" y="75"/>
                  </a:lnTo>
                  <a:cubicBezTo>
                    <a:pt x="0" y="116"/>
                    <a:pt x="34" y="150"/>
                    <a:pt x="74" y="150"/>
                  </a:cubicBezTo>
                  <a:cubicBezTo>
                    <a:pt x="117" y="150"/>
                    <a:pt x="150" y="116"/>
                    <a:pt x="150" y="75"/>
                  </a:cubicBezTo>
                  <a:cubicBezTo>
                    <a:pt x="150" y="33"/>
                    <a:pt x="117" y="0"/>
                    <a:pt x="74" y="0"/>
                  </a:cubicBezTo>
                  <a:cubicBezTo>
                    <a:pt x="34" y="0"/>
                    <a:pt x="0" y="33"/>
                    <a:pt x="0" y="75"/>
                  </a:cubicBezTo>
                  <a:close/>
                  <a:moveTo>
                    <a:pt x="74" y="30"/>
                  </a:moveTo>
                  <a:lnTo>
                    <a:pt x="74" y="30"/>
                  </a:lnTo>
                  <a:cubicBezTo>
                    <a:pt x="100" y="30"/>
                    <a:pt x="119" y="50"/>
                    <a:pt x="119" y="75"/>
                  </a:cubicBezTo>
                  <a:cubicBezTo>
                    <a:pt x="119" y="99"/>
                    <a:pt x="100" y="120"/>
                    <a:pt x="74" y="120"/>
                  </a:cubicBezTo>
                  <a:cubicBezTo>
                    <a:pt x="51" y="120"/>
                    <a:pt x="29" y="99"/>
                    <a:pt x="29" y="75"/>
                  </a:cubicBezTo>
                  <a:cubicBezTo>
                    <a:pt x="29" y="50"/>
                    <a:pt x="51" y="30"/>
                    <a:pt x="74"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9">
              <a:extLst>
                <a:ext uri="{FF2B5EF4-FFF2-40B4-BE49-F238E27FC236}">
                  <a16:creationId xmlns:a16="http://schemas.microsoft.com/office/drawing/2014/main" id="{1411E152-6118-8A17-349C-0DF3A04DC8E0}"/>
                </a:ext>
              </a:extLst>
            </p:cNvPr>
            <p:cNvSpPr>
              <a:spLocks noChangeArrowheads="1"/>
            </p:cNvSpPr>
            <p:nvPr/>
          </p:nvSpPr>
          <p:spPr bwMode="auto">
            <a:xfrm>
              <a:off x="7292975" y="3286125"/>
              <a:ext cx="53975" cy="53975"/>
            </a:xfrm>
            <a:custGeom>
              <a:avLst/>
              <a:gdLst>
                <a:gd name="T0" fmla="*/ 0 w 151"/>
                <a:gd name="T1" fmla="*/ 76 h 152"/>
                <a:gd name="T2" fmla="*/ 0 w 151"/>
                <a:gd name="T3" fmla="*/ 76 h 152"/>
                <a:gd name="T4" fmla="*/ 75 w 151"/>
                <a:gd name="T5" fmla="*/ 151 h 152"/>
                <a:gd name="T6" fmla="*/ 150 w 151"/>
                <a:gd name="T7" fmla="*/ 76 h 152"/>
                <a:gd name="T8" fmla="*/ 75 w 151"/>
                <a:gd name="T9" fmla="*/ 0 h 152"/>
                <a:gd name="T10" fmla="*/ 0 w 151"/>
                <a:gd name="T11" fmla="*/ 76 h 152"/>
                <a:gd name="T12" fmla="*/ 75 w 151"/>
                <a:gd name="T13" fmla="*/ 31 h 152"/>
                <a:gd name="T14" fmla="*/ 75 w 151"/>
                <a:gd name="T15" fmla="*/ 31 h 152"/>
                <a:gd name="T16" fmla="*/ 119 w 151"/>
                <a:gd name="T17" fmla="*/ 76 h 152"/>
                <a:gd name="T18" fmla="*/ 75 w 151"/>
                <a:gd name="T19" fmla="*/ 121 h 152"/>
                <a:gd name="T20" fmla="*/ 30 w 151"/>
                <a:gd name="T21" fmla="*/ 76 h 152"/>
                <a:gd name="T22" fmla="*/ 75 w 151"/>
                <a:gd name="T23" fmla="*/ 31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2">
                  <a:moveTo>
                    <a:pt x="0" y="76"/>
                  </a:moveTo>
                  <a:lnTo>
                    <a:pt x="0" y="76"/>
                  </a:lnTo>
                  <a:cubicBezTo>
                    <a:pt x="0" y="117"/>
                    <a:pt x="34" y="151"/>
                    <a:pt x="75" y="151"/>
                  </a:cubicBezTo>
                  <a:cubicBezTo>
                    <a:pt x="117" y="151"/>
                    <a:pt x="150" y="117"/>
                    <a:pt x="150" y="76"/>
                  </a:cubicBezTo>
                  <a:cubicBezTo>
                    <a:pt x="150" y="34"/>
                    <a:pt x="117" y="0"/>
                    <a:pt x="75" y="0"/>
                  </a:cubicBezTo>
                  <a:cubicBezTo>
                    <a:pt x="34" y="0"/>
                    <a:pt x="0" y="34"/>
                    <a:pt x="0" y="76"/>
                  </a:cubicBezTo>
                  <a:close/>
                  <a:moveTo>
                    <a:pt x="75" y="31"/>
                  </a:moveTo>
                  <a:lnTo>
                    <a:pt x="75" y="31"/>
                  </a:lnTo>
                  <a:cubicBezTo>
                    <a:pt x="100" y="31"/>
                    <a:pt x="119" y="51"/>
                    <a:pt x="119" y="76"/>
                  </a:cubicBezTo>
                  <a:cubicBezTo>
                    <a:pt x="119" y="100"/>
                    <a:pt x="100" y="121"/>
                    <a:pt x="75" y="121"/>
                  </a:cubicBezTo>
                  <a:cubicBezTo>
                    <a:pt x="51" y="121"/>
                    <a:pt x="30" y="100"/>
                    <a:pt x="30" y="76"/>
                  </a:cubicBezTo>
                  <a:cubicBezTo>
                    <a:pt x="30" y="51"/>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40">
              <a:extLst>
                <a:ext uri="{FF2B5EF4-FFF2-40B4-BE49-F238E27FC236}">
                  <a16:creationId xmlns:a16="http://schemas.microsoft.com/office/drawing/2014/main" id="{BBD667F0-2CB6-C377-B007-8FFFF9A2FB72}"/>
                </a:ext>
              </a:extLst>
            </p:cNvPr>
            <p:cNvSpPr>
              <a:spLocks noChangeArrowheads="1"/>
            </p:cNvSpPr>
            <p:nvPr/>
          </p:nvSpPr>
          <p:spPr bwMode="auto">
            <a:xfrm>
              <a:off x="7261225" y="3079750"/>
              <a:ext cx="87313" cy="76200"/>
            </a:xfrm>
            <a:custGeom>
              <a:avLst/>
              <a:gdLst>
                <a:gd name="T0" fmla="*/ 35 w 242"/>
                <a:gd name="T1" fmla="*/ 146 h 212"/>
                <a:gd name="T2" fmla="*/ 35 w 242"/>
                <a:gd name="T3" fmla="*/ 146 h 212"/>
                <a:gd name="T4" fmla="*/ 88 w 242"/>
                <a:gd name="T5" fmla="*/ 177 h 212"/>
                <a:gd name="T6" fmla="*/ 139 w 242"/>
                <a:gd name="T7" fmla="*/ 183 h 212"/>
                <a:gd name="T8" fmla="*/ 151 w 242"/>
                <a:gd name="T9" fmla="*/ 183 h 212"/>
                <a:gd name="T10" fmla="*/ 151 w 242"/>
                <a:gd name="T11" fmla="*/ 197 h 212"/>
                <a:gd name="T12" fmla="*/ 166 w 242"/>
                <a:gd name="T13" fmla="*/ 211 h 212"/>
                <a:gd name="T14" fmla="*/ 181 w 242"/>
                <a:gd name="T15" fmla="*/ 197 h 212"/>
                <a:gd name="T16" fmla="*/ 181 w 242"/>
                <a:gd name="T17" fmla="*/ 167 h 212"/>
                <a:gd name="T18" fmla="*/ 182 w 242"/>
                <a:gd name="T19" fmla="*/ 146 h 212"/>
                <a:gd name="T20" fmla="*/ 182 w 242"/>
                <a:gd name="T21" fmla="*/ 135 h 212"/>
                <a:gd name="T22" fmla="*/ 226 w 242"/>
                <a:gd name="T23" fmla="*/ 92 h 212"/>
                <a:gd name="T24" fmla="*/ 241 w 242"/>
                <a:gd name="T25" fmla="*/ 76 h 212"/>
                <a:gd name="T26" fmla="*/ 226 w 242"/>
                <a:gd name="T27" fmla="*/ 62 h 212"/>
                <a:gd name="T28" fmla="*/ 174 w 242"/>
                <a:gd name="T29" fmla="*/ 83 h 212"/>
                <a:gd name="T30" fmla="*/ 174 w 242"/>
                <a:gd name="T31" fmla="*/ 84 h 212"/>
                <a:gd name="T32" fmla="*/ 147 w 242"/>
                <a:gd name="T33" fmla="*/ 37 h 212"/>
                <a:gd name="T34" fmla="*/ 136 w 242"/>
                <a:gd name="T35" fmla="*/ 47 h 212"/>
                <a:gd name="T36" fmla="*/ 147 w 242"/>
                <a:gd name="T37" fmla="*/ 37 h 212"/>
                <a:gd name="T38" fmla="*/ 94 w 242"/>
                <a:gd name="T39" fmla="*/ 6 h 212"/>
                <a:gd name="T40" fmla="*/ 43 w 242"/>
                <a:gd name="T41" fmla="*/ 0 h 212"/>
                <a:gd name="T42" fmla="*/ 14 w 242"/>
                <a:gd name="T43" fmla="*/ 2 h 212"/>
                <a:gd name="T44" fmla="*/ 1 w 242"/>
                <a:gd name="T45" fmla="*/ 14 h 212"/>
                <a:gd name="T46" fmla="*/ 0 w 242"/>
                <a:gd name="T47" fmla="*/ 38 h 212"/>
                <a:gd name="T48" fmla="*/ 7 w 242"/>
                <a:gd name="T49" fmla="*/ 90 h 212"/>
                <a:gd name="T50" fmla="*/ 35 w 242"/>
                <a:gd name="T51" fmla="*/ 146 h 212"/>
                <a:gd name="T52" fmla="*/ 87 w 242"/>
                <a:gd name="T53" fmla="*/ 35 h 212"/>
                <a:gd name="T54" fmla="*/ 87 w 242"/>
                <a:gd name="T55" fmla="*/ 35 h 212"/>
                <a:gd name="T56" fmla="*/ 125 w 242"/>
                <a:gd name="T57" fmla="*/ 56 h 212"/>
                <a:gd name="T58" fmla="*/ 125 w 242"/>
                <a:gd name="T59" fmla="*/ 56 h 212"/>
                <a:gd name="T60" fmla="*/ 147 w 242"/>
                <a:gd name="T61" fmla="*/ 101 h 212"/>
                <a:gd name="T62" fmla="*/ 151 w 242"/>
                <a:gd name="T63" fmla="*/ 135 h 212"/>
                <a:gd name="T64" fmla="*/ 151 w 242"/>
                <a:gd name="T65" fmla="*/ 136 h 212"/>
                <a:gd name="T66" fmla="*/ 151 w 242"/>
                <a:gd name="T67" fmla="*/ 138 h 212"/>
                <a:gd name="T68" fmla="*/ 151 w 242"/>
                <a:gd name="T69" fmla="*/ 146 h 212"/>
                <a:gd name="T70" fmla="*/ 151 w 242"/>
                <a:gd name="T71" fmla="*/ 153 h 212"/>
                <a:gd name="T72" fmla="*/ 139 w 242"/>
                <a:gd name="T73" fmla="*/ 153 h 212"/>
                <a:gd name="T74" fmla="*/ 95 w 242"/>
                <a:gd name="T75" fmla="*/ 148 h 212"/>
                <a:gd name="T76" fmla="*/ 57 w 242"/>
                <a:gd name="T77" fmla="*/ 127 h 212"/>
                <a:gd name="T78" fmla="*/ 35 w 242"/>
                <a:gd name="T79" fmla="*/ 83 h 212"/>
                <a:gd name="T80" fmla="*/ 31 w 242"/>
                <a:gd name="T81" fmla="*/ 38 h 212"/>
                <a:gd name="T82" fmla="*/ 31 w 242"/>
                <a:gd name="T83" fmla="*/ 31 h 212"/>
                <a:gd name="T84" fmla="*/ 43 w 242"/>
                <a:gd name="T85" fmla="*/ 30 h 212"/>
                <a:gd name="T86" fmla="*/ 87 w 242"/>
                <a:gd name="T87" fmla="*/ 35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42" h="212">
                  <a:moveTo>
                    <a:pt x="35" y="146"/>
                  </a:moveTo>
                  <a:lnTo>
                    <a:pt x="35" y="146"/>
                  </a:lnTo>
                  <a:cubicBezTo>
                    <a:pt x="50" y="163"/>
                    <a:pt x="70" y="172"/>
                    <a:pt x="88" y="177"/>
                  </a:cubicBezTo>
                  <a:cubicBezTo>
                    <a:pt x="107" y="181"/>
                    <a:pt x="125" y="183"/>
                    <a:pt x="139" y="183"/>
                  </a:cubicBezTo>
                  <a:cubicBezTo>
                    <a:pt x="143" y="183"/>
                    <a:pt x="147" y="183"/>
                    <a:pt x="151" y="183"/>
                  </a:cubicBezTo>
                  <a:cubicBezTo>
                    <a:pt x="151" y="197"/>
                    <a:pt x="151" y="197"/>
                    <a:pt x="151" y="197"/>
                  </a:cubicBezTo>
                  <a:cubicBezTo>
                    <a:pt x="151" y="205"/>
                    <a:pt x="158" y="211"/>
                    <a:pt x="166" y="211"/>
                  </a:cubicBezTo>
                  <a:cubicBezTo>
                    <a:pt x="174" y="211"/>
                    <a:pt x="181" y="205"/>
                    <a:pt x="181" y="197"/>
                  </a:cubicBezTo>
                  <a:cubicBezTo>
                    <a:pt x="181" y="167"/>
                    <a:pt x="181" y="167"/>
                    <a:pt x="181" y="167"/>
                  </a:cubicBezTo>
                  <a:cubicBezTo>
                    <a:pt x="181" y="165"/>
                    <a:pt x="182" y="157"/>
                    <a:pt x="182" y="146"/>
                  </a:cubicBezTo>
                  <a:cubicBezTo>
                    <a:pt x="182" y="142"/>
                    <a:pt x="182" y="139"/>
                    <a:pt x="182" y="135"/>
                  </a:cubicBezTo>
                  <a:cubicBezTo>
                    <a:pt x="182" y="111"/>
                    <a:pt x="202" y="92"/>
                    <a:pt x="226" y="92"/>
                  </a:cubicBezTo>
                  <a:cubicBezTo>
                    <a:pt x="234" y="92"/>
                    <a:pt x="241" y="84"/>
                    <a:pt x="241" y="76"/>
                  </a:cubicBezTo>
                  <a:cubicBezTo>
                    <a:pt x="241" y="69"/>
                    <a:pt x="234" y="62"/>
                    <a:pt x="226" y="62"/>
                  </a:cubicBezTo>
                  <a:cubicBezTo>
                    <a:pt x="205" y="62"/>
                    <a:pt x="187" y="70"/>
                    <a:pt x="174" y="83"/>
                  </a:cubicBezTo>
                  <a:cubicBezTo>
                    <a:pt x="174" y="83"/>
                    <a:pt x="174" y="83"/>
                    <a:pt x="174" y="84"/>
                  </a:cubicBezTo>
                  <a:cubicBezTo>
                    <a:pt x="168" y="68"/>
                    <a:pt x="160" y="51"/>
                    <a:pt x="147" y="37"/>
                  </a:cubicBezTo>
                  <a:cubicBezTo>
                    <a:pt x="136" y="47"/>
                    <a:pt x="136" y="47"/>
                    <a:pt x="136" y="47"/>
                  </a:cubicBezTo>
                  <a:cubicBezTo>
                    <a:pt x="147" y="37"/>
                    <a:pt x="147" y="37"/>
                    <a:pt x="147" y="37"/>
                  </a:cubicBezTo>
                  <a:cubicBezTo>
                    <a:pt x="132" y="20"/>
                    <a:pt x="114" y="11"/>
                    <a:pt x="94" y="6"/>
                  </a:cubicBezTo>
                  <a:cubicBezTo>
                    <a:pt x="76" y="2"/>
                    <a:pt x="57" y="0"/>
                    <a:pt x="43" y="0"/>
                  </a:cubicBezTo>
                  <a:cubicBezTo>
                    <a:pt x="26" y="0"/>
                    <a:pt x="15" y="2"/>
                    <a:pt x="14" y="2"/>
                  </a:cubicBezTo>
                  <a:cubicBezTo>
                    <a:pt x="7" y="3"/>
                    <a:pt x="3" y="9"/>
                    <a:pt x="1" y="14"/>
                  </a:cubicBezTo>
                  <a:cubicBezTo>
                    <a:pt x="1" y="16"/>
                    <a:pt x="0" y="24"/>
                    <a:pt x="0" y="38"/>
                  </a:cubicBezTo>
                  <a:cubicBezTo>
                    <a:pt x="0" y="51"/>
                    <a:pt x="1" y="70"/>
                    <a:pt x="7" y="90"/>
                  </a:cubicBezTo>
                  <a:cubicBezTo>
                    <a:pt x="11" y="110"/>
                    <a:pt x="19" y="129"/>
                    <a:pt x="35" y="146"/>
                  </a:cubicBezTo>
                  <a:close/>
                  <a:moveTo>
                    <a:pt x="87" y="35"/>
                  </a:moveTo>
                  <a:lnTo>
                    <a:pt x="87" y="35"/>
                  </a:lnTo>
                  <a:cubicBezTo>
                    <a:pt x="101" y="40"/>
                    <a:pt x="115" y="47"/>
                    <a:pt x="125" y="56"/>
                  </a:cubicBezTo>
                  <a:lnTo>
                    <a:pt x="125" y="56"/>
                  </a:lnTo>
                  <a:cubicBezTo>
                    <a:pt x="136" y="69"/>
                    <a:pt x="143" y="84"/>
                    <a:pt x="147" y="101"/>
                  </a:cubicBezTo>
                  <a:cubicBezTo>
                    <a:pt x="150" y="113"/>
                    <a:pt x="151" y="125"/>
                    <a:pt x="151" y="135"/>
                  </a:cubicBezTo>
                  <a:cubicBezTo>
                    <a:pt x="151" y="136"/>
                    <a:pt x="151" y="136"/>
                    <a:pt x="151" y="136"/>
                  </a:cubicBezTo>
                  <a:cubicBezTo>
                    <a:pt x="151" y="136"/>
                    <a:pt x="151" y="136"/>
                    <a:pt x="151" y="138"/>
                  </a:cubicBezTo>
                  <a:cubicBezTo>
                    <a:pt x="151" y="141"/>
                    <a:pt x="151" y="143"/>
                    <a:pt x="151" y="146"/>
                  </a:cubicBezTo>
                  <a:cubicBezTo>
                    <a:pt x="151" y="149"/>
                    <a:pt x="151" y="150"/>
                    <a:pt x="151" y="153"/>
                  </a:cubicBezTo>
                  <a:cubicBezTo>
                    <a:pt x="149" y="153"/>
                    <a:pt x="144" y="153"/>
                    <a:pt x="139" y="153"/>
                  </a:cubicBezTo>
                  <a:cubicBezTo>
                    <a:pt x="126" y="153"/>
                    <a:pt x="111" y="152"/>
                    <a:pt x="95" y="148"/>
                  </a:cubicBezTo>
                  <a:cubicBezTo>
                    <a:pt x="81" y="143"/>
                    <a:pt x="67" y="136"/>
                    <a:pt x="57" y="127"/>
                  </a:cubicBezTo>
                  <a:cubicBezTo>
                    <a:pt x="46" y="115"/>
                    <a:pt x="39" y="99"/>
                    <a:pt x="35" y="83"/>
                  </a:cubicBezTo>
                  <a:cubicBezTo>
                    <a:pt x="31" y="66"/>
                    <a:pt x="31" y="49"/>
                    <a:pt x="31" y="38"/>
                  </a:cubicBezTo>
                  <a:cubicBezTo>
                    <a:pt x="31" y="35"/>
                    <a:pt x="31" y="33"/>
                    <a:pt x="31" y="31"/>
                  </a:cubicBezTo>
                  <a:cubicBezTo>
                    <a:pt x="34" y="30"/>
                    <a:pt x="38" y="30"/>
                    <a:pt x="43" y="30"/>
                  </a:cubicBezTo>
                  <a:cubicBezTo>
                    <a:pt x="56" y="30"/>
                    <a:pt x="71" y="31"/>
                    <a:pt x="87" y="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1" name="Group 174">
            <a:extLst>
              <a:ext uri="{FF2B5EF4-FFF2-40B4-BE49-F238E27FC236}">
                <a16:creationId xmlns:a16="http://schemas.microsoft.com/office/drawing/2014/main" id="{02EC33D2-0105-3DF2-755D-70B4A4B59015}"/>
              </a:ext>
            </a:extLst>
          </p:cNvPr>
          <p:cNvGrpSpPr/>
          <p:nvPr/>
        </p:nvGrpSpPr>
        <p:grpSpPr>
          <a:xfrm>
            <a:off x="8749903" y="1339726"/>
            <a:ext cx="258762" cy="258762"/>
            <a:chOff x="7713663" y="3081338"/>
            <a:chExt cx="258762" cy="258762"/>
          </a:xfrm>
          <a:solidFill>
            <a:schemeClr val="tx2"/>
          </a:solidFill>
        </p:grpSpPr>
        <p:sp>
          <p:nvSpPr>
            <p:cNvPr id="172" name="Freeform 141">
              <a:extLst>
                <a:ext uri="{FF2B5EF4-FFF2-40B4-BE49-F238E27FC236}">
                  <a16:creationId xmlns:a16="http://schemas.microsoft.com/office/drawing/2014/main" id="{0957EF37-0D5E-B981-C790-C3D612111AD9}"/>
                </a:ext>
              </a:extLst>
            </p:cNvPr>
            <p:cNvSpPr>
              <a:spLocks noChangeArrowheads="1"/>
            </p:cNvSpPr>
            <p:nvPr/>
          </p:nvSpPr>
          <p:spPr bwMode="auto">
            <a:xfrm>
              <a:off x="7756525" y="3081338"/>
              <a:ext cx="31750" cy="42862"/>
            </a:xfrm>
            <a:custGeom>
              <a:avLst/>
              <a:gdLst>
                <a:gd name="T0" fmla="*/ 45 w 90"/>
                <a:gd name="T1" fmla="*/ 0 h 120"/>
                <a:gd name="T2" fmla="*/ 45 w 90"/>
                <a:gd name="T3" fmla="*/ 0 h 120"/>
                <a:gd name="T4" fmla="*/ 33 w 90"/>
                <a:gd name="T5" fmla="*/ 5 h 120"/>
                <a:gd name="T6" fmla="*/ 18 w 90"/>
                <a:gd name="T7" fmla="*/ 28 h 120"/>
                <a:gd name="T8" fmla="*/ 7 w 90"/>
                <a:gd name="T9" fmla="*/ 49 h 120"/>
                <a:gd name="T10" fmla="*/ 0 w 90"/>
                <a:gd name="T11" fmla="*/ 74 h 120"/>
                <a:gd name="T12" fmla="*/ 4 w 90"/>
                <a:gd name="T13" fmla="*/ 95 h 120"/>
                <a:gd name="T14" fmla="*/ 22 w 90"/>
                <a:gd name="T15" fmla="*/ 115 h 120"/>
                <a:gd name="T16" fmla="*/ 45 w 90"/>
                <a:gd name="T17" fmla="*/ 119 h 120"/>
                <a:gd name="T18" fmla="*/ 60 w 90"/>
                <a:gd name="T19" fmla="*/ 118 h 120"/>
                <a:gd name="T20" fmla="*/ 82 w 90"/>
                <a:gd name="T21" fmla="*/ 104 h 120"/>
                <a:gd name="T22" fmla="*/ 89 w 90"/>
                <a:gd name="T23" fmla="*/ 74 h 120"/>
                <a:gd name="T24" fmla="*/ 84 w 90"/>
                <a:gd name="T25" fmla="*/ 49 h 120"/>
                <a:gd name="T26" fmla="*/ 57 w 90"/>
                <a:gd name="T27" fmla="*/ 5 h 120"/>
                <a:gd name="T28" fmla="*/ 45 w 90"/>
                <a:gd name="T29" fmla="*/ 0 h 120"/>
                <a:gd name="T30" fmla="*/ 60 w 90"/>
                <a:gd name="T31" fmla="*/ 74 h 120"/>
                <a:gd name="T32" fmla="*/ 60 w 90"/>
                <a:gd name="T33" fmla="*/ 74 h 120"/>
                <a:gd name="T34" fmla="*/ 59 w 90"/>
                <a:gd name="T35" fmla="*/ 84 h 120"/>
                <a:gd name="T36" fmla="*/ 56 w 90"/>
                <a:gd name="T37" fmla="*/ 88 h 120"/>
                <a:gd name="T38" fmla="*/ 45 w 90"/>
                <a:gd name="T39" fmla="*/ 90 h 120"/>
                <a:gd name="T40" fmla="*/ 38 w 90"/>
                <a:gd name="T41" fmla="*/ 90 h 120"/>
                <a:gd name="T42" fmla="*/ 32 w 90"/>
                <a:gd name="T43" fmla="*/ 87 h 120"/>
                <a:gd name="T44" fmla="*/ 31 w 90"/>
                <a:gd name="T45" fmla="*/ 74 h 120"/>
                <a:gd name="T46" fmla="*/ 33 w 90"/>
                <a:gd name="T47" fmla="*/ 60 h 120"/>
                <a:gd name="T48" fmla="*/ 45 w 90"/>
                <a:gd name="T49" fmla="*/ 40 h 120"/>
                <a:gd name="T50" fmla="*/ 49 w 90"/>
                <a:gd name="T51" fmla="*/ 46 h 120"/>
                <a:gd name="T52" fmla="*/ 57 w 90"/>
                <a:gd name="T53" fmla="*/ 61 h 120"/>
                <a:gd name="T54" fmla="*/ 60 w 90"/>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0" h="120">
                  <a:moveTo>
                    <a:pt x="45" y="0"/>
                  </a:moveTo>
                  <a:lnTo>
                    <a:pt x="45" y="0"/>
                  </a:lnTo>
                  <a:cubicBezTo>
                    <a:pt x="40" y="0"/>
                    <a:pt x="36" y="1"/>
                    <a:pt x="33" y="5"/>
                  </a:cubicBezTo>
                  <a:cubicBezTo>
                    <a:pt x="33" y="5"/>
                    <a:pt x="26" y="15"/>
                    <a:pt x="18" y="28"/>
                  </a:cubicBezTo>
                  <a:cubicBezTo>
                    <a:pt x="14" y="33"/>
                    <a:pt x="9" y="42"/>
                    <a:pt x="7" y="49"/>
                  </a:cubicBezTo>
                  <a:cubicBezTo>
                    <a:pt x="2" y="57"/>
                    <a:pt x="0" y="66"/>
                    <a:pt x="0" y="74"/>
                  </a:cubicBezTo>
                  <a:cubicBezTo>
                    <a:pt x="0" y="82"/>
                    <a:pt x="1" y="90"/>
                    <a:pt x="4" y="95"/>
                  </a:cubicBezTo>
                  <a:cubicBezTo>
                    <a:pt x="7" y="105"/>
                    <a:pt x="14" y="112"/>
                    <a:pt x="22" y="115"/>
                  </a:cubicBezTo>
                  <a:cubicBezTo>
                    <a:pt x="31" y="119"/>
                    <a:pt x="38" y="119"/>
                    <a:pt x="45" y="119"/>
                  </a:cubicBezTo>
                  <a:cubicBezTo>
                    <a:pt x="50" y="119"/>
                    <a:pt x="56" y="119"/>
                    <a:pt x="60" y="118"/>
                  </a:cubicBezTo>
                  <a:cubicBezTo>
                    <a:pt x="68" y="116"/>
                    <a:pt x="77" y="112"/>
                    <a:pt x="82" y="104"/>
                  </a:cubicBezTo>
                  <a:cubicBezTo>
                    <a:pt x="88" y="95"/>
                    <a:pt x="89" y="85"/>
                    <a:pt x="89" y="74"/>
                  </a:cubicBezTo>
                  <a:cubicBezTo>
                    <a:pt x="89" y="66"/>
                    <a:pt x="88" y="57"/>
                    <a:pt x="84" y="49"/>
                  </a:cubicBezTo>
                  <a:cubicBezTo>
                    <a:pt x="74" y="26"/>
                    <a:pt x="57" y="5"/>
                    <a:pt x="57" y="5"/>
                  </a:cubicBezTo>
                  <a:cubicBezTo>
                    <a:pt x="54" y="1"/>
                    <a:pt x="50" y="0"/>
                    <a:pt x="45" y="0"/>
                  </a:cubicBezTo>
                  <a:close/>
                  <a:moveTo>
                    <a:pt x="60" y="74"/>
                  </a:moveTo>
                  <a:lnTo>
                    <a:pt x="60" y="74"/>
                  </a:lnTo>
                  <a:cubicBezTo>
                    <a:pt x="60" y="80"/>
                    <a:pt x="60" y="82"/>
                    <a:pt x="59" y="84"/>
                  </a:cubicBezTo>
                  <a:cubicBezTo>
                    <a:pt x="57" y="87"/>
                    <a:pt x="57" y="87"/>
                    <a:pt x="56" y="88"/>
                  </a:cubicBezTo>
                  <a:cubicBezTo>
                    <a:pt x="54" y="90"/>
                    <a:pt x="50" y="90"/>
                    <a:pt x="45" y="90"/>
                  </a:cubicBezTo>
                  <a:cubicBezTo>
                    <a:pt x="42" y="90"/>
                    <a:pt x="39" y="90"/>
                    <a:pt x="38" y="90"/>
                  </a:cubicBezTo>
                  <a:cubicBezTo>
                    <a:pt x="33" y="88"/>
                    <a:pt x="33" y="88"/>
                    <a:pt x="32" y="87"/>
                  </a:cubicBezTo>
                  <a:cubicBezTo>
                    <a:pt x="32" y="85"/>
                    <a:pt x="31" y="82"/>
                    <a:pt x="31" y="74"/>
                  </a:cubicBezTo>
                  <a:cubicBezTo>
                    <a:pt x="31" y="71"/>
                    <a:pt x="32" y="66"/>
                    <a:pt x="33" y="60"/>
                  </a:cubicBezTo>
                  <a:cubicBezTo>
                    <a:pt x="36" y="53"/>
                    <a:pt x="40" y="46"/>
                    <a:pt x="45" y="40"/>
                  </a:cubicBezTo>
                  <a:cubicBezTo>
                    <a:pt x="46" y="42"/>
                    <a:pt x="47" y="43"/>
                    <a:pt x="49" y="46"/>
                  </a:cubicBezTo>
                  <a:cubicBezTo>
                    <a:pt x="52" y="50"/>
                    <a:pt x="54" y="56"/>
                    <a:pt x="57" y="61"/>
                  </a:cubicBezTo>
                  <a:cubicBezTo>
                    <a:pt x="59" y="67"/>
                    <a:pt x="60" y="71"/>
                    <a:pt x="6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3" name="Freeform 142">
              <a:extLst>
                <a:ext uri="{FF2B5EF4-FFF2-40B4-BE49-F238E27FC236}">
                  <a16:creationId xmlns:a16="http://schemas.microsoft.com/office/drawing/2014/main" id="{0427993A-EC7C-8A18-F8E4-BEED80399F66}"/>
                </a:ext>
              </a:extLst>
            </p:cNvPr>
            <p:cNvSpPr>
              <a:spLocks noChangeArrowheads="1"/>
            </p:cNvSpPr>
            <p:nvPr/>
          </p:nvSpPr>
          <p:spPr bwMode="auto">
            <a:xfrm>
              <a:off x="7832725" y="3081338"/>
              <a:ext cx="33338" cy="42862"/>
            </a:xfrm>
            <a:custGeom>
              <a:avLst/>
              <a:gdLst>
                <a:gd name="T0" fmla="*/ 45 w 91"/>
                <a:gd name="T1" fmla="*/ 0 h 120"/>
                <a:gd name="T2" fmla="*/ 45 w 91"/>
                <a:gd name="T3" fmla="*/ 0 h 120"/>
                <a:gd name="T4" fmla="*/ 34 w 91"/>
                <a:gd name="T5" fmla="*/ 5 h 120"/>
                <a:gd name="T6" fmla="*/ 17 w 91"/>
                <a:gd name="T7" fmla="*/ 28 h 120"/>
                <a:gd name="T8" fmla="*/ 6 w 91"/>
                <a:gd name="T9" fmla="*/ 49 h 120"/>
                <a:gd name="T10" fmla="*/ 0 w 91"/>
                <a:gd name="T11" fmla="*/ 74 h 120"/>
                <a:gd name="T12" fmla="*/ 3 w 91"/>
                <a:gd name="T13" fmla="*/ 95 h 120"/>
                <a:gd name="T14" fmla="*/ 21 w 91"/>
                <a:gd name="T15" fmla="*/ 115 h 120"/>
                <a:gd name="T16" fmla="*/ 45 w 91"/>
                <a:gd name="T17" fmla="*/ 119 h 120"/>
                <a:gd name="T18" fmla="*/ 61 w 91"/>
                <a:gd name="T19" fmla="*/ 118 h 120"/>
                <a:gd name="T20" fmla="*/ 82 w 91"/>
                <a:gd name="T21" fmla="*/ 104 h 120"/>
                <a:gd name="T22" fmla="*/ 90 w 91"/>
                <a:gd name="T23" fmla="*/ 74 h 120"/>
                <a:gd name="T24" fmla="*/ 84 w 91"/>
                <a:gd name="T25" fmla="*/ 49 h 120"/>
                <a:gd name="T26" fmla="*/ 56 w 91"/>
                <a:gd name="T27" fmla="*/ 5 h 120"/>
                <a:gd name="T28" fmla="*/ 45 w 91"/>
                <a:gd name="T29" fmla="*/ 0 h 120"/>
                <a:gd name="T30" fmla="*/ 59 w 91"/>
                <a:gd name="T31" fmla="*/ 74 h 120"/>
                <a:gd name="T32" fmla="*/ 59 w 91"/>
                <a:gd name="T33" fmla="*/ 74 h 120"/>
                <a:gd name="T34" fmla="*/ 58 w 91"/>
                <a:gd name="T35" fmla="*/ 84 h 120"/>
                <a:gd name="T36" fmla="*/ 55 w 91"/>
                <a:gd name="T37" fmla="*/ 88 h 120"/>
                <a:gd name="T38" fmla="*/ 45 w 91"/>
                <a:gd name="T39" fmla="*/ 90 h 120"/>
                <a:gd name="T40" fmla="*/ 37 w 91"/>
                <a:gd name="T41" fmla="*/ 90 h 120"/>
                <a:gd name="T42" fmla="*/ 33 w 91"/>
                <a:gd name="T43" fmla="*/ 87 h 120"/>
                <a:gd name="T44" fmla="*/ 30 w 91"/>
                <a:gd name="T45" fmla="*/ 74 h 120"/>
                <a:gd name="T46" fmla="*/ 34 w 91"/>
                <a:gd name="T47" fmla="*/ 60 h 120"/>
                <a:gd name="T48" fmla="*/ 45 w 91"/>
                <a:gd name="T49" fmla="*/ 40 h 120"/>
                <a:gd name="T50" fmla="*/ 48 w 91"/>
                <a:gd name="T51" fmla="*/ 46 h 120"/>
                <a:gd name="T52" fmla="*/ 56 w 91"/>
                <a:gd name="T53" fmla="*/ 61 h 120"/>
                <a:gd name="T54" fmla="*/ 59 w 91"/>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45" y="0"/>
                  </a:moveTo>
                  <a:lnTo>
                    <a:pt x="45" y="0"/>
                  </a:lnTo>
                  <a:cubicBezTo>
                    <a:pt x="41" y="0"/>
                    <a:pt x="37" y="1"/>
                    <a:pt x="34" y="5"/>
                  </a:cubicBezTo>
                  <a:cubicBezTo>
                    <a:pt x="33" y="5"/>
                    <a:pt x="26" y="15"/>
                    <a:pt x="17" y="28"/>
                  </a:cubicBezTo>
                  <a:cubicBezTo>
                    <a:pt x="13" y="33"/>
                    <a:pt x="9" y="42"/>
                    <a:pt x="6" y="49"/>
                  </a:cubicBezTo>
                  <a:cubicBezTo>
                    <a:pt x="3" y="57"/>
                    <a:pt x="0" y="66"/>
                    <a:pt x="0" y="74"/>
                  </a:cubicBezTo>
                  <a:cubicBezTo>
                    <a:pt x="0" y="82"/>
                    <a:pt x="0" y="90"/>
                    <a:pt x="3" y="95"/>
                  </a:cubicBezTo>
                  <a:cubicBezTo>
                    <a:pt x="7" y="105"/>
                    <a:pt x="14" y="112"/>
                    <a:pt x="21" y="115"/>
                  </a:cubicBezTo>
                  <a:cubicBezTo>
                    <a:pt x="30" y="119"/>
                    <a:pt x="38" y="119"/>
                    <a:pt x="45" y="119"/>
                  </a:cubicBezTo>
                  <a:cubicBezTo>
                    <a:pt x="49" y="119"/>
                    <a:pt x="55" y="119"/>
                    <a:pt x="61" y="118"/>
                  </a:cubicBezTo>
                  <a:cubicBezTo>
                    <a:pt x="68" y="116"/>
                    <a:pt x="76" y="112"/>
                    <a:pt x="82" y="104"/>
                  </a:cubicBezTo>
                  <a:cubicBezTo>
                    <a:pt x="87" y="95"/>
                    <a:pt x="90" y="85"/>
                    <a:pt x="90" y="74"/>
                  </a:cubicBezTo>
                  <a:cubicBezTo>
                    <a:pt x="90" y="66"/>
                    <a:pt x="87" y="57"/>
                    <a:pt x="84" y="49"/>
                  </a:cubicBezTo>
                  <a:cubicBezTo>
                    <a:pt x="75" y="26"/>
                    <a:pt x="56" y="5"/>
                    <a:pt x="56" y="5"/>
                  </a:cubicBezTo>
                  <a:cubicBezTo>
                    <a:pt x="54" y="1"/>
                    <a:pt x="49" y="0"/>
                    <a:pt x="45" y="0"/>
                  </a:cubicBezTo>
                  <a:close/>
                  <a:moveTo>
                    <a:pt x="59" y="74"/>
                  </a:moveTo>
                  <a:lnTo>
                    <a:pt x="59" y="74"/>
                  </a:lnTo>
                  <a:cubicBezTo>
                    <a:pt x="59" y="80"/>
                    <a:pt x="59" y="82"/>
                    <a:pt x="58" y="84"/>
                  </a:cubicBezTo>
                  <a:cubicBezTo>
                    <a:pt x="58" y="87"/>
                    <a:pt x="56" y="87"/>
                    <a:pt x="55" y="88"/>
                  </a:cubicBezTo>
                  <a:cubicBezTo>
                    <a:pt x="54" y="90"/>
                    <a:pt x="49" y="90"/>
                    <a:pt x="45" y="90"/>
                  </a:cubicBezTo>
                  <a:cubicBezTo>
                    <a:pt x="41" y="90"/>
                    <a:pt x="38" y="90"/>
                    <a:pt x="37" y="90"/>
                  </a:cubicBezTo>
                  <a:cubicBezTo>
                    <a:pt x="34" y="88"/>
                    <a:pt x="33" y="88"/>
                    <a:pt x="33" y="87"/>
                  </a:cubicBezTo>
                  <a:cubicBezTo>
                    <a:pt x="31" y="85"/>
                    <a:pt x="30" y="82"/>
                    <a:pt x="30" y="74"/>
                  </a:cubicBezTo>
                  <a:cubicBezTo>
                    <a:pt x="30" y="71"/>
                    <a:pt x="31" y="66"/>
                    <a:pt x="34" y="60"/>
                  </a:cubicBezTo>
                  <a:cubicBezTo>
                    <a:pt x="37" y="53"/>
                    <a:pt x="41" y="46"/>
                    <a:pt x="45" y="40"/>
                  </a:cubicBezTo>
                  <a:cubicBezTo>
                    <a:pt x="47" y="42"/>
                    <a:pt x="47" y="43"/>
                    <a:pt x="48" y="46"/>
                  </a:cubicBezTo>
                  <a:cubicBezTo>
                    <a:pt x="52" y="50"/>
                    <a:pt x="55" y="56"/>
                    <a:pt x="56" y="61"/>
                  </a:cubicBezTo>
                  <a:cubicBezTo>
                    <a:pt x="59" y="67"/>
                    <a:pt x="59" y="71"/>
                    <a:pt x="59"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3">
              <a:extLst>
                <a:ext uri="{FF2B5EF4-FFF2-40B4-BE49-F238E27FC236}">
                  <a16:creationId xmlns:a16="http://schemas.microsoft.com/office/drawing/2014/main" id="{ADFA12EB-53A1-DF52-2D71-A33F708C9EDC}"/>
                </a:ext>
              </a:extLst>
            </p:cNvPr>
            <p:cNvSpPr>
              <a:spLocks noChangeArrowheads="1"/>
            </p:cNvSpPr>
            <p:nvPr/>
          </p:nvSpPr>
          <p:spPr bwMode="auto">
            <a:xfrm>
              <a:off x="7897813" y="3081338"/>
              <a:ext cx="33337" cy="42862"/>
            </a:xfrm>
            <a:custGeom>
              <a:avLst/>
              <a:gdLst>
                <a:gd name="T0" fmla="*/ 21 w 91"/>
                <a:gd name="T1" fmla="*/ 115 h 120"/>
                <a:gd name="T2" fmla="*/ 21 w 91"/>
                <a:gd name="T3" fmla="*/ 115 h 120"/>
                <a:gd name="T4" fmla="*/ 45 w 91"/>
                <a:gd name="T5" fmla="*/ 119 h 120"/>
                <a:gd name="T6" fmla="*/ 60 w 91"/>
                <a:gd name="T7" fmla="*/ 118 h 120"/>
                <a:gd name="T8" fmla="*/ 81 w 91"/>
                <a:gd name="T9" fmla="*/ 104 h 120"/>
                <a:gd name="T10" fmla="*/ 90 w 91"/>
                <a:gd name="T11" fmla="*/ 74 h 120"/>
                <a:gd name="T12" fmla="*/ 84 w 91"/>
                <a:gd name="T13" fmla="*/ 49 h 120"/>
                <a:gd name="T14" fmla="*/ 56 w 91"/>
                <a:gd name="T15" fmla="*/ 5 h 120"/>
                <a:gd name="T16" fmla="*/ 45 w 91"/>
                <a:gd name="T17" fmla="*/ 0 h 120"/>
                <a:gd name="T18" fmla="*/ 34 w 91"/>
                <a:gd name="T19" fmla="*/ 5 h 120"/>
                <a:gd name="T20" fmla="*/ 17 w 91"/>
                <a:gd name="T21" fmla="*/ 28 h 120"/>
                <a:gd name="T22" fmla="*/ 6 w 91"/>
                <a:gd name="T23" fmla="*/ 49 h 120"/>
                <a:gd name="T24" fmla="*/ 0 w 91"/>
                <a:gd name="T25" fmla="*/ 74 h 120"/>
                <a:gd name="T26" fmla="*/ 3 w 91"/>
                <a:gd name="T27" fmla="*/ 95 h 120"/>
                <a:gd name="T28" fmla="*/ 21 w 91"/>
                <a:gd name="T29" fmla="*/ 115 h 120"/>
                <a:gd name="T30" fmla="*/ 34 w 91"/>
                <a:gd name="T31" fmla="*/ 60 h 120"/>
                <a:gd name="T32" fmla="*/ 34 w 91"/>
                <a:gd name="T33" fmla="*/ 60 h 120"/>
                <a:gd name="T34" fmla="*/ 45 w 91"/>
                <a:gd name="T35" fmla="*/ 40 h 120"/>
                <a:gd name="T36" fmla="*/ 48 w 91"/>
                <a:gd name="T37" fmla="*/ 46 h 120"/>
                <a:gd name="T38" fmla="*/ 56 w 91"/>
                <a:gd name="T39" fmla="*/ 61 h 120"/>
                <a:gd name="T40" fmla="*/ 59 w 91"/>
                <a:gd name="T41" fmla="*/ 74 h 120"/>
                <a:gd name="T42" fmla="*/ 58 w 91"/>
                <a:gd name="T43" fmla="*/ 84 h 120"/>
                <a:gd name="T44" fmla="*/ 55 w 91"/>
                <a:gd name="T45" fmla="*/ 88 h 120"/>
                <a:gd name="T46" fmla="*/ 45 w 91"/>
                <a:gd name="T47" fmla="*/ 90 h 120"/>
                <a:gd name="T48" fmla="*/ 36 w 91"/>
                <a:gd name="T49" fmla="*/ 90 h 120"/>
                <a:gd name="T50" fmla="*/ 32 w 91"/>
                <a:gd name="T51" fmla="*/ 87 h 120"/>
                <a:gd name="T52" fmla="*/ 29 w 91"/>
                <a:gd name="T53" fmla="*/ 74 h 120"/>
                <a:gd name="T54" fmla="*/ 34 w 91"/>
                <a:gd name="T55" fmla="*/ 6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21" y="115"/>
                  </a:moveTo>
                  <a:lnTo>
                    <a:pt x="21" y="115"/>
                  </a:lnTo>
                  <a:cubicBezTo>
                    <a:pt x="29" y="119"/>
                    <a:pt x="38" y="119"/>
                    <a:pt x="45" y="119"/>
                  </a:cubicBezTo>
                  <a:cubicBezTo>
                    <a:pt x="49" y="119"/>
                    <a:pt x="55" y="119"/>
                    <a:pt x="60" y="118"/>
                  </a:cubicBezTo>
                  <a:cubicBezTo>
                    <a:pt x="67" y="116"/>
                    <a:pt x="76" y="112"/>
                    <a:pt x="81" y="104"/>
                  </a:cubicBezTo>
                  <a:cubicBezTo>
                    <a:pt x="87" y="95"/>
                    <a:pt x="90" y="85"/>
                    <a:pt x="90" y="74"/>
                  </a:cubicBezTo>
                  <a:cubicBezTo>
                    <a:pt x="90" y="66"/>
                    <a:pt x="87" y="57"/>
                    <a:pt x="84" y="49"/>
                  </a:cubicBezTo>
                  <a:cubicBezTo>
                    <a:pt x="74" y="26"/>
                    <a:pt x="56" y="5"/>
                    <a:pt x="56" y="5"/>
                  </a:cubicBezTo>
                  <a:cubicBezTo>
                    <a:pt x="53" y="1"/>
                    <a:pt x="49" y="0"/>
                    <a:pt x="45" y="0"/>
                  </a:cubicBezTo>
                  <a:cubicBezTo>
                    <a:pt x="41" y="0"/>
                    <a:pt x="36" y="1"/>
                    <a:pt x="34" y="5"/>
                  </a:cubicBezTo>
                  <a:cubicBezTo>
                    <a:pt x="32" y="5"/>
                    <a:pt x="25" y="15"/>
                    <a:pt x="17" y="28"/>
                  </a:cubicBezTo>
                  <a:cubicBezTo>
                    <a:pt x="13" y="33"/>
                    <a:pt x="8" y="42"/>
                    <a:pt x="6" y="49"/>
                  </a:cubicBezTo>
                  <a:cubicBezTo>
                    <a:pt x="3" y="57"/>
                    <a:pt x="0" y="66"/>
                    <a:pt x="0" y="74"/>
                  </a:cubicBezTo>
                  <a:cubicBezTo>
                    <a:pt x="0" y="82"/>
                    <a:pt x="0" y="90"/>
                    <a:pt x="3" y="95"/>
                  </a:cubicBezTo>
                  <a:cubicBezTo>
                    <a:pt x="7" y="105"/>
                    <a:pt x="14" y="112"/>
                    <a:pt x="21" y="115"/>
                  </a:cubicBezTo>
                  <a:close/>
                  <a:moveTo>
                    <a:pt x="34" y="60"/>
                  </a:moveTo>
                  <a:lnTo>
                    <a:pt x="34" y="60"/>
                  </a:lnTo>
                  <a:cubicBezTo>
                    <a:pt x="36" y="53"/>
                    <a:pt x="41" y="46"/>
                    <a:pt x="45" y="40"/>
                  </a:cubicBezTo>
                  <a:cubicBezTo>
                    <a:pt x="46" y="42"/>
                    <a:pt x="46" y="43"/>
                    <a:pt x="48" y="46"/>
                  </a:cubicBezTo>
                  <a:cubicBezTo>
                    <a:pt x="52" y="50"/>
                    <a:pt x="55" y="56"/>
                    <a:pt x="56" y="61"/>
                  </a:cubicBezTo>
                  <a:cubicBezTo>
                    <a:pt x="59" y="67"/>
                    <a:pt x="59" y="71"/>
                    <a:pt x="59" y="74"/>
                  </a:cubicBezTo>
                  <a:cubicBezTo>
                    <a:pt x="59" y="80"/>
                    <a:pt x="59" y="82"/>
                    <a:pt x="58" y="84"/>
                  </a:cubicBezTo>
                  <a:cubicBezTo>
                    <a:pt x="58" y="87"/>
                    <a:pt x="56" y="87"/>
                    <a:pt x="55" y="88"/>
                  </a:cubicBezTo>
                  <a:cubicBezTo>
                    <a:pt x="53" y="90"/>
                    <a:pt x="49" y="90"/>
                    <a:pt x="45" y="90"/>
                  </a:cubicBezTo>
                  <a:cubicBezTo>
                    <a:pt x="41" y="90"/>
                    <a:pt x="38" y="90"/>
                    <a:pt x="36" y="90"/>
                  </a:cubicBezTo>
                  <a:cubicBezTo>
                    <a:pt x="34" y="88"/>
                    <a:pt x="32" y="88"/>
                    <a:pt x="32" y="87"/>
                  </a:cubicBezTo>
                  <a:cubicBezTo>
                    <a:pt x="31" y="85"/>
                    <a:pt x="29" y="82"/>
                    <a:pt x="29" y="74"/>
                  </a:cubicBezTo>
                  <a:cubicBezTo>
                    <a:pt x="29" y="71"/>
                    <a:pt x="31" y="66"/>
                    <a:pt x="34"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5" name="Freeform 144">
              <a:extLst>
                <a:ext uri="{FF2B5EF4-FFF2-40B4-BE49-F238E27FC236}">
                  <a16:creationId xmlns:a16="http://schemas.microsoft.com/office/drawing/2014/main" id="{48169DBA-25BF-BDD9-F15C-35D9ED059CCB}"/>
                </a:ext>
              </a:extLst>
            </p:cNvPr>
            <p:cNvSpPr>
              <a:spLocks noChangeArrowheads="1"/>
            </p:cNvSpPr>
            <p:nvPr/>
          </p:nvSpPr>
          <p:spPr bwMode="auto">
            <a:xfrm>
              <a:off x="7724775" y="3135313"/>
              <a:ext cx="238125" cy="182562"/>
            </a:xfrm>
            <a:custGeom>
              <a:avLst/>
              <a:gdLst>
                <a:gd name="T0" fmla="*/ 0 w 661"/>
                <a:gd name="T1" fmla="*/ 494 h 509"/>
                <a:gd name="T2" fmla="*/ 31 w 661"/>
                <a:gd name="T3" fmla="*/ 494 h 509"/>
                <a:gd name="T4" fmla="*/ 31 w 661"/>
                <a:gd name="T5" fmla="*/ 331 h 509"/>
                <a:gd name="T6" fmla="*/ 74 w 661"/>
                <a:gd name="T7" fmla="*/ 365 h 509"/>
                <a:gd name="T8" fmla="*/ 178 w 661"/>
                <a:gd name="T9" fmla="*/ 371 h 509"/>
                <a:gd name="T10" fmla="*/ 241 w 661"/>
                <a:gd name="T11" fmla="*/ 326 h 509"/>
                <a:gd name="T12" fmla="*/ 302 w 661"/>
                <a:gd name="T13" fmla="*/ 330 h 509"/>
                <a:gd name="T14" fmla="*/ 368 w 661"/>
                <a:gd name="T15" fmla="*/ 375 h 509"/>
                <a:gd name="T16" fmla="*/ 453 w 661"/>
                <a:gd name="T17" fmla="*/ 371 h 509"/>
                <a:gd name="T18" fmla="*/ 516 w 661"/>
                <a:gd name="T19" fmla="*/ 326 h 509"/>
                <a:gd name="T20" fmla="*/ 573 w 661"/>
                <a:gd name="T21" fmla="*/ 327 h 509"/>
                <a:gd name="T22" fmla="*/ 629 w 661"/>
                <a:gd name="T23" fmla="*/ 368 h 509"/>
                <a:gd name="T24" fmla="*/ 644 w 661"/>
                <a:gd name="T25" fmla="*/ 508 h 509"/>
                <a:gd name="T26" fmla="*/ 660 w 661"/>
                <a:gd name="T27" fmla="*/ 225 h 509"/>
                <a:gd name="T28" fmla="*/ 539 w 661"/>
                <a:gd name="T29" fmla="*/ 119 h 509"/>
                <a:gd name="T30" fmla="*/ 525 w 661"/>
                <a:gd name="T31" fmla="*/ 0 h 509"/>
                <a:gd name="T32" fmla="*/ 509 w 661"/>
                <a:gd name="T33" fmla="*/ 119 h 509"/>
                <a:gd name="T34" fmla="*/ 359 w 661"/>
                <a:gd name="T35" fmla="*/ 14 h 509"/>
                <a:gd name="T36" fmla="*/ 330 w 661"/>
                <a:gd name="T37" fmla="*/ 14 h 509"/>
                <a:gd name="T38" fmla="*/ 150 w 661"/>
                <a:gd name="T39" fmla="*/ 119 h 509"/>
                <a:gd name="T40" fmla="*/ 135 w 661"/>
                <a:gd name="T41" fmla="*/ 0 h 509"/>
                <a:gd name="T42" fmla="*/ 121 w 661"/>
                <a:gd name="T43" fmla="*/ 119 h 509"/>
                <a:gd name="T44" fmla="*/ 0 w 661"/>
                <a:gd name="T45" fmla="*/ 225 h 509"/>
                <a:gd name="T46" fmla="*/ 52 w 661"/>
                <a:gd name="T47" fmla="*/ 171 h 509"/>
                <a:gd name="T48" fmla="*/ 105 w 661"/>
                <a:gd name="T49" fmla="*/ 149 h 509"/>
                <a:gd name="T50" fmla="*/ 608 w 661"/>
                <a:gd name="T51" fmla="*/ 171 h 509"/>
                <a:gd name="T52" fmla="*/ 629 w 661"/>
                <a:gd name="T53" fmla="*/ 331 h 509"/>
                <a:gd name="T54" fmla="*/ 582 w 661"/>
                <a:gd name="T55" fmla="*/ 299 h 509"/>
                <a:gd name="T56" fmla="*/ 497 w 661"/>
                <a:gd name="T57" fmla="*/ 303 h 509"/>
                <a:gd name="T58" fmla="*/ 434 w 661"/>
                <a:gd name="T59" fmla="*/ 347 h 509"/>
                <a:gd name="T60" fmla="*/ 372 w 661"/>
                <a:gd name="T61" fmla="*/ 344 h 509"/>
                <a:gd name="T62" fmla="*/ 306 w 661"/>
                <a:gd name="T63" fmla="*/ 298 h 509"/>
                <a:gd name="T64" fmla="*/ 220 w 661"/>
                <a:gd name="T65" fmla="*/ 303 h 509"/>
                <a:gd name="T66" fmla="*/ 158 w 661"/>
                <a:gd name="T67" fmla="*/ 347 h 509"/>
                <a:gd name="T68" fmla="*/ 101 w 661"/>
                <a:gd name="T69" fmla="*/ 347 h 509"/>
                <a:gd name="T70" fmla="*/ 31 w 661"/>
                <a:gd name="T71" fmla="*/ 299 h 509"/>
                <a:gd name="T72" fmla="*/ 52 w 661"/>
                <a:gd name="T73" fmla="*/ 171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61" h="509">
                  <a:moveTo>
                    <a:pt x="0" y="494"/>
                  </a:moveTo>
                  <a:lnTo>
                    <a:pt x="0" y="494"/>
                  </a:lnTo>
                  <a:cubicBezTo>
                    <a:pt x="0" y="503"/>
                    <a:pt x="7" y="508"/>
                    <a:pt x="15" y="508"/>
                  </a:cubicBezTo>
                  <a:cubicBezTo>
                    <a:pt x="24" y="508"/>
                    <a:pt x="31" y="503"/>
                    <a:pt x="31" y="494"/>
                  </a:cubicBezTo>
                  <a:lnTo>
                    <a:pt x="31" y="494"/>
                  </a:lnTo>
                  <a:cubicBezTo>
                    <a:pt x="31" y="331"/>
                    <a:pt x="31" y="331"/>
                    <a:pt x="31" y="331"/>
                  </a:cubicBezTo>
                  <a:cubicBezTo>
                    <a:pt x="33" y="333"/>
                    <a:pt x="36" y="335"/>
                    <a:pt x="40" y="338"/>
                  </a:cubicBezTo>
                  <a:cubicBezTo>
                    <a:pt x="50" y="345"/>
                    <a:pt x="60" y="357"/>
                    <a:pt x="74" y="365"/>
                  </a:cubicBezTo>
                  <a:cubicBezTo>
                    <a:pt x="88" y="375"/>
                    <a:pt x="106" y="382"/>
                    <a:pt x="130" y="382"/>
                  </a:cubicBezTo>
                  <a:cubicBezTo>
                    <a:pt x="150" y="382"/>
                    <a:pt x="165" y="378"/>
                    <a:pt x="178" y="371"/>
                  </a:cubicBezTo>
                  <a:cubicBezTo>
                    <a:pt x="198" y="361"/>
                    <a:pt x="209" y="347"/>
                    <a:pt x="222" y="337"/>
                  </a:cubicBezTo>
                  <a:cubicBezTo>
                    <a:pt x="229" y="333"/>
                    <a:pt x="234" y="328"/>
                    <a:pt x="241" y="326"/>
                  </a:cubicBezTo>
                  <a:cubicBezTo>
                    <a:pt x="248" y="323"/>
                    <a:pt x="257" y="321"/>
                    <a:pt x="268" y="321"/>
                  </a:cubicBezTo>
                  <a:cubicBezTo>
                    <a:pt x="283" y="321"/>
                    <a:pt x="293" y="324"/>
                    <a:pt x="302" y="330"/>
                  </a:cubicBezTo>
                  <a:cubicBezTo>
                    <a:pt x="316" y="335"/>
                    <a:pt x="326" y="348"/>
                    <a:pt x="341" y="359"/>
                  </a:cubicBezTo>
                  <a:cubicBezTo>
                    <a:pt x="349" y="365"/>
                    <a:pt x="358" y="371"/>
                    <a:pt x="368" y="375"/>
                  </a:cubicBezTo>
                  <a:cubicBezTo>
                    <a:pt x="379" y="379"/>
                    <a:pt x="392" y="382"/>
                    <a:pt x="406" y="382"/>
                  </a:cubicBezTo>
                  <a:cubicBezTo>
                    <a:pt x="425" y="382"/>
                    <a:pt x="441" y="378"/>
                    <a:pt x="453" y="371"/>
                  </a:cubicBezTo>
                  <a:cubicBezTo>
                    <a:pt x="473" y="361"/>
                    <a:pt x="486" y="347"/>
                    <a:pt x="497" y="337"/>
                  </a:cubicBezTo>
                  <a:cubicBezTo>
                    <a:pt x="504" y="333"/>
                    <a:pt x="509" y="328"/>
                    <a:pt x="516" y="326"/>
                  </a:cubicBezTo>
                  <a:cubicBezTo>
                    <a:pt x="525" y="323"/>
                    <a:pt x="533" y="321"/>
                    <a:pt x="545" y="321"/>
                  </a:cubicBezTo>
                  <a:cubicBezTo>
                    <a:pt x="556" y="321"/>
                    <a:pt x="564" y="323"/>
                    <a:pt x="573" y="327"/>
                  </a:cubicBezTo>
                  <a:cubicBezTo>
                    <a:pt x="582" y="331"/>
                    <a:pt x="592" y="338"/>
                    <a:pt x="602" y="347"/>
                  </a:cubicBezTo>
                  <a:cubicBezTo>
                    <a:pt x="609" y="354"/>
                    <a:pt x="618" y="361"/>
                    <a:pt x="629" y="368"/>
                  </a:cubicBezTo>
                  <a:cubicBezTo>
                    <a:pt x="629" y="494"/>
                    <a:pt x="629" y="494"/>
                    <a:pt x="629" y="494"/>
                  </a:cubicBezTo>
                  <a:cubicBezTo>
                    <a:pt x="629" y="503"/>
                    <a:pt x="636" y="508"/>
                    <a:pt x="644" y="508"/>
                  </a:cubicBezTo>
                  <a:cubicBezTo>
                    <a:pt x="653" y="508"/>
                    <a:pt x="660" y="503"/>
                    <a:pt x="660" y="494"/>
                  </a:cubicBezTo>
                  <a:cubicBezTo>
                    <a:pt x="660" y="225"/>
                    <a:pt x="660" y="225"/>
                    <a:pt x="660" y="225"/>
                  </a:cubicBezTo>
                  <a:cubicBezTo>
                    <a:pt x="660" y="167"/>
                    <a:pt x="612" y="119"/>
                    <a:pt x="554" y="119"/>
                  </a:cubicBezTo>
                  <a:cubicBezTo>
                    <a:pt x="539" y="119"/>
                    <a:pt x="539" y="119"/>
                    <a:pt x="539" y="119"/>
                  </a:cubicBezTo>
                  <a:cubicBezTo>
                    <a:pt x="539" y="14"/>
                    <a:pt x="539" y="14"/>
                    <a:pt x="539" y="14"/>
                  </a:cubicBezTo>
                  <a:cubicBezTo>
                    <a:pt x="539" y="7"/>
                    <a:pt x="533" y="0"/>
                    <a:pt x="525" y="0"/>
                  </a:cubicBezTo>
                  <a:cubicBezTo>
                    <a:pt x="516" y="0"/>
                    <a:pt x="509" y="7"/>
                    <a:pt x="509" y="14"/>
                  </a:cubicBezTo>
                  <a:cubicBezTo>
                    <a:pt x="509" y="119"/>
                    <a:pt x="509" y="119"/>
                    <a:pt x="509" y="119"/>
                  </a:cubicBezTo>
                  <a:cubicBezTo>
                    <a:pt x="359" y="119"/>
                    <a:pt x="359" y="119"/>
                    <a:pt x="359" y="119"/>
                  </a:cubicBezTo>
                  <a:cubicBezTo>
                    <a:pt x="359" y="14"/>
                    <a:pt x="359" y="14"/>
                    <a:pt x="359" y="14"/>
                  </a:cubicBezTo>
                  <a:cubicBezTo>
                    <a:pt x="359" y="7"/>
                    <a:pt x="354" y="0"/>
                    <a:pt x="345" y="0"/>
                  </a:cubicBezTo>
                  <a:cubicBezTo>
                    <a:pt x="337" y="0"/>
                    <a:pt x="330" y="7"/>
                    <a:pt x="330" y="14"/>
                  </a:cubicBezTo>
                  <a:cubicBezTo>
                    <a:pt x="330" y="119"/>
                    <a:pt x="330" y="119"/>
                    <a:pt x="330" y="119"/>
                  </a:cubicBezTo>
                  <a:cubicBezTo>
                    <a:pt x="150" y="119"/>
                    <a:pt x="150" y="119"/>
                    <a:pt x="150" y="119"/>
                  </a:cubicBezTo>
                  <a:cubicBezTo>
                    <a:pt x="150" y="14"/>
                    <a:pt x="150" y="14"/>
                    <a:pt x="150" y="14"/>
                  </a:cubicBezTo>
                  <a:cubicBezTo>
                    <a:pt x="150" y="7"/>
                    <a:pt x="143" y="0"/>
                    <a:pt x="135" y="0"/>
                  </a:cubicBezTo>
                  <a:cubicBezTo>
                    <a:pt x="128" y="0"/>
                    <a:pt x="121" y="7"/>
                    <a:pt x="121" y="14"/>
                  </a:cubicBezTo>
                  <a:cubicBezTo>
                    <a:pt x="121" y="119"/>
                    <a:pt x="121" y="119"/>
                    <a:pt x="121" y="119"/>
                  </a:cubicBezTo>
                  <a:cubicBezTo>
                    <a:pt x="105" y="119"/>
                    <a:pt x="105" y="119"/>
                    <a:pt x="105" y="119"/>
                  </a:cubicBezTo>
                  <a:cubicBezTo>
                    <a:pt x="48" y="119"/>
                    <a:pt x="0" y="167"/>
                    <a:pt x="0" y="225"/>
                  </a:cubicBezTo>
                  <a:lnTo>
                    <a:pt x="0" y="494"/>
                  </a:lnTo>
                  <a:close/>
                  <a:moveTo>
                    <a:pt x="52" y="171"/>
                  </a:moveTo>
                  <a:lnTo>
                    <a:pt x="52" y="171"/>
                  </a:lnTo>
                  <a:cubicBezTo>
                    <a:pt x="66" y="157"/>
                    <a:pt x="84" y="149"/>
                    <a:pt x="105" y="149"/>
                  </a:cubicBezTo>
                  <a:cubicBezTo>
                    <a:pt x="554" y="149"/>
                    <a:pt x="554" y="149"/>
                    <a:pt x="554" y="149"/>
                  </a:cubicBezTo>
                  <a:cubicBezTo>
                    <a:pt x="575" y="149"/>
                    <a:pt x="594" y="157"/>
                    <a:pt x="608" y="171"/>
                  </a:cubicBezTo>
                  <a:cubicBezTo>
                    <a:pt x="620" y="185"/>
                    <a:pt x="629" y="203"/>
                    <a:pt x="629" y="225"/>
                  </a:cubicBezTo>
                  <a:cubicBezTo>
                    <a:pt x="629" y="331"/>
                    <a:pt x="629" y="331"/>
                    <a:pt x="629" y="331"/>
                  </a:cubicBezTo>
                  <a:cubicBezTo>
                    <a:pt x="623" y="326"/>
                    <a:pt x="618" y="320"/>
                    <a:pt x="611" y="314"/>
                  </a:cubicBezTo>
                  <a:cubicBezTo>
                    <a:pt x="602" y="309"/>
                    <a:pt x="594" y="303"/>
                    <a:pt x="582" y="299"/>
                  </a:cubicBezTo>
                  <a:cubicBezTo>
                    <a:pt x="573" y="295"/>
                    <a:pt x="559" y="292"/>
                    <a:pt x="545" y="292"/>
                  </a:cubicBezTo>
                  <a:cubicBezTo>
                    <a:pt x="525" y="292"/>
                    <a:pt x="509" y="296"/>
                    <a:pt x="497" y="303"/>
                  </a:cubicBezTo>
                  <a:cubicBezTo>
                    <a:pt x="477" y="313"/>
                    <a:pt x="465" y="327"/>
                    <a:pt x="453" y="335"/>
                  </a:cubicBezTo>
                  <a:cubicBezTo>
                    <a:pt x="446" y="340"/>
                    <a:pt x="441" y="344"/>
                    <a:pt x="434" y="347"/>
                  </a:cubicBezTo>
                  <a:cubicBezTo>
                    <a:pt x="425" y="350"/>
                    <a:pt x="417" y="351"/>
                    <a:pt x="406" y="351"/>
                  </a:cubicBezTo>
                  <a:cubicBezTo>
                    <a:pt x="392" y="351"/>
                    <a:pt x="380" y="348"/>
                    <a:pt x="372" y="344"/>
                  </a:cubicBezTo>
                  <a:cubicBezTo>
                    <a:pt x="359" y="337"/>
                    <a:pt x="348" y="326"/>
                    <a:pt x="333" y="313"/>
                  </a:cubicBezTo>
                  <a:cubicBezTo>
                    <a:pt x="326" y="307"/>
                    <a:pt x="317" y="302"/>
                    <a:pt x="306" y="298"/>
                  </a:cubicBezTo>
                  <a:cubicBezTo>
                    <a:pt x="296" y="293"/>
                    <a:pt x="283" y="292"/>
                    <a:pt x="268" y="292"/>
                  </a:cubicBezTo>
                  <a:cubicBezTo>
                    <a:pt x="250" y="292"/>
                    <a:pt x="233" y="296"/>
                    <a:pt x="220" y="303"/>
                  </a:cubicBezTo>
                  <a:cubicBezTo>
                    <a:pt x="202" y="313"/>
                    <a:pt x="189" y="327"/>
                    <a:pt x="177" y="335"/>
                  </a:cubicBezTo>
                  <a:cubicBezTo>
                    <a:pt x="171" y="340"/>
                    <a:pt x="165" y="344"/>
                    <a:pt x="158" y="347"/>
                  </a:cubicBezTo>
                  <a:cubicBezTo>
                    <a:pt x="150" y="350"/>
                    <a:pt x="142" y="351"/>
                    <a:pt x="130" y="351"/>
                  </a:cubicBezTo>
                  <a:cubicBezTo>
                    <a:pt x="118" y="351"/>
                    <a:pt x="109" y="350"/>
                    <a:pt x="101" y="347"/>
                  </a:cubicBezTo>
                  <a:cubicBezTo>
                    <a:pt x="90" y="341"/>
                    <a:pt x="81" y="333"/>
                    <a:pt x="70" y="324"/>
                  </a:cubicBezTo>
                  <a:cubicBezTo>
                    <a:pt x="60" y="314"/>
                    <a:pt x="48" y="305"/>
                    <a:pt x="31" y="299"/>
                  </a:cubicBezTo>
                  <a:cubicBezTo>
                    <a:pt x="31" y="225"/>
                    <a:pt x="31" y="225"/>
                    <a:pt x="31" y="225"/>
                  </a:cubicBezTo>
                  <a:cubicBezTo>
                    <a:pt x="31" y="203"/>
                    <a:pt x="39" y="185"/>
                    <a:pt x="52" y="1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5">
              <a:extLst>
                <a:ext uri="{FF2B5EF4-FFF2-40B4-BE49-F238E27FC236}">
                  <a16:creationId xmlns:a16="http://schemas.microsoft.com/office/drawing/2014/main" id="{7B143BED-C262-2CDC-4C6C-727C86368DC2}"/>
                </a:ext>
              </a:extLst>
            </p:cNvPr>
            <p:cNvSpPr>
              <a:spLocks noChangeArrowheads="1"/>
            </p:cNvSpPr>
            <p:nvPr/>
          </p:nvSpPr>
          <p:spPr bwMode="auto">
            <a:xfrm>
              <a:off x="7713663" y="3328988"/>
              <a:ext cx="258762" cy="11112"/>
            </a:xfrm>
            <a:custGeom>
              <a:avLst/>
              <a:gdLst>
                <a:gd name="T0" fmla="*/ 719 w 720"/>
                <a:gd name="T1" fmla="*/ 14 h 31"/>
                <a:gd name="T2" fmla="*/ 719 w 720"/>
                <a:gd name="T3" fmla="*/ 14 h 31"/>
                <a:gd name="T4" fmla="*/ 704 w 720"/>
                <a:gd name="T5" fmla="*/ 0 h 31"/>
                <a:gd name="T6" fmla="*/ 16 w 720"/>
                <a:gd name="T7" fmla="*/ 0 h 31"/>
                <a:gd name="T8" fmla="*/ 0 w 720"/>
                <a:gd name="T9" fmla="*/ 14 h 31"/>
                <a:gd name="T10" fmla="*/ 16 w 720"/>
                <a:gd name="T11" fmla="*/ 30 h 31"/>
                <a:gd name="T12" fmla="*/ 704 w 720"/>
                <a:gd name="T13" fmla="*/ 30 h 31"/>
                <a:gd name="T14" fmla="*/ 719 w 72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0" h="31">
                  <a:moveTo>
                    <a:pt x="719" y="14"/>
                  </a:moveTo>
                  <a:lnTo>
                    <a:pt x="719" y="14"/>
                  </a:lnTo>
                  <a:cubicBezTo>
                    <a:pt x="719" y="7"/>
                    <a:pt x="712" y="0"/>
                    <a:pt x="704" y="0"/>
                  </a:cubicBezTo>
                  <a:cubicBezTo>
                    <a:pt x="16" y="0"/>
                    <a:pt x="16" y="0"/>
                    <a:pt x="16" y="0"/>
                  </a:cubicBezTo>
                  <a:cubicBezTo>
                    <a:pt x="7" y="0"/>
                    <a:pt x="0" y="7"/>
                    <a:pt x="0" y="14"/>
                  </a:cubicBezTo>
                  <a:cubicBezTo>
                    <a:pt x="0" y="22"/>
                    <a:pt x="7" y="30"/>
                    <a:pt x="16" y="30"/>
                  </a:cubicBezTo>
                  <a:cubicBezTo>
                    <a:pt x="704" y="30"/>
                    <a:pt x="704" y="30"/>
                    <a:pt x="704" y="30"/>
                  </a:cubicBezTo>
                  <a:cubicBezTo>
                    <a:pt x="712" y="30"/>
                    <a:pt x="719" y="22"/>
                    <a:pt x="71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7" name="Group 180">
            <a:extLst>
              <a:ext uri="{FF2B5EF4-FFF2-40B4-BE49-F238E27FC236}">
                <a16:creationId xmlns:a16="http://schemas.microsoft.com/office/drawing/2014/main" id="{A710C26B-4F43-4185-BB34-64830E99853E}"/>
              </a:ext>
            </a:extLst>
          </p:cNvPr>
          <p:cNvGrpSpPr/>
          <p:nvPr/>
        </p:nvGrpSpPr>
        <p:grpSpPr>
          <a:xfrm>
            <a:off x="9270603" y="1342107"/>
            <a:ext cx="254000" cy="254000"/>
            <a:chOff x="8234363" y="3122613"/>
            <a:chExt cx="254000" cy="254000"/>
          </a:xfrm>
          <a:solidFill>
            <a:schemeClr val="tx2"/>
          </a:solidFill>
        </p:grpSpPr>
        <p:sp>
          <p:nvSpPr>
            <p:cNvPr id="178" name="Freeform 146">
              <a:extLst>
                <a:ext uri="{FF2B5EF4-FFF2-40B4-BE49-F238E27FC236}">
                  <a16:creationId xmlns:a16="http://schemas.microsoft.com/office/drawing/2014/main" id="{1B11D070-9227-1FCC-A74D-33995623B6BF}"/>
                </a:ext>
              </a:extLst>
            </p:cNvPr>
            <p:cNvSpPr>
              <a:spLocks noChangeArrowheads="1"/>
            </p:cNvSpPr>
            <p:nvPr/>
          </p:nvSpPr>
          <p:spPr bwMode="auto">
            <a:xfrm>
              <a:off x="8234363" y="3122613"/>
              <a:ext cx="254000" cy="254000"/>
            </a:xfrm>
            <a:custGeom>
              <a:avLst/>
              <a:gdLst>
                <a:gd name="T0" fmla="*/ 174 w 704"/>
                <a:gd name="T1" fmla="*/ 2 h 705"/>
                <a:gd name="T2" fmla="*/ 174 w 704"/>
                <a:gd name="T3" fmla="*/ 2 h 705"/>
                <a:gd name="T4" fmla="*/ 156 w 704"/>
                <a:gd name="T5" fmla="*/ 13 h 705"/>
                <a:gd name="T6" fmla="*/ 132 w 704"/>
                <a:gd name="T7" fmla="*/ 116 h 705"/>
                <a:gd name="T8" fmla="*/ 132 w 704"/>
                <a:gd name="T9" fmla="*/ 116 h 705"/>
                <a:gd name="T10" fmla="*/ 132 w 704"/>
                <a:gd name="T11" fmla="*/ 116 h 705"/>
                <a:gd name="T12" fmla="*/ 111 w 704"/>
                <a:gd name="T13" fmla="*/ 207 h 705"/>
                <a:gd name="T14" fmla="*/ 111 w 704"/>
                <a:gd name="T15" fmla="*/ 207 h 705"/>
                <a:gd name="T16" fmla="*/ 80 w 704"/>
                <a:gd name="T17" fmla="*/ 344 h 705"/>
                <a:gd name="T18" fmla="*/ 80 w 704"/>
                <a:gd name="T19" fmla="*/ 344 h 705"/>
                <a:gd name="T20" fmla="*/ 1 w 704"/>
                <a:gd name="T21" fmla="*/ 684 h 705"/>
                <a:gd name="T22" fmla="*/ 6 w 704"/>
                <a:gd name="T23" fmla="*/ 698 h 705"/>
                <a:gd name="T24" fmla="*/ 20 w 704"/>
                <a:gd name="T25" fmla="*/ 702 h 705"/>
                <a:gd name="T26" fmla="*/ 692 w 704"/>
                <a:gd name="T27" fmla="*/ 520 h 705"/>
                <a:gd name="T28" fmla="*/ 701 w 704"/>
                <a:gd name="T29" fmla="*/ 513 h 705"/>
                <a:gd name="T30" fmla="*/ 702 w 704"/>
                <a:gd name="T31" fmla="*/ 500 h 705"/>
                <a:gd name="T32" fmla="*/ 174 w 704"/>
                <a:gd name="T33" fmla="*/ 2 h 705"/>
                <a:gd name="T34" fmla="*/ 138 w 704"/>
                <a:gd name="T35" fmla="*/ 224 h 705"/>
                <a:gd name="T36" fmla="*/ 138 w 704"/>
                <a:gd name="T37" fmla="*/ 224 h 705"/>
                <a:gd name="T38" fmla="*/ 178 w 704"/>
                <a:gd name="T39" fmla="*/ 242 h 705"/>
                <a:gd name="T40" fmla="*/ 195 w 704"/>
                <a:gd name="T41" fmla="*/ 284 h 705"/>
                <a:gd name="T42" fmla="*/ 178 w 704"/>
                <a:gd name="T43" fmla="*/ 326 h 705"/>
                <a:gd name="T44" fmla="*/ 135 w 704"/>
                <a:gd name="T45" fmla="*/ 343 h 705"/>
                <a:gd name="T46" fmla="*/ 111 w 704"/>
                <a:gd name="T47" fmla="*/ 339 h 705"/>
                <a:gd name="T48" fmla="*/ 138 w 704"/>
                <a:gd name="T49" fmla="*/ 224 h 705"/>
                <a:gd name="T50" fmla="*/ 105 w 704"/>
                <a:gd name="T51" fmla="*/ 368 h 705"/>
                <a:gd name="T52" fmla="*/ 105 w 704"/>
                <a:gd name="T53" fmla="*/ 368 h 705"/>
                <a:gd name="T54" fmla="*/ 135 w 704"/>
                <a:gd name="T55" fmla="*/ 374 h 705"/>
                <a:gd name="T56" fmla="*/ 225 w 704"/>
                <a:gd name="T57" fmla="*/ 284 h 705"/>
                <a:gd name="T58" fmla="*/ 145 w 704"/>
                <a:gd name="T59" fmla="*/ 194 h 705"/>
                <a:gd name="T60" fmla="*/ 157 w 704"/>
                <a:gd name="T61" fmla="*/ 139 h 705"/>
                <a:gd name="T62" fmla="*/ 555 w 704"/>
                <a:gd name="T63" fmla="*/ 488 h 705"/>
                <a:gd name="T64" fmla="*/ 576 w 704"/>
                <a:gd name="T65" fmla="*/ 495 h 705"/>
                <a:gd name="T66" fmla="*/ 583 w 704"/>
                <a:gd name="T67" fmla="*/ 475 h 705"/>
                <a:gd name="T68" fmla="*/ 164 w 704"/>
                <a:gd name="T69" fmla="*/ 111 h 705"/>
                <a:gd name="T70" fmla="*/ 181 w 704"/>
                <a:gd name="T71" fmla="*/ 35 h 705"/>
                <a:gd name="T72" fmla="*/ 668 w 704"/>
                <a:gd name="T73" fmla="*/ 495 h 705"/>
                <a:gd name="T74" fmla="*/ 270 w 704"/>
                <a:gd name="T75" fmla="*/ 603 h 705"/>
                <a:gd name="T76" fmla="*/ 270 w 704"/>
                <a:gd name="T77" fmla="*/ 598 h 705"/>
                <a:gd name="T78" fmla="*/ 180 w 704"/>
                <a:gd name="T79" fmla="*/ 509 h 705"/>
                <a:gd name="T80" fmla="*/ 90 w 704"/>
                <a:gd name="T81" fmla="*/ 598 h 705"/>
                <a:gd name="T82" fmla="*/ 105 w 704"/>
                <a:gd name="T83" fmla="*/ 648 h 705"/>
                <a:gd name="T84" fmla="*/ 37 w 704"/>
                <a:gd name="T85" fmla="*/ 667 h 705"/>
                <a:gd name="T86" fmla="*/ 105 w 704"/>
                <a:gd name="T87" fmla="*/ 368 h 705"/>
                <a:gd name="T88" fmla="*/ 138 w 704"/>
                <a:gd name="T89" fmla="*/ 639 h 705"/>
                <a:gd name="T90" fmla="*/ 138 w 704"/>
                <a:gd name="T91" fmla="*/ 639 h 705"/>
                <a:gd name="T92" fmla="*/ 121 w 704"/>
                <a:gd name="T93" fmla="*/ 598 h 705"/>
                <a:gd name="T94" fmla="*/ 138 w 704"/>
                <a:gd name="T95" fmla="*/ 556 h 705"/>
                <a:gd name="T96" fmla="*/ 180 w 704"/>
                <a:gd name="T97" fmla="*/ 538 h 705"/>
                <a:gd name="T98" fmla="*/ 223 w 704"/>
                <a:gd name="T99" fmla="*/ 556 h 705"/>
                <a:gd name="T100" fmla="*/ 240 w 704"/>
                <a:gd name="T101" fmla="*/ 598 h 705"/>
                <a:gd name="T102" fmla="*/ 239 w 704"/>
                <a:gd name="T103" fmla="*/ 613 h 705"/>
                <a:gd name="T104" fmla="*/ 138 w 704"/>
                <a:gd name="T105" fmla="*/ 639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705">
                  <a:moveTo>
                    <a:pt x="174" y="2"/>
                  </a:moveTo>
                  <a:lnTo>
                    <a:pt x="174" y="2"/>
                  </a:lnTo>
                  <a:cubicBezTo>
                    <a:pt x="166" y="0"/>
                    <a:pt x="157" y="6"/>
                    <a:pt x="156" y="13"/>
                  </a:cubicBezTo>
                  <a:cubicBezTo>
                    <a:pt x="132" y="116"/>
                    <a:pt x="132" y="116"/>
                    <a:pt x="132" y="116"/>
                  </a:cubicBezTo>
                  <a:lnTo>
                    <a:pt x="132" y="116"/>
                  </a:lnTo>
                  <a:lnTo>
                    <a:pt x="132" y="116"/>
                  </a:lnTo>
                  <a:cubicBezTo>
                    <a:pt x="111" y="207"/>
                    <a:pt x="111" y="207"/>
                    <a:pt x="111" y="207"/>
                  </a:cubicBezTo>
                  <a:lnTo>
                    <a:pt x="111" y="207"/>
                  </a:lnTo>
                  <a:cubicBezTo>
                    <a:pt x="80" y="344"/>
                    <a:pt x="80" y="344"/>
                    <a:pt x="80" y="344"/>
                  </a:cubicBezTo>
                  <a:lnTo>
                    <a:pt x="80" y="344"/>
                  </a:lnTo>
                  <a:cubicBezTo>
                    <a:pt x="1" y="684"/>
                    <a:pt x="1" y="684"/>
                    <a:pt x="1" y="684"/>
                  </a:cubicBezTo>
                  <a:cubicBezTo>
                    <a:pt x="0" y="690"/>
                    <a:pt x="1" y="695"/>
                    <a:pt x="6" y="698"/>
                  </a:cubicBezTo>
                  <a:cubicBezTo>
                    <a:pt x="9" y="702"/>
                    <a:pt x="14" y="704"/>
                    <a:pt x="20" y="702"/>
                  </a:cubicBezTo>
                  <a:cubicBezTo>
                    <a:pt x="692" y="520"/>
                    <a:pt x="692" y="520"/>
                    <a:pt x="692" y="520"/>
                  </a:cubicBezTo>
                  <a:cubicBezTo>
                    <a:pt x="696" y="518"/>
                    <a:pt x="699" y="516"/>
                    <a:pt x="701" y="513"/>
                  </a:cubicBezTo>
                  <a:cubicBezTo>
                    <a:pt x="703" y="509"/>
                    <a:pt x="703" y="504"/>
                    <a:pt x="702" y="500"/>
                  </a:cubicBezTo>
                  <a:cubicBezTo>
                    <a:pt x="632" y="260"/>
                    <a:pt x="437" y="62"/>
                    <a:pt x="174" y="2"/>
                  </a:cubicBezTo>
                  <a:close/>
                  <a:moveTo>
                    <a:pt x="138" y="224"/>
                  </a:moveTo>
                  <a:lnTo>
                    <a:pt x="138" y="224"/>
                  </a:lnTo>
                  <a:cubicBezTo>
                    <a:pt x="153" y="225"/>
                    <a:pt x="167" y="231"/>
                    <a:pt x="178" y="242"/>
                  </a:cubicBezTo>
                  <a:cubicBezTo>
                    <a:pt x="188" y="252"/>
                    <a:pt x="195" y="267"/>
                    <a:pt x="195" y="284"/>
                  </a:cubicBezTo>
                  <a:cubicBezTo>
                    <a:pt x="195" y="301"/>
                    <a:pt x="188" y="315"/>
                    <a:pt x="178" y="326"/>
                  </a:cubicBezTo>
                  <a:cubicBezTo>
                    <a:pt x="167" y="337"/>
                    <a:pt x="152" y="343"/>
                    <a:pt x="135" y="343"/>
                  </a:cubicBezTo>
                  <a:cubicBezTo>
                    <a:pt x="126" y="343"/>
                    <a:pt x="119" y="342"/>
                    <a:pt x="111" y="339"/>
                  </a:cubicBezTo>
                  <a:lnTo>
                    <a:pt x="138" y="224"/>
                  </a:lnTo>
                  <a:close/>
                  <a:moveTo>
                    <a:pt x="105" y="368"/>
                  </a:moveTo>
                  <a:lnTo>
                    <a:pt x="105" y="368"/>
                  </a:lnTo>
                  <a:cubicBezTo>
                    <a:pt x="114" y="371"/>
                    <a:pt x="125" y="374"/>
                    <a:pt x="135" y="374"/>
                  </a:cubicBezTo>
                  <a:cubicBezTo>
                    <a:pt x="185" y="374"/>
                    <a:pt x="225" y="333"/>
                    <a:pt x="225" y="284"/>
                  </a:cubicBezTo>
                  <a:cubicBezTo>
                    <a:pt x="225" y="238"/>
                    <a:pt x="190" y="200"/>
                    <a:pt x="145" y="194"/>
                  </a:cubicBezTo>
                  <a:cubicBezTo>
                    <a:pt x="157" y="139"/>
                    <a:pt x="157" y="139"/>
                    <a:pt x="157" y="139"/>
                  </a:cubicBezTo>
                  <a:cubicBezTo>
                    <a:pt x="336" y="200"/>
                    <a:pt x="476" y="328"/>
                    <a:pt x="555" y="488"/>
                  </a:cubicBezTo>
                  <a:cubicBezTo>
                    <a:pt x="559" y="496"/>
                    <a:pt x="567" y="499"/>
                    <a:pt x="576" y="495"/>
                  </a:cubicBezTo>
                  <a:cubicBezTo>
                    <a:pt x="583" y="492"/>
                    <a:pt x="586" y="482"/>
                    <a:pt x="583" y="475"/>
                  </a:cubicBezTo>
                  <a:cubicBezTo>
                    <a:pt x="500" y="306"/>
                    <a:pt x="352" y="173"/>
                    <a:pt x="164" y="111"/>
                  </a:cubicBezTo>
                  <a:cubicBezTo>
                    <a:pt x="181" y="35"/>
                    <a:pt x="181" y="35"/>
                    <a:pt x="181" y="35"/>
                  </a:cubicBezTo>
                  <a:cubicBezTo>
                    <a:pt x="420" y="96"/>
                    <a:pt x="600" y="274"/>
                    <a:pt x="668" y="495"/>
                  </a:cubicBezTo>
                  <a:cubicBezTo>
                    <a:pt x="270" y="603"/>
                    <a:pt x="270" y="603"/>
                    <a:pt x="270" y="603"/>
                  </a:cubicBezTo>
                  <a:cubicBezTo>
                    <a:pt x="270" y="601"/>
                    <a:pt x="270" y="600"/>
                    <a:pt x="270" y="598"/>
                  </a:cubicBezTo>
                  <a:cubicBezTo>
                    <a:pt x="270" y="548"/>
                    <a:pt x="230" y="509"/>
                    <a:pt x="180" y="509"/>
                  </a:cubicBezTo>
                  <a:cubicBezTo>
                    <a:pt x="131" y="509"/>
                    <a:pt x="90" y="548"/>
                    <a:pt x="90" y="598"/>
                  </a:cubicBezTo>
                  <a:cubicBezTo>
                    <a:pt x="90" y="617"/>
                    <a:pt x="96" y="634"/>
                    <a:pt x="105" y="648"/>
                  </a:cubicBezTo>
                  <a:cubicBezTo>
                    <a:pt x="37" y="667"/>
                    <a:pt x="37" y="667"/>
                    <a:pt x="37" y="667"/>
                  </a:cubicBezTo>
                  <a:lnTo>
                    <a:pt x="105" y="368"/>
                  </a:lnTo>
                  <a:close/>
                  <a:moveTo>
                    <a:pt x="138" y="639"/>
                  </a:moveTo>
                  <a:lnTo>
                    <a:pt x="138" y="639"/>
                  </a:lnTo>
                  <a:cubicBezTo>
                    <a:pt x="126" y="628"/>
                    <a:pt x="121" y="614"/>
                    <a:pt x="121" y="598"/>
                  </a:cubicBezTo>
                  <a:cubicBezTo>
                    <a:pt x="121" y="582"/>
                    <a:pt x="128" y="566"/>
                    <a:pt x="138" y="556"/>
                  </a:cubicBezTo>
                  <a:cubicBezTo>
                    <a:pt x="149" y="545"/>
                    <a:pt x="164" y="538"/>
                    <a:pt x="180" y="538"/>
                  </a:cubicBezTo>
                  <a:cubicBezTo>
                    <a:pt x="197" y="538"/>
                    <a:pt x="212" y="545"/>
                    <a:pt x="223" y="556"/>
                  </a:cubicBezTo>
                  <a:cubicBezTo>
                    <a:pt x="233" y="566"/>
                    <a:pt x="240" y="582"/>
                    <a:pt x="240" y="598"/>
                  </a:cubicBezTo>
                  <a:cubicBezTo>
                    <a:pt x="240" y="603"/>
                    <a:pt x="240" y="607"/>
                    <a:pt x="239" y="613"/>
                  </a:cubicBezTo>
                  <a:lnTo>
                    <a:pt x="138" y="63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9" name="Freeform 147">
              <a:extLst>
                <a:ext uri="{FF2B5EF4-FFF2-40B4-BE49-F238E27FC236}">
                  <a16:creationId xmlns:a16="http://schemas.microsoft.com/office/drawing/2014/main" id="{D90BDE05-6E31-1076-F2EA-E60B4D399EF0}"/>
                </a:ext>
              </a:extLst>
            </p:cNvPr>
            <p:cNvSpPr>
              <a:spLocks noChangeArrowheads="1"/>
            </p:cNvSpPr>
            <p:nvPr/>
          </p:nvSpPr>
          <p:spPr bwMode="auto">
            <a:xfrm>
              <a:off x="8339138" y="3243263"/>
              <a:ext cx="65087" cy="65087"/>
            </a:xfrm>
            <a:custGeom>
              <a:avLst/>
              <a:gdLst>
                <a:gd name="T0" fmla="*/ 90 w 181"/>
                <a:gd name="T1" fmla="*/ 180 h 181"/>
                <a:gd name="T2" fmla="*/ 90 w 181"/>
                <a:gd name="T3" fmla="*/ 180 h 181"/>
                <a:gd name="T4" fmla="*/ 180 w 181"/>
                <a:gd name="T5" fmla="*/ 90 h 181"/>
                <a:gd name="T6" fmla="*/ 90 w 181"/>
                <a:gd name="T7" fmla="*/ 0 h 181"/>
                <a:gd name="T8" fmla="*/ 0 w 181"/>
                <a:gd name="T9" fmla="*/ 90 h 181"/>
                <a:gd name="T10" fmla="*/ 90 w 181"/>
                <a:gd name="T11" fmla="*/ 180 h 181"/>
                <a:gd name="T12" fmla="*/ 48 w 181"/>
                <a:gd name="T13" fmla="*/ 48 h 181"/>
                <a:gd name="T14" fmla="*/ 48 w 181"/>
                <a:gd name="T15" fmla="*/ 48 h 181"/>
                <a:gd name="T16" fmla="*/ 90 w 181"/>
                <a:gd name="T17" fmla="*/ 29 h 181"/>
                <a:gd name="T18" fmla="*/ 134 w 181"/>
                <a:gd name="T19" fmla="*/ 48 h 181"/>
                <a:gd name="T20" fmla="*/ 150 w 181"/>
                <a:gd name="T21" fmla="*/ 90 h 181"/>
                <a:gd name="T22" fmla="*/ 134 w 181"/>
                <a:gd name="T23" fmla="*/ 132 h 181"/>
                <a:gd name="T24" fmla="*/ 90 w 181"/>
                <a:gd name="T25" fmla="*/ 150 h 181"/>
                <a:gd name="T26" fmla="*/ 48 w 181"/>
                <a:gd name="T27" fmla="*/ 132 h 181"/>
                <a:gd name="T28" fmla="*/ 31 w 181"/>
                <a:gd name="T29" fmla="*/ 90 h 181"/>
                <a:gd name="T30" fmla="*/ 48 w 181"/>
                <a:gd name="T31" fmla="*/ 48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1" h="181">
                  <a:moveTo>
                    <a:pt x="90" y="180"/>
                  </a:moveTo>
                  <a:lnTo>
                    <a:pt x="90" y="180"/>
                  </a:lnTo>
                  <a:cubicBezTo>
                    <a:pt x="141" y="180"/>
                    <a:pt x="180" y="139"/>
                    <a:pt x="180" y="90"/>
                  </a:cubicBezTo>
                  <a:cubicBezTo>
                    <a:pt x="180" y="41"/>
                    <a:pt x="141" y="0"/>
                    <a:pt x="90" y="0"/>
                  </a:cubicBezTo>
                  <a:cubicBezTo>
                    <a:pt x="41" y="0"/>
                    <a:pt x="0" y="41"/>
                    <a:pt x="0" y="90"/>
                  </a:cubicBezTo>
                  <a:cubicBezTo>
                    <a:pt x="0" y="139"/>
                    <a:pt x="41" y="180"/>
                    <a:pt x="90" y="180"/>
                  </a:cubicBezTo>
                  <a:close/>
                  <a:moveTo>
                    <a:pt x="48" y="48"/>
                  </a:moveTo>
                  <a:lnTo>
                    <a:pt x="48" y="48"/>
                  </a:lnTo>
                  <a:cubicBezTo>
                    <a:pt x="59" y="36"/>
                    <a:pt x="75" y="29"/>
                    <a:pt x="90" y="29"/>
                  </a:cubicBezTo>
                  <a:cubicBezTo>
                    <a:pt x="107" y="29"/>
                    <a:pt x="122" y="36"/>
                    <a:pt x="134" y="48"/>
                  </a:cubicBezTo>
                  <a:cubicBezTo>
                    <a:pt x="143" y="59"/>
                    <a:pt x="150" y="73"/>
                    <a:pt x="150" y="90"/>
                  </a:cubicBezTo>
                  <a:cubicBezTo>
                    <a:pt x="150" y="107"/>
                    <a:pt x="143" y="122"/>
                    <a:pt x="134" y="132"/>
                  </a:cubicBezTo>
                  <a:cubicBezTo>
                    <a:pt x="122" y="143"/>
                    <a:pt x="107" y="150"/>
                    <a:pt x="90" y="150"/>
                  </a:cubicBezTo>
                  <a:cubicBezTo>
                    <a:pt x="75" y="150"/>
                    <a:pt x="59" y="143"/>
                    <a:pt x="48" y="132"/>
                  </a:cubicBezTo>
                  <a:cubicBezTo>
                    <a:pt x="38" y="122"/>
                    <a:pt x="31" y="107"/>
                    <a:pt x="31" y="90"/>
                  </a:cubicBezTo>
                  <a:cubicBezTo>
                    <a:pt x="31" y="73"/>
                    <a:pt x="38" y="59"/>
                    <a:pt x="48" y="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0" name="Freeform 148">
            <a:extLst>
              <a:ext uri="{FF2B5EF4-FFF2-40B4-BE49-F238E27FC236}">
                <a16:creationId xmlns:a16="http://schemas.microsoft.com/office/drawing/2014/main" id="{21CFA855-FA89-07A7-6DA4-8B4831C212AD}"/>
              </a:ext>
            </a:extLst>
          </p:cNvPr>
          <p:cNvSpPr>
            <a:spLocks noChangeArrowheads="1"/>
          </p:cNvSpPr>
          <p:nvPr/>
        </p:nvSpPr>
        <p:spPr bwMode="auto">
          <a:xfrm>
            <a:off x="8814990" y="1839789"/>
            <a:ext cx="147638" cy="273050"/>
          </a:xfrm>
          <a:custGeom>
            <a:avLst/>
            <a:gdLst>
              <a:gd name="T0" fmla="*/ 25 w 411"/>
              <a:gd name="T1" fmla="*/ 126 h 760"/>
              <a:gd name="T2" fmla="*/ 25 w 411"/>
              <a:gd name="T3" fmla="*/ 126 h 760"/>
              <a:gd name="T4" fmla="*/ 15 w 411"/>
              <a:gd name="T5" fmla="*/ 129 h 760"/>
              <a:gd name="T6" fmla="*/ 4 w 411"/>
              <a:gd name="T7" fmla="*/ 133 h 760"/>
              <a:gd name="T8" fmla="*/ 0 w 411"/>
              <a:gd name="T9" fmla="*/ 145 h 760"/>
              <a:gd name="T10" fmla="*/ 0 w 411"/>
              <a:gd name="T11" fmla="*/ 695 h 760"/>
              <a:gd name="T12" fmla="*/ 63 w 411"/>
              <a:gd name="T13" fmla="*/ 759 h 760"/>
              <a:gd name="T14" fmla="*/ 347 w 411"/>
              <a:gd name="T15" fmla="*/ 759 h 760"/>
              <a:gd name="T16" fmla="*/ 410 w 411"/>
              <a:gd name="T17" fmla="*/ 695 h 760"/>
              <a:gd name="T18" fmla="*/ 410 w 411"/>
              <a:gd name="T19" fmla="*/ 145 h 760"/>
              <a:gd name="T20" fmla="*/ 406 w 411"/>
              <a:gd name="T21" fmla="*/ 133 h 760"/>
              <a:gd name="T22" fmla="*/ 395 w 411"/>
              <a:gd name="T23" fmla="*/ 129 h 760"/>
              <a:gd name="T24" fmla="*/ 385 w 411"/>
              <a:gd name="T25" fmla="*/ 126 h 760"/>
              <a:gd name="T26" fmla="*/ 369 w 411"/>
              <a:gd name="T27" fmla="*/ 105 h 760"/>
              <a:gd name="T28" fmla="*/ 365 w 411"/>
              <a:gd name="T29" fmla="*/ 94 h 760"/>
              <a:gd name="T30" fmla="*/ 378 w 411"/>
              <a:gd name="T31" fmla="*/ 80 h 760"/>
              <a:gd name="T32" fmla="*/ 364 w 411"/>
              <a:gd name="T33" fmla="*/ 65 h 760"/>
              <a:gd name="T34" fmla="*/ 347 w 411"/>
              <a:gd name="T35" fmla="*/ 65 h 760"/>
              <a:gd name="T36" fmla="*/ 243 w 411"/>
              <a:gd name="T37" fmla="*/ 65 h 760"/>
              <a:gd name="T38" fmla="*/ 184 w 411"/>
              <a:gd name="T39" fmla="*/ 6 h 760"/>
              <a:gd name="T40" fmla="*/ 163 w 411"/>
              <a:gd name="T41" fmla="*/ 6 h 760"/>
              <a:gd name="T42" fmla="*/ 163 w 411"/>
              <a:gd name="T43" fmla="*/ 27 h 760"/>
              <a:gd name="T44" fmla="*/ 201 w 411"/>
              <a:gd name="T45" fmla="*/ 65 h 760"/>
              <a:gd name="T46" fmla="*/ 63 w 411"/>
              <a:gd name="T47" fmla="*/ 65 h 760"/>
              <a:gd name="T48" fmla="*/ 46 w 411"/>
              <a:gd name="T49" fmla="*/ 65 h 760"/>
              <a:gd name="T50" fmla="*/ 32 w 411"/>
              <a:gd name="T51" fmla="*/ 80 h 760"/>
              <a:gd name="T52" fmla="*/ 45 w 411"/>
              <a:gd name="T53" fmla="*/ 94 h 760"/>
              <a:gd name="T54" fmla="*/ 36 w 411"/>
              <a:gd name="T55" fmla="*/ 114 h 760"/>
              <a:gd name="T56" fmla="*/ 25 w 411"/>
              <a:gd name="T57" fmla="*/ 126 h 760"/>
              <a:gd name="T58" fmla="*/ 347 w 411"/>
              <a:gd name="T59" fmla="*/ 728 h 760"/>
              <a:gd name="T60" fmla="*/ 347 w 411"/>
              <a:gd name="T61" fmla="*/ 728 h 760"/>
              <a:gd name="T62" fmla="*/ 63 w 411"/>
              <a:gd name="T63" fmla="*/ 728 h 760"/>
              <a:gd name="T64" fmla="*/ 29 w 411"/>
              <a:gd name="T65" fmla="*/ 695 h 760"/>
              <a:gd name="T66" fmla="*/ 29 w 411"/>
              <a:gd name="T67" fmla="*/ 451 h 760"/>
              <a:gd name="T68" fmla="*/ 177 w 411"/>
              <a:gd name="T69" fmla="*/ 490 h 760"/>
              <a:gd name="T70" fmla="*/ 327 w 411"/>
              <a:gd name="T71" fmla="*/ 542 h 760"/>
              <a:gd name="T72" fmla="*/ 344 w 411"/>
              <a:gd name="T73" fmla="*/ 529 h 760"/>
              <a:gd name="T74" fmla="*/ 331 w 411"/>
              <a:gd name="T75" fmla="*/ 512 h 760"/>
              <a:gd name="T76" fmla="*/ 190 w 411"/>
              <a:gd name="T77" fmla="*/ 462 h 760"/>
              <a:gd name="T78" fmla="*/ 29 w 411"/>
              <a:gd name="T79" fmla="*/ 421 h 760"/>
              <a:gd name="T80" fmla="*/ 29 w 411"/>
              <a:gd name="T81" fmla="*/ 293 h 760"/>
              <a:gd name="T82" fmla="*/ 192 w 411"/>
              <a:gd name="T83" fmla="*/ 340 h 760"/>
              <a:gd name="T84" fmla="*/ 379 w 411"/>
              <a:gd name="T85" fmla="*/ 387 h 760"/>
              <a:gd name="T86" fmla="*/ 379 w 411"/>
              <a:gd name="T87" fmla="*/ 695 h 760"/>
              <a:gd name="T88" fmla="*/ 347 w 411"/>
              <a:gd name="T89" fmla="*/ 728 h 760"/>
              <a:gd name="T90" fmla="*/ 67 w 411"/>
              <a:gd name="T91" fmla="*/ 118 h 760"/>
              <a:gd name="T92" fmla="*/ 67 w 411"/>
              <a:gd name="T93" fmla="*/ 118 h 760"/>
              <a:gd name="T94" fmla="*/ 76 w 411"/>
              <a:gd name="T95" fmla="*/ 94 h 760"/>
              <a:gd name="T96" fmla="*/ 334 w 411"/>
              <a:gd name="T97" fmla="*/ 94 h 760"/>
              <a:gd name="T98" fmla="*/ 348 w 411"/>
              <a:gd name="T99" fmla="*/ 131 h 760"/>
              <a:gd name="T100" fmla="*/ 368 w 411"/>
              <a:gd name="T101" fmla="*/ 150 h 760"/>
              <a:gd name="T102" fmla="*/ 379 w 411"/>
              <a:gd name="T103" fmla="*/ 157 h 760"/>
              <a:gd name="T104" fmla="*/ 379 w 411"/>
              <a:gd name="T105" fmla="*/ 357 h 760"/>
              <a:gd name="T106" fmla="*/ 279 w 411"/>
              <a:gd name="T107" fmla="*/ 344 h 760"/>
              <a:gd name="T108" fmla="*/ 170 w 411"/>
              <a:gd name="T109" fmla="*/ 295 h 760"/>
              <a:gd name="T110" fmla="*/ 29 w 411"/>
              <a:gd name="T111" fmla="*/ 263 h 760"/>
              <a:gd name="T112" fmla="*/ 29 w 411"/>
              <a:gd name="T113" fmla="*/ 157 h 760"/>
              <a:gd name="T114" fmla="*/ 42 w 411"/>
              <a:gd name="T115" fmla="*/ 150 h 760"/>
              <a:gd name="T116" fmla="*/ 67 w 411"/>
              <a:gd name="T117" fmla="*/ 118 h 7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1" h="760">
                <a:moveTo>
                  <a:pt x="25" y="126"/>
                </a:moveTo>
                <a:lnTo>
                  <a:pt x="25" y="126"/>
                </a:lnTo>
                <a:cubicBezTo>
                  <a:pt x="21" y="129"/>
                  <a:pt x="18" y="129"/>
                  <a:pt x="15" y="129"/>
                </a:cubicBezTo>
                <a:cubicBezTo>
                  <a:pt x="11" y="129"/>
                  <a:pt x="7" y="131"/>
                  <a:pt x="4" y="133"/>
                </a:cubicBezTo>
                <a:cubicBezTo>
                  <a:pt x="1" y="136"/>
                  <a:pt x="0" y="140"/>
                  <a:pt x="0" y="145"/>
                </a:cubicBezTo>
                <a:cubicBezTo>
                  <a:pt x="0" y="695"/>
                  <a:pt x="0" y="695"/>
                  <a:pt x="0" y="695"/>
                </a:cubicBezTo>
                <a:cubicBezTo>
                  <a:pt x="0" y="731"/>
                  <a:pt x="28" y="759"/>
                  <a:pt x="63" y="759"/>
                </a:cubicBezTo>
                <a:cubicBezTo>
                  <a:pt x="347" y="759"/>
                  <a:pt x="347" y="759"/>
                  <a:pt x="347" y="759"/>
                </a:cubicBezTo>
                <a:cubicBezTo>
                  <a:pt x="382" y="759"/>
                  <a:pt x="410" y="731"/>
                  <a:pt x="410" y="695"/>
                </a:cubicBezTo>
                <a:cubicBezTo>
                  <a:pt x="410" y="145"/>
                  <a:pt x="410" y="145"/>
                  <a:pt x="410" y="145"/>
                </a:cubicBezTo>
                <a:cubicBezTo>
                  <a:pt x="410" y="140"/>
                  <a:pt x="409" y="136"/>
                  <a:pt x="406" y="133"/>
                </a:cubicBezTo>
                <a:cubicBezTo>
                  <a:pt x="403" y="131"/>
                  <a:pt x="399" y="129"/>
                  <a:pt x="395" y="129"/>
                </a:cubicBezTo>
                <a:cubicBezTo>
                  <a:pt x="392" y="129"/>
                  <a:pt x="389" y="129"/>
                  <a:pt x="385" y="126"/>
                </a:cubicBezTo>
                <a:cubicBezTo>
                  <a:pt x="379" y="122"/>
                  <a:pt x="373" y="114"/>
                  <a:pt x="369" y="105"/>
                </a:cubicBezTo>
                <a:cubicBezTo>
                  <a:pt x="366" y="103"/>
                  <a:pt x="365" y="98"/>
                  <a:pt x="365" y="94"/>
                </a:cubicBezTo>
                <a:cubicBezTo>
                  <a:pt x="372" y="94"/>
                  <a:pt x="378" y="87"/>
                  <a:pt x="378" y="80"/>
                </a:cubicBezTo>
                <a:cubicBezTo>
                  <a:pt x="378" y="72"/>
                  <a:pt x="371" y="65"/>
                  <a:pt x="364" y="65"/>
                </a:cubicBezTo>
                <a:cubicBezTo>
                  <a:pt x="347" y="65"/>
                  <a:pt x="347" y="65"/>
                  <a:pt x="347" y="65"/>
                </a:cubicBezTo>
                <a:cubicBezTo>
                  <a:pt x="243" y="65"/>
                  <a:pt x="243" y="65"/>
                  <a:pt x="243" y="65"/>
                </a:cubicBezTo>
                <a:cubicBezTo>
                  <a:pt x="184" y="6"/>
                  <a:pt x="184" y="6"/>
                  <a:pt x="184" y="6"/>
                </a:cubicBezTo>
                <a:cubicBezTo>
                  <a:pt x="178" y="0"/>
                  <a:pt x="168" y="0"/>
                  <a:pt x="163" y="6"/>
                </a:cubicBezTo>
                <a:cubicBezTo>
                  <a:pt x="157" y="11"/>
                  <a:pt x="157" y="21"/>
                  <a:pt x="163" y="27"/>
                </a:cubicBezTo>
                <a:cubicBezTo>
                  <a:pt x="201" y="65"/>
                  <a:pt x="201" y="65"/>
                  <a:pt x="201" y="65"/>
                </a:cubicBezTo>
                <a:cubicBezTo>
                  <a:pt x="63" y="65"/>
                  <a:pt x="63" y="65"/>
                  <a:pt x="63" y="65"/>
                </a:cubicBezTo>
                <a:cubicBezTo>
                  <a:pt x="46" y="65"/>
                  <a:pt x="46" y="65"/>
                  <a:pt x="46" y="65"/>
                </a:cubicBezTo>
                <a:cubicBezTo>
                  <a:pt x="38" y="65"/>
                  <a:pt x="32" y="72"/>
                  <a:pt x="32" y="80"/>
                </a:cubicBezTo>
                <a:cubicBezTo>
                  <a:pt x="32" y="87"/>
                  <a:pt x="38" y="94"/>
                  <a:pt x="45" y="94"/>
                </a:cubicBezTo>
                <a:cubicBezTo>
                  <a:pt x="44" y="101"/>
                  <a:pt x="41" y="108"/>
                  <a:pt x="36" y="114"/>
                </a:cubicBezTo>
                <a:cubicBezTo>
                  <a:pt x="32" y="119"/>
                  <a:pt x="28" y="124"/>
                  <a:pt x="25" y="126"/>
                </a:cubicBezTo>
                <a:close/>
                <a:moveTo>
                  <a:pt x="347" y="728"/>
                </a:moveTo>
                <a:lnTo>
                  <a:pt x="347" y="728"/>
                </a:lnTo>
                <a:cubicBezTo>
                  <a:pt x="63" y="728"/>
                  <a:pt x="63" y="728"/>
                  <a:pt x="63" y="728"/>
                </a:cubicBezTo>
                <a:cubicBezTo>
                  <a:pt x="45" y="728"/>
                  <a:pt x="29" y="714"/>
                  <a:pt x="29" y="695"/>
                </a:cubicBezTo>
                <a:cubicBezTo>
                  <a:pt x="29" y="451"/>
                  <a:pt x="29" y="451"/>
                  <a:pt x="29" y="451"/>
                </a:cubicBezTo>
                <a:cubicBezTo>
                  <a:pt x="98" y="455"/>
                  <a:pt x="138" y="470"/>
                  <a:pt x="177" y="490"/>
                </a:cubicBezTo>
                <a:cubicBezTo>
                  <a:pt x="218" y="510"/>
                  <a:pt x="258" y="534"/>
                  <a:pt x="327" y="542"/>
                </a:cubicBezTo>
                <a:cubicBezTo>
                  <a:pt x="336" y="543"/>
                  <a:pt x="344" y="538"/>
                  <a:pt x="344" y="529"/>
                </a:cubicBezTo>
                <a:cubicBezTo>
                  <a:pt x="345" y="521"/>
                  <a:pt x="340" y="512"/>
                  <a:pt x="331" y="512"/>
                </a:cubicBezTo>
                <a:cubicBezTo>
                  <a:pt x="268" y="504"/>
                  <a:pt x="232" y="483"/>
                  <a:pt x="190" y="462"/>
                </a:cubicBezTo>
                <a:cubicBezTo>
                  <a:pt x="150" y="444"/>
                  <a:pt x="104" y="424"/>
                  <a:pt x="29" y="421"/>
                </a:cubicBezTo>
                <a:cubicBezTo>
                  <a:pt x="29" y="293"/>
                  <a:pt x="29" y="293"/>
                  <a:pt x="29" y="293"/>
                </a:cubicBezTo>
                <a:cubicBezTo>
                  <a:pt x="108" y="296"/>
                  <a:pt x="147" y="317"/>
                  <a:pt x="192" y="340"/>
                </a:cubicBezTo>
                <a:cubicBezTo>
                  <a:pt x="237" y="362"/>
                  <a:pt x="288" y="386"/>
                  <a:pt x="379" y="387"/>
                </a:cubicBezTo>
                <a:cubicBezTo>
                  <a:pt x="379" y="695"/>
                  <a:pt x="379" y="695"/>
                  <a:pt x="379" y="695"/>
                </a:cubicBezTo>
                <a:cubicBezTo>
                  <a:pt x="379" y="714"/>
                  <a:pt x="365" y="728"/>
                  <a:pt x="347" y="728"/>
                </a:cubicBezTo>
                <a:close/>
                <a:moveTo>
                  <a:pt x="67" y="118"/>
                </a:moveTo>
                <a:lnTo>
                  <a:pt x="67" y="118"/>
                </a:lnTo>
                <a:cubicBezTo>
                  <a:pt x="72" y="111"/>
                  <a:pt x="74" y="103"/>
                  <a:pt x="76" y="94"/>
                </a:cubicBezTo>
                <a:cubicBezTo>
                  <a:pt x="334" y="94"/>
                  <a:pt x="334" y="94"/>
                  <a:pt x="334" y="94"/>
                </a:cubicBezTo>
                <a:cubicBezTo>
                  <a:pt x="337" y="107"/>
                  <a:pt x="341" y="119"/>
                  <a:pt x="348" y="131"/>
                </a:cubicBezTo>
                <a:cubicBezTo>
                  <a:pt x="354" y="138"/>
                  <a:pt x="359" y="145"/>
                  <a:pt x="368" y="150"/>
                </a:cubicBezTo>
                <a:cubicBezTo>
                  <a:pt x="371" y="153"/>
                  <a:pt x="375" y="156"/>
                  <a:pt x="379" y="157"/>
                </a:cubicBezTo>
                <a:cubicBezTo>
                  <a:pt x="379" y="357"/>
                  <a:pt x="379" y="357"/>
                  <a:pt x="379" y="357"/>
                </a:cubicBezTo>
                <a:cubicBezTo>
                  <a:pt x="338" y="357"/>
                  <a:pt x="306" y="351"/>
                  <a:pt x="279" y="344"/>
                </a:cubicBezTo>
                <a:cubicBezTo>
                  <a:pt x="237" y="331"/>
                  <a:pt x="208" y="312"/>
                  <a:pt x="170" y="295"/>
                </a:cubicBezTo>
                <a:cubicBezTo>
                  <a:pt x="135" y="279"/>
                  <a:pt x="91" y="265"/>
                  <a:pt x="29" y="263"/>
                </a:cubicBezTo>
                <a:cubicBezTo>
                  <a:pt x="29" y="157"/>
                  <a:pt x="29" y="157"/>
                  <a:pt x="29" y="157"/>
                </a:cubicBezTo>
                <a:cubicBezTo>
                  <a:pt x="35" y="156"/>
                  <a:pt x="38" y="153"/>
                  <a:pt x="42" y="150"/>
                </a:cubicBezTo>
                <a:cubicBezTo>
                  <a:pt x="53" y="142"/>
                  <a:pt x="62" y="131"/>
                  <a:pt x="67" y="118"/>
                </a:cubicBezTo>
                <a:close/>
              </a:path>
            </a:pathLst>
          </a:custGeom>
          <a:solidFill>
            <a:schemeClr val="tx2"/>
          </a:solidFill>
          <a:ln>
            <a:noFill/>
          </a:ln>
          <a:effectLst/>
        </p:spPr>
        <p:txBody>
          <a:bodyPr wrap="none" anchor="ctr"/>
          <a:lstStyle/>
          <a:p>
            <a:endParaRPr lang="da-DK"/>
          </a:p>
        </p:txBody>
      </p:sp>
      <p:grpSp>
        <p:nvGrpSpPr>
          <p:cNvPr id="181" name="Group 184">
            <a:extLst>
              <a:ext uri="{FF2B5EF4-FFF2-40B4-BE49-F238E27FC236}">
                <a16:creationId xmlns:a16="http://schemas.microsoft.com/office/drawing/2014/main" id="{7D5B39B2-D295-FAAF-B279-62F6A4C15BB5}"/>
              </a:ext>
            </a:extLst>
          </p:cNvPr>
          <p:cNvGrpSpPr/>
          <p:nvPr/>
        </p:nvGrpSpPr>
        <p:grpSpPr>
          <a:xfrm>
            <a:off x="9805590" y="1338932"/>
            <a:ext cx="228600" cy="260350"/>
            <a:chOff x="8769350" y="3133725"/>
            <a:chExt cx="228600" cy="260350"/>
          </a:xfrm>
          <a:solidFill>
            <a:schemeClr val="tx2"/>
          </a:solidFill>
        </p:grpSpPr>
        <p:sp>
          <p:nvSpPr>
            <p:cNvPr id="182" name="Freeform 151">
              <a:extLst>
                <a:ext uri="{FF2B5EF4-FFF2-40B4-BE49-F238E27FC236}">
                  <a16:creationId xmlns:a16="http://schemas.microsoft.com/office/drawing/2014/main" id="{6AFCA708-991F-4A6C-F75C-26D89E23EAAE}"/>
                </a:ext>
              </a:extLst>
            </p:cNvPr>
            <p:cNvSpPr>
              <a:spLocks noChangeArrowheads="1"/>
            </p:cNvSpPr>
            <p:nvPr/>
          </p:nvSpPr>
          <p:spPr bwMode="auto">
            <a:xfrm>
              <a:off x="8777288" y="3178175"/>
              <a:ext cx="212725" cy="215900"/>
            </a:xfrm>
            <a:custGeom>
              <a:avLst/>
              <a:gdLst>
                <a:gd name="T0" fmla="*/ 87 w 591"/>
                <a:gd name="T1" fmla="*/ 600 h 601"/>
                <a:gd name="T2" fmla="*/ 87 w 591"/>
                <a:gd name="T3" fmla="*/ 600 h 601"/>
                <a:gd name="T4" fmla="*/ 503 w 591"/>
                <a:gd name="T5" fmla="*/ 600 h 601"/>
                <a:gd name="T6" fmla="*/ 590 w 591"/>
                <a:gd name="T7" fmla="*/ 513 h 601"/>
                <a:gd name="T8" fmla="*/ 588 w 591"/>
                <a:gd name="T9" fmla="*/ 500 h 601"/>
                <a:gd name="T10" fmla="*/ 588 w 591"/>
                <a:gd name="T11" fmla="*/ 500 h 601"/>
                <a:gd name="T12" fmla="*/ 536 w 591"/>
                <a:gd name="T13" fmla="*/ 135 h 601"/>
                <a:gd name="T14" fmla="*/ 451 w 591"/>
                <a:gd name="T15" fmla="*/ 61 h 601"/>
                <a:gd name="T16" fmla="*/ 309 w 591"/>
                <a:gd name="T17" fmla="*/ 61 h 601"/>
                <a:gd name="T18" fmla="*/ 309 w 591"/>
                <a:gd name="T19" fmla="*/ 16 h 601"/>
                <a:gd name="T20" fmla="*/ 295 w 591"/>
                <a:gd name="T21" fmla="*/ 0 h 601"/>
                <a:gd name="T22" fmla="*/ 279 w 591"/>
                <a:gd name="T23" fmla="*/ 16 h 601"/>
                <a:gd name="T24" fmla="*/ 279 w 591"/>
                <a:gd name="T25" fmla="*/ 61 h 601"/>
                <a:gd name="T26" fmla="*/ 139 w 591"/>
                <a:gd name="T27" fmla="*/ 61 h 601"/>
                <a:gd name="T28" fmla="*/ 53 w 591"/>
                <a:gd name="T29" fmla="*/ 135 h 601"/>
                <a:gd name="T30" fmla="*/ 0 w 591"/>
                <a:gd name="T31" fmla="*/ 500 h 601"/>
                <a:gd name="T32" fmla="*/ 0 w 591"/>
                <a:gd name="T33" fmla="*/ 500 h 601"/>
                <a:gd name="T34" fmla="*/ 0 w 591"/>
                <a:gd name="T35" fmla="*/ 513 h 601"/>
                <a:gd name="T36" fmla="*/ 87 w 591"/>
                <a:gd name="T37" fmla="*/ 600 h 601"/>
                <a:gd name="T38" fmla="*/ 29 w 591"/>
                <a:gd name="T39" fmla="*/ 504 h 601"/>
                <a:gd name="T40" fmla="*/ 29 w 591"/>
                <a:gd name="T41" fmla="*/ 504 h 601"/>
                <a:gd name="T42" fmla="*/ 83 w 591"/>
                <a:gd name="T43" fmla="*/ 139 h 601"/>
                <a:gd name="T44" fmla="*/ 139 w 591"/>
                <a:gd name="T45" fmla="*/ 90 h 601"/>
                <a:gd name="T46" fmla="*/ 451 w 591"/>
                <a:gd name="T47" fmla="*/ 90 h 601"/>
                <a:gd name="T48" fmla="*/ 507 w 591"/>
                <a:gd name="T49" fmla="*/ 139 h 601"/>
                <a:gd name="T50" fmla="*/ 559 w 591"/>
                <a:gd name="T51" fmla="*/ 504 h 601"/>
                <a:gd name="T52" fmla="*/ 559 w 591"/>
                <a:gd name="T53" fmla="*/ 504 h 601"/>
                <a:gd name="T54" fmla="*/ 560 w 591"/>
                <a:gd name="T55" fmla="*/ 513 h 601"/>
                <a:gd name="T56" fmla="*/ 543 w 591"/>
                <a:gd name="T57" fmla="*/ 552 h 601"/>
                <a:gd name="T58" fmla="*/ 503 w 591"/>
                <a:gd name="T59" fmla="*/ 569 h 601"/>
                <a:gd name="T60" fmla="*/ 87 w 591"/>
                <a:gd name="T61" fmla="*/ 569 h 601"/>
                <a:gd name="T62" fmla="*/ 46 w 591"/>
                <a:gd name="T63" fmla="*/ 552 h 601"/>
                <a:gd name="T64" fmla="*/ 29 w 591"/>
                <a:gd name="T65" fmla="*/ 513 h 601"/>
                <a:gd name="T66" fmla="*/ 29 w 591"/>
                <a:gd name="T67" fmla="*/ 504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1" h="601">
                  <a:moveTo>
                    <a:pt x="87" y="600"/>
                  </a:moveTo>
                  <a:lnTo>
                    <a:pt x="87" y="600"/>
                  </a:lnTo>
                  <a:cubicBezTo>
                    <a:pt x="503" y="600"/>
                    <a:pt x="503" y="600"/>
                    <a:pt x="503" y="600"/>
                  </a:cubicBezTo>
                  <a:cubicBezTo>
                    <a:pt x="552" y="600"/>
                    <a:pt x="590" y="560"/>
                    <a:pt x="590" y="513"/>
                  </a:cubicBezTo>
                  <a:cubicBezTo>
                    <a:pt x="590" y="508"/>
                    <a:pt x="590" y="504"/>
                    <a:pt x="588" y="500"/>
                  </a:cubicBezTo>
                  <a:lnTo>
                    <a:pt x="588" y="500"/>
                  </a:lnTo>
                  <a:cubicBezTo>
                    <a:pt x="536" y="135"/>
                    <a:pt x="536" y="135"/>
                    <a:pt x="536" y="135"/>
                  </a:cubicBezTo>
                  <a:cubicBezTo>
                    <a:pt x="531" y="92"/>
                    <a:pt x="494" y="61"/>
                    <a:pt x="451" y="61"/>
                  </a:cubicBezTo>
                  <a:cubicBezTo>
                    <a:pt x="309" y="61"/>
                    <a:pt x="309" y="61"/>
                    <a:pt x="309" y="61"/>
                  </a:cubicBezTo>
                  <a:cubicBezTo>
                    <a:pt x="309" y="16"/>
                    <a:pt x="309" y="16"/>
                    <a:pt x="309" y="16"/>
                  </a:cubicBezTo>
                  <a:cubicBezTo>
                    <a:pt x="309" y="7"/>
                    <a:pt x="303" y="0"/>
                    <a:pt x="295" y="0"/>
                  </a:cubicBezTo>
                  <a:cubicBezTo>
                    <a:pt x="286" y="0"/>
                    <a:pt x="279" y="7"/>
                    <a:pt x="279" y="16"/>
                  </a:cubicBezTo>
                  <a:cubicBezTo>
                    <a:pt x="279" y="61"/>
                    <a:pt x="279" y="61"/>
                    <a:pt x="279" y="61"/>
                  </a:cubicBezTo>
                  <a:cubicBezTo>
                    <a:pt x="139" y="61"/>
                    <a:pt x="139" y="61"/>
                    <a:pt x="139" y="61"/>
                  </a:cubicBezTo>
                  <a:cubicBezTo>
                    <a:pt x="95" y="61"/>
                    <a:pt x="59" y="92"/>
                    <a:pt x="53" y="135"/>
                  </a:cubicBezTo>
                  <a:cubicBezTo>
                    <a:pt x="0" y="500"/>
                    <a:pt x="0" y="500"/>
                    <a:pt x="0" y="500"/>
                  </a:cubicBezTo>
                  <a:lnTo>
                    <a:pt x="0" y="500"/>
                  </a:lnTo>
                  <a:cubicBezTo>
                    <a:pt x="0" y="504"/>
                    <a:pt x="0" y="508"/>
                    <a:pt x="0" y="513"/>
                  </a:cubicBezTo>
                  <a:cubicBezTo>
                    <a:pt x="0" y="560"/>
                    <a:pt x="38" y="600"/>
                    <a:pt x="87" y="600"/>
                  </a:cubicBezTo>
                  <a:close/>
                  <a:moveTo>
                    <a:pt x="29" y="504"/>
                  </a:moveTo>
                  <a:lnTo>
                    <a:pt x="29" y="504"/>
                  </a:lnTo>
                  <a:cubicBezTo>
                    <a:pt x="83" y="139"/>
                    <a:pt x="83" y="139"/>
                    <a:pt x="83" y="139"/>
                  </a:cubicBezTo>
                  <a:cubicBezTo>
                    <a:pt x="85" y="111"/>
                    <a:pt x="111" y="90"/>
                    <a:pt x="139" y="90"/>
                  </a:cubicBezTo>
                  <a:cubicBezTo>
                    <a:pt x="451" y="90"/>
                    <a:pt x="451" y="90"/>
                    <a:pt x="451" y="90"/>
                  </a:cubicBezTo>
                  <a:cubicBezTo>
                    <a:pt x="479" y="90"/>
                    <a:pt x="503" y="111"/>
                    <a:pt x="507" y="139"/>
                  </a:cubicBezTo>
                  <a:cubicBezTo>
                    <a:pt x="559" y="504"/>
                    <a:pt x="559" y="504"/>
                    <a:pt x="559" y="504"/>
                  </a:cubicBezTo>
                  <a:lnTo>
                    <a:pt x="559" y="504"/>
                  </a:lnTo>
                  <a:cubicBezTo>
                    <a:pt x="559" y="507"/>
                    <a:pt x="560" y="510"/>
                    <a:pt x="560" y="513"/>
                  </a:cubicBezTo>
                  <a:cubicBezTo>
                    <a:pt x="560" y="528"/>
                    <a:pt x="553" y="542"/>
                    <a:pt x="543" y="552"/>
                  </a:cubicBezTo>
                  <a:cubicBezTo>
                    <a:pt x="532" y="563"/>
                    <a:pt x="518" y="569"/>
                    <a:pt x="503" y="569"/>
                  </a:cubicBezTo>
                  <a:cubicBezTo>
                    <a:pt x="87" y="569"/>
                    <a:pt x="87" y="569"/>
                    <a:pt x="87" y="569"/>
                  </a:cubicBezTo>
                  <a:cubicBezTo>
                    <a:pt x="70" y="569"/>
                    <a:pt x="56" y="563"/>
                    <a:pt x="46" y="552"/>
                  </a:cubicBezTo>
                  <a:cubicBezTo>
                    <a:pt x="35" y="542"/>
                    <a:pt x="29" y="528"/>
                    <a:pt x="29" y="513"/>
                  </a:cubicBezTo>
                  <a:cubicBezTo>
                    <a:pt x="29" y="510"/>
                    <a:pt x="29" y="507"/>
                    <a:pt x="29" y="5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52">
              <a:extLst>
                <a:ext uri="{FF2B5EF4-FFF2-40B4-BE49-F238E27FC236}">
                  <a16:creationId xmlns:a16="http://schemas.microsoft.com/office/drawing/2014/main" id="{60D305FC-FA8A-CBC4-7DE2-51D8F52084CD}"/>
                </a:ext>
              </a:extLst>
            </p:cNvPr>
            <p:cNvSpPr>
              <a:spLocks noChangeArrowheads="1"/>
            </p:cNvSpPr>
            <p:nvPr/>
          </p:nvSpPr>
          <p:spPr bwMode="auto">
            <a:xfrm>
              <a:off x="8769350" y="3133725"/>
              <a:ext cx="228600" cy="33338"/>
            </a:xfrm>
            <a:custGeom>
              <a:avLst/>
              <a:gdLst>
                <a:gd name="T0" fmla="*/ 624 w 635"/>
                <a:gd name="T1" fmla="*/ 4 h 94"/>
                <a:gd name="T2" fmla="*/ 624 w 635"/>
                <a:gd name="T3" fmla="*/ 4 h 94"/>
                <a:gd name="T4" fmla="*/ 604 w 635"/>
                <a:gd name="T5" fmla="*/ 11 h 94"/>
                <a:gd name="T6" fmla="*/ 604 w 635"/>
                <a:gd name="T7" fmla="*/ 11 h 94"/>
                <a:gd name="T8" fmla="*/ 590 w 635"/>
                <a:gd name="T9" fmla="*/ 38 h 94"/>
                <a:gd name="T10" fmla="*/ 549 w 635"/>
                <a:gd name="T11" fmla="*/ 62 h 94"/>
                <a:gd name="T12" fmla="*/ 85 w 635"/>
                <a:gd name="T13" fmla="*/ 62 h 94"/>
                <a:gd name="T14" fmla="*/ 45 w 635"/>
                <a:gd name="T15" fmla="*/ 38 h 94"/>
                <a:gd name="T16" fmla="*/ 31 w 635"/>
                <a:gd name="T17" fmla="*/ 11 h 94"/>
                <a:gd name="T18" fmla="*/ 12 w 635"/>
                <a:gd name="T19" fmla="*/ 4 h 94"/>
                <a:gd name="T20" fmla="*/ 5 w 635"/>
                <a:gd name="T21" fmla="*/ 24 h 94"/>
                <a:gd name="T22" fmla="*/ 17 w 635"/>
                <a:gd name="T23" fmla="*/ 51 h 94"/>
                <a:gd name="T24" fmla="*/ 85 w 635"/>
                <a:gd name="T25" fmla="*/ 93 h 94"/>
                <a:gd name="T26" fmla="*/ 549 w 635"/>
                <a:gd name="T27" fmla="*/ 93 h 94"/>
                <a:gd name="T28" fmla="*/ 617 w 635"/>
                <a:gd name="T29" fmla="*/ 51 h 94"/>
                <a:gd name="T30" fmla="*/ 631 w 635"/>
                <a:gd name="T31" fmla="*/ 24 h 94"/>
                <a:gd name="T32" fmla="*/ 624 w 635"/>
                <a:gd name="T33" fmla="*/ 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5" h="94">
                  <a:moveTo>
                    <a:pt x="624" y="4"/>
                  </a:moveTo>
                  <a:lnTo>
                    <a:pt x="624" y="4"/>
                  </a:lnTo>
                  <a:cubicBezTo>
                    <a:pt x="617" y="0"/>
                    <a:pt x="607" y="3"/>
                    <a:pt x="604" y="11"/>
                  </a:cubicBezTo>
                  <a:lnTo>
                    <a:pt x="604" y="11"/>
                  </a:lnTo>
                  <a:cubicBezTo>
                    <a:pt x="590" y="38"/>
                    <a:pt x="590" y="38"/>
                    <a:pt x="590" y="38"/>
                  </a:cubicBezTo>
                  <a:cubicBezTo>
                    <a:pt x="583" y="53"/>
                    <a:pt x="568" y="62"/>
                    <a:pt x="549" y="62"/>
                  </a:cubicBezTo>
                  <a:cubicBezTo>
                    <a:pt x="85" y="62"/>
                    <a:pt x="85" y="62"/>
                    <a:pt x="85" y="62"/>
                  </a:cubicBezTo>
                  <a:cubicBezTo>
                    <a:pt x="68" y="62"/>
                    <a:pt x="52" y="53"/>
                    <a:pt x="45" y="38"/>
                  </a:cubicBezTo>
                  <a:cubicBezTo>
                    <a:pt x="31" y="11"/>
                    <a:pt x="31" y="11"/>
                    <a:pt x="31" y="11"/>
                  </a:cubicBezTo>
                  <a:cubicBezTo>
                    <a:pt x="27" y="3"/>
                    <a:pt x="19" y="0"/>
                    <a:pt x="12" y="4"/>
                  </a:cubicBezTo>
                  <a:cubicBezTo>
                    <a:pt x="3" y="8"/>
                    <a:pt x="0" y="17"/>
                    <a:pt x="5" y="24"/>
                  </a:cubicBezTo>
                  <a:cubicBezTo>
                    <a:pt x="17" y="51"/>
                    <a:pt x="17" y="51"/>
                    <a:pt x="17" y="51"/>
                  </a:cubicBezTo>
                  <a:cubicBezTo>
                    <a:pt x="30" y="76"/>
                    <a:pt x="57" y="93"/>
                    <a:pt x="85" y="93"/>
                  </a:cubicBezTo>
                  <a:cubicBezTo>
                    <a:pt x="549" y="93"/>
                    <a:pt x="549" y="93"/>
                    <a:pt x="549" y="93"/>
                  </a:cubicBezTo>
                  <a:cubicBezTo>
                    <a:pt x="579" y="93"/>
                    <a:pt x="604" y="76"/>
                    <a:pt x="617" y="51"/>
                  </a:cubicBezTo>
                  <a:cubicBezTo>
                    <a:pt x="631" y="24"/>
                    <a:pt x="631" y="24"/>
                    <a:pt x="631" y="24"/>
                  </a:cubicBezTo>
                  <a:cubicBezTo>
                    <a:pt x="634" y="17"/>
                    <a:pt x="631" y="8"/>
                    <a:pt x="62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53">
              <a:extLst>
                <a:ext uri="{FF2B5EF4-FFF2-40B4-BE49-F238E27FC236}">
                  <a16:creationId xmlns:a16="http://schemas.microsoft.com/office/drawing/2014/main" id="{F9812A64-9310-9C41-14B6-8BAC49CEE713}"/>
                </a:ext>
              </a:extLst>
            </p:cNvPr>
            <p:cNvSpPr>
              <a:spLocks noChangeArrowheads="1"/>
            </p:cNvSpPr>
            <p:nvPr/>
          </p:nvSpPr>
          <p:spPr bwMode="auto">
            <a:xfrm>
              <a:off x="8824913" y="3232150"/>
              <a:ext cx="119062" cy="119063"/>
            </a:xfrm>
            <a:custGeom>
              <a:avLst/>
              <a:gdLst>
                <a:gd name="T0" fmla="*/ 166 w 331"/>
                <a:gd name="T1" fmla="*/ 329 h 330"/>
                <a:gd name="T2" fmla="*/ 166 w 331"/>
                <a:gd name="T3" fmla="*/ 329 h 330"/>
                <a:gd name="T4" fmla="*/ 330 w 331"/>
                <a:gd name="T5" fmla="*/ 165 h 330"/>
                <a:gd name="T6" fmla="*/ 166 w 331"/>
                <a:gd name="T7" fmla="*/ 0 h 330"/>
                <a:gd name="T8" fmla="*/ 0 w 331"/>
                <a:gd name="T9" fmla="*/ 165 h 330"/>
                <a:gd name="T10" fmla="*/ 166 w 331"/>
                <a:gd name="T11" fmla="*/ 329 h 330"/>
                <a:gd name="T12" fmla="*/ 70 w 331"/>
                <a:gd name="T13" fmla="*/ 69 h 330"/>
                <a:gd name="T14" fmla="*/ 70 w 331"/>
                <a:gd name="T15" fmla="*/ 69 h 330"/>
                <a:gd name="T16" fmla="*/ 166 w 331"/>
                <a:gd name="T17" fmla="*/ 30 h 330"/>
                <a:gd name="T18" fmla="*/ 261 w 331"/>
                <a:gd name="T19" fmla="*/ 69 h 330"/>
                <a:gd name="T20" fmla="*/ 301 w 331"/>
                <a:gd name="T21" fmla="*/ 165 h 330"/>
                <a:gd name="T22" fmla="*/ 261 w 331"/>
                <a:gd name="T23" fmla="*/ 260 h 330"/>
                <a:gd name="T24" fmla="*/ 166 w 331"/>
                <a:gd name="T25" fmla="*/ 300 h 330"/>
                <a:gd name="T26" fmla="*/ 70 w 331"/>
                <a:gd name="T27" fmla="*/ 260 h 330"/>
                <a:gd name="T28" fmla="*/ 31 w 331"/>
                <a:gd name="T29" fmla="*/ 165 h 330"/>
                <a:gd name="T30" fmla="*/ 70 w 331"/>
                <a:gd name="T31" fmla="*/ 69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1" h="330">
                  <a:moveTo>
                    <a:pt x="166" y="329"/>
                  </a:moveTo>
                  <a:lnTo>
                    <a:pt x="166" y="329"/>
                  </a:lnTo>
                  <a:cubicBezTo>
                    <a:pt x="257" y="329"/>
                    <a:pt x="330" y="256"/>
                    <a:pt x="330" y="165"/>
                  </a:cubicBezTo>
                  <a:cubicBezTo>
                    <a:pt x="330" y="73"/>
                    <a:pt x="257" y="0"/>
                    <a:pt x="166" y="0"/>
                  </a:cubicBezTo>
                  <a:cubicBezTo>
                    <a:pt x="74" y="0"/>
                    <a:pt x="0" y="73"/>
                    <a:pt x="0" y="165"/>
                  </a:cubicBezTo>
                  <a:cubicBezTo>
                    <a:pt x="0" y="256"/>
                    <a:pt x="74" y="329"/>
                    <a:pt x="166" y="329"/>
                  </a:cubicBezTo>
                  <a:close/>
                  <a:moveTo>
                    <a:pt x="70" y="69"/>
                  </a:moveTo>
                  <a:lnTo>
                    <a:pt x="70" y="69"/>
                  </a:lnTo>
                  <a:cubicBezTo>
                    <a:pt x="94" y="45"/>
                    <a:pt x="128" y="30"/>
                    <a:pt x="166" y="30"/>
                  </a:cubicBezTo>
                  <a:cubicBezTo>
                    <a:pt x="202" y="30"/>
                    <a:pt x="236" y="45"/>
                    <a:pt x="261" y="69"/>
                  </a:cubicBezTo>
                  <a:cubicBezTo>
                    <a:pt x="285" y="95"/>
                    <a:pt x="301" y="128"/>
                    <a:pt x="301" y="165"/>
                  </a:cubicBezTo>
                  <a:cubicBezTo>
                    <a:pt x="301" y="203"/>
                    <a:pt x="285" y="236"/>
                    <a:pt x="261" y="260"/>
                  </a:cubicBezTo>
                  <a:cubicBezTo>
                    <a:pt x="236" y="284"/>
                    <a:pt x="202" y="300"/>
                    <a:pt x="166" y="300"/>
                  </a:cubicBezTo>
                  <a:cubicBezTo>
                    <a:pt x="128" y="300"/>
                    <a:pt x="94" y="284"/>
                    <a:pt x="70" y="260"/>
                  </a:cubicBezTo>
                  <a:cubicBezTo>
                    <a:pt x="46" y="236"/>
                    <a:pt x="31" y="203"/>
                    <a:pt x="31" y="165"/>
                  </a:cubicBezTo>
                  <a:cubicBezTo>
                    <a:pt x="31" y="128"/>
                    <a:pt x="46" y="95"/>
                    <a:pt x="70"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5" name="Group 188">
            <a:extLst>
              <a:ext uri="{FF2B5EF4-FFF2-40B4-BE49-F238E27FC236}">
                <a16:creationId xmlns:a16="http://schemas.microsoft.com/office/drawing/2014/main" id="{D2893303-C364-2B93-F1E5-09BF094AEEA2}"/>
              </a:ext>
            </a:extLst>
          </p:cNvPr>
          <p:cNvGrpSpPr/>
          <p:nvPr/>
        </p:nvGrpSpPr>
        <p:grpSpPr>
          <a:xfrm>
            <a:off x="10302478" y="1372270"/>
            <a:ext cx="258762" cy="193675"/>
            <a:chOff x="9266238" y="3167063"/>
            <a:chExt cx="258762" cy="193675"/>
          </a:xfrm>
          <a:solidFill>
            <a:schemeClr val="tx2"/>
          </a:solidFill>
        </p:grpSpPr>
        <p:sp>
          <p:nvSpPr>
            <p:cNvPr id="186" name="Freeform 154">
              <a:extLst>
                <a:ext uri="{FF2B5EF4-FFF2-40B4-BE49-F238E27FC236}">
                  <a16:creationId xmlns:a16="http://schemas.microsoft.com/office/drawing/2014/main" id="{961070FD-3246-64E7-7E60-B2FC9E7015CE}"/>
                </a:ext>
              </a:extLst>
            </p:cNvPr>
            <p:cNvSpPr>
              <a:spLocks noChangeArrowheads="1"/>
            </p:cNvSpPr>
            <p:nvPr/>
          </p:nvSpPr>
          <p:spPr bwMode="auto">
            <a:xfrm>
              <a:off x="9266238" y="3167063"/>
              <a:ext cx="258762" cy="193675"/>
            </a:xfrm>
            <a:custGeom>
              <a:avLst/>
              <a:gdLst>
                <a:gd name="T0" fmla="*/ 224 w 719"/>
                <a:gd name="T1" fmla="*/ 539 h 540"/>
                <a:gd name="T2" fmla="*/ 224 w 719"/>
                <a:gd name="T3" fmla="*/ 539 h 540"/>
                <a:gd name="T4" fmla="*/ 584 w 719"/>
                <a:gd name="T5" fmla="*/ 539 h 540"/>
                <a:gd name="T6" fmla="*/ 718 w 719"/>
                <a:gd name="T7" fmla="*/ 404 h 540"/>
                <a:gd name="T8" fmla="*/ 718 w 719"/>
                <a:gd name="T9" fmla="*/ 317 h 540"/>
                <a:gd name="T10" fmla="*/ 718 w 719"/>
                <a:gd name="T11" fmla="*/ 314 h 540"/>
                <a:gd name="T12" fmla="*/ 713 w 719"/>
                <a:gd name="T13" fmla="*/ 271 h 540"/>
                <a:gd name="T14" fmla="*/ 661 w 719"/>
                <a:gd name="T15" fmla="*/ 203 h 540"/>
                <a:gd name="T16" fmla="*/ 579 w 719"/>
                <a:gd name="T17" fmla="*/ 179 h 540"/>
                <a:gd name="T18" fmla="*/ 478 w 719"/>
                <a:gd name="T19" fmla="*/ 151 h 540"/>
                <a:gd name="T20" fmla="*/ 366 w 719"/>
                <a:gd name="T21" fmla="*/ 59 h 540"/>
                <a:gd name="T22" fmla="*/ 304 w 719"/>
                <a:gd name="T23" fmla="*/ 17 h 540"/>
                <a:gd name="T24" fmla="*/ 224 w 719"/>
                <a:gd name="T25" fmla="*/ 0 h 540"/>
                <a:gd name="T26" fmla="*/ 64 w 719"/>
                <a:gd name="T27" fmla="*/ 64 h 540"/>
                <a:gd name="T28" fmla="*/ 0 w 719"/>
                <a:gd name="T29" fmla="*/ 223 h 540"/>
                <a:gd name="T30" fmla="*/ 0 w 719"/>
                <a:gd name="T31" fmla="*/ 224 h 540"/>
                <a:gd name="T32" fmla="*/ 0 w 719"/>
                <a:gd name="T33" fmla="*/ 314 h 540"/>
                <a:gd name="T34" fmla="*/ 224 w 719"/>
                <a:gd name="T35" fmla="*/ 539 h 540"/>
                <a:gd name="T36" fmla="*/ 85 w 719"/>
                <a:gd name="T37" fmla="*/ 85 h 540"/>
                <a:gd name="T38" fmla="*/ 85 w 719"/>
                <a:gd name="T39" fmla="*/ 85 h 540"/>
                <a:gd name="T40" fmla="*/ 224 w 719"/>
                <a:gd name="T41" fmla="*/ 29 h 540"/>
                <a:gd name="T42" fmla="*/ 310 w 719"/>
                <a:gd name="T43" fmla="*/ 55 h 540"/>
                <a:gd name="T44" fmla="*/ 419 w 719"/>
                <a:gd name="T45" fmla="*/ 147 h 540"/>
                <a:gd name="T46" fmla="*/ 488 w 719"/>
                <a:gd name="T47" fmla="*/ 191 h 540"/>
                <a:gd name="T48" fmla="*/ 579 w 719"/>
                <a:gd name="T49" fmla="*/ 209 h 540"/>
                <a:gd name="T50" fmla="*/ 644 w 719"/>
                <a:gd name="T51" fmla="*/ 229 h 540"/>
                <a:gd name="T52" fmla="*/ 683 w 719"/>
                <a:gd name="T53" fmla="*/ 281 h 540"/>
                <a:gd name="T54" fmla="*/ 689 w 719"/>
                <a:gd name="T55" fmla="*/ 313 h 540"/>
                <a:gd name="T56" fmla="*/ 689 w 719"/>
                <a:gd name="T57" fmla="*/ 314 h 540"/>
                <a:gd name="T58" fmla="*/ 689 w 719"/>
                <a:gd name="T59" fmla="*/ 314 h 540"/>
                <a:gd name="T60" fmla="*/ 689 w 719"/>
                <a:gd name="T61" fmla="*/ 317 h 540"/>
                <a:gd name="T62" fmla="*/ 638 w 719"/>
                <a:gd name="T63" fmla="*/ 403 h 540"/>
                <a:gd name="T64" fmla="*/ 634 w 719"/>
                <a:gd name="T65" fmla="*/ 424 h 540"/>
                <a:gd name="T66" fmla="*/ 654 w 719"/>
                <a:gd name="T67" fmla="*/ 429 h 540"/>
                <a:gd name="T68" fmla="*/ 689 w 719"/>
                <a:gd name="T69" fmla="*/ 398 h 540"/>
                <a:gd name="T70" fmla="*/ 689 w 719"/>
                <a:gd name="T71" fmla="*/ 404 h 540"/>
                <a:gd name="T72" fmla="*/ 658 w 719"/>
                <a:gd name="T73" fmla="*/ 479 h 540"/>
                <a:gd name="T74" fmla="*/ 584 w 719"/>
                <a:gd name="T75" fmla="*/ 508 h 540"/>
                <a:gd name="T76" fmla="*/ 224 w 719"/>
                <a:gd name="T77" fmla="*/ 508 h 540"/>
                <a:gd name="T78" fmla="*/ 87 w 719"/>
                <a:gd name="T79" fmla="*/ 452 h 540"/>
                <a:gd name="T80" fmla="*/ 32 w 719"/>
                <a:gd name="T81" fmla="*/ 338 h 540"/>
                <a:gd name="T82" fmla="*/ 74 w 719"/>
                <a:gd name="T83" fmla="*/ 390 h 540"/>
                <a:gd name="T84" fmla="*/ 230 w 719"/>
                <a:gd name="T85" fmla="*/ 449 h 540"/>
                <a:gd name="T86" fmla="*/ 584 w 719"/>
                <a:gd name="T87" fmla="*/ 449 h 540"/>
                <a:gd name="T88" fmla="*/ 599 w 719"/>
                <a:gd name="T89" fmla="*/ 434 h 540"/>
                <a:gd name="T90" fmla="*/ 584 w 719"/>
                <a:gd name="T91" fmla="*/ 418 h 540"/>
                <a:gd name="T92" fmla="*/ 230 w 719"/>
                <a:gd name="T93" fmla="*/ 418 h 540"/>
                <a:gd name="T94" fmla="*/ 94 w 719"/>
                <a:gd name="T95" fmla="*/ 368 h 540"/>
                <a:gd name="T96" fmla="*/ 30 w 719"/>
                <a:gd name="T97" fmla="*/ 240 h 540"/>
                <a:gd name="T98" fmla="*/ 30 w 719"/>
                <a:gd name="T99" fmla="*/ 224 h 540"/>
                <a:gd name="T100" fmla="*/ 85 w 719"/>
                <a:gd name="T101" fmla="*/ 85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9" h="540">
                  <a:moveTo>
                    <a:pt x="224" y="539"/>
                  </a:moveTo>
                  <a:lnTo>
                    <a:pt x="224" y="539"/>
                  </a:lnTo>
                  <a:cubicBezTo>
                    <a:pt x="584" y="539"/>
                    <a:pt x="584" y="539"/>
                    <a:pt x="584" y="539"/>
                  </a:cubicBezTo>
                  <a:cubicBezTo>
                    <a:pt x="658" y="539"/>
                    <a:pt x="718" y="479"/>
                    <a:pt x="718" y="404"/>
                  </a:cubicBezTo>
                  <a:cubicBezTo>
                    <a:pt x="718" y="317"/>
                    <a:pt x="718" y="317"/>
                    <a:pt x="718" y="317"/>
                  </a:cubicBezTo>
                  <a:cubicBezTo>
                    <a:pt x="718" y="317"/>
                    <a:pt x="718" y="316"/>
                    <a:pt x="718" y="314"/>
                  </a:cubicBezTo>
                  <a:cubicBezTo>
                    <a:pt x="718" y="300"/>
                    <a:pt x="717" y="286"/>
                    <a:pt x="713" y="271"/>
                  </a:cubicBezTo>
                  <a:cubicBezTo>
                    <a:pt x="703" y="243"/>
                    <a:pt x="685" y="220"/>
                    <a:pt x="661" y="203"/>
                  </a:cubicBezTo>
                  <a:cubicBezTo>
                    <a:pt x="637" y="188"/>
                    <a:pt x="609" y="179"/>
                    <a:pt x="579" y="179"/>
                  </a:cubicBezTo>
                  <a:cubicBezTo>
                    <a:pt x="539" y="178"/>
                    <a:pt x="506" y="168"/>
                    <a:pt x="478" y="151"/>
                  </a:cubicBezTo>
                  <a:cubicBezTo>
                    <a:pt x="436" y="128"/>
                    <a:pt x="403" y="91"/>
                    <a:pt x="366" y="59"/>
                  </a:cubicBezTo>
                  <a:cubicBezTo>
                    <a:pt x="346" y="43"/>
                    <a:pt x="327" y="28"/>
                    <a:pt x="304" y="17"/>
                  </a:cubicBezTo>
                  <a:cubicBezTo>
                    <a:pt x="280" y="7"/>
                    <a:pt x="255" y="0"/>
                    <a:pt x="224" y="0"/>
                  </a:cubicBezTo>
                  <a:cubicBezTo>
                    <a:pt x="161" y="0"/>
                    <a:pt x="105" y="24"/>
                    <a:pt x="64" y="64"/>
                  </a:cubicBezTo>
                  <a:cubicBezTo>
                    <a:pt x="25" y="104"/>
                    <a:pt x="1" y="160"/>
                    <a:pt x="0" y="223"/>
                  </a:cubicBezTo>
                  <a:cubicBezTo>
                    <a:pt x="0" y="223"/>
                    <a:pt x="0" y="223"/>
                    <a:pt x="0" y="224"/>
                  </a:cubicBezTo>
                  <a:cubicBezTo>
                    <a:pt x="0" y="314"/>
                    <a:pt x="0" y="314"/>
                    <a:pt x="0" y="314"/>
                  </a:cubicBezTo>
                  <a:cubicBezTo>
                    <a:pt x="0" y="438"/>
                    <a:pt x="101" y="539"/>
                    <a:pt x="224" y="539"/>
                  </a:cubicBezTo>
                  <a:close/>
                  <a:moveTo>
                    <a:pt x="85" y="85"/>
                  </a:moveTo>
                  <a:lnTo>
                    <a:pt x="85" y="85"/>
                  </a:lnTo>
                  <a:cubicBezTo>
                    <a:pt x="120" y="50"/>
                    <a:pt x="168" y="29"/>
                    <a:pt x="224" y="29"/>
                  </a:cubicBezTo>
                  <a:cubicBezTo>
                    <a:pt x="259" y="29"/>
                    <a:pt x="285" y="39"/>
                    <a:pt x="310" y="55"/>
                  </a:cubicBezTo>
                  <a:cubicBezTo>
                    <a:pt x="348" y="78"/>
                    <a:pt x="380" y="115"/>
                    <a:pt x="419" y="147"/>
                  </a:cubicBezTo>
                  <a:cubicBezTo>
                    <a:pt x="440" y="164"/>
                    <a:pt x="463" y="179"/>
                    <a:pt x="488" y="191"/>
                  </a:cubicBezTo>
                  <a:cubicBezTo>
                    <a:pt x="515" y="202"/>
                    <a:pt x="544" y="209"/>
                    <a:pt x="579" y="209"/>
                  </a:cubicBezTo>
                  <a:cubicBezTo>
                    <a:pt x="603" y="209"/>
                    <a:pt x="626" y="216"/>
                    <a:pt x="644" y="229"/>
                  </a:cubicBezTo>
                  <a:cubicBezTo>
                    <a:pt x="662" y="241"/>
                    <a:pt x="676" y="258"/>
                    <a:pt x="683" y="281"/>
                  </a:cubicBezTo>
                  <a:cubicBezTo>
                    <a:pt x="688" y="292"/>
                    <a:pt x="689" y="303"/>
                    <a:pt x="689" y="313"/>
                  </a:cubicBezTo>
                  <a:lnTo>
                    <a:pt x="689" y="314"/>
                  </a:lnTo>
                  <a:lnTo>
                    <a:pt x="689" y="314"/>
                  </a:lnTo>
                  <a:cubicBezTo>
                    <a:pt x="689" y="317"/>
                    <a:pt x="689" y="317"/>
                    <a:pt x="689" y="317"/>
                  </a:cubicBezTo>
                  <a:cubicBezTo>
                    <a:pt x="688" y="354"/>
                    <a:pt x="668" y="386"/>
                    <a:pt x="638" y="403"/>
                  </a:cubicBezTo>
                  <a:cubicBezTo>
                    <a:pt x="631" y="408"/>
                    <a:pt x="630" y="417"/>
                    <a:pt x="634" y="424"/>
                  </a:cubicBezTo>
                  <a:cubicBezTo>
                    <a:pt x="638" y="431"/>
                    <a:pt x="647" y="434"/>
                    <a:pt x="654" y="429"/>
                  </a:cubicBezTo>
                  <a:cubicBezTo>
                    <a:pt x="668" y="421"/>
                    <a:pt x="679" y="411"/>
                    <a:pt x="689" y="398"/>
                  </a:cubicBezTo>
                  <a:cubicBezTo>
                    <a:pt x="689" y="404"/>
                    <a:pt x="689" y="404"/>
                    <a:pt x="689" y="404"/>
                  </a:cubicBezTo>
                  <a:cubicBezTo>
                    <a:pt x="689" y="432"/>
                    <a:pt x="676" y="459"/>
                    <a:pt x="658" y="479"/>
                  </a:cubicBezTo>
                  <a:cubicBezTo>
                    <a:pt x="638" y="497"/>
                    <a:pt x="613" y="508"/>
                    <a:pt x="584" y="508"/>
                  </a:cubicBezTo>
                  <a:cubicBezTo>
                    <a:pt x="224" y="508"/>
                    <a:pt x="224" y="508"/>
                    <a:pt x="224" y="508"/>
                  </a:cubicBezTo>
                  <a:cubicBezTo>
                    <a:pt x="171" y="508"/>
                    <a:pt x="122" y="487"/>
                    <a:pt x="87" y="452"/>
                  </a:cubicBezTo>
                  <a:cubicBezTo>
                    <a:pt x="57" y="422"/>
                    <a:pt x="36" y="382"/>
                    <a:pt x="32" y="338"/>
                  </a:cubicBezTo>
                  <a:cubicBezTo>
                    <a:pt x="43" y="358"/>
                    <a:pt x="57" y="375"/>
                    <a:pt x="74" y="390"/>
                  </a:cubicBezTo>
                  <a:cubicBezTo>
                    <a:pt x="116" y="427"/>
                    <a:pt x="171" y="449"/>
                    <a:pt x="230" y="449"/>
                  </a:cubicBezTo>
                  <a:cubicBezTo>
                    <a:pt x="584" y="449"/>
                    <a:pt x="584" y="449"/>
                    <a:pt x="584" y="449"/>
                  </a:cubicBezTo>
                  <a:cubicBezTo>
                    <a:pt x="592" y="449"/>
                    <a:pt x="599" y="442"/>
                    <a:pt x="599" y="434"/>
                  </a:cubicBezTo>
                  <a:cubicBezTo>
                    <a:pt x="599" y="425"/>
                    <a:pt x="592" y="418"/>
                    <a:pt x="584" y="418"/>
                  </a:cubicBezTo>
                  <a:cubicBezTo>
                    <a:pt x="230" y="418"/>
                    <a:pt x="230" y="418"/>
                    <a:pt x="230" y="418"/>
                  </a:cubicBezTo>
                  <a:cubicBezTo>
                    <a:pt x="179" y="418"/>
                    <a:pt x="130" y="400"/>
                    <a:pt x="94" y="368"/>
                  </a:cubicBezTo>
                  <a:cubicBezTo>
                    <a:pt x="59" y="335"/>
                    <a:pt x="33" y="290"/>
                    <a:pt x="30" y="240"/>
                  </a:cubicBezTo>
                  <a:cubicBezTo>
                    <a:pt x="30" y="234"/>
                    <a:pt x="30" y="229"/>
                    <a:pt x="30" y="224"/>
                  </a:cubicBezTo>
                  <a:cubicBezTo>
                    <a:pt x="30" y="168"/>
                    <a:pt x="52" y="119"/>
                    <a:pt x="85" y="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5">
              <a:extLst>
                <a:ext uri="{FF2B5EF4-FFF2-40B4-BE49-F238E27FC236}">
                  <a16:creationId xmlns:a16="http://schemas.microsoft.com/office/drawing/2014/main" id="{57EBFFA1-3D64-D9A3-8B56-6839F70E6843}"/>
                </a:ext>
              </a:extLst>
            </p:cNvPr>
            <p:cNvSpPr>
              <a:spLocks noChangeArrowheads="1"/>
            </p:cNvSpPr>
            <p:nvPr/>
          </p:nvSpPr>
          <p:spPr bwMode="auto">
            <a:xfrm>
              <a:off x="9309100" y="3221038"/>
              <a:ext cx="53975" cy="53975"/>
            </a:xfrm>
            <a:custGeom>
              <a:avLst/>
              <a:gdLst>
                <a:gd name="T0" fmla="*/ 76 w 151"/>
                <a:gd name="T1" fmla="*/ 150 h 151"/>
                <a:gd name="T2" fmla="*/ 76 w 151"/>
                <a:gd name="T3" fmla="*/ 150 h 151"/>
                <a:gd name="T4" fmla="*/ 150 w 151"/>
                <a:gd name="T5" fmla="*/ 75 h 151"/>
                <a:gd name="T6" fmla="*/ 76 w 151"/>
                <a:gd name="T7" fmla="*/ 0 h 151"/>
                <a:gd name="T8" fmla="*/ 0 w 151"/>
                <a:gd name="T9" fmla="*/ 75 h 151"/>
                <a:gd name="T10" fmla="*/ 76 w 151"/>
                <a:gd name="T11" fmla="*/ 150 h 151"/>
                <a:gd name="T12" fmla="*/ 76 w 151"/>
                <a:gd name="T13" fmla="*/ 30 h 151"/>
                <a:gd name="T14" fmla="*/ 76 w 151"/>
                <a:gd name="T15" fmla="*/ 30 h 151"/>
                <a:gd name="T16" fmla="*/ 121 w 151"/>
                <a:gd name="T17" fmla="*/ 75 h 151"/>
                <a:gd name="T18" fmla="*/ 76 w 151"/>
                <a:gd name="T19" fmla="*/ 120 h 151"/>
                <a:gd name="T20" fmla="*/ 31 w 151"/>
                <a:gd name="T21" fmla="*/ 75 h 151"/>
                <a:gd name="T22" fmla="*/ 76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6" y="150"/>
                  </a:moveTo>
                  <a:lnTo>
                    <a:pt x="76" y="150"/>
                  </a:lnTo>
                  <a:cubicBezTo>
                    <a:pt x="116" y="150"/>
                    <a:pt x="150" y="116"/>
                    <a:pt x="150" y="75"/>
                  </a:cubicBezTo>
                  <a:cubicBezTo>
                    <a:pt x="150" y="33"/>
                    <a:pt x="116" y="0"/>
                    <a:pt x="76" y="0"/>
                  </a:cubicBezTo>
                  <a:cubicBezTo>
                    <a:pt x="34" y="0"/>
                    <a:pt x="0" y="33"/>
                    <a:pt x="0" y="75"/>
                  </a:cubicBezTo>
                  <a:cubicBezTo>
                    <a:pt x="0" y="116"/>
                    <a:pt x="34" y="150"/>
                    <a:pt x="76" y="150"/>
                  </a:cubicBezTo>
                  <a:close/>
                  <a:moveTo>
                    <a:pt x="76" y="30"/>
                  </a:moveTo>
                  <a:lnTo>
                    <a:pt x="76" y="30"/>
                  </a:lnTo>
                  <a:cubicBezTo>
                    <a:pt x="100" y="30"/>
                    <a:pt x="121" y="50"/>
                    <a:pt x="121" y="75"/>
                  </a:cubicBezTo>
                  <a:cubicBezTo>
                    <a:pt x="121" y="99"/>
                    <a:pt x="100" y="120"/>
                    <a:pt x="76" y="120"/>
                  </a:cubicBezTo>
                  <a:cubicBezTo>
                    <a:pt x="50" y="120"/>
                    <a:pt x="31" y="99"/>
                    <a:pt x="31" y="75"/>
                  </a:cubicBezTo>
                  <a:cubicBezTo>
                    <a:pt x="31" y="50"/>
                    <a:pt x="50" y="30"/>
                    <a:pt x="7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8" name="Group 191">
            <a:extLst>
              <a:ext uri="{FF2B5EF4-FFF2-40B4-BE49-F238E27FC236}">
                <a16:creationId xmlns:a16="http://schemas.microsoft.com/office/drawing/2014/main" id="{43051ACE-1D68-DE11-0ED2-83B8AD8C0A78}"/>
              </a:ext>
            </a:extLst>
          </p:cNvPr>
          <p:cNvGrpSpPr/>
          <p:nvPr/>
        </p:nvGrpSpPr>
        <p:grpSpPr>
          <a:xfrm>
            <a:off x="10319940" y="1846933"/>
            <a:ext cx="227013" cy="258762"/>
            <a:chOff x="9283700" y="3652838"/>
            <a:chExt cx="227013" cy="258762"/>
          </a:xfrm>
          <a:solidFill>
            <a:schemeClr val="tx2"/>
          </a:solidFill>
        </p:grpSpPr>
        <p:sp>
          <p:nvSpPr>
            <p:cNvPr id="189" name="Freeform 156">
              <a:extLst>
                <a:ext uri="{FF2B5EF4-FFF2-40B4-BE49-F238E27FC236}">
                  <a16:creationId xmlns:a16="http://schemas.microsoft.com/office/drawing/2014/main" id="{A62A9DEE-EC19-5AC9-33E4-37A09DBF06BB}"/>
                </a:ext>
              </a:extLst>
            </p:cNvPr>
            <p:cNvSpPr>
              <a:spLocks noChangeArrowheads="1"/>
            </p:cNvSpPr>
            <p:nvPr/>
          </p:nvSpPr>
          <p:spPr bwMode="auto">
            <a:xfrm>
              <a:off x="9299575" y="3760788"/>
              <a:ext cx="195263" cy="150812"/>
            </a:xfrm>
            <a:custGeom>
              <a:avLst/>
              <a:gdLst>
                <a:gd name="T0" fmla="*/ 75 w 541"/>
                <a:gd name="T1" fmla="*/ 418 h 419"/>
                <a:gd name="T2" fmla="*/ 75 w 541"/>
                <a:gd name="T3" fmla="*/ 418 h 419"/>
                <a:gd name="T4" fmla="*/ 465 w 541"/>
                <a:gd name="T5" fmla="*/ 418 h 419"/>
                <a:gd name="T6" fmla="*/ 540 w 541"/>
                <a:gd name="T7" fmla="*/ 343 h 419"/>
                <a:gd name="T8" fmla="*/ 540 w 541"/>
                <a:gd name="T9" fmla="*/ 194 h 419"/>
                <a:gd name="T10" fmla="*/ 540 w 541"/>
                <a:gd name="T11" fmla="*/ 45 h 419"/>
                <a:gd name="T12" fmla="*/ 540 w 541"/>
                <a:gd name="T13" fmla="*/ 15 h 419"/>
                <a:gd name="T14" fmla="*/ 524 w 541"/>
                <a:gd name="T15" fmla="*/ 0 h 419"/>
                <a:gd name="T16" fmla="*/ 510 w 541"/>
                <a:gd name="T17" fmla="*/ 15 h 419"/>
                <a:gd name="T18" fmla="*/ 510 w 541"/>
                <a:gd name="T19" fmla="*/ 15 h 419"/>
                <a:gd name="T20" fmla="*/ 510 w 541"/>
                <a:gd name="T21" fmla="*/ 29 h 419"/>
                <a:gd name="T22" fmla="*/ 349 w 541"/>
                <a:gd name="T23" fmla="*/ 29 h 419"/>
                <a:gd name="T24" fmla="*/ 270 w 541"/>
                <a:gd name="T25" fmla="*/ 0 h 419"/>
                <a:gd name="T26" fmla="*/ 191 w 541"/>
                <a:gd name="T27" fmla="*/ 29 h 419"/>
                <a:gd name="T28" fmla="*/ 30 w 541"/>
                <a:gd name="T29" fmla="*/ 29 h 419"/>
                <a:gd name="T30" fmla="*/ 30 w 541"/>
                <a:gd name="T31" fmla="*/ 15 h 419"/>
                <a:gd name="T32" fmla="*/ 16 w 541"/>
                <a:gd name="T33" fmla="*/ 0 h 419"/>
                <a:gd name="T34" fmla="*/ 0 w 541"/>
                <a:gd name="T35" fmla="*/ 15 h 419"/>
                <a:gd name="T36" fmla="*/ 0 w 541"/>
                <a:gd name="T37" fmla="*/ 45 h 419"/>
                <a:gd name="T38" fmla="*/ 0 w 541"/>
                <a:gd name="T39" fmla="*/ 45 h 419"/>
                <a:gd name="T40" fmla="*/ 0 w 541"/>
                <a:gd name="T41" fmla="*/ 194 h 419"/>
                <a:gd name="T42" fmla="*/ 0 w 541"/>
                <a:gd name="T43" fmla="*/ 194 h 419"/>
                <a:gd name="T44" fmla="*/ 0 w 541"/>
                <a:gd name="T45" fmla="*/ 343 h 419"/>
                <a:gd name="T46" fmla="*/ 75 w 541"/>
                <a:gd name="T47" fmla="*/ 418 h 419"/>
                <a:gd name="T48" fmla="*/ 510 w 541"/>
                <a:gd name="T49" fmla="*/ 343 h 419"/>
                <a:gd name="T50" fmla="*/ 510 w 541"/>
                <a:gd name="T51" fmla="*/ 343 h 419"/>
                <a:gd name="T52" fmla="*/ 465 w 541"/>
                <a:gd name="T53" fmla="*/ 388 h 419"/>
                <a:gd name="T54" fmla="*/ 75 w 541"/>
                <a:gd name="T55" fmla="*/ 388 h 419"/>
                <a:gd name="T56" fmla="*/ 30 w 541"/>
                <a:gd name="T57" fmla="*/ 343 h 419"/>
                <a:gd name="T58" fmla="*/ 30 w 541"/>
                <a:gd name="T59" fmla="*/ 208 h 419"/>
                <a:gd name="T60" fmla="*/ 191 w 541"/>
                <a:gd name="T61" fmla="*/ 208 h 419"/>
                <a:gd name="T62" fmla="*/ 270 w 541"/>
                <a:gd name="T63" fmla="*/ 239 h 419"/>
                <a:gd name="T64" fmla="*/ 349 w 541"/>
                <a:gd name="T65" fmla="*/ 208 h 419"/>
                <a:gd name="T66" fmla="*/ 510 w 541"/>
                <a:gd name="T67" fmla="*/ 208 h 419"/>
                <a:gd name="T68" fmla="*/ 510 w 541"/>
                <a:gd name="T69" fmla="*/ 343 h 419"/>
                <a:gd name="T70" fmla="*/ 510 w 541"/>
                <a:gd name="T71" fmla="*/ 178 h 419"/>
                <a:gd name="T72" fmla="*/ 510 w 541"/>
                <a:gd name="T73" fmla="*/ 178 h 419"/>
                <a:gd name="T74" fmla="*/ 374 w 541"/>
                <a:gd name="T75" fmla="*/ 178 h 419"/>
                <a:gd name="T76" fmla="*/ 389 w 541"/>
                <a:gd name="T77" fmla="*/ 118 h 419"/>
                <a:gd name="T78" fmla="*/ 374 w 541"/>
                <a:gd name="T79" fmla="*/ 60 h 419"/>
                <a:gd name="T80" fmla="*/ 510 w 541"/>
                <a:gd name="T81" fmla="*/ 60 h 419"/>
                <a:gd name="T82" fmla="*/ 510 w 541"/>
                <a:gd name="T83" fmla="*/ 178 h 419"/>
                <a:gd name="T84" fmla="*/ 333 w 541"/>
                <a:gd name="T85" fmla="*/ 56 h 419"/>
                <a:gd name="T86" fmla="*/ 333 w 541"/>
                <a:gd name="T87" fmla="*/ 56 h 419"/>
                <a:gd name="T88" fmla="*/ 360 w 541"/>
                <a:gd name="T89" fmla="*/ 118 h 419"/>
                <a:gd name="T90" fmla="*/ 333 w 541"/>
                <a:gd name="T91" fmla="*/ 183 h 419"/>
                <a:gd name="T92" fmla="*/ 270 w 541"/>
                <a:gd name="T93" fmla="*/ 208 h 419"/>
                <a:gd name="T94" fmla="*/ 207 w 541"/>
                <a:gd name="T95" fmla="*/ 183 h 419"/>
                <a:gd name="T96" fmla="*/ 180 w 541"/>
                <a:gd name="T97" fmla="*/ 118 h 419"/>
                <a:gd name="T98" fmla="*/ 207 w 541"/>
                <a:gd name="T99" fmla="*/ 56 h 419"/>
                <a:gd name="T100" fmla="*/ 270 w 541"/>
                <a:gd name="T101" fmla="*/ 29 h 419"/>
                <a:gd name="T102" fmla="*/ 333 w 541"/>
                <a:gd name="T103" fmla="*/ 56 h 419"/>
                <a:gd name="T104" fmla="*/ 166 w 541"/>
                <a:gd name="T105" fmla="*/ 60 h 419"/>
                <a:gd name="T106" fmla="*/ 166 w 541"/>
                <a:gd name="T107" fmla="*/ 60 h 419"/>
                <a:gd name="T108" fmla="*/ 151 w 541"/>
                <a:gd name="T109" fmla="*/ 118 h 419"/>
                <a:gd name="T110" fmla="*/ 166 w 541"/>
                <a:gd name="T111" fmla="*/ 178 h 419"/>
                <a:gd name="T112" fmla="*/ 30 w 541"/>
                <a:gd name="T113" fmla="*/ 178 h 419"/>
                <a:gd name="T114" fmla="*/ 30 w 541"/>
                <a:gd name="T115" fmla="*/ 60 h 419"/>
                <a:gd name="T116" fmla="*/ 166 w 541"/>
                <a:gd name="T117" fmla="*/ 60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41" h="419">
                  <a:moveTo>
                    <a:pt x="75" y="418"/>
                  </a:moveTo>
                  <a:lnTo>
                    <a:pt x="75" y="418"/>
                  </a:lnTo>
                  <a:cubicBezTo>
                    <a:pt x="465" y="418"/>
                    <a:pt x="465" y="418"/>
                    <a:pt x="465" y="418"/>
                  </a:cubicBezTo>
                  <a:cubicBezTo>
                    <a:pt x="506" y="418"/>
                    <a:pt x="540" y="385"/>
                    <a:pt x="540" y="343"/>
                  </a:cubicBezTo>
                  <a:cubicBezTo>
                    <a:pt x="540" y="194"/>
                    <a:pt x="540" y="194"/>
                    <a:pt x="540" y="194"/>
                  </a:cubicBezTo>
                  <a:cubicBezTo>
                    <a:pt x="540" y="45"/>
                    <a:pt x="540" y="45"/>
                    <a:pt x="540" y="45"/>
                  </a:cubicBezTo>
                  <a:cubicBezTo>
                    <a:pt x="540" y="15"/>
                    <a:pt x="540" y="15"/>
                    <a:pt x="540" y="15"/>
                  </a:cubicBezTo>
                  <a:cubicBezTo>
                    <a:pt x="540" y="7"/>
                    <a:pt x="533" y="0"/>
                    <a:pt x="524" y="0"/>
                  </a:cubicBezTo>
                  <a:cubicBezTo>
                    <a:pt x="517" y="0"/>
                    <a:pt x="510" y="7"/>
                    <a:pt x="510" y="15"/>
                  </a:cubicBezTo>
                  <a:lnTo>
                    <a:pt x="510" y="15"/>
                  </a:lnTo>
                  <a:cubicBezTo>
                    <a:pt x="510" y="29"/>
                    <a:pt x="510" y="29"/>
                    <a:pt x="510" y="29"/>
                  </a:cubicBezTo>
                  <a:cubicBezTo>
                    <a:pt x="349" y="29"/>
                    <a:pt x="349" y="29"/>
                    <a:pt x="349" y="29"/>
                  </a:cubicBezTo>
                  <a:cubicBezTo>
                    <a:pt x="328" y="11"/>
                    <a:pt x="301" y="0"/>
                    <a:pt x="270" y="0"/>
                  </a:cubicBezTo>
                  <a:cubicBezTo>
                    <a:pt x="241" y="0"/>
                    <a:pt x="212" y="11"/>
                    <a:pt x="191" y="29"/>
                  </a:cubicBezTo>
                  <a:cubicBezTo>
                    <a:pt x="30" y="29"/>
                    <a:pt x="30" y="29"/>
                    <a:pt x="30" y="29"/>
                  </a:cubicBezTo>
                  <a:cubicBezTo>
                    <a:pt x="30" y="15"/>
                    <a:pt x="30" y="15"/>
                    <a:pt x="30" y="15"/>
                  </a:cubicBezTo>
                  <a:cubicBezTo>
                    <a:pt x="30" y="7"/>
                    <a:pt x="24" y="0"/>
                    <a:pt x="16" y="0"/>
                  </a:cubicBezTo>
                  <a:cubicBezTo>
                    <a:pt x="7" y="0"/>
                    <a:pt x="0" y="7"/>
                    <a:pt x="0" y="15"/>
                  </a:cubicBezTo>
                  <a:cubicBezTo>
                    <a:pt x="0" y="45"/>
                    <a:pt x="0" y="45"/>
                    <a:pt x="0" y="45"/>
                  </a:cubicBezTo>
                  <a:lnTo>
                    <a:pt x="0" y="45"/>
                  </a:lnTo>
                  <a:cubicBezTo>
                    <a:pt x="0" y="194"/>
                    <a:pt x="0" y="194"/>
                    <a:pt x="0" y="194"/>
                  </a:cubicBezTo>
                  <a:lnTo>
                    <a:pt x="0" y="194"/>
                  </a:lnTo>
                  <a:cubicBezTo>
                    <a:pt x="0" y="343"/>
                    <a:pt x="0" y="343"/>
                    <a:pt x="0" y="343"/>
                  </a:cubicBezTo>
                  <a:cubicBezTo>
                    <a:pt x="0" y="385"/>
                    <a:pt x="34" y="418"/>
                    <a:pt x="75" y="418"/>
                  </a:cubicBezTo>
                  <a:close/>
                  <a:moveTo>
                    <a:pt x="510" y="343"/>
                  </a:moveTo>
                  <a:lnTo>
                    <a:pt x="510" y="343"/>
                  </a:lnTo>
                  <a:cubicBezTo>
                    <a:pt x="510" y="368"/>
                    <a:pt x="489" y="388"/>
                    <a:pt x="465" y="388"/>
                  </a:cubicBezTo>
                  <a:cubicBezTo>
                    <a:pt x="75" y="388"/>
                    <a:pt x="75" y="388"/>
                    <a:pt x="75" y="388"/>
                  </a:cubicBezTo>
                  <a:cubicBezTo>
                    <a:pt x="51" y="388"/>
                    <a:pt x="30" y="368"/>
                    <a:pt x="30" y="343"/>
                  </a:cubicBezTo>
                  <a:cubicBezTo>
                    <a:pt x="30" y="208"/>
                    <a:pt x="30" y="208"/>
                    <a:pt x="30" y="208"/>
                  </a:cubicBezTo>
                  <a:cubicBezTo>
                    <a:pt x="191" y="208"/>
                    <a:pt x="191" y="208"/>
                    <a:pt x="191" y="208"/>
                  </a:cubicBezTo>
                  <a:cubicBezTo>
                    <a:pt x="212" y="228"/>
                    <a:pt x="241" y="239"/>
                    <a:pt x="270" y="239"/>
                  </a:cubicBezTo>
                  <a:cubicBezTo>
                    <a:pt x="301" y="239"/>
                    <a:pt x="328" y="228"/>
                    <a:pt x="349" y="208"/>
                  </a:cubicBezTo>
                  <a:cubicBezTo>
                    <a:pt x="510" y="208"/>
                    <a:pt x="510" y="208"/>
                    <a:pt x="510" y="208"/>
                  </a:cubicBezTo>
                  <a:lnTo>
                    <a:pt x="510" y="343"/>
                  </a:lnTo>
                  <a:close/>
                  <a:moveTo>
                    <a:pt x="510" y="178"/>
                  </a:moveTo>
                  <a:lnTo>
                    <a:pt x="510" y="178"/>
                  </a:lnTo>
                  <a:cubicBezTo>
                    <a:pt x="374" y="178"/>
                    <a:pt x="374" y="178"/>
                    <a:pt x="374" y="178"/>
                  </a:cubicBezTo>
                  <a:cubicBezTo>
                    <a:pt x="384" y="162"/>
                    <a:pt x="389" y="141"/>
                    <a:pt x="389" y="118"/>
                  </a:cubicBezTo>
                  <a:cubicBezTo>
                    <a:pt x="389" y="98"/>
                    <a:pt x="384" y="77"/>
                    <a:pt x="374" y="60"/>
                  </a:cubicBezTo>
                  <a:cubicBezTo>
                    <a:pt x="510" y="60"/>
                    <a:pt x="510" y="60"/>
                    <a:pt x="510" y="60"/>
                  </a:cubicBezTo>
                  <a:lnTo>
                    <a:pt x="510" y="178"/>
                  </a:lnTo>
                  <a:close/>
                  <a:moveTo>
                    <a:pt x="333" y="56"/>
                  </a:moveTo>
                  <a:lnTo>
                    <a:pt x="333" y="56"/>
                  </a:lnTo>
                  <a:cubicBezTo>
                    <a:pt x="350" y="73"/>
                    <a:pt x="360" y="95"/>
                    <a:pt x="360" y="118"/>
                  </a:cubicBezTo>
                  <a:cubicBezTo>
                    <a:pt x="360" y="143"/>
                    <a:pt x="350" y="166"/>
                    <a:pt x="333" y="183"/>
                  </a:cubicBezTo>
                  <a:cubicBezTo>
                    <a:pt x="318" y="198"/>
                    <a:pt x="295" y="208"/>
                    <a:pt x="270" y="208"/>
                  </a:cubicBezTo>
                  <a:cubicBezTo>
                    <a:pt x="245" y="208"/>
                    <a:pt x="222" y="198"/>
                    <a:pt x="207" y="183"/>
                  </a:cubicBezTo>
                  <a:cubicBezTo>
                    <a:pt x="190" y="166"/>
                    <a:pt x="180" y="143"/>
                    <a:pt x="180" y="118"/>
                  </a:cubicBezTo>
                  <a:cubicBezTo>
                    <a:pt x="180" y="95"/>
                    <a:pt x="190" y="73"/>
                    <a:pt x="207" y="56"/>
                  </a:cubicBezTo>
                  <a:cubicBezTo>
                    <a:pt x="222" y="40"/>
                    <a:pt x="245" y="29"/>
                    <a:pt x="270" y="29"/>
                  </a:cubicBezTo>
                  <a:cubicBezTo>
                    <a:pt x="295" y="29"/>
                    <a:pt x="318" y="40"/>
                    <a:pt x="333" y="56"/>
                  </a:cubicBezTo>
                  <a:close/>
                  <a:moveTo>
                    <a:pt x="166" y="60"/>
                  </a:moveTo>
                  <a:lnTo>
                    <a:pt x="166" y="60"/>
                  </a:lnTo>
                  <a:cubicBezTo>
                    <a:pt x="156" y="77"/>
                    <a:pt x="151" y="98"/>
                    <a:pt x="151" y="118"/>
                  </a:cubicBezTo>
                  <a:cubicBezTo>
                    <a:pt x="151" y="141"/>
                    <a:pt x="156" y="162"/>
                    <a:pt x="166" y="178"/>
                  </a:cubicBezTo>
                  <a:cubicBezTo>
                    <a:pt x="30" y="178"/>
                    <a:pt x="30" y="178"/>
                    <a:pt x="30" y="178"/>
                  </a:cubicBezTo>
                  <a:cubicBezTo>
                    <a:pt x="30" y="60"/>
                    <a:pt x="30" y="60"/>
                    <a:pt x="30" y="60"/>
                  </a:cubicBezTo>
                  <a:lnTo>
                    <a:pt x="166" y="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7">
              <a:extLst>
                <a:ext uri="{FF2B5EF4-FFF2-40B4-BE49-F238E27FC236}">
                  <a16:creationId xmlns:a16="http://schemas.microsoft.com/office/drawing/2014/main" id="{EF457A62-8D05-CC57-2E57-2519E57178DF}"/>
                </a:ext>
              </a:extLst>
            </p:cNvPr>
            <p:cNvSpPr>
              <a:spLocks noChangeArrowheads="1"/>
            </p:cNvSpPr>
            <p:nvPr/>
          </p:nvSpPr>
          <p:spPr bwMode="auto">
            <a:xfrm>
              <a:off x="9283700" y="3652838"/>
              <a:ext cx="227013" cy="96837"/>
            </a:xfrm>
            <a:custGeom>
              <a:avLst/>
              <a:gdLst>
                <a:gd name="T0" fmla="*/ 619 w 630"/>
                <a:gd name="T1" fmla="*/ 230 h 270"/>
                <a:gd name="T2" fmla="*/ 627 w 630"/>
                <a:gd name="T3" fmla="*/ 188 h 270"/>
                <a:gd name="T4" fmla="*/ 584 w 630"/>
                <a:gd name="T5" fmla="*/ 45 h 270"/>
                <a:gd name="T6" fmla="*/ 89 w 630"/>
                <a:gd name="T7" fmla="*/ 0 h 270"/>
                <a:gd name="T8" fmla="*/ 44 w 630"/>
                <a:gd name="T9" fmla="*/ 101 h 270"/>
                <a:gd name="T10" fmla="*/ 0 w 630"/>
                <a:gd name="T11" fmla="*/ 193 h 270"/>
                <a:gd name="T12" fmla="*/ 47 w 630"/>
                <a:gd name="T13" fmla="*/ 261 h 270"/>
                <a:gd name="T14" fmla="*/ 146 w 630"/>
                <a:gd name="T15" fmla="*/ 254 h 270"/>
                <a:gd name="T16" fmla="*/ 197 w 630"/>
                <a:gd name="T17" fmla="*/ 261 h 270"/>
                <a:gd name="T18" fmla="*/ 296 w 630"/>
                <a:gd name="T19" fmla="*/ 254 h 270"/>
                <a:gd name="T20" fmla="*/ 346 w 630"/>
                <a:gd name="T21" fmla="*/ 261 h 270"/>
                <a:gd name="T22" fmla="*/ 446 w 630"/>
                <a:gd name="T23" fmla="*/ 254 h 270"/>
                <a:gd name="T24" fmla="*/ 497 w 630"/>
                <a:gd name="T25" fmla="*/ 261 h 270"/>
                <a:gd name="T26" fmla="*/ 595 w 630"/>
                <a:gd name="T27" fmla="*/ 254 h 270"/>
                <a:gd name="T28" fmla="*/ 570 w 630"/>
                <a:gd name="T29" fmla="*/ 233 h 270"/>
                <a:gd name="T30" fmla="*/ 539 w 630"/>
                <a:gd name="T31" fmla="*/ 238 h 270"/>
                <a:gd name="T32" fmla="*/ 484 w 630"/>
                <a:gd name="T33" fmla="*/ 214 h 270"/>
                <a:gd name="T34" fmla="*/ 474 w 630"/>
                <a:gd name="T35" fmla="*/ 184 h 270"/>
                <a:gd name="T36" fmla="*/ 453 w 630"/>
                <a:gd name="T37" fmla="*/ 184 h 270"/>
                <a:gd name="T38" fmla="*/ 443 w 630"/>
                <a:gd name="T39" fmla="*/ 214 h 270"/>
                <a:gd name="T40" fmla="*/ 388 w 630"/>
                <a:gd name="T41" fmla="*/ 238 h 270"/>
                <a:gd name="T42" fmla="*/ 335 w 630"/>
                <a:gd name="T43" fmla="*/ 214 h 270"/>
                <a:gd name="T44" fmla="*/ 325 w 630"/>
                <a:gd name="T45" fmla="*/ 184 h 270"/>
                <a:gd name="T46" fmla="*/ 304 w 630"/>
                <a:gd name="T47" fmla="*/ 184 h 270"/>
                <a:gd name="T48" fmla="*/ 294 w 630"/>
                <a:gd name="T49" fmla="*/ 214 h 270"/>
                <a:gd name="T50" fmla="*/ 240 w 630"/>
                <a:gd name="T51" fmla="*/ 238 h 270"/>
                <a:gd name="T52" fmla="*/ 185 w 630"/>
                <a:gd name="T53" fmla="*/ 214 h 270"/>
                <a:gd name="T54" fmla="*/ 175 w 630"/>
                <a:gd name="T55" fmla="*/ 184 h 270"/>
                <a:gd name="T56" fmla="*/ 154 w 630"/>
                <a:gd name="T57" fmla="*/ 184 h 270"/>
                <a:gd name="T58" fmla="*/ 144 w 630"/>
                <a:gd name="T59" fmla="*/ 214 h 270"/>
                <a:gd name="T60" fmla="*/ 89 w 630"/>
                <a:gd name="T61" fmla="*/ 238 h 270"/>
                <a:gd name="T62" fmla="*/ 35 w 630"/>
                <a:gd name="T63" fmla="*/ 214 h 270"/>
                <a:gd name="T64" fmla="*/ 68 w 630"/>
                <a:gd name="T65" fmla="*/ 119 h 270"/>
                <a:gd name="T66" fmla="*/ 494 w 630"/>
                <a:gd name="T67" fmla="*/ 104 h 270"/>
                <a:gd name="T68" fmla="*/ 74 w 630"/>
                <a:gd name="T69" fmla="*/ 89 h 270"/>
                <a:gd name="T70" fmla="*/ 80 w 630"/>
                <a:gd name="T71" fmla="*/ 33 h 270"/>
                <a:gd name="T72" fmla="*/ 539 w 630"/>
                <a:gd name="T73" fmla="*/ 29 h 270"/>
                <a:gd name="T74" fmla="*/ 554 w 630"/>
                <a:gd name="T75" fmla="*/ 45 h 270"/>
                <a:gd name="T76" fmla="*/ 556 w 630"/>
                <a:gd name="T77" fmla="*/ 111 h 270"/>
                <a:gd name="T78" fmla="*/ 593 w 630"/>
                <a:gd name="T79" fmla="*/ 214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0" h="270">
                  <a:moveTo>
                    <a:pt x="619" y="230"/>
                  </a:moveTo>
                  <a:lnTo>
                    <a:pt x="619" y="230"/>
                  </a:lnTo>
                  <a:cubicBezTo>
                    <a:pt x="626" y="220"/>
                    <a:pt x="629" y="207"/>
                    <a:pt x="629" y="193"/>
                  </a:cubicBezTo>
                  <a:cubicBezTo>
                    <a:pt x="629" y="192"/>
                    <a:pt x="629" y="189"/>
                    <a:pt x="627" y="188"/>
                  </a:cubicBezTo>
                  <a:cubicBezTo>
                    <a:pt x="584" y="101"/>
                    <a:pt x="584" y="101"/>
                    <a:pt x="584" y="101"/>
                  </a:cubicBezTo>
                  <a:cubicBezTo>
                    <a:pt x="584" y="45"/>
                    <a:pt x="584" y="45"/>
                    <a:pt x="584" y="45"/>
                  </a:cubicBezTo>
                  <a:cubicBezTo>
                    <a:pt x="584" y="19"/>
                    <a:pt x="564" y="0"/>
                    <a:pt x="539" y="0"/>
                  </a:cubicBezTo>
                  <a:cubicBezTo>
                    <a:pt x="89" y="0"/>
                    <a:pt x="89" y="0"/>
                    <a:pt x="89" y="0"/>
                  </a:cubicBezTo>
                  <a:cubicBezTo>
                    <a:pt x="64" y="0"/>
                    <a:pt x="44" y="19"/>
                    <a:pt x="44" y="45"/>
                  </a:cubicBezTo>
                  <a:cubicBezTo>
                    <a:pt x="44" y="101"/>
                    <a:pt x="44" y="101"/>
                    <a:pt x="44" y="101"/>
                  </a:cubicBezTo>
                  <a:cubicBezTo>
                    <a:pt x="1" y="188"/>
                    <a:pt x="1" y="188"/>
                    <a:pt x="1" y="188"/>
                  </a:cubicBezTo>
                  <a:cubicBezTo>
                    <a:pt x="1" y="189"/>
                    <a:pt x="0" y="192"/>
                    <a:pt x="0" y="193"/>
                  </a:cubicBezTo>
                  <a:cubicBezTo>
                    <a:pt x="0" y="207"/>
                    <a:pt x="4" y="220"/>
                    <a:pt x="9" y="230"/>
                  </a:cubicBezTo>
                  <a:cubicBezTo>
                    <a:pt x="19" y="245"/>
                    <a:pt x="33" y="255"/>
                    <a:pt x="47" y="261"/>
                  </a:cubicBezTo>
                  <a:cubicBezTo>
                    <a:pt x="61" y="266"/>
                    <a:pt x="77" y="269"/>
                    <a:pt x="89" y="269"/>
                  </a:cubicBezTo>
                  <a:cubicBezTo>
                    <a:pt x="108" y="269"/>
                    <a:pt x="127" y="265"/>
                    <a:pt x="146" y="254"/>
                  </a:cubicBezTo>
                  <a:cubicBezTo>
                    <a:pt x="153" y="250"/>
                    <a:pt x="160" y="244"/>
                    <a:pt x="165" y="237"/>
                  </a:cubicBezTo>
                  <a:cubicBezTo>
                    <a:pt x="174" y="248"/>
                    <a:pt x="185" y="255"/>
                    <a:pt x="197" y="261"/>
                  </a:cubicBezTo>
                  <a:cubicBezTo>
                    <a:pt x="212" y="266"/>
                    <a:pt x="226" y="269"/>
                    <a:pt x="240" y="269"/>
                  </a:cubicBezTo>
                  <a:cubicBezTo>
                    <a:pt x="256" y="269"/>
                    <a:pt x="277" y="265"/>
                    <a:pt x="296" y="254"/>
                  </a:cubicBezTo>
                  <a:cubicBezTo>
                    <a:pt x="303" y="250"/>
                    <a:pt x="308" y="244"/>
                    <a:pt x="314" y="237"/>
                  </a:cubicBezTo>
                  <a:cubicBezTo>
                    <a:pt x="324" y="248"/>
                    <a:pt x="335" y="255"/>
                    <a:pt x="346" y="261"/>
                  </a:cubicBezTo>
                  <a:cubicBezTo>
                    <a:pt x="360" y="266"/>
                    <a:pt x="376" y="269"/>
                    <a:pt x="388" y="269"/>
                  </a:cubicBezTo>
                  <a:cubicBezTo>
                    <a:pt x="407" y="269"/>
                    <a:pt x="428" y="265"/>
                    <a:pt x="446" y="254"/>
                  </a:cubicBezTo>
                  <a:cubicBezTo>
                    <a:pt x="453" y="250"/>
                    <a:pt x="459" y="244"/>
                    <a:pt x="464" y="237"/>
                  </a:cubicBezTo>
                  <a:cubicBezTo>
                    <a:pt x="473" y="248"/>
                    <a:pt x="484" y="255"/>
                    <a:pt x="497" y="261"/>
                  </a:cubicBezTo>
                  <a:cubicBezTo>
                    <a:pt x="511" y="266"/>
                    <a:pt x="526" y="269"/>
                    <a:pt x="539" y="269"/>
                  </a:cubicBezTo>
                  <a:cubicBezTo>
                    <a:pt x="557" y="269"/>
                    <a:pt x="577" y="265"/>
                    <a:pt x="595" y="254"/>
                  </a:cubicBezTo>
                  <a:cubicBezTo>
                    <a:pt x="605" y="248"/>
                    <a:pt x="613" y="240"/>
                    <a:pt x="619" y="230"/>
                  </a:cubicBezTo>
                  <a:close/>
                  <a:moveTo>
                    <a:pt x="570" y="233"/>
                  </a:moveTo>
                  <a:lnTo>
                    <a:pt x="570" y="233"/>
                  </a:lnTo>
                  <a:cubicBezTo>
                    <a:pt x="560" y="237"/>
                    <a:pt x="549" y="238"/>
                    <a:pt x="539" y="238"/>
                  </a:cubicBezTo>
                  <a:cubicBezTo>
                    <a:pt x="526" y="238"/>
                    <a:pt x="509" y="235"/>
                    <a:pt x="498" y="228"/>
                  </a:cubicBezTo>
                  <a:cubicBezTo>
                    <a:pt x="492" y="224"/>
                    <a:pt x="488" y="220"/>
                    <a:pt x="484" y="214"/>
                  </a:cubicBezTo>
                  <a:cubicBezTo>
                    <a:pt x="481" y="209"/>
                    <a:pt x="478" y="203"/>
                    <a:pt x="478" y="193"/>
                  </a:cubicBezTo>
                  <a:cubicBezTo>
                    <a:pt x="478" y="191"/>
                    <a:pt x="477" y="186"/>
                    <a:pt x="474" y="184"/>
                  </a:cubicBezTo>
                  <a:cubicBezTo>
                    <a:pt x="471" y="181"/>
                    <a:pt x="468" y="179"/>
                    <a:pt x="464" y="179"/>
                  </a:cubicBezTo>
                  <a:cubicBezTo>
                    <a:pt x="460" y="179"/>
                    <a:pt x="456" y="181"/>
                    <a:pt x="453" y="184"/>
                  </a:cubicBezTo>
                  <a:cubicBezTo>
                    <a:pt x="450" y="186"/>
                    <a:pt x="449" y="191"/>
                    <a:pt x="449" y="193"/>
                  </a:cubicBezTo>
                  <a:cubicBezTo>
                    <a:pt x="449" y="203"/>
                    <a:pt x="447" y="209"/>
                    <a:pt x="443" y="214"/>
                  </a:cubicBezTo>
                  <a:cubicBezTo>
                    <a:pt x="439" y="223"/>
                    <a:pt x="431" y="228"/>
                    <a:pt x="421" y="233"/>
                  </a:cubicBezTo>
                  <a:cubicBezTo>
                    <a:pt x="410" y="237"/>
                    <a:pt x="398" y="238"/>
                    <a:pt x="388" y="238"/>
                  </a:cubicBezTo>
                  <a:cubicBezTo>
                    <a:pt x="377" y="238"/>
                    <a:pt x="360" y="235"/>
                    <a:pt x="348" y="228"/>
                  </a:cubicBezTo>
                  <a:cubicBezTo>
                    <a:pt x="342" y="224"/>
                    <a:pt x="338" y="220"/>
                    <a:pt x="335" y="214"/>
                  </a:cubicBezTo>
                  <a:cubicBezTo>
                    <a:pt x="331" y="209"/>
                    <a:pt x="329" y="203"/>
                    <a:pt x="329" y="193"/>
                  </a:cubicBezTo>
                  <a:cubicBezTo>
                    <a:pt x="329" y="191"/>
                    <a:pt x="328" y="186"/>
                    <a:pt x="325" y="184"/>
                  </a:cubicBezTo>
                  <a:cubicBezTo>
                    <a:pt x="322" y="181"/>
                    <a:pt x="318" y="179"/>
                    <a:pt x="314" y="179"/>
                  </a:cubicBezTo>
                  <a:cubicBezTo>
                    <a:pt x="310" y="179"/>
                    <a:pt x="307" y="181"/>
                    <a:pt x="304" y="184"/>
                  </a:cubicBezTo>
                  <a:cubicBezTo>
                    <a:pt x="301" y="186"/>
                    <a:pt x="299" y="191"/>
                    <a:pt x="299" y="193"/>
                  </a:cubicBezTo>
                  <a:cubicBezTo>
                    <a:pt x="299" y="203"/>
                    <a:pt x="297" y="209"/>
                    <a:pt x="294" y="214"/>
                  </a:cubicBezTo>
                  <a:cubicBezTo>
                    <a:pt x="289" y="223"/>
                    <a:pt x="280" y="228"/>
                    <a:pt x="270" y="233"/>
                  </a:cubicBezTo>
                  <a:cubicBezTo>
                    <a:pt x="261" y="237"/>
                    <a:pt x="248" y="238"/>
                    <a:pt x="240" y="238"/>
                  </a:cubicBezTo>
                  <a:cubicBezTo>
                    <a:pt x="227" y="238"/>
                    <a:pt x="210" y="235"/>
                    <a:pt x="199" y="228"/>
                  </a:cubicBezTo>
                  <a:cubicBezTo>
                    <a:pt x="193" y="224"/>
                    <a:pt x="188" y="220"/>
                    <a:pt x="185" y="214"/>
                  </a:cubicBezTo>
                  <a:cubicBezTo>
                    <a:pt x="182" y="209"/>
                    <a:pt x="179" y="203"/>
                    <a:pt x="179" y="193"/>
                  </a:cubicBezTo>
                  <a:cubicBezTo>
                    <a:pt x="179" y="191"/>
                    <a:pt x="178" y="186"/>
                    <a:pt x="175" y="184"/>
                  </a:cubicBezTo>
                  <a:cubicBezTo>
                    <a:pt x="172" y="181"/>
                    <a:pt x="168" y="179"/>
                    <a:pt x="164" y="179"/>
                  </a:cubicBezTo>
                  <a:cubicBezTo>
                    <a:pt x="161" y="179"/>
                    <a:pt x="157" y="181"/>
                    <a:pt x="154" y="184"/>
                  </a:cubicBezTo>
                  <a:cubicBezTo>
                    <a:pt x="151" y="186"/>
                    <a:pt x="150" y="191"/>
                    <a:pt x="150" y="193"/>
                  </a:cubicBezTo>
                  <a:cubicBezTo>
                    <a:pt x="150" y="203"/>
                    <a:pt x="147" y="209"/>
                    <a:pt x="144" y="214"/>
                  </a:cubicBezTo>
                  <a:cubicBezTo>
                    <a:pt x="140" y="223"/>
                    <a:pt x="131" y="228"/>
                    <a:pt x="120" y="233"/>
                  </a:cubicBezTo>
                  <a:cubicBezTo>
                    <a:pt x="110" y="237"/>
                    <a:pt x="99" y="238"/>
                    <a:pt x="89" y="238"/>
                  </a:cubicBezTo>
                  <a:cubicBezTo>
                    <a:pt x="77" y="238"/>
                    <a:pt x="60" y="235"/>
                    <a:pt x="49" y="228"/>
                  </a:cubicBezTo>
                  <a:cubicBezTo>
                    <a:pt x="43" y="224"/>
                    <a:pt x="39" y="220"/>
                    <a:pt x="35" y="214"/>
                  </a:cubicBezTo>
                  <a:cubicBezTo>
                    <a:pt x="32" y="210"/>
                    <a:pt x="30" y="205"/>
                    <a:pt x="30" y="198"/>
                  </a:cubicBezTo>
                  <a:cubicBezTo>
                    <a:pt x="68" y="119"/>
                    <a:pt x="68" y="119"/>
                    <a:pt x="68" y="119"/>
                  </a:cubicBezTo>
                  <a:cubicBezTo>
                    <a:pt x="478" y="119"/>
                    <a:pt x="478" y="119"/>
                    <a:pt x="478" y="119"/>
                  </a:cubicBezTo>
                  <a:cubicBezTo>
                    <a:pt x="487" y="119"/>
                    <a:pt x="494" y="112"/>
                    <a:pt x="494" y="104"/>
                  </a:cubicBezTo>
                  <a:cubicBezTo>
                    <a:pt x="494" y="97"/>
                    <a:pt x="487" y="89"/>
                    <a:pt x="478" y="89"/>
                  </a:cubicBezTo>
                  <a:cubicBezTo>
                    <a:pt x="74" y="89"/>
                    <a:pt x="74" y="89"/>
                    <a:pt x="74" y="89"/>
                  </a:cubicBezTo>
                  <a:cubicBezTo>
                    <a:pt x="74" y="45"/>
                    <a:pt x="74" y="45"/>
                    <a:pt x="74" y="45"/>
                  </a:cubicBezTo>
                  <a:cubicBezTo>
                    <a:pt x="74" y="40"/>
                    <a:pt x="77" y="36"/>
                    <a:pt x="80" y="33"/>
                  </a:cubicBezTo>
                  <a:cubicBezTo>
                    <a:pt x="82" y="31"/>
                    <a:pt x="85" y="29"/>
                    <a:pt x="89" y="29"/>
                  </a:cubicBezTo>
                  <a:cubicBezTo>
                    <a:pt x="539" y="29"/>
                    <a:pt x="539" y="29"/>
                    <a:pt x="539" y="29"/>
                  </a:cubicBezTo>
                  <a:cubicBezTo>
                    <a:pt x="543" y="29"/>
                    <a:pt x="547" y="31"/>
                    <a:pt x="550" y="33"/>
                  </a:cubicBezTo>
                  <a:cubicBezTo>
                    <a:pt x="553" y="36"/>
                    <a:pt x="554" y="40"/>
                    <a:pt x="554" y="45"/>
                  </a:cubicBezTo>
                  <a:cubicBezTo>
                    <a:pt x="554" y="104"/>
                    <a:pt x="554" y="104"/>
                    <a:pt x="554" y="104"/>
                  </a:cubicBezTo>
                  <a:cubicBezTo>
                    <a:pt x="554" y="106"/>
                    <a:pt x="554" y="109"/>
                    <a:pt x="556" y="111"/>
                  </a:cubicBezTo>
                  <a:cubicBezTo>
                    <a:pt x="599" y="198"/>
                    <a:pt x="599" y="198"/>
                    <a:pt x="599" y="198"/>
                  </a:cubicBezTo>
                  <a:cubicBezTo>
                    <a:pt x="598" y="205"/>
                    <a:pt x="596" y="210"/>
                    <a:pt x="593" y="214"/>
                  </a:cubicBezTo>
                  <a:cubicBezTo>
                    <a:pt x="589" y="223"/>
                    <a:pt x="581" y="228"/>
                    <a:pt x="570" y="2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1" name="Group 194">
            <a:extLst>
              <a:ext uri="{FF2B5EF4-FFF2-40B4-BE49-F238E27FC236}">
                <a16:creationId xmlns:a16="http://schemas.microsoft.com/office/drawing/2014/main" id="{804923B9-5524-0B18-D401-78FBEA14CB9D}"/>
              </a:ext>
            </a:extLst>
          </p:cNvPr>
          <p:cNvGrpSpPr/>
          <p:nvPr/>
        </p:nvGrpSpPr>
        <p:grpSpPr>
          <a:xfrm>
            <a:off x="9794478" y="1846933"/>
            <a:ext cx="239712" cy="258762"/>
            <a:chOff x="8758238" y="3652838"/>
            <a:chExt cx="239712" cy="258762"/>
          </a:xfrm>
          <a:solidFill>
            <a:schemeClr val="tx2"/>
          </a:solidFill>
        </p:grpSpPr>
        <p:sp>
          <p:nvSpPr>
            <p:cNvPr id="192" name="Freeform 158">
              <a:extLst>
                <a:ext uri="{FF2B5EF4-FFF2-40B4-BE49-F238E27FC236}">
                  <a16:creationId xmlns:a16="http://schemas.microsoft.com/office/drawing/2014/main" id="{FC6C34E8-94DF-0644-855F-7BE9157E03C9}"/>
                </a:ext>
              </a:extLst>
            </p:cNvPr>
            <p:cNvSpPr>
              <a:spLocks noChangeArrowheads="1"/>
            </p:cNvSpPr>
            <p:nvPr/>
          </p:nvSpPr>
          <p:spPr bwMode="auto">
            <a:xfrm>
              <a:off x="8758238" y="3754438"/>
              <a:ext cx="234950" cy="157162"/>
            </a:xfrm>
            <a:custGeom>
              <a:avLst/>
              <a:gdLst>
                <a:gd name="T0" fmla="*/ 602 w 652"/>
                <a:gd name="T1" fmla="*/ 10 h 436"/>
                <a:gd name="T2" fmla="*/ 602 w 652"/>
                <a:gd name="T3" fmla="*/ 10 h 436"/>
                <a:gd name="T4" fmla="*/ 582 w 652"/>
                <a:gd name="T5" fmla="*/ 3 h 436"/>
                <a:gd name="T6" fmla="*/ 575 w 652"/>
                <a:gd name="T7" fmla="*/ 24 h 436"/>
                <a:gd name="T8" fmla="*/ 575 w 652"/>
                <a:gd name="T9" fmla="*/ 24 h 436"/>
                <a:gd name="T10" fmla="*/ 620 w 652"/>
                <a:gd name="T11" fmla="*/ 209 h 436"/>
                <a:gd name="T12" fmla="*/ 593 w 652"/>
                <a:gd name="T13" fmla="*/ 357 h 436"/>
                <a:gd name="T14" fmla="*/ 563 w 652"/>
                <a:gd name="T15" fmla="*/ 391 h 436"/>
                <a:gd name="T16" fmla="*/ 519 w 652"/>
                <a:gd name="T17" fmla="*/ 405 h 436"/>
                <a:gd name="T18" fmla="*/ 130 w 652"/>
                <a:gd name="T19" fmla="*/ 405 h 436"/>
                <a:gd name="T20" fmla="*/ 88 w 652"/>
                <a:gd name="T21" fmla="*/ 391 h 436"/>
                <a:gd name="T22" fmla="*/ 57 w 652"/>
                <a:gd name="T23" fmla="*/ 357 h 436"/>
                <a:gd name="T24" fmla="*/ 29 w 652"/>
                <a:gd name="T25" fmla="*/ 209 h 436"/>
                <a:gd name="T26" fmla="*/ 74 w 652"/>
                <a:gd name="T27" fmla="*/ 24 h 436"/>
                <a:gd name="T28" fmla="*/ 67 w 652"/>
                <a:gd name="T29" fmla="*/ 4 h 436"/>
                <a:gd name="T30" fmla="*/ 47 w 652"/>
                <a:gd name="T31" fmla="*/ 10 h 436"/>
                <a:gd name="T32" fmla="*/ 0 w 652"/>
                <a:gd name="T33" fmla="*/ 209 h 436"/>
                <a:gd name="T34" fmla="*/ 29 w 652"/>
                <a:gd name="T35" fmla="*/ 368 h 436"/>
                <a:gd name="T36" fmla="*/ 29 w 652"/>
                <a:gd name="T37" fmla="*/ 368 h 436"/>
                <a:gd name="T38" fmla="*/ 71 w 652"/>
                <a:gd name="T39" fmla="*/ 416 h 436"/>
                <a:gd name="T40" fmla="*/ 130 w 652"/>
                <a:gd name="T41" fmla="*/ 435 h 436"/>
                <a:gd name="T42" fmla="*/ 519 w 652"/>
                <a:gd name="T43" fmla="*/ 435 h 436"/>
                <a:gd name="T44" fmla="*/ 578 w 652"/>
                <a:gd name="T45" fmla="*/ 416 h 436"/>
                <a:gd name="T46" fmla="*/ 620 w 652"/>
                <a:gd name="T47" fmla="*/ 368 h 436"/>
                <a:gd name="T48" fmla="*/ 620 w 652"/>
                <a:gd name="T49" fmla="*/ 368 h 436"/>
                <a:gd name="T50" fmla="*/ 651 w 652"/>
                <a:gd name="T51" fmla="*/ 209 h 436"/>
                <a:gd name="T52" fmla="*/ 602 w 652"/>
                <a:gd name="T53" fmla="*/ 1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2" h="436">
                  <a:moveTo>
                    <a:pt x="602" y="10"/>
                  </a:moveTo>
                  <a:lnTo>
                    <a:pt x="602" y="10"/>
                  </a:lnTo>
                  <a:cubicBezTo>
                    <a:pt x="599" y="3"/>
                    <a:pt x="589" y="0"/>
                    <a:pt x="582" y="3"/>
                  </a:cubicBezTo>
                  <a:cubicBezTo>
                    <a:pt x="575" y="7"/>
                    <a:pt x="572" y="15"/>
                    <a:pt x="575" y="24"/>
                  </a:cubicBezTo>
                  <a:lnTo>
                    <a:pt x="575" y="24"/>
                  </a:lnTo>
                  <a:cubicBezTo>
                    <a:pt x="606" y="81"/>
                    <a:pt x="620" y="145"/>
                    <a:pt x="620" y="209"/>
                  </a:cubicBezTo>
                  <a:cubicBezTo>
                    <a:pt x="620" y="260"/>
                    <a:pt x="612" y="309"/>
                    <a:pt x="593" y="357"/>
                  </a:cubicBezTo>
                  <a:cubicBezTo>
                    <a:pt x="588" y="370"/>
                    <a:pt x="577" y="382"/>
                    <a:pt x="563" y="391"/>
                  </a:cubicBezTo>
                  <a:cubicBezTo>
                    <a:pt x="548" y="400"/>
                    <a:pt x="532" y="405"/>
                    <a:pt x="519" y="405"/>
                  </a:cubicBezTo>
                  <a:cubicBezTo>
                    <a:pt x="390" y="405"/>
                    <a:pt x="261" y="405"/>
                    <a:pt x="130" y="405"/>
                  </a:cubicBezTo>
                  <a:cubicBezTo>
                    <a:pt x="117" y="405"/>
                    <a:pt x="102" y="400"/>
                    <a:pt x="88" y="391"/>
                  </a:cubicBezTo>
                  <a:cubicBezTo>
                    <a:pt x="74" y="382"/>
                    <a:pt x="61" y="370"/>
                    <a:pt x="57" y="357"/>
                  </a:cubicBezTo>
                  <a:cubicBezTo>
                    <a:pt x="39" y="309"/>
                    <a:pt x="29" y="260"/>
                    <a:pt x="29" y="209"/>
                  </a:cubicBezTo>
                  <a:cubicBezTo>
                    <a:pt x="29" y="145"/>
                    <a:pt x="44" y="83"/>
                    <a:pt x="74" y="24"/>
                  </a:cubicBezTo>
                  <a:cubicBezTo>
                    <a:pt x="78" y="17"/>
                    <a:pt x="75" y="7"/>
                    <a:pt x="67" y="4"/>
                  </a:cubicBezTo>
                  <a:cubicBezTo>
                    <a:pt x="60" y="0"/>
                    <a:pt x="51" y="3"/>
                    <a:pt x="47" y="10"/>
                  </a:cubicBezTo>
                  <a:cubicBezTo>
                    <a:pt x="15" y="73"/>
                    <a:pt x="0" y="141"/>
                    <a:pt x="0" y="209"/>
                  </a:cubicBezTo>
                  <a:cubicBezTo>
                    <a:pt x="0" y="263"/>
                    <a:pt x="9" y="318"/>
                    <a:pt x="29" y="368"/>
                  </a:cubicBezTo>
                  <a:lnTo>
                    <a:pt x="29" y="368"/>
                  </a:lnTo>
                  <a:cubicBezTo>
                    <a:pt x="37" y="389"/>
                    <a:pt x="53" y="405"/>
                    <a:pt x="71" y="416"/>
                  </a:cubicBezTo>
                  <a:cubicBezTo>
                    <a:pt x="89" y="428"/>
                    <a:pt x="110" y="435"/>
                    <a:pt x="130" y="435"/>
                  </a:cubicBezTo>
                  <a:cubicBezTo>
                    <a:pt x="261" y="435"/>
                    <a:pt x="390" y="435"/>
                    <a:pt x="519" y="435"/>
                  </a:cubicBezTo>
                  <a:cubicBezTo>
                    <a:pt x="540" y="435"/>
                    <a:pt x="560" y="428"/>
                    <a:pt x="578" y="416"/>
                  </a:cubicBezTo>
                  <a:cubicBezTo>
                    <a:pt x="596" y="405"/>
                    <a:pt x="613" y="389"/>
                    <a:pt x="620" y="368"/>
                  </a:cubicBezTo>
                  <a:lnTo>
                    <a:pt x="620" y="368"/>
                  </a:lnTo>
                  <a:cubicBezTo>
                    <a:pt x="641" y="318"/>
                    <a:pt x="651" y="263"/>
                    <a:pt x="651" y="209"/>
                  </a:cubicBezTo>
                  <a:cubicBezTo>
                    <a:pt x="651" y="141"/>
                    <a:pt x="634" y="73"/>
                    <a:pt x="602"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9">
              <a:extLst>
                <a:ext uri="{FF2B5EF4-FFF2-40B4-BE49-F238E27FC236}">
                  <a16:creationId xmlns:a16="http://schemas.microsoft.com/office/drawing/2014/main" id="{4C1EAA0E-9B5A-3D4E-021C-6DFB92F76FAE}"/>
                </a:ext>
              </a:extLst>
            </p:cNvPr>
            <p:cNvSpPr>
              <a:spLocks noChangeArrowheads="1"/>
            </p:cNvSpPr>
            <p:nvPr/>
          </p:nvSpPr>
          <p:spPr bwMode="auto">
            <a:xfrm>
              <a:off x="8837613" y="3779838"/>
              <a:ext cx="80962" cy="96837"/>
            </a:xfrm>
            <a:custGeom>
              <a:avLst/>
              <a:gdLst>
                <a:gd name="T0" fmla="*/ 66 w 226"/>
                <a:gd name="T1" fmla="*/ 251 h 269"/>
                <a:gd name="T2" fmla="*/ 66 w 226"/>
                <a:gd name="T3" fmla="*/ 251 h 269"/>
                <a:gd name="T4" fmla="*/ 112 w 226"/>
                <a:gd name="T5" fmla="*/ 268 h 269"/>
                <a:gd name="T6" fmla="*/ 160 w 226"/>
                <a:gd name="T7" fmla="*/ 251 h 269"/>
                <a:gd name="T8" fmla="*/ 206 w 226"/>
                <a:gd name="T9" fmla="*/ 187 h 269"/>
                <a:gd name="T10" fmla="*/ 225 w 226"/>
                <a:gd name="T11" fmla="*/ 104 h 269"/>
                <a:gd name="T12" fmla="*/ 216 w 226"/>
                <a:gd name="T13" fmla="*/ 56 h 269"/>
                <a:gd name="T14" fmla="*/ 174 w 226"/>
                <a:gd name="T15" fmla="*/ 12 h 269"/>
                <a:gd name="T16" fmla="*/ 112 w 226"/>
                <a:gd name="T17" fmla="*/ 0 h 269"/>
                <a:gd name="T18" fmla="*/ 34 w 226"/>
                <a:gd name="T19" fmla="*/ 24 h 269"/>
                <a:gd name="T20" fmla="*/ 8 w 226"/>
                <a:gd name="T21" fmla="*/ 56 h 269"/>
                <a:gd name="T22" fmla="*/ 0 w 226"/>
                <a:gd name="T23" fmla="*/ 104 h 269"/>
                <a:gd name="T24" fmla="*/ 31 w 226"/>
                <a:gd name="T25" fmla="*/ 212 h 269"/>
                <a:gd name="T26" fmla="*/ 66 w 226"/>
                <a:gd name="T27" fmla="*/ 251 h 269"/>
                <a:gd name="T28" fmla="*/ 29 w 226"/>
                <a:gd name="T29" fmla="*/ 104 h 269"/>
                <a:gd name="T30" fmla="*/ 29 w 226"/>
                <a:gd name="T31" fmla="*/ 104 h 269"/>
                <a:gd name="T32" fmla="*/ 36 w 226"/>
                <a:gd name="T33" fmla="*/ 67 h 269"/>
                <a:gd name="T34" fmla="*/ 64 w 226"/>
                <a:gd name="T35" fmla="*/ 39 h 269"/>
                <a:gd name="T36" fmla="*/ 112 w 226"/>
                <a:gd name="T37" fmla="*/ 31 h 269"/>
                <a:gd name="T38" fmla="*/ 171 w 226"/>
                <a:gd name="T39" fmla="*/ 47 h 269"/>
                <a:gd name="T40" fmla="*/ 188 w 226"/>
                <a:gd name="T41" fmla="*/ 67 h 269"/>
                <a:gd name="T42" fmla="*/ 195 w 226"/>
                <a:gd name="T43" fmla="*/ 104 h 269"/>
                <a:gd name="T44" fmla="*/ 168 w 226"/>
                <a:gd name="T45" fmla="*/ 197 h 269"/>
                <a:gd name="T46" fmla="*/ 142 w 226"/>
                <a:gd name="T47" fmla="*/ 228 h 269"/>
                <a:gd name="T48" fmla="*/ 112 w 226"/>
                <a:gd name="T49" fmla="*/ 239 h 269"/>
                <a:gd name="T50" fmla="*/ 84 w 226"/>
                <a:gd name="T51" fmla="*/ 228 h 269"/>
                <a:gd name="T52" fmla="*/ 45 w 226"/>
                <a:gd name="T53" fmla="*/ 174 h 269"/>
                <a:gd name="T54" fmla="*/ 29 w 226"/>
                <a:gd name="T55" fmla="*/ 10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6" h="269">
                  <a:moveTo>
                    <a:pt x="66" y="251"/>
                  </a:moveTo>
                  <a:lnTo>
                    <a:pt x="66" y="251"/>
                  </a:lnTo>
                  <a:cubicBezTo>
                    <a:pt x="79" y="263"/>
                    <a:pt x="95" y="268"/>
                    <a:pt x="112" y="268"/>
                  </a:cubicBezTo>
                  <a:cubicBezTo>
                    <a:pt x="131" y="268"/>
                    <a:pt x="146" y="263"/>
                    <a:pt x="160" y="251"/>
                  </a:cubicBezTo>
                  <a:cubicBezTo>
                    <a:pt x="180" y="236"/>
                    <a:pt x="195" y="212"/>
                    <a:pt x="206" y="187"/>
                  </a:cubicBezTo>
                  <a:cubicBezTo>
                    <a:pt x="218" y="160"/>
                    <a:pt x="225" y="132"/>
                    <a:pt x="225" y="104"/>
                  </a:cubicBezTo>
                  <a:cubicBezTo>
                    <a:pt x="225" y="86"/>
                    <a:pt x="222" y="70"/>
                    <a:pt x="216" y="56"/>
                  </a:cubicBezTo>
                  <a:cubicBezTo>
                    <a:pt x="208" y="36"/>
                    <a:pt x="192" y="22"/>
                    <a:pt x="174" y="12"/>
                  </a:cubicBezTo>
                  <a:cubicBezTo>
                    <a:pt x="156" y="4"/>
                    <a:pt x="135" y="0"/>
                    <a:pt x="112" y="0"/>
                  </a:cubicBezTo>
                  <a:cubicBezTo>
                    <a:pt x="83" y="0"/>
                    <a:pt x="56" y="7"/>
                    <a:pt x="34" y="24"/>
                  </a:cubicBezTo>
                  <a:cubicBezTo>
                    <a:pt x="24" y="32"/>
                    <a:pt x="15" y="43"/>
                    <a:pt x="8" y="56"/>
                  </a:cubicBezTo>
                  <a:cubicBezTo>
                    <a:pt x="3" y="70"/>
                    <a:pt x="0" y="86"/>
                    <a:pt x="0" y="104"/>
                  </a:cubicBezTo>
                  <a:cubicBezTo>
                    <a:pt x="0" y="140"/>
                    <a:pt x="11" y="180"/>
                    <a:pt x="31" y="212"/>
                  </a:cubicBezTo>
                  <a:cubicBezTo>
                    <a:pt x="41" y="228"/>
                    <a:pt x="52" y="242"/>
                    <a:pt x="66" y="251"/>
                  </a:cubicBezTo>
                  <a:close/>
                  <a:moveTo>
                    <a:pt x="29" y="104"/>
                  </a:moveTo>
                  <a:lnTo>
                    <a:pt x="29" y="104"/>
                  </a:lnTo>
                  <a:cubicBezTo>
                    <a:pt x="29" y="89"/>
                    <a:pt x="32" y="77"/>
                    <a:pt x="36" y="67"/>
                  </a:cubicBezTo>
                  <a:cubicBezTo>
                    <a:pt x="42" y="53"/>
                    <a:pt x="52" y="46"/>
                    <a:pt x="64" y="39"/>
                  </a:cubicBezTo>
                  <a:cubicBezTo>
                    <a:pt x="77" y="33"/>
                    <a:pt x="94" y="31"/>
                    <a:pt x="112" y="31"/>
                  </a:cubicBezTo>
                  <a:cubicBezTo>
                    <a:pt x="138" y="31"/>
                    <a:pt x="159" y="36"/>
                    <a:pt x="171" y="47"/>
                  </a:cubicBezTo>
                  <a:cubicBezTo>
                    <a:pt x="178" y="52"/>
                    <a:pt x="184" y="59"/>
                    <a:pt x="188" y="67"/>
                  </a:cubicBezTo>
                  <a:cubicBezTo>
                    <a:pt x="192" y="77"/>
                    <a:pt x="195" y="89"/>
                    <a:pt x="195" y="104"/>
                  </a:cubicBezTo>
                  <a:cubicBezTo>
                    <a:pt x="195" y="133"/>
                    <a:pt x="185" y="170"/>
                    <a:pt x="168" y="197"/>
                  </a:cubicBezTo>
                  <a:cubicBezTo>
                    <a:pt x="160" y="209"/>
                    <a:pt x="152" y="220"/>
                    <a:pt x="142" y="228"/>
                  </a:cubicBezTo>
                  <a:cubicBezTo>
                    <a:pt x="132" y="236"/>
                    <a:pt x="122" y="239"/>
                    <a:pt x="112" y="239"/>
                  </a:cubicBezTo>
                  <a:cubicBezTo>
                    <a:pt x="102" y="239"/>
                    <a:pt x="94" y="236"/>
                    <a:pt x="84" y="228"/>
                  </a:cubicBezTo>
                  <a:cubicBezTo>
                    <a:pt x="69" y="216"/>
                    <a:pt x="55" y="197"/>
                    <a:pt x="45" y="174"/>
                  </a:cubicBezTo>
                  <a:cubicBezTo>
                    <a:pt x="35" y="152"/>
                    <a:pt x="29" y="126"/>
                    <a:pt x="29" y="1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60">
              <a:extLst>
                <a:ext uri="{FF2B5EF4-FFF2-40B4-BE49-F238E27FC236}">
                  <a16:creationId xmlns:a16="http://schemas.microsoft.com/office/drawing/2014/main" id="{DB7E236D-EAE4-5C0A-86A0-F34B4225B766}"/>
                </a:ext>
              </a:extLst>
            </p:cNvPr>
            <p:cNvSpPr>
              <a:spLocks noChangeArrowheads="1"/>
            </p:cNvSpPr>
            <p:nvPr/>
          </p:nvSpPr>
          <p:spPr bwMode="auto">
            <a:xfrm>
              <a:off x="8759825" y="3652838"/>
              <a:ext cx="238125" cy="96837"/>
            </a:xfrm>
            <a:custGeom>
              <a:avLst/>
              <a:gdLst>
                <a:gd name="T0" fmla="*/ 656 w 661"/>
                <a:gd name="T1" fmla="*/ 240 h 270"/>
                <a:gd name="T2" fmla="*/ 659 w 661"/>
                <a:gd name="T3" fmla="*/ 217 h 270"/>
                <a:gd name="T4" fmla="*/ 600 w 661"/>
                <a:gd name="T5" fmla="*/ 45 h 270"/>
                <a:gd name="T6" fmla="*/ 106 w 661"/>
                <a:gd name="T7" fmla="*/ 0 h 270"/>
                <a:gd name="T8" fmla="*/ 61 w 661"/>
                <a:gd name="T9" fmla="*/ 101 h 270"/>
                <a:gd name="T10" fmla="*/ 0 w 661"/>
                <a:gd name="T11" fmla="*/ 224 h 270"/>
                <a:gd name="T12" fmla="*/ 26 w 661"/>
                <a:gd name="T13" fmla="*/ 257 h 270"/>
                <a:gd name="T14" fmla="*/ 121 w 661"/>
                <a:gd name="T15" fmla="*/ 266 h 270"/>
                <a:gd name="T16" fmla="*/ 224 w 661"/>
                <a:gd name="T17" fmla="*/ 238 h 270"/>
                <a:gd name="T18" fmla="*/ 330 w 661"/>
                <a:gd name="T19" fmla="*/ 269 h 270"/>
                <a:gd name="T20" fmla="*/ 436 w 661"/>
                <a:gd name="T21" fmla="*/ 238 h 270"/>
                <a:gd name="T22" fmla="*/ 539 w 661"/>
                <a:gd name="T23" fmla="*/ 269 h 270"/>
                <a:gd name="T24" fmla="*/ 646 w 661"/>
                <a:gd name="T25" fmla="*/ 251 h 270"/>
                <a:gd name="T26" fmla="*/ 590 w 661"/>
                <a:gd name="T27" fmla="*/ 237 h 270"/>
                <a:gd name="T28" fmla="*/ 539 w 661"/>
                <a:gd name="T29" fmla="*/ 238 h 270"/>
                <a:gd name="T30" fmla="*/ 454 w 661"/>
                <a:gd name="T31" fmla="*/ 216 h 270"/>
                <a:gd name="T32" fmla="*/ 445 w 661"/>
                <a:gd name="T33" fmla="*/ 199 h 270"/>
                <a:gd name="T34" fmla="*/ 424 w 661"/>
                <a:gd name="T35" fmla="*/ 199 h 270"/>
                <a:gd name="T36" fmla="*/ 416 w 661"/>
                <a:gd name="T37" fmla="*/ 216 h 270"/>
                <a:gd name="T38" fmla="*/ 330 w 661"/>
                <a:gd name="T39" fmla="*/ 238 h 270"/>
                <a:gd name="T40" fmla="*/ 245 w 661"/>
                <a:gd name="T41" fmla="*/ 216 h 270"/>
                <a:gd name="T42" fmla="*/ 240 w 661"/>
                <a:gd name="T43" fmla="*/ 206 h 270"/>
                <a:gd name="T44" fmla="*/ 225 w 661"/>
                <a:gd name="T45" fmla="*/ 192 h 270"/>
                <a:gd name="T46" fmla="*/ 211 w 661"/>
                <a:gd name="T47" fmla="*/ 206 h 270"/>
                <a:gd name="T48" fmla="*/ 176 w 661"/>
                <a:gd name="T49" fmla="*/ 230 h 270"/>
                <a:gd name="T50" fmla="*/ 49 w 661"/>
                <a:gd name="T51" fmla="*/ 233 h 270"/>
                <a:gd name="T52" fmla="*/ 31 w 661"/>
                <a:gd name="T53" fmla="*/ 226 h 270"/>
                <a:gd name="T54" fmla="*/ 405 w 661"/>
                <a:gd name="T55" fmla="*/ 119 h 270"/>
                <a:gd name="T56" fmla="*/ 405 w 661"/>
                <a:gd name="T57" fmla="*/ 89 h 270"/>
                <a:gd name="T58" fmla="*/ 90 w 661"/>
                <a:gd name="T59" fmla="*/ 45 h 270"/>
                <a:gd name="T60" fmla="*/ 106 w 661"/>
                <a:gd name="T61" fmla="*/ 29 h 270"/>
                <a:gd name="T62" fmla="*/ 566 w 661"/>
                <a:gd name="T63" fmla="*/ 33 h 270"/>
                <a:gd name="T64" fmla="*/ 570 w 661"/>
                <a:gd name="T65" fmla="*/ 89 h 270"/>
                <a:gd name="T66" fmla="*/ 510 w 661"/>
                <a:gd name="T67" fmla="*/ 104 h 270"/>
                <a:gd name="T68" fmla="*/ 576 w 661"/>
                <a:gd name="T69" fmla="*/ 119 h 270"/>
                <a:gd name="T70" fmla="*/ 624 w 661"/>
                <a:gd name="T71" fmla="*/ 230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61" h="270">
                  <a:moveTo>
                    <a:pt x="656" y="240"/>
                  </a:moveTo>
                  <a:lnTo>
                    <a:pt x="656" y="240"/>
                  </a:lnTo>
                  <a:cubicBezTo>
                    <a:pt x="659" y="235"/>
                    <a:pt x="660" y="230"/>
                    <a:pt x="660" y="224"/>
                  </a:cubicBezTo>
                  <a:cubicBezTo>
                    <a:pt x="660" y="221"/>
                    <a:pt x="659" y="220"/>
                    <a:pt x="659" y="217"/>
                  </a:cubicBezTo>
                  <a:cubicBezTo>
                    <a:pt x="600" y="101"/>
                    <a:pt x="600" y="101"/>
                    <a:pt x="600" y="101"/>
                  </a:cubicBezTo>
                  <a:cubicBezTo>
                    <a:pt x="600" y="45"/>
                    <a:pt x="600" y="45"/>
                    <a:pt x="600" y="45"/>
                  </a:cubicBezTo>
                  <a:cubicBezTo>
                    <a:pt x="600" y="19"/>
                    <a:pt x="580" y="0"/>
                    <a:pt x="555" y="0"/>
                  </a:cubicBezTo>
                  <a:cubicBezTo>
                    <a:pt x="106" y="0"/>
                    <a:pt x="106" y="0"/>
                    <a:pt x="106" y="0"/>
                  </a:cubicBezTo>
                  <a:cubicBezTo>
                    <a:pt x="80" y="0"/>
                    <a:pt x="61" y="19"/>
                    <a:pt x="61" y="45"/>
                  </a:cubicBezTo>
                  <a:cubicBezTo>
                    <a:pt x="61" y="101"/>
                    <a:pt x="61" y="101"/>
                    <a:pt x="61" y="101"/>
                  </a:cubicBezTo>
                  <a:cubicBezTo>
                    <a:pt x="3" y="217"/>
                    <a:pt x="3" y="217"/>
                    <a:pt x="3" y="217"/>
                  </a:cubicBezTo>
                  <a:cubicBezTo>
                    <a:pt x="2" y="219"/>
                    <a:pt x="0" y="221"/>
                    <a:pt x="0" y="224"/>
                  </a:cubicBezTo>
                  <a:cubicBezTo>
                    <a:pt x="0" y="230"/>
                    <a:pt x="2" y="235"/>
                    <a:pt x="5" y="240"/>
                  </a:cubicBezTo>
                  <a:cubicBezTo>
                    <a:pt x="10" y="248"/>
                    <a:pt x="17" y="252"/>
                    <a:pt x="26" y="257"/>
                  </a:cubicBezTo>
                  <a:cubicBezTo>
                    <a:pt x="37" y="261"/>
                    <a:pt x="51" y="264"/>
                    <a:pt x="68" y="265"/>
                  </a:cubicBezTo>
                  <a:cubicBezTo>
                    <a:pt x="83" y="266"/>
                    <a:pt x="101" y="266"/>
                    <a:pt x="121" y="266"/>
                  </a:cubicBezTo>
                  <a:cubicBezTo>
                    <a:pt x="152" y="266"/>
                    <a:pt x="179" y="261"/>
                    <a:pt x="201" y="252"/>
                  </a:cubicBezTo>
                  <a:cubicBezTo>
                    <a:pt x="209" y="248"/>
                    <a:pt x="218" y="244"/>
                    <a:pt x="224" y="238"/>
                  </a:cubicBezTo>
                  <a:cubicBezTo>
                    <a:pt x="235" y="248"/>
                    <a:pt x="250" y="255"/>
                    <a:pt x="267" y="261"/>
                  </a:cubicBezTo>
                  <a:cubicBezTo>
                    <a:pt x="285" y="266"/>
                    <a:pt x="308" y="269"/>
                    <a:pt x="330" y="269"/>
                  </a:cubicBezTo>
                  <a:cubicBezTo>
                    <a:pt x="361" y="269"/>
                    <a:pt x="389" y="264"/>
                    <a:pt x="410" y="255"/>
                  </a:cubicBezTo>
                  <a:cubicBezTo>
                    <a:pt x="420" y="251"/>
                    <a:pt x="429" y="245"/>
                    <a:pt x="436" y="238"/>
                  </a:cubicBezTo>
                  <a:cubicBezTo>
                    <a:pt x="445" y="248"/>
                    <a:pt x="461" y="255"/>
                    <a:pt x="478" y="261"/>
                  </a:cubicBezTo>
                  <a:cubicBezTo>
                    <a:pt x="496" y="266"/>
                    <a:pt x="517" y="269"/>
                    <a:pt x="539" y="269"/>
                  </a:cubicBezTo>
                  <a:cubicBezTo>
                    <a:pt x="569" y="269"/>
                    <a:pt x="596" y="268"/>
                    <a:pt x="618" y="262"/>
                  </a:cubicBezTo>
                  <a:cubicBezTo>
                    <a:pt x="628" y="261"/>
                    <a:pt x="638" y="257"/>
                    <a:pt x="646" y="251"/>
                  </a:cubicBezTo>
                  <a:cubicBezTo>
                    <a:pt x="649" y="248"/>
                    <a:pt x="653" y="244"/>
                    <a:pt x="656" y="240"/>
                  </a:cubicBezTo>
                  <a:close/>
                  <a:moveTo>
                    <a:pt x="590" y="237"/>
                  </a:moveTo>
                  <a:lnTo>
                    <a:pt x="590" y="237"/>
                  </a:lnTo>
                  <a:cubicBezTo>
                    <a:pt x="576" y="238"/>
                    <a:pt x="559" y="238"/>
                    <a:pt x="539" y="238"/>
                  </a:cubicBezTo>
                  <a:cubicBezTo>
                    <a:pt x="513" y="238"/>
                    <a:pt x="489" y="234"/>
                    <a:pt x="472" y="227"/>
                  </a:cubicBezTo>
                  <a:cubicBezTo>
                    <a:pt x="464" y="223"/>
                    <a:pt x="458" y="220"/>
                    <a:pt x="454" y="216"/>
                  </a:cubicBezTo>
                  <a:cubicBezTo>
                    <a:pt x="451" y="213"/>
                    <a:pt x="450" y="210"/>
                    <a:pt x="450" y="209"/>
                  </a:cubicBezTo>
                  <a:cubicBezTo>
                    <a:pt x="450" y="205"/>
                    <a:pt x="448" y="202"/>
                    <a:pt x="445" y="199"/>
                  </a:cubicBezTo>
                  <a:cubicBezTo>
                    <a:pt x="443" y="196"/>
                    <a:pt x="440" y="193"/>
                    <a:pt x="436" y="193"/>
                  </a:cubicBezTo>
                  <a:cubicBezTo>
                    <a:pt x="431" y="193"/>
                    <a:pt x="427" y="196"/>
                    <a:pt x="424" y="199"/>
                  </a:cubicBezTo>
                  <a:cubicBezTo>
                    <a:pt x="422" y="202"/>
                    <a:pt x="420" y="205"/>
                    <a:pt x="420" y="209"/>
                  </a:cubicBezTo>
                  <a:cubicBezTo>
                    <a:pt x="420" y="210"/>
                    <a:pt x="420" y="213"/>
                    <a:pt x="416" y="216"/>
                  </a:cubicBezTo>
                  <a:cubicBezTo>
                    <a:pt x="412" y="221"/>
                    <a:pt x="400" y="227"/>
                    <a:pt x="385" y="231"/>
                  </a:cubicBezTo>
                  <a:cubicBezTo>
                    <a:pt x="370" y="237"/>
                    <a:pt x="351" y="238"/>
                    <a:pt x="330" y="238"/>
                  </a:cubicBezTo>
                  <a:cubicBezTo>
                    <a:pt x="304" y="238"/>
                    <a:pt x="278" y="234"/>
                    <a:pt x="263" y="227"/>
                  </a:cubicBezTo>
                  <a:cubicBezTo>
                    <a:pt x="254" y="223"/>
                    <a:pt x="247" y="220"/>
                    <a:pt x="245" y="216"/>
                  </a:cubicBezTo>
                  <a:cubicBezTo>
                    <a:pt x="240" y="213"/>
                    <a:pt x="240" y="210"/>
                    <a:pt x="240" y="209"/>
                  </a:cubicBezTo>
                  <a:cubicBezTo>
                    <a:pt x="240" y="206"/>
                    <a:pt x="240" y="206"/>
                    <a:pt x="240" y="206"/>
                  </a:cubicBezTo>
                  <a:cubicBezTo>
                    <a:pt x="240" y="203"/>
                    <a:pt x="239" y="199"/>
                    <a:pt x="236" y="196"/>
                  </a:cubicBezTo>
                  <a:cubicBezTo>
                    <a:pt x="233" y="193"/>
                    <a:pt x="229" y="192"/>
                    <a:pt x="225" y="192"/>
                  </a:cubicBezTo>
                  <a:cubicBezTo>
                    <a:pt x="222" y="192"/>
                    <a:pt x="218" y="193"/>
                    <a:pt x="215" y="196"/>
                  </a:cubicBezTo>
                  <a:cubicBezTo>
                    <a:pt x="212" y="199"/>
                    <a:pt x="211" y="203"/>
                    <a:pt x="211" y="206"/>
                  </a:cubicBezTo>
                  <a:cubicBezTo>
                    <a:pt x="211" y="207"/>
                    <a:pt x="209" y="210"/>
                    <a:pt x="207" y="213"/>
                  </a:cubicBezTo>
                  <a:cubicBezTo>
                    <a:pt x="201" y="219"/>
                    <a:pt x="190" y="226"/>
                    <a:pt x="176" y="230"/>
                  </a:cubicBezTo>
                  <a:cubicBezTo>
                    <a:pt x="160" y="234"/>
                    <a:pt x="141" y="237"/>
                    <a:pt x="121" y="237"/>
                  </a:cubicBezTo>
                  <a:cubicBezTo>
                    <a:pt x="92" y="237"/>
                    <a:pt x="66" y="235"/>
                    <a:pt x="49" y="233"/>
                  </a:cubicBezTo>
                  <a:cubicBezTo>
                    <a:pt x="41" y="231"/>
                    <a:pt x="35" y="228"/>
                    <a:pt x="33" y="227"/>
                  </a:cubicBezTo>
                  <a:cubicBezTo>
                    <a:pt x="31" y="226"/>
                    <a:pt x="31" y="226"/>
                    <a:pt x="31" y="226"/>
                  </a:cubicBezTo>
                  <a:cubicBezTo>
                    <a:pt x="85" y="119"/>
                    <a:pt x="85" y="119"/>
                    <a:pt x="85" y="119"/>
                  </a:cubicBezTo>
                  <a:cubicBezTo>
                    <a:pt x="405" y="119"/>
                    <a:pt x="405" y="119"/>
                    <a:pt x="405" y="119"/>
                  </a:cubicBezTo>
                  <a:cubicBezTo>
                    <a:pt x="413" y="119"/>
                    <a:pt x="420" y="112"/>
                    <a:pt x="420" y="104"/>
                  </a:cubicBezTo>
                  <a:cubicBezTo>
                    <a:pt x="420" y="97"/>
                    <a:pt x="413" y="89"/>
                    <a:pt x="405" y="89"/>
                  </a:cubicBezTo>
                  <a:cubicBezTo>
                    <a:pt x="90" y="89"/>
                    <a:pt x="90" y="89"/>
                    <a:pt x="90" y="89"/>
                  </a:cubicBezTo>
                  <a:cubicBezTo>
                    <a:pt x="90" y="45"/>
                    <a:pt x="90" y="45"/>
                    <a:pt x="90" y="45"/>
                  </a:cubicBezTo>
                  <a:cubicBezTo>
                    <a:pt x="90" y="40"/>
                    <a:pt x="93" y="36"/>
                    <a:pt x="96" y="33"/>
                  </a:cubicBezTo>
                  <a:cubicBezTo>
                    <a:pt x="99" y="31"/>
                    <a:pt x="101" y="29"/>
                    <a:pt x="106" y="29"/>
                  </a:cubicBezTo>
                  <a:cubicBezTo>
                    <a:pt x="555" y="29"/>
                    <a:pt x="555" y="29"/>
                    <a:pt x="555" y="29"/>
                  </a:cubicBezTo>
                  <a:cubicBezTo>
                    <a:pt x="559" y="29"/>
                    <a:pt x="563" y="31"/>
                    <a:pt x="566" y="33"/>
                  </a:cubicBezTo>
                  <a:cubicBezTo>
                    <a:pt x="569" y="36"/>
                    <a:pt x="570" y="40"/>
                    <a:pt x="570" y="45"/>
                  </a:cubicBezTo>
                  <a:cubicBezTo>
                    <a:pt x="570" y="89"/>
                    <a:pt x="570" y="89"/>
                    <a:pt x="570" y="89"/>
                  </a:cubicBezTo>
                  <a:cubicBezTo>
                    <a:pt x="525" y="89"/>
                    <a:pt x="525" y="89"/>
                    <a:pt x="525" y="89"/>
                  </a:cubicBezTo>
                  <a:cubicBezTo>
                    <a:pt x="517" y="89"/>
                    <a:pt x="510" y="97"/>
                    <a:pt x="510" y="104"/>
                  </a:cubicBezTo>
                  <a:cubicBezTo>
                    <a:pt x="510" y="112"/>
                    <a:pt x="517" y="119"/>
                    <a:pt x="525" y="119"/>
                  </a:cubicBezTo>
                  <a:cubicBezTo>
                    <a:pt x="576" y="119"/>
                    <a:pt x="576" y="119"/>
                    <a:pt x="576" y="119"/>
                  </a:cubicBezTo>
                  <a:cubicBezTo>
                    <a:pt x="629" y="226"/>
                    <a:pt x="629" y="226"/>
                    <a:pt x="629" y="226"/>
                  </a:cubicBezTo>
                  <a:cubicBezTo>
                    <a:pt x="628" y="227"/>
                    <a:pt x="627" y="228"/>
                    <a:pt x="624" y="230"/>
                  </a:cubicBezTo>
                  <a:cubicBezTo>
                    <a:pt x="617" y="233"/>
                    <a:pt x="605" y="235"/>
                    <a:pt x="590" y="2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5" name="Group 198">
            <a:extLst>
              <a:ext uri="{FF2B5EF4-FFF2-40B4-BE49-F238E27FC236}">
                <a16:creationId xmlns:a16="http://schemas.microsoft.com/office/drawing/2014/main" id="{84896F4B-713F-30A1-AE37-B703946657F3}"/>
              </a:ext>
            </a:extLst>
          </p:cNvPr>
          <p:cNvGrpSpPr/>
          <p:nvPr/>
        </p:nvGrpSpPr>
        <p:grpSpPr>
          <a:xfrm>
            <a:off x="8275240" y="2350964"/>
            <a:ext cx="184150" cy="258762"/>
            <a:chOff x="7239000" y="4148138"/>
            <a:chExt cx="184150" cy="258762"/>
          </a:xfrm>
          <a:solidFill>
            <a:schemeClr val="tx2"/>
          </a:solidFill>
        </p:grpSpPr>
        <p:sp>
          <p:nvSpPr>
            <p:cNvPr id="196" name="Freeform 161">
              <a:extLst>
                <a:ext uri="{FF2B5EF4-FFF2-40B4-BE49-F238E27FC236}">
                  <a16:creationId xmlns:a16="http://schemas.microsoft.com/office/drawing/2014/main" id="{D089C7DF-F80B-5138-53D5-4A613BDB722F}"/>
                </a:ext>
              </a:extLst>
            </p:cNvPr>
            <p:cNvSpPr>
              <a:spLocks noChangeArrowheads="1"/>
            </p:cNvSpPr>
            <p:nvPr/>
          </p:nvSpPr>
          <p:spPr bwMode="auto">
            <a:xfrm>
              <a:off x="7239000" y="4148138"/>
              <a:ext cx="96838" cy="257175"/>
            </a:xfrm>
            <a:custGeom>
              <a:avLst/>
              <a:gdLst>
                <a:gd name="T0" fmla="*/ 135 w 270"/>
                <a:gd name="T1" fmla="*/ 712 h 713"/>
                <a:gd name="T2" fmla="*/ 135 w 270"/>
                <a:gd name="T3" fmla="*/ 712 h 713"/>
                <a:gd name="T4" fmla="*/ 180 w 270"/>
                <a:gd name="T5" fmla="*/ 667 h 713"/>
                <a:gd name="T6" fmla="*/ 180 w 270"/>
                <a:gd name="T7" fmla="*/ 369 h 713"/>
                <a:gd name="T8" fmla="*/ 215 w 270"/>
                <a:gd name="T9" fmla="*/ 322 h 713"/>
                <a:gd name="T10" fmla="*/ 269 w 270"/>
                <a:gd name="T11" fmla="*/ 244 h 713"/>
                <a:gd name="T12" fmla="*/ 269 w 270"/>
                <a:gd name="T13" fmla="*/ 15 h 713"/>
                <a:gd name="T14" fmla="*/ 255 w 270"/>
                <a:gd name="T15" fmla="*/ 0 h 713"/>
                <a:gd name="T16" fmla="*/ 240 w 270"/>
                <a:gd name="T17" fmla="*/ 15 h 713"/>
                <a:gd name="T18" fmla="*/ 240 w 270"/>
                <a:gd name="T19" fmla="*/ 15 h 713"/>
                <a:gd name="T20" fmla="*/ 240 w 270"/>
                <a:gd name="T21" fmla="*/ 244 h 713"/>
                <a:gd name="T22" fmla="*/ 205 w 270"/>
                <a:gd name="T23" fmla="*/ 293 h 713"/>
                <a:gd name="T24" fmla="*/ 150 w 270"/>
                <a:gd name="T25" fmla="*/ 369 h 713"/>
                <a:gd name="T26" fmla="*/ 150 w 270"/>
                <a:gd name="T27" fmla="*/ 667 h 713"/>
                <a:gd name="T28" fmla="*/ 135 w 270"/>
                <a:gd name="T29" fmla="*/ 681 h 713"/>
                <a:gd name="T30" fmla="*/ 121 w 270"/>
                <a:gd name="T31" fmla="*/ 667 h 713"/>
                <a:gd name="T32" fmla="*/ 121 w 270"/>
                <a:gd name="T33" fmla="*/ 369 h 713"/>
                <a:gd name="T34" fmla="*/ 64 w 270"/>
                <a:gd name="T35" fmla="*/ 293 h 713"/>
                <a:gd name="T36" fmla="*/ 31 w 270"/>
                <a:gd name="T37" fmla="*/ 244 h 713"/>
                <a:gd name="T38" fmla="*/ 31 w 270"/>
                <a:gd name="T39" fmla="*/ 15 h 713"/>
                <a:gd name="T40" fmla="*/ 15 w 270"/>
                <a:gd name="T41" fmla="*/ 0 h 713"/>
                <a:gd name="T42" fmla="*/ 0 w 270"/>
                <a:gd name="T43" fmla="*/ 15 h 713"/>
                <a:gd name="T44" fmla="*/ 0 w 270"/>
                <a:gd name="T45" fmla="*/ 244 h 713"/>
                <a:gd name="T46" fmla="*/ 56 w 270"/>
                <a:gd name="T47" fmla="*/ 322 h 713"/>
                <a:gd name="T48" fmla="*/ 90 w 270"/>
                <a:gd name="T49" fmla="*/ 369 h 713"/>
                <a:gd name="T50" fmla="*/ 90 w 270"/>
                <a:gd name="T51" fmla="*/ 667 h 713"/>
                <a:gd name="T52" fmla="*/ 135 w 270"/>
                <a:gd name="T53" fmla="*/ 712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0" h="713">
                  <a:moveTo>
                    <a:pt x="135" y="712"/>
                  </a:moveTo>
                  <a:lnTo>
                    <a:pt x="135" y="712"/>
                  </a:lnTo>
                  <a:cubicBezTo>
                    <a:pt x="160" y="712"/>
                    <a:pt x="180" y="691"/>
                    <a:pt x="180" y="667"/>
                  </a:cubicBezTo>
                  <a:cubicBezTo>
                    <a:pt x="180" y="369"/>
                    <a:pt x="180" y="369"/>
                    <a:pt x="180" y="369"/>
                  </a:cubicBezTo>
                  <a:cubicBezTo>
                    <a:pt x="180" y="348"/>
                    <a:pt x="194" y="329"/>
                    <a:pt x="215" y="322"/>
                  </a:cubicBezTo>
                  <a:cubicBezTo>
                    <a:pt x="248" y="310"/>
                    <a:pt x="269" y="279"/>
                    <a:pt x="269" y="244"/>
                  </a:cubicBezTo>
                  <a:cubicBezTo>
                    <a:pt x="269" y="15"/>
                    <a:pt x="269" y="15"/>
                    <a:pt x="269" y="15"/>
                  </a:cubicBezTo>
                  <a:cubicBezTo>
                    <a:pt x="269" y="7"/>
                    <a:pt x="264" y="0"/>
                    <a:pt x="255" y="0"/>
                  </a:cubicBezTo>
                  <a:cubicBezTo>
                    <a:pt x="247" y="0"/>
                    <a:pt x="240" y="7"/>
                    <a:pt x="240" y="15"/>
                  </a:cubicBezTo>
                  <a:lnTo>
                    <a:pt x="240" y="15"/>
                  </a:lnTo>
                  <a:cubicBezTo>
                    <a:pt x="240" y="244"/>
                    <a:pt x="240" y="244"/>
                    <a:pt x="240" y="244"/>
                  </a:cubicBezTo>
                  <a:cubicBezTo>
                    <a:pt x="240" y="267"/>
                    <a:pt x="226" y="286"/>
                    <a:pt x="205" y="293"/>
                  </a:cubicBezTo>
                  <a:cubicBezTo>
                    <a:pt x="173" y="303"/>
                    <a:pt x="150" y="334"/>
                    <a:pt x="150" y="369"/>
                  </a:cubicBezTo>
                  <a:cubicBezTo>
                    <a:pt x="150" y="667"/>
                    <a:pt x="150" y="667"/>
                    <a:pt x="150" y="667"/>
                  </a:cubicBezTo>
                  <a:cubicBezTo>
                    <a:pt x="150" y="675"/>
                    <a:pt x="143" y="681"/>
                    <a:pt x="135" y="681"/>
                  </a:cubicBezTo>
                  <a:cubicBezTo>
                    <a:pt x="128" y="681"/>
                    <a:pt x="121" y="675"/>
                    <a:pt x="121" y="667"/>
                  </a:cubicBezTo>
                  <a:cubicBezTo>
                    <a:pt x="121" y="369"/>
                    <a:pt x="121" y="369"/>
                    <a:pt x="121" y="369"/>
                  </a:cubicBezTo>
                  <a:cubicBezTo>
                    <a:pt x="121" y="334"/>
                    <a:pt x="98" y="303"/>
                    <a:pt x="64" y="293"/>
                  </a:cubicBezTo>
                  <a:cubicBezTo>
                    <a:pt x="45" y="286"/>
                    <a:pt x="31" y="267"/>
                    <a:pt x="31" y="244"/>
                  </a:cubicBezTo>
                  <a:cubicBezTo>
                    <a:pt x="31" y="15"/>
                    <a:pt x="31" y="15"/>
                    <a:pt x="31" y="15"/>
                  </a:cubicBezTo>
                  <a:cubicBezTo>
                    <a:pt x="31" y="7"/>
                    <a:pt x="24" y="0"/>
                    <a:pt x="15" y="0"/>
                  </a:cubicBezTo>
                  <a:cubicBezTo>
                    <a:pt x="7" y="0"/>
                    <a:pt x="0" y="7"/>
                    <a:pt x="0" y="15"/>
                  </a:cubicBezTo>
                  <a:cubicBezTo>
                    <a:pt x="0" y="244"/>
                    <a:pt x="0" y="244"/>
                    <a:pt x="0" y="244"/>
                  </a:cubicBezTo>
                  <a:cubicBezTo>
                    <a:pt x="0" y="279"/>
                    <a:pt x="22" y="310"/>
                    <a:pt x="56" y="322"/>
                  </a:cubicBezTo>
                  <a:cubicBezTo>
                    <a:pt x="76" y="329"/>
                    <a:pt x="90" y="348"/>
                    <a:pt x="90" y="369"/>
                  </a:cubicBezTo>
                  <a:cubicBezTo>
                    <a:pt x="90" y="667"/>
                    <a:pt x="90" y="667"/>
                    <a:pt x="90" y="667"/>
                  </a:cubicBezTo>
                  <a:cubicBezTo>
                    <a:pt x="90" y="691"/>
                    <a:pt x="111" y="712"/>
                    <a:pt x="135" y="7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2">
              <a:extLst>
                <a:ext uri="{FF2B5EF4-FFF2-40B4-BE49-F238E27FC236}">
                  <a16:creationId xmlns:a16="http://schemas.microsoft.com/office/drawing/2014/main" id="{A4E67AED-9021-ABD6-0026-293B16790ADF}"/>
                </a:ext>
              </a:extLst>
            </p:cNvPr>
            <p:cNvSpPr>
              <a:spLocks noChangeArrowheads="1"/>
            </p:cNvSpPr>
            <p:nvPr/>
          </p:nvSpPr>
          <p:spPr bwMode="auto">
            <a:xfrm>
              <a:off x="7283450" y="4148138"/>
              <a:ext cx="11113" cy="96837"/>
            </a:xfrm>
            <a:custGeom>
              <a:avLst/>
              <a:gdLst>
                <a:gd name="T0" fmla="*/ 29 w 30"/>
                <a:gd name="T1" fmla="*/ 254 h 271"/>
                <a:gd name="T2" fmla="*/ 29 w 30"/>
                <a:gd name="T3" fmla="*/ 254 h 271"/>
                <a:gd name="T4" fmla="*/ 29 w 30"/>
                <a:gd name="T5" fmla="*/ 15 h 271"/>
                <a:gd name="T6" fmla="*/ 14 w 30"/>
                <a:gd name="T7" fmla="*/ 0 h 271"/>
                <a:gd name="T8" fmla="*/ 0 w 30"/>
                <a:gd name="T9" fmla="*/ 15 h 271"/>
                <a:gd name="T10" fmla="*/ 0 w 30"/>
                <a:gd name="T11" fmla="*/ 254 h 271"/>
                <a:gd name="T12" fmla="*/ 14 w 30"/>
                <a:gd name="T13" fmla="*/ 270 h 271"/>
                <a:gd name="T14" fmla="*/ 29 w 30"/>
                <a:gd name="T15" fmla="*/ 254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71">
                  <a:moveTo>
                    <a:pt x="29" y="254"/>
                  </a:moveTo>
                  <a:lnTo>
                    <a:pt x="29" y="254"/>
                  </a:lnTo>
                  <a:cubicBezTo>
                    <a:pt x="29" y="15"/>
                    <a:pt x="29" y="15"/>
                    <a:pt x="29" y="15"/>
                  </a:cubicBezTo>
                  <a:cubicBezTo>
                    <a:pt x="29" y="7"/>
                    <a:pt x="22" y="0"/>
                    <a:pt x="14" y="0"/>
                  </a:cubicBezTo>
                  <a:cubicBezTo>
                    <a:pt x="7" y="0"/>
                    <a:pt x="0" y="7"/>
                    <a:pt x="0" y="15"/>
                  </a:cubicBezTo>
                  <a:cubicBezTo>
                    <a:pt x="0" y="254"/>
                    <a:pt x="0" y="254"/>
                    <a:pt x="0" y="254"/>
                  </a:cubicBezTo>
                  <a:cubicBezTo>
                    <a:pt x="0" y="263"/>
                    <a:pt x="7" y="270"/>
                    <a:pt x="14" y="270"/>
                  </a:cubicBezTo>
                  <a:cubicBezTo>
                    <a:pt x="22" y="270"/>
                    <a:pt x="29" y="263"/>
                    <a:pt x="29" y="2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8" name="Freeform 163">
              <a:extLst>
                <a:ext uri="{FF2B5EF4-FFF2-40B4-BE49-F238E27FC236}">
                  <a16:creationId xmlns:a16="http://schemas.microsoft.com/office/drawing/2014/main" id="{21CE56F9-25A7-CF7D-800B-25E2B05AEAD3}"/>
                </a:ext>
              </a:extLst>
            </p:cNvPr>
            <p:cNvSpPr>
              <a:spLocks noChangeArrowheads="1"/>
            </p:cNvSpPr>
            <p:nvPr/>
          </p:nvSpPr>
          <p:spPr bwMode="auto">
            <a:xfrm>
              <a:off x="7369175" y="4148138"/>
              <a:ext cx="53975" cy="258762"/>
            </a:xfrm>
            <a:custGeom>
              <a:avLst/>
              <a:gdLst>
                <a:gd name="T0" fmla="*/ 0 w 152"/>
                <a:gd name="T1" fmla="*/ 105 h 720"/>
                <a:gd name="T2" fmla="*/ 0 w 152"/>
                <a:gd name="T3" fmla="*/ 105 h 720"/>
                <a:gd name="T4" fmla="*/ 0 w 152"/>
                <a:gd name="T5" fmla="*/ 327 h 720"/>
                <a:gd name="T6" fmla="*/ 9 w 152"/>
                <a:gd name="T7" fmla="*/ 355 h 720"/>
                <a:gd name="T8" fmla="*/ 37 w 152"/>
                <a:gd name="T9" fmla="*/ 385 h 720"/>
                <a:gd name="T10" fmla="*/ 61 w 152"/>
                <a:gd name="T11" fmla="*/ 400 h 720"/>
                <a:gd name="T12" fmla="*/ 61 w 152"/>
                <a:gd name="T13" fmla="*/ 673 h 720"/>
                <a:gd name="T14" fmla="*/ 71 w 152"/>
                <a:gd name="T15" fmla="*/ 702 h 720"/>
                <a:gd name="T16" fmla="*/ 99 w 152"/>
                <a:gd name="T17" fmla="*/ 719 h 720"/>
                <a:gd name="T18" fmla="*/ 106 w 152"/>
                <a:gd name="T19" fmla="*/ 719 h 720"/>
                <a:gd name="T20" fmla="*/ 151 w 152"/>
                <a:gd name="T21" fmla="*/ 674 h 720"/>
                <a:gd name="T22" fmla="*/ 151 w 152"/>
                <a:gd name="T23" fmla="*/ 389 h 720"/>
                <a:gd name="T24" fmla="*/ 151 w 152"/>
                <a:gd name="T25" fmla="*/ 45 h 720"/>
                <a:gd name="T26" fmla="*/ 106 w 152"/>
                <a:gd name="T27" fmla="*/ 0 h 720"/>
                <a:gd name="T28" fmla="*/ 0 w 152"/>
                <a:gd name="T29" fmla="*/ 105 h 720"/>
                <a:gd name="T30" fmla="*/ 121 w 152"/>
                <a:gd name="T31" fmla="*/ 45 h 720"/>
                <a:gd name="T32" fmla="*/ 121 w 152"/>
                <a:gd name="T33" fmla="*/ 45 h 720"/>
                <a:gd name="T34" fmla="*/ 121 w 152"/>
                <a:gd name="T35" fmla="*/ 389 h 720"/>
                <a:gd name="T36" fmla="*/ 121 w 152"/>
                <a:gd name="T37" fmla="*/ 674 h 720"/>
                <a:gd name="T38" fmla="*/ 106 w 152"/>
                <a:gd name="T39" fmla="*/ 689 h 720"/>
                <a:gd name="T40" fmla="*/ 103 w 152"/>
                <a:gd name="T41" fmla="*/ 689 h 720"/>
                <a:gd name="T42" fmla="*/ 94 w 152"/>
                <a:gd name="T43" fmla="*/ 684 h 720"/>
                <a:gd name="T44" fmla="*/ 90 w 152"/>
                <a:gd name="T45" fmla="*/ 673 h 720"/>
                <a:gd name="T46" fmla="*/ 90 w 152"/>
                <a:gd name="T47" fmla="*/ 389 h 720"/>
                <a:gd name="T48" fmla="*/ 90 w 152"/>
                <a:gd name="T49" fmla="*/ 389 h 720"/>
                <a:gd name="T50" fmla="*/ 90 w 152"/>
                <a:gd name="T51" fmla="*/ 389 h 720"/>
                <a:gd name="T52" fmla="*/ 90 w 152"/>
                <a:gd name="T53" fmla="*/ 389 h 720"/>
                <a:gd name="T54" fmla="*/ 86 w 152"/>
                <a:gd name="T55" fmla="*/ 379 h 720"/>
                <a:gd name="T56" fmla="*/ 86 w 152"/>
                <a:gd name="T57" fmla="*/ 379 h 720"/>
                <a:gd name="T58" fmla="*/ 86 w 152"/>
                <a:gd name="T59" fmla="*/ 379 h 720"/>
                <a:gd name="T60" fmla="*/ 80 w 152"/>
                <a:gd name="T61" fmla="*/ 375 h 720"/>
                <a:gd name="T62" fmla="*/ 80 w 152"/>
                <a:gd name="T63" fmla="*/ 375 h 720"/>
                <a:gd name="T64" fmla="*/ 47 w 152"/>
                <a:gd name="T65" fmla="*/ 355 h 720"/>
                <a:gd name="T66" fmla="*/ 34 w 152"/>
                <a:gd name="T67" fmla="*/ 340 h 720"/>
                <a:gd name="T68" fmla="*/ 31 w 152"/>
                <a:gd name="T69" fmla="*/ 327 h 720"/>
                <a:gd name="T70" fmla="*/ 31 w 152"/>
                <a:gd name="T71" fmla="*/ 105 h 720"/>
                <a:gd name="T72" fmla="*/ 52 w 152"/>
                <a:gd name="T73" fmla="*/ 52 h 720"/>
                <a:gd name="T74" fmla="*/ 106 w 152"/>
                <a:gd name="T75" fmla="*/ 29 h 720"/>
                <a:gd name="T76" fmla="*/ 121 w 152"/>
                <a:gd name="T77" fmla="*/ 45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2" h="720">
                  <a:moveTo>
                    <a:pt x="0" y="105"/>
                  </a:moveTo>
                  <a:lnTo>
                    <a:pt x="0" y="105"/>
                  </a:lnTo>
                  <a:cubicBezTo>
                    <a:pt x="0" y="327"/>
                    <a:pt x="0" y="327"/>
                    <a:pt x="0" y="327"/>
                  </a:cubicBezTo>
                  <a:cubicBezTo>
                    <a:pt x="0" y="337"/>
                    <a:pt x="5" y="347"/>
                    <a:pt x="9" y="355"/>
                  </a:cubicBezTo>
                  <a:cubicBezTo>
                    <a:pt x="16" y="366"/>
                    <a:pt x="26" y="378"/>
                    <a:pt x="37" y="385"/>
                  </a:cubicBezTo>
                  <a:cubicBezTo>
                    <a:pt x="44" y="392"/>
                    <a:pt x="52" y="396"/>
                    <a:pt x="61" y="400"/>
                  </a:cubicBezTo>
                  <a:cubicBezTo>
                    <a:pt x="61" y="673"/>
                    <a:pt x="61" y="673"/>
                    <a:pt x="61" y="673"/>
                  </a:cubicBezTo>
                  <a:cubicBezTo>
                    <a:pt x="61" y="684"/>
                    <a:pt x="65" y="694"/>
                    <a:pt x="71" y="702"/>
                  </a:cubicBezTo>
                  <a:cubicBezTo>
                    <a:pt x="78" y="710"/>
                    <a:pt x="87" y="716"/>
                    <a:pt x="99" y="719"/>
                  </a:cubicBezTo>
                  <a:cubicBezTo>
                    <a:pt x="101" y="719"/>
                    <a:pt x="103" y="719"/>
                    <a:pt x="106" y="719"/>
                  </a:cubicBezTo>
                  <a:cubicBezTo>
                    <a:pt x="131" y="719"/>
                    <a:pt x="151" y="699"/>
                    <a:pt x="151" y="674"/>
                  </a:cubicBezTo>
                  <a:cubicBezTo>
                    <a:pt x="151" y="389"/>
                    <a:pt x="151" y="389"/>
                    <a:pt x="151" y="389"/>
                  </a:cubicBezTo>
                  <a:cubicBezTo>
                    <a:pt x="151" y="45"/>
                    <a:pt x="151" y="45"/>
                    <a:pt x="151" y="45"/>
                  </a:cubicBezTo>
                  <a:cubicBezTo>
                    <a:pt x="151" y="20"/>
                    <a:pt x="131" y="0"/>
                    <a:pt x="106" y="0"/>
                  </a:cubicBezTo>
                  <a:cubicBezTo>
                    <a:pt x="48" y="0"/>
                    <a:pt x="0" y="48"/>
                    <a:pt x="0" y="105"/>
                  </a:cubicBezTo>
                  <a:close/>
                  <a:moveTo>
                    <a:pt x="121" y="45"/>
                  </a:moveTo>
                  <a:lnTo>
                    <a:pt x="121" y="45"/>
                  </a:lnTo>
                  <a:cubicBezTo>
                    <a:pt x="121" y="389"/>
                    <a:pt x="121" y="389"/>
                    <a:pt x="121" y="389"/>
                  </a:cubicBezTo>
                  <a:cubicBezTo>
                    <a:pt x="121" y="674"/>
                    <a:pt x="121" y="674"/>
                    <a:pt x="121" y="674"/>
                  </a:cubicBezTo>
                  <a:cubicBezTo>
                    <a:pt x="121" y="682"/>
                    <a:pt x="114" y="689"/>
                    <a:pt x="106" y="689"/>
                  </a:cubicBezTo>
                  <a:cubicBezTo>
                    <a:pt x="103" y="689"/>
                    <a:pt x="103" y="689"/>
                    <a:pt x="103" y="689"/>
                  </a:cubicBezTo>
                  <a:cubicBezTo>
                    <a:pt x="100" y="688"/>
                    <a:pt x="97" y="687"/>
                    <a:pt x="94" y="684"/>
                  </a:cubicBezTo>
                  <a:cubicBezTo>
                    <a:pt x="92" y="681"/>
                    <a:pt x="90" y="677"/>
                    <a:pt x="90" y="673"/>
                  </a:cubicBezTo>
                  <a:cubicBezTo>
                    <a:pt x="90" y="389"/>
                    <a:pt x="90" y="389"/>
                    <a:pt x="90" y="389"/>
                  </a:cubicBezTo>
                  <a:lnTo>
                    <a:pt x="90" y="389"/>
                  </a:lnTo>
                  <a:lnTo>
                    <a:pt x="90" y="389"/>
                  </a:lnTo>
                  <a:lnTo>
                    <a:pt x="90" y="389"/>
                  </a:lnTo>
                  <a:cubicBezTo>
                    <a:pt x="90" y="385"/>
                    <a:pt x="89" y="382"/>
                    <a:pt x="86" y="379"/>
                  </a:cubicBezTo>
                  <a:lnTo>
                    <a:pt x="86" y="379"/>
                  </a:lnTo>
                  <a:lnTo>
                    <a:pt x="86" y="379"/>
                  </a:lnTo>
                  <a:cubicBezTo>
                    <a:pt x="85" y="378"/>
                    <a:pt x="83" y="376"/>
                    <a:pt x="80" y="375"/>
                  </a:cubicBezTo>
                  <a:lnTo>
                    <a:pt x="80" y="375"/>
                  </a:lnTo>
                  <a:cubicBezTo>
                    <a:pt x="69" y="372"/>
                    <a:pt x="56" y="364"/>
                    <a:pt x="47" y="355"/>
                  </a:cubicBezTo>
                  <a:cubicBezTo>
                    <a:pt x="41" y="350"/>
                    <a:pt x="37" y="345"/>
                    <a:pt x="34" y="340"/>
                  </a:cubicBezTo>
                  <a:cubicBezTo>
                    <a:pt x="33" y="336"/>
                    <a:pt x="31" y="331"/>
                    <a:pt x="31" y="327"/>
                  </a:cubicBezTo>
                  <a:cubicBezTo>
                    <a:pt x="31" y="105"/>
                    <a:pt x="31" y="105"/>
                    <a:pt x="31" y="105"/>
                  </a:cubicBezTo>
                  <a:cubicBezTo>
                    <a:pt x="31" y="84"/>
                    <a:pt x="40" y="66"/>
                    <a:pt x="52" y="52"/>
                  </a:cubicBezTo>
                  <a:cubicBezTo>
                    <a:pt x="66" y="38"/>
                    <a:pt x="85" y="29"/>
                    <a:pt x="106" y="29"/>
                  </a:cubicBezTo>
                  <a:cubicBezTo>
                    <a:pt x="114" y="29"/>
                    <a:pt x="121" y="37"/>
                    <a:pt x="121"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9" name="Group 202">
            <a:extLst>
              <a:ext uri="{FF2B5EF4-FFF2-40B4-BE49-F238E27FC236}">
                <a16:creationId xmlns:a16="http://schemas.microsoft.com/office/drawing/2014/main" id="{39345632-E8C5-17A3-7E46-A2791CF5FF36}"/>
              </a:ext>
            </a:extLst>
          </p:cNvPr>
          <p:cNvGrpSpPr/>
          <p:nvPr/>
        </p:nvGrpSpPr>
        <p:grpSpPr>
          <a:xfrm>
            <a:off x="7257653" y="2351758"/>
            <a:ext cx="255587" cy="257175"/>
            <a:chOff x="6221413" y="4148138"/>
            <a:chExt cx="255587" cy="257175"/>
          </a:xfrm>
          <a:solidFill>
            <a:schemeClr val="tx2"/>
          </a:solidFill>
        </p:grpSpPr>
        <p:sp>
          <p:nvSpPr>
            <p:cNvPr id="200" name="Freeform 164">
              <a:extLst>
                <a:ext uri="{FF2B5EF4-FFF2-40B4-BE49-F238E27FC236}">
                  <a16:creationId xmlns:a16="http://schemas.microsoft.com/office/drawing/2014/main" id="{BE5A5B14-B57F-8F2A-07BC-27530874CD7D}"/>
                </a:ext>
              </a:extLst>
            </p:cNvPr>
            <p:cNvSpPr>
              <a:spLocks noChangeArrowheads="1"/>
            </p:cNvSpPr>
            <p:nvPr/>
          </p:nvSpPr>
          <p:spPr bwMode="auto">
            <a:xfrm>
              <a:off x="6221413" y="4148138"/>
              <a:ext cx="254000" cy="104775"/>
            </a:xfrm>
            <a:custGeom>
              <a:avLst/>
              <a:gdLst>
                <a:gd name="T0" fmla="*/ 73 w 706"/>
                <a:gd name="T1" fmla="*/ 281 h 293"/>
                <a:gd name="T2" fmla="*/ 128 w 706"/>
                <a:gd name="T3" fmla="*/ 292 h 293"/>
                <a:gd name="T4" fmla="*/ 128 w 706"/>
                <a:gd name="T5" fmla="*/ 292 h 293"/>
                <a:gd name="T6" fmla="*/ 131 w 706"/>
                <a:gd name="T7" fmla="*/ 292 h 293"/>
                <a:gd name="T8" fmla="*/ 195 w 706"/>
                <a:gd name="T9" fmla="*/ 280 h 293"/>
                <a:gd name="T10" fmla="*/ 508 w 706"/>
                <a:gd name="T11" fmla="*/ 280 h 293"/>
                <a:gd name="T12" fmla="*/ 573 w 706"/>
                <a:gd name="T13" fmla="*/ 292 h 293"/>
                <a:gd name="T14" fmla="*/ 576 w 706"/>
                <a:gd name="T15" fmla="*/ 292 h 293"/>
                <a:gd name="T16" fmla="*/ 675 w 706"/>
                <a:gd name="T17" fmla="*/ 248 h 293"/>
                <a:gd name="T18" fmla="*/ 678 w 706"/>
                <a:gd name="T19" fmla="*/ 245 h 293"/>
                <a:gd name="T20" fmla="*/ 692 w 706"/>
                <a:gd name="T21" fmla="*/ 226 h 293"/>
                <a:gd name="T22" fmla="*/ 705 w 706"/>
                <a:gd name="T23" fmla="*/ 184 h 293"/>
                <a:gd name="T24" fmla="*/ 705 w 706"/>
                <a:gd name="T25" fmla="*/ 180 h 293"/>
                <a:gd name="T26" fmla="*/ 605 w 706"/>
                <a:gd name="T27" fmla="*/ 50 h 293"/>
                <a:gd name="T28" fmla="*/ 352 w 706"/>
                <a:gd name="T29" fmla="*/ 0 h 293"/>
                <a:gd name="T30" fmla="*/ 100 w 706"/>
                <a:gd name="T31" fmla="*/ 50 h 293"/>
                <a:gd name="T32" fmla="*/ 0 w 706"/>
                <a:gd name="T33" fmla="*/ 180 h 293"/>
                <a:gd name="T34" fmla="*/ 0 w 706"/>
                <a:gd name="T35" fmla="*/ 180 h 293"/>
                <a:gd name="T36" fmla="*/ 0 w 706"/>
                <a:gd name="T37" fmla="*/ 187 h 293"/>
                <a:gd name="T38" fmla="*/ 0 w 706"/>
                <a:gd name="T39" fmla="*/ 187 h 293"/>
                <a:gd name="T40" fmla="*/ 0 w 706"/>
                <a:gd name="T41" fmla="*/ 187 h 293"/>
                <a:gd name="T42" fmla="*/ 23 w 706"/>
                <a:gd name="T43" fmla="*/ 242 h 293"/>
                <a:gd name="T44" fmla="*/ 28 w 706"/>
                <a:gd name="T45" fmla="*/ 248 h 293"/>
                <a:gd name="T46" fmla="*/ 73 w 706"/>
                <a:gd name="T47" fmla="*/ 281 h 293"/>
                <a:gd name="T48" fmla="*/ 30 w 706"/>
                <a:gd name="T49" fmla="*/ 184 h 293"/>
                <a:gd name="T50" fmla="*/ 30 w 706"/>
                <a:gd name="T51" fmla="*/ 184 h 293"/>
                <a:gd name="T52" fmla="*/ 30 w 706"/>
                <a:gd name="T53" fmla="*/ 180 h 293"/>
                <a:gd name="T54" fmla="*/ 30 w 706"/>
                <a:gd name="T55" fmla="*/ 179 h 293"/>
                <a:gd name="T56" fmla="*/ 205 w 706"/>
                <a:gd name="T57" fmla="*/ 48 h 293"/>
                <a:gd name="T58" fmla="*/ 221 w 706"/>
                <a:gd name="T59" fmla="*/ 176 h 293"/>
                <a:gd name="T60" fmla="*/ 235 w 706"/>
                <a:gd name="T61" fmla="*/ 41 h 293"/>
                <a:gd name="T62" fmla="*/ 324 w 706"/>
                <a:gd name="T63" fmla="*/ 162 h 293"/>
                <a:gd name="T64" fmla="*/ 355 w 706"/>
                <a:gd name="T65" fmla="*/ 162 h 293"/>
                <a:gd name="T66" fmla="*/ 445 w 706"/>
                <a:gd name="T67" fmla="*/ 37 h 293"/>
                <a:gd name="T68" fmla="*/ 459 w 706"/>
                <a:gd name="T69" fmla="*/ 176 h 293"/>
                <a:gd name="T70" fmla="*/ 475 w 706"/>
                <a:gd name="T71" fmla="*/ 43 h 293"/>
                <a:gd name="T72" fmla="*/ 674 w 706"/>
                <a:gd name="T73" fmla="*/ 179 h 293"/>
                <a:gd name="T74" fmla="*/ 674 w 706"/>
                <a:gd name="T75" fmla="*/ 180 h 293"/>
                <a:gd name="T76" fmla="*/ 674 w 706"/>
                <a:gd name="T77" fmla="*/ 184 h 293"/>
                <a:gd name="T78" fmla="*/ 674 w 706"/>
                <a:gd name="T79" fmla="*/ 184 h 293"/>
                <a:gd name="T80" fmla="*/ 667 w 706"/>
                <a:gd name="T81" fmla="*/ 210 h 293"/>
                <a:gd name="T82" fmla="*/ 656 w 706"/>
                <a:gd name="T83" fmla="*/ 225 h 293"/>
                <a:gd name="T84" fmla="*/ 653 w 706"/>
                <a:gd name="T85" fmla="*/ 229 h 293"/>
                <a:gd name="T86" fmla="*/ 576 w 706"/>
                <a:gd name="T87" fmla="*/ 262 h 293"/>
                <a:gd name="T88" fmla="*/ 573 w 706"/>
                <a:gd name="T89" fmla="*/ 262 h 293"/>
                <a:gd name="T90" fmla="*/ 520 w 706"/>
                <a:gd name="T91" fmla="*/ 252 h 293"/>
                <a:gd name="T92" fmla="*/ 352 w 706"/>
                <a:gd name="T93" fmla="*/ 219 h 293"/>
                <a:gd name="T94" fmla="*/ 184 w 706"/>
                <a:gd name="T95" fmla="*/ 252 h 293"/>
                <a:gd name="T96" fmla="*/ 128 w 706"/>
                <a:gd name="T97" fmla="*/ 262 h 293"/>
                <a:gd name="T98" fmla="*/ 84 w 706"/>
                <a:gd name="T99" fmla="*/ 255 h 293"/>
                <a:gd name="T100" fmla="*/ 51 w 706"/>
                <a:gd name="T101" fmla="*/ 229 h 293"/>
                <a:gd name="T102" fmla="*/ 45 w 706"/>
                <a:gd name="T103" fmla="*/ 222 h 293"/>
                <a:gd name="T104" fmla="*/ 30 w 706"/>
                <a:gd name="T105" fmla="*/ 184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6" h="293">
                  <a:moveTo>
                    <a:pt x="73" y="281"/>
                  </a:moveTo>
                  <a:lnTo>
                    <a:pt x="73" y="281"/>
                  </a:lnTo>
                  <a:cubicBezTo>
                    <a:pt x="90" y="288"/>
                    <a:pt x="110" y="292"/>
                    <a:pt x="128" y="292"/>
                  </a:cubicBezTo>
                  <a:lnTo>
                    <a:pt x="128" y="292"/>
                  </a:lnTo>
                  <a:lnTo>
                    <a:pt x="128" y="292"/>
                  </a:lnTo>
                  <a:lnTo>
                    <a:pt x="128" y="292"/>
                  </a:lnTo>
                  <a:lnTo>
                    <a:pt x="128" y="292"/>
                  </a:lnTo>
                  <a:cubicBezTo>
                    <a:pt x="131" y="292"/>
                    <a:pt x="131" y="292"/>
                    <a:pt x="131" y="292"/>
                  </a:cubicBezTo>
                  <a:cubicBezTo>
                    <a:pt x="153" y="292"/>
                    <a:pt x="174" y="288"/>
                    <a:pt x="195" y="280"/>
                  </a:cubicBezTo>
                  <a:lnTo>
                    <a:pt x="195" y="280"/>
                  </a:lnTo>
                  <a:cubicBezTo>
                    <a:pt x="246" y="259"/>
                    <a:pt x="299" y="249"/>
                    <a:pt x="352" y="249"/>
                  </a:cubicBezTo>
                  <a:cubicBezTo>
                    <a:pt x="406" y="249"/>
                    <a:pt x="459" y="259"/>
                    <a:pt x="508" y="280"/>
                  </a:cubicBezTo>
                  <a:cubicBezTo>
                    <a:pt x="510" y="280"/>
                    <a:pt x="510" y="280"/>
                    <a:pt x="510" y="280"/>
                  </a:cubicBezTo>
                  <a:cubicBezTo>
                    <a:pt x="529" y="288"/>
                    <a:pt x="552" y="292"/>
                    <a:pt x="573" y="292"/>
                  </a:cubicBezTo>
                  <a:cubicBezTo>
                    <a:pt x="576" y="292"/>
                    <a:pt x="576" y="292"/>
                    <a:pt x="576" y="292"/>
                  </a:cubicBezTo>
                  <a:lnTo>
                    <a:pt x="576" y="292"/>
                  </a:lnTo>
                  <a:cubicBezTo>
                    <a:pt x="595" y="292"/>
                    <a:pt x="614" y="288"/>
                    <a:pt x="630" y="281"/>
                  </a:cubicBezTo>
                  <a:cubicBezTo>
                    <a:pt x="649" y="274"/>
                    <a:pt x="664" y="263"/>
                    <a:pt x="675" y="248"/>
                  </a:cubicBezTo>
                  <a:cubicBezTo>
                    <a:pt x="677" y="248"/>
                    <a:pt x="677" y="248"/>
                    <a:pt x="677" y="248"/>
                  </a:cubicBezTo>
                  <a:cubicBezTo>
                    <a:pt x="678" y="246"/>
                    <a:pt x="678" y="246"/>
                    <a:pt x="678" y="245"/>
                  </a:cubicBezTo>
                  <a:cubicBezTo>
                    <a:pt x="678" y="245"/>
                    <a:pt x="681" y="243"/>
                    <a:pt x="682" y="241"/>
                  </a:cubicBezTo>
                  <a:cubicBezTo>
                    <a:pt x="685" y="238"/>
                    <a:pt x="688" y="233"/>
                    <a:pt x="692" y="226"/>
                  </a:cubicBezTo>
                  <a:cubicBezTo>
                    <a:pt x="699" y="214"/>
                    <a:pt x="704" y="201"/>
                    <a:pt x="705" y="187"/>
                  </a:cubicBezTo>
                  <a:cubicBezTo>
                    <a:pt x="705" y="184"/>
                    <a:pt x="705" y="184"/>
                    <a:pt x="705" y="184"/>
                  </a:cubicBezTo>
                  <a:cubicBezTo>
                    <a:pt x="705" y="183"/>
                    <a:pt x="705" y="182"/>
                    <a:pt x="705" y="180"/>
                  </a:cubicBezTo>
                  <a:lnTo>
                    <a:pt x="705" y="180"/>
                  </a:lnTo>
                  <a:cubicBezTo>
                    <a:pt x="705" y="179"/>
                    <a:pt x="705" y="179"/>
                    <a:pt x="705" y="179"/>
                  </a:cubicBezTo>
                  <a:cubicBezTo>
                    <a:pt x="705" y="130"/>
                    <a:pt x="670" y="76"/>
                    <a:pt x="605" y="50"/>
                  </a:cubicBezTo>
                  <a:cubicBezTo>
                    <a:pt x="524" y="17"/>
                    <a:pt x="438" y="0"/>
                    <a:pt x="352" y="0"/>
                  </a:cubicBezTo>
                  <a:lnTo>
                    <a:pt x="352" y="0"/>
                  </a:lnTo>
                  <a:cubicBezTo>
                    <a:pt x="351" y="0"/>
                    <a:pt x="351" y="0"/>
                    <a:pt x="351" y="0"/>
                  </a:cubicBezTo>
                  <a:cubicBezTo>
                    <a:pt x="265" y="0"/>
                    <a:pt x="180" y="17"/>
                    <a:pt x="100" y="50"/>
                  </a:cubicBezTo>
                  <a:cubicBezTo>
                    <a:pt x="34" y="76"/>
                    <a:pt x="0" y="130"/>
                    <a:pt x="0" y="179"/>
                  </a:cubicBezTo>
                  <a:cubicBezTo>
                    <a:pt x="0" y="180"/>
                    <a:pt x="0" y="180"/>
                    <a:pt x="0" y="180"/>
                  </a:cubicBezTo>
                  <a:lnTo>
                    <a:pt x="0" y="180"/>
                  </a:lnTo>
                  <a:lnTo>
                    <a:pt x="0" y="180"/>
                  </a:lnTo>
                  <a:cubicBezTo>
                    <a:pt x="0" y="182"/>
                    <a:pt x="0" y="183"/>
                    <a:pt x="0" y="184"/>
                  </a:cubicBezTo>
                  <a:cubicBezTo>
                    <a:pt x="0" y="186"/>
                    <a:pt x="0" y="186"/>
                    <a:pt x="0" y="187"/>
                  </a:cubicBezTo>
                  <a:lnTo>
                    <a:pt x="0" y="187"/>
                  </a:lnTo>
                  <a:lnTo>
                    <a:pt x="0" y="187"/>
                  </a:lnTo>
                  <a:lnTo>
                    <a:pt x="0" y="187"/>
                  </a:lnTo>
                  <a:lnTo>
                    <a:pt x="0" y="187"/>
                  </a:lnTo>
                  <a:cubicBezTo>
                    <a:pt x="1" y="201"/>
                    <a:pt x="4" y="214"/>
                    <a:pt x="11" y="226"/>
                  </a:cubicBezTo>
                  <a:cubicBezTo>
                    <a:pt x="18" y="235"/>
                    <a:pt x="21" y="239"/>
                    <a:pt x="23" y="242"/>
                  </a:cubicBezTo>
                  <a:cubicBezTo>
                    <a:pt x="24" y="243"/>
                    <a:pt x="25" y="245"/>
                    <a:pt x="25" y="245"/>
                  </a:cubicBezTo>
                  <a:cubicBezTo>
                    <a:pt x="27" y="246"/>
                    <a:pt x="27" y="246"/>
                    <a:pt x="28" y="248"/>
                  </a:cubicBezTo>
                  <a:lnTo>
                    <a:pt x="28" y="248"/>
                  </a:lnTo>
                  <a:cubicBezTo>
                    <a:pt x="41" y="263"/>
                    <a:pt x="56" y="274"/>
                    <a:pt x="73" y="281"/>
                  </a:cubicBezTo>
                  <a:close/>
                  <a:moveTo>
                    <a:pt x="30" y="184"/>
                  </a:moveTo>
                  <a:lnTo>
                    <a:pt x="30" y="184"/>
                  </a:lnTo>
                  <a:lnTo>
                    <a:pt x="30" y="184"/>
                  </a:lnTo>
                  <a:lnTo>
                    <a:pt x="30" y="184"/>
                  </a:lnTo>
                  <a:cubicBezTo>
                    <a:pt x="30" y="184"/>
                    <a:pt x="30" y="183"/>
                    <a:pt x="30" y="180"/>
                  </a:cubicBezTo>
                  <a:lnTo>
                    <a:pt x="30" y="180"/>
                  </a:lnTo>
                  <a:lnTo>
                    <a:pt x="30" y="180"/>
                  </a:lnTo>
                  <a:cubicBezTo>
                    <a:pt x="30" y="179"/>
                    <a:pt x="30" y="179"/>
                    <a:pt x="30" y="179"/>
                  </a:cubicBezTo>
                  <a:cubicBezTo>
                    <a:pt x="30" y="144"/>
                    <a:pt x="55" y="100"/>
                    <a:pt x="111" y="78"/>
                  </a:cubicBezTo>
                  <a:cubicBezTo>
                    <a:pt x="142" y="65"/>
                    <a:pt x="173" y="55"/>
                    <a:pt x="205" y="48"/>
                  </a:cubicBezTo>
                  <a:cubicBezTo>
                    <a:pt x="205" y="162"/>
                    <a:pt x="205" y="162"/>
                    <a:pt x="205" y="162"/>
                  </a:cubicBezTo>
                  <a:cubicBezTo>
                    <a:pt x="205" y="170"/>
                    <a:pt x="212" y="176"/>
                    <a:pt x="221" y="176"/>
                  </a:cubicBezTo>
                  <a:cubicBezTo>
                    <a:pt x="229" y="176"/>
                    <a:pt x="235" y="170"/>
                    <a:pt x="235" y="162"/>
                  </a:cubicBezTo>
                  <a:cubicBezTo>
                    <a:pt x="235" y="41"/>
                    <a:pt x="235" y="41"/>
                    <a:pt x="235" y="41"/>
                  </a:cubicBezTo>
                  <a:cubicBezTo>
                    <a:pt x="265" y="36"/>
                    <a:pt x="295" y="33"/>
                    <a:pt x="324" y="31"/>
                  </a:cubicBezTo>
                  <a:cubicBezTo>
                    <a:pt x="324" y="162"/>
                    <a:pt x="324" y="162"/>
                    <a:pt x="324" y="162"/>
                  </a:cubicBezTo>
                  <a:cubicBezTo>
                    <a:pt x="324" y="170"/>
                    <a:pt x="331" y="176"/>
                    <a:pt x="340" y="176"/>
                  </a:cubicBezTo>
                  <a:cubicBezTo>
                    <a:pt x="348" y="176"/>
                    <a:pt x="355" y="170"/>
                    <a:pt x="355" y="162"/>
                  </a:cubicBezTo>
                  <a:cubicBezTo>
                    <a:pt x="355" y="30"/>
                    <a:pt x="355" y="30"/>
                    <a:pt x="355" y="30"/>
                  </a:cubicBezTo>
                  <a:cubicBezTo>
                    <a:pt x="385" y="31"/>
                    <a:pt x="416" y="33"/>
                    <a:pt x="445" y="37"/>
                  </a:cubicBezTo>
                  <a:cubicBezTo>
                    <a:pt x="445" y="162"/>
                    <a:pt x="445" y="162"/>
                    <a:pt x="445" y="162"/>
                  </a:cubicBezTo>
                  <a:cubicBezTo>
                    <a:pt x="445" y="170"/>
                    <a:pt x="452" y="176"/>
                    <a:pt x="459" y="176"/>
                  </a:cubicBezTo>
                  <a:cubicBezTo>
                    <a:pt x="468" y="176"/>
                    <a:pt x="475" y="170"/>
                    <a:pt x="475" y="162"/>
                  </a:cubicBezTo>
                  <a:cubicBezTo>
                    <a:pt x="475" y="43"/>
                    <a:pt x="475" y="43"/>
                    <a:pt x="475" y="43"/>
                  </a:cubicBezTo>
                  <a:cubicBezTo>
                    <a:pt x="515" y="50"/>
                    <a:pt x="555" y="62"/>
                    <a:pt x="594" y="78"/>
                  </a:cubicBezTo>
                  <a:cubicBezTo>
                    <a:pt x="649" y="100"/>
                    <a:pt x="674" y="144"/>
                    <a:pt x="674" y="179"/>
                  </a:cubicBezTo>
                  <a:cubicBezTo>
                    <a:pt x="674" y="180"/>
                    <a:pt x="674" y="180"/>
                    <a:pt x="674" y="180"/>
                  </a:cubicBezTo>
                  <a:lnTo>
                    <a:pt x="674" y="180"/>
                  </a:lnTo>
                  <a:lnTo>
                    <a:pt x="674" y="180"/>
                  </a:lnTo>
                  <a:cubicBezTo>
                    <a:pt x="674" y="183"/>
                    <a:pt x="674" y="184"/>
                    <a:pt x="674" y="184"/>
                  </a:cubicBezTo>
                  <a:lnTo>
                    <a:pt x="674" y="184"/>
                  </a:lnTo>
                  <a:lnTo>
                    <a:pt x="674" y="184"/>
                  </a:lnTo>
                  <a:lnTo>
                    <a:pt x="674" y="184"/>
                  </a:lnTo>
                  <a:cubicBezTo>
                    <a:pt x="674" y="194"/>
                    <a:pt x="671" y="203"/>
                    <a:pt x="667" y="210"/>
                  </a:cubicBezTo>
                  <a:cubicBezTo>
                    <a:pt x="661" y="219"/>
                    <a:pt x="659" y="222"/>
                    <a:pt x="657" y="224"/>
                  </a:cubicBezTo>
                  <a:cubicBezTo>
                    <a:pt x="656" y="225"/>
                    <a:pt x="656" y="225"/>
                    <a:pt x="656" y="225"/>
                  </a:cubicBezTo>
                  <a:cubicBezTo>
                    <a:pt x="656" y="226"/>
                    <a:pt x="654" y="228"/>
                    <a:pt x="653" y="229"/>
                  </a:cubicBezTo>
                  <a:lnTo>
                    <a:pt x="653" y="229"/>
                  </a:lnTo>
                  <a:cubicBezTo>
                    <a:pt x="645" y="241"/>
                    <a:pt x="632" y="249"/>
                    <a:pt x="619" y="255"/>
                  </a:cubicBezTo>
                  <a:cubicBezTo>
                    <a:pt x="607" y="259"/>
                    <a:pt x="591" y="262"/>
                    <a:pt x="576" y="262"/>
                  </a:cubicBezTo>
                  <a:lnTo>
                    <a:pt x="576" y="262"/>
                  </a:lnTo>
                  <a:cubicBezTo>
                    <a:pt x="573" y="262"/>
                    <a:pt x="573" y="262"/>
                    <a:pt x="573" y="262"/>
                  </a:cubicBezTo>
                  <a:cubicBezTo>
                    <a:pt x="555" y="262"/>
                    <a:pt x="536" y="259"/>
                    <a:pt x="520" y="252"/>
                  </a:cubicBezTo>
                  <a:lnTo>
                    <a:pt x="520" y="252"/>
                  </a:lnTo>
                  <a:cubicBezTo>
                    <a:pt x="466" y="231"/>
                    <a:pt x="409" y="219"/>
                    <a:pt x="352" y="219"/>
                  </a:cubicBezTo>
                  <a:lnTo>
                    <a:pt x="352" y="219"/>
                  </a:lnTo>
                  <a:cubicBezTo>
                    <a:pt x="295" y="219"/>
                    <a:pt x="237" y="231"/>
                    <a:pt x="184" y="252"/>
                  </a:cubicBezTo>
                  <a:lnTo>
                    <a:pt x="184" y="252"/>
                  </a:lnTo>
                  <a:cubicBezTo>
                    <a:pt x="167" y="259"/>
                    <a:pt x="149" y="262"/>
                    <a:pt x="131" y="262"/>
                  </a:cubicBezTo>
                  <a:cubicBezTo>
                    <a:pt x="128" y="262"/>
                    <a:pt x="128" y="262"/>
                    <a:pt x="128" y="262"/>
                  </a:cubicBezTo>
                  <a:lnTo>
                    <a:pt x="128" y="262"/>
                  </a:lnTo>
                  <a:cubicBezTo>
                    <a:pt x="112" y="262"/>
                    <a:pt x="98" y="259"/>
                    <a:pt x="84" y="255"/>
                  </a:cubicBezTo>
                  <a:cubicBezTo>
                    <a:pt x="72" y="249"/>
                    <a:pt x="60" y="241"/>
                    <a:pt x="51" y="229"/>
                  </a:cubicBezTo>
                  <a:lnTo>
                    <a:pt x="51" y="229"/>
                  </a:lnTo>
                  <a:cubicBezTo>
                    <a:pt x="51" y="228"/>
                    <a:pt x="49" y="226"/>
                    <a:pt x="48" y="225"/>
                  </a:cubicBezTo>
                  <a:cubicBezTo>
                    <a:pt x="46" y="224"/>
                    <a:pt x="46" y="224"/>
                    <a:pt x="45" y="222"/>
                  </a:cubicBezTo>
                  <a:cubicBezTo>
                    <a:pt x="44" y="221"/>
                    <a:pt x="41" y="217"/>
                    <a:pt x="37" y="210"/>
                  </a:cubicBezTo>
                  <a:cubicBezTo>
                    <a:pt x="32" y="203"/>
                    <a:pt x="31" y="194"/>
                    <a:pt x="30"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5">
              <a:extLst>
                <a:ext uri="{FF2B5EF4-FFF2-40B4-BE49-F238E27FC236}">
                  <a16:creationId xmlns:a16="http://schemas.microsoft.com/office/drawing/2014/main" id="{FA83ABAD-EAD1-057C-5C20-67943D46ACF5}"/>
                </a:ext>
              </a:extLst>
            </p:cNvPr>
            <p:cNvSpPr>
              <a:spLocks noChangeArrowheads="1"/>
            </p:cNvSpPr>
            <p:nvPr/>
          </p:nvSpPr>
          <p:spPr bwMode="auto">
            <a:xfrm>
              <a:off x="6475413" y="42164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6">
              <a:extLst>
                <a:ext uri="{FF2B5EF4-FFF2-40B4-BE49-F238E27FC236}">
                  <a16:creationId xmlns:a16="http://schemas.microsoft.com/office/drawing/2014/main" id="{1EA9B507-08EF-23BF-23B4-1B6BD332DF5B}"/>
                </a:ext>
              </a:extLst>
            </p:cNvPr>
            <p:cNvSpPr>
              <a:spLocks noChangeArrowheads="1"/>
            </p:cNvSpPr>
            <p:nvPr/>
          </p:nvSpPr>
          <p:spPr bwMode="auto">
            <a:xfrm>
              <a:off x="6305550" y="4244975"/>
              <a:ext cx="76200" cy="65088"/>
            </a:xfrm>
            <a:custGeom>
              <a:avLst/>
              <a:gdLst>
                <a:gd name="T0" fmla="*/ 210 w 211"/>
                <a:gd name="T1" fmla="*/ 135 h 180"/>
                <a:gd name="T2" fmla="*/ 210 w 211"/>
                <a:gd name="T3" fmla="*/ 135 h 180"/>
                <a:gd name="T4" fmla="*/ 210 w 211"/>
                <a:gd name="T5" fmla="*/ 15 h 180"/>
                <a:gd name="T6" fmla="*/ 195 w 211"/>
                <a:gd name="T7" fmla="*/ 0 h 180"/>
                <a:gd name="T8" fmla="*/ 179 w 211"/>
                <a:gd name="T9" fmla="*/ 15 h 180"/>
                <a:gd name="T10" fmla="*/ 179 w 211"/>
                <a:gd name="T11" fmla="*/ 135 h 180"/>
                <a:gd name="T12" fmla="*/ 165 w 211"/>
                <a:gd name="T13" fmla="*/ 150 h 180"/>
                <a:gd name="T14" fmla="*/ 105 w 211"/>
                <a:gd name="T15" fmla="*/ 150 h 180"/>
                <a:gd name="T16" fmla="*/ 44 w 211"/>
                <a:gd name="T17" fmla="*/ 150 h 180"/>
                <a:gd name="T18" fmla="*/ 30 w 211"/>
                <a:gd name="T19" fmla="*/ 135 h 180"/>
                <a:gd name="T20" fmla="*/ 30 w 211"/>
                <a:gd name="T21" fmla="*/ 15 h 180"/>
                <a:gd name="T22" fmla="*/ 15 w 211"/>
                <a:gd name="T23" fmla="*/ 0 h 180"/>
                <a:gd name="T24" fmla="*/ 0 w 211"/>
                <a:gd name="T25" fmla="*/ 15 h 180"/>
                <a:gd name="T26" fmla="*/ 0 w 211"/>
                <a:gd name="T27" fmla="*/ 135 h 180"/>
                <a:gd name="T28" fmla="*/ 44 w 211"/>
                <a:gd name="T29" fmla="*/ 179 h 180"/>
                <a:gd name="T30" fmla="*/ 165 w 211"/>
                <a:gd name="T31" fmla="*/ 179 h 180"/>
                <a:gd name="T32" fmla="*/ 210 w 211"/>
                <a:gd name="T33" fmla="*/ 13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1" h="180">
                  <a:moveTo>
                    <a:pt x="210" y="135"/>
                  </a:moveTo>
                  <a:lnTo>
                    <a:pt x="210" y="135"/>
                  </a:lnTo>
                  <a:cubicBezTo>
                    <a:pt x="210" y="15"/>
                    <a:pt x="210" y="15"/>
                    <a:pt x="210" y="15"/>
                  </a:cubicBezTo>
                  <a:cubicBezTo>
                    <a:pt x="210" y="7"/>
                    <a:pt x="203" y="0"/>
                    <a:pt x="195" y="0"/>
                  </a:cubicBezTo>
                  <a:cubicBezTo>
                    <a:pt x="186" y="0"/>
                    <a:pt x="179" y="7"/>
                    <a:pt x="179" y="15"/>
                  </a:cubicBezTo>
                  <a:cubicBezTo>
                    <a:pt x="179" y="135"/>
                    <a:pt x="179" y="135"/>
                    <a:pt x="179" y="135"/>
                  </a:cubicBezTo>
                  <a:cubicBezTo>
                    <a:pt x="179" y="143"/>
                    <a:pt x="174" y="150"/>
                    <a:pt x="165" y="150"/>
                  </a:cubicBezTo>
                  <a:cubicBezTo>
                    <a:pt x="105" y="150"/>
                    <a:pt x="105" y="150"/>
                    <a:pt x="105" y="150"/>
                  </a:cubicBezTo>
                  <a:cubicBezTo>
                    <a:pt x="44" y="150"/>
                    <a:pt x="44" y="150"/>
                    <a:pt x="44" y="150"/>
                  </a:cubicBezTo>
                  <a:cubicBezTo>
                    <a:pt x="37" y="150"/>
                    <a:pt x="30" y="143"/>
                    <a:pt x="30" y="135"/>
                  </a:cubicBezTo>
                  <a:cubicBezTo>
                    <a:pt x="30" y="15"/>
                    <a:pt x="30" y="15"/>
                    <a:pt x="30" y="15"/>
                  </a:cubicBezTo>
                  <a:cubicBezTo>
                    <a:pt x="30" y="7"/>
                    <a:pt x="23" y="0"/>
                    <a:pt x="15" y="0"/>
                  </a:cubicBezTo>
                  <a:cubicBezTo>
                    <a:pt x="7" y="0"/>
                    <a:pt x="0" y="7"/>
                    <a:pt x="0" y="15"/>
                  </a:cubicBezTo>
                  <a:cubicBezTo>
                    <a:pt x="0" y="135"/>
                    <a:pt x="0" y="135"/>
                    <a:pt x="0" y="135"/>
                  </a:cubicBezTo>
                  <a:cubicBezTo>
                    <a:pt x="0" y="160"/>
                    <a:pt x="21" y="179"/>
                    <a:pt x="44" y="179"/>
                  </a:cubicBezTo>
                  <a:cubicBezTo>
                    <a:pt x="165" y="179"/>
                    <a:pt x="165" y="179"/>
                    <a:pt x="165" y="179"/>
                  </a:cubicBezTo>
                  <a:cubicBezTo>
                    <a:pt x="189" y="179"/>
                    <a:pt x="210" y="160"/>
                    <a:pt x="21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7">
              <a:extLst>
                <a:ext uri="{FF2B5EF4-FFF2-40B4-BE49-F238E27FC236}">
                  <a16:creationId xmlns:a16="http://schemas.microsoft.com/office/drawing/2014/main" id="{9FE37DA3-6A53-4D68-A0F0-3AFAF29BE1FC}"/>
                </a:ext>
              </a:extLst>
            </p:cNvPr>
            <p:cNvSpPr>
              <a:spLocks noChangeArrowheads="1"/>
            </p:cNvSpPr>
            <p:nvPr/>
          </p:nvSpPr>
          <p:spPr bwMode="auto">
            <a:xfrm>
              <a:off x="6337300" y="4308475"/>
              <a:ext cx="11113" cy="96838"/>
            </a:xfrm>
            <a:custGeom>
              <a:avLst/>
              <a:gdLst>
                <a:gd name="T0" fmla="*/ 0 w 32"/>
                <a:gd name="T1" fmla="*/ 16 h 271"/>
                <a:gd name="T2" fmla="*/ 0 w 32"/>
                <a:gd name="T3" fmla="*/ 16 h 271"/>
                <a:gd name="T4" fmla="*/ 0 w 32"/>
                <a:gd name="T5" fmla="*/ 256 h 271"/>
                <a:gd name="T6" fmla="*/ 16 w 32"/>
                <a:gd name="T7" fmla="*/ 270 h 271"/>
                <a:gd name="T8" fmla="*/ 31 w 32"/>
                <a:gd name="T9" fmla="*/ 256 h 271"/>
                <a:gd name="T10" fmla="*/ 31 w 32"/>
                <a:gd name="T11" fmla="*/ 16 h 271"/>
                <a:gd name="T12" fmla="*/ 16 w 32"/>
                <a:gd name="T13" fmla="*/ 0 h 271"/>
                <a:gd name="T14" fmla="*/ 0 w 32"/>
                <a:gd name="T15" fmla="*/ 16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71">
                  <a:moveTo>
                    <a:pt x="0" y="16"/>
                  </a:moveTo>
                  <a:lnTo>
                    <a:pt x="0" y="16"/>
                  </a:lnTo>
                  <a:cubicBezTo>
                    <a:pt x="0" y="256"/>
                    <a:pt x="0" y="256"/>
                    <a:pt x="0" y="256"/>
                  </a:cubicBezTo>
                  <a:cubicBezTo>
                    <a:pt x="0" y="264"/>
                    <a:pt x="7" y="270"/>
                    <a:pt x="16" y="270"/>
                  </a:cubicBezTo>
                  <a:cubicBezTo>
                    <a:pt x="24" y="270"/>
                    <a:pt x="31" y="264"/>
                    <a:pt x="31" y="256"/>
                  </a:cubicBezTo>
                  <a:cubicBezTo>
                    <a:pt x="31" y="16"/>
                    <a:pt x="31" y="16"/>
                    <a:pt x="31" y="16"/>
                  </a:cubicBezTo>
                  <a:cubicBezTo>
                    <a:pt x="31"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8">
              <a:extLst>
                <a:ext uri="{FF2B5EF4-FFF2-40B4-BE49-F238E27FC236}">
                  <a16:creationId xmlns:a16="http://schemas.microsoft.com/office/drawing/2014/main" id="{3BA06F35-C5DF-FDAB-AB21-9DBC4FB4C465}"/>
                </a:ext>
              </a:extLst>
            </p:cNvPr>
            <p:cNvSpPr>
              <a:spLocks noChangeArrowheads="1"/>
            </p:cNvSpPr>
            <p:nvPr/>
          </p:nvSpPr>
          <p:spPr bwMode="auto">
            <a:xfrm>
              <a:off x="6337300" y="4244975"/>
              <a:ext cx="11113" cy="53975"/>
            </a:xfrm>
            <a:custGeom>
              <a:avLst/>
              <a:gdLst>
                <a:gd name="T0" fmla="*/ 31 w 32"/>
                <a:gd name="T1" fmla="*/ 135 h 151"/>
                <a:gd name="T2" fmla="*/ 31 w 32"/>
                <a:gd name="T3" fmla="*/ 135 h 151"/>
                <a:gd name="T4" fmla="*/ 31 w 32"/>
                <a:gd name="T5" fmla="*/ 15 h 151"/>
                <a:gd name="T6" fmla="*/ 16 w 32"/>
                <a:gd name="T7" fmla="*/ 0 h 151"/>
                <a:gd name="T8" fmla="*/ 0 w 32"/>
                <a:gd name="T9" fmla="*/ 15 h 151"/>
                <a:gd name="T10" fmla="*/ 0 w 32"/>
                <a:gd name="T11" fmla="*/ 135 h 151"/>
                <a:gd name="T12" fmla="*/ 16 w 32"/>
                <a:gd name="T13" fmla="*/ 150 h 151"/>
                <a:gd name="T14" fmla="*/ 31 w 32"/>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51">
                  <a:moveTo>
                    <a:pt x="31" y="135"/>
                  </a:moveTo>
                  <a:lnTo>
                    <a:pt x="31" y="135"/>
                  </a:lnTo>
                  <a:cubicBezTo>
                    <a:pt x="31" y="15"/>
                    <a:pt x="31" y="15"/>
                    <a:pt x="31" y="15"/>
                  </a:cubicBezTo>
                  <a:cubicBezTo>
                    <a:pt x="31" y="7"/>
                    <a:pt x="24" y="0"/>
                    <a:pt x="16" y="0"/>
                  </a:cubicBezTo>
                  <a:cubicBezTo>
                    <a:pt x="7" y="0"/>
                    <a:pt x="0" y="7"/>
                    <a:pt x="0" y="15"/>
                  </a:cubicBezTo>
                  <a:cubicBezTo>
                    <a:pt x="0" y="135"/>
                    <a:pt x="0" y="135"/>
                    <a:pt x="0" y="135"/>
                  </a:cubicBezTo>
                  <a:cubicBezTo>
                    <a:pt x="0" y="143"/>
                    <a:pt x="7" y="150"/>
                    <a:pt x="16" y="150"/>
                  </a:cubicBezTo>
                  <a:cubicBezTo>
                    <a:pt x="24" y="150"/>
                    <a:pt x="31" y="143"/>
                    <a:pt x="31"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A371E205-999E-33AE-ED53-6DFFE71AC461}"/>
              </a:ext>
            </a:extLst>
          </p:cNvPr>
          <p:cNvGrpSpPr/>
          <p:nvPr/>
        </p:nvGrpSpPr>
        <p:grpSpPr>
          <a:xfrm>
            <a:off x="10885090" y="2350964"/>
            <a:ext cx="258763" cy="258763"/>
            <a:chOff x="9848850" y="4143375"/>
            <a:chExt cx="258763" cy="258763"/>
          </a:xfrm>
          <a:solidFill>
            <a:schemeClr val="tx2"/>
          </a:solidFill>
        </p:grpSpPr>
        <p:sp>
          <p:nvSpPr>
            <p:cNvPr id="206" name="Freeform 169">
              <a:extLst>
                <a:ext uri="{FF2B5EF4-FFF2-40B4-BE49-F238E27FC236}">
                  <a16:creationId xmlns:a16="http://schemas.microsoft.com/office/drawing/2014/main" id="{EBBD9169-8BCA-C3A3-8D87-1CCFAF262904}"/>
                </a:ext>
              </a:extLst>
            </p:cNvPr>
            <p:cNvSpPr>
              <a:spLocks noChangeArrowheads="1"/>
            </p:cNvSpPr>
            <p:nvPr/>
          </p:nvSpPr>
          <p:spPr bwMode="auto">
            <a:xfrm>
              <a:off x="9848850" y="4143375"/>
              <a:ext cx="258763" cy="65088"/>
            </a:xfrm>
            <a:custGeom>
              <a:avLst/>
              <a:gdLst>
                <a:gd name="T0" fmla="*/ 712 w 720"/>
                <a:gd name="T1" fmla="*/ 127 h 180"/>
                <a:gd name="T2" fmla="*/ 712 w 720"/>
                <a:gd name="T3" fmla="*/ 127 h 180"/>
                <a:gd name="T4" fmla="*/ 695 w 720"/>
                <a:gd name="T5" fmla="*/ 108 h 180"/>
                <a:gd name="T6" fmla="*/ 659 w 720"/>
                <a:gd name="T7" fmla="*/ 94 h 180"/>
                <a:gd name="T8" fmla="*/ 614 w 720"/>
                <a:gd name="T9" fmla="*/ 89 h 180"/>
                <a:gd name="T10" fmla="*/ 522 w 720"/>
                <a:gd name="T11" fmla="*/ 89 h 180"/>
                <a:gd name="T12" fmla="*/ 522 w 720"/>
                <a:gd name="T13" fmla="*/ 75 h 180"/>
                <a:gd name="T14" fmla="*/ 447 w 720"/>
                <a:gd name="T15" fmla="*/ 0 h 180"/>
                <a:gd name="T16" fmla="*/ 267 w 720"/>
                <a:gd name="T17" fmla="*/ 0 h 180"/>
                <a:gd name="T18" fmla="*/ 192 w 720"/>
                <a:gd name="T19" fmla="*/ 75 h 180"/>
                <a:gd name="T20" fmla="*/ 192 w 720"/>
                <a:gd name="T21" fmla="*/ 89 h 180"/>
                <a:gd name="T22" fmla="*/ 105 w 720"/>
                <a:gd name="T23" fmla="*/ 89 h 180"/>
                <a:gd name="T24" fmla="*/ 65 w 720"/>
                <a:gd name="T25" fmla="*/ 92 h 180"/>
                <a:gd name="T26" fmla="*/ 18 w 720"/>
                <a:gd name="T27" fmla="*/ 113 h 180"/>
                <a:gd name="T28" fmla="*/ 4 w 720"/>
                <a:gd name="T29" fmla="*/ 136 h 180"/>
                <a:gd name="T30" fmla="*/ 0 w 720"/>
                <a:gd name="T31" fmla="*/ 165 h 180"/>
                <a:gd name="T32" fmla="*/ 16 w 720"/>
                <a:gd name="T33" fmla="*/ 179 h 180"/>
                <a:gd name="T34" fmla="*/ 30 w 720"/>
                <a:gd name="T35" fmla="*/ 165 h 180"/>
                <a:gd name="T36" fmla="*/ 30 w 720"/>
                <a:gd name="T37" fmla="*/ 165 h 180"/>
                <a:gd name="T38" fmla="*/ 35 w 720"/>
                <a:gd name="T39" fmla="*/ 141 h 180"/>
                <a:gd name="T40" fmla="*/ 42 w 720"/>
                <a:gd name="T41" fmla="*/ 132 h 180"/>
                <a:gd name="T42" fmla="*/ 66 w 720"/>
                <a:gd name="T43" fmla="*/ 123 h 180"/>
                <a:gd name="T44" fmla="*/ 105 w 720"/>
                <a:gd name="T45" fmla="*/ 120 h 180"/>
                <a:gd name="T46" fmla="*/ 208 w 720"/>
                <a:gd name="T47" fmla="*/ 120 h 180"/>
                <a:gd name="T48" fmla="*/ 507 w 720"/>
                <a:gd name="T49" fmla="*/ 120 h 180"/>
                <a:gd name="T50" fmla="*/ 614 w 720"/>
                <a:gd name="T51" fmla="*/ 120 h 180"/>
                <a:gd name="T52" fmla="*/ 650 w 720"/>
                <a:gd name="T53" fmla="*/ 122 h 180"/>
                <a:gd name="T54" fmla="*/ 680 w 720"/>
                <a:gd name="T55" fmla="*/ 134 h 180"/>
                <a:gd name="T56" fmla="*/ 687 w 720"/>
                <a:gd name="T57" fmla="*/ 146 h 180"/>
                <a:gd name="T58" fmla="*/ 689 w 720"/>
                <a:gd name="T59" fmla="*/ 165 h 180"/>
                <a:gd name="T60" fmla="*/ 703 w 720"/>
                <a:gd name="T61" fmla="*/ 179 h 180"/>
                <a:gd name="T62" fmla="*/ 719 w 720"/>
                <a:gd name="T63" fmla="*/ 165 h 180"/>
                <a:gd name="T64" fmla="*/ 712 w 720"/>
                <a:gd name="T65" fmla="*/ 127 h 180"/>
                <a:gd name="T66" fmla="*/ 222 w 720"/>
                <a:gd name="T67" fmla="*/ 75 h 180"/>
                <a:gd name="T68" fmla="*/ 222 w 720"/>
                <a:gd name="T69" fmla="*/ 75 h 180"/>
                <a:gd name="T70" fmla="*/ 267 w 720"/>
                <a:gd name="T71" fmla="*/ 30 h 180"/>
                <a:gd name="T72" fmla="*/ 447 w 720"/>
                <a:gd name="T73" fmla="*/ 30 h 180"/>
                <a:gd name="T74" fmla="*/ 491 w 720"/>
                <a:gd name="T75" fmla="*/ 75 h 180"/>
                <a:gd name="T76" fmla="*/ 491 w 720"/>
                <a:gd name="T77" fmla="*/ 89 h 180"/>
                <a:gd name="T78" fmla="*/ 222 w 720"/>
                <a:gd name="T79" fmla="*/ 89 h 180"/>
                <a:gd name="T80" fmla="*/ 222 w 720"/>
                <a:gd name="T81" fmla="*/ 7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20" h="180">
                  <a:moveTo>
                    <a:pt x="712" y="127"/>
                  </a:moveTo>
                  <a:lnTo>
                    <a:pt x="712" y="127"/>
                  </a:lnTo>
                  <a:cubicBezTo>
                    <a:pt x="708" y="120"/>
                    <a:pt x="702" y="113"/>
                    <a:pt x="695" y="108"/>
                  </a:cubicBezTo>
                  <a:cubicBezTo>
                    <a:pt x="685" y="101"/>
                    <a:pt x="673" y="96"/>
                    <a:pt x="659" y="94"/>
                  </a:cubicBezTo>
                  <a:cubicBezTo>
                    <a:pt x="646" y="91"/>
                    <a:pt x="630" y="89"/>
                    <a:pt x="614" y="89"/>
                  </a:cubicBezTo>
                  <a:cubicBezTo>
                    <a:pt x="522" y="89"/>
                    <a:pt x="522" y="89"/>
                    <a:pt x="522" y="89"/>
                  </a:cubicBezTo>
                  <a:cubicBezTo>
                    <a:pt x="522" y="75"/>
                    <a:pt x="522" y="75"/>
                    <a:pt x="522" y="75"/>
                  </a:cubicBezTo>
                  <a:cubicBezTo>
                    <a:pt x="522" y="33"/>
                    <a:pt x="489" y="0"/>
                    <a:pt x="447" y="0"/>
                  </a:cubicBezTo>
                  <a:cubicBezTo>
                    <a:pt x="267" y="0"/>
                    <a:pt x="267" y="0"/>
                    <a:pt x="267" y="0"/>
                  </a:cubicBezTo>
                  <a:cubicBezTo>
                    <a:pt x="226" y="0"/>
                    <a:pt x="192" y="33"/>
                    <a:pt x="192" y="75"/>
                  </a:cubicBezTo>
                  <a:cubicBezTo>
                    <a:pt x="192" y="89"/>
                    <a:pt x="192" y="89"/>
                    <a:pt x="192" y="89"/>
                  </a:cubicBezTo>
                  <a:cubicBezTo>
                    <a:pt x="105" y="89"/>
                    <a:pt x="105" y="89"/>
                    <a:pt x="105" y="89"/>
                  </a:cubicBezTo>
                  <a:cubicBezTo>
                    <a:pt x="90" y="89"/>
                    <a:pt x="77" y="91"/>
                    <a:pt x="65" y="92"/>
                  </a:cubicBezTo>
                  <a:cubicBezTo>
                    <a:pt x="46" y="95"/>
                    <a:pt x="30" y="101"/>
                    <a:pt x="18" y="113"/>
                  </a:cubicBezTo>
                  <a:cubicBezTo>
                    <a:pt x="11" y="120"/>
                    <a:pt x="7" y="127"/>
                    <a:pt x="4" y="136"/>
                  </a:cubicBezTo>
                  <a:cubicBezTo>
                    <a:pt x="1" y="144"/>
                    <a:pt x="0" y="154"/>
                    <a:pt x="0" y="165"/>
                  </a:cubicBezTo>
                  <a:cubicBezTo>
                    <a:pt x="0" y="174"/>
                    <a:pt x="7" y="179"/>
                    <a:pt x="16" y="179"/>
                  </a:cubicBezTo>
                  <a:cubicBezTo>
                    <a:pt x="24" y="179"/>
                    <a:pt x="30" y="174"/>
                    <a:pt x="30" y="165"/>
                  </a:cubicBezTo>
                  <a:lnTo>
                    <a:pt x="30" y="165"/>
                  </a:lnTo>
                  <a:cubicBezTo>
                    <a:pt x="30" y="154"/>
                    <a:pt x="32" y="147"/>
                    <a:pt x="35" y="141"/>
                  </a:cubicBezTo>
                  <a:cubicBezTo>
                    <a:pt x="37" y="137"/>
                    <a:pt x="39" y="134"/>
                    <a:pt x="42" y="132"/>
                  </a:cubicBezTo>
                  <a:cubicBezTo>
                    <a:pt x="48" y="127"/>
                    <a:pt x="55" y="125"/>
                    <a:pt x="66" y="123"/>
                  </a:cubicBezTo>
                  <a:cubicBezTo>
                    <a:pt x="76" y="120"/>
                    <a:pt x="90" y="120"/>
                    <a:pt x="105" y="120"/>
                  </a:cubicBezTo>
                  <a:cubicBezTo>
                    <a:pt x="208" y="120"/>
                    <a:pt x="208" y="120"/>
                    <a:pt x="208" y="120"/>
                  </a:cubicBezTo>
                  <a:cubicBezTo>
                    <a:pt x="507" y="120"/>
                    <a:pt x="507" y="120"/>
                    <a:pt x="507" y="120"/>
                  </a:cubicBezTo>
                  <a:cubicBezTo>
                    <a:pt x="614" y="120"/>
                    <a:pt x="614" y="120"/>
                    <a:pt x="614" y="120"/>
                  </a:cubicBezTo>
                  <a:cubicBezTo>
                    <a:pt x="628" y="120"/>
                    <a:pt x="640" y="120"/>
                    <a:pt x="650" y="122"/>
                  </a:cubicBezTo>
                  <a:cubicBezTo>
                    <a:pt x="666" y="125"/>
                    <a:pt x="674" y="129"/>
                    <a:pt x="680" y="134"/>
                  </a:cubicBezTo>
                  <a:cubicBezTo>
                    <a:pt x="682" y="137"/>
                    <a:pt x="685" y="141"/>
                    <a:pt x="687" y="146"/>
                  </a:cubicBezTo>
                  <a:cubicBezTo>
                    <a:pt x="688" y="151"/>
                    <a:pt x="689" y="157"/>
                    <a:pt x="689" y="165"/>
                  </a:cubicBezTo>
                  <a:cubicBezTo>
                    <a:pt x="689" y="174"/>
                    <a:pt x="696" y="179"/>
                    <a:pt x="703" y="179"/>
                  </a:cubicBezTo>
                  <a:cubicBezTo>
                    <a:pt x="712" y="179"/>
                    <a:pt x="719" y="174"/>
                    <a:pt x="719" y="165"/>
                  </a:cubicBezTo>
                  <a:cubicBezTo>
                    <a:pt x="719" y="151"/>
                    <a:pt x="716" y="139"/>
                    <a:pt x="712" y="127"/>
                  </a:cubicBezTo>
                  <a:close/>
                  <a:moveTo>
                    <a:pt x="222" y="75"/>
                  </a:moveTo>
                  <a:lnTo>
                    <a:pt x="222" y="75"/>
                  </a:lnTo>
                  <a:cubicBezTo>
                    <a:pt x="222" y="50"/>
                    <a:pt x="243" y="30"/>
                    <a:pt x="267" y="30"/>
                  </a:cubicBezTo>
                  <a:cubicBezTo>
                    <a:pt x="447" y="30"/>
                    <a:pt x="447" y="30"/>
                    <a:pt x="447" y="30"/>
                  </a:cubicBezTo>
                  <a:cubicBezTo>
                    <a:pt x="472" y="30"/>
                    <a:pt x="491" y="50"/>
                    <a:pt x="491" y="75"/>
                  </a:cubicBezTo>
                  <a:cubicBezTo>
                    <a:pt x="491" y="89"/>
                    <a:pt x="491" y="89"/>
                    <a:pt x="491" y="89"/>
                  </a:cubicBezTo>
                  <a:cubicBezTo>
                    <a:pt x="222" y="89"/>
                    <a:pt x="222" y="89"/>
                    <a:pt x="222" y="89"/>
                  </a:cubicBezTo>
                  <a:lnTo>
                    <a:pt x="222" y="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70">
              <a:extLst>
                <a:ext uri="{FF2B5EF4-FFF2-40B4-BE49-F238E27FC236}">
                  <a16:creationId xmlns:a16="http://schemas.microsoft.com/office/drawing/2014/main" id="{4EF00628-D291-15FE-8F6D-C6CF5705041C}"/>
                </a:ext>
              </a:extLst>
            </p:cNvPr>
            <p:cNvSpPr>
              <a:spLocks noChangeArrowheads="1"/>
            </p:cNvSpPr>
            <p:nvPr/>
          </p:nvSpPr>
          <p:spPr bwMode="auto">
            <a:xfrm>
              <a:off x="9871075" y="4197350"/>
              <a:ext cx="215900" cy="204788"/>
            </a:xfrm>
            <a:custGeom>
              <a:avLst/>
              <a:gdLst>
                <a:gd name="T0" fmla="*/ 585 w 600"/>
                <a:gd name="T1" fmla="*/ 0 h 569"/>
                <a:gd name="T2" fmla="*/ 585 w 600"/>
                <a:gd name="T3" fmla="*/ 0 h 569"/>
                <a:gd name="T4" fmla="*/ 569 w 600"/>
                <a:gd name="T5" fmla="*/ 15 h 569"/>
                <a:gd name="T6" fmla="*/ 569 w 600"/>
                <a:gd name="T7" fmla="*/ 15 h 569"/>
                <a:gd name="T8" fmla="*/ 569 w 600"/>
                <a:gd name="T9" fmla="*/ 456 h 569"/>
                <a:gd name="T10" fmla="*/ 545 w 600"/>
                <a:gd name="T11" fmla="*/ 515 h 569"/>
                <a:gd name="T12" fmla="*/ 486 w 600"/>
                <a:gd name="T13" fmla="*/ 539 h 569"/>
                <a:gd name="T14" fmla="*/ 113 w 600"/>
                <a:gd name="T15" fmla="*/ 539 h 569"/>
                <a:gd name="T16" fmla="*/ 54 w 600"/>
                <a:gd name="T17" fmla="*/ 515 h 569"/>
                <a:gd name="T18" fmla="*/ 30 w 600"/>
                <a:gd name="T19" fmla="*/ 456 h 569"/>
                <a:gd name="T20" fmla="*/ 30 w 600"/>
                <a:gd name="T21" fmla="*/ 15 h 569"/>
                <a:gd name="T22" fmla="*/ 14 w 600"/>
                <a:gd name="T23" fmla="*/ 0 h 569"/>
                <a:gd name="T24" fmla="*/ 0 w 600"/>
                <a:gd name="T25" fmla="*/ 15 h 569"/>
                <a:gd name="T26" fmla="*/ 0 w 600"/>
                <a:gd name="T27" fmla="*/ 456 h 569"/>
                <a:gd name="T28" fmla="*/ 113 w 600"/>
                <a:gd name="T29" fmla="*/ 568 h 569"/>
                <a:gd name="T30" fmla="*/ 486 w 600"/>
                <a:gd name="T31" fmla="*/ 568 h 569"/>
                <a:gd name="T32" fmla="*/ 599 w 600"/>
                <a:gd name="T33" fmla="*/ 456 h 569"/>
                <a:gd name="T34" fmla="*/ 599 w 600"/>
                <a:gd name="T35" fmla="*/ 15 h 569"/>
                <a:gd name="T36" fmla="*/ 585 w 600"/>
                <a:gd name="T37" fmla="*/ 0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00" h="569">
                  <a:moveTo>
                    <a:pt x="585" y="0"/>
                  </a:moveTo>
                  <a:lnTo>
                    <a:pt x="585" y="0"/>
                  </a:lnTo>
                  <a:cubicBezTo>
                    <a:pt x="576" y="0"/>
                    <a:pt x="569" y="7"/>
                    <a:pt x="569" y="15"/>
                  </a:cubicBezTo>
                  <a:lnTo>
                    <a:pt x="569" y="15"/>
                  </a:lnTo>
                  <a:cubicBezTo>
                    <a:pt x="569" y="456"/>
                    <a:pt x="569" y="456"/>
                    <a:pt x="569" y="456"/>
                  </a:cubicBezTo>
                  <a:cubicBezTo>
                    <a:pt x="569" y="479"/>
                    <a:pt x="561" y="500"/>
                    <a:pt x="545" y="515"/>
                  </a:cubicBezTo>
                  <a:cubicBezTo>
                    <a:pt x="530" y="531"/>
                    <a:pt x="509" y="539"/>
                    <a:pt x="486" y="539"/>
                  </a:cubicBezTo>
                  <a:cubicBezTo>
                    <a:pt x="113" y="539"/>
                    <a:pt x="113" y="539"/>
                    <a:pt x="113" y="539"/>
                  </a:cubicBezTo>
                  <a:cubicBezTo>
                    <a:pt x="90" y="539"/>
                    <a:pt x="69" y="531"/>
                    <a:pt x="54" y="515"/>
                  </a:cubicBezTo>
                  <a:cubicBezTo>
                    <a:pt x="40" y="500"/>
                    <a:pt x="30" y="479"/>
                    <a:pt x="30" y="456"/>
                  </a:cubicBezTo>
                  <a:cubicBezTo>
                    <a:pt x="30" y="15"/>
                    <a:pt x="30" y="15"/>
                    <a:pt x="30" y="15"/>
                  </a:cubicBezTo>
                  <a:cubicBezTo>
                    <a:pt x="30" y="7"/>
                    <a:pt x="23" y="0"/>
                    <a:pt x="14" y="0"/>
                  </a:cubicBezTo>
                  <a:cubicBezTo>
                    <a:pt x="7" y="0"/>
                    <a:pt x="0" y="7"/>
                    <a:pt x="0" y="15"/>
                  </a:cubicBezTo>
                  <a:cubicBezTo>
                    <a:pt x="0" y="456"/>
                    <a:pt x="0" y="456"/>
                    <a:pt x="0" y="456"/>
                  </a:cubicBezTo>
                  <a:cubicBezTo>
                    <a:pt x="0" y="518"/>
                    <a:pt x="51" y="568"/>
                    <a:pt x="113" y="568"/>
                  </a:cubicBezTo>
                  <a:cubicBezTo>
                    <a:pt x="486" y="568"/>
                    <a:pt x="486" y="568"/>
                    <a:pt x="486" y="568"/>
                  </a:cubicBezTo>
                  <a:cubicBezTo>
                    <a:pt x="549" y="568"/>
                    <a:pt x="599" y="518"/>
                    <a:pt x="599" y="456"/>
                  </a:cubicBezTo>
                  <a:cubicBezTo>
                    <a:pt x="599" y="15"/>
                    <a:pt x="599" y="15"/>
                    <a:pt x="599" y="15"/>
                  </a:cubicBezTo>
                  <a:cubicBezTo>
                    <a:pt x="599" y="7"/>
                    <a:pt x="593" y="0"/>
                    <a:pt x="58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6F1E4B64-35C7-F15E-ACCB-7C83186BDE91}"/>
              </a:ext>
            </a:extLst>
          </p:cNvPr>
          <p:cNvGrpSpPr/>
          <p:nvPr/>
        </p:nvGrpSpPr>
        <p:grpSpPr>
          <a:xfrm>
            <a:off x="9300765" y="1835821"/>
            <a:ext cx="200025" cy="280987"/>
            <a:chOff x="8264525" y="3630613"/>
            <a:chExt cx="200025" cy="280987"/>
          </a:xfrm>
          <a:solidFill>
            <a:schemeClr val="tx2"/>
          </a:solidFill>
        </p:grpSpPr>
        <p:sp>
          <p:nvSpPr>
            <p:cNvPr id="209" name="Freeform 171">
              <a:extLst>
                <a:ext uri="{FF2B5EF4-FFF2-40B4-BE49-F238E27FC236}">
                  <a16:creationId xmlns:a16="http://schemas.microsoft.com/office/drawing/2014/main" id="{24D44110-E6D5-1FB7-8AAC-89D9151549D6}"/>
                </a:ext>
              </a:extLst>
            </p:cNvPr>
            <p:cNvSpPr>
              <a:spLocks noChangeArrowheads="1"/>
            </p:cNvSpPr>
            <p:nvPr/>
          </p:nvSpPr>
          <p:spPr bwMode="auto">
            <a:xfrm>
              <a:off x="8264525" y="3630613"/>
              <a:ext cx="200025" cy="280987"/>
            </a:xfrm>
            <a:custGeom>
              <a:avLst/>
              <a:gdLst>
                <a:gd name="T0" fmla="*/ 277 w 554"/>
                <a:gd name="T1" fmla="*/ 0 h 782"/>
                <a:gd name="T2" fmla="*/ 277 w 554"/>
                <a:gd name="T3" fmla="*/ 0 h 782"/>
                <a:gd name="T4" fmla="*/ 0 w 554"/>
                <a:gd name="T5" fmla="*/ 277 h 782"/>
                <a:gd name="T6" fmla="*/ 261 w 554"/>
                <a:gd name="T7" fmla="*/ 551 h 782"/>
                <a:gd name="T8" fmla="*/ 261 w 554"/>
                <a:gd name="T9" fmla="*/ 766 h 782"/>
                <a:gd name="T10" fmla="*/ 277 w 554"/>
                <a:gd name="T11" fmla="*/ 781 h 782"/>
                <a:gd name="T12" fmla="*/ 292 w 554"/>
                <a:gd name="T13" fmla="*/ 766 h 782"/>
                <a:gd name="T14" fmla="*/ 292 w 554"/>
                <a:gd name="T15" fmla="*/ 551 h 782"/>
                <a:gd name="T16" fmla="*/ 553 w 554"/>
                <a:gd name="T17" fmla="*/ 277 h 782"/>
                <a:gd name="T18" fmla="*/ 277 w 554"/>
                <a:gd name="T19" fmla="*/ 0 h 782"/>
                <a:gd name="T20" fmla="*/ 451 w 554"/>
                <a:gd name="T21" fmla="*/ 451 h 782"/>
                <a:gd name="T22" fmla="*/ 451 w 554"/>
                <a:gd name="T23" fmla="*/ 451 h 782"/>
                <a:gd name="T24" fmla="*/ 277 w 554"/>
                <a:gd name="T25" fmla="*/ 523 h 782"/>
                <a:gd name="T26" fmla="*/ 102 w 554"/>
                <a:gd name="T27" fmla="*/ 451 h 782"/>
                <a:gd name="T28" fmla="*/ 29 w 554"/>
                <a:gd name="T29" fmla="*/ 277 h 782"/>
                <a:gd name="T30" fmla="*/ 102 w 554"/>
                <a:gd name="T31" fmla="*/ 103 h 782"/>
                <a:gd name="T32" fmla="*/ 277 w 554"/>
                <a:gd name="T33" fmla="*/ 31 h 782"/>
                <a:gd name="T34" fmla="*/ 451 w 554"/>
                <a:gd name="T35" fmla="*/ 103 h 782"/>
                <a:gd name="T36" fmla="*/ 522 w 554"/>
                <a:gd name="T37" fmla="*/ 277 h 782"/>
                <a:gd name="T38" fmla="*/ 451 w 554"/>
                <a:gd name="T39" fmla="*/ 451 h 7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4" h="782">
                  <a:moveTo>
                    <a:pt x="277" y="0"/>
                  </a:moveTo>
                  <a:lnTo>
                    <a:pt x="277" y="0"/>
                  </a:lnTo>
                  <a:cubicBezTo>
                    <a:pt x="123" y="0"/>
                    <a:pt x="0" y="125"/>
                    <a:pt x="0" y="277"/>
                  </a:cubicBezTo>
                  <a:cubicBezTo>
                    <a:pt x="0" y="424"/>
                    <a:pt x="116" y="544"/>
                    <a:pt x="261" y="551"/>
                  </a:cubicBezTo>
                  <a:cubicBezTo>
                    <a:pt x="261" y="766"/>
                    <a:pt x="261" y="766"/>
                    <a:pt x="261" y="766"/>
                  </a:cubicBezTo>
                  <a:cubicBezTo>
                    <a:pt x="261" y="774"/>
                    <a:pt x="268" y="781"/>
                    <a:pt x="277" y="781"/>
                  </a:cubicBezTo>
                  <a:cubicBezTo>
                    <a:pt x="285" y="781"/>
                    <a:pt x="292" y="774"/>
                    <a:pt x="292" y="766"/>
                  </a:cubicBezTo>
                  <a:cubicBezTo>
                    <a:pt x="292" y="551"/>
                    <a:pt x="292" y="551"/>
                    <a:pt x="292" y="551"/>
                  </a:cubicBezTo>
                  <a:cubicBezTo>
                    <a:pt x="437" y="544"/>
                    <a:pt x="553" y="424"/>
                    <a:pt x="553" y="277"/>
                  </a:cubicBezTo>
                  <a:cubicBezTo>
                    <a:pt x="553" y="125"/>
                    <a:pt x="430" y="0"/>
                    <a:pt x="277" y="0"/>
                  </a:cubicBezTo>
                  <a:close/>
                  <a:moveTo>
                    <a:pt x="451" y="451"/>
                  </a:moveTo>
                  <a:lnTo>
                    <a:pt x="451" y="451"/>
                  </a:lnTo>
                  <a:cubicBezTo>
                    <a:pt x="406" y="495"/>
                    <a:pt x="344" y="523"/>
                    <a:pt x="277" y="523"/>
                  </a:cubicBezTo>
                  <a:cubicBezTo>
                    <a:pt x="208" y="523"/>
                    <a:pt x="147" y="495"/>
                    <a:pt x="102" y="451"/>
                  </a:cubicBezTo>
                  <a:cubicBezTo>
                    <a:pt x="57" y="406"/>
                    <a:pt x="29" y="346"/>
                    <a:pt x="29" y="277"/>
                  </a:cubicBezTo>
                  <a:cubicBezTo>
                    <a:pt x="29" y="210"/>
                    <a:pt x="57" y="148"/>
                    <a:pt x="102" y="103"/>
                  </a:cubicBezTo>
                  <a:cubicBezTo>
                    <a:pt x="147" y="58"/>
                    <a:pt x="208" y="31"/>
                    <a:pt x="277" y="31"/>
                  </a:cubicBezTo>
                  <a:cubicBezTo>
                    <a:pt x="344" y="31"/>
                    <a:pt x="406" y="58"/>
                    <a:pt x="451" y="103"/>
                  </a:cubicBezTo>
                  <a:cubicBezTo>
                    <a:pt x="496" y="148"/>
                    <a:pt x="522" y="210"/>
                    <a:pt x="522" y="277"/>
                  </a:cubicBezTo>
                  <a:cubicBezTo>
                    <a:pt x="522" y="346"/>
                    <a:pt x="496" y="406"/>
                    <a:pt x="451" y="4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2">
              <a:extLst>
                <a:ext uri="{FF2B5EF4-FFF2-40B4-BE49-F238E27FC236}">
                  <a16:creationId xmlns:a16="http://schemas.microsoft.com/office/drawing/2014/main" id="{5EC26425-EFCE-FE40-ECA2-52965ECCAEC8}"/>
                </a:ext>
              </a:extLst>
            </p:cNvPr>
            <p:cNvSpPr>
              <a:spLocks noChangeArrowheads="1"/>
            </p:cNvSpPr>
            <p:nvPr/>
          </p:nvSpPr>
          <p:spPr bwMode="auto">
            <a:xfrm>
              <a:off x="8299450" y="3665538"/>
              <a:ext cx="128588" cy="128587"/>
            </a:xfrm>
            <a:custGeom>
              <a:avLst/>
              <a:gdLst>
                <a:gd name="T0" fmla="*/ 179 w 358"/>
                <a:gd name="T1" fmla="*/ 0 h 357"/>
                <a:gd name="T2" fmla="*/ 179 w 358"/>
                <a:gd name="T3" fmla="*/ 0 h 357"/>
                <a:gd name="T4" fmla="*/ 0 w 358"/>
                <a:gd name="T5" fmla="*/ 178 h 357"/>
                <a:gd name="T6" fmla="*/ 179 w 358"/>
                <a:gd name="T7" fmla="*/ 356 h 357"/>
                <a:gd name="T8" fmla="*/ 357 w 358"/>
                <a:gd name="T9" fmla="*/ 178 h 357"/>
                <a:gd name="T10" fmla="*/ 179 w 358"/>
                <a:gd name="T11" fmla="*/ 0 h 357"/>
                <a:gd name="T12" fmla="*/ 284 w 358"/>
                <a:gd name="T13" fmla="*/ 283 h 357"/>
                <a:gd name="T14" fmla="*/ 284 w 358"/>
                <a:gd name="T15" fmla="*/ 283 h 357"/>
                <a:gd name="T16" fmla="*/ 179 w 358"/>
                <a:gd name="T17" fmla="*/ 327 h 357"/>
                <a:gd name="T18" fmla="*/ 73 w 358"/>
                <a:gd name="T19" fmla="*/ 283 h 357"/>
                <a:gd name="T20" fmla="*/ 30 w 358"/>
                <a:gd name="T21" fmla="*/ 178 h 357"/>
                <a:gd name="T22" fmla="*/ 73 w 358"/>
                <a:gd name="T23" fmla="*/ 73 h 357"/>
                <a:gd name="T24" fmla="*/ 179 w 358"/>
                <a:gd name="T25" fmla="*/ 31 h 357"/>
                <a:gd name="T26" fmla="*/ 284 w 358"/>
                <a:gd name="T27" fmla="*/ 73 h 357"/>
                <a:gd name="T28" fmla="*/ 327 w 358"/>
                <a:gd name="T29" fmla="*/ 178 h 357"/>
                <a:gd name="T30" fmla="*/ 284 w 358"/>
                <a:gd name="T31" fmla="*/ 283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58" h="357">
                  <a:moveTo>
                    <a:pt x="179" y="0"/>
                  </a:moveTo>
                  <a:lnTo>
                    <a:pt x="179" y="0"/>
                  </a:lnTo>
                  <a:cubicBezTo>
                    <a:pt x="80" y="0"/>
                    <a:pt x="0" y="80"/>
                    <a:pt x="0" y="178"/>
                  </a:cubicBezTo>
                  <a:cubicBezTo>
                    <a:pt x="0" y="276"/>
                    <a:pt x="80" y="356"/>
                    <a:pt x="179" y="356"/>
                  </a:cubicBezTo>
                  <a:cubicBezTo>
                    <a:pt x="277" y="356"/>
                    <a:pt x="357" y="276"/>
                    <a:pt x="357" y="178"/>
                  </a:cubicBezTo>
                  <a:cubicBezTo>
                    <a:pt x="357" y="80"/>
                    <a:pt x="277" y="0"/>
                    <a:pt x="179" y="0"/>
                  </a:cubicBezTo>
                  <a:close/>
                  <a:moveTo>
                    <a:pt x="284" y="283"/>
                  </a:moveTo>
                  <a:lnTo>
                    <a:pt x="284" y="283"/>
                  </a:lnTo>
                  <a:cubicBezTo>
                    <a:pt x="256" y="310"/>
                    <a:pt x="219" y="327"/>
                    <a:pt x="179" y="327"/>
                  </a:cubicBezTo>
                  <a:cubicBezTo>
                    <a:pt x="138" y="327"/>
                    <a:pt x="100" y="310"/>
                    <a:pt x="73" y="283"/>
                  </a:cubicBezTo>
                  <a:cubicBezTo>
                    <a:pt x="47" y="257"/>
                    <a:pt x="30" y="219"/>
                    <a:pt x="30" y="178"/>
                  </a:cubicBezTo>
                  <a:cubicBezTo>
                    <a:pt x="30" y="137"/>
                    <a:pt x="47" y="101"/>
                    <a:pt x="73" y="73"/>
                  </a:cubicBezTo>
                  <a:cubicBezTo>
                    <a:pt x="100" y="46"/>
                    <a:pt x="138" y="31"/>
                    <a:pt x="179" y="31"/>
                  </a:cubicBezTo>
                  <a:cubicBezTo>
                    <a:pt x="219" y="31"/>
                    <a:pt x="256" y="46"/>
                    <a:pt x="284" y="73"/>
                  </a:cubicBezTo>
                  <a:cubicBezTo>
                    <a:pt x="311" y="101"/>
                    <a:pt x="327" y="137"/>
                    <a:pt x="327" y="178"/>
                  </a:cubicBezTo>
                  <a:cubicBezTo>
                    <a:pt x="327" y="219"/>
                    <a:pt x="311" y="257"/>
                    <a:pt x="284" y="2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3">
              <a:extLst>
                <a:ext uri="{FF2B5EF4-FFF2-40B4-BE49-F238E27FC236}">
                  <a16:creationId xmlns:a16="http://schemas.microsoft.com/office/drawing/2014/main" id="{99C02579-93FA-C47B-1293-4FD308325188}"/>
                </a:ext>
              </a:extLst>
            </p:cNvPr>
            <p:cNvSpPr>
              <a:spLocks noChangeArrowheads="1"/>
            </p:cNvSpPr>
            <p:nvPr/>
          </p:nvSpPr>
          <p:spPr bwMode="auto">
            <a:xfrm>
              <a:off x="8334375" y="3700463"/>
              <a:ext cx="58738" cy="58737"/>
            </a:xfrm>
            <a:custGeom>
              <a:avLst/>
              <a:gdLst>
                <a:gd name="T0" fmla="*/ 81 w 162"/>
                <a:gd name="T1" fmla="*/ 0 h 161"/>
                <a:gd name="T2" fmla="*/ 81 w 162"/>
                <a:gd name="T3" fmla="*/ 0 h 161"/>
                <a:gd name="T4" fmla="*/ 0 w 162"/>
                <a:gd name="T5" fmla="*/ 80 h 161"/>
                <a:gd name="T6" fmla="*/ 81 w 162"/>
                <a:gd name="T7" fmla="*/ 160 h 161"/>
                <a:gd name="T8" fmla="*/ 161 w 162"/>
                <a:gd name="T9" fmla="*/ 80 h 161"/>
                <a:gd name="T10" fmla="*/ 81 w 162"/>
                <a:gd name="T11" fmla="*/ 0 h 161"/>
                <a:gd name="T12" fmla="*/ 81 w 162"/>
                <a:gd name="T13" fmla="*/ 131 h 161"/>
                <a:gd name="T14" fmla="*/ 81 w 162"/>
                <a:gd name="T15" fmla="*/ 131 h 161"/>
                <a:gd name="T16" fmla="*/ 30 w 162"/>
                <a:gd name="T17" fmla="*/ 80 h 161"/>
                <a:gd name="T18" fmla="*/ 81 w 162"/>
                <a:gd name="T19" fmla="*/ 29 h 161"/>
                <a:gd name="T20" fmla="*/ 131 w 162"/>
                <a:gd name="T21" fmla="*/ 80 h 161"/>
                <a:gd name="T22" fmla="*/ 81 w 162"/>
                <a:gd name="T23" fmla="*/ 131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2" h="161">
                  <a:moveTo>
                    <a:pt x="81" y="0"/>
                  </a:moveTo>
                  <a:lnTo>
                    <a:pt x="81" y="0"/>
                  </a:lnTo>
                  <a:cubicBezTo>
                    <a:pt x="36" y="0"/>
                    <a:pt x="0" y="37"/>
                    <a:pt x="0" y="80"/>
                  </a:cubicBezTo>
                  <a:cubicBezTo>
                    <a:pt x="0" y="125"/>
                    <a:pt x="36" y="160"/>
                    <a:pt x="81" y="160"/>
                  </a:cubicBezTo>
                  <a:cubicBezTo>
                    <a:pt x="124" y="160"/>
                    <a:pt x="161" y="125"/>
                    <a:pt x="161" y="80"/>
                  </a:cubicBezTo>
                  <a:cubicBezTo>
                    <a:pt x="161" y="37"/>
                    <a:pt x="124" y="0"/>
                    <a:pt x="81" y="0"/>
                  </a:cubicBezTo>
                  <a:close/>
                  <a:moveTo>
                    <a:pt x="81" y="131"/>
                  </a:moveTo>
                  <a:lnTo>
                    <a:pt x="81" y="131"/>
                  </a:lnTo>
                  <a:cubicBezTo>
                    <a:pt x="52" y="131"/>
                    <a:pt x="30" y="108"/>
                    <a:pt x="30" y="80"/>
                  </a:cubicBezTo>
                  <a:cubicBezTo>
                    <a:pt x="30" y="52"/>
                    <a:pt x="52" y="29"/>
                    <a:pt x="81" y="29"/>
                  </a:cubicBezTo>
                  <a:cubicBezTo>
                    <a:pt x="109" y="29"/>
                    <a:pt x="131" y="52"/>
                    <a:pt x="131" y="80"/>
                  </a:cubicBezTo>
                  <a:cubicBezTo>
                    <a:pt x="131" y="108"/>
                    <a:pt x="109" y="131"/>
                    <a:pt x="8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3131E1A5-36BF-F7A9-9522-8C333A0CF1A3}"/>
              </a:ext>
            </a:extLst>
          </p:cNvPr>
          <p:cNvGrpSpPr/>
          <p:nvPr/>
        </p:nvGrpSpPr>
        <p:grpSpPr>
          <a:xfrm>
            <a:off x="9332515" y="2339058"/>
            <a:ext cx="152400" cy="282575"/>
            <a:chOff x="8296275" y="4146550"/>
            <a:chExt cx="152400" cy="282575"/>
          </a:xfrm>
          <a:solidFill>
            <a:schemeClr val="tx2"/>
          </a:solidFill>
        </p:grpSpPr>
        <p:sp>
          <p:nvSpPr>
            <p:cNvPr id="213" name="Freeform 174">
              <a:extLst>
                <a:ext uri="{FF2B5EF4-FFF2-40B4-BE49-F238E27FC236}">
                  <a16:creationId xmlns:a16="http://schemas.microsoft.com/office/drawing/2014/main" id="{21FA8C85-101E-917C-FDD2-B2D5210E194C}"/>
                </a:ext>
              </a:extLst>
            </p:cNvPr>
            <p:cNvSpPr>
              <a:spLocks noChangeArrowheads="1"/>
            </p:cNvSpPr>
            <p:nvPr/>
          </p:nvSpPr>
          <p:spPr bwMode="auto">
            <a:xfrm>
              <a:off x="8296275" y="4146550"/>
              <a:ext cx="152400" cy="282575"/>
            </a:xfrm>
            <a:custGeom>
              <a:avLst/>
              <a:gdLst>
                <a:gd name="T0" fmla="*/ 210 w 423"/>
                <a:gd name="T1" fmla="*/ 782 h 783"/>
                <a:gd name="T2" fmla="*/ 210 w 423"/>
                <a:gd name="T3" fmla="*/ 782 h 783"/>
                <a:gd name="T4" fmla="*/ 226 w 423"/>
                <a:gd name="T5" fmla="*/ 767 h 783"/>
                <a:gd name="T6" fmla="*/ 226 w 423"/>
                <a:gd name="T7" fmla="*/ 553 h 783"/>
                <a:gd name="T8" fmla="*/ 375 w 423"/>
                <a:gd name="T9" fmla="*/ 553 h 783"/>
                <a:gd name="T10" fmla="*/ 422 w 423"/>
                <a:gd name="T11" fmla="*/ 506 h 783"/>
                <a:gd name="T12" fmla="*/ 422 w 423"/>
                <a:gd name="T13" fmla="*/ 212 h 783"/>
                <a:gd name="T14" fmla="*/ 210 w 423"/>
                <a:gd name="T15" fmla="*/ 0 h 783"/>
                <a:gd name="T16" fmla="*/ 0 w 423"/>
                <a:gd name="T17" fmla="*/ 212 h 783"/>
                <a:gd name="T18" fmla="*/ 0 w 423"/>
                <a:gd name="T19" fmla="*/ 506 h 783"/>
                <a:gd name="T20" fmla="*/ 47 w 423"/>
                <a:gd name="T21" fmla="*/ 553 h 783"/>
                <a:gd name="T22" fmla="*/ 196 w 423"/>
                <a:gd name="T23" fmla="*/ 553 h 783"/>
                <a:gd name="T24" fmla="*/ 196 w 423"/>
                <a:gd name="T25" fmla="*/ 767 h 783"/>
                <a:gd name="T26" fmla="*/ 210 w 423"/>
                <a:gd name="T27" fmla="*/ 782 h 783"/>
                <a:gd name="T28" fmla="*/ 29 w 423"/>
                <a:gd name="T29" fmla="*/ 506 h 783"/>
                <a:gd name="T30" fmla="*/ 29 w 423"/>
                <a:gd name="T31" fmla="*/ 506 h 783"/>
                <a:gd name="T32" fmla="*/ 29 w 423"/>
                <a:gd name="T33" fmla="*/ 212 h 783"/>
                <a:gd name="T34" fmla="*/ 83 w 423"/>
                <a:gd name="T35" fmla="*/ 84 h 783"/>
                <a:gd name="T36" fmla="*/ 210 w 423"/>
                <a:gd name="T37" fmla="*/ 31 h 783"/>
                <a:gd name="T38" fmla="*/ 338 w 423"/>
                <a:gd name="T39" fmla="*/ 84 h 783"/>
                <a:gd name="T40" fmla="*/ 392 w 423"/>
                <a:gd name="T41" fmla="*/ 212 h 783"/>
                <a:gd name="T42" fmla="*/ 392 w 423"/>
                <a:gd name="T43" fmla="*/ 506 h 783"/>
                <a:gd name="T44" fmla="*/ 375 w 423"/>
                <a:gd name="T45" fmla="*/ 524 h 783"/>
                <a:gd name="T46" fmla="*/ 47 w 423"/>
                <a:gd name="T47" fmla="*/ 524 h 783"/>
                <a:gd name="T48" fmla="*/ 29 w 423"/>
                <a:gd name="T49" fmla="*/ 506 h 7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23" h="783">
                  <a:moveTo>
                    <a:pt x="210" y="782"/>
                  </a:moveTo>
                  <a:lnTo>
                    <a:pt x="210" y="782"/>
                  </a:lnTo>
                  <a:cubicBezTo>
                    <a:pt x="219" y="782"/>
                    <a:pt x="226" y="775"/>
                    <a:pt x="226" y="767"/>
                  </a:cubicBezTo>
                  <a:cubicBezTo>
                    <a:pt x="226" y="553"/>
                    <a:pt x="226" y="553"/>
                    <a:pt x="226" y="553"/>
                  </a:cubicBezTo>
                  <a:cubicBezTo>
                    <a:pt x="375" y="553"/>
                    <a:pt x="375" y="553"/>
                    <a:pt x="375" y="553"/>
                  </a:cubicBezTo>
                  <a:cubicBezTo>
                    <a:pt x="400" y="553"/>
                    <a:pt x="422" y="532"/>
                    <a:pt x="422" y="506"/>
                  </a:cubicBezTo>
                  <a:cubicBezTo>
                    <a:pt x="422" y="212"/>
                    <a:pt x="422" y="212"/>
                    <a:pt x="422" y="212"/>
                  </a:cubicBezTo>
                  <a:cubicBezTo>
                    <a:pt x="422" y="96"/>
                    <a:pt x="327" y="0"/>
                    <a:pt x="210" y="0"/>
                  </a:cubicBezTo>
                  <a:cubicBezTo>
                    <a:pt x="94" y="0"/>
                    <a:pt x="0" y="96"/>
                    <a:pt x="0" y="212"/>
                  </a:cubicBezTo>
                  <a:cubicBezTo>
                    <a:pt x="0" y="506"/>
                    <a:pt x="0" y="506"/>
                    <a:pt x="0" y="506"/>
                  </a:cubicBezTo>
                  <a:cubicBezTo>
                    <a:pt x="0" y="532"/>
                    <a:pt x="21" y="553"/>
                    <a:pt x="47" y="553"/>
                  </a:cubicBezTo>
                  <a:cubicBezTo>
                    <a:pt x="196" y="553"/>
                    <a:pt x="196" y="553"/>
                    <a:pt x="196" y="553"/>
                  </a:cubicBezTo>
                  <a:cubicBezTo>
                    <a:pt x="196" y="767"/>
                    <a:pt x="196" y="767"/>
                    <a:pt x="196" y="767"/>
                  </a:cubicBezTo>
                  <a:cubicBezTo>
                    <a:pt x="196" y="775"/>
                    <a:pt x="202" y="782"/>
                    <a:pt x="210" y="782"/>
                  </a:cubicBezTo>
                  <a:close/>
                  <a:moveTo>
                    <a:pt x="29" y="506"/>
                  </a:moveTo>
                  <a:lnTo>
                    <a:pt x="29" y="506"/>
                  </a:lnTo>
                  <a:cubicBezTo>
                    <a:pt x="29" y="212"/>
                    <a:pt x="29" y="212"/>
                    <a:pt x="29" y="212"/>
                  </a:cubicBezTo>
                  <a:cubicBezTo>
                    <a:pt x="29" y="162"/>
                    <a:pt x="50" y="117"/>
                    <a:pt x="83" y="84"/>
                  </a:cubicBezTo>
                  <a:cubicBezTo>
                    <a:pt x="116" y="51"/>
                    <a:pt x="161" y="31"/>
                    <a:pt x="210" y="31"/>
                  </a:cubicBezTo>
                  <a:cubicBezTo>
                    <a:pt x="261" y="31"/>
                    <a:pt x="306" y="51"/>
                    <a:pt x="338" y="84"/>
                  </a:cubicBezTo>
                  <a:cubicBezTo>
                    <a:pt x="372" y="117"/>
                    <a:pt x="392" y="162"/>
                    <a:pt x="392" y="212"/>
                  </a:cubicBezTo>
                  <a:cubicBezTo>
                    <a:pt x="392" y="506"/>
                    <a:pt x="392" y="506"/>
                    <a:pt x="392" y="506"/>
                  </a:cubicBezTo>
                  <a:cubicBezTo>
                    <a:pt x="392" y="515"/>
                    <a:pt x="384" y="524"/>
                    <a:pt x="375" y="524"/>
                  </a:cubicBezTo>
                  <a:cubicBezTo>
                    <a:pt x="47" y="524"/>
                    <a:pt x="47" y="524"/>
                    <a:pt x="47" y="524"/>
                  </a:cubicBezTo>
                  <a:cubicBezTo>
                    <a:pt x="38" y="524"/>
                    <a:pt x="29" y="515"/>
                    <a:pt x="29" y="5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5">
              <a:extLst>
                <a:ext uri="{FF2B5EF4-FFF2-40B4-BE49-F238E27FC236}">
                  <a16:creationId xmlns:a16="http://schemas.microsoft.com/office/drawing/2014/main" id="{9574D51A-8987-2FB1-C353-3EED15D2C351}"/>
                </a:ext>
              </a:extLst>
            </p:cNvPr>
            <p:cNvSpPr>
              <a:spLocks noChangeArrowheads="1"/>
            </p:cNvSpPr>
            <p:nvPr/>
          </p:nvSpPr>
          <p:spPr bwMode="auto">
            <a:xfrm>
              <a:off x="8331200" y="4206875"/>
              <a:ext cx="11113" cy="104775"/>
            </a:xfrm>
            <a:custGeom>
              <a:avLst/>
              <a:gdLst>
                <a:gd name="T0" fmla="*/ 15 w 31"/>
                <a:gd name="T1" fmla="*/ 0 h 292"/>
                <a:gd name="T2" fmla="*/ 15 w 31"/>
                <a:gd name="T3" fmla="*/ 0 h 292"/>
                <a:gd name="T4" fmla="*/ 0 w 31"/>
                <a:gd name="T5" fmla="*/ 15 h 292"/>
                <a:gd name="T6" fmla="*/ 0 w 31"/>
                <a:gd name="T7" fmla="*/ 276 h 292"/>
                <a:gd name="T8" fmla="*/ 15 w 31"/>
                <a:gd name="T9" fmla="*/ 291 h 292"/>
                <a:gd name="T10" fmla="*/ 30 w 31"/>
                <a:gd name="T11" fmla="*/ 276 h 292"/>
                <a:gd name="T12" fmla="*/ 30 w 31"/>
                <a:gd name="T13" fmla="*/ 15 h 292"/>
                <a:gd name="T14" fmla="*/ 15 w 31"/>
                <a:gd name="T15" fmla="*/ 0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15" y="0"/>
                  </a:moveTo>
                  <a:lnTo>
                    <a:pt x="15" y="0"/>
                  </a:lnTo>
                  <a:cubicBezTo>
                    <a:pt x="7" y="0"/>
                    <a:pt x="0" y="8"/>
                    <a:pt x="0" y="15"/>
                  </a:cubicBezTo>
                  <a:cubicBezTo>
                    <a:pt x="0" y="276"/>
                    <a:pt x="0" y="276"/>
                    <a:pt x="0" y="276"/>
                  </a:cubicBezTo>
                  <a:cubicBezTo>
                    <a:pt x="0" y="284"/>
                    <a:pt x="7" y="291"/>
                    <a:pt x="15" y="291"/>
                  </a:cubicBezTo>
                  <a:cubicBezTo>
                    <a:pt x="23" y="291"/>
                    <a:pt x="30" y="284"/>
                    <a:pt x="30" y="276"/>
                  </a:cubicBezTo>
                  <a:cubicBezTo>
                    <a:pt x="30" y="15"/>
                    <a:pt x="30" y="15"/>
                    <a:pt x="30" y="15"/>
                  </a:cubicBezTo>
                  <a:cubicBezTo>
                    <a:pt x="30" y="8"/>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6">
              <a:extLst>
                <a:ext uri="{FF2B5EF4-FFF2-40B4-BE49-F238E27FC236}">
                  <a16:creationId xmlns:a16="http://schemas.microsoft.com/office/drawing/2014/main" id="{925F1BEE-950E-11BB-5B0D-18A234CBDF30}"/>
                </a:ext>
              </a:extLst>
            </p:cNvPr>
            <p:cNvSpPr>
              <a:spLocks noChangeArrowheads="1"/>
            </p:cNvSpPr>
            <p:nvPr/>
          </p:nvSpPr>
          <p:spPr bwMode="auto">
            <a:xfrm>
              <a:off x="8366125" y="4206875"/>
              <a:ext cx="11113" cy="104775"/>
            </a:xfrm>
            <a:custGeom>
              <a:avLst/>
              <a:gdLst>
                <a:gd name="T0" fmla="*/ 30 w 31"/>
                <a:gd name="T1" fmla="*/ 276 h 292"/>
                <a:gd name="T2" fmla="*/ 30 w 31"/>
                <a:gd name="T3" fmla="*/ 276 h 292"/>
                <a:gd name="T4" fmla="*/ 30 w 31"/>
                <a:gd name="T5" fmla="*/ 15 h 292"/>
                <a:gd name="T6" fmla="*/ 14 w 31"/>
                <a:gd name="T7" fmla="*/ 0 h 292"/>
                <a:gd name="T8" fmla="*/ 0 w 31"/>
                <a:gd name="T9" fmla="*/ 15 h 292"/>
                <a:gd name="T10" fmla="*/ 0 w 31"/>
                <a:gd name="T11" fmla="*/ 276 h 292"/>
                <a:gd name="T12" fmla="*/ 14 w 31"/>
                <a:gd name="T13" fmla="*/ 291 h 292"/>
                <a:gd name="T14" fmla="*/ 30 w 31"/>
                <a:gd name="T15" fmla="*/ 276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30" y="276"/>
                  </a:moveTo>
                  <a:lnTo>
                    <a:pt x="30" y="276"/>
                  </a:lnTo>
                  <a:cubicBezTo>
                    <a:pt x="30" y="15"/>
                    <a:pt x="30" y="15"/>
                    <a:pt x="30" y="15"/>
                  </a:cubicBezTo>
                  <a:cubicBezTo>
                    <a:pt x="30" y="8"/>
                    <a:pt x="23" y="0"/>
                    <a:pt x="14" y="0"/>
                  </a:cubicBezTo>
                  <a:cubicBezTo>
                    <a:pt x="6" y="0"/>
                    <a:pt x="0" y="8"/>
                    <a:pt x="0" y="15"/>
                  </a:cubicBezTo>
                  <a:cubicBezTo>
                    <a:pt x="0" y="276"/>
                    <a:pt x="0" y="276"/>
                    <a:pt x="0" y="276"/>
                  </a:cubicBezTo>
                  <a:cubicBezTo>
                    <a:pt x="0" y="284"/>
                    <a:pt x="6" y="291"/>
                    <a:pt x="14" y="291"/>
                  </a:cubicBezTo>
                  <a:cubicBezTo>
                    <a:pt x="23" y="291"/>
                    <a:pt x="30" y="284"/>
                    <a:pt x="30" y="2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7">
              <a:extLst>
                <a:ext uri="{FF2B5EF4-FFF2-40B4-BE49-F238E27FC236}">
                  <a16:creationId xmlns:a16="http://schemas.microsoft.com/office/drawing/2014/main" id="{51E681C3-53F6-CBAB-7EF5-11C5D1FA7EE3}"/>
                </a:ext>
              </a:extLst>
            </p:cNvPr>
            <p:cNvSpPr>
              <a:spLocks noChangeArrowheads="1"/>
            </p:cNvSpPr>
            <p:nvPr/>
          </p:nvSpPr>
          <p:spPr bwMode="auto">
            <a:xfrm>
              <a:off x="8401050" y="4206875"/>
              <a:ext cx="11113" cy="104775"/>
            </a:xfrm>
            <a:custGeom>
              <a:avLst/>
              <a:gdLst>
                <a:gd name="T0" fmla="*/ 16 w 32"/>
                <a:gd name="T1" fmla="*/ 291 h 292"/>
                <a:gd name="T2" fmla="*/ 16 w 32"/>
                <a:gd name="T3" fmla="*/ 291 h 292"/>
                <a:gd name="T4" fmla="*/ 31 w 32"/>
                <a:gd name="T5" fmla="*/ 276 h 292"/>
                <a:gd name="T6" fmla="*/ 31 w 32"/>
                <a:gd name="T7" fmla="*/ 15 h 292"/>
                <a:gd name="T8" fmla="*/ 16 w 32"/>
                <a:gd name="T9" fmla="*/ 0 h 292"/>
                <a:gd name="T10" fmla="*/ 0 w 32"/>
                <a:gd name="T11" fmla="*/ 15 h 292"/>
                <a:gd name="T12" fmla="*/ 0 w 32"/>
                <a:gd name="T13" fmla="*/ 276 h 292"/>
                <a:gd name="T14" fmla="*/ 16 w 32"/>
                <a:gd name="T15" fmla="*/ 291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92">
                  <a:moveTo>
                    <a:pt x="16" y="291"/>
                  </a:moveTo>
                  <a:lnTo>
                    <a:pt x="16" y="291"/>
                  </a:lnTo>
                  <a:cubicBezTo>
                    <a:pt x="24" y="291"/>
                    <a:pt x="31" y="284"/>
                    <a:pt x="31" y="276"/>
                  </a:cubicBezTo>
                  <a:cubicBezTo>
                    <a:pt x="31" y="15"/>
                    <a:pt x="31" y="15"/>
                    <a:pt x="31" y="15"/>
                  </a:cubicBezTo>
                  <a:cubicBezTo>
                    <a:pt x="31" y="8"/>
                    <a:pt x="24" y="0"/>
                    <a:pt x="16" y="0"/>
                  </a:cubicBezTo>
                  <a:cubicBezTo>
                    <a:pt x="7" y="0"/>
                    <a:pt x="0" y="8"/>
                    <a:pt x="0" y="15"/>
                  </a:cubicBezTo>
                  <a:cubicBezTo>
                    <a:pt x="0" y="276"/>
                    <a:pt x="0" y="276"/>
                    <a:pt x="0" y="276"/>
                  </a:cubicBezTo>
                  <a:cubicBezTo>
                    <a:pt x="0" y="284"/>
                    <a:pt x="7" y="291"/>
                    <a:pt x="16" y="29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7" name="Freeform 178">
            <a:extLst>
              <a:ext uri="{FF2B5EF4-FFF2-40B4-BE49-F238E27FC236}">
                <a16:creationId xmlns:a16="http://schemas.microsoft.com/office/drawing/2014/main" id="{A22C346C-6822-D77F-F0EB-14D60DD0A592}"/>
              </a:ext>
            </a:extLst>
          </p:cNvPr>
          <p:cNvSpPr>
            <a:spLocks noChangeArrowheads="1"/>
          </p:cNvSpPr>
          <p:nvPr/>
        </p:nvSpPr>
        <p:spPr bwMode="auto">
          <a:xfrm>
            <a:off x="5784453" y="2827214"/>
            <a:ext cx="112712" cy="301625"/>
          </a:xfrm>
          <a:custGeom>
            <a:avLst/>
            <a:gdLst>
              <a:gd name="T0" fmla="*/ 289 w 312"/>
              <a:gd name="T1" fmla="*/ 241 h 839"/>
              <a:gd name="T2" fmla="*/ 275 w 312"/>
              <a:gd name="T3" fmla="*/ 174 h 839"/>
              <a:gd name="T4" fmla="*/ 240 w 312"/>
              <a:gd name="T5" fmla="*/ 34 h 839"/>
              <a:gd name="T6" fmla="*/ 104 w 312"/>
              <a:gd name="T7" fmla="*/ 0 h 839"/>
              <a:gd name="T8" fmla="*/ 70 w 312"/>
              <a:gd name="T9" fmla="*/ 116 h 839"/>
              <a:gd name="T10" fmla="*/ 7 w 312"/>
              <a:gd name="T11" fmla="*/ 237 h 839"/>
              <a:gd name="T12" fmla="*/ 0 w 312"/>
              <a:gd name="T13" fmla="*/ 296 h 839"/>
              <a:gd name="T14" fmla="*/ 0 w 312"/>
              <a:gd name="T15" fmla="*/ 480 h 839"/>
              <a:gd name="T16" fmla="*/ 10 w 312"/>
              <a:gd name="T17" fmla="*/ 524 h 839"/>
              <a:gd name="T18" fmla="*/ 10 w 312"/>
              <a:gd name="T19" fmla="*/ 674 h 839"/>
              <a:gd name="T20" fmla="*/ 0 w 312"/>
              <a:gd name="T21" fmla="*/ 717 h 839"/>
              <a:gd name="T22" fmla="*/ 68 w 312"/>
              <a:gd name="T23" fmla="*/ 838 h 839"/>
              <a:gd name="T24" fmla="*/ 311 w 312"/>
              <a:gd name="T25" fmla="*/ 771 h 839"/>
              <a:gd name="T26" fmla="*/ 308 w 312"/>
              <a:gd name="T27" fmla="*/ 695 h 839"/>
              <a:gd name="T28" fmla="*/ 285 w 312"/>
              <a:gd name="T29" fmla="*/ 598 h 839"/>
              <a:gd name="T30" fmla="*/ 308 w 312"/>
              <a:gd name="T31" fmla="*/ 502 h 839"/>
              <a:gd name="T32" fmla="*/ 311 w 312"/>
              <a:gd name="T33" fmla="*/ 436 h 839"/>
              <a:gd name="T34" fmla="*/ 311 w 312"/>
              <a:gd name="T35" fmla="*/ 290 h 839"/>
              <a:gd name="T36" fmla="*/ 289 w 312"/>
              <a:gd name="T37" fmla="*/ 241 h 839"/>
              <a:gd name="T38" fmla="*/ 30 w 312"/>
              <a:gd name="T39" fmla="*/ 422 h 839"/>
              <a:gd name="T40" fmla="*/ 281 w 312"/>
              <a:gd name="T41" fmla="*/ 311 h 839"/>
              <a:gd name="T42" fmla="*/ 281 w 312"/>
              <a:gd name="T43" fmla="*/ 422 h 839"/>
              <a:gd name="T44" fmla="*/ 100 w 312"/>
              <a:gd name="T45" fmla="*/ 34 h 839"/>
              <a:gd name="T46" fmla="*/ 104 w 312"/>
              <a:gd name="T47" fmla="*/ 29 h 839"/>
              <a:gd name="T48" fmla="*/ 211 w 312"/>
              <a:gd name="T49" fmla="*/ 34 h 839"/>
              <a:gd name="T50" fmla="*/ 100 w 312"/>
              <a:gd name="T51" fmla="*/ 105 h 839"/>
              <a:gd name="T52" fmla="*/ 37 w 312"/>
              <a:gd name="T53" fmla="*/ 247 h 839"/>
              <a:gd name="T54" fmla="*/ 62 w 312"/>
              <a:gd name="T55" fmla="*/ 188 h 839"/>
              <a:gd name="T56" fmla="*/ 218 w 312"/>
              <a:gd name="T57" fmla="*/ 136 h 839"/>
              <a:gd name="T58" fmla="*/ 275 w 312"/>
              <a:gd name="T59" fmla="*/ 247 h 839"/>
              <a:gd name="T60" fmla="*/ 281 w 312"/>
              <a:gd name="T61" fmla="*/ 281 h 839"/>
              <a:gd name="T62" fmla="*/ 37 w 312"/>
              <a:gd name="T63" fmla="*/ 247 h 839"/>
              <a:gd name="T64" fmla="*/ 274 w 312"/>
              <a:gd name="T65" fmla="*/ 685 h 839"/>
              <a:gd name="T66" fmla="*/ 281 w 312"/>
              <a:gd name="T67" fmla="*/ 717 h 839"/>
              <a:gd name="T68" fmla="*/ 243 w 312"/>
              <a:gd name="T69" fmla="*/ 809 h 839"/>
              <a:gd name="T70" fmla="*/ 30 w 312"/>
              <a:gd name="T71" fmla="*/ 771 h 839"/>
              <a:gd name="T72" fmla="*/ 33 w 312"/>
              <a:gd name="T73" fmla="*/ 702 h 839"/>
              <a:gd name="T74" fmla="*/ 56 w 312"/>
              <a:gd name="T75" fmla="*/ 598 h 839"/>
              <a:gd name="T76" fmla="*/ 33 w 312"/>
              <a:gd name="T77" fmla="*/ 495 h 839"/>
              <a:gd name="T78" fmla="*/ 30 w 312"/>
              <a:gd name="T79" fmla="*/ 452 h 839"/>
              <a:gd name="T80" fmla="*/ 281 w 312"/>
              <a:gd name="T81" fmla="*/ 480 h 839"/>
              <a:gd name="T82" fmla="*/ 274 w 312"/>
              <a:gd name="T83" fmla="*/ 512 h 839"/>
              <a:gd name="T84" fmla="*/ 274 w 312"/>
              <a:gd name="T85" fmla="*/ 685 h 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12" h="839">
                <a:moveTo>
                  <a:pt x="289" y="241"/>
                </a:moveTo>
                <a:lnTo>
                  <a:pt x="289" y="241"/>
                </a:lnTo>
                <a:cubicBezTo>
                  <a:pt x="303" y="237"/>
                  <a:pt x="303" y="237"/>
                  <a:pt x="303" y="237"/>
                </a:cubicBezTo>
                <a:cubicBezTo>
                  <a:pt x="294" y="210"/>
                  <a:pt x="285" y="192"/>
                  <a:pt x="275" y="174"/>
                </a:cubicBezTo>
                <a:cubicBezTo>
                  <a:pt x="266" y="157"/>
                  <a:pt x="254" y="140"/>
                  <a:pt x="240" y="116"/>
                </a:cubicBezTo>
                <a:cubicBezTo>
                  <a:pt x="240" y="34"/>
                  <a:pt x="240" y="34"/>
                  <a:pt x="240" y="34"/>
                </a:cubicBezTo>
                <a:cubicBezTo>
                  <a:pt x="240" y="15"/>
                  <a:pt x="225" y="0"/>
                  <a:pt x="207" y="0"/>
                </a:cubicBezTo>
                <a:cubicBezTo>
                  <a:pt x="104" y="0"/>
                  <a:pt x="104" y="0"/>
                  <a:pt x="104" y="0"/>
                </a:cubicBezTo>
                <a:cubicBezTo>
                  <a:pt x="86" y="0"/>
                  <a:pt x="70" y="15"/>
                  <a:pt x="70" y="34"/>
                </a:cubicBezTo>
                <a:cubicBezTo>
                  <a:pt x="70" y="116"/>
                  <a:pt x="70" y="116"/>
                  <a:pt x="70" y="116"/>
                </a:cubicBezTo>
                <a:cubicBezTo>
                  <a:pt x="56" y="140"/>
                  <a:pt x="45" y="157"/>
                  <a:pt x="37" y="174"/>
                </a:cubicBezTo>
                <a:cubicBezTo>
                  <a:pt x="25" y="192"/>
                  <a:pt x="17" y="210"/>
                  <a:pt x="7" y="237"/>
                </a:cubicBezTo>
                <a:cubicBezTo>
                  <a:pt x="2" y="254"/>
                  <a:pt x="0" y="272"/>
                  <a:pt x="0" y="290"/>
                </a:cubicBezTo>
                <a:cubicBezTo>
                  <a:pt x="0" y="296"/>
                  <a:pt x="0" y="296"/>
                  <a:pt x="0" y="296"/>
                </a:cubicBezTo>
                <a:cubicBezTo>
                  <a:pt x="0" y="436"/>
                  <a:pt x="0" y="436"/>
                  <a:pt x="0" y="436"/>
                </a:cubicBezTo>
                <a:cubicBezTo>
                  <a:pt x="0" y="480"/>
                  <a:pt x="0" y="480"/>
                  <a:pt x="0" y="480"/>
                </a:cubicBezTo>
                <a:cubicBezTo>
                  <a:pt x="0" y="487"/>
                  <a:pt x="2" y="494"/>
                  <a:pt x="3" y="502"/>
                </a:cubicBezTo>
                <a:cubicBezTo>
                  <a:pt x="4" y="509"/>
                  <a:pt x="7" y="518"/>
                  <a:pt x="10" y="524"/>
                </a:cubicBezTo>
                <a:cubicBezTo>
                  <a:pt x="21" y="552"/>
                  <a:pt x="25" y="575"/>
                  <a:pt x="27" y="598"/>
                </a:cubicBezTo>
                <a:cubicBezTo>
                  <a:pt x="25" y="622"/>
                  <a:pt x="21" y="646"/>
                  <a:pt x="10" y="674"/>
                </a:cubicBezTo>
                <a:cubicBezTo>
                  <a:pt x="7" y="679"/>
                  <a:pt x="4" y="686"/>
                  <a:pt x="3" y="695"/>
                </a:cubicBezTo>
                <a:cubicBezTo>
                  <a:pt x="2" y="702"/>
                  <a:pt x="0" y="710"/>
                  <a:pt x="0" y="717"/>
                </a:cubicBezTo>
                <a:cubicBezTo>
                  <a:pt x="0" y="731"/>
                  <a:pt x="0" y="752"/>
                  <a:pt x="0" y="771"/>
                </a:cubicBezTo>
                <a:cubicBezTo>
                  <a:pt x="0" y="809"/>
                  <a:pt x="30" y="838"/>
                  <a:pt x="68" y="838"/>
                </a:cubicBezTo>
                <a:cubicBezTo>
                  <a:pt x="243" y="838"/>
                  <a:pt x="243" y="838"/>
                  <a:pt x="243" y="838"/>
                </a:cubicBezTo>
                <a:cubicBezTo>
                  <a:pt x="281" y="838"/>
                  <a:pt x="311" y="809"/>
                  <a:pt x="311" y="771"/>
                </a:cubicBezTo>
                <a:cubicBezTo>
                  <a:pt x="311" y="717"/>
                  <a:pt x="311" y="717"/>
                  <a:pt x="311" y="717"/>
                </a:cubicBezTo>
                <a:cubicBezTo>
                  <a:pt x="311" y="710"/>
                  <a:pt x="311" y="703"/>
                  <a:pt x="308" y="695"/>
                </a:cubicBezTo>
                <a:cubicBezTo>
                  <a:pt x="306" y="688"/>
                  <a:pt x="303" y="679"/>
                  <a:pt x="302" y="674"/>
                </a:cubicBezTo>
                <a:cubicBezTo>
                  <a:pt x="289" y="646"/>
                  <a:pt x="285" y="622"/>
                  <a:pt x="285" y="598"/>
                </a:cubicBezTo>
                <a:cubicBezTo>
                  <a:pt x="285" y="575"/>
                  <a:pt x="289" y="552"/>
                  <a:pt x="302" y="524"/>
                </a:cubicBezTo>
                <a:cubicBezTo>
                  <a:pt x="303" y="518"/>
                  <a:pt x="306" y="509"/>
                  <a:pt x="308" y="502"/>
                </a:cubicBezTo>
                <a:cubicBezTo>
                  <a:pt x="311" y="494"/>
                  <a:pt x="311" y="487"/>
                  <a:pt x="311" y="480"/>
                </a:cubicBezTo>
                <a:cubicBezTo>
                  <a:pt x="311" y="469"/>
                  <a:pt x="311" y="453"/>
                  <a:pt x="311" y="436"/>
                </a:cubicBezTo>
                <a:cubicBezTo>
                  <a:pt x="311" y="392"/>
                  <a:pt x="311" y="331"/>
                  <a:pt x="311" y="296"/>
                </a:cubicBezTo>
                <a:cubicBezTo>
                  <a:pt x="311" y="295"/>
                  <a:pt x="311" y="292"/>
                  <a:pt x="311" y="290"/>
                </a:cubicBezTo>
                <a:cubicBezTo>
                  <a:pt x="311" y="272"/>
                  <a:pt x="309" y="254"/>
                  <a:pt x="303" y="237"/>
                </a:cubicBezTo>
                <a:lnTo>
                  <a:pt x="289" y="241"/>
                </a:lnTo>
                <a:close/>
                <a:moveTo>
                  <a:pt x="30" y="422"/>
                </a:moveTo>
                <a:lnTo>
                  <a:pt x="30" y="422"/>
                </a:lnTo>
                <a:cubicBezTo>
                  <a:pt x="30" y="311"/>
                  <a:pt x="30" y="311"/>
                  <a:pt x="30" y="311"/>
                </a:cubicBezTo>
                <a:cubicBezTo>
                  <a:pt x="281" y="311"/>
                  <a:pt x="281" y="311"/>
                  <a:pt x="281" y="311"/>
                </a:cubicBezTo>
                <a:cubicBezTo>
                  <a:pt x="281" y="345"/>
                  <a:pt x="281" y="345"/>
                  <a:pt x="281" y="345"/>
                </a:cubicBezTo>
                <a:cubicBezTo>
                  <a:pt x="281" y="370"/>
                  <a:pt x="281" y="397"/>
                  <a:pt x="281" y="422"/>
                </a:cubicBezTo>
                <a:lnTo>
                  <a:pt x="30" y="422"/>
                </a:lnTo>
                <a:close/>
                <a:moveTo>
                  <a:pt x="100" y="34"/>
                </a:moveTo>
                <a:lnTo>
                  <a:pt x="100" y="34"/>
                </a:lnTo>
                <a:cubicBezTo>
                  <a:pt x="100" y="32"/>
                  <a:pt x="103" y="29"/>
                  <a:pt x="104" y="29"/>
                </a:cubicBezTo>
                <a:cubicBezTo>
                  <a:pt x="207" y="29"/>
                  <a:pt x="207" y="29"/>
                  <a:pt x="207" y="29"/>
                </a:cubicBezTo>
                <a:cubicBezTo>
                  <a:pt x="209" y="29"/>
                  <a:pt x="211" y="32"/>
                  <a:pt x="211" y="34"/>
                </a:cubicBezTo>
                <a:cubicBezTo>
                  <a:pt x="211" y="105"/>
                  <a:pt x="211" y="105"/>
                  <a:pt x="211" y="105"/>
                </a:cubicBezTo>
                <a:cubicBezTo>
                  <a:pt x="100" y="105"/>
                  <a:pt x="100" y="105"/>
                  <a:pt x="100" y="105"/>
                </a:cubicBezTo>
                <a:lnTo>
                  <a:pt x="100" y="34"/>
                </a:lnTo>
                <a:close/>
                <a:moveTo>
                  <a:pt x="37" y="247"/>
                </a:moveTo>
                <a:lnTo>
                  <a:pt x="37" y="247"/>
                </a:lnTo>
                <a:cubicBezTo>
                  <a:pt x="45" y="222"/>
                  <a:pt x="52" y="205"/>
                  <a:pt x="62" y="188"/>
                </a:cubicBezTo>
                <a:cubicBezTo>
                  <a:pt x="70" y="173"/>
                  <a:pt x="80" y="157"/>
                  <a:pt x="94" y="136"/>
                </a:cubicBezTo>
                <a:cubicBezTo>
                  <a:pt x="218" y="136"/>
                  <a:pt x="218" y="136"/>
                  <a:pt x="218" y="136"/>
                </a:cubicBezTo>
                <a:cubicBezTo>
                  <a:pt x="230" y="157"/>
                  <a:pt x="240" y="173"/>
                  <a:pt x="249" y="188"/>
                </a:cubicBezTo>
                <a:cubicBezTo>
                  <a:pt x="259" y="205"/>
                  <a:pt x="266" y="222"/>
                  <a:pt x="275" y="247"/>
                </a:cubicBezTo>
                <a:lnTo>
                  <a:pt x="275" y="247"/>
                </a:lnTo>
                <a:cubicBezTo>
                  <a:pt x="278" y="258"/>
                  <a:pt x="280" y="269"/>
                  <a:pt x="281" y="281"/>
                </a:cubicBezTo>
                <a:cubicBezTo>
                  <a:pt x="30" y="281"/>
                  <a:pt x="30" y="281"/>
                  <a:pt x="30" y="281"/>
                </a:cubicBezTo>
                <a:cubicBezTo>
                  <a:pt x="31" y="269"/>
                  <a:pt x="33" y="258"/>
                  <a:pt x="37" y="247"/>
                </a:cubicBezTo>
                <a:close/>
                <a:moveTo>
                  <a:pt x="274" y="685"/>
                </a:moveTo>
                <a:lnTo>
                  <a:pt x="274" y="685"/>
                </a:lnTo>
                <a:cubicBezTo>
                  <a:pt x="275" y="689"/>
                  <a:pt x="278" y="695"/>
                  <a:pt x="278" y="702"/>
                </a:cubicBezTo>
                <a:cubicBezTo>
                  <a:pt x="280" y="707"/>
                  <a:pt x="281" y="714"/>
                  <a:pt x="281" y="717"/>
                </a:cubicBezTo>
                <a:cubicBezTo>
                  <a:pt x="281" y="771"/>
                  <a:pt x="281" y="771"/>
                  <a:pt x="281" y="771"/>
                </a:cubicBezTo>
                <a:cubicBezTo>
                  <a:pt x="281" y="792"/>
                  <a:pt x="264" y="809"/>
                  <a:pt x="243" y="809"/>
                </a:cubicBezTo>
                <a:cubicBezTo>
                  <a:pt x="68" y="809"/>
                  <a:pt x="68" y="809"/>
                  <a:pt x="68" y="809"/>
                </a:cubicBezTo>
                <a:cubicBezTo>
                  <a:pt x="47" y="809"/>
                  <a:pt x="30" y="792"/>
                  <a:pt x="30" y="771"/>
                </a:cubicBezTo>
                <a:cubicBezTo>
                  <a:pt x="30" y="752"/>
                  <a:pt x="30" y="731"/>
                  <a:pt x="30" y="717"/>
                </a:cubicBezTo>
                <a:cubicBezTo>
                  <a:pt x="30" y="713"/>
                  <a:pt x="31" y="707"/>
                  <a:pt x="33" y="702"/>
                </a:cubicBezTo>
                <a:cubicBezTo>
                  <a:pt x="34" y="695"/>
                  <a:pt x="35" y="689"/>
                  <a:pt x="37" y="685"/>
                </a:cubicBezTo>
                <a:cubicBezTo>
                  <a:pt x="49" y="656"/>
                  <a:pt x="56" y="627"/>
                  <a:pt x="56" y="598"/>
                </a:cubicBezTo>
                <a:cubicBezTo>
                  <a:pt x="56" y="570"/>
                  <a:pt x="49" y="542"/>
                  <a:pt x="37" y="512"/>
                </a:cubicBezTo>
                <a:cubicBezTo>
                  <a:pt x="35" y="508"/>
                  <a:pt x="34" y="502"/>
                  <a:pt x="33" y="495"/>
                </a:cubicBezTo>
                <a:cubicBezTo>
                  <a:pt x="31" y="490"/>
                  <a:pt x="30" y="483"/>
                  <a:pt x="30" y="480"/>
                </a:cubicBezTo>
                <a:cubicBezTo>
                  <a:pt x="30" y="452"/>
                  <a:pt x="30" y="452"/>
                  <a:pt x="30" y="452"/>
                </a:cubicBezTo>
                <a:cubicBezTo>
                  <a:pt x="281" y="452"/>
                  <a:pt x="281" y="452"/>
                  <a:pt x="281" y="452"/>
                </a:cubicBezTo>
                <a:cubicBezTo>
                  <a:pt x="281" y="463"/>
                  <a:pt x="281" y="472"/>
                  <a:pt x="281" y="480"/>
                </a:cubicBezTo>
                <a:cubicBezTo>
                  <a:pt x="281" y="483"/>
                  <a:pt x="280" y="490"/>
                  <a:pt x="280" y="495"/>
                </a:cubicBezTo>
                <a:cubicBezTo>
                  <a:pt x="278" y="502"/>
                  <a:pt x="275" y="508"/>
                  <a:pt x="274" y="512"/>
                </a:cubicBezTo>
                <a:cubicBezTo>
                  <a:pt x="261" y="542"/>
                  <a:pt x="254" y="570"/>
                  <a:pt x="254" y="598"/>
                </a:cubicBezTo>
                <a:cubicBezTo>
                  <a:pt x="254" y="627"/>
                  <a:pt x="261" y="656"/>
                  <a:pt x="274" y="685"/>
                </a:cubicBezTo>
                <a:close/>
              </a:path>
            </a:pathLst>
          </a:custGeom>
          <a:solidFill>
            <a:schemeClr val="tx2"/>
          </a:solidFill>
          <a:ln>
            <a:noFill/>
          </a:ln>
          <a:effectLst/>
        </p:spPr>
        <p:txBody>
          <a:bodyPr wrap="none" anchor="ctr"/>
          <a:lstStyle/>
          <a:p>
            <a:endParaRPr lang="da-DK"/>
          </a:p>
        </p:txBody>
      </p:sp>
      <p:grpSp>
        <p:nvGrpSpPr>
          <p:cNvPr id="218" name="Group 221">
            <a:extLst>
              <a:ext uri="{FF2B5EF4-FFF2-40B4-BE49-F238E27FC236}">
                <a16:creationId xmlns:a16="http://schemas.microsoft.com/office/drawing/2014/main" id="{E49CED85-7A73-AFF1-2136-B3D833FE943B}"/>
              </a:ext>
            </a:extLst>
          </p:cNvPr>
          <p:cNvGrpSpPr/>
          <p:nvPr/>
        </p:nvGrpSpPr>
        <p:grpSpPr>
          <a:xfrm>
            <a:off x="6795690" y="1338932"/>
            <a:ext cx="141288" cy="260350"/>
            <a:chOff x="5759450" y="3079750"/>
            <a:chExt cx="141288" cy="260350"/>
          </a:xfrm>
          <a:solidFill>
            <a:schemeClr val="tx2"/>
          </a:solidFill>
        </p:grpSpPr>
        <p:sp>
          <p:nvSpPr>
            <p:cNvPr id="219" name="Freeform 179">
              <a:extLst>
                <a:ext uri="{FF2B5EF4-FFF2-40B4-BE49-F238E27FC236}">
                  <a16:creationId xmlns:a16="http://schemas.microsoft.com/office/drawing/2014/main" id="{1F2296D6-38D0-C723-3608-BAF0C53F1332}"/>
                </a:ext>
              </a:extLst>
            </p:cNvPr>
            <p:cNvSpPr>
              <a:spLocks noChangeArrowheads="1"/>
            </p:cNvSpPr>
            <p:nvPr/>
          </p:nvSpPr>
          <p:spPr bwMode="auto">
            <a:xfrm>
              <a:off x="5759450" y="3135313"/>
              <a:ext cx="141288" cy="98425"/>
            </a:xfrm>
            <a:custGeom>
              <a:avLst/>
              <a:gdLst>
                <a:gd name="T0" fmla="*/ 18 w 391"/>
                <a:gd name="T1" fmla="*/ 114 h 274"/>
                <a:gd name="T2" fmla="*/ 18 w 391"/>
                <a:gd name="T3" fmla="*/ 114 h 274"/>
                <a:gd name="T4" fmla="*/ 32 w 391"/>
                <a:gd name="T5" fmla="*/ 97 h 274"/>
                <a:gd name="T6" fmla="*/ 31 w 391"/>
                <a:gd name="T7" fmla="*/ 59 h 274"/>
                <a:gd name="T8" fmla="*/ 77 w 391"/>
                <a:gd name="T9" fmla="*/ 95 h 274"/>
                <a:gd name="T10" fmla="*/ 154 w 391"/>
                <a:gd name="T11" fmla="*/ 147 h 274"/>
                <a:gd name="T12" fmla="*/ 175 w 391"/>
                <a:gd name="T13" fmla="*/ 187 h 274"/>
                <a:gd name="T14" fmla="*/ 179 w 391"/>
                <a:gd name="T15" fmla="*/ 257 h 274"/>
                <a:gd name="T16" fmla="*/ 195 w 391"/>
                <a:gd name="T17" fmla="*/ 273 h 274"/>
                <a:gd name="T18" fmla="*/ 210 w 391"/>
                <a:gd name="T19" fmla="*/ 257 h 274"/>
                <a:gd name="T20" fmla="*/ 215 w 391"/>
                <a:gd name="T21" fmla="*/ 187 h 274"/>
                <a:gd name="T22" fmla="*/ 236 w 391"/>
                <a:gd name="T23" fmla="*/ 147 h 274"/>
                <a:gd name="T24" fmla="*/ 313 w 391"/>
                <a:gd name="T25" fmla="*/ 95 h 274"/>
                <a:gd name="T26" fmla="*/ 359 w 391"/>
                <a:gd name="T27" fmla="*/ 59 h 274"/>
                <a:gd name="T28" fmla="*/ 358 w 391"/>
                <a:gd name="T29" fmla="*/ 97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8 h 274"/>
                <a:gd name="T46" fmla="*/ 215 w 391"/>
                <a:gd name="T47" fmla="*/ 125 h 274"/>
                <a:gd name="T48" fmla="*/ 195 w 391"/>
                <a:gd name="T49" fmla="*/ 154 h 274"/>
                <a:gd name="T50" fmla="*/ 175 w 391"/>
                <a:gd name="T51" fmla="*/ 125 h 274"/>
                <a:gd name="T52" fmla="*/ 94 w 391"/>
                <a:gd name="T53" fmla="*/ 68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3"/>
                    <a:pt x="33" y="106"/>
                    <a:pt x="32" y="97"/>
                  </a:cubicBezTo>
                  <a:cubicBezTo>
                    <a:pt x="31" y="83"/>
                    <a:pt x="31" y="71"/>
                    <a:pt x="31" y="59"/>
                  </a:cubicBezTo>
                  <a:cubicBezTo>
                    <a:pt x="45" y="73"/>
                    <a:pt x="62" y="85"/>
                    <a:pt x="77" y="95"/>
                  </a:cubicBezTo>
                  <a:cubicBezTo>
                    <a:pt x="105" y="111"/>
                    <a:pt x="133" y="125"/>
                    <a:pt x="154" y="147"/>
                  </a:cubicBezTo>
                  <a:cubicBezTo>
                    <a:pt x="165" y="158"/>
                    <a:pt x="171" y="170"/>
                    <a:pt x="175" y="187"/>
                  </a:cubicBezTo>
                  <a:cubicBezTo>
                    <a:pt x="178" y="205"/>
                    <a:pt x="179" y="229"/>
                    <a:pt x="179" y="257"/>
                  </a:cubicBezTo>
                  <a:cubicBezTo>
                    <a:pt x="179" y="266"/>
                    <a:pt x="186" y="273"/>
                    <a:pt x="195" y="273"/>
                  </a:cubicBezTo>
                  <a:cubicBezTo>
                    <a:pt x="203" y="273"/>
                    <a:pt x="210" y="266"/>
                    <a:pt x="210" y="257"/>
                  </a:cubicBezTo>
                  <a:cubicBezTo>
                    <a:pt x="210" y="229"/>
                    <a:pt x="212" y="205"/>
                    <a:pt x="215" y="187"/>
                  </a:cubicBezTo>
                  <a:cubicBezTo>
                    <a:pt x="219" y="170"/>
                    <a:pt x="224" y="158"/>
                    <a:pt x="236" y="147"/>
                  </a:cubicBezTo>
                  <a:cubicBezTo>
                    <a:pt x="257" y="125"/>
                    <a:pt x="285" y="111"/>
                    <a:pt x="313" y="95"/>
                  </a:cubicBezTo>
                  <a:cubicBezTo>
                    <a:pt x="328" y="85"/>
                    <a:pt x="345" y="73"/>
                    <a:pt x="359" y="59"/>
                  </a:cubicBezTo>
                  <a:cubicBezTo>
                    <a:pt x="359" y="71"/>
                    <a:pt x="359" y="83"/>
                    <a:pt x="358" y="97"/>
                  </a:cubicBezTo>
                  <a:cubicBezTo>
                    <a:pt x="358" y="106"/>
                    <a:pt x="363" y="113"/>
                    <a:pt x="372" y="114"/>
                  </a:cubicBezTo>
                  <a:cubicBezTo>
                    <a:pt x="380" y="114"/>
                    <a:pt x="387" y="109"/>
                    <a:pt x="387" y="100"/>
                  </a:cubicBezTo>
                  <a:lnTo>
                    <a:pt x="387" y="100"/>
                  </a:lnTo>
                  <a:cubicBezTo>
                    <a:pt x="390" y="73"/>
                    <a:pt x="390" y="50"/>
                    <a:pt x="390" y="34"/>
                  </a:cubicBezTo>
                  <a:cubicBezTo>
                    <a:pt x="390" y="23"/>
                    <a:pt x="390" y="16"/>
                    <a:pt x="390" y="16"/>
                  </a:cubicBezTo>
                  <a:cubicBezTo>
                    <a:pt x="390" y="9"/>
                    <a:pt x="384" y="3"/>
                    <a:pt x="379" y="2"/>
                  </a:cubicBezTo>
                  <a:cubicBezTo>
                    <a:pt x="372" y="0"/>
                    <a:pt x="365" y="3"/>
                    <a:pt x="362" y="9"/>
                  </a:cubicBezTo>
                  <a:cubicBezTo>
                    <a:pt x="347" y="36"/>
                    <a:pt x="324" y="52"/>
                    <a:pt x="297" y="68"/>
                  </a:cubicBezTo>
                  <a:cubicBezTo>
                    <a:pt x="271" y="85"/>
                    <a:pt x="240" y="100"/>
                    <a:pt x="215" y="125"/>
                  </a:cubicBezTo>
                  <a:cubicBezTo>
                    <a:pt x="206" y="134"/>
                    <a:pt x="199" y="144"/>
                    <a:pt x="195" y="154"/>
                  </a:cubicBezTo>
                  <a:cubicBezTo>
                    <a:pt x="191" y="144"/>
                    <a:pt x="184" y="134"/>
                    <a:pt x="175" y="125"/>
                  </a:cubicBezTo>
                  <a:cubicBezTo>
                    <a:pt x="150" y="100"/>
                    <a:pt x="119" y="85"/>
                    <a:pt x="94" y="68"/>
                  </a:cubicBezTo>
                  <a:cubicBezTo>
                    <a:pt x="67" y="52"/>
                    <a:pt x="43" y="36"/>
                    <a:pt x="28" y="9"/>
                  </a:cubicBezTo>
                  <a:cubicBezTo>
                    <a:pt x="25" y="3"/>
                    <a:pt x="18" y="0"/>
                    <a:pt x="11" y="2"/>
                  </a:cubicBezTo>
                  <a:cubicBezTo>
                    <a:pt x="5" y="3"/>
                    <a:pt x="1" y="9"/>
                    <a:pt x="0" y="16"/>
                  </a:cubicBezTo>
                  <a:cubicBezTo>
                    <a:pt x="0" y="16"/>
                    <a:pt x="0" y="23"/>
                    <a:pt x="0" y="34"/>
                  </a:cubicBezTo>
                  <a:cubicBezTo>
                    <a:pt x="0" y="50"/>
                    <a:pt x="1" y="73"/>
                    <a:pt x="3" y="100"/>
                  </a:cubicBezTo>
                  <a:cubicBezTo>
                    <a:pt x="3" y="109"/>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0" name="Freeform 180">
              <a:extLst>
                <a:ext uri="{FF2B5EF4-FFF2-40B4-BE49-F238E27FC236}">
                  <a16:creationId xmlns:a16="http://schemas.microsoft.com/office/drawing/2014/main" id="{B4B7133B-492B-38B2-6BC0-415D50FE9C6B}"/>
                </a:ext>
              </a:extLst>
            </p:cNvPr>
            <p:cNvSpPr>
              <a:spLocks noChangeArrowheads="1"/>
            </p:cNvSpPr>
            <p:nvPr/>
          </p:nvSpPr>
          <p:spPr bwMode="auto">
            <a:xfrm>
              <a:off x="5759450" y="3079750"/>
              <a:ext cx="141288" cy="98425"/>
            </a:xfrm>
            <a:custGeom>
              <a:avLst/>
              <a:gdLst>
                <a:gd name="T0" fmla="*/ 18 w 391"/>
                <a:gd name="T1" fmla="*/ 114 h 274"/>
                <a:gd name="T2" fmla="*/ 18 w 391"/>
                <a:gd name="T3" fmla="*/ 114 h 274"/>
                <a:gd name="T4" fmla="*/ 32 w 391"/>
                <a:gd name="T5" fmla="*/ 99 h 274"/>
                <a:gd name="T6" fmla="*/ 31 w 391"/>
                <a:gd name="T7" fmla="*/ 59 h 274"/>
                <a:gd name="T8" fmla="*/ 77 w 391"/>
                <a:gd name="T9" fmla="*/ 94 h 274"/>
                <a:gd name="T10" fmla="*/ 154 w 391"/>
                <a:gd name="T11" fmla="*/ 148 h 274"/>
                <a:gd name="T12" fmla="*/ 175 w 391"/>
                <a:gd name="T13" fmla="*/ 188 h 274"/>
                <a:gd name="T14" fmla="*/ 179 w 391"/>
                <a:gd name="T15" fmla="*/ 257 h 274"/>
                <a:gd name="T16" fmla="*/ 195 w 391"/>
                <a:gd name="T17" fmla="*/ 273 h 274"/>
                <a:gd name="T18" fmla="*/ 210 w 391"/>
                <a:gd name="T19" fmla="*/ 257 h 274"/>
                <a:gd name="T20" fmla="*/ 215 w 391"/>
                <a:gd name="T21" fmla="*/ 188 h 274"/>
                <a:gd name="T22" fmla="*/ 236 w 391"/>
                <a:gd name="T23" fmla="*/ 148 h 274"/>
                <a:gd name="T24" fmla="*/ 313 w 391"/>
                <a:gd name="T25" fmla="*/ 94 h 274"/>
                <a:gd name="T26" fmla="*/ 359 w 391"/>
                <a:gd name="T27" fmla="*/ 59 h 274"/>
                <a:gd name="T28" fmla="*/ 358 w 391"/>
                <a:gd name="T29" fmla="*/ 99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9 h 274"/>
                <a:gd name="T46" fmla="*/ 215 w 391"/>
                <a:gd name="T47" fmla="*/ 127 h 274"/>
                <a:gd name="T48" fmla="*/ 195 w 391"/>
                <a:gd name="T49" fmla="*/ 153 h 274"/>
                <a:gd name="T50" fmla="*/ 175 w 391"/>
                <a:gd name="T51" fmla="*/ 127 h 274"/>
                <a:gd name="T52" fmla="*/ 94 w 391"/>
                <a:gd name="T53" fmla="*/ 69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4"/>
                    <a:pt x="33" y="106"/>
                    <a:pt x="32" y="99"/>
                  </a:cubicBezTo>
                  <a:cubicBezTo>
                    <a:pt x="31" y="84"/>
                    <a:pt x="31" y="72"/>
                    <a:pt x="31" y="59"/>
                  </a:cubicBezTo>
                  <a:cubicBezTo>
                    <a:pt x="45" y="73"/>
                    <a:pt x="62" y="84"/>
                    <a:pt x="77" y="94"/>
                  </a:cubicBezTo>
                  <a:cubicBezTo>
                    <a:pt x="105" y="111"/>
                    <a:pt x="133" y="125"/>
                    <a:pt x="154" y="148"/>
                  </a:cubicBezTo>
                  <a:cubicBezTo>
                    <a:pt x="165" y="157"/>
                    <a:pt x="171" y="170"/>
                    <a:pt x="175" y="188"/>
                  </a:cubicBezTo>
                  <a:cubicBezTo>
                    <a:pt x="178" y="207"/>
                    <a:pt x="179" y="229"/>
                    <a:pt x="179" y="257"/>
                  </a:cubicBezTo>
                  <a:cubicBezTo>
                    <a:pt x="179" y="266"/>
                    <a:pt x="186" y="273"/>
                    <a:pt x="195" y="273"/>
                  </a:cubicBezTo>
                  <a:cubicBezTo>
                    <a:pt x="203" y="273"/>
                    <a:pt x="210" y="266"/>
                    <a:pt x="210" y="257"/>
                  </a:cubicBezTo>
                  <a:cubicBezTo>
                    <a:pt x="210" y="229"/>
                    <a:pt x="212" y="207"/>
                    <a:pt x="215" y="188"/>
                  </a:cubicBezTo>
                  <a:cubicBezTo>
                    <a:pt x="219" y="170"/>
                    <a:pt x="224" y="157"/>
                    <a:pt x="236" y="148"/>
                  </a:cubicBezTo>
                  <a:cubicBezTo>
                    <a:pt x="257" y="125"/>
                    <a:pt x="285" y="111"/>
                    <a:pt x="313" y="94"/>
                  </a:cubicBezTo>
                  <a:cubicBezTo>
                    <a:pt x="328" y="84"/>
                    <a:pt x="345" y="73"/>
                    <a:pt x="359" y="59"/>
                  </a:cubicBezTo>
                  <a:cubicBezTo>
                    <a:pt x="359" y="72"/>
                    <a:pt x="359" y="84"/>
                    <a:pt x="358" y="99"/>
                  </a:cubicBezTo>
                  <a:cubicBezTo>
                    <a:pt x="358" y="107"/>
                    <a:pt x="363" y="114"/>
                    <a:pt x="372" y="114"/>
                  </a:cubicBezTo>
                  <a:cubicBezTo>
                    <a:pt x="380" y="114"/>
                    <a:pt x="387" y="108"/>
                    <a:pt x="387" y="100"/>
                  </a:cubicBezTo>
                  <a:lnTo>
                    <a:pt x="387" y="100"/>
                  </a:lnTo>
                  <a:cubicBezTo>
                    <a:pt x="390" y="73"/>
                    <a:pt x="390" y="49"/>
                    <a:pt x="390" y="34"/>
                  </a:cubicBezTo>
                  <a:cubicBezTo>
                    <a:pt x="390" y="23"/>
                    <a:pt x="390" y="17"/>
                    <a:pt x="390" y="16"/>
                  </a:cubicBezTo>
                  <a:cubicBezTo>
                    <a:pt x="390" y="10"/>
                    <a:pt x="384" y="4"/>
                    <a:pt x="379" y="2"/>
                  </a:cubicBezTo>
                  <a:cubicBezTo>
                    <a:pt x="372" y="0"/>
                    <a:pt x="365" y="3"/>
                    <a:pt x="362" y="9"/>
                  </a:cubicBezTo>
                  <a:cubicBezTo>
                    <a:pt x="347" y="37"/>
                    <a:pt x="324" y="52"/>
                    <a:pt x="297" y="69"/>
                  </a:cubicBezTo>
                  <a:cubicBezTo>
                    <a:pt x="271" y="84"/>
                    <a:pt x="240" y="100"/>
                    <a:pt x="215" y="127"/>
                  </a:cubicBezTo>
                  <a:cubicBezTo>
                    <a:pt x="206" y="134"/>
                    <a:pt x="199" y="143"/>
                    <a:pt x="195" y="153"/>
                  </a:cubicBezTo>
                  <a:cubicBezTo>
                    <a:pt x="191" y="143"/>
                    <a:pt x="184" y="134"/>
                    <a:pt x="175" y="127"/>
                  </a:cubicBezTo>
                  <a:cubicBezTo>
                    <a:pt x="150" y="100"/>
                    <a:pt x="119" y="84"/>
                    <a:pt x="94" y="69"/>
                  </a:cubicBezTo>
                  <a:cubicBezTo>
                    <a:pt x="67" y="52"/>
                    <a:pt x="43" y="37"/>
                    <a:pt x="28" y="9"/>
                  </a:cubicBezTo>
                  <a:cubicBezTo>
                    <a:pt x="25" y="3"/>
                    <a:pt x="18" y="0"/>
                    <a:pt x="11" y="2"/>
                  </a:cubicBezTo>
                  <a:cubicBezTo>
                    <a:pt x="5" y="4"/>
                    <a:pt x="1" y="10"/>
                    <a:pt x="0" y="16"/>
                  </a:cubicBezTo>
                  <a:cubicBezTo>
                    <a:pt x="0" y="17"/>
                    <a:pt x="0" y="23"/>
                    <a:pt x="0" y="34"/>
                  </a:cubicBezTo>
                  <a:cubicBezTo>
                    <a:pt x="0" y="49"/>
                    <a:pt x="1" y="73"/>
                    <a:pt x="3" y="100"/>
                  </a:cubicBezTo>
                  <a:cubicBezTo>
                    <a:pt x="3" y="108"/>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1">
              <a:extLst>
                <a:ext uri="{FF2B5EF4-FFF2-40B4-BE49-F238E27FC236}">
                  <a16:creationId xmlns:a16="http://schemas.microsoft.com/office/drawing/2014/main" id="{BC6789DC-A3A4-A976-ABF7-E1BCE9247B01}"/>
                </a:ext>
              </a:extLst>
            </p:cNvPr>
            <p:cNvSpPr>
              <a:spLocks noChangeArrowheads="1"/>
            </p:cNvSpPr>
            <p:nvPr/>
          </p:nvSpPr>
          <p:spPr bwMode="auto">
            <a:xfrm>
              <a:off x="5759450" y="3189288"/>
              <a:ext cx="141288" cy="150812"/>
            </a:xfrm>
            <a:custGeom>
              <a:avLst/>
              <a:gdLst>
                <a:gd name="T0" fmla="*/ 195 w 391"/>
                <a:gd name="T1" fmla="*/ 420 h 421"/>
                <a:gd name="T2" fmla="*/ 195 w 391"/>
                <a:gd name="T3" fmla="*/ 420 h 421"/>
                <a:gd name="T4" fmla="*/ 210 w 391"/>
                <a:gd name="T5" fmla="*/ 404 h 421"/>
                <a:gd name="T6" fmla="*/ 210 w 391"/>
                <a:gd name="T7" fmla="*/ 299 h 421"/>
                <a:gd name="T8" fmla="*/ 261 w 391"/>
                <a:gd name="T9" fmla="*/ 292 h 421"/>
                <a:gd name="T10" fmla="*/ 314 w 391"/>
                <a:gd name="T11" fmla="*/ 272 h 421"/>
                <a:gd name="T12" fmla="*/ 358 w 391"/>
                <a:gd name="T13" fmla="*/ 233 h 421"/>
                <a:gd name="T14" fmla="*/ 376 w 391"/>
                <a:gd name="T15" fmla="*/ 184 h 421"/>
                <a:gd name="T16" fmla="*/ 390 w 391"/>
                <a:gd name="T17" fmla="*/ 32 h 421"/>
                <a:gd name="T18" fmla="*/ 390 w 391"/>
                <a:gd name="T19" fmla="*/ 15 h 421"/>
                <a:gd name="T20" fmla="*/ 379 w 391"/>
                <a:gd name="T21" fmla="*/ 1 h 421"/>
                <a:gd name="T22" fmla="*/ 362 w 391"/>
                <a:gd name="T23" fmla="*/ 8 h 421"/>
                <a:gd name="T24" fmla="*/ 297 w 391"/>
                <a:gd name="T25" fmla="*/ 67 h 421"/>
                <a:gd name="T26" fmla="*/ 215 w 391"/>
                <a:gd name="T27" fmla="*/ 125 h 421"/>
                <a:gd name="T28" fmla="*/ 195 w 391"/>
                <a:gd name="T29" fmla="*/ 153 h 421"/>
                <a:gd name="T30" fmla="*/ 175 w 391"/>
                <a:gd name="T31" fmla="*/ 125 h 421"/>
                <a:gd name="T32" fmla="*/ 94 w 391"/>
                <a:gd name="T33" fmla="*/ 67 h 421"/>
                <a:gd name="T34" fmla="*/ 28 w 391"/>
                <a:gd name="T35" fmla="*/ 8 h 421"/>
                <a:gd name="T36" fmla="*/ 11 w 391"/>
                <a:gd name="T37" fmla="*/ 1 h 421"/>
                <a:gd name="T38" fmla="*/ 0 w 391"/>
                <a:gd name="T39" fmla="*/ 15 h 421"/>
                <a:gd name="T40" fmla="*/ 0 w 391"/>
                <a:gd name="T41" fmla="*/ 32 h 421"/>
                <a:gd name="T42" fmla="*/ 5 w 391"/>
                <a:gd name="T43" fmla="*/ 128 h 421"/>
                <a:gd name="T44" fmla="*/ 14 w 391"/>
                <a:gd name="T45" fmla="*/ 184 h 421"/>
                <a:gd name="T46" fmla="*/ 32 w 391"/>
                <a:gd name="T47" fmla="*/ 233 h 421"/>
                <a:gd name="T48" fmla="*/ 76 w 391"/>
                <a:gd name="T49" fmla="*/ 272 h 421"/>
                <a:gd name="T50" fmla="*/ 153 w 391"/>
                <a:gd name="T51" fmla="*/ 296 h 421"/>
                <a:gd name="T52" fmla="*/ 179 w 391"/>
                <a:gd name="T53" fmla="*/ 299 h 421"/>
                <a:gd name="T54" fmla="*/ 179 w 391"/>
                <a:gd name="T55" fmla="*/ 404 h 421"/>
                <a:gd name="T56" fmla="*/ 195 w 391"/>
                <a:gd name="T57" fmla="*/ 420 h 421"/>
                <a:gd name="T58" fmla="*/ 215 w 391"/>
                <a:gd name="T59" fmla="*/ 186 h 421"/>
                <a:gd name="T60" fmla="*/ 215 w 391"/>
                <a:gd name="T61" fmla="*/ 186 h 421"/>
                <a:gd name="T62" fmla="*/ 236 w 391"/>
                <a:gd name="T63" fmla="*/ 146 h 421"/>
                <a:gd name="T64" fmla="*/ 313 w 391"/>
                <a:gd name="T65" fmla="*/ 92 h 421"/>
                <a:gd name="T66" fmla="*/ 359 w 391"/>
                <a:gd name="T67" fmla="*/ 59 h 421"/>
                <a:gd name="T68" fmla="*/ 355 w 391"/>
                <a:gd name="T69" fmla="*/ 125 h 421"/>
                <a:gd name="T70" fmla="*/ 347 w 391"/>
                <a:gd name="T71" fmla="*/ 177 h 421"/>
                <a:gd name="T72" fmla="*/ 331 w 391"/>
                <a:gd name="T73" fmla="*/ 217 h 421"/>
                <a:gd name="T74" fmla="*/ 300 w 391"/>
                <a:gd name="T75" fmla="*/ 247 h 421"/>
                <a:gd name="T76" fmla="*/ 233 w 391"/>
                <a:gd name="T77" fmla="*/ 266 h 421"/>
                <a:gd name="T78" fmla="*/ 201 w 391"/>
                <a:gd name="T79" fmla="*/ 269 h 421"/>
                <a:gd name="T80" fmla="*/ 210 w 391"/>
                <a:gd name="T81" fmla="*/ 257 h 421"/>
                <a:gd name="T82" fmla="*/ 215 w 391"/>
                <a:gd name="T83" fmla="*/ 186 h 421"/>
                <a:gd name="T84" fmla="*/ 136 w 391"/>
                <a:gd name="T85" fmla="*/ 262 h 421"/>
                <a:gd name="T86" fmla="*/ 136 w 391"/>
                <a:gd name="T87" fmla="*/ 262 h 421"/>
                <a:gd name="T88" fmla="*/ 90 w 391"/>
                <a:gd name="T89" fmla="*/ 247 h 421"/>
                <a:gd name="T90" fmla="*/ 59 w 391"/>
                <a:gd name="T91" fmla="*/ 217 h 421"/>
                <a:gd name="T92" fmla="*/ 43 w 391"/>
                <a:gd name="T93" fmla="*/ 177 h 421"/>
                <a:gd name="T94" fmla="*/ 31 w 391"/>
                <a:gd name="T95" fmla="*/ 59 h 421"/>
                <a:gd name="T96" fmla="*/ 77 w 391"/>
                <a:gd name="T97" fmla="*/ 92 h 421"/>
                <a:gd name="T98" fmla="*/ 154 w 391"/>
                <a:gd name="T99" fmla="*/ 146 h 421"/>
                <a:gd name="T100" fmla="*/ 175 w 391"/>
                <a:gd name="T101" fmla="*/ 186 h 421"/>
                <a:gd name="T102" fmla="*/ 179 w 391"/>
                <a:gd name="T103" fmla="*/ 257 h 421"/>
                <a:gd name="T104" fmla="*/ 189 w 391"/>
                <a:gd name="T105" fmla="*/ 269 h 421"/>
                <a:gd name="T106" fmla="*/ 136 w 391"/>
                <a:gd name="T107" fmla="*/ 262 h 4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91" h="421">
                  <a:moveTo>
                    <a:pt x="195" y="420"/>
                  </a:moveTo>
                  <a:lnTo>
                    <a:pt x="195" y="420"/>
                  </a:lnTo>
                  <a:cubicBezTo>
                    <a:pt x="203" y="420"/>
                    <a:pt x="210" y="412"/>
                    <a:pt x="210" y="404"/>
                  </a:cubicBezTo>
                  <a:cubicBezTo>
                    <a:pt x="210" y="299"/>
                    <a:pt x="210" y="299"/>
                    <a:pt x="210" y="299"/>
                  </a:cubicBezTo>
                  <a:cubicBezTo>
                    <a:pt x="222" y="299"/>
                    <a:pt x="241" y="296"/>
                    <a:pt x="261" y="292"/>
                  </a:cubicBezTo>
                  <a:cubicBezTo>
                    <a:pt x="279" y="288"/>
                    <a:pt x="297" y="282"/>
                    <a:pt x="314" y="272"/>
                  </a:cubicBezTo>
                  <a:cubicBezTo>
                    <a:pt x="331" y="264"/>
                    <a:pt x="348" y="251"/>
                    <a:pt x="358" y="233"/>
                  </a:cubicBezTo>
                  <a:cubicBezTo>
                    <a:pt x="366" y="219"/>
                    <a:pt x="372" y="202"/>
                    <a:pt x="376" y="184"/>
                  </a:cubicBezTo>
                  <a:cubicBezTo>
                    <a:pt x="389" y="130"/>
                    <a:pt x="390" y="64"/>
                    <a:pt x="390" y="32"/>
                  </a:cubicBezTo>
                  <a:cubicBezTo>
                    <a:pt x="390" y="22"/>
                    <a:pt x="390" y="15"/>
                    <a:pt x="390" y="15"/>
                  </a:cubicBezTo>
                  <a:cubicBezTo>
                    <a:pt x="390" y="8"/>
                    <a:pt x="384" y="3"/>
                    <a:pt x="379" y="1"/>
                  </a:cubicBezTo>
                  <a:cubicBezTo>
                    <a:pt x="372" y="0"/>
                    <a:pt x="365" y="3"/>
                    <a:pt x="362" y="8"/>
                  </a:cubicBezTo>
                  <a:cubicBezTo>
                    <a:pt x="347" y="35"/>
                    <a:pt x="324" y="52"/>
                    <a:pt x="297" y="67"/>
                  </a:cubicBezTo>
                  <a:cubicBezTo>
                    <a:pt x="271" y="84"/>
                    <a:pt x="240" y="99"/>
                    <a:pt x="215" y="125"/>
                  </a:cubicBezTo>
                  <a:cubicBezTo>
                    <a:pt x="206" y="133"/>
                    <a:pt x="199" y="142"/>
                    <a:pt x="195" y="153"/>
                  </a:cubicBezTo>
                  <a:cubicBezTo>
                    <a:pt x="191" y="142"/>
                    <a:pt x="184" y="133"/>
                    <a:pt x="175" y="125"/>
                  </a:cubicBezTo>
                  <a:cubicBezTo>
                    <a:pt x="150" y="99"/>
                    <a:pt x="119" y="84"/>
                    <a:pt x="94" y="67"/>
                  </a:cubicBezTo>
                  <a:cubicBezTo>
                    <a:pt x="67" y="52"/>
                    <a:pt x="43" y="35"/>
                    <a:pt x="28" y="8"/>
                  </a:cubicBezTo>
                  <a:cubicBezTo>
                    <a:pt x="25" y="3"/>
                    <a:pt x="18" y="0"/>
                    <a:pt x="11" y="1"/>
                  </a:cubicBezTo>
                  <a:cubicBezTo>
                    <a:pt x="5" y="3"/>
                    <a:pt x="1" y="8"/>
                    <a:pt x="0" y="15"/>
                  </a:cubicBezTo>
                  <a:cubicBezTo>
                    <a:pt x="0" y="15"/>
                    <a:pt x="0" y="22"/>
                    <a:pt x="0" y="32"/>
                  </a:cubicBezTo>
                  <a:cubicBezTo>
                    <a:pt x="0" y="53"/>
                    <a:pt x="1" y="90"/>
                    <a:pt x="5" y="128"/>
                  </a:cubicBezTo>
                  <a:cubicBezTo>
                    <a:pt x="7" y="147"/>
                    <a:pt x="10" y="165"/>
                    <a:pt x="14" y="184"/>
                  </a:cubicBezTo>
                  <a:cubicBezTo>
                    <a:pt x="19" y="202"/>
                    <a:pt x="25" y="219"/>
                    <a:pt x="32" y="233"/>
                  </a:cubicBezTo>
                  <a:cubicBezTo>
                    <a:pt x="43" y="251"/>
                    <a:pt x="59" y="264"/>
                    <a:pt x="76" y="272"/>
                  </a:cubicBezTo>
                  <a:cubicBezTo>
                    <a:pt x="101" y="286"/>
                    <a:pt x="130" y="293"/>
                    <a:pt x="153" y="296"/>
                  </a:cubicBezTo>
                  <a:cubicBezTo>
                    <a:pt x="164" y="297"/>
                    <a:pt x="172" y="299"/>
                    <a:pt x="179" y="299"/>
                  </a:cubicBezTo>
                  <a:cubicBezTo>
                    <a:pt x="179" y="404"/>
                    <a:pt x="179" y="404"/>
                    <a:pt x="179" y="404"/>
                  </a:cubicBezTo>
                  <a:cubicBezTo>
                    <a:pt x="179" y="412"/>
                    <a:pt x="186" y="420"/>
                    <a:pt x="195" y="420"/>
                  </a:cubicBezTo>
                  <a:close/>
                  <a:moveTo>
                    <a:pt x="215" y="186"/>
                  </a:moveTo>
                  <a:lnTo>
                    <a:pt x="215" y="186"/>
                  </a:lnTo>
                  <a:cubicBezTo>
                    <a:pt x="219" y="168"/>
                    <a:pt x="224" y="157"/>
                    <a:pt x="236" y="146"/>
                  </a:cubicBezTo>
                  <a:cubicBezTo>
                    <a:pt x="257" y="125"/>
                    <a:pt x="285" y="109"/>
                    <a:pt x="313" y="92"/>
                  </a:cubicBezTo>
                  <a:cubicBezTo>
                    <a:pt x="328" y="83"/>
                    <a:pt x="345" y="73"/>
                    <a:pt x="359" y="59"/>
                  </a:cubicBezTo>
                  <a:cubicBezTo>
                    <a:pt x="359" y="77"/>
                    <a:pt x="358" y="101"/>
                    <a:pt x="355" y="125"/>
                  </a:cubicBezTo>
                  <a:cubicBezTo>
                    <a:pt x="354" y="143"/>
                    <a:pt x="351" y="161"/>
                    <a:pt x="347" y="177"/>
                  </a:cubicBezTo>
                  <a:cubicBezTo>
                    <a:pt x="342" y="193"/>
                    <a:pt x="338" y="208"/>
                    <a:pt x="331" y="217"/>
                  </a:cubicBezTo>
                  <a:cubicBezTo>
                    <a:pt x="325" y="229"/>
                    <a:pt x="314" y="238"/>
                    <a:pt x="300" y="247"/>
                  </a:cubicBezTo>
                  <a:cubicBezTo>
                    <a:pt x="279" y="258"/>
                    <a:pt x="254" y="264"/>
                    <a:pt x="233" y="266"/>
                  </a:cubicBezTo>
                  <a:cubicBezTo>
                    <a:pt x="219" y="269"/>
                    <a:pt x="208" y="269"/>
                    <a:pt x="201" y="269"/>
                  </a:cubicBezTo>
                  <a:cubicBezTo>
                    <a:pt x="206" y="268"/>
                    <a:pt x="210" y="262"/>
                    <a:pt x="210" y="257"/>
                  </a:cubicBezTo>
                  <a:cubicBezTo>
                    <a:pt x="210" y="227"/>
                    <a:pt x="212" y="205"/>
                    <a:pt x="215" y="186"/>
                  </a:cubicBezTo>
                  <a:close/>
                  <a:moveTo>
                    <a:pt x="136" y="262"/>
                  </a:moveTo>
                  <a:lnTo>
                    <a:pt x="136" y="262"/>
                  </a:lnTo>
                  <a:cubicBezTo>
                    <a:pt x="121" y="259"/>
                    <a:pt x="104" y="254"/>
                    <a:pt x="90" y="247"/>
                  </a:cubicBezTo>
                  <a:cubicBezTo>
                    <a:pt x="76" y="238"/>
                    <a:pt x="64" y="229"/>
                    <a:pt x="59" y="217"/>
                  </a:cubicBezTo>
                  <a:cubicBezTo>
                    <a:pt x="53" y="208"/>
                    <a:pt x="48" y="193"/>
                    <a:pt x="43" y="177"/>
                  </a:cubicBezTo>
                  <a:cubicBezTo>
                    <a:pt x="35" y="139"/>
                    <a:pt x="32" y="92"/>
                    <a:pt x="31" y="59"/>
                  </a:cubicBezTo>
                  <a:cubicBezTo>
                    <a:pt x="45" y="73"/>
                    <a:pt x="62" y="83"/>
                    <a:pt x="77" y="92"/>
                  </a:cubicBezTo>
                  <a:cubicBezTo>
                    <a:pt x="105" y="109"/>
                    <a:pt x="133" y="125"/>
                    <a:pt x="154" y="146"/>
                  </a:cubicBezTo>
                  <a:cubicBezTo>
                    <a:pt x="165" y="157"/>
                    <a:pt x="171" y="168"/>
                    <a:pt x="175" y="186"/>
                  </a:cubicBezTo>
                  <a:cubicBezTo>
                    <a:pt x="178" y="205"/>
                    <a:pt x="179" y="227"/>
                    <a:pt x="179" y="257"/>
                  </a:cubicBezTo>
                  <a:cubicBezTo>
                    <a:pt x="179" y="262"/>
                    <a:pt x="184" y="268"/>
                    <a:pt x="189" y="269"/>
                  </a:cubicBezTo>
                  <a:cubicBezTo>
                    <a:pt x="179" y="269"/>
                    <a:pt x="158" y="268"/>
                    <a:pt x="136"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2" name="Freeform 182">
            <a:extLst>
              <a:ext uri="{FF2B5EF4-FFF2-40B4-BE49-F238E27FC236}">
                <a16:creationId xmlns:a16="http://schemas.microsoft.com/office/drawing/2014/main" id="{270E4B1F-5F7F-CF93-B085-205FE471E06F}"/>
              </a:ext>
            </a:extLst>
          </p:cNvPr>
          <p:cNvSpPr>
            <a:spLocks noChangeArrowheads="1"/>
          </p:cNvSpPr>
          <p:nvPr/>
        </p:nvSpPr>
        <p:spPr bwMode="auto">
          <a:xfrm>
            <a:off x="4700190" y="2847058"/>
            <a:ext cx="215900" cy="261937"/>
          </a:xfrm>
          <a:custGeom>
            <a:avLst/>
            <a:gdLst>
              <a:gd name="T0" fmla="*/ 479 w 599"/>
              <a:gd name="T1" fmla="*/ 487 h 728"/>
              <a:gd name="T2" fmla="*/ 479 w 599"/>
              <a:gd name="T3" fmla="*/ 487 h 728"/>
              <a:gd name="T4" fmla="*/ 472 w 599"/>
              <a:gd name="T5" fmla="*/ 487 h 728"/>
              <a:gd name="T6" fmla="*/ 473 w 599"/>
              <a:gd name="T7" fmla="*/ 445 h 728"/>
              <a:gd name="T8" fmla="*/ 414 w 599"/>
              <a:gd name="T9" fmla="*/ 202 h 728"/>
              <a:gd name="T10" fmla="*/ 257 w 599"/>
              <a:gd name="T11" fmla="*/ 4 h 728"/>
              <a:gd name="T12" fmla="*/ 239 w 599"/>
              <a:gd name="T13" fmla="*/ 3 h 728"/>
              <a:gd name="T14" fmla="*/ 232 w 599"/>
              <a:gd name="T15" fmla="*/ 18 h 728"/>
              <a:gd name="T16" fmla="*/ 253 w 599"/>
              <a:gd name="T17" fmla="*/ 199 h 728"/>
              <a:gd name="T18" fmla="*/ 230 w 599"/>
              <a:gd name="T19" fmla="*/ 342 h 728"/>
              <a:gd name="T20" fmla="*/ 153 w 599"/>
              <a:gd name="T21" fmla="*/ 462 h 728"/>
              <a:gd name="T22" fmla="*/ 153 w 599"/>
              <a:gd name="T23" fmla="*/ 462 h 728"/>
              <a:gd name="T24" fmla="*/ 119 w 599"/>
              <a:gd name="T25" fmla="*/ 457 h 728"/>
              <a:gd name="T26" fmla="*/ 0 w 599"/>
              <a:gd name="T27" fmla="*/ 577 h 728"/>
              <a:gd name="T28" fmla="*/ 119 w 599"/>
              <a:gd name="T29" fmla="*/ 696 h 728"/>
              <a:gd name="T30" fmla="*/ 239 w 599"/>
              <a:gd name="T31" fmla="*/ 577 h 728"/>
              <a:gd name="T32" fmla="*/ 182 w 599"/>
              <a:gd name="T33" fmla="*/ 474 h 728"/>
              <a:gd name="T34" fmla="*/ 258 w 599"/>
              <a:gd name="T35" fmla="*/ 353 h 728"/>
              <a:gd name="T36" fmla="*/ 283 w 599"/>
              <a:gd name="T37" fmla="*/ 199 h 728"/>
              <a:gd name="T38" fmla="*/ 269 w 599"/>
              <a:gd name="T39" fmla="*/ 59 h 728"/>
              <a:gd name="T40" fmla="*/ 387 w 599"/>
              <a:gd name="T41" fmla="*/ 216 h 728"/>
              <a:gd name="T42" fmla="*/ 444 w 599"/>
              <a:gd name="T43" fmla="*/ 445 h 728"/>
              <a:gd name="T44" fmla="*/ 441 w 599"/>
              <a:gd name="T45" fmla="*/ 494 h 728"/>
              <a:gd name="T46" fmla="*/ 359 w 599"/>
              <a:gd name="T47" fmla="*/ 606 h 728"/>
              <a:gd name="T48" fmla="*/ 479 w 599"/>
              <a:gd name="T49" fmla="*/ 727 h 728"/>
              <a:gd name="T50" fmla="*/ 598 w 599"/>
              <a:gd name="T51" fmla="*/ 606 h 728"/>
              <a:gd name="T52" fmla="*/ 479 w 599"/>
              <a:gd name="T53" fmla="*/ 487 h 728"/>
              <a:gd name="T54" fmla="*/ 209 w 599"/>
              <a:gd name="T55" fmla="*/ 577 h 728"/>
              <a:gd name="T56" fmla="*/ 209 w 599"/>
              <a:gd name="T57" fmla="*/ 577 h 728"/>
              <a:gd name="T58" fmla="*/ 182 w 599"/>
              <a:gd name="T59" fmla="*/ 640 h 728"/>
              <a:gd name="T60" fmla="*/ 119 w 599"/>
              <a:gd name="T61" fmla="*/ 667 h 728"/>
              <a:gd name="T62" fmla="*/ 56 w 599"/>
              <a:gd name="T63" fmla="*/ 640 h 728"/>
              <a:gd name="T64" fmla="*/ 29 w 599"/>
              <a:gd name="T65" fmla="*/ 577 h 728"/>
              <a:gd name="T66" fmla="*/ 56 w 599"/>
              <a:gd name="T67" fmla="*/ 514 h 728"/>
              <a:gd name="T68" fmla="*/ 119 w 599"/>
              <a:gd name="T69" fmla="*/ 487 h 728"/>
              <a:gd name="T70" fmla="*/ 182 w 599"/>
              <a:gd name="T71" fmla="*/ 514 h 728"/>
              <a:gd name="T72" fmla="*/ 209 w 599"/>
              <a:gd name="T73" fmla="*/ 577 h 728"/>
              <a:gd name="T74" fmla="*/ 542 w 599"/>
              <a:gd name="T75" fmla="*/ 671 h 728"/>
              <a:gd name="T76" fmla="*/ 542 w 599"/>
              <a:gd name="T77" fmla="*/ 671 h 728"/>
              <a:gd name="T78" fmla="*/ 479 w 599"/>
              <a:gd name="T79" fmla="*/ 696 h 728"/>
              <a:gd name="T80" fmla="*/ 415 w 599"/>
              <a:gd name="T81" fmla="*/ 671 h 728"/>
              <a:gd name="T82" fmla="*/ 389 w 599"/>
              <a:gd name="T83" fmla="*/ 606 h 728"/>
              <a:gd name="T84" fmla="*/ 415 w 599"/>
              <a:gd name="T85" fmla="*/ 543 h 728"/>
              <a:gd name="T86" fmla="*/ 479 w 599"/>
              <a:gd name="T87" fmla="*/ 516 h 728"/>
              <a:gd name="T88" fmla="*/ 542 w 599"/>
              <a:gd name="T89" fmla="*/ 543 h 728"/>
              <a:gd name="T90" fmla="*/ 569 w 599"/>
              <a:gd name="T91" fmla="*/ 606 h 728"/>
              <a:gd name="T92" fmla="*/ 542 w 599"/>
              <a:gd name="T93" fmla="*/ 671 h 7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99" h="728">
                <a:moveTo>
                  <a:pt x="479" y="487"/>
                </a:moveTo>
                <a:lnTo>
                  <a:pt x="479" y="487"/>
                </a:lnTo>
                <a:cubicBezTo>
                  <a:pt x="476" y="487"/>
                  <a:pt x="474" y="487"/>
                  <a:pt x="472" y="487"/>
                </a:cubicBezTo>
                <a:cubicBezTo>
                  <a:pt x="473" y="473"/>
                  <a:pt x="473" y="459"/>
                  <a:pt x="473" y="445"/>
                </a:cubicBezTo>
                <a:cubicBezTo>
                  <a:pt x="473" y="355"/>
                  <a:pt x="452" y="275"/>
                  <a:pt x="414" y="202"/>
                </a:cubicBezTo>
                <a:cubicBezTo>
                  <a:pt x="376" y="129"/>
                  <a:pt x="321" y="64"/>
                  <a:pt x="257" y="4"/>
                </a:cubicBezTo>
                <a:cubicBezTo>
                  <a:pt x="253" y="0"/>
                  <a:pt x="246" y="0"/>
                  <a:pt x="239" y="3"/>
                </a:cubicBezTo>
                <a:cubicBezTo>
                  <a:pt x="233" y="5"/>
                  <a:pt x="230" y="12"/>
                  <a:pt x="232" y="18"/>
                </a:cubicBezTo>
                <a:cubicBezTo>
                  <a:pt x="246" y="85"/>
                  <a:pt x="253" y="144"/>
                  <a:pt x="253" y="199"/>
                </a:cubicBezTo>
                <a:cubicBezTo>
                  <a:pt x="253" y="252"/>
                  <a:pt x="246" y="299"/>
                  <a:pt x="230" y="342"/>
                </a:cubicBezTo>
                <a:cubicBezTo>
                  <a:pt x="213" y="386"/>
                  <a:pt x="189" y="425"/>
                  <a:pt x="153" y="462"/>
                </a:cubicBezTo>
                <a:lnTo>
                  <a:pt x="153" y="462"/>
                </a:lnTo>
                <a:cubicBezTo>
                  <a:pt x="143" y="459"/>
                  <a:pt x="130" y="457"/>
                  <a:pt x="119" y="457"/>
                </a:cubicBezTo>
                <a:cubicBezTo>
                  <a:pt x="53" y="457"/>
                  <a:pt x="0" y="511"/>
                  <a:pt x="0" y="577"/>
                </a:cubicBezTo>
                <a:cubicBezTo>
                  <a:pt x="0" y="643"/>
                  <a:pt x="53" y="696"/>
                  <a:pt x="119" y="696"/>
                </a:cubicBezTo>
                <a:cubicBezTo>
                  <a:pt x="185" y="696"/>
                  <a:pt x="239" y="643"/>
                  <a:pt x="239" y="577"/>
                </a:cubicBezTo>
                <a:cubicBezTo>
                  <a:pt x="239" y="533"/>
                  <a:pt x="216" y="495"/>
                  <a:pt x="182" y="474"/>
                </a:cubicBezTo>
                <a:cubicBezTo>
                  <a:pt x="216" y="438"/>
                  <a:pt x="241" y="397"/>
                  <a:pt x="258" y="353"/>
                </a:cubicBezTo>
                <a:cubicBezTo>
                  <a:pt x="275" y="306"/>
                  <a:pt x="283" y="255"/>
                  <a:pt x="283" y="199"/>
                </a:cubicBezTo>
                <a:cubicBezTo>
                  <a:pt x="283" y="156"/>
                  <a:pt x="278" y="109"/>
                  <a:pt x="269" y="59"/>
                </a:cubicBezTo>
                <a:cubicBezTo>
                  <a:pt x="317" y="108"/>
                  <a:pt x="358" y="160"/>
                  <a:pt x="387" y="216"/>
                </a:cubicBezTo>
                <a:cubicBezTo>
                  <a:pt x="423" y="285"/>
                  <a:pt x="444" y="361"/>
                  <a:pt x="444" y="445"/>
                </a:cubicBezTo>
                <a:cubicBezTo>
                  <a:pt x="444" y="460"/>
                  <a:pt x="442" y="477"/>
                  <a:pt x="441" y="494"/>
                </a:cubicBezTo>
                <a:cubicBezTo>
                  <a:pt x="393" y="509"/>
                  <a:pt x="359" y="554"/>
                  <a:pt x="359" y="606"/>
                </a:cubicBezTo>
                <a:cubicBezTo>
                  <a:pt x="359" y="674"/>
                  <a:pt x="413" y="727"/>
                  <a:pt x="479" y="727"/>
                </a:cubicBezTo>
                <a:cubicBezTo>
                  <a:pt x="545" y="727"/>
                  <a:pt x="598" y="674"/>
                  <a:pt x="598" y="606"/>
                </a:cubicBezTo>
                <a:cubicBezTo>
                  <a:pt x="598" y="540"/>
                  <a:pt x="545" y="487"/>
                  <a:pt x="479" y="487"/>
                </a:cubicBezTo>
                <a:close/>
                <a:moveTo>
                  <a:pt x="209" y="577"/>
                </a:moveTo>
                <a:lnTo>
                  <a:pt x="209" y="577"/>
                </a:lnTo>
                <a:cubicBezTo>
                  <a:pt x="209" y="602"/>
                  <a:pt x="199" y="624"/>
                  <a:pt x="182" y="640"/>
                </a:cubicBezTo>
                <a:cubicBezTo>
                  <a:pt x="167" y="657"/>
                  <a:pt x="145" y="667"/>
                  <a:pt x="119" y="667"/>
                </a:cubicBezTo>
                <a:cubicBezTo>
                  <a:pt x="94" y="667"/>
                  <a:pt x="72" y="657"/>
                  <a:pt x="56" y="640"/>
                </a:cubicBezTo>
                <a:cubicBezTo>
                  <a:pt x="39" y="624"/>
                  <a:pt x="29" y="602"/>
                  <a:pt x="29" y="577"/>
                </a:cubicBezTo>
                <a:cubicBezTo>
                  <a:pt x="29" y="551"/>
                  <a:pt x="39" y="529"/>
                  <a:pt x="56" y="514"/>
                </a:cubicBezTo>
                <a:cubicBezTo>
                  <a:pt x="72" y="497"/>
                  <a:pt x="94" y="487"/>
                  <a:pt x="119" y="487"/>
                </a:cubicBezTo>
                <a:cubicBezTo>
                  <a:pt x="145" y="487"/>
                  <a:pt x="167" y="497"/>
                  <a:pt x="182" y="514"/>
                </a:cubicBezTo>
                <a:cubicBezTo>
                  <a:pt x="199" y="529"/>
                  <a:pt x="209" y="551"/>
                  <a:pt x="209" y="577"/>
                </a:cubicBezTo>
                <a:close/>
                <a:moveTo>
                  <a:pt x="542" y="671"/>
                </a:moveTo>
                <a:lnTo>
                  <a:pt x="542" y="671"/>
                </a:lnTo>
                <a:cubicBezTo>
                  <a:pt x="526" y="686"/>
                  <a:pt x="504" y="696"/>
                  <a:pt x="479" y="696"/>
                </a:cubicBezTo>
                <a:cubicBezTo>
                  <a:pt x="453" y="696"/>
                  <a:pt x="431" y="686"/>
                  <a:pt x="415" y="671"/>
                </a:cubicBezTo>
                <a:cubicBezTo>
                  <a:pt x="399" y="654"/>
                  <a:pt x="389" y="632"/>
                  <a:pt x="389" y="606"/>
                </a:cubicBezTo>
                <a:cubicBezTo>
                  <a:pt x="389" y="582"/>
                  <a:pt x="399" y="560"/>
                  <a:pt x="415" y="543"/>
                </a:cubicBezTo>
                <a:cubicBezTo>
                  <a:pt x="431" y="528"/>
                  <a:pt x="453" y="516"/>
                  <a:pt x="479" y="516"/>
                </a:cubicBezTo>
                <a:cubicBezTo>
                  <a:pt x="504" y="516"/>
                  <a:pt x="526" y="528"/>
                  <a:pt x="542" y="543"/>
                </a:cubicBezTo>
                <a:cubicBezTo>
                  <a:pt x="559" y="560"/>
                  <a:pt x="569" y="582"/>
                  <a:pt x="569" y="606"/>
                </a:cubicBezTo>
                <a:cubicBezTo>
                  <a:pt x="569" y="632"/>
                  <a:pt x="559" y="654"/>
                  <a:pt x="542" y="671"/>
                </a:cubicBezTo>
                <a:close/>
              </a:path>
            </a:pathLst>
          </a:custGeom>
          <a:solidFill>
            <a:schemeClr val="tx2"/>
          </a:solidFill>
          <a:ln>
            <a:noFill/>
          </a:ln>
          <a:effectLst/>
        </p:spPr>
        <p:txBody>
          <a:bodyPr wrap="none" anchor="ctr"/>
          <a:lstStyle/>
          <a:p>
            <a:endParaRPr lang="da-DK"/>
          </a:p>
        </p:txBody>
      </p:sp>
      <p:grpSp>
        <p:nvGrpSpPr>
          <p:cNvPr id="223" name="Group 226">
            <a:extLst>
              <a:ext uri="{FF2B5EF4-FFF2-40B4-BE49-F238E27FC236}">
                <a16:creationId xmlns:a16="http://schemas.microsoft.com/office/drawing/2014/main" id="{4C75A592-2F34-1B3F-855B-3BDD81331209}"/>
              </a:ext>
            </a:extLst>
          </p:cNvPr>
          <p:cNvGrpSpPr/>
          <p:nvPr/>
        </p:nvGrpSpPr>
        <p:grpSpPr>
          <a:xfrm>
            <a:off x="10886678" y="1847727"/>
            <a:ext cx="227012" cy="257175"/>
            <a:chOff x="9850438" y="3648075"/>
            <a:chExt cx="227012" cy="257175"/>
          </a:xfrm>
          <a:solidFill>
            <a:schemeClr val="tx2"/>
          </a:solidFill>
        </p:grpSpPr>
        <p:sp>
          <p:nvSpPr>
            <p:cNvPr id="224" name="Freeform 183">
              <a:extLst>
                <a:ext uri="{FF2B5EF4-FFF2-40B4-BE49-F238E27FC236}">
                  <a16:creationId xmlns:a16="http://schemas.microsoft.com/office/drawing/2014/main" id="{301C8DC2-25CD-723E-B144-BD3EBBE82D87}"/>
                </a:ext>
              </a:extLst>
            </p:cNvPr>
            <p:cNvSpPr>
              <a:spLocks noChangeArrowheads="1"/>
            </p:cNvSpPr>
            <p:nvPr/>
          </p:nvSpPr>
          <p:spPr bwMode="auto">
            <a:xfrm>
              <a:off x="9964738" y="3648075"/>
              <a:ext cx="109537" cy="76200"/>
            </a:xfrm>
            <a:custGeom>
              <a:avLst/>
              <a:gdLst>
                <a:gd name="T0" fmla="*/ 243 w 304"/>
                <a:gd name="T1" fmla="*/ 153 h 212"/>
                <a:gd name="T2" fmla="*/ 243 w 304"/>
                <a:gd name="T3" fmla="*/ 153 h 212"/>
                <a:gd name="T4" fmla="*/ 287 w 304"/>
                <a:gd name="T5" fmla="*/ 66 h 212"/>
                <a:gd name="T6" fmla="*/ 302 w 304"/>
                <a:gd name="T7" fmla="*/ 20 h 212"/>
                <a:gd name="T8" fmla="*/ 296 w 304"/>
                <a:gd name="T9" fmla="*/ 5 h 212"/>
                <a:gd name="T10" fmla="*/ 281 w 304"/>
                <a:gd name="T11" fmla="*/ 3 h 212"/>
                <a:gd name="T12" fmla="*/ 181 w 304"/>
                <a:gd name="T13" fmla="*/ 26 h 212"/>
                <a:gd name="T14" fmla="*/ 83 w 304"/>
                <a:gd name="T15" fmla="*/ 36 h 212"/>
                <a:gd name="T16" fmla="*/ 34 w 304"/>
                <a:gd name="T17" fmla="*/ 66 h 212"/>
                <a:gd name="T18" fmla="*/ 4 w 304"/>
                <a:gd name="T19" fmla="*/ 134 h 212"/>
                <a:gd name="T20" fmla="*/ 0 w 304"/>
                <a:gd name="T21" fmla="*/ 173 h 212"/>
                <a:gd name="T22" fmla="*/ 0 w 304"/>
                <a:gd name="T23" fmla="*/ 174 h 212"/>
                <a:gd name="T24" fmla="*/ 9 w 304"/>
                <a:gd name="T25" fmla="*/ 187 h 212"/>
                <a:gd name="T26" fmla="*/ 127 w 304"/>
                <a:gd name="T27" fmla="*/ 211 h 212"/>
                <a:gd name="T28" fmla="*/ 194 w 304"/>
                <a:gd name="T29" fmla="*/ 197 h 212"/>
                <a:gd name="T30" fmla="*/ 187 w 304"/>
                <a:gd name="T31" fmla="*/ 184 h 212"/>
                <a:gd name="T32" fmla="*/ 194 w 304"/>
                <a:gd name="T33" fmla="*/ 197 h 212"/>
                <a:gd name="T34" fmla="*/ 243 w 304"/>
                <a:gd name="T35" fmla="*/ 153 h 212"/>
                <a:gd name="T36" fmla="*/ 180 w 304"/>
                <a:gd name="T37" fmla="*/ 170 h 212"/>
                <a:gd name="T38" fmla="*/ 180 w 304"/>
                <a:gd name="T39" fmla="*/ 170 h 212"/>
                <a:gd name="T40" fmla="*/ 180 w 304"/>
                <a:gd name="T41" fmla="*/ 170 h 212"/>
                <a:gd name="T42" fmla="*/ 127 w 304"/>
                <a:gd name="T43" fmla="*/ 182 h 212"/>
                <a:gd name="T44" fmla="*/ 54 w 304"/>
                <a:gd name="T45" fmla="*/ 170 h 212"/>
                <a:gd name="T46" fmla="*/ 30 w 304"/>
                <a:gd name="T47" fmla="*/ 163 h 212"/>
                <a:gd name="T48" fmla="*/ 38 w 304"/>
                <a:gd name="T49" fmla="*/ 121 h 212"/>
                <a:gd name="T50" fmla="*/ 56 w 304"/>
                <a:gd name="T51" fmla="*/ 86 h 212"/>
                <a:gd name="T52" fmla="*/ 90 w 304"/>
                <a:gd name="T53" fmla="*/ 65 h 212"/>
                <a:gd name="T54" fmla="*/ 184 w 304"/>
                <a:gd name="T55" fmla="*/ 57 h 212"/>
                <a:gd name="T56" fmla="*/ 264 w 304"/>
                <a:gd name="T57" fmla="*/ 43 h 212"/>
                <a:gd name="T58" fmla="*/ 244 w 304"/>
                <a:gd name="T59" fmla="*/ 89 h 212"/>
                <a:gd name="T60" fmla="*/ 216 w 304"/>
                <a:gd name="T61" fmla="*/ 138 h 212"/>
                <a:gd name="T62" fmla="*/ 180 w 304"/>
                <a:gd name="T63" fmla="*/ 17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04" h="212">
                  <a:moveTo>
                    <a:pt x="243" y="153"/>
                  </a:moveTo>
                  <a:lnTo>
                    <a:pt x="243" y="153"/>
                  </a:lnTo>
                  <a:cubicBezTo>
                    <a:pt x="263" y="125"/>
                    <a:pt x="277" y="92"/>
                    <a:pt x="287" y="66"/>
                  </a:cubicBezTo>
                  <a:cubicBezTo>
                    <a:pt x="296" y="40"/>
                    <a:pt x="302" y="20"/>
                    <a:pt x="302" y="20"/>
                  </a:cubicBezTo>
                  <a:cubicBezTo>
                    <a:pt x="303" y="14"/>
                    <a:pt x="301" y="9"/>
                    <a:pt x="296" y="5"/>
                  </a:cubicBezTo>
                  <a:cubicBezTo>
                    <a:pt x="292" y="2"/>
                    <a:pt x="285" y="0"/>
                    <a:pt x="281" y="3"/>
                  </a:cubicBezTo>
                  <a:cubicBezTo>
                    <a:pt x="250" y="19"/>
                    <a:pt x="216" y="23"/>
                    <a:pt x="181" y="26"/>
                  </a:cubicBezTo>
                  <a:cubicBezTo>
                    <a:pt x="148" y="28"/>
                    <a:pt x="114" y="28"/>
                    <a:pt x="83" y="36"/>
                  </a:cubicBezTo>
                  <a:cubicBezTo>
                    <a:pt x="62" y="41"/>
                    <a:pt x="45" y="52"/>
                    <a:pt x="34" y="66"/>
                  </a:cubicBezTo>
                  <a:cubicBezTo>
                    <a:pt x="17" y="87"/>
                    <a:pt x="9" y="113"/>
                    <a:pt x="4" y="134"/>
                  </a:cubicBezTo>
                  <a:cubicBezTo>
                    <a:pt x="0" y="155"/>
                    <a:pt x="0" y="170"/>
                    <a:pt x="0" y="173"/>
                  </a:cubicBezTo>
                  <a:cubicBezTo>
                    <a:pt x="0" y="174"/>
                    <a:pt x="0" y="174"/>
                    <a:pt x="0" y="174"/>
                  </a:cubicBezTo>
                  <a:cubicBezTo>
                    <a:pt x="0" y="180"/>
                    <a:pt x="4" y="186"/>
                    <a:pt x="9" y="187"/>
                  </a:cubicBezTo>
                  <a:cubicBezTo>
                    <a:pt x="10" y="187"/>
                    <a:pt x="66" y="211"/>
                    <a:pt x="127" y="211"/>
                  </a:cubicBezTo>
                  <a:cubicBezTo>
                    <a:pt x="149" y="211"/>
                    <a:pt x="173" y="208"/>
                    <a:pt x="194" y="197"/>
                  </a:cubicBezTo>
                  <a:cubicBezTo>
                    <a:pt x="187" y="184"/>
                    <a:pt x="187" y="184"/>
                    <a:pt x="187" y="184"/>
                  </a:cubicBezTo>
                  <a:cubicBezTo>
                    <a:pt x="194" y="197"/>
                    <a:pt x="194" y="197"/>
                    <a:pt x="194" y="197"/>
                  </a:cubicBezTo>
                  <a:cubicBezTo>
                    <a:pt x="214" y="187"/>
                    <a:pt x="229" y="172"/>
                    <a:pt x="243" y="153"/>
                  </a:cubicBezTo>
                  <a:close/>
                  <a:moveTo>
                    <a:pt x="180" y="170"/>
                  </a:moveTo>
                  <a:lnTo>
                    <a:pt x="180" y="170"/>
                  </a:lnTo>
                  <a:lnTo>
                    <a:pt x="180" y="170"/>
                  </a:lnTo>
                  <a:cubicBezTo>
                    <a:pt x="164" y="179"/>
                    <a:pt x="146" y="182"/>
                    <a:pt x="127" y="182"/>
                  </a:cubicBezTo>
                  <a:cubicBezTo>
                    <a:pt x="100" y="182"/>
                    <a:pt x="73" y="176"/>
                    <a:pt x="54" y="170"/>
                  </a:cubicBezTo>
                  <a:cubicBezTo>
                    <a:pt x="44" y="167"/>
                    <a:pt x="37" y="166"/>
                    <a:pt x="30" y="163"/>
                  </a:cubicBezTo>
                  <a:cubicBezTo>
                    <a:pt x="31" y="153"/>
                    <a:pt x="33" y="137"/>
                    <a:pt x="38" y="121"/>
                  </a:cubicBezTo>
                  <a:cubicBezTo>
                    <a:pt x="42" y="109"/>
                    <a:pt x="48" y="96"/>
                    <a:pt x="56" y="86"/>
                  </a:cubicBezTo>
                  <a:cubicBezTo>
                    <a:pt x="65" y="76"/>
                    <a:pt x="76" y="68"/>
                    <a:pt x="90" y="65"/>
                  </a:cubicBezTo>
                  <a:cubicBezTo>
                    <a:pt x="115" y="58"/>
                    <a:pt x="149" y="58"/>
                    <a:pt x="184" y="57"/>
                  </a:cubicBezTo>
                  <a:cubicBezTo>
                    <a:pt x="209" y="54"/>
                    <a:pt x="236" y="51"/>
                    <a:pt x="264" y="43"/>
                  </a:cubicBezTo>
                  <a:cubicBezTo>
                    <a:pt x="259" y="55"/>
                    <a:pt x="253" y="72"/>
                    <a:pt x="244" y="89"/>
                  </a:cubicBezTo>
                  <a:cubicBezTo>
                    <a:pt x="237" y="106"/>
                    <a:pt x="228" y="124"/>
                    <a:pt x="216" y="138"/>
                  </a:cubicBezTo>
                  <a:cubicBezTo>
                    <a:pt x="205" y="153"/>
                    <a:pt x="193" y="165"/>
                    <a:pt x="180" y="1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4">
              <a:extLst>
                <a:ext uri="{FF2B5EF4-FFF2-40B4-BE49-F238E27FC236}">
                  <a16:creationId xmlns:a16="http://schemas.microsoft.com/office/drawing/2014/main" id="{22B18C2F-4EE7-6E88-5881-0F45D391F970}"/>
                </a:ext>
              </a:extLst>
            </p:cNvPr>
            <p:cNvSpPr>
              <a:spLocks noChangeArrowheads="1"/>
            </p:cNvSpPr>
            <p:nvPr/>
          </p:nvSpPr>
          <p:spPr bwMode="auto">
            <a:xfrm>
              <a:off x="9850438" y="3678238"/>
              <a:ext cx="227012" cy="227012"/>
            </a:xfrm>
            <a:custGeom>
              <a:avLst/>
              <a:gdLst>
                <a:gd name="T0" fmla="*/ 314 w 630"/>
                <a:gd name="T1" fmla="*/ 16 h 629"/>
                <a:gd name="T2" fmla="*/ 314 w 630"/>
                <a:gd name="T3" fmla="*/ 16 h 629"/>
                <a:gd name="T4" fmla="*/ 297 w 630"/>
                <a:gd name="T5" fmla="*/ 2 h 629"/>
                <a:gd name="T6" fmla="*/ 0 w 630"/>
                <a:gd name="T7" fmla="*/ 315 h 629"/>
                <a:gd name="T8" fmla="*/ 314 w 630"/>
                <a:gd name="T9" fmla="*/ 628 h 629"/>
                <a:gd name="T10" fmla="*/ 629 w 630"/>
                <a:gd name="T11" fmla="*/ 315 h 629"/>
                <a:gd name="T12" fmla="*/ 551 w 630"/>
                <a:gd name="T13" fmla="*/ 110 h 629"/>
                <a:gd name="T14" fmla="*/ 530 w 630"/>
                <a:gd name="T15" fmla="*/ 108 h 629"/>
                <a:gd name="T16" fmla="*/ 529 w 630"/>
                <a:gd name="T17" fmla="*/ 129 h 629"/>
                <a:gd name="T18" fmla="*/ 529 w 630"/>
                <a:gd name="T19" fmla="*/ 129 h 629"/>
                <a:gd name="T20" fmla="*/ 598 w 630"/>
                <a:gd name="T21" fmla="*/ 315 h 629"/>
                <a:gd name="T22" fmla="*/ 515 w 630"/>
                <a:gd name="T23" fmla="*/ 516 h 629"/>
                <a:gd name="T24" fmla="*/ 314 w 630"/>
                <a:gd name="T25" fmla="*/ 599 h 629"/>
                <a:gd name="T26" fmla="*/ 112 w 630"/>
                <a:gd name="T27" fmla="*/ 516 h 629"/>
                <a:gd name="T28" fmla="*/ 29 w 630"/>
                <a:gd name="T29" fmla="*/ 315 h 629"/>
                <a:gd name="T30" fmla="*/ 299 w 630"/>
                <a:gd name="T31" fmla="*/ 31 h 629"/>
                <a:gd name="T32" fmla="*/ 314 w 630"/>
                <a:gd name="T33" fmla="*/ 16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0" h="629">
                  <a:moveTo>
                    <a:pt x="314" y="16"/>
                  </a:moveTo>
                  <a:lnTo>
                    <a:pt x="314" y="16"/>
                  </a:lnTo>
                  <a:cubicBezTo>
                    <a:pt x="313" y="7"/>
                    <a:pt x="306" y="0"/>
                    <a:pt x="297" y="2"/>
                  </a:cubicBezTo>
                  <a:cubicBezTo>
                    <a:pt x="132" y="10"/>
                    <a:pt x="0" y="146"/>
                    <a:pt x="0" y="315"/>
                  </a:cubicBezTo>
                  <a:cubicBezTo>
                    <a:pt x="0" y="488"/>
                    <a:pt x="140" y="628"/>
                    <a:pt x="314" y="628"/>
                  </a:cubicBezTo>
                  <a:cubicBezTo>
                    <a:pt x="488" y="628"/>
                    <a:pt x="629" y="488"/>
                    <a:pt x="629" y="315"/>
                  </a:cubicBezTo>
                  <a:cubicBezTo>
                    <a:pt x="629" y="236"/>
                    <a:pt x="599" y="164"/>
                    <a:pt x="551" y="110"/>
                  </a:cubicBezTo>
                  <a:cubicBezTo>
                    <a:pt x="546" y="103"/>
                    <a:pt x="537" y="103"/>
                    <a:pt x="530" y="108"/>
                  </a:cubicBezTo>
                  <a:cubicBezTo>
                    <a:pt x="525" y="114"/>
                    <a:pt x="523" y="122"/>
                    <a:pt x="529" y="129"/>
                  </a:cubicBezTo>
                  <a:lnTo>
                    <a:pt x="529" y="129"/>
                  </a:lnTo>
                  <a:cubicBezTo>
                    <a:pt x="573" y="179"/>
                    <a:pt x="598" y="245"/>
                    <a:pt x="598" y="315"/>
                  </a:cubicBezTo>
                  <a:cubicBezTo>
                    <a:pt x="598" y="392"/>
                    <a:pt x="567" y="464"/>
                    <a:pt x="515" y="516"/>
                  </a:cubicBezTo>
                  <a:cubicBezTo>
                    <a:pt x="463" y="566"/>
                    <a:pt x="393" y="599"/>
                    <a:pt x="314" y="599"/>
                  </a:cubicBezTo>
                  <a:cubicBezTo>
                    <a:pt x="236" y="599"/>
                    <a:pt x="164" y="566"/>
                    <a:pt x="112" y="516"/>
                  </a:cubicBezTo>
                  <a:cubicBezTo>
                    <a:pt x="61" y="464"/>
                    <a:pt x="29" y="392"/>
                    <a:pt x="29" y="315"/>
                  </a:cubicBezTo>
                  <a:cubicBezTo>
                    <a:pt x="29" y="163"/>
                    <a:pt x="148" y="38"/>
                    <a:pt x="299" y="31"/>
                  </a:cubicBezTo>
                  <a:cubicBezTo>
                    <a:pt x="307" y="31"/>
                    <a:pt x="314" y="24"/>
                    <a:pt x="314"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5">
              <a:extLst>
                <a:ext uri="{FF2B5EF4-FFF2-40B4-BE49-F238E27FC236}">
                  <a16:creationId xmlns:a16="http://schemas.microsoft.com/office/drawing/2014/main" id="{FEEE2BD1-753E-BA2B-FE8F-7B7A6B4FF800}"/>
                </a:ext>
              </a:extLst>
            </p:cNvPr>
            <p:cNvSpPr>
              <a:spLocks noChangeArrowheads="1"/>
            </p:cNvSpPr>
            <p:nvPr/>
          </p:nvSpPr>
          <p:spPr bwMode="auto">
            <a:xfrm>
              <a:off x="9910763" y="3754438"/>
              <a:ext cx="11112" cy="11112"/>
            </a:xfrm>
            <a:custGeom>
              <a:avLst/>
              <a:gdLst>
                <a:gd name="T0" fmla="*/ 15 w 30"/>
                <a:gd name="T1" fmla="*/ 29 h 30"/>
                <a:gd name="T2" fmla="*/ 15 w 30"/>
                <a:gd name="T3" fmla="*/ 29 h 30"/>
                <a:gd name="T4" fmla="*/ 29 w 30"/>
                <a:gd name="T5" fmla="*/ 14 h 30"/>
                <a:gd name="T6" fmla="*/ 15 w 30"/>
                <a:gd name="T7" fmla="*/ 0 h 30"/>
                <a:gd name="T8" fmla="*/ 0 w 30"/>
                <a:gd name="T9" fmla="*/ 14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4"/>
                  </a:cubicBezTo>
                  <a:cubicBezTo>
                    <a:pt x="29"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6">
              <a:extLst>
                <a:ext uri="{FF2B5EF4-FFF2-40B4-BE49-F238E27FC236}">
                  <a16:creationId xmlns:a16="http://schemas.microsoft.com/office/drawing/2014/main" id="{4697DEF5-B895-2F2D-92B4-196036DD0A8F}"/>
                </a:ext>
              </a:extLst>
            </p:cNvPr>
            <p:cNvSpPr>
              <a:spLocks noChangeArrowheads="1"/>
            </p:cNvSpPr>
            <p:nvPr/>
          </p:nvSpPr>
          <p:spPr bwMode="auto">
            <a:xfrm>
              <a:off x="9899650" y="3738563"/>
              <a:ext cx="11113" cy="11112"/>
            </a:xfrm>
            <a:custGeom>
              <a:avLst/>
              <a:gdLst>
                <a:gd name="T0" fmla="*/ 14 w 31"/>
                <a:gd name="T1" fmla="*/ 0 h 30"/>
                <a:gd name="T2" fmla="*/ 14 w 31"/>
                <a:gd name="T3" fmla="*/ 0 h 30"/>
                <a:gd name="T4" fmla="*/ 0 w 31"/>
                <a:gd name="T5" fmla="*/ 14 h 30"/>
                <a:gd name="T6" fmla="*/ 14 w 31"/>
                <a:gd name="T7" fmla="*/ 29 h 30"/>
                <a:gd name="T8" fmla="*/ 30 w 31"/>
                <a:gd name="T9" fmla="*/ 14 h 30"/>
                <a:gd name="T10" fmla="*/ 14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4" y="0"/>
                  </a:moveTo>
                  <a:lnTo>
                    <a:pt x="14" y="0"/>
                  </a:lnTo>
                  <a:cubicBezTo>
                    <a:pt x="7" y="0"/>
                    <a:pt x="0" y="7"/>
                    <a:pt x="0" y="14"/>
                  </a:cubicBezTo>
                  <a:cubicBezTo>
                    <a:pt x="0" y="22"/>
                    <a:pt x="7" y="29"/>
                    <a:pt x="14" y="29"/>
                  </a:cubicBezTo>
                  <a:cubicBezTo>
                    <a:pt x="23" y="29"/>
                    <a:pt x="30" y="22"/>
                    <a:pt x="30" y="14"/>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7">
              <a:extLst>
                <a:ext uri="{FF2B5EF4-FFF2-40B4-BE49-F238E27FC236}">
                  <a16:creationId xmlns:a16="http://schemas.microsoft.com/office/drawing/2014/main" id="{B297E751-53D2-3091-F250-7BFD03CBB4CA}"/>
                </a:ext>
              </a:extLst>
            </p:cNvPr>
            <p:cNvSpPr>
              <a:spLocks noChangeArrowheads="1"/>
            </p:cNvSpPr>
            <p:nvPr/>
          </p:nvSpPr>
          <p:spPr bwMode="auto">
            <a:xfrm>
              <a:off x="9888538" y="3765550"/>
              <a:ext cx="11112" cy="11113"/>
            </a:xfrm>
            <a:custGeom>
              <a:avLst/>
              <a:gdLst>
                <a:gd name="T0" fmla="*/ 0 w 31"/>
                <a:gd name="T1" fmla="*/ 16 h 31"/>
                <a:gd name="T2" fmla="*/ 0 w 31"/>
                <a:gd name="T3" fmla="*/ 16 h 31"/>
                <a:gd name="T4" fmla="*/ 15 w 31"/>
                <a:gd name="T5" fmla="*/ 30 h 31"/>
                <a:gd name="T6" fmla="*/ 30 w 31"/>
                <a:gd name="T7" fmla="*/ 16 h 31"/>
                <a:gd name="T8" fmla="*/ 15 w 31"/>
                <a:gd name="T9" fmla="*/ 0 h 31"/>
                <a:gd name="T10" fmla="*/ 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0" y="16"/>
                  </a:moveTo>
                  <a:lnTo>
                    <a:pt x="0" y="16"/>
                  </a:lnTo>
                  <a:cubicBezTo>
                    <a:pt x="0" y="24"/>
                    <a:pt x="7" y="30"/>
                    <a:pt x="15" y="30"/>
                  </a:cubicBezTo>
                  <a:cubicBezTo>
                    <a:pt x="23" y="30"/>
                    <a:pt x="30" y="24"/>
                    <a:pt x="30" y="16"/>
                  </a:cubicBezTo>
                  <a:cubicBezTo>
                    <a:pt x="30" y="7"/>
                    <a:pt x="23"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9" name="Group 232">
            <a:extLst>
              <a:ext uri="{FF2B5EF4-FFF2-40B4-BE49-F238E27FC236}">
                <a16:creationId xmlns:a16="http://schemas.microsoft.com/office/drawing/2014/main" id="{1DC818B9-DE8A-6A1E-5999-5D8784839010}"/>
              </a:ext>
            </a:extLst>
          </p:cNvPr>
          <p:cNvGrpSpPr/>
          <p:nvPr/>
        </p:nvGrpSpPr>
        <p:grpSpPr>
          <a:xfrm>
            <a:off x="8794353" y="2342233"/>
            <a:ext cx="204787" cy="276225"/>
            <a:chOff x="7758113" y="4135438"/>
            <a:chExt cx="204787" cy="276225"/>
          </a:xfrm>
          <a:solidFill>
            <a:schemeClr val="tx2"/>
          </a:solidFill>
        </p:grpSpPr>
        <p:sp>
          <p:nvSpPr>
            <p:cNvPr id="230" name="Freeform 188">
              <a:extLst>
                <a:ext uri="{FF2B5EF4-FFF2-40B4-BE49-F238E27FC236}">
                  <a16:creationId xmlns:a16="http://schemas.microsoft.com/office/drawing/2014/main" id="{729D48F9-E8D9-676A-E8E2-B595DAF4AA08}"/>
                </a:ext>
              </a:extLst>
            </p:cNvPr>
            <p:cNvSpPr>
              <a:spLocks noChangeArrowheads="1"/>
            </p:cNvSpPr>
            <p:nvPr/>
          </p:nvSpPr>
          <p:spPr bwMode="auto">
            <a:xfrm>
              <a:off x="7758113" y="4229100"/>
              <a:ext cx="204787" cy="182563"/>
            </a:xfrm>
            <a:custGeom>
              <a:avLst/>
              <a:gdLst>
                <a:gd name="T0" fmla="*/ 533 w 567"/>
                <a:gd name="T1" fmla="*/ 172 h 506"/>
                <a:gd name="T2" fmla="*/ 533 w 567"/>
                <a:gd name="T3" fmla="*/ 172 h 506"/>
                <a:gd name="T4" fmla="*/ 566 w 567"/>
                <a:gd name="T5" fmla="*/ 14 h 506"/>
                <a:gd name="T6" fmla="*/ 561 w 567"/>
                <a:gd name="T7" fmla="*/ 4 h 506"/>
                <a:gd name="T8" fmla="*/ 552 w 567"/>
                <a:gd name="T9" fmla="*/ 0 h 506"/>
                <a:gd name="T10" fmla="*/ 15 w 567"/>
                <a:gd name="T11" fmla="*/ 0 h 506"/>
                <a:gd name="T12" fmla="*/ 4 w 567"/>
                <a:gd name="T13" fmla="*/ 4 h 506"/>
                <a:gd name="T14" fmla="*/ 0 w 567"/>
                <a:gd name="T15" fmla="*/ 14 h 506"/>
                <a:gd name="T16" fmla="*/ 62 w 567"/>
                <a:gd name="T17" fmla="*/ 221 h 506"/>
                <a:gd name="T18" fmla="*/ 150 w 567"/>
                <a:gd name="T19" fmla="*/ 300 h 506"/>
                <a:gd name="T20" fmla="*/ 180 w 567"/>
                <a:gd name="T21" fmla="*/ 313 h 506"/>
                <a:gd name="T22" fmla="*/ 70 w 567"/>
                <a:gd name="T23" fmla="*/ 480 h 506"/>
                <a:gd name="T24" fmla="*/ 74 w 567"/>
                <a:gd name="T25" fmla="*/ 501 h 506"/>
                <a:gd name="T26" fmla="*/ 95 w 567"/>
                <a:gd name="T27" fmla="*/ 495 h 506"/>
                <a:gd name="T28" fmla="*/ 209 w 567"/>
                <a:gd name="T29" fmla="*/ 321 h 506"/>
                <a:gd name="T30" fmla="*/ 283 w 567"/>
                <a:gd name="T31" fmla="*/ 331 h 506"/>
                <a:gd name="T32" fmla="*/ 361 w 567"/>
                <a:gd name="T33" fmla="*/ 321 h 506"/>
                <a:gd name="T34" fmla="*/ 472 w 567"/>
                <a:gd name="T35" fmla="*/ 495 h 506"/>
                <a:gd name="T36" fmla="*/ 493 w 567"/>
                <a:gd name="T37" fmla="*/ 501 h 506"/>
                <a:gd name="T38" fmla="*/ 497 w 567"/>
                <a:gd name="T39" fmla="*/ 480 h 506"/>
                <a:gd name="T40" fmla="*/ 390 w 567"/>
                <a:gd name="T41" fmla="*/ 311 h 506"/>
                <a:gd name="T42" fmla="*/ 417 w 567"/>
                <a:gd name="T43" fmla="*/ 300 h 506"/>
                <a:gd name="T44" fmla="*/ 533 w 567"/>
                <a:gd name="T45" fmla="*/ 172 h 506"/>
                <a:gd name="T46" fmla="*/ 283 w 567"/>
                <a:gd name="T47" fmla="*/ 300 h 506"/>
                <a:gd name="T48" fmla="*/ 283 w 567"/>
                <a:gd name="T49" fmla="*/ 300 h 506"/>
                <a:gd name="T50" fmla="*/ 164 w 567"/>
                <a:gd name="T51" fmla="*/ 273 h 506"/>
                <a:gd name="T52" fmla="*/ 60 w 567"/>
                <a:gd name="T53" fmla="*/ 160 h 506"/>
                <a:gd name="T54" fmla="*/ 31 w 567"/>
                <a:gd name="T55" fmla="*/ 29 h 506"/>
                <a:gd name="T56" fmla="*/ 536 w 567"/>
                <a:gd name="T57" fmla="*/ 29 h 506"/>
                <a:gd name="T58" fmla="*/ 480 w 567"/>
                <a:gd name="T59" fmla="*/ 205 h 506"/>
                <a:gd name="T60" fmla="*/ 403 w 567"/>
                <a:gd name="T61" fmla="*/ 273 h 506"/>
                <a:gd name="T62" fmla="*/ 283 w 567"/>
                <a:gd name="T63" fmla="*/ 300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7" h="506">
                  <a:moveTo>
                    <a:pt x="533" y="172"/>
                  </a:moveTo>
                  <a:lnTo>
                    <a:pt x="533" y="172"/>
                  </a:lnTo>
                  <a:cubicBezTo>
                    <a:pt x="556" y="120"/>
                    <a:pt x="566" y="64"/>
                    <a:pt x="566" y="14"/>
                  </a:cubicBezTo>
                  <a:cubicBezTo>
                    <a:pt x="566" y="9"/>
                    <a:pt x="564" y="7"/>
                    <a:pt x="561" y="4"/>
                  </a:cubicBezTo>
                  <a:cubicBezTo>
                    <a:pt x="559" y="1"/>
                    <a:pt x="554" y="0"/>
                    <a:pt x="552" y="0"/>
                  </a:cubicBezTo>
                  <a:cubicBezTo>
                    <a:pt x="15" y="0"/>
                    <a:pt x="15" y="0"/>
                    <a:pt x="15" y="0"/>
                  </a:cubicBezTo>
                  <a:cubicBezTo>
                    <a:pt x="11" y="0"/>
                    <a:pt x="7" y="1"/>
                    <a:pt x="4" y="4"/>
                  </a:cubicBezTo>
                  <a:cubicBezTo>
                    <a:pt x="1" y="7"/>
                    <a:pt x="0" y="9"/>
                    <a:pt x="0" y="14"/>
                  </a:cubicBezTo>
                  <a:cubicBezTo>
                    <a:pt x="0" y="81"/>
                    <a:pt x="18" y="160"/>
                    <a:pt x="62" y="221"/>
                  </a:cubicBezTo>
                  <a:cubicBezTo>
                    <a:pt x="84" y="254"/>
                    <a:pt x="112" y="280"/>
                    <a:pt x="150" y="300"/>
                  </a:cubicBezTo>
                  <a:cubicBezTo>
                    <a:pt x="158" y="304"/>
                    <a:pt x="168" y="309"/>
                    <a:pt x="180" y="313"/>
                  </a:cubicBezTo>
                  <a:cubicBezTo>
                    <a:pt x="70" y="480"/>
                    <a:pt x="70" y="480"/>
                    <a:pt x="70" y="480"/>
                  </a:cubicBezTo>
                  <a:cubicBezTo>
                    <a:pt x="66" y="487"/>
                    <a:pt x="67" y="495"/>
                    <a:pt x="74" y="501"/>
                  </a:cubicBezTo>
                  <a:cubicBezTo>
                    <a:pt x="81" y="505"/>
                    <a:pt x="90" y="502"/>
                    <a:pt x="95" y="495"/>
                  </a:cubicBezTo>
                  <a:cubicBezTo>
                    <a:pt x="209" y="321"/>
                    <a:pt x="209" y="321"/>
                    <a:pt x="209" y="321"/>
                  </a:cubicBezTo>
                  <a:cubicBezTo>
                    <a:pt x="232" y="327"/>
                    <a:pt x="257" y="331"/>
                    <a:pt x="283" y="331"/>
                  </a:cubicBezTo>
                  <a:cubicBezTo>
                    <a:pt x="312" y="331"/>
                    <a:pt x="338" y="327"/>
                    <a:pt x="361" y="321"/>
                  </a:cubicBezTo>
                  <a:cubicBezTo>
                    <a:pt x="472" y="495"/>
                    <a:pt x="472" y="495"/>
                    <a:pt x="472" y="495"/>
                  </a:cubicBezTo>
                  <a:cubicBezTo>
                    <a:pt x="476" y="502"/>
                    <a:pt x="486" y="505"/>
                    <a:pt x="493" y="501"/>
                  </a:cubicBezTo>
                  <a:cubicBezTo>
                    <a:pt x="500" y="497"/>
                    <a:pt x="501" y="487"/>
                    <a:pt x="497" y="480"/>
                  </a:cubicBezTo>
                  <a:cubicBezTo>
                    <a:pt x="390" y="311"/>
                    <a:pt x="390" y="311"/>
                    <a:pt x="390" y="311"/>
                  </a:cubicBezTo>
                  <a:cubicBezTo>
                    <a:pt x="400" y="309"/>
                    <a:pt x="408" y="304"/>
                    <a:pt x="417" y="300"/>
                  </a:cubicBezTo>
                  <a:cubicBezTo>
                    <a:pt x="472" y="271"/>
                    <a:pt x="510" y="224"/>
                    <a:pt x="533" y="172"/>
                  </a:cubicBezTo>
                  <a:close/>
                  <a:moveTo>
                    <a:pt x="283" y="300"/>
                  </a:moveTo>
                  <a:lnTo>
                    <a:pt x="283" y="300"/>
                  </a:lnTo>
                  <a:cubicBezTo>
                    <a:pt x="236" y="300"/>
                    <a:pt x="196" y="290"/>
                    <a:pt x="164" y="273"/>
                  </a:cubicBezTo>
                  <a:cubicBezTo>
                    <a:pt x="115" y="248"/>
                    <a:pt x="83" y="207"/>
                    <a:pt x="60" y="160"/>
                  </a:cubicBezTo>
                  <a:cubicBezTo>
                    <a:pt x="42" y="118"/>
                    <a:pt x="32" y="71"/>
                    <a:pt x="31" y="29"/>
                  </a:cubicBezTo>
                  <a:cubicBezTo>
                    <a:pt x="536" y="29"/>
                    <a:pt x="536" y="29"/>
                    <a:pt x="536" y="29"/>
                  </a:cubicBezTo>
                  <a:cubicBezTo>
                    <a:pt x="533" y="88"/>
                    <a:pt x="517" y="153"/>
                    <a:pt x="480" y="205"/>
                  </a:cubicBezTo>
                  <a:cubicBezTo>
                    <a:pt x="460" y="233"/>
                    <a:pt x="435" y="257"/>
                    <a:pt x="403" y="273"/>
                  </a:cubicBezTo>
                  <a:cubicBezTo>
                    <a:pt x="371" y="290"/>
                    <a:pt x="331" y="300"/>
                    <a:pt x="283" y="3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9">
              <a:extLst>
                <a:ext uri="{FF2B5EF4-FFF2-40B4-BE49-F238E27FC236}">
                  <a16:creationId xmlns:a16="http://schemas.microsoft.com/office/drawing/2014/main" id="{11B6FFE6-747C-D6F1-2E9E-5EAA83C12282}"/>
                </a:ext>
              </a:extLst>
            </p:cNvPr>
            <p:cNvSpPr>
              <a:spLocks noChangeArrowheads="1"/>
            </p:cNvSpPr>
            <p:nvPr/>
          </p:nvSpPr>
          <p:spPr bwMode="auto">
            <a:xfrm>
              <a:off x="7802563" y="4135438"/>
              <a:ext cx="23812" cy="80962"/>
            </a:xfrm>
            <a:custGeom>
              <a:avLst/>
              <a:gdLst>
                <a:gd name="T0" fmla="*/ 63 w 67"/>
                <a:gd name="T1" fmla="*/ 24 h 227"/>
                <a:gd name="T2" fmla="*/ 63 w 67"/>
                <a:gd name="T3" fmla="*/ 24 h 227"/>
                <a:gd name="T4" fmla="*/ 56 w 67"/>
                <a:gd name="T5" fmla="*/ 3 h 227"/>
                <a:gd name="T6" fmla="*/ 35 w 67"/>
                <a:gd name="T7" fmla="*/ 10 h 227"/>
                <a:gd name="T8" fmla="*/ 35 w 67"/>
                <a:gd name="T9" fmla="*/ 10 h 227"/>
                <a:gd name="T10" fmla="*/ 11 w 67"/>
                <a:gd name="T11" fmla="*/ 59 h 227"/>
                <a:gd name="T12" fmla="*/ 6 w 67"/>
                <a:gd name="T13" fmla="*/ 80 h 227"/>
                <a:gd name="T14" fmla="*/ 11 w 67"/>
                <a:gd name="T15" fmla="*/ 101 h 227"/>
                <a:gd name="T16" fmla="*/ 28 w 67"/>
                <a:gd name="T17" fmla="*/ 138 h 227"/>
                <a:gd name="T18" fmla="*/ 31 w 67"/>
                <a:gd name="T19" fmla="*/ 145 h 227"/>
                <a:gd name="T20" fmla="*/ 28 w 67"/>
                <a:gd name="T21" fmla="*/ 152 h 227"/>
                <a:gd name="T22" fmla="*/ 4 w 67"/>
                <a:gd name="T23" fmla="*/ 203 h 227"/>
                <a:gd name="T24" fmla="*/ 10 w 67"/>
                <a:gd name="T25" fmla="*/ 222 h 227"/>
                <a:gd name="T26" fmla="*/ 31 w 67"/>
                <a:gd name="T27" fmla="*/ 215 h 227"/>
                <a:gd name="T28" fmla="*/ 55 w 67"/>
                <a:gd name="T29" fmla="*/ 166 h 227"/>
                <a:gd name="T30" fmla="*/ 60 w 67"/>
                <a:gd name="T31" fmla="*/ 145 h 227"/>
                <a:gd name="T32" fmla="*/ 55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8" y="0"/>
                    <a:pt x="39" y="3"/>
                    <a:pt x="35" y="10"/>
                  </a:cubicBezTo>
                  <a:lnTo>
                    <a:pt x="35" y="10"/>
                  </a:lnTo>
                  <a:cubicBezTo>
                    <a:pt x="11" y="59"/>
                    <a:pt x="11" y="59"/>
                    <a:pt x="11" y="59"/>
                  </a:cubicBezTo>
                  <a:cubicBezTo>
                    <a:pt x="7" y="66"/>
                    <a:pt x="6" y="73"/>
                    <a:pt x="6" y="80"/>
                  </a:cubicBezTo>
                  <a:cubicBezTo>
                    <a:pt x="6" y="89"/>
                    <a:pt x="7" y="96"/>
                    <a:pt x="11" y="101"/>
                  </a:cubicBezTo>
                  <a:cubicBezTo>
                    <a:pt x="28" y="138"/>
                    <a:pt x="28" y="138"/>
                    <a:pt x="28" y="138"/>
                  </a:cubicBezTo>
                  <a:cubicBezTo>
                    <a:pt x="29" y="139"/>
                    <a:pt x="31" y="142"/>
                    <a:pt x="31" y="145"/>
                  </a:cubicBezTo>
                  <a:cubicBezTo>
                    <a:pt x="31" y="148"/>
                    <a:pt x="29" y="151"/>
                    <a:pt x="28" y="152"/>
                  </a:cubicBezTo>
                  <a:cubicBezTo>
                    <a:pt x="4" y="203"/>
                    <a:pt x="4" y="203"/>
                    <a:pt x="4" y="203"/>
                  </a:cubicBezTo>
                  <a:cubicBezTo>
                    <a:pt x="0" y="210"/>
                    <a:pt x="3" y="219"/>
                    <a:pt x="10" y="222"/>
                  </a:cubicBezTo>
                  <a:cubicBezTo>
                    <a:pt x="18" y="226"/>
                    <a:pt x="27" y="224"/>
                    <a:pt x="31" y="215"/>
                  </a:cubicBezTo>
                  <a:cubicBezTo>
                    <a:pt x="55" y="166"/>
                    <a:pt x="55" y="166"/>
                    <a:pt x="55" y="166"/>
                  </a:cubicBezTo>
                  <a:cubicBezTo>
                    <a:pt x="59" y="159"/>
                    <a:pt x="60" y="152"/>
                    <a:pt x="60" y="145"/>
                  </a:cubicBezTo>
                  <a:cubicBezTo>
                    <a:pt x="60" y="138"/>
                    <a:pt x="59" y="131"/>
                    <a:pt x="55"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90">
              <a:extLst>
                <a:ext uri="{FF2B5EF4-FFF2-40B4-BE49-F238E27FC236}">
                  <a16:creationId xmlns:a16="http://schemas.microsoft.com/office/drawing/2014/main" id="{F61DEC19-551A-639A-85D2-7CB5DD723A57}"/>
                </a:ext>
              </a:extLst>
            </p:cNvPr>
            <p:cNvSpPr>
              <a:spLocks noChangeArrowheads="1"/>
            </p:cNvSpPr>
            <p:nvPr/>
          </p:nvSpPr>
          <p:spPr bwMode="auto">
            <a:xfrm>
              <a:off x="7848600" y="4135438"/>
              <a:ext cx="23813" cy="80962"/>
            </a:xfrm>
            <a:custGeom>
              <a:avLst/>
              <a:gdLst>
                <a:gd name="T0" fmla="*/ 63 w 67"/>
                <a:gd name="T1" fmla="*/ 24 h 227"/>
                <a:gd name="T2" fmla="*/ 63 w 67"/>
                <a:gd name="T3" fmla="*/ 24 h 227"/>
                <a:gd name="T4" fmla="*/ 56 w 67"/>
                <a:gd name="T5" fmla="*/ 3 h 227"/>
                <a:gd name="T6" fmla="*/ 36 w 67"/>
                <a:gd name="T7" fmla="*/ 10 h 227"/>
                <a:gd name="T8" fmla="*/ 36 w 67"/>
                <a:gd name="T9" fmla="*/ 10 h 227"/>
                <a:gd name="T10" fmla="*/ 11 w 67"/>
                <a:gd name="T11" fmla="*/ 59 h 227"/>
                <a:gd name="T12" fmla="*/ 5 w 67"/>
                <a:gd name="T13" fmla="*/ 80 h 227"/>
                <a:gd name="T14" fmla="*/ 11 w 67"/>
                <a:gd name="T15" fmla="*/ 101 h 227"/>
                <a:gd name="T16" fmla="*/ 29 w 67"/>
                <a:gd name="T17" fmla="*/ 138 h 227"/>
                <a:gd name="T18" fmla="*/ 31 w 67"/>
                <a:gd name="T19" fmla="*/ 145 h 227"/>
                <a:gd name="T20" fmla="*/ 29 w 67"/>
                <a:gd name="T21" fmla="*/ 152 h 227"/>
                <a:gd name="T22" fmla="*/ 4 w 67"/>
                <a:gd name="T23" fmla="*/ 203 h 227"/>
                <a:gd name="T24" fmla="*/ 11 w 67"/>
                <a:gd name="T25" fmla="*/ 222 h 227"/>
                <a:gd name="T26" fmla="*/ 31 w 67"/>
                <a:gd name="T27" fmla="*/ 215 h 227"/>
                <a:gd name="T28" fmla="*/ 56 w 67"/>
                <a:gd name="T29" fmla="*/ 166 h 227"/>
                <a:gd name="T30" fmla="*/ 60 w 67"/>
                <a:gd name="T31" fmla="*/ 145 h 227"/>
                <a:gd name="T32" fmla="*/ 56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9" y="0"/>
                    <a:pt x="39" y="3"/>
                    <a:pt x="36" y="10"/>
                  </a:cubicBezTo>
                  <a:lnTo>
                    <a:pt x="36" y="10"/>
                  </a:lnTo>
                  <a:cubicBezTo>
                    <a:pt x="11" y="59"/>
                    <a:pt x="11" y="59"/>
                    <a:pt x="11" y="59"/>
                  </a:cubicBezTo>
                  <a:cubicBezTo>
                    <a:pt x="8" y="66"/>
                    <a:pt x="5" y="73"/>
                    <a:pt x="5" y="80"/>
                  </a:cubicBezTo>
                  <a:cubicBezTo>
                    <a:pt x="5" y="89"/>
                    <a:pt x="8" y="96"/>
                    <a:pt x="11" y="101"/>
                  </a:cubicBezTo>
                  <a:cubicBezTo>
                    <a:pt x="29" y="138"/>
                    <a:pt x="29" y="138"/>
                    <a:pt x="29" y="138"/>
                  </a:cubicBezTo>
                  <a:cubicBezTo>
                    <a:pt x="29" y="139"/>
                    <a:pt x="31" y="142"/>
                    <a:pt x="31" y="145"/>
                  </a:cubicBezTo>
                  <a:cubicBezTo>
                    <a:pt x="31" y="148"/>
                    <a:pt x="29" y="151"/>
                    <a:pt x="29" y="152"/>
                  </a:cubicBezTo>
                  <a:cubicBezTo>
                    <a:pt x="4" y="203"/>
                    <a:pt x="4" y="203"/>
                    <a:pt x="4" y="203"/>
                  </a:cubicBezTo>
                  <a:cubicBezTo>
                    <a:pt x="0" y="210"/>
                    <a:pt x="3" y="219"/>
                    <a:pt x="11" y="222"/>
                  </a:cubicBezTo>
                  <a:cubicBezTo>
                    <a:pt x="18" y="226"/>
                    <a:pt x="26" y="224"/>
                    <a:pt x="31" y="215"/>
                  </a:cubicBezTo>
                  <a:cubicBezTo>
                    <a:pt x="56" y="166"/>
                    <a:pt x="56" y="166"/>
                    <a:pt x="56" y="166"/>
                  </a:cubicBezTo>
                  <a:cubicBezTo>
                    <a:pt x="59" y="159"/>
                    <a:pt x="60" y="152"/>
                    <a:pt x="60" y="145"/>
                  </a:cubicBezTo>
                  <a:cubicBezTo>
                    <a:pt x="60" y="138"/>
                    <a:pt x="59" y="131"/>
                    <a:pt x="56"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1">
              <a:extLst>
                <a:ext uri="{FF2B5EF4-FFF2-40B4-BE49-F238E27FC236}">
                  <a16:creationId xmlns:a16="http://schemas.microsoft.com/office/drawing/2014/main" id="{A337F1D3-E259-992C-D976-B45165121338}"/>
                </a:ext>
              </a:extLst>
            </p:cNvPr>
            <p:cNvSpPr>
              <a:spLocks noChangeArrowheads="1"/>
            </p:cNvSpPr>
            <p:nvPr/>
          </p:nvSpPr>
          <p:spPr bwMode="auto">
            <a:xfrm>
              <a:off x="7894638" y="4135438"/>
              <a:ext cx="23812" cy="80962"/>
            </a:xfrm>
            <a:custGeom>
              <a:avLst/>
              <a:gdLst>
                <a:gd name="T0" fmla="*/ 63 w 68"/>
                <a:gd name="T1" fmla="*/ 24 h 227"/>
                <a:gd name="T2" fmla="*/ 63 w 68"/>
                <a:gd name="T3" fmla="*/ 24 h 227"/>
                <a:gd name="T4" fmla="*/ 56 w 68"/>
                <a:gd name="T5" fmla="*/ 3 h 227"/>
                <a:gd name="T6" fmla="*/ 36 w 68"/>
                <a:gd name="T7" fmla="*/ 10 h 227"/>
                <a:gd name="T8" fmla="*/ 36 w 68"/>
                <a:gd name="T9" fmla="*/ 10 h 227"/>
                <a:gd name="T10" fmla="*/ 11 w 68"/>
                <a:gd name="T11" fmla="*/ 59 h 227"/>
                <a:gd name="T12" fmla="*/ 7 w 68"/>
                <a:gd name="T13" fmla="*/ 80 h 227"/>
                <a:gd name="T14" fmla="*/ 11 w 68"/>
                <a:gd name="T15" fmla="*/ 101 h 227"/>
                <a:gd name="T16" fmla="*/ 29 w 68"/>
                <a:gd name="T17" fmla="*/ 138 h 227"/>
                <a:gd name="T18" fmla="*/ 30 w 68"/>
                <a:gd name="T19" fmla="*/ 145 h 227"/>
                <a:gd name="T20" fmla="*/ 29 w 68"/>
                <a:gd name="T21" fmla="*/ 152 h 227"/>
                <a:gd name="T22" fmla="*/ 4 w 68"/>
                <a:gd name="T23" fmla="*/ 203 h 227"/>
                <a:gd name="T24" fmla="*/ 11 w 68"/>
                <a:gd name="T25" fmla="*/ 222 h 227"/>
                <a:gd name="T26" fmla="*/ 30 w 68"/>
                <a:gd name="T27" fmla="*/ 215 h 227"/>
                <a:gd name="T28" fmla="*/ 56 w 68"/>
                <a:gd name="T29" fmla="*/ 166 h 227"/>
                <a:gd name="T30" fmla="*/ 60 w 68"/>
                <a:gd name="T31" fmla="*/ 145 h 227"/>
                <a:gd name="T32" fmla="*/ 56 w 68"/>
                <a:gd name="T33" fmla="*/ 124 h 227"/>
                <a:gd name="T34" fmla="*/ 37 w 68"/>
                <a:gd name="T35" fmla="*/ 89 h 227"/>
                <a:gd name="T36" fmla="*/ 36 w 68"/>
                <a:gd name="T37" fmla="*/ 80 h 227"/>
                <a:gd name="T38" fmla="*/ 37 w 68"/>
                <a:gd name="T39" fmla="*/ 73 h 227"/>
                <a:gd name="T40" fmla="*/ 63 w 68"/>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8" h="227">
                  <a:moveTo>
                    <a:pt x="63" y="24"/>
                  </a:moveTo>
                  <a:lnTo>
                    <a:pt x="63" y="24"/>
                  </a:lnTo>
                  <a:cubicBezTo>
                    <a:pt x="67" y="16"/>
                    <a:pt x="63" y="7"/>
                    <a:pt x="56" y="3"/>
                  </a:cubicBezTo>
                  <a:cubicBezTo>
                    <a:pt x="49" y="0"/>
                    <a:pt x="40" y="3"/>
                    <a:pt x="36" y="10"/>
                  </a:cubicBezTo>
                  <a:lnTo>
                    <a:pt x="36" y="10"/>
                  </a:lnTo>
                  <a:cubicBezTo>
                    <a:pt x="11" y="59"/>
                    <a:pt x="11" y="59"/>
                    <a:pt x="11" y="59"/>
                  </a:cubicBezTo>
                  <a:cubicBezTo>
                    <a:pt x="8" y="66"/>
                    <a:pt x="7" y="73"/>
                    <a:pt x="7" y="80"/>
                  </a:cubicBezTo>
                  <a:cubicBezTo>
                    <a:pt x="7" y="89"/>
                    <a:pt x="8" y="96"/>
                    <a:pt x="11" y="101"/>
                  </a:cubicBezTo>
                  <a:cubicBezTo>
                    <a:pt x="29" y="138"/>
                    <a:pt x="29" y="138"/>
                    <a:pt x="29" y="138"/>
                  </a:cubicBezTo>
                  <a:cubicBezTo>
                    <a:pt x="30" y="139"/>
                    <a:pt x="30" y="142"/>
                    <a:pt x="30" y="145"/>
                  </a:cubicBezTo>
                  <a:cubicBezTo>
                    <a:pt x="30" y="148"/>
                    <a:pt x="30" y="151"/>
                    <a:pt x="29" y="152"/>
                  </a:cubicBezTo>
                  <a:cubicBezTo>
                    <a:pt x="4" y="203"/>
                    <a:pt x="4" y="203"/>
                    <a:pt x="4" y="203"/>
                  </a:cubicBezTo>
                  <a:cubicBezTo>
                    <a:pt x="0" y="210"/>
                    <a:pt x="4" y="219"/>
                    <a:pt x="11" y="222"/>
                  </a:cubicBezTo>
                  <a:cubicBezTo>
                    <a:pt x="18" y="226"/>
                    <a:pt x="28" y="224"/>
                    <a:pt x="30" y="215"/>
                  </a:cubicBezTo>
                  <a:cubicBezTo>
                    <a:pt x="56" y="166"/>
                    <a:pt x="56" y="166"/>
                    <a:pt x="56" y="166"/>
                  </a:cubicBezTo>
                  <a:cubicBezTo>
                    <a:pt x="59" y="159"/>
                    <a:pt x="60" y="152"/>
                    <a:pt x="60" y="145"/>
                  </a:cubicBezTo>
                  <a:cubicBezTo>
                    <a:pt x="60" y="138"/>
                    <a:pt x="59" y="131"/>
                    <a:pt x="56" y="124"/>
                  </a:cubicBezTo>
                  <a:cubicBezTo>
                    <a:pt x="37" y="89"/>
                    <a:pt x="37" y="89"/>
                    <a:pt x="37" y="89"/>
                  </a:cubicBezTo>
                  <a:cubicBezTo>
                    <a:pt x="36" y="86"/>
                    <a:pt x="36" y="83"/>
                    <a:pt x="36" y="80"/>
                  </a:cubicBezTo>
                  <a:cubicBezTo>
                    <a:pt x="36" y="79"/>
                    <a:pt x="36" y="76"/>
                    <a:pt x="37"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4" name="Group 237">
            <a:extLst>
              <a:ext uri="{FF2B5EF4-FFF2-40B4-BE49-F238E27FC236}">
                <a16:creationId xmlns:a16="http://schemas.microsoft.com/office/drawing/2014/main" id="{DE61FD7F-7647-B507-B3D2-34C4C9326413}"/>
              </a:ext>
            </a:extLst>
          </p:cNvPr>
          <p:cNvGrpSpPr/>
          <p:nvPr/>
        </p:nvGrpSpPr>
        <p:grpSpPr>
          <a:xfrm>
            <a:off x="9815115" y="2350964"/>
            <a:ext cx="204788" cy="258763"/>
            <a:chOff x="8778875" y="4156075"/>
            <a:chExt cx="204788" cy="258763"/>
          </a:xfrm>
          <a:solidFill>
            <a:schemeClr val="tx2"/>
          </a:solidFill>
        </p:grpSpPr>
        <p:sp>
          <p:nvSpPr>
            <p:cNvPr id="235" name="Freeform 192">
              <a:extLst>
                <a:ext uri="{FF2B5EF4-FFF2-40B4-BE49-F238E27FC236}">
                  <a16:creationId xmlns:a16="http://schemas.microsoft.com/office/drawing/2014/main" id="{8340B979-76E4-6F6B-BF8B-B1DB39B00EFD}"/>
                </a:ext>
              </a:extLst>
            </p:cNvPr>
            <p:cNvSpPr>
              <a:spLocks noChangeArrowheads="1"/>
            </p:cNvSpPr>
            <p:nvPr/>
          </p:nvSpPr>
          <p:spPr bwMode="auto">
            <a:xfrm>
              <a:off x="8810625" y="4198938"/>
              <a:ext cx="139700" cy="96837"/>
            </a:xfrm>
            <a:custGeom>
              <a:avLst/>
              <a:gdLst>
                <a:gd name="T0" fmla="*/ 14 w 389"/>
                <a:gd name="T1" fmla="*/ 269 h 270"/>
                <a:gd name="T2" fmla="*/ 14 w 389"/>
                <a:gd name="T3" fmla="*/ 269 h 270"/>
                <a:gd name="T4" fmla="*/ 373 w 389"/>
                <a:gd name="T5" fmla="*/ 269 h 270"/>
                <a:gd name="T6" fmla="*/ 384 w 389"/>
                <a:gd name="T7" fmla="*/ 265 h 270"/>
                <a:gd name="T8" fmla="*/ 388 w 389"/>
                <a:gd name="T9" fmla="*/ 255 h 270"/>
                <a:gd name="T10" fmla="*/ 209 w 389"/>
                <a:gd name="T11" fmla="*/ 62 h 270"/>
                <a:gd name="T12" fmla="*/ 209 w 389"/>
                <a:gd name="T13" fmla="*/ 15 h 270"/>
                <a:gd name="T14" fmla="*/ 193 w 389"/>
                <a:gd name="T15" fmla="*/ 0 h 270"/>
                <a:gd name="T16" fmla="*/ 179 w 389"/>
                <a:gd name="T17" fmla="*/ 15 h 270"/>
                <a:gd name="T18" fmla="*/ 179 w 389"/>
                <a:gd name="T19" fmla="*/ 62 h 270"/>
                <a:gd name="T20" fmla="*/ 0 w 389"/>
                <a:gd name="T21" fmla="*/ 255 h 270"/>
                <a:gd name="T22" fmla="*/ 4 w 389"/>
                <a:gd name="T23" fmla="*/ 265 h 270"/>
                <a:gd name="T24" fmla="*/ 14 w 389"/>
                <a:gd name="T25" fmla="*/ 269 h 270"/>
                <a:gd name="T26" fmla="*/ 77 w 389"/>
                <a:gd name="T27" fmla="*/ 139 h 270"/>
                <a:gd name="T28" fmla="*/ 77 w 389"/>
                <a:gd name="T29" fmla="*/ 139 h 270"/>
                <a:gd name="T30" fmla="*/ 193 w 389"/>
                <a:gd name="T31" fmla="*/ 90 h 270"/>
                <a:gd name="T32" fmla="*/ 193 w 389"/>
                <a:gd name="T33" fmla="*/ 90 h 270"/>
                <a:gd name="T34" fmla="*/ 193 w 389"/>
                <a:gd name="T35" fmla="*/ 90 h 270"/>
                <a:gd name="T36" fmla="*/ 310 w 389"/>
                <a:gd name="T37" fmla="*/ 139 h 270"/>
                <a:gd name="T38" fmla="*/ 358 w 389"/>
                <a:gd name="T39" fmla="*/ 240 h 270"/>
                <a:gd name="T40" fmla="*/ 30 w 389"/>
                <a:gd name="T41" fmla="*/ 240 h 270"/>
                <a:gd name="T42" fmla="*/ 77 w 389"/>
                <a:gd name="T43" fmla="*/ 13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89" h="270">
                  <a:moveTo>
                    <a:pt x="14" y="269"/>
                  </a:moveTo>
                  <a:lnTo>
                    <a:pt x="14" y="269"/>
                  </a:lnTo>
                  <a:cubicBezTo>
                    <a:pt x="373" y="269"/>
                    <a:pt x="373" y="269"/>
                    <a:pt x="373" y="269"/>
                  </a:cubicBezTo>
                  <a:cubicBezTo>
                    <a:pt x="377" y="269"/>
                    <a:pt x="381" y="268"/>
                    <a:pt x="384" y="265"/>
                  </a:cubicBezTo>
                  <a:cubicBezTo>
                    <a:pt x="387" y="262"/>
                    <a:pt x="388" y="260"/>
                    <a:pt x="388" y="255"/>
                  </a:cubicBezTo>
                  <a:cubicBezTo>
                    <a:pt x="388" y="153"/>
                    <a:pt x="310" y="69"/>
                    <a:pt x="209" y="62"/>
                  </a:cubicBezTo>
                  <a:cubicBezTo>
                    <a:pt x="209" y="15"/>
                    <a:pt x="209" y="15"/>
                    <a:pt x="209" y="15"/>
                  </a:cubicBezTo>
                  <a:cubicBezTo>
                    <a:pt x="209" y="7"/>
                    <a:pt x="202" y="0"/>
                    <a:pt x="193" y="0"/>
                  </a:cubicBezTo>
                  <a:cubicBezTo>
                    <a:pt x="186" y="0"/>
                    <a:pt x="179" y="7"/>
                    <a:pt x="179" y="15"/>
                  </a:cubicBezTo>
                  <a:cubicBezTo>
                    <a:pt x="179" y="62"/>
                    <a:pt x="179" y="62"/>
                    <a:pt x="179" y="62"/>
                  </a:cubicBezTo>
                  <a:cubicBezTo>
                    <a:pt x="78" y="69"/>
                    <a:pt x="0" y="153"/>
                    <a:pt x="0" y="255"/>
                  </a:cubicBezTo>
                  <a:cubicBezTo>
                    <a:pt x="0" y="260"/>
                    <a:pt x="1" y="262"/>
                    <a:pt x="4" y="265"/>
                  </a:cubicBezTo>
                  <a:cubicBezTo>
                    <a:pt x="7" y="268"/>
                    <a:pt x="11" y="269"/>
                    <a:pt x="14" y="269"/>
                  </a:cubicBezTo>
                  <a:close/>
                  <a:moveTo>
                    <a:pt x="77" y="139"/>
                  </a:moveTo>
                  <a:lnTo>
                    <a:pt x="77" y="139"/>
                  </a:lnTo>
                  <a:cubicBezTo>
                    <a:pt x="108" y="109"/>
                    <a:pt x="148" y="90"/>
                    <a:pt x="193" y="90"/>
                  </a:cubicBezTo>
                  <a:lnTo>
                    <a:pt x="193" y="90"/>
                  </a:lnTo>
                  <a:lnTo>
                    <a:pt x="193" y="90"/>
                  </a:lnTo>
                  <a:cubicBezTo>
                    <a:pt x="240" y="90"/>
                    <a:pt x="280" y="109"/>
                    <a:pt x="310" y="139"/>
                  </a:cubicBezTo>
                  <a:cubicBezTo>
                    <a:pt x="337" y="165"/>
                    <a:pt x="355" y="201"/>
                    <a:pt x="358" y="240"/>
                  </a:cubicBezTo>
                  <a:cubicBezTo>
                    <a:pt x="30" y="240"/>
                    <a:pt x="30" y="240"/>
                    <a:pt x="30" y="240"/>
                  </a:cubicBezTo>
                  <a:cubicBezTo>
                    <a:pt x="33" y="201"/>
                    <a:pt x="51" y="165"/>
                    <a:pt x="77"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3">
              <a:extLst>
                <a:ext uri="{FF2B5EF4-FFF2-40B4-BE49-F238E27FC236}">
                  <a16:creationId xmlns:a16="http://schemas.microsoft.com/office/drawing/2014/main" id="{A571705E-2C84-523E-217F-26057A413DA1}"/>
                </a:ext>
              </a:extLst>
            </p:cNvPr>
            <p:cNvSpPr>
              <a:spLocks noChangeArrowheads="1"/>
            </p:cNvSpPr>
            <p:nvPr/>
          </p:nvSpPr>
          <p:spPr bwMode="auto">
            <a:xfrm>
              <a:off x="8799513" y="4306888"/>
              <a:ext cx="161925" cy="11112"/>
            </a:xfrm>
            <a:custGeom>
              <a:avLst/>
              <a:gdLst>
                <a:gd name="T0" fmla="*/ 15 w 450"/>
                <a:gd name="T1" fmla="*/ 30 h 31"/>
                <a:gd name="T2" fmla="*/ 15 w 450"/>
                <a:gd name="T3" fmla="*/ 30 h 31"/>
                <a:gd name="T4" fmla="*/ 435 w 450"/>
                <a:gd name="T5" fmla="*/ 30 h 31"/>
                <a:gd name="T6" fmla="*/ 449 w 450"/>
                <a:gd name="T7" fmla="*/ 14 h 31"/>
                <a:gd name="T8" fmla="*/ 435 w 450"/>
                <a:gd name="T9" fmla="*/ 0 h 31"/>
                <a:gd name="T10" fmla="*/ 15 w 450"/>
                <a:gd name="T11" fmla="*/ 0 h 31"/>
                <a:gd name="T12" fmla="*/ 0 w 450"/>
                <a:gd name="T13" fmla="*/ 14 h 31"/>
                <a:gd name="T14" fmla="*/ 15 w 4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50" h="31">
                  <a:moveTo>
                    <a:pt x="15" y="30"/>
                  </a:moveTo>
                  <a:lnTo>
                    <a:pt x="15" y="30"/>
                  </a:lnTo>
                  <a:cubicBezTo>
                    <a:pt x="435" y="30"/>
                    <a:pt x="435" y="30"/>
                    <a:pt x="435" y="30"/>
                  </a:cubicBezTo>
                  <a:cubicBezTo>
                    <a:pt x="443" y="30"/>
                    <a:pt x="449" y="23"/>
                    <a:pt x="449" y="14"/>
                  </a:cubicBezTo>
                  <a:cubicBezTo>
                    <a:pt x="449" y="7"/>
                    <a:pt x="443" y="0"/>
                    <a:pt x="435"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7" name="Freeform 194">
              <a:extLst>
                <a:ext uri="{FF2B5EF4-FFF2-40B4-BE49-F238E27FC236}">
                  <a16:creationId xmlns:a16="http://schemas.microsoft.com/office/drawing/2014/main" id="{18CAFD1B-1960-F67F-DA34-C93D0AA0B0A2}"/>
                </a:ext>
              </a:extLst>
            </p:cNvPr>
            <p:cNvSpPr>
              <a:spLocks noChangeArrowheads="1"/>
            </p:cNvSpPr>
            <p:nvPr/>
          </p:nvSpPr>
          <p:spPr bwMode="auto">
            <a:xfrm>
              <a:off x="8778875" y="4156075"/>
              <a:ext cx="204788" cy="258763"/>
            </a:xfrm>
            <a:custGeom>
              <a:avLst/>
              <a:gdLst>
                <a:gd name="T0" fmla="*/ 539 w 569"/>
                <a:gd name="T1" fmla="*/ 600 h 720"/>
                <a:gd name="T2" fmla="*/ 539 w 569"/>
                <a:gd name="T3" fmla="*/ 600 h 720"/>
                <a:gd name="T4" fmla="*/ 568 w 569"/>
                <a:gd name="T5" fmla="*/ 569 h 720"/>
                <a:gd name="T6" fmla="*/ 568 w 569"/>
                <a:gd name="T7" fmla="*/ 45 h 720"/>
                <a:gd name="T8" fmla="*/ 523 w 569"/>
                <a:gd name="T9" fmla="*/ 0 h 720"/>
                <a:gd name="T10" fmla="*/ 74 w 569"/>
                <a:gd name="T11" fmla="*/ 0 h 720"/>
                <a:gd name="T12" fmla="*/ 0 w 569"/>
                <a:gd name="T13" fmla="*/ 75 h 720"/>
                <a:gd name="T14" fmla="*/ 0 w 569"/>
                <a:gd name="T15" fmla="*/ 555 h 720"/>
                <a:gd name="T16" fmla="*/ 0 w 569"/>
                <a:gd name="T17" fmla="*/ 585 h 720"/>
                <a:gd name="T18" fmla="*/ 0 w 569"/>
                <a:gd name="T19" fmla="*/ 645 h 720"/>
                <a:gd name="T20" fmla="*/ 74 w 569"/>
                <a:gd name="T21" fmla="*/ 719 h 720"/>
                <a:gd name="T22" fmla="*/ 74 w 569"/>
                <a:gd name="T23" fmla="*/ 719 h 720"/>
                <a:gd name="T24" fmla="*/ 539 w 569"/>
                <a:gd name="T25" fmla="*/ 719 h 720"/>
                <a:gd name="T26" fmla="*/ 553 w 569"/>
                <a:gd name="T27" fmla="*/ 704 h 720"/>
                <a:gd name="T28" fmla="*/ 539 w 569"/>
                <a:gd name="T29" fmla="*/ 690 h 720"/>
                <a:gd name="T30" fmla="*/ 494 w 569"/>
                <a:gd name="T31" fmla="*/ 645 h 720"/>
                <a:gd name="T32" fmla="*/ 539 w 569"/>
                <a:gd name="T33" fmla="*/ 600 h 720"/>
                <a:gd name="T34" fmla="*/ 29 w 569"/>
                <a:gd name="T35" fmla="*/ 75 h 720"/>
                <a:gd name="T36" fmla="*/ 29 w 569"/>
                <a:gd name="T37" fmla="*/ 75 h 720"/>
                <a:gd name="T38" fmla="*/ 43 w 569"/>
                <a:gd name="T39" fmla="*/ 44 h 720"/>
                <a:gd name="T40" fmla="*/ 74 w 569"/>
                <a:gd name="T41" fmla="*/ 30 h 720"/>
                <a:gd name="T42" fmla="*/ 523 w 569"/>
                <a:gd name="T43" fmla="*/ 30 h 720"/>
                <a:gd name="T44" fmla="*/ 535 w 569"/>
                <a:gd name="T45" fmla="*/ 36 h 720"/>
                <a:gd name="T46" fmla="*/ 539 w 569"/>
                <a:gd name="T47" fmla="*/ 45 h 720"/>
                <a:gd name="T48" fmla="*/ 539 w 569"/>
                <a:gd name="T49" fmla="*/ 569 h 720"/>
                <a:gd name="T50" fmla="*/ 74 w 569"/>
                <a:gd name="T51" fmla="*/ 569 h 720"/>
                <a:gd name="T52" fmla="*/ 29 w 569"/>
                <a:gd name="T53" fmla="*/ 585 h 720"/>
                <a:gd name="T54" fmla="*/ 29 w 569"/>
                <a:gd name="T55" fmla="*/ 585 h 720"/>
                <a:gd name="T56" fmla="*/ 29 w 569"/>
                <a:gd name="T57" fmla="*/ 555 h 720"/>
                <a:gd name="T58" fmla="*/ 29 w 569"/>
                <a:gd name="T59" fmla="*/ 75 h 720"/>
                <a:gd name="T60" fmla="*/ 74 w 569"/>
                <a:gd name="T61" fmla="*/ 690 h 720"/>
                <a:gd name="T62" fmla="*/ 74 w 569"/>
                <a:gd name="T63" fmla="*/ 690 h 720"/>
                <a:gd name="T64" fmla="*/ 29 w 569"/>
                <a:gd name="T65" fmla="*/ 645 h 720"/>
                <a:gd name="T66" fmla="*/ 29 w 569"/>
                <a:gd name="T67" fmla="*/ 645 h 720"/>
                <a:gd name="T68" fmla="*/ 29 w 569"/>
                <a:gd name="T69" fmla="*/ 645 h 720"/>
                <a:gd name="T70" fmla="*/ 74 w 569"/>
                <a:gd name="T71" fmla="*/ 600 h 720"/>
                <a:gd name="T72" fmla="*/ 74 w 569"/>
                <a:gd name="T73" fmla="*/ 600 h 720"/>
                <a:gd name="T74" fmla="*/ 478 w 569"/>
                <a:gd name="T75" fmla="*/ 600 h 720"/>
                <a:gd name="T76" fmla="*/ 463 w 569"/>
                <a:gd name="T77" fmla="*/ 645 h 720"/>
                <a:gd name="T78" fmla="*/ 478 w 569"/>
                <a:gd name="T79" fmla="*/ 690 h 720"/>
                <a:gd name="T80" fmla="*/ 74 w 569"/>
                <a:gd name="T81" fmla="*/ 69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69" h="720">
                  <a:moveTo>
                    <a:pt x="539" y="600"/>
                  </a:moveTo>
                  <a:lnTo>
                    <a:pt x="539" y="600"/>
                  </a:lnTo>
                  <a:cubicBezTo>
                    <a:pt x="556" y="600"/>
                    <a:pt x="568" y="586"/>
                    <a:pt x="568" y="569"/>
                  </a:cubicBezTo>
                  <a:cubicBezTo>
                    <a:pt x="568" y="45"/>
                    <a:pt x="568" y="45"/>
                    <a:pt x="568" y="45"/>
                  </a:cubicBezTo>
                  <a:cubicBezTo>
                    <a:pt x="568" y="20"/>
                    <a:pt x="549" y="0"/>
                    <a:pt x="523" y="0"/>
                  </a:cubicBezTo>
                  <a:cubicBezTo>
                    <a:pt x="74" y="0"/>
                    <a:pt x="74" y="0"/>
                    <a:pt x="74" y="0"/>
                  </a:cubicBezTo>
                  <a:cubicBezTo>
                    <a:pt x="33" y="0"/>
                    <a:pt x="0" y="34"/>
                    <a:pt x="0" y="75"/>
                  </a:cubicBezTo>
                  <a:cubicBezTo>
                    <a:pt x="0" y="555"/>
                    <a:pt x="0" y="555"/>
                    <a:pt x="0" y="555"/>
                  </a:cubicBezTo>
                  <a:cubicBezTo>
                    <a:pt x="0" y="585"/>
                    <a:pt x="0" y="585"/>
                    <a:pt x="0" y="585"/>
                  </a:cubicBezTo>
                  <a:cubicBezTo>
                    <a:pt x="0" y="645"/>
                    <a:pt x="0" y="645"/>
                    <a:pt x="0" y="645"/>
                  </a:cubicBezTo>
                  <a:cubicBezTo>
                    <a:pt x="0" y="686"/>
                    <a:pt x="33" y="719"/>
                    <a:pt x="74" y="719"/>
                  </a:cubicBezTo>
                  <a:lnTo>
                    <a:pt x="74" y="719"/>
                  </a:lnTo>
                  <a:cubicBezTo>
                    <a:pt x="539" y="719"/>
                    <a:pt x="539" y="719"/>
                    <a:pt x="539" y="719"/>
                  </a:cubicBezTo>
                  <a:cubicBezTo>
                    <a:pt x="547" y="719"/>
                    <a:pt x="553" y="712"/>
                    <a:pt x="553" y="704"/>
                  </a:cubicBezTo>
                  <a:cubicBezTo>
                    <a:pt x="553" y="697"/>
                    <a:pt x="547" y="690"/>
                    <a:pt x="539" y="690"/>
                  </a:cubicBezTo>
                  <a:cubicBezTo>
                    <a:pt x="514" y="690"/>
                    <a:pt x="494" y="669"/>
                    <a:pt x="494" y="645"/>
                  </a:cubicBezTo>
                  <a:cubicBezTo>
                    <a:pt x="494" y="620"/>
                    <a:pt x="514" y="600"/>
                    <a:pt x="539" y="600"/>
                  </a:cubicBezTo>
                  <a:close/>
                  <a:moveTo>
                    <a:pt x="29" y="75"/>
                  </a:moveTo>
                  <a:lnTo>
                    <a:pt x="29" y="75"/>
                  </a:lnTo>
                  <a:cubicBezTo>
                    <a:pt x="29" y="64"/>
                    <a:pt x="35" y="52"/>
                    <a:pt x="43" y="44"/>
                  </a:cubicBezTo>
                  <a:cubicBezTo>
                    <a:pt x="50" y="36"/>
                    <a:pt x="61" y="30"/>
                    <a:pt x="74" y="30"/>
                  </a:cubicBezTo>
                  <a:cubicBezTo>
                    <a:pt x="523" y="30"/>
                    <a:pt x="523" y="30"/>
                    <a:pt x="523" y="30"/>
                  </a:cubicBezTo>
                  <a:cubicBezTo>
                    <a:pt x="528" y="30"/>
                    <a:pt x="532" y="33"/>
                    <a:pt x="535" y="36"/>
                  </a:cubicBezTo>
                  <a:cubicBezTo>
                    <a:pt x="537" y="38"/>
                    <a:pt x="539" y="41"/>
                    <a:pt x="539" y="45"/>
                  </a:cubicBezTo>
                  <a:cubicBezTo>
                    <a:pt x="539" y="569"/>
                    <a:pt x="539" y="569"/>
                    <a:pt x="539" y="569"/>
                  </a:cubicBezTo>
                  <a:cubicBezTo>
                    <a:pt x="74" y="569"/>
                    <a:pt x="74" y="569"/>
                    <a:pt x="74" y="569"/>
                  </a:cubicBezTo>
                  <a:cubicBezTo>
                    <a:pt x="57" y="569"/>
                    <a:pt x="42" y="576"/>
                    <a:pt x="29" y="585"/>
                  </a:cubicBezTo>
                  <a:lnTo>
                    <a:pt x="29" y="585"/>
                  </a:lnTo>
                  <a:cubicBezTo>
                    <a:pt x="29" y="555"/>
                    <a:pt x="29" y="555"/>
                    <a:pt x="29" y="555"/>
                  </a:cubicBezTo>
                  <a:lnTo>
                    <a:pt x="29" y="75"/>
                  </a:lnTo>
                  <a:close/>
                  <a:moveTo>
                    <a:pt x="74" y="690"/>
                  </a:moveTo>
                  <a:lnTo>
                    <a:pt x="74" y="690"/>
                  </a:lnTo>
                  <a:cubicBezTo>
                    <a:pt x="49" y="690"/>
                    <a:pt x="29" y="669"/>
                    <a:pt x="29" y="645"/>
                  </a:cubicBezTo>
                  <a:lnTo>
                    <a:pt x="29" y="645"/>
                  </a:lnTo>
                  <a:lnTo>
                    <a:pt x="29" y="645"/>
                  </a:lnTo>
                  <a:cubicBezTo>
                    <a:pt x="29" y="620"/>
                    <a:pt x="49" y="600"/>
                    <a:pt x="74" y="600"/>
                  </a:cubicBezTo>
                  <a:lnTo>
                    <a:pt x="74" y="600"/>
                  </a:lnTo>
                  <a:cubicBezTo>
                    <a:pt x="478" y="600"/>
                    <a:pt x="478" y="600"/>
                    <a:pt x="478" y="600"/>
                  </a:cubicBezTo>
                  <a:cubicBezTo>
                    <a:pt x="470" y="613"/>
                    <a:pt x="463" y="628"/>
                    <a:pt x="463" y="645"/>
                  </a:cubicBezTo>
                  <a:cubicBezTo>
                    <a:pt x="463" y="662"/>
                    <a:pt x="470" y="677"/>
                    <a:pt x="478" y="690"/>
                  </a:cubicBezTo>
                  <a:lnTo>
                    <a:pt x="74" y="69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8" name="Group 241">
            <a:extLst>
              <a:ext uri="{FF2B5EF4-FFF2-40B4-BE49-F238E27FC236}">
                <a16:creationId xmlns:a16="http://schemas.microsoft.com/office/drawing/2014/main" id="{2DC93BA3-5F54-8C5B-4E1B-8CE11904198E}"/>
              </a:ext>
            </a:extLst>
          </p:cNvPr>
          <p:cNvGrpSpPr/>
          <p:nvPr/>
        </p:nvGrpSpPr>
        <p:grpSpPr>
          <a:xfrm>
            <a:off x="10870803" y="1357189"/>
            <a:ext cx="257175" cy="223837"/>
            <a:chOff x="9834563" y="3132138"/>
            <a:chExt cx="257175" cy="223837"/>
          </a:xfrm>
          <a:solidFill>
            <a:schemeClr val="tx2"/>
          </a:solidFill>
        </p:grpSpPr>
        <p:sp>
          <p:nvSpPr>
            <p:cNvPr id="239" name="Freeform 195">
              <a:extLst>
                <a:ext uri="{FF2B5EF4-FFF2-40B4-BE49-F238E27FC236}">
                  <a16:creationId xmlns:a16="http://schemas.microsoft.com/office/drawing/2014/main" id="{9819D75F-7868-FCC4-0C58-D695A9CAA64A}"/>
                </a:ext>
              </a:extLst>
            </p:cNvPr>
            <p:cNvSpPr>
              <a:spLocks noChangeArrowheads="1"/>
            </p:cNvSpPr>
            <p:nvPr/>
          </p:nvSpPr>
          <p:spPr bwMode="auto">
            <a:xfrm>
              <a:off x="9834563" y="3132138"/>
              <a:ext cx="257175" cy="223837"/>
            </a:xfrm>
            <a:custGeom>
              <a:avLst/>
              <a:gdLst>
                <a:gd name="T0" fmla="*/ 90 w 714"/>
                <a:gd name="T1" fmla="*/ 453 h 623"/>
                <a:gd name="T2" fmla="*/ 113 w 714"/>
                <a:gd name="T3" fmla="*/ 503 h 623"/>
                <a:gd name="T4" fmla="*/ 158 w 714"/>
                <a:gd name="T5" fmla="*/ 622 h 623"/>
                <a:gd name="T6" fmla="*/ 713 w 714"/>
                <a:gd name="T7" fmla="*/ 578 h 623"/>
                <a:gd name="T8" fmla="*/ 713 w 714"/>
                <a:gd name="T9" fmla="*/ 548 h 623"/>
                <a:gd name="T10" fmla="*/ 713 w 714"/>
                <a:gd name="T11" fmla="*/ 503 h 623"/>
                <a:gd name="T12" fmla="*/ 669 w 714"/>
                <a:gd name="T13" fmla="*/ 293 h 623"/>
                <a:gd name="T14" fmla="*/ 661 w 714"/>
                <a:gd name="T15" fmla="*/ 154 h 623"/>
                <a:gd name="T16" fmla="*/ 629 w 714"/>
                <a:gd name="T17" fmla="*/ 121 h 623"/>
                <a:gd name="T18" fmla="*/ 603 w 714"/>
                <a:gd name="T19" fmla="*/ 51 h 623"/>
                <a:gd name="T20" fmla="*/ 251 w 714"/>
                <a:gd name="T21" fmla="*/ 52 h 623"/>
                <a:gd name="T22" fmla="*/ 238 w 714"/>
                <a:gd name="T23" fmla="*/ 137 h 623"/>
                <a:gd name="T24" fmla="*/ 323 w 714"/>
                <a:gd name="T25" fmla="*/ 148 h 623"/>
                <a:gd name="T26" fmla="*/ 540 w 714"/>
                <a:gd name="T27" fmla="*/ 152 h 623"/>
                <a:gd name="T28" fmla="*/ 611 w 714"/>
                <a:gd name="T29" fmla="*/ 146 h 623"/>
                <a:gd name="T30" fmla="*/ 637 w 714"/>
                <a:gd name="T31" fmla="*/ 176 h 623"/>
                <a:gd name="T32" fmla="*/ 639 w 714"/>
                <a:gd name="T33" fmla="*/ 293 h 623"/>
                <a:gd name="T34" fmla="*/ 414 w 714"/>
                <a:gd name="T35" fmla="*/ 203 h 623"/>
                <a:gd name="T36" fmla="*/ 160 w 714"/>
                <a:gd name="T37" fmla="*/ 307 h 623"/>
                <a:gd name="T38" fmla="*/ 62 w 714"/>
                <a:gd name="T39" fmla="*/ 196 h 623"/>
                <a:gd name="T40" fmla="*/ 5 w 714"/>
                <a:gd name="T41" fmla="*/ 262 h 623"/>
                <a:gd name="T42" fmla="*/ 35 w 714"/>
                <a:gd name="T43" fmla="*/ 328 h 623"/>
                <a:gd name="T44" fmla="*/ 90 w 714"/>
                <a:gd name="T45" fmla="*/ 453 h 623"/>
                <a:gd name="T46" fmla="*/ 596 w 714"/>
                <a:gd name="T47" fmla="*/ 118 h 623"/>
                <a:gd name="T48" fmla="*/ 571 w 714"/>
                <a:gd name="T49" fmla="*/ 132 h 623"/>
                <a:gd name="T50" fmla="*/ 421 w 714"/>
                <a:gd name="T51" fmla="*/ 90 h 623"/>
                <a:gd name="T52" fmla="*/ 286 w 714"/>
                <a:gd name="T53" fmla="*/ 131 h 623"/>
                <a:gd name="T54" fmla="*/ 262 w 714"/>
                <a:gd name="T55" fmla="*/ 118 h 623"/>
                <a:gd name="T56" fmla="*/ 269 w 714"/>
                <a:gd name="T57" fmla="*/ 76 h 623"/>
                <a:gd name="T58" fmla="*/ 588 w 714"/>
                <a:gd name="T59" fmla="*/ 76 h 623"/>
                <a:gd name="T60" fmla="*/ 596 w 714"/>
                <a:gd name="T61" fmla="*/ 118 h 623"/>
                <a:gd name="T62" fmla="*/ 223 w 714"/>
                <a:gd name="T63" fmla="*/ 312 h 623"/>
                <a:gd name="T64" fmla="*/ 605 w 714"/>
                <a:gd name="T65" fmla="*/ 312 h 623"/>
                <a:gd name="T66" fmla="*/ 684 w 714"/>
                <a:gd name="T67" fmla="*/ 533 h 623"/>
                <a:gd name="T68" fmla="*/ 653 w 714"/>
                <a:gd name="T69" fmla="*/ 548 h 623"/>
                <a:gd name="T70" fmla="*/ 684 w 714"/>
                <a:gd name="T71" fmla="*/ 562 h 623"/>
                <a:gd name="T72" fmla="*/ 668 w 714"/>
                <a:gd name="T73" fmla="*/ 593 h 623"/>
                <a:gd name="T74" fmla="*/ 144 w 714"/>
                <a:gd name="T75" fmla="*/ 578 h 623"/>
                <a:gd name="T76" fmla="*/ 608 w 714"/>
                <a:gd name="T77" fmla="*/ 562 h 623"/>
                <a:gd name="T78" fmla="*/ 608 w 714"/>
                <a:gd name="T79" fmla="*/ 533 h 623"/>
                <a:gd name="T80" fmla="*/ 144 w 714"/>
                <a:gd name="T81" fmla="*/ 503 h 623"/>
                <a:gd name="T82" fmla="*/ 106 w 714"/>
                <a:gd name="T83" fmla="*/ 293 h 623"/>
                <a:gd name="T84" fmla="*/ 140 w 714"/>
                <a:gd name="T85" fmla="*/ 328 h 623"/>
                <a:gd name="T86" fmla="*/ 120 w 714"/>
                <a:gd name="T87" fmla="*/ 441 h 623"/>
                <a:gd name="T88" fmla="*/ 74 w 714"/>
                <a:gd name="T89" fmla="*/ 346 h 623"/>
                <a:gd name="T90" fmla="*/ 62 w 714"/>
                <a:gd name="T91" fmla="*/ 236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4" h="623">
                  <a:moveTo>
                    <a:pt x="90" y="453"/>
                  </a:moveTo>
                  <a:lnTo>
                    <a:pt x="90" y="453"/>
                  </a:lnTo>
                  <a:cubicBezTo>
                    <a:pt x="97" y="461"/>
                    <a:pt x="105" y="468"/>
                    <a:pt x="116" y="472"/>
                  </a:cubicBezTo>
                  <a:cubicBezTo>
                    <a:pt x="115" y="482"/>
                    <a:pt x="113" y="493"/>
                    <a:pt x="113" y="503"/>
                  </a:cubicBezTo>
                  <a:cubicBezTo>
                    <a:pt x="113" y="578"/>
                    <a:pt x="113" y="578"/>
                    <a:pt x="113" y="578"/>
                  </a:cubicBezTo>
                  <a:cubicBezTo>
                    <a:pt x="113" y="603"/>
                    <a:pt x="135" y="622"/>
                    <a:pt x="158" y="622"/>
                  </a:cubicBezTo>
                  <a:cubicBezTo>
                    <a:pt x="668" y="622"/>
                    <a:pt x="668" y="622"/>
                    <a:pt x="668" y="622"/>
                  </a:cubicBezTo>
                  <a:cubicBezTo>
                    <a:pt x="693" y="622"/>
                    <a:pt x="713" y="603"/>
                    <a:pt x="713" y="578"/>
                  </a:cubicBezTo>
                  <a:cubicBezTo>
                    <a:pt x="713" y="548"/>
                    <a:pt x="713" y="548"/>
                    <a:pt x="713" y="548"/>
                  </a:cubicBezTo>
                  <a:lnTo>
                    <a:pt x="713" y="548"/>
                  </a:lnTo>
                  <a:lnTo>
                    <a:pt x="713" y="548"/>
                  </a:lnTo>
                  <a:cubicBezTo>
                    <a:pt x="713" y="503"/>
                    <a:pt x="713" y="503"/>
                    <a:pt x="713" y="503"/>
                  </a:cubicBezTo>
                  <a:cubicBezTo>
                    <a:pt x="713" y="448"/>
                    <a:pt x="699" y="398"/>
                    <a:pt x="674" y="354"/>
                  </a:cubicBezTo>
                  <a:cubicBezTo>
                    <a:pt x="669" y="333"/>
                    <a:pt x="669" y="312"/>
                    <a:pt x="669" y="293"/>
                  </a:cubicBezTo>
                  <a:cubicBezTo>
                    <a:pt x="669" y="266"/>
                    <a:pt x="671" y="241"/>
                    <a:pt x="671" y="217"/>
                  </a:cubicBezTo>
                  <a:cubicBezTo>
                    <a:pt x="671" y="194"/>
                    <a:pt x="669" y="173"/>
                    <a:pt x="661" y="154"/>
                  </a:cubicBezTo>
                  <a:cubicBezTo>
                    <a:pt x="655" y="145"/>
                    <a:pt x="650" y="137"/>
                    <a:pt x="641" y="130"/>
                  </a:cubicBezTo>
                  <a:cubicBezTo>
                    <a:pt x="637" y="127"/>
                    <a:pt x="633" y="124"/>
                    <a:pt x="629" y="121"/>
                  </a:cubicBezTo>
                  <a:cubicBezTo>
                    <a:pt x="630" y="116"/>
                    <a:pt x="632" y="109"/>
                    <a:pt x="632" y="102"/>
                  </a:cubicBezTo>
                  <a:cubicBezTo>
                    <a:pt x="632" y="82"/>
                    <a:pt x="622" y="62"/>
                    <a:pt x="603" y="51"/>
                  </a:cubicBezTo>
                  <a:cubicBezTo>
                    <a:pt x="553" y="19"/>
                    <a:pt x="487" y="0"/>
                    <a:pt x="421" y="0"/>
                  </a:cubicBezTo>
                  <a:cubicBezTo>
                    <a:pt x="355" y="0"/>
                    <a:pt x="296" y="19"/>
                    <a:pt x="251" y="52"/>
                  </a:cubicBezTo>
                  <a:cubicBezTo>
                    <a:pt x="236" y="64"/>
                    <a:pt x="227" y="82"/>
                    <a:pt x="227" y="100"/>
                  </a:cubicBezTo>
                  <a:cubicBezTo>
                    <a:pt x="227" y="113"/>
                    <a:pt x="230" y="125"/>
                    <a:pt x="238" y="137"/>
                  </a:cubicBezTo>
                  <a:cubicBezTo>
                    <a:pt x="251" y="152"/>
                    <a:pt x="268" y="161"/>
                    <a:pt x="286" y="161"/>
                  </a:cubicBezTo>
                  <a:cubicBezTo>
                    <a:pt x="299" y="161"/>
                    <a:pt x="311" y="156"/>
                    <a:pt x="323" y="148"/>
                  </a:cubicBezTo>
                  <a:cubicBezTo>
                    <a:pt x="345" y="131"/>
                    <a:pt x="380" y="121"/>
                    <a:pt x="421" y="121"/>
                  </a:cubicBezTo>
                  <a:cubicBezTo>
                    <a:pt x="465" y="121"/>
                    <a:pt x="509" y="132"/>
                    <a:pt x="540" y="152"/>
                  </a:cubicBezTo>
                  <a:cubicBezTo>
                    <a:pt x="550" y="159"/>
                    <a:pt x="561" y="162"/>
                    <a:pt x="571" y="162"/>
                  </a:cubicBezTo>
                  <a:cubicBezTo>
                    <a:pt x="587" y="162"/>
                    <a:pt x="601" y="156"/>
                    <a:pt x="611" y="146"/>
                  </a:cubicBezTo>
                  <a:cubicBezTo>
                    <a:pt x="616" y="149"/>
                    <a:pt x="620" y="151"/>
                    <a:pt x="623" y="154"/>
                  </a:cubicBezTo>
                  <a:cubicBezTo>
                    <a:pt x="630" y="158"/>
                    <a:pt x="634" y="165"/>
                    <a:pt x="637" y="176"/>
                  </a:cubicBezTo>
                  <a:cubicBezTo>
                    <a:pt x="640" y="187"/>
                    <a:pt x="641" y="201"/>
                    <a:pt x="640" y="217"/>
                  </a:cubicBezTo>
                  <a:cubicBezTo>
                    <a:pt x="641" y="239"/>
                    <a:pt x="639" y="264"/>
                    <a:pt x="639" y="293"/>
                  </a:cubicBezTo>
                  <a:cubicBezTo>
                    <a:pt x="639" y="297"/>
                    <a:pt x="639" y="301"/>
                    <a:pt x="639" y="307"/>
                  </a:cubicBezTo>
                  <a:cubicBezTo>
                    <a:pt x="584" y="243"/>
                    <a:pt x="504" y="203"/>
                    <a:pt x="414" y="203"/>
                  </a:cubicBezTo>
                  <a:cubicBezTo>
                    <a:pt x="317" y="203"/>
                    <a:pt x="231" y="249"/>
                    <a:pt x="177" y="321"/>
                  </a:cubicBezTo>
                  <a:cubicBezTo>
                    <a:pt x="171" y="316"/>
                    <a:pt x="165" y="312"/>
                    <a:pt x="160" y="307"/>
                  </a:cubicBezTo>
                  <a:cubicBezTo>
                    <a:pt x="129" y="277"/>
                    <a:pt x="92" y="231"/>
                    <a:pt x="74" y="203"/>
                  </a:cubicBezTo>
                  <a:cubicBezTo>
                    <a:pt x="71" y="198"/>
                    <a:pt x="67" y="196"/>
                    <a:pt x="62" y="196"/>
                  </a:cubicBezTo>
                  <a:cubicBezTo>
                    <a:pt x="57" y="196"/>
                    <a:pt x="53" y="198"/>
                    <a:pt x="50" y="201"/>
                  </a:cubicBezTo>
                  <a:cubicBezTo>
                    <a:pt x="5" y="262"/>
                    <a:pt x="5" y="262"/>
                    <a:pt x="5" y="262"/>
                  </a:cubicBezTo>
                  <a:cubicBezTo>
                    <a:pt x="0" y="267"/>
                    <a:pt x="1" y="276"/>
                    <a:pt x="7" y="281"/>
                  </a:cubicBezTo>
                  <a:cubicBezTo>
                    <a:pt x="18" y="293"/>
                    <a:pt x="26" y="309"/>
                    <a:pt x="35" y="328"/>
                  </a:cubicBezTo>
                  <a:cubicBezTo>
                    <a:pt x="46" y="354"/>
                    <a:pt x="55" y="387"/>
                    <a:pt x="66" y="415"/>
                  </a:cubicBezTo>
                  <a:cubicBezTo>
                    <a:pt x="73" y="429"/>
                    <a:pt x="80" y="441"/>
                    <a:pt x="90" y="453"/>
                  </a:cubicBezTo>
                  <a:close/>
                  <a:moveTo>
                    <a:pt x="596" y="118"/>
                  </a:moveTo>
                  <a:lnTo>
                    <a:pt x="596" y="118"/>
                  </a:lnTo>
                  <a:lnTo>
                    <a:pt x="596" y="118"/>
                  </a:lnTo>
                  <a:cubicBezTo>
                    <a:pt x="591" y="127"/>
                    <a:pt x="582" y="132"/>
                    <a:pt x="571" y="132"/>
                  </a:cubicBezTo>
                  <a:cubicBezTo>
                    <a:pt x="567" y="132"/>
                    <a:pt x="561" y="130"/>
                    <a:pt x="556" y="127"/>
                  </a:cubicBezTo>
                  <a:cubicBezTo>
                    <a:pt x="519" y="104"/>
                    <a:pt x="470" y="90"/>
                    <a:pt x="421" y="90"/>
                  </a:cubicBezTo>
                  <a:cubicBezTo>
                    <a:pt x="376" y="90"/>
                    <a:pt x="334" y="103"/>
                    <a:pt x="304" y="124"/>
                  </a:cubicBezTo>
                  <a:cubicBezTo>
                    <a:pt x="299" y="128"/>
                    <a:pt x="293" y="131"/>
                    <a:pt x="286" y="131"/>
                  </a:cubicBezTo>
                  <a:cubicBezTo>
                    <a:pt x="278" y="131"/>
                    <a:pt x="268" y="127"/>
                    <a:pt x="262" y="118"/>
                  </a:cubicBezTo>
                  <a:lnTo>
                    <a:pt x="262" y="118"/>
                  </a:lnTo>
                  <a:cubicBezTo>
                    <a:pt x="258" y="113"/>
                    <a:pt x="257" y="107"/>
                    <a:pt x="257" y="100"/>
                  </a:cubicBezTo>
                  <a:cubicBezTo>
                    <a:pt x="257" y="92"/>
                    <a:pt x="261" y="82"/>
                    <a:pt x="269" y="76"/>
                  </a:cubicBezTo>
                  <a:cubicBezTo>
                    <a:pt x="309" y="47"/>
                    <a:pt x="361" y="31"/>
                    <a:pt x="421" y="31"/>
                  </a:cubicBezTo>
                  <a:cubicBezTo>
                    <a:pt x="481" y="31"/>
                    <a:pt x="543" y="48"/>
                    <a:pt x="588" y="76"/>
                  </a:cubicBezTo>
                  <a:cubicBezTo>
                    <a:pt x="596" y="82"/>
                    <a:pt x="602" y="92"/>
                    <a:pt x="602" y="102"/>
                  </a:cubicBezTo>
                  <a:cubicBezTo>
                    <a:pt x="602" y="107"/>
                    <a:pt x="601" y="113"/>
                    <a:pt x="596" y="118"/>
                  </a:cubicBezTo>
                  <a:close/>
                  <a:moveTo>
                    <a:pt x="223" y="312"/>
                  </a:moveTo>
                  <a:lnTo>
                    <a:pt x="223" y="312"/>
                  </a:lnTo>
                  <a:cubicBezTo>
                    <a:pt x="272" y="263"/>
                    <a:pt x="340" y="234"/>
                    <a:pt x="414" y="234"/>
                  </a:cubicBezTo>
                  <a:cubicBezTo>
                    <a:pt x="488" y="234"/>
                    <a:pt x="556" y="263"/>
                    <a:pt x="605" y="312"/>
                  </a:cubicBezTo>
                  <a:cubicBezTo>
                    <a:pt x="653" y="361"/>
                    <a:pt x="684" y="429"/>
                    <a:pt x="684" y="503"/>
                  </a:cubicBezTo>
                  <a:cubicBezTo>
                    <a:pt x="684" y="533"/>
                    <a:pt x="684" y="533"/>
                    <a:pt x="684" y="533"/>
                  </a:cubicBezTo>
                  <a:cubicBezTo>
                    <a:pt x="668" y="533"/>
                    <a:pt x="668" y="533"/>
                    <a:pt x="668" y="533"/>
                  </a:cubicBezTo>
                  <a:cubicBezTo>
                    <a:pt x="660" y="533"/>
                    <a:pt x="653" y="540"/>
                    <a:pt x="653" y="548"/>
                  </a:cubicBezTo>
                  <a:cubicBezTo>
                    <a:pt x="653" y="556"/>
                    <a:pt x="660" y="562"/>
                    <a:pt x="668" y="562"/>
                  </a:cubicBezTo>
                  <a:cubicBezTo>
                    <a:pt x="684" y="562"/>
                    <a:pt x="684" y="562"/>
                    <a:pt x="684" y="562"/>
                  </a:cubicBezTo>
                  <a:cubicBezTo>
                    <a:pt x="684" y="578"/>
                    <a:pt x="684" y="578"/>
                    <a:pt x="684" y="578"/>
                  </a:cubicBezTo>
                  <a:cubicBezTo>
                    <a:pt x="684" y="586"/>
                    <a:pt x="676" y="593"/>
                    <a:pt x="668" y="593"/>
                  </a:cubicBezTo>
                  <a:cubicBezTo>
                    <a:pt x="158" y="593"/>
                    <a:pt x="158" y="593"/>
                    <a:pt x="158" y="593"/>
                  </a:cubicBezTo>
                  <a:cubicBezTo>
                    <a:pt x="151" y="593"/>
                    <a:pt x="144" y="586"/>
                    <a:pt x="144" y="578"/>
                  </a:cubicBezTo>
                  <a:cubicBezTo>
                    <a:pt x="144" y="562"/>
                    <a:pt x="144" y="562"/>
                    <a:pt x="144" y="562"/>
                  </a:cubicBezTo>
                  <a:cubicBezTo>
                    <a:pt x="608" y="562"/>
                    <a:pt x="608" y="562"/>
                    <a:pt x="608" y="562"/>
                  </a:cubicBezTo>
                  <a:cubicBezTo>
                    <a:pt x="616" y="562"/>
                    <a:pt x="623" y="556"/>
                    <a:pt x="623" y="548"/>
                  </a:cubicBezTo>
                  <a:cubicBezTo>
                    <a:pt x="623" y="540"/>
                    <a:pt x="616" y="533"/>
                    <a:pt x="608" y="533"/>
                  </a:cubicBezTo>
                  <a:cubicBezTo>
                    <a:pt x="144" y="533"/>
                    <a:pt x="144" y="533"/>
                    <a:pt x="144" y="533"/>
                  </a:cubicBezTo>
                  <a:cubicBezTo>
                    <a:pt x="144" y="503"/>
                    <a:pt x="144" y="503"/>
                    <a:pt x="144" y="503"/>
                  </a:cubicBezTo>
                  <a:cubicBezTo>
                    <a:pt x="144" y="429"/>
                    <a:pt x="174" y="361"/>
                    <a:pt x="223" y="312"/>
                  </a:cubicBezTo>
                  <a:close/>
                  <a:moveTo>
                    <a:pt x="106" y="293"/>
                  </a:moveTo>
                  <a:lnTo>
                    <a:pt x="106" y="293"/>
                  </a:lnTo>
                  <a:cubicBezTo>
                    <a:pt x="118" y="305"/>
                    <a:pt x="129" y="318"/>
                    <a:pt x="140" y="328"/>
                  </a:cubicBezTo>
                  <a:cubicBezTo>
                    <a:pt x="147" y="335"/>
                    <a:pt x="153" y="340"/>
                    <a:pt x="160" y="344"/>
                  </a:cubicBezTo>
                  <a:cubicBezTo>
                    <a:pt x="142" y="374"/>
                    <a:pt x="128" y="406"/>
                    <a:pt x="120" y="441"/>
                  </a:cubicBezTo>
                  <a:cubicBezTo>
                    <a:pt x="115" y="437"/>
                    <a:pt x="111" y="432"/>
                    <a:pt x="105" y="424"/>
                  </a:cubicBezTo>
                  <a:cubicBezTo>
                    <a:pt x="92" y="406"/>
                    <a:pt x="84" y="377"/>
                    <a:pt x="74" y="346"/>
                  </a:cubicBezTo>
                  <a:cubicBezTo>
                    <a:pt x="64" y="319"/>
                    <a:pt x="55" y="293"/>
                    <a:pt x="36" y="270"/>
                  </a:cubicBezTo>
                  <a:cubicBezTo>
                    <a:pt x="62" y="236"/>
                    <a:pt x="62" y="236"/>
                    <a:pt x="62" y="236"/>
                  </a:cubicBezTo>
                  <a:cubicBezTo>
                    <a:pt x="74" y="255"/>
                    <a:pt x="90" y="274"/>
                    <a:pt x="106"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957BC13A-0876-C214-8ACD-835FB6947F1B}"/>
                </a:ext>
              </a:extLst>
            </p:cNvPr>
            <p:cNvSpPr>
              <a:spLocks noChangeArrowheads="1"/>
            </p:cNvSpPr>
            <p:nvPr/>
          </p:nvSpPr>
          <p:spPr bwMode="auto">
            <a:xfrm>
              <a:off x="9920288" y="3181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1" name="Group 244">
            <a:extLst>
              <a:ext uri="{FF2B5EF4-FFF2-40B4-BE49-F238E27FC236}">
                <a16:creationId xmlns:a16="http://schemas.microsoft.com/office/drawing/2014/main" id="{F6C38F77-1B5B-925E-9E20-166B60CF0213}"/>
              </a:ext>
            </a:extLst>
          </p:cNvPr>
          <p:cNvGrpSpPr/>
          <p:nvPr/>
        </p:nvGrpSpPr>
        <p:grpSpPr>
          <a:xfrm>
            <a:off x="8694340" y="908720"/>
            <a:ext cx="2008188" cy="142875"/>
            <a:chOff x="7658100" y="2676525"/>
            <a:chExt cx="2008188" cy="142875"/>
          </a:xfrm>
          <a:solidFill>
            <a:schemeClr val="tx2"/>
          </a:solidFill>
        </p:grpSpPr>
        <p:sp>
          <p:nvSpPr>
            <p:cNvPr id="242" name="Freeform 197">
              <a:extLst>
                <a:ext uri="{FF2B5EF4-FFF2-40B4-BE49-F238E27FC236}">
                  <a16:creationId xmlns:a16="http://schemas.microsoft.com/office/drawing/2014/main" id="{7F9410A2-AC96-2DD7-0621-2F0E502751EF}"/>
                </a:ext>
              </a:extLst>
            </p:cNvPr>
            <p:cNvSpPr>
              <a:spLocks noChangeArrowheads="1"/>
            </p:cNvSpPr>
            <p:nvPr/>
          </p:nvSpPr>
          <p:spPr bwMode="auto">
            <a:xfrm>
              <a:off x="7658100" y="2678113"/>
              <a:ext cx="66675" cy="136525"/>
            </a:xfrm>
            <a:custGeom>
              <a:avLst/>
              <a:gdLst>
                <a:gd name="T0" fmla="*/ 173 w 185"/>
                <a:gd name="T1" fmla="*/ 174 h 378"/>
                <a:gd name="T2" fmla="*/ 35 w 185"/>
                <a:gd name="T3" fmla="*/ 174 h 378"/>
                <a:gd name="T4" fmla="*/ 35 w 185"/>
                <a:gd name="T5" fmla="*/ 32 h 378"/>
                <a:gd name="T6" fmla="*/ 184 w 185"/>
                <a:gd name="T7" fmla="*/ 32 h 378"/>
                <a:gd name="T8" fmla="*/ 184 w 185"/>
                <a:gd name="T9" fmla="*/ 0 h 378"/>
                <a:gd name="T10" fmla="*/ 0 w 185"/>
                <a:gd name="T11" fmla="*/ 0 h 378"/>
                <a:gd name="T12" fmla="*/ 0 w 185"/>
                <a:gd name="T13" fmla="*/ 377 h 378"/>
                <a:gd name="T14" fmla="*/ 35 w 185"/>
                <a:gd name="T15" fmla="*/ 377 h 378"/>
                <a:gd name="T16" fmla="*/ 35 w 185"/>
                <a:gd name="T17" fmla="*/ 206 h 378"/>
                <a:gd name="T18" fmla="*/ 173 w 185"/>
                <a:gd name="T19" fmla="*/ 206 h 378"/>
                <a:gd name="T20" fmla="*/ 173 w 185"/>
                <a:gd name="T21" fmla="*/ 17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8">
                  <a:moveTo>
                    <a:pt x="173" y="174"/>
                  </a:moveTo>
                  <a:lnTo>
                    <a:pt x="35" y="174"/>
                  </a:lnTo>
                  <a:lnTo>
                    <a:pt x="35" y="32"/>
                  </a:lnTo>
                  <a:lnTo>
                    <a:pt x="184" y="32"/>
                  </a:lnTo>
                  <a:lnTo>
                    <a:pt x="184" y="0"/>
                  </a:lnTo>
                  <a:lnTo>
                    <a:pt x="0" y="0"/>
                  </a:lnTo>
                  <a:lnTo>
                    <a:pt x="0" y="377"/>
                  </a:lnTo>
                  <a:lnTo>
                    <a:pt x="35" y="377"/>
                  </a:lnTo>
                  <a:lnTo>
                    <a:pt x="35" y="206"/>
                  </a:lnTo>
                  <a:lnTo>
                    <a:pt x="173" y="206"/>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3" name="Freeform 198">
              <a:extLst>
                <a:ext uri="{FF2B5EF4-FFF2-40B4-BE49-F238E27FC236}">
                  <a16:creationId xmlns:a16="http://schemas.microsoft.com/office/drawing/2014/main" id="{CAB6B00B-094B-CC92-1627-F93C2690772E}"/>
                </a:ext>
              </a:extLst>
            </p:cNvPr>
            <p:cNvSpPr>
              <a:spLocks noChangeArrowheads="1"/>
            </p:cNvSpPr>
            <p:nvPr/>
          </p:nvSpPr>
          <p:spPr bwMode="auto">
            <a:xfrm>
              <a:off x="7743825" y="2676525"/>
              <a:ext cx="128588" cy="141288"/>
            </a:xfrm>
            <a:custGeom>
              <a:avLst/>
              <a:gdLst>
                <a:gd name="T0" fmla="*/ 47 w 356"/>
                <a:gd name="T1" fmla="*/ 334 h 391"/>
                <a:gd name="T2" fmla="*/ 47 w 356"/>
                <a:gd name="T3" fmla="*/ 334 h 391"/>
                <a:gd name="T4" fmla="*/ 102 w 356"/>
                <a:gd name="T5" fmla="*/ 375 h 391"/>
                <a:gd name="T6" fmla="*/ 175 w 356"/>
                <a:gd name="T7" fmla="*/ 390 h 391"/>
                <a:gd name="T8" fmla="*/ 252 w 356"/>
                <a:gd name="T9" fmla="*/ 375 h 391"/>
                <a:gd name="T10" fmla="*/ 309 w 356"/>
                <a:gd name="T11" fmla="*/ 333 h 391"/>
                <a:gd name="T12" fmla="*/ 344 w 356"/>
                <a:gd name="T13" fmla="*/ 270 h 391"/>
                <a:gd name="T14" fmla="*/ 355 w 356"/>
                <a:gd name="T15" fmla="*/ 190 h 391"/>
                <a:gd name="T16" fmla="*/ 342 w 356"/>
                <a:gd name="T17" fmla="*/ 114 h 391"/>
                <a:gd name="T18" fmla="*/ 309 w 356"/>
                <a:gd name="T19" fmla="*/ 53 h 391"/>
                <a:gd name="T20" fmla="*/ 254 w 356"/>
                <a:gd name="T21" fmla="*/ 14 h 391"/>
                <a:gd name="T22" fmla="*/ 182 w 356"/>
                <a:gd name="T23" fmla="*/ 0 h 391"/>
                <a:gd name="T24" fmla="*/ 105 w 356"/>
                <a:gd name="T25" fmla="*/ 14 h 391"/>
                <a:gd name="T26" fmla="*/ 47 w 356"/>
                <a:gd name="T27" fmla="*/ 55 h 391"/>
                <a:gd name="T28" fmla="*/ 12 w 356"/>
                <a:gd name="T29" fmla="*/ 118 h 391"/>
                <a:gd name="T30" fmla="*/ 0 w 356"/>
                <a:gd name="T31" fmla="*/ 199 h 391"/>
                <a:gd name="T32" fmla="*/ 12 w 356"/>
                <a:gd name="T33" fmla="*/ 274 h 391"/>
                <a:gd name="T34" fmla="*/ 47 w 356"/>
                <a:gd name="T35" fmla="*/ 334 h 391"/>
                <a:gd name="T36" fmla="*/ 46 w 356"/>
                <a:gd name="T37" fmla="*/ 132 h 391"/>
                <a:gd name="T38" fmla="*/ 46 w 356"/>
                <a:gd name="T39" fmla="*/ 132 h 391"/>
                <a:gd name="T40" fmla="*/ 74 w 356"/>
                <a:gd name="T41" fmla="*/ 80 h 391"/>
                <a:gd name="T42" fmla="*/ 118 w 356"/>
                <a:gd name="T43" fmla="*/ 45 h 391"/>
                <a:gd name="T44" fmla="*/ 179 w 356"/>
                <a:gd name="T45" fmla="*/ 31 h 391"/>
                <a:gd name="T46" fmla="*/ 243 w 356"/>
                <a:gd name="T47" fmla="*/ 45 h 391"/>
                <a:gd name="T48" fmla="*/ 285 w 356"/>
                <a:gd name="T49" fmla="*/ 80 h 391"/>
                <a:gd name="T50" fmla="*/ 310 w 356"/>
                <a:gd name="T51" fmla="*/ 132 h 391"/>
                <a:gd name="T52" fmla="*/ 318 w 356"/>
                <a:gd name="T53" fmla="*/ 195 h 391"/>
                <a:gd name="T54" fmla="*/ 309 w 356"/>
                <a:gd name="T55" fmla="*/ 260 h 391"/>
                <a:gd name="T56" fmla="*/ 282 w 356"/>
                <a:gd name="T57" fmla="*/ 312 h 391"/>
                <a:gd name="T58" fmla="*/ 237 w 356"/>
                <a:gd name="T59" fmla="*/ 345 h 391"/>
                <a:gd name="T60" fmla="*/ 175 w 356"/>
                <a:gd name="T61" fmla="*/ 358 h 391"/>
                <a:gd name="T62" fmla="*/ 113 w 356"/>
                <a:gd name="T63" fmla="*/ 345 h 391"/>
                <a:gd name="T64" fmla="*/ 70 w 356"/>
                <a:gd name="T65" fmla="*/ 309 h 391"/>
                <a:gd name="T66" fmla="*/ 45 w 356"/>
                <a:gd name="T67" fmla="*/ 257 h 391"/>
                <a:gd name="T68" fmla="*/ 36 w 356"/>
                <a:gd name="T69" fmla="*/ 195 h 391"/>
                <a:gd name="T70" fmla="*/ 46 w 356"/>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47" y="334"/>
                  </a:moveTo>
                  <a:lnTo>
                    <a:pt x="47" y="334"/>
                  </a:lnTo>
                  <a:cubicBezTo>
                    <a:pt x="63" y="351"/>
                    <a:pt x="81" y="365"/>
                    <a:pt x="102" y="375"/>
                  </a:cubicBezTo>
                  <a:cubicBezTo>
                    <a:pt x="125" y="385"/>
                    <a:pt x="149" y="390"/>
                    <a:pt x="175" y="390"/>
                  </a:cubicBezTo>
                  <a:cubicBezTo>
                    <a:pt x="205" y="390"/>
                    <a:pt x="230" y="385"/>
                    <a:pt x="252" y="375"/>
                  </a:cubicBezTo>
                  <a:cubicBezTo>
                    <a:pt x="275" y="365"/>
                    <a:pt x="293" y="351"/>
                    <a:pt x="309" y="333"/>
                  </a:cubicBezTo>
                  <a:cubicBezTo>
                    <a:pt x="324" y="315"/>
                    <a:pt x="335" y="293"/>
                    <a:pt x="344" y="270"/>
                  </a:cubicBezTo>
                  <a:cubicBezTo>
                    <a:pt x="351" y="244"/>
                    <a:pt x="355" y="218"/>
                    <a:pt x="355" y="190"/>
                  </a:cubicBezTo>
                  <a:cubicBezTo>
                    <a:pt x="355" y="163"/>
                    <a:pt x="351" y="138"/>
                    <a:pt x="342" y="114"/>
                  </a:cubicBezTo>
                  <a:cubicBezTo>
                    <a:pt x="335" y="91"/>
                    <a:pt x="324" y="70"/>
                    <a:pt x="309" y="53"/>
                  </a:cubicBezTo>
                  <a:cubicBezTo>
                    <a:pt x="293" y="37"/>
                    <a:pt x="275" y="24"/>
                    <a:pt x="254" y="14"/>
                  </a:cubicBezTo>
                  <a:cubicBezTo>
                    <a:pt x="233" y="4"/>
                    <a:pt x="209" y="0"/>
                    <a:pt x="182" y="0"/>
                  </a:cubicBezTo>
                  <a:cubicBezTo>
                    <a:pt x="154" y="0"/>
                    <a:pt x="127" y="4"/>
                    <a:pt x="105" y="14"/>
                  </a:cubicBezTo>
                  <a:cubicBezTo>
                    <a:pt x="83" y="24"/>
                    <a:pt x="63" y="38"/>
                    <a:pt x="47" y="55"/>
                  </a:cubicBezTo>
                  <a:cubicBezTo>
                    <a:pt x="32" y="73"/>
                    <a:pt x="21" y="94"/>
                    <a:pt x="12" y="118"/>
                  </a:cubicBezTo>
                  <a:cubicBezTo>
                    <a:pt x="4" y="142"/>
                    <a:pt x="0" y="170"/>
                    <a:pt x="0" y="199"/>
                  </a:cubicBezTo>
                  <a:cubicBezTo>
                    <a:pt x="0" y="226"/>
                    <a:pt x="4" y="250"/>
                    <a:pt x="12" y="274"/>
                  </a:cubicBezTo>
                  <a:cubicBezTo>
                    <a:pt x="21" y="298"/>
                    <a:pt x="32" y="317"/>
                    <a:pt x="47" y="334"/>
                  </a:cubicBezTo>
                  <a:close/>
                  <a:moveTo>
                    <a:pt x="46" y="132"/>
                  </a:moveTo>
                  <a:lnTo>
                    <a:pt x="46" y="132"/>
                  </a:lnTo>
                  <a:cubicBezTo>
                    <a:pt x="52" y="112"/>
                    <a:pt x="61" y="94"/>
                    <a:pt x="74" y="80"/>
                  </a:cubicBezTo>
                  <a:cubicBezTo>
                    <a:pt x="85" y="65"/>
                    <a:pt x="101" y="53"/>
                    <a:pt x="118" y="45"/>
                  </a:cubicBezTo>
                  <a:cubicBezTo>
                    <a:pt x="136" y="37"/>
                    <a:pt x="156" y="31"/>
                    <a:pt x="179" y="31"/>
                  </a:cubicBezTo>
                  <a:cubicBezTo>
                    <a:pt x="203" y="31"/>
                    <a:pt x="224" y="37"/>
                    <a:pt x="243" y="45"/>
                  </a:cubicBezTo>
                  <a:cubicBezTo>
                    <a:pt x="259" y="53"/>
                    <a:pt x="274" y="65"/>
                    <a:pt x="285" y="80"/>
                  </a:cubicBezTo>
                  <a:cubicBezTo>
                    <a:pt x="296" y="94"/>
                    <a:pt x="304" y="112"/>
                    <a:pt x="310" y="132"/>
                  </a:cubicBezTo>
                  <a:cubicBezTo>
                    <a:pt x="316" y="152"/>
                    <a:pt x="318" y="173"/>
                    <a:pt x="318" y="195"/>
                  </a:cubicBezTo>
                  <a:cubicBezTo>
                    <a:pt x="318" y="219"/>
                    <a:pt x="316" y="240"/>
                    <a:pt x="309" y="260"/>
                  </a:cubicBezTo>
                  <a:cubicBezTo>
                    <a:pt x="303" y="281"/>
                    <a:pt x="295" y="298"/>
                    <a:pt x="282" y="312"/>
                  </a:cubicBezTo>
                  <a:cubicBezTo>
                    <a:pt x="271" y="327"/>
                    <a:pt x="255" y="338"/>
                    <a:pt x="237" y="345"/>
                  </a:cubicBezTo>
                  <a:cubicBezTo>
                    <a:pt x="220" y="354"/>
                    <a:pt x="199" y="358"/>
                    <a:pt x="175" y="358"/>
                  </a:cubicBezTo>
                  <a:cubicBezTo>
                    <a:pt x="153" y="358"/>
                    <a:pt x="132" y="354"/>
                    <a:pt x="113" y="345"/>
                  </a:cubicBezTo>
                  <a:cubicBezTo>
                    <a:pt x="97" y="336"/>
                    <a:pt x="83" y="324"/>
                    <a:pt x="70" y="309"/>
                  </a:cubicBezTo>
                  <a:cubicBezTo>
                    <a:pt x="59" y="293"/>
                    <a:pt x="50" y="277"/>
                    <a:pt x="45" y="257"/>
                  </a:cubicBezTo>
                  <a:cubicBezTo>
                    <a:pt x="39" y="237"/>
                    <a:pt x="36" y="216"/>
                    <a:pt x="36" y="195"/>
                  </a:cubicBezTo>
                  <a:cubicBezTo>
                    <a:pt x="36" y="173"/>
                    <a:pt x="40" y="152"/>
                    <a:pt x="46"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9">
              <a:extLst>
                <a:ext uri="{FF2B5EF4-FFF2-40B4-BE49-F238E27FC236}">
                  <a16:creationId xmlns:a16="http://schemas.microsoft.com/office/drawing/2014/main" id="{56B5D72B-1491-D7FB-B8E7-67970417BA02}"/>
                </a:ext>
              </a:extLst>
            </p:cNvPr>
            <p:cNvSpPr>
              <a:spLocks noChangeArrowheads="1"/>
            </p:cNvSpPr>
            <p:nvPr/>
          </p:nvSpPr>
          <p:spPr bwMode="auto">
            <a:xfrm>
              <a:off x="7889875" y="2676525"/>
              <a:ext cx="128588" cy="141288"/>
            </a:xfrm>
            <a:custGeom>
              <a:avLst/>
              <a:gdLst>
                <a:gd name="T0" fmla="*/ 309 w 357"/>
                <a:gd name="T1" fmla="*/ 53 h 391"/>
                <a:gd name="T2" fmla="*/ 309 w 357"/>
                <a:gd name="T3" fmla="*/ 53 h 391"/>
                <a:gd name="T4" fmla="*/ 254 w 357"/>
                <a:gd name="T5" fmla="*/ 14 h 391"/>
                <a:gd name="T6" fmla="*/ 183 w 357"/>
                <a:gd name="T7" fmla="*/ 0 h 391"/>
                <a:gd name="T8" fmla="*/ 106 w 357"/>
                <a:gd name="T9" fmla="*/ 14 h 391"/>
                <a:gd name="T10" fmla="*/ 48 w 357"/>
                <a:gd name="T11" fmla="*/ 55 h 391"/>
                <a:gd name="T12" fmla="*/ 13 w 357"/>
                <a:gd name="T13" fmla="*/ 118 h 391"/>
                <a:gd name="T14" fmla="*/ 0 w 357"/>
                <a:gd name="T15" fmla="*/ 199 h 391"/>
                <a:gd name="T16" fmla="*/ 13 w 357"/>
                <a:gd name="T17" fmla="*/ 274 h 391"/>
                <a:gd name="T18" fmla="*/ 48 w 357"/>
                <a:gd name="T19" fmla="*/ 334 h 391"/>
                <a:gd name="T20" fmla="*/ 103 w 357"/>
                <a:gd name="T21" fmla="*/ 375 h 391"/>
                <a:gd name="T22" fmla="*/ 176 w 357"/>
                <a:gd name="T23" fmla="*/ 390 h 391"/>
                <a:gd name="T24" fmla="*/ 253 w 357"/>
                <a:gd name="T25" fmla="*/ 375 h 391"/>
                <a:gd name="T26" fmla="*/ 309 w 357"/>
                <a:gd name="T27" fmla="*/ 333 h 391"/>
                <a:gd name="T28" fmla="*/ 343 w 357"/>
                <a:gd name="T29" fmla="*/ 270 h 391"/>
                <a:gd name="T30" fmla="*/ 356 w 357"/>
                <a:gd name="T31" fmla="*/ 190 h 391"/>
                <a:gd name="T32" fmla="*/ 343 w 357"/>
                <a:gd name="T33" fmla="*/ 114 h 391"/>
                <a:gd name="T34" fmla="*/ 309 w 357"/>
                <a:gd name="T35" fmla="*/ 53 h 391"/>
                <a:gd name="T36" fmla="*/ 309 w 357"/>
                <a:gd name="T37" fmla="*/ 260 h 391"/>
                <a:gd name="T38" fmla="*/ 309 w 357"/>
                <a:gd name="T39" fmla="*/ 260 h 391"/>
                <a:gd name="T40" fmla="*/ 283 w 357"/>
                <a:gd name="T41" fmla="*/ 312 h 391"/>
                <a:gd name="T42" fmla="*/ 238 w 357"/>
                <a:gd name="T43" fmla="*/ 345 h 391"/>
                <a:gd name="T44" fmla="*/ 176 w 357"/>
                <a:gd name="T45" fmla="*/ 358 h 391"/>
                <a:gd name="T46" fmla="*/ 114 w 357"/>
                <a:gd name="T47" fmla="*/ 345 h 391"/>
                <a:gd name="T48" fmla="*/ 71 w 357"/>
                <a:gd name="T49" fmla="*/ 309 h 391"/>
                <a:gd name="T50" fmla="*/ 45 w 357"/>
                <a:gd name="T51" fmla="*/ 257 h 391"/>
                <a:gd name="T52" fmla="*/ 37 w 357"/>
                <a:gd name="T53" fmla="*/ 195 h 391"/>
                <a:gd name="T54" fmla="*/ 47 w 357"/>
                <a:gd name="T55" fmla="*/ 132 h 391"/>
                <a:gd name="T56" fmla="*/ 73 w 357"/>
                <a:gd name="T57" fmla="*/ 80 h 391"/>
                <a:gd name="T58" fmla="*/ 118 w 357"/>
                <a:gd name="T59" fmla="*/ 45 h 391"/>
                <a:gd name="T60" fmla="*/ 179 w 357"/>
                <a:gd name="T61" fmla="*/ 31 h 391"/>
                <a:gd name="T62" fmla="*/ 242 w 357"/>
                <a:gd name="T63" fmla="*/ 45 h 391"/>
                <a:gd name="T64" fmla="*/ 285 w 357"/>
                <a:gd name="T65" fmla="*/ 80 h 391"/>
                <a:gd name="T66" fmla="*/ 311 w 357"/>
                <a:gd name="T67" fmla="*/ 132 h 391"/>
                <a:gd name="T68" fmla="*/ 319 w 357"/>
                <a:gd name="T69" fmla="*/ 195 h 391"/>
                <a:gd name="T70" fmla="*/ 309 w 357"/>
                <a:gd name="T71" fmla="*/ 26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09" y="53"/>
                  </a:moveTo>
                  <a:lnTo>
                    <a:pt x="309" y="53"/>
                  </a:lnTo>
                  <a:cubicBezTo>
                    <a:pt x="294" y="37"/>
                    <a:pt x="275" y="24"/>
                    <a:pt x="254" y="14"/>
                  </a:cubicBezTo>
                  <a:cubicBezTo>
                    <a:pt x="233" y="4"/>
                    <a:pt x="209" y="0"/>
                    <a:pt x="183" y="0"/>
                  </a:cubicBezTo>
                  <a:cubicBezTo>
                    <a:pt x="153" y="0"/>
                    <a:pt x="128" y="4"/>
                    <a:pt x="106" y="14"/>
                  </a:cubicBezTo>
                  <a:cubicBezTo>
                    <a:pt x="83" y="24"/>
                    <a:pt x="63" y="38"/>
                    <a:pt x="48" y="55"/>
                  </a:cubicBezTo>
                  <a:cubicBezTo>
                    <a:pt x="33" y="73"/>
                    <a:pt x="20" y="94"/>
                    <a:pt x="13" y="118"/>
                  </a:cubicBezTo>
                  <a:cubicBezTo>
                    <a:pt x="5" y="142"/>
                    <a:pt x="0" y="170"/>
                    <a:pt x="0" y="199"/>
                  </a:cubicBezTo>
                  <a:cubicBezTo>
                    <a:pt x="0" y="226"/>
                    <a:pt x="5" y="250"/>
                    <a:pt x="13" y="274"/>
                  </a:cubicBezTo>
                  <a:cubicBezTo>
                    <a:pt x="20" y="298"/>
                    <a:pt x="33" y="317"/>
                    <a:pt x="48" y="334"/>
                  </a:cubicBezTo>
                  <a:cubicBezTo>
                    <a:pt x="62" y="351"/>
                    <a:pt x="80" y="365"/>
                    <a:pt x="103" y="375"/>
                  </a:cubicBezTo>
                  <a:cubicBezTo>
                    <a:pt x="124" y="385"/>
                    <a:pt x="149" y="390"/>
                    <a:pt x="176" y="390"/>
                  </a:cubicBezTo>
                  <a:cubicBezTo>
                    <a:pt x="205" y="390"/>
                    <a:pt x="231" y="385"/>
                    <a:pt x="253" y="375"/>
                  </a:cubicBezTo>
                  <a:cubicBezTo>
                    <a:pt x="275" y="365"/>
                    <a:pt x="294" y="351"/>
                    <a:pt x="309" y="333"/>
                  </a:cubicBezTo>
                  <a:cubicBezTo>
                    <a:pt x="325" y="315"/>
                    <a:pt x="336" y="293"/>
                    <a:pt x="343" y="270"/>
                  </a:cubicBezTo>
                  <a:cubicBezTo>
                    <a:pt x="351" y="244"/>
                    <a:pt x="356" y="218"/>
                    <a:pt x="356" y="190"/>
                  </a:cubicBezTo>
                  <a:cubicBezTo>
                    <a:pt x="356" y="163"/>
                    <a:pt x="351" y="138"/>
                    <a:pt x="343" y="114"/>
                  </a:cubicBezTo>
                  <a:cubicBezTo>
                    <a:pt x="336" y="91"/>
                    <a:pt x="323" y="70"/>
                    <a:pt x="309" y="53"/>
                  </a:cubicBezTo>
                  <a:close/>
                  <a:moveTo>
                    <a:pt x="309" y="260"/>
                  </a:moveTo>
                  <a:lnTo>
                    <a:pt x="309" y="260"/>
                  </a:lnTo>
                  <a:cubicBezTo>
                    <a:pt x="304" y="281"/>
                    <a:pt x="295" y="298"/>
                    <a:pt x="283" y="312"/>
                  </a:cubicBezTo>
                  <a:cubicBezTo>
                    <a:pt x="271" y="327"/>
                    <a:pt x="256" y="338"/>
                    <a:pt x="238" y="345"/>
                  </a:cubicBezTo>
                  <a:cubicBezTo>
                    <a:pt x="221" y="354"/>
                    <a:pt x="200" y="358"/>
                    <a:pt x="176" y="358"/>
                  </a:cubicBezTo>
                  <a:cubicBezTo>
                    <a:pt x="152" y="358"/>
                    <a:pt x="132" y="354"/>
                    <a:pt x="114" y="345"/>
                  </a:cubicBezTo>
                  <a:cubicBezTo>
                    <a:pt x="97" y="336"/>
                    <a:pt x="82" y="324"/>
                    <a:pt x="71" y="309"/>
                  </a:cubicBezTo>
                  <a:cubicBezTo>
                    <a:pt x="59" y="293"/>
                    <a:pt x="51" y="277"/>
                    <a:pt x="45" y="257"/>
                  </a:cubicBezTo>
                  <a:cubicBezTo>
                    <a:pt x="40" y="237"/>
                    <a:pt x="37" y="216"/>
                    <a:pt x="37" y="195"/>
                  </a:cubicBezTo>
                  <a:cubicBezTo>
                    <a:pt x="37" y="173"/>
                    <a:pt x="40" y="152"/>
                    <a:pt x="47" y="132"/>
                  </a:cubicBezTo>
                  <a:cubicBezTo>
                    <a:pt x="52" y="112"/>
                    <a:pt x="62" y="94"/>
                    <a:pt x="73" y="80"/>
                  </a:cubicBezTo>
                  <a:cubicBezTo>
                    <a:pt x="86" y="65"/>
                    <a:pt x="101" y="53"/>
                    <a:pt x="118" y="45"/>
                  </a:cubicBezTo>
                  <a:cubicBezTo>
                    <a:pt x="136" y="37"/>
                    <a:pt x="156" y="31"/>
                    <a:pt x="179" y="31"/>
                  </a:cubicBezTo>
                  <a:cubicBezTo>
                    <a:pt x="204" y="31"/>
                    <a:pt x="225" y="37"/>
                    <a:pt x="242" y="45"/>
                  </a:cubicBezTo>
                  <a:cubicBezTo>
                    <a:pt x="260" y="53"/>
                    <a:pt x="274" y="65"/>
                    <a:pt x="285" y="80"/>
                  </a:cubicBezTo>
                  <a:cubicBezTo>
                    <a:pt x="297" y="94"/>
                    <a:pt x="305" y="112"/>
                    <a:pt x="311" y="132"/>
                  </a:cubicBezTo>
                  <a:cubicBezTo>
                    <a:pt x="316" y="152"/>
                    <a:pt x="319" y="173"/>
                    <a:pt x="319" y="195"/>
                  </a:cubicBezTo>
                  <a:cubicBezTo>
                    <a:pt x="319" y="219"/>
                    <a:pt x="316" y="240"/>
                    <a:pt x="309" y="2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93AC9F9C-A0C7-8BA2-144B-8592AC8D5B50}"/>
                </a:ext>
              </a:extLst>
            </p:cNvPr>
            <p:cNvSpPr>
              <a:spLocks noChangeArrowheads="1"/>
            </p:cNvSpPr>
            <p:nvPr/>
          </p:nvSpPr>
          <p:spPr bwMode="auto">
            <a:xfrm>
              <a:off x="8045450" y="2678113"/>
              <a:ext cx="106363" cy="136525"/>
            </a:xfrm>
            <a:custGeom>
              <a:avLst/>
              <a:gdLst>
                <a:gd name="T0" fmla="*/ 99 w 296"/>
                <a:gd name="T1" fmla="*/ 0 h 378"/>
                <a:gd name="T2" fmla="*/ 99 w 296"/>
                <a:gd name="T3" fmla="*/ 0 h 378"/>
                <a:gd name="T4" fmla="*/ 0 w 296"/>
                <a:gd name="T5" fmla="*/ 0 h 378"/>
                <a:gd name="T6" fmla="*/ 0 w 296"/>
                <a:gd name="T7" fmla="*/ 377 h 378"/>
                <a:gd name="T8" fmla="*/ 94 w 296"/>
                <a:gd name="T9" fmla="*/ 377 h 378"/>
                <a:gd name="T10" fmla="*/ 179 w 296"/>
                <a:gd name="T11" fmla="*/ 363 h 378"/>
                <a:gd name="T12" fmla="*/ 242 w 296"/>
                <a:gd name="T13" fmla="*/ 324 h 378"/>
                <a:gd name="T14" fmla="*/ 281 w 296"/>
                <a:gd name="T15" fmla="*/ 264 h 378"/>
                <a:gd name="T16" fmla="*/ 295 w 296"/>
                <a:gd name="T17" fmla="*/ 184 h 378"/>
                <a:gd name="T18" fmla="*/ 246 w 296"/>
                <a:gd name="T19" fmla="*/ 46 h 378"/>
                <a:gd name="T20" fmla="*/ 99 w 296"/>
                <a:gd name="T21" fmla="*/ 0 h 378"/>
                <a:gd name="T22" fmla="*/ 247 w 296"/>
                <a:gd name="T23" fmla="*/ 254 h 378"/>
                <a:gd name="T24" fmla="*/ 247 w 296"/>
                <a:gd name="T25" fmla="*/ 254 h 378"/>
                <a:gd name="T26" fmla="*/ 214 w 296"/>
                <a:gd name="T27" fmla="*/ 304 h 378"/>
                <a:gd name="T28" fmla="*/ 162 w 296"/>
                <a:gd name="T29" fmla="*/ 335 h 378"/>
                <a:gd name="T30" fmla="*/ 93 w 296"/>
                <a:gd name="T31" fmla="*/ 345 h 378"/>
                <a:gd name="T32" fmla="*/ 35 w 296"/>
                <a:gd name="T33" fmla="*/ 345 h 378"/>
                <a:gd name="T34" fmla="*/ 35 w 296"/>
                <a:gd name="T35" fmla="*/ 32 h 378"/>
                <a:gd name="T36" fmla="*/ 97 w 296"/>
                <a:gd name="T37" fmla="*/ 32 h 378"/>
                <a:gd name="T38" fmla="*/ 259 w 296"/>
                <a:gd name="T39" fmla="*/ 185 h 378"/>
                <a:gd name="T40" fmla="*/ 247 w 296"/>
                <a:gd name="T41" fmla="*/ 25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8">
                  <a:moveTo>
                    <a:pt x="99" y="0"/>
                  </a:moveTo>
                  <a:lnTo>
                    <a:pt x="99" y="0"/>
                  </a:lnTo>
                  <a:cubicBezTo>
                    <a:pt x="0" y="0"/>
                    <a:pt x="0" y="0"/>
                    <a:pt x="0" y="0"/>
                  </a:cubicBezTo>
                  <a:cubicBezTo>
                    <a:pt x="0" y="377"/>
                    <a:pt x="0" y="377"/>
                    <a:pt x="0" y="377"/>
                  </a:cubicBezTo>
                  <a:cubicBezTo>
                    <a:pt x="94" y="377"/>
                    <a:pt x="94" y="377"/>
                    <a:pt x="94" y="377"/>
                  </a:cubicBezTo>
                  <a:cubicBezTo>
                    <a:pt x="125" y="377"/>
                    <a:pt x="153" y="373"/>
                    <a:pt x="179" y="363"/>
                  </a:cubicBezTo>
                  <a:cubicBezTo>
                    <a:pt x="203" y="355"/>
                    <a:pt x="224" y="341"/>
                    <a:pt x="242" y="324"/>
                  </a:cubicBezTo>
                  <a:cubicBezTo>
                    <a:pt x="259" y="307"/>
                    <a:pt x="271" y="287"/>
                    <a:pt x="281" y="264"/>
                  </a:cubicBezTo>
                  <a:cubicBezTo>
                    <a:pt x="291" y="240"/>
                    <a:pt x="295" y="213"/>
                    <a:pt x="295" y="184"/>
                  </a:cubicBezTo>
                  <a:cubicBezTo>
                    <a:pt x="295" y="123"/>
                    <a:pt x="278" y="77"/>
                    <a:pt x="246" y="46"/>
                  </a:cubicBezTo>
                  <a:cubicBezTo>
                    <a:pt x="212" y="15"/>
                    <a:pt x="163" y="0"/>
                    <a:pt x="99" y="0"/>
                  </a:cubicBezTo>
                  <a:close/>
                  <a:moveTo>
                    <a:pt x="247" y="254"/>
                  </a:moveTo>
                  <a:lnTo>
                    <a:pt x="247" y="254"/>
                  </a:lnTo>
                  <a:cubicBezTo>
                    <a:pt x="239" y="273"/>
                    <a:pt x="229" y="290"/>
                    <a:pt x="214" y="304"/>
                  </a:cubicBezTo>
                  <a:cubicBezTo>
                    <a:pt x="200" y="318"/>
                    <a:pt x="183" y="328"/>
                    <a:pt x="162" y="335"/>
                  </a:cubicBezTo>
                  <a:cubicBezTo>
                    <a:pt x="142" y="342"/>
                    <a:pt x="118" y="345"/>
                    <a:pt x="93" y="345"/>
                  </a:cubicBezTo>
                  <a:cubicBezTo>
                    <a:pt x="35" y="345"/>
                    <a:pt x="35" y="345"/>
                    <a:pt x="35" y="345"/>
                  </a:cubicBezTo>
                  <a:cubicBezTo>
                    <a:pt x="35" y="32"/>
                    <a:pt x="35" y="32"/>
                    <a:pt x="35" y="32"/>
                  </a:cubicBezTo>
                  <a:cubicBezTo>
                    <a:pt x="97" y="32"/>
                    <a:pt x="97" y="32"/>
                    <a:pt x="97" y="32"/>
                  </a:cubicBezTo>
                  <a:cubicBezTo>
                    <a:pt x="204" y="32"/>
                    <a:pt x="259" y="82"/>
                    <a:pt x="259" y="185"/>
                  </a:cubicBezTo>
                  <a:cubicBezTo>
                    <a:pt x="259" y="210"/>
                    <a:pt x="254" y="234"/>
                    <a:pt x="247"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6" name="Freeform 201">
              <a:extLst>
                <a:ext uri="{FF2B5EF4-FFF2-40B4-BE49-F238E27FC236}">
                  <a16:creationId xmlns:a16="http://schemas.microsoft.com/office/drawing/2014/main" id="{0C3B1893-86E2-27C0-8144-1975CF2B8A08}"/>
                </a:ext>
              </a:extLst>
            </p:cNvPr>
            <p:cNvSpPr>
              <a:spLocks noChangeArrowheads="1"/>
            </p:cNvSpPr>
            <p:nvPr/>
          </p:nvSpPr>
          <p:spPr bwMode="auto">
            <a:xfrm>
              <a:off x="8231188" y="2678113"/>
              <a:ext cx="68262" cy="136525"/>
            </a:xfrm>
            <a:custGeom>
              <a:avLst/>
              <a:gdLst>
                <a:gd name="T0" fmla="*/ 187 w 188"/>
                <a:gd name="T1" fmla="*/ 345 h 378"/>
                <a:gd name="T2" fmla="*/ 36 w 188"/>
                <a:gd name="T3" fmla="*/ 345 h 378"/>
                <a:gd name="T4" fmla="*/ 36 w 188"/>
                <a:gd name="T5" fmla="*/ 0 h 378"/>
                <a:gd name="T6" fmla="*/ 0 w 188"/>
                <a:gd name="T7" fmla="*/ 0 h 378"/>
                <a:gd name="T8" fmla="*/ 0 w 188"/>
                <a:gd name="T9" fmla="*/ 377 h 378"/>
                <a:gd name="T10" fmla="*/ 187 w 188"/>
                <a:gd name="T11" fmla="*/ 377 h 378"/>
                <a:gd name="T12" fmla="*/ 187 w 188"/>
                <a:gd name="T13" fmla="*/ 345 h 378"/>
              </a:gdLst>
              <a:ahLst/>
              <a:cxnLst>
                <a:cxn ang="0">
                  <a:pos x="T0" y="T1"/>
                </a:cxn>
                <a:cxn ang="0">
                  <a:pos x="T2" y="T3"/>
                </a:cxn>
                <a:cxn ang="0">
                  <a:pos x="T4" y="T5"/>
                </a:cxn>
                <a:cxn ang="0">
                  <a:pos x="T6" y="T7"/>
                </a:cxn>
                <a:cxn ang="0">
                  <a:pos x="T8" y="T9"/>
                </a:cxn>
                <a:cxn ang="0">
                  <a:pos x="T10" y="T11"/>
                </a:cxn>
                <a:cxn ang="0">
                  <a:pos x="T12" y="T13"/>
                </a:cxn>
              </a:cxnLst>
              <a:rect l="0" t="0" r="r" b="b"/>
              <a:pathLst>
                <a:path w="188" h="378">
                  <a:moveTo>
                    <a:pt x="187" y="345"/>
                  </a:moveTo>
                  <a:lnTo>
                    <a:pt x="36" y="345"/>
                  </a:lnTo>
                  <a:lnTo>
                    <a:pt x="36" y="0"/>
                  </a:lnTo>
                  <a:lnTo>
                    <a:pt x="0" y="0"/>
                  </a:lnTo>
                  <a:lnTo>
                    <a:pt x="0" y="377"/>
                  </a:lnTo>
                  <a:lnTo>
                    <a:pt x="187" y="377"/>
                  </a:lnTo>
                  <a:lnTo>
                    <a:pt x="187"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7" name="Freeform 202">
              <a:extLst>
                <a:ext uri="{FF2B5EF4-FFF2-40B4-BE49-F238E27FC236}">
                  <a16:creationId xmlns:a16="http://schemas.microsoft.com/office/drawing/2014/main" id="{4CFBFF81-5968-BEEA-5AF3-69FFBFA4F0D1}"/>
                </a:ext>
              </a:extLst>
            </p:cNvPr>
            <p:cNvSpPr>
              <a:spLocks noChangeArrowheads="1"/>
            </p:cNvSpPr>
            <p:nvPr/>
          </p:nvSpPr>
          <p:spPr bwMode="auto">
            <a:xfrm>
              <a:off x="8321675" y="2678113"/>
              <a:ext cx="12700" cy="136525"/>
            </a:xfrm>
            <a:custGeom>
              <a:avLst/>
              <a:gdLst>
                <a:gd name="T0" fmla="*/ 35 w 36"/>
                <a:gd name="T1" fmla="*/ 0 h 378"/>
                <a:gd name="T2" fmla="*/ 0 w 36"/>
                <a:gd name="T3" fmla="*/ 0 h 378"/>
                <a:gd name="T4" fmla="*/ 0 w 36"/>
                <a:gd name="T5" fmla="*/ 377 h 378"/>
                <a:gd name="T6" fmla="*/ 35 w 36"/>
                <a:gd name="T7" fmla="*/ 377 h 378"/>
                <a:gd name="T8" fmla="*/ 35 w 36"/>
                <a:gd name="T9" fmla="*/ 0 h 378"/>
              </a:gdLst>
              <a:ahLst/>
              <a:cxnLst>
                <a:cxn ang="0">
                  <a:pos x="T0" y="T1"/>
                </a:cxn>
                <a:cxn ang="0">
                  <a:pos x="T2" y="T3"/>
                </a:cxn>
                <a:cxn ang="0">
                  <a:pos x="T4" y="T5"/>
                </a:cxn>
                <a:cxn ang="0">
                  <a:pos x="T6" y="T7"/>
                </a:cxn>
                <a:cxn ang="0">
                  <a:pos x="T8" y="T9"/>
                </a:cxn>
              </a:cxnLst>
              <a:rect l="0" t="0" r="r" b="b"/>
              <a:pathLst>
                <a:path w="36" h="378">
                  <a:moveTo>
                    <a:pt x="35" y="0"/>
                  </a:moveTo>
                  <a:lnTo>
                    <a:pt x="0" y="0"/>
                  </a:lnTo>
                  <a:lnTo>
                    <a:pt x="0" y="377"/>
                  </a:lnTo>
                  <a:lnTo>
                    <a:pt x="35" y="37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3">
              <a:extLst>
                <a:ext uri="{FF2B5EF4-FFF2-40B4-BE49-F238E27FC236}">
                  <a16:creationId xmlns:a16="http://schemas.microsoft.com/office/drawing/2014/main" id="{BBF18637-E5E5-93EB-97BD-9D832E719A2B}"/>
                </a:ext>
              </a:extLst>
            </p:cNvPr>
            <p:cNvSpPr>
              <a:spLocks noChangeArrowheads="1"/>
            </p:cNvSpPr>
            <p:nvPr/>
          </p:nvSpPr>
          <p:spPr bwMode="auto">
            <a:xfrm>
              <a:off x="8369300" y="2678113"/>
              <a:ext cx="106363" cy="136525"/>
            </a:xfrm>
            <a:custGeom>
              <a:avLst/>
              <a:gdLst>
                <a:gd name="T0" fmla="*/ 35 w 296"/>
                <a:gd name="T1" fmla="*/ 85 h 378"/>
                <a:gd name="T2" fmla="*/ 35 w 296"/>
                <a:gd name="T3" fmla="*/ 85 h 378"/>
                <a:gd name="T4" fmla="*/ 35 w 296"/>
                <a:gd name="T5" fmla="*/ 64 h 378"/>
                <a:gd name="T6" fmla="*/ 33 w 296"/>
                <a:gd name="T7" fmla="*/ 50 h 378"/>
                <a:gd name="T8" fmla="*/ 35 w 296"/>
                <a:gd name="T9" fmla="*/ 50 h 378"/>
                <a:gd name="T10" fmla="*/ 40 w 296"/>
                <a:gd name="T11" fmla="*/ 63 h 378"/>
                <a:gd name="T12" fmla="*/ 49 w 296"/>
                <a:gd name="T13" fmla="*/ 74 h 378"/>
                <a:gd name="T14" fmla="*/ 258 w 296"/>
                <a:gd name="T15" fmla="*/ 377 h 378"/>
                <a:gd name="T16" fmla="*/ 295 w 296"/>
                <a:gd name="T17" fmla="*/ 377 h 378"/>
                <a:gd name="T18" fmla="*/ 295 w 296"/>
                <a:gd name="T19" fmla="*/ 0 h 378"/>
                <a:gd name="T20" fmla="*/ 260 w 296"/>
                <a:gd name="T21" fmla="*/ 0 h 378"/>
                <a:gd name="T22" fmla="*/ 260 w 296"/>
                <a:gd name="T23" fmla="*/ 280 h 378"/>
                <a:gd name="T24" fmla="*/ 260 w 296"/>
                <a:gd name="T25" fmla="*/ 304 h 378"/>
                <a:gd name="T26" fmla="*/ 261 w 296"/>
                <a:gd name="T27" fmla="*/ 324 h 378"/>
                <a:gd name="T28" fmla="*/ 260 w 296"/>
                <a:gd name="T29" fmla="*/ 324 h 378"/>
                <a:gd name="T30" fmla="*/ 252 w 296"/>
                <a:gd name="T31" fmla="*/ 313 h 378"/>
                <a:gd name="T32" fmla="*/ 244 w 296"/>
                <a:gd name="T33" fmla="*/ 299 h 378"/>
                <a:gd name="T34" fmla="*/ 39 w 296"/>
                <a:gd name="T35" fmla="*/ 0 h 378"/>
                <a:gd name="T36" fmla="*/ 0 w 296"/>
                <a:gd name="T37" fmla="*/ 0 h 378"/>
                <a:gd name="T38" fmla="*/ 0 w 296"/>
                <a:gd name="T39" fmla="*/ 377 h 378"/>
                <a:gd name="T40" fmla="*/ 35 w 296"/>
                <a:gd name="T41" fmla="*/ 377 h 378"/>
                <a:gd name="T42" fmla="*/ 35 w 296"/>
                <a:gd name="T43" fmla="*/ 85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35" y="85"/>
                  </a:moveTo>
                  <a:lnTo>
                    <a:pt x="35" y="85"/>
                  </a:lnTo>
                  <a:cubicBezTo>
                    <a:pt x="35" y="77"/>
                    <a:pt x="35" y="70"/>
                    <a:pt x="35" y="64"/>
                  </a:cubicBezTo>
                  <a:cubicBezTo>
                    <a:pt x="33" y="59"/>
                    <a:pt x="33" y="54"/>
                    <a:pt x="33" y="50"/>
                  </a:cubicBezTo>
                  <a:cubicBezTo>
                    <a:pt x="35" y="50"/>
                    <a:pt x="35" y="50"/>
                    <a:pt x="35" y="50"/>
                  </a:cubicBezTo>
                  <a:cubicBezTo>
                    <a:pt x="36" y="54"/>
                    <a:pt x="39" y="59"/>
                    <a:pt x="40" y="63"/>
                  </a:cubicBezTo>
                  <a:cubicBezTo>
                    <a:pt x="43" y="67"/>
                    <a:pt x="46" y="71"/>
                    <a:pt x="49" y="74"/>
                  </a:cubicBezTo>
                  <a:cubicBezTo>
                    <a:pt x="258" y="377"/>
                    <a:pt x="258" y="377"/>
                    <a:pt x="258" y="377"/>
                  </a:cubicBezTo>
                  <a:cubicBezTo>
                    <a:pt x="295" y="377"/>
                    <a:pt x="295" y="377"/>
                    <a:pt x="295" y="377"/>
                  </a:cubicBezTo>
                  <a:cubicBezTo>
                    <a:pt x="295" y="0"/>
                    <a:pt x="295" y="0"/>
                    <a:pt x="295" y="0"/>
                  </a:cubicBezTo>
                  <a:cubicBezTo>
                    <a:pt x="260" y="0"/>
                    <a:pt x="260" y="0"/>
                    <a:pt x="260" y="0"/>
                  </a:cubicBezTo>
                  <a:cubicBezTo>
                    <a:pt x="260" y="280"/>
                    <a:pt x="260" y="280"/>
                    <a:pt x="260" y="280"/>
                  </a:cubicBezTo>
                  <a:cubicBezTo>
                    <a:pt x="260" y="289"/>
                    <a:pt x="260" y="297"/>
                    <a:pt x="260" y="304"/>
                  </a:cubicBezTo>
                  <a:cubicBezTo>
                    <a:pt x="260" y="311"/>
                    <a:pt x="261" y="318"/>
                    <a:pt x="261" y="324"/>
                  </a:cubicBezTo>
                  <a:cubicBezTo>
                    <a:pt x="260" y="324"/>
                    <a:pt x="260" y="324"/>
                    <a:pt x="260" y="324"/>
                  </a:cubicBezTo>
                  <a:cubicBezTo>
                    <a:pt x="258" y="321"/>
                    <a:pt x="255" y="317"/>
                    <a:pt x="252" y="313"/>
                  </a:cubicBezTo>
                  <a:cubicBezTo>
                    <a:pt x="251" y="309"/>
                    <a:pt x="248" y="304"/>
                    <a:pt x="244" y="299"/>
                  </a:cubicBezTo>
                  <a:cubicBezTo>
                    <a:pt x="39" y="0"/>
                    <a:pt x="39" y="0"/>
                    <a:pt x="39" y="0"/>
                  </a:cubicBezTo>
                  <a:cubicBezTo>
                    <a:pt x="0" y="0"/>
                    <a:pt x="0" y="0"/>
                    <a:pt x="0" y="0"/>
                  </a:cubicBezTo>
                  <a:cubicBezTo>
                    <a:pt x="0" y="377"/>
                    <a:pt x="0" y="377"/>
                    <a:pt x="0" y="377"/>
                  </a:cubicBezTo>
                  <a:cubicBezTo>
                    <a:pt x="35" y="377"/>
                    <a:pt x="35" y="377"/>
                    <a:pt x="35" y="377"/>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4">
              <a:extLst>
                <a:ext uri="{FF2B5EF4-FFF2-40B4-BE49-F238E27FC236}">
                  <a16:creationId xmlns:a16="http://schemas.microsoft.com/office/drawing/2014/main" id="{077C1A21-9530-701D-B715-5F1C66C8A030}"/>
                </a:ext>
              </a:extLst>
            </p:cNvPr>
            <p:cNvSpPr>
              <a:spLocks noChangeArrowheads="1"/>
            </p:cNvSpPr>
            <p:nvPr/>
          </p:nvSpPr>
          <p:spPr bwMode="auto">
            <a:xfrm>
              <a:off x="8512175" y="2678113"/>
              <a:ext cx="69850" cy="136525"/>
            </a:xfrm>
            <a:custGeom>
              <a:avLst/>
              <a:gdLst>
                <a:gd name="T0" fmla="*/ 35 w 193"/>
                <a:gd name="T1" fmla="*/ 202 h 378"/>
                <a:gd name="T2" fmla="*/ 173 w 193"/>
                <a:gd name="T3" fmla="*/ 202 h 378"/>
                <a:gd name="T4" fmla="*/ 173 w 193"/>
                <a:gd name="T5" fmla="*/ 171 h 378"/>
                <a:gd name="T6" fmla="*/ 35 w 193"/>
                <a:gd name="T7" fmla="*/ 171 h 378"/>
                <a:gd name="T8" fmla="*/ 35 w 193"/>
                <a:gd name="T9" fmla="*/ 32 h 378"/>
                <a:gd name="T10" fmla="*/ 184 w 193"/>
                <a:gd name="T11" fmla="*/ 32 h 378"/>
                <a:gd name="T12" fmla="*/ 184 w 193"/>
                <a:gd name="T13" fmla="*/ 0 h 378"/>
                <a:gd name="T14" fmla="*/ 0 w 193"/>
                <a:gd name="T15" fmla="*/ 0 h 378"/>
                <a:gd name="T16" fmla="*/ 0 w 193"/>
                <a:gd name="T17" fmla="*/ 377 h 378"/>
                <a:gd name="T18" fmla="*/ 192 w 193"/>
                <a:gd name="T19" fmla="*/ 377 h 378"/>
                <a:gd name="T20" fmla="*/ 192 w 193"/>
                <a:gd name="T21" fmla="*/ 345 h 378"/>
                <a:gd name="T22" fmla="*/ 35 w 193"/>
                <a:gd name="T23" fmla="*/ 345 h 378"/>
                <a:gd name="T24" fmla="*/ 35 w 193"/>
                <a:gd name="T25" fmla="*/ 202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8">
                  <a:moveTo>
                    <a:pt x="35" y="202"/>
                  </a:moveTo>
                  <a:lnTo>
                    <a:pt x="173" y="202"/>
                  </a:lnTo>
                  <a:lnTo>
                    <a:pt x="173" y="171"/>
                  </a:lnTo>
                  <a:lnTo>
                    <a:pt x="35" y="171"/>
                  </a:lnTo>
                  <a:lnTo>
                    <a:pt x="35" y="32"/>
                  </a:lnTo>
                  <a:lnTo>
                    <a:pt x="184" y="32"/>
                  </a:lnTo>
                  <a:lnTo>
                    <a:pt x="184" y="0"/>
                  </a:lnTo>
                  <a:lnTo>
                    <a:pt x="0" y="0"/>
                  </a:lnTo>
                  <a:lnTo>
                    <a:pt x="0" y="377"/>
                  </a:lnTo>
                  <a:lnTo>
                    <a:pt x="192" y="377"/>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0" name="Freeform 205">
              <a:extLst>
                <a:ext uri="{FF2B5EF4-FFF2-40B4-BE49-F238E27FC236}">
                  <a16:creationId xmlns:a16="http://schemas.microsoft.com/office/drawing/2014/main" id="{105ABD87-6F18-AF40-E618-927534734FFD}"/>
                </a:ext>
              </a:extLst>
            </p:cNvPr>
            <p:cNvSpPr>
              <a:spLocks noChangeArrowheads="1"/>
            </p:cNvSpPr>
            <p:nvPr/>
          </p:nvSpPr>
          <p:spPr bwMode="auto">
            <a:xfrm>
              <a:off x="8661400" y="2678113"/>
              <a:ext cx="12700" cy="136525"/>
            </a:xfrm>
            <a:custGeom>
              <a:avLst/>
              <a:gdLst>
                <a:gd name="T0" fmla="*/ 0 w 36"/>
                <a:gd name="T1" fmla="*/ 377 h 378"/>
                <a:gd name="T2" fmla="*/ 35 w 36"/>
                <a:gd name="T3" fmla="*/ 377 h 378"/>
                <a:gd name="T4" fmla="*/ 35 w 36"/>
                <a:gd name="T5" fmla="*/ 0 h 378"/>
                <a:gd name="T6" fmla="*/ 0 w 36"/>
                <a:gd name="T7" fmla="*/ 0 h 378"/>
                <a:gd name="T8" fmla="*/ 0 w 36"/>
                <a:gd name="T9" fmla="*/ 377 h 378"/>
              </a:gdLst>
              <a:ahLst/>
              <a:cxnLst>
                <a:cxn ang="0">
                  <a:pos x="T0" y="T1"/>
                </a:cxn>
                <a:cxn ang="0">
                  <a:pos x="T2" y="T3"/>
                </a:cxn>
                <a:cxn ang="0">
                  <a:pos x="T4" y="T5"/>
                </a:cxn>
                <a:cxn ang="0">
                  <a:pos x="T6" y="T7"/>
                </a:cxn>
                <a:cxn ang="0">
                  <a:pos x="T8" y="T9"/>
                </a:cxn>
              </a:cxnLst>
              <a:rect l="0" t="0" r="r" b="b"/>
              <a:pathLst>
                <a:path w="36" h="378">
                  <a:moveTo>
                    <a:pt x="0" y="377"/>
                  </a:moveTo>
                  <a:lnTo>
                    <a:pt x="35" y="377"/>
                  </a:lnTo>
                  <a:lnTo>
                    <a:pt x="35" y="0"/>
                  </a:lnTo>
                  <a:lnTo>
                    <a:pt x="0" y="0"/>
                  </a:lnTo>
                  <a:lnTo>
                    <a:pt x="0" y="3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6">
              <a:extLst>
                <a:ext uri="{FF2B5EF4-FFF2-40B4-BE49-F238E27FC236}">
                  <a16:creationId xmlns:a16="http://schemas.microsoft.com/office/drawing/2014/main" id="{F586494C-9A89-E07C-94DA-9697E988FD56}"/>
                </a:ext>
              </a:extLst>
            </p:cNvPr>
            <p:cNvSpPr>
              <a:spLocks noChangeArrowheads="1"/>
            </p:cNvSpPr>
            <p:nvPr/>
          </p:nvSpPr>
          <p:spPr bwMode="auto">
            <a:xfrm>
              <a:off x="8702675" y="2676525"/>
              <a:ext cx="100013" cy="141288"/>
            </a:xfrm>
            <a:custGeom>
              <a:avLst/>
              <a:gdLst>
                <a:gd name="T0" fmla="*/ 277 w 278"/>
                <a:gd name="T1" fmla="*/ 369 h 391"/>
                <a:gd name="T2" fmla="*/ 277 w 278"/>
                <a:gd name="T3" fmla="*/ 369 h 391"/>
                <a:gd name="T4" fmla="*/ 277 w 278"/>
                <a:gd name="T5" fmla="*/ 336 h 391"/>
                <a:gd name="T6" fmla="*/ 180 w 278"/>
                <a:gd name="T7" fmla="*/ 358 h 391"/>
                <a:gd name="T8" fmla="*/ 118 w 278"/>
                <a:gd name="T9" fmla="*/ 345 h 391"/>
                <a:gd name="T10" fmla="*/ 73 w 278"/>
                <a:gd name="T11" fmla="*/ 312 h 391"/>
                <a:gd name="T12" fmla="*/ 47 w 278"/>
                <a:gd name="T13" fmla="*/ 261 h 391"/>
                <a:gd name="T14" fmla="*/ 37 w 278"/>
                <a:gd name="T15" fmla="*/ 199 h 391"/>
                <a:gd name="T16" fmla="*/ 47 w 278"/>
                <a:gd name="T17" fmla="*/ 132 h 391"/>
                <a:gd name="T18" fmla="*/ 77 w 278"/>
                <a:gd name="T19" fmla="*/ 79 h 391"/>
                <a:gd name="T20" fmla="*/ 125 w 278"/>
                <a:gd name="T21" fmla="*/ 44 h 391"/>
                <a:gd name="T22" fmla="*/ 190 w 278"/>
                <a:gd name="T23" fmla="*/ 31 h 391"/>
                <a:gd name="T24" fmla="*/ 277 w 278"/>
                <a:gd name="T25" fmla="*/ 52 h 391"/>
                <a:gd name="T26" fmla="*/ 277 w 278"/>
                <a:gd name="T27" fmla="*/ 14 h 391"/>
                <a:gd name="T28" fmla="*/ 190 w 278"/>
                <a:gd name="T29" fmla="*/ 0 h 391"/>
                <a:gd name="T30" fmla="*/ 111 w 278"/>
                <a:gd name="T31" fmla="*/ 15 h 391"/>
                <a:gd name="T32" fmla="*/ 52 w 278"/>
                <a:gd name="T33" fmla="*/ 58 h 391"/>
                <a:gd name="T34" fmla="*/ 13 w 278"/>
                <a:gd name="T35" fmla="*/ 122 h 391"/>
                <a:gd name="T36" fmla="*/ 0 w 278"/>
                <a:gd name="T37" fmla="*/ 202 h 391"/>
                <a:gd name="T38" fmla="*/ 13 w 278"/>
                <a:gd name="T39" fmla="*/ 278 h 391"/>
                <a:gd name="T40" fmla="*/ 48 w 278"/>
                <a:gd name="T41" fmla="*/ 337 h 391"/>
                <a:gd name="T42" fmla="*/ 104 w 278"/>
                <a:gd name="T43" fmla="*/ 376 h 391"/>
                <a:gd name="T44" fmla="*/ 177 w 278"/>
                <a:gd name="T45" fmla="*/ 390 h 391"/>
                <a:gd name="T46" fmla="*/ 277 w 278"/>
                <a:gd name="T47" fmla="*/ 369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277" y="369"/>
                  </a:moveTo>
                  <a:lnTo>
                    <a:pt x="277" y="369"/>
                  </a:lnTo>
                  <a:cubicBezTo>
                    <a:pt x="277" y="336"/>
                    <a:pt x="277" y="336"/>
                    <a:pt x="277" y="336"/>
                  </a:cubicBezTo>
                  <a:cubicBezTo>
                    <a:pt x="249" y="351"/>
                    <a:pt x="216" y="358"/>
                    <a:pt x="180" y="358"/>
                  </a:cubicBezTo>
                  <a:cubicBezTo>
                    <a:pt x="158" y="358"/>
                    <a:pt x="136" y="354"/>
                    <a:pt x="118" y="345"/>
                  </a:cubicBezTo>
                  <a:cubicBezTo>
                    <a:pt x="100" y="337"/>
                    <a:pt x="86" y="326"/>
                    <a:pt x="73" y="312"/>
                  </a:cubicBezTo>
                  <a:cubicBezTo>
                    <a:pt x="61" y="296"/>
                    <a:pt x="52" y="281"/>
                    <a:pt x="47" y="261"/>
                  </a:cubicBezTo>
                  <a:cubicBezTo>
                    <a:pt x="40" y="241"/>
                    <a:pt x="37" y="222"/>
                    <a:pt x="37" y="199"/>
                  </a:cubicBezTo>
                  <a:cubicBezTo>
                    <a:pt x="37" y="175"/>
                    <a:pt x="40" y="153"/>
                    <a:pt x="47" y="132"/>
                  </a:cubicBezTo>
                  <a:cubicBezTo>
                    <a:pt x="54" y="112"/>
                    <a:pt x="63" y="94"/>
                    <a:pt x="77" y="79"/>
                  </a:cubicBezTo>
                  <a:cubicBezTo>
                    <a:pt x="90" y="65"/>
                    <a:pt x="106" y="52"/>
                    <a:pt x="125" y="44"/>
                  </a:cubicBezTo>
                  <a:cubicBezTo>
                    <a:pt x="143" y="35"/>
                    <a:pt x="166" y="31"/>
                    <a:pt x="190" y="31"/>
                  </a:cubicBezTo>
                  <a:cubicBezTo>
                    <a:pt x="221" y="31"/>
                    <a:pt x="249" y="38"/>
                    <a:pt x="277" y="52"/>
                  </a:cubicBezTo>
                  <a:cubicBezTo>
                    <a:pt x="277" y="14"/>
                    <a:pt x="277" y="14"/>
                    <a:pt x="277" y="14"/>
                  </a:cubicBezTo>
                  <a:cubicBezTo>
                    <a:pt x="252" y="4"/>
                    <a:pt x="222" y="0"/>
                    <a:pt x="190" y="0"/>
                  </a:cubicBezTo>
                  <a:cubicBezTo>
                    <a:pt x="162" y="0"/>
                    <a:pt x="135" y="4"/>
                    <a:pt x="111" y="15"/>
                  </a:cubicBezTo>
                  <a:cubicBezTo>
                    <a:pt x="89" y="25"/>
                    <a:pt x="68" y="39"/>
                    <a:pt x="52" y="58"/>
                  </a:cubicBezTo>
                  <a:cubicBezTo>
                    <a:pt x="35" y="76"/>
                    <a:pt x="23" y="97"/>
                    <a:pt x="13" y="122"/>
                  </a:cubicBezTo>
                  <a:cubicBezTo>
                    <a:pt x="4" y="147"/>
                    <a:pt x="0" y="174"/>
                    <a:pt x="0" y="202"/>
                  </a:cubicBezTo>
                  <a:cubicBezTo>
                    <a:pt x="0" y="229"/>
                    <a:pt x="4" y="254"/>
                    <a:pt x="13" y="278"/>
                  </a:cubicBezTo>
                  <a:cubicBezTo>
                    <a:pt x="21" y="300"/>
                    <a:pt x="33" y="320"/>
                    <a:pt x="48" y="337"/>
                  </a:cubicBezTo>
                  <a:cubicBezTo>
                    <a:pt x="63" y="354"/>
                    <a:pt x="82" y="366"/>
                    <a:pt x="104" y="376"/>
                  </a:cubicBezTo>
                  <a:cubicBezTo>
                    <a:pt x="125" y="385"/>
                    <a:pt x="150" y="390"/>
                    <a:pt x="177" y="390"/>
                  </a:cubicBezTo>
                  <a:cubicBezTo>
                    <a:pt x="214" y="390"/>
                    <a:pt x="247" y="383"/>
                    <a:pt x="277"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7">
              <a:extLst>
                <a:ext uri="{FF2B5EF4-FFF2-40B4-BE49-F238E27FC236}">
                  <a16:creationId xmlns:a16="http://schemas.microsoft.com/office/drawing/2014/main" id="{C5B4BB25-7FC2-DD76-A074-88FDEE098087}"/>
                </a:ext>
              </a:extLst>
            </p:cNvPr>
            <p:cNvSpPr>
              <a:spLocks noChangeArrowheads="1"/>
            </p:cNvSpPr>
            <p:nvPr/>
          </p:nvSpPr>
          <p:spPr bwMode="auto">
            <a:xfrm>
              <a:off x="8820150" y="2676525"/>
              <a:ext cx="128588" cy="141288"/>
            </a:xfrm>
            <a:custGeom>
              <a:avLst/>
              <a:gdLst>
                <a:gd name="T0" fmla="*/ 48 w 357"/>
                <a:gd name="T1" fmla="*/ 334 h 391"/>
                <a:gd name="T2" fmla="*/ 48 w 357"/>
                <a:gd name="T3" fmla="*/ 334 h 391"/>
                <a:gd name="T4" fmla="*/ 103 w 357"/>
                <a:gd name="T5" fmla="*/ 375 h 391"/>
                <a:gd name="T6" fmla="*/ 176 w 357"/>
                <a:gd name="T7" fmla="*/ 390 h 391"/>
                <a:gd name="T8" fmla="*/ 253 w 357"/>
                <a:gd name="T9" fmla="*/ 375 h 391"/>
                <a:gd name="T10" fmla="*/ 309 w 357"/>
                <a:gd name="T11" fmla="*/ 333 h 391"/>
                <a:gd name="T12" fmla="*/ 344 w 357"/>
                <a:gd name="T13" fmla="*/ 270 h 391"/>
                <a:gd name="T14" fmla="*/ 356 w 357"/>
                <a:gd name="T15" fmla="*/ 190 h 391"/>
                <a:gd name="T16" fmla="*/ 343 w 357"/>
                <a:gd name="T17" fmla="*/ 114 h 391"/>
                <a:gd name="T18" fmla="*/ 309 w 357"/>
                <a:gd name="T19" fmla="*/ 53 h 391"/>
                <a:gd name="T20" fmla="*/ 255 w 357"/>
                <a:gd name="T21" fmla="*/ 14 h 391"/>
                <a:gd name="T22" fmla="*/ 183 w 357"/>
                <a:gd name="T23" fmla="*/ 0 h 391"/>
                <a:gd name="T24" fmla="*/ 106 w 357"/>
                <a:gd name="T25" fmla="*/ 14 h 391"/>
                <a:gd name="T26" fmla="*/ 48 w 357"/>
                <a:gd name="T27" fmla="*/ 55 h 391"/>
                <a:gd name="T28" fmla="*/ 13 w 357"/>
                <a:gd name="T29" fmla="*/ 118 h 391"/>
                <a:gd name="T30" fmla="*/ 0 w 357"/>
                <a:gd name="T31" fmla="*/ 199 h 391"/>
                <a:gd name="T32" fmla="*/ 13 w 357"/>
                <a:gd name="T33" fmla="*/ 274 h 391"/>
                <a:gd name="T34" fmla="*/ 48 w 357"/>
                <a:gd name="T35" fmla="*/ 334 h 391"/>
                <a:gd name="T36" fmla="*/ 47 w 357"/>
                <a:gd name="T37" fmla="*/ 132 h 391"/>
                <a:gd name="T38" fmla="*/ 47 w 357"/>
                <a:gd name="T39" fmla="*/ 132 h 391"/>
                <a:gd name="T40" fmla="*/ 75 w 357"/>
                <a:gd name="T41" fmla="*/ 80 h 391"/>
                <a:gd name="T42" fmla="*/ 118 w 357"/>
                <a:gd name="T43" fmla="*/ 45 h 391"/>
                <a:gd name="T44" fmla="*/ 180 w 357"/>
                <a:gd name="T45" fmla="*/ 31 h 391"/>
                <a:gd name="T46" fmla="*/ 243 w 357"/>
                <a:gd name="T47" fmla="*/ 45 h 391"/>
                <a:gd name="T48" fmla="*/ 285 w 357"/>
                <a:gd name="T49" fmla="*/ 80 h 391"/>
                <a:gd name="T50" fmla="*/ 311 w 357"/>
                <a:gd name="T51" fmla="*/ 132 h 391"/>
                <a:gd name="T52" fmla="*/ 319 w 357"/>
                <a:gd name="T53" fmla="*/ 195 h 391"/>
                <a:gd name="T54" fmla="*/ 309 w 357"/>
                <a:gd name="T55" fmla="*/ 260 h 391"/>
                <a:gd name="T56" fmla="*/ 283 w 357"/>
                <a:gd name="T57" fmla="*/ 312 h 391"/>
                <a:gd name="T58" fmla="*/ 238 w 357"/>
                <a:gd name="T59" fmla="*/ 345 h 391"/>
                <a:gd name="T60" fmla="*/ 176 w 357"/>
                <a:gd name="T61" fmla="*/ 358 h 391"/>
                <a:gd name="T62" fmla="*/ 114 w 357"/>
                <a:gd name="T63" fmla="*/ 345 h 391"/>
                <a:gd name="T64" fmla="*/ 71 w 357"/>
                <a:gd name="T65" fmla="*/ 309 h 391"/>
                <a:gd name="T66" fmla="*/ 45 w 357"/>
                <a:gd name="T67" fmla="*/ 257 h 391"/>
                <a:gd name="T68" fmla="*/ 37 w 357"/>
                <a:gd name="T69" fmla="*/ 195 h 391"/>
                <a:gd name="T70" fmla="*/ 47 w 357"/>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48" y="334"/>
                  </a:moveTo>
                  <a:lnTo>
                    <a:pt x="48" y="334"/>
                  </a:lnTo>
                  <a:cubicBezTo>
                    <a:pt x="64" y="351"/>
                    <a:pt x="82" y="365"/>
                    <a:pt x="103" y="375"/>
                  </a:cubicBezTo>
                  <a:cubicBezTo>
                    <a:pt x="125" y="385"/>
                    <a:pt x="149" y="390"/>
                    <a:pt x="176" y="390"/>
                  </a:cubicBezTo>
                  <a:cubicBezTo>
                    <a:pt x="205" y="390"/>
                    <a:pt x="231" y="385"/>
                    <a:pt x="253" y="375"/>
                  </a:cubicBezTo>
                  <a:cubicBezTo>
                    <a:pt x="276" y="365"/>
                    <a:pt x="294" y="351"/>
                    <a:pt x="309" y="333"/>
                  </a:cubicBezTo>
                  <a:cubicBezTo>
                    <a:pt x="325" y="315"/>
                    <a:pt x="336" y="293"/>
                    <a:pt x="344" y="270"/>
                  </a:cubicBezTo>
                  <a:cubicBezTo>
                    <a:pt x="351" y="244"/>
                    <a:pt x="356" y="218"/>
                    <a:pt x="356" y="190"/>
                  </a:cubicBezTo>
                  <a:cubicBezTo>
                    <a:pt x="356" y="163"/>
                    <a:pt x="351" y="138"/>
                    <a:pt x="343" y="114"/>
                  </a:cubicBezTo>
                  <a:cubicBezTo>
                    <a:pt x="336" y="91"/>
                    <a:pt x="325" y="70"/>
                    <a:pt x="309" y="53"/>
                  </a:cubicBezTo>
                  <a:cubicBezTo>
                    <a:pt x="294" y="37"/>
                    <a:pt x="276" y="24"/>
                    <a:pt x="255" y="14"/>
                  </a:cubicBezTo>
                  <a:cubicBezTo>
                    <a:pt x="233" y="4"/>
                    <a:pt x="210" y="0"/>
                    <a:pt x="183" y="0"/>
                  </a:cubicBezTo>
                  <a:cubicBezTo>
                    <a:pt x="155" y="0"/>
                    <a:pt x="128" y="4"/>
                    <a:pt x="106" y="14"/>
                  </a:cubicBezTo>
                  <a:cubicBezTo>
                    <a:pt x="83" y="24"/>
                    <a:pt x="64" y="38"/>
                    <a:pt x="48" y="55"/>
                  </a:cubicBezTo>
                  <a:cubicBezTo>
                    <a:pt x="33" y="73"/>
                    <a:pt x="21" y="94"/>
                    <a:pt x="13" y="118"/>
                  </a:cubicBezTo>
                  <a:cubicBezTo>
                    <a:pt x="5" y="142"/>
                    <a:pt x="0" y="170"/>
                    <a:pt x="0" y="199"/>
                  </a:cubicBezTo>
                  <a:cubicBezTo>
                    <a:pt x="0" y="226"/>
                    <a:pt x="5" y="250"/>
                    <a:pt x="13" y="274"/>
                  </a:cubicBezTo>
                  <a:cubicBezTo>
                    <a:pt x="21" y="298"/>
                    <a:pt x="33" y="317"/>
                    <a:pt x="48" y="334"/>
                  </a:cubicBezTo>
                  <a:close/>
                  <a:moveTo>
                    <a:pt x="47" y="132"/>
                  </a:moveTo>
                  <a:lnTo>
                    <a:pt x="47" y="132"/>
                  </a:lnTo>
                  <a:cubicBezTo>
                    <a:pt x="52" y="112"/>
                    <a:pt x="62" y="94"/>
                    <a:pt x="75" y="80"/>
                  </a:cubicBezTo>
                  <a:cubicBezTo>
                    <a:pt x="86" y="65"/>
                    <a:pt x="101" y="53"/>
                    <a:pt x="118" y="45"/>
                  </a:cubicBezTo>
                  <a:cubicBezTo>
                    <a:pt x="137" y="37"/>
                    <a:pt x="156" y="31"/>
                    <a:pt x="180" y="31"/>
                  </a:cubicBezTo>
                  <a:cubicBezTo>
                    <a:pt x="204" y="31"/>
                    <a:pt x="225" y="37"/>
                    <a:pt x="243" y="45"/>
                  </a:cubicBezTo>
                  <a:cubicBezTo>
                    <a:pt x="260" y="53"/>
                    <a:pt x="274" y="65"/>
                    <a:pt x="285" y="80"/>
                  </a:cubicBezTo>
                  <a:cubicBezTo>
                    <a:pt x="297" y="94"/>
                    <a:pt x="305" y="112"/>
                    <a:pt x="311" y="132"/>
                  </a:cubicBezTo>
                  <a:cubicBezTo>
                    <a:pt x="316" y="152"/>
                    <a:pt x="319" y="173"/>
                    <a:pt x="319" y="195"/>
                  </a:cubicBezTo>
                  <a:cubicBezTo>
                    <a:pt x="319" y="219"/>
                    <a:pt x="316" y="240"/>
                    <a:pt x="309" y="260"/>
                  </a:cubicBezTo>
                  <a:cubicBezTo>
                    <a:pt x="304" y="281"/>
                    <a:pt x="295" y="298"/>
                    <a:pt x="283" y="312"/>
                  </a:cubicBezTo>
                  <a:cubicBezTo>
                    <a:pt x="271" y="327"/>
                    <a:pt x="256" y="338"/>
                    <a:pt x="238" y="345"/>
                  </a:cubicBezTo>
                  <a:cubicBezTo>
                    <a:pt x="221" y="354"/>
                    <a:pt x="200" y="358"/>
                    <a:pt x="176" y="358"/>
                  </a:cubicBezTo>
                  <a:cubicBezTo>
                    <a:pt x="153" y="358"/>
                    <a:pt x="132" y="354"/>
                    <a:pt x="114" y="345"/>
                  </a:cubicBezTo>
                  <a:cubicBezTo>
                    <a:pt x="97" y="336"/>
                    <a:pt x="83" y="324"/>
                    <a:pt x="71" y="309"/>
                  </a:cubicBezTo>
                  <a:cubicBezTo>
                    <a:pt x="59" y="293"/>
                    <a:pt x="51" y="277"/>
                    <a:pt x="45" y="257"/>
                  </a:cubicBezTo>
                  <a:cubicBezTo>
                    <a:pt x="40" y="237"/>
                    <a:pt x="37" y="216"/>
                    <a:pt x="37" y="195"/>
                  </a:cubicBezTo>
                  <a:cubicBezTo>
                    <a:pt x="37" y="173"/>
                    <a:pt x="41" y="152"/>
                    <a:pt x="4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8">
              <a:extLst>
                <a:ext uri="{FF2B5EF4-FFF2-40B4-BE49-F238E27FC236}">
                  <a16:creationId xmlns:a16="http://schemas.microsoft.com/office/drawing/2014/main" id="{C9D355C6-A593-4171-19BE-A1B4B9B7F5A3}"/>
                </a:ext>
              </a:extLst>
            </p:cNvPr>
            <p:cNvSpPr>
              <a:spLocks noChangeArrowheads="1"/>
            </p:cNvSpPr>
            <p:nvPr/>
          </p:nvSpPr>
          <p:spPr bwMode="auto">
            <a:xfrm>
              <a:off x="8974138" y="2678113"/>
              <a:ext cx="106362" cy="136525"/>
            </a:xfrm>
            <a:custGeom>
              <a:avLst/>
              <a:gdLst>
                <a:gd name="T0" fmla="*/ 260 w 296"/>
                <a:gd name="T1" fmla="*/ 280 h 378"/>
                <a:gd name="T2" fmla="*/ 260 w 296"/>
                <a:gd name="T3" fmla="*/ 280 h 378"/>
                <a:gd name="T4" fmla="*/ 260 w 296"/>
                <a:gd name="T5" fmla="*/ 304 h 378"/>
                <a:gd name="T6" fmla="*/ 262 w 296"/>
                <a:gd name="T7" fmla="*/ 324 h 378"/>
                <a:gd name="T8" fmla="*/ 260 w 296"/>
                <a:gd name="T9" fmla="*/ 324 h 378"/>
                <a:gd name="T10" fmla="*/ 253 w 296"/>
                <a:gd name="T11" fmla="*/ 313 h 378"/>
                <a:gd name="T12" fmla="*/ 245 w 296"/>
                <a:gd name="T13" fmla="*/ 299 h 378"/>
                <a:gd name="T14" fmla="*/ 38 w 296"/>
                <a:gd name="T15" fmla="*/ 0 h 378"/>
                <a:gd name="T16" fmla="*/ 0 w 296"/>
                <a:gd name="T17" fmla="*/ 0 h 378"/>
                <a:gd name="T18" fmla="*/ 0 w 296"/>
                <a:gd name="T19" fmla="*/ 377 h 378"/>
                <a:gd name="T20" fmla="*/ 36 w 296"/>
                <a:gd name="T21" fmla="*/ 377 h 378"/>
                <a:gd name="T22" fmla="*/ 36 w 296"/>
                <a:gd name="T23" fmla="*/ 85 h 378"/>
                <a:gd name="T24" fmla="*/ 34 w 296"/>
                <a:gd name="T25" fmla="*/ 64 h 378"/>
                <a:gd name="T26" fmla="*/ 34 w 296"/>
                <a:gd name="T27" fmla="*/ 50 h 378"/>
                <a:gd name="T28" fmla="*/ 36 w 296"/>
                <a:gd name="T29" fmla="*/ 50 h 378"/>
                <a:gd name="T30" fmla="*/ 41 w 296"/>
                <a:gd name="T31" fmla="*/ 63 h 378"/>
                <a:gd name="T32" fmla="*/ 50 w 296"/>
                <a:gd name="T33" fmla="*/ 74 h 378"/>
                <a:gd name="T34" fmla="*/ 259 w 296"/>
                <a:gd name="T35" fmla="*/ 377 h 378"/>
                <a:gd name="T36" fmla="*/ 295 w 296"/>
                <a:gd name="T37" fmla="*/ 377 h 378"/>
                <a:gd name="T38" fmla="*/ 295 w 296"/>
                <a:gd name="T39" fmla="*/ 0 h 378"/>
                <a:gd name="T40" fmla="*/ 260 w 296"/>
                <a:gd name="T41" fmla="*/ 0 h 378"/>
                <a:gd name="T42" fmla="*/ 260 w 296"/>
                <a:gd name="T43" fmla="*/ 28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260" y="280"/>
                  </a:moveTo>
                  <a:lnTo>
                    <a:pt x="260" y="280"/>
                  </a:lnTo>
                  <a:cubicBezTo>
                    <a:pt x="260" y="289"/>
                    <a:pt x="260" y="297"/>
                    <a:pt x="260" y="304"/>
                  </a:cubicBezTo>
                  <a:cubicBezTo>
                    <a:pt x="260" y="311"/>
                    <a:pt x="262" y="318"/>
                    <a:pt x="262" y="324"/>
                  </a:cubicBezTo>
                  <a:cubicBezTo>
                    <a:pt x="260" y="324"/>
                    <a:pt x="260" y="324"/>
                    <a:pt x="260" y="324"/>
                  </a:cubicBezTo>
                  <a:cubicBezTo>
                    <a:pt x="259" y="321"/>
                    <a:pt x="256" y="317"/>
                    <a:pt x="253" y="313"/>
                  </a:cubicBezTo>
                  <a:cubicBezTo>
                    <a:pt x="250" y="309"/>
                    <a:pt x="248" y="304"/>
                    <a:pt x="245" y="299"/>
                  </a:cubicBezTo>
                  <a:cubicBezTo>
                    <a:pt x="38" y="0"/>
                    <a:pt x="38" y="0"/>
                    <a:pt x="38" y="0"/>
                  </a:cubicBezTo>
                  <a:cubicBezTo>
                    <a:pt x="0" y="0"/>
                    <a:pt x="0" y="0"/>
                    <a:pt x="0" y="0"/>
                  </a:cubicBezTo>
                  <a:cubicBezTo>
                    <a:pt x="0" y="377"/>
                    <a:pt x="0" y="377"/>
                    <a:pt x="0" y="377"/>
                  </a:cubicBezTo>
                  <a:cubicBezTo>
                    <a:pt x="36" y="377"/>
                    <a:pt x="36" y="377"/>
                    <a:pt x="36" y="377"/>
                  </a:cubicBezTo>
                  <a:cubicBezTo>
                    <a:pt x="36" y="85"/>
                    <a:pt x="36" y="85"/>
                    <a:pt x="36" y="85"/>
                  </a:cubicBezTo>
                  <a:cubicBezTo>
                    <a:pt x="36" y="77"/>
                    <a:pt x="36" y="70"/>
                    <a:pt x="34" y="64"/>
                  </a:cubicBezTo>
                  <a:cubicBezTo>
                    <a:pt x="34" y="59"/>
                    <a:pt x="34" y="54"/>
                    <a:pt x="34" y="50"/>
                  </a:cubicBezTo>
                  <a:cubicBezTo>
                    <a:pt x="36" y="50"/>
                    <a:pt x="36" y="50"/>
                    <a:pt x="36" y="50"/>
                  </a:cubicBezTo>
                  <a:cubicBezTo>
                    <a:pt x="37" y="54"/>
                    <a:pt x="38" y="59"/>
                    <a:pt x="41" y="63"/>
                  </a:cubicBezTo>
                  <a:cubicBezTo>
                    <a:pt x="44" y="67"/>
                    <a:pt x="47" y="71"/>
                    <a:pt x="50" y="74"/>
                  </a:cubicBezTo>
                  <a:cubicBezTo>
                    <a:pt x="259" y="377"/>
                    <a:pt x="259" y="377"/>
                    <a:pt x="259" y="377"/>
                  </a:cubicBezTo>
                  <a:cubicBezTo>
                    <a:pt x="295" y="377"/>
                    <a:pt x="295" y="377"/>
                    <a:pt x="295" y="377"/>
                  </a:cubicBezTo>
                  <a:cubicBezTo>
                    <a:pt x="295" y="0"/>
                    <a:pt x="295" y="0"/>
                    <a:pt x="295" y="0"/>
                  </a:cubicBezTo>
                  <a:cubicBezTo>
                    <a:pt x="260" y="0"/>
                    <a:pt x="260" y="0"/>
                    <a:pt x="260" y="0"/>
                  </a:cubicBezTo>
                  <a:lnTo>
                    <a:pt x="260"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9">
              <a:extLst>
                <a:ext uri="{FF2B5EF4-FFF2-40B4-BE49-F238E27FC236}">
                  <a16:creationId xmlns:a16="http://schemas.microsoft.com/office/drawing/2014/main" id="{99C7D8B1-24C2-64DD-7061-02B8647935E1}"/>
                </a:ext>
              </a:extLst>
            </p:cNvPr>
            <p:cNvSpPr>
              <a:spLocks noChangeArrowheads="1"/>
            </p:cNvSpPr>
            <p:nvPr/>
          </p:nvSpPr>
          <p:spPr bwMode="auto">
            <a:xfrm>
              <a:off x="9110663" y="2676525"/>
              <a:ext cx="77787" cy="141288"/>
            </a:xfrm>
            <a:custGeom>
              <a:avLst/>
              <a:gdLst>
                <a:gd name="T0" fmla="*/ 191 w 215"/>
                <a:gd name="T1" fmla="*/ 230 h 391"/>
                <a:gd name="T2" fmla="*/ 191 w 215"/>
                <a:gd name="T3" fmla="*/ 230 h 391"/>
                <a:gd name="T4" fmla="*/ 162 w 215"/>
                <a:gd name="T5" fmla="*/ 205 h 391"/>
                <a:gd name="T6" fmla="*/ 119 w 215"/>
                <a:gd name="T7" fmla="*/ 180 h 391"/>
                <a:gd name="T8" fmla="*/ 82 w 215"/>
                <a:gd name="T9" fmla="*/ 159 h 391"/>
                <a:gd name="T10" fmla="*/ 56 w 215"/>
                <a:gd name="T11" fmla="*/ 140 h 391"/>
                <a:gd name="T12" fmla="*/ 42 w 215"/>
                <a:gd name="T13" fmla="*/ 119 h 391"/>
                <a:gd name="T14" fmla="*/ 38 w 215"/>
                <a:gd name="T15" fmla="*/ 94 h 391"/>
                <a:gd name="T16" fmla="*/ 45 w 215"/>
                <a:gd name="T17" fmla="*/ 67 h 391"/>
                <a:gd name="T18" fmla="*/ 62 w 215"/>
                <a:gd name="T19" fmla="*/ 48 h 391"/>
                <a:gd name="T20" fmla="*/ 89 w 215"/>
                <a:gd name="T21" fmla="*/ 35 h 391"/>
                <a:gd name="T22" fmla="*/ 119 w 215"/>
                <a:gd name="T23" fmla="*/ 31 h 391"/>
                <a:gd name="T24" fmla="*/ 198 w 215"/>
                <a:gd name="T25" fmla="*/ 51 h 391"/>
                <a:gd name="T26" fmla="*/ 198 w 215"/>
                <a:gd name="T27" fmla="*/ 13 h 391"/>
                <a:gd name="T28" fmla="*/ 124 w 215"/>
                <a:gd name="T29" fmla="*/ 0 h 391"/>
                <a:gd name="T30" fmla="*/ 76 w 215"/>
                <a:gd name="T31" fmla="*/ 7 h 391"/>
                <a:gd name="T32" fmla="*/ 38 w 215"/>
                <a:gd name="T33" fmla="*/ 27 h 391"/>
                <a:gd name="T34" fmla="*/ 11 w 215"/>
                <a:gd name="T35" fmla="*/ 58 h 391"/>
                <a:gd name="T36" fmla="*/ 2 w 215"/>
                <a:gd name="T37" fmla="*/ 98 h 391"/>
                <a:gd name="T38" fmla="*/ 7 w 215"/>
                <a:gd name="T39" fmla="*/ 131 h 391"/>
                <a:gd name="T40" fmla="*/ 23 w 215"/>
                <a:gd name="T41" fmla="*/ 157 h 391"/>
                <a:gd name="T42" fmla="*/ 51 w 215"/>
                <a:gd name="T43" fmla="*/ 181 h 391"/>
                <a:gd name="T44" fmla="*/ 93 w 215"/>
                <a:gd name="T45" fmla="*/ 206 h 391"/>
                <a:gd name="T46" fmla="*/ 131 w 215"/>
                <a:gd name="T47" fmla="*/ 227 h 391"/>
                <a:gd name="T48" fmla="*/ 157 w 215"/>
                <a:gd name="T49" fmla="*/ 247 h 391"/>
                <a:gd name="T50" fmla="*/ 173 w 215"/>
                <a:gd name="T51" fmla="*/ 268 h 391"/>
                <a:gd name="T52" fmla="*/ 177 w 215"/>
                <a:gd name="T53" fmla="*/ 293 h 391"/>
                <a:gd name="T54" fmla="*/ 156 w 215"/>
                <a:gd name="T55" fmla="*/ 341 h 391"/>
                <a:gd name="T56" fmla="*/ 91 w 215"/>
                <a:gd name="T57" fmla="*/ 358 h 391"/>
                <a:gd name="T58" fmla="*/ 69 w 215"/>
                <a:gd name="T59" fmla="*/ 357 h 391"/>
                <a:gd name="T60" fmla="*/ 45 w 215"/>
                <a:gd name="T61" fmla="*/ 351 h 391"/>
                <a:gd name="T62" fmla="*/ 21 w 215"/>
                <a:gd name="T63" fmla="*/ 341 h 391"/>
                <a:gd name="T64" fmla="*/ 0 w 215"/>
                <a:gd name="T65" fmla="*/ 329 h 391"/>
                <a:gd name="T66" fmla="*/ 0 w 215"/>
                <a:gd name="T67" fmla="*/ 369 h 391"/>
                <a:gd name="T68" fmla="*/ 18 w 215"/>
                <a:gd name="T69" fmla="*/ 378 h 391"/>
                <a:gd name="T70" fmla="*/ 42 w 215"/>
                <a:gd name="T71" fmla="*/ 385 h 391"/>
                <a:gd name="T72" fmla="*/ 68 w 215"/>
                <a:gd name="T73" fmla="*/ 389 h 391"/>
                <a:gd name="T74" fmla="*/ 89 w 215"/>
                <a:gd name="T75" fmla="*/ 390 h 391"/>
                <a:gd name="T76" fmla="*/ 139 w 215"/>
                <a:gd name="T77" fmla="*/ 383 h 391"/>
                <a:gd name="T78" fmla="*/ 178 w 215"/>
                <a:gd name="T79" fmla="*/ 365 h 391"/>
                <a:gd name="T80" fmla="*/ 205 w 215"/>
                <a:gd name="T81" fmla="*/ 334 h 391"/>
                <a:gd name="T82" fmla="*/ 214 w 215"/>
                <a:gd name="T83" fmla="*/ 291 h 391"/>
                <a:gd name="T84" fmla="*/ 208 w 215"/>
                <a:gd name="T85" fmla="*/ 257 h 391"/>
                <a:gd name="T86" fmla="*/ 191 w 215"/>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5" h="391">
                  <a:moveTo>
                    <a:pt x="191" y="230"/>
                  </a:moveTo>
                  <a:lnTo>
                    <a:pt x="191" y="230"/>
                  </a:lnTo>
                  <a:cubicBezTo>
                    <a:pt x="183" y="222"/>
                    <a:pt x="173" y="213"/>
                    <a:pt x="162" y="205"/>
                  </a:cubicBezTo>
                  <a:cubicBezTo>
                    <a:pt x="149" y="197"/>
                    <a:pt x="136" y="188"/>
                    <a:pt x="119" y="180"/>
                  </a:cubicBezTo>
                  <a:cubicBezTo>
                    <a:pt x="105" y="173"/>
                    <a:pt x="93" y="166"/>
                    <a:pt x="82" y="159"/>
                  </a:cubicBezTo>
                  <a:cubicBezTo>
                    <a:pt x="72" y="153"/>
                    <a:pt x="63" y="146"/>
                    <a:pt x="56" y="140"/>
                  </a:cubicBezTo>
                  <a:cubicBezTo>
                    <a:pt x="51" y="133"/>
                    <a:pt x="45" y="126"/>
                    <a:pt x="42" y="119"/>
                  </a:cubicBezTo>
                  <a:cubicBezTo>
                    <a:pt x="39" y="112"/>
                    <a:pt x="38" y="104"/>
                    <a:pt x="38" y="94"/>
                  </a:cubicBezTo>
                  <a:cubicBezTo>
                    <a:pt x="38" y="84"/>
                    <a:pt x="41" y="74"/>
                    <a:pt x="45" y="67"/>
                  </a:cubicBezTo>
                  <a:cubicBezTo>
                    <a:pt x="49" y="59"/>
                    <a:pt x="55" y="53"/>
                    <a:pt x="62" y="48"/>
                  </a:cubicBezTo>
                  <a:cubicBezTo>
                    <a:pt x="70" y="42"/>
                    <a:pt x="79" y="38"/>
                    <a:pt x="89" y="35"/>
                  </a:cubicBezTo>
                  <a:cubicBezTo>
                    <a:pt x="98" y="32"/>
                    <a:pt x="108" y="31"/>
                    <a:pt x="119" y="31"/>
                  </a:cubicBezTo>
                  <a:cubicBezTo>
                    <a:pt x="150" y="31"/>
                    <a:pt x="176" y="38"/>
                    <a:pt x="198" y="51"/>
                  </a:cubicBezTo>
                  <a:cubicBezTo>
                    <a:pt x="198" y="13"/>
                    <a:pt x="198" y="13"/>
                    <a:pt x="198" y="13"/>
                  </a:cubicBezTo>
                  <a:cubicBezTo>
                    <a:pt x="178" y="4"/>
                    <a:pt x="153" y="0"/>
                    <a:pt x="124" y="0"/>
                  </a:cubicBezTo>
                  <a:cubicBezTo>
                    <a:pt x="107" y="0"/>
                    <a:pt x="91" y="1"/>
                    <a:pt x="76" y="7"/>
                  </a:cubicBezTo>
                  <a:cubicBezTo>
                    <a:pt x="62" y="11"/>
                    <a:pt x="49" y="18"/>
                    <a:pt x="38" y="27"/>
                  </a:cubicBezTo>
                  <a:cubicBezTo>
                    <a:pt x="27" y="35"/>
                    <a:pt x="18" y="45"/>
                    <a:pt x="11" y="58"/>
                  </a:cubicBezTo>
                  <a:cubicBezTo>
                    <a:pt x="4" y="69"/>
                    <a:pt x="2" y="83"/>
                    <a:pt x="2" y="98"/>
                  </a:cubicBezTo>
                  <a:cubicBezTo>
                    <a:pt x="2" y="110"/>
                    <a:pt x="3" y="121"/>
                    <a:pt x="7" y="131"/>
                  </a:cubicBezTo>
                  <a:cubicBezTo>
                    <a:pt x="10" y="140"/>
                    <a:pt x="16" y="149"/>
                    <a:pt x="23" y="157"/>
                  </a:cubicBezTo>
                  <a:cubicBezTo>
                    <a:pt x="30" y="166"/>
                    <a:pt x="39" y="173"/>
                    <a:pt x="51" y="181"/>
                  </a:cubicBezTo>
                  <a:cubicBezTo>
                    <a:pt x="62" y="188"/>
                    <a:pt x="76" y="197"/>
                    <a:pt x="93" y="206"/>
                  </a:cubicBezTo>
                  <a:cubicBezTo>
                    <a:pt x="107" y="213"/>
                    <a:pt x="119" y="220"/>
                    <a:pt x="131" y="227"/>
                  </a:cubicBezTo>
                  <a:cubicBezTo>
                    <a:pt x="141" y="234"/>
                    <a:pt x="150" y="240"/>
                    <a:pt x="157" y="247"/>
                  </a:cubicBezTo>
                  <a:cubicBezTo>
                    <a:pt x="164" y="253"/>
                    <a:pt x="169" y="260"/>
                    <a:pt x="173" y="268"/>
                  </a:cubicBezTo>
                  <a:cubicBezTo>
                    <a:pt x="176" y="275"/>
                    <a:pt x="177" y="284"/>
                    <a:pt x="177" y="293"/>
                  </a:cubicBezTo>
                  <a:cubicBezTo>
                    <a:pt x="177" y="315"/>
                    <a:pt x="170" y="330"/>
                    <a:pt x="156" y="341"/>
                  </a:cubicBezTo>
                  <a:cubicBezTo>
                    <a:pt x="142" y="352"/>
                    <a:pt x="121" y="358"/>
                    <a:pt x="91" y="358"/>
                  </a:cubicBezTo>
                  <a:cubicBezTo>
                    <a:pt x="84" y="358"/>
                    <a:pt x="77" y="358"/>
                    <a:pt x="69" y="357"/>
                  </a:cubicBezTo>
                  <a:cubicBezTo>
                    <a:pt x="61" y="355"/>
                    <a:pt x="52" y="352"/>
                    <a:pt x="45" y="351"/>
                  </a:cubicBezTo>
                  <a:cubicBezTo>
                    <a:pt x="37" y="348"/>
                    <a:pt x="28" y="345"/>
                    <a:pt x="21" y="341"/>
                  </a:cubicBezTo>
                  <a:cubicBezTo>
                    <a:pt x="14" y="337"/>
                    <a:pt x="7" y="333"/>
                    <a:pt x="0" y="329"/>
                  </a:cubicBezTo>
                  <a:cubicBezTo>
                    <a:pt x="0" y="369"/>
                    <a:pt x="0" y="369"/>
                    <a:pt x="0" y="369"/>
                  </a:cubicBezTo>
                  <a:cubicBezTo>
                    <a:pt x="4" y="372"/>
                    <a:pt x="11" y="375"/>
                    <a:pt x="18" y="378"/>
                  </a:cubicBezTo>
                  <a:cubicBezTo>
                    <a:pt x="27" y="381"/>
                    <a:pt x="34" y="382"/>
                    <a:pt x="42" y="385"/>
                  </a:cubicBezTo>
                  <a:cubicBezTo>
                    <a:pt x="51" y="386"/>
                    <a:pt x="59" y="388"/>
                    <a:pt x="68" y="389"/>
                  </a:cubicBezTo>
                  <a:cubicBezTo>
                    <a:pt x="76" y="389"/>
                    <a:pt x="83" y="390"/>
                    <a:pt x="89" y="390"/>
                  </a:cubicBezTo>
                  <a:cubicBezTo>
                    <a:pt x="107" y="390"/>
                    <a:pt x="124" y="388"/>
                    <a:pt x="139" y="383"/>
                  </a:cubicBezTo>
                  <a:cubicBezTo>
                    <a:pt x="155" y="379"/>
                    <a:pt x="167" y="373"/>
                    <a:pt x="178" y="365"/>
                  </a:cubicBezTo>
                  <a:cubicBezTo>
                    <a:pt x="190" y="357"/>
                    <a:pt x="198" y="347"/>
                    <a:pt x="205" y="334"/>
                  </a:cubicBezTo>
                  <a:cubicBezTo>
                    <a:pt x="211" y="322"/>
                    <a:pt x="214" y="306"/>
                    <a:pt x="214" y="291"/>
                  </a:cubicBezTo>
                  <a:cubicBezTo>
                    <a:pt x="214" y="278"/>
                    <a:pt x="212" y="267"/>
                    <a:pt x="208" y="257"/>
                  </a:cubicBezTo>
                  <a:cubicBezTo>
                    <a:pt x="204" y="247"/>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10">
              <a:extLst>
                <a:ext uri="{FF2B5EF4-FFF2-40B4-BE49-F238E27FC236}">
                  <a16:creationId xmlns:a16="http://schemas.microsoft.com/office/drawing/2014/main" id="{A10EFB60-1827-07B5-8436-02D9E1F1265A}"/>
                </a:ext>
              </a:extLst>
            </p:cNvPr>
            <p:cNvSpPr>
              <a:spLocks noChangeArrowheads="1"/>
            </p:cNvSpPr>
            <p:nvPr/>
          </p:nvSpPr>
          <p:spPr bwMode="auto">
            <a:xfrm>
              <a:off x="9210675" y="2797175"/>
              <a:ext cx="19050" cy="19050"/>
            </a:xfrm>
            <a:custGeom>
              <a:avLst/>
              <a:gdLst>
                <a:gd name="T0" fmla="*/ 43 w 51"/>
                <a:gd name="T1" fmla="*/ 7 h 52"/>
                <a:gd name="T2" fmla="*/ 43 w 51"/>
                <a:gd name="T3" fmla="*/ 7 h 52"/>
                <a:gd name="T4" fmla="*/ 35 w 51"/>
                <a:gd name="T5" fmla="*/ 2 h 52"/>
                <a:gd name="T6" fmla="*/ 25 w 51"/>
                <a:gd name="T7" fmla="*/ 0 h 52"/>
                <a:gd name="T8" fmla="*/ 7 w 51"/>
                <a:gd name="T9" fmla="*/ 7 h 52"/>
                <a:gd name="T10" fmla="*/ 0 w 51"/>
                <a:gd name="T11" fmla="*/ 26 h 52"/>
                <a:gd name="T12" fmla="*/ 7 w 51"/>
                <a:gd name="T13" fmla="*/ 44 h 52"/>
                <a:gd name="T14" fmla="*/ 25 w 51"/>
                <a:gd name="T15" fmla="*/ 51 h 52"/>
                <a:gd name="T16" fmla="*/ 35 w 51"/>
                <a:gd name="T17" fmla="*/ 48 h 52"/>
                <a:gd name="T18" fmla="*/ 43 w 51"/>
                <a:gd name="T19" fmla="*/ 44 h 52"/>
                <a:gd name="T20" fmla="*/ 49 w 51"/>
                <a:gd name="T21" fmla="*/ 35 h 52"/>
                <a:gd name="T22" fmla="*/ 50 w 51"/>
                <a:gd name="T23" fmla="*/ 26 h 52"/>
                <a:gd name="T24" fmla="*/ 49 w 51"/>
                <a:gd name="T25" fmla="*/ 16 h 52"/>
                <a:gd name="T26" fmla="*/ 43 w 51"/>
                <a:gd name="T27" fmla="*/ 7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1" h="52">
                  <a:moveTo>
                    <a:pt x="43" y="7"/>
                  </a:moveTo>
                  <a:lnTo>
                    <a:pt x="43" y="7"/>
                  </a:lnTo>
                  <a:cubicBezTo>
                    <a:pt x="40" y="5"/>
                    <a:pt x="38" y="3"/>
                    <a:pt x="35" y="2"/>
                  </a:cubicBezTo>
                  <a:cubicBezTo>
                    <a:pt x="32" y="0"/>
                    <a:pt x="29" y="0"/>
                    <a:pt x="25" y="0"/>
                  </a:cubicBezTo>
                  <a:cubicBezTo>
                    <a:pt x="18" y="0"/>
                    <a:pt x="12" y="2"/>
                    <a:pt x="7" y="7"/>
                  </a:cubicBezTo>
                  <a:cubicBezTo>
                    <a:pt x="3" y="12"/>
                    <a:pt x="0" y="19"/>
                    <a:pt x="0" y="26"/>
                  </a:cubicBezTo>
                  <a:cubicBezTo>
                    <a:pt x="0" y="33"/>
                    <a:pt x="3" y="38"/>
                    <a:pt x="7" y="44"/>
                  </a:cubicBezTo>
                  <a:cubicBezTo>
                    <a:pt x="12" y="48"/>
                    <a:pt x="18" y="51"/>
                    <a:pt x="25" y="51"/>
                  </a:cubicBezTo>
                  <a:cubicBezTo>
                    <a:pt x="29" y="51"/>
                    <a:pt x="32" y="50"/>
                    <a:pt x="35" y="48"/>
                  </a:cubicBezTo>
                  <a:cubicBezTo>
                    <a:pt x="38" y="48"/>
                    <a:pt x="40" y="45"/>
                    <a:pt x="43" y="44"/>
                  </a:cubicBezTo>
                  <a:cubicBezTo>
                    <a:pt x="45" y="41"/>
                    <a:pt x="47" y="38"/>
                    <a:pt x="49" y="35"/>
                  </a:cubicBezTo>
                  <a:cubicBezTo>
                    <a:pt x="50" y="33"/>
                    <a:pt x="50" y="28"/>
                    <a:pt x="50" y="26"/>
                  </a:cubicBezTo>
                  <a:cubicBezTo>
                    <a:pt x="50" y="21"/>
                    <a:pt x="50" y="19"/>
                    <a:pt x="49" y="16"/>
                  </a:cubicBezTo>
                  <a:cubicBezTo>
                    <a:pt x="47" y="12"/>
                    <a:pt x="45" y="9"/>
                    <a:pt x="4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11">
              <a:extLst>
                <a:ext uri="{FF2B5EF4-FFF2-40B4-BE49-F238E27FC236}">
                  <a16:creationId xmlns:a16="http://schemas.microsoft.com/office/drawing/2014/main" id="{9DB70CC2-8A55-0853-5FF8-E79704A68169}"/>
                </a:ext>
              </a:extLst>
            </p:cNvPr>
            <p:cNvSpPr>
              <a:spLocks noChangeArrowheads="1"/>
            </p:cNvSpPr>
            <p:nvPr/>
          </p:nvSpPr>
          <p:spPr bwMode="auto">
            <a:xfrm>
              <a:off x="9274175" y="2678113"/>
              <a:ext cx="77788" cy="141287"/>
            </a:xfrm>
            <a:custGeom>
              <a:avLst/>
              <a:gdLst>
                <a:gd name="T0" fmla="*/ 42 w 214"/>
                <a:gd name="T1" fmla="*/ 385 h 392"/>
                <a:gd name="T2" fmla="*/ 42 w 214"/>
                <a:gd name="T3" fmla="*/ 385 h 392"/>
                <a:gd name="T4" fmla="*/ 67 w 214"/>
                <a:gd name="T5" fmla="*/ 389 h 392"/>
                <a:gd name="T6" fmla="*/ 89 w 214"/>
                <a:gd name="T7" fmla="*/ 391 h 392"/>
                <a:gd name="T8" fmla="*/ 139 w 214"/>
                <a:gd name="T9" fmla="*/ 385 h 392"/>
                <a:gd name="T10" fmla="*/ 178 w 214"/>
                <a:gd name="T11" fmla="*/ 365 h 392"/>
                <a:gd name="T12" fmla="*/ 204 w 214"/>
                <a:gd name="T13" fmla="*/ 334 h 392"/>
                <a:gd name="T14" fmla="*/ 213 w 214"/>
                <a:gd name="T15" fmla="*/ 291 h 392"/>
                <a:gd name="T16" fmla="*/ 208 w 214"/>
                <a:gd name="T17" fmla="*/ 259 h 392"/>
                <a:gd name="T18" fmla="*/ 190 w 214"/>
                <a:gd name="T19" fmla="*/ 230 h 392"/>
                <a:gd name="T20" fmla="*/ 160 w 214"/>
                <a:gd name="T21" fmla="*/ 205 h 392"/>
                <a:gd name="T22" fmla="*/ 119 w 214"/>
                <a:gd name="T23" fmla="*/ 181 h 392"/>
                <a:gd name="T24" fmla="*/ 81 w 214"/>
                <a:gd name="T25" fmla="*/ 160 h 392"/>
                <a:gd name="T26" fmla="*/ 56 w 214"/>
                <a:gd name="T27" fmla="*/ 141 h 392"/>
                <a:gd name="T28" fmla="*/ 42 w 214"/>
                <a:gd name="T29" fmla="*/ 121 h 392"/>
                <a:gd name="T30" fmla="*/ 38 w 214"/>
                <a:gd name="T31" fmla="*/ 96 h 392"/>
                <a:gd name="T32" fmla="*/ 44 w 214"/>
                <a:gd name="T33" fmla="*/ 68 h 392"/>
                <a:gd name="T34" fmla="*/ 62 w 214"/>
                <a:gd name="T35" fmla="*/ 48 h 392"/>
                <a:gd name="T36" fmla="*/ 87 w 214"/>
                <a:gd name="T37" fmla="*/ 37 h 392"/>
                <a:gd name="T38" fmla="*/ 119 w 214"/>
                <a:gd name="T39" fmla="*/ 33 h 392"/>
                <a:gd name="T40" fmla="*/ 198 w 214"/>
                <a:gd name="T41" fmla="*/ 52 h 392"/>
                <a:gd name="T42" fmla="*/ 198 w 214"/>
                <a:gd name="T43" fmla="*/ 13 h 392"/>
                <a:gd name="T44" fmla="*/ 124 w 214"/>
                <a:gd name="T45" fmla="*/ 0 h 392"/>
                <a:gd name="T46" fmla="*/ 76 w 214"/>
                <a:gd name="T47" fmla="*/ 7 h 392"/>
                <a:gd name="T48" fmla="*/ 37 w 214"/>
                <a:gd name="T49" fmla="*/ 27 h 392"/>
                <a:gd name="T50" fmla="*/ 10 w 214"/>
                <a:gd name="T51" fmla="*/ 58 h 392"/>
                <a:gd name="T52" fmla="*/ 1 w 214"/>
                <a:gd name="T53" fmla="*/ 99 h 392"/>
                <a:gd name="T54" fmla="*/ 6 w 214"/>
                <a:gd name="T55" fmla="*/ 131 h 392"/>
                <a:gd name="T56" fmla="*/ 23 w 214"/>
                <a:gd name="T57" fmla="*/ 157 h 392"/>
                <a:gd name="T58" fmla="*/ 51 w 214"/>
                <a:gd name="T59" fmla="*/ 181 h 392"/>
                <a:gd name="T60" fmla="*/ 91 w 214"/>
                <a:gd name="T61" fmla="*/ 207 h 392"/>
                <a:gd name="T62" fmla="*/ 129 w 214"/>
                <a:gd name="T63" fmla="*/ 229 h 392"/>
                <a:gd name="T64" fmla="*/ 156 w 214"/>
                <a:gd name="T65" fmla="*/ 247 h 392"/>
                <a:gd name="T66" fmla="*/ 171 w 214"/>
                <a:gd name="T67" fmla="*/ 268 h 392"/>
                <a:gd name="T68" fmla="*/ 177 w 214"/>
                <a:gd name="T69" fmla="*/ 295 h 392"/>
                <a:gd name="T70" fmla="*/ 156 w 214"/>
                <a:gd name="T71" fmla="*/ 343 h 392"/>
                <a:gd name="T72" fmla="*/ 91 w 214"/>
                <a:gd name="T73" fmla="*/ 360 h 392"/>
                <a:gd name="T74" fmla="*/ 67 w 214"/>
                <a:gd name="T75" fmla="*/ 357 h 392"/>
                <a:gd name="T76" fmla="*/ 44 w 214"/>
                <a:gd name="T77" fmla="*/ 351 h 392"/>
                <a:gd name="T78" fmla="*/ 21 w 214"/>
                <a:gd name="T79" fmla="*/ 341 h 392"/>
                <a:gd name="T80" fmla="*/ 0 w 214"/>
                <a:gd name="T81" fmla="*/ 329 h 392"/>
                <a:gd name="T82" fmla="*/ 0 w 214"/>
                <a:gd name="T83" fmla="*/ 371 h 392"/>
                <a:gd name="T84" fmla="*/ 18 w 214"/>
                <a:gd name="T85" fmla="*/ 378 h 392"/>
                <a:gd name="T86" fmla="*/ 42 w 214"/>
                <a:gd name="T87" fmla="*/ 385 h 3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2">
                  <a:moveTo>
                    <a:pt x="42" y="385"/>
                  </a:moveTo>
                  <a:lnTo>
                    <a:pt x="42" y="385"/>
                  </a:lnTo>
                  <a:cubicBezTo>
                    <a:pt x="51" y="386"/>
                    <a:pt x="59" y="388"/>
                    <a:pt x="67" y="389"/>
                  </a:cubicBezTo>
                  <a:cubicBezTo>
                    <a:pt x="76" y="391"/>
                    <a:pt x="83" y="391"/>
                    <a:pt x="89" y="391"/>
                  </a:cubicBezTo>
                  <a:cubicBezTo>
                    <a:pt x="107" y="391"/>
                    <a:pt x="124" y="389"/>
                    <a:pt x="139" y="385"/>
                  </a:cubicBezTo>
                  <a:cubicBezTo>
                    <a:pt x="154" y="381"/>
                    <a:pt x="167" y="374"/>
                    <a:pt x="178" y="365"/>
                  </a:cubicBezTo>
                  <a:cubicBezTo>
                    <a:pt x="190" y="357"/>
                    <a:pt x="198" y="347"/>
                    <a:pt x="204" y="334"/>
                  </a:cubicBezTo>
                  <a:cubicBezTo>
                    <a:pt x="211" y="322"/>
                    <a:pt x="213" y="308"/>
                    <a:pt x="213" y="291"/>
                  </a:cubicBezTo>
                  <a:cubicBezTo>
                    <a:pt x="213" y="280"/>
                    <a:pt x="211" y="268"/>
                    <a:pt x="208" y="259"/>
                  </a:cubicBezTo>
                  <a:cubicBezTo>
                    <a:pt x="204" y="249"/>
                    <a:pt x="198" y="239"/>
                    <a:pt x="190" y="230"/>
                  </a:cubicBezTo>
                  <a:cubicBezTo>
                    <a:pt x="183" y="222"/>
                    <a:pt x="173" y="214"/>
                    <a:pt x="160" y="205"/>
                  </a:cubicBezTo>
                  <a:cubicBezTo>
                    <a:pt x="149" y="198"/>
                    <a:pt x="135" y="190"/>
                    <a:pt x="119" y="181"/>
                  </a:cubicBezTo>
                  <a:cubicBezTo>
                    <a:pt x="104" y="173"/>
                    <a:pt x="91" y="166"/>
                    <a:pt x="81" y="160"/>
                  </a:cubicBezTo>
                  <a:cubicBezTo>
                    <a:pt x="70" y="153"/>
                    <a:pt x="62" y="148"/>
                    <a:pt x="56" y="141"/>
                  </a:cubicBezTo>
                  <a:cubicBezTo>
                    <a:pt x="49" y="135"/>
                    <a:pt x="45" y="128"/>
                    <a:pt x="42" y="121"/>
                  </a:cubicBezTo>
                  <a:cubicBezTo>
                    <a:pt x="39" y="114"/>
                    <a:pt x="38" y="106"/>
                    <a:pt x="38" y="96"/>
                  </a:cubicBezTo>
                  <a:cubicBezTo>
                    <a:pt x="38" y="84"/>
                    <a:pt x="39" y="76"/>
                    <a:pt x="44" y="68"/>
                  </a:cubicBezTo>
                  <a:cubicBezTo>
                    <a:pt x="48" y="61"/>
                    <a:pt x="53" y="54"/>
                    <a:pt x="62" y="48"/>
                  </a:cubicBezTo>
                  <a:cubicBezTo>
                    <a:pt x="69" y="44"/>
                    <a:pt x="77" y="40"/>
                    <a:pt x="87" y="37"/>
                  </a:cubicBezTo>
                  <a:cubicBezTo>
                    <a:pt x="97" y="34"/>
                    <a:pt x="108" y="33"/>
                    <a:pt x="119" y="33"/>
                  </a:cubicBezTo>
                  <a:cubicBezTo>
                    <a:pt x="149" y="33"/>
                    <a:pt x="176" y="40"/>
                    <a:pt x="198" y="52"/>
                  </a:cubicBezTo>
                  <a:cubicBezTo>
                    <a:pt x="198" y="13"/>
                    <a:pt x="198" y="13"/>
                    <a:pt x="198" y="13"/>
                  </a:cubicBezTo>
                  <a:cubicBezTo>
                    <a:pt x="178" y="4"/>
                    <a:pt x="153" y="0"/>
                    <a:pt x="124" y="0"/>
                  </a:cubicBezTo>
                  <a:cubicBezTo>
                    <a:pt x="107" y="0"/>
                    <a:pt x="90" y="3"/>
                    <a:pt x="76" y="7"/>
                  </a:cubicBezTo>
                  <a:cubicBezTo>
                    <a:pt x="60" y="11"/>
                    <a:pt x="48" y="18"/>
                    <a:pt x="37" y="27"/>
                  </a:cubicBezTo>
                  <a:cubicBezTo>
                    <a:pt x="25" y="35"/>
                    <a:pt x="17" y="47"/>
                    <a:pt x="10" y="58"/>
                  </a:cubicBezTo>
                  <a:cubicBezTo>
                    <a:pt x="4" y="70"/>
                    <a:pt x="1" y="84"/>
                    <a:pt x="1" y="99"/>
                  </a:cubicBezTo>
                  <a:cubicBezTo>
                    <a:pt x="1" y="111"/>
                    <a:pt x="3" y="122"/>
                    <a:pt x="6" y="131"/>
                  </a:cubicBezTo>
                  <a:cubicBezTo>
                    <a:pt x="10" y="141"/>
                    <a:pt x="14" y="150"/>
                    <a:pt x="23" y="157"/>
                  </a:cubicBezTo>
                  <a:cubicBezTo>
                    <a:pt x="30" y="166"/>
                    <a:pt x="39" y="174"/>
                    <a:pt x="51" y="181"/>
                  </a:cubicBezTo>
                  <a:cubicBezTo>
                    <a:pt x="62" y="190"/>
                    <a:pt x="76" y="198"/>
                    <a:pt x="91" y="207"/>
                  </a:cubicBezTo>
                  <a:cubicBezTo>
                    <a:pt x="107" y="215"/>
                    <a:pt x="119" y="222"/>
                    <a:pt x="129" y="229"/>
                  </a:cubicBezTo>
                  <a:cubicBezTo>
                    <a:pt x="140" y="235"/>
                    <a:pt x="149" y="242"/>
                    <a:pt x="156" y="247"/>
                  </a:cubicBezTo>
                  <a:cubicBezTo>
                    <a:pt x="163" y="254"/>
                    <a:pt x="169" y="261"/>
                    <a:pt x="171" y="268"/>
                  </a:cubicBezTo>
                  <a:cubicBezTo>
                    <a:pt x="176" y="277"/>
                    <a:pt x="177" y="285"/>
                    <a:pt x="177" y="295"/>
                  </a:cubicBezTo>
                  <a:cubicBezTo>
                    <a:pt x="177" y="316"/>
                    <a:pt x="170" y="332"/>
                    <a:pt x="156" y="343"/>
                  </a:cubicBezTo>
                  <a:cubicBezTo>
                    <a:pt x="140" y="354"/>
                    <a:pt x="119" y="360"/>
                    <a:pt x="91" y="360"/>
                  </a:cubicBezTo>
                  <a:cubicBezTo>
                    <a:pt x="84" y="360"/>
                    <a:pt x="76" y="358"/>
                    <a:pt x="67" y="357"/>
                  </a:cubicBezTo>
                  <a:cubicBezTo>
                    <a:pt x="60" y="355"/>
                    <a:pt x="52" y="354"/>
                    <a:pt x="44" y="351"/>
                  </a:cubicBezTo>
                  <a:cubicBezTo>
                    <a:pt x="37" y="348"/>
                    <a:pt x="28" y="346"/>
                    <a:pt x="21" y="341"/>
                  </a:cubicBezTo>
                  <a:cubicBezTo>
                    <a:pt x="13" y="339"/>
                    <a:pt x="6" y="334"/>
                    <a:pt x="0" y="329"/>
                  </a:cubicBezTo>
                  <a:cubicBezTo>
                    <a:pt x="0" y="371"/>
                    <a:pt x="0" y="371"/>
                    <a:pt x="0" y="371"/>
                  </a:cubicBezTo>
                  <a:cubicBezTo>
                    <a:pt x="4" y="374"/>
                    <a:pt x="10" y="377"/>
                    <a:pt x="18" y="378"/>
                  </a:cubicBezTo>
                  <a:cubicBezTo>
                    <a:pt x="25" y="381"/>
                    <a:pt x="34" y="384"/>
                    <a:pt x="42" y="3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12">
              <a:extLst>
                <a:ext uri="{FF2B5EF4-FFF2-40B4-BE49-F238E27FC236}">
                  <a16:creationId xmlns:a16="http://schemas.microsoft.com/office/drawing/2014/main" id="{C281988D-9ACA-B72B-908B-8EAB3D1F5DF3}"/>
                </a:ext>
              </a:extLst>
            </p:cNvPr>
            <p:cNvSpPr>
              <a:spLocks noChangeArrowheads="1"/>
            </p:cNvSpPr>
            <p:nvPr/>
          </p:nvSpPr>
          <p:spPr bwMode="auto">
            <a:xfrm>
              <a:off x="9371013" y="2716213"/>
              <a:ext cx="82550" cy="101600"/>
            </a:xfrm>
            <a:custGeom>
              <a:avLst/>
              <a:gdLst>
                <a:gd name="T0" fmla="*/ 32 w 231"/>
                <a:gd name="T1" fmla="*/ 246 h 284"/>
                <a:gd name="T2" fmla="*/ 32 w 231"/>
                <a:gd name="T3" fmla="*/ 246 h 284"/>
                <a:gd name="T4" fmla="*/ 70 w 231"/>
                <a:gd name="T5" fmla="*/ 273 h 284"/>
                <a:gd name="T6" fmla="*/ 119 w 231"/>
                <a:gd name="T7" fmla="*/ 283 h 284"/>
                <a:gd name="T8" fmla="*/ 213 w 231"/>
                <a:gd name="T9" fmla="*/ 254 h 284"/>
                <a:gd name="T10" fmla="*/ 213 w 231"/>
                <a:gd name="T11" fmla="*/ 222 h 284"/>
                <a:gd name="T12" fmla="*/ 126 w 231"/>
                <a:gd name="T13" fmla="*/ 254 h 284"/>
                <a:gd name="T14" fmla="*/ 88 w 231"/>
                <a:gd name="T15" fmla="*/ 246 h 284"/>
                <a:gd name="T16" fmla="*/ 60 w 231"/>
                <a:gd name="T17" fmla="*/ 225 h 284"/>
                <a:gd name="T18" fmla="*/ 42 w 231"/>
                <a:gd name="T19" fmla="*/ 193 h 284"/>
                <a:gd name="T20" fmla="*/ 35 w 231"/>
                <a:gd name="T21" fmla="*/ 148 h 284"/>
                <a:gd name="T22" fmla="*/ 230 w 231"/>
                <a:gd name="T23" fmla="*/ 148 h 284"/>
                <a:gd name="T24" fmla="*/ 230 w 231"/>
                <a:gd name="T25" fmla="*/ 131 h 284"/>
                <a:gd name="T26" fmla="*/ 223 w 231"/>
                <a:gd name="T27" fmla="*/ 76 h 284"/>
                <a:gd name="T28" fmla="*/ 202 w 231"/>
                <a:gd name="T29" fmla="*/ 35 h 284"/>
                <a:gd name="T30" fmla="*/ 168 w 231"/>
                <a:gd name="T31" fmla="*/ 10 h 284"/>
                <a:gd name="T32" fmla="*/ 122 w 231"/>
                <a:gd name="T33" fmla="*/ 0 h 284"/>
                <a:gd name="T34" fmla="*/ 73 w 231"/>
                <a:gd name="T35" fmla="*/ 12 h 284"/>
                <a:gd name="T36" fmla="*/ 35 w 231"/>
                <a:gd name="T37" fmla="*/ 41 h 284"/>
                <a:gd name="T38" fmla="*/ 10 w 231"/>
                <a:gd name="T39" fmla="*/ 86 h 284"/>
                <a:gd name="T40" fmla="*/ 0 w 231"/>
                <a:gd name="T41" fmla="*/ 141 h 284"/>
                <a:gd name="T42" fmla="*/ 8 w 231"/>
                <a:gd name="T43" fmla="*/ 201 h 284"/>
                <a:gd name="T44" fmla="*/ 32 w 231"/>
                <a:gd name="T45" fmla="*/ 246 h 284"/>
                <a:gd name="T46" fmla="*/ 46 w 231"/>
                <a:gd name="T47" fmla="*/ 82 h 284"/>
                <a:gd name="T48" fmla="*/ 46 w 231"/>
                <a:gd name="T49" fmla="*/ 82 h 284"/>
                <a:gd name="T50" fmla="*/ 64 w 231"/>
                <a:gd name="T51" fmla="*/ 54 h 284"/>
                <a:gd name="T52" fmla="*/ 90 w 231"/>
                <a:gd name="T53" fmla="*/ 35 h 284"/>
                <a:gd name="T54" fmla="*/ 122 w 231"/>
                <a:gd name="T55" fmla="*/ 30 h 284"/>
                <a:gd name="T56" fmla="*/ 175 w 231"/>
                <a:gd name="T57" fmla="*/ 52 h 284"/>
                <a:gd name="T58" fmla="*/ 195 w 231"/>
                <a:gd name="T59" fmla="*/ 118 h 284"/>
                <a:gd name="T60" fmla="*/ 36 w 231"/>
                <a:gd name="T61" fmla="*/ 118 h 284"/>
                <a:gd name="T62" fmla="*/ 46 w 231"/>
                <a:gd name="T63" fmla="*/ 82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1" h="284">
                  <a:moveTo>
                    <a:pt x="32" y="246"/>
                  </a:moveTo>
                  <a:lnTo>
                    <a:pt x="32" y="246"/>
                  </a:lnTo>
                  <a:cubicBezTo>
                    <a:pt x="43" y="257"/>
                    <a:pt x="55" y="267"/>
                    <a:pt x="70" y="273"/>
                  </a:cubicBezTo>
                  <a:cubicBezTo>
                    <a:pt x="84" y="280"/>
                    <a:pt x="101" y="283"/>
                    <a:pt x="119" y="283"/>
                  </a:cubicBezTo>
                  <a:cubicBezTo>
                    <a:pt x="156" y="283"/>
                    <a:pt x="187" y="274"/>
                    <a:pt x="213" y="254"/>
                  </a:cubicBezTo>
                  <a:cubicBezTo>
                    <a:pt x="213" y="222"/>
                    <a:pt x="213" y="222"/>
                    <a:pt x="213" y="222"/>
                  </a:cubicBezTo>
                  <a:cubicBezTo>
                    <a:pt x="187" y="243"/>
                    <a:pt x="157" y="254"/>
                    <a:pt x="126" y="254"/>
                  </a:cubicBezTo>
                  <a:cubicBezTo>
                    <a:pt x="112" y="254"/>
                    <a:pt x="100" y="252"/>
                    <a:pt x="88" y="246"/>
                  </a:cubicBezTo>
                  <a:cubicBezTo>
                    <a:pt x="77" y="242"/>
                    <a:pt x="67" y="235"/>
                    <a:pt x="60" y="225"/>
                  </a:cubicBezTo>
                  <a:cubicBezTo>
                    <a:pt x="52" y="217"/>
                    <a:pt x="46" y="205"/>
                    <a:pt x="42" y="193"/>
                  </a:cubicBezTo>
                  <a:cubicBezTo>
                    <a:pt x="38" y="179"/>
                    <a:pt x="35" y="165"/>
                    <a:pt x="35" y="148"/>
                  </a:cubicBezTo>
                  <a:cubicBezTo>
                    <a:pt x="230" y="148"/>
                    <a:pt x="230" y="148"/>
                    <a:pt x="230" y="148"/>
                  </a:cubicBezTo>
                  <a:cubicBezTo>
                    <a:pt x="230" y="131"/>
                    <a:pt x="230" y="131"/>
                    <a:pt x="230" y="131"/>
                  </a:cubicBezTo>
                  <a:cubicBezTo>
                    <a:pt x="230" y="111"/>
                    <a:pt x="227" y="93"/>
                    <a:pt x="223" y="76"/>
                  </a:cubicBezTo>
                  <a:cubicBezTo>
                    <a:pt x="217" y="61"/>
                    <a:pt x="210" y="47"/>
                    <a:pt x="202" y="35"/>
                  </a:cubicBezTo>
                  <a:cubicBezTo>
                    <a:pt x="194" y="24"/>
                    <a:pt x="182" y="16"/>
                    <a:pt x="168" y="10"/>
                  </a:cubicBezTo>
                  <a:cubicBezTo>
                    <a:pt x="156" y="3"/>
                    <a:pt x="140" y="0"/>
                    <a:pt x="122" y="0"/>
                  </a:cubicBezTo>
                  <a:cubicBezTo>
                    <a:pt x="105" y="0"/>
                    <a:pt x="88" y="5"/>
                    <a:pt x="73" y="12"/>
                  </a:cubicBezTo>
                  <a:cubicBezTo>
                    <a:pt x="59" y="19"/>
                    <a:pt x="46" y="28"/>
                    <a:pt x="35" y="41"/>
                  </a:cubicBezTo>
                  <a:cubicBezTo>
                    <a:pt x="24" y="54"/>
                    <a:pt x="15" y="68"/>
                    <a:pt x="10" y="86"/>
                  </a:cubicBezTo>
                  <a:cubicBezTo>
                    <a:pt x="3" y="103"/>
                    <a:pt x="0" y="121"/>
                    <a:pt x="0" y="141"/>
                  </a:cubicBezTo>
                  <a:cubicBezTo>
                    <a:pt x="0" y="163"/>
                    <a:pt x="3" y="184"/>
                    <a:pt x="8" y="201"/>
                  </a:cubicBezTo>
                  <a:cubicBezTo>
                    <a:pt x="14" y="219"/>
                    <a:pt x="22" y="233"/>
                    <a:pt x="32" y="246"/>
                  </a:cubicBezTo>
                  <a:close/>
                  <a:moveTo>
                    <a:pt x="46" y="82"/>
                  </a:moveTo>
                  <a:lnTo>
                    <a:pt x="46" y="82"/>
                  </a:lnTo>
                  <a:cubicBezTo>
                    <a:pt x="50" y="71"/>
                    <a:pt x="57" y="61"/>
                    <a:pt x="64" y="54"/>
                  </a:cubicBezTo>
                  <a:cubicBezTo>
                    <a:pt x="71" y="45"/>
                    <a:pt x="80" y="40"/>
                    <a:pt x="90" y="35"/>
                  </a:cubicBezTo>
                  <a:cubicBezTo>
                    <a:pt x="100" y="31"/>
                    <a:pt x="111" y="30"/>
                    <a:pt x="122" y="30"/>
                  </a:cubicBezTo>
                  <a:cubicBezTo>
                    <a:pt x="144" y="30"/>
                    <a:pt x="163" y="37"/>
                    <a:pt x="175" y="52"/>
                  </a:cubicBezTo>
                  <a:cubicBezTo>
                    <a:pt x="188" y="68"/>
                    <a:pt x="195" y="90"/>
                    <a:pt x="195" y="118"/>
                  </a:cubicBezTo>
                  <a:cubicBezTo>
                    <a:pt x="36" y="118"/>
                    <a:pt x="36" y="118"/>
                    <a:pt x="36" y="118"/>
                  </a:cubicBezTo>
                  <a:cubicBezTo>
                    <a:pt x="38" y="104"/>
                    <a:pt x="41" y="92"/>
                    <a:pt x="46"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13">
              <a:extLst>
                <a:ext uri="{FF2B5EF4-FFF2-40B4-BE49-F238E27FC236}">
                  <a16:creationId xmlns:a16="http://schemas.microsoft.com/office/drawing/2014/main" id="{45ECE242-4504-5551-A74A-75F528D59DAB}"/>
                </a:ext>
              </a:extLst>
            </p:cNvPr>
            <p:cNvSpPr>
              <a:spLocks noChangeArrowheads="1"/>
            </p:cNvSpPr>
            <p:nvPr/>
          </p:nvSpPr>
          <p:spPr bwMode="auto">
            <a:xfrm>
              <a:off x="9464675" y="2690813"/>
              <a:ext cx="53975" cy="128587"/>
            </a:xfrm>
            <a:custGeom>
              <a:avLst/>
              <a:gdLst>
                <a:gd name="T0" fmla="*/ 48 w 151"/>
                <a:gd name="T1" fmla="*/ 280 h 357"/>
                <a:gd name="T2" fmla="*/ 48 w 151"/>
                <a:gd name="T3" fmla="*/ 280 h 357"/>
                <a:gd name="T4" fmla="*/ 112 w 151"/>
                <a:gd name="T5" fmla="*/ 356 h 357"/>
                <a:gd name="T6" fmla="*/ 150 w 151"/>
                <a:gd name="T7" fmla="*/ 346 h 357"/>
                <a:gd name="T8" fmla="*/ 150 w 151"/>
                <a:gd name="T9" fmla="*/ 316 h 357"/>
                <a:gd name="T10" fmla="*/ 121 w 151"/>
                <a:gd name="T11" fmla="*/ 326 h 357"/>
                <a:gd name="T12" fmla="*/ 90 w 151"/>
                <a:gd name="T13" fmla="*/ 313 h 357"/>
                <a:gd name="T14" fmla="*/ 81 w 151"/>
                <a:gd name="T15" fmla="*/ 274 h 357"/>
                <a:gd name="T16" fmla="*/ 81 w 151"/>
                <a:gd name="T17" fmla="*/ 110 h 357"/>
                <a:gd name="T18" fmla="*/ 150 w 151"/>
                <a:gd name="T19" fmla="*/ 110 h 357"/>
                <a:gd name="T20" fmla="*/ 150 w 151"/>
                <a:gd name="T21" fmla="*/ 80 h 357"/>
                <a:gd name="T22" fmla="*/ 81 w 151"/>
                <a:gd name="T23" fmla="*/ 80 h 357"/>
                <a:gd name="T24" fmla="*/ 81 w 151"/>
                <a:gd name="T25" fmla="*/ 0 h 357"/>
                <a:gd name="T26" fmla="*/ 48 w 151"/>
                <a:gd name="T27" fmla="*/ 12 h 357"/>
                <a:gd name="T28" fmla="*/ 48 w 151"/>
                <a:gd name="T29" fmla="*/ 80 h 357"/>
                <a:gd name="T30" fmla="*/ 0 w 151"/>
                <a:gd name="T31" fmla="*/ 80 h 357"/>
                <a:gd name="T32" fmla="*/ 0 w 151"/>
                <a:gd name="T33" fmla="*/ 110 h 357"/>
                <a:gd name="T34" fmla="*/ 48 w 151"/>
                <a:gd name="T35" fmla="*/ 110 h 357"/>
                <a:gd name="T36" fmla="*/ 48 w 151"/>
                <a:gd name="T37" fmla="*/ 280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357">
                  <a:moveTo>
                    <a:pt x="48" y="280"/>
                  </a:moveTo>
                  <a:lnTo>
                    <a:pt x="48" y="280"/>
                  </a:lnTo>
                  <a:cubicBezTo>
                    <a:pt x="48" y="330"/>
                    <a:pt x="69" y="356"/>
                    <a:pt x="112" y="356"/>
                  </a:cubicBezTo>
                  <a:cubicBezTo>
                    <a:pt x="126" y="356"/>
                    <a:pt x="139" y="353"/>
                    <a:pt x="150" y="346"/>
                  </a:cubicBezTo>
                  <a:cubicBezTo>
                    <a:pt x="150" y="316"/>
                    <a:pt x="150" y="316"/>
                    <a:pt x="150" y="316"/>
                  </a:cubicBezTo>
                  <a:cubicBezTo>
                    <a:pt x="140" y="323"/>
                    <a:pt x="131" y="326"/>
                    <a:pt x="121" y="326"/>
                  </a:cubicBezTo>
                  <a:cubicBezTo>
                    <a:pt x="107" y="326"/>
                    <a:pt x="95" y="322"/>
                    <a:pt x="90" y="313"/>
                  </a:cubicBezTo>
                  <a:cubicBezTo>
                    <a:pt x="84" y="306"/>
                    <a:pt x="81" y="292"/>
                    <a:pt x="81" y="274"/>
                  </a:cubicBezTo>
                  <a:cubicBezTo>
                    <a:pt x="81" y="110"/>
                    <a:pt x="81" y="110"/>
                    <a:pt x="81" y="110"/>
                  </a:cubicBezTo>
                  <a:cubicBezTo>
                    <a:pt x="150" y="110"/>
                    <a:pt x="150" y="110"/>
                    <a:pt x="150" y="110"/>
                  </a:cubicBezTo>
                  <a:cubicBezTo>
                    <a:pt x="150" y="80"/>
                    <a:pt x="150" y="80"/>
                    <a:pt x="150" y="80"/>
                  </a:cubicBezTo>
                  <a:cubicBezTo>
                    <a:pt x="81" y="80"/>
                    <a:pt x="81" y="80"/>
                    <a:pt x="81" y="80"/>
                  </a:cubicBezTo>
                  <a:cubicBezTo>
                    <a:pt x="81" y="0"/>
                    <a:pt x="81" y="0"/>
                    <a:pt x="81" y="0"/>
                  </a:cubicBezTo>
                  <a:cubicBezTo>
                    <a:pt x="48" y="12"/>
                    <a:pt x="48" y="12"/>
                    <a:pt x="48" y="12"/>
                  </a:cubicBezTo>
                  <a:cubicBezTo>
                    <a:pt x="48" y="80"/>
                    <a:pt x="48" y="80"/>
                    <a:pt x="48" y="80"/>
                  </a:cubicBezTo>
                  <a:cubicBezTo>
                    <a:pt x="0" y="80"/>
                    <a:pt x="0" y="80"/>
                    <a:pt x="0" y="80"/>
                  </a:cubicBezTo>
                  <a:cubicBezTo>
                    <a:pt x="0" y="110"/>
                    <a:pt x="0" y="110"/>
                    <a:pt x="0" y="110"/>
                  </a:cubicBezTo>
                  <a:cubicBezTo>
                    <a:pt x="48" y="110"/>
                    <a:pt x="48" y="110"/>
                    <a:pt x="48" y="110"/>
                  </a:cubicBezTo>
                  <a:lnTo>
                    <a:pt x="48"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14">
              <a:extLst>
                <a:ext uri="{FF2B5EF4-FFF2-40B4-BE49-F238E27FC236}">
                  <a16:creationId xmlns:a16="http://schemas.microsoft.com/office/drawing/2014/main" id="{1C6FA20B-3366-CB85-C1A1-11C174B3327B}"/>
                </a:ext>
              </a:extLst>
            </p:cNvPr>
            <p:cNvSpPr>
              <a:spLocks noChangeArrowheads="1"/>
            </p:cNvSpPr>
            <p:nvPr/>
          </p:nvSpPr>
          <p:spPr bwMode="auto">
            <a:xfrm>
              <a:off x="9585325" y="2678113"/>
              <a:ext cx="80963" cy="139700"/>
            </a:xfrm>
            <a:custGeom>
              <a:avLst/>
              <a:gdLst>
                <a:gd name="T0" fmla="*/ 36 w 224"/>
                <a:gd name="T1" fmla="*/ 346 h 386"/>
                <a:gd name="T2" fmla="*/ 36 w 224"/>
                <a:gd name="T3" fmla="*/ 346 h 386"/>
                <a:gd name="T4" fmla="*/ 38 w 224"/>
                <a:gd name="T5" fmla="*/ 339 h 386"/>
                <a:gd name="T6" fmla="*/ 45 w 224"/>
                <a:gd name="T7" fmla="*/ 313 h 386"/>
                <a:gd name="T8" fmla="*/ 62 w 224"/>
                <a:gd name="T9" fmla="*/ 291 h 386"/>
                <a:gd name="T10" fmla="*/ 88 w 224"/>
                <a:gd name="T11" fmla="*/ 267 h 386"/>
                <a:gd name="T12" fmla="*/ 126 w 224"/>
                <a:gd name="T13" fmla="*/ 237 h 386"/>
                <a:gd name="T14" fmla="*/ 164 w 224"/>
                <a:gd name="T15" fmla="*/ 209 h 386"/>
                <a:gd name="T16" fmla="*/ 192 w 224"/>
                <a:gd name="T17" fmla="*/ 179 h 386"/>
                <a:gd name="T18" fmla="*/ 211 w 224"/>
                <a:gd name="T19" fmla="*/ 143 h 386"/>
                <a:gd name="T20" fmla="*/ 216 w 224"/>
                <a:gd name="T21" fmla="*/ 100 h 386"/>
                <a:gd name="T22" fmla="*/ 211 w 224"/>
                <a:gd name="T23" fmla="*/ 62 h 386"/>
                <a:gd name="T24" fmla="*/ 192 w 224"/>
                <a:gd name="T25" fmla="*/ 33 h 386"/>
                <a:gd name="T26" fmla="*/ 166 w 224"/>
                <a:gd name="T27" fmla="*/ 13 h 386"/>
                <a:gd name="T28" fmla="*/ 131 w 224"/>
                <a:gd name="T29" fmla="*/ 3 h 386"/>
                <a:gd name="T30" fmla="*/ 121 w 224"/>
                <a:gd name="T31" fmla="*/ 2 h 386"/>
                <a:gd name="T32" fmla="*/ 112 w 224"/>
                <a:gd name="T33" fmla="*/ 0 h 386"/>
                <a:gd name="T34" fmla="*/ 59 w 224"/>
                <a:gd name="T35" fmla="*/ 10 h 386"/>
                <a:gd name="T36" fmla="*/ 15 w 224"/>
                <a:gd name="T37" fmla="*/ 37 h 386"/>
                <a:gd name="T38" fmla="*/ 15 w 224"/>
                <a:gd name="T39" fmla="*/ 75 h 386"/>
                <a:gd name="T40" fmla="*/ 59 w 224"/>
                <a:gd name="T41" fmla="*/ 42 h 386"/>
                <a:gd name="T42" fmla="*/ 108 w 224"/>
                <a:gd name="T43" fmla="*/ 30 h 386"/>
                <a:gd name="T44" fmla="*/ 138 w 224"/>
                <a:gd name="T45" fmla="*/ 35 h 386"/>
                <a:gd name="T46" fmla="*/ 161 w 224"/>
                <a:gd name="T47" fmla="*/ 49 h 386"/>
                <a:gd name="T48" fmla="*/ 177 w 224"/>
                <a:gd name="T49" fmla="*/ 72 h 386"/>
                <a:gd name="T50" fmla="*/ 181 w 224"/>
                <a:gd name="T51" fmla="*/ 104 h 386"/>
                <a:gd name="T52" fmla="*/ 177 w 224"/>
                <a:gd name="T53" fmla="*/ 138 h 386"/>
                <a:gd name="T54" fmla="*/ 161 w 224"/>
                <a:gd name="T55" fmla="*/ 167 h 386"/>
                <a:gd name="T56" fmla="*/ 138 w 224"/>
                <a:gd name="T57" fmla="*/ 193 h 386"/>
                <a:gd name="T58" fmla="*/ 105 w 224"/>
                <a:gd name="T59" fmla="*/ 219 h 386"/>
                <a:gd name="T60" fmla="*/ 58 w 224"/>
                <a:gd name="T61" fmla="*/ 256 h 386"/>
                <a:gd name="T62" fmla="*/ 25 w 224"/>
                <a:gd name="T63" fmla="*/ 288 h 386"/>
                <a:gd name="T64" fmla="*/ 7 w 224"/>
                <a:gd name="T65" fmla="*/ 323 h 386"/>
                <a:gd name="T66" fmla="*/ 0 w 224"/>
                <a:gd name="T67" fmla="*/ 367 h 386"/>
                <a:gd name="T68" fmla="*/ 0 w 224"/>
                <a:gd name="T69" fmla="*/ 385 h 386"/>
                <a:gd name="T70" fmla="*/ 223 w 224"/>
                <a:gd name="T71" fmla="*/ 385 h 386"/>
                <a:gd name="T72" fmla="*/ 223 w 224"/>
                <a:gd name="T73" fmla="*/ 354 h 386"/>
                <a:gd name="T74" fmla="*/ 36 w 224"/>
                <a:gd name="T75" fmla="*/ 354 h 386"/>
                <a:gd name="T76" fmla="*/ 36 w 224"/>
                <a:gd name="T77" fmla="*/ 346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24" h="386">
                  <a:moveTo>
                    <a:pt x="36" y="346"/>
                  </a:moveTo>
                  <a:lnTo>
                    <a:pt x="36" y="346"/>
                  </a:lnTo>
                  <a:cubicBezTo>
                    <a:pt x="36" y="344"/>
                    <a:pt x="36" y="341"/>
                    <a:pt x="38" y="339"/>
                  </a:cubicBezTo>
                  <a:cubicBezTo>
                    <a:pt x="39" y="329"/>
                    <a:pt x="42" y="320"/>
                    <a:pt x="45" y="313"/>
                  </a:cubicBezTo>
                  <a:cubicBezTo>
                    <a:pt x="49" y="306"/>
                    <a:pt x="55" y="298"/>
                    <a:pt x="62" y="291"/>
                  </a:cubicBezTo>
                  <a:cubicBezTo>
                    <a:pt x="69" y="284"/>
                    <a:pt x="77" y="275"/>
                    <a:pt x="88" y="267"/>
                  </a:cubicBezTo>
                  <a:cubicBezTo>
                    <a:pt x="100" y="259"/>
                    <a:pt x="112" y="249"/>
                    <a:pt x="126" y="237"/>
                  </a:cubicBezTo>
                  <a:cubicBezTo>
                    <a:pt x="140" y="229"/>
                    <a:pt x="153" y="219"/>
                    <a:pt x="164" y="209"/>
                  </a:cubicBezTo>
                  <a:cubicBezTo>
                    <a:pt x="174" y="200"/>
                    <a:pt x="184" y="190"/>
                    <a:pt x="192" y="179"/>
                  </a:cubicBezTo>
                  <a:cubicBezTo>
                    <a:pt x="199" y="167"/>
                    <a:pt x="206" y="156"/>
                    <a:pt x="211" y="143"/>
                  </a:cubicBezTo>
                  <a:cubicBezTo>
                    <a:pt x="215" y="131"/>
                    <a:pt x="216" y="115"/>
                    <a:pt x="216" y="100"/>
                  </a:cubicBezTo>
                  <a:cubicBezTo>
                    <a:pt x="216" y="86"/>
                    <a:pt x="215" y="73"/>
                    <a:pt x="211" y="62"/>
                  </a:cubicBezTo>
                  <a:cubicBezTo>
                    <a:pt x="206" y="51"/>
                    <a:pt x="201" y="41"/>
                    <a:pt x="192" y="33"/>
                  </a:cubicBezTo>
                  <a:cubicBezTo>
                    <a:pt x="185" y="24"/>
                    <a:pt x="175" y="18"/>
                    <a:pt x="166" y="13"/>
                  </a:cubicBezTo>
                  <a:cubicBezTo>
                    <a:pt x="154" y="7"/>
                    <a:pt x="143" y="4"/>
                    <a:pt x="131" y="3"/>
                  </a:cubicBezTo>
                  <a:cubicBezTo>
                    <a:pt x="128" y="2"/>
                    <a:pt x="125" y="2"/>
                    <a:pt x="121" y="2"/>
                  </a:cubicBezTo>
                  <a:cubicBezTo>
                    <a:pt x="118" y="0"/>
                    <a:pt x="115" y="0"/>
                    <a:pt x="112" y="0"/>
                  </a:cubicBezTo>
                  <a:cubicBezTo>
                    <a:pt x="93" y="0"/>
                    <a:pt x="74" y="4"/>
                    <a:pt x="59" y="10"/>
                  </a:cubicBezTo>
                  <a:cubicBezTo>
                    <a:pt x="43" y="17"/>
                    <a:pt x="28" y="26"/>
                    <a:pt x="15" y="37"/>
                  </a:cubicBezTo>
                  <a:cubicBezTo>
                    <a:pt x="15" y="75"/>
                    <a:pt x="15" y="75"/>
                    <a:pt x="15" y="75"/>
                  </a:cubicBezTo>
                  <a:cubicBezTo>
                    <a:pt x="29" y="61"/>
                    <a:pt x="43" y="51"/>
                    <a:pt x="59" y="42"/>
                  </a:cubicBezTo>
                  <a:cubicBezTo>
                    <a:pt x="74" y="34"/>
                    <a:pt x="91" y="30"/>
                    <a:pt x="108" y="30"/>
                  </a:cubicBezTo>
                  <a:cubicBezTo>
                    <a:pt x="118" y="30"/>
                    <a:pt x="129" y="31"/>
                    <a:pt x="138" y="35"/>
                  </a:cubicBezTo>
                  <a:cubicBezTo>
                    <a:pt x="147" y="38"/>
                    <a:pt x="154" y="42"/>
                    <a:pt x="161" y="49"/>
                  </a:cubicBezTo>
                  <a:cubicBezTo>
                    <a:pt x="167" y="55"/>
                    <a:pt x="173" y="63"/>
                    <a:pt x="177" y="72"/>
                  </a:cubicBezTo>
                  <a:cubicBezTo>
                    <a:pt x="180" y="82"/>
                    <a:pt x="181" y="91"/>
                    <a:pt x="181" y="104"/>
                  </a:cubicBezTo>
                  <a:cubicBezTo>
                    <a:pt x="181" y="117"/>
                    <a:pt x="180" y="128"/>
                    <a:pt x="177" y="138"/>
                  </a:cubicBezTo>
                  <a:cubicBezTo>
                    <a:pt x="174" y="148"/>
                    <a:pt x="168" y="157"/>
                    <a:pt x="161" y="167"/>
                  </a:cubicBezTo>
                  <a:cubicBezTo>
                    <a:pt x="156" y="176"/>
                    <a:pt x="147" y="184"/>
                    <a:pt x="138" y="193"/>
                  </a:cubicBezTo>
                  <a:cubicBezTo>
                    <a:pt x="128" y="201"/>
                    <a:pt x="117" y="211"/>
                    <a:pt x="105" y="219"/>
                  </a:cubicBezTo>
                  <a:cubicBezTo>
                    <a:pt x="86" y="233"/>
                    <a:pt x="70" y="245"/>
                    <a:pt x="58" y="256"/>
                  </a:cubicBezTo>
                  <a:cubicBezTo>
                    <a:pt x="43" y="266"/>
                    <a:pt x="34" y="277"/>
                    <a:pt x="25" y="288"/>
                  </a:cubicBezTo>
                  <a:cubicBezTo>
                    <a:pt x="17" y="298"/>
                    <a:pt x="10" y="311"/>
                    <a:pt x="7" y="323"/>
                  </a:cubicBezTo>
                  <a:cubicBezTo>
                    <a:pt x="3" y="334"/>
                    <a:pt x="0" y="350"/>
                    <a:pt x="0" y="367"/>
                  </a:cubicBezTo>
                  <a:cubicBezTo>
                    <a:pt x="0" y="385"/>
                    <a:pt x="0" y="385"/>
                    <a:pt x="0" y="385"/>
                  </a:cubicBezTo>
                  <a:cubicBezTo>
                    <a:pt x="223" y="385"/>
                    <a:pt x="223" y="385"/>
                    <a:pt x="223" y="385"/>
                  </a:cubicBezTo>
                  <a:cubicBezTo>
                    <a:pt x="223" y="354"/>
                    <a:pt x="223" y="354"/>
                    <a:pt x="223" y="354"/>
                  </a:cubicBezTo>
                  <a:cubicBezTo>
                    <a:pt x="36" y="354"/>
                    <a:pt x="36" y="354"/>
                    <a:pt x="36" y="354"/>
                  </a:cubicBezTo>
                  <a:cubicBezTo>
                    <a:pt x="36" y="351"/>
                    <a:pt x="36" y="348"/>
                    <a:pt x="36" y="3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0" name="Group 263">
            <a:extLst>
              <a:ext uri="{FF2B5EF4-FFF2-40B4-BE49-F238E27FC236}">
                <a16:creationId xmlns:a16="http://schemas.microsoft.com/office/drawing/2014/main" id="{9F5EA238-5608-8B6A-0892-2CD89F32F855}"/>
              </a:ext>
            </a:extLst>
          </p:cNvPr>
          <p:cNvGrpSpPr/>
          <p:nvPr/>
        </p:nvGrpSpPr>
        <p:grpSpPr>
          <a:xfrm>
            <a:off x="8286353" y="1836614"/>
            <a:ext cx="150812" cy="279400"/>
            <a:chOff x="7250113" y="3598863"/>
            <a:chExt cx="150812" cy="279400"/>
          </a:xfrm>
          <a:solidFill>
            <a:schemeClr val="tx2"/>
          </a:solidFill>
        </p:grpSpPr>
        <p:sp>
          <p:nvSpPr>
            <p:cNvPr id="261" name="Freeform 149">
              <a:extLst>
                <a:ext uri="{FF2B5EF4-FFF2-40B4-BE49-F238E27FC236}">
                  <a16:creationId xmlns:a16="http://schemas.microsoft.com/office/drawing/2014/main" id="{ACB14013-FEFA-BD16-A96A-9252C6F4BC43}"/>
                </a:ext>
              </a:extLst>
            </p:cNvPr>
            <p:cNvSpPr>
              <a:spLocks noChangeArrowheads="1"/>
            </p:cNvSpPr>
            <p:nvPr/>
          </p:nvSpPr>
          <p:spPr bwMode="auto">
            <a:xfrm>
              <a:off x="7267575" y="36909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2" name="Freeform 215">
              <a:extLst>
                <a:ext uri="{FF2B5EF4-FFF2-40B4-BE49-F238E27FC236}">
                  <a16:creationId xmlns:a16="http://schemas.microsoft.com/office/drawing/2014/main" id="{489298A1-E66F-511D-AA4E-1FCE82B25486}"/>
                </a:ext>
              </a:extLst>
            </p:cNvPr>
            <p:cNvSpPr>
              <a:spLocks noChangeArrowheads="1"/>
            </p:cNvSpPr>
            <p:nvPr/>
          </p:nvSpPr>
          <p:spPr bwMode="auto">
            <a:xfrm>
              <a:off x="7250113" y="3598863"/>
              <a:ext cx="150812" cy="279400"/>
            </a:xfrm>
            <a:custGeom>
              <a:avLst/>
              <a:gdLst>
                <a:gd name="T0" fmla="*/ 420 w 421"/>
                <a:gd name="T1" fmla="*/ 340 h 777"/>
                <a:gd name="T2" fmla="*/ 420 w 421"/>
                <a:gd name="T3" fmla="*/ 340 h 777"/>
                <a:gd name="T4" fmla="*/ 415 w 421"/>
                <a:gd name="T5" fmla="*/ 299 h 777"/>
                <a:gd name="T6" fmla="*/ 386 w 421"/>
                <a:gd name="T7" fmla="*/ 14 h 777"/>
                <a:gd name="T8" fmla="*/ 372 w 421"/>
                <a:gd name="T9" fmla="*/ 0 h 777"/>
                <a:gd name="T10" fmla="*/ 47 w 421"/>
                <a:gd name="T11" fmla="*/ 0 h 777"/>
                <a:gd name="T12" fmla="*/ 32 w 421"/>
                <a:gd name="T13" fmla="*/ 14 h 777"/>
                <a:gd name="T14" fmla="*/ 4 w 421"/>
                <a:gd name="T15" fmla="*/ 299 h 777"/>
                <a:gd name="T16" fmla="*/ 0 w 421"/>
                <a:gd name="T17" fmla="*/ 340 h 777"/>
                <a:gd name="T18" fmla="*/ 194 w 421"/>
                <a:gd name="T19" fmla="*/ 549 h 777"/>
                <a:gd name="T20" fmla="*/ 194 w 421"/>
                <a:gd name="T21" fmla="*/ 746 h 777"/>
                <a:gd name="T22" fmla="*/ 144 w 421"/>
                <a:gd name="T23" fmla="*/ 746 h 777"/>
                <a:gd name="T24" fmla="*/ 129 w 421"/>
                <a:gd name="T25" fmla="*/ 760 h 777"/>
                <a:gd name="T26" fmla="*/ 144 w 421"/>
                <a:gd name="T27" fmla="*/ 776 h 777"/>
                <a:gd name="T28" fmla="*/ 274 w 421"/>
                <a:gd name="T29" fmla="*/ 776 h 777"/>
                <a:gd name="T30" fmla="*/ 289 w 421"/>
                <a:gd name="T31" fmla="*/ 760 h 777"/>
                <a:gd name="T32" fmla="*/ 274 w 421"/>
                <a:gd name="T33" fmla="*/ 746 h 777"/>
                <a:gd name="T34" fmla="*/ 224 w 421"/>
                <a:gd name="T35" fmla="*/ 746 h 777"/>
                <a:gd name="T36" fmla="*/ 224 w 421"/>
                <a:gd name="T37" fmla="*/ 549 h 777"/>
                <a:gd name="T38" fmla="*/ 420 w 421"/>
                <a:gd name="T39" fmla="*/ 340 h 777"/>
                <a:gd name="T40" fmla="*/ 29 w 421"/>
                <a:gd name="T41" fmla="*/ 340 h 777"/>
                <a:gd name="T42" fmla="*/ 29 w 421"/>
                <a:gd name="T43" fmla="*/ 340 h 777"/>
                <a:gd name="T44" fmla="*/ 33 w 421"/>
                <a:gd name="T45" fmla="*/ 305 h 777"/>
                <a:gd name="T46" fmla="*/ 33 w 421"/>
                <a:gd name="T47" fmla="*/ 302 h 777"/>
                <a:gd name="T48" fmla="*/ 38 w 421"/>
                <a:gd name="T49" fmla="*/ 255 h 777"/>
                <a:gd name="T50" fmla="*/ 46 w 421"/>
                <a:gd name="T51" fmla="*/ 257 h 777"/>
                <a:gd name="T52" fmla="*/ 88 w 421"/>
                <a:gd name="T53" fmla="*/ 260 h 777"/>
                <a:gd name="T54" fmla="*/ 167 w 421"/>
                <a:gd name="T55" fmla="*/ 249 h 777"/>
                <a:gd name="T56" fmla="*/ 206 w 421"/>
                <a:gd name="T57" fmla="*/ 231 h 777"/>
                <a:gd name="T58" fmla="*/ 257 w 421"/>
                <a:gd name="T59" fmla="*/ 204 h 777"/>
                <a:gd name="T60" fmla="*/ 333 w 421"/>
                <a:gd name="T61" fmla="*/ 193 h 777"/>
                <a:gd name="T62" fmla="*/ 338 w 421"/>
                <a:gd name="T63" fmla="*/ 193 h 777"/>
                <a:gd name="T64" fmla="*/ 354 w 421"/>
                <a:gd name="T65" fmla="*/ 179 h 777"/>
                <a:gd name="T66" fmla="*/ 340 w 421"/>
                <a:gd name="T67" fmla="*/ 163 h 777"/>
                <a:gd name="T68" fmla="*/ 333 w 421"/>
                <a:gd name="T69" fmla="*/ 163 h 777"/>
                <a:gd name="T70" fmla="*/ 254 w 421"/>
                <a:gd name="T71" fmla="*/ 175 h 777"/>
                <a:gd name="T72" fmla="*/ 215 w 421"/>
                <a:gd name="T73" fmla="*/ 191 h 777"/>
                <a:gd name="T74" fmla="*/ 164 w 421"/>
                <a:gd name="T75" fmla="*/ 218 h 777"/>
                <a:gd name="T76" fmla="*/ 88 w 421"/>
                <a:gd name="T77" fmla="*/ 229 h 777"/>
                <a:gd name="T78" fmla="*/ 49 w 421"/>
                <a:gd name="T79" fmla="*/ 228 h 777"/>
                <a:gd name="T80" fmla="*/ 40 w 421"/>
                <a:gd name="T81" fmla="*/ 229 h 777"/>
                <a:gd name="T82" fmla="*/ 60 w 421"/>
                <a:gd name="T83" fmla="*/ 30 h 777"/>
                <a:gd name="T84" fmla="*/ 358 w 421"/>
                <a:gd name="T85" fmla="*/ 30 h 777"/>
                <a:gd name="T86" fmla="*/ 384 w 421"/>
                <a:gd name="T87" fmla="*/ 302 h 777"/>
                <a:gd name="T88" fmla="*/ 386 w 421"/>
                <a:gd name="T89" fmla="*/ 305 h 777"/>
                <a:gd name="T90" fmla="*/ 389 w 421"/>
                <a:gd name="T91" fmla="*/ 340 h 777"/>
                <a:gd name="T92" fmla="*/ 337 w 421"/>
                <a:gd name="T93" fmla="*/ 467 h 777"/>
                <a:gd name="T94" fmla="*/ 209 w 421"/>
                <a:gd name="T95" fmla="*/ 520 h 777"/>
                <a:gd name="T96" fmla="*/ 83 w 421"/>
                <a:gd name="T97" fmla="*/ 467 h 777"/>
                <a:gd name="T98" fmla="*/ 29 w 421"/>
                <a:gd name="T99" fmla="*/ 340 h 7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21" h="777">
                  <a:moveTo>
                    <a:pt x="420" y="340"/>
                  </a:moveTo>
                  <a:lnTo>
                    <a:pt x="420" y="340"/>
                  </a:lnTo>
                  <a:cubicBezTo>
                    <a:pt x="420" y="326"/>
                    <a:pt x="417" y="313"/>
                    <a:pt x="415" y="299"/>
                  </a:cubicBezTo>
                  <a:cubicBezTo>
                    <a:pt x="386" y="14"/>
                    <a:pt x="386" y="14"/>
                    <a:pt x="386" y="14"/>
                  </a:cubicBezTo>
                  <a:cubicBezTo>
                    <a:pt x="386" y="6"/>
                    <a:pt x="379" y="0"/>
                    <a:pt x="372" y="0"/>
                  </a:cubicBezTo>
                  <a:cubicBezTo>
                    <a:pt x="47" y="0"/>
                    <a:pt x="47" y="0"/>
                    <a:pt x="47" y="0"/>
                  </a:cubicBezTo>
                  <a:cubicBezTo>
                    <a:pt x="39" y="0"/>
                    <a:pt x="32" y="6"/>
                    <a:pt x="32" y="14"/>
                  </a:cubicBezTo>
                  <a:cubicBezTo>
                    <a:pt x="4" y="299"/>
                    <a:pt x="4" y="299"/>
                    <a:pt x="4" y="299"/>
                  </a:cubicBezTo>
                  <a:cubicBezTo>
                    <a:pt x="1" y="313"/>
                    <a:pt x="0" y="326"/>
                    <a:pt x="0" y="340"/>
                  </a:cubicBezTo>
                  <a:cubicBezTo>
                    <a:pt x="0" y="451"/>
                    <a:pt x="85" y="541"/>
                    <a:pt x="194" y="549"/>
                  </a:cubicBezTo>
                  <a:cubicBezTo>
                    <a:pt x="194" y="746"/>
                    <a:pt x="194" y="746"/>
                    <a:pt x="194" y="746"/>
                  </a:cubicBezTo>
                  <a:cubicBezTo>
                    <a:pt x="144" y="746"/>
                    <a:pt x="144" y="746"/>
                    <a:pt x="144" y="746"/>
                  </a:cubicBezTo>
                  <a:cubicBezTo>
                    <a:pt x="136" y="746"/>
                    <a:pt x="129" y="753"/>
                    <a:pt x="129" y="760"/>
                  </a:cubicBezTo>
                  <a:cubicBezTo>
                    <a:pt x="129" y="769"/>
                    <a:pt x="136" y="776"/>
                    <a:pt x="144" y="776"/>
                  </a:cubicBezTo>
                  <a:cubicBezTo>
                    <a:pt x="274" y="776"/>
                    <a:pt x="274" y="776"/>
                    <a:pt x="274" y="776"/>
                  </a:cubicBezTo>
                  <a:cubicBezTo>
                    <a:pt x="282" y="776"/>
                    <a:pt x="289" y="769"/>
                    <a:pt x="289" y="760"/>
                  </a:cubicBezTo>
                  <a:cubicBezTo>
                    <a:pt x="289" y="753"/>
                    <a:pt x="282" y="746"/>
                    <a:pt x="274" y="746"/>
                  </a:cubicBezTo>
                  <a:cubicBezTo>
                    <a:pt x="224" y="746"/>
                    <a:pt x="224" y="746"/>
                    <a:pt x="224" y="746"/>
                  </a:cubicBezTo>
                  <a:cubicBezTo>
                    <a:pt x="224" y="549"/>
                    <a:pt x="224" y="549"/>
                    <a:pt x="224" y="549"/>
                  </a:cubicBezTo>
                  <a:cubicBezTo>
                    <a:pt x="333" y="541"/>
                    <a:pt x="418" y="451"/>
                    <a:pt x="420" y="340"/>
                  </a:cubicBezTo>
                  <a:close/>
                  <a:moveTo>
                    <a:pt x="29" y="340"/>
                  </a:moveTo>
                  <a:lnTo>
                    <a:pt x="29" y="340"/>
                  </a:lnTo>
                  <a:cubicBezTo>
                    <a:pt x="29" y="328"/>
                    <a:pt x="31" y="316"/>
                    <a:pt x="33" y="305"/>
                  </a:cubicBezTo>
                  <a:cubicBezTo>
                    <a:pt x="33" y="302"/>
                    <a:pt x="33" y="302"/>
                    <a:pt x="33" y="302"/>
                  </a:cubicBezTo>
                  <a:cubicBezTo>
                    <a:pt x="38" y="255"/>
                    <a:pt x="38" y="255"/>
                    <a:pt x="38" y="255"/>
                  </a:cubicBezTo>
                  <a:cubicBezTo>
                    <a:pt x="40" y="256"/>
                    <a:pt x="43" y="257"/>
                    <a:pt x="46" y="257"/>
                  </a:cubicBezTo>
                  <a:cubicBezTo>
                    <a:pt x="62" y="259"/>
                    <a:pt x="76" y="260"/>
                    <a:pt x="88" y="260"/>
                  </a:cubicBezTo>
                  <a:cubicBezTo>
                    <a:pt x="122" y="260"/>
                    <a:pt x="146" y="256"/>
                    <a:pt x="167" y="249"/>
                  </a:cubicBezTo>
                  <a:cubicBezTo>
                    <a:pt x="182" y="243"/>
                    <a:pt x="195" y="238"/>
                    <a:pt x="206" y="231"/>
                  </a:cubicBezTo>
                  <a:cubicBezTo>
                    <a:pt x="224" y="221"/>
                    <a:pt x="238" y="211"/>
                    <a:pt x="257" y="204"/>
                  </a:cubicBezTo>
                  <a:cubicBezTo>
                    <a:pt x="275" y="198"/>
                    <a:pt x="297" y="193"/>
                    <a:pt x="333" y="193"/>
                  </a:cubicBezTo>
                  <a:cubicBezTo>
                    <a:pt x="334" y="193"/>
                    <a:pt x="337" y="193"/>
                    <a:pt x="338" y="193"/>
                  </a:cubicBezTo>
                  <a:cubicBezTo>
                    <a:pt x="347" y="193"/>
                    <a:pt x="354" y="186"/>
                    <a:pt x="354" y="179"/>
                  </a:cubicBezTo>
                  <a:cubicBezTo>
                    <a:pt x="354" y="170"/>
                    <a:pt x="348" y="163"/>
                    <a:pt x="340" y="163"/>
                  </a:cubicBezTo>
                  <a:cubicBezTo>
                    <a:pt x="337" y="163"/>
                    <a:pt x="334" y="163"/>
                    <a:pt x="333" y="163"/>
                  </a:cubicBezTo>
                  <a:cubicBezTo>
                    <a:pt x="299" y="163"/>
                    <a:pt x="275" y="167"/>
                    <a:pt x="254" y="175"/>
                  </a:cubicBezTo>
                  <a:cubicBezTo>
                    <a:pt x="238" y="179"/>
                    <a:pt x="226" y="186"/>
                    <a:pt x="215" y="191"/>
                  </a:cubicBezTo>
                  <a:cubicBezTo>
                    <a:pt x="196" y="201"/>
                    <a:pt x="182" y="211"/>
                    <a:pt x="164" y="218"/>
                  </a:cubicBezTo>
                  <a:cubicBezTo>
                    <a:pt x="146" y="225"/>
                    <a:pt x="122" y="229"/>
                    <a:pt x="88" y="229"/>
                  </a:cubicBezTo>
                  <a:cubicBezTo>
                    <a:pt x="77" y="229"/>
                    <a:pt x="63" y="229"/>
                    <a:pt x="49" y="228"/>
                  </a:cubicBezTo>
                  <a:cubicBezTo>
                    <a:pt x="46" y="228"/>
                    <a:pt x="43" y="228"/>
                    <a:pt x="40" y="229"/>
                  </a:cubicBezTo>
                  <a:cubicBezTo>
                    <a:pt x="60" y="30"/>
                    <a:pt x="60" y="30"/>
                    <a:pt x="60" y="30"/>
                  </a:cubicBezTo>
                  <a:cubicBezTo>
                    <a:pt x="358" y="30"/>
                    <a:pt x="358" y="30"/>
                    <a:pt x="358" y="30"/>
                  </a:cubicBezTo>
                  <a:cubicBezTo>
                    <a:pt x="384" y="302"/>
                    <a:pt x="384" y="302"/>
                    <a:pt x="384" y="302"/>
                  </a:cubicBezTo>
                  <a:cubicBezTo>
                    <a:pt x="386" y="305"/>
                    <a:pt x="386" y="305"/>
                    <a:pt x="386" y="305"/>
                  </a:cubicBezTo>
                  <a:cubicBezTo>
                    <a:pt x="387" y="316"/>
                    <a:pt x="389" y="328"/>
                    <a:pt x="389" y="340"/>
                  </a:cubicBezTo>
                  <a:cubicBezTo>
                    <a:pt x="389" y="389"/>
                    <a:pt x="369" y="434"/>
                    <a:pt x="337" y="467"/>
                  </a:cubicBezTo>
                  <a:cubicBezTo>
                    <a:pt x="303" y="500"/>
                    <a:pt x="260" y="520"/>
                    <a:pt x="209" y="520"/>
                  </a:cubicBezTo>
                  <a:cubicBezTo>
                    <a:pt x="160" y="520"/>
                    <a:pt x="115" y="500"/>
                    <a:pt x="83" y="467"/>
                  </a:cubicBezTo>
                  <a:cubicBezTo>
                    <a:pt x="49" y="434"/>
                    <a:pt x="29" y="389"/>
                    <a:pt x="29" y="3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3" name="Freeform 216">
            <a:extLst>
              <a:ext uri="{FF2B5EF4-FFF2-40B4-BE49-F238E27FC236}">
                <a16:creationId xmlns:a16="http://schemas.microsoft.com/office/drawing/2014/main" id="{A18CFB31-73EA-7B22-12B1-54528EEECF8F}"/>
              </a:ext>
            </a:extLst>
          </p:cNvPr>
          <p:cNvSpPr>
            <a:spLocks noChangeArrowheads="1"/>
          </p:cNvSpPr>
          <p:nvPr/>
        </p:nvSpPr>
        <p:spPr bwMode="auto">
          <a:xfrm>
            <a:off x="2625328" y="1366714"/>
            <a:ext cx="258762" cy="204787"/>
          </a:xfrm>
          <a:custGeom>
            <a:avLst/>
            <a:gdLst>
              <a:gd name="T0" fmla="*/ 60 w 720"/>
              <a:gd name="T1" fmla="*/ 525 h 571"/>
              <a:gd name="T2" fmla="*/ 195 w 720"/>
              <a:gd name="T3" fmla="*/ 570 h 571"/>
              <a:gd name="T4" fmla="*/ 615 w 720"/>
              <a:gd name="T5" fmla="*/ 570 h 571"/>
              <a:gd name="T6" fmla="*/ 660 w 720"/>
              <a:gd name="T7" fmla="*/ 320 h 571"/>
              <a:gd name="T8" fmla="*/ 717 w 720"/>
              <a:gd name="T9" fmla="*/ 205 h 571"/>
              <a:gd name="T10" fmla="*/ 634 w 720"/>
              <a:gd name="T11" fmla="*/ 122 h 571"/>
              <a:gd name="T12" fmla="*/ 629 w 720"/>
              <a:gd name="T13" fmla="*/ 105 h 571"/>
              <a:gd name="T14" fmla="*/ 525 w 720"/>
              <a:gd name="T15" fmla="*/ 0 h 571"/>
              <a:gd name="T16" fmla="*/ 121 w 720"/>
              <a:gd name="T17" fmla="*/ 31 h 571"/>
              <a:gd name="T18" fmla="*/ 90 w 720"/>
              <a:gd name="T19" fmla="*/ 122 h 571"/>
              <a:gd name="T20" fmla="*/ 0 w 720"/>
              <a:gd name="T21" fmla="*/ 224 h 571"/>
              <a:gd name="T22" fmla="*/ 60 w 720"/>
              <a:gd name="T23" fmla="*/ 525 h 571"/>
              <a:gd name="T24" fmla="*/ 210 w 720"/>
              <a:gd name="T25" fmla="*/ 419 h 571"/>
              <a:gd name="T26" fmla="*/ 509 w 720"/>
              <a:gd name="T27" fmla="*/ 539 h 571"/>
              <a:gd name="T28" fmla="*/ 210 w 720"/>
              <a:gd name="T29" fmla="*/ 419 h 571"/>
              <a:gd name="T30" fmla="*/ 688 w 720"/>
              <a:gd name="T31" fmla="*/ 210 h 571"/>
              <a:gd name="T32" fmla="*/ 640 w 720"/>
              <a:gd name="T33" fmla="*/ 295 h 571"/>
              <a:gd name="T34" fmla="*/ 629 w 720"/>
              <a:gd name="T35" fmla="*/ 525 h 571"/>
              <a:gd name="T36" fmla="*/ 539 w 720"/>
              <a:gd name="T37" fmla="*/ 539 h 571"/>
              <a:gd name="T38" fmla="*/ 539 w 720"/>
              <a:gd name="T39" fmla="*/ 404 h 571"/>
              <a:gd name="T40" fmla="*/ 539 w 720"/>
              <a:gd name="T41" fmla="*/ 375 h 571"/>
              <a:gd name="T42" fmla="*/ 539 w 720"/>
              <a:gd name="T43" fmla="*/ 224 h 571"/>
              <a:gd name="T44" fmla="*/ 615 w 720"/>
              <a:gd name="T45" fmla="*/ 150 h 571"/>
              <a:gd name="T46" fmla="*/ 615 w 720"/>
              <a:gd name="T47" fmla="*/ 150 h 571"/>
              <a:gd name="T48" fmla="*/ 632 w 720"/>
              <a:gd name="T49" fmla="*/ 137 h 571"/>
              <a:gd name="T50" fmla="*/ 688 w 720"/>
              <a:gd name="T51" fmla="*/ 210 h 571"/>
              <a:gd name="T52" fmla="*/ 195 w 720"/>
              <a:gd name="T53" fmla="*/ 31 h 571"/>
              <a:gd name="T54" fmla="*/ 599 w 720"/>
              <a:gd name="T55" fmla="*/ 105 h 571"/>
              <a:gd name="T56" fmla="*/ 540 w 720"/>
              <a:gd name="T57" fmla="*/ 151 h 571"/>
              <a:gd name="T58" fmla="*/ 509 w 720"/>
              <a:gd name="T59" fmla="*/ 375 h 571"/>
              <a:gd name="T60" fmla="*/ 210 w 720"/>
              <a:gd name="T61" fmla="*/ 390 h 571"/>
              <a:gd name="T62" fmla="*/ 210 w 720"/>
              <a:gd name="T63" fmla="*/ 375 h 571"/>
              <a:gd name="T64" fmla="*/ 182 w 720"/>
              <a:gd name="T65" fmla="*/ 155 h 571"/>
              <a:gd name="T66" fmla="*/ 121 w 720"/>
              <a:gd name="T67" fmla="*/ 105 h 571"/>
              <a:gd name="T68" fmla="*/ 31 w 720"/>
              <a:gd name="T69" fmla="*/ 224 h 571"/>
              <a:gd name="T70" fmla="*/ 105 w 720"/>
              <a:gd name="T71" fmla="*/ 150 h 571"/>
              <a:gd name="T72" fmla="*/ 105 w 720"/>
              <a:gd name="T73" fmla="*/ 150 h 571"/>
              <a:gd name="T74" fmla="*/ 160 w 720"/>
              <a:gd name="T75" fmla="*/ 175 h 571"/>
              <a:gd name="T76" fmla="*/ 179 w 720"/>
              <a:gd name="T77" fmla="*/ 375 h 571"/>
              <a:gd name="T78" fmla="*/ 179 w 720"/>
              <a:gd name="T79" fmla="*/ 539 h 571"/>
              <a:gd name="T80" fmla="*/ 90 w 720"/>
              <a:gd name="T81" fmla="*/ 525 h 571"/>
              <a:gd name="T82" fmla="*/ 80 w 720"/>
              <a:gd name="T83" fmla="*/ 295 h 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20" h="571">
                <a:moveTo>
                  <a:pt x="60" y="525"/>
                </a:moveTo>
                <a:lnTo>
                  <a:pt x="60" y="525"/>
                </a:lnTo>
                <a:cubicBezTo>
                  <a:pt x="60" y="549"/>
                  <a:pt x="80" y="570"/>
                  <a:pt x="105" y="570"/>
                </a:cubicBezTo>
                <a:cubicBezTo>
                  <a:pt x="195" y="570"/>
                  <a:pt x="195" y="570"/>
                  <a:pt x="195" y="570"/>
                </a:cubicBezTo>
                <a:cubicBezTo>
                  <a:pt x="525" y="570"/>
                  <a:pt x="525" y="570"/>
                  <a:pt x="525" y="570"/>
                </a:cubicBezTo>
                <a:cubicBezTo>
                  <a:pt x="615" y="570"/>
                  <a:pt x="615" y="570"/>
                  <a:pt x="615" y="570"/>
                </a:cubicBezTo>
                <a:cubicBezTo>
                  <a:pt x="639" y="570"/>
                  <a:pt x="660" y="549"/>
                  <a:pt x="660" y="525"/>
                </a:cubicBezTo>
                <a:cubicBezTo>
                  <a:pt x="660" y="320"/>
                  <a:pt x="660" y="320"/>
                  <a:pt x="660" y="320"/>
                </a:cubicBezTo>
                <a:cubicBezTo>
                  <a:pt x="695" y="303"/>
                  <a:pt x="719" y="266"/>
                  <a:pt x="719" y="224"/>
                </a:cubicBezTo>
                <a:cubicBezTo>
                  <a:pt x="719" y="219"/>
                  <a:pt x="719" y="212"/>
                  <a:pt x="717" y="205"/>
                </a:cubicBezTo>
                <a:cubicBezTo>
                  <a:pt x="709" y="163"/>
                  <a:pt x="675" y="130"/>
                  <a:pt x="634" y="122"/>
                </a:cubicBezTo>
                <a:lnTo>
                  <a:pt x="634" y="122"/>
                </a:lnTo>
                <a:cubicBezTo>
                  <a:pt x="633" y="122"/>
                  <a:pt x="632" y="122"/>
                  <a:pt x="629" y="122"/>
                </a:cubicBezTo>
                <a:cubicBezTo>
                  <a:pt x="629" y="105"/>
                  <a:pt x="629" y="105"/>
                  <a:pt x="629" y="105"/>
                </a:cubicBezTo>
                <a:cubicBezTo>
                  <a:pt x="629" y="75"/>
                  <a:pt x="618" y="50"/>
                  <a:pt x="599" y="31"/>
                </a:cubicBezTo>
                <a:cubicBezTo>
                  <a:pt x="580" y="12"/>
                  <a:pt x="553" y="0"/>
                  <a:pt x="525" y="0"/>
                </a:cubicBezTo>
                <a:cubicBezTo>
                  <a:pt x="195" y="0"/>
                  <a:pt x="195" y="0"/>
                  <a:pt x="195" y="0"/>
                </a:cubicBezTo>
                <a:cubicBezTo>
                  <a:pt x="165" y="0"/>
                  <a:pt x="140" y="12"/>
                  <a:pt x="121" y="31"/>
                </a:cubicBezTo>
                <a:cubicBezTo>
                  <a:pt x="102" y="50"/>
                  <a:pt x="90" y="75"/>
                  <a:pt x="90" y="105"/>
                </a:cubicBezTo>
                <a:cubicBezTo>
                  <a:pt x="90" y="122"/>
                  <a:pt x="90" y="122"/>
                  <a:pt x="90" y="122"/>
                </a:cubicBezTo>
                <a:cubicBezTo>
                  <a:pt x="67" y="125"/>
                  <a:pt x="46" y="134"/>
                  <a:pt x="31" y="151"/>
                </a:cubicBezTo>
                <a:cubicBezTo>
                  <a:pt x="12" y="170"/>
                  <a:pt x="0" y="196"/>
                  <a:pt x="0" y="224"/>
                </a:cubicBezTo>
                <a:cubicBezTo>
                  <a:pt x="0" y="266"/>
                  <a:pt x="25" y="303"/>
                  <a:pt x="60" y="320"/>
                </a:cubicBezTo>
                <a:lnTo>
                  <a:pt x="60" y="525"/>
                </a:lnTo>
                <a:close/>
                <a:moveTo>
                  <a:pt x="210" y="419"/>
                </a:moveTo>
                <a:lnTo>
                  <a:pt x="210" y="419"/>
                </a:lnTo>
                <a:cubicBezTo>
                  <a:pt x="509" y="419"/>
                  <a:pt x="509" y="419"/>
                  <a:pt x="509" y="419"/>
                </a:cubicBezTo>
                <a:cubicBezTo>
                  <a:pt x="509" y="539"/>
                  <a:pt x="509" y="539"/>
                  <a:pt x="509" y="539"/>
                </a:cubicBezTo>
                <a:cubicBezTo>
                  <a:pt x="210" y="539"/>
                  <a:pt x="210" y="539"/>
                  <a:pt x="210" y="539"/>
                </a:cubicBezTo>
                <a:lnTo>
                  <a:pt x="210" y="419"/>
                </a:lnTo>
                <a:close/>
                <a:moveTo>
                  <a:pt x="688" y="210"/>
                </a:moveTo>
                <a:lnTo>
                  <a:pt x="688" y="210"/>
                </a:lnTo>
                <a:cubicBezTo>
                  <a:pt x="689" y="214"/>
                  <a:pt x="689" y="220"/>
                  <a:pt x="689" y="224"/>
                </a:cubicBezTo>
                <a:cubicBezTo>
                  <a:pt x="689" y="258"/>
                  <a:pt x="668" y="285"/>
                  <a:pt x="640" y="295"/>
                </a:cubicBezTo>
                <a:cubicBezTo>
                  <a:pt x="633" y="297"/>
                  <a:pt x="629" y="303"/>
                  <a:pt x="629" y="310"/>
                </a:cubicBezTo>
                <a:cubicBezTo>
                  <a:pt x="629" y="525"/>
                  <a:pt x="629" y="525"/>
                  <a:pt x="629" y="525"/>
                </a:cubicBezTo>
                <a:cubicBezTo>
                  <a:pt x="629" y="533"/>
                  <a:pt x="623" y="539"/>
                  <a:pt x="615" y="539"/>
                </a:cubicBezTo>
                <a:cubicBezTo>
                  <a:pt x="539" y="539"/>
                  <a:pt x="539" y="539"/>
                  <a:pt x="539" y="539"/>
                </a:cubicBezTo>
                <a:cubicBezTo>
                  <a:pt x="539" y="404"/>
                  <a:pt x="539" y="404"/>
                  <a:pt x="539" y="404"/>
                </a:cubicBezTo>
                <a:lnTo>
                  <a:pt x="539" y="404"/>
                </a:lnTo>
                <a:lnTo>
                  <a:pt x="539" y="404"/>
                </a:lnTo>
                <a:cubicBezTo>
                  <a:pt x="539" y="375"/>
                  <a:pt x="539" y="375"/>
                  <a:pt x="539" y="375"/>
                </a:cubicBezTo>
                <a:lnTo>
                  <a:pt x="539" y="375"/>
                </a:lnTo>
                <a:cubicBezTo>
                  <a:pt x="539" y="224"/>
                  <a:pt x="539" y="224"/>
                  <a:pt x="539" y="224"/>
                </a:cubicBezTo>
                <a:cubicBezTo>
                  <a:pt x="539" y="184"/>
                  <a:pt x="573" y="150"/>
                  <a:pt x="615" y="150"/>
                </a:cubicBezTo>
                <a:lnTo>
                  <a:pt x="615" y="150"/>
                </a:lnTo>
                <a:lnTo>
                  <a:pt x="615" y="150"/>
                </a:lnTo>
                <a:lnTo>
                  <a:pt x="615" y="150"/>
                </a:lnTo>
                <a:cubicBezTo>
                  <a:pt x="619" y="150"/>
                  <a:pt x="625" y="150"/>
                  <a:pt x="629" y="151"/>
                </a:cubicBezTo>
                <a:cubicBezTo>
                  <a:pt x="632" y="137"/>
                  <a:pt x="632" y="137"/>
                  <a:pt x="632" y="137"/>
                </a:cubicBezTo>
                <a:cubicBezTo>
                  <a:pt x="629" y="151"/>
                  <a:pt x="629" y="151"/>
                  <a:pt x="629" y="151"/>
                </a:cubicBezTo>
                <a:cubicBezTo>
                  <a:pt x="658" y="157"/>
                  <a:pt x="682" y="181"/>
                  <a:pt x="688" y="210"/>
                </a:cubicBezTo>
                <a:close/>
                <a:moveTo>
                  <a:pt x="195" y="31"/>
                </a:moveTo>
                <a:lnTo>
                  <a:pt x="195" y="31"/>
                </a:lnTo>
                <a:cubicBezTo>
                  <a:pt x="525" y="31"/>
                  <a:pt x="525" y="31"/>
                  <a:pt x="525" y="31"/>
                </a:cubicBezTo>
                <a:cubicBezTo>
                  <a:pt x="566" y="31"/>
                  <a:pt x="599" y="64"/>
                  <a:pt x="599" y="105"/>
                </a:cubicBezTo>
                <a:cubicBezTo>
                  <a:pt x="599" y="122"/>
                  <a:pt x="599" y="122"/>
                  <a:pt x="599" y="122"/>
                </a:cubicBezTo>
                <a:cubicBezTo>
                  <a:pt x="577" y="125"/>
                  <a:pt x="556" y="134"/>
                  <a:pt x="540" y="151"/>
                </a:cubicBezTo>
                <a:cubicBezTo>
                  <a:pt x="521" y="170"/>
                  <a:pt x="509" y="196"/>
                  <a:pt x="509" y="224"/>
                </a:cubicBezTo>
                <a:cubicBezTo>
                  <a:pt x="509" y="375"/>
                  <a:pt x="509" y="375"/>
                  <a:pt x="509" y="375"/>
                </a:cubicBezTo>
                <a:cubicBezTo>
                  <a:pt x="509" y="390"/>
                  <a:pt x="509" y="390"/>
                  <a:pt x="509" y="390"/>
                </a:cubicBezTo>
                <a:cubicBezTo>
                  <a:pt x="210" y="390"/>
                  <a:pt x="210" y="390"/>
                  <a:pt x="210" y="390"/>
                </a:cubicBezTo>
                <a:cubicBezTo>
                  <a:pt x="210" y="375"/>
                  <a:pt x="210" y="375"/>
                  <a:pt x="210" y="375"/>
                </a:cubicBezTo>
                <a:lnTo>
                  <a:pt x="210" y="375"/>
                </a:lnTo>
                <a:cubicBezTo>
                  <a:pt x="210" y="230"/>
                  <a:pt x="210" y="230"/>
                  <a:pt x="210" y="230"/>
                </a:cubicBezTo>
                <a:cubicBezTo>
                  <a:pt x="210" y="202"/>
                  <a:pt x="199" y="175"/>
                  <a:pt x="182" y="155"/>
                </a:cubicBezTo>
                <a:cubicBezTo>
                  <a:pt x="167" y="137"/>
                  <a:pt x="144" y="125"/>
                  <a:pt x="121" y="122"/>
                </a:cubicBezTo>
                <a:cubicBezTo>
                  <a:pt x="121" y="105"/>
                  <a:pt x="121" y="105"/>
                  <a:pt x="121" y="105"/>
                </a:cubicBezTo>
                <a:cubicBezTo>
                  <a:pt x="121" y="64"/>
                  <a:pt x="154" y="31"/>
                  <a:pt x="195" y="31"/>
                </a:cubicBezTo>
                <a:close/>
                <a:moveTo>
                  <a:pt x="31" y="224"/>
                </a:moveTo>
                <a:lnTo>
                  <a:pt x="31" y="224"/>
                </a:lnTo>
                <a:cubicBezTo>
                  <a:pt x="31" y="184"/>
                  <a:pt x="64" y="150"/>
                  <a:pt x="105" y="150"/>
                </a:cubicBezTo>
                <a:lnTo>
                  <a:pt x="105" y="150"/>
                </a:lnTo>
                <a:lnTo>
                  <a:pt x="105" y="150"/>
                </a:lnTo>
                <a:cubicBezTo>
                  <a:pt x="109" y="150"/>
                  <a:pt x="109" y="150"/>
                  <a:pt x="109" y="150"/>
                </a:cubicBezTo>
                <a:cubicBezTo>
                  <a:pt x="129" y="151"/>
                  <a:pt x="147" y="161"/>
                  <a:pt x="160" y="175"/>
                </a:cubicBezTo>
                <a:cubicBezTo>
                  <a:pt x="172" y="189"/>
                  <a:pt x="179" y="209"/>
                  <a:pt x="179" y="230"/>
                </a:cubicBezTo>
                <a:cubicBezTo>
                  <a:pt x="179" y="375"/>
                  <a:pt x="179" y="375"/>
                  <a:pt x="179" y="375"/>
                </a:cubicBezTo>
                <a:cubicBezTo>
                  <a:pt x="179" y="404"/>
                  <a:pt x="179" y="404"/>
                  <a:pt x="179" y="404"/>
                </a:cubicBezTo>
                <a:cubicBezTo>
                  <a:pt x="179" y="539"/>
                  <a:pt x="179" y="539"/>
                  <a:pt x="179" y="539"/>
                </a:cubicBezTo>
                <a:cubicBezTo>
                  <a:pt x="105" y="539"/>
                  <a:pt x="105" y="539"/>
                  <a:pt x="105" y="539"/>
                </a:cubicBezTo>
                <a:cubicBezTo>
                  <a:pt x="97" y="539"/>
                  <a:pt x="90" y="533"/>
                  <a:pt x="90" y="525"/>
                </a:cubicBezTo>
                <a:cubicBezTo>
                  <a:pt x="90" y="310"/>
                  <a:pt x="90" y="310"/>
                  <a:pt x="90" y="310"/>
                </a:cubicBezTo>
                <a:cubicBezTo>
                  <a:pt x="90" y="303"/>
                  <a:pt x="87" y="297"/>
                  <a:pt x="80" y="295"/>
                </a:cubicBezTo>
                <a:cubicBezTo>
                  <a:pt x="50" y="285"/>
                  <a:pt x="31" y="258"/>
                  <a:pt x="31" y="224"/>
                </a:cubicBezTo>
                <a:close/>
              </a:path>
            </a:pathLst>
          </a:custGeom>
          <a:solidFill>
            <a:schemeClr val="tx2"/>
          </a:solidFill>
          <a:ln>
            <a:noFill/>
          </a:ln>
          <a:effectLst/>
        </p:spPr>
        <p:txBody>
          <a:bodyPr wrap="none" anchor="ctr"/>
          <a:lstStyle/>
          <a:p>
            <a:endParaRPr lang="da-DK"/>
          </a:p>
        </p:txBody>
      </p:sp>
      <p:sp>
        <p:nvSpPr>
          <p:cNvPr id="264" name="Freeform 217">
            <a:extLst>
              <a:ext uri="{FF2B5EF4-FFF2-40B4-BE49-F238E27FC236}">
                <a16:creationId xmlns:a16="http://schemas.microsoft.com/office/drawing/2014/main" id="{F297D20A-17AB-489B-D991-072040ABDA51}"/>
              </a:ext>
            </a:extLst>
          </p:cNvPr>
          <p:cNvSpPr>
            <a:spLocks noChangeArrowheads="1"/>
          </p:cNvSpPr>
          <p:nvPr/>
        </p:nvSpPr>
        <p:spPr bwMode="auto">
          <a:xfrm>
            <a:off x="1590278" y="1388145"/>
            <a:ext cx="258762" cy="161925"/>
          </a:xfrm>
          <a:custGeom>
            <a:avLst/>
            <a:gdLst>
              <a:gd name="T0" fmla="*/ 674 w 720"/>
              <a:gd name="T1" fmla="*/ 210 h 451"/>
              <a:gd name="T2" fmla="*/ 660 w 720"/>
              <a:gd name="T3" fmla="*/ 75 h 451"/>
              <a:gd name="T4" fmla="*/ 135 w 720"/>
              <a:gd name="T5" fmla="*/ 0 h 451"/>
              <a:gd name="T6" fmla="*/ 61 w 720"/>
              <a:gd name="T7" fmla="*/ 210 h 451"/>
              <a:gd name="T8" fmla="*/ 0 w 720"/>
              <a:gd name="T9" fmla="*/ 255 h 451"/>
              <a:gd name="T10" fmla="*/ 6 w 720"/>
              <a:gd name="T11" fmla="*/ 385 h 451"/>
              <a:gd name="T12" fmla="*/ 31 w 720"/>
              <a:gd name="T13" fmla="*/ 389 h 451"/>
              <a:gd name="T14" fmla="*/ 45 w 720"/>
              <a:gd name="T15" fmla="*/ 450 h 451"/>
              <a:gd name="T16" fmla="*/ 61 w 720"/>
              <a:gd name="T17" fmla="*/ 389 h 451"/>
              <a:gd name="T18" fmla="*/ 660 w 720"/>
              <a:gd name="T19" fmla="*/ 434 h 451"/>
              <a:gd name="T20" fmla="*/ 690 w 720"/>
              <a:gd name="T21" fmla="*/ 434 h 451"/>
              <a:gd name="T22" fmla="*/ 705 w 720"/>
              <a:gd name="T23" fmla="*/ 389 h 451"/>
              <a:gd name="T24" fmla="*/ 719 w 720"/>
              <a:gd name="T25" fmla="*/ 374 h 451"/>
              <a:gd name="T26" fmla="*/ 674 w 720"/>
              <a:gd name="T27" fmla="*/ 210 h 451"/>
              <a:gd name="T28" fmla="*/ 90 w 720"/>
              <a:gd name="T29" fmla="*/ 75 h 451"/>
              <a:gd name="T30" fmla="*/ 584 w 720"/>
              <a:gd name="T31" fmla="*/ 30 h 451"/>
              <a:gd name="T32" fmla="*/ 629 w 720"/>
              <a:gd name="T33" fmla="*/ 210 h 451"/>
              <a:gd name="T34" fmla="*/ 570 w 720"/>
              <a:gd name="T35" fmla="*/ 135 h 451"/>
              <a:gd name="T36" fmla="*/ 436 w 720"/>
              <a:gd name="T37" fmla="*/ 90 h 451"/>
              <a:gd name="T38" fmla="*/ 391 w 720"/>
              <a:gd name="T39" fmla="*/ 210 h 451"/>
              <a:gd name="T40" fmla="*/ 330 w 720"/>
              <a:gd name="T41" fmla="*/ 135 h 451"/>
              <a:gd name="T42" fmla="*/ 195 w 720"/>
              <a:gd name="T43" fmla="*/ 90 h 451"/>
              <a:gd name="T44" fmla="*/ 150 w 720"/>
              <a:gd name="T45" fmla="*/ 210 h 451"/>
              <a:gd name="T46" fmla="*/ 90 w 720"/>
              <a:gd name="T47" fmla="*/ 75 h 451"/>
              <a:gd name="T48" fmla="*/ 539 w 720"/>
              <a:gd name="T49" fmla="*/ 210 h 451"/>
              <a:gd name="T50" fmla="*/ 420 w 720"/>
              <a:gd name="T51" fmla="*/ 135 h 451"/>
              <a:gd name="T52" fmla="*/ 525 w 720"/>
              <a:gd name="T53" fmla="*/ 120 h 451"/>
              <a:gd name="T54" fmla="*/ 539 w 720"/>
              <a:gd name="T55" fmla="*/ 210 h 451"/>
              <a:gd name="T56" fmla="*/ 301 w 720"/>
              <a:gd name="T57" fmla="*/ 210 h 451"/>
              <a:gd name="T58" fmla="*/ 180 w 720"/>
              <a:gd name="T59" fmla="*/ 135 h 451"/>
              <a:gd name="T60" fmla="*/ 285 w 720"/>
              <a:gd name="T61" fmla="*/ 120 h 451"/>
              <a:gd name="T62" fmla="*/ 301 w 720"/>
              <a:gd name="T63" fmla="*/ 210 h 451"/>
              <a:gd name="T64" fmla="*/ 31 w 720"/>
              <a:gd name="T65" fmla="*/ 255 h 451"/>
              <a:gd name="T66" fmla="*/ 76 w 720"/>
              <a:gd name="T67" fmla="*/ 239 h 451"/>
              <a:gd name="T68" fmla="*/ 315 w 720"/>
              <a:gd name="T69" fmla="*/ 239 h 451"/>
              <a:gd name="T70" fmla="*/ 555 w 720"/>
              <a:gd name="T71" fmla="*/ 239 h 451"/>
              <a:gd name="T72" fmla="*/ 674 w 720"/>
              <a:gd name="T73" fmla="*/ 239 h 451"/>
              <a:gd name="T74" fmla="*/ 690 w 720"/>
              <a:gd name="T75" fmla="*/ 360 h 451"/>
              <a:gd name="T76" fmla="*/ 31 w 720"/>
              <a:gd name="T77" fmla="*/ 255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0" h="451">
                <a:moveTo>
                  <a:pt x="674" y="210"/>
                </a:moveTo>
                <a:lnTo>
                  <a:pt x="674" y="210"/>
                </a:lnTo>
                <a:cubicBezTo>
                  <a:pt x="660" y="210"/>
                  <a:pt x="660" y="210"/>
                  <a:pt x="660" y="210"/>
                </a:cubicBezTo>
                <a:cubicBezTo>
                  <a:pt x="660" y="75"/>
                  <a:pt x="660" y="75"/>
                  <a:pt x="660" y="75"/>
                </a:cubicBezTo>
                <a:cubicBezTo>
                  <a:pt x="660" y="34"/>
                  <a:pt x="626" y="0"/>
                  <a:pt x="584" y="0"/>
                </a:cubicBezTo>
                <a:cubicBezTo>
                  <a:pt x="135" y="0"/>
                  <a:pt x="135" y="0"/>
                  <a:pt x="135" y="0"/>
                </a:cubicBezTo>
                <a:cubicBezTo>
                  <a:pt x="94" y="0"/>
                  <a:pt x="61" y="34"/>
                  <a:pt x="61" y="75"/>
                </a:cubicBezTo>
                <a:cubicBezTo>
                  <a:pt x="61" y="210"/>
                  <a:pt x="61" y="210"/>
                  <a:pt x="61" y="210"/>
                </a:cubicBezTo>
                <a:cubicBezTo>
                  <a:pt x="45" y="210"/>
                  <a:pt x="45" y="210"/>
                  <a:pt x="45" y="210"/>
                </a:cubicBezTo>
                <a:cubicBezTo>
                  <a:pt x="21" y="210"/>
                  <a:pt x="0" y="229"/>
                  <a:pt x="0" y="255"/>
                </a:cubicBezTo>
                <a:cubicBezTo>
                  <a:pt x="0" y="374"/>
                  <a:pt x="0" y="374"/>
                  <a:pt x="0" y="374"/>
                </a:cubicBezTo>
                <a:cubicBezTo>
                  <a:pt x="0" y="378"/>
                  <a:pt x="3" y="382"/>
                  <a:pt x="6" y="385"/>
                </a:cubicBezTo>
                <a:cubicBezTo>
                  <a:pt x="9" y="388"/>
                  <a:pt x="11" y="389"/>
                  <a:pt x="16" y="389"/>
                </a:cubicBezTo>
                <a:cubicBezTo>
                  <a:pt x="31" y="389"/>
                  <a:pt x="31" y="389"/>
                  <a:pt x="31" y="389"/>
                </a:cubicBezTo>
                <a:cubicBezTo>
                  <a:pt x="31" y="434"/>
                  <a:pt x="31" y="434"/>
                  <a:pt x="31" y="434"/>
                </a:cubicBezTo>
                <a:cubicBezTo>
                  <a:pt x="31" y="443"/>
                  <a:pt x="38" y="450"/>
                  <a:pt x="45" y="450"/>
                </a:cubicBezTo>
                <a:cubicBezTo>
                  <a:pt x="54" y="450"/>
                  <a:pt x="61" y="443"/>
                  <a:pt x="61" y="434"/>
                </a:cubicBezTo>
                <a:cubicBezTo>
                  <a:pt x="61" y="389"/>
                  <a:pt x="61" y="389"/>
                  <a:pt x="61" y="389"/>
                </a:cubicBezTo>
                <a:cubicBezTo>
                  <a:pt x="660" y="389"/>
                  <a:pt x="660" y="389"/>
                  <a:pt x="660" y="389"/>
                </a:cubicBezTo>
                <a:cubicBezTo>
                  <a:pt x="660" y="434"/>
                  <a:pt x="660" y="434"/>
                  <a:pt x="660" y="434"/>
                </a:cubicBezTo>
                <a:cubicBezTo>
                  <a:pt x="660" y="443"/>
                  <a:pt x="667" y="450"/>
                  <a:pt x="674" y="450"/>
                </a:cubicBezTo>
                <a:cubicBezTo>
                  <a:pt x="683" y="450"/>
                  <a:pt x="690" y="443"/>
                  <a:pt x="690" y="434"/>
                </a:cubicBezTo>
                <a:cubicBezTo>
                  <a:pt x="690" y="389"/>
                  <a:pt x="690" y="389"/>
                  <a:pt x="690" y="389"/>
                </a:cubicBezTo>
                <a:cubicBezTo>
                  <a:pt x="705" y="389"/>
                  <a:pt x="705" y="389"/>
                  <a:pt x="705" y="389"/>
                </a:cubicBezTo>
                <a:cubicBezTo>
                  <a:pt x="709" y="389"/>
                  <a:pt x="712" y="388"/>
                  <a:pt x="715" y="385"/>
                </a:cubicBezTo>
                <a:cubicBezTo>
                  <a:pt x="718" y="382"/>
                  <a:pt x="719" y="378"/>
                  <a:pt x="719" y="374"/>
                </a:cubicBezTo>
                <a:cubicBezTo>
                  <a:pt x="719" y="255"/>
                  <a:pt x="719" y="255"/>
                  <a:pt x="719" y="255"/>
                </a:cubicBezTo>
                <a:cubicBezTo>
                  <a:pt x="719" y="229"/>
                  <a:pt x="699" y="210"/>
                  <a:pt x="674" y="210"/>
                </a:cubicBezTo>
                <a:close/>
                <a:moveTo>
                  <a:pt x="90" y="75"/>
                </a:moveTo>
                <a:lnTo>
                  <a:pt x="90" y="75"/>
                </a:lnTo>
                <a:cubicBezTo>
                  <a:pt x="90" y="50"/>
                  <a:pt x="111" y="30"/>
                  <a:pt x="135" y="30"/>
                </a:cubicBezTo>
                <a:cubicBezTo>
                  <a:pt x="584" y="30"/>
                  <a:pt x="584" y="30"/>
                  <a:pt x="584" y="30"/>
                </a:cubicBezTo>
                <a:cubicBezTo>
                  <a:pt x="610" y="30"/>
                  <a:pt x="629" y="50"/>
                  <a:pt x="629" y="75"/>
                </a:cubicBezTo>
                <a:cubicBezTo>
                  <a:pt x="629" y="210"/>
                  <a:pt x="629" y="210"/>
                  <a:pt x="629" y="210"/>
                </a:cubicBezTo>
                <a:cubicBezTo>
                  <a:pt x="570" y="210"/>
                  <a:pt x="570" y="210"/>
                  <a:pt x="570" y="210"/>
                </a:cubicBezTo>
                <a:cubicBezTo>
                  <a:pt x="570" y="135"/>
                  <a:pt x="570" y="135"/>
                  <a:pt x="570" y="135"/>
                </a:cubicBezTo>
                <a:cubicBezTo>
                  <a:pt x="570" y="110"/>
                  <a:pt x="549" y="90"/>
                  <a:pt x="525" y="90"/>
                </a:cubicBezTo>
                <a:cubicBezTo>
                  <a:pt x="436" y="90"/>
                  <a:pt x="436" y="90"/>
                  <a:pt x="436" y="90"/>
                </a:cubicBezTo>
                <a:cubicBezTo>
                  <a:pt x="410" y="90"/>
                  <a:pt x="391" y="110"/>
                  <a:pt x="391" y="135"/>
                </a:cubicBezTo>
                <a:cubicBezTo>
                  <a:pt x="391" y="210"/>
                  <a:pt x="391" y="210"/>
                  <a:pt x="391" y="210"/>
                </a:cubicBezTo>
                <a:cubicBezTo>
                  <a:pt x="330" y="210"/>
                  <a:pt x="330" y="210"/>
                  <a:pt x="330" y="210"/>
                </a:cubicBezTo>
                <a:cubicBezTo>
                  <a:pt x="330" y="135"/>
                  <a:pt x="330" y="135"/>
                  <a:pt x="330" y="135"/>
                </a:cubicBezTo>
                <a:cubicBezTo>
                  <a:pt x="330" y="110"/>
                  <a:pt x="311" y="90"/>
                  <a:pt x="285" y="90"/>
                </a:cubicBezTo>
                <a:cubicBezTo>
                  <a:pt x="195" y="90"/>
                  <a:pt x="195" y="90"/>
                  <a:pt x="195" y="90"/>
                </a:cubicBezTo>
                <a:cubicBezTo>
                  <a:pt x="170" y="90"/>
                  <a:pt x="150" y="110"/>
                  <a:pt x="150" y="135"/>
                </a:cubicBezTo>
                <a:cubicBezTo>
                  <a:pt x="150" y="210"/>
                  <a:pt x="150" y="210"/>
                  <a:pt x="150" y="210"/>
                </a:cubicBezTo>
                <a:cubicBezTo>
                  <a:pt x="90" y="210"/>
                  <a:pt x="90" y="210"/>
                  <a:pt x="90" y="210"/>
                </a:cubicBezTo>
                <a:lnTo>
                  <a:pt x="90" y="75"/>
                </a:lnTo>
                <a:close/>
                <a:moveTo>
                  <a:pt x="539" y="210"/>
                </a:moveTo>
                <a:lnTo>
                  <a:pt x="539" y="210"/>
                </a:lnTo>
                <a:cubicBezTo>
                  <a:pt x="420" y="210"/>
                  <a:pt x="420" y="210"/>
                  <a:pt x="420" y="210"/>
                </a:cubicBezTo>
                <a:cubicBezTo>
                  <a:pt x="420" y="135"/>
                  <a:pt x="420" y="135"/>
                  <a:pt x="420" y="135"/>
                </a:cubicBezTo>
                <a:cubicBezTo>
                  <a:pt x="420" y="127"/>
                  <a:pt x="427" y="120"/>
                  <a:pt x="436" y="120"/>
                </a:cubicBezTo>
                <a:cubicBezTo>
                  <a:pt x="525" y="120"/>
                  <a:pt x="525" y="120"/>
                  <a:pt x="525" y="120"/>
                </a:cubicBezTo>
                <a:cubicBezTo>
                  <a:pt x="534" y="120"/>
                  <a:pt x="539" y="127"/>
                  <a:pt x="539" y="135"/>
                </a:cubicBezTo>
                <a:lnTo>
                  <a:pt x="539" y="210"/>
                </a:lnTo>
                <a:close/>
                <a:moveTo>
                  <a:pt x="301" y="210"/>
                </a:moveTo>
                <a:lnTo>
                  <a:pt x="301" y="210"/>
                </a:lnTo>
                <a:cubicBezTo>
                  <a:pt x="180" y="210"/>
                  <a:pt x="180" y="210"/>
                  <a:pt x="180" y="210"/>
                </a:cubicBezTo>
                <a:cubicBezTo>
                  <a:pt x="180" y="135"/>
                  <a:pt x="180" y="135"/>
                  <a:pt x="180" y="135"/>
                </a:cubicBezTo>
                <a:cubicBezTo>
                  <a:pt x="180" y="127"/>
                  <a:pt x="187" y="120"/>
                  <a:pt x="195" y="120"/>
                </a:cubicBezTo>
                <a:cubicBezTo>
                  <a:pt x="285" y="120"/>
                  <a:pt x="285" y="120"/>
                  <a:pt x="285" y="120"/>
                </a:cubicBezTo>
                <a:cubicBezTo>
                  <a:pt x="294" y="120"/>
                  <a:pt x="301" y="127"/>
                  <a:pt x="301" y="135"/>
                </a:cubicBezTo>
                <a:lnTo>
                  <a:pt x="301" y="210"/>
                </a:lnTo>
                <a:close/>
                <a:moveTo>
                  <a:pt x="31" y="255"/>
                </a:moveTo>
                <a:lnTo>
                  <a:pt x="31" y="255"/>
                </a:lnTo>
                <a:cubicBezTo>
                  <a:pt x="31" y="246"/>
                  <a:pt x="38" y="239"/>
                  <a:pt x="45" y="239"/>
                </a:cubicBezTo>
                <a:cubicBezTo>
                  <a:pt x="76" y="239"/>
                  <a:pt x="76" y="239"/>
                  <a:pt x="76" y="239"/>
                </a:cubicBezTo>
                <a:cubicBezTo>
                  <a:pt x="166" y="239"/>
                  <a:pt x="166" y="239"/>
                  <a:pt x="166" y="239"/>
                </a:cubicBezTo>
                <a:cubicBezTo>
                  <a:pt x="315" y="239"/>
                  <a:pt x="315" y="239"/>
                  <a:pt x="315" y="239"/>
                </a:cubicBezTo>
                <a:cubicBezTo>
                  <a:pt x="405" y="239"/>
                  <a:pt x="405" y="239"/>
                  <a:pt x="405" y="239"/>
                </a:cubicBezTo>
                <a:cubicBezTo>
                  <a:pt x="555" y="239"/>
                  <a:pt x="555" y="239"/>
                  <a:pt x="555" y="239"/>
                </a:cubicBezTo>
                <a:cubicBezTo>
                  <a:pt x="645" y="239"/>
                  <a:pt x="645" y="239"/>
                  <a:pt x="645" y="239"/>
                </a:cubicBezTo>
                <a:cubicBezTo>
                  <a:pt x="674" y="239"/>
                  <a:pt x="674" y="239"/>
                  <a:pt x="674" y="239"/>
                </a:cubicBezTo>
                <a:cubicBezTo>
                  <a:pt x="683" y="239"/>
                  <a:pt x="690" y="246"/>
                  <a:pt x="690" y="255"/>
                </a:cubicBezTo>
                <a:cubicBezTo>
                  <a:pt x="690" y="360"/>
                  <a:pt x="690" y="360"/>
                  <a:pt x="690" y="360"/>
                </a:cubicBezTo>
                <a:cubicBezTo>
                  <a:pt x="31" y="360"/>
                  <a:pt x="31" y="360"/>
                  <a:pt x="31" y="360"/>
                </a:cubicBezTo>
                <a:lnTo>
                  <a:pt x="31" y="255"/>
                </a:lnTo>
                <a:close/>
              </a:path>
            </a:pathLst>
          </a:custGeom>
          <a:solidFill>
            <a:schemeClr val="tx2"/>
          </a:solidFill>
          <a:ln>
            <a:noFill/>
          </a:ln>
          <a:effectLst/>
        </p:spPr>
        <p:txBody>
          <a:bodyPr wrap="none" anchor="ctr"/>
          <a:lstStyle/>
          <a:p>
            <a:endParaRPr lang="da-DK"/>
          </a:p>
        </p:txBody>
      </p:sp>
      <p:sp>
        <p:nvSpPr>
          <p:cNvPr id="265" name="Freeform 218">
            <a:extLst>
              <a:ext uri="{FF2B5EF4-FFF2-40B4-BE49-F238E27FC236}">
                <a16:creationId xmlns:a16="http://schemas.microsoft.com/office/drawing/2014/main" id="{DB080CDE-D1DC-D64A-0261-E227DFB66857}"/>
              </a:ext>
            </a:extLst>
          </p:cNvPr>
          <p:cNvSpPr>
            <a:spLocks noChangeArrowheads="1"/>
          </p:cNvSpPr>
          <p:nvPr/>
        </p:nvSpPr>
        <p:spPr bwMode="auto">
          <a:xfrm>
            <a:off x="2118915" y="1388145"/>
            <a:ext cx="236538" cy="161925"/>
          </a:xfrm>
          <a:custGeom>
            <a:avLst/>
            <a:gdLst>
              <a:gd name="T0" fmla="*/ 0 w 659"/>
              <a:gd name="T1" fmla="*/ 374 h 451"/>
              <a:gd name="T2" fmla="*/ 0 w 659"/>
              <a:gd name="T3" fmla="*/ 374 h 451"/>
              <a:gd name="T4" fmla="*/ 0 w 659"/>
              <a:gd name="T5" fmla="*/ 434 h 451"/>
              <a:gd name="T6" fmla="*/ 14 w 659"/>
              <a:gd name="T7" fmla="*/ 450 h 451"/>
              <a:gd name="T8" fmla="*/ 29 w 659"/>
              <a:gd name="T9" fmla="*/ 434 h 451"/>
              <a:gd name="T10" fmla="*/ 29 w 659"/>
              <a:gd name="T11" fmla="*/ 389 h 451"/>
              <a:gd name="T12" fmla="*/ 629 w 659"/>
              <a:gd name="T13" fmla="*/ 389 h 451"/>
              <a:gd name="T14" fmla="*/ 629 w 659"/>
              <a:gd name="T15" fmla="*/ 434 h 451"/>
              <a:gd name="T16" fmla="*/ 643 w 659"/>
              <a:gd name="T17" fmla="*/ 450 h 451"/>
              <a:gd name="T18" fmla="*/ 658 w 659"/>
              <a:gd name="T19" fmla="*/ 434 h 451"/>
              <a:gd name="T20" fmla="*/ 658 w 659"/>
              <a:gd name="T21" fmla="*/ 374 h 451"/>
              <a:gd name="T22" fmla="*/ 658 w 659"/>
              <a:gd name="T23" fmla="*/ 374 h 451"/>
              <a:gd name="T24" fmla="*/ 658 w 659"/>
              <a:gd name="T25" fmla="*/ 253 h 451"/>
              <a:gd name="T26" fmla="*/ 615 w 659"/>
              <a:gd name="T27" fmla="*/ 210 h 451"/>
              <a:gd name="T28" fmla="*/ 598 w 659"/>
              <a:gd name="T29" fmla="*/ 210 h 451"/>
              <a:gd name="T30" fmla="*/ 598 w 659"/>
              <a:gd name="T31" fmla="*/ 72 h 451"/>
              <a:gd name="T32" fmla="*/ 526 w 659"/>
              <a:gd name="T33" fmla="*/ 0 h 451"/>
              <a:gd name="T34" fmla="*/ 130 w 659"/>
              <a:gd name="T35" fmla="*/ 0 h 451"/>
              <a:gd name="T36" fmla="*/ 59 w 659"/>
              <a:gd name="T37" fmla="*/ 72 h 451"/>
              <a:gd name="T38" fmla="*/ 59 w 659"/>
              <a:gd name="T39" fmla="*/ 210 h 451"/>
              <a:gd name="T40" fmla="*/ 43 w 659"/>
              <a:gd name="T41" fmla="*/ 210 h 451"/>
              <a:gd name="T42" fmla="*/ 0 w 659"/>
              <a:gd name="T43" fmla="*/ 253 h 451"/>
              <a:gd name="T44" fmla="*/ 0 w 659"/>
              <a:gd name="T45" fmla="*/ 374 h 451"/>
              <a:gd name="T46" fmla="*/ 90 w 659"/>
              <a:gd name="T47" fmla="*/ 72 h 451"/>
              <a:gd name="T48" fmla="*/ 90 w 659"/>
              <a:gd name="T49" fmla="*/ 72 h 451"/>
              <a:gd name="T50" fmla="*/ 130 w 659"/>
              <a:gd name="T51" fmla="*/ 30 h 451"/>
              <a:gd name="T52" fmla="*/ 526 w 659"/>
              <a:gd name="T53" fmla="*/ 30 h 451"/>
              <a:gd name="T54" fmla="*/ 569 w 659"/>
              <a:gd name="T55" fmla="*/ 72 h 451"/>
              <a:gd name="T56" fmla="*/ 569 w 659"/>
              <a:gd name="T57" fmla="*/ 210 h 451"/>
              <a:gd name="T58" fmla="*/ 479 w 659"/>
              <a:gd name="T59" fmla="*/ 210 h 451"/>
              <a:gd name="T60" fmla="*/ 479 w 659"/>
              <a:gd name="T61" fmla="*/ 145 h 451"/>
              <a:gd name="T62" fmla="*/ 424 w 659"/>
              <a:gd name="T63" fmla="*/ 90 h 451"/>
              <a:gd name="T64" fmla="*/ 234 w 659"/>
              <a:gd name="T65" fmla="*/ 90 h 451"/>
              <a:gd name="T66" fmla="*/ 180 w 659"/>
              <a:gd name="T67" fmla="*/ 145 h 451"/>
              <a:gd name="T68" fmla="*/ 180 w 659"/>
              <a:gd name="T69" fmla="*/ 210 h 451"/>
              <a:gd name="T70" fmla="*/ 90 w 659"/>
              <a:gd name="T71" fmla="*/ 210 h 451"/>
              <a:gd name="T72" fmla="*/ 90 w 659"/>
              <a:gd name="T73" fmla="*/ 72 h 451"/>
              <a:gd name="T74" fmla="*/ 449 w 659"/>
              <a:gd name="T75" fmla="*/ 210 h 451"/>
              <a:gd name="T76" fmla="*/ 449 w 659"/>
              <a:gd name="T77" fmla="*/ 210 h 451"/>
              <a:gd name="T78" fmla="*/ 209 w 659"/>
              <a:gd name="T79" fmla="*/ 210 h 451"/>
              <a:gd name="T80" fmla="*/ 209 w 659"/>
              <a:gd name="T81" fmla="*/ 145 h 451"/>
              <a:gd name="T82" fmla="*/ 234 w 659"/>
              <a:gd name="T83" fmla="*/ 120 h 451"/>
              <a:gd name="T84" fmla="*/ 424 w 659"/>
              <a:gd name="T85" fmla="*/ 120 h 451"/>
              <a:gd name="T86" fmla="*/ 449 w 659"/>
              <a:gd name="T87" fmla="*/ 145 h 451"/>
              <a:gd name="T88" fmla="*/ 449 w 659"/>
              <a:gd name="T89" fmla="*/ 210 h 451"/>
              <a:gd name="T90" fmla="*/ 29 w 659"/>
              <a:gd name="T91" fmla="*/ 253 h 451"/>
              <a:gd name="T92" fmla="*/ 29 w 659"/>
              <a:gd name="T93" fmla="*/ 253 h 451"/>
              <a:gd name="T94" fmla="*/ 43 w 659"/>
              <a:gd name="T95" fmla="*/ 239 h 451"/>
              <a:gd name="T96" fmla="*/ 74 w 659"/>
              <a:gd name="T97" fmla="*/ 239 h 451"/>
              <a:gd name="T98" fmla="*/ 194 w 659"/>
              <a:gd name="T99" fmla="*/ 239 h 451"/>
              <a:gd name="T100" fmla="*/ 463 w 659"/>
              <a:gd name="T101" fmla="*/ 239 h 451"/>
              <a:gd name="T102" fmla="*/ 584 w 659"/>
              <a:gd name="T103" fmla="*/ 239 h 451"/>
              <a:gd name="T104" fmla="*/ 615 w 659"/>
              <a:gd name="T105" fmla="*/ 239 h 451"/>
              <a:gd name="T106" fmla="*/ 629 w 659"/>
              <a:gd name="T107" fmla="*/ 253 h 451"/>
              <a:gd name="T108" fmla="*/ 629 w 659"/>
              <a:gd name="T109" fmla="*/ 360 h 451"/>
              <a:gd name="T110" fmla="*/ 29 w 659"/>
              <a:gd name="T111" fmla="*/ 360 h 451"/>
              <a:gd name="T112" fmla="*/ 29 w 659"/>
              <a:gd name="T113" fmla="*/ 253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59" h="451">
                <a:moveTo>
                  <a:pt x="0" y="374"/>
                </a:moveTo>
                <a:lnTo>
                  <a:pt x="0" y="374"/>
                </a:lnTo>
                <a:cubicBezTo>
                  <a:pt x="0" y="434"/>
                  <a:pt x="0" y="434"/>
                  <a:pt x="0" y="434"/>
                </a:cubicBezTo>
                <a:cubicBezTo>
                  <a:pt x="0" y="443"/>
                  <a:pt x="7" y="450"/>
                  <a:pt x="14" y="450"/>
                </a:cubicBezTo>
                <a:cubicBezTo>
                  <a:pt x="22" y="450"/>
                  <a:pt x="29" y="443"/>
                  <a:pt x="29" y="434"/>
                </a:cubicBezTo>
                <a:cubicBezTo>
                  <a:pt x="29" y="389"/>
                  <a:pt x="29" y="389"/>
                  <a:pt x="29" y="389"/>
                </a:cubicBezTo>
                <a:cubicBezTo>
                  <a:pt x="629" y="389"/>
                  <a:pt x="629" y="389"/>
                  <a:pt x="629" y="389"/>
                </a:cubicBezTo>
                <a:cubicBezTo>
                  <a:pt x="629" y="434"/>
                  <a:pt x="629" y="434"/>
                  <a:pt x="629" y="434"/>
                </a:cubicBezTo>
                <a:cubicBezTo>
                  <a:pt x="629" y="443"/>
                  <a:pt x="636" y="450"/>
                  <a:pt x="643" y="450"/>
                </a:cubicBezTo>
                <a:cubicBezTo>
                  <a:pt x="651" y="450"/>
                  <a:pt x="658" y="443"/>
                  <a:pt x="658" y="434"/>
                </a:cubicBezTo>
                <a:cubicBezTo>
                  <a:pt x="658" y="374"/>
                  <a:pt x="658" y="374"/>
                  <a:pt x="658" y="374"/>
                </a:cubicBezTo>
                <a:lnTo>
                  <a:pt x="658" y="374"/>
                </a:lnTo>
                <a:cubicBezTo>
                  <a:pt x="658" y="253"/>
                  <a:pt x="658" y="253"/>
                  <a:pt x="658" y="253"/>
                </a:cubicBezTo>
                <a:cubicBezTo>
                  <a:pt x="658" y="229"/>
                  <a:pt x="639" y="210"/>
                  <a:pt x="615" y="210"/>
                </a:cubicBezTo>
                <a:cubicBezTo>
                  <a:pt x="598" y="210"/>
                  <a:pt x="598" y="210"/>
                  <a:pt x="598" y="210"/>
                </a:cubicBezTo>
                <a:cubicBezTo>
                  <a:pt x="598" y="72"/>
                  <a:pt x="598" y="72"/>
                  <a:pt x="598" y="72"/>
                </a:cubicBezTo>
                <a:cubicBezTo>
                  <a:pt x="598" y="33"/>
                  <a:pt x="567" y="0"/>
                  <a:pt x="526" y="0"/>
                </a:cubicBezTo>
                <a:cubicBezTo>
                  <a:pt x="130" y="0"/>
                  <a:pt x="130" y="0"/>
                  <a:pt x="130" y="0"/>
                </a:cubicBezTo>
                <a:cubicBezTo>
                  <a:pt x="91" y="0"/>
                  <a:pt x="59" y="33"/>
                  <a:pt x="59" y="72"/>
                </a:cubicBezTo>
                <a:cubicBezTo>
                  <a:pt x="59" y="210"/>
                  <a:pt x="59" y="210"/>
                  <a:pt x="59" y="210"/>
                </a:cubicBezTo>
                <a:cubicBezTo>
                  <a:pt x="43" y="210"/>
                  <a:pt x="43" y="210"/>
                  <a:pt x="43" y="210"/>
                </a:cubicBezTo>
                <a:cubicBezTo>
                  <a:pt x="20" y="210"/>
                  <a:pt x="0" y="229"/>
                  <a:pt x="0" y="253"/>
                </a:cubicBezTo>
                <a:lnTo>
                  <a:pt x="0" y="374"/>
                </a:lnTo>
                <a:close/>
                <a:moveTo>
                  <a:pt x="90" y="72"/>
                </a:moveTo>
                <a:lnTo>
                  <a:pt x="90" y="72"/>
                </a:lnTo>
                <a:cubicBezTo>
                  <a:pt x="90" y="48"/>
                  <a:pt x="108" y="30"/>
                  <a:pt x="130" y="30"/>
                </a:cubicBezTo>
                <a:cubicBezTo>
                  <a:pt x="526" y="30"/>
                  <a:pt x="526" y="30"/>
                  <a:pt x="526" y="30"/>
                </a:cubicBezTo>
                <a:cubicBezTo>
                  <a:pt x="550" y="30"/>
                  <a:pt x="569" y="48"/>
                  <a:pt x="569" y="72"/>
                </a:cubicBezTo>
                <a:cubicBezTo>
                  <a:pt x="569" y="210"/>
                  <a:pt x="569" y="210"/>
                  <a:pt x="569" y="210"/>
                </a:cubicBezTo>
                <a:cubicBezTo>
                  <a:pt x="479" y="210"/>
                  <a:pt x="479" y="210"/>
                  <a:pt x="479" y="210"/>
                </a:cubicBezTo>
                <a:cubicBezTo>
                  <a:pt x="479" y="145"/>
                  <a:pt x="479" y="145"/>
                  <a:pt x="479" y="145"/>
                </a:cubicBezTo>
                <a:cubicBezTo>
                  <a:pt x="479" y="114"/>
                  <a:pt x="453" y="90"/>
                  <a:pt x="424" y="90"/>
                </a:cubicBezTo>
                <a:cubicBezTo>
                  <a:pt x="234" y="90"/>
                  <a:pt x="234" y="90"/>
                  <a:pt x="234" y="90"/>
                </a:cubicBezTo>
                <a:cubicBezTo>
                  <a:pt x="203" y="90"/>
                  <a:pt x="180" y="114"/>
                  <a:pt x="180" y="145"/>
                </a:cubicBezTo>
                <a:cubicBezTo>
                  <a:pt x="180" y="210"/>
                  <a:pt x="180" y="210"/>
                  <a:pt x="180" y="210"/>
                </a:cubicBezTo>
                <a:cubicBezTo>
                  <a:pt x="90" y="210"/>
                  <a:pt x="90" y="210"/>
                  <a:pt x="90" y="210"/>
                </a:cubicBezTo>
                <a:lnTo>
                  <a:pt x="90" y="72"/>
                </a:lnTo>
                <a:close/>
                <a:moveTo>
                  <a:pt x="449" y="210"/>
                </a:moveTo>
                <a:lnTo>
                  <a:pt x="449" y="210"/>
                </a:lnTo>
                <a:cubicBezTo>
                  <a:pt x="209" y="210"/>
                  <a:pt x="209" y="210"/>
                  <a:pt x="209" y="210"/>
                </a:cubicBezTo>
                <a:cubicBezTo>
                  <a:pt x="209" y="145"/>
                  <a:pt x="209" y="145"/>
                  <a:pt x="209" y="145"/>
                </a:cubicBezTo>
                <a:cubicBezTo>
                  <a:pt x="209" y="131"/>
                  <a:pt x="220" y="120"/>
                  <a:pt x="234" y="120"/>
                </a:cubicBezTo>
                <a:cubicBezTo>
                  <a:pt x="424" y="120"/>
                  <a:pt x="424" y="120"/>
                  <a:pt x="424" y="120"/>
                </a:cubicBezTo>
                <a:cubicBezTo>
                  <a:pt x="438" y="120"/>
                  <a:pt x="449" y="131"/>
                  <a:pt x="449" y="145"/>
                </a:cubicBezTo>
                <a:lnTo>
                  <a:pt x="449" y="210"/>
                </a:lnTo>
                <a:close/>
                <a:moveTo>
                  <a:pt x="29" y="253"/>
                </a:moveTo>
                <a:lnTo>
                  <a:pt x="29" y="253"/>
                </a:lnTo>
                <a:cubicBezTo>
                  <a:pt x="29" y="246"/>
                  <a:pt x="35" y="239"/>
                  <a:pt x="43" y="239"/>
                </a:cubicBezTo>
                <a:cubicBezTo>
                  <a:pt x="74" y="239"/>
                  <a:pt x="74" y="239"/>
                  <a:pt x="74" y="239"/>
                </a:cubicBezTo>
                <a:cubicBezTo>
                  <a:pt x="194" y="239"/>
                  <a:pt x="194" y="239"/>
                  <a:pt x="194" y="239"/>
                </a:cubicBezTo>
                <a:cubicBezTo>
                  <a:pt x="463" y="239"/>
                  <a:pt x="463" y="239"/>
                  <a:pt x="463" y="239"/>
                </a:cubicBezTo>
                <a:cubicBezTo>
                  <a:pt x="584" y="239"/>
                  <a:pt x="584" y="239"/>
                  <a:pt x="584" y="239"/>
                </a:cubicBezTo>
                <a:cubicBezTo>
                  <a:pt x="615" y="239"/>
                  <a:pt x="615" y="239"/>
                  <a:pt x="615" y="239"/>
                </a:cubicBezTo>
                <a:cubicBezTo>
                  <a:pt x="622" y="239"/>
                  <a:pt x="629" y="246"/>
                  <a:pt x="629" y="253"/>
                </a:cubicBezTo>
                <a:cubicBezTo>
                  <a:pt x="629" y="360"/>
                  <a:pt x="629" y="360"/>
                  <a:pt x="629" y="360"/>
                </a:cubicBezTo>
                <a:cubicBezTo>
                  <a:pt x="29" y="360"/>
                  <a:pt x="29" y="360"/>
                  <a:pt x="29" y="360"/>
                </a:cubicBezTo>
                <a:lnTo>
                  <a:pt x="29" y="253"/>
                </a:lnTo>
                <a:close/>
              </a:path>
            </a:pathLst>
          </a:custGeom>
          <a:solidFill>
            <a:schemeClr val="tx2"/>
          </a:solidFill>
          <a:ln>
            <a:noFill/>
          </a:ln>
          <a:effectLst/>
        </p:spPr>
        <p:txBody>
          <a:bodyPr wrap="none" anchor="ctr"/>
          <a:lstStyle/>
          <a:p>
            <a:endParaRPr lang="da-DK"/>
          </a:p>
        </p:txBody>
      </p:sp>
      <p:grpSp>
        <p:nvGrpSpPr>
          <p:cNvPr id="266" name="Group 269">
            <a:extLst>
              <a:ext uri="{FF2B5EF4-FFF2-40B4-BE49-F238E27FC236}">
                <a16:creationId xmlns:a16="http://schemas.microsoft.com/office/drawing/2014/main" id="{3C6BF933-ADAA-1C1E-3231-52ACDBA29FA9}"/>
              </a:ext>
            </a:extLst>
          </p:cNvPr>
          <p:cNvGrpSpPr/>
          <p:nvPr/>
        </p:nvGrpSpPr>
        <p:grpSpPr>
          <a:xfrm>
            <a:off x="10281840" y="2362076"/>
            <a:ext cx="303213" cy="236538"/>
            <a:chOff x="9245600" y="4168775"/>
            <a:chExt cx="303213" cy="236538"/>
          </a:xfrm>
          <a:solidFill>
            <a:schemeClr val="tx2"/>
          </a:solidFill>
        </p:grpSpPr>
        <p:sp>
          <p:nvSpPr>
            <p:cNvPr id="267" name="Freeform 150">
              <a:extLst>
                <a:ext uri="{FF2B5EF4-FFF2-40B4-BE49-F238E27FC236}">
                  <a16:creationId xmlns:a16="http://schemas.microsoft.com/office/drawing/2014/main" id="{40C693FB-740A-28C7-2846-09B80D4B7035}"/>
                </a:ext>
              </a:extLst>
            </p:cNvPr>
            <p:cNvSpPr>
              <a:spLocks noChangeArrowheads="1"/>
            </p:cNvSpPr>
            <p:nvPr/>
          </p:nvSpPr>
          <p:spPr bwMode="auto">
            <a:xfrm>
              <a:off x="9431338" y="4217988"/>
              <a:ext cx="76200" cy="130175"/>
            </a:xfrm>
            <a:custGeom>
              <a:avLst/>
              <a:gdLst>
                <a:gd name="T0" fmla="*/ 90 w 212"/>
                <a:gd name="T1" fmla="*/ 250 h 361"/>
                <a:gd name="T2" fmla="*/ 90 w 212"/>
                <a:gd name="T3" fmla="*/ 250 h 361"/>
                <a:gd name="T4" fmla="*/ 90 w 212"/>
                <a:gd name="T5" fmla="*/ 329 h 361"/>
                <a:gd name="T6" fmla="*/ 76 w 212"/>
                <a:gd name="T7" fmla="*/ 329 h 361"/>
                <a:gd name="T8" fmla="*/ 60 w 212"/>
                <a:gd name="T9" fmla="*/ 344 h 361"/>
                <a:gd name="T10" fmla="*/ 76 w 212"/>
                <a:gd name="T11" fmla="*/ 360 h 361"/>
                <a:gd name="T12" fmla="*/ 135 w 212"/>
                <a:gd name="T13" fmla="*/ 360 h 361"/>
                <a:gd name="T14" fmla="*/ 150 w 212"/>
                <a:gd name="T15" fmla="*/ 344 h 361"/>
                <a:gd name="T16" fmla="*/ 135 w 212"/>
                <a:gd name="T17" fmla="*/ 329 h 361"/>
                <a:gd name="T18" fmla="*/ 121 w 212"/>
                <a:gd name="T19" fmla="*/ 329 h 361"/>
                <a:gd name="T20" fmla="*/ 121 w 212"/>
                <a:gd name="T21" fmla="*/ 250 h 361"/>
                <a:gd name="T22" fmla="*/ 211 w 212"/>
                <a:gd name="T23" fmla="*/ 146 h 361"/>
                <a:gd name="T24" fmla="*/ 211 w 212"/>
                <a:gd name="T25" fmla="*/ 145 h 361"/>
                <a:gd name="T26" fmla="*/ 202 w 212"/>
                <a:gd name="T27" fmla="*/ 14 h 361"/>
                <a:gd name="T28" fmla="*/ 188 w 212"/>
                <a:gd name="T29" fmla="*/ 0 h 361"/>
                <a:gd name="T30" fmla="*/ 22 w 212"/>
                <a:gd name="T31" fmla="*/ 0 h 361"/>
                <a:gd name="T32" fmla="*/ 8 w 212"/>
                <a:gd name="T33" fmla="*/ 14 h 361"/>
                <a:gd name="T34" fmla="*/ 0 w 212"/>
                <a:gd name="T35" fmla="*/ 145 h 361"/>
                <a:gd name="T36" fmla="*/ 0 w 212"/>
                <a:gd name="T37" fmla="*/ 146 h 361"/>
                <a:gd name="T38" fmla="*/ 90 w 212"/>
                <a:gd name="T39" fmla="*/ 250 h 361"/>
                <a:gd name="T40" fmla="*/ 174 w 212"/>
                <a:gd name="T41" fmla="*/ 30 h 361"/>
                <a:gd name="T42" fmla="*/ 174 w 212"/>
                <a:gd name="T43" fmla="*/ 30 h 361"/>
                <a:gd name="T44" fmla="*/ 180 w 212"/>
                <a:gd name="T45" fmla="*/ 146 h 361"/>
                <a:gd name="T46" fmla="*/ 159 w 212"/>
                <a:gd name="T47" fmla="*/ 198 h 361"/>
                <a:gd name="T48" fmla="*/ 105 w 212"/>
                <a:gd name="T49" fmla="*/ 221 h 361"/>
                <a:gd name="T50" fmla="*/ 52 w 212"/>
                <a:gd name="T51" fmla="*/ 198 h 361"/>
                <a:gd name="T52" fmla="*/ 31 w 212"/>
                <a:gd name="T53" fmla="*/ 146 h 361"/>
                <a:gd name="T54" fmla="*/ 38 w 212"/>
                <a:gd name="T55" fmla="*/ 30 h 361"/>
                <a:gd name="T56" fmla="*/ 174 w 212"/>
                <a:gd name="T57" fmla="*/ 30 h 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12" h="361">
                  <a:moveTo>
                    <a:pt x="90" y="250"/>
                  </a:moveTo>
                  <a:lnTo>
                    <a:pt x="90" y="250"/>
                  </a:lnTo>
                  <a:cubicBezTo>
                    <a:pt x="90" y="329"/>
                    <a:pt x="90" y="329"/>
                    <a:pt x="90" y="329"/>
                  </a:cubicBezTo>
                  <a:cubicBezTo>
                    <a:pt x="76" y="329"/>
                    <a:pt x="76" y="329"/>
                    <a:pt x="76" y="329"/>
                  </a:cubicBezTo>
                  <a:cubicBezTo>
                    <a:pt x="67" y="329"/>
                    <a:pt x="60" y="336"/>
                    <a:pt x="60" y="344"/>
                  </a:cubicBezTo>
                  <a:cubicBezTo>
                    <a:pt x="60" y="353"/>
                    <a:pt x="67" y="360"/>
                    <a:pt x="76" y="360"/>
                  </a:cubicBezTo>
                  <a:cubicBezTo>
                    <a:pt x="135" y="360"/>
                    <a:pt x="135" y="360"/>
                    <a:pt x="135" y="360"/>
                  </a:cubicBezTo>
                  <a:cubicBezTo>
                    <a:pt x="143" y="360"/>
                    <a:pt x="150" y="353"/>
                    <a:pt x="150" y="344"/>
                  </a:cubicBezTo>
                  <a:cubicBezTo>
                    <a:pt x="150" y="336"/>
                    <a:pt x="143" y="329"/>
                    <a:pt x="135" y="329"/>
                  </a:cubicBezTo>
                  <a:cubicBezTo>
                    <a:pt x="121" y="329"/>
                    <a:pt x="121" y="329"/>
                    <a:pt x="121" y="329"/>
                  </a:cubicBezTo>
                  <a:cubicBezTo>
                    <a:pt x="121" y="250"/>
                    <a:pt x="121" y="250"/>
                    <a:pt x="121" y="250"/>
                  </a:cubicBezTo>
                  <a:cubicBezTo>
                    <a:pt x="171" y="242"/>
                    <a:pt x="211" y="198"/>
                    <a:pt x="211" y="146"/>
                  </a:cubicBezTo>
                  <a:cubicBezTo>
                    <a:pt x="211" y="145"/>
                    <a:pt x="211" y="145"/>
                    <a:pt x="211" y="145"/>
                  </a:cubicBezTo>
                  <a:cubicBezTo>
                    <a:pt x="202" y="14"/>
                    <a:pt x="202" y="14"/>
                    <a:pt x="202" y="14"/>
                  </a:cubicBezTo>
                  <a:cubicBezTo>
                    <a:pt x="202" y="6"/>
                    <a:pt x="195" y="0"/>
                    <a:pt x="188" y="0"/>
                  </a:cubicBezTo>
                  <a:cubicBezTo>
                    <a:pt x="22" y="0"/>
                    <a:pt x="22" y="0"/>
                    <a:pt x="22" y="0"/>
                  </a:cubicBezTo>
                  <a:cubicBezTo>
                    <a:pt x="15" y="0"/>
                    <a:pt x="8" y="6"/>
                    <a:pt x="8" y="14"/>
                  </a:cubicBezTo>
                  <a:cubicBezTo>
                    <a:pt x="0" y="145"/>
                    <a:pt x="0" y="145"/>
                    <a:pt x="0" y="145"/>
                  </a:cubicBezTo>
                  <a:cubicBezTo>
                    <a:pt x="0" y="146"/>
                    <a:pt x="0" y="146"/>
                    <a:pt x="0" y="146"/>
                  </a:cubicBezTo>
                  <a:cubicBezTo>
                    <a:pt x="0" y="198"/>
                    <a:pt x="39" y="242"/>
                    <a:pt x="90" y="250"/>
                  </a:cubicBezTo>
                  <a:close/>
                  <a:moveTo>
                    <a:pt x="174" y="30"/>
                  </a:moveTo>
                  <a:lnTo>
                    <a:pt x="174" y="30"/>
                  </a:lnTo>
                  <a:cubicBezTo>
                    <a:pt x="180" y="146"/>
                    <a:pt x="180" y="146"/>
                    <a:pt x="180" y="146"/>
                  </a:cubicBezTo>
                  <a:cubicBezTo>
                    <a:pt x="180" y="167"/>
                    <a:pt x="171" y="185"/>
                    <a:pt x="159" y="198"/>
                  </a:cubicBezTo>
                  <a:cubicBezTo>
                    <a:pt x="145" y="212"/>
                    <a:pt x="126" y="221"/>
                    <a:pt x="105" y="221"/>
                  </a:cubicBezTo>
                  <a:cubicBezTo>
                    <a:pt x="84" y="221"/>
                    <a:pt x="66" y="212"/>
                    <a:pt x="52" y="198"/>
                  </a:cubicBezTo>
                  <a:cubicBezTo>
                    <a:pt x="39" y="185"/>
                    <a:pt x="31" y="167"/>
                    <a:pt x="31" y="146"/>
                  </a:cubicBezTo>
                  <a:cubicBezTo>
                    <a:pt x="38" y="30"/>
                    <a:pt x="38" y="30"/>
                    <a:pt x="38" y="30"/>
                  </a:cubicBezTo>
                  <a:lnTo>
                    <a:pt x="17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1C257AF1-20E9-409C-C7B0-EB53313A3A99}"/>
                </a:ext>
              </a:extLst>
            </p:cNvPr>
            <p:cNvSpPr>
              <a:spLocks noChangeArrowheads="1"/>
            </p:cNvSpPr>
            <p:nvPr/>
          </p:nvSpPr>
          <p:spPr bwMode="auto">
            <a:xfrm>
              <a:off x="9245600" y="4168775"/>
              <a:ext cx="303213" cy="236538"/>
            </a:xfrm>
            <a:custGeom>
              <a:avLst/>
              <a:gdLst>
                <a:gd name="T0" fmla="*/ 417 w 843"/>
                <a:gd name="T1" fmla="*/ 657 h 658"/>
                <a:gd name="T2" fmla="*/ 417 w 843"/>
                <a:gd name="T3" fmla="*/ 657 h 658"/>
                <a:gd name="T4" fmla="*/ 426 w 843"/>
                <a:gd name="T5" fmla="*/ 657 h 658"/>
                <a:gd name="T6" fmla="*/ 574 w 843"/>
                <a:gd name="T7" fmla="*/ 626 h 658"/>
                <a:gd name="T8" fmla="*/ 793 w 843"/>
                <a:gd name="T9" fmla="*/ 621 h 658"/>
                <a:gd name="T10" fmla="*/ 828 w 843"/>
                <a:gd name="T11" fmla="*/ 621 h 658"/>
                <a:gd name="T12" fmla="*/ 838 w 843"/>
                <a:gd name="T13" fmla="*/ 617 h 658"/>
                <a:gd name="T14" fmla="*/ 842 w 843"/>
                <a:gd name="T15" fmla="*/ 605 h 658"/>
                <a:gd name="T16" fmla="*/ 842 w 843"/>
                <a:gd name="T17" fmla="*/ 14 h 658"/>
                <a:gd name="T18" fmla="*/ 838 w 843"/>
                <a:gd name="T19" fmla="*/ 4 h 658"/>
                <a:gd name="T20" fmla="*/ 828 w 843"/>
                <a:gd name="T21" fmla="*/ 0 h 658"/>
                <a:gd name="T22" fmla="*/ 595 w 843"/>
                <a:gd name="T23" fmla="*/ 4 h 658"/>
                <a:gd name="T24" fmla="*/ 421 w 843"/>
                <a:gd name="T25" fmla="*/ 37 h 658"/>
                <a:gd name="T26" fmla="*/ 247 w 843"/>
                <a:gd name="T27" fmla="*/ 4 h 658"/>
                <a:gd name="T28" fmla="*/ 15 w 843"/>
                <a:gd name="T29" fmla="*/ 0 h 658"/>
                <a:gd name="T30" fmla="*/ 5 w 843"/>
                <a:gd name="T31" fmla="*/ 4 h 658"/>
                <a:gd name="T32" fmla="*/ 0 w 843"/>
                <a:gd name="T33" fmla="*/ 14 h 658"/>
                <a:gd name="T34" fmla="*/ 0 w 843"/>
                <a:gd name="T35" fmla="*/ 605 h 658"/>
                <a:gd name="T36" fmla="*/ 15 w 843"/>
                <a:gd name="T37" fmla="*/ 621 h 658"/>
                <a:gd name="T38" fmla="*/ 257 w 843"/>
                <a:gd name="T39" fmla="*/ 626 h 658"/>
                <a:gd name="T40" fmla="*/ 417 w 843"/>
                <a:gd name="T41" fmla="*/ 657 h 658"/>
                <a:gd name="T42" fmla="*/ 598 w 843"/>
                <a:gd name="T43" fmla="*/ 34 h 658"/>
                <a:gd name="T44" fmla="*/ 598 w 843"/>
                <a:gd name="T45" fmla="*/ 34 h 658"/>
                <a:gd name="T46" fmla="*/ 813 w 843"/>
                <a:gd name="T47" fmla="*/ 30 h 658"/>
                <a:gd name="T48" fmla="*/ 813 w 843"/>
                <a:gd name="T49" fmla="*/ 591 h 658"/>
                <a:gd name="T50" fmla="*/ 793 w 843"/>
                <a:gd name="T51" fmla="*/ 591 h 658"/>
                <a:gd name="T52" fmla="*/ 572 w 843"/>
                <a:gd name="T53" fmla="*/ 595 h 658"/>
                <a:gd name="T54" fmla="*/ 436 w 843"/>
                <a:gd name="T55" fmla="*/ 622 h 658"/>
                <a:gd name="T56" fmla="*/ 436 w 843"/>
                <a:gd name="T57" fmla="*/ 63 h 658"/>
                <a:gd name="T58" fmla="*/ 598 w 843"/>
                <a:gd name="T59" fmla="*/ 34 h 658"/>
                <a:gd name="T60" fmla="*/ 407 w 843"/>
                <a:gd name="T61" fmla="*/ 63 h 658"/>
                <a:gd name="T62" fmla="*/ 407 w 843"/>
                <a:gd name="T63" fmla="*/ 63 h 658"/>
                <a:gd name="T64" fmla="*/ 407 w 843"/>
                <a:gd name="T65" fmla="*/ 622 h 658"/>
                <a:gd name="T66" fmla="*/ 259 w 843"/>
                <a:gd name="T67" fmla="*/ 595 h 658"/>
                <a:gd name="T68" fmla="*/ 31 w 843"/>
                <a:gd name="T69" fmla="*/ 591 h 658"/>
                <a:gd name="T70" fmla="*/ 31 w 843"/>
                <a:gd name="T71" fmla="*/ 30 h 658"/>
                <a:gd name="T72" fmla="*/ 245 w 843"/>
                <a:gd name="T73" fmla="*/ 34 h 658"/>
                <a:gd name="T74" fmla="*/ 407 w 843"/>
                <a:gd name="T75" fmla="*/ 63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658">
                  <a:moveTo>
                    <a:pt x="417" y="657"/>
                  </a:moveTo>
                  <a:lnTo>
                    <a:pt x="417" y="657"/>
                  </a:lnTo>
                  <a:cubicBezTo>
                    <a:pt x="419" y="657"/>
                    <a:pt x="424" y="657"/>
                    <a:pt x="426" y="657"/>
                  </a:cubicBezTo>
                  <a:cubicBezTo>
                    <a:pt x="477" y="639"/>
                    <a:pt x="521" y="631"/>
                    <a:pt x="574" y="626"/>
                  </a:cubicBezTo>
                  <a:cubicBezTo>
                    <a:pt x="629" y="621"/>
                    <a:pt x="695" y="621"/>
                    <a:pt x="793" y="621"/>
                  </a:cubicBezTo>
                  <a:cubicBezTo>
                    <a:pt x="804" y="621"/>
                    <a:pt x="815" y="621"/>
                    <a:pt x="828" y="621"/>
                  </a:cubicBezTo>
                  <a:cubicBezTo>
                    <a:pt x="832" y="621"/>
                    <a:pt x="835" y="619"/>
                    <a:pt x="838" y="617"/>
                  </a:cubicBezTo>
                  <a:cubicBezTo>
                    <a:pt x="841" y="614"/>
                    <a:pt x="842" y="610"/>
                    <a:pt x="842" y="605"/>
                  </a:cubicBezTo>
                  <a:cubicBezTo>
                    <a:pt x="842" y="14"/>
                    <a:pt x="842" y="14"/>
                    <a:pt x="842" y="14"/>
                  </a:cubicBezTo>
                  <a:cubicBezTo>
                    <a:pt x="842" y="10"/>
                    <a:pt x="841" y="7"/>
                    <a:pt x="838" y="4"/>
                  </a:cubicBezTo>
                  <a:cubicBezTo>
                    <a:pt x="835" y="2"/>
                    <a:pt x="832" y="0"/>
                    <a:pt x="828" y="0"/>
                  </a:cubicBezTo>
                  <a:cubicBezTo>
                    <a:pt x="717" y="0"/>
                    <a:pt x="653" y="0"/>
                    <a:pt x="595" y="4"/>
                  </a:cubicBezTo>
                  <a:cubicBezTo>
                    <a:pt x="540" y="9"/>
                    <a:pt x="494" y="18"/>
                    <a:pt x="421" y="37"/>
                  </a:cubicBezTo>
                  <a:cubicBezTo>
                    <a:pt x="349" y="18"/>
                    <a:pt x="303" y="9"/>
                    <a:pt x="247" y="4"/>
                  </a:cubicBezTo>
                  <a:cubicBezTo>
                    <a:pt x="191" y="0"/>
                    <a:pt x="126" y="0"/>
                    <a:pt x="15" y="0"/>
                  </a:cubicBezTo>
                  <a:cubicBezTo>
                    <a:pt x="11" y="0"/>
                    <a:pt x="8" y="2"/>
                    <a:pt x="5" y="4"/>
                  </a:cubicBezTo>
                  <a:cubicBezTo>
                    <a:pt x="2" y="7"/>
                    <a:pt x="0" y="11"/>
                    <a:pt x="0" y="14"/>
                  </a:cubicBezTo>
                  <a:cubicBezTo>
                    <a:pt x="0" y="605"/>
                    <a:pt x="0" y="605"/>
                    <a:pt x="0" y="605"/>
                  </a:cubicBezTo>
                  <a:cubicBezTo>
                    <a:pt x="0" y="614"/>
                    <a:pt x="7" y="621"/>
                    <a:pt x="15" y="621"/>
                  </a:cubicBezTo>
                  <a:cubicBezTo>
                    <a:pt x="123" y="622"/>
                    <a:pt x="198" y="622"/>
                    <a:pt x="257" y="626"/>
                  </a:cubicBezTo>
                  <a:cubicBezTo>
                    <a:pt x="317" y="631"/>
                    <a:pt x="362" y="639"/>
                    <a:pt x="417" y="657"/>
                  </a:cubicBezTo>
                  <a:close/>
                  <a:moveTo>
                    <a:pt x="598" y="34"/>
                  </a:moveTo>
                  <a:lnTo>
                    <a:pt x="598" y="34"/>
                  </a:lnTo>
                  <a:cubicBezTo>
                    <a:pt x="650" y="30"/>
                    <a:pt x="711" y="30"/>
                    <a:pt x="813" y="30"/>
                  </a:cubicBezTo>
                  <a:cubicBezTo>
                    <a:pt x="813" y="591"/>
                    <a:pt x="813" y="591"/>
                    <a:pt x="813" y="591"/>
                  </a:cubicBezTo>
                  <a:cubicBezTo>
                    <a:pt x="806" y="591"/>
                    <a:pt x="799" y="591"/>
                    <a:pt x="793" y="591"/>
                  </a:cubicBezTo>
                  <a:cubicBezTo>
                    <a:pt x="695" y="591"/>
                    <a:pt x="629" y="591"/>
                    <a:pt x="572" y="595"/>
                  </a:cubicBezTo>
                  <a:cubicBezTo>
                    <a:pt x="523" y="600"/>
                    <a:pt x="481" y="608"/>
                    <a:pt x="436" y="622"/>
                  </a:cubicBezTo>
                  <a:cubicBezTo>
                    <a:pt x="436" y="63"/>
                    <a:pt x="436" y="63"/>
                    <a:pt x="436" y="63"/>
                  </a:cubicBezTo>
                  <a:cubicBezTo>
                    <a:pt x="504" y="47"/>
                    <a:pt x="547" y="38"/>
                    <a:pt x="598" y="34"/>
                  </a:cubicBezTo>
                  <a:close/>
                  <a:moveTo>
                    <a:pt x="407" y="63"/>
                  </a:moveTo>
                  <a:lnTo>
                    <a:pt x="407" y="63"/>
                  </a:lnTo>
                  <a:cubicBezTo>
                    <a:pt x="407" y="622"/>
                    <a:pt x="407" y="622"/>
                    <a:pt x="407" y="622"/>
                  </a:cubicBezTo>
                  <a:cubicBezTo>
                    <a:pt x="358" y="607"/>
                    <a:pt x="313" y="600"/>
                    <a:pt x="259" y="595"/>
                  </a:cubicBezTo>
                  <a:cubicBezTo>
                    <a:pt x="200" y="591"/>
                    <a:pt x="130" y="591"/>
                    <a:pt x="31" y="591"/>
                  </a:cubicBezTo>
                  <a:cubicBezTo>
                    <a:pt x="31" y="30"/>
                    <a:pt x="31" y="30"/>
                    <a:pt x="31" y="30"/>
                  </a:cubicBezTo>
                  <a:cubicBezTo>
                    <a:pt x="132" y="30"/>
                    <a:pt x="193" y="30"/>
                    <a:pt x="245" y="34"/>
                  </a:cubicBezTo>
                  <a:cubicBezTo>
                    <a:pt x="296" y="38"/>
                    <a:pt x="339" y="47"/>
                    <a:pt x="407"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9172D30C-BE7D-8959-8244-31C2824C0D67}"/>
                </a:ext>
              </a:extLst>
            </p:cNvPr>
            <p:cNvSpPr>
              <a:spLocks noChangeArrowheads="1"/>
            </p:cNvSpPr>
            <p:nvPr/>
          </p:nvSpPr>
          <p:spPr bwMode="auto">
            <a:xfrm>
              <a:off x="9285288" y="4233863"/>
              <a:ext cx="77787" cy="11112"/>
            </a:xfrm>
            <a:custGeom>
              <a:avLst/>
              <a:gdLst>
                <a:gd name="T0" fmla="*/ 15 w 215"/>
                <a:gd name="T1" fmla="*/ 29 h 30"/>
                <a:gd name="T2" fmla="*/ 15 w 215"/>
                <a:gd name="T3" fmla="*/ 29 h 30"/>
                <a:gd name="T4" fmla="*/ 200 w 215"/>
                <a:gd name="T5" fmla="*/ 29 h 30"/>
                <a:gd name="T6" fmla="*/ 214 w 215"/>
                <a:gd name="T7" fmla="*/ 15 h 30"/>
                <a:gd name="T8" fmla="*/ 200 w 215"/>
                <a:gd name="T9" fmla="*/ 0 h 30"/>
                <a:gd name="T10" fmla="*/ 15 w 215"/>
                <a:gd name="T11" fmla="*/ 0 h 30"/>
                <a:gd name="T12" fmla="*/ 0 w 215"/>
                <a:gd name="T13" fmla="*/ 15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5"/>
                  </a:cubicBezTo>
                  <a:cubicBezTo>
                    <a:pt x="214" y="7"/>
                    <a:pt x="207" y="0"/>
                    <a:pt x="200"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170B1024-8BA3-8AC7-52A6-184F52B93CAC}"/>
                </a:ext>
              </a:extLst>
            </p:cNvPr>
            <p:cNvSpPr>
              <a:spLocks noChangeArrowheads="1"/>
            </p:cNvSpPr>
            <p:nvPr/>
          </p:nvSpPr>
          <p:spPr bwMode="auto">
            <a:xfrm>
              <a:off x="9285288" y="4273550"/>
              <a:ext cx="77787" cy="11113"/>
            </a:xfrm>
            <a:custGeom>
              <a:avLst/>
              <a:gdLst>
                <a:gd name="T0" fmla="*/ 15 w 215"/>
                <a:gd name="T1" fmla="*/ 29 h 30"/>
                <a:gd name="T2" fmla="*/ 15 w 215"/>
                <a:gd name="T3" fmla="*/ 29 h 30"/>
                <a:gd name="T4" fmla="*/ 200 w 215"/>
                <a:gd name="T5" fmla="*/ 29 h 30"/>
                <a:gd name="T6" fmla="*/ 214 w 215"/>
                <a:gd name="T7" fmla="*/ 14 h 30"/>
                <a:gd name="T8" fmla="*/ 200 w 215"/>
                <a:gd name="T9" fmla="*/ 0 h 30"/>
                <a:gd name="T10" fmla="*/ 15 w 215"/>
                <a:gd name="T11" fmla="*/ 0 h 30"/>
                <a:gd name="T12" fmla="*/ 0 w 215"/>
                <a:gd name="T13" fmla="*/ 14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4"/>
                  </a:cubicBezTo>
                  <a:cubicBezTo>
                    <a:pt x="214" y="7"/>
                    <a:pt x="207" y="0"/>
                    <a:pt x="200"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82B3BC29-46C7-3E37-87FF-E7B98CA26B3B}"/>
                </a:ext>
              </a:extLst>
            </p:cNvPr>
            <p:cNvSpPr>
              <a:spLocks noChangeArrowheads="1"/>
            </p:cNvSpPr>
            <p:nvPr/>
          </p:nvSpPr>
          <p:spPr bwMode="auto">
            <a:xfrm>
              <a:off x="9285288" y="4313238"/>
              <a:ext cx="77787" cy="11112"/>
            </a:xfrm>
            <a:custGeom>
              <a:avLst/>
              <a:gdLst>
                <a:gd name="T0" fmla="*/ 200 w 215"/>
                <a:gd name="T1" fmla="*/ 0 h 30"/>
                <a:gd name="T2" fmla="*/ 200 w 215"/>
                <a:gd name="T3" fmla="*/ 0 h 30"/>
                <a:gd name="T4" fmla="*/ 15 w 215"/>
                <a:gd name="T5" fmla="*/ 0 h 30"/>
                <a:gd name="T6" fmla="*/ 0 w 215"/>
                <a:gd name="T7" fmla="*/ 14 h 30"/>
                <a:gd name="T8" fmla="*/ 15 w 215"/>
                <a:gd name="T9" fmla="*/ 29 h 30"/>
                <a:gd name="T10" fmla="*/ 200 w 215"/>
                <a:gd name="T11" fmla="*/ 29 h 30"/>
                <a:gd name="T12" fmla="*/ 214 w 215"/>
                <a:gd name="T13" fmla="*/ 14 h 30"/>
                <a:gd name="T14" fmla="*/ 200 w 21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200" y="0"/>
                  </a:moveTo>
                  <a:lnTo>
                    <a:pt x="200" y="0"/>
                  </a:lnTo>
                  <a:cubicBezTo>
                    <a:pt x="15" y="0"/>
                    <a:pt x="15" y="0"/>
                    <a:pt x="15" y="0"/>
                  </a:cubicBezTo>
                  <a:cubicBezTo>
                    <a:pt x="7" y="0"/>
                    <a:pt x="0" y="5"/>
                    <a:pt x="0" y="14"/>
                  </a:cubicBezTo>
                  <a:cubicBezTo>
                    <a:pt x="0" y="22"/>
                    <a:pt x="7" y="29"/>
                    <a:pt x="15" y="29"/>
                  </a:cubicBezTo>
                  <a:cubicBezTo>
                    <a:pt x="200" y="29"/>
                    <a:pt x="200" y="29"/>
                    <a:pt x="200" y="29"/>
                  </a:cubicBezTo>
                  <a:cubicBezTo>
                    <a:pt x="207" y="29"/>
                    <a:pt x="214" y="22"/>
                    <a:pt x="214" y="14"/>
                  </a:cubicBezTo>
                  <a:cubicBezTo>
                    <a:pt x="214" y="5"/>
                    <a:pt x="207"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2" name="Group 275">
            <a:extLst>
              <a:ext uri="{FF2B5EF4-FFF2-40B4-BE49-F238E27FC236}">
                <a16:creationId xmlns:a16="http://schemas.microsoft.com/office/drawing/2014/main" id="{ECF3C70D-B9FD-8E7A-DB95-2ECE815FBCA4}"/>
              </a:ext>
            </a:extLst>
          </p:cNvPr>
          <p:cNvGrpSpPr/>
          <p:nvPr/>
        </p:nvGrpSpPr>
        <p:grpSpPr>
          <a:xfrm>
            <a:off x="1606922" y="3925293"/>
            <a:ext cx="1901252" cy="144787"/>
            <a:chOff x="1893888" y="158750"/>
            <a:chExt cx="6503987" cy="495300"/>
          </a:xfrm>
          <a:solidFill>
            <a:schemeClr val="tx2"/>
          </a:solidFill>
        </p:grpSpPr>
        <p:sp>
          <p:nvSpPr>
            <p:cNvPr id="273" name="Freeform 1">
              <a:extLst>
                <a:ext uri="{FF2B5EF4-FFF2-40B4-BE49-F238E27FC236}">
                  <a16:creationId xmlns:a16="http://schemas.microsoft.com/office/drawing/2014/main" id="{83292338-400D-21DE-4EC2-27FD54EB7735}"/>
                </a:ext>
              </a:extLst>
            </p:cNvPr>
            <p:cNvSpPr>
              <a:spLocks noChangeArrowheads="1"/>
            </p:cNvSpPr>
            <p:nvPr/>
          </p:nvSpPr>
          <p:spPr bwMode="auto">
            <a:xfrm>
              <a:off x="5026025" y="174625"/>
              <a:ext cx="236538" cy="479425"/>
            </a:xfrm>
            <a:custGeom>
              <a:avLst/>
              <a:gdLst>
                <a:gd name="T0" fmla="*/ 0 w 658"/>
                <a:gd name="T1" fmla="*/ 1331 h 1332"/>
                <a:gd name="T2" fmla="*/ 0 w 658"/>
                <a:gd name="T3" fmla="*/ 0 h 1332"/>
                <a:gd name="T4" fmla="*/ 126 w 658"/>
                <a:gd name="T5" fmla="*/ 0 h 1332"/>
                <a:gd name="T6" fmla="*/ 126 w 658"/>
                <a:gd name="T7" fmla="*/ 1221 h 1332"/>
                <a:gd name="T8" fmla="*/ 657 w 658"/>
                <a:gd name="T9" fmla="*/ 1221 h 1332"/>
                <a:gd name="T10" fmla="*/ 657 w 658"/>
                <a:gd name="T11" fmla="*/ 1331 h 1332"/>
                <a:gd name="T12" fmla="*/ 0 w 658"/>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58" h="1332">
                  <a:moveTo>
                    <a:pt x="0" y="1331"/>
                  </a:moveTo>
                  <a:lnTo>
                    <a:pt x="0" y="0"/>
                  </a:lnTo>
                  <a:lnTo>
                    <a:pt x="126" y="0"/>
                  </a:lnTo>
                  <a:lnTo>
                    <a:pt x="126" y="1221"/>
                  </a:lnTo>
                  <a:lnTo>
                    <a:pt x="657" y="1221"/>
                  </a:lnTo>
                  <a:lnTo>
                    <a:pt x="657"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4" name="Freeform 2">
              <a:extLst>
                <a:ext uri="{FF2B5EF4-FFF2-40B4-BE49-F238E27FC236}">
                  <a16:creationId xmlns:a16="http://schemas.microsoft.com/office/drawing/2014/main" id="{AAE03BC3-C69E-8F32-F94F-65DC37EA5FD9}"/>
                </a:ext>
              </a:extLst>
            </p:cNvPr>
            <p:cNvSpPr>
              <a:spLocks noChangeArrowheads="1"/>
            </p:cNvSpPr>
            <p:nvPr/>
          </p:nvSpPr>
          <p:spPr bwMode="auto">
            <a:xfrm>
              <a:off x="5343525" y="174625"/>
              <a:ext cx="46038"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5" name="Freeform 3">
              <a:extLst>
                <a:ext uri="{FF2B5EF4-FFF2-40B4-BE49-F238E27FC236}">
                  <a16:creationId xmlns:a16="http://schemas.microsoft.com/office/drawing/2014/main" id="{2BD54E4E-5C85-FA0D-B636-E6CBD75F0D08}"/>
                </a:ext>
              </a:extLst>
            </p:cNvPr>
            <p:cNvSpPr>
              <a:spLocks noChangeArrowheads="1"/>
            </p:cNvSpPr>
            <p:nvPr/>
          </p:nvSpPr>
          <p:spPr bwMode="auto">
            <a:xfrm>
              <a:off x="5513388" y="174625"/>
              <a:ext cx="376237" cy="479425"/>
            </a:xfrm>
            <a:custGeom>
              <a:avLst/>
              <a:gdLst>
                <a:gd name="T0" fmla="*/ 912 w 1044"/>
                <a:gd name="T1" fmla="*/ 1331 h 1332"/>
                <a:gd name="T2" fmla="*/ 912 w 1044"/>
                <a:gd name="T3" fmla="*/ 1331 h 1332"/>
                <a:gd name="T4" fmla="*/ 173 w 1044"/>
                <a:gd name="T5" fmla="*/ 262 h 1332"/>
                <a:gd name="T6" fmla="*/ 148 w 1044"/>
                <a:gd name="T7" fmla="*/ 220 h 1332"/>
                <a:gd name="T8" fmla="*/ 127 w 1044"/>
                <a:gd name="T9" fmla="*/ 182 h 1332"/>
                <a:gd name="T10" fmla="*/ 123 w 1044"/>
                <a:gd name="T11" fmla="*/ 182 h 1332"/>
                <a:gd name="T12" fmla="*/ 123 w 1044"/>
                <a:gd name="T13" fmla="*/ 229 h 1332"/>
                <a:gd name="T14" fmla="*/ 127 w 1044"/>
                <a:gd name="T15" fmla="*/ 300 h 1332"/>
                <a:gd name="T16" fmla="*/ 127 w 1044"/>
                <a:gd name="T17" fmla="*/ 1331 h 1332"/>
                <a:gd name="T18" fmla="*/ 0 w 1044"/>
                <a:gd name="T19" fmla="*/ 1331 h 1332"/>
                <a:gd name="T20" fmla="*/ 0 w 1044"/>
                <a:gd name="T21" fmla="*/ 0 h 1332"/>
                <a:gd name="T22" fmla="*/ 139 w 1044"/>
                <a:gd name="T23" fmla="*/ 0 h 1332"/>
                <a:gd name="T24" fmla="*/ 866 w 1044"/>
                <a:gd name="T25" fmla="*/ 1056 h 1332"/>
                <a:gd name="T26" fmla="*/ 895 w 1044"/>
                <a:gd name="T27" fmla="*/ 1103 h 1332"/>
                <a:gd name="T28" fmla="*/ 921 w 1044"/>
                <a:gd name="T29" fmla="*/ 1145 h 1332"/>
                <a:gd name="T30" fmla="*/ 925 w 1044"/>
                <a:gd name="T31" fmla="*/ 1145 h 1332"/>
                <a:gd name="T32" fmla="*/ 921 w 1044"/>
                <a:gd name="T33" fmla="*/ 1073 h 1332"/>
                <a:gd name="T34" fmla="*/ 917 w 1044"/>
                <a:gd name="T35" fmla="*/ 989 h 1332"/>
                <a:gd name="T36" fmla="*/ 917 w 1044"/>
                <a:gd name="T37" fmla="*/ 0 h 1332"/>
                <a:gd name="T38" fmla="*/ 1043 w 1044"/>
                <a:gd name="T39" fmla="*/ 0 h 1332"/>
                <a:gd name="T40" fmla="*/ 1043 w 1044"/>
                <a:gd name="T41" fmla="*/ 1331 h 1332"/>
                <a:gd name="T42" fmla="*/ 912 w 1044"/>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4" h="1332">
                  <a:moveTo>
                    <a:pt x="912" y="1331"/>
                  </a:moveTo>
                  <a:lnTo>
                    <a:pt x="912" y="1331"/>
                  </a:lnTo>
                  <a:cubicBezTo>
                    <a:pt x="173" y="262"/>
                    <a:pt x="173" y="262"/>
                    <a:pt x="173" y="262"/>
                  </a:cubicBezTo>
                  <a:cubicBezTo>
                    <a:pt x="165" y="250"/>
                    <a:pt x="156" y="237"/>
                    <a:pt x="148" y="220"/>
                  </a:cubicBezTo>
                  <a:cubicBezTo>
                    <a:pt x="139" y="208"/>
                    <a:pt x="131" y="195"/>
                    <a:pt x="127" y="182"/>
                  </a:cubicBezTo>
                  <a:cubicBezTo>
                    <a:pt x="123" y="182"/>
                    <a:pt x="123" y="182"/>
                    <a:pt x="123" y="182"/>
                  </a:cubicBezTo>
                  <a:cubicBezTo>
                    <a:pt x="123" y="190"/>
                    <a:pt x="123" y="208"/>
                    <a:pt x="123" y="229"/>
                  </a:cubicBezTo>
                  <a:cubicBezTo>
                    <a:pt x="127" y="245"/>
                    <a:pt x="127" y="271"/>
                    <a:pt x="127" y="300"/>
                  </a:cubicBezTo>
                  <a:cubicBezTo>
                    <a:pt x="127" y="1331"/>
                    <a:pt x="127" y="1331"/>
                    <a:pt x="127" y="1331"/>
                  </a:cubicBezTo>
                  <a:cubicBezTo>
                    <a:pt x="0" y="1331"/>
                    <a:pt x="0" y="1331"/>
                    <a:pt x="0" y="1331"/>
                  </a:cubicBezTo>
                  <a:cubicBezTo>
                    <a:pt x="0" y="0"/>
                    <a:pt x="0" y="0"/>
                    <a:pt x="0" y="0"/>
                  </a:cubicBezTo>
                  <a:cubicBezTo>
                    <a:pt x="139" y="0"/>
                    <a:pt x="139" y="0"/>
                    <a:pt x="139" y="0"/>
                  </a:cubicBezTo>
                  <a:cubicBezTo>
                    <a:pt x="866" y="1056"/>
                    <a:pt x="866" y="1056"/>
                    <a:pt x="866" y="1056"/>
                  </a:cubicBezTo>
                  <a:cubicBezTo>
                    <a:pt x="874" y="1073"/>
                    <a:pt x="887" y="1090"/>
                    <a:pt x="895" y="1103"/>
                  </a:cubicBezTo>
                  <a:cubicBezTo>
                    <a:pt x="904" y="1120"/>
                    <a:pt x="912" y="1132"/>
                    <a:pt x="921" y="1145"/>
                  </a:cubicBezTo>
                  <a:cubicBezTo>
                    <a:pt x="925" y="1145"/>
                    <a:pt x="925" y="1145"/>
                    <a:pt x="925" y="1145"/>
                  </a:cubicBezTo>
                  <a:cubicBezTo>
                    <a:pt x="921" y="1124"/>
                    <a:pt x="921" y="1098"/>
                    <a:pt x="921" y="1073"/>
                  </a:cubicBezTo>
                  <a:cubicBezTo>
                    <a:pt x="917" y="1048"/>
                    <a:pt x="917" y="1023"/>
                    <a:pt x="917" y="989"/>
                  </a:cubicBezTo>
                  <a:cubicBezTo>
                    <a:pt x="917" y="0"/>
                    <a:pt x="917" y="0"/>
                    <a:pt x="917" y="0"/>
                  </a:cubicBezTo>
                  <a:cubicBezTo>
                    <a:pt x="1043" y="0"/>
                    <a:pt x="1043" y="0"/>
                    <a:pt x="1043" y="0"/>
                  </a:cubicBezTo>
                  <a:cubicBezTo>
                    <a:pt x="1043" y="1331"/>
                    <a:pt x="1043" y="1331"/>
                    <a:pt x="1043"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6" name="Freeform 4">
              <a:extLst>
                <a:ext uri="{FF2B5EF4-FFF2-40B4-BE49-F238E27FC236}">
                  <a16:creationId xmlns:a16="http://schemas.microsoft.com/office/drawing/2014/main" id="{0EC40EBB-041E-E3F1-8BD5-452C5A3ECEFA}"/>
                </a:ext>
              </a:extLst>
            </p:cNvPr>
            <p:cNvSpPr>
              <a:spLocks noChangeArrowheads="1"/>
            </p:cNvSpPr>
            <p:nvPr/>
          </p:nvSpPr>
          <p:spPr bwMode="auto">
            <a:xfrm>
              <a:off x="6011863" y="174625"/>
              <a:ext cx="244475" cy="479425"/>
            </a:xfrm>
            <a:custGeom>
              <a:avLst/>
              <a:gdLst>
                <a:gd name="T0" fmla="*/ 0 w 681"/>
                <a:gd name="T1" fmla="*/ 1331 h 1332"/>
                <a:gd name="T2" fmla="*/ 0 w 681"/>
                <a:gd name="T3" fmla="*/ 0 h 1332"/>
                <a:gd name="T4" fmla="*/ 651 w 681"/>
                <a:gd name="T5" fmla="*/ 0 h 1332"/>
                <a:gd name="T6" fmla="*/ 651 w 681"/>
                <a:gd name="T7" fmla="*/ 115 h 1332"/>
                <a:gd name="T8" fmla="*/ 127 w 681"/>
                <a:gd name="T9" fmla="*/ 115 h 1332"/>
                <a:gd name="T10" fmla="*/ 127 w 681"/>
                <a:gd name="T11" fmla="*/ 604 h 1332"/>
                <a:gd name="T12" fmla="*/ 613 w 681"/>
                <a:gd name="T13" fmla="*/ 604 h 1332"/>
                <a:gd name="T14" fmla="*/ 613 w 681"/>
                <a:gd name="T15" fmla="*/ 714 h 1332"/>
                <a:gd name="T16" fmla="*/ 127 w 681"/>
                <a:gd name="T17" fmla="*/ 714 h 1332"/>
                <a:gd name="T18" fmla="*/ 127 w 681"/>
                <a:gd name="T19" fmla="*/ 1221 h 1332"/>
                <a:gd name="T20" fmla="*/ 680 w 681"/>
                <a:gd name="T21" fmla="*/ 1221 h 1332"/>
                <a:gd name="T22" fmla="*/ 680 w 681"/>
                <a:gd name="T23" fmla="*/ 1331 h 1332"/>
                <a:gd name="T24" fmla="*/ 0 w 681"/>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81" h="1332">
                  <a:moveTo>
                    <a:pt x="0" y="1331"/>
                  </a:moveTo>
                  <a:lnTo>
                    <a:pt x="0" y="0"/>
                  </a:lnTo>
                  <a:lnTo>
                    <a:pt x="651" y="0"/>
                  </a:lnTo>
                  <a:lnTo>
                    <a:pt x="651" y="115"/>
                  </a:lnTo>
                  <a:lnTo>
                    <a:pt x="127" y="115"/>
                  </a:lnTo>
                  <a:lnTo>
                    <a:pt x="127" y="604"/>
                  </a:lnTo>
                  <a:lnTo>
                    <a:pt x="613" y="604"/>
                  </a:lnTo>
                  <a:lnTo>
                    <a:pt x="613" y="714"/>
                  </a:lnTo>
                  <a:lnTo>
                    <a:pt x="127" y="714"/>
                  </a:lnTo>
                  <a:lnTo>
                    <a:pt x="127" y="1221"/>
                  </a:lnTo>
                  <a:lnTo>
                    <a:pt x="680" y="1221"/>
                  </a:lnTo>
                  <a:lnTo>
                    <a:pt x="680"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7" name="Freeform 5">
              <a:extLst>
                <a:ext uri="{FF2B5EF4-FFF2-40B4-BE49-F238E27FC236}">
                  <a16:creationId xmlns:a16="http://schemas.microsoft.com/office/drawing/2014/main" id="{C52E070B-5AF9-5EB4-567B-BE18C7403804}"/>
                </a:ext>
              </a:extLst>
            </p:cNvPr>
            <p:cNvSpPr>
              <a:spLocks noChangeArrowheads="1"/>
            </p:cNvSpPr>
            <p:nvPr/>
          </p:nvSpPr>
          <p:spPr bwMode="auto">
            <a:xfrm>
              <a:off x="6543675" y="174625"/>
              <a:ext cx="44450" cy="479425"/>
            </a:xfrm>
            <a:custGeom>
              <a:avLst/>
              <a:gdLst>
                <a:gd name="T0" fmla="*/ 123 w 124"/>
                <a:gd name="T1" fmla="*/ 1331 h 1332"/>
                <a:gd name="T2" fmla="*/ 0 w 124"/>
                <a:gd name="T3" fmla="*/ 1331 h 1332"/>
                <a:gd name="T4" fmla="*/ 0 w 124"/>
                <a:gd name="T5" fmla="*/ 0 h 1332"/>
                <a:gd name="T6" fmla="*/ 123 w 124"/>
                <a:gd name="T7" fmla="*/ 0 h 1332"/>
                <a:gd name="T8" fmla="*/ 123 w 124"/>
                <a:gd name="T9" fmla="*/ 1331 h 1332"/>
              </a:gdLst>
              <a:ahLst/>
              <a:cxnLst>
                <a:cxn ang="0">
                  <a:pos x="T0" y="T1"/>
                </a:cxn>
                <a:cxn ang="0">
                  <a:pos x="T2" y="T3"/>
                </a:cxn>
                <a:cxn ang="0">
                  <a:pos x="T4" y="T5"/>
                </a:cxn>
                <a:cxn ang="0">
                  <a:pos x="T6" y="T7"/>
                </a:cxn>
                <a:cxn ang="0">
                  <a:pos x="T8" y="T9"/>
                </a:cxn>
              </a:cxnLst>
              <a:rect l="0" t="0" r="r" b="b"/>
              <a:pathLst>
                <a:path w="124" h="1332">
                  <a:moveTo>
                    <a:pt x="123" y="1331"/>
                  </a:moveTo>
                  <a:lnTo>
                    <a:pt x="0" y="1331"/>
                  </a:lnTo>
                  <a:lnTo>
                    <a:pt x="0" y="0"/>
                  </a:lnTo>
                  <a:lnTo>
                    <a:pt x="123" y="0"/>
                  </a:lnTo>
                  <a:lnTo>
                    <a:pt x="123"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8" name="Freeform 6">
              <a:extLst>
                <a:ext uri="{FF2B5EF4-FFF2-40B4-BE49-F238E27FC236}">
                  <a16:creationId xmlns:a16="http://schemas.microsoft.com/office/drawing/2014/main" id="{75C284D8-B774-6C10-2732-7213BC5CA6A8}"/>
                </a:ext>
              </a:extLst>
            </p:cNvPr>
            <p:cNvSpPr>
              <a:spLocks noChangeArrowheads="1"/>
            </p:cNvSpPr>
            <p:nvPr/>
          </p:nvSpPr>
          <p:spPr bwMode="auto">
            <a:xfrm>
              <a:off x="6683375" y="158750"/>
              <a:ext cx="352425" cy="495300"/>
            </a:xfrm>
            <a:custGeom>
              <a:avLst/>
              <a:gdLst>
                <a:gd name="T0" fmla="*/ 976 w 977"/>
                <a:gd name="T1" fmla="*/ 1305 h 1378"/>
                <a:gd name="T2" fmla="*/ 976 w 977"/>
                <a:gd name="T3" fmla="*/ 1305 h 1378"/>
                <a:gd name="T4" fmla="*/ 625 w 977"/>
                <a:gd name="T5" fmla="*/ 1377 h 1378"/>
                <a:gd name="T6" fmla="*/ 367 w 977"/>
                <a:gd name="T7" fmla="*/ 1330 h 1378"/>
                <a:gd name="T8" fmla="*/ 173 w 977"/>
                <a:gd name="T9" fmla="*/ 1191 h 1378"/>
                <a:gd name="T10" fmla="*/ 46 w 977"/>
                <a:gd name="T11" fmla="*/ 980 h 1378"/>
                <a:gd name="T12" fmla="*/ 0 w 977"/>
                <a:gd name="T13" fmla="*/ 714 h 1378"/>
                <a:gd name="T14" fmla="*/ 51 w 977"/>
                <a:gd name="T15" fmla="*/ 435 h 1378"/>
                <a:gd name="T16" fmla="*/ 182 w 977"/>
                <a:gd name="T17" fmla="*/ 207 h 1378"/>
                <a:gd name="T18" fmla="*/ 393 w 977"/>
                <a:gd name="T19" fmla="*/ 55 h 1378"/>
                <a:gd name="T20" fmla="*/ 671 w 977"/>
                <a:gd name="T21" fmla="*/ 0 h 1378"/>
                <a:gd name="T22" fmla="*/ 976 w 977"/>
                <a:gd name="T23" fmla="*/ 55 h 1378"/>
                <a:gd name="T24" fmla="*/ 976 w 977"/>
                <a:gd name="T25" fmla="*/ 186 h 1378"/>
                <a:gd name="T26" fmla="*/ 671 w 977"/>
                <a:gd name="T27" fmla="*/ 114 h 1378"/>
                <a:gd name="T28" fmla="*/ 439 w 977"/>
                <a:gd name="T29" fmla="*/ 161 h 1378"/>
                <a:gd name="T30" fmla="*/ 270 w 977"/>
                <a:gd name="T31" fmla="*/ 283 h 1378"/>
                <a:gd name="T32" fmla="*/ 169 w 977"/>
                <a:gd name="T33" fmla="*/ 469 h 1378"/>
                <a:gd name="T34" fmla="*/ 131 w 977"/>
                <a:gd name="T35" fmla="*/ 705 h 1378"/>
                <a:gd name="T36" fmla="*/ 165 w 977"/>
                <a:gd name="T37" fmla="*/ 921 h 1378"/>
                <a:gd name="T38" fmla="*/ 257 w 977"/>
                <a:gd name="T39" fmla="*/ 1102 h 1378"/>
                <a:gd name="T40" fmla="*/ 418 w 977"/>
                <a:gd name="T41" fmla="*/ 1221 h 1378"/>
                <a:gd name="T42" fmla="*/ 638 w 977"/>
                <a:gd name="T43" fmla="*/ 1267 h 1378"/>
                <a:gd name="T44" fmla="*/ 976 w 977"/>
                <a:gd name="T45" fmla="*/ 1187 h 1378"/>
                <a:gd name="T46" fmla="*/ 976 w 977"/>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7" h="1378">
                  <a:moveTo>
                    <a:pt x="976" y="1305"/>
                  </a:moveTo>
                  <a:lnTo>
                    <a:pt x="976" y="1305"/>
                  </a:lnTo>
                  <a:cubicBezTo>
                    <a:pt x="874" y="1356"/>
                    <a:pt x="756" y="1377"/>
                    <a:pt x="625" y="1377"/>
                  </a:cubicBezTo>
                  <a:cubicBezTo>
                    <a:pt x="528" y="1377"/>
                    <a:pt x="443" y="1360"/>
                    <a:pt x="367" y="1330"/>
                  </a:cubicBezTo>
                  <a:cubicBezTo>
                    <a:pt x="291" y="1297"/>
                    <a:pt x="224" y="1250"/>
                    <a:pt x="173" y="1191"/>
                  </a:cubicBezTo>
                  <a:cubicBezTo>
                    <a:pt x="118" y="1132"/>
                    <a:pt x="76" y="1060"/>
                    <a:pt x="46" y="980"/>
                  </a:cubicBezTo>
                  <a:cubicBezTo>
                    <a:pt x="17" y="900"/>
                    <a:pt x="0" y="811"/>
                    <a:pt x="0" y="714"/>
                  </a:cubicBezTo>
                  <a:cubicBezTo>
                    <a:pt x="0" y="617"/>
                    <a:pt x="17" y="519"/>
                    <a:pt x="51" y="435"/>
                  </a:cubicBezTo>
                  <a:cubicBezTo>
                    <a:pt x="80" y="346"/>
                    <a:pt x="122" y="270"/>
                    <a:pt x="182" y="207"/>
                  </a:cubicBezTo>
                  <a:cubicBezTo>
                    <a:pt x="241" y="144"/>
                    <a:pt x="312" y="93"/>
                    <a:pt x="393" y="55"/>
                  </a:cubicBezTo>
                  <a:cubicBezTo>
                    <a:pt x="477" y="21"/>
                    <a:pt x="570" y="0"/>
                    <a:pt x="671" y="0"/>
                  </a:cubicBezTo>
                  <a:cubicBezTo>
                    <a:pt x="785" y="0"/>
                    <a:pt x="887" y="21"/>
                    <a:pt x="976" y="55"/>
                  </a:cubicBezTo>
                  <a:cubicBezTo>
                    <a:pt x="976" y="186"/>
                    <a:pt x="976" y="186"/>
                    <a:pt x="976" y="186"/>
                  </a:cubicBezTo>
                  <a:cubicBezTo>
                    <a:pt x="878" y="139"/>
                    <a:pt x="777" y="114"/>
                    <a:pt x="671" y="114"/>
                  </a:cubicBezTo>
                  <a:cubicBezTo>
                    <a:pt x="583" y="114"/>
                    <a:pt x="507" y="131"/>
                    <a:pt x="439" y="161"/>
                  </a:cubicBezTo>
                  <a:cubicBezTo>
                    <a:pt x="376" y="190"/>
                    <a:pt x="317" y="228"/>
                    <a:pt x="270" y="283"/>
                  </a:cubicBezTo>
                  <a:cubicBezTo>
                    <a:pt x="228" y="334"/>
                    <a:pt x="190" y="397"/>
                    <a:pt x="169" y="469"/>
                  </a:cubicBezTo>
                  <a:cubicBezTo>
                    <a:pt x="143" y="541"/>
                    <a:pt x="131" y="621"/>
                    <a:pt x="131" y="705"/>
                  </a:cubicBezTo>
                  <a:cubicBezTo>
                    <a:pt x="131" y="781"/>
                    <a:pt x="143" y="853"/>
                    <a:pt x="165" y="921"/>
                  </a:cubicBezTo>
                  <a:cubicBezTo>
                    <a:pt x="186" y="992"/>
                    <a:pt x="215" y="1052"/>
                    <a:pt x="257" y="1102"/>
                  </a:cubicBezTo>
                  <a:cubicBezTo>
                    <a:pt x="300" y="1153"/>
                    <a:pt x="355" y="1191"/>
                    <a:pt x="418" y="1221"/>
                  </a:cubicBezTo>
                  <a:cubicBezTo>
                    <a:pt x="481" y="1250"/>
                    <a:pt x="553" y="1267"/>
                    <a:pt x="638" y="1267"/>
                  </a:cubicBezTo>
                  <a:cubicBezTo>
                    <a:pt x="764" y="1267"/>
                    <a:pt x="878" y="1237"/>
                    <a:pt x="976" y="1187"/>
                  </a:cubicBezTo>
                  <a:lnTo>
                    <a:pt x="976"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9" name="Freeform 7">
              <a:extLst>
                <a:ext uri="{FF2B5EF4-FFF2-40B4-BE49-F238E27FC236}">
                  <a16:creationId xmlns:a16="http://schemas.microsoft.com/office/drawing/2014/main" id="{A7E014D9-D42A-B85B-87F0-ECD40D72AA6D}"/>
                </a:ext>
              </a:extLst>
            </p:cNvPr>
            <p:cNvSpPr>
              <a:spLocks noChangeArrowheads="1"/>
            </p:cNvSpPr>
            <p:nvPr/>
          </p:nvSpPr>
          <p:spPr bwMode="auto">
            <a:xfrm>
              <a:off x="3449638" y="158750"/>
              <a:ext cx="349250" cy="495300"/>
            </a:xfrm>
            <a:custGeom>
              <a:avLst/>
              <a:gdLst>
                <a:gd name="T0" fmla="*/ 971 w 972"/>
                <a:gd name="T1" fmla="*/ 1305 h 1378"/>
                <a:gd name="T2" fmla="*/ 971 w 972"/>
                <a:gd name="T3" fmla="*/ 1305 h 1378"/>
                <a:gd name="T4" fmla="*/ 621 w 972"/>
                <a:gd name="T5" fmla="*/ 1377 h 1378"/>
                <a:gd name="T6" fmla="*/ 363 w 972"/>
                <a:gd name="T7" fmla="*/ 1330 h 1378"/>
                <a:gd name="T8" fmla="*/ 169 w 972"/>
                <a:gd name="T9" fmla="*/ 1191 h 1378"/>
                <a:gd name="T10" fmla="*/ 42 w 972"/>
                <a:gd name="T11" fmla="*/ 980 h 1378"/>
                <a:gd name="T12" fmla="*/ 0 w 972"/>
                <a:gd name="T13" fmla="*/ 714 h 1378"/>
                <a:gd name="T14" fmla="*/ 47 w 972"/>
                <a:gd name="T15" fmla="*/ 435 h 1378"/>
                <a:gd name="T16" fmla="*/ 182 w 972"/>
                <a:gd name="T17" fmla="*/ 207 h 1378"/>
                <a:gd name="T18" fmla="*/ 393 w 972"/>
                <a:gd name="T19" fmla="*/ 55 h 1378"/>
                <a:gd name="T20" fmla="*/ 667 w 972"/>
                <a:gd name="T21" fmla="*/ 0 h 1378"/>
                <a:gd name="T22" fmla="*/ 971 w 972"/>
                <a:gd name="T23" fmla="*/ 55 h 1378"/>
                <a:gd name="T24" fmla="*/ 971 w 972"/>
                <a:gd name="T25" fmla="*/ 186 h 1378"/>
                <a:gd name="T26" fmla="*/ 667 w 972"/>
                <a:gd name="T27" fmla="*/ 114 h 1378"/>
                <a:gd name="T28" fmla="*/ 439 w 972"/>
                <a:gd name="T29" fmla="*/ 161 h 1378"/>
                <a:gd name="T30" fmla="*/ 270 w 972"/>
                <a:gd name="T31" fmla="*/ 283 h 1378"/>
                <a:gd name="T32" fmla="*/ 165 w 972"/>
                <a:gd name="T33" fmla="*/ 469 h 1378"/>
                <a:gd name="T34" fmla="*/ 127 w 972"/>
                <a:gd name="T35" fmla="*/ 705 h 1378"/>
                <a:gd name="T36" fmla="*/ 161 w 972"/>
                <a:gd name="T37" fmla="*/ 921 h 1378"/>
                <a:gd name="T38" fmla="*/ 258 w 972"/>
                <a:gd name="T39" fmla="*/ 1102 h 1378"/>
                <a:gd name="T40" fmla="*/ 414 w 972"/>
                <a:gd name="T41" fmla="*/ 1221 h 1378"/>
                <a:gd name="T42" fmla="*/ 634 w 972"/>
                <a:gd name="T43" fmla="*/ 1267 h 1378"/>
                <a:gd name="T44" fmla="*/ 971 w 972"/>
                <a:gd name="T45" fmla="*/ 1187 h 1378"/>
                <a:gd name="T46" fmla="*/ 971 w 972"/>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2" h="1378">
                  <a:moveTo>
                    <a:pt x="971" y="1305"/>
                  </a:moveTo>
                  <a:lnTo>
                    <a:pt x="971" y="1305"/>
                  </a:lnTo>
                  <a:cubicBezTo>
                    <a:pt x="870" y="1356"/>
                    <a:pt x="752" y="1377"/>
                    <a:pt x="621" y="1377"/>
                  </a:cubicBezTo>
                  <a:cubicBezTo>
                    <a:pt x="528" y="1377"/>
                    <a:pt x="443" y="1360"/>
                    <a:pt x="363" y="1330"/>
                  </a:cubicBezTo>
                  <a:cubicBezTo>
                    <a:pt x="287" y="1297"/>
                    <a:pt x="224" y="1250"/>
                    <a:pt x="169" y="1191"/>
                  </a:cubicBezTo>
                  <a:cubicBezTo>
                    <a:pt x="114" y="1132"/>
                    <a:pt x="72" y="1060"/>
                    <a:pt x="42" y="980"/>
                  </a:cubicBezTo>
                  <a:cubicBezTo>
                    <a:pt x="13" y="900"/>
                    <a:pt x="0" y="811"/>
                    <a:pt x="0" y="714"/>
                  </a:cubicBezTo>
                  <a:cubicBezTo>
                    <a:pt x="0" y="617"/>
                    <a:pt x="17" y="519"/>
                    <a:pt x="47" y="435"/>
                  </a:cubicBezTo>
                  <a:cubicBezTo>
                    <a:pt x="76" y="346"/>
                    <a:pt x="123" y="270"/>
                    <a:pt x="182" y="207"/>
                  </a:cubicBezTo>
                  <a:cubicBezTo>
                    <a:pt x="237" y="144"/>
                    <a:pt x="308" y="93"/>
                    <a:pt x="393" y="55"/>
                  </a:cubicBezTo>
                  <a:cubicBezTo>
                    <a:pt x="473" y="21"/>
                    <a:pt x="566" y="0"/>
                    <a:pt x="667" y="0"/>
                  </a:cubicBezTo>
                  <a:cubicBezTo>
                    <a:pt x="781" y="0"/>
                    <a:pt x="883" y="21"/>
                    <a:pt x="971" y="55"/>
                  </a:cubicBezTo>
                  <a:cubicBezTo>
                    <a:pt x="971" y="186"/>
                    <a:pt x="971" y="186"/>
                    <a:pt x="971" y="186"/>
                  </a:cubicBezTo>
                  <a:cubicBezTo>
                    <a:pt x="879" y="139"/>
                    <a:pt x="777" y="114"/>
                    <a:pt x="667" y="114"/>
                  </a:cubicBezTo>
                  <a:cubicBezTo>
                    <a:pt x="583" y="114"/>
                    <a:pt x="507" y="131"/>
                    <a:pt x="439" y="161"/>
                  </a:cubicBezTo>
                  <a:cubicBezTo>
                    <a:pt x="372" y="190"/>
                    <a:pt x="317" y="228"/>
                    <a:pt x="270" y="283"/>
                  </a:cubicBezTo>
                  <a:cubicBezTo>
                    <a:pt x="224" y="334"/>
                    <a:pt x="190" y="397"/>
                    <a:pt x="165" y="469"/>
                  </a:cubicBezTo>
                  <a:cubicBezTo>
                    <a:pt x="139" y="541"/>
                    <a:pt x="127" y="621"/>
                    <a:pt x="127" y="705"/>
                  </a:cubicBezTo>
                  <a:cubicBezTo>
                    <a:pt x="127" y="781"/>
                    <a:pt x="139" y="853"/>
                    <a:pt x="161" y="921"/>
                  </a:cubicBezTo>
                  <a:cubicBezTo>
                    <a:pt x="182" y="992"/>
                    <a:pt x="216" y="1052"/>
                    <a:pt x="258" y="1102"/>
                  </a:cubicBezTo>
                  <a:cubicBezTo>
                    <a:pt x="300" y="1153"/>
                    <a:pt x="351" y="1191"/>
                    <a:pt x="414" y="1221"/>
                  </a:cubicBezTo>
                  <a:cubicBezTo>
                    <a:pt x="477" y="1250"/>
                    <a:pt x="553" y="1267"/>
                    <a:pt x="634" y="1267"/>
                  </a:cubicBezTo>
                  <a:cubicBezTo>
                    <a:pt x="764" y="1267"/>
                    <a:pt x="874" y="1237"/>
                    <a:pt x="971" y="1187"/>
                  </a:cubicBezTo>
                  <a:lnTo>
                    <a:pt x="971"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0" name="Freeform 8">
              <a:extLst>
                <a:ext uri="{FF2B5EF4-FFF2-40B4-BE49-F238E27FC236}">
                  <a16:creationId xmlns:a16="http://schemas.microsoft.com/office/drawing/2014/main" id="{540C2C49-8202-E88A-1785-C5699BFA6217}"/>
                </a:ext>
              </a:extLst>
            </p:cNvPr>
            <p:cNvSpPr>
              <a:spLocks noChangeArrowheads="1"/>
            </p:cNvSpPr>
            <p:nvPr/>
          </p:nvSpPr>
          <p:spPr bwMode="auto">
            <a:xfrm>
              <a:off x="7099300" y="158750"/>
              <a:ext cx="450850" cy="495300"/>
            </a:xfrm>
            <a:custGeom>
              <a:avLst/>
              <a:gdLst>
                <a:gd name="T0" fmla="*/ 621 w 1251"/>
                <a:gd name="T1" fmla="*/ 1377 h 1378"/>
                <a:gd name="T2" fmla="*/ 621 w 1251"/>
                <a:gd name="T3" fmla="*/ 1377 h 1378"/>
                <a:gd name="T4" fmla="*/ 359 w 1251"/>
                <a:gd name="T5" fmla="*/ 1326 h 1378"/>
                <a:gd name="T6" fmla="*/ 165 w 1251"/>
                <a:gd name="T7" fmla="*/ 1183 h 1378"/>
                <a:gd name="T8" fmla="*/ 42 w 1251"/>
                <a:gd name="T9" fmla="*/ 967 h 1378"/>
                <a:gd name="T10" fmla="*/ 0 w 1251"/>
                <a:gd name="T11" fmla="*/ 705 h 1378"/>
                <a:gd name="T12" fmla="*/ 42 w 1251"/>
                <a:gd name="T13" fmla="*/ 418 h 1378"/>
                <a:gd name="T14" fmla="*/ 169 w 1251"/>
                <a:gd name="T15" fmla="*/ 199 h 1378"/>
                <a:gd name="T16" fmla="*/ 367 w 1251"/>
                <a:gd name="T17" fmla="*/ 55 h 1378"/>
                <a:gd name="T18" fmla="*/ 642 w 1251"/>
                <a:gd name="T19" fmla="*/ 0 h 1378"/>
                <a:gd name="T20" fmla="*/ 895 w 1251"/>
                <a:gd name="T21" fmla="*/ 51 h 1378"/>
                <a:gd name="T22" fmla="*/ 1085 w 1251"/>
                <a:gd name="T23" fmla="*/ 194 h 1378"/>
                <a:gd name="T24" fmla="*/ 1208 w 1251"/>
                <a:gd name="T25" fmla="*/ 406 h 1378"/>
                <a:gd name="T26" fmla="*/ 1250 w 1251"/>
                <a:gd name="T27" fmla="*/ 672 h 1378"/>
                <a:gd name="T28" fmla="*/ 1208 w 1251"/>
                <a:gd name="T29" fmla="*/ 950 h 1378"/>
                <a:gd name="T30" fmla="*/ 1085 w 1251"/>
                <a:gd name="T31" fmla="*/ 1174 h 1378"/>
                <a:gd name="T32" fmla="*/ 891 w 1251"/>
                <a:gd name="T33" fmla="*/ 1326 h 1378"/>
                <a:gd name="T34" fmla="*/ 621 w 1251"/>
                <a:gd name="T35" fmla="*/ 1377 h 1378"/>
                <a:gd name="T36" fmla="*/ 629 w 1251"/>
                <a:gd name="T37" fmla="*/ 114 h 1378"/>
                <a:gd name="T38" fmla="*/ 629 w 1251"/>
                <a:gd name="T39" fmla="*/ 114 h 1378"/>
                <a:gd name="T40" fmla="*/ 414 w 1251"/>
                <a:gd name="T41" fmla="*/ 161 h 1378"/>
                <a:gd name="T42" fmla="*/ 258 w 1251"/>
                <a:gd name="T43" fmla="*/ 283 h 1378"/>
                <a:gd name="T44" fmla="*/ 161 w 1251"/>
                <a:gd name="T45" fmla="*/ 469 h 1378"/>
                <a:gd name="T46" fmla="*/ 127 w 1251"/>
                <a:gd name="T47" fmla="*/ 693 h 1378"/>
                <a:gd name="T48" fmla="*/ 156 w 1251"/>
                <a:gd name="T49" fmla="*/ 908 h 1378"/>
                <a:gd name="T50" fmla="*/ 249 w 1251"/>
                <a:gd name="T51" fmla="*/ 1090 h 1378"/>
                <a:gd name="T52" fmla="*/ 401 w 1251"/>
                <a:gd name="T53" fmla="*/ 1216 h 1378"/>
                <a:gd name="T54" fmla="*/ 617 w 1251"/>
                <a:gd name="T55" fmla="*/ 1267 h 1378"/>
                <a:gd name="T56" fmla="*/ 836 w 1251"/>
                <a:gd name="T57" fmla="*/ 1221 h 1378"/>
                <a:gd name="T58" fmla="*/ 992 w 1251"/>
                <a:gd name="T59" fmla="*/ 1102 h 1378"/>
                <a:gd name="T60" fmla="*/ 1090 w 1251"/>
                <a:gd name="T61" fmla="*/ 921 h 1378"/>
                <a:gd name="T62" fmla="*/ 1119 w 1251"/>
                <a:gd name="T63" fmla="*/ 688 h 1378"/>
                <a:gd name="T64" fmla="*/ 1094 w 1251"/>
                <a:gd name="T65" fmla="*/ 469 h 1378"/>
                <a:gd name="T66" fmla="*/ 1005 w 1251"/>
                <a:gd name="T67" fmla="*/ 283 h 1378"/>
                <a:gd name="T68" fmla="*/ 853 w 1251"/>
                <a:gd name="T69" fmla="*/ 161 h 1378"/>
                <a:gd name="T70" fmla="*/ 629 w 1251"/>
                <a:gd name="T71" fmla="*/ 114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51" h="1378">
                  <a:moveTo>
                    <a:pt x="621" y="1377"/>
                  </a:moveTo>
                  <a:lnTo>
                    <a:pt x="621" y="1377"/>
                  </a:lnTo>
                  <a:cubicBezTo>
                    <a:pt x="524" y="1377"/>
                    <a:pt x="435" y="1360"/>
                    <a:pt x="359" y="1326"/>
                  </a:cubicBezTo>
                  <a:cubicBezTo>
                    <a:pt x="283" y="1292"/>
                    <a:pt x="220" y="1242"/>
                    <a:pt x="165" y="1183"/>
                  </a:cubicBezTo>
                  <a:cubicBezTo>
                    <a:pt x="110" y="1123"/>
                    <a:pt x="72" y="1052"/>
                    <a:pt x="42" y="967"/>
                  </a:cubicBezTo>
                  <a:cubicBezTo>
                    <a:pt x="13" y="887"/>
                    <a:pt x="0" y="798"/>
                    <a:pt x="0" y="705"/>
                  </a:cubicBezTo>
                  <a:cubicBezTo>
                    <a:pt x="0" y="600"/>
                    <a:pt x="13" y="507"/>
                    <a:pt x="42" y="418"/>
                  </a:cubicBezTo>
                  <a:cubicBezTo>
                    <a:pt x="72" y="334"/>
                    <a:pt x="110" y="258"/>
                    <a:pt x="169" y="199"/>
                  </a:cubicBezTo>
                  <a:cubicBezTo>
                    <a:pt x="224" y="135"/>
                    <a:pt x="292" y="89"/>
                    <a:pt x="367" y="55"/>
                  </a:cubicBezTo>
                  <a:cubicBezTo>
                    <a:pt x="448" y="17"/>
                    <a:pt x="541" y="0"/>
                    <a:pt x="642" y="0"/>
                  </a:cubicBezTo>
                  <a:cubicBezTo>
                    <a:pt x="735" y="0"/>
                    <a:pt x="819" y="17"/>
                    <a:pt x="895" y="51"/>
                  </a:cubicBezTo>
                  <a:cubicBezTo>
                    <a:pt x="971" y="85"/>
                    <a:pt x="1035" y="131"/>
                    <a:pt x="1085" y="194"/>
                  </a:cubicBezTo>
                  <a:cubicBezTo>
                    <a:pt x="1140" y="254"/>
                    <a:pt x="1178" y="321"/>
                    <a:pt x="1208" y="406"/>
                  </a:cubicBezTo>
                  <a:cubicBezTo>
                    <a:pt x="1238" y="486"/>
                    <a:pt x="1250" y="574"/>
                    <a:pt x="1250" y="672"/>
                  </a:cubicBezTo>
                  <a:cubicBezTo>
                    <a:pt x="1250" y="773"/>
                    <a:pt x="1238" y="866"/>
                    <a:pt x="1208" y="950"/>
                  </a:cubicBezTo>
                  <a:cubicBezTo>
                    <a:pt x="1183" y="1039"/>
                    <a:pt x="1140" y="1111"/>
                    <a:pt x="1085" y="1174"/>
                  </a:cubicBezTo>
                  <a:cubicBezTo>
                    <a:pt x="1035" y="1237"/>
                    <a:pt x="967" y="1288"/>
                    <a:pt x="891" y="1326"/>
                  </a:cubicBezTo>
                  <a:cubicBezTo>
                    <a:pt x="811" y="1360"/>
                    <a:pt x="722" y="1377"/>
                    <a:pt x="621" y="1377"/>
                  </a:cubicBezTo>
                  <a:close/>
                  <a:moveTo>
                    <a:pt x="629" y="114"/>
                  </a:moveTo>
                  <a:lnTo>
                    <a:pt x="629" y="114"/>
                  </a:lnTo>
                  <a:cubicBezTo>
                    <a:pt x="549" y="114"/>
                    <a:pt x="477" y="131"/>
                    <a:pt x="414" y="161"/>
                  </a:cubicBezTo>
                  <a:cubicBezTo>
                    <a:pt x="355" y="190"/>
                    <a:pt x="300" y="232"/>
                    <a:pt x="258" y="283"/>
                  </a:cubicBezTo>
                  <a:cubicBezTo>
                    <a:pt x="215" y="338"/>
                    <a:pt x="182" y="397"/>
                    <a:pt x="161" y="469"/>
                  </a:cubicBezTo>
                  <a:cubicBezTo>
                    <a:pt x="139" y="536"/>
                    <a:pt x="127" y="612"/>
                    <a:pt x="127" y="693"/>
                  </a:cubicBezTo>
                  <a:cubicBezTo>
                    <a:pt x="127" y="769"/>
                    <a:pt x="135" y="840"/>
                    <a:pt x="156" y="908"/>
                  </a:cubicBezTo>
                  <a:cubicBezTo>
                    <a:pt x="177" y="980"/>
                    <a:pt x="207" y="1039"/>
                    <a:pt x="249" y="1090"/>
                  </a:cubicBezTo>
                  <a:cubicBezTo>
                    <a:pt x="287" y="1144"/>
                    <a:pt x="338" y="1187"/>
                    <a:pt x="401" y="1216"/>
                  </a:cubicBezTo>
                  <a:cubicBezTo>
                    <a:pt x="465" y="1250"/>
                    <a:pt x="536" y="1267"/>
                    <a:pt x="617" y="1267"/>
                  </a:cubicBezTo>
                  <a:cubicBezTo>
                    <a:pt x="701" y="1267"/>
                    <a:pt x="773" y="1250"/>
                    <a:pt x="836" y="1221"/>
                  </a:cubicBezTo>
                  <a:cubicBezTo>
                    <a:pt x="900" y="1195"/>
                    <a:pt x="950" y="1153"/>
                    <a:pt x="992" y="1102"/>
                  </a:cubicBezTo>
                  <a:cubicBezTo>
                    <a:pt x="1035" y="1052"/>
                    <a:pt x="1069" y="992"/>
                    <a:pt x="1090" y="921"/>
                  </a:cubicBezTo>
                  <a:cubicBezTo>
                    <a:pt x="1111" y="849"/>
                    <a:pt x="1119" y="773"/>
                    <a:pt x="1119" y="688"/>
                  </a:cubicBezTo>
                  <a:cubicBezTo>
                    <a:pt x="1119" y="612"/>
                    <a:pt x="1111" y="536"/>
                    <a:pt x="1094" y="469"/>
                  </a:cubicBezTo>
                  <a:cubicBezTo>
                    <a:pt x="1073" y="397"/>
                    <a:pt x="1043" y="338"/>
                    <a:pt x="1005" y="283"/>
                  </a:cubicBezTo>
                  <a:cubicBezTo>
                    <a:pt x="963" y="232"/>
                    <a:pt x="912" y="190"/>
                    <a:pt x="853" y="161"/>
                  </a:cubicBezTo>
                  <a:cubicBezTo>
                    <a:pt x="790" y="131"/>
                    <a:pt x="714" y="114"/>
                    <a:pt x="629" y="1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1" name="Freeform 9">
              <a:extLst>
                <a:ext uri="{FF2B5EF4-FFF2-40B4-BE49-F238E27FC236}">
                  <a16:creationId xmlns:a16="http://schemas.microsoft.com/office/drawing/2014/main" id="{5129BFA2-8DED-6526-E123-C92CB8C290F9}"/>
                </a:ext>
              </a:extLst>
            </p:cNvPr>
            <p:cNvSpPr>
              <a:spLocks noChangeArrowheads="1"/>
            </p:cNvSpPr>
            <p:nvPr/>
          </p:nvSpPr>
          <p:spPr bwMode="auto">
            <a:xfrm>
              <a:off x="7645400" y="174625"/>
              <a:ext cx="374650" cy="479425"/>
            </a:xfrm>
            <a:custGeom>
              <a:avLst/>
              <a:gdLst>
                <a:gd name="T0" fmla="*/ 912 w 1040"/>
                <a:gd name="T1" fmla="*/ 1331 h 1332"/>
                <a:gd name="T2" fmla="*/ 912 w 1040"/>
                <a:gd name="T3" fmla="*/ 1331 h 1332"/>
                <a:gd name="T4" fmla="*/ 173 w 1040"/>
                <a:gd name="T5" fmla="*/ 262 h 1332"/>
                <a:gd name="T6" fmla="*/ 144 w 1040"/>
                <a:gd name="T7" fmla="*/ 220 h 1332"/>
                <a:gd name="T8" fmla="*/ 123 w 1040"/>
                <a:gd name="T9" fmla="*/ 182 h 1332"/>
                <a:gd name="T10" fmla="*/ 118 w 1040"/>
                <a:gd name="T11" fmla="*/ 182 h 1332"/>
                <a:gd name="T12" fmla="*/ 123 w 1040"/>
                <a:gd name="T13" fmla="*/ 229 h 1332"/>
                <a:gd name="T14" fmla="*/ 123 w 1040"/>
                <a:gd name="T15" fmla="*/ 300 h 1332"/>
                <a:gd name="T16" fmla="*/ 123 w 1040"/>
                <a:gd name="T17" fmla="*/ 1331 h 1332"/>
                <a:gd name="T18" fmla="*/ 0 w 1040"/>
                <a:gd name="T19" fmla="*/ 1331 h 1332"/>
                <a:gd name="T20" fmla="*/ 0 w 1040"/>
                <a:gd name="T21" fmla="*/ 0 h 1332"/>
                <a:gd name="T22" fmla="*/ 135 w 1040"/>
                <a:gd name="T23" fmla="*/ 0 h 1332"/>
                <a:gd name="T24" fmla="*/ 862 w 1040"/>
                <a:gd name="T25" fmla="*/ 1056 h 1332"/>
                <a:gd name="T26" fmla="*/ 891 w 1040"/>
                <a:gd name="T27" fmla="*/ 1103 h 1332"/>
                <a:gd name="T28" fmla="*/ 917 w 1040"/>
                <a:gd name="T29" fmla="*/ 1145 h 1332"/>
                <a:gd name="T30" fmla="*/ 921 w 1040"/>
                <a:gd name="T31" fmla="*/ 1145 h 1332"/>
                <a:gd name="T32" fmla="*/ 917 w 1040"/>
                <a:gd name="T33" fmla="*/ 1073 h 1332"/>
                <a:gd name="T34" fmla="*/ 917 w 1040"/>
                <a:gd name="T35" fmla="*/ 989 h 1332"/>
                <a:gd name="T36" fmla="*/ 917 w 1040"/>
                <a:gd name="T37" fmla="*/ 0 h 1332"/>
                <a:gd name="T38" fmla="*/ 1039 w 1040"/>
                <a:gd name="T39" fmla="*/ 0 h 1332"/>
                <a:gd name="T40" fmla="*/ 1039 w 1040"/>
                <a:gd name="T41" fmla="*/ 1331 h 1332"/>
                <a:gd name="T42" fmla="*/ 912 w 1040"/>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0" h="1332">
                  <a:moveTo>
                    <a:pt x="912" y="1331"/>
                  </a:moveTo>
                  <a:lnTo>
                    <a:pt x="912" y="1331"/>
                  </a:lnTo>
                  <a:cubicBezTo>
                    <a:pt x="173" y="262"/>
                    <a:pt x="173" y="262"/>
                    <a:pt x="173" y="262"/>
                  </a:cubicBezTo>
                  <a:cubicBezTo>
                    <a:pt x="165" y="250"/>
                    <a:pt x="156" y="237"/>
                    <a:pt x="144" y="220"/>
                  </a:cubicBezTo>
                  <a:cubicBezTo>
                    <a:pt x="135" y="208"/>
                    <a:pt x="131" y="195"/>
                    <a:pt x="123" y="182"/>
                  </a:cubicBezTo>
                  <a:cubicBezTo>
                    <a:pt x="118" y="182"/>
                    <a:pt x="118" y="182"/>
                    <a:pt x="118" y="182"/>
                  </a:cubicBezTo>
                  <a:cubicBezTo>
                    <a:pt x="118" y="190"/>
                    <a:pt x="123" y="208"/>
                    <a:pt x="123" y="229"/>
                  </a:cubicBezTo>
                  <a:cubicBezTo>
                    <a:pt x="123" y="245"/>
                    <a:pt x="123" y="271"/>
                    <a:pt x="123" y="300"/>
                  </a:cubicBezTo>
                  <a:cubicBezTo>
                    <a:pt x="123" y="1331"/>
                    <a:pt x="123" y="1331"/>
                    <a:pt x="123" y="1331"/>
                  </a:cubicBezTo>
                  <a:cubicBezTo>
                    <a:pt x="0" y="1331"/>
                    <a:pt x="0" y="1331"/>
                    <a:pt x="0" y="1331"/>
                  </a:cubicBezTo>
                  <a:cubicBezTo>
                    <a:pt x="0" y="0"/>
                    <a:pt x="0" y="0"/>
                    <a:pt x="0" y="0"/>
                  </a:cubicBezTo>
                  <a:cubicBezTo>
                    <a:pt x="135" y="0"/>
                    <a:pt x="135" y="0"/>
                    <a:pt x="135" y="0"/>
                  </a:cubicBezTo>
                  <a:cubicBezTo>
                    <a:pt x="862" y="1056"/>
                    <a:pt x="862" y="1056"/>
                    <a:pt x="862" y="1056"/>
                  </a:cubicBezTo>
                  <a:cubicBezTo>
                    <a:pt x="874" y="1073"/>
                    <a:pt x="883" y="1090"/>
                    <a:pt x="891" y="1103"/>
                  </a:cubicBezTo>
                  <a:cubicBezTo>
                    <a:pt x="904" y="1120"/>
                    <a:pt x="912" y="1132"/>
                    <a:pt x="917" y="1145"/>
                  </a:cubicBezTo>
                  <a:cubicBezTo>
                    <a:pt x="921" y="1145"/>
                    <a:pt x="921" y="1145"/>
                    <a:pt x="921" y="1145"/>
                  </a:cubicBezTo>
                  <a:cubicBezTo>
                    <a:pt x="921" y="1124"/>
                    <a:pt x="917" y="1098"/>
                    <a:pt x="917" y="1073"/>
                  </a:cubicBezTo>
                  <a:cubicBezTo>
                    <a:pt x="917" y="1048"/>
                    <a:pt x="917" y="1023"/>
                    <a:pt x="917" y="989"/>
                  </a:cubicBezTo>
                  <a:cubicBezTo>
                    <a:pt x="917" y="0"/>
                    <a:pt x="917" y="0"/>
                    <a:pt x="917" y="0"/>
                  </a:cubicBezTo>
                  <a:cubicBezTo>
                    <a:pt x="1039" y="0"/>
                    <a:pt x="1039" y="0"/>
                    <a:pt x="1039" y="0"/>
                  </a:cubicBezTo>
                  <a:cubicBezTo>
                    <a:pt x="1039" y="1331"/>
                    <a:pt x="1039" y="1331"/>
                    <a:pt x="1039"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2" name="Freeform 10">
              <a:extLst>
                <a:ext uri="{FF2B5EF4-FFF2-40B4-BE49-F238E27FC236}">
                  <a16:creationId xmlns:a16="http://schemas.microsoft.com/office/drawing/2014/main" id="{DA86D99D-960A-AD63-1CCC-F18123D3CAB5}"/>
                </a:ext>
              </a:extLst>
            </p:cNvPr>
            <p:cNvSpPr>
              <a:spLocks noChangeArrowheads="1"/>
            </p:cNvSpPr>
            <p:nvPr/>
          </p:nvSpPr>
          <p:spPr bwMode="auto">
            <a:xfrm>
              <a:off x="8126413" y="158750"/>
              <a:ext cx="271462" cy="495300"/>
            </a:xfrm>
            <a:custGeom>
              <a:avLst/>
              <a:gdLst>
                <a:gd name="T0" fmla="*/ 0 w 753"/>
                <a:gd name="T1" fmla="*/ 1157 h 1374"/>
                <a:gd name="T2" fmla="*/ 0 w 753"/>
                <a:gd name="T3" fmla="*/ 1157 h 1374"/>
                <a:gd name="T4" fmla="*/ 71 w 753"/>
                <a:gd name="T5" fmla="*/ 1204 h 1374"/>
                <a:gd name="T6" fmla="*/ 156 w 753"/>
                <a:gd name="T7" fmla="*/ 1233 h 1374"/>
                <a:gd name="T8" fmla="*/ 240 w 753"/>
                <a:gd name="T9" fmla="*/ 1255 h 1374"/>
                <a:gd name="T10" fmla="*/ 321 w 753"/>
                <a:gd name="T11" fmla="*/ 1263 h 1374"/>
                <a:gd name="T12" fmla="*/ 549 w 753"/>
                <a:gd name="T13" fmla="*/ 1204 h 1374"/>
                <a:gd name="T14" fmla="*/ 621 w 753"/>
                <a:gd name="T15" fmla="*/ 1035 h 1374"/>
                <a:gd name="T16" fmla="*/ 604 w 753"/>
                <a:gd name="T17" fmla="*/ 942 h 1374"/>
                <a:gd name="T18" fmla="*/ 549 w 753"/>
                <a:gd name="T19" fmla="*/ 870 h 1374"/>
                <a:gd name="T20" fmla="*/ 456 w 753"/>
                <a:gd name="T21" fmla="*/ 803 h 1374"/>
                <a:gd name="T22" fmla="*/ 321 w 753"/>
                <a:gd name="T23" fmla="*/ 727 h 1374"/>
                <a:gd name="T24" fmla="*/ 177 w 753"/>
                <a:gd name="T25" fmla="*/ 638 h 1374"/>
                <a:gd name="T26" fmla="*/ 76 w 753"/>
                <a:gd name="T27" fmla="*/ 554 h 1374"/>
                <a:gd name="T28" fmla="*/ 21 w 753"/>
                <a:gd name="T29" fmla="*/ 461 h 1374"/>
                <a:gd name="T30" fmla="*/ 4 w 753"/>
                <a:gd name="T31" fmla="*/ 347 h 1374"/>
                <a:gd name="T32" fmla="*/ 38 w 753"/>
                <a:gd name="T33" fmla="*/ 203 h 1374"/>
                <a:gd name="T34" fmla="*/ 131 w 753"/>
                <a:gd name="T35" fmla="*/ 93 h 1374"/>
                <a:gd name="T36" fmla="*/ 266 w 753"/>
                <a:gd name="T37" fmla="*/ 21 h 1374"/>
                <a:gd name="T38" fmla="*/ 435 w 753"/>
                <a:gd name="T39" fmla="*/ 0 h 1374"/>
                <a:gd name="T40" fmla="*/ 697 w 753"/>
                <a:gd name="T41" fmla="*/ 42 h 1374"/>
                <a:gd name="T42" fmla="*/ 697 w 753"/>
                <a:gd name="T43" fmla="*/ 178 h 1374"/>
                <a:gd name="T44" fmla="*/ 418 w 753"/>
                <a:gd name="T45" fmla="*/ 110 h 1374"/>
                <a:gd name="T46" fmla="*/ 308 w 753"/>
                <a:gd name="T47" fmla="*/ 127 h 1374"/>
                <a:gd name="T48" fmla="*/ 215 w 753"/>
                <a:gd name="T49" fmla="*/ 169 h 1374"/>
                <a:gd name="T50" fmla="*/ 156 w 753"/>
                <a:gd name="T51" fmla="*/ 237 h 1374"/>
                <a:gd name="T52" fmla="*/ 131 w 753"/>
                <a:gd name="T53" fmla="*/ 334 h 1374"/>
                <a:gd name="T54" fmla="*/ 148 w 753"/>
                <a:gd name="T55" fmla="*/ 423 h 1374"/>
                <a:gd name="T56" fmla="*/ 194 w 753"/>
                <a:gd name="T57" fmla="*/ 494 h 1374"/>
                <a:gd name="T58" fmla="*/ 287 w 753"/>
                <a:gd name="T59" fmla="*/ 558 h 1374"/>
                <a:gd name="T60" fmla="*/ 418 w 753"/>
                <a:gd name="T61" fmla="*/ 634 h 1374"/>
                <a:gd name="T62" fmla="*/ 566 w 753"/>
                <a:gd name="T63" fmla="*/ 723 h 1374"/>
                <a:gd name="T64" fmla="*/ 667 w 753"/>
                <a:gd name="T65" fmla="*/ 811 h 1374"/>
                <a:gd name="T66" fmla="*/ 730 w 753"/>
                <a:gd name="T67" fmla="*/ 908 h 1374"/>
                <a:gd name="T68" fmla="*/ 752 w 753"/>
                <a:gd name="T69" fmla="*/ 1022 h 1374"/>
                <a:gd name="T70" fmla="*/ 718 w 753"/>
                <a:gd name="T71" fmla="*/ 1174 h 1374"/>
                <a:gd name="T72" fmla="*/ 629 w 753"/>
                <a:gd name="T73" fmla="*/ 1284 h 1374"/>
                <a:gd name="T74" fmla="*/ 490 w 753"/>
                <a:gd name="T75" fmla="*/ 1352 h 1374"/>
                <a:gd name="T76" fmla="*/ 312 w 753"/>
                <a:gd name="T77" fmla="*/ 1373 h 1374"/>
                <a:gd name="T78" fmla="*/ 236 w 753"/>
                <a:gd name="T79" fmla="*/ 1369 h 1374"/>
                <a:gd name="T80" fmla="*/ 148 w 753"/>
                <a:gd name="T81" fmla="*/ 1356 h 1374"/>
                <a:gd name="T82" fmla="*/ 63 w 753"/>
                <a:gd name="T83" fmla="*/ 1331 h 1374"/>
                <a:gd name="T84" fmla="*/ 0 w 753"/>
                <a:gd name="T85" fmla="*/ 1301 h 1374"/>
                <a:gd name="T86" fmla="*/ 0 w 753"/>
                <a:gd name="T87" fmla="*/ 1157 h 1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3" h="1374">
                  <a:moveTo>
                    <a:pt x="0" y="1157"/>
                  </a:moveTo>
                  <a:lnTo>
                    <a:pt x="0" y="1157"/>
                  </a:lnTo>
                  <a:cubicBezTo>
                    <a:pt x="21" y="1174"/>
                    <a:pt x="46" y="1187"/>
                    <a:pt x="71" y="1204"/>
                  </a:cubicBezTo>
                  <a:cubicBezTo>
                    <a:pt x="97" y="1217"/>
                    <a:pt x="126" y="1225"/>
                    <a:pt x="156" y="1233"/>
                  </a:cubicBezTo>
                  <a:cubicBezTo>
                    <a:pt x="181" y="1246"/>
                    <a:pt x="211" y="1250"/>
                    <a:pt x="240" y="1255"/>
                  </a:cubicBezTo>
                  <a:cubicBezTo>
                    <a:pt x="266" y="1259"/>
                    <a:pt x="295" y="1263"/>
                    <a:pt x="321" y="1263"/>
                  </a:cubicBezTo>
                  <a:cubicBezTo>
                    <a:pt x="422" y="1263"/>
                    <a:pt x="498" y="1242"/>
                    <a:pt x="549" y="1204"/>
                  </a:cubicBezTo>
                  <a:cubicBezTo>
                    <a:pt x="595" y="1166"/>
                    <a:pt x="621" y="1111"/>
                    <a:pt x="621" y="1035"/>
                  </a:cubicBezTo>
                  <a:cubicBezTo>
                    <a:pt x="621" y="1001"/>
                    <a:pt x="616" y="972"/>
                    <a:pt x="604" y="942"/>
                  </a:cubicBezTo>
                  <a:cubicBezTo>
                    <a:pt x="591" y="917"/>
                    <a:pt x="574" y="891"/>
                    <a:pt x="549" y="870"/>
                  </a:cubicBezTo>
                  <a:cubicBezTo>
                    <a:pt x="523" y="849"/>
                    <a:pt x="494" y="824"/>
                    <a:pt x="456" y="803"/>
                  </a:cubicBezTo>
                  <a:cubicBezTo>
                    <a:pt x="418" y="777"/>
                    <a:pt x="376" y="752"/>
                    <a:pt x="321" y="727"/>
                  </a:cubicBezTo>
                  <a:cubicBezTo>
                    <a:pt x="266" y="693"/>
                    <a:pt x="215" y="663"/>
                    <a:pt x="177" y="638"/>
                  </a:cubicBezTo>
                  <a:cubicBezTo>
                    <a:pt x="135" y="608"/>
                    <a:pt x="101" y="583"/>
                    <a:pt x="76" y="554"/>
                  </a:cubicBezTo>
                  <a:cubicBezTo>
                    <a:pt x="50" y="524"/>
                    <a:pt x="33" y="494"/>
                    <a:pt x="21" y="461"/>
                  </a:cubicBezTo>
                  <a:cubicBezTo>
                    <a:pt x="8" y="427"/>
                    <a:pt x="4" y="389"/>
                    <a:pt x="4" y="347"/>
                  </a:cubicBezTo>
                  <a:cubicBezTo>
                    <a:pt x="4" y="292"/>
                    <a:pt x="12" y="245"/>
                    <a:pt x="38" y="203"/>
                  </a:cubicBezTo>
                  <a:cubicBezTo>
                    <a:pt x="59" y="157"/>
                    <a:pt x="93" y="123"/>
                    <a:pt x="131" y="93"/>
                  </a:cubicBezTo>
                  <a:cubicBezTo>
                    <a:pt x="169" y="64"/>
                    <a:pt x="215" y="38"/>
                    <a:pt x="266" y="21"/>
                  </a:cubicBezTo>
                  <a:cubicBezTo>
                    <a:pt x="321" y="9"/>
                    <a:pt x="376" y="0"/>
                    <a:pt x="435" y="0"/>
                  </a:cubicBezTo>
                  <a:cubicBezTo>
                    <a:pt x="540" y="0"/>
                    <a:pt x="625" y="13"/>
                    <a:pt x="697" y="42"/>
                  </a:cubicBezTo>
                  <a:cubicBezTo>
                    <a:pt x="697" y="178"/>
                    <a:pt x="697" y="178"/>
                    <a:pt x="697" y="178"/>
                  </a:cubicBezTo>
                  <a:cubicBezTo>
                    <a:pt x="616" y="135"/>
                    <a:pt x="528" y="110"/>
                    <a:pt x="418" y="110"/>
                  </a:cubicBezTo>
                  <a:cubicBezTo>
                    <a:pt x="380" y="110"/>
                    <a:pt x="342" y="114"/>
                    <a:pt x="308" y="127"/>
                  </a:cubicBezTo>
                  <a:cubicBezTo>
                    <a:pt x="274" y="135"/>
                    <a:pt x="240" y="148"/>
                    <a:pt x="215" y="169"/>
                  </a:cubicBezTo>
                  <a:cubicBezTo>
                    <a:pt x="190" y="186"/>
                    <a:pt x="169" y="211"/>
                    <a:pt x="156" y="237"/>
                  </a:cubicBezTo>
                  <a:cubicBezTo>
                    <a:pt x="139" y="266"/>
                    <a:pt x="131" y="296"/>
                    <a:pt x="131" y="334"/>
                  </a:cubicBezTo>
                  <a:cubicBezTo>
                    <a:pt x="131" y="368"/>
                    <a:pt x="135" y="397"/>
                    <a:pt x="148" y="423"/>
                  </a:cubicBezTo>
                  <a:cubicBezTo>
                    <a:pt x="156" y="448"/>
                    <a:pt x="173" y="473"/>
                    <a:pt x="194" y="494"/>
                  </a:cubicBezTo>
                  <a:cubicBezTo>
                    <a:pt x="219" y="515"/>
                    <a:pt x="249" y="537"/>
                    <a:pt x="287" y="558"/>
                  </a:cubicBezTo>
                  <a:cubicBezTo>
                    <a:pt x="321" y="583"/>
                    <a:pt x="367" y="608"/>
                    <a:pt x="418" y="634"/>
                  </a:cubicBezTo>
                  <a:cubicBezTo>
                    <a:pt x="477" y="663"/>
                    <a:pt x="523" y="693"/>
                    <a:pt x="566" y="723"/>
                  </a:cubicBezTo>
                  <a:cubicBezTo>
                    <a:pt x="608" y="752"/>
                    <a:pt x="642" y="782"/>
                    <a:pt x="667" y="811"/>
                  </a:cubicBezTo>
                  <a:cubicBezTo>
                    <a:pt x="697" y="841"/>
                    <a:pt x="718" y="874"/>
                    <a:pt x="730" y="908"/>
                  </a:cubicBezTo>
                  <a:cubicBezTo>
                    <a:pt x="743" y="942"/>
                    <a:pt x="752" y="980"/>
                    <a:pt x="752" y="1022"/>
                  </a:cubicBezTo>
                  <a:cubicBezTo>
                    <a:pt x="752" y="1081"/>
                    <a:pt x="739" y="1132"/>
                    <a:pt x="718" y="1174"/>
                  </a:cubicBezTo>
                  <a:cubicBezTo>
                    <a:pt x="697" y="1221"/>
                    <a:pt x="667" y="1259"/>
                    <a:pt x="629" y="1284"/>
                  </a:cubicBezTo>
                  <a:cubicBezTo>
                    <a:pt x="587" y="1314"/>
                    <a:pt x="540" y="1335"/>
                    <a:pt x="490" y="1352"/>
                  </a:cubicBezTo>
                  <a:cubicBezTo>
                    <a:pt x="435" y="1369"/>
                    <a:pt x="376" y="1373"/>
                    <a:pt x="312" y="1373"/>
                  </a:cubicBezTo>
                  <a:cubicBezTo>
                    <a:pt x="291" y="1373"/>
                    <a:pt x="266" y="1373"/>
                    <a:pt x="236" y="1369"/>
                  </a:cubicBezTo>
                  <a:cubicBezTo>
                    <a:pt x="207" y="1364"/>
                    <a:pt x="177" y="1360"/>
                    <a:pt x="148" y="1356"/>
                  </a:cubicBezTo>
                  <a:cubicBezTo>
                    <a:pt x="118" y="1348"/>
                    <a:pt x="88" y="1339"/>
                    <a:pt x="63" y="1331"/>
                  </a:cubicBezTo>
                  <a:cubicBezTo>
                    <a:pt x="38" y="1322"/>
                    <a:pt x="12" y="1314"/>
                    <a:pt x="0" y="1301"/>
                  </a:cubicBezTo>
                  <a:lnTo>
                    <a:pt x="0" y="115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3" name="Freeform 11">
              <a:extLst>
                <a:ext uri="{FF2B5EF4-FFF2-40B4-BE49-F238E27FC236}">
                  <a16:creationId xmlns:a16="http://schemas.microsoft.com/office/drawing/2014/main" id="{7B532A1F-07C7-7D9E-206C-BF99C610D359}"/>
                </a:ext>
              </a:extLst>
            </p:cNvPr>
            <p:cNvSpPr>
              <a:spLocks noChangeArrowheads="1"/>
            </p:cNvSpPr>
            <p:nvPr/>
          </p:nvSpPr>
          <p:spPr bwMode="auto">
            <a:xfrm>
              <a:off x="1893888" y="174625"/>
              <a:ext cx="468312" cy="479425"/>
            </a:xfrm>
            <a:custGeom>
              <a:avLst/>
              <a:gdLst>
                <a:gd name="T0" fmla="*/ 1178 w 1301"/>
                <a:gd name="T1" fmla="*/ 1331 h 1332"/>
                <a:gd name="T2" fmla="*/ 1178 w 1301"/>
                <a:gd name="T3" fmla="*/ 1331 h 1332"/>
                <a:gd name="T4" fmla="*/ 1178 w 1301"/>
                <a:gd name="T5" fmla="*/ 414 h 1332"/>
                <a:gd name="T6" fmla="*/ 1191 w 1301"/>
                <a:gd name="T7" fmla="*/ 186 h 1332"/>
                <a:gd name="T8" fmla="*/ 1187 w 1301"/>
                <a:gd name="T9" fmla="*/ 186 h 1332"/>
                <a:gd name="T10" fmla="*/ 1161 w 1301"/>
                <a:gd name="T11" fmla="*/ 258 h 1332"/>
                <a:gd name="T12" fmla="*/ 1144 w 1301"/>
                <a:gd name="T13" fmla="*/ 309 h 1332"/>
                <a:gd name="T14" fmla="*/ 680 w 1301"/>
                <a:gd name="T15" fmla="*/ 1331 h 1332"/>
                <a:gd name="T16" fmla="*/ 625 w 1301"/>
                <a:gd name="T17" fmla="*/ 1331 h 1332"/>
                <a:gd name="T18" fmla="*/ 160 w 1301"/>
                <a:gd name="T19" fmla="*/ 313 h 1332"/>
                <a:gd name="T20" fmla="*/ 118 w 1301"/>
                <a:gd name="T21" fmla="*/ 182 h 1332"/>
                <a:gd name="T22" fmla="*/ 114 w 1301"/>
                <a:gd name="T23" fmla="*/ 182 h 1332"/>
                <a:gd name="T24" fmla="*/ 122 w 1301"/>
                <a:gd name="T25" fmla="*/ 283 h 1332"/>
                <a:gd name="T26" fmla="*/ 122 w 1301"/>
                <a:gd name="T27" fmla="*/ 402 h 1332"/>
                <a:gd name="T28" fmla="*/ 122 w 1301"/>
                <a:gd name="T29" fmla="*/ 1331 h 1332"/>
                <a:gd name="T30" fmla="*/ 0 w 1301"/>
                <a:gd name="T31" fmla="*/ 1331 h 1332"/>
                <a:gd name="T32" fmla="*/ 0 w 1301"/>
                <a:gd name="T33" fmla="*/ 0 h 1332"/>
                <a:gd name="T34" fmla="*/ 148 w 1301"/>
                <a:gd name="T35" fmla="*/ 0 h 1332"/>
                <a:gd name="T36" fmla="*/ 599 w 1301"/>
                <a:gd name="T37" fmla="*/ 1001 h 1332"/>
                <a:gd name="T38" fmla="*/ 625 w 1301"/>
                <a:gd name="T39" fmla="*/ 1065 h 1332"/>
                <a:gd name="T40" fmla="*/ 650 w 1301"/>
                <a:gd name="T41" fmla="*/ 1137 h 1332"/>
                <a:gd name="T42" fmla="*/ 654 w 1301"/>
                <a:gd name="T43" fmla="*/ 1137 h 1332"/>
                <a:gd name="T44" fmla="*/ 680 w 1301"/>
                <a:gd name="T45" fmla="*/ 1069 h 1332"/>
                <a:gd name="T46" fmla="*/ 705 w 1301"/>
                <a:gd name="T47" fmla="*/ 1001 h 1332"/>
                <a:gd name="T48" fmla="*/ 1161 w 1301"/>
                <a:gd name="T49" fmla="*/ 0 h 1332"/>
                <a:gd name="T50" fmla="*/ 1300 w 1301"/>
                <a:gd name="T51" fmla="*/ 0 h 1332"/>
                <a:gd name="T52" fmla="*/ 1300 w 1301"/>
                <a:gd name="T53" fmla="*/ 1331 h 1332"/>
                <a:gd name="T54" fmla="*/ 1178 w 1301"/>
                <a:gd name="T5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301" h="1332">
                  <a:moveTo>
                    <a:pt x="1178" y="1331"/>
                  </a:moveTo>
                  <a:lnTo>
                    <a:pt x="1178" y="1331"/>
                  </a:lnTo>
                  <a:cubicBezTo>
                    <a:pt x="1178" y="414"/>
                    <a:pt x="1178" y="414"/>
                    <a:pt x="1178" y="414"/>
                  </a:cubicBezTo>
                  <a:cubicBezTo>
                    <a:pt x="1178" y="368"/>
                    <a:pt x="1182" y="292"/>
                    <a:pt x="1191" y="186"/>
                  </a:cubicBezTo>
                  <a:cubicBezTo>
                    <a:pt x="1187" y="186"/>
                    <a:pt x="1187" y="186"/>
                    <a:pt x="1187" y="186"/>
                  </a:cubicBezTo>
                  <a:cubicBezTo>
                    <a:pt x="1178" y="216"/>
                    <a:pt x="1170" y="237"/>
                    <a:pt x="1161" y="258"/>
                  </a:cubicBezTo>
                  <a:cubicBezTo>
                    <a:pt x="1157" y="279"/>
                    <a:pt x="1148" y="296"/>
                    <a:pt x="1144" y="309"/>
                  </a:cubicBezTo>
                  <a:cubicBezTo>
                    <a:pt x="680" y="1331"/>
                    <a:pt x="680" y="1331"/>
                    <a:pt x="680" y="1331"/>
                  </a:cubicBezTo>
                  <a:cubicBezTo>
                    <a:pt x="625" y="1331"/>
                    <a:pt x="625" y="1331"/>
                    <a:pt x="625" y="1331"/>
                  </a:cubicBezTo>
                  <a:cubicBezTo>
                    <a:pt x="160" y="313"/>
                    <a:pt x="160" y="313"/>
                    <a:pt x="160" y="313"/>
                  </a:cubicBezTo>
                  <a:cubicBezTo>
                    <a:pt x="148" y="283"/>
                    <a:pt x="135" y="241"/>
                    <a:pt x="118" y="182"/>
                  </a:cubicBezTo>
                  <a:cubicBezTo>
                    <a:pt x="114" y="182"/>
                    <a:pt x="114" y="182"/>
                    <a:pt x="114" y="182"/>
                  </a:cubicBezTo>
                  <a:cubicBezTo>
                    <a:pt x="118" y="212"/>
                    <a:pt x="118" y="245"/>
                    <a:pt x="122" y="283"/>
                  </a:cubicBezTo>
                  <a:cubicBezTo>
                    <a:pt x="122" y="317"/>
                    <a:pt x="122" y="360"/>
                    <a:pt x="122" y="402"/>
                  </a:cubicBezTo>
                  <a:cubicBezTo>
                    <a:pt x="122" y="1331"/>
                    <a:pt x="122" y="1331"/>
                    <a:pt x="122" y="1331"/>
                  </a:cubicBezTo>
                  <a:cubicBezTo>
                    <a:pt x="0" y="1331"/>
                    <a:pt x="0" y="1331"/>
                    <a:pt x="0" y="1331"/>
                  </a:cubicBezTo>
                  <a:cubicBezTo>
                    <a:pt x="0" y="0"/>
                    <a:pt x="0" y="0"/>
                    <a:pt x="0" y="0"/>
                  </a:cubicBezTo>
                  <a:cubicBezTo>
                    <a:pt x="148" y="0"/>
                    <a:pt x="148" y="0"/>
                    <a:pt x="148" y="0"/>
                  </a:cubicBezTo>
                  <a:cubicBezTo>
                    <a:pt x="599" y="1001"/>
                    <a:pt x="599" y="1001"/>
                    <a:pt x="599" y="1001"/>
                  </a:cubicBezTo>
                  <a:cubicBezTo>
                    <a:pt x="608" y="1023"/>
                    <a:pt x="616" y="1044"/>
                    <a:pt x="625" y="1065"/>
                  </a:cubicBezTo>
                  <a:cubicBezTo>
                    <a:pt x="633" y="1090"/>
                    <a:pt x="642" y="1111"/>
                    <a:pt x="650" y="1137"/>
                  </a:cubicBezTo>
                  <a:cubicBezTo>
                    <a:pt x="654" y="1137"/>
                    <a:pt x="654" y="1137"/>
                    <a:pt x="654" y="1137"/>
                  </a:cubicBezTo>
                  <a:cubicBezTo>
                    <a:pt x="667" y="1111"/>
                    <a:pt x="671" y="1090"/>
                    <a:pt x="680" y="1069"/>
                  </a:cubicBezTo>
                  <a:cubicBezTo>
                    <a:pt x="688" y="1048"/>
                    <a:pt x="697" y="1027"/>
                    <a:pt x="705" y="1001"/>
                  </a:cubicBezTo>
                  <a:cubicBezTo>
                    <a:pt x="1161" y="0"/>
                    <a:pt x="1161" y="0"/>
                    <a:pt x="1161" y="0"/>
                  </a:cubicBezTo>
                  <a:cubicBezTo>
                    <a:pt x="1300" y="0"/>
                    <a:pt x="1300" y="0"/>
                    <a:pt x="1300" y="0"/>
                  </a:cubicBezTo>
                  <a:cubicBezTo>
                    <a:pt x="1300" y="1331"/>
                    <a:pt x="1300" y="1331"/>
                    <a:pt x="1300" y="1331"/>
                  </a:cubicBezTo>
                  <a:lnTo>
                    <a:pt x="1178"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4" name="Freeform 12">
              <a:extLst>
                <a:ext uri="{FF2B5EF4-FFF2-40B4-BE49-F238E27FC236}">
                  <a16:creationId xmlns:a16="http://schemas.microsoft.com/office/drawing/2014/main" id="{729BA34E-E784-5EB5-DBE2-88338EAC5136}"/>
                </a:ext>
              </a:extLst>
            </p:cNvPr>
            <p:cNvSpPr>
              <a:spLocks noChangeArrowheads="1"/>
            </p:cNvSpPr>
            <p:nvPr/>
          </p:nvSpPr>
          <p:spPr bwMode="auto">
            <a:xfrm>
              <a:off x="2487613" y="174625"/>
              <a:ext cx="244475" cy="479425"/>
            </a:xfrm>
            <a:custGeom>
              <a:avLst/>
              <a:gdLst>
                <a:gd name="T0" fmla="*/ 0 w 677"/>
                <a:gd name="T1" fmla="*/ 1331 h 1332"/>
                <a:gd name="T2" fmla="*/ 0 w 677"/>
                <a:gd name="T3" fmla="*/ 0 h 1332"/>
                <a:gd name="T4" fmla="*/ 646 w 677"/>
                <a:gd name="T5" fmla="*/ 0 h 1332"/>
                <a:gd name="T6" fmla="*/ 646 w 677"/>
                <a:gd name="T7" fmla="*/ 115 h 1332"/>
                <a:gd name="T8" fmla="*/ 122 w 677"/>
                <a:gd name="T9" fmla="*/ 115 h 1332"/>
                <a:gd name="T10" fmla="*/ 122 w 677"/>
                <a:gd name="T11" fmla="*/ 604 h 1332"/>
                <a:gd name="T12" fmla="*/ 608 w 677"/>
                <a:gd name="T13" fmla="*/ 604 h 1332"/>
                <a:gd name="T14" fmla="*/ 608 w 677"/>
                <a:gd name="T15" fmla="*/ 714 h 1332"/>
                <a:gd name="T16" fmla="*/ 122 w 677"/>
                <a:gd name="T17" fmla="*/ 714 h 1332"/>
                <a:gd name="T18" fmla="*/ 122 w 677"/>
                <a:gd name="T19" fmla="*/ 1221 h 1332"/>
                <a:gd name="T20" fmla="*/ 676 w 677"/>
                <a:gd name="T21" fmla="*/ 1221 h 1332"/>
                <a:gd name="T22" fmla="*/ 676 w 677"/>
                <a:gd name="T23" fmla="*/ 1331 h 1332"/>
                <a:gd name="T24" fmla="*/ 0 w 677"/>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7" h="1332">
                  <a:moveTo>
                    <a:pt x="0" y="1331"/>
                  </a:moveTo>
                  <a:lnTo>
                    <a:pt x="0" y="0"/>
                  </a:lnTo>
                  <a:lnTo>
                    <a:pt x="646" y="0"/>
                  </a:lnTo>
                  <a:lnTo>
                    <a:pt x="646" y="115"/>
                  </a:lnTo>
                  <a:lnTo>
                    <a:pt x="122" y="115"/>
                  </a:lnTo>
                  <a:lnTo>
                    <a:pt x="122" y="604"/>
                  </a:lnTo>
                  <a:lnTo>
                    <a:pt x="608" y="604"/>
                  </a:lnTo>
                  <a:lnTo>
                    <a:pt x="608" y="714"/>
                  </a:lnTo>
                  <a:lnTo>
                    <a:pt x="122" y="714"/>
                  </a:lnTo>
                  <a:lnTo>
                    <a:pt x="122" y="1221"/>
                  </a:lnTo>
                  <a:lnTo>
                    <a:pt x="676" y="1221"/>
                  </a:lnTo>
                  <a:lnTo>
                    <a:pt x="676"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5" name="Freeform 13">
              <a:extLst>
                <a:ext uri="{FF2B5EF4-FFF2-40B4-BE49-F238E27FC236}">
                  <a16:creationId xmlns:a16="http://schemas.microsoft.com/office/drawing/2014/main" id="{0A376397-CF1A-0ADA-B647-AA42F2E33CFF}"/>
                </a:ext>
              </a:extLst>
            </p:cNvPr>
            <p:cNvSpPr>
              <a:spLocks noChangeArrowheads="1"/>
            </p:cNvSpPr>
            <p:nvPr/>
          </p:nvSpPr>
          <p:spPr bwMode="auto">
            <a:xfrm>
              <a:off x="2830513" y="174625"/>
              <a:ext cx="374650" cy="479425"/>
            </a:xfrm>
            <a:custGeom>
              <a:avLst/>
              <a:gdLst>
                <a:gd name="T0" fmla="*/ 0 w 1040"/>
                <a:gd name="T1" fmla="*/ 1331 h 1332"/>
                <a:gd name="T2" fmla="*/ 0 w 1040"/>
                <a:gd name="T3" fmla="*/ 1331 h 1332"/>
                <a:gd name="T4" fmla="*/ 0 w 1040"/>
                <a:gd name="T5" fmla="*/ 0 h 1332"/>
                <a:gd name="T6" fmla="*/ 351 w 1040"/>
                <a:gd name="T7" fmla="*/ 0 h 1332"/>
                <a:gd name="T8" fmla="*/ 866 w 1040"/>
                <a:gd name="T9" fmla="*/ 165 h 1332"/>
                <a:gd name="T10" fmla="*/ 1039 w 1040"/>
                <a:gd name="T11" fmla="*/ 651 h 1332"/>
                <a:gd name="T12" fmla="*/ 993 w 1040"/>
                <a:gd name="T13" fmla="*/ 930 h 1332"/>
                <a:gd name="T14" fmla="*/ 853 w 1040"/>
                <a:gd name="T15" fmla="*/ 1145 h 1332"/>
                <a:gd name="T16" fmla="*/ 630 w 1040"/>
                <a:gd name="T17" fmla="*/ 1284 h 1332"/>
                <a:gd name="T18" fmla="*/ 334 w 1040"/>
                <a:gd name="T19" fmla="*/ 1331 h 1332"/>
                <a:gd name="T20" fmla="*/ 0 w 1040"/>
                <a:gd name="T21" fmla="*/ 1331 h 1332"/>
                <a:gd name="T22" fmla="*/ 123 w 1040"/>
                <a:gd name="T23" fmla="*/ 115 h 1332"/>
                <a:gd name="T24" fmla="*/ 123 w 1040"/>
                <a:gd name="T25" fmla="*/ 115 h 1332"/>
                <a:gd name="T26" fmla="*/ 123 w 1040"/>
                <a:gd name="T27" fmla="*/ 1221 h 1332"/>
                <a:gd name="T28" fmla="*/ 330 w 1040"/>
                <a:gd name="T29" fmla="*/ 1221 h 1332"/>
                <a:gd name="T30" fmla="*/ 575 w 1040"/>
                <a:gd name="T31" fmla="*/ 1183 h 1332"/>
                <a:gd name="T32" fmla="*/ 756 w 1040"/>
                <a:gd name="T33" fmla="*/ 1073 h 1332"/>
                <a:gd name="T34" fmla="*/ 870 w 1040"/>
                <a:gd name="T35" fmla="*/ 896 h 1332"/>
                <a:gd name="T36" fmla="*/ 912 w 1040"/>
                <a:gd name="T37" fmla="*/ 651 h 1332"/>
                <a:gd name="T38" fmla="*/ 342 w 1040"/>
                <a:gd name="T39" fmla="*/ 115 h 1332"/>
                <a:gd name="T40" fmla="*/ 123 w 1040"/>
                <a:gd name="T41" fmla="*/ 115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40" h="1332">
                  <a:moveTo>
                    <a:pt x="0" y="1331"/>
                  </a:moveTo>
                  <a:lnTo>
                    <a:pt x="0" y="1331"/>
                  </a:lnTo>
                  <a:cubicBezTo>
                    <a:pt x="0" y="0"/>
                    <a:pt x="0" y="0"/>
                    <a:pt x="0" y="0"/>
                  </a:cubicBezTo>
                  <a:cubicBezTo>
                    <a:pt x="351" y="0"/>
                    <a:pt x="351" y="0"/>
                    <a:pt x="351" y="0"/>
                  </a:cubicBezTo>
                  <a:cubicBezTo>
                    <a:pt x="579" y="0"/>
                    <a:pt x="752" y="55"/>
                    <a:pt x="866" y="165"/>
                  </a:cubicBezTo>
                  <a:cubicBezTo>
                    <a:pt x="984" y="275"/>
                    <a:pt x="1039" y="435"/>
                    <a:pt x="1039" y="651"/>
                  </a:cubicBezTo>
                  <a:cubicBezTo>
                    <a:pt x="1039" y="752"/>
                    <a:pt x="1026" y="845"/>
                    <a:pt x="993" y="930"/>
                  </a:cubicBezTo>
                  <a:cubicBezTo>
                    <a:pt x="959" y="1014"/>
                    <a:pt x="912" y="1086"/>
                    <a:pt x="853" y="1145"/>
                  </a:cubicBezTo>
                  <a:cubicBezTo>
                    <a:pt x="790" y="1204"/>
                    <a:pt x="714" y="1251"/>
                    <a:pt x="630" y="1284"/>
                  </a:cubicBezTo>
                  <a:cubicBezTo>
                    <a:pt x="541" y="1314"/>
                    <a:pt x="444" y="1331"/>
                    <a:pt x="334" y="1331"/>
                  </a:cubicBezTo>
                  <a:lnTo>
                    <a:pt x="0" y="1331"/>
                  </a:lnTo>
                  <a:close/>
                  <a:moveTo>
                    <a:pt x="123" y="115"/>
                  </a:moveTo>
                  <a:lnTo>
                    <a:pt x="123" y="115"/>
                  </a:lnTo>
                  <a:cubicBezTo>
                    <a:pt x="123" y="1221"/>
                    <a:pt x="123" y="1221"/>
                    <a:pt x="123" y="1221"/>
                  </a:cubicBezTo>
                  <a:cubicBezTo>
                    <a:pt x="330" y="1221"/>
                    <a:pt x="330" y="1221"/>
                    <a:pt x="330" y="1221"/>
                  </a:cubicBezTo>
                  <a:cubicBezTo>
                    <a:pt x="418" y="1221"/>
                    <a:pt x="503" y="1208"/>
                    <a:pt x="575" y="1183"/>
                  </a:cubicBezTo>
                  <a:cubicBezTo>
                    <a:pt x="646" y="1158"/>
                    <a:pt x="706" y="1120"/>
                    <a:pt x="756" y="1073"/>
                  </a:cubicBezTo>
                  <a:cubicBezTo>
                    <a:pt x="807" y="1027"/>
                    <a:pt x="845" y="968"/>
                    <a:pt x="870" y="896"/>
                  </a:cubicBezTo>
                  <a:cubicBezTo>
                    <a:pt x="896" y="824"/>
                    <a:pt x="912" y="744"/>
                    <a:pt x="912" y="651"/>
                  </a:cubicBezTo>
                  <a:cubicBezTo>
                    <a:pt x="912" y="292"/>
                    <a:pt x="722" y="115"/>
                    <a:pt x="342" y="115"/>
                  </a:cubicBezTo>
                  <a:lnTo>
                    <a:pt x="123" y="11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6" name="Freeform 14">
              <a:extLst>
                <a:ext uri="{FF2B5EF4-FFF2-40B4-BE49-F238E27FC236}">
                  <a16:creationId xmlns:a16="http://schemas.microsoft.com/office/drawing/2014/main" id="{2948A303-6C0A-698F-43A8-386868710418}"/>
                </a:ext>
              </a:extLst>
            </p:cNvPr>
            <p:cNvSpPr>
              <a:spLocks noChangeArrowheads="1"/>
            </p:cNvSpPr>
            <p:nvPr/>
          </p:nvSpPr>
          <p:spPr bwMode="auto">
            <a:xfrm>
              <a:off x="3300413" y="174625"/>
              <a:ext cx="46037"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7" name="Freeform 15">
              <a:extLst>
                <a:ext uri="{FF2B5EF4-FFF2-40B4-BE49-F238E27FC236}">
                  <a16:creationId xmlns:a16="http://schemas.microsoft.com/office/drawing/2014/main" id="{BD4EA427-FB8F-62EA-8F8B-DBACC82E7F19}"/>
                </a:ext>
              </a:extLst>
            </p:cNvPr>
            <p:cNvSpPr>
              <a:spLocks noChangeArrowheads="1"/>
            </p:cNvSpPr>
            <p:nvPr/>
          </p:nvSpPr>
          <p:spPr bwMode="auto">
            <a:xfrm>
              <a:off x="3897313" y="174625"/>
              <a:ext cx="409575" cy="479425"/>
            </a:xfrm>
            <a:custGeom>
              <a:avLst/>
              <a:gdLst>
                <a:gd name="T0" fmla="*/ 996 w 1137"/>
                <a:gd name="T1" fmla="*/ 1331 h 1332"/>
                <a:gd name="T2" fmla="*/ 996 w 1137"/>
                <a:gd name="T3" fmla="*/ 1331 h 1332"/>
                <a:gd name="T4" fmla="*/ 853 w 1137"/>
                <a:gd name="T5" fmla="*/ 938 h 1332"/>
                <a:gd name="T6" fmla="*/ 278 w 1137"/>
                <a:gd name="T7" fmla="*/ 938 h 1332"/>
                <a:gd name="T8" fmla="*/ 139 w 1137"/>
                <a:gd name="T9" fmla="*/ 1331 h 1332"/>
                <a:gd name="T10" fmla="*/ 0 w 1137"/>
                <a:gd name="T11" fmla="*/ 1331 h 1332"/>
                <a:gd name="T12" fmla="*/ 507 w 1137"/>
                <a:gd name="T13" fmla="*/ 0 h 1332"/>
                <a:gd name="T14" fmla="*/ 629 w 1137"/>
                <a:gd name="T15" fmla="*/ 0 h 1332"/>
                <a:gd name="T16" fmla="*/ 1136 w 1137"/>
                <a:gd name="T17" fmla="*/ 1331 h 1332"/>
                <a:gd name="T18" fmla="*/ 996 w 1137"/>
                <a:gd name="T19" fmla="*/ 1331 h 1332"/>
                <a:gd name="T20" fmla="*/ 591 w 1137"/>
                <a:gd name="T21" fmla="*/ 233 h 1332"/>
                <a:gd name="T22" fmla="*/ 591 w 1137"/>
                <a:gd name="T23" fmla="*/ 233 h 1332"/>
                <a:gd name="T24" fmla="*/ 578 w 1137"/>
                <a:gd name="T25" fmla="*/ 195 h 1332"/>
                <a:gd name="T26" fmla="*/ 566 w 1137"/>
                <a:gd name="T27" fmla="*/ 140 h 1332"/>
                <a:gd name="T28" fmla="*/ 561 w 1137"/>
                <a:gd name="T29" fmla="*/ 140 h 1332"/>
                <a:gd name="T30" fmla="*/ 549 w 1137"/>
                <a:gd name="T31" fmla="*/ 195 h 1332"/>
                <a:gd name="T32" fmla="*/ 536 w 1137"/>
                <a:gd name="T33" fmla="*/ 233 h 1332"/>
                <a:gd name="T34" fmla="*/ 321 w 1137"/>
                <a:gd name="T35" fmla="*/ 828 h 1332"/>
                <a:gd name="T36" fmla="*/ 811 w 1137"/>
                <a:gd name="T37" fmla="*/ 828 h 1332"/>
                <a:gd name="T38" fmla="*/ 591 w 1137"/>
                <a:gd name="T39" fmla="*/ 233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37" h="1332">
                  <a:moveTo>
                    <a:pt x="996" y="1331"/>
                  </a:moveTo>
                  <a:lnTo>
                    <a:pt x="996" y="1331"/>
                  </a:lnTo>
                  <a:cubicBezTo>
                    <a:pt x="853" y="938"/>
                    <a:pt x="853" y="938"/>
                    <a:pt x="853" y="938"/>
                  </a:cubicBezTo>
                  <a:cubicBezTo>
                    <a:pt x="278" y="938"/>
                    <a:pt x="278" y="938"/>
                    <a:pt x="278" y="938"/>
                  </a:cubicBezTo>
                  <a:cubicBezTo>
                    <a:pt x="139" y="1331"/>
                    <a:pt x="139" y="1331"/>
                    <a:pt x="139" y="1331"/>
                  </a:cubicBezTo>
                  <a:cubicBezTo>
                    <a:pt x="0" y="1331"/>
                    <a:pt x="0" y="1331"/>
                    <a:pt x="0" y="1331"/>
                  </a:cubicBezTo>
                  <a:cubicBezTo>
                    <a:pt x="507" y="0"/>
                    <a:pt x="507" y="0"/>
                    <a:pt x="507" y="0"/>
                  </a:cubicBezTo>
                  <a:cubicBezTo>
                    <a:pt x="629" y="0"/>
                    <a:pt x="629" y="0"/>
                    <a:pt x="629" y="0"/>
                  </a:cubicBezTo>
                  <a:cubicBezTo>
                    <a:pt x="1136" y="1331"/>
                    <a:pt x="1136" y="1331"/>
                    <a:pt x="1136" y="1331"/>
                  </a:cubicBezTo>
                  <a:lnTo>
                    <a:pt x="996" y="1331"/>
                  </a:lnTo>
                  <a:close/>
                  <a:moveTo>
                    <a:pt x="591" y="233"/>
                  </a:moveTo>
                  <a:lnTo>
                    <a:pt x="591" y="233"/>
                  </a:lnTo>
                  <a:cubicBezTo>
                    <a:pt x="587" y="224"/>
                    <a:pt x="583" y="208"/>
                    <a:pt x="578" y="195"/>
                  </a:cubicBezTo>
                  <a:cubicBezTo>
                    <a:pt x="574" y="178"/>
                    <a:pt x="570" y="161"/>
                    <a:pt x="566" y="140"/>
                  </a:cubicBezTo>
                  <a:cubicBezTo>
                    <a:pt x="561" y="140"/>
                    <a:pt x="561" y="140"/>
                    <a:pt x="561" y="140"/>
                  </a:cubicBezTo>
                  <a:cubicBezTo>
                    <a:pt x="561" y="161"/>
                    <a:pt x="557" y="178"/>
                    <a:pt x="549" y="195"/>
                  </a:cubicBezTo>
                  <a:cubicBezTo>
                    <a:pt x="545" y="208"/>
                    <a:pt x="540" y="224"/>
                    <a:pt x="536" y="233"/>
                  </a:cubicBezTo>
                  <a:cubicBezTo>
                    <a:pt x="321" y="828"/>
                    <a:pt x="321" y="828"/>
                    <a:pt x="321" y="828"/>
                  </a:cubicBezTo>
                  <a:cubicBezTo>
                    <a:pt x="811" y="828"/>
                    <a:pt x="811" y="828"/>
                    <a:pt x="811" y="828"/>
                  </a:cubicBezTo>
                  <a:lnTo>
                    <a:pt x="591"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8" name="Freeform 16">
              <a:extLst>
                <a:ext uri="{FF2B5EF4-FFF2-40B4-BE49-F238E27FC236}">
                  <a16:creationId xmlns:a16="http://schemas.microsoft.com/office/drawing/2014/main" id="{020BF992-9463-B803-B6D3-D72896AAE8AE}"/>
                </a:ext>
              </a:extLst>
            </p:cNvPr>
            <p:cNvSpPr>
              <a:spLocks noChangeArrowheads="1"/>
            </p:cNvSpPr>
            <p:nvPr/>
          </p:nvSpPr>
          <p:spPr bwMode="auto">
            <a:xfrm>
              <a:off x="4435475" y="174625"/>
              <a:ext cx="238125" cy="479425"/>
            </a:xfrm>
            <a:custGeom>
              <a:avLst/>
              <a:gdLst>
                <a:gd name="T0" fmla="*/ 0 w 660"/>
                <a:gd name="T1" fmla="*/ 1331 h 1332"/>
                <a:gd name="T2" fmla="*/ 0 w 660"/>
                <a:gd name="T3" fmla="*/ 0 h 1332"/>
                <a:gd name="T4" fmla="*/ 122 w 660"/>
                <a:gd name="T5" fmla="*/ 0 h 1332"/>
                <a:gd name="T6" fmla="*/ 122 w 660"/>
                <a:gd name="T7" fmla="*/ 1221 h 1332"/>
                <a:gd name="T8" fmla="*/ 659 w 660"/>
                <a:gd name="T9" fmla="*/ 1221 h 1332"/>
                <a:gd name="T10" fmla="*/ 659 w 660"/>
                <a:gd name="T11" fmla="*/ 1331 h 1332"/>
                <a:gd name="T12" fmla="*/ 0 w 660"/>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60" h="1332">
                  <a:moveTo>
                    <a:pt x="0" y="1331"/>
                  </a:moveTo>
                  <a:lnTo>
                    <a:pt x="0" y="0"/>
                  </a:lnTo>
                  <a:lnTo>
                    <a:pt x="122" y="0"/>
                  </a:lnTo>
                  <a:lnTo>
                    <a:pt x="122" y="1221"/>
                  </a:lnTo>
                  <a:lnTo>
                    <a:pt x="659" y="1221"/>
                  </a:lnTo>
                  <a:lnTo>
                    <a:pt x="659"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289" name="Group 292">
            <a:extLst>
              <a:ext uri="{FF2B5EF4-FFF2-40B4-BE49-F238E27FC236}">
                <a16:creationId xmlns:a16="http://schemas.microsoft.com/office/drawing/2014/main" id="{0BDF1550-0739-0E85-DF16-E93807DB7977}"/>
              </a:ext>
            </a:extLst>
          </p:cNvPr>
          <p:cNvGrpSpPr/>
          <p:nvPr/>
        </p:nvGrpSpPr>
        <p:grpSpPr>
          <a:xfrm>
            <a:off x="1088103" y="4411164"/>
            <a:ext cx="231566" cy="200938"/>
            <a:chOff x="119063" y="1820863"/>
            <a:chExt cx="792162" cy="687387"/>
          </a:xfrm>
          <a:solidFill>
            <a:schemeClr val="tx2"/>
          </a:solidFill>
        </p:grpSpPr>
        <p:sp>
          <p:nvSpPr>
            <p:cNvPr id="290" name="Freeform 17">
              <a:extLst>
                <a:ext uri="{FF2B5EF4-FFF2-40B4-BE49-F238E27FC236}">
                  <a16:creationId xmlns:a16="http://schemas.microsoft.com/office/drawing/2014/main" id="{07346E6A-1312-9380-6874-BA947B5F1B4F}"/>
                </a:ext>
              </a:extLst>
            </p:cNvPr>
            <p:cNvSpPr>
              <a:spLocks noChangeArrowheads="1"/>
            </p:cNvSpPr>
            <p:nvPr/>
          </p:nvSpPr>
          <p:spPr bwMode="auto">
            <a:xfrm>
              <a:off x="119063" y="1820863"/>
              <a:ext cx="685800" cy="687387"/>
            </a:xfrm>
            <a:custGeom>
              <a:avLst/>
              <a:gdLst>
                <a:gd name="T0" fmla="*/ 1905 w 1906"/>
                <a:gd name="T1" fmla="*/ 473 h 1910"/>
                <a:gd name="T2" fmla="*/ 1905 w 1906"/>
                <a:gd name="T3" fmla="*/ 473 h 1910"/>
                <a:gd name="T4" fmla="*/ 1905 w 1906"/>
                <a:gd name="T5" fmla="*/ 473 h 1910"/>
                <a:gd name="T6" fmla="*/ 1905 w 1906"/>
                <a:gd name="T7" fmla="*/ 469 h 1910"/>
                <a:gd name="T8" fmla="*/ 1875 w 1906"/>
                <a:gd name="T9" fmla="*/ 422 h 1910"/>
                <a:gd name="T10" fmla="*/ 1474 w 1906"/>
                <a:gd name="T11" fmla="*/ 21 h 1910"/>
                <a:gd name="T12" fmla="*/ 1398 w 1906"/>
                <a:gd name="T13" fmla="*/ 21 h 1910"/>
                <a:gd name="T14" fmla="*/ 106 w 1906"/>
                <a:gd name="T15" fmla="*/ 1314 h 1910"/>
                <a:gd name="T16" fmla="*/ 25 w 1906"/>
                <a:gd name="T17" fmla="*/ 1428 h 1910"/>
                <a:gd name="T18" fmla="*/ 0 w 1906"/>
                <a:gd name="T19" fmla="*/ 1558 h 1910"/>
                <a:gd name="T20" fmla="*/ 25 w 1906"/>
                <a:gd name="T21" fmla="*/ 1689 h 1910"/>
                <a:gd name="T22" fmla="*/ 106 w 1906"/>
                <a:gd name="T23" fmla="*/ 1808 h 1910"/>
                <a:gd name="T24" fmla="*/ 106 w 1906"/>
                <a:gd name="T25" fmla="*/ 1808 h 1910"/>
                <a:gd name="T26" fmla="*/ 220 w 1906"/>
                <a:gd name="T27" fmla="*/ 1884 h 1910"/>
                <a:gd name="T28" fmla="*/ 351 w 1906"/>
                <a:gd name="T29" fmla="*/ 1909 h 1910"/>
                <a:gd name="T30" fmla="*/ 482 w 1906"/>
                <a:gd name="T31" fmla="*/ 1884 h 1910"/>
                <a:gd name="T32" fmla="*/ 596 w 1906"/>
                <a:gd name="T33" fmla="*/ 1808 h 1910"/>
                <a:gd name="T34" fmla="*/ 1892 w 1906"/>
                <a:gd name="T35" fmla="*/ 511 h 1910"/>
                <a:gd name="T36" fmla="*/ 1905 w 1906"/>
                <a:gd name="T37" fmla="*/ 473 h 1910"/>
                <a:gd name="T38" fmla="*/ 1436 w 1906"/>
                <a:gd name="T39" fmla="*/ 131 h 1910"/>
                <a:gd name="T40" fmla="*/ 1436 w 1906"/>
                <a:gd name="T41" fmla="*/ 131 h 1910"/>
                <a:gd name="T42" fmla="*/ 1723 w 1906"/>
                <a:gd name="T43" fmla="*/ 418 h 1910"/>
                <a:gd name="T44" fmla="*/ 1149 w 1906"/>
                <a:gd name="T45" fmla="*/ 418 h 1910"/>
                <a:gd name="T46" fmla="*/ 1436 w 1906"/>
                <a:gd name="T47" fmla="*/ 131 h 1910"/>
                <a:gd name="T48" fmla="*/ 519 w 1906"/>
                <a:gd name="T49" fmla="*/ 1732 h 1910"/>
                <a:gd name="T50" fmla="*/ 519 w 1906"/>
                <a:gd name="T51" fmla="*/ 1732 h 1910"/>
                <a:gd name="T52" fmla="*/ 439 w 1906"/>
                <a:gd name="T53" fmla="*/ 1786 h 1910"/>
                <a:gd name="T54" fmla="*/ 351 w 1906"/>
                <a:gd name="T55" fmla="*/ 1803 h 1910"/>
                <a:gd name="T56" fmla="*/ 258 w 1906"/>
                <a:gd name="T57" fmla="*/ 1786 h 1910"/>
                <a:gd name="T58" fmla="*/ 177 w 1906"/>
                <a:gd name="T59" fmla="*/ 1732 h 1910"/>
                <a:gd name="T60" fmla="*/ 177 w 1906"/>
                <a:gd name="T61" fmla="*/ 1732 h 1910"/>
                <a:gd name="T62" fmla="*/ 127 w 1906"/>
                <a:gd name="T63" fmla="*/ 1651 h 1910"/>
                <a:gd name="T64" fmla="*/ 106 w 1906"/>
                <a:gd name="T65" fmla="*/ 1558 h 1910"/>
                <a:gd name="T66" fmla="*/ 127 w 1906"/>
                <a:gd name="T67" fmla="*/ 1470 h 1910"/>
                <a:gd name="T68" fmla="*/ 177 w 1906"/>
                <a:gd name="T69" fmla="*/ 1389 h 1910"/>
                <a:gd name="T70" fmla="*/ 1043 w 1906"/>
                <a:gd name="T71" fmla="*/ 524 h 1910"/>
                <a:gd name="T72" fmla="*/ 1732 w 1906"/>
                <a:gd name="T73" fmla="*/ 524 h 1910"/>
                <a:gd name="T74" fmla="*/ 519 w 1906"/>
                <a:gd name="T75" fmla="*/ 1732 h 19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6" h="1910">
                  <a:moveTo>
                    <a:pt x="1905" y="473"/>
                  </a:moveTo>
                  <a:lnTo>
                    <a:pt x="1905" y="473"/>
                  </a:lnTo>
                  <a:lnTo>
                    <a:pt x="1905" y="473"/>
                  </a:lnTo>
                  <a:lnTo>
                    <a:pt x="1905" y="469"/>
                  </a:lnTo>
                  <a:cubicBezTo>
                    <a:pt x="1905" y="448"/>
                    <a:pt x="1896" y="431"/>
                    <a:pt x="1875" y="422"/>
                  </a:cubicBezTo>
                  <a:cubicBezTo>
                    <a:pt x="1474" y="21"/>
                    <a:pt x="1474" y="21"/>
                    <a:pt x="1474" y="21"/>
                  </a:cubicBezTo>
                  <a:cubicBezTo>
                    <a:pt x="1453" y="0"/>
                    <a:pt x="1419" y="0"/>
                    <a:pt x="1398" y="21"/>
                  </a:cubicBezTo>
                  <a:cubicBezTo>
                    <a:pt x="106" y="1314"/>
                    <a:pt x="106" y="1314"/>
                    <a:pt x="106" y="1314"/>
                  </a:cubicBezTo>
                  <a:cubicBezTo>
                    <a:pt x="72" y="1347"/>
                    <a:pt x="42" y="1389"/>
                    <a:pt x="25" y="1428"/>
                  </a:cubicBezTo>
                  <a:cubicBezTo>
                    <a:pt x="9" y="1470"/>
                    <a:pt x="0" y="1516"/>
                    <a:pt x="0" y="1558"/>
                  </a:cubicBezTo>
                  <a:cubicBezTo>
                    <a:pt x="0" y="1605"/>
                    <a:pt x="9" y="1651"/>
                    <a:pt x="25" y="1689"/>
                  </a:cubicBezTo>
                  <a:cubicBezTo>
                    <a:pt x="42" y="1732"/>
                    <a:pt x="68" y="1774"/>
                    <a:pt x="106" y="1808"/>
                  </a:cubicBezTo>
                  <a:lnTo>
                    <a:pt x="106" y="1808"/>
                  </a:lnTo>
                  <a:cubicBezTo>
                    <a:pt x="139" y="1841"/>
                    <a:pt x="177" y="1867"/>
                    <a:pt x="220" y="1884"/>
                  </a:cubicBezTo>
                  <a:cubicBezTo>
                    <a:pt x="262" y="1901"/>
                    <a:pt x="304" y="1909"/>
                    <a:pt x="351" y="1909"/>
                  </a:cubicBezTo>
                  <a:cubicBezTo>
                    <a:pt x="393" y="1909"/>
                    <a:pt x="439" y="1901"/>
                    <a:pt x="482" y="1884"/>
                  </a:cubicBezTo>
                  <a:cubicBezTo>
                    <a:pt x="524" y="1867"/>
                    <a:pt x="562" y="1841"/>
                    <a:pt x="596" y="1808"/>
                  </a:cubicBezTo>
                  <a:cubicBezTo>
                    <a:pt x="1892" y="511"/>
                    <a:pt x="1892" y="511"/>
                    <a:pt x="1892" y="511"/>
                  </a:cubicBezTo>
                  <a:cubicBezTo>
                    <a:pt x="1901" y="503"/>
                    <a:pt x="1905" y="490"/>
                    <a:pt x="1905" y="473"/>
                  </a:cubicBezTo>
                  <a:close/>
                  <a:moveTo>
                    <a:pt x="1436" y="131"/>
                  </a:moveTo>
                  <a:lnTo>
                    <a:pt x="1436" y="131"/>
                  </a:lnTo>
                  <a:cubicBezTo>
                    <a:pt x="1723" y="418"/>
                    <a:pt x="1723" y="418"/>
                    <a:pt x="1723" y="418"/>
                  </a:cubicBezTo>
                  <a:cubicBezTo>
                    <a:pt x="1149" y="418"/>
                    <a:pt x="1149" y="418"/>
                    <a:pt x="1149" y="418"/>
                  </a:cubicBezTo>
                  <a:lnTo>
                    <a:pt x="1436" y="131"/>
                  </a:lnTo>
                  <a:close/>
                  <a:moveTo>
                    <a:pt x="519" y="1732"/>
                  </a:moveTo>
                  <a:lnTo>
                    <a:pt x="519" y="1732"/>
                  </a:lnTo>
                  <a:cubicBezTo>
                    <a:pt x="498" y="1757"/>
                    <a:pt x="469" y="1774"/>
                    <a:pt x="439" y="1786"/>
                  </a:cubicBezTo>
                  <a:cubicBezTo>
                    <a:pt x="414" y="1799"/>
                    <a:pt x="380" y="1803"/>
                    <a:pt x="351" y="1803"/>
                  </a:cubicBezTo>
                  <a:cubicBezTo>
                    <a:pt x="317" y="1803"/>
                    <a:pt x="287" y="1799"/>
                    <a:pt x="258" y="1786"/>
                  </a:cubicBezTo>
                  <a:cubicBezTo>
                    <a:pt x="228" y="1774"/>
                    <a:pt x="203" y="1757"/>
                    <a:pt x="177" y="1732"/>
                  </a:cubicBezTo>
                  <a:lnTo>
                    <a:pt x="177" y="1732"/>
                  </a:lnTo>
                  <a:cubicBezTo>
                    <a:pt x="156" y="1706"/>
                    <a:pt x="135" y="1681"/>
                    <a:pt x="127" y="1651"/>
                  </a:cubicBezTo>
                  <a:cubicBezTo>
                    <a:pt x="114" y="1622"/>
                    <a:pt x="106" y="1592"/>
                    <a:pt x="106" y="1558"/>
                  </a:cubicBezTo>
                  <a:cubicBezTo>
                    <a:pt x="106" y="1529"/>
                    <a:pt x="114" y="1499"/>
                    <a:pt x="127" y="1470"/>
                  </a:cubicBezTo>
                  <a:cubicBezTo>
                    <a:pt x="135" y="1440"/>
                    <a:pt x="156" y="1411"/>
                    <a:pt x="177" y="1389"/>
                  </a:cubicBezTo>
                  <a:cubicBezTo>
                    <a:pt x="1043" y="524"/>
                    <a:pt x="1043" y="524"/>
                    <a:pt x="1043" y="524"/>
                  </a:cubicBezTo>
                  <a:cubicBezTo>
                    <a:pt x="1732" y="524"/>
                    <a:pt x="1732" y="524"/>
                    <a:pt x="1732" y="524"/>
                  </a:cubicBezTo>
                  <a:lnTo>
                    <a:pt x="519" y="17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91" name="Freeform 18">
              <a:extLst>
                <a:ext uri="{FF2B5EF4-FFF2-40B4-BE49-F238E27FC236}">
                  <a16:creationId xmlns:a16="http://schemas.microsoft.com/office/drawing/2014/main" id="{33E762CD-D8EB-DF70-C4DF-B5F24D2A24E6}"/>
                </a:ext>
              </a:extLst>
            </p:cNvPr>
            <p:cNvSpPr>
              <a:spLocks noChangeArrowheads="1"/>
            </p:cNvSpPr>
            <p:nvPr/>
          </p:nvSpPr>
          <p:spPr bwMode="auto">
            <a:xfrm>
              <a:off x="703263" y="2100263"/>
              <a:ext cx="207962" cy="304800"/>
            </a:xfrm>
            <a:custGeom>
              <a:avLst/>
              <a:gdLst>
                <a:gd name="T0" fmla="*/ 578 w 579"/>
                <a:gd name="T1" fmla="*/ 519 h 846"/>
                <a:gd name="T2" fmla="*/ 578 w 579"/>
                <a:gd name="T3" fmla="*/ 519 h 846"/>
                <a:gd name="T4" fmla="*/ 557 w 579"/>
                <a:gd name="T5" fmla="*/ 448 h 846"/>
                <a:gd name="T6" fmla="*/ 494 w 579"/>
                <a:gd name="T7" fmla="*/ 308 h 846"/>
                <a:gd name="T8" fmla="*/ 388 w 579"/>
                <a:gd name="T9" fmla="*/ 114 h 846"/>
                <a:gd name="T10" fmla="*/ 333 w 579"/>
                <a:gd name="T11" fmla="*/ 21 h 846"/>
                <a:gd name="T12" fmla="*/ 287 w 579"/>
                <a:gd name="T13" fmla="*/ 0 h 846"/>
                <a:gd name="T14" fmla="*/ 245 w 579"/>
                <a:gd name="T15" fmla="*/ 21 h 846"/>
                <a:gd name="T16" fmla="*/ 122 w 579"/>
                <a:gd name="T17" fmla="*/ 228 h 846"/>
                <a:gd name="T18" fmla="*/ 38 w 579"/>
                <a:gd name="T19" fmla="*/ 401 h 846"/>
                <a:gd name="T20" fmla="*/ 12 w 579"/>
                <a:gd name="T21" fmla="*/ 481 h 846"/>
                <a:gd name="T22" fmla="*/ 0 w 579"/>
                <a:gd name="T23" fmla="*/ 519 h 846"/>
                <a:gd name="T24" fmla="*/ 0 w 579"/>
                <a:gd name="T25" fmla="*/ 553 h 846"/>
                <a:gd name="T26" fmla="*/ 21 w 579"/>
                <a:gd name="T27" fmla="*/ 667 h 846"/>
                <a:gd name="T28" fmla="*/ 126 w 579"/>
                <a:gd name="T29" fmla="*/ 794 h 846"/>
                <a:gd name="T30" fmla="*/ 287 w 579"/>
                <a:gd name="T31" fmla="*/ 845 h 846"/>
                <a:gd name="T32" fmla="*/ 401 w 579"/>
                <a:gd name="T33" fmla="*/ 823 h 846"/>
                <a:gd name="T34" fmla="*/ 532 w 579"/>
                <a:gd name="T35" fmla="*/ 718 h 846"/>
                <a:gd name="T36" fmla="*/ 578 w 579"/>
                <a:gd name="T37" fmla="*/ 553 h 846"/>
                <a:gd name="T38" fmla="*/ 578 w 579"/>
                <a:gd name="T39" fmla="*/ 519 h 846"/>
                <a:gd name="T40" fmla="*/ 460 w 579"/>
                <a:gd name="T41" fmla="*/ 625 h 846"/>
                <a:gd name="T42" fmla="*/ 460 w 579"/>
                <a:gd name="T43" fmla="*/ 625 h 846"/>
                <a:gd name="T44" fmla="*/ 393 w 579"/>
                <a:gd name="T45" fmla="*/ 709 h 846"/>
                <a:gd name="T46" fmla="*/ 287 w 579"/>
                <a:gd name="T47" fmla="*/ 739 h 846"/>
                <a:gd name="T48" fmla="*/ 215 w 579"/>
                <a:gd name="T49" fmla="*/ 726 h 846"/>
                <a:gd name="T50" fmla="*/ 135 w 579"/>
                <a:gd name="T51" fmla="*/ 659 h 846"/>
                <a:gd name="T52" fmla="*/ 105 w 579"/>
                <a:gd name="T53" fmla="*/ 553 h 846"/>
                <a:gd name="T54" fmla="*/ 105 w 579"/>
                <a:gd name="T55" fmla="*/ 536 h 846"/>
                <a:gd name="T56" fmla="*/ 122 w 579"/>
                <a:gd name="T57" fmla="*/ 481 h 846"/>
                <a:gd name="T58" fmla="*/ 177 w 579"/>
                <a:gd name="T59" fmla="*/ 355 h 846"/>
                <a:gd name="T60" fmla="*/ 283 w 579"/>
                <a:gd name="T61" fmla="*/ 165 h 846"/>
                <a:gd name="T62" fmla="*/ 287 w 579"/>
                <a:gd name="T63" fmla="*/ 152 h 846"/>
                <a:gd name="T64" fmla="*/ 363 w 579"/>
                <a:gd name="T65" fmla="*/ 283 h 846"/>
                <a:gd name="T66" fmla="*/ 443 w 579"/>
                <a:gd name="T67" fmla="*/ 443 h 846"/>
                <a:gd name="T68" fmla="*/ 464 w 579"/>
                <a:gd name="T69" fmla="*/ 511 h 846"/>
                <a:gd name="T70" fmla="*/ 473 w 579"/>
                <a:gd name="T71" fmla="*/ 536 h 846"/>
                <a:gd name="T72" fmla="*/ 473 w 579"/>
                <a:gd name="T73" fmla="*/ 553 h 846"/>
                <a:gd name="T74" fmla="*/ 460 w 579"/>
                <a:gd name="T75" fmla="*/ 625 h 8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79" h="846">
                  <a:moveTo>
                    <a:pt x="578" y="519"/>
                  </a:moveTo>
                  <a:lnTo>
                    <a:pt x="578" y="519"/>
                  </a:lnTo>
                  <a:cubicBezTo>
                    <a:pt x="574" y="494"/>
                    <a:pt x="566" y="473"/>
                    <a:pt x="557" y="448"/>
                  </a:cubicBezTo>
                  <a:cubicBezTo>
                    <a:pt x="540" y="401"/>
                    <a:pt x="519" y="355"/>
                    <a:pt x="494" y="308"/>
                  </a:cubicBezTo>
                  <a:cubicBezTo>
                    <a:pt x="460" y="236"/>
                    <a:pt x="418" y="165"/>
                    <a:pt x="388" y="114"/>
                  </a:cubicBezTo>
                  <a:cubicBezTo>
                    <a:pt x="354" y="59"/>
                    <a:pt x="333" y="25"/>
                    <a:pt x="333" y="21"/>
                  </a:cubicBezTo>
                  <a:cubicBezTo>
                    <a:pt x="325" y="8"/>
                    <a:pt x="308" y="0"/>
                    <a:pt x="287" y="0"/>
                  </a:cubicBezTo>
                  <a:cubicBezTo>
                    <a:pt x="270" y="0"/>
                    <a:pt x="253" y="8"/>
                    <a:pt x="245" y="21"/>
                  </a:cubicBezTo>
                  <a:cubicBezTo>
                    <a:pt x="245" y="25"/>
                    <a:pt x="186" y="118"/>
                    <a:pt x="122" y="228"/>
                  </a:cubicBezTo>
                  <a:cubicBezTo>
                    <a:pt x="93" y="283"/>
                    <a:pt x="63" y="342"/>
                    <a:pt x="38" y="401"/>
                  </a:cubicBezTo>
                  <a:cubicBezTo>
                    <a:pt x="29" y="426"/>
                    <a:pt x="17" y="456"/>
                    <a:pt x="12" y="481"/>
                  </a:cubicBezTo>
                  <a:cubicBezTo>
                    <a:pt x="8" y="494"/>
                    <a:pt x="4" y="507"/>
                    <a:pt x="0" y="519"/>
                  </a:cubicBezTo>
                  <a:cubicBezTo>
                    <a:pt x="0" y="528"/>
                    <a:pt x="0" y="541"/>
                    <a:pt x="0" y="553"/>
                  </a:cubicBezTo>
                  <a:cubicBezTo>
                    <a:pt x="0" y="595"/>
                    <a:pt x="8" y="633"/>
                    <a:pt x="21" y="667"/>
                  </a:cubicBezTo>
                  <a:cubicBezTo>
                    <a:pt x="42" y="718"/>
                    <a:pt x="80" y="764"/>
                    <a:pt x="126" y="794"/>
                  </a:cubicBezTo>
                  <a:cubicBezTo>
                    <a:pt x="173" y="828"/>
                    <a:pt x="228" y="845"/>
                    <a:pt x="287" y="845"/>
                  </a:cubicBezTo>
                  <a:cubicBezTo>
                    <a:pt x="329" y="845"/>
                    <a:pt x="367" y="836"/>
                    <a:pt x="401" y="823"/>
                  </a:cubicBezTo>
                  <a:cubicBezTo>
                    <a:pt x="456" y="798"/>
                    <a:pt x="498" y="764"/>
                    <a:pt x="532" y="718"/>
                  </a:cubicBezTo>
                  <a:cubicBezTo>
                    <a:pt x="561" y="671"/>
                    <a:pt x="578" y="612"/>
                    <a:pt x="578" y="553"/>
                  </a:cubicBezTo>
                  <a:cubicBezTo>
                    <a:pt x="578" y="541"/>
                    <a:pt x="578" y="528"/>
                    <a:pt x="578" y="519"/>
                  </a:cubicBezTo>
                  <a:close/>
                  <a:moveTo>
                    <a:pt x="460" y="625"/>
                  </a:moveTo>
                  <a:lnTo>
                    <a:pt x="460" y="625"/>
                  </a:lnTo>
                  <a:cubicBezTo>
                    <a:pt x="447" y="659"/>
                    <a:pt x="422" y="688"/>
                    <a:pt x="393" y="709"/>
                  </a:cubicBezTo>
                  <a:cubicBezTo>
                    <a:pt x="363" y="726"/>
                    <a:pt x="329" y="739"/>
                    <a:pt x="287" y="739"/>
                  </a:cubicBezTo>
                  <a:cubicBezTo>
                    <a:pt x="262" y="739"/>
                    <a:pt x="241" y="735"/>
                    <a:pt x="215" y="726"/>
                  </a:cubicBezTo>
                  <a:cubicBezTo>
                    <a:pt x="186" y="709"/>
                    <a:pt x="156" y="688"/>
                    <a:pt x="135" y="659"/>
                  </a:cubicBezTo>
                  <a:cubicBezTo>
                    <a:pt x="114" y="629"/>
                    <a:pt x="105" y="591"/>
                    <a:pt x="105" y="553"/>
                  </a:cubicBezTo>
                  <a:cubicBezTo>
                    <a:pt x="105" y="549"/>
                    <a:pt x="105" y="545"/>
                    <a:pt x="105" y="536"/>
                  </a:cubicBezTo>
                  <a:cubicBezTo>
                    <a:pt x="110" y="519"/>
                    <a:pt x="114" y="503"/>
                    <a:pt x="122" y="481"/>
                  </a:cubicBezTo>
                  <a:cubicBezTo>
                    <a:pt x="135" y="443"/>
                    <a:pt x="156" y="401"/>
                    <a:pt x="177" y="355"/>
                  </a:cubicBezTo>
                  <a:cubicBezTo>
                    <a:pt x="211" y="287"/>
                    <a:pt x="249" y="220"/>
                    <a:pt x="283" y="165"/>
                  </a:cubicBezTo>
                  <a:cubicBezTo>
                    <a:pt x="283" y="160"/>
                    <a:pt x="287" y="156"/>
                    <a:pt x="287" y="152"/>
                  </a:cubicBezTo>
                  <a:cubicBezTo>
                    <a:pt x="312" y="190"/>
                    <a:pt x="338" y="236"/>
                    <a:pt x="363" y="283"/>
                  </a:cubicBezTo>
                  <a:cubicBezTo>
                    <a:pt x="393" y="338"/>
                    <a:pt x="422" y="393"/>
                    <a:pt x="443" y="443"/>
                  </a:cubicBezTo>
                  <a:cubicBezTo>
                    <a:pt x="452" y="469"/>
                    <a:pt x="460" y="490"/>
                    <a:pt x="464" y="511"/>
                  </a:cubicBezTo>
                  <a:cubicBezTo>
                    <a:pt x="469" y="519"/>
                    <a:pt x="473" y="528"/>
                    <a:pt x="473" y="536"/>
                  </a:cubicBezTo>
                  <a:cubicBezTo>
                    <a:pt x="473" y="545"/>
                    <a:pt x="473" y="549"/>
                    <a:pt x="473" y="553"/>
                  </a:cubicBezTo>
                  <a:cubicBezTo>
                    <a:pt x="473" y="578"/>
                    <a:pt x="469" y="604"/>
                    <a:pt x="460" y="62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292" name="Freeform 19">
            <a:extLst>
              <a:ext uri="{FF2B5EF4-FFF2-40B4-BE49-F238E27FC236}">
                <a16:creationId xmlns:a16="http://schemas.microsoft.com/office/drawing/2014/main" id="{2BBB0BFF-49F2-8A3D-1887-106BCB206BA8}"/>
              </a:ext>
            </a:extLst>
          </p:cNvPr>
          <p:cNvSpPr>
            <a:spLocks noChangeArrowheads="1"/>
          </p:cNvSpPr>
          <p:nvPr/>
        </p:nvSpPr>
        <p:spPr bwMode="auto">
          <a:xfrm>
            <a:off x="2658481" y="4400026"/>
            <a:ext cx="289109" cy="207899"/>
          </a:xfrm>
          <a:custGeom>
            <a:avLst/>
            <a:gdLst>
              <a:gd name="T0" fmla="*/ 2690 w 2746"/>
              <a:gd name="T1" fmla="*/ 823 h 1977"/>
              <a:gd name="T2" fmla="*/ 2525 w 2746"/>
              <a:gd name="T3" fmla="*/ 105 h 1977"/>
              <a:gd name="T4" fmla="*/ 2635 w 2746"/>
              <a:gd name="T5" fmla="*/ 54 h 1977"/>
              <a:gd name="T6" fmla="*/ 2470 w 2746"/>
              <a:gd name="T7" fmla="*/ 0 h 1977"/>
              <a:gd name="T8" fmla="*/ 1922 w 2746"/>
              <a:gd name="T9" fmla="*/ 0 h 1977"/>
              <a:gd name="T10" fmla="*/ 1922 w 2746"/>
              <a:gd name="T11" fmla="*/ 105 h 1977"/>
              <a:gd name="T12" fmla="*/ 1981 w 2746"/>
              <a:gd name="T13" fmla="*/ 823 h 1977"/>
              <a:gd name="T14" fmla="*/ 1643 w 2746"/>
              <a:gd name="T15" fmla="*/ 105 h 1977"/>
              <a:gd name="T16" fmla="*/ 1753 w 2746"/>
              <a:gd name="T17" fmla="*/ 54 h 1977"/>
              <a:gd name="T18" fmla="*/ 1592 w 2746"/>
              <a:gd name="T19" fmla="*/ 0 h 1977"/>
              <a:gd name="T20" fmla="*/ 1043 w 2746"/>
              <a:gd name="T21" fmla="*/ 0 h 1977"/>
              <a:gd name="T22" fmla="*/ 1043 w 2746"/>
              <a:gd name="T23" fmla="*/ 105 h 1977"/>
              <a:gd name="T24" fmla="*/ 1098 w 2746"/>
              <a:gd name="T25" fmla="*/ 823 h 1977"/>
              <a:gd name="T26" fmla="*/ 764 w 2746"/>
              <a:gd name="T27" fmla="*/ 105 h 1977"/>
              <a:gd name="T28" fmla="*/ 874 w 2746"/>
              <a:gd name="T29" fmla="*/ 54 h 1977"/>
              <a:gd name="T30" fmla="*/ 714 w 2746"/>
              <a:gd name="T31" fmla="*/ 0 h 1977"/>
              <a:gd name="T32" fmla="*/ 160 w 2746"/>
              <a:gd name="T33" fmla="*/ 0 h 1977"/>
              <a:gd name="T34" fmla="*/ 160 w 2746"/>
              <a:gd name="T35" fmla="*/ 105 h 1977"/>
              <a:gd name="T36" fmla="*/ 220 w 2746"/>
              <a:gd name="T37" fmla="*/ 823 h 1977"/>
              <a:gd name="T38" fmla="*/ 0 w 2746"/>
              <a:gd name="T39" fmla="*/ 878 h 1977"/>
              <a:gd name="T40" fmla="*/ 220 w 2746"/>
              <a:gd name="T41" fmla="*/ 929 h 1977"/>
              <a:gd name="T42" fmla="*/ 241 w 2746"/>
              <a:gd name="T43" fmla="*/ 1807 h 1977"/>
              <a:gd name="T44" fmla="*/ 494 w 2746"/>
              <a:gd name="T45" fmla="*/ 1976 h 1977"/>
              <a:gd name="T46" fmla="*/ 718 w 2746"/>
              <a:gd name="T47" fmla="*/ 1854 h 1977"/>
              <a:gd name="T48" fmla="*/ 764 w 2746"/>
              <a:gd name="T49" fmla="*/ 929 h 1977"/>
              <a:gd name="T50" fmla="*/ 1098 w 2746"/>
              <a:gd name="T51" fmla="*/ 1701 h 1977"/>
              <a:gd name="T52" fmla="*/ 1220 w 2746"/>
              <a:gd name="T53" fmla="*/ 1929 h 1977"/>
              <a:gd name="T54" fmla="*/ 1478 w 2746"/>
              <a:gd name="T55" fmla="*/ 1955 h 1977"/>
              <a:gd name="T56" fmla="*/ 1643 w 2746"/>
              <a:gd name="T57" fmla="*/ 1701 h 1977"/>
              <a:gd name="T58" fmla="*/ 1981 w 2746"/>
              <a:gd name="T59" fmla="*/ 929 h 1977"/>
              <a:gd name="T60" fmla="*/ 2002 w 2746"/>
              <a:gd name="T61" fmla="*/ 1807 h 1977"/>
              <a:gd name="T62" fmla="*/ 2251 w 2746"/>
              <a:gd name="T63" fmla="*/ 1976 h 1977"/>
              <a:gd name="T64" fmla="*/ 2479 w 2746"/>
              <a:gd name="T65" fmla="*/ 1854 h 1977"/>
              <a:gd name="T66" fmla="*/ 2525 w 2746"/>
              <a:gd name="T67" fmla="*/ 929 h 1977"/>
              <a:gd name="T68" fmla="*/ 2745 w 2746"/>
              <a:gd name="T69" fmla="*/ 878 h 1977"/>
              <a:gd name="T70" fmla="*/ 325 w 2746"/>
              <a:gd name="T71" fmla="*/ 105 h 1977"/>
              <a:gd name="T72" fmla="*/ 659 w 2746"/>
              <a:gd name="T73" fmla="*/ 105 h 1977"/>
              <a:gd name="T74" fmla="*/ 325 w 2746"/>
              <a:gd name="T75" fmla="*/ 823 h 1977"/>
              <a:gd name="T76" fmla="*/ 659 w 2746"/>
              <a:gd name="T77" fmla="*/ 1701 h 1977"/>
              <a:gd name="T78" fmla="*/ 646 w 2746"/>
              <a:gd name="T79" fmla="*/ 1769 h 1977"/>
              <a:gd name="T80" fmla="*/ 494 w 2746"/>
              <a:gd name="T81" fmla="*/ 1870 h 1977"/>
              <a:gd name="T82" fmla="*/ 355 w 2746"/>
              <a:gd name="T83" fmla="*/ 1794 h 1977"/>
              <a:gd name="T84" fmla="*/ 325 w 2746"/>
              <a:gd name="T85" fmla="*/ 929 h 1977"/>
              <a:gd name="T86" fmla="*/ 659 w 2746"/>
              <a:gd name="T87" fmla="*/ 1701 h 1977"/>
              <a:gd name="T88" fmla="*/ 1203 w 2746"/>
              <a:gd name="T89" fmla="*/ 105 h 1977"/>
              <a:gd name="T90" fmla="*/ 1537 w 2746"/>
              <a:gd name="T91" fmla="*/ 823 h 1977"/>
              <a:gd name="T92" fmla="*/ 1203 w 2746"/>
              <a:gd name="T93" fmla="*/ 105 h 1977"/>
              <a:gd name="T94" fmla="*/ 1537 w 2746"/>
              <a:gd name="T95" fmla="*/ 1701 h 1977"/>
              <a:gd name="T96" fmla="*/ 1465 w 2746"/>
              <a:gd name="T97" fmla="*/ 1841 h 1977"/>
              <a:gd name="T98" fmla="*/ 1305 w 2746"/>
              <a:gd name="T99" fmla="*/ 1858 h 1977"/>
              <a:gd name="T100" fmla="*/ 1203 w 2746"/>
              <a:gd name="T101" fmla="*/ 1701 h 1977"/>
              <a:gd name="T102" fmla="*/ 1537 w 2746"/>
              <a:gd name="T103" fmla="*/ 929 h 1977"/>
              <a:gd name="T104" fmla="*/ 2086 w 2746"/>
              <a:gd name="T105" fmla="*/ 105 h 1977"/>
              <a:gd name="T106" fmla="*/ 2420 w 2746"/>
              <a:gd name="T107" fmla="*/ 105 h 1977"/>
              <a:gd name="T108" fmla="*/ 2086 w 2746"/>
              <a:gd name="T109" fmla="*/ 823 h 1977"/>
              <a:gd name="T110" fmla="*/ 2420 w 2746"/>
              <a:gd name="T111" fmla="*/ 1701 h 1977"/>
              <a:gd name="T112" fmla="*/ 2407 w 2746"/>
              <a:gd name="T113" fmla="*/ 1769 h 1977"/>
              <a:gd name="T114" fmla="*/ 2251 w 2746"/>
              <a:gd name="T115" fmla="*/ 1870 h 1977"/>
              <a:gd name="T116" fmla="*/ 2112 w 2746"/>
              <a:gd name="T117" fmla="*/ 1794 h 1977"/>
              <a:gd name="T118" fmla="*/ 2086 w 2746"/>
              <a:gd name="T119" fmla="*/ 929 h 1977"/>
              <a:gd name="T120" fmla="*/ 2420 w 2746"/>
              <a:gd name="T121" fmla="*/ 1701 h 19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746" h="1977">
                <a:moveTo>
                  <a:pt x="2690" y="823"/>
                </a:moveTo>
                <a:lnTo>
                  <a:pt x="2690" y="823"/>
                </a:lnTo>
                <a:cubicBezTo>
                  <a:pt x="2525" y="823"/>
                  <a:pt x="2525" y="823"/>
                  <a:pt x="2525" y="823"/>
                </a:cubicBezTo>
                <a:cubicBezTo>
                  <a:pt x="2525" y="105"/>
                  <a:pt x="2525" y="105"/>
                  <a:pt x="2525" y="105"/>
                </a:cubicBezTo>
                <a:cubicBezTo>
                  <a:pt x="2580" y="105"/>
                  <a:pt x="2580" y="105"/>
                  <a:pt x="2580" y="105"/>
                </a:cubicBezTo>
                <a:cubicBezTo>
                  <a:pt x="2610" y="105"/>
                  <a:pt x="2635" y="84"/>
                  <a:pt x="2635" y="54"/>
                </a:cubicBezTo>
                <a:cubicBezTo>
                  <a:pt x="2635" y="25"/>
                  <a:pt x="2610" y="0"/>
                  <a:pt x="2580" y="0"/>
                </a:cubicBezTo>
                <a:cubicBezTo>
                  <a:pt x="2470" y="0"/>
                  <a:pt x="2470" y="0"/>
                  <a:pt x="2470" y="0"/>
                </a:cubicBezTo>
                <a:cubicBezTo>
                  <a:pt x="2031" y="0"/>
                  <a:pt x="2031" y="0"/>
                  <a:pt x="2031" y="0"/>
                </a:cubicBezTo>
                <a:cubicBezTo>
                  <a:pt x="1922" y="0"/>
                  <a:pt x="1922" y="0"/>
                  <a:pt x="1922" y="0"/>
                </a:cubicBezTo>
                <a:cubicBezTo>
                  <a:pt x="1892" y="0"/>
                  <a:pt x="1871" y="25"/>
                  <a:pt x="1871" y="54"/>
                </a:cubicBezTo>
                <a:cubicBezTo>
                  <a:pt x="1871" y="84"/>
                  <a:pt x="1892" y="105"/>
                  <a:pt x="1922" y="105"/>
                </a:cubicBezTo>
                <a:cubicBezTo>
                  <a:pt x="1981" y="105"/>
                  <a:pt x="1981" y="105"/>
                  <a:pt x="1981" y="105"/>
                </a:cubicBezTo>
                <a:cubicBezTo>
                  <a:pt x="1981" y="823"/>
                  <a:pt x="1981" y="823"/>
                  <a:pt x="1981" y="823"/>
                </a:cubicBezTo>
                <a:cubicBezTo>
                  <a:pt x="1643" y="823"/>
                  <a:pt x="1643" y="823"/>
                  <a:pt x="1643" y="823"/>
                </a:cubicBezTo>
                <a:cubicBezTo>
                  <a:pt x="1643" y="105"/>
                  <a:pt x="1643" y="105"/>
                  <a:pt x="1643" y="105"/>
                </a:cubicBezTo>
                <a:cubicBezTo>
                  <a:pt x="1702" y="105"/>
                  <a:pt x="1702" y="105"/>
                  <a:pt x="1702" y="105"/>
                </a:cubicBezTo>
                <a:cubicBezTo>
                  <a:pt x="1731" y="105"/>
                  <a:pt x="1753" y="84"/>
                  <a:pt x="1753" y="54"/>
                </a:cubicBezTo>
                <a:cubicBezTo>
                  <a:pt x="1753" y="25"/>
                  <a:pt x="1731" y="0"/>
                  <a:pt x="1702" y="0"/>
                </a:cubicBezTo>
                <a:cubicBezTo>
                  <a:pt x="1592" y="0"/>
                  <a:pt x="1592" y="0"/>
                  <a:pt x="1592" y="0"/>
                </a:cubicBezTo>
                <a:cubicBezTo>
                  <a:pt x="1153" y="0"/>
                  <a:pt x="1153" y="0"/>
                  <a:pt x="1153" y="0"/>
                </a:cubicBezTo>
                <a:cubicBezTo>
                  <a:pt x="1043" y="0"/>
                  <a:pt x="1043" y="0"/>
                  <a:pt x="1043" y="0"/>
                </a:cubicBezTo>
                <a:cubicBezTo>
                  <a:pt x="1013" y="0"/>
                  <a:pt x="988" y="25"/>
                  <a:pt x="988" y="54"/>
                </a:cubicBezTo>
                <a:cubicBezTo>
                  <a:pt x="988" y="84"/>
                  <a:pt x="1013" y="105"/>
                  <a:pt x="1043" y="105"/>
                </a:cubicBezTo>
                <a:cubicBezTo>
                  <a:pt x="1098" y="105"/>
                  <a:pt x="1098" y="105"/>
                  <a:pt x="1098" y="105"/>
                </a:cubicBezTo>
                <a:cubicBezTo>
                  <a:pt x="1098" y="823"/>
                  <a:pt x="1098" y="823"/>
                  <a:pt x="1098" y="823"/>
                </a:cubicBezTo>
                <a:cubicBezTo>
                  <a:pt x="764" y="823"/>
                  <a:pt x="764" y="823"/>
                  <a:pt x="764" y="823"/>
                </a:cubicBezTo>
                <a:cubicBezTo>
                  <a:pt x="764" y="105"/>
                  <a:pt x="764" y="105"/>
                  <a:pt x="764" y="105"/>
                </a:cubicBezTo>
                <a:cubicBezTo>
                  <a:pt x="823" y="105"/>
                  <a:pt x="823" y="105"/>
                  <a:pt x="823" y="105"/>
                </a:cubicBezTo>
                <a:cubicBezTo>
                  <a:pt x="853" y="105"/>
                  <a:pt x="874" y="84"/>
                  <a:pt x="874" y="54"/>
                </a:cubicBezTo>
                <a:cubicBezTo>
                  <a:pt x="874" y="25"/>
                  <a:pt x="853" y="0"/>
                  <a:pt x="823" y="0"/>
                </a:cubicBezTo>
                <a:cubicBezTo>
                  <a:pt x="714" y="0"/>
                  <a:pt x="714" y="0"/>
                  <a:pt x="714" y="0"/>
                </a:cubicBezTo>
                <a:cubicBezTo>
                  <a:pt x="270" y="0"/>
                  <a:pt x="270" y="0"/>
                  <a:pt x="270" y="0"/>
                </a:cubicBezTo>
                <a:cubicBezTo>
                  <a:pt x="160" y="0"/>
                  <a:pt x="160" y="0"/>
                  <a:pt x="160" y="0"/>
                </a:cubicBezTo>
                <a:cubicBezTo>
                  <a:pt x="135" y="0"/>
                  <a:pt x="110" y="25"/>
                  <a:pt x="110" y="54"/>
                </a:cubicBezTo>
                <a:cubicBezTo>
                  <a:pt x="110" y="84"/>
                  <a:pt x="135" y="105"/>
                  <a:pt x="160" y="105"/>
                </a:cubicBezTo>
                <a:cubicBezTo>
                  <a:pt x="220" y="105"/>
                  <a:pt x="220" y="105"/>
                  <a:pt x="220" y="105"/>
                </a:cubicBezTo>
                <a:cubicBezTo>
                  <a:pt x="220" y="823"/>
                  <a:pt x="220" y="823"/>
                  <a:pt x="220" y="823"/>
                </a:cubicBezTo>
                <a:cubicBezTo>
                  <a:pt x="51" y="823"/>
                  <a:pt x="51" y="823"/>
                  <a:pt x="51" y="823"/>
                </a:cubicBezTo>
                <a:cubicBezTo>
                  <a:pt x="21" y="823"/>
                  <a:pt x="0" y="848"/>
                  <a:pt x="0" y="878"/>
                </a:cubicBezTo>
                <a:cubicBezTo>
                  <a:pt x="0" y="908"/>
                  <a:pt x="21" y="929"/>
                  <a:pt x="51" y="929"/>
                </a:cubicBezTo>
                <a:cubicBezTo>
                  <a:pt x="220" y="929"/>
                  <a:pt x="220" y="929"/>
                  <a:pt x="220" y="929"/>
                </a:cubicBezTo>
                <a:cubicBezTo>
                  <a:pt x="220" y="1701"/>
                  <a:pt x="220" y="1701"/>
                  <a:pt x="220" y="1701"/>
                </a:cubicBezTo>
                <a:cubicBezTo>
                  <a:pt x="220" y="1739"/>
                  <a:pt x="228" y="1777"/>
                  <a:pt x="241" y="1807"/>
                </a:cubicBezTo>
                <a:cubicBezTo>
                  <a:pt x="262" y="1858"/>
                  <a:pt x="295" y="1900"/>
                  <a:pt x="338" y="1929"/>
                </a:cubicBezTo>
                <a:cubicBezTo>
                  <a:pt x="384" y="1959"/>
                  <a:pt x="435" y="1976"/>
                  <a:pt x="494" y="1976"/>
                </a:cubicBezTo>
                <a:cubicBezTo>
                  <a:pt x="528" y="1976"/>
                  <a:pt x="566" y="1967"/>
                  <a:pt x="600" y="1955"/>
                </a:cubicBezTo>
                <a:cubicBezTo>
                  <a:pt x="646" y="1934"/>
                  <a:pt x="688" y="1900"/>
                  <a:pt x="718" y="1854"/>
                </a:cubicBezTo>
                <a:cubicBezTo>
                  <a:pt x="747" y="1811"/>
                  <a:pt x="764" y="1761"/>
                  <a:pt x="764" y="1701"/>
                </a:cubicBezTo>
                <a:cubicBezTo>
                  <a:pt x="764" y="929"/>
                  <a:pt x="764" y="929"/>
                  <a:pt x="764" y="929"/>
                </a:cubicBezTo>
                <a:cubicBezTo>
                  <a:pt x="1098" y="929"/>
                  <a:pt x="1098" y="929"/>
                  <a:pt x="1098" y="929"/>
                </a:cubicBezTo>
                <a:cubicBezTo>
                  <a:pt x="1098" y="1701"/>
                  <a:pt x="1098" y="1701"/>
                  <a:pt x="1098" y="1701"/>
                </a:cubicBezTo>
                <a:cubicBezTo>
                  <a:pt x="1098" y="1739"/>
                  <a:pt x="1106" y="1777"/>
                  <a:pt x="1119" y="1807"/>
                </a:cubicBezTo>
                <a:cubicBezTo>
                  <a:pt x="1140" y="1858"/>
                  <a:pt x="1174" y="1900"/>
                  <a:pt x="1220" y="1929"/>
                </a:cubicBezTo>
                <a:cubicBezTo>
                  <a:pt x="1263" y="1959"/>
                  <a:pt x="1318" y="1976"/>
                  <a:pt x="1372" y="1976"/>
                </a:cubicBezTo>
                <a:cubicBezTo>
                  <a:pt x="1410" y="1976"/>
                  <a:pt x="1444" y="1967"/>
                  <a:pt x="1478" y="1955"/>
                </a:cubicBezTo>
                <a:cubicBezTo>
                  <a:pt x="1529" y="1934"/>
                  <a:pt x="1567" y="1900"/>
                  <a:pt x="1596" y="1854"/>
                </a:cubicBezTo>
                <a:cubicBezTo>
                  <a:pt x="1626" y="1811"/>
                  <a:pt x="1643" y="1761"/>
                  <a:pt x="1643" y="1701"/>
                </a:cubicBezTo>
                <a:cubicBezTo>
                  <a:pt x="1643" y="929"/>
                  <a:pt x="1643" y="929"/>
                  <a:pt x="1643" y="929"/>
                </a:cubicBezTo>
                <a:cubicBezTo>
                  <a:pt x="1981" y="929"/>
                  <a:pt x="1981" y="929"/>
                  <a:pt x="1981" y="929"/>
                </a:cubicBezTo>
                <a:cubicBezTo>
                  <a:pt x="1981" y="1701"/>
                  <a:pt x="1981" y="1701"/>
                  <a:pt x="1981" y="1701"/>
                </a:cubicBezTo>
                <a:cubicBezTo>
                  <a:pt x="1981" y="1739"/>
                  <a:pt x="1985" y="1777"/>
                  <a:pt x="2002" y="1807"/>
                </a:cubicBezTo>
                <a:cubicBezTo>
                  <a:pt x="2023" y="1858"/>
                  <a:pt x="2057" y="1900"/>
                  <a:pt x="2099" y="1929"/>
                </a:cubicBezTo>
                <a:cubicBezTo>
                  <a:pt x="2141" y="1959"/>
                  <a:pt x="2196" y="1976"/>
                  <a:pt x="2251" y="1976"/>
                </a:cubicBezTo>
                <a:cubicBezTo>
                  <a:pt x="2289" y="1976"/>
                  <a:pt x="2327" y="1967"/>
                  <a:pt x="2356" y="1955"/>
                </a:cubicBezTo>
                <a:cubicBezTo>
                  <a:pt x="2407" y="1934"/>
                  <a:pt x="2449" y="1900"/>
                  <a:pt x="2479" y="1854"/>
                </a:cubicBezTo>
                <a:cubicBezTo>
                  <a:pt x="2508" y="1811"/>
                  <a:pt x="2525" y="1761"/>
                  <a:pt x="2525" y="1701"/>
                </a:cubicBezTo>
                <a:cubicBezTo>
                  <a:pt x="2525" y="929"/>
                  <a:pt x="2525" y="929"/>
                  <a:pt x="2525" y="929"/>
                </a:cubicBezTo>
                <a:cubicBezTo>
                  <a:pt x="2690" y="929"/>
                  <a:pt x="2690" y="929"/>
                  <a:pt x="2690" y="929"/>
                </a:cubicBezTo>
                <a:cubicBezTo>
                  <a:pt x="2720" y="929"/>
                  <a:pt x="2745" y="908"/>
                  <a:pt x="2745" y="878"/>
                </a:cubicBezTo>
                <a:cubicBezTo>
                  <a:pt x="2745" y="848"/>
                  <a:pt x="2720" y="823"/>
                  <a:pt x="2690" y="823"/>
                </a:cubicBezTo>
                <a:close/>
                <a:moveTo>
                  <a:pt x="325" y="105"/>
                </a:moveTo>
                <a:lnTo>
                  <a:pt x="325" y="105"/>
                </a:lnTo>
                <a:cubicBezTo>
                  <a:pt x="659" y="105"/>
                  <a:pt x="659" y="105"/>
                  <a:pt x="659" y="105"/>
                </a:cubicBezTo>
                <a:cubicBezTo>
                  <a:pt x="659" y="823"/>
                  <a:pt x="659" y="823"/>
                  <a:pt x="659" y="823"/>
                </a:cubicBezTo>
                <a:cubicBezTo>
                  <a:pt x="325" y="823"/>
                  <a:pt x="325" y="823"/>
                  <a:pt x="325" y="823"/>
                </a:cubicBezTo>
                <a:lnTo>
                  <a:pt x="325" y="105"/>
                </a:lnTo>
                <a:close/>
                <a:moveTo>
                  <a:pt x="659" y="1701"/>
                </a:moveTo>
                <a:lnTo>
                  <a:pt x="659" y="1701"/>
                </a:lnTo>
                <a:cubicBezTo>
                  <a:pt x="659" y="1727"/>
                  <a:pt x="655" y="1748"/>
                  <a:pt x="646" y="1769"/>
                </a:cubicBezTo>
                <a:cubicBezTo>
                  <a:pt x="633" y="1799"/>
                  <a:pt x="612" y="1824"/>
                  <a:pt x="587" y="1841"/>
                </a:cubicBezTo>
                <a:cubicBezTo>
                  <a:pt x="557" y="1858"/>
                  <a:pt x="528" y="1870"/>
                  <a:pt x="494" y="1870"/>
                </a:cubicBezTo>
                <a:cubicBezTo>
                  <a:pt x="469" y="1870"/>
                  <a:pt x="447" y="1866"/>
                  <a:pt x="426" y="1858"/>
                </a:cubicBezTo>
                <a:cubicBezTo>
                  <a:pt x="397" y="1845"/>
                  <a:pt x="372" y="1824"/>
                  <a:pt x="355" y="1794"/>
                </a:cubicBezTo>
                <a:cubicBezTo>
                  <a:pt x="334" y="1769"/>
                  <a:pt x="325" y="1735"/>
                  <a:pt x="325" y="1701"/>
                </a:cubicBezTo>
                <a:cubicBezTo>
                  <a:pt x="325" y="929"/>
                  <a:pt x="325" y="929"/>
                  <a:pt x="325" y="929"/>
                </a:cubicBezTo>
                <a:cubicBezTo>
                  <a:pt x="659" y="929"/>
                  <a:pt x="659" y="929"/>
                  <a:pt x="659" y="929"/>
                </a:cubicBezTo>
                <a:lnTo>
                  <a:pt x="659" y="1701"/>
                </a:lnTo>
                <a:close/>
                <a:moveTo>
                  <a:pt x="1203" y="105"/>
                </a:moveTo>
                <a:lnTo>
                  <a:pt x="1203" y="105"/>
                </a:lnTo>
                <a:cubicBezTo>
                  <a:pt x="1537" y="105"/>
                  <a:pt x="1537" y="105"/>
                  <a:pt x="1537" y="105"/>
                </a:cubicBezTo>
                <a:cubicBezTo>
                  <a:pt x="1537" y="823"/>
                  <a:pt x="1537" y="823"/>
                  <a:pt x="1537" y="823"/>
                </a:cubicBezTo>
                <a:cubicBezTo>
                  <a:pt x="1203" y="823"/>
                  <a:pt x="1203" y="823"/>
                  <a:pt x="1203" y="823"/>
                </a:cubicBezTo>
                <a:lnTo>
                  <a:pt x="1203" y="105"/>
                </a:lnTo>
                <a:close/>
                <a:moveTo>
                  <a:pt x="1537" y="1701"/>
                </a:moveTo>
                <a:lnTo>
                  <a:pt x="1537" y="1701"/>
                </a:lnTo>
                <a:cubicBezTo>
                  <a:pt x="1537" y="1727"/>
                  <a:pt x="1533" y="1748"/>
                  <a:pt x="1524" y="1769"/>
                </a:cubicBezTo>
                <a:cubicBezTo>
                  <a:pt x="1512" y="1799"/>
                  <a:pt x="1491" y="1824"/>
                  <a:pt x="1465" y="1841"/>
                </a:cubicBezTo>
                <a:cubicBezTo>
                  <a:pt x="1440" y="1858"/>
                  <a:pt x="1406" y="1870"/>
                  <a:pt x="1372" y="1870"/>
                </a:cubicBezTo>
                <a:cubicBezTo>
                  <a:pt x="1347" y="1870"/>
                  <a:pt x="1326" y="1866"/>
                  <a:pt x="1305" y="1858"/>
                </a:cubicBezTo>
                <a:cubicBezTo>
                  <a:pt x="1275" y="1845"/>
                  <a:pt x="1250" y="1824"/>
                  <a:pt x="1233" y="1794"/>
                </a:cubicBezTo>
                <a:cubicBezTo>
                  <a:pt x="1216" y="1769"/>
                  <a:pt x="1203" y="1735"/>
                  <a:pt x="1203" y="1701"/>
                </a:cubicBezTo>
                <a:cubicBezTo>
                  <a:pt x="1203" y="929"/>
                  <a:pt x="1203" y="929"/>
                  <a:pt x="1203" y="929"/>
                </a:cubicBezTo>
                <a:cubicBezTo>
                  <a:pt x="1537" y="929"/>
                  <a:pt x="1537" y="929"/>
                  <a:pt x="1537" y="929"/>
                </a:cubicBezTo>
                <a:lnTo>
                  <a:pt x="1537" y="1701"/>
                </a:lnTo>
                <a:close/>
                <a:moveTo>
                  <a:pt x="2086" y="105"/>
                </a:moveTo>
                <a:lnTo>
                  <a:pt x="2086" y="105"/>
                </a:lnTo>
                <a:cubicBezTo>
                  <a:pt x="2420" y="105"/>
                  <a:pt x="2420" y="105"/>
                  <a:pt x="2420" y="105"/>
                </a:cubicBezTo>
                <a:cubicBezTo>
                  <a:pt x="2420" y="823"/>
                  <a:pt x="2420" y="823"/>
                  <a:pt x="2420" y="823"/>
                </a:cubicBezTo>
                <a:cubicBezTo>
                  <a:pt x="2086" y="823"/>
                  <a:pt x="2086" y="823"/>
                  <a:pt x="2086" y="823"/>
                </a:cubicBezTo>
                <a:lnTo>
                  <a:pt x="2086" y="105"/>
                </a:lnTo>
                <a:close/>
                <a:moveTo>
                  <a:pt x="2420" y="1701"/>
                </a:moveTo>
                <a:lnTo>
                  <a:pt x="2420" y="1701"/>
                </a:lnTo>
                <a:cubicBezTo>
                  <a:pt x="2420" y="1727"/>
                  <a:pt x="2416" y="1748"/>
                  <a:pt x="2407" y="1769"/>
                </a:cubicBezTo>
                <a:cubicBezTo>
                  <a:pt x="2395" y="1799"/>
                  <a:pt x="2373" y="1824"/>
                  <a:pt x="2344" y="1841"/>
                </a:cubicBezTo>
                <a:cubicBezTo>
                  <a:pt x="2318" y="1858"/>
                  <a:pt x="2285" y="1870"/>
                  <a:pt x="2251" y="1870"/>
                </a:cubicBezTo>
                <a:cubicBezTo>
                  <a:pt x="2230" y="1870"/>
                  <a:pt x="2209" y="1866"/>
                  <a:pt x="2187" y="1858"/>
                </a:cubicBezTo>
                <a:cubicBezTo>
                  <a:pt x="2158" y="1845"/>
                  <a:pt x="2133" y="1824"/>
                  <a:pt x="2112" y="1794"/>
                </a:cubicBezTo>
                <a:cubicBezTo>
                  <a:pt x="2095" y="1769"/>
                  <a:pt x="2086" y="1735"/>
                  <a:pt x="2086" y="1701"/>
                </a:cubicBezTo>
                <a:cubicBezTo>
                  <a:pt x="2086" y="929"/>
                  <a:pt x="2086" y="929"/>
                  <a:pt x="2086" y="929"/>
                </a:cubicBezTo>
                <a:cubicBezTo>
                  <a:pt x="2420" y="929"/>
                  <a:pt x="2420" y="929"/>
                  <a:pt x="2420" y="929"/>
                </a:cubicBezTo>
                <a:lnTo>
                  <a:pt x="2420" y="1701"/>
                </a:lnTo>
                <a:close/>
              </a:path>
            </a:pathLst>
          </a:custGeom>
          <a:solidFill>
            <a:schemeClr val="tx2"/>
          </a:solidFill>
          <a:ln>
            <a:noFill/>
          </a:ln>
          <a:effectLst/>
        </p:spPr>
        <p:txBody>
          <a:bodyPr wrap="none" anchor="ctr"/>
          <a:lstStyle/>
          <a:p>
            <a:endParaRPr lang="da-DK"/>
          </a:p>
        </p:txBody>
      </p:sp>
      <p:sp>
        <p:nvSpPr>
          <p:cNvPr id="293" name="Freeform 20">
            <a:extLst>
              <a:ext uri="{FF2B5EF4-FFF2-40B4-BE49-F238E27FC236}">
                <a16:creationId xmlns:a16="http://schemas.microsoft.com/office/drawing/2014/main" id="{4EC08BFC-A128-511E-1000-5231447C61DC}"/>
              </a:ext>
            </a:extLst>
          </p:cNvPr>
          <p:cNvSpPr>
            <a:spLocks noChangeArrowheads="1"/>
          </p:cNvSpPr>
          <p:nvPr/>
        </p:nvSpPr>
        <p:spPr bwMode="auto">
          <a:xfrm>
            <a:off x="2628781" y="4860838"/>
            <a:ext cx="275651" cy="222285"/>
          </a:xfrm>
          <a:custGeom>
            <a:avLst/>
            <a:gdLst>
              <a:gd name="T0" fmla="*/ 2610 w 2619"/>
              <a:gd name="T1" fmla="*/ 1132 h 2111"/>
              <a:gd name="T2" fmla="*/ 2352 w 2619"/>
              <a:gd name="T3" fmla="*/ 739 h 2111"/>
              <a:gd name="T4" fmla="*/ 2289 w 2619"/>
              <a:gd name="T5" fmla="*/ 291 h 2111"/>
              <a:gd name="T6" fmla="*/ 2200 w 2619"/>
              <a:gd name="T7" fmla="*/ 236 h 2111"/>
              <a:gd name="T8" fmla="*/ 1765 w 2619"/>
              <a:gd name="T9" fmla="*/ 393 h 2111"/>
              <a:gd name="T10" fmla="*/ 1326 w 2619"/>
              <a:gd name="T11" fmla="*/ 367 h 2111"/>
              <a:gd name="T12" fmla="*/ 1085 w 2619"/>
              <a:gd name="T13" fmla="*/ 0 h 2111"/>
              <a:gd name="T14" fmla="*/ 617 w 2619"/>
              <a:gd name="T15" fmla="*/ 25 h 2111"/>
              <a:gd name="T16" fmla="*/ 405 w 2619"/>
              <a:gd name="T17" fmla="*/ 448 h 2111"/>
              <a:gd name="T18" fmla="*/ 55 w 2619"/>
              <a:gd name="T19" fmla="*/ 739 h 2111"/>
              <a:gd name="T20" fmla="*/ 55 w 2619"/>
              <a:gd name="T21" fmla="*/ 844 h 2111"/>
              <a:gd name="T22" fmla="*/ 405 w 2619"/>
              <a:gd name="T23" fmla="*/ 1132 h 2111"/>
              <a:gd name="T24" fmla="*/ 617 w 2619"/>
              <a:gd name="T25" fmla="*/ 1553 h 2111"/>
              <a:gd name="T26" fmla="*/ 1030 w 2619"/>
              <a:gd name="T27" fmla="*/ 1583 h 2111"/>
              <a:gd name="T28" fmla="*/ 1085 w 2619"/>
              <a:gd name="T29" fmla="*/ 2110 h 2111"/>
              <a:gd name="T30" fmla="*/ 1136 w 2619"/>
              <a:gd name="T31" fmla="*/ 1540 h 2111"/>
              <a:gd name="T32" fmla="*/ 1685 w 2619"/>
              <a:gd name="T33" fmla="*/ 1212 h 2111"/>
              <a:gd name="T34" fmla="*/ 1930 w 2619"/>
              <a:gd name="T35" fmla="*/ 1583 h 2111"/>
              <a:gd name="T36" fmla="*/ 2399 w 2619"/>
              <a:gd name="T37" fmla="*/ 1553 h 2111"/>
              <a:gd name="T38" fmla="*/ 2610 w 2619"/>
              <a:gd name="T39" fmla="*/ 1132 h 2111"/>
              <a:gd name="T40" fmla="*/ 1867 w 2619"/>
              <a:gd name="T41" fmla="*/ 790 h 2111"/>
              <a:gd name="T42" fmla="*/ 1326 w 2619"/>
              <a:gd name="T43" fmla="*/ 1106 h 2111"/>
              <a:gd name="T44" fmla="*/ 1326 w 2619"/>
              <a:gd name="T45" fmla="*/ 473 h 2111"/>
              <a:gd name="T46" fmla="*/ 1867 w 2619"/>
              <a:gd name="T47" fmla="*/ 790 h 2111"/>
              <a:gd name="T48" fmla="*/ 693 w 2619"/>
              <a:gd name="T49" fmla="*/ 105 h 2111"/>
              <a:gd name="T50" fmla="*/ 1233 w 2619"/>
              <a:gd name="T51" fmla="*/ 422 h 2111"/>
              <a:gd name="T52" fmla="*/ 693 w 2619"/>
              <a:gd name="T53" fmla="*/ 739 h 2111"/>
              <a:gd name="T54" fmla="*/ 693 w 2619"/>
              <a:gd name="T55" fmla="*/ 105 h 2111"/>
              <a:gd name="T56" fmla="*/ 1051 w 2619"/>
              <a:gd name="T57" fmla="*/ 1477 h 2111"/>
              <a:gd name="T58" fmla="*/ 511 w 2619"/>
              <a:gd name="T59" fmla="*/ 1161 h 2111"/>
              <a:gd name="T60" fmla="*/ 1051 w 2619"/>
              <a:gd name="T61" fmla="*/ 844 h 2111"/>
              <a:gd name="T62" fmla="*/ 1051 w 2619"/>
              <a:gd name="T63" fmla="*/ 1477 h 2111"/>
              <a:gd name="T64" fmla="*/ 2318 w 2619"/>
              <a:gd name="T65" fmla="*/ 1477 h 2111"/>
              <a:gd name="T66" fmla="*/ 1778 w 2619"/>
              <a:gd name="T67" fmla="*/ 1161 h 2111"/>
              <a:gd name="T68" fmla="*/ 2318 w 2619"/>
              <a:gd name="T69" fmla="*/ 844 h 2111"/>
              <a:gd name="T70" fmla="*/ 2318 w 2619"/>
              <a:gd name="T71" fmla="*/ 1477 h 2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19" h="2111">
                <a:moveTo>
                  <a:pt x="2610" y="1132"/>
                </a:moveTo>
                <a:lnTo>
                  <a:pt x="2610" y="1132"/>
                </a:lnTo>
                <a:cubicBezTo>
                  <a:pt x="2399" y="764"/>
                  <a:pt x="2399" y="764"/>
                  <a:pt x="2399" y="764"/>
                </a:cubicBezTo>
                <a:cubicBezTo>
                  <a:pt x="2386" y="747"/>
                  <a:pt x="2369" y="739"/>
                  <a:pt x="2352" y="739"/>
                </a:cubicBezTo>
                <a:cubicBezTo>
                  <a:pt x="2023" y="739"/>
                  <a:pt x="2023" y="739"/>
                  <a:pt x="2023" y="739"/>
                </a:cubicBezTo>
                <a:cubicBezTo>
                  <a:pt x="2289" y="291"/>
                  <a:pt x="2289" y="291"/>
                  <a:pt x="2289" y="291"/>
                </a:cubicBezTo>
                <a:cubicBezTo>
                  <a:pt x="2306" y="266"/>
                  <a:pt x="2297" y="232"/>
                  <a:pt x="2272" y="215"/>
                </a:cubicBezTo>
                <a:cubicBezTo>
                  <a:pt x="2247" y="203"/>
                  <a:pt x="2217" y="211"/>
                  <a:pt x="2200" y="236"/>
                </a:cubicBezTo>
                <a:cubicBezTo>
                  <a:pt x="1930" y="684"/>
                  <a:pt x="1930" y="684"/>
                  <a:pt x="1930" y="684"/>
                </a:cubicBezTo>
                <a:cubicBezTo>
                  <a:pt x="1765" y="393"/>
                  <a:pt x="1765" y="393"/>
                  <a:pt x="1765" y="393"/>
                </a:cubicBezTo>
                <a:cubicBezTo>
                  <a:pt x="1753" y="376"/>
                  <a:pt x="1736" y="367"/>
                  <a:pt x="1719" y="367"/>
                </a:cubicBezTo>
                <a:cubicBezTo>
                  <a:pt x="1326" y="367"/>
                  <a:pt x="1326" y="367"/>
                  <a:pt x="1326" y="367"/>
                </a:cubicBezTo>
                <a:cubicBezTo>
                  <a:pt x="1132" y="25"/>
                  <a:pt x="1132" y="25"/>
                  <a:pt x="1132" y="25"/>
                </a:cubicBezTo>
                <a:cubicBezTo>
                  <a:pt x="1119" y="8"/>
                  <a:pt x="1102" y="0"/>
                  <a:pt x="1085" y="0"/>
                </a:cubicBezTo>
                <a:cubicBezTo>
                  <a:pt x="663" y="0"/>
                  <a:pt x="663" y="0"/>
                  <a:pt x="663" y="0"/>
                </a:cubicBezTo>
                <a:cubicBezTo>
                  <a:pt x="642" y="0"/>
                  <a:pt x="625" y="8"/>
                  <a:pt x="617" y="25"/>
                </a:cubicBezTo>
                <a:cubicBezTo>
                  <a:pt x="405" y="393"/>
                  <a:pt x="405" y="393"/>
                  <a:pt x="405" y="393"/>
                </a:cubicBezTo>
                <a:cubicBezTo>
                  <a:pt x="397" y="409"/>
                  <a:pt x="397" y="431"/>
                  <a:pt x="405" y="448"/>
                </a:cubicBezTo>
                <a:cubicBezTo>
                  <a:pt x="570" y="739"/>
                  <a:pt x="570" y="739"/>
                  <a:pt x="570" y="739"/>
                </a:cubicBezTo>
                <a:cubicBezTo>
                  <a:pt x="55" y="739"/>
                  <a:pt x="55" y="739"/>
                  <a:pt x="55" y="739"/>
                </a:cubicBezTo>
                <a:cubicBezTo>
                  <a:pt x="25" y="739"/>
                  <a:pt x="0" y="760"/>
                  <a:pt x="0" y="790"/>
                </a:cubicBezTo>
                <a:cubicBezTo>
                  <a:pt x="0" y="819"/>
                  <a:pt x="25" y="844"/>
                  <a:pt x="55" y="844"/>
                </a:cubicBezTo>
                <a:cubicBezTo>
                  <a:pt x="570" y="844"/>
                  <a:pt x="570" y="844"/>
                  <a:pt x="570" y="844"/>
                </a:cubicBezTo>
                <a:cubicBezTo>
                  <a:pt x="405" y="1132"/>
                  <a:pt x="405" y="1132"/>
                  <a:pt x="405" y="1132"/>
                </a:cubicBezTo>
                <a:cubicBezTo>
                  <a:pt x="397" y="1149"/>
                  <a:pt x="397" y="1170"/>
                  <a:pt x="405" y="1186"/>
                </a:cubicBezTo>
                <a:cubicBezTo>
                  <a:pt x="617" y="1553"/>
                  <a:pt x="617" y="1553"/>
                  <a:pt x="617" y="1553"/>
                </a:cubicBezTo>
                <a:cubicBezTo>
                  <a:pt x="625" y="1570"/>
                  <a:pt x="642" y="1583"/>
                  <a:pt x="663" y="1583"/>
                </a:cubicBezTo>
                <a:cubicBezTo>
                  <a:pt x="1030" y="1583"/>
                  <a:pt x="1030" y="1583"/>
                  <a:pt x="1030" y="1583"/>
                </a:cubicBezTo>
                <a:cubicBezTo>
                  <a:pt x="1030" y="2056"/>
                  <a:pt x="1030" y="2056"/>
                  <a:pt x="1030" y="2056"/>
                </a:cubicBezTo>
                <a:cubicBezTo>
                  <a:pt x="1030" y="2085"/>
                  <a:pt x="1056" y="2110"/>
                  <a:pt x="1085" y="2110"/>
                </a:cubicBezTo>
                <a:cubicBezTo>
                  <a:pt x="1115" y="2110"/>
                  <a:pt x="1136" y="2085"/>
                  <a:pt x="1136" y="2056"/>
                </a:cubicBezTo>
                <a:cubicBezTo>
                  <a:pt x="1136" y="1540"/>
                  <a:pt x="1136" y="1540"/>
                  <a:pt x="1136" y="1540"/>
                </a:cubicBezTo>
                <a:cubicBezTo>
                  <a:pt x="1326" y="1212"/>
                  <a:pt x="1326" y="1212"/>
                  <a:pt x="1326" y="1212"/>
                </a:cubicBezTo>
                <a:cubicBezTo>
                  <a:pt x="1685" y="1212"/>
                  <a:pt x="1685" y="1212"/>
                  <a:pt x="1685" y="1212"/>
                </a:cubicBezTo>
                <a:cubicBezTo>
                  <a:pt x="1884" y="1553"/>
                  <a:pt x="1884" y="1553"/>
                  <a:pt x="1884" y="1553"/>
                </a:cubicBezTo>
                <a:cubicBezTo>
                  <a:pt x="1892" y="1570"/>
                  <a:pt x="1909" y="1583"/>
                  <a:pt x="1930" y="1583"/>
                </a:cubicBezTo>
                <a:cubicBezTo>
                  <a:pt x="2352" y="1583"/>
                  <a:pt x="2352" y="1583"/>
                  <a:pt x="2352" y="1583"/>
                </a:cubicBezTo>
                <a:cubicBezTo>
                  <a:pt x="2369" y="1583"/>
                  <a:pt x="2386" y="1570"/>
                  <a:pt x="2399" y="1553"/>
                </a:cubicBezTo>
                <a:cubicBezTo>
                  <a:pt x="2610" y="1186"/>
                  <a:pt x="2610" y="1186"/>
                  <a:pt x="2610" y="1186"/>
                </a:cubicBezTo>
                <a:cubicBezTo>
                  <a:pt x="2618" y="1170"/>
                  <a:pt x="2618" y="1149"/>
                  <a:pt x="2610" y="1132"/>
                </a:cubicBezTo>
                <a:close/>
                <a:moveTo>
                  <a:pt x="1867" y="790"/>
                </a:moveTo>
                <a:lnTo>
                  <a:pt x="1867" y="790"/>
                </a:lnTo>
                <a:cubicBezTo>
                  <a:pt x="1685" y="1106"/>
                  <a:pt x="1685" y="1106"/>
                  <a:pt x="1685" y="1106"/>
                </a:cubicBezTo>
                <a:cubicBezTo>
                  <a:pt x="1326" y="1106"/>
                  <a:pt x="1326" y="1106"/>
                  <a:pt x="1326" y="1106"/>
                </a:cubicBezTo>
                <a:cubicBezTo>
                  <a:pt x="1144" y="790"/>
                  <a:pt x="1144" y="790"/>
                  <a:pt x="1144" y="790"/>
                </a:cubicBezTo>
                <a:cubicBezTo>
                  <a:pt x="1326" y="473"/>
                  <a:pt x="1326" y="473"/>
                  <a:pt x="1326" y="473"/>
                </a:cubicBezTo>
                <a:cubicBezTo>
                  <a:pt x="1685" y="473"/>
                  <a:pt x="1685" y="473"/>
                  <a:pt x="1685" y="473"/>
                </a:cubicBezTo>
                <a:lnTo>
                  <a:pt x="1867" y="790"/>
                </a:lnTo>
                <a:close/>
                <a:moveTo>
                  <a:pt x="693" y="105"/>
                </a:moveTo>
                <a:lnTo>
                  <a:pt x="693" y="105"/>
                </a:lnTo>
                <a:cubicBezTo>
                  <a:pt x="1051" y="105"/>
                  <a:pt x="1051" y="105"/>
                  <a:pt x="1051" y="105"/>
                </a:cubicBezTo>
                <a:cubicBezTo>
                  <a:pt x="1233" y="422"/>
                  <a:pt x="1233" y="422"/>
                  <a:pt x="1233" y="422"/>
                </a:cubicBezTo>
                <a:cubicBezTo>
                  <a:pt x="1051" y="739"/>
                  <a:pt x="1051" y="739"/>
                  <a:pt x="1051" y="739"/>
                </a:cubicBezTo>
                <a:cubicBezTo>
                  <a:pt x="693" y="739"/>
                  <a:pt x="693" y="739"/>
                  <a:pt x="693" y="739"/>
                </a:cubicBezTo>
                <a:cubicBezTo>
                  <a:pt x="511" y="422"/>
                  <a:pt x="511" y="422"/>
                  <a:pt x="511" y="422"/>
                </a:cubicBezTo>
                <a:lnTo>
                  <a:pt x="693" y="105"/>
                </a:lnTo>
                <a:close/>
                <a:moveTo>
                  <a:pt x="1051" y="1477"/>
                </a:moveTo>
                <a:lnTo>
                  <a:pt x="1051" y="1477"/>
                </a:lnTo>
                <a:cubicBezTo>
                  <a:pt x="693" y="1477"/>
                  <a:pt x="693" y="1477"/>
                  <a:pt x="693" y="1477"/>
                </a:cubicBezTo>
                <a:cubicBezTo>
                  <a:pt x="511" y="1161"/>
                  <a:pt x="511" y="1161"/>
                  <a:pt x="511" y="1161"/>
                </a:cubicBezTo>
                <a:cubicBezTo>
                  <a:pt x="693" y="844"/>
                  <a:pt x="693" y="844"/>
                  <a:pt x="693" y="844"/>
                </a:cubicBezTo>
                <a:cubicBezTo>
                  <a:pt x="1051" y="844"/>
                  <a:pt x="1051" y="844"/>
                  <a:pt x="1051" y="844"/>
                </a:cubicBezTo>
                <a:cubicBezTo>
                  <a:pt x="1233" y="1161"/>
                  <a:pt x="1233" y="1161"/>
                  <a:pt x="1233" y="1161"/>
                </a:cubicBezTo>
                <a:lnTo>
                  <a:pt x="1051" y="1477"/>
                </a:lnTo>
                <a:close/>
                <a:moveTo>
                  <a:pt x="2318" y="1477"/>
                </a:moveTo>
                <a:lnTo>
                  <a:pt x="2318" y="1477"/>
                </a:lnTo>
                <a:cubicBezTo>
                  <a:pt x="1959" y="1477"/>
                  <a:pt x="1959" y="1477"/>
                  <a:pt x="1959" y="1477"/>
                </a:cubicBezTo>
                <a:cubicBezTo>
                  <a:pt x="1778" y="1161"/>
                  <a:pt x="1778" y="1161"/>
                  <a:pt x="1778" y="1161"/>
                </a:cubicBezTo>
                <a:cubicBezTo>
                  <a:pt x="1959" y="844"/>
                  <a:pt x="1959" y="844"/>
                  <a:pt x="1959" y="844"/>
                </a:cubicBezTo>
                <a:cubicBezTo>
                  <a:pt x="2318" y="844"/>
                  <a:pt x="2318" y="844"/>
                  <a:pt x="2318" y="844"/>
                </a:cubicBezTo>
                <a:cubicBezTo>
                  <a:pt x="2500" y="1161"/>
                  <a:pt x="2500" y="1161"/>
                  <a:pt x="2500" y="1161"/>
                </a:cubicBezTo>
                <a:lnTo>
                  <a:pt x="2318" y="1477"/>
                </a:lnTo>
                <a:close/>
              </a:path>
            </a:pathLst>
          </a:custGeom>
          <a:solidFill>
            <a:schemeClr val="tx2"/>
          </a:solidFill>
          <a:ln>
            <a:noFill/>
          </a:ln>
          <a:effectLst/>
        </p:spPr>
        <p:txBody>
          <a:bodyPr wrap="none" anchor="ctr"/>
          <a:lstStyle/>
          <a:p>
            <a:endParaRPr lang="da-DK"/>
          </a:p>
        </p:txBody>
      </p:sp>
      <p:sp>
        <p:nvSpPr>
          <p:cNvPr id="294" name="Freeform 22">
            <a:extLst>
              <a:ext uri="{FF2B5EF4-FFF2-40B4-BE49-F238E27FC236}">
                <a16:creationId xmlns:a16="http://schemas.microsoft.com/office/drawing/2014/main" id="{2FB724A0-7208-8858-8A18-0C25954B11F5}"/>
              </a:ext>
            </a:extLst>
          </p:cNvPr>
          <p:cNvSpPr>
            <a:spLocks noChangeArrowheads="1"/>
          </p:cNvSpPr>
          <p:nvPr/>
        </p:nvSpPr>
        <p:spPr bwMode="auto">
          <a:xfrm>
            <a:off x="1592072" y="5346708"/>
            <a:ext cx="266834" cy="216716"/>
          </a:xfrm>
          <a:custGeom>
            <a:avLst/>
            <a:gdLst>
              <a:gd name="T0" fmla="*/ 2382 w 2535"/>
              <a:gd name="T1" fmla="*/ 984 h 2061"/>
              <a:gd name="T2" fmla="*/ 1816 w 2535"/>
              <a:gd name="T3" fmla="*/ 376 h 2061"/>
              <a:gd name="T4" fmla="*/ 1546 w 2535"/>
              <a:gd name="T5" fmla="*/ 384 h 2061"/>
              <a:gd name="T6" fmla="*/ 1423 w 2535"/>
              <a:gd name="T7" fmla="*/ 0 h 2061"/>
              <a:gd name="T8" fmla="*/ 1394 w 2535"/>
              <a:gd name="T9" fmla="*/ 663 h 2061"/>
              <a:gd name="T10" fmla="*/ 1782 w 2535"/>
              <a:gd name="T11" fmla="*/ 933 h 2061"/>
              <a:gd name="T12" fmla="*/ 1478 w 2535"/>
              <a:gd name="T13" fmla="*/ 582 h 2061"/>
              <a:gd name="T14" fmla="*/ 1584 w 2535"/>
              <a:gd name="T15" fmla="*/ 481 h 2061"/>
              <a:gd name="T16" fmla="*/ 1681 w 2535"/>
              <a:gd name="T17" fmla="*/ 460 h 2061"/>
              <a:gd name="T18" fmla="*/ 2150 w 2535"/>
              <a:gd name="T19" fmla="*/ 756 h 2061"/>
              <a:gd name="T20" fmla="*/ 2429 w 2535"/>
              <a:gd name="T21" fmla="*/ 1849 h 2061"/>
              <a:gd name="T22" fmla="*/ 2412 w 2535"/>
              <a:gd name="T23" fmla="*/ 1947 h 2061"/>
              <a:gd name="T24" fmla="*/ 2065 w 2535"/>
              <a:gd name="T25" fmla="*/ 1892 h 2061"/>
              <a:gd name="T26" fmla="*/ 1635 w 2535"/>
              <a:gd name="T27" fmla="*/ 1672 h 2061"/>
              <a:gd name="T28" fmla="*/ 1529 w 2535"/>
              <a:gd name="T29" fmla="*/ 1161 h 2061"/>
              <a:gd name="T30" fmla="*/ 1719 w 2535"/>
              <a:gd name="T31" fmla="*/ 1119 h 2061"/>
              <a:gd name="T32" fmla="*/ 1385 w 2535"/>
              <a:gd name="T33" fmla="*/ 861 h 2061"/>
              <a:gd name="T34" fmla="*/ 1284 w 2535"/>
              <a:gd name="T35" fmla="*/ 836 h 2061"/>
              <a:gd name="T36" fmla="*/ 1225 w 2535"/>
              <a:gd name="T37" fmla="*/ 840 h 2061"/>
              <a:gd name="T38" fmla="*/ 1140 w 2535"/>
              <a:gd name="T39" fmla="*/ 870 h 2061"/>
              <a:gd name="T40" fmla="*/ 874 w 2535"/>
              <a:gd name="T41" fmla="*/ 1203 h 2061"/>
              <a:gd name="T42" fmla="*/ 1001 w 2535"/>
              <a:gd name="T43" fmla="*/ 1191 h 2061"/>
              <a:gd name="T44" fmla="*/ 853 w 2535"/>
              <a:gd name="T45" fmla="*/ 1714 h 2061"/>
              <a:gd name="T46" fmla="*/ 275 w 2535"/>
              <a:gd name="T47" fmla="*/ 1942 h 2061"/>
              <a:gd name="T48" fmla="*/ 114 w 2535"/>
              <a:gd name="T49" fmla="*/ 1942 h 2061"/>
              <a:gd name="T50" fmla="*/ 106 w 2535"/>
              <a:gd name="T51" fmla="*/ 1849 h 2061"/>
              <a:gd name="T52" fmla="*/ 385 w 2535"/>
              <a:gd name="T53" fmla="*/ 756 h 2061"/>
              <a:gd name="T54" fmla="*/ 853 w 2535"/>
              <a:gd name="T55" fmla="*/ 460 h 2061"/>
              <a:gd name="T56" fmla="*/ 942 w 2535"/>
              <a:gd name="T57" fmla="*/ 477 h 2061"/>
              <a:gd name="T58" fmla="*/ 1056 w 2535"/>
              <a:gd name="T59" fmla="*/ 582 h 2061"/>
              <a:gd name="T60" fmla="*/ 752 w 2535"/>
              <a:gd name="T61" fmla="*/ 933 h 2061"/>
              <a:gd name="T62" fmla="*/ 1140 w 2535"/>
              <a:gd name="T63" fmla="*/ 663 h 2061"/>
              <a:gd name="T64" fmla="*/ 1056 w 2535"/>
              <a:gd name="T65" fmla="*/ 55 h 2061"/>
              <a:gd name="T66" fmla="*/ 997 w 2535"/>
              <a:gd name="T67" fmla="*/ 388 h 2061"/>
              <a:gd name="T68" fmla="*/ 853 w 2535"/>
              <a:gd name="T69" fmla="*/ 354 h 2061"/>
              <a:gd name="T70" fmla="*/ 300 w 2535"/>
              <a:gd name="T71" fmla="*/ 692 h 2061"/>
              <a:gd name="T72" fmla="*/ 0 w 2535"/>
              <a:gd name="T73" fmla="*/ 1849 h 2061"/>
              <a:gd name="T74" fmla="*/ 59 w 2535"/>
              <a:gd name="T75" fmla="*/ 2031 h 2061"/>
              <a:gd name="T76" fmla="*/ 498 w 2535"/>
              <a:gd name="T77" fmla="*/ 1993 h 2061"/>
              <a:gd name="T78" fmla="*/ 984 w 2535"/>
              <a:gd name="T79" fmla="*/ 1735 h 2061"/>
              <a:gd name="T80" fmla="*/ 1107 w 2535"/>
              <a:gd name="T81" fmla="*/ 1161 h 2061"/>
              <a:gd name="T82" fmla="*/ 1216 w 2535"/>
              <a:gd name="T83" fmla="*/ 950 h 2061"/>
              <a:gd name="T84" fmla="*/ 1267 w 2535"/>
              <a:gd name="T85" fmla="*/ 941 h 2061"/>
              <a:gd name="T86" fmla="*/ 1335 w 2535"/>
              <a:gd name="T87" fmla="*/ 958 h 2061"/>
              <a:gd name="T88" fmla="*/ 1453 w 2535"/>
              <a:gd name="T89" fmla="*/ 1461 h 2061"/>
              <a:gd name="T90" fmla="*/ 1647 w 2535"/>
              <a:gd name="T91" fmla="*/ 1820 h 2061"/>
              <a:gd name="T92" fmla="*/ 2357 w 2535"/>
              <a:gd name="T93" fmla="*/ 2060 h 2061"/>
              <a:gd name="T94" fmla="*/ 2505 w 2535"/>
              <a:gd name="T95" fmla="*/ 2001 h 2061"/>
              <a:gd name="T96" fmla="*/ 2517 w 2535"/>
              <a:gd name="T97" fmla="*/ 1630 h 20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535" h="2061">
                <a:moveTo>
                  <a:pt x="2517" y="1630"/>
                </a:moveTo>
                <a:lnTo>
                  <a:pt x="2517" y="1630"/>
                </a:lnTo>
                <a:cubicBezTo>
                  <a:pt x="2500" y="1512"/>
                  <a:pt x="2475" y="1381"/>
                  <a:pt x="2450" y="1267"/>
                </a:cubicBezTo>
                <a:cubicBezTo>
                  <a:pt x="2424" y="1148"/>
                  <a:pt x="2399" y="1047"/>
                  <a:pt x="2382" y="984"/>
                </a:cubicBezTo>
                <a:cubicBezTo>
                  <a:pt x="2357" y="874"/>
                  <a:pt x="2302" y="777"/>
                  <a:pt x="2230" y="692"/>
                </a:cubicBezTo>
                <a:cubicBezTo>
                  <a:pt x="2162" y="604"/>
                  <a:pt x="2074" y="528"/>
                  <a:pt x="1977" y="456"/>
                </a:cubicBezTo>
                <a:lnTo>
                  <a:pt x="1977" y="456"/>
                </a:lnTo>
                <a:cubicBezTo>
                  <a:pt x="1922" y="418"/>
                  <a:pt x="1867" y="392"/>
                  <a:pt x="1816" y="376"/>
                </a:cubicBezTo>
                <a:cubicBezTo>
                  <a:pt x="1770" y="359"/>
                  <a:pt x="1723" y="354"/>
                  <a:pt x="1681" y="354"/>
                </a:cubicBezTo>
                <a:cubicBezTo>
                  <a:pt x="1656" y="354"/>
                  <a:pt x="1635" y="354"/>
                  <a:pt x="1613" y="359"/>
                </a:cubicBezTo>
                <a:cubicBezTo>
                  <a:pt x="1596" y="363"/>
                  <a:pt x="1580" y="367"/>
                  <a:pt x="1563" y="376"/>
                </a:cubicBezTo>
                <a:cubicBezTo>
                  <a:pt x="1559" y="376"/>
                  <a:pt x="1550" y="380"/>
                  <a:pt x="1546" y="384"/>
                </a:cubicBezTo>
                <a:cubicBezTo>
                  <a:pt x="1533" y="388"/>
                  <a:pt x="1521" y="397"/>
                  <a:pt x="1508" y="405"/>
                </a:cubicBezTo>
                <a:cubicBezTo>
                  <a:pt x="1499" y="409"/>
                  <a:pt x="1487" y="418"/>
                  <a:pt x="1478" y="422"/>
                </a:cubicBezTo>
                <a:cubicBezTo>
                  <a:pt x="1478" y="55"/>
                  <a:pt x="1478" y="55"/>
                  <a:pt x="1478" y="55"/>
                </a:cubicBezTo>
                <a:cubicBezTo>
                  <a:pt x="1478" y="25"/>
                  <a:pt x="1453" y="0"/>
                  <a:pt x="1423" y="0"/>
                </a:cubicBezTo>
                <a:cubicBezTo>
                  <a:pt x="1394" y="0"/>
                  <a:pt x="1373" y="25"/>
                  <a:pt x="1373" y="55"/>
                </a:cubicBezTo>
                <a:lnTo>
                  <a:pt x="1373" y="55"/>
                </a:lnTo>
                <a:cubicBezTo>
                  <a:pt x="1373" y="582"/>
                  <a:pt x="1373" y="582"/>
                  <a:pt x="1373" y="582"/>
                </a:cubicBezTo>
                <a:cubicBezTo>
                  <a:pt x="1373" y="612"/>
                  <a:pt x="1381" y="637"/>
                  <a:pt x="1394" y="663"/>
                </a:cubicBezTo>
                <a:cubicBezTo>
                  <a:pt x="1406" y="688"/>
                  <a:pt x="1423" y="709"/>
                  <a:pt x="1444" y="726"/>
                </a:cubicBezTo>
                <a:cubicBezTo>
                  <a:pt x="1444" y="730"/>
                  <a:pt x="1444" y="730"/>
                  <a:pt x="1444" y="730"/>
                </a:cubicBezTo>
                <a:cubicBezTo>
                  <a:pt x="1711" y="941"/>
                  <a:pt x="1711" y="941"/>
                  <a:pt x="1711" y="941"/>
                </a:cubicBezTo>
                <a:cubicBezTo>
                  <a:pt x="1732" y="958"/>
                  <a:pt x="1765" y="954"/>
                  <a:pt x="1782" y="933"/>
                </a:cubicBezTo>
                <a:cubicBezTo>
                  <a:pt x="1799" y="908"/>
                  <a:pt x="1799" y="874"/>
                  <a:pt x="1774" y="857"/>
                </a:cubicBezTo>
                <a:cubicBezTo>
                  <a:pt x="1512" y="646"/>
                  <a:pt x="1512" y="646"/>
                  <a:pt x="1512" y="646"/>
                </a:cubicBezTo>
                <a:cubicBezTo>
                  <a:pt x="1499" y="637"/>
                  <a:pt x="1491" y="625"/>
                  <a:pt x="1487" y="616"/>
                </a:cubicBezTo>
                <a:cubicBezTo>
                  <a:pt x="1483" y="604"/>
                  <a:pt x="1478" y="591"/>
                  <a:pt x="1478" y="582"/>
                </a:cubicBezTo>
                <a:cubicBezTo>
                  <a:pt x="1478" y="553"/>
                  <a:pt x="1478" y="553"/>
                  <a:pt x="1478" y="553"/>
                </a:cubicBezTo>
                <a:cubicBezTo>
                  <a:pt x="1483" y="549"/>
                  <a:pt x="1487" y="545"/>
                  <a:pt x="1495" y="540"/>
                </a:cubicBezTo>
                <a:cubicBezTo>
                  <a:pt x="1516" y="528"/>
                  <a:pt x="1537" y="511"/>
                  <a:pt x="1559" y="498"/>
                </a:cubicBezTo>
                <a:cubicBezTo>
                  <a:pt x="1567" y="490"/>
                  <a:pt x="1580" y="485"/>
                  <a:pt x="1584" y="481"/>
                </a:cubicBezTo>
                <a:cubicBezTo>
                  <a:pt x="1588" y="477"/>
                  <a:pt x="1592" y="477"/>
                  <a:pt x="1596" y="477"/>
                </a:cubicBezTo>
                <a:cubicBezTo>
                  <a:pt x="1601" y="473"/>
                  <a:pt x="1601" y="473"/>
                  <a:pt x="1605" y="473"/>
                </a:cubicBezTo>
                <a:cubicBezTo>
                  <a:pt x="1609" y="468"/>
                  <a:pt x="1622" y="464"/>
                  <a:pt x="1635" y="464"/>
                </a:cubicBezTo>
                <a:cubicBezTo>
                  <a:pt x="1647" y="460"/>
                  <a:pt x="1664" y="460"/>
                  <a:pt x="1681" y="460"/>
                </a:cubicBezTo>
                <a:cubicBezTo>
                  <a:pt x="1711" y="460"/>
                  <a:pt x="1749" y="464"/>
                  <a:pt x="1787" y="477"/>
                </a:cubicBezTo>
                <a:cubicBezTo>
                  <a:pt x="1825" y="490"/>
                  <a:pt x="1867" y="511"/>
                  <a:pt x="1913" y="540"/>
                </a:cubicBezTo>
                <a:lnTo>
                  <a:pt x="1913" y="540"/>
                </a:lnTo>
                <a:cubicBezTo>
                  <a:pt x="2006" y="608"/>
                  <a:pt x="2086" y="680"/>
                  <a:pt x="2150" y="756"/>
                </a:cubicBezTo>
                <a:cubicBezTo>
                  <a:pt x="2213" y="836"/>
                  <a:pt x="2255" y="916"/>
                  <a:pt x="2281" y="1009"/>
                </a:cubicBezTo>
                <a:cubicBezTo>
                  <a:pt x="2302" y="1093"/>
                  <a:pt x="2340" y="1245"/>
                  <a:pt x="2369" y="1406"/>
                </a:cubicBezTo>
                <a:cubicBezTo>
                  <a:pt x="2386" y="1486"/>
                  <a:pt x="2403" y="1571"/>
                  <a:pt x="2412" y="1647"/>
                </a:cubicBezTo>
                <a:cubicBezTo>
                  <a:pt x="2420" y="1723"/>
                  <a:pt x="2429" y="1790"/>
                  <a:pt x="2429" y="1849"/>
                </a:cubicBezTo>
                <a:cubicBezTo>
                  <a:pt x="2429" y="1870"/>
                  <a:pt x="2429" y="1887"/>
                  <a:pt x="2424" y="1904"/>
                </a:cubicBezTo>
                <a:cubicBezTo>
                  <a:pt x="2424" y="1921"/>
                  <a:pt x="2420" y="1934"/>
                  <a:pt x="2416" y="1942"/>
                </a:cubicBezTo>
                <a:lnTo>
                  <a:pt x="2416" y="1942"/>
                </a:lnTo>
                <a:cubicBezTo>
                  <a:pt x="2416" y="1942"/>
                  <a:pt x="2416" y="1942"/>
                  <a:pt x="2412" y="1947"/>
                </a:cubicBezTo>
                <a:cubicBezTo>
                  <a:pt x="2407" y="1947"/>
                  <a:pt x="2403" y="1951"/>
                  <a:pt x="2390" y="1951"/>
                </a:cubicBezTo>
                <a:cubicBezTo>
                  <a:pt x="2382" y="1951"/>
                  <a:pt x="2369" y="1955"/>
                  <a:pt x="2357" y="1955"/>
                </a:cubicBezTo>
                <a:cubicBezTo>
                  <a:pt x="2331" y="1955"/>
                  <a:pt x="2298" y="1951"/>
                  <a:pt x="2264" y="1947"/>
                </a:cubicBezTo>
                <a:cubicBezTo>
                  <a:pt x="2205" y="1934"/>
                  <a:pt x="2137" y="1917"/>
                  <a:pt x="2065" y="1892"/>
                </a:cubicBezTo>
                <a:cubicBezTo>
                  <a:pt x="1960" y="1858"/>
                  <a:pt x="1854" y="1811"/>
                  <a:pt x="1770" y="1769"/>
                </a:cubicBezTo>
                <a:cubicBezTo>
                  <a:pt x="1727" y="1748"/>
                  <a:pt x="1694" y="1727"/>
                  <a:pt x="1668" y="1706"/>
                </a:cubicBezTo>
                <a:cubicBezTo>
                  <a:pt x="1656" y="1697"/>
                  <a:pt x="1647" y="1689"/>
                  <a:pt x="1639" y="1680"/>
                </a:cubicBezTo>
                <a:cubicBezTo>
                  <a:pt x="1639" y="1676"/>
                  <a:pt x="1635" y="1676"/>
                  <a:pt x="1635" y="1672"/>
                </a:cubicBezTo>
                <a:lnTo>
                  <a:pt x="1635" y="1672"/>
                </a:lnTo>
                <a:lnTo>
                  <a:pt x="1635" y="1672"/>
                </a:lnTo>
                <a:cubicBezTo>
                  <a:pt x="1601" y="1588"/>
                  <a:pt x="1575" y="1516"/>
                  <a:pt x="1559" y="1440"/>
                </a:cubicBezTo>
                <a:cubicBezTo>
                  <a:pt x="1542" y="1360"/>
                  <a:pt x="1529" y="1275"/>
                  <a:pt x="1529" y="1161"/>
                </a:cubicBezTo>
                <a:cubicBezTo>
                  <a:pt x="1529" y="1106"/>
                  <a:pt x="1529" y="1106"/>
                  <a:pt x="1529" y="1106"/>
                </a:cubicBezTo>
                <a:cubicBezTo>
                  <a:pt x="1656" y="1203"/>
                  <a:pt x="1656" y="1203"/>
                  <a:pt x="1656" y="1203"/>
                </a:cubicBezTo>
                <a:cubicBezTo>
                  <a:pt x="1681" y="1220"/>
                  <a:pt x="1715" y="1216"/>
                  <a:pt x="1732" y="1195"/>
                </a:cubicBezTo>
                <a:cubicBezTo>
                  <a:pt x="1749" y="1170"/>
                  <a:pt x="1744" y="1140"/>
                  <a:pt x="1719" y="1119"/>
                </a:cubicBezTo>
                <a:lnTo>
                  <a:pt x="1719" y="1119"/>
                </a:lnTo>
                <a:cubicBezTo>
                  <a:pt x="1394" y="870"/>
                  <a:pt x="1394" y="870"/>
                  <a:pt x="1394" y="870"/>
                </a:cubicBezTo>
                <a:lnTo>
                  <a:pt x="1394" y="870"/>
                </a:lnTo>
                <a:cubicBezTo>
                  <a:pt x="1390" y="865"/>
                  <a:pt x="1385" y="865"/>
                  <a:pt x="1385" y="861"/>
                </a:cubicBezTo>
                <a:cubicBezTo>
                  <a:pt x="1377" y="861"/>
                  <a:pt x="1373" y="857"/>
                  <a:pt x="1369" y="857"/>
                </a:cubicBezTo>
                <a:cubicBezTo>
                  <a:pt x="1360" y="853"/>
                  <a:pt x="1352" y="853"/>
                  <a:pt x="1343" y="849"/>
                </a:cubicBezTo>
                <a:cubicBezTo>
                  <a:pt x="1331" y="844"/>
                  <a:pt x="1318" y="844"/>
                  <a:pt x="1301" y="840"/>
                </a:cubicBezTo>
                <a:cubicBezTo>
                  <a:pt x="1297" y="840"/>
                  <a:pt x="1288" y="836"/>
                  <a:pt x="1284" y="836"/>
                </a:cubicBezTo>
                <a:cubicBezTo>
                  <a:pt x="1280" y="836"/>
                  <a:pt x="1280" y="836"/>
                  <a:pt x="1276" y="836"/>
                </a:cubicBezTo>
                <a:cubicBezTo>
                  <a:pt x="1271" y="836"/>
                  <a:pt x="1271" y="836"/>
                  <a:pt x="1267" y="836"/>
                </a:cubicBezTo>
                <a:cubicBezTo>
                  <a:pt x="1263" y="836"/>
                  <a:pt x="1259" y="836"/>
                  <a:pt x="1250" y="836"/>
                </a:cubicBezTo>
                <a:cubicBezTo>
                  <a:pt x="1242" y="836"/>
                  <a:pt x="1233" y="840"/>
                  <a:pt x="1225" y="840"/>
                </a:cubicBezTo>
                <a:cubicBezTo>
                  <a:pt x="1212" y="844"/>
                  <a:pt x="1195" y="849"/>
                  <a:pt x="1183" y="853"/>
                </a:cubicBezTo>
                <a:cubicBezTo>
                  <a:pt x="1174" y="853"/>
                  <a:pt x="1170" y="857"/>
                  <a:pt x="1162" y="857"/>
                </a:cubicBezTo>
                <a:cubicBezTo>
                  <a:pt x="1157" y="857"/>
                  <a:pt x="1157" y="861"/>
                  <a:pt x="1153" y="861"/>
                </a:cubicBezTo>
                <a:cubicBezTo>
                  <a:pt x="1149" y="865"/>
                  <a:pt x="1145" y="865"/>
                  <a:pt x="1140" y="870"/>
                </a:cubicBezTo>
                <a:cubicBezTo>
                  <a:pt x="1136" y="870"/>
                  <a:pt x="1136" y="870"/>
                  <a:pt x="1136" y="870"/>
                </a:cubicBezTo>
                <a:cubicBezTo>
                  <a:pt x="811" y="1119"/>
                  <a:pt x="811" y="1119"/>
                  <a:pt x="811" y="1119"/>
                </a:cubicBezTo>
                <a:cubicBezTo>
                  <a:pt x="790" y="1140"/>
                  <a:pt x="786" y="1170"/>
                  <a:pt x="803" y="1195"/>
                </a:cubicBezTo>
                <a:cubicBezTo>
                  <a:pt x="819" y="1216"/>
                  <a:pt x="853" y="1220"/>
                  <a:pt x="874" y="1203"/>
                </a:cubicBezTo>
                <a:cubicBezTo>
                  <a:pt x="1001" y="1106"/>
                  <a:pt x="1001" y="1106"/>
                  <a:pt x="1001" y="1106"/>
                </a:cubicBezTo>
                <a:cubicBezTo>
                  <a:pt x="1001" y="1161"/>
                  <a:pt x="1001" y="1161"/>
                  <a:pt x="1001" y="1161"/>
                </a:cubicBezTo>
                <a:cubicBezTo>
                  <a:pt x="1001" y="1165"/>
                  <a:pt x="1001" y="1165"/>
                  <a:pt x="1001" y="1165"/>
                </a:cubicBezTo>
                <a:cubicBezTo>
                  <a:pt x="1001" y="1174"/>
                  <a:pt x="1001" y="1182"/>
                  <a:pt x="1001" y="1191"/>
                </a:cubicBezTo>
                <a:cubicBezTo>
                  <a:pt x="1001" y="1292"/>
                  <a:pt x="993" y="1372"/>
                  <a:pt x="976" y="1448"/>
                </a:cubicBezTo>
                <a:cubicBezTo>
                  <a:pt x="959" y="1524"/>
                  <a:pt x="933" y="1592"/>
                  <a:pt x="900" y="1672"/>
                </a:cubicBezTo>
                <a:cubicBezTo>
                  <a:pt x="900" y="1672"/>
                  <a:pt x="900" y="1676"/>
                  <a:pt x="896" y="1680"/>
                </a:cubicBezTo>
                <a:cubicBezTo>
                  <a:pt x="887" y="1689"/>
                  <a:pt x="874" y="1702"/>
                  <a:pt x="853" y="1714"/>
                </a:cubicBezTo>
                <a:cubicBezTo>
                  <a:pt x="836" y="1727"/>
                  <a:pt x="815" y="1740"/>
                  <a:pt x="794" y="1752"/>
                </a:cubicBezTo>
                <a:cubicBezTo>
                  <a:pt x="752" y="1778"/>
                  <a:pt x="701" y="1803"/>
                  <a:pt x="646" y="1824"/>
                </a:cubicBezTo>
                <a:cubicBezTo>
                  <a:pt x="566" y="1858"/>
                  <a:pt x="477" y="1892"/>
                  <a:pt x="393" y="1917"/>
                </a:cubicBezTo>
                <a:cubicBezTo>
                  <a:pt x="351" y="1930"/>
                  <a:pt x="313" y="1938"/>
                  <a:pt x="275" y="1942"/>
                </a:cubicBezTo>
                <a:cubicBezTo>
                  <a:pt x="237" y="1951"/>
                  <a:pt x="203" y="1955"/>
                  <a:pt x="177" y="1955"/>
                </a:cubicBezTo>
                <a:cubicBezTo>
                  <a:pt x="165" y="1955"/>
                  <a:pt x="152" y="1951"/>
                  <a:pt x="144" y="1951"/>
                </a:cubicBezTo>
                <a:cubicBezTo>
                  <a:pt x="140" y="1951"/>
                  <a:pt x="131" y="1951"/>
                  <a:pt x="127" y="1947"/>
                </a:cubicBezTo>
                <a:cubicBezTo>
                  <a:pt x="118" y="1947"/>
                  <a:pt x="118" y="1942"/>
                  <a:pt x="114" y="1942"/>
                </a:cubicBezTo>
                <a:lnTo>
                  <a:pt x="114" y="1942"/>
                </a:lnTo>
                <a:lnTo>
                  <a:pt x="114" y="1942"/>
                </a:lnTo>
                <a:cubicBezTo>
                  <a:pt x="114" y="1934"/>
                  <a:pt x="110" y="1921"/>
                  <a:pt x="110" y="1904"/>
                </a:cubicBezTo>
                <a:cubicBezTo>
                  <a:pt x="106" y="1887"/>
                  <a:pt x="106" y="1870"/>
                  <a:pt x="106" y="1849"/>
                </a:cubicBezTo>
                <a:cubicBezTo>
                  <a:pt x="106" y="1790"/>
                  <a:pt x="110" y="1723"/>
                  <a:pt x="123" y="1647"/>
                </a:cubicBezTo>
                <a:cubicBezTo>
                  <a:pt x="135" y="1528"/>
                  <a:pt x="161" y="1402"/>
                  <a:pt x="186" y="1288"/>
                </a:cubicBezTo>
                <a:cubicBezTo>
                  <a:pt x="211" y="1174"/>
                  <a:pt x="237" y="1072"/>
                  <a:pt x="254" y="1009"/>
                </a:cubicBezTo>
                <a:cubicBezTo>
                  <a:pt x="275" y="916"/>
                  <a:pt x="321" y="836"/>
                  <a:pt x="385" y="756"/>
                </a:cubicBezTo>
                <a:cubicBezTo>
                  <a:pt x="444" y="680"/>
                  <a:pt x="524" y="608"/>
                  <a:pt x="617" y="540"/>
                </a:cubicBezTo>
                <a:lnTo>
                  <a:pt x="617" y="540"/>
                </a:lnTo>
                <a:cubicBezTo>
                  <a:pt x="663" y="511"/>
                  <a:pt x="710" y="490"/>
                  <a:pt x="748" y="477"/>
                </a:cubicBezTo>
                <a:cubicBezTo>
                  <a:pt x="786" y="464"/>
                  <a:pt x="824" y="460"/>
                  <a:pt x="853" y="460"/>
                </a:cubicBezTo>
                <a:cubicBezTo>
                  <a:pt x="870" y="460"/>
                  <a:pt x="887" y="460"/>
                  <a:pt x="900" y="464"/>
                </a:cubicBezTo>
                <a:cubicBezTo>
                  <a:pt x="912" y="464"/>
                  <a:pt x="925" y="468"/>
                  <a:pt x="929" y="473"/>
                </a:cubicBezTo>
                <a:lnTo>
                  <a:pt x="929" y="473"/>
                </a:lnTo>
                <a:cubicBezTo>
                  <a:pt x="933" y="473"/>
                  <a:pt x="933" y="473"/>
                  <a:pt x="942" y="477"/>
                </a:cubicBezTo>
                <a:cubicBezTo>
                  <a:pt x="946" y="481"/>
                  <a:pt x="959" y="485"/>
                  <a:pt x="971" y="494"/>
                </a:cubicBezTo>
                <a:cubicBezTo>
                  <a:pt x="988" y="506"/>
                  <a:pt x="1005" y="519"/>
                  <a:pt x="1026" y="532"/>
                </a:cubicBezTo>
                <a:cubicBezTo>
                  <a:pt x="1035" y="540"/>
                  <a:pt x="1048" y="545"/>
                  <a:pt x="1056" y="553"/>
                </a:cubicBezTo>
                <a:cubicBezTo>
                  <a:pt x="1056" y="582"/>
                  <a:pt x="1056" y="582"/>
                  <a:pt x="1056" y="582"/>
                </a:cubicBezTo>
                <a:cubicBezTo>
                  <a:pt x="1056" y="591"/>
                  <a:pt x="1052" y="604"/>
                  <a:pt x="1048" y="616"/>
                </a:cubicBezTo>
                <a:cubicBezTo>
                  <a:pt x="1039" y="625"/>
                  <a:pt x="1031" y="637"/>
                  <a:pt x="1022" y="646"/>
                </a:cubicBezTo>
                <a:cubicBezTo>
                  <a:pt x="760" y="857"/>
                  <a:pt x="760" y="857"/>
                  <a:pt x="760" y="857"/>
                </a:cubicBezTo>
                <a:cubicBezTo>
                  <a:pt x="735" y="874"/>
                  <a:pt x="731" y="908"/>
                  <a:pt x="752" y="933"/>
                </a:cubicBezTo>
                <a:cubicBezTo>
                  <a:pt x="769" y="954"/>
                  <a:pt x="803" y="958"/>
                  <a:pt x="824" y="941"/>
                </a:cubicBezTo>
                <a:cubicBezTo>
                  <a:pt x="1090" y="730"/>
                  <a:pt x="1090" y="730"/>
                  <a:pt x="1090" y="730"/>
                </a:cubicBezTo>
                <a:cubicBezTo>
                  <a:pt x="1090" y="726"/>
                  <a:pt x="1090" y="726"/>
                  <a:pt x="1090" y="726"/>
                </a:cubicBezTo>
                <a:cubicBezTo>
                  <a:pt x="1111" y="709"/>
                  <a:pt x="1128" y="688"/>
                  <a:pt x="1140" y="663"/>
                </a:cubicBezTo>
                <a:cubicBezTo>
                  <a:pt x="1153" y="637"/>
                  <a:pt x="1162" y="612"/>
                  <a:pt x="1162" y="582"/>
                </a:cubicBezTo>
                <a:cubicBezTo>
                  <a:pt x="1162" y="55"/>
                  <a:pt x="1162" y="55"/>
                  <a:pt x="1162" y="55"/>
                </a:cubicBezTo>
                <a:cubicBezTo>
                  <a:pt x="1162" y="25"/>
                  <a:pt x="1136" y="0"/>
                  <a:pt x="1107" y="0"/>
                </a:cubicBezTo>
                <a:cubicBezTo>
                  <a:pt x="1077" y="0"/>
                  <a:pt x="1056" y="25"/>
                  <a:pt x="1056" y="55"/>
                </a:cubicBezTo>
                <a:lnTo>
                  <a:pt x="1056" y="55"/>
                </a:lnTo>
                <a:cubicBezTo>
                  <a:pt x="1056" y="422"/>
                  <a:pt x="1056" y="422"/>
                  <a:pt x="1056" y="422"/>
                </a:cubicBezTo>
                <a:cubicBezTo>
                  <a:pt x="1048" y="418"/>
                  <a:pt x="1039" y="414"/>
                  <a:pt x="1031" y="409"/>
                </a:cubicBezTo>
                <a:cubicBezTo>
                  <a:pt x="1018" y="401"/>
                  <a:pt x="1010" y="392"/>
                  <a:pt x="997" y="388"/>
                </a:cubicBezTo>
                <a:cubicBezTo>
                  <a:pt x="993" y="384"/>
                  <a:pt x="988" y="384"/>
                  <a:pt x="984" y="380"/>
                </a:cubicBezTo>
                <a:cubicBezTo>
                  <a:pt x="980" y="380"/>
                  <a:pt x="976" y="376"/>
                  <a:pt x="971" y="376"/>
                </a:cubicBezTo>
                <a:cubicBezTo>
                  <a:pt x="955" y="367"/>
                  <a:pt x="938" y="363"/>
                  <a:pt x="917" y="359"/>
                </a:cubicBezTo>
                <a:cubicBezTo>
                  <a:pt x="900" y="354"/>
                  <a:pt x="874" y="354"/>
                  <a:pt x="853" y="354"/>
                </a:cubicBezTo>
                <a:cubicBezTo>
                  <a:pt x="811" y="354"/>
                  <a:pt x="765" y="359"/>
                  <a:pt x="714" y="376"/>
                </a:cubicBezTo>
                <a:cubicBezTo>
                  <a:pt x="667" y="392"/>
                  <a:pt x="613" y="418"/>
                  <a:pt x="558" y="456"/>
                </a:cubicBezTo>
                <a:lnTo>
                  <a:pt x="558" y="456"/>
                </a:lnTo>
                <a:cubicBezTo>
                  <a:pt x="460" y="528"/>
                  <a:pt x="372" y="604"/>
                  <a:pt x="300" y="692"/>
                </a:cubicBezTo>
                <a:cubicBezTo>
                  <a:pt x="232" y="777"/>
                  <a:pt x="177" y="874"/>
                  <a:pt x="148" y="984"/>
                </a:cubicBezTo>
                <a:cubicBezTo>
                  <a:pt x="127" y="1068"/>
                  <a:pt x="89" y="1220"/>
                  <a:pt x="59" y="1385"/>
                </a:cubicBezTo>
                <a:cubicBezTo>
                  <a:pt x="42" y="1469"/>
                  <a:pt x="30" y="1554"/>
                  <a:pt x="17" y="1630"/>
                </a:cubicBezTo>
                <a:cubicBezTo>
                  <a:pt x="4" y="1710"/>
                  <a:pt x="0" y="1786"/>
                  <a:pt x="0" y="1849"/>
                </a:cubicBezTo>
                <a:cubicBezTo>
                  <a:pt x="0" y="1870"/>
                  <a:pt x="0" y="1896"/>
                  <a:pt x="4" y="1917"/>
                </a:cubicBezTo>
                <a:cubicBezTo>
                  <a:pt x="4" y="1938"/>
                  <a:pt x="9" y="1955"/>
                  <a:pt x="17" y="1976"/>
                </a:cubicBezTo>
                <a:cubicBezTo>
                  <a:pt x="17" y="1985"/>
                  <a:pt x="21" y="1993"/>
                  <a:pt x="25" y="1997"/>
                </a:cubicBezTo>
                <a:cubicBezTo>
                  <a:pt x="34" y="2010"/>
                  <a:pt x="47" y="2023"/>
                  <a:pt x="59" y="2031"/>
                </a:cubicBezTo>
                <a:cubicBezTo>
                  <a:pt x="76" y="2044"/>
                  <a:pt x="93" y="2048"/>
                  <a:pt x="114" y="2052"/>
                </a:cubicBezTo>
                <a:cubicBezTo>
                  <a:pt x="135" y="2056"/>
                  <a:pt x="156" y="2060"/>
                  <a:pt x="177" y="2060"/>
                </a:cubicBezTo>
                <a:cubicBezTo>
                  <a:pt x="211" y="2060"/>
                  <a:pt x="245" y="2056"/>
                  <a:pt x="283" y="2048"/>
                </a:cubicBezTo>
                <a:cubicBezTo>
                  <a:pt x="351" y="2039"/>
                  <a:pt x="427" y="2018"/>
                  <a:pt x="498" y="1993"/>
                </a:cubicBezTo>
                <a:cubicBezTo>
                  <a:pt x="608" y="1959"/>
                  <a:pt x="722" y="1908"/>
                  <a:pt x="811" y="1862"/>
                </a:cubicBezTo>
                <a:cubicBezTo>
                  <a:pt x="858" y="1837"/>
                  <a:pt x="896" y="1816"/>
                  <a:pt x="929" y="1790"/>
                </a:cubicBezTo>
                <a:cubicBezTo>
                  <a:pt x="942" y="1778"/>
                  <a:pt x="959" y="1765"/>
                  <a:pt x="971" y="1752"/>
                </a:cubicBezTo>
                <a:cubicBezTo>
                  <a:pt x="976" y="1748"/>
                  <a:pt x="980" y="1740"/>
                  <a:pt x="984" y="1735"/>
                </a:cubicBezTo>
                <a:cubicBezTo>
                  <a:pt x="993" y="1727"/>
                  <a:pt x="997" y="1718"/>
                  <a:pt x="1001" y="1710"/>
                </a:cubicBezTo>
                <a:cubicBezTo>
                  <a:pt x="1031" y="1630"/>
                  <a:pt x="1056" y="1554"/>
                  <a:pt x="1077" y="1474"/>
                </a:cubicBezTo>
                <a:cubicBezTo>
                  <a:pt x="1098" y="1389"/>
                  <a:pt x="1107" y="1300"/>
                  <a:pt x="1107" y="1191"/>
                </a:cubicBezTo>
                <a:cubicBezTo>
                  <a:pt x="1107" y="1182"/>
                  <a:pt x="1107" y="1174"/>
                  <a:pt x="1107" y="1161"/>
                </a:cubicBezTo>
                <a:cubicBezTo>
                  <a:pt x="1107" y="1026"/>
                  <a:pt x="1107" y="1026"/>
                  <a:pt x="1107" y="1026"/>
                </a:cubicBezTo>
                <a:cubicBezTo>
                  <a:pt x="1200" y="958"/>
                  <a:pt x="1200" y="958"/>
                  <a:pt x="1200" y="958"/>
                </a:cubicBezTo>
                <a:cubicBezTo>
                  <a:pt x="1200" y="958"/>
                  <a:pt x="1200" y="958"/>
                  <a:pt x="1200" y="954"/>
                </a:cubicBezTo>
                <a:cubicBezTo>
                  <a:pt x="1204" y="954"/>
                  <a:pt x="1212" y="954"/>
                  <a:pt x="1216" y="950"/>
                </a:cubicBezTo>
                <a:cubicBezTo>
                  <a:pt x="1229" y="950"/>
                  <a:pt x="1242" y="946"/>
                  <a:pt x="1250" y="946"/>
                </a:cubicBezTo>
                <a:cubicBezTo>
                  <a:pt x="1254" y="941"/>
                  <a:pt x="1259" y="941"/>
                  <a:pt x="1263" y="941"/>
                </a:cubicBezTo>
                <a:lnTo>
                  <a:pt x="1267" y="941"/>
                </a:lnTo>
                <a:lnTo>
                  <a:pt x="1267" y="941"/>
                </a:lnTo>
                <a:cubicBezTo>
                  <a:pt x="1267" y="941"/>
                  <a:pt x="1267" y="941"/>
                  <a:pt x="1271" y="941"/>
                </a:cubicBezTo>
                <a:cubicBezTo>
                  <a:pt x="1276" y="941"/>
                  <a:pt x="1284" y="941"/>
                  <a:pt x="1288" y="946"/>
                </a:cubicBezTo>
                <a:cubicBezTo>
                  <a:pt x="1301" y="946"/>
                  <a:pt x="1314" y="950"/>
                  <a:pt x="1322" y="954"/>
                </a:cubicBezTo>
                <a:cubicBezTo>
                  <a:pt x="1326" y="954"/>
                  <a:pt x="1331" y="954"/>
                  <a:pt x="1335" y="958"/>
                </a:cubicBezTo>
                <a:lnTo>
                  <a:pt x="1335" y="958"/>
                </a:lnTo>
                <a:cubicBezTo>
                  <a:pt x="1423" y="1026"/>
                  <a:pt x="1423" y="1026"/>
                  <a:pt x="1423" y="1026"/>
                </a:cubicBezTo>
                <a:cubicBezTo>
                  <a:pt x="1423" y="1161"/>
                  <a:pt x="1423" y="1161"/>
                  <a:pt x="1423" y="1161"/>
                </a:cubicBezTo>
                <a:cubicBezTo>
                  <a:pt x="1423" y="1279"/>
                  <a:pt x="1436" y="1376"/>
                  <a:pt x="1453" y="1461"/>
                </a:cubicBezTo>
                <a:cubicBezTo>
                  <a:pt x="1474" y="1550"/>
                  <a:pt x="1499" y="1626"/>
                  <a:pt x="1533" y="1710"/>
                </a:cubicBezTo>
                <a:cubicBezTo>
                  <a:pt x="1537" y="1723"/>
                  <a:pt x="1546" y="1735"/>
                  <a:pt x="1554" y="1744"/>
                </a:cubicBezTo>
                <a:cubicBezTo>
                  <a:pt x="1563" y="1752"/>
                  <a:pt x="1571" y="1761"/>
                  <a:pt x="1580" y="1773"/>
                </a:cubicBezTo>
                <a:cubicBezTo>
                  <a:pt x="1601" y="1786"/>
                  <a:pt x="1622" y="1803"/>
                  <a:pt x="1647" y="1820"/>
                </a:cubicBezTo>
                <a:cubicBezTo>
                  <a:pt x="1689" y="1849"/>
                  <a:pt x="1744" y="1875"/>
                  <a:pt x="1804" y="1904"/>
                </a:cubicBezTo>
                <a:cubicBezTo>
                  <a:pt x="1892" y="1947"/>
                  <a:pt x="1994" y="1985"/>
                  <a:pt x="2091" y="2010"/>
                </a:cubicBezTo>
                <a:cubicBezTo>
                  <a:pt x="2137" y="2027"/>
                  <a:pt x="2188" y="2039"/>
                  <a:pt x="2230" y="2044"/>
                </a:cubicBezTo>
                <a:cubicBezTo>
                  <a:pt x="2277" y="2052"/>
                  <a:pt x="2319" y="2060"/>
                  <a:pt x="2357" y="2060"/>
                </a:cubicBezTo>
                <a:cubicBezTo>
                  <a:pt x="2374" y="2060"/>
                  <a:pt x="2386" y="2056"/>
                  <a:pt x="2403" y="2056"/>
                </a:cubicBezTo>
                <a:cubicBezTo>
                  <a:pt x="2416" y="2052"/>
                  <a:pt x="2429" y="2052"/>
                  <a:pt x="2437" y="2048"/>
                </a:cubicBezTo>
                <a:cubicBezTo>
                  <a:pt x="2454" y="2044"/>
                  <a:pt x="2471" y="2035"/>
                  <a:pt x="2483" y="2023"/>
                </a:cubicBezTo>
                <a:cubicBezTo>
                  <a:pt x="2492" y="2018"/>
                  <a:pt x="2500" y="2010"/>
                  <a:pt x="2505" y="2001"/>
                </a:cubicBezTo>
                <a:cubicBezTo>
                  <a:pt x="2509" y="1993"/>
                  <a:pt x="2513" y="1985"/>
                  <a:pt x="2517" y="1976"/>
                </a:cubicBezTo>
                <a:cubicBezTo>
                  <a:pt x="2526" y="1955"/>
                  <a:pt x="2530" y="1938"/>
                  <a:pt x="2530" y="1917"/>
                </a:cubicBezTo>
                <a:cubicBezTo>
                  <a:pt x="2534" y="1896"/>
                  <a:pt x="2534" y="1870"/>
                  <a:pt x="2534" y="1849"/>
                </a:cubicBezTo>
                <a:cubicBezTo>
                  <a:pt x="2534" y="1786"/>
                  <a:pt x="2526" y="1710"/>
                  <a:pt x="2517" y="1630"/>
                </a:cubicBezTo>
              </a:path>
            </a:pathLst>
          </a:custGeom>
          <a:solidFill>
            <a:schemeClr val="tx2"/>
          </a:solidFill>
          <a:ln>
            <a:noFill/>
          </a:ln>
          <a:effectLst/>
        </p:spPr>
        <p:txBody>
          <a:bodyPr wrap="none" anchor="ctr"/>
          <a:lstStyle/>
          <a:p>
            <a:endParaRPr lang="da-DK"/>
          </a:p>
        </p:txBody>
      </p:sp>
      <p:sp>
        <p:nvSpPr>
          <p:cNvPr id="295" name="Freeform 23">
            <a:extLst>
              <a:ext uri="{FF2B5EF4-FFF2-40B4-BE49-F238E27FC236}">
                <a16:creationId xmlns:a16="http://schemas.microsoft.com/office/drawing/2014/main" id="{331299C2-A316-6FDD-E9A4-9154D8623031}"/>
              </a:ext>
            </a:extLst>
          </p:cNvPr>
          <p:cNvSpPr>
            <a:spLocks noChangeArrowheads="1"/>
          </p:cNvSpPr>
          <p:nvPr/>
        </p:nvSpPr>
        <p:spPr bwMode="auto">
          <a:xfrm>
            <a:off x="2656161" y="5341140"/>
            <a:ext cx="218572" cy="267298"/>
          </a:xfrm>
          <a:custGeom>
            <a:avLst/>
            <a:gdLst>
              <a:gd name="T0" fmla="*/ 1706 w 2079"/>
              <a:gd name="T1" fmla="*/ 1220 h 2539"/>
              <a:gd name="T2" fmla="*/ 1507 w 2079"/>
              <a:gd name="T3" fmla="*/ 996 h 2539"/>
              <a:gd name="T4" fmla="*/ 1702 w 2079"/>
              <a:gd name="T5" fmla="*/ 992 h 2539"/>
              <a:gd name="T6" fmla="*/ 1816 w 2079"/>
              <a:gd name="T7" fmla="*/ 802 h 2539"/>
              <a:gd name="T8" fmla="*/ 1778 w 2079"/>
              <a:gd name="T9" fmla="*/ 650 h 2539"/>
              <a:gd name="T10" fmla="*/ 1689 w 2079"/>
              <a:gd name="T11" fmla="*/ 595 h 2539"/>
              <a:gd name="T12" fmla="*/ 1436 w 2079"/>
              <a:gd name="T13" fmla="*/ 578 h 2539"/>
              <a:gd name="T14" fmla="*/ 1465 w 2079"/>
              <a:gd name="T15" fmla="*/ 439 h 2539"/>
              <a:gd name="T16" fmla="*/ 1499 w 2079"/>
              <a:gd name="T17" fmla="*/ 317 h 2539"/>
              <a:gd name="T18" fmla="*/ 1296 w 2079"/>
              <a:gd name="T19" fmla="*/ 110 h 2539"/>
              <a:gd name="T20" fmla="*/ 1182 w 2079"/>
              <a:gd name="T21" fmla="*/ 143 h 2539"/>
              <a:gd name="T22" fmla="*/ 1034 w 2079"/>
              <a:gd name="T23" fmla="*/ 190 h 2539"/>
              <a:gd name="T24" fmla="*/ 1030 w 2079"/>
              <a:gd name="T25" fmla="*/ 80 h 2539"/>
              <a:gd name="T26" fmla="*/ 899 w 2079"/>
              <a:gd name="T27" fmla="*/ 4 h 2539"/>
              <a:gd name="T28" fmla="*/ 659 w 2079"/>
              <a:gd name="T29" fmla="*/ 29 h 2539"/>
              <a:gd name="T30" fmla="*/ 599 w 2079"/>
              <a:gd name="T31" fmla="*/ 114 h 2539"/>
              <a:gd name="T32" fmla="*/ 494 w 2079"/>
              <a:gd name="T33" fmla="*/ 304 h 2539"/>
              <a:gd name="T34" fmla="*/ 346 w 2079"/>
              <a:gd name="T35" fmla="*/ 211 h 2539"/>
              <a:gd name="T36" fmla="*/ 76 w 2079"/>
              <a:gd name="T37" fmla="*/ 240 h 2539"/>
              <a:gd name="T38" fmla="*/ 21 w 2079"/>
              <a:gd name="T39" fmla="*/ 321 h 2539"/>
              <a:gd name="T40" fmla="*/ 76 w 2079"/>
              <a:gd name="T41" fmla="*/ 933 h 2539"/>
              <a:gd name="T42" fmla="*/ 131 w 2079"/>
              <a:gd name="T43" fmla="*/ 1752 h 2539"/>
              <a:gd name="T44" fmla="*/ 1706 w 2079"/>
              <a:gd name="T45" fmla="*/ 2538 h 2539"/>
              <a:gd name="T46" fmla="*/ 2048 w 2079"/>
              <a:gd name="T47" fmla="*/ 2094 h 2539"/>
              <a:gd name="T48" fmla="*/ 1693 w 2079"/>
              <a:gd name="T49" fmla="*/ 701 h 2539"/>
              <a:gd name="T50" fmla="*/ 676 w 2079"/>
              <a:gd name="T51" fmla="*/ 329 h 2539"/>
              <a:gd name="T52" fmla="*/ 709 w 2079"/>
              <a:gd name="T53" fmla="*/ 122 h 2539"/>
              <a:gd name="T54" fmla="*/ 912 w 2079"/>
              <a:gd name="T55" fmla="*/ 114 h 2539"/>
              <a:gd name="T56" fmla="*/ 925 w 2079"/>
              <a:gd name="T57" fmla="*/ 228 h 2539"/>
              <a:gd name="T58" fmla="*/ 1153 w 2079"/>
              <a:gd name="T59" fmla="*/ 304 h 2539"/>
              <a:gd name="T60" fmla="*/ 1296 w 2079"/>
              <a:gd name="T61" fmla="*/ 224 h 2539"/>
              <a:gd name="T62" fmla="*/ 1377 w 2079"/>
              <a:gd name="T63" fmla="*/ 367 h 2539"/>
              <a:gd name="T64" fmla="*/ 1284 w 2079"/>
              <a:gd name="T65" fmla="*/ 481 h 2539"/>
              <a:gd name="T66" fmla="*/ 1110 w 2079"/>
              <a:gd name="T67" fmla="*/ 625 h 2539"/>
              <a:gd name="T68" fmla="*/ 912 w 2079"/>
              <a:gd name="T69" fmla="*/ 853 h 2539"/>
              <a:gd name="T70" fmla="*/ 595 w 2079"/>
              <a:gd name="T71" fmla="*/ 984 h 2539"/>
              <a:gd name="T72" fmla="*/ 443 w 2079"/>
              <a:gd name="T73" fmla="*/ 688 h 2539"/>
              <a:gd name="T74" fmla="*/ 528 w 2079"/>
              <a:gd name="T75" fmla="*/ 409 h 2539"/>
              <a:gd name="T76" fmla="*/ 1816 w 2079"/>
              <a:gd name="T77" fmla="*/ 2411 h 2539"/>
              <a:gd name="T78" fmla="*/ 553 w 2079"/>
              <a:gd name="T79" fmla="*/ 2002 h 2539"/>
              <a:gd name="T80" fmla="*/ 126 w 2079"/>
              <a:gd name="T81" fmla="*/ 1512 h 2539"/>
              <a:gd name="T82" fmla="*/ 177 w 2079"/>
              <a:gd name="T83" fmla="*/ 950 h 2539"/>
              <a:gd name="T84" fmla="*/ 148 w 2079"/>
              <a:gd name="T85" fmla="*/ 325 h 2539"/>
              <a:gd name="T86" fmla="*/ 384 w 2079"/>
              <a:gd name="T87" fmla="*/ 325 h 2539"/>
              <a:gd name="T88" fmla="*/ 338 w 2079"/>
              <a:gd name="T89" fmla="*/ 688 h 2539"/>
              <a:gd name="T90" fmla="*/ 612 w 2079"/>
              <a:gd name="T91" fmla="*/ 1127 h 2539"/>
              <a:gd name="T92" fmla="*/ 646 w 2079"/>
              <a:gd name="T93" fmla="*/ 1284 h 2539"/>
              <a:gd name="T94" fmla="*/ 984 w 2079"/>
              <a:gd name="T95" fmla="*/ 1005 h 2539"/>
              <a:gd name="T96" fmla="*/ 1009 w 2079"/>
              <a:gd name="T97" fmla="*/ 904 h 2539"/>
              <a:gd name="T98" fmla="*/ 1115 w 2079"/>
              <a:gd name="T99" fmla="*/ 739 h 2539"/>
              <a:gd name="T100" fmla="*/ 1571 w 2079"/>
              <a:gd name="T101" fmla="*/ 697 h 2539"/>
              <a:gd name="T102" fmla="*/ 1689 w 2079"/>
              <a:gd name="T103" fmla="*/ 705 h 2539"/>
              <a:gd name="T104" fmla="*/ 1697 w 2079"/>
              <a:gd name="T105" fmla="*/ 870 h 2539"/>
              <a:gd name="T106" fmla="*/ 1512 w 2079"/>
              <a:gd name="T107" fmla="*/ 891 h 2539"/>
              <a:gd name="T108" fmla="*/ 1457 w 2079"/>
              <a:gd name="T109" fmla="*/ 1140 h 2539"/>
              <a:gd name="T110" fmla="*/ 1909 w 2079"/>
              <a:gd name="T111" fmla="*/ 1583 h 25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79" h="2539">
                <a:moveTo>
                  <a:pt x="2040" y="1605"/>
                </a:moveTo>
                <a:lnTo>
                  <a:pt x="2040" y="1605"/>
                </a:lnTo>
                <a:cubicBezTo>
                  <a:pt x="2027" y="1579"/>
                  <a:pt x="2014" y="1554"/>
                  <a:pt x="1997" y="1529"/>
                </a:cubicBezTo>
                <a:cubicBezTo>
                  <a:pt x="1968" y="1482"/>
                  <a:pt x="1930" y="1436"/>
                  <a:pt x="1892" y="1393"/>
                </a:cubicBezTo>
                <a:cubicBezTo>
                  <a:pt x="1833" y="1330"/>
                  <a:pt x="1765" y="1267"/>
                  <a:pt x="1706" y="1220"/>
                </a:cubicBezTo>
                <a:cubicBezTo>
                  <a:pt x="1651" y="1170"/>
                  <a:pt x="1600" y="1136"/>
                  <a:pt x="1579" y="1119"/>
                </a:cubicBezTo>
                <a:lnTo>
                  <a:pt x="1579" y="1119"/>
                </a:lnTo>
                <a:cubicBezTo>
                  <a:pt x="1571" y="1115"/>
                  <a:pt x="1562" y="1102"/>
                  <a:pt x="1554" y="1094"/>
                </a:cubicBezTo>
                <a:cubicBezTo>
                  <a:pt x="1541" y="1081"/>
                  <a:pt x="1529" y="1060"/>
                  <a:pt x="1520" y="1043"/>
                </a:cubicBezTo>
                <a:cubicBezTo>
                  <a:pt x="1512" y="1026"/>
                  <a:pt x="1507" y="1009"/>
                  <a:pt x="1507" y="996"/>
                </a:cubicBezTo>
                <a:cubicBezTo>
                  <a:pt x="1507" y="996"/>
                  <a:pt x="1507" y="996"/>
                  <a:pt x="1512" y="996"/>
                </a:cubicBezTo>
                <a:cubicBezTo>
                  <a:pt x="1545" y="996"/>
                  <a:pt x="1588" y="992"/>
                  <a:pt x="1626" y="992"/>
                </a:cubicBezTo>
                <a:cubicBezTo>
                  <a:pt x="1643" y="992"/>
                  <a:pt x="1660" y="992"/>
                  <a:pt x="1672" y="992"/>
                </a:cubicBezTo>
                <a:cubicBezTo>
                  <a:pt x="1689" y="992"/>
                  <a:pt x="1697" y="992"/>
                  <a:pt x="1702" y="992"/>
                </a:cubicBezTo>
                <a:lnTo>
                  <a:pt x="1702" y="992"/>
                </a:lnTo>
                <a:cubicBezTo>
                  <a:pt x="1714" y="992"/>
                  <a:pt x="1727" y="988"/>
                  <a:pt x="1735" y="984"/>
                </a:cubicBezTo>
                <a:cubicBezTo>
                  <a:pt x="1744" y="980"/>
                  <a:pt x="1752" y="975"/>
                  <a:pt x="1757" y="967"/>
                </a:cubicBezTo>
                <a:cubicBezTo>
                  <a:pt x="1769" y="958"/>
                  <a:pt x="1778" y="946"/>
                  <a:pt x="1786" y="933"/>
                </a:cubicBezTo>
                <a:cubicBezTo>
                  <a:pt x="1795" y="916"/>
                  <a:pt x="1803" y="895"/>
                  <a:pt x="1807" y="874"/>
                </a:cubicBezTo>
                <a:cubicBezTo>
                  <a:pt x="1812" y="853"/>
                  <a:pt x="1816" y="827"/>
                  <a:pt x="1816" y="802"/>
                </a:cubicBezTo>
                <a:cubicBezTo>
                  <a:pt x="1816" y="798"/>
                  <a:pt x="1816" y="794"/>
                  <a:pt x="1816" y="790"/>
                </a:cubicBezTo>
                <a:lnTo>
                  <a:pt x="1816" y="790"/>
                </a:lnTo>
                <a:cubicBezTo>
                  <a:pt x="1812" y="764"/>
                  <a:pt x="1812" y="743"/>
                  <a:pt x="1807" y="722"/>
                </a:cubicBezTo>
                <a:cubicBezTo>
                  <a:pt x="1803" y="709"/>
                  <a:pt x="1799" y="692"/>
                  <a:pt x="1790" y="680"/>
                </a:cubicBezTo>
                <a:cubicBezTo>
                  <a:pt x="1786" y="671"/>
                  <a:pt x="1782" y="659"/>
                  <a:pt x="1778" y="650"/>
                </a:cubicBezTo>
                <a:cubicBezTo>
                  <a:pt x="1769" y="637"/>
                  <a:pt x="1757" y="625"/>
                  <a:pt x="1744" y="612"/>
                </a:cubicBezTo>
                <a:cubicBezTo>
                  <a:pt x="1735" y="608"/>
                  <a:pt x="1727" y="604"/>
                  <a:pt x="1719" y="600"/>
                </a:cubicBezTo>
                <a:cubicBezTo>
                  <a:pt x="1710" y="595"/>
                  <a:pt x="1702" y="595"/>
                  <a:pt x="1689" y="595"/>
                </a:cubicBezTo>
                <a:lnTo>
                  <a:pt x="1689" y="595"/>
                </a:lnTo>
                <a:lnTo>
                  <a:pt x="1689" y="595"/>
                </a:lnTo>
                <a:cubicBezTo>
                  <a:pt x="1685" y="595"/>
                  <a:pt x="1685" y="595"/>
                  <a:pt x="1681" y="595"/>
                </a:cubicBezTo>
                <a:cubicBezTo>
                  <a:pt x="1672" y="595"/>
                  <a:pt x="1651" y="595"/>
                  <a:pt x="1626" y="591"/>
                </a:cubicBezTo>
                <a:cubicBezTo>
                  <a:pt x="1588" y="591"/>
                  <a:pt x="1541" y="591"/>
                  <a:pt x="1495" y="587"/>
                </a:cubicBezTo>
                <a:cubicBezTo>
                  <a:pt x="1474" y="587"/>
                  <a:pt x="1457" y="587"/>
                  <a:pt x="1440" y="587"/>
                </a:cubicBezTo>
                <a:cubicBezTo>
                  <a:pt x="1440" y="583"/>
                  <a:pt x="1436" y="583"/>
                  <a:pt x="1436" y="578"/>
                </a:cubicBezTo>
                <a:cubicBezTo>
                  <a:pt x="1431" y="553"/>
                  <a:pt x="1419" y="523"/>
                  <a:pt x="1410" y="498"/>
                </a:cubicBezTo>
                <a:cubicBezTo>
                  <a:pt x="1406" y="490"/>
                  <a:pt x="1402" y="485"/>
                  <a:pt x="1402" y="477"/>
                </a:cubicBezTo>
                <a:lnTo>
                  <a:pt x="1402" y="477"/>
                </a:lnTo>
                <a:cubicBezTo>
                  <a:pt x="1410" y="473"/>
                  <a:pt x="1419" y="469"/>
                  <a:pt x="1431" y="460"/>
                </a:cubicBezTo>
                <a:cubicBezTo>
                  <a:pt x="1440" y="456"/>
                  <a:pt x="1453" y="447"/>
                  <a:pt x="1465" y="439"/>
                </a:cubicBezTo>
                <a:lnTo>
                  <a:pt x="1465" y="439"/>
                </a:lnTo>
                <a:cubicBezTo>
                  <a:pt x="1474" y="435"/>
                  <a:pt x="1478" y="426"/>
                  <a:pt x="1486" y="422"/>
                </a:cubicBezTo>
                <a:cubicBezTo>
                  <a:pt x="1495" y="414"/>
                  <a:pt x="1499" y="401"/>
                  <a:pt x="1503" y="392"/>
                </a:cubicBezTo>
                <a:cubicBezTo>
                  <a:pt x="1503" y="380"/>
                  <a:pt x="1507" y="371"/>
                  <a:pt x="1507" y="363"/>
                </a:cubicBezTo>
                <a:cubicBezTo>
                  <a:pt x="1507" y="346"/>
                  <a:pt x="1503" y="329"/>
                  <a:pt x="1499" y="317"/>
                </a:cubicBezTo>
                <a:cubicBezTo>
                  <a:pt x="1495" y="304"/>
                  <a:pt x="1491" y="291"/>
                  <a:pt x="1482" y="279"/>
                </a:cubicBezTo>
                <a:cubicBezTo>
                  <a:pt x="1474" y="257"/>
                  <a:pt x="1461" y="240"/>
                  <a:pt x="1444" y="219"/>
                </a:cubicBezTo>
                <a:cubicBezTo>
                  <a:pt x="1423" y="190"/>
                  <a:pt x="1393" y="164"/>
                  <a:pt x="1368" y="143"/>
                </a:cubicBezTo>
                <a:cubicBezTo>
                  <a:pt x="1351" y="131"/>
                  <a:pt x="1339" y="122"/>
                  <a:pt x="1322" y="118"/>
                </a:cubicBezTo>
                <a:cubicBezTo>
                  <a:pt x="1313" y="114"/>
                  <a:pt x="1305" y="110"/>
                  <a:pt x="1296" y="110"/>
                </a:cubicBezTo>
                <a:cubicBezTo>
                  <a:pt x="1288" y="105"/>
                  <a:pt x="1279" y="105"/>
                  <a:pt x="1267" y="105"/>
                </a:cubicBezTo>
                <a:cubicBezTo>
                  <a:pt x="1258" y="105"/>
                  <a:pt x="1250" y="105"/>
                  <a:pt x="1241" y="110"/>
                </a:cubicBezTo>
                <a:cubicBezTo>
                  <a:pt x="1233" y="110"/>
                  <a:pt x="1224" y="114"/>
                  <a:pt x="1216" y="118"/>
                </a:cubicBezTo>
                <a:lnTo>
                  <a:pt x="1216" y="118"/>
                </a:lnTo>
                <a:cubicBezTo>
                  <a:pt x="1203" y="127"/>
                  <a:pt x="1195" y="135"/>
                  <a:pt x="1182" y="143"/>
                </a:cubicBezTo>
                <a:cubicBezTo>
                  <a:pt x="1170" y="152"/>
                  <a:pt x="1153" y="164"/>
                  <a:pt x="1136" y="177"/>
                </a:cubicBezTo>
                <a:cubicBezTo>
                  <a:pt x="1127" y="186"/>
                  <a:pt x="1115" y="194"/>
                  <a:pt x="1102" y="202"/>
                </a:cubicBezTo>
                <a:lnTo>
                  <a:pt x="1098" y="202"/>
                </a:lnTo>
                <a:cubicBezTo>
                  <a:pt x="1077" y="198"/>
                  <a:pt x="1056" y="190"/>
                  <a:pt x="1034" y="190"/>
                </a:cubicBezTo>
                <a:lnTo>
                  <a:pt x="1034" y="190"/>
                </a:lnTo>
                <a:lnTo>
                  <a:pt x="1034" y="186"/>
                </a:lnTo>
                <a:cubicBezTo>
                  <a:pt x="1034" y="173"/>
                  <a:pt x="1034" y="164"/>
                  <a:pt x="1034" y="152"/>
                </a:cubicBezTo>
                <a:cubicBezTo>
                  <a:pt x="1034" y="143"/>
                  <a:pt x="1034" y="131"/>
                  <a:pt x="1034" y="122"/>
                </a:cubicBezTo>
                <a:cubicBezTo>
                  <a:pt x="1030" y="110"/>
                  <a:pt x="1030" y="97"/>
                  <a:pt x="1030" y="84"/>
                </a:cubicBezTo>
                <a:cubicBezTo>
                  <a:pt x="1030" y="80"/>
                  <a:pt x="1030" y="80"/>
                  <a:pt x="1030" y="80"/>
                </a:cubicBezTo>
                <a:cubicBezTo>
                  <a:pt x="1026" y="76"/>
                  <a:pt x="1026" y="67"/>
                  <a:pt x="1022" y="63"/>
                </a:cubicBezTo>
                <a:cubicBezTo>
                  <a:pt x="1022" y="55"/>
                  <a:pt x="1018" y="50"/>
                  <a:pt x="1013" y="46"/>
                </a:cubicBezTo>
                <a:cubicBezTo>
                  <a:pt x="1005" y="38"/>
                  <a:pt x="1001" y="34"/>
                  <a:pt x="992" y="29"/>
                </a:cubicBezTo>
                <a:cubicBezTo>
                  <a:pt x="980" y="21"/>
                  <a:pt x="971" y="17"/>
                  <a:pt x="958" y="17"/>
                </a:cubicBezTo>
                <a:cubicBezTo>
                  <a:pt x="941" y="8"/>
                  <a:pt x="920" y="8"/>
                  <a:pt x="899" y="4"/>
                </a:cubicBezTo>
                <a:cubicBezTo>
                  <a:pt x="882" y="4"/>
                  <a:pt x="861" y="0"/>
                  <a:pt x="836" y="0"/>
                </a:cubicBezTo>
                <a:cubicBezTo>
                  <a:pt x="815" y="0"/>
                  <a:pt x="789" y="4"/>
                  <a:pt x="764" y="4"/>
                </a:cubicBezTo>
                <a:cubicBezTo>
                  <a:pt x="747" y="8"/>
                  <a:pt x="730" y="8"/>
                  <a:pt x="718" y="12"/>
                </a:cubicBezTo>
                <a:cubicBezTo>
                  <a:pt x="705" y="12"/>
                  <a:pt x="692" y="17"/>
                  <a:pt x="680" y="21"/>
                </a:cubicBezTo>
                <a:cubicBezTo>
                  <a:pt x="671" y="25"/>
                  <a:pt x="663" y="25"/>
                  <a:pt x="659" y="29"/>
                </a:cubicBezTo>
                <a:cubicBezTo>
                  <a:pt x="650" y="34"/>
                  <a:pt x="646" y="38"/>
                  <a:pt x="637" y="42"/>
                </a:cubicBezTo>
                <a:cubicBezTo>
                  <a:pt x="629" y="46"/>
                  <a:pt x="621" y="55"/>
                  <a:pt x="612" y="63"/>
                </a:cubicBezTo>
                <a:cubicBezTo>
                  <a:pt x="612" y="72"/>
                  <a:pt x="608" y="76"/>
                  <a:pt x="604" y="84"/>
                </a:cubicBezTo>
                <a:cubicBezTo>
                  <a:pt x="604" y="88"/>
                  <a:pt x="599" y="97"/>
                  <a:pt x="599" y="105"/>
                </a:cubicBezTo>
                <a:cubicBezTo>
                  <a:pt x="599" y="110"/>
                  <a:pt x="599" y="114"/>
                  <a:pt x="599" y="114"/>
                </a:cubicBezTo>
                <a:cubicBezTo>
                  <a:pt x="599" y="118"/>
                  <a:pt x="599" y="118"/>
                  <a:pt x="599" y="118"/>
                </a:cubicBezTo>
                <a:cubicBezTo>
                  <a:pt x="608" y="152"/>
                  <a:pt x="616" y="186"/>
                  <a:pt x="625" y="215"/>
                </a:cubicBezTo>
                <a:cubicBezTo>
                  <a:pt x="629" y="219"/>
                  <a:pt x="629" y="228"/>
                  <a:pt x="633" y="232"/>
                </a:cubicBezTo>
                <a:cubicBezTo>
                  <a:pt x="625" y="236"/>
                  <a:pt x="616" y="240"/>
                  <a:pt x="612" y="245"/>
                </a:cubicBezTo>
                <a:cubicBezTo>
                  <a:pt x="570" y="257"/>
                  <a:pt x="532" y="279"/>
                  <a:pt x="494" y="304"/>
                </a:cubicBezTo>
                <a:lnTo>
                  <a:pt x="494" y="300"/>
                </a:lnTo>
                <a:cubicBezTo>
                  <a:pt x="490" y="287"/>
                  <a:pt x="481" y="274"/>
                  <a:pt x="477" y="266"/>
                </a:cubicBezTo>
                <a:cubicBezTo>
                  <a:pt x="468" y="257"/>
                  <a:pt x="464" y="253"/>
                  <a:pt x="456" y="245"/>
                </a:cubicBezTo>
                <a:cubicBezTo>
                  <a:pt x="443" y="236"/>
                  <a:pt x="431" y="232"/>
                  <a:pt x="414" y="224"/>
                </a:cubicBezTo>
                <a:cubicBezTo>
                  <a:pt x="393" y="219"/>
                  <a:pt x="371" y="215"/>
                  <a:pt x="346" y="211"/>
                </a:cubicBezTo>
                <a:cubicBezTo>
                  <a:pt x="321" y="207"/>
                  <a:pt x="295" y="207"/>
                  <a:pt x="270" y="207"/>
                </a:cubicBezTo>
                <a:cubicBezTo>
                  <a:pt x="245" y="207"/>
                  <a:pt x="215" y="207"/>
                  <a:pt x="190" y="211"/>
                </a:cubicBezTo>
                <a:cubicBezTo>
                  <a:pt x="173" y="211"/>
                  <a:pt x="156" y="215"/>
                  <a:pt x="139" y="219"/>
                </a:cubicBezTo>
                <a:cubicBezTo>
                  <a:pt x="126" y="224"/>
                  <a:pt x="114" y="224"/>
                  <a:pt x="101" y="232"/>
                </a:cubicBezTo>
                <a:cubicBezTo>
                  <a:pt x="93" y="232"/>
                  <a:pt x="84" y="236"/>
                  <a:pt x="76" y="240"/>
                </a:cubicBezTo>
                <a:cubicBezTo>
                  <a:pt x="67" y="245"/>
                  <a:pt x="63" y="249"/>
                  <a:pt x="59" y="253"/>
                </a:cubicBezTo>
                <a:cubicBezTo>
                  <a:pt x="51" y="257"/>
                  <a:pt x="38" y="266"/>
                  <a:pt x="34" y="279"/>
                </a:cubicBezTo>
                <a:cubicBezTo>
                  <a:pt x="29" y="283"/>
                  <a:pt x="25" y="291"/>
                  <a:pt x="25" y="300"/>
                </a:cubicBezTo>
                <a:cubicBezTo>
                  <a:pt x="21" y="304"/>
                  <a:pt x="21" y="312"/>
                  <a:pt x="21" y="321"/>
                </a:cubicBezTo>
                <a:lnTo>
                  <a:pt x="21" y="321"/>
                </a:lnTo>
                <a:cubicBezTo>
                  <a:pt x="21" y="439"/>
                  <a:pt x="38" y="536"/>
                  <a:pt x="55" y="616"/>
                </a:cubicBezTo>
                <a:cubicBezTo>
                  <a:pt x="59" y="654"/>
                  <a:pt x="67" y="692"/>
                  <a:pt x="76" y="726"/>
                </a:cubicBezTo>
                <a:cubicBezTo>
                  <a:pt x="80" y="764"/>
                  <a:pt x="84" y="798"/>
                  <a:pt x="84" y="836"/>
                </a:cubicBezTo>
                <a:cubicBezTo>
                  <a:pt x="84" y="865"/>
                  <a:pt x="80" y="895"/>
                  <a:pt x="76" y="933"/>
                </a:cubicBezTo>
                <a:lnTo>
                  <a:pt x="76" y="933"/>
                </a:lnTo>
                <a:cubicBezTo>
                  <a:pt x="72" y="954"/>
                  <a:pt x="63" y="980"/>
                  <a:pt x="55" y="1013"/>
                </a:cubicBezTo>
                <a:cubicBezTo>
                  <a:pt x="46" y="1060"/>
                  <a:pt x="29" y="1110"/>
                  <a:pt x="21" y="1170"/>
                </a:cubicBezTo>
                <a:cubicBezTo>
                  <a:pt x="8" y="1229"/>
                  <a:pt x="0" y="1296"/>
                  <a:pt x="0" y="1364"/>
                </a:cubicBezTo>
                <a:cubicBezTo>
                  <a:pt x="0" y="1415"/>
                  <a:pt x="4" y="1465"/>
                  <a:pt x="17" y="1520"/>
                </a:cubicBezTo>
                <a:cubicBezTo>
                  <a:pt x="38" y="1596"/>
                  <a:pt x="72" y="1676"/>
                  <a:pt x="131" y="1752"/>
                </a:cubicBezTo>
                <a:cubicBezTo>
                  <a:pt x="190" y="1824"/>
                  <a:pt x="270" y="1888"/>
                  <a:pt x="376" y="1942"/>
                </a:cubicBezTo>
                <a:cubicBezTo>
                  <a:pt x="401" y="1989"/>
                  <a:pt x="439" y="2035"/>
                  <a:pt x="477" y="2073"/>
                </a:cubicBezTo>
                <a:cubicBezTo>
                  <a:pt x="553" y="2149"/>
                  <a:pt x="642" y="2217"/>
                  <a:pt x="743" y="2272"/>
                </a:cubicBezTo>
                <a:cubicBezTo>
                  <a:pt x="895" y="2352"/>
                  <a:pt x="1064" y="2411"/>
                  <a:pt x="1233" y="2453"/>
                </a:cubicBezTo>
                <a:cubicBezTo>
                  <a:pt x="1402" y="2496"/>
                  <a:pt x="1567" y="2521"/>
                  <a:pt x="1706" y="2538"/>
                </a:cubicBezTo>
                <a:cubicBezTo>
                  <a:pt x="1714" y="2538"/>
                  <a:pt x="1723" y="2538"/>
                  <a:pt x="1735" y="2538"/>
                </a:cubicBezTo>
                <a:cubicBezTo>
                  <a:pt x="1795" y="2538"/>
                  <a:pt x="1854" y="2517"/>
                  <a:pt x="1900" y="2483"/>
                </a:cubicBezTo>
                <a:cubicBezTo>
                  <a:pt x="1921" y="2466"/>
                  <a:pt x="1943" y="2449"/>
                  <a:pt x="1959" y="2424"/>
                </a:cubicBezTo>
                <a:cubicBezTo>
                  <a:pt x="1976" y="2398"/>
                  <a:pt x="1985" y="2373"/>
                  <a:pt x="1993" y="2344"/>
                </a:cubicBezTo>
                <a:cubicBezTo>
                  <a:pt x="2010" y="2259"/>
                  <a:pt x="2031" y="2179"/>
                  <a:pt x="2048" y="2094"/>
                </a:cubicBezTo>
                <a:cubicBezTo>
                  <a:pt x="2065" y="2010"/>
                  <a:pt x="2078" y="1925"/>
                  <a:pt x="2078" y="1845"/>
                </a:cubicBezTo>
                <a:cubicBezTo>
                  <a:pt x="2078" y="1765"/>
                  <a:pt x="2069" y="1685"/>
                  <a:pt x="2040" y="1605"/>
                </a:cubicBezTo>
                <a:close/>
                <a:moveTo>
                  <a:pt x="1689" y="701"/>
                </a:moveTo>
                <a:lnTo>
                  <a:pt x="1689" y="701"/>
                </a:lnTo>
                <a:cubicBezTo>
                  <a:pt x="1693" y="701"/>
                  <a:pt x="1693" y="701"/>
                  <a:pt x="1693" y="701"/>
                </a:cubicBezTo>
                <a:cubicBezTo>
                  <a:pt x="1689" y="701"/>
                  <a:pt x="1689" y="701"/>
                  <a:pt x="1689" y="701"/>
                </a:cubicBezTo>
                <a:close/>
                <a:moveTo>
                  <a:pt x="528" y="409"/>
                </a:moveTo>
                <a:lnTo>
                  <a:pt x="528" y="409"/>
                </a:lnTo>
                <a:cubicBezTo>
                  <a:pt x="557" y="388"/>
                  <a:pt x="591" y="367"/>
                  <a:pt x="625" y="350"/>
                </a:cubicBezTo>
                <a:cubicBezTo>
                  <a:pt x="642" y="342"/>
                  <a:pt x="659" y="338"/>
                  <a:pt x="676" y="329"/>
                </a:cubicBezTo>
                <a:cubicBezTo>
                  <a:pt x="692" y="325"/>
                  <a:pt x="705" y="321"/>
                  <a:pt x="718" y="321"/>
                </a:cubicBezTo>
                <a:cubicBezTo>
                  <a:pt x="735" y="317"/>
                  <a:pt x="747" y="304"/>
                  <a:pt x="756" y="291"/>
                </a:cubicBezTo>
                <a:cubicBezTo>
                  <a:pt x="760" y="274"/>
                  <a:pt x="760" y="257"/>
                  <a:pt x="756" y="245"/>
                </a:cubicBezTo>
                <a:cubicBezTo>
                  <a:pt x="743" y="224"/>
                  <a:pt x="735" y="202"/>
                  <a:pt x="726" y="177"/>
                </a:cubicBezTo>
                <a:cubicBezTo>
                  <a:pt x="718" y="160"/>
                  <a:pt x="714" y="143"/>
                  <a:pt x="709" y="122"/>
                </a:cubicBezTo>
                <a:cubicBezTo>
                  <a:pt x="714" y="122"/>
                  <a:pt x="718" y="118"/>
                  <a:pt x="722" y="118"/>
                </a:cubicBezTo>
                <a:cubicBezTo>
                  <a:pt x="739" y="114"/>
                  <a:pt x="756" y="114"/>
                  <a:pt x="777" y="110"/>
                </a:cubicBezTo>
                <a:cubicBezTo>
                  <a:pt x="794" y="110"/>
                  <a:pt x="815" y="105"/>
                  <a:pt x="836" y="105"/>
                </a:cubicBezTo>
                <a:cubicBezTo>
                  <a:pt x="853" y="105"/>
                  <a:pt x="870" y="105"/>
                  <a:pt x="882" y="110"/>
                </a:cubicBezTo>
                <a:cubicBezTo>
                  <a:pt x="895" y="110"/>
                  <a:pt x="904" y="110"/>
                  <a:pt x="912" y="114"/>
                </a:cubicBezTo>
                <a:cubicBezTo>
                  <a:pt x="916" y="114"/>
                  <a:pt x="920" y="114"/>
                  <a:pt x="925" y="114"/>
                </a:cubicBezTo>
                <a:cubicBezTo>
                  <a:pt x="929" y="122"/>
                  <a:pt x="929" y="127"/>
                  <a:pt x="929" y="131"/>
                </a:cubicBezTo>
                <a:cubicBezTo>
                  <a:pt x="929" y="139"/>
                  <a:pt x="929" y="148"/>
                  <a:pt x="929" y="152"/>
                </a:cubicBezTo>
                <a:cubicBezTo>
                  <a:pt x="929" y="160"/>
                  <a:pt x="929" y="169"/>
                  <a:pt x="929" y="177"/>
                </a:cubicBezTo>
                <a:cubicBezTo>
                  <a:pt x="929" y="190"/>
                  <a:pt x="925" y="207"/>
                  <a:pt x="925" y="228"/>
                </a:cubicBezTo>
                <a:cubicBezTo>
                  <a:pt x="920" y="257"/>
                  <a:pt x="941" y="283"/>
                  <a:pt x="971" y="287"/>
                </a:cubicBezTo>
                <a:cubicBezTo>
                  <a:pt x="988" y="287"/>
                  <a:pt x="1009" y="291"/>
                  <a:pt x="1034" y="295"/>
                </a:cubicBezTo>
                <a:cubicBezTo>
                  <a:pt x="1043" y="300"/>
                  <a:pt x="1056" y="300"/>
                  <a:pt x="1068" y="304"/>
                </a:cubicBezTo>
                <a:cubicBezTo>
                  <a:pt x="1077" y="308"/>
                  <a:pt x="1089" y="308"/>
                  <a:pt x="1094" y="312"/>
                </a:cubicBezTo>
                <a:cubicBezTo>
                  <a:pt x="1115" y="321"/>
                  <a:pt x="1136" y="317"/>
                  <a:pt x="1153" y="304"/>
                </a:cubicBezTo>
                <a:cubicBezTo>
                  <a:pt x="1165" y="291"/>
                  <a:pt x="1178" y="279"/>
                  <a:pt x="1187" y="270"/>
                </a:cubicBezTo>
                <a:cubicBezTo>
                  <a:pt x="1203" y="257"/>
                  <a:pt x="1216" y="249"/>
                  <a:pt x="1229" y="236"/>
                </a:cubicBezTo>
                <a:cubicBezTo>
                  <a:pt x="1241" y="228"/>
                  <a:pt x="1254" y="219"/>
                  <a:pt x="1271" y="211"/>
                </a:cubicBezTo>
                <a:cubicBezTo>
                  <a:pt x="1271" y="211"/>
                  <a:pt x="1275" y="211"/>
                  <a:pt x="1279" y="215"/>
                </a:cubicBezTo>
                <a:cubicBezTo>
                  <a:pt x="1284" y="215"/>
                  <a:pt x="1288" y="219"/>
                  <a:pt x="1296" y="224"/>
                </a:cubicBezTo>
                <a:cubicBezTo>
                  <a:pt x="1309" y="232"/>
                  <a:pt x="1322" y="240"/>
                  <a:pt x="1334" y="253"/>
                </a:cubicBezTo>
                <a:cubicBezTo>
                  <a:pt x="1351" y="274"/>
                  <a:pt x="1372" y="295"/>
                  <a:pt x="1385" y="317"/>
                </a:cubicBezTo>
                <a:cubicBezTo>
                  <a:pt x="1389" y="329"/>
                  <a:pt x="1393" y="338"/>
                  <a:pt x="1398" y="346"/>
                </a:cubicBezTo>
                <a:cubicBezTo>
                  <a:pt x="1398" y="350"/>
                  <a:pt x="1398" y="355"/>
                  <a:pt x="1402" y="355"/>
                </a:cubicBezTo>
                <a:cubicBezTo>
                  <a:pt x="1389" y="359"/>
                  <a:pt x="1385" y="367"/>
                  <a:pt x="1377" y="367"/>
                </a:cubicBezTo>
                <a:cubicBezTo>
                  <a:pt x="1372" y="371"/>
                  <a:pt x="1368" y="376"/>
                  <a:pt x="1364" y="380"/>
                </a:cubicBezTo>
                <a:cubicBezTo>
                  <a:pt x="1355" y="380"/>
                  <a:pt x="1351" y="384"/>
                  <a:pt x="1343" y="388"/>
                </a:cubicBezTo>
                <a:cubicBezTo>
                  <a:pt x="1334" y="392"/>
                  <a:pt x="1322" y="397"/>
                  <a:pt x="1305" y="405"/>
                </a:cubicBezTo>
                <a:cubicBezTo>
                  <a:pt x="1292" y="409"/>
                  <a:pt x="1279" y="422"/>
                  <a:pt x="1275" y="435"/>
                </a:cubicBezTo>
                <a:cubicBezTo>
                  <a:pt x="1271" y="452"/>
                  <a:pt x="1271" y="469"/>
                  <a:pt x="1284" y="481"/>
                </a:cubicBezTo>
                <a:cubicBezTo>
                  <a:pt x="1288" y="490"/>
                  <a:pt x="1296" y="502"/>
                  <a:pt x="1301" y="519"/>
                </a:cubicBezTo>
                <a:cubicBezTo>
                  <a:pt x="1313" y="536"/>
                  <a:pt x="1322" y="561"/>
                  <a:pt x="1330" y="583"/>
                </a:cubicBezTo>
                <a:cubicBezTo>
                  <a:pt x="1330" y="583"/>
                  <a:pt x="1330" y="583"/>
                  <a:pt x="1330" y="587"/>
                </a:cubicBezTo>
                <a:cubicBezTo>
                  <a:pt x="1309" y="587"/>
                  <a:pt x="1288" y="587"/>
                  <a:pt x="1271" y="591"/>
                </a:cubicBezTo>
                <a:cubicBezTo>
                  <a:pt x="1212" y="595"/>
                  <a:pt x="1157" y="604"/>
                  <a:pt x="1110" y="625"/>
                </a:cubicBezTo>
                <a:cubicBezTo>
                  <a:pt x="1085" y="637"/>
                  <a:pt x="1064" y="646"/>
                  <a:pt x="1039" y="663"/>
                </a:cubicBezTo>
                <a:cubicBezTo>
                  <a:pt x="1018" y="675"/>
                  <a:pt x="1001" y="692"/>
                  <a:pt x="980" y="713"/>
                </a:cubicBezTo>
                <a:lnTo>
                  <a:pt x="980" y="713"/>
                </a:lnTo>
                <a:cubicBezTo>
                  <a:pt x="954" y="743"/>
                  <a:pt x="937" y="773"/>
                  <a:pt x="925" y="806"/>
                </a:cubicBezTo>
                <a:cubicBezTo>
                  <a:pt x="916" y="819"/>
                  <a:pt x="912" y="836"/>
                  <a:pt x="912" y="853"/>
                </a:cubicBezTo>
                <a:cubicBezTo>
                  <a:pt x="908" y="870"/>
                  <a:pt x="904" y="887"/>
                  <a:pt x="904" y="904"/>
                </a:cubicBezTo>
                <a:cubicBezTo>
                  <a:pt x="904" y="908"/>
                  <a:pt x="904" y="912"/>
                  <a:pt x="908" y="916"/>
                </a:cubicBezTo>
                <a:cubicBezTo>
                  <a:pt x="861" y="933"/>
                  <a:pt x="819" y="954"/>
                  <a:pt x="781" y="975"/>
                </a:cubicBezTo>
                <a:cubicBezTo>
                  <a:pt x="747" y="996"/>
                  <a:pt x="714" y="1022"/>
                  <a:pt x="688" y="1047"/>
                </a:cubicBezTo>
                <a:cubicBezTo>
                  <a:pt x="650" y="1030"/>
                  <a:pt x="621" y="1009"/>
                  <a:pt x="595" y="984"/>
                </a:cubicBezTo>
                <a:cubicBezTo>
                  <a:pt x="566" y="958"/>
                  <a:pt x="545" y="933"/>
                  <a:pt x="524" y="904"/>
                </a:cubicBezTo>
                <a:cubicBezTo>
                  <a:pt x="494" y="861"/>
                  <a:pt x="473" y="815"/>
                  <a:pt x="460" y="777"/>
                </a:cubicBezTo>
                <a:cubicBezTo>
                  <a:pt x="456" y="756"/>
                  <a:pt x="452" y="739"/>
                  <a:pt x="447" y="722"/>
                </a:cubicBezTo>
                <a:cubicBezTo>
                  <a:pt x="443" y="713"/>
                  <a:pt x="443" y="709"/>
                  <a:pt x="443" y="701"/>
                </a:cubicBezTo>
                <a:cubicBezTo>
                  <a:pt x="443" y="697"/>
                  <a:pt x="443" y="692"/>
                  <a:pt x="443" y="688"/>
                </a:cubicBezTo>
                <a:cubicBezTo>
                  <a:pt x="443" y="650"/>
                  <a:pt x="447" y="621"/>
                  <a:pt x="452" y="591"/>
                </a:cubicBezTo>
                <a:cubicBezTo>
                  <a:pt x="452" y="570"/>
                  <a:pt x="456" y="553"/>
                  <a:pt x="460" y="536"/>
                </a:cubicBezTo>
                <a:cubicBezTo>
                  <a:pt x="464" y="515"/>
                  <a:pt x="473" y="498"/>
                  <a:pt x="477" y="477"/>
                </a:cubicBezTo>
                <a:cubicBezTo>
                  <a:pt x="477" y="469"/>
                  <a:pt x="481" y="464"/>
                  <a:pt x="485" y="456"/>
                </a:cubicBezTo>
                <a:cubicBezTo>
                  <a:pt x="498" y="443"/>
                  <a:pt x="511" y="426"/>
                  <a:pt x="528" y="409"/>
                </a:cubicBezTo>
                <a:close/>
                <a:moveTo>
                  <a:pt x="1947" y="2073"/>
                </a:moveTo>
                <a:lnTo>
                  <a:pt x="1947" y="2073"/>
                </a:lnTo>
                <a:cubicBezTo>
                  <a:pt x="1930" y="2154"/>
                  <a:pt x="1909" y="2234"/>
                  <a:pt x="1892" y="2323"/>
                </a:cubicBezTo>
                <a:cubicBezTo>
                  <a:pt x="1887" y="2335"/>
                  <a:pt x="1879" y="2352"/>
                  <a:pt x="1871" y="2365"/>
                </a:cubicBezTo>
                <a:cubicBezTo>
                  <a:pt x="1858" y="2386"/>
                  <a:pt x="1837" y="2403"/>
                  <a:pt x="1816" y="2411"/>
                </a:cubicBezTo>
                <a:cubicBezTo>
                  <a:pt x="1790" y="2424"/>
                  <a:pt x="1765" y="2432"/>
                  <a:pt x="1735" y="2432"/>
                </a:cubicBezTo>
                <a:cubicBezTo>
                  <a:pt x="1727" y="2432"/>
                  <a:pt x="1723" y="2432"/>
                  <a:pt x="1714" y="2432"/>
                </a:cubicBezTo>
                <a:cubicBezTo>
                  <a:pt x="1512" y="2411"/>
                  <a:pt x="1246" y="2365"/>
                  <a:pt x="1009" y="2272"/>
                </a:cubicBezTo>
                <a:cubicBezTo>
                  <a:pt x="887" y="2230"/>
                  <a:pt x="777" y="2175"/>
                  <a:pt x="680" y="2107"/>
                </a:cubicBezTo>
                <a:cubicBezTo>
                  <a:pt x="633" y="2073"/>
                  <a:pt x="591" y="2040"/>
                  <a:pt x="553" y="2002"/>
                </a:cubicBezTo>
                <a:cubicBezTo>
                  <a:pt x="515" y="1959"/>
                  <a:pt x="481" y="1921"/>
                  <a:pt x="456" y="1875"/>
                </a:cubicBezTo>
                <a:cubicBezTo>
                  <a:pt x="452" y="1866"/>
                  <a:pt x="443" y="1858"/>
                  <a:pt x="435" y="1854"/>
                </a:cubicBezTo>
                <a:cubicBezTo>
                  <a:pt x="367" y="1820"/>
                  <a:pt x="312" y="1782"/>
                  <a:pt x="270" y="1744"/>
                </a:cubicBezTo>
                <a:cubicBezTo>
                  <a:pt x="241" y="1714"/>
                  <a:pt x="211" y="1685"/>
                  <a:pt x="190" y="1655"/>
                </a:cubicBezTo>
                <a:cubicBezTo>
                  <a:pt x="160" y="1609"/>
                  <a:pt x="139" y="1562"/>
                  <a:pt x="126" y="1512"/>
                </a:cubicBezTo>
                <a:cubicBezTo>
                  <a:pt x="114" y="1461"/>
                  <a:pt x="105" y="1410"/>
                  <a:pt x="105" y="1364"/>
                </a:cubicBezTo>
                <a:cubicBezTo>
                  <a:pt x="105" y="1284"/>
                  <a:pt x="118" y="1208"/>
                  <a:pt x="135" y="1136"/>
                </a:cubicBezTo>
                <a:cubicBezTo>
                  <a:pt x="143" y="1102"/>
                  <a:pt x="152" y="1068"/>
                  <a:pt x="160" y="1039"/>
                </a:cubicBezTo>
                <a:cubicBezTo>
                  <a:pt x="164" y="1005"/>
                  <a:pt x="173" y="975"/>
                  <a:pt x="177" y="950"/>
                </a:cubicBezTo>
                <a:lnTo>
                  <a:pt x="177" y="950"/>
                </a:lnTo>
                <a:cubicBezTo>
                  <a:pt x="186" y="908"/>
                  <a:pt x="190" y="870"/>
                  <a:pt x="190" y="836"/>
                </a:cubicBezTo>
                <a:cubicBezTo>
                  <a:pt x="190" y="790"/>
                  <a:pt x="186" y="752"/>
                  <a:pt x="177" y="713"/>
                </a:cubicBezTo>
                <a:cubicBezTo>
                  <a:pt x="169" y="654"/>
                  <a:pt x="156" y="595"/>
                  <a:pt x="148" y="536"/>
                </a:cubicBezTo>
                <a:cubicBezTo>
                  <a:pt x="135" y="477"/>
                  <a:pt x="126" y="409"/>
                  <a:pt x="126" y="333"/>
                </a:cubicBezTo>
                <a:cubicBezTo>
                  <a:pt x="131" y="333"/>
                  <a:pt x="139" y="329"/>
                  <a:pt x="148" y="325"/>
                </a:cubicBezTo>
                <a:cubicBezTo>
                  <a:pt x="160" y="321"/>
                  <a:pt x="181" y="317"/>
                  <a:pt x="203" y="317"/>
                </a:cubicBezTo>
                <a:cubicBezTo>
                  <a:pt x="224" y="312"/>
                  <a:pt x="245" y="312"/>
                  <a:pt x="270" y="312"/>
                </a:cubicBezTo>
                <a:cubicBezTo>
                  <a:pt x="291" y="312"/>
                  <a:pt x="308" y="312"/>
                  <a:pt x="329" y="312"/>
                </a:cubicBezTo>
                <a:cubicBezTo>
                  <a:pt x="342" y="317"/>
                  <a:pt x="355" y="317"/>
                  <a:pt x="363" y="321"/>
                </a:cubicBezTo>
                <a:cubicBezTo>
                  <a:pt x="371" y="321"/>
                  <a:pt x="380" y="325"/>
                  <a:pt x="384" y="325"/>
                </a:cubicBezTo>
                <a:cubicBezTo>
                  <a:pt x="384" y="329"/>
                  <a:pt x="388" y="329"/>
                  <a:pt x="388" y="329"/>
                </a:cubicBezTo>
                <a:cubicBezTo>
                  <a:pt x="388" y="363"/>
                  <a:pt x="384" y="392"/>
                  <a:pt x="380" y="414"/>
                </a:cubicBezTo>
                <a:cubicBezTo>
                  <a:pt x="376" y="435"/>
                  <a:pt x="371" y="452"/>
                  <a:pt x="367" y="473"/>
                </a:cubicBezTo>
                <a:cubicBezTo>
                  <a:pt x="363" y="498"/>
                  <a:pt x="355" y="528"/>
                  <a:pt x="346" y="566"/>
                </a:cubicBezTo>
                <a:cubicBezTo>
                  <a:pt x="342" y="600"/>
                  <a:pt x="338" y="637"/>
                  <a:pt x="338" y="688"/>
                </a:cubicBezTo>
                <a:cubicBezTo>
                  <a:pt x="338" y="705"/>
                  <a:pt x="338" y="718"/>
                  <a:pt x="342" y="735"/>
                </a:cubicBezTo>
                <a:cubicBezTo>
                  <a:pt x="346" y="768"/>
                  <a:pt x="359" y="802"/>
                  <a:pt x="371" y="840"/>
                </a:cubicBezTo>
                <a:cubicBezTo>
                  <a:pt x="397" y="899"/>
                  <a:pt x="431" y="963"/>
                  <a:pt x="481" y="1022"/>
                </a:cubicBezTo>
                <a:cubicBezTo>
                  <a:pt x="507" y="1051"/>
                  <a:pt x="540" y="1077"/>
                  <a:pt x="574" y="1102"/>
                </a:cubicBezTo>
                <a:cubicBezTo>
                  <a:pt x="587" y="1110"/>
                  <a:pt x="599" y="1119"/>
                  <a:pt x="612" y="1127"/>
                </a:cubicBezTo>
                <a:cubicBezTo>
                  <a:pt x="604" y="1140"/>
                  <a:pt x="599" y="1153"/>
                  <a:pt x="591" y="1161"/>
                </a:cubicBezTo>
                <a:cubicBezTo>
                  <a:pt x="545" y="1237"/>
                  <a:pt x="511" y="1326"/>
                  <a:pt x="498" y="1419"/>
                </a:cubicBezTo>
                <a:cubicBezTo>
                  <a:pt x="490" y="1448"/>
                  <a:pt x="511" y="1478"/>
                  <a:pt x="540" y="1482"/>
                </a:cubicBezTo>
                <a:cubicBezTo>
                  <a:pt x="570" y="1486"/>
                  <a:pt x="595" y="1465"/>
                  <a:pt x="599" y="1436"/>
                </a:cubicBezTo>
                <a:cubicBezTo>
                  <a:pt x="608" y="1381"/>
                  <a:pt x="625" y="1330"/>
                  <a:pt x="646" y="1284"/>
                </a:cubicBezTo>
                <a:cubicBezTo>
                  <a:pt x="663" y="1241"/>
                  <a:pt x="692" y="1199"/>
                  <a:pt x="722" y="1161"/>
                </a:cubicBezTo>
                <a:cubicBezTo>
                  <a:pt x="739" y="1157"/>
                  <a:pt x="751" y="1144"/>
                  <a:pt x="756" y="1127"/>
                </a:cubicBezTo>
                <a:cubicBezTo>
                  <a:pt x="756" y="1127"/>
                  <a:pt x="756" y="1127"/>
                  <a:pt x="756" y="1123"/>
                </a:cubicBezTo>
                <a:cubicBezTo>
                  <a:pt x="764" y="1119"/>
                  <a:pt x="768" y="1115"/>
                  <a:pt x="777" y="1110"/>
                </a:cubicBezTo>
                <a:cubicBezTo>
                  <a:pt x="832" y="1064"/>
                  <a:pt x="899" y="1026"/>
                  <a:pt x="984" y="1005"/>
                </a:cubicBezTo>
                <a:cubicBezTo>
                  <a:pt x="1001" y="1001"/>
                  <a:pt x="1013" y="988"/>
                  <a:pt x="1022" y="971"/>
                </a:cubicBezTo>
                <a:cubicBezTo>
                  <a:pt x="1026" y="954"/>
                  <a:pt x="1022" y="937"/>
                  <a:pt x="1013" y="925"/>
                </a:cubicBezTo>
                <a:lnTo>
                  <a:pt x="1013" y="925"/>
                </a:lnTo>
                <a:cubicBezTo>
                  <a:pt x="1013" y="925"/>
                  <a:pt x="1013" y="920"/>
                  <a:pt x="1013" y="916"/>
                </a:cubicBezTo>
                <a:cubicBezTo>
                  <a:pt x="1013" y="912"/>
                  <a:pt x="1009" y="908"/>
                  <a:pt x="1009" y="904"/>
                </a:cubicBezTo>
                <a:cubicBezTo>
                  <a:pt x="1009" y="895"/>
                  <a:pt x="1013" y="882"/>
                  <a:pt x="1013" y="874"/>
                </a:cubicBezTo>
                <a:cubicBezTo>
                  <a:pt x="1018" y="857"/>
                  <a:pt x="1022" y="844"/>
                  <a:pt x="1030" y="827"/>
                </a:cubicBezTo>
                <a:cubicBezTo>
                  <a:pt x="1039" y="811"/>
                  <a:pt x="1047" y="798"/>
                  <a:pt x="1056" y="785"/>
                </a:cubicBezTo>
                <a:lnTo>
                  <a:pt x="1056" y="785"/>
                </a:lnTo>
                <a:cubicBezTo>
                  <a:pt x="1077" y="768"/>
                  <a:pt x="1094" y="752"/>
                  <a:pt x="1115" y="739"/>
                </a:cubicBezTo>
                <a:cubicBezTo>
                  <a:pt x="1132" y="730"/>
                  <a:pt x="1149" y="722"/>
                  <a:pt x="1170" y="718"/>
                </a:cubicBezTo>
                <a:cubicBezTo>
                  <a:pt x="1195" y="705"/>
                  <a:pt x="1229" y="701"/>
                  <a:pt x="1267" y="697"/>
                </a:cubicBezTo>
                <a:cubicBezTo>
                  <a:pt x="1305" y="692"/>
                  <a:pt x="1347" y="688"/>
                  <a:pt x="1393" y="688"/>
                </a:cubicBezTo>
                <a:cubicBezTo>
                  <a:pt x="1402" y="688"/>
                  <a:pt x="1410" y="688"/>
                  <a:pt x="1419" y="692"/>
                </a:cubicBezTo>
                <a:cubicBezTo>
                  <a:pt x="1457" y="692"/>
                  <a:pt x="1516" y="692"/>
                  <a:pt x="1571" y="697"/>
                </a:cubicBezTo>
                <a:cubicBezTo>
                  <a:pt x="1600" y="697"/>
                  <a:pt x="1626" y="697"/>
                  <a:pt x="1643" y="701"/>
                </a:cubicBezTo>
                <a:cubicBezTo>
                  <a:pt x="1655" y="701"/>
                  <a:pt x="1664" y="701"/>
                  <a:pt x="1672" y="701"/>
                </a:cubicBezTo>
                <a:cubicBezTo>
                  <a:pt x="1676" y="701"/>
                  <a:pt x="1676" y="701"/>
                  <a:pt x="1681" y="701"/>
                </a:cubicBezTo>
                <a:cubicBezTo>
                  <a:pt x="1681" y="701"/>
                  <a:pt x="1681" y="701"/>
                  <a:pt x="1685" y="701"/>
                </a:cubicBezTo>
                <a:cubicBezTo>
                  <a:pt x="1685" y="701"/>
                  <a:pt x="1685" y="705"/>
                  <a:pt x="1689" y="705"/>
                </a:cubicBezTo>
                <a:cubicBezTo>
                  <a:pt x="1693" y="713"/>
                  <a:pt x="1697" y="726"/>
                  <a:pt x="1702" y="743"/>
                </a:cubicBezTo>
                <a:cubicBezTo>
                  <a:pt x="1706" y="756"/>
                  <a:pt x="1706" y="773"/>
                  <a:pt x="1710" y="794"/>
                </a:cubicBezTo>
                <a:cubicBezTo>
                  <a:pt x="1710" y="798"/>
                  <a:pt x="1710" y="802"/>
                  <a:pt x="1710" y="802"/>
                </a:cubicBezTo>
                <a:cubicBezTo>
                  <a:pt x="1710" y="819"/>
                  <a:pt x="1706" y="832"/>
                  <a:pt x="1706" y="844"/>
                </a:cubicBezTo>
                <a:cubicBezTo>
                  <a:pt x="1702" y="857"/>
                  <a:pt x="1702" y="865"/>
                  <a:pt x="1697" y="870"/>
                </a:cubicBezTo>
                <a:cubicBezTo>
                  <a:pt x="1697" y="874"/>
                  <a:pt x="1693" y="878"/>
                  <a:pt x="1693" y="882"/>
                </a:cubicBezTo>
                <a:cubicBezTo>
                  <a:pt x="1693" y="882"/>
                  <a:pt x="1693" y="882"/>
                  <a:pt x="1693" y="887"/>
                </a:cubicBezTo>
                <a:cubicBezTo>
                  <a:pt x="1685" y="887"/>
                  <a:pt x="1681" y="887"/>
                  <a:pt x="1672" y="887"/>
                </a:cubicBezTo>
                <a:cubicBezTo>
                  <a:pt x="1651" y="887"/>
                  <a:pt x="1622" y="887"/>
                  <a:pt x="1592" y="887"/>
                </a:cubicBezTo>
                <a:cubicBezTo>
                  <a:pt x="1567" y="887"/>
                  <a:pt x="1537" y="891"/>
                  <a:pt x="1512" y="891"/>
                </a:cubicBezTo>
                <a:cubicBezTo>
                  <a:pt x="1491" y="891"/>
                  <a:pt x="1478" y="891"/>
                  <a:pt x="1470" y="887"/>
                </a:cubicBezTo>
                <a:cubicBezTo>
                  <a:pt x="1444" y="887"/>
                  <a:pt x="1423" y="899"/>
                  <a:pt x="1414" y="920"/>
                </a:cubicBezTo>
                <a:cubicBezTo>
                  <a:pt x="1406" y="942"/>
                  <a:pt x="1402" y="967"/>
                  <a:pt x="1402" y="992"/>
                </a:cubicBezTo>
                <a:cubicBezTo>
                  <a:pt x="1402" y="1013"/>
                  <a:pt x="1406" y="1034"/>
                  <a:pt x="1414" y="1056"/>
                </a:cubicBezTo>
                <a:cubicBezTo>
                  <a:pt x="1423" y="1085"/>
                  <a:pt x="1436" y="1115"/>
                  <a:pt x="1457" y="1140"/>
                </a:cubicBezTo>
                <a:cubicBezTo>
                  <a:pt x="1474" y="1165"/>
                  <a:pt x="1495" y="1186"/>
                  <a:pt x="1516" y="1203"/>
                </a:cubicBezTo>
                <a:lnTo>
                  <a:pt x="1516" y="1203"/>
                </a:lnTo>
                <a:cubicBezTo>
                  <a:pt x="1545" y="1225"/>
                  <a:pt x="1638" y="1296"/>
                  <a:pt x="1731" y="1381"/>
                </a:cubicBezTo>
                <a:cubicBezTo>
                  <a:pt x="1778" y="1423"/>
                  <a:pt x="1820" y="1469"/>
                  <a:pt x="1858" y="1516"/>
                </a:cubicBezTo>
                <a:cubicBezTo>
                  <a:pt x="1879" y="1541"/>
                  <a:pt x="1896" y="1562"/>
                  <a:pt x="1909" y="1583"/>
                </a:cubicBezTo>
                <a:cubicBezTo>
                  <a:pt x="1921" y="1605"/>
                  <a:pt x="1934" y="1626"/>
                  <a:pt x="1938" y="1643"/>
                </a:cubicBezTo>
                <a:cubicBezTo>
                  <a:pt x="1964" y="1710"/>
                  <a:pt x="1972" y="1773"/>
                  <a:pt x="1972" y="1845"/>
                </a:cubicBezTo>
                <a:cubicBezTo>
                  <a:pt x="1972" y="1917"/>
                  <a:pt x="1964" y="1993"/>
                  <a:pt x="1947" y="2073"/>
                </a:cubicBezTo>
                <a:close/>
              </a:path>
            </a:pathLst>
          </a:custGeom>
          <a:solidFill>
            <a:schemeClr val="tx2"/>
          </a:solidFill>
          <a:ln>
            <a:noFill/>
          </a:ln>
          <a:effectLst/>
        </p:spPr>
        <p:txBody>
          <a:bodyPr wrap="none" anchor="ctr"/>
          <a:lstStyle/>
          <a:p>
            <a:endParaRPr lang="da-DK"/>
          </a:p>
        </p:txBody>
      </p:sp>
      <p:sp>
        <p:nvSpPr>
          <p:cNvPr id="296" name="Freeform 24">
            <a:extLst>
              <a:ext uri="{FF2B5EF4-FFF2-40B4-BE49-F238E27FC236}">
                <a16:creationId xmlns:a16="http://schemas.microsoft.com/office/drawing/2014/main" id="{7765D6ED-0444-E9C0-3D84-D0FC3CD11CA5}"/>
              </a:ext>
            </a:extLst>
          </p:cNvPr>
          <p:cNvSpPr>
            <a:spLocks noChangeArrowheads="1"/>
          </p:cNvSpPr>
          <p:nvPr/>
        </p:nvSpPr>
        <p:spPr bwMode="auto">
          <a:xfrm>
            <a:off x="2153120" y="5335107"/>
            <a:ext cx="177735" cy="261730"/>
          </a:xfrm>
          <a:custGeom>
            <a:avLst/>
            <a:gdLst>
              <a:gd name="T0" fmla="*/ 1689 w 1690"/>
              <a:gd name="T1" fmla="*/ 1165 h 2488"/>
              <a:gd name="T2" fmla="*/ 1339 w 1690"/>
              <a:gd name="T3" fmla="*/ 849 h 2488"/>
              <a:gd name="T4" fmla="*/ 1360 w 1690"/>
              <a:gd name="T5" fmla="*/ 692 h 2488"/>
              <a:gd name="T6" fmla="*/ 1330 w 1690"/>
              <a:gd name="T7" fmla="*/ 549 h 2488"/>
              <a:gd name="T8" fmla="*/ 1664 w 1690"/>
              <a:gd name="T9" fmla="*/ 464 h 2488"/>
              <a:gd name="T10" fmla="*/ 1394 w 1690"/>
              <a:gd name="T11" fmla="*/ 143 h 2488"/>
              <a:gd name="T12" fmla="*/ 612 w 1690"/>
              <a:gd name="T13" fmla="*/ 76 h 2488"/>
              <a:gd name="T14" fmla="*/ 160 w 1690"/>
              <a:gd name="T15" fmla="*/ 215 h 2488"/>
              <a:gd name="T16" fmla="*/ 160 w 1690"/>
              <a:gd name="T17" fmla="*/ 532 h 2488"/>
              <a:gd name="T18" fmla="*/ 321 w 1690"/>
              <a:gd name="T19" fmla="*/ 612 h 2488"/>
              <a:gd name="T20" fmla="*/ 401 w 1690"/>
              <a:gd name="T21" fmla="*/ 794 h 2488"/>
              <a:gd name="T22" fmla="*/ 160 w 1690"/>
              <a:gd name="T23" fmla="*/ 1009 h 2488"/>
              <a:gd name="T24" fmla="*/ 160 w 1690"/>
              <a:gd name="T25" fmla="*/ 1326 h 2488"/>
              <a:gd name="T26" fmla="*/ 321 w 1690"/>
              <a:gd name="T27" fmla="*/ 1402 h 2488"/>
              <a:gd name="T28" fmla="*/ 401 w 1690"/>
              <a:gd name="T29" fmla="*/ 1584 h 2488"/>
              <a:gd name="T30" fmla="*/ 160 w 1690"/>
              <a:gd name="T31" fmla="*/ 1799 h 2488"/>
              <a:gd name="T32" fmla="*/ 160 w 1690"/>
              <a:gd name="T33" fmla="*/ 2116 h 2488"/>
              <a:gd name="T34" fmla="*/ 321 w 1690"/>
              <a:gd name="T35" fmla="*/ 2196 h 2488"/>
              <a:gd name="T36" fmla="*/ 401 w 1690"/>
              <a:gd name="T37" fmla="*/ 2378 h 2488"/>
              <a:gd name="T38" fmla="*/ 1339 w 1690"/>
              <a:gd name="T39" fmla="*/ 2318 h 2488"/>
              <a:gd name="T40" fmla="*/ 1343 w 1690"/>
              <a:gd name="T41" fmla="*/ 2145 h 2488"/>
              <a:gd name="T42" fmla="*/ 1592 w 1690"/>
              <a:gd name="T43" fmla="*/ 2103 h 2488"/>
              <a:gd name="T44" fmla="*/ 1419 w 1690"/>
              <a:gd name="T45" fmla="*/ 1799 h 2488"/>
              <a:gd name="T46" fmla="*/ 1309 w 1690"/>
              <a:gd name="T47" fmla="*/ 1567 h 2488"/>
              <a:gd name="T48" fmla="*/ 1360 w 1690"/>
              <a:gd name="T49" fmla="*/ 1381 h 2488"/>
              <a:gd name="T50" fmla="*/ 1229 w 1690"/>
              <a:gd name="T51" fmla="*/ 93 h 2488"/>
              <a:gd name="T52" fmla="*/ 118 w 1690"/>
              <a:gd name="T53" fmla="*/ 405 h 2488"/>
              <a:gd name="T54" fmla="*/ 355 w 1690"/>
              <a:gd name="T55" fmla="*/ 308 h 2488"/>
              <a:gd name="T56" fmla="*/ 844 w 1690"/>
              <a:gd name="T57" fmla="*/ 215 h 2488"/>
              <a:gd name="T58" fmla="*/ 1322 w 1690"/>
              <a:gd name="T59" fmla="*/ 270 h 2488"/>
              <a:gd name="T60" fmla="*/ 1584 w 1690"/>
              <a:gd name="T61" fmla="*/ 376 h 2488"/>
              <a:gd name="T62" fmla="*/ 1263 w 1690"/>
              <a:gd name="T63" fmla="*/ 460 h 2488"/>
              <a:gd name="T64" fmla="*/ 1225 w 1690"/>
              <a:gd name="T65" fmla="*/ 583 h 2488"/>
              <a:gd name="T66" fmla="*/ 1237 w 1690"/>
              <a:gd name="T67" fmla="*/ 697 h 2488"/>
              <a:gd name="T68" fmla="*/ 443 w 1690"/>
              <a:gd name="T69" fmla="*/ 676 h 2488"/>
              <a:gd name="T70" fmla="*/ 473 w 1690"/>
              <a:gd name="T71" fmla="*/ 570 h 2488"/>
              <a:gd name="T72" fmla="*/ 388 w 1690"/>
              <a:gd name="T73" fmla="*/ 439 h 2488"/>
              <a:gd name="T74" fmla="*/ 118 w 1690"/>
              <a:gd name="T75" fmla="*/ 1195 h 2488"/>
              <a:gd name="T76" fmla="*/ 355 w 1690"/>
              <a:gd name="T77" fmla="*/ 1098 h 2488"/>
              <a:gd name="T78" fmla="*/ 460 w 1690"/>
              <a:gd name="T79" fmla="*/ 887 h 2488"/>
              <a:gd name="T80" fmla="*/ 583 w 1690"/>
              <a:gd name="T81" fmla="*/ 861 h 2488"/>
              <a:gd name="T82" fmla="*/ 1229 w 1690"/>
              <a:gd name="T83" fmla="*/ 887 h 2488"/>
              <a:gd name="T84" fmla="*/ 1339 w 1690"/>
              <a:gd name="T85" fmla="*/ 1098 h 2488"/>
              <a:gd name="T86" fmla="*/ 1579 w 1690"/>
              <a:gd name="T87" fmla="*/ 1187 h 2488"/>
              <a:gd name="T88" fmla="*/ 1242 w 1690"/>
              <a:gd name="T89" fmla="*/ 1275 h 2488"/>
              <a:gd name="T90" fmla="*/ 1242 w 1690"/>
              <a:gd name="T91" fmla="*/ 1402 h 2488"/>
              <a:gd name="T92" fmla="*/ 1233 w 1690"/>
              <a:gd name="T93" fmla="*/ 1495 h 2488"/>
              <a:gd name="T94" fmla="*/ 426 w 1690"/>
              <a:gd name="T95" fmla="*/ 1440 h 2488"/>
              <a:gd name="T96" fmla="*/ 477 w 1690"/>
              <a:gd name="T97" fmla="*/ 1334 h 2488"/>
              <a:gd name="T98" fmla="*/ 1229 w 1690"/>
              <a:gd name="T99" fmla="*/ 1676 h 2488"/>
              <a:gd name="T100" fmla="*/ 1309 w 1690"/>
              <a:gd name="T101" fmla="*/ 1799 h 2488"/>
              <a:gd name="T102" fmla="*/ 1554 w 1690"/>
              <a:gd name="T103" fmla="*/ 1909 h 2488"/>
              <a:gd name="T104" fmla="*/ 1372 w 1690"/>
              <a:gd name="T105" fmla="*/ 2010 h 2488"/>
              <a:gd name="T106" fmla="*/ 1212 w 1690"/>
              <a:gd name="T107" fmla="*/ 2124 h 2488"/>
              <a:gd name="T108" fmla="*/ 1267 w 1690"/>
              <a:gd name="T109" fmla="*/ 2225 h 2488"/>
              <a:gd name="T110" fmla="*/ 612 w 1690"/>
              <a:gd name="T111" fmla="*/ 2344 h 2488"/>
              <a:gd name="T112" fmla="*/ 443 w 1690"/>
              <a:gd name="T113" fmla="*/ 2200 h 2488"/>
              <a:gd name="T114" fmla="*/ 443 w 1690"/>
              <a:gd name="T115" fmla="*/ 2061 h 2488"/>
              <a:gd name="T116" fmla="*/ 105 w 1690"/>
              <a:gd name="T117" fmla="*/ 1959 h 2488"/>
              <a:gd name="T118" fmla="*/ 371 w 1690"/>
              <a:gd name="T119" fmla="*/ 1854 h 2488"/>
              <a:gd name="T120" fmla="*/ 460 w 1690"/>
              <a:gd name="T121" fmla="*/ 1676 h 2488"/>
              <a:gd name="T122" fmla="*/ 844 w 1690"/>
              <a:gd name="T123" fmla="*/ 1693 h 24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690" h="2488">
                <a:moveTo>
                  <a:pt x="1372" y="1326"/>
                </a:moveTo>
                <a:lnTo>
                  <a:pt x="1372" y="1326"/>
                </a:lnTo>
                <a:cubicBezTo>
                  <a:pt x="1533" y="1326"/>
                  <a:pt x="1533" y="1326"/>
                  <a:pt x="1533" y="1326"/>
                </a:cubicBezTo>
                <a:cubicBezTo>
                  <a:pt x="1554" y="1326"/>
                  <a:pt x="1575" y="1322"/>
                  <a:pt x="1592" y="1313"/>
                </a:cubicBezTo>
                <a:cubicBezTo>
                  <a:pt x="1622" y="1301"/>
                  <a:pt x="1647" y="1280"/>
                  <a:pt x="1664" y="1254"/>
                </a:cubicBezTo>
                <a:cubicBezTo>
                  <a:pt x="1681" y="1229"/>
                  <a:pt x="1689" y="1199"/>
                  <a:pt x="1689" y="1165"/>
                </a:cubicBezTo>
                <a:cubicBezTo>
                  <a:pt x="1689" y="1144"/>
                  <a:pt x="1685" y="1123"/>
                  <a:pt x="1677" y="1106"/>
                </a:cubicBezTo>
                <a:cubicBezTo>
                  <a:pt x="1668" y="1077"/>
                  <a:pt x="1647" y="1051"/>
                  <a:pt x="1622" y="1035"/>
                </a:cubicBezTo>
                <a:cubicBezTo>
                  <a:pt x="1596" y="1018"/>
                  <a:pt x="1567" y="1009"/>
                  <a:pt x="1533" y="1009"/>
                </a:cubicBezTo>
                <a:cubicBezTo>
                  <a:pt x="1419" y="1009"/>
                  <a:pt x="1419" y="1009"/>
                  <a:pt x="1419" y="1009"/>
                </a:cubicBezTo>
                <a:cubicBezTo>
                  <a:pt x="1415" y="984"/>
                  <a:pt x="1402" y="959"/>
                  <a:pt x="1394" y="937"/>
                </a:cubicBezTo>
                <a:cubicBezTo>
                  <a:pt x="1372" y="904"/>
                  <a:pt x="1356" y="870"/>
                  <a:pt x="1339" y="849"/>
                </a:cubicBezTo>
                <a:cubicBezTo>
                  <a:pt x="1322" y="828"/>
                  <a:pt x="1309" y="815"/>
                  <a:pt x="1309" y="815"/>
                </a:cubicBezTo>
                <a:cubicBezTo>
                  <a:pt x="1301" y="807"/>
                  <a:pt x="1288" y="802"/>
                  <a:pt x="1279" y="798"/>
                </a:cubicBezTo>
                <a:cubicBezTo>
                  <a:pt x="1284" y="798"/>
                  <a:pt x="1288" y="794"/>
                  <a:pt x="1292" y="794"/>
                </a:cubicBezTo>
                <a:cubicBezTo>
                  <a:pt x="1301" y="790"/>
                  <a:pt x="1305" y="781"/>
                  <a:pt x="1309" y="777"/>
                </a:cubicBezTo>
                <a:cubicBezTo>
                  <a:pt x="1309" y="777"/>
                  <a:pt x="1326" y="756"/>
                  <a:pt x="1339" y="735"/>
                </a:cubicBezTo>
                <a:cubicBezTo>
                  <a:pt x="1347" y="722"/>
                  <a:pt x="1356" y="705"/>
                  <a:pt x="1360" y="692"/>
                </a:cubicBezTo>
                <a:cubicBezTo>
                  <a:pt x="1364" y="684"/>
                  <a:pt x="1368" y="676"/>
                  <a:pt x="1368" y="667"/>
                </a:cubicBezTo>
                <a:cubicBezTo>
                  <a:pt x="1372" y="659"/>
                  <a:pt x="1372" y="650"/>
                  <a:pt x="1372" y="638"/>
                </a:cubicBezTo>
                <a:cubicBezTo>
                  <a:pt x="1372" y="629"/>
                  <a:pt x="1372" y="616"/>
                  <a:pt x="1368" y="608"/>
                </a:cubicBezTo>
                <a:cubicBezTo>
                  <a:pt x="1364" y="600"/>
                  <a:pt x="1364" y="595"/>
                  <a:pt x="1360" y="591"/>
                </a:cubicBezTo>
                <a:cubicBezTo>
                  <a:pt x="1356" y="578"/>
                  <a:pt x="1347" y="570"/>
                  <a:pt x="1343" y="562"/>
                </a:cubicBezTo>
                <a:cubicBezTo>
                  <a:pt x="1339" y="557"/>
                  <a:pt x="1334" y="553"/>
                  <a:pt x="1330" y="549"/>
                </a:cubicBezTo>
                <a:lnTo>
                  <a:pt x="1330" y="545"/>
                </a:lnTo>
                <a:cubicBezTo>
                  <a:pt x="1334" y="545"/>
                  <a:pt x="1339" y="540"/>
                  <a:pt x="1343" y="540"/>
                </a:cubicBezTo>
                <a:cubicBezTo>
                  <a:pt x="1351" y="536"/>
                  <a:pt x="1364" y="532"/>
                  <a:pt x="1372" y="532"/>
                </a:cubicBezTo>
                <a:cubicBezTo>
                  <a:pt x="1533" y="532"/>
                  <a:pt x="1533" y="532"/>
                  <a:pt x="1533" y="532"/>
                </a:cubicBezTo>
                <a:cubicBezTo>
                  <a:pt x="1554" y="532"/>
                  <a:pt x="1575" y="528"/>
                  <a:pt x="1592" y="519"/>
                </a:cubicBezTo>
                <a:cubicBezTo>
                  <a:pt x="1622" y="511"/>
                  <a:pt x="1647" y="490"/>
                  <a:pt x="1664" y="464"/>
                </a:cubicBezTo>
                <a:cubicBezTo>
                  <a:pt x="1681" y="439"/>
                  <a:pt x="1689" y="410"/>
                  <a:pt x="1689" y="376"/>
                </a:cubicBezTo>
                <a:cubicBezTo>
                  <a:pt x="1689" y="355"/>
                  <a:pt x="1685" y="334"/>
                  <a:pt x="1677" y="312"/>
                </a:cubicBezTo>
                <a:cubicBezTo>
                  <a:pt x="1668" y="283"/>
                  <a:pt x="1647" y="262"/>
                  <a:pt x="1622" y="245"/>
                </a:cubicBezTo>
                <a:cubicBezTo>
                  <a:pt x="1596" y="228"/>
                  <a:pt x="1567" y="215"/>
                  <a:pt x="1533" y="215"/>
                </a:cubicBezTo>
                <a:cubicBezTo>
                  <a:pt x="1419" y="215"/>
                  <a:pt x="1419" y="215"/>
                  <a:pt x="1419" y="215"/>
                </a:cubicBezTo>
                <a:cubicBezTo>
                  <a:pt x="1415" y="190"/>
                  <a:pt x="1402" y="165"/>
                  <a:pt x="1394" y="143"/>
                </a:cubicBezTo>
                <a:cubicBezTo>
                  <a:pt x="1372" y="110"/>
                  <a:pt x="1356" y="80"/>
                  <a:pt x="1339" y="59"/>
                </a:cubicBezTo>
                <a:cubicBezTo>
                  <a:pt x="1322" y="38"/>
                  <a:pt x="1309" y="25"/>
                  <a:pt x="1309" y="21"/>
                </a:cubicBezTo>
                <a:cubicBezTo>
                  <a:pt x="1292" y="4"/>
                  <a:pt x="1267" y="0"/>
                  <a:pt x="1246" y="13"/>
                </a:cubicBezTo>
                <a:cubicBezTo>
                  <a:pt x="1212" y="29"/>
                  <a:pt x="1149" y="55"/>
                  <a:pt x="1077" y="76"/>
                </a:cubicBezTo>
                <a:cubicBezTo>
                  <a:pt x="1005" y="97"/>
                  <a:pt x="925" y="110"/>
                  <a:pt x="844" y="110"/>
                </a:cubicBezTo>
                <a:cubicBezTo>
                  <a:pt x="769" y="110"/>
                  <a:pt x="684" y="97"/>
                  <a:pt x="612" y="76"/>
                </a:cubicBezTo>
                <a:cubicBezTo>
                  <a:pt x="545" y="55"/>
                  <a:pt x="481" y="29"/>
                  <a:pt x="448" y="13"/>
                </a:cubicBezTo>
                <a:cubicBezTo>
                  <a:pt x="426" y="0"/>
                  <a:pt x="401" y="4"/>
                  <a:pt x="384" y="21"/>
                </a:cubicBezTo>
                <a:cubicBezTo>
                  <a:pt x="384" y="25"/>
                  <a:pt x="355" y="55"/>
                  <a:pt x="325" y="97"/>
                </a:cubicBezTo>
                <a:cubicBezTo>
                  <a:pt x="312" y="122"/>
                  <a:pt x="296" y="148"/>
                  <a:pt x="287" y="177"/>
                </a:cubicBezTo>
                <a:cubicBezTo>
                  <a:pt x="279" y="190"/>
                  <a:pt x="274" y="203"/>
                  <a:pt x="274" y="215"/>
                </a:cubicBezTo>
                <a:cubicBezTo>
                  <a:pt x="160" y="215"/>
                  <a:pt x="160" y="215"/>
                  <a:pt x="160" y="215"/>
                </a:cubicBezTo>
                <a:cubicBezTo>
                  <a:pt x="139" y="215"/>
                  <a:pt x="118" y="219"/>
                  <a:pt x="97" y="228"/>
                </a:cubicBezTo>
                <a:cubicBezTo>
                  <a:pt x="72" y="241"/>
                  <a:pt x="46" y="262"/>
                  <a:pt x="29" y="287"/>
                </a:cubicBezTo>
                <a:cubicBezTo>
                  <a:pt x="13" y="312"/>
                  <a:pt x="0" y="342"/>
                  <a:pt x="0" y="376"/>
                </a:cubicBezTo>
                <a:cubicBezTo>
                  <a:pt x="0" y="397"/>
                  <a:pt x="4" y="418"/>
                  <a:pt x="13" y="435"/>
                </a:cubicBezTo>
                <a:cubicBezTo>
                  <a:pt x="25" y="464"/>
                  <a:pt x="46" y="490"/>
                  <a:pt x="72" y="507"/>
                </a:cubicBezTo>
                <a:cubicBezTo>
                  <a:pt x="97" y="524"/>
                  <a:pt x="127" y="532"/>
                  <a:pt x="160" y="532"/>
                </a:cubicBezTo>
                <a:cubicBezTo>
                  <a:pt x="317" y="532"/>
                  <a:pt x="317" y="532"/>
                  <a:pt x="317" y="532"/>
                </a:cubicBezTo>
                <a:cubicBezTo>
                  <a:pt x="325" y="532"/>
                  <a:pt x="333" y="536"/>
                  <a:pt x="342" y="536"/>
                </a:cubicBezTo>
                <a:cubicBezTo>
                  <a:pt x="350" y="540"/>
                  <a:pt x="359" y="540"/>
                  <a:pt x="363" y="545"/>
                </a:cubicBezTo>
                <a:cubicBezTo>
                  <a:pt x="359" y="549"/>
                  <a:pt x="355" y="553"/>
                  <a:pt x="355" y="562"/>
                </a:cubicBezTo>
                <a:cubicBezTo>
                  <a:pt x="346" y="570"/>
                  <a:pt x="338" y="578"/>
                  <a:pt x="333" y="591"/>
                </a:cubicBezTo>
                <a:cubicBezTo>
                  <a:pt x="329" y="595"/>
                  <a:pt x="325" y="604"/>
                  <a:pt x="321" y="612"/>
                </a:cubicBezTo>
                <a:cubicBezTo>
                  <a:pt x="321" y="621"/>
                  <a:pt x="317" y="629"/>
                  <a:pt x="317" y="638"/>
                </a:cubicBezTo>
                <a:cubicBezTo>
                  <a:pt x="317" y="650"/>
                  <a:pt x="321" y="659"/>
                  <a:pt x="321" y="667"/>
                </a:cubicBezTo>
                <a:cubicBezTo>
                  <a:pt x="325" y="684"/>
                  <a:pt x="333" y="697"/>
                  <a:pt x="338" y="709"/>
                </a:cubicBezTo>
                <a:cubicBezTo>
                  <a:pt x="346" y="726"/>
                  <a:pt x="359" y="743"/>
                  <a:pt x="367" y="756"/>
                </a:cubicBezTo>
                <a:cubicBezTo>
                  <a:pt x="376" y="768"/>
                  <a:pt x="380" y="777"/>
                  <a:pt x="380" y="777"/>
                </a:cubicBezTo>
                <a:cubicBezTo>
                  <a:pt x="388" y="781"/>
                  <a:pt x="393" y="790"/>
                  <a:pt x="401" y="794"/>
                </a:cubicBezTo>
                <a:cubicBezTo>
                  <a:pt x="405" y="794"/>
                  <a:pt x="410" y="798"/>
                  <a:pt x="414" y="798"/>
                </a:cubicBezTo>
                <a:cubicBezTo>
                  <a:pt x="405" y="802"/>
                  <a:pt x="393" y="807"/>
                  <a:pt x="384" y="815"/>
                </a:cubicBezTo>
                <a:cubicBezTo>
                  <a:pt x="384" y="815"/>
                  <a:pt x="355" y="845"/>
                  <a:pt x="325" y="891"/>
                </a:cubicBezTo>
                <a:cubicBezTo>
                  <a:pt x="312" y="912"/>
                  <a:pt x="296" y="937"/>
                  <a:pt x="287" y="967"/>
                </a:cubicBezTo>
                <a:cubicBezTo>
                  <a:pt x="279" y="980"/>
                  <a:pt x="274" y="992"/>
                  <a:pt x="274" y="1009"/>
                </a:cubicBezTo>
                <a:cubicBezTo>
                  <a:pt x="160" y="1009"/>
                  <a:pt x="160" y="1009"/>
                  <a:pt x="160" y="1009"/>
                </a:cubicBezTo>
                <a:cubicBezTo>
                  <a:pt x="139" y="1009"/>
                  <a:pt x="118" y="1013"/>
                  <a:pt x="97" y="1022"/>
                </a:cubicBezTo>
                <a:cubicBezTo>
                  <a:pt x="72" y="1035"/>
                  <a:pt x="46" y="1051"/>
                  <a:pt x="29" y="1077"/>
                </a:cubicBezTo>
                <a:cubicBezTo>
                  <a:pt x="13" y="1102"/>
                  <a:pt x="0" y="1136"/>
                  <a:pt x="0" y="1165"/>
                </a:cubicBezTo>
                <a:cubicBezTo>
                  <a:pt x="0" y="1187"/>
                  <a:pt x="4" y="1208"/>
                  <a:pt x="13" y="1229"/>
                </a:cubicBezTo>
                <a:cubicBezTo>
                  <a:pt x="25" y="1258"/>
                  <a:pt x="46" y="1280"/>
                  <a:pt x="72" y="1296"/>
                </a:cubicBezTo>
                <a:cubicBezTo>
                  <a:pt x="97" y="1313"/>
                  <a:pt x="127" y="1326"/>
                  <a:pt x="160" y="1326"/>
                </a:cubicBezTo>
                <a:cubicBezTo>
                  <a:pt x="317" y="1326"/>
                  <a:pt x="317" y="1326"/>
                  <a:pt x="317" y="1326"/>
                </a:cubicBezTo>
                <a:cubicBezTo>
                  <a:pt x="325" y="1326"/>
                  <a:pt x="333" y="1326"/>
                  <a:pt x="342" y="1326"/>
                </a:cubicBezTo>
                <a:cubicBezTo>
                  <a:pt x="350" y="1330"/>
                  <a:pt x="359" y="1334"/>
                  <a:pt x="363" y="1339"/>
                </a:cubicBezTo>
                <a:cubicBezTo>
                  <a:pt x="359" y="1343"/>
                  <a:pt x="355" y="1347"/>
                  <a:pt x="355" y="1351"/>
                </a:cubicBezTo>
                <a:cubicBezTo>
                  <a:pt x="346" y="1360"/>
                  <a:pt x="338" y="1372"/>
                  <a:pt x="333" y="1381"/>
                </a:cubicBezTo>
                <a:cubicBezTo>
                  <a:pt x="329" y="1389"/>
                  <a:pt x="325" y="1393"/>
                  <a:pt x="321" y="1402"/>
                </a:cubicBezTo>
                <a:cubicBezTo>
                  <a:pt x="321" y="1410"/>
                  <a:pt x="317" y="1419"/>
                  <a:pt x="317" y="1432"/>
                </a:cubicBezTo>
                <a:cubicBezTo>
                  <a:pt x="317" y="1440"/>
                  <a:pt x="321" y="1453"/>
                  <a:pt x="321" y="1461"/>
                </a:cubicBezTo>
                <a:cubicBezTo>
                  <a:pt x="325" y="1474"/>
                  <a:pt x="333" y="1486"/>
                  <a:pt x="338" y="1499"/>
                </a:cubicBezTo>
                <a:cubicBezTo>
                  <a:pt x="346" y="1516"/>
                  <a:pt x="359" y="1533"/>
                  <a:pt x="367" y="1545"/>
                </a:cubicBezTo>
                <a:cubicBezTo>
                  <a:pt x="376" y="1558"/>
                  <a:pt x="380" y="1567"/>
                  <a:pt x="380" y="1567"/>
                </a:cubicBezTo>
                <a:cubicBezTo>
                  <a:pt x="388" y="1575"/>
                  <a:pt x="393" y="1579"/>
                  <a:pt x="401" y="1584"/>
                </a:cubicBezTo>
                <a:cubicBezTo>
                  <a:pt x="405" y="1588"/>
                  <a:pt x="410" y="1588"/>
                  <a:pt x="414" y="1592"/>
                </a:cubicBezTo>
                <a:cubicBezTo>
                  <a:pt x="405" y="1592"/>
                  <a:pt x="393" y="1596"/>
                  <a:pt x="384" y="1605"/>
                </a:cubicBezTo>
                <a:cubicBezTo>
                  <a:pt x="384" y="1609"/>
                  <a:pt x="355" y="1638"/>
                  <a:pt x="325" y="1681"/>
                </a:cubicBezTo>
                <a:cubicBezTo>
                  <a:pt x="312" y="1706"/>
                  <a:pt x="296" y="1731"/>
                  <a:pt x="287" y="1761"/>
                </a:cubicBezTo>
                <a:cubicBezTo>
                  <a:pt x="279" y="1774"/>
                  <a:pt x="274" y="1786"/>
                  <a:pt x="274" y="1799"/>
                </a:cubicBezTo>
                <a:cubicBezTo>
                  <a:pt x="160" y="1799"/>
                  <a:pt x="160" y="1799"/>
                  <a:pt x="160" y="1799"/>
                </a:cubicBezTo>
                <a:cubicBezTo>
                  <a:pt x="139" y="1799"/>
                  <a:pt x="118" y="1803"/>
                  <a:pt x="97" y="1812"/>
                </a:cubicBezTo>
                <a:cubicBezTo>
                  <a:pt x="72" y="1824"/>
                  <a:pt x="46" y="1845"/>
                  <a:pt x="29" y="1871"/>
                </a:cubicBezTo>
                <a:cubicBezTo>
                  <a:pt x="13" y="1896"/>
                  <a:pt x="0" y="1926"/>
                  <a:pt x="0" y="1959"/>
                </a:cubicBezTo>
                <a:cubicBezTo>
                  <a:pt x="0" y="1980"/>
                  <a:pt x="4" y="2002"/>
                  <a:pt x="13" y="2018"/>
                </a:cubicBezTo>
                <a:cubicBezTo>
                  <a:pt x="25" y="2048"/>
                  <a:pt x="46" y="2073"/>
                  <a:pt x="72" y="2090"/>
                </a:cubicBezTo>
                <a:cubicBezTo>
                  <a:pt x="97" y="2107"/>
                  <a:pt x="127" y="2116"/>
                  <a:pt x="160" y="2116"/>
                </a:cubicBezTo>
                <a:cubicBezTo>
                  <a:pt x="317" y="2116"/>
                  <a:pt x="317" y="2116"/>
                  <a:pt x="317" y="2116"/>
                </a:cubicBezTo>
                <a:cubicBezTo>
                  <a:pt x="325" y="2116"/>
                  <a:pt x="333" y="2120"/>
                  <a:pt x="342" y="2120"/>
                </a:cubicBezTo>
                <a:cubicBezTo>
                  <a:pt x="350" y="2124"/>
                  <a:pt x="359" y="2124"/>
                  <a:pt x="363" y="2128"/>
                </a:cubicBezTo>
                <a:cubicBezTo>
                  <a:pt x="359" y="2133"/>
                  <a:pt x="355" y="2137"/>
                  <a:pt x="355" y="2145"/>
                </a:cubicBezTo>
                <a:cubicBezTo>
                  <a:pt x="346" y="2154"/>
                  <a:pt x="338" y="2162"/>
                  <a:pt x="333" y="2175"/>
                </a:cubicBezTo>
                <a:cubicBezTo>
                  <a:pt x="329" y="2179"/>
                  <a:pt x="325" y="2187"/>
                  <a:pt x="321" y="2196"/>
                </a:cubicBezTo>
                <a:cubicBezTo>
                  <a:pt x="321" y="2204"/>
                  <a:pt x="317" y="2213"/>
                  <a:pt x="317" y="2221"/>
                </a:cubicBezTo>
                <a:cubicBezTo>
                  <a:pt x="317" y="2234"/>
                  <a:pt x="321" y="2242"/>
                  <a:pt x="321" y="2251"/>
                </a:cubicBezTo>
                <a:cubicBezTo>
                  <a:pt x="325" y="2268"/>
                  <a:pt x="333" y="2280"/>
                  <a:pt x="338" y="2293"/>
                </a:cubicBezTo>
                <a:cubicBezTo>
                  <a:pt x="346" y="2310"/>
                  <a:pt x="359" y="2327"/>
                  <a:pt x="367" y="2339"/>
                </a:cubicBezTo>
                <a:cubicBezTo>
                  <a:pt x="376" y="2352"/>
                  <a:pt x="380" y="2361"/>
                  <a:pt x="380" y="2361"/>
                </a:cubicBezTo>
                <a:cubicBezTo>
                  <a:pt x="388" y="2365"/>
                  <a:pt x="393" y="2373"/>
                  <a:pt x="401" y="2378"/>
                </a:cubicBezTo>
                <a:cubicBezTo>
                  <a:pt x="443" y="2394"/>
                  <a:pt x="507" y="2424"/>
                  <a:pt x="583" y="2445"/>
                </a:cubicBezTo>
                <a:cubicBezTo>
                  <a:pt x="663" y="2466"/>
                  <a:pt x="752" y="2487"/>
                  <a:pt x="844" y="2487"/>
                </a:cubicBezTo>
                <a:cubicBezTo>
                  <a:pt x="937" y="2487"/>
                  <a:pt x="1030" y="2466"/>
                  <a:pt x="1106" y="2445"/>
                </a:cubicBezTo>
                <a:cubicBezTo>
                  <a:pt x="1187" y="2424"/>
                  <a:pt x="1250" y="2394"/>
                  <a:pt x="1292" y="2378"/>
                </a:cubicBezTo>
                <a:cubicBezTo>
                  <a:pt x="1301" y="2373"/>
                  <a:pt x="1305" y="2365"/>
                  <a:pt x="1309" y="2361"/>
                </a:cubicBezTo>
                <a:cubicBezTo>
                  <a:pt x="1309" y="2361"/>
                  <a:pt x="1326" y="2339"/>
                  <a:pt x="1339" y="2318"/>
                </a:cubicBezTo>
                <a:cubicBezTo>
                  <a:pt x="1347" y="2306"/>
                  <a:pt x="1356" y="2289"/>
                  <a:pt x="1360" y="2276"/>
                </a:cubicBezTo>
                <a:cubicBezTo>
                  <a:pt x="1364" y="2268"/>
                  <a:pt x="1368" y="2259"/>
                  <a:pt x="1368" y="2251"/>
                </a:cubicBezTo>
                <a:cubicBezTo>
                  <a:pt x="1372" y="2242"/>
                  <a:pt x="1372" y="2234"/>
                  <a:pt x="1372" y="2221"/>
                </a:cubicBezTo>
                <a:cubicBezTo>
                  <a:pt x="1372" y="2213"/>
                  <a:pt x="1372" y="2200"/>
                  <a:pt x="1368" y="2192"/>
                </a:cubicBezTo>
                <a:cubicBezTo>
                  <a:pt x="1364" y="2183"/>
                  <a:pt x="1364" y="2179"/>
                  <a:pt x="1360" y="2175"/>
                </a:cubicBezTo>
                <a:cubicBezTo>
                  <a:pt x="1356" y="2162"/>
                  <a:pt x="1347" y="2154"/>
                  <a:pt x="1343" y="2145"/>
                </a:cubicBezTo>
                <a:cubicBezTo>
                  <a:pt x="1339" y="2141"/>
                  <a:pt x="1334" y="2137"/>
                  <a:pt x="1330" y="2133"/>
                </a:cubicBezTo>
                <a:lnTo>
                  <a:pt x="1330" y="2128"/>
                </a:lnTo>
                <a:cubicBezTo>
                  <a:pt x="1334" y="2128"/>
                  <a:pt x="1339" y="2124"/>
                  <a:pt x="1343" y="2124"/>
                </a:cubicBezTo>
                <a:cubicBezTo>
                  <a:pt x="1351" y="2120"/>
                  <a:pt x="1364" y="2116"/>
                  <a:pt x="1372" y="2116"/>
                </a:cubicBezTo>
                <a:cubicBezTo>
                  <a:pt x="1533" y="2116"/>
                  <a:pt x="1533" y="2116"/>
                  <a:pt x="1533" y="2116"/>
                </a:cubicBezTo>
                <a:cubicBezTo>
                  <a:pt x="1554" y="2116"/>
                  <a:pt x="1575" y="2111"/>
                  <a:pt x="1592" y="2103"/>
                </a:cubicBezTo>
                <a:cubicBezTo>
                  <a:pt x="1622" y="2095"/>
                  <a:pt x="1647" y="2073"/>
                  <a:pt x="1664" y="2048"/>
                </a:cubicBezTo>
                <a:cubicBezTo>
                  <a:pt x="1681" y="2023"/>
                  <a:pt x="1689" y="1993"/>
                  <a:pt x="1689" y="1959"/>
                </a:cubicBezTo>
                <a:cubicBezTo>
                  <a:pt x="1689" y="1938"/>
                  <a:pt x="1685" y="1917"/>
                  <a:pt x="1677" y="1896"/>
                </a:cubicBezTo>
                <a:cubicBezTo>
                  <a:pt x="1668" y="1866"/>
                  <a:pt x="1647" y="1845"/>
                  <a:pt x="1622" y="1828"/>
                </a:cubicBezTo>
                <a:cubicBezTo>
                  <a:pt x="1596" y="1812"/>
                  <a:pt x="1567" y="1799"/>
                  <a:pt x="1533" y="1799"/>
                </a:cubicBezTo>
                <a:cubicBezTo>
                  <a:pt x="1419" y="1799"/>
                  <a:pt x="1419" y="1799"/>
                  <a:pt x="1419" y="1799"/>
                </a:cubicBezTo>
                <a:cubicBezTo>
                  <a:pt x="1415" y="1774"/>
                  <a:pt x="1402" y="1748"/>
                  <a:pt x="1394" y="1727"/>
                </a:cubicBezTo>
                <a:cubicBezTo>
                  <a:pt x="1372" y="1693"/>
                  <a:pt x="1356" y="1664"/>
                  <a:pt x="1339" y="1643"/>
                </a:cubicBezTo>
                <a:cubicBezTo>
                  <a:pt x="1322" y="1622"/>
                  <a:pt x="1309" y="1609"/>
                  <a:pt x="1309" y="1605"/>
                </a:cubicBezTo>
                <a:cubicBezTo>
                  <a:pt x="1301" y="1596"/>
                  <a:pt x="1288" y="1592"/>
                  <a:pt x="1279" y="1592"/>
                </a:cubicBezTo>
                <a:cubicBezTo>
                  <a:pt x="1284" y="1588"/>
                  <a:pt x="1288" y="1588"/>
                  <a:pt x="1292" y="1584"/>
                </a:cubicBezTo>
                <a:cubicBezTo>
                  <a:pt x="1301" y="1579"/>
                  <a:pt x="1305" y="1575"/>
                  <a:pt x="1309" y="1567"/>
                </a:cubicBezTo>
                <a:cubicBezTo>
                  <a:pt x="1309" y="1567"/>
                  <a:pt x="1326" y="1550"/>
                  <a:pt x="1339" y="1524"/>
                </a:cubicBezTo>
                <a:cubicBezTo>
                  <a:pt x="1347" y="1512"/>
                  <a:pt x="1356" y="1499"/>
                  <a:pt x="1360" y="1482"/>
                </a:cubicBezTo>
                <a:cubicBezTo>
                  <a:pt x="1364" y="1474"/>
                  <a:pt x="1368" y="1470"/>
                  <a:pt x="1368" y="1461"/>
                </a:cubicBezTo>
                <a:cubicBezTo>
                  <a:pt x="1372" y="1453"/>
                  <a:pt x="1372" y="1440"/>
                  <a:pt x="1372" y="1432"/>
                </a:cubicBezTo>
                <a:cubicBezTo>
                  <a:pt x="1372" y="1419"/>
                  <a:pt x="1372" y="1410"/>
                  <a:pt x="1368" y="1402"/>
                </a:cubicBezTo>
                <a:cubicBezTo>
                  <a:pt x="1364" y="1393"/>
                  <a:pt x="1364" y="1385"/>
                  <a:pt x="1360" y="1381"/>
                </a:cubicBezTo>
                <a:cubicBezTo>
                  <a:pt x="1356" y="1372"/>
                  <a:pt x="1347" y="1364"/>
                  <a:pt x="1343" y="1355"/>
                </a:cubicBezTo>
                <a:cubicBezTo>
                  <a:pt x="1339" y="1347"/>
                  <a:pt x="1334" y="1343"/>
                  <a:pt x="1330" y="1339"/>
                </a:cubicBezTo>
                <a:lnTo>
                  <a:pt x="1330" y="1339"/>
                </a:lnTo>
                <a:cubicBezTo>
                  <a:pt x="1334" y="1334"/>
                  <a:pt x="1339" y="1334"/>
                  <a:pt x="1343" y="1330"/>
                </a:cubicBezTo>
                <a:cubicBezTo>
                  <a:pt x="1351" y="1326"/>
                  <a:pt x="1364" y="1326"/>
                  <a:pt x="1372" y="1326"/>
                </a:cubicBezTo>
                <a:close/>
                <a:moveTo>
                  <a:pt x="1229" y="93"/>
                </a:moveTo>
                <a:lnTo>
                  <a:pt x="1229" y="93"/>
                </a:lnTo>
                <a:close/>
                <a:moveTo>
                  <a:pt x="317" y="426"/>
                </a:moveTo>
                <a:lnTo>
                  <a:pt x="317" y="426"/>
                </a:lnTo>
                <a:cubicBezTo>
                  <a:pt x="160" y="426"/>
                  <a:pt x="160" y="426"/>
                  <a:pt x="160" y="426"/>
                </a:cubicBezTo>
                <a:cubicBezTo>
                  <a:pt x="152" y="426"/>
                  <a:pt x="143" y="426"/>
                  <a:pt x="139" y="422"/>
                </a:cubicBezTo>
                <a:cubicBezTo>
                  <a:pt x="131" y="418"/>
                  <a:pt x="122" y="414"/>
                  <a:pt x="118" y="405"/>
                </a:cubicBezTo>
                <a:cubicBezTo>
                  <a:pt x="110" y="397"/>
                  <a:pt x="105" y="384"/>
                  <a:pt x="105" y="376"/>
                </a:cubicBezTo>
                <a:cubicBezTo>
                  <a:pt x="105" y="367"/>
                  <a:pt x="110" y="359"/>
                  <a:pt x="110" y="355"/>
                </a:cubicBezTo>
                <a:cubicBezTo>
                  <a:pt x="114" y="346"/>
                  <a:pt x="122" y="338"/>
                  <a:pt x="131" y="329"/>
                </a:cubicBezTo>
                <a:cubicBezTo>
                  <a:pt x="139" y="325"/>
                  <a:pt x="148" y="321"/>
                  <a:pt x="160" y="321"/>
                </a:cubicBezTo>
                <a:cubicBezTo>
                  <a:pt x="317" y="321"/>
                  <a:pt x="317" y="321"/>
                  <a:pt x="317" y="321"/>
                </a:cubicBezTo>
                <a:cubicBezTo>
                  <a:pt x="333" y="321"/>
                  <a:pt x="346" y="317"/>
                  <a:pt x="355" y="308"/>
                </a:cubicBezTo>
                <a:cubicBezTo>
                  <a:pt x="367" y="295"/>
                  <a:pt x="371" y="283"/>
                  <a:pt x="371" y="270"/>
                </a:cubicBezTo>
                <a:cubicBezTo>
                  <a:pt x="371" y="262"/>
                  <a:pt x="371" y="253"/>
                  <a:pt x="376" y="245"/>
                </a:cubicBezTo>
                <a:cubicBezTo>
                  <a:pt x="380" y="228"/>
                  <a:pt x="384" y="211"/>
                  <a:pt x="393" y="194"/>
                </a:cubicBezTo>
                <a:cubicBezTo>
                  <a:pt x="410" y="165"/>
                  <a:pt x="426" y="139"/>
                  <a:pt x="439" y="122"/>
                </a:cubicBezTo>
                <a:cubicBezTo>
                  <a:pt x="477" y="139"/>
                  <a:pt x="528" y="160"/>
                  <a:pt x="583" y="177"/>
                </a:cubicBezTo>
                <a:cubicBezTo>
                  <a:pt x="663" y="198"/>
                  <a:pt x="752" y="215"/>
                  <a:pt x="844" y="215"/>
                </a:cubicBezTo>
                <a:cubicBezTo>
                  <a:pt x="937" y="215"/>
                  <a:pt x="1030" y="198"/>
                  <a:pt x="1106" y="177"/>
                </a:cubicBezTo>
                <a:cubicBezTo>
                  <a:pt x="1165" y="160"/>
                  <a:pt x="1216" y="139"/>
                  <a:pt x="1254" y="122"/>
                </a:cubicBezTo>
                <a:cubicBezTo>
                  <a:pt x="1263" y="131"/>
                  <a:pt x="1271" y="143"/>
                  <a:pt x="1279" y="156"/>
                </a:cubicBezTo>
                <a:cubicBezTo>
                  <a:pt x="1288" y="177"/>
                  <a:pt x="1301" y="198"/>
                  <a:pt x="1309" y="215"/>
                </a:cubicBezTo>
                <a:cubicBezTo>
                  <a:pt x="1313" y="228"/>
                  <a:pt x="1317" y="236"/>
                  <a:pt x="1317" y="245"/>
                </a:cubicBezTo>
                <a:cubicBezTo>
                  <a:pt x="1322" y="253"/>
                  <a:pt x="1322" y="262"/>
                  <a:pt x="1322" y="270"/>
                </a:cubicBezTo>
                <a:cubicBezTo>
                  <a:pt x="1322" y="283"/>
                  <a:pt x="1326" y="295"/>
                  <a:pt x="1339" y="308"/>
                </a:cubicBezTo>
                <a:cubicBezTo>
                  <a:pt x="1347" y="317"/>
                  <a:pt x="1360" y="321"/>
                  <a:pt x="1372" y="321"/>
                </a:cubicBezTo>
                <a:cubicBezTo>
                  <a:pt x="1533" y="321"/>
                  <a:pt x="1533" y="321"/>
                  <a:pt x="1533" y="321"/>
                </a:cubicBezTo>
                <a:cubicBezTo>
                  <a:pt x="1541" y="321"/>
                  <a:pt x="1546" y="325"/>
                  <a:pt x="1554" y="325"/>
                </a:cubicBezTo>
                <a:cubicBezTo>
                  <a:pt x="1562" y="329"/>
                  <a:pt x="1571" y="338"/>
                  <a:pt x="1575" y="346"/>
                </a:cubicBezTo>
                <a:cubicBezTo>
                  <a:pt x="1584" y="355"/>
                  <a:pt x="1584" y="363"/>
                  <a:pt x="1584" y="376"/>
                </a:cubicBezTo>
                <a:cubicBezTo>
                  <a:pt x="1584" y="384"/>
                  <a:pt x="1584" y="388"/>
                  <a:pt x="1579" y="397"/>
                </a:cubicBezTo>
                <a:cubicBezTo>
                  <a:pt x="1575" y="405"/>
                  <a:pt x="1571" y="414"/>
                  <a:pt x="1562" y="418"/>
                </a:cubicBezTo>
                <a:cubicBezTo>
                  <a:pt x="1554" y="426"/>
                  <a:pt x="1546" y="426"/>
                  <a:pt x="1533" y="426"/>
                </a:cubicBezTo>
                <a:cubicBezTo>
                  <a:pt x="1372" y="426"/>
                  <a:pt x="1372" y="426"/>
                  <a:pt x="1372" y="426"/>
                </a:cubicBezTo>
                <a:cubicBezTo>
                  <a:pt x="1356" y="426"/>
                  <a:pt x="1339" y="431"/>
                  <a:pt x="1326" y="435"/>
                </a:cubicBezTo>
                <a:cubicBezTo>
                  <a:pt x="1301" y="439"/>
                  <a:pt x="1284" y="447"/>
                  <a:pt x="1263" y="460"/>
                </a:cubicBezTo>
                <a:cubicBezTo>
                  <a:pt x="1254" y="469"/>
                  <a:pt x="1246" y="477"/>
                  <a:pt x="1242" y="481"/>
                </a:cubicBezTo>
                <a:cubicBezTo>
                  <a:pt x="1233" y="490"/>
                  <a:pt x="1225" y="498"/>
                  <a:pt x="1220" y="511"/>
                </a:cubicBezTo>
                <a:cubicBezTo>
                  <a:pt x="1220" y="515"/>
                  <a:pt x="1216" y="519"/>
                  <a:pt x="1216" y="524"/>
                </a:cubicBezTo>
                <a:cubicBezTo>
                  <a:pt x="1216" y="532"/>
                  <a:pt x="1212" y="536"/>
                  <a:pt x="1212" y="540"/>
                </a:cubicBezTo>
                <a:cubicBezTo>
                  <a:pt x="1212" y="549"/>
                  <a:pt x="1216" y="553"/>
                  <a:pt x="1216" y="557"/>
                </a:cubicBezTo>
                <a:cubicBezTo>
                  <a:pt x="1216" y="566"/>
                  <a:pt x="1220" y="574"/>
                  <a:pt x="1225" y="583"/>
                </a:cubicBezTo>
                <a:cubicBezTo>
                  <a:pt x="1229" y="591"/>
                  <a:pt x="1237" y="600"/>
                  <a:pt x="1242" y="608"/>
                </a:cubicBezTo>
                <a:cubicBezTo>
                  <a:pt x="1246" y="612"/>
                  <a:pt x="1250" y="621"/>
                  <a:pt x="1254" y="625"/>
                </a:cubicBezTo>
                <a:cubicBezTo>
                  <a:pt x="1263" y="633"/>
                  <a:pt x="1267" y="638"/>
                  <a:pt x="1267" y="642"/>
                </a:cubicBezTo>
                <a:lnTo>
                  <a:pt x="1267" y="642"/>
                </a:lnTo>
                <a:cubicBezTo>
                  <a:pt x="1267" y="650"/>
                  <a:pt x="1263" y="659"/>
                  <a:pt x="1258" y="663"/>
                </a:cubicBezTo>
                <a:cubicBezTo>
                  <a:pt x="1250" y="676"/>
                  <a:pt x="1242" y="688"/>
                  <a:pt x="1237" y="697"/>
                </a:cubicBezTo>
                <a:cubicBezTo>
                  <a:pt x="1237" y="701"/>
                  <a:pt x="1233" y="701"/>
                  <a:pt x="1233" y="701"/>
                </a:cubicBezTo>
                <a:cubicBezTo>
                  <a:pt x="1199" y="718"/>
                  <a:pt x="1140" y="743"/>
                  <a:pt x="1077" y="760"/>
                </a:cubicBezTo>
                <a:cubicBezTo>
                  <a:pt x="1005" y="781"/>
                  <a:pt x="925" y="798"/>
                  <a:pt x="844" y="798"/>
                </a:cubicBezTo>
                <a:cubicBezTo>
                  <a:pt x="769" y="798"/>
                  <a:pt x="684" y="781"/>
                  <a:pt x="612" y="760"/>
                </a:cubicBezTo>
                <a:cubicBezTo>
                  <a:pt x="549" y="743"/>
                  <a:pt x="494" y="718"/>
                  <a:pt x="460" y="701"/>
                </a:cubicBezTo>
                <a:cubicBezTo>
                  <a:pt x="456" y="697"/>
                  <a:pt x="448" y="688"/>
                  <a:pt x="443" y="676"/>
                </a:cubicBezTo>
                <a:cubicBezTo>
                  <a:pt x="435" y="667"/>
                  <a:pt x="431" y="659"/>
                  <a:pt x="426" y="650"/>
                </a:cubicBezTo>
                <a:cubicBezTo>
                  <a:pt x="426" y="646"/>
                  <a:pt x="426" y="642"/>
                  <a:pt x="426" y="642"/>
                </a:cubicBezTo>
                <a:cubicBezTo>
                  <a:pt x="426" y="638"/>
                  <a:pt x="426" y="633"/>
                  <a:pt x="431" y="629"/>
                </a:cubicBezTo>
                <a:cubicBezTo>
                  <a:pt x="435" y="625"/>
                  <a:pt x="439" y="621"/>
                  <a:pt x="443" y="616"/>
                </a:cubicBezTo>
                <a:cubicBezTo>
                  <a:pt x="448" y="608"/>
                  <a:pt x="456" y="600"/>
                  <a:pt x="464" y="587"/>
                </a:cubicBezTo>
                <a:cubicBezTo>
                  <a:pt x="464" y="583"/>
                  <a:pt x="469" y="578"/>
                  <a:pt x="473" y="570"/>
                </a:cubicBezTo>
                <a:cubicBezTo>
                  <a:pt x="477" y="562"/>
                  <a:pt x="477" y="553"/>
                  <a:pt x="477" y="540"/>
                </a:cubicBezTo>
                <a:cubicBezTo>
                  <a:pt x="477" y="536"/>
                  <a:pt x="477" y="532"/>
                  <a:pt x="477" y="524"/>
                </a:cubicBezTo>
                <a:cubicBezTo>
                  <a:pt x="477" y="519"/>
                  <a:pt x="473" y="515"/>
                  <a:pt x="473" y="511"/>
                </a:cubicBezTo>
                <a:lnTo>
                  <a:pt x="473" y="511"/>
                </a:lnTo>
                <a:cubicBezTo>
                  <a:pt x="464" y="494"/>
                  <a:pt x="456" y="486"/>
                  <a:pt x="443" y="477"/>
                </a:cubicBezTo>
                <a:cubicBezTo>
                  <a:pt x="431" y="460"/>
                  <a:pt x="410" y="447"/>
                  <a:pt x="388" y="439"/>
                </a:cubicBezTo>
                <a:cubicBezTo>
                  <a:pt x="367" y="435"/>
                  <a:pt x="342" y="426"/>
                  <a:pt x="317" y="426"/>
                </a:cubicBezTo>
                <a:close/>
                <a:moveTo>
                  <a:pt x="317" y="1220"/>
                </a:moveTo>
                <a:lnTo>
                  <a:pt x="317" y="1220"/>
                </a:lnTo>
                <a:cubicBezTo>
                  <a:pt x="160" y="1220"/>
                  <a:pt x="160" y="1220"/>
                  <a:pt x="160" y="1220"/>
                </a:cubicBezTo>
                <a:cubicBezTo>
                  <a:pt x="152" y="1220"/>
                  <a:pt x="143" y="1216"/>
                  <a:pt x="139" y="1216"/>
                </a:cubicBezTo>
                <a:cubicBezTo>
                  <a:pt x="131" y="1212"/>
                  <a:pt x="122" y="1203"/>
                  <a:pt x="118" y="1195"/>
                </a:cubicBezTo>
                <a:cubicBezTo>
                  <a:pt x="110" y="1187"/>
                  <a:pt x="105" y="1178"/>
                  <a:pt x="105" y="1165"/>
                </a:cubicBezTo>
                <a:cubicBezTo>
                  <a:pt x="105" y="1161"/>
                  <a:pt x="110" y="1153"/>
                  <a:pt x="110" y="1144"/>
                </a:cubicBezTo>
                <a:cubicBezTo>
                  <a:pt x="114" y="1136"/>
                  <a:pt x="122" y="1127"/>
                  <a:pt x="131" y="1123"/>
                </a:cubicBezTo>
                <a:cubicBezTo>
                  <a:pt x="139" y="1119"/>
                  <a:pt x="148" y="1115"/>
                  <a:pt x="160" y="1115"/>
                </a:cubicBezTo>
                <a:cubicBezTo>
                  <a:pt x="317" y="1115"/>
                  <a:pt x="317" y="1115"/>
                  <a:pt x="317" y="1115"/>
                </a:cubicBezTo>
                <a:cubicBezTo>
                  <a:pt x="333" y="1115"/>
                  <a:pt x="346" y="1106"/>
                  <a:pt x="355" y="1098"/>
                </a:cubicBezTo>
                <a:cubicBezTo>
                  <a:pt x="367" y="1089"/>
                  <a:pt x="371" y="1077"/>
                  <a:pt x="371" y="1060"/>
                </a:cubicBezTo>
                <a:cubicBezTo>
                  <a:pt x="371" y="1056"/>
                  <a:pt x="371" y="1047"/>
                  <a:pt x="376" y="1035"/>
                </a:cubicBezTo>
                <a:cubicBezTo>
                  <a:pt x="380" y="1022"/>
                  <a:pt x="384" y="1001"/>
                  <a:pt x="393" y="984"/>
                </a:cubicBezTo>
                <a:cubicBezTo>
                  <a:pt x="410" y="959"/>
                  <a:pt x="426" y="933"/>
                  <a:pt x="439" y="916"/>
                </a:cubicBezTo>
                <a:cubicBezTo>
                  <a:pt x="448" y="904"/>
                  <a:pt x="452" y="899"/>
                  <a:pt x="456" y="891"/>
                </a:cubicBezTo>
                <a:cubicBezTo>
                  <a:pt x="460" y="891"/>
                  <a:pt x="460" y="887"/>
                  <a:pt x="460" y="887"/>
                </a:cubicBezTo>
                <a:lnTo>
                  <a:pt x="460" y="887"/>
                </a:lnTo>
                <a:cubicBezTo>
                  <a:pt x="464" y="887"/>
                  <a:pt x="464" y="887"/>
                  <a:pt x="464" y="887"/>
                </a:cubicBezTo>
                <a:lnTo>
                  <a:pt x="464" y="887"/>
                </a:lnTo>
                <a:lnTo>
                  <a:pt x="464" y="887"/>
                </a:lnTo>
                <a:cubicBezTo>
                  <a:pt x="481" y="870"/>
                  <a:pt x="481" y="840"/>
                  <a:pt x="469" y="823"/>
                </a:cubicBezTo>
                <a:cubicBezTo>
                  <a:pt x="502" y="836"/>
                  <a:pt x="540" y="849"/>
                  <a:pt x="583" y="861"/>
                </a:cubicBezTo>
                <a:cubicBezTo>
                  <a:pt x="663" y="882"/>
                  <a:pt x="752" y="904"/>
                  <a:pt x="844" y="904"/>
                </a:cubicBezTo>
                <a:cubicBezTo>
                  <a:pt x="937" y="904"/>
                  <a:pt x="1030" y="882"/>
                  <a:pt x="1106" y="861"/>
                </a:cubicBezTo>
                <a:cubicBezTo>
                  <a:pt x="1153" y="849"/>
                  <a:pt x="1191" y="836"/>
                  <a:pt x="1225" y="823"/>
                </a:cubicBezTo>
                <a:cubicBezTo>
                  <a:pt x="1212" y="840"/>
                  <a:pt x="1212" y="870"/>
                  <a:pt x="1229" y="887"/>
                </a:cubicBezTo>
                <a:lnTo>
                  <a:pt x="1229" y="887"/>
                </a:lnTo>
                <a:lnTo>
                  <a:pt x="1229" y="887"/>
                </a:lnTo>
                <a:lnTo>
                  <a:pt x="1229" y="887"/>
                </a:lnTo>
                <a:cubicBezTo>
                  <a:pt x="1229" y="887"/>
                  <a:pt x="1254" y="912"/>
                  <a:pt x="1279" y="950"/>
                </a:cubicBezTo>
                <a:cubicBezTo>
                  <a:pt x="1288" y="967"/>
                  <a:pt x="1301" y="988"/>
                  <a:pt x="1309" y="1009"/>
                </a:cubicBezTo>
                <a:cubicBezTo>
                  <a:pt x="1313" y="1018"/>
                  <a:pt x="1317" y="1026"/>
                  <a:pt x="1317" y="1035"/>
                </a:cubicBezTo>
                <a:cubicBezTo>
                  <a:pt x="1322" y="1047"/>
                  <a:pt x="1322" y="1056"/>
                  <a:pt x="1322" y="1060"/>
                </a:cubicBezTo>
                <a:cubicBezTo>
                  <a:pt x="1322" y="1077"/>
                  <a:pt x="1326" y="1089"/>
                  <a:pt x="1339" y="1098"/>
                </a:cubicBezTo>
                <a:cubicBezTo>
                  <a:pt x="1347" y="1106"/>
                  <a:pt x="1360" y="1115"/>
                  <a:pt x="1372" y="1115"/>
                </a:cubicBezTo>
                <a:cubicBezTo>
                  <a:pt x="1533" y="1115"/>
                  <a:pt x="1533" y="1115"/>
                  <a:pt x="1533" y="1115"/>
                </a:cubicBezTo>
                <a:cubicBezTo>
                  <a:pt x="1541" y="1115"/>
                  <a:pt x="1546" y="1115"/>
                  <a:pt x="1554" y="1119"/>
                </a:cubicBezTo>
                <a:cubicBezTo>
                  <a:pt x="1562" y="1123"/>
                  <a:pt x="1571" y="1127"/>
                  <a:pt x="1575" y="1136"/>
                </a:cubicBezTo>
                <a:cubicBezTo>
                  <a:pt x="1584" y="1144"/>
                  <a:pt x="1584" y="1157"/>
                  <a:pt x="1584" y="1165"/>
                </a:cubicBezTo>
                <a:cubicBezTo>
                  <a:pt x="1584" y="1174"/>
                  <a:pt x="1584" y="1182"/>
                  <a:pt x="1579" y="1187"/>
                </a:cubicBezTo>
                <a:cubicBezTo>
                  <a:pt x="1575" y="1195"/>
                  <a:pt x="1571" y="1203"/>
                  <a:pt x="1562" y="1212"/>
                </a:cubicBezTo>
                <a:cubicBezTo>
                  <a:pt x="1554" y="1216"/>
                  <a:pt x="1546" y="1220"/>
                  <a:pt x="1533" y="1220"/>
                </a:cubicBezTo>
                <a:cubicBezTo>
                  <a:pt x="1372" y="1220"/>
                  <a:pt x="1372" y="1220"/>
                  <a:pt x="1372" y="1220"/>
                </a:cubicBezTo>
                <a:cubicBezTo>
                  <a:pt x="1356" y="1220"/>
                  <a:pt x="1339" y="1220"/>
                  <a:pt x="1326" y="1225"/>
                </a:cubicBezTo>
                <a:cubicBezTo>
                  <a:pt x="1301" y="1233"/>
                  <a:pt x="1284" y="1241"/>
                  <a:pt x="1263" y="1254"/>
                </a:cubicBezTo>
                <a:cubicBezTo>
                  <a:pt x="1254" y="1258"/>
                  <a:pt x="1246" y="1267"/>
                  <a:pt x="1242" y="1275"/>
                </a:cubicBezTo>
                <a:cubicBezTo>
                  <a:pt x="1233" y="1284"/>
                  <a:pt x="1225" y="1292"/>
                  <a:pt x="1220" y="1301"/>
                </a:cubicBezTo>
                <a:cubicBezTo>
                  <a:pt x="1220" y="1305"/>
                  <a:pt x="1216" y="1313"/>
                  <a:pt x="1216" y="1317"/>
                </a:cubicBezTo>
                <a:cubicBezTo>
                  <a:pt x="1216" y="1322"/>
                  <a:pt x="1212" y="1326"/>
                  <a:pt x="1212" y="1334"/>
                </a:cubicBezTo>
                <a:cubicBezTo>
                  <a:pt x="1212" y="1339"/>
                  <a:pt x="1216" y="1343"/>
                  <a:pt x="1216" y="1351"/>
                </a:cubicBezTo>
                <a:cubicBezTo>
                  <a:pt x="1216" y="1360"/>
                  <a:pt x="1220" y="1368"/>
                  <a:pt x="1225" y="1372"/>
                </a:cubicBezTo>
                <a:cubicBezTo>
                  <a:pt x="1229" y="1385"/>
                  <a:pt x="1237" y="1393"/>
                  <a:pt x="1242" y="1402"/>
                </a:cubicBezTo>
                <a:cubicBezTo>
                  <a:pt x="1246" y="1406"/>
                  <a:pt x="1250" y="1410"/>
                  <a:pt x="1254" y="1415"/>
                </a:cubicBezTo>
                <a:cubicBezTo>
                  <a:pt x="1263" y="1423"/>
                  <a:pt x="1267" y="1427"/>
                  <a:pt x="1267" y="1432"/>
                </a:cubicBezTo>
                <a:cubicBezTo>
                  <a:pt x="1267" y="1436"/>
                  <a:pt x="1267" y="1436"/>
                  <a:pt x="1267" y="1436"/>
                </a:cubicBezTo>
                <a:cubicBezTo>
                  <a:pt x="1267" y="1440"/>
                  <a:pt x="1263" y="1448"/>
                  <a:pt x="1258" y="1457"/>
                </a:cubicBezTo>
                <a:cubicBezTo>
                  <a:pt x="1250" y="1470"/>
                  <a:pt x="1242" y="1482"/>
                  <a:pt x="1237" y="1491"/>
                </a:cubicBezTo>
                <a:lnTo>
                  <a:pt x="1233" y="1495"/>
                </a:lnTo>
                <a:cubicBezTo>
                  <a:pt x="1199" y="1512"/>
                  <a:pt x="1140" y="1533"/>
                  <a:pt x="1077" y="1554"/>
                </a:cubicBezTo>
                <a:cubicBezTo>
                  <a:pt x="1005" y="1575"/>
                  <a:pt x="925" y="1588"/>
                  <a:pt x="844" y="1588"/>
                </a:cubicBezTo>
                <a:cubicBezTo>
                  <a:pt x="769" y="1588"/>
                  <a:pt x="684" y="1575"/>
                  <a:pt x="612" y="1554"/>
                </a:cubicBezTo>
                <a:cubicBezTo>
                  <a:pt x="549" y="1533"/>
                  <a:pt x="494" y="1512"/>
                  <a:pt x="460" y="1495"/>
                </a:cubicBezTo>
                <a:cubicBezTo>
                  <a:pt x="456" y="1486"/>
                  <a:pt x="448" y="1478"/>
                  <a:pt x="443" y="1470"/>
                </a:cubicBezTo>
                <a:cubicBezTo>
                  <a:pt x="435" y="1461"/>
                  <a:pt x="431" y="1448"/>
                  <a:pt x="426" y="1440"/>
                </a:cubicBezTo>
                <a:cubicBezTo>
                  <a:pt x="426" y="1440"/>
                  <a:pt x="426" y="1436"/>
                  <a:pt x="426" y="1432"/>
                </a:cubicBezTo>
                <a:cubicBezTo>
                  <a:pt x="426" y="1432"/>
                  <a:pt x="426" y="1427"/>
                  <a:pt x="431" y="1423"/>
                </a:cubicBezTo>
                <a:cubicBezTo>
                  <a:pt x="435" y="1419"/>
                  <a:pt x="439" y="1415"/>
                  <a:pt x="443" y="1410"/>
                </a:cubicBezTo>
                <a:cubicBezTo>
                  <a:pt x="448" y="1402"/>
                  <a:pt x="456" y="1393"/>
                  <a:pt x="464" y="1381"/>
                </a:cubicBezTo>
                <a:cubicBezTo>
                  <a:pt x="464" y="1377"/>
                  <a:pt x="469" y="1368"/>
                  <a:pt x="473" y="1360"/>
                </a:cubicBezTo>
                <a:cubicBezTo>
                  <a:pt x="477" y="1355"/>
                  <a:pt x="477" y="1343"/>
                  <a:pt x="477" y="1334"/>
                </a:cubicBezTo>
                <a:cubicBezTo>
                  <a:pt x="477" y="1326"/>
                  <a:pt x="477" y="1322"/>
                  <a:pt x="477" y="1317"/>
                </a:cubicBezTo>
                <a:cubicBezTo>
                  <a:pt x="477" y="1313"/>
                  <a:pt x="473" y="1305"/>
                  <a:pt x="473" y="1301"/>
                </a:cubicBezTo>
                <a:cubicBezTo>
                  <a:pt x="464" y="1288"/>
                  <a:pt x="456" y="1275"/>
                  <a:pt x="443" y="1267"/>
                </a:cubicBezTo>
                <a:cubicBezTo>
                  <a:pt x="431" y="1254"/>
                  <a:pt x="410" y="1241"/>
                  <a:pt x="388" y="1233"/>
                </a:cubicBezTo>
                <a:cubicBezTo>
                  <a:pt x="367" y="1225"/>
                  <a:pt x="342" y="1220"/>
                  <a:pt x="317" y="1220"/>
                </a:cubicBezTo>
                <a:close/>
                <a:moveTo>
                  <a:pt x="1229" y="1676"/>
                </a:moveTo>
                <a:lnTo>
                  <a:pt x="1229" y="1676"/>
                </a:lnTo>
                <a:lnTo>
                  <a:pt x="1229" y="1676"/>
                </a:lnTo>
                <a:lnTo>
                  <a:pt x="1229" y="1676"/>
                </a:lnTo>
                <a:lnTo>
                  <a:pt x="1229" y="1676"/>
                </a:lnTo>
                <a:cubicBezTo>
                  <a:pt x="1229" y="1676"/>
                  <a:pt x="1254" y="1706"/>
                  <a:pt x="1279" y="1740"/>
                </a:cubicBezTo>
                <a:cubicBezTo>
                  <a:pt x="1288" y="1761"/>
                  <a:pt x="1301" y="1782"/>
                  <a:pt x="1309" y="1799"/>
                </a:cubicBezTo>
                <a:cubicBezTo>
                  <a:pt x="1313" y="1812"/>
                  <a:pt x="1317" y="1820"/>
                  <a:pt x="1317" y="1828"/>
                </a:cubicBezTo>
                <a:cubicBezTo>
                  <a:pt x="1322" y="1837"/>
                  <a:pt x="1322" y="1845"/>
                  <a:pt x="1322" y="1854"/>
                </a:cubicBezTo>
                <a:cubicBezTo>
                  <a:pt x="1322" y="1866"/>
                  <a:pt x="1326" y="1879"/>
                  <a:pt x="1339" y="1892"/>
                </a:cubicBezTo>
                <a:cubicBezTo>
                  <a:pt x="1347" y="1900"/>
                  <a:pt x="1360" y="1905"/>
                  <a:pt x="1372" y="1905"/>
                </a:cubicBezTo>
                <a:cubicBezTo>
                  <a:pt x="1533" y="1905"/>
                  <a:pt x="1533" y="1905"/>
                  <a:pt x="1533" y="1905"/>
                </a:cubicBezTo>
                <a:cubicBezTo>
                  <a:pt x="1541" y="1905"/>
                  <a:pt x="1546" y="1909"/>
                  <a:pt x="1554" y="1909"/>
                </a:cubicBezTo>
                <a:cubicBezTo>
                  <a:pt x="1562" y="1913"/>
                  <a:pt x="1571" y="1921"/>
                  <a:pt x="1575" y="1930"/>
                </a:cubicBezTo>
                <a:cubicBezTo>
                  <a:pt x="1584" y="1938"/>
                  <a:pt x="1584" y="1947"/>
                  <a:pt x="1584" y="1959"/>
                </a:cubicBezTo>
                <a:cubicBezTo>
                  <a:pt x="1584" y="1968"/>
                  <a:pt x="1584" y="1972"/>
                  <a:pt x="1579" y="1980"/>
                </a:cubicBezTo>
                <a:cubicBezTo>
                  <a:pt x="1575" y="1989"/>
                  <a:pt x="1571" y="1997"/>
                  <a:pt x="1562" y="2002"/>
                </a:cubicBezTo>
                <a:cubicBezTo>
                  <a:pt x="1554" y="2010"/>
                  <a:pt x="1546" y="2010"/>
                  <a:pt x="1533" y="2010"/>
                </a:cubicBezTo>
                <a:cubicBezTo>
                  <a:pt x="1372" y="2010"/>
                  <a:pt x="1372" y="2010"/>
                  <a:pt x="1372" y="2010"/>
                </a:cubicBezTo>
                <a:cubicBezTo>
                  <a:pt x="1356" y="2010"/>
                  <a:pt x="1339" y="2014"/>
                  <a:pt x="1326" y="2018"/>
                </a:cubicBezTo>
                <a:cubicBezTo>
                  <a:pt x="1301" y="2023"/>
                  <a:pt x="1284" y="2031"/>
                  <a:pt x="1263" y="2044"/>
                </a:cubicBezTo>
                <a:cubicBezTo>
                  <a:pt x="1254" y="2052"/>
                  <a:pt x="1246" y="2061"/>
                  <a:pt x="1242" y="2065"/>
                </a:cubicBezTo>
                <a:cubicBezTo>
                  <a:pt x="1233" y="2073"/>
                  <a:pt x="1225" y="2082"/>
                  <a:pt x="1220" y="2095"/>
                </a:cubicBezTo>
                <a:cubicBezTo>
                  <a:pt x="1220" y="2099"/>
                  <a:pt x="1216" y="2103"/>
                  <a:pt x="1216" y="2107"/>
                </a:cubicBezTo>
                <a:cubicBezTo>
                  <a:pt x="1216" y="2116"/>
                  <a:pt x="1212" y="2120"/>
                  <a:pt x="1212" y="2124"/>
                </a:cubicBezTo>
                <a:cubicBezTo>
                  <a:pt x="1212" y="2133"/>
                  <a:pt x="1216" y="2137"/>
                  <a:pt x="1216" y="2141"/>
                </a:cubicBezTo>
                <a:cubicBezTo>
                  <a:pt x="1216" y="2149"/>
                  <a:pt x="1220" y="2158"/>
                  <a:pt x="1225" y="2166"/>
                </a:cubicBezTo>
                <a:cubicBezTo>
                  <a:pt x="1229" y="2175"/>
                  <a:pt x="1237" y="2183"/>
                  <a:pt x="1242" y="2192"/>
                </a:cubicBezTo>
                <a:cubicBezTo>
                  <a:pt x="1246" y="2196"/>
                  <a:pt x="1250" y="2204"/>
                  <a:pt x="1254" y="2209"/>
                </a:cubicBezTo>
                <a:cubicBezTo>
                  <a:pt x="1263" y="2217"/>
                  <a:pt x="1267" y="2221"/>
                  <a:pt x="1267" y="2225"/>
                </a:cubicBezTo>
                <a:lnTo>
                  <a:pt x="1267" y="2225"/>
                </a:lnTo>
                <a:cubicBezTo>
                  <a:pt x="1267" y="2234"/>
                  <a:pt x="1263" y="2242"/>
                  <a:pt x="1258" y="2247"/>
                </a:cubicBezTo>
                <a:cubicBezTo>
                  <a:pt x="1250" y="2259"/>
                  <a:pt x="1242" y="2272"/>
                  <a:pt x="1237" y="2280"/>
                </a:cubicBezTo>
                <a:cubicBezTo>
                  <a:pt x="1237" y="2285"/>
                  <a:pt x="1233" y="2285"/>
                  <a:pt x="1233" y="2285"/>
                </a:cubicBezTo>
                <a:cubicBezTo>
                  <a:pt x="1199" y="2301"/>
                  <a:pt x="1140" y="2327"/>
                  <a:pt x="1077" y="2344"/>
                </a:cubicBezTo>
                <a:cubicBezTo>
                  <a:pt x="1005" y="2365"/>
                  <a:pt x="925" y="2382"/>
                  <a:pt x="844" y="2382"/>
                </a:cubicBezTo>
                <a:cubicBezTo>
                  <a:pt x="769" y="2382"/>
                  <a:pt x="684" y="2365"/>
                  <a:pt x="612" y="2344"/>
                </a:cubicBezTo>
                <a:cubicBezTo>
                  <a:pt x="549" y="2327"/>
                  <a:pt x="494" y="2301"/>
                  <a:pt x="460" y="2285"/>
                </a:cubicBezTo>
                <a:cubicBezTo>
                  <a:pt x="456" y="2280"/>
                  <a:pt x="448" y="2272"/>
                  <a:pt x="443" y="2259"/>
                </a:cubicBezTo>
                <a:cubicBezTo>
                  <a:pt x="435" y="2251"/>
                  <a:pt x="431" y="2242"/>
                  <a:pt x="426" y="2234"/>
                </a:cubicBezTo>
                <a:cubicBezTo>
                  <a:pt x="426" y="2230"/>
                  <a:pt x="426" y="2225"/>
                  <a:pt x="426" y="2225"/>
                </a:cubicBezTo>
                <a:cubicBezTo>
                  <a:pt x="426" y="2221"/>
                  <a:pt x="426" y="2217"/>
                  <a:pt x="431" y="2213"/>
                </a:cubicBezTo>
                <a:cubicBezTo>
                  <a:pt x="435" y="2209"/>
                  <a:pt x="439" y="2204"/>
                  <a:pt x="443" y="2200"/>
                </a:cubicBezTo>
                <a:cubicBezTo>
                  <a:pt x="448" y="2192"/>
                  <a:pt x="456" y="2183"/>
                  <a:pt x="464" y="2170"/>
                </a:cubicBezTo>
                <a:cubicBezTo>
                  <a:pt x="464" y="2166"/>
                  <a:pt x="469" y="2162"/>
                  <a:pt x="473" y="2154"/>
                </a:cubicBezTo>
                <a:cubicBezTo>
                  <a:pt x="477" y="2145"/>
                  <a:pt x="477" y="2137"/>
                  <a:pt x="477" y="2124"/>
                </a:cubicBezTo>
                <a:cubicBezTo>
                  <a:pt x="477" y="2120"/>
                  <a:pt x="477" y="2116"/>
                  <a:pt x="477" y="2107"/>
                </a:cubicBezTo>
                <a:cubicBezTo>
                  <a:pt x="477" y="2103"/>
                  <a:pt x="473" y="2099"/>
                  <a:pt x="473" y="2095"/>
                </a:cubicBezTo>
                <a:cubicBezTo>
                  <a:pt x="464" y="2078"/>
                  <a:pt x="456" y="2069"/>
                  <a:pt x="443" y="2061"/>
                </a:cubicBezTo>
                <a:cubicBezTo>
                  <a:pt x="431" y="2044"/>
                  <a:pt x="410" y="2031"/>
                  <a:pt x="388" y="2023"/>
                </a:cubicBezTo>
                <a:cubicBezTo>
                  <a:pt x="367" y="2018"/>
                  <a:pt x="342" y="2010"/>
                  <a:pt x="317" y="2010"/>
                </a:cubicBezTo>
                <a:cubicBezTo>
                  <a:pt x="160" y="2010"/>
                  <a:pt x="160" y="2010"/>
                  <a:pt x="160" y="2010"/>
                </a:cubicBezTo>
                <a:cubicBezTo>
                  <a:pt x="152" y="2010"/>
                  <a:pt x="143" y="2010"/>
                  <a:pt x="139" y="2006"/>
                </a:cubicBezTo>
                <a:cubicBezTo>
                  <a:pt x="131" y="2002"/>
                  <a:pt x="122" y="1997"/>
                  <a:pt x="118" y="1989"/>
                </a:cubicBezTo>
                <a:cubicBezTo>
                  <a:pt x="110" y="1980"/>
                  <a:pt x="105" y="1968"/>
                  <a:pt x="105" y="1959"/>
                </a:cubicBezTo>
                <a:cubicBezTo>
                  <a:pt x="105" y="1951"/>
                  <a:pt x="110" y="1943"/>
                  <a:pt x="110" y="1938"/>
                </a:cubicBezTo>
                <a:cubicBezTo>
                  <a:pt x="114" y="1930"/>
                  <a:pt x="122" y="1921"/>
                  <a:pt x="131" y="1913"/>
                </a:cubicBezTo>
                <a:cubicBezTo>
                  <a:pt x="139" y="1909"/>
                  <a:pt x="148" y="1905"/>
                  <a:pt x="160" y="1905"/>
                </a:cubicBezTo>
                <a:cubicBezTo>
                  <a:pt x="317" y="1905"/>
                  <a:pt x="317" y="1905"/>
                  <a:pt x="317" y="1905"/>
                </a:cubicBezTo>
                <a:cubicBezTo>
                  <a:pt x="333" y="1905"/>
                  <a:pt x="346" y="1900"/>
                  <a:pt x="355" y="1892"/>
                </a:cubicBezTo>
                <a:cubicBezTo>
                  <a:pt x="367" y="1879"/>
                  <a:pt x="371" y="1866"/>
                  <a:pt x="371" y="1854"/>
                </a:cubicBezTo>
                <a:cubicBezTo>
                  <a:pt x="371" y="1845"/>
                  <a:pt x="371" y="1837"/>
                  <a:pt x="376" y="1828"/>
                </a:cubicBezTo>
                <a:cubicBezTo>
                  <a:pt x="380" y="1812"/>
                  <a:pt x="384" y="1795"/>
                  <a:pt x="393" y="1778"/>
                </a:cubicBezTo>
                <a:cubicBezTo>
                  <a:pt x="410" y="1748"/>
                  <a:pt x="426" y="1723"/>
                  <a:pt x="439" y="1706"/>
                </a:cubicBezTo>
                <a:cubicBezTo>
                  <a:pt x="448" y="1698"/>
                  <a:pt x="452" y="1689"/>
                  <a:pt x="456" y="1685"/>
                </a:cubicBezTo>
                <a:cubicBezTo>
                  <a:pt x="460" y="1681"/>
                  <a:pt x="460" y="1681"/>
                  <a:pt x="460" y="1681"/>
                </a:cubicBezTo>
                <a:lnTo>
                  <a:pt x="460" y="1676"/>
                </a:lnTo>
                <a:cubicBezTo>
                  <a:pt x="464" y="1676"/>
                  <a:pt x="464" y="1676"/>
                  <a:pt x="464" y="1676"/>
                </a:cubicBezTo>
                <a:lnTo>
                  <a:pt x="464" y="1676"/>
                </a:lnTo>
                <a:lnTo>
                  <a:pt x="464" y="1676"/>
                </a:lnTo>
                <a:cubicBezTo>
                  <a:pt x="481" y="1660"/>
                  <a:pt x="481" y="1634"/>
                  <a:pt x="469" y="1613"/>
                </a:cubicBezTo>
                <a:cubicBezTo>
                  <a:pt x="502" y="1626"/>
                  <a:pt x="540" y="1643"/>
                  <a:pt x="583" y="1655"/>
                </a:cubicBezTo>
                <a:cubicBezTo>
                  <a:pt x="663" y="1676"/>
                  <a:pt x="752" y="1693"/>
                  <a:pt x="844" y="1693"/>
                </a:cubicBezTo>
                <a:cubicBezTo>
                  <a:pt x="937" y="1693"/>
                  <a:pt x="1030" y="1676"/>
                  <a:pt x="1106" y="1655"/>
                </a:cubicBezTo>
                <a:cubicBezTo>
                  <a:pt x="1153" y="1643"/>
                  <a:pt x="1191" y="1626"/>
                  <a:pt x="1225" y="1613"/>
                </a:cubicBezTo>
                <a:cubicBezTo>
                  <a:pt x="1212" y="1634"/>
                  <a:pt x="1212" y="1660"/>
                  <a:pt x="1229" y="1676"/>
                </a:cubicBezTo>
                <a:close/>
              </a:path>
            </a:pathLst>
          </a:custGeom>
          <a:solidFill>
            <a:schemeClr val="tx2"/>
          </a:solidFill>
          <a:ln>
            <a:noFill/>
          </a:ln>
          <a:effectLst/>
        </p:spPr>
        <p:txBody>
          <a:bodyPr wrap="none" anchor="ctr"/>
          <a:lstStyle/>
          <a:p>
            <a:endParaRPr lang="da-DK"/>
          </a:p>
        </p:txBody>
      </p:sp>
      <p:sp>
        <p:nvSpPr>
          <p:cNvPr id="297" name="Freeform 25">
            <a:extLst>
              <a:ext uri="{FF2B5EF4-FFF2-40B4-BE49-F238E27FC236}">
                <a16:creationId xmlns:a16="http://schemas.microsoft.com/office/drawing/2014/main" id="{81698D4F-81DA-CF6E-4EFD-C9DD3D4A5381}"/>
              </a:ext>
            </a:extLst>
          </p:cNvPr>
          <p:cNvSpPr>
            <a:spLocks noChangeArrowheads="1"/>
          </p:cNvSpPr>
          <p:nvPr/>
        </p:nvSpPr>
        <p:spPr bwMode="auto">
          <a:xfrm>
            <a:off x="3213497" y="5330002"/>
            <a:ext cx="222749" cy="277972"/>
          </a:xfrm>
          <a:custGeom>
            <a:avLst/>
            <a:gdLst>
              <a:gd name="T0" fmla="*/ 1613 w 2116"/>
              <a:gd name="T1" fmla="*/ 410 h 2641"/>
              <a:gd name="T2" fmla="*/ 1377 w 2116"/>
              <a:gd name="T3" fmla="*/ 51 h 2641"/>
              <a:gd name="T4" fmla="*/ 1271 w 2116"/>
              <a:gd name="T5" fmla="*/ 119 h 2641"/>
              <a:gd name="T6" fmla="*/ 1271 w 2116"/>
              <a:gd name="T7" fmla="*/ 579 h 2641"/>
              <a:gd name="T8" fmla="*/ 1427 w 2116"/>
              <a:gd name="T9" fmla="*/ 841 h 2641"/>
              <a:gd name="T10" fmla="*/ 1457 w 2116"/>
              <a:gd name="T11" fmla="*/ 1022 h 2641"/>
              <a:gd name="T12" fmla="*/ 1334 w 2116"/>
              <a:gd name="T13" fmla="*/ 1098 h 2641"/>
              <a:gd name="T14" fmla="*/ 1148 w 2116"/>
              <a:gd name="T15" fmla="*/ 1048 h 2641"/>
              <a:gd name="T16" fmla="*/ 1081 w 2116"/>
              <a:gd name="T17" fmla="*/ 913 h 2641"/>
              <a:gd name="T18" fmla="*/ 1039 w 2116"/>
              <a:gd name="T19" fmla="*/ 1018 h 2641"/>
              <a:gd name="T20" fmla="*/ 958 w 2116"/>
              <a:gd name="T21" fmla="*/ 1065 h 2641"/>
              <a:gd name="T22" fmla="*/ 773 w 2116"/>
              <a:gd name="T23" fmla="*/ 1107 h 2641"/>
              <a:gd name="T24" fmla="*/ 658 w 2116"/>
              <a:gd name="T25" fmla="*/ 1014 h 2641"/>
              <a:gd name="T26" fmla="*/ 709 w 2116"/>
              <a:gd name="T27" fmla="*/ 824 h 2641"/>
              <a:gd name="T28" fmla="*/ 853 w 2116"/>
              <a:gd name="T29" fmla="*/ 503 h 2641"/>
              <a:gd name="T30" fmla="*/ 794 w 2116"/>
              <a:gd name="T31" fmla="*/ 0 h 2641"/>
              <a:gd name="T32" fmla="*/ 426 w 2116"/>
              <a:gd name="T33" fmla="*/ 461 h 2641"/>
              <a:gd name="T34" fmla="*/ 0 w 2116"/>
              <a:gd name="T35" fmla="*/ 1305 h 2641"/>
              <a:gd name="T36" fmla="*/ 743 w 2116"/>
              <a:gd name="T37" fmla="*/ 2310 h 2641"/>
              <a:gd name="T38" fmla="*/ 849 w 2116"/>
              <a:gd name="T39" fmla="*/ 2006 h 2641"/>
              <a:gd name="T40" fmla="*/ 688 w 2116"/>
              <a:gd name="T41" fmla="*/ 1597 h 2641"/>
              <a:gd name="T42" fmla="*/ 692 w 2116"/>
              <a:gd name="T43" fmla="*/ 1521 h 2641"/>
              <a:gd name="T44" fmla="*/ 1233 w 2116"/>
              <a:gd name="T45" fmla="*/ 1440 h 2641"/>
              <a:gd name="T46" fmla="*/ 1448 w 2116"/>
              <a:gd name="T47" fmla="*/ 1542 h 2641"/>
              <a:gd name="T48" fmla="*/ 1385 w 2116"/>
              <a:gd name="T49" fmla="*/ 1690 h 2641"/>
              <a:gd name="T50" fmla="*/ 1271 w 2116"/>
              <a:gd name="T51" fmla="*/ 2585 h 2641"/>
              <a:gd name="T52" fmla="*/ 1377 w 2116"/>
              <a:gd name="T53" fmla="*/ 2306 h 2641"/>
              <a:gd name="T54" fmla="*/ 2115 w 2116"/>
              <a:gd name="T55" fmla="*/ 1305 h 2641"/>
              <a:gd name="T56" fmla="*/ 2010 w 2116"/>
              <a:gd name="T57" fmla="*/ 1305 h 2641"/>
              <a:gd name="T58" fmla="*/ 1377 w 2116"/>
              <a:gd name="T59" fmla="*/ 2196 h 2641"/>
              <a:gd name="T60" fmla="*/ 1478 w 2116"/>
              <a:gd name="T61" fmla="*/ 1740 h 2641"/>
              <a:gd name="T62" fmla="*/ 1550 w 2116"/>
              <a:gd name="T63" fmla="*/ 1512 h 2641"/>
              <a:gd name="T64" fmla="*/ 1267 w 2116"/>
              <a:gd name="T65" fmla="*/ 1339 h 2641"/>
              <a:gd name="T66" fmla="*/ 680 w 2116"/>
              <a:gd name="T67" fmla="*/ 1402 h 2641"/>
              <a:gd name="T68" fmla="*/ 574 w 2116"/>
              <a:gd name="T69" fmla="*/ 1592 h 2641"/>
              <a:gd name="T70" fmla="*/ 735 w 2116"/>
              <a:gd name="T71" fmla="*/ 1935 h 2641"/>
              <a:gd name="T72" fmla="*/ 232 w 2116"/>
              <a:gd name="T73" fmla="*/ 1778 h 2641"/>
              <a:gd name="T74" fmla="*/ 148 w 2116"/>
              <a:gd name="T75" fmla="*/ 1022 h 2641"/>
              <a:gd name="T76" fmla="*/ 747 w 2116"/>
              <a:gd name="T77" fmla="*/ 499 h 2641"/>
              <a:gd name="T78" fmla="*/ 650 w 2116"/>
              <a:gd name="T79" fmla="*/ 735 h 2641"/>
              <a:gd name="T80" fmla="*/ 544 w 2116"/>
              <a:gd name="T81" fmla="*/ 925 h 2641"/>
              <a:gd name="T82" fmla="*/ 701 w 2116"/>
              <a:gd name="T83" fmla="*/ 1204 h 2641"/>
              <a:gd name="T84" fmla="*/ 992 w 2116"/>
              <a:gd name="T85" fmla="*/ 1166 h 2641"/>
              <a:gd name="T86" fmla="*/ 1089 w 2116"/>
              <a:gd name="T87" fmla="*/ 1166 h 2641"/>
              <a:gd name="T88" fmla="*/ 1423 w 2116"/>
              <a:gd name="T89" fmla="*/ 1191 h 2641"/>
              <a:gd name="T90" fmla="*/ 1575 w 2116"/>
              <a:gd name="T91" fmla="*/ 925 h 2641"/>
              <a:gd name="T92" fmla="*/ 1414 w 2116"/>
              <a:gd name="T93" fmla="*/ 663 h 2641"/>
              <a:gd name="T94" fmla="*/ 1372 w 2116"/>
              <a:gd name="T95" fmla="*/ 499 h 2641"/>
              <a:gd name="T96" fmla="*/ 1955 w 2116"/>
              <a:gd name="T97" fmla="*/ 984 h 2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116" h="2641">
                <a:moveTo>
                  <a:pt x="2069" y="989"/>
                </a:moveTo>
                <a:lnTo>
                  <a:pt x="2069" y="989"/>
                </a:lnTo>
                <a:cubicBezTo>
                  <a:pt x="2023" y="837"/>
                  <a:pt x="1938" y="689"/>
                  <a:pt x="1820" y="571"/>
                </a:cubicBezTo>
                <a:cubicBezTo>
                  <a:pt x="1761" y="507"/>
                  <a:pt x="1689" y="457"/>
                  <a:pt x="1613" y="410"/>
                </a:cubicBezTo>
                <a:cubicBezTo>
                  <a:pt x="1541" y="372"/>
                  <a:pt x="1461" y="338"/>
                  <a:pt x="1372" y="321"/>
                </a:cubicBezTo>
                <a:cubicBezTo>
                  <a:pt x="1372" y="283"/>
                  <a:pt x="1372" y="245"/>
                  <a:pt x="1372" y="207"/>
                </a:cubicBezTo>
                <a:cubicBezTo>
                  <a:pt x="1372" y="178"/>
                  <a:pt x="1377" y="148"/>
                  <a:pt x="1377" y="119"/>
                </a:cubicBezTo>
                <a:cubicBezTo>
                  <a:pt x="1377" y="93"/>
                  <a:pt x="1377" y="72"/>
                  <a:pt x="1377" y="51"/>
                </a:cubicBezTo>
                <a:cubicBezTo>
                  <a:pt x="1377" y="21"/>
                  <a:pt x="1351" y="0"/>
                  <a:pt x="1322" y="0"/>
                </a:cubicBezTo>
                <a:cubicBezTo>
                  <a:pt x="1292" y="0"/>
                  <a:pt x="1271" y="21"/>
                  <a:pt x="1271" y="51"/>
                </a:cubicBezTo>
                <a:lnTo>
                  <a:pt x="1271" y="51"/>
                </a:lnTo>
                <a:cubicBezTo>
                  <a:pt x="1271" y="68"/>
                  <a:pt x="1271" y="93"/>
                  <a:pt x="1271" y="119"/>
                </a:cubicBezTo>
                <a:cubicBezTo>
                  <a:pt x="1267" y="199"/>
                  <a:pt x="1262" y="309"/>
                  <a:pt x="1262" y="410"/>
                </a:cubicBezTo>
                <a:cubicBezTo>
                  <a:pt x="1262" y="440"/>
                  <a:pt x="1267" y="473"/>
                  <a:pt x="1267" y="503"/>
                </a:cubicBezTo>
                <a:cubicBezTo>
                  <a:pt x="1267" y="533"/>
                  <a:pt x="1267" y="558"/>
                  <a:pt x="1271" y="579"/>
                </a:cubicBezTo>
                <a:lnTo>
                  <a:pt x="1271" y="579"/>
                </a:lnTo>
                <a:cubicBezTo>
                  <a:pt x="1275" y="604"/>
                  <a:pt x="1279" y="630"/>
                  <a:pt x="1288" y="651"/>
                </a:cubicBezTo>
                <a:cubicBezTo>
                  <a:pt x="1300" y="685"/>
                  <a:pt x="1322" y="718"/>
                  <a:pt x="1343" y="748"/>
                </a:cubicBezTo>
                <a:cubicBezTo>
                  <a:pt x="1360" y="769"/>
                  <a:pt x="1377" y="786"/>
                  <a:pt x="1393" y="803"/>
                </a:cubicBezTo>
                <a:cubicBezTo>
                  <a:pt x="1406" y="815"/>
                  <a:pt x="1414" y="828"/>
                  <a:pt x="1427" y="841"/>
                </a:cubicBezTo>
                <a:cubicBezTo>
                  <a:pt x="1440" y="858"/>
                  <a:pt x="1452" y="875"/>
                  <a:pt x="1461" y="887"/>
                </a:cubicBezTo>
                <a:cubicBezTo>
                  <a:pt x="1461" y="896"/>
                  <a:pt x="1465" y="904"/>
                  <a:pt x="1465" y="908"/>
                </a:cubicBezTo>
                <a:cubicBezTo>
                  <a:pt x="1469" y="917"/>
                  <a:pt x="1469" y="921"/>
                  <a:pt x="1469" y="925"/>
                </a:cubicBezTo>
                <a:cubicBezTo>
                  <a:pt x="1469" y="967"/>
                  <a:pt x="1465" y="997"/>
                  <a:pt x="1457" y="1022"/>
                </a:cubicBezTo>
                <a:cubicBezTo>
                  <a:pt x="1452" y="1039"/>
                  <a:pt x="1444" y="1052"/>
                  <a:pt x="1440" y="1060"/>
                </a:cubicBezTo>
                <a:cubicBezTo>
                  <a:pt x="1431" y="1065"/>
                  <a:pt x="1427" y="1073"/>
                  <a:pt x="1419" y="1077"/>
                </a:cubicBezTo>
                <a:cubicBezTo>
                  <a:pt x="1410" y="1082"/>
                  <a:pt x="1398" y="1090"/>
                  <a:pt x="1385" y="1090"/>
                </a:cubicBezTo>
                <a:cubicBezTo>
                  <a:pt x="1372" y="1094"/>
                  <a:pt x="1355" y="1098"/>
                  <a:pt x="1334" y="1098"/>
                </a:cubicBezTo>
                <a:cubicBezTo>
                  <a:pt x="1326" y="1098"/>
                  <a:pt x="1317" y="1094"/>
                  <a:pt x="1309" y="1094"/>
                </a:cubicBezTo>
                <a:cubicBezTo>
                  <a:pt x="1288" y="1094"/>
                  <a:pt x="1267" y="1090"/>
                  <a:pt x="1246" y="1086"/>
                </a:cubicBezTo>
                <a:cubicBezTo>
                  <a:pt x="1212" y="1082"/>
                  <a:pt x="1169" y="1073"/>
                  <a:pt x="1136" y="1069"/>
                </a:cubicBezTo>
                <a:cubicBezTo>
                  <a:pt x="1140" y="1060"/>
                  <a:pt x="1144" y="1052"/>
                  <a:pt x="1148" y="1048"/>
                </a:cubicBezTo>
                <a:cubicBezTo>
                  <a:pt x="1157" y="1027"/>
                  <a:pt x="1161" y="1010"/>
                  <a:pt x="1169" y="993"/>
                </a:cubicBezTo>
                <a:cubicBezTo>
                  <a:pt x="1174" y="976"/>
                  <a:pt x="1178" y="963"/>
                  <a:pt x="1182" y="946"/>
                </a:cubicBezTo>
                <a:cubicBezTo>
                  <a:pt x="1191" y="917"/>
                  <a:pt x="1178" y="887"/>
                  <a:pt x="1148" y="879"/>
                </a:cubicBezTo>
                <a:cubicBezTo>
                  <a:pt x="1119" y="870"/>
                  <a:pt x="1089" y="887"/>
                  <a:pt x="1081" y="913"/>
                </a:cubicBezTo>
                <a:lnTo>
                  <a:pt x="1081" y="913"/>
                </a:lnTo>
                <a:cubicBezTo>
                  <a:pt x="1077" y="934"/>
                  <a:pt x="1072" y="955"/>
                  <a:pt x="1064" y="967"/>
                </a:cubicBezTo>
                <a:cubicBezTo>
                  <a:pt x="1060" y="980"/>
                  <a:pt x="1056" y="989"/>
                  <a:pt x="1051" y="997"/>
                </a:cubicBezTo>
                <a:cubicBezTo>
                  <a:pt x="1047" y="1006"/>
                  <a:pt x="1043" y="1010"/>
                  <a:pt x="1039" y="1018"/>
                </a:cubicBezTo>
                <a:cubicBezTo>
                  <a:pt x="1034" y="1022"/>
                  <a:pt x="1026" y="1031"/>
                  <a:pt x="1013" y="1039"/>
                </a:cubicBezTo>
                <a:cubicBezTo>
                  <a:pt x="996" y="1048"/>
                  <a:pt x="979" y="1056"/>
                  <a:pt x="958" y="1065"/>
                </a:cubicBezTo>
                <a:lnTo>
                  <a:pt x="958" y="1065"/>
                </a:lnTo>
                <a:lnTo>
                  <a:pt x="958" y="1065"/>
                </a:lnTo>
                <a:lnTo>
                  <a:pt x="958" y="1065"/>
                </a:lnTo>
                <a:cubicBezTo>
                  <a:pt x="937" y="1073"/>
                  <a:pt x="920" y="1077"/>
                  <a:pt x="908" y="1082"/>
                </a:cubicBezTo>
                <a:cubicBezTo>
                  <a:pt x="882" y="1090"/>
                  <a:pt x="865" y="1098"/>
                  <a:pt x="844" y="1103"/>
                </a:cubicBezTo>
                <a:cubicBezTo>
                  <a:pt x="823" y="1107"/>
                  <a:pt x="802" y="1107"/>
                  <a:pt x="773" y="1107"/>
                </a:cubicBezTo>
                <a:cubicBezTo>
                  <a:pt x="751" y="1107"/>
                  <a:pt x="735" y="1107"/>
                  <a:pt x="722" y="1103"/>
                </a:cubicBezTo>
                <a:cubicBezTo>
                  <a:pt x="709" y="1098"/>
                  <a:pt x="701" y="1094"/>
                  <a:pt x="696" y="1086"/>
                </a:cubicBezTo>
                <a:cubicBezTo>
                  <a:pt x="688" y="1082"/>
                  <a:pt x="684" y="1077"/>
                  <a:pt x="680" y="1069"/>
                </a:cubicBezTo>
                <a:cubicBezTo>
                  <a:pt x="671" y="1056"/>
                  <a:pt x="663" y="1039"/>
                  <a:pt x="658" y="1014"/>
                </a:cubicBezTo>
                <a:cubicBezTo>
                  <a:pt x="654" y="993"/>
                  <a:pt x="650" y="963"/>
                  <a:pt x="650" y="925"/>
                </a:cubicBezTo>
                <a:cubicBezTo>
                  <a:pt x="650" y="917"/>
                  <a:pt x="650" y="913"/>
                  <a:pt x="654" y="904"/>
                </a:cubicBezTo>
                <a:cubicBezTo>
                  <a:pt x="658" y="896"/>
                  <a:pt x="663" y="887"/>
                  <a:pt x="667" y="879"/>
                </a:cubicBezTo>
                <a:cubicBezTo>
                  <a:pt x="675" y="862"/>
                  <a:pt x="692" y="845"/>
                  <a:pt x="709" y="824"/>
                </a:cubicBezTo>
                <a:cubicBezTo>
                  <a:pt x="735" y="794"/>
                  <a:pt x="764" y="765"/>
                  <a:pt x="794" y="723"/>
                </a:cubicBezTo>
                <a:cubicBezTo>
                  <a:pt x="806" y="706"/>
                  <a:pt x="819" y="680"/>
                  <a:pt x="827" y="659"/>
                </a:cubicBezTo>
                <a:cubicBezTo>
                  <a:pt x="836" y="634"/>
                  <a:pt x="844" y="609"/>
                  <a:pt x="849" y="579"/>
                </a:cubicBezTo>
                <a:cubicBezTo>
                  <a:pt x="849" y="558"/>
                  <a:pt x="853" y="533"/>
                  <a:pt x="853" y="503"/>
                </a:cubicBezTo>
                <a:cubicBezTo>
                  <a:pt x="853" y="473"/>
                  <a:pt x="853" y="444"/>
                  <a:pt x="853" y="410"/>
                </a:cubicBezTo>
                <a:cubicBezTo>
                  <a:pt x="853" y="342"/>
                  <a:pt x="853" y="275"/>
                  <a:pt x="853" y="212"/>
                </a:cubicBezTo>
                <a:cubicBezTo>
                  <a:pt x="849" y="148"/>
                  <a:pt x="849" y="89"/>
                  <a:pt x="849" y="51"/>
                </a:cubicBezTo>
                <a:cubicBezTo>
                  <a:pt x="849" y="21"/>
                  <a:pt x="823" y="0"/>
                  <a:pt x="794" y="0"/>
                </a:cubicBezTo>
                <a:cubicBezTo>
                  <a:pt x="764" y="0"/>
                  <a:pt x="743" y="21"/>
                  <a:pt x="743" y="51"/>
                </a:cubicBezTo>
                <a:cubicBezTo>
                  <a:pt x="743" y="93"/>
                  <a:pt x="743" y="148"/>
                  <a:pt x="747" y="212"/>
                </a:cubicBezTo>
                <a:cubicBezTo>
                  <a:pt x="747" y="245"/>
                  <a:pt x="747" y="283"/>
                  <a:pt x="747" y="317"/>
                </a:cubicBezTo>
                <a:cubicBezTo>
                  <a:pt x="625" y="347"/>
                  <a:pt x="519" y="393"/>
                  <a:pt x="426" y="461"/>
                </a:cubicBezTo>
                <a:cubicBezTo>
                  <a:pt x="354" y="507"/>
                  <a:pt x="291" y="566"/>
                  <a:pt x="236" y="634"/>
                </a:cubicBezTo>
                <a:cubicBezTo>
                  <a:pt x="156" y="727"/>
                  <a:pt x="97" y="837"/>
                  <a:pt x="59" y="951"/>
                </a:cubicBezTo>
                <a:cubicBezTo>
                  <a:pt x="17" y="1065"/>
                  <a:pt x="0" y="1183"/>
                  <a:pt x="0" y="1293"/>
                </a:cubicBezTo>
                <a:cubicBezTo>
                  <a:pt x="0" y="1297"/>
                  <a:pt x="0" y="1301"/>
                  <a:pt x="0" y="1305"/>
                </a:cubicBezTo>
                <a:lnTo>
                  <a:pt x="0" y="1305"/>
                </a:lnTo>
                <a:cubicBezTo>
                  <a:pt x="0" y="1440"/>
                  <a:pt x="25" y="1563"/>
                  <a:pt x="67" y="1673"/>
                </a:cubicBezTo>
                <a:cubicBezTo>
                  <a:pt x="131" y="1842"/>
                  <a:pt x="232" y="1977"/>
                  <a:pt x="354" y="2087"/>
                </a:cubicBezTo>
                <a:cubicBezTo>
                  <a:pt x="473" y="2188"/>
                  <a:pt x="604" y="2264"/>
                  <a:pt x="743" y="2310"/>
                </a:cubicBezTo>
                <a:cubicBezTo>
                  <a:pt x="743" y="2416"/>
                  <a:pt x="743" y="2517"/>
                  <a:pt x="743" y="2585"/>
                </a:cubicBezTo>
                <a:cubicBezTo>
                  <a:pt x="743" y="2615"/>
                  <a:pt x="764" y="2640"/>
                  <a:pt x="794" y="2640"/>
                </a:cubicBezTo>
                <a:cubicBezTo>
                  <a:pt x="823" y="2640"/>
                  <a:pt x="849" y="2615"/>
                  <a:pt x="849" y="2585"/>
                </a:cubicBezTo>
                <a:cubicBezTo>
                  <a:pt x="849" y="2450"/>
                  <a:pt x="849" y="2188"/>
                  <a:pt x="849" y="2006"/>
                </a:cubicBezTo>
                <a:cubicBezTo>
                  <a:pt x="849" y="1973"/>
                  <a:pt x="844" y="1939"/>
                  <a:pt x="836" y="1909"/>
                </a:cubicBezTo>
                <a:cubicBezTo>
                  <a:pt x="827" y="1867"/>
                  <a:pt x="811" y="1829"/>
                  <a:pt x="794" y="1791"/>
                </a:cubicBezTo>
                <a:cubicBezTo>
                  <a:pt x="773" y="1753"/>
                  <a:pt x="756" y="1723"/>
                  <a:pt x="735" y="1690"/>
                </a:cubicBezTo>
                <a:cubicBezTo>
                  <a:pt x="718" y="1656"/>
                  <a:pt x="701" y="1626"/>
                  <a:pt x="688" y="1597"/>
                </a:cubicBezTo>
                <a:cubicBezTo>
                  <a:pt x="680" y="1584"/>
                  <a:pt x="675" y="1571"/>
                  <a:pt x="675" y="1563"/>
                </a:cubicBezTo>
                <a:cubicBezTo>
                  <a:pt x="671" y="1555"/>
                  <a:pt x="671" y="1546"/>
                  <a:pt x="671" y="1542"/>
                </a:cubicBezTo>
                <a:cubicBezTo>
                  <a:pt x="671" y="1542"/>
                  <a:pt x="671" y="1542"/>
                  <a:pt x="675" y="1538"/>
                </a:cubicBezTo>
                <a:cubicBezTo>
                  <a:pt x="680" y="1533"/>
                  <a:pt x="684" y="1525"/>
                  <a:pt x="692" y="1521"/>
                </a:cubicBezTo>
                <a:cubicBezTo>
                  <a:pt x="705" y="1508"/>
                  <a:pt x="722" y="1500"/>
                  <a:pt x="743" y="1487"/>
                </a:cubicBezTo>
                <a:cubicBezTo>
                  <a:pt x="777" y="1470"/>
                  <a:pt x="823" y="1453"/>
                  <a:pt x="878" y="1445"/>
                </a:cubicBezTo>
                <a:cubicBezTo>
                  <a:pt x="929" y="1432"/>
                  <a:pt x="992" y="1424"/>
                  <a:pt x="1060" y="1424"/>
                </a:cubicBezTo>
                <a:cubicBezTo>
                  <a:pt x="1123" y="1424"/>
                  <a:pt x="1182" y="1432"/>
                  <a:pt x="1233" y="1440"/>
                </a:cubicBezTo>
                <a:cubicBezTo>
                  <a:pt x="1271" y="1449"/>
                  <a:pt x="1305" y="1457"/>
                  <a:pt x="1334" y="1470"/>
                </a:cubicBezTo>
                <a:cubicBezTo>
                  <a:pt x="1355" y="1479"/>
                  <a:pt x="1372" y="1487"/>
                  <a:pt x="1389" y="1495"/>
                </a:cubicBezTo>
                <a:cubicBezTo>
                  <a:pt x="1414" y="1508"/>
                  <a:pt x="1431" y="1521"/>
                  <a:pt x="1440" y="1533"/>
                </a:cubicBezTo>
                <a:cubicBezTo>
                  <a:pt x="1448" y="1538"/>
                  <a:pt x="1448" y="1542"/>
                  <a:pt x="1448" y="1542"/>
                </a:cubicBezTo>
                <a:lnTo>
                  <a:pt x="1448" y="1542"/>
                </a:lnTo>
                <a:cubicBezTo>
                  <a:pt x="1448" y="1546"/>
                  <a:pt x="1448" y="1555"/>
                  <a:pt x="1448" y="1563"/>
                </a:cubicBezTo>
                <a:cubicBezTo>
                  <a:pt x="1444" y="1576"/>
                  <a:pt x="1436" y="1597"/>
                  <a:pt x="1423" y="1618"/>
                </a:cubicBezTo>
                <a:cubicBezTo>
                  <a:pt x="1410" y="1639"/>
                  <a:pt x="1398" y="1664"/>
                  <a:pt x="1385" y="1690"/>
                </a:cubicBezTo>
                <a:cubicBezTo>
                  <a:pt x="1360" y="1732"/>
                  <a:pt x="1334" y="1778"/>
                  <a:pt x="1309" y="1829"/>
                </a:cubicBezTo>
                <a:cubicBezTo>
                  <a:pt x="1300" y="1854"/>
                  <a:pt x="1288" y="1880"/>
                  <a:pt x="1284" y="1909"/>
                </a:cubicBezTo>
                <a:cubicBezTo>
                  <a:pt x="1275" y="1939"/>
                  <a:pt x="1271" y="1973"/>
                  <a:pt x="1271" y="2006"/>
                </a:cubicBezTo>
                <a:cubicBezTo>
                  <a:pt x="1271" y="2222"/>
                  <a:pt x="1271" y="2441"/>
                  <a:pt x="1271" y="2585"/>
                </a:cubicBezTo>
                <a:cubicBezTo>
                  <a:pt x="1271" y="2615"/>
                  <a:pt x="1292" y="2640"/>
                  <a:pt x="1322" y="2640"/>
                </a:cubicBezTo>
                <a:cubicBezTo>
                  <a:pt x="1351" y="2640"/>
                  <a:pt x="1377" y="2615"/>
                  <a:pt x="1377" y="2585"/>
                </a:cubicBezTo>
                <a:lnTo>
                  <a:pt x="1377" y="2585"/>
                </a:lnTo>
                <a:cubicBezTo>
                  <a:pt x="1377" y="2509"/>
                  <a:pt x="1377" y="2412"/>
                  <a:pt x="1377" y="2306"/>
                </a:cubicBezTo>
                <a:cubicBezTo>
                  <a:pt x="1461" y="2277"/>
                  <a:pt x="1550" y="2234"/>
                  <a:pt x="1630" y="2184"/>
                </a:cubicBezTo>
                <a:cubicBezTo>
                  <a:pt x="1765" y="2095"/>
                  <a:pt x="1883" y="1977"/>
                  <a:pt x="1972" y="1829"/>
                </a:cubicBezTo>
                <a:cubicBezTo>
                  <a:pt x="2056" y="1685"/>
                  <a:pt x="2111" y="1508"/>
                  <a:pt x="2115" y="1305"/>
                </a:cubicBezTo>
                <a:lnTo>
                  <a:pt x="2115" y="1305"/>
                </a:lnTo>
                <a:cubicBezTo>
                  <a:pt x="2115" y="1301"/>
                  <a:pt x="2115" y="1297"/>
                  <a:pt x="2115" y="1293"/>
                </a:cubicBezTo>
                <a:cubicBezTo>
                  <a:pt x="2115" y="1191"/>
                  <a:pt x="2099" y="1090"/>
                  <a:pt x="2069" y="989"/>
                </a:cubicBezTo>
                <a:close/>
                <a:moveTo>
                  <a:pt x="2010" y="1305"/>
                </a:moveTo>
                <a:lnTo>
                  <a:pt x="2010" y="1305"/>
                </a:lnTo>
                <a:lnTo>
                  <a:pt x="2010" y="1305"/>
                </a:lnTo>
                <a:cubicBezTo>
                  <a:pt x="2006" y="1428"/>
                  <a:pt x="1985" y="1538"/>
                  <a:pt x="1947" y="1635"/>
                </a:cubicBezTo>
                <a:cubicBezTo>
                  <a:pt x="1892" y="1787"/>
                  <a:pt x="1799" y="1909"/>
                  <a:pt x="1689" y="2006"/>
                </a:cubicBezTo>
                <a:cubicBezTo>
                  <a:pt x="1596" y="2087"/>
                  <a:pt x="1486" y="2150"/>
                  <a:pt x="1377" y="2196"/>
                </a:cubicBezTo>
                <a:cubicBezTo>
                  <a:pt x="1377" y="2133"/>
                  <a:pt x="1377" y="2070"/>
                  <a:pt x="1377" y="2006"/>
                </a:cubicBezTo>
                <a:cubicBezTo>
                  <a:pt x="1377" y="1981"/>
                  <a:pt x="1381" y="1956"/>
                  <a:pt x="1385" y="1935"/>
                </a:cubicBezTo>
                <a:cubicBezTo>
                  <a:pt x="1393" y="1901"/>
                  <a:pt x="1406" y="1871"/>
                  <a:pt x="1423" y="1837"/>
                </a:cubicBezTo>
                <a:cubicBezTo>
                  <a:pt x="1440" y="1808"/>
                  <a:pt x="1457" y="1774"/>
                  <a:pt x="1478" y="1740"/>
                </a:cubicBezTo>
                <a:cubicBezTo>
                  <a:pt x="1495" y="1707"/>
                  <a:pt x="1516" y="1673"/>
                  <a:pt x="1529" y="1643"/>
                </a:cubicBezTo>
                <a:cubicBezTo>
                  <a:pt x="1537" y="1626"/>
                  <a:pt x="1541" y="1609"/>
                  <a:pt x="1550" y="1592"/>
                </a:cubicBezTo>
                <a:cubicBezTo>
                  <a:pt x="1554" y="1576"/>
                  <a:pt x="1554" y="1559"/>
                  <a:pt x="1554" y="1542"/>
                </a:cubicBezTo>
                <a:cubicBezTo>
                  <a:pt x="1554" y="1533"/>
                  <a:pt x="1554" y="1521"/>
                  <a:pt x="1550" y="1512"/>
                </a:cubicBezTo>
                <a:cubicBezTo>
                  <a:pt x="1545" y="1495"/>
                  <a:pt x="1537" y="1483"/>
                  <a:pt x="1529" y="1470"/>
                </a:cubicBezTo>
                <a:cubicBezTo>
                  <a:pt x="1520" y="1457"/>
                  <a:pt x="1507" y="1449"/>
                  <a:pt x="1495" y="1440"/>
                </a:cubicBezTo>
                <a:cubicBezTo>
                  <a:pt x="1474" y="1424"/>
                  <a:pt x="1452" y="1407"/>
                  <a:pt x="1423" y="1394"/>
                </a:cubicBezTo>
                <a:cubicBezTo>
                  <a:pt x="1377" y="1373"/>
                  <a:pt x="1326" y="1352"/>
                  <a:pt x="1267" y="1339"/>
                </a:cubicBezTo>
                <a:cubicBezTo>
                  <a:pt x="1203" y="1327"/>
                  <a:pt x="1136" y="1318"/>
                  <a:pt x="1060" y="1318"/>
                </a:cubicBezTo>
                <a:cubicBezTo>
                  <a:pt x="988" y="1318"/>
                  <a:pt x="925" y="1327"/>
                  <a:pt x="870" y="1339"/>
                </a:cubicBezTo>
                <a:cubicBezTo>
                  <a:pt x="823" y="1348"/>
                  <a:pt x="785" y="1356"/>
                  <a:pt x="751" y="1369"/>
                </a:cubicBezTo>
                <a:cubicBezTo>
                  <a:pt x="726" y="1381"/>
                  <a:pt x="701" y="1390"/>
                  <a:pt x="680" y="1402"/>
                </a:cubicBezTo>
                <a:cubicBezTo>
                  <a:pt x="646" y="1419"/>
                  <a:pt x="621" y="1436"/>
                  <a:pt x="599" y="1462"/>
                </a:cubicBezTo>
                <a:cubicBezTo>
                  <a:pt x="591" y="1470"/>
                  <a:pt x="583" y="1483"/>
                  <a:pt x="574" y="1495"/>
                </a:cubicBezTo>
                <a:cubicBezTo>
                  <a:pt x="570" y="1508"/>
                  <a:pt x="566" y="1525"/>
                  <a:pt x="566" y="1542"/>
                </a:cubicBezTo>
                <a:cubicBezTo>
                  <a:pt x="566" y="1559"/>
                  <a:pt x="566" y="1576"/>
                  <a:pt x="574" y="1592"/>
                </a:cubicBezTo>
                <a:cubicBezTo>
                  <a:pt x="578" y="1618"/>
                  <a:pt x="591" y="1643"/>
                  <a:pt x="604" y="1669"/>
                </a:cubicBezTo>
                <a:cubicBezTo>
                  <a:pt x="616" y="1690"/>
                  <a:pt x="629" y="1715"/>
                  <a:pt x="642" y="1740"/>
                </a:cubicBezTo>
                <a:cubicBezTo>
                  <a:pt x="667" y="1787"/>
                  <a:pt x="692" y="1829"/>
                  <a:pt x="713" y="1871"/>
                </a:cubicBezTo>
                <a:cubicBezTo>
                  <a:pt x="722" y="1892"/>
                  <a:pt x="730" y="1913"/>
                  <a:pt x="735" y="1935"/>
                </a:cubicBezTo>
                <a:cubicBezTo>
                  <a:pt x="739" y="1956"/>
                  <a:pt x="743" y="1981"/>
                  <a:pt x="743" y="2006"/>
                </a:cubicBezTo>
                <a:cubicBezTo>
                  <a:pt x="743" y="2065"/>
                  <a:pt x="743" y="2129"/>
                  <a:pt x="743" y="2196"/>
                </a:cubicBezTo>
                <a:cubicBezTo>
                  <a:pt x="675" y="2171"/>
                  <a:pt x="608" y="2137"/>
                  <a:pt x="544" y="2095"/>
                </a:cubicBezTo>
                <a:cubicBezTo>
                  <a:pt x="422" y="2015"/>
                  <a:pt x="312" y="1909"/>
                  <a:pt x="232" y="1778"/>
                </a:cubicBezTo>
                <a:cubicBezTo>
                  <a:pt x="156" y="1643"/>
                  <a:pt x="105" y="1487"/>
                  <a:pt x="105" y="1305"/>
                </a:cubicBezTo>
                <a:lnTo>
                  <a:pt x="105" y="1305"/>
                </a:lnTo>
                <a:cubicBezTo>
                  <a:pt x="105" y="1301"/>
                  <a:pt x="105" y="1297"/>
                  <a:pt x="105" y="1293"/>
                </a:cubicBezTo>
                <a:cubicBezTo>
                  <a:pt x="105" y="1204"/>
                  <a:pt x="118" y="1111"/>
                  <a:pt x="148" y="1022"/>
                </a:cubicBezTo>
                <a:cubicBezTo>
                  <a:pt x="190" y="883"/>
                  <a:pt x="262" y="752"/>
                  <a:pt x="367" y="642"/>
                </a:cubicBezTo>
                <a:cubicBezTo>
                  <a:pt x="422" y="592"/>
                  <a:pt x="481" y="541"/>
                  <a:pt x="553" y="503"/>
                </a:cubicBezTo>
                <a:cubicBezTo>
                  <a:pt x="612" y="473"/>
                  <a:pt x="675" y="444"/>
                  <a:pt x="747" y="427"/>
                </a:cubicBezTo>
                <a:cubicBezTo>
                  <a:pt x="747" y="452"/>
                  <a:pt x="747" y="478"/>
                  <a:pt x="747" y="499"/>
                </a:cubicBezTo>
                <a:cubicBezTo>
                  <a:pt x="747" y="528"/>
                  <a:pt x="743" y="549"/>
                  <a:pt x="743" y="571"/>
                </a:cubicBezTo>
                <a:cubicBezTo>
                  <a:pt x="743" y="583"/>
                  <a:pt x="739" y="600"/>
                  <a:pt x="730" y="613"/>
                </a:cubicBezTo>
                <a:cubicBezTo>
                  <a:pt x="722" y="634"/>
                  <a:pt x="709" y="659"/>
                  <a:pt x="692" y="680"/>
                </a:cubicBezTo>
                <a:cubicBezTo>
                  <a:pt x="680" y="697"/>
                  <a:pt x="663" y="714"/>
                  <a:pt x="650" y="735"/>
                </a:cubicBezTo>
                <a:cubicBezTo>
                  <a:pt x="637" y="748"/>
                  <a:pt x="625" y="761"/>
                  <a:pt x="612" y="773"/>
                </a:cubicBezTo>
                <a:cubicBezTo>
                  <a:pt x="595" y="794"/>
                  <a:pt x="578" y="815"/>
                  <a:pt x="566" y="841"/>
                </a:cubicBezTo>
                <a:cubicBezTo>
                  <a:pt x="561" y="854"/>
                  <a:pt x="553" y="866"/>
                  <a:pt x="553" y="883"/>
                </a:cubicBezTo>
                <a:cubicBezTo>
                  <a:pt x="549" y="896"/>
                  <a:pt x="544" y="913"/>
                  <a:pt x="544" y="925"/>
                </a:cubicBezTo>
                <a:cubicBezTo>
                  <a:pt x="544" y="976"/>
                  <a:pt x="549" y="1018"/>
                  <a:pt x="561" y="1056"/>
                </a:cubicBezTo>
                <a:cubicBezTo>
                  <a:pt x="570" y="1086"/>
                  <a:pt x="578" y="1107"/>
                  <a:pt x="595" y="1128"/>
                </a:cubicBezTo>
                <a:cubicBezTo>
                  <a:pt x="604" y="1145"/>
                  <a:pt x="616" y="1158"/>
                  <a:pt x="629" y="1170"/>
                </a:cubicBezTo>
                <a:cubicBezTo>
                  <a:pt x="650" y="1187"/>
                  <a:pt x="675" y="1200"/>
                  <a:pt x="701" y="1204"/>
                </a:cubicBezTo>
                <a:cubicBezTo>
                  <a:pt x="722" y="1212"/>
                  <a:pt x="747" y="1212"/>
                  <a:pt x="773" y="1212"/>
                </a:cubicBezTo>
                <a:cubicBezTo>
                  <a:pt x="794" y="1212"/>
                  <a:pt x="815" y="1212"/>
                  <a:pt x="836" y="1208"/>
                </a:cubicBezTo>
                <a:cubicBezTo>
                  <a:pt x="865" y="1204"/>
                  <a:pt x="891" y="1200"/>
                  <a:pt x="916" y="1191"/>
                </a:cubicBezTo>
                <a:cubicBezTo>
                  <a:pt x="941" y="1183"/>
                  <a:pt x="967" y="1174"/>
                  <a:pt x="992" y="1166"/>
                </a:cubicBezTo>
                <a:lnTo>
                  <a:pt x="992" y="1166"/>
                </a:lnTo>
                <a:cubicBezTo>
                  <a:pt x="992" y="1166"/>
                  <a:pt x="996" y="1162"/>
                  <a:pt x="1001" y="1162"/>
                </a:cubicBezTo>
                <a:cubicBezTo>
                  <a:pt x="1009" y="1162"/>
                  <a:pt x="1013" y="1162"/>
                  <a:pt x="1022" y="1162"/>
                </a:cubicBezTo>
                <a:cubicBezTo>
                  <a:pt x="1039" y="1162"/>
                  <a:pt x="1064" y="1166"/>
                  <a:pt x="1089" y="1166"/>
                </a:cubicBezTo>
                <a:cubicBezTo>
                  <a:pt x="1131" y="1174"/>
                  <a:pt x="1174" y="1183"/>
                  <a:pt x="1216" y="1187"/>
                </a:cubicBezTo>
                <a:cubicBezTo>
                  <a:pt x="1237" y="1191"/>
                  <a:pt x="1258" y="1196"/>
                  <a:pt x="1279" y="1200"/>
                </a:cubicBezTo>
                <a:cubicBezTo>
                  <a:pt x="1296" y="1200"/>
                  <a:pt x="1317" y="1204"/>
                  <a:pt x="1334" y="1204"/>
                </a:cubicBezTo>
                <a:cubicBezTo>
                  <a:pt x="1364" y="1204"/>
                  <a:pt x="1393" y="1200"/>
                  <a:pt x="1423" y="1191"/>
                </a:cubicBezTo>
                <a:cubicBezTo>
                  <a:pt x="1444" y="1183"/>
                  <a:pt x="1465" y="1174"/>
                  <a:pt x="1486" y="1158"/>
                </a:cubicBezTo>
                <a:cubicBezTo>
                  <a:pt x="1499" y="1149"/>
                  <a:pt x="1512" y="1136"/>
                  <a:pt x="1524" y="1119"/>
                </a:cubicBezTo>
                <a:cubicBezTo>
                  <a:pt x="1541" y="1098"/>
                  <a:pt x="1554" y="1069"/>
                  <a:pt x="1562" y="1035"/>
                </a:cubicBezTo>
                <a:cubicBezTo>
                  <a:pt x="1571" y="1006"/>
                  <a:pt x="1575" y="967"/>
                  <a:pt x="1575" y="925"/>
                </a:cubicBezTo>
                <a:cubicBezTo>
                  <a:pt x="1575" y="904"/>
                  <a:pt x="1571" y="883"/>
                  <a:pt x="1562" y="866"/>
                </a:cubicBezTo>
                <a:cubicBezTo>
                  <a:pt x="1558" y="849"/>
                  <a:pt x="1550" y="837"/>
                  <a:pt x="1541" y="820"/>
                </a:cubicBezTo>
                <a:cubicBezTo>
                  <a:pt x="1524" y="799"/>
                  <a:pt x="1507" y="773"/>
                  <a:pt x="1490" y="756"/>
                </a:cubicBezTo>
                <a:cubicBezTo>
                  <a:pt x="1461" y="723"/>
                  <a:pt x="1436" y="693"/>
                  <a:pt x="1414" y="663"/>
                </a:cubicBezTo>
                <a:cubicBezTo>
                  <a:pt x="1402" y="651"/>
                  <a:pt x="1393" y="634"/>
                  <a:pt x="1389" y="617"/>
                </a:cubicBezTo>
                <a:cubicBezTo>
                  <a:pt x="1381" y="604"/>
                  <a:pt x="1377" y="587"/>
                  <a:pt x="1377" y="571"/>
                </a:cubicBezTo>
                <a:lnTo>
                  <a:pt x="1377" y="571"/>
                </a:lnTo>
                <a:cubicBezTo>
                  <a:pt x="1372" y="549"/>
                  <a:pt x="1372" y="528"/>
                  <a:pt x="1372" y="499"/>
                </a:cubicBezTo>
                <a:cubicBezTo>
                  <a:pt x="1372" y="478"/>
                  <a:pt x="1368" y="452"/>
                  <a:pt x="1368" y="427"/>
                </a:cubicBezTo>
                <a:cubicBezTo>
                  <a:pt x="1469" y="452"/>
                  <a:pt x="1554" y="494"/>
                  <a:pt x="1630" y="545"/>
                </a:cubicBezTo>
                <a:cubicBezTo>
                  <a:pt x="1693" y="592"/>
                  <a:pt x="1748" y="642"/>
                  <a:pt x="1795" y="697"/>
                </a:cubicBezTo>
                <a:cubicBezTo>
                  <a:pt x="1866" y="786"/>
                  <a:pt x="1921" y="883"/>
                  <a:pt x="1955" y="984"/>
                </a:cubicBezTo>
                <a:cubicBezTo>
                  <a:pt x="1993" y="1090"/>
                  <a:pt x="2010" y="1196"/>
                  <a:pt x="2010" y="1293"/>
                </a:cubicBezTo>
                <a:cubicBezTo>
                  <a:pt x="2010" y="1297"/>
                  <a:pt x="2010" y="1301"/>
                  <a:pt x="2010" y="1305"/>
                </a:cubicBezTo>
                <a:close/>
              </a:path>
            </a:pathLst>
          </a:custGeom>
          <a:solidFill>
            <a:schemeClr val="tx2"/>
          </a:solidFill>
          <a:ln>
            <a:noFill/>
          </a:ln>
          <a:effectLst/>
        </p:spPr>
        <p:txBody>
          <a:bodyPr wrap="none" anchor="ctr"/>
          <a:lstStyle/>
          <a:p>
            <a:endParaRPr lang="da-DK"/>
          </a:p>
        </p:txBody>
      </p:sp>
      <p:grpSp>
        <p:nvGrpSpPr>
          <p:cNvPr id="298" name="Group 301">
            <a:extLst>
              <a:ext uri="{FF2B5EF4-FFF2-40B4-BE49-F238E27FC236}">
                <a16:creationId xmlns:a16="http://schemas.microsoft.com/office/drawing/2014/main" id="{6FF340B2-E52D-4F21-5C1C-7A80FE13CC15}"/>
              </a:ext>
            </a:extLst>
          </p:cNvPr>
          <p:cNvGrpSpPr/>
          <p:nvPr/>
        </p:nvGrpSpPr>
        <p:grpSpPr>
          <a:xfrm>
            <a:off x="1083926" y="5330002"/>
            <a:ext cx="231102" cy="256161"/>
            <a:chOff x="104775" y="4964113"/>
            <a:chExt cx="790575" cy="876300"/>
          </a:xfrm>
          <a:solidFill>
            <a:schemeClr val="tx2"/>
          </a:solidFill>
        </p:grpSpPr>
        <p:sp>
          <p:nvSpPr>
            <p:cNvPr id="299" name="Freeform 26">
              <a:extLst>
                <a:ext uri="{FF2B5EF4-FFF2-40B4-BE49-F238E27FC236}">
                  <a16:creationId xmlns:a16="http://schemas.microsoft.com/office/drawing/2014/main" id="{978A0C1C-7238-9E58-95B8-95CF43AB0173}"/>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0" name="Freeform 27">
              <a:extLst>
                <a:ext uri="{FF2B5EF4-FFF2-40B4-BE49-F238E27FC236}">
                  <a16:creationId xmlns:a16="http://schemas.microsoft.com/office/drawing/2014/main" id="{8F74144D-6757-1E89-E5BD-84248481E2A4}"/>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1" name="Freeform 28">
              <a:extLst>
                <a:ext uri="{FF2B5EF4-FFF2-40B4-BE49-F238E27FC236}">
                  <a16:creationId xmlns:a16="http://schemas.microsoft.com/office/drawing/2014/main" id="{A1121089-F784-2F95-D1AB-040917D70191}"/>
                </a:ext>
              </a:extLst>
            </p:cNvPr>
            <p:cNvSpPr>
              <a:spLocks noChangeArrowheads="1"/>
            </p:cNvSpPr>
            <p:nvPr/>
          </p:nvSpPr>
          <p:spPr bwMode="auto">
            <a:xfrm>
              <a:off x="166688" y="56181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2" name="Freeform 29">
              <a:extLst>
                <a:ext uri="{FF2B5EF4-FFF2-40B4-BE49-F238E27FC236}">
                  <a16:creationId xmlns:a16="http://schemas.microsoft.com/office/drawing/2014/main" id="{5D0E2B56-4DA8-FFED-49C1-77E6DFA8A128}"/>
                </a:ext>
              </a:extLst>
            </p:cNvPr>
            <p:cNvSpPr>
              <a:spLocks noChangeArrowheads="1"/>
            </p:cNvSpPr>
            <p:nvPr/>
          </p:nvSpPr>
          <p:spPr bwMode="auto">
            <a:xfrm>
              <a:off x="165100" y="52228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3" name="Freeform 30">
              <a:extLst>
                <a:ext uri="{FF2B5EF4-FFF2-40B4-BE49-F238E27FC236}">
                  <a16:creationId xmlns:a16="http://schemas.microsoft.com/office/drawing/2014/main" id="{B4EAB7C2-6E28-7473-C9D0-EF82C5D51B20}"/>
                </a:ext>
              </a:extLst>
            </p:cNvPr>
            <p:cNvSpPr>
              <a:spLocks noChangeArrowheads="1"/>
            </p:cNvSpPr>
            <p:nvPr/>
          </p:nvSpPr>
          <p:spPr bwMode="auto">
            <a:xfrm>
              <a:off x="104775" y="4964113"/>
              <a:ext cx="790575" cy="876300"/>
            </a:xfrm>
            <a:custGeom>
              <a:avLst/>
              <a:gdLst>
                <a:gd name="T0" fmla="*/ 2158 w 2197"/>
                <a:gd name="T1" fmla="*/ 1360 h 2434"/>
                <a:gd name="T2" fmla="*/ 2179 w 2197"/>
                <a:gd name="T3" fmla="*/ 1301 h 2434"/>
                <a:gd name="T4" fmla="*/ 2192 w 2197"/>
                <a:gd name="T5" fmla="*/ 1238 h 2434"/>
                <a:gd name="T6" fmla="*/ 2196 w 2197"/>
                <a:gd name="T7" fmla="*/ 1183 h 2434"/>
                <a:gd name="T8" fmla="*/ 1943 w 2197"/>
                <a:gd name="T9" fmla="*/ 490 h 2434"/>
                <a:gd name="T10" fmla="*/ 1052 w 2197"/>
                <a:gd name="T11" fmla="*/ 148 h 2434"/>
                <a:gd name="T12" fmla="*/ 460 w 2197"/>
                <a:gd name="T13" fmla="*/ 338 h 2434"/>
                <a:gd name="T14" fmla="*/ 165 w 2197"/>
                <a:gd name="T15" fmla="*/ 718 h 2434"/>
                <a:gd name="T16" fmla="*/ 177 w 2197"/>
                <a:gd name="T17" fmla="*/ 790 h 2434"/>
                <a:gd name="T18" fmla="*/ 199 w 2197"/>
                <a:gd name="T19" fmla="*/ 854 h 2434"/>
                <a:gd name="T20" fmla="*/ 0 w 2197"/>
                <a:gd name="T21" fmla="*/ 1272 h 2434"/>
                <a:gd name="T22" fmla="*/ 13 w 2197"/>
                <a:gd name="T23" fmla="*/ 1356 h 2434"/>
                <a:gd name="T24" fmla="*/ 38 w 2197"/>
                <a:gd name="T25" fmla="*/ 1432 h 2434"/>
                <a:gd name="T26" fmla="*/ 63 w 2197"/>
                <a:gd name="T27" fmla="*/ 1479 h 2434"/>
                <a:gd name="T28" fmla="*/ 93 w 2197"/>
                <a:gd name="T29" fmla="*/ 1521 h 2434"/>
                <a:gd name="T30" fmla="*/ 135 w 2197"/>
                <a:gd name="T31" fmla="*/ 1563 h 2434"/>
                <a:gd name="T32" fmla="*/ 173 w 2197"/>
                <a:gd name="T33" fmla="*/ 1816 h 2434"/>
                <a:gd name="T34" fmla="*/ 887 w 2197"/>
                <a:gd name="T35" fmla="*/ 2433 h 2434"/>
                <a:gd name="T36" fmla="*/ 1681 w 2197"/>
                <a:gd name="T37" fmla="*/ 2260 h 2434"/>
                <a:gd name="T38" fmla="*/ 1951 w 2197"/>
                <a:gd name="T39" fmla="*/ 2019 h 2434"/>
                <a:gd name="T40" fmla="*/ 2103 w 2197"/>
                <a:gd name="T41" fmla="*/ 1449 h 2434"/>
                <a:gd name="T42" fmla="*/ 2129 w 2197"/>
                <a:gd name="T43" fmla="*/ 1415 h 2434"/>
                <a:gd name="T44" fmla="*/ 997 w 2197"/>
                <a:gd name="T45" fmla="*/ 2289 h 2434"/>
                <a:gd name="T46" fmla="*/ 655 w 2197"/>
                <a:gd name="T47" fmla="*/ 2108 h 2434"/>
                <a:gd name="T48" fmla="*/ 279 w 2197"/>
                <a:gd name="T49" fmla="*/ 1812 h 2434"/>
                <a:gd name="T50" fmla="*/ 557 w 2197"/>
                <a:gd name="T51" fmla="*/ 1850 h 2434"/>
                <a:gd name="T52" fmla="*/ 714 w 2197"/>
                <a:gd name="T53" fmla="*/ 1787 h 2434"/>
                <a:gd name="T54" fmla="*/ 718 w 2197"/>
                <a:gd name="T55" fmla="*/ 1584 h 2434"/>
                <a:gd name="T56" fmla="*/ 118 w 2197"/>
                <a:gd name="T57" fmla="*/ 1339 h 2434"/>
                <a:gd name="T58" fmla="*/ 110 w 2197"/>
                <a:gd name="T59" fmla="*/ 1293 h 2434"/>
                <a:gd name="T60" fmla="*/ 106 w 2197"/>
                <a:gd name="T61" fmla="*/ 1250 h 2434"/>
                <a:gd name="T62" fmla="*/ 532 w 2197"/>
                <a:gd name="T63" fmla="*/ 959 h 2434"/>
                <a:gd name="T64" fmla="*/ 279 w 2197"/>
                <a:gd name="T65" fmla="*/ 761 h 2434"/>
                <a:gd name="T66" fmla="*/ 270 w 2197"/>
                <a:gd name="T67" fmla="*/ 723 h 2434"/>
                <a:gd name="T68" fmla="*/ 655 w 2197"/>
                <a:gd name="T69" fmla="*/ 634 h 2434"/>
                <a:gd name="T70" fmla="*/ 600 w 2197"/>
                <a:gd name="T71" fmla="*/ 452 h 2434"/>
                <a:gd name="T72" fmla="*/ 773 w 2197"/>
                <a:gd name="T73" fmla="*/ 131 h 2434"/>
                <a:gd name="T74" fmla="*/ 1026 w 2197"/>
                <a:gd name="T75" fmla="*/ 1238 h 2434"/>
                <a:gd name="T76" fmla="*/ 769 w 2197"/>
                <a:gd name="T77" fmla="*/ 1191 h 2434"/>
                <a:gd name="T78" fmla="*/ 1090 w 2197"/>
                <a:gd name="T79" fmla="*/ 2112 h 2434"/>
                <a:gd name="T80" fmla="*/ 1710 w 2197"/>
                <a:gd name="T81" fmla="*/ 2002 h 2434"/>
                <a:gd name="T82" fmla="*/ 1630 w 2197"/>
                <a:gd name="T83" fmla="*/ 2099 h 2434"/>
                <a:gd name="T84" fmla="*/ 1195 w 2197"/>
                <a:gd name="T85" fmla="*/ 2095 h 2434"/>
                <a:gd name="T86" fmla="*/ 1360 w 2197"/>
                <a:gd name="T87" fmla="*/ 554 h 2434"/>
                <a:gd name="T88" fmla="*/ 1123 w 2197"/>
                <a:gd name="T89" fmla="*/ 241 h 2434"/>
                <a:gd name="T90" fmla="*/ 1541 w 2197"/>
                <a:gd name="T91" fmla="*/ 330 h 2434"/>
                <a:gd name="T92" fmla="*/ 1871 w 2197"/>
                <a:gd name="T93" fmla="*/ 634 h 2434"/>
                <a:gd name="T94" fmla="*/ 1871 w 2197"/>
                <a:gd name="T95" fmla="*/ 668 h 2434"/>
                <a:gd name="T96" fmla="*/ 1862 w 2197"/>
                <a:gd name="T97" fmla="*/ 714 h 2434"/>
                <a:gd name="T98" fmla="*/ 1761 w 2197"/>
                <a:gd name="T99" fmla="*/ 858 h 2434"/>
                <a:gd name="T100" fmla="*/ 2091 w 2197"/>
                <a:gd name="T101" fmla="*/ 1166 h 2434"/>
                <a:gd name="T102" fmla="*/ 2086 w 2197"/>
                <a:gd name="T103" fmla="*/ 1217 h 2434"/>
                <a:gd name="T104" fmla="*/ 2078 w 2197"/>
                <a:gd name="T105" fmla="*/ 1280 h 2434"/>
                <a:gd name="T106" fmla="*/ 2057 w 2197"/>
                <a:gd name="T107" fmla="*/ 1331 h 2434"/>
                <a:gd name="T108" fmla="*/ 2036 w 2197"/>
                <a:gd name="T109" fmla="*/ 1369 h 2434"/>
                <a:gd name="T110" fmla="*/ 2006 w 2197"/>
                <a:gd name="T111" fmla="*/ 1402 h 2434"/>
                <a:gd name="T112" fmla="*/ 1757 w 2197"/>
                <a:gd name="T113" fmla="*/ 1622 h 2434"/>
                <a:gd name="T114" fmla="*/ 1862 w 2197"/>
                <a:gd name="T115" fmla="*/ 1952 h 2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97" h="2434">
                  <a:moveTo>
                    <a:pt x="2137" y="1398"/>
                  </a:moveTo>
                  <a:lnTo>
                    <a:pt x="2137" y="1398"/>
                  </a:lnTo>
                  <a:cubicBezTo>
                    <a:pt x="2141" y="1398"/>
                    <a:pt x="2141" y="1394"/>
                    <a:pt x="2145" y="1390"/>
                  </a:cubicBezTo>
                  <a:lnTo>
                    <a:pt x="2145" y="1386"/>
                  </a:lnTo>
                  <a:cubicBezTo>
                    <a:pt x="2145" y="1381"/>
                    <a:pt x="2150" y="1381"/>
                    <a:pt x="2150" y="1377"/>
                  </a:cubicBezTo>
                  <a:lnTo>
                    <a:pt x="2154" y="1373"/>
                  </a:lnTo>
                  <a:cubicBezTo>
                    <a:pt x="2154" y="1369"/>
                    <a:pt x="2154" y="1369"/>
                    <a:pt x="2158" y="1364"/>
                  </a:cubicBezTo>
                  <a:cubicBezTo>
                    <a:pt x="2158" y="1360"/>
                    <a:pt x="2158" y="1360"/>
                    <a:pt x="2158" y="1360"/>
                  </a:cubicBezTo>
                  <a:cubicBezTo>
                    <a:pt x="2162" y="1356"/>
                    <a:pt x="2162" y="1352"/>
                    <a:pt x="2162" y="1352"/>
                  </a:cubicBezTo>
                  <a:cubicBezTo>
                    <a:pt x="2162" y="1348"/>
                    <a:pt x="2162" y="1348"/>
                    <a:pt x="2166" y="1343"/>
                  </a:cubicBezTo>
                  <a:cubicBezTo>
                    <a:pt x="2166" y="1343"/>
                    <a:pt x="2166" y="1339"/>
                    <a:pt x="2166" y="1335"/>
                  </a:cubicBezTo>
                  <a:cubicBezTo>
                    <a:pt x="2171" y="1335"/>
                    <a:pt x="2171" y="1331"/>
                    <a:pt x="2171" y="1331"/>
                  </a:cubicBezTo>
                  <a:cubicBezTo>
                    <a:pt x="2171" y="1327"/>
                    <a:pt x="2171" y="1327"/>
                    <a:pt x="2175" y="1322"/>
                  </a:cubicBezTo>
                  <a:cubicBezTo>
                    <a:pt x="2175" y="1318"/>
                    <a:pt x="2175" y="1318"/>
                    <a:pt x="2175" y="1314"/>
                  </a:cubicBezTo>
                  <a:cubicBezTo>
                    <a:pt x="2175" y="1314"/>
                    <a:pt x="2175" y="1310"/>
                    <a:pt x="2179" y="1310"/>
                  </a:cubicBezTo>
                  <a:cubicBezTo>
                    <a:pt x="2179" y="1305"/>
                    <a:pt x="2179" y="1301"/>
                    <a:pt x="2179" y="1301"/>
                  </a:cubicBezTo>
                  <a:cubicBezTo>
                    <a:pt x="2179" y="1297"/>
                    <a:pt x="2179" y="1297"/>
                    <a:pt x="2183" y="1293"/>
                  </a:cubicBezTo>
                  <a:cubicBezTo>
                    <a:pt x="2183" y="1288"/>
                    <a:pt x="2183" y="1288"/>
                    <a:pt x="2183" y="1284"/>
                  </a:cubicBezTo>
                  <a:cubicBezTo>
                    <a:pt x="2183" y="1284"/>
                    <a:pt x="2183" y="1280"/>
                    <a:pt x="2183" y="1276"/>
                  </a:cubicBezTo>
                  <a:cubicBezTo>
                    <a:pt x="2188" y="1276"/>
                    <a:pt x="2188" y="1272"/>
                    <a:pt x="2188" y="1272"/>
                  </a:cubicBezTo>
                  <a:cubicBezTo>
                    <a:pt x="2188" y="1267"/>
                    <a:pt x="2188" y="1263"/>
                    <a:pt x="2188" y="1263"/>
                  </a:cubicBezTo>
                  <a:cubicBezTo>
                    <a:pt x="2188" y="1259"/>
                    <a:pt x="2188" y="1259"/>
                    <a:pt x="2188" y="1255"/>
                  </a:cubicBezTo>
                  <a:cubicBezTo>
                    <a:pt x="2192" y="1250"/>
                    <a:pt x="2192" y="1250"/>
                    <a:pt x="2192" y="1246"/>
                  </a:cubicBezTo>
                  <a:cubicBezTo>
                    <a:pt x="2192" y="1246"/>
                    <a:pt x="2192" y="1242"/>
                    <a:pt x="2192" y="1238"/>
                  </a:cubicBezTo>
                  <a:lnTo>
                    <a:pt x="2192" y="1234"/>
                  </a:lnTo>
                  <a:cubicBezTo>
                    <a:pt x="2192" y="1229"/>
                    <a:pt x="2192" y="1225"/>
                    <a:pt x="2192" y="1221"/>
                  </a:cubicBezTo>
                  <a:lnTo>
                    <a:pt x="2192" y="1217"/>
                  </a:lnTo>
                  <a:cubicBezTo>
                    <a:pt x="2196" y="1212"/>
                    <a:pt x="2196" y="1208"/>
                    <a:pt x="2196" y="1204"/>
                  </a:cubicBezTo>
                  <a:cubicBezTo>
                    <a:pt x="2196" y="1204"/>
                    <a:pt x="2196" y="1204"/>
                    <a:pt x="2196" y="1200"/>
                  </a:cubicBezTo>
                  <a:cubicBezTo>
                    <a:pt x="2196" y="1196"/>
                    <a:pt x="2196" y="1191"/>
                    <a:pt x="2196" y="1183"/>
                  </a:cubicBezTo>
                  <a:lnTo>
                    <a:pt x="2196" y="1183"/>
                  </a:lnTo>
                  <a:lnTo>
                    <a:pt x="2196" y="1183"/>
                  </a:lnTo>
                  <a:cubicBezTo>
                    <a:pt x="2196" y="1179"/>
                    <a:pt x="2196" y="1170"/>
                    <a:pt x="2196" y="1162"/>
                  </a:cubicBezTo>
                  <a:lnTo>
                    <a:pt x="2196" y="1162"/>
                  </a:lnTo>
                  <a:cubicBezTo>
                    <a:pt x="2192" y="1069"/>
                    <a:pt x="2154" y="984"/>
                    <a:pt x="2103" y="913"/>
                  </a:cubicBezTo>
                  <a:cubicBezTo>
                    <a:pt x="2061" y="862"/>
                    <a:pt x="2006" y="820"/>
                    <a:pt x="1947" y="790"/>
                  </a:cubicBezTo>
                  <a:cubicBezTo>
                    <a:pt x="1964" y="744"/>
                    <a:pt x="1976" y="697"/>
                    <a:pt x="1976" y="647"/>
                  </a:cubicBezTo>
                  <a:cubicBezTo>
                    <a:pt x="1976" y="638"/>
                    <a:pt x="1976" y="634"/>
                    <a:pt x="1976" y="625"/>
                  </a:cubicBezTo>
                  <a:lnTo>
                    <a:pt x="1976" y="625"/>
                  </a:lnTo>
                  <a:cubicBezTo>
                    <a:pt x="1972" y="579"/>
                    <a:pt x="1960" y="533"/>
                    <a:pt x="1943" y="490"/>
                  </a:cubicBezTo>
                  <a:cubicBezTo>
                    <a:pt x="1913" y="427"/>
                    <a:pt x="1867" y="376"/>
                    <a:pt x="1808" y="338"/>
                  </a:cubicBezTo>
                  <a:cubicBezTo>
                    <a:pt x="1761" y="304"/>
                    <a:pt x="1702" y="288"/>
                    <a:pt x="1643" y="279"/>
                  </a:cubicBezTo>
                  <a:cubicBezTo>
                    <a:pt x="1639" y="245"/>
                    <a:pt x="1630" y="216"/>
                    <a:pt x="1618" y="186"/>
                  </a:cubicBezTo>
                  <a:cubicBezTo>
                    <a:pt x="1592" y="131"/>
                    <a:pt x="1550" y="85"/>
                    <a:pt x="1499" y="51"/>
                  </a:cubicBezTo>
                  <a:cubicBezTo>
                    <a:pt x="1449" y="17"/>
                    <a:pt x="1389" y="0"/>
                    <a:pt x="1326" y="0"/>
                  </a:cubicBezTo>
                  <a:cubicBezTo>
                    <a:pt x="1318" y="0"/>
                    <a:pt x="1313" y="0"/>
                    <a:pt x="1309" y="0"/>
                  </a:cubicBezTo>
                  <a:cubicBezTo>
                    <a:pt x="1263" y="0"/>
                    <a:pt x="1225" y="13"/>
                    <a:pt x="1187" y="30"/>
                  </a:cubicBezTo>
                  <a:cubicBezTo>
                    <a:pt x="1132" y="55"/>
                    <a:pt x="1085" y="98"/>
                    <a:pt x="1052" y="148"/>
                  </a:cubicBezTo>
                  <a:cubicBezTo>
                    <a:pt x="1052" y="152"/>
                    <a:pt x="1047" y="157"/>
                    <a:pt x="1043" y="161"/>
                  </a:cubicBezTo>
                  <a:cubicBezTo>
                    <a:pt x="1022" y="127"/>
                    <a:pt x="993" y="98"/>
                    <a:pt x="959" y="76"/>
                  </a:cubicBezTo>
                  <a:cubicBezTo>
                    <a:pt x="908" y="47"/>
                    <a:pt x="849" y="26"/>
                    <a:pt x="786" y="26"/>
                  </a:cubicBezTo>
                  <a:cubicBezTo>
                    <a:pt x="777" y="26"/>
                    <a:pt x="773" y="26"/>
                    <a:pt x="769" y="26"/>
                  </a:cubicBezTo>
                  <a:cubicBezTo>
                    <a:pt x="726" y="30"/>
                    <a:pt x="684" y="38"/>
                    <a:pt x="646" y="55"/>
                  </a:cubicBezTo>
                  <a:cubicBezTo>
                    <a:pt x="591" y="81"/>
                    <a:pt x="545" y="123"/>
                    <a:pt x="511" y="174"/>
                  </a:cubicBezTo>
                  <a:cubicBezTo>
                    <a:pt x="482" y="220"/>
                    <a:pt x="465" y="271"/>
                    <a:pt x="460" y="330"/>
                  </a:cubicBezTo>
                  <a:cubicBezTo>
                    <a:pt x="460" y="334"/>
                    <a:pt x="460" y="334"/>
                    <a:pt x="460" y="338"/>
                  </a:cubicBezTo>
                  <a:cubicBezTo>
                    <a:pt x="431" y="347"/>
                    <a:pt x="401" y="355"/>
                    <a:pt x="376" y="368"/>
                  </a:cubicBezTo>
                  <a:cubicBezTo>
                    <a:pt x="313" y="397"/>
                    <a:pt x="262" y="444"/>
                    <a:pt x="224" y="499"/>
                  </a:cubicBezTo>
                  <a:cubicBezTo>
                    <a:pt x="186" y="558"/>
                    <a:pt x="165" y="625"/>
                    <a:pt x="165" y="697"/>
                  </a:cubicBezTo>
                  <a:cubicBezTo>
                    <a:pt x="165" y="706"/>
                    <a:pt x="165" y="710"/>
                    <a:pt x="165" y="718"/>
                  </a:cubicBezTo>
                  <a:lnTo>
                    <a:pt x="165" y="718"/>
                  </a:lnTo>
                  <a:lnTo>
                    <a:pt x="165" y="718"/>
                  </a:lnTo>
                  <a:lnTo>
                    <a:pt x="165" y="718"/>
                  </a:lnTo>
                  <a:lnTo>
                    <a:pt x="165" y="718"/>
                  </a:lnTo>
                  <a:cubicBezTo>
                    <a:pt x="165" y="723"/>
                    <a:pt x="165" y="727"/>
                    <a:pt x="165" y="735"/>
                  </a:cubicBezTo>
                  <a:cubicBezTo>
                    <a:pt x="165" y="735"/>
                    <a:pt x="165" y="735"/>
                    <a:pt x="169" y="739"/>
                  </a:cubicBezTo>
                  <a:cubicBezTo>
                    <a:pt x="169" y="744"/>
                    <a:pt x="169" y="748"/>
                    <a:pt x="169" y="752"/>
                  </a:cubicBezTo>
                  <a:cubicBezTo>
                    <a:pt x="169" y="752"/>
                    <a:pt x="169" y="752"/>
                    <a:pt x="169" y="756"/>
                  </a:cubicBezTo>
                  <a:cubicBezTo>
                    <a:pt x="169" y="761"/>
                    <a:pt x="169" y="765"/>
                    <a:pt x="173" y="765"/>
                  </a:cubicBezTo>
                  <a:cubicBezTo>
                    <a:pt x="173" y="769"/>
                    <a:pt x="173" y="769"/>
                    <a:pt x="173" y="773"/>
                  </a:cubicBezTo>
                  <a:cubicBezTo>
                    <a:pt x="173" y="777"/>
                    <a:pt x="173" y="782"/>
                    <a:pt x="173" y="782"/>
                  </a:cubicBezTo>
                  <a:cubicBezTo>
                    <a:pt x="173" y="786"/>
                    <a:pt x="177" y="786"/>
                    <a:pt x="177" y="790"/>
                  </a:cubicBezTo>
                  <a:cubicBezTo>
                    <a:pt x="177" y="794"/>
                    <a:pt x="177" y="799"/>
                    <a:pt x="182" y="803"/>
                  </a:cubicBezTo>
                  <a:cubicBezTo>
                    <a:pt x="182" y="807"/>
                    <a:pt x="182" y="807"/>
                    <a:pt x="182" y="811"/>
                  </a:cubicBezTo>
                  <a:cubicBezTo>
                    <a:pt x="182" y="815"/>
                    <a:pt x="186" y="815"/>
                    <a:pt x="186" y="820"/>
                  </a:cubicBezTo>
                  <a:cubicBezTo>
                    <a:pt x="186" y="820"/>
                    <a:pt x="186" y="824"/>
                    <a:pt x="190" y="828"/>
                  </a:cubicBezTo>
                  <a:lnTo>
                    <a:pt x="190" y="832"/>
                  </a:lnTo>
                  <a:cubicBezTo>
                    <a:pt x="190" y="837"/>
                    <a:pt x="194" y="841"/>
                    <a:pt x="194" y="841"/>
                  </a:cubicBezTo>
                  <a:cubicBezTo>
                    <a:pt x="194" y="845"/>
                    <a:pt x="194" y="845"/>
                    <a:pt x="194" y="845"/>
                  </a:cubicBezTo>
                  <a:cubicBezTo>
                    <a:pt x="199" y="849"/>
                    <a:pt x="199" y="854"/>
                    <a:pt x="199" y="854"/>
                  </a:cubicBezTo>
                  <a:cubicBezTo>
                    <a:pt x="203" y="862"/>
                    <a:pt x="207" y="866"/>
                    <a:pt x="211" y="875"/>
                  </a:cubicBezTo>
                  <a:cubicBezTo>
                    <a:pt x="156" y="908"/>
                    <a:pt x="110" y="955"/>
                    <a:pt x="72" y="1006"/>
                  </a:cubicBezTo>
                  <a:cubicBezTo>
                    <a:pt x="25" y="1077"/>
                    <a:pt x="0" y="1158"/>
                    <a:pt x="0" y="1250"/>
                  </a:cubicBezTo>
                  <a:cubicBezTo>
                    <a:pt x="0" y="1255"/>
                    <a:pt x="0" y="1263"/>
                    <a:pt x="0" y="1272"/>
                  </a:cubicBezTo>
                  <a:lnTo>
                    <a:pt x="0" y="1272"/>
                  </a:lnTo>
                  <a:lnTo>
                    <a:pt x="0" y="1272"/>
                  </a:lnTo>
                  <a:lnTo>
                    <a:pt x="0" y="1272"/>
                  </a:lnTo>
                  <a:lnTo>
                    <a:pt x="0" y="1272"/>
                  </a:lnTo>
                  <a:lnTo>
                    <a:pt x="0" y="1272"/>
                  </a:lnTo>
                  <a:cubicBezTo>
                    <a:pt x="0" y="1276"/>
                    <a:pt x="0" y="1284"/>
                    <a:pt x="0" y="1293"/>
                  </a:cubicBezTo>
                  <a:cubicBezTo>
                    <a:pt x="0" y="1293"/>
                    <a:pt x="0" y="1293"/>
                    <a:pt x="0" y="1297"/>
                  </a:cubicBezTo>
                  <a:cubicBezTo>
                    <a:pt x="4" y="1301"/>
                    <a:pt x="4" y="1305"/>
                    <a:pt x="4" y="1310"/>
                  </a:cubicBezTo>
                  <a:cubicBezTo>
                    <a:pt x="4" y="1314"/>
                    <a:pt x="4" y="1314"/>
                    <a:pt x="4" y="1318"/>
                  </a:cubicBezTo>
                  <a:cubicBezTo>
                    <a:pt x="4" y="1322"/>
                    <a:pt x="9" y="1331"/>
                    <a:pt x="9" y="1335"/>
                  </a:cubicBezTo>
                  <a:lnTo>
                    <a:pt x="9" y="1335"/>
                  </a:lnTo>
                  <a:cubicBezTo>
                    <a:pt x="9" y="1343"/>
                    <a:pt x="9" y="1348"/>
                    <a:pt x="13" y="1356"/>
                  </a:cubicBezTo>
                  <a:cubicBezTo>
                    <a:pt x="13" y="1356"/>
                    <a:pt x="13" y="1356"/>
                    <a:pt x="13" y="1360"/>
                  </a:cubicBezTo>
                  <a:cubicBezTo>
                    <a:pt x="13" y="1364"/>
                    <a:pt x="17" y="1369"/>
                    <a:pt x="17" y="1373"/>
                  </a:cubicBezTo>
                  <a:lnTo>
                    <a:pt x="17" y="1377"/>
                  </a:lnTo>
                  <a:cubicBezTo>
                    <a:pt x="21" y="1386"/>
                    <a:pt x="21" y="1390"/>
                    <a:pt x="25" y="1394"/>
                  </a:cubicBezTo>
                  <a:lnTo>
                    <a:pt x="25" y="1398"/>
                  </a:lnTo>
                  <a:cubicBezTo>
                    <a:pt x="25" y="1402"/>
                    <a:pt x="30" y="1407"/>
                    <a:pt x="30" y="1415"/>
                  </a:cubicBezTo>
                  <a:cubicBezTo>
                    <a:pt x="34" y="1415"/>
                    <a:pt x="34" y="1419"/>
                    <a:pt x="34" y="1419"/>
                  </a:cubicBezTo>
                  <a:cubicBezTo>
                    <a:pt x="34" y="1424"/>
                    <a:pt x="38" y="1428"/>
                    <a:pt x="38" y="1432"/>
                  </a:cubicBezTo>
                  <a:cubicBezTo>
                    <a:pt x="38" y="1432"/>
                    <a:pt x="38" y="1432"/>
                    <a:pt x="42" y="1436"/>
                  </a:cubicBezTo>
                  <a:lnTo>
                    <a:pt x="42" y="1436"/>
                  </a:lnTo>
                  <a:cubicBezTo>
                    <a:pt x="42" y="1440"/>
                    <a:pt x="42" y="1440"/>
                    <a:pt x="47" y="1445"/>
                  </a:cubicBezTo>
                  <a:cubicBezTo>
                    <a:pt x="47" y="1445"/>
                    <a:pt x="47" y="1449"/>
                    <a:pt x="51" y="1453"/>
                  </a:cubicBezTo>
                  <a:lnTo>
                    <a:pt x="51" y="1457"/>
                  </a:lnTo>
                  <a:cubicBezTo>
                    <a:pt x="55" y="1462"/>
                    <a:pt x="55" y="1462"/>
                    <a:pt x="55" y="1466"/>
                  </a:cubicBezTo>
                  <a:cubicBezTo>
                    <a:pt x="59" y="1466"/>
                    <a:pt x="59" y="1470"/>
                    <a:pt x="59" y="1470"/>
                  </a:cubicBezTo>
                  <a:cubicBezTo>
                    <a:pt x="59" y="1474"/>
                    <a:pt x="63" y="1474"/>
                    <a:pt x="63" y="1479"/>
                  </a:cubicBezTo>
                  <a:lnTo>
                    <a:pt x="68" y="1483"/>
                  </a:lnTo>
                  <a:cubicBezTo>
                    <a:pt x="68" y="1487"/>
                    <a:pt x="72" y="1491"/>
                    <a:pt x="72" y="1491"/>
                  </a:cubicBezTo>
                  <a:cubicBezTo>
                    <a:pt x="72" y="1495"/>
                    <a:pt x="76" y="1495"/>
                    <a:pt x="76" y="1495"/>
                  </a:cubicBezTo>
                  <a:cubicBezTo>
                    <a:pt x="76" y="1500"/>
                    <a:pt x="80" y="1504"/>
                    <a:pt x="80" y="1504"/>
                  </a:cubicBezTo>
                  <a:cubicBezTo>
                    <a:pt x="80" y="1504"/>
                    <a:pt x="80" y="1504"/>
                    <a:pt x="84" y="1508"/>
                  </a:cubicBezTo>
                  <a:lnTo>
                    <a:pt x="84" y="1508"/>
                  </a:lnTo>
                  <a:cubicBezTo>
                    <a:pt x="84" y="1512"/>
                    <a:pt x="89" y="1517"/>
                    <a:pt x="93" y="1517"/>
                  </a:cubicBezTo>
                  <a:lnTo>
                    <a:pt x="93" y="1521"/>
                  </a:lnTo>
                  <a:cubicBezTo>
                    <a:pt x="97" y="1525"/>
                    <a:pt x="97" y="1525"/>
                    <a:pt x="101" y="1529"/>
                  </a:cubicBezTo>
                  <a:cubicBezTo>
                    <a:pt x="101" y="1529"/>
                    <a:pt x="101" y="1529"/>
                    <a:pt x="101" y="1533"/>
                  </a:cubicBezTo>
                  <a:cubicBezTo>
                    <a:pt x="106" y="1533"/>
                    <a:pt x="110" y="1538"/>
                    <a:pt x="110" y="1542"/>
                  </a:cubicBezTo>
                  <a:cubicBezTo>
                    <a:pt x="110" y="1542"/>
                    <a:pt x="110" y="1542"/>
                    <a:pt x="114" y="1542"/>
                  </a:cubicBezTo>
                  <a:cubicBezTo>
                    <a:pt x="114" y="1546"/>
                    <a:pt x="118" y="1550"/>
                    <a:pt x="122" y="1555"/>
                  </a:cubicBezTo>
                  <a:lnTo>
                    <a:pt x="122" y="1555"/>
                  </a:lnTo>
                  <a:cubicBezTo>
                    <a:pt x="127" y="1559"/>
                    <a:pt x="131" y="1559"/>
                    <a:pt x="131" y="1563"/>
                  </a:cubicBezTo>
                  <a:cubicBezTo>
                    <a:pt x="131" y="1563"/>
                    <a:pt x="131" y="1563"/>
                    <a:pt x="135" y="1563"/>
                  </a:cubicBezTo>
                  <a:cubicBezTo>
                    <a:pt x="135" y="1567"/>
                    <a:pt x="139" y="1571"/>
                    <a:pt x="144" y="1576"/>
                  </a:cubicBezTo>
                  <a:lnTo>
                    <a:pt x="144" y="1576"/>
                  </a:lnTo>
                  <a:cubicBezTo>
                    <a:pt x="148" y="1580"/>
                    <a:pt x="152" y="1580"/>
                    <a:pt x="156" y="1584"/>
                  </a:cubicBezTo>
                  <a:lnTo>
                    <a:pt x="156" y="1584"/>
                  </a:lnTo>
                  <a:cubicBezTo>
                    <a:pt x="169" y="1597"/>
                    <a:pt x="186" y="1609"/>
                    <a:pt x="199" y="1618"/>
                  </a:cubicBezTo>
                  <a:cubicBezTo>
                    <a:pt x="207" y="1622"/>
                    <a:pt x="211" y="1626"/>
                    <a:pt x="215" y="1626"/>
                  </a:cubicBezTo>
                  <a:cubicBezTo>
                    <a:pt x="190" y="1681"/>
                    <a:pt x="173" y="1736"/>
                    <a:pt x="173" y="1800"/>
                  </a:cubicBezTo>
                  <a:cubicBezTo>
                    <a:pt x="173" y="1804"/>
                    <a:pt x="173" y="1812"/>
                    <a:pt x="173" y="1816"/>
                  </a:cubicBezTo>
                  <a:cubicBezTo>
                    <a:pt x="177" y="1867"/>
                    <a:pt x="190" y="1913"/>
                    <a:pt x="207" y="1956"/>
                  </a:cubicBezTo>
                  <a:cubicBezTo>
                    <a:pt x="237" y="2019"/>
                    <a:pt x="283" y="2070"/>
                    <a:pt x="342" y="2108"/>
                  </a:cubicBezTo>
                  <a:cubicBezTo>
                    <a:pt x="401" y="2146"/>
                    <a:pt x="469" y="2167"/>
                    <a:pt x="541" y="2167"/>
                  </a:cubicBezTo>
                  <a:cubicBezTo>
                    <a:pt x="545" y="2167"/>
                    <a:pt x="549" y="2167"/>
                    <a:pt x="553" y="2167"/>
                  </a:cubicBezTo>
                  <a:cubicBezTo>
                    <a:pt x="557" y="2196"/>
                    <a:pt x="566" y="2222"/>
                    <a:pt x="579" y="2247"/>
                  </a:cubicBezTo>
                  <a:cubicBezTo>
                    <a:pt x="604" y="2302"/>
                    <a:pt x="646" y="2348"/>
                    <a:pt x="697" y="2382"/>
                  </a:cubicBezTo>
                  <a:cubicBezTo>
                    <a:pt x="747" y="2416"/>
                    <a:pt x="807" y="2433"/>
                    <a:pt x="870" y="2433"/>
                  </a:cubicBezTo>
                  <a:cubicBezTo>
                    <a:pt x="874" y="2433"/>
                    <a:pt x="883" y="2433"/>
                    <a:pt x="887" y="2433"/>
                  </a:cubicBezTo>
                  <a:cubicBezTo>
                    <a:pt x="929" y="2433"/>
                    <a:pt x="971" y="2420"/>
                    <a:pt x="1009" y="2403"/>
                  </a:cubicBezTo>
                  <a:cubicBezTo>
                    <a:pt x="1064" y="2378"/>
                    <a:pt x="1111" y="2336"/>
                    <a:pt x="1140" y="2285"/>
                  </a:cubicBezTo>
                  <a:cubicBezTo>
                    <a:pt x="1145" y="2281"/>
                    <a:pt x="1149" y="2277"/>
                    <a:pt x="1149" y="2277"/>
                  </a:cubicBezTo>
                  <a:cubicBezTo>
                    <a:pt x="1174" y="2306"/>
                    <a:pt x="1204" y="2336"/>
                    <a:pt x="1237" y="2357"/>
                  </a:cubicBezTo>
                  <a:cubicBezTo>
                    <a:pt x="1288" y="2391"/>
                    <a:pt x="1347" y="2408"/>
                    <a:pt x="1411" y="2408"/>
                  </a:cubicBezTo>
                  <a:cubicBezTo>
                    <a:pt x="1415" y="2408"/>
                    <a:pt x="1423" y="2408"/>
                    <a:pt x="1428" y="2408"/>
                  </a:cubicBezTo>
                  <a:cubicBezTo>
                    <a:pt x="1470" y="2403"/>
                    <a:pt x="1512" y="2395"/>
                    <a:pt x="1550" y="2378"/>
                  </a:cubicBezTo>
                  <a:cubicBezTo>
                    <a:pt x="1605" y="2353"/>
                    <a:pt x="1651" y="2310"/>
                    <a:pt x="1681" y="2260"/>
                  </a:cubicBezTo>
                  <a:cubicBezTo>
                    <a:pt x="1710" y="2213"/>
                    <a:pt x="1732" y="2163"/>
                    <a:pt x="1732" y="2108"/>
                  </a:cubicBezTo>
                  <a:cubicBezTo>
                    <a:pt x="1740" y="2108"/>
                    <a:pt x="1748" y="2108"/>
                    <a:pt x="1757" y="2104"/>
                  </a:cubicBezTo>
                  <a:cubicBezTo>
                    <a:pt x="1765" y="2104"/>
                    <a:pt x="1778" y="2104"/>
                    <a:pt x="1786" y="2099"/>
                  </a:cubicBezTo>
                  <a:cubicBezTo>
                    <a:pt x="1795" y="2099"/>
                    <a:pt x="1803" y="2095"/>
                    <a:pt x="1816" y="2091"/>
                  </a:cubicBezTo>
                  <a:cubicBezTo>
                    <a:pt x="1820" y="2091"/>
                    <a:pt x="1824" y="2091"/>
                    <a:pt x="1833" y="2087"/>
                  </a:cubicBezTo>
                  <a:cubicBezTo>
                    <a:pt x="1841" y="2082"/>
                    <a:pt x="1854" y="2078"/>
                    <a:pt x="1862" y="2074"/>
                  </a:cubicBezTo>
                  <a:cubicBezTo>
                    <a:pt x="1884" y="2065"/>
                    <a:pt x="1901" y="2053"/>
                    <a:pt x="1917" y="2040"/>
                  </a:cubicBezTo>
                  <a:cubicBezTo>
                    <a:pt x="1930" y="2036"/>
                    <a:pt x="1939" y="2027"/>
                    <a:pt x="1951" y="2019"/>
                  </a:cubicBezTo>
                  <a:cubicBezTo>
                    <a:pt x="1976" y="1994"/>
                    <a:pt x="1998" y="1968"/>
                    <a:pt x="2014" y="1939"/>
                  </a:cubicBezTo>
                  <a:cubicBezTo>
                    <a:pt x="2053" y="1884"/>
                    <a:pt x="2074" y="1816"/>
                    <a:pt x="2074" y="1740"/>
                  </a:cubicBezTo>
                  <a:cubicBezTo>
                    <a:pt x="2074" y="1736"/>
                    <a:pt x="2074" y="1732"/>
                    <a:pt x="2074" y="1723"/>
                  </a:cubicBezTo>
                  <a:lnTo>
                    <a:pt x="2074" y="1723"/>
                  </a:lnTo>
                  <a:lnTo>
                    <a:pt x="2074" y="1723"/>
                  </a:lnTo>
                  <a:cubicBezTo>
                    <a:pt x="2074" y="1677"/>
                    <a:pt x="2061" y="1635"/>
                    <a:pt x="2044" y="1597"/>
                  </a:cubicBezTo>
                  <a:cubicBezTo>
                    <a:pt x="2036" y="1576"/>
                    <a:pt x="2027" y="1559"/>
                    <a:pt x="2014" y="1538"/>
                  </a:cubicBezTo>
                  <a:cubicBezTo>
                    <a:pt x="2048" y="1512"/>
                    <a:pt x="2078" y="1483"/>
                    <a:pt x="2103" y="1449"/>
                  </a:cubicBezTo>
                  <a:cubicBezTo>
                    <a:pt x="2103" y="1449"/>
                    <a:pt x="2103" y="1449"/>
                    <a:pt x="2107" y="1449"/>
                  </a:cubicBezTo>
                  <a:cubicBezTo>
                    <a:pt x="2107" y="1445"/>
                    <a:pt x="2112" y="1445"/>
                    <a:pt x="2112" y="1440"/>
                  </a:cubicBezTo>
                  <a:lnTo>
                    <a:pt x="2116" y="1436"/>
                  </a:lnTo>
                  <a:cubicBezTo>
                    <a:pt x="2116" y="1436"/>
                    <a:pt x="2120" y="1432"/>
                    <a:pt x="2120" y="1428"/>
                  </a:cubicBezTo>
                  <a:cubicBezTo>
                    <a:pt x="2120" y="1428"/>
                    <a:pt x="2124" y="1428"/>
                    <a:pt x="2124" y="1424"/>
                  </a:cubicBezTo>
                  <a:lnTo>
                    <a:pt x="2124" y="1424"/>
                  </a:lnTo>
                  <a:cubicBezTo>
                    <a:pt x="2124" y="1419"/>
                    <a:pt x="2129" y="1419"/>
                    <a:pt x="2129" y="1415"/>
                  </a:cubicBezTo>
                  <a:lnTo>
                    <a:pt x="2129" y="1415"/>
                  </a:lnTo>
                  <a:lnTo>
                    <a:pt x="2133" y="1411"/>
                  </a:lnTo>
                  <a:cubicBezTo>
                    <a:pt x="2133" y="1411"/>
                    <a:pt x="2133" y="1407"/>
                    <a:pt x="2137" y="1402"/>
                  </a:cubicBezTo>
                  <a:cubicBezTo>
                    <a:pt x="2137" y="1402"/>
                    <a:pt x="2137" y="1402"/>
                    <a:pt x="2137" y="1398"/>
                  </a:cubicBezTo>
                  <a:close/>
                  <a:moveTo>
                    <a:pt x="549" y="2129"/>
                  </a:moveTo>
                  <a:lnTo>
                    <a:pt x="549" y="2129"/>
                  </a:lnTo>
                  <a:close/>
                  <a:moveTo>
                    <a:pt x="1073" y="2192"/>
                  </a:moveTo>
                  <a:lnTo>
                    <a:pt x="1073" y="2192"/>
                  </a:lnTo>
                  <a:cubicBezTo>
                    <a:pt x="1056" y="2230"/>
                    <a:pt x="1030" y="2264"/>
                    <a:pt x="997" y="2289"/>
                  </a:cubicBezTo>
                  <a:cubicBezTo>
                    <a:pt x="963" y="2310"/>
                    <a:pt x="925" y="2327"/>
                    <a:pt x="883" y="2327"/>
                  </a:cubicBezTo>
                  <a:cubicBezTo>
                    <a:pt x="878" y="2327"/>
                    <a:pt x="874" y="2327"/>
                    <a:pt x="870" y="2327"/>
                  </a:cubicBezTo>
                  <a:cubicBezTo>
                    <a:pt x="840" y="2327"/>
                    <a:pt x="815" y="2323"/>
                    <a:pt x="790" y="2315"/>
                  </a:cubicBezTo>
                  <a:cubicBezTo>
                    <a:pt x="752" y="2298"/>
                    <a:pt x="718" y="2272"/>
                    <a:pt x="693" y="2239"/>
                  </a:cubicBezTo>
                  <a:cubicBezTo>
                    <a:pt x="672" y="2205"/>
                    <a:pt x="655" y="2167"/>
                    <a:pt x="655" y="2120"/>
                  </a:cubicBezTo>
                  <a:lnTo>
                    <a:pt x="655" y="2120"/>
                  </a:lnTo>
                  <a:cubicBezTo>
                    <a:pt x="655" y="2120"/>
                    <a:pt x="655" y="2116"/>
                    <a:pt x="655" y="2112"/>
                  </a:cubicBezTo>
                  <a:lnTo>
                    <a:pt x="655" y="2108"/>
                  </a:lnTo>
                  <a:cubicBezTo>
                    <a:pt x="655" y="2091"/>
                    <a:pt x="646" y="2078"/>
                    <a:pt x="634" y="2065"/>
                  </a:cubicBezTo>
                  <a:cubicBezTo>
                    <a:pt x="621" y="2057"/>
                    <a:pt x="604" y="2053"/>
                    <a:pt x="591" y="2057"/>
                  </a:cubicBezTo>
                  <a:cubicBezTo>
                    <a:pt x="579" y="2057"/>
                    <a:pt x="566" y="2061"/>
                    <a:pt x="553" y="2061"/>
                  </a:cubicBezTo>
                  <a:cubicBezTo>
                    <a:pt x="549" y="2061"/>
                    <a:pt x="545" y="2061"/>
                    <a:pt x="541" y="2061"/>
                  </a:cubicBezTo>
                  <a:cubicBezTo>
                    <a:pt x="507" y="2061"/>
                    <a:pt x="473" y="2053"/>
                    <a:pt x="443" y="2040"/>
                  </a:cubicBezTo>
                  <a:cubicBezTo>
                    <a:pt x="397" y="2023"/>
                    <a:pt x="359" y="1990"/>
                    <a:pt x="329" y="1952"/>
                  </a:cubicBezTo>
                  <a:cubicBezTo>
                    <a:pt x="300" y="1913"/>
                    <a:pt x="283" y="1863"/>
                    <a:pt x="279" y="1812"/>
                  </a:cubicBezTo>
                  <a:lnTo>
                    <a:pt x="279" y="1812"/>
                  </a:lnTo>
                  <a:cubicBezTo>
                    <a:pt x="279" y="1808"/>
                    <a:pt x="279" y="1804"/>
                    <a:pt x="279" y="1800"/>
                  </a:cubicBezTo>
                  <a:cubicBezTo>
                    <a:pt x="279" y="1753"/>
                    <a:pt x="291" y="1707"/>
                    <a:pt x="313" y="1669"/>
                  </a:cubicBezTo>
                  <a:cubicBezTo>
                    <a:pt x="355" y="1681"/>
                    <a:pt x="393" y="1685"/>
                    <a:pt x="435" y="1685"/>
                  </a:cubicBezTo>
                  <a:cubicBezTo>
                    <a:pt x="443" y="1685"/>
                    <a:pt x="452" y="1685"/>
                    <a:pt x="460" y="1685"/>
                  </a:cubicBezTo>
                  <a:cubicBezTo>
                    <a:pt x="465" y="1685"/>
                    <a:pt x="469" y="1685"/>
                    <a:pt x="473" y="1685"/>
                  </a:cubicBezTo>
                  <a:cubicBezTo>
                    <a:pt x="473" y="1707"/>
                    <a:pt x="477" y="1728"/>
                    <a:pt x="482" y="1745"/>
                  </a:cubicBezTo>
                  <a:cubicBezTo>
                    <a:pt x="486" y="1761"/>
                    <a:pt x="494" y="1778"/>
                    <a:pt x="503" y="1791"/>
                  </a:cubicBezTo>
                  <a:cubicBezTo>
                    <a:pt x="515" y="1816"/>
                    <a:pt x="536" y="1833"/>
                    <a:pt x="557" y="1850"/>
                  </a:cubicBezTo>
                  <a:cubicBezTo>
                    <a:pt x="570" y="1859"/>
                    <a:pt x="587" y="1867"/>
                    <a:pt x="604" y="1871"/>
                  </a:cubicBezTo>
                  <a:cubicBezTo>
                    <a:pt x="625" y="1880"/>
                    <a:pt x="646" y="1884"/>
                    <a:pt x="667" y="1888"/>
                  </a:cubicBezTo>
                  <a:cubicBezTo>
                    <a:pt x="684" y="1892"/>
                    <a:pt x="701" y="1892"/>
                    <a:pt x="714" y="1892"/>
                  </a:cubicBezTo>
                  <a:cubicBezTo>
                    <a:pt x="722" y="1892"/>
                    <a:pt x="731" y="1892"/>
                    <a:pt x="731" y="1892"/>
                  </a:cubicBezTo>
                  <a:cubicBezTo>
                    <a:pt x="760" y="1888"/>
                    <a:pt x="781" y="1863"/>
                    <a:pt x="781" y="1833"/>
                  </a:cubicBezTo>
                  <a:cubicBezTo>
                    <a:pt x="777" y="1804"/>
                    <a:pt x="752" y="1783"/>
                    <a:pt x="722" y="1787"/>
                  </a:cubicBezTo>
                  <a:lnTo>
                    <a:pt x="722" y="1787"/>
                  </a:lnTo>
                  <a:cubicBezTo>
                    <a:pt x="722" y="1787"/>
                    <a:pt x="718" y="1787"/>
                    <a:pt x="714" y="1787"/>
                  </a:cubicBezTo>
                  <a:cubicBezTo>
                    <a:pt x="705" y="1787"/>
                    <a:pt x="693" y="1787"/>
                    <a:pt x="676" y="1783"/>
                  </a:cubicBezTo>
                  <a:cubicBezTo>
                    <a:pt x="663" y="1783"/>
                    <a:pt x="650" y="1778"/>
                    <a:pt x="638" y="1774"/>
                  </a:cubicBezTo>
                  <a:cubicBezTo>
                    <a:pt x="629" y="1770"/>
                    <a:pt x="621" y="1766"/>
                    <a:pt x="617" y="1761"/>
                  </a:cubicBezTo>
                  <a:cubicBezTo>
                    <a:pt x="608" y="1757"/>
                    <a:pt x="604" y="1753"/>
                    <a:pt x="600" y="1749"/>
                  </a:cubicBezTo>
                  <a:cubicBezTo>
                    <a:pt x="595" y="1740"/>
                    <a:pt x="591" y="1736"/>
                    <a:pt x="587" y="1723"/>
                  </a:cubicBezTo>
                  <a:cubicBezTo>
                    <a:pt x="583" y="1715"/>
                    <a:pt x="579" y="1702"/>
                    <a:pt x="579" y="1685"/>
                  </a:cubicBezTo>
                  <a:cubicBezTo>
                    <a:pt x="579" y="1677"/>
                    <a:pt x="579" y="1669"/>
                    <a:pt x="583" y="1664"/>
                  </a:cubicBezTo>
                  <a:cubicBezTo>
                    <a:pt x="634" y="1647"/>
                    <a:pt x="680" y="1618"/>
                    <a:pt x="718" y="1584"/>
                  </a:cubicBezTo>
                  <a:cubicBezTo>
                    <a:pt x="739" y="1567"/>
                    <a:pt x="743" y="1533"/>
                    <a:pt x="726" y="1512"/>
                  </a:cubicBezTo>
                  <a:cubicBezTo>
                    <a:pt x="705" y="1487"/>
                    <a:pt x="672" y="1487"/>
                    <a:pt x="650" y="1504"/>
                  </a:cubicBezTo>
                  <a:cubicBezTo>
                    <a:pt x="595" y="1550"/>
                    <a:pt x="528" y="1576"/>
                    <a:pt x="452" y="1580"/>
                  </a:cubicBezTo>
                  <a:cubicBezTo>
                    <a:pt x="448" y="1580"/>
                    <a:pt x="443" y="1580"/>
                    <a:pt x="435" y="1580"/>
                  </a:cubicBezTo>
                  <a:cubicBezTo>
                    <a:pt x="393" y="1580"/>
                    <a:pt x="351" y="1571"/>
                    <a:pt x="313" y="1559"/>
                  </a:cubicBezTo>
                  <a:lnTo>
                    <a:pt x="313" y="1559"/>
                  </a:lnTo>
                  <a:cubicBezTo>
                    <a:pt x="253" y="1533"/>
                    <a:pt x="203" y="1495"/>
                    <a:pt x="169" y="1445"/>
                  </a:cubicBezTo>
                  <a:cubicBezTo>
                    <a:pt x="144" y="1415"/>
                    <a:pt x="127" y="1377"/>
                    <a:pt x="118" y="1339"/>
                  </a:cubicBezTo>
                  <a:lnTo>
                    <a:pt x="118" y="1339"/>
                  </a:lnTo>
                  <a:cubicBezTo>
                    <a:pt x="118" y="1335"/>
                    <a:pt x="114" y="1331"/>
                    <a:pt x="114" y="1331"/>
                  </a:cubicBezTo>
                  <a:cubicBezTo>
                    <a:pt x="114" y="1327"/>
                    <a:pt x="114" y="1327"/>
                    <a:pt x="114" y="1327"/>
                  </a:cubicBezTo>
                  <a:cubicBezTo>
                    <a:pt x="114" y="1322"/>
                    <a:pt x="114" y="1322"/>
                    <a:pt x="114" y="1318"/>
                  </a:cubicBezTo>
                  <a:cubicBezTo>
                    <a:pt x="110" y="1318"/>
                    <a:pt x="110" y="1318"/>
                    <a:pt x="110" y="1314"/>
                  </a:cubicBezTo>
                  <a:cubicBezTo>
                    <a:pt x="110" y="1314"/>
                    <a:pt x="110" y="1310"/>
                    <a:pt x="110" y="1305"/>
                  </a:cubicBezTo>
                  <a:cubicBezTo>
                    <a:pt x="110" y="1305"/>
                    <a:pt x="110" y="1305"/>
                    <a:pt x="110" y="1301"/>
                  </a:cubicBezTo>
                  <a:cubicBezTo>
                    <a:pt x="110" y="1301"/>
                    <a:pt x="110" y="1297"/>
                    <a:pt x="110" y="1293"/>
                  </a:cubicBezTo>
                  <a:cubicBezTo>
                    <a:pt x="110" y="1293"/>
                    <a:pt x="110" y="1293"/>
                    <a:pt x="106" y="1293"/>
                  </a:cubicBezTo>
                  <a:cubicBezTo>
                    <a:pt x="106" y="1288"/>
                    <a:pt x="106" y="1284"/>
                    <a:pt x="106" y="1280"/>
                  </a:cubicBezTo>
                  <a:lnTo>
                    <a:pt x="106" y="1280"/>
                  </a:lnTo>
                  <a:cubicBezTo>
                    <a:pt x="106" y="1276"/>
                    <a:pt x="106" y="1272"/>
                    <a:pt x="106" y="1267"/>
                  </a:cubicBezTo>
                  <a:lnTo>
                    <a:pt x="106" y="1267"/>
                  </a:lnTo>
                  <a:lnTo>
                    <a:pt x="106" y="1267"/>
                  </a:lnTo>
                  <a:lnTo>
                    <a:pt x="106" y="1267"/>
                  </a:lnTo>
                  <a:cubicBezTo>
                    <a:pt x="106" y="1259"/>
                    <a:pt x="106" y="1255"/>
                    <a:pt x="106" y="1250"/>
                  </a:cubicBezTo>
                  <a:cubicBezTo>
                    <a:pt x="106" y="1183"/>
                    <a:pt x="127" y="1119"/>
                    <a:pt x="161" y="1065"/>
                  </a:cubicBezTo>
                  <a:cubicBezTo>
                    <a:pt x="190" y="1022"/>
                    <a:pt x="228" y="984"/>
                    <a:pt x="274" y="959"/>
                  </a:cubicBezTo>
                  <a:cubicBezTo>
                    <a:pt x="291" y="976"/>
                    <a:pt x="313" y="993"/>
                    <a:pt x="334" y="1006"/>
                  </a:cubicBezTo>
                  <a:cubicBezTo>
                    <a:pt x="389" y="1044"/>
                    <a:pt x="460" y="1065"/>
                    <a:pt x="532" y="1065"/>
                  </a:cubicBezTo>
                  <a:cubicBezTo>
                    <a:pt x="536" y="1065"/>
                    <a:pt x="545" y="1065"/>
                    <a:pt x="549" y="1065"/>
                  </a:cubicBezTo>
                  <a:cubicBezTo>
                    <a:pt x="579" y="1065"/>
                    <a:pt x="600" y="1039"/>
                    <a:pt x="600" y="1010"/>
                  </a:cubicBezTo>
                  <a:cubicBezTo>
                    <a:pt x="600" y="980"/>
                    <a:pt x="574" y="959"/>
                    <a:pt x="545" y="959"/>
                  </a:cubicBezTo>
                  <a:cubicBezTo>
                    <a:pt x="541" y="959"/>
                    <a:pt x="536" y="959"/>
                    <a:pt x="532" y="959"/>
                  </a:cubicBezTo>
                  <a:cubicBezTo>
                    <a:pt x="498" y="959"/>
                    <a:pt x="465" y="955"/>
                    <a:pt x="435" y="942"/>
                  </a:cubicBezTo>
                  <a:cubicBezTo>
                    <a:pt x="389" y="921"/>
                    <a:pt x="351" y="892"/>
                    <a:pt x="321" y="854"/>
                  </a:cubicBezTo>
                  <a:cubicBezTo>
                    <a:pt x="304" y="832"/>
                    <a:pt x="291" y="807"/>
                    <a:pt x="283" y="782"/>
                  </a:cubicBezTo>
                  <a:lnTo>
                    <a:pt x="283" y="782"/>
                  </a:lnTo>
                  <a:cubicBezTo>
                    <a:pt x="283" y="782"/>
                    <a:pt x="283" y="777"/>
                    <a:pt x="283" y="773"/>
                  </a:cubicBezTo>
                  <a:lnTo>
                    <a:pt x="283" y="773"/>
                  </a:lnTo>
                  <a:cubicBezTo>
                    <a:pt x="279" y="769"/>
                    <a:pt x="279" y="769"/>
                    <a:pt x="279" y="765"/>
                  </a:cubicBezTo>
                  <a:cubicBezTo>
                    <a:pt x="279" y="765"/>
                    <a:pt x="279" y="765"/>
                    <a:pt x="279" y="761"/>
                  </a:cubicBezTo>
                  <a:cubicBezTo>
                    <a:pt x="279" y="761"/>
                    <a:pt x="279" y="756"/>
                    <a:pt x="274" y="756"/>
                  </a:cubicBezTo>
                  <a:cubicBezTo>
                    <a:pt x="274" y="752"/>
                    <a:pt x="274" y="752"/>
                    <a:pt x="274" y="752"/>
                  </a:cubicBezTo>
                  <a:cubicBezTo>
                    <a:pt x="274" y="748"/>
                    <a:pt x="274" y="748"/>
                    <a:pt x="274" y="744"/>
                  </a:cubicBezTo>
                  <a:lnTo>
                    <a:pt x="274" y="744"/>
                  </a:lnTo>
                  <a:cubicBezTo>
                    <a:pt x="274" y="739"/>
                    <a:pt x="274" y="739"/>
                    <a:pt x="274" y="735"/>
                  </a:cubicBezTo>
                  <a:lnTo>
                    <a:pt x="274" y="731"/>
                  </a:lnTo>
                  <a:cubicBezTo>
                    <a:pt x="270" y="731"/>
                    <a:pt x="270" y="727"/>
                    <a:pt x="270" y="723"/>
                  </a:cubicBezTo>
                  <a:lnTo>
                    <a:pt x="270" y="723"/>
                  </a:lnTo>
                  <a:cubicBezTo>
                    <a:pt x="270" y="718"/>
                    <a:pt x="270" y="714"/>
                    <a:pt x="270" y="710"/>
                  </a:cubicBezTo>
                  <a:lnTo>
                    <a:pt x="270" y="710"/>
                  </a:lnTo>
                  <a:cubicBezTo>
                    <a:pt x="270" y="706"/>
                    <a:pt x="270" y="702"/>
                    <a:pt x="270" y="697"/>
                  </a:cubicBezTo>
                  <a:cubicBezTo>
                    <a:pt x="270" y="663"/>
                    <a:pt x="279" y="630"/>
                    <a:pt x="291" y="600"/>
                  </a:cubicBezTo>
                  <a:cubicBezTo>
                    <a:pt x="308" y="554"/>
                    <a:pt x="338" y="516"/>
                    <a:pt x="380" y="486"/>
                  </a:cubicBezTo>
                  <a:cubicBezTo>
                    <a:pt x="405" y="465"/>
                    <a:pt x="439" y="452"/>
                    <a:pt x="477" y="444"/>
                  </a:cubicBezTo>
                  <a:cubicBezTo>
                    <a:pt x="490" y="482"/>
                    <a:pt x="511" y="516"/>
                    <a:pt x="536" y="541"/>
                  </a:cubicBezTo>
                  <a:cubicBezTo>
                    <a:pt x="574" y="587"/>
                    <a:pt x="621" y="617"/>
                    <a:pt x="655" y="634"/>
                  </a:cubicBezTo>
                  <a:cubicBezTo>
                    <a:pt x="688" y="655"/>
                    <a:pt x="714" y="663"/>
                    <a:pt x="718" y="663"/>
                  </a:cubicBezTo>
                  <a:cubicBezTo>
                    <a:pt x="747" y="672"/>
                    <a:pt x="777" y="655"/>
                    <a:pt x="786" y="630"/>
                  </a:cubicBezTo>
                  <a:cubicBezTo>
                    <a:pt x="794" y="600"/>
                    <a:pt x="777" y="571"/>
                    <a:pt x="747" y="562"/>
                  </a:cubicBezTo>
                  <a:lnTo>
                    <a:pt x="747" y="562"/>
                  </a:lnTo>
                  <a:lnTo>
                    <a:pt x="747" y="562"/>
                  </a:lnTo>
                  <a:cubicBezTo>
                    <a:pt x="747" y="562"/>
                    <a:pt x="735" y="558"/>
                    <a:pt x="714" y="549"/>
                  </a:cubicBezTo>
                  <a:cubicBezTo>
                    <a:pt x="701" y="541"/>
                    <a:pt x="684" y="533"/>
                    <a:pt x="667" y="520"/>
                  </a:cubicBezTo>
                  <a:cubicBezTo>
                    <a:pt x="642" y="503"/>
                    <a:pt x="617" y="478"/>
                    <a:pt x="600" y="452"/>
                  </a:cubicBezTo>
                  <a:cubicBezTo>
                    <a:pt x="587" y="435"/>
                    <a:pt x="583" y="419"/>
                    <a:pt x="574" y="402"/>
                  </a:cubicBezTo>
                  <a:cubicBezTo>
                    <a:pt x="570" y="393"/>
                    <a:pt x="570" y="381"/>
                    <a:pt x="566" y="368"/>
                  </a:cubicBezTo>
                  <a:cubicBezTo>
                    <a:pt x="566" y="368"/>
                    <a:pt x="566" y="364"/>
                    <a:pt x="566" y="359"/>
                  </a:cubicBezTo>
                  <a:lnTo>
                    <a:pt x="566" y="359"/>
                  </a:lnTo>
                  <a:cubicBezTo>
                    <a:pt x="566" y="355"/>
                    <a:pt x="566" y="351"/>
                    <a:pt x="566" y="351"/>
                  </a:cubicBezTo>
                  <a:cubicBezTo>
                    <a:pt x="566" y="321"/>
                    <a:pt x="570" y="292"/>
                    <a:pt x="583" y="266"/>
                  </a:cubicBezTo>
                  <a:cubicBezTo>
                    <a:pt x="595" y="229"/>
                    <a:pt x="625" y="195"/>
                    <a:pt x="655" y="174"/>
                  </a:cubicBezTo>
                  <a:cubicBezTo>
                    <a:pt x="688" y="148"/>
                    <a:pt x="731" y="136"/>
                    <a:pt x="773" y="131"/>
                  </a:cubicBezTo>
                  <a:cubicBezTo>
                    <a:pt x="777" y="131"/>
                    <a:pt x="781" y="131"/>
                    <a:pt x="786" y="131"/>
                  </a:cubicBezTo>
                  <a:cubicBezTo>
                    <a:pt x="811" y="131"/>
                    <a:pt x="840" y="136"/>
                    <a:pt x="866" y="148"/>
                  </a:cubicBezTo>
                  <a:cubicBezTo>
                    <a:pt x="904" y="161"/>
                    <a:pt x="938" y="190"/>
                    <a:pt x="959" y="220"/>
                  </a:cubicBezTo>
                  <a:cubicBezTo>
                    <a:pt x="984" y="254"/>
                    <a:pt x="997" y="296"/>
                    <a:pt x="1001" y="338"/>
                  </a:cubicBezTo>
                  <a:lnTo>
                    <a:pt x="1001" y="338"/>
                  </a:lnTo>
                  <a:lnTo>
                    <a:pt x="1001" y="338"/>
                  </a:lnTo>
                  <a:cubicBezTo>
                    <a:pt x="1043" y="1229"/>
                    <a:pt x="1043" y="1229"/>
                    <a:pt x="1043" y="1229"/>
                  </a:cubicBezTo>
                  <a:cubicBezTo>
                    <a:pt x="1039" y="1234"/>
                    <a:pt x="1035" y="1238"/>
                    <a:pt x="1026" y="1238"/>
                  </a:cubicBezTo>
                  <a:cubicBezTo>
                    <a:pt x="1018" y="1242"/>
                    <a:pt x="1005" y="1246"/>
                    <a:pt x="997" y="1246"/>
                  </a:cubicBezTo>
                  <a:cubicBezTo>
                    <a:pt x="984" y="1250"/>
                    <a:pt x="976" y="1250"/>
                    <a:pt x="963" y="1250"/>
                  </a:cubicBezTo>
                  <a:cubicBezTo>
                    <a:pt x="955" y="1250"/>
                    <a:pt x="946" y="1250"/>
                    <a:pt x="938" y="1246"/>
                  </a:cubicBezTo>
                  <a:cubicBezTo>
                    <a:pt x="933" y="1246"/>
                    <a:pt x="925" y="1242"/>
                    <a:pt x="921" y="1242"/>
                  </a:cubicBezTo>
                  <a:cubicBezTo>
                    <a:pt x="912" y="1234"/>
                    <a:pt x="904" y="1225"/>
                    <a:pt x="895" y="1212"/>
                  </a:cubicBezTo>
                  <a:cubicBezTo>
                    <a:pt x="887" y="1200"/>
                    <a:pt x="874" y="1183"/>
                    <a:pt x="870" y="1158"/>
                  </a:cubicBezTo>
                  <a:cubicBezTo>
                    <a:pt x="862" y="1132"/>
                    <a:pt x="832" y="1115"/>
                    <a:pt x="802" y="1124"/>
                  </a:cubicBezTo>
                  <a:cubicBezTo>
                    <a:pt x="773" y="1132"/>
                    <a:pt x="760" y="1162"/>
                    <a:pt x="769" y="1191"/>
                  </a:cubicBezTo>
                  <a:cubicBezTo>
                    <a:pt x="777" y="1221"/>
                    <a:pt x="790" y="1246"/>
                    <a:pt x="802" y="1267"/>
                  </a:cubicBezTo>
                  <a:cubicBezTo>
                    <a:pt x="811" y="1284"/>
                    <a:pt x="824" y="1297"/>
                    <a:pt x="836" y="1310"/>
                  </a:cubicBezTo>
                  <a:cubicBezTo>
                    <a:pt x="857" y="1327"/>
                    <a:pt x="878" y="1339"/>
                    <a:pt x="900" y="1348"/>
                  </a:cubicBezTo>
                  <a:cubicBezTo>
                    <a:pt x="921" y="1356"/>
                    <a:pt x="946" y="1356"/>
                    <a:pt x="963" y="1356"/>
                  </a:cubicBezTo>
                  <a:cubicBezTo>
                    <a:pt x="984" y="1356"/>
                    <a:pt x="1005" y="1356"/>
                    <a:pt x="1026" y="1352"/>
                  </a:cubicBezTo>
                  <a:cubicBezTo>
                    <a:pt x="1035" y="1348"/>
                    <a:pt x="1043" y="1343"/>
                    <a:pt x="1052" y="1343"/>
                  </a:cubicBezTo>
                  <a:cubicBezTo>
                    <a:pt x="1090" y="2099"/>
                    <a:pt x="1090" y="2099"/>
                    <a:pt x="1090" y="2099"/>
                  </a:cubicBezTo>
                  <a:cubicBezTo>
                    <a:pt x="1090" y="2104"/>
                    <a:pt x="1090" y="2108"/>
                    <a:pt x="1090" y="2112"/>
                  </a:cubicBezTo>
                  <a:cubicBezTo>
                    <a:pt x="1090" y="2142"/>
                    <a:pt x="1081" y="2167"/>
                    <a:pt x="1073" y="2192"/>
                  </a:cubicBezTo>
                  <a:close/>
                  <a:moveTo>
                    <a:pt x="1820" y="1977"/>
                  </a:moveTo>
                  <a:lnTo>
                    <a:pt x="1820" y="1977"/>
                  </a:lnTo>
                  <a:cubicBezTo>
                    <a:pt x="1803" y="1985"/>
                    <a:pt x="1782" y="1994"/>
                    <a:pt x="1761" y="1998"/>
                  </a:cubicBezTo>
                  <a:cubicBezTo>
                    <a:pt x="1757" y="1998"/>
                    <a:pt x="1753" y="1998"/>
                    <a:pt x="1748" y="1998"/>
                  </a:cubicBezTo>
                  <a:cubicBezTo>
                    <a:pt x="1744" y="2002"/>
                    <a:pt x="1736" y="2002"/>
                    <a:pt x="1732" y="2002"/>
                  </a:cubicBezTo>
                  <a:cubicBezTo>
                    <a:pt x="1727" y="2002"/>
                    <a:pt x="1723" y="2002"/>
                    <a:pt x="1723" y="2002"/>
                  </a:cubicBezTo>
                  <a:cubicBezTo>
                    <a:pt x="1719" y="2002"/>
                    <a:pt x="1715" y="2002"/>
                    <a:pt x="1710" y="2002"/>
                  </a:cubicBezTo>
                  <a:cubicBezTo>
                    <a:pt x="1702" y="2002"/>
                    <a:pt x="1693" y="2002"/>
                    <a:pt x="1685" y="2002"/>
                  </a:cubicBezTo>
                  <a:lnTo>
                    <a:pt x="1685" y="2002"/>
                  </a:lnTo>
                  <a:cubicBezTo>
                    <a:pt x="1634" y="1998"/>
                    <a:pt x="1592" y="1977"/>
                    <a:pt x="1554" y="1952"/>
                  </a:cubicBezTo>
                  <a:cubicBezTo>
                    <a:pt x="1508" y="1918"/>
                    <a:pt x="1474" y="1871"/>
                    <a:pt x="1457" y="1821"/>
                  </a:cubicBezTo>
                  <a:cubicBezTo>
                    <a:pt x="1449" y="1791"/>
                    <a:pt x="1419" y="1774"/>
                    <a:pt x="1394" y="1787"/>
                  </a:cubicBezTo>
                  <a:cubicBezTo>
                    <a:pt x="1364" y="1795"/>
                    <a:pt x="1351" y="1825"/>
                    <a:pt x="1360" y="1850"/>
                  </a:cubicBezTo>
                  <a:cubicBezTo>
                    <a:pt x="1381" y="1926"/>
                    <a:pt x="1428" y="1990"/>
                    <a:pt x="1491" y="2036"/>
                  </a:cubicBezTo>
                  <a:cubicBezTo>
                    <a:pt x="1529" y="2065"/>
                    <a:pt x="1575" y="2087"/>
                    <a:pt x="1630" y="2099"/>
                  </a:cubicBezTo>
                  <a:cubicBezTo>
                    <a:pt x="1626" y="2125"/>
                    <a:pt x="1622" y="2146"/>
                    <a:pt x="1613" y="2167"/>
                  </a:cubicBezTo>
                  <a:cubicBezTo>
                    <a:pt x="1596" y="2205"/>
                    <a:pt x="1571" y="2239"/>
                    <a:pt x="1537" y="2260"/>
                  </a:cubicBezTo>
                  <a:cubicBezTo>
                    <a:pt x="1503" y="2285"/>
                    <a:pt x="1466" y="2298"/>
                    <a:pt x="1423" y="2302"/>
                  </a:cubicBezTo>
                  <a:cubicBezTo>
                    <a:pt x="1419" y="2302"/>
                    <a:pt x="1415" y="2302"/>
                    <a:pt x="1411" y="2302"/>
                  </a:cubicBezTo>
                  <a:cubicBezTo>
                    <a:pt x="1381" y="2302"/>
                    <a:pt x="1356" y="2298"/>
                    <a:pt x="1330" y="2285"/>
                  </a:cubicBezTo>
                  <a:cubicBezTo>
                    <a:pt x="1292" y="2272"/>
                    <a:pt x="1259" y="2243"/>
                    <a:pt x="1233" y="2213"/>
                  </a:cubicBezTo>
                  <a:cubicBezTo>
                    <a:pt x="1212" y="2180"/>
                    <a:pt x="1195" y="2137"/>
                    <a:pt x="1195" y="2095"/>
                  </a:cubicBezTo>
                  <a:lnTo>
                    <a:pt x="1195" y="2095"/>
                  </a:lnTo>
                  <a:cubicBezTo>
                    <a:pt x="1123" y="638"/>
                    <a:pt x="1123" y="638"/>
                    <a:pt x="1123" y="638"/>
                  </a:cubicBezTo>
                  <a:cubicBezTo>
                    <a:pt x="1140" y="647"/>
                    <a:pt x="1161" y="655"/>
                    <a:pt x="1187" y="659"/>
                  </a:cubicBezTo>
                  <a:cubicBezTo>
                    <a:pt x="1216" y="668"/>
                    <a:pt x="1250" y="672"/>
                    <a:pt x="1284" y="672"/>
                  </a:cubicBezTo>
                  <a:cubicBezTo>
                    <a:pt x="1318" y="672"/>
                    <a:pt x="1356" y="668"/>
                    <a:pt x="1389" y="655"/>
                  </a:cubicBezTo>
                  <a:cubicBezTo>
                    <a:pt x="1428" y="647"/>
                    <a:pt x="1461" y="625"/>
                    <a:pt x="1499" y="600"/>
                  </a:cubicBezTo>
                  <a:cubicBezTo>
                    <a:pt x="1520" y="583"/>
                    <a:pt x="1525" y="549"/>
                    <a:pt x="1508" y="528"/>
                  </a:cubicBezTo>
                  <a:cubicBezTo>
                    <a:pt x="1491" y="503"/>
                    <a:pt x="1461" y="499"/>
                    <a:pt x="1436" y="516"/>
                  </a:cubicBezTo>
                  <a:cubicBezTo>
                    <a:pt x="1411" y="537"/>
                    <a:pt x="1385" y="545"/>
                    <a:pt x="1360" y="554"/>
                  </a:cubicBezTo>
                  <a:cubicBezTo>
                    <a:pt x="1335" y="562"/>
                    <a:pt x="1309" y="566"/>
                    <a:pt x="1284" y="566"/>
                  </a:cubicBezTo>
                  <a:cubicBezTo>
                    <a:pt x="1259" y="566"/>
                    <a:pt x="1233" y="562"/>
                    <a:pt x="1212" y="558"/>
                  </a:cubicBezTo>
                  <a:cubicBezTo>
                    <a:pt x="1178" y="549"/>
                    <a:pt x="1145" y="537"/>
                    <a:pt x="1123" y="524"/>
                  </a:cubicBezTo>
                  <a:cubicBezTo>
                    <a:pt x="1123" y="524"/>
                    <a:pt x="1119" y="520"/>
                    <a:pt x="1115" y="520"/>
                  </a:cubicBezTo>
                  <a:cubicBezTo>
                    <a:pt x="1107" y="334"/>
                    <a:pt x="1107" y="334"/>
                    <a:pt x="1107" y="334"/>
                  </a:cubicBezTo>
                  <a:lnTo>
                    <a:pt x="1107" y="334"/>
                  </a:lnTo>
                  <a:cubicBezTo>
                    <a:pt x="1107" y="330"/>
                    <a:pt x="1107" y="326"/>
                    <a:pt x="1107" y="321"/>
                  </a:cubicBezTo>
                  <a:cubicBezTo>
                    <a:pt x="1107" y="292"/>
                    <a:pt x="1111" y="266"/>
                    <a:pt x="1123" y="241"/>
                  </a:cubicBezTo>
                  <a:cubicBezTo>
                    <a:pt x="1136" y="203"/>
                    <a:pt x="1161" y="169"/>
                    <a:pt x="1195" y="144"/>
                  </a:cubicBezTo>
                  <a:cubicBezTo>
                    <a:pt x="1229" y="123"/>
                    <a:pt x="1271" y="106"/>
                    <a:pt x="1313" y="106"/>
                  </a:cubicBezTo>
                  <a:cubicBezTo>
                    <a:pt x="1318" y="106"/>
                    <a:pt x="1322" y="106"/>
                    <a:pt x="1326" y="106"/>
                  </a:cubicBezTo>
                  <a:cubicBezTo>
                    <a:pt x="1351" y="106"/>
                    <a:pt x="1381" y="110"/>
                    <a:pt x="1406" y="119"/>
                  </a:cubicBezTo>
                  <a:cubicBezTo>
                    <a:pt x="1444" y="136"/>
                    <a:pt x="1478" y="161"/>
                    <a:pt x="1499" y="195"/>
                  </a:cubicBezTo>
                  <a:cubicBezTo>
                    <a:pt x="1525" y="229"/>
                    <a:pt x="1537" y="266"/>
                    <a:pt x="1541" y="313"/>
                  </a:cubicBezTo>
                  <a:cubicBezTo>
                    <a:pt x="1541" y="313"/>
                    <a:pt x="1541" y="317"/>
                    <a:pt x="1541" y="321"/>
                  </a:cubicBezTo>
                  <a:cubicBezTo>
                    <a:pt x="1541" y="326"/>
                    <a:pt x="1541" y="326"/>
                    <a:pt x="1541" y="330"/>
                  </a:cubicBezTo>
                  <a:cubicBezTo>
                    <a:pt x="1541" y="347"/>
                    <a:pt x="1546" y="359"/>
                    <a:pt x="1558" y="368"/>
                  </a:cubicBezTo>
                  <a:cubicBezTo>
                    <a:pt x="1567" y="381"/>
                    <a:pt x="1584" y="385"/>
                    <a:pt x="1596" y="385"/>
                  </a:cubicBezTo>
                  <a:cubicBezTo>
                    <a:pt x="1601" y="385"/>
                    <a:pt x="1605" y="385"/>
                    <a:pt x="1609" y="385"/>
                  </a:cubicBezTo>
                  <a:cubicBezTo>
                    <a:pt x="1643" y="385"/>
                    <a:pt x="1677" y="389"/>
                    <a:pt x="1706" y="402"/>
                  </a:cubicBezTo>
                  <a:cubicBezTo>
                    <a:pt x="1753" y="423"/>
                    <a:pt x="1791" y="452"/>
                    <a:pt x="1820" y="494"/>
                  </a:cubicBezTo>
                  <a:cubicBezTo>
                    <a:pt x="1850" y="533"/>
                    <a:pt x="1867" y="579"/>
                    <a:pt x="1871" y="634"/>
                  </a:cubicBezTo>
                  <a:lnTo>
                    <a:pt x="1871" y="634"/>
                  </a:lnTo>
                  <a:lnTo>
                    <a:pt x="1871" y="634"/>
                  </a:lnTo>
                  <a:lnTo>
                    <a:pt x="1871" y="634"/>
                  </a:lnTo>
                  <a:lnTo>
                    <a:pt x="1871" y="634"/>
                  </a:lnTo>
                  <a:cubicBezTo>
                    <a:pt x="1871" y="634"/>
                    <a:pt x="1871" y="638"/>
                    <a:pt x="1871" y="642"/>
                  </a:cubicBezTo>
                  <a:cubicBezTo>
                    <a:pt x="1871" y="642"/>
                    <a:pt x="1871" y="642"/>
                    <a:pt x="1871" y="647"/>
                  </a:cubicBezTo>
                  <a:lnTo>
                    <a:pt x="1871" y="647"/>
                  </a:lnTo>
                  <a:cubicBezTo>
                    <a:pt x="1871" y="651"/>
                    <a:pt x="1871" y="655"/>
                    <a:pt x="1871" y="655"/>
                  </a:cubicBezTo>
                  <a:cubicBezTo>
                    <a:pt x="1871" y="659"/>
                    <a:pt x="1871" y="659"/>
                    <a:pt x="1871" y="659"/>
                  </a:cubicBezTo>
                  <a:cubicBezTo>
                    <a:pt x="1871" y="663"/>
                    <a:pt x="1871" y="668"/>
                    <a:pt x="1871" y="668"/>
                  </a:cubicBezTo>
                  <a:cubicBezTo>
                    <a:pt x="1871" y="672"/>
                    <a:pt x="1871" y="672"/>
                    <a:pt x="1867" y="672"/>
                  </a:cubicBezTo>
                  <a:cubicBezTo>
                    <a:pt x="1867" y="676"/>
                    <a:pt x="1867" y="676"/>
                    <a:pt x="1867" y="680"/>
                  </a:cubicBezTo>
                  <a:cubicBezTo>
                    <a:pt x="1867" y="685"/>
                    <a:pt x="1867" y="685"/>
                    <a:pt x="1867" y="689"/>
                  </a:cubicBezTo>
                  <a:lnTo>
                    <a:pt x="1867" y="693"/>
                  </a:lnTo>
                  <a:cubicBezTo>
                    <a:pt x="1867" y="697"/>
                    <a:pt x="1867" y="697"/>
                    <a:pt x="1862" y="702"/>
                  </a:cubicBezTo>
                  <a:cubicBezTo>
                    <a:pt x="1862" y="702"/>
                    <a:pt x="1862" y="702"/>
                    <a:pt x="1862" y="706"/>
                  </a:cubicBezTo>
                  <a:lnTo>
                    <a:pt x="1862" y="710"/>
                  </a:lnTo>
                  <a:cubicBezTo>
                    <a:pt x="1862" y="714"/>
                    <a:pt x="1862" y="714"/>
                    <a:pt x="1862" y="714"/>
                  </a:cubicBezTo>
                  <a:cubicBezTo>
                    <a:pt x="1858" y="723"/>
                    <a:pt x="1858" y="731"/>
                    <a:pt x="1854" y="739"/>
                  </a:cubicBezTo>
                  <a:lnTo>
                    <a:pt x="1854" y="739"/>
                  </a:lnTo>
                  <a:cubicBezTo>
                    <a:pt x="1854" y="739"/>
                    <a:pt x="1850" y="744"/>
                    <a:pt x="1850" y="748"/>
                  </a:cubicBezTo>
                  <a:cubicBezTo>
                    <a:pt x="1850" y="748"/>
                    <a:pt x="1846" y="752"/>
                    <a:pt x="1846" y="756"/>
                  </a:cubicBezTo>
                  <a:cubicBezTo>
                    <a:pt x="1846" y="761"/>
                    <a:pt x="1841" y="761"/>
                    <a:pt x="1841" y="765"/>
                  </a:cubicBezTo>
                  <a:cubicBezTo>
                    <a:pt x="1841" y="765"/>
                    <a:pt x="1837" y="769"/>
                    <a:pt x="1837" y="773"/>
                  </a:cubicBezTo>
                  <a:lnTo>
                    <a:pt x="1833" y="777"/>
                  </a:lnTo>
                  <a:cubicBezTo>
                    <a:pt x="1816" y="811"/>
                    <a:pt x="1791" y="837"/>
                    <a:pt x="1761" y="858"/>
                  </a:cubicBezTo>
                  <a:cubicBezTo>
                    <a:pt x="1723" y="887"/>
                    <a:pt x="1677" y="904"/>
                    <a:pt x="1622" y="904"/>
                  </a:cubicBezTo>
                  <a:cubicBezTo>
                    <a:pt x="1592" y="908"/>
                    <a:pt x="1571" y="934"/>
                    <a:pt x="1571" y="963"/>
                  </a:cubicBezTo>
                  <a:cubicBezTo>
                    <a:pt x="1575" y="989"/>
                    <a:pt x="1596" y="1014"/>
                    <a:pt x="1626" y="1010"/>
                  </a:cubicBezTo>
                  <a:cubicBezTo>
                    <a:pt x="1677" y="1010"/>
                    <a:pt x="1723" y="997"/>
                    <a:pt x="1765" y="976"/>
                  </a:cubicBezTo>
                  <a:cubicBezTo>
                    <a:pt x="1812" y="955"/>
                    <a:pt x="1858" y="921"/>
                    <a:pt x="1892" y="879"/>
                  </a:cubicBezTo>
                  <a:cubicBezTo>
                    <a:pt x="1943" y="900"/>
                    <a:pt x="1985" y="938"/>
                    <a:pt x="2019" y="980"/>
                  </a:cubicBezTo>
                  <a:cubicBezTo>
                    <a:pt x="2061" y="1031"/>
                    <a:pt x="2086" y="1094"/>
                    <a:pt x="2091" y="1166"/>
                  </a:cubicBezTo>
                  <a:lnTo>
                    <a:pt x="2091" y="1166"/>
                  </a:lnTo>
                  <a:lnTo>
                    <a:pt x="2091" y="1166"/>
                  </a:lnTo>
                  <a:lnTo>
                    <a:pt x="2091" y="1166"/>
                  </a:lnTo>
                  <a:lnTo>
                    <a:pt x="2091" y="1166"/>
                  </a:lnTo>
                  <a:cubicBezTo>
                    <a:pt x="2091" y="1174"/>
                    <a:pt x="2091" y="1179"/>
                    <a:pt x="2091" y="1183"/>
                  </a:cubicBezTo>
                  <a:lnTo>
                    <a:pt x="2091" y="1183"/>
                  </a:lnTo>
                  <a:cubicBezTo>
                    <a:pt x="2091" y="1191"/>
                    <a:pt x="2091" y="1196"/>
                    <a:pt x="2091" y="1200"/>
                  </a:cubicBezTo>
                  <a:lnTo>
                    <a:pt x="2091" y="1204"/>
                  </a:lnTo>
                  <a:cubicBezTo>
                    <a:pt x="2091" y="1208"/>
                    <a:pt x="2091" y="1212"/>
                    <a:pt x="2086" y="1217"/>
                  </a:cubicBezTo>
                  <a:lnTo>
                    <a:pt x="2086" y="1217"/>
                  </a:lnTo>
                  <a:cubicBezTo>
                    <a:pt x="2086" y="1225"/>
                    <a:pt x="2086" y="1229"/>
                    <a:pt x="2086" y="1234"/>
                  </a:cubicBezTo>
                  <a:lnTo>
                    <a:pt x="2086" y="1234"/>
                  </a:lnTo>
                  <a:cubicBezTo>
                    <a:pt x="2086" y="1238"/>
                    <a:pt x="2086" y="1242"/>
                    <a:pt x="2082" y="1246"/>
                  </a:cubicBezTo>
                  <a:lnTo>
                    <a:pt x="2082" y="1250"/>
                  </a:lnTo>
                  <a:cubicBezTo>
                    <a:pt x="2082" y="1255"/>
                    <a:pt x="2082" y="1259"/>
                    <a:pt x="2082" y="1263"/>
                  </a:cubicBezTo>
                  <a:cubicBezTo>
                    <a:pt x="2078" y="1263"/>
                    <a:pt x="2078" y="1263"/>
                    <a:pt x="2078" y="1263"/>
                  </a:cubicBezTo>
                  <a:cubicBezTo>
                    <a:pt x="2078" y="1267"/>
                    <a:pt x="2078" y="1276"/>
                    <a:pt x="2078" y="1280"/>
                  </a:cubicBezTo>
                  <a:cubicBezTo>
                    <a:pt x="2074" y="1280"/>
                    <a:pt x="2074" y="1280"/>
                    <a:pt x="2074" y="1284"/>
                  </a:cubicBezTo>
                  <a:cubicBezTo>
                    <a:pt x="2074" y="1284"/>
                    <a:pt x="2074" y="1288"/>
                    <a:pt x="2074" y="1293"/>
                  </a:cubicBezTo>
                  <a:cubicBezTo>
                    <a:pt x="2069" y="1293"/>
                    <a:pt x="2069" y="1293"/>
                    <a:pt x="2069" y="1297"/>
                  </a:cubicBezTo>
                  <a:cubicBezTo>
                    <a:pt x="2069" y="1301"/>
                    <a:pt x="2065" y="1305"/>
                    <a:pt x="2065" y="1310"/>
                  </a:cubicBezTo>
                  <a:cubicBezTo>
                    <a:pt x="2065" y="1310"/>
                    <a:pt x="2065" y="1314"/>
                    <a:pt x="2061" y="1318"/>
                  </a:cubicBezTo>
                  <a:lnTo>
                    <a:pt x="2061" y="1318"/>
                  </a:lnTo>
                  <a:cubicBezTo>
                    <a:pt x="2061" y="1322"/>
                    <a:pt x="2057" y="1327"/>
                    <a:pt x="2057" y="1327"/>
                  </a:cubicBezTo>
                  <a:cubicBezTo>
                    <a:pt x="2057" y="1327"/>
                    <a:pt x="2057" y="1327"/>
                    <a:pt x="2057" y="1331"/>
                  </a:cubicBezTo>
                  <a:cubicBezTo>
                    <a:pt x="2057" y="1331"/>
                    <a:pt x="2053" y="1335"/>
                    <a:pt x="2053" y="1339"/>
                  </a:cubicBezTo>
                  <a:lnTo>
                    <a:pt x="2053" y="1339"/>
                  </a:lnTo>
                  <a:cubicBezTo>
                    <a:pt x="2048" y="1343"/>
                    <a:pt x="2048" y="1343"/>
                    <a:pt x="2048" y="1348"/>
                  </a:cubicBezTo>
                  <a:lnTo>
                    <a:pt x="2044" y="1348"/>
                  </a:lnTo>
                  <a:cubicBezTo>
                    <a:pt x="2044" y="1352"/>
                    <a:pt x="2044" y="1356"/>
                    <a:pt x="2040" y="1356"/>
                  </a:cubicBezTo>
                  <a:cubicBezTo>
                    <a:pt x="2040" y="1356"/>
                    <a:pt x="2040" y="1356"/>
                    <a:pt x="2040" y="1360"/>
                  </a:cubicBezTo>
                  <a:lnTo>
                    <a:pt x="2036" y="1364"/>
                  </a:lnTo>
                  <a:cubicBezTo>
                    <a:pt x="2036" y="1369"/>
                    <a:pt x="2036" y="1369"/>
                    <a:pt x="2036" y="1369"/>
                  </a:cubicBezTo>
                  <a:cubicBezTo>
                    <a:pt x="2031" y="1369"/>
                    <a:pt x="2031" y="1373"/>
                    <a:pt x="2027" y="1377"/>
                  </a:cubicBezTo>
                  <a:lnTo>
                    <a:pt x="2027" y="1377"/>
                  </a:lnTo>
                  <a:cubicBezTo>
                    <a:pt x="2027" y="1381"/>
                    <a:pt x="2023" y="1381"/>
                    <a:pt x="2023" y="1386"/>
                  </a:cubicBezTo>
                  <a:lnTo>
                    <a:pt x="2023" y="1386"/>
                  </a:lnTo>
                  <a:cubicBezTo>
                    <a:pt x="2019" y="1390"/>
                    <a:pt x="2019" y="1390"/>
                    <a:pt x="2014" y="1394"/>
                  </a:cubicBezTo>
                  <a:lnTo>
                    <a:pt x="2014" y="1394"/>
                  </a:lnTo>
                  <a:cubicBezTo>
                    <a:pt x="2010" y="1398"/>
                    <a:pt x="2010" y="1398"/>
                    <a:pt x="2006" y="1402"/>
                  </a:cubicBezTo>
                  <a:lnTo>
                    <a:pt x="2006" y="1402"/>
                  </a:lnTo>
                  <a:cubicBezTo>
                    <a:pt x="1981" y="1432"/>
                    <a:pt x="1947" y="1462"/>
                    <a:pt x="1913" y="1479"/>
                  </a:cubicBezTo>
                  <a:cubicBezTo>
                    <a:pt x="1909" y="1479"/>
                    <a:pt x="1909" y="1479"/>
                    <a:pt x="1909" y="1479"/>
                  </a:cubicBezTo>
                  <a:cubicBezTo>
                    <a:pt x="1871" y="1500"/>
                    <a:pt x="1824" y="1512"/>
                    <a:pt x="1774" y="1517"/>
                  </a:cubicBezTo>
                  <a:cubicBezTo>
                    <a:pt x="1770" y="1517"/>
                    <a:pt x="1761" y="1517"/>
                    <a:pt x="1757" y="1517"/>
                  </a:cubicBezTo>
                  <a:cubicBezTo>
                    <a:pt x="1689" y="1517"/>
                    <a:pt x="1626" y="1495"/>
                    <a:pt x="1571" y="1457"/>
                  </a:cubicBezTo>
                  <a:cubicBezTo>
                    <a:pt x="1546" y="1440"/>
                    <a:pt x="1512" y="1449"/>
                    <a:pt x="1499" y="1474"/>
                  </a:cubicBezTo>
                  <a:cubicBezTo>
                    <a:pt x="1482" y="1495"/>
                    <a:pt x="1487" y="1529"/>
                    <a:pt x="1512" y="1546"/>
                  </a:cubicBezTo>
                  <a:cubicBezTo>
                    <a:pt x="1580" y="1592"/>
                    <a:pt x="1668" y="1622"/>
                    <a:pt x="1757" y="1622"/>
                  </a:cubicBezTo>
                  <a:cubicBezTo>
                    <a:pt x="1765" y="1622"/>
                    <a:pt x="1774" y="1622"/>
                    <a:pt x="1778" y="1622"/>
                  </a:cubicBezTo>
                  <a:cubicBezTo>
                    <a:pt x="1829" y="1618"/>
                    <a:pt x="1875" y="1609"/>
                    <a:pt x="1922" y="1592"/>
                  </a:cubicBezTo>
                  <a:cubicBezTo>
                    <a:pt x="1930" y="1605"/>
                    <a:pt x="1939" y="1622"/>
                    <a:pt x="1947" y="1639"/>
                  </a:cubicBezTo>
                  <a:cubicBezTo>
                    <a:pt x="1960" y="1664"/>
                    <a:pt x="1968" y="1694"/>
                    <a:pt x="1968" y="1728"/>
                  </a:cubicBezTo>
                  <a:cubicBezTo>
                    <a:pt x="1968" y="1732"/>
                    <a:pt x="1968" y="1736"/>
                    <a:pt x="1968" y="1740"/>
                  </a:cubicBezTo>
                  <a:cubicBezTo>
                    <a:pt x="1968" y="1778"/>
                    <a:pt x="1964" y="1808"/>
                    <a:pt x="1951" y="1842"/>
                  </a:cubicBezTo>
                  <a:cubicBezTo>
                    <a:pt x="1934" y="1875"/>
                    <a:pt x="1913" y="1905"/>
                    <a:pt x="1888" y="1930"/>
                  </a:cubicBezTo>
                  <a:cubicBezTo>
                    <a:pt x="1879" y="1939"/>
                    <a:pt x="1871" y="1947"/>
                    <a:pt x="1862" y="1952"/>
                  </a:cubicBezTo>
                  <a:cubicBezTo>
                    <a:pt x="1850" y="1964"/>
                    <a:pt x="1837" y="1968"/>
                    <a:pt x="1820" y="19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4" name="Freeform 31">
              <a:extLst>
                <a:ext uri="{FF2B5EF4-FFF2-40B4-BE49-F238E27FC236}">
                  <a16:creationId xmlns:a16="http://schemas.microsoft.com/office/drawing/2014/main" id="{FAD939D4-89F9-DE6B-655A-B4E83A911613}"/>
                </a:ext>
              </a:extLst>
            </p:cNvPr>
            <p:cNvSpPr>
              <a:spLocks noChangeArrowheads="1"/>
            </p:cNvSpPr>
            <p:nvPr/>
          </p:nvSpPr>
          <p:spPr bwMode="auto">
            <a:xfrm>
              <a:off x="579438" y="5395913"/>
              <a:ext cx="123825" cy="101600"/>
            </a:xfrm>
            <a:custGeom>
              <a:avLst/>
              <a:gdLst>
                <a:gd name="T0" fmla="*/ 215 w 343"/>
                <a:gd name="T1" fmla="*/ 105 h 284"/>
                <a:gd name="T2" fmla="*/ 215 w 343"/>
                <a:gd name="T3" fmla="*/ 105 h 284"/>
                <a:gd name="T4" fmla="*/ 253 w 343"/>
                <a:gd name="T5" fmla="*/ 109 h 284"/>
                <a:gd name="T6" fmla="*/ 266 w 343"/>
                <a:gd name="T7" fmla="*/ 109 h 284"/>
                <a:gd name="T8" fmla="*/ 270 w 343"/>
                <a:gd name="T9" fmla="*/ 109 h 284"/>
                <a:gd name="T10" fmla="*/ 270 w 343"/>
                <a:gd name="T11" fmla="*/ 109 h 284"/>
                <a:gd name="T12" fmla="*/ 270 w 343"/>
                <a:gd name="T13" fmla="*/ 109 h 284"/>
                <a:gd name="T14" fmla="*/ 270 w 343"/>
                <a:gd name="T15" fmla="*/ 109 h 284"/>
                <a:gd name="T16" fmla="*/ 333 w 343"/>
                <a:gd name="T17" fmla="*/ 76 h 284"/>
                <a:gd name="T18" fmla="*/ 300 w 343"/>
                <a:gd name="T19" fmla="*/ 8 h 284"/>
                <a:gd name="T20" fmla="*/ 300 w 343"/>
                <a:gd name="T21" fmla="*/ 8 h 284"/>
                <a:gd name="T22" fmla="*/ 274 w 343"/>
                <a:gd name="T23" fmla="*/ 4 h 284"/>
                <a:gd name="T24" fmla="*/ 215 w 343"/>
                <a:gd name="T25" fmla="*/ 0 h 284"/>
                <a:gd name="T26" fmla="*/ 148 w 343"/>
                <a:gd name="T27" fmla="*/ 8 h 284"/>
                <a:gd name="T28" fmla="*/ 93 w 343"/>
                <a:gd name="T29" fmla="*/ 29 h 284"/>
                <a:gd name="T30" fmla="*/ 55 w 343"/>
                <a:gd name="T31" fmla="*/ 63 h 284"/>
                <a:gd name="T32" fmla="*/ 12 w 343"/>
                <a:gd name="T33" fmla="*/ 131 h 284"/>
                <a:gd name="T34" fmla="*/ 0 w 343"/>
                <a:gd name="T35" fmla="*/ 228 h 284"/>
                <a:gd name="T36" fmla="*/ 0 w 343"/>
                <a:gd name="T37" fmla="*/ 228 h 284"/>
                <a:gd name="T38" fmla="*/ 50 w 343"/>
                <a:gd name="T39" fmla="*/ 283 h 284"/>
                <a:gd name="T40" fmla="*/ 105 w 343"/>
                <a:gd name="T41" fmla="*/ 228 h 284"/>
                <a:gd name="T42" fmla="*/ 105 w 343"/>
                <a:gd name="T43" fmla="*/ 228 h 284"/>
                <a:gd name="T44" fmla="*/ 118 w 343"/>
                <a:gd name="T45" fmla="*/ 156 h 284"/>
                <a:gd name="T46" fmla="*/ 135 w 343"/>
                <a:gd name="T47" fmla="*/ 131 h 284"/>
                <a:gd name="T48" fmla="*/ 148 w 343"/>
                <a:gd name="T49" fmla="*/ 118 h 284"/>
                <a:gd name="T50" fmla="*/ 181 w 343"/>
                <a:gd name="T51" fmla="*/ 109 h 284"/>
                <a:gd name="T52" fmla="*/ 215 w 343"/>
                <a:gd name="T53" fmla="*/ 105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43" h="284">
                  <a:moveTo>
                    <a:pt x="215" y="105"/>
                  </a:moveTo>
                  <a:lnTo>
                    <a:pt x="215" y="105"/>
                  </a:lnTo>
                  <a:cubicBezTo>
                    <a:pt x="232" y="105"/>
                    <a:pt x="245" y="105"/>
                    <a:pt x="253" y="109"/>
                  </a:cubicBezTo>
                  <a:cubicBezTo>
                    <a:pt x="262" y="109"/>
                    <a:pt x="266" y="109"/>
                    <a:pt x="266" y="109"/>
                  </a:cubicBezTo>
                  <a:lnTo>
                    <a:pt x="270" y="109"/>
                  </a:lnTo>
                  <a:lnTo>
                    <a:pt x="270" y="109"/>
                  </a:lnTo>
                  <a:lnTo>
                    <a:pt x="270" y="109"/>
                  </a:lnTo>
                  <a:lnTo>
                    <a:pt x="270" y="109"/>
                  </a:lnTo>
                  <a:cubicBezTo>
                    <a:pt x="295" y="118"/>
                    <a:pt x="325" y="101"/>
                    <a:pt x="333" y="76"/>
                  </a:cubicBezTo>
                  <a:cubicBezTo>
                    <a:pt x="342" y="46"/>
                    <a:pt x="325" y="16"/>
                    <a:pt x="300" y="8"/>
                  </a:cubicBezTo>
                  <a:lnTo>
                    <a:pt x="300" y="8"/>
                  </a:lnTo>
                  <a:cubicBezTo>
                    <a:pt x="295" y="8"/>
                    <a:pt x="287" y="8"/>
                    <a:pt x="274" y="4"/>
                  </a:cubicBezTo>
                  <a:cubicBezTo>
                    <a:pt x="257" y="0"/>
                    <a:pt x="236" y="0"/>
                    <a:pt x="215" y="0"/>
                  </a:cubicBezTo>
                  <a:cubicBezTo>
                    <a:pt x="194" y="0"/>
                    <a:pt x="173" y="0"/>
                    <a:pt x="148" y="8"/>
                  </a:cubicBezTo>
                  <a:cubicBezTo>
                    <a:pt x="131" y="12"/>
                    <a:pt x="110" y="21"/>
                    <a:pt x="93" y="29"/>
                  </a:cubicBezTo>
                  <a:cubicBezTo>
                    <a:pt x="80" y="38"/>
                    <a:pt x="67" y="50"/>
                    <a:pt x="55" y="63"/>
                  </a:cubicBezTo>
                  <a:cubicBezTo>
                    <a:pt x="38" y="80"/>
                    <a:pt x="21" y="105"/>
                    <a:pt x="12" y="131"/>
                  </a:cubicBezTo>
                  <a:cubicBezTo>
                    <a:pt x="4" y="160"/>
                    <a:pt x="0" y="190"/>
                    <a:pt x="0" y="228"/>
                  </a:cubicBezTo>
                  <a:lnTo>
                    <a:pt x="0" y="228"/>
                  </a:lnTo>
                  <a:cubicBezTo>
                    <a:pt x="0" y="257"/>
                    <a:pt x="25" y="283"/>
                    <a:pt x="50" y="283"/>
                  </a:cubicBezTo>
                  <a:cubicBezTo>
                    <a:pt x="80" y="283"/>
                    <a:pt x="105" y="257"/>
                    <a:pt x="105" y="228"/>
                  </a:cubicBezTo>
                  <a:lnTo>
                    <a:pt x="105" y="228"/>
                  </a:lnTo>
                  <a:cubicBezTo>
                    <a:pt x="105" y="194"/>
                    <a:pt x="110" y="173"/>
                    <a:pt x="118" y="156"/>
                  </a:cubicBezTo>
                  <a:cubicBezTo>
                    <a:pt x="122" y="147"/>
                    <a:pt x="126" y="139"/>
                    <a:pt x="135" y="131"/>
                  </a:cubicBezTo>
                  <a:cubicBezTo>
                    <a:pt x="139" y="126"/>
                    <a:pt x="143" y="122"/>
                    <a:pt x="148" y="118"/>
                  </a:cubicBezTo>
                  <a:cubicBezTo>
                    <a:pt x="160" y="114"/>
                    <a:pt x="169" y="109"/>
                    <a:pt x="181" y="109"/>
                  </a:cubicBezTo>
                  <a:cubicBezTo>
                    <a:pt x="190" y="105"/>
                    <a:pt x="202" y="105"/>
                    <a:pt x="215"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5" name="Freeform 32">
              <a:extLst>
                <a:ext uri="{FF2B5EF4-FFF2-40B4-BE49-F238E27FC236}">
                  <a16:creationId xmlns:a16="http://schemas.microsoft.com/office/drawing/2014/main" id="{3F13EF83-681A-B150-C935-EA3260BCCAB9}"/>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06" name="Freeform 33">
            <a:extLst>
              <a:ext uri="{FF2B5EF4-FFF2-40B4-BE49-F238E27FC236}">
                <a16:creationId xmlns:a16="http://schemas.microsoft.com/office/drawing/2014/main" id="{1FB557D1-4F45-04AC-434D-D9CBDD3DC8D7}"/>
              </a:ext>
            </a:extLst>
          </p:cNvPr>
          <p:cNvSpPr>
            <a:spLocks noChangeArrowheads="1"/>
          </p:cNvSpPr>
          <p:nvPr/>
        </p:nvSpPr>
        <p:spPr bwMode="auto">
          <a:xfrm>
            <a:off x="3738812" y="4788908"/>
            <a:ext cx="272403" cy="316025"/>
          </a:xfrm>
          <a:custGeom>
            <a:avLst/>
            <a:gdLst>
              <a:gd name="T0" fmla="*/ 2483 w 2589"/>
              <a:gd name="T1" fmla="*/ 730 h 3002"/>
              <a:gd name="T2" fmla="*/ 2339 w 2589"/>
              <a:gd name="T3" fmla="*/ 832 h 3002"/>
              <a:gd name="T4" fmla="*/ 1372 w 2589"/>
              <a:gd name="T5" fmla="*/ 135 h 3002"/>
              <a:gd name="T6" fmla="*/ 1300 w 2589"/>
              <a:gd name="T7" fmla="*/ 34 h 3002"/>
              <a:gd name="T8" fmla="*/ 1292 w 2589"/>
              <a:gd name="T9" fmla="*/ 350 h 3002"/>
              <a:gd name="T10" fmla="*/ 1562 w 2589"/>
              <a:gd name="T11" fmla="*/ 811 h 3002"/>
              <a:gd name="T12" fmla="*/ 996 w 2589"/>
              <a:gd name="T13" fmla="*/ 857 h 3002"/>
              <a:gd name="T14" fmla="*/ 755 w 2589"/>
              <a:gd name="T15" fmla="*/ 996 h 3002"/>
              <a:gd name="T16" fmla="*/ 574 w 2589"/>
              <a:gd name="T17" fmla="*/ 1427 h 3002"/>
              <a:gd name="T18" fmla="*/ 603 w 2589"/>
              <a:gd name="T19" fmla="*/ 1630 h 3002"/>
              <a:gd name="T20" fmla="*/ 447 w 2589"/>
              <a:gd name="T21" fmla="*/ 2043 h 3002"/>
              <a:gd name="T22" fmla="*/ 240 w 2589"/>
              <a:gd name="T23" fmla="*/ 2060 h 3002"/>
              <a:gd name="T24" fmla="*/ 12 w 2589"/>
              <a:gd name="T25" fmla="*/ 2216 h 3002"/>
              <a:gd name="T26" fmla="*/ 105 w 2589"/>
              <a:gd name="T27" fmla="*/ 2267 h 3002"/>
              <a:gd name="T28" fmla="*/ 249 w 2589"/>
              <a:gd name="T29" fmla="*/ 2169 h 3002"/>
              <a:gd name="T30" fmla="*/ 1216 w 2589"/>
              <a:gd name="T31" fmla="*/ 2862 h 3002"/>
              <a:gd name="T32" fmla="*/ 1288 w 2589"/>
              <a:gd name="T33" fmla="*/ 2967 h 3002"/>
              <a:gd name="T34" fmla="*/ 1326 w 2589"/>
              <a:gd name="T35" fmla="*/ 2811 h 3002"/>
              <a:gd name="T36" fmla="*/ 1064 w 2589"/>
              <a:gd name="T37" fmla="*/ 2245 h 3002"/>
              <a:gd name="T38" fmla="*/ 1419 w 2589"/>
              <a:gd name="T39" fmla="*/ 2182 h 3002"/>
              <a:gd name="T40" fmla="*/ 1706 w 2589"/>
              <a:gd name="T41" fmla="*/ 2093 h 3002"/>
              <a:gd name="T42" fmla="*/ 1993 w 2589"/>
              <a:gd name="T43" fmla="*/ 1727 h 3002"/>
              <a:gd name="T44" fmla="*/ 2001 w 2589"/>
              <a:gd name="T45" fmla="*/ 1448 h 3002"/>
              <a:gd name="T46" fmla="*/ 1769 w 2589"/>
              <a:gd name="T47" fmla="*/ 933 h 3002"/>
              <a:gd name="T48" fmla="*/ 2343 w 2589"/>
              <a:gd name="T49" fmla="*/ 937 h 3002"/>
              <a:gd name="T50" fmla="*/ 2517 w 2589"/>
              <a:gd name="T51" fmla="*/ 853 h 3002"/>
              <a:gd name="T52" fmla="*/ 861 w 2589"/>
              <a:gd name="T53" fmla="*/ 1047 h 3002"/>
              <a:gd name="T54" fmla="*/ 1009 w 2589"/>
              <a:gd name="T55" fmla="*/ 963 h 3002"/>
              <a:gd name="T56" fmla="*/ 1892 w 2589"/>
              <a:gd name="T57" fmla="*/ 1697 h 3002"/>
              <a:gd name="T58" fmla="*/ 861 w 2589"/>
              <a:gd name="T59" fmla="*/ 1047 h 3002"/>
              <a:gd name="T60" fmla="*/ 1131 w 2589"/>
              <a:gd name="T61" fmla="*/ 2545 h 3002"/>
              <a:gd name="T62" fmla="*/ 447 w 2589"/>
              <a:gd name="T63" fmla="*/ 2148 h 3002"/>
              <a:gd name="T64" fmla="*/ 916 w 2589"/>
              <a:gd name="T65" fmla="*/ 2212 h 3002"/>
              <a:gd name="T66" fmla="*/ 950 w 2589"/>
              <a:gd name="T67" fmla="*/ 2077 h 3002"/>
              <a:gd name="T68" fmla="*/ 1435 w 2589"/>
              <a:gd name="T69" fmla="*/ 2072 h 3002"/>
              <a:gd name="T70" fmla="*/ 1727 w 2589"/>
              <a:gd name="T71" fmla="*/ 1954 h 3002"/>
              <a:gd name="T72" fmla="*/ 1579 w 2589"/>
              <a:gd name="T73" fmla="*/ 2034 h 3002"/>
              <a:gd name="T74" fmla="*/ 696 w 2589"/>
              <a:gd name="T75" fmla="*/ 1300 h 3002"/>
              <a:gd name="T76" fmla="*/ 1727 w 2589"/>
              <a:gd name="T77" fmla="*/ 1954 h 3002"/>
              <a:gd name="T78" fmla="*/ 1152 w 2589"/>
              <a:gd name="T79" fmla="*/ 925 h 3002"/>
              <a:gd name="T80" fmla="*/ 1634 w 2589"/>
              <a:gd name="T81" fmla="*/ 920 h 3002"/>
              <a:gd name="T82" fmla="*/ 1778 w 2589"/>
              <a:gd name="T83" fmla="*/ 828 h 3002"/>
              <a:gd name="T84" fmla="*/ 1672 w 2589"/>
              <a:gd name="T85" fmla="*/ 785 h 3002"/>
              <a:gd name="T86" fmla="*/ 2166 w 2589"/>
              <a:gd name="T87" fmla="*/ 853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589" h="3002">
                <a:moveTo>
                  <a:pt x="2555" y="713"/>
                </a:moveTo>
                <a:lnTo>
                  <a:pt x="2555" y="713"/>
                </a:lnTo>
                <a:cubicBezTo>
                  <a:pt x="2529" y="697"/>
                  <a:pt x="2500" y="705"/>
                  <a:pt x="2483" y="730"/>
                </a:cubicBezTo>
                <a:cubicBezTo>
                  <a:pt x="2470" y="756"/>
                  <a:pt x="2453" y="773"/>
                  <a:pt x="2432" y="789"/>
                </a:cubicBezTo>
                <a:cubicBezTo>
                  <a:pt x="2415" y="798"/>
                  <a:pt x="2398" y="811"/>
                  <a:pt x="2381" y="819"/>
                </a:cubicBezTo>
                <a:cubicBezTo>
                  <a:pt x="2369" y="823"/>
                  <a:pt x="2352" y="828"/>
                  <a:pt x="2339" y="832"/>
                </a:cubicBezTo>
                <a:cubicBezTo>
                  <a:pt x="1376" y="262"/>
                  <a:pt x="1376" y="262"/>
                  <a:pt x="1376" y="262"/>
                </a:cubicBezTo>
                <a:cubicBezTo>
                  <a:pt x="1368" y="236"/>
                  <a:pt x="1364" y="211"/>
                  <a:pt x="1364" y="190"/>
                </a:cubicBezTo>
                <a:cubicBezTo>
                  <a:pt x="1364" y="169"/>
                  <a:pt x="1368" y="152"/>
                  <a:pt x="1372" y="135"/>
                </a:cubicBezTo>
                <a:cubicBezTo>
                  <a:pt x="1376" y="118"/>
                  <a:pt x="1385" y="101"/>
                  <a:pt x="1393" y="88"/>
                </a:cubicBezTo>
                <a:cubicBezTo>
                  <a:pt x="1406" y="63"/>
                  <a:pt x="1397" y="29"/>
                  <a:pt x="1372" y="17"/>
                </a:cubicBezTo>
                <a:cubicBezTo>
                  <a:pt x="1347" y="0"/>
                  <a:pt x="1317" y="8"/>
                  <a:pt x="1300" y="34"/>
                </a:cubicBezTo>
                <a:cubicBezTo>
                  <a:pt x="1288" y="59"/>
                  <a:pt x="1275" y="84"/>
                  <a:pt x="1271" y="110"/>
                </a:cubicBezTo>
                <a:cubicBezTo>
                  <a:pt x="1262" y="135"/>
                  <a:pt x="1258" y="160"/>
                  <a:pt x="1258" y="190"/>
                </a:cubicBezTo>
                <a:cubicBezTo>
                  <a:pt x="1258" y="240"/>
                  <a:pt x="1271" y="295"/>
                  <a:pt x="1292" y="350"/>
                </a:cubicBezTo>
                <a:cubicBezTo>
                  <a:pt x="1309" y="397"/>
                  <a:pt x="1330" y="443"/>
                  <a:pt x="1355" y="490"/>
                </a:cubicBezTo>
                <a:cubicBezTo>
                  <a:pt x="1402" y="574"/>
                  <a:pt x="1461" y="663"/>
                  <a:pt x="1520" y="751"/>
                </a:cubicBezTo>
                <a:cubicBezTo>
                  <a:pt x="1533" y="773"/>
                  <a:pt x="1545" y="789"/>
                  <a:pt x="1562" y="811"/>
                </a:cubicBezTo>
                <a:cubicBezTo>
                  <a:pt x="1499" y="806"/>
                  <a:pt x="1440" y="802"/>
                  <a:pt x="1380" y="802"/>
                </a:cubicBezTo>
                <a:cubicBezTo>
                  <a:pt x="1309" y="802"/>
                  <a:pt x="1237" y="806"/>
                  <a:pt x="1169" y="815"/>
                </a:cubicBezTo>
                <a:cubicBezTo>
                  <a:pt x="1110" y="823"/>
                  <a:pt x="1051" y="836"/>
                  <a:pt x="996" y="857"/>
                </a:cubicBezTo>
                <a:lnTo>
                  <a:pt x="996" y="857"/>
                </a:lnTo>
                <a:cubicBezTo>
                  <a:pt x="954" y="870"/>
                  <a:pt x="916" y="887"/>
                  <a:pt x="878" y="908"/>
                </a:cubicBezTo>
                <a:cubicBezTo>
                  <a:pt x="836" y="933"/>
                  <a:pt x="794" y="963"/>
                  <a:pt x="755" y="996"/>
                </a:cubicBezTo>
                <a:cubicBezTo>
                  <a:pt x="717" y="1034"/>
                  <a:pt x="684" y="1077"/>
                  <a:pt x="658" y="1123"/>
                </a:cubicBezTo>
                <a:cubicBezTo>
                  <a:pt x="629" y="1174"/>
                  <a:pt x="608" y="1224"/>
                  <a:pt x="595" y="1275"/>
                </a:cubicBezTo>
                <a:cubicBezTo>
                  <a:pt x="578" y="1326"/>
                  <a:pt x="574" y="1376"/>
                  <a:pt x="574" y="1427"/>
                </a:cubicBezTo>
                <a:cubicBezTo>
                  <a:pt x="574" y="1469"/>
                  <a:pt x="578" y="1507"/>
                  <a:pt x="587" y="1550"/>
                </a:cubicBezTo>
                <a:lnTo>
                  <a:pt x="587" y="1550"/>
                </a:lnTo>
                <a:cubicBezTo>
                  <a:pt x="591" y="1579"/>
                  <a:pt x="595" y="1605"/>
                  <a:pt x="603" y="1630"/>
                </a:cubicBezTo>
                <a:cubicBezTo>
                  <a:pt x="637" y="1748"/>
                  <a:pt x="692" y="1862"/>
                  <a:pt x="760" y="1971"/>
                </a:cubicBezTo>
                <a:cubicBezTo>
                  <a:pt x="777" y="2000"/>
                  <a:pt x="798" y="2034"/>
                  <a:pt x="819" y="2068"/>
                </a:cubicBezTo>
                <a:cubicBezTo>
                  <a:pt x="688" y="2055"/>
                  <a:pt x="561" y="2043"/>
                  <a:pt x="447" y="2043"/>
                </a:cubicBezTo>
                <a:cubicBezTo>
                  <a:pt x="401" y="2043"/>
                  <a:pt x="359" y="2043"/>
                  <a:pt x="316" y="2047"/>
                </a:cubicBezTo>
                <a:cubicBezTo>
                  <a:pt x="291" y="2051"/>
                  <a:pt x="266" y="2055"/>
                  <a:pt x="244" y="2060"/>
                </a:cubicBezTo>
                <a:lnTo>
                  <a:pt x="240" y="2060"/>
                </a:lnTo>
                <a:cubicBezTo>
                  <a:pt x="206" y="2068"/>
                  <a:pt x="173" y="2081"/>
                  <a:pt x="139" y="2098"/>
                </a:cubicBezTo>
                <a:cubicBezTo>
                  <a:pt x="114" y="2110"/>
                  <a:pt x="88" y="2127"/>
                  <a:pt x="67" y="2144"/>
                </a:cubicBezTo>
                <a:cubicBezTo>
                  <a:pt x="46" y="2165"/>
                  <a:pt x="29" y="2186"/>
                  <a:pt x="12" y="2216"/>
                </a:cubicBezTo>
                <a:cubicBezTo>
                  <a:pt x="0" y="2241"/>
                  <a:pt x="8" y="2271"/>
                  <a:pt x="33" y="2288"/>
                </a:cubicBezTo>
                <a:cubicBezTo>
                  <a:pt x="54" y="2300"/>
                  <a:pt x="88" y="2292"/>
                  <a:pt x="105" y="2267"/>
                </a:cubicBezTo>
                <a:lnTo>
                  <a:pt x="105" y="2267"/>
                </a:lnTo>
                <a:cubicBezTo>
                  <a:pt x="118" y="2245"/>
                  <a:pt x="135" y="2229"/>
                  <a:pt x="156" y="2212"/>
                </a:cubicBezTo>
                <a:cubicBezTo>
                  <a:pt x="169" y="2199"/>
                  <a:pt x="185" y="2190"/>
                  <a:pt x="206" y="2182"/>
                </a:cubicBezTo>
                <a:cubicBezTo>
                  <a:pt x="219" y="2178"/>
                  <a:pt x="232" y="2174"/>
                  <a:pt x="249" y="2169"/>
                </a:cubicBezTo>
                <a:cubicBezTo>
                  <a:pt x="1212" y="2740"/>
                  <a:pt x="1212" y="2740"/>
                  <a:pt x="1212" y="2740"/>
                </a:cubicBezTo>
                <a:cubicBezTo>
                  <a:pt x="1220" y="2765"/>
                  <a:pt x="1220" y="2790"/>
                  <a:pt x="1220" y="2811"/>
                </a:cubicBezTo>
                <a:cubicBezTo>
                  <a:pt x="1220" y="2828"/>
                  <a:pt x="1220" y="2845"/>
                  <a:pt x="1216" y="2862"/>
                </a:cubicBezTo>
                <a:cubicBezTo>
                  <a:pt x="1212" y="2879"/>
                  <a:pt x="1203" y="2896"/>
                  <a:pt x="1195" y="2913"/>
                </a:cubicBezTo>
                <a:cubicBezTo>
                  <a:pt x="1178" y="2938"/>
                  <a:pt x="1186" y="2972"/>
                  <a:pt x="1212" y="2984"/>
                </a:cubicBezTo>
                <a:cubicBezTo>
                  <a:pt x="1237" y="3001"/>
                  <a:pt x="1271" y="2993"/>
                  <a:pt x="1288" y="2967"/>
                </a:cubicBezTo>
                <a:lnTo>
                  <a:pt x="1288" y="2967"/>
                </a:lnTo>
                <a:cubicBezTo>
                  <a:pt x="1300" y="2942"/>
                  <a:pt x="1309" y="2917"/>
                  <a:pt x="1317" y="2892"/>
                </a:cubicBezTo>
                <a:cubicBezTo>
                  <a:pt x="1326" y="2866"/>
                  <a:pt x="1326" y="2837"/>
                  <a:pt x="1326" y="2811"/>
                </a:cubicBezTo>
                <a:cubicBezTo>
                  <a:pt x="1326" y="2756"/>
                  <a:pt x="1317" y="2706"/>
                  <a:pt x="1296" y="2651"/>
                </a:cubicBezTo>
                <a:cubicBezTo>
                  <a:pt x="1279" y="2604"/>
                  <a:pt x="1258" y="2558"/>
                  <a:pt x="1228" y="2507"/>
                </a:cubicBezTo>
                <a:cubicBezTo>
                  <a:pt x="1186" y="2423"/>
                  <a:pt x="1127" y="2338"/>
                  <a:pt x="1064" y="2245"/>
                </a:cubicBezTo>
                <a:cubicBezTo>
                  <a:pt x="1051" y="2229"/>
                  <a:pt x="1038" y="2207"/>
                  <a:pt x="1026" y="2190"/>
                </a:cubicBezTo>
                <a:cubicBezTo>
                  <a:pt x="1085" y="2195"/>
                  <a:pt x="1148" y="2195"/>
                  <a:pt x="1207" y="2195"/>
                </a:cubicBezTo>
                <a:cubicBezTo>
                  <a:pt x="1279" y="2195"/>
                  <a:pt x="1351" y="2195"/>
                  <a:pt x="1419" y="2182"/>
                </a:cubicBezTo>
                <a:cubicBezTo>
                  <a:pt x="1478" y="2174"/>
                  <a:pt x="1537" y="2161"/>
                  <a:pt x="1592" y="2144"/>
                </a:cubicBezTo>
                <a:lnTo>
                  <a:pt x="1592" y="2144"/>
                </a:lnTo>
                <a:cubicBezTo>
                  <a:pt x="1634" y="2131"/>
                  <a:pt x="1672" y="2115"/>
                  <a:pt x="1706" y="2093"/>
                </a:cubicBezTo>
                <a:cubicBezTo>
                  <a:pt x="1752" y="2068"/>
                  <a:pt x="1794" y="2038"/>
                  <a:pt x="1828" y="2000"/>
                </a:cubicBezTo>
                <a:cubicBezTo>
                  <a:pt x="1866" y="1967"/>
                  <a:pt x="1900" y="1925"/>
                  <a:pt x="1930" y="1875"/>
                </a:cubicBezTo>
                <a:cubicBezTo>
                  <a:pt x="1959" y="1828"/>
                  <a:pt x="1980" y="1778"/>
                  <a:pt x="1993" y="1727"/>
                </a:cubicBezTo>
                <a:cubicBezTo>
                  <a:pt x="2006" y="1676"/>
                  <a:pt x="2014" y="1626"/>
                  <a:pt x="2014" y="1575"/>
                </a:cubicBezTo>
                <a:cubicBezTo>
                  <a:pt x="2014" y="1533"/>
                  <a:pt x="2010" y="1490"/>
                  <a:pt x="2001" y="1453"/>
                </a:cubicBezTo>
                <a:lnTo>
                  <a:pt x="2001" y="1448"/>
                </a:lnTo>
                <a:cubicBezTo>
                  <a:pt x="1997" y="1423"/>
                  <a:pt x="1989" y="1398"/>
                  <a:pt x="1984" y="1372"/>
                </a:cubicBezTo>
                <a:cubicBezTo>
                  <a:pt x="1951" y="1254"/>
                  <a:pt x="1896" y="1140"/>
                  <a:pt x="1828" y="1030"/>
                </a:cubicBezTo>
                <a:cubicBezTo>
                  <a:pt x="1811" y="996"/>
                  <a:pt x="1790" y="967"/>
                  <a:pt x="1769" y="933"/>
                </a:cubicBezTo>
                <a:cubicBezTo>
                  <a:pt x="1900" y="946"/>
                  <a:pt x="2022" y="958"/>
                  <a:pt x="2141" y="958"/>
                </a:cubicBezTo>
                <a:cubicBezTo>
                  <a:pt x="2187" y="958"/>
                  <a:pt x="2229" y="954"/>
                  <a:pt x="2272" y="950"/>
                </a:cubicBezTo>
                <a:cubicBezTo>
                  <a:pt x="2297" y="946"/>
                  <a:pt x="2322" y="946"/>
                  <a:pt x="2343" y="937"/>
                </a:cubicBezTo>
                <a:lnTo>
                  <a:pt x="2343" y="937"/>
                </a:lnTo>
                <a:cubicBezTo>
                  <a:pt x="2381" y="929"/>
                  <a:pt x="2415" y="916"/>
                  <a:pt x="2445" y="903"/>
                </a:cubicBezTo>
                <a:cubicBezTo>
                  <a:pt x="2474" y="891"/>
                  <a:pt x="2495" y="874"/>
                  <a:pt x="2517" y="853"/>
                </a:cubicBezTo>
                <a:cubicBezTo>
                  <a:pt x="2538" y="836"/>
                  <a:pt x="2559" y="811"/>
                  <a:pt x="2576" y="785"/>
                </a:cubicBezTo>
                <a:cubicBezTo>
                  <a:pt x="2588" y="760"/>
                  <a:pt x="2580" y="726"/>
                  <a:pt x="2555" y="713"/>
                </a:cubicBezTo>
                <a:close/>
                <a:moveTo>
                  <a:pt x="861" y="1047"/>
                </a:moveTo>
                <a:lnTo>
                  <a:pt x="861" y="1047"/>
                </a:lnTo>
                <a:cubicBezTo>
                  <a:pt x="895" y="1022"/>
                  <a:pt x="929" y="996"/>
                  <a:pt x="967" y="980"/>
                </a:cubicBezTo>
                <a:cubicBezTo>
                  <a:pt x="979" y="975"/>
                  <a:pt x="996" y="967"/>
                  <a:pt x="1009" y="963"/>
                </a:cubicBezTo>
                <a:cubicBezTo>
                  <a:pt x="1900" y="1490"/>
                  <a:pt x="1900" y="1490"/>
                  <a:pt x="1900" y="1490"/>
                </a:cubicBezTo>
                <a:cubicBezTo>
                  <a:pt x="1904" y="1520"/>
                  <a:pt x="1908" y="1545"/>
                  <a:pt x="1908" y="1575"/>
                </a:cubicBezTo>
                <a:cubicBezTo>
                  <a:pt x="1908" y="1617"/>
                  <a:pt x="1904" y="1659"/>
                  <a:pt x="1892" y="1697"/>
                </a:cubicBezTo>
                <a:cubicBezTo>
                  <a:pt x="1883" y="1723"/>
                  <a:pt x="1875" y="1748"/>
                  <a:pt x="1862" y="1778"/>
                </a:cubicBezTo>
                <a:cubicBezTo>
                  <a:pt x="777" y="1136"/>
                  <a:pt x="777" y="1136"/>
                  <a:pt x="777" y="1136"/>
                </a:cubicBezTo>
                <a:cubicBezTo>
                  <a:pt x="802" y="1102"/>
                  <a:pt x="832" y="1072"/>
                  <a:pt x="861" y="1047"/>
                </a:cubicBezTo>
                <a:close/>
                <a:moveTo>
                  <a:pt x="916" y="2212"/>
                </a:moveTo>
                <a:lnTo>
                  <a:pt x="916" y="2212"/>
                </a:lnTo>
                <a:cubicBezTo>
                  <a:pt x="996" y="2330"/>
                  <a:pt x="1072" y="2444"/>
                  <a:pt x="1131" y="2545"/>
                </a:cubicBezTo>
                <a:cubicBezTo>
                  <a:pt x="1136" y="2554"/>
                  <a:pt x="1144" y="2566"/>
                  <a:pt x="1148" y="2579"/>
                </a:cubicBezTo>
                <a:cubicBezTo>
                  <a:pt x="418" y="2148"/>
                  <a:pt x="418" y="2148"/>
                  <a:pt x="418" y="2148"/>
                </a:cubicBezTo>
                <a:cubicBezTo>
                  <a:pt x="430" y="2148"/>
                  <a:pt x="439" y="2148"/>
                  <a:pt x="447" y="2148"/>
                </a:cubicBezTo>
                <a:cubicBezTo>
                  <a:pt x="557" y="2148"/>
                  <a:pt x="679" y="2161"/>
                  <a:pt x="810" y="2174"/>
                </a:cubicBezTo>
                <a:cubicBezTo>
                  <a:pt x="836" y="2174"/>
                  <a:pt x="865" y="2178"/>
                  <a:pt x="891" y="2178"/>
                </a:cubicBezTo>
                <a:cubicBezTo>
                  <a:pt x="899" y="2190"/>
                  <a:pt x="907" y="2203"/>
                  <a:pt x="916" y="2212"/>
                </a:cubicBezTo>
                <a:close/>
                <a:moveTo>
                  <a:pt x="1207" y="2089"/>
                </a:moveTo>
                <a:lnTo>
                  <a:pt x="1207" y="2089"/>
                </a:lnTo>
                <a:cubicBezTo>
                  <a:pt x="1123" y="2089"/>
                  <a:pt x="1038" y="2085"/>
                  <a:pt x="950" y="2077"/>
                </a:cubicBezTo>
                <a:cubicBezTo>
                  <a:pt x="899" y="1996"/>
                  <a:pt x="844" y="1916"/>
                  <a:pt x="802" y="1837"/>
                </a:cubicBezTo>
                <a:cubicBezTo>
                  <a:pt x="772" y="1773"/>
                  <a:pt x="743" y="1714"/>
                  <a:pt x="722" y="1655"/>
                </a:cubicBezTo>
                <a:cubicBezTo>
                  <a:pt x="1435" y="2072"/>
                  <a:pt x="1435" y="2072"/>
                  <a:pt x="1435" y="2072"/>
                </a:cubicBezTo>
                <a:cubicBezTo>
                  <a:pt x="1431" y="2072"/>
                  <a:pt x="1431" y="2077"/>
                  <a:pt x="1427" y="2077"/>
                </a:cubicBezTo>
                <a:cubicBezTo>
                  <a:pt x="1359" y="2085"/>
                  <a:pt x="1283" y="2089"/>
                  <a:pt x="1207" y="2089"/>
                </a:cubicBezTo>
                <a:close/>
                <a:moveTo>
                  <a:pt x="1727" y="1954"/>
                </a:moveTo>
                <a:lnTo>
                  <a:pt x="1727" y="1954"/>
                </a:lnTo>
                <a:cubicBezTo>
                  <a:pt x="1693" y="1979"/>
                  <a:pt x="1659" y="2000"/>
                  <a:pt x="1617" y="2017"/>
                </a:cubicBezTo>
                <a:cubicBezTo>
                  <a:pt x="1604" y="2026"/>
                  <a:pt x="1592" y="2030"/>
                  <a:pt x="1579" y="2034"/>
                </a:cubicBezTo>
                <a:cubicBezTo>
                  <a:pt x="684" y="1507"/>
                  <a:pt x="684" y="1507"/>
                  <a:pt x="684" y="1507"/>
                </a:cubicBezTo>
                <a:cubicBezTo>
                  <a:pt x="684" y="1482"/>
                  <a:pt x="679" y="1453"/>
                  <a:pt x="679" y="1427"/>
                </a:cubicBezTo>
                <a:cubicBezTo>
                  <a:pt x="679" y="1385"/>
                  <a:pt x="684" y="1343"/>
                  <a:pt x="696" y="1300"/>
                </a:cubicBezTo>
                <a:cubicBezTo>
                  <a:pt x="701" y="1275"/>
                  <a:pt x="713" y="1250"/>
                  <a:pt x="722" y="1224"/>
                </a:cubicBezTo>
                <a:cubicBezTo>
                  <a:pt x="1811" y="1866"/>
                  <a:pt x="1811" y="1866"/>
                  <a:pt x="1811" y="1866"/>
                </a:cubicBezTo>
                <a:cubicBezTo>
                  <a:pt x="1786" y="1899"/>
                  <a:pt x="1756" y="1929"/>
                  <a:pt x="1727" y="1954"/>
                </a:cubicBezTo>
                <a:close/>
                <a:moveTo>
                  <a:pt x="1866" y="1347"/>
                </a:moveTo>
                <a:lnTo>
                  <a:pt x="1866" y="1347"/>
                </a:lnTo>
                <a:cubicBezTo>
                  <a:pt x="1152" y="925"/>
                  <a:pt x="1152" y="925"/>
                  <a:pt x="1152" y="925"/>
                </a:cubicBezTo>
                <a:cubicBezTo>
                  <a:pt x="1152" y="925"/>
                  <a:pt x="1157" y="925"/>
                  <a:pt x="1161" y="925"/>
                </a:cubicBezTo>
                <a:cubicBezTo>
                  <a:pt x="1228" y="912"/>
                  <a:pt x="1305" y="908"/>
                  <a:pt x="1380" y="908"/>
                </a:cubicBezTo>
                <a:cubicBezTo>
                  <a:pt x="1461" y="908"/>
                  <a:pt x="1549" y="912"/>
                  <a:pt x="1634" y="920"/>
                </a:cubicBezTo>
                <a:cubicBezTo>
                  <a:pt x="1689" y="1001"/>
                  <a:pt x="1740" y="1085"/>
                  <a:pt x="1786" y="1165"/>
                </a:cubicBezTo>
                <a:cubicBezTo>
                  <a:pt x="1815" y="1224"/>
                  <a:pt x="1845" y="1288"/>
                  <a:pt x="1866" y="1347"/>
                </a:cubicBezTo>
                <a:close/>
                <a:moveTo>
                  <a:pt x="1778" y="828"/>
                </a:moveTo>
                <a:lnTo>
                  <a:pt x="1778" y="828"/>
                </a:lnTo>
                <a:cubicBezTo>
                  <a:pt x="1752" y="828"/>
                  <a:pt x="1723" y="823"/>
                  <a:pt x="1693" y="819"/>
                </a:cubicBezTo>
                <a:cubicBezTo>
                  <a:pt x="1689" y="811"/>
                  <a:pt x="1680" y="798"/>
                  <a:pt x="1672" y="785"/>
                </a:cubicBezTo>
                <a:cubicBezTo>
                  <a:pt x="1592" y="671"/>
                  <a:pt x="1516" y="557"/>
                  <a:pt x="1457" y="456"/>
                </a:cubicBezTo>
                <a:cubicBezTo>
                  <a:pt x="1452" y="443"/>
                  <a:pt x="1444" y="430"/>
                  <a:pt x="1440" y="422"/>
                </a:cubicBezTo>
                <a:cubicBezTo>
                  <a:pt x="2166" y="853"/>
                  <a:pt x="2166" y="853"/>
                  <a:pt x="2166" y="853"/>
                </a:cubicBezTo>
                <a:cubicBezTo>
                  <a:pt x="2158" y="853"/>
                  <a:pt x="2149" y="853"/>
                  <a:pt x="2141" y="853"/>
                </a:cubicBezTo>
                <a:cubicBezTo>
                  <a:pt x="2031" y="853"/>
                  <a:pt x="1908" y="840"/>
                  <a:pt x="1778" y="828"/>
                </a:cubicBezTo>
                <a:close/>
              </a:path>
            </a:pathLst>
          </a:custGeom>
          <a:solidFill>
            <a:schemeClr val="tx2"/>
          </a:solidFill>
          <a:ln>
            <a:noFill/>
          </a:ln>
          <a:effectLst/>
        </p:spPr>
        <p:txBody>
          <a:bodyPr wrap="none" anchor="ctr"/>
          <a:lstStyle/>
          <a:p>
            <a:endParaRPr lang="da-DK"/>
          </a:p>
        </p:txBody>
      </p:sp>
      <p:grpSp>
        <p:nvGrpSpPr>
          <p:cNvPr id="307" name="Group 310">
            <a:extLst>
              <a:ext uri="{FF2B5EF4-FFF2-40B4-BE49-F238E27FC236}">
                <a16:creationId xmlns:a16="http://schemas.microsoft.com/office/drawing/2014/main" id="{7145E2CA-E13D-62E8-F6BC-74EE31AD909B}"/>
              </a:ext>
            </a:extLst>
          </p:cNvPr>
          <p:cNvGrpSpPr/>
          <p:nvPr/>
        </p:nvGrpSpPr>
        <p:grpSpPr>
          <a:xfrm>
            <a:off x="2155440" y="4374967"/>
            <a:ext cx="219500" cy="248272"/>
            <a:chOff x="3770313" y="1697038"/>
            <a:chExt cx="750887" cy="849312"/>
          </a:xfrm>
          <a:solidFill>
            <a:schemeClr val="tx2"/>
          </a:solidFill>
        </p:grpSpPr>
        <p:sp>
          <p:nvSpPr>
            <p:cNvPr id="308" name="Freeform 34">
              <a:extLst>
                <a:ext uri="{FF2B5EF4-FFF2-40B4-BE49-F238E27FC236}">
                  <a16:creationId xmlns:a16="http://schemas.microsoft.com/office/drawing/2014/main" id="{F08E26C1-6A74-5F9A-417C-402F09B8D61E}"/>
                </a:ext>
              </a:extLst>
            </p:cNvPr>
            <p:cNvSpPr>
              <a:spLocks noChangeArrowheads="1"/>
            </p:cNvSpPr>
            <p:nvPr/>
          </p:nvSpPr>
          <p:spPr bwMode="auto">
            <a:xfrm>
              <a:off x="451167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9" name="Freeform 35">
              <a:extLst>
                <a:ext uri="{FF2B5EF4-FFF2-40B4-BE49-F238E27FC236}">
                  <a16:creationId xmlns:a16="http://schemas.microsoft.com/office/drawing/2014/main" id="{1E81C00F-E2BB-5440-7161-301515F3100C}"/>
                </a:ext>
              </a:extLst>
            </p:cNvPr>
            <p:cNvSpPr>
              <a:spLocks noChangeArrowheads="1"/>
            </p:cNvSpPr>
            <p:nvPr/>
          </p:nvSpPr>
          <p:spPr bwMode="auto">
            <a:xfrm>
              <a:off x="3770313" y="1697038"/>
              <a:ext cx="750887" cy="849312"/>
            </a:xfrm>
            <a:custGeom>
              <a:avLst/>
              <a:gdLst>
                <a:gd name="T0" fmla="*/ 2057 w 2087"/>
                <a:gd name="T1" fmla="*/ 2040 h 2361"/>
                <a:gd name="T2" fmla="*/ 2057 w 2087"/>
                <a:gd name="T3" fmla="*/ 2040 h 2361"/>
                <a:gd name="T4" fmla="*/ 1407 w 2087"/>
                <a:gd name="T5" fmla="*/ 908 h 2361"/>
                <a:gd name="T6" fmla="*/ 1407 w 2087"/>
                <a:gd name="T7" fmla="*/ 105 h 2361"/>
                <a:gd name="T8" fmla="*/ 1508 w 2087"/>
                <a:gd name="T9" fmla="*/ 105 h 2361"/>
                <a:gd name="T10" fmla="*/ 1546 w 2087"/>
                <a:gd name="T11" fmla="*/ 89 h 2361"/>
                <a:gd name="T12" fmla="*/ 1559 w 2087"/>
                <a:gd name="T13" fmla="*/ 55 h 2361"/>
                <a:gd name="T14" fmla="*/ 1546 w 2087"/>
                <a:gd name="T15" fmla="*/ 17 h 2361"/>
                <a:gd name="T16" fmla="*/ 1508 w 2087"/>
                <a:gd name="T17" fmla="*/ 0 h 2361"/>
                <a:gd name="T18" fmla="*/ 1352 w 2087"/>
                <a:gd name="T19" fmla="*/ 0 h 2361"/>
                <a:gd name="T20" fmla="*/ 735 w 2087"/>
                <a:gd name="T21" fmla="*/ 0 h 2361"/>
                <a:gd name="T22" fmla="*/ 583 w 2087"/>
                <a:gd name="T23" fmla="*/ 0 h 2361"/>
                <a:gd name="T24" fmla="*/ 545 w 2087"/>
                <a:gd name="T25" fmla="*/ 17 h 2361"/>
                <a:gd name="T26" fmla="*/ 528 w 2087"/>
                <a:gd name="T27" fmla="*/ 55 h 2361"/>
                <a:gd name="T28" fmla="*/ 545 w 2087"/>
                <a:gd name="T29" fmla="*/ 89 h 2361"/>
                <a:gd name="T30" fmla="*/ 583 w 2087"/>
                <a:gd name="T31" fmla="*/ 105 h 2361"/>
                <a:gd name="T32" fmla="*/ 684 w 2087"/>
                <a:gd name="T33" fmla="*/ 105 h 2361"/>
                <a:gd name="T34" fmla="*/ 684 w 2087"/>
                <a:gd name="T35" fmla="*/ 908 h 2361"/>
                <a:gd name="T36" fmla="*/ 30 w 2087"/>
                <a:gd name="T37" fmla="*/ 2040 h 2361"/>
                <a:gd name="T38" fmla="*/ 0 w 2087"/>
                <a:gd name="T39" fmla="*/ 2145 h 2361"/>
                <a:gd name="T40" fmla="*/ 30 w 2087"/>
                <a:gd name="T41" fmla="*/ 2251 h 2361"/>
                <a:gd name="T42" fmla="*/ 30 w 2087"/>
                <a:gd name="T43" fmla="*/ 2251 h 2361"/>
                <a:gd name="T44" fmla="*/ 106 w 2087"/>
                <a:gd name="T45" fmla="*/ 2331 h 2361"/>
                <a:gd name="T46" fmla="*/ 216 w 2087"/>
                <a:gd name="T47" fmla="*/ 2360 h 2361"/>
                <a:gd name="T48" fmla="*/ 1875 w 2087"/>
                <a:gd name="T49" fmla="*/ 2360 h 2361"/>
                <a:gd name="T50" fmla="*/ 1981 w 2087"/>
                <a:gd name="T51" fmla="*/ 2331 h 2361"/>
                <a:gd name="T52" fmla="*/ 2057 w 2087"/>
                <a:gd name="T53" fmla="*/ 2251 h 2361"/>
                <a:gd name="T54" fmla="*/ 2057 w 2087"/>
                <a:gd name="T55" fmla="*/ 2251 h 2361"/>
                <a:gd name="T56" fmla="*/ 2086 w 2087"/>
                <a:gd name="T57" fmla="*/ 2145 h 2361"/>
                <a:gd name="T58" fmla="*/ 2057 w 2087"/>
                <a:gd name="T59" fmla="*/ 2040 h 2361"/>
                <a:gd name="T60" fmla="*/ 1968 w 2087"/>
                <a:gd name="T61" fmla="*/ 2200 h 2361"/>
                <a:gd name="T62" fmla="*/ 1968 w 2087"/>
                <a:gd name="T63" fmla="*/ 2200 h 2361"/>
                <a:gd name="T64" fmla="*/ 1930 w 2087"/>
                <a:gd name="T65" fmla="*/ 2238 h 2361"/>
                <a:gd name="T66" fmla="*/ 1875 w 2087"/>
                <a:gd name="T67" fmla="*/ 2255 h 2361"/>
                <a:gd name="T68" fmla="*/ 216 w 2087"/>
                <a:gd name="T69" fmla="*/ 2255 h 2361"/>
                <a:gd name="T70" fmla="*/ 161 w 2087"/>
                <a:gd name="T71" fmla="*/ 2238 h 2361"/>
                <a:gd name="T72" fmla="*/ 123 w 2087"/>
                <a:gd name="T73" fmla="*/ 2200 h 2361"/>
                <a:gd name="T74" fmla="*/ 106 w 2087"/>
                <a:gd name="T75" fmla="*/ 2145 h 2361"/>
                <a:gd name="T76" fmla="*/ 123 w 2087"/>
                <a:gd name="T77" fmla="*/ 2090 h 2361"/>
                <a:gd name="T78" fmla="*/ 123 w 2087"/>
                <a:gd name="T79" fmla="*/ 2090 h 2361"/>
                <a:gd name="T80" fmla="*/ 781 w 2087"/>
                <a:gd name="T81" fmla="*/ 950 h 2361"/>
                <a:gd name="T82" fmla="*/ 790 w 2087"/>
                <a:gd name="T83" fmla="*/ 920 h 2361"/>
                <a:gd name="T84" fmla="*/ 790 w 2087"/>
                <a:gd name="T85" fmla="*/ 105 h 2361"/>
                <a:gd name="T86" fmla="*/ 1301 w 2087"/>
                <a:gd name="T87" fmla="*/ 105 h 2361"/>
                <a:gd name="T88" fmla="*/ 1301 w 2087"/>
                <a:gd name="T89" fmla="*/ 920 h 2361"/>
                <a:gd name="T90" fmla="*/ 1305 w 2087"/>
                <a:gd name="T91" fmla="*/ 950 h 2361"/>
                <a:gd name="T92" fmla="*/ 1968 w 2087"/>
                <a:gd name="T93" fmla="*/ 2090 h 2361"/>
                <a:gd name="T94" fmla="*/ 1968 w 2087"/>
                <a:gd name="T95" fmla="*/ 2090 h 2361"/>
                <a:gd name="T96" fmla="*/ 1981 w 2087"/>
                <a:gd name="T97" fmla="*/ 2145 h 2361"/>
                <a:gd name="T98" fmla="*/ 1968 w 2087"/>
                <a:gd name="T99" fmla="*/ 2200 h 2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87" h="2361">
                  <a:moveTo>
                    <a:pt x="2057" y="2040"/>
                  </a:moveTo>
                  <a:lnTo>
                    <a:pt x="2057" y="2040"/>
                  </a:lnTo>
                  <a:cubicBezTo>
                    <a:pt x="1407" y="908"/>
                    <a:pt x="1407" y="908"/>
                    <a:pt x="1407" y="908"/>
                  </a:cubicBezTo>
                  <a:cubicBezTo>
                    <a:pt x="1407" y="105"/>
                    <a:pt x="1407" y="105"/>
                    <a:pt x="1407" y="105"/>
                  </a:cubicBezTo>
                  <a:cubicBezTo>
                    <a:pt x="1508" y="105"/>
                    <a:pt x="1508" y="105"/>
                    <a:pt x="1508" y="105"/>
                  </a:cubicBezTo>
                  <a:cubicBezTo>
                    <a:pt x="1521" y="105"/>
                    <a:pt x="1533" y="101"/>
                    <a:pt x="1546" y="89"/>
                  </a:cubicBezTo>
                  <a:cubicBezTo>
                    <a:pt x="1554" y="80"/>
                    <a:pt x="1559" y="67"/>
                    <a:pt x="1559" y="55"/>
                  </a:cubicBezTo>
                  <a:cubicBezTo>
                    <a:pt x="1559" y="38"/>
                    <a:pt x="1554" y="25"/>
                    <a:pt x="1546" y="17"/>
                  </a:cubicBezTo>
                  <a:cubicBezTo>
                    <a:pt x="1533" y="4"/>
                    <a:pt x="1521" y="0"/>
                    <a:pt x="1508" y="0"/>
                  </a:cubicBezTo>
                  <a:cubicBezTo>
                    <a:pt x="1352" y="0"/>
                    <a:pt x="1352" y="0"/>
                    <a:pt x="1352" y="0"/>
                  </a:cubicBezTo>
                  <a:cubicBezTo>
                    <a:pt x="735" y="0"/>
                    <a:pt x="735" y="0"/>
                    <a:pt x="735" y="0"/>
                  </a:cubicBezTo>
                  <a:cubicBezTo>
                    <a:pt x="583" y="0"/>
                    <a:pt x="583" y="0"/>
                    <a:pt x="583" y="0"/>
                  </a:cubicBezTo>
                  <a:cubicBezTo>
                    <a:pt x="566" y="0"/>
                    <a:pt x="553" y="4"/>
                    <a:pt x="545" y="17"/>
                  </a:cubicBezTo>
                  <a:cubicBezTo>
                    <a:pt x="532" y="25"/>
                    <a:pt x="528" y="38"/>
                    <a:pt x="528" y="55"/>
                  </a:cubicBezTo>
                  <a:cubicBezTo>
                    <a:pt x="528" y="67"/>
                    <a:pt x="532" y="80"/>
                    <a:pt x="545" y="89"/>
                  </a:cubicBezTo>
                  <a:cubicBezTo>
                    <a:pt x="553" y="101"/>
                    <a:pt x="566" y="105"/>
                    <a:pt x="583" y="105"/>
                  </a:cubicBezTo>
                  <a:cubicBezTo>
                    <a:pt x="684" y="105"/>
                    <a:pt x="684" y="105"/>
                    <a:pt x="684" y="105"/>
                  </a:cubicBezTo>
                  <a:cubicBezTo>
                    <a:pt x="684" y="908"/>
                    <a:pt x="684" y="908"/>
                    <a:pt x="684" y="908"/>
                  </a:cubicBezTo>
                  <a:cubicBezTo>
                    <a:pt x="30" y="2040"/>
                    <a:pt x="30" y="2040"/>
                    <a:pt x="30" y="2040"/>
                  </a:cubicBezTo>
                  <a:cubicBezTo>
                    <a:pt x="13" y="2073"/>
                    <a:pt x="0" y="2107"/>
                    <a:pt x="0" y="2145"/>
                  </a:cubicBezTo>
                  <a:cubicBezTo>
                    <a:pt x="0" y="2183"/>
                    <a:pt x="13" y="2221"/>
                    <a:pt x="30" y="2251"/>
                  </a:cubicBezTo>
                  <a:lnTo>
                    <a:pt x="30" y="2251"/>
                  </a:lnTo>
                  <a:cubicBezTo>
                    <a:pt x="51" y="2285"/>
                    <a:pt x="76" y="2314"/>
                    <a:pt x="106" y="2331"/>
                  </a:cubicBezTo>
                  <a:cubicBezTo>
                    <a:pt x="140" y="2348"/>
                    <a:pt x="178" y="2360"/>
                    <a:pt x="216" y="2360"/>
                  </a:cubicBezTo>
                  <a:cubicBezTo>
                    <a:pt x="1875" y="2360"/>
                    <a:pt x="1875" y="2360"/>
                    <a:pt x="1875" y="2360"/>
                  </a:cubicBezTo>
                  <a:cubicBezTo>
                    <a:pt x="1913" y="2360"/>
                    <a:pt x="1947" y="2348"/>
                    <a:pt x="1981" y="2331"/>
                  </a:cubicBezTo>
                  <a:cubicBezTo>
                    <a:pt x="2015" y="2314"/>
                    <a:pt x="2040" y="2285"/>
                    <a:pt x="2057" y="2251"/>
                  </a:cubicBezTo>
                  <a:lnTo>
                    <a:pt x="2057" y="2251"/>
                  </a:lnTo>
                  <a:cubicBezTo>
                    <a:pt x="2078" y="2221"/>
                    <a:pt x="2086" y="2183"/>
                    <a:pt x="2086" y="2145"/>
                  </a:cubicBezTo>
                  <a:cubicBezTo>
                    <a:pt x="2086" y="2107"/>
                    <a:pt x="2078" y="2073"/>
                    <a:pt x="2057" y="2040"/>
                  </a:cubicBezTo>
                  <a:close/>
                  <a:moveTo>
                    <a:pt x="1968" y="2200"/>
                  </a:moveTo>
                  <a:lnTo>
                    <a:pt x="1968" y="2200"/>
                  </a:lnTo>
                  <a:cubicBezTo>
                    <a:pt x="1956" y="2217"/>
                    <a:pt x="1943" y="2230"/>
                    <a:pt x="1930" y="2238"/>
                  </a:cubicBezTo>
                  <a:cubicBezTo>
                    <a:pt x="1913" y="2247"/>
                    <a:pt x="1896" y="2255"/>
                    <a:pt x="1875" y="2255"/>
                  </a:cubicBezTo>
                  <a:cubicBezTo>
                    <a:pt x="216" y="2255"/>
                    <a:pt x="216" y="2255"/>
                    <a:pt x="216" y="2255"/>
                  </a:cubicBezTo>
                  <a:cubicBezTo>
                    <a:pt x="194" y="2255"/>
                    <a:pt x="178" y="2247"/>
                    <a:pt x="161" y="2238"/>
                  </a:cubicBezTo>
                  <a:cubicBezTo>
                    <a:pt x="144" y="2230"/>
                    <a:pt x="131" y="2217"/>
                    <a:pt x="123" y="2200"/>
                  </a:cubicBezTo>
                  <a:cubicBezTo>
                    <a:pt x="110" y="2183"/>
                    <a:pt x="106" y="2162"/>
                    <a:pt x="106" y="2145"/>
                  </a:cubicBezTo>
                  <a:cubicBezTo>
                    <a:pt x="106" y="2128"/>
                    <a:pt x="110" y="2111"/>
                    <a:pt x="123" y="2090"/>
                  </a:cubicBezTo>
                  <a:lnTo>
                    <a:pt x="123" y="2090"/>
                  </a:lnTo>
                  <a:cubicBezTo>
                    <a:pt x="781" y="950"/>
                    <a:pt x="781" y="950"/>
                    <a:pt x="781" y="950"/>
                  </a:cubicBezTo>
                  <a:cubicBezTo>
                    <a:pt x="786" y="942"/>
                    <a:pt x="790" y="933"/>
                    <a:pt x="790" y="920"/>
                  </a:cubicBezTo>
                  <a:cubicBezTo>
                    <a:pt x="790" y="105"/>
                    <a:pt x="790" y="105"/>
                    <a:pt x="790" y="105"/>
                  </a:cubicBezTo>
                  <a:cubicBezTo>
                    <a:pt x="1301" y="105"/>
                    <a:pt x="1301" y="105"/>
                    <a:pt x="1301" y="105"/>
                  </a:cubicBezTo>
                  <a:cubicBezTo>
                    <a:pt x="1301" y="920"/>
                    <a:pt x="1301" y="920"/>
                    <a:pt x="1301" y="920"/>
                  </a:cubicBezTo>
                  <a:cubicBezTo>
                    <a:pt x="1301" y="933"/>
                    <a:pt x="1301" y="942"/>
                    <a:pt x="1305" y="950"/>
                  </a:cubicBezTo>
                  <a:cubicBezTo>
                    <a:pt x="1968" y="2090"/>
                    <a:pt x="1968" y="2090"/>
                    <a:pt x="1968" y="2090"/>
                  </a:cubicBezTo>
                  <a:lnTo>
                    <a:pt x="1968" y="2090"/>
                  </a:lnTo>
                  <a:cubicBezTo>
                    <a:pt x="1977" y="2111"/>
                    <a:pt x="1981" y="2128"/>
                    <a:pt x="1981" y="2145"/>
                  </a:cubicBezTo>
                  <a:cubicBezTo>
                    <a:pt x="1981" y="2162"/>
                    <a:pt x="1977" y="2183"/>
                    <a:pt x="1968" y="22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0" name="Freeform 36">
              <a:extLst>
                <a:ext uri="{FF2B5EF4-FFF2-40B4-BE49-F238E27FC236}">
                  <a16:creationId xmlns:a16="http://schemas.microsoft.com/office/drawing/2014/main" id="{1ADAA73F-DE40-4639-AC72-C53B73299FD4}"/>
                </a:ext>
              </a:extLst>
            </p:cNvPr>
            <p:cNvSpPr>
              <a:spLocks noChangeArrowheads="1"/>
            </p:cNvSpPr>
            <p:nvPr/>
          </p:nvSpPr>
          <p:spPr bwMode="auto">
            <a:xfrm>
              <a:off x="378142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1" name="Freeform 37">
              <a:extLst>
                <a:ext uri="{FF2B5EF4-FFF2-40B4-BE49-F238E27FC236}">
                  <a16:creationId xmlns:a16="http://schemas.microsoft.com/office/drawing/2014/main" id="{5EF5606D-4379-3E12-8FA4-5C4358549326}"/>
                </a:ext>
              </a:extLst>
            </p:cNvPr>
            <p:cNvSpPr>
              <a:spLocks noChangeArrowheads="1"/>
            </p:cNvSpPr>
            <p:nvPr/>
          </p:nvSpPr>
          <p:spPr bwMode="auto">
            <a:xfrm>
              <a:off x="3994150" y="2208213"/>
              <a:ext cx="306388" cy="38100"/>
            </a:xfrm>
            <a:custGeom>
              <a:avLst/>
              <a:gdLst>
                <a:gd name="T0" fmla="*/ 794 w 850"/>
                <a:gd name="T1" fmla="*/ 0 h 106"/>
                <a:gd name="T2" fmla="*/ 794 w 850"/>
                <a:gd name="T3" fmla="*/ 0 h 106"/>
                <a:gd name="T4" fmla="*/ 51 w 850"/>
                <a:gd name="T5" fmla="*/ 0 h 106"/>
                <a:gd name="T6" fmla="*/ 13 w 850"/>
                <a:gd name="T7" fmla="*/ 12 h 106"/>
                <a:gd name="T8" fmla="*/ 0 w 850"/>
                <a:gd name="T9" fmla="*/ 51 h 106"/>
                <a:gd name="T10" fmla="*/ 13 w 850"/>
                <a:gd name="T11" fmla="*/ 88 h 106"/>
                <a:gd name="T12" fmla="*/ 51 w 850"/>
                <a:gd name="T13" fmla="*/ 105 h 106"/>
                <a:gd name="T14" fmla="*/ 794 w 850"/>
                <a:gd name="T15" fmla="*/ 105 h 106"/>
                <a:gd name="T16" fmla="*/ 832 w 850"/>
                <a:gd name="T17" fmla="*/ 88 h 106"/>
                <a:gd name="T18" fmla="*/ 849 w 850"/>
                <a:gd name="T19" fmla="*/ 51 h 106"/>
                <a:gd name="T20" fmla="*/ 832 w 850"/>
                <a:gd name="T21" fmla="*/ 12 h 106"/>
                <a:gd name="T22" fmla="*/ 794 w 850"/>
                <a:gd name="T23"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0" h="106">
                  <a:moveTo>
                    <a:pt x="794" y="0"/>
                  </a:moveTo>
                  <a:lnTo>
                    <a:pt x="794" y="0"/>
                  </a:lnTo>
                  <a:cubicBezTo>
                    <a:pt x="51" y="0"/>
                    <a:pt x="51" y="0"/>
                    <a:pt x="51" y="0"/>
                  </a:cubicBezTo>
                  <a:cubicBezTo>
                    <a:pt x="38" y="0"/>
                    <a:pt x="25" y="4"/>
                    <a:pt x="13" y="12"/>
                  </a:cubicBezTo>
                  <a:cubicBezTo>
                    <a:pt x="4" y="25"/>
                    <a:pt x="0" y="38"/>
                    <a:pt x="0" y="51"/>
                  </a:cubicBezTo>
                  <a:cubicBezTo>
                    <a:pt x="0" y="63"/>
                    <a:pt x="4" y="80"/>
                    <a:pt x="13" y="88"/>
                  </a:cubicBezTo>
                  <a:cubicBezTo>
                    <a:pt x="25" y="97"/>
                    <a:pt x="38" y="105"/>
                    <a:pt x="51" y="105"/>
                  </a:cubicBezTo>
                  <a:cubicBezTo>
                    <a:pt x="794" y="105"/>
                    <a:pt x="794" y="105"/>
                    <a:pt x="794" y="105"/>
                  </a:cubicBezTo>
                  <a:cubicBezTo>
                    <a:pt x="807" y="105"/>
                    <a:pt x="823" y="97"/>
                    <a:pt x="832" y="88"/>
                  </a:cubicBezTo>
                  <a:cubicBezTo>
                    <a:pt x="840" y="80"/>
                    <a:pt x="849" y="63"/>
                    <a:pt x="849" y="51"/>
                  </a:cubicBezTo>
                  <a:cubicBezTo>
                    <a:pt x="849" y="38"/>
                    <a:pt x="840" y="25"/>
                    <a:pt x="832" y="12"/>
                  </a:cubicBezTo>
                  <a:cubicBezTo>
                    <a:pt x="823" y="4"/>
                    <a:pt x="807" y="0"/>
                    <a:pt x="7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12" name="Freeform 21">
            <a:extLst>
              <a:ext uri="{FF2B5EF4-FFF2-40B4-BE49-F238E27FC236}">
                <a16:creationId xmlns:a16="http://schemas.microsoft.com/office/drawing/2014/main" id="{A4B4CE39-762E-9122-23E4-F07C65316985}"/>
              </a:ext>
            </a:extLst>
          </p:cNvPr>
          <p:cNvSpPr>
            <a:spLocks noChangeArrowheads="1"/>
          </p:cNvSpPr>
          <p:nvPr/>
        </p:nvSpPr>
        <p:spPr bwMode="auto">
          <a:xfrm>
            <a:off x="1588359" y="4841347"/>
            <a:ext cx="245487" cy="233422"/>
          </a:xfrm>
          <a:custGeom>
            <a:avLst/>
            <a:gdLst>
              <a:gd name="T0" fmla="*/ 2234 w 2333"/>
              <a:gd name="T1" fmla="*/ 1807 h 2217"/>
              <a:gd name="T2" fmla="*/ 2006 w 2333"/>
              <a:gd name="T3" fmla="*/ 1794 h 2217"/>
              <a:gd name="T4" fmla="*/ 1990 w 2333"/>
              <a:gd name="T5" fmla="*/ 1195 h 2217"/>
              <a:gd name="T6" fmla="*/ 1424 w 2333"/>
              <a:gd name="T7" fmla="*/ 625 h 2217"/>
              <a:gd name="T8" fmla="*/ 1398 w 2333"/>
              <a:gd name="T9" fmla="*/ 431 h 2217"/>
              <a:gd name="T10" fmla="*/ 1517 w 2333"/>
              <a:gd name="T11" fmla="*/ 135 h 2217"/>
              <a:gd name="T12" fmla="*/ 1225 w 2333"/>
              <a:gd name="T13" fmla="*/ 17 h 2217"/>
              <a:gd name="T14" fmla="*/ 1103 w 2333"/>
              <a:gd name="T15" fmla="*/ 313 h 2217"/>
              <a:gd name="T16" fmla="*/ 1305 w 2333"/>
              <a:gd name="T17" fmla="*/ 638 h 2217"/>
              <a:gd name="T18" fmla="*/ 473 w 2333"/>
              <a:gd name="T19" fmla="*/ 511 h 2217"/>
              <a:gd name="T20" fmla="*/ 410 w 2333"/>
              <a:gd name="T21" fmla="*/ 207 h 2217"/>
              <a:gd name="T22" fmla="*/ 98 w 2333"/>
              <a:gd name="T23" fmla="*/ 270 h 2217"/>
              <a:gd name="T24" fmla="*/ 157 w 2333"/>
              <a:gd name="T25" fmla="*/ 579 h 2217"/>
              <a:gd name="T26" fmla="*/ 397 w 2333"/>
              <a:gd name="T27" fmla="*/ 587 h 2217"/>
              <a:gd name="T28" fmla="*/ 896 w 2333"/>
              <a:gd name="T29" fmla="*/ 1401 h 2217"/>
              <a:gd name="T30" fmla="*/ 351 w 2333"/>
              <a:gd name="T31" fmla="*/ 1692 h 2217"/>
              <a:gd name="T32" fmla="*/ 38 w 2333"/>
              <a:gd name="T33" fmla="*/ 1752 h 2217"/>
              <a:gd name="T34" fmla="*/ 102 w 2333"/>
              <a:gd name="T35" fmla="*/ 2064 h 2217"/>
              <a:gd name="T36" fmla="*/ 410 w 2333"/>
              <a:gd name="T37" fmla="*/ 2001 h 2217"/>
              <a:gd name="T38" fmla="*/ 431 w 2333"/>
              <a:gd name="T39" fmla="*/ 1785 h 2217"/>
              <a:gd name="T40" fmla="*/ 1424 w 2333"/>
              <a:gd name="T41" fmla="*/ 1760 h 2217"/>
              <a:gd name="T42" fmla="*/ 1740 w 2333"/>
              <a:gd name="T43" fmla="*/ 1671 h 2217"/>
              <a:gd name="T44" fmla="*/ 1884 w 2333"/>
              <a:gd name="T45" fmla="*/ 1992 h 2217"/>
              <a:gd name="T46" fmla="*/ 2108 w 2333"/>
              <a:gd name="T47" fmla="*/ 2216 h 2217"/>
              <a:gd name="T48" fmla="*/ 2332 w 2333"/>
              <a:gd name="T49" fmla="*/ 1992 h 2217"/>
              <a:gd name="T50" fmla="*/ 1212 w 2333"/>
              <a:gd name="T51" fmla="*/ 291 h 2217"/>
              <a:gd name="T52" fmla="*/ 1246 w 2333"/>
              <a:gd name="T53" fmla="*/ 127 h 2217"/>
              <a:gd name="T54" fmla="*/ 1407 w 2333"/>
              <a:gd name="T55" fmla="*/ 156 h 2217"/>
              <a:gd name="T56" fmla="*/ 1377 w 2333"/>
              <a:gd name="T57" fmla="*/ 321 h 2217"/>
              <a:gd name="T58" fmla="*/ 1212 w 2333"/>
              <a:gd name="T59" fmla="*/ 291 h 2217"/>
              <a:gd name="T60" fmla="*/ 237 w 2333"/>
              <a:gd name="T61" fmla="*/ 503 h 2217"/>
              <a:gd name="T62" fmla="*/ 174 w 2333"/>
              <a:gd name="T63" fmla="*/ 346 h 2217"/>
              <a:gd name="T64" fmla="*/ 330 w 2333"/>
              <a:gd name="T65" fmla="*/ 287 h 2217"/>
              <a:gd name="T66" fmla="*/ 393 w 2333"/>
              <a:gd name="T67" fmla="*/ 439 h 2217"/>
              <a:gd name="T68" fmla="*/ 334 w 2333"/>
              <a:gd name="T69" fmla="*/ 1925 h 2217"/>
              <a:gd name="T70" fmla="*/ 224 w 2333"/>
              <a:gd name="T71" fmla="*/ 1997 h 2217"/>
              <a:gd name="T72" fmla="*/ 106 w 2333"/>
              <a:gd name="T73" fmla="*/ 1878 h 2217"/>
              <a:gd name="T74" fmla="*/ 224 w 2333"/>
              <a:gd name="T75" fmla="*/ 1760 h 2217"/>
              <a:gd name="T76" fmla="*/ 342 w 2333"/>
              <a:gd name="T77" fmla="*/ 1878 h 2217"/>
              <a:gd name="T78" fmla="*/ 1424 w 2333"/>
              <a:gd name="T79" fmla="*/ 1654 h 2217"/>
              <a:gd name="T80" fmla="*/ 1022 w 2333"/>
              <a:gd name="T81" fmla="*/ 1414 h 2217"/>
              <a:gd name="T82" fmla="*/ 963 w 2333"/>
              <a:gd name="T83" fmla="*/ 1195 h 2217"/>
              <a:gd name="T84" fmla="*/ 1424 w 2333"/>
              <a:gd name="T85" fmla="*/ 731 h 2217"/>
              <a:gd name="T86" fmla="*/ 1884 w 2333"/>
              <a:gd name="T87" fmla="*/ 1195 h 2217"/>
              <a:gd name="T88" fmla="*/ 1424 w 2333"/>
              <a:gd name="T89" fmla="*/ 1654 h 2217"/>
              <a:gd name="T90" fmla="*/ 2175 w 2333"/>
              <a:gd name="T91" fmla="*/ 2089 h 2217"/>
              <a:gd name="T92" fmla="*/ 2011 w 2333"/>
              <a:gd name="T93" fmla="*/ 2056 h 2217"/>
              <a:gd name="T94" fmla="*/ 2044 w 2333"/>
              <a:gd name="T95" fmla="*/ 1895 h 2217"/>
              <a:gd name="T96" fmla="*/ 2209 w 2333"/>
              <a:gd name="T97" fmla="*/ 1925 h 2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33" h="2217">
                <a:moveTo>
                  <a:pt x="2315" y="1904"/>
                </a:moveTo>
                <a:lnTo>
                  <a:pt x="2315" y="1904"/>
                </a:lnTo>
                <a:cubicBezTo>
                  <a:pt x="2298" y="1866"/>
                  <a:pt x="2272" y="1832"/>
                  <a:pt x="2234" y="1807"/>
                </a:cubicBezTo>
                <a:cubicBezTo>
                  <a:pt x="2201" y="1781"/>
                  <a:pt x="2154" y="1769"/>
                  <a:pt x="2108" y="1769"/>
                </a:cubicBezTo>
                <a:cubicBezTo>
                  <a:pt x="2078" y="1769"/>
                  <a:pt x="2049" y="1773"/>
                  <a:pt x="2023" y="1785"/>
                </a:cubicBezTo>
                <a:cubicBezTo>
                  <a:pt x="2019" y="1785"/>
                  <a:pt x="2011" y="1790"/>
                  <a:pt x="2006" y="1794"/>
                </a:cubicBezTo>
                <a:cubicBezTo>
                  <a:pt x="1816" y="1600"/>
                  <a:pt x="1816" y="1600"/>
                  <a:pt x="1816" y="1600"/>
                </a:cubicBezTo>
                <a:cubicBezTo>
                  <a:pt x="1846" y="1574"/>
                  <a:pt x="1871" y="1540"/>
                  <a:pt x="1892" y="1511"/>
                </a:cubicBezTo>
                <a:cubicBezTo>
                  <a:pt x="1956" y="1418"/>
                  <a:pt x="1990" y="1309"/>
                  <a:pt x="1990" y="1195"/>
                </a:cubicBezTo>
                <a:cubicBezTo>
                  <a:pt x="1990" y="1115"/>
                  <a:pt x="1977" y="1039"/>
                  <a:pt x="1947" y="971"/>
                </a:cubicBezTo>
                <a:cubicBezTo>
                  <a:pt x="1905" y="870"/>
                  <a:pt x="1833" y="786"/>
                  <a:pt x="1740" y="722"/>
                </a:cubicBezTo>
                <a:cubicBezTo>
                  <a:pt x="1652" y="663"/>
                  <a:pt x="1542" y="625"/>
                  <a:pt x="1424" y="625"/>
                </a:cubicBezTo>
                <a:cubicBezTo>
                  <a:pt x="1419" y="625"/>
                  <a:pt x="1415" y="625"/>
                  <a:pt x="1411" y="629"/>
                </a:cubicBezTo>
                <a:cubicBezTo>
                  <a:pt x="1373" y="439"/>
                  <a:pt x="1373" y="439"/>
                  <a:pt x="1373" y="439"/>
                </a:cubicBezTo>
                <a:cubicBezTo>
                  <a:pt x="1381" y="435"/>
                  <a:pt x="1390" y="435"/>
                  <a:pt x="1398" y="431"/>
                </a:cubicBezTo>
                <a:cubicBezTo>
                  <a:pt x="1436" y="414"/>
                  <a:pt x="1470" y="384"/>
                  <a:pt x="1495" y="351"/>
                </a:cubicBezTo>
                <a:cubicBezTo>
                  <a:pt x="1521" y="313"/>
                  <a:pt x="1533" y="270"/>
                  <a:pt x="1533" y="224"/>
                </a:cubicBezTo>
                <a:cubicBezTo>
                  <a:pt x="1533" y="194"/>
                  <a:pt x="1529" y="165"/>
                  <a:pt x="1517" y="135"/>
                </a:cubicBezTo>
                <a:cubicBezTo>
                  <a:pt x="1500" y="97"/>
                  <a:pt x="1470" y="63"/>
                  <a:pt x="1436" y="38"/>
                </a:cubicBezTo>
                <a:cubicBezTo>
                  <a:pt x="1398" y="13"/>
                  <a:pt x="1356" y="0"/>
                  <a:pt x="1310" y="0"/>
                </a:cubicBezTo>
                <a:cubicBezTo>
                  <a:pt x="1280" y="0"/>
                  <a:pt x="1250" y="4"/>
                  <a:pt x="1225" y="17"/>
                </a:cubicBezTo>
                <a:cubicBezTo>
                  <a:pt x="1183" y="34"/>
                  <a:pt x="1149" y="63"/>
                  <a:pt x="1124" y="97"/>
                </a:cubicBezTo>
                <a:cubicBezTo>
                  <a:pt x="1103" y="135"/>
                  <a:pt x="1086" y="177"/>
                  <a:pt x="1086" y="224"/>
                </a:cubicBezTo>
                <a:cubicBezTo>
                  <a:pt x="1086" y="253"/>
                  <a:pt x="1094" y="283"/>
                  <a:pt x="1103" y="313"/>
                </a:cubicBezTo>
                <a:cubicBezTo>
                  <a:pt x="1120" y="351"/>
                  <a:pt x="1149" y="384"/>
                  <a:pt x="1187" y="410"/>
                </a:cubicBezTo>
                <a:cubicBezTo>
                  <a:pt x="1208" y="427"/>
                  <a:pt x="1238" y="435"/>
                  <a:pt x="1267" y="443"/>
                </a:cubicBezTo>
                <a:cubicBezTo>
                  <a:pt x="1305" y="638"/>
                  <a:pt x="1305" y="638"/>
                  <a:pt x="1305" y="638"/>
                </a:cubicBezTo>
                <a:cubicBezTo>
                  <a:pt x="1272" y="646"/>
                  <a:pt x="1238" y="659"/>
                  <a:pt x="1204" y="672"/>
                </a:cubicBezTo>
                <a:cubicBezTo>
                  <a:pt x="1111" y="710"/>
                  <a:pt x="1035" y="773"/>
                  <a:pt x="976" y="849"/>
                </a:cubicBezTo>
                <a:cubicBezTo>
                  <a:pt x="473" y="511"/>
                  <a:pt x="473" y="511"/>
                  <a:pt x="473" y="511"/>
                </a:cubicBezTo>
                <a:cubicBezTo>
                  <a:pt x="494" y="477"/>
                  <a:pt x="507" y="439"/>
                  <a:pt x="507" y="393"/>
                </a:cubicBezTo>
                <a:cubicBezTo>
                  <a:pt x="507" y="363"/>
                  <a:pt x="503" y="334"/>
                  <a:pt x="490" y="308"/>
                </a:cubicBezTo>
                <a:cubicBezTo>
                  <a:pt x="473" y="266"/>
                  <a:pt x="444" y="232"/>
                  <a:pt x="410" y="207"/>
                </a:cubicBezTo>
                <a:cubicBezTo>
                  <a:pt x="372" y="186"/>
                  <a:pt x="330" y="169"/>
                  <a:pt x="283" y="169"/>
                </a:cubicBezTo>
                <a:cubicBezTo>
                  <a:pt x="254" y="169"/>
                  <a:pt x="224" y="177"/>
                  <a:pt x="195" y="190"/>
                </a:cubicBezTo>
                <a:cubicBezTo>
                  <a:pt x="157" y="207"/>
                  <a:pt x="123" y="232"/>
                  <a:pt x="98" y="270"/>
                </a:cubicBezTo>
                <a:cubicBezTo>
                  <a:pt x="72" y="304"/>
                  <a:pt x="59" y="346"/>
                  <a:pt x="59" y="393"/>
                </a:cubicBezTo>
                <a:cubicBezTo>
                  <a:pt x="59" y="427"/>
                  <a:pt x="64" y="456"/>
                  <a:pt x="76" y="482"/>
                </a:cubicBezTo>
                <a:cubicBezTo>
                  <a:pt x="93" y="524"/>
                  <a:pt x="123" y="557"/>
                  <a:pt x="157" y="579"/>
                </a:cubicBezTo>
                <a:cubicBezTo>
                  <a:pt x="195" y="604"/>
                  <a:pt x="237" y="617"/>
                  <a:pt x="283" y="617"/>
                </a:cubicBezTo>
                <a:cubicBezTo>
                  <a:pt x="313" y="617"/>
                  <a:pt x="342" y="612"/>
                  <a:pt x="372" y="600"/>
                </a:cubicBezTo>
                <a:cubicBezTo>
                  <a:pt x="380" y="595"/>
                  <a:pt x="389" y="591"/>
                  <a:pt x="397" y="587"/>
                </a:cubicBezTo>
                <a:cubicBezTo>
                  <a:pt x="917" y="938"/>
                  <a:pt x="917" y="938"/>
                  <a:pt x="917" y="938"/>
                </a:cubicBezTo>
                <a:cubicBezTo>
                  <a:pt x="879" y="1014"/>
                  <a:pt x="858" y="1102"/>
                  <a:pt x="858" y="1195"/>
                </a:cubicBezTo>
                <a:cubicBezTo>
                  <a:pt x="858" y="1267"/>
                  <a:pt x="870" y="1339"/>
                  <a:pt x="896" y="1401"/>
                </a:cubicBezTo>
                <a:cubicBezTo>
                  <a:pt x="376" y="1692"/>
                  <a:pt x="376" y="1692"/>
                  <a:pt x="376" y="1692"/>
                </a:cubicBezTo>
                <a:cubicBezTo>
                  <a:pt x="372" y="1697"/>
                  <a:pt x="368" y="1701"/>
                  <a:pt x="368" y="1701"/>
                </a:cubicBezTo>
                <a:cubicBezTo>
                  <a:pt x="359" y="1697"/>
                  <a:pt x="355" y="1697"/>
                  <a:pt x="351" y="1692"/>
                </a:cubicBezTo>
                <a:cubicBezTo>
                  <a:pt x="317" y="1667"/>
                  <a:pt x="271" y="1654"/>
                  <a:pt x="224" y="1654"/>
                </a:cubicBezTo>
                <a:cubicBezTo>
                  <a:pt x="195" y="1654"/>
                  <a:pt x="165" y="1659"/>
                  <a:pt x="140" y="1671"/>
                </a:cubicBezTo>
                <a:cubicBezTo>
                  <a:pt x="98" y="1688"/>
                  <a:pt x="64" y="1718"/>
                  <a:pt x="38" y="1752"/>
                </a:cubicBezTo>
                <a:cubicBezTo>
                  <a:pt x="17" y="1790"/>
                  <a:pt x="0" y="1832"/>
                  <a:pt x="0" y="1878"/>
                </a:cubicBezTo>
                <a:cubicBezTo>
                  <a:pt x="0" y="1908"/>
                  <a:pt x="9" y="1937"/>
                  <a:pt x="21" y="1963"/>
                </a:cubicBezTo>
                <a:cubicBezTo>
                  <a:pt x="38" y="2005"/>
                  <a:pt x="64" y="2039"/>
                  <a:pt x="102" y="2064"/>
                </a:cubicBezTo>
                <a:cubicBezTo>
                  <a:pt x="136" y="2085"/>
                  <a:pt x="182" y="2102"/>
                  <a:pt x="224" y="2102"/>
                </a:cubicBezTo>
                <a:cubicBezTo>
                  <a:pt x="258" y="2102"/>
                  <a:pt x="288" y="2094"/>
                  <a:pt x="313" y="2085"/>
                </a:cubicBezTo>
                <a:cubicBezTo>
                  <a:pt x="355" y="2068"/>
                  <a:pt x="389" y="2039"/>
                  <a:pt x="410" y="2001"/>
                </a:cubicBezTo>
                <a:cubicBezTo>
                  <a:pt x="435" y="1967"/>
                  <a:pt x="448" y="1925"/>
                  <a:pt x="448" y="1878"/>
                </a:cubicBezTo>
                <a:cubicBezTo>
                  <a:pt x="448" y="1844"/>
                  <a:pt x="444" y="1815"/>
                  <a:pt x="431" y="1790"/>
                </a:cubicBezTo>
                <a:lnTo>
                  <a:pt x="431" y="1785"/>
                </a:lnTo>
                <a:cubicBezTo>
                  <a:pt x="946" y="1494"/>
                  <a:pt x="946" y="1494"/>
                  <a:pt x="946" y="1494"/>
                </a:cubicBezTo>
                <a:cubicBezTo>
                  <a:pt x="989" y="1562"/>
                  <a:pt x="1044" y="1617"/>
                  <a:pt x="1107" y="1663"/>
                </a:cubicBezTo>
                <a:cubicBezTo>
                  <a:pt x="1200" y="1722"/>
                  <a:pt x="1305" y="1760"/>
                  <a:pt x="1424" y="1760"/>
                </a:cubicBezTo>
                <a:cubicBezTo>
                  <a:pt x="1504" y="1760"/>
                  <a:pt x="1576" y="1743"/>
                  <a:pt x="1643" y="1714"/>
                </a:cubicBezTo>
                <a:cubicBezTo>
                  <a:pt x="1677" y="1701"/>
                  <a:pt x="1707" y="1684"/>
                  <a:pt x="1732" y="1667"/>
                </a:cubicBezTo>
                <a:cubicBezTo>
                  <a:pt x="1736" y="1667"/>
                  <a:pt x="1736" y="1671"/>
                  <a:pt x="1740" y="1671"/>
                </a:cubicBezTo>
                <a:cubicBezTo>
                  <a:pt x="1926" y="1861"/>
                  <a:pt x="1926" y="1861"/>
                  <a:pt x="1926" y="1861"/>
                </a:cubicBezTo>
                <a:cubicBezTo>
                  <a:pt x="1926" y="1861"/>
                  <a:pt x="1926" y="1866"/>
                  <a:pt x="1922" y="1866"/>
                </a:cubicBezTo>
                <a:cubicBezTo>
                  <a:pt x="1901" y="1904"/>
                  <a:pt x="1884" y="1946"/>
                  <a:pt x="1884" y="1992"/>
                </a:cubicBezTo>
                <a:cubicBezTo>
                  <a:pt x="1884" y="2022"/>
                  <a:pt x="1892" y="2052"/>
                  <a:pt x="1905" y="2077"/>
                </a:cubicBezTo>
                <a:cubicBezTo>
                  <a:pt x="1922" y="2119"/>
                  <a:pt x="1947" y="2153"/>
                  <a:pt x="1985" y="2178"/>
                </a:cubicBezTo>
                <a:cubicBezTo>
                  <a:pt x="2019" y="2199"/>
                  <a:pt x="2061" y="2216"/>
                  <a:pt x="2108" y="2216"/>
                </a:cubicBezTo>
                <a:cubicBezTo>
                  <a:pt x="2142" y="2216"/>
                  <a:pt x="2171" y="2208"/>
                  <a:pt x="2196" y="2199"/>
                </a:cubicBezTo>
                <a:cubicBezTo>
                  <a:pt x="2239" y="2182"/>
                  <a:pt x="2272" y="2153"/>
                  <a:pt x="2294" y="2115"/>
                </a:cubicBezTo>
                <a:cubicBezTo>
                  <a:pt x="2319" y="2081"/>
                  <a:pt x="2332" y="2039"/>
                  <a:pt x="2332" y="1992"/>
                </a:cubicBezTo>
                <a:cubicBezTo>
                  <a:pt x="2332" y="1959"/>
                  <a:pt x="2327" y="1929"/>
                  <a:pt x="2315" y="1904"/>
                </a:cubicBezTo>
                <a:close/>
                <a:moveTo>
                  <a:pt x="1212" y="291"/>
                </a:moveTo>
                <a:lnTo>
                  <a:pt x="1212" y="291"/>
                </a:lnTo>
                <a:cubicBezTo>
                  <a:pt x="1200" y="270"/>
                  <a:pt x="1191" y="249"/>
                  <a:pt x="1191" y="224"/>
                </a:cubicBezTo>
                <a:cubicBezTo>
                  <a:pt x="1191" y="207"/>
                  <a:pt x="1196" y="190"/>
                  <a:pt x="1200" y="177"/>
                </a:cubicBezTo>
                <a:cubicBezTo>
                  <a:pt x="1208" y="156"/>
                  <a:pt x="1225" y="139"/>
                  <a:pt x="1246" y="127"/>
                </a:cubicBezTo>
                <a:cubicBezTo>
                  <a:pt x="1263" y="114"/>
                  <a:pt x="1284" y="106"/>
                  <a:pt x="1310" y="106"/>
                </a:cubicBezTo>
                <a:cubicBezTo>
                  <a:pt x="1326" y="106"/>
                  <a:pt x="1343" y="110"/>
                  <a:pt x="1356" y="114"/>
                </a:cubicBezTo>
                <a:cubicBezTo>
                  <a:pt x="1377" y="122"/>
                  <a:pt x="1394" y="139"/>
                  <a:pt x="1407" y="156"/>
                </a:cubicBezTo>
                <a:cubicBezTo>
                  <a:pt x="1419" y="177"/>
                  <a:pt x="1428" y="199"/>
                  <a:pt x="1428" y="224"/>
                </a:cubicBezTo>
                <a:cubicBezTo>
                  <a:pt x="1428" y="241"/>
                  <a:pt x="1424" y="253"/>
                  <a:pt x="1419" y="270"/>
                </a:cubicBezTo>
                <a:cubicBezTo>
                  <a:pt x="1411" y="291"/>
                  <a:pt x="1394" y="308"/>
                  <a:pt x="1377" y="321"/>
                </a:cubicBezTo>
                <a:cubicBezTo>
                  <a:pt x="1356" y="334"/>
                  <a:pt x="1335" y="342"/>
                  <a:pt x="1310" y="342"/>
                </a:cubicBezTo>
                <a:cubicBezTo>
                  <a:pt x="1293" y="342"/>
                  <a:pt x="1280" y="338"/>
                  <a:pt x="1263" y="334"/>
                </a:cubicBezTo>
                <a:cubicBezTo>
                  <a:pt x="1242" y="325"/>
                  <a:pt x="1225" y="308"/>
                  <a:pt x="1212" y="291"/>
                </a:cubicBezTo>
                <a:close/>
                <a:moveTo>
                  <a:pt x="283" y="511"/>
                </a:moveTo>
                <a:lnTo>
                  <a:pt x="283" y="511"/>
                </a:lnTo>
                <a:cubicBezTo>
                  <a:pt x="266" y="511"/>
                  <a:pt x="250" y="511"/>
                  <a:pt x="237" y="503"/>
                </a:cubicBezTo>
                <a:cubicBezTo>
                  <a:pt x="216" y="494"/>
                  <a:pt x="199" y="482"/>
                  <a:pt x="186" y="460"/>
                </a:cubicBezTo>
                <a:cubicBezTo>
                  <a:pt x="174" y="443"/>
                  <a:pt x="165" y="418"/>
                  <a:pt x="165" y="393"/>
                </a:cubicBezTo>
                <a:cubicBezTo>
                  <a:pt x="165" y="376"/>
                  <a:pt x="169" y="363"/>
                  <a:pt x="174" y="346"/>
                </a:cubicBezTo>
                <a:cubicBezTo>
                  <a:pt x="182" y="325"/>
                  <a:pt x="199" y="308"/>
                  <a:pt x="216" y="296"/>
                </a:cubicBezTo>
                <a:cubicBezTo>
                  <a:pt x="237" y="283"/>
                  <a:pt x="258" y="275"/>
                  <a:pt x="283" y="275"/>
                </a:cubicBezTo>
                <a:cubicBezTo>
                  <a:pt x="300" y="275"/>
                  <a:pt x="317" y="279"/>
                  <a:pt x="330" y="287"/>
                </a:cubicBezTo>
                <a:cubicBezTo>
                  <a:pt x="351" y="296"/>
                  <a:pt x="368" y="308"/>
                  <a:pt x="380" y="330"/>
                </a:cubicBezTo>
                <a:cubicBezTo>
                  <a:pt x="393" y="346"/>
                  <a:pt x="402" y="372"/>
                  <a:pt x="402" y="393"/>
                </a:cubicBezTo>
                <a:cubicBezTo>
                  <a:pt x="402" y="410"/>
                  <a:pt x="397" y="427"/>
                  <a:pt x="393" y="439"/>
                </a:cubicBezTo>
                <a:cubicBezTo>
                  <a:pt x="385" y="460"/>
                  <a:pt x="368" y="482"/>
                  <a:pt x="351" y="494"/>
                </a:cubicBezTo>
                <a:cubicBezTo>
                  <a:pt x="330" y="507"/>
                  <a:pt x="309" y="511"/>
                  <a:pt x="283" y="511"/>
                </a:cubicBezTo>
                <a:close/>
                <a:moveTo>
                  <a:pt x="334" y="1925"/>
                </a:moveTo>
                <a:lnTo>
                  <a:pt x="334" y="1925"/>
                </a:lnTo>
                <a:cubicBezTo>
                  <a:pt x="326" y="1946"/>
                  <a:pt x="313" y="1963"/>
                  <a:pt x="292" y="1975"/>
                </a:cubicBezTo>
                <a:cubicBezTo>
                  <a:pt x="275" y="1988"/>
                  <a:pt x="250" y="1997"/>
                  <a:pt x="224" y="1997"/>
                </a:cubicBezTo>
                <a:cubicBezTo>
                  <a:pt x="211" y="1997"/>
                  <a:pt x="195" y="1992"/>
                  <a:pt x="182" y="1988"/>
                </a:cubicBezTo>
                <a:cubicBezTo>
                  <a:pt x="161" y="1975"/>
                  <a:pt x="140" y="1963"/>
                  <a:pt x="127" y="1942"/>
                </a:cubicBezTo>
                <a:cubicBezTo>
                  <a:pt x="114" y="1925"/>
                  <a:pt x="106" y="1904"/>
                  <a:pt x="106" y="1878"/>
                </a:cubicBezTo>
                <a:cubicBezTo>
                  <a:pt x="106" y="1861"/>
                  <a:pt x="110" y="1844"/>
                  <a:pt x="119" y="1832"/>
                </a:cubicBezTo>
                <a:cubicBezTo>
                  <a:pt x="127" y="1811"/>
                  <a:pt x="140" y="1794"/>
                  <a:pt x="161" y="1777"/>
                </a:cubicBezTo>
                <a:cubicBezTo>
                  <a:pt x="178" y="1764"/>
                  <a:pt x="203" y="1760"/>
                  <a:pt x="224" y="1760"/>
                </a:cubicBezTo>
                <a:cubicBezTo>
                  <a:pt x="241" y="1760"/>
                  <a:pt x="258" y="1760"/>
                  <a:pt x="271" y="1769"/>
                </a:cubicBezTo>
                <a:cubicBezTo>
                  <a:pt x="292" y="1777"/>
                  <a:pt x="313" y="1794"/>
                  <a:pt x="326" y="1811"/>
                </a:cubicBezTo>
                <a:cubicBezTo>
                  <a:pt x="338" y="1832"/>
                  <a:pt x="342" y="1853"/>
                  <a:pt x="342" y="1878"/>
                </a:cubicBezTo>
                <a:cubicBezTo>
                  <a:pt x="342" y="1895"/>
                  <a:pt x="342" y="1908"/>
                  <a:pt x="334" y="1925"/>
                </a:cubicBezTo>
                <a:close/>
                <a:moveTo>
                  <a:pt x="1424" y="1654"/>
                </a:moveTo>
                <a:lnTo>
                  <a:pt x="1424" y="1654"/>
                </a:lnTo>
                <a:cubicBezTo>
                  <a:pt x="1360" y="1654"/>
                  <a:pt x="1301" y="1642"/>
                  <a:pt x="1246" y="1617"/>
                </a:cubicBezTo>
                <a:cubicBezTo>
                  <a:pt x="1162" y="1583"/>
                  <a:pt x="1094" y="1524"/>
                  <a:pt x="1044" y="1452"/>
                </a:cubicBezTo>
                <a:cubicBezTo>
                  <a:pt x="1035" y="1439"/>
                  <a:pt x="1027" y="1427"/>
                  <a:pt x="1022" y="1414"/>
                </a:cubicBezTo>
                <a:cubicBezTo>
                  <a:pt x="1018" y="1405"/>
                  <a:pt x="1018" y="1401"/>
                  <a:pt x="1014" y="1394"/>
                </a:cubicBezTo>
                <a:cubicBezTo>
                  <a:pt x="1010" y="1389"/>
                  <a:pt x="1010" y="1389"/>
                  <a:pt x="1005" y="1385"/>
                </a:cubicBezTo>
                <a:cubicBezTo>
                  <a:pt x="980" y="1326"/>
                  <a:pt x="963" y="1263"/>
                  <a:pt x="963" y="1195"/>
                </a:cubicBezTo>
                <a:cubicBezTo>
                  <a:pt x="963" y="1128"/>
                  <a:pt x="976" y="1068"/>
                  <a:pt x="1001" y="1014"/>
                </a:cubicBezTo>
                <a:cubicBezTo>
                  <a:pt x="1035" y="933"/>
                  <a:pt x="1094" y="862"/>
                  <a:pt x="1166" y="811"/>
                </a:cubicBezTo>
                <a:cubicBezTo>
                  <a:pt x="1242" y="760"/>
                  <a:pt x="1331" y="731"/>
                  <a:pt x="1424" y="731"/>
                </a:cubicBezTo>
                <a:cubicBezTo>
                  <a:pt x="1487" y="731"/>
                  <a:pt x="1550" y="747"/>
                  <a:pt x="1605" y="769"/>
                </a:cubicBezTo>
                <a:cubicBezTo>
                  <a:pt x="1685" y="802"/>
                  <a:pt x="1757" y="862"/>
                  <a:pt x="1808" y="938"/>
                </a:cubicBezTo>
                <a:cubicBezTo>
                  <a:pt x="1854" y="1009"/>
                  <a:pt x="1884" y="1098"/>
                  <a:pt x="1884" y="1195"/>
                </a:cubicBezTo>
                <a:cubicBezTo>
                  <a:pt x="1884" y="1259"/>
                  <a:pt x="1871" y="1318"/>
                  <a:pt x="1850" y="1372"/>
                </a:cubicBezTo>
                <a:cubicBezTo>
                  <a:pt x="1816" y="1456"/>
                  <a:pt x="1757" y="1524"/>
                  <a:pt x="1681" y="1574"/>
                </a:cubicBezTo>
                <a:cubicBezTo>
                  <a:pt x="1609" y="1625"/>
                  <a:pt x="1521" y="1654"/>
                  <a:pt x="1424" y="1654"/>
                </a:cubicBezTo>
                <a:close/>
                <a:moveTo>
                  <a:pt x="2218" y="2039"/>
                </a:moveTo>
                <a:lnTo>
                  <a:pt x="2218" y="2039"/>
                </a:lnTo>
                <a:cubicBezTo>
                  <a:pt x="2209" y="2060"/>
                  <a:pt x="2196" y="2077"/>
                  <a:pt x="2175" y="2089"/>
                </a:cubicBezTo>
                <a:cubicBezTo>
                  <a:pt x="2158" y="2102"/>
                  <a:pt x="2133" y="2111"/>
                  <a:pt x="2108" y="2111"/>
                </a:cubicBezTo>
                <a:cubicBezTo>
                  <a:pt x="2091" y="2111"/>
                  <a:pt x="2078" y="2106"/>
                  <a:pt x="2061" y="2102"/>
                </a:cubicBezTo>
                <a:cubicBezTo>
                  <a:pt x="2040" y="2094"/>
                  <a:pt x="2023" y="2077"/>
                  <a:pt x="2011" y="2056"/>
                </a:cubicBezTo>
                <a:cubicBezTo>
                  <a:pt x="1998" y="2039"/>
                  <a:pt x="1990" y="2018"/>
                  <a:pt x="1990" y="1992"/>
                </a:cubicBezTo>
                <a:cubicBezTo>
                  <a:pt x="1990" y="1975"/>
                  <a:pt x="1994" y="1959"/>
                  <a:pt x="2002" y="1946"/>
                </a:cubicBezTo>
                <a:cubicBezTo>
                  <a:pt x="2011" y="1925"/>
                  <a:pt x="2023" y="1908"/>
                  <a:pt x="2044" y="1895"/>
                </a:cubicBezTo>
                <a:cubicBezTo>
                  <a:pt x="2061" y="1878"/>
                  <a:pt x="2087" y="1874"/>
                  <a:pt x="2108" y="1874"/>
                </a:cubicBezTo>
                <a:cubicBezTo>
                  <a:pt x="2125" y="1874"/>
                  <a:pt x="2142" y="1878"/>
                  <a:pt x="2154" y="1883"/>
                </a:cubicBezTo>
                <a:cubicBezTo>
                  <a:pt x="2175" y="1891"/>
                  <a:pt x="2196" y="1908"/>
                  <a:pt x="2209" y="1925"/>
                </a:cubicBezTo>
                <a:cubicBezTo>
                  <a:pt x="2222" y="1946"/>
                  <a:pt x="2226" y="1967"/>
                  <a:pt x="2226" y="1992"/>
                </a:cubicBezTo>
                <a:cubicBezTo>
                  <a:pt x="2226" y="2009"/>
                  <a:pt x="2226" y="2022"/>
                  <a:pt x="2218" y="2039"/>
                </a:cubicBezTo>
                <a:close/>
              </a:path>
            </a:pathLst>
          </a:custGeom>
          <a:solidFill>
            <a:schemeClr val="tx2"/>
          </a:solidFill>
          <a:ln>
            <a:noFill/>
          </a:ln>
          <a:effectLst/>
        </p:spPr>
        <p:txBody>
          <a:bodyPr wrap="none" anchor="ctr"/>
          <a:lstStyle/>
          <a:p>
            <a:endParaRPr lang="da-DK"/>
          </a:p>
        </p:txBody>
      </p:sp>
      <p:grpSp>
        <p:nvGrpSpPr>
          <p:cNvPr id="313" name="Group 316">
            <a:extLst>
              <a:ext uri="{FF2B5EF4-FFF2-40B4-BE49-F238E27FC236}">
                <a16:creationId xmlns:a16="http://schemas.microsoft.com/office/drawing/2014/main" id="{4321EB91-7C01-0FA8-AFF0-2E8765BAA686}"/>
              </a:ext>
            </a:extLst>
          </p:cNvPr>
          <p:cNvGrpSpPr/>
          <p:nvPr/>
        </p:nvGrpSpPr>
        <p:grpSpPr>
          <a:xfrm>
            <a:off x="1603209" y="4368470"/>
            <a:ext cx="193977" cy="278436"/>
            <a:chOff x="1881188" y="1674813"/>
            <a:chExt cx="663575" cy="952500"/>
          </a:xfrm>
          <a:solidFill>
            <a:schemeClr val="tx2"/>
          </a:solidFill>
        </p:grpSpPr>
        <p:sp>
          <p:nvSpPr>
            <p:cNvPr id="314" name="Freeform 38">
              <a:extLst>
                <a:ext uri="{FF2B5EF4-FFF2-40B4-BE49-F238E27FC236}">
                  <a16:creationId xmlns:a16="http://schemas.microsoft.com/office/drawing/2014/main" id="{A37A94D8-CC96-4FBF-4025-95FED1C27B7A}"/>
                </a:ext>
              </a:extLst>
            </p:cNvPr>
            <p:cNvSpPr>
              <a:spLocks noChangeArrowheads="1"/>
            </p:cNvSpPr>
            <p:nvPr/>
          </p:nvSpPr>
          <p:spPr bwMode="auto">
            <a:xfrm>
              <a:off x="1881188" y="1674813"/>
              <a:ext cx="663575" cy="952500"/>
            </a:xfrm>
            <a:custGeom>
              <a:avLst/>
              <a:gdLst>
                <a:gd name="T0" fmla="*/ 1655 w 1842"/>
                <a:gd name="T1" fmla="*/ 1169 h 2644"/>
                <a:gd name="T2" fmla="*/ 1655 w 1842"/>
                <a:gd name="T3" fmla="*/ 1169 h 2644"/>
                <a:gd name="T4" fmla="*/ 1225 w 1842"/>
                <a:gd name="T5" fmla="*/ 857 h 2644"/>
                <a:gd name="T6" fmla="*/ 1225 w 1842"/>
                <a:gd name="T7" fmla="*/ 105 h 2644"/>
                <a:gd name="T8" fmla="*/ 1296 w 1842"/>
                <a:gd name="T9" fmla="*/ 105 h 2644"/>
                <a:gd name="T10" fmla="*/ 1330 w 1842"/>
                <a:gd name="T11" fmla="*/ 93 h 2644"/>
                <a:gd name="T12" fmla="*/ 1347 w 1842"/>
                <a:gd name="T13" fmla="*/ 55 h 2644"/>
                <a:gd name="T14" fmla="*/ 1330 w 1842"/>
                <a:gd name="T15" fmla="*/ 17 h 2644"/>
                <a:gd name="T16" fmla="*/ 1296 w 1842"/>
                <a:gd name="T17" fmla="*/ 0 h 2644"/>
                <a:gd name="T18" fmla="*/ 1170 w 1842"/>
                <a:gd name="T19" fmla="*/ 0 h 2644"/>
                <a:gd name="T20" fmla="*/ 671 w 1842"/>
                <a:gd name="T21" fmla="*/ 0 h 2644"/>
                <a:gd name="T22" fmla="*/ 549 w 1842"/>
                <a:gd name="T23" fmla="*/ 0 h 2644"/>
                <a:gd name="T24" fmla="*/ 511 w 1842"/>
                <a:gd name="T25" fmla="*/ 17 h 2644"/>
                <a:gd name="T26" fmla="*/ 494 w 1842"/>
                <a:gd name="T27" fmla="*/ 55 h 2644"/>
                <a:gd name="T28" fmla="*/ 511 w 1842"/>
                <a:gd name="T29" fmla="*/ 93 h 2644"/>
                <a:gd name="T30" fmla="*/ 549 w 1842"/>
                <a:gd name="T31" fmla="*/ 105 h 2644"/>
                <a:gd name="T32" fmla="*/ 621 w 1842"/>
                <a:gd name="T33" fmla="*/ 105 h 2644"/>
                <a:gd name="T34" fmla="*/ 621 w 1842"/>
                <a:gd name="T35" fmla="*/ 857 h 2644"/>
                <a:gd name="T36" fmla="*/ 186 w 1842"/>
                <a:gd name="T37" fmla="*/ 1169 h 2644"/>
                <a:gd name="T38" fmla="*/ 0 w 1842"/>
                <a:gd name="T39" fmla="*/ 1723 h 2644"/>
                <a:gd name="T40" fmla="*/ 71 w 1842"/>
                <a:gd name="T41" fmla="*/ 2082 h 2644"/>
                <a:gd name="T42" fmla="*/ 405 w 1842"/>
                <a:gd name="T43" fmla="*/ 2487 h 2644"/>
                <a:gd name="T44" fmla="*/ 920 w 1842"/>
                <a:gd name="T45" fmla="*/ 2643 h 2644"/>
                <a:gd name="T46" fmla="*/ 1279 w 1842"/>
                <a:gd name="T47" fmla="*/ 2572 h 2644"/>
                <a:gd name="T48" fmla="*/ 1685 w 1842"/>
                <a:gd name="T49" fmla="*/ 2238 h 2644"/>
                <a:gd name="T50" fmla="*/ 1841 w 1842"/>
                <a:gd name="T51" fmla="*/ 1723 h 2644"/>
                <a:gd name="T52" fmla="*/ 1655 w 1842"/>
                <a:gd name="T53" fmla="*/ 1169 h 2644"/>
                <a:gd name="T54" fmla="*/ 1672 w 1842"/>
                <a:gd name="T55" fmla="*/ 2044 h 2644"/>
                <a:gd name="T56" fmla="*/ 1672 w 1842"/>
                <a:gd name="T57" fmla="*/ 2044 h 2644"/>
                <a:gd name="T58" fmla="*/ 1377 w 1842"/>
                <a:gd name="T59" fmla="*/ 2398 h 2644"/>
                <a:gd name="T60" fmla="*/ 920 w 1842"/>
                <a:gd name="T61" fmla="*/ 2538 h 2644"/>
                <a:gd name="T62" fmla="*/ 604 w 1842"/>
                <a:gd name="T63" fmla="*/ 2474 h 2644"/>
                <a:gd name="T64" fmla="*/ 245 w 1842"/>
                <a:gd name="T65" fmla="*/ 2179 h 2644"/>
                <a:gd name="T66" fmla="*/ 105 w 1842"/>
                <a:gd name="T67" fmla="*/ 1723 h 2644"/>
                <a:gd name="T68" fmla="*/ 270 w 1842"/>
                <a:gd name="T69" fmla="*/ 1233 h 2644"/>
                <a:gd name="T70" fmla="*/ 688 w 1842"/>
                <a:gd name="T71" fmla="*/ 946 h 2644"/>
                <a:gd name="T72" fmla="*/ 726 w 1842"/>
                <a:gd name="T73" fmla="*/ 895 h 2644"/>
                <a:gd name="T74" fmla="*/ 726 w 1842"/>
                <a:gd name="T75" fmla="*/ 105 h 2644"/>
                <a:gd name="T76" fmla="*/ 1119 w 1842"/>
                <a:gd name="T77" fmla="*/ 105 h 2644"/>
                <a:gd name="T78" fmla="*/ 1119 w 1842"/>
                <a:gd name="T79" fmla="*/ 895 h 2644"/>
                <a:gd name="T80" fmla="*/ 1153 w 1842"/>
                <a:gd name="T81" fmla="*/ 946 h 2644"/>
                <a:gd name="T82" fmla="*/ 1571 w 1842"/>
                <a:gd name="T83" fmla="*/ 1233 h 2644"/>
                <a:gd name="T84" fmla="*/ 1736 w 1842"/>
                <a:gd name="T85" fmla="*/ 1723 h 2644"/>
                <a:gd name="T86" fmla="*/ 1672 w 1842"/>
                <a:gd name="T87" fmla="*/ 2044 h 2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42" h="2644">
                  <a:moveTo>
                    <a:pt x="1655" y="1169"/>
                  </a:moveTo>
                  <a:lnTo>
                    <a:pt x="1655" y="1169"/>
                  </a:lnTo>
                  <a:cubicBezTo>
                    <a:pt x="1545" y="1026"/>
                    <a:pt x="1398" y="916"/>
                    <a:pt x="1225" y="857"/>
                  </a:cubicBezTo>
                  <a:cubicBezTo>
                    <a:pt x="1225" y="105"/>
                    <a:pt x="1225" y="105"/>
                    <a:pt x="1225" y="105"/>
                  </a:cubicBezTo>
                  <a:cubicBezTo>
                    <a:pt x="1296" y="105"/>
                    <a:pt x="1296" y="105"/>
                    <a:pt x="1296" y="105"/>
                  </a:cubicBezTo>
                  <a:cubicBezTo>
                    <a:pt x="1309" y="105"/>
                    <a:pt x="1322" y="101"/>
                    <a:pt x="1330" y="93"/>
                  </a:cubicBezTo>
                  <a:cubicBezTo>
                    <a:pt x="1343" y="84"/>
                    <a:pt x="1347" y="67"/>
                    <a:pt x="1347" y="55"/>
                  </a:cubicBezTo>
                  <a:cubicBezTo>
                    <a:pt x="1347" y="42"/>
                    <a:pt x="1343" y="25"/>
                    <a:pt x="1330" y="17"/>
                  </a:cubicBezTo>
                  <a:cubicBezTo>
                    <a:pt x="1322" y="8"/>
                    <a:pt x="1309" y="0"/>
                    <a:pt x="1296" y="0"/>
                  </a:cubicBezTo>
                  <a:cubicBezTo>
                    <a:pt x="1170" y="0"/>
                    <a:pt x="1170" y="0"/>
                    <a:pt x="1170" y="0"/>
                  </a:cubicBezTo>
                  <a:cubicBezTo>
                    <a:pt x="671" y="0"/>
                    <a:pt x="671" y="0"/>
                    <a:pt x="671" y="0"/>
                  </a:cubicBezTo>
                  <a:cubicBezTo>
                    <a:pt x="549" y="0"/>
                    <a:pt x="549" y="0"/>
                    <a:pt x="549" y="0"/>
                  </a:cubicBezTo>
                  <a:cubicBezTo>
                    <a:pt x="532" y="0"/>
                    <a:pt x="519" y="8"/>
                    <a:pt x="511" y="17"/>
                  </a:cubicBezTo>
                  <a:cubicBezTo>
                    <a:pt x="498" y="25"/>
                    <a:pt x="494" y="42"/>
                    <a:pt x="494" y="55"/>
                  </a:cubicBezTo>
                  <a:cubicBezTo>
                    <a:pt x="494" y="67"/>
                    <a:pt x="498" y="84"/>
                    <a:pt x="511" y="93"/>
                  </a:cubicBezTo>
                  <a:cubicBezTo>
                    <a:pt x="519" y="101"/>
                    <a:pt x="532" y="105"/>
                    <a:pt x="549" y="105"/>
                  </a:cubicBezTo>
                  <a:cubicBezTo>
                    <a:pt x="621" y="105"/>
                    <a:pt x="621" y="105"/>
                    <a:pt x="621" y="105"/>
                  </a:cubicBezTo>
                  <a:cubicBezTo>
                    <a:pt x="621" y="857"/>
                    <a:pt x="621" y="857"/>
                    <a:pt x="621" y="857"/>
                  </a:cubicBezTo>
                  <a:cubicBezTo>
                    <a:pt x="443" y="916"/>
                    <a:pt x="295" y="1026"/>
                    <a:pt x="186" y="1169"/>
                  </a:cubicBezTo>
                  <a:cubicBezTo>
                    <a:pt x="71" y="1326"/>
                    <a:pt x="0" y="1516"/>
                    <a:pt x="0" y="1723"/>
                  </a:cubicBezTo>
                  <a:cubicBezTo>
                    <a:pt x="0" y="1849"/>
                    <a:pt x="25" y="1972"/>
                    <a:pt x="71" y="2082"/>
                  </a:cubicBezTo>
                  <a:cubicBezTo>
                    <a:pt x="143" y="2246"/>
                    <a:pt x="262" y="2390"/>
                    <a:pt x="405" y="2487"/>
                  </a:cubicBezTo>
                  <a:cubicBezTo>
                    <a:pt x="553" y="2588"/>
                    <a:pt x="730" y="2643"/>
                    <a:pt x="920" y="2643"/>
                  </a:cubicBezTo>
                  <a:cubicBezTo>
                    <a:pt x="1047" y="2643"/>
                    <a:pt x="1170" y="2618"/>
                    <a:pt x="1279" y="2572"/>
                  </a:cubicBezTo>
                  <a:cubicBezTo>
                    <a:pt x="1444" y="2504"/>
                    <a:pt x="1583" y="2386"/>
                    <a:pt x="1685" y="2238"/>
                  </a:cubicBezTo>
                  <a:cubicBezTo>
                    <a:pt x="1782" y="2094"/>
                    <a:pt x="1841" y="1917"/>
                    <a:pt x="1841" y="1723"/>
                  </a:cubicBezTo>
                  <a:cubicBezTo>
                    <a:pt x="1841" y="1516"/>
                    <a:pt x="1773" y="1326"/>
                    <a:pt x="1655" y="1169"/>
                  </a:cubicBezTo>
                  <a:close/>
                  <a:moveTo>
                    <a:pt x="1672" y="2044"/>
                  </a:moveTo>
                  <a:lnTo>
                    <a:pt x="1672" y="2044"/>
                  </a:lnTo>
                  <a:cubicBezTo>
                    <a:pt x="1609" y="2187"/>
                    <a:pt x="1507" y="2314"/>
                    <a:pt x="1377" y="2398"/>
                  </a:cubicBezTo>
                  <a:cubicBezTo>
                    <a:pt x="1246" y="2487"/>
                    <a:pt x="1089" y="2538"/>
                    <a:pt x="920" y="2538"/>
                  </a:cubicBezTo>
                  <a:cubicBezTo>
                    <a:pt x="806" y="2538"/>
                    <a:pt x="701" y="2517"/>
                    <a:pt x="604" y="2474"/>
                  </a:cubicBezTo>
                  <a:cubicBezTo>
                    <a:pt x="456" y="2415"/>
                    <a:pt x="333" y="2310"/>
                    <a:pt x="245" y="2179"/>
                  </a:cubicBezTo>
                  <a:cubicBezTo>
                    <a:pt x="156" y="2048"/>
                    <a:pt x="105" y="1892"/>
                    <a:pt x="105" y="1723"/>
                  </a:cubicBezTo>
                  <a:cubicBezTo>
                    <a:pt x="105" y="1541"/>
                    <a:pt x="169" y="1372"/>
                    <a:pt x="270" y="1233"/>
                  </a:cubicBezTo>
                  <a:cubicBezTo>
                    <a:pt x="376" y="1098"/>
                    <a:pt x="519" y="996"/>
                    <a:pt x="688" y="946"/>
                  </a:cubicBezTo>
                  <a:cubicBezTo>
                    <a:pt x="709" y="937"/>
                    <a:pt x="726" y="916"/>
                    <a:pt x="726" y="895"/>
                  </a:cubicBezTo>
                  <a:cubicBezTo>
                    <a:pt x="726" y="105"/>
                    <a:pt x="726" y="105"/>
                    <a:pt x="726" y="105"/>
                  </a:cubicBezTo>
                  <a:cubicBezTo>
                    <a:pt x="1119" y="105"/>
                    <a:pt x="1119" y="105"/>
                    <a:pt x="1119" y="105"/>
                  </a:cubicBezTo>
                  <a:cubicBezTo>
                    <a:pt x="1119" y="895"/>
                    <a:pt x="1119" y="895"/>
                    <a:pt x="1119" y="895"/>
                  </a:cubicBezTo>
                  <a:cubicBezTo>
                    <a:pt x="1119" y="916"/>
                    <a:pt x="1132" y="937"/>
                    <a:pt x="1153" y="946"/>
                  </a:cubicBezTo>
                  <a:cubicBezTo>
                    <a:pt x="1322" y="996"/>
                    <a:pt x="1469" y="1098"/>
                    <a:pt x="1571" y="1233"/>
                  </a:cubicBezTo>
                  <a:cubicBezTo>
                    <a:pt x="1672" y="1372"/>
                    <a:pt x="1736" y="1541"/>
                    <a:pt x="1736" y="1723"/>
                  </a:cubicBezTo>
                  <a:cubicBezTo>
                    <a:pt x="1736" y="1837"/>
                    <a:pt x="1714" y="1942"/>
                    <a:pt x="1672" y="20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5" name="Freeform 39">
              <a:extLst>
                <a:ext uri="{FF2B5EF4-FFF2-40B4-BE49-F238E27FC236}">
                  <a16:creationId xmlns:a16="http://schemas.microsoft.com/office/drawing/2014/main" id="{05EDCCEC-AAD7-51FB-CD7C-C0E4C02C2446}"/>
                </a:ext>
              </a:extLst>
            </p:cNvPr>
            <p:cNvSpPr>
              <a:spLocks noChangeArrowheads="1"/>
            </p:cNvSpPr>
            <p:nvPr/>
          </p:nvSpPr>
          <p:spPr bwMode="auto">
            <a:xfrm>
              <a:off x="1995488" y="2174875"/>
              <a:ext cx="434975" cy="36513"/>
            </a:xfrm>
            <a:custGeom>
              <a:avLst/>
              <a:gdLst>
                <a:gd name="T0" fmla="*/ 1157 w 1208"/>
                <a:gd name="T1" fmla="*/ 0 h 102"/>
                <a:gd name="T2" fmla="*/ 1157 w 1208"/>
                <a:gd name="T3" fmla="*/ 0 h 102"/>
                <a:gd name="T4" fmla="*/ 50 w 1208"/>
                <a:gd name="T5" fmla="*/ 0 h 102"/>
                <a:gd name="T6" fmla="*/ 16 w 1208"/>
                <a:gd name="T7" fmla="*/ 17 h 102"/>
                <a:gd name="T8" fmla="*/ 0 w 1208"/>
                <a:gd name="T9" fmla="*/ 51 h 102"/>
                <a:gd name="T10" fmla="*/ 16 w 1208"/>
                <a:gd name="T11" fmla="*/ 85 h 102"/>
                <a:gd name="T12" fmla="*/ 50 w 1208"/>
                <a:gd name="T13" fmla="*/ 101 h 102"/>
                <a:gd name="T14" fmla="*/ 1157 w 1208"/>
                <a:gd name="T15" fmla="*/ 101 h 102"/>
                <a:gd name="T16" fmla="*/ 1195 w 1208"/>
                <a:gd name="T17" fmla="*/ 85 h 102"/>
                <a:gd name="T18" fmla="*/ 1207 w 1208"/>
                <a:gd name="T19" fmla="*/ 51 h 102"/>
                <a:gd name="T20" fmla="*/ 1195 w 1208"/>
                <a:gd name="T21" fmla="*/ 17 h 102"/>
                <a:gd name="T22" fmla="*/ 1157 w 1208"/>
                <a:gd name="T23" fmla="*/ 0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8" h="102">
                  <a:moveTo>
                    <a:pt x="1157" y="0"/>
                  </a:moveTo>
                  <a:lnTo>
                    <a:pt x="1157" y="0"/>
                  </a:lnTo>
                  <a:cubicBezTo>
                    <a:pt x="50" y="0"/>
                    <a:pt x="50" y="0"/>
                    <a:pt x="50" y="0"/>
                  </a:cubicBezTo>
                  <a:cubicBezTo>
                    <a:pt x="37" y="0"/>
                    <a:pt x="25" y="9"/>
                    <a:pt x="16" y="17"/>
                  </a:cubicBezTo>
                  <a:cubicBezTo>
                    <a:pt x="4" y="25"/>
                    <a:pt x="0" y="38"/>
                    <a:pt x="0" y="51"/>
                  </a:cubicBezTo>
                  <a:cubicBezTo>
                    <a:pt x="0" y="63"/>
                    <a:pt x="4" y="76"/>
                    <a:pt x="16" y="85"/>
                  </a:cubicBezTo>
                  <a:cubicBezTo>
                    <a:pt x="25" y="93"/>
                    <a:pt x="37" y="101"/>
                    <a:pt x="50" y="101"/>
                  </a:cubicBezTo>
                  <a:cubicBezTo>
                    <a:pt x="1157" y="101"/>
                    <a:pt x="1157" y="101"/>
                    <a:pt x="1157" y="101"/>
                  </a:cubicBezTo>
                  <a:cubicBezTo>
                    <a:pt x="1169" y="101"/>
                    <a:pt x="1182" y="93"/>
                    <a:pt x="1195" y="85"/>
                  </a:cubicBezTo>
                  <a:cubicBezTo>
                    <a:pt x="1203" y="76"/>
                    <a:pt x="1207" y="63"/>
                    <a:pt x="1207" y="51"/>
                  </a:cubicBezTo>
                  <a:cubicBezTo>
                    <a:pt x="1207" y="38"/>
                    <a:pt x="1203" y="25"/>
                    <a:pt x="1195" y="17"/>
                  </a:cubicBezTo>
                  <a:cubicBezTo>
                    <a:pt x="1182" y="9"/>
                    <a:pt x="1169" y="0"/>
                    <a:pt x="115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6" name="Freeform 40">
              <a:extLst>
                <a:ext uri="{FF2B5EF4-FFF2-40B4-BE49-F238E27FC236}">
                  <a16:creationId xmlns:a16="http://schemas.microsoft.com/office/drawing/2014/main" id="{9A8465C6-92C2-DEC6-FCDE-A0E7DDB2AE1B}"/>
                </a:ext>
              </a:extLst>
            </p:cNvPr>
            <p:cNvSpPr>
              <a:spLocks noChangeArrowheads="1"/>
            </p:cNvSpPr>
            <p:nvPr/>
          </p:nvSpPr>
          <p:spPr bwMode="auto">
            <a:xfrm>
              <a:off x="1982788" y="2308225"/>
              <a:ext cx="195262" cy="209550"/>
            </a:xfrm>
            <a:custGeom>
              <a:avLst/>
              <a:gdLst>
                <a:gd name="T0" fmla="*/ 502 w 541"/>
                <a:gd name="T1" fmla="*/ 478 h 584"/>
                <a:gd name="T2" fmla="*/ 502 w 541"/>
                <a:gd name="T3" fmla="*/ 478 h 584"/>
                <a:gd name="T4" fmla="*/ 109 w 541"/>
                <a:gd name="T5" fmla="*/ 47 h 584"/>
                <a:gd name="T6" fmla="*/ 42 w 541"/>
                <a:gd name="T7" fmla="*/ 9 h 584"/>
                <a:gd name="T8" fmla="*/ 8 w 541"/>
                <a:gd name="T9" fmla="*/ 72 h 584"/>
                <a:gd name="T10" fmla="*/ 469 w 541"/>
                <a:gd name="T11" fmla="*/ 579 h 584"/>
                <a:gd name="T12" fmla="*/ 507 w 541"/>
                <a:gd name="T13" fmla="*/ 575 h 584"/>
                <a:gd name="T14" fmla="*/ 536 w 541"/>
                <a:gd name="T15" fmla="*/ 545 h 584"/>
                <a:gd name="T16" fmla="*/ 532 w 541"/>
                <a:gd name="T17" fmla="*/ 507 h 584"/>
                <a:gd name="T18" fmla="*/ 502 w 541"/>
                <a:gd name="T19" fmla="*/ 478 h 5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1" h="584">
                  <a:moveTo>
                    <a:pt x="502" y="478"/>
                  </a:moveTo>
                  <a:lnTo>
                    <a:pt x="502" y="478"/>
                  </a:lnTo>
                  <a:cubicBezTo>
                    <a:pt x="308" y="406"/>
                    <a:pt x="160" y="245"/>
                    <a:pt x="109" y="47"/>
                  </a:cubicBezTo>
                  <a:cubicBezTo>
                    <a:pt x="101" y="17"/>
                    <a:pt x="71" y="0"/>
                    <a:pt x="42" y="9"/>
                  </a:cubicBezTo>
                  <a:cubicBezTo>
                    <a:pt x="17" y="17"/>
                    <a:pt x="0" y="47"/>
                    <a:pt x="8" y="72"/>
                  </a:cubicBezTo>
                  <a:cubicBezTo>
                    <a:pt x="67" y="309"/>
                    <a:pt x="240" y="495"/>
                    <a:pt x="469" y="579"/>
                  </a:cubicBezTo>
                  <a:cubicBezTo>
                    <a:pt x="481" y="583"/>
                    <a:pt x="494" y="583"/>
                    <a:pt x="507" y="575"/>
                  </a:cubicBezTo>
                  <a:cubicBezTo>
                    <a:pt x="519" y="571"/>
                    <a:pt x="532" y="558"/>
                    <a:pt x="536" y="545"/>
                  </a:cubicBezTo>
                  <a:cubicBezTo>
                    <a:pt x="540" y="533"/>
                    <a:pt x="540" y="520"/>
                    <a:pt x="532" y="507"/>
                  </a:cubicBezTo>
                  <a:cubicBezTo>
                    <a:pt x="528" y="495"/>
                    <a:pt x="515" y="482"/>
                    <a:pt x="502" y="4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EBF51CA0-4574-6E72-115F-95A27FA04D83}"/>
              </a:ext>
            </a:extLst>
          </p:cNvPr>
          <p:cNvGrpSpPr/>
          <p:nvPr/>
        </p:nvGrpSpPr>
        <p:grpSpPr>
          <a:xfrm>
            <a:off x="3191686" y="4321136"/>
            <a:ext cx="205579" cy="303495"/>
            <a:chOff x="7315200" y="1512888"/>
            <a:chExt cx="703263" cy="1038225"/>
          </a:xfrm>
          <a:solidFill>
            <a:schemeClr val="tx2"/>
          </a:solidFill>
        </p:grpSpPr>
        <p:sp>
          <p:nvSpPr>
            <p:cNvPr id="318" name="Freeform 41">
              <a:extLst>
                <a:ext uri="{FF2B5EF4-FFF2-40B4-BE49-F238E27FC236}">
                  <a16:creationId xmlns:a16="http://schemas.microsoft.com/office/drawing/2014/main" id="{9CF99150-E7CC-57E7-1D02-5D2E180F6616}"/>
                </a:ext>
              </a:extLst>
            </p:cNvPr>
            <p:cNvSpPr>
              <a:spLocks noChangeArrowheads="1"/>
            </p:cNvSpPr>
            <p:nvPr/>
          </p:nvSpPr>
          <p:spPr bwMode="auto">
            <a:xfrm>
              <a:off x="7629525" y="16383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9" name="Freeform 42">
              <a:extLst>
                <a:ext uri="{FF2B5EF4-FFF2-40B4-BE49-F238E27FC236}">
                  <a16:creationId xmlns:a16="http://schemas.microsoft.com/office/drawing/2014/main" id="{039347C9-9551-82CC-4B52-B7C2A8EE5DE4}"/>
                </a:ext>
              </a:extLst>
            </p:cNvPr>
            <p:cNvSpPr>
              <a:spLocks noChangeArrowheads="1"/>
            </p:cNvSpPr>
            <p:nvPr/>
          </p:nvSpPr>
          <p:spPr bwMode="auto">
            <a:xfrm>
              <a:off x="7315200" y="1512888"/>
              <a:ext cx="703263" cy="1038225"/>
            </a:xfrm>
            <a:custGeom>
              <a:avLst/>
              <a:gdLst>
                <a:gd name="T0" fmla="*/ 1900 w 1952"/>
                <a:gd name="T1" fmla="*/ 2551 h 2885"/>
                <a:gd name="T2" fmla="*/ 1731 w 1952"/>
                <a:gd name="T3" fmla="*/ 2204 h 2885"/>
                <a:gd name="T4" fmla="*/ 1486 w 1952"/>
                <a:gd name="T5" fmla="*/ 920 h 2885"/>
                <a:gd name="T6" fmla="*/ 1482 w 1952"/>
                <a:gd name="T7" fmla="*/ 638 h 2885"/>
                <a:gd name="T8" fmla="*/ 1474 w 1952"/>
                <a:gd name="T9" fmla="*/ 507 h 2885"/>
                <a:gd name="T10" fmla="*/ 1545 w 1952"/>
                <a:gd name="T11" fmla="*/ 181 h 2885"/>
                <a:gd name="T12" fmla="*/ 1153 w 1952"/>
                <a:gd name="T13" fmla="*/ 38 h 2885"/>
                <a:gd name="T14" fmla="*/ 920 w 1952"/>
                <a:gd name="T15" fmla="*/ 291 h 2885"/>
                <a:gd name="T16" fmla="*/ 414 w 1952"/>
                <a:gd name="T17" fmla="*/ 1322 h 2885"/>
                <a:gd name="T18" fmla="*/ 439 w 1952"/>
                <a:gd name="T19" fmla="*/ 1474 h 2885"/>
                <a:gd name="T20" fmla="*/ 380 w 1952"/>
                <a:gd name="T21" fmla="*/ 1812 h 2885"/>
                <a:gd name="T22" fmla="*/ 857 w 1952"/>
                <a:gd name="T23" fmla="*/ 1685 h 2885"/>
                <a:gd name="T24" fmla="*/ 996 w 1952"/>
                <a:gd name="T25" fmla="*/ 1655 h 2885"/>
                <a:gd name="T26" fmla="*/ 1216 w 1952"/>
                <a:gd name="T27" fmla="*/ 1212 h 2885"/>
                <a:gd name="T28" fmla="*/ 1389 w 1952"/>
                <a:gd name="T29" fmla="*/ 1398 h 2885"/>
                <a:gd name="T30" fmla="*/ 1174 w 1952"/>
                <a:gd name="T31" fmla="*/ 2158 h 2885"/>
                <a:gd name="T32" fmla="*/ 912 w 1952"/>
                <a:gd name="T33" fmla="*/ 2213 h 2885"/>
                <a:gd name="T34" fmla="*/ 93 w 1952"/>
                <a:gd name="T35" fmla="*/ 2073 h 2885"/>
                <a:gd name="T36" fmla="*/ 764 w 1952"/>
                <a:gd name="T37" fmla="*/ 2551 h 2885"/>
                <a:gd name="T38" fmla="*/ 0 w 1952"/>
                <a:gd name="T39" fmla="*/ 2601 h 2885"/>
                <a:gd name="T40" fmla="*/ 50 w 1952"/>
                <a:gd name="T41" fmla="*/ 2884 h 2885"/>
                <a:gd name="T42" fmla="*/ 1951 w 1952"/>
                <a:gd name="T43" fmla="*/ 2834 h 2885"/>
                <a:gd name="T44" fmla="*/ 1317 w 1952"/>
                <a:gd name="T45" fmla="*/ 1081 h 2885"/>
                <a:gd name="T46" fmla="*/ 1203 w 1952"/>
                <a:gd name="T47" fmla="*/ 1102 h 2885"/>
                <a:gd name="T48" fmla="*/ 1111 w 1952"/>
                <a:gd name="T49" fmla="*/ 1039 h 2885"/>
                <a:gd name="T50" fmla="*/ 1153 w 1952"/>
                <a:gd name="T51" fmla="*/ 832 h 2885"/>
                <a:gd name="T52" fmla="*/ 1317 w 1952"/>
                <a:gd name="T53" fmla="*/ 832 h 2885"/>
                <a:gd name="T54" fmla="*/ 1385 w 1952"/>
                <a:gd name="T55" fmla="*/ 954 h 2885"/>
                <a:gd name="T56" fmla="*/ 1224 w 1952"/>
                <a:gd name="T57" fmla="*/ 131 h 2885"/>
                <a:gd name="T58" fmla="*/ 1334 w 1952"/>
                <a:gd name="T59" fmla="*/ 418 h 2885"/>
                <a:gd name="T60" fmla="*/ 675 w 1952"/>
                <a:gd name="T61" fmla="*/ 1828 h 2885"/>
                <a:gd name="T62" fmla="*/ 561 w 1952"/>
                <a:gd name="T63" fmla="*/ 1545 h 2885"/>
                <a:gd name="T64" fmla="*/ 933 w 1952"/>
                <a:gd name="T65" fmla="*/ 1567 h 2885"/>
                <a:gd name="T66" fmla="*/ 925 w 1952"/>
                <a:gd name="T67" fmla="*/ 1575 h 2885"/>
                <a:gd name="T68" fmla="*/ 887 w 1952"/>
                <a:gd name="T69" fmla="*/ 1583 h 2885"/>
                <a:gd name="T70" fmla="*/ 511 w 1952"/>
                <a:gd name="T71" fmla="*/ 1393 h 2885"/>
                <a:gd name="T72" fmla="*/ 511 w 1952"/>
                <a:gd name="T73" fmla="*/ 1368 h 2885"/>
                <a:gd name="T74" fmla="*/ 980 w 1952"/>
                <a:gd name="T75" fmla="*/ 384 h 2885"/>
                <a:gd name="T76" fmla="*/ 1338 w 1952"/>
                <a:gd name="T77" fmla="*/ 536 h 2885"/>
                <a:gd name="T78" fmla="*/ 1372 w 1952"/>
                <a:gd name="T79" fmla="*/ 549 h 2885"/>
                <a:gd name="T80" fmla="*/ 1389 w 1952"/>
                <a:gd name="T81" fmla="*/ 595 h 2885"/>
                <a:gd name="T82" fmla="*/ 1237 w 1952"/>
                <a:gd name="T83" fmla="*/ 701 h 2885"/>
                <a:gd name="T84" fmla="*/ 980 w 1952"/>
                <a:gd name="T85" fmla="*/ 954 h 2885"/>
                <a:gd name="T86" fmla="*/ 1115 w 1952"/>
                <a:gd name="T87" fmla="*/ 1178 h 2885"/>
                <a:gd name="T88" fmla="*/ 1453 w 1952"/>
                <a:gd name="T89" fmla="*/ 2006 h 2885"/>
                <a:gd name="T90" fmla="*/ 1368 w 1952"/>
                <a:gd name="T91" fmla="*/ 1174 h 2885"/>
                <a:gd name="T92" fmla="*/ 1664 w 1952"/>
                <a:gd name="T93" fmla="*/ 1300 h 2885"/>
                <a:gd name="T94" fmla="*/ 1389 w 1952"/>
                <a:gd name="T95" fmla="*/ 2437 h 2885"/>
                <a:gd name="T96" fmla="*/ 1453 w 1952"/>
                <a:gd name="T97" fmla="*/ 2006 h 2885"/>
                <a:gd name="T98" fmla="*/ 802 w 1952"/>
                <a:gd name="T99" fmla="*/ 2656 h 2885"/>
                <a:gd name="T100" fmla="*/ 984 w 1952"/>
                <a:gd name="T101" fmla="*/ 2285 h 2885"/>
                <a:gd name="T102" fmla="*/ 1263 w 1952"/>
                <a:gd name="T103" fmla="*/ 2377 h 2885"/>
                <a:gd name="T104" fmla="*/ 1845 w 1952"/>
                <a:gd name="T105" fmla="*/ 2656 h 2885"/>
                <a:gd name="T106" fmla="*/ 105 w 1952"/>
                <a:gd name="T107" fmla="*/ 2656 h 28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952" h="2885">
                  <a:moveTo>
                    <a:pt x="1938" y="2563"/>
                  </a:moveTo>
                  <a:lnTo>
                    <a:pt x="1938" y="2563"/>
                  </a:lnTo>
                  <a:cubicBezTo>
                    <a:pt x="1926" y="2555"/>
                    <a:pt x="1913" y="2551"/>
                    <a:pt x="1900" y="2551"/>
                  </a:cubicBezTo>
                  <a:cubicBezTo>
                    <a:pt x="1419" y="2551"/>
                    <a:pt x="1419" y="2551"/>
                    <a:pt x="1419" y="2551"/>
                  </a:cubicBezTo>
                  <a:cubicBezTo>
                    <a:pt x="1419" y="2542"/>
                    <a:pt x="1419" y="2542"/>
                    <a:pt x="1419" y="2542"/>
                  </a:cubicBezTo>
                  <a:cubicBezTo>
                    <a:pt x="1545" y="2458"/>
                    <a:pt x="1655" y="2339"/>
                    <a:pt x="1731" y="2204"/>
                  </a:cubicBezTo>
                  <a:cubicBezTo>
                    <a:pt x="1816" y="2061"/>
                    <a:pt x="1866" y="1888"/>
                    <a:pt x="1866" y="1706"/>
                  </a:cubicBezTo>
                  <a:cubicBezTo>
                    <a:pt x="1866" y="1545"/>
                    <a:pt x="1828" y="1389"/>
                    <a:pt x="1757" y="1254"/>
                  </a:cubicBezTo>
                  <a:cubicBezTo>
                    <a:pt x="1693" y="1123"/>
                    <a:pt x="1600" y="1009"/>
                    <a:pt x="1486" y="920"/>
                  </a:cubicBezTo>
                  <a:cubicBezTo>
                    <a:pt x="1486" y="899"/>
                    <a:pt x="1478" y="878"/>
                    <a:pt x="1469" y="857"/>
                  </a:cubicBezTo>
                  <a:cubicBezTo>
                    <a:pt x="1457" y="828"/>
                    <a:pt x="1440" y="802"/>
                    <a:pt x="1419" y="777"/>
                  </a:cubicBezTo>
                  <a:cubicBezTo>
                    <a:pt x="1482" y="638"/>
                    <a:pt x="1482" y="638"/>
                    <a:pt x="1482" y="638"/>
                  </a:cubicBezTo>
                  <a:lnTo>
                    <a:pt x="1482" y="638"/>
                  </a:lnTo>
                  <a:cubicBezTo>
                    <a:pt x="1491" y="621"/>
                    <a:pt x="1495" y="600"/>
                    <a:pt x="1495" y="578"/>
                  </a:cubicBezTo>
                  <a:cubicBezTo>
                    <a:pt x="1495" y="553"/>
                    <a:pt x="1491" y="528"/>
                    <a:pt x="1474" y="507"/>
                  </a:cubicBezTo>
                  <a:cubicBezTo>
                    <a:pt x="1465" y="490"/>
                    <a:pt x="1448" y="473"/>
                    <a:pt x="1431" y="464"/>
                  </a:cubicBezTo>
                  <a:cubicBezTo>
                    <a:pt x="1541" y="224"/>
                    <a:pt x="1541" y="224"/>
                    <a:pt x="1541" y="224"/>
                  </a:cubicBezTo>
                  <a:cubicBezTo>
                    <a:pt x="1550" y="211"/>
                    <a:pt x="1550" y="194"/>
                    <a:pt x="1545" y="181"/>
                  </a:cubicBezTo>
                  <a:cubicBezTo>
                    <a:pt x="1541" y="169"/>
                    <a:pt x="1529" y="156"/>
                    <a:pt x="1516" y="152"/>
                  </a:cubicBezTo>
                  <a:cubicBezTo>
                    <a:pt x="1220" y="12"/>
                    <a:pt x="1220" y="12"/>
                    <a:pt x="1220" y="12"/>
                  </a:cubicBezTo>
                  <a:cubicBezTo>
                    <a:pt x="1195" y="0"/>
                    <a:pt x="1165" y="12"/>
                    <a:pt x="1153" y="38"/>
                  </a:cubicBezTo>
                  <a:cubicBezTo>
                    <a:pt x="1039" y="279"/>
                    <a:pt x="1039" y="279"/>
                    <a:pt x="1039" y="279"/>
                  </a:cubicBezTo>
                  <a:cubicBezTo>
                    <a:pt x="1026" y="274"/>
                    <a:pt x="1009" y="270"/>
                    <a:pt x="996" y="270"/>
                  </a:cubicBezTo>
                  <a:cubicBezTo>
                    <a:pt x="971" y="270"/>
                    <a:pt x="946" y="279"/>
                    <a:pt x="920" y="291"/>
                  </a:cubicBezTo>
                  <a:cubicBezTo>
                    <a:pt x="899" y="308"/>
                    <a:pt x="882" y="329"/>
                    <a:pt x="870" y="350"/>
                  </a:cubicBezTo>
                  <a:cubicBezTo>
                    <a:pt x="414" y="1322"/>
                    <a:pt x="414" y="1322"/>
                    <a:pt x="414" y="1322"/>
                  </a:cubicBezTo>
                  <a:lnTo>
                    <a:pt x="414" y="1322"/>
                  </a:lnTo>
                  <a:cubicBezTo>
                    <a:pt x="405" y="1339"/>
                    <a:pt x="401" y="1360"/>
                    <a:pt x="401" y="1381"/>
                  </a:cubicBezTo>
                  <a:cubicBezTo>
                    <a:pt x="401" y="1398"/>
                    <a:pt x="405" y="1415"/>
                    <a:pt x="409" y="1431"/>
                  </a:cubicBezTo>
                  <a:cubicBezTo>
                    <a:pt x="418" y="1448"/>
                    <a:pt x="426" y="1461"/>
                    <a:pt x="439" y="1474"/>
                  </a:cubicBezTo>
                  <a:cubicBezTo>
                    <a:pt x="447" y="1486"/>
                    <a:pt x="456" y="1491"/>
                    <a:pt x="469" y="1499"/>
                  </a:cubicBezTo>
                  <a:cubicBezTo>
                    <a:pt x="355" y="1740"/>
                    <a:pt x="355" y="1740"/>
                    <a:pt x="355" y="1740"/>
                  </a:cubicBezTo>
                  <a:cubicBezTo>
                    <a:pt x="342" y="1765"/>
                    <a:pt x="355" y="1799"/>
                    <a:pt x="380" y="1812"/>
                  </a:cubicBezTo>
                  <a:cubicBezTo>
                    <a:pt x="675" y="1947"/>
                    <a:pt x="675" y="1947"/>
                    <a:pt x="675" y="1947"/>
                  </a:cubicBezTo>
                  <a:cubicBezTo>
                    <a:pt x="705" y="1959"/>
                    <a:pt x="735" y="1951"/>
                    <a:pt x="747" y="1921"/>
                  </a:cubicBezTo>
                  <a:cubicBezTo>
                    <a:pt x="857" y="1685"/>
                    <a:pt x="857" y="1685"/>
                    <a:pt x="857" y="1685"/>
                  </a:cubicBezTo>
                  <a:cubicBezTo>
                    <a:pt x="874" y="1689"/>
                    <a:pt x="887" y="1689"/>
                    <a:pt x="903" y="1689"/>
                  </a:cubicBezTo>
                  <a:cubicBezTo>
                    <a:pt x="916" y="1689"/>
                    <a:pt x="933" y="1689"/>
                    <a:pt x="950" y="1681"/>
                  </a:cubicBezTo>
                  <a:cubicBezTo>
                    <a:pt x="967" y="1676"/>
                    <a:pt x="980" y="1668"/>
                    <a:pt x="996" y="1655"/>
                  </a:cubicBezTo>
                  <a:cubicBezTo>
                    <a:pt x="1009" y="1643"/>
                    <a:pt x="1018" y="1626"/>
                    <a:pt x="1026" y="1609"/>
                  </a:cubicBezTo>
                  <a:lnTo>
                    <a:pt x="1026" y="1609"/>
                  </a:lnTo>
                  <a:cubicBezTo>
                    <a:pt x="1216" y="1212"/>
                    <a:pt x="1216" y="1212"/>
                    <a:pt x="1216" y="1212"/>
                  </a:cubicBezTo>
                  <a:cubicBezTo>
                    <a:pt x="1220" y="1212"/>
                    <a:pt x="1229" y="1212"/>
                    <a:pt x="1237" y="1212"/>
                  </a:cubicBezTo>
                  <a:cubicBezTo>
                    <a:pt x="1241" y="1212"/>
                    <a:pt x="1250" y="1212"/>
                    <a:pt x="1258" y="1212"/>
                  </a:cubicBezTo>
                  <a:cubicBezTo>
                    <a:pt x="1313" y="1263"/>
                    <a:pt x="1355" y="1326"/>
                    <a:pt x="1389" y="1398"/>
                  </a:cubicBezTo>
                  <a:cubicBezTo>
                    <a:pt x="1423" y="1474"/>
                    <a:pt x="1444" y="1558"/>
                    <a:pt x="1444" y="1651"/>
                  </a:cubicBezTo>
                  <a:cubicBezTo>
                    <a:pt x="1444" y="1761"/>
                    <a:pt x="1415" y="1862"/>
                    <a:pt x="1364" y="1951"/>
                  </a:cubicBezTo>
                  <a:cubicBezTo>
                    <a:pt x="1317" y="2035"/>
                    <a:pt x="1250" y="2103"/>
                    <a:pt x="1174" y="2158"/>
                  </a:cubicBezTo>
                  <a:cubicBezTo>
                    <a:pt x="1144" y="2149"/>
                    <a:pt x="1119" y="2145"/>
                    <a:pt x="1089" y="2145"/>
                  </a:cubicBezTo>
                  <a:cubicBezTo>
                    <a:pt x="1030" y="2145"/>
                    <a:pt x="967" y="2166"/>
                    <a:pt x="920" y="2200"/>
                  </a:cubicBezTo>
                  <a:cubicBezTo>
                    <a:pt x="916" y="2204"/>
                    <a:pt x="912" y="2208"/>
                    <a:pt x="912" y="2213"/>
                  </a:cubicBezTo>
                  <a:cubicBezTo>
                    <a:pt x="126" y="1972"/>
                    <a:pt x="126" y="1972"/>
                    <a:pt x="126" y="1972"/>
                  </a:cubicBezTo>
                  <a:cubicBezTo>
                    <a:pt x="97" y="1964"/>
                    <a:pt x="67" y="1981"/>
                    <a:pt x="59" y="2010"/>
                  </a:cubicBezTo>
                  <a:cubicBezTo>
                    <a:pt x="50" y="2035"/>
                    <a:pt x="67" y="2065"/>
                    <a:pt x="93" y="2073"/>
                  </a:cubicBezTo>
                  <a:cubicBezTo>
                    <a:pt x="840" y="2301"/>
                    <a:pt x="840" y="2301"/>
                    <a:pt x="840" y="2301"/>
                  </a:cubicBezTo>
                  <a:cubicBezTo>
                    <a:pt x="832" y="2314"/>
                    <a:pt x="823" y="2331"/>
                    <a:pt x="819" y="2348"/>
                  </a:cubicBezTo>
                  <a:cubicBezTo>
                    <a:pt x="764" y="2551"/>
                    <a:pt x="764" y="2551"/>
                    <a:pt x="764" y="2551"/>
                  </a:cubicBezTo>
                  <a:cubicBezTo>
                    <a:pt x="50" y="2551"/>
                    <a:pt x="50" y="2551"/>
                    <a:pt x="50" y="2551"/>
                  </a:cubicBezTo>
                  <a:cubicBezTo>
                    <a:pt x="38" y="2551"/>
                    <a:pt x="25" y="2555"/>
                    <a:pt x="17" y="2563"/>
                  </a:cubicBezTo>
                  <a:cubicBezTo>
                    <a:pt x="4" y="2576"/>
                    <a:pt x="0" y="2589"/>
                    <a:pt x="0" y="2601"/>
                  </a:cubicBezTo>
                  <a:cubicBezTo>
                    <a:pt x="0" y="2834"/>
                    <a:pt x="0" y="2834"/>
                    <a:pt x="0" y="2834"/>
                  </a:cubicBezTo>
                  <a:cubicBezTo>
                    <a:pt x="0" y="2846"/>
                    <a:pt x="4" y="2859"/>
                    <a:pt x="17" y="2871"/>
                  </a:cubicBezTo>
                  <a:cubicBezTo>
                    <a:pt x="25" y="2880"/>
                    <a:pt x="38" y="2884"/>
                    <a:pt x="50" y="2884"/>
                  </a:cubicBezTo>
                  <a:cubicBezTo>
                    <a:pt x="1900" y="2884"/>
                    <a:pt x="1900" y="2884"/>
                    <a:pt x="1900" y="2884"/>
                  </a:cubicBezTo>
                  <a:cubicBezTo>
                    <a:pt x="1913" y="2884"/>
                    <a:pt x="1926" y="2880"/>
                    <a:pt x="1938" y="2871"/>
                  </a:cubicBezTo>
                  <a:cubicBezTo>
                    <a:pt x="1947" y="2859"/>
                    <a:pt x="1951" y="2846"/>
                    <a:pt x="1951" y="2834"/>
                  </a:cubicBezTo>
                  <a:cubicBezTo>
                    <a:pt x="1951" y="2601"/>
                    <a:pt x="1951" y="2601"/>
                    <a:pt x="1951" y="2601"/>
                  </a:cubicBezTo>
                  <a:cubicBezTo>
                    <a:pt x="1951" y="2589"/>
                    <a:pt x="1947" y="2576"/>
                    <a:pt x="1938" y="2563"/>
                  </a:cubicBezTo>
                  <a:close/>
                  <a:moveTo>
                    <a:pt x="1317" y="1081"/>
                  </a:moveTo>
                  <a:lnTo>
                    <a:pt x="1317" y="1081"/>
                  </a:lnTo>
                  <a:cubicBezTo>
                    <a:pt x="1296" y="1098"/>
                    <a:pt x="1267" y="1106"/>
                    <a:pt x="1237" y="1106"/>
                  </a:cubicBezTo>
                  <a:cubicBezTo>
                    <a:pt x="1224" y="1106"/>
                    <a:pt x="1216" y="1106"/>
                    <a:pt x="1203" y="1102"/>
                  </a:cubicBezTo>
                  <a:cubicBezTo>
                    <a:pt x="1199" y="1102"/>
                    <a:pt x="1195" y="1098"/>
                    <a:pt x="1191" y="1098"/>
                  </a:cubicBezTo>
                  <a:cubicBezTo>
                    <a:pt x="1186" y="1098"/>
                    <a:pt x="1182" y="1094"/>
                    <a:pt x="1178" y="1094"/>
                  </a:cubicBezTo>
                  <a:cubicBezTo>
                    <a:pt x="1153" y="1081"/>
                    <a:pt x="1127" y="1064"/>
                    <a:pt x="1111" y="1039"/>
                  </a:cubicBezTo>
                  <a:cubicBezTo>
                    <a:pt x="1098" y="1018"/>
                    <a:pt x="1085" y="988"/>
                    <a:pt x="1085" y="954"/>
                  </a:cubicBezTo>
                  <a:cubicBezTo>
                    <a:pt x="1085" y="937"/>
                    <a:pt x="1089" y="916"/>
                    <a:pt x="1098" y="899"/>
                  </a:cubicBezTo>
                  <a:cubicBezTo>
                    <a:pt x="1111" y="870"/>
                    <a:pt x="1127" y="849"/>
                    <a:pt x="1153" y="832"/>
                  </a:cubicBezTo>
                  <a:cubicBezTo>
                    <a:pt x="1178" y="815"/>
                    <a:pt x="1203" y="806"/>
                    <a:pt x="1237" y="806"/>
                  </a:cubicBezTo>
                  <a:cubicBezTo>
                    <a:pt x="1258" y="806"/>
                    <a:pt x="1275" y="811"/>
                    <a:pt x="1292" y="819"/>
                  </a:cubicBezTo>
                  <a:cubicBezTo>
                    <a:pt x="1301" y="823"/>
                    <a:pt x="1309" y="828"/>
                    <a:pt x="1317" y="832"/>
                  </a:cubicBezTo>
                  <a:cubicBezTo>
                    <a:pt x="1322" y="836"/>
                    <a:pt x="1322" y="836"/>
                    <a:pt x="1326" y="836"/>
                  </a:cubicBezTo>
                  <a:cubicBezTo>
                    <a:pt x="1338" y="849"/>
                    <a:pt x="1351" y="861"/>
                    <a:pt x="1360" y="874"/>
                  </a:cubicBezTo>
                  <a:cubicBezTo>
                    <a:pt x="1376" y="895"/>
                    <a:pt x="1385" y="925"/>
                    <a:pt x="1385" y="954"/>
                  </a:cubicBezTo>
                  <a:cubicBezTo>
                    <a:pt x="1385" y="975"/>
                    <a:pt x="1381" y="996"/>
                    <a:pt x="1372" y="1013"/>
                  </a:cubicBezTo>
                  <a:cubicBezTo>
                    <a:pt x="1364" y="1043"/>
                    <a:pt x="1343" y="1064"/>
                    <a:pt x="1317" y="1081"/>
                  </a:cubicBezTo>
                  <a:close/>
                  <a:moveTo>
                    <a:pt x="1224" y="131"/>
                  </a:moveTo>
                  <a:lnTo>
                    <a:pt x="1224" y="131"/>
                  </a:lnTo>
                  <a:cubicBezTo>
                    <a:pt x="1427" y="224"/>
                    <a:pt x="1427" y="224"/>
                    <a:pt x="1427" y="224"/>
                  </a:cubicBezTo>
                  <a:cubicBezTo>
                    <a:pt x="1334" y="418"/>
                    <a:pt x="1334" y="418"/>
                    <a:pt x="1334" y="418"/>
                  </a:cubicBezTo>
                  <a:cubicBezTo>
                    <a:pt x="1136" y="321"/>
                    <a:pt x="1136" y="321"/>
                    <a:pt x="1136" y="321"/>
                  </a:cubicBezTo>
                  <a:lnTo>
                    <a:pt x="1224" y="131"/>
                  </a:lnTo>
                  <a:close/>
                  <a:moveTo>
                    <a:pt x="675" y="1828"/>
                  </a:moveTo>
                  <a:lnTo>
                    <a:pt x="675" y="1828"/>
                  </a:lnTo>
                  <a:cubicBezTo>
                    <a:pt x="473" y="1736"/>
                    <a:pt x="473" y="1736"/>
                    <a:pt x="473" y="1736"/>
                  </a:cubicBezTo>
                  <a:cubicBezTo>
                    <a:pt x="561" y="1545"/>
                    <a:pt x="561" y="1545"/>
                    <a:pt x="561" y="1545"/>
                  </a:cubicBezTo>
                  <a:cubicBezTo>
                    <a:pt x="625" y="1575"/>
                    <a:pt x="701" y="1609"/>
                    <a:pt x="764" y="1638"/>
                  </a:cubicBezTo>
                  <a:lnTo>
                    <a:pt x="675" y="1828"/>
                  </a:lnTo>
                  <a:close/>
                  <a:moveTo>
                    <a:pt x="933" y="1567"/>
                  </a:moveTo>
                  <a:lnTo>
                    <a:pt x="933" y="1567"/>
                  </a:lnTo>
                  <a:lnTo>
                    <a:pt x="933" y="1567"/>
                  </a:lnTo>
                  <a:cubicBezTo>
                    <a:pt x="929" y="1571"/>
                    <a:pt x="929" y="1575"/>
                    <a:pt x="925" y="1575"/>
                  </a:cubicBezTo>
                  <a:cubicBezTo>
                    <a:pt x="920" y="1579"/>
                    <a:pt x="916" y="1579"/>
                    <a:pt x="912" y="1583"/>
                  </a:cubicBezTo>
                  <a:cubicBezTo>
                    <a:pt x="908" y="1583"/>
                    <a:pt x="903" y="1583"/>
                    <a:pt x="903" y="1583"/>
                  </a:cubicBezTo>
                  <a:cubicBezTo>
                    <a:pt x="895" y="1583"/>
                    <a:pt x="891" y="1583"/>
                    <a:pt x="887" y="1583"/>
                  </a:cubicBezTo>
                  <a:cubicBezTo>
                    <a:pt x="790" y="1537"/>
                    <a:pt x="625" y="1457"/>
                    <a:pt x="528" y="1410"/>
                  </a:cubicBezTo>
                  <a:cubicBezTo>
                    <a:pt x="523" y="1410"/>
                    <a:pt x="519" y="1406"/>
                    <a:pt x="515" y="1402"/>
                  </a:cubicBezTo>
                  <a:cubicBezTo>
                    <a:pt x="515" y="1402"/>
                    <a:pt x="511" y="1398"/>
                    <a:pt x="511" y="1393"/>
                  </a:cubicBezTo>
                  <a:cubicBezTo>
                    <a:pt x="507" y="1389"/>
                    <a:pt x="507" y="1385"/>
                    <a:pt x="507" y="1381"/>
                  </a:cubicBezTo>
                  <a:cubicBezTo>
                    <a:pt x="507" y="1377"/>
                    <a:pt x="507" y="1372"/>
                    <a:pt x="511" y="1368"/>
                  </a:cubicBezTo>
                  <a:lnTo>
                    <a:pt x="511" y="1368"/>
                  </a:lnTo>
                  <a:cubicBezTo>
                    <a:pt x="967" y="397"/>
                    <a:pt x="967" y="397"/>
                    <a:pt x="967" y="397"/>
                  </a:cubicBezTo>
                  <a:lnTo>
                    <a:pt x="967" y="397"/>
                  </a:lnTo>
                  <a:cubicBezTo>
                    <a:pt x="967" y="393"/>
                    <a:pt x="971" y="384"/>
                    <a:pt x="980" y="384"/>
                  </a:cubicBezTo>
                  <a:cubicBezTo>
                    <a:pt x="984" y="380"/>
                    <a:pt x="988" y="376"/>
                    <a:pt x="996" y="376"/>
                  </a:cubicBezTo>
                  <a:cubicBezTo>
                    <a:pt x="1001" y="376"/>
                    <a:pt x="1005" y="380"/>
                    <a:pt x="1009" y="380"/>
                  </a:cubicBezTo>
                  <a:cubicBezTo>
                    <a:pt x="1338" y="536"/>
                    <a:pt x="1338" y="536"/>
                    <a:pt x="1338" y="536"/>
                  </a:cubicBezTo>
                  <a:lnTo>
                    <a:pt x="1338" y="536"/>
                  </a:lnTo>
                  <a:lnTo>
                    <a:pt x="1338" y="536"/>
                  </a:lnTo>
                  <a:cubicBezTo>
                    <a:pt x="1372" y="549"/>
                    <a:pt x="1372" y="549"/>
                    <a:pt x="1372" y="549"/>
                  </a:cubicBezTo>
                  <a:cubicBezTo>
                    <a:pt x="1376" y="553"/>
                    <a:pt x="1381" y="557"/>
                    <a:pt x="1385" y="562"/>
                  </a:cubicBezTo>
                  <a:cubicBezTo>
                    <a:pt x="1389" y="566"/>
                    <a:pt x="1389" y="574"/>
                    <a:pt x="1389" y="578"/>
                  </a:cubicBezTo>
                  <a:cubicBezTo>
                    <a:pt x="1389" y="587"/>
                    <a:pt x="1389" y="591"/>
                    <a:pt x="1389" y="595"/>
                  </a:cubicBezTo>
                  <a:lnTo>
                    <a:pt x="1389" y="595"/>
                  </a:lnTo>
                  <a:cubicBezTo>
                    <a:pt x="1330" y="718"/>
                    <a:pt x="1330" y="718"/>
                    <a:pt x="1330" y="718"/>
                  </a:cubicBezTo>
                  <a:cubicBezTo>
                    <a:pt x="1301" y="709"/>
                    <a:pt x="1267" y="701"/>
                    <a:pt x="1237" y="701"/>
                  </a:cubicBezTo>
                  <a:cubicBezTo>
                    <a:pt x="1199" y="701"/>
                    <a:pt x="1165" y="709"/>
                    <a:pt x="1136" y="722"/>
                  </a:cubicBezTo>
                  <a:cubicBezTo>
                    <a:pt x="1089" y="739"/>
                    <a:pt x="1051" y="773"/>
                    <a:pt x="1026" y="815"/>
                  </a:cubicBezTo>
                  <a:cubicBezTo>
                    <a:pt x="996" y="853"/>
                    <a:pt x="980" y="904"/>
                    <a:pt x="980" y="954"/>
                  </a:cubicBezTo>
                  <a:cubicBezTo>
                    <a:pt x="980" y="992"/>
                    <a:pt x="988" y="1026"/>
                    <a:pt x="1001" y="1056"/>
                  </a:cubicBezTo>
                  <a:cubicBezTo>
                    <a:pt x="1022" y="1102"/>
                    <a:pt x="1051" y="1140"/>
                    <a:pt x="1094" y="1170"/>
                  </a:cubicBezTo>
                  <a:cubicBezTo>
                    <a:pt x="1098" y="1174"/>
                    <a:pt x="1106" y="1178"/>
                    <a:pt x="1115" y="1178"/>
                  </a:cubicBezTo>
                  <a:lnTo>
                    <a:pt x="933" y="1567"/>
                  </a:lnTo>
                  <a:close/>
                  <a:moveTo>
                    <a:pt x="1453" y="2006"/>
                  </a:moveTo>
                  <a:lnTo>
                    <a:pt x="1453" y="2006"/>
                  </a:lnTo>
                  <a:cubicBezTo>
                    <a:pt x="1516" y="1900"/>
                    <a:pt x="1550" y="1778"/>
                    <a:pt x="1550" y="1651"/>
                  </a:cubicBezTo>
                  <a:cubicBezTo>
                    <a:pt x="1550" y="1541"/>
                    <a:pt x="1524" y="1444"/>
                    <a:pt x="1482" y="1351"/>
                  </a:cubicBezTo>
                  <a:cubicBezTo>
                    <a:pt x="1453" y="1288"/>
                    <a:pt x="1415" y="1229"/>
                    <a:pt x="1368" y="1174"/>
                  </a:cubicBezTo>
                  <a:cubicBezTo>
                    <a:pt x="1398" y="1157"/>
                    <a:pt x="1427" y="1127"/>
                    <a:pt x="1448" y="1098"/>
                  </a:cubicBezTo>
                  <a:cubicBezTo>
                    <a:pt x="1457" y="1085"/>
                    <a:pt x="1465" y="1068"/>
                    <a:pt x="1474" y="1047"/>
                  </a:cubicBezTo>
                  <a:cubicBezTo>
                    <a:pt x="1550" y="1119"/>
                    <a:pt x="1617" y="1208"/>
                    <a:pt x="1664" y="1300"/>
                  </a:cubicBezTo>
                  <a:cubicBezTo>
                    <a:pt x="1727" y="1423"/>
                    <a:pt x="1761" y="1562"/>
                    <a:pt x="1761" y="1706"/>
                  </a:cubicBezTo>
                  <a:cubicBezTo>
                    <a:pt x="1761" y="1871"/>
                    <a:pt x="1719" y="2023"/>
                    <a:pt x="1643" y="2154"/>
                  </a:cubicBezTo>
                  <a:cubicBezTo>
                    <a:pt x="1579" y="2263"/>
                    <a:pt x="1491" y="2361"/>
                    <a:pt x="1389" y="2437"/>
                  </a:cubicBezTo>
                  <a:cubicBezTo>
                    <a:pt x="1364" y="2348"/>
                    <a:pt x="1364" y="2348"/>
                    <a:pt x="1364" y="2348"/>
                  </a:cubicBezTo>
                  <a:cubicBezTo>
                    <a:pt x="1347" y="2293"/>
                    <a:pt x="1317" y="2246"/>
                    <a:pt x="1275" y="2213"/>
                  </a:cubicBezTo>
                  <a:cubicBezTo>
                    <a:pt x="1347" y="2154"/>
                    <a:pt x="1410" y="2086"/>
                    <a:pt x="1453" y="2006"/>
                  </a:cubicBezTo>
                  <a:close/>
                  <a:moveTo>
                    <a:pt x="105" y="2656"/>
                  </a:moveTo>
                  <a:lnTo>
                    <a:pt x="105" y="2656"/>
                  </a:lnTo>
                  <a:cubicBezTo>
                    <a:pt x="802" y="2656"/>
                    <a:pt x="802" y="2656"/>
                    <a:pt x="802" y="2656"/>
                  </a:cubicBezTo>
                  <a:cubicBezTo>
                    <a:pt x="828" y="2656"/>
                    <a:pt x="849" y="2639"/>
                    <a:pt x="853" y="2618"/>
                  </a:cubicBezTo>
                  <a:cubicBezTo>
                    <a:pt x="920" y="2377"/>
                    <a:pt x="920" y="2377"/>
                    <a:pt x="920" y="2377"/>
                  </a:cubicBezTo>
                  <a:cubicBezTo>
                    <a:pt x="933" y="2339"/>
                    <a:pt x="954" y="2310"/>
                    <a:pt x="984" y="2285"/>
                  </a:cubicBezTo>
                  <a:cubicBezTo>
                    <a:pt x="1013" y="2263"/>
                    <a:pt x="1051" y="2251"/>
                    <a:pt x="1089" y="2251"/>
                  </a:cubicBezTo>
                  <a:cubicBezTo>
                    <a:pt x="1132" y="2251"/>
                    <a:pt x="1170" y="2263"/>
                    <a:pt x="1199" y="2285"/>
                  </a:cubicBezTo>
                  <a:cubicBezTo>
                    <a:pt x="1229" y="2310"/>
                    <a:pt x="1250" y="2339"/>
                    <a:pt x="1263" y="2377"/>
                  </a:cubicBezTo>
                  <a:cubicBezTo>
                    <a:pt x="1330" y="2618"/>
                    <a:pt x="1330" y="2618"/>
                    <a:pt x="1330" y="2618"/>
                  </a:cubicBezTo>
                  <a:cubicBezTo>
                    <a:pt x="1334" y="2639"/>
                    <a:pt x="1355" y="2656"/>
                    <a:pt x="1381" y="2656"/>
                  </a:cubicBezTo>
                  <a:cubicBezTo>
                    <a:pt x="1845" y="2656"/>
                    <a:pt x="1845" y="2656"/>
                    <a:pt x="1845" y="2656"/>
                  </a:cubicBezTo>
                  <a:cubicBezTo>
                    <a:pt x="1845" y="2779"/>
                    <a:pt x="1845" y="2779"/>
                    <a:pt x="1845" y="2779"/>
                  </a:cubicBezTo>
                  <a:cubicBezTo>
                    <a:pt x="105" y="2779"/>
                    <a:pt x="105" y="2779"/>
                    <a:pt x="105" y="2779"/>
                  </a:cubicBezTo>
                  <a:lnTo>
                    <a:pt x="105" y="265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0" name="Group 323">
            <a:extLst>
              <a:ext uri="{FF2B5EF4-FFF2-40B4-BE49-F238E27FC236}">
                <a16:creationId xmlns:a16="http://schemas.microsoft.com/office/drawing/2014/main" id="{02B8C90E-657C-5CA9-3A59-904824701C88}"/>
              </a:ext>
            </a:extLst>
          </p:cNvPr>
          <p:cNvGrpSpPr/>
          <p:nvPr/>
        </p:nvGrpSpPr>
        <p:grpSpPr>
          <a:xfrm>
            <a:off x="1580935" y="5763434"/>
            <a:ext cx="266834" cy="266834"/>
            <a:chOff x="1804988" y="6446838"/>
            <a:chExt cx="912812" cy="912812"/>
          </a:xfrm>
          <a:solidFill>
            <a:schemeClr val="tx2"/>
          </a:solidFill>
        </p:grpSpPr>
        <p:sp>
          <p:nvSpPr>
            <p:cNvPr id="321" name="Freeform 43">
              <a:extLst>
                <a:ext uri="{FF2B5EF4-FFF2-40B4-BE49-F238E27FC236}">
                  <a16:creationId xmlns:a16="http://schemas.microsoft.com/office/drawing/2014/main" id="{EBC9FB2C-510F-B052-53FA-A54DAEED94C1}"/>
                </a:ext>
              </a:extLst>
            </p:cNvPr>
            <p:cNvSpPr>
              <a:spLocks noChangeArrowheads="1"/>
            </p:cNvSpPr>
            <p:nvPr/>
          </p:nvSpPr>
          <p:spPr bwMode="auto">
            <a:xfrm>
              <a:off x="1878013" y="6702425"/>
              <a:ext cx="384175" cy="38100"/>
            </a:xfrm>
            <a:custGeom>
              <a:avLst/>
              <a:gdLst>
                <a:gd name="T0" fmla="*/ 51 w 1066"/>
                <a:gd name="T1" fmla="*/ 0 h 107"/>
                <a:gd name="T2" fmla="*/ 51 w 1066"/>
                <a:gd name="T3" fmla="*/ 0 h 107"/>
                <a:gd name="T4" fmla="*/ 0 w 1066"/>
                <a:gd name="T5" fmla="*/ 51 h 107"/>
                <a:gd name="T6" fmla="*/ 51 w 1066"/>
                <a:gd name="T7" fmla="*/ 106 h 107"/>
                <a:gd name="T8" fmla="*/ 1014 w 1066"/>
                <a:gd name="T9" fmla="*/ 106 h 107"/>
                <a:gd name="T10" fmla="*/ 1065 w 1066"/>
                <a:gd name="T11" fmla="*/ 51 h 107"/>
                <a:gd name="T12" fmla="*/ 1014 w 1066"/>
                <a:gd name="T13" fmla="*/ 0 h 107"/>
                <a:gd name="T14" fmla="*/ 51 w 1066"/>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6" h="107">
                  <a:moveTo>
                    <a:pt x="51" y="0"/>
                  </a:moveTo>
                  <a:lnTo>
                    <a:pt x="51" y="0"/>
                  </a:lnTo>
                  <a:cubicBezTo>
                    <a:pt x="21" y="0"/>
                    <a:pt x="0" y="21"/>
                    <a:pt x="0" y="51"/>
                  </a:cubicBezTo>
                  <a:cubicBezTo>
                    <a:pt x="0" y="81"/>
                    <a:pt x="21" y="106"/>
                    <a:pt x="51" y="106"/>
                  </a:cubicBezTo>
                  <a:cubicBezTo>
                    <a:pt x="1014" y="106"/>
                    <a:pt x="1014" y="106"/>
                    <a:pt x="1014" y="106"/>
                  </a:cubicBezTo>
                  <a:cubicBezTo>
                    <a:pt x="1043" y="106"/>
                    <a:pt x="1065" y="81"/>
                    <a:pt x="1065" y="51"/>
                  </a:cubicBezTo>
                  <a:cubicBezTo>
                    <a:pt x="1065" y="21"/>
                    <a:pt x="1043" y="0"/>
                    <a:pt x="1014" y="0"/>
                  </a:cubicBezTo>
                  <a:lnTo>
                    <a:pt x="5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2" name="Freeform 44">
              <a:extLst>
                <a:ext uri="{FF2B5EF4-FFF2-40B4-BE49-F238E27FC236}">
                  <a16:creationId xmlns:a16="http://schemas.microsoft.com/office/drawing/2014/main" id="{D8A131DE-88EF-7208-53FE-EAA9E313690E}"/>
                </a:ext>
              </a:extLst>
            </p:cNvPr>
            <p:cNvSpPr>
              <a:spLocks noChangeArrowheads="1"/>
            </p:cNvSpPr>
            <p:nvPr/>
          </p:nvSpPr>
          <p:spPr bwMode="auto">
            <a:xfrm>
              <a:off x="1804988" y="6446838"/>
              <a:ext cx="544512" cy="544512"/>
            </a:xfrm>
            <a:custGeom>
              <a:avLst/>
              <a:gdLst>
                <a:gd name="T0" fmla="*/ 663 w 1512"/>
                <a:gd name="T1" fmla="*/ 1465 h 1513"/>
                <a:gd name="T2" fmla="*/ 663 w 1512"/>
                <a:gd name="T3" fmla="*/ 1465 h 1513"/>
                <a:gd name="T4" fmla="*/ 625 w 1512"/>
                <a:gd name="T5" fmla="*/ 1402 h 1513"/>
                <a:gd name="T6" fmla="*/ 253 w 1512"/>
                <a:gd name="T7" fmla="*/ 1174 h 1513"/>
                <a:gd name="T8" fmla="*/ 105 w 1512"/>
                <a:gd name="T9" fmla="*/ 760 h 1513"/>
                <a:gd name="T10" fmla="*/ 156 w 1512"/>
                <a:gd name="T11" fmla="*/ 507 h 1513"/>
                <a:gd name="T12" fmla="*/ 392 w 1512"/>
                <a:gd name="T13" fmla="*/ 215 h 1513"/>
                <a:gd name="T14" fmla="*/ 760 w 1512"/>
                <a:gd name="T15" fmla="*/ 105 h 1513"/>
                <a:gd name="T16" fmla="*/ 1174 w 1512"/>
                <a:gd name="T17" fmla="*/ 253 h 1513"/>
                <a:gd name="T18" fmla="*/ 1402 w 1512"/>
                <a:gd name="T19" fmla="*/ 625 h 1513"/>
                <a:gd name="T20" fmla="*/ 1465 w 1512"/>
                <a:gd name="T21" fmla="*/ 663 h 1513"/>
                <a:gd name="T22" fmla="*/ 1503 w 1512"/>
                <a:gd name="T23" fmla="*/ 600 h 1513"/>
                <a:gd name="T24" fmla="*/ 1503 w 1512"/>
                <a:gd name="T25" fmla="*/ 600 h 1513"/>
                <a:gd name="T26" fmla="*/ 1241 w 1512"/>
                <a:gd name="T27" fmla="*/ 173 h 1513"/>
                <a:gd name="T28" fmla="*/ 760 w 1512"/>
                <a:gd name="T29" fmla="*/ 0 h 1513"/>
                <a:gd name="T30" fmla="*/ 464 w 1512"/>
                <a:gd name="T31" fmla="*/ 59 h 1513"/>
                <a:gd name="T32" fmla="*/ 130 w 1512"/>
                <a:gd name="T33" fmla="*/ 334 h 1513"/>
                <a:gd name="T34" fmla="*/ 0 w 1512"/>
                <a:gd name="T35" fmla="*/ 760 h 1513"/>
                <a:gd name="T36" fmla="*/ 173 w 1512"/>
                <a:gd name="T37" fmla="*/ 1241 h 1513"/>
                <a:gd name="T38" fmla="*/ 603 w 1512"/>
                <a:gd name="T39" fmla="*/ 1503 h 1513"/>
                <a:gd name="T40" fmla="*/ 663 w 1512"/>
                <a:gd name="T41" fmla="*/ 1465 h 15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12" h="1513">
                  <a:moveTo>
                    <a:pt x="663" y="1465"/>
                  </a:moveTo>
                  <a:lnTo>
                    <a:pt x="663" y="1465"/>
                  </a:lnTo>
                  <a:cubicBezTo>
                    <a:pt x="671" y="1436"/>
                    <a:pt x="650" y="1406"/>
                    <a:pt x="625" y="1402"/>
                  </a:cubicBezTo>
                  <a:cubicBezTo>
                    <a:pt x="477" y="1368"/>
                    <a:pt x="346" y="1288"/>
                    <a:pt x="253" y="1174"/>
                  </a:cubicBezTo>
                  <a:cubicBezTo>
                    <a:pt x="160" y="1064"/>
                    <a:pt x="105" y="916"/>
                    <a:pt x="105" y="760"/>
                  </a:cubicBezTo>
                  <a:cubicBezTo>
                    <a:pt x="105" y="671"/>
                    <a:pt x="122" y="583"/>
                    <a:pt x="156" y="507"/>
                  </a:cubicBezTo>
                  <a:cubicBezTo>
                    <a:pt x="207" y="388"/>
                    <a:pt x="291" y="287"/>
                    <a:pt x="392" y="215"/>
                  </a:cubicBezTo>
                  <a:cubicBezTo>
                    <a:pt x="498" y="148"/>
                    <a:pt x="625" y="105"/>
                    <a:pt x="760" y="105"/>
                  </a:cubicBezTo>
                  <a:cubicBezTo>
                    <a:pt x="916" y="105"/>
                    <a:pt x="1064" y="160"/>
                    <a:pt x="1174" y="253"/>
                  </a:cubicBezTo>
                  <a:cubicBezTo>
                    <a:pt x="1288" y="346"/>
                    <a:pt x="1368" y="477"/>
                    <a:pt x="1402" y="625"/>
                  </a:cubicBezTo>
                  <a:cubicBezTo>
                    <a:pt x="1406" y="650"/>
                    <a:pt x="1436" y="671"/>
                    <a:pt x="1465" y="663"/>
                  </a:cubicBezTo>
                  <a:cubicBezTo>
                    <a:pt x="1490" y="659"/>
                    <a:pt x="1511" y="629"/>
                    <a:pt x="1503" y="600"/>
                  </a:cubicBezTo>
                  <a:lnTo>
                    <a:pt x="1503" y="600"/>
                  </a:lnTo>
                  <a:cubicBezTo>
                    <a:pt x="1469" y="431"/>
                    <a:pt x="1372" y="279"/>
                    <a:pt x="1241" y="173"/>
                  </a:cubicBezTo>
                  <a:cubicBezTo>
                    <a:pt x="1110" y="63"/>
                    <a:pt x="941" y="0"/>
                    <a:pt x="760" y="0"/>
                  </a:cubicBezTo>
                  <a:cubicBezTo>
                    <a:pt x="654" y="0"/>
                    <a:pt x="553" y="21"/>
                    <a:pt x="464" y="59"/>
                  </a:cubicBezTo>
                  <a:cubicBezTo>
                    <a:pt x="329" y="118"/>
                    <a:pt x="211" y="215"/>
                    <a:pt x="130" y="334"/>
                  </a:cubicBezTo>
                  <a:cubicBezTo>
                    <a:pt x="46" y="456"/>
                    <a:pt x="0" y="604"/>
                    <a:pt x="0" y="760"/>
                  </a:cubicBezTo>
                  <a:cubicBezTo>
                    <a:pt x="0" y="942"/>
                    <a:pt x="63" y="1111"/>
                    <a:pt x="173" y="1241"/>
                  </a:cubicBezTo>
                  <a:cubicBezTo>
                    <a:pt x="278" y="1372"/>
                    <a:pt x="430" y="1470"/>
                    <a:pt x="603" y="1503"/>
                  </a:cubicBezTo>
                  <a:cubicBezTo>
                    <a:pt x="629" y="1512"/>
                    <a:pt x="658" y="1491"/>
                    <a:pt x="663" y="14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3" name="Freeform 45">
              <a:extLst>
                <a:ext uri="{FF2B5EF4-FFF2-40B4-BE49-F238E27FC236}">
                  <a16:creationId xmlns:a16="http://schemas.microsoft.com/office/drawing/2014/main" id="{934F03BB-894A-E2D7-AA05-F0B4B4DFE09E}"/>
                </a:ext>
              </a:extLst>
            </p:cNvPr>
            <p:cNvSpPr>
              <a:spLocks noChangeArrowheads="1"/>
            </p:cNvSpPr>
            <p:nvPr/>
          </p:nvSpPr>
          <p:spPr bwMode="auto">
            <a:xfrm>
              <a:off x="1951038" y="6592888"/>
              <a:ext cx="766762" cy="766762"/>
            </a:xfrm>
            <a:custGeom>
              <a:avLst/>
              <a:gdLst>
                <a:gd name="T0" fmla="*/ 2090 w 2130"/>
                <a:gd name="T1" fmla="*/ 321 h 2130"/>
                <a:gd name="T2" fmla="*/ 2090 w 2130"/>
                <a:gd name="T3" fmla="*/ 321 h 2130"/>
                <a:gd name="T4" fmla="*/ 1977 w 2130"/>
                <a:gd name="T5" fmla="*/ 148 h 2130"/>
                <a:gd name="T6" fmla="*/ 1808 w 2130"/>
                <a:gd name="T7" fmla="*/ 38 h 2130"/>
                <a:gd name="T8" fmla="*/ 1609 w 2130"/>
                <a:gd name="T9" fmla="*/ 0 h 2130"/>
                <a:gd name="T10" fmla="*/ 1415 w 2130"/>
                <a:gd name="T11" fmla="*/ 38 h 2130"/>
                <a:gd name="T12" fmla="*/ 1246 w 2130"/>
                <a:gd name="T13" fmla="*/ 148 h 2130"/>
                <a:gd name="T14" fmla="*/ 152 w 2130"/>
                <a:gd name="T15" fmla="*/ 1246 h 2130"/>
                <a:gd name="T16" fmla="*/ 38 w 2130"/>
                <a:gd name="T17" fmla="*/ 1415 h 2130"/>
                <a:gd name="T18" fmla="*/ 0 w 2130"/>
                <a:gd name="T19" fmla="*/ 1609 h 2130"/>
                <a:gd name="T20" fmla="*/ 38 w 2130"/>
                <a:gd name="T21" fmla="*/ 1808 h 2130"/>
                <a:gd name="T22" fmla="*/ 152 w 2130"/>
                <a:gd name="T23" fmla="*/ 1977 h 2130"/>
                <a:gd name="T24" fmla="*/ 321 w 2130"/>
                <a:gd name="T25" fmla="*/ 2091 h 2130"/>
                <a:gd name="T26" fmla="*/ 515 w 2130"/>
                <a:gd name="T27" fmla="*/ 2129 h 2130"/>
                <a:gd name="T28" fmla="*/ 710 w 2130"/>
                <a:gd name="T29" fmla="*/ 2091 h 2130"/>
                <a:gd name="T30" fmla="*/ 883 w 2130"/>
                <a:gd name="T31" fmla="*/ 1977 h 2130"/>
                <a:gd name="T32" fmla="*/ 1977 w 2130"/>
                <a:gd name="T33" fmla="*/ 883 h 2130"/>
                <a:gd name="T34" fmla="*/ 2090 w 2130"/>
                <a:gd name="T35" fmla="*/ 710 h 2130"/>
                <a:gd name="T36" fmla="*/ 2129 w 2130"/>
                <a:gd name="T37" fmla="*/ 515 h 2130"/>
                <a:gd name="T38" fmla="*/ 2090 w 2130"/>
                <a:gd name="T39" fmla="*/ 321 h 2130"/>
                <a:gd name="T40" fmla="*/ 807 w 2130"/>
                <a:gd name="T41" fmla="*/ 1901 h 2130"/>
                <a:gd name="T42" fmla="*/ 807 w 2130"/>
                <a:gd name="T43" fmla="*/ 1901 h 2130"/>
                <a:gd name="T44" fmla="*/ 671 w 2130"/>
                <a:gd name="T45" fmla="*/ 1994 h 2130"/>
                <a:gd name="T46" fmla="*/ 515 w 2130"/>
                <a:gd name="T47" fmla="*/ 2023 h 2130"/>
                <a:gd name="T48" fmla="*/ 359 w 2130"/>
                <a:gd name="T49" fmla="*/ 1994 h 2130"/>
                <a:gd name="T50" fmla="*/ 224 w 2130"/>
                <a:gd name="T51" fmla="*/ 1901 h 2130"/>
                <a:gd name="T52" fmla="*/ 135 w 2130"/>
                <a:gd name="T53" fmla="*/ 1766 h 2130"/>
                <a:gd name="T54" fmla="*/ 106 w 2130"/>
                <a:gd name="T55" fmla="*/ 1609 h 2130"/>
                <a:gd name="T56" fmla="*/ 135 w 2130"/>
                <a:gd name="T57" fmla="*/ 1457 h 2130"/>
                <a:gd name="T58" fmla="*/ 224 w 2130"/>
                <a:gd name="T59" fmla="*/ 1318 h 2130"/>
                <a:gd name="T60" fmla="*/ 735 w 2130"/>
                <a:gd name="T61" fmla="*/ 811 h 2130"/>
                <a:gd name="T62" fmla="*/ 1318 w 2130"/>
                <a:gd name="T63" fmla="*/ 1394 h 2130"/>
                <a:gd name="T64" fmla="*/ 807 w 2130"/>
                <a:gd name="T65" fmla="*/ 1901 h 2130"/>
                <a:gd name="T66" fmla="*/ 1993 w 2130"/>
                <a:gd name="T67" fmla="*/ 672 h 2130"/>
                <a:gd name="T68" fmla="*/ 1993 w 2130"/>
                <a:gd name="T69" fmla="*/ 672 h 2130"/>
                <a:gd name="T70" fmla="*/ 1900 w 2130"/>
                <a:gd name="T71" fmla="*/ 807 h 2130"/>
                <a:gd name="T72" fmla="*/ 1394 w 2130"/>
                <a:gd name="T73" fmla="*/ 1318 h 2130"/>
                <a:gd name="T74" fmla="*/ 811 w 2130"/>
                <a:gd name="T75" fmla="*/ 735 h 2130"/>
                <a:gd name="T76" fmla="*/ 1318 w 2130"/>
                <a:gd name="T77" fmla="*/ 224 h 2130"/>
                <a:gd name="T78" fmla="*/ 1457 w 2130"/>
                <a:gd name="T79" fmla="*/ 135 h 2130"/>
                <a:gd name="T80" fmla="*/ 1609 w 2130"/>
                <a:gd name="T81" fmla="*/ 106 h 2130"/>
                <a:gd name="T82" fmla="*/ 1765 w 2130"/>
                <a:gd name="T83" fmla="*/ 135 h 2130"/>
                <a:gd name="T84" fmla="*/ 1900 w 2130"/>
                <a:gd name="T85" fmla="*/ 224 h 2130"/>
                <a:gd name="T86" fmla="*/ 1993 w 2130"/>
                <a:gd name="T87" fmla="*/ 359 h 2130"/>
                <a:gd name="T88" fmla="*/ 2023 w 2130"/>
                <a:gd name="T89" fmla="*/ 515 h 2130"/>
                <a:gd name="T90" fmla="*/ 1993 w 2130"/>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30" h="2130">
                  <a:moveTo>
                    <a:pt x="2090" y="321"/>
                  </a:moveTo>
                  <a:lnTo>
                    <a:pt x="2090" y="321"/>
                  </a:lnTo>
                  <a:cubicBezTo>
                    <a:pt x="2065" y="258"/>
                    <a:pt x="2027" y="199"/>
                    <a:pt x="1977" y="148"/>
                  </a:cubicBezTo>
                  <a:cubicBezTo>
                    <a:pt x="1926" y="102"/>
                    <a:pt x="1867" y="64"/>
                    <a:pt x="1808" y="38"/>
                  </a:cubicBezTo>
                  <a:cubicBezTo>
                    <a:pt x="1744" y="13"/>
                    <a:pt x="1677" y="0"/>
                    <a:pt x="1609" y="0"/>
                  </a:cubicBezTo>
                  <a:cubicBezTo>
                    <a:pt x="1546" y="0"/>
                    <a:pt x="1478" y="13"/>
                    <a:pt x="1415" y="38"/>
                  </a:cubicBezTo>
                  <a:cubicBezTo>
                    <a:pt x="1356" y="64"/>
                    <a:pt x="1296"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8" y="2027"/>
                    <a:pt x="258" y="2065"/>
                    <a:pt x="321" y="2091"/>
                  </a:cubicBezTo>
                  <a:cubicBezTo>
                    <a:pt x="384" y="2116"/>
                    <a:pt x="448" y="2129"/>
                    <a:pt x="515" y="2129"/>
                  </a:cubicBezTo>
                  <a:cubicBezTo>
                    <a:pt x="583" y="2129"/>
                    <a:pt x="646" y="2116"/>
                    <a:pt x="710" y="2091"/>
                  </a:cubicBezTo>
                  <a:cubicBezTo>
                    <a:pt x="773" y="2065"/>
                    <a:pt x="832" y="2027"/>
                    <a:pt x="883" y="1977"/>
                  </a:cubicBezTo>
                  <a:cubicBezTo>
                    <a:pt x="1977" y="883"/>
                    <a:pt x="1977" y="883"/>
                    <a:pt x="1977" y="883"/>
                  </a:cubicBezTo>
                  <a:cubicBezTo>
                    <a:pt x="2027" y="832"/>
                    <a:pt x="2065" y="773"/>
                    <a:pt x="2090" y="710"/>
                  </a:cubicBezTo>
                  <a:cubicBezTo>
                    <a:pt x="2116" y="646"/>
                    <a:pt x="2129" y="583"/>
                    <a:pt x="2129" y="515"/>
                  </a:cubicBezTo>
                  <a:cubicBezTo>
                    <a:pt x="2129" y="448"/>
                    <a:pt x="2116" y="385"/>
                    <a:pt x="2090" y="321"/>
                  </a:cubicBezTo>
                  <a:close/>
                  <a:moveTo>
                    <a:pt x="807" y="1901"/>
                  </a:moveTo>
                  <a:lnTo>
                    <a:pt x="807" y="1901"/>
                  </a:lnTo>
                  <a:cubicBezTo>
                    <a:pt x="769" y="1943"/>
                    <a:pt x="722" y="1973"/>
                    <a:pt x="671"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4"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4" name="Freeform 46">
              <a:extLst>
                <a:ext uri="{FF2B5EF4-FFF2-40B4-BE49-F238E27FC236}">
                  <a16:creationId xmlns:a16="http://schemas.microsoft.com/office/drawing/2014/main" id="{F6F9E48E-D25D-00CB-C6F4-98A921A581E6}"/>
                </a:ext>
              </a:extLst>
            </p:cNvPr>
            <p:cNvSpPr>
              <a:spLocks noChangeArrowheads="1"/>
            </p:cNvSpPr>
            <p:nvPr/>
          </p:nvSpPr>
          <p:spPr bwMode="auto">
            <a:xfrm>
              <a:off x="2038350" y="6954838"/>
              <a:ext cx="188913" cy="187325"/>
            </a:xfrm>
            <a:custGeom>
              <a:avLst/>
              <a:gdLst>
                <a:gd name="T0" fmla="*/ 426 w 525"/>
                <a:gd name="T1" fmla="*/ 22 h 521"/>
                <a:gd name="T2" fmla="*/ 426 w 525"/>
                <a:gd name="T3" fmla="*/ 22 h 521"/>
                <a:gd name="T4" fmla="*/ 21 w 525"/>
                <a:gd name="T5" fmla="*/ 427 h 521"/>
                <a:gd name="T6" fmla="*/ 21 w 525"/>
                <a:gd name="T7" fmla="*/ 499 h 521"/>
                <a:gd name="T8" fmla="*/ 97 w 525"/>
                <a:gd name="T9" fmla="*/ 499 h 521"/>
                <a:gd name="T10" fmla="*/ 503 w 525"/>
                <a:gd name="T11" fmla="*/ 98 h 521"/>
                <a:gd name="T12" fmla="*/ 503 w 525"/>
                <a:gd name="T13" fmla="*/ 22 h 521"/>
                <a:gd name="T14" fmla="*/ 426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6" y="22"/>
                  </a:moveTo>
                  <a:lnTo>
                    <a:pt x="426" y="22"/>
                  </a:lnTo>
                  <a:cubicBezTo>
                    <a:pt x="21" y="427"/>
                    <a:pt x="21" y="427"/>
                    <a:pt x="21" y="427"/>
                  </a:cubicBezTo>
                  <a:cubicBezTo>
                    <a:pt x="0" y="448"/>
                    <a:pt x="0" y="482"/>
                    <a:pt x="21" y="499"/>
                  </a:cubicBezTo>
                  <a:cubicBezTo>
                    <a:pt x="42" y="520"/>
                    <a:pt x="76" y="520"/>
                    <a:pt x="97" y="499"/>
                  </a:cubicBezTo>
                  <a:cubicBezTo>
                    <a:pt x="503" y="98"/>
                    <a:pt x="503" y="98"/>
                    <a:pt x="503" y="98"/>
                  </a:cubicBezTo>
                  <a:cubicBezTo>
                    <a:pt x="524" y="76"/>
                    <a:pt x="524" y="43"/>
                    <a:pt x="503" y="22"/>
                  </a:cubicBezTo>
                  <a:cubicBezTo>
                    <a:pt x="481" y="0"/>
                    <a:pt x="448" y="0"/>
                    <a:pt x="426"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5" name="Freeform 47">
              <a:extLst>
                <a:ext uri="{FF2B5EF4-FFF2-40B4-BE49-F238E27FC236}">
                  <a16:creationId xmlns:a16="http://schemas.microsoft.com/office/drawing/2014/main" id="{611021CD-22D1-CBFD-1E21-E575D4DB3458}"/>
                </a:ext>
              </a:extLst>
            </p:cNvPr>
            <p:cNvSpPr>
              <a:spLocks noChangeArrowheads="1"/>
            </p:cNvSpPr>
            <p:nvPr/>
          </p:nvSpPr>
          <p:spPr bwMode="auto">
            <a:xfrm>
              <a:off x="2312988"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9 w 521"/>
                <a:gd name="T11" fmla="*/ 97 h 525"/>
                <a:gd name="T12" fmla="*/ 499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9" y="97"/>
                    <a:pt x="499" y="97"/>
                    <a:pt x="499" y="97"/>
                  </a:cubicBezTo>
                  <a:cubicBezTo>
                    <a:pt x="520" y="76"/>
                    <a:pt x="520" y="43"/>
                    <a:pt x="499"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6" name="Group 329">
            <a:extLst>
              <a:ext uri="{FF2B5EF4-FFF2-40B4-BE49-F238E27FC236}">
                <a16:creationId xmlns:a16="http://schemas.microsoft.com/office/drawing/2014/main" id="{FE8E6734-54DD-03C8-1B71-12C9432E3C8A}"/>
              </a:ext>
            </a:extLst>
          </p:cNvPr>
          <p:cNvGrpSpPr/>
          <p:nvPr/>
        </p:nvGrpSpPr>
        <p:grpSpPr>
          <a:xfrm>
            <a:off x="1068148" y="5806127"/>
            <a:ext cx="224141" cy="224141"/>
            <a:chOff x="50800" y="6592888"/>
            <a:chExt cx="766763" cy="766762"/>
          </a:xfrm>
          <a:solidFill>
            <a:schemeClr val="tx2"/>
          </a:solidFill>
        </p:grpSpPr>
        <p:sp>
          <p:nvSpPr>
            <p:cNvPr id="327" name="Freeform 48">
              <a:extLst>
                <a:ext uri="{FF2B5EF4-FFF2-40B4-BE49-F238E27FC236}">
                  <a16:creationId xmlns:a16="http://schemas.microsoft.com/office/drawing/2014/main" id="{9D76E53E-AC4D-3F6C-9D71-9BF7ED71409F}"/>
                </a:ext>
              </a:extLst>
            </p:cNvPr>
            <p:cNvSpPr>
              <a:spLocks noChangeArrowheads="1"/>
            </p:cNvSpPr>
            <p:nvPr/>
          </p:nvSpPr>
          <p:spPr bwMode="auto">
            <a:xfrm>
              <a:off x="50800" y="6592888"/>
              <a:ext cx="766763" cy="766762"/>
            </a:xfrm>
            <a:custGeom>
              <a:avLst/>
              <a:gdLst>
                <a:gd name="T0" fmla="*/ 2091 w 2129"/>
                <a:gd name="T1" fmla="*/ 321 h 2130"/>
                <a:gd name="T2" fmla="*/ 2091 w 2129"/>
                <a:gd name="T3" fmla="*/ 321 h 2130"/>
                <a:gd name="T4" fmla="*/ 1976 w 2129"/>
                <a:gd name="T5" fmla="*/ 148 h 2130"/>
                <a:gd name="T6" fmla="*/ 1808 w 2129"/>
                <a:gd name="T7" fmla="*/ 38 h 2130"/>
                <a:gd name="T8" fmla="*/ 1609 w 2129"/>
                <a:gd name="T9" fmla="*/ 0 h 2130"/>
                <a:gd name="T10" fmla="*/ 1415 w 2129"/>
                <a:gd name="T11" fmla="*/ 38 h 2130"/>
                <a:gd name="T12" fmla="*/ 1246 w 2129"/>
                <a:gd name="T13" fmla="*/ 148 h 2130"/>
                <a:gd name="T14" fmla="*/ 152 w 2129"/>
                <a:gd name="T15" fmla="*/ 1246 h 2130"/>
                <a:gd name="T16" fmla="*/ 38 w 2129"/>
                <a:gd name="T17" fmla="*/ 1415 h 2130"/>
                <a:gd name="T18" fmla="*/ 0 w 2129"/>
                <a:gd name="T19" fmla="*/ 1609 h 2130"/>
                <a:gd name="T20" fmla="*/ 38 w 2129"/>
                <a:gd name="T21" fmla="*/ 1808 h 2130"/>
                <a:gd name="T22" fmla="*/ 152 w 2129"/>
                <a:gd name="T23" fmla="*/ 1977 h 2130"/>
                <a:gd name="T24" fmla="*/ 321 w 2129"/>
                <a:gd name="T25" fmla="*/ 2091 h 2130"/>
                <a:gd name="T26" fmla="*/ 515 w 2129"/>
                <a:gd name="T27" fmla="*/ 2129 h 2130"/>
                <a:gd name="T28" fmla="*/ 709 w 2129"/>
                <a:gd name="T29" fmla="*/ 2091 h 2130"/>
                <a:gd name="T30" fmla="*/ 883 w 2129"/>
                <a:gd name="T31" fmla="*/ 1977 h 2130"/>
                <a:gd name="T32" fmla="*/ 1976 w 2129"/>
                <a:gd name="T33" fmla="*/ 883 h 2130"/>
                <a:gd name="T34" fmla="*/ 2091 w 2129"/>
                <a:gd name="T35" fmla="*/ 710 h 2130"/>
                <a:gd name="T36" fmla="*/ 2128 w 2129"/>
                <a:gd name="T37" fmla="*/ 515 h 2130"/>
                <a:gd name="T38" fmla="*/ 2091 w 2129"/>
                <a:gd name="T39" fmla="*/ 321 h 2130"/>
                <a:gd name="T40" fmla="*/ 807 w 2129"/>
                <a:gd name="T41" fmla="*/ 1901 h 2130"/>
                <a:gd name="T42" fmla="*/ 807 w 2129"/>
                <a:gd name="T43" fmla="*/ 1901 h 2130"/>
                <a:gd name="T44" fmla="*/ 672 w 2129"/>
                <a:gd name="T45" fmla="*/ 1994 h 2130"/>
                <a:gd name="T46" fmla="*/ 515 w 2129"/>
                <a:gd name="T47" fmla="*/ 2023 h 2130"/>
                <a:gd name="T48" fmla="*/ 359 w 2129"/>
                <a:gd name="T49" fmla="*/ 1994 h 2130"/>
                <a:gd name="T50" fmla="*/ 224 w 2129"/>
                <a:gd name="T51" fmla="*/ 1901 h 2130"/>
                <a:gd name="T52" fmla="*/ 135 w 2129"/>
                <a:gd name="T53" fmla="*/ 1766 h 2130"/>
                <a:gd name="T54" fmla="*/ 106 w 2129"/>
                <a:gd name="T55" fmla="*/ 1609 h 2130"/>
                <a:gd name="T56" fmla="*/ 135 w 2129"/>
                <a:gd name="T57" fmla="*/ 1457 h 2130"/>
                <a:gd name="T58" fmla="*/ 224 w 2129"/>
                <a:gd name="T59" fmla="*/ 1318 h 2130"/>
                <a:gd name="T60" fmla="*/ 735 w 2129"/>
                <a:gd name="T61" fmla="*/ 811 h 2130"/>
                <a:gd name="T62" fmla="*/ 1318 w 2129"/>
                <a:gd name="T63" fmla="*/ 1394 h 2130"/>
                <a:gd name="T64" fmla="*/ 807 w 2129"/>
                <a:gd name="T65" fmla="*/ 1901 h 2130"/>
                <a:gd name="T66" fmla="*/ 1993 w 2129"/>
                <a:gd name="T67" fmla="*/ 672 h 2130"/>
                <a:gd name="T68" fmla="*/ 1993 w 2129"/>
                <a:gd name="T69" fmla="*/ 672 h 2130"/>
                <a:gd name="T70" fmla="*/ 1900 w 2129"/>
                <a:gd name="T71" fmla="*/ 807 h 2130"/>
                <a:gd name="T72" fmla="*/ 1394 w 2129"/>
                <a:gd name="T73" fmla="*/ 1318 h 2130"/>
                <a:gd name="T74" fmla="*/ 811 w 2129"/>
                <a:gd name="T75" fmla="*/ 735 h 2130"/>
                <a:gd name="T76" fmla="*/ 1318 w 2129"/>
                <a:gd name="T77" fmla="*/ 224 h 2130"/>
                <a:gd name="T78" fmla="*/ 1457 w 2129"/>
                <a:gd name="T79" fmla="*/ 135 h 2130"/>
                <a:gd name="T80" fmla="*/ 1609 w 2129"/>
                <a:gd name="T81" fmla="*/ 106 h 2130"/>
                <a:gd name="T82" fmla="*/ 1765 w 2129"/>
                <a:gd name="T83" fmla="*/ 135 h 2130"/>
                <a:gd name="T84" fmla="*/ 1900 w 2129"/>
                <a:gd name="T85" fmla="*/ 224 h 2130"/>
                <a:gd name="T86" fmla="*/ 1993 w 2129"/>
                <a:gd name="T87" fmla="*/ 359 h 2130"/>
                <a:gd name="T88" fmla="*/ 2023 w 2129"/>
                <a:gd name="T89" fmla="*/ 515 h 2130"/>
                <a:gd name="T90" fmla="*/ 1993 w 2129"/>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29" h="2130">
                  <a:moveTo>
                    <a:pt x="2091" y="321"/>
                  </a:moveTo>
                  <a:lnTo>
                    <a:pt x="2091" y="321"/>
                  </a:lnTo>
                  <a:cubicBezTo>
                    <a:pt x="2065" y="258"/>
                    <a:pt x="2027" y="199"/>
                    <a:pt x="1976" y="148"/>
                  </a:cubicBezTo>
                  <a:cubicBezTo>
                    <a:pt x="1926" y="102"/>
                    <a:pt x="1867" y="64"/>
                    <a:pt x="1808" y="38"/>
                  </a:cubicBezTo>
                  <a:cubicBezTo>
                    <a:pt x="1744" y="13"/>
                    <a:pt x="1677" y="0"/>
                    <a:pt x="1609" y="0"/>
                  </a:cubicBezTo>
                  <a:cubicBezTo>
                    <a:pt x="1546" y="0"/>
                    <a:pt x="1478" y="13"/>
                    <a:pt x="1415" y="38"/>
                  </a:cubicBezTo>
                  <a:cubicBezTo>
                    <a:pt x="1356" y="64"/>
                    <a:pt x="1297"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9" y="2027"/>
                    <a:pt x="258" y="2065"/>
                    <a:pt x="321" y="2091"/>
                  </a:cubicBezTo>
                  <a:cubicBezTo>
                    <a:pt x="384" y="2116"/>
                    <a:pt x="448" y="2129"/>
                    <a:pt x="515" y="2129"/>
                  </a:cubicBezTo>
                  <a:cubicBezTo>
                    <a:pt x="583" y="2129"/>
                    <a:pt x="646" y="2116"/>
                    <a:pt x="709" y="2091"/>
                  </a:cubicBezTo>
                  <a:cubicBezTo>
                    <a:pt x="773" y="2065"/>
                    <a:pt x="832" y="2027"/>
                    <a:pt x="883" y="1977"/>
                  </a:cubicBezTo>
                  <a:cubicBezTo>
                    <a:pt x="1976" y="883"/>
                    <a:pt x="1976" y="883"/>
                    <a:pt x="1976" y="883"/>
                  </a:cubicBezTo>
                  <a:cubicBezTo>
                    <a:pt x="2027" y="832"/>
                    <a:pt x="2065" y="773"/>
                    <a:pt x="2091" y="710"/>
                  </a:cubicBezTo>
                  <a:cubicBezTo>
                    <a:pt x="2116" y="646"/>
                    <a:pt x="2128" y="583"/>
                    <a:pt x="2128" y="515"/>
                  </a:cubicBezTo>
                  <a:cubicBezTo>
                    <a:pt x="2128" y="448"/>
                    <a:pt x="2116" y="385"/>
                    <a:pt x="2091" y="321"/>
                  </a:cubicBezTo>
                  <a:close/>
                  <a:moveTo>
                    <a:pt x="807" y="1901"/>
                  </a:moveTo>
                  <a:lnTo>
                    <a:pt x="807" y="1901"/>
                  </a:lnTo>
                  <a:cubicBezTo>
                    <a:pt x="769" y="1943"/>
                    <a:pt x="722" y="1973"/>
                    <a:pt x="672"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3"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8" name="Freeform 49">
              <a:extLst>
                <a:ext uri="{FF2B5EF4-FFF2-40B4-BE49-F238E27FC236}">
                  <a16:creationId xmlns:a16="http://schemas.microsoft.com/office/drawing/2014/main" id="{276F7146-972C-E880-1471-84F48B48FFDB}"/>
                </a:ext>
              </a:extLst>
            </p:cNvPr>
            <p:cNvSpPr>
              <a:spLocks noChangeArrowheads="1"/>
            </p:cNvSpPr>
            <p:nvPr/>
          </p:nvSpPr>
          <p:spPr bwMode="auto">
            <a:xfrm>
              <a:off x="138113" y="6954838"/>
              <a:ext cx="188912" cy="187325"/>
            </a:xfrm>
            <a:custGeom>
              <a:avLst/>
              <a:gdLst>
                <a:gd name="T0" fmla="*/ 427 w 525"/>
                <a:gd name="T1" fmla="*/ 22 h 521"/>
                <a:gd name="T2" fmla="*/ 427 w 525"/>
                <a:gd name="T3" fmla="*/ 22 h 521"/>
                <a:gd name="T4" fmla="*/ 21 w 525"/>
                <a:gd name="T5" fmla="*/ 427 h 521"/>
                <a:gd name="T6" fmla="*/ 21 w 525"/>
                <a:gd name="T7" fmla="*/ 499 h 521"/>
                <a:gd name="T8" fmla="*/ 97 w 525"/>
                <a:gd name="T9" fmla="*/ 499 h 521"/>
                <a:gd name="T10" fmla="*/ 502 w 525"/>
                <a:gd name="T11" fmla="*/ 98 h 521"/>
                <a:gd name="T12" fmla="*/ 502 w 525"/>
                <a:gd name="T13" fmla="*/ 22 h 521"/>
                <a:gd name="T14" fmla="*/ 427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7" y="22"/>
                  </a:moveTo>
                  <a:lnTo>
                    <a:pt x="427" y="22"/>
                  </a:lnTo>
                  <a:cubicBezTo>
                    <a:pt x="21" y="427"/>
                    <a:pt x="21" y="427"/>
                    <a:pt x="21" y="427"/>
                  </a:cubicBezTo>
                  <a:cubicBezTo>
                    <a:pt x="0" y="448"/>
                    <a:pt x="0" y="482"/>
                    <a:pt x="21" y="499"/>
                  </a:cubicBezTo>
                  <a:cubicBezTo>
                    <a:pt x="42" y="520"/>
                    <a:pt x="76" y="520"/>
                    <a:pt x="97" y="499"/>
                  </a:cubicBezTo>
                  <a:cubicBezTo>
                    <a:pt x="502" y="98"/>
                    <a:pt x="502" y="98"/>
                    <a:pt x="502" y="98"/>
                  </a:cubicBezTo>
                  <a:cubicBezTo>
                    <a:pt x="524" y="76"/>
                    <a:pt x="524" y="43"/>
                    <a:pt x="502" y="22"/>
                  </a:cubicBezTo>
                  <a:cubicBezTo>
                    <a:pt x="481" y="0"/>
                    <a:pt x="448" y="0"/>
                    <a:pt x="427"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9" name="Freeform 50">
              <a:extLst>
                <a:ext uri="{FF2B5EF4-FFF2-40B4-BE49-F238E27FC236}">
                  <a16:creationId xmlns:a16="http://schemas.microsoft.com/office/drawing/2014/main" id="{46BDF2B4-CD70-F661-6A75-BB77FFB016ED}"/>
                </a:ext>
              </a:extLst>
            </p:cNvPr>
            <p:cNvSpPr>
              <a:spLocks noChangeArrowheads="1"/>
            </p:cNvSpPr>
            <p:nvPr/>
          </p:nvSpPr>
          <p:spPr bwMode="auto">
            <a:xfrm>
              <a:off x="412750"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8 w 521"/>
                <a:gd name="T11" fmla="*/ 97 h 525"/>
                <a:gd name="T12" fmla="*/ 498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8" y="97"/>
                    <a:pt x="498" y="97"/>
                    <a:pt x="498" y="97"/>
                  </a:cubicBezTo>
                  <a:cubicBezTo>
                    <a:pt x="520" y="76"/>
                    <a:pt x="520" y="43"/>
                    <a:pt x="498"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0" name="Group 333">
            <a:extLst>
              <a:ext uri="{FF2B5EF4-FFF2-40B4-BE49-F238E27FC236}">
                <a16:creationId xmlns:a16="http://schemas.microsoft.com/office/drawing/2014/main" id="{70C7A286-152E-33DD-978F-3C94B59D67C6}"/>
              </a:ext>
            </a:extLst>
          </p:cNvPr>
          <p:cNvGrpSpPr/>
          <p:nvPr/>
        </p:nvGrpSpPr>
        <p:grpSpPr>
          <a:xfrm>
            <a:off x="2136414" y="4830210"/>
            <a:ext cx="244560" cy="266835"/>
            <a:chOff x="3705225" y="3254375"/>
            <a:chExt cx="836613" cy="912813"/>
          </a:xfrm>
          <a:solidFill>
            <a:schemeClr val="tx2"/>
          </a:solidFill>
        </p:grpSpPr>
        <p:sp>
          <p:nvSpPr>
            <p:cNvPr id="331" name="Freeform 51">
              <a:extLst>
                <a:ext uri="{FF2B5EF4-FFF2-40B4-BE49-F238E27FC236}">
                  <a16:creationId xmlns:a16="http://schemas.microsoft.com/office/drawing/2014/main" id="{69A3A337-33D1-50B5-0BEF-58A69688C4D3}"/>
                </a:ext>
              </a:extLst>
            </p:cNvPr>
            <p:cNvSpPr>
              <a:spLocks noChangeArrowheads="1"/>
            </p:cNvSpPr>
            <p:nvPr/>
          </p:nvSpPr>
          <p:spPr bwMode="auto">
            <a:xfrm>
              <a:off x="3705225" y="3254375"/>
              <a:ext cx="836613" cy="912813"/>
            </a:xfrm>
            <a:custGeom>
              <a:avLst/>
              <a:gdLst>
                <a:gd name="T0" fmla="*/ 2158 w 2323"/>
                <a:gd name="T1" fmla="*/ 64 h 2534"/>
                <a:gd name="T2" fmla="*/ 1647 w 2323"/>
                <a:gd name="T3" fmla="*/ 161 h 2534"/>
                <a:gd name="T4" fmla="*/ 1714 w 2323"/>
                <a:gd name="T5" fmla="*/ 651 h 2534"/>
                <a:gd name="T6" fmla="*/ 1169 w 2323"/>
                <a:gd name="T7" fmla="*/ 828 h 2534"/>
                <a:gd name="T8" fmla="*/ 734 w 2323"/>
                <a:gd name="T9" fmla="*/ 1162 h 2534"/>
                <a:gd name="T10" fmla="*/ 367 w 2323"/>
                <a:gd name="T11" fmla="*/ 845 h 2534"/>
                <a:gd name="T12" fmla="*/ 0 w 2323"/>
                <a:gd name="T13" fmla="*/ 1213 h 2534"/>
                <a:gd name="T14" fmla="*/ 367 w 2323"/>
                <a:gd name="T15" fmla="*/ 1583 h 2534"/>
                <a:gd name="T16" fmla="*/ 734 w 2323"/>
                <a:gd name="T17" fmla="*/ 1267 h 2534"/>
                <a:gd name="T18" fmla="*/ 1093 w 2323"/>
                <a:gd name="T19" fmla="*/ 1613 h 2534"/>
                <a:gd name="T20" fmla="*/ 1604 w 2323"/>
                <a:gd name="T21" fmla="*/ 1807 h 2534"/>
                <a:gd name="T22" fmla="*/ 1457 w 2323"/>
                <a:gd name="T23" fmla="*/ 2293 h 2534"/>
                <a:gd name="T24" fmla="*/ 1820 w 2323"/>
                <a:gd name="T25" fmla="*/ 2533 h 2534"/>
                <a:gd name="T26" fmla="*/ 1820 w 2323"/>
                <a:gd name="T27" fmla="*/ 2533 h 2534"/>
                <a:gd name="T28" fmla="*/ 1820 w 2323"/>
                <a:gd name="T29" fmla="*/ 2533 h 2534"/>
                <a:gd name="T30" fmla="*/ 2149 w 2323"/>
                <a:gd name="T31" fmla="*/ 2356 h 2534"/>
                <a:gd name="T32" fmla="*/ 2044 w 2323"/>
                <a:gd name="T33" fmla="*/ 1807 h 2534"/>
                <a:gd name="T34" fmla="*/ 1820 w 2323"/>
                <a:gd name="T35" fmla="*/ 1739 h 2534"/>
                <a:gd name="T36" fmla="*/ 1697 w 2323"/>
                <a:gd name="T37" fmla="*/ 1760 h 2534"/>
                <a:gd name="T38" fmla="*/ 1794 w 2323"/>
                <a:gd name="T39" fmla="*/ 1242 h 2534"/>
                <a:gd name="T40" fmla="*/ 1803 w 2323"/>
                <a:gd name="T41" fmla="*/ 706 h 2534"/>
                <a:gd name="T42" fmla="*/ 2259 w 2323"/>
                <a:gd name="T43" fmla="*/ 575 h 2534"/>
                <a:gd name="T44" fmla="*/ 612 w 2323"/>
                <a:gd name="T45" fmla="*/ 1318 h 2534"/>
                <a:gd name="T46" fmla="*/ 367 w 2323"/>
                <a:gd name="T47" fmla="*/ 1478 h 2534"/>
                <a:gd name="T48" fmla="*/ 105 w 2323"/>
                <a:gd name="T49" fmla="*/ 1213 h 2534"/>
                <a:gd name="T50" fmla="*/ 367 w 2323"/>
                <a:gd name="T51" fmla="*/ 951 h 2534"/>
                <a:gd name="T52" fmla="*/ 633 w 2323"/>
                <a:gd name="T53" fmla="*/ 1213 h 2534"/>
                <a:gd name="T54" fmla="*/ 2061 w 2323"/>
                <a:gd name="T55" fmla="*/ 1976 h 2534"/>
                <a:gd name="T56" fmla="*/ 1985 w 2323"/>
                <a:gd name="T57" fmla="*/ 2377 h 2534"/>
                <a:gd name="T58" fmla="*/ 1820 w 2323"/>
                <a:gd name="T59" fmla="*/ 2428 h 2534"/>
                <a:gd name="T60" fmla="*/ 1528 w 2323"/>
                <a:gd name="T61" fmla="*/ 2136 h 2534"/>
                <a:gd name="T62" fmla="*/ 1820 w 2323"/>
                <a:gd name="T63" fmla="*/ 1845 h 2534"/>
                <a:gd name="T64" fmla="*/ 1934 w 2323"/>
                <a:gd name="T65" fmla="*/ 1870 h 2534"/>
                <a:gd name="T66" fmla="*/ 1820 w 2323"/>
                <a:gd name="T67" fmla="*/ 1845 h 2534"/>
                <a:gd name="T68" fmla="*/ 1664 w 2323"/>
                <a:gd name="T69" fmla="*/ 1373 h 2534"/>
                <a:gd name="T70" fmla="*/ 1212 w 2323"/>
                <a:gd name="T71" fmla="*/ 1554 h 2534"/>
                <a:gd name="T72" fmla="*/ 1030 w 2323"/>
                <a:gd name="T73" fmla="*/ 1107 h 2534"/>
                <a:gd name="T74" fmla="*/ 1478 w 2323"/>
                <a:gd name="T75" fmla="*/ 925 h 2534"/>
                <a:gd name="T76" fmla="*/ 2196 w 2323"/>
                <a:gd name="T77" fmla="*/ 473 h 2534"/>
                <a:gd name="T78" fmla="*/ 1951 w 2323"/>
                <a:gd name="T79" fmla="*/ 634 h 2534"/>
                <a:gd name="T80" fmla="*/ 1689 w 2323"/>
                <a:gd name="T81" fmla="*/ 368 h 2534"/>
                <a:gd name="T82" fmla="*/ 1951 w 2323"/>
                <a:gd name="T83" fmla="*/ 106 h 2534"/>
                <a:gd name="T84" fmla="*/ 2217 w 2323"/>
                <a:gd name="T85" fmla="*/ 368 h 2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323" h="2534">
                  <a:moveTo>
                    <a:pt x="2293" y="224"/>
                  </a:moveTo>
                  <a:lnTo>
                    <a:pt x="2293" y="224"/>
                  </a:lnTo>
                  <a:cubicBezTo>
                    <a:pt x="2263" y="161"/>
                    <a:pt x="2217" y="102"/>
                    <a:pt x="2158" y="64"/>
                  </a:cubicBezTo>
                  <a:cubicBezTo>
                    <a:pt x="2098" y="22"/>
                    <a:pt x="2027" y="0"/>
                    <a:pt x="1951" y="0"/>
                  </a:cubicBezTo>
                  <a:cubicBezTo>
                    <a:pt x="1900" y="0"/>
                    <a:pt x="1854" y="9"/>
                    <a:pt x="1807" y="30"/>
                  </a:cubicBezTo>
                  <a:cubicBezTo>
                    <a:pt x="1744" y="55"/>
                    <a:pt x="1685" y="102"/>
                    <a:pt x="1647" y="161"/>
                  </a:cubicBezTo>
                  <a:cubicBezTo>
                    <a:pt x="1604" y="220"/>
                    <a:pt x="1583" y="292"/>
                    <a:pt x="1583" y="368"/>
                  </a:cubicBezTo>
                  <a:cubicBezTo>
                    <a:pt x="1583" y="419"/>
                    <a:pt x="1592" y="469"/>
                    <a:pt x="1613" y="511"/>
                  </a:cubicBezTo>
                  <a:cubicBezTo>
                    <a:pt x="1634" y="566"/>
                    <a:pt x="1668" y="613"/>
                    <a:pt x="1714" y="651"/>
                  </a:cubicBezTo>
                  <a:cubicBezTo>
                    <a:pt x="1558" y="845"/>
                    <a:pt x="1558" y="845"/>
                    <a:pt x="1558" y="845"/>
                  </a:cubicBezTo>
                  <a:cubicBezTo>
                    <a:pt x="1495" y="811"/>
                    <a:pt x="1423" y="794"/>
                    <a:pt x="1347" y="794"/>
                  </a:cubicBezTo>
                  <a:cubicBezTo>
                    <a:pt x="1283" y="794"/>
                    <a:pt x="1224" y="807"/>
                    <a:pt x="1169" y="828"/>
                  </a:cubicBezTo>
                  <a:cubicBezTo>
                    <a:pt x="1089" y="862"/>
                    <a:pt x="1022" y="917"/>
                    <a:pt x="975" y="989"/>
                  </a:cubicBezTo>
                  <a:cubicBezTo>
                    <a:pt x="937" y="1039"/>
                    <a:pt x="916" y="1098"/>
                    <a:pt x="903" y="1162"/>
                  </a:cubicBezTo>
                  <a:cubicBezTo>
                    <a:pt x="734" y="1162"/>
                    <a:pt x="734" y="1162"/>
                    <a:pt x="734" y="1162"/>
                  </a:cubicBezTo>
                  <a:cubicBezTo>
                    <a:pt x="730" y="1128"/>
                    <a:pt x="722" y="1098"/>
                    <a:pt x="709" y="1069"/>
                  </a:cubicBezTo>
                  <a:cubicBezTo>
                    <a:pt x="679" y="1006"/>
                    <a:pt x="633" y="946"/>
                    <a:pt x="574" y="908"/>
                  </a:cubicBezTo>
                  <a:cubicBezTo>
                    <a:pt x="515" y="866"/>
                    <a:pt x="443" y="845"/>
                    <a:pt x="367" y="845"/>
                  </a:cubicBezTo>
                  <a:cubicBezTo>
                    <a:pt x="316" y="845"/>
                    <a:pt x="270" y="853"/>
                    <a:pt x="223" y="875"/>
                  </a:cubicBezTo>
                  <a:cubicBezTo>
                    <a:pt x="160" y="900"/>
                    <a:pt x="101" y="946"/>
                    <a:pt x="63" y="1006"/>
                  </a:cubicBezTo>
                  <a:cubicBezTo>
                    <a:pt x="21" y="1065"/>
                    <a:pt x="0" y="1136"/>
                    <a:pt x="0" y="1213"/>
                  </a:cubicBezTo>
                  <a:cubicBezTo>
                    <a:pt x="0" y="1263"/>
                    <a:pt x="8" y="1314"/>
                    <a:pt x="29" y="1356"/>
                  </a:cubicBezTo>
                  <a:cubicBezTo>
                    <a:pt x="54" y="1424"/>
                    <a:pt x="101" y="1478"/>
                    <a:pt x="160" y="1520"/>
                  </a:cubicBezTo>
                  <a:cubicBezTo>
                    <a:pt x="219" y="1558"/>
                    <a:pt x="291" y="1583"/>
                    <a:pt x="367" y="1583"/>
                  </a:cubicBezTo>
                  <a:cubicBezTo>
                    <a:pt x="418" y="1583"/>
                    <a:pt x="468" y="1570"/>
                    <a:pt x="511" y="1554"/>
                  </a:cubicBezTo>
                  <a:cubicBezTo>
                    <a:pt x="578" y="1524"/>
                    <a:pt x="633" y="1478"/>
                    <a:pt x="675" y="1419"/>
                  </a:cubicBezTo>
                  <a:cubicBezTo>
                    <a:pt x="705" y="1377"/>
                    <a:pt x="726" y="1322"/>
                    <a:pt x="734" y="1267"/>
                  </a:cubicBezTo>
                  <a:cubicBezTo>
                    <a:pt x="899" y="1267"/>
                    <a:pt x="899" y="1267"/>
                    <a:pt x="899" y="1267"/>
                  </a:cubicBezTo>
                  <a:cubicBezTo>
                    <a:pt x="899" y="1318"/>
                    <a:pt x="912" y="1369"/>
                    <a:pt x="933" y="1415"/>
                  </a:cubicBezTo>
                  <a:cubicBezTo>
                    <a:pt x="967" y="1495"/>
                    <a:pt x="1022" y="1562"/>
                    <a:pt x="1093" y="1613"/>
                  </a:cubicBezTo>
                  <a:cubicBezTo>
                    <a:pt x="1165" y="1659"/>
                    <a:pt x="1254" y="1689"/>
                    <a:pt x="1347" y="1689"/>
                  </a:cubicBezTo>
                  <a:cubicBezTo>
                    <a:pt x="1406" y="1689"/>
                    <a:pt x="1461" y="1676"/>
                    <a:pt x="1512" y="1655"/>
                  </a:cubicBezTo>
                  <a:cubicBezTo>
                    <a:pt x="1604" y="1807"/>
                    <a:pt x="1604" y="1807"/>
                    <a:pt x="1604" y="1807"/>
                  </a:cubicBezTo>
                  <a:cubicBezTo>
                    <a:pt x="1558" y="1837"/>
                    <a:pt x="1520" y="1870"/>
                    <a:pt x="1490" y="1917"/>
                  </a:cubicBezTo>
                  <a:cubicBezTo>
                    <a:pt x="1448" y="1980"/>
                    <a:pt x="1423" y="2056"/>
                    <a:pt x="1423" y="2136"/>
                  </a:cubicBezTo>
                  <a:cubicBezTo>
                    <a:pt x="1423" y="2191"/>
                    <a:pt x="1435" y="2242"/>
                    <a:pt x="1457" y="2293"/>
                  </a:cubicBezTo>
                  <a:cubicBezTo>
                    <a:pt x="1486" y="2360"/>
                    <a:pt x="1537" y="2423"/>
                    <a:pt x="1600" y="2466"/>
                  </a:cubicBezTo>
                  <a:cubicBezTo>
                    <a:pt x="1664" y="2508"/>
                    <a:pt x="1735" y="2533"/>
                    <a:pt x="1820" y="2533"/>
                  </a:cubicBezTo>
                  <a:lnTo>
                    <a:pt x="1820" y="2533"/>
                  </a:lnTo>
                  <a:lnTo>
                    <a:pt x="1820" y="2533"/>
                  </a:lnTo>
                  <a:lnTo>
                    <a:pt x="1820" y="2533"/>
                  </a:lnTo>
                  <a:lnTo>
                    <a:pt x="1820" y="2533"/>
                  </a:lnTo>
                  <a:lnTo>
                    <a:pt x="1820" y="2533"/>
                  </a:lnTo>
                  <a:lnTo>
                    <a:pt x="1820" y="2533"/>
                  </a:lnTo>
                  <a:lnTo>
                    <a:pt x="1820" y="2533"/>
                  </a:lnTo>
                  <a:lnTo>
                    <a:pt x="1820" y="2533"/>
                  </a:lnTo>
                  <a:cubicBezTo>
                    <a:pt x="1875" y="2533"/>
                    <a:pt x="1925" y="2521"/>
                    <a:pt x="1976" y="2500"/>
                  </a:cubicBezTo>
                  <a:cubicBezTo>
                    <a:pt x="2044" y="2470"/>
                    <a:pt x="2107" y="2419"/>
                    <a:pt x="2149" y="2356"/>
                  </a:cubicBezTo>
                  <a:cubicBezTo>
                    <a:pt x="2191" y="2297"/>
                    <a:pt x="2217" y="2217"/>
                    <a:pt x="2217" y="2136"/>
                  </a:cubicBezTo>
                  <a:cubicBezTo>
                    <a:pt x="2217" y="2081"/>
                    <a:pt x="2204" y="2031"/>
                    <a:pt x="2187" y="1984"/>
                  </a:cubicBezTo>
                  <a:cubicBezTo>
                    <a:pt x="2153" y="1913"/>
                    <a:pt x="2107" y="1849"/>
                    <a:pt x="2044" y="1807"/>
                  </a:cubicBezTo>
                  <a:cubicBezTo>
                    <a:pt x="1980" y="1765"/>
                    <a:pt x="1904" y="1739"/>
                    <a:pt x="1820" y="1739"/>
                  </a:cubicBezTo>
                  <a:lnTo>
                    <a:pt x="1820" y="1739"/>
                  </a:lnTo>
                  <a:lnTo>
                    <a:pt x="1820" y="1739"/>
                  </a:lnTo>
                  <a:lnTo>
                    <a:pt x="1820" y="1739"/>
                  </a:lnTo>
                  <a:cubicBezTo>
                    <a:pt x="1820" y="1739"/>
                    <a:pt x="1820" y="1739"/>
                    <a:pt x="1816" y="1739"/>
                  </a:cubicBezTo>
                  <a:cubicBezTo>
                    <a:pt x="1778" y="1739"/>
                    <a:pt x="1735" y="1748"/>
                    <a:pt x="1697" y="1760"/>
                  </a:cubicBezTo>
                  <a:cubicBezTo>
                    <a:pt x="1604" y="1604"/>
                    <a:pt x="1604" y="1604"/>
                    <a:pt x="1604" y="1604"/>
                  </a:cubicBezTo>
                  <a:cubicBezTo>
                    <a:pt x="1651" y="1575"/>
                    <a:pt x="1689" y="1537"/>
                    <a:pt x="1718" y="1491"/>
                  </a:cubicBezTo>
                  <a:cubicBezTo>
                    <a:pt x="1765" y="1419"/>
                    <a:pt x="1794" y="1335"/>
                    <a:pt x="1794" y="1242"/>
                  </a:cubicBezTo>
                  <a:cubicBezTo>
                    <a:pt x="1794" y="1179"/>
                    <a:pt x="1782" y="1120"/>
                    <a:pt x="1761" y="1065"/>
                  </a:cubicBezTo>
                  <a:cubicBezTo>
                    <a:pt x="1735" y="1006"/>
                    <a:pt x="1693" y="951"/>
                    <a:pt x="1642" y="904"/>
                  </a:cubicBezTo>
                  <a:cubicBezTo>
                    <a:pt x="1803" y="706"/>
                    <a:pt x="1803" y="706"/>
                    <a:pt x="1803" y="706"/>
                  </a:cubicBezTo>
                  <a:cubicBezTo>
                    <a:pt x="1849" y="727"/>
                    <a:pt x="1900" y="740"/>
                    <a:pt x="1951" y="740"/>
                  </a:cubicBezTo>
                  <a:cubicBezTo>
                    <a:pt x="2001" y="740"/>
                    <a:pt x="2052" y="727"/>
                    <a:pt x="2094" y="710"/>
                  </a:cubicBezTo>
                  <a:cubicBezTo>
                    <a:pt x="2162" y="680"/>
                    <a:pt x="2217" y="634"/>
                    <a:pt x="2259" y="575"/>
                  </a:cubicBezTo>
                  <a:cubicBezTo>
                    <a:pt x="2297" y="516"/>
                    <a:pt x="2322" y="444"/>
                    <a:pt x="2322" y="368"/>
                  </a:cubicBezTo>
                  <a:cubicBezTo>
                    <a:pt x="2322" y="317"/>
                    <a:pt x="2310" y="271"/>
                    <a:pt x="2293" y="224"/>
                  </a:cubicBezTo>
                  <a:close/>
                  <a:moveTo>
                    <a:pt x="612" y="1318"/>
                  </a:moveTo>
                  <a:lnTo>
                    <a:pt x="612" y="1318"/>
                  </a:lnTo>
                  <a:cubicBezTo>
                    <a:pt x="591" y="1365"/>
                    <a:pt x="557" y="1403"/>
                    <a:pt x="515" y="1432"/>
                  </a:cubicBezTo>
                  <a:cubicBezTo>
                    <a:pt x="473" y="1462"/>
                    <a:pt x="422" y="1478"/>
                    <a:pt x="367" y="1478"/>
                  </a:cubicBezTo>
                  <a:cubicBezTo>
                    <a:pt x="333" y="1478"/>
                    <a:pt x="299" y="1470"/>
                    <a:pt x="266" y="1457"/>
                  </a:cubicBezTo>
                  <a:cubicBezTo>
                    <a:pt x="219" y="1436"/>
                    <a:pt x="177" y="1403"/>
                    <a:pt x="152" y="1360"/>
                  </a:cubicBezTo>
                  <a:cubicBezTo>
                    <a:pt x="122" y="1318"/>
                    <a:pt x="105" y="1267"/>
                    <a:pt x="105" y="1213"/>
                  </a:cubicBezTo>
                  <a:cubicBezTo>
                    <a:pt x="105" y="1179"/>
                    <a:pt x="114" y="1141"/>
                    <a:pt x="126" y="1111"/>
                  </a:cubicBezTo>
                  <a:cubicBezTo>
                    <a:pt x="147" y="1065"/>
                    <a:pt x="177" y="1022"/>
                    <a:pt x="219" y="993"/>
                  </a:cubicBezTo>
                  <a:cubicBezTo>
                    <a:pt x="261" y="968"/>
                    <a:pt x="312" y="951"/>
                    <a:pt x="367" y="951"/>
                  </a:cubicBezTo>
                  <a:cubicBezTo>
                    <a:pt x="405" y="951"/>
                    <a:pt x="439" y="959"/>
                    <a:pt x="473" y="972"/>
                  </a:cubicBezTo>
                  <a:cubicBezTo>
                    <a:pt x="519" y="989"/>
                    <a:pt x="557" y="1022"/>
                    <a:pt x="587" y="1065"/>
                  </a:cubicBezTo>
                  <a:cubicBezTo>
                    <a:pt x="616" y="1107"/>
                    <a:pt x="633" y="1158"/>
                    <a:pt x="633" y="1213"/>
                  </a:cubicBezTo>
                  <a:cubicBezTo>
                    <a:pt x="633" y="1251"/>
                    <a:pt x="625" y="1284"/>
                    <a:pt x="612" y="1318"/>
                  </a:cubicBezTo>
                  <a:close/>
                  <a:moveTo>
                    <a:pt x="2061" y="1976"/>
                  </a:moveTo>
                  <a:lnTo>
                    <a:pt x="2061" y="1976"/>
                  </a:lnTo>
                  <a:cubicBezTo>
                    <a:pt x="2094" y="2022"/>
                    <a:pt x="2111" y="2077"/>
                    <a:pt x="2111" y="2136"/>
                  </a:cubicBezTo>
                  <a:cubicBezTo>
                    <a:pt x="2111" y="2179"/>
                    <a:pt x="2103" y="2217"/>
                    <a:pt x="2086" y="2250"/>
                  </a:cubicBezTo>
                  <a:cubicBezTo>
                    <a:pt x="2065" y="2301"/>
                    <a:pt x="2031" y="2348"/>
                    <a:pt x="1985" y="2377"/>
                  </a:cubicBezTo>
                  <a:cubicBezTo>
                    <a:pt x="1938" y="2407"/>
                    <a:pt x="1879" y="2428"/>
                    <a:pt x="1820" y="2428"/>
                  </a:cubicBezTo>
                  <a:lnTo>
                    <a:pt x="1820" y="2428"/>
                  </a:lnTo>
                  <a:lnTo>
                    <a:pt x="1820" y="2428"/>
                  </a:lnTo>
                  <a:cubicBezTo>
                    <a:pt x="1782" y="2428"/>
                    <a:pt x="1744" y="2419"/>
                    <a:pt x="1706" y="2402"/>
                  </a:cubicBezTo>
                  <a:cubicBezTo>
                    <a:pt x="1655" y="2381"/>
                    <a:pt x="1613" y="2343"/>
                    <a:pt x="1579" y="2301"/>
                  </a:cubicBezTo>
                  <a:cubicBezTo>
                    <a:pt x="1550" y="2255"/>
                    <a:pt x="1528" y="2195"/>
                    <a:pt x="1528" y="2136"/>
                  </a:cubicBezTo>
                  <a:cubicBezTo>
                    <a:pt x="1528" y="2098"/>
                    <a:pt x="1537" y="2060"/>
                    <a:pt x="1554" y="2022"/>
                  </a:cubicBezTo>
                  <a:cubicBezTo>
                    <a:pt x="1575" y="1972"/>
                    <a:pt x="1613" y="1925"/>
                    <a:pt x="1659" y="1896"/>
                  </a:cubicBezTo>
                  <a:cubicBezTo>
                    <a:pt x="1706" y="1866"/>
                    <a:pt x="1761" y="1845"/>
                    <a:pt x="1820" y="1845"/>
                  </a:cubicBezTo>
                  <a:lnTo>
                    <a:pt x="1820" y="1845"/>
                  </a:lnTo>
                  <a:lnTo>
                    <a:pt x="1820" y="1845"/>
                  </a:lnTo>
                  <a:cubicBezTo>
                    <a:pt x="1862" y="1845"/>
                    <a:pt x="1900" y="1853"/>
                    <a:pt x="1934" y="1870"/>
                  </a:cubicBezTo>
                  <a:cubicBezTo>
                    <a:pt x="1985" y="1891"/>
                    <a:pt x="2031" y="1929"/>
                    <a:pt x="2061" y="1976"/>
                  </a:cubicBezTo>
                  <a:close/>
                  <a:moveTo>
                    <a:pt x="1820" y="1845"/>
                  </a:moveTo>
                  <a:lnTo>
                    <a:pt x="1820" y="1845"/>
                  </a:lnTo>
                  <a:close/>
                  <a:moveTo>
                    <a:pt x="1689" y="1242"/>
                  </a:moveTo>
                  <a:lnTo>
                    <a:pt x="1689" y="1242"/>
                  </a:lnTo>
                  <a:cubicBezTo>
                    <a:pt x="1689" y="1288"/>
                    <a:pt x="1680" y="1335"/>
                    <a:pt x="1664" y="1373"/>
                  </a:cubicBezTo>
                  <a:cubicBezTo>
                    <a:pt x="1638" y="1436"/>
                    <a:pt x="1592" y="1487"/>
                    <a:pt x="1537" y="1524"/>
                  </a:cubicBezTo>
                  <a:cubicBezTo>
                    <a:pt x="1482" y="1562"/>
                    <a:pt x="1419" y="1583"/>
                    <a:pt x="1347" y="1583"/>
                  </a:cubicBezTo>
                  <a:cubicBezTo>
                    <a:pt x="1300" y="1583"/>
                    <a:pt x="1254" y="1575"/>
                    <a:pt x="1212" y="1554"/>
                  </a:cubicBezTo>
                  <a:cubicBezTo>
                    <a:pt x="1148" y="1528"/>
                    <a:pt x="1098" y="1487"/>
                    <a:pt x="1060" y="1432"/>
                  </a:cubicBezTo>
                  <a:cubicBezTo>
                    <a:pt x="1022" y="1377"/>
                    <a:pt x="1000" y="1314"/>
                    <a:pt x="1000" y="1242"/>
                  </a:cubicBezTo>
                  <a:cubicBezTo>
                    <a:pt x="1000" y="1196"/>
                    <a:pt x="1013" y="1149"/>
                    <a:pt x="1030" y="1107"/>
                  </a:cubicBezTo>
                  <a:cubicBezTo>
                    <a:pt x="1055" y="1048"/>
                    <a:pt x="1098" y="993"/>
                    <a:pt x="1152" y="959"/>
                  </a:cubicBezTo>
                  <a:cubicBezTo>
                    <a:pt x="1207" y="921"/>
                    <a:pt x="1275" y="900"/>
                    <a:pt x="1347" y="900"/>
                  </a:cubicBezTo>
                  <a:cubicBezTo>
                    <a:pt x="1393" y="900"/>
                    <a:pt x="1440" y="908"/>
                    <a:pt x="1478" y="925"/>
                  </a:cubicBezTo>
                  <a:cubicBezTo>
                    <a:pt x="1541" y="951"/>
                    <a:pt x="1596" y="993"/>
                    <a:pt x="1630" y="1048"/>
                  </a:cubicBezTo>
                  <a:cubicBezTo>
                    <a:pt x="1668" y="1103"/>
                    <a:pt x="1689" y="1170"/>
                    <a:pt x="1689" y="1242"/>
                  </a:cubicBezTo>
                  <a:close/>
                  <a:moveTo>
                    <a:pt x="2196" y="473"/>
                  </a:moveTo>
                  <a:lnTo>
                    <a:pt x="2196" y="473"/>
                  </a:lnTo>
                  <a:cubicBezTo>
                    <a:pt x="2175" y="520"/>
                    <a:pt x="2141" y="558"/>
                    <a:pt x="2098" y="588"/>
                  </a:cubicBezTo>
                  <a:cubicBezTo>
                    <a:pt x="2056" y="617"/>
                    <a:pt x="2006" y="634"/>
                    <a:pt x="1951" y="634"/>
                  </a:cubicBezTo>
                  <a:cubicBezTo>
                    <a:pt x="1917" y="634"/>
                    <a:pt x="1883" y="626"/>
                    <a:pt x="1849" y="613"/>
                  </a:cubicBezTo>
                  <a:cubicBezTo>
                    <a:pt x="1803" y="592"/>
                    <a:pt x="1761" y="558"/>
                    <a:pt x="1735" y="516"/>
                  </a:cubicBezTo>
                  <a:cubicBezTo>
                    <a:pt x="1706" y="473"/>
                    <a:pt x="1689" y="423"/>
                    <a:pt x="1689" y="368"/>
                  </a:cubicBezTo>
                  <a:cubicBezTo>
                    <a:pt x="1689" y="334"/>
                    <a:pt x="1697" y="296"/>
                    <a:pt x="1710" y="267"/>
                  </a:cubicBezTo>
                  <a:cubicBezTo>
                    <a:pt x="1731" y="220"/>
                    <a:pt x="1761" y="178"/>
                    <a:pt x="1803" y="148"/>
                  </a:cubicBezTo>
                  <a:cubicBezTo>
                    <a:pt x="1845" y="123"/>
                    <a:pt x="1896" y="106"/>
                    <a:pt x="1951" y="106"/>
                  </a:cubicBezTo>
                  <a:cubicBezTo>
                    <a:pt x="1989" y="106"/>
                    <a:pt x="2023" y="115"/>
                    <a:pt x="2056" y="127"/>
                  </a:cubicBezTo>
                  <a:cubicBezTo>
                    <a:pt x="2103" y="144"/>
                    <a:pt x="2141" y="178"/>
                    <a:pt x="2170" y="220"/>
                  </a:cubicBezTo>
                  <a:cubicBezTo>
                    <a:pt x="2200" y="262"/>
                    <a:pt x="2217" y="313"/>
                    <a:pt x="2217" y="368"/>
                  </a:cubicBezTo>
                  <a:cubicBezTo>
                    <a:pt x="2217" y="406"/>
                    <a:pt x="2208" y="440"/>
                    <a:pt x="2196"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2" name="Freeform 52">
              <a:extLst>
                <a:ext uri="{FF2B5EF4-FFF2-40B4-BE49-F238E27FC236}">
                  <a16:creationId xmlns:a16="http://schemas.microsoft.com/office/drawing/2014/main" id="{8FE02440-26FF-517E-5F8E-459196C1B0DD}"/>
                </a:ext>
              </a:extLst>
            </p:cNvPr>
            <p:cNvSpPr>
              <a:spLocks noChangeArrowheads="1"/>
            </p:cNvSpPr>
            <p:nvPr/>
          </p:nvSpPr>
          <p:spPr bwMode="auto">
            <a:xfrm>
              <a:off x="3989388" y="3425825"/>
              <a:ext cx="242887" cy="187325"/>
            </a:xfrm>
            <a:custGeom>
              <a:avLst/>
              <a:gdLst>
                <a:gd name="T0" fmla="*/ 102 w 673"/>
                <a:gd name="T1" fmla="*/ 507 h 521"/>
                <a:gd name="T2" fmla="*/ 102 w 673"/>
                <a:gd name="T3" fmla="*/ 507 h 521"/>
                <a:gd name="T4" fmla="*/ 127 w 673"/>
                <a:gd name="T5" fmla="*/ 440 h 521"/>
                <a:gd name="T6" fmla="*/ 106 w 673"/>
                <a:gd name="T7" fmla="*/ 347 h 521"/>
                <a:gd name="T8" fmla="*/ 144 w 673"/>
                <a:gd name="T9" fmla="*/ 216 h 521"/>
                <a:gd name="T10" fmla="*/ 250 w 673"/>
                <a:gd name="T11" fmla="*/ 127 h 521"/>
                <a:gd name="T12" fmla="*/ 250 w 673"/>
                <a:gd name="T13" fmla="*/ 127 h 521"/>
                <a:gd name="T14" fmla="*/ 347 w 673"/>
                <a:gd name="T15" fmla="*/ 106 h 521"/>
                <a:gd name="T16" fmla="*/ 473 w 673"/>
                <a:gd name="T17" fmla="*/ 144 h 521"/>
                <a:gd name="T18" fmla="*/ 562 w 673"/>
                <a:gd name="T19" fmla="*/ 250 h 521"/>
                <a:gd name="T20" fmla="*/ 634 w 673"/>
                <a:gd name="T21" fmla="*/ 279 h 521"/>
                <a:gd name="T22" fmla="*/ 659 w 673"/>
                <a:gd name="T23" fmla="*/ 207 h 521"/>
                <a:gd name="T24" fmla="*/ 659 w 673"/>
                <a:gd name="T25" fmla="*/ 207 h 521"/>
                <a:gd name="T26" fmla="*/ 532 w 673"/>
                <a:gd name="T27" fmla="*/ 55 h 521"/>
                <a:gd name="T28" fmla="*/ 347 w 673"/>
                <a:gd name="T29" fmla="*/ 0 h 521"/>
                <a:gd name="T30" fmla="*/ 207 w 673"/>
                <a:gd name="T31" fmla="*/ 30 h 521"/>
                <a:gd name="T32" fmla="*/ 207 w 673"/>
                <a:gd name="T33" fmla="*/ 30 h 521"/>
                <a:gd name="T34" fmla="*/ 55 w 673"/>
                <a:gd name="T35" fmla="*/ 161 h 521"/>
                <a:gd name="T36" fmla="*/ 0 w 673"/>
                <a:gd name="T37" fmla="*/ 347 h 521"/>
                <a:gd name="T38" fmla="*/ 30 w 673"/>
                <a:gd name="T39" fmla="*/ 482 h 521"/>
                <a:gd name="T40" fmla="*/ 102 w 673"/>
                <a:gd name="T41" fmla="*/ 507 h 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3" h="521">
                  <a:moveTo>
                    <a:pt x="102" y="507"/>
                  </a:moveTo>
                  <a:lnTo>
                    <a:pt x="102" y="507"/>
                  </a:lnTo>
                  <a:cubicBezTo>
                    <a:pt x="127" y="499"/>
                    <a:pt x="140" y="465"/>
                    <a:pt x="127" y="440"/>
                  </a:cubicBezTo>
                  <a:cubicBezTo>
                    <a:pt x="114" y="410"/>
                    <a:pt x="106" y="376"/>
                    <a:pt x="106" y="347"/>
                  </a:cubicBezTo>
                  <a:cubicBezTo>
                    <a:pt x="106" y="300"/>
                    <a:pt x="123" y="254"/>
                    <a:pt x="144" y="216"/>
                  </a:cubicBezTo>
                  <a:cubicBezTo>
                    <a:pt x="169" y="178"/>
                    <a:pt x="207" y="148"/>
                    <a:pt x="250" y="127"/>
                  </a:cubicBezTo>
                  <a:lnTo>
                    <a:pt x="250" y="127"/>
                  </a:lnTo>
                  <a:cubicBezTo>
                    <a:pt x="283" y="115"/>
                    <a:pt x="313" y="106"/>
                    <a:pt x="347" y="106"/>
                  </a:cubicBezTo>
                  <a:cubicBezTo>
                    <a:pt x="389" y="106"/>
                    <a:pt x="435" y="119"/>
                    <a:pt x="473" y="144"/>
                  </a:cubicBezTo>
                  <a:cubicBezTo>
                    <a:pt x="511" y="169"/>
                    <a:pt x="541" y="207"/>
                    <a:pt x="562" y="250"/>
                  </a:cubicBezTo>
                  <a:cubicBezTo>
                    <a:pt x="575" y="275"/>
                    <a:pt x="604" y="288"/>
                    <a:pt x="634" y="279"/>
                  </a:cubicBezTo>
                  <a:cubicBezTo>
                    <a:pt x="659" y="267"/>
                    <a:pt x="672" y="237"/>
                    <a:pt x="659" y="207"/>
                  </a:cubicBezTo>
                  <a:lnTo>
                    <a:pt x="659" y="207"/>
                  </a:lnTo>
                  <a:cubicBezTo>
                    <a:pt x="630" y="144"/>
                    <a:pt x="587" y="93"/>
                    <a:pt x="532" y="55"/>
                  </a:cubicBezTo>
                  <a:cubicBezTo>
                    <a:pt x="478" y="22"/>
                    <a:pt x="410" y="0"/>
                    <a:pt x="347" y="0"/>
                  </a:cubicBezTo>
                  <a:cubicBezTo>
                    <a:pt x="300" y="0"/>
                    <a:pt x="254" y="9"/>
                    <a:pt x="207" y="30"/>
                  </a:cubicBezTo>
                  <a:lnTo>
                    <a:pt x="207" y="30"/>
                  </a:lnTo>
                  <a:cubicBezTo>
                    <a:pt x="144" y="60"/>
                    <a:pt x="93" y="106"/>
                    <a:pt x="55" y="161"/>
                  </a:cubicBezTo>
                  <a:cubicBezTo>
                    <a:pt x="21" y="216"/>
                    <a:pt x="0" y="279"/>
                    <a:pt x="0" y="347"/>
                  </a:cubicBezTo>
                  <a:cubicBezTo>
                    <a:pt x="0" y="389"/>
                    <a:pt x="13" y="435"/>
                    <a:pt x="30" y="482"/>
                  </a:cubicBezTo>
                  <a:cubicBezTo>
                    <a:pt x="43" y="507"/>
                    <a:pt x="72" y="520"/>
                    <a:pt x="102" y="5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3" name="Freeform 53">
              <a:extLst>
                <a:ext uri="{FF2B5EF4-FFF2-40B4-BE49-F238E27FC236}">
                  <a16:creationId xmlns:a16="http://schemas.microsoft.com/office/drawing/2014/main" id="{4E4C0527-BB05-C182-072D-9B98FED09D4E}"/>
                </a:ext>
              </a:extLst>
            </p:cNvPr>
            <p:cNvSpPr>
              <a:spLocks noChangeArrowheads="1"/>
            </p:cNvSpPr>
            <p:nvPr/>
          </p:nvSpPr>
          <p:spPr bwMode="auto">
            <a:xfrm>
              <a:off x="4335463" y="3581400"/>
              <a:ext cx="147637" cy="247650"/>
            </a:xfrm>
            <a:custGeom>
              <a:avLst/>
              <a:gdLst>
                <a:gd name="T0" fmla="*/ 283 w 411"/>
                <a:gd name="T1" fmla="*/ 444 h 689"/>
                <a:gd name="T2" fmla="*/ 283 w 411"/>
                <a:gd name="T3" fmla="*/ 444 h 689"/>
                <a:gd name="T4" fmla="*/ 199 w 411"/>
                <a:gd name="T5" fmla="*/ 545 h 689"/>
                <a:gd name="T6" fmla="*/ 68 w 411"/>
                <a:gd name="T7" fmla="*/ 583 h 689"/>
                <a:gd name="T8" fmla="*/ 55 w 411"/>
                <a:gd name="T9" fmla="*/ 579 h 689"/>
                <a:gd name="T10" fmla="*/ 0 w 411"/>
                <a:gd name="T11" fmla="*/ 629 h 689"/>
                <a:gd name="T12" fmla="*/ 51 w 411"/>
                <a:gd name="T13" fmla="*/ 684 h 689"/>
                <a:gd name="T14" fmla="*/ 68 w 411"/>
                <a:gd name="T15" fmla="*/ 688 h 689"/>
                <a:gd name="T16" fmla="*/ 199 w 411"/>
                <a:gd name="T17" fmla="*/ 662 h 689"/>
                <a:gd name="T18" fmla="*/ 346 w 411"/>
                <a:gd name="T19" fmla="*/ 545 h 689"/>
                <a:gd name="T20" fmla="*/ 410 w 411"/>
                <a:gd name="T21" fmla="*/ 364 h 689"/>
                <a:gd name="T22" fmla="*/ 410 w 411"/>
                <a:gd name="T23" fmla="*/ 343 h 689"/>
                <a:gd name="T24" fmla="*/ 385 w 411"/>
                <a:gd name="T25" fmla="*/ 216 h 689"/>
                <a:gd name="T26" fmla="*/ 271 w 411"/>
                <a:gd name="T27" fmla="*/ 64 h 689"/>
                <a:gd name="T28" fmla="*/ 89 w 411"/>
                <a:gd name="T29" fmla="*/ 0 h 689"/>
                <a:gd name="T30" fmla="*/ 34 w 411"/>
                <a:gd name="T31" fmla="*/ 51 h 689"/>
                <a:gd name="T32" fmla="*/ 81 w 411"/>
                <a:gd name="T33" fmla="*/ 106 h 689"/>
                <a:gd name="T34" fmla="*/ 81 w 411"/>
                <a:gd name="T35" fmla="*/ 106 h 689"/>
                <a:gd name="T36" fmla="*/ 169 w 411"/>
                <a:gd name="T37" fmla="*/ 127 h 689"/>
                <a:gd name="T38" fmla="*/ 266 w 411"/>
                <a:gd name="T39" fmla="*/ 216 h 689"/>
                <a:gd name="T40" fmla="*/ 304 w 411"/>
                <a:gd name="T41" fmla="*/ 343 h 689"/>
                <a:gd name="T42" fmla="*/ 304 w 411"/>
                <a:gd name="T43" fmla="*/ 355 h 689"/>
                <a:gd name="T44" fmla="*/ 283 w 411"/>
                <a:gd name="T45" fmla="*/ 444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11" h="689">
                  <a:moveTo>
                    <a:pt x="283" y="444"/>
                  </a:moveTo>
                  <a:lnTo>
                    <a:pt x="283" y="444"/>
                  </a:lnTo>
                  <a:cubicBezTo>
                    <a:pt x="262" y="486"/>
                    <a:pt x="233" y="520"/>
                    <a:pt x="199" y="545"/>
                  </a:cubicBezTo>
                  <a:cubicBezTo>
                    <a:pt x="161" y="566"/>
                    <a:pt x="114" y="583"/>
                    <a:pt x="68" y="583"/>
                  </a:cubicBezTo>
                  <a:cubicBezTo>
                    <a:pt x="64" y="583"/>
                    <a:pt x="59" y="579"/>
                    <a:pt x="55" y="579"/>
                  </a:cubicBezTo>
                  <a:cubicBezTo>
                    <a:pt x="26" y="579"/>
                    <a:pt x="0" y="599"/>
                    <a:pt x="0" y="629"/>
                  </a:cubicBezTo>
                  <a:cubicBezTo>
                    <a:pt x="0" y="658"/>
                    <a:pt x="21" y="684"/>
                    <a:pt x="51" y="684"/>
                  </a:cubicBezTo>
                  <a:cubicBezTo>
                    <a:pt x="55" y="684"/>
                    <a:pt x="64" y="688"/>
                    <a:pt x="68" y="688"/>
                  </a:cubicBezTo>
                  <a:cubicBezTo>
                    <a:pt x="114" y="688"/>
                    <a:pt x="156" y="675"/>
                    <a:pt x="199" y="662"/>
                  </a:cubicBezTo>
                  <a:cubicBezTo>
                    <a:pt x="258" y="637"/>
                    <a:pt x="309" y="596"/>
                    <a:pt x="346" y="545"/>
                  </a:cubicBezTo>
                  <a:cubicBezTo>
                    <a:pt x="385" y="495"/>
                    <a:pt x="406" y="431"/>
                    <a:pt x="410" y="364"/>
                  </a:cubicBezTo>
                  <a:cubicBezTo>
                    <a:pt x="410" y="355"/>
                    <a:pt x="410" y="351"/>
                    <a:pt x="410" y="343"/>
                  </a:cubicBezTo>
                  <a:cubicBezTo>
                    <a:pt x="410" y="296"/>
                    <a:pt x="401" y="254"/>
                    <a:pt x="385" y="216"/>
                  </a:cubicBezTo>
                  <a:cubicBezTo>
                    <a:pt x="363" y="157"/>
                    <a:pt x="321" y="102"/>
                    <a:pt x="271" y="64"/>
                  </a:cubicBezTo>
                  <a:cubicBezTo>
                    <a:pt x="220" y="30"/>
                    <a:pt x="156" y="5"/>
                    <a:pt x="89" y="0"/>
                  </a:cubicBezTo>
                  <a:cubicBezTo>
                    <a:pt x="59" y="0"/>
                    <a:pt x="34" y="22"/>
                    <a:pt x="34" y="51"/>
                  </a:cubicBezTo>
                  <a:cubicBezTo>
                    <a:pt x="30" y="81"/>
                    <a:pt x="55" y="106"/>
                    <a:pt x="81" y="106"/>
                  </a:cubicBezTo>
                  <a:lnTo>
                    <a:pt x="81" y="106"/>
                  </a:lnTo>
                  <a:cubicBezTo>
                    <a:pt x="114" y="106"/>
                    <a:pt x="144" y="114"/>
                    <a:pt x="169" y="127"/>
                  </a:cubicBezTo>
                  <a:cubicBezTo>
                    <a:pt x="211" y="148"/>
                    <a:pt x="245" y="178"/>
                    <a:pt x="266" y="216"/>
                  </a:cubicBezTo>
                  <a:cubicBezTo>
                    <a:pt x="292" y="254"/>
                    <a:pt x="304" y="296"/>
                    <a:pt x="304" y="343"/>
                  </a:cubicBezTo>
                  <a:cubicBezTo>
                    <a:pt x="304" y="347"/>
                    <a:pt x="304" y="351"/>
                    <a:pt x="304" y="355"/>
                  </a:cubicBezTo>
                  <a:cubicBezTo>
                    <a:pt x="304" y="389"/>
                    <a:pt x="296" y="418"/>
                    <a:pt x="283" y="4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4" name="Freeform 54">
              <a:extLst>
                <a:ext uri="{FF2B5EF4-FFF2-40B4-BE49-F238E27FC236}">
                  <a16:creationId xmlns:a16="http://schemas.microsoft.com/office/drawing/2014/main" id="{BDEDCB80-F7E6-08CA-29B3-7488F393FA66}"/>
                </a:ext>
              </a:extLst>
            </p:cNvPr>
            <p:cNvSpPr>
              <a:spLocks noChangeArrowheads="1"/>
            </p:cNvSpPr>
            <p:nvPr/>
          </p:nvSpPr>
          <p:spPr bwMode="auto">
            <a:xfrm>
              <a:off x="3983038" y="3783013"/>
              <a:ext cx="238125" cy="193675"/>
            </a:xfrm>
            <a:custGeom>
              <a:avLst/>
              <a:gdLst>
                <a:gd name="T0" fmla="*/ 626 w 660"/>
                <a:gd name="T1" fmla="*/ 286 h 540"/>
                <a:gd name="T2" fmla="*/ 626 w 660"/>
                <a:gd name="T3" fmla="*/ 286 h 540"/>
                <a:gd name="T4" fmla="*/ 554 w 660"/>
                <a:gd name="T5" fmla="*/ 307 h 540"/>
                <a:gd name="T6" fmla="*/ 554 w 660"/>
                <a:gd name="T7" fmla="*/ 307 h 540"/>
                <a:gd name="T8" fmla="*/ 465 w 660"/>
                <a:gd name="T9" fmla="*/ 400 h 540"/>
                <a:gd name="T10" fmla="*/ 343 w 660"/>
                <a:gd name="T11" fmla="*/ 434 h 540"/>
                <a:gd name="T12" fmla="*/ 233 w 660"/>
                <a:gd name="T13" fmla="*/ 404 h 540"/>
                <a:gd name="T14" fmla="*/ 140 w 660"/>
                <a:gd name="T15" fmla="*/ 316 h 540"/>
                <a:gd name="T16" fmla="*/ 106 w 660"/>
                <a:gd name="T17" fmla="*/ 193 h 540"/>
                <a:gd name="T18" fmla="*/ 136 w 660"/>
                <a:gd name="T19" fmla="*/ 83 h 540"/>
                <a:gd name="T20" fmla="*/ 115 w 660"/>
                <a:gd name="T21" fmla="*/ 12 h 540"/>
                <a:gd name="T22" fmla="*/ 43 w 660"/>
                <a:gd name="T23" fmla="*/ 34 h 540"/>
                <a:gd name="T24" fmla="*/ 0 w 660"/>
                <a:gd name="T25" fmla="*/ 193 h 540"/>
                <a:gd name="T26" fmla="*/ 47 w 660"/>
                <a:gd name="T27" fmla="*/ 371 h 540"/>
                <a:gd name="T28" fmla="*/ 182 w 660"/>
                <a:gd name="T29" fmla="*/ 497 h 540"/>
                <a:gd name="T30" fmla="*/ 182 w 660"/>
                <a:gd name="T31" fmla="*/ 497 h 540"/>
                <a:gd name="T32" fmla="*/ 343 w 660"/>
                <a:gd name="T33" fmla="*/ 539 h 540"/>
                <a:gd name="T34" fmla="*/ 516 w 660"/>
                <a:gd name="T35" fmla="*/ 493 h 540"/>
                <a:gd name="T36" fmla="*/ 647 w 660"/>
                <a:gd name="T37" fmla="*/ 358 h 540"/>
                <a:gd name="T38" fmla="*/ 626 w 660"/>
                <a:gd name="T39" fmla="*/ 286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60" h="540">
                  <a:moveTo>
                    <a:pt x="626" y="286"/>
                  </a:moveTo>
                  <a:lnTo>
                    <a:pt x="626" y="286"/>
                  </a:lnTo>
                  <a:cubicBezTo>
                    <a:pt x="600" y="273"/>
                    <a:pt x="566" y="282"/>
                    <a:pt x="554" y="307"/>
                  </a:cubicBezTo>
                  <a:lnTo>
                    <a:pt x="554" y="307"/>
                  </a:lnTo>
                  <a:cubicBezTo>
                    <a:pt x="533" y="349"/>
                    <a:pt x="499" y="379"/>
                    <a:pt x="465" y="400"/>
                  </a:cubicBezTo>
                  <a:cubicBezTo>
                    <a:pt x="427" y="421"/>
                    <a:pt x="385" y="434"/>
                    <a:pt x="343" y="434"/>
                  </a:cubicBezTo>
                  <a:cubicBezTo>
                    <a:pt x="305" y="434"/>
                    <a:pt x="267" y="425"/>
                    <a:pt x="233" y="404"/>
                  </a:cubicBezTo>
                  <a:cubicBezTo>
                    <a:pt x="190" y="383"/>
                    <a:pt x="161" y="354"/>
                    <a:pt x="140" y="316"/>
                  </a:cubicBezTo>
                  <a:cubicBezTo>
                    <a:pt x="119" y="278"/>
                    <a:pt x="106" y="235"/>
                    <a:pt x="106" y="193"/>
                  </a:cubicBezTo>
                  <a:cubicBezTo>
                    <a:pt x="106" y="159"/>
                    <a:pt x="115" y="117"/>
                    <a:pt x="136" y="83"/>
                  </a:cubicBezTo>
                  <a:cubicBezTo>
                    <a:pt x="148" y="58"/>
                    <a:pt x="140" y="25"/>
                    <a:pt x="115" y="12"/>
                  </a:cubicBezTo>
                  <a:cubicBezTo>
                    <a:pt x="89" y="0"/>
                    <a:pt x="55" y="8"/>
                    <a:pt x="43" y="34"/>
                  </a:cubicBezTo>
                  <a:cubicBezTo>
                    <a:pt x="13" y="83"/>
                    <a:pt x="0" y="142"/>
                    <a:pt x="0" y="193"/>
                  </a:cubicBezTo>
                  <a:cubicBezTo>
                    <a:pt x="0" y="257"/>
                    <a:pt x="17" y="316"/>
                    <a:pt x="47" y="371"/>
                  </a:cubicBezTo>
                  <a:cubicBezTo>
                    <a:pt x="76" y="421"/>
                    <a:pt x="123" y="468"/>
                    <a:pt x="182" y="497"/>
                  </a:cubicBezTo>
                  <a:lnTo>
                    <a:pt x="182" y="497"/>
                  </a:lnTo>
                  <a:cubicBezTo>
                    <a:pt x="233" y="527"/>
                    <a:pt x="288" y="539"/>
                    <a:pt x="343" y="539"/>
                  </a:cubicBezTo>
                  <a:cubicBezTo>
                    <a:pt x="406" y="539"/>
                    <a:pt x="465" y="523"/>
                    <a:pt x="516" y="493"/>
                  </a:cubicBezTo>
                  <a:cubicBezTo>
                    <a:pt x="571" y="463"/>
                    <a:pt x="617" y="417"/>
                    <a:pt x="647" y="358"/>
                  </a:cubicBezTo>
                  <a:cubicBezTo>
                    <a:pt x="659" y="332"/>
                    <a:pt x="651" y="303"/>
                    <a:pt x="626" y="2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5" name="Group 338">
            <a:extLst>
              <a:ext uri="{FF2B5EF4-FFF2-40B4-BE49-F238E27FC236}">
                <a16:creationId xmlns:a16="http://schemas.microsoft.com/office/drawing/2014/main" id="{58F2DBD7-ECA9-DE6D-5B18-B0A9797E186F}"/>
              </a:ext>
            </a:extLst>
          </p:cNvPr>
          <p:cNvGrpSpPr/>
          <p:nvPr/>
        </p:nvGrpSpPr>
        <p:grpSpPr>
          <a:xfrm>
            <a:off x="3192150" y="4797261"/>
            <a:ext cx="264978" cy="249664"/>
            <a:chOff x="7316788" y="3141663"/>
            <a:chExt cx="906462" cy="854075"/>
          </a:xfrm>
          <a:solidFill>
            <a:schemeClr val="tx2"/>
          </a:solidFill>
        </p:grpSpPr>
        <p:sp>
          <p:nvSpPr>
            <p:cNvPr id="336" name="Freeform 55">
              <a:extLst>
                <a:ext uri="{FF2B5EF4-FFF2-40B4-BE49-F238E27FC236}">
                  <a16:creationId xmlns:a16="http://schemas.microsoft.com/office/drawing/2014/main" id="{F320AE9E-DE79-D134-E744-45FADB8F452E}"/>
                </a:ext>
              </a:extLst>
            </p:cNvPr>
            <p:cNvSpPr>
              <a:spLocks noChangeArrowheads="1"/>
            </p:cNvSpPr>
            <p:nvPr/>
          </p:nvSpPr>
          <p:spPr bwMode="auto">
            <a:xfrm>
              <a:off x="7316788" y="3289300"/>
              <a:ext cx="906462" cy="560388"/>
            </a:xfrm>
            <a:custGeom>
              <a:avLst/>
              <a:gdLst>
                <a:gd name="T0" fmla="*/ 2513 w 2518"/>
                <a:gd name="T1" fmla="*/ 88 h 1558"/>
                <a:gd name="T2" fmla="*/ 2475 w 2518"/>
                <a:gd name="T3" fmla="*/ 29 h 1558"/>
                <a:gd name="T4" fmla="*/ 2361 w 2518"/>
                <a:gd name="T5" fmla="*/ 0 h 1558"/>
                <a:gd name="T6" fmla="*/ 1968 w 2518"/>
                <a:gd name="T7" fmla="*/ 92 h 1558"/>
                <a:gd name="T8" fmla="*/ 1263 w 2518"/>
                <a:gd name="T9" fmla="*/ 114 h 1558"/>
                <a:gd name="T10" fmla="*/ 693 w 2518"/>
                <a:gd name="T11" fmla="*/ 413 h 1558"/>
                <a:gd name="T12" fmla="*/ 579 w 2518"/>
                <a:gd name="T13" fmla="*/ 848 h 1558"/>
                <a:gd name="T14" fmla="*/ 211 w 2518"/>
                <a:gd name="T15" fmla="*/ 1140 h 1558"/>
                <a:gd name="T16" fmla="*/ 17 w 2518"/>
                <a:gd name="T17" fmla="*/ 1372 h 1558"/>
                <a:gd name="T18" fmla="*/ 0 w 2518"/>
                <a:gd name="T19" fmla="*/ 1443 h 1558"/>
                <a:gd name="T20" fmla="*/ 13 w 2518"/>
                <a:gd name="T21" fmla="*/ 1498 h 1558"/>
                <a:gd name="T22" fmla="*/ 93 w 2518"/>
                <a:gd name="T23" fmla="*/ 1553 h 1558"/>
                <a:gd name="T24" fmla="*/ 253 w 2518"/>
                <a:gd name="T25" fmla="*/ 1548 h 1558"/>
                <a:gd name="T26" fmla="*/ 840 w 2518"/>
                <a:gd name="T27" fmla="*/ 1343 h 1558"/>
                <a:gd name="T28" fmla="*/ 1263 w 2518"/>
                <a:gd name="T29" fmla="*/ 1485 h 1558"/>
                <a:gd name="T30" fmla="*/ 1833 w 2518"/>
                <a:gd name="T31" fmla="*/ 1182 h 1558"/>
                <a:gd name="T32" fmla="*/ 1943 w 2518"/>
                <a:gd name="T33" fmla="*/ 705 h 1558"/>
                <a:gd name="T34" fmla="*/ 2276 w 2518"/>
                <a:gd name="T35" fmla="*/ 443 h 1558"/>
                <a:gd name="T36" fmla="*/ 2496 w 2518"/>
                <a:gd name="T37" fmla="*/ 190 h 1558"/>
                <a:gd name="T38" fmla="*/ 2517 w 2518"/>
                <a:gd name="T39" fmla="*/ 114 h 1558"/>
                <a:gd name="T40" fmla="*/ 726 w 2518"/>
                <a:gd name="T41" fmla="*/ 574 h 1558"/>
                <a:gd name="T42" fmla="*/ 938 w 2518"/>
                <a:gd name="T43" fmla="*/ 316 h 1558"/>
                <a:gd name="T44" fmla="*/ 1487 w 2518"/>
                <a:gd name="T45" fmla="*/ 266 h 1558"/>
                <a:gd name="T46" fmla="*/ 1824 w 2518"/>
                <a:gd name="T47" fmla="*/ 658 h 1558"/>
                <a:gd name="T48" fmla="*/ 857 w 2518"/>
                <a:gd name="T49" fmla="*/ 1216 h 1558"/>
                <a:gd name="T50" fmla="*/ 680 w 2518"/>
                <a:gd name="T51" fmla="*/ 798 h 1558"/>
                <a:gd name="T52" fmla="*/ 342 w 2518"/>
                <a:gd name="T53" fmla="*/ 1418 h 1558"/>
                <a:gd name="T54" fmla="*/ 232 w 2518"/>
                <a:gd name="T55" fmla="*/ 1443 h 1558"/>
                <a:gd name="T56" fmla="*/ 127 w 2518"/>
                <a:gd name="T57" fmla="*/ 1451 h 1558"/>
                <a:gd name="T58" fmla="*/ 106 w 2518"/>
                <a:gd name="T59" fmla="*/ 1443 h 1558"/>
                <a:gd name="T60" fmla="*/ 106 w 2518"/>
                <a:gd name="T61" fmla="*/ 1435 h 1558"/>
                <a:gd name="T62" fmla="*/ 186 w 2518"/>
                <a:gd name="T63" fmla="*/ 1313 h 1558"/>
                <a:gd name="T64" fmla="*/ 595 w 2518"/>
                <a:gd name="T65" fmla="*/ 963 h 1558"/>
                <a:gd name="T66" fmla="*/ 756 w 2518"/>
                <a:gd name="T67" fmla="*/ 1262 h 1558"/>
                <a:gd name="T68" fmla="*/ 342 w 2518"/>
                <a:gd name="T69" fmla="*/ 1418 h 1558"/>
                <a:gd name="T70" fmla="*/ 1799 w 2518"/>
                <a:gd name="T71" fmla="*/ 1026 h 1558"/>
                <a:gd name="T72" fmla="*/ 1263 w 2518"/>
                <a:gd name="T73" fmla="*/ 1380 h 1558"/>
                <a:gd name="T74" fmla="*/ 950 w 2518"/>
                <a:gd name="T75" fmla="*/ 1288 h 1558"/>
                <a:gd name="T76" fmla="*/ 1841 w 2518"/>
                <a:gd name="T77" fmla="*/ 777 h 1558"/>
                <a:gd name="T78" fmla="*/ 1799 w 2518"/>
                <a:gd name="T79" fmla="*/ 1026 h 1558"/>
                <a:gd name="T80" fmla="*/ 2407 w 2518"/>
                <a:gd name="T81" fmla="*/ 126 h 1558"/>
                <a:gd name="T82" fmla="*/ 2352 w 2518"/>
                <a:gd name="T83" fmla="*/ 215 h 1558"/>
                <a:gd name="T84" fmla="*/ 1917 w 2518"/>
                <a:gd name="T85" fmla="*/ 595 h 1558"/>
                <a:gd name="T86" fmla="*/ 1736 w 2518"/>
                <a:gd name="T87" fmla="*/ 304 h 1558"/>
                <a:gd name="T88" fmla="*/ 2251 w 2518"/>
                <a:gd name="T89" fmla="*/ 118 h 1558"/>
                <a:gd name="T90" fmla="*/ 2390 w 2518"/>
                <a:gd name="T91" fmla="*/ 105 h 1558"/>
                <a:gd name="T92" fmla="*/ 2411 w 2518"/>
                <a:gd name="T93" fmla="*/ 114 h 1558"/>
                <a:gd name="T94" fmla="*/ 2407 w 2518"/>
                <a:gd name="T95" fmla="*/ 126 h 1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18" h="1558">
                  <a:moveTo>
                    <a:pt x="2513" y="88"/>
                  </a:moveTo>
                  <a:lnTo>
                    <a:pt x="2513" y="88"/>
                  </a:lnTo>
                  <a:cubicBezTo>
                    <a:pt x="2513" y="76"/>
                    <a:pt x="2509" y="67"/>
                    <a:pt x="2504" y="59"/>
                  </a:cubicBezTo>
                  <a:cubicBezTo>
                    <a:pt x="2496" y="46"/>
                    <a:pt x="2487" y="38"/>
                    <a:pt x="2475" y="29"/>
                  </a:cubicBezTo>
                  <a:cubicBezTo>
                    <a:pt x="2458" y="17"/>
                    <a:pt x="2441" y="8"/>
                    <a:pt x="2424" y="4"/>
                  </a:cubicBezTo>
                  <a:cubicBezTo>
                    <a:pt x="2403" y="0"/>
                    <a:pt x="2382" y="0"/>
                    <a:pt x="2361" y="0"/>
                  </a:cubicBezTo>
                  <a:cubicBezTo>
                    <a:pt x="2323" y="0"/>
                    <a:pt x="2280" y="4"/>
                    <a:pt x="2230" y="17"/>
                  </a:cubicBezTo>
                  <a:cubicBezTo>
                    <a:pt x="2154" y="33"/>
                    <a:pt x="2065" y="59"/>
                    <a:pt x="1968" y="92"/>
                  </a:cubicBezTo>
                  <a:cubicBezTo>
                    <a:pt x="1871" y="130"/>
                    <a:pt x="1761" y="177"/>
                    <a:pt x="1647" y="228"/>
                  </a:cubicBezTo>
                  <a:cubicBezTo>
                    <a:pt x="1537" y="156"/>
                    <a:pt x="1402" y="114"/>
                    <a:pt x="1263" y="114"/>
                  </a:cubicBezTo>
                  <a:cubicBezTo>
                    <a:pt x="1166" y="114"/>
                    <a:pt x="1077" y="130"/>
                    <a:pt x="997" y="169"/>
                  </a:cubicBezTo>
                  <a:cubicBezTo>
                    <a:pt x="870" y="219"/>
                    <a:pt x="769" y="308"/>
                    <a:pt x="693" y="413"/>
                  </a:cubicBezTo>
                  <a:cubicBezTo>
                    <a:pt x="621" y="523"/>
                    <a:pt x="574" y="658"/>
                    <a:pt x="574" y="798"/>
                  </a:cubicBezTo>
                  <a:cubicBezTo>
                    <a:pt x="574" y="815"/>
                    <a:pt x="579" y="832"/>
                    <a:pt x="579" y="848"/>
                  </a:cubicBezTo>
                  <a:cubicBezTo>
                    <a:pt x="494" y="908"/>
                    <a:pt x="418" y="963"/>
                    <a:pt x="355" y="1017"/>
                  </a:cubicBezTo>
                  <a:cubicBezTo>
                    <a:pt x="300" y="1060"/>
                    <a:pt x="253" y="1102"/>
                    <a:pt x="211" y="1140"/>
                  </a:cubicBezTo>
                  <a:cubicBezTo>
                    <a:pt x="148" y="1199"/>
                    <a:pt x="97" y="1250"/>
                    <a:pt x="59" y="1300"/>
                  </a:cubicBezTo>
                  <a:cubicBezTo>
                    <a:pt x="42" y="1326"/>
                    <a:pt x="25" y="1347"/>
                    <a:pt x="17" y="1372"/>
                  </a:cubicBezTo>
                  <a:cubicBezTo>
                    <a:pt x="13" y="1385"/>
                    <a:pt x="8" y="1393"/>
                    <a:pt x="4" y="1406"/>
                  </a:cubicBezTo>
                  <a:cubicBezTo>
                    <a:pt x="0" y="1418"/>
                    <a:pt x="0" y="1430"/>
                    <a:pt x="0" y="1443"/>
                  </a:cubicBezTo>
                  <a:cubicBezTo>
                    <a:pt x="0" y="1451"/>
                    <a:pt x="0" y="1460"/>
                    <a:pt x="0" y="1468"/>
                  </a:cubicBezTo>
                  <a:cubicBezTo>
                    <a:pt x="4" y="1481"/>
                    <a:pt x="8" y="1489"/>
                    <a:pt x="13" y="1498"/>
                  </a:cubicBezTo>
                  <a:cubicBezTo>
                    <a:pt x="21" y="1510"/>
                    <a:pt x="30" y="1519"/>
                    <a:pt x="38" y="1527"/>
                  </a:cubicBezTo>
                  <a:cubicBezTo>
                    <a:pt x="55" y="1540"/>
                    <a:pt x="76" y="1548"/>
                    <a:pt x="93" y="1553"/>
                  </a:cubicBezTo>
                  <a:cubicBezTo>
                    <a:pt x="110" y="1557"/>
                    <a:pt x="131" y="1557"/>
                    <a:pt x="152" y="1557"/>
                  </a:cubicBezTo>
                  <a:cubicBezTo>
                    <a:pt x="182" y="1557"/>
                    <a:pt x="215" y="1553"/>
                    <a:pt x="253" y="1548"/>
                  </a:cubicBezTo>
                  <a:cubicBezTo>
                    <a:pt x="317" y="1536"/>
                    <a:pt x="388" y="1515"/>
                    <a:pt x="473" y="1489"/>
                  </a:cubicBezTo>
                  <a:cubicBezTo>
                    <a:pt x="583" y="1451"/>
                    <a:pt x="705" y="1402"/>
                    <a:pt x="840" y="1343"/>
                  </a:cubicBezTo>
                  <a:cubicBezTo>
                    <a:pt x="853" y="1351"/>
                    <a:pt x="866" y="1359"/>
                    <a:pt x="878" y="1368"/>
                  </a:cubicBezTo>
                  <a:cubicBezTo>
                    <a:pt x="988" y="1443"/>
                    <a:pt x="1119" y="1485"/>
                    <a:pt x="1263" y="1485"/>
                  </a:cubicBezTo>
                  <a:cubicBezTo>
                    <a:pt x="1356" y="1485"/>
                    <a:pt x="1449" y="1464"/>
                    <a:pt x="1529" y="1430"/>
                  </a:cubicBezTo>
                  <a:cubicBezTo>
                    <a:pt x="1651" y="1380"/>
                    <a:pt x="1757" y="1292"/>
                    <a:pt x="1833" y="1182"/>
                  </a:cubicBezTo>
                  <a:cubicBezTo>
                    <a:pt x="1905" y="1072"/>
                    <a:pt x="1947" y="941"/>
                    <a:pt x="1947" y="798"/>
                  </a:cubicBezTo>
                  <a:cubicBezTo>
                    <a:pt x="1947" y="768"/>
                    <a:pt x="1947" y="739"/>
                    <a:pt x="1943" y="705"/>
                  </a:cubicBezTo>
                  <a:cubicBezTo>
                    <a:pt x="2002" y="663"/>
                    <a:pt x="2061" y="620"/>
                    <a:pt x="2112" y="578"/>
                  </a:cubicBezTo>
                  <a:cubicBezTo>
                    <a:pt x="2175" y="532"/>
                    <a:pt x="2230" y="490"/>
                    <a:pt x="2276" y="443"/>
                  </a:cubicBezTo>
                  <a:cubicBezTo>
                    <a:pt x="2348" y="380"/>
                    <a:pt x="2407" y="321"/>
                    <a:pt x="2445" y="270"/>
                  </a:cubicBezTo>
                  <a:cubicBezTo>
                    <a:pt x="2466" y="240"/>
                    <a:pt x="2483" y="215"/>
                    <a:pt x="2496" y="190"/>
                  </a:cubicBezTo>
                  <a:cubicBezTo>
                    <a:pt x="2504" y="177"/>
                    <a:pt x="2509" y="164"/>
                    <a:pt x="2513" y="152"/>
                  </a:cubicBezTo>
                  <a:cubicBezTo>
                    <a:pt x="2513" y="139"/>
                    <a:pt x="2517" y="126"/>
                    <a:pt x="2517" y="114"/>
                  </a:cubicBezTo>
                  <a:cubicBezTo>
                    <a:pt x="2517" y="105"/>
                    <a:pt x="2517" y="97"/>
                    <a:pt x="2513" y="88"/>
                  </a:cubicBezTo>
                  <a:close/>
                  <a:moveTo>
                    <a:pt x="726" y="574"/>
                  </a:moveTo>
                  <a:lnTo>
                    <a:pt x="726" y="574"/>
                  </a:lnTo>
                  <a:cubicBezTo>
                    <a:pt x="773" y="468"/>
                    <a:pt x="845" y="380"/>
                    <a:pt x="938" y="316"/>
                  </a:cubicBezTo>
                  <a:cubicBezTo>
                    <a:pt x="1030" y="253"/>
                    <a:pt x="1140" y="219"/>
                    <a:pt x="1263" y="219"/>
                  </a:cubicBezTo>
                  <a:cubicBezTo>
                    <a:pt x="1343" y="219"/>
                    <a:pt x="1419" y="236"/>
                    <a:pt x="1487" y="266"/>
                  </a:cubicBezTo>
                  <a:cubicBezTo>
                    <a:pt x="1592" y="308"/>
                    <a:pt x="1681" y="384"/>
                    <a:pt x="1744" y="473"/>
                  </a:cubicBezTo>
                  <a:cubicBezTo>
                    <a:pt x="1782" y="532"/>
                    <a:pt x="1807" y="591"/>
                    <a:pt x="1824" y="658"/>
                  </a:cubicBezTo>
                  <a:cubicBezTo>
                    <a:pt x="1685" y="755"/>
                    <a:pt x="1529" y="857"/>
                    <a:pt x="1360" y="954"/>
                  </a:cubicBezTo>
                  <a:cubicBezTo>
                    <a:pt x="1182" y="1055"/>
                    <a:pt x="1014" y="1144"/>
                    <a:pt x="857" y="1216"/>
                  </a:cubicBezTo>
                  <a:cubicBezTo>
                    <a:pt x="828" y="1190"/>
                    <a:pt x="802" y="1157"/>
                    <a:pt x="781" y="1123"/>
                  </a:cubicBezTo>
                  <a:cubicBezTo>
                    <a:pt x="718" y="1030"/>
                    <a:pt x="680" y="920"/>
                    <a:pt x="680" y="798"/>
                  </a:cubicBezTo>
                  <a:cubicBezTo>
                    <a:pt x="680" y="718"/>
                    <a:pt x="697" y="642"/>
                    <a:pt x="726" y="574"/>
                  </a:cubicBezTo>
                  <a:close/>
                  <a:moveTo>
                    <a:pt x="342" y="1418"/>
                  </a:moveTo>
                  <a:lnTo>
                    <a:pt x="342" y="1418"/>
                  </a:lnTo>
                  <a:cubicBezTo>
                    <a:pt x="304" y="1430"/>
                    <a:pt x="266" y="1439"/>
                    <a:pt x="232" y="1443"/>
                  </a:cubicBezTo>
                  <a:cubicBezTo>
                    <a:pt x="203" y="1451"/>
                    <a:pt x="173" y="1451"/>
                    <a:pt x="152" y="1451"/>
                  </a:cubicBezTo>
                  <a:cubicBezTo>
                    <a:pt x="144" y="1451"/>
                    <a:pt x="135" y="1451"/>
                    <a:pt x="127" y="1451"/>
                  </a:cubicBezTo>
                  <a:cubicBezTo>
                    <a:pt x="114" y="1447"/>
                    <a:pt x="110" y="1447"/>
                    <a:pt x="106" y="1443"/>
                  </a:cubicBezTo>
                  <a:lnTo>
                    <a:pt x="106" y="1443"/>
                  </a:lnTo>
                  <a:lnTo>
                    <a:pt x="106" y="1443"/>
                  </a:lnTo>
                  <a:cubicBezTo>
                    <a:pt x="106" y="1443"/>
                    <a:pt x="106" y="1439"/>
                    <a:pt x="106" y="1435"/>
                  </a:cubicBezTo>
                  <a:cubicBezTo>
                    <a:pt x="106" y="1426"/>
                    <a:pt x="110" y="1418"/>
                    <a:pt x="118" y="1402"/>
                  </a:cubicBezTo>
                  <a:cubicBezTo>
                    <a:pt x="131" y="1380"/>
                    <a:pt x="152" y="1351"/>
                    <a:pt x="186" y="1313"/>
                  </a:cubicBezTo>
                  <a:cubicBezTo>
                    <a:pt x="232" y="1262"/>
                    <a:pt x="296" y="1203"/>
                    <a:pt x="372" y="1136"/>
                  </a:cubicBezTo>
                  <a:cubicBezTo>
                    <a:pt x="439" y="1081"/>
                    <a:pt x="511" y="1026"/>
                    <a:pt x="595" y="963"/>
                  </a:cubicBezTo>
                  <a:cubicBezTo>
                    <a:pt x="604" y="1000"/>
                    <a:pt x="617" y="1034"/>
                    <a:pt x="629" y="1068"/>
                  </a:cubicBezTo>
                  <a:cubicBezTo>
                    <a:pt x="659" y="1140"/>
                    <a:pt x="705" y="1207"/>
                    <a:pt x="756" y="1262"/>
                  </a:cubicBezTo>
                  <a:cubicBezTo>
                    <a:pt x="709" y="1283"/>
                    <a:pt x="667" y="1305"/>
                    <a:pt x="625" y="1321"/>
                  </a:cubicBezTo>
                  <a:cubicBezTo>
                    <a:pt x="519" y="1364"/>
                    <a:pt x="422" y="1397"/>
                    <a:pt x="342" y="1418"/>
                  </a:cubicBezTo>
                  <a:close/>
                  <a:moveTo>
                    <a:pt x="1799" y="1026"/>
                  </a:moveTo>
                  <a:lnTo>
                    <a:pt x="1799" y="1026"/>
                  </a:lnTo>
                  <a:cubicBezTo>
                    <a:pt x="1753" y="1127"/>
                    <a:pt x="1681" y="1220"/>
                    <a:pt x="1588" y="1279"/>
                  </a:cubicBezTo>
                  <a:cubicBezTo>
                    <a:pt x="1495" y="1343"/>
                    <a:pt x="1381" y="1380"/>
                    <a:pt x="1263" y="1380"/>
                  </a:cubicBezTo>
                  <a:cubicBezTo>
                    <a:pt x="1182" y="1380"/>
                    <a:pt x="1107" y="1364"/>
                    <a:pt x="1035" y="1334"/>
                  </a:cubicBezTo>
                  <a:cubicBezTo>
                    <a:pt x="1005" y="1321"/>
                    <a:pt x="980" y="1305"/>
                    <a:pt x="950" y="1288"/>
                  </a:cubicBezTo>
                  <a:cubicBezTo>
                    <a:pt x="1098" y="1220"/>
                    <a:pt x="1250" y="1136"/>
                    <a:pt x="1411" y="1047"/>
                  </a:cubicBezTo>
                  <a:cubicBezTo>
                    <a:pt x="1567" y="954"/>
                    <a:pt x="1710" y="865"/>
                    <a:pt x="1841" y="777"/>
                  </a:cubicBezTo>
                  <a:cubicBezTo>
                    <a:pt x="1841" y="785"/>
                    <a:pt x="1841" y="789"/>
                    <a:pt x="1841" y="798"/>
                  </a:cubicBezTo>
                  <a:cubicBezTo>
                    <a:pt x="1841" y="878"/>
                    <a:pt x="1829" y="954"/>
                    <a:pt x="1799" y="1026"/>
                  </a:cubicBezTo>
                  <a:close/>
                  <a:moveTo>
                    <a:pt x="2407" y="126"/>
                  </a:moveTo>
                  <a:lnTo>
                    <a:pt x="2407" y="126"/>
                  </a:lnTo>
                  <a:cubicBezTo>
                    <a:pt x="2407" y="135"/>
                    <a:pt x="2403" y="143"/>
                    <a:pt x="2399" y="152"/>
                  </a:cubicBezTo>
                  <a:cubicBezTo>
                    <a:pt x="2390" y="169"/>
                    <a:pt x="2373" y="194"/>
                    <a:pt x="2352" y="215"/>
                  </a:cubicBezTo>
                  <a:cubicBezTo>
                    <a:pt x="2318" y="261"/>
                    <a:pt x="2268" y="312"/>
                    <a:pt x="2205" y="367"/>
                  </a:cubicBezTo>
                  <a:cubicBezTo>
                    <a:pt x="2128" y="439"/>
                    <a:pt x="2031" y="515"/>
                    <a:pt x="1917" y="595"/>
                  </a:cubicBezTo>
                  <a:cubicBezTo>
                    <a:pt x="1909" y="574"/>
                    <a:pt x="1905" y="553"/>
                    <a:pt x="1896" y="532"/>
                  </a:cubicBezTo>
                  <a:cubicBezTo>
                    <a:pt x="1858" y="447"/>
                    <a:pt x="1803" y="367"/>
                    <a:pt x="1736" y="304"/>
                  </a:cubicBezTo>
                  <a:cubicBezTo>
                    <a:pt x="1871" y="245"/>
                    <a:pt x="1993" y="194"/>
                    <a:pt x="2095" y="160"/>
                  </a:cubicBezTo>
                  <a:cubicBezTo>
                    <a:pt x="2154" y="143"/>
                    <a:pt x="2205" y="126"/>
                    <a:pt x="2251" y="118"/>
                  </a:cubicBezTo>
                  <a:cubicBezTo>
                    <a:pt x="2297" y="109"/>
                    <a:pt x="2335" y="105"/>
                    <a:pt x="2361" y="105"/>
                  </a:cubicBezTo>
                  <a:cubicBezTo>
                    <a:pt x="2373" y="105"/>
                    <a:pt x="2382" y="105"/>
                    <a:pt x="2390" y="105"/>
                  </a:cubicBezTo>
                  <a:cubicBezTo>
                    <a:pt x="2399" y="109"/>
                    <a:pt x="2407" y="109"/>
                    <a:pt x="2411" y="114"/>
                  </a:cubicBezTo>
                  <a:lnTo>
                    <a:pt x="2411" y="114"/>
                  </a:lnTo>
                  <a:lnTo>
                    <a:pt x="2411" y="114"/>
                  </a:lnTo>
                  <a:cubicBezTo>
                    <a:pt x="2411" y="118"/>
                    <a:pt x="2411" y="122"/>
                    <a:pt x="2407"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7" name="Freeform 56">
              <a:extLst>
                <a:ext uri="{FF2B5EF4-FFF2-40B4-BE49-F238E27FC236}">
                  <a16:creationId xmlns:a16="http://schemas.microsoft.com/office/drawing/2014/main" id="{10908790-4E58-CBCA-8C2C-A205F8C8136A}"/>
                </a:ext>
              </a:extLst>
            </p:cNvPr>
            <p:cNvSpPr>
              <a:spLocks noChangeArrowheads="1"/>
            </p:cNvSpPr>
            <p:nvPr/>
          </p:nvSpPr>
          <p:spPr bwMode="auto">
            <a:xfrm>
              <a:off x="7848600" y="3141663"/>
              <a:ext cx="152400" cy="152400"/>
            </a:xfrm>
            <a:custGeom>
              <a:avLst/>
              <a:gdLst>
                <a:gd name="T0" fmla="*/ 93 w 423"/>
                <a:gd name="T1" fmla="*/ 384 h 423"/>
                <a:gd name="T2" fmla="*/ 93 w 423"/>
                <a:gd name="T3" fmla="*/ 384 h 423"/>
                <a:gd name="T4" fmla="*/ 211 w 423"/>
                <a:gd name="T5" fmla="*/ 422 h 423"/>
                <a:gd name="T6" fmla="*/ 291 w 423"/>
                <a:gd name="T7" fmla="*/ 405 h 423"/>
                <a:gd name="T8" fmla="*/ 384 w 423"/>
                <a:gd name="T9" fmla="*/ 329 h 423"/>
                <a:gd name="T10" fmla="*/ 422 w 423"/>
                <a:gd name="T11" fmla="*/ 211 h 423"/>
                <a:gd name="T12" fmla="*/ 405 w 423"/>
                <a:gd name="T13" fmla="*/ 126 h 423"/>
                <a:gd name="T14" fmla="*/ 329 w 423"/>
                <a:gd name="T15" fmla="*/ 34 h 423"/>
                <a:gd name="T16" fmla="*/ 211 w 423"/>
                <a:gd name="T17" fmla="*/ 0 h 423"/>
                <a:gd name="T18" fmla="*/ 127 w 423"/>
                <a:gd name="T19" fmla="*/ 17 h 423"/>
                <a:gd name="T20" fmla="*/ 34 w 423"/>
                <a:gd name="T21" fmla="*/ 93 h 423"/>
                <a:gd name="T22" fmla="*/ 0 w 423"/>
                <a:gd name="T23" fmla="*/ 211 h 423"/>
                <a:gd name="T24" fmla="*/ 17 w 423"/>
                <a:gd name="T25" fmla="*/ 291 h 423"/>
                <a:gd name="T26" fmla="*/ 93 w 423"/>
                <a:gd name="T27" fmla="*/ 384 h 423"/>
                <a:gd name="T28" fmla="*/ 114 w 423"/>
                <a:gd name="T29" fmla="*/ 169 h 423"/>
                <a:gd name="T30" fmla="*/ 114 w 423"/>
                <a:gd name="T31" fmla="*/ 169 h 423"/>
                <a:gd name="T32" fmla="*/ 152 w 423"/>
                <a:gd name="T33" fmla="*/ 122 h 423"/>
                <a:gd name="T34" fmla="*/ 211 w 423"/>
                <a:gd name="T35" fmla="*/ 105 h 423"/>
                <a:gd name="T36" fmla="*/ 253 w 423"/>
                <a:gd name="T37" fmla="*/ 114 h 423"/>
                <a:gd name="T38" fmla="*/ 300 w 423"/>
                <a:gd name="T39" fmla="*/ 152 h 423"/>
                <a:gd name="T40" fmla="*/ 317 w 423"/>
                <a:gd name="T41" fmla="*/ 211 h 423"/>
                <a:gd name="T42" fmla="*/ 308 w 423"/>
                <a:gd name="T43" fmla="*/ 253 h 423"/>
                <a:gd name="T44" fmla="*/ 270 w 423"/>
                <a:gd name="T45" fmla="*/ 300 h 423"/>
                <a:gd name="T46" fmla="*/ 211 w 423"/>
                <a:gd name="T47" fmla="*/ 316 h 423"/>
                <a:gd name="T48" fmla="*/ 169 w 423"/>
                <a:gd name="T49" fmla="*/ 308 h 423"/>
                <a:gd name="T50" fmla="*/ 122 w 423"/>
                <a:gd name="T51" fmla="*/ 270 h 423"/>
                <a:gd name="T52" fmla="*/ 106 w 423"/>
                <a:gd name="T53" fmla="*/ 211 h 423"/>
                <a:gd name="T54" fmla="*/ 114 w 423"/>
                <a:gd name="T55" fmla="*/ 169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3" h="423">
                  <a:moveTo>
                    <a:pt x="93" y="384"/>
                  </a:moveTo>
                  <a:lnTo>
                    <a:pt x="93" y="384"/>
                  </a:lnTo>
                  <a:cubicBezTo>
                    <a:pt x="127" y="409"/>
                    <a:pt x="169" y="422"/>
                    <a:pt x="211" y="422"/>
                  </a:cubicBezTo>
                  <a:cubicBezTo>
                    <a:pt x="241" y="422"/>
                    <a:pt x="266" y="414"/>
                    <a:pt x="291" y="405"/>
                  </a:cubicBezTo>
                  <a:cubicBezTo>
                    <a:pt x="329" y="388"/>
                    <a:pt x="363" y="363"/>
                    <a:pt x="384" y="329"/>
                  </a:cubicBezTo>
                  <a:cubicBezTo>
                    <a:pt x="410" y="295"/>
                    <a:pt x="422" y="253"/>
                    <a:pt x="422" y="211"/>
                  </a:cubicBezTo>
                  <a:cubicBezTo>
                    <a:pt x="422" y="181"/>
                    <a:pt x="414" y="152"/>
                    <a:pt x="405" y="126"/>
                  </a:cubicBezTo>
                  <a:cubicBezTo>
                    <a:pt x="388" y="88"/>
                    <a:pt x="363" y="59"/>
                    <a:pt x="329" y="34"/>
                  </a:cubicBezTo>
                  <a:cubicBezTo>
                    <a:pt x="296" y="12"/>
                    <a:pt x="253" y="0"/>
                    <a:pt x="211" y="0"/>
                  </a:cubicBezTo>
                  <a:cubicBezTo>
                    <a:pt x="181" y="0"/>
                    <a:pt x="152" y="4"/>
                    <a:pt x="127" y="17"/>
                  </a:cubicBezTo>
                  <a:cubicBezTo>
                    <a:pt x="89" y="34"/>
                    <a:pt x="59" y="59"/>
                    <a:pt x="34" y="93"/>
                  </a:cubicBezTo>
                  <a:cubicBezTo>
                    <a:pt x="13" y="126"/>
                    <a:pt x="0" y="169"/>
                    <a:pt x="0" y="211"/>
                  </a:cubicBezTo>
                  <a:cubicBezTo>
                    <a:pt x="0" y="240"/>
                    <a:pt x="4" y="266"/>
                    <a:pt x="17" y="291"/>
                  </a:cubicBezTo>
                  <a:cubicBezTo>
                    <a:pt x="34" y="329"/>
                    <a:pt x="59" y="363"/>
                    <a:pt x="93" y="384"/>
                  </a:cubicBezTo>
                  <a:close/>
                  <a:moveTo>
                    <a:pt x="114" y="169"/>
                  </a:moveTo>
                  <a:lnTo>
                    <a:pt x="114" y="169"/>
                  </a:lnTo>
                  <a:cubicBezTo>
                    <a:pt x="122" y="152"/>
                    <a:pt x="135" y="135"/>
                    <a:pt x="152" y="122"/>
                  </a:cubicBezTo>
                  <a:cubicBezTo>
                    <a:pt x="169" y="110"/>
                    <a:pt x="190" y="105"/>
                    <a:pt x="211" y="105"/>
                  </a:cubicBezTo>
                  <a:cubicBezTo>
                    <a:pt x="224" y="105"/>
                    <a:pt x="241" y="110"/>
                    <a:pt x="253" y="114"/>
                  </a:cubicBezTo>
                  <a:cubicBezTo>
                    <a:pt x="270" y="122"/>
                    <a:pt x="287" y="135"/>
                    <a:pt x="300" y="152"/>
                  </a:cubicBezTo>
                  <a:cubicBezTo>
                    <a:pt x="308" y="169"/>
                    <a:pt x="317" y="190"/>
                    <a:pt x="317" y="211"/>
                  </a:cubicBezTo>
                  <a:cubicBezTo>
                    <a:pt x="317" y="224"/>
                    <a:pt x="312" y="240"/>
                    <a:pt x="308" y="253"/>
                  </a:cubicBezTo>
                  <a:cubicBezTo>
                    <a:pt x="300" y="270"/>
                    <a:pt x="287" y="287"/>
                    <a:pt x="270" y="300"/>
                  </a:cubicBezTo>
                  <a:cubicBezTo>
                    <a:pt x="253" y="308"/>
                    <a:pt x="232" y="316"/>
                    <a:pt x="211" y="316"/>
                  </a:cubicBezTo>
                  <a:cubicBezTo>
                    <a:pt x="194" y="316"/>
                    <a:pt x="181" y="312"/>
                    <a:pt x="169" y="308"/>
                  </a:cubicBezTo>
                  <a:cubicBezTo>
                    <a:pt x="152" y="300"/>
                    <a:pt x="135" y="287"/>
                    <a:pt x="122" y="270"/>
                  </a:cubicBezTo>
                  <a:cubicBezTo>
                    <a:pt x="110" y="253"/>
                    <a:pt x="106" y="232"/>
                    <a:pt x="106" y="211"/>
                  </a:cubicBezTo>
                  <a:cubicBezTo>
                    <a:pt x="106" y="194"/>
                    <a:pt x="110" y="181"/>
                    <a:pt x="114"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8" name="Freeform 57">
              <a:extLst>
                <a:ext uri="{FF2B5EF4-FFF2-40B4-BE49-F238E27FC236}">
                  <a16:creationId xmlns:a16="http://schemas.microsoft.com/office/drawing/2014/main" id="{8C1EF40F-0C4F-1024-9499-891BB4E62744}"/>
                </a:ext>
              </a:extLst>
            </p:cNvPr>
            <p:cNvSpPr>
              <a:spLocks noChangeArrowheads="1"/>
            </p:cNvSpPr>
            <p:nvPr/>
          </p:nvSpPr>
          <p:spPr bwMode="auto">
            <a:xfrm>
              <a:off x="7353300" y="3178175"/>
              <a:ext cx="209550" cy="209550"/>
            </a:xfrm>
            <a:custGeom>
              <a:avLst/>
              <a:gdLst>
                <a:gd name="T0" fmla="*/ 127 w 580"/>
                <a:gd name="T1" fmla="*/ 532 h 580"/>
                <a:gd name="T2" fmla="*/ 127 w 580"/>
                <a:gd name="T3" fmla="*/ 532 h 580"/>
                <a:gd name="T4" fmla="*/ 292 w 580"/>
                <a:gd name="T5" fmla="*/ 579 h 580"/>
                <a:gd name="T6" fmla="*/ 402 w 580"/>
                <a:gd name="T7" fmla="*/ 558 h 580"/>
                <a:gd name="T8" fmla="*/ 533 w 580"/>
                <a:gd name="T9" fmla="*/ 452 h 580"/>
                <a:gd name="T10" fmla="*/ 579 w 580"/>
                <a:gd name="T11" fmla="*/ 292 h 580"/>
                <a:gd name="T12" fmla="*/ 558 w 580"/>
                <a:gd name="T13" fmla="*/ 178 h 580"/>
                <a:gd name="T14" fmla="*/ 452 w 580"/>
                <a:gd name="T15" fmla="*/ 51 h 580"/>
                <a:gd name="T16" fmla="*/ 292 w 580"/>
                <a:gd name="T17" fmla="*/ 0 h 580"/>
                <a:gd name="T18" fmla="*/ 178 w 580"/>
                <a:gd name="T19" fmla="*/ 21 h 580"/>
                <a:gd name="T20" fmla="*/ 51 w 580"/>
                <a:gd name="T21" fmla="*/ 127 h 580"/>
                <a:gd name="T22" fmla="*/ 0 w 580"/>
                <a:gd name="T23" fmla="*/ 292 h 580"/>
                <a:gd name="T24" fmla="*/ 21 w 580"/>
                <a:gd name="T25" fmla="*/ 401 h 580"/>
                <a:gd name="T26" fmla="*/ 127 w 580"/>
                <a:gd name="T27" fmla="*/ 532 h 580"/>
                <a:gd name="T28" fmla="*/ 119 w 580"/>
                <a:gd name="T29" fmla="*/ 220 h 580"/>
                <a:gd name="T30" fmla="*/ 119 w 580"/>
                <a:gd name="T31" fmla="*/ 220 h 580"/>
                <a:gd name="T32" fmla="*/ 186 w 580"/>
                <a:gd name="T33" fmla="*/ 135 h 580"/>
                <a:gd name="T34" fmla="*/ 292 w 580"/>
                <a:gd name="T35" fmla="*/ 106 h 580"/>
                <a:gd name="T36" fmla="*/ 364 w 580"/>
                <a:gd name="T37" fmla="*/ 119 h 580"/>
                <a:gd name="T38" fmla="*/ 444 w 580"/>
                <a:gd name="T39" fmla="*/ 186 h 580"/>
                <a:gd name="T40" fmla="*/ 473 w 580"/>
                <a:gd name="T41" fmla="*/ 292 h 580"/>
                <a:gd name="T42" fmla="*/ 461 w 580"/>
                <a:gd name="T43" fmla="*/ 364 h 580"/>
                <a:gd name="T44" fmla="*/ 393 w 580"/>
                <a:gd name="T45" fmla="*/ 444 h 580"/>
                <a:gd name="T46" fmla="*/ 292 w 580"/>
                <a:gd name="T47" fmla="*/ 473 h 580"/>
                <a:gd name="T48" fmla="*/ 220 w 580"/>
                <a:gd name="T49" fmla="*/ 461 h 580"/>
                <a:gd name="T50" fmla="*/ 135 w 580"/>
                <a:gd name="T51" fmla="*/ 393 h 580"/>
                <a:gd name="T52" fmla="*/ 106 w 580"/>
                <a:gd name="T53" fmla="*/ 292 h 580"/>
                <a:gd name="T54" fmla="*/ 119 w 580"/>
                <a:gd name="T55" fmla="*/ 220 h 5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80" h="580">
                  <a:moveTo>
                    <a:pt x="127" y="532"/>
                  </a:moveTo>
                  <a:lnTo>
                    <a:pt x="127" y="532"/>
                  </a:lnTo>
                  <a:cubicBezTo>
                    <a:pt x="173" y="562"/>
                    <a:pt x="228" y="579"/>
                    <a:pt x="292" y="579"/>
                  </a:cubicBezTo>
                  <a:cubicBezTo>
                    <a:pt x="330" y="579"/>
                    <a:pt x="368" y="570"/>
                    <a:pt x="402" y="558"/>
                  </a:cubicBezTo>
                  <a:cubicBezTo>
                    <a:pt x="456" y="537"/>
                    <a:pt x="499" y="499"/>
                    <a:pt x="533" y="452"/>
                  </a:cubicBezTo>
                  <a:cubicBezTo>
                    <a:pt x="562" y="406"/>
                    <a:pt x="579" y="351"/>
                    <a:pt x="579" y="292"/>
                  </a:cubicBezTo>
                  <a:cubicBezTo>
                    <a:pt x="579" y="249"/>
                    <a:pt x="570" y="211"/>
                    <a:pt x="558" y="178"/>
                  </a:cubicBezTo>
                  <a:cubicBezTo>
                    <a:pt x="537" y="123"/>
                    <a:pt x="499" y="81"/>
                    <a:pt x="452" y="51"/>
                  </a:cubicBezTo>
                  <a:cubicBezTo>
                    <a:pt x="406" y="17"/>
                    <a:pt x="351" y="0"/>
                    <a:pt x="292" y="0"/>
                  </a:cubicBezTo>
                  <a:cubicBezTo>
                    <a:pt x="250" y="0"/>
                    <a:pt x="212" y="9"/>
                    <a:pt x="178" y="21"/>
                  </a:cubicBezTo>
                  <a:cubicBezTo>
                    <a:pt x="127" y="43"/>
                    <a:pt x="81" y="81"/>
                    <a:pt x="51" y="127"/>
                  </a:cubicBezTo>
                  <a:cubicBezTo>
                    <a:pt x="17" y="174"/>
                    <a:pt x="0" y="228"/>
                    <a:pt x="0" y="292"/>
                  </a:cubicBezTo>
                  <a:cubicBezTo>
                    <a:pt x="0" y="330"/>
                    <a:pt x="9" y="368"/>
                    <a:pt x="21" y="401"/>
                  </a:cubicBezTo>
                  <a:cubicBezTo>
                    <a:pt x="47" y="456"/>
                    <a:pt x="81" y="499"/>
                    <a:pt x="127" y="532"/>
                  </a:cubicBezTo>
                  <a:close/>
                  <a:moveTo>
                    <a:pt x="119" y="220"/>
                  </a:moveTo>
                  <a:lnTo>
                    <a:pt x="119" y="220"/>
                  </a:lnTo>
                  <a:cubicBezTo>
                    <a:pt x="135" y="186"/>
                    <a:pt x="157" y="157"/>
                    <a:pt x="186" y="135"/>
                  </a:cubicBezTo>
                  <a:cubicBezTo>
                    <a:pt x="216" y="119"/>
                    <a:pt x="254" y="106"/>
                    <a:pt x="292" y="106"/>
                  </a:cubicBezTo>
                  <a:cubicBezTo>
                    <a:pt x="317" y="106"/>
                    <a:pt x="338" y="110"/>
                    <a:pt x="364" y="119"/>
                  </a:cubicBezTo>
                  <a:cubicBezTo>
                    <a:pt x="393" y="135"/>
                    <a:pt x="423" y="157"/>
                    <a:pt x="444" y="186"/>
                  </a:cubicBezTo>
                  <a:cubicBezTo>
                    <a:pt x="465" y="216"/>
                    <a:pt x="473" y="249"/>
                    <a:pt x="473" y="292"/>
                  </a:cubicBezTo>
                  <a:cubicBezTo>
                    <a:pt x="473" y="317"/>
                    <a:pt x="469" y="338"/>
                    <a:pt x="461" y="364"/>
                  </a:cubicBezTo>
                  <a:cubicBezTo>
                    <a:pt x="448" y="393"/>
                    <a:pt x="423" y="423"/>
                    <a:pt x="393" y="444"/>
                  </a:cubicBezTo>
                  <a:cubicBezTo>
                    <a:pt x="364" y="465"/>
                    <a:pt x="330" y="473"/>
                    <a:pt x="292" y="473"/>
                  </a:cubicBezTo>
                  <a:cubicBezTo>
                    <a:pt x="266" y="473"/>
                    <a:pt x="241" y="469"/>
                    <a:pt x="220" y="461"/>
                  </a:cubicBezTo>
                  <a:cubicBezTo>
                    <a:pt x="186" y="448"/>
                    <a:pt x="157" y="423"/>
                    <a:pt x="135" y="393"/>
                  </a:cubicBezTo>
                  <a:cubicBezTo>
                    <a:pt x="119" y="364"/>
                    <a:pt x="106" y="330"/>
                    <a:pt x="106" y="292"/>
                  </a:cubicBezTo>
                  <a:cubicBezTo>
                    <a:pt x="106" y="262"/>
                    <a:pt x="110" y="241"/>
                    <a:pt x="119" y="2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9" name="Freeform 58">
              <a:extLst>
                <a:ext uri="{FF2B5EF4-FFF2-40B4-BE49-F238E27FC236}">
                  <a16:creationId xmlns:a16="http://schemas.microsoft.com/office/drawing/2014/main" id="{717F123C-03FD-5574-94D5-FC81E3C54F53}"/>
                </a:ext>
              </a:extLst>
            </p:cNvPr>
            <p:cNvSpPr>
              <a:spLocks noChangeArrowheads="1"/>
            </p:cNvSpPr>
            <p:nvPr/>
          </p:nvSpPr>
          <p:spPr bwMode="auto">
            <a:xfrm>
              <a:off x="7524750" y="3843338"/>
              <a:ext cx="152400" cy="152400"/>
            </a:xfrm>
            <a:custGeom>
              <a:avLst/>
              <a:gdLst>
                <a:gd name="T0" fmla="*/ 330 w 424"/>
                <a:gd name="T1" fmla="*/ 38 h 423"/>
                <a:gd name="T2" fmla="*/ 330 w 424"/>
                <a:gd name="T3" fmla="*/ 38 h 423"/>
                <a:gd name="T4" fmla="*/ 212 w 424"/>
                <a:gd name="T5" fmla="*/ 0 h 423"/>
                <a:gd name="T6" fmla="*/ 131 w 424"/>
                <a:gd name="T7" fmla="*/ 17 h 423"/>
                <a:gd name="T8" fmla="*/ 38 w 424"/>
                <a:gd name="T9" fmla="*/ 93 h 423"/>
                <a:gd name="T10" fmla="*/ 0 w 424"/>
                <a:gd name="T11" fmla="*/ 211 h 423"/>
                <a:gd name="T12" fmla="*/ 17 w 424"/>
                <a:gd name="T13" fmla="*/ 295 h 423"/>
                <a:gd name="T14" fmla="*/ 93 w 424"/>
                <a:gd name="T15" fmla="*/ 388 h 423"/>
                <a:gd name="T16" fmla="*/ 212 w 424"/>
                <a:gd name="T17" fmla="*/ 422 h 423"/>
                <a:gd name="T18" fmla="*/ 296 w 424"/>
                <a:gd name="T19" fmla="*/ 405 h 423"/>
                <a:gd name="T20" fmla="*/ 389 w 424"/>
                <a:gd name="T21" fmla="*/ 329 h 423"/>
                <a:gd name="T22" fmla="*/ 423 w 424"/>
                <a:gd name="T23" fmla="*/ 211 h 423"/>
                <a:gd name="T24" fmla="*/ 406 w 424"/>
                <a:gd name="T25" fmla="*/ 131 h 423"/>
                <a:gd name="T26" fmla="*/ 330 w 424"/>
                <a:gd name="T27" fmla="*/ 38 h 423"/>
                <a:gd name="T28" fmla="*/ 309 w 424"/>
                <a:gd name="T29" fmla="*/ 253 h 423"/>
                <a:gd name="T30" fmla="*/ 309 w 424"/>
                <a:gd name="T31" fmla="*/ 253 h 423"/>
                <a:gd name="T32" fmla="*/ 271 w 424"/>
                <a:gd name="T33" fmla="*/ 300 h 423"/>
                <a:gd name="T34" fmla="*/ 212 w 424"/>
                <a:gd name="T35" fmla="*/ 316 h 423"/>
                <a:gd name="T36" fmla="*/ 173 w 424"/>
                <a:gd name="T37" fmla="*/ 308 h 423"/>
                <a:gd name="T38" fmla="*/ 127 w 424"/>
                <a:gd name="T39" fmla="*/ 270 h 423"/>
                <a:gd name="T40" fmla="*/ 106 w 424"/>
                <a:gd name="T41" fmla="*/ 211 h 423"/>
                <a:gd name="T42" fmla="*/ 114 w 424"/>
                <a:gd name="T43" fmla="*/ 173 h 423"/>
                <a:gd name="T44" fmla="*/ 152 w 424"/>
                <a:gd name="T45" fmla="*/ 126 h 423"/>
                <a:gd name="T46" fmla="*/ 212 w 424"/>
                <a:gd name="T47" fmla="*/ 105 h 423"/>
                <a:gd name="T48" fmla="*/ 254 w 424"/>
                <a:gd name="T49" fmla="*/ 114 h 423"/>
                <a:gd name="T50" fmla="*/ 300 w 424"/>
                <a:gd name="T51" fmla="*/ 152 h 423"/>
                <a:gd name="T52" fmla="*/ 317 w 424"/>
                <a:gd name="T53" fmla="*/ 211 h 423"/>
                <a:gd name="T54" fmla="*/ 309 w 424"/>
                <a:gd name="T55" fmla="*/ 25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4" h="423">
                  <a:moveTo>
                    <a:pt x="330" y="38"/>
                  </a:moveTo>
                  <a:lnTo>
                    <a:pt x="330" y="38"/>
                  </a:lnTo>
                  <a:cubicBezTo>
                    <a:pt x="296" y="12"/>
                    <a:pt x="258" y="0"/>
                    <a:pt x="212" y="0"/>
                  </a:cubicBezTo>
                  <a:cubicBezTo>
                    <a:pt x="186" y="0"/>
                    <a:pt x="157" y="8"/>
                    <a:pt x="131" y="17"/>
                  </a:cubicBezTo>
                  <a:cubicBezTo>
                    <a:pt x="93" y="34"/>
                    <a:pt x="60" y="59"/>
                    <a:pt x="38" y="93"/>
                  </a:cubicBezTo>
                  <a:cubicBezTo>
                    <a:pt x="17" y="126"/>
                    <a:pt x="0" y="169"/>
                    <a:pt x="0" y="211"/>
                  </a:cubicBezTo>
                  <a:cubicBezTo>
                    <a:pt x="0" y="241"/>
                    <a:pt x="9" y="270"/>
                    <a:pt x="17" y="295"/>
                  </a:cubicBezTo>
                  <a:cubicBezTo>
                    <a:pt x="34" y="333"/>
                    <a:pt x="60" y="363"/>
                    <a:pt x="93" y="388"/>
                  </a:cubicBezTo>
                  <a:cubicBezTo>
                    <a:pt x="127" y="409"/>
                    <a:pt x="169" y="422"/>
                    <a:pt x="212" y="422"/>
                  </a:cubicBezTo>
                  <a:cubicBezTo>
                    <a:pt x="241" y="422"/>
                    <a:pt x="271" y="418"/>
                    <a:pt x="296" y="405"/>
                  </a:cubicBezTo>
                  <a:cubicBezTo>
                    <a:pt x="334" y="393"/>
                    <a:pt x="364" y="363"/>
                    <a:pt x="389" y="329"/>
                  </a:cubicBezTo>
                  <a:cubicBezTo>
                    <a:pt x="410" y="295"/>
                    <a:pt x="423" y="257"/>
                    <a:pt x="423" y="211"/>
                  </a:cubicBezTo>
                  <a:cubicBezTo>
                    <a:pt x="423" y="181"/>
                    <a:pt x="418" y="156"/>
                    <a:pt x="406" y="131"/>
                  </a:cubicBezTo>
                  <a:cubicBezTo>
                    <a:pt x="393" y="93"/>
                    <a:pt x="364" y="59"/>
                    <a:pt x="330" y="38"/>
                  </a:cubicBezTo>
                  <a:close/>
                  <a:moveTo>
                    <a:pt x="309" y="253"/>
                  </a:moveTo>
                  <a:lnTo>
                    <a:pt x="309" y="253"/>
                  </a:lnTo>
                  <a:cubicBezTo>
                    <a:pt x="304" y="274"/>
                    <a:pt x="287" y="287"/>
                    <a:pt x="271" y="300"/>
                  </a:cubicBezTo>
                  <a:cubicBezTo>
                    <a:pt x="254" y="312"/>
                    <a:pt x="237" y="316"/>
                    <a:pt x="212" y="316"/>
                  </a:cubicBezTo>
                  <a:cubicBezTo>
                    <a:pt x="199" y="316"/>
                    <a:pt x="186" y="316"/>
                    <a:pt x="173" y="308"/>
                  </a:cubicBezTo>
                  <a:cubicBezTo>
                    <a:pt x="152" y="300"/>
                    <a:pt x="135" y="287"/>
                    <a:pt x="127" y="270"/>
                  </a:cubicBezTo>
                  <a:cubicBezTo>
                    <a:pt x="114" y="253"/>
                    <a:pt x="106" y="236"/>
                    <a:pt x="106" y="211"/>
                  </a:cubicBezTo>
                  <a:cubicBezTo>
                    <a:pt x="106" y="198"/>
                    <a:pt x="110" y="186"/>
                    <a:pt x="114" y="173"/>
                  </a:cubicBezTo>
                  <a:cubicBezTo>
                    <a:pt x="123" y="152"/>
                    <a:pt x="135" y="135"/>
                    <a:pt x="152" y="126"/>
                  </a:cubicBezTo>
                  <a:cubicBezTo>
                    <a:pt x="169" y="114"/>
                    <a:pt x="190" y="105"/>
                    <a:pt x="212" y="105"/>
                  </a:cubicBezTo>
                  <a:cubicBezTo>
                    <a:pt x="228" y="105"/>
                    <a:pt x="241" y="110"/>
                    <a:pt x="254" y="114"/>
                  </a:cubicBezTo>
                  <a:cubicBezTo>
                    <a:pt x="275" y="122"/>
                    <a:pt x="287" y="135"/>
                    <a:pt x="300" y="152"/>
                  </a:cubicBezTo>
                  <a:cubicBezTo>
                    <a:pt x="313" y="169"/>
                    <a:pt x="317" y="190"/>
                    <a:pt x="317" y="211"/>
                  </a:cubicBezTo>
                  <a:cubicBezTo>
                    <a:pt x="317" y="228"/>
                    <a:pt x="317" y="241"/>
                    <a:pt x="30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0" name="Freeform 59">
              <a:extLst>
                <a:ext uri="{FF2B5EF4-FFF2-40B4-BE49-F238E27FC236}">
                  <a16:creationId xmlns:a16="http://schemas.microsoft.com/office/drawing/2014/main" id="{A1C769BF-C315-F1FE-90CF-1419D6F47311}"/>
                </a:ext>
              </a:extLst>
            </p:cNvPr>
            <p:cNvSpPr>
              <a:spLocks noChangeArrowheads="1"/>
            </p:cNvSpPr>
            <p:nvPr/>
          </p:nvSpPr>
          <p:spPr bwMode="auto">
            <a:xfrm>
              <a:off x="7602538" y="3406775"/>
              <a:ext cx="187325" cy="153988"/>
            </a:xfrm>
            <a:custGeom>
              <a:avLst/>
              <a:gdLst>
                <a:gd name="T0" fmla="*/ 46 w 520"/>
                <a:gd name="T1" fmla="*/ 418 h 427"/>
                <a:gd name="T2" fmla="*/ 46 w 520"/>
                <a:gd name="T3" fmla="*/ 418 h 427"/>
                <a:gd name="T4" fmla="*/ 110 w 520"/>
                <a:gd name="T5" fmla="*/ 380 h 427"/>
                <a:gd name="T6" fmla="*/ 110 w 520"/>
                <a:gd name="T7" fmla="*/ 380 h 427"/>
                <a:gd name="T8" fmla="*/ 241 w 520"/>
                <a:gd name="T9" fmla="*/ 181 h 427"/>
                <a:gd name="T10" fmla="*/ 469 w 520"/>
                <a:gd name="T11" fmla="*/ 105 h 427"/>
                <a:gd name="T12" fmla="*/ 519 w 520"/>
                <a:gd name="T13" fmla="*/ 50 h 427"/>
                <a:gd name="T14" fmla="*/ 469 w 520"/>
                <a:gd name="T15" fmla="*/ 0 h 427"/>
                <a:gd name="T16" fmla="*/ 173 w 520"/>
                <a:gd name="T17" fmla="*/ 101 h 427"/>
                <a:gd name="T18" fmla="*/ 8 w 520"/>
                <a:gd name="T19" fmla="*/ 355 h 427"/>
                <a:gd name="T20" fmla="*/ 46 w 520"/>
                <a:gd name="T21" fmla="*/ 418 h 4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0" h="427">
                  <a:moveTo>
                    <a:pt x="46" y="418"/>
                  </a:moveTo>
                  <a:lnTo>
                    <a:pt x="46" y="418"/>
                  </a:lnTo>
                  <a:cubicBezTo>
                    <a:pt x="76" y="426"/>
                    <a:pt x="101" y="409"/>
                    <a:pt x="110" y="380"/>
                  </a:cubicBezTo>
                  <a:lnTo>
                    <a:pt x="110" y="380"/>
                  </a:lnTo>
                  <a:cubicBezTo>
                    <a:pt x="131" y="304"/>
                    <a:pt x="177" y="232"/>
                    <a:pt x="241" y="181"/>
                  </a:cubicBezTo>
                  <a:cubicBezTo>
                    <a:pt x="304" y="135"/>
                    <a:pt x="380" y="105"/>
                    <a:pt x="469" y="105"/>
                  </a:cubicBezTo>
                  <a:cubicBezTo>
                    <a:pt x="498" y="105"/>
                    <a:pt x="519" y="80"/>
                    <a:pt x="519" y="50"/>
                  </a:cubicBezTo>
                  <a:cubicBezTo>
                    <a:pt x="519" y="21"/>
                    <a:pt x="498" y="0"/>
                    <a:pt x="469" y="0"/>
                  </a:cubicBezTo>
                  <a:cubicBezTo>
                    <a:pt x="359" y="0"/>
                    <a:pt x="258" y="38"/>
                    <a:pt x="173" y="101"/>
                  </a:cubicBezTo>
                  <a:cubicBezTo>
                    <a:pt x="93" y="165"/>
                    <a:pt x="34" y="253"/>
                    <a:pt x="8" y="355"/>
                  </a:cubicBezTo>
                  <a:cubicBezTo>
                    <a:pt x="0" y="384"/>
                    <a:pt x="17" y="414"/>
                    <a:pt x="46" y="4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1" name="Freeform 60">
              <a:extLst>
                <a:ext uri="{FF2B5EF4-FFF2-40B4-BE49-F238E27FC236}">
                  <a16:creationId xmlns:a16="http://schemas.microsoft.com/office/drawing/2014/main" id="{3422B266-F271-5D83-46DF-B10BCF8B2929}"/>
                </a:ext>
              </a:extLst>
            </p:cNvPr>
            <p:cNvSpPr>
              <a:spLocks noChangeArrowheads="1"/>
            </p:cNvSpPr>
            <p:nvPr/>
          </p:nvSpPr>
          <p:spPr bwMode="auto">
            <a:xfrm>
              <a:off x="7600950" y="3576638"/>
              <a:ext cx="61913" cy="98425"/>
            </a:xfrm>
            <a:custGeom>
              <a:avLst/>
              <a:gdLst>
                <a:gd name="T0" fmla="*/ 63 w 174"/>
                <a:gd name="T1" fmla="*/ 240 h 275"/>
                <a:gd name="T2" fmla="*/ 63 w 174"/>
                <a:gd name="T3" fmla="*/ 240 h 275"/>
                <a:gd name="T4" fmla="*/ 135 w 174"/>
                <a:gd name="T5" fmla="*/ 257 h 275"/>
                <a:gd name="T6" fmla="*/ 156 w 174"/>
                <a:gd name="T7" fmla="*/ 186 h 275"/>
                <a:gd name="T8" fmla="*/ 156 w 174"/>
                <a:gd name="T9" fmla="*/ 186 h 275"/>
                <a:gd name="T10" fmla="*/ 109 w 174"/>
                <a:gd name="T11" fmla="*/ 46 h 275"/>
                <a:gd name="T12" fmla="*/ 50 w 174"/>
                <a:gd name="T13" fmla="*/ 0 h 275"/>
                <a:gd name="T14" fmla="*/ 4 w 174"/>
                <a:gd name="T15" fmla="*/ 59 h 275"/>
                <a:gd name="T16" fmla="*/ 63 w 174"/>
                <a:gd name="T17" fmla="*/ 24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4" h="275">
                  <a:moveTo>
                    <a:pt x="63" y="240"/>
                  </a:moveTo>
                  <a:lnTo>
                    <a:pt x="63" y="240"/>
                  </a:lnTo>
                  <a:cubicBezTo>
                    <a:pt x="80" y="266"/>
                    <a:pt x="113" y="274"/>
                    <a:pt x="135" y="257"/>
                  </a:cubicBezTo>
                  <a:cubicBezTo>
                    <a:pt x="160" y="245"/>
                    <a:pt x="173" y="211"/>
                    <a:pt x="156" y="186"/>
                  </a:cubicBezTo>
                  <a:lnTo>
                    <a:pt x="156" y="186"/>
                  </a:lnTo>
                  <a:cubicBezTo>
                    <a:pt x="130" y="143"/>
                    <a:pt x="118" y="97"/>
                    <a:pt x="109" y="46"/>
                  </a:cubicBezTo>
                  <a:cubicBezTo>
                    <a:pt x="105" y="17"/>
                    <a:pt x="80" y="0"/>
                    <a:pt x="50" y="0"/>
                  </a:cubicBezTo>
                  <a:cubicBezTo>
                    <a:pt x="21" y="4"/>
                    <a:pt x="0" y="34"/>
                    <a:pt x="4" y="59"/>
                  </a:cubicBezTo>
                  <a:cubicBezTo>
                    <a:pt x="12" y="126"/>
                    <a:pt x="33" y="186"/>
                    <a:pt x="63"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42" name="Group 345">
            <a:extLst>
              <a:ext uri="{FF2B5EF4-FFF2-40B4-BE49-F238E27FC236}">
                <a16:creationId xmlns:a16="http://schemas.microsoft.com/office/drawing/2014/main" id="{3EAAE34D-28E6-53DB-4819-BE97C3410B22}"/>
              </a:ext>
            </a:extLst>
          </p:cNvPr>
          <p:cNvGrpSpPr/>
          <p:nvPr/>
        </p:nvGrpSpPr>
        <p:grpSpPr>
          <a:xfrm>
            <a:off x="1063972" y="4786124"/>
            <a:ext cx="277972" cy="277508"/>
            <a:chOff x="36513" y="3103563"/>
            <a:chExt cx="950912" cy="949325"/>
          </a:xfrm>
          <a:solidFill>
            <a:schemeClr val="tx2"/>
          </a:solidFill>
        </p:grpSpPr>
        <p:sp>
          <p:nvSpPr>
            <p:cNvPr id="343" name="Freeform 61">
              <a:extLst>
                <a:ext uri="{FF2B5EF4-FFF2-40B4-BE49-F238E27FC236}">
                  <a16:creationId xmlns:a16="http://schemas.microsoft.com/office/drawing/2014/main" id="{303BE678-21E7-D7F6-D8EA-0CE35D8AC21E}"/>
                </a:ext>
              </a:extLst>
            </p:cNvPr>
            <p:cNvSpPr>
              <a:spLocks noChangeArrowheads="1"/>
            </p:cNvSpPr>
            <p:nvPr/>
          </p:nvSpPr>
          <p:spPr bwMode="auto">
            <a:xfrm>
              <a:off x="36513" y="3103563"/>
              <a:ext cx="646112" cy="646112"/>
            </a:xfrm>
            <a:custGeom>
              <a:avLst/>
              <a:gdLst>
                <a:gd name="T0" fmla="*/ 1166 w 1796"/>
                <a:gd name="T1" fmla="*/ 1529 h 1796"/>
                <a:gd name="T2" fmla="*/ 1584 w 1796"/>
                <a:gd name="T3" fmla="*/ 950 h 1796"/>
                <a:gd name="T4" fmla="*/ 1795 w 1796"/>
                <a:gd name="T5" fmla="*/ 895 h 1796"/>
                <a:gd name="T6" fmla="*/ 1584 w 1796"/>
                <a:gd name="T7" fmla="*/ 845 h 1796"/>
                <a:gd name="T8" fmla="*/ 1516 w 1796"/>
                <a:gd name="T9" fmla="*/ 600 h 1796"/>
                <a:gd name="T10" fmla="*/ 1677 w 1796"/>
                <a:gd name="T11" fmla="*/ 448 h 1796"/>
                <a:gd name="T12" fmla="*/ 1465 w 1796"/>
                <a:gd name="T13" fmla="*/ 507 h 1796"/>
                <a:gd name="T14" fmla="*/ 1368 w 1796"/>
                <a:gd name="T15" fmla="*/ 190 h 1796"/>
                <a:gd name="T16" fmla="*/ 1275 w 1796"/>
                <a:gd name="T17" fmla="*/ 140 h 1796"/>
                <a:gd name="T18" fmla="*/ 950 w 1796"/>
                <a:gd name="T19" fmla="*/ 211 h 1796"/>
                <a:gd name="T20" fmla="*/ 900 w 1796"/>
                <a:gd name="T21" fmla="*/ 0 h 1796"/>
                <a:gd name="T22" fmla="*/ 845 w 1796"/>
                <a:gd name="T23" fmla="*/ 211 h 1796"/>
                <a:gd name="T24" fmla="*/ 604 w 1796"/>
                <a:gd name="T25" fmla="*/ 279 h 1796"/>
                <a:gd name="T26" fmla="*/ 452 w 1796"/>
                <a:gd name="T27" fmla="*/ 118 h 1796"/>
                <a:gd name="T28" fmla="*/ 511 w 1796"/>
                <a:gd name="T29" fmla="*/ 330 h 1796"/>
                <a:gd name="T30" fmla="*/ 194 w 1796"/>
                <a:gd name="T31" fmla="*/ 427 h 1796"/>
                <a:gd name="T32" fmla="*/ 139 w 1796"/>
                <a:gd name="T33" fmla="*/ 520 h 1796"/>
                <a:gd name="T34" fmla="*/ 215 w 1796"/>
                <a:gd name="T35" fmla="*/ 845 h 1796"/>
                <a:gd name="T36" fmla="*/ 0 w 1796"/>
                <a:gd name="T37" fmla="*/ 895 h 1796"/>
                <a:gd name="T38" fmla="*/ 215 w 1796"/>
                <a:gd name="T39" fmla="*/ 950 h 1796"/>
                <a:gd name="T40" fmla="*/ 279 w 1796"/>
                <a:gd name="T41" fmla="*/ 1195 h 1796"/>
                <a:gd name="T42" fmla="*/ 122 w 1796"/>
                <a:gd name="T43" fmla="*/ 1347 h 1796"/>
                <a:gd name="T44" fmla="*/ 334 w 1796"/>
                <a:gd name="T45" fmla="*/ 1284 h 1796"/>
                <a:gd name="T46" fmla="*/ 431 w 1796"/>
                <a:gd name="T47" fmla="*/ 1601 h 1796"/>
                <a:gd name="T48" fmla="*/ 524 w 1796"/>
                <a:gd name="T49" fmla="*/ 1656 h 1796"/>
                <a:gd name="T50" fmla="*/ 845 w 1796"/>
                <a:gd name="T51" fmla="*/ 1580 h 1796"/>
                <a:gd name="T52" fmla="*/ 900 w 1796"/>
                <a:gd name="T53" fmla="*/ 1795 h 1796"/>
                <a:gd name="T54" fmla="*/ 950 w 1796"/>
                <a:gd name="T55" fmla="*/ 1580 h 1796"/>
                <a:gd name="T56" fmla="*/ 608 w 1796"/>
                <a:gd name="T57" fmla="*/ 1398 h 1796"/>
                <a:gd name="T58" fmla="*/ 608 w 1796"/>
                <a:gd name="T59" fmla="*/ 1398 h 1796"/>
                <a:gd name="T60" fmla="*/ 418 w 1796"/>
                <a:gd name="T61" fmla="*/ 1221 h 1796"/>
                <a:gd name="T62" fmla="*/ 397 w 1796"/>
                <a:gd name="T63" fmla="*/ 1187 h 1796"/>
                <a:gd name="T64" fmla="*/ 317 w 1796"/>
                <a:gd name="T65" fmla="*/ 895 h 1796"/>
                <a:gd name="T66" fmla="*/ 317 w 1796"/>
                <a:gd name="T67" fmla="*/ 895 h 1796"/>
                <a:gd name="T68" fmla="*/ 397 w 1796"/>
                <a:gd name="T69" fmla="*/ 608 h 1796"/>
                <a:gd name="T70" fmla="*/ 397 w 1796"/>
                <a:gd name="T71" fmla="*/ 608 h 1796"/>
                <a:gd name="T72" fmla="*/ 608 w 1796"/>
                <a:gd name="T73" fmla="*/ 393 h 1796"/>
                <a:gd name="T74" fmla="*/ 608 w 1796"/>
                <a:gd name="T75" fmla="*/ 393 h 1796"/>
                <a:gd name="T76" fmla="*/ 900 w 1796"/>
                <a:gd name="T77" fmla="*/ 317 h 1796"/>
                <a:gd name="T78" fmla="*/ 1123 w 1796"/>
                <a:gd name="T79" fmla="*/ 363 h 1796"/>
                <a:gd name="T80" fmla="*/ 1191 w 1796"/>
                <a:gd name="T81" fmla="*/ 393 h 1796"/>
                <a:gd name="T82" fmla="*/ 1381 w 1796"/>
                <a:gd name="T83" fmla="*/ 570 h 1796"/>
                <a:gd name="T84" fmla="*/ 1402 w 1796"/>
                <a:gd name="T85" fmla="*/ 608 h 1796"/>
                <a:gd name="T86" fmla="*/ 1478 w 1796"/>
                <a:gd name="T87" fmla="*/ 895 h 1796"/>
                <a:gd name="T88" fmla="*/ 1225 w 1796"/>
                <a:gd name="T89" fmla="*/ 1377 h 1796"/>
                <a:gd name="T90" fmla="*/ 672 w 1796"/>
                <a:gd name="T91" fmla="*/ 1432 h 17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796" h="1796">
                  <a:moveTo>
                    <a:pt x="1166" y="1529"/>
                  </a:moveTo>
                  <a:lnTo>
                    <a:pt x="1166" y="1529"/>
                  </a:lnTo>
                  <a:cubicBezTo>
                    <a:pt x="1288" y="1478"/>
                    <a:pt x="1394" y="1390"/>
                    <a:pt x="1470" y="1280"/>
                  </a:cubicBezTo>
                  <a:cubicBezTo>
                    <a:pt x="1533" y="1187"/>
                    <a:pt x="1575" y="1073"/>
                    <a:pt x="1584" y="950"/>
                  </a:cubicBezTo>
                  <a:cubicBezTo>
                    <a:pt x="1744" y="950"/>
                    <a:pt x="1744" y="950"/>
                    <a:pt x="1744" y="950"/>
                  </a:cubicBezTo>
                  <a:cubicBezTo>
                    <a:pt x="1774" y="950"/>
                    <a:pt x="1795" y="925"/>
                    <a:pt x="1795" y="895"/>
                  </a:cubicBezTo>
                  <a:cubicBezTo>
                    <a:pt x="1795" y="866"/>
                    <a:pt x="1774" y="845"/>
                    <a:pt x="1744" y="845"/>
                  </a:cubicBezTo>
                  <a:cubicBezTo>
                    <a:pt x="1584" y="845"/>
                    <a:pt x="1584" y="845"/>
                    <a:pt x="1584" y="845"/>
                  </a:cubicBezTo>
                  <a:cubicBezTo>
                    <a:pt x="1579" y="769"/>
                    <a:pt x="1558" y="697"/>
                    <a:pt x="1533" y="629"/>
                  </a:cubicBezTo>
                  <a:cubicBezTo>
                    <a:pt x="1529" y="621"/>
                    <a:pt x="1525" y="608"/>
                    <a:pt x="1516" y="600"/>
                  </a:cubicBezTo>
                  <a:cubicBezTo>
                    <a:pt x="1656" y="520"/>
                    <a:pt x="1656" y="520"/>
                    <a:pt x="1656" y="520"/>
                  </a:cubicBezTo>
                  <a:cubicBezTo>
                    <a:pt x="1681" y="507"/>
                    <a:pt x="1689" y="473"/>
                    <a:pt x="1677" y="448"/>
                  </a:cubicBezTo>
                  <a:cubicBezTo>
                    <a:pt x="1660" y="422"/>
                    <a:pt x="1630" y="414"/>
                    <a:pt x="1605" y="427"/>
                  </a:cubicBezTo>
                  <a:cubicBezTo>
                    <a:pt x="1465" y="507"/>
                    <a:pt x="1465" y="507"/>
                    <a:pt x="1465" y="507"/>
                  </a:cubicBezTo>
                  <a:cubicBezTo>
                    <a:pt x="1419" y="439"/>
                    <a:pt x="1356" y="380"/>
                    <a:pt x="1288" y="330"/>
                  </a:cubicBezTo>
                  <a:cubicBezTo>
                    <a:pt x="1368" y="190"/>
                    <a:pt x="1368" y="190"/>
                    <a:pt x="1368" y="190"/>
                  </a:cubicBezTo>
                  <a:cubicBezTo>
                    <a:pt x="1381" y="165"/>
                    <a:pt x="1373" y="135"/>
                    <a:pt x="1347" y="118"/>
                  </a:cubicBezTo>
                  <a:cubicBezTo>
                    <a:pt x="1322" y="106"/>
                    <a:pt x="1288" y="114"/>
                    <a:pt x="1275" y="140"/>
                  </a:cubicBezTo>
                  <a:cubicBezTo>
                    <a:pt x="1195" y="279"/>
                    <a:pt x="1195" y="279"/>
                    <a:pt x="1195" y="279"/>
                  </a:cubicBezTo>
                  <a:cubicBezTo>
                    <a:pt x="1119" y="241"/>
                    <a:pt x="1039" y="220"/>
                    <a:pt x="950" y="211"/>
                  </a:cubicBezTo>
                  <a:cubicBezTo>
                    <a:pt x="950" y="51"/>
                    <a:pt x="950" y="51"/>
                    <a:pt x="950" y="51"/>
                  </a:cubicBezTo>
                  <a:cubicBezTo>
                    <a:pt x="950" y="21"/>
                    <a:pt x="929" y="0"/>
                    <a:pt x="900" y="0"/>
                  </a:cubicBezTo>
                  <a:cubicBezTo>
                    <a:pt x="870" y="0"/>
                    <a:pt x="845" y="21"/>
                    <a:pt x="845" y="51"/>
                  </a:cubicBezTo>
                  <a:cubicBezTo>
                    <a:pt x="845" y="211"/>
                    <a:pt x="845" y="211"/>
                    <a:pt x="845" y="211"/>
                  </a:cubicBezTo>
                  <a:cubicBezTo>
                    <a:pt x="773" y="220"/>
                    <a:pt x="697" y="237"/>
                    <a:pt x="633" y="266"/>
                  </a:cubicBezTo>
                  <a:cubicBezTo>
                    <a:pt x="621" y="270"/>
                    <a:pt x="612" y="275"/>
                    <a:pt x="604" y="279"/>
                  </a:cubicBezTo>
                  <a:cubicBezTo>
                    <a:pt x="524" y="140"/>
                    <a:pt x="524" y="140"/>
                    <a:pt x="524" y="140"/>
                  </a:cubicBezTo>
                  <a:cubicBezTo>
                    <a:pt x="507" y="114"/>
                    <a:pt x="477" y="106"/>
                    <a:pt x="452" y="118"/>
                  </a:cubicBezTo>
                  <a:cubicBezTo>
                    <a:pt x="427" y="135"/>
                    <a:pt x="418" y="165"/>
                    <a:pt x="431" y="190"/>
                  </a:cubicBezTo>
                  <a:cubicBezTo>
                    <a:pt x="511" y="330"/>
                    <a:pt x="511" y="330"/>
                    <a:pt x="511" y="330"/>
                  </a:cubicBezTo>
                  <a:cubicBezTo>
                    <a:pt x="439" y="380"/>
                    <a:pt x="380" y="439"/>
                    <a:pt x="334" y="507"/>
                  </a:cubicBezTo>
                  <a:cubicBezTo>
                    <a:pt x="194" y="427"/>
                    <a:pt x="194" y="427"/>
                    <a:pt x="194" y="427"/>
                  </a:cubicBezTo>
                  <a:cubicBezTo>
                    <a:pt x="169" y="414"/>
                    <a:pt x="135" y="422"/>
                    <a:pt x="122" y="448"/>
                  </a:cubicBezTo>
                  <a:cubicBezTo>
                    <a:pt x="106" y="473"/>
                    <a:pt x="114" y="507"/>
                    <a:pt x="139" y="520"/>
                  </a:cubicBezTo>
                  <a:cubicBezTo>
                    <a:pt x="279" y="600"/>
                    <a:pt x="279" y="600"/>
                    <a:pt x="279" y="600"/>
                  </a:cubicBezTo>
                  <a:cubicBezTo>
                    <a:pt x="245" y="676"/>
                    <a:pt x="220" y="756"/>
                    <a:pt x="215" y="845"/>
                  </a:cubicBezTo>
                  <a:cubicBezTo>
                    <a:pt x="55" y="845"/>
                    <a:pt x="55" y="845"/>
                    <a:pt x="55" y="845"/>
                  </a:cubicBezTo>
                  <a:cubicBezTo>
                    <a:pt x="25" y="845"/>
                    <a:pt x="0" y="866"/>
                    <a:pt x="0" y="895"/>
                  </a:cubicBezTo>
                  <a:cubicBezTo>
                    <a:pt x="0" y="925"/>
                    <a:pt x="25" y="950"/>
                    <a:pt x="55" y="950"/>
                  </a:cubicBezTo>
                  <a:cubicBezTo>
                    <a:pt x="215" y="950"/>
                    <a:pt x="215" y="950"/>
                    <a:pt x="215" y="950"/>
                  </a:cubicBezTo>
                  <a:cubicBezTo>
                    <a:pt x="220" y="1026"/>
                    <a:pt x="237" y="1098"/>
                    <a:pt x="266" y="1166"/>
                  </a:cubicBezTo>
                  <a:cubicBezTo>
                    <a:pt x="270" y="1174"/>
                    <a:pt x="274" y="1183"/>
                    <a:pt x="279" y="1195"/>
                  </a:cubicBezTo>
                  <a:cubicBezTo>
                    <a:pt x="139" y="1271"/>
                    <a:pt x="139" y="1271"/>
                    <a:pt x="139" y="1271"/>
                  </a:cubicBezTo>
                  <a:cubicBezTo>
                    <a:pt x="114" y="1288"/>
                    <a:pt x="106" y="1322"/>
                    <a:pt x="122" y="1347"/>
                  </a:cubicBezTo>
                  <a:cubicBezTo>
                    <a:pt x="135" y="1373"/>
                    <a:pt x="169" y="1381"/>
                    <a:pt x="194" y="1364"/>
                  </a:cubicBezTo>
                  <a:cubicBezTo>
                    <a:pt x="334" y="1284"/>
                    <a:pt x="334" y="1284"/>
                    <a:pt x="334" y="1284"/>
                  </a:cubicBezTo>
                  <a:cubicBezTo>
                    <a:pt x="380" y="1356"/>
                    <a:pt x="439" y="1415"/>
                    <a:pt x="511" y="1461"/>
                  </a:cubicBezTo>
                  <a:cubicBezTo>
                    <a:pt x="431" y="1601"/>
                    <a:pt x="431" y="1601"/>
                    <a:pt x="431" y="1601"/>
                  </a:cubicBezTo>
                  <a:cubicBezTo>
                    <a:pt x="418" y="1626"/>
                    <a:pt x="427" y="1660"/>
                    <a:pt x="452" y="1673"/>
                  </a:cubicBezTo>
                  <a:cubicBezTo>
                    <a:pt x="477" y="1689"/>
                    <a:pt x="507" y="1681"/>
                    <a:pt x="524" y="1656"/>
                  </a:cubicBezTo>
                  <a:cubicBezTo>
                    <a:pt x="604" y="1516"/>
                    <a:pt x="604" y="1516"/>
                    <a:pt x="604" y="1516"/>
                  </a:cubicBezTo>
                  <a:cubicBezTo>
                    <a:pt x="676" y="1550"/>
                    <a:pt x="760" y="1575"/>
                    <a:pt x="845" y="1580"/>
                  </a:cubicBezTo>
                  <a:cubicBezTo>
                    <a:pt x="845" y="1740"/>
                    <a:pt x="845" y="1740"/>
                    <a:pt x="845" y="1740"/>
                  </a:cubicBezTo>
                  <a:cubicBezTo>
                    <a:pt x="845" y="1770"/>
                    <a:pt x="870" y="1795"/>
                    <a:pt x="900" y="1795"/>
                  </a:cubicBezTo>
                  <a:cubicBezTo>
                    <a:pt x="929" y="1795"/>
                    <a:pt x="950" y="1770"/>
                    <a:pt x="950" y="1740"/>
                  </a:cubicBezTo>
                  <a:cubicBezTo>
                    <a:pt x="950" y="1580"/>
                    <a:pt x="950" y="1580"/>
                    <a:pt x="950" y="1580"/>
                  </a:cubicBezTo>
                  <a:cubicBezTo>
                    <a:pt x="1026" y="1575"/>
                    <a:pt x="1098" y="1558"/>
                    <a:pt x="1166" y="1529"/>
                  </a:cubicBezTo>
                  <a:close/>
                  <a:moveTo>
                    <a:pt x="608" y="1398"/>
                  </a:moveTo>
                  <a:lnTo>
                    <a:pt x="608" y="1398"/>
                  </a:lnTo>
                  <a:lnTo>
                    <a:pt x="608" y="1398"/>
                  </a:lnTo>
                  <a:lnTo>
                    <a:pt x="608" y="1398"/>
                  </a:lnTo>
                  <a:cubicBezTo>
                    <a:pt x="532" y="1356"/>
                    <a:pt x="469" y="1292"/>
                    <a:pt x="418" y="1221"/>
                  </a:cubicBezTo>
                  <a:cubicBezTo>
                    <a:pt x="410" y="1212"/>
                    <a:pt x="401" y="1200"/>
                    <a:pt x="397" y="1187"/>
                  </a:cubicBezTo>
                  <a:lnTo>
                    <a:pt x="397" y="1187"/>
                  </a:lnTo>
                  <a:lnTo>
                    <a:pt x="397" y="1187"/>
                  </a:lnTo>
                  <a:cubicBezTo>
                    <a:pt x="346" y="1102"/>
                    <a:pt x="317" y="1001"/>
                    <a:pt x="317" y="895"/>
                  </a:cubicBezTo>
                  <a:lnTo>
                    <a:pt x="317" y="895"/>
                  </a:lnTo>
                  <a:lnTo>
                    <a:pt x="317" y="895"/>
                  </a:lnTo>
                  <a:cubicBezTo>
                    <a:pt x="317" y="815"/>
                    <a:pt x="334" y="739"/>
                    <a:pt x="363" y="672"/>
                  </a:cubicBezTo>
                  <a:cubicBezTo>
                    <a:pt x="372" y="650"/>
                    <a:pt x="384" y="629"/>
                    <a:pt x="397" y="608"/>
                  </a:cubicBezTo>
                  <a:lnTo>
                    <a:pt x="397" y="608"/>
                  </a:lnTo>
                  <a:lnTo>
                    <a:pt x="397" y="608"/>
                  </a:lnTo>
                  <a:cubicBezTo>
                    <a:pt x="439" y="528"/>
                    <a:pt x="503" y="465"/>
                    <a:pt x="574" y="414"/>
                  </a:cubicBezTo>
                  <a:cubicBezTo>
                    <a:pt x="587" y="410"/>
                    <a:pt x="595" y="401"/>
                    <a:pt x="608" y="393"/>
                  </a:cubicBezTo>
                  <a:lnTo>
                    <a:pt x="608" y="393"/>
                  </a:lnTo>
                  <a:lnTo>
                    <a:pt x="608" y="393"/>
                  </a:lnTo>
                  <a:cubicBezTo>
                    <a:pt x="697" y="342"/>
                    <a:pt x="794" y="317"/>
                    <a:pt x="900" y="317"/>
                  </a:cubicBezTo>
                  <a:lnTo>
                    <a:pt x="900" y="317"/>
                  </a:lnTo>
                  <a:lnTo>
                    <a:pt x="900" y="317"/>
                  </a:lnTo>
                  <a:cubicBezTo>
                    <a:pt x="980" y="317"/>
                    <a:pt x="1056" y="334"/>
                    <a:pt x="1123" y="363"/>
                  </a:cubicBezTo>
                  <a:cubicBezTo>
                    <a:pt x="1149" y="372"/>
                    <a:pt x="1170" y="380"/>
                    <a:pt x="1191" y="393"/>
                  </a:cubicBezTo>
                  <a:lnTo>
                    <a:pt x="1191" y="393"/>
                  </a:lnTo>
                  <a:lnTo>
                    <a:pt x="1191" y="393"/>
                  </a:lnTo>
                  <a:cubicBezTo>
                    <a:pt x="1267" y="439"/>
                    <a:pt x="1330" y="498"/>
                    <a:pt x="1381" y="570"/>
                  </a:cubicBezTo>
                  <a:cubicBezTo>
                    <a:pt x="1389" y="583"/>
                    <a:pt x="1394" y="596"/>
                    <a:pt x="1402" y="604"/>
                  </a:cubicBezTo>
                  <a:cubicBezTo>
                    <a:pt x="1402" y="604"/>
                    <a:pt x="1402" y="604"/>
                    <a:pt x="1402" y="608"/>
                  </a:cubicBezTo>
                  <a:lnTo>
                    <a:pt x="1402" y="608"/>
                  </a:lnTo>
                  <a:cubicBezTo>
                    <a:pt x="1453" y="693"/>
                    <a:pt x="1478" y="790"/>
                    <a:pt x="1478" y="895"/>
                  </a:cubicBezTo>
                  <a:cubicBezTo>
                    <a:pt x="1478" y="976"/>
                    <a:pt x="1465" y="1052"/>
                    <a:pt x="1436" y="1123"/>
                  </a:cubicBezTo>
                  <a:cubicBezTo>
                    <a:pt x="1389" y="1225"/>
                    <a:pt x="1318" y="1318"/>
                    <a:pt x="1225" y="1377"/>
                  </a:cubicBezTo>
                  <a:cubicBezTo>
                    <a:pt x="1132" y="1440"/>
                    <a:pt x="1018" y="1478"/>
                    <a:pt x="900" y="1478"/>
                  </a:cubicBezTo>
                  <a:cubicBezTo>
                    <a:pt x="819" y="1478"/>
                    <a:pt x="743" y="1461"/>
                    <a:pt x="672" y="1432"/>
                  </a:cubicBezTo>
                  <a:cubicBezTo>
                    <a:pt x="650" y="1423"/>
                    <a:pt x="629" y="1411"/>
                    <a:pt x="608" y="13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4" name="Freeform 62">
              <a:extLst>
                <a:ext uri="{FF2B5EF4-FFF2-40B4-BE49-F238E27FC236}">
                  <a16:creationId xmlns:a16="http://schemas.microsoft.com/office/drawing/2014/main" id="{1450F60D-BD52-DB71-E8F3-1F372C1CCF61}"/>
                </a:ext>
              </a:extLst>
            </p:cNvPr>
            <p:cNvSpPr>
              <a:spLocks noChangeArrowheads="1"/>
            </p:cNvSpPr>
            <p:nvPr/>
          </p:nvSpPr>
          <p:spPr bwMode="auto">
            <a:xfrm>
              <a:off x="231775" y="3297238"/>
              <a:ext cx="104775" cy="104775"/>
            </a:xfrm>
            <a:custGeom>
              <a:avLst/>
              <a:gdLst>
                <a:gd name="T0" fmla="*/ 228 w 292"/>
                <a:gd name="T1" fmla="*/ 25 h 292"/>
                <a:gd name="T2" fmla="*/ 228 w 292"/>
                <a:gd name="T3" fmla="*/ 25 h 292"/>
                <a:gd name="T4" fmla="*/ 147 w 292"/>
                <a:gd name="T5" fmla="*/ 0 h 292"/>
                <a:gd name="T6" fmla="*/ 88 w 292"/>
                <a:gd name="T7" fmla="*/ 12 h 292"/>
                <a:gd name="T8" fmla="*/ 25 w 292"/>
                <a:gd name="T9" fmla="*/ 63 h 292"/>
                <a:gd name="T10" fmla="*/ 0 w 292"/>
                <a:gd name="T11" fmla="*/ 143 h 292"/>
                <a:gd name="T12" fmla="*/ 12 w 292"/>
                <a:gd name="T13" fmla="*/ 202 h 292"/>
                <a:gd name="T14" fmla="*/ 67 w 292"/>
                <a:gd name="T15" fmla="*/ 266 h 292"/>
                <a:gd name="T16" fmla="*/ 147 w 292"/>
                <a:gd name="T17" fmla="*/ 291 h 292"/>
                <a:gd name="T18" fmla="*/ 202 w 292"/>
                <a:gd name="T19" fmla="*/ 278 h 292"/>
                <a:gd name="T20" fmla="*/ 266 w 292"/>
                <a:gd name="T21" fmla="*/ 228 h 292"/>
                <a:gd name="T22" fmla="*/ 291 w 292"/>
                <a:gd name="T23" fmla="*/ 143 h 292"/>
                <a:gd name="T24" fmla="*/ 283 w 292"/>
                <a:gd name="T25" fmla="*/ 88 h 292"/>
                <a:gd name="T26" fmla="*/ 228 w 292"/>
                <a:gd name="T27" fmla="*/ 25 h 292"/>
                <a:gd name="T28" fmla="*/ 206 w 292"/>
                <a:gd name="T29" fmla="*/ 169 h 292"/>
                <a:gd name="T30" fmla="*/ 206 w 292"/>
                <a:gd name="T31" fmla="*/ 169 h 292"/>
                <a:gd name="T32" fmla="*/ 185 w 292"/>
                <a:gd name="T33" fmla="*/ 198 h 292"/>
                <a:gd name="T34" fmla="*/ 147 w 292"/>
                <a:gd name="T35" fmla="*/ 211 h 292"/>
                <a:gd name="T36" fmla="*/ 122 w 292"/>
                <a:gd name="T37" fmla="*/ 207 h 292"/>
                <a:gd name="T38" fmla="*/ 92 w 292"/>
                <a:gd name="T39" fmla="*/ 181 h 292"/>
                <a:gd name="T40" fmla="*/ 80 w 292"/>
                <a:gd name="T41" fmla="*/ 143 h 292"/>
                <a:gd name="T42" fmla="*/ 84 w 292"/>
                <a:gd name="T43" fmla="*/ 118 h 292"/>
                <a:gd name="T44" fmla="*/ 109 w 292"/>
                <a:gd name="T45" fmla="*/ 88 h 292"/>
                <a:gd name="T46" fmla="*/ 147 w 292"/>
                <a:gd name="T47" fmla="*/ 80 h 292"/>
                <a:gd name="T48" fmla="*/ 173 w 292"/>
                <a:gd name="T49" fmla="*/ 84 h 292"/>
                <a:gd name="T50" fmla="*/ 202 w 292"/>
                <a:gd name="T51" fmla="*/ 109 h 292"/>
                <a:gd name="T52" fmla="*/ 211 w 292"/>
                <a:gd name="T53" fmla="*/ 143 h 292"/>
                <a:gd name="T54" fmla="*/ 206 w 292"/>
                <a:gd name="T55" fmla="*/ 16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92" h="292">
                  <a:moveTo>
                    <a:pt x="228" y="25"/>
                  </a:moveTo>
                  <a:lnTo>
                    <a:pt x="228" y="25"/>
                  </a:lnTo>
                  <a:cubicBezTo>
                    <a:pt x="206" y="8"/>
                    <a:pt x="177" y="0"/>
                    <a:pt x="147" y="0"/>
                  </a:cubicBezTo>
                  <a:cubicBezTo>
                    <a:pt x="126" y="0"/>
                    <a:pt x="109" y="4"/>
                    <a:pt x="88" y="12"/>
                  </a:cubicBezTo>
                  <a:cubicBezTo>
                    <a:pt x="63" y="21"/>
                    <a:pt x="42" y="42"/>
                    <a:pt x="25" y="63"/>
                  </a:cubicBezTo>
                  <a:cubicBezTo>
                    <a:pt x="12" y="88"/>
                    <a:pt x="0" y="114"/>
                    <a:pt x="0" y="143"/>
                  </a:cubicBezTo>
                  <a:cubicBezTo>
                    <a:pt x="0" y="164"/>
                    <a:pt x="4" y="186"/>
                    <a:pt x="12" y="202"/>
                  </a:cubicBezTo>
                  <a:cubicBezTo>
                    <a:pt x="25" y="228"/>
                    <a:pt x="42" y="249"/>
                    <a:pt x="67" y="266"/>
                  </a:cubicBezTo>
                  <a:cubicBezTo>
                    <a:pt x="88" y="283"/>
                    <a:pt x="118" y="291"/>
                    <a:pt x="147" y="291"/>
                  </a:cubicBezTo>
                  <a:cubicBezTo>
                    <a:pt x="169" y="291"/>
                    <a:pt x="185" y="287"/>
                    <a:pt x="202" y="278"/>
                  </a:cubicBezTo>
                  <a:cubicBezTo>
                    <a:pt x="228" y="266"/>
                    <a:pt x="253" y="249"/>
                    <a:pt x="266" y="228"/>
                  </a:cubicBezTo>
                  <a:cubicBezTo>
                    <a:pt x="283" y="202"/>
                    <a:pt x="291" y="173"/>
                    <a:pt x="291" y="143"/>
                  </a:cubicBezTo>
                  <a:cubicBezTo>
                    <a:pt x="291" y="126"/>
                    <a:pt x="287" y="105"/>
                    <a:pt x="283" y="88"/>
                  </a:cubicBezTo>
                  <a:cubicBezTo>
                    <a:pt x="270" y="63"/>
                    <a:pt x="253" y="42"/>
                    <a:pt x="228" y="25"/>
                  </a:cubicBezTo>
                  <a:close/>
                  <a:moveTo>
                    <a:pt x="206" y="169"/>
                  </a:moveTo>
                  <a:lnTo>
                    <a:pt x="206" y="169"/>
                  </a:lnTo>
                  <a:cubicBezTo>
                    <a:pt x="202" y="181"/>
                    <a:pt x="194" y="194"/>
                    <a:pt x="185" y="198"/>
                  </a:cubicBezTo>
                  <a:cubicBezTo>
                    <a:pt x="173" y="207"/>
                    <a:pt x="160" y="211"/>
                    <a:pt x="147" y="211"/>
                  </a:cubicBezTo>
                  <a:cubicBezTo>
                    <a:pt x="139" y="211"/>
                    <a:pt x="131" y="211"/>
                    <a:pt x="122" y="207"/>
                  </a:cubicBezTo>
                  <a:cubicBezTo>
                    <a:pt x="109" y="202"/>
                    <a:pt x="101" y="194"/>
                    <a:pt x="92" y="181"/>
                  </a:cubicBezTo>
                  <a:cubicBezTo>
                    <a:pt x="84" y="173"/>
                    <a:pt x="80" y="160"/>
                    <a:pt x="80" y="143"/>
                  </a:cubicBezTo>
                  <a:cubicBezTo>
                    <a:pt x="80" y="135"/>
                    <a:pt x="84" y="126"/>
                    <a:pt x="84" y="118"/>
                  </a:cubicBezTo>
                  <a:cubicBezTo>
                    <a:pt x="92" y="105"/>
                    <a:pt x="101" y="97"/>
                    <a:pt x="109" y="88"/>
                  </a:cubicBezTo>
                  <a:cubicBezTo>
                    <a:pt x="122" y="84"/>
                    <a:pt x="135" y="80"/>
                    <a:pt x="147" y="80"/>
                  </a:cubicBezTo>
                  <a:cubicBezTo>
                    <a:pt x="156" y="80"/>
                    <a:pt x="164" y="80"/>
                    <a:pt x="173" y="84"/>
                  </a:cubicBezTo>
                  <a:cubicBezTo>
                    <a:pt x="185" y="88"/>
                    <a:pt x="194" y="97"/>
                    <a:pt x="202" y="109"/>
                  </a:cubicBezTo>
                  <a:cubicBezTo>
                    <a:pt x="211" y="118"/>
                    <a:pt x="211" y="131"/>
                    <a:pt x="211" y="143"/>
                  </a:cubicBezTo>
                  <a:cubicBezTo>
                    <a:pt x="211" y="156"/>
                    <a:pt x="211" y="164"/>
                    <a:pt x="206"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5" name="Freeform 63">
              <a:extLst>
                <a:ext uri="{FF2B5EF4-FFF2-40B4-BE49-F238E27FC236}">
                  <a16:creationId xmlns:a16="http://schemas.microsoft.com/office/drawing/2014/main" id="{03B0708C-F7F9-0470-2130-049EA3890575}"/>
                </a:ext>
              </a:extLst>
            </p:cNvPr>
            <p:cNvSpPr>
              <a:spLocks noChangeArrowheads="1"/>
            </p:cNvSpPr>
            <p:nvPr/>
          </p:nvSpPr>
          <p:spPr bwMode="auto">
            <a:xfrm>
              <a:off x="341313" y="3387725"/>
              <a:ext cx="171450" cy="171450"/>
            </a:xfrm>
            <a:custGeom>
              <a:avLst/>
              <a:gdLst>
                <a:gd name="T0" fmla="*/ 105 w 478"/>
                <a:gd name="T1" fmla="*/ 435 h 478"/>
                <a:gd name="T2" fmla="*/ 105 w 478"/>
                <a:gd name="T3" fmla="*/ 435 h 478"/>
                <a:gd name="T4" fmla="*/ 240 w 478"/>
                <a:gd name="T5" fmla="*/ 477 h 478"/>
                <a:gd name="T6" fmla="*/ 333 w 478"/>
                <a:gd name="T7" fmla="*/ 456 h 478"/>
                <a:gd name="T8" fmla="*/ 435 w 478"/>
                <a:gd name="T9" fmla="*/ 372 h 478"/>
                <a:gd name="T10" fmla="*/ 477 w 478"/>
                <a:gd name="T11" fmla="*/ 241 h 478"/>
                <a:gd name="T12" fmla="*/ 456 w 478"/>
                <a:gd name="T13" fmla="*/ 148 h 478"/>
                <a:gd name="T14" fmla="*/ 371 w 478"/>
                <a:gd name="T15" fmla="*/ 42 h 478"/>
                <a:gd name="T16" fmla="*/ 240 w 478"/>
                <a:gd name="T17" fmla="*/ 0 h 478"/>
                <a:gd name="T18" fmla="*/ 147 w 478"/>
                <a:gd name="T19" fmla="*/ 21 h 478"/>
                <a:gd name="T20" fmla="*/ 42 w 478"/>
                <a:gd name="T21" fmla="*/ 105 h 478"/>
                <a:gd name="T22" fmla="*/ 0 w 478"/>
                <a:gd name="T23" fmla="*/ 241 h 478"/>
                <a:gd name="T24" fmla="*/ 21 w 478"/>
                <a:gd name="T25" fmla="*/ 329 h 478"/>
                <a:gd name="T26" fmla="*/ 105 w 478"/>
                <a:gd name="T27" fmla="*/ 435 h 478"/>
                <a:gd name="T28" fmla="*/ 118 w 478"/>
                <a:gd name="T29" fmla="*/ 186 h 478"/>
                <a:gd name="T30" fmla="*/ 118 w 478"/>
                <a:gd name="T31" fmla="*/ 186 h 478"/>
                <a:gd name="T32" fmla="*/ 164 w 478"/>
                <a:gd name="T33" fmla="*/ 131 h 478"/>
                <a:gd name="T34" fmla="*/ 240 w 478"/>
                <a:gd name="T35" fmla="*/ 105 h 478"/>
                <a:gd name="T36" fmla="*/ 291 w 478"/>
                <a:gd name="T37" fmla="*/ 118 h 478"/>
                <a:gd name="T38" fmla="*/ 350 w 478"/>
                <a:gd name="T39" fmla="*/ 165 h 478"/>
                <a:gd name="T40" fmla="*/ 371 w 478"/>
                <a:gd name="T41" fmla="*/ 241 h 478"/>
                <a:gd name="T42" fmla="*/ 359 w 478"/>
                <a:gd name="T43" fmla="*/ 291 h 478"/>
                <a:gd name="T44" fmla="*/ 312 w 478"/>
                <a:gd name="T45" fmla="*/ 346 h 478"/>
                <a:gd name="T46" fmla="*/ 240 w 478"/>
                <a:gd name="T47" fmla="*/ 372 h 478"/>
                <a:gd name="T48" fmla="*/ 185 w 478"/>
                <a:gd name="T49" fmla="*/ 359 h 478"/>
                <a:gd name="T50" fmla="*/ 131 w 478"/>
                <a:gd name="T51" fmla="*/ 312 h 478"/>
                <a:gd name="T52" fmla="*/ 105 w 478"/>
                <a:gd name="T53" fmla="*/ 241 h 478"/>
                <a:gd name="T54" fmla="*/ 118 w 478"/>
                <a:gd name="T55" fmla="*/ 18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8">
                  <a:moveTo>
                    <a:pt x="105" y="435"/>
                  </a:moveTo>
                  <a:lnTo>
                    <a:pt x="105" y="435"/>
                  </a:lnTo>
                  <a:cubicBezTo>
                    <a:pt x="143" y="460"/>
                    <a:pt x="190" y="477"/>
                    <a:pt x="240" y="477"/>
                  </a:cubicBezTo>
                  <a:cubicBezTo>
                    <a:pt x="270" y="477"/>
                    <a:pt x="304" y="469"/>
                    <a:pt x="333" y="456"/>
                  </a:cubicBezTo>
                  <a:cubicBezTo>
                    <a:pt x="375" y="439"/>
                    <a:pt x="409" y="410"/>
                    <a:pt x="435" y="372"/>
                  </a:cubicBezTo>
                  <a:cubicBezTo>
                    <a:pt x="460" y="333"/>
                    <a:pt x="477" y="287"/>
                    <a:pt x="477" y="241"/>
                  </a:cubicBezTo>
                  <a:cubicBezTo>
                    <a:pt x="477" y="207"/>
                    <a:pt x="468" y="173"/>
                    <a:pt x="456" y="148"/>
                  </a:cubicBezTo>
                  <a:cubicBezTo>
                    <a:pt x="439" y="105"/>
                    <a:pt x="409" y="68"/>
                    <a:pt x="371" y="42"/>
                  </a:cubicBezTo>
                  <a:cubicBezTo>
                    <a:pt x="333" y="17"/>
                    <a:pt x="287" y="0"/>
                    <a:pt x="240" y="0"/>
                  </a:cubicBezTo>
                  <a:cubicBezTo>
                    <a:pt x="207" y="0"/>
                    <a:pt x="173" y="8"/>
                    <a:pt x="147" y="21"/>
                  </a:cubicBezTo>
                  <a:cubicBezTo>
                    <a:pt x="105" y="38"/>
                    <a:pt x="67" y="68"/>
                    <a:pt x="42" y="105"/>
                  </a:cubicBezTo>
                  <a:cubicBezTo>
                    <a:pt x="17" y="143"/>
                    <a:pt x="0" y="190"/>
                    <a:pt x="0" y="241"/>
                  </a:cubicBezTo>
                  <a:cubicBezTo>
                    <a:pt x="0" y="270"/>
                    <a:pt x="8" y="304"/>
                    <a:pt x="21" y="329"/>
                  </a:cubicBezTo>
                  <a:cubicBezTo>
                    <a:pt x="38" y="376"/>
                    <a:pt x="67" y="410"/>
                    <a:pt x="105" y="435"/>
                  </a:cubicBezTo>
                  <a:close/>
                  <a:moveTo>
                    <a:pt x="118" y="186"/>
                  </a:moveTo>
                  <a:lnTo>
                    <a:pt x="118" y="186"/>
                  </a:lnTo>
                  <a:cubicBezTo>
                    <a:pt x="126" y="165"/>
                    <a:pt x="143" y="143"/>
                    <a:pt x="164" y="131"/>
                  </a:cubicBezTo>
                  <a:cubicBezTo>
                    <a:pt x="185" y="114"/>
                    <a:pt x="211" y="105"/>
                    <a:pt x="240" y="105"/>
                  </a:cubicBezTo>
                  <a:cubicBezTo>
                    <a:pt x="257" y="105"/>
                    <a:pt x="274" y="110"/>
                    <a:pt x="291" y="118"/>
                  </a:cubicBezTo>
                  <a:cubicBezTo>
                    <a:pt x="312" y="127"/>
                    <a:pt x="333" y="143"/>
                    <a:pt x="350" y="165"/>
                  </a:cubicBezTo>
                  <a:cubicBezTo>
                    <a:pt x="363" y="186"/>
                    <a:pt x="371" y="211"/>
                    <a:pt x="371" y="241"/>
                  </a:cubicBezTo>
                  <a:cubicBezTo>
                    <a:pt x="371" y="258"/>
                    <a:pt x="367" y="274"/>
                    <a:pt x="359" y="291"/>
                  </a:cubicBezTo>
                  <a:cubicBezTo>
                    <a:pt x="350" y="312"/>
                    <a:pt x="333" y="333"/>
                    <a:pt x="312" y="346"/>
                  </a:cubicBezTo>
                  <a:cubicBezTo>
                    <a:pt x="291" y="363"/>
                    <a:pt x="266" y="372"/>
                    <a:pt x="240" y="372"/>
                  </a:cubicBezTo>
                  <a:cubicBezTo>
                    <a:pt x="219" y="372"/>
                    <a:pt x="202" y="367"/>
                    <a:pt x="185" y="359"/>
                  </a:cubicBezTo>
                  <a:cubicBezTo>
                    <a:pt x="164" y="350"/>
                    <a:pt x="143" y="333"/>
                    <a:pt x="131" y="312"/>
                  </a:cubicBezTo>
                  <a:cubicBezTo>
                    <a:pt x="114" y="291"/>
                    <a:pt x="105" y="266"/>
                    <a:pt x="105" y="241"/>
                  </a:cubicBezTo>
                  <a:cubicBezTo>
                    <a:pt x="105" y="220"/>
                    <a:pt x="109" y="203"/>
                    <a:pt x="118" y="1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6" name="Freeform 64">
              <a:extLst>
                <a:ext uri="{FF2B5EF4-FFF2-40B4-BE49-F238E27FC236}">
                  <a16:creationId xmlns:a16="http://schemas.microsoft.com/office/drawing/2014/main" id="{59077432-AB9D-D8E7-468C-242528BE0DE3}"/>
                </a:ext>
              </a:extLst>
            </p:cNvPr>
            <p:cNvSpPr>
              <a:spLocks noChangeArrowheads="1"/>
            </p:cNvSpPr>
            <p:nvPr/>
          </p:nvSpPr>
          <p:spPr bwMode="auto">
            <a:xfrm>
              <a:off x="188913" y="3444875"/>
              <a:ext cx="76200" cy="38100"/>
            </a:xfrm>
            <a:custGeom>
              <a:avLst/>
              <a:gdLst>
                <a:gd name="T0" fmla="*/ 161 w 212"/>
                <a:gd name="T1" fmla="*/ 0 h 107"/>
                <a:gd name="T2" fmla="*/ 161 w 212"/>
                <a:gd name="T3" fmla="*/ 0 h 107"/>
                <a:gd name="T4" fmla="*/ 55 w 212"/>
                <a:gd name="T5" fmla="*/ 0 h 107"/>
                <a:gd name="T6" fmla="*/ 0 w 212"/>
                <a:gd name="T7" fmla="*/ 51 h 107"/>
                <a:gd name="T8" fmla="*/ 55 w 212"/>
                <a:gd name="T9" fmla="*/ 106 h 107"/>
                <a:gd name="T10" fmla="*/ 161 w 212"/>
                <a:gd name="T11" fmla="*/ 106 h 107"/>
                <a:gd name="T12" fmla="*/ 211 w 212"/>
                <a:gd name="T13" fmla="*/ 51 h 107"/>
                <a:gd name="T14" fmla="*/ 161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1" y="0"/>
                  </a:moveTo>
                  <a:lnTo>
                    <a:pt x="161" y="0"/>
                  </a:lnTo>
                  <a:cubicBezTo>
                    <a:pt x="55" y="0"/>
                    <a:pt x="55" y="0"/>
                    <a:pt x="55" y="0"/>
                  </a:cubicBezTo>
                  <a:cubicBezTo>
                    <a:pt x="26" y="0"/>
                    <a:pt x="0" y="21"/>
                    <a:pt x="0" y="51"/>
                  </a:cubicBezTo>
                  <a:cubicBezTo>
                    <a:pt x="0" y="81"/>
                    <a:pt x="26" y="106"/>
                    <a:pt x="55" y="106"/>
                  </a:cubicBezTo>
                  <a:cubicBezTo>
                    <a:pt x="161" y="106"/>
                    <a:pt x="161" y="106"/>
                    <a:pt x="161" y="106"/>
                  </a:cubicBezTo>
                  <a:cubicBezTo>
                    <a:pt x="190" y="106"/>
                    <a:pt x="211" y="81"/>
                    <a:pt x="211" y="51"/>
                  </a:cubicBezTo>
                  <a:cubicBezTo>
                    <a:pt x="211" y="21"/>
                    <a:pt x="190" y="0"/>
                    <a:pt x="16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7" name="Freeform 65">
              <a:extLst>
                <a:ext uri="{FF2B5EF4-FFF2-40B4-BE49-F238E27FC236}">
                  <a16:creationId xmlns:a16="http://schemas.microsoft.com/office/drawing/2014/main" id="{85B962F2-BD00-2095-5F5F-9BF093F9EC0B}"/>
                </a:ext>
              </a:extLst>
            </p:cNvPr>
            <p:cNvSpPr>
              <a:spLocks noChangeArrowheads="1"/>
            </p:cNvSpPr>
            <p:nvPr/>
          </p:nvSpPr>
          <p:spPr bwMode="auto">
            <a:xfrm>
              <a:off x="644525" y="3824288"/>
              <a:ext cx="76200" cy="38100"/>
            </a:xfrm>
            <a:custGeom>
              <a:avLst/>
              <a:gdLst>
                <a:gd name="T0" fmla="*/ 0 w 212"/>
                <a:gd name="T1" fmla="*/ 51 h 107"/>
                <a:gd name="T2" fmla="*/ 0 w 212"/>
                <a:gd name="T3" fmla="*/ 51 h 107"/>
                <a:gd name="T4" fmla="*/ 55 w 212"/>
                <a:gd name="T5" fmla="*/ 106 h 107"/>
                <a:gd name="T6" fmla="*/ 161 w 212"/>
                <a:gd name="T7" fmla="*/ 106 h 107"/>
                <a:gd name="T8" fmla="*/ 211 w 212"/>
                <a:gd name="T9" fmla="*/ 51 h 107"/>
                <a:gd name="T10" fmla="*/ 161 w 212"/>
                <a:gd name="T11" fmla="*/ 0 h 107"/>
                <a:gd name="T12" fmla="*/ 55 w 212"/>
                <a:gd name="T13" fmla="*/ 0 h 107"/>
                <a:gd name="T14" fmla="*/ 0 w 212"/>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0" y="51"/>
                  </a:moveTo>
                  <a:lnTo>
                    <a:pt x="0" y="51"/>
                  </a:lnTo>
                  <a:cubicBezTo>
                    <a:pt x="0" y="80"/>
                    <a:pt x="26" y="106"/>
                    <a:pt x="55" y="106"/>
                  </a:cubicBezTo>
                  <a:cubicBezTo>
                    <a:pt x="161" y="106"/>
                    <a:pt x="161" y="106"/>
                    <a:pt x="161" y="106"/>
                  </a:cubicBezTo>
                  <a:cubicBezTo>
                    <a:pt x="190" y="106"/>
                    <a:pt x="211" y="80"/>
                    <a:pt x="211" y="51"/>
                  </a:cubicBezTo>
                  <a:cubicBezTo>
                    <a:pt x="211" y="21"/>
                    <a:pt x="190" y="0"/>
                    <a:pt x="161" y="0"/>
                  </a:cubicBezTo>
                  <a:cubicBezTo>
                    <a:pt x="55" y="0"/>
                    <a:pt x="55" y="0"/>
                    <a:pt x="55" y="0"/>
                  </a:cubicBezTo>
                  <a:cubicBezTo>
                    <a:pt x="26" y="0"/>
                    <a:pt x="0" y="21"/>
                    <a:pt x="0"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8" name="Freeform 66">
              <a:extLst>
                <a:ext uri="{FF2B5EF4-FFF2-40B4-BE49-F238E27FC236}">
                  <a16:creationId xmlns:a16="http://schemas.microsoft.com/office/drawing/2014/main" id="{0F4D3B1B-5D1D-C89C-CA21-D2FEC4668E39}"/>
                </a:ext>
              </a:extLst>
            </p:cNvPr>
            <p:cNvSpPr>
              <a:spLocks noChangeArrowheads="1"/>
            </p:cNvSpPr>
            <p:nvPr/>
          </p:nvSpPr>
          <p:spPr bwMode="auto">
            <a:xfrm>
              <a:off x="417513" y="3292475"/>
              <a:ext cx="76200" cy="38100"/>
            </a:xfrm>
            <a:custGeom>
              <a:avLst/>
              <a:gdLst>
                <a:gd name="T0" fmla="*/ 55 w 212"/>
                <a:gd name="T1" fmla="*/ 106 h 107"/>
                <a:gd name="T2" fmla="*/ 55 w 212"/>
                <a:gd name="T3" fmla="*/ 106 h 107"/>
                <a:gd name="T4" fmla="*/ 160 w 212"/>
                <a:gd name="T5" fmla="*/ 106 h 107"/>
                <a:gd name="T6" fmla="*/ 211 w 212"/>
                <a:gd name="T7" fmla="*/ 51 h 107"/>
                <a:gd name="T8" fmla="*/ 160 w 212"/>
                <a:gd name="T9" fmla="*/ 0 h 107"/>
                <a:gd name="T10" fmla="*/ 55 w 212"/>
                <a:gd name="T11" fmla="*/ 0 h 107"/>
                <a:gd name="T12" fmla="*/ 0 w 212"/>
                <a:gd name="T13" fmla="*/ 51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0"/>
                    <a:pt x="211" y="51"/>
                  </a:cubicBezTo>
                  <a:cubicBezTo>
                    <a:pt x="211" y="21"/>
                    <a:pt x="190" y="0"/>
                    <a:pt x="160" y="0"/>
                  </a:cubicBezTo>
                  <a:cubicBezTo>
                    <a:pt x="55" y="0"/>
                    <a:pt x="55" y="0"/>
                    <a:pt x="55" y="0"/>
                  </a:cubicBezTo>
                  <a:cubicBezTo>
                    <a:pt x="25" y="0"/>
                    <a:pt x="0" y="21"/>
                    <a:pt x="0" y="51"/>
                  </a:cubicBezTo>
                  <a:cubicBezTo>
                    <a:pt x="0" y="80"/>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9" name="Freeform 67">
              <a:extLst>
                <a:ext uri="{FF2B5EF4-FFF2-40B4-BE49-F238E27FC236}">
                  <a16:creationId xmlns:a16="http://schemas.microsoft.com/office/drawing/2014/main" id="{962BECD8-491B-BAA1-11AB-88F47D999327}"/>
                </a:ext>
              </a:extLst>
            </p:cNvPr>
            <p:cNvSpPr>
              <a:spLocks noChangeArrowheads="1"/>
            </p:cNvSpPr>
            <p:nvPr/>
          </p:nvSpPr>
          <p:spPr bwMode="auto">
            <a:xfrm>
              <a:off x="530225" y="3635375"/>
              <a:ext cx="171450" cy="169863"/>
            </a:xfrm>
            <a:custGeom>
              <a:avLst/>
              <a:gdLst>
                <a:gd name="T0" fmla="*/ 371 w 478"/>
                <a:gd name="T1" fmla="*/ 38 h 473"/>
                <a:gd name="T2" fmla="*/ 371 w 478"/>
                <a:gd name="T3" fmla="*/ 38 h 473"/>
                <a:gd name="T4" fmla="*/ 240 w 478"/>
                <a:gd name="T5" fmla="*/ 0 h 473"/>
                <a:gd name="T6" fmla="*/ 147 w 478"/>
                <a:gd name="T7" fmla="*/ 17 h 473"/>
                <a:gd name="T8" fmla="*/ 42 w 478"/>
                <a:gd name="T9" fmla="*/ 106 h 473"/>
                <a:gd name="T10" fmla="*/ 0 w 478"/>
                <a:gd name="T11" fmla="*/ 237 h 473"/>
                <a:gd name="T12" fmla="*/ 21 w 478"/>
                <a:gd name="T13" fmla="*/ 330 h 473"/>
                <a:gd name="T14" fmla="*/ 105 w 478"/>
                <a:gd name="T15" fmla="*/ 435 h 473"/>
                <a:gd name="T16" fmla="*/ 240 w 478"/>
                <a:gd name="T17" fmla="*/ 472 h 473"/>
                <a:gd name="T18" fmla="*/ 333 w 478"/>
                <a:gd name="T19" fmla="*/ 455 h 473"/>
                <a:gd name="T20" fmla="*/ 435 w 478"/>
                <a:gd name="T21" fmla="*/ 372 h 473"/>
                <a:gd name="T22" fmla="*/ 477 w 478"/>
                <a:gd name="T23" fmla="*/ 237 h 473"/>
                <a:gd name="T24" fmla="*/ 456 w 478"/>
                <a:gd name="T25" fmla="*/ 144 h 473"/>
                <a:gd name="T26" fmla="*/ 371 w 478"/>
                <a:gd name="T27" fmla="*/ 38 h 473"/>
                <a:gd name="T28" fmla="*/ 358 w 478"/>
                <a:gd name="T29" fmla="*/ 287 h 473"/>
                <a:gd name="T30" fmla="*/ 358 w 478"/>
                <a:gd name="T31" fmla="*/ 287 h 473"/>
                <a:gd name="T32" fmla="*/ 312 w 478"/>
                <a:gd name="T33" fmla="*/ 347 h 473"/>
                <a:gd name="T34" fmla="*/ 240 w 478"/>
                <a:gd name="T35" fmla="*/ 368 h 473"/>
                <a:gd name="T36" fmla="*/ 185 w 478"/>
                <a:gd name="T37" fmla="*/ 359 h 473"/>
                <a:gd name="T38" fmla="*/ 130 w 478"/>
                <a:gd name="T39" fmla="*/ 313 h 473"/>
                <a:gd name="T40" fmla="*/ 105 w 478"/>
                <a:gd name="T41" fmla="*/ 237 h 473"/>
                <a:gd name="T42" fmla="*/ 118 w 478"/>
                <a:gd name="T43" fmla="*/ 186 h 473"/>
                <a:gd name="T44" fmla="*/ 164 w 478"/>
                <a:gd name="T45" fmla="*/ 127 h 473"/>
                <a:gd name="T46" fmla="*/ 240 w 478"/>
                <a:gd name="T47" fmla="*/ 106 h 473"/>
                <a:gd name="T48" fmla="*/ 291 w 478"/>
                <a:gd name="T49" fmla="*/ 114 h 473"/>
                <a:gd name="T50" fmla="*/ 350 w 478"/>
                <a:gd name="T51" fmla="*/ 165 h 473"/>
                <a:gd name="T52" fmla="*/ 371 w 478"/>
                <a:gd name="T53" fmla="*/ 237 h 473"/>
                <a:gd name="T54" fmla="*/ 358 w 478"/>
                <a:gd name="T55" fmla="*/ 287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3">
                  <a:moveTo>
                    <a:pt x="371" y="38"/>
                  </a:moveTo>
                  <a:lnTo>
                    <a:pt x="371" y="38"/>
                  </a:lnTo>
                  <a:cubicBezTo>
                    <a:pt x="333" y="13"/>
                    <a:pt x="287" y="0"/>
                    <a:pt x="240" y="0"/>
                  </a:cubicBezTo>
                  <a:cubicBezTo>
                    <a:pt x="206" y="0"/>
                    <a:pt x="173" y="5"/>
                    <a:pt x="147" y="17"/>
                  </a:cubicBezTo>
                  <a:cubicBezTo>
                    <a:pt x="105" y="38"/>
                    <a:pt x="67" y="68"/>
                    <a:pt x="42" y="106"/>
                  </a:cubicBezTo>
                  <a:cubicBezTo>
                    <a:pt x="16" y="144"/>
                    <a:pt x="0" y="186"/>
                    <a:pt x="0" y="237"/>
                  </a:cubicBezTo>
                  <a:cubicBezTo>
                    <a:pt x="0" y="270"/>
                    <a:pt x="8" y="300"/>
                    <a:pt x="21" y="330"/>
                  </a:cubicBezTo>
                  <a:cubicBezTo>
                    <a:pt x="37" y="372"/>
                    <a:pt x="67" y="410"/>
                    <a:pt x="105" y="435"/>
                  </a:cubicBezTo>
                  <a:cubicBezTo>
                    <a:pt x="143" y="460"/>
                    <a:pt x="190" y="472"/>
                    <a:pt x="240" y="472"/>
                  </a:cubicBezTo>
                  <a:cubicBezTo>
                    <a:pt x="270" y="472"/>
                    <a:pt x="304" y="468"/>
                    <a:pt x="333" y="455"/>
                  </a:cubicBezTo>
                  <a:cubicBezTo>
                    <a:pt x="375" y="439"/>
                    <a:pt x="409" y="410"/>
                    <a:pt x="435" y="372"/>
                  </a:cubicBezTo>
                  <a:cubicBezTo>
                    <a:pt x="460" y="334"/>
                    <a:pt x="477" y="287"/>
                    <a:pt x="477" y="237"/>
                  </a:cubicBezTo>
                  <a:cubicBezTo>
                    <a:pt x="477" y="203"/>
                    <a:pt x="468" y="173"/>
                    <a:pt x="456" y="144"/>
                  </a:cubicBezTo>
                  <a:cubicBezTo>
                    <a:pt x="439" y="102"/>
                    <a:pt x="409" y="64"/>
                    <a:pt x="371" y="38"/>
                  </a:cubicBezTo>
                  <a:close/>
                  <a:moveTo>
                    <a:pt x="358" y="287"/>
                  </a:moveTo>
                  <a:lnTo>
                    <a:pt x="358" y="287"/>
                  </a:lnTo>
                  <a:cubicBezTo>
                    <a:pt x="350" y="313"/>
                    <a:pt x="333" y="334"/>
                    <a:pt x="312" y="347"/>
                  </a:cubicBezTo>
                  <a:cubicBezTo>
                    <a:pt x="291" y="359"/>
                    <a:pt x="266" y="368"/>
                    <a:pt x="240" y="368"/>
                  </a:cubicBezTo>
                  <a:cubicBezTo>
                    <a:pt x="219" y="368"/>
                    <a:pt x="202" y="363"/>
                    <a:pt x="185" y="359"/>
                  </a:cubicBezTo>
                  <a:cubicBezTo>
                    <a:pt x="164" y="351"/>
                    <a:pt x="143" y="334"/>
                    <a:pt x="130" y="313"/>
                  </a:cubicBezTo>
                  <a:cubicBezTo>
                    <a:pt x="114" y="292"/>
                    <a:pt x="105" y="266"/>
                    <a:pt x="105" y="237"/>
                  </a:cubicBezTo>
                  <a:cubicBezTo>
                    <a:pt x="105" y="220"/>
                    <a:pt x="109" y="203"/>
                    <a:pt x="118" y="186"/>
                  </a:cubicBezTo>
                  <a:cubicBezTo>
                    <a:pt x="126" y="161"/>
                    <a:pt x="143" y="144"/>
                    <a:pt x="164" y="127"/>
                  </a:cubicBezTo>
                  <a:cubicBezTo>
                    <a:pt x="185" y="114"/>
                    <a:pt x="211" y="106"/>
                    <a:pt x="240" y="106"/>
                  </a:cubicBezTo>
                  <a:cubicBezTo>
                    <a:pt x="257" y="106"/>
                    <a:pt x="274" y="110"/>
                    <a:pt x="291" y="114"/>
                  </a:cubicBezTo>
                  <a:cubicBezTo>
                    <a:pt x="312" y="127"/>
                    <a:pt x="333" y="144"/>
                    <a:pt x="350" y="165"/>
                  </a:cubicBezTo>
                  <a:cubicBezTo>
                    <a:pt x="363" y="186"/>
                    <a:pt x="371" y="211"/>
                    <a:pt x="371" y="237"/>
                  </a:cubicBezTo>
                  <a:cubicBezTo>
                    <a:pt x="371" y="254"/>
                    <a:pt x="367" y="275"/>
                    <a:pt x="358"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0" name="Freeform 68">
              <a:extLst>
                <a:ext uri="{FF2B5EF4-FFF2-40B4-BE49-F238E27FC236}">
                  <a16:creationId xmlns:a16="http://schemas.microsoft.com/office/drawing/2014/main" id="{801E8E5B-96BC-D647-15DA-0B9E8BB749B9}"/>
                </a:ext>
              </a:extLst>
            </p:cNvPr>
            <p:cNvSpPr>
              <a:spLocks noChangeArrowheads="1"/>
            </p:cNvSpPr>
            <p:nvPr/>
          </p:nvSpPr>
          <p:spPr bwMode="auto">
            <a:xfrm>
              <a:off x="758825" y="3673475"/>
              <a:ext cx="76200" cy="38100"/>
            </a:xfrm>
            <a:custGeom>
              <a:avLst/>
              <a:gdLst>
                <a:gd name="T0" fmla="*/ 160 w 212"/>
                <a:gd name="T1" fmla="*/ 105 h 106"/>
                <a:gd name="T2" fmla="*/ 160 w 212"/>
                <a:gd name="T3" fmla="*/ 105 h 106"/>
                <a:gd name="T4" fmla="*/ 211 w 212"/>
                <a:gd name="T5" fmla="*/ 51 h 106"/>
                <a:gd name="T6" fmla="*/ 160 w 212"/>
                <a:gd name="T7" fmla="*/ 0 h 106"/>
                <a:gd name="T8" fmla="*/ 55 w 212"/>
                <a:gd name="T9" fmla="*/ 0 h 106"/>
                <a:gd name="T10" fmla="*/ 0 w 212"/>
                <a:gd name="T11" fmla="*/ 51 h 106"/>
                <a:gd name="T12" fmla="*/ 55 w 212"/>
                <a:gd name="T13" fmla="*/ 105 h 106"/>
                <a:gd name="T14" fmla="*/ 160 w 212"/>
                <a:gd name="T15" fmla="*/ 105 h 10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6">
                  <a:moveTo>
                    <a:pt x="160" y="105"/>
                  </a:moveTo>
                  <a:lnTo>
                    <a:pt x="160" y="105"/>
                  </a:lnTo>
                  <a:cubicBezTo>
                    <a:pt x="190" y="105"/>
                    <a:pt x="211" y="80"/>
                    <a:pt x="211" y="51"/>
                  </a:cubicBezTo>
                  <a:cubicBezTo>
                    <a:pt x="211" y="21"/>
                    <a:pt x="190" y="0"/>
                    <a:pt x="160" y="0"/>
                  </a:cubicBezTo>
                  <a:cubicBezTo>
                    <a:pt x="55" y="0"/>
                    <a:pt x="55" y="0"/>
                    <a:pt x="55" y="0"/>
                  </a:cubicBezTo>
                  <a:cubicBezTo>
                    <a:pt x="25" y="0"/>
                    <a:pt x="0" y="21"/>
                    <a:pt x="0" y="51"/>
                  </a:cubicBezTo>
                  <a:cubicBezTo>
                    <a:pt x="0" y="80"/>
                    <a:pt x="25" y="105"/>
                    <a:pt x="55" y="105"/>
                  </a:cubicBezTo>
                  <a:lnTo>
                    <a:pt x="160"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1" name="Freeform 69">
              <a:extLst>
                <a:ext uri="{FF2B5EF4-FFF2-40B4-BE49-F238E27FC236}">
                  <a16:creationId xmlns:a16="http://schemas.microsoft.com/office/drawing/2014/main" id="{525E6B04-77EA-10AE-7F43-90EF5D660FA1}"/>
                </a:ext>
              </a:extLst>
            </p:cNvPr>
            <p:cNvSpPr>
              <a:spLocks noChangeArrowheads="1"/>
            </p:cNvSpPr>
            <p:nvPr/>
          </p:nvSpPr>
          <p:spPr bwMode="auto">
            <a:xfrm>
              <a:off x="379413" y="3444875"/>
              <a:ext cx="608012" cy="608013"/>
            </a:xfrm>
            <a:custGeom>
              <a:avLst/>
              <a:gdLst>
                <a:gd name="T0" fmla="*/ 1639 w 1690"/>
                <a:gd name="T1" fmla="*/ 739 h 1690"/>
                <a:gd name="T2" fmla="*/ 1428 w 1690"/>
                <a:gd name="T3" fmla="*/ 524 h 1690"/>
                <a:gd name="T4" fmla="*/ 1550 w 1690"/>
                <a:gd name="T5" fmla="*/ 414 h 1690"/>
                <a:gd name="T6" fmla="*/ 1499 w 1690"/>
                <a:gd name="T7" fmla="*/ 321 h 1690"/>
                <a:gd name="T8" fmla="*/ 1183 w 1690"/>
                <a:gd name="T9" fmla="*/ 224 h 1690"/>
                <a:gd name="T10" fmla="*/ 1242 w 1690"/>
                <a:gd name="T11" fmla="*/ 13 h 1690"/>
                <a:gd name="T12" fmla="*/ 1090 w 1690"/>
                <a:gd name="T13" fmla="*/ 173 h 1690"/>
                <a:gd name="T14" fmla="*/ 735 w 1690"/>
                <a:gd name="T15" fmla="*/ 106 h 1690"/>
                <a:gd name="T16" fmla="*/ 743 w 1690"/>
                <a:gd name="T17" fmla="*/ 212 h 1690"/>
                <a:gd name="T18" fmla="*/ 794 w 1690"/>
                <a:gd name="T19" fmla="*/ 212 h 1690"/>
                <a:gd name="T20" fmla="*/ 1086 w 1690"/>
                <a:gd name="T21" fmla="*/ 288 h 1690"/>
                <a:gd name="T22" fmla="*/ 1086 w 1690"/>
                <a:gd name="T23" fmla="*/ 288 h 1690"/>
                <a:gd name="T24" fmla="*/ 1297 w 1690"/>
                <a:gd name="T25" fmla="*/ 499 h 1690"/>
                <a:gd name="T26" fmla="*/ 1297 w 1690"/>
                <a:gd name="T27" fmla="*/ 503 h 1690"/>
                <a:gd name="T28" fmla="*/ 1331 w 1690"/>
                <a:gd name="T29" fmla="*/ 1017 h 1690"/>
                <a:gd name="T30" fmla="*/ 1297 w 1690"/>
                <a:gd name="T31" fmla="*/ 1080 h 1690"/>
                <a:gd name="T32" fmla="*/ 1119 w 1690"/>
                <a:gd name="T33" fmla="*/ 1270 h 1690"/>
                <a:gd name="T34" fmla="*/ 1086 w 1690"/>
                <a:gd name="T35" fmla="*/ 1292 h 1690"/>
                <a:gd name="T36" fmla="*/ 794 w 1690"/>
                <a:gd name="T37" fmla="*/ 1372 h 1690"/>
                <a:gd name="T38" fmla="*/ 503 w 1690"/>
                <a:gd name="T39" fmla="*/ 1292 h 1690"/>
                <a:gd name="T40" fmla="*/ 503 w 1690"/>
                <a:gd name="T41" fmla="*/ 1292 h 1690"/>
                <a:gd name="T42" fmla="*/ 292 w 1690"/>
                <a:gd name="T43" fmla="*/ 1080 h 1690"/>
                <a:gd name="T44" fmla="*/ 292 w 1690"/>
                <a:gd name="T45" fmla="*/ 1080 h 1690"/>
                <a:gd name="T46" fmla="*/ 216 w 1690"/>
                <a:gd name="T47" fmla="*/ 744 h 1690"/>
                <a:gd name="T48" fmla="*/ 110 w 1690"/>
                <a:gd name="T49" fmla="*/ 735 h 1690"/>
                <a:gd name="T50" fmla="*/ 161 w 1690"/>
                <a:gd name="T51" fmla="*/ 1059 h 1690"/>
                <a:gd name="T52" fmla="*/ 34 w 1690"/>
                <a:gd name="T53" fmla="*/ 1165 h 1690"/>
                <a:gd name="T54" fmla="*/ 89 w 1690"/>
                <a:gd name="T55" fmla="*/ 1258 h 1690"/>
                <a:gd name="T56" fmla="*/ 406 w 1690"/>
                <a:gd name="T57" fmla="*/ 1355 h 1690"/>
                <a:gd name="T58" fmla="*/ 347 w 1690"/>
                <a:gd name="T59" fmla="*/ 1566 h 1690"/>
                <a:gd name="T60" fmla="*/ 499 w 1690"/>
                <a:gd name="T61" fmla="*/ 1410 h 1690"/>
                <a:gd name="T62" fmla="*/ 739 w 1690"/>
                <a:gd name="T63" fmla="*/ 1634 h 1690"/>
                <a:gd name="T64" fmla="*/ 845 w 1690"/>
                <a:gd name="T65" fmla="*/ 1634 h 1690"/>
                <a:gd name="T66" fmla="*/ 1060 w 1690"/>
                <a:gd name="T67" fmla="*/ 1422 h 1690"/>
                <a:gd name="T68" fmla="*/ 1170 w 1690"/>
                <a:gd name="T69" fmla="*/ 1549 h 1690"/>
                <a:gd name="T70" fmla="*/ 1263 w 1690"/>
                <a:gd name="T71" fmla="*/ 1494 h 1690"/>
                <a:gd name="T72" fmla="*/ 1360 w 1690"/>
                <a:gd name="T73" fmla="*/ 1178 h 1690"/>
                <a:gd name="T74" fmla="*/ 1571 w 1690"/>
                <a:gd name="T75" fmla="*/ 1241 h 1690"/>
                <a:gd name="T76" fmla="*/ 1411 w 1690"/>
                <a:gd name="T77" fmla="*/ 1089 h 1690"/>
                <a:gd name="T78" fmla="*/ 1639 w 1690"/>
                <a:gd name="T79" fmla="*/ 845 h 1690"/>
                <a:gd name="T80" fmla="*/ 1639 w 1690"/>
                <a:gd name="T81" fmla="*/ 739 h 1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90" h="1690">
                  <a:moveTo>
                    <a:pt x="1639" y="739"/>
                  </a:moveTo>
                  <a:lnTo>
                    <a:pt x="1639" y="739"/>
                  </a:lnTo>
                  <a:cubicBezTo>
                    <a:pt x="1478" y="739"/>
                    <a:pt x="1478" y="739"/>
                    <a:pt x="1478" y="739"/>
                  </a:cubicBezTo>
                  <a:cubicBezTo>
                    <a:pt x="1474" y="663"/>
                    <a:pt x="1453" y="592"/>
                    <a:pt x="1428" y="524"/>
                  </a:cubicBezTo>
                  <a:cubicBezTo>
                    <a:pt x="1423" y="516"/>
                    <a:pt x="1419" y="503"/>
                    <a:pt x="1411" y="494"/>
                  </a:cubicBezTo>
                  <a:cubicBezTo>
                    <a:pt x="1550" y="414"/>
                    <a:pt x="1550" y="414"/>
                    <a:pt x="1550" y="414"/>
                  </a:cubicBezTo>
                  <a:cubicBezTo>
                    <a:pt x="1575" y="402"/>
                    <a:pt x="1584" y="368"/>
                    <a:pt x="1571" y="342"/>
                  </a:cubicBezTo>
                  <a:cubicBezTo>
                    <a:pt x="1554" y="317"/>
                    <a:pt x="1525" y="309"/>
                    <a:pt x="1499" y="321"/>
                  </a:cubicBezTo>
                  <a:cubicBezTo>
                    <a:pt x="1360" y="402"/>
                    <a:pt x="1360" y="402"/>
                    <a:pt x="1360" y="402"/>
                  </a:cubicBezTo>
                  <a:cubicBezTo>
                    <a:pt x="1314" y="334"/>
                    <a:pt x="1250" y="275"/>
                    <a:pt x="1183" y="224"/>
                  </a:cubicBezTo>
                  <a:cubicBezTo>
                    <a:pt x="1263" y="85"/>
                    <a:pt x="1263" y="85"/>
                    <a:pt x="1263" y="85"/>
                  </a:cubicBezTo>
                  <a:cubicBezTo>
                    <a:pt x="1276" y="60"/>
                    <a:pt x="1267" y="30"/>
                    <a:pt x="1242" y="13"/>
                  </a:cubicBezTo>
                  <a:cubicBezTo>
                    <a:pt x="1216" y="0"/>
                    <a:pt x="1183" y="9"/>
                    <a:pt x="1170" y="34"/>
                  </a:cubicBezTo>
                  <a:cubicBezTo>
                    <a:pt x="1090" y="173"/>
                    <a:pt x="1090" y="173"/>
                    <a:pt x="1090" y="173"/>
                  </a:cubicBezTo>
                  <a:cubicBezTo>
                    <a:pt x="1001" y="131"/>
                    <a:pt x="900" y="106"/>
                    <a:pt x="794" y="106"/>
                  </a:cubicBezTo>
                  <a:cubicBezTo>
                    <a:pt x="773" y="106"/>
                    <a:pt x="756" y="106"/>
                    <a:pt x="735" y="106"/>
                  </a:cubicBezTo>
                  <a:cubicBezTo>
                    <a:pt x="706" y="110"/>
                    <a:pt x="684" y="135"/>
                    <a:pt x="689" y="165"/>
                  </a:cubicBezTo>
                  <a:cubicBezTo>
                    <a:pt x="689" y="195"/>
                    <a:pt x="718" y="216"/>
                    <a:pt x="743" y="212"/>
                  </a:cubicBezTo>
                  <a:lnTo>
                    <a:pt x="743" y="212"/>
                  </a:lnTo>
                  <a:cubicBezTo>
                    <a:pt x="760" y="212"/>
                    <a:pt x="777" y="212"/>
                    <a:pt x="794" y="212"/>
                  </a:cubicBezTo>
                  <a:cubicBezTo>
                    <a:pt x="874" y="212"/>
                    <a:pt x="950" y="228"/>
                    <a:pt x="1018" y="258"/>
                  </a:cubicBezTo>
                  <a:cubicBezTo>
                    <a:pt x="1043" y="266"/>
                    <a:pt x="1064" y="275"/>
                    <a:pt x="1086" y="288"/>
                  </a:cubicBezTo>
                  <a:lnTo>
                    <a:pt x="1086" y="288"/>
                  </a:lnTo>
                  <a:lnTo>
                    <a:pt x="1086" y="288"/>
                  </a:lnTo>
                  <a:cubicBezTo>
                    <a:pt x="1162" y="334"/>
                    <a:pt x="1225" y="393"/>
                    <a:pt x="1276" y="465"/>
                  </a:cubicBezTo>
                  <a:cubicBezTo>
                    <a:pt x="1284" y="478"/>
                    <a:pt x="1288" y="490"/>
                    <a:pt x="1297" y="499"/>
                  </a:cubicBezTo>
                  <a:cubicBezTo>
                    <a:pt x="1297" y="499"/>
                    <a:pt x="1297" y="499"/>
                    <a:pt x="1297" y="503"/>
                  </a:cubicBezTo>
                  <a:lnTo>
                    <a:pt x="1297" y="503"/>
                  </a:lnTo>
                  <a:cubicBezTo>
                    <a:pt x="1347" y="587"/>
                    <a:pt x="1373" y="685"/>
                    <a:pt x="1373" y="790"/>
                  </a:cubicBezTo>
                  <a:cubicBezTo>
                    <a:pt x="1373" y="870"/>
                    <a:pt x="1360" y="946"/>
                    <a:pt x="1331" y="1017"/>
                  </a:cubicBezTo>
                  <a:cubicBezTo>
                    <a:pt x="1318" y="1038"/>
                    <a:pt x="1309" y="1059"/>
                    <a:pt x="1297" y="1080"/>
                  </a:cubicBezTo>
                  <a:lnTo>
                    <a:pt x="1297" y="1080"/>
                  </a:lnTo>
                  <a:lnTo>
                    <a:pt x="1297" y="1080"/>
                  </a:lnTo>
                  <a:cubicBezTo>
                    <a:pt x="1250" y="1157"/>
                    <a:pt x="1191" y="1224"/>
                    <a:pt x="1119" y="1270"/>
                  </a:cubicBezTo>
                  <a:cubicBezTo>
                    <a:pt x="1107" y="1279"/>
                    <a:pt x="1098" y="1287"/>
                    <a:pt x="1086" y="1292"/>
                  </a:cubicBezTo>
                  <a:lnTo>
                    <a:pt x="1086" y="1292"/>
                  </a:lnTo>
                  <a:cubicBezTo>
                    <a:pt x="1081" y="1292"/>
                    <a:pt x="1081" y="1296"/>
                    <a:pt x="1081" y="1296"/>
                  </a:cubicBezTo>
                  <a:cubicBezTo>
                    <a:pt x="997" y="1342"/>
                    <a:pt x="900" y="1372"/>
                    <a:pt x="794" y="1372"/>
                  </a:cubicBezTo>
                  <a:cubicBezTo>
                    <a:pt x="714" y="1372"/>
                    <a:pt x="638" y="1355"/>
                    <a:pt x="566" y="1325"/>
                  </a:cubicBezTo>
                  <a:cubicBezTo>
                    <a:pt x="545" y="1317"/>
                    <a:pt x="524" y="1304"/>
                    <a:pt x="503" y="1292"/>
                  </a:cubicBezTo>
                  <a:lnTo>
                    <a:pt x="503" y="1292"/>
                  </a:lnTo>
                  <a:lnTo>
                    <a:pt x="503" y="1292"/>
                  </a:lnTo>
                  <a:cubicBezTo>
                    <a:pt x="427" y="1249"/>
                    <a:pt x="363" y="1186"/>
                    <a:pt x="313" y="1114"/>
                  </a:cubicBezTo>
                  <a:cubicBezTo>
                    <a:pt x="304" y="1106"/>
                    <a:pt x="296" y="1093"/>
                    <a:pt x="292" y="1080"/>
                  </a:cubicBezTo>
                  <a:lnTo>
                    <a:pt x="292" y="1080"/>
                  </a:lnTo>
                  <a:lnTo>
                    <a:pt x="292" y="1080"/>
                  </a:lnTo>
                  <a:cubicBezTo>
                    <a:pt x="241" y="996"/>
                    <a:pt x="211" y="896"/>
                    <a:pt x="211" y="790"/>
                  </a:cubicBezTo>
                  <a:cubicBezTo>
                    <a:pt x="211" y="773"/>
                    <a:pt x="216" y="760"/>
                    <a:pt x="216" y="744"/>
                  </a:cubicBezTo>
                  <a:cubicBezTo>
                    <a:pt x="216" y="714"/>
                    <a:pt x="195" y="689"/>
                    <a:pt x="165" y="685"/>
                  </a:cubicBezTo>
                  <a:cubicBezTo>
                    <a:pt x="140" y="685"/>
                    <a:pt x="110" y="706"/>
                    <a:pt x="110" y="735"/>
                  </a:cubicBezTo>
                  <a:cubicBezTo>
                    <a:pt x="110" y="752"/>
                    <a:pt x="106" y="773"/>
                    <a:pt x="106" y="790"/>
                  </a:cubicBezTo>
                  <a:cubicBezTo>
                    <a:pt x="106" y="887"/>
                    <a:pt x="127" y="976"/>
                    <a:pt x="161" y="1059"/>
                  </a:cubicBezTo>
                  <a:cubicBezTo>
                    <a:pt x="165" y="1068"/>
                    <a:pt x="169" y="1076"/>
                    <a:pt x="173" y="1089"/>
                  </a:cubicBezTo>
                  <a:cubicBezTo>
                    <a:pt x="34" y="1165"/>
                    <a:pt x="34" y="1165"/>
                    <a:pt x="34" y="1165"/>
                  </a:cubicBezTo>
                  <a:cubicBezTo>
                    <a:pt x="9" y="1182"/>
                    <a:pt x="0" y="1216"/>
                    <a:pt x="17" y="1241"/>
                  </a:cubicBezTo>
                  <a:cubicBezTo>
                    <a:pt x="30" y="1266"/>
                    <a:pt x="64" y="1275"/>
                    <a:pt x="89" y="1258"/>
                  </a:cubicBezTo>
                  <a:cubicBezTo>
                    <a:pt x="228" y="1178"/>
                    <a:pt x="228" y="1178"/>
                    <a:pt x="228" y="1178"/>
                  </a:cubicBezTo>
                  <a:cubicBezTo>
                    <a:pt x="275" y="1249"/>
                    <a:pt x="334" y="1309"/>
                    <a:pt x="406" y="1355"/>
                  </a:cubicBezTo>
                  <a:cubicBezTo>
                    <a:pt x="325" y="1494"/>
                    <a:pt x="325" y="1494"/>
                    <a:pt x="325" y="1494"/>
                  </a:cubicBezTo>
                  <a:cubicBezTo>
                    <a:pt x="313" y="1520"/>
                    <a:pt x="321" y="1553"/>
                    <a:pt x="347" y="1566"/>
                  </a:cubicBezTo>
                  <a:cubicBezTo>
                    <a:pt x="372" y="1583"/>
                    <a:pt x="401" y="1575"/>
                    <a:pt x="418" y="1549"/>
                  </a:cubicBezTo>
                  <a:cubicBezTo>
                    <a:pt x="499" y="1410"/>
                    <a:pt x="499" y="1410"/>
                    <a:pt x="499" y="1410"/>
                  </a:cubicBezTo>
                  <a:cubicBezTo>
                    <a:pt x="570" y="1444"/>
                    <a:pt x="655" y="1469"/>
                    <a:pt x="739" y="1473"/>
                  </a:cubicBezTo>
                  <a:cubicBezTo>
                    <a:pt x="739" y="1634"/>
                    <a:pt x="739" y="1634"/>
                    <a:pt x="739" y="1634"/>
                  </a:cubicBezTo>
                  <a:cubicBezTo>
                    <a:pt x="739" y="1663"/>
                    <a:pt x="765" y="1689"/>
                    <a:pt x="794" y="1689"/>
                  </a:cubicBezTo>
                  <a:cubicBezTo>
                    <a:pt x="824" y="1689"/>
                    <a:pt x="845" y="1663"/>
                    <a:pt x="845" y="1634"/>
                  </a:cubicBezTo>
                  <a:cubicBezTo>
                    <a:pt x="845" y="1473"/>
                    <a:pt x="845" y="1473"/>
                    <a:pt x="845" y="1473"/>
                  </a:cubicBezTo>
                  <a:cubicBezTo>
                    <a:pt x="921" y="1469"/>
                    <a:pt x="993" y="1452"/>
                    <a:pt x="1060" y="1422"/>
                  </a:cubicBezTo>
                  <a:cubicBezTo>
                    <a:pt x="1069" y="1418"/>
                    <a:pt x="1081" y="1414"/>
                    <a:pt x="1090" y="1410"/>
                  </a:cubicBezTo>
                  <a:cubicBezTo>
                    <a:pt x="1170" y="1549"/>
                    <a:pt x="1170" y="1549"/>
                    <a:pt x="1170" y="1549"/>
                  </a:cubicBezTo>
                  <a:cubicBezTo>
                    <a:pt x="1183" y="1575"/>
                    <a:pt x="1216" y="1583"/>
                    <a:pt x="1242" y="1566"/>
                  </a:cubicBezTo>
                  <a:cubicBezTo>
                    <a:pt x="1267" y="1553"/>
                    <a:pt x="1276" y="1520"/>
                    <a:pt x="1263" y="1494"/>
                  </a:cubicBezTo>
                  <a:cubicBezTo>
                    <a:pt x="1183" y="1355"/>
                    <a:pt x="1183" y="1355"/>
                    <a:pt x="1183" y="1355"/>
                  </a:cubicBezTo>
                  <a:cubicBezTo>
                    <a:pt x="1250" y="1309"/>
                    <a:pt x="1314" y="1249"/>
                    <a:pt x="1360" y="1178"/>
                  </a:cubicBezTo>
                  <a:cubicBezTo>
                    <a:pt x="1499" y="1258"/>
                    <a:pt x="1499" y="1258"/>
                    <a:pt x="1499" y="1258"/>
                  </a:cubicBezTo>
                  <a:cubicBezTo>
                    <a:pt x="1525" y="1275"/>
                    <a:pt x="1554" y="1266"/>
                    <a:pt x="1571" y="1241"/>
                  </a:cubicBezTo>
                  <a:cubicBezTo>
                    <a:pt x="1584" y="1216"/>
                    <a:pt x="1575" y="1182"/>
                    <a:pt x="1550" y="1165"/>
                  </a:cubicBezTo>
                  <a:cubicBezTo>
                    <a:pt x="1411" y="1089"/>
                    <a:pt x="1411" y="1089"/>
                    <a:pt x="1411" y="1089"/>
                  </a:cubicBezTo>
                  <a:cubicBezTo>
                    <a:pt x="1449" y="1013"/>
                    <a:pt x="1470" y="929"/>
                    <a:pt x="1478" y="845"/>
                  </a:cubicBezTo>
                  <a:cubicBezTo>
                    <a:pt x="1639" y="845"/>
                    <a:pt x="1639" y="845"/>
                    <a:pt x="1639" y="845"/>
                  </a:cubicBezTo>
                  <a:cubicBezTo>
                    <a:pt x="1668" y="845"/>
                    <a:pt x="1689" y="820"/>
                    <a:pt x="1689" y="790"/>
                  </a:cubicBezTo>
                  <a:cubicBezTo>
                    <a:pt x="1689" y="760"/>
                    <a:pt x="1668" y="739"/>
                    <a:pt x="1639" y="73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52" name="Group 355">
            <a:extLst>
              <a:ext uri="{FF2B5EF4-FFF2-40B4-BE49-F238E27FC236}">
                <a16:creationId xmlns:a16="http://schemas.microsoft.com/office/drawing/2014/main" id="{5A4DD1E9-6520-6F2C-68B6-4CA520E4BD62}"/>
              </a:ext>
            </a:extLst>
          </p:cNvPr>
          <p:cNvGrpSpPr/>
          <p:nvPr/>
        </p:nvGrpSpPr>
        <p:grpSpPr>
          <a:xfrm>
            <a:off x="3714217" y="5830259"/>
            <a:ext cx="266834" cy="222284"/>
            <a:chOff x="9102725" y="6675438"/>
            <a:chExt cx="912813" cy="760412"/>
          </a:xfrm>
          <a:solidFill>
            <a:schemeClr val="tx2"/>
          </a:solidFill>
        </p:grpSpPr>
        <p:sp>
          <p:nvSpPr>
            <p:cNvPr id="353" name="Freeform 70">
              <a:extLst>
                <a:ext uri="{FF2B5EF4-FFF2-40B4-BE49-F238E27FC236}">
                  <a16:creationId xmlns:a16="http://schemas.microsoft.com/office/drawing/2014/main" id="{A138EA25-E5C5-DC3D-2FA2-8CE00771F0D0}"/>
                </a:ext>
              </a:extLst>
            </p:cNvPr>
            <p:cNvSpPr>
              <a:spLocks noChangeArrowheads="1"/>
            </p:cNvSpPr>
            <p:nvPr/>
          </p:nvSpPr>
          <p:spPr bwMode="auto">
            <a:xfrm>
              <a:off x="9102725" y="6675438"/>
              <a:ext cx="912813" cy="760412"/>
            </a:xfrm>
            <a:custGeom>
              <a:avLst/>
              <a:gdLst>
                <a:gd name="T0" fmla="*/ 2504 w 2535"/>
                <a:gd name="T1" fmla="*/ 663 h 2113"/>
                <a:gd name="T2" fmla="*/ 2141 w 2535"/>
                <a:gd name="T3" fmla="*/ 233 h 2113"/>
                <a:gd name="T4" fmla="*/ 2082 w 2535"/>
                <a:gd name="T5" fmla="*/ 321 h 2113"/>
                <a:gd name="T6" fmla="*/ 2335 w 2535"/>
                <a:gd name="T7" fmla="*/ 558 h 2113"/>
                <a:gd name="T8" fmla="*/ 2428 w 2535"/>
                <a:gd name="T9" fmla="*/ 845 h 2113"/>
                <a:gd name="T10" fmla="*/ 2407 w 2535"/>
                <a:gd name="T11" fmla="*/ 1039 h 2113"/>
                <a:gd name="T12" fmla="*/ 1854 w 2535"/>
                <a:gd name="T13" fmla="*/ 1533 h 2113"/>
                <a:gd name="T14" fmla="*/ 503 w 2535"/>
                <a:gd name="T15" fmla="*/ 1453 h 2113"/>
                <a:gd name="T16" fmla="*/ 448 w 2535"/>
                <a:gd name="T17" fmla="*/ 1542 h 2113"/>
                <a:gd name="T18" fmla="*/ 1753 w 2535"/>
                <a:gd name="T19" fmla="*/ 1677 h 2113"/>
                <a:gd name="T20" fmla="*/ 2403 w 2535"/>
                <a:gd name="T21" fmla="*/ 1272 h 2113"/>
                <a:gd name="T22" fmla="*/ 2428 w 2535"/>
                <a:gd name="T23" fmla="*/ 1267 h 2113"/>
                <a:gd name="T24" fmla="*/ 2268 w 2535"/>
                <a:gd name="T25" fmla="*/ 1643 h 2113"/>
                <a:gd name="T26" fmla="*/ 1267 w 2535"/>
                <a:gd name="T27" fmla="*/ 2006 h 2113"/>
                <a:gd name="T28" fmla="*/ 519 w 2535"/>
                <a:gd name="T29" fmla="*/ 1829 h 2113"/>
                <a:gd name="T30" fmla="*/ 135 w 2535"/>
                <a:gd name="T31" fmla="*/ 1428 h 2113"/>
                <a:gd name="T32" fmla="*/ 106 w 2535"/>
                <a:gd name="T33" fmla="*/ 1229 h 2113"/>
                <a:gd name="T34" fmla="*/ 338 w 2535"/>
                <a:gd name="T35" fmla="*/ 1466 h 2113"/>
                <a:gd name="T36" fmla="*/ 401 w 2535"/>
                <a:gd name="T37" fmla="*/ 1381 h 2113"/>
                <a:gd name="T38" fmla="*/ 182 w 2535"/>
                <a:gd name="T39" fmla="*/ 1153 h 2113"/>
                <a:gd name="T40" fmla="*/ 106 w 2535"/>
                <a:gd name="T41" fmla="*/ 891 h 2113"/>
                <a:gd name="T42" fmla="*/ 127 w 2535"/>
                <a:gd name="T43" fmla="*/ 701 h 2113"/>
                <a:gd name="T44" fmla="*/ 680 w 2535"/>
                <a:gd name="T45" fmla="*/ 207 h 2113"/>
                <a:gd name="T46" fmla="*/ 1981 w 2535"/>
                <a:gd name="T47" fmla="*/ 262 h 2113"/>
                <a:gd name="T48" fmla="*/ 2031 w 2535"/>
                <a:gd name="T49" fmla="*/ 169 h 2113"/>
                <a:gd name="T50" fmla="*/ 781 w 2535"/>
                <a:gd name="T51" fmla="*/ 64 h 2113"/>
                <a:gd name="T52" fmla="*/ 131 w 2535"/>
                <a:gd name="T53" fmla="*/ 469 h 2113"/>
                <a:gd name="T54" fmla="*/ 0 w 2535"/>
                <a:gd name="T55" fmla="*/ 845 h 2113"/>
                <a:gd name="T56" fmla="*/ 25 w 2535"/>
                <a:gd name="T57" fmla="*/ 1440 h 2113"/>
                <a:gd name="T58" fmla="*/ 642 w 2535"/>
                <a:gd name="T59" fmla="*/ 2002 h 2113"/>
                <a:gd name="T60" fmla="*/ 1753 w 2535"/>
                <a:gd name="T61" fmla="*/ 2049 h 2113"/>
                <a:gd name="T62" fmla="*/ 2403 w 2535"/>
                <a:gd name="T63" fmla="*/ 1643 h 2113"/>
                <a:gd name="T64" fmla="*/ 2534 w 2535"/>
                <a:gd name="T65" fmla="*/ 1267 h 2113"/>
                <a:gd name="T66" fmla="*/ 2504 w 2535"/>
                <a:gd name="T67" fmla="*/ 663 h 2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535" h="2113">
                  <a:moveTo>
                    <a:pt x="2504" y="663"/>
                  </a:moveTo>
                  <a:lnTo>
                    <a:pt x="2504" y="663"/>
                  </a:lnTo>
                  <a:cubicBezTo>
                    <a:pt x="2479" y="579"/>
                    <a:pt x="2433" y="499"/>
                    <a:pt x="2369" y="427"/>
                  </a:cubicBezTo>
                  <a:cubicBezTo>
                    <a:pt x="2306" y="351"/>
                    <a:pt x="2230" y="287"/>
                    <a:pt x="2141" y="233"/>
                  </a:cubicBezTo>
                  <a:cubicBezTo>
                    <a:pt x="2116" y="216"/>
                    <a:pt x="2082" y="224"/>
                    <a:pt x="2065" y="245"/>
                  </a:cubicBezTo>
                  <a:cubicBezTo>
                    <a:pt x="2052" y="271"/>
                    <a:pt x="2057" y="304"/>
                    <a:pt x="2082" y="321"/>
                  </a:cubicBezTo>
                  <a:lnTo>
                    <a:pt x="2082" y="321"/>
                  </a:lnTo>
                  <a:cubicBezTo>
                    <a:pt x="2192" y="389"/>
                    <a:pt x="2281" y="469"/>
                    <a:pt x="2335" y="558"/>
                  </a:cubicBezTo>
                  <a:cubicBezTo>
                    <a:pt x="2365" y="604"/>
                    <a:pt x="2390" y="651"/>
                    <a:pt x="2403" y="697"/>
                  </a:cubicBezTo>
                  <a:cubicBezTo>
                    <a:pt x="2420" y="744"/>
                    <a:pt x="2428" y="794"/>
                    <a:pt x="2428" y="845"/>
                  </a:cubicBezTo>
                  <a:cubicBezTo>
                    <a:pt x="2428" y="896"/>
                    <a:pt x="2428" y="896"/>
                    <a:pt x="2428" y="896"/>
                  </a:cubicBezTo>
                  <a:cubicBezTo>
                    <a:pt x="2428" y="946"/>
                    <a:pt x="2420" y="993"/>
                    <a:pt x="2407" y="1039"/>
                  </a:cubicBezTo>
                  <a:cubicBezTo>
                    <a:pt x="2382" y="1124"/>
                    <a:pt x="2331" y="1200"/>
                    <a:pt x="2268" y="1272"/>
                  </a:cubicBezTo>
                  <a:cubicBezTo>
                    <a:pt x="2167" y="1377"/>
                    <a:pt x="2023" y="1470"/>
                    <a:pt x="1854" y="1533"/>
                  </a:cubicBezTo>
                  <a:cubicBezTo>
                    <a:pt x="1681" y="1601"/>
                    <a:pt x="1482" y="1635"/>
                    <a:pt x="1267" y="1635"/>
                  </a:cubicBezTo>
                  <a:cubicBezTo>
                    <a:pt x="971" y="1635"/>
                    <a:pt x="705" y="1567"/>
                    <a:pt x="503" y="1453"/>
                  </a:cubicBezTo>
                  <a:cubicBezTo>
                    <a:pt x="477" y="1436"/>
                    <a:pt x="443" y="1445"/>
                    <a:pt x="431" y="1470"/>
                  </a:cubicBezTo>
                  <a:cubicBezTo>
                    <a:pt x="414" y="1495"/>
                    <a:pt x="422" y="1529"/>
                    <a:pt x="448" y="1542"/>
                  </a:cubicBezTo>
                  <a:cubicBezTo>
                    <a:pt x="671" y="1668"/>
                    <a:pt x="954" y="1740"/>
                    <a:pt x="1267" y="1740"/>
                  </a:cubicBezTo>
                  <a:cubicBezTo>
                    <a:pt x="1440" y="1740"/>
                    <a:pt x="1605" y="1719"/>
                    <a:pt x="1753" y="1677"/>
                  </a:cubicBezTo>
                  <a:cubicBezTo>
                    <a:pt x="1867" y="1647"/>
                    <a:pt x="1968" y="1605"/>
                    <a:pt x="2065" y="1554"/>
                  </a:cubicBezTo>
                  <a:cubicBezTo>
                    <a:pt x="2205" y="1478"/>
                    <a:pt x="2323" y="1381"/>
                    <a:pt x="2403" y="1272"/>
                  </a:cubicBezTo>
                  <a:cubicBezTo>
                    <a:pt x="2411" y="1259"/>
                    <a:pt x="2420" y="1246"/>
                    <a:pt x="2428" y="1238"/>
                  </a:cubicBezTo>
                  <a:cubicBezTo>
                    <a:pt x="2428" y="1267"/>
                    <a:pt x="2428" y="1267"/>
                    <a:pt x="2428" y="1267"/>
                  </a:cubicBezTo>
                  <a:cubicBezTo>
                    <a:pt x="2428" y="1314"/>
                    <a:pt x="2420" y="1364"/>
                    <a:pt x="2407" y="1411"/>
                  </a:cubicBezTo>
                  <a:cubicBezTo>
                    <a:pt x="2382" y="1491"/>
                    <a:pt x="2331" y="1571"/>
                    <a:pt x="2268" y="1643"/>
                  </a:cubicBezTo>
                  <a:cubicBezTo>
                    <a:pt x="2167" y="1749"/>
                    <a:pt x="2023" y="1842"/>
                    <a:pt x="1854" y="1905"/>
                  </a:cubicBezTo>
                  <a:cubicBezTo>
                    <a:pt x="1681" y="1968"/>
                    <a:pt x="1482" y="2006"/>
                    <a:pt x="1267" y="2006"/>
                  </a:cubicBezTo>
                  <a:cubicBezTo>
                    <a:pt x="1102" y="2006"/>
                    <a:pt x="950" y="1985"/>
                    <a:pt x="807" y="1947"/>
                  </a:cubicBezTo>
                  <a:cubicBezTo>
                    <a:pt x="701" y="1918"/>
                    <a:pt x="604" y="1875"/>
                    <a:pt x="519" y="1829"/>
                  </a:cubicBezTo>
                  <a:cubicBezTo>
                    <a:pt x="389" y="1761"/>
                    <a:pt x="287" y="1673"/>
                    <a:pt x="215" y="1580"/>
                  </a:cubicBezTo>
                  <a:cubicBezTo>
                    <a:pt x="177" y="1529"/>
                    <a:pt x="152" y="1478"/>
                    <a:pt x="135" y="1428"/>
                  </a:cubicBezTo>
                  <a:cubicBezTo>
                    <a:pt x="114" y="1377"/>
                    <a:pt x="106" y="1322"/>
                    <a:pt x="106" y="1267"/>
                  </a:cubicBezTo>
                  <a:cubicBezTo>
                    <a:pt x="106" y="1229"/>
                    <a:pt x="106" y="1229"/>
                    <a:pt x="106" y="1229"/>
                  </a:cubicBezTo>
                  <a:cubicBezTo>
                    <a:pt x="114" y="1246"/>
                    <a:pt x="127" y="1263"/>
                    <a:pt x="139" y="1280"/>
                  </a:cubicBezTo>
                  <a:cubicBezTo>
                    <a:pt x="194" y="1352"/>
                    <a:pt x="262" y="1411"/>
                    <a:pt x="338" y="1466"/>
                  </a:cubicBezTo>
                  <a:cubicBezTo>
                    <a:pt x="363" y="1487"/>
                    <a:pt x="393" y="1478"/>
                    <a:pt x="414" y="1457"/>
                  </a:cubicBezTo>
                  <a:cubicBezTo>
                    <a:pt x="431" y="1432"/>
                    <a:pt x="422" y="1398"/>
                    <a:pt x="401" y="1381"/>
                  </a:cubicBezTo>
                  <a:lnTo>
                    <a:pt x="401" y="1381"/>
                  </a:lnTo>
                  <a:cubicBezTo>
                    <a:pt x="304" y="1314"/>
                    <a:pt x="232" y="1238"/>
                    <a:pt x="182" y="1153"/>
                  </a:cubicBezTo>
                  <a:cubicBezTo>
                    <a:pt x="156" y="1115"/>
                    <a:pt x="139" y="1069"/>
                    <a:pt x="127" y="1027"/>
                  </a:cubicBezTo>
                  <a:cubicBezTo>
                    <a:pt x="110" y="984"/>
                    <a:pt x="106" y="938"/>
                    <a:pt x="106" y="891"/>
                  </a:cubicBezTo>
                  <a:cubicBezTo>
                    <a:pt x="106" y="845"/>
                    <a:pt x="106" y="845"/>
                    <a:pt x="106" y="845"/>
                  </a:cubicBezTo>
                  <a:cubicBezTo>
                    <a:pt x="106" y="794"/>
                    <a:pt x="114" y="748"/>
                    <a:pt x="127" y="701"/>
                  </a:cubicBezTo>
                  <a:cubicBezTo>
                    <a:pt x="152" y="617"/>
                    <a:pt x="198" y="541"/>
                    <a:pt x="266" y="469"/>
                  </a:cubicBezTo>
                  <a:cubicBezTo>
                    <a:pt x="367" y="364"/>
                    <a:pt x="511" y="271"/>
                    <a:pt x="680" y="207"/>
                  </a:cubicBezTo>
                  <a:cubicBezTo>
                    <a:pt x="853" y="144"/>
                    <a:pt x="1052" y="106"/>
                    <a:pt x="1267" y="106"/>
                  </a:cubicBezTo>
                  <a:cubicBezTo>
                    <a:pt x="1537" y="106"/>
                    <a:pt x="1786" y="165"/>
                    <a:pt x="1981" y="262"/>
                  </a:cubicBezTo>
                  <a:cubicBezTo>
                    <a:pt x="2006" y="275"/>
                    <a:pt x="2040" y="266"/>
                    <a:pt x="2052" y="241"/>
                  </a:cubicBezTo>
                  <a:cubicBezTo>
                    <a:pt x="2065" y="212"/>
                    <a:pt x="2057" y="182"/>
                    <a:pt x="2031" y="169"/>
                  </a:cubicBezTo>
                  <a:cubicBezTo>
                    <a:pt x="1816" y="64"/>
                    <a:pt x="1554" y="0"/>
                    <a:pt x="1267" y="0"/>
                  </a:cubicBezTo>
                  <a:cubicBezTo>
                    <a:pt x="1094" y="0"/>
                    <a:pt x="929" y="22"/>
                    <a:pt x="781" y="64"/>
                  </a:cubicBezTo>
                  <a:cubicBezTo>
                    <a:pt x="667" y="93"/>
                    <a:pt x="562" y="135"/>
                    <a:pt x="469" y="186"/>
                  </a:cubicBezTo>
                  <a:cubicBezTo>
                    <a:pt x="329" y="262"/>
                    <a:pt x="211" y="359"/>
                    <a:pt x="131" y="469"/>
                  </a:cubicBezTo>
                  <a:cubicBezTo>
                    <a:pt x="89" y="524"/>
                    <a:pt x="55" y="583"/>
                    <a:pt x="34" y="647"/>
                  </a:cubicBezTo>
                  <a:cubicBezTo>
                    <a:pt x="13" y="710"/>
                    <a:pt x="0" y="777"/>
                    <a:pt x="0" y="845"/>
                  </a:cubicBezTo>
                  <a:cubicBezTo>
                    <a:pt x="0" y="1267"/>
                    <a:pt x="0" y="1267"/>
                    <a:pt x="0" y="1267"/>
                  </a:cubicBezTo>
                  <a:cubicBezTo>
                    <a:pt x="0" y="1326"/>
                    <a:pt x="8" y="1385"/>
                    <a:pt x="25" y="1440"/>
                  </a:cubicBezTo>
                  <a:cubicBezTo>
                    <a:pt x="59" y="1542"/>
                    <a:pt x="114" y="1631"/>
                    <a:pt x="190" y="1715"/>
                  </a:cubicBezTo>
                  <a:cubicBezTo>
                    <a:pt x="304" y="1833"/>
                    <a:pt x="460" y="1935"/>
                    <a:pt x="642" y="2002"/>
                  </a:cubicBezTo>
                  <a:cubicBezTo>
                    <a:pt x="828" y="2074"/>
                    <a:pt x="1039" y="2112"/>
                    <a:pt x="1267" y="2112"/>
                  </a:cubicBezTo>
                  <a:cubicBezTo>
                    <a:pt x="1440" y="2112"/>
                    <a:pt x="1605" y="2087"/>
                    <a:pt x="1753" y="2049"/>
                  </a:cubicBezTo>
                  <a:cubicBezTo>
                    <a:pt x="1867" y="2015"/>
                    <a:pt x="1968" y="1973"/>
                    <a:pt x="2065" y="1926"/>
                  </a:cubicBezTo>
                  <a:cubicBezTo>
                    <a:pt x="2205" y="1850"/>
                    <a:pt x="2323" y="1753"/>
                    <a:pt x="2403" y="1643"/>
                  </a:cubicBezTo>
                  <a:cubicBezTo>
                    <a:pt x="2445" y="1584"/>
                    <a:pt x="2479" y="1525"/>
                    <a:pt x="2500" y="1462"/>
                  </a:cubicBezTo>
                  <a:cubicBezTo>
                    <a:pt x="2521" y="1398"/>
                    <a:pt x="2534" y="1335"/>
                    <a:pt x="2534" y="1267"/>
                  </a:cubicBezTo>
                  <a:cubicBezTo>
                    <a:pt x="2534" y="845"/>
                    <a:pt x="2534" y="845"/>
                    <a:pt x="2534" y="845"/>
                  </a:cubicBezTo>
                  <a:cubicBezTo>
                    <a:pt x="2534" y="782"/>
                    <a:pt x="2525" y="723"/>
                    <a:pt x="2504" y="6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4" name="Freeform 71">
              <a:extLst>
                <a:ext uri="{FF2B5EF4-FFF2-40B4-BE49-F238E27FC236}">
                  <a16:creationId xmlns:a16="http://schemas.microsoft.com/office/drawing/2014/main" id="{DEE06710-754F-74C2-0764-989A3F87167A}"/>
                </a:ext>
              </a:extLst>
            </p:cNvPr>
            <p:cNvSpPr>
              <a:spLocks noChangeArrowheads="1"/>
            </p:cNvSpPr>
            <p:nvPr/>
          </p:nvSpPr>
          <p:spPr bwMode="auto">
            <a:xfrm>
              <a:off x="9194800" y="6789738"/>
              <a:ext cx="744538" cy="196850"/>
            </a:xfrm>
            <a:custGeom>
              <a:avLst/>
              <a:gdLst>
                <a:gd name="T0" fmla="*/ 1972 w 2070"/>
                <a:gd name="T1" fmla="*/ 520 h 546"/>
                <a:gd name="T2" fmla="*/ 1972 w 2070"/>
                <a:gd name="T3" fmla="*/ 520 h 546"/>
                <a:gd name="T4" fmla="*/ 2044 w 2070"/>
                <a:gd name="T5" fmla="*/ 524 h 546"/>
                <a:gd name="T6" fmla="*/ 2052 w 2070"/>
                <a:gd name="T7" fmla="*/ 452 h 546"/>
                <a:gd name="T8" fmla="*/ 1604 w 2070"/>
                <a:gd name="T9" fmla="*/ 123 h 546"/>
                <a:gd name="T10" fmla="*/ 1009 w 2070"/>
                <a:gd name="T11" fmla="*/ 0 h 546"/>
                <a:gd name="T12" fmla="*/ 452 w 2070"/>
                <a:gd name="T13" fmla="*/ 106 h 546"/>
                <a:gd name="T14" fmla="*/ 21 w 2070"/>
                <a:gd name="T15" fmla="*/ 389 h 546"/>
                <a:gd name="T16" fmla="*/ 21 w 2070"/>
                <a:gd name="T17" fmla="*/ 465 h 546"/>
                <a:gd name="T18" fmla="*/ 97 w 2070"/>
                <a:gd name="T19" fmla="*/ 465 h 546"/>
                <a:gd name="T20" fmla="*/ 97 w 2070"/>
                <a:gd name="T21" fmla="*/ 465 h 546"/>
                <a:gd name="T22" fmla="*/ 494 w 2070"/>
                <a:gd name="T23" fmla="*/ 203 h 546"/>
                <a:gd name="T24" fmla="*/ 1009 w 2070"/>
                <a:gd name="T25" fmla="*/ 106 h 546"/>
                <a:gd name="T26" fmla="*/ 1562 w 2070"/>
                <a:gd name="T27" fmla="*/ 220 h 546"/>
                <a:gd name="T28" fmla="*/ 1972 w 2070"/>
                <a:gd name="T29" fmla="*/ 520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0" h="546">
                  <a:moveTo>
                    <a:pt x="1972" y="520"/>
                  </a:moveTo>
                  <a:lnTo>
                    <a:pt x="1972" y="520"/>
                  </a:lnTo>
                  <a:cubicBezTo>
                    <a:pt x="1989" y="541"/>
                    <a:pt x="2023" y="545"/>
                    <a:pt x="2044" y="524"/>
                  </a:cubicBezTo>
                  <a:cubicBezTo>
                    <a:pt x="2069" y="507"/>
                    <a:pt x="2069" y="473"/>
                    <a:pt x="2052" y="452"/>
                  </a:cubicBezTo>
                  <a:cubicBezTo>
                    <a:pt x="1938" y="313"/>
                    <a:pt x="1782" y="203"/>
                    <a:pt x="1604" y="123"/>
                  </a:cubicBezTo>
                  <a:cubicBezTo>
                    <a:pt x="1427" y="42"/>
                    <a:pt x="1224" y="0"/>
                    <a:pt x="1009" y="0"/>
                  </a:cubicBezTo>
                  <a:cubicBezTo>
                    <a:pt x="811" y="0"/>
                    <a:pt x="621" y="38"/>
                    <a:pt x="452" y="106"/>
                  </a:cubicBezTo>
                  <a:cubicBezTo>
                    <a:pt x="287" y="173"/>
                    <a:pt x="139" y="270"/>
                    <a:pt x="21" y="389"/>
                  </a:cubicBezTo>
                  <a:cubicBezTo>
                    <a:pt x="0" y="410"/>
                    <a:pt x="0" y="443"/>
                    <a:pt x="21" y="465"/>
                  </a:cubicBezTo>
                  <a:cubicBezTo>
                    <a:pt x="42" y="486"/>
                    <a:pt x="76" y="486"/>
                    <a:pt x="97" y="465"/>
                  </a:cubicBezTo>
                  <a:lnTo>
                    <a:pt x="97" y="465"/>
                  </a:lnTo>
                  <a:cubicBezTo>
                    <a:pt x="202" y="355"/>
                    <a:pt x="338" y="266"/>
                    <a:pt x="494" y="203"/>
                  </a:cubicBezTo>
                  <a:cubicBezTo>
                    <a:pt x="646" y="139"/>
                    <a:pt x="823" y="106"/>
                    <a:pt x="1009" y="106"/>
                  </a:cubicBezTo>
                  <a:cubicBezTo>
                    <a:pt x="1207" y="106"/>
                    <a:pt x="1398" y="148"/>
                    <a:pt x="1562" y="220"/>
                  </a:cubicBezTo>
                  <a:cubicBezTo>
                    <a:pt x="1727" y="291"/>
                    <a:pt x="1866" y="393"/>
                    <a:pt x="1972" y="5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5" name="Freeform 72">
              <a:extLst>
                <a:ext uri="{FF2B5EF4-FFF2-40B4-BE49-F238E27FC236}">
                  <a16:creationId xmlns:a16="http://schemas.microsoft.com/office/drawing/2014/main" id="{E990F356-1A0F-8CA6-6EF1-1D37E4183E26}"/>
                </a:ext>
              </a:extLst>
            </p:cNvPr>
            <p:cNvSpPr>
              <a:spLocks noChangeArrowheads="1"/>
            </p:cNvSpPr>
            <p:nvPr/>
          </p:nvSpPr>
          <p:spPr bwMode="auto">
            <a:xfrm>
              <a:off x="9539288" y="7054850"/>
              <a:ext cx="190500" cy="152400"/>
            </a:xfrm>
            <a:custGeom>
              <a:avLst/>
              <a:gdLst>
                <a:gd name="T0" fmla="*/ 68 w 529"/>
                <a:gd name="T1" fmla="*/ 351 h 423"/>
                <a:gd name="T2" fmla="*/ 68 w 529"/>
                <a:gd name="T3" fmla="*/ 351 h 423"/>
                <a:gd name="T4" fmla="*/ 156 w 529"/>
                <a:gd name="T5" fmla="*/ 401 h 423"/>
                <a:gd name="T6" fmla="*/ 266 w 529"/>
                <a:gd name="T7" fmla="*/ 422 h 423"/>
                <a:gd name="T8" fmla="*/ 363 w 529"/>
                <a:gd name="T9" fmla="*/ 406 h 423"/>
                <a:gd name="T10" fmla="*/ 482 w 529"/>
                <a:gd name="T11" fmla="*/ 334 h 423"/>
                <a:gd name="T12" fmla="*/ 515 w 529"/>
                <a:gd name="T13" fmla="*/ 279 h 423"/>
                <a:gd name="T14" fmla="*/ 528 w 529"/>
                <a:gd name="T15" fmla="*/ 211 h 423"/>
                <a:gd name="T16" fmla="*/ 507 w 529"/>
                <a:gd name="T17" fmla="*/ 123 h 423"/>
                <a:gd name="T18" fmla="*/ 465 w 529"/>
                <a:gd name="T19" fmla="*/ 72 h 423"/>
                <a:gd name="T20" fmla="*/ 376 w 529"/>
                <a:gd name="T21" fmla="*/ 17 h 423"/>
                <a:gd name="T22" fmla="*/ 266 w 529"/>
                <a:gd name="T23" fmla="*/ 0 h 423"/>
                <a:gd name="T24" fmla="*/ 169 w 529"/>
                <a:gd name="T25" fmla="*/ 13 h 423"/>
                <a:gd name="T26" fmla="*/ 51 w 529"/>
                <a:gd name="T27" fmla="*/ 85 h 423"/>
                <a:gd name="T28" fmla="*/ 17 w 529"/>
                <a:gd name="T29" fmla="*/ 144 h 423"/>
                <a:gd name="T30" fmla="*/ 0 w 529"/>
                <a:gd name="T31" fmla="*/ 211 h 423"/>
                <a:gd name="T32" fmla="*/ 25 w 529"/>
                <a:gd name="T33" fmla="*/ 300 h 423"/>
                <a:gd name="T34" fmla="*/ 68 w 529"/>
                <a:gd name="T35" fmla="*/ 351 h 423"/>
                <a:gd name="T36" fmla="*/ 118 w 529"/>
                <a:gd name="T37" fmla="*/ 173 h 423"/>
                <a:gd name="T38" fmla="*/ 118 w 529"/>
                <a:gd name="T39" fmla="*/ 173 h 423"/>
                <a:gd name="T40" fmla="*/ 140 w 529"/>
                <a:gd name="T41" fmla="*/ 148 h 423"/>
                <a:gd name="T42" fmla="*/ 190 w 529"/>
                <a:gd name="T43" fmla="*/ 118 h 423"/>
                <a:gd name="T44" fmla="*/ 266 w 529"/>
                <a:gd name="T45" fmla="*/ 106 h 423"/>
                <a:gd name="T46" fmla="*/ 334 w 529"/>
                <a:gd name="T47" fmla="*/ 114 h 423"/>
                <a:gd name="T48" fmla="*/ 401 w 529"/>
                <a:gd name="T49" fmla="*/ 156 h 423"/>
                <a:gd name="T50" fmla="*/ 418 w 529"/>
                <a:gd name="T51" fmla="*/ 182 h 423"/>
                <a:gd name="T52" fmla="*/ 422 w 529"/>
                <a:gd name="T53" fmla="*/ 211 h 423"/>
                <a:gd name="T54" fmla="*/ 414 w 529"/>
                <a:gd name="T55" fmla="*/ 245 h 423"/>
                <a:gd name="T56" fmla="*/ 393 w 529"/>
                <a:gd name="T57" fmla="*/ 270 h 423"/>
                <a:gd name="T58" fmla="*/ 338 w 529"/>
                <a:gd name="T59" fmla="*/ 304 h 423"/>
                <a:gd name="T60" fmla="*/ 266 w 529"/>
                <a:gd name="T61" fmla="*/ 317 h 423"/>
                <a:gd name="T62" fmla="*/ 199 w 529"/>
                <a:gd name="T63" fmla="*/ 304 h 423"/>
                <a:gd name="T64" fmla="*/ 131 w 529"/>
                <a:gd name="T65" fmla="*/ 262 h 423"/>
                <a:gd name="T66" fmla="*/ 114 w 529"/>
                <a:gd name="T67" fmla="*/ 237 h 423"/>
                <a:gd name="T68" fmla="*/ 106 w 529"/>
                <a:gd name="T69" fmla="*/ 211 h 423"/>
                <a:gd name="T70" fmla="*/ 118 w 529"/>
                <a:gd name="T71" fmla="*/ 17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29" h="423">
                  <a:moveTo>
                    <a:pt x="68" y="351"/>
                  </a:moveTo>
                  <a:lnTo>
                    <a:pt x="68" y="351"/>
                  </a:lnTo>
                  <a:cubicBezTo>
                    <a:pt x="93" y="372"/>
                    <a:pt x="123" y="389"/>
                    <a:pt x="156" y="401"/>
                  </a:cubicBezTo>
                  <a:cubicBezTo>
                    <a:pt x="190" y="414"/>
                    <a:pt x="228" y="422"/>
                    <a:pt x="266" y="422"/>
                  </a:cubicBezTo>
                  <a:cubicBezTo>
                    <a:pt x="300" y="422"/>
                    <a:pt x="334" y="418"/>
                    <a:pt x="363" y="406"/>
                  </a:cubicBezTo>
                  <a:cubicBezTo>
                    <a:pt x="410" y="393"/>
                    <a:pt x="448" y="368"/>
                    <a:pt x="482" y="334"/>
                  </a:cubicBezTo>
                  <a:cubicBezTo>
                    <a:pt x="494" y="317"/>
                    <a:pt x="507" y="300"/>
                    <a:pt x="515" y="279"/>
                  </a:cubicBezTo>
                  <a:cubicBezTo>
                    <a:pt x="524" y="258"/>
                    <a:pt x="528" y="232"/>
                    <a:pt x="528" y="211"/>
                  </a:cubicBezTo>
                  <a:cubicBezTo>
                    <a:pt x="528" y="177"/>
                    <a:pt x="520" y="148"/>
                    <a:pt x="507" y="123"/>
                  </a:cubicBezTo>
                  <a:cubicBezTo>
                    <a:pt x="494" y="102"/>
                    <a:pt x="482" y="85"/>
                    <a:pt x="465" y="72"/>
                  </a:cubicBezTo>
                  <a:cubicBezTo>
                    <a:pt x="439" y="47"/>
                    <a:pt x="410" y="30"/>
                    <a:pt x="376" y="17"/>
                  </a:cubicBezTo>
                  <a:cubicBezTo>
                    <a:pt x="342" y="4"/>
                    <a:pt x="304" y="0"/>
                    <a:pt x="266" y="0"/>
                  </a:cubicBezTo>
                  <a:cubicBezTo>
                    <a:pt x="232" y="0"/>
                    <a:pt x="199" y="4"/>
                    <a:pt x="169" y="13"/>
                  </a:cubicBezTo>
                  <a:cubicBezTo>
                    <a:pt x="123" y="30"/>
                    <a:pt x="80" y="55"/>
                    <a:pt x="51" y="85"/>
                  </a:cubicBezTo>
                  <a:cubicBezTo>
                    <a:pt x="38" y="102"/>
                    <a:pt x="25" y="123"/>
                    <a:pt x="17" y="144"/>
                  </a:cubicBezTo>
                  <a:cubicBezTo>
                    <a:pt x="9" y="165"/>
                    <a:pt x="0" y="186"/>
                    <a:pt x="0" y="211"/>
                  </a:cubicBezTo>
                  <a:cubicBezTo>
                    <a:pt x="0" y="241"/>
                    <a:pt x="9" y="270"/>
                    <a:pt x="25" y="300"/>
                  </a:cubicBezTo>
                  <a:cubicBezTo>
                    <a:pt x="38" y="317"/>
                    <a:pt x="51" y="334"/>
                    <a:pt x="68" y="351"/>
                  </a:cubicBezTo>
                  <a:close/>
                  <a:moveTo>
                    <a:pt x="118" y="173"/>
                  </a:moveTo>
                  <a:lnTo>
                    <a:pt x="118" y="173"/>
                  </a:lnTo>
                  <a:cubicBezTo>
                    <a:pt x="123" y="165"/>
                    <a:pt x="131" y="156"/>
                    <a:pt x="140" y="148"/>
                  </a:cubicBezTo>
                  <a:cubicBezTo>
                    <a:pt x="152" y="135"/>
                    <a:pt x="169" y="127"/>
                    <a:pt x="190" y="118"/>
                  </a:cubicBezTo>
                  <a:cubicBezTo>
                    <a:pt x="215" y="110"/>
                    <a:pt x="241" y="106"/>
                    <a:pt x="266" y="106"/>
                  </a:cubicBezTo>
                  <a:cubicBezTo>
                    <a:pt x="292" y="106"/>
                    <a:pt x="313" y="110"/>
                    <a:pt x="334" y="114"/>
                  </a:cubicBezTo>
                  <a:cubicBezTo>
                    <a:pt x="363" y="123"/>
                    <a:pt x="384" y="139"/>
                    <a:pt x="401" y="156"/>
                  </a:cubicBezTo>
                  <a:cubicBezTo>
                    <a:pt x="410" y="165"/>
                    <a:pt x="414" y="173"/>
                    <a:pt x="418" y="182"/>
                  </a:cubicBezTo>
                  <a:cubicBezTo>
                    <a:pt x="422" y="194"/>
                    <a:pt x="422" y="203"/>
                    <a:pt x="422" y="211"/>
                  </a:cubicBezTo>
                  <a:cubicBezTo>
                    <a:pt x="422" y="224"/>
                    <a:pt x="422" y="232"/>
                    <a:pt x="414" y="245"/>
                  </a:cubicBezTo>
                  <a:cubicBezTo>
                    <a:pt x="410" y="254"/>
                    <a:pt x="401" y="262"/>
                    <a:pt x="393" y="270"/>
                  </a:cubicBezTo>
                  <a:cubicBezTo>
                    <a:pt x="380" y="283"/>
                    <a:pt x="359" y="296"/>
                    <a:pt x="338" y="304"/>
                  </a:cubicBezTo>
                  <a:cubicBezTo>
                    <a:pt x="317" y="313"/>
                    <a:pt x="292" y="317"/>
                    <a:pt x="266" y="317"/>
                  </a:cubicBezTo>
                  <a:cubicBezTo>
                    <a:pt x="241" y="317"/>
                    <a:pt x="220" y="313"/>
                    <a:pt x="199" y="304"/>
                  </a:cubicBezTo>
                  <a:cubicBezTo>
                    <a:pt x="169" y="296"/>
                    <a:pt x="144" y="279"/>
                    <a:pt x="131" y="262"/>
                  </a:cubicBezTo>
                  <a:cubicBezTo>
                    <a:pt x="123" y="254"/>
                    <a:pt x="118" y="245"/>
                    <a:pt x="114" y="237"/>
                  </a:cubicBezTo>
                  <a:cubicBezTo>
                    <a:pt x="110" y="228"/>
                    <a:pt x="106" y="220"/>
                    <a:pt x="106" y="211"/>
                  </a:cubicBezTo>
                  <a:cubicBezTo>
                    <a:pt x="106" y="199"/>
                    <a:pt x="110" y="186"/>
                    <a:pt x="118"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6" name="Freeform 73">
              <a:extLst>
                <a:ext uri="{FF2B5EF4-FFF2-40B4-BE49-F238E27FC236}">
                  <a16:creationId xmlns:a16="http://schemas.microsoft.com/office/drawing/2014/main" id="{C685BB58-EA3F-5A0D-97C0-106376BEDAD0}"/>
                </a:ext>
              </a:extLst>
            </p:cNvPr>
            <p:cNvSpPr>
              <a:spLocks noChangeArrowheads="1"/>
            </p:cNvSpPr>
            <p:nvPr/>
          </p:nvSpPr>
          <p:spPr bwMode="auto">
            <a:xfrm>
              <a:off x="9424988" y="6904038"/>
              <a:ext cx="173037" cy="131762"/>
            </a:xfrm>
            <a:custGeom>
              <a:avLst/>
              <a:gdLst>
                <a:gd name="T0" fmla="*/ 241 w 479"/>
                <a:gd name="T1" fmla="*/ 367 h 368"/>
                <a:gd name="T2" fmla="*/ 241 w 479"/>
                <a:gd name="T3" fmla="*/ 367 h 368"/>
                <a:gd name="T4" fmla="*/ 326 w 479"/>
                <a:gd name="T5" fmla="*/ 355 h 368"/>
                <a:gd name="T6" fmla="*/ 385 w 479"/>
                <a:gd name="T7" fmla="*/ 329 h 368"/>
                <a:gd name="T8" fmla="*/ 448 w 479"/>
                <a:gd name="T9" fmla="*/ 270 h 368"/>
                <a:gd name="T10" fmla="*/ 469 w 479"/>
                <a:gd name="T11" fmla="*/ 228 h 368"/>
                <a:gd name="T12" fmla="*/ 478 w 479"/>
                <a:gd name="T13" fmla="*/ 186 h 368"/>
                <a:gd name="T14" fmla="*/ 473 w 479"/>
                <a:gd name="T15" fmla="*/ 143 h 368"/>
                <a:gd name="T16" fmla="*/ 440 w 479"/>
                <a:gd name="T17" fmla="*/ 80 h 368"/>
                <a:gd name="T18" fmla="*/ 351 w 479"/>
                <a:gd name="T19" fmla="*/ 21 h 368"/>
                <a:gd name="T20" fmla="*/ 241 w 479"/>
                <a:gd name="T21" fmla="*/ 0 h 368"/>
                <a:gd name="T22" fmla="*/ 152 w 479"/>
                <a:gd name="T23" fmla="*/ 13 h 368"/>
                <a:gd name="T24" fmla="*/ 93 w 479"/>
                <a:gd name="T25" fmla="*/ 38 h 368"/>
                <a:gd name="T26" fmla="*/ 30 w 479"/>
                <a:gd name="T27" fmla="*/ 97 h 368"/>
                <a:gd name="T28" fmla="*/ 9 w 479"/>
                <a:gd name="T29" fmla="*/ 139 h 368"/>
                <a:gd name="T30" fmla="*/ 0 w 479"/>
                <a:gd name="T31" fmla="*/ 186 h 368"/>
                <a:gd name="T32" fmla="*/ 9 w 479"/>
                <a:gd name="T33" fmla="*/ 224 h 368"/>
                <a:gd name="T34" fmla="*/ 43 w 479"/>
                <a:gd name="T35" fmla="*/ 287 h 368"/>
                <a:gd name="T36" fmla="*/ 127 w 479"/>
                <a:gd name="T37" fmla="*/ 346 h 368"/>
                <a:gd name="T38" fmla="*/ 241 w 479"/>
                <a:gd name="T39" fmla="*/ 367 h 368"/>
                <a:gd name="T40" fmla="*/ 119 w 479"/>
                <a:gd name="T41" fmla="*/ 211 h 368"/>
                <a:gd name="T42" fmla="*/ 119 w 479"/>
                <a:gd name="T43" fmla="*/ 211 h 368"/>
                <a:gd name="T44" fmla="*/ 110 w 479"/>
                <a:gd name="T45" fmla="*/ 198 h 368"/>
                <a:gd name="T46" fmla="*/ 106 w 479"/>
                <a:gd name="T47" fmla="*/ 186 h 368"/>
                <a:gd name="T48" fmla="*/ 110 w 479"/>
                <a:gd name="T49" fmla="*/ 173 h 368"/>
                <a:gd name="T50" fmla="*/ 123 w 479"/>
                <a:gd name="T51" fmla="*/ 148 h 368"/>
                <a:gd name="T52" fmla="*/ 169 w 479"/>
                <a:gd name="T53" fmla="*/ 118 h 368"/>
                <a:gd name="T54" fmla="*/ 241 w 479"/>
                <a:gd name="T55" fmla="*/ 105 h 368"/>
                <a:gd name="T56" fmla="*/ 296 w 479"/>
                <a:gd name="T57" fmla="*/ 114 h 368"/>
                <a:gd name="T58" fmla="*/ 330 w 479"/>
                <a:gd name="T59" fmla="*/ 126 h 368"/>
                <a:gd name="T60" fmla="*/ 364 w 479"/>
                <a:gd name="T61" fmla="*/ 156 h 368"/>
                <a:gd name="T62" fmla="*/ 368 w 479"/>
                <a:gd name="T63" fmla="*/ 169 h 368"/>
                <a:gd name="T64" fmla="*/ 372 w 479"/>
                <a:gd name="T65" fmla="*/ 186 h 368"/>
                <a:gd name="T66" fmla="*/ 368 w 479"/>
                <a:gd name="T67" fmla="*/ 194 h 368"/>
                <a:gd name="T68" fmla="*/ 359 w 479"/>
                <a:gd name="T69" fmla="*/ 219 h 368"/>
                <a:gd name="T70" fmla="*/ 313 w 479"/>
                <a:gd name="T71" fmla="*/ 249 h 368"/>
                <a:gd name="T72" fmla="*/ 241 w 479"/>
                <a:gd name="T73" fmla="*/ 262 h 368"/>
                <a:gd name="T74" fmla="*/ 182 w 479"/>
                <a:gd name="T75" fmla="*/ 253 h 368"/>
                <a:gd name="T76" fmla="*/ 148 w 479"/>
                <a:gd name="T77" fmla="*/ 241 h 368"/>
                <a:gd name="T78" fmla="*/ 119 w 479"/>
                <a:gd name="T79" fmla="*/ 211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9" h="368">
                  <a:moveTo>
                    <a:pt x="241" y="367"/>
                  </a:moveTo>
                  <a:lnTo>
                    <a:pt x="241" y="367"/>
                  </a:lnTo>
                  <a:cubicBezTo>
                    <a:pt x="271" y="367"/>
                    <a:pt x="300" y="363"/>
                    <a:pt x="326" y="355"/>
                  </a:cubicBezTo>
                  <a:cubicBezTo>
                    <a:pt x="347" y="350"/>
                    <a:pt x="368" y="342"/>
                    <a:pt x="385" y="329"/>
                  </a:cubicBezTo>
                  <a:cubicBezTo>
                    <a:pt x="410" y="317"/>
                    <a:pt x="431" y="295"/>
                    <a:pt x="448" y="270"/>
                  </a:cubicBezTo>
                  <a:cubicBezTo>
                    <a:pt x="457" y="257"/>
                    <a:pt x="465" y="245"/>
                    <a:pt x="469" y="228"/>
                  </a:cubicBezTo>
                  <a:cubicBezTo>
                    <a:pt x="473" y="215"/>
                    <a:pt x="478" y="198"/>
                    <a:pt x="478" y="186"/>
                  </a:cubicBezTo>
                  <a:cubicBezTo>
                    <a:pt x="478" y="169"/>
                    <a:pt x="473" y="156"/>
                    <a:pt x="473" y="143"/>
                  </a:cubicBezTo>
                  <a:cubicBezTo>
                    <a:pt x="465" y="118"/>
                    <a:pt x="452" y="97"/>
                    <a:pt x="440" y="80"/>
                  </a:cubicBezTo>
                  <a:cubicBezTo>
                    <a:pt x="414" y="55"/>
                    <a:pt x="385" y="34"/>
                    <a:pt x="351" y="21"/>
                  </a:cubicBezTo>
                  <a:cubicBezTo>
                    <a:pt x="317" y="8"/>
                    <a:pt x="279" y="0"/>
                    <a:pt x="241" y="0"/>
                  </a:cubicBezTo>
                  <a:cubicBezTo>
                    <a:pt x="207" y="0"/>
                    <a:pt x="178" y="4"/>
                    <a:pt x="152" y="13"/>
                  </a:cubicBezTo>
                  <a:cubicBezTo>
                    <a:pt x="131" y="17"/>
                    <a:pt x="114" y="25"/>
                    <a:pt x="93" y="38"/>
                  </a:cubicBezTo>
                  <a:cubicBezTo>
                    <a:pt x="68" y="51"/>
                    <a:pt x="47" y="72"/>
                    <a:pt x="30" y="97"/>
                  </a:cubicBezTo>
                  <a:cubicBezTo>
                    <a:pt x="21" y="110"/>
                    <a:pt x="13" y="122"/>
                    <a:pt x="9" y="139"/>
                  </a:cubicBezTo>
                  <a:cubicBezTo>
                    <a:pt x="5" y="152"/>
                    <a:pt x="0" y="169"/>
                    <a:pt x="0" y="186"/>
                  </a:cubicBezTo>
                  <a:cubicBezTo>
                    <a:pt x="0" y="198"/>
                    <a:pt x="5" y="211"/>
                    <a:pt x="9" y="224"/>
                  </a:cubicBezTo>
                  <a:cubicBezTo>
                    <a:pt x="13" y="249"/>
                    <a:pt x="26" y="270"/>
                    <a:pt x="43" y="287"/>
                  </a:cubicBezTo>
                  <a:cubicBezTo>
                    <a:pt x="64" y="312"/>
                    <a:pt x="93" y="334"/>
                    <a:pt x="127" y="346"/>
                  </a:cubicBezTo>
                  <a:cubicBezTo>
                    <a:pt x="161" y="363"/>
                    <a:pt x="199" y="367"/>
                    <a:pt x="241" y="367"/>
                  </a:cubicBezTo>
                  <a:close/>
                  <a:moveTo>
                    <a:pt x="119" y="211"/>
                  </a:moveTo>
                  <a:lnTo>
                    <a:pt x="119" y="211"/>
                  </a:lnTo>
                  <a:cubicBezTo>
                    <a:pt x="114" y="207"/>
                    <a:pt x="110" y="203"/>
                    <a:pt x="110" y="198"/>
                  </a:cubicBezTo>
                  <a:cubicBezTo>
                    <a:pt x="110" y="194"/>
                    <a:pt x="106" y="190"/>
                    <a:pt x="106" y="186"/>
                  </a:cubicBezTo>
                  <a:cubicBezTo>
                    <a:pt x="106" y="181"/>
                    <a:pt x="110" y="177"/>
                    <a:pt x="110" y="173"/>
                  </a:cubicBezTo>
                  <a:cubicBezTo>
                    <a:pt x="110" y="165"/>
                    <a:pt x="114" y="156"/>
                    <a:pt x="123" y="148"/>
                  </a:cubicBezTo>
                  <a:cubicBezTo>
                    <a:pt x="131" y="139"/>
                    <a:pt x="148" y="126"/>
                    <a:pt x="169" y="118"/>
                  </a:cubicBezTo>
                  <a:cubicBezTo>
                    <a:pt x="186" y="110"/>
                    <a:pt x="211" y="105"/>
                    <a:pt x="241" y="105"/>
                  </a:cubicBezTo>
                  <a:cubicBezTo>
                    <a:pt x="258" y="105"/>
                    <a:pt x="279" y="110"/>
                    <a:pt x="296" y="114"/>
                  </a:cubicBezTo>
                  <a:cubicBezTo>
                    <a:pt x="309" y="118"/>
                    <a:pt x="321" y="122"/>
                    <a:pt x="330" y="126"/>
                  </a:cubicBezTo>
                  <a:cubicBezTo>
                    <a:pt x="347" y="135"/>
                    <a:pt x="355" y="148"/>
                    <a:pt x="364" y="156"/>
                  </a:cubicBezTo>
                  <a:cubicBezTo>
                    <a:pt x="364" y="160"/>
                    <a:pt x="368" y="165"/>
                    <a:pt x="368" y="169"/>
                  </a:cubicBezTo>
                  <a:cubicBezTo>
                    <a:pt x="372" y="173"/>
                    <a:pt x="372" y="177"/>
                    <a:pt x="372" y="186"/>
                  </a:cubicBezTo>
                  <a:cubicBezTo>
                    <a:pt x="372" y="190"/>
                    <a:pt x="372" y="190"/>
                    <a:pt x="368" y="194"/>
                  </a:cubicBezTo>
                  <a:cubicBezTo>
                    <a:pt x="368" y="203"/>
                    <a:pt x="364" y="211"/>
                    <a:pt x="359" y="219"/>
                  </a:cubicBezTo>
                  <a:cubicBezTo>
                    <a:pt x="347" y="228"/>
                    <a:pt x="330" y="241"/>
                    <a:pt x="313" y="249"/>
                  </a:cubicBezTo>
                  <a:cubicBezTo>
                    <a:pt x="292" y="257"/>
                    <a:pt x="266" y="262"/>
                    <a:pt x="241" y="262"/>
                  </a:cubicBezTo>
                  <a:cubicBezTo>
                    <a:pt x="220" y="262"/>
                    <a:pt x="199" y="262"/>
                    <a:pt x="182" y="253"/>
                  </a:cubicBezTo>
                  <a:cubicBezTo>
                    <a:pt x="169" y="249"/>
                    <a:pt x="157" y="245"/>
                    <a:pt x="148" y="241"/>
                  </a:cubicBezTo>
                  <a:cubicBezTo>
                    <a:pt x="136" y="232"/>
                    <a:pt x="123" y="219"/>
                    <a:pt x="119" y="2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7" name="Freeform 74">
              <a:extLst>
                <a:ext uri="{FF2B5EF4-FFF2-40B4-BE49-F238E27FC236}">
                  <a16:creationId xmlns:a16="http://schemas.microsoft.com/office/drawing/2014/main" id="{0E4D8BAA-7085-2212-4BCE-9E6CC1AEBA8D}"/>
                </a:ext>
              </a:extLst>
            </p:cNvPr>
            <p:cNvSpPr>
              <a:spLocks noChangeArrowheads="1"/>
            </p:cNvSpPr>
            <p:nvPr/>
          </p:nvSpPr>
          <p:spPr bwMode="auto">
            <a:xfrm>
              <a:off x="9310688" y="6959600"/>
              <a:ext cx="76200" cy="38100"/>
            </a:xfrm>
            <a:custGeom>
              <a:avLst/>
              <a:gdLst>
                <a:gd name="T0" fmla="*/ 160 w 212"/>
                <a:gd name="T1" fmla="*/ 0 h 107"/>
                <a:gd name="T2" fmla="*/ 160 w 212"/>
                <a:gd name="T3" fmla="*/ 0 h 107"/>
                <a:gd name="T4" fmla="*/ 54 w 212"/>
                <a:gd name="T5" fmla="*/ 0 h 107"/>
                <a:gd name="T6" fmla="*/ 0 w 212"/>
                <a:gd name="T7" fmla="*/ 55 h 107"/>
                <a:gd name="T8" fmla="*/ 54 w 212"/>
                <a:gd name="T9" fmla="*/ 106 h 107"/>
                <a:gd name="T10" fmla="*/ 160 w 212"/>
                <a:gd name="T11" fmla="*/ 106 h 107"/>
                <a:gd name="T12" fmla="*/ 211 w 212"/>
                <a:gd name="T13" fmla="*/ 55 h 107"/>
                <a:gd name="T14" fmla="*/ 160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0" y="0"/>
                  </a:moveTo>
                  <a:lnTo>
                    <a:pt x="160" y="0"/>
                  </a:lnTo>
                  <a:cubicBezTo>
                    <a:pt x="54" y="0"/>
                    <a:pt x="54" y="0"/>
                    <a:pt x="54" y="0"/>
                  </a:cubicBezTo>
                  <a:cubicBezTo>
                    <a:pt x="25" y="0"/>
                    <a:pt x="0" y="25"/>
                    <a:pt x="0" y="55"/>
                  </a:cubicBezTo>
                  <a:cubicBezTo>
                    <a:pt x="0" y="85"/>
                    <a:pt x="25" y="106"/>
                    <a:pt x="54" y="106"/>
                  </a:cubicBezTo>
                  <a:cubicBezTo>
                    <a:pt x="160" y="106"/>
                    <a:pt x="160" y="106"/>
                    <a:pt x="160" y="106"/>
                  </a:cubicBezTo>
                  <a:cubicBezTo>
                    <a:pt x="190" y="106"/>
                    <a:pt x="211" y="85"/>
                    <a:pt x="211" y="55"/>
                  </a:cubicBezTo>
                  <a:cubicBezTo>
                    <a:pt x="211" y="25"/>
                    <a:pt x="190"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8" name="Freeform 75">
              <a:extLst>
                <a:ext uri="{FF2B5EF4-FFF2-40B4-BE49-F238E27FC236}">
                  <a16:creationId xmlns:a16="http://schemas.microsoft.com/office/drawing/2014/main" id="{8590E03A-6A5D-A13A-0F7F-DD7285481E57}"/>
                </a:ext>
              </a:extLst>
            </p:cNvPr>
            <p:cNvSpPr>
              <a:spLocks noChangeArrowheads="1"/>
            </p:cNvSpPr>
            <p:nvPr/>
          </p:nvSpPr>
          <p:spPr bwMode="auto">
            <a:xfrm>
              <a:off x="9690100" y="6978650"/>
              <a:ext cx="76200" cy="38100"/>
            </a:xfrm>
            <a:custGeom>
              <a:avLst/>
              <a:gdLst>
                <a:gd name="T0" fmla="*/ 212 w 213"/>
                <a:gd name="T1" fmla="*/ 51 h 107"/>
                <a:gd name="T2" fmla="*/ 212 w 213"/>
                <a:gd name="T3" fmla="*/ 51 h 107"/>
                <a:gd name="T4" fmla="*/ 161 w 213"/>
                <a:gd name="T5" fmla="*/ 0 h 107"/>
                <a:gd name="T6" fmla="*/ 55 w 213"/>
                <a:gd name="T7" fmla="*/ 0 h 107"/>
                <a:gd name="T8" fmla="*/ 0 w 213"/>
                <a:gd name="T9" fmla="*/ 51 h 107"/>
                <a:gd name="T10" fmla="*/ 55 w 213"/>
                <a:gd name="T11" fmla="*/ 106 h 107"/>
                <a:gd name="T12" fmla="*/ 161 w 213"/>
                <a:gd name="T13" fmla="*/ 106 h 107"/>
                <a:gd name="T14" fmla="*/ 212 w 213"/>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3" h="107">
                  <a:moveTo>
                    <a:pt x="212" y="51"/>
                  </a:moveTo>
                  <a:lnTo>
                    <a:pt x="212" y="51"/>
                  </a:lnTo>
                  <a:cubicBezTo>
                    <a:pt x="212" y="21"/>
                    <a:pt x="191" y="0"/>
                    <a:pt x="161" y="0"/>
                  </a:cubicBezTo>
                  <a:cubicBezTo>
                    <a:pt x="55" y="0"/>
                    <a:pt x="55" y="0"/>
                    <a:pt x="55" y="0"/>
                  </a:cubicBezTo>
                  <a:cubicBezTo>
                    <a:pt x="26" y="0"/>
                    <a:pt x="0" y="21"/>
                    <a:pt x="0" y="51"/>
                  </a:cubicBezTo>
                  <a:cubicBezTo>
                    <a:pt x="0" y="80"/>
                    <a:pt x="26" y="106"/>
                    <a:pt x="55" y="106"/>
                  </a:cubicBezTo>
                  <a:cubicBezTo>
                    <a:pt x="161" y="106"/>
                    <a:pt x="161" y="106"/>
                    <a:pt x="161" y="106"/>
                  </a:cubicBezTo>
                  <a:cubicBezTo>
                    <a:pt x="191" y="106"/>
                    <a:pt x="212" y="80"/>
                    <a:pt x="212"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9" name="Freeform 76">
              <a:extLst>
                <a:ext uri="{FF2B5EF4-FFF2-40B4-BE49-F238E27FC236}">
                  <a16:creationId xmlns:a16="http://schemas.microsoft.com/office/drawing/2014/main" id="{72EB7A6E-71BC-5F9B-200C-B661290FF636}"/>
                </a:ext>
              </a:extLst>
            </p:cNvPr>
            <p:cNvSpPr>
              <a:spLocks noChangeArrowheads="1"/>
            </p:cNvSpPr>
            <p:nvPr/>
          </p:nvSpPr>
          <p:spPr bwMode="auto">
            <a:xfrm>
              <a:off x="9386888" y="7112000"/>
              <a:ext cx="76200" cy="38100"/>
            </a:xfrm>
            <a:custGeom>
              <a:avLst/>
              <a:gdLst>
                <a:gd name="T0" fmla="*/ 55 w 212"/>
                <a:gd name="T1" fmla="*/ 106 h 107"/>
                <a:gd name="T2" fmla="*/ 55 w 212"/>
                <a:gd name="T3" fmla="*/ 106 h 107"/>
                <a:gd name="T4" fmla="*/ 160 w 212"/>
                <a:gd name="T5" fmla="*/ 106 h 107"/>
                <a:gd name="T6" fmla="*/ 211 w 212"/>
                <a:gd name="T7" fmla="*/ 55 h 107"/>
                <a:gd name="T8" fmla="*/ 160 w 212"/>
                <a:gd name="T9" fmla="*/ 0 h 107"/>
                <a:gd name="T10" fmla="*/ 55 w 212"/>
                <a:gd name="T11" fmla="*/ 0 h 107"/>
                <a:gd name="T12" fmla="*/ 0 w 212"/>
                <a:gd name="T13" fmla="*/ 55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5"/>
                    <a:pt x="211" y="55"/>
                  </a:cubicBezTo>
                  <a:cubicBezTo>
                    <a:pt x="211" y="26"/>
                    <a:pt x="190" y="0"/>
                    <a:pt x="160" y="0"/>
                  </a:cubicBezTo>
                  <a:cubicBezTo>
                    <a:pt x="55" y="0"/>
                    <a:pt x="55" y="0"/>
                    <a:pt x="55" y="0"/>
                  </a:cubicBezTo>
                  <a:cubicBezTo>
                    <a:pt x="25" y="0"/>
                    <a:pt x="0" y="26"/>
                    <a:pt x="0" y="55"/>
                  </a:cubicBezTo>
                  <a:cubicBezTo>
                    <a:pt x="0" y="85"/>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0" name="Group 363">
            <a:extLst>
              <a:ext uri="{FF2B5EF4-FFF2-40B4-BE49-F238E27FC236}">
                <a16:creationId xmlns:a16="http://schemas.microsoft.com/office/drawing/2014/main" id="{AFC8EEA4-1BDD-99D5-DF07-DF1AC62E728D}"/>
              </a:ext>
            </a:extLst>
          </p:cNvPr>
          <p:cNvGrpSpPr/>
          <p:nvPr/>
        </p:nvGrpSpPr>
        <p:grpSpPr>
          <a:xfrm>
            <a:off x="3697047" y="4352692"/>
            <a:ext cx="277972" cy="277972"/>
            <a:chOff x="9043988" y="1620838"/>
            <a:chExt cx="950912" cy="950912"/>
          </a:xfrm>
          <a:solidFill>
            <a:schemeClr val="tx2"/>
          </a:solidFill>
        </p:grpSpPr>
        <p:sp>
          <p:nvSpPr>
            <p:cNvPr id="361" name="Freeform 77">
              <a:extLst>
                <a:ext uri="{FF2B5EF4-FFF2-40B4-BE49-F238E27FC236}">
                  <a16:creationId xmlns:a16="http://schemas.microsoft.com/office/drawing/2014/main" id="{C0D1597D-55AA-121A-165E-F5AB5749BD17}"/>
                </a:ext>
              </a:extLst>
            </p:cNvPr>
            <p:cNvSpPr>
              <a:spLocks noChangeArrowheads="1"/>
            </p:cNvSpPr>
            <p:nvPr/>
          </p:nvSpPr>
          <p:spPr bwMode="auto">
            <a:xfrm>
              <a:off x="9804400" y="2114550"/>
              <a:ext cx="190500" cy="190500"/>
            </a:xfrm>
            <a:custGeom>
              <a:avLst/>
              <a:gdLst>
                <a:gd name="T0" fmla="*/ 477 w 529"/>
                <a:gd name="T1" fmla="*/ 262 h 529"/>
                <a:gd name="T2" fmla="*/ 477 w 529"/>
                <a:gd name="T3" fmla="*/ 262 h 529"/>
                <a:gd name="T4" fmla="*/ 422 w 529"/>
                <a:gd name="T5" fmla="*/ 262 h 529"/>
                <a:gd name="T6" fmla="*/ 410 w 529"/>
                <a:gd name="T7" fmla="*/ 325 h 529"/>
                <a:gd name="T8" fmla="*/ 355 w 529"/>
                <a:gd name="T9" fmla="*/ 393 h 529"/>
                <a:gd name="T10" fmla="*/ 266 w 529"/>
                <a:gd name="T11" fmla="*/ 422 h 529"/>
                <a:gd name="T12" fmla="*/ 203 w 529"/>
                <a:gd name="T13" fmla="*/ 410 h 529"/>
                <a:gd name="T14" fmla="*/ 135 w 529"/>
                <a:gd name="T15" fmla="*/ 351 h 529"/>
                <a:gd name="T16" fmla="*/ 106 w 529"/>
                <a:gd name="T17" fmla="*/ 262 h 529"/>
                <a:gd name="T18" fmla="*/ 118 w 529"/>
                <a:gd name="T19" fmla="*/ 203 h 529"/>
                <a:gd name="T20" fmla="*/ 178 w 529"/>
                <a:gd name="T21" fmla="*/ 131 h 529"/>
                <a:gd name="T22" fmla="*/ 266 w 529"/>
                <a:gd name="T23" fmla="*/ 106 h 529"/>
                <a:gd name="T24" fmla="*/ 325 w 529"/>
                <a:gd name="T25" fmla="*/ 118 h 529"/>
                <a:gd name="T26" fmla="*/ 397 w 529"/>
                <a:gd name="T27" fmla="*/ 173 h 529"/>
                <a:gd name="T28" fmla="*/ 422 w 529"/>
                <a:gd name="T29" fmla="*/ 262 h 529"/>
                <a:gd name="T30" fmla="*/ 477 w 529"/>
                <a:gd name="T31" fmla="*/ 262 h 529"/>
                <a:gd name="T32" fmla="*/ 528 w 529"/>
                <a:gd name="T33" fmla="*/ 262 h 529"/>
                <a:gd name="T34" fmla="*/ 507 w 529"/>
                <a:gd name="T35" fmla="*/ 161 h 529"/>
                <a:gd name="T36" fmla="*/ 414 w 529"/>
                <a:gd name="T37" fmla="*/ 47 h 529"/>
                <a:gd name="T38" fmla="*/ 266 w 529"/>
                <a:gd name="T39" fmla="*/ 0 h 529"/>
                <a:gd name="T40" fmla="*/ 165 w 529"/>
                <a:gd name="T41" fmla="*/ 21 h 529"/>
                <a:gd name="T42" fmla="*/ 47 w 529"/>
                <a:gd name="T43" fmla="*/ 114 h 529"/>
                <a:gd name="T44" fmla="*/ 0 w 529"/>
                <a:gd name="T45" fmla="*/ 262 h 529"/>
                <a:gd name="T46" fmla="*/ 21 w 529"/>
                <a:gd name="T47" fmla="*/ 368 h 529"/>
                <a:gd name="T48" fmla="*/ 118 w 529"/>
                <a:gd name="T49" fmla="*/ 482 h 529"/>
                <a:gd name="T50" fmla="*/ 266 w 529"/>
                <a:gd name="T51" fmla="*/ 528 h 529"/>
                <a:gd name="T52" fmla="*/ 368 w 529"/>
                <a:gd name="T53" fmla="*/ 507 h 529"/>
                <a:gd name="T54" fmla="*/ 486 w 529"/>
                <a:gd name="T55" fmla="*/ 410 h 529"/>
                <a:gd name="T56" fmla="*/ 528 w 529"/>
                <a:gd name="T57" fmla="*/ 262 h 529"/>
                <a:gd name="T58" fmla="*/ 477 w 529"/>
                <a:gd name="T59" fmla="*/ 262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29" h="529">
                  <a:moveTo>
                    <a:pt x="477" y="262"/>
                  </a:moveTo>
                  <a:lnTo>
                    <a:pt x="477" y="262"/>
                  </a:lnTo>
                  <a:cubicBezTo>
                    <a:pt x="422" y="262"/>
                    <a:pt x="422" y="262"/>
                    <a:pt x="422" y="262"/>
                  </a:cubicBezTo>
                  <a:cubicBezTo>
                    <a:pt x="422" y="287"/>
                    <a:pt x="418" y="304"/>
                    <a:pt x="410" y="325"/>
                  </a:cubicBezTo>
                  <a:cubicBezTo>
                    <a:pt x="401" y="355"/>
                    <a:pt x="380" y="376"/>
                    <a:pt x="355" y="393"/>
                  </a:cubicBezTo>
                  <a:cubicBezTo>
                    <a:pt x="330" y="410"/>
                    <a:pt x="300" y="422"/>
                    <a:pt x="266" y="422"/>
                  </a:cubicBezTo>
                  <a:cubicBezTo>
                    <a:pt x="245" y="422"/>
                    <a:pt x="224" y="418"/>
                    <a:pt x="203" y="410"/>
                  </a:cubicBezTo>
                  <a:cubicBezTo>
                    <a:pt x="178" y="397"/>
                    <a:pt x="152" y="376"/>
                    <a:pt x="135" y="351"/>
                  </a:cubicBezTo>
                  <a:cubicBezTo>
                    <a:pt x="118" y="325"/>
                    <a:pt x="106" y="296"/>
                    <a:pt x="106" y="262"/>
                  </a:cubicBezTo>
                  <a:cubicBezTo>
                    <a:pt x="106" y="241"/>
                    <a:pt x="110" y="220"/>
                    <a:pt x="118" y="203"/>
                  </a:cubicBezTo>
                  <a:cubicBezTo>
                    <a:pt x="131" y="173"/>
                    <a:pt x="152" y="148"/>
                    <a:pt x="178" y="131"/>
                  </a:cubicBezTo>
                  <a:cubicBezTo>
                    <a:pt x="203" y="114"/>
                    <a:pt x="232" y="106"/>
                    <a:pt x="266" y="106"/>
                  </a:cubicBezTo>
                  <a:cubicBezTo>
                    <a:pt x="287" y="106"/>
                    <a:pt x="308" y="110"/>
                    <a:pt x="325" y="118"/>
                  </a:cubicBezTo>
                  <a:cubicBezTo>
                    <a:pt x="355" y="131"/>
                    <a:pt x="380" y="148"/>
                    <a:pt x="397" y="173"/>
                  </a:cubicBezTo>
                  <a:cubicBezTo>
                    <a:pt x="414" y="199"/>
                    <a:pt x="422" y="232"/>
                    <a:pt x="422" y="262"/>
                  </a:cubicBezTo>
                  <a:cubicBezTo>
                    <a:pt x="477" y="262"/>
                    <a:pt x="477" y="262"/>
                    <a:pt x="477" y="262"/>
                  </a:cubicBezTo>
                  <a:cubicBezTo>
                    <a:pt x="528" y="262"/>
                    <a:pt x="528" y="262"/>
                    <a:pt x="528" y="262"/>
                  </a:cubicBezTo>
                  <a:cubicBezTo>
                    <a:pt x="528" y="228"/>
                    <a:pt x="524" y="190"/>
                    <a:pt x="507" y="161"/>
                  </a:cubicBezTo>
                  <a:cubicBezTo>
                    <a:pt x="490" y="114"/>
                    <a:pt x="456" y="72"/>
                    <a:pt x="414" y="47"/>
                  </a:cubicBezTo>
                  <a:cubicBezTo>
                    <a:pt x="372" y="17"/>
                    <a:pt x="321" y="0"/>
                    <a:pt x="266" y="0"/>
                  </a:cubicBezTo>
                  <a:cubicBezTo>
                    <a:pt x="228" y="0"/>
                    <a:pt x="194" y="9"/>
                    <a:pt x="165" y="21"/>
                  </a:cubicBezTo>
                  <a:cubicBezTo>
                    <a:pt x="114" y="38"/>
                    <a:pt x="76" y="72"/>
                    <a:pt x="47" y="114"/>
                  </a:cubicBezTo>
                  <a:cubicBezTo>
                    <a:pt x="17" y="156"/>
                    <a:pt x="0" y="207"/>
                    <a:pt x="0" y="262"/>
                  </a:cubicBezTo>
                  <a:cubicBezTo>
                    <a:pt x="0" y="300"/>
                    <a:pt x="9" y="334"/>
                    <a:pt x="21" y="368"/>
                  </a:cubicBezTo>
                  <a:cubicBezTo>
                    <a:pt x="42" y="414"/>
                    <a:pt x="76" y="452"/>
                    <a:pt x="118" y="482"/>
                  </a:cubicBezTo>
                  <a:cubicBezTo>
                    <a:pt x="161" y="511"/>
                    <a:pt x="211" y="528"/>
                    <a:pt x="266" y="528"/>
                  </a:cubicBezTo>
                  <a:cubicBezTo>
                    <a:pt x="300" y="528"/>
                    <a:pt x="338" y="520"/>
                    <a:pt x="368" y="507"/>
                  </a:cubicBezTo>
                  <a:cubicBezTo>
                    <a:pt x="414" y="486"/>
                    <a:pt x="456" y="452"/>
                    <a:pt x="486" y="410"/>
                  </a:cubicBezTo>
                  <a:cubicBezTo>
                    <a:pt x="511" y="368"/>
                    <a:pt x="528" y="317"/>
                    <a:pt x="528" y="262"/>
                  </a:cubicBezTo>
                  <a:lnTo>
                    <a:pt x="477" y="26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2" name="Freeform 78">
              <a:extLst>
                <a:ext uri="{FF2B5EF4-FFF2-40B4-BE49-F238E27FC236}">
                  <a16:creationId xmlns:a16="http://schemas.microsoft.com/office/drawing/2014/main" id="{1E4E2A42-81B2-87FF-7403-0D8BBEC7BB51}"/>
                </a:ext>
              </a:extLst>
            </p:cNvPr>
            <p:cNvSpPr>
              <a:spLocks noChangeArrowheads="1"/>
            </p:cNvSpPr>
            <p:nvPr/>
          </p:nvSpPr>
          <p:spPr bwMode="auto">
            <a:xfrm>
              <a:off x="9043988" y="1658938"/>
              <a:ext cx="722312" cy="569912"/>
            </a:xfrm>
            <a:custGeom>
              <a:avLst/>
              <a:gdLst>
                <a:gd name="T0" fmla="*/ 1794 w 2007"/>
                <a:gd name="T1" fmla="*/ 106 h 1585"/>
                <a:gd name="T2" fmla="*/ 1794 w 2007"/>
                <a:gd name="T3" fmla="*/ 106 h 1585"/>
                <a:gd name="T4" fmla="*/ 1832 w 2007"/>
                <a:gd name="T5" fmla="*/ 110 h 1585"/>
                <a:gd name="T6" fmla="*/ 1854 w 2007"/>
                <a:gd name="T7" fmla="*/ 123 h 1585"/>
                <a:gd name="T8" fmla="*/ 1866 w 2007"/>
                <a:gd name="T9" fmla="*/ 140 h 1585"/>
                <a:gd name="T10" fmla="*/ 1892 w 2007"/>
                <a:gd name="T11" fmla="*/ 199 h 1585"/>
                <a:gd name="T12" fmla="*/ 1900 w 2007"/>
                <a:gd name="T13" fmla="*/ 317 h 1585"/>
                <a:gd name="T14" fmla="*/ 1887 w 2007"/>
                <a:gd name="T15" fmla="*/ 448 h 1585"/>
                <a:gd name="T16" fmla="*/ 1790 w 2007"/>
                <a:gd name="T17" fmla="*/ 765 h 1585"/>
                <a:gd name="T18" fmla="*/ 1659 w 2007"/>
                <a:gd name="T19" fmla="*/ 1022 h 1585"/>
                <a:gd name="T20" fmla="*/ 1376 w 2007"/>
                <a:gd name="T21" fmla="*/ 1347 h 1585"/>
                <a:gd name="T22" fmla="*/ 1199 w 2007"/>
                <a:gd name="T23" fmla="*/ 1445 h 1585"/>
                <a:gd name="T24" fmla="*/ 1005 w 2007"/>
                <a:gd name="T25" fmla="*/ 1478 h 1585"/>
                <a:gd name="T26" fmla="*/ 806 w 2007"/>
                <a:gd name="T27" fmla="*/ 1440 h 1585"/>
                <a:gd name="T28" fmla="*/ 650 w 2007"/>
                <a:gd name="T29" fmla="*/ 1356 h 1585"/>
                <a:gd name="T30" fmla="*/ 418 w 2007"/>
                <a:gd name="T31" fmla="*/ 1124 h 1585"/>
                <a:gd name="T32" fmla="*/ 185 w 2007"/>
                <a:gd name="T33" fmla="*/ 676 h 1585"/>
                <a:gd name="T34" fmla="*/ 126 w 2007"/>
                <a:gd name="T35" fmla="*/ 469 h 1585"/>
                <a:gd name="T36" fmla="*/ 109 w 2007"/>
                <a:gd name="T37" fmla="*/ 385 h 1585"/>
                <a:gd name="T38" fmla="*/ 105 w 2007"/>
                <a:gd name="T39" fmla="*/ 317 h 1585"/>
                <a:gd name="T40" fmla="*/ 122 w 2007"/>
                <a:gd name="T41" fmla="*/ 186 h 1585"/>
                <a:gd name="T42" fmla="*/ 143 w 2007"/>
                <a:gd name="T43" fmla="*/ 135 h 1585"/>
                <a:gd name="T44" fmla="*/ 156 w 2007"/>
                <a:gd name="T45" fmla="*/ 118 h 1585"/>
                <a:gd name="T46" fmla="*/ 168 w 2007"/>
                <a:gd name="T47" fmla="*/ 114 h 1585"/>
                <a:gd name="T48" fmla="*/ 190 w 2007"/>
                <a:gd name="T49" fmla="*/ 106 h 1585"/>
                <a:gd name="T50" fmla="*/ 211 w 2007"/>
                <a:gd name="T51" fmla="*/ 106 h 1585"/>
                <a:gd name="T52" fmla="*/ 266 w 2007"/>
                <a:gd name="T53" fmla="*/ 51 h 1585"/>
                <a:gd name="T54" fmla="*/ 211 w 2007"/>
                <a:gd name="T55" fmla="*/ 0 h 1585"/>
                <a:gd name="T56" fmla="*/ 147 w 2007"/>
                <a:gd name="T57" fmla="*/ 9 h 1585"/>
                <a:gd name="T58" fmla="*/ 88 w 2007"/>
                <a:gd name="T59" fmla="*/ 38 h 1585"/>
                <a:gd name="T60" fmla="*/ 50 w 2007"/>
                <a:gd name="T61" fmla="*/ 80 h 1585"/>
                <a:gd name="T62" fmla="*/ 12 w 2007"/>
                <a:gd name="T63" fmla="*/ 178 h 1585"/>
                <a:gd name="T64" fmla="*/ 0 w 2007"/>
                <a:gd name="T65" fmla="*/ 317 h 1585"/>
                <a:gd name="T66" fmla="*/ 16 w 2007"/>
                <a:gd name="T67" fmla="*/ 465 h 1585"/>
                <a:gd name="T68" fmla="*/ 122 w 2007"/>
                <a:gd name="T69" fmla="*/ 807 h 1585"/>
                <a:gd name="T70" fmla="*/ 261 w 2007"/>
                <a:gd name="T71" fmla="*/ 1077 h 1585"/>
                <a:gd name="T72" fmla="*/ 570 w 2007"/>
                <a:gd name="T73" fmla="*/ 1432 h 1585"/>
                <a:gd name="T74" fmla="*/ 772 w 2007"/>
                <a:gd name="T75" fmla="*/ 1542 h 1585"/>
                <a:gd name="T76" fmla="*/ 1005 w 2007"/>
                <a:gd name="T77" fmla="*/ 1584 h 1585"/>
                <a:gd name="T78" fmla="*/ 1241 w 2007"/>
                <a:gd name="T79" fmla="*/ 1542 h 1585"/>
                <a:gd name="T80" fmla="*/ 1423 w 2007"/>
                <a:gd name="T81" fmla="*/ 1445 h 1585"/>
                <a:gd name="T82" fmla="*/ 1676 w 2007"/>
                <a:gd name="T83" fmla="*/ 1187 h 1585"/>
                <a:gd name="T84" fmla="*/ 1921 w 2007"/>
                <a:gd name="T85" fmla="*/ 710 h 1585"/>
                <a:gd name="T86" fmla="*/ 1985 w 2007"/>
                <a:gd name="T87" fmla="*/ 494 h 1585"/>
                <a:gd name="T88" fmla="*/ 2001 w 2007"/>
                <a:gd name="T89" fmla="*/ 397 h 1585"/>
                <a:gd name="T90" fmla="*/ 2006 w 2007"/>
                <a:gd name="T91" fmla="*/ 317 h 1585"/>
                <a:gd name="T92" fmla="*/ 1989 w 2007"/>
                <a:gd name="T93" fmla="*/ 157 h 1585"/>
                <a:gd name="T94" fmla="*/ 1955 w 2007"/>
                <a:gd name="T95" fmla="*/ 76 h 1585"/>
                <a:gd name="T96" fmla="*/ 1917 w 2007"/>
                <a:gd name="T97" fmla="*/ 34 h 1585"/>
                <a:gd name="T98" fmla="*/ 1883 w 2007"/>
                <a:gd name="T99" fmla="*/ 17 h 1585"/>
                <a:gd name="T100" fmla="*/ 1837 w 2007"/>
                <a:gd name="T101" fmla="*/ 0 h 1585"/>
                <a:gd name="T102" fmla="*/ 1794 w 2007"/>
                <a:gd name="T103" fmla="*/ 0 h 1585"/>
                <a:gd name="T104" fmla="*/ 1744 w 2007"/>
                <a:gd name="T105" fmla="*/ 51 h 1585"/>
                <a:gd name="T106" fmla="*/ 1794 w 2007"/>
                <a:gd name="T107" fmla="*/ 106 h 1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07" h="1585">
                  <a:moveTo>
                    <a:pt x="1794" y="106"/>
                  </a:moveTo>
                  <a:lnTo>
                    <a:pt x="1794" y="106"/>
                  </a:lnTo>
                  <a:cubicBezTo>
                    <a:pt x="1807" y="106"/>
                    <a:pt x="1820" y="106"/>
                    <a:pt x="1832" y="110"/>
                  </a:cubicBezTo>
                  <a:cubicBezTo>
                    <a:pt x="1837" y="110"/>
                    <a:pt x="1845" y="114"/>
                    <a:pt x="1854" y="123"/>
                  </a:cubicBezTo>
                  <a:cubicBezTo>
                    <a:pt x="1858" y="127"/>
                    <a:pt x="1862" y="131"/>
                    <a:pt x="1866" y="140"/>
                  </a:cubicBezTo>
                  <a:cubicBezTo>
                    <a:pt x="1875" y="152"/>
                    <a:pt x="1883" y="173"/>
                    <a:pt x="1892" y="199"/>
                  </a:cubicBezTo>
                  <a:cubicBezTo>
                    <a:pt x="1896" y="228"/>
                    <a:pt x="1900" y="266"/>
                    <a:pt x="1900" y="317"/>
                  </a:cubicBezTo>
                  <a:cubicBezTo>
                    <a:pt x="1900" y="351"/>
                    <a:pt x="1896" y="397"/>
                    <a:pt x="1887" y="448"/>
                  </a:cubicBezTo>
                  <a:cubicBezTo>
                    <a:pt x="1870" y="537"/>
                    <a:pt x="1837" y="651"/>
                    <a:pt x="1790" y="765"/>
                  </a:cubicBezTo>
                  <a:cubicBezTo>
                    <a:pt x="1752" y="849"/>
                    <a:pt x="1710" y="938"/>
                    <a:pt x="1659" y="1022"/>
                  </a:cubicBezTo>
                  <a:cubicBezTo>
                    <a:pt x="1579" y="1149"/>
                    <a:pt x="1486" y="1263"/>
                    <a:pt x="1376" y="1347"/>
                  </a:cubicBezTo>
                  <a:cubicBezTo>
                    <a:pt x="1321" y="1385"/>
                    <a:pt x="1262" y="1419"/>
                    <a:pt x="1199" y="1445"/>
                  </a:cubicBezTo>
                  <a:cubicBezTo>
                    <a:pt x="1140" y="1466"/>
                    <a:pt x="1072" y="1478"/>
                    <a:pt x="1005" y="1478"/>
                  </a:cubicBezTo>
                  <a:cubicBezTo>
                    <a:pt x="933" y="1478"/>
                    <a:pt x="870" y="1466"/>
                    <a:pt x="806" y="1440"/>
                  </a:cubicBezTo>
                  <a:cubicBezTo>
                    <a:pt x="751" y="1419"/>
                    <a:pt x="696" y="1394"/>
                    <a:pt x="650" y="1356"/>
                  </a:cubicBezTo>
                  <a:cubicBezTo>
                    <a:pt x="561" y="1297"/>
                    <a:pt x="485" y="1216"/>
                    <a:pt x="418" y="1124"/>
                  </a:cubicBezTo>
                  <a:cubicBezTo>
                    <a:pt x="316" y="984"/>
                    <a:pt x="236" y="824"/>
                    <a:pt x="185" y="676"/>
                  </a:cubicBezTo>
                  <a:cubicBezTo>
                    <a:pt x="160" y="604"/>
                    <a:pt x="139" y="532"/>
                    <a:pt x="126" y="469"/>
                  </a:cubicBezTo>
                  <a:cubicBezTo>
                    <a:pt x="118" y="439"/>
                    <a:pt x="114" y="410"/>
                    <a:pt x="109" y="385"/>
                  </a:cubicBezTo>
                  <a:cubicBezTo>
                    <a:pt x="109" y="359"/>
                    <a:pt x="105" y="334"/>
                    <a:pt x="105" y="317"/>
                  </a:cubicBezTo>
                  <a:cubicBezTo>
                    <a:pt x="105" y="258"/>
                    <a:pt x="114" y="216"/>
                    <a:pt x="122" y="186"/>
                  </a:cubicBezTo>
                  <a:cubicBezTo>
                    <a:pt x="126" y="161"/>
                    <a:pt x="135" y="148"/>
                    <a:pt x="143" y="135"/>
                  </a:cubicBezTo>
                  <a:cubicBezTo>
                    <a:pt x="147" y="127"/>
                    <a:pt x="152" y="123"/>
                    <a:pt x="156" y="118"/>
                  </a:cubicBezTo>
                  <a:cubicBezTo>
                    <a:pt x="160" y="114"/>
                    <a:pt x="164" y="114"/>
                    <a:pt x="168" y="114"/>
                  </a:cubicBezTo>
                  <a:cubicBezTo>
                    <a:pt x="177" y="110"/>
                    <a:pt x="181" y="106"/>
                    <a:pt x="190" y="106"/>
                  </a:cubicBezTo>
                  <a:cubicBezTo>
                    <a:pt x="198" y="106"/>
                    <a:pt x="202" y="106"/>
                    <a:pt x="211" y="106"/>
                  </a:cubicBezTo>
                  <a:cubicBezTo>
                    <a:pt x="240" y="106"/>
                    <a:pt x="266" y="80"/>
                    <a:pt x="266" y="51"/>
                  </a:cubicBezTo>
                  <a:cubicBezTo>
                    <a:pt x="266" y="21"/>
                    <a:pt x="240" y="0"/>
                    <a:pt x="211" y="0"/>
                  </a:cubicBezTo>
                  <a:cubicBezTo>
                    <a:pt x="194" y="0"/>
                    <a:pt x="173" y="0"/>
                    <a:pt x="147" y="9"/>
                  </a:cubicBezTo>
                  <a:cubicBezTo>
                    <a:pt x="126" y="13"/>
                    <a:pt x="105" y="26"/>
                    <a:pt x="88" y="38"/>
                  </a:cubicBezTo>
                  <a:cubicBezTo>
                    <a:pt x="76" y="51"/>
                    <a:pt x="63" y="64"/>
                    <a:pt x="50" y="80"/>
                  </a:cubicBezTo>
                  <a:cubicBezTo>
                    <a:pt x="33" y="106"/>
                    <a:pt x="21" y="140"/>
                    <a:pt x="12" y="178"/>
                  </a:cubicBezTo>
                  <a:cubicBezTo>
                    <a:pt x="4" y="216"/>
                    <a:pt x="0" y="262"/>
                    <a:pt x="0" y="317"/>
                  </a:cubicBezTo>
                  <a:cubicBezTo>
                    <a:pt x="0" y="359"/>
                    <a:pt x="8" y="410"/>
                    <a:pt x="16" y="465"/>
                  </a:cubicBezTo>
                  <a:cubicBezTo>
                    <a:pt x="38" y="566"/>
                    <a:pt x="71" y="684"/>
                    <a:pt x="122" y="807"/>
                  </a:cubicBezTo>
                  <a:cubicBezTo>
                    <a:pt x="160" y="895"/>
                    <a:pt x="206" y="988"/>
                    <a:pt x="261" y="1077"/>
                  </a:cubicBezTo>
                  <a:cubicBezTo>
                    <a:pt x="342" y="1212"/>
                    <a:pt x="447" y="1339"/>
                    <a:pt x="570" y="1432"/>
                  </a:cubicBezTo>
                  <a:cubicBezTo>
                    <a:pt x="633" y="1478"/>
                    <a:pt x="701" y="1516"/>
                    <a:pt x="772" y="1542"/>
                  </a:cubicBezTo>
                  <a:cubicBezTo>
                    <a:pt x="844" y="1567"/>
                    <a:pt x="920" y="1584"/>
                    <a:pt x="1005" y="1584"/>
                  </a:cubicBezTo>
                  <a:cubicBezTo>
                    <a:pt x="1089" y="1584"/>
                    <a:pt x="1165" y="1567"/>
                    <a:pt x="1241" y="1542"/>
                  </a:cubicBezTo>
                  <a:cubicBezTo>
                    <a:pt x="1304" y="1516"/>
                    <a:pt x="1364" y="1483"/>
                    <a:pt x="1423" y="1445"/>
                  </a:cubicBezTo>
                  <a:cubicBezTo>
                    <a:pt x="1520" y="1373"/>
                    <a:pt x="1604" y="1284"/>
                    <a:pt x="1676" y="1187"/>
                  </a:cubicBezTo>
                  <a:cubicBezTo>
                    <a:pt x="1786" y="1035"/>
                    <a:pt x="1866" y="866"/>
                    <a:pt x="1921" y="710"/>
                  </a:cubicBezTo>
                  <a:cubicBezTo>
                    <a:pt x="1951" y="634"/>
                    <a:pt x="1972" y="558"/>
                    <a:pt x="1985" y="494"/>
                  </a:cubicBezTo>
                  <a:cubicBezTo>
                    <a:pt x="1993" y="461"/>
                    <a:pt x="1997" y="427"/>
                    <a:pt x="2001" y="397"/>
                  </a:cubicBezTo>
                  <a:cubicBezTo>
                    <a:pt x="2006" y="368"/>
                    <a:pt x="2006" y="342"/>
                    <a:pt x="2006" y="317"/>
                  </a:cubicBezTo>
                  <a:cubicBezTo>
                    <a:pt x="2006" y="249"/>
                    <a:pt x="2001" y="199"/>
                    <a:pt x="1989" y="157"/>
                  </a:cubicBezTo>
                  <a:cubicBezTo>
                    <a:pt x="1980" y="127"/>
                    <a:pt x="1968" y="97"/>
                    <a:pt x="1955" y="76"/>
                  </a:cubicBezTo>
                  <a:cubicBezTo>
                    <a:pt x="1942" y="59"/>
                    <a:pt x="1930" y="47"/>
                    <a:pt x="1917" y="34"/>
                  </a:cubicBezTo>
                  <a:cubicBezTo>
                    <a:pt x="1904" y="26"/>
                    <a:pt x="1896" y="21"/>
                    <a:pt x="1883" y="17"/>
                  </a:cubicBezTo>
                  <a:cubicBezTo>
                    <a:pt x="1866" y="9"/>
                    <a:pt x="1849" y="5"/>
                    <a:pt x="1837" y="0"/>
                  </a:cubicBezTo>
                  <a:cubicBezTo>
                    <a:pt x="1820" y="0"/>
                    <a:pt x="1807" y="0"/>
                    <a:pt x="1794" y="0"/>
                  </a:cubicBezTo>
                  <a:cubicBezTo>
                    <a:pt x="1765" y="0"/>
                    <a:pt x="1744" y="21"/>
                    <a:pt x="1744" y="51"/>
                  </a:cubicBezTo>
                  <a:cubicBezTo>
                    <a:pt x="1744" y="80"/>
                    <a:pt x="1765" y="106"/>
                    <a:pt x="1794"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3" name="Freeform 79">
              <a:extLst>
                <a:ext uri="{FF2B5EF4-FFF2-40B4-BE49-F238E27FC236}">
                  <a16:creationId xmlns:a16="http://schemas.microsoft.com/office/drawing/2014/main" id="{354A1D0C-CF61-83C9-643C-3DB042F75DCD}"/>
                </a:ext>
              </a:extLst>
            </p:cNvPr>
            <p:cNvSpPr>
              <a:spLocks noChangeArrowheads="1"/>
            </p:cNvSpPr>
            <p:nvPr/>
          </p:nvSpPr>
          <p:spPr bwMode="auto">
            <a:xfrm>
              <a:off x="9386888" y="2190750"/>
              <a:ext cx="531812" cy="381000"/>
            </a:xfrm>
            <a:custGeom>
              <a:avLst/>
              <a:gdLst>
                <a:gd name="T0" fmla="*/ 1372 w 1479"/>
                <a:gd name="T1" fmla="*/ 262 h 1057"/>
                <a:gd name="T2" fmla="*/ 1372 w 1479"/>
                <a:gd name="T3" fmla="*/ 262 h 1057"/>
                <a:gd name="T4" fmla="*/ 1372 w 1479"/>
                <a:gd name="T5" fmla="*/ 579 h 1057"/>
                <a:gd name="T6" fmla="*/ 1347 w 1479"/>
                <a:gd name="T7" fmla="*/ 723 h 1057"/>
                <a:gd name="T8" fmla="*/ 1212 w 1479"/>
                <a:gd name="T9" fmla="*/ 887 h 1057"/>
                <a:gd name="T10" fmla="*/ 1005 w 1479"/>
                <a:gd name="T11" fmla="*/ 951 h 1057"/>
                <a:gd name="T12" fmla="*/ 477 w 1479"/>
                <a:gd name="T13" fmla="*/ 951 h 1057"/>
                <a:gd name="T14" fmla="*/ 333 w 1479"/>
                <a:gd name="T15" fmla="*/ 921 h 1057"/>
                <a:gd name="T16" fmla="*/ 169 w 1479"/>
                <a:gd name="T17" fmla="*/ 786 h 1057"/>
                <a:gd name="T18" fmla="*/ 105 w 1479"/>
                <a:gd name="T19" fmla="*/ 579 h 1057"/>
                <a:gd name="T20" fmla="*/ 105 w 1479"/>
                <a:gd name="T21" fmla="*/ 51 h 1057"/>
                <a:gd name="T22" fmla="*/ 55 w 1479"/>
                <a:gd name="T23" fmla="*/ 0 h 1057"/>
                <a:gd name="T24" fmla="*/ 0 w 1479"/>
                <a:gd name="T25" fmla="*/ 51 h 1057"/>
                <a:gd name="T26" fmla="*/ 0 w 1479"/>
                <a:gd name="T27" fmla="*/ 579 h 1057"/>
                <a:gd name="T28" fmla="*/ 38 w 1479"/>
                <a:gd name="T29" fmla="*/ 765 h 1057"/>
                <a:gd name="T30" fmla="*/ 211 w 1479"/>
                <a:gd name="T31" fmla="*/ 976 h 1057"/>
                <a:gd name="T32" fmla="*/ 477 w 1479"/>
                <a:gd name="T33" fmla="*/ 1056 h 1057"/>
                <a:gd name="T34" fmla="*/ 1005 w 1479"/>
                <a:gd name="T35" fmla="*/ 1056 h 1057"/>
                <a:gd name="T36" fmla="*/ 1191 w 1479"/>
                <a:gd name="T37" fmla="*/ 1018 h 1057"/>
                <a:gd name="T38" fmla="*/ 1398 w 1479"/>
                <a:gd name="T39" fmla="*/ 845 h 1057"/>
                <a:gd name="T40" fmla="*/ 1478 w 1479"/>
                <a:gd name="T41" fmla="*/ 579 h 1057"/>
                <a:gd name="T42" fmla="*/ 1478 w 1479"/>
                <a:gd name="T43" fmla="*/ 262 h 1057"/>
                <a:gd name="T44" fmla="*/ 1427 w 1479"/>
                <a:gd name="T45" fmla="*/ 211 h 1057"/>
                <a:gd name="T46" fmla="*/ 1372 w 1479"/>
                <a:gd name="T47" fmla="*/ 262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479" h="1057">
                  <a:moveTo>
                    <a:pt x="1372" y="262"/>
                  </a:moveTo>
                  <a:lnTo>
                    <a:pt x="1372" y="262"/>
                  </a:lnTo>
                  <a:cubicBezTo>
                    <a:pt x="1372" y="579"/>
                    <a:pt x="1372" y="579"/>
                    <a:pt x="1372" y="579"/>
                  </a:cubicBezTo>
                  <a:cubicBezTo>
                    <a:pt x="1372" y="630"/>
                    <a:pt x="1364" y="680"/>
                    <a:pt x="1347" y="723"/>
                  </a:cubicBezTo>
                  <a:cubicBezTo>
                    <a:pt x="1317" y="790"/>
                    <a:pt x="1271" y="845"/>
                    <a:pt x="1212" y="887"/>
                  </a:cubicBezTo>
                  <a:cubicBezTo>
                    <a:pt x="1153" y="925"/>
                    <a:pt x="1081" y="951"/>
                    <a:pt x="1005" y="951"/>
                  </a:cubicBezTo>
                  <a:cubicBezTo>
                    <a:pt x="477" y="951"/>
                    <a:pt x="477" y="951"/>
                    <a:pt x="477" y="951"/>
                  </a:cubicBezTo>
                  <a:cubicBezTo>
                    <a:pt x="426" y="951"/>
                    <a:pt x="376" y="938"/>
                    <a:pt x="333" y="921"/>
                  </a:cubicBezTo>
                  <a:cubicBezTo>
                    <a:pt x="266" y="891"/>
                    <a:pt x="211" y="845"/>
                    <a:pt x="169" y="786"/>
                  </a:cubicBezTo>
                  <a:cubicBezTo>
                    <a:pt x="131" y="727"/>
                    <a:pt x="105" y="655"/>
                    <a:pt x="105" y="579"/>
                  </a:cubicBezTo>
                  <a:cubicBezTo>
                    <a:pt x="105" y="51"/>
                    <a:pt x="105" y="51"/>
                    <a:pt x="105" y="51"/>
                  </a:cubicBezTo>
                  <a:cubicBezTo>
                    <a:pt x="105" y="21"/>
                    <a:pt x="84" y="0"/>
                    <a:pt x="55" y="0"/>
                  </a:cubicBezTo>
                  <a:cubicBezTo>
                    <a:pt x="25" y="0"/>
                    <a:pt x="0" y="21"/>
                    <a:pt x="0" y="51"/>
                  </a:cubicBezTo>
                  <a:cubicBezTo>
                    <a:pt x="0" y="579"/>
                    <a:pt x="0" y="579"/>
                    <a:pt x="0" y="579"/>
                  </a:cubicBezTo>
                  <a:cubicBezTo>
                    <a:pt x="0" y="646"/>
                    <a:pt x="17" y="710"/>
                    <a:pt x="38" y="765"/>
                  </a:cubicBezTo>
                  <a:cubicBezTo>
                    <a:pt x="76" y="849"/>
                    <a:pt x="135" y="921"/>
                    <a:pt x="211" y="976"/>
                  </a:cubicBezTo>
                  <a:cubicBezTo>
                    <a:pt x="287" y="1027"/>
                    <a:pt x="380" y="1056"/>
                    <a:pt x="477" y="1056"/>
                  </a:cubicBezTo>
                  <a:cubicBezTo>
                    <a:pt x="1005" y="1056"/>
                    <a:pt x="1005" y="1056"/>
                    <a:pt x="1005" y="1056"/>
                  </a:cubicBezTo>
                  <a:cubicBezTo>
                    <a:pt x="1068" y="1056"/>
                    <a:pt x="1132" y="1043"/>
                    <a:pt x="1191" y="1018"/>
                  </a:cubicBezTo>
                  <a:cubicBezTo>
                    <a:pt x="1275" y="980"/>
                    <a:pt x="1347" y="921"/>
                    <a:pt x="1398" y="845"/>
                  </a:cubicBezTo>
                  <a:cubicBezTo>
                    <a:pt x="1448" y="769"/>
                    <a:pt x="1478" y="680"/>
                    <a:pt x="1478" y="579"/>
                  </a:cubicBezTo>
                  <a:cubicBezTo>
                    <a:pt x="1478" y="262"/>
                    <a:pt x="1478" y="262"/>
                    <a:pt x="1478" y="262"/>
                  </a:cubicBezTo>
                  <a:cubicBezTo>
                    <a:pt x="1478" y="233"/>
                    <a:pt x="1457" y="211"/>
                    <a:pt x="1427" y="211"/>
                  </a:cubicBezTo>
                  <a:cubicBezTo>
                    <a:pt x="1398" y="211"/>
                    <a:pt x="1372" y="233"/>
                    <a:pt x="1372" y="2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4" name="Freeform 80">
              <a:extLst>
                <a:ext uri="{FF2B5EF4-FFF2-40B4-BE49-F238E27FC236}">
                  <a16:creationId xmlns:a16="http://schemas.microsoft.com/office/drawing/2014/main" id="{D807C816-CD8F-D81C-4DF8-3CF2CF8B191A}"/>
                </a:ext>
              </a:extLst>
            </p:cNvPr>
            <p:cNvSpPr>
              <a:spLocks noChangeArrowheads="1"/>
            </p:cNvSpPr>
            <p:nvPr/>
          </p:nvSpPr>
          <p:spPr bwMode="auto">
            <a:xfrm>
              <a:off x="9102725" y="1620838"/>
              <a:ext cx="114300" cy="114300"/>
            </a:xfrm>
            <a:custGeom>
              <a:avLst/>
              <a:gdLst>
                <a:gd name="T0" fmla="*/ 262 w 318"/>
                <a:gd name="T1" fmla="*/ 156 h 317"/>
                <a:gd name="T2" fmla="*/ 262 w 318"/>
                <a:gd name="T3" fmla="*/ 156 h 317"/>
                <a:gd name="T4" fmla="*/ 211 w 318"/>
                <a:gd name="T5" fmla="*/ 156 h 317"/>
                <a:gd name="T6" fmla="*/ 207 w 318"/>
                <a:gd name="T7" fmla="*/ 177 h 317"/>
                <a:gd name="T8" fmla="*/ 186 w 318"/>
                <a:gd name="T9" fmla="*/ 202 h 317"/>
                <a:gd name="T10" fmla="*/ 156 w 318"/>
                <a:gd name="T11" fmla="*/ 211 h 317"/>
                <a:gd name="T12" fmla="*/ 139 w 318"/>
                <a:gd name="T13" fmla="*/ 207 h 317"/>
                <a:gd name="T14" fmla="*/ 114 w 318"/>
                <a:gd name="T15" fmla="*/ 185 h 317"/>
                <a:gd name="T16" fmla="*/ 106 w 318"/>
                <a:gd name="T17" fmla="*/ 156 h 317"/>
                <a:gd name="T18" fmla="*/ 110 w 318"/>
                <a:gd name="T19" fmla="*/ 135 h 317"/>
                <a:gd name="T20" fmla="*/ 127 w 318"/>
                <a:gd name="T21" fmla="*/ 114 h 317"/>
                <a:gd name="T22" fmla="*/ 156 w 318"/>
                <a:gd name="T23" fmla="*/ 105 h 317"/>
                <a:gd name="T24" fmla="*/ 177 w 318"/>
                <a:gd name="T25" fmla="*/ 110 h 317"/>
                <a:gd name="T26" fmla="*/ 203 w 318"/>
                <a:gd name="T27" fmla="*/ 126 h 317"/>
                <a:gd name="T28" fmla="*/ 211 w 318"/>
                <a:gd name="T29" fmla="*/ 156 h 317"/>
                <a:gd name="T30" fmla="*/ 262 w 318"/>
                <a:gd name="T31" fmla="*/ 156 h 317"/>
                <a:gd name="T32" fmla="*/ 317 w 318"/>
                <a:gd name="T33" fmla="*/ 156 h 317"/>
                <a:gd name="T34" fmla="*/ 304 w 318"/>
                <a:gd name="T35" fmla="*/ 97 h 317"/>
                <a:gd name="T36" fmla="*/ 245 w 318"/>
                <a:gd name="T37" fmla="*/ 25 h 317"/>
                <a:gd name="T38" fmla="*/ 156 w 318"/>
                <a:gd name="T39" fmla="*/ 0 h 317"/>
                <a:gd name="T40" fmla="*/ 97 w 318"/>
                <a:gd name="T41" fmla="*/ 12 h 317"/>
                <a:gd name="T42" fmla="*/ 25 w 318"/>
                <a:gd name="T43" fmla="*/ 67 h 317"/>
                <a:gd name="T44" fmla="*/ 0 w 318"/>
                <a:gd name="T45" fmla="*/ 156 h 317"/>
                <a:gd name="T46" fmla="*/ 13 w 318"/>
                <a:gd name="T47" fmla="*/ 219 h 317"/>
                <a:gd name="T48" fmla="*/ 68 w 318"/>
                <a:gd name="T49" fmla="*/ 287 h 317"/>
                <a:gd name="T50" fmla="*/ 156 w 318"/>
                <a:gd name="T51" fmla="*/ 316 h 317"/>
                <a:gd name="T52" fmla="*/ 220 w 318"/>
                <a:gd name="T53" fmla="*/ 304 h 317"/>
                <a:gd name="T54" fmla="*/ 287 w 318"/>
                <a:gd name="T55" fmla="*/ 245 h 317"/>
                <a:gd name="T56" fmla="*/ 317 w 318"/>
                <a:gd name="T57" fmla="*/ 156 h 317"/>
                <a:gd name="T58" fmla="*/ 262 w 318"/>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8" h="317">
                  <a:moveTo>
                    <a:pt x="262" y="156"/>
                  </a:moveTo>
                  <a:lnTo>
                    <a:pt x="262" y="156"/>
                  </a:lnTo>
                  <a:cubicBezTo>
                    <a:pt x="211" y="156"/>
                    <a:pt x="211" y="156"/>
                    <a:pt x="211" y="156"/>
                  </a:cubicBezTo>
                  <a:cubicBezTo>
                    <a:pt x="211" y="164"/>
                    <a:pt x="211" y="173"/>
                    <a:pt x="207" y="177"/>
                  </a:cubicBezTo>
                  <a:cubicBezTo>
                    <a:pt x="203" y="185"/>
                    <a:pt x="194" y="194"/>
                    <a:pt x="186" y="202"/>
                  </a:cubicBezTo>
                  <a:cubicBezTo>
                    <a:pt x="177" y="207"/>
                    <a:pt x="169" y="211"/>
                    <a:pt x="156" y="211"/>
                  </a:cubicBezTo>
                  <a:cubicBezTo>
                    <a:pt x="152" y="211"/>
                    <a:pt x="144" y="207"/>
                    <a:pt x="139" y="207"/>
                  </a:cubicBezTo>
                  <a:cubicBezTo>
                    <a:pt x="127" y="202"/>
                    <a:pt x="118" y="194"/>
                    <a:pt x="114" y="185"/>
                  </a:cubicBezTo>
                  <a:cubicBezTo>
                    <a:pt x="110" y="177"/>
                    <a:pt x="106" y="169"/>
                    <a:pt x="106" y="156"/>
                  </a:cubicBezTo>
                  <a:cubicBezTo>
                    <a:pt x="106" y="152"/>
                    <a:pt x="106" y="143"/>
                    <a:pt x="110" y="135"/>
                  </a:cubicBezTo>
                  <a:cubicBezTo>
                    <a:pt x="114" y="126"/>
                    <a:pt x="118" y="118"/>
                    <a:pt x="127" y="114"/>
                  </a:cubicBezTo>
                  <a:cubicBezTo>
                    <a:pt x="135" y="110"/>
                    <a:pt x="148" y="105"/>
                    <a:pt x="156" y="105"/>
                  </a:cubicBezTo>
                  <a:cubicBezTo>
                    <a:pt x="165" y="105"/>
                    <a:pt x="173" y="105"/>
                    <a:pt x="177" y="110"/>
                  </a:cubicBezTo>
                  <a:cubicBezTo>
                    <a:pt x="186" y="114"/>
                    <a:pt x="194" y="118"/>
                    <a:pt x="203" y="126"/>
                  </a:cubicBezTo>
                  <a:cubicBezTo>
                    <a:pt x="207" y="135"/>
                    <a:pt x="211" y="148"/>
                    <a:pt x="211" y="156"/>
                  </a:cubicBezTo>
                  <a:cubicBezTo>
                    <a:pt x="262" y="156"/>
                    <a:pt x="262" y="156"/>
                    <a:pt x="262" y="156"/>
                  </a:cubicBezTo>
                  <a:cubicBezTo>
                    <a:pt x="317" y="156"/>
                    <a:pt x="317" y="156"/>
                    <a:pt x="317" y="156"/>
                  </a:cubicBezTo>
                  <a:cubicBezTo>
                    <a:pt x="317" y="135"/>
                    <a:pt x="313" y="114"/>
                    <a:pt x="304" y="97"/>
                  </a:cubicBezTo>
                  <a:cubicBezTo>
                    <a:pt x="291" y="67"/>
                    <a:pt x="270" y="42"/>
                    <a:pt x="245" y="25"/>
                  </a:cubicBezTo>
                  <a:cubicBezTo>
                    <a:pt x="220" y="8"/>
                    <a:pt x="190" y="0"/>
                    <a:pt x="156" y="0"/>
                  </a:cubicBezTo>
                  <a:cubicBezTo>
                    <a:pt x="135" y="0"/>
                    <a:pt x="114" y="4"/>
                    <a:pt x="97" y="12"/>
                  </a:cubicBezTo>
                  <a:cubicBezTo>
                    <a:pt x="68" y="25"/>
                    <a:pt x="42" y="42"/>
                    <a:pt x="25" y="67"/>
                  </a:cubicBezTo>
                  <a:cubicBezTo>
                    <a:pt x="8" y="93"/>
                    <a:pt x="0" y="126"/>
                    <a:pt x="0" y="156"/>
                  </a:cubicBezTo>
                  <a:cubicBezTo>
                    <a:pt x="0" y="177"/>
                    <a:pt x="4" y="198"/>
                    <a:pt x="13" y="219"/>
                  </a:cubicBezTo>
                  <a:cubicBezTo>
                    <a:pt x="25" y="249"/>
                    <a:pt x="42" y="270"/>
                    <a:pt x="68" y="287"/>
                  </a:cubicBezTo>
                  <a:cubicBezTo>
                    <a:pt x="93" y="304"/>
                    <a:pt x="127" y="316"/>
                    <a:pt x="156" y="316"/>
                  </a:cubicBezTo>
                  <a:cubicBezTo>
                    <a:pt x="182" y="316"/>
                    <a:pt x="198" y="312"/>
                    <a:pt x="220" y="304"/>
                  </a:cubicBezTo>
                  <a:cubicBezTo>
                    <a:pt x="249" y="291"/>
                    <a:pt x="270" y="270"/>
                    <a:pt x="287" y="245"/>
                  </a:cubicBezTo>
                  <a:cubicBezTo>
                    <a:pt x="308" y="219"/>
                    <a:pt x="317" y="190"/>
                    <a:pt x="317" y="156"/>
                  </a:cubicBezTo>
                  <a:lnTo>
                    <a:pt x="262"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5" name="Freeform 81">
              <a:extLst>
                <a:ext uri="{FF2B5EF4-FFF2-40B4-BE49-F238E27FC236}">
                  <a16:creationId xmlns:a16="http://schemas.microsoft.com/office/drawing/2014/main" id="{52CBEE5A-F8FB-ECD0-CB53-DF97EF8B75D9}"/>
                </a:ext>
              </a:extLst>
            </p:cNvPr>
            <p:cNvSpPr>
              <a:spLocks noChangeArrowheads="1"/>
            </p:cNvSpPr>
            <p:nvPr/>
          </p:nvSpPr>
          <p:spPr bwMode="auto">
            <a:xfrm>
              <a:off x="9596438" y="1620838"/>
              <a:ext cx="114300" cy="114300"/>
            </a:xfrm>
            <a:custGeom>
              <a:avLst/>
              <a:gdLst>
                <a:gd name="T0" fmla="*/ 261 w 317"/>
                <a:gd name="T1" fmla="*/ 156 h 317"/>
                <a:gd name="T2" fmla="*/ 261 w 317"/>
                <a:gd name="T3" fmla="*/ 156 h 317"/>
                <a:gd name="T4" fmla="*/ 211 w 317"/>
                <a:gd name="T5" fmla="*/ 156 h 317"/>
                <a:gd name="T6" fmla="*/ 206 w 317"/>
                <a:gd name="T7" fmla="*/ 177 h 317"/>
                <a:gd name="T8" fmla="*/ 185 w 317"/>
                <a:gd name="T9" fmla="*/ 202 h 317"/>
                <a:gd name="T10" fmla="*/ 156 w 317"/>
                <a:gd name="T11" fmla="*/ 211 h 317"/>
                <a:gd name="T12" fmla="*/ 139 w 317"/>
                <a:gd name="T13" fmla="*/ 207 h 317"/>
                <a:gd name="T14" fmla="*/ 114 w 317"/>
                <a:gd name="T15" fmla="*/ 185 h 317"/>
                <a:gd name="T16" fmla="*/ 105 w 317"/>
                <a:gd name="T17" fmla="*/ 156 h 317"/>
                <a:gd name="T18" fmla="*/ 109 w 317"/>
                <a:gd name="T19" fmla="*/ 135 h 317"/>
                <a:gd name="T20" fmla="*/ 126 w 317"/>
                <a:gd name="T21" fmla="*/ 114 h 317"/>
                <a:gd name="T22" fmla="*/ 156 w 317"/>
                <a:gd name="T23" fmla="*/ 105 h 317"/>
                <a:gd name="T24" fmla="*/ 177 w 317"/>
                <a:gd name="T25" fmla="*/ 110 h 317"/>
                <a:gd name="T26" fmla="*/ 202 w 317"/>
                <a:gd name="T27" fmla="*/ 126 h 317"/>
                <a:gd name="T28" fmla="*/ 211 w 317"/>
                <a:gd name="T29" fmla="*/ 156 h 317"/>
                <a:gd name="T30" fmla="*/ 261 w 317"/>
                <a:gd name="T31" fmla="*/ 156 h 317"/>
                <a:gd name="T32" fmla="*/ 316 w 317"/>
                <a:gd name="T33" fmla="*/ 156 h 317"/>
                <a:gd name="T34" fmla="*/ 304 w 317"/>
                <a:gd name="T35" fmla="*/ 97 h 317"/>
                <a:gd name="T36" fmla="*/ 244 w 317"/>
                <a:gd name="T37" fmla="*/ 25 h 317"/>
                <a:gd name="T38" fmla="*/ 156 w 317"/>
                <a:gd name="T39" fmla="*/ 0 h 317"/>
                <a:gd name="T40" fmla="*/ 97 w 317"/>
                <a:gd name="T41" fmla="*/ 12 h 317"/>
                <a:gd name="T42" fmla="*/ 25 w 317"/>
                <a:gd name="T43" fmla="*/ 67 h 317"/>
                <a:gd name="T44" fmla="*/ 0 w 317"/>
                <a:gd name="T45" fmla="*/ 156 h 317"/>
                <a:gd name="T46" fmla="*/ 12 w 317"/>
                <a:gd name="T47" fmla="*/ 219 h 317"/>
                <a:gd name="T48" fmla="*/ 67 w 317"/>
                <a:gd name="T49" fmla="*/ 287 h 317"/>
                <a:gd name="T50" fmla="*/ 156 w 317"/>
                <a:gd name="T51" fmla="*/ 316 h 317"/>
                <a:gd name="T52" fmla="*/ 219 w 317"/>
                <a:gd name="T53" fmla="*/ 304 h 317"/>
                <a:gd name="T54" fmla="*/ 287 w 317"/>
                <a:gd name="T55" fmla="*/ 245 h 317"/>
                <a:gd name="T56" fmla="*/ 316 w 317"/>
                <a:gd name="T57" fmla="*/ 156 h 317"/>
                <a:gd name="T58" fmla="*/ 261 w 317"/>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7" h="317">
                  <a:moveTo>
                    <a:pt x="261" y="156"/>
                  </a:moveTo>
                  <a:lnTo>
                    <a:pt x="261" y="156"/>
                  </a:lnTo>
                  <a:cubicBezTo>
                    <a:pt x="211" y="156"/>
                    <a:pt x="211" y="156"/>
                    <a:pt x="211" y="156"/>
                  </a:cubicBezTo>
                  <a:cubicBezTo>
                    <a:pt x="211" y="164"/>
                    <a:pt x="211" y="173"/>
                    <a:pt x="206" y="177"/>
                  </a:cubicBezTo>
                  <a:cubicBezTo>
                    <a:pt x="202" y="185"/>
                    <a:pt x="194" y="194"/>
                    <a:pt x="185" y="202"/>
                  </a:cubicBezTo>
                  <a:cubicBezTo>
                    <a:pt x="177" y="207"/>
                    <a:pt x="169" y="211"/>
                    <a:pt x="156" y="211"/>
                  </a:cubicBezTo>
                  <a:cubicBezTo>
                    <a:pt x="152" y="211"/>
                    <a:pt x="143" y="207"/>
                    <a:pt x="139" y="207"/>
                  </a:cubicBezTo>
                  <a:cubicBezTo>
                    <a:pt x="126" y="202"/>
                    <a:pt x="118" y="194"/>
                    <a:pt x="114" y="185"/>
                  </a:cubicBezTo>
                  <a:cubicBezTo>
                    <a:pt x="109" y="177"/>
                    <a:pt x="105" y="169"/>
                    <a:pt x="105" y="156"/>
                  </a:cubicBezTo>
                  <a:cubicBezTo>
                    <a:pt x="105" y="152"/>
                    <a:pt x="105" y="143"/>
                    <a:pt x="109" y="135"/>
                  </a:cubicBezTo>
                  <a:cubicBezTo>
                    <a:pt x="114" y="126"/>
                    <a:pt x="118" y="118"/>
                    <a:pt x="126" y="114"/>
                  </a:cubicBezTo>
                  <a:cubicBezTo>
                    <a:pt x="135" y="110"/>
                    <a:pt x="147" y="105"/>
                    <a:pt x="156" y="105"/>
                  </a:cubicBezTo>
                  <a:cubicBezTo>
                    <a:pt x="164" y="105"/>
                    <a:pt x="173" y="105"/>
                    <a:pt x="177" y="110"/>
                  </a:cubicBezTo>
                  <a:cubicBezTo>
                    <a:pt x="185" y="114"/>
                    <a:pt x="194" y="118"/>
                    <a:pt x="202" y="126"/>
                  </a:cubicBezTo>
                  <a:cubicBezTo>
                    <a:pt x="206" y="135"/>
                    <a:pt x="211" y="148"/>
                    <a:pt x="211" y="156"/>
                  </a:cubicBezTo>
                  <a:cubicBezTo>
                    <a:pt x="261" y="156"/>
                    <a:pt x="261" y="156"/>
                    <a:pt x="261" y="156"/>
                  </a:cubicBezTo>
                  <a:cubicBezTo>
                    <a:pt x="316" y="156"/>
                    <a:pt x="316" y="156"/>
                    <a:pt x="316" y="156"/>
                  </a:cubicBezTo>
                  <a:cubicBezTo>
                    <a:pt x="316" y="135"/>
                    <a:pt x="312" y="114"/>
                    <a:pt x="304" y="97"/>
                  </a:cubicBezTo>
                  <a:cubicBezTo>
                    <a:pt x="291" y="67"/>
                    <a:pt x="270" y="42"/>
                    <a:pt x="244" y="25"/>
                  </a:cubicBezTo>
                  <a:cubicBezTo>
                    <a:pt x="219" y="8"/>
                    <a:pt x="190" y="0"/>
                    <a:pt x="156" y="0"/>
                  </a:cubicBezTo>
                  <a:cubicBezTo>
                    <a:pt x="135" y="0"/>
                    <a:pt x="114" y="4"/>
                    <a:pt x="97" y="12"/>
                  </a:cubicBezTo>
                  <a:cubicBezTo>
                    <a:pt x="67" y="25"/>
                    <a:pt x="42" y="42"/>
                    <a:pt x="25" y="67"/>
                  </a:cubicBezTo>
                  <a:cubicBezTo>
                    <a:pt x="8" y="93"/>
                    <a:pt x="0" y="126"/>
                    <a:pt x="0" y="156"/>
                  </a:cubicBezTo>
                  <a:cubicBezTo>
                    <a:pt x="0" y="177"/>
                    <a:pt x="4" y="198"/>
                    <a:pt x="12" y="219"/>
                  </a:cubicBezTo>
                  <a:cubicBezTo>
                    <a:pt x="25" y="249"/>
                    <a:pt x="42" y="270"/>
                    <a:pt x="67" y="287"/>
                  </a:cubicBezTo>
                  <a:cubicBezTo>
                    <a:pt x="92" y="304"/>
                    <a:pt x="126" y="316"/>
                    <a:pt x="156" y="316"/>
                  </a:cubicBezTo>
                  <a:cubicBezTo>
                    <a:pt x="181" y="316"/>
                    <a:pt x="198" y="312"/>
                    <a:pt x="219" y="304"/>
                  </a:cubicBezTo>
                  <a:cubicBezTo>
                    <a:pt x="249" y="291"/>
                    <a:pt x="270" y="270"/>
                    <a:pt x="287" y="245"/>
                  </a:cubicBezTo>
                  <a:cubicBezTo>
                    <a:pt x="308" y="219"/>
                    <a:pt x="316" y="190"/>
                    <a:pt x="316" y="156"/>
                  </a:cubicBezTo>
                  <a:lnTo>
                    <a:pt x="261"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6" name="Group 369">
            <a:extLst>
              <a:ext uri="{FF2B5EF4-FFF2-40B4-BE49-F238E27FC236}">
                <a16:creationId xmlns:a16="http://schemas.microsoft.com/office/drawing/2014/main" id="{4DECD0D5-9BE6-17A7-1FA8-37AC800A70F6}"/>
              </a:ext>
            </a:extLst>
          </p:cNvPr>
          <p:cNvGrpSpPr/>
          <p:nvPr/>
        </p:nvGrpSpPr>
        <p:grpSpPr>
          <a:xfrm>
            <a:off x="2152656" y="5763434"/>
            <a:ext cx="198618" cy="266834"/>
            <a:chOff x="3760788" y="6446838"/>
            <a:chExt cx="679450" cy="912812"/>
          </a:xfrm>
          <a:solidFill>
            <a:schemeClr val="tx2"/>
          </a:solidFill>
        </p:grpSpPr>
        <p:sp>
          <p:nvSpPr>
            <p:cNvPr id="367" name="Freeform 82">
              <a:extLst>
                <a:ext uri="{FF2B5EF4-FFF2-40B4-BE49-F238E27FC236}">
                  <a16:creationId xmlns:a16="http://schemas.microsoft.com/office/drawing/2014/main" id="{2B534149-94EB-67E1-2CC4-700099796640}"/>
                </a:ext>
              </a:extLst>
            </p:cNvPr>
            <p:cNvSpPr>
              <a:spLocks noChangeArrowheads="1"/>
            </p:cNvSpPr>
            <p:nvPr/>
          </p:nvSpPr>
          <p:spPr bwMode="auto">
            <a:xfrm>
              <a:off x="3905250" y="6854825"/>
              <a:ext cx="388938" cy="387350"/>
            </a:xfrm>
            <a:custGeom>
              <a:avLst/>
              <a:gdLst>
                <a:gd name="T0" fmla="*/ 541 w 1082"/>
                <a:gd name="T1" fmla="*/ 0 h 1078"/>
                <a:gd name="T2" fmla="*/ 541 w 1082"/>
                <a:gd name="T3" fmla="*/ 0 h 1078"/>
                <a:gd name="T4" fmla="*/ 0 w 1082"/>
                <a:gd name="T5" fmla="*/ 540 h 1078"/>
                <a:gd name="T6" fmla="*/ 541 w 1082"/>
                <a:gd name="T7" fmla="*/ 1077 h 1078"/>
                <a:gd name="T8" fmla="*/ 1081 w 1082"/>
                <a:gd name="T9" fmla="*/ 540 h 1078"/>
                <a:gd name="T10" fmla="*/ 541 w 1082"/>
                <a:gd name="T11" fmla="*/ 0 h 1078"/>
                <a:gd name="T12" fmla="*/ 541 w 1082"/>
                <a:gd name="T13" fmla="*/ 971 h 1078"/>
                <a:gd name="T14" fmla="*/ 541 w 1082"/>
                <a:gd name="T15" fmla="*/ 971 h 1078"/>
                <a:gd name="T16" fmla="*/ 110 w 1082"/>
                <a:gd name="T17" fmla="*/ 540 h 1078"/>
                <a:gd name="T18" fmla="*/ 541 w 1082"/>
                <a:gd name="T19" fmla="*/ 109 h 1078"/>
                <a:gd name="T20" fmla="*/ 971 w 1082"/>
                <a:gd name="T21" fmla="*/ 540 h 1078"/>
                <a:gd name="T22" fmla="*/ 541 w 1082"/>
                <a:gd name="T23" fmla="*/ 971 h 10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82" h="1078">
                  <a:moveTo>
                    <a:pt x="541" y="0"/>
                  </a:moveTo>
                  <a:lnTo>
                    <a:pt x="541" y="0"/>
                  </a:lnTo>
                  <a:cubicBezTo>
                    <a:pt x="241" y="0"/>
                    <a:pt x="0" y="240"/>
                    <a:pt x="0" y="540"/>
                  </a:cubicBezTo>
                  <a:cubicBezTo>
                    <a:pt x="0" y="836"/>
                    <a:pt x="241" y="1077"/>
                    <a:pt x="541" y="1077"/>
                  </a:cubicBezTo>
                  <a:cubicBezTo>
                    <a:pt x="836" y="1077"/>
                    <a:pt x="1081" y="836"/>
                    <a:pt x="1081" y="540"/>
                  </a:cubicBezTo>
                  <a:cubicBezTo>
                    <a:pt x="1081" y="240"/>
                    <a:pt x="836" y="0"/>
                    <a:pt x="541" y="0"/>
                  </a:cubicBezTo>
                  <a:close/>
                  <a:moveTo>
                    <a:pt x="541" y="971"/>
                  </a:moveTo>
                  <a:lnTo>
                    <a:pt x="541" y="971"/>
                  </a:lnTo>
                  <a:cubicBezTo>
                    <a:pt x="304" y="971"/>
                    <a:pt x="110" y="777"/>
                    <a:pt x="110" y="540"/>
                  </a:cubicBezTo>
                  <a:cubicBezTo>
                    <a:pt x="110" y="300"/>
                    <a:pt x="304" y="109"/>
                    <a:pt x="541" y="109"/>
                  </a:cubicBezTo>
                  <a:cubicBezTo>
                    <a:pt x="777" y="109"/>
                    <a:pt x="971" y="300"/>
                    <a:pt x="971" y="540"/>
                  </a:cubicBezTo>
                  <a:cubicBezTo>
                    <a:pt x="971" y="777"/>
                    <a:pt x="777" y="971"/>
                    <a:pt x="541" y="9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8" name="Freeform 83">
              <a:extLst>
                <a:ext uri="{FF2B5EF4-FFF2-40B4-BE49-F238E27FC236}">
                  <a16:creationId xmlns:a16="http://schemas.microsoft.com/office/drawing/2014/main" id="{AAA6FC1E-1720-2FB6-C754-D5D4DC2CB53B}"/>
                </a:ext>
              </a:extLst>
            </p:cNvPr>
            <p:cNvSpPr>
              <a:spLocks noChangeArrowheads="1"/>
            </p:cNvSpPr>
            <p:nvPr/>
          </p:nvSpPr>
          <p:spPr bwMode="auto">
            <a:xfrm>
              <a:off x="4022725" y="6970713"/>
              <a:ext cx="155575" cy="157162"/>
            </a:xfrm>
            <a:custGeom>
              <a:avLst/>
              <a:gdLst>
                <a:gd name="T0" fmla="*/ 376 w 432"/>
                <a:gd name="T1" fmla="*/ 164 h 436"/>
                <a:gd name="T2" fmla="*/ 376 w 432"/>
                <a:gd name="T3" fmla="*/ 164 h 436"/>
                <a:gd name="T4" fmla="*/ 296 w 432"/>
                <a:gd name="T5" fmla="*/ 164 h 436"/>
                <a:gd name="T6" fmla="*/ 270 w 432"/>
                <a:gd name="T7" fmla="*/ 135 h 436"/>
                <a:gd name="T8" fmla="*/ 270 w 432"/>
                <a:gd name="T9" fmla="*/ 55 h 436"/>
                <a:gd name="T10" fmla="*/ 216 w 432"/>
                <a:gd name="T11" fmla="*/ 0 h 436"/>
                <a:gd name="T12" fmla="*/ 161 w 432"/>
                <a:gd name="T13" fmla="*/ 55 h 436"/>
                <a:gd name="T14" fmla="*/ 161 w 432"/>
                <a:gd name="T15" fmla="*/ 135 h 436"/>
                <a:gd name="T16" fmla="*/ 135 w 432"/>
                <a:gd name="T17" fmla="*/ 164 h 436"/>
                <a:gd name="T18" fmla="*/ 55 w 432"/>
                <a:gd name="T19" fmla="*/ 164 h 436"/>
                <a:gd name="T20" fmla="*/ 0 w 432"/>
                <a:gd name="T21" fmla="*/ 219 h 436"/>
                <a:gd name="T22" fmla="*/ 55 w 432"/>
                <a:gd name="T23" fmla="*/ 270 h 436"/>
                <a:gd name="T24" fmla="*/ 135 w 432"/>
                <a:gd name="T25" fmla="*/ 270 h 436"/>
                <a:gd name="T26" fmla="*/ 161 w 432"/>
                <a:gd name="T27" fmla="*/ 300 h 436"/>
                <a:gd name="T28" fmla="*/ 161 w 432"/>
                <a:gd name="T29" fmla="*/ 380 h 436"/>
                <a:gd name="T30" fmla="*/ 216 w 432"/>
                <a:gd name="T31" fmla="*/ 435 h 436"/>
                <a:gd name="T32" fmla="*/ 270 w 432"/>
                <a:gd name="T33" fmla="*/ 380 h 436"/>
                <a:gd name="T34" fmla="*/ 270 w 432"/>
                <a:gd name="T35" fmla="*/ 300 h 436"/>
                <a:gd name="T36" fmla="*/ 296 w 432"/>
                <a:gd name="T37" fmla="*/ 270 h 436"/>
                <a:gd name="T38" fmla="*/ 376 w 432"/>
                <a:gd name="T39" fmla="*/ 270 h 436"/>
                <a:gd name="T40" fmla="*/ 431 w 432"/>
                <a:gd name="T41" fmla="*/ 219 h 436"/>
                <a:gd name="T42" fmla="*/ 376 w 432"/>
                <a:gd name="T43" fmla="*/ 164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32" h="436">
                  <a:moveTo>
                    <a:pt x="376" y="164"/>
                  </a:moveTo>
                  <a:lnTo>
                    <a:pt x="376" y="164"/>
                  </a:lnTo>
                  <a:cubicBezTo>
                    <a:pt x="296" y="164"/>
                    <a:pt x="296" y="164"/>
                    <a:pt x="296" y="164"/>
                  </a:cubicBezTo>
                  <a:cubicBezTo>
                    <a:pt x="283" y="164"/>
                    <a:pt x="270" y="152"/>
                    <a:pt x="270" y="135"/>
                  </a:cubicBezTo>
                  <a:cubicBezTo>
                    <a:pt x="270" y="55"/>
                    <a:pt x="270" y="55"/>
                    <a:pt x="270" y="55"/>
                  </a:cubicBezTo>
                  <a:cubicBezTo>
                    <a:pt x="270" y="25"/>
                    <a:pt x="245" y="0"/>
                    <a:pt x="216" y="0"/>
                  </a:cubicBezTo>
                  <a:cubicBezTo>
                    <a:pt x="186" y="0"/>
                    <a:pt x="161" y="25"/>
                    <a:pt x="161" y="55"/>
                  </a:cubicBezTo>
                  <a:cubicBezTo>
                    <a:pt x="161" y="135"/>
                    <a:pt x="161" y="135"/>
                    <a:pt x="161" y="135"/>
                  </a:cubicBezTo>
                  <a:cubicBezTo>
                    <a:pt x="161" y="152"/>
                    <a:pt x="148" y="164"/>
                    <a:pt x="135" y="164"/>
                  </a:cubicBezTo>
                  <a:cubicBezTo>
                    <a:pt x="55" y="164"/>
                    <a:pt x="55" y="164"/>
                    <a:pt x="55" y="164"/>
                  </a:cubicBezTo>
                  <a:cubicBezTo>
                    <a:pt x="21" y="164"/>
                    <a:pt x="0" y="185"/>
                    <a:pt x="0" y="219"/>
                  </a:cubicBezTo>
                  <a:cubicBezTo>
                    <a:pt x="0" y="249"/>
                    <a:pt x="21" y="270"/>
                    <a:pt x="55" y="270"/>
                  </a:cubicBezTo>
                  <a:cubicBezTo>
                    <a:pt x="135" y="270"/>
                    <a:pt x="135" y="270"/>
                    <a:pt x="135" y="270"/>
                  </a:cubicBezTo>
                  <a:cubicBezTo>
                    <a:pt x="148" y="270"/>
                    <a:pt x="161" y="283"/>
                    <a:pt x="161" y="300"/>
                  </a:cubicBezTo>
                  <a:cubicBezTo>
                    <a:pt x="161" y="380"/>
                    <a:pt x="161" y="380"/>
                    <a:pt x="161" y="380"/>
                  </a:cubicBezTo>
                  <a:cubicBezTo>
                    <a:pt x="161" y="409"/>
                    <a:pt x="186" y="435"/>
                    <a:pt x="216" y="435"/>
                  </a:cubicBezTo>
                  <a:cubicBezTo>
                    <a:pt x="245" y="435"/>
                    <a:pt x="270" y="409"/>
                    <a:pt x="270" y="380"/>
                  </a:cubicBezTo>
                  <a:cubicBezTo>
                    <a:pt x="270" y="300"/>
                    <a:pt x="270" y="300"/>
                    <a:pt x="270" y="300"/>
                  </a:cubicBezTo>
                  <a:cubicBezTo>
                    <a:pt x="270" y="283"/>
                    <a:pt x="283" y="270"/>
                    <a:pt x="296" y="270"/>
                  </a:cubicBezTo>
                  <a:cubicBezTo>
                    <a:pt x="376" y="270"/>
                    <a:pt x="376" y="270"/>
                    <a:pt x="376" y="270"/>
                  </a:cubicBezTo>
                  <a:cubicBezTo>
                    <a:pt x="406" y="270"/>
                    <a:pt x="431" y="249"/>
                    <a:pt x="431" y="219"/>
                  </a:cubicBezTo>
                  <a:cubicBezTo>
                    <a:pt x="431" y="185"/>
                    <a:pt x="406" y="164"/>
                    <a:pt x="376"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9" name="Freeform 84">
              <a:extLst>
                <a:ext uri="{FF2B5EF4-FFF2-40B4-BE49-F238E27FC236}">
                  <a16:creationId xmlns:a16="http://schemas.microsoft.com/office/drawing/2014/main" id="{9D2D6CA6-872D-FBE5-EC47-40F55FEC3B40}"/>
                </a:ext>
              </a:extLst>
            </p:cNvPr>
            <p:cNvSpPr>
              <a:spLocks noChangeArrowheads="1"/>
            </p:cNvSpPr>
            <p:nvPr/>
          </p:nvSpPr>
          <p:spPr bwMode="auto">
            <a:xfrm>
              <a:off x="3760788" y="6446838"/>
              <a:ext cx="679450" cy="912812"/>
            </a:xfrm>
            <a:custGeom>
              <a:avLst/>
              <a:gdLst>
                <a:gd name="T0" fmla="*/ 1685 w 1888"/>
                <a:gd name="T1" fmla="*/ 807 h 2535"/>
                <a:gd name="T2" fmla="*/ 1685 w 1888"/>
                <a:gd name="T3" fmla="*/ 807 h 2535"/>
                <a:gd name="T4" fmla="*/ 1592 w 1888"/>
                <a:gd name="T5" fmla="*/ 807 h 2535"/>
                <a:gd name="T6" fmla="*/ 1566 w 1888"/>
                <a:gd name="T7" fmla="*/ 781 h 2535"/>
                <a:gd name="T8" fmla="*/ 1566 w 1888"/>
                <a:gd name="T9" fmla="*/ 621 h 2535"/>
                <a:gd name="T10" fmla="*/ 1592 w 1888"/>
                <a:gd name="T11" fmla="*/ 591 h 2535"/>
                <a:gd name="T12" fmla="*/ 1752 w 1888"/>
                <a:gd name="T13" fmla="*/ 591 h 2535"/>
                <a:gd name="T14" fmla="*/ 1807 w 1888"/>
                <a:gd name="T15" fmla="*/ 540 h 2535"/>
                <a:gd name="T16" fmla="*/ 1807 w 1888"/>
                <a:gd name="T17" fmla="*/ 55 h 2535"/>
                <a:gd name="T18" fmla="*/ 1752 w 1888"/>
                <a:gd name="T19" fmla="*/ 0 h 2535"/>
                <a:gd name="T20" fmla="*/ 135 w 1888"/>
                <a:gd name="T21" fmla="*/ 0 h 2535"/>
                <a:gd name="T22" fmla="*/ 84 w 1888"/>
                <a:gd name="T23" fmla="*/ 55 h 2535"/>
                <a:gd name="T24" fmla="*/ 84 w 1888"/>
                <a:gd name="T25" fmla="*/ 540 h 2535"/>
                <a:gd name="T26" fmla="*/ 135 w 1888"/>
                <a:gd name="T27" fmla="*/ 591 h 2535"/>
                <a:gd name="T28" fmla="*/ 300 w 1888"/>
                <a:gd name="T29" fmla="*/ 591 h 2535"/>
                <a:gd name="T30" fmla="*/ 325 w 1888"/>
                <a:gd name="T31" fmla="*/ 621 h 2535"/>
                <a:gd name="T32" fmla="*/ 325 w 1888"/>
                <a:gd name="T33" fmla="*/ 781 h 2535"/>
                <a:gd name="T34" fmla="*/ 300 w 1888"/>
                <a:gd name="T35" fmla="*/ 807 h 2535"/>
                <a:gd name="T36" fmla="*/ 207 w 1888"/>
                <a:gd name="T37" fmla="*/ 807 h 2535"/>
                <a:gd name="T38" fmla="*/ 0 w 1888"/>
                <a:gd name="T39" fmla="*/ 1013 h 2535"/>
                <a:gd name="T40" fmla="*/ 0 w 1888"/>
                <a:gd name="T41" fmla="*/ 2327 h 2535"/>
                <a:gd name="T42" fmla="*/ 207 w 1888"/>
                <a:gd name="T43" fmla="*/ 2534 h 2535"/>
                <a:gd name="T44" fmla="*/ 1685 w 1888"/>
                <a:gd name="T45" fmla="*/ 2534 h 2535"/>
                <a:gd name="T46" fmla="*/ 1887 w 1888"/>
                <a:gd name="T47" fmla="*/ 2327 h 2535"/>
                <a:gd name="T48" fmla="*/ 1887 w 1888"/>
                <a:gd name="T49" fmla="*/ 1013 h 2535"/>
                <a:gd name="T50" fmla="*/ 1685 w 1888"/>
                <a:gd name="T51" fmla="*/ 807 h 2535"/>
                <a:gd name="T52" fmla="*/ 219 w 1888"/>
                <a:gd name="T53" fmla="*/ 486 h 2535"/>
                <a:gd name="T54" fmla="*/ 219 w 1888"/>
                <a:gd name="T55" fmla="*/ 486 h 2535"/>
                <a:gd name="T56" fmla="*/ 190 w 1888"/>
                <a:gd name="T57" fmla="*/ 456 h 2535"/>
                <a:gd name="T58" fmla="*/ 190 w 1888"/>
                <a:gd name="T59" fmla="*/ 452 h 2535"/>
                <a:gd name="T60" fmla="*/ 190 w 1888"/>
                <a:gd name="T61" fmla="*/ 443 h 2535"/>
                <a:gd name="T62" fmla="*/ 190 w 1888"/>
                <a:gd name="T63" fmla="*/ 135 h 2535"/>
                <a:gd name="T64" fmla="*/ 219 w 1888"/>
                <a:gd name="T65" fmla="*/ 105 h 2535"/>
                <a:gd name="T66" fmla="*/ 1664 w 1888"/>
                <a:gd name="T67" fmla="*/ 105 h 2535"/>
                <a:gd name="T68" fmla="*/ 1681 w 1888"/>
                <a:gd name="T69" fmla="*/ 110 h 2535"/>
                <a:gd name="T70" fmla="*/ 1697 w 1888"/>
                <a:gd name="T71" fmla="*/ 135 h 2535"/>
                <a:gd name="T72" fmla="*/ 1697 w 1888"/>
                <a:gd name="T73" fmla="*/ 456 h 2535"/>
                <a:gd name="T74" fmla="*/ 1672 w 1888"/>
                <a:gd name="T75" fmla="*/ 486 h 2535"/>
                <a:gd name="T76" fmla="*/ 219 w 1888"/>
                <a:gd name="T77" fmla="*/ 486 h 2535"/>
                <a:gd name="T78" fmla="*/ 1457 w 1888"/>
                <a:gd name="T79" fmla="*/ 621 h 2535"/>
                <a:gd name="T80" fmla="*/ 1457 w 1888"/>
                <a:gd name="T81" fmla="*/ 621 h 2535"/>
                <a:gd name="T82" fmla="*/ 1457 w 1888"/>
                <a:gd name="T83" fmla="*/ 781 h 2535"/>
                <a:gd name="T84" fmla="*/ 1431 w 1888"/>
                <a:gd name="T85" fmla="*/ 807 h 2535"/>
                <a:gd name="T86" fmla="*/ 460 w 1888"/>
                <a:gd name="T87" fmla="*/ 807 h 2535"/>
                <a:gd name="T88" fmla="*/ 435 w 1888"/>
                <a:gd name="T89" fmla="*/ 781 h 2535"/>
                <a:gd name="T90" fmla="*/ 435 w 1888"/>
                <a:gd name="T91" fmla="*/ 621 h 2535"/>
                <a:gd name="T92" fmla="*/ 460 w 1888"/>
                <a:gd name="T93" fmla="*/ 591 h 2535"/>
                <a:gd name="T94" fmla="*/ 1431 w 1888"/>
                <a:gd name="T95" fmla="*/ 591 h 2535"/>
                <a:gd name="T96" fmla="*/ 1457 w 1888"/>
                <a:gd name="T97" fmla="*/ 621 h 2535"/>
                <a:gd name="T98" fmla="*/ 1782 w 1888"/>
                <a:gd name="T99" fmla="*/ 2327 h 2535"/>
                <a:gd name="T100" fmla="*/ 1782 w 1888"/>
                <a:gd name="T101" fmla="*/ 2327 h 2535"/>
                <a:gd name="T102" fmla="*/ 1685 w 1888"/>
                <a:gd name="T103" fmla="*/ 2424 h 2535"/>
                <a:gd name="T104" fmla="*/ 207 w 1888"/>
                <a:gd name="T105" fmla="*/ 2424 h 2535"/>
                <a:gd name="T106" fmla="*/ 109 w 1888"/>
                <a:gd name="T107" fmla="*/ 2327 h 2535"/>
                <a:gd name="T108" fmla="*/ 109 w 1888"/>
                <a:gd name="T109" fmla="*/ 1013 h 2535"/>
                <a:gd name="T110" fmla="*/ 207 w 1888"/>
                <a:gd name="T111" fmla="*/ 916 h 2535"/>
                <a:gd name="T112" fmla="*/ 1685 w 1888"/>
                <a:gd name="T113" fmla="*/ 916 h 2535"/>
                <a:gd name="T114" fmla="*/ 1782 w 1888"/>
                <a:gd name="T115" fmla="*/ 1013 h 2535"/>
                <a:gd name="T116" fmla="*/ 1782 w 1888"/>
                <a:gd name="T117" fmla="*/ 2327 h 2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888" h="2535">
                  <a:moveTo>
                    <a:pt x="1685" y="807"/>
                  </a:moveTo>
                  <a:lnTo>
                    <a:pt x="1685" y="807"/>
                  </a:lnTo>
                  <a:cubicBezTo>
                    <a:pt x="1592" y="807"/>
                    <a:pt x="1592" y="807"/>
                    <a:pt x="1592" y="807"/>
                  </a:cubicBezTo>
                  <a:cubicBezTo>
                    <a:pt x="1579" y="807"/>
                    <a:pt x="1566" y="794"/>
                    <a:pt x="1566" y="781"/>
                  </a:cubicBezTo>
                  <a:cubicBezTo>
                    <a:pt x="1566" y="621"/>
                    <a:pt x="1566" y="621"/>
                    <a:pt x="1566" y="621"/>
                  </a:cubicBezTo>
                  <a:cubicBezTo>
                    <a:pt x="1566" y="604"/>
                    <a:pt x="1579" y="591"/>
                    <a:pt x="1592" y="591"/>
                  </a:cubicBezTo>
                  <a:cubicBezTo>
                    <a:pt x="1752" y="591"/>
                    <a:pt x="1752" y="591"/>
                    <a:pt x="1752" y="591"/>
                  </a:cubicBezTo>
                  <a:cubicBezTo>
                    <a:pt x="1782" y="591"/>
                    <a:pt x="1807" y="570"/>
                    <a:pt x="1807" y="540"/>
                  </a:cubicBezTo>
                  <a:cubicBezTo>
                    <a:pt x="1807" y="55"/>
                    <a:pt x="1807" y="55"/>
                    <a:pt x="1807" y="55"/>
                  </a:cubicBezTo>
                  <a:cubicBezTo>
                    <a:pt x="1807" y="25"/>
                    <a:pt x="1782" y="0"/>
                    <a:pt x="1752" y="0"/>
                  </a:cubicBezTo>
                  <a:cubicBezTo>
                    <a:pt x="135" y="0"/>
                    <a:pt x="135" y="0"/>
                    <a:pt x="135" y="0"/>
                  </a:cubicBezTo>
                  <a:cubicBezTo>
                    <a:pt x="105" y="0"/>
                    <a:pt x="84" y="25"/>
                    <a:pt x="84" y="55"/>
                  </a:cubicBezTo>
                  <a:cubicBezTo>
                    <a:pt x="84" y="540"/>
                    <a:pt x="84" y="540"/>
                    <a:pt x="84" y="540"/>
                  </a:cubicBezTo>
                  <a:cubicBezTo>
                    <a:pt x="84" y="570"/>
                    <a:pt x="105" y="591"/>
                    <a:pt x="135" y="591"/>
                  </a:cubicBezTo>
                  <a:cubicBezTo>
                    <a:pt x="300" y="591"/>
                    <a:pt x="300" y="591"/>
                    <a:pt x="300" y="591"/>
                  </a:cubicBezTo>
                  <a:cubicBezTo>
                    <a:pt x="312" y="591"/>
                    <a:pt x="325" y="604"/>
                    <a:pt x="325" y="621"/>
                  </a:cubicBezTo>
                  <a:cubicBezTo>
                    <a:pt x="325" y="781"/>
                    <a:pt x="325" y="781"/>
                    <a:pt x="325" y="781"/>
                  </a:cubicBezTo>
                  <a:cubicBezTo>
                    <a:pt x="325" y="794"/>
                    <a:pt x="312" y="807"/>
                    <a:pt x="300" y="807"/>
                  </a:cubicBezTo>
                  <a:cubicBezTo>
                    <a:pt x="207" y="807"/>
                    <a:pt x="207" y="807"/>
                    <a:pt x="207" y="807"/>
                  </a:cubicBezTo>
                  <a:cubicBezTo>
                    <a:pt x="93" y="807"/>
                    <a:pt x="0" y="899"/>
                    <a:pt x="0" y="1013"/>
                  </a:cubicBezTo>
                  <a:cubicBezTo>
                    <a:pt x="0" y="2327"/>
                    <a:pt x="0" y="2327"/>
                    <a:pt x="0" y="2327"/>
                  </a:cubicBezTo>
                  <a:cubicBezTo>
                    <a:pt x="0" y="2441"/>
                    <a:pt x="93" y="2534"/>
                    <a:pt x="207" y="2534"/>
                  </a:cubicBezTo>
                  <a:cubicBezTo>
                    <a:pt x="1685" y="2534"/>
                    <a:pt x="1685" y="2534"/>
                    <a:pt x="1685" y="2534"/>
                  </a:cubicBezTo>
                  <a:cubicBezTo>
                    <a:pt x="1794" y="2534"/>
                    <a:pt x="1887" y="2441"/>
                    <a:pt x="1887" y="2327"/>
                  </a:cubicBezTo>
                  <a:cubicBezTo>
                    <a:pt x="1887" y="1013"/>
                    <a:pt x="1887" y="1013"/>
                    <a:pt x="1887" y="1013"/>
                  </a:cubicBezTo>
                  <a:cubicBezTo>
                    <a:pt x="1887" y="899"/>
                    <a:pt x="1794" y="807"/>
                    <a:pt x="1685" y="807"/>
                  </a:cubicBezTo>
                  <a:close/>
                  <a:moveTo>
                    <a:pt x="219" y="486"/>
                  </a:moveTo>
                  <a:lnTo>
                    <a:pt x="219" y="486"/>
                  </a:lnTo>
                  <a:cubicBezTo>
                    <a:pt x="202" y="486"/>
                    <a:pt x="190" y="473"/>
                    <a:pt x="190" y="456"/>
                  </a:cubicBezTo>
                  <a:cubicBezTo>
                    <a:pt x="190" y="452"/>
                    <a:pt x="190" y="452"/>
                    <a:pt x="190" y="452"/>
                  </a:cubicBezTo>
                  <a:cubicBezTo>
                    <a:pt x="190" y="448"/>
                    <a:pt x="190" y="448"/>
                    <a:pt x="190" y="443"/>
                  </a:cubicBezTo>
                  <a:cubicBezTo>
                    <a:pt x="190" y="135"/>
                    <a:pt x="190" y="135"/>
                    <a:pt x="190" y="135"/>
                  </a:cubicBezTo>
                  <a:cubicBezTo>
                    <a:pt x="190" y="118"/>
                    <a:pt x="202" y="105"/>
                    <a:pt x="219" y="105"/>
                  </a:cubicBezTo>
                  <a:cubicBezTo>
                    <a:pt x="1664" y="105"/>
                    <a:pt x="1664" y="105"/>
                    <a:pt x="1664" y="105"/>
                  </a:cubicBezTo>
                  <a:cubicBezTo>
                    <a:pt x="1668" y="105"/>
                    <a:pt x="1676" y="105"/>
                    <a:pt x="1681" y="110"/>
                  </a:cubicBezTo>
                  <a:cubicBezTo>
                    <a:pt x="1689" y="110"/>
                    <a:pt x="1697" y="122"/>
                    <a:pt x="1697" y="135"/>
                  </a:cubicBezTo>
                  <a:cubicBezTo>
                    <a:pt x="1697" y="456"/>
                    <a:pt x="1697" y="456"/>
                    <a:pt x="1697" y="456"/>
                  </a:cubicBezTo>
                  <a:cubicBezTo>
                    <a:pt x="1697" y="473"/>
                    <a:pt x="1689" y="486"/>
                    <a:pt x="1672" y="486"/>
                  </a:cubicBezTo>
                  <a:lnTo>
                    <a:pt x="219" y="486"/>
                  </a:lnTo>
                  <a:close/>
                  <a:moveTo>
                    <a:pt x="1457" y="621"/>
                  </a:moveTo>
                  <a:lnTo>
                    <a:pt x="1457" y="621"/>
                  </a:lnTo>
                  <a:cubicBezTo>
                    <a:pt x="1457" y="781"/>
                    <a:pt x="1457" y="781"/>
                    <a:pt x="1457" y="781"/>
                  </a:cubicBezTo>
                  <a:cubicBezTo>
                    <a:pt x="1457" y="794"/>
                    <a:pt x="1444" y="807"/>
                    <a:pt x="1431" y="807"/>
                  </a:cubicBezTo>
                  <a:cubicBezTo>
                    <a:pt x="460" y="807"/>
                    <a:pt x="460" y="807"/>
                    <a:pt x="460" y="807"/>
                  </a:cubicBezTo>
                  <a:cubicBezTo>
                    <a:pt x="447" y="807"/>
                    <a:pt x="435" y="794"/>
                    <a:pt x="435" y="781"/>
                  </a:cubicBezTo>
                  <a:cubicBezTo>
                    <a:pt x="435" y="621"/>
                    <a:pt x="435" y="621"/>
                    <a:pt x="435" y="621"/>
                  </a:cubicBezTo>
                  <a:cubicBezTo>
                    <a:pt x="435" y="604"/>
                    <a:pt x="447" y="591"/>
                    <a:pt x="460" y="591"/>
                  </a:cubicBezTo>
                  <a:cubicBezTo>
                    <a:pt x="1431" y="591"/>
                    <a:pt x="1431" y="591"/>
                    <a:pt x="1431" y="591"/>
                  </a:cubicBezTo>
                  <a:cubicBezTo>
                    <a:pt x="1444" y="591"/>
                    <a:pt x="1457" y="604"/>
                    <a:pt x="1457" y="621"/>
                  </a:cubicBezTo>
                  <a:close/>
                  <a:moveTo>
                    <a:pt x="1782" y="2327"/>
                  </a:moveTo>
                  <a:lnTo>
                    <a:pt x="1782" y="2327"/>
                  </a:lnTo>
                  <a:cubicBezTo>
                    <a:pt x="1782" y="2382"/>
                    <a:pt x="1735" y="2424"/>
                    <a:pt x="1685" y="2424"/>
                  </a:cubicBezTo>
                  <a:cubicBezTo>
                    <a:pt x="207" y="2424"/>
                    <a:pt x="207" y="2424"/>
                    <a:pt x="207" y="2424"/>
                  </a:cubicBezTo>
                  <a:cubicBezTo>
                    <a:pt x="152" y="2424"/>
                    <a:pt x="109" y="2382"/>
                    <a:pt x="109" y="2327"/>
                  </a:cubicBezTo>
                  <a:cubicBezTo>
                    <a:pt x="109" y="1013"/>
                    <a:pt x="109" y="1013"/>
                    <a:pt x="109" y="1013"/>
                  </a:cubicBezTo>
                  <a:cubicBezTo>
                    <a:pt x="109" y="959"/>
                    <a:pt x="152" y="916"/>
                    <a:pt x="207" y="916"/>
                  </a:cubicBezTo>
                  <a:cubicBezTo>
                    <a:pt x="1685" y="916"/>
                    <a:pt x="1685" y="916"/>
                    <a:pt x="1685" y="916"/>
                  </a:cubicBezTo>
                  <a:cubicBezTo>
                    <a:pt x="1735" y="916"/>
                    <a:pt x="1782" y="959"/>
                    <a:pt x="1782" y="1013"/>
                  </a:cubicBezTo>
                  <a:lnTo>
                    <a:pt x="1782" y="23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70" name="Group 373">
            <a:extLst>
              <a:ext uri="{FF2B5EF4-FFF2-40B4-BE49-F238E27FC236}">
                <a16:creationId xmlns:a16="http://schemas.microsoft.com/office/drawing/2014/main" id="{5BF3AA23-D137-5A3F-7292-27D69C105B23}"/>
              </a:ext>
            </a:extLst>
          </p:cNvPr>
          <p:cNvGrpSpPr/>
          <p:nvPr/>
        </p:nvGrpSpPr>
        <p:grpSpPr>
          <a:xfrm>
            <a:off x="2629245" y="5796846"/>
            <a:ext cx="243167" cy="243631"/>
            <a:chOff x="5391150" y="6561138"/>
            <a:chExt cx="831850" cy="833437"/>
          </a:xfrm>
          <a:solidFill>
            <a:schemeClr val="tx2"/>
          </a:solidFill>
        </p:grpSpPr>
        <p:sp>
          <p:nvSpPr>
            <p:cNvPr id="371" name="Freeform 85">
              <a:extLst>
                <a:ext uri="{FF2B5EF4-FFF2-40B4-BE49-F238E27FC236}">
                  <a16:creationId xmlns:a16="http://schemas.microsoft.com/office/drawing/2014/main" id="{B1CB4965-CF7E-F29C-7BED-DFCFFB33CE13}"/>
                </a:ext>
              </a:extLst>
            </p:cNvPr>
            <p:cNvSpPr>
              <a:spLocks noChangeArrowheads="1"/>
            </p:cNvSpPr>
            <p:nvPr/>
          </p:nvSpPr>
          <p:spPr bwMode="auto">
            <a:xfrm>
              <a:off x="5391150" y="6561138"/>
              <a:ext cx="831850" cy="833437"/>
            </a:xfrm>
            <a:custGeom>
              <a:avLst/>
              <a:gdLst>
                <a:gd name="T0" fmla="*/ 2281 w 2311"/>
                <a:gd name="T1" fmla="*/ 261 h 2315"/>
                <a:gd name="T2" fmla="*/ 2188 w 2311"/>
                <a:gd name="T3" fmla="*/ 122 h 2315"/>
                <a:gd name="T4" fmla="*/ 2188 w 2311"/>
                <a:gd name="T5" fmla="*/ 122 h 2315"/>
                <a:gd name="T6" fmla="*/ 2048 w 2311"/>
                <a:gd name="T7" fmla="*/ 29 h 2315"/>
                <a:gd name="T8" fmla="*/ 1728 w 2311"/>
                <a:gd name="T9" fmla="*/ 29 h 2315"/>
                <a:gd name="T10" fmla="*/ 549 w 2311"/>
                <a:gd name="T11" fmla="*/ 1161 h 2315"/>
                <a:gd name="T12" fmla="*/ 435 w 2311"/>
                <a:gd name="T13" fmla="*/ 1549 h 2315"/>
                <a:gd name="T14" fmla="*/ 169 w 2311"/>
                <a:gd name="T15" fmla="*/ 1841 h 2315"/>
                <a:gd name="T16" fmla="*/ 169 w 2311"/>
                <a:gd name="T17" fmla="*/ 1841 h 2315"/>
                <a:gd name="T18" fmla="*/ 17 w 2311"/>
                <a:gd name="T19" fmla="*/ 2018 h 2315"/>
                <a:gd name="T20" fmla="*/ 13 w 2311"/>
                <a:gd name="T21" fmla="*/ 2179 h 2315"/>
                <a:gd name="T22" fmla="*/ 123 w 2311"/>
                <a:gd name="T23" fmla="*/ 2293 h 2315"/>
                <a:gd name="T24" fmla="*/ 287 w 2311"/>
                <a:gd name="T25" fmla="*/ 2297 h 2315"/>
                <a:gd name="T26" fmla="*/ 705 w 2311"/>
                <a:gd name="T27" fmla="*/ 1900 h 2315"/>
                <a:gd name="T28" fmla="*/ 1039 w 2311"/>
                <a:gd name="T29" fmla="*/ 1816 h 2315"/>
                <a:gd name="T30" fmla="*/ 2188 w 2311"/>
                <a:gd name="T31" fmla="*/ 722 h 2315"/>
                <a:gd name="T32" fmla="*/ 2310 w 2311"/>
                <a:gd name="T33" fmla="*/ 422 h 2315"/>
                <a:gd name="T34" fmla="*/ 283 w 2311"/>
                <a:gd name="T35" fmla="*/ 2174 h 2315"/>
                <a:gd name="T36" fmla="*/ 249 w 2311"/>
                <a:gd name="T37" fmla="*/ 2200 h 2315"/>
                <a:gd name="T38" fmla="*/ 165 w 2311"/>
                <a:gd name="T39" fmla="*/ 2200 h 2315"/>
                <a:gd name="T40" fmla="*/ 110 w 2311"/>
                <a:gd name="T41" fmla="*/ 2141 h 2315"/>
                <a:gd name="T42" fmla="*/ 114 w 2311"/>
                <a:gd name="T43" fmla="*/ 2061 h 2315"/>
                <a:gd name="T44" fmla="*/ 207 w 2311"/>
                <a:gd name="T45" fmla="*/ 1951 h 2315"/>
                <a:gd name="T46" fmla="*/ 283 w 2311"/>
                <a:gd name="T47" fmla="*/ 2174 h 2315"/>
                <a:gd name="T48" fmla="*/ 2184 w 2311"/>
                <a:gd name="T49" fmla="*/ 540 h 2315"/>
                <a:gd name="T50" fmla="*/ 1073 w 2311"/>
                <a:gd name="T51" fmla="*/ 1685 h 2315"/>
                <a:gd name="T52" fmla="*/ 739 w 2311"/>
                <a:gd name="T53" fmla="*/ 1769 h 2315"/>
                <a:gd name="T54" fmla="*/ 431 w 2311"/>
                <a:gd name="T55" fmla="*/ 2027 h 2315"/>
                <a:gd name="T56" fmla="*/ 482 w 2311"/>
                <a:gd name="T57" fmla="*/ 1676 h 2315"/>
                <a:gd name="T58" fmla="*/ 596 w 2311"/>
                <a:gd name="T59" fmla="*/ 1292 h 2315"/>
                <a:gd name="T60" fmla="*/ 1664 w 2311"/>
                <a:gd name="T61" fmla="*/ 198 h 2315"/>
                <a:gd name="T62" fmla="*/ 1888 w 2311"/>
                <a:gd name="T63" fmla="*/ 105 h 2315"/>
                <a:gd name="T64" fmla="*/ 2112 w 2311"/>
                <a:gd name="T65" fmla="*/ 198 h 2315"/>
                <a:gd name="T66" fmla="*/ 2112 w 2311"/>
                <a:gd name="T67" fmla="*/ 198 h 2315"/>
                <a:gd name="T68" fmla="*/ 2205 w 2311"/>
                <a:gd name="T69" fmla="*/ 422 h 2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1" h="2315">
                  <a:moveTo>
                    <a:pt x="2281" y="261"/>
                  </a:moveTo>
                  <a:lnTo>
                    <a:pt x="2281" y="261"/>
                  </a:lnTo>
                  <a:cubicBezTo>
                    <a:pt x="2260" y="211"/>
                    <a:pt x="2230" y="164"/>
                    <a:pt x="2188" y="122"/>
                  </a:cubicBezTo>
                  <a:lnTo>
                    <a:pt x="2188" y="122"/>
                  </a:lnTo>
                  <a:lnTo>
                    <a:pt x="2188" y="122"/>
                  </a:lnTo>
                  <a:lnTo>
                    <a:pt x="2188" y="122"/>
                  </a:lnTo>
                  <a:lnTo>
                    <a:pt x="2188" y="122"/>
                  </a:lnTo>
                  <a:cubicBezTo>
                    <a:pt x="2145" y="80"/>
                    <a:pt x="2099" y="50"/>
                    <a:pt x="2048" y="29"/>
                  </a:cubicBezTo>
                  <a:cubicBezTo>
                    <a:pt x="1998" y="8"/>
                    <a:pt x="1943" y="0"/>
                    <a:pt x="1888" y="0"/>
                  </a:cubicBezTo>
                  <a:cubicBezTo>
                    <a:pt x="1833" y="0"/>
                    <a:pt x="1778" y="8"/>
                    <a:pt x="1728" y="29"/>
                  </a:cubicBezTo>
                  <a:cubicBezTo>
                    <a:pt x="1677" y="50"/>
                    <a:pt x="1630" y="80"/>
                    <a:pt x="1588" y="122"/>
                  </a:cubicBezTo>
                  <a:cubicBezTo>
                    <a:pt x="549" y="1161"/>
                    <a:pt x="549" y="1161"/>
                    <a:pt x="549" y="1161"/>
                  </a:cubicBezTo>
                  <a:cubicBezTo>
                    <a:pt x="520" y="1191"/>
                    <a:pt x="499" y="1229"/>
                    <a:pt x="494" y="1271"/>
                  </a:cubicBezTo>
                  <a:cubicBezTo>
                    <a:pt x="435" y="1549"/>
                    <a:pt x="435" y="1549"/>
                    <a:pt x="435" y="1549"/>
                  </a:cubicBezTo>
                  <a:cubicBezTo>
                    <a:pt x="431" y="1571"/>
                    <a:pt x="422" y="1588"/>
                    <a:pt x="406" y="1604"/>
                  </a:cubicBezTo>
                  <a:cubicBezTo>
                    <a:pt x="169" y="1841"/>
                    <a:pt x="169" y="1841"/>
                    <a:pt x="169" y="1841"/>
                  </a:cubicBezTo>
                  <a:lnTo>
                    <a:pt x="169" y="1841"/>
                  </a:lnTo>
                  <a:lnTo>
                    <a:pt x="169" y="1841"/>
                  </a:lnTo>
                  <a:cubicBezTo>
                    <a:pt x="63" y="1947"/>
                    <a:pt x="63" y="1947"/>
                    <a:pt x="63" y="1947"/>
                  </a:cubicBezTo>
                  <a:cubicBezTo>
                    <a:pt x="42" y="1968"/>
                    <a:pt x="26" y="1993"/>
                    <a:pt x="17" y="2018"/>
                  </a:cubicBezTo>
                  <a:cubicBezTo>
                    <a:pt x="4" y="2048"/>
                    <a:pt x="0" y="2077"/>
                    <a:pt x="0" y="2103"/>
                  </a:cubicBezTo>
                  <a:cubicBezTo>
                    <a:pt x="0" y="2128"/>
                    <a:pt x="4" y="2153"/>
                    <a:pt x="13" y="2179"/>
                  </a:cubicBezTo>
                  <a:cubicBezTo>
                    <a:pt x="21" y="2200"/>
                    <a:pt x="34" y="2221"/>
                    <a:pt x="51" y="2242"/>
                  </a:cubicBezTo>
                  <a:cubicBezTo>
                    <a:pt x="72" y="2267"/>
                    <a:pt x="97" y="2284"/>
                    <a:pt x="123" y="2293"/>
                  </a:cubicBezTo>
                  <a:cubicBezTo>
                    <a:pt x="152" y="2305"/>
                    <a:pt x="178" y="2314"/>
                    <a:pt x="207" y="2314"/>
                  </a:cubicBezTo>
                  <a:cubicBezTo>
                    <a:pt x="237" y="2314"/>
                    <a:pt x="262" y="2305"/>
                    <a:pt x="287" y="2297"/>
                  </a:cubicBezTo>
                  <a:cubicBezTo>
                    <a:pt x="313" y="2289"/>
                    <a:pt x="338" y="2272"/>
                    <a:pt x="359" y="2251"/>
                  </a:cubicBezTo>
                  <a:cubicBezTo>
                    <a:pt x="705" y="1900"/>
                    <a:pt x="705" y="1900"/>
                    <a:pt x="705" y="1900"/>
                  </a:cubicBezTo>
                  <a:cubicBezTo>
                    <a:pt x="722" y="1887"/>
                    <a:pt x="739" y="1879"/>
                    <a:pt x="760" y="1875"/>
                  </a:cubicBezTo>
                  <a:cubicBezTo>
                    <a:pt x="1039" y="1816"/>
                    <a:pt x="1039" y="1816"/>
                    <a:pt x="1039" y="1816"/>
                  </a:cubicBezTo>
                  <a:cubicBezTo>
                    <a:pt x="1081" y="1807"/>
                    <a:pt x="1119" y="1790"/>
                    <a:pt x="1149" y="1761"/>
                  </a:cubicBezTo>
                  <a:cubicBezTo>
                    <a:pt x="2188" y="722"/>
                    <a:pt x="2188" y="722"/>
                    <a:pt x="2188" y="722"/>
                  </a:cubicBezTo>
                  <a:cubicBezTo>
                    <a:pt x="2226" y="680"/>
                    <a:pt x="2260" y="633"/>
                    <a:pt x="2281" y="582"/>
                  </a:cubicBezTo>
                  <a:cubicBezTo>
                    <a:pt x="2302" y="532"/>
                    <a:pt x="2310" y="477"/>
                    <a:pt x="2310" y="422"/>
                  </a:cubicBezTo>
                  <a:cubicBezTo>
                    <a:pt x="2310" y="367"/>
                    <a:pt x="2302" y="316"/>
                    <a:pt x="2281" y="261"/>
                  </a:cubicBezTo>
                  <a:close/>
                  <a:moveTo>
                    <a:pt x="283" y="2174"/>
                  </a:moveTo>
                  <a:lnTo>
                    <a:pt x="283" y="2174"/>
                  </a:lnTo>
                  <a:cubicBezTo>
                    <a:pt x="275" y="2187"/>
                    <a:pt x="262" y="2196"/>
                    <a:pt x="249" y="2200"/>
                  </a:cubicBezTo>
                  <a:cubicBezTo>
                    <a:pt x="237" y="2204"/>
                    <a:pt x="220" y="2208"/>
                    <a:pt x="207" y="2208"/>
                  </a:cubicBezTo>
                  <a:cubicBezTo>
                    <a:pt x="194" y="2208"/>
                    <a:pt x="178" y="2204"/>
                    <a:pt x="165" y="2200"/>
                  </a:cubicBezTo>
                  <a:cubicBezTo>
                    <a:pt x="152" y="2191"/>
                    <a:pt x="140" y="2183"/>
                    <a:pt x="131" y="2170"/>
                  </a:cubicBezTo>
                  <a:cubicBezTo>
                    <a:pt x="123" y="2162"/>
                    <a:pt x="114" y="2153"/>
                    <a:pt x="110" y="2141"/>
                  </a:cubicBezTo>
                  <a:cubicBezTo>
                    <a:pt x="106" y="2128"/>
                    <a:pt x="106" y="2115"/>
                    <a:pt x="106" y="2103"/>
                  </a:cubicBezTo>
                  <a:cubicBezTo>
                    <a:pt x="106" y="2090"/>
                    <a:pt x="110" y="2073"/>
                    <a:pt x="114" y="2061"/>
                  </a:cubicBezTo>
                  <a:cubicBezTo>
                    <a:pt x="118" y="2044"/>
                    <a:pt x="127" y="2031"/>
                    <a:pt x="140" y="2018"/>
                  </a:cubicBezTo>
                  <a:cubicBezTo>
                    <a:pt x="207" y="1951"/>
                    <a:pt x="207" y="1951"/>
                    <a:pt x="207" y="1951"/>
                  </a:cubicBezTo>
                  <a:cubicBezTo>
                    <a:pt x="359" y="2103"/>
                    <a:pt x="359" y="2103"/>
                    <a:pt x="359" y="2103"/>
                  </a:cubicBezTo>
                  <a:lnTo>
                    <a:pt x="283" y="2174"/>
                  </a:lnTo>
                  <a:close/>
                  <a:moveTo>
                    <a:pt x="2184" y="540"/>
                  </a:moveTo>
                  <a:lnTo>
                    <a:pt x="2184" y="540"/>
                  </a:lnTo>
                  <a:cubicBezTo>
                    <a:pt x="2167" y="578"/>
                    <a:pt x="2141" y="616"/>
                    <a:pt x="2112" y="646"/>
                  </a:cubicBezTo>
                  <a:cubicBezTo>
                    <a:pt x="1073" y="1685"/>
                    <a:pt x="1073" y="1685"/>
                    <a:pt x="1073" y="1685"/>
                  </a:cubicBezTo>
                  <a:cubicBezTo>
                    <a:pt x="1056" y="1701"/>
                    <a:pt x="1039" y="1710"/>
                    <a:pt x="1018" y="1714"/>
                  </a:cubicBezTo>
                  <a:cubicBezTo>
                    <a:pt x="739" y="1769"/>
                    <a:pt x="739" y="1769"/>
                    <a:pt x="739" y="1769"/>
                  </a:cubicBezTo>
                  <a:cubicBezTo>
                    <a:pt x="697" y="1778"/>
                    <a:pt x="659" y="1799"/>
                    <a:pt x="634" y="1828"/>
                  </a:cubicBezTo>
                  <a:cubicBezTo>
                    <a:pt x="431" y="2027"/>
                    <a:pt x="431" y="2027"/>
                    <a:pt x="431" y="2027"/>
                  </a:cubicBezTo>
                  <a:cubicBezTo>
                    <a:pt x="283" y="1879"/>
                    <a:pt x="283" y="1879"/>
                    <a:pt x="283" y="1879"/>
                  </a:cubicBezTo>
                  <a:cubicBezTo>
                    <a:pt x="482" y="1676"/>
                    <a:pt x="482" y="1676"/>
                    <a:pt x="482" y="1676"/>
                  </a:cubicBezTo>
                  <a:cubicBezTo>
                    <a:pt x="511" y="1647"/>
                    <a:pt x="532" y="1613"/>
                    <a:pt x="541" y="1571"/>
                  </a:cubicBezTo>
                  <a:cubicBezTo>
                    <a:pt x="596" y="1292"/>
                    <a:pt x="596" y="1292"/>
                    <a:pt x="596" y="1292"/>
                  </a:cubicBezTo>
                  <a:cubicBezTo>
                    <a:pt x="600" y="1271"/>
                    <a:pt x="608" y="1250"/>
                    <a:pt x="625" y="1237"/>
                  </a:cubicBezTo>
                  <a:cubicBezTo>
                    <a:pt x="1664" y="198"/>
                    <a:pt x="1664" y="198"/>
                    <a:pt x="1664" y="198"/>
                  </a:cubicBezTo>
                  <a:cubicBezTo>
                    <a:pt x="1694" y="164"/>
                    <a:pt x="1732" y="143"/>
                    <a:pt x="1770" y="126"/>
                  </a:cubicBezTo>
                  <a:cubicBezTo>
                    <a:pt x="1808" y="114"/>
                    <a:pt x="1846" y="105"/>
                    <a:pt x="1888" y="105"/>
                  </a:cubicBezTo>
                  <a:cubicBezTo>
                    <a:pt x="1930" y="105"/>
                    <a:pt x="1968" y="114"/>
                    <a:pt x="2006" y="126"/>
                  </a:cubicBezTo>
                  <a:cubicBezTo>
                    <a:pt x="2044" y="143"/>
                    <a:pt x="2082" y="164"/>
                    <a:pt x="2112" y="198"/>
                  </a:cubicBezTo>
                  <a:cubicBezTo>
                    <a:pt x="2150" y="160"/>
                    <a:pt x="2150" y="160"/>
                    <a:pt x="2150" y="160"/>
                  </a:cubicBezTo>
                  <a:cubicBezTo>
                    <a:pt x="2112" y="198"/>
                    <a:pt x="2112" y="198"/>
                    <a:pt x="2112" y="198"/>
                  </a:cubicBezTo>
                  <a:cubicBezTo>
                    <a:pt x="2141" y="228"/>
                    <a:pt x="2167" y="266"/>
                    <a:pt x="2184" y="304"/>
                  </a:cubicBezTo>
                  <a:cubicBezTo>
                    <a:pt x="2196" y="342"/>
                    <a:pt x="2205" y="384"/>
                    <a:pt x="2205" y="422"/>
                  </a:cubicBezTo>
                  <a:cubicBezTo>
                    <a:pt x="2205" y="464"/>
                    <a:pt x="2196" y="502"/>
                    <a:pt x="2184" y="5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2" name="Freeform 86">
              <a:extLst>
                <a:ext uri="{FF2B5EF4-FFF2-40B4-BE49-F238E27FC236}">
                  <a16:creationId xmlns:a16="http://schemas.microsoft.com/office/drawing/2014/main" id="{C3DFB268-CEDF-C67D-3BE9-949333DFE925}"/>
                </a:ext>
              </a:extLst>
            </p:cNvPr>
            <p:cNvSpPr>
              <a:spLocks noChangeArrowheads="1"/>
            </p:cNvSpPr>
            <p:nvPr/>
          </p:nvSpPr>
          <p:spPr bwMode="auto">
            <a:xfrm>
              <a:off x="5703888" y="6788150"/>
              <a:ext cx="293687" cy="290513"/>
            </a:xfrm>
            <a:custGeom>
              <a:avLst/>
              <a:gdLst>
                <a:gd name="T0" fmla="*/ 570 w 816"/>
                <a:gd name="T1" fmla="*/ 17 h 808"/>
                <a:gd name="T2" fmla="*/ 570 w 816"/>
                <a:gd name="T3" fmla="*/ 17 h 808"/>
                <a:gd name="T4" fmla="*/ 532 w 816"/>
                <a:gd name="T5" fmla="*/ 0 h 808"/>
                <a:gd name="T6" fmla="*/ 494 w 816"/>
                <a:gd name="T7" fmla="*/ 17 h 808"/>
                <a:gd name="T8" fmla="*/ 21 w 816"/>
                <a:gd name="T9" fmla="*/ 494 h 808"/>
                <a:gd name="T10" fmla="*/ 21 w 816"/>
                <a:gd name="T11" fmla="*/ 566 h 808"/>
                <a:gd name="T12" fmla="*/ 245 w 816"/>
                <a:gd name="T13" fmla="*/ 790 h 808"/>
                <a:gd name="T14" fmla="*/ 279 w 816"/>
                <a:gd name="T15" fmla="*/ 807 h 808"/>
                <a:gd name="T16" fmla="*/ 317 w 816"/>
                <a:gd name="T17" fmla="*/ 790 h 808"/>
                <a:gd name="T18" fmla="*/ 794 w 816"/>
                <a:gd name="T19" fmla="*/ 317 h 808"/>
                <a:gd name="T20" fmla="*/ 794 w 816"/>
                <a:gd name="T21" fmla="*/ 241 h 808"/>
                <a:gd name="T22" fmla="*/ 570 w 816"/>
                <a:gd name="T23" fmla="*/ 17 h 808"/>
                <a:gd name="T24" fmla="*/ 279 w 816"/>
                <a:gd name="T25" fmla="*/ 680 h 808"/>
                <a:gd name="T26" fmla="*/ 279 w 816"/>
                <a:gd name="T27" fmla="*/ 680 h 808"/>
                <a:gd name="T28" fmla="*/ 131 w 816"/>
                <a:gd name="T29" fmla="*/ 532 h 808"/>
                <a:gd name="T30" fmla="*/ 532 w 816"/>
                <a:gd name="T31" fmla="*/ 127 h 808"/>
                <a:gd name="T32" fmla="*/ 684 w 816"/>
                <a:gd name="T33" fmla="*/ 279 h 808"/>
                <a:gd name="T34" fmla="*/ 279 w 816"/>
                <a:gd name="T35" fmla="*/ 680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16" h="808">
                  <a:moveTo>
                    <a:pt x="570" y="17"/>
                  </a:moveTo>
                  <a:lnTo>
                    <a:pt x="570" y="17"/>
                  </a:lnTo>
                  <a:cubicBezTo>
                    <a:pt x="562" y="8"/>
                    <a:pt x="545" y="0"/>
                    <a:pt x="532" y="0"/>
                  </a:cubicBezTo>
                  <a:cubicBezTo>
                    <a:pt x="520" y="0"/>
                    <a:pt x="507" y="8"/>
                    <a:pt x="494" y="17"/>
                  </a:cubicBezTo>
                  <a:cubicBezTo>
                    <a:pt x="21" y="494"/>
                    <a:pt x="21" y="494"/>
                    <a:pt x="21" y="494"/>
                  </a:cubicBezTo>
                  <a:cubicBezTo>
                    <a:pt x="0" y="515"/>
                    <a:pt x="0" y="545"/>
                    <a:pt x="21" y="566"/>
                  </a:cubicBezTo>
                  <a:cubicBezTo>
                    <a:pt x="245" y="790"/>
                    <a:pt x="245" y="790"/>
                    <a:pt x="245" y="790"/>
                  </a:cubicBezTo>
                  <a:cubicBezTo>
                    <a:pt x="254" y="802"/>
                    <a:pt x="266" y="807"/>
                    <a:pt x="279" y="807"/>
                  </a:cubicBezTo>
                  <a:cubicBezTo>
                    <a:pt x="296" y="807"/>
                    <a:pt x="308" y="802"/>
                    <a:pt x="317" y="790"/>
                  </a:cubicBezTo>
                  <a:cubicBezTo>
                    <a:pt x="794" y="317"/>
                    <a:pt x="794" y="317"/>
                    <a:pt x="794" y="317"/>
                  </a:cubicBezTo>
                  <a:cubicBezTo>
                    <a:pt x="815" y="295"/>
                    <a:pt x="815" y="262"/>
                    <a:pt x="794" y="241"/>
                  </a:cubicBezTo>
                  <a:lnTo>
                    <a:pt x="570" y="17"/>
                  </a:lnTo>
                  <a:close/>
                  <a:moveTo>
                    <a:pt x="279" y="680"/>
                  </a:moveTo>
                  <a:lnTo>
                    <a:pt x="279" y="680"/>
                  </a:lnTo>
                  <a:cubicBezTo>
                    <a:pt x="131" y="532"/>
                    <a:pt x="131" y="532"/>
                    <a:pt x="131" y="532"/>
                  </a:cubicBezTo>
                  <a:cubicBezTo>
                    <a:pt x="532" y="127"/>
                    <a:pt x="532" y="127"/>
                    <a:pt x="532" y="127"/>
                  </a:cubicBezTo>
                  <a:cubicBezTo>
                    <a:pt x="684" y="279"/>
                    <a:pt x="684" y="279"/>
                    <a:pt x="684" y="279"/>
                  </a:cubicBezTo>
                  <a:lnTo>
                    <a:pt x="279" y="6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3" name="Freeform 87">
              <a:extLst>
                <a:ext uri="{FF2B5EF4-FFF2-40B4-BE49-F238E27FC236}">
                  <a16:creationId xmlns:a16="http://schemas.microsoft.com/office/drawing/2014/main" id="{E893D4DF-16B4-A432-4245-97883AEE6FD4}"/>
                </a:ext>
              </a:extLst>
            </p:cNvPr>
            <p:cNvSpPr>
              <a:spLocks noChangeArrowheads="1"/>
            </p:cNvSpPr>
            <p:nvPr/>
          </p:nvSpPr>
          <p:spPr bwMode="auto">
            <a:xfrm>
              <a:off x="5954713" y="6677025"/>
              <a:ext cx="152400" cy="152400"/>
            </a:xfrm>
            <a:custGeom>
              <a:avLst/>
              <a:gdLst>
                <a:gd name="T0" fmla="*/ 359 w 423"/>
                <a:gd name="T1" fmla="*/ 63 h 423"/>
                <a:gd name="T2" fmla="*/ 359 w 423"/>
                <a:gd name="T3" fmla="*/ 63 h 423"/>
                <a:gd name="T4" fmla="*/ 287 w 423"/>
                <a:gd name="T5" fmla="*/ 17 h 423"/>
                <a:gd name="T6" fmla="*/ 211 w 423"/>
                <a:gd name="T7" fmla="*/ 0 h 423"/>
                <a:gd name="T8" fmla="*/ 131 w 423"/>
                <a:gd name="T9" fmla="*/ 17 h 423"/>
                <a:gd name="T10" fmla="*/ 59 w 423"/>
                <a:gd name="T11" fmla="*/ 63 h 423"/>
                <a:gd name="T12" fmla="*/ 13 w 423"/>
                <a:gd name="T13" fmla="*/ 135 h 423"/>
                <a:gd name="T14" fmla="*/ 0 w 423"/>
                <a:gd name="T15" fmla="*/ 211 h 423"/>
                <a:gd name="T16" fmla="*/ 13 w 423"/>
                <a:gd name="T17" fmla="*/ 291 h 423"/>
                <a:gd name="T18" fmla="*/ 59 w 423"/>
                <a:gd name="T19" fmla="*/ 363 h 423"/>
                <a:gd name="T20" fmla="*/ 131 w 423"/>
                <a:gd name="T21" fmla="*/ 409 h 423"/>
                <a:gd name="T22" fmla="*/ 211 w 423"/>
                <a:gd name="T23" fmla="*/ 422 h 423"/>
                <a:gd name="T24" fmla="*/ 287 w 423"/>
                <a:gd name="T25" fmla="*/ 409 h 423"/>
                <a:gd name="T26" fmla="*/ 359 w 423"/>
                <a:gd name="T27" fmla="*/ 363 h 423"/>
                <a:gd name="T28" fmla="*/ 359 w 423"/>
                <a:gd name="T29" fmla="*/ 363 h 423"/>
                <a:gd name="T30" fmla="*/ 359 w 423"/>
                <a:gd name="T31" fmla="*/ 363 h 423"/>
                <a:gd name="T32" fmla="*/ 359 w 423"/>
                <a:gd name="T33" fmla="*/ 363 h 423"/>
                <a:gd name="T34" fmla="*/ 359 w 423"/>
                <a:gd name="T35" fmla="*/ 363 h 423"/>
                <a:gd name="T36" fmla="*/ 405 w 423"/>
                <a:gd name="T37" fmla="*/ 291 h 423"/>
                <a:gd name="T38" fmla="*/ 422 w 423"/>
                <a:gd name="T39" fmla="*/ 211 h 423"/>
                <a:gd name="T40" fmla="*/ 405 w 423"/>
                <a:gd name="T41" fmla="*/ 135 h 423"/>
                <a:gd name="T42" fmla="*/ 359 w 423"/>
                <a:gd name="T43" fmla="*/ 63 h 423"/>
                <a:gd name="T44" fmla="*/ 283 w 423"/>
                <a:gd name="T45" fmla="*/ 287 h 423"/>
                <a:gd name="T46" fmla="*/ 283 w 423"/>
                <a:gd name="T47" fmla="*/ 287 h 423"/>
                <a:gd name="T48" fmla="*/ 249 w 423"/>
                <a:gd name="T49" fmla="*/ 312 h 423"/>
                <a:gd name="T50" fmla="*/ 211 w 423"/>
                <a:gd name="T51" fmla="*/ 316 h 423"/>
                <a:gd name="T52" fmla="*/ 169 w 423"/>
                <a:gd name="T53" fmla="*/ 312 h 423"/>
                <a:gd name="T54" fmla="*/ 135 w 423"/>
                <a:gd name="T55" fmla="*/ 287 h 423"/>
                <a:gd name="T56" fmla="*/ 110 w 423"/>
                <a:gd name="T57" fmla="*/ 253 h 423"/>
                <a:gd name="T58" fmla="*/ 105 w 423"/>
                <a:gd name="T59" fmla="*/ 211 h 423"/>
                <a:gd name="T60" fmla="*/ 110 w 423"/>
                <a:gd name="T61" fmla="*/ 173 h 423"/>
                <a:gd name="T62" fmla="*/ 135 w 423"/>
                <a:gd name="T63" fmla="*/ 139 h 423"/>
                <a:gd name="T64" fmla="*/ 169 w 423"/>
                <a:gd name="T65" fmla="*/ 114 h 423"/>
                <a:gd name="T66" fmla="*/ 211 w 423"/>
                <a:gd name="T67" fmla="*/ 105 h 423"/>
                <a:gd name="T68" fmla="*/ 249 w 423"/>
                <a:gd name="T69" fmla="*/ 114 h 423"/>
                <a:gd name="T70" fmla="*/ 283 w 423"/>
                <a:gd name="T71" fmla="*/ 139 h 423"/>
                <a:gd name="T72" fmla="*/ 308 w 423"/>
                <a:gd name="T73" fmla="*/ 173 h 423"/>
                <a:gd name="T74" fmla="*/ 317 w 423"/>
                <a:gd name="T75" fmla="*/ 211 h 423"/>
                <a:gd name="T76" fmla="*/ 308 w 423"/>
                <a:gd name="T77" fmla="*/ 253 h 423"/>
                <a:gd name="T78" fmla="*/ 283 w 423"/>
                <a:gd name="T79" fmla="*/ 287 h 423"/>
                <a:gd name="T80" fmla="*/ 321 w 423"/>
                <a:gd name="T81" fmla="*/ 325 h 423"/>
                <a:gd name="T82" fmla="*/ 283 w 423"/>
                <a:gd name="T83" fmla="*/ 287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23" h="423">
                  <a:moveTo>
                    <a:pt x="359" y="63"/>
                  </a:moveTo>
                  <a:lnTo>
                    <a:pt x="359" y="63"/>
                  </a:lnTo>
                  <a:cubicBezTo>
                    <a:pt x="338" y="42"/>
                    <a:pt x="313" y="25"/>
                    <a:pt x="287" y="17"/>
                  </a:cubicBezTo>
                  <a:cubicBezTo>
                    <a:pt x="262" y="8"/>
                    <a:pt x="236" y="0"/>
                    <a:pt x="211" y="0"/>
                  </a:cubicBezTo>
                  <a:cubicBezTo>
                    <a:pt x="182" y="0"/>
                    <a:pt x="156" y="8"/>
                    <a:pt x="131" y="17"/>
                  </a:cubicBezTo>
                  <a:cubicBezTo>
                    <a:pt x="105" y="25"/>
                    <a:pt x="80" y="42"/>
                    <a:pt x="59" y="63"/>
                  </a:cubicBezTo>
                  <a:cubicBezTo>
                    <a:pt x="38" y="84"/>
                    <a:pt x="25" y="109"/>
                    <a:pt x="13" y="135"/>
                  </a:cubicBezTo>
                  <a:cubicBezTo>
                    <a:pt x="4" y="160"/>
                    <a:pt x="0" y="185"/>
                    <a:pt x="0" y="211"/>
                  </a:cubicBezTo>
                  <a:cubicBezTo>
                    <a:pt x="0" y="240"/>
                    <a:pt x="4" y="266"/>
                    <a:pt x="13" y="291"/>
                  </a:cubicBezTo>
                  <a:cubicBezTo>
                    <a:pt x="25" y="316"/>
                    <a:pt x="38" y="342"/>
                    <a:pt x="59" y="363"/>
                  </a:cubicBezTo>
                  <a:cubicBezTo>
                    <a:pt x="80" y="384"/>
                    <a:pt x="105" y="397"/>
                    <a:pt x="131" y="409"/>
                  </a:cubicBezTo>
                  <a:cubicBezTo>
                    <a:pt x="156" y="418"/>
                    <a:pt x="182" y="422"/>
                    <a:pt x="211" y="422"/>
                  </a:cubicBezTo>
                  <a:cubicBezTo>
                    <a:pt x="236" y="422"/>
                    <a:pt x="262" y="418"/>
                    <a:pt x="287" y="409"/>
                  </a:cubicBezTo>
                  <a:cubicBezTo>
                    <a:pt x="313" y="397"/>
                    <a:pt x="338" y="384"/>
                    <a:pt x="359" y="363"/>
                  </a:cubicBezTo>
                  <a:lnTo>
                    <a:pt x="359" y="363"/>
                  </a:lnTo>
                  <a:lnTo>
                    <a:pt x="359" y="363"/>
                  </a:lnTo>
                  <a:lnTo>
                    <a:pt x="359" y="363"/>
                  </a:lnTo>
                  <a:lnTo>
                    <a:pt x="359" y="363"/>
                  </a:lnTo>
                  <a:cubicBezTo>
                    <a:pt x="380" y="342"/>
                    <a:pt x="393" y="316"/>
                    <a:pt x="405" y="291"/>
                  </a:cubicBezTo>
                  <a:cubicBezTo>
                    <a:pt x="414" y="266"/>
                    <a:pt x="422" y="240"/>
                    <a:pt x="422" y="211"/>
                  </a:cubicBezTo>
                  <a:cubicBezTo>
                    <a:pt x="422" y="185"/>
                    <a:pt x="414" y="160"/>
                    <a:pt x="405" y="135"/>
                  </a:cubicBezTo>
                  <a:cubicBezTo>
                    <a:pt x="393" y="109"/>
                    <a:pt x="380" y="84"/>
                    <a:pt x="359" y="63"/>
                  </a:cubicBezTo>
                  <a:close/>
                  <a:moveTo>
                    <a:pt x="283" y="287"/>
                  </a:moveTo>
                  <a:lnTo>
                    <a:pt x="283" y="287"/>
                  </a:lnTo>
                  <a:cubicBezTo>
                    <a:pt x="274" y="299"/>
                    <a:pt x="262" y="304"/>
                    <a:pt x="249" y="312"/>
                  </a:cubicBezTo>
                  <a:cubicBezTo>
                    <a:pt x="236" y="316"/>
                    <a:pt x="224" y="316"/>
                    <a:pt x="211" y="316"/>
                  </a:cubicBezTo>
                  <a:cubicBezTo>
                    <a:pt x="194" y="316"/>
                    <a:pt x="182" y="316"/>
                    <a:pt x="169" y="312"/>
                  </a:cubicBezTo>
                  <a:cubicBezTo>
                    <a:pt x="156" y="304"/>
                    <a:pt x="144" y="299"/>
                    <a:pt x="135" y="287"/>
                  </a:cubicBezTo>
                  <a:cubicBezTo>
                    <a:pt x="122" y="278"/>
                    <a:pt x="118" y="266"/>
                    <a:pt x="110" y="253"/>
                  </a:cubicBezTo>
                  <a:cubicBezTo>
                    <a:pt x="105" y="240"/>
                    <a:pt x="105" y="228"/>
                    <a:pt x="105" y="211"/>
                  </a:cubicBezTo>
                  <a:cubicBezTo>
                    <a:pt x="105" y="198"/>
                    <a:pt x="105" y="185"/>
                    <a:pt x="110" y="173"/>
                  </a:cubicBezTo>
                  <a:cubicBezTo>
                    <a:pt x="118" y="160"/>
                    <a:pt x="122" y="147"/>
                    <a:pt x="135" y="139"/>
                  </a:cubicBezTo>
                  <a:cubicBezTo>
                    <a:pt x="144" y="126"/>
                    <a:pt x="156" y="118"/>
                    <a:pt x="169" y="114"/>
                  </a:cubicBezTo>
                  <a:cubicBezTo>
                    <a:pt x="182" y="109"/>
                    <a:pt x="194" y="105"/>
                    <a:pt x="211" y="105"/>
                  </a:cubicBezTo>
                  <a:cubicBezTo>
                    <a:pt x="224" y="105"/>
                    <a:pt x="236" y="109"/>
                    <a:pt x="249" y="114"/>
                  </a:cubicBezTo>
                  <a:cubicBezTo>
                    <a:pt x="262" y="118"/>
                    <a:pt x="274" y="126"/>
                    <a:pt x="283" y="139"/>
                  </a:cubicBezTo>
                  <a:cubicBezTo>
                    <a:pt x="296" y="147"/>
                    <a:pt x="304" y="160"/>
                    <a:pt x="308" y="173"/>
                  </a:cubicBezTo>
                  <a:cubicBezTo>
                    <a:pt x="313" y="185"/>
                    <a:pt x="317" y="198"/>
                    <a:pt x="317" y="211"/>
                  </a:cubicBezTo>
                  <a:cubicBezTo>
                    <a:pt x="317" y="228"/>
                    <a:pt x="313" y="240"/>
                    <a:pt x="308" y="253"/>
                  </a:cubicBezTo>
                  <a:cubicBezTo>
                    <a:pt x="304" y="266"/>
                    <a:pt x="296" y="278"/>
                    <a:pt x="283" y="287"/>
                  </a:cubicBezTo>
                  <a:cubicBezTo>
                    <a:pt x="321" y="325"/>
                    <a:pt x="321" y="325"/>
                    <a:pt x="321" y="325"/>
                  </a:cubicBezTo>
                  <a:lnTo>
                    <a:pt x="283" y="28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74" name="Freeform 88">
            <a:extLst>
              <a:ext uri="{FF2B5EF4-FFF2-40B4-BE49-F238E27FC236}">
                <a16:creationId xmlns:a16="http://schemas.microsoft.com/office/drawing/2014/main" id="{F8804C57-C89A-4EF7-0CC6-62FF1DF65792}"/>
              </a:ext>
            </a:extLst>
          </p:cNvPr>
          <p:cNvSpPr>
            <a:spLocks noChangeArrowheads="1"/>
          </p:cNvSpPr>
          <p:nvPr/>
        </p:nvSpPr>
        <p:spPr bwMode="auto">
          <a:xfrm>
            <a:off x="3163842" y="5809840"/>
            <a:ext cx="292358" cy="223213"/>
          </a:xfrm>
          <a:custGeom>
            <a:avLst/>
            <a:gdLst>
              <a:gd name="T0" fmla="*/ 2496 w 2780"/>
              <a:gd name="T1" fmla="*/ 895 h 2121"/>
              <a:gd name="T2" fmla="*/ 2496 w 2780"/>
              <a:gd name="T3" fmla="*/ 895 h 2121"/>
              <a:gd name="T4" fmla="*/ 2221 w 2780"/>
              <a:gd name="T5" fmla="*/ 1123 h 2121"/>
              <a:gd name="T6" fmla="*/ 1828 w 2780"/>
              <a:gd name="T7" fmla="*/ 1123 h 2121"/>
              <a:gd name="T8" fmla="*/ 1626 w 2780"/>
              <a:gd name="T9" fmla="*/ 642 h 2121"/>
              <a:gd name="T10" fmla="*/ 1575 w 2780"/>
              <a:gd name="T11" fmla="*/ 608 h 2121"/>
              <a:gd name="T12" fmla="*/ 1529 w 2780"/>
              <a:gd name="T13" fmla="*/ 646 h 2121"/>
              <a:gd name="T14" fmla="*/ 1131 w 2780"/>
              <a:gd name="T15" fmla="*/ 1854 h 2121"/>
              <a:gd name="T16" fmla="*/ 802 w 2780"/>
              <a:gd name="T17" fmla="*/ 42 h 2121"/>
              <a:gd name="T18" fmla="*/ 751 w 2780"/>
              <a:gd name="T19" fmla="*/ 0 h 2121"/>
              <a:gd name="T20" fmla="*/ 701 w 2780"/>
              <a:gd name="T21" fmla="*/ 38 h 2121"/>
              <a:gd name="T22" fmla="*/ 409 w 2780"/>
              <a:gd name="T23" fmla="*/ 1102 h 2121"/>
              <a:gd name="T24" fmla="*/ 101 w 2780"/>
              <a:gd name="T25" fmla="*/ 1102 h 2121"/>
              <a:gd name="T26" fmla="*/ 101 w 2780"/>
              <a:gd name="T27" fmla="*/ 997 h 2121"/>
              <a:gd name="T28" fmla="*/ 50 w 2780"/>
              <a:gd name="T29" fmla="*/ 946 h 2121"/>
              <a:gd name="T30" fmla="*/ 0 w 2780"/>
              <a:gd name="T31" fmla="*/ 997 h 2121"/>
              <a:gd name="T32" fmla="*/ 0 w 2780"/>
              <a:gd name="T33" fmla="*/ 1309 h 2121"/>
              <a:gd name="T34" fmla="*/ 50 w 2780"/>
              <a:gd name="T35" fmla="*/ 1360 h 2121"/>
              <a:gd name="T36" fmla="*/ 101 w 2780"/>
              <a:gd name="T37" fmla="*/ 1309 h 2121"/>
              <a:gd name="T38" fmla="*/ 101 w 2780"/>
              <a:gd name="T39" fmla="*/ 1204 h 2121"/>
              <a:gd name="T40" fmla="*/ 447 w 2780"/>
              <a:gd name="T41" fmla="*/ 1204 h 2121"/>
              <a:gd name="T42" fmla="*/ 498 w 2780"/>
              <a:gd name="T43" fmla="*/ 1166 h 2121"/>
              <a:gd name="T44" fmla="*/ 739 w 2780"/>
              <a:gd name="T45" fmla="*/ 287 h 2121"/>
              <a:gd name="T46" fmla="*/ 1064 w 2780"/>
              <a:gd name="T47" fmla="*/ 2074 h 2121"/>
              <a:gd name="T48" fmla="*/ 1115 w 2780"/>
              <a:gd name="T49" fmla="*/ 2116 h 2121"/>
              <a:gd name="T50" fmla="*/ 1115 w 2780"/>
              <a:gd name="T51" fmla="*/ 2120 h 2121"/>
              <a:gd name="T52" fmla="*/ 1165 w 2780"/>
              <a:gd name="T53" fmla="*/ 2082 h 2121"/>
              <a:gd name="T54" fmla="*/ 1583 w 2780"/>
              <a:gd name="T55" fmla="*/ 811 h 2121"/>
              <a:gd name="T56" fmla="*/ 1748 w 2780"/>
              <a:gd name="T57" fmla="*/ 1195 h 2121"/>
              <a:gd name="T58" fmla="*/ 1795 w 2780"/>
              <a:gd name="T59" fmla="*/ 1229 h 2121"/>
              <a:gd name="T60" fmla="*/ 2221 w 2780"/>
              <a:gd name="T61" fmla="*/ 1229 h 2121"/>
              <a:gd name="T62" fmla="*/ 2496 w 2780"/>
              <a:gd name="T63" fmla="*/ 1457 h 2121"/>
              <a:gd name="T64" fmla="*/ 2779 w 2780"/>
              <a:gd name="T65" fmla="*/ 1178 h 2121"/>
              <a:gd name="T66" fmla="*/ 2496 w 2780"/>
              <a:gd name="T67" fmla="*/ 895 h 2121"/>
              <a:gd name="T68" fmla="*/ 2496 w 2780"/>
              <a:gd name="T69" fmla="*/ 1356 h 2121"/>
              <a:gd name="T70" fmla="*/ 2496 w 2780"/>
              <a:gd name="T71" fmla="*/ 1356 h 2121"/>
              <a:gd name="T72" fmla="*/ 2318 w 2780"/>
              <a:gd name="T73" fmla="*/ 1178 h 2121"/>
              <a:gd name="T74" fmla="*/ 2496 w 2780"/>
              <a:gd name="T75" fmla="*/ 997 h 2121"/>
              <a:gd name="T76" fmla="*/ 2673 w 2780"/>
              <a:gd name="T77" fmla="*/ 1178 h 2121"/>
              <a:gd name="T78" fmla="*/ 2496 w 2780"/>
              <a:gd name="T79" fmla="*/ 1356 h 2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80" h="2121">
                <a:moveTo>
                  <a:pt x="2496" y="895"/>
                </a:moveTo>
                <a:lnTo>
                  <a:pt x="2496" y="895"/>
                </a:lnTo>
                <a:cubicBezTo>
                  <a:pt x="2360" y="895"/>
                  <a:pt x="2242" y="993"/>
                  <a:pt x="2221" y="1123"/>
                </a:cubicBezTo>
                <a:cubicBezTo>
                  <a:pt x="1828" y="1123"/>
                  <a:pt x="1828" y="1123"/>
                  <a:pt x="1828" y="1123"/>
                </a:cubicBezTo>
                <a:cubicBezTo>
                  <a:pt x="1626" y="642"/>
                  <a:pt x="1626" y="642"/>
                  <a:pt x="1626" y="642"/>
                </a:cubicBezTo>
                <a:cubicBezTo>
                  <a:pt x="1617" y="621"/>
                  <a:pt x="1596" y="608"/>
                  <a:pt x="1575" y="608"/>
                </a:cubicBezTo>
                <a:cubicBezTo>
                  <a:pt x="1554" y="608"/>
                  <a:pt x="1533" y="625"/>
                  <a:pt x="1529" y="646"/>
                </a:cubicBezTo>
                <a:cubicBezTo>
                  <a:pt x="1131" y="1854"/>
                  <a:pt x="1131" y="1854"/>
                  <a:pt x="1131" y="1854"/>
                </a:cubicBezTo>
                <a:cubicBezTo>
                  <a:pt x="802" y="42"/>
                  <a:pt x="802" y="42"/>
                  <a:pt x="802" y="42"/>
                </a:cubicBezTo>
                <a:cubicBezTo>
                  <a:pt x="798" y="17"/>
                  <a:pt x="777" y="0"/>
                  <a:pt x="751" y="0"/>
                </a:cubicBezTo>
                <a:cubicBezTo>
                  <a:pt x="726" y="0"/>
                  <a:pt x="705" y="13"/>
                  <a:pt x="701" y="38"/>
                </a:cubicBezTo>
                <a:cubicBezTo>
                  <a:pt x="409" y="1102"/>
                  <a:pt x="409" y="1102"/>
                  <a:pt x="409" y="1102"/>
                </a:cubicBezTo>
                <a:cubicBezTo>
                  <a:pt x="101" y="1102"/>
                  <a:pt x="101" y="1102"/>
                  <a:pt x="101" y="1102"/>
                </a:cubicBezTo>
                <a:cubicBezTo>
                  <a:pt x="101" y="997"/>
                  <a:pt x="101" y="997"/>
                  <a:pt x="101" y="997"/>
                </a:cubicBezTo>
                <a:cubicBezTo>
                  <a:pt x="101" y="967"/>
                  <a:pt x="80" y="946"/>
                  <a:pt x="50" y="946"/>
                </a:cubicBezTo>
                <a:cubicBezTo>
                  <a:pt x="21" y="946"/>
                  <a:pt x="0" y="967"/>
                  <a:pt x="0" y="997"/>
                </a:cubicBezTo>
                <a:cubicBezTo>
                  <a:pt x="0" y="1309"/>
                  <a:pt x="0" y="1309"/>
                  <a:pt x="0" y="1309"/>
                </a:cubicBezTo>
                <a:cubicBezTo>
                  <a:pt x="0" y="1339"/>
                  <a:pt x="21" y="1360"/>
                  <a:pt x="50" y="1360"/>
                </a:cubicBezTo>
                <a:cubicBezTo>
                  <a:pt x="80" y="1360"/>
                  <a:pt x="101" y="1339"/>
                  <a:pt x="101" y="1309"/>
                </a:cubicBezTo>
                <a:cubicBezTo>
                  <a:pt x="101" y="1204"/>
                  <a:pt x="101" y="1204"/>
                  <a:pt x="101" y="1204"/>
                </a:cubicBezTo>
                <a:cubicBezTo>
                  <a:pt x="447" y="1204"/>
                  <a:pt x="447" y="1204"/>
                  <a:pt x="447" y="1204"/>
                </a:cubicBezTo>
                <a:cubicBezTo>
                  <a:pt x="473" y="1204"/>
                  <a:pt x="494" y="1191"/>
                  <a:pt x="498" y="1166"/>
                </a:cubicBezTo>
                <a:cubicBezTo>
                  <a:pt x="739" y="287"/>
                  <a:pt x="739" y="287"/>
                  <a:pt x="739" y="287"/>
                </a:cubicBezTo>
                <a:cubicBezTo>
                  <a:pt x="1064" y="2074"/>
                  <a:pt x="1064" y="2074"/>
                  <a:pt x="1064" y="2074"/>
                </a:cubicBezTo>
                <a:cubicBezTo>
                  <a:pt x="1068" y="2099"/>
                  <a:pt x="1089" y="2116"/>
                  <a:pt x="1115" y="2116"/>
                </a:cubicBezTo>
                <a:cubicBezTo>
                  <a:pt x="1115" y="2120"/>
                  <a:pt x="1115" y="2120"/>
                  <a:pt x="1115" y="2120"/>
                </a:cubicBezTo>
                <a:cubicBezTo>
                  <a:pt x="1140" y="2120"/>
                  <a:pt x="1161" y="2103"/>
                  <a:pt x="1165" y="2082"/>
                </a:cubicBezTo>
                <a:cubicBezTo>
                  <a:pt x="1583" y="811"/>
                  <a:pt x="1583" y="811"/>
                  <a:pt x="1583" y="811"/>
                </a:cubicBezTo>
                <a:cubicBezTo>
                  <a:pt x="1748" y="1195"/>
                  <a:pt x="1748" y="1195"/>
                  <a:pt x="1748" y="1195"/>
                </a:cubicBezTo>
                <a:cubicBezTo>
                  <a:pt x="1757" y="1216"/>
                  <a:pt x="1773" y="1229"/>
                  <a:pt x="1795" y="1229"/>
                </a:cubicBezTo>
                <a:cubicBezTo>
                  <a:pt x="2221" y="1229"/>
                  <a:pt x="2221" y="1229"/>
                  <a:pt x="2221" y="1229"/>
                </a:cubicBezTo>
                <a:cubicBezTo>
                  <a:pt x="2242" y="1360"/>
                  <a:pt x="2360" y="1457"/>
                  <a:pt x="2496" y="1457"/>
                </a:cubicBezTo>
                <a:cubicBezTo>
                  <a:pt x="2652" y="1457"/>
                  <a:pt x="2779" y="1330"/>
                  <a:pt x="2779" y="1178"/>
                </a:cubicBezTo>
                <a:cubicBezTo>
                  <a:pt x="2779" y="1022"/>
                  <a:pt x="2652" y="895"/>
                  <a:pt x="2496" y="895"/>
                </a:cubicBezTo>
                <a:close/>
                <a:moveTo>
                  <a:pt x="2496" y="1356"/>
                </a:moveTo>
                <a:lnTo>
                  <a:pt x="2496" y="1356"/>
                </a:lnTo>
                <a:cubicBezTo>
                  <a:pt x="2398" y="1356"/>
                  <a:pt x="2318" y="1275"/>
                  <a:pt x="2318" y="1178"/>
                </a:cubicBezTo>
                <a:cubicBezTo>
                  <a:pt x="2318" y="1077"/>
                  <a:pt x="2398" y="997"/>
                  <a:pt x="2496" y="997"/>
                </a:cubicBezTo>
                <a:cubicBezTo>
                  <a:pt x="2597" y="997"/>
                  <a:pt x="2673" y="1077"/>
                  <a:pt x="2673" y="1178"/>
                </a:cubicBezTo>
                <a:cubicBezTo>
                  <a:pt x="2673" y="1275"/>
                  <a:pt x="2597" y="1356"/>
                  <a:pt x="2496" y="1356"/>
                </a:cubicBezTo>
                <a:close/>
              </a:path>
            </a:pathLst>
          </a:custGeom>
          <a:solidFill>
            <a:schemeClr val="tx2"/>
          </a:solidFill>
          <a:ln>
            <a:noFill/>
          </a:ln>
          <a:effectLst/>
        </p:spPr>
        <p:txBody>
          <a:bodyPr wrap="none" anchor="ctr"/>
          <a:lstStyle/>
          <a:p>
            <a:endParaRPr lang="da-DK"/>
          </a:p>
        </p:txBody>
      </p:sp>
      <p:grpSp>
        <p:nvGrpSpPr>
          <p:cNvPr id="375" name="Group 378">
            <a:extLst>
              <a:ext uri="{FF2B5EF4-FFF2-40B4-BE49-F238E27FC236}">
                <a16:creationId xmlns:a16="http://schemas.microsoft.com/office/drawing/2014/main" id="{E19AB64E-3ABC-7921-9C30-9FE2FF616270}"/>
              </a:ext>
            </a:extLst>
          </p:cNvPr>
          <p:cNvGrpSpPr/>
          <p:nvPr/>
        </p:nvGrpSpPr>
        <p:grpSpPr>
          <a:xfrm>
            <a:off x="3735100" y="5335571"/>
            <a:ext cx="190264" cy="273795"/>
            <a:chOff x="9174163" y="4983163"/>
            <a:chExt cx="650875" cy="936625"/>
          </a:xfrm>
          <a:solidFill>
            <a:schemeClr val="tx2"/>
          </a:solidFill>
        </p:grpSpPr>
        <p:sp>
          <p:nvSpPr>
            <p:cNvPr id="376" name="Freeform 89">
              <a:extLst>
                <a:ext uri="{FF2B5EF4-FFF2-40B4-BE49-F238E27FC236}">
                  <a16:creationId xmlns:a16="http://schemas.microsoft.com/office/drawing/2014/main" id="{4D41FCA8-28C7-3A7C-A098-6D4E21DC49C5}"/>
                </a:ext>
              </a:extLst>
            </p:cNvPr>
            <p:cNvSpPr>
              <a:spLocks noChangeArrowheads="1"/>
            </p:cNvSpPr>
            <p:nvPr/>
          </p:nvSpPr>
          <p:spPr bwMode="auto">
            <a:xfrm>
              <a:off x="9698038" y="53435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7" name="Freeform 90">
              <a:extLst>
                <a:ext uri="{FF2B5EF4-FFF2-40B4-BE49-F238E27FC236}">
                  <a16:creationId xmlns:a16="http://schemas.microsoft.com/office/drawing/2014/main" id="{46A2D700-C766-E08A-F3AB-0C3D74853B64}"/>
                </a:ext>
              </a:extLst>
            </p:cNvPr>
            <p:cNvSpPr>
              <a:spLocks noChangeArrowheads="1"/>
            </p:cNvSpPr>
            <p:nvPr/>
          </p:nvSpPr>
          <p:spPr bwMode="auto">
            <a:xfrm>
              <a:off x="9174163" y="4983163"/>
              <a:ext cx="650875" cy="936625"/>
            </a:xfrm>
            <a:custGeom>
              <a:avLst/>
              <a:gdLst>
                <a:gd name="T0" fmla="*/ 1745 w 1809"/>
                <a:gd name="T1" fmla="*/ 541 h 2602"/>
                <a:gd name="T2" fmla="*/ 1259 w 1809"/>
                <a:gd name="T3" fmla="*/ 68 h 2602"/>
                <a:gd name="T4" fmla="*/ 600 w 1809"/>
                <a:gd name="T5" fmla="*/ 55 h 2602"/>
                <a:gd name="T6" fmla="*/ 161 w 1809"/>
                <a:gd name="T7" fmla="*/ 380 h 2602"/>
                <a:gd name="T8" fmla="*/ 0 w 1809"/>
                <a:gd name="T9" fmla="*/ 895 h 2602"/>
                <a:gd name="T10" fmla="*/ 47 w 1809"/>
                <a:gd name="T11" fmla="*/ 1208 h 2602"/>
                <a:gd name="T12" fmla="*/ 148 w 1809"/>
                <a:gd name="T13" fmla="*/ 1170 h 2602"/>
                <a:gd name="T14" fmla="*/ 127 w 1809"/>
                <a:gd name="T15" fmla="*/ 1090 h 2602"/>
                <a:gd name="T16" fmla="*/ 161 w 1809"/>
                <a:gd name="T17" fmla="*/ 596 h 2602"/>
                <a:gd name="T18" fmla="*/ 389 w 1809"/>
                <a:gd name="T19" fmla="*/ 291 h 2602"/>
                <a:gd name="T20" fmla="*/ 908 w 1809"/>
                <a:gd name="T21" fmla="*/ 106 h 2602"/>
                <a:gd name="T22" fmla="*/ 1491 w 1809"/>
                <a:gd name="T23" fmla="*/ 346 h 2602"/>
                <a:gd name="T24" fmla="*/ 1702 w 1809"/>
                <a:gd name="T25" fmla="*/ 862 h 2602"/>
                <a:gd name="T26" fmla="*/ 1390 w 1809"/>
                <a:gd name="T27" fmla="*/ 1563 h 2602"/>
                <a:gd name="T28" fmla="*/ 1183 w 1809"/>
                <a:gd name="T29" fmla="*/ 1976 h 2602"/>
                <a:gd name="T30" fmla="*/ 1120 w 1809"/>
                <a:gd name="T31" fmla="*/ 2276 h 2602"/>
                <a:gd name="T32" fmla="*/ 1010 w 1809"/>
                <a:gd name="T33" fmla="*/ 2428 h 2602"/>
                <a:gd name="T34" fmla="*/ 782 w 1809"/>
                <a:gd name="T35" fmla="*/ 2496 h 2602"/>
                <a:gd name="T36" fmla="*/ 626 w 1809"/>
                <a:gd name="T37" fmla="*/ 2449 h 2602"/>
                <a:gd name="T38" fmla="*/ 486 w 1809"/>
                <a:gd name="T39" fmla="*/ 2230 h 2602"/>
                <a:gd name="T40" fmla="*/ 473 w 1809"/>
                <a:gd name="T41" fmla="*/ 2171 h 2602"/>
                <a:gd name="T42" fmla="*/ 469 w 1809"/>
                <a:gd name="T43" fmla="*/ 2166 h 2602"/>
                <a:gd name="T44" fmla="*/ 469 w 1809"/>
                <a:gd name="T45" fmla="*/ 2166 h 2602"/>
                <a:gd name="T46" fmla="*/ 457 w 1809"/>
                <a:gd name="T47" fmla="*/ 2166 h 2602"/>
                <a:gd name="T48" fmla="*/ 469 w 1809"/>
                <a:gd name="T49" fmla="*/ 2166 h 2602"/>
                <a:gd name="T50" fmla="*/ 376 w 1809"/>
                <a:gd name="T51" fmla="*/ 2243 h 2602"/>
                <a:gd name="T52" fmla="*/ 461 w 1809"/>
                <a:gd name="T53" fmla="*/ 2433 h 2602"/>
                <a:gd name="T54" fmla="*/ 630 w 1809"/>
                <a:gd name="T55" fmla="*/ 2572 h 2602"/>
                <a:gd name="T56" fmla="*/ 900 w 1809"/>
                <a:gd name="T57" fmla="*/ 2589 h 2602"/>
                <a:gd name="T58" fmla="*/ 1154 w 1809"/>
                <a:gd name="T59" fmla="*/ 2441 h 2602"/>
                <a:gd name="T60" fmla="*/ 1255 w 1809"/>
                <a:gd name="T61" fmla="*/ 2175 h 2602"/>
                <a:gd name="T62" fmla="*/ 1369 w 1809"/>
                <a:gd name="T63" fmla="*/ 1761 h 2602"/>
                <a:gd name="T64" fmla="*/ 1724 w 1809"/>
                <a:gd name="T65" fmla="*/ 1259 h 2602"/>
                <a:gd name="T66" fmla="*/ 1745 w 1809"/>
                <a:gd name="T67" fmla="*/ 541 h 2602"/>
                <a:gd name="T68" fmla="*/ 469 w 1809"/>
                <a:gd name="T69" fmla="*/ 2166 h 26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09" h="2602">
                  <a:moveTo>
                    <a:pt x="1745" y="541"/>
                  </a:moveTo>
                  <a:lnTo>
                    <a:pt x="1745" y="541"/>
                  </a:lnTo>
                  <a:cubicBezTo>
                    <a:pt x="1707" y="439"/>
                    <a:pt x="1643" y="346"/>
                    <a:pt x="1567" y="270"/>
                  </a:cubicBezTo>
                  <a:cubicBezTo>
                    <a:pt x="1479" y="182"/>
                    <a:pt x="1373" y="114"/>
                    <a:pt x="1259" y="68"/>
                  </a:cubicBezTo>
                  <a:cubicBezTo>
                    <a:pt x="1149" y="25"/>
                    <a:pt x="1031" y="0"/>
                    <a:pt x="908" y="0"/>
                  </a:cubicBezTo>
                  <a:cubicBezTo>
                    <a:pt x="807" y="0"/>
                    <a:pt x="702" y="17"/>
                    <a:pt x="600" y="55"/>
                  </a:cubicBezTo>
                  <a:cubicBezTo>
                    <a:pt x="503" y="89"/>
                    <a:pt x="406" y="139"/>
                    <a:pt x="321" y="211"/>
                  </a:cubicBezTo>
                  <a:cubicBezTo>
                    <a:pt x="258" y="266"/>
                    <a:pt x="203" y="321"/>
                    <a:pt x="161" y="380"/>
                  </a:cubicBezTo>
                  <a:cubicBezTo>
                    <a:pt x="98" y="469"/>
                    <a:pt x="55" y="558"/>
                    <a:pt x="34" y="646"/>
                  </a:cubicBezTo>
                  <a:cubicBezTo>
                    <a:pt x="9" y="735"/>
                    <a:pt x="0" y="819"/>
                    <a:pt x="0" y="895"/>
                  </a:cubicBezTo>
                  <a:cubicBezTo>
                    <a:pt x="0" y="984"/>
                    <a:pt x="13" y="1060"/>
                    <a:pt x="22" y="1115"/>
                  </a:cubicBezTo>
                  <a:cubicBezTo>
                    <a:pt x="34" y="1170"/>
                    <a:pt x="47" y="1204"/>
                    <a:pt x="47" y="1208"/>
                  </a:cubicBezTo>
                  <a:cubicBezTo>
                    <a:pt x="148" y="1170"/>
                    <a:pt x="148" y="1170"/>
                    <a:pt x="148" y="1170"/>
                  </a:cubicBezTo>
                  <a:lnTo>
                    <a:pt x="148" y="1170"/>
                  </a:lnTo>
                  <a:lnTo>
                    <a:pt x="148" y="1170"/>
                  </a:lnTo>
                  <a:cubicBezTo>
                    <a:pt x="148" y="1166"/>
                    <a:pt x="136" y="1136"/>
                    <a:pt x="127" y="1090"/>
                  </a:cubicBezTo>
                  <a:cubicBezTo>
                    <a:pt x="115" y="1039"/>
                    <a:pt x="106" y="971"/>
                    <a:pt x="106" y="895"/>
                  </a:cubicBezTo>
                  <a:cubicBezTo>
                    <a:pt x="106" y="807"/>
                    <a:pt x="119" y="701"/>
                    <a:pt x="161" y="596"/>
                  </a:cubicBezTo>
                  <a:cubicBezTo>
                    <a:pt x="182" y="545"/>
                    <a:pt x="212" y="494"/>
                    <a:pt x="245" y="443"/>
                  </a:cubicBezTo>
                  <a:cubicBezTo>
                    <a:pt x="283" y="389"/>
                    <a:pt x="330" y="342"/>
                    <a:pt x="389" y="291"/>
                  </a:cubicBezTo>
                  <a:cubicBezTo>
                    <a:pt x="465" y="228"/>
                    <a:pt x="550" y="182"/>
                    <a:pt x="638" y="152"/>
                  </a:cubicBezTo>
                  <a:cubicBezTo>
                    <a:pt x="727" y="123"/>
                    <a:pt x="816" y="106"/>
                    <a:pt x="908" y="106"/>
                  </a:cubicBezTo>
                  <a:cubicBezTo>
                    <a:pt x="1014" y="106"/>
                    <a:pt x="1124" y="127"/>
                    <a:pt x="1221" y="165"/>
                  </a:cubicBezTo>
                  <a:cubicBezTo>
                    <a:pt x="1322" y="207"/>
                    <a:pt x="1411" y="266"/>
                    <a:pt x="1491" y="346"/>
                  </a:cubicBezTo>
                  <a:cubicBezTo>
                    <a:pt x="1559" y="414"/>
                    <a:pt x="1614" y="494"/>
                    <a:pt x="1648" y="579"/>
                  </a:cubicBezTo>
                  <a:cubicBezTo>
                    <a:pt x="1681" y="667"/>
                    <a:pt x="1702" y="764"/>
                    <a:pt x="1702" y="862"/>
                  </a:cubicBezTo>
                  <a:cubicBezTo>
                    <a:pt x="1702" y="976"/>
                    <a:pt x="1677" y="1098"/>
                    <a:pt x="1627" y="1216"/>
                  </a:cubicBezTo>
                  <a:cubicBezTo>
                    <a:pt x="1576" y="1335"/>
                    <a:pt x="1500" y="1453"/>
                    <a:pt x="1390" y="1563"/>
                  </a:cubicBezTo>
                  <a:cubicBezTo>
                    <a:pt x="1344" y="1609"/>
                    <a:pt x="1306" y="1660"/>
                    <a:pt x="1280" y="1710"/>
                  </a:cubicBezTo>
                  <a:cubicBezTo>
                    <a:pt x="1229" y="1799"/>
                    <a:pt x="1204" y="1888"/>
                    <a:pt x="1183" y="1976"/>
                  </a:cubicBezTo>
                  <a:cubicBezTo>
                    <a:pt x="1170" y="2040"/>
                    <a:pt x="1162" y="2103"/>
                    <a:pt x="1149" y="2158"/>
                  </a:cubicBezTo>
                  <a:cubicBezTo>
                    <a:pt x="1141" y="2200"/>
                    <a:pt x="1132" y="2243"/>
                    <a:pt x="1120" y="2276"/>
                  </a:cubicBezTo>
                  <a:cubicBezTo>
                    <a:pt x="1111" y="2302"/>
                    <a:pt x="1099" y="2327"/>
                    <a:pt x="1086" y="2348"/>
                  </a:cubicBezTo>
                  <a:cubicBezTo>
                    <a:pt x="1069" y="2382"/>
                    <a:pt x="1044" y="2407"/>
                    <a:pt x="1010" y="2428"/>
                  </a:cubicBezTo>
                  <a:cubicBezTo>
                    <a:pt x="980" y="2454"/>
                    <a:pt x="934" y="2471"/>
                    <a:pt x="879" y="2483"/>
                  </a:cubicBezTo>
                  <a:cubicBezTo>
                    <a:pt x="841" y="2492"/>
                    <a:pt x="811" y="2496"/>
                    <a:pt x="782" y="2496"/>
                  </a:cubicBezTo>
                  <a:cubicBezTo>
                    <a:pt x="748" y="2496"/>
                    <a:pt x="714" y="2492"/>
                    <a:pt x="689" y="2483"/>
                  </a:cubicBezTo>
                  <a:cubicBezTo>
                    <a:pt x="668" y="2475"/>
                    <a:pt x="647" y="2462"/>
                    <a:pt x="626" y="2449"/>
                  </a:cubicBezTo>
                  <a:cubicBezTo>
                    <a:pt x="596" y="2428"/>
                    <a:pt x="566" y="2403"/>
                    <a:pt x="545" y="2369"/>
                  </a:cubicBezTo>
                  <a:cubicBezTo>
                    <a:pt x="516" y="2323"/>
                    <a:pt x="495" y="2272"/>
                    <a:pt x="486" y="2230"/>
                  </a:cubicBezTo>
                  <a:cubicBezTo>
                    <a:pt x="478" y="2213"/>
                    <a:pt x="478" y="2196"/>
                    <a:pt x="473" y="2183"/>
                  </a:cubicBezTo>
                  <a:cubicBezTo>
                    <a:pt x="473" y="2175"/>
                    <a:pt x="473" y="2171"/>
                    <a:pt x="473" y="2171"/>
                  </a:cubicBezTo>
                  <a:cubicBezTo>
                    <a:pt x="473" y="2166"/>
                    <a:pt x="473" y="2166"/>
                    <a:pt x="469" y="2166"/>
                  </a:cubicBezTo>
                  <a:lnTo>
                    <a:pt x="469" y="2166"/>
                  </a:lnTo>
                  <a:lnTo>
                    <a:pt x="469" y="2166"/>
                  </a:lnTo>
                  <a:lnTo>
                    <a:pt x="469" y="2166"/>
                  </a:lnTo>
                  <a:lnTo>
                    <a:pt x="469" y="2166"/>
                  </a:lnTo>
                  <a:cubicBezTo>
                    <a:pt x="457" y="2166"/>
                    <a:pt x="457" y="2166"/>
                    <a:pt x="457" y="2166"/>
                  </a:cubicBezTo>
                  <a:cubicBezTo>
                    <a:pt x="423" y="2171"/>
                    <a:pt x="423" y="2171"/>
                    <a:pt x="423" y="2171"/>
                  </a:cubicBezTo>
                  <a:cubicBezTo>
                    <a:pt x="469" y="2166"/>
                    <a:pt x="469" y="2166"/>
                    <a:pt x="469" y="2166"/>
                  </a:cubicBezTo>
                  <a:cubicBezTo>
                    <a:pt x="368" y="2175"/>
                    <a:pt x="368" y="2175"/>
                    <a:pt x="368" y="2175"/>
                  </a:cubicBezTo>
                  <a:cubicBezTo>
                    <a:pt x="368" y="2179"/>
                    <a:pt x="368" y="2205"/>
                    <a:pt x="376" y="2243"/>
                  </a:cubicBezTo>
                  <a:cubicBezTo>
                    <a:pt x="385" y="2272"/>
                    <a:pt x="398" y="2306"/>
                    <a:pt x="414" y="2344"/>
                  </a:cubicBezTo>
                  <a:cubicBezTo>
                    <a:pt x="427" y="2374"/>
                    <a:pt x="440" y="2403"/>
                    <a:pt x="461" y="2433"/>
                  </a:cubicBezTo>
                  <a:cubicBezTo>
                    <a:pt x="478" y="2454"/>
                    <a:pt x="495" y="2475"/>
                    <a:pt x="516" y="2496"/>
                  </a:cubicBezTo>
                  <a:cubicBezTo>
                    <a:pt x="545" y="2526"/>
                    <a:pt x="583" y="2551"/>
                    <a:pt x="630" y="2572"/>
                  </a:cubicBezTo>
                  <a:cubicBezTo>
                    <a:pt x="672" y="2589"/>
                    <a:pt x="723" y="2601"/>
                    <a:pt x="782" y="2601"/>
                  </a:cubicBezTo>
                  <a:cubicBezTo>
                    <a:pt x="820" y="2601"/>
                    <a:pt x="858" y="2597"/>
                    <a:pt x="900" y="2589"/>
                  </a:cubicBezTo>
                  <a:cubicBezTo>
                    <a:pt x="963" y="2572"/>
                    <a:pt x="1014" y="2555"/>
                    <a:pt x="1056" y="2526"/>
                  </a:cubicBezTo>
                  <a:cubicBezTo>
                    <a:pt x="1094" y="2500"/>
                    <a:pt x="1128" y="2475"/>
                    <a:pt x="1154" y="2441"/>
                  </a:cubicBezTo>
                  <a:cubicBezTo>
                    <a:pt x="1175" y="2411"/>
                    <a:pt x="1191" y="2382"/>
                    <a:pt x="1204" y="2348"/>
                  </a:cubicBezTo>
                  <a:cubicBezTo>
                    <a:pt x="1229" y="2293"/>
                    <a:pt x="1242" y="2234"/>
                    <a:pt x="1255" y="2175"/>
                  </a:cubicBezTo>
                  <a:cubicBezTo>
                    <a:pt x="1272" y="2082"/>
                    <a:pt x="1284" y="1989"/>
                    <a:pt x="1314" y="1896"/>
                  </a:cubicBezTo>
                  <a:cubicBezTo>
                    <a:pt x="1327" y="1850"/>
                    <a:pt x="1348" y="1803"/>
                    <a:pt x="1369" y="1761"/>
                  </a:cubicBezTo>
                  <a:cubicBezTo>
                    <a:pt x="1394" y="1719"/>
                    <a:pt x="1424" y="1677"/>
                    <a:pt x="1466" y="1634"/>
                  </a:cubicBezTo>
                  <a:cubicBezTo>
                    <a:pt x="1580" y="1516"/>
                    <a:pt x="1669" y="1389"/>
                    <a:pt x="1724" y="1259"/>
                  </a:cubicBezTo>
                  <a:cubicBezTo>
                    <a:pt x="1779" y="1123"/>
                    <a:pt x="1808" y="993"/>
                    <a:pt x="1808" y="862"/>
                  </a:cubicBezTo>
                  <a:cubicBezTo>
                    <a:pt x="1808" y="752"/>
                    <a:pt x="1787" y="642"/>
                    <a:pt x="1745" y="541"/>
                  </a:cubicBezTo>
                  <a:close/>
                  <a:moveTo>
                    <a:pt x="469" y="2166"/>
                  </a:moveTo>
                  <a:lnTo>
                    <a:pt x="469" y="21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8" name="Freeform 91">
              <a:extLst>
                <a:ext uri="{FF2B5EF4-FFF2-40B4-BE49-F238E27FC236}">
                  <a16:creationId xmlns:a16="http://schemas.microsoft.com/office/drawing/2014/main" id="{46E936DD-AD2B-7F0B-EDE2-FE1092B2E9C6}"/>
                </a:ext>
              </a:extLst>
            </p:cNvPr>
            <p:cNvSpPr>
              <a:spLocks noChangeArrowheads="1"/>
            </p:cNvSpPr>
            <p:nvPr/>
          </p:nvSpPr>
          <p:spPr bwMode="auto">
            <a:xfrm>
              <a:off x="9317038" y="5105400"/>
              <a:ext cx="384175" cy="579438"/>
            </a:xfrm>
            <a:custGeom>
              <a:avLst/>
              <a:gdLst>
                <a:gd name="T0" fmla="*/ 1055 w 1069"/>
                <a:gd name="T1" fmla="*/ 393 h 1610"/>
                <a:gd name="T2" fmla="*/ 958 w 1069"/>
                <a:gd name="T3" fmla="*/ 186 h 1610"/>
                <a:gd name="T4" fmla="*/ 625 w 1069"/>
                <a:gd name="T5" fmla="*/ 8 h 1610"/>
                <a:gd name="T6" fmla="*/ 384 w 1069"/>
                <a:gd name="T7" fmla="*/ 17 h 1610"/>
                <a:gd name="T8" fmla="*/ 105 w 1069"/>
                <a:gd name="T9" fmla="*/ 220 h 1610"/>
                <a:gd name="T10" fmla="*/ 0 w 1069"/>
                <a:gd name="T11" fmla="*/ 587 h 1610"/>
                <a:gd name="T12" fmla="*/ 25 w 1069"/>
                <a:gd name="T13" fmla="*/ 722 h 1610"/>
                <a:gd name="T14" fmla="*/ 46 w 1069"/>
                <a:gd name="T15" fmla="*/ 764 h 1610"/>
                <a:gd name="T16" fmla="*/ 105 w 1069"/>
                <a:gd name="T17" fmla="*/ 819 h 1610"/>
                <a:gd name="T18" fmla="*/ 181 w 1069"/>
                <a:gd name="T19" fmla="*/ 828 h 1610"/>
                <a:gd name="T20" fmla="*/ 278 w 1069"/>
                <a:gd name="T21" fmla="*/ 760 h 1610"/>
                <a:gd name="T22" fmla="*/ 320 w 1069"/>
                <a:gd name="T23" fmla="*/ 714 h 1610"/>
                <a:gd name="T24" fmla="*/ 439 w 1069"/>
                <a:gd name="T25" fmla="*/ 617 h 1610"/>
                <a:gd name="T26" fmla="*/ 532 w 1069"/>
                <a:gd name="T27" fmla="*/ 617 h 1610"/>
                <a:gd name="T28" fmla="*/ 578 w 1069"/>
                <a:gd name="T29" fmla="*/ 655 h 1610"/>
                <a:gd name="T30" fmla="*/ 663 w 1069"/>
                <a:gd name="T31" fmla="*/ 819 h 1610"/>
                <a:gd name="T32" fmla="*/ 629 w 1069"/>
                <a:gd name="T33" fmla="*/ 912 h 1610"/>
                <a:gd name="T34" fmla="*/ 451 w 1069"/>
                <a:gd name="T35" fmla="*/ 1060 h 1610"/>
                <a:gd name="T36" fmla="*/ 316 w 1069"/>
                <a:gd name="T37" fmla="*/ 1385 h 1610"/>
                <a:gd name="T38" fmla="*/ 299 w 1069"/>
                <a:gd name="T39" fmla="*/ 1465 h 1610"/>
                <a:gd name="T40" fmla="*/ 257 w 1069"/>
                <a:gd name="T41" fmla="*/ 1499 h 1610"/>
                <a:gd name="T42" fmla="*/ 206 w 1069"/>
                <a:gd name="T43" fmla="*/ 1495 h 1610"/>
                <a:gd name="T44" fmla="*/ 202 w 1069"/>
                <a:gd name="T45" fmla="*/ 1491 h 1610"/>
                <a:gd name="T46" fmla="*/ 177 w 1069"/>
                <a:gd name="T47" fmla="*/ 1448 h 1610"/>
                <a:gd name="T48" fmla="*/ 147 w 1069"/>
                <a:gd name="T49" fmla="*/ 1292 h 1610"/>
                <a:gd name="T50" fmla="*/ 152 w 1069"/>
                <a:gd name="T51" fmla="*/ 1246 h 1610"/>
                <a:gd name="T52" fmla="*/ 46 w 1069"/>
                <a:gd name="T53" fmla="*/ 1254 h 1610"/>
                <a:gd name="T54" fmla="*/ 50 w 1069"/>
                <a:gd name="T55" fmla="*/ 1372 h 1610"/>
                <a:gd name="T56" fmla="*/ 101 w 1069"/>
                <a:gd name="T57" fmla="*/ 1533 h 1610"/>
                <a:gd name="T58" fmla="*/ 177 w 1069"/>
                <a:gd name="T59" fmla="*/ 1596 h 1610"/>
                <a:gd name="T60" fmla="*/ 320 w 1069"/>
                <a:gd name="T61" fmla="*/ 1588 h 1610"/>
                <a:gd name="T62" fmla="*/ 409 w 1069"/>
                <a:gd name="T63" fmla="*/ 1478 h 1610"/>
                <a:gd name="T64" fmla="*/ 435 w 1069"/>
                <a:gd name="T65" fmla="*/ 1305 h 1610"/>
                <a:gd name="T66" fmla="*/ 620 w 1069"/>
                <a:gd name="T67" fmla="*/ 1056 h 1610"/>
                <a:gd name="T68" fmla="*/ 760 w 1069"/>
                <a:gd name="T69" fmla="*/ 887 h 1610"/>
                <a:gd name="T70" fmla="*/ 739 w 1069"/>
                <a:gd name="T71" fmla="*/ 693 h 1610"/>
                <a:gd name="T72" fmla="*/ 574 w 1069"/>
                <a:gd name="T73" fmla="*/ 519 h 1610"/>
                <a:gd name="T74" fmla="*/ 405 w 1069"/>
                <a:gd name="T75" fmla="*/ 519 h 1610"/>
                <a:gd name="T76" fmla="*/ 236 w 1069"/>
                <a:gd name="T77" fmla="*/ 646 h 1610"/>
                <a:gd name="T78" fmla="*/ 211 w 1069"/>
                <a:gd name="T79" fmla="*/ 676 h 1610"/>
                <a:gd name="T80" fmla="*/ 156 w 1069"/>
                <a:gd name="T81" fmla="*/ 722 h 1610"/>
                <a:gd name="T82" fmla="*/ 152 w 1069"/>
                <a:gd name="T83" fmla="*/ 726 h 1610"/>
                <a:gd name="T84" fmla="*/ 147 w 1069"/>
                <a:gd name="T85" fmla="*/ 722 h 1610"/>
                <a:gd name="T86" fmla="*/ 122 w 1069"/>
                <a:gd name="T87" fmla="*/ 680 h 1610"/>
                <a:gd name="T88" fmla="*/ 122 w 1069"/>
                <a:gd name="T89" fmla="*/ 680 h 1610"/>
                <a:gd name="T90" fmla="*/ 105 w 1069"/>
                <a:gd name="T91" fmla="*/ 587 h 1610"/>
                <a:gd name="T92" fmla="*/ 177 w 1069"/>
                <a:gd name="T93" fmla="*/ 313 h 1610"/>
                <a:gd name="T94" fmla="*/ 350 w 1069"/>
                <a:gd name="T95" fmla="*/ 139 h 1610"/>
                <a:gd name="T96" fmla="*/ 608 w 1069"/>
                <a:gd name="T97" fmla="*/ 114 h 1610"/>
                <a:gd name="T98" fmla="*/ 882 w 1069"/>
                <a:gd name="T99" fmla="*/ 262 h 1610"/>
                <a:gd name="T100" fmla="*/ 962 w 1069"/>
                <a:gd name="T101" fmla="*/ 536 h 1610"/>
                <a:gd name="T102" fmla="*/ 954 w 1069"/>
                <a:gd name="T103" fmla="*/ 633 h 1610"/>
                <a:gd name="T104" fmla="*/ 954 w 1069"/>
                <a:gd name="T105" fmla="*/ 638 h 1610"/>
                <a:gd name="T106" fmla="*/ 975 w 1069"/>
                <a:gd name="T107" fmla="*/ 642 h 1610"/>
                <a:gd name="T108" fmla="*/ 1060 w 1069"/>
                <a:gd name="T109" fmla="*/ 663 h 1610"/>
                <a:gd name="T110" fmla="*/ 1055 w 1069"/>
                <a:gd name="T111" fmla="*/ 393 h 1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9" h="1610">
                  <a:moveTo>
                    <a:pt x="1055" y="393"/>
                  </a:moveTo>
                  <a:lnTo>
                    <a:pt x="1055" y="393"/>
                  </a:lnTo>
                  <a:cubicBezTo>
                    <a:pt x="1047" y="355"/>
                    <a:pt x="1034" y="313"/>
                    <a:pt x="1013" y="274"/>
                  </a:cubicBezTo>
                  <a:cubicBezTo>
                    <a:pt x="1000" y="245"/>
                    <a:pt x="979" y="215"/>
                    <a:pt x="958" y="186"/>
                  </a:cubicBezTo>
                  <a:cubicBezTo>
                    <a:pt x="924" y="144"/>
                    <a:pt x="878" y="105"/>
                    <a:pt x="823" y="76"/>
                  </a:cubicBezTo>
                  <a:cubicBezTo>
                    <a:pt x="768" y="46"/>
                    <a:pt x="705" y="21"/>
                    <a:pt x="625" y="8"/>
                  </a:cubicBezTo>
                  <a:cubicBezTo>
                    <a:pt x="587" y="4"/>
                    <a:pt x="553" y="0"/>
                    <a:pt x="515" y="0"/>
                  </a:cubicBezTo>
                  <a:cubicBezTo>
                    <a:pt x="468" y="0"/>
                    <a:pt x="426" y="8"/>
                    <a:pt x="384" y="17"/>
                  </a:cubicBezTo>
                  <a:cubicBezTo>
                    <a:pt x="312" y="34"/>
                    <a:pt x="249" y="68"/>
                    <a:pt x="202" y="114"/>
                  </a:cubicBezTo>
                  <a:cubicBezTo>
                    <a:pt x="164" y="144"/>
                    <a:pt x="130" y="182"/>
                    <a:pt x="105" y="220"/>
                  </a:cubicBezTo>
                  <a:cubicBezTo>
                    <a:pt x="67" y="279"/>
                    <a:pt x="42" y="342"/>
                    <a:pt x="25" y="405"/>
                  </a:cubicBezTo>
                  <a:cubicBezTo>
                    <a:pt x="8" y="469"/>
                    <a:pt x="0" y="532"/>
                    <a:pt x="0" y="587"/>
                  </a:cubicBezTo>
                  <a:cubicBezTo>
                    <a:pt x="0" y="612"/>
                    <a:pt x="4" y="638"/>
                    <a:pt x="8" y="659"/>
                  </a:cubicBezTo>
                  <a:cubicBezTo>
                    <a:pt x="12" y="684"/>
                    <a:pt x="16" y="705"/>
                    <a:pt x="25" y="722"/>
                  </a:cubicBezTo>
                  <a:lnTo>
                    <a:pt x="25" y="722"/>
                  </a:lnTo>
                  <a:cubicBezTo>
                    <a:pt x="29" y="739"/>
                    <a:pt x="37" y="752"/>
                    <a:pt x="46" y="764"/>
                  </a:cubicBezTo>
                  <a:cubicBezTo>
                    <a:pt x="54" y="777"/>
                    <a:pt x="59" y="785"/>
                    <a:pt x="67" y="794"/>
                  </a:cubicBezTo>
                  <a:cubicBezTo>
                    <a:pt x="75" y="802"/>
                    <a:pt x="92" y="815"/>
                    <a:pt x="105" y="819"/>
                  </a:cubicBezTo>
                  <a:cubicBezTo>
                    <a:pt x="118" y="828"/>
                    <a:pt x="135" y="832"/>
                    <a:pt x="152" y="832"/>
                  </a:cubicBezTo>
                  <a:cubicBezTo>
                    <a:pt x="160" y="832"/>
                    <a:pt x="173" y="828"/>
                    <a:pt x="181" y="828"/>
                  </a:cubicBezTo>
                  <a:cubicBezTo>
                    <a:pt x="198" y="819"/>
                    <a:pt x="215" y="815"/>
                    <a:pt x="228" y="802"/>
                  </a:cubicBezTo>
                  <a:cubicBezTo>
                    <a:pt x="244" y="790"/>
                    <a:pt x="261" y="777"/>
                    <a:pt x="278" y="760"/>
                  </a:cubicBezTo>
                  <a:cubicBezTo>
                    <a:pt x="295" y="743"/>
                    <a:pt x="308" y="726"/>
                    <a:pt x="320" y="714"/>
                  </a:cubicBezTo>
                  <a:lnTo>
                    <a:pt x="320" y="714"/>
                  </a:lnTo>
                  <a:cubicBezTo>
                    <a:pt x="337" y="693"/>
                    <a:pt x="363" y="663"/>
                    <a:pt x="392" y="642"/>
                  </a:cubicBezTo>
                  <a:cubicBezTo>
                    <a:pt x="409" y="633"/>
                    <a:pt x="426" y="625"/>
                    <a:pt x="439" y="617"/>
                  </a:cubicBezTo>
                  <a:cubicBezTo>
                    <a:pt x="456" y="612"/>
                    <a:pt x="473" y="608"/>
                    <a:pt x="485" y="608"/>
                  </a:cubicBezTo>
                  <a:cubicBezTo>
                    <a:pt x="502" y="608"/>
                    <a:pt x="515" y="612"/>
                    <a:pt x="532" y="617"/>
                  </a:cubicBezTo>
                  <a:cubicBezTo>
                    <a:pt x="544" y="625"/>
                    <a:pt x="561" y="633"/>
                    <a:pt x="578" y="655"/>
                  </a:cubicBezTo>
                  <a:lnTo>
                    <a:pt x="578" y="655"/>
                  </a:lnTo>
                  <a:cubicBezTo>
                    <a:pt x="608" y="684"/>
                    <a:pt x="629" y="714"/>
                    <a:pt x="646" y="739"/>
                  </a:cubicBezTo>
                  <a:cubicBezTo>
                    <a:pt x="658" y="769"/>
                    <a:pt x="663" y="794"/>
                    <a:pt x="663" y="819"/>
                  </a:cubicBezTo>
                  <a:cubicBezTo>
                    <a:pt x="663" y="832"/>
                    <a:pt x="663" y="845"/>
                    <a:pt x="658" y="857"/>
                  </a:cubicBezTo>
                  <a:cubicBezTo>
                    <a:pt x="654" y="878"/>
                    <a:pt x="646" y="895"/>
                    <a:pt x="629" y="912"/>
                  </a:cubicBezTo>
                  <a:cubicBezTo>
                    <a:pt x="612" y="929"/>
                    <a:pt x="595" y="950"/>
                    <a:pt x="565" y="963"/>
                  </a:cubicBezTo>
                  <a:cubicBezTo>
                    <a:pt x="523" y="992"/>
                    <a:pt x="485" y="1022"/>
                    <a:pt x="451" y="1060"/>
                  </a:cubicBezTo>
                  <a:cubicBezTo>
                    <a:pt x="405" y="1111"/>
                    <a:pt x="371" y="1166"/>
                    <a:pt x="350" y="1225"/>
                  </a:cubicBezTo>
                  <a:cubicBezTo>
                    <a:pt x="329" y="1280"/>
                    <a:pt x="316" y="1339"/>
                    <a:pt x="316" y="1385"/>
                  </a:cubicBezTo>
                  <a:cubicBezTo>
                    <a:pt x="316" y="1406"/>
                    <a:pt x="316" y="1423"/>
                    <a:pt x="312" y="1436"/>
                  </a:cubicBezTo>
                  <a:cubicBezTo>
                    <a:pt x="308" y="1448"/>
                    <a:pt x="304" y="1457"/>
                    <a:pt x="299" y="1465"/>
                  </a:cubicBezTo>
                  <a:cubicBezTo>
                    <a:pt x="291" y="1478"/>
                    <a:pt x="283" y="1486"/>
                    <a:pt x="274" y="1491"/>
                  </a:cubicBezTo>
                  <a:cubicBezTo>
                    <a:pt x="270" y="1495"/>
                    <a:pt x="261" y="1499"/>
                    <a:pt x="257" y="1499"/>
                  </a:cubicBezTo>
                  <a:cubicBezTo>
                    <a:pt x="253" y="1499"/>
                    <a:pt x="244" y="1503"/>
                    <a:pt x="240" y="1503"/>
                  </a:cubicBezTo>
                  <a:cubicBezTo>
                    <a:pt x="232" y="1503"/>
                    <a:pt x="219" y="1499"/>
                    <a:pt x="206" y="1495"/>
                  </a:cubicBezTo>
                  <a:lnTo>
                    <a:pt x="206" y="1495"/>
                  </a:lnTo>
                  <a:cubicBezTo>
                    <a:pt x="206" y="1495"/>
                    <a:pt x="206" y="1495"/>
                    <a:pt x="202" y="1491"/>
                  </a:cubicBezTo>
                  <a:cubicBezTo>
                    <a:pt x="198" y="1491"/>
                    <a:pt x="198" y="1486"/>
                    <a:pt x="194" y="1482"/>
                  </a:cubicBezTo>
                  <a:cubicBezTo>
                    <a:pt x="185" y="1474"/>
                    <a:pt x="181" y="1461"/>
                    <a:pt x="177" y="1448"/>
                  </a:cubicBezTo>
                  <a:cubicBezTo>
                    <a:pt x="168" y="1423"/>
                    <a:pt x="160" y="1398"/>
                    <a:pt x="156" y="1368"/>
                  </a:cubicBezTo>
                  <a:cubicBezTo>
                    <a:pt x="152" y="1343"/>
                    <a:pt x="147" y="1313"/>
                    <a:pt x="147" y="1292"/>
                  </a:cubicBezTo>
                  <a:cubicBezTo>
                    <a:pt x="147" y="1280"/>
                    <a:pt x="147" y="1271"/>
                    <a:pt x="152" y="1263"/>
                  </a:cubicBezTo>
                  <a:cubicBezTo>
                    <a:pt x="152" y="1254"/>
                    <a:pt x="152" y="1250"/>
                    <a:pt x="152" y="1246"/>
                  </a:cubicBezTo>
                  <a:cubicBezTo>
                    <a:pt x="50" y="1220"/>
                    <a:pt x="50" y="1220"/>
                    <a:pt x="50" y="1220"/>
                  </a:cubicBezTo>
                  <a:cubicBezTo>
                    <a:pt x="46" y="1229"/>
                    <a:pt x="46" y="1242"/>
                    <a:pt x="46" y="1254"/>
                  </a:cubicBezTo>
                  <a:cubicBezTo>
                    <a:pt x="42" y="1263"/>
                    <a:pt x="42" y="1275"/>
                    <a:pt x="42" y="1292"/>
                  </a:cubicBezTo>
                  <a:cubicBezTo>
                    <a:pt x="42" y="1318"/>
                    <a:pt x="46" y="1343"/>
                    <a:pt x="50" y="1372"/>
                  </a:cubicBezTo>
                  <a:cubicBezTo>
                    <a:pt x="50" y="1394"/>
                    <a:pt x="54" y="1419"/>
                    <a:pt x="63" y="1440"/>
                  </a:cubicBezTo>
                  <a:cubicBezTo>
                    <a:pt x="71" y="1474"/>
                    <a:pt x="84" y="1503"/>
                    <a:pt x="101" y="1533"/>
                  </a:cubicBezTo>
                  <a:cubicBezTo>
                    <a:pt x="109" y="1546"/>
                    <a:pt x="118" y="1558"/>
                    <a:pt x="130" y="1571"/>
                  </a:cubicBezTo>
                  <a:cubicBezTo>
                    <a:pt x="143" y="1579"/>
                    <a:pt x="160" y="1592"/>
                    <a:pt x="177" y="1596"/>
                  </a:cubicBezTo>
                  <a:cubicBezTo>
                    <a:pt x="198" y="1605"/>
                    <a:pt x="219" y="1609"/>
                    <a:pt x="240" y="1609"/>
                  </a:cubicBezTo>
                  <a:cubicBezTo>
                    <a:pt x="270" y="1609"/>
                    <a:pt x="295" y="1601"/>
                    <a:pt x="320" y="1588"/>
                  </a:cubicBezTo>
                  <a:cubicBezTo>
                    <a:pt x="337" y="1579"/>
                    <a:pt x="354" y="1567"/>
                    <a:pt x="367" y="1550"/>
                  </a:cubicBezTo>
                  <a:cubicBezTo>
                    <a:pt x="384" y="1529"/>
                    <a:pt x="401" y="1503"/>
                    <a:pt x="409" y="1478"/>
                  </a:cubicBezTo>
                  <a:cubicBezTo>
                    <a:pt x="418" y="1448"/>
                    <a:pt x="422" y="1419"/>
                    <a:pt x="422" y="1385"/>
                  </a:cubicBezTo>
                  <a:cubicBezTo>
                    <a:pt x="422" y="1364"/>
                    <a:pt x="426" y="1334"/>
                    <a:pt x="435" y="1305"/>
                  </a:cubicBezTo>
                  <a:cubicBezTo>
                    <a:pt x="443" y="1263"/>
                    <a:pt x="464" y="1216"/>
                    <a:pt x="494" y="1174"/>
                  </a:cubicBezTo>
                  <a:cubicBezTo>
                    <a:pt x="527" y="1128"/>
                    <a:pt x="565" y="1090"/>
                    <a:pt x="620" y="1056"/>
                  </a:cubicBezTo>
                  <a:cubicBezTo>
                    <a:pt x="667" y="1026"/>
                    <a:pt x="705" y="992"/>
                    <a:pt x="730" y="950"/>
                  </a:cubicBezTo>
                  <a:cubicBezTo>
                    <a:pt x="743" y="933"/>
                    <a:pt x="756" y="908"/>
                    <a:pt x="760" y="887"/>
                  </a:cubicBezTo>
                  <a:cubicBezTo>
                    <a:pt x="768" y="866"/>
                    <a:pt x="768" y="845"/>
                    <a:pt x="768" y="819"/>
                  </a:cubicBezTo>
                  <a:cubicBezTo>
                    <a:pt x="768" y="777"/>
                    <a:pt x="760" y="735"/>
                    <a:pt x="739" y="693"/>
                  </a:cubicBezTo>
                  <a:cubicBezTo>
                    <a:pt x="717" y="655"/>
                    <a:pt x="692" y="617"/>
                    <a:pt x="654" y="578"/>
                  </a:cubicBezTo>
                  <a:cubicBezTo>
                    <a:pt x="629" y="553"/>
                    <a:pt x="599" y="532"/>
                    <a:pt x="574" y="519"/>
                  </a:cubicBezTo>
                  <a:cubicBezTo>
                    <a:pt x="544" y="507"/>
                    <a:pt x="515" y="503"/>
                    <a:pt x="485" y="503"/>
                  </a:cubicBezTo>
                  <a:cubicBezTo>
                    <a:pt x="456" y="503"/>
                    <a:pt x="430" y="511"/>
                    <a:pt x="405" y="519"/>
                  </a:cubicBezTo>
                  <a:cubicBezTo>
                    <a:pt x="363" y="532"/>
                    <a:pt x="333" y="557"/>
                    <a:pt x="304" y="578"/>
                  </a:cubicBezTo>
                  <a:cubicBezTo>
                    <a:pt x="278" y="600"/>
                    <a:pt x="253" y="625"/>
                    <a:pt x="236" y="646"/>
                  </a:cubicBezTo>
                  <a:lnTo>
                    <a:pt x="236" y="646"/>
                  </a:lnTo>
                  <a:cubicBezTo>
                    <a:pt x="228" y="655"/>
                    <a:pt x="219" y="667"/>
                    <a:pt x="211" y="676"/>
                  </a:cubicBezTo>
                  <a:cubicBezTo>
                    <a:pt x="198" y="693"/>
                    <a:pt x="181" y="705"/>
                    <a:pt x="173" y="714"/>
                  </a:cubicBezTo>
                  <a:cubicBezTo>
                    <a:pt x="164" y="718"/>
                    <a:pt x="160" y="722"/>
                    <a:pt x="156" y="722"/>
                  </a:cubicBezTo>
                  <a:cubicBezTo>
                    <a:pt x="152" y="726"/>
                    <a:pt x="152" y="726"/>
                    <a:pt x="152" y="726"/>
                  </a:cubicBezTo>
                  <a:lnTo>
                    <a:pt x="152" y="726"/>
                  </a:lnTo>
                  <a:lnTo>
                    <a:pt x="152" y="726"/>
                  </a:lnTo>
                  <a:cubicBezTo>
                    <a:pt x="152" y="726"/>
                    <a:pt x="152" y="726"/>
                    <a:pt x="147" y="722"/>
                  </a:cubicBezTo>
                  <a:cubicBezTo>
                    <a:pt x="147" y="722"/>
                    <a:pt x="143" y="718"/>
                    <a:pt x="139" y="714"/>
                  </a:cubicBezTo>
                  <a:cubicBezTo>
                    <a:pt x="135" y="705"/>
                    <a:pt x="126" y="697"/>
                    <a:pt x="122" y="680"/>
                  </a:cubicBezTo>
                  <a:cubicBezTo>
                    <a:pt x="118" y="676"/>
                    <a:pt x="118" y="676"/>
                    <a:pt x="118" y="676"/>
                  </a:cubicBezTo>
                  <a:cubicBezTo>
                    <a:pt x="122" y="680"/>
                    <a:pt x="122" y="680"/>
                    <a:pt x="122" y="680"/>
                  </a:cubicBezTo>
                  <a:cubicBezTo>
                    <a:pt x="118" y="671"/>
                    <a:pt x="114" y="659"/>
                    <a:pt x="109" y="642"/>
                  </a:cubicBezTo>
                  <a:cubicBezTo>
                    <a:pt x="109" y="625"/>
                    <a:pt x="105" y="608"/>
                    <a:pt x="105" y="587"/>
                  </a:cubicBezTo>
                  <a:cubicBezTo>
                    <a:pt x="105" y="540"/>
                    <a:pt x="114" y="486"/>
                    <a:pt x="130" y="431"/>
                  </a:cubicBezTo>
                  <a:cubicBezTo>
                    <a:pt x="139" y="388"/>
                    <a:pt x="156" y="350"/>
                    <a:pt x="177" y="313"/>
                  </a:cubicBezTo>
                  <a:cubicBezTo>
                    <a:pt x="190" y="283"/>
                    <a:pt x="211" y="253"/>
                    <a:pt x="232" y="232"/>
                  </a:cubicBezTo>
                  <a:cubicBezTo>
                    <a:pt x="261" y="194"/>
                    <a:pt x="304" y="165"/>
                    <a:pt x="350" y="139"/>
                  </a:cubicBezTo>
                  <a:cubicBezTo>
                    <a:pt x="396" y="118"/>
                    <a:pt x="451" y="105"/>
                    <a:pt x="515" y="105"/>
                  </a:cubicBezTo>
                  <a:cubicBezTo>
                    <a:pt x="544" y="105"/>
                    <a:pt x="574" y="110"/>
                    <a:pt x="608" y="114"/>
                  </a:cubicBezTo>
                  <a:cubicBezTo>
                    <a:pt x="688" y="127"/>
                    <a:pt x="751" y="152"/>
                    <a:pt x="798" y="182"/>
                  </a:cubicBezTo>
                  <a:cubicBezTo>
                    <a:pt x="831" y="207"/>
                    <a:pt x="861" y="232"/>
                    <a:pt x="882" y="262"/>
                  </a:cubicBezTo>
                  <a:cubicBezTo>
                    <a:pt x="916" y="304"/>
                    <a:pt x="933" y="350"/>
                    <a:pt x="946" y="401"/>
                  </a:cubicBezTo>
                  <a:cubicBezTo>
                    <a:pt x="958" y="448"/>
                    <a:pt x="962" y="494"/>
                    <a:pt x="962" y="536"/>
                  </a:cubicBezTo>
                  <a:cubicBezTo>
                    <a:pt x="962" y="566"/>
                    <a:pt x="962" y="591"/>
                    <a:pt x="958" y="612"/>
                  </a:cubicBezTo>
                  <a:cubicBezTo>
                    <a:pt x="958" y="621"/>
                    <a:pt x="958" y="629"/>
                    <a:pt x="954" y="633"/>
                  </a:cubicBezTo>
                  <a:lnTo>
                    <a:pt x="954" y="638"/>
                  </a:lnTo>
                  <a:lnTo>
                    <a:pt x="954" y="638"/>
                  </a:lnTo>
                  <a:lnTo>
                    <a:pt x="954" y="638"/>
                  </a:lnTo>
                  <a:cubicBezTo>
                    <a:pt x="975" y="642"/>
                    <a:pt x="975" y="642"/>
                    <a:pt x="975" y="642"/>
                  </a:cubicBezTo>
                  <a:cubicBezTo>
                    <a:pt x="954" y="638"/>
                    <a:pt x="954" y="638"/>
                    <a:pt x="954" y="638"/>
                  </a:cubicBezTo>
                  <a:cubicBezTo>
                    <a:pt x="1060" y="663"/>
                    <a:pt x="1060" y="663"/>
                    <a:pt x="1060" y="663"/>
                  </a:cubicBezTo>
                  <a:cubicBezTo>
                    <a:pt x="1060" y="659"/>
                    <a:pt x="1068" y="608"/>
                    <a:pt x="1068" y="536"/>
                  </a:cubicBezTo>
                  <a:cubicBezTo>
                    <a:pt x="1068" y="494"/>
                    <a:pt x="1064" y="443"/>
                    <a:pt x="1055" y="3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9" name="Freeform 92">
              <a:extLst>
                <a:ext uri="{FF2B5EF4-FFF2-40B4-BE49-F238E27FC236}">
                  <a16:creationId xmlns:a16="http://schemas.microsoft.com/office/drawing/2014/main" id="{39FFDB1F-BD63-3443-039F-124AEDD34DD3}"/>
                </a:ext>
              </a:extLst>
            </p:cNvPr>
            <p:cNvSpPr>
              <a:spLocks noChangeArrowheads="1"/>
            </p:cNvSpPr>
            <p:nvPr/>
          </p:nvSpPr>
          <p:spPr bwMode="auto">
            <a:xfrm>
              <a:off x="9380538" y="56800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80" name="Freeform 93">
              <a:extLst>
                <a:ext uri="{FF2B5EF4-FFF2-40B4-BE49-F238E27FC236}">
                  <a16:creationId xmlns:a16="http://schemas.microsoft.com/office/drawing/2014/main" id="{F5BCE4D5-EE0C-9C18-69B3-89D7789352BA}"/>
                </a:ext>
              </a:extLst>
            </p:cNvPr>
            <p:cNvSpPr>
              <a:spLocks noChangeArrowheads="1"/>
            </p:cNvSpPr>
            <p:nvPr/>
          </p:nvSpPr>
          <p:spPr bwMode="auto">
            <a:xfrm>
              <a:off x="9551988" y="5313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344701178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5">
            <a:extLst>
              <a:ext uri="{FF2B5EF4-FFF2-40B4-BE49-F238E27FC236}">
                <a16:creationId xmlns:a16="http://schemas.microsoft.com/office/drawing/2014/main" id="{9EB6BDE8-B3DE-69F4-C9ED-B388109960F7}"/>
              </a:ext>
            </a:extLst>
          </p:cNvPr>
          <p:cNvGrpSpPr/>
          <p:nvPr/>
        </p:nvGrpSpPr>
        <p:grpSpPr>
          <a:xfrm>
            <a:off x="5158308" y="476672"/>
            <a:ext cx="2173287" cy="138112"/>
            <a:chOff x="4002088" y="792163"/>
            <a:chExt cx="2173287" cy="138112"/>
          </a:xfrm>
          <a:solidFill>
            <a:schemeClr val="accent4"/>
          </a:solidFill>
        </p:grpSpPr>
        <p:sp>
          <p:nvSpPr>
            <p:cNvPr id="4" name="Freeform 1">
              <a:extLst>
                <a:ext uri="{FF2B5EF4-FFF2-40B4-BE49-F238E27FC236}">
                  <a16:creationId xmlns:a16="http://schemas.microsoft.com/office/drawing/2014/main" id="{E2D04C04-A938-A4A0-F49D-98AB38F94BED}"/>
                </a:ext>
              </a:extLst>
            </p:cNvPr>
            <p:cNvSpPr>
              <a:spLocks noChangeArrowheads="1"/>
            </p:cNvSpPr>
            <p:nvPr/>
          </p:nvSpPr>
          <p:spPr bwMode="auto">
            <a:xfrm>
              <a:off x="4002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 name="Freeform 2">
              <a:extLst>
                <a:ext uri="{FF2B5EF4-FFF2-40B4-BE49-F238E27FC236}">
                  <a16:creationId xmlns:a16="http://schemas.microsoft.com/office/drawing/2014/main" id="{249F56C0-C5DD-38A5-8EFF-034ADDAE88DB}"/>
                </a:ext>
              </a:extLst>
            </p:cNvPr>
            <p:cNvSpPr>
              <a:spLocks noChangeArrowheads="1"/>
            </p:cNvSpPr>
            <p:nvPr/>
          </p:nvSpPr>
          <p:spPr bwMode="auto">
            <a:xfrm>
              <a:off x="4094163" y="868363"/>
              <a:ext cx="50800" cy="11112"/>
            </a:xfrm>
            <a:custGeom>
              <a:avLst/>
              <a:gdLst>
                <a:gd name="T0" fmla="*/ 0 w 143"/>
                <a:gd name="T1" fmla="*/ 28 h 29"/>
                <a:gd name="T2" fmla="*/ 142 w 143"/>
                <a:gd name="T3" fmla="*/ 28 h 29"/>
                <a:gd name="T4" fmla="*/ 142 w 143"/>
                <a:gd name="T5" fmla="*/ 0 h 29"/>
                <a:gd name="T6" fmla="*/ 0 w 143"/>
                <a:gd name="T7" fmla="*/ 0 h 29"/>
                <a:gd name="T8" fmla="*/ 0 w 143"/>
                <a:gd name="T9" fmla="*/ 28 h 29"/>
              </a:gdLst>
              <a:ahLst/>
              <a:cxnLst>
                <a:cxn ang="0">
                  <a:pos x="T0" y="T1"/>
                </a:cxn>
                <a:cxn ang="0">
                  <a:pos x="T2" y="T3"/>
                </a:cxn>
                <a:cxn ang="0">
                  <a:pos x="T4" y="T5"/>
                </a:cxn>
                <a:cxn ang="0">
                  <a:pos x="T6" y="T7"/>
                </a:cxn>
                <a:cxn ang="0">
                  <a:pos x="T8" y="T9"/>
                </a:cxn>
              </a:cxnLst>
              <a:rect l="0" t="0" r="r" b="b"/>
              <a:pathLst>
                <a:path w="143" h="29">
                  <a:moveTo>
                    <a:pt x="0" y="28"/>
                  </a:moveTo>
                  <a:lnTo>
                    <a:pt x="142" y="28"/>
                  </a:lnTo>
                  <a:lnTo>
                    <a:pt x="142" y="0"/>
                  </a:lnTo>
                  <a:lnTo>
                    <a:pt x="0" y="0"/>
                  </a:lnTo>
                  <a:lnTo>
                    <a:pt x="0" y="2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 name="Freeform 3">
              <a:extLst>
                <a:ext uri="{FF2B5EF4-FFF2-40B4-BE49-F238E27FC236}">
                  <a16:creationId xmlns:a16="http://schemas.microsoft.com/office/drawing/2014/main" id="{8AE90A32-FE93-2832-FB96-1FAD7C3D750C}"/>
                </a:ext>
              </a:extLst>
            </p:cNvPr>
            <p:cNvSpPr>
              <a:spLocks noChangeArrowheads="1"/>
            </p:cNvSpPr>
            <p:nvPr/>
          </p:nvSpPr>
          <p:spPr bwMode="auto">
            <a:xfrm>
              <a:off x="4165600" y="792163"/>
              <a:ext cx="98425" cy="138112"/>
            </a:xfrm>
            <a:custGeom>
              <a:avLst/>
              <a:gdLst>
                <a:gd name="T0" fmla="*/ 47 w 272"/>
                <a:gd name="T1" fmla="*/ 332 h 385"/>
                <a:gd name="T2" fmla="*/ 47 w 272"/>
                <a:gd name="T3" fmla="*/ 332 h 385"/>
                <a:gd name="T4" fmla="*/ 101 w 272"/>
                <a:gd name="T5" fmla="*/ 370 h 385"/>
                <a:gd name="T6" fmla="*/ 173 w 272"/>
                <a:gd name="T7" fmla="*/ 384 h 385"/>
                <a:gd name="T8" fmla="*/ 271 w 272"/>
                <a:gd name="T9" fmla="*/ 365 h 385"/>
                <a:gd name="T10" fmla="*/ 271 w 272"/>
                <a:gd name="T11" fmla="*/ 330 h 385"/>
                <a:gd name="T12" fmla="*/ 177 w 272"/>
                <a:gd name="T13" fmla="*/ 354 h 385"/>
                <a:gd name="T14" fmla="*/ 117 w 272"/>
                <a:gd name="T15" fmla="*/ 341 h 385"/>
                <a:gd name="T16" fmla="*/ 72 w 272"/>
                <a:gd name="T17" fmla="*/ 307 h 385"/>
                <a:gd name="T18" fmla="*/ 45 w 272"/>
                <a:gd name="T19" fmla="*/ 257 h 385"/>
                <a:gd name="T20" fmla="*/ 36 w 272"/>
                <a:gd name="T21" fmla="*/ 198 h 385"/>
                <a:gd name="T22" fmla="*/ 46 w 272"/>
                <a:gd name="T23" fmla="*/ 131 h 385"/>
                <a:gd name="T24" fmla="*/ 75 w 272"/>
                <a:gd name="T25" fmla="*/ 79 h 385"/>
                <a:gd name="T26" fmla="*/ 122 w 272"/>
                <a:gd name="T27" fmla="*/ 44 h 385"/>
                <a:gd name="T28" fmla="*/ 187 w 272"/>
                <a:gd name="T29" fmla="*/ 32 h 385"/>
                <a:gd name="T30" fmla="*/ 271 w 272"/>
                <a:gd name="T31" fmla="*/ 51 h 385"/>
                <a:gd name="T32" fmla="*/ 271 w 272"/>
                <a:gd name="T33" fmla="*/ 15 h 385"/>
                <a:gd name="T34" fmla="*/ 187 w 272"/>
                <a:gd name="T35" fmla="*/ 0 h 385"/>
                <a:gd name="T36" fmla="*/ 110 w 272"/>
                <a:gd name="T37" fmla="*/ 15 h 385"/>
                <a:gd name="T38" fmla="*/ 50 w 272"/>
                <a:gd name="T39" fmla="*/ 58 h 385"/>
                <a:gd name="T40" fmla="*/ 13 w 272"/>
                <a:gd name="T41" fmla="*/ 122 h 385"/>
                <a:gd name="T42" fmla="*/ 0 w 272"/>
                <a:gd name="T43" fmla="*/ 199 h 385"/>
                <a:gd name="T44" fmla="*/ 12 w 272"/>
                <a:gd name="T45" fmla="*/ 274 h 385"/>
                <a:gd name="T46" fmla="*/ 47 w 272"/>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47" y="332"/>
                  </a:moveTo>
                  <a:lnTo>
                    <a:pt x="47" y="332"/>
                  </a:lnTo>
                  <a:cubicBezTo>
                    <a:pt x="63" y="348"/>
                    <a:pt x="81" y="362"/>
                    <a:pt x="101" y="370"/>
                  </a:cubicBezTo>
                  <a:cubicBezTo>
                    <a:pt x="123" y="380"/>
                    <a:pt x="147" y="384"/>
                    <a:pt x="173" y="384"/>
                  </a:cubicBezTo>
                  <a:cubicBezTo>
                    <a:pt x="210" y="384"/>
                    <a:pt x="242" y="377"/>
                    <a:pt x="271" y="365"/>
                  </a:cubicBezTo>
                  <a:cubicBezTo>
                    <a:pt x="271" y="330"/>
                    <a:pt x="271" y="330"/>
                    <a:pt x="271" y="330"/>
                  </a:cubicBezTo>
                  <a:cubicBezTo>
                    <a:pt x="245" y="345"/>
                    <a:pt x="213" y="354"/>
                    <a:pt x="177" y="354"/>
                  </a:cubicBezTo>
                  <a:cubicBezTo>
                    <a:pt x="154" y="354"/>
                    <a:pt x="133" y="350"/>
                    <a:pt x="117" y="341"/>
                  </a:cubicBezTo>
                  <a:cubicBezTo>
                    <a:pt x="99" y="333"/>
                    <a:pt x="83" y="321"/>
                    <a:pt x="72" y="307"/>
                  </a:cubicBezTo>
                  <a:cubicBezTo>
                    <a:pt x="60" y="293"/>
                    <a:pt x="52" y="276"/>
                    <a:pt x="45" y="257"/>
                  </a:cubicBezTo>
                  <a:cubicBezTo>
                    <a:pt x="39" y="239"/>
                    <a:pt x="36" y="218"/>
                    <a:pt x="36" y="198"/>
                  </a:cubicBezTo>
                  <a:cubicBezTo>
                    <a:pt x="36" y="173"/>
                    <a:pt x="39" y="151"/>
                    <a:pt x="46" y="131"/>
                  </a:cubicBezTo>
                  <a:cubicBezTo>
                    <a:pt x="53" y="111"/>
                    <a:pt x="63" y="94"/>
                    <a:pt x="75" y="79"/>
                  </a:cubicBezTo>
                  <a:cubicBezTo>
                    <a:pt x="87" y="64"/>
                    <a:pt x="104" y="53"/>
                    <a:pt x="122" y="44"/>
                  </a:cubicBezTo>
                  <a:cubicBezTo>
                    <a:pt x="141" y="36"/>
                    <a:pt x="162" y="32"/>
                    <a:pt x="187" y="32"/>
                  </a:cubicBezTo>
                  <a:cubicBezTo>
                    <a:pt x="216" y="32"/>
                    <a:pt x="245" y="39"/>
                    <a:pt x="271" y="51"/>
                  </a:cubicBezTo>
                  <a:cubicBezTo>
                    <a:pt x="271" y="15"/>
                    <a:pt x="271" y="15"/>
                    <a:pt x="271" y="15"/>
                  </a:cubicBezTo>
                  <a:cubicBezTo>
                    <a:pt x="246" y="6"/>
                    <a:pt x="219" y="0"/>
                    <a:pt x="187" y="0"/>
                  </a:cubicBezTo>
                  <a:cubicBezTo>
                    <a:pt x="158" y="0"/>
                    <a:pt x="132" y="6"/>
                    <a:pt x="110" y="15"/>
                  </a:cubicBezTo>
                  <a:cubicBezTo>
                    <a:pt x="86" y="26"/>
                    <a:pt x="67" y="40"/>
                    <a:pt x="50" y="58"/>
                  </a:cubicBezTo>
                  <a:cubicBezTo>
                    <a:pt x="34" y="76"/>
                    <a:pt x="21" y="97"/>
                    <a:pt x="13" y="122"/>
                  </a:cubicBezTo>
                  <a:cubicBezTo>
                    <a:pt x="5" y="145"/>
                    <a:pt x="0" y="171"/>
                    <a:pt x="0" y="199"/>
                  </a:cubicBezTo>
                  <a:cubicBezTo>
                    <a:pt x="0" y="227"/>
                    <a:pt x="5" y="252"/>
                    <a:pt x="12" y="274"/>
                  </a:cubicBezTo>
                  <a:cubicBezTo>
                    <a:pt x="20" y="296"/>
                    <a:pt x="32"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 name="Freeform 4">
              <a:extLst>
                <a:ext uri="{FF2B5EF4-FFF2-40B4-BE49-F238E27FC236}">
                  <a16:creationId xmlns:a16="http://schemas.microsoft.com/office/drawing/2014/main" id="{F9B914A1-A86A-B2E3-33A1-AE90AD4AFE09}"/>
                </a:ext>
              </a:extLst>
            </p:cNvPr>
            <p:cNvSpPr>
              <a:spLocks noChangeArrowheads="1"/>
            </p:cNvSpPr>
            <p:nvPr/>
          </p:nvSpPr>
          <p:spPr bwMode="auto">
            <a:xfrm>
              <a:off x="4281488"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2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4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8" y="311"/>
                    <a:pt x="330"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0" y="25"/>
                    <a:pt x="62" y="38"/>
                    <a:pt x="47" y="55"/>
                  </a:cubicBezTo>
                  <a:cubicBezTo>
                    <a:pt x="32" y="72"/>
                    <a:pt x="20" y="93"/>
                    <a:pt x="11" y="118"/>
                  </a:cubicBezTo>
                  <a:cubicBezTo>
                    <a:pt x="4" y="141"/>
                    <a:pt x="0" y="167"/>
                    <a:pt x="0" y="196"/>
                  </a:cubicBezTo>
                  <a:cubicBezTo>
                    <a:pt x="0" y="223"/>
                    <a:pt x="4" y="247"/>
                    <a:pt x="11" y="271"/>
                  </a:cubicBezTo>
                  <a:cubicBezTo>
                    <a:pt x="20" y="293"/>
                    <a:pt x="31" y="312"/>
                    <a:pt x="46" y="330"/>
                  </a:cubicBezTo>
                  <a:close/>
                  <a:moveTo>
                    <a:pt x="46" y="130"/>
                  </a:moveTo>
                  <a:lnTo>
                    <a:pt x="46" y="130"/>
                  </a:lnTo>
                  <a:cubicBezTo>
                    <a:pt x="51" y="111"/>
                    <a:pt x="60" y="94"/>
                    <a:pt x="72" y="79"/>
                  </a:cubicBezTo>
                  <a:cubicBezTo>
                    <a:pt x="85" y="65"/>
                    <a:pt x="98" y="53"/>
                    <a:pt x="116" y="44"/>
                  </a:cubicBezTo>
                  <a:cubicBezTo>
                    <a:pt x="133" y="36"/>
                    <a:pt x="154" y="32"/>
                    <a:pt x="176" y="32"/>
                  </a:cubicBezTo>
                  <a:cubicBezTo>
                    <a:pt x="201" y="32"/>
                    <a:pt x="221" y="36"/>
                    <a:pt x="238" y="44"/>
                  </a:cubicBezTo>
                  <a:cubicBezTo>
                    <a:pt x="256" y="53"/>
                    <a:pt x="270" y="65"/>
                    <a:pt x="281" y="79"/>
                  </a:cubicBezTo>
                  <a:cubicBezTo>
                    <a:pt x="292" y="94"/>
                    <a:pt x="300" y="111"/>
                    <a:pt x="306" y="130"/>
                  </a:cubicBezTo>
                  <a:cubicBezTo>
                    <a:pt x="311" y="149"/>
                    <a:pt x="312" y="170"/>
                    <a:pt x="312" y="192"/>
                  </a:cubicBezTo>
                  <a:cubicBezTo>
                    <a:pt x="312" y="216"/>
                    <a:pt x="310" y="238"/>
                    <a:pt x="304" y="257"/>
                  </a:cubicBezTo>
                  <a:cubicBezTo>
                    <a:pt x="299" y="276"/>
                    <a:pt x="289" y="293"/>
                    <a:pt x="278" y="308"/>
                  </a:cubicBezTo>
                  <a:cubicBezTo>
                    <a:pt x="265" y="322"/>
                    <a:pt x="252" y="333"/>
                    <a:pt x="234" y="341"/>
                  </a:cubicBezTo>
                  <a:cubicBezTo>
                    <a:pt x="216" y="350"/>
                    <a:pt x="196" y="354"/>
                    <a:pt x="173" y="354"/>
                  </a:cubicBezTo>
                  <a:cubicBezTo>
                    <a:pt x="149" y="354"/>
                    <a:pt x="129" y="348"/>
                    <a:pt x="112" y="340"/>
                  </a:cubicBezTo>
                  <a:cubicBezTo>
                    <a:pt x="94" y="332"/>
                    <a:pt x="80" y="319"/>
                    <a:pt x="69" y="304"/>
                  </a:cubicBezTo>
                  <a:cubicBezTo>
                    <a:pt x="58" y="290"/>
                    <a:pt x="50" y="272"/>
                    <a:pt x="44"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 name="Freeform 5">
              <a:extLst>
                <a:ext uri="{FF2B5EF4-FFF2-40B4-BE49-F238E27FC236}">
                  <a16:creationId xmlns:a16="http://schemas.microsoft.com/office/drawing/2014/main" id="{217FC136-C9AB-ED5C-8522-7D7CA8D88F7E}"/>
                </a:ext>
              </a:extLst>
            </p:cNvPr>
            <p:cNvSpPr>
              <a:spLocks noChangeArrowheads="1"/>
            </p:cNvSpPr>
            <p:nvPr/>
          </p:nvSpPr>
          <p:spPr bwMode="auto">
            <a:xfrm>
              <a:off x="4433888" y="793750"/>
              <a:ext cx="131762" cy="134938"/>
            </a:xfrm>
            <a:custGeom>
              <a:avLst/>
              <a:gdLst>
                <a:gd name="T0" fmla="*/ 34 w 364"/>
                <a:gd name="T1" fmla="*/ 112 h 373"/>
                <a:gd name="T2" fmla="*/ 34 w 364"/>
                <a:gd name="T3" fmla="*/ 112 h 373"/>
                <a:gd name="T4" fmla="*/ 33 w 364"/>
                <a:gd name="T5" fmla="*/ 77 h 373"/>
                <a:gd name="T6" fmla="*/ 32 w 364"/>
                <a:gd name="T7" fmla="*/ 51 h 373"/>
                <a:gd name="T8" fmla="*/ 33 w 364"/>
                <a:gd name="T9" fmla="*/ 51 h 373"/>
                <a:gd name="T10" fmla="*/ 46 w 364"/>
                <a:gd name="T11" fmla="*/ 87 h 373"/>
                <a:gd name="T12" fmla="*/ 175 w 364"/>
                <a:gd name="T13" fmla="*/ 372 h 373"/>
                <a:gd name="T14" fmla="*/ 189 w 364"/>
                <a:gd name="T15" fmla="*/ 372 h 373"/>
                <a:gd name="T16" fmla="*/ 319 w 364"/>
                <a:gd name="T17" fmla="*/ 86 h 373"/>
                <a:gd name="T18" fmla="*/ 325 w 364"/>
                <a:gd name="T19" fmla="*/ 72 h 373"/>
                <a:gd name="T20" fmla="*/ 331 w 364"/>
                <a:gd name="T21" fmla="*/ 51 h 373"/>
                <a:gd name="T22" fmla="*/ 333 w 364"/>
                <a:gd name="T23" fmla="*/ 51 h 373"/>
                <a:gd name="T24" fmla="*/ 329 w 364"/>
                <a:gd name="T25" fmla="*/ 115 h 373"/>
                <a:gd name="T26" fmla="*/ 329 w 364"/>
                <a:gd name="T27" fmla="*/ 372 h 373"/>
                <a:gd name="T28" fmla="*/ 363 w 364"/>
                <a:gd name="T29" fmla="*/ 372 h 373"/>
                <a:gd name="T30" fmla="*/ 363 w 364"/>
                <a:gd name="T31" fmla="*/ 0 h 373"/>
                <a:gd name="T32" fmla="*/ 325 w 364"/>
                <a:gd name="T33" fmla="*/ 0 h 373"/>
                <a:gd name="T34" fmla="*/ 197 w 364"/>
                <a:gd name="T35" fmla="*/ 279 h 373"/>
                <a:gd name="T36" fmla="*/ 191 w 364"/>
                <a:gd name="T37" fmla="*/ 297 h 373"/>
                <a:gd name="T38" fmla="*/ 184 w 364"/>
                <a:gd name="T39" fmla="*/ 316 h 373"/>
                <a:gd name="T40" fmla="*/ 182 w 364"/>
                <a:gd name="T41" fmla="*/ 316 h 373"/>
                <a:gd name="T42" fmla="*/ 175 w 364"/>
                <a:gd name="T43" fmla="*/ 297 h 373"/>
                <a:gd name="T44" fmla="*/ 167 w 364"/>
                <a:gd name="T45" fmla="*/ 279 h 373"/>
                <a:gd name="T46" fmla="*/ 41 w 364"/>
                <a:gd name="T47" fmla="*/ 0 h 373"/>
                <a:gd name="T48" fmla="*/ 0 w 364"/>
                <a:gd name="T49" fmla="*/ 0 h 373"/>
                <a:gd name="T50" fmla="*/ 0 w 364"/>
                <a:gd name="T51" fmla="*/ 372 h 373"/>
                <a:gd name="T52" fmla="*/ 34 w 364"/>
                <a:gd name="T53" fmla="*/ 372 h 373"/>
                <a:gd name="T54" fmla="*/ 34 w 364"/>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3">
                  <a:moveTo>
                    <a:pt x="34" y="112"/>
                  </a:moveTo>
                  <a:lnTo>
                    <a:pt x="34" y="112"/>
                  </a:lnTo>
                  <a:cubicBezTo>
                    <a:pt x="34" y="100"/>
                    <a:pt x="34" y="88"/>
                    <a:pt x="33" y="77"/>
                  </a:cubicBezTo>
                  <a:cubicBezTo>
                    <a:pt x="33" y="68"/>
                    <a:pt x="33" y="58"/>
                    <a:pt x="32" y="51"/>
                  </a:cubicBezTo>
                  <a:cubicBezTo>
                    <a:pt x="33" y="51"/>
                    <a:pt x="33" y="51"/>
                    <a:pt x="33" y="51"/>
                  </a:cubicBezTo>
                  <a:cubicBezTo>
                    <a:pt x="37" y="66"/>
                    <a:pt x="41" y="79"/>
                    <a:pt x="46" y="87"/>
                  </a:cubicBezTo>
                  <a:cubicBezTo>
                    <a:pt x="175" y="372"/>
                    <a:pt x="175" y="372"/>
                    <a:pt x="175" y="372"/>
                  </a:cubicBezTo>
                  <a:cubicBezTo>
                    <a:pt x="189" y="372"/>
                    <a:pt x="189" y="372"/>
                    <a:pt x="189" y="372"/>
                  </a:cubicBezTo>
                  <a:cubicBezTo>
                    <a:pt x="319" y="86"/>
                    <a:pt x="319" y="86"/>
                    <a:pt x="319" y="86"/>
                  </a:cubicBezTo>
                  <a:cubicBezTo>
                    <a:pt x="320" y="82"/>
                    <a:pt x="323" y="77"/>
                    <a:pt x="325" y="72"/>
                  </a:cubicBezTo>
                  <a:cubicBezTo>
                    <a:pt x="326" y="66"/>
                    <a:pt x="329" y="59"/>
                    <a:pt x="331" y="51"/>
                  </a:cubicBezTo>
                  <a:cubicBezTo>
                    <a:pt x="333" y="51"/>
                    <a:pt x="333" y="51"/>
                    <a:pt x="333" y="51"/>
                  </a:cubicBezTo>
                  <a:cubicBezTo>
                    <a:pt x="330" y="80"/>
                    <a:pt x="329" y="101"/>
                    <a:pt x="329" y="115"/>
                  </a:cubicBezTo>
                  <a:cubicBezTo>
                    <a:pt x="329" y="372"/>
                    <a:pt x="329" y="372"/>
                    <a:pt x="329" y="372"/>
                  </a:cubicBezTo>
                  <a:cubicBezTo>
                    <a:pt x="363" y="372"/>
                    <a:pt x="363" y="372"/>
                    <a:pt x="363" y="372"/>
                  </a:cubicBezTo>
                  <a:cubicBezTo>
                    <a:pt x="363" y="0"/>
                    <a:pt x="363" y="0"/>
                    <a:pt x="363" y="0"/>
                  </a:cubicBezTo>
                  <a:cubicBezTo>
                    <a:pt x="325" y="0"/>
                    <a:pt x="325" y="0"/>
                    <a:pt x="325" y="0"/>
                  </a:cubicBezTo>
                  <a:cubicBezTo>
                    <a:pt x="197" y="279"/>
                    <a:pt x="197" y="279"/>
                    <a:pt x="197" y="279"/>
                  </a:cubicBezTo>
                  <a:cubicBezTo>
                    <a:pt x="195" y="286"/>
                    <a:pt x="192" y="292"/>
                    <a:pt x="191" y="297"/>
                  </a:cubicBezTo>
                  <a:cubicBezTo>
                    <a:pt x="188" y="303"/>
                    <a:pt x="185" y="309"/>
                    <a:pt x="184" y="316"/>
                  </a:cubicBezTo>
                  <a:cubicBezTo>
                    <a:pt x="182" y="316"/>
                    <a:pt x="182" y="316"/>
                    <a:pt x="182" y="316"/>
                  </a:cubicBezTo>
                  <a:cubicBezTo>
                    <a:pt x="179" y="309"/>
                    <a:pt x="177" y="303"/>
                    <a:pt x="175" y="297"/>
                  </a:cubicBezTo>
                  <a:cubicBezTo>
                    <a:pt x="173" y="290"/>
                    <a:pt x="170" y="285"/>
                    <a:pt x="167" y="279"/>
                  </a:cubicBezTo>
                  <a:cubicBezTo>
                    <a:pt x="41" y="0"/>
                    <a:pt x="41" y="0"/>
                    <a:pt x="41" y="0"/>
                  </a:cubicBezTo>
                  <a:cubicBezTo>
                    <a:pt x="0" y="0"/>
                    <a:pt x="0" y="0"/>
                    <a:pt x="0" y="0"/>
                  </a:cubicBezTo>
                  <a:cubicBezTo>
                    <a:pt x="0" y="372"/>
                    <a:pt x="0" y="372"/>
                    <a:pt x="0" y="372"/>
                  </a:cubicBezTo>
                  <a:cubicBezTo>
                    <a:pt x="34" y="372"/>
                    <a:pt x="34" y="372"/>
                    <a:pt x="34" y="372"/>
                  </a:cubicBezTo>
                  <a:lnTo>
                    <a:pt x="34"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 name="Freeform 6">
              <a:extLst>
                <a:ext uri="{FF2B5EF4-FFF2-40B4-BE49-F238E27FC236}">
                  <a16:creationId xmlns:a16="http://schemas.microsoft.com/office/drawing/2014/main" id="{F0D1C6BA-0057-FEAB-5B7D-038626F9C6B9}"/>
                </a:ext>
              </a:extLst>
            </p:cNvPr>
            <p:cNvSpPr>
              <a:spLocks noChangeArrowheads="1"/>
            </p:cNvSpPr>
            <p:nvPr/>
          </p:nvSpPr>
          <p:spPr bwMode="auto">
            <a:xfrm>
              <a:off x="4598988" y="793750"/>
              <a:ext cx="130175" cy="134938"/>
            </a:xfrm>
            <a:custGeom>
              <a:avLst/>
              <a:gdLst>
                <a:gd name="T0" fmla="*/ 33 w 363"/>
                <a:gd name="T1" fmla="*/ 112 h 373"/>
                <a:gd name="T2" fmla="*/ 33 w 363"/>
                <a:gd name="T3" fmla="*/ 112 h 373"/>
                <a:gd name="T4" fmla="*/ 33 w 363"/>
                <a:gd name="T5" fmla="*/ 77 h 373"/>
                <a:gd name="T6" fmla="*/ 32 w 363"/>
                <a:gd name="T7" fmla="*/ 51 h 373"/>
                <a:gd name="T8" fmla="*/ 32 w 363"/>
                <a:gd name="T9" fmla="*/ 51 h 373"/>
                <a:gd name="T10" fmla="*/ 44 w 363"/>
                <a:gd name="T11" fmla="*/ 87 h 373"/>
                <a:gd name="T12" fmla="*/ 174 w 363"/>
                <a:gd name="T13" fmla="*/ 372 h 373"/>
                <a:gd name="T14" fmla="*/ 188 w 363"/>
                <a:gd name="T15" fmla="*/ 372 h 373"/>
                <a:gd name="T16" fmla="*/ 318 w 363"/>
                <a:gd name="T17" fmla="*/ 86 h 373"/>
                <a:gd name="T18" fmla="*/ 323 w 363"/>
                <a:gd name="T19" fmla="*/ 72 h 373"/>
                <a:gd name="T20" fmla="*/ 330 w 363"/>
                <a:gd name="T21" fmla="*/ 51 h 373"/>
                <a:gd name="T22" fmla="*/ 331 w 363"/>
                <a:gd name="T23" fmla="*/ 51 h 373"/>
                <a:gd name="T24" fmla="*/ 329 w 363"/>
                <a:gd name="T25" fmla="*/ 115 h 373"/>
                <a:gd name="T26" fmla="*/ 329 w 363"/>
                <a:gd name="T27" fmla="*/ 372 h 373"/>
                <a:gd name="T28" fmla="*/ 362 w 363"/>
                <a:gd name="T29" fmla="*/ 372 h 373"/>
                <a:gd name="T30" fmla="*/ 362 w 363"/>
                <a:gd name="T31" fmla="*/ 0 h 373"/>
                <a:gd name="T32" fmla="*/ 323 w 363"/>
                <a:gd name="T33" fmla="*/ 0 h 373"/>
                <a:gd name="T34" fmla="*/ 196 w 363"/>
                <a:gd name="T35" fmla="*/ 279 h 373"/>
                <a:gd name="T36" fmla="*/ 189 w 363"/>
                <a:gd name="T37" fmla="*/ 297 h 373"/>
                <a:gd name="T38" fmla="*/ 182 w 363"/>
                <a:gd name="T39" fmla="*/ 316 h 373"/>
                <a:gd name="T40" fmla="*/ 181 w 363"/>
                <a:gd name="T41" fmla="*/ 316 h 373"/>
                <a:gd name="T42" fmla="*/ 174 w 363"/>
                <a:gd name="T43" fmla="*/ 297 h 373"/>
                <a:gd name="T44" fmla="*/ 166 w 363"/>
                <a:gd name="T45" fmla="*/ 279 h 373"/>
                <a:gd name="T46" fmla="*/ 40 w 363"/>
                <a:gd name="T47" fmla="*/ 0 h 373"/>
                <a:gd name="T48" fmla="*/ 0 w 363"/>
                <a:gd name="T49" fmla="*/ 0 h 373"/>
                <a:gd name="T50" fmla="*/ 0 w 363"/>
                <a:gd name="T51" fmla="*/ 372 h 373"/>
                <a:gd name="T52" fmla="*/ 33 w 363"/>
                <a:gd name="T53" fmla="*/ 372 h 373"/>
                <a:gd name="T54" fmla="*/ 33 w 363"/>
                <a:gd name="T55" fmla="*/ 11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3" h="373">
                  <a:moveTo>
                    <a:pt x="33" y="112"/>
                  </a:moveTo>
                  <a:lnTo>
                    <a:pt x="33" y="112"/>
                  </a:lnTo>
                  <a:cubicBezTo>
                    <a:pt x="33" y="100"/>
                    <a:pt x="33" y="88"/>
                    <a:pt x="33" y="77"/>
                  </a:cubicBezTo>
                  <a:cubicBezTo>
                    <a:pt x="33" y="68"/>
                    <a:pt x="32" y="58"/>
                    <a:pt x="32" y="51"/>
                  </a:cubicBezTo>
                  <a:lnTo>
                    <a:pt x="32" y="51"/>
                  </a:lnTo>
                  <a:cubicBezTo>
                    <a:pt x="36" y="66"/>
                    <a:pt x="40" y="79"/>
                    <a:pt x="44" y="87"/>
                  </a:cubicBezTo>
                  <a:cubicBezTo>
                    <a:pt x="174" y="372"/>
                    <a:pt x="174" y="372"/>
                    <a:pt x="174" y="372"/>
                  </a:cubicBezTo>
                  <a:cubicBezTo>
                    <a:pt x="188" y="372"/>
                    <a:pt x="188" y="372"/>
                    <a:pt x="188" y="372"/>
                  </a:cubicBezTo>
                  <a:cubicBezTo>
                    <a:pt x="318" y="86"/>
                    <a:pt x="318" y="86"/>
                    <a:pt x="318" y="86"/>
                  </a:cubicBezTo>
                  <a:cubicBezTo>
                    <a:pt x="319" y="82"/>
                    <a:pt x="322" y="77"/>
                    <a:pt x="323" y="72"/>
                  </a:cubicBezTo>
                  <a:cubicBezTo>
                    <a:pt x="326" y="66"/>
                    <a:pt x="327" y="59"/>
                    <a:pt x="330" y="51"/>
                  </a:cubicBezTo>
                  <a:cubicBezTo>
                    <a:pt x="331" y="51"/>
                    <a:pt x="331" y="51"/>
                    <a:pt x="331" y="51"/>
                  </a:cubicBezTo>
                  <a:cubicBezTo>
                    <a:pt x="329" y="80"/>
                    <a:pt x="329" y="101"/>
                    <a:pt x="329" y="115"/>
                  </a:cubicBezTo>
                  <a:cubicBezTo>
                    <a:pt x="329" y="372"/>
                    <a:pt x="329" y="372"/>
                    <a:pt x="329" y="372"/>
                  </a:cubicBezTo>
                  <a:cubicBezTo>
                    <a:pt x="362" y="372"/>
                    <a:pt x="362" y="372"/>
                    <a:pt x="362" y="372"/>
                  </a:cubicBezTo>
                  <a:cubicBezTo>
                    <a:pt x="362" y="0"/>
                    <a:pt x="362" y="0"/>
                    <a:pt x="362" y="0"/>
                  </a:cubicBezTo>
                  <a:cubicBezTo>
                    <a:pt x="323" y="0"/>
                    <a:pt x="323" y="0"/>
                    <a:pt x="323" y="0"/>
                  </a:cubicBezTo>
                  <a:cubicBezTo>
                    <a:pt x="196" y="279"/>
                    <a:pt x="196" y="279"/>
                    <a:pt x="196" y="279"/>
                  </a:cubicBezTo>
                  <a:cubicBezTo>
                    <a:pt x="193" y="286"/>
                    <a:pt x="190" y="292"/>
                    <a:pt x="189" y="297"/>
                  </a:cubicBezTo>
                  <a:cubicBezTo>
                    <a:pt x="186" y="303"/>
                    <a:pt x="185" y="309"/>
                    <a:pt x="182" y="316"/>
                  </a:cubicBezTo>
                  <a:cubicBezTo>
                    <a:pt x="181" y="316"/>
                    <a:pt x="181" y="316"/>
                    <a:pt x="181" y="316"/>
                  </a:cubicBezTo>
                  <a:cubicBezTo>
                    <a:pt x="178" y="309"/>
                    <a:pt x="177" y="303"/>
                    <a:pt x="174" y="297"/>
                  </a:cubicBezTo>
                  <a:cubicBezTo>
                    <a:pt x="171" y="290"/>
                    <a:pt x="168" y="285"/>
                    <a:pt x="166" y="279"/>
                  </a:cubicBezTo>
                  <a:cubicBezTo>
                    <a:pt x="40" y="0"/>
                    <a:pt x="40" y="0"/>
                    <a:pt x="40" y="0"/>
                  </a:cubicBezTo>
                  <a:cubicBezTo>
                    <a:pt x="0" y="0"/>
                    <a:pt x="0" y="0"/>
                    <a:pt x="0" y="0"/>
                  </a:cubicBezTo>
                  <a:cubicBezTo>
                    <a:pt x="0" y="372"/>
                    <a:pt x="0" y="372"/>
                    <a:pt x="0" y="372"/>
                  </a:cubicBezTo>
                  <a:cubicBezTo>
                    <a:pt x="33" y="372"/>
                    <a:pt x="33" y="372"/>
                    <a:pt x="33" y="372"/>
                  </a:cubicBezTo>
                  <a:lnTo>
                    <a:pt x="33" y="11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 name="Freeform 7">
              <a:extLst>
                <a:ext uri="{FF2B5EF4-FFF2-40B4-BE49-F238E27FC236}">
                  <a16:creationId xmlns:a16="http://schemas.microsoft.com/office/drawing/2014/main" id="{AE58DFFF-947C-D47C-AFEC-A224CFE9F609}"/>
                </a:ext>
              </a:extLst>
            </p:cNvPr>
            <p:cNvSpPr>
              <a:spLocks noChangeArrowheads="1"/>
            </p:cNvSpPr>
            <p:nvPr/>
          </p:nvSpPr>
          <p:spPr bwMode="auto">
            <a:xfrm>
              <a:off x="4764088" y="793750"/>
              <a:ext cx="68262" cy="134938"/>
            </a:xfrm>
            <a:custGeom>
              <a:avLst/>
              <a:gdLst>
                <a:gd name="T0" fmla="*/ 190 w 191"/>
                <a:gd name="T1" fmla="*/ 340 h 373"/>
                <a:gd name="T2" fmla="*/ 35 w 191"/>
                <a:gd name="T3" fmla="*/ 340 h 373"/>
                <a:gd name="T4" fmla="*/ 35 w 191"/>
                <a:gd name="T5" fmla="*/ 199 h 373"/>
                <a:gd name="T6" fmla="*/ 170 w 191"/>
                <a:gd name="T7" fmla="*/ 199 h 373"/>
                <a:gd name="T8" fmla="*/ 170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0" y="199"/>
                  </a:lnTo>
                  <a:lnTo>
                    <a:pt x="170"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 name="Freeform 8">
              <a:extLst>
                <a:ext uri="{FF2B5EF4-FFF2-40B4-BE49-F238E27FC236}">
                  <a16:creationId xmlns:a16="http://schemas.microsoft.com/office/drawing/2014/main" id="{DB014BC0-3227-1D95-8CB3-AA0720D28AC0}"/>
                </a:ext>
              </a:extLst>
            </p:cNvPr>
            <p:cNvSpPr>
              <a:spLocks noChangeArrowheads="1"/>
            </p:cNvSpPr>
            <p:nvPr/>
          </p:nvSpPr>
          <p:spPr bwMode="auto">
            <a:xfrm>
              <a:off x="4860925" y="793750"/>
              <a:ext cx="87313" cy="134938"/>
            </a:xfrm>
            <a:custGeom>
              <a:avLst/>
              <a:gdLst>
                <a:gd name="T0" fmla="*/ 35 w 244"/>
                <a:gd name="T1" fmla="*/ 210 h 373"/>
                <a:gd name="T2" fmla="*/ 35 w 244"/>
                <a:gd name="T3" fmla="*/ 210 h 373"/>
                <a:gd name="T4" fmla="*/ 76 w 244"/>
                <a:gd name="T5" fmla="*/ 210 h 373"/>
                <a:gd name="T6" fmla="*/ 97 w 244"/>
                <a:gd name="T7" fmla="*/ 213 h 373"/>
                <a:gd name="T8" fmla="*/ 115 w 244"/>
                <a:gd name="T9" fmla="*/ 221 h 373"/>
                <a:gd name="T10" fmla="*/ 130 w 244"/>
                <a:gd name="T11" fmla="*/ 238 h 373"/>
                <a:gd name="T12" fmla="*/ 146 w 244"/>
                <a:gd name="T13" fmla="*/ 265 h 373"/>
                <a:gd name="T14" fmla="*/ 202 w 244"/>
                <a:gd name="T15" fmla="*/ 372 h 373"/>
                <a:gd name="T16" fmla="*/ 243 w 244"/>
                <a:gd name="T17" fmla="*/ 372 h 373"/>
                <a:gd name="T18" fmla="*/ 180 w 244"/>
                <a:gd name="T19" fmla="*/ 256 h 373"/>
                <a:gd name="T20" fmla="*/ 169 w 244"/>
                <a:gd name="T21" fmla="*/ 235 h 373"/>
                <a:gd name="T22" fmla="*/ 157 w 244"/>
                <a:gd name="T23" fmla="*/ 220 h 373"/>
                <a:gd name="T24" fmla="*/ 145 w 244"/>
                <a:gd name="T25" fmla="*/ 207 h 373"/>
                <a:gd name="T26" fmla="*/ 131 w 244"/>
                <a:gd name="T27" fmla="*/ 199 h 373"/>
                <a:gd name="T28" fmla="*/ 131 w 244"/>
                <a:gd name="T29" fmla="*/ 199 h 373"/>
                <a:gd name="T30" fmla="*/ 166 w 244"/>
                <a:gd name="T31" fmla="*/ 185 h 373"/>
                <a:gd name="T32" fmla="*/ 193 w 244"/>
                <a:gd name="T33" fmla="*/ 163 h 373"/>
                <a:gd name="T34" fmla="*/ 210 w 244"/>
                <a:gd name="T35" fmla="*/ 134 h 373"/>
                <a:gd name="T36" fmla="*/ 215 w 244"/>
                <a:gd name="T37" fmla="*/ 98 h 373"/>
                <a:gd name="T38" fmla="*/ 207 w 244"/>
                <a:gd name="T39" fmla="*/ 55 h 373"/>
                <a:gd name="T40" fmla="*/ 182 w 244"/>
                <a:gd name="T41" fmla="*/ 25 h 373"/>
                <a:gd name="T42" fmla="*/ 148 w 244"/>
                <a:gd name="T43" fmla="*/ 6 h 373"/>
                <a:gd name="T44" fmla="*/ 106 w 244"/>
                <a:gd name="T45" fmla="*/ 0 h 373"/>
                <a:gd name="T46" fmla="*/ 0 w 244"/>
                <a:gd name="T47" fmla="*/ 0 h 373"/>
                <a:gd name="T48" fmla="*/ 0 w 244"/>
                <a:gd name="T49" fmla="*/ 372 h 373"/>
                <a:gd name="T50" fmla="*/ 35 w 244"/>
                <a:gd name="T51" fmla="*/ 372 h 373"/>
                <a:gd name="T52" fmla="*/ 35 w 244"/>
                <a:gd name="T53" fmla="*/ 210 h 373"/>
                <a:gd name="T54" fmla="*/ 35 w 244"/>
                <a:gd name="T55" fmla="*/ 32 h 373"/>
                <a:gd name="T56" fmla="*/ 35 w 244"/>
                <a:gd name="T57" fmla="*/ 32 h 373"/>
                <a:gd name="T58" fmla="*/ 99 w 244"/>
                <a:gd name="T59" fmla="*/ 32 h 373"/>
                <a:gd name="T60" fmla="*/ 159 w 244"/>
                <a:gd name="T61" fmla="*/ 50 h 373"/>
                <a:gd name="T62" fmla="*/ 180 w 244"/>
                <a:gd name="T63" fmla="*/ 101 h 373"/>
                <a:gd name="T64" fmla="*/ 174 w 244"/>
                <a:gd name="T65" fmla="*/ 133 h 373"/>
                <a:gd name="T66" fmla="*/ 157 w 244"/>
                <a:gd name="T67" fmla="*/ 158 h 373"/>
                <a:gd name="T68" fmla="*/ 130 w 244"/>
                <a:gd name="T69" fmla="*/ 173 h 373"/>
                <a:gd name="T70" fmla="*/ 97 w 244"/>
                <a:gd name="T71" fmla="*/ 178 h 373"/>
                <a:gd name="T72" fmla="*/ 35 w 244"/>
                <a:gd name="T73" fmla="*/ 178 h 373"/>
                <a:gd name="T74" fmla="*/ 35 w 244"/>
                <a:gd name="T7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35" y="210"/>
                  </a:moveTo>
                  <a:lnTo>
                    <a:pt x="35" y="210"/>
                  </a:lnTo>
                  <a:cubicBezTo>
                    <a:pt x="76" y="210"/>
                    <a:pt x="76" y="210"/>
                    <a:pt x="76" y="210"/>
                  </a:cubicBezTo>
                  <a:cubicBezTo>
                    <a:pt x="83" y="210"/>
                    <a:pt x="90" y="210"/>
                    <a:pt x="97" y="213"/>
                  </a:cubicBezTo>
                  <a:cubicBezTo>
                    <a:pt x="102" y="214"/>
                    <a:pt x="109" y="217"/>
                    <a:pt x="115" y="221"/>
                  </a:cubicBezTo>
                  <a:cubicBezTo>
                    <a:pt x="120" y="225"/>
                    <a:pt x="126" y="231"/>
                    <a:pt x="130" y="238"/>
                  </a:cubicBezTo>
                  <a:cubicBezTo>
                    <a:pt x="135" y="246"/>
                    <a:pt x="141" y="254"/>
                    <a:pt x="146" y="265"/>
                  </a:cubicBezTo>
                  <a:cubicBezTo>
                    <a:pt x="202" y="372"/>
                    <a:pt x="202" y="372"/>
                    <a:pt x="202" y="372"/>
                  </a:cubicBezTo>
                  <a:cubicBezTo>
                    <a:pt x="243" y="372"/>
                    <a:pt x="243" y="372"/>
                    <a:pt x="243" y="372"/>
                  </a:cubicBezTo>
                  <a:cubicBezTo>
                    <a:pt x="180" y="256"/>
                    <a:pt x="180" y="256"/>
                    <a:pt x="180" y="256"/>
                  </a:cubicBezTo>
                  <a:cubicBezTo>
                    <a:pt x="175" y="249"/>
                    <a:pt x="173" y="242"/>
                    <a:pt x="169" y="235"/>
                  </a:cubicBezTo>
                  <a:cubicBezTo>
                    <a:pt x="164" y="229"/>
                    <a:pt x="160" y="224"/>
                    <a:pt x="157" y="220"/>
                  </a:cubicBezTo>
                  <a:cubicBezTo>
                    <a:pt x="153" y="214"/>
                    <a:pt x="149" y="210"/>
                    <a:pt x="145" y="207"/>
                  </a:cubicBezTo>
                  <a:cubicBezTo>
                    <a:pt x="141" y="205"/>
                    <a:pt x="135" y="202"/>
                    <a:pt x="131" y="199"/>
                  </a:cubicBezTo>
                  <a:lnTo>
                    <a:pt x="131" y="199"/>
                  </a:lnTo>
                  <a:cubicBezTo>
                    <a:pt x="144" y="195"/>
                    <a:pt x="156" y="191"/>
                    <a:pt x="166" y="185"/>
                  </a:cubicBezTo>
                  <a:cubicBezTo>
                    <a:pt x="177" y="180"/>
                    <a:pt x="185" y="171"/>
                    <a:pt x="193" y="163"/>
                  </a:cubicBezTo>
                  <a:cubicBezTo>
                    <a:pt x="200" y="155"/>
                    <a:pt x="206" y="145"/>
                    <a:pt x="210" y="134"/>
                  </a:cubicBezTo>
                  <a:cubicBezTo>
                    <a:pt x="214" y="123"/>
                    <a:pt x="215" y="111"/>
                    <a:pt x="215" y="98"/>
                  </a:cubicBezTo>
                  <a:cubicBezTo>
                    <a:pt x="215" y="82"/>
                    <a:pt x="213" y="68"/>
                    <a:pt x="207" y="55"/>
                  </a:cubicBezTo>
                  <a:cubicBezTo>
                    <a:pt x="200" y="43"/>
                    <a:pt x="192" y="32"/>
                    <a:pt x="182" y="25"/>
                  </a:cubicBezTo>
                  <a:cubicBezTo>
                    <a:pt x="173" y="17"/>
                    <a:pt x="160" y="10"/>
                    <a:pt x="148" y="6"/>
                  </a:cubicBezTo>
                  <a:cubicBezTo>
                    <a:pt x="134" y="1"/>
                    <a:pt x="122" y="0"/>
                    <a:pt x="106" y="0"/>
                  </a:cubicBezTo>
                  <a:cubicBezTo>
                    <a:pt x="0" y="0"/>
                    <a:pt x="0" y="0"/>
                    <a:pt x="0" y="0"/>
                  </a:cubicBezTo>
                  <a:cubicBezTo>
                    <a:pt x="0" y="372"/>
                    <a:pt x="0" y="372"/>
                    <a:pt x="0" y="372"/>
                  </a:cubicBezTo>
                  <a:cubicBezTo>
                    <a:pt x="35" y="372"/>
                    <a:pt x="35" y="372"/>
                    <a:pt x="35" y="372"/>
                  </a:cubicBezTo>
                  <a:lnTo>
                    <a:pt x="35" y="210"/>
                  </a:lnTo>
                  <a:close/>
                  <a:moveTo>
                    <a:pt x="35" y="32"/>
                  </a:moveTo>
                  <a:lnTo>
                    <a:pt x="35" y="32"/>
                  </a:lnTo>
                  <a:cubicBezTo>
                    <a:pt x="99" y="32"/>
                    <a:pt x="99" y="32"/>
                    <a:pt x="99" y="32"/>
                  </a:cubicBezTo>
                  <a:cubicBezTo>
                    <a:pt x="126" y="32"/>
                    <a:pt x="145" y="37"/>
                    <a:pt x="159" y="50"/>
                  </a:cubicBezTo>
                  <a:cubicBezTo>
                    <a:pt x="173" y="62"/>
                    <a:pt x="180" y="79"/>
                    <a:pt x="180" y="101"/>
                  </a:cubicBezTo>
                  <a:cubicBezTo>
                    <a:pt x="180" y="112"/>
                    <a:pt x="178" y="123"/>
                    <a:pt x="174" y="133"/>
                  </a:cubicBezTo>
                  <a:cubicBezTo>
                    <a:pt x="170" y="142"/>
                    <a:pt x="164" y="151"/>
                    <a:pt x="157" y="158"/>
                  </a:cubicBezTo>
                  <a:cubicBezTo>
                    <a:pt x="149" y="164"/>
                    <a:pt x="141" y="169"/>
                    <a:pt x="130" y="173"/>
                  </a:cubicBezTo>
                  <a:cubicBezTo>
                    <a:pt x="120" y="177"/>
                    <a:pt x="109" y="178"/>
                    <a:pt x="97" y="178"/>
                  </a:cubicBezTo>
                  <a:cubicBezTo>
                    <a:pt x="35" y="178"/>
                    <a:pt x="35" y="178"/>
                    <a:pt x="35" y="17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 name="Freeform 9">
              <a:extLst>
                <a:ext uri="{FF2B5EF4-FFF2-40B4-BE49-F238E27FC236}">
                  <a16:creationId xmlns:a16="http://schemas.microsoft.com/office/drawing/2014/main" id="{AE4449E1-B475-D44B-0203-107A795E20E4}"/>
                </a:ext>
              </a:extLst>
            </p:cNvPr>
            <p:cNvSpPr>
              <a:spLocks noChangeArrowheads="1"/>
            </p:cNvSpPr>
            <p:nvPr/>
          </p:nvSpPr>
          <p:spPr bwMode="auto">
            <a:xfrm>
              <a:off x="4959350" y="792163"/>
              <a:ext cx="98425" cy="138112"/>
            </a:xfrm>
            <a:custGeom>
              <a:avLst/>
              <a:gdLst>
                <a:gd name="T0" fmla="*/ 109 w 273"/>
                <a:gd name="T1" fmla="*/ 15 h 385"/>
                <a:gd name="T2" fmla="*/ 109 w 273"/>
                <a:gd name="T3" fmla="*/ 15 h 385"/>
                <a:gd name="T4" fmla="*/ 51 w 273"/>
                <a:gd name="T5" fmla="*/ 58 h 385"/>
                <a:gd name="T6" fmla="*/ 14 w 273"/>
                <a:gd name="T7" fmla="*/ 122 h 385"/>
                <a:gd name="T8" fmla="*/ 0 w 273"/>
                <a:gd name="T9" fmla="*/ 199 h 385"/>
                <a:gd name="T10" fmla="*/ 13 w 273"/>
                <a:gd name="T11" fmla="*/ 274 h 385"/>
                <a:gd name="T12" fmla="*/ 47 w 273"/>
                <a:gd name="T13" fmla="*/ 332 h 385"/>
                <a:gd name="T14" fmla="*/ 102 w 273"/>
                <a:gd name="T15" fmla="*/ 370 h 385"/>
                <a:gd name="T16" fmla="*/ 174 w 273"/>
                <a:gd name="T17" fmla="*/ 384 h 385"/>
                <a:gd name="T18" fmla="*/ 272 w 273"/>
                <a:gd name="T19" fmla="*/ 365 h 385"/>
                <a:gd name="T20" fmla="*/ 272 w 273"/>
                <a:gd name="T21" fmla="*/ 330 h 385"/>
                <a:gd name="T22" fmla="*/ 177 w 273"/>
                <a:gd name="T23" fmla="*/ 354 h 385"/>
                <a:gd name="T24" fmla="*/ 116 w 273"/>
                <a:gd name="T25" fmla="*/ 341 h 385"/>
                <a:gd name="T26" fmla="*/ 72 w 273"/>
                <a:gd name="T27" fmla="*/ 307 h 385"/>
                <a:gd name="T28" fmla="*/ 46 w 273"/>
                <a:gd name="T29" fmla="*/ 257 h 385"/>
                <a:gd name="T30" fmla="*/ 36 w 273"/>
                <a:gd name="T31" fmla="*/ 198 h 385"/>
                <a:gd name="T32" fmla="*/ 46 w 273"/>
                <a:gd name="T33" fmla="*/ 131 h 385"/>
                <a:gd name="T34" fmla="*/ 76 w 273"/>
                <a:gd name="T35" fmla="*/ 79 h 385"/>
                <a:gd name="T36" fmla="*/ 123 w 273"/>
                <a:gd name="T37" fmla="*/ 44 h 385"/>
                <a:gd name="T38" fmla="*/ 187 w 273"/>
                <a:gd name="T39" fmla="*/ 32 h 385"/>
                <a:gd name="T40" fmla="*/ 272 w 273"/>
                <a:gd name="T41" fmla="*/ 51 h 385"/>
                <a:gd name="T42" fmla="*/ 272 w 273"/>
                <a:gd name="T43" fmla="*/ 15 h 385"/>
                <a:gd name="T44" fmla="*/ 187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6"/>
                    <a:pt x="67" y="40"/>
                    <a:pt x="51" y="58"/>
                  </a:cubicBezTo>
                  <a:cubicBezTo>
                    <a:pt x="35" y="76"/>
                    <a:pt x="22" y="97"/>
                    <a:pt x="14" y="122"/>
                  </a:cubicBezTo>
                  <a:cubicBezTo>
                    <a:pt x="4" y="145"/>
                    <a:pt x="0" y="171"/>
                    <a:pt x="0" y="199"/>
                  </a:cubicBezTo>
                  <a:cubicBezTo>
                    <a:pt x="0" y="227"/>
                    <a:pt x="4" y="252"/>
                    <a:pt x="13" y="274"/>
                  </a:cubicBezTo>
                  <a:cubicBezTo>
                    <a:pt x="21" y="296"/>
                    <a:pt x="32" y="316"/>
                    <a:pt x="47" y="332"/>
                  </a:cubicBezTo>
                  <a:cubicBezTo>
                    <a:pt x="62" y="348"/>
                    <a:pt x="80" y="362"/>
                    <a:pt x="102" y="370"/>
                  </a:cubicBezTo>
                  <a:cubicBezTo>
                    <a:pt x="123" y="380"/>
                    <a:pt x="148" y="384"/>
                    <a:pt x="174" y="384"/>
                  </a:cubicBezTo>
                  <a:cubicBezTo>
                    <a:pt x="210" y="384"/>
                    <a:pt x="243" y="377"/>
                    <a:pt x="272" y="365"/>
                  </a:cubicBezTo>
                  <a:cubicBezTo>
                    <a:pt x="272" y="330"/>
                    <a:pt x="272" y="330"/>
                    <a:pt x="272" y="330"/>
                  </a:cubicBezTo>
                  <a:cubicBezTo>
                    <a:pt x="245" y="345"/>
                    <a:pt x="213" y="354"/>
                    <a:pt x="177" y="354"/>
                  </a:cubicBezTo>
                  <a:cubicBezTo>
                    <a:pt x="155" y="354"/>
                    <a:pt x="134" y="350"/>
                    <a:pt x="116" y="341"/>
                  </a:cubicBezTo>
                  <a:cubicBezTo>
                    <a:pt x="98" y="333"/>
                    <a:pt x="85" y="321"/>
                    <a:pt x="72" y="307"/>
                  </a:cubicBezTo>
                  <a:cubicBezTo>
                    <a:pt x="61" y="293"/>
                    <a:pt x="51" y="276"/>
                    <a:pt x="46" y="257"/>
                  </a:cubicBezTo>
                  <a:cubicBezTo>
                    <a:pt x="39" y="239"/>
                    <a:pt x="36" y="218"/>
                    <a:pt x="36" y="198"/>
                  </a:cubicBezTo>
                  <a:cubicBezTo>
                    <a:pt x="36" y="173"/>
                    <a:pt x="40" y="151"/>
                    <a:pt x="46" y="131"/>
                  </a:cubicBezTo>
                  <a:cubicBezTo>
                    <a:pt x="53" y="111"/>
                    <a:pt x="62" y="94"/>
                    <a:pt x="76" y="79"/>
                  </a:cubicBezTo>
                  <a:cubicBezTo>
                    <a:pt x="89" y="64"/>
                    <a:pt x="104" y="53"/>
                    <a:pt x="123" y="44"/>
                  </a:cubicBezTo>
                  <a:cubicBezTo>
                    <a:pt x="141" y="36"/>
                    <a:pt x="163" y="32"/>
                    <a:pt x="187" y="32"/>
                  </a:cubicBezTo>
                  <a:cubicBezTo>
                    <a:pt x="217" y="32"/>
                    <a:pt x="245" y="39"/>
                    <a:pt x="272" y="51"/>
                  </a:cubicBezTo>
                  <a:cubicBezTo>
                    <a:pt x="272" y="15"/>
                    <a:pt x="272" y="15"/>
                    <a:pt x="272" y="15"/>
                  </a:cubicBezTo>
                  <a:cubicBezTo>
                    <a:pt x="248" y="6"/>
                    <a:pt x="218" y="0"/>
                    <a:pt x="187" y="0"/>
                  </a:cubicBezTo>
                  <a:cubicBezTo>
                    <a:pt x="159"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 name="Freeform 10">
              <a:extLst>
                <a:ext uri="{FF2B5EF4-FFF2-40B4-BE49-F238E27FC236}">
                  <a16:creationId xmlns:a16="http://schemas.microsoft.com/office/drawing/2014/main" id="{7C2F1116-2580-1718-AD1A-2263189D188B}"/>
                </a:ext>
              </a:extLst>
            </p:cNvPr>
            <p:cNvSpPr>
              <a:spLocks noChangeArrowheads="1"/>
            </p:cNvSpPr>
            <p:nvPr/>
          </p:nvSpPr>
          <p:spPr bwMode="auto">
            <a:xfrm>
              <a:off x="5086350" y="793750"/>
              <a:ext cx="68263" cy="134938"/>
            </a:xfrm>
            <a:custGeom>
              <a:avLst/>
              <a:gdLst>
                <a:gd name="T0" fmla="*/ 189 w 190"/>
                <a:gd name="T1" fmla="*/ 340 h 373"/>
                <a:gd name="T2" fmla="*/ 35 w 190"/>
                <a:gd name="T3" fmla="*/ 340 h 373"/>
                <a:gd name="T4" fmla="*/ 35 w 190"/>
                <a:gd name="T5" fmla="*/ 199 h 373"/>
                <a:gd name="T6" fmla="*/ 170 w 190"/>
                <a:gd name="T7" fmla="*/ 199 h 373"/>
                <a:gd name="T8" fmla="*/ 170 w 190"/>
                <a:gd name="T9" fmla="*/ 167 h 373"/>
                <a:gd name="T10" fmla="*/ 35 w 190"/>
                <a:gd name="T11" fmla="*/ 167 h 373"/>
                <a:gd name="T12" fmla="*/ 35 w 190"/>
                <a:gd name="T13" fmla="*/ 32 h 373"/>
                <a:gd name="T14" fmla="*/ 181 w 190"/>
                <a:gd name="T15" fmla="*/ 32 h 373"/>
                <a:gd name="T16" fmla="*/ 181 w 190"/>
                <a:gd name="T17" fmla="*/ 0 h 373"/>
                <a:gd name="T18" fmla="*/ 0 w 190"/>
                <a:gd name="T19" fmla="*/ 0 h 373"/>
                <a:gd name="T20" fmla="*/ 0 w 190"/>
                <a:gd name="T21" fmla="*/ 372 h 373"/>
                <a:gd name="T22" fmla="*/ 189 w 190"/>
                <a:gd name="T23" fmla="*/ 372 h 373"/>
                <a:gd name="T24" fmla="*/ 189 w 190"/>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9" y="340"/>
                  </a:moveTo>
                  <a:lnTo>
                    <a:pt x="35" y="340"/>
                  </a:lnTo>
                  <a:lnTo>
                    <a:pt x="35" y="199"/>
                  </a:lnTo>
                  <a:lnTo>
                    <a:pt x="170" y="199"/>
                  </a:lnTo>
                  <a:lnTo>
                    <a:pt x="170" y="167"/>
                  </a:lnTo>
                  <a:lnTo>
                    <a:pt x="35" y="167"/>
                  </a:lnTo>
                  <a:lnTo>
                    <a:pt x="35" y="32"/>
                  </a:lnTo>
                  <a:lnTo>
                    <a:pt x="181" y="32"/>
                  </a:lnTo>
                  <a:lnTo>
                    <a:pt x="181" y="0"/>
                  </a:lnTo>
                  <a:lnTo>
                    <a:pt x="0" y="0"/>
                  </a:lnTo>
                  <a:lnTo>
                    <a:pt x="0" y="372"/>
                  </a:lnTo>
                  <a:lnTo>
                    <a:pt x="189" y="372"/>
                  </a:lnTo>
                  <a:lnTo>
                    <a:pt x="189"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 name="Freeform 11">
              <a:extLst>
                <a:ext uri="{FF2B5EF4-FFF2-40B4-BE49-F238E27FC236}">
                  <a16:creationId xmlns:a16="http://schemas.microsoft.com/office/drawing/2014/main" id="{D6C4E8A0-0237-7A7D-DFAA-B34D505C98AD}"/>
                </a:ext>
              </a:extLst>
            </p:cNvPr>
            <p:cNvSpPr>
              <a:spLocks noChangeArrowheads="1"/>
            </p:cNvSpPr>
            <p:nvPr/>
          </p:nvSpPr>
          <p:spPr bwMode="auto">
            <a:xfrm>
              <a:off x="5233988" y="793750"/>
              <a:ext cx="66675" cy="134938"/>
            </a:xfrm>
            <a:custGeom>
              <a:avLst/>
              <a:gdLst>
                <a:gd name="T0" fmla="*/ 183 w 184"/>
                <a:gd name="T1" fmla="*/ 340 h 373"/>
                <a:gd name="T2" fmla="*/ 34 w 184"/>
                <a:gd name="T3" fmla="*/ 340 h 373"/>
                <a:gd name="T4" fmla="*/ 34 w 184"/>
                <a:gd name="T5" fmla="*/ 0 h 373"/>
                <a:gd name="T6" fmla="*/ 0 w 184"/>
                <a:gd name="T7" fmla="*/ 0 h 373"/>
                <a:gd name="T8" fmla="*/ 0 w 184"/>
                <a:gd name="T9" fmla="*/ 372 h 373"/>
                <a:gd name="T10" fmla="*/ 183 w 184"/>
                <a:gd name="T11" fmla="*/ 372 h 373"/>
                <a:gd name="T12" fmla="*/ 183 w 184"/>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4" h="373">
                  <a:moveTo>
                    <a:pt x="183" y="340"/>
                  </a:moveTo>
                  <a:lnTo>
                    <a:pt x="34" y="340"/>
                  </a:lnTo>
                  <a:lnTo>
                    <a:pt x="34" y="0"/>
                  </a:lnTo>
                  <a:lnTo>
                    <a:pt x="0" y="0"/>
                  </a:lnTo>
                  <a:lnTo>
                    <a:pt x="0" y="372"/>
                  </a:lnTo>
                  <a:lnTo>
                    <a:pt x="183" y="372"/>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 name="Freeform 12">
              <a:extLst>
                <a:ext uri="{FF2B5EF4-FFF2-40B4-BE49-F238E27FC236}">
                  <a16:creationId xmlns:a16="http://schemas.microsoft.com/office/drawing/2014/main" id="{70F815E3-D672-4712-43C3-3FA8BB03C796}"/>
                </a:ext>
              </a:extLst>
            </p:cNvPr>
            <p:cNvSpPr>
              <a:spLocks noChangeArrowheads="1"/>
            </p:cNvSpPr>
            <p:nvPr/>
          </p:nvSpPr>
          <p:spPr bwMode="auto">
            <a:xfrm>
              <a:off x="5322888" y="793750"/>
              <a:ext cx="12700" cy="134938"/>
            </a:xfrm>
            <a:custGeom>
              <a:avLst/>
              <a:gdLst>
                <a:gd name="T0" fmla="*/ 34 w 35"/>
                <a:gd name="T1" fmla="*/ 0 h 373"/>
                <a:gd name="T2" fmla="*/ 0 w 35"/>
                <a:gd name="T3" fmla="*/ 0 h 373"/>
                <a:gd name="T4" fmla="*/ 0 w 35"/>
                <a:gd name="T5" fmla="*/ 372 h 373"/>
                <a:gd name="T6" fmla="*/ 34 w 35"/>
                <a:gd name="T7" fmla="*/ 372 h 373"/>
                <a:gd name="T8" fmla="*/ 34 w 35"/>
                <a:gd name="T9" fmla="*/ 0 h 373"/>
              </a:gdLst>
              <a:ahLst/>
              <a:cxnLst>
                <a:cxn ang="0">
                  <a:pos x="T0" y="T1"/>
                </a:cxn>
                <a:cxn ang="0">
                  <a:pos x="T2" y="T3"/>
                </a:cxn>
                <a:cxn ang="0">
                  <a:pos x="T4" y="T5"/>
                </a:cxn>
                <a:cxn ang="0">
                  <a:pos x="T6" y="T7"/>
                </a:cxn>
                <a:cxn ang="0">
                  <a:pos x="T8" y="T9"/>
                </a:cxn>
              </a:cxnLst>
              <a:rect l="0" t="0" r="r" b="b"/>
              <a:pathLst>
                <a:path w="35" h="373">
                  <a:moveTo>
                    <a:pt x="34" y="0"/>
                  </a:moveTo>
                  <a:lnTo>
                    <a:pt x="0" y="0"/>
                  </a:lnTo>
                  <a:lnTo>
                    <a:pt x="0" y="372"/>
                  </a:lnTo>
                  <a:lnTo>
                    <a:pt x="34" y="372"/>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 name="Freeform 13">
              <a:extLst>
                <a:ext uri="{FF2B5EF4-FFF2-40B4-BE49-F238E27FC236}">
                  <a16:creationId xmlns:a16="http://schemas.microsoft.com/office/drawing/2014/main" id="{0427B47D-F71F-3915-87E6-1CCCFFD091FA}"/>
                </a:ext>
              </a:extLst>
            </p:cNvPr>
            <p:cNvSpPr>
              <a:spLocks noChangeArrowheads="1"/>
            </p:cNvSpPr>
            <p:nvPr/>
          </p:nvSpPr>
          <p:spPr bwMode="auto">
            <a:xfrm>
              <a:off x="5370513" y="793750"/>
              <a:ext cx="104775" cy="134938"/>
            </a:xfrm>
            <a:custGeom>
              <a:avLst/>
              <a:gdLst>
                <a:gd name="T0" fmla="*/ 35 w 291"/>
                <a:gd name="T1" fmla="*/ 83 h 373"/>
                <a:gd name="T2" fmla="*/ 35 w 291"/>
                <a:gd name="T3" fmla="*/ 83 h 373"/>
                <a:gd name="T4" fmla="*/ 33 w 291"/>
                <a:gd name="T5" fmla="*/ 62 h 373"/>
                <a:gd name="T6" fmla="*/ 33 w 291"/>
                <a:gd name="T7" fmla="*/ 50 h 373"/>
                <a:gd name="T8" fmla="*/ 35 w 291"/>
                <a:gd name="T9" fmla="*/ 50 h 373"/>
                <a:gd name="T10" fmla="*/ 40 w 291"/>
                <a:gd name="T11" fmla="*/ 61 h 373"/>
                <a:gd name="T12" fmla="*/ 48 w 291"/>
                <a:gd name="T13" fmla="*/ 73 h 373"/>
                <a:gd name="T14" fmla="*/ 254 w 291"/>
                <a:gd name="T15" fmla="*/ 372 h 373"/>
                <a:gd name="T16" fmla="*/ 290 w 291"/>
                <a:gd name="T17" fmla="*/ 372 h 373"/>
                <a:gd name="T18" fmla="*/ 290 w 291"/>
                <a:gd name="T19" fmla="*/ 0 h 373"/>
                <a:gd name="T20" fmla="*/ 256 w 291"/>
                <a:gd name="T21" fmla="*/ 0 h 373"/>
                <a:gd name="T22" fmla="*/ 256 w 291"/>
                <a:gd name="T23" fmla="*/ 276 h 373"/>
                <a:gd name="T24" fmla="*/ 256 w 291"/>
                <a:gd name="T25" fmla="*/ 300 h 373"/>
                <a:gd name="T26" fmla="*/ 257 w 291"/>
                <a:gd name="T27" fmla="*/ 319 h 373"/>
                <a:gd name="T28" fmla="*/ 256 w 291"/>
                <a:gd name="T29" fmla="*/ 319 h 373"/>
                <a:gd name="T30" fmla="*/ 249 w 291"/>
                <a:gd name="T31" fmla="*/ 307 h 373"/>
                <a:gd name="T32" fmla="*/ 240 w 291"/>
                <a:gd name="T33" fmla="*/ 294 h 373"/>
                <a:gd name="T34" fmla="*/ 37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3" y="68"/>
                    <a:pt x="33" y="62"/>
                  </a:cubicBezTo>
                  <a:cubicBezTo>
                    <a:pt x="33" y="57"/>
                    <a:pt x="33" y="53"/>
                    <a:pt x="33" y="50"/>
                  </a:cubicBezTo>
                  <a:cubicBezTo>
                    <a:pt x="35" y="50"/>
                    <a:pt x="35" y="50"/>
                    <a:pt x="35" y="50"/>
                  </a:cubicBezTo>
                  <a:cubicBezTo>
                    <a:pt x="36" y="54"/>
                    <a:pt x="37" y="57"/>
                    <a:pt x="40" y="61"/>
                  </a:cubicBezTo>
                  <a:cubicBezTo>
                    <a:pt x="43" y="65"/>
                    <a:pt x="46" y="69"/>
                    <a:pt x="48" y="73"/>
                  </a:cubicBezTo>
                  <a:cubicBezTo>
                    <a:pt x="254" y="372"/>
                    <a:pt x="254" y="372"/>
                    <a:pt x="254"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6" y="300"/>
                  </a:cubicBezTo>
                  <a:cubicBezTo>
                    <a:pt x="256" y="307"/>
                    <a:pt x="257" y="312"/>
                    <a:pt x="257" y="319"/>
                  </a:cubicBezTo>
                  <a:cubicBezTo>
                    <a:pt x="256" y="319"/>
                    <a:pt x="256" y="319"/>
                    <a:pt x="256" y="319"/>
                  </a:cubicBezTo>
                  <a:cubicBezTo>
                    <a:pt x="254" y="315"/>
                    <a:pt x="252" y="311"/>
                    <a:pt x="249" y="307"/>
                  </a:cubicBezTo>
                  <a:cubicBezTo>
                    <a:pt x="246" y="303"/>
                    <a:pt x="243" y="298"/>
                    <a:pt x="240" y="294"/>
                  </a:cubicBezTo>
                  <a:cubicBezTo>
                    <a:pt x="37" y="0"/>
                    <a:pt x="37" y="0"/>
                    <a:pt x="37"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 name="Freeform 14">
              <a:extLst>
                <a:ext uri="{FF2B5EF4-FFF2-40B4-BE49-F238E27FC236}">
                  <a16:creationId xmlns:a16="http://schemas.microsoft.com/office/drawing/2014/main" id="{D75F14D9-084C-04EB-751F-199120A2F877}"/>
                </a:ext>
              </a:extLst>
            </p:cNvPr>
            <p:cNvSpPr>
              <a:spLocks noChangeArrowheads="1"/>
            </p:cNvSpPr>
            <p:nvPr/>
          </p:nvSpPr>
          <p:spPr bwMode="auto">
            <a:xfrm>
              <a:off x="5508625" y="793750"/>
              <a:ext cx="68263" cy="134938"/>
            </a:xfrm>
            <a:custGeom>
              <a:avLst/>
              <a:gdLst>
                <a:gd name="T0" fmla="*/ 190 w 191"/>
                <a:gd name="T1" fmla="*/ 340 h 373"/>
                <a:gd name="T2" fmla="*/ 35 w 191"/>
                <a:gd name="T3" fmla="*/ 340 h 373"/>
                <a:gd name="T4" fmla="*/ 35 w 191"/>
                <a:gd name="T5" fmla="*/ 199 h 373"/>
                <a:gd name="T6" fmla="*/ 172 w 191"/>
                <a:gd name="T7" fmla="*/ 199 h 373"/>
                <a:gd name="T8" fmla="*/ 172 w 191"/>
                <a:gd name="T9" fmla="*/ 167 h 373"/>
                <a:gd name="T10" fmla="*/ 35 w 191"/>
                <a:gd name="T11" fmla="*/ 167 h 373"/>
                <a:gd name="T12" fmla="*/ 35 w 191"/>
                <a:gd name="T13" fmla="*/ 32 h 373"/>
                <a:gd name="T14" fmla="*/ 181 w 191"/>
                <a:gd name="T15" fmla="*/ 32 h 373"/>
                <a:gd name="T16" fmla="*/ 181 w 191"/>
                <a:gd name="T17" fmla="*/ 0 h 373"/>
                <a:gd name="T18" fmla="*/ 0 w 191"/>
                <a:gd name="T19" fmla="*/ 0 h 373"/>
                <a:gd name="T20" fmla="*/ 0 w 191"/>
                <a:gd name="T21" fmla="*/ 372 h 373"/>
                <a:gd name="T22" fmla="*/ 190 w 191"/>
                <a:gd name="T23" fmla="*/ 372 h 373"/>
                <a:gd name="T24" fmla="*/ 190 w 191"/>
                <a:gd name="T25" fmla="*/ 340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90" y="340"/>
                  </a:moveTo>
                  <a:lnTo>
                    <a:pt x="35" y="340"/>
                  </a:lnTo>
                  <a:lnTo>
                    <a:pt x="35" y="199"/>
                  </a:lnTo>
                  <a:lnTo>
                    <a:pt x="172" y="199"/>
                  </a:lnTo>
                  <a:lnTo>
                    <a:pt x="172" y="167"/>
                  </a:lnTo>
                  <a:lnTo>
                    <a:pt x="35" y="167"/>
                  </a:lnTo>
                  <a:lnTo>
                    <a:pt x="35" y="32"/>
                  </a:lnTo>
                  <a:lnTo>
                    <a:pt x="181" y="32"/>
                  </a:lnTo>
                  <a:lnTo>
                    <a:pt x="181" y="0"/>
                  </a:lnTo>
                  <a:lnTo>
                    <a:pt x="0" y="0"/>
                  </a:lnTo>
                  <a:lnTo>
                    <a:pt x="0" y="372"/>
                  </a:lnTo>
                  <a:lnTo>
                    <a:pt x="190" y="372"/>
                  </a:lnTo>
                  <a:lnTo>
                    <a:pt x="190"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 name="Freeform 15">
              <a:extLst>
                <a:ext uri="{FF2B5EF4-FFF2-40B4-BE49-F238E27FC236}">
                  <a16:creationId xmlns:a16="http://schemas.microsoft.com/office/drawing/2014/main" id="{D19D903C-C4DB-1943-9593-5279F69EB8B3}"/>
                </a:ext>
              </a:extLst>
            </p:cNvPr>
            <p:cNvSpPr>
              <a:spLocks noChangeArrowheads="1"/>
            </p:cNvSpPr>
            <p:nvPr/>
          </p:nvSpPr>
          <p:spPr bwMode="auto">
            <a:xfrm>
              <a:off x="5657850" y="7937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 name="Freeform 16">
              <a:extLst>
                <a:ext uri="{FF2B5EF4-FFF2-40B4-BE49-F238E27FC236}">
                  <a16:creationId xmlns:a16="http://schemas.microsoft.com/office/drawing/2014/main" id="{32B2D681-B2EE-5FEB-E2F0-F076867FFA2E}"/>
                </a:ext>
              </a:extLst>
            </p:cNvPr>
            <p:cNvSpPr>
              <a:spLocks noChangeArrowheads="1"/>
            </p:cNvSpPr>
            <p:nvPr/>
          </p:nvSpPr>
          <p:spPr bwMode="auto">
            <a:xfrm>
              <a:off x="5697538" y="792163"/>
              <a:ext cx="96837" cy="138112"/>
            </a:xfrm>
            <a:custGeom>
              <a:avLst/>
              <a:gdLst>
                <a:gd name="T0" fmla="*/ 47 w 271"/>
                <a:gd name="T1" fmla="*/ 332 h 385"/>
                <a:gd name="T2" fmla="*/ 47 w 271"/>
                <a:gd name="T3" fmla="*/ 332 h 385"/>
                <a:gd name="T4" fmla="*/ 102 w 271"/>
                <a:gd name="T5" fmla="*/ 370 h 385"/>
                <a:gd name="T6" fmla="*/ 172 w 271"/>
                <a:gd name="T7" fmla="*/ 384 h 385"/>
                <a:gd name="T8" fmla="*/ 270 w 271"/>
                <a:gd name="T9" fmla="*/ 365 h 385"/>
                <a:gd name="T10" fmla="*/ 270 w 271"/>
                <a:gd name="T11" fmla="*/ 330 h 385"/>
                <a:gd name="T12" fmla="*/ 176 w 271"/>
                <a:gd name="T13" fmla="*/ 354 h 385"/>
                <a:gd name="T14" fmla="*/ 116 w 271"/>
                <a:gd name="T15" fmla="*/ 341 h 385"/>
                <a:gd name="T16" fmla="*/ 71 w 271"/>
                <a:gd name="T17" fmla="*/ 307 h 385"/>
                <a:gd name="T18" fmla="*/ 44 w 271"/>
                <a:gd name="T19" fmla="*/ 257 h 385"/>
                <a:gd name="T20" fmla="*/ 36 w 271"/>
                <a:gd name="T21" fmla="*/ 198 h 385"/>
                <a:gd name="T22" fmla="*/ 45 w 271"/>
                <a:gd name="T23" fmla="*/ 131 h 385"/>
                <a:gd name="T24" fmla="*/ 74 w 271"/>
                <a:gd name="T25" fmla="*/ 79 h 385"/>
                <a:gd name="T26" fmla="*/ 121 w 271"/>
                <a:gd name="T27" fmla="*/ 44 h 385"/>
                <a:gd name="T28" fmla="*/ 186 w 271"/>
                <a:gd name="T29" fmla="*/ 32 h 385"/>
                <a:gd name="T30" fmla="*/ 270 w 271"/>
                <a:gd name="T31" fmla="*/ 51 h 385"/>
                <a:gd name="T32" fmla="*/ 270 w 271"/>
                <a:gd name="T33" fmla="*/ 15 h 385"/>
                <a:gd name="T34" fmla="*/ 186 w 271"/>
                <a:gd name="T35" fmla="*/ 0 h 385"/>
                <a:gd name="T36" fmla="*/ 109 w 271"/>
                <a:gd name="T37" fmla="*/ 15 h 385"/>
                <a:gd name="T38" fmla="*/ 49 w 271"/>
                <a:gd name="T39" fmla="*/ 58 h 385"/>
                <a:gd name="T40" fmla="*/ 12 w 271"/>
                <a:gd name="T41" fmla="*/ 122 h 385"/>
                <a:gd name="T42" fmla="*/ 0 w 271"/>
                <a:gd name="T43" fmla="*/ 199 h 385"/>
                <a:gd name="T44" fmla="*/ 12 w 271"/>
                <a:gd name="T45" fmla="*/ 274 h 385"/>
                <a:gd name="T46" fmla="*/ 47 w 271"/>
                <a:gd name="T47" fmla="*/ 33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5">
                  <a:moveTo>
                    <a:pt x="47" y="332"/>
                  </a:moveTo>
                  <a:lnTo>
                    <a:pt x="47" y="332"/>
                  </a:lnTo>
                  <a:cubicBezTo>
                    <a:pt x="62" y="348"/>
                    <a:pt x="80" y="362"/>
                    <a:pt x="102" y="370"/>
                  </a:cubicBezTo>
                  <a:cubicBezTo>
                    <a:pt x="123" y="380"/>
                    <a:pt x="146" y="384"/>
                    <a:pt x="172" y="384"/>
                  </a:cubicBezTo>
                  <a:cubicBezTo>
                    <a:pt x="210" y="384"/>
                    <a:pt x="243" y="377"/>
                    <a:pt x="270" y="365"/>
                  </a:cubicBezTo>
                  <a:cubicBezTo>
                    <a:pt x="270" y="330"/>
                    <a:pt x="270" y="330"/>
                    <a:pt x="270" y="330"/>
                  </a:cubicBezTo>
                  <a:cubicBezTo>
                    <a:pt x="244" y="345"/>
                    <a:pt x="212" y="354"/>
                    <a:pt x="176" y="354"/>
                  </a:cubicBezTo>
                  <a:cubicBezTo>
                    <a:pt x="153" y="354"/>
                    <a:pt x="132" y="350"/>
                    <a:pt x="116" y="341"/>
                  </a:cubicBezTo>
                  <a:cubicBezTo>
                    <a:pt x="98" y="333"/>
                    <a:pt x="82" y="321"/>
                    <a:pt x="71" y="307"/>
                  </a:cubicBezTo>
                  <a:cubicBezTo>
                    <a:pt x="59" y="293"/>
                    <a:pt x="51" y="276"/>
                    <a:pt x="44" y="257"/>
                  </a:cubicBezTo>
                  <a:cubicBezTo>
                    <a:pt x="38" y="239"/>
                    <a:pt x="36" y="218"/>
                    <a:pt x="36" y="198"/>
                  </a:cubicBezTo>
                  <a:cubicBezTo>
                    <a:pt x="36" y="173"/>
                    <a:pt x="38" y="151"/>
                    <a:pt x="45" y="131"/>
                  </a:cubicBezTo>
                  <a:cubicBezTo>
                    <a:pt x="52" y="111"/>
                    <a:pt x="62" y="94"/>
                    <a:pt x="74" y="79"/>
                  </a:cubicBezTo>
                  <a:cubicBezTo>
                    <a:pt x="87" y="64"/>
                    <a:pt x="103" y="53"/>
                    <a:pt x="121" y="44"/>
                  </a:cubicBezTo>
                  <a:cubicBezTo>
                    <a:pt x="140" y="36"/>
                    <a:pt x="161" y="32"/>
                    <a:pt x="186" y="32"/>
                  </a:cubicBezTo>
                  <a:cubicBezTo>
                    <a:pt x="216" y="32"/>
                    <a:pt x="244" y="39"/>
                    <a:pt x="270" y="51"/>
                  </a:cubicBezTo>
                  <a:cubicBezTo>
                    <a:pt x="270" y="15"/>
                    <a:pt x="270" y="15"/>
                    <a:pt x="270" y="15"/>
                  </a:cubicBezTo>
                  <a:cubicBezTo>
                    <a:pt x="245" y="6"/>
                    <a:pt x="218" y="0"/>
                    <a:pt x="186" y="0"/>
                  </a:cubicBezTo>
                  <a:cubicBezTo>
                    <a:pt x="157" y="0"/>
                    <a:pt x="132" y="6"/>
                    <a:pt x="109" y="15"/>
                  </a:cubicBezTo>
                  <a:cubicBezTo>
                    <a:pt x="85" y="26"/>
                    <a:pt x="66" y="40"/>
                    <a:pt x="49" y="58"/>
                  </a:cubicBezTo>
                  <a:cubicBezTo>
                    <a:pt x="33" y="76"/>
                    <a:pt x="20" y="97"/>
                    <a:pt x="12" y="122"/>
                  </a:cubicBezTo>
                  <a:cubicBezTo>
                    <a:pt x="4" y="145"/>
                    <a:pt x="0" y="171"/>
                    <a:pt x="0" y="199"/>
                  </a:cubicBezTo>
                  <a:cubicBezTo>
                    <a:pt x="0" y="227"/>
                    <a:pt x="4" y="252"/>
                    <a:pt x="12" y="274"/>
                  </a:cubicBezTo>
                  <a:cubicBezTo>
                    <a:pt x="19" y="296"/>
                    <a:pt x="31" y="316"/>
                    <a:pt x="47" y="3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 name="Freeform 17">
              <a:extLst>
                <a:ext uri="{FF2B5EF4-FFF2-40B4-BE49-F238E27FC236}">
                  <a16:creationId xmlns:a16="http://schemas.microsoft.com/office/drawing/2014/main" id="{780BF276-80D5-FD4E-BA20-4906E7B9AFCC}"/>
                </a:ext>
              </a:extLst>
            </p:cNvPr>
            <p:cNvSpPr>
              <a:spLocks noChangeArrowheads="1"/>
            </p:cNvSpPr>
            <p:nvPr/>
          </p:nvSpPr>
          <p:spPr bwMode="auto">
            <a:xfrm>
              <a:off x="5813425" y="792163"/>
              <a:ext cx="127000" cy="138112"/>
            </a:xfrm>
            <a:custGeom>
              <a:avLst/>
              <a:gdLst>
                <a:gd name="T0" fmla="*/ 46 w 351"/>
                <a:gd name="T1" fmla="*/ 330 h 385"/>
                <a:gd name="T2" fmla="*/ 46 w 351"/>
                <a:gd name="T3" fmla="*/ 330 h 385"/>
                <a:gd name="T4" fmla="*/ 101 w 351"/>
                <a:gd name="T5" fmla="*/ 370 h 385"/>
                <a:gd name="T6" fmla="*/ 173 w 351"/>
                <a:gd name="T7" fmla="*/ 384 h 385"/>
                <a:gd name="T8" fmla="*/ 249 w 351"/>
                <a:gd name="T9" fmla="*/ 369 h 385"/>
                <a:gd name="T10" fmla="*/ 304 w 351"/>
                <a:gd name="T11" fmla="*/ 328 h 385"/>
                <a:gd name="T12" fmla="*/ 337 w 351"/>
                <a:gd name="T13" fmla="*/ 265 h 385"/>
                <a:gd name="T14" fmla="*/ 350 w 351"/>
                <a:gd name="T15" fmla="*/ 187 h 385"/>
                <a:gd name="T16" fmla="*/ 337 w 351"/>
                <a:gd name="T17" fmla="*/ 113 h 385"/>
                <a:gd name="T18" fmla="*/ 304 w 351"/>
                <a:gd name="T19" fmla="*/ 54 h 385"/>
                <a:gd name="T20" fmla="*/ 250 w 351"/>
                <a:gd name="T21" fmla="*/ 14 h 385"/>
                <a:gd name="T22" fmla="*/ 180 w 351"/>
                <a:gd name="T23" fmla="*/ 0 h 385"/>
                <a:gd name="T24" fmla="*/ 104 w 351"/>
                <a:gd name="T25" fmla="*/ 15 h 385"/>
                <a:gd name="T26" fmla="*/ 47 w 351"/>
                <a:gd name="T27" fmla="*/ 55 h 385"/>
                <a:gd name="T28" fmla="*/ 11 w 351"/>
                <a:gd name="T29" fmla="*/ 118 h 385"/>
                <a:gd name="T30" fmla="*/ 0 w 351"/>
                <a:gd name="T31" fmla="*/ 196 h 385"/>
                <a:gd name="T32" fmla="*/ 11 w 351"/>
                <a:gd name="T33" fmla="*/ 271 h 385"/>
                <a:gd name="T34" fmla="*/ 46 w 351"/>
                <a:gd name="T35" fmla="*/ 330 h 385"/>
                <a:gd name="T36" fmla="*/ 46 w 351"/>
                <a:gd name="T37" fmla="*/ 130 h 385"/>
                <a:gd name="T38" fmla="*/ 46 w 351"/>
                <a:gd name="T39" fmla="*/ 130 h 385"/>
                <a:gd name="T40" fmla="*/ 72 w 351"/>
                <a:gd name="T41" fmla="*/ 79 h 385"/>
                <a:gd name="T42" fmla="*/ 116 w 351"/>
                <a:gd name="T43" fmla="*/ 44 h 385"/>
                <a:gd name="T44" fmla="*/ 176 w 351"/>
                <a:gd name="T45" fmla="*/ 32 h 385"/>
                <a:gd name="T46" fmla="*/ 238 w 351"/>
                <a:gd name="T47" fmla="*/ 44 h 385"/>
                <a:gd name="T48" fmla="*/ 281 w 351"/>
                <a:gd name="T49" fmla="*/ 79 h 385"/>
                <a:gd name="T50" fmla="*/ 306 w 351"/>
                <a:gd name="T51" fmla="*/ 130 h 385"/>
                <a:gd name="T52" fmla="*/ 314 w 351"/>
                <a:gd name="T53" fmla="*/ 192 h 385"/>
                <a:gd name="T54" fmla="*/ 304 w 351"/>
                <a:gd name="T55" fmla="*/ 257 h 385"/>
                <a:gd name="T56" fmla="*/ 278 w 351"/>
                <a:gd name="T57" fmla="*/ 308 h 385"/>
                <a:gd name="T58" fmla="*/ 234 w 351"/>
                <a:gd name="T59" fmla="*/ 341 h 385"/>
                <a:gd name="T60" fmla="*/ 173 w 351"/>
                <a:gd name="T61" fmla="*/ 354 h 385"/>
                <a:gd name="T62" fmla="*/ 112 w 351"/>
                <a:gd name="T63" fmla="*/ 340 h 385"/>
                <a:gd name="T64" fmla="*/ 69 w 351"/>
                <a:gd name="T65" fmla="*/ 304 h 385"/>
                <a:gd name="T66" fmla="*/ 45 w 351"/>
                <a:gd name="T67" fmla="*/ 254 h 385"/>
                <a:gd name="T68" fmla="*/ 36 w 351"/>
                <a:gd name="T69" fmla="*/ 194 h 385"/>
                <a:gd name="T70" fmla="*/ 46 w 351"/>
                <a:gd name="T71" fmla="*/ 1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46" y="330"/>
                  </a:moveTo>
                  <a:lnTo>
                    <a:pt x="46" y="330"/>
                  </a:lnTo>
                  <a:cubicBezTo>
                    <a:pt x="61" y="347"/>
                    <a:pt x="79" y="361"/>
                    <a:pt x="101" y="370"/>
                  </a:cubicBezTo>
                  <a:cubicBezTo>
                    <a:pt x="122" y="380"/>
                    <a:pt x="147" y="384"/>
                    <a:pt x="173" y="384"/>
                  </a:cubicBezTo>
                  <a:cubicBezTo>
                    <a:pt x="202" y="384"/>
                    <a:pt x="227" y="380"/>
                    <a:pt x="249" y="369"/>
                  </a:cubicBezTo>
                  <a:cubicBezTo>
                    <a:pt x="271" y="359"/>
                    <a:pt x="289" y="345"/>
                    <a:pt x="304" y="328"/>
                  </a:cubicBezTo>
                  <a:cubicBezTo>
                    <a:pt x="319" y="311"/>
                    <a:pt x="331" y="290"/>
                    <a:pt x="337" y="265"/>
                  </a:cubicBezTo>
                  <a:cubicBezTo>
                    <a:pt x="346" y="242"/>
                    <a:pt x="350" y="216"/>
                    <a:pt x="350" y="187"/>
                  </a:cubicBezTo>
                  <a:cubicBezTo>
                    <a:pt x="350" y="160"/>
                    <a:pt x="346" y="136"/>
                    <a:pt x="337" y="113"/>
                  </a:cubicBezTo>
                  <a:cubicBezTo>
                    <a:pt x="329" y="90"/>
                    <a:pt x="318" y="71"/>
                    <a:pt x="304" y="54"/>
                  </a:cubicBezTo>
                  <a:cubicBezTo>
                    <a:pt x="289" y="38"/>
                    <a:pt x="271" y="24"/>
                    <a:pt x="250" y="14"/>
                  </a:cubicBezTo>
                  <a:cubicBezTo>
                    <a:pt x="230" y="6"/>
                    <a:pt x="206" y="0"/>
                    <a:pt x="180" y="0"/>
                  </a:cubicBezTo>
                  <a:cubicBezTo>
                    <a:pt x="151" y="0"/>
                    <a:pt x="126" y="6"/>
                    <a:pt x="104" y="15"/>
                  </a:cubicBezTo>
                  <a:cubicBezTo>
                    <a:pt x="82" y="25"/>
                    <a:pt x="63" y="38"/>
                    <a:pt x="47" y="55"/>
                  </a:cubicBezTo>
                  <a:cubicBezTo>
                    <a:pt x="32" y="72"/>
                    <a:pt x="20" y="93"/>
                    <a:pt x="11" y="118"/>
                  </a:cubicBezTo>
                  <a:cubicBezTo>
                    <a:pt x="5" y="141"/>
                    <a:pt x="0" y="167"/>
                    <a:pt x="0" y="196"/>
                  </a:cubicBezTo>
                  <a:cubicBezTo>
                    <a:pt x="0" y="223"/>
                    <a:pt x="5" y="247"/>
                    <a:pt x="11" y="271"/>
                  </a:cubicBezTo>
                  <a:cubicBezTo>
                    <a:pt x="20" y="293"/>
                    <a:pt x="32" y="312"/>
                    <a:pt x="46" y="330"/>
                  </a:cubicBezTo>
                  <a:close/>
                  <a:moveTo>
                    <a:pt x="46" y="130"/>
                  </a:moveTo>
                  <a:lnTo>
                    <a:pt x="46" y="130"/>
                  </a:lnTo>
                  <a:cubicBezTo>
                    <a:pt x="52" y="111"/>
                    <a:pt x="61" y="94"/>
                    <a:pt x="72" y="79"/>
                  </a:cubicBezTo>
                  <a:cubicBezTo>
                    <a:pt x="85" y="65"/>
                    <a:pt x="99" y="53"/>
                    <a:pt x="116" y="44"/>
                  </a:cubicBezTo>
                  <a:cubicBezTo>
                    <a:pt x="134" y="36"/>
                    <a:pt x="154" y="32"/>
                    <a:pt x="176" y="32"/>
                  </a:cubicBezTo>
                  <a:cubicBezTo>
                    <a:pt x="201" y="32"/>
                    <a:pt x="221" y="36"/>
                    <a:pt x="238" y="44"/>
                  </a:cubicBezTo>
                  <a:cubicBezTo>
                    <a:pt x="256" y="53"/>
                    <a:pt x="270" y="65"/>
                    <a:pt x="281" y="79"/>
                  </a:cubicBezTo>
                  <a:cubicBezTo>
                    <a:pt x="292" y="94"/>
                    <a:pt x="300" y="111"/>
                    <a:pt x="306" y="130"/>
                  </a:cubicBezTo>
                  <a:cubicBezTo>
                    <a:pt x="311" y="149"/>
                    <a:pt x="314" y="170"/>
                    <a:pt x="314" y="192"/>
                  </a:cubicBezTo>
                  <a:cubicBezTo>
                    <a:pt x="314" y="216"/>
                    <a:pt x="310" y="238"/>
                    <a:pt x="304" y="257"/>
                  </a:cubicBezTo>
                  <a:cubicBezTo>
                    <a:pt x="299" y="276"/>
                    <a:pt x="289" y="293"/>
                    <a:pt x="278" y="308"/>
                  </a:cubicBezTo>
                  <a:cubicBezTo>
                    <a:pt x="266" y="322"/>
                    <a:pt x="252" y="333"/>
                    <a:pt x="234" y="341"/>
                  </a:cubicBezTo>
                  <a:cubicBezTo>
                    <a:pt x="216" y="350"/>
                    <a:pt x="197" y="354"/>
                    <a:pt x="173" y="354"/>
                  </a:cubicBezTo>
                  <a:cubicBezTo>
                    <a:pt x="150" y="354"/>
                    <a:pt x="130" y="348"/>
                    <a:pt x="112" y="340"/>
                  </a:cubicBezTo>
                  <a:cubicBezTo>
                    <a:pt x="96" y="332"/>
                    <a:pt x="81" y="319"/>
                    <a:pt x="69" y="304"/>
                  </a:cubicBezTo>
                  <a:cubicBezTo>
                    <a:pt x="58" y="290"/>
                    <a:pt x="50" y="272"/>
                    <a:pt x="45" y="254"/>
                  </a:cubicBezTo>
                  <a:cubicBezTo>
                    <a:pt x="39" y="235"/>
                    <a:pt x="36" y="214"/>
                    <a:pt x="36" y="194"/>
                  </a:cubicBezTo>
                  <a:cubicBezTo>
                    <a:pt x="36" y="171"/>
                    <a:pt x="39" y="151"/>
                    <a:pt x="4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 name="Freeform 18">
              <a:extLst>
                <a:ext uri="{FF2B5EF4-FFF2-40B4-BE49-F238E27FC236}">
                  <a16:creationId xmlns:a16="http://schemas.microsoft.com/office/drawing/2014/main" id="{25AB9BFD-CA4E-F0E9-FF82-AAF4A7B72F2E}"/>
                </a:ext>
              </a:extLst>
            </p:cNvPr>
            <p:cNvSpPr>
              <a:spLocks noChangeArrowheads="1"/>
            </p:cNvSpPr>
            <p:nvPr/>
          </p:nvSpPr>
          <p:spPr bwMode="auto">
            <a:xfrm>
              <a:off x="5965825" y="793750"/>
              <a:ext cx="104775" cy="134938"/>
            </a:xfrm>
            <a:custGeom>
              <a:avLst/>
              <a:gdLst>
                <a:gd name="T0" fmla="*/ 35 w 291"/>
                <a:gd name="T1" fmla="*/ 83 h 373"/>
                <a:gd name="T2" fmla="*/ 35 w 291"/>
                <a:gd name="T3" fmla="*/ 83 h 373"/>
                <a:gd name="T4" fmla="*/ 35 w 291"/>
                <a:gd name="T5" fmla="*/ 62 h 373"/>
                <a:gd name="T6" fmla="*/ 33 w 291"/>
                <a:gd name="T7" fmla="*/ 50 h 373"/>
                <a:gd name="T8" fmla="*/ 35 w 291"/>
                <a:gd name="T9" fmla="*/ 50 h 373"/>
                <a:gd name="T10" fmla="*/ 42 w 291"/>
                <a:gd name="T11" fmla="*/ 61 h 373"/>
                <a:gd name="T12" fmla="*/ 48 w 291"/>
                <a:gd name="T13" fmla="*/ 73 h 373"/>
                <a:gd name="T14" fmla="*/ 256 w 291"/>
                <a:gd name="T15" fmla="*/ 372 h 373"/>
                <a:gd name="T16" fmla="*/ 290 w 291"/>
                <a:gd name="T17" fmla="*/ 372 h 373"/>
                <a:gd name="T18" fmla="*/ 290 w 291"/>
                <a:gd name="T19" fmla="*/ 0 h 373"/>
                <a:gd name="T20" fmla="*/ 256 w 291"/>
                <a:gd name="T21" fmla="*/ 0 h 373"/>
                <a:gd name="T22" fmla="*/ 256 w 291"/>
                <a:gd name="T23" fmla="*/ 276 h 373"/>
                <a:gd name="T24" fmla="*/ 257 w 291"/>
                <a:gd name="T25" fmla="*/ 300 h 373"/>
                <a:gd name="T26" fmla="*/ 258 w 291"/>
                <a:gd name="T27" fmla="*/ 319 h 373"/>
                <a:gd name="T28" fmla="*/ 257 w 291"/>
                <a:gd name="T29" fmla="*/ 319 h 373"/>
                <a:gd name="T30" fmla="*/ 250 w 291"/>
                <a:gd name="T31" fmla="*/ 307 h 373"/>
                <a:gd name="T32" fmla="*/ 242 w 291"/>
                <a:gd name="T33" fmla="*/ 294 h 373"/>
                <a:gd name="T34" fmla="*/ 39 w 291"/>
                <a:gd name="T35" fmla="*/ 0 h 373"/>
                <a:gd name="T36" fmla="*/ 0 w 291"/>
                <a:gd name="T37" fmla="*/ 0 h 373"/>
                <a:gd name="T38" fmla="*/ 0 w 291"/>
                <a:gd name="T39" fmla="*/ 372 h 373"/>
                <a:gd name="T40" fmla="*/ 35 w 291"/>
                <a:gd name="T41" fmla="*/ 372 h 373"/>
                <a:gd name="T42" fmla="*/ 35 w 291"/>
                <a:gd name="T43" fmla="*/ 8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35" y="83"/>
                  </a:moveTo>
                  <a:lnTo>
                    <a:pt x="35" y="83"/>
                  </a:lnTo>
                  <a:cubicBezTo>
                    <a:pt x="35" y="75"/>
                    <a:pt x="35" y="68"/>
                    <a:pt x="35" y="62"/>
                  </a:cubicBezTo>
                  <a:cubicBezTo>
                    <a:pt x="35" y="57"/>
                    <a:pt x="35" y="53"/>
                    <a:pt x="33" y="50"/>
                  </a:cubicBezTo>
                  <a:cubicBezTo>
                    <a:pt x="35" y="50"/>
                    <a:pt x="35" y="50"/>
                    <a:pt x="35" y="50"/>
                  </a:cubicBezTo>
                  <a:cubicBezTo>
                    <a:pt x="37" y="54"/>
                    <a:pt x="39" y="57"/>
                    <a:pt x="42" y="61"/>
                  </a:cubicBezTo>
                  <a:cubicBezTo>
                    <a:pt x="44" y="65"/>
                    <a:pt x="46" y="69"/>
                    <a:pt x="48" y="73"/>
                  </a:cubicBezTo>
                  <a:cubicBezTo>
                    <a:pt x="256" y="372"/>
                    <a:pt x="256" y="372"/>
                    <a:pt x="256" y="372"/>
                  </a:cubicBezTo>
                  <a:cubicBezTo>
                    <a:pt x="290" y="372"/>
                    <a:pt x="290" y="372"/>
                    <a:pt x="290" y="372"/>
                  </a:cubicBezTo>
                  <a:cubicBezTo>
                    <a:pt x="290" y="0"/>
                    <a:pt x="290" y="0"/>
                    <a:pt x="290" y="0"/>
                  </a:cubicBezTo>
                  <a:cubicBezTo>
                    <a:pt x="256" y="0"/>
                    <a:pt x="256" y="0"/>
                    <a:pt x="256" y="0"/>
                  </a:cubicBezTo>
                  <a:cubicBezTo>
                    <a:pt x="256" y="276"/>
                    <a:pt x="256" y="276"/>
                    <a:pt x="256" y="276"/>
                  </a:cubicBezTo>
                  <a:cubicBezTo>
                    <a:pt x="256" y="285"/>
                    <a:pt x="256" y="293"/>
                    <a:pt x="257" y="300"/>
                  </a:cubicBezTo>
                  <a:cubicBezTo>
                    <a:pt x="257" y="307"/>
                    <a:pt x="257" y="312"/>
                    <a:pt x="258" y="319"/>
                  </a:cubicBezTo>
                  <a:cubicBezTo>
                    <a:pt x="257" y="319"/>
                    <a:pt x="257" y="319"/>
                    <a:pt x="257" y="319"/>
                  </a:cubicBezTo>
                  <a:cubicBezTo>
                    <a:pt x="254" y="315"/>
                    <a:pt x="253" y="311"/>
                    <a:pt x="250" y="307"/>
                  </a:cubicBezTo>
                  <a:cubicBezTo>
                    <a:pt x="247" y="303"/>
                    <a:pt x="245" y="298"/>
                    <a:pt x="242" y="294"/>
                  </a:cubicBezTo>
                  <a:cubicBezTo>
                    <a:pt x="39" y="0"/>
                    <a:pt x="39" y="0"/>
                    <a:pt x="39" y="0"/>
                  </a:cubicBezTo>
                  <a:cubicBezTo>
                    <a:pt x="0" y="0"/>
                    <a:pt x="0" y="0"/>
                    <a:pt x="0" y="0"/>
                  </a:cubicBezTo>
                  <a:cubicBezTo>
                    <a:pt x="0" y="372"/>
                    <a:pt x="0" y="372"/>
                    <a:pt x="0" y="372"/>
                  </a:cubicBezTo>
                  <a:cubicBezTo>
                    <a:pt x="35" y="372"/>
                    <a:pt x="35" y="372"/>
                    <a:pt x="35" y="372"/>
                  </a:cubicBezTo>
                  <a:lnTo>
                    <a:pt x="35" y="8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 name="Freeform 19">
              <a:extLst>
                <a:ext uri="{FF2B5EF4-FFF2-40B4-BE49-F238E27FC236}">
                  <a16:creationId xmlns:a16="http://schemas.microsoft.com/office/drawing/2014/main" id="{8634CFF5-04B5-DA01-D303-F4154D92B420}"/>
                </a:ext>
              </a:extLst>
            </p:cNvPr>
            <p:cNvSpPr>
              <a:spLocks noChangeArrowheads="1"/>
            </p:cNvSpPr>
            <p:nvPr/>
          </p:nvSpPr>
          <p:spPr bwMode="auto">
            <a:xfrm>
              <a:off x="6099175" y="792163"/>
              <a:ext cx="76200" cy="138112"/>
            </a:xfrm>
            <a:custGeom>
              <a:avLst/>
              <a:gdLst>
                <a:gd name="T0" fmla="*/ 175 w 211"/>
                <a:gd name="T1" fmla="*/ 359 h 385"/>
                <a:gd name="T2" fmla="*/ 175 w 211"/>
                <a:gd name="T3" fmla="*/ 359 h 385"/>
                <a:gd name="T4" fmla="*/ 200 w 211"/>
                <a:gd name="T5" fmla="*/ 329 h 385"/>
                <a:gd name="T6" fmla="*/ 210 w 211"/>
                <a:gd name="T7" fmla="*/ 286 h 385"/>
                <a:gd name="T8" fmla="*/ 204 w 211"/>
                <a:gd name="T9" fmla="*/ 254 h 385"/>
                <a:gd name="T10" fmla="*/ 186 w 211"/>
                <a:gd name="T11" fmla="*/ 227 h 385"/>
                <a:gd name="T12" fmla="*/ 157 w 211"/>
                <a:gd name="T13" fmla="*/ 202 h 385"/>
                <a:gd name="T14" fmla="*/ 117 w 211"/>
                <a:gd name="T15" fmla="*/ 178 h 385"/>
                <a:gd name="T16" fmla="*/ 80 w 211"/>
                <a:gd name="T17" fmla="*/ 158 h 385"/>
                <a:gd name="T18" fmla="*/ 55 w 211"/>
                <a:gd name="T19" fmla="*/ 138 h 385"/>
                <a:gd name="T20" fmla="*/ 41 w 211"/>
                <a:gd name="T21" fmla="*/ 119 h 385"/>
                <a:gd name="T22" fmla="*/ 37 w 211"/>
                <a:gd name="T23" fmla="*/ 94 h 385"/>
                <a:gd name="T24" fmla="*/ 43 w 211"/>
                <a:gd name="T25" fmla="*/ 66 h 385"/>
                <a:gd name="T26" fmla="*/ 61 w 211"/>
                <a:gd name="T27" fmla="*/ 47 h 385"/>
                <a:gd name="T28" fmla="*/ 86 w 211"/>
                <a:gd name="T29" fmla="*/ 36 h 385"/>
                <a:gd name="T30" fmla="*/ 117 w 211"/>
                <a:gd name="T31" fmla="*/ 32 h 385"/>
                <a:gd name="T32" fmla="*/ 195 w 211"/>
                <a:gd name="T33" fmla="*/ 51 h 385"/>
                <a:gd name="T34" fmla="*/ 195 w 211"/>
                <a:gd name="T35" fmla="*/ 13 h 385"/>
                <a:gd name="T36" fmla="*/ 122 w 211"/>
                <a:gd name="T37" fmla="*/ 0 h 385"/>
                <a:gd name="T38" fmla="*/ 75 w 211"/>
                <a:gd name="T39" fmla="*/ 7 h 385"/>
                <a:gd name="T40" fmla="*/ 36 w 211"/>
                <a:gd name="T41" fmla="*/ 26 h 385"/>
                <a:gd name="T42" fmla="*/ 11 w 211"/>
                <a:gd name="T43" fmla="*/ 57 h 385"/>
                <a:gd name="T44" fmla="*/ 1 w 211"/>
                <a:gd name="T45" fmla="*/ 97 h 385"/>
                <a:gd name="T46" fmla="*/ 6 w 211"/>
                <a:gd name="T47" fmla="*/ 129 h 385"/>
                <a:gd name="T48" fmla="*/ 22 w 211"/>
                <a:gd name="T49" fmla="*/ 155 h 385"/>
                <a:gd name="T50" fmla="*/ 50 w 211"/>
                <a:gd name="T51" fmla="*/ 178 h 385"/>
                <a:gd name="T52" fmla="*/ 90 w 211"/>
                <a:gd name="T53" fmla="*/ 203 h 385"/>
                <a:gd name="T54" fmla="*/ 127 w 211"/>
                <a:gd name="T55" fmla="*/ 225 h 385"/>
                <a:gd name="T56" fmla="*/ 153 w 211"/>
                <a:gd name="T57" fmla="*/ 243 h 385"/>
                <a:gd name="T58" fmla="*/ 168 w 211"/>
                <a:gd name="T59" fmla="*/ 264 h 385"/>
                <a:gd name="T60" fmla="*/ 174 w 211"/>
                <a:gd name="T61" fmla="*/ 290 h 385"/>
                <a:gd name="T62" fmla="*/ 153 w 211"/>
                <a:gd name="T63" fmla="*/ 337 h 385"/>
                <a:gd name="T64" fmla="*/ 90 w 211"/>
                <a:gd name="T65" fmla="*/ 354 h 385"/>
                <a:gd name="T66" fmla="*/ 66 w 211"/>
                <a:gd name="T67" fmla="*/ 351 h 385"/>
                <a:gd name="T68" fmla="*/ 43 w 211"/>
                <a:gd name="T69" fmla="*/ 345 h 385"/>
                <a:gd name="T70" fmla="*/ 21 w 211"/>
                <a:gd name="T71" fmla="*/ 336 h 385"/>
                <a:gd name="T72" fmla="*/ 0 w 211"/>
                <a:gd name="T73" fmla="*/ 323 h 385"/>
                <a:gd name="T74" fmla="*/ 0 w 211"/>
                <a:gd name="T75" fmla="*/ 363 h 385"/>
                <a:gd name="T76" fmla="*/ 18 w 211"/>
                <a:gd name="T77" fmla="*/ 372 h 385"/>
                <a:gd name="T78" fmla="*/ 41 w 211"/>
                <a:gd name="T79" fmla="*/ 379 h 385"/>
                <a:gd name="T80" fmla="*/ 66 w 211"/>
                <a:gd name="T81" fmla="*/ 383 h 385"/>
                <a:gd name="T82" fmla="*/ 87 w 211"/>
                <a:gd name="T83" fmla="*/ 384 h 385"/>
                <a:gd name="T84" fmla="*/ 137 w 211"/>
                <a:gd name="T85" fmla="*/ 379 h 385"/>
                <a:gd name="T86" fmla="*/ 175 w 211"/>
                <a:gd name="T87" fmla="*/ 35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175" y="359"/>
                  </a:moveTo>
                  <a:lnTo>
                    <a:pt x="175" y="359"/>
                  </a:lnTo>
                  <a:cubicBezTo>
                    <a:pt x="186" y="351"/>
                    <a:pt x="195" y="341"/>
                    <a:pt x="200" y="329"/>
                  </a:cubicBezTo>
                  <a:cubicBezTo>
                    <a:pt x="207" y="316"/>
                    <a:pt x="210" y="303"/>
                    <a:pt x="210" y="286"/>
                  </a:cubicBezTo>
                  <a:cubicBezTo>
                    <a:pt x="210" y="275"/>
                    <a:pt x="209" y="264"/>
                    <a:pt x="204" y="254"/>
                  </a:cubicBezTo>
                  <a:cubicBezTo>
                    <a:pt x="200" y="245"/>
                    <a:pt x="195" y="235"/>
                    <a:pt x="186" y="227"/>
                  </a:cubicBezTo>
                  <a:cubicBezTo>
                    <a:pt x="180" y="218"/>
                    <a:pt x="170" y="210"/>
                    <a:pt x="157" y="202"/>
                  </a:cubicBezTo>
                  <a:cubicBezTo>
                    <a:pt x="146" y="195"/>
                    <a:pt x="133" y="187"/>
                    <a:pt x="117" y="178"/>
                  </a:cubicBezTo>
                  <a:cubicBezTo>
                    <a:pt x="102" y="170"/>
                    <a:pt x="90" y="163"/>
                    <a:pt x="80" y="158"/>
                  </a:cubicBezTo>
                  <a:cubicBezTo>
                    <a:pt x="69" y="151"/>
                    <a:pt x="61" y="145"/>
                    <a:pt x="55" y="138"/>
                  </a:cubicBezTo>
                  <a:cubicBezTo>
                    <a:pt x="48" y="133"/>
                    <a:pt x="44" y="126"/>
                    <a:pt x="41" y="119"/>
                  </a:cubicBezTo>
                  <a:cubicBezTo>
                    <a:pt x="39" y="112"/>
                    <a:pt x="37" y="104"/>
                    <a:pt x="37" y="94"/>
                  </a:cubicBezTo>
                  <a:cubicBezTo>
                    <a:pt x="37" y="83"/>
                    <a:pt x="39" y="75"/>
                    <a:pt x="43" y="66"/>
                  </a:cubicBezTo>
                  <a:cubicBezTo>
                    <a:pt x="47" y="60"/>
                    <a:pt x="54" y="53"/>
                    <a:pt x="61" y="47"/>
                  </a:cubicBezTo>
                  <a:cubicBezTo>
                    <a:pt x="68" y="43"/>
                    <a:pt x="76" y="39"/>
                    <a:pt x="86" y="36"/>
                  </a:cubicBezTo>
                  <a:cubicBezTo>
                    <a:pt x="95" y="33"/>
                    <a:pt x="106" y="32"/>
                    <a:pt x="117" y="32"/>
                  </a:cubicBezTo>
                  <a:cubicBezTo>
                    <a:pt x="146" y="32"/>
                    <a:pt x="173" y="38"/>
                    <a:pt x="195" y="51"/>
                  </a:cubicBezTo>
                  <a:cubicBezTo>
                    <a:pt x="195" y="13"/>
                    <a:pt x="195" y="13"/>
                    <a:pt x="195" y="13"/>
                  </a:cubicBezTo>
                  <a:cubicBezTo>
                    <a:pt x="175" y="4"/>
                    <a:pt x="151" y="0"/>
                    <a:pt x="122" y="0"/>
                  </a:cubicBezTo>
                  <a:cubicBezTo>
                    <a:pt x="105" y="0"/>
                    <a:pt x="90" y="3"/>
                    <a:pt x="75" y="7"/>
                  </a:cubicBezTo>
                  <a:cubicBezTo>
                    <a:pt x="59" y="11"/>
                    <a:pt x="47" y="18"/>
                    <a:pt x="36" y="26"/>
                  </a:cubicBezTo>
                  <a:cubicBezTo>
                    <a:pt x="25" y="35"/>
                    <a:pt x="17" y="44"/>
                    <a:pt x="11" y="57"/>
                  </a:cubicBezTo>
                  <a:cubicBezTo>
                    <a:pt x="4" y="69"/>
                    <a:pt x="1" y="82"/>
                    <a:pt x="1" y="97"/>
                  </a:cubicBezTo>
                  <a:cubicBezTo>
                    <a:pt x="1" y="109"/>
                    <a:pt x="3" y="120"/>
                    <a:pt x="6" y="129"/>
                  </a:cubicBezTo>
                  <a:cubicBezTo>
                    <a:pt x="10" y="138"/>
                    <a:pt x="15" y="147"/>
                    <a:pt x="22" y="155"/>
                  </a:cubicBezTo>
                  <a:cubicBezTo>
                    <a:pt x="29" y="163"/>
                    <a:pt x="39" y="171"/>
                    <a:pt x="50" y="178"/>
                  </a:cubicBezTo>
                  <a:cubicBezTo>
                    <a:pt x="61" y="187"/>
                    <a:pt x="75" y="195"/>
                    <a:pt x="90" y="203"/>
                  </a:cubicBezTo>
                  <a:cubicBezTo>
                    <a:pt x="105" y="212"/>
                    <a:pt x="117" y="218"/>
                    <a:pt x="127" y="225"/>
                  </a:cubicBezTo>
                  <a:cubicBezTo>
                    <a:pt x="138" y="231"/>
                    <a:pt x="146" y="238"/>
                    <a:pt x="153" y="243"/>
                  </a:cubicBezTo>
                  <a:cubicBezTo>
                    <a:pt x="160" y="250"/>
                    <a:pt x="166" y="257"/>
                    <a:pt x="168" y="264"/>
                  </a:cubicBezTo>
                  <a:cubicBezTo>
                    <a:pt x="173" y="272"/>
                    <a:pt x="174" y="281"/>
                    <a:pt x="174" y="290"/>
                  </a:cubicBezTo>
                  <a:cubicBezTo>
                    <a:pt x="174" y="311"/>
                    <a:pt x="167" y="326"/>
                    <a:pt x="153" y="337"/>
                  </a:cubicBezTo>
                  <a:cubicBezTo>
                    <a:pt x="139" y="348"/>
                    <a:pt x="117" y="354"/>
                    <a:pt x="90" y="354"/>
                  </a:cubicBezTo>
                  <a:cubicBezTo>
                    <a:pt x="83" y="354"/>
                    <a:pt x="75" y="352"/>
                    <a:pt x="66" y="351"/>
                  </a:cubicBezTo>
                  <a:cubicBezTo>
                    <a:pt x="59" y="350"/>
                    <a:pt x="51" y="348"/>
                    <a:pt x="43" y="345"/>
                  </a:cubicBezTo>
                  <a:cubicBezTo>
                    <a:pt x="36" y="343"/>
                    <a:pt x="28" y="340"/>
                    <a:pt x="21" y="336"/>
                  </a:cubicBezTo>
                  <a:cubicBezTo>
                    <a:pt x="12" y="333"/>
                    <a:pt x="6" y="329"/>
                    <a:pt x="0" y="323"/>
                  </a:cubicBezTo>
                  <a:cubicBezTo>
                    <a:pt x="0" y="363"/>
                    <a:pt x="0" y="363"/>
                    <a:pt x="0" y="363"/>
                  </a:cubicBezTo>
                  <a:cubicBezTo>
                    <a:pt x="4" y="368"/>
                    <a:pt x="10" y="370"/>
                    <a:pt x="18" y="372"/>
                  </a:cubicBezTo>
                  <a:cubicBezTo>
                    <a:pt x="25" y="375"/>
                    <a:pt x="33" y="377"/>
                    <a:pt x="41" y="379"/>
                  </a:cubicBezTo>
                  <a:cubicBezTo>
                    <a:pt x="50" y="380"/>
                    <a:pt x="58" y="381"/>
                    <a:pt x="66" y="383"/>
                  </a:cubicBezTo>
                  <a:cubicBezTo>
                    <a:pt x="75" y="384"/>
                    <a:pt x="82" y="384"/>
                    <a:pt x="87" y="384"/>
                  </a:cubicBezTo>
                  <a:cubicBezTo>
                    <a:pt x="105" y="384"/>
                    <a:pt x="122" y="383"/>
                    <a:pt x="137" y="379"/>
                  </a:cubicBezTo>
                  <a:cubicBezTo>
                    <a:pt x="152" y="375"/>
                    <a:pt x="164" y="368"/>
                    <a:pt x="175" y="3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 name="Group 25">
            <a:extLst>
              <a:ext uri="{FF2B5EF4-FFF2-40B4-BE49-F238E27FC236}">
                <a16:creationId xmlns:a16="http://schemas.microsoft.com/office/drawing/2014/main" id="{03A2614E-EF8E-8394-EBEE-1C7160473B23}"/>
              </a:ext>
            </a:extLst>
          </p:cNvPr>
          <p:cNvGrpSpPr/>
          <p:nvPr/>
        </p:nvGrpSpPr>
        <p:grpSpPr>
          <a:xfrm>
            <a:off x="6342583" y="1398216"/>
            <a:ext cx="255587" cy="223837"/>
            <a:chOff x="5186363" y="1716088"/>
            <a:chExt cx="255587" cy="223837"/>
          </a:xfrm>
          <a:solidFill>
            <a:schemeClr val="accent4"/>
          </a:solidFill>
        </p:grpSpPr>
        <p:sp>
          <p:nvSpPr>
            <p:cNvPr id="24" name="Freeform 20">
              <a:extLst>
                <a:ext uri="{FF2B5EF4-FFF2-40B4-BE49-F238E27FC236}">
                  <a16:creationId xmlns:a16="http://schemas.microsoft.com/office/drawing/2014/main" id="{07F78DCE-9D6A-B2DE-7C52-44F61FCCE5A1}"/>
                </a:ext>
              </a:extLst>
            </p:cNvPr>
            <p:cNvSpPr>
              <a:spLocks noChangeArrowheads="1"/>
            </p:cNvSpPr>
            <p:nvPr/>
          </p:nvSpPr>
          <p:spPr bwMode="auto">
            <a:xfrm>
              <a:off x="5186363" y="1716088"/>
              <a:ext cx="201612" cy="201612"/>
            </a:xfrm>
            <a:custGeom>
              <a:avLst/>
              <a:gdLst>
                <a:gd name="T0" fmla="*/ 44 w 560"/>
                <a:gd name="T1" fmla="*/ 413 h 562"/>
                <a:gd name="T2" fmla="*/ 44 w 560"/>
                <a:gd name="T3" fmla="*/ 413 h 562"/>
                <a:gd name="T4" fmla="*/ 117 w 560"/>
                <a:gd name="T5" fmla="*/ 413 h 562"/>
                <a:gd name="T6" fmla="*/ 117 w 560"/>
                <a:gd name="T7" fmla="*/ 545 h 562"/>
                <a:gd name="T8" fmla="*/ 125 w 560"/>
                <a:gd name="T9" fmla="*/ 559 h 562"/>
                <a:gd name="T10" fmla="*/ 141 w 560"/>
                <a:gd name="T11" fmla="*/ 558 h 562"/>
                <a:gd name="T12" fmla="*/ 344 w 560"/>
                <a:gd name="T13" fmla="*/ 413 h 562"/>
                <a:gd name="T14" fmla="*/ 515 w 560"/>
                <a:gd name="T15" fmla="*/ 413 h 562"/>
                <a:gd name="T16" fmla="*/ 559 w 560"/>
                <a:gd name="T17" fmla="*/ 369 h 562"/>
                <a:gd name="T18" fmla="*/ 559 w 560"/>
                <a:gd name="T19" fmla="*/ 44 h 562"/>
                <a:gd name="T20" fmla="*/ 515 w 560"/>
                <a:gd name="T21" fmla="*/ 0 h 562"/>
                <a:gd name="T22" fmla="*/ 44 w 560"/>
                <a:gd name="T23" fmla="*/ 0 h 562"/>
                <a:gd name="T24" fmla="*/ 0 w 560"/>
                <a:gd name="T25" fmla="*/ 44 h 562"/>
                <a:gd name="T26" fmla="*/ 0 w 560"/>
                <a:gd name="T27" fmla="*/ 369 h 562"/>
                <a:gd name="T28" fmla="*/ 44 w 560"/>
                <a:gd name="T29" fmla="*/ 413 h 562"/>
                <a:gd name="T30" fmla="*/ 29 w 560"/>
                <a:gd name="T31" fmla="*/ 44 h 562"/>
                <a:gd name="T32" fmla="*/ 29 w 560"/>
                <a:gd name="T33" fmla="*/ 44 h 562"/>
                <a:gd name="T34" fmla="*/ 44 w 560"/>
                <a:gd name="T35" fmla="*/ 30 h 562"/>
                <a:gd name="T36" fmla="*/ 515 w 560"/>
                <a:gd name="T37" fmla="*/ 30 h 562"/>
                <a:gd name="T38" fmla="*/ 515 w 560"/>
                <a:gd name="T39" fmla="*/ 30 h 562"/>
                <a:gd name="T40" fmla="*/ 530 w 560"/>
                <a:gd name="T41" fmla="*/ 44 h 562"/>
                <a:gd name="T42" fmla="*/ 530 w 560"/>
                <a:gd name="T43" fmla="*/ 369 h 562"/>
                <a:gd name="T44" fmla="*/ 515 w 560"/>
                <a:gd name="T45" fmla="*/ 384 h 562"/>
                <a:gd name="T46" fmla="*/ 338 w 560"/>
                <a:gd name="T47" fmla="*/ 384 h 562"/>
                <a:gd name="T48" fmla="*/ 330 w 560"/>
                <a:gd name="T49" fmla="*/ 387 h 562"/>
                <a:gd name="T50" fmla="*/ 147 w 560"/>
                <a:gd name="T51" fmla="*/ 516 h 562"/>
                <a:gd name="T52" fmla="*/ 147 w 560"/>
                <a:gd name="T53" fmla="*/ 398 h 562"/>
                <a:gd name="T54" fmla="*/ 143 w 560"/>
                <a:gd name="T55" fmla="*/ 388 h 562"/>
                <a:gd name="T56" fmla="*/ 132 w 560"/>
                <a:gd name="T57" fmla="*/ 384 h 562"/>
                <a:gd name="T58" fmla="*/ 44 w 560"/>
                <a:gd name="T59" fmla="*/ 384 h 562"/>
                <a:gd name="T60" fmla="*/ 29 w 560"/>
                <a:gd name="T61" fmla="*/ 369 h 562"/>
                <a:gd name="T62" fmla="*/ 29 w 560"/>
                <a:gd name="T63" fmla="*/ 44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0" h="562">
                  <a:moveTo>
                    <a:pt x="44" y="413"/>
                  </a:moveTo>
                  <a:lnTo>
                    <a:pt x="44" y="413"/>
                  </a:lnTo>
                  <a:cubicBezTo>
                    <a:pt x="117" y="413"/>
                    <a:pt x="117" y="413"/>
                    <a:pt x="117" y="413"/>
                  </a:cubicBezTo>
                  <a:cubicBezTo>
                    <a:pt x="117" y="545"/>
                    <a:pt x="117" y="545"/>
                    <a:pt x="117" y="545"/>
                  </a:cubicBezTo>
                  <a:cubicBezTo>
                    <a:pt x="117" y="551"/>
                    <a:pt x="121" y="556"/>
                    <a:pt x="125" y="559"/>
                  </a:cubicBezTo>
                  <a:cubicBezTo>
                    <a:pt x="131" y="561"/>
                    <a:pt x="136" y="561"/>
                    <a:pt x="141" y="558"/>
                  </a:cubicBezTo>
                  <a:cubicBezTo>
                    <a:pt x="344" y="413"/>
                    <a:pt x="344" y="413"/>
                    <a:pt x="344" y="413"/>
                  </a:cubicBezTo>
                  <a:cubicBezTo>
                    <a:pt x="515" y="413"/>
                    <a:pt x="515" y="413"/>
                    <a:pt x="515" y="413"/>
                  </a:cubicBezTo>
                  <a:cubicBezTo>
                    <a:pt x="540" y="413"/>
                    <a:pt x="559" y="393"/>
                    <a:pt x="559" y="369"/>
                  </a:cubicBezTo>
                  <a:cubicBezTo>
                    <a:pt x="559" y="44"/>
                    <a:pt x="559" y="44"/>
                    <a:pt x="559" y="44"/>
                  </a:cubicBezTo>
                  <a:cubicBezTo>
                    <a:pt x="559" y="20"/>
                    <a:pt x="540" y="0"/>
                    <a:pt x="515" y="0"/>
                  </a:cubicBezTo>
                  <a:cubicBezTo>
                    <a:pt x="44" y="0"/>
                    <a:pt x="44" y="0"/>
                    <a:pt x="44" y="0"/>
                  </a:cubicBezTo>
                  <a:cubicBezTo>
                    <a:pt x="19" y="0"/>
                    <a:pt x="0" y="20"/>
                    <a:pt x="0" y="44"/>
                  </a:cubicBezTo>
                  <a:cubicBezTo>
                    <a:pt x="0" y="369"/>
                    <a:pt x="0" y="369"/>
                    <a:pt x="0" y="369"/>
                  </a:cubicBezTo>
                  <a:cubicBezTo>
                    <a:pt x="0" y="393"/>
                    <a:pt x="19" y="413"/>
                    <a:pt x="44" y="413"/>
                  </a:cubicBezTo>
                  <a:close/>
                  <a:moveTo>
                    <a:pt x="29" y="44"/>
                  </a:moveTo>
                  <a:lnTo>
                    <a:pt x="29" y="44"/>
                  </a:lnTo>
                  <a:cubicBezTo>
                    <a:pt x="29" y="37"/>
                    <a:pt x="36" y="30"/>
                    <a:pt x="44" y="30"/>
                  </a:cubicBezTo>
                  <a:cubicBezTo>
                    <a:pt x="515" y="30"/>
                    <a:pt x="515" y="30"/>
                    <a:pt x="515" y="30"/>
                  </a:cubicBezTo>
                  <a:lnTo>
                    <a:pt x="515" y="30"/>
                  </a:lnTo>
                  <a:cubicBezTo>
                    <a:pt x="523" y="30"/>
                    <a:pt x="530" y="37"/>
                    <a:pt x="530" y="44"/>
                  </a:cubicBezTo>
                  <a:cubicBezTo>
                    <a:pt x="530" y="369"/>
                    <a:pt x="530" y="369"/>
                    <a:pt x="530" y="369"/>
                  </a:cubicBezTo>
                  <a:cubicBezTo>
                    <a:pt x="530" y="377"/>
                    <a:pt x="523" y="384"/>
                    <a:pt x="515" y="384"/>
                  </a:cubicBezTo>
                  <a:cubicBezTo>
                    <a:pt x="338" y="384"/>
                    <a:pt x="338" y="384"/>
                    <a:pt x="338" y="384"/>
                  </a:cubicBezTo>
                  <a:cubicBezTo>
                    <a:pt x="335" y="384"/>
                    <a:pt x="333" y="384"/>
                    <a:pt x="330" y="387"/>
                  </a:cubicBezTo>
                  <a:cubicBezTo>
                    <a:pt x="147" y="516"/>
                    <a:pt x="147" y="516"/>
                    <a:pt x="147" y="516"/>
                  </a:cubicBezTo>
                  <a:cubicBezTo>
                    <a:pt x="147" y="398"/>
                    <a:pt x="147" y="398"/>
                    <a:pt x="147" y="398"/>
                  </a:cubicBezTo>
                  <a:cubicBezTo>
                    <a:pt x="147" y="395"/>
                    <a:pt x="146" y="391"/>
                    <a:pt x="143" y="388"/>
                  </a:cubicBezTo>
                  <a:cubicBezTo>
                    <a:pt x="141" y="385"/>
                    <a:pt x="136" y="384"/>
                    <a:pt x="132" y="384"/>
                  </a:cubicBezTo>
                  <a:cubicBezTo>
                    <a:pt x="44" y="384"/>
                    <a:pt x="44" y="384"/>
                    <a:pt x="44" y="384"/>
                  </a:cubicBezTo>
                  <a:cubicBezTo>
                    <a:pt x="36" y="384"/>
                    <a:pt x="29" y="377"/>
                    <a:pt x="29" y="36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 name="Freeform 21">
              <a:extLst>
                <a:ext uri="{FF2B5EF4-FFF2-40B4-BE49-F238E27FC236}">
                  <a16:creationId xmlns:a16="http://schemas.microsoft.com/office/drawing/2014/main" id="{4893FDE7-511D-DD04-16AE-C7CB0496ABCC}"/>
                </a:ext>
              </a:extLst>
            </p:cNvPr>
            <p:cNvSpPr>
              <a:spLocks noChangeArrowheads="1"/>
            </p:cNvSpPr>
            <p:nvPr/>
          </p:nvSpPr>
          <p:spPr bwMode="auto">
            <a:xfrm>
              <a:off x="5313363" y="1747838"/>
              <a:ext cx="128587" cy="192087"/>
            </a:xfrm>
            <a:custGeom>
              <a:avLst/>
              <a:gdLst>
                <a:gd name="T0" fmla="*/ 310 w 355"/>
                <a:gd name="T1" fmla="*/ 384 h 533"/>
                <a:gd name="T2" fmla="*/ 310 w 355"/>
                <a:gd name="T3" fmla="*/ 384 h 533"/>
                <a:gd name="T4" fmla="*/ 221 w 355"/>
                <a:gd name="T5" fmla="*/ 384 h 533"/>
                <a:gd name="T6" fmla="*/ 212 w 355"/>
                <a:gd name="T7" fmla="*/ 388 h 533"/>
                <a:gd name="T8" fmla="*/ 206 w 355"/>
                <a:gd name="T9" fmla="*/ 398 h 533"/>
                <a:gd name="T10" fmla="*/ 206 w 355"/>
                <a:gd name="T11" fmla="*/ 486 h 533"/>
                <a:gd name="T12" fmla="*/ 83 w 355"/>
                <a:gd name="T13" fmla="*/ 387 h 533"/>
                <a:gd name="T14" fmla="*/ 74 w 355"/>
                <a:gd name="T15" fmla="*/ 384 h 533"/>
                <a:gd name="T16" fmla="*/ 15 w 355"/>
                <a:gd name="T17" fmla="*/ 384 h 533"/>
                <a:gd name="T18" fmla="*/ 0 w 355"/>
                <a:gd name="T19" fmla="*/ 398 h 533"/>
                <a:gd name="T20" fmla="*/ 15 w 355"/>
                <a:gd name="T21" fmla="*/ 413 h 533"/>
                <a:gd name="T22" fmla="*/ 69 w 355"/>
                <a:gd name="T23" fmla="*/ 413 h 533"/>
                <a:gd name="T24" fmla="*/ 212 w 355"/>
                <a:gd name="T25" fmla="*/ 528 h 533"/>
                <a:gd name="T26" fmla="*/ 228 w 355"/>
                <a:gd name="T27" fmla="*/ 529 h 533"/>
                <a:gd name="T28" fmla="*/ 236 w 355"/>
                <a:gd name="T29" fmla="*/ 517 h 533"/>
                <a:gd name="T30" fmla="*/ 236 w 355"/>
                <a:gd name="T31" fmla="*/ 413 h 533"/>
                <a:gd name="T32" fmla="*/ 310 w 355"/>
                <a:gd name="T33" fmla="*/ 413 h 533"/>
                <a:gd name="T34" fmla="*/ 354 w 355"/>
                <a:gd name="T35" fmla="*/ 369 h 533"/>
                <a:gd name="T36" fmla="*/ 354 w 355"/>
                <a:gd name="T37" fmla="*/ 44 h 533"/>
                <a:gd name="T38" fmla="*/ 310 w 355"/>
                <a:gd name="T39" fmla="*/ 0 h 533"/>
                <a:gd name="T40" fmla="*/ 281 w 355"/>
                <a:gd name="T41" fmla="*/ 0 h 533"/>
                <a:gd name="T42" fmla="*/ 266 w 355"/>
                <a:gd name="T43" fmla="*/ 15 h 533"/>
                <a:gd name="T44" fmla="*/ 281 w 355"/>
                <a:gd name="T45" fmla="*/ 31 h 533"/>
                <a:gd name="T46" fmla="*/ 310 w 355"/>
                <a:gd name="T47" fmla="*/ 31 h 533"/>
                <a:gd name="T48" fmla="*/ 325 w 355"/>
                <a:gd name="T49" fmla="*/ 44 h 533"/>
                <a:gd name="T50" fmla="*/ 325 w 355"/>
                <a:gd name="T51" fmla="*/ 369 h 533"/>
                <a:gd name="T52" fmla="*/ 310 w 355"/>
                <a:gd name="T53" fmla="*/ 384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5" h="533">
                  <a:moveTo>
                    <a:pt x="310" y="384"/>
                  </a:moveTo>
                  <a:lnTo>
                    <a:pt x="310" y="384"/>
                  </a:lnTo>
                  <a:cubicBezTo>
                    <a:pt x="221" y="384"/>
                    <a:pt x="221" y="384"/>
                    <a:pt x="221" y="384"/>
                  </a:cubicBezTo>
                  <a:cubicBezTo>
                    <a:pt x="217" y="384"/>
                    <a:pt x="214" y="386"/>
                    <a:pt x="212" y="388"/>
                  </a:cubicBezTo>
                  <a:cubicBezTo>
                    <a:pt x="209" y="391"/>
                    <a:pt x="206" y="395"/>
                    <a:pt x="206" y="398"/>
                  </a:cubicBezTo>
                  <a:cubicBezTo>
                    <a:pt x="206" y="486"/>
                    <a:pt x="206" y="486"/>
                    <a:pt x="206" y="486"/>
                  </a:cubicBezTo>
                  <a:cubicBezTo>
                    <a:pt x="83" y="387"/>
                    <a:pt x="83" y="387"/>
                    <a:pt x="83" y="387"/>
                  </a:cubicBezTo>
                  <a:cubicBezTo>
                    <a:pt x="80" y="386"/>
                    <a:pt x="78" y="384"/>
                    <a:pt x="74" y="384"/>
                  </a:cubicBezTo>
                  <a:cubicBezTo>
                    <a:pt x="15" y="384"/>
                    <a:pt x="15" y="384"/>
                    <a:pt x="15" y="384"/>
                  </a:cubicBezTo>
                  <a:cubicBezTo>
                    <a:pt x="7" y="384"/>
                    <a:pt x="0" y="391"/>
                    <a:pt x="0" y="398"/>
                  </a:cubicBezTo>
                  <a:cubicBezTo>
                    <a:pt x="0" y="406"/>
                    <a:pt x="7" y="413"/>
                    <a:pt x="15" y="413"/>
                  </a:cubicBezTo>
                  <a:cubicBezTo>
                    <a:pt x="69" y="413"/>
                    <a:pt x="69" y="413"/>
                    <a:pt x="69" y="413"/>
                  </a:cubicBezTo>
                  <a:cubicBezTo>
                    <a:pt x="212" y="528"/>
                    <a:pt x="212" y="528"/>
                    <a:pt x="212" y="528"/>
                  </a:cubicBezTo>
                  <a:cubicBezTo>
                    <a:pt x="217" y="532"/>
                    <a:pt x="223" y="532"/>
                    <a:pt x="228" y="529"/>
                  </a:cubicBezTo>
                  <a:cubicBezTo>
                    <a:pt x="232" y="528"/>
                    <a:pt x="236" y="522"/>
                    <a:pt x="236" y="517"/>
                  </a:cubicBezTo>
                  <a:cubicBezTo>
                    <a:pt x="236" y="413"/>
                    <a:pt x="236" y="413"/>
                    <a:pt x="236" y="413"/>
                  </a:cubicBezTo>
                  <a:cubicBezTo>
                    <a:pt x="310" y="413"/>
                    <a:pt x="310" y="413"/>
                    <a:pt x="310" y="413"/>
                  </a:cubicBezTo>
                  <a:cubicBezTo>
                    <a:pt x="335" y="413"/>
                    <a:pt x="354" y="394"/>
                    <a:pt x="354" y="369"/>
                  </a:cubicBezTo>
                  <a:cubicBezTo>
                    <a:pt x="354" y="44"/>
                    <a:pt x="354" y="44"/>
                    <a:pt x="354" y="44"/>
                  </a:cubicBezTo>
                  <a:cubicBezTo>
                    <a:pt x="354" y="21"/>
                    <a:pt x="335" y="0"/>
                    <a:pt x="310" y="0"/>
                  </a:cubicBezTo>
                  <a:cubicBezTo>
                    <a:pt x="281" y="0"/>
                    <a:pt x="281" y="0"/>
                    <a:pt x="281" y="0"/>
                  </a:cubicBezTo>
                  <a:cubicBezTo>
                    <a:pt x="272" y="0"/>
                    <a:pt x="266" y="7"/>
                    <a:pt x="266" y="15"/>
                  </a:cubicBezTo>
                  <a:cubicBezTo>
                    <a:pt x="266" y="24"/>
                    <a:pt x="272" y="31"/>
                    <a:pt x="281" y="31"/>
                  </a:cubicBezTo>
                  <a:cubicBezTo>
                    <a:pt x="310" y="31"/>
                    <a:pt x="310" y="31"/>
                    <a:pt x="310" y="31"/>
                  </a:cubicBezTo>
                  <a:cubicBezTo>
                    <a:pt x="318" y="31"/>
                    <a:pt x="325" y="37"/>
                    <a:pt x="325" y="44"/>
                  </a:cubicBezTo>
                  <a:cubicBezTo>
                    <a:pt x="325" y="369"/>
                    <a:pt x="325" y="369"/>
                    <a:pt x="325" y="369"/>
                  </a:cubicBezTo>
                  <a:cubicBezTo>
                    <a:pt x="325" y="377"/>
                    <a:pt x="318" y="384"/>
                    <a:pt x="310"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26" name="Freeform 22">
            <a:extLst>
              <a:ext uri="{FF2B5EF4-FFF2-40B4-BE49-F238E27FC236}">
                <a16:creationId xmlns:a16="http://schemas.microsoft.com/office/drawing/2014/main" id="{D470B98F-48BB-EFC4-7CEA-0627F2CC0084}"/>
              </a:ext>
            </a:extLst>
          </p:cNvPr>
          <p:cNvSpPr>
            <a:spLocks noChangeArrowheads="1"/>
          </p:cNvSpPr>
          <p:nvPr/>
        </p:nvSpPr>
        <p:spPr bwMode="auto">
          <a:xfrm>
            <a:off x="5324995" y="954509"/>
            <a:ext cx="255588" cy="106362"/>
          </a:xfrm>
          <a:custGeom>
            <a:avLst/>
            <a:gdLst>
              <a:gd name="T0" fmla="*/ 15 w 708"/>
              <a:gd name="T1" fmla="*/ 0 h 295"/>
              <a:gd name="T2" fmla="*/ 15 w 708"/>
              <a:gd name="T3" fmla="*/ 0 h 295"/>
              <a:gd name="T4" fmla="*/ 4 w 708"/>
              <a:gd name="T5" fmla="*/ 4 h 295"/>
              <a:gd name="T6" fmla="*/ 0 w 708"/>
              <a:gd name="T7" fmla="*/ 13 h 295"/>
              <a:gd name="T8" fmla="*/ 0 w 708"/>
              <a:gd name="T9" fmla="*/ 250 h 295"/>
              <a:gd name="T10" fmla="*/ 44 w 708"/>
              <a:gd name="T11" fmla="*/ 294 h 295"/>
              <a:gd name="T12" fmla="*/ 663 w 708"/>
              <a:gd name="T13" fmla="*/ 294 h 295"/>
              <a:gd name="T14" fmla="*/ 707 w 708"/>
              <a:gd name="T15" fmla="*/ 250 h 295"/>
              <a:gd name="T16" fmla="*/ 707 w 708"/>
              <a:gd name="T17" fmla="*/ 13 h 295"/>
              <a:gd name="T18" fmla="*/ 703 w 708"/>
              <a:gd name="T19" fmla="*/ 4 h 295"/>
              <a:gd name="T20" fmla="*/ 692 w 708"/>
              <a:gd name="T21" fmla="*/ 0 h 295"/>
              <a:gd name="T22" fmla="*/ 15 w 708"/>
              <a:gd name="T23" fmla="*/ 0 h 295"/>
              <a:gd name="T24" fmla="*/ 678 w 708"/>
              <a:gd name="T25" fmla="*/ 250 h 295"/>
              <a:gd name="T26" fmla="*/ 678 w 708"/>
              <a:gd name="T27" fmla="*/ 250 h 295"/>
              <a:gd name="T28" fmla="*/ 663 w 708"/>
              <a:gd name="T29" fmla="*/ 265 h 295"/>
              <a:gd name="T30" fmla="*/ 44 w 708"/>
              <a:gd name="T31" fmla="*/ 265 h 295"/>
              <a:gd name="T32" fmla="*/ 29 w 708"/>
              <a:gd name="T33" fmla="*/ 250 h 295"/>
              <a:gd name="T34" fmla="*/ 29 w 708"/>
              <a:gd name="T35" fmla="*/ 29 h 295"/>
              <a:gd name="T36" fmla="*/ 117 w 708"/>
              <a:gd name="T37" fmla="*/ 29 h 295"/>
              <a:gd name="T38" fmla="*/ 117 w 708"/>
              <a:gd name="T39" fmla="*/ 102 h 295"/>
              <a:gd name="T40" fmla="*/ 133 w 708"/>
              <a:gd name="T41" fmla="*/ 117 h 295"/>
              <a:gd name="T42" fmla="*/ 148 w 708"/>
              <a:gd name="T43" fmla="*/ 102 h 295"/>
              <a:gd name="T44" fmla="*/ 148 w 708"/>
              <a:gd name="T45" fmla="*/ 29 h 295"/>
              <a:gd name="T46" fmla="*/ 236 w 708"/>
              <a:gd name="T47" fmla="*/ 29 h 295"/>
              <a:gd name="T48" fmla="*/ 236 w 708"/>
              <a:gd name="T49" fmla="*/ 161 h 295"/>
              <a:gd name="T50" fmla="*/ 250 w 708"/>
              <a:gd name="T51" fmla="*/ 176 h 295"/>
              <a:gd name="T52" fmla="*/ 265 w 708"/>
              <a:gd name="T53" fmla="*/ 161 h 295"/>
              <a:gd name="T54" fmla="*/ 265 w 708"/>
              <a:gd name="T55" fmla="*/ 29 h 295"/>
              <a:gd name="T56" fmla="*/ 354 w 708"/>
              <a:gd name="T57" fmla="*/ 29 h 295"/>
              <a:gd name="T58" fmla="*/ 354 w 708"/>
              <a:gd name="T59" fmla="*/ 102 h 295"/>
              <a:gd name="T60" fmla="*/ 369 w 708"/>
              <a:gd name="T61" fmla="*/ 117 h 295"/>
              <a:gd name="T62" fmla="*/ 383 w 708"/>
              <a:gd name="T63" fmla="*/ 102 h 295"/>
              <a:gd name="T64" fmla="*/ 383 w 708"/>
              <a:gd name="T65" fmla="*/ 29 h 295"/>
              <a:gd name="T66" fmla="*/ 471 w 708"/>
              <a:gd name="T67" fmla="*/ 29 h 295"/>
              <a:gd name="T68" fmla="*/ 471 w 708"/>
              <a:gd name="T69" fmla="*/ 161 h 295"/>
              <a:gd name="T70" fmla="*/ 486 w 708"/>
              <a:gd name="T71" fmla="*/ 176 h 295"/>
              <a:gd name="T72" fmla="*/ 501 w 708"/>
              <a:gd name="T73" fmla="*/ 161 h 295"/>
              <a:gd name="T74" fmla="*/ 501 w 708"/>
              <a:gd name="T75" fmla="*/ 29 h 295"/>
              <a:gd name="T76" fmla="*/ 590 w 708"/>
              <a:gd name="T77" fmla="*/ 29 h 295"/>
              <a:gd name="T78" fmla="*/ 590 w 708"/>
              <a:gd name="T79" fmla="*/ 102 h 295"/>
              <a:gd name="T80" fmla="*/ 604 w 708"/>
              <a:gd name="T81" fmla="*/ 117 h 295"/>
              <a:gd name="T82" fmla="*/ 619 w 708"/>
              <a:gd name="T83" fmla="*/ 102 h 295"/>
              <a:gd name="T84" fmla="*/ 619 w 708"/>
              <a:gd name="T85" fmla="*/ 29 h 295"/>
              <a:gd name="T86" fmla="*/ 678 w 708"/>
              <a:gd name="T87" fmla="*/ 29 h 295"/>
              <a:gd name="T88" fmla="*/ 678 w 708"/>
              <a:gd name="T89" fmla="*/ 25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295">
                <a:moveTo>
                  <a:pt x="15" y="0"/>
                </a:moveTo>
                <a:lnTo>
                  <a:pt x="15" y="0"/>
                </a:lnTo>
                <a:cubicBezTo>
                  <a:pt x="11" y="0"/>
                  <a:pt x="7" y="1"/>
                  <a:pt x="4" y="4"/>
                </a:cubicBezTo>
                <a:cubicBezTo>
                  <a:pt x="1" y="7"/>
                  <a:pt x="0" y="11"/>
                  <a:pt x="0" y="13"/>
                </a:cubicBezTo>
                <a:cubicBezTo>
                  <a:pt x="0" y="250"/>
                  <a:pt x="0" y="250"/>
                  <a:pt x="0" y="250"/>
                </a:cubicBezTo>
                <a:cubicBezTo>
                  <a:pt x="0" y="275"/>
                  <a:pt x="19" y="294"/>
                  <a:pt x="44" y="294"/>
                </a:cubicBezTo>
                <a:cubicBezTo>
                  <a:pt x="663" y="294"/>
                  <a:pt x="663" y="294"/>
                  <a:pt x="663" y="294"/>
                </a:cubicBezTo>
                <a:cubicBezTo>
                  <a:pt x="688" y="294"/>
                  <a:pt x="707" y="275"/>
                  <a:pt x="707" y="250"/>
                </a:cubicBezTo>
                <a:cubicBezTo>
                  <a:pt x="707" y="13"/>
                  <a:pt x="707" y="13"/>
                  <a:pt x="707" y="13"/>
                </a:cubicBezTo>
                <a:cubicBezTo>
                  <a:pt x="707" y="11"/>
                  <a:pt x="706" y="7"/>
                  <a:pt x="703" y="4"/>
                </a:cubicBezTo>
                <a:cubicBezTo>
                  <a:pt x="700" y="1"/>
                  <a:pt x="696" y="0"/>
                  <a:pt x="692" y="0"/>
                </a:cubicBezTo>
                <a:lnTo>
                  <a:pt x="15" y="0"/>
                </a:lnTo>
                <a:close/>
                <a:moveTo>
                  <a:pt x="678" y="250"/>
                </a:moveTo>
                <a:lnTo>
                  <a:pt x="678" y="250"/>
                </a:lnTo>
                <a:cubicBezTo>
                  <a:pt x="678" y="258"/>
                  <a:pt x="671" y="265"/>
                  <a:pt x="663" y="265"/>
                </a:cubicBezTo>
                <a:cubicBezTo>
                  <a:pt x="44" y="265"/>
                  <a:pt x="44" y="265"/>
                  <a:pt x="44" y="265"/>
                </a:cubicBezTo>
                <a:cubicBezTo>
                  <a:pt x="36" y="265"/>
                  <a:pt x="29" y="258"/>
                  <a:pt x="29" y="250"/>
                </a:cubicBezTo>
                <a:cubicBezTo>
                  <a:pt x="29" y="29"/>
                  <a:pt x="29" y="29"/>
                  <a:pt x="29" y="29"/>
                </a:cubicBezTo>
                <a:cubicBezTo>
                  <a:pt x="117" y="29"/>
                  <a:pt x="117" y="29"/>
                  <a:pt x="117" y="29"/>
                </a:cubicBezTo>
                <a:cubicBezTo>
                  <a:pt x="117" y="102"/>
                  <a:pt x="117" y="102"/>
                  <a:pt x="117" y="102"/>
                </a:cubicBezTo>
                <a:cubicBezTo>
                  <a:pt x="117" y="110"/>
                  <a:pt x="124" y="117"/>
                  <a:pt x="133" y="117"/>
                </a:cubicBezTo>
                <a:cubicBezTo>
                  <a:pt x="141" y="117"/>
                  <a:pt x="148" y="110"/>
                  <a:pt x="148" y="102"/>
                </a:cubicBezTo>
                <a:cubicBezTo>
                  <a:pt x="148" y="29"/>
                  <a:pt x="148" y="29"/>
                  <a:pt x="148" y="29"/>
                </a:cubicBezTo>
                <a:cubicBezTo>
                  <a:pt x="236" y="29"/>
                  <a:pt x="236" y="29"/>
                  <a:pt x="236" y="29"/>
                </a:cubicBezTo>
                <a:cubicBezTo>
                  <a:pt x="236" y="161"/>
                  <a:pt x="236" y="161"/>
                  <a:pt x="236" y="161"/>
                </a:cubicBezTo>
                <a:cubicBezTo>
                  <a:pt x="236" y="170"/>
                  <a:pt x="243" y="176"/>
                  <a:pt x="250" y="176"/>
                </a:cubicBezTo>
                <a:cubicBezTo>
                  <a:pt x="258" y="176"/>
                  <a:pt x="265" y="170"/>
                  <a:pt x="265" y="161"/>
                </a:cubicBezTo>
                <a:cubicBezTo>
                  <a:pt x="265" y="29"/>
                  <a:pt x="265" y="29"/>
                  <a:pt x="265" y="29"/>
                </a:cubicBezTo>
                <a:cubicBezTo>
                  <a:pt x="354" y="29"/>
                  <a:pt x="354" y="29"/>
                  <a:pt x="354" y="29"/>
                </a:cubicBezTo>
                <a:cubicBezTo>
                  <a:pt x="354" y="102"/>
                  <a:pt x="354" y="102"/>
                  <a:pt x="354" y="102"/>
                </a:cubicBezTo>
                <a:cubicBezTo>
                  <a:pt x="354" y="110"/>
                  <a:pt x="360" y="117"/>
                  <a:pt x="369" y="117"/>
                </a:cubicBezTo>
                <a:cubicBezTo>
                  <a:pt x="377" y="117"/>
                  <a:pt x="383" y="110"/>
                  <a:pt x="383" y="102"/>
                </a:cubicBezTo>
                <a:cubicBezTo>
                  <a:pt x="383" y="29"/>
                  <a:pt x="383" y="29"/>
                  <a:pt x="383" y="29"/>
                </a:cubicBezTo>
                <a:cubicBezTo>
                  <a:pt x="471" y="29"/>
                  <a:pt x="471" y="29"/>
                  <a:pt x="471" y="29"/>
                </a:cubicBezTo>
                <a:cubicBezTo>
                  <a:pt x="471" y="161"/>
                  <a:pt x="471" y="161"/>
                  <a:pt x="471" y="161"/>
                </a:cubicBezTo>
                <a:cubicBezTo>
                  <a:pt x="471" y="170"/>
                  <a:pt x="478" y="176"/>
                  <a:pt x="486" y="176"/>
                </a:cubicBezTo>
                <a:cubicBezTo>
                  <a:pt x="494" y="176"/>
                  <a:pt x="501" y="170"/>
                  <a:pt x="501" y="161"/>
                </a:cubicBezTo>
                <a:cubicBezTo>
                  <a:pt x="501" y="29"/>
                  <a:pt x="501" y="29"/>
                  <a:pt x="501" y="29"/>
                </a:cubicBezTo>
                <a:cubicBezTo>
                  <a:pt x="590" y="29"/>
                  <a:pt x="590" y="29"/>
                  <a:pt x="590" y="29"/>
                </a:cubicBezTo>
                <a:cubicBezTo>
                  <a:pt x="590" y="102"/>
                  <a:pt x="590" y="102"/>
                  <a:pt x="590" y="102"/>
                </a:cubicBezTo>
                <a:cubicBezTo>
                  <a:pt x="590" y="110"/>
                  <a:pt x="597" y="117"/>
                  <a:pt x="604" y="117"/>
                </a:cubicBezTo>
                <a:cubicBezTo>
                  <a:pt x="612" y="117"/>
                  <a:pt x="619" y="110"/>
                  <a:pt x="619" y="102"/>
                </a:cubicBezTo>
                <a:cubicBezTo>
                  <a:pt x="619" y="29"/>
                  <a:pt x="619" y="29"/>
                  <a:pt x="619" y="29"/>
                </a:cubicBezTo>
                <a:cubicBezTo>
                  <a:pt x="678" y="29"/>
                  <a:pt x="678" y="29"/>
                  <a:pt x="678" y="29"/>
                </a:cubicBezTo>
                <a:lnTo>
                  <a:pt x="678" y="250"/>
                </a:lnTo>
                <a:close/>
              </a:path>
            </a:pathLst>
          </a:custGeom>
          <a:solidFill>
            <a:schemeClr val="accent4"/>
          </a:solidFill>
          <a:ln>
            <a:noFill/>
          </a:ln>
          <a:effectLst/>
        </p:spPr>
        <p:txBody>
          <a:bodyPr wrap="none" anchor="ctr"/>
          <a:lstStyle/>
          <a:p>
            <a:endParaRPr lang="da-DK">
              <a:solidFill>
                <a:schemeClr val="tx2"/>
              </a:solidFill>
            </a:endParaRPr>
          </a:p>
        </p:txBody>
      </p:sp>
      <p:grpSp>
        <p:nvGrpSpPr>
          <p:cNvPr id="27" name="Group 29">
            <a:extLst>
              <a:ext uri="{FF2B5EF4-FFF2-40B4-BE49-F238E27FC236}">
                <a16:creationId xmlns:a16="http://schemas.microsoft.com/office/drawing/2014/main" id="{A6278850-2B0F-05BD-D267-9A3A78568E93}"/>
              </a:ext>
            </a:extLst>
          </p:cNvPr>
          <p:cNvGrpSpPr/>
          <p:nvPr/>
        </p:nvGrpSpPr>
        <p:grpSpPr>
          <a:xfrm>
            <a:off x="5324995" y="1906216"/>
            <a:ext cx="244475" cy="220662"/>
            <a:chOff x="4168775" y="2227263"/>
            <a:chExt cx="244475" cy="220662"/>
          </a:xfrm>
          <a:solidFill>
            <a:schemeClr val="accent4"/>
          </a:solidFill>
        </p:grpSpPr>
        <p:sp>
          <p:nvSpPr>
            <p:cNvPr id="28" name="Freeform 24">
              <a:extLst>
                <a:ext uri="{FF2B5EF4-FFF2-40B4-BE49-F238E27FC236}">
                  <a16:creationId xmlns:a16="http://schemas.microsoft.com/office/drawing/2014/main" id="{EAD97E2E-8F60-8941-65FE-1AF41789C4BC}"/>
                </a:ext>
              </a:extLst>
            </p:cNvPr>
            <p:cNvSpPr>
              <a:spLocks noChangeArrowheads="1"/>
            </p:cNvSpPr>
            <p:nvPr/>
          </p:nvSpPr>
          <p:spPr bwMode="auto">
            <a:xfrm>
              <a:off x="4316413" y="2332038"/>
              <a:ext cx="74612" cy="74612"/>
            </a:xfrm>
            <a:custGeom>
              <a:avLst/>
              <a:gdLst>
                <a:gd name="T0" fmla="*/ 102 w 207"/>
                <a:gd name="T1" fmla="*/ 0 h 206"/>
                <a:gd name="T2" fmla="*/ 102 w 207"/>
                <a:gd name="T3" fmla="*/ 0 h 206"/>
                <a:gd name="T4" fmla="*/ 88 w 207"/>
                <a:gd name="T5" fmla="*/ 14 h 206"/>
                <a:gd name="T6" fmla="*/ 88 w 207"/>
                <a:gd name="T7" fmla="*/ 88 h 206"/>
                <a:gd name="T8" fmla="*/ 14 w 207"/>
                <a:gd name="T9" fmla="*/ 88 h 206"/>
                <a:gd name="T10" fmla="*/ 0 w 207"/>
                <a:gd name="T11" fmla="*/ 102 h 206"/>
                <a:gd name="T12" fmla="*/ 14 w 207"/>
                <a:gd name="T13" fmla="*/ 117 h 206"/>
                <a:gd name="T14" fmla="*/ 88 w 207"/>
                <a:gd name="T15" fmla="*/ 117 h 206"/>
                <a:gd name="T16" fmla="*/ 88 w 207"/>
                <a:gd name="T17" fmla="*/ 190 h 206"/>
                <a:gd name="T18" fmla="*/ 102 w 207"/>
                <a:gd name="T19" fmla="*/ 205 h 206"/>
                <a:gd name="T20" fmla="*/ 117 w 207"/>
                <a:gd name="T21" fmla="*/ 190 h 206"/>
                <a:gd name="T22" fmla="*/ 117 w 207"/>
                <a:gd name="T23" fmla="*/ 117 h 206"/>
                <a:gd name="T24" fmla="*/ 191 w 207"/>
                <a:gd name="T25" fmla="*/ 117 h 206"/>
                <a:gd name="T26" fmla="*/ 206 w 207"/>
                <a:gd name="T27" fmla="*/ 102 h 206"/>
                <a:gd name="T28" fmla="*/ 191 w 207"/>
                <a:gd name="T29" fmla="*/ 88 h 206"/>
                <a:gd name="T30" fmla="*/ 117 w 207"/>
                <a:gd name="T31" fmla="*/ 88 h 206"/>
                <a:gd name="T32" fmla="*/ 117 w 207"/>
                <a:gd name="T33" fmla="*/ 14 h 206"/>
                <a:gd name="T34" fmla="*/ 102 w 207"/>
                <a:gd name="T35" fmla="*/ 0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02" y="0"/>
                  </a:moveTo>
                  <a:lnTo>
                    <a:pt x="102" y="0"/>
                  </a:lnTo>
                  <a:cubicBezTo>
                    <a:pt x="95" y="0"/>
                    <a:pt x="88" y="7"/>
                    <a:pt x="88" y="14"/>
                  </a:cubicBezTo>
                  <a:cubicBezTo>
                    <a:pt x="88" y="88"/>
                    <a:pt x="88" y="88"/>
                    <a:pt x="88" y="88"/>
                  </a:cubicBezTo>
                  <a:cubicBezTo>
                    <a:pt x="14" y="88"/>
                    <a:pt x="14" y="88"/>
                    <a:pt x="14" y="88"/>
                  </a:cubicBezTo>
                  <a:cubicBezTo>
                    <a:pt x="7" y="88"/>
                    <a:pt x="0" y="95"/>
                    <a:pt x="0" y="102"/>
                  </a:cubicBezTo>
                  <a:cubicBezTo>
                    <a:pt x="0" y="110"/>
                    <a:pt x="7" y="117"/>
                    <a:pt x="14" y="117"/>
                  </a:cubicBezTo>
                  <a:cubicBezTo>
                    <a:pt x="88" y="117"/>
                    <a:pt x="88" y="117"/>
                    <a:pt x="88" y="117"/>
                  </a:cubicBezTo>
                  <a:cubicBezTo>
                    <a:pt x="88" y="190"/>
                    <a:pt x="88" y="190"/>
                    <a:pt x="88" y="190"/>
                  </a:cubicBezTo>
                  <a:cubicBezTo>
                    <a:pt x="88" y="199"/>
                    <a:pt x="95" y="205"/>
                    <a:pt x="102" y="205"/>
                  </a:cubicBezTo>
                  <a:cubicBezTo>
                    <a:pt x="110" y="205"/>
                    <a:pt x="117" y="199"/>
                    <a:pt x="117" y="190"/>
                  </a:cubicBezTo>
                  <a:cubicBezTo>
                    <a:pt x="117" y="117"/>
                    <a:pt x="117" y="117"/>
                    <a:pt x="117" y="117"/>
                  </a:cubicBezTo>
                  <a:cubicBezTo>
                    <a:pt x="191" y="117"/>
                    <a:pt x="191" y="117"/>
                    <a:pt x="191" y="117"/>
                  </a:cubicBezTo>
                  <a:cubicBezTo>
                    <a:pt x="199" y="117"/>
                    <a:pt x="206" y="110"/>
                    <a:pt x="206" y="102"/>
                  </a:cubicBezTo>
                  <a:cubicBezTo>
                    <a:pt x="206" y="95"/>
                    <a:pt x="199" y="88"/>
                    <a:pt x="191" y="88"/>
                  </a:cubicBezTo>
                  <a:cubicBezTo>
                    <a:pt x="117" y="88"/>
                    <a:pt x="117" y="88"/>
                    <a:pt x="117" y="88"/>
                  </a:cubicBezTo>
                  <a:cubicBezTo>
                    <a:pt x="117" y="14"/>
                    <a:pt x="117" y="14"/>
                    <a:pt x="117" y="14"/>
                  </a:cubicBezTo>
                  <a:cubicBezTo>
                    <a:pt x="117" y="7"/>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 name="Freeform 25">
              <a:extLst>
                <a:ext uri="{FF2B5EF4-FFF2-40B4-BE49-F238E27FC236}">
                  <a16:creationId xmlns:a16="http://schemas.microsoft.com/office/drawing/2014/main" id="{8FF40A92-1088-8F23-4402-D2C282AC3113}"/>
                </a:ext>
              </a:extLst>
            </p:cNvPr>
            <p:cNvSpPr>
              <a:spLocks noChangeArrowheads="1"/>
            </p:cNvSpPr>
            <p:nvPr/>
          </p:nvSpPr>
          <p:spPr bwMode="auto">
            <a:xfrm>
              <a:off x="44100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 name="Freeform 26">
              <a:extLst>
                <a:ext uri="{FF2B5EF4-FFF2-40B4-BE49-F238E27FC236}">
                  <a16:creationId xmlns:a16="http://schemas.microsoft.com/office/drawing/2014/main" id="{F45382FE-C604-89C6-BCC0-1404F5E55B69}"/>
                </a:ext>
              </a:extLst>
            </p:cNvPr>
            <p:cNvSpPr>
              <a:spLocks noChangeArrowheads="1"/>
            </p:cNvSpPr>
            <p:nvPr/>
          </p:nvSpPr>
          <p:spPr bwMode="auto">
            <a:xfrm>
              <a:off x="4168775" y="2227263"/>
              <a:ext cx="244475" cy="220662"/>
            </a:xfrm>
            <a:custGeom>
              <a:avLst/>
              <a:gdLst>
                <a:gd name="T0" fmla="*/ 36 w 679"/>
                <a:gd name="T1" fmla="*/ 282 h 613"/>
                <a:gd name="T2" fmla="*/ 36 w 679"/>
                <a:gd name="T3" fmla="*/ 282 h 613"/>
                <a:gd name="T4" fmla="*/ 37 w 679"/>
                <a:gd name="T5" fmla="*/ 283 h 613"/>
                <a:gd name="T6" fmla="*/ 302 w 679"/>
                <a:gd name="T7" fmla="*/ 595 h 613"/>
                <a:gd name="T8" fmla="*/ 302 w 679"/>
                <a:gd name="T9" fmla="*/ 595 h 613"/>
                <a:gd name="T10" fmla="*/ 338 w 679"/>
                <a:gd name="T11" fmla="*/ 612 h 613"/>
                <a:gd name="T12" fmla="*/ 374 w 679"/>
                <a:gd name="T13" fmla="*/ 595 h 613"/>
                <a:gd name="T14" fmla="*/ 374 w 679"/>
                <a:gd name="T15" fmla="*/ 595 h 613"/>
                <a:gd name="T16" fmla="*/ 421 w 679"/>
                <a:gd name="T17" fmla="*/ 540 h 613"/>
                <a:gd name="T18" fmla="*/ 420 w 679"/>
                <a:gd name="T19" fmla="*/ 519 h 613"/>
                <a:gd name="T20" fmla="*/ 399 w 679"/>
                <a:gd name="T21" fmla="*/ 522 h 613"/>
                <a:gd name="T22" fmla="*/ 352 w 679"/>
                <a:gd name="T23" fmla="*/ 576 h 613"/>
                <a:gd name="T24" fmla="*/ 352 w 679"/>
                <a:gd name="T25" fmla="*/ 576 h 613"/>
                <a:gd name="T26" fmla="*/ 338 w 679"/>
                <a:gd name="T27" fmla="*/ 581 h 613"/>
                <a:gd name="T28" fmla="*/ 326 w 679"/>
                <a:gd name="T29" fmla="*/ 576 h 613"/>
                <a:gd name="T30" fmla="*/ 59 w 679"/>
                <a:gd name="T31" fmla="*/ 265 h 613"/>
                <a:gd name="T32" fmla="*/ 29 w 679"/>
                <a:gd name="T33" fmla="*/ 177 h 613"/>
                <a:gd name="T34" fmla="*/ 33 w 679"/>
                <a:gd name="T35" fmla="*/ 144 h 613"/>
                <a:gd name="T36" fmla="*/ 33 w 679"/>
                <a:gd name="T37" fmla="*/ 144 h 613"/>
                <a:gd name="T38" fmla="*/ 146 w 679"/>
                <a:gd name="T39" fmla="*/ 32 h 613"/>
                <a:gd name="T40" fmla="*/ 177 w 679"/>
                <a:gd name="T41" fmla="*/ 29 h 613"/>
                <a:gd name="T42" fmla="*/ 280 w 679"/>
                <a:gd name="T43" fmla="*/ 72 h 613"/>
                <a:gd name="T44" fmla="*/ 325 w 679"/>
                <a:gd name="T45" fmla="*/ 177 h 613"/>
                <a:gd name="T46" fmla="*/ 329 w 679"/>
                <a:gd name="T47" fmla="*/ 186 h 613"/>
                <a:gd name="T48" fmla="*/ 338 w 679"/>
                <a:gd name="T49" fmla="*/ 191 h 613"/>
                <a:gd name="T50" fmla="*/ 349 w 679"/>
                <a:gd name="T51" fmla="*/ 186 h 613"/>
                <a:gd name="T52" fmla="*/ 354 w 679"/>
                <a:gd name="T53" fmla="*/ 177 h 613"/>
                <a:gd name="T54" fmla="*/ 396 w 679"/>
                <a:gd name="T55" fmla="*/ 72 h 613"/>
                <a:gd name="T56" fmla="*/ 501 w 679"/>
                <a:gd name="T57" fmla="*/ 29 h 613"/>
                <a:gd name="T58" fmla="*/ 532 w 679"/>
                <a:gd name="T59" fmla="*/ 32 h 613"/>
                <a:gd name="T60" fmla="*/ 645 w 679"/>
                <a:gd name="T61" fmla="*/ 144 h 613"/>
                <a:gd name="T62" fmla="*/ 645 w 679"/>
                <a:gd name="T63" fmla="*/ 144 h 613"/>
                <a:gd name="T64" fmla="*/ 648 w 679"/>
                <a:gd name="T65" fmla="*/ 177 h 613"/>
                <a:gd name="T66" fmla="*/ 619 w 679"/>
                <a:gd name="T67" fmla="*/ 265 h 613"/>
                <a:gd name="T68" fmla="*/ 616 w 679"/>
                <a:gd name="T69" fmla="*/ 271 h 613"/>
                <a:gd name="T70" fmla="*/ 616 w 679"/>
                <a:gd name="T71" fmla="*/ 272 h 613"/>
                <a:gd name="T72" fmla="*/ 616 w 679"/>
                <a:gd name="T73" fmla="*/ 272 h 613"/>
                <a:gd name="T74" fmla="*/ 622 w 679"/>
                <a:gd name="T75" fmla="*/ 286 h 613"/>
                <a:gd name="T76" fmla="*/ 642 w 679"/>
                <a:gd name="T77" fmla="*/ 283 h 613"/>
                <a:gd name="T78" fmla="*/ 642 w 679"/>
                <a:gd name="T79" fmla="*/ 283 h 613"/>
                <a:gd name="T80" fmla="*/ 642 w 679"/>
                <a:gd name="T81" fmla="*/ 282 h 613"/>
                <a:gd name="T82" fmla="*/ 645 w 679"/>
                <a:gd name="T83" fmla="*/ 279 h 613"/>
                <a:gd name="T84" fmla="*/ 678 w 679"/>
                <a:gd name="T85" fmla="*/ 177 h 613"/>
                <a:gd name="T86" fmla="*/ 674 w 679"/>
                <a:gd name="T87" fmla="*/ 137 h 613"/>
                <a:gd name="T88" fmla="*/ 537 w 679"/>
                <a:gd name="T89" fmla="*/ 3 h 613"/>
                <a:gd name="T90" fmla="*/ 537 w 679"/>
                <a:gd name="T91" fmla="*/ 3 h 613"/>
                <a:gd name="T92" fmla="*/ 501 w 679"/>
                <a:gd name="T93" fmla="*/ 0 h 613"/>
                <a:gd name="T94" fmla="*/ 338 w 679"/>
                <a:gd name="T95" fmla="*/ 106 h 613"/>
                <a:gd name="T96" fmla="*/ 177 w 679"/>
                <a:gd name="T97" fmla="*/ 0 h 613"/>
                <a:gd name="T98" fmla="*/ 141 w 679"/>
                <a:gd name="T99" fmla="*/ 3 h 613"/>
                <a:gd name="T100" fmla="*/ 141 w 679"/>
                <a:gd name="T101" fmla="*/ 3 h 613"/>
                <a:gd name="T102" fmla="*/ 4 w 679"/>
                <a:gd name="T103" fmla="*/ 137 h 613"/>
                <a:gd name="T104" fmla="*/ 0 w 679"/>
                <a:gd name="T105" fmla="*/ 177 h 613"/>
                <a:gd name="T106" fmla="*/ 36 w 679"/>
                <a:gd name="T107" fmla="*/ 282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613">
                  <a:moveTo>
                    <a:pt x="36" y="282"/>
                  </a:moveTo>
                  <a:lnTo>
                    <a:pt x="36" y="282"/>
                  </a:lnTo>
                  <a:cubicBezTo>
                    <a:pt x="37" y="283"/>
                    <a:pt x="37" y="283"/>
                    <a:pt x="37" y="283"/>
                  </a:cubicBezTo>
                  <a:cubicBezTo>
                    <a:pt x="302" y="595"/>
                    <a:pt x="302" y="595"/>
                    <a:pt x="302" y="595"/>
                  </a:cubicBezTo>
                  <a:lnTo>
                    <a:pt x="302" y="595"/>
                  </a:lnTo>
                  <a:cubicBezTo>
                    <a:pt x="312" y="606"/>
                    <a:pt x="326" y="612"/>
                    <a:pt x="338" y="612"/>
                  </a:cubicBezTo>
                  <a:cubicBezTo>
                    <a:pt x="352" y="612"/>
                    <a:pt x="366" y="606"/>
                    <a:pt x="374" y="595"/>
                  </a:cubicBezTo>
                  <a:lnTo>
                    <a:pt x="374" y="595"/>
                  </a:lnTo>
                  <a:cubicBezTo>
                    <a:pt x="421" y="540"/>
                    <a:pt x="421" y="540"/>
                    <a:pt x="421" y="540"/>
                  </a:cubicBezTo>
                  <a:cubicBezTo>
                    <a:pt x="427" y="535"/>
                    <a:pt x="425" y="525"/>
                    <a:pt x="420" y="519"/>
                  </a:cubicBezTo>
                  <a:cubicBezTo>
                    <a:pt x="413" y="515"/>
                    <a:pt x="405" y="515"/>
                    <a:pt x="399" y="522"/>
                  </a:cubicBezTo>
                  <a:cubicBezTo>
                    <a:pt x="352" y="576"/>
                    <a:pt x="352" y="576"/>
                    <a:pt x="352" y="576"/>
                  </a:cubicBezTo>
                  <a:lnTo>
                    <a:pt x="352" y="576"/>
                  </a:lnTo>
                  <a:cubicBezTo>
                    <a:pt x="349" y="580"/>
                    <a:pt x="344" y="581"/>
                    <a:pt x="338" y="581"/>
                  </a:cubicBezTo>
                  <a:cubicBezTo>
                    <a:pt x="334" y="581"/>
                    <a:pt x="329" y="580"/>
                    <a:pt x="326" y="576"/>
                  </a:cubicBezTo>
                  <a:cubicBezTo>
                    <a:pt x="59" y="265"/>
                    <a:pt x="59" y="265"/>
                    <a:pt x="59" y="265"/>
                  </a:cubicBezTo>
                  <a:cubicBezTo>
                    <a:pt x="41" y="239"/>
                    <a:pt x="29" y="210"/>
                    <a:pt x="29" y="177"/>
                  </a:cubicBezTo>
                  <a:cubicBezTo>
                    <a:pt x="29" y="166"/>
                    <a:pt x="30" y="155"/>
                    <a:pt x="33" y="144"/>
                  </a:cubicBezTo>
                  <a:lnTo>
                    <a:pt x="33" y="144"/>
                  </a:lnTo>
                  <a:cubicBezTo>
                    <a:pt x="46" y="88"/>
                    <a:pt x="91" y="43"/>
                    <a:pt x="146" y="32"/>
                  </a:cubicBezTo>
                  <a:cubicBezTo>
                    <a:pt x="157" y="30"/>
                    <a:pt x="167" y="29"/>
                    <a:pt x="177" y="29"/>
                  </a:cubicBezTo>
                  <a:cubicBezTo>
                    <a:pt x="218" y="29"/>
                    <a:pt x="254" y="46"/>
                    <a:pt x="280" y="72"/>
                  </a:cubicBezTo>
                  <a:cubicBezTo>
                    <a:pt x="308" y="99"/>
                    <a:pt x="325" y="135"/>
                    <a:pt x="325" y="177"/>
                  </a:cubicBezTo>
                  <a:cubicBezTo>
                    <a:pt x="325" y="180"/>
                    <a:pt x="326" y="184"/>
                    <a:pt x="329" y="186"/>
                  </a:cubicBezTo>
                  <a:cubicBezTo>
                    <a:pt x="331" y="189"/>
                    <a:pt x="336" y="191"/>
                    <a:pt x="338" y="191"/>
                  </a:cubicBezTo>
                  <a:cubicBezTo>
                    <a:pt x="343" y="191"/>
                    <a:pt x="347" y="189"/>
                    <a:pt x="349" y="186"/>
                  </a:cubicBezTo>
                  <a:cubicBezTo>
                    <a:pt x="352" y="184"/>
                    <a:pt x="354" y="180"/>
                    <a:pt x="354" y="177"/>
                  </a:cubicBezTo>
                  <a:cubicBezTo>
                    <a:pt x="354" y="135"/>
                    <a:pt x="370" y="99"/>
                    <a:pt x="396" y="72"/>
                  </a:cubicBezTo>
                  <a:cubicBezTo>
                    <a:pt x="424" y="46"/>
                    <a:pt x="460" y="29"/>
                    <a:pt x="501" y="29"/>
                  </a:cubicBezTo>
                  <a:cubicBezTo>
                    <a:pt x="511" y="29"/>
                    <a:pt x="521" y="30"/>
                    <a:pt x="532" y="32"/>
                  </a:cubicBezTo>
                  <a:cubicBezTo>
                    <a:pt x="587" y="43"/>
                    <a:pt x="633" y="88"/>
                    <a:pt x="645" y="144"/>
                  </a:cubicBezTo>
                  <a:lnTo>
                    <a:pt x="645" y="144"/>
                  </a:lnTo>
                  <a:cubicBezTo>
                    <a:pt x="648" y="155"/>
                    <a:pt x="648" y="166"/>
                    <a:pt x="648" y="177"/>
                  </a:cubicBezTo>
                  <a:cubicBezTo>
                    <a:pt x="648" y="210"/>
                    <a:pt x="637" y="240"/>
                    <a:pt x="619" y="265"/>
                  </a:cubicBezTo>
                  <a:cubicBezTo>
                    <a:pt x="617" y="267"/>
                    <a:pt x="616" y="268"/>
                    <a:pt x="616" y="271"/>
                  </a:cubicBezTo>
                  <a:lnTo>
                    <a:pt x="616" y="272"/>
                  </a:lnTo>
                  <a:lnTo>
                    <a:pt x="616" y="272"/>
                  </a:lnTo>
                  <a:cubicBezTo>
                    <a:pt x="615" y="278"/>
                    <a:pt x="616" y="283"/>
                    <a:pt x="622" y="286"/>
                  </a:cubicBezTo>
                  <a:cubicBezTo>
                    <a:pt x="627" y="291"/>
                    <a:pt x="637" y="290"/>
                    <a:pt x="642" y="283"/>
                  </a:cubicBezTo>
                  <a:lnTo>
                    <a:pt x="642" y="283"/>
                  </a:lnTo>
                  <a:cubicBezTo>
                    <a:pt x="642" y="282"/>
                    <a:pt x="642" y="282"/>
                    <a:pt x="642" y="282"/>
                  </a:cubicBezTo>
                  <a:cubicBezTo>
                    <a:pt x="644" y="282"/>
                    <a:pt x="644" y="280"/>
                    <a:pt x="645" y="279"/>
                  </a:cubicBezTo>
                  <a:cubicBezTo>
                    <a:pt x="664" y="250"/>
                    <a:pt x="678" y="215"/>
                    <a:pt x="678" y="177"/>
                  </a:cubicBezTo>
                  <a:cubicBezTo>
                    <a:pt x="678" y="164"/>
                    <a:pt x="677" y="151"/>
                    <a:pt x="674" y="137"/>
                  </a:cubicBezTo>
                  <a:cubicBezTo>
                    <a:pt x="659" y="70"/>
                    <a:pt x="605" y="17"/>
                    <a:pt x="537" y="3"/>
                  </a:cubicBezTo>
                  <a:lnTo>
                    <a:pt x="537" y="3"/>
                  </a:lnTo>
                  <a:cubicBezTo>
                    <a:pt x="525" y="0"/>
                    <a:pt x="512" y="0"/>
                    <a:pt x="501" y="0"/>
                  </a:cubicBezTo>
                  <a:cubicBezTo>
                    <a:pt x="428" y="0"/>
                    <a:pt x="366" y="43"/>
                    <a:pt x="338" y="106"/>
                  </a:cubicBezTo>
                  <a:cubicBezTo>
                    <a:pt x="312" y="43"/>
                    <a:pt x="250" y="0"/>
                    <a:pt x="177" y="0"/>
                  </a:cubicBezTo>
                  <a:cubicBezTo>
                    <a:pt x="164" y="0"/>
                    <a:pt x="153" y="0"/>
                    <a:pt x="141" y="3"/>
                  </a:cubicBezTo>
                  <a:lnTo>
                    <a:pt x="141" y="3"/>
                  </a:lnTo>
                  <a:cubicBezTo>
                    <a:pt x="73" y="17"/>
                    <a:pt x="19" y="70"/>
                    <a:pt x="4" y="137"/>
                  </a:cubicBezTo>
                  <a:cubicBezTo>
                    <a:pt x="1" y="151"/>
                    <a:pt x="0" y="164"/>
                    <a:pt x="0" y="177"/>
                  </a:cubicBezTo>
                  <a:cubicBezTo>
                    <a:pt x="0" y="217"/>
                    <a:pt x="14" y="253"/>
                    <a:pt x="36" y="2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 name="Freeform 27">
              <a:extLst>
                <a:ext uri="{FF2B5EF4-FFF2-40B4-BE49-F238E27FC236}">
                  <a16:creationId xmlns:a16="http://schemas.microsoft.com/office/drawing/2014/main" id="{7F41C219-461D-B8E6-9BB5-21CAE8DDE089}"/>
                </a:ext>
              </a:extLst>
            </p:cNvPr>
            <p:cNvSpPr>
              <a:spLocks noChangeArrowheads="1"/>
            </p:cNvSpPr>
            <p:nvPr/>
          </p:nvSpPr>
          <p:spPr bwMode="auto">
            <a:xfrm>
              <a:off x="4168775" y="2276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2" name="Freeform 28">
            <a:extLst>
              <a:ext uri="{FF2B5EF4-FFF2-40B4-BE49-F238E27FC236}">
                <a16:creationId xmlns:a16="http://schemas.microsoft.com/office/drawing/2014/main" id="{A0A0705B-E200-24F8-8E39-66F1D3B40843}"/>
              </a:ext>
            </a:extLst>
          </p:cNvPr>
          <p:cNvSpPr>
            <a:spLocks noChangeArrowheads="1"/>
          </p:cNvSpPr>
          <p:nvPr/>
        </p:nvSpPr>
        <p:spPr bwMode="auto">
          <a:xfrm>
            <a:off x="4815408" y="1906216"/>
            <a:ext cx="244475" cy="220662"/>
          </a:xfrm>
          <a:custGeom>
            <a:avLst/>
            <a:gdLst>
              <a:gd name="T0" fmla="*/ 37 w 679"/>
              <a:gd name="T1" fmla="*/ 283 h 613"/>
              <a:gd name="T2" fmla="*/ 37 w 679"/>
              <a:gd name="T3" fmla="*/ 283 h 613"/>
              <a:gd name="T4" fmla="*/ 302 w 679"/>
              <a:gd name="T5" fmla="*/ 595 h 613"/>
              <a:gd name="T6" fmla="*/ 338 w 679"/>
              <a:gd name="T7" fmla="*/ 612 h 613"/>
              <a:gd name="T8" fmla="*/ 374 w 679"/>
              <a:gd name="T9" fmla="*/ 595 h 613"/>
              <a:gd name="T10" fmla="*/ 641 w 679"/>
              <a:gd name="T11" fmla="*/ 283 h 613"/>
              <a:gd name="T12" fmla="*/ 642 w 679"/>
              <a:gd name="T13" fmla="*/ 282 h 613"/>
              <a:gd name="T14" fmla="*/ 678 w 679"/>
              <a:gd name="T15" fmla="*/ 177 h 613"/>
              <a:gd name="T16" fmla="*/ 674 w 679"/>
              <a:gd name="T17" fmla="*/ 137 h 613"/>
              <a:gd name="T18" fmla="*/ 537 w 679"/>
              <a:gd name="T19" fmla="*/ 3 h 613"/>
              <a:gd name="T20" fmla="*/ 501 w 679"/>
              <a:gd name="T21" fmla="*/ 0 h 613"/>
              <a:gd name="T22" fmla="*/ 338 w 679"/>
              <a:gd name="T23" fmla="*/ 106 h 613"/>
              <a:gd name="T24" fmla="*/ 176 w 679"/>
              <a:gd name="T25" fmla="*/ 0 h 613"/>
              <a:gd name="T26" fmla="*/ 141 w 679"/>
              <a:gd name="T27" fmla="*/ 3 h 613"/>
              <a:gd name="T28" fmla="*/ 143 w 679"/>
              <a:gd name="T29" fmla="*/ 18 h 613"/>
              <a:gd name="T30" fmla="*/ 141 w 679"/>
              <a:gd name="T31" fmla="*/ 3 h 613"/>
              <a:gd name="T32" fmla="*/ 4 w 679"/>
              <a:gd name="T33" fmla="*/ 137 h 613"/>
              <a:gd name="T34" fmla="*/ 0 w 679"/>
              <a:gd name="T35" fmla="*/ 177 h 613"/>
              <a:gd name="T36" fmla="*/ 36 w 679"/>
              <a:gd name="T37" fmla="*/ 282 h 613"/>
              <a:gd name="T38" fmla="*/ 37 w 679"/>
              <a:gd name="T39" fmla="*/ 283 h 613"/>
              <a:gd name="T40" fmla="*/ 33 w 679"/>
              <a:gd name="T41" fmla="*/ 144 h 613"/>
              <a:gd name="T42" fmla="*/ 33 w 679"/>
              <a:gd name="T43" fmla="*/ 144 h 613"/>
              <a:gd name="T44" fmla="*/ 146 w 679"/>
              <a:gd name="T45" fmla="*/ 32 h 613"/>
              <a:gd name="T46" fmla="*/ 146 w 679"/>
              <a:gd name="T47" fmla="*/ 32 h 613"/>
              <a:gd name="T48" fmla="*/ 176 w 679"/>
              <a:gd name="T49" fmla="*/ 29 h 613"/>
              <a:gd name="T50" fmla="*/ 280 w 679"/>
              <a:gd name="T51" fmla="*/ 72 h 613"/>
              <a:gd name="T52" fmla="*/ 324 w 679"/>
              <a:gd name="T53" fmla="*/ 177 h 613"/>
              <a:gd name="T54" fmla="*/ 328 w 679"/>
              <a:gd name="T55" fmla="*/ 186 h 613"/>
              <a:gd name="T56" fmla="*/ 338 w 679"/>
              <a:gd name="T57" fmla="*/ 191 h 613"/>
              <a:gd name="T58" fmla="*/ 349 w 679"/>
              <a:gd name="T59" fmla="*/ 186 h 613"/>
              <a:gd name="T60" fmla="*/ 353 w 679"/>
              <a:gd name="T61" fmla="*/ 177 h 613"/>
              <a:gd name="T62" fmla="*/ 396 w 679"/>
              <a:gd name="T63" fmla="*/ 72 h 613"/>
              <a:gd name="T64" fmla="*/ 501 w 679"/>
              <a:gd name="T65" fmla="*/ 29 h 613"/>
              <a:gd name="T66" fmla="*/ 531 w 679"/>
              <a:gd name="T67" fmla="*/ 32 h 613"/>
              <a:gd name="T68" fmla="*/ 645 w 679"/>
              <a:gd name="T69" fmla="*/ 144 h 613"/>
              <a:gd name="T70" fmla="*/ 647 w 679"/>
              <a:gd name="T71" fmla="*/ 177 h 613"/>
              <a:gd name="T72" fmla="*/ 618 w 679"/>
              <a:gd name="T73" fmla="*/ 264 h 613"/>
              <a:gd name="T74" fmla="*/ 352 w 679"/>
              <a:gd name="T75" fmla="*/ 576 h 613"/>
              <a:gd name="T76" fmla="*/ 338 w 679"/>
              <a:gd name="T77" fmla="*/ 581 h 613"/>
              <a:gd name="T78" fmla="*/ 326 w 679"/>
              <a:gd name="T79" fmla="*/ 576 h 613"/>
              <a:gd name="T80" fmla="*/ 59 w 679"/>
              <a:gd name="T81" fmla="*/ 264 h 613"/>
              <a:gd name="T82" fmla="*/ 29 w 679"/>
              <a:gd name="T83" fmla="*/ 177 h 613"/>
              <a:gd name="T84" fmla="*/ 33 w 679"/>
              <a:gd name="T85" fmla="*/ 144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9" h="613">
                <a:moveTo>
                  <a:pt x="37" y="283"/>
                </a:moveTo>
                <a:lnTo>
                  <a:pt x="37" y="283"/>
                </a:lnTo>
                <a:cubicBezTo>
                  <a:pt x="302" y="595"/>
                  <a:pt x="302" y="595"/>
                  <a:pt x="302" y="595"/>
                </a:cubicBezTo>
                <a:cubicBezTo>
                  <a:pt x="312" y="606"/>
                  <a:pt x="326" y="612"/>
                  <a:pt x="338" y="612"/>
                </a:cubicBezTo>
                <a:cubicBezTo>
                  <a:pt x="352" y="612"/>
                  <a:pt x="366" y="606"/>
                  <a:pt x="374" y="595"/>
                </a:cubicBezTo>
                <a:cubicBezTo>
                  <a:pt x="641" y="283"/>
                  <a:pt x="641" y="283"/>
                  <a:pt x="641" y="283"/>
                </a:cubicBezTo>
                <a:cubicBezTo>
                  <a:pt x="642" y="282"/>
                  <a:pt x="642" y="282"/>
                  <a:pt x="642" y="282"/>
                </a:cubicBezTo>
                <a:cubicBezTo>
                  <a:pt x="664" y="253"/>
                  <a:pt x="678" y="217"/>
                  <a:pt x="678" y="177"/>
                </a:cubicBezTo>
                <a:cubicBezTo>
                  <a:pt x="678" y="163"/>
                  <a:pt x="676" y="151"/>
                  <a:pt x="674" y="137"/>
                </a:cubicBezTo>
                <a:cubicBezTo>
                  <a:pt x="658" y="70"/>
                  <a:pt x="605" y="17"/>
                  <a:pt x="537" y="3"/>
                </a:cubicBezTo>
                <a:cubicBezTo>
                  <a:pt x="525" y="1"/>
                  <a:pt x="512" y="0"/>
                  <a:pt x="501" y="0"/>
                </a:cubicBezTo>
                <a:cubicBezTo>
                  <a:pt x="428" y="0"/>
                  <a:pt x="366" y="43"/>
                  <a:pt x="338" y="106"/>
                </a:cubicBezTo>
                <a:cubicBezTo>
                  <a:pt x="312" y="43"/>
                  <a:pt x="250" y="0"/>
                  <a:pt x="176" y="0"/>
                </a:cubicBezTo>
                <a:cubicBezTo>
                  <a:pt x="165" y="0"/>
                  <a:pt x="153" y="1"/>
                  <a:pt x="141" y="3"/>
                </a:cubicBezTo>
                <a:cubicBezTo>
                  <a:pt x="143" y="18"/>
                  <a:pt x="143" y="18"/>
                  <a:pt x="143" y="18"/>
                </a:cubicBezTo>
                <a:cubicBezTo>
                  <a:pt x="141" y="3"/>
                  <a:pt x="141" y="3"/>
                  <a:pt x="141" y="3"/>
                </a:cubicBezTo>
                <a:cubicBezTo>
                  <a:pt x="73" y="17"/>
                  <a:pt x="19" y="70"/>
                  <a:pt x="4" y="137"/>
                </a:cubicBezTo>
                <a:cubicBezTo>
                  <a:pt x="1" y="151"/>
                  <a:pt x="0" y="163"/>
                  <a:pt x="0" y="177"/>
                </a:cubicBezTo>
                <a:cubicBezTo>
                  <a:pt x="0" y="217"/>
                  <a:pt x="13" y="253"/>
                  <a:pt x="36" y="282"/>
                </a:cubicBezTo>
                <a:lnTo>
                  <a:pt x="37" y="283"/>
                </a:lnTo>
                <a:close/>
                <a:moveTo>
                  <a:pt x="33" y="144"/>
                </a:moveTo>
                <a:lnTo>
                  <a:pt x="33" y="144"/>
                </a:lnTo>
                <a:cubicBezTo>
                  <a:pt x="45" y="88"/>
                  <a:pt x="91" y="43"/>
                  <a:pt x="146" y="32"/>
                </a:cubicBezTo>
                <a:lnTo>
                  <a:pt x="146" y="32"/>
                </a:lnTo>
                <a:cubicBezTo>
                  <a:pt x="157" y="30"/>
                  <a:pt x="167" y="29"/>
                  <a:pt x="176" y="29"/>
                </a:cubicBezTo>
                <a:cubicBezTo>
                  <a:pt x="218" y="29"/>
                  <a:pt x="254" y="46"/>
                  <a:pt x="280" y="72"/>
                </a:cubicBezTo>
                <a:cubicBezTo>
                  <a:pt x="308" y="99"/>
                  <a:pt x="324" y="135"/>
                  <a:pt x="324" y="177"/>
                </a:cubicBezTo>
                <a:cubicBezTo>
                  <a:pt x="324" y="180"/>
                  <a:pt x="326" y="184"/>
                  <a:pt x="328" y="186"/>
                </a:cubicBezTo>
                <a:cubicBezTo>
                  <a:pt x="331" y="189"/>
                  <a:pt x="335" y="191"/>
                  <a:pt x="338" y="191"/>
                </a:cubicBezTo>
                <a:cubicBezTo>
                  <a:pt x="342" y="191"/>
                  <a:pt x="346" y="189"/>
                  <a:pt x="349" y="186"/>
                </a:cubicBezTo>
                <a:cubicBezTo>
                  <a:pt x="352" y="184"/>
                  <a:pt x="353" y="180"/>
                  <a:pt x="353" y="177"/>
                </a:cubicBezTo>
                <a:cubicBezTo>
                  <a:pt x="353" y="135"/>
                  <a:pt x="370" y="99"/>
                  <a:pt x="396" y="72"/>
                </a:cubicBezTo>
                <a:cubicBezTo>
                  <a:pt x="424" y="46"/>
                  <a:pt x="460" y="29"/>
                  <a:pt x="501" y="29"/>
                </a:cubicBezTo>
                <a:cubicBezTo>
                  <a:pt x="511" y="29"/>
                  <a:pt x="520" y="30"/>
                  <a:pt x="531" y="32"/>
                </a:cubicBezTo>
                <a:cubicBezTo>
                  <a:pt x="587" y="43"/>
                  <a:pt x="632" y="88"/>
                  <a:pt x="645" y="144"/>
                </a:cubicBezTo>
                <a:cubicBezTo>
                  <a:pt x="647" y="155"/>
                  <a:pt x="647" y="166"/>
                  <a:pt x="647" y="177"/>
                </a:cubicBezTo>
                <a:cubicBezTo>
                  <a:pt x="647" y="210"/>
                  <a:pt x="636" y="239"/>
                  <a:pt x="618" y="264"/>
                </a:cubicBezTo>
                <a:cubicBezTo>
                  <a:pt x="352" y="576"/>
                  <a:pt x="352" y="576"/>
                  <a:pt x="352" y="576"/>
                </a:cubicBezTo>
                <a:cubicBezTo>
                  <a:pt x="349" y="580"/>
                  <a:pt x="344" y="581"/>
                  <a:pt x="338" y="581"/>
                </a:cubicBezTo>
                <a:cubicBezTo>
                  <a:pt x="334" y="581"/>
                  <a:pt x="328" y="580"/>
                  <a:pt x="326" y="576"/>
                </a:cubicBezTo>
                <a:cubicBezTo>
                  <a:pt x="59" y="264"/>
                  <a:pt x="59" y="264"/>
                  <a:pt x="59" y="264"/>
                </a:cubicBezTo>
                <a:cubicBezTo>
                  <a:pt x="41" y="239"/>
                  <a:pt x="29" y="210"/>
                  <a:pt x="29" y="177"/>
                </a:cubicBezTo>
                <a:cubicBezTo>
                  <a:pt x="29" y="166"/>
                  <a:pt x="30" y="155"/>
                  <a:pt x="33" y="14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33" name="Freeform 29">
            <a:extLst>
              <a:ext uri="{FF2B5EF4-FFF2-40B4-BE49-F238E27FC236}">
                <a16:creationId xmlns:a16="http://schemas.microsoft.com/office/drawing/2014/main" id="{F4DA7B03-8C3E-1B35-44CD-AEBD9FFD58E4}"/>
              </a:ext>
            </a:extLst>
          </p:cNvPr>
          <p:cNvSpPr>
            <a:spLocks noChangeArrowheads="1"/>
          </p:cNvSpPr>
          <p:nvPr/>
        </p:nvSpPr>
        <p:spPr bwMode="auto">
          <a:xfrm>
            <a:off x="4840808" y="2400722"/>
            <a:ext cx="204787" cy="255587"/>
          </a:xfrm>
          <a:custGeom>
            <a:avLst/>
            <a:gdLst>
              <a:gd name="T0" fmla="*/ 505 w 570"/>
              <a:gd name="T1" fmla="*/ 147 h 709"/>
              <a:gd name="T2" fmla="*/ 505 w 570"/>
              <a:gd name="T3" fmla="*/ 147 h 709"/>
              <a:gd name="T4" fmla="*/ 432 w 570"/>
              <a:gd name="T5" fmla="*/ 147 h 709"/>
              <a:gd name="T6" fmla="*/ 284 w 570"/>
              <a:gd name="T7" fmla="*/ 0 h 709"/>
              <a:gd name="T8" fmla="*/ 136 w 570"/>
              <a:gd name="T9" fmla="*/ 147 h 709"/>
              <a:gd name="T10" fmla="*/ 63 w 570"/>
              <a:gd name="T11" fmla="*/ 147 h 709"/>
              <a:gd name="T12" fmla="*/ 48 w 570"/>
              <a:gd name="T13" fmla="*/ 161 h 709"/>
              <a:gd name="T14" fmla="*/ 1 w 570"/>
              <a:gd name="T15" fmla="*/ 593 h 709"/>
              <a:gd name="T16" fmla="*/ 0 w 570"/>
              <a:gd name="T17" fmla="*/ 604 h 709"/>
              <a:gd name="T18" fmla="*/ 103 w 570"/>
              <a:gd name="T19" fmla="*/ 708 h 709"/>
              <a:gd name="T20" fmla="*/ 465 w 570"/>
              <a:gd name="T21" fmla="*/ 708 h 709"/>
              <a:gd name="T22" fmla="*/ 569 w 570"/>
              <a:gd name="T23" fmla="*/ 604 h 709"/>
              <a:gd name="T24" fmla="*/ 567 w 570"/>
              <a:gd name="T25" fmla="*/ 593 h 709"/>
              <a:gd name="T26" fmla="*/ 520 w 570"/>
              <a:gd name="T27" fmla="*/ 161 h 709"/>
              <a:gd name="T28" fmla="*/ 505 w 570"/>
              <a:gd name="T29" fmla="*/ 147 h 709"/>
              <a:gd name="T30" fmla="*/ 201 w 570"/>
              <a:gd name="T31" fmla="*/ 64 h 709"/>
              <a:gd name="T32" fmla="*/ 201 w 570"/>
              <a:gd name="T33" fmla="*/ 64 h 709"/>
              <a:gd name="T34" fmla="*/ 284 w 570"/>
              <a:gd name="T35" fmla="*/ 29 h 709"/>
              <a:gd name="T36" fmla="*/ 367 w 570"/>
              <a:gd name="T37" fmla="*/ 64 h 709"/>
              <a:gd name="T38" fmla="*/ 402 w 570"/>
              <a:gd name="T39" fmla="*/ 147 h 709"/>
              <a:gd name="T40" fmla="*/ 167 w 570"/>
              <a:gd name="T41" fmla="*/ 147 h 709"/>
              <a:gd name="T42" fmla="*/ 201 w 570"/>
              <a:gd name="T43" fmla="*/ 64 h 709"/>
              <a:gd name="T44" fmla="*/ 540 w 570"/>
              <a:gd name="T45" fmla="*/ 604 h 709"/>
              <a:gd name="T46" fmla="*/ 540 w 570"/>
              <a:gd name="T47" fmla="*/ 604 h 709"/>
              <a:gd name="T48" fmla="*/ 518 w 570"/>
              <a:gd name="T49" fmla="*/ 656 h 709"/>
              <a:gd name="T50" fmla="*/ 465 w 570"/>
              <a:gd name="T51" fmla="*/ 677 h 709"/>
              <a:gd name="T52" fmla="*/ 103 w 570"/>
              <a:gd name="T53" fmla="*/ 677 h 709"/>
              <a:gd name="T54" fmla="*/ 51 w 570"/>
              <a:gd name="T55" fmla="*/ 656 h 709"/>
              <a:gd name="T56" fmla="*/ 30 w 570"/>
              <a:gd name="T57" fmla="*/ 604 h 709"/>
              <a:gd name="T58" fmla="*/ 30 w 570"/>
              <a:gd name="T59" fmla="*/ 596 h 709"/>
              <a:gd name="T60" fmla="*/ 77 w 570"/>
              <a:gd name="T61" fmla="*/ 177 h 709"/>
              <a:gd name="T62" fmla="*/ 136 w 570"/>
              <a:gd name="T63" fmla="*/ 177 h 709"/>
              <a:gd name="T64" fmla="*/ 136 w 570"/>
              <a:gd name="T65" fmla="*/ 250 h 709"/>
              <a:gd name="T66" fmla="*/ 152 w 570"/>
              <a:gd name="T67" fmla="*/ 266 h 709"/>
              <a:gd name="T68" fmla="*/ 167 w 570"/>
              <a:gd name="T69" fmla="*/ 250 h 709"/>
              <a:gd name="T70" fmla="*/ 167 w 570"/>
              <a:gd name="T71" fmla="*/ 177 h 709"/>
              <a:gd name="T72" fmla="*/ 402 w 570"/>
              <a:gd name="T73" fmla="*/ 177 h 709"/>
              <a:gd name="T74" fmla="*/ 402 w 570"/>
              <a:gd name="T75" fmla="*/ 250 h 709"/>
              <a:gd name="T76" fmla="*/ 417 w 570"/>
              <a:gd name="T77" fmla="*/ 266 h 709"/>
              <a:gd name="T78" fmla="*/ 432 w 570"/>
              <a:gd name="T79" fmla="*/ 250 h 709"/>
              <a:gd name="T80" fmla="*/ 432 w 570"/>
              <a:gd name="T81" fmla="*/ 177 h 709"/>
              <a:gd name="T82" fmla="*/ 493 w 570"/>
              <a:gd name="T83" fmla="*/ 177 h 709"/>
              <a:gd name="T84" fmla="*/ 538 w 570"/>
              <a:gd name="T85" fmla="*/ 596 h 709"/>
              <a:gd name="T86" fmla="*/ 540 w 570"/>
              <a:gd name="T87" fmla="*/ 60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570" h="709">
                <a:moveTo>
                  <a:pt x="505" y="147"/>
                </a:moveTo>
                <a:lnTo>
                  <a:pt x="505" y="147"/>
                </a:lnTo>
                <a:cubicBezTo>
                  <a:pt x="432" y="147"/>
                  <a:pt x="432" y="147"/>
                  <a:pt x="432" y="147"/>
                </a:cubicBezTo>
                <a:cubicBezTo>
                  <a:pt x="432" y="65"/>
                  <a:pt x="366" y="0"/>
                  <a:pt x="284" y="0"/>
                </a:cubicBezTo>
                <a:cubicBezTo>
                  <a:pt x="203" y="0"/>
                  <a:pt x="136" y="65"/>
                  <a:pt x="136" y="147"/>
                </a:cubicBezTo>
                <a:cubicBezTo>
                  <a:pt x="63" y="147"/>
                  <a:pt x="63" y="147"/>
                  <a:pt x="63" y="147"/>
                </a:cubicBezTo>
                <a:cubicBezTo>
                  <a:pt x="56" y="147"/>
                  <a:pt x="49" y="152"/>
                  <a:pt x="48" y="161"/>
                </a:cubicBezTo>
                <a:cubicBezTo>
                  <a:pt x="1" y="593"/>
                  <a:pt x="1" y="593"/>
                  <a:pt x="1" y="593"/>
                </a:cubicBezTo>
                <a:cubicBezTo>
                  <a:pt x="0" y="597"/>
                  <a:pt x="0" y="600"/>
                  <a:pt x="0" y="604"/>
                </a:cubicBezTo>
                <a:cubicBezTo>
                  <a:pt x="0" y="661"/>
                  <a:pt x="45" y="708"/>
                  <a:pt x="103" y="708"/>
                </a:cubicBezTo>
                <a:cubicBezTo>
                  <a:pt x="465" y="708"/>
                  <a:pt x="465" y="708"/>
                  <a:pt x="465" y="708"/>
                </a:cubicBezTo>
                <a:cubicBezTo>
                  <a:pt x="523" y="708"/>
                  <a:pt x="569" y="661"/>
                  <a:pt x="569" y="604"/>
                </a:cubicBezTo>
                <a:cubicBezTo>
                  <a:pt x="569" y="600"/>
                  <a:pt x="569" y="597"/>
                  <a:pt x="567" y="593"/>
                </a:cubicBezTo>
                <a:cubicBezTo>
                  <a:pt x="520" y="161"/>
                  <a:pt x="520" y="161"/>
                  <a:pt x="520" y="161"/>
                </a:cubicBezTo>
                <a:cubicBezTo>
                  <a:pt x="519" y="152"/>
                  <a:pt x="513" y="147"/>
                  <a:pt x="505" y="147"/>
                </a:cubicBezTo>
                <a:close/>
                <a:moveTo>
                  <a:pt x="201" y="64"/>
                </a:moveTo>
                <a:lnTo>
                  <a:pt x="201" y="64"/>
                </a:lnTo>
                <a:cubicBezTo>
                  <a:pt x="222" y="43"/>
                  <a:pt x="251" y="29"/>
                  <a:pt x="284" y="29"/>
                </a:cubicBezTo>
                <a:cubicBezTo>
                  <a:pt x="317" y="29"/>
                  <a:pt x="346" y="43"/>
                  <a:pt x="367" y="64"/>
                </a:cubicBezTo>
                <a:cubicBezTo>
                  <a:pt x="389" y="86"/>
                  <a:pt x="402" y="115"/>
                  <a:pt x="402" y="147"/>
                </a:cubicBezTo>
                <a:cubicBezTo>
                  <a:pt x="167" y="147"/>
                  <a:pt x="167" y="147"/>
                  <a:pt x="167" y="147"/>
                </a:cubicBezTo>
                <a:cubicBezTo>
                  <a:pt x="167" y="115"/>
                  <a:pt x="179" y="86"/>
                  <a:pt x="201" y="64"/>
                </a:cubicBezTo>
                <a:close/>
                <a:moveTo>
                  <a:pt x="540" y="604"/>
                </a:moveTo>
                <a:lnTo>
                  <a:pt x="540" y="604"/>
                </a:lnTo>
                <a:cubicBezTo>
                  <a:pt x="540" y="625"/>
                  <a:pt x="531" y="643"/>
                  <a:pt x="518" y="656"/>
                </a:cubicBezTo>
                <a:cubicBezTo>
                  <a:pt x="504" y="669"/>
                  <a:pt x="486" y="677"/>
                  <a:pt x="465" y="677"/>
                </a:cubicBezTo>
                <a:cubicBezTo>
                  <a:pt x="103" y="677"/>
                  <a:pt x="103" y="677"/>
                  <a:pt x="103" y="677"/>
                </a:cubicBezTo>
                <a:cubicBezTo>
                  <a:pt x="83" y="677"/>
                  <a:pt x="65" y="669"/>
                  <a:pt x="51" y="656"/>
                </a:cubicBezTo>
                <a:cubicBezTo>
                  <a:pt x="37" y="643"/>
                  <a:pt x="30" y="625"/>
                  <a:pt x="30" y="604"/>
                </a:cubicBezTo>
                <a:cubicBezTo>
                  <a:pt x="30" y="601"/>
                  <a:pt x="30" y="598"/>
                  <a:pt x="30" y="596"/>
                </a:cubicBezTo>
                <a:cubicBezTo>
                  <a:pt x="77" y="177"/>
                  <a:pt x="77" y="177"/>
                  <a:pt x="77" y="177"/>
                </a:cubicBezTo>
                <a:cubicBezTo>
                  <a:pt x="136" y="177"/>
                  <a:pt x="136" y="177"/>
                  <a:pt x="136" y="177"/>
                </a:cubicBezTo>
                <a:cubicBezTo>
                  <a:pt x="136" y="250"/>
                  <a:pt x="136" y="250"/>
                  <a:pt x="136" y="250"/>
                </a:cubicBezTo>
                <a:cubicBezTo>
                  <a:pt x="136" y="259"/>
                  <a:pt x="143" y="266"/>
                  <a:pt x="152" y="266"/>
                </a:cubicBezTo>
                <a:cubicBezTo>
                  <a:pt x="160" y="266"/>
                  <a:pt x="167" y="259"/>
                  <a:pt x="167" y="250"/>
                </a:cubicBezTo>
                <a:cubicBezTo>
                  <a:pt x="167" y="177"/>
                  <a:pt x="167" y="177"/>
                  <a:pt x="167" y="177"/>
                </a:cubicBezTo>
                <a:cubicBezTo>
                  <a:pt x="402" y="177"/>
                  <a:pt x="402" y="177"/>
                  <a:pt x="402" y="177"/>
                </a:cubicBezTo>
                <a:cubicBezTo>
                  <a:pt x="402" y="250"/>
                  <a:pt x="402" y="250"/>
                  <a:pt x="402" y="250"/>
                </a:cubicBezTo>
                <a:cubicBezTo>
                  <a:pt x="402" y="259"/>
                  <a:pt x="409" y="266"/>
                  <a:pt x="417" y="266"/>
                </a:cubicBezTo>
                <a:cubicBezTo>
                  <a:pt x="425" y="266"/>
                  <a:pt x="432" y="259"/>
                  <a:pt x="432" y="250"/>
                </a:cubicBezTo>
                <a:cubicBezTo>
                  <a:pt x="432" y="177"/>
                  <a:pt x="432" y="177"/>
                  <a:pt x="432" y="177"/>
                </a:cubicBezTo>
                <a:cubicBezTo>
                  <a:pt x="493" y="177"/>
                  <a:pt x="493" y="177"/>
                  <a:pt x="493" y="177"/>
                </a:cubicBezTo>
                <a:cubicBezTo>
                  <a:pt x="538" y="596"/>
                  <a:pt x="538" y="596"/>
                  <a:pt x="538" y="596"/>
                </a:cubicBezTo>
                <a:cubicBezTo>
                  <a:pt x="538" y="598"/>
                  <a:pt x="540" y="601"/>
                  <a:pt x="540" y="60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34" name="Group 36">
            <a:extLst>
              <a:ext uri="{FF2B5EF4-FFF2-40B4-BE49-F238E27FC236}">
                <a16:creationId xmlns:a16="http://schemas.microsoft.com/office/drawing/2014/main" id="{8C0FF21D-9D48-23B3-9C1A-02642E721F88}"/>
              </a:ext>
            </a:extLst>
          </p:cNvPr>
          <p:cNvGrpSpPr/>
          <p:nvPr/>
        </p:nvGrpSpPr>
        <p:grpSpPr>
          <a:xfrm>
            <a:off x="5339283" y="2400722"/>
            <a:ext cx="228600" cy="255587"/>
            <a:chOff x="4183063" y="2713038"/>
            <a:chExt cx="228600" cy="255587"/>
          </a:xfrm>
          <a:solidFill>
            <a:schemeClr val="accent4"/>
          </a:solidFill>
        </p:grpSpPr>
        <p:sp>
          <p:nvSpPr>
            <p:cNvPr id="35" name="Freeform 30">
              <a:extLst>
                <a:ext uri="{FF2B5EF4-FFF2-40B4-BE49-F238E27FC236}">
                  <a16:creationId xmlns:a16="http://schemas.microsoft.com/office/drawing/2014/main" id="{957495BD-11F7-A4D2-0255-4267DF8E920D}"/>
                </a:ext>
              </a:extLst>
            </p:cNvPr>
            <p:cNvSpPr>
              <a:spLocks noChangeArrowheads="1"/>
            </p:cNvSpPr>
            <p:nvPr/>
          </p:nvSpPr>
          <p:spPr bwMode="auto">
            <a:xfrm>
              <a:off x="4337050" y="2862263"/>
              <a:ext cx="74613" cy="74612"/>
            </a:xfrm>
            <a:custGeom>
              <a:avLst/>
              <a:gdLst>
                <a:gd name="T0" fmla="*/ 119 w 208"/>
                <a:gd name="T1" fmla="*/ 192 h 208"/>
                <a:gd name="T2" fmla="*/ 119 w 208"/>
                <a:gd name="T3" fmla="*/ 192 h 208"/>
                <a:gd name="T4" fmla="*/ 119 w 208"/>
                <a:gd name="T5" fmla="*/ 119 h 208"/>
                <a:gd name="T6" fmla="*/ 192 w 208"/>
                <a:gd name="T7" fmla="*/ 119 h 208"/>
                <a:gd name="T8" fmla="*/ 207 w 208"/>
                <a:gd name="T9" fmla="*/ 104 h 208"/>
                <a:gd name="T10" fmla="*/ 192 w 208"/>
                <a:gd name="T11" fmla="*/ 88 h 208"/>
                <a:gd name="T12" fmla="*/ 119 w 208"/>
                <a:gd name="T13" fmla="*/ 88 h 208"/>
                <a:gd name="T14" fmla="*/ 119 w 208"/>
                <a:gd name="T15" fmla="*/ 15 h 208"/>
                <a:gd name="T16" fmla="*/ 104 w 208"/>
                <a:gd name="T17" fmla="*/ 0 h 208"/>
                <a:gd name="T18" fmla="*/ 88 w 208"/>
                <a:gd name="T19" fmla="*/ 15 h 208"/>
                <a:gd name="T20" fmla="*/ 88 w 208"/>
                <a:gd name="T21" fmla="*/ 88 h 208"/>
                <a:gd name="T22" fmla="*/ 15 w 208"/>
                <a:gd name="T23" fmla="*/ 88 h 208"/>
                <a:gd name="T24" fmla="*/ 0 w 208"/>
                <a:gd name="T25" fmla="*/ 104 h 208"/>
                <a:gd name="T26" fmla="*/ 15 w 208"/>
                <a:gd name="T27" fmla="*/ 119 h 208"/>
                <a:gd name="T28" fmla="*/ 88 w 208"/>
                <a:gd name="T29" fmla="*/ 119 h 208"/>
                <a:gd name="T30" fmla="*/ 88 w 208"/>
                <a:gd name="T31" fmla="*/ 192 h 208"/>
                <a:gd name="T32" fmla="*/ 104 w 208"/>
                <a:gd name="T33" fmla="*/ 207 h 208"/>
                <a:gd name="T34" fmla="*/ 119 w 208"/>
                <a:gd name="T35" fmla="*/ 192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119" y="192"/>
                  </a:moveTo>
                  <a:lnTo>
                    <a:pt x="119" y="192"/>
                  </a:lnTo>
                  <a:cubicBezTo>
                    <a:pt x="119" y="119"/>
                    <a:pt x="119" y="119"/>
                    <a:pt x="119" y="119"/>
                  </a:cubicBezTo>
                  <a:cubicBezTo>
                    <a:pt x="192" y="119"/>
                    <a:pt x="192" y="119"/>
                    <a:pt x="192" y="119"/>
                  </a:cubicBezTo>
                  <a:cubicBezTo>
                    <a:pt x="200" y="119"/>
                    <a:pt x="207" y="112"/>
                    <a:pt x="207" y="104"/>
                  </a:cubicBezTo>
                  <a:cubicBezTo>
                    <a:pt x="207" y="95"/>
                    <a:pt x="200" y="88"/>
                    <a:pt x="192" y="88"/>
                  </a:cubicBezTo>
                  <a:cubicBezTo>
                    <a:pt x="119" y="88"/>
                    <a:pt x="119" y="88"/>
                    <a:pt x="119" y="88"/>
                  </a:cubicBezTo>
                  <a:cubicBezTo>
                    <a:pt x="119" y="15"/>
                    <a:pt x="119" y="15"/>
                    <a:pt x="119" y="15"/>
                  </a:cubicBezTo>
                  <a:cubicBezTo>
                    <a:pt x="119" y="7"/>
                    <a:pt x="112" y="0"/>
                    <a:pt x="104" y="0"/>
                  </a:cubicBezTo>
                  <a:cubicBezTo>
                    <a:pt x="95" y="0"/>
                    <a:pt x="88" y="7"/>
                    <a:pt x="88" y="15"/>
                  </a:cubicBezTo>
                  <a:cubicBezTo>
                    <a:pt x="88" y="88"/>
                    <a:pt x="88" y="88"/>
                    <a:pt x="88" y="88"/>
                  </a:cubicBezTo>
                  <a:cubicBezTo>
                    <a:pt x="15" y="88"/>
                    <a:pt x="15" y="88"/>
                    <a:pt x="15" y="88"/>
                  </a:cubicBezTo>
                  <a:cubicBezTo>
                    <a:pt x="7" y="88"/>
                    <a:pt x="0" y="95"/>
                    <a:pt x="0" y="104"/>
                  </a:cubicBezTo>
                  <a:cubicBezTo>
                    <a:pt x="0" y="112"/>
                    <a:pt x="7" y="119"/>
                    <a:pt x="15" y="119"/>
                  </a:cubicBezTo>
                  <a:cubicBezTo>
                    <a:pt x="88" y="119"/>
                    <a:pt x="88" y="119"/>
                    <a:pt x="88" y="119"/>
                  </a:cubicBezTo>
                  <a:cubicBezTo>
                    <a:pt x="88" y="192"/>
                    <a:pt x="88" y="192"/>
                    <a:pt x="88" y="192"/>
                  </a:cubicBezTo>
                  <a:cubicBezTo>
                    <a:pt x="88" y="200"/>
                    <a:pt x="95" y="207"/>
                    <a:pt x="104" y="207"/>
                  </a:cubicBezTo>
                  <a:cubicBezTo>
                    <a:pt x="112" y="207"/>
                    <a:pt x="119" y="200"/>
                    <a:pt x="11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 name="Freeform 31">
              <a:extLst>
                <a:ext uri="{FF2B5EF4-FFF2-40B4-BE49-F238E27FC236}">
                  <a16:creationId xmlns:a16="http://schemas.microsoft.com/office/drawing/2014/main" id="{4611F0FE-4069-BB78-7230-5E66BF1B2567}"/>
                </a:ext>
              </a:extLst>
            </p:cNvPr>
            <p:cNvSpPr>
              <a:spLocks noChangeArrowheads="1"/>
            </p:cNvSpPr>
            <p:nvPr/>
          </p:nvSpPr>
          <p:spPr bwMode="auto">
            <a:xfrm>
              <a:off x="4183063" y="2713038"/>
              <a:ext cx="193675" cy="255587"/>
            </a:xfrm>
            <a:custGeom>
              <a:avLst/>
              <a:gdLst>
                <a:gd name="T0" fmla="*/ 30 w 538"/>
                <a:gd name="T1" fmla="*/ 677 h 709"/>
                <a:gd name="T2" fmla="*/ 30 w 538"/>
                <a:gd name="T3" fmla="*/ 677 h 709"/>
                <a:gd name="T4" fmla="*/ 104 w 538"/>
                <a:gd name="T5" fmla="*/ 708 h 709"/>
                <a:gd name="T6" fmla="*/ 457 w 538"/>
                <a:gd name="T7" fmla="*/ 708 h 709"/>
                <a:gd name="T8" fmla="*/ 472 w 538"/>
                <a:gd name="T9" fmla="*/ 692 h 709"/>
                <a:gd name="T10" fmla="*/ 457 w 538"/>
                <a:gd name="T11" fmla="*/ 677 h 709"/>
                <a:gd name="T12" fmla="*/ 457 w 538"/>
                <a:gd name="T13" fmla="*/ 677 h 709"/>
                <a:gd name="T14" fmla="*/ 104 w 538"/>
                <a:gd name="T15" fmla="*/ 677 h 709"/>
                <a:gd name="T16" fmla="*/ 51 w 538"/>
                <a:gd name="T17" fmla="*/ 656 h 709"/>
                <a:gd name="T18" fmla="*/ 29 w 538"/>
                <a:gd name="T19" fmla="*/ 604 h 709"/>
                <a:gd name="T20" fmla="*/ 30 w 538"/>
                <a:gd name="T21" fmla="*/ 596 h 709"/>
                <a:gd name="T22" fmla="*/ 30 w 538"/>
                <a:gd name="T23" fmla="*/ 596 h 709"/>
                <a:gd name="T24" fmla="*/ 76 w 538"/>
                <a:gd name="T25" fmla="*/ 177 h 709"/>
                <a:gd name="T26" fmla="*/ 137 w 538"/>
                <a:gd name="T27" fmla="*/ 177 h 709"/>
                <a:gd name="T28" fmla="*/ 137 w 538"/>
                <a:gd name="T29" fmla="*/ 250 h 709"/>
                <a:gd name="T30" fmla="*/ 152 w 538"/>
                <a:gd name="T31" fmla="*/ 266 h 709"/>
                <a:gd name="T32" fmla="*/ 166 w 538"/>
                <a:gd name="T33" fmla="*/ 250 h 709"/>
                <a:gd name="T34" fmla="*/ 166 w 538"/>
                <a:gd name="T35" fmla="*/ 250 h 709"/>
                <a:gd name="T36" fmla="*/ 166 w 538"/>
                <a:gd name="T37" fmla="*/ 177 h 709"/>
                <a:gd name="T38" fmla="*/ 402 w 538"/>
                <a:gd name="T39" fmla="*/ 177 h 709"/>
                <a:gd name="T40" fmla="*/ 402 w 538"/>
                <a:gd name="T41" fmla="*/ 250 h 709"/>
                <a:gd name="T42" fmla="*/ 417 w 538"/>
                <a:gd name="T43" fmla="*/ 266 h 709"/>
                <a:gd name="T44" fmla="*/ 431 w 538"/>
                <a:gd name="T45" fmla="*/ 250 h 709"/>
                <a:gd name="T46" fmla="*/ 431 w 538"/>
                <a:gd name="T47" fmla="*/ 177 h 709"/>
                <a:gd name="T48" fmla="*/ 492 w 538"/>
                <a:gd name="T49" fmla="*/ 177 h 709"/>
                <a:gd name="T50" fmla="*/ 507 w 538"/>
                <a:gd name="T51" fmla="*/ 313 h 709"/>
                <a:gd name="T52" fmla="*/ 524 w 538"/>
                <a:gd name="T53" fmla="*/ 325 h 709"/>
                <a:gd name="T54" fmla="*/ 536 w 538"/>
                <a:gd name="T55" fmla="*/ 308 h 709"/>
                <a:gd name="T56" fmla="*/ 519 w 538"/>
                <a:gd name="T57" fmla="*/ 161 h 709"/>
                <a:gd name="T58" fmla="*/ 506 w 538"/>
                <a:gd name="T59" fmla="*/ 147 h 709"/>
                <a:gd name="T60" fmla="*/ 431 w 538"/>
                <a:gd name="T61" fmla="*/ 147 h 709"/>
                <a:gd name="T62" fmla="*/ 285 w 538"/>
                <a:gd name="T63" fmla="*/ 0 h 709"/>
                <a:gd name="T64" fmla="*/ 137 w 538"/>
                <a:gd name="T65" fmla="*/ 147 h 709"/>
                <a:gd name="T66" fmla="*/ 64 w 538"/>
                <a:gd name="T67" fmla="*/ 147 h 709"/>
                <a:gd name="T68" fmla="*/ 48 w 538"/>
                <a:gd name="T69" fmla="*/ 161 h 709"/>
                <a:gd name="T70" fmla="*/ 0 w 538"/>
                <a:gd name="T71" fmla="*/ 593 h 709"/>
                <a:gd name="T72" fmla="*/ 0 w 538"/>
                <a:gd name="T73" fmla="*/ 604 h 709"/>
                <a:gd name="T74" fmla="*/ 30 w 538"/>
                <a:gd name="T75" fmla="*/ 677 h 709"/>
                <a:gd name="T76" fmla="*/ 200 w 538"/>
                <a:gd name="T77" fmla="*/ 64 h 709"/>
                <a:gd name="T78" fmla="*/ 200 w 538"/>
                <a:gd name="T79" fmla="*/ 64 h 709"/>
                <a:gd name="T80" fmla="*/ 285 w 538"/>
                <a:gd name="T81" fmla="*/ 29 h 709"/>
                <a:gd name="T82" fmla="*/ 367 w 538"/>
                <a:gd name="T83" fmla="*/ 64 h 709"/>
                <a:gd name="T84" fmla="*/ 402 w 538"/>
                <a:gd name="T85" fmla="*/ 147 h 709"/>
                <a:gd name="T86" fmla="*/ 166 w 538"/>
                <a:gd name="T87" fmla="*/ 147 h 709"/>
                <a:gd name="T88" fmla="*/ 200 w 538"/>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8" h="709">
                  <a:moveTo>
                    <a:pt x="30" y="677"/>
                  </a:moveTo>
                  <a:lnTo>
                    <a:pt x="30" y="677"/>
                  </a:lnTo>
                  <a:cubicBezTo>
                    <a:pt x="48" y="695"/>
                    <a:pt x="75" y="708"/>
                    <a:pt x="104" y="708"/>
                  </a:cubicBezTo>
                  <a:cubicBezTo>
                    <a:pt x="457" y="708"/>
                    <a:pt x="457" y="708"/>
                    <a:pt x="457" y="708"/>
                  </a:cubicBezTo>
                  <a:cubicBezTo>
                    <a:pt x="466" y="708"/>
                    <a:pt x="472" y="701"/>
                    <a:pt x="472" y="692"/>
                  </a:cubicBezTo>
                  <a:cubicBezTo>
                    <a:pt x="472" y="684"/>
                    <a:pt x="466" y="677"/>
                    <a:pt x="457" y="677"/>
                  </a:cubicBezTo>
                  <a:lnTo>
                    <a:pt x="457" y="677"/>
                  </a:lnTo>
                  <a:cubicBezTo>
                    <a:pt x="104" y="677"/>
                    <a:pt x="104" y="677"/>
                    <a:pt x="104" y="677"/>
                  </a:cubicBezTo>
                  <a:cubicBezTo>
                    <a:pt x="83" y="677"/>
                    <a:pt x="64" y="669"/>
                    <a:pt x="51" y="656"/>
                  </a:cubicBezTo>
                  <a:cubicBezTo>
                    <a:pt x="37" y="643"/>
                    <a:pt x="29" y="625"/>
                    <a:pt x="29" y="604"/>
                  </a:cubicBezTo>
                  <a:cubicBezTo>
                    <a:pt x="29" y="601"/>
                    <a:pt x="29" y="598"/>
                    <a:pt x="30" y="596"/>
                  </a:cubicBezTo>
                  <a:lnTo>
                    <a:pt x="30"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0"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7" y="266"/>
                  </a:cubicBezTo>
                  <a:cubicBezTo>
                    <a:pt x="425" y="266"/>
                    <a:pt x="431" y="259"/>
                    <a:pt x="431" y="250"/>
                  </a:cubicBezTo>
                  <a:cubicBezTo>
                    <a:pt x="431" y="177"/>
                    <a:pt x="431" y="177"/>
                    <a:pt x="431" y="177"/>
                  </a:cubicBezTo>
                  <a:cubicBezTo>
                    <a:pt x="492" y="177"/>
                    <a:pt x="492" y="177"/>
                    <a:pt x="492" y="177"/>
                  </a:cubicBezTo>
                  <a:cubicBezTo>
                    <a:pt x="507" y="313"/>
                    <a:pt x="507" y="313"/>
                    <a:pt x="507" y="313"/>
                  </a:cubicBezTo>
                  <a:cubicBezTo>
                    <a:pt x="508" y="319"/>
                    <a:pt x="515" y="326"/>
                    <a:pt x="524" y="325"/>
                  </a:cubicBezTo>
                  <a:cubicBezTo>
                    <a:pt x="532" y="324"/>
                    <a:pt x="537" y="317"/>
                    <a:pt x="536" y="308"/>
                  </a:cubicBezTo>
                  <a:cubicBezTo>
                    <a:pt x="519" y="161"/>
                    <a:pt x="519" y="161"/>
                    <a:pt x="519" y="161"/>
                  </a:cubicBezTo>
                  <a:cubicBezTo>
                    <a:pt x="519" y="152"/>
                    <a:pt x="512"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5" y="147"/>
                    <a:pt x="50" y="152"/>
                    <a:pt x="48" y="161"/>
                  </a:cubicBezTo>
                  <a:cubicBezTo>
                    <a:pt x="0" y="593"/>
                    <a:pt x="0" y="593"/>
                    <a:pt x="0" y="593"/>
                  </a:cubicBezTo>
                  <a:cubicBezTo>
                    <a:pt x="0" y="597"/>
                    <a:pt x="0" y="601"/>
                    <a:pt x="0" y="604"/>
                  </a:cubicBezTo>
                  <a:cubicBezTo>
                    <a:pt x="0" y="633"/>
                    <a:pt x="11" y="658"/>
                    <a:pt x="30" y="677"/>
                  </a:cubicBezTo>
                  <a:close/>
                  <a:moveTo>
                    <a:pt x="200" y="64"/>
                  </a:moveTo>
                  <a:lnTo>
                    <a:pt x="200" y="64"/>
                  </a:lnTo>
                  <a:cubicBezTo>
                    <a:pt x="222" y="43"/>
                    <a:pt x="251" y="29"/>
                    <a:pt x="285" y="29"/>
                  </a:cubicBezTo>
                  <a:cubicBezTo>
                    <a:pt x="316" y="29"/>
                    <a:pt x="347" y="43"/>
                    <a:pt x="367" y="64"/>
                  </a:cubicBezTo>
                  <a:cubicBezTo>
                    <a:pt x="390" y="86"/>
                    <a:pt x="402" y="115"/>
                    <a:pt x="402" y="147"/>
                  </a:cubicBezTo>
                  <a:cubicBezTo>
                    <a:pt x="166" y="147"/>
                    <a:pt x="166" y="147"/>
                    <a:pt x="166" y="147"/>
                  </a:cubicBezTo>
                  <a:cubicBezTo>
                    <a:pt x="166" y="115"/>
                    <a:pt x="180" y="86"/>
                    <a:pt x="20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 name="Freeform 32">
              <a:extLst>
                <a:ext uri="{FF2B5EF4-FFF2-40B4-BE49-F238E27FC236}">
                  <a16:creationId xmlns:a16="http://schemas.microsoft.com/office/drawing/2014/main" id="{15B39F74-1171-F292-9596-DDD9121AA937}"/>
                </a:ext>
              </a:extLst>
            </p:cNvPr>
            <p:cNvSpPr>
              <a:spLocks noChangeArrowheads="1"/>
            </p:cNvSpPr>
            <p:nvPr/>
          </p:nvSpPr>
          <p:spPr bwMode="auto">
            <a:xfrm>
              <a:off x="4183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 name="Group 40">
            <a:extLst>
              <a:ext uri="{FF2B5EF4-FFF2-40B4-BE49-F238E27FC236}">
                <a16:creationId xmlns:a16="http://schemas.microsoft.com/office/drawing/2014/main" id="{EAFC28DC-73D7-E429-6383-82653E35024B}"/>
              </a:ext>
            </a:extLst>
          </p:cNvPr>
          <p:cNvGrpSpPr/>
          <p:nvPr/>
        </p:nvGrpSpPr>
        <p:grpSpPr>
          <a:xfrm>
            <a:off x="5847283" y="2400722"/>
            <a:ext cx="230187" cy="255587"/>
            <a:chOff x="4691063" y="2713038"/>
            <a:chExt cx="230187" cy="255587"/>
          </a:xfrm>
          <a:solidFill>
            <a:schemeClr val="accent4"/>
          </a:solidFill>
        </p:grpSpPr>
        <p:sp>
          <p:nvSpPr>
            <p:cNvPr id="39" name="Freeform 33">
              <a:extLst>
                <a:ext uri="{FF2B5EF4-FFF2-40B4-BE49-F238E27FC236}">
                  <a16:creationId xmlns:a16="http://schemas.microsoft.com/office/drawing/2014/main" id="{68EC316E-028E-DF61-4B75-4C493CDF732D}"/>
                </a:ext>
              </a:extLst>
            </p:cNvPr>
            <p:cNvSpPr>
              <a:spLocks noChangeArrowheads="1"/>
            </p:cNvSpPr>
            <p:nvPr/>
          </p:nvSpPr>
          <p:spPr bwMode="auto">
            <a:xfrm>
              <a:off x="4846638" y="2894013"/>
              <a:ext cx="74612" cy="11112"/>
            </a:xfrm>
            <a:custGeom>
              <a:avLst/>
              <a:gdLst>
                <a:gd name="T0" fmla="*/ 208 w 209"/>
                <a:gd name="T1" fmla="*/ 16 h 32"/>
                <a:gd name="T2" fmla="*/ 208 w 209"/>
                <a:gd name="T3" fmla="*/ 16 h 32"/>
                <a:gd name="T4" fmla="*/ 192 w 209"/>
                <a:gd name="T5" fmla="*/ 0 h 32"/>
                <a:gd name="T6" fmla="*/ 16 w 209"/>
                <a:gd name="T7" fmla="*/ 0 h 32"/>
                <a:gd name="T8" fmla="*/ 0 w 209"/>
                <a:gd name="T9" fmla="*/ 16 h 32"/>
                <a:gd name="T10" fmla="*/ 16 w 209"/>
                <a:gd name="T11" fmla="*/ 31 h 32"/>
                <a:gd name="T12" fmla="*/ 192 w 209"/>
                <a:gd name="T13" fmla="*/ 31 h 32"/>
                <a:gd name="T14" fmla="*/ 208 w 209"/>
                <a:gd name="T15" fmla="*/ 16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9" h="32">
                  <a:moveTo>
                    <a:pt x="208" y="16"/>
                  </a:moveTo>
                  <a:lnTo>
                    <a:pt x="208" y="16"/>
                  </a:lnTo>
                  <a:cubicBezTo>
                    <a:pt x="208" y="7"/>
                    <a:pt x="201" y="0"/>
                    <a:pt x="192" y="0"/>
                  </a:cubicBezTo>
                  <a:cubicBezTo>
                    <a:pt x="16" y="0"/>
                    <a:pt x="16" y="0"/>
                    <a:pt x="16" y="0"/>
                  </a:cubicBezTo>
                  <a:cubicBezTo>
                    <a:pt x="7" y="0"/>
                    <a:pt x="0" y="7"/>
                    <a:pt x="0" y="16"/>
                  </a:cubicBezTo>
                  <a:cubicBezTo>
                    <a:pt x="0" y="24"/>
                    <a:pt x="7" y="31"/>
                    <a:pt x="16" y="31"/>
                  </a:cubicBezTo>
                  <a:cubicBezTo>
                    <a:pt x="192" y="31"/>
                    <a:pt x="192" y="31"/>
                    <a:pt x="192" y="31"/>
                  </a:cubicBezTo>
                  <a:cubicBezTo>
                    <a:pt x="201" y="31"/>
                    <a:pt x="208" y="24"/>
                    <a:pt x="208"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 name="Freeform 34">
              <a:extLst>
                <a:ext uri="{FF2B5EF4-FFF2-40B4-BE49-F238E27FC236}">
                  <a16:creationId xmlns:a16="http://schemas.microsoft.com/office/drawing/2014/main" id="{E6D54738-3D1C-4B45-0941-DF3CD5CA4484}"/>
                </a:ext>
              </a:extLst>
            </p:cNvPr>
            <p:cNvSpPr>
              <a:spLocks noChangeArrowheads="1"/>
            </p:cNvSpPr>
            <p:nvPr/>
          </p:nvSpPr>
          <p:spPr bwMode="auto">
            <a:xfrm>
              <a:off x="4691063" y="2713038"/>
              <a:ext cx="193675" cy="255587"/>
            </a:xfrm>
            <a:custGeom>
              <a:avLst/>
              <a:gdLst>
                <a:gd name="T0" fmla="*/ 473 w 539"/>
                <a:gd name="T1" fmla="*/ 692 h 709"/>
                <a:gd name="T2" fmla="*/ 473 w 539"/>
                <a:gd name="T3" fmla="*/ 692 h 709"/>
                <a:gd name="T4" fmla="*/ 458 w 539"/>
                <a:gd name="T5" fmla="*/ 677 h 709"/>
                <a:gd name="T6" fmla="*/ 458 w 539"/>
                <a:gd name="T7" fmla="*/ 677 h 709"/>
                <a:gd name="T8" fmla="*/ 104 w 539"/>
                <a:gd name="T9" fmla="*/ 677 h 709"/>
                <a:gd name="T10" fmla="*/ 52 w 539"/>
                <a:gd name="T11" fmla="*/ 656 h 709"/>
                <a:gd name="T12" fmla="*/ 29 w 539"/>
                <a:gd name="T13" fmla="*/ 604 h 709"/>
                <a:gd name="T14" fmla="*/ 31 w 539"/>
                <a:gd name="T15" fmla="*/ 596 h 709"/>
                <a:gd name="T16" fmla="*/ 31 w 539"/>
                <a:gd name="T17" fmla="*/ 596 h 709"/>
                <a:gd name="T18" fmla="*/ 76 w 539"/>
                <a:gd name="T19" fmla="*/ 177 h 709"/>
                <a:gd name="T20" fmla="*/ 137 w 539"/>
                <a:gd name="T21" fmla="*/ 177 h 709"/>
                <a:gd name="T22" fmla="*/ 137 w 539"/>
                <a:gd name="T23" fmla="*/ 250 h 709"/>
                <a:gd name="T24" fmla="*/ 152 w 539"/>
                <a:gd name="T25" fmla="*/ 266 h 709"/>
                <a:gd name="T26" fmla="*/ 166 w 539"/>
                <a:gd name="T27" fmla="*/ 250 h 709"/>
                <a:gd name="T28" fmla="*/ 166 w 539"/>
                <a:gd name="T29" fmla="*/ 250 h 709"/>
                <a:gd name="T30" fmla="*/ 166 w 539"/>
                <a:gd name="T31" fmla="*/ 177 h 709"/>
                <a:gd name="T32" fmla="*/ 402 w 539"/>
                <a:gd name="T33" fmla="*/ 177 h 709"/>
                <a:gd name="T34" fmla="*/ 402 w 539"/>
                <a:gd name="T35" fmla="*/ 250 h 709"/>
                <a:gd name="T36" fmla="*/ 418 w 539"/>
                <a:gd name="T37" fmla="*/ 266 h 709"/>
                <a:gd name="T38" fmla="*/ 431 w 539"/>
                <a:gd name="T39" fmla="*/ 250 h 709"/>
                <a:gd name="T40" fmla="*/ 431 w 539"/>
                <a:gd name="T41" fmla="*/ 177 h 709"/>
                <a:gd name="T42" fmla="*/ 492 w 539"/>
                <a:gd name="T43" fmla="*/ 177 h 709"/>
                <a:gd name="T44" fmla="*/ 507 w 539"/>
                <a:gd name="T45" fmla="*/ 313 h 709"/>
                <a:gd name="T46" fmla="*/ 524 w 539"/>
                <a:gd name="T47" fmla="*/ 325 h 709"/>
                <a:gd name="T48" fmla="*/ 536 w 539"/>
                <a:gd name="T49" fmla="*/ 308 h 709"/>
                <a:gd name="T50" fmla="*/ 520 w 539"/>
                <a:gd name="T51" fmla="*/ 161 h 709"/>
                <a:gd name="T52" fmla="*/ 506 w 539"/>
                <a:gd name="T53" fmla="*/ 147 h 709"/>
                <a:gd name="T54" fmla="*/ 431 w 539"/>
                <a:gd name="T55" fmla="*/ 147 h 709"/>
                <a:gd name="T56" fmla="*/ 285 w 539"/>
                <a:gd name="T57" fmla="*/ 0 h 709"/>
                <a:gd name="T58" fmla="*/ 137 w 539"/>
                <a:gd name="T59" fmla="*/ 147 h 709"/>
                <a:gd name="T60" fmla="*/ 64 w 539"/>
                <a:gd name="T61" fmla="*/ 147 h 709"/>
                <a:gd name="T62" fmla="*/ 49 w 539"/>
                <a:gd name="T63" fmla="*/ 161 h 709"/>
                <a:gd name="T64" fmla="*/ 0 w 539"/>
                <a:gd name="T65" fmla="*/ 593 h 709"/>
                <a:gd name="T66" fmla="*/ 0 w 539"/>
                <a:gd name="T67" fmla="*/ 604 h 709"/>
                <a:gd name="T68" fmla="*/ 31 w 539"/>
                <a:gd name="T69" fmla="*/ 677 h 709"/>
                <a:gd name="T70" fmla="*/ 104 w 539"/>
                <a:gd name="T71" fmla="*/ 708 h 709"/>
                <a:gd name="T72" fmla="*/ 458 w 539"/>
                <a:gd name="T73" fmla="*/ 708 h 709"/>
                <a:gd name="T74" fmla="*/ 473 w 539"/>
                <a:gd name="T75" fmla="*/ 692 h 709"/>
                <a:gd name="T76" fmla="*/ 201 w 539"/>
                <a:gd name="T77" fmla="*/ 64 h 709"/>
                <a:gd name="T78" fmla="*/ 201 w 539"/>
                <a:gd name="T79" fmla="*/ 64 h 709"/>
                <a:gd name="T80" fmla="*/ 285 w 539"/>
                <a:gd name="T81" fmla="*/ 29 h 709"/>
                <a:gd name="T82" fmla="*/ 368 w 539"/>
                <a:gd name="T83" fmla="*/ 64 h 709"/>
                <a:gd name="T84" fmla="*/ 402 w 539"/>
                <a:gd name="T85" fmla="*/ 147 h 709"/>
                <a:gd name="T86" fmla="*/ 166 w 539"/>
                <a:gd name="T87" fmla="*/ 147 h 709"/>
                <a:gd name="T88" fmla="*/ 201 w 539"/>
                <a:gd name="T89" fmla="*/ 6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39" h="709">
                  <a:moveTo>
                    <a:pt x="473" y="692"/>
                  </a:moveTo>
                  <a:lnTo>
                    <a:pt x="473" y="692"/>
                  </a:lnTo>
                  <a:cubicBezTo>
                    <a:pt x="473" y="684"/>
                    <a:pt x="466" y="677"/>
                    <a:pt x="458" y="677"/>
                  </a:cubicBezTo>
                  <a:lnTo>
                    <a:pt x="458" y="677"/>
                  </a:lnTo>
                  <a:cubicBezTo>
                    <a:pt x="104" y="677"/>
                    <a:pt x="104" y="677"/>
                    <a:pt x="104" y="677"/>
                  </a:cubicBezTo>
                  <a:cubicBezTo>
                    <a:pt x="83" y="677"/>
                    <a:pt x="64" y="669"/>
                    <a:pt x="52" y="656"/>
                  </a:cubicBezTo>
                  <a:cubicBezTo>
                    <a:pt x="38" y="643"/>
                    <a:pt x="29" y="625"/>
                    <a:pt x="29" y="604"/>
                  </a:cubicBezTo>
                  <a:cubicBezTo>
                    <a:pt x="29" y="601"/>
                    <a:pt x="29" y="598"/>
                    <a:pt x="31" y="596"/>
                  </a:cubicBezTo>
                  <a:lnTo>
                    <a:pt x="31" y="596"/>
                  </a:lnTo>
                  <a:cubicBezTo>
                    <a:pt x="76" y="177"/>
                    <a:pt x="76" y="177"/>
                    <a:pt x="76" y="177"/>
                  </a:cubicBezTo>
                  <a:cubicBezTo>
                    <a:pt x="137" y="177"/>
                    <a:pt x="137" y="177"/>
                    <a:pt x="137" y="177"/>
                  </a:cubicBezTo>
                  <a:cubicBezTo>
                    <a:pt x="137" y="250"/>
                    <a:pt x="137" y="250"/>
                    <a:pt x="137" y="250"/>
                  </a:cubicBezTo>
                  <a:cubicBezTo>
                    <a:pt x="137" y="259"/>
                    <a:pt x="144" y="266"/>
                    <a:pt x="152" y="266"/>
                  </a:cubicBezTo>
                  <a:cubicBezTo>
                    <a:pt x="161" y="266"/>
                    <a:pt x="166" y="259"/>
                    <a:pt x="166" y="250"/>
                  </a:cubicBezTo>
                  <a:lnTo>
                    <a:pt x="166" y="250"/>
                  </a:lnTo>
                  <a:cubicBezTo>
                    <a:pt x="166" y="177"/>
                    <a:pt x="166" y="177"/>
                    <a:pt x="166" y="177"/>
                  </a:cubicBezTo>
                  <a:cubicBezTo>
                    <a:pt x="402" y="177"/>
                    <a:pt x="402" y="177"/>
                    <a:pt x="402" y="177"/>
                  </a:cubicBezTo>
                  <a:cubicBezTo>
                    <a:pt x="402" y="250"/>
                    <a:pt x="402" y="250"/>
                    <a:pt x="402" y="250"/>
                  </a:cubicBezTo>
                  <a:cubicBezTo>
                    <a:pt x="402" y="259"/>
                    <a:pt x="409" y="266"/>
                    <a:pt x="418" y="266"/>
                  </a:cubicBezTo>
                  <a:cubicBezTo>
                    <a:pt x="426" y="266"/>
                    <a:pt x="431" y="259"/>
                    <a:pt x="431" y="250"/>
                  </a:cubicBezTo>
                  <a:cubicBezTo>
                    <a:pt x="431" y="177"/>
                    <a:pt x="431" y="177"/>
                    <a:pt x="431" y="177"/>
                  </a:cubicBezTo>
                  <a:cubicBezTo>
                    <a:pt x="492" y="177"/>
                    <a:pt x="492" y="177"/>
                    <a:pt x="492" y="177"/>
                  </a:cubicBezTo>
                  <a:cubicBezTo>
                    <a:pt x="507" y="313"/>
                    <a:pt x="507" y="313"/>
                    <a:pt x="507" y="313"/>
                  </a:cubicBezTo>
                  <a:cubicBezTo>
                    <a:pt x="509" y="319"/>
                    <a:pt x="516" y="326"/>
                    <a:pt x="524" y="325"/>
                  </a:cubicBezTo>
                  <a:cubicBezTo>
                    <a:pt x="532" y="324"/>
                    <a:pt x="538" y="317"/>
                    <a:pt x="536" y="308"/>
                  </a:cubicBezTo>
                  <a:cubicBezTo>
                    <a:pt x="520" y="161"/>
                    <a:pt x="520" y="161"/>
                    <a:pt x="520" y="161"/>
                  </a:cubicBezTo>
                  <a:cubicBezTo>
                    <a:pt x="520" y="152"/>
                    <a:pt x="513" y="147"/>
                    <a:pt x="506" y="147"/>
                  </a:cubicBezTo>
                  <a:cubicBezTo>
                    <a:pt x="431" y="147"/>
                    <a:pt x="431" y="147"/>
                    <a:pt x="431" y="147"/>
                  </a:cubicBezTo>
                  <a:cubicBezTo>
                    <a:pt x="431" y="65"/>
                    <a:pt x="366" y="0"/>
                    <a:pt x="285" y="0"/>
                  </a:cubicBezTo>
                  <a:cubicBezTo>
                    <a:pt x="203" y="0"/>
                    <a:pt x="137" y="65"/>
                    <a:pt x="137" y="147"/>
                  </a:cubicBezTo>
                  <a:cubicBezTo>
                    <a:pt x="64" y="147"/>
                    <a:pt x="64" y="147"/>
                    <a:pt x="64" y="147"/>
                  </a:cubicBezTo>
                  <a:cubicBezTo>
                    <a:pt x="56" y="147"/>
                    <a:pt x="50" y="152"/>
                    <a:pt x="49" y="161"/>
                  </a:cubicBezTo>
                  <a:cubicBezTo>
                    <a:pt x="0" y="593"/>
                    <a:pt x="0" y="593"/>
                    <a:pt x="0" y="593"/>
                  </a:cubicBezTo>
                  <a:cubicBezTo>
                    <a:pt x="0" y="597"/>
                    <a:pt x="0" y="601"/>
                    <a:pt x="0" y="604"/>
                  </a:cubicBezTo>
                  <a:cubicBezTo>
                    <a:pt x="0" y="633"/>
                    <a:pt x="11" y="658"/>
                    <a:pt x="31" y="677"/>
                  </a:cubicBezTo>
                  <a:cubicBezTo>
                    <a:pt x="49" y="695"/>
                    <a:pt x="75" y="708"/>
                    <a:pt x="104" y="708"/>
                  </a:cubicBezTo>
                  <a:cubicBezTo>
                    <a:pt x="458" y="708"/>
                    <a:pt x="458" y="708"/>
                    <a:pt x="458" y="708"/>
                  </a:cubicBezTo>
                  <a:cubicBezTo>
                    <a:pt x="466" y="708"/>
                    <a:pt x="473" y="701"/>
                    <a:pt x="473" y="692"/>
                  </a:cubicBezTo>
                  <a:close/>
                  <a:moveTo>
                    <a:pt x="201" y="64"/>
                  </a:moveTo>
                  <a:lnTo>
                    <a:pt x="201" y="64"/>
                  </a:lnTo>
                  <a:cubicBezTo>
                    <a:pt x="223" y="43"/>
                    <a:pt x="252" y="29"/>
                    <a:pt x="285" y="29"/>
                  </a:cubicBezTo>
                  <a:cubicBezTo>
                    <a:pt x="317" y="29"/>
                    <a:pt x="347" y="43"/>
                    <a:pt x="368" y="64"/>
                  </a:cubicBezTo>
                  <a:cubicBezTo>
                    <a:pt x="390" y="86"/>
                    <a:pt x="402" y="115"/>
                    <a:pt x="402" y="147"/>
                  </a:cubicBezTo>
                  <a:cubicBezTo>
                    <a:pt x="166" y="147"/>
                    <a:pt x="166" y="147"/>
                    <a:pt x="166" y="147"/>
                  </a:cubicBezTo>
                  <a:cubicBezTo>
                    <a:pt x="166" y="115"/>
                    <a:pt x="180" y="86"/>
                    <a:pt x="201"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1" name="Freeform 35">
              <a:extLst>
                <a:ext uri="{FF2B5EF4-FFF2-40B4-BE49-F238E27FC236}">
                  <a16:creationId xmlns:a16="http://schemas.microsoft.com/office/drawing/2014/main" id="{FC5DC0C7-0F9A-00EB-3FEF-60C522584878}"/>
                </a:ext>
              </a:extLst>
            </p:cNvPr>
            <p:cNvSpPr>
              <a:spLocks noChangeArrowheads="1"/>
            </p:cNvSpPr>
            <p:nvPr/>
          </p:nvSpPr>
          <p:spPr bwMode="auto">
            <a:xfrm>
              <a:off x="4691063" y="2927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2" name="Group 44">
            <a:extLst>
              <a:ext uri="{FF2B5EF4-FFF2-40B4-BE49-F238E27FC236}">
                <a16:creationId xmlns:a16="http://schemas.microsoft.com/office/drawing/2014/main" id="{8FE8DC6E-3C57-83FB-F5B7-7B70A8B3A029}"/>
              </a:ext>
            </a:extLst>
          </p:cNvPr>
          <p:cNvGrpSpPr/>
          <p:nvPr/>
        </p:nvGrpSpPr>
        <p:grpSpPr>
          <a:xfrm>
            <a:off x="5832995" y="885453"/>
            <a:ext cx="255588" cy="244475"/>
            <a:chOff x="4676775" y="1185863"/>
            <a:chExt cx="255588" cy="244475"/>
          </a:xfrm>
          <a:solidFill>
            <a:schemeClr val="accent4"/>
          </a:solidFill>
        </p:grpSpPr>
        <p:sp>
          <p:nvSpPr>
            <p:cNvPr id="43" name="Freeform 36">
              <a:extLst>
                <a:ext uri="{FF2B5EF4-FFF2-40B4-BE49-F238E27FC236}">
                  <a16:creationId xmlns:a16="http://schemas.microsoft.com/office/drawing/2014/main" id="{5971D0FB-7949-D11D-CC2A-AE024D834DE8}"/>
                </a:ext>
              </a:extLst>
            </p:cNvPr>
            <p:cNvSpPr>
              <a:spLocks noChangeArrowheads="1"/>
            </p:cNvSpPr>
            <p:nvPr/>
          </p:nvSpPr>
          <p:spPr bwMode="auto">
            <a:xfrm>
              <a:off x="4676775" y="1185863"/>
              <a:ext cx="255588" cy="244475"/>
            </a:xfrm>
            <a:custGeom>
              <a:avLst/>
              <a:gdLst>
                <a:gd name="T0" fmla="*/ 127 w 709"/>
                <a:gd name="T1" fmla="*/ 105 h 678"/>
                <a:gd name="T2" fmla="*/ 65 w 709"/>
                <a:gd name="T3" fmla="*/ 235 h 678"/>
                <a:gd name="T4" fmla="*/ 0 w 709"/>
                <a:gd name="T5" fmla="*/ 279 h 678"/>
                <a:gd name="T6" fmla="*/ 32 w 709"/>
                <a:gd name="T7" fmla="*/ 351 h 678"/>
                <a:gd name="T8" fmla="*/ 105 w 709"/>
                <a:gd name="T9" fmla="*/ 629 h 678"/>
                <a:gd name="T10" fmla="*/ 533 w 709"/>
                <a:gd name="T11" fmla="*/ 677 h 678"/>
                <a:gd name="T12" fmla="*/ 604 w 709"/>
                <a:gd name="T13" fmla="*/ 628 h 678"/>
                <a:gd name="T14" fmla="*/ 708 w 709"/>
                <a:gd name="T15" fmla="*/ 310 h 678"/>
                <a:gd name="T16" fmla="*/ 663 w 709"/>
                <a:gd name="T17" fmla="*/ 235 h 678"/>
                <a:gd name="T18" fmla="*/ 580 w 709"/>
                <a:gd name="T19" fmla="*/ 105 h 678"/>
                <a:gd name="T20" fmla="*/ 513 w 709"/>
                <a:gd name="T21" fmla="*/ 58 h 678"/>
                <a:gd name="T22" fmla="*/ 413 w 709"/>
                <a:gd name="T23" fmla="*/ 0 h 678"/>
                <a:gd name="T24" fmla="*/ 237 w 709"/>
                <a:gd name="T25" fmla="*/ 58 h 678"/>
                <a:gd name="T26" fmla="*/ 127 w 709"/>
                <a:gd name="T27" fmla="*/ 105 h 678"/>
                <a:gd name="T28" fmla="*/ 575 w 709"/>
                <a:gd name="T29" fmla="*/ 619 h 678"/>
                <a:gd name="T30" fmla="*/ 174 w 709"/>
                <a:gd name="T31" fmla="*/ 648 h 678"/>
                <a:gd name="T32" fmla="*/ 64 w 709"/>
                <a:gd name="T33" fmla="*/ 354 h 678"/>
                <a:gd name="T34" fmla="*/ 575 w 709"/>
                <a:gd name="T35" fmla="*/ 619 h 678"/>
                <a:gd name="T36" fmla="*/ 679 w 709"/>
                <a:gd name="T37" fmla="*/ 279 h 678"/>
                <a:gd name="T38" fmla="*/ 663 w 709"/>
                <a:gd name="T39" fmla="*/ 324 h 678"/>
                <a:gd name="T40" fmla="*/ 29 w 709"/>
                <a:gd name="T41" fmla="*/ 310 h 678"/>
                <a:gd name="T42" fmla="*/ 45 w 709"/>
                <a:gd name="T43" fmla="*/ 266 h 678"/>
                <a:gd name="T44" fmla="*/ 634 w 709"/>
                <a:gd name="T45" fmla="*/ 266 h 678"/>
                <a:gd name="T46" fmla="*/ 679 w 709"/>
                <a:gd name="T47" fmla="*/ 279 h 678"/>
                <a:gd name="T48" fmla="*/ 295 w 709"/>
                <a:gd name="T49" fmla="*/ 29 h 678"/>
                <a:gd name="T50" fmla="*/ 442 w 709"/>
                <a:gd name="T51" fmla="*/ 58 h 678"/>
                <a:gd name="T52" fmla="*/ 295 w 709"/>
                <a:gd name="T53" fmla="*/ 89 h 678"/>
                <a:gd name="T54" fmla="*/ 295 w 709"/>
                <a:gd name="T55" fmla="*/ 29 h 678"/>
                <a:gd name="T56" fmla="*/ 155 w 709"/>
                <a:gd name="T57" fmla="*/ 116 h 678"/>
                <a:gd name="T58" fmla="*/ 245 w 709"/>
                <a:gd name="T59" fmla="*/ 89 h 678"/>
                <a:gd name="T60" fmla="*/ 413 w 709"/>
                <a:gd name="T61" fmla="*/ 118 h 678"/>
                <a:gd name="T62" fmla="*/ 513 w 709"/>
                <a:gd name="T63" fmla="*/ 89 h 678"/>
                <a:gd name="T64" fmla="*/ 554 w 709"/>
                <a:gd name="T65" fmla="*/ 118 h 678"/>
                <a:gd name="T66" fmla="*/ 97 w 709"/>
                <a:gd name="T67" fmla="*/ 235 h 678"/>
                <a:gd name="T68" fmla="*/ 155 w 709"/>
                <a:gd name="T69" fmla="*/ 116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9" h="678">
                  <a:moveTo>
                    <a:pt x="127" y="105"/>
                  </a:moveTo>
                  <a:lnTo>
                    <a:pt x="127" y="105"/>
                  </a:lnTo>
                  <a:lnTo>
                    <a:pt x="127" y="105"/>
                  </a:lnTo>
                  <a:cubicBezTo>
                    <a:pt x="65" y="235"/>
                    <a:pt x="65" y="235"/>
                    <a:pt x="65" y="235"/>
                  </a:cubicBezTo>
                  <a:cubicBezTo>
                    <a:pt x="45" y="235"/>
                    <a:pt x="45" y="235"/>
                    <a:pt x="45" y="235"/>
                  </a:cubicBezTo>
                  <a:cubicBezTo>
                    <a:pt x="20" y="235"/>
                    <a:pt x="0" y="256"/>
                    <a:pt x="0" y="279"/>
                  </a:cubicBezTo>
                  <a:cubicBezTo>
                    <a:pt x="0" y="310"/>
                    <a:pt x="0" y="310"/>
                    <a:pt x="0" y="310"/>
                  </a:cubicBezTo>
                  <a:cubicBezTo>
                    <a:pt x="0" y="329"/>
                    <a:pt x="14" y="347"/>
                    <a:pt x="32" y="351"/>
                  </a:cubicBezTo>
                  <a:cubicBezTo>
                    <a:pt x="105" y="628"/>
                    <a:pt x="105" y="628"/>
                    <a:pt x="105" y="628"/>
                  </a:cubicBezTo>
                  <a:cubicBezTo>
                    <a:pt x="105" y="629"/>
                    <a:pt x="105" y="629"/>
                    <a:pt x="105" y="629"/>
                  </a:cubicBezTo>
                  <a:cubicBezTo>
                    <a:pt x="116" y="658"/>
                    <a:pt x="144" y="677"/>
                    <a:pt x="174" y="677"/>
                  </a:cubicBezTo>
                  <a:cubicBezTo>
                    <a:pt x="533" y="677"/>
                    <a:pt x="533" y="677"/>
                    <a:pt x="533" y="677"/>
                  </a:cubicBezTo>
                  <a:cubicBezTo>
                    <a:pt x="565" y="677"/>
                    <a:pt x="593" y="658"/>
                    <a:pt x="603" y="629"/>
                  </a:cubicBezTo>
                  <a:cubicBezTo>
                    <a:pt x="604" y="628"/>
                    <a:pt x="604" y="628"/>
                    <a:pt x="604" y="628"/>
                  </a:cubicBezTo>
                  <a:cubicBezTo>
                    <a:pt x="676" y="351"/>
                    <a:pt x="676" y="351"/>
                    <a:pt x="676" y="351"/>
                  </a:cubicBezTo>
                  <a:cubicBezTo>
                    <a:pt x="694" y="347"/>
                    <a:pt x="708" y="329"/>
                    <a:pt x="708" y="310"/>
                  </a:cubicBezTo>
                  <a:cubicBezTo>
                    <a:pt x="708" y="279"/>
                    <a:pt x="708" y="279"/>
                    <a:pt x="708" y="279"/>
                  </a:cubicBezTo>
                  <a:cubicBezTo>
                    <a:pt x="708" y="256"/>
                    <a:pt x="688" y="235"/>
                    <a:pt x="663" y="235"/>
                  </a:cubicBezTo>
                  <a:cubicBezTo>
                    <a:pt x="643" y="235"/>
                    <a:pt x="643" y="235"/>
                    <a:pt x="643" y="235"/>
                  </a:cubicBezTo>
                  <a:cubicBezTo>
                    <a:pt x="580" y="105"/>
                    <a:pt x="580" y="105"/>
                    <a:pt x="580" y="105"/>
                  </a:cubicBezTo>
                  <a:lnTo>
                    <a:pt x="580" y="105"/>
                  </a:lnTo>
                  <a:cubicBezTo>
                    <a:pt x="569" y="78"/>
                    <a:pt x="542" y="58"/>
                    <a:pt x="513" y="58"/>
                  </a:cubicBezTo>
                  <a:cubicBezTo>
                    <a:pt x="471" y="58"/>
                    <a:pt x="471" y="58"/>
                    <a:pt x="471" y="58"/>
                  </a:cubicBezTo>
                  <a:cubicBezTo>
                    <a:pt x="471" y="27"/>
                    <a:pt x="445" y="0"/>
                    <a:pt x="413" y="0"/>
                  </a:cubicBezTo>
                  <a:cubicBezTo>
                    <a:pt x="295" y="0"/>
                    <a:pt x="295" y="0"/>
                    <a:pt x="295" y="0"/>
                  </a:cubicBezTo>
                  <a:cubicBezTo>
                    <a:pt x="263" y="0"/>
                    <a:pt x="237" y="27"/>
                    <a:pt x="237" y="58"/>
                  </a:cubicBezTo>
                  <a:cubicBezTo>
                    <a:pt x="196" y="58"/>
                    <a:pt x="196" y="58"/>
                    <a:pt x="196" y="58"/>
                  </a:cubicBezTo>
                  <a:cubicBezTo>
                    <a:pt x="166" y="58"/>
                    <a:pt x="138" y="78"/>
                    <a:pt x="127" y="105"/>
                  </a:cubicBezTo>
                  <a:close/>
                  <a:moveTo>
                    <a:pt x="575" y="619"/>
                  </a:moveTo>
                  <a:lnTo>
                    <a:pt x="575" y="619"/>
                  </a:lnTo>
                  <a:cubicBezTo>
                    <a:pt x="568" y="637"/>
                    <a:pt x="553" y="648"/>
                    <a:pt x="533" y="648"/>
                  </a:cubicBezTo>
                  <a:cubicBezTo>
                    <a:pt x="174" y="648"/>
                    <a:pt x="174" y="648"/>
                    <a:pt x="174" y="648"/>
                  </a:cubicBezTo>
                  <a:cubicBezTo>
                    <a:pt x="156" y="648"/>
                    <a:pt x="140" y="637"/>
                    <a:pt x="133" y="619"/>
                  </a:cubicBezTo>
                  <a:cubicBezTo>
                    <a:pt x="64" y="354"/>
                    <a:pt x="64" y="354"/>
                    <a:pt x="64" y="354"/>
                  </a:cubicBezTo>
                  <a:cubicBezTo>
                    <a:pt x="644" y="354"/>
                    <a:pt x="644" y="354"/>
                    <a:pt x="644" y="354"/>
                  </a:cubicBezTo>
                  <a:lnTo>
                    <a:pt x="575" y="619"/>
                  </a:lnTo>
                  <a:close/>
                  <a:moveTo>
                    <a:pt x="679" y="279"/>
                  </a:moveTo>
                  <a:lnTo>
                    <a:pt x="679" y="279"/>
                  </a:lnTo>
                  <a:cubicBezTo>
                    <a:pt x="679" y="310"/>
                    <a:pt x="679" y="310"/>
                    <a:pt x="679" y="310"/>
                  </a:cubicBezTo>
                  <a:cubicBezTo>
                    <a:pt x="679" y="318"/>
                    <a:pt x="672" y="324"/>
                    <a:pt x="663" y="324"/>
                  </a:cubicBezTo>
                  <a:cubicBezTo>
                    <a:pt x="45" y="324"/>
                    <a:pt x="45" y="324"/>
                    <a:pt x="45" y="324"/>
                  </a:cubicBezTo>
                  <a:cubicBezTo>
                    <a:pt x="36" y="324"/>
                    <a:pt x="29" y="318"/>
                    <a:pt x="29" y="310"/>
                  </a:cubicBezTo>
                  <a:cubicBezTo>
                    <a:pt x="29" y="279"/>
                    <a:pt x="29" y="279"/>
                    <a:pt x="29" y="279"/>
                  </a:cubicBezTo>
                  <a:cubicBezTo>
                    <a:pt x="29" y="273"/>
                    <a:pt x="36" y="266"/>
                    <a:pt x="45" y="266"/>
                  </a:cubicBezTo>
                  <a:cubicBezTo>
                    <a:pt x="74" y="266"/>
                    <a:pt x="74" y="266"/>
                    <a:pt x="74" y="266"/>
                  </a:cubicBezTo>
                  <a:cubicBezTo>
                    <a:pt x="634" y="266"/>
                    <a:pt x="634" y="266"/>
                    <a:pt x="634" y="266"/>
                  </a:cubicBezTo>
                  <a:cubicBezTo>
                    <a:pt x="663" y="266"/>
                    <a:pt x="663" y="266"/>
                    <a:pt x="663" y="266"/>
                  </a:cubicBezTo>
                  <a:cubicBezTo>
                    <a:pt x="672" y="266"/>
                    <a:pt x="679" y="273"/>
                    <a:pt x="679" y="279"/>
                  </a:cubicBezTo>
                  <a:close/>
                  <a:moveTo>
                    <a:pt x="295" y="29"/>
                  </a:moveTo>
                  <a:lnTo>
                    <a:pt x="295" y="29"/>
                  </a:lnTo>
                  <a:cubicBezTo>
                    <a:pt x="413" y="29"/>
                    <a:pt x="413" y="29"/>
                    <a:pt x="413" y="29"/>
                  </a:cubicBezTo>
                  <a:cubicBezTo>
                    <a:pt x="430" y="29"/>
                    <a:pt x="442" y="43"/>
                    <a:pt x="442" y="58"/>
                  </a:cubicBezTo>
                  <a:cubicBezTo>
                    <a:pt x="442" y="75"/>
                    <a:pt x="430" y="89"/>
                    <a:pt x="413" y="89"/>
                  </a:cubicBezTo>
                  <a:cubicBezTo>
                    <a:pt x="295" y="89"/>
                    <a:pt x="295" y="89"/>
                    <a:pt x="295" y="89"/>
                  </a:cubicBezTo>
                  <a:cubicBezTo>
                    <a:pt x="279" y="89"/>
                    <a:pt x="266" y="75"/>
                    <a:pt x="266" y="58"/>
                  </a:cubicBezTo>
                  <a:cubicBezTo>
                    <a:pt x="266" y="43"/>
                    <a:pt x="279" y="29"/>
                    <a:pt x="295" y="29"/>
                  </a:cubicBezTo>
                  <a:close/>
                  <a:moveTo>
                    <a:pt x="155" y="116"/>
                  </a:moveTo>
                  <a:lnTo>
                    <a:pt x="155" y="116"/>
                  </a:lnTo>
                  <a:cubicBezTo>
                    <a:pt x="162" y="100"/>
                    <a:pt x="177" y="89"/>
                    <a:pt x="196" y="89"/>
                  </a:cubicBezTo>
                  <a:cubicBezTo>
                    <a:pt x="245" y="89"/>
                    <a:pt x="245" y="89"/>
                    <a:pt x="245" y="89"/>
                  </a:cubicBezTo>
                  <a:cubicBezTo>
                    <a:pt x="255" y="105"/>
                    <a:pt x="274" y="118"/>
                    <a:pt x="295" y="118"/>
                  </a:cubicBezTo>
                  <a:cubicBezTo>
                    <a:pt x="413" y="118"/>
                    <a:pt x="413" y="118"/>
                    <a:pt x="413" y="118"/>
                  </a:cubicBezTo>
                  <a:cubicBezTo>
                    <a:pt x="435" y="118"/>
                    <a:pt x="453" y="105"/>
                    <a:pt x="463" y="89"/>
                  </a:cubicBezTo>
                  <a:cubicBezTo>
                    <a:pt x="513" y="89"/>
                    <a:pt x="513" y="89"/>
                    <a:pt x="513" y="89"/>
                  </a:cubicBezTo>
                  <a:cubicBezTo>
                    <a:pt x="531" y="89"/>
                    <a:pt x="547" y="100"/>
                    <a:pt x="553" y="116"/>
                  </a:cubicBezTo>
                  <a:cubicBezTo>
                    <a:pt x="554" y="118"/>
                    <a:pt x="554" y="118"/>
                    <a:pt x="554" y="118"/>
                  </a:cubicBezTo>
                  <a:cubicBezTo>
                    <a:pt x="611" y="235"/>
                    <a:pt x="611" y="235"/>
                    <a:pt x="611" y="235"/>
                  </a:cubicBezTo>
                  <a:cubicBezTo>
                    <a:pt x="97" y="235"/>
                    <a:pt x="97" y="235"/>
                    <a:pt x="97" y="235"/>
                  </a:cubicBezTo>
                  <a:cubicBezTo>
                    <a:pt x="154" y="118"/>
                    <a:pt x="154" y="118"/>
                    <a:pt x="154" y="118"/>
                  </a:cubicBezTo>
                  <a:lnTo>
                    <a:pt x="155" y="11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 name="Freeform 37">
              <a:extLst>
                <a:ext uri="{FF2B5EF4-FFF2-40B4-BE49-F238E27FC236}">
                  <a16:creationId xmlns:a16="http://schemas.microsoft.com/office/drawing/2014/main" id="{F2D47E6C-7175-D172-7A03-F5C09A372A22}"/>
                </a:ext>
              </a:extLst>
            </p:cNvPr>
            <p:cNvSpPr>
              <a:spLocks noChangeArrowheads="1"/>
            </p:cNvSpPr>
            <p:nvPr/>
          </p:nvSpPr>
          <p:spPr bwMode="auto">
            <a:xfrm>
              <a:off x="4751388" y="1333500"/>
              <a:ext cx="11112" cy="63500"/>
            </a:xfrm>
            <a:custGeom>
              <a:avLst/>
              <a:gdLst>
                <a:gd name="T0" fmla="*/ 15 w 32"/>
                <a:gd name="T1" fmla="*/ 177 h 178"/>
                <a:gd name="T2" fmla="*/ 15 w 32"/>
                <a:gd name="T3" fmla="*/ 177 h 178"/>
                <a:gd name="T4" fmla="*/ 31 w 32"/>
                <a:gd name="T5" fmla="*/ 163 h 178"/>
                <a:gd name="T6" fmla="*/ 31 w 32"/>
                <a:gd name="T7" fmla="*/ 15 h 178"/>
                <a:gd name="T8" fmla="*/ 15 w 32"/>
                <a:gd name="T9" fmla="*/ 0 h 178"/>
                <a:gd name="T10" fmla="*/ 0 w 32"/>
                <a:gd name="T11" fmla="*/ 15 h 178"/>
                <a:gd name="T12" fmla="*/ 0 w 32"/>
                <a:gd name="T13" fmla="*/ 163 h 178"/>
                <a:gd name="T14" fmla="*/ 15 w 32"/>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78">
                  <a:moveTo>
                    <a:pt x="15" y="177"/>
                  </a:moveTo>
                  <a:lnTo>
                    <a:pt x="15" y="177"/>
                  </a:lnTo>
                  <a:cubicBezTo>
                    <a:pt x="24" y="177"/>
                    <a:pt x="31" y="171"/>
                    <a:pt x="31" y="163"/>
                  </a:cubicBezTo>
                  <a:cubicBezTo>
                    <a:pt x="31" y="15"/>
                    <a:pt x="31" y="15"/>
                    <a:pt x="31" y="15"/>
                  </a:cubicBezTo>
                  <a:cubicBezTo>
                    <a:pt x="31" y="7"/>
                    <a:pt x="24"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 name="Freeform 38">
              <a:extLst>
                <a:ext uri="{FF2B5EF4-FFF2-40B4-BE49-F238E27FC236}">
                  <a16:creationId xmlns:a16="http://schemas.microsoft.com/office/drawing/2014/main" id="{5D2F335A-7A6B-7156-E9E0-2281B2A1769A}"/>
                </a:ext>
              </a:extLst>
            </p:cNvPr>
            <p:cNvSpPr>
              <a:spLocks noChangeArrowheads="1"/>
            </p:cNvSpPr>
            <p:nvPr/>
          </p:nvSpPr>
          <p:spPr bwMode="auto">
            <a:xfrm>
              <a:off x="4803775" y="1333500"/>
              <a:ext cx="11113" cy="63500"/>
            </a:xfrm>
            <a:custGeom>
              <a:avLst/>
              <a:gdLst>
                <a:gd name="T0" fmla="*/ 15 w 30"/>
                <a:gd name="T1" fmla="*/ 177 h 178"/>
                <a:gd name="T2" fmla="*/ 15 w 30"/>
                <a:gd name="T3" fmla="*/ 177 h 178"/>
                <a:gd name="T4" fmla="*/ 29 w 30"/>
                <a:gd name="T5" fmla="*/ 163 h 178"/>
                <a:gd name="T6" fmla="*/ 29 w 30"/>
                <a:gd name="T7" fmla="*/ 15 h 178"/>
                <a:gd name="T8" fmla="*/ 15 w 30"/>
                <a:gd name="T9" fmla="*/ 0 h 178"/>
                <a:gd name="T10" fmla="*/ 0 w 30"/>
                <a:gd name="T11" fmla="*/ 15 h 178"/>
                <a:gd name="T12" fmla="*/ 0 w 30"/>
                <a:gd name="T13" fmla="*/ 163 h 178"/>
                <a:gd name="T14" fmla="*/ 15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5" y="177"/>
                  </a:moveTo>
                  <a:lnTo>
                    <a:pt x="15" y="177"/>
                  </a:lnTo>
                  <a:cubicBezTo>
                    <a:pt x="23" y="177"/>
                    <a:pt x="29" y="171"/>
                    <a:pt x="29" y="163"/>
                  </a:cubicBezTo>
                  <a:cubicBezTo>
                    <a:pt x="29" y="15"/>
                    <a:pt x="29" y="15"/>
                    <a:pt x="29" y="15"/>
                  </a:cubicBezTo>
                  <a:cubicBezTo>
                    <a:pt x="29" y="7"/>
                    <a:pt x="23" y="0"/>
                    <a:pt x="15" y="0"/>
                  </a:cubicBezTo>
                  <a:cubicBezTo>
                    <a:pt x="7" y="0"/>
                    <a:pt x="0" y="7"/>
                    <a:pt x="0" y="15"/>
                  </a:cubicBezTo>
                  <a:cubicBezTo>
                    <a:pt x="0" y="163"/>
                    <a:pt x="0" y="163"/>
                    <a:pt x="0" y="163"/>
                  </a:cubicBezTo>
                  <a:cubicBezTo>
                    <a:pt x="0" y="171"/>
                    <a:pt x="7" y="177"/>
                    <a:pt x="15"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 name="Freeform 39">
              <a:extLst>
                <a:ext uri="{FF2B5EF4-FFF2-40B4-BE49-F238E27FC236}">
                  <a16:creationId xmlns:a16="http://schemas.microsoft.com/office/drawing/2014/main" id="{0960C554-D9CB-7B3F-B5DE-7E84461F879F}"/>
                </a:ext>
              </a:extLst>
            </p:cNvPr>
            <p:cNvSpPr>
              <a:spLocks noChangeArrowheads="1"/>
            </p:cNvSpPr>
            <p:nvPr/>
          </p:nvSpPr>
          <p:spPr bwMode="auto">
            <a:xfrm>
              <a:off x="4857750" y="1333500"/>
              <a:ext cx="11113" cy="63500"/>
            </a:xfrm>
            <a:custGeom>
              <a:avLst/>
              <a:gdLst>
                <a:gd name="T0" fmla="*/ 14 w 30"/>
                <a:gd name="T1" fmla="*/ 177 h 178"/>
                <a:gd name="T2" fmla="*/ 14 w 30"/>
                <a:gd name="T3" fmla="*/ 177 h 178"/>
                <a:gd name="T4" fmla="*/ 29 w 30"/>
                <a:gd name="T5" fmla="*/ 163 h 178"/>
                <a:gd name="T6" fmla="*/ 29 w 30"/>
                <a:gd name="T7" fmla="*/ 15 h 178"/>
                <a:gd name="T8" fmla="*/ 14 w 30"/>
                <a:gd name="T9" fmla="*/ 0 h 178"/>
                <a:gd name="T10" fmla="*/ 0 w 30"/>
                <a:gd name="T11" fmla="*/ 15 h 178"/>
                <a:gd name="T12" fmla="*/ 0 w 30"/>
                <a:gd name="T13" fmla="*/ 163 h 178"/>
                <a:gd name="T14" fmla="*/ 14 w 30"/>
                <a:gd name="T15" fmla="*/ 177 h 1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8">
                  <a:moveTo>
                    <a:pt x="14" y="177"/>
                  </a:moveTo>
                  <a:lnTo>
                    <a:pt x="14" y="177"/>
                  </a:lnTo>
                  <a:cubicBezTo>
                    <a:pt x="22" y="177"/>
                    <a:pt x="29" y="171"/>
                    <a:pt x="29" y="163"/>
                  </a:cubicBezTo>
                  <a:cubicBezTo>
                    <a:pt x="29" y="15"/>
                    <a:pt x="29" y="15"/>
                    <a:pt x="29" y="15"/>
                  </a:cubicBezTo>
                  <a:cubicBezTo>
                    <a:pt x="29" y="7"/>
                    <a:pt x="22" y="0"/>
                    <a:pt x="14" y="0"/>
                  </a:cubicBezTo>
                  <a:cubicBezTo>
                    <a:pt x="7" y="0"/>
                    <a:pt x="0" y="7"/>
                    <a:pt x="0" y="15"/>
                  </a:cubicBezTo>
                  <a:cubicBezTo>
                    <a:pt x="0" y="163"/>
                    <a:pt x="0" y="163"/>
                    <a:pt x="0" y="163"/>
                  </a:cubicBezTo>
                  <a:cubicBezTo>
                    <a:pt x="0" y="171"/>
                    <a:pt x="7" y="177"/>
                    <a:pt x="14" y="1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7" name="Group 49">
            <a:extLst>
              <a:ext uri="{FF2B5EF4-FFF2-40B4-BE49-F238E27FC236}">
                <a16:creationId xmlns:a16="http://schemas.microsoft.com/office/drawing/2014/main" id="{FB6E62DE-924B-4DAC-7B47-00FFF88094EF}"/>
              </a:ext>
            </a:extLst>
          </p:cNvPr>
          <p:cNvGrpSpPr/>
          <p:nvPr/>
        </p:nvGrpSpPr>
        <p:grpSpPr>
          <a:xfrm>
            <a:off x="6342583" y="885453"/>
            <a:ext cx="265112" cy="244475"/>
            <a:chOff x="5186363" y="1185863"/>
            <a:chExt cx="265112" cy="244475"/>
          </a:xfrm>
          <a:solidFill>
            <a:schemeClr val="accent4"/>
          </a:solidFill>
        </p:grpSpPr>
        <p:sp>
          <p:nvSpPr>
            <p:cNvPr id="48" name="Freeform 40">
              <a:extLst>
                <a:ext uri="{FF2B5EF4-FFF2-40B4-BE49-F238E27FC236}">
                  <a16:creationId xmlns:a16="http://schemas.microsoft.com/office/drawing/2014/main" id="{1BBBC1A0-573B-3C48-06F2-A0871FD37DC8}"/>
                </a:ext>
              </a:extLst>
            </p:cNvPr>
            <p:cNvSpPr>
              <a:spLocks noChangeArrowheads="1"/>
            </p:cNvSpPr>
            <p:nvPr/>
          </p:nvSpPr>
          <p:spPr bwMode="auto">
            <a:xfrm>
              <a:off x="5376863" y="1333500"/>
              <a:ext cx="74612" cy="74613"/>
            </a:xfrm>
            <a:custGeom>
              <a:avLst/>
              <a:gdLst>
                <a:gd name="T0" fmla="*/ 206 w 207"/>
                <a:gd name="T1" fmla="*/ 104 h 208"/>
                <a:gd name="T2" fmla="*/ 206 w 207"/>
                <a:gd name="T3" fmla="*/ 104 h 208"/>
                <a:gd name="T4" fmla="*/ 192 w 207"/>
                <a:gd name="T5" fmla="*/ 88 h 208"/>
                <a:gd name="T6" fmla="*/ 118 w 207"/>
                <a:gd name="T7" fmla="*/ 88 h 208"/>
                <a:gd name="T8" fmla="*/ 118 w 207"/>
                <a:gd name="T9" fmla="*/ 15 h 208"/>
                <a:gd name="T10" fmla="*/ 104 w 207"/>
                <a:gd name="T11" fmla="*/ 0 h 208"/>
                <a:gd name="T12" fmla="*/ 89 w 207"/>
                <a:gd name="T13" fmla="*/ 15 h 208"/>
                <a:gd name="T14" fmla="*/ 89 w 207"/>
                <a:gd name="T15" fmla="*/ 88 h 208"/>
                <a:gd name="T16" fmla="*/ 15 w 207"/>
                <a:gd name="T17" fmla="*/ 88 h 208"/>
                <a:gd name="T18" fmla="*/ 0 w 207"/>
                <a:gd name="T19" fmla="*/ 104 h 208"/>
                <a:gd name="T20" fmla="*/ 15 w 207"/>
                <a:gd name="T21" fmla="*/ 119 h 208"/>
                <a:gd name="T22" fmla="*/ 89 w 207"/>
                <a:gd name="T23" fmla="*/ 119 h 208"/>
                <a:gd name="T24" fmla="*/ 89 w 207"/>
                <a:gd name="T25" fmla="*/ 192 h 208"/>
                <a:gd name="T26" fmla="*/ 104 w 207"/>
                <a:gd name="T27" fmla="*/ 207 h 208"/>
                <a:gd name="T28" fmla="*/ 118 w 207"/>
                <a:gd name="T29" fmla="*/ 192 h 208"/>
                <a:gd name="T30" fmla="*/ 118 w 207"/>
                <a:gd name="T31" fmla="*/ 119 h 208"/>
                <a:gd name="T32" fmla="*/ 192 w 207"/>
                <a:gd name="T33" fmla="*/ 119 h 208"/>
                <a:gd name="T34" fmla="*/ 206 w 207"/>
                <a:gd name="T35" fmla="*/ 10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206" y="104"/>
                  </a:moveTo>
                  <a:lnTo>
                    <a:pt x="206" y="104"/>
                  </a:lnTo>
                  <a:cubicBezTo>
                    <a:pt x="206" y="95"/>
                    <a:pt x="200" y="88"/>
                    <a:pt x="192" y="88"/>
                  </a:cubicBezTo>
                  <a:cubicBezTo>
                    <a:pt x="118" y="88"/>
                    <a:pt x="118" y="88"/>
                    <a:pt x="118" y="88"/>
                  </a:cubicBezTo>
                  <a:cubicBezTo>
                    <a:pt x="118" y="15"/>
                    <a:pt x="118" y="15"/>
                    <a:pt x="118" y="15"/>
                  </a:cubicBezTo>
                  <a:cubicBezTo>
                    <a:pt x="118" y="7"/>
                    <a:pt x="112" y="0"/>
                    <a:pt x="104" y="0"/>
                  </a:cubicBezTo>
                  <a:cubicBezTo>
                    <a:pt x="95" y="0"/>
                    <a:pt x="89" y="7"/>
                    <a:pt x="89" y="15"/>
                  </a:cubicBezTo>
                  <a:cubicBezTo>
                    <a:pt x="89" y="88"/>
                    <a:pt x="89" y="88"/>
                    <a:pt x="89" y="88"/>
                  </a:cubicBezTo>
                  <a:cubicBezTo>
                    <a:pt x="15" y="88"/>
                    <a:pt x="15" y="88"/>
                    <a:pt x="15" y="88"/>
                  </a:cubicBezTo>
                  <a:cubicBezTo>
                    <a:pt x="7" y="88"/>
                    <a:pt x="0" y="95"/>
                    <a:pt x="0" y="104"/>
                  </a:cubicBezTo>
                  <a:cubicBezTo>
                    <a:pt x="0" y="112"/>
                    <a:pt x="7" y="119"/>
                    <a:pt x="15" y="119"/>
                  </a:cubicBezTo>
                  <a:cubicBezTo>
                    <a:pt x="89" y="119"/>
                    <a:pt x="89" y="119"/>
                    <a:pt x="89" y="119"/>
                  </a:cubicBezTo>
                  <a:cubicBezTo>
                    <a:pt x="89" y="192"/>
                    <a:pt x="89" y="192"/>
                    <a:pt x="89" y="192"/>
                  </a:cubicBezTo>
                  <a:cubicBezTo>
                    <a:pt x="89" y="200"/>
                    <a:pt x="95" y="207"/>
                    <a:pt x="104" y="207"/>
                  </a:cubicBezTo>
                  <a:cubicBezTo>
                    <a:pt x="112" y="207"/>
                    <a:pt x="118" y="200"/>
                    <a:pt x="118" y="192"/>
                  </a:cubicBezTo>
                  <a:cubicBezTo>
                    <a:pt x="118" y="119"/>
                    <a:pt x="118" y="119"/>
                    <a:pt x="118" y="119"/>
                  </a:cubicBezTo>
                  <a:cubicBezTo>
                    <a:pt x="192" y="119"/>
                    <a:pt x="192" y="119"/>
                    <a:pt x="192" y="119"/>
                  </a:cubicBezTo>
                  <a:cubicBezTo>
                    <a:pt x="200" y="119"/>
                    <a:pt x="206" y="112"/>
                    <a:pt x="206" y="10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 name="Freeform 41">
              <a:extLst>
                <a:ext uri="{FF2B5EF4-FFF2-40B4-BE49-F238E27FC236}">
                  <a16:creationId xmlns:a16="http://schemas.microsoft.com/office/drawing/2014/main" id="{7E9DD0D7-1703-9D8E-3CE6-DD5D60B2BCCC}"/>
                </a:ext>
              </a:extLst>
            </p:cNvPr>
            <p:cNvSpPr>
              <a:spLocks noChangeArrowheads="1"/>
            </p:cNvSpPr>
            <p:nvPr/>
          </p:nvSpPr>
          <p:spPr bwMode="auto">
            <a:xfrm>
              <a:off x="5186363" y="1185863"/>
              <a:ext cx="255587" cy="244475"/>
            </a:xfrm>
            <a:custGeom>
              <a:avLst/>
              <a:gdLst>
                <a:gd name="T0" fmla="*/ 105 w 709"/>
                <a:gd name="T1" fmla="*/ 628 h 678"/>
                <a:gd name="T2" fmla="*/ 105 w 709"/>
                <a:gd name="T3" fmla="*/ 628 h 678"/>
                <a:gd name="T4" fmla="*/ 105 w 709"/>
                <a:gd name="T5" fmla="*/ 629 h 678"/>
                <a:gd name="T6" fmla="*/ 174 w 709"/>
                <a:gd name="T7" fmla="*/ 677 h 678"/>
                <a:gd name="T8" fmla="*/ 531 w 709"/>
                <a:gd name="T9" fmla="*/ 677 h 678"/>
                <a:gd name="T10" fmla="*/ 547 w 709"/>
                <a:gd name="T11" fmla="*/ 663 h 678"/>
                <a:gd name="T12" fmla="*/ 531 w 709"/>
                <a:gd name="T13" fmla="*/ 648 h 678"/>
                <a:gd name="T14" fmla="*/ 174 w 709"/>
                <a:gd name="T15" fmla="*/ 648 h 678"/>
                <a:gd name="T16" fmla="*/ 132 w 709"/>
                <a:gd name="T17" fmla="*/ 619 h 678"/>
                <a:gd name="T18" fmla="*/ 34 w 709"/>
                <a:gd name="T19" fmla="*/ 266 h 678"/>
                <a:gd name="T20" fmla="*/ 73 w 709"/>
                <a:gd name="T21" fmla="*/ 266 h 678"/>
                <a:gd name="T22" fmla="*/ 634 w 709"/>
                <a:gd name="T23" fmla="*/ 266 h 678"/>
                <a:gd name="T24" fmla="*/ 672 w 709"/>
                <a:gd name="T25" fmla="*/ 266 h 678"/>
                <a:gd name="T26" fmla="*/ 660 w 709"/>
                <a:gd name="T27" fmla="*/ 313 h 678"/>
                <a:gd name="T28" fmla="*/ 670 w 709"/>
                <a:gd name="T29" fmla="*/ 331 h 678"/>
                <a:gd name="T30" fmla="*/ 688 w 709"/>
                <a:gd name="T31" fmla="*/ 321 h 678"/>
                <a:gd name="T32" fmla="*/ 707 w 709"/>
                <a:gd name="T33" fmla="*/ 255 h 678"/>
                <a:gd name="T34" fmla="*/ 704 w 709"/>
                <a:gd name="T35" fmla="*/ 242 h 678"/>
                <a:gd name="T36" fmla="*/ 692 w 709"/>
                <a:gd name="T37" fmla="*/ 235 h 678"/>
                <a:gd name="T38" fmla="*/ 642 w 709"/>
                <a:gd name="T39" fmla="*/ 235 h 678"/>
                <a:gd name="T40" fmla="*/ 580 w 709"/>
                <a:gd name="T41" fmla="*/ 105 h 678"/>
                <a:gd name="T42" fmla="*/ 580 w 709"/>
                <a:gd name="T43" fmla="*/ 105 h 678"/>
                <a:gd name="T44" fmla="*/ 512 w 709"/>
                <a:gd name="T45" fmla="*/ 58 h 678"/>
                <a:gd name="T46" fmla="*/ 471 w 709"/>
                <a:gd name="T47" fmla="*/ 58 h 678"/>
                <a:gd name="T48" fmla="*/ 413 w 709"/>
                <a:gd name="T49" fmla="*/ 0 h 678"/>
                <a:gd name="T50" fmla="*/ 294 w 709"/>
                <a:gd name="T51" fmla="*/ 0 h 678"/>
                <a:gd name="T52" fmla="*/ 236 w 709"/>
                <a:gd name="T53" fmla="*/ 58 h 678"/>
                <a:gd name="T54" fmla="*/ 196 w 709"/>
                <a:gd name="T55" fmla="*/ 58 h 678"/>
                <a:gd name="T56" fmla="*/ 127 w 709"/>
                <a:gd name="T57" fmla="*/ 105 h 678"/>
                <a:gd name="T58" fmla="*/ 127 w 709"/>
                <a:gd name="T59" fmla="*/ 105 h 678"/>
                <a:gd name="T60" fmla="*/ 65 w 709"/>
                <a:gd name="T61" fmla="*/ 235 h 678"/>
                <a:gd name="T62" fmla="*/ 15 w 709"/>
                <a:gd name="T63" fmla="*/ 235 h 678"/>
                <a:gd name="T64" fmla="*/ 2 w 709"/>
                <a:gd name="T65" fmla="*/ 242 h 678"/>
                <a:gd name="T66" fmla="*/ 0 w 709"/>
                <a:gd name="T67" fmla="*/ 255 h 678"/>
                <a:gd name="T68" fmla="*/ 105 w 709"/>
                <a:gd name="T69" fmla="*/ 628 h 678"/>
                <a:gd name="T70" fmla="*/ 294 w 709"/>
                <a:gd name="T71" fmla="*/ 29 h 678"/>
                <a:gd name="T72" fmla="*/ 294 w 709"/>
                <a:gd name="T73" fmla="*/ 29 h 678"/>
                <a:gd name="T74" fmla="*/ 413 w 709"/>
                <a:gd name="T75" fmla="*/ 29 h 678"/>
                <a:gd name="T76" fmla="*/ 442 w 709"/>
                <a:gd name="T77" fmla="*/ 58 h 678"/>
                <a:gd name="T78" fmla="*/ 413 w 709"/>
                <a:gd name="T79" fmla="*/ 89 h 678"/>
                <a:gd name="T80" fmla="*/ 294 w 709"/>
                <a:gd name="T81" fmla="*/ 89 h 678"/>
                <a:gd name="T82" fmla="*/ 265 w 709"/>
                <a:gd name="T83" fmla="*/ 58 h 678"/>
                <a:gd name="T84" fmla="*/ 294 w 709"/>
                <a:gd name="T85" fmla="*/ 29 h 678"/>
                <a:gd name="T86" fmla="*/ 153 w 709"/>
                <a:gd name="T87" fmla="*/ 118 h 678"/>
                <a:gd name="T88" fmla="*/ 153 w 709"/>
                <a:gd name="T89" fmla="*/ 118 h 678"/>
                <a:gd name="T90" fmla="*/ 154 w 709"/>
                <a:gd name="T91" fmla="*/ 116 h 678"/>
                <a:gd name="T92" fmla="*/ 196 w 709"/>
                <a:gd name="T93" fmla="*/ 89 h 678"/>
                <a:gd name="T94" fmla="*/ 244 w 709"/>
                <a:gd name="T95" fmla="*/ 89 h 678"/>
                <a:gd name="T96" fmla="*/ 294 w 709"/>
                <a:gd name="T97" fmla="*/ 118 h 678"/>
                <a:gd name="T98" fmla="*/ 413 w 709"/>
                <a:gd name="T99" fmla="*/ 118 h 678"/>
                <a:gd name="T100" fmla="*/ 464 w 709"/>
                <a:gd name="T101" fmla="*/ 89 h 678"/>
                <a:gd name="T102" fmla="*/ 512 w 709"/>
                <a:gd name="T103" fmla="*/ 89 h 678"/>
                <a:gd name="T104" fmla="*/ 552 w 709"/>
                <a:gd name="T105" fmla="*/ 116 h 678"/>
                <a:gd name="T106" fmla="*/ 554 w 709"/>
                <a:gd name="T107" fmla="*/ 118 h 678"/>
                <a:gd name="T108" fmla="*/ 610 w 709"/>
                <a:gd name="T109" fmla="*/ 235 h 678"/>
                <a:gd name="T110" fmla="*/ 96 w 709"/>
                <a:gd name="T111" fmla="*/ 235 h 678"/>
                <a:gd name="T112" fmla="*/ 153 w 709"/>
                <a:gd name="T113" fmla="*/ 11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9" h="678">
                  <a:moveTo>
                    <a:pt x="105" y="628"/>
                  </a:moveTo>
                  <a:lnTo>
                    <a:pt x="105" y="628"/>
                  </a:lnTo>
                  <a:cubicBezTo>
                    <a:pt x="105" y="629"/>
                    <a:pt x="105" y="629"/>
                    <a:pt x="105" y="629"/>
                  </a:cubicBezTo>
                  <a:cubicBezTo>
                    <a:pt x="116" y="658"/>
                    <a:pt x="143" y="677"/>
                    <a:pt x="174" y="677"/>
                  </a:cubicBezTo>
                  <a:cubicBezTo>
                    <a:pt x="531" y="677"/>
                    <a:pt x="531" y="677"/>
                    <a:pt x="531" y="677"/>
                  </a:cubicBezTo>
                  <a:cubicBezTo>
                    <a:pt x="540" y="677"/>
                    <a:pt x="547" y="672"/>
                    <a:pt x="547" y="663"/>
                  </a:cubicBezTo>
                  <a:cubicBezTo>
                    <a:pt x="547" y="655"/>
                    <a:pt x="540" y="648"/>
                    <a:pt x="531" y="648"/>
                  </a:cubicBezTo>
                  <a:cubicBezTo>
                    <a:pt x="174" y="648"/>
                    <a:pt x="174" y="648"/>
                    <a:pt x="174" y="648"/>
                  </a:cubicBezTo>
                  <a:cubicBezTo>
                    <a:pt x="156" y="648"/>
                    <a:pt x="139" y="637"/>
                    <a:pt x="132" y="619"/>
                  </a:cubicBezTo>
                  <a:cubicBezTo>
                    <a:pt x="34" y="266"/>
                    <a:pt x="34" y="266"/>
                    <a:pt x="34" y="266"/>
                  </a:cubicBezTo>
                  <a:cubicBezTo>
                    <a:pt x="73" y="266"/>
                    <a:pt x="73" y="266"/>
                    <a:pt x="73" y="266"/>
                  </a:cubicBezTo>
                  <a:cubicBezTo>
                    <a:pt x="634" y="266"/>
                    <a:pt x="634" y="266"/>
                    <a:pt x="634" y="266"/>
                  </a:cubicBezTo>
                  <a:cubicBezTo>
                    <a:pt x="672" y="266"/>
                    <a:pt x="672" y="266"/>
                    <a:pt x="672" y="266"/>
                  </a:cubicBezTo>
                  <a:cubicBezTo>
                    <a:pt x="660" y="313"/>
                    <a:pt x="660" y="313"/>
                    <a:pt x="660" y="313"/>
                  </a:cubicBezTo>
                  <a:cubicBezTo>
                    <a:pt x="657" y="321"/>
                    <a:pt x="663" y="329"/>
                    <a:pt x="670" y="331"/>
                  </a:cubicBezTo>
                  <a:cubicBezTo>
                    <a:pt x="678" y="333"/>
                    <a:pt x="686" y="329"/>
                    <a:pt x="688" y="321"/>
                  </a:cubicBezTo>
                  <a:cubicBezTo>
                    <a:pt x="707" y="255"/>
                    <a:pt x="707" y="255"/>
                    <a:pt x="707" y="255"/>
                  </a:cubicBezTo>
                  <a:cubicBezTo>
                    <a:pt x="708" y="250"/>
                    <a:pt x="707" y="245"/>
                    <a:pt x="704" y="242"/>
                  </a:cubicBezTo>
                  <a:cubicBezTo>
                    <a:pt x="701" y="238"/>
                    <a:pt x="697" y="235"/>
                    <a:pt x="692" y="235"/>
                  </a:cubicBezTo>
                  <a:cubicBezTo>
                    <a:pt x="642" y="235"/>
                    <a:pt x="642" y="235"/>
                    <a:pt x="642" y="235"/>
                  </a:cubicBezTo>
                  <a:cubicBezTo>
                    <a:pt x="580" y="105"/>
                    <a:pt x="580" y="105"/>
                    <a:pt x="580" y="105"/>
                  </a:cubicBezTo>
                  <a:lnTo>
                    <a:pt x="580" y="105"/>
                  </a:lnTo>
                  <a:cubicBezTo>
                    <a:pt x="569" y="78"/>
                    <a:pt x="541" y="58"/>
                    <a:pt x="512" y="58"/>
                  </a:cubicBezTo>
                  <a:cubicBezTo>
                    <a:pt x="471" y="58"/>
                    <a:pt x="471" y="58"/>
                    <a:pt x="471" y="58"/>
                  </a:cubicBezTo>
                  <a:cubicBezTo>
                    <a:pt x="471" y="27"/>
                    <a:pt x="444" y="0"/>
                    <a:pt x="413" y="0"/>
                  </a:cubicBezTo>
                  <a:cubicBezTo>
                    <a:pt x="294" y="0"/>
                    <a:pt x="294" y="0"/>
                    <a:pt x="294" y="0"/>
                  </a:cubicBezTo>
                  <a:cubicBezTo>
                    <a:pt x="262" y="0"/>
                    <a:pt x="236" y="27"/>
                    <a:pt x="236" y="58"/>
                  </a:cubicBezTo>
                  <a:cubicBezTo>
                    <a:pt x="196" y="58"/>
                    <a:pt x="196" y="58"/>
                    <a:pt x="196" y="58"/>
                  </a:cubicBezTo>
                  <a:cubicBezTo>
                    <a:pt x="165" y="58"/>
                    <a:pt x="138" y="78"/>
                    <a:pt x="127" y="105"/>
                  </a:cubicBezTo>
                  <a:lnTo>
                    <a:pt x="127" y="105"/>
                  </a:lnTo>
                  <a:cubicBezTo>
                    <a:pt x="65" y="235"/>
                    <a:pt x="65" y="235"/>
                    <a:pt x="65" y="235"/>
                  </a:cubicBezTo>
                  <a:cubicBezTo>
                    <a:pt x="15" y="235"/>
                    <a:pt x="15" y="235"/>
                    <a:pt x="15" y="235"/>
                  </a:cubicBezTo>
                  <a:cubicBezTo>
                    <a:pt x="9" y="235"/>
                    <a:pt x="5" y="238"/>
                    <a:pt x="2" y="242"/>
                  </a:cubicBezTo>
                  <a:cubicBezTo>
                    <a:pt x="0" y="245"/>
                    <a:pt x="0" y="250"/>
                    <a:pt x="0" y="255"/>
                  </a:cubicBezTo>
                  <a:lnTo>
                    <a:pt x="105" y="628"/>
                  </a:lnTo>
                  <a:close/>
                  <a:moveTo>
                    <a:pt x="294" y="29"/>
                  </a:moveTo>
                  <a:lnTo>
                    <a:pt x="294" y="29"/>
                  </a:lnTo>
                  <a:cubicBezTo>
                    <a:pt x="413" y="29"/>
                    <a:pt x="413" y="29"/>
                    <a:pt x="413" y="29"/>
                  </a:cubicBezTo>
                  <a:cubicBezTo>
                    <a:pt x="429" y="29"/>
                    <a:pt x="442" y="43"/>
                    <a:pt x="442" y="58"/>
                  </a:cubicBezTo>
                  <a:cubicBezTo>
                    <a:pt x="442" y="75"/>
                    <a:pt x="429" y="89"/>
                    <a:pt x="413" y="89"/>
                  </a:cubicBezTo>
                  <a:cubicBezTo>
                    <a:pt x="294" y="89"/>
                    <a:pt x="294" y="89"/>
                    <a:pt x="294" y="89"/>
                  </a:cubicBezTo>
                  <a:cubicBezTo>
                    <a:pt x="279" y="89"/>
                    <a:pt x="265" y="75"/>
                    <a:pt x="265" y="58"/>
                  </a:cubicBezTo>
                  <a:cubicBezTo>
                    <a:pt x="265" y="43"/>
                    <a:pt x="279" y="29"/>
                    <a:pt x="294" y="29"/>
                  </a:cubicBezTo>
                  <a:close/>
                  <a:moveTo>
                    <a:pt x="153" y="118"/>
                  </a:moveTo>
                  <a:lnTo>
                    <a:pt x="153" y="118"/>
                  </a:lnTo>
                  <a:cubicBezTo>
                    <a:pt x="154" y="116"/>
                    <a:pt x="154" y="116"/>
                    <a:pt x="154" y="116"/>
                  </a:cubicBezTo>
                  <a:cubicBezTo>
                    <a:pt x="161" y="100"/>
                    <a:pt x="177" y="89"/>
                    <a:pt x="196" y="89"/>
                  </a:cubicBezTo>
                  <a:cubicBezTo>
                    <a:pt x="244" y="89"/>
                    <a:pt x="244" y="89"/>
                    <a:pt x="244" y="89"/>
                  </a:cubicBezTo>
                  <a:cubicBezTo>
                    <a:pt x="254" y="105"/>
                    <a:pt x="273" y="118"/>
                    <a:pt x="294" y="118"/>
                  </a:cubicBezTo>
                  <a:cubicBezTo>
                    <a:pt x="413" y="118"/>
                    <a:pt x="413" y="118"/>
                    <a:pt x="413" y="118"/>
                  </a:cubicBezTo>
                  <a:cubicBezTo>
                    <a:pt x="435" y="118"/>
                    <a:pt x="453" y="105"/>
                    <a:pt x="464" y="89"/>
                  </a:cubicBezTo>
                  <a:cubicBezTo>
                    <a:pt x="512" y="89"/>
                    <a:pt x="512" y="89"/>
                    <a:pt x="512" y="89"/>
                  </a:cubicBezTo>
                  <a:cubicBezTo>
                    <a:pt x="530" y="89"/>
                    <a:pt x="547" y="100"/>
                    <a:pt x="552" y="116"/>
                  </a:cubicBezTo>
                  <a:cubicBezTo>
                    <a:pt x="554" y="118"/>
                    <a:pt x="554" y="118"/>
                    <a:pt x="554" y="118"/>
                  </a:cubicBezTo>
                  <a:cubicBezTo>
                    <a:pt x="610" y="235"/>
                    <a:pt x="610" y="235"/>
                    <a:pt x="610" y="235"/>
                  </a:cubicBezTo>
                  <a:cubicBezTo>
                    <a:pt x="96" y="235"/>
                    <a:pt x="96" y="235"/>
                    <a:pt x="96" y="235"/>
                  </a:cubicBezTo>
                  <a:lnTo>
                    <a:pt x="153" y="11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 name="Freeform 42">
            <a:extLst>
              <a:ext uri="{FF2B5EF4-FFF2-40B4-BE49-F238E27FC236}">
                <a16:creationId xmlns:a16="http://schemas.microsoft.com/office/drawing/2014/main" id="{412E0EEC-7589-DC14-19B4-CC717C5F72A5}"/>
              </a:ext>
            </a:extLst>
          </p:cNvPr>
          <p:cNvSpPr>
            <a:spLocks noChangeArrowheads="1"/>
          </p:cNvSpPr>
          <p:nvPr/>
        </p:nvSpPr>
        <p:spPr bwMode="auto">
          <a:xfrm>
            <a:off x="7360170" y="1888754"/>
            <a:ext cx="246063" cy="255587"/>
          </a:xfrm>
          <a:custGeom>
            <a:avLst/>
            <a:gdLst>
              <a:gd name="T0" fmla="*/ 678 w 682"/>
              <a:gd name="T1" fmla="*/ 275 h 709"/>
              <a:gd name="T2" fmla="*/ 678 w 682"/>
              <a:gd name="T3" fmla="*/ 275 h 709"/>
              <a:gd name="T4" fmla="*/ 664 w 682"/>
              <a:gd name="T5" fmla="*/ 266 h 709"/>
              <a:gd name="T6" fmla="*/ 439 w 682"/>
              <a:gd name="T7" fmla="*/ 266 h 709"/>
              <a:gd name="T8" fmla="*/ 355 w 682"/>
              <a:gd name="T9" fmla="*/ 10 h 709"/>
              <a:gd name="T10" fmla="*/ 340 w 682"/>
              <a:gd name="T11" fmla="*/ 0 h 709"/>
              <a:gd name="T12" fmla="*/ 326 w 682"/>
              <a:gd name="T13" fmla="*/ 10 h 709"/>
              <a:gd name="T14" fmla="*/ 242 w 682"/>
              <a:gd name="T15" fmla="*/ 266 h 709"/>
              <a:gd name="T16" fmla="*/ 17 w 682"/>
              <a:gd name="T17" fmla="*/ 266 h 709"/>
              <a:gd name="T18" fmla="*/ 3 w 682"/>
              <a:gd name="T19" fmla="*/ 275 h 709"/>
              <a:gd name="T20" fmla="*/ 7 w 682"/>
              <a:gd name="T21" fmla="*/ 292 h 709"/>
              <a:gd name="T22" fmla="*/ 175 w 682"/>
              <a:gd name="T23" fmla="*/ 433 h 709"/>
              <a:gd name="T24" fmla="*/ 91 w 682"/>
              <a:gd name="T25" fmla="*/ 688 h 709"/>
              <a:gd name="T26" fmla="*/ 97 w 682"/>
              <a:gd name="T27" fmla="*/ 705 h 709"/>
              <a:gd name="T28" fmla="*/ 113 w 682"/>
              <a:gd name="T29" fmla="*/ 705 h 709"/>
              <a:gd name="T30" fmla="*/ 340 w 682"/>
              <a:gd name="T31" fmla="*/ 534 h 709"/>
              <a:gd name="T32" fmla="*/ 568 w 682"/>
              <a:gd name="T33" fmla="*/ 705 h 709"/>
              <a:gd name="T34" fmla="*/ 584 w 682"/>
              <a:gd name="T35" fmla="*/ 705 h 709"/>
              <a:gd name="T36" fmla="*/ 590 w 682"/>
              <a:gd name="T37" fmla="*/ 688 h 709"/>
              <a:gd name="T38" fmla="*/ 506 w 682"/>
              <a:gd name="T39" fmla="*/ 433 h 709"/>
              <a:gd name="T40" fmla="*/ 674 w 682"/>
              <a:gd name="T41" fmla="*/ 292 h 709"/>
              <a:gd name="T42" fmla="*/ 678 w 682"/>
              <a:gd name="T43" fmla="*/ 275 h 709"/>
              <a:gd name="T44" fmla="*/ 478 w 682"/>
              <a:gd name="T45" fmla="*/ 416 h 709"/>
              <a:gd name="T46" fmla="*/ 478 w 682"/>
              <a:gd name="T47" fmla="*/ 416 h 709"/>
              <a:gd name="T48" fmla="*/ 474 w 682"/>
              <a:gd name="T49" fmla="*/ 431 h 709"/>
              <a:gd name="T50" fmla="*/ 547 w 682"/>
              <a:gd name="T51" fmla="*/ 652 h 709"/>
              <a:gd name="T52" fmla="*/ 350 w 682"/>
              <a:gd name="T53" fmla="*/ 505 h 709"/>
              <a:gd name="T54" fmla="*/ 332 w 682"/>
              <a:gd name="T55" fmla="*/ 505 h 709"/>
              <a:gd name="T56" fmla="*/ 134 w 682"/>
              <a:gd name="T57" fmla="*/ 652 h 709"/>
              <a:gd name="T58" fmla="*/ 207 w 682"/>
              <a:gd name="T59" fmla="*/ 431 h 709"/>
              <a:gd name="T60" fmla="*/ 203 w 682"/>
              <a:gd name="T61" fmla="*/ 416 h 709"/>
              <a:gd name="T62" fmla="*/ 57 w 682"/>
              <a:gd name="T63" fmla="*/ 295 h 709"/>
              <a:gd name="T64" fmla="*/ 251 w 682"/>
              <a:gd name="T65" fmla="*/ 295 h 709"/>
              <a:gd name="T66" fmla="*/ 267 w 682"/>
              <a:gd name="T67" fmla="*/ 285 h 709"/>
              <a:gd name="T68" fmla="*/ 340 w 682"/>
              <a:gd name="T69" fmla="*/ 61 h 709"/>
              <a:gd name="T70" fmla="*/ 414 w 682"/>
              <a:gd name="T71" fmla="*/ 285 h 709"/>
              <a:gd name="T72" fmla="*/ 428 w 682"/>
              <a:gd name="T73" fmla="*/ 295 h 709"/>
              <a:gd name="T74" fmla="*/ 624 w 682"/>
              <a:gd name="T75" fmla="*/ 295 h 709"/>
              <a:gd name="T76" fmla="*/ 478 w 682"/>
              <a:gd name="T77" fmla="*/ 41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2" h="709">
                <a:moveTo>
                  <a:pt x="678" y="275"/>
                </a:moveTo>
                <a:lnTo>
                  <a:pt x="678" y="275"/>
                </a:lnTo>
                <a:cubicBezTo>
                  <a:pt x="677" y="270"/>
                  <a:pt x="671" y="266"/>
                  <a:pt x="664" y="266"/>
                </a:cubicBezTo>
                <a:cubicBezTo>
                  <a:pt x="439" y="266"/>
                  <a:pt x="439" y="266"/>
                  <a:pt x="439" y="266"/>
                </a:cubicBezTo>
                <a:cubicBezTo>
                  <a:pt x="355" y="10"/>
                  <a:pt x="355" y="10"/>
                  <a:pt x="355" y="10"/>
                </a:cubicBezTo>
                <a:cubicBezTo>
                  <a:pt x="352" y="5"/>
                  <a:pt x="347" y="0"/>
                  <a:pt x="340" y="0"/>
                </a:cubicBezTo>
                <a:cubicBezTo>
                  <a:pt x="334" y="0"/>
                  <a:pt x="329" y="5"/>
                  <a:pt x="326" y="10"/>
                </a:cubicBezTo>
                <a:cubicBezTo>
                  <a:pt x="242" y="266"/>
                  <a:pt x="242" y="266"/>
                  <a:pt x="242" y="266"/>
                </a:cubicBezTo>
                <a:cubicBezTo>
                  <a:pt x="17" y="266"/>
                  <a:pt x="17" y="266"/>
                  <a:pt x="17" y="266"/>
                </a:cubicBezTo>
                <a:cubicBezTo>
                  <a:pt x="10" y="266"/>
                  <a:pt x="4" y="270"/>
                  <a:pt x="3" y="275"/>
                </a:cubicBezTo>
                <a:cubicBezTo>
                  <a:pt x="0" y="281"/>
                  <a:pt x="1" y="288"/>
                  <a:pt x="7" y="292"/>
                </a:cubicBezTo>
                <a:cubicBezTo>
                  <a:pt x="175" y="433"/>
                  <a:pt x="175" y="433"/>
                  <a:pt x="175" y="433"/>
                </a:cubicBezTo>
                <a:cubicBezTo>
                  <a:pt x="91" y="688"/>
                  <a:pt x="91" y="688"/>
                  <a:pt x="91" y="688"/>
                </a:cubicBezTo>
                <a:cubicBezTo>
                  <a:pt x="88" y="694"/>
                  <a:pt x="91" y="701"/>
                  <a:pt x="97" y="705"/>
                </a:cubicBezTo>
                <a:cubicBezTo>
                  <a:pt x="101" y="708"/>
                  <a:pt x="108" y="708"/>
                  <a:pt x="113" y="705"/>
                </a:cubicBezTo>
                <a:cubicBezTo>
                  <a:pt x="340" y="534"/>
                  <a:pt x="340" y="534"/>
                  <a:pt x="340" y="534"/>
                </a:cubicBezTo>
                <a:cubicBezTo>
                  <a:pt x="568" y="705"/>
                  <a:pt x="568" y="705"/>
                  <a:pt x="568" y="705"/>
                </a:cubicBezTo>
                <a:cubicBezTo>
                  <a:pt x="572" y="708"/>
                  <a:pt x="580" y="708"/>
                  <a:pt x="584" y="705"/>
                </a:cubicBezTo>
                <a:cubicBezTo>
                  <a:pt x="590" y="701"/>
                  <a:pt x="593" y="694"/>
                  <a:pt x="590" y="688"/>
                </a:cubicBezTo>
                <a:cubicBezTo>
                  <a:pt x="506" y="433"/>
                  <a:pt x="506" y="433"/>
                  <a:pt x="506" y="433"/>
                </a:cubicBezTo>
                <a:cubicBezTo>
                  <a:pt x="674" y="292"/>
                  <a:pt x="674" y="292"/>
                  <a:pt x="674" y="292"/>
                </a:cubicBezTo>
                <a:cubicBezTo>
                  <a:pt x="678" y="288"/>
                  <a:pt x="681" y="281"/>
                  <a:pt x="678" y="275"/>
                </a:cubicBezTo>
                <a:close/>
                <a:moveTo>
                  <a:pt x="478" y="416"/>
                </a:moveTo>
                <a:lnTo>
                  <a:pt x="478" y="416"/>
                </a:lnTo>
                <a:cubicBezTo>
                  <a:pt x="474" y="420"/>
                  <a:pt x="472" y="426"/>
                  <a:pt x="474" y="431"/>
                </a:cubicBezTo>
                <a:cubicBezTo>
                  <a:pt x="547" y="652"/>
                  <a:pt x="547" y="652"/>
                  <a:pt x="547" y="652"/>
                </a:cubicBezTo>
                <a:cubicBezTo>
                  <a:pt x="350" y="505"/>
                  <a:pt x="350" y="505"/>
                  <a:pt x="350" y="505"/>
                </a:cubicBezTo>
                <a:cubicBezTo>
                  <a:pt x="344" y="500"/>
                  <a:pt x="337" y="500"/>
                  <a:pt x="332" y="505"/>
                </a:cubicBezTo>
                <a:cubicBezTo>
                  <a:pt x="134" y="652"/>
                  <a:pt x="134" y="652"/>
                  <a:pt x="134" y="652"/>
                </a:cubicBezTo>
                <a:cubicBezTo>
                  <a:pt x="207" y="431"/>
                  <a:pt x="207" y="431"/>
                  <a:pt x="207" y="431"/>
                </a:cubicBezTo>
                <a:cubicBezTo>
                  <a:pt x="209" y="426"/>
                  <a:pt x="207" y="420"/>
                  <a:pt x="203" y="416"/>
                </a:cubicBezTo>
                <a:cubicBezTo>
                  <a:pt x="57" y="295"/>
                  <a:pt x="57" y="295"/>
                  <a:pt x="57" y="295"/>
                </a:cubicBezTo>
                <a:cubicBezTo>
                  <a:pt x="251" y="295"/>
                  <a:pt x="251" y="295"/>
                  <a:pt x="251" y="295"/>
                </a:cubicBezTo>
                <a:cubicBezTo>
                  <a:pt x="258" y="295"/>
                  <a:pt x="264" y="290"/>
                  <a:pt x="267" y="285"/>
                </a:cubicBezTo>
                <a:cubicBezTo>
                  <a:pt x="340" y="61"/>
                  <a:pt x="340" y="61"/>
                  <a:pt x="340" y="61"/>
                </a:cubicBezTo>
                <a:cubicBezTo>
                  <a:pt x="414" y="285"/>
                  <a:pt x="414" y="285"/>
                  <a:pt x="414" y="285"/>
                </a:cubicBezTo>
                <a:cubicBezTo>
                  <a:pt x="417" y="290"/>
                  <a:pt x="423" y="295"/>
                  <a:pt x="428" y="295"/>
                </a:cubicBezTo>
                <a:cubicBezTo>
                  <a:pt x="624" y="295"/>
                  <a:pt x="624" y="295"/>
                  <a:pt x="624" y="295"/>
                </a:cubicBezTo>
                <a:lnTo>
                  <a:pt x="478" y="416"/>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1" name="Group 53">
            <a:extLst>
              <a:ext uri="{FF2B5EF4-FFF2-40B4-BE49-F238E27FC236}">
                <a16:creationId xmlns:a16="http://schemas.microsoft.com/office/drawing/2014/main" id="{E6C84FE7-6D20-0D1E-7876-8FDAC83AF42E}"/>
              </a:ext>
            </a:extLst>
          </p:cNvPr>
          <p:cNvGrpSpPr/>
          <p:nvPr/>
        </p:nvGrpSpPr>
        <p:grpSpPr>
          <a:xfrm>
            <a:off x="5324995" y="1383134"/>
            <a:ext cx="254000" cy="254000"/>
            <a:chOff x="4168775" y="1695450"/>
            <a:chExt cx="254000" cy="254000"/>
          </a:xfrm>
          <a:solidFill>
            <a:schemeClr val="accent4"/>
          </a:solidFill>
        </p:grpSpPr>
        <p:sp>
          <p:nvSpPr>
            <p:cNvPr id="52" name="Freeform 43">
              <a:extLst>
                <a:ext uri="{FF2B5EF4-FFF2-40B4-BE49-F238E27FC236}">
                  <a16:creationId xmlns:a16="http://schemas.microsoft.com/office/drawing/2014/main" id="{960DE71F-9E3A-7367-9E33-F33934540F16}"/>
                </a:ext>
              </a:extLst>
            </p:cNvPr>
            <p:cNvSpPr>
              <a:spLocks noChangeArrowheads="1"/>
            </p:cNvSpPr>
            <p:nvPr/>
          </p:nvSpPr>
          <p:spPr bwMode="auto">
            <a:xfrm>
              <a:off x="4168775" y="1695450"/>
              <a:ext cx="71438" cy="71438"/>
            </a:xfrm>
            <a:custGeom>
              <a:avLst/>
              <a:gdLst>
                <a:gd name="T0" fmla="*/ 184 w 200"/>
                <a:gd name="T1" fmla="*/ 0 h 200"/>
                <a:gd name="T2" fmla="*/ 184 w 200"/>
                <a:gd name="T3" fmla="*/ 0 h 200"/>
                <a:gd name="T4" fmla="*/ 44 w 200"/>
                <a:gd name="T5" fmla="*/ 0 h 200"/>
                <a:gd name="T6" fmla="*/ 0 w 200"/>
                <a:gd name="T7" fmla="*/ 44 h 200"/>
                <a:gd name="T8" fmla="*/ 0 w 200"/>
                <a:gd name="T9" fmla="*/ 183 h 200"/>
                <a:gd name="T10" fmla="*/ 15 w 200"/>
                <a:gd name="T11" fmla="*/ 199 h 200"/>
                <a:gd name="T12" fmla="*/ 29 w 200"/>
                <a:gd name="T13" fmla="*/ 183 h 200"/>
                <a:gd name="T14" fmla="*/ 29 w 200"/>
                <a:gd name="T15" fmla="*/ 183 h 200"/>
                <a:gd name="T16" fmla="*/ 29 w 200"/>
                <a:gd name="T17" fmla="*/ 44 h 200"/>
                <a:gd name="T18" fmla="*/ 44 w 200"/>
                <a:gd name="T19" fmla="*/ 29 h 200"/>
                <a:gd name="T20" fmla="*/ 184 w 200"/>
                <a:gd name="T21" fmla="*/ 29 h 200"/>
                <a:gd name="T22" fmla="*/ 199 w 200"/>
                <a:gd name="T23" fmla="*/ 14 h 200"/>
                <a:gd name="T24" fmla="*/ 184 w 200"/>
                <a:gd name="T25"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0"/>
                  </a:moveTo>
                  <a:lnTo>
                    <a:pt x="184" y="0"/>
                  </a:lnTo>
                  <a:cubicBezTo>
                    <a:pt x="44" y="0"/>
                    <a:pt x="44" y="0"/>
                    <a:pt x="44" y="0"/>
                  </a:cubicBezTo>
                  <a:cubicBezTo>
                    <a:pt x="19" y="0"/>
                    <a:pt x="0" y="19"/>
                    <a:pt x="0" y="44"/>
                  </a:cubicBezTo>
                  <a:cubicBezTo>
                    <a:pt x="0" y="183"/>
                    <a:pt x="0" y="183"/>
                    <a:pt x="0" y="183"/>
                  </a:cubicBezTo>
                  <a:cubicBezTo>
                    <a:pt x="0" y="192"/>
                    <a:pt x="7" y="199"/>
                    <a:pt x="15" y="199"/>
                  </a:cubicBezTo>
                  <a:cubicBezTo>
                    <a:pt x="23" y="199"/>
                    <a:pt x="29" y="192"/>
                    <a:pt x="29" y="183"/>
                  </a:cubicBezTo>
                  <a:lnTo>
                    <a:pt x="29" y="183"/>
                  </a:lnTo>
                  <a:cubicBezTo>
                    <a:pt x="29" y="44"/>
                    <a:pt x="29" y="44"/>
                    <a:pt x="29" y="44"/>
                  </a:cubicBezTo>
                  <a:cubicBezTo>
                    <a:pt x="29" y="36"/>
                    <a:pt x="36" y="29"/>
                    <a:pt x="44" y="29"/>
                  </a:cubicBezTo>
                  <a:cubicBezTo>
                    <a:pt x="184" y="29"/>
                    <a:pt x="184" y="29"/>
                    <a:pt x="184" y="29"/>
                  </a:cubicBezTo>
                  <a:cubicBezTo>
                    <a:pt x="192" y="29"/>
                    <a:pt x="199" y="22"/>
                    <a:pt x="199" y="14"/>
                  </a:cubicBezTo>
                  <a:cubicBezTo>
                    <a:pt x="199" y="7"/>
                    <a:pt x="192" y="0"/>
                    <a:pt x="18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 name="Freeform 44">
              <a:extLst>
                <a:ext uri="{FF2B5EF4-FFF2-40B4-BE49-F238E27FC236}">
                  <a16:creationId xmlns:a16="http://schemas.microsoft.com/office/drawing/2014/main" id="{8130833E-2B74-5566-DBCD-CE991823DB13}"/>
                </a:ext>
              </a:extLst>
            </p:cNvPr>
            <p:cNvSpPr>
              <a:spLocks noChangeArrowheads="1"/>
            </p:cNvSpPr>
            <p:nvPr/>
          </p:nvSpPr>
          <p:spPr bwMode="auto">
            <a:xfrm>
              <a:off x="4168775" y="1878013"/>
              <a:ext cx="71438" cy="71437"/>
            </a:xfrm>
            <a:custGeom>
              <a:avLst/>
              <a:gdLst>
                <a:gd name="T0" fmla="*/ 44 w 200"/>
                <a:gd name="T1" fmla="*/ 199 h 200"/>
                <a:gd name="T2" fmla="*/ 44 w 200"/>
                <a:gd name="T3" fmla="*/ 199 h 200"/>
                <a:gd name="T4" fmla="*/ 184 w 200"/>
                <a:gd name="T5" fmla="*/ 199 h 200"/>
                <a:gd name="T6" fmla="*/ 199 w 200"/>
                <a:gd name="T7" fmla="*/ 184 h 200"/>
                <a:gd name="T8" fmla="*/ 184 w 200"/>
                <a:gd name="T9" fmla="*/ 169 h 200"/>
                <a:gd name="T10" fmla="*/ 44 w 200"/>
                <a:gd name="T11" fmla="*/ 169 h 200"/>
                <a:gd name="T12" fmla="*/ 29 w 200"/>
                <a:gd name="T13" fmla="*/ 155 h 200"/>
                <a:gd name="T14" fmla="*/ 29 w 200"/>
                <a:gd name="T15" fmla="*/ 14 h 200"/>
                <a:gd name="T16" fmla="*/ 15 w 200"/>
                <a:gd name="T17" fmla="*/ 0 h 200"/>
                <a:gd name="T18" fmla="*/ 0 w 200"/>
                <a:gd name="T19" fmla="*/ 14 h 200"/>
                <a:gd name="T20" fmla="*/ 0 w 200"/>
                <a:gd name="T21" fmla="*/ 155 h 200"/>
                <a:gd name="T22" fmla="*/ 44 w 200"/>
                <a:gd name="T23"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0" h="200">
                  <a:moveTo>
                    <a:pt x="44" y="199"/>
                  </a:moveTo>
                  <a:lnTo>
                    <a:pt x="44" y="199"/>
                  </a:lnTo>
                  <a:cubicBezTo>
                    <a:pt x="184" y="199"/>
                    <a:pt x="184" y="199"/>
                    <a:pt x="184" y="199"/>
                  </a:cubicBezTo>
                  <a:cubicBezTo>
                    <a:pt x="192" y="199"/>
                    <a:pt x="199" y="192"/>
                    <a:pt x="199" y="184"/>
                  </a:cubicBezTo>
                  <a:cubicBezTo>
                    <a:pt x="199" y="175"/>
                    <a:pt x="192" y="169"/>
                    <a:pt x="184" y="169"/>
                  </a:cubicBezTo>
                  <a:cubicBezTo>
                    <a:pt x="44" y="169"/>
                    <a:pt x="44" y="169"/>
                    <a:pt x="44" y="169"/>
                  </a:cubicBezTo>
                  <a:cubicBezTo>
                    <a:pt x="36" y="169"/>
                    <a:pt x="29" y="163"/>
                    <a:pt x="29" y="155"/>
                  </a:cubicBezTo>
                  <a:cubicBezTo>
                    <a:pt x="29" y="14"/>
                    <a:pt x="29" y="14"/>
                    <a:pt x="29" y="14"/>
                  </a:cubicBezTo>
                  <a:cubicBezTo>
                    <a:pt x="29" y="7"/>
                    <a:pt x="23" y="0"/>
                    <a:pt x="15" y="0"/>
                  </a:cubicBezTo>
                  <a:cubicBezTo>
                    <a:pt x="7" y="0"/>
                    <a:pt x="0" y="7"/>
                    <a:pt x="0" y="14"/>
                  </a:cubicBezTo>
                  <a:cubicBezTo>
                    <a:pt x="0" y="155"/>
                    <a:pt x="0" y="155"/>
                    <a:pt x="0" y="155"/>
                  </a:cubicBezTo>
                  <a:cubicBezTo>
                    <a:pt x="0" y="178"/>
                    <a:pt x="19" y="199"/>
                    <a:pt x="4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 name="Freeform 45">
              <a:extLst>
                <a:ext uri="{FF2B5EF4-FFF2-40B4-BE49-F238E27FC236}">
                  <a16:creationId xmlns:a16="http://schemas.microsoft.com/office/drawing/2014/main" id="{87E5570D-95C3-71FF-1B76-07E2BEF1FE44}"/>
                </a:ext>
              </a:extLst>
            </p:cNvPr>
            <p:cNvSpPr>
              <a:spLocks noChangeArrowheads="1"/>
            </p:cNvSpPr>
            <p:nvPr/>
          </p:nvSpPr>
          <p:spPr bwMode="auto">
            <a:xfrm>
              <a:off x="4351338" y="1878013"/>
              <a:ext cx="71437" cy="71437"/>
            </a:xfrm>
            <a:custGeom>
              <a:avLst/>
              <a:gdLst>
                <a:gd name="T0" fmla="*/ 15 w 200"/>
                <a:gd name="T1" fmla="*/ 199 h 200"/>
                <a:gd name="T2" fmla="*/ 15 w 200"/>
                <a:gd name="T3" fmla="*/ 199 h 200"/>
                <a:gd name="T4" fmla="*/ 155 w 200"/>
                <a:gd name="T5" fmla="*/ 199 h 200"/>
                <a:gd name="T6" fmla="*/ 199 w 200"/>
                <a:gd name="T7" fmla="*/ 155 h 200"/>
                <a:gd name="T8" fmla="*/ 199 w 200"/>
                <a:gd name="T9" fmla="*/ 14 h 200"/>
                <a:gd name="T10" fmla="*/ 184 w 200"/>
                <a:gd name="T11" fmla="*/ 0 h 200"/>
                <a:gd name="T12" fmla="*/ 170 w 200"/>
                <a:gd name="T13" fmla="*/ 14 h 200"/>
                <a:gd name="T14" fmla="*/ 170 w 200"/>
                <a:gd name="T15" fmla="*/ 14 h 200"/>
                <a:gd name="T16" fmla="*/ 170 w 200"/>
                <a:gd name="T17" fmla="*/ 155 h 200"/>
                <a:gd name="T18" fmla="*/ 155 w 200"/>
                <a:gd name="T19" fmla="*/ 169 h 200"/>
                <a:gd name="T20" fmla="*/ 15 w 200"/>
                <a:gd name="T21" fmla="*/ 169 h 200"/>
                <a:gd name="T22" fmla="*/ 0 w 200"/>
                <a:gd name="T23" fmla="*/ 184 h 200"/>
                <a:gd name="T24" fmla="*/ 15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5" y="199"/>
                  </a:moveTo>
                  <a:lnTo>
                    <a:pt x="15" y="199"/>
                  </a:lnTo>
                  <a:cubicBezTo>
                    <a:pt x="155" y="199"/>
                    <a:pt x="155" y="199"/>
                    <a:pt x="155" y="199"/>
                  </a:cubicBezTo>
                  <a:cubicBezTo>
                    <a:pt x="180" y="199"/>
                    <a:pt x="199" y="178"/>
                    <a:pt x="199" y="155"/>
                  </a:cubicBezTo>
                  <a:cubicBezTo>
                    <a:pt x="199" y="14"/>
                    <a:pt x="199" y="14"/>
                    <a:pt x="199" y="14"/>
                  </a:cubicBezTo>
                  <a:cubicBezTo>
                    <a:pt x="199" y="7"/>
                    <a:pt x="192" y="0"/>
                    <a:pt x="184" y="0"/>
                  </a:cubicBezTo>
                  <a:cubicBezTo>
                    <a:pt x="177" y="0"/>
                    <a:pt x="170" y="7"/>
                    <a:pt x="170" y="14"/>
                  </a:cubicBezTo>
                  <a:lnTo>
                    <a:pt x="170" y="14"/>
                  </a:lnTo>
                  <a:cubicBezTo>
                    <a:pt x="170" y="155"/>
                    <a:pt x="170" y="155"/>
                    <a:pt x="170" y="155"/>
                  </a:cubicBezTo>
                  <a:cubicBezTo>
                    <a:pt x="170" y="163"/>
                    <a:pt x="163" y="169"/>
                    <a:pt x="155" y="169"/>
                  </a:cubicBezTo>
                  <a:cubicBezTo>
                    <a:pt x="15" y="169"/>
                    <a:pt x="15" y="169"/>
                    <a:pt x="15" y="169"/>
                  </a:cubicBezTo>
                  <a:cubicBezTo>
                    <a:pt x="7" y="169"/>
                    <a:pt x="0" y="175"/>
                    <a:pt x="0" y="184"/>
                  </a:cubicBezTo>
                  <a:cubicBezTo>
                    <a:pt x="0" y="192"/>
                    <a:pt x="7" y="199"/>
                    <a:pt x="15"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 name="Freeform 46">
              <a:extLst>
                <a:ext uri="{FF2B5EF4-FFF2-40B4-BE49-F238E27FC236}">
                  <a16:creationId xmlns:a16="http://schemas.microsoft.com/office/drawing/2014/main" id="{B8A00C96-6C5A-1CE3-D780-E966CD035129}"/>
                </a:ext>
              </a:extLst>
            </p:cNvPr>
            <p:cNvSpPr>
              <a:spLocks noChangeArrowheads="1"/>
            </p:cNvSpPr>
            <p:nvPr/>
          </p:nvSpPr>
          <p:spPr bwMode="auto">
            <a:xfrm>
              <a:off x="4351338" y="1695450"/>
              <a:ext cx="71437" cy="71438"/>
            </a:xfrm>
            <a:custGeom>
              <a:avLst/>
              <a:gdLst>
                <a:gd name="T0" fmla="*/ 184 w 200"/>
                <a:gd name="T1" fmla="*/ 199 h 200"/>
                <a:gd name="T2" fmla="*/ 184 w 200"/>
                <a:gd name="T3" fmla="*/ 199 h 200"/>
                <a:gd name="T4" fmla="*/ 199 w 200"/>
                <a:gd name="T5" fmla="*/ 183 h 200"/>
                <a:gd name="T6" fmla="*/ 199 w 200"/>
                <a:gd name="T7" fmla="*/ 44 h 200"/>
                <a:gd name="T8" fmla="*/ 155 w 200"/>
                <a:gd name="T9" fmla="*/ 0 h 200"/>
                <a:gd name="T10" fmla="*/ 15 w 200"/>
                <a:gd name="T11" fmla="*/ 0 h 200"/>
                <a:gd name="T12" fmla="*/ 0 w 200"/>
                <a:gd name="T13" fmla="*/ 14 h 200"/>
                <a:gd name="T14" fmla="*/ 15 w 200"/>
                <a:gd name="T15" fmla="*/ 29 h 200"/>
                <a:gd name="T16" fmla="*/ 15 w 200"/>
                <a:gd name="T17" fmla="*/ 29 h 200"/>
                <a:gd name="T18" fmla="*/ 155 w 200"/>
                <a:gd name="T19" fmla="*/ 29 h 200"/>
                <a:gd name="T20" fmla="*/ 170 w 200"/>
                <a:gd name="T21" fmla="*/ 44 h 200"/>
                <a:gd name="T22" fmla="*/ 170 w 200"/>
                <a:gd name="T23" fmla="*/ 183 h 200"/>
                <a:gd name="T24" fmla="*/ 184 w 200"/>
                <a:gd name="T25" fmla="*/ 199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0" h="200">
                  <a:moveTo>
                    <a:pt x="184" y="199"/>
                  </a:moveTo>
                  <a:lnTo>
                    <a:pt x="184" y="199"/>
                  </a:lnTo>
                  <a:cubicBezTo>
                    <a:pt x="192" y="199"/>
                    <a:pt x="199" y="192"/>
                    <a:pt x="199" y="183"/>
                  </a:cubicBezTo>
                  <a:cubicBezTo>
                    <a:pt x="199" y="44"/>
                    <a:pt x="199" y="44"/>
                    <a:pt x="199" y="44"/>
                  </a:cubicBezTo>
                  <a:cubicBezTo>
                    <a:pt x="199" y="19"/>
                    <a:pt x="180" y="0"/>
                    <a:pt x="155" y="0"/>
                  </a:cubicBezTo>
                  <a:cubicBezTo>
                    <a:pt x="15" y="0"/>
                    <a:pt x="15" y="0"/>
                    <a:pt x="15" y="0"/>
                  </a:cubicBezTo>
                  <a:cubicBezTo>
                    <a:pt x="7" y="0"/>
                    <a:pt x="0" y="7"/>
                    <a:pt x="0" y="14"/>
                  </a:cubicBezTo>
                  <a:cubicBezTo>
                    <a:pt x="0" y="22"/>
                    <a:pt x="7" y="29"/>
                    <a:pt x="15" y="29"/>
                  </a:cubicBezTo>
                  <a:lnTo>
                    <a:pt x="15" y="29"/>
                  </a:lnTo>
                  <a:cubicBezTo>
                    <a:pt x="155" y="29"/>
                    <a:pt x="155" y="29"/>
                    <a:pt x="155" y="29"/>
                  </a:cubicBezTo>
                  <a:cubicBezTo>
                    <a:pt x="163" y="29"/>
                    <a:pt x="170" y="36"/>
                    <a:pt x="170" y="44"/>
                  </a:cubicBezTo>
                  <a:cubicBezTo>
                    <a:pt x="170" y="183"/>
                    <a:pt x="170" y="183"/>
                    <a:pt x="170" y="183"/>
                  </a:cubicBezTo>
                  <a:cubicBezTo>
                    <a:pt x="170" y="192"/>
                    <a:pt x="177" y="199"/>
                    <a:pt x="184" y="19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 name="Freeform 47">
              <a:extLst>
                <a:ext uri="{FF2B5EF4-FFF2-40B4-BE49-F238E27FC236}">
                  <a16:creationId xmlns:a16="http://schemas.microsoft.com/office/drawing/2014/main" id="{7E8EE147-583D-DDB6-322B-1A48F28D18A9}"/>
                </a:ext>
              </a:extLst>
            </p:cNvPr>
            <p:cNvSpPr>
              <a:spLocks noChangeArrowheads="1"/>
            </p:cNvSpPr>
            <p:nvPr/>
          </p:nvSpPr>
          <p:spPr bwMode="auto">
            <a:xfrm>
              <a:off x="4200525" y="1736725"/>
              <a:ext cx="11113" cy="169863"/>
            </a:xfrm>
            <a:custGeom>
              <a:avLst/>
              <a:gdLst>
                <a:gd name="T0" fmla="*/ 0 w 30"/>
                <a:gd name="T1" fmla="*/ 15 h 472"/>
                <a:gd name="T2" fmla="*/ 0 w 30"/>
                <a:gd name="T3" fmla="*/ 15 h 472"/>
                <a:gd name="T4" fmla="*/ 0 w 30"/>
                <a:gd name="T5" fmla="*/ 457 h 472"/>
                <a:gd name="T6" fmla="*/ 16 w 30"/>
                <a:gd name="T7" fmla="*/ 471 h 472"/>
                <a:gd name="T8" fmla="*/ 29 w 30"/>
                <a:gd name="T9" fmla="*/ 457 h 472"/>
                <a:gd name="T10" fmla="*/ 29 w 30"/>
                <a:gd name="T11" fmla="*/ 15 h 472"/>
                <a:gd name="T12" fmla="*/ 16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6" y="471"/>
                  </a:cubicBezTo>
                  <a:cubicBezTo>
                    <a:pt x="24" y="471"/>
                    <a:pt x="29" y="466"/>
                    <a:pt x="29" y="457"/>
                  </a:cubicBezTo>
                  <a:cubicBezTo>
                    <a:pt x="29" y="15"/>
                    <a:pt x="29" y="15"/>
                    <a:pt x="29" y="15"/>
                  </a:cubicBezTo>
                  <a:cubicBezTo>
                    <a:pt x="29" y="7"/>
                    <a:pt x="24"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 name="Freeform 48">
              <a:extLst>
                <a:ext uri="{FF2B5EF4-FFF2-40B4-BE49-F238E27FC236}">
                  <a16:creationId xmlns:a16="http://schemas.microsoft.com/office/drawing/2014/main" id="{898E619A-135C-4BD6-2B26-661A2965C2F7}"/>
                </a:ext>
              </a:extLst>
            </p:cNvPr>
            <p:cNvSpPr>
              <a:spLocks noChangeArrowheads="1"/>
            </p:cNvSpPr>
            <p:nvPr/>
          </p:nvSpPr>
          <p:spPr bwMode="auto">
            <a:xfrm>
              <a:off x="4232275" y="1736725"/>
              <a:ext cx="11113" cy="169863"/>
            </a:xfrm>
            <a:custGeom>
              <a:avLst/>
              <a:gdLst>
                <a:gd name="T0" fmla="*/ 0 w 30"/>
                <a:gd name="T1" fmla="*/ 15 h 472"/>
                <a:gd name="T2" fmla="*/ 0 w 30"/>
                <a:gd name="T3" fmla="*/ 15 h 472"/>
                <a:gd name="T4" fmla="*/ 0 w 30"/>
                <a:gd name="T5" fmla="*/ 457 h 472"/>
                <a:gd name="T6" fmla="*/ 15 w 30"/>
                <a:gd name="T7" fmla="*/ 471 h 472"/>
                <a:gd name="T8" fmla="*/ 29 w 30"/>
                <a:gd name="T9" fmla="*/ 457 h 472"/>
                <a:gd name="T10" fmla="*/ 29 w 30"/>
                <a:gd name="T11" fmla="*/ 15 h 472"/>
                <a:gd name="T12" fmla="*/ 15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5" y="471"/>
                  </a:cubicBezTo>
                  <a:cubicBezTo>
                    <a:pt x="23" y="471"/>
                    <a:pt x="29" y="466"/>
                    <a:pt x="29" y="457"/>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 name="Freeform 49">
              <a:extLst>
                <a:ext uri="{FF2B5EF4-FFF2-40B4-BE49-F238E27FC236}">
                  <a16:creationId xmlns:a16="http://schemas.microsoft.com/office/drawing/2014/main" id="{CC5E361B-0448-28C3-E7AE-F59E53992022}"/>
                </a:ext>
              </a:extLst>
            </p:cNvPr>
            <p:cNvSpPr>
              <a:spLocks noChangeArrowheads="1"/>
            </p:cNvSpPr>
            <p:nvPr/>
          </p:nvSpPr>
          <p:spPr bwMode="auto">
            <a:xfrm>
              <a:off x="4273550" y="1736725"/>
              <a:ext cx="11113" cy="169863"/>
            </a:xfrm>
            <a:custGeom>
              <a:avLst/>
              <a:gdLst>
                <a:gd name="T0" fmla="*/ 31 w 32"/>
                <a:gd name="T1" fmla="*/ 457 h 472"/>
                <a:gd name="T2" fmla="*/ 31 w 32"/>
                <a:gd name="T3" fmla="*/ 457 h 472"/>
                <a:gd name="T4" fmla="*/ 31 w 32"/>
                <a:gd name="T5" fmla="*/ 15 h 472"/>
                <a:gd name="T6" fmla="*/ 15 w 32"/>
                <a:gd name="T7" fmla="*/ 0 h 472"/>
                <a:gd name="T8" fmla="*/ 0 w 32"/>
                <a:gd name="T9" fmla="*/ 15 h 472"/>
                <a:gd name="T10" fmla="*/ 0 w 32"/>
                <a:gd name="T11" fmla="*/ 457 h 472"/>
                <a:gd name="T12" fmla="*/ 15 w 32"/>
                <a:gd name="T13" fmla="*/ 471 h 472"/>
                <a:gd name="T14" fmla="*/ 31 w 32"/>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2">
                  <a:moveTo>
                    <a:pt x="31" y="457"/>
                  </a:moveTo>
                  <a:lnTo>
                    <a:pt x="31" y="457"/>
                  </a:lnTo>
                  <a:cubicBezTo>
                    <a:pt x="31" y="15"/>
                    <a:pt x="31" y="15"/>
                    <a:pt x="31" y="15"/>
                  </a:cubicBezTo>
                  <a:cubicBezTo>
                    <a:pt x="31" y="7"/>
                    <a:pt x="24" y="0"/>
                    <a:pt x="15" y="0"/>
                  </a:cubicBezTo>
                  <a:cubicBezTo>
                    <a:pt x="7" y="0"/>
                    <a:pt x="0" y="7"/>
                    <a:pt x="0" y="15"/>
                  </a:cubicBezTo>
                  <a:cubicBezTo>
                    <a:pt x="0" y="457"/>
                    <a:pt x="0" y="457"/>
                    <a:pt x="0" y="457"/>
                  </a:cubicBezTo>
                  <a:cubicBezTo>
                    <a:pt x="0" y="466"/>
                    <a:pt x="7" y="471"/>
                    <a:pt x="15" y="471"/>
                  </a:cubicBezTo>
                  <a:cubicBezTo>
                    <a:pt x="24" y="471"/>
                    <a:pt x="31" y="466"/>
                    <a:pt x="31"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 name="Freeform 50">
              <a:extLst>
                <a:ext uri="{FF2B5EF4-FFF2-40B4-BE49-F238E27FC236}">
                  <a16:creationId xmlns:a16="http://schemas.microsoft.com/office/drawing/2014/main" id="{CAAAD562-7389-B0DE-A556-BA40227F6392}"/>
                </a:ext>
              </a:extLst>
            </p:cNvPr>
            <p:cNvSpPr>
              <a:spLocks noChangeArrowheads="1"/>
            </p:cNvSpPr>
            <p:nvPr/>
          </p:nvSpPr>
          <p:spPr bwMode="auto">
            <a:xfrm>
              <a:off x="430530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6" y="0"/>
                    <a:pt x="0" y="7"/>
                    <a:pt x="0" y="15"/>
                  </a:cubicBezTo>
                  <a:cubicBezTo>
                    <a:pt x="0" y="457"/>
                    <a:pt x="0" y="457"/>
                    <a:pt x="0" y="457"/>
                  </a:cubicBezTo>
                  <a:cubicBezTo>
                    <a:pt x="0" y="466"/>
                    <a:pt x="6"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 name="Freeform 51">
              <a:extLst>
                <a:ext uri="{FF2B5EF4-FFF2-40B4-BE49-F238E27FC236}">
                  <a16:creationId xmlns:a16="http://schemas.microsoft.com/office/drawing/2014/main" id="{51DCB5C8-6E12-2C67-FD87-EB9DD65A1E11}"/>
                </a:ext>
              </a:extLst>
            </p:cNvPr>
            <p:cNvSpPr>
              <a:spLocks noChangeArrowheads="1"/>
            </p:cNvSpPr>
            <p:nvPr/>
          </p:nvSpPr>
          <p:spPr bwMode="auto">
            <a:xfrm>
              <a:off x="4337050" y="1736725"/>
              <a:ext cx="11113" cy="169863"/>
            </a:xfrm>
            <a:custGeom>
              <a:avLst/>
              <a:gdLst>
                <a:gd name="T0" fmla="*/ 30 w 31"/>
                <a:gd name="T1" fmla="*/ 457 h 472"/>
                <a:gd name="T2" fmla="*/ 30 w 31"/>
                <a:gd name="T3" fmla="*/ 457 h 472"/>
                <a:gd name="T4" fmla="*/ 30 w 31"/>
                <a:gd name="T5" fmla="*/ 15 h 472"/>
                <a:gd name="T6" fmla="*/ 15 w 31"/>
                <a:gd name="T7" fmla="*/ 0 h 472"/>
                <a:gd name="T8" fmla="*/ 0 w 31"/>
                <a:gd name="T9" fmla="*/ 15 h 472"/>
                <a:gd name="T10" fmla="*/ 0 w 31"/>
                <a:gd name="T11" fmla="*/ 457 h 472"/>
                <a:gd name="T12" fmla="*/ 15 w 31"/>
                <a:gd name="T13" fmla="*/ 471 h 472"/>
                <a:gd name="T14" fmla="*/ 30 w 31"/>
                <a:gd name="T15" fmla="*/ 457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2">
                  <a:moveTo>
                    <a:pt x="30" y="457"/>
                  </a:moveTo>
                  <a:lnTo>
                    <a:pt x="30" y="457"/>
                  </a:lnTo>
                  <a:cubicBezTo>
                    <a:pt x="30" y="15"/>
                    <a:pt x="30" y="15"/>
                    <a:pt x="30" y="15"/>
                  </a:cubicBezTo>
                  <a:cubicBezTo>
                    <a:pt x="30" y="7"/>
                    <a:pt x="23" y="0"/>
                    <a:pt x="15" y="0"/>
                  </a:cubicBezTo>
                  <a:cubicBezTo>
                    <a:pt x="7" y="0"/>
                    <a:pt x="0" y="7"/>
                    <a:pt x="0" y="15"/>
                  </a:cubicBezTo>
                  <a:cubicBezTo>
                    <a:pt x="0" y="457"/>
                    <a:pt x="0" y="457"/>
                    <a:pt x="0" y="457"/>
                  </a:cubicBezTo>
                  <a:cubicBezTo>
                    <a:pt x="0" y="466"/>
                    <a:pt x="7" y="471"/>
                    <a:pt x="15" y="471"/>
                  </a:cubicBezTo>
                  <a:cubicBezTo>
                    <a:pt x="23" y="471"/>
                    <a:pt x="30" y="466"/>
                    <a:pt x="30" y="4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 name="Freeform 52">
              <a:extLst>
                <a:ext uri="{FF2B5EF4-FFF2-40B4-BE49-F238E27FC236}">
                  <a16:creationId xmlns:a16="http://schemas.microsoft.com/office/drawing/2014/main" id="{A56F86AA-6969-6277-B076-97F99C9623DF}"/>
                </a:ext>
              </a:extLst>
            </p:cNvPr>
            <p:cNvSpPr>
              <a:spLocks noChangeArrowheads="1"/>
            </p:cNvSpPr>
            <p:nvPr/>
          </p:nvSpPr>
          <p:spPr bwMode="auto">
            <a:xfrm>
              <a:off x="4379913" y="1736725"/>
              <a:ext cx="11112" cy="169863"/>
            </a:xfrm>
            <a:custGeom>
              <a:avLst/>
              <a:gdLst>
                <a:gd name="T0" fmla="*/ 0 w 30"/>
                <a:gd name="T1" fmla="*/ 15 h 472"/>
                <a:gd name="T2" fmla="*/ 0 w 30"/>
                <a:gd name="T3" fmla="*/ 15 h 472"/>
                <a:gd name="T4" fmla="*/ 0 w 30"/>
                <a:gd name="T5" fmla="*/ 457 h 472"/>
                <a:gd name="T6" fmla="*/ 14 w 30"/>
                <a:gd name="T7" fmla="*/ 471 h 472"/>
                <a:gd name="T8" fmla="*/ 29 w 30"/>
                <a:gd name="T9" fmla="*/ 457 h 472"/>
                <a:gd name="T10" fmla="*/ 29 w 30"/>
                <a:gd name="T11" fmla="*/ 15 h 472"/>
                <a:gd name="T12" fmla="*/ 14 w 30"/>
                <a:gd name="T13" fmla="*/ 0 h 472"/>
                <a:gd name="T14" fmla="*/ 0 w 30"/>
                <a:gd name="T15" fmla="*/ 15 h 47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2">
                  <a:moveTo>
                    <a:pt x="0" y="15"/>
                  </a:moveTo>
                  <a:lnTo>
                    <a:pt x="0" y="15"/>
                  </a:lnTo>
                  <a:cubicBezTo>
                    <a:pt x="0" y="457"/>
                    <a:pt x="0" y="457"/>
                    <a:pt x="0" y="457"/>
                  </a:cubicBezTo>
                  <a:cubicBezTo>
                    <a:pt x="0" y="466"/>
                    <a:pt x="7" y="471"/>
                    <a:pt x="14" y="471"/>
                  </a:cubicBezTo>
                  <a:cubicBezTo>
                    <a:pt x="22" y="471"/>
                    <a:pt x="29" y="466"/>
                    <a:pt x="29" y="457"/>
                  </a:cubicBezTo>
                  <a:cubicBezTo>
                    <a:pt x="29" y="15"/>
                    <a:pt x="29" y="15"/>
                    <a:pt x="29" y="15"/>
                  </a:cubicBezTo>
                  <a:cubicBezTo>
                    <a:pt x="29" y="7"/>
                    <a:pt x="22"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2" name="Group 64">
            <a:extLst>
              <a:ext uri="{FF2B5EF4-FFF2-40B4-BE49-F238E27FC236}">
                <a16:creationId xmlns:a16="http://schemas.microsoft.com/office/drawing/2014/main" id="{7E2858B0-4C28-FF21-38D0-1C0ED1CCE71F}"/>
              </a:ext>
            </a:extLst>
          </p:cNvPr>
          <p:cNvGrpSpPr/>
          <p:nvPr/>
        </p:nvGrpSpPr>
        <p:grpSpPr>
          <a:xfrm>
            <a:off x="7371283" y="885453"/>
            <a:ext cx="244475" cy="244475"/>
            <a:chOff x="6215063" y="1181100"/>
            <a:chExt cx="244475" cy="244475"/>
          </a:xfrm>
          <a:solidFill>
            <a:schemeClr val="accent4"/>
          </a:solidFill>
        </p:grpSpPr>
        <p:sp>
          <p:nvSpPr>
            <p:cNvPr id="63" name="Freeform 53">
              <a:extLst>
                <a:ext uri="{FF2B5EF4-FFF2-40B4-BE49-F238E27FC236}">
                  <a16:creationId xmlns:a16="http://schemas.microsoft.com/office/drawing/2014/main" id="{F46486BC-9BC6-255E-301C-186361F18C67}"/>
                </a:ext>
              </a:extLst>
            </p:cNvPr>
            <p:cNvSpPr>
              <a:spLocks noChangeArrowheads="1"/>
            </p:cNvSpPr>
            <p:nvPr/>
          </p:nvSpPr>
          <p:spPr bwMode="auto">
            <a:xfrm>
              <a:off x="6215063" y="1181100"/>
              <a:ext cx="244475" cy="244475"/>
            </a:xfrm>
            <a:custGeom>
              <a:avLst/>
              <a:gdLst>
                <a:gd name="T0" fmla="*/ 340 w 680"/>
                <a:gd name="T1" fmla="*/ 678 h 679"/>
                <a:gd name="T2" fmla="*/ 340 w 680"/>
                <a:gd name="T3" fmla="*/ 678 h 679"/>
                <a:gd name="T4" fmla="*/ 679 w 680"/>
                <a:gd name="T5" fmla="*/ 339 h 679"/>
                <a:gd name="T6" fmla="*/ 340 w 680"/>
                <a:gd name="T7" fmla="*/ 0 h 679"/>
                <a:gd name="T8" fmla="*/ 0 w 680"/>
                <a:gd name="T9" fmla="*/ 339 h 679"/>
                <a:gd name="T10" fmla="*/ 340 w 680"/>
                <a:gd name="T11" fmla="*/ 678 h 679"/>
                <a:gd name="T12" fmla="*/ 121 w 680"/>
                <a:gd name="T13" fmla="*/ 120 h 679"/>
                <a:gd name="T14" fmla="*/ 121 w 680"/>
                <a:gd name="T15" fmla="*/ 120 h 679"/>
                <a:gd name="T16" fmla="*/ 340 w 680"/>
                <a:gd name="T17" fmla="*/ 29 h 679"/>
                <a:gd name="T18" fmla="*/ 558 w 680"/>
                <a:gd name="T19" fmla="*/ 120 h 679"/>
                <a:gd name="T20" fmla="*/ 650 w 680"/>
                <a:gd name="T21" fmla="*/ 339 h 679"/>
                <a:gd name="T22" fmla="*/ 558 w 680"/>
                <a:gd name="T23" fmla="*/ 558 h 679"/>
                <a:gd name="T24" fmla="*/ 340 w 680"/>
                <a:gd name="T25" fmla="*/ 648 h 679"/>
                <a:gd name="T26" fmla="*/ 121 w 680"/>
                <a:gd name="T27" fmla="*/ 558 h 679"/>
                <a:gd name="T28" fmla="*/ 31 w 680"/>
                <a:gd name="T29" fmla="*/ 339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7"/>
                    <a:pt x="679" y="339"/>
                  </a:cubicBezTo>
                  <a:cubicBezTo>
                    <a:pt x="679" y="152"/>
                    <a:pt x="527" y="0"/>
                    <a:pt x="340" y="0"/>
                  </a:cubicBezTo>
                  <a:cubicBezTo>
                    <a:pt x="152" y="0"/>
                    <a:pt x="0" y="152"/>
                    <a:pt x="0" y="339"/>
                  </a:cubicBezTo>
                  <a:cubicBezTo>
                    <a:pt x="0" y="527"/>
                    <a:pt x="152" y="678"/>
                    <a:pt x="340" y="678"/>
                  </a:cubicBezTo>
                  <a:close/>
                  <a:moveTo>
                    <a:pt x="121" y="120"/>
                  </a:moveTo>
                  <a:lnTo>
                    <a:pt x="121" y="120"/>
                  </a:lnTo>
                  <a:cubicBezTo>
                    <a:pt x="177" y="64"/>
                    <a:pt x="255" y="29"/>
                    <a:pt x="340" y="29"/>
                  </a:cubicBezTo>
                  <a:cubicBezTo>
                    <a:pt x="426" y="29"/>
                    <a:pt x="503" y="64"/>
                    <a:pt x="558" y="120"/>
                  </a:cubicBezTo>
                  <a:cubicBezTo>
                    <a:pt x="615" y="177"/>
                    <a:pt x="650" y="254"/>
                    <a:pt x="650" y="339"/>
                  </a:cubicBezTo>
                  <a:cubicBezTo>
                    <a:pt x="650" y="424"/>
                    <a:pt x="615" y="502"/>
                    <a:pt x="558" y="558"/>
                  </a:cubicBezTo>
                  <a:cubicBezTo>
                    <a:pt x="503" y="613"/>
                    <a:pt x="426" y="648"/>
                    <a:pt x="340" y="648"/>
                  </a:cubicBezTo>
                  <a:cubicBezTo>
                    <a:pt x="255" y="648"/>
                    <a:pt x="177" y="613"/>
                    <a:pt x="121" y="558"/>
                  </a:cubicBezTo>
                  <a:cubicBezTo>
                    <a:pt x="65" y="502"/>
                    <a:pt x="31" y="424"/>
                    <a:pt x="31" y="339"/>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 name="Freeform 54">
              <a:extLst>
                <a:ext uri="{FF2B5EF4-FFF2-40B4-BE49-F238E27FC236}">
                  <a16:creationId xmlns:a16="http://schemas.microsoft.com/office/drawing/2014/main" id="{027E4499-7BB9-AABB-036D-233E98A7DA4C}"/>
                </a:ext>
              </a:extLst>
            </p:cNvPr>
            <p:cNvSpPr>
              <a:spLocks noChangeArrowheads="1"/>
            </p:cNvSpPr>
            <p:nvPr/>
          </p:nvSpPr>
          <p:spPr bwMode="auto">
            <a:xfrm>
              <a:off x="6330950" y="1265238"/>
              <a:ext cx="11113" cy="128587"/>
            </a:xfrm>
            <a:custGeom>
              <a:avLst/>
              <a:gdLst>
                <a:gd name="T0" fmla="*/ 29 w 30"/>
                <a:gd name="T1" fmla="*/ 147 h 355"/>
                <a:gd name="T2" fmla="*/ 29 w 30"/>
                <a:gd name="T3" fmla="*/ 147 h 355"/>
                <a:gd name="T4" fmla="*/ 29 w 30"/>
                <a:gd name="T5" fmla="*/ 14 h 355"/>
                <a:gd name="T6" fmla="*/ 15 w 30"/>
                <a:gd name="T7" fmla="*/ 0 h 355"/>
                <a:gd name="T8" fmla="*/ 0 w 30"/>
                <a:gd name="T9" fmla="*/ 14 h 355"/>
                <a:gd name="T10" fmla="*/ 0 w 30"/>
                <a:gd name="T11" fmla="*/ 147 h 355"/>
                <a:gd name="T12" fmla="*/ 0 w 30"/>
                <a:gd name="T13" fmla="*/ 339 h 355"/>
                <a:gd name="T14" fmla="*/ 15 w 30"/>
                <a:gd name="T15" fmla="*/ 354 h 355"/>
                <a:gd name="T16" fmla="*/ 29 w 30"/>
                <a:gd name="T17" fmla="*/ 339 h 355"/>
                <a:gd name="T18" fmla="*/ 29 w 30"/>
                <a:gd name="T19" fmla="*/ 339 h 355"/>
                <a:gd name="T20" fmla="*/ 29 w 30"/>
                <a:gd name="T21" fmla="*/ 147 h 3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0" h="355">
                  <a:moveTo>
                    <a:pt x="29" y="147"/>
                  </a:moveTo>
                  <a:lnTo>
                    <a:pt x="29" y="147"/>
                  </a:lnTo>
                  <a:cubicBezTo>
                    <a:pt x="29" y="14"/>
                    <a:pt x="29" y="14"/>
                    <a:pt x="29" y="14"/>
                  </a:cubicBezTo>
                  <a:cubicBezTo>
                    <a:pt x="29" y="7"/>
                    <a:pt x="24" y="0"/>
                    <a:pt x="15" y="0"/>
                  </a:cubicBezTo>
                  <a:cubicBezTo>
                    <a:pt x="7" y="0"/>
                    <a:pt x="0" y="7"/>
                    <a:pt x="0" y="14"/>
                  </a:cubicBezTo>
                  <a:cubicBezTo>
                    <a:pt x="0" y="147"/>
                    <a:pt x="0" y="147"/>
                    <a:pt x="0" y="147"/>
                  </a:cubicBezTo>
                  <a:cubicBezTo>
                    <a:pt x="0" y="339"/>
                    <a:pt x="0" y="339"/>
                    <a:pt x="0" y="339"/>
                  </a:cubicBezTo>
                  <a:cubicBezTo>
                    <a:pt x="0" y="347"/>
                    <a:pt x="7" y="354"/>
                    <a:pt x="15" y="354"/>
                  </a:cubicBezTo>
                  <a:cubicBezTo>
                    <a:pt x="24" y="354"/>
                    <a:pt x="29" y="347"/>
                    <a:pt x="29" y="339"/>
                  </a:cubicBezTo>
                  <a:lnTo>
                    <a:pt x="29" y="339"/>
                  </a:lnTo>
                  <a:lnTo>
                    <a:pt x="29" y="1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 name="Freeform 55">
              <a:extLst>
                <a:ext uri="{FF2B5EF4-FFF2-40B4-BE49-F238E27FC236}">
                  <a16:creationId xmlns:a16="http://schemas.microsoft.com/office/drawing/2014/main" id="{F3CF3274-38C1-A6DC-3F92-6383C0AC4A45}"/>
                </a:ext>
              </a:extLst>
            </p:cNvPr>
            <p:cNvSpPr>
              <a:spLocks noChangeArrowheads="1"/>
            </p:cNvSpPr>
            <p:nvPr/>
          </p:nvSpPr>
          <p:spPr bwMode="auto">
            <a:xfrm>
              <a:off x="6321425" y="1212850"/>
              <a:ext cx="31750" cy="31750"/>
            </a:xfrm>
            <a:custGeom>
              <a:avLst/>
              <a:gdLst>
                <a:gd name="T0" fmla="*/ 44 w 89"/>
                <a:gd name="T1" fmla="*/ 88 h 89"/>
                <a:gd name="T2" fmla="*/ 44 w 89"/>
                <a:gd name="T3" fmla="*/ 88 h 89"/>
                <a:gd name="T4" fmla="*/ 88 w 89"/>
                <a:gd name="T5" fmla="*/ 44 h 89"/>
                <a:gd name="T6" fmla="*/ 44 w 89"/>
                <a:gd name="T7" fmla="*/ 0 h 89"/>
                <a:gd name="T8" fmla="*/ 0 w 89"/>
                <a:gd name="T9" fmla="*/ 44 h 89"/>
                <a:gd name="T10" fmla="*/ 44 w 89"/>
                <a:gd name="T11" fmla="*/ 88 h 89"/>
                <a:gd name="T12" fmla="*/ 44 w 89"/>
                <a:gd name="T13" fmla="*/ 29 h 89"/>
                <a:gd name="T14" fmla="*/ 44 w 89"/>
                <a:gd name="T15" fmla="*/ 29 h 89"/>
                <a:gd name="T16" fmla="*/ 58 w 89"/>
                <a:gd name="T17" fmla="*/ 44 h 89"/>
                <a:gd name="T18" fmla="*/ 44 w 89"/>
                <a:gd name="T19" fmla="*/ 59 h 89"/>
                <a:gd name="T20" fmla="*/ 29 w 89"/>
                <a:gd name="T21" fmla="*/ 44 h 89"/>
                <a:gd name="T22" fmla="*/ 44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88"/>
                  </a:moveTo>
                  <a:lnTo>
                    <a:pt x="44" y="88"/>
                  </a:lnTo>
                  <a:cubicBezTo>
                    <a:pt x="68" y="88"/>
                    <a:pt x="88" y="69"/>
                    <a:pt x="88" y="44"/>
                  </a:cubicBezTo>
                  <a:cubicBezTo>
                    <a:pt x="88" y="19"/>
                    <a:pt x="68" y="0"/>
                    <a:pt x="44" y="0"/>
                  </a:cubicBezTo>
                  <a:cubicBezTo>
                    <a:pt x="19" y="0"/>
                    <a:pt x="0" y="19"/>
                    <a:pt x="0" y="44"/>
                  </a:cubicBezTo>
                  <a:cubicBezTo>
                    <a:pt x="0" y="69"/>
                    <a:pt x="19" y="88"/>
                    <a:pt x="44" y="88"/>
                  </a:cubicBezTo>
                  <a:close/>
                  <a:moveTo>
                    <a:pt x="44" y="29"/>
                  </a:moveTo>
                  <a:lnTo>
                    <a:pt x="44" y="29"/>
                  </a:lnTo>
                  <a:cubicBezTo>
                    <a:pt x="53" y="29"/>
                    <a:pt x="58" y="36"/>
                    <a:pt x="58" y="44"/>
                  </a:cubicBezTo>
                  <a:cubicBezTo>
                    <a:pt x="58" y="52"/>
                    <a:pt x="53" y="59"/>
                    <a:pt x="44" y="59"/>
                  </a:cubicBezTo>
                  <a:cubicBezTo>
                    <a:pt x="36" y="59"/>
                    <a:pt x="29" y="52"/>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6" name="Group 68">
            <a:extLst>
              <a:ext uri="{FF2B5EF4-FFF2-40B4-BE49-F238E27FC236}">
                <a16:creationId xmlns:a16="http://schemas.microsoft.com/office/drawing/2014/main" id="{C4CACD17-12C8-4C51-1B84-79CB3ACAE54F}"/>
              </a:ext>
            </a:extLst>
          </p:cNvPr>
          <p:cNvGrpSpPr/>
          <p:nvPr/>
        </p:nvGrpSpPr>
        <p:grpSpPr>
          <a:xfrm>
            <a:off x="7360170" y="1382340"/>
            <a:ext cx="255588" cy="255588"/>
            <a:chOff x="6203950" y="1689100"/>
            <a:chExt cx="255588" cy="255588"/>
          </a:xfrm>
          <a:solidFill>
            <a:schemeClr val="accent4"/>
          </a:solidFill>
        </p:grpSpPr>
        <p:sp>
          <p:nvSpPr>
            <p:cNvPr id="67" name="Freeform 56">
              <a:extLst>
                <a:ext uri="{FF2B5EF4-FFF2-40B4-BE49-F238E27FC236}">
                  <a16:creationId xmlns:a16="http://schemas.microsoft.com/office/drawing/2014/main" id="{415CB6A8-6F07-DB9C-F113-91341D5CFF53}"/>
                </a:ext>
              </a:extLst>
            </p:cNvPr>
            <p:cNvSpPr>
              <a:spLocks noChangeArrowheads="1"/>
            </p:cNvSpPr>
            <p:nvPr/>
          </p:nvSpPr>
          <p:spPr bwMode="auto">
            <a:xfrm>
              <a:off x="6257925" y="1755775"/>
              <a:ext cx="53975" cy="53975"/>
            </a:xfrm>
            <a:custGeom>
              <a:avLst/>
              <a:gdLst>
                <a:gd name="T0" fmla="*/ 73 w 148"/>
                <a:gd name="T1" fmla="*/ 148 h 149"/>
                <a:gd name="T2" fmla="*/ 73 w 148"/>
                <a:gd name="T3" fmla="*/ 148 h 149"/>
                <a:gd name="T4" fmla="*/ 147 w 148"/>
                <a:gd name="T5" fmla="*/ 74 h 149"/>
                <a:gd name="T6" fmla="*/ 73 w 148"/>
                <a:gd name="T7" fmla="*/ 0 h 149"/>
                <a:gd name="T8" fmla="*/ 0 w 148"/>
                <a:gd name="T9" fmla="*/ 74 h 149"/>
                <a:gd name="T10" fmla="*/ 73 w 148"/>
                <a:gd name="T11" fmla="*/ 148 h 149"/>
                <a:gd name="T12" fmla="*/ 73 w 148"/>
                <a:gd name="T13" fmla="*/ 30 h 149"/>
                <a:gd name="T14" fmla="*/ 73 w 148"/>
                <a:gd name="T15" fmla="*/ 30 h 149"/>
                <a:gd name="T16" fmla="*/ 118 w 148"/>
                <a:gd name="T17" fmla="*/ 74 h 149"/>
                <a:gd name="T18" fmla="*/ 73 w 148"/>
                <a:gd name="T19" fmla="*/ 119 h 149"/>
                <a:gd name="T20" fmla="*/ 29 w 148"/>
                <a:gd name="T21" fmla="*/ 74 h 149"/>
                <a:gd name="T22" fmla="*/ 73 w 148"/>
                <a:gd name="T23"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3" y="148"/>
                  </a:moveTo>
                  <a:lnTo>
                    <a:pt x="73" y="148"/>
                  </a:lnTo>
                  <a:cubicBezTo>
                    <a:pt x="115" y="148"/>
                    <a:pt x="147" y="115"/>
                    <a:pt x="147" y="74"/>
                  </a:cubicBezTo>
                  <a:cubicBezTo>
                    <a:pt x="147" y="33"/>
                    <a:pt x="115" y="0"/>
                    <a:pt x="73" y="0"/>
                  </a:cubicBezTo>
                  <a:cubicBezTo>
                    <a:pt x="33" y="0"/>
                    <a:pt x="0" y="33"/>
                    <a:pt x="0" y="74"/>
                  </a:cubicBezTo>
                  <a:cubicBezTo>
                    <a:pt x="0" y="115"/>
                    <a:pt x="33" y="148"/>
                    <a:pt x="73" y="148"/>
                  </a:cubicBezTo>
                  <a:close/>
                  <a:moveTo>
                    <a:pt x="73" y="30"/>
                  </a:moveTo>
                  <a:lnTo>
                    <a:pt x="73" y="30"/>
                  </a:lnTo>
                  <a:cubicBezTo>
                    <a:pt x="98" y="30"/>
                    <a:pt x="118" y="50"/>
                    <a:pt x="118" y="74"/>
                  </a:cubicBezTo>
                  <a:cubicBezTo>
                    <a:pt x="118" y="98"/>
                    <a:pt x="98" y="119"/>
                    <a:pt x="73" y="119"/>
                  </a:cubicBezTo>
                  <a:cubicBezTo>
                    <a:pt x="49" y="119"/>
                    <a:pt x="29" y="98"/>
                    <a:pt x="29" y="74"/>
                  </a:cubicBezTo>
                  <a:cubicBezTo>
                    <a:pt x="29" y="50"/>
                    <a:pt x="49" y="30"/>
                    <a:pt x="7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 name="Freeform 57">
              <a:extLst>
                <a:ext uri="{FF2B5EF4-FFF2-40B4-BE49-F238E27FC236}">
                  <a16:creationId xmlns:a16="http://schemas.microsoft.com/office/drawing/2014/main" id="{43942ACD-DCCA-082F-07A9-EBFB4FB37CAD}"/>
                </a:ext>
              </a:extLst>
            </p:cNvPr>
            <p:cNvSpPr>
              <a:spLocks noChangeArrowheads="1"/>
            </p:cNvSpPr>
            <p:nvPr/>
          </p:nvSpPr>
          <p:spPr bwMode="auto">
            <a:xfrm>
              <a:off x="6346825" y="1824038"/>
              <a:ext cx="53975" cy="53975"/>
            </a:xfrm>
            <a:custGeom>
              <a:avLst/>
              <a:gdLst>
                <a:gd name="T0" fmla="*/ 0 w 149"/>
                <a:gd name="T1" fmla="*/ 73 h 149"/>
                <a:gd name="T2" fmla="*/ 0 w 149"/>
                <a:gd name="T3" fmla="*/ 73 h 149"/>
                <a:gd name="T4" fmla="*/ 73 w 149"/>
                <a:gd name="T5" fmla="*/ 148 h 149"/>
                <a:gd name="T6" fmla="*/ 148 w 149"/>
                <a:gd name="T7" fmla="*/ 73 h 149"/>
                <a:gd name="T8" fmla="*/ 73 w 149"/>
                <a:gd name="T9" fmla="*/ 0 h 149"/>
                <a:gd name="T10" fmla="*/ 0 w 149"/>
                <a:gd name="T11" fmla="*/ 73 h 149"/>
                <a:gd name="T12" fmla="*/ 118 w 149"/>
                <a:gd name="T13" fmla="*/ 73 h 149"/>
                <a:gd name="T14" fmla="*/ 118 w 149"/>
                <a:gd name="T15" fmla="*/ 73 h 149"/>
                <a:gd name="T16" fmla="*/ 73 w 149"/>
                <a:gd name="T17" fmla="*/ 117 h 149"/>
                <a:gd name="T18" fmla="*/ 29 w 149"/>
                <a:gd name="T19" fmla="*/ 73 h 149"/>
                <a:gd name="T20" fmla="*/ 73 w 149"/>
                <a:gd name="T21" fmla="*/ 29 h 149"/>
                <a:gd name="T22" fmla="*/ 118 w 149"/>
                <a:gd name="T23" fmla="*/ 73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0" y="73"/>
                  </a:moveTo>
                  <a:lnTo>
                    <a:pt x="0" y="73"/>
                  </a:lnTo>
                  <a:cubicBezTo>
                    <a:pt x="0" y="115"/>
                    <a:pt x="33" y="148"/>
                    <a:pt x="73" y="148"/>
                  </a:cubicBezTo>
                  <a:cubicBezTo>
                    <a:pt x="115" y="148"/>
                    <a:pt x="148" y="115"/>
                    <a:pt x="148" y="73"/>
                  </a:cubicBezTo>
                  <a:cubicBezTo>
                    <a:pt x="148" y="33"/>
                    <a:pt x="115" y="0"/>
                    <a:pt x="73" y="0"/>
                  </a:cubicBezTo>
                  <a:cubicBezTo>
                    <a:pt x="33" y="0"/>
                    <a:pt x="0" y="33"/>
                    <a:pt x="0" y="73"/>
                  </a:cubicBezTo>
                  <a:close/>
                  <a:moveTo>
                    <a:pt x="118" y="73"/>
                  </a:moveTo>
                  <a:lnTo>
                    <a:pt x="118" y="73"/>
                  </a:lnTo>
                  <a:cubicBezTo>
                    <a:pt x="118" y="98"/>
                    <a:pt x="98" y="117"/>
                    <a:pt x="73" y="117"/>
                  </a:cubicBezTo>
                  <a:cubicBezTo>
                    <a:pt x="50" y="117"/>
                    <a:pt x="29" y="98"/>
                    <a:pt x="29" y="73"/>
                  </a:cubicBezTo>
                  <a:cubicBezTo>
                    <a:pt x="29" y="50"/>
                    <a:pt x="50" y="29"/>
                    <a:pt x="73" y="29"/>
                  </a:cubicBezTo>
                  <a:cubicBezTo>
                    <a:pt x="98" y="29"/>
                    <a:pt x="118" y="50"/>
                    <a:pt x="118"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 name="Freeform 58">
              <a:extLst>
                <a:ext uri="{FF2B5EF4-FFF2-40B4-BE49-F238E27FC236}">
                  <a16:creationId xmlns:a16="http://schemas.microsoft.com/office/drawing/2014/main" id="{A2C6CC07-7B5A-CE48-F2A0-6C444DFFF7AC}"/>
                </a:ext>
              </a:extLst>
            </p:cNvPr>
            <p:cNvSpPr>
              <a:spLocks noChangeArrowheads="1"/>
            </p:cNvSpPr>
            <p:nvPr/>
          </p:nvSpPr>
          <p:spPr bwMode="auto">
            <a:xfrm>
              <a:off x="6278563" y="1752600"/>
              <a:ext cx="107950" cy="128588"/>
            </a:xfrm>
            <a:custGeom>
              <a:avLst/>
              <a:gdLst>
                <a:gd name="T0" fmla="*/ 7 w 299"/>
                <a:gd name="T1" fmla="*/ 352 h 357"/>
                <a:gd name="T2" fmla="*/ 7 w 299"/>
                <a:gd name="T3" fmla="*/ 352 h 357"/>
                <a:gd name="T4" fmla="*/ 27 w 299"/>
                <a:gd name="T5" fmla="*/ 349 h 357"/>
                <a:gd name="T6" fmla="*/ 293 w 299"/>
                <a:gd name="T7" fmla="*/ 25 h 357"/>
                <a:gd name="T8" fmla="*/ 291 w 299"/>
                <a:gd name="T9" fmla="*/ 4 h 357"/>
                <a:gd name="T10" fmla="*/ 271 w 299"/>
                <a:gd name="T11" fmla="*/ 7 h 357"/>
                <a:gd name="T12" fmla="*/ 5 w 299"/>
                <a:gd name="T13" fmla="*/ 331 h 357"/>
                <a:gd name="T14" fmla="*/ 7 w 299"/>
                <a:gd name="T15" fmla="*/ 352 h 35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57">
                  <a:moveTo>
                    <a:pt x="7" y="352"/>
                  </a:moveTo>
                  <a:lnTo>
                    <a:pt x="7" y="352"/>
                  </a:lnTo>
                  <a:cubicBezTo>
                    <a:pt x="14" y="356"/>
                    <a:pt x="23" y="356"/>
                    <a:pt x="27" y="349"/>
                  </a:cubicBezTo>
                  <a:cubicBezTo>
                    <a:pt x="293" y="25"/>
                    <a:pt x="293" y="25"/>
                    <a:pt x="293" y="25"/>
                  </a:cubicBezTo>
                  <a:cubicBezTo>
                    <a:pt x="298" y="19"/>
                    <a:pt x="297" y="10"/>
                    <a:pt x="291" y="4"/>
                  </a:cubicBezTo>
                  <a:cubicBezTo>
                    <a:pt x="284" y="0"/>
                    <a:pt x="276" y="0"/>
                    <a:pt x="271" y="7"/>
                  </a:cubicBezTo>
                  <a:cubicBezTo>
                    <a:pt x="5" y="331"/>
                    <a:pt x="5" y="331"/>
                    <a:pt x="5" y="331"/>
                  </a:cubicBezTo>
                  <a:cubicBezTo>
                    <a:pt x="0" y="337"/>
                    <a:pt x="1" y="347"/>
                    <a:pt x="7" y="35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 name="Freeform 59">
              <a:extLst>
                <a:ext uri="{FF2B5EF4-FFF2-40B4-BE49-F238E27FC236}">
                  <a16:creationId xmlns:a16="http://schemas.microsoft.com/office/drawing/2014/main" id="{2427096E-C6D3-F079-C767-69E0B9596A36}"/>
                </a:ext>
              </a:extLst>
            </p:cNvPr>
            <p:cNvSpPr>
              <a:spLocks noChangeArrowheads="1"/>
            </p:cNvSpPr>
            <p:nvPr/>
          </p:nvSpPr>
          <p:spPr bwMode="auto">
            <a:xfrm>
              <a:off x="6203950" y="1689100"/>
              <a:ext cx="255588" cy="255588"/>
            </a:xfrm>
            <a:custGeom>
              <a:avLst/>
              <a:gdLst>
                <a:gd name="T0" fmla="*/ 354 w 709"/>
                <a:gd name="T1" fmla="*/ 707 h 708"/>
                <a:gd name="T2" fmla="*/ 354 w 709"/>
                <a:gd name="T3" fmla="*/ 707 h 708"/>
                <a:gd name="T4" fmla="*/ 708 w 709"/>
                <a:gd name="T5" fmla="*/ 353 h 708"/>
                <a:gd name="T6" fmla="*/ 354 w 709"/>
                <a:gd name="T7" fmla="*/ 0 h 708"/>
                <a:gd name="T8" fmla="*/ 0 w 709"/>
                <a:gd name="T9" fmla="*/ 353 h 708"/>
                <a:gd name="T10" fmla="*/ 354 w 709"/>
                <a:gd name="T11" fmla="*/ 707 h 708"/>
                <a:gd name="T12" fmla="*/ 125 w 709"/>
                <a:gd name="T13" fmla="*/ 124 h 708"/>
                <a:gd name="T14" fmla="*/ 125 w 709"/>
                <a:gd name="T15" fmla="*/ 124 h 708"/>
                <a:gd name="T16" fmla="*/ 354 w 709"/>
                <a:gd name="T17" fmla="*/ 29 h 708"/>
                <a:gd name="T18" fmla="*/ 583 w 709"/>
                <a:gd name="T19" fmla="*/ 124 h 708"/>
                <a:gd name="T20" fmla="*/ 679 w 709"/>
                <a:gd name="T21" fmla="*/ 353 h 708"/>
                <a:gd name="T22" fmla="*/ 583 w 709"/>
                <a:gd name="T23" fmla="*/ 582 h 708"/>
                <a:gd name="T24" fmla="*/ 354 w 709"/>
                <a:gd name="T25" fmla="*/ 678 h 708"/>
                <a:gd name="T26" fmla="*/ 125 w 709"/>
                <a:gd name="T27" fmla="*/ 582 h 708"/>
                <a:gd name="T28" fmla="*/ 29 w 709"/>
                <a:gd name="T29" fmla="*/ 353 h 708"/>
                <a:gd name="T30" fmla="*/ 125 w 709"/>
                <a:gd name="T31" fmla="*/ 12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707"/>
                  </a:moveTo>
                  <a:lnTo>
                    <a:pt x="354" y="707"/>
                  </a:lnTo>
                  <a:cubicBezTo>
                    <a:pt x="549" y="707"/>
                    <a:pt x="708" y="548"/>
                    <a:pt x="708" y="353"/>
                  </a:cubicBezTo>
                  <a:cubicBezTo>
                    <a:pt x="708" y="158"/>
                    <a:pt x="549" y="0"/>
                    <a:pt x="354" y="0"/>
                  </a:cubicBezTo>
                  <a:cubicBezTo>
                    <a:pt x="159" y="0"/>
                    <a:pt x="0" y="158"/>
                    <a:pt x="0" y="353"/>
                  </a:cubicBezTo>
                  <a:cubicBezTo>
                    <a:pt x="0" y="548"/>
                    <a:pt x="159" y="707"/>
                    <a:pt x="354" y="707"/>
                  </a:cubicBezTo>
                  <a:close/>
                  <a:moveTo>
                    <a:pt x="125" y="124"/>
                  </a:moveTo>
                  <a:lnTo>
                    <a:pt x="125" y="124"/>
                  </a:lnTo>
                  <a:cubicBezTo>
                    <a:pt x="184" y="66"/>
                    <a:pt x="264" y="29"/>
                    <a:pt x="354" y="29"/>
                  </a:cubicBezTo>
                  <a:cubicBezTo>
                    <a:pt x="444" y="29"/>
                    <a:pt x="525" y="66"/>
                    <a:pt x="583" y="124"/>
                  </a:cubicBezTo>
                  <a:cubicBezTo>
                    <a:pt x="643" y="183"/>
                    <a:pt x="679" y="263"/>
                    <a:pt x="679" y="353"/>
                  </a:cubicBezTo>
                  <a:cubicBezTo>
                    <a:pt x="679" y="443"/>
                    <a:pt x="643" y="524"/>
                    <a:pt x="583" y="582"/>
                  </a:cubicBezTo>
                  <a:cubicBezTo>
                    <a:pt x="525" y="640"/>
                    <a:pt x="444" y="678"/>
                    <a:pt x="354" y="678"/>
                  </a:cubicBezTo>
                  <a:cubicBezTo>
                    <a:pt x="264" y="678"/>
                    <a:pt x="184" y="640"/>
                    <a:pt x="125" y="582"/>
                  </a:cubicBezTo>
                  <a:cubicBezTo>
                    <a:pt x="67" y="524"/>
                    <a:pt x="29" y="443"/>
                    <a:pt x="29" y="353"/>
                  </a:cubicBezTo>
                  <a:cubicBezTo>
                    <a:pt x="29" y="263"/>
                    <a:pt x="67" y="183"/>
                    <a:pt x="125"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1" name="Group 73">
            <a:extLst>
              <a:ext uri="{FF2B5EF4-FFF2-40B4-BE49-F238E27FC236}">
                <a16:creationId xmlns:a16="http://schemas.microsoft.com/office/drawing/2014/main" id="{9C980951-8623-69A8-EC9C-FB03DD115CA4}"/>
              </a:ext>
            </a:extLst>
          </p:cNvPr>
          <p:cNvGrpSpPr/>
          <p:nvPr/>
        </p:nvGrpSpPr>
        <p:grpSpPr>
          <a:xfrm>
            <a:off x="4824933" y="1382340"/>
            <a:ext cx="244475" cy="255588"/>
            <a:chOff x="3668713" y="1695450"/>
            <a:chExt cx="244475" cy="255588"/>
          </a:xfrm>
          <a:solidFill>
            <a:schemeClr val="accent4"/>
          </a:solidFill>
        </p:grpSpPr>
        <p:sp>
          <p:nvSpPr>
            <p:cNvPr id="72" name="Freeform 60">
              <a:extLst>
                <a:ext uri="{FF2B5EF4-FFF2-40B4-BE49-F238E27FC236}">
                  <a16:creationId xmlns:a16="http://schemas.microsoft.com/office/drawing/2014/main" id="{460C28AF-3838-E7F8-4809-DA448C83D4FB}"/>
                </a:ext>
              </a:extLst>
            </p:cNvPr>
            <p:cNvSpPr>
              <a:spLocks noChangeArrowheads="1"/>
            </p:cNvSpPr>
            <p:nvPr/>
          </p:nvSpPr>
          <p:spPr bwMode="auto">
            <a:xfrm>
              <a:off x="3668713" y="1695450"/>
              <a:ext cx="244475" cy="255588"/>
            </a:xfrm>
            <a:custGeom>
              <a:avLst/>
              <a:gdLst>
                <a:gd name="T0" fmla="*/ 330 w 680"/>
                <a:gd name="T1" fmla="*/ 703 h 709"/>
                <a:gd name="T2" fmla="*/ 330 w 680"/>
                <a:gd name="T3" fmla="*/ 703 h 709"/>
                <a:gd name="T4" fmla="*/ 349 w 680"/>
                <a:gd name="T5" fmla="*/ 703 h 709"/>
                <a:gd name="T6" fmla="*/ 674 w 680"/>
                <a:gd name="T7" fmla="*/ 409 h 709"/>
                <a:gd name="T8" fmla="*/ 676 w 680"/>
                <a:gd name="T9" fmla="*/ 392 h 709"/>
                <a:gd name="T10" fmla="*/ 663 w 680"/>
                <a:gd name="T11" fmla="*/ 382 h 709"/>
                <a:gd name="T12" fmla="*/ 560 w 680"/>
                <a:gd name="T13" fmla="*/ 382 h 709"/>
                <a:gd name="T14" fmla="*/ 560 w 680"/>
                <a:gd name="T15" fmla="*/ 44 h 709"/>
                <a:gd name="T16" fmla="*/ 516 w 680"/>
                <a:gd name="T17" fmla="*/ 0 h 709"/>
                <a:gd name="T18" fmla="*/ 163 w 680"/>
                <a:gd name="T19" fmla="*/ 0 h 709"/>
                <a:gd name="T20" fmla="*/ 118 w 680"/>
                <a:gd name="T21" fmla="*/ 44 h 709"/>
                <a:gd name="T22" fmla="*/ 118 w 680"/>
                <a:gd name="T23" fmla="*/ 382 h 709"/>
                <a:gd name="T24" fmla="*/ 15 w 680"/>
                <a:gd name="T25" fmla="*/ 382 h 709"/>
                <a:gd name="T26" fmla="*/ 1 w 680"/>
                <a:gd name="T27" fmla="*/ 392 h 709"/>
                <a:gd name="T28" fmla="*/ 5 w 680"/>
                <a:gd name="T29" fmla="*/ 409 h 709"/>
                <a:gd name="T30" fmla="*/ 330 w 680"/>
                <a:gd name="T31" fmla="*/ 703 h 709"/>
                <a:gd name="T32" fmla="*/ 132 w 680"/>
                <a:gd name="T33" fmla="*/ 411 h 709"/>
                <a:gd name="T34" fmla="*/ 132 w 680"/>
                <a:gd name="T35" fmla="*/ 411 h 709"/>
                <a:gd name="T36" fmla="*/ 143 w 680"/>
                <a:gd name="T37" fmla="*/ 407 h 709"/>
                <a:gd name="T38" fmla="*/ 147 w 680"/>
                <a:gd name="T39" fmla="*/ 398 h 709"/>
                <a:gd name="T40" fmla="*/ 147 w 680"/>
                <a:gd name="T41" fmla="*/ 44 h 709"/>
                <a:gd name="T42" fmla="*/ 163 w 680"/>
                <a:gd name="T43" fmla="*/ 29 h 709"/>
                <a:gd name="T44" fmla="*/ 516 w 680"/>
                <a:gd name="T45" fmla="*/ 29 h 709"/>
                <a:gd name="T46" fmla="*/ 530 w 680"/>
                <a:gd name="T47" fmla="*/ 44 h 709"/>
                <a:gd name="T48" fmla="*/ 530 w 680"/>
                <a:gd name="T49" fmla="*/ 398 h 709"/>
                <a:gd name="T50" fmla="*/ 536 w 680"/>
                <a:gd name="T51" fmla="*/ 407 h 709"/>
                <a:gd name="T52" fmla="*/ 545 w 680"/>
                <a:gd name="T53" fmla="*/ 411 h 709"/>
                <a:gd name="T54" fmla="*/ 625 w 680"/>
                <a:gd name="T55" fmla="*/ 411 h 709"/>
                <a:gd name="T56" fmla="*/ 339 w 680"/>
                <a:gd name="T57" fmla="*/ 672 h 709"/>
                <a:gd name="T58" fmla="*/ 54 w 680"/>
                <a:gd name="T59" fmla="*/ 411 h 709"/>
                <a:gd name="T60" fmla="*/ 132 w 680"/>
                <a:gd name="T61" fmla="*/ 41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80" h="709">
                  <a:moveTo>
                    <a:pt x="330" y="703"/>
                  </a:moveTo>
                  <a:lnTo>
                    <a:pt x="330" y="703"/>
                  </a:lnTo>
                  <a:cubicBezTo>
                    <a:pt x="335" y="708"/>
                    <a:pt x="344" y="708"/>
                    <a:pt x="349" y="703"/>
                  </a:cubicBezTo>
                  <a:cubicBezTo>
                    <a:pt x="674" y="409"/>
                    <a:pt x="674" y="409"/>
                    <a:pt x="674" y="409"/>
                  </a:cubicBezTo>
                  <a:cubicBezTo>
                    <a:pt x="678" y="404"/>
                    <a:pt x="679" y="398"/>
                    <a:pt x="676" y="392"/>
                  </a:cubicBezTo>
                  <a:cubicBezTo>
                    <a:pt x="675" y="387"/>
                    <a:pt x="670" y="382"/>
                    <a:pt x="663" y="382"/>
                  </a:cubicBezTo>
                  <a:cubicBezTo>
                    <a:pt x="560" y="382"/>
                    <a:pt x="560" y="382"/>
                    <a:pt x="560" y="382"/>
                  </a:cubicBezTo>
                  <a:cubicBezTo>
                    <a:pt x="560" y="44"/>
                    <a:pt x="560" y="44"/>
                    <a:pt x="560" y="44"/>
                  </a:cubicBezTo>
                  <a:cubicBezTo>
                    <a:pt x="560" y="19"/>
                    <a:pt x="540" y="0"/>
                    <a:pt x="516" y="0"/>
                  </a:cubicBezTo>
                  <a:cubicBezTo>
                    <a:pt x="163" y="0"/>
                    <a:pt x="163" y="0"/>
                    <a:pt x="163" y="0"/>
                  </a:cubicBezTo>
                  <a:cubicBezTo>
                    <a:pt x="138" y="0"/>
                    <a:pt x="118" y="19"/>
                    <a:pt x="118" y="44"/>
                  </a:cubicBezTo>
                  <a:cubicBezTo>
                    <a:pt x="118" y="382"/>
                    <a:pt x="118" y="382"/>
                    <a:pt x="118" y="382"/>
                  </a:cubicBezTo>
                  <a:cubicBezTo>
                    <a:pt x="15" y="382"/>
                    <a:pt x="15" y="382"/>
                    <a:pt x="15" y="382"/>
                  </a:cubicBezTo>
                  <a:cubicBezTo>
                    <a:pt x="9" y="382"/>
                    <a:pt x="4" y="387"/>
                    <a:pt x="1" y="392"/>
                  </a:cubicBezTo>
                  <a:cubicBezTo>
                    <a:pt x="0" y="398"/>
                    <a:pt x="1" y="404"/>
                    <a:pt x="5" y="409"/>
                  </a:cubicBezTo>
                  <a:lnTo>
                    <a:pt x="330" y="703"/>
                  </a:lnTo>
                  <a:close/>
                  <a:moveTo>
                    <a:pt x="132" y="411"/>
                  </a:moveTo>
                  <a:lnTo>
                    <a:pt x="132" y="411"/>
                  </a:lnTo>
                  <a:cubicBezTo>
                    <a:pt x="136" y="411"/>
                    <a:pt x="140" y="410"/>
                    <a:pt x="143" y="407"/>
                  </a:cubicBezTo>
                  <a:cubicBezTo>
                    <a:pt x="146" y="404"/>
                    <a:pt x="147" y="402"/>
                    <a:pt x="147" y="398"/>
                  </a:cubicBezTo>
                  <a:cubicBezTo>
                    <a:pt x="147" y="44"/>
                    <a:pt x="147" y="44"/>
                    <a:pt x="147" y="44"/>
                  </a:cubicBezTo>
                  <a:cubicBezTo>
                    <a:pt x="147" y="36"/>
                    <a:pt x="154" y="29"/>
                    <a:pt x="163" y="29"/>
                  </a:cubicBezTo>
                  <a:cubicBezTo>
                    <a:pt x="516" y="29"/>
                    <a:pt x="516" y="29"/>
                    <a:pt x="516" y="29"/>
                  </a:cubicBezTo>
                  <a:cubicBezTo>
                    <a:pt x="524" y="29"/>
                    <a:pt x="530" y="36"/>
                    <a:pt x="530" y="44"/>
                  </a:cubicBezTo>
                  <a:cubicBezTo>
                    <a:pt x="530" y="398"/>
                    <a:pt x="530" y="398"/>
                    <a:pt x="530" y="398"/>
                  </a:cubicBezTo>
                  <a:cubicBezTo>
                    <a:pt x="530" y="402"/>
                    <a:pt x="533" y="404"/>
                    <a:pt x="536" y="407"/>
                  </a:cubicBezTo>
                  <a:cubicBezTo>
                    <a:pt x="538" y="410"/>
                    <a:pt x="541" y="411"/>
                    <a:pt x="545" y="411"/>
                  </a:cubicBezTo>
                  <a:cubicBezTo>
                    <a:pt x="625" y="411"/>
                    <a:pt x="625" y="411"/>
                    <a:pt x="625" y="411"/>
                  </a:cubicBezTo>
                  <a:cubicBezTo>
                    <a:pt x="339" y="672"/>
                    <a:pt x="339" y="672"/>
                    <a:pt x="339" y="672"/>
                  </a:cubicBezTo>
                  <a:cubicBezTo>
                    <a:pt x="54" y="411"/>
                    <a:pt x="54" y="411"/>
                    <a:pt x="54" y="411"/>
                  </a:cubicBezTo>
                  <a:lnTo>
                    <a:pt x="132"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3" name="Freeform 61">
              <a:extLst>
                <a:ext uri="{FF2B5EF4-FFF2-40B4-BE49-F238E27FC236}">
                  <a16:creationId xmlns:a16="http://schemas.microsoft.com/office/drawing/2014/main" id="{A682F43C-8C4F-3737-BA99-899A012FFA09}"/>
                </a:ext>
              </a:extLst>
            </p:cNvPr>
            <p:cNvSpPr>
              <a:spLocks noChangeArrowheads="1"/>
            </p:cNvSpPr>
            <p:nvPr/>
          </p:nvSpPr>
          <p:spPr bwMode="auto">
            <a:xfrm>
              <a:off x="3738563" y="1731963"/>
              <a:ext cx="42862" cy="42862"/>
            </a:xfrm>
            <a:custGeom>
              <a:avLst/>
              <a:gdLst>
                <a:gd name="T0" fmla="*/ 117 w 118"/>
                <a:gd name="T1" fmla="*/ 59 h 120"/>
                <a:gd name="T2" fmla="*/ 117 w 118"/>
                <a:gd name="T3" fmla="*/ 59 h 120"/>
                <a:gd name="T4" fmla="*/ 59 w 118"/>
                <a:gd name="T5" fmla="*/ 0 h 120"/>
                <a:gd name="T6" fmla="*/ 0 w 118"/>
                <a:gd name="T7" fmla="*/ 59 h 120"/>
                <a:gd name="T8" fmla="*/ 59 w 118"/>
                <a:gd name="T9" fmla="*/ 119 h 120"/>
                <a:gd name="T10" fmla="*/ 117 w 118"/>
                <a:gd name="T11" fmla="*/ 59 h 120"/>
                <a:gd name="T12" fmla="*/ 29 w 118"/>
                <a:gd name="T13" fmla="*/ 59 h 120"/>
                <a:gd name="T14" fmla="*/ 29 w 118"/>
                <a:gd name="T15" fmla="*/ 59 h 120"/>
                <a:gd name="T16" fmla="*/ 59 w 118"/>
                <a:gd name="T17" fmla="*/ 30 h 120"/>
                <a:gd name="T18" fmla="*/ 88 w 118"/>
                <a:gd name="T19" fmla="*/ 59 h 120"/>
                <a:gd name="T20" fmla="*/ 59 w 118"/>
                <a:gd name="T21" fmla="*/ 88 h 120"/>
                <a:gd name="T22" fmla="*/ 29 w 118"/>
                <a:gd name="T23" fmla="*/ 5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20">
                  <a:moveTo>
                    <a:pt x="117" y="59"/>
                  </a:moveTo>
                  <a:lnTo>
                    <a:pt x="117" y="59"/>
                  </a:lnTo>
                  <a:cubicBezTo>
                    <a:pt x="117" y="26"/>
                    <a:pt x="91" y="0"/>
                    <a:pt x="59" y="0"/>
                  </a:cubicBezTo>
                  <a:cubicBezTo>
                    <a:pt x="26" y="0"/>
                    <a:pt x="0" y="26"/>
                    <a:pt x="0" y="59"/>
                  </a:cubicBezTo>
                  <a:cubicBezTo>
                    <a:pt x="0" y="93"/>
                    <a:pt x="26" y="119"/>
                    <a:pt x="59" y="119"/>
                  </a:cubicBezTo>
                  <a:cubicBezTo>
                    <a:pt x="91" y="119"/>
                    <a:pt x="117" y="93"/>
                    <a:pt x="117" y="59"/>
                  </a:cubicBezTo>
                  <a:close/>
                  <a:moveTo>
                    <a:pt x="29" y="59"/>
                  </a:moveTo>
                  <a:lnTo>
                    <a:pt x="29" y="59"/>
                  </a:lnTo>
                  <a:cubicBezTo>
                    <a:pt x="29" y="43"/>
                    <a:pt x="42" y="30"/>
                    <a:pt x="59" y="30"/>
                  </a:cubicBezTo>
                  <a:cubicBezTo>
                    <a:pt x="76" y="30"/>
                    <a:pt x="88" y="43"/>
                    <a:pt x="88" y="59"/>
                  </a:cubicBezTo>
                  <a:cubicBezTo>
                    <a:pt x="88" y="76"/>
                    <a:pt x="76" y="88"/>
                    <a:pt x="59" y="88"/>
                  </a:cubicBezTo>
                  <a:cubicBezTo>
                    <a:pt x="42" y="88"/>
                    <a:pt x="29" y="76"/>
                    <a:pt x="2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4" name="Freeform 62">
              <a:extLst>
                <a:ext uri="{FF2B5EF4-FFF2-40B4-BE49-F238E27FC236}">
                  <a16:creationId xmlns:a16="http://schemas.microsoft.com/office/drawing/2014/main" id="{1B27476A-CBAE-DE5F-00CF-DC925D824FAB}"/>
                </a:ext>
              </a:extLst>
            </p:cNvPr>
            <p:cNvSpPr>
              <a:spLocks noChangeArrowheads="1"/>
            </p:cNvSpPr>
            <p:nvPr/>
          </p:nvSpPr>
          <p:spPr bwMode="auto">
            <a:xfrm>
              <a:off x="3808413" y="1792288"/>
              <a:ext cx="42862" cy="42862"/>
            </a:xfrm>
            <a:custGeom>
              <a:avLst/>
              <a:gdLst>
                <a:gd name="T0" fmla="*/ 0 w 118"/>
                <a:gd name="T1" fmla="*/ 60 h 119"/>
                <a:gd name="T2" fmla="*/ 0 w 118"/>
                <a:gd name="T3" fmla="*/ 60 h 119"/>
                <a:gd name="T4" fmla="*/ 58 w 118"/>
                <a:gd name="T5" fmla="*/ 118 h 119"/>
                <a:gd name="T6" fmla="*/ 117 w 118"/>
                <a:gd name="T7" fmla="*/ 60 h 119"/>
                <a:gd name="T8" fmla="*/ 58 w 118"/>
                <a:gd name="T9" fmla="*/ 0 h 119"/>
                <a:gd name="T10" fmla="*/ 0 w 118"/>
                <a:gd name="T11" fmla="*/ 60 h 119"/>
                <a:gd name="T12" fmla="*/ 88 w 118"/>
                <a:gd name="T13" fmla="*/ 60 h 119"/>
                <a:gd name="T14" fmla="*/ 88 w 118"/>
                <a:gd name="T15" fmla="*/ 60 h 119"/>
                <a:gd name="T16" fmla="*/ 58 w 118"/>
                <a:gd name="T17" fmla="*/ 89 h 119"/>
                <a:gd name="T18" fmla="*/ 29 w 118"/>
                <a:gd name="T19" fmla="*/ 60 h 119"/>
                <a:gd name="T20" fmla="*/ 58 w 118"/>
                <a:gd name="T21" fmla="*/ 29 h 119"/>
                <a:gd name="T22" fmla="*/ 88 w 118"/>
                <a:gd name="T23" fmla="*/ 60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0" y="60"/>
                  </a:moveTo>
                  <a:lnTo>
                    <a:pt x="0" y="60"/>
                  </a:lnTo>
                  <a:cubicBezTo>
                    <a:pt x="0" y="92"/>
                    <a:pt x="26" y="118"/>
                    <a:pt x="58" y="118"/>
                  </a:cubicBezTo>
                  <a:cubicBezTo>
                    <a:pt x="91" y="118"/>
                    <a:pt x="117" y="92"/>
                    <a:pt x="117" y="60"/>
                  </a:cubicBezTo>
                  <a:cubicBezTo>
                    <a:pt x="117" y="27"/>
                    <a:pt x="91" y="0"/>
                    <a:pt x="58" y="0"/>
                  </a:cubicBezTo>
                  <a:cubicBezTo>
                    <a:pt x="26" y="0"/>
                    <a:pt x="0" y="27"/>
                    <a:pt x="0" y="60"/>
                  </a:cubicBezTo>
                  <a:close/>
                  <a:moveTo>
                    <a:pt x="88" y="60"/>
                  </a:moveTo>
                  <a:lnTo>
                    <a:pt x="88" y="60"/>
                  </a:lnTo>
                  <a:cubicBezTo>
                    <a:pt x="88" y="75"/>
                    <a:pt x="74" y="89"/>
                    <a:pt x="58" y="89"/>
                  </a:cubicBezTo>
                  <a:cubicBezTo>
                    <a:pt x="42" y="89"/>
                    <a:pt x="29" y="75"/>
                    <a:pt x="29" y="60"/>
                  </a:cubicBezTo>
                  <a:cubicBezTo>
                    <a:pt x="29" y="43"/>
                    <a:pt x="42" y="29"/>
                    <a:pt x="58" y="29"/>
                  </a:cubicBezTo>
                  <a:cubicBezTo>
                    <a:pt x="74" y="29"/>
                    <a:pt x="88" y="43"/>
                    <a:pt x="88"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5" name="Freeform 63">
              <a:extLst>
                <a:ext uri="{FF2B5EF4-FFF2-40B4-BE49-F238E27FC236}">
                  <a16:creationId xmlns:a16="http://schemas.microsoft.com/office/drawing/2014/main" id="{B286C76C-2BCD-D9C5-E637-9113C6E58C2E}"/>
                </a:ext>
              </a:extLst>
            </p:cNvPr>
            <p:cNvSpPr>
              <a:spLocks noChangeArrowheads="1"/>
            </p:cNvSpPr>
            <p:nvPr/>
          </p:nvSpPr>
          <p:spPr bwMode="auto">
            <a:xfrm>
              <a:off x="3754438" y="1725613"/>
              <a:ext cx="85725" cy="107950"/>
            </a:xfrm>
            <a:custGeom>
              <a:avLst/>
              <a:gdLst>
                <a:gd name="T0" fmla="*/ 232 w 240"/>
                <a:gd name="T1" fmla="*/ 6 h 300"/>
                <a:gd name="T2" fmla="*/ 232 w 240"/>
                <a:gd name="T3" fmla="*/ 6 h 300"/>
                <a:gd name="T4" fmla="*/ 212 w 240"/>
                <a:gd name="T5" fmla="*/ 9 h 300"/>
                <a:gd name="T6" fmla="*/ 5 w 240"/>
                <a:gd name="T7" fmla="*/ 274 h 300"/>
                <a:gd name="T8" fmla="*/ 7 w 240"/>
                <a:gd name="T9" fmla="*/ 295 h 300"/>
                <a:gd name="T10" fmla="*/ 28 w 240"/>
                <a:gd name="T11" fmla="*/ 292 h 300"/>
                <a:gd name="T12" fmla="*/ 235 w 240"/>
                <a:gd name="T13" fmla="*/ 27 h 300"/>
                <a:gd name="T14" fmla="*/ 232 w 240"/>
                <a:gd name="T15" fmla="*/ 6 h 3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00">
                  <a:moveTo>
                    <a:pt x="232" y="6"/>
                  </a:moveTo>
                  <a:lnTo>
                    <a:pt x="232" y="6"/>
                  </a:lnTo>
                  <a:cubicBezTo>
                    <a:pt x="226" y="0"/>
                    <a:pt x="216" y="2"/>
                    <a:pt x="212" y="9"/>
                  </a:cubicBezTo>
                  <a:cubicBezTo>
                    <a:pt x="5" y="274"/>
                    <a:pt x="5" y="274"/>
                    <a:pt x="5" y="274"/>
                  </a:cubicBezTo>
                  <a:cubicBezTo>
                    <a:pt x="0" y="281"/>
                    <a:pt x="2" y="289"/>
                    <a:pt x="7" y="295"/>
                  </a:cubicBezTo>
                  <a:cubicBezTo>
                    <a:pt x="14" y="299"/>
                    <a:pt x="24" y="299"/>
                    <a:pt x="28" y="292"/>
                  </a:cubicBezTo>
                  <a:cubicBezTo>
                    <a:pt x="235" y="27"/>
                    <a:pt x="235" y="27"/>
                    <a:pt x="235" y="27"/>
                  </a:cubicBezTo>
                  <a:cubicBezTo>
                    <a:pt x="239" y="20"/>
                    <a:pt x="238" y="11"/>
                    <a:pt x="23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6" name="Group 78">
            <a:extLst>
              <a:ext uri="{FF2B5EF4-FFF2-40B4-BE49-F238E27FC236}">
                <a16:creationId xmlns:a16="http://schemas.microsoft.com/office/drawing/2014/main" id="{039AAE6D-9B44-BEBE-2761-B0ABC564D232}"/>
              </a:ext>
            </a:extLst>
          </p:cNvPr>
          <p:cNvGrpSpPr/>
          <p:nvPr/>
        </p:nvGrpSpPr>
        <p:grpSpPr>
          <a:xfrm>
            <a:off x="5790133" y="2885703"/>
            <a:ext cx="225425" cy="250825"/>
            <a:chOff x="4633913" y="3159125"/>
            <a:chExt cx="225425" cy="250825"/>
          </a:xfrm>
          <a:solidFill>
            <a:schemeClr val="accent4"/>
          </a:solidFill>
        </p:grpSpPr>
        <p:sp>
          <p:nvSpPr>
            <p:cNvPr id="77" name="Freeform 64">
              <a:extLst>
                <a:ext uri="{FF2B5EF4-FFF2-40B4-BE49-F238E27FC236}">
                  <a16:creationId xmlns:a16="http://schemas.microsoft.com/office/drawing/2014/main" id="{3E2D2C8E-ADE1-7256-3DB3-C3CFBFC71BCA}"/>
                </a:ext>
              </a:extLst>
            </p:cNvPr>
            <p:cNvSpPr>
              <a:spLocks noChangeArrowheads="1"/>
            </p:cNvSpPr>
            <p:nvPr/>
          </p:nvSpPr>
          <p:spPr bwMode="auto">
            <a:xfrm>
              <a:off x="4633913" y="3159125"/>
              <a:ext cx="225425" cy="250825"/>
            </a:xfrm>
            <a:custGeom>
              <a:avLst/>
              <a:gdLst>
                <a:gd name="T0" fmla="*/ 621 w 624"/>
                <a:gd name="T1" fmla="*/ 337 h 696"/>
                <a:gd name="T2" fmla="*/ 621 w 624"/>
                <a:gd name="T3" fmla="*/ 337 h 696"/>
                <a:gd name="T4" fmla="*/ 603 w 624"/>
                <a:gd name="T5" fmla="*/ 133 h 696"/>
                <a:gd name="T6" fmla="*/ 592 w 624"/>
                <a:gd name="T7" fmla="*/ 106 h 696"/>
                <a:gd name="T8" fmla="*/ 592 w 624"/>
                <a:gd name="T9" fmla="*/ 102 h 696"/>
                <a:gd name="T10" fmla="*/ 570 w 624"/>
                <a:gd name="T11" fmla="*/ 32 h 696"/>
                <a:gd name="T12" fmla="*/ 512 w 624"/>
                <a:gd name="T13" fmla="*/ 0 h 696"/>
                <a:gd name="T14" fmla="*/ 453 w 624"/>
                <a:gd name="T15" fmla="*/ 32 h 696"/>
                <a:gd name="T16" fmla="*/ 433 w 624"/>
                <a:gd name="T17" fmla="*/ 80 h 696"/>
                <a:gd name="T18" fmla="*/ 359 w 624"/>
                <a:gd name="T19" fmla="*/ 73 h 696"/>
                <a:gd name="T20" fmla="*/ 346 w 624"/>
                <a:gd name="T21" fmla="*/ 79 h 696"/>
                <a:gd name="T22" fmla="*/ 14 w 624"/>
                <a:gd name="T23" fmla="*/ 412 h 696"/>
                <a:gd name="T24" fmla="*/ 0 w 624"/>
                <a:gd name="T25" fmla="*/ 442 h 696"/>
                <a:gd name="T26" fmla="*/ 14 w 624"/>
                <a:gd name="T27" fmla="*/ 474 h 696"/>
                <a:gd name="T28" fmla="*/ 222 w 624"/>
                <a:gd name="T29" fmla="*/ 682 h 696"/>
                <a:gd name="T30" fmla="*/ 222 w 624"/>
                <a:gd name="T31" fmla="*/ 682 h 696"/>
                <a:gd name="T32" fmla="*/ 253 w 624"/>
                <a:gd name="T33" fmla="*/ 695 h 696"/>
                <a:gd name="T34" fmla="*/ 284 w 624"/>
                <a:gd name="T35" fmla="*/ 682 h 696"/>
                <a:gd name="T36" fmla="*/ 617 w 624"/>
                <a:gd name="T37" fmla="*/ 349 h 696"/>
                <a:gd name="T38" fmla="*/ 621 w 624"/>
                <a:gd name="T39" fmla="*/ 337 h 696"/>
                <a:gd name="T40" fmla="*/ 476 w 624"/>
                <a:gd name="T41" fmla="*/ 50 h 696"/>
                <a:gd name="T42" fmla="*/ 476 w 624"/>
                <a:gd name="T43" fmla="*/ 50 h 696"/>
                <a:gd name="T44" fmla="*/ 512 w 624"/>
                <a:gd name="T45" fmla="*/ 29 h 696"/>
                <a:gd name="T46" fmla="*/ 547 w 624"/>
                <a:gd name="T47" fmla="*/ 50 h 696"/>
                <a:gd name="T48" fmla="*/ 563 w 624"/>
                <a:gd name="T49" fmla="*/ 92 h 696"/>
                <a:gd name="T50" fmla="*/ 462 w 624"/>
                <a:gd name="T51" fmla="*/ 83 h 696"/>
                <a:gd name="T52" fmla="*/ 476 w 624"/>
                <a:gd name="T53" fmla="*/ 50 h 696"/>
                <a:gd name="T54" fmla="*/ 264 w 624"/>
                <a:gd name="T55" fmla="*/ 662 h 696"/>
                <a:gd name="T56" fmla="*/ 264 w 624"/>
                <a:gd name="T57" fmla="*/ 662 h 696"/>
                <a:gd name="T58" fmla="*/ 253 w 624"/>
                <a:gd name="T59" fmla="*/ 666 h 696"/>
                <a:gd name="T60" fmla="*/ 243 w 624"/>
                <a:gd name="T61" fmla="*/ 662 h 696"/>
                <a:gd name="T62" fmla="*/ 232 w 624"/>
                <a:gd name="T63" fmla="*/ 671 h 696"/>
                <a:gd name="T64" fmla="*/ 243 w 624"/>
                <a:gd name="T65" fmla="*/ 662 h 696"/>
                <a:gd name="T66" fmla="*/ 34 w 624"/>
                <a:gd name="T67" fmla="*/ 453 h 696"/>
                <a:gd name="T68" fmla="*/ 30 w 624"/>
                <a:gd name="T69" fmla="*/ 442 h 696"/>
                <a:gd name="T70" fmla="*/ 34 w 624"/>
                <a:gd name="T71" fmla="*/ 432 h 696"/>
                <a:gd name="T72" fmla="*/ 363 w 624"/>
                <a:gd name="T73" fmla="*/ 104 h 696"/>
                <a:gd name="T74" fmla="*/ 431 w 624"/>
                <a:gd name="T75" fmla="*/ 110 h 696"/>
                <a:gd name="T76" fmla="*/ 453 w 624"/>
                <a:gd name="T77" fmla="*/ 174 h 696"/>
                <a:gd name="T78" fmla="*/ 512 w 624"/>
                <a:gd name="T79" fmla="*/ 206 h 696"/>
                <a:gd name="T80" fmla="*/ 526 w 624"/>
                <a:gd name="T81" fmla="*/ 191 h 696"/>
                <a:gd name="T82" fmla="*/ 512 w 624"/>
                <a:gd name="T83" fmla="*/ 177 h 696"/>
                <a:gd name="T84" fmla="*/ 512 w 624"/>
                <a:gd name="T85" fmla="*/ 177 h 696"/>
                <a:gd name="T86" fmla="*/ 476 w 624"/>
                <a:gd name="T87" fmla="*/ 156 h 696"/>
                <a:gd name="T88" fmla="*/ 461 w 624"/>
                <a:gd name="T89" fmla="*/ 113 h 696"/>
                <a:gd name="T90" fmla="*/ 561 w 624"/>
                <a:gd name="T91" fmla="*/ 121 h 696"/>
                <a:gd name="T92" fmla="*/ 574 w 624"/>
                <a:gd name="T93" fmla="*/ 135 h 696"/>
                <a:gd name="T94" fmla="*/ 592 w 624"/>
                <a:gd name="T95" fmla="*/ 333 h 696"/>
                <a:gd name="T96" fmla="*/ 264 w 624"/>
                <a:gd name="T97" fmla="*/ 662 h 6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24" h="696">
                  <a:moveTo>
                    <a:pt x="621" y="337"/>
                  </a:moveTo>
                  <a:lnTo>
                    <a:pt x="621" y="337"/>
                  </a:lnTo>
                  <a:cubicBezTo>
                    <a:pt x="603" y="133"/>
                    <a:pt x="603" y="133"/>
                    <a:pt x="603" y="133"/>
                  </a:cubicBezTo>
                  <a:cubicBezTo>
                    <a:pt x="602" y="123"/>
                    <a:pt x="598" y="113"/>
                    <a:pt x="592" y="106"/>
                  </a:cubicBezTo>
                  <a:cubicBezTo>
                    <a:pt x="592" y="105"/>
                    <a:pt x="592" y="104"/>
                    <a:pt x="592" y="102"/>
                  </a:cubicBezTo>
                  <a:cubicBezTo>
                    <a:pt x="592" y="76"/>
                    <a:pt x="584" y="50"/>
                    <a:pt x="570" y="32"/>
                  </a:cubicBezTo>
                  <a:cubicBezTo>
                    <a:pt x="556" y="12"/>
                    <a:pt x="536" y="0"/>
                    <a:pt x="512" y="0"/>
                  </a:cubicBezTo>
                  <a:cubicBezTo>
                    <a:pt x="487" y="0"/>
                    <a:pt x="467" y="12"/>
                    <a:pt x="453" y="32"/>
                  </a:cubicBezTo>
                  <a:cubicBezTo>
                    <a:pt x="443" y="45"/>
                    <a:pt x="436" y="62"/>
                    <a:pt x="433" y="80"/>
                  </a:cubicBezTo>
                  <a:cubicBezTo>
                    <a:pt x="359" y="73"/>
                    <a:pt x="359" y="73"/>
                    <a:pt x="359" y="73"/>
                  </a:cubicBezTo>
                  <a:cubicBezTo>
                    <a:pt x="355" y="73"/>
                    <a:pt x="349" y="75"/>
                    <a:pt x="346" y="79"/>
                  </a:cubicBezTo>
                  <a:cubicBezTo>
                    <a:pt x="14" y="412"/>
                    <a:pt x="14" y="412"/>
                    <a:pt x="14" y="412"/>
                  </a:cubicBezTo>
                  <a:cubicBezTo>
                    <a:pt x="5" y="420"/>
                    <a:pt x="0" y="431"/>
                    <a:pt x="0" y="442"/>
                  </a:cubicBezTo>
                  <a:cubicBezTo>
                    <a:pt x="0" y="454"/>
                    <a:pt x="5" y="465"/>
                    <a:pt x="14" y="474"/>
                  </a:cubicBezTo>
                  <a:cubicBezTo>
                    <a:pt x="222" y="682"/>
                    <a:pt x="222" y="682"/>
                    <a:pt x="222" y="682"/>
                  </a:cubicBezTo>
                  <a:lnTo>
                    <a:pt x="222" y="682"/>
                  </a:lnTo>
                  <a:cubicBezTo>
                    <a:pt x="230" y="691"/>
                    <a:pt x="241" y="695"/>
                    <a:pt x="253" y="695"/>
                  </a:cubicBezTo>
                  <a:cubicBezTo>
                    <a:pt x="264" y="695"/>
                    <a:pt x="276" y="691"/>
                    <a:pt x="284" y="682"/>
                  </a:cubicBezTo>
                  <a:cubicBezTo>
                    <a:pt x="617" y="349"/>
                    <a:pt x="617" y="349"/>
                    <a:pt x="617" y="349"/>
                  </a:cubicBezTo>
                  <a:cubicBezTo>
                    <a:pt x="621" y="345"/>
                    <a:pt x="623" y="341"/>
                    <a:pt x="621" y="337"/>
                  </a:cubicBezTo>
                  <a:close/>
                  <a:moveTo>
                    <a:pt x="476" y="50"/>
                  </a:moveTo>
                  <a:lnTo>
                    <a:pt x="476" y="50"/>
                  </a:lnTo>
                  <a:cubicBezTo>
                    <a:pt x="487" y="36"/>
                    <a:pt x="500" y="29"/>
                    <a:pt x="512" y="29"/>
                  </a:cubicBezTo>
                  <a:cubicBezTo>
                    <a:pt x="525" y="29"/>
                    <a:pt x="537" y="36"/>
                    <a:pt x="547" y="50"/>
                  </a:cubicBezTo>
                  <a:cubicBezTo>
                    <a:pt x="555" y="59"/>
                    <a:pt x="561" y="75"/>
                    <a:pt x="563" y="92"/>
                  </a:cubicBezTo>
                  <a:cubicBezTo>
                    <a:pt x="462" y="83"/>
                    <a:pt x="462" y="83"/>
                    <a:pt x="462" y="83"/>
                  </a:cubicBezTo>
                  <a:cubicBezTo>
                    <a:pt x="465" y="70"/>
                    <a:pt x="469" y="58"/>
                    <a:pt x="476" y="50"/>
                  </a:cubicBezTo>
                  <a:close/>
                  <a:moveTo>
                    <a:pt x="264" y="662"/>
                  </a:moveTo>
                  <a:lnTo>
                    <a:pt x="264" y="662"/>
                  </a:lnTo>
                  <a:cubicBezTo>
                    <a:pt x="261" y="664"/>
                    <a:pt x="257" y="666"/>
                    <a:pt x="253" y="666"/>
                  </a:cubicBezTo>
                  <a:cubicBezTo>
                    <a:pt x="250" y="666"/>
                    <a:pt x="246" y="664"/>
                    <a:pt x="243" y="662"/>
                  </a:cubicBezTo>
                  <a:cubicBezTo>
                    <a:pt x="232" y="671"/>
                    <a:pt x="232" y="671"/>
                    <a:pt x="232" y="671"/>
                  </a:cubicBezTo>
                  <a:cubicBezTo>
                    <a:pt x="243" y="662"/>
                    <a:pt x="243" y="662"/>
                    <a:pt x="243" y="662"/>
                  </a:cubicBezTo>
                  <a:cubicBezTo>
                    <a:pt x="34" y="453"/>
                    <a:pt x="34" y="453"/>
                    <a:pt x="34" y="453"/>
                  </a:cubicBezTo>
                  <a:cubicBezTo>
                    <a:pt x="32" y="450"/>
                    <a:pt x="30" y="446"/>
                    <a:pt x="30" y="442"/>
                  </a:cubicBezTo>
                  <a:cubicBezTo>
                    <a:pt x="30" y="439"/>
                    <a:pt x="32" y="435"/>
                    <a:pt x="34" y="432"/>
                  </a:cubicBezTo>
                  <a:cubicBezTo>
                    <a:pt x="363" y="104"/>
                    <a:pt x="363" y="104"/>
                    <a:pt x="363" y="104"/>
                  </a:cubicBezTo>
                  <a:cubicBezTo>
                    <a:pt x="431" y="110"/>
                    <a:pt x="431" y="110"/>
                    <a:pt x="431" y="110"/>
                  </a:cubicBezTo>
                  <a:cubicBezTo>
                    <a:pt x="432" y="134"/>
                    <a:pt x="440" y="157"/>
                    <a:pt x="453" y="174"/>
                  </a:cubicBezTo>
                  <a:cubicBezTo>
                    <a:pt x="467" y="193"/>
                    <a:pt x="489" y="206"/>
                    <a:pt x="512" y="206"/>
                  </a:cubicBezTo>
                  <a:cubicBezTo>
                    <a:pt x="521" y="206"/>
                    <a:pt x="526" y="199"/>
                    <a:pt x="526" y="191"/>
                  </a:cubicBezTo>
                  <a:cubicBezTo>
                    <a:pt x="526" y="184"/>
                    <a:pt x="521" y="177"/>
                    <a:pt x="512" y="177"/>
                  </a:cubicBezTo>
                  <a:lnTo>
                    <a:pt x="512" y="177"/>
                  </a:lnTo>
                  <a:cubicBezTo>
                    <a:pt x="500" y="177"/>
                    <a:pt x="487" y="170"/>
                    <a:pt x="476" y="156"/>
                  </a:cubicBezTo>
                  <a:cubicBezTo>
                    <a:pt x="468" y="145"/>
                    <a:pt x="462" y="130"/>
                    <a:pt x="461" y="113"/>
                  </a:cubicBezTo>
                  <a:cubicBezTo>
                    <a:pt x="561" y="121"/>
                    <a:pt x="561" y="121"/>
                    <a:pt x="561" y="121"/>
                  </a:cubicBezTo>
                  <a:cubicBezTo>
                    <a:pt x="567" y="123"/>
                    <a:pt x="573" y="128"/>
                    <a:pt x="574" y="135"/>
                  </a:cubicBezTo>
                  <a:cubicBezTo>
                    <a:pt x="592" y="333"/>
                    <a:pt x="592" y="333"/>
                    <a:pt x="592" y="333"/>
                  </a:cubicBezTo>
                  <a:lnTo>
                    <a:pt x="264" y="6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8" name="Freeform 65">
              <a:extLst>
                <a:ext uri="{FF2B5EF4-FFF2-40B4-BE49-F238E27FC236}">
                  <a16:creationId xmlns:a16="http://schemas.microsoft.com/office/drawing/2014/main" id="{18B9EB2B-A748-9E63-29D1-44E4341BA275}"/>
                </a:ext>
              </a:extLst>
            </p:cNvPr>
            <p:cNvSpPr>
              <a:spLocks noChangeArrowheads="1"/>
            </p:cNvSpPr>
            <p:nvPr/>
          </p:nvSpPr>
          <p:spPr bwMode="auto">
            <a:xfrm>
              <a:off x="4687888" y="3244850"/>
              <a:ext cx="79375" cy="79375"/>
            </a:xfrm>
            <a:custGeom>
              <a:avLst/>
              <a:gdLst>
                <a:gd name="T0" fmla="*/ 214 w 221"/>
                <a:gd name="T1" fmla="*/ 5 h 220"/>
                <a:gd name="T2" fmla="*/ 214 w 221"/>
                <a:gd name="T3" fmla="*/ 5 h 220"/>
                <a:gd name="T4" fmla="*/ 193 w 221"/>
                <a:gd name="T5" fmla="*/ 5 h 220"/>
                <a:gd name="T6" fmla="*/ 6 w 221"/>
                <a:gd name="T7" fmla="*/ 193 h 220"/>
                <a:gd name="T8" fmla="*/ 6 w 221"/>
                <a:gd name="T9" fmla="*/ 214 h 220"/>
                <a:gd name="T10" fmla="*/ 28 w 221"/>
                <a:gd name="T11" fmla="*/ 214 h 220"/>
                <a:gd name="T12" fmla="*/ 214 w 221"/>
                <a:gd name="T13" fmla="*/ 26 h 220"/>
                <a:gd name="T14" fmla="*/ 214 w 221"/>
                <a:gd name="T15" fmla="*/ 5 h 22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0">
                  <a:moveTo>
                    <a:pt x="214" y="5"/>
                  </a:moveTo>
                  <a:lnTo>
                    <a:pt x="214" y="5"/>
                  </a:lnTo>
                  <a:cubicBezTo>
                    <a:pt x="209" y="0"/>
                    <a:pt x="199" y="0"/>
                    <a:pt x="193" y="5"/>
                  </a:cubicBezTo>
                  <a:cubicBezTo>
                    <a:pt x="6" y="193"/>
                    <a:pt x="6" y="193"/>
                    <a:pt x="6" y="193"/>
                  </a:cubicBezTo>
                  <a:cubicBezTo>
                    <a:pt x="0" y="199"/>
                    <a:pt x="0" y="208"/>
                    <a:pt x="6" y="214"/>
                  </a:cubicBezTo>
                  <a:cubicBezTo>
                    <a:pt x="13" y="219"/>
                    <a:pt x="21" y="219"/>
                    <a:pt x="28" y="214"/>
                  </a:cubicBezTo>
                  <a:cubicBezTo>
                    <a:pt x="214" y="26"/>
                    <a:pt x="214" y="26"/>
                    <a:pt x="214" y="26"/>
                  </a:cubicBezTo>
                  <a:cubicBezTo>
                    <a:pt x="220" y="21"/>
                    <a:pt x="220" y="11"/>
                    <a:pt x="21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9" name="Freeform 66">
              <a:extLst>
                <a:ext uri="{FF2B5EF4-FFF2-40B4-BE49-F238E27FC236}">
                  <a16:creationId xmlns:a16="http://schemas.microsoft.com/office/drawing/2014/main" id="{2625A209-6E30-45BB-47E5-F2E1199E91D4}"/>
                </a:ext>
              </a:extLst>
            </p:cNvPr>
            <p:cNvSpPr>
              <a:spLocks noChangeArrowheads="1"/>
            </p:cNvSpPr>
            <p:nvPr/>
          </p:nvSpPr>
          <p:spPr bwMode="auto">
            <a:xfrm>
              <a:off x="4719638" y="3275013"/>
              <a:ext cx="79375" cy="79375"/>
            </a:xfrm>
            <a:custGeom>
              <a:avLst/>
              <a:gdLst>
                <a:gd name="T0" fmla="*/ 194 w 221"/>
                <a:gd name="T1" fmla="*/ 7 h 222"/>
                <a:gd name="T2" fmla="*/ 194 w 221"/>
                <a:gd name="T3" fmla="*/ 7 h 222"/>
                <a:gd name="T4" fmla="*/ 6 w 221"/>
                <a:gd name="T5" fmla="*/ 193 h 222"/>
                <a:gd name="T6" fmla="*/ 6 w 221"/>
                <a:gd name="T7" fmla="*/ 214 h 222"/>
                <a:gd name="T8" fmla="*/ 27 w 221"/>
                <a:gd name="T9" fmla="*/ 214 h 222"/>
                <a:gd name="T10" fmla="*/ 214 w 221"/>
                <a:gd name="T11" fmla="*/ 27 h 222"/>
                <a:gd name="T12" fmla="*/ 214 w 221"/>
                <a:gd name="T13" fmla="*/ 7 h 222"/>
                <a:gd name="T14" fmla="*/ 194 w 221"/>
                <a:gd name="T15" fmla="*/ 7 h 22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21" h="222">
                  <a:moveTo>
                    <a:pt x="194" y="7"/>
                  </a:moveTo>
                  <a:lnTo>
                    <a:pt x="194" y="7"/>
                  </a:lnTo>
                  <a:cubicBezTo>
                    <a:pt x="6" y="193"/>
                    <a:pt x="6" y="193"/>
                    <a:pt x="6" y="193"/>
                  </a:cubicBezTo>
                  <a:cubicBezTo>
                    <a:pt x="0" y="199"/>
                    <a:pt x="0" y="208"/>
                    <a:pt x="6" y="214"/>
                  </a:cubicBezTo>
                  <a:cubicBezTo>
                    <a:pt x="11" y="221"/>
                    <a:pt x="21" y="221"/>
                    <a:pt x="27" y="214"/>
                  </a:cubicBezTo>
                  <a:cubicBezTo>
                    <a:pt x="214" y="27"/>
                    <a:pt x="214" y="27"/>
                    <a:pt x="214" y="27"/>
                  </a:cubicBezTo>
                  <a:cubicBezTo>
                    <a:pt x="220" y="20"/>
                    <a:pt x="220" y="12"/>
                    <a:pt x="214" y="7"/>
                  </a:cubicBezTo>
                  <a:cubicBezTo>
                    <a:pt x="208" y="0"/>
                    <a:pt x="199" y="0"/>
                    <a:pt x="194"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80" name="Group 82">
            <a:extLst>
              <a:ext uri="{FF2B5EF4-FFF2-40B4-BE49-F238E27FC236}">
                <a16:creationId xmlns:a16="http://schemas.microsoft.com/office/drawing/2014/main" id="{D9A26CA6-C7E5-5943-81E0-36251E07B982}"/>
              </a:ext>
            </a:extLst>
          </p:cNvPr>
          <p:cNvGrpSpPr/>
          <p:nvPr/>
        </p:nvGrpSpPr>
        <p:grpSpPr>
          <a:xfrm>
            <a:off x="1635645" y="3791372"/>
            <a:ext cx="1895475" cy="138113"/>
            <a:chOff x="479425" y="4111625"/>
            <a:chExt cx="1895475" cy="138113"/>
          </a:xfrm>
          <a:solidFill>
            <a:schemeClr val="accent4"/>
          </a:solidFill>
        </p:grpSpPr>
        <p:sp>
          <p:nvSpPr>
            <p:cNvPr id="81" name="Freeform 67">
              <a:extLst>
                <a:ext uri="{FF2B5EF4-FFF2-40B4-BE49-F238E27FC236}">
                  <a16:creationId xmlns:a16="http://schemas.microsoft.com/office/drawing/2014/main" id="{516F71B0-F051-F7DC-BFB2-13CC7F23A536}"/>
                </a:ext>
              </a:extLst>
            </p:cNvPr>
            <p:cNvSpPr>
              <a:spLocks noChangeArrowheads="1"/>
            </p:cNvSpPr>
            <p:nvPr/>
          </p:nvSpPr>
          <p:spPr bwMode="auto">
            <a:xfrm>
              <a:off x="47942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2" name="Freeform 68">
              <a:extLst>
                <a:ext uri="{FF2B5EF4-FFF2-40B4-BE49-F238E27FC236}">
                  <a16:creationId xmlns:a16="http://schemas.microsoft.com/office/drawing/2014/main" id="{40467CDE-0FCE-8A9D-2A71-751B24DF28A1}"/>
                </a:ext>
              </a:extLst>
            </p:cNvPr>
            <p:cNvSpPr>
              <a:spLocks noChangeArrowheads="1"/>
            </p:cNvSpPr>
            <p:nvPr/>
          </p:nvSpPr>
          <p:spPr bwMode="auto">
            <a:xfrm>
              <a:off x="527050" y="4113213"/>
              <a:ext cx="104775" cy="134937"/>
            </a:xfrm>
            <a:custGeom>
              <a:avLst/>
              <a:gdLst>
                <a:gd name="T0" fmla="*/ 290 w 291"/>
                <a:gd name="T1" fmla="*/ 372 h 373"/>
                <a:gd name="T2" fmla="*/ 290 w 291"/>
                <a:gd name="T3" fmla="*/ 372 h 373"/>
                <a:gd name="T4" fmla="*/ 290 w 291"/>
                <a:gd name="T5" fmla="*/ 0 h 373"/>
                <a:gd name="T6" fmla="*/ 256 w 291"/>
                <a:gd name="T7" fmla="*/ 0 h 373"/>
                <a:gd name="T8" fmla="*/ 256 w 291"/>
                <a:gd name="T9" fmla="*/ 276 h 373"/>
                <a:gd name="T10" fmla="*/ 256 w 291"/>
                <a:gd name="T11" fmla="*/ 300 h 373"/>
                <a:gd name="T12" fmla="*/ 258 w 291"/>
                <a:gd name="T13" fmla="*/ 319 h 373"/>
                <a:gd name="T14" fmla="*/ 257 w 291"/>
                <a:gd name="T15" fmla="*/ 319 h 373"/>
                <a:gd name="T16" fmla="*/ 250 w 291"/>
                <a:gd name="T17" fmla="*/ 308 h 373"/>
                <a:gd name="T18" fmla="*/ 242 w 291"/>
                <a:gd name="T19" fmla="*/ 294 h 373"/>
                <a:gd name="T20" fmla="*/ 39 w 291"/>
                <a:gd name="T21" fmla="*/ 0 h 373"/>
                <a:gd name="T22" fmla="*/ 0 w 291"/>
                <a:gd name="T23" fmla="*/ 0 h 373"/>
                <a:gd name="T24" fmla="*/ 0 w 291"/>
                <a:gd name="T25" fmla="*/ 372 h 373"/>
                <a:gd name="T26" fmla="*/ 35 w 291"/>
                <a:gd name="T27" fmla="*/ 372 h 373"/>
                <a:gd name="T28" fmla="*/ 35 w 291"/>
                <a:gd name="T29" fmla="*/ 84 h 373"/>
                <a:gd name="T30" fmla="*/ 35 w 291"/>
                <a:gd name="T31" fmla="*/ 64 h 373"/>
                <a:gd name="T32" fmla="*/ 33 w 291"/>
                <a:gd name="T33" fmla="*/ 50 h 373"/>
                <a:gd name="T34" fmla="*/ 35 w 291"/>
                <a:gd name="T35" fmla="*/ 50 h 373"/>
                <a:gd name="T36" fmla="*/ 41 w 291"/>
                <a:gd name="T37" fmla="*/ 62 h 373"/>
                <a:gd name="T38" fmla="*/ 48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6" y="0"/>
                    <a:pt x="256" y="0"/>
                    <a:pt x="256" y="0"/>
                  </a:cubicBezTo>
                  <a:cubicBezTo>
                    <a:pt x="256" y="276"/>
                    <a:pt x="256" y="276"/>
                    <a:pt x="256" y="276"/>
                  </a:cubicBezTo>
                  <a:cubicBezTo>
                    <a:pt x="256" y="285"/>
                    <a:pt x="256" y="293"/>
                    <a:pt x="256" y="300"/>
                  </a:cubicBezTo>
                  <a:cubicBezTo>
                    <a:pt x="257" y="307"/>
                    <a:pt x="257" y="314"/>
                    <a:pt x="258" y="319"/>
                  </a:cubicBezTo>
                  <a:cubicBezTo>
                    <a:pt x="257" y="319"/>
                    <a:pt x="257" y="319"/>
                    <a:pt x="257" y="319"/>
                  </a:cubicBezTo>
                  <a:cubicBezTo>
                    <a:pt x="254" y="315"/>
                    <a:pt x="251" y="312"/>
                    <a:pt x="250" y="308"/>
                  </a:cubicBezTo>
                  <a:cubicBezTo>
                    <a:pt x="247" y="304"/>
                    <a:pt x="244" y="300"/>
                    <a:pt x="242" y="294"/>
                  </a:cubicBezTo>
                  <a:cubicBezTo>
                    <a:pt x="39" y="0"/>
                    <a:pt x="39" y="0"/>
                    <a:pt x="39" y="0"/>
                  </a:cubicBezTo>
                  <a:cubicBezTo>
                    <a:pt x="0" y="0"/>
                    <a:pt x="0" y="0"/>
                    <a:pt x="0" y="0"/>
                  </a:cubicBezTo>
                  <a:cubicBezTo>
                    <a:pt x="0" y="372"/>
                    <a:pt x="0" y="372"/>
                    <a:pt x="0" y="372"/>
                  </a:cubicBezTo>
                  <a:cubicBezTo>
                    <a:pt x="35" y="372"/>
                    <a:pt x="35" y="372"/>
                    <a:pt x="35" y="372"/>
                  </a:cubicBezTo>
                  <a:cubicBezTo>
                    <a:pt x="35" y="84"/>
                    <a:pt x="35" y="84"/>
                    <a:pt x="35" y="84"/>
                  </a:cubicBezTo>
                  <a:cubicBezTo>
                    <a:pt x="35" y="76"/>
                    <a:pt x="35" y="69"/>
                    <a:pt x="35" y="64"/>
                  </a:cubicBezTo>
                  <a:cubicBezTo>
                    <a:pt x="35" y="58"/>
                    <a:pt x="33" y="54"/>
                    <a:pt x="33" y="50"/>
                  </a:cubicBezTo>
                  <a:cubicBezTo>
                    <a:pt x="35" y="50"/>
                    <a:pt x="35" y="50"/>
                    <a:pt x="35" y="50"/>
                  </a:cubicBezTo>
                  <a:cubicBezTo>
                    <a:pt x="36" y="54"/>
                    <a:pt x="39" y="58"/>
                    <a:pt x="41" y="62"/>
                  </a:cubicBezTo>
                  <a:cubicBezTo>
                    <a:pt x="43" y="66"/>
                    <a:pt x="46" y="69"/>
                    <a:pt x="48"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3" name="Freeform 69">
              <a:extLst>
                <a:ext uri="{FF2B5EF4-FFF2-40B4-BE49-F238E27FC236}">
                  <a16:creationId xmlns:a16="http://schemas.microsoft.com/office/drawing/2014/main" id="{8A3C2674-5EE1-BF40-805B-77CAF345EF50}"/>
                </a:ext>
              </a:extLst>
            </p:cNvPr>
            <p:cNvSpPr>
              <a:spLocks noChangeArrowheads="1"/>
            </p:cNvSpPr>
            <p:nvPr/>
          </p:nvSpPr>
          <p:spPr bwMode="auto">
            <a:xfrm>
              <a:off x="652463" y="4113213"/>
              <a:ext cx="88900" cy="134937"/>
            </a:xfrm>
            <a:custGeom>
              <a:avLst/>
              <a:gdLst>
                <a:gd name="T0" fmla="*/ 0 w 249"/>
                <a:gd name="T1" fmla="*/ 32 h 373"/>
                <a:gd name="T2" fmla="*/ 108 w 249"/>
                <a:gd name="T3" fmla="*/ 32 h 373"/>
                <a:gd name="T4" fmla="*/ 108 w 249"/>
                <a:gd name="T5" fmla="*/ 372 h 373"/>
                <a:gd name="T6" fmla="*/ 142 w 249"/>
                <a:gd name="T7" fmla="*/ 372 h 373"/>
                <a:gd name="T8" fmla="*/ 142 w 249"/>
                <a:gd name="T9" fmla="*/ 32 h 373"/>
                <a:gd name="T10" fmla="*/ 248 w 249"/>
                <a:gd name="T11" fmla="*/ 32 h 373"/>
                <a:gd name="T12" fmla="*/ 248 w 249"/>
                <a:gd name="T13" fmla="*/ 0 h 373"/>
                <a:gd name="T14" fmla="*/ 0 w 249"/>
                <a:gd name="T15" fmla="*/ 0 h 373"/>
                <a:gd name="T16" fmla="*/ 0 w 249"/>
                <a:gd name="T17"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9" h="373">
                  <a:moveTo>
                    <a:pt x="0" y="32"/>
                  </a:moveTo>
                  <a:lnTo>
                    <a:pt x="108" y="32"/>
                  </a:lnTo>
                  <a:lnTo>
                    <a:pt x="108" y="372"/>
                  </a:lnTo>
                  <a:lnTo>
                    <a:pt x="142" y="372"/>
                  </a:lnTo>
                  <a:lnTo>
                    <a:pt x="142" y="32"/>
                  </a:lnTo>
                  <a:lnTo>
                    <a:pt x="248" y="32"/>
                  </a:lnTo>
                  <a:lnTo>
                    <a:pt x="248"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4" name="Freeform 70">
              <a:extLst>
                <a:ext uri="{FF2B5EF4-FFF2-40B4-BE49-F238E27FC236}">
                  <a16:creationId xmlns:a16="http://schemas.microsoft.com/office/drawing/2014/main" id="{C3B6BCD2-ECBB-0374-3FC4-7B9B5AE03211}"/>
                </a:ext>
              </a:extLst>
            </p:cNvPr>
            <p:cNvSpPr>
              <a:spLocks noChangeArrowheads="1"/>
            </p:cNvSpPr>
            <p:nvPr/>
          </p:nvSpPr>
          <p:spPr bwMode="auto">
            <a:xfrm>
              <a:off x="765175" y="4113213"/>
              <a:ext cx="68263" cy="134937"/>
            </a:xfrm>
            <a:custGeom>
              <a:avLst/>
              <a:gdLst>
                <a:gd name="T0" fmla="*/ 34 w 190"/>
                <a:gd name="T1" fmla="*/ 199 h 373"/>
                <a:gd name="T2" fmla="*/ 169 w 190"/>
                <a:gd name="T3" fmla="*/ 199 h 373"/>
                <a:gd name="T4" fmla="*/ 169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69" y="199"/>
                  </a:lnTo>
                  <a:lnTo>
                    <a:pt x="169"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5" name="Freeform 71">
              <a:extLst>
                <a:ext uri="{FF2B5EF4-FFF2-40B4-BE49-F238E27FC236}">
                  <a16:creationId xmlns:a16="http://schemas.microsoft.com/office/drawing/2014/main" id="{86241B9D-93B7-1F3F-BD54-2983A4679323}"/>
                </a:ext>
              </a:extLst>
            </p:cNvPr>
            <p:cNvSpPr>
              <a:spLocks noChangeArrowheads="1"/>
            </p:cNvSpPr>
            <p:nvPr/>
          </p:nvSpPr>
          <p:spPr bwMode="auto">
            <a:xfrm>
              <a:off x="860425" y="4113213"/>
              <a:ext cx="87313" cy="134937"/>
            </a:xfrm>
            <a:custGeom>
              <a:avLst/>
              <a:gdLst>
                <a:gd name="T0" fmla="*/ 169 w 244"/>
                <a:gd name="T1" fmla="*/ 236 h 373"/>
                <a:gd name="T2" fmla="*/ 169 w 244"/>
                <a:gd name="T3" fmla="*/ 236 h 373"/>
                <a:gd name="T4" fmla="*/ 156 w 244"/>
                <a:gd name="T5" fmla="*/ 220 h 373"/>
                <a:gd name="T6" fmla="*/ 145 w 244"/>
                <a:gd name="T7" fmla="*/ 207 h 373"/>
                <a:gd name="T8" fmla="*/ 131 w 244"/>
                <a:gd name="T9" fmla="*/ 200 h 373"/>
                <a:gd name="T10" fmla="*/ 131 w 244"/>
                <a:gd name="T11" fmla="*/ 199 h 373"/>
                <a:gd name="T12" fmla="*/ 166 w 244"/>
                <a:gd name="T13" fmla="*/ 185 h 373"/>
                <a:gd name="T14" fmla="*/ 194 w 244"/>
                <a:gd name="T15" fmla="*/ 163 h 373"/>
                <a:gd name="T16" fmla="*/ 210 w 244"/>
                <a:gd name="T17" fmla="*/ 134 h 373"/>
                <a:gd name="T18" fmla="*/ 216 w 244"/>
                <a:gd name="T19" fmla="*/ 98 h 373"/>
                <a:gd name="T20" fmla="*/ 207 w 244"/>
                <a:gd name="T21" fmla="*/ 55 h 373"/>
                <a:gd name="T22" fmla="*/ 182 w 244"/>
                <a:gd name="T23" fmla="*/ 25 h 373"/>
                <a:gd name="T24" fmla="*/ 148 w 244"/>
                <a:gd name="T25" fmla="*/ 7 h 373"/>
                <a:gd name="T26" fmla="*/ 107 w 244"/>
                <a:gd name="T27" fmla="*/ 0 h 373"/>
                <a:gd name="T28" fmla="*/ 0 w 244"/>
                <a:gd name="T29" fmla="*/ 0 h 373"/>
                <a:gd name="T30" fmla="*/ 0 w 244"/>
                <a:gd name="T31" fmla="*/ 372 h 373"/>
                <a:gd name="T32" fmla="*/ 35 w 244"/>
                <a:gd name="T33" fmla="*/ 372 h 373"/>
                <a:gd name="T34" fmla="*/ 35 w 244"/>
                <a:gd name="T35" fmla="*/ 210 h 373"/>
                <a:gd name="T36" fmla="*/ 75 w 244"/>
                <a:gd name="T37" fmla="*/ 210 h 373"/>
                <a:gd name="T38" fmla="*/ 97 w 244"/>
                <a:gd name="T39" fmla="*/ 213 h 373"/>
                <a:gd name="T40" fmla="*/ 115 w 244"/>
                <a:gd name="T41" fmla="*/ 221 h 373"/>
                <a:gd name="T42" fmla="*/ 130 w 244"/>
                <a:gd name="T43" fmla="*/ 239 h 373"/>
                <a:gd name="T44" fmla="*/ 147 w 244"/>
                <a:gd name="T45" fmla="*/ 265 h 373"/>
                <a:gd name="T46" fmla="*/ 202 w 244"/>
                <a:gd name="T47" fmla="*/ 372 h 373"/>
                <a:gd name="T48" fmla="*/ 243 w 244"/>
                <a:gd name="T49" fmla="*/ 372 h 373"/>
                <a:gd name="T50" fmla="*/ 180 w 244"/>
                <a:gd name="T51" fmla="*/ 257 h 373"/>
                <a:gd name="T52" fmla="*/ 169 w 244"/>
                <a:gd name="T53" fmla="*/ 236 h 373"/>
                <a:gd name="T54" fmla="*/ 95 w 244"/>
                <a:gd name="T55" fmla="*/ 178 h 373"/>
                <a:gd name="T56" fmla="*/ 95 w 244"/>
                <a:gd name="T57" fmla="*/ 178 h 373"/>
                <a:gd name="T58" fmla="*/ 35 w 244"/>
                <a:gd name="T59" fmla="*/ 178 h 373"/>
                <a:gd name="T60" fmla="*/ 35 w 244"/>
                <a:gd name="T61" fmla="*/ 32 h 373"/>
                <a:gd name="T62" fmla="*/ 98 w 244"/>
                <a:gd name="T63" fmla="*/ 32 h 373"/>
                <a:gd name="T64" fmla="*/ 159 w 244"/>
                <a:gd name="T65" fmla="*/ 50 h 373"/>
                <a:gd name="T66" fmla="*/ 180 w 244"/>
                <a:gd name="T67" fmla="*/ 101 h 373"/>
                <a:gd name="T68" fmla="*/ 174 w 244"/>
                <a:gd name="T69" fmla="*/ 133 h 373"/>
                <a:gd name="T70" fmla="*/ 156 w 244"/>
                <a:gd name="T71" fmla="*/ 158 h 373"/>
                <a:gd name="T72" fmla="*/ 130 w 244"/>
                <a:gd name="T73" fmla="*/ 173 h 373"/>
                <a:gd name="T74" fmla="*/ 95 w 244"/>
                <a:gd name="T75" fmla="*/ 17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69" y="236"/>
                  </a:moveTo>
                  <a:lnTo>
                    <a:pt x="169" y="236"/>
                  </a:lnTo>
                  <a:cubicBezTo>
                    <a:pt x="165" y="229"/>
                    <a:pt x="160" y="224"/>
                    <a:pt x="156" y="220"/>
                  </a:cubicBezTo>
                  <a:cubicBezTo>
                    <a:pt x="153" y="216"/>
                    <a:pt x="149" y="211"/>
                    <a:pt x="145" y="207"/>
                  </a:cubicBezTo>
                  <a:cubicBezTo>
                    <a:pt x="141" y="205"/>
                    <a:pt x="136" y="202"/>
                    <a:pt x="131" y="200"/>
                  </a:cubicBezTo>
                  <a:cubicBezTo>
                    <a:pt x="131" y="199"/>
                    <a:pt x="131" y="199"/>
                    <a:pt x="131" y="199"/>
                  </a:cubicBezTo>
                  <a:cubicBezTo>
                    <a:pt x="144" y="196"/>
                    <a:pt x="156" y="192"/>
                    <a:pt x="166" y="185"/>
                  </a:cubicBezTo>
                  <a:cubicBezTo>
                    <a:pt x="177" y="180"/>
                    <a:pt x="185" y="173"/>
                    <a:pt x="194" y="163"/>
                  </a:cubicBezTo>
                  <a:cubicBezTo>
                    <a:pt x="200" y="155"/>
                    <a:pt x="206" y="145"/>
                    <a:pt x="210" y="134"/>
                  </a:cubicBezTo>
                  <a:cubicBezTo>
                    <a:pt x="214" y="123"/>
                    <a:pt x="216" y="111"/>
                    <a:pt x="216" y="98"/>
                  </a:cubicBezTo>
                  <a:cubicBezTo>
                    <a:pt x="216" y="82"/>
                    <a:pt x="213" y="68"/>
                    <a:pt x="207" y="55"/>
                  </a:cubicBezTo>
                  <a:cubicBezTo>
                    <a:pt x="200" y="43"/>
                    <a:pt x="192" y="33"/>
                    <a:pt x="182" y="25"/>
                  </a:cubicBezTo>
                  <a:cubicBezTo>
                    <a:pt x="171" y="17"/>
                    <a:pt x="160" y="11"/>
                    <a:pt x="148" y="7"/>
                  </a:cubicBezTo>
                  <a:cubicBezTo>
                    <a:pt x="134" y="3"/>
                    <a:pt x="120" y="0"/>
                    <a:pt x="107" y="0"/>
                  </a:cubicBezTo>
                  <a:cubicBezTo>
                    <a:pt x="0" y="0"/>
                    <a:pt x="0" y="0"/>
                    <a:pt x="0" y="0"/>
                  </a:cubicBezTo>
                  <a:cubicBezTo>
                    <a:pt x="0" y="372"/>
                    <a:pt x="0" y="372"/>
                    <a:pt x="0" y="372"/>
                  </a:cubicBezTo>
                  <a:cubicBezTo>
                    <a:pt x="35" y="372"/>
                    <a:pt x="35" y="372"/>
                    <a:pt x="35" y="372"/>
                  </a:cubicBezTo>
                  <a:cubicBezTo>
                    <a:pt x="35" y="210"/>
                    <a:pt x="35" y="210"/>
                    <a:pt x="35" y="210"/>
                  </a:cubicBezTo>
                  <a:cubicBezTo>
                    <a:pt x="75" y="210"/>
                    <a:pt x="75" y="210"/>
                    <a:pt x="75" y="210"/>
                  </a:cubicBezTo>
                  <a:cubicBezTo>
                    <a:pt x="83" y="210"/>
                    <a:pt x="90" y="211"/>
                    <a:pt x="97" y="213"/>
                  </a:cubicBezTo>
                  <a:cubicBezTo>
                    <a:pt x="102" y="214"/>
                    <a:pt x="109" y="217"/>
                    <a:pt x="115" y="221"/>
                  </a:cubicBezTo>
                  <a:cubicBezTo>
                    <a:pt x="120" y="227"/>
                    <a:pt x="124" y="232"/>
                    <a:pt x="130" y="239"/>
                  </a:cubicBezTo>
                  <a:cubicBezTo>
                    <a:pt x="136" y="246"/>
                    <a:pt x="141" y="254"/>
                    <a:pt x="147" y="265"/>
                  </a:cubicBezTo>
                  <a:cubicBezTo>
                    <a:pt x="202" y="372"/>
                    <a:pt x="202" y="372"/>
                    <a:pt x="202" y="372"/>
                  </a:cubicBezTo>
                  <a:cubicBezTo>
                    <a:pt x="243" y="372"/>
                    <a:pt x="243" y="372"/>
                    <a:pt x="243" y="372"/>
                  </a:cubicBezTo>
                  <a:cubicBezTo>
                    <a:pt x="180" y="257"/>
                    <a:pt x="180" y="257"/>
                    <a:pt x="180" y="257"/>
                  </a:cubicBezTo>
                  <a:cubicBezTo>
                    <a:pt x="176" y="249"/>
                    <a:pt x="171" y="242"/>
                    <a:pt x="169" y="236"/>
                  </a:cubicBezTo>
                  <a:close/>
                  <a:moveTo>
                    <a:pt x="95" y="178"/>
                  </a:moveTo>
                  <a:lnTo>
                    <a:pt x="95" y="178"/>
                  </a:lnTo>
                  <a:cubicBezTo>
                    <a:pt x="35" y="178"/>
                    <a:pt x="35" y="178"/>
                    <a:pt x="35" y="178"/>
                  </a:cubicBezTo>
                  <a:cubicBezTo>
                    <a:pt x="35" y="32"/>
                    <a:pt x="35" y="32"/>
                    <a:pt x="35" y="32"/>
                  </a:cubicBezTo>
                  <a:cubicBezTo>
                    <a:pt x="98" y="32"/>
                    <a:pt x="98" y="32"/>
                    <a:pt x="98" y="32"/>
                  </a:cubicBezTo>
                  <a:cubicBezTo>
                    <a:pt x="124" y="32"/>
                    <a:pt x="145" y="37"/>
                    <a:pt x="159" y="50"/>
                  </a:cubicBezTo>
                  <a:cubicBezTo>
                    <a:pt x="173" y="62"/>
                    <a:pt x="180" y="80"/>
                    <a:pt x="180" y="101"/>
                  </a:cubicBezTo>
                  <a:cubicBezTo>
                    <a:pt x="180" y="113"/>
                    <a:pt x="178" y="124"/>
                    <a:pt x="174" y="133"/>
                  </a:cubicBezTo>
                  <a:cubicBezTo>
                    <a:pt x="170" y="142"/>
                    <a:pt x="165" y="151"/>
                    <a:pt x="156" y="158"/>
                  </a:cubicBezTo>
                  <a:cubicBezTo>
                    <a:pt x="149" y="165"/>
                    <a:pt x="141" y="170"/>
                    <a:pt x="130" y="173"/>
                  </a:cubicBezTo>
                  <a:cubicBezTo>
                    <a:pt x="120" y="177"/>
                    <a:pt x="108" y="178"/>
                    <a:pt x="95"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6" name="Freeform 72">
              <a:extLst>
                <a:ext uri="{FF2B5EF4-FFF2-40B4-BE49-F238E27FC236}">
                  <a16:creationId xmlns:a16="http://schemas.microsoft.com/office/drawing/2014/main" id="{5A3A7C0A-E1D4-7A8B-8662-AD85690392C8}"/>
                </a:ext>
              </a:extLst>
            </p:cNvPr>
            <p:cNvSpPr>
              <a:spLocks noChangeArrowheads="1"/>
            </p:cNvSpPr>
            <p:nvPr/>
          </p:nvSpPr>
          <p:spPr bwMode="auto">
            <a:xfrm>
              <a:off x="969963" y="4113213"/>
              <a:ext cx="65087" cy="134937"/>
            </a:xfrm>
            <a:custGeom>
              <a:avLst/>
              <a:gdLst>
                <a:gd name="T0" fmla="*/ 35 w 182"/>
                <a:gd name="T1" fmla="*/ 32 h 373"/>
                <a:gd name="T2" fmla="*/ 181 w 182"/>
                <a:gd name="T3" fmla="*/ 32 h 373"/>
                <a:gd name="T4" fmla="*/ 181 w 182"/>
                <a:gd name="T5" fmla="*/ 0 h 373"/>
                <a:gd name="T6" fmla="*/ 0 w 182"/>
                <a:gd name="T7" fmla="*/ 0 h 373"/>
                <a:gd name="T8" fmla="*/ 0 w 182"/>
                <a:gd name="T9" fmla="*/ 372 h 373"/>
                <a:gd name="T10" fmla="*/ 35 w 182"/>
                <a:gd name="T11" fmla="*/ 372 h 373"/>
                <a:gd name="T12" fmla="*/ 35 w 182"/>
                <a:gd name="T13" fmla="*/ 203 h 373"/>
                <a:gd name="T14" fmla="*/ 170 w 182"/>
                <a:gd name="T15" fmla="*/ 203 h 373"/>
                <a:gd name="T16" fmla="*/ 170 w 182"/>
                <a:gd name="T17" fmla="*/ 171 h 373"/>
                <a:gd name="T18" fmla="*/ 35 w 182"/>
                <a:gd name="T19" fmla="*/ 171 h 373"/>
                <a:gd name="T20" fmla="*/ 35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5" y="32"/>
                  </a:moveTo>
                  <a:lnTo>
                    <a:pt x="181" y="32"/>
                  </a:lnTo>
                  <a:lnTo>
                    <a:pt x="181" y="0"/>
                  </a:lnTo>
                  <a:lnTo>
                    <a:pt x="0" y="0"/>
                  </a:lnTo>
                  <a:lnTo>
                    <a:pt x="0" y="372"/>
                  </a:lnTo>
                  <a:lnTo>
                    <a:pt x="35" y="372"/>
                  </a:lnTo>
                  <a:lnTo>
                    <a:pt x="35" y="203"/>
                  </a:lnTo>
                  <a:lnTo>
                    <a:pt x="170" y="203"/>
                  </a:lnTo>
                  <a:lnTo>
                    <a:pt x="170" y="171"/>
                  </a:lnTo>
                  <a:lnTo>
                    <a:pt x="35" y="171"/>
                  </a:lnTo>
                  <a:lnTo>
                    <a:pt x="35"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7" name="Freeform 73">
              <a:extLst>
                <a:ext uri="{FF2B5EF4-FFF2-40B4-BE49-F238E27FC236}">
                  <a16:creationId xmlns:a16="http://schemas.microsoft.com/office/drawing/2014/main" id="{4D64B703-E29F-C10D-7FCA-1FDE5AE4769C}"/>
                </a:ext>
              </a:extLst>
            </p:cNvPr>
            <p:cNvSpPr>
              <a:spLocks noChangeArrowheads="1"/>
            </p:cNvSpPr>
            <p:nvPr/>
          </p:nvSpPr>
          <p:spPr bwMode="auto">
            <a:xfrm>
              <a:off x="1035050" y="4113213"/>
              <a:ext cx="114300" cy="134937"/>
            </a:xfrm>
            <a:custGeom>
              <a:avLst/>
              <a:gdLst>
                <a:gd name="T0" fmla="*/ 238 w 318"/>
                <a:gd name="T1" fmla="*/ 261 h 373"/>
                <a:gd name="T2" fmla="*/ 238 w 318"/>
                <a:gd name="T3" fmla="*/ 261 h 373"/>
                <a:gd name="T4" fmla="*/ 279 w 318"/>
                <a:gd name="T5" fmla="*/ 372 h 373"/>
                <a:gd name="T6" fmla="*/ 317 w 318"/>
                <a:gd name="T7" fmla="*/ 372 h 373"/>
                <a:gd name="T8" fmla="*/ 176 w 318"/>
                <a:gd name="T9" fmla="*/ 0 h 373"/>
                <a:gd name="T10" fmla="*/ 141 w 318"/>
                <a:gd name="T11" fmla="*/ 0 h 373"/>
                <a:gd name="T12" fmla="*/ 0 w 318"/>
                <a:gd name="T13" fmla="*/ 372 h 373"/>
                <a:gd name="T14" fmla="*/ 39 w 318"/>
                <a:gd name="T15" fmla="*/ 372 h 373"/>
                <a:gd name="T16" fmla="*/ 79 w 318"/>
                <a:gd name="T17" fmla="*/ 261 h 373"/>
                <a:gd name="T18" fmla="*/ 238 w 318"/>
                <a:gd name="T19" fmla="*/ 261 h 373"/>
                <a:gd name="T20" fmla="*/ 151 w 318"/>
                <a:gd name="T21" fmla="*/ 65 h 373"/>
                <a:gd name="T22" fmla="*/ 151 w 318"/>
                <a:gd name="T23" fmla="*/ 65 h 373"/>
                <a:gd name="T24" fmla="*/ 154 w 318"/>
                <a:gd name="T25" fmla="*/ 54 h 373"/>
                <a:gd name="T26" fmla="*/ 158 w 318"/>
                <a:gd name="T27" fmla="*/ 39 h 373"/>
                <a:gd name="T28" fmla="*/ 159 w 318"/>
                <a:gd name="T29" fmla="*/ 39 h 373"/>
                <a:gd name="T30" fmla="*/ 162 w 318"/>
                <a:gd name="T31" fmla="*/ 54 h 373"/>
                <a:gd name="T32" fmla="*/ 166 w 318"/>
                <a:gd name="T33" fmla="*/ 65 h 373"/>
                <a:gd name="T34" fmla="*/ 225 w 318"/>
                <a:gd name="T35" fmla="*/ 231 h 373"/>
                <a:gd name="T36" fmla="*/ 90 w 318"/>
                <a:gd name="T37" fmla="*/ 231 h 373"/>
                <a:gd name="T38" fmla="*/ 151 w 318"/>
                <a:gd name="T39" fmla="*/ 65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8" h="373">
                  <a:moveTo>
                    <a:pt x="238" y="261"/>
                  </a:moveTo>
                  <a:lnTo>
                    <a:pt x="238" y="261"/>
                  </a:lnTo>
                  <a:cubicBezTo>
                    <a:pt x="279" y="372"/>
                    <a:pt x="279" y="372"/>
                    <a:pt x="279" y="372"/>
                  </a:cubicBezTo>
                  <a:cubicBezTo>
                    <a:pt x="317" y="372"/>
                    <a:pt x="317" y="372"/>
                    <a:pt x="317" y="372"/>
                  </a:cubicBezTo>
                  <a:cubicBezTo>
                    <a:pt x="176" y="0"/>
                    <a:pt x="176" y="0"/>
                    <a:pt x="176" y="0"/>
                  </a:cubicBezTo>
                  <a:cubicBezTo>
                    <a:pt x="141" y="0"/>
                    <a:pt x="141" y="0"/>
                    <a:pt x="141" y="0"/>
                  </a:cubicBezTo>
                  <a:cubicBezTo>
                    <a:pt x="0" y="372"/>
                    <a:pt x="0" y="372"/>
                    <a:pt x="0" y="372"/>
                  </a:cubicBezTo>
                  <a:cubicBezTo>
                    <a:pt x="39" y="372"/>
                    <a:pt x="39" y="372"/>
                    <a:pt x="39" y="372"/>
                  </a:cubicBezTo>
                  <a:cubicBezTo>
                    <a:pt x="79" y="261"/>
                    <a:pt x="79" y="261"/>
                    <a:pt x="79" y="261"/>
                  </a:cubicBezTo>
                  <a:lnTo>
                    <a:pt x="238" y="261"/>
                  </a:lnTo>
                  <a:close/>
                  <a:moveTo>
                    <a:pt x="151" y="65"/>
                  </a:moveTo>
                  <a:lnTo>
                    <a:pt x="151" y="65"/>
                  </a:lnTo>
                  <a:cubicBezTo>
                    <a:pt x="151" y="62"/>
                    <a:pt x="152" y="58"/>
                    <a:pt x="154" y="54"/>
                  </a:cubicBezTo>
                  <a:cubicBezTo>
                    <a:pt x="155" y="50"/>
                    <a:pt x="156" y="44"/>
                    <a:pt x="158" y="39"/>
                  </a:cubicBezTo>
                  <a:cubicBezTo>
                    <a:pt x="159" y="39"/>
                    <a:pt x="159" y="39"/>
                    <a:pt x="159" y="39"/>
                  </a:cubicBezTo>
                  <a:cubicBezTo>
                    <a:pt x="159" y="44"/>
                    <a:pt x="161" y="50"/>
                    <a:pt x="162" y="54"/>
                  </a:cubicBezTo>
                  <a:cubicBezTo>
                    <a:pt x="163" y="58"/>
                    <a:pt x="165" y="62"/>
                    <a:pt x="166" y="65"/>
                  </a:cubicBezTo>
                  <a:cubicBezTo>
                    <a:pt x="225" y="231"/>
                    <a:pt x="225" y="231"/>
                    <a:pt x="225" y="231"/>
                  </a:cubicBezTo>
                  <a:cubicBezTo>
                    <a:pt x="90" y="231"/>
                    <a:pt x="90" y="231"/>
                    <a:pt x="90" y="231"/>
                  </a:cubicBezTo>
                  <a:lnTo>
                    <a:pt x="151"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8" name="Freeform 74">
              <a:extLst>
                <a:ext uri="{FF2B5EF4-FFF2-40B4-BE49-F238E27FC236}">
                  <a16:creationId xmlns:a16="http://schemas.microsoft.com/office/drawing/2014/main" id="{7C0A2E72-11F4-3D9D-69F3-3C3B9C98FF09}"/>
                </a:ext>
              </a:extLst>
            </p:cNvPr>
            <p:cNvSpPr>
              <a:spLocks noChangeArrowheads="1"/>
            </p:cNvSpPr>
            <p:nvPr/>
          </p:nvSpPr>
          <p:spPr bwMode="auto">
            <a:xfrm>
              <a:off x="1160463" y="4111625"/>
              <a:ext cx="98425" cy="138113"/>
            </a:xfrm>
            <a:custGeom>
              <a:avLst/>
              <a:gdLst>
                <a:gd name="T0" fmla="*/ 75 w 272"/>
                <a:gd name="T1" fmla="*/ 77 h 385"/>
                <a:gd name="T2" fmla="*/ 75 w 272"/>
                <a:gd name="T3" fmla="*/ 77 h 385"/>
                <a:gd name="T4" fmla="*/ 122 w 272"/>
                <a:gd name="T5" fmla="*/ 42 h 385"/>
                <a:gd name="T6" fmla="*/ 186 w 272"/>
                <a:gd name="T7" fmla="*/ 30 h 385"/>
                <a:gd name="T8" fmla="*/ 271 w 272"/>
                <a:gd name="T9" fmla="*/ 51 h 385"/>
                <a:gd name="T10" fmla="*/ 271 w 272"/>
                <a:gd name="T11" fmla="*/ 13 h 385"/>
                <a:gd name="T12" fmla="*/ 186 w 272"/>
                <a:gd name="T13" fmla="*/ 0 h 385"/>
                <a:gd name="T14" fmla="*/ 109 w 272"/>
                <a:gd name="T15" fmla="*/ 15 h 385"/>
                <a:gd name="T16" fmla="*/ 50 w 272"/>
                <a:gd name="T17" fmla="*/ 56 h 385"/>
                <a:gd name="T18" fmla="*/ 12 w 272"/>
                <a:gd name="T19" fmla="*/ 120 h 385"/>
                <a:gd name="T20" fmla="*/ 0 w 272"/>
                <a:gd name="T21" fmla="*/ 199 h 385"/>
                <a:gd name="T22" fmla="*/ 12 w 272"/>
                <a:gd name="T23" fmla="*/ 272 h 385"/>
                <a:gd name="T24" fmla="*/ 47 w 272"/>
                <a:gd name="T25" fmla="*/ 331 h 385"/>
                <a:gd name="T26" fmla="*/ 102 w 272"/>
                <a:gd name="T27" fmla="*/ 370 h 385"/>
                <a:gd name="T28" fmla="*/ 173 w 272"/>
                <a:gd name="T29" fmla="*/ 384 h 385"/>
                <a:gd name="T30" fmla="*/ 271 w 272"/>
                <a:gd name="T31" fmla="*/ 363 h 385"/>
                <a:gd name="T32" fmla="*/ 271 w 272"/>
                <a:gd name="T33" fmla="*/ 330 h 385"/>
                <a:gd name="T34" fmla="*/ 177 w 272"/>
                <a:gd name="T35" fmla="*/ 352 h 385"/>
                <a:gd name="T36" fmla="*/ 116 w 272"/>
                <a:gd name="T37" fmla="*/ 339 h 385"/>
                <a:gd name="T38" fmla="*/ 72 w 272"/>
                <a:gd name="T39" fmla="*/ 306 h 385"/>
                <a:gd name="T40" fmla="*/ 44 w 272"/>
                <a:gd name="T41" fmla="*/ 257 h 385"/>
                <a:gd name="T42" fmla="*/ 36 w 272"/>
                <a:gd name="T43" fmla="*/ 196 h 385"/>
                <a:gd name="T44" fmla="*/ 46 w 272"/>
                <a:gd name="T45" fmla="*/ 129 h 385"/>
                <a:gd name="T46" fmla="*/ 75 w 272"/>
                <a:gd name="T47" fmla="*/ 7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75" y="77"/>
                  </a:moveTo>
                  <a:lnTo>
                    <a:pt x="75" y="77"/>
                  </a:lnTo>
                  <a:cubicBezTo>
                    <a:pt x="87" y="63"/>
                    <a:pt x="104" y="51"/>
                    <a:pt x="122" y="42"/>
                  </a:cubicBezTo>
                  <a:cubicBezTo>
                    <a:pt x="141" y="34"/>
                    <a:pt x="162" y="30"/>
                    <a:pt x="186" y="30"/>
                  </a:cubicBezTo>
                  <a:cubicBezTo>
                    <a:pt x="217" y="30"/>
                    <a:pt x="245" y="37"/>
                    <a:pt x="271" y="51"/>
                  </a:cubicBezTo>
                  <a:cubicBezTo>
                    <a:pt x="271" y="13"/>
                    <a:pt x="271" y="13"/>
                    <a:pt x="271" y="13"/>
                  </a:cubicBezTo>
                  <a:cubicBezTo>
                    <a:pt x="246" y="4"/>
                    <a:pt x="218" y="0"/>
                    <a:pt x="186" y="0"/>
                  </a:cubicBezTo>
                  <a:cubicBezTo>
                    <a:pt x="157" y="0"/>
                    <a:pt x="133" y="4"/>
                    <a:pt x="109" y="15"/>
                  </a:cubicBezTo>
                  <a:cubicBezTo>
                    <a:pt x="86" y="24"/>
                    <a:pt x="66" y="38"/>
                    <a:pt x="50" y="56"/>
                  </a:cubicBezTo>
                  <a:cubicBezTo>
                    <a:pt x="33" y="74"/>
                    <a:pt x="21" y="95"/>
                    <a:pt x="12" y="120"/>
                  </a:cubicBezTo>
                  <a:cubicBezTo>
                    <a:pt x="4" y="143"/>
                    <a:pt x="0" y="170"/>
                    <a:pt x="0" y="199"/>
                  </a:cubicBezTo>
                  <a:cubicBezTo>
                    <a:pt x="0" y="225"/>
                    <a:pt x="4" y="250"/>
                    <a:pt x="12" y="272"/>
                  </a:cubicBezTo>
                  <a:cubicBezTo>
                    <a:pt x="19" y="295"/>
                    <a:pt x="32" y="315"/>
                    <a:pt x="47" y="331"/>
                  </a:cubicBezTo>
                  <a:cubicBezTo>
                    <a:pt x="62" y="348"/>
                    <a:pt x="80" y="360"/>
                    <a:pt x="102" y="370"/>
                  </a:cubicBezTo>
                  <a:cubicBezTo>
                    <a:pt x="123" y="378"/>
                    <a:pt x="146" y="384"/>
                    <a:pt x="173" y="384"/>
                  </a:cubicBezTo>
                  <a:cubicBezTo>
                    <a:pt x="210" y="384"/>
                    <a:pt x="243" y="377"/>
                    <a:pt x="271" y="363"/>
                  </a:cubicBezTo>
                  <a:cubicBezTo>
                    <a:pt x="271" y="330"/>
                    <a:pt x="271" y="330"/>
                    <a:pt x="271" y="330"/>
                  </a:cubicBezTo>
                  <a:cubicBezTo>
                    <a:pt x="245" y="345"/>
                    <a:pt x="213" y="352"/>
                    <a:pt x="177" y="352"/>
                  </a:cubicBezTo>
                  <a:cubicBezTo>
                    <a:pt x="153" y="352"/>
                    <a:pt x="133" y="348"/>
                    <a:pt x="116" y="339"/>
                  </a:cubicBezTo>
                  <a:cubicBezTo>
                    <a:pt x="98" y="331"/>
                    <a:pt x="83" y="320"/>
                    <a:pt x="72" y="306"/>
                  </a:cubicBezTo>
                  <a:cubicBezTo>
                    <a:pt x="59" y="291"/>
                    <a:pt x="51" y="274"/>
                    <a:pt x="44" y="257"/>
                  </a:cubicBezTo>
                  <a:cubicBezTo>
                    <a:pt x="39" y="237"/>
                    <a:pt x="36" y="216"/>
                    <a:pt x="36" y="196"/>
                  </a:cubicBezTo>
                  <a:cubicBezTo>
                    <a:pt x="36" y="172"/>
                    <a:pt x="39" y="150"/>
                    <a:pt x="46" y="129"/>
                  </a:cubicBezTo>
                  <a:cubicBezTo>
                    <a:pt x="53" y="110"/>
                    <a:pt x="62" y="92"/>
                    <a:pt x="75"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89" name="Freeform 75">
              <a:extLst>
                <a:ext uri="{FF2B5EF4-FFF2-40B4-BE49-F238E27FC236}">
                  <a16:creationId xmlns:a16="http://schemas.microsoft.com/office/drawing/2014/main" id="{B390B121-C535-B73D-2454-FFF64A4B5B3B}"/>
                </a:ext>
              </a:extLst>
            </p:cNvPr>
            <p:cNvSpPr>
              <a:spLocks noChangeArrowheads="1"/>
            </p:cNvSpPr>
            <p:nvPr/>
          </p:nvSpPr>
          <p:spPr bwMode="auto">
            <a:xfrm>
              <a:off x="1285875" y="4113213"/>
              <a:ext cx="68263" cy="134937"/>
            </a:xfrm>
            <a:custGeom>
              <a:avLst/>
              <a:gdLst>
                <a:gd name="T0" fmla="*/ 34 w 190"/>
                <a:gd name="T1" fmla="*/ 199 h 373"/>
                <a:gd name="T2" fmla="*/ 170 w 190"/>
                <a:gd name="T3" fmla="*/ 199 h 373"/>
                <a:gd name="T4" fmla="*/ 170 w 190"/>
                <a:gd name="T5" fmla="*/ 169 h 373"/>
                <a:gd name="T6" fmla="*/ 34 w 190"/>
                <a:gd name="T7" fmla="*/ 169 h 373"/>
                <a:gd name="T8" fmla="*/ 34 w 190"/>
                <a:gd name="T9" fmla="*/ 32 h 373"/>
                <a:gd name="T10" fmla="*/ 181 w 190"/>
                <a:gd name="T11" fmla="*/ 32 h 373"/>
                <a:gd name="T12" fmla="*/ 181 w 190"/>
                <a:gd name="T13" fmla="*/ 0 h 373"/>
                <a:gd name="T14" fmla="*/ 0 w 190"/>
                <a:gd name="T15" fmla="*/ 0 h 373"/>
                <a:gd name="T16" fmla="*/ 0 w 190"/>
                <a:gd name="T17" fmla="*/ 372 h 373"/>
                <a:gd name="T18" fmla="*/ 189 w 190"/>
                <a:gd name="T19" fmla="*/ 372 h 373"/>
                <a:gd name="T20" fmla="*/ 189 w 190"/>
                <a:gd name="T21" fmla="*/ 340 h 373"/>
                <a:gd name="T22" fmla="*/ 34 w 190"/>
                <a:gd name="T23" fmla="*/ 340 h 373"/>
                <a:gd name="T24" fmla="*/ 34 w 190"/>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34" y="199"/>
                  </a:moveTo>
                  <a:lnTo>
                    <a:pt x="170" y="199"/>
                  </a:lnTo>
                  <a:lnTo>
                    <a:pt x="170" y="169"/>
                  </a:lnTo>
                  <a:lnTo>
                    <a:pt x="34" y="169"/>
                  </a:lnTo>
                  <a:lnTo>
                    <a:pt x="34" y="32"/>
                  </a:lnTo>
                  <a:lnTo>
                    <a:pt x="181" y="32"/>
                  </a:lnTo>
                  <a:lnTo>
                    <a:pt x="181" y="0"/>
                  </a:lnTo>
                  <a:lnTo>
                    <a:pt x="0" y="0"/>
                  </a:lnTo>
                  <a:lnTo>
                    <a:pt x="0" y="372"/>
                  </a:lnTo>
                  <a:lnTo>
                    <a:pt x="189" y="372"/>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0" name="Freeform 76">
              <a:extLst>
                <a:ext uri="{FF2B5EF4-FFF2-40B4-BE49-F238E27FC236}">
                  <a16:creationId xmlns:a16="http://schemas.microsoft.com/office/drawing/2014/main" id="{AADE0D6E-5D71-BF38-F2D7-D4F872EDF34E}"/>
                </a:ext>
              </a:extLst>
            </p:cNvPr>
            <p:cNvSpPr>
              <a:spLocks noChangeArrowheads="1"/>
            </p:cNvSpPr>
            <p:nvPr/>
          </p:nvSpPr>
          <p:spPr bwMode="auto">
            <a:xfrm>
              <a:off x="1435100" y="4113213"/>
              <a:ext cx="66675" cy="134937"/>
            </a:xfrm>
            <a:custGeom>
              <a:avLst/>
              <a:gdLst>
                <a:gd name="T0" fmla="*/ 35 w 185"/>
                <a:gd name="T1" fmla="*/ 0 h 373"/>
                <a:gd name="T2" fmla="*/ 0 w 185"/>
                <a:gd name="T3" fmla="*/ 0 h 373"/>
                <a:gd name="T4" fmla="*/ 0 w 185"/>
                <a:gd name="T5" fmla="*/ 372 h 373"/>
                <a:gd name="T6" fmla="*/ 184 w 185"/>
                <a:gd name="T7" fmla="*/ 372 h 373"/>
                <a:gd name="T8" fmla="*/ 184 w 185"/>
                <a:gd name="T9" fmla="*/ 340 h 373"/>
                <a:gd name="T10" fmla="*/ 35 w 185"/>
                <a:gd name="T11" fmla="*/ 340 h 373"/>
                <a:gd name="T12" fmla="*/ 35 w 185"/>
                <a:gd name="T13" fmla="*/ 0 h 373"/>
              </a:gdLst>
              <a:ahLst/>
              <a:cxnLst>
                <a:cxn ang="0">
                  <a:pos x="T0" y="T1"/>
                </a:cxn>
                <a:cxn ang="0">
                  <a:pos x="T2" y="T3"/>
                </a:cxn>
                <a:cxn ang="0">
                  <a:pos x="T4" y="T5"/>
                </a:cxn>
                <a:cxn ang="0">
                  <a:pos x="T6" y="T7"/>
                </a:cxn>
                <a:cxn ang="0">
                  <a:pos x="T8" y="T9"/>
                </a:cxn>
                <a:cxn ang="0">
                  <a:pos x="T10" y="T11"/>
                </a:cxn>
                <a:cxn ang="0">
                  <a:pos x="T12" y="T13"/>
                </a:cxn>
              </a:cxnLst>
              <a:rect l="0" t="0" r="r" b="b"/>
              <a:pathLst>
                <a:path w="185" h="373">
                  <a:moveTo>
                    <a:pt x="35" y="0"/>
                  </a:moveTo>
                  <a:lnTo>
                    <a:pt x="0" y="0"/>
                  </a:lnTo>
                  <a:lnTo>
                    <a:pt x="0" y="372"/>
                  </a:lnTo>
                  <a:lnTo>
                    <a:pt x="184" y="372"/>
                  </a:lnTo>
                  <a:lnTo>
                    <a:pt x="184" y="340"/>
                  </a:lnTo>
                  <a:lnTo>
                    <a:pt x="35" y="34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1" name="Freeform 77">
              <a:extLst>
                <a:ext uri="{FF2B5EF4-FFF2-40B4-BE49-F238E27FC236}">
                  <a16:creationId xmlns:a16="http://schemas.microsoft.com/office/drawing/2014/main" id="{E6FF9C98-5514-6253-2DAF-AB401C9831F6}"/>
                </a:ext>
              </a:extLst>
            </p:cNvPr>
            <p:cNvSpPr>
              <a:spLocks noChangeArrowheads="1"/>
            </p:cNvSpPr>
            <p:nvPr/>
          </p:nvSpPr>
          <p:spPr bwMode="auto">
            <a:xfrm>
              <a:off x="1522413" y="4113213"/>
              <a:ext cx="12700" cy="134937"/>
            </a:xfrm>
            <a:custGeom>
              <a:avLst/>
              <a:gdLst>
                <a:gd name="T0" fmla="*/ 0 w 36"/>
                <a:gd name="T1" fmla="*/ 372 h 373"/>
                <a:gd name="T2" fmla="*/ 35 w 36"/>
                <a:gd name="T3" fmla="*/ 372 h 373"/>
                <a:gd name="T4" fmla="*/ 35 w 36"/>
                <a:gd name="T5" fmla="*/ 0 h 373"/>
                <a:gd name="T6" fmla="*/ 0 w 36"/>
                <a:gd name="T7" fmla="*/ 0 h 373"/>
                <a:gd name="T8" fmla="*/ 0 w 36"/>
                <a:gd name="T9" fmla="*/ 372 h 373"/>
              </a:gdLst>
              <a:ahLst/>
              <a:cxnLst>
                <a:cxn ang="0">
                  <a:pos x="T0" y="T1"/>
                </a:cxn>
                <a:cxn ang="0">
                  <a:pos x="T2" y="T3"/>
                </a:cxn>
                <a:cxn ang="0">
                  <a:pos x="T4" y="T5"/>
                </a:cxn>
                <a:cxn ang="0">
                  <a:pos x="T6" y="T7"/>
                </a:cxn>
                <a:cxn ang="0">
                  <a:pos x="T8" y="T9"/>
                </a:cxn>
              </a:cxnLst>
              <a:rect l="0" t="0" r="r" b="b"/>
              <a:pathLst>
                <a:path w="36" h="373">
                  <a:moveTo>
                    <a:pt x="0" y="372"/>
                  </a:moveTo>
                  <a:lnTo>
                    <a:pt x="35" y="372"/>
                  </a:lnTo>
                  <a:lnTo>
                    <a:pt x="35"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2" name="Freeform 78">
              <a:extLst>
                <a:ext uri="{FF2B5EF4-FFF2-40B4-BE49-F238E27FC236}">
                  <a16:creationId xmlns:a16="http://schemas.microsoft.com/office/drawing/2014/main" id="{34B0365A-2164-42C6-7960-5AB3DA11BB00}"/>
                </a:ext>
              </a:extLst>
            </p:cNvPr>
            <p:cNvSpPr>
              <a:spLocks noChangeArrowheads="1"/>
            </p:cNvSpPr>
            <p:nvPr/>
          </p:nvSpPr>
          <p:spPr bwMode="auto">
            <a:xfrm>
              <a:off x="1570038" y="4113213"/>
              <a:ext cx="104775" cy="134937"/>
            </a:xfrm>
            <a:custGeom>
              <a:avLst/>
              <a:gdLst>
                <a:gd name="T0" fmla="*/ 250 w 291"/>
                <a:gd name="T1" fmla="*/ 308 h 373"/>
                <a:gd name="T2" fmla="*/ 250 w 291"/>
                <a:gd name="T3" fmla="*/ 308 h 373"/>
                <a:gd name="T4" fmla="*/ 241 w 291"/>
                <a:gd name="T5" fmla="*/ 294 h 373"/>
                <a:gd name="T6" fmla="*/ 38 w 291"/>
                <a:gd name="T7" fmla="*/ 0 h 373"/>
                <a:gd name="T8" fmla="*/ 0 w 291"/>
                <a:gd name="T9" fmla="*/ 0 h 373"/>
                <a:gd name="T10" fmla="*/ 0 w 291"/>
                <a:gd name="T11" fmla="*/ 372 h 373"/>
                <a:gd name="T12" fmla="*/ 34 w 291"/>
                <a:gd name="T13" fmla="*/ 372 h 373"/>
                <a:gd name="T14" fmla="*/ 34 w 291"/>
                <a:gd name="T15" fmla="*/ 84 h 373"/>
                <a:gd name="T16" fmla="*/ 34 w 291"/>
                <a:gd name="T17" fmla="*/ 64 h 373"/>
                <a:gd name="T18" fmla="*/ 33 w 291"/>
                <a:gd name="T19" fmla="*/ 50 h 373"/>
                <a:gd name="T20" fmla="*/ 34 w 291"/>
                <a:gd name="T21" fmla="*/ 50 h 373"/>
                <a:gd name="T22" fmla="*/ 41 w 291"/>
                <a:gd name="T23" fmla="*/ 62 h 373"/>
                <a:gd name="T24" fmla="*/ 48 w 291"/>
                <a:gd name="T25" fmla="*/ 73 h 373"/>
                <a:gd name="T26" fmla="*/ 254 w 291"/>
                <a:gd name="T27" fmla="*/ 372 h 373"/>
                <a:gd name="T28" fmla="*/ 290 w 291"/>
                <a:gd name="T29" fmla="*/ 372 h 373"/>
                <a:gd name="T30" fmla="*/ 290 w 291"/>
                <a:gd name="T31" fmla="*/ 0 h 373"/>
                <a:gd name="T32" fmla="*/ 255 w 291"/>
                <a:gd name="T33" fmla="*/ 0 h 373"/>
                <a:gd name="T34" fmla="*/ 255 w 291"/>
                <a:gd name="T35" fmla="*/ 276 h 373"/>
                <a:gd name="T36" fmla="*/ 255 w 291"/>
                <a:gd name="T37" fmla="*/ 300 h 373"/>
                <a:gd name="T38" fmla="*/ 258 w 291"/>
                <a:gd name="T39" fmla="*/ 319 h 373"/>
                <a:gd name="T40" fmla="*/ 256 w 291"/>
                <a:gd name="T41" fmla="*/ 319 h 373"/>
                <a:gd name="T42" fmla="*/ 250 w 291"/>
                <a:gd name="T43" fmla="*/ 308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0" y="308"/>
                  </a:moveTo>
                  <a:lnTo>
                    <a:pt x="250" y="308"/>
                  </a:lnTo>
                  <a:cubicBezTo>
                    <a:pt x="247" y="304"/>
                    <a:pt x="244" y="300"/>
                    <a:pt x="241" y="294"/>
                  </a:cubicBezTo>
                  <a:cubicBezTo>
                    <a:pt x="38" y="0"/>
                    <a:pt x="38" y="0"/>
                    <a:pt x="38"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4" y="58"/>
                    <a:pt x="33" y="54"/>
                    <a:pt x="33" y="50"/>
                  </a:cubicBezTo>
                  <a:cubicBezTo>
                    <a:pt x="34" y="50"/>
                    <a:pt x="34" y="50"/>
                    <a:pt x="34" y="50"/>
                  </a:cubicBezTo>
                  <a:cubicBezTo>
                    <a:pt x="35" y="54"/>
                    <a:pt x="38" y="58"/>
                    <a:pt x="41" y="62"/>
                  </a:cubicBezTo>
                  <a:cubicBezTo>
                    <a:pt x="42"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6" y="307"/>
                    <a:pt x="256" y="314"/>
                    <a:pt x="258" y="319"/>
                  </a:cubicBezTo>
                  <a:cubicBezTo>
                    <a:pt x="256" y="319"/>
                    <a:pt x="256" y="319"/>
                    <a:pt x="256" y="319"/>
                  </a:cubicBezTo>
                  <a:cubicBezTo>
                    <a:pt x="254" y="315"/>
                    <a:pt x="251" y="312"/>
                    <a:pt x="250" y="3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3" name="Freeform 79">
              <a:extLst>
                <a:ext uri="{FF2B5EF4-FFF2-40B4-BE49-F238E27FC236}">
                  <a16:creationId xmlns:a16="http://schemas.microsoft.com/office/drawing/2014/main" id="{0A6498CD-87C4-EAEA-E823-A9665BB32523}"/>
                </a:ext>
              </a:extLst>
            </p:cNvPr>
            <p:cNvSpPr>
              <a:spLocks noChangeArrowheads="1"/>
            </p:cNvSpPr>
            <p:nvPr/>
          </p:nvSpPr>
          <p:spPr bwMode="auto">
            <a:xfrm>
              <a:off x="1709738" y="4113213"/>
              <a:ext cx="68262" cy="134937"/>
            </a:xfrm>
            <a:custGeom>
              <a:avLst/>
              <a:gdLst>
                <a:gd name="T0" fmla="*/ 181 w 191"/>
                <a:gd name="T1" fmla="*/ 32 h 373"/>
                <a:gd name="T2" fmla="*/ 181 w 191"/>
                <a:gd name="T3" fmla="*/ 0 h 373"/>
                <a:gd name="T4" fmla="*/ 0 w 191"/>
                <a:gd name="T5" fmla="*/ 0 h 373"/>
                <a:gd name="T6" fmla="*/ 0 w 191"/>
                <a:gd name="T7" fmla="*/ 372 h 373"/>
                <a:gd name="T8" fmla="*/ 190 w 191"/>
                <a:gd name="T9" fmla="*/ 372 h 373"/>
                <a:gd name="T10" fmla="*/ 190 w 191"/>
                <a:gd name="T11" fmla="*/ 340 h 373"/>
                <a:gd name="T12" fmla="*/ 35 w 191"/>
                <a:gd name="T13" fmla="*/ 340 h 373"/>
                <a:gd name="T14" fmla="*/ 35 w 191"/>
                <a:gd name="T15" fmla="*/ 199 h 373"/>
                <a:gd name="T16" fmla="*/ 170 w 191"/>
                <a:gd name="T17" fmla="*/ 199 h 373"/>
                <a:gd name="T18" fmla="*/ 170 w 191"/>
                <a:gd name="T19" fmla="*/ 169 h 373"/>
                <a:gd name="T20" fmla="*/ 35 w 191"/>
                <a:gd name="T21" fmla="*/ 169 h 373"/>
                <a:gd name="T22" fmla="*/ 35 w 191"/>
                <a:gd name="T23" fmla="*/ 32 h 373"/>
                <a:gd name="T24" fmla="*/ 181 w 191"/>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3">
                  <a:moveTo>
                    <a:pt x="181" y="32"/>
                  </a:moveTo>
                  <a:lnTo>
                    <a:pt x="181" y="0"/>
                  </a:lnTo>
                  <a:lnTo>
                    <a:pt x="0" y="0"/>
                  </a:lnTo>
                  <a:lnTo>
                    <a:pt x="0" y="372"/>
                  </a:lnTo>
                  <a:lnTo>
                    <a:pt x="190" y="372"/>
                  </a:lnTo>
                  <a:lnTo>
                    <a:pt x="190" y="340"/>
                  </a:lnTo>
                  <a:lnTo>
                    <a:pt x="35" y="340"/>
                  </a:lnTo>
                  <a:lnTo>
                    <a:pt x="35" y="199"/>
                  </a:lnTo>
                  <a:lnTo>
                    <a:pt x="170" y="199"/>
                  </a:lnTo>
                  <a:lnTo>
                    <a:pt x="170" y="169"/>
                  </a:lnTo>
                  <a:lnTo>
                    <a:pt x="35" y="169"/>
                  </a:lnTo>
                  <a:lnTo>
                    <a:pt x="35"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4" name="Freeform 80">
              <a:extLst>
                <a:ext uri="{FF2B5EF4-FFF2-40B4-BE49-F238E27FC236}">
                  <a16:creationId xmlns:a16="http://schemas.microsoft.com/office/drawing/2014/main" id="{AC2A109D-D995-8035-89C8-E5AAD824AFCD}"/>
                </a:ext>
              </a:extLst>
            </p:cNvPr>
            <p:cNvSpPr>
              <a:spLocks noChangeArrowheads="1"/>
            </p:cNvSpPr>
            <p:nvPr/>
          </p:nvSpPr>
          <p:spPr bwMode="auto">
            <a:xfrm>
              <a:off x="1857375" y="4113213"/>
              <a:ext cx="12700" cy="134937"/>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5" name="Freeform 81">
              <a:extLst>
                <a:ext uri="{FF2B5EF4-FFF2-40B4-BE49-F238E27FC236}">
                  <a16:creationId xmlns:a16="http://schemas.microsoft.com/office/drawing/2014/main" id="{71B2AFAA-8F26-3C68-342A-AD154A4ED0F0}"/>
                </a:ext>
              </a:extLst>
            </p:cNvPr>
            <p:cNvSpPr>
              <a:spLocks noChangeArrowheads="1"/>
            </p:cNvSpPr>
            <p:nvPr/>
          </p:nvSpPr>
          <p:spPr bwMode="auto">
            <a:xfrm>
              <a:off x="1897063" y="4111625"/>
              <a:ext cx="98425" cy="138113"/>
            </a:xfrm>
            <a:custGeom>
              <a:avLst/>
              <a:gdLst>
                <a:gd name="T0" fmla="*/ 109 w 273"/>
                <a:gd name="T1" fmla="*/ 15 h 385"/>
                <a:gd name="T2" fmla="*/ 109 w 273"/>
                <a:gd name="T3" fmla="*/ 15 h 385"/>
                <a:gd name="T4" fmla="*/ 51 w 273"/>
                <a:gd name="T5" fmla="*/ 56 h 385"/>
                <a:gd name="T6" fmla="*/ 14 w 273"/>
                <a:gd name="T7" fmla="*/ 120 h 385"/>
                <a:gd name="T8" fmla="*/ 0 w 273"/>
                <a:gd name="T9" fmla="*/ 199 h 385"/>
                <a:gd name="T10" fmla="*/ 12 w 273"/>
                <a:gd name="T11" fmla="*/ 272 h 385"/>
                <a:gd name="T12" fmla="*/ 47 w 273"/>
                <a:gd name="T13" fmla="*/ 331 h 385"/>
                <a:gd name="T14" fmla="*/ 102 w 273"/>
                <a:gd name="T15" fmla="*/ 370 h 385"/>
                <a:gd name="T16" fmla="*/ 174 w 273"/>
                <a:gd name="T17" fmla="*/ 384 h 385"/>
                <a:gd name="T18" fmla="*/ 272 w 273"/>
                <a:gd name="T19" fmla="*/ 363 h 385"/>
                <a:gd name="T20" fmla="*/ 272 w 273"/>
                <a:gd name="T21" fmla="*/ 330 h 385"/>
                <a:gd name="T22" fmla="*/ 178 w 273"/>
                <a:gd name="T23" fmla="*/ 352 h 385"/>
                <a:gd name="T24" fmla="*/ 116 w 273"/>
                <a:gd name="T25" fmla="*/ 339 h 385"/>
                <a:gd name="T26" fmla="*/ 72 w 273"/>
                <a:gd name="T27" fmla="*/ 306 h 385"/>
                <a:gd name="T28" fmla="*/ 46 w 273"/>
                <a:gd name="T29" fmla="*/ 257 h 385"/>
                <a:gd name="T30" fmla="*/ 36 w 273"/>
                <a:gd name="T31" fmla="*/ 196 h 385"/>
                <a:gd name="T32" fmla="*/ 47 w 273"/>
                <a:gd name="T33" fmla="*/ 129 h 385"/>
                <a:gd name="T34" fmla="*/ 76 w 273"/>
                <a:gd name="T35" fmla="*/ 77 h 385"/>
                <a:gd name="T36" fmla="*/ 123 w 273"/>
                <a:gd name="T37" fmla="*/ 42 h 385"/>
                <a:gd name="T38" fmla="*/ 186 w 273"/>
                <a:gd name="T39" fmla="*/ 30 h 385"/>
                <a:gd name="T40" fmla="*/ 272 w 273"/>
                <a:gd name="T41" fmla="*/ 51 h 385"/>
                <a:gd name="T42" fmla="*/ 272 w 273"/>
                <a:gd name="T43" fmla="*/ 13 h 385"/>
                <a:gd name="T44" fmla="*/ 188 w 273"/>
                <a:gd name="T45" fmla="*/ 0 h 385"/>
                <a:gd name="T46" fmla="*/ 109 w 273"/>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109" y="15"/>
                  </a:moveTo>
                  <a:lnTo>
                    <a:pt x="109" y="15"/>
                  </a:lnTo>
                  <a:cubicBezTo>
                    <a:pt x="87" y="24"/>
                    <a:pt x="68" y="38"/>
                    <a:pt x="51" y="56"/>
                  </a:cubicBezTo>
                  <a:cubicBezTo>
                    <a:pt x="35" y="74"/>
                    <a:pt x="22" y="95"/>
                    <a:pt x="14" y="120"/>
                  </a:cubicBezTo>
                  <a:cubicBezTo>
                    <a:pt x="4" y="143"/>
                    <a:pt x="0" y="170"/>
                    <a:pt x="0" y="199"/>
                  </a:cubicBezTo>
                  <a:cubicBezTo>
                    <a:pt x="0" y="225"/>
                    <a:pt x="4" y="250"/>
                    <a:pt x="12" y="272"/>
                  </a:cubicBezTo>
                  <a:cubicBezTo>
                    <a:pt x="21" y="295"/>
                    <a:pt x="32" y="315"/>
                    <a:pt x="47" y="331"/>
                  </a:cubicBezTo>
                  <a:cubicBezTo>
                    <a:pt x="62" y="348"/>
                    <a:pt x="81" y="360"/>
                    <a:pt x="102" y="370"/>
                  </a:cubicBezTo>
                  <a:cubicBezTo>
                    <a:pt x="124" y="378"/>
                    <a:pt x="148" y="384"/>
                    <a:pt x="174" y="384"/>
                  </a:cubicBezTo>
                  <a:cubicBezTo>
                    <a:pt x="210" y="384"/>
                    <a:pt x="243" y="377"/>
                    <a:pt x="272" y="363"/>
                  </a:cubicBezTo>
                  <a:cubicBezTo>
                    <a:pt x="272" y="330"/>
                    <a:pt x="272" y="330"/>
                    <a:pt x="272" y="330"/>
                  </a:cubicBezTo>
                  <a:cubicBezTo>
                    <a:pt x="244" y="345"/>
                    <a:pt x="214" y="352"/>
                    <a:pt x="178" y="352"/>
                  </a:cubicBezTo>
                  <a:cubicBezTo>
                    <a:pt x="155" y="352"/>
                    <a:pt x="134" y="348"/>
                    <a:pt x="116" y="339"/>
                  </a:cubicBezTo>
                  <a:cubicBezTo>
                    <a:pt x="98" y="331"/>
                    <a:pt x="84" y="320"/>
                    <a:pt x="72" y="306"/>
                  </a:cubicBezTo>
                  <a:cubicBezTo>
                    <a:pt x="61" y="291"/>
                    <a:pt x="51" y="274"/>
                    <a:pt x="46" y="257"/>
                  </a:cubicBezTo>
                  <a:cubicBezTo>
                    <a:pt x="39" y="237"/>
                    <a:pt x="36" y="216"/>
                    <a:pt x="36" y="196"/>
                  </a:cubicBezTo>
                  <a:cubicBezTo>
                    <a:pt x="36" y="172"/>
                    <a:pt x="40" y="150"/>
                    <a:pt x="47" y="129"/>
                  </a:cubicBezTo>
                  <a:cubicBezTo>
                    <a:pt x="52" y="110"/>
                    <a:pt x="64" y="92"/>
                    <a:pt x="76" y="77"/>
                  </a:cubicBezTo>
                  <a:cubicBezTo>
                    <a:pt x="88" y="63"/>
                    <a:pt x="104" y="51"/>
                    <a:pt x="123" y="42"/>
                  </a:cubicBezTo>
                  <a:cubicBezTo>
                    <a:pt x="141" y="34"/>
                    <a:pt x="163" y="30"/>
                    <a:pt x="186" y="30"/>
                  </a:cubicBezTo>
                  <a:cubicBezTo>
                    <a:pt x="217" y="30"/>
                    <a:pt x="246" y="37"/>
                    <a:pt x="272" y="51"/>
                  </a:cubicBezTo>
                  <a:cubicBezTo>
                    <a:pt x="272" y="13"/>
                    <a:pt x="272" y="13"/>
                    <a:pt x="272" y="13"/>
                  </a:cubicBezTo>
                  <a:cubicBezTo>
                    <a:pt x="247" y="4"/>
                    <a:pt x="218" y="0"/>
                    <a:pt x="188" y="0"/>
                  </a:cubicBezTo>
                  <a:cubicBezTo>
                    <a:pt x="159" y="0"/>
                    <a:pt x="133" y="4"/>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6" name="Freeform 82">
              <a:extLst>
                <a:ext uri="{FF2B5EF4-FFF2-40B4-BE49-F238E27FC236}">
                  <a16:creationId xmlns:a16="http://schemas.microsoft.com/office/drawing/2014/main" id="{965D7989-1ED8-4DAC-13B0-DA8415F43269}"/>
                </a:ext>
              </a:extLst>
            </p:cNvPr>
            <p:cNvSpPr>
              <a:spLocks noChangeArrowheads="1"/>
            </p:cNvSpPr>
            <p:nvPr/>
          </p:nvSpPr>
          <p:spPr bwMode="auto">
            <a:xfrm>
              <a:off x="2012950" y="4111625"/>
              <a:ext cx="125413" cy="138113"/>
            </a:xfrm>
            <a:custGeom>
              <a:avLst/>
              <a:gdLst>
                <a:gd name="T0" fmla="*/ 304 w 350"/>
                <a:gd name="T1" fmla="*/ 327 h 385"/>
                <a:gd name="T2" fmla="*/ 304 w 350"/>
                <a:gd name="T3" fmla="*/ 327 h 385"/>
                <a:gd name="T4" fmla="*/ 338 w 350"/>
                <a:gd name="T5" fmla="*/ 263 h 385"/>
                <a:gd name="T6" fmla="*/ 349 w 350"/>
                <a:gd name="T7" fmla="*/ 186 h 385"/>
                <a:gd name="T8" fmla="*/ 338 w 350"/>
                <a:gd name="T9" fmla="*/ 112 h 385"/>
                <a:gd name="T10" fmla="*/ 304 w 350"/>
                <a:gd name="T11" fmla="*/ 52 h 385"/>
                <a:gd name="T12" fmla="*/ 251 w 350"/>
                <a:gd name="T13" fmla="*/ 13 h 385"/>
                <a:gd name="T14" fmla="*/ 179 w 350"/>
                <a:gd name="T15" fmla="*/ 0 h 385"/>
                <a:gd name="T16" fmla="*/ 103 w 350"/>
                <a:gd name="T17" fmla="*/ 13 h 385"/>
                <a:gd name="T18" fmla="*/ 47 w 350"/>
                <a:gd name="T19" fmla="*/ 53 h 385"/>
                <a:gd name="T20" fmla="*/ 12 w 350"/>
                <a:gd name="T21" fmla="*/ 116 h 385"/>
                <a:gd name="T22" fmla="*/ 0 w 350"/>
                <a:gd name="T23" fmla="*/ 196 h 385"/>
                <a:gd name="T24" fmla="*/ 12 w 350"/>
                <a:gd name="T25" fmla="*/ 269 h 385"/>
                <a:gd name="T26" fmla="*/ 47 w 350"/>
                <a:gd name="T27" fmla="*/ 328 h 385"/>
                <a:gd name="T28" fmla="*/ 101 w 350"/>
                <a:gd name="T29" fmla="*/ 368 h 385"/>
                <a:gd name="T30" fmla="*/ 174 w 350"/>
                <a:gd name="T31" fmla="*/ 384 h 385"/>
                <a:gd name="T32" fmla="*/ 248 w 350"/>
                <a:gd name="T33" fmla="*/ 368 h 385"/>
                <a:gd name="T34" fmla="*/ 304 w 350"/>
                <a:gd name="T35" fmla="*/ 327 h 385"/>
                <a:gd name="T36" fmla="*/ 174 w 350"/>
                <a:gd name="T37" fmla="*/ 352 h 385"/>
                <a:gd name="T38" fmla="*/ 174 w 350"/>
                <a:gd name="T39" fmla="*/ 352 h 385"/>
                <a:gd name="T40" fmla="*/ 113 w 350"/>
                <a:gd name="T41" fmla="*/ 338 h 385"/>
                <a:gd name="T42" fmla="*/ 70 w 350"/>
                <a:gd name="T43" fmla="*/ 303 h 385"/>
                <a:gd name="T44" fmla="*/ 44 w 350"/>
                <a:gd name="T45" fmla="*/ 252 h 385"/>
                <a:gd name="T46" fmla="*/ 36 w 350"/>
                <a:gd name="T47" fmla="*/ 192 h 385"/>
                <a:gd name="T48" fmla="*/ 45 w 350"/>
                <a:gd name="T49" fmla="*/ 129 h 385"/>
                <a:gd name="T50" fmla="*/ 73 w 350"/>
                <a:gd name="T51" fmla="*/ 78 h 385"/>
                <a:gd name="T52" fmla="*/ 117 w 350"/>
                <a:gd name="T53" fmla="*/ 44 h 385"/>
                <a:gd name="T54" fmla="*/ 177 w 350"/>
                <a:gd name="T55" fmla="*/ 30 h 385"/>
                <a:gd name="T56" fmla="*/ 239 w 350"/>
                <a:gd name="T57" fmla="*/ 44 h 385"/>
                <a:gd name="T58" fmla="*/ 282 w 350"/>
                <a:gd name="T59" fmla="*/ 78 h 385"/>
                <a:gd name="T60" fmla="*/ 305 w 350"/>
                <a:gd name="T61" fmla="*/ 129 h 385"/>
                <a:gd name="T62" fmla="*/ 313 w 350"/>
                <a:gd name="T63" fmla="*/ 192 h 385"/>
                <a:gd name="T64" fmla="*/ 305 w 350"/>
                <a:gd name="T65" fmla="*/ 255 h 385"/>
                <a:gd name="T66" fmla="*/ 277 w 350"/>
                <a:gd name="T67" fmla="*/ 306 h 385"/>
                <a:gd name="T68" fmla="*/ 235 w 350"/>
                <a:gd name="T69" fmla="*/ 339 h 385"/>
                <a:gd name="T70" fmla="*/ 174 w 350"/>
                <a:gd name="T71" fmla="*/ 35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304" y="327"/>
                  </a:moveTo>
                  <a:lnTo>
                    <a:pt x="304" y="327"/>
                  </a:lnTo>
                  <a:cubicBezTo>
                    <a:pt x="319" y="309"/>
                    <a:pt x="330" y="288"/>
                    <a:pt x="338" y="263"/>
                  </a:cubicBezTo>
                  <a:cubicBezTo>
                    <a:pt x="345" y="240"/>
                    <a:pt x="349" y="214"/>
                    <a:pt x="349" y="186"/>
                  </a:cubicBezTo>
                  <a:cubicBezTo>
                    <a:pt x="349" y="158"/>
                    <a:pt x="345" y="134"/>
                    <a:pt x="338" y="112"/>
                  </a:cubicBezTo>
                  <a:cubicBezTo>
                    <a:pt x="330" y="88"/>
                    <a:pt x="319" y="69"/>
                    <a:pt x="304" y="52"/>
                  </a:cubicBezTo>
                  <a:cubicBezTo>
                    <a:pt x="290" y="36"/>
                    <a:pt x="272" y="23"/>
                    <a:pt x="251" y="13"/>
                  </a:cubicBezTo>
                  <a:cubicBezTo>
                    <a:pt x="229" y="4"/>
                    <a:pt x="206" y="0"/>
                    <a:pt x="179" y="0"/>
                  </a:cubicBezTo>
                  <a:cubicBezTo>
                    <a:pt x="152" y="0"/>
                    <a:pt x="126" y="4"/>
                    <a:pt x="103" y="13"/>
                  </a:cubicBezTo>
                  <a:cubicBezTo>
                    <a:pt x="81" y="23"/>
                    <a:pt x="63" y="37"/>
                    <a:pt x="47" y="53"/>
                  </a:cubicBezTo>
                  <a:cubicBezTo>
                    <a:pt x="32" y="70"/>
                    <a:pt x="21" y="91"/>
                    <a:pt x="12" y="116"/>
                  </a:cubicBezTo>
                  <a:cubicBezTo>
                    <a:pt x="4" y="139"/>
                    <a:pt x="0" y="167"/>
                    <a:pt x="0" y="196"/>
                  </a:cubicBezTo>
                  <a:cubicBezTo>
                    <a:pt x="0" y="222"/>
                    <a:pt x="4" y="245"/>
                    <a:pt x="12" y="269"/>
                  </a:cubicBezTo>
                  <a:cubicBezTo>
                    <a:pt x="21" y="291"/>
                    <a:pt x="32" y="312"/>
                    <a:pt x="47" y="328"/>
                  </a:cubicBezTo>
                  <a:cubicBezTo>
                    <a:pt x="62" y="345"/>
                    <a:pt x="80" y="359"/>
                    <a:pt x="101" y="368"/>
                  </a:cubicBezTo>
                  <a:cubicBezTo>
                    <a:pt x="123" y="378"/>
                    <a:pt x="146" y="384"/>
                    <a:pt x="174" y="384"/>
                  </a:cubicBezTo>
                  <a:cubicBezTo>
                    <a:pt x="201" y="384"/>
                    <a:pt x="228" y="378"/>
                    <a:pt x="248" y="368"/>
                  </a:cubicBezTo>
                  <a:cubicBezTo>
                    <a:pt x="271" y="359"/>
                    <a:pt x="288" y="345"/>
                    <a:pt x="304" y="327"/>
                  </a:cubicBezTo>
                  <a:close/>
                  <a:moveTo>
                    <a:pt x="174" y="352"/>
                  </a:moveTo>
                  <a:lnTo>
                    <a:pt x="174" y="352"/>
                  </a:lnTo>
                  <a:cubicBezTo>
                    <a:pt x="150" y="352"/>
                    <a:pt x="130" y="348"/>
                    <a:pt x="113" y="338"/>
                  </a:cubicBezTo>
                  <a:cubicBezTo>
                    <a:pt x="95" y="330"/>
                    <a:pt x="81" y="317"/>
                    <a:pt x="70" y="303"/>
                  </a:cubicBezTo>
                  <a:cubicBezTo>
                    <a:pt x="58" y="288"/>
                    <a:pt x="50" y="272"/>
                    <a:pt x="44" y="252"/>
                  </a:cubicBezTo>
                  <a:cubicBezTo>
                    <a:pt x="38" y="233"/>
                    <a:pt x="36" y="212"/>
                    <a:pt x="36" y="192"/>
                  </a:cubicBezTo>
                  <a:cubicBezTo>
                    <a:pt x="36" y="170"/>
                    <a:pt x="40" y="149"/>
                    <a:pt x="45" y="129"/>
                  </a:cubicBezTo>
                  <a:cubicBezTo>
                    <a:pt x="52" y="110"/>
                    <a:pt x="61" y="92"/>
                    <a:pt x="73" y="78"/>
                  </a:cubicBezTo>
                  <a:cubicBezTo>
                    <a:pt x="84" y="63"/>
                    <a:pt x="99" y="52"/>
                    <a:pt x="117" y="44"/>
                  </a:cubicBezTo>
                  <a:cubicBezTo>
                    <a:pt x="134" y="34"/>
                    <a:pt x="154" y="30"/>
                    <a:pt x="177" y="30"/>
                  </a:cubicBezTo>
                  <a:cubicBezTo>
                    <a:pt x="200" y="30"/>
                    <a:pt x="221" y="34"/>
                    <a:pt x="239" y="44"/>
                  </a:cubicBezTo>
                  <a:cubicBezTo>
                    <a:pt x="255" y="52"/>
                    <a:pt x="271" y="63"/>
                    <a:pt x="282" y="78"/>
                  </a:cubicBezTo>
                  <a:cubicBezTo>
                    <a:pt x="293" y="92"/>
                    <a:pt x="301" y="110"/>
                    <a:pt x="305" y="129"/>
                  </a:cubicBezTo>
                  <a:cubicBezTo>
                    <a:pt x="311" y="149"/>
                    <a:pt x="313" y="170"/>
                    <a:pt x="313" y="192"/>
                  </a:cubicBezTo>
                  <a:cubicBezTo>
                    <a:pt x="313" y="214"/>
                    <a:pt x="311" y="236"/>
                    <a:pt x="305" y="255"/>
                  </a:cubicBezTo>
                  <a:cubicBezTo>
                    <a:pt x="298" y="274"/>
                    <a:pt x="290" y="292"/>
                    <a:pt x="277" y="306"/>
                  </a:cubicBezTo>
                  <a:cubicBezTo>
                    <a:pt x="266" y="320"/>
                    <a:pt x="251" y="331"/>
                    <a:pt x="235" y="339"/>
                  </a:cubicBezTo>
                  <a:cubicBezTo>
                    <a:pt x="217" y="348"/>
                    <a:pt x="196" y="352"/>
                    <a:pt x="174" y="3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7" name="Freeform 83">
              <a:extLst>
                <a:ext uri="{FF2B5EF4-FFF2-40B4-BE49-F238E27FC236}">
                  <a16:creationId xmlns:a16="http://schemas.microsoft.com/office/drawing/2014/main" id="{98C6A9A7-820F-AE2E-4D79-58EF850064B1}"/>
                </a:ext>
              </a:extLst>
            </p:cNvPr>
            <p:cNvSpPr>
              <a:spLocks noChangeArrowheads="1"/>
            </p:cNvSpPr>
            <p:nvPr/>
          </p:nvSpPr>
          <p:spPr bwMode="auto">
            <a:xfrm>
              <a:off x="2165350" y="4113213"/>
              <a:ext cx="104775" cy="134937"/>
            </a:xfrm>
            <a:custGeom>
              <a:avLst/>
              <a:gdLst>
                <a:gd name="T0" fmla="*/ 40 w 291"/>
                <a:gd name="T1" fmla="*/ 62 h 373"/>
                <a:gd name="T2" fmla="*/ 40 w 291"/>
                <a:gd name="T3" fmla="*/ 62 h 373"/>
                <a:gd name="T4" fmla="*/ 48 w 291"/>
                <a:gd name="T5" fmla="*/ 73 h 373"/>
                <a:gd name="T6" fmla="*/ 254 w 291"/>
                <a:gd name="T7" fmla="*/ 372 h 373"/>
                <a:gd name="T8" fmla="*/ 290 w 291"/>
                <a:gd name="T9" fmla="*/ 372 h 373"/>
                <a:gd name="T10" fmla="*/ 290 w 291"/>
                <a:gd name="T11" fmla="*/ 0 h 373"/>
                <a:gd name="T12" fmla="*/ 255 w 291"/>
                <a:gd name="T13" fmla="*/ 0 h 373"/>
                <a:gd name="T14" fmla="*/ 255 w 291"/>
                <a:gd name="T15" fmla="*/ 276 h 373"/>
                <a:gd name="T16" fmla="*/ 255 w 291"/>
                <a:gd name="T17" fmla="*/ 300 h 373"/>
                <a:gd name="T18" fmla="*/ 257 w 291"/>
                <a:gd name="T19" fmla="*/ 319 h 373"/>
                <a:gd name="T20" fmla="*/ 255 w 291"/>
                <a:gd name="T21" fmla="*/ 319 h 373"/>
                <a:gd name="T22" fmla="*/ 248 w 291"/>
                <a:gd name="T23" fmla="*/ 308 h 373"/>
                <a:gd name="T24" fmla="*/ 240 w 291"/>
                <a:gd name="T25" fmla="*/ 294 h 373"/>
                <a:gd name="T26" fmla="*/ 39 w 291"/>
                <a:gd name="T27" fmla="*/ 0 h 373"/>
                <a:gd name="T28" fmla="*/ 0 w 291"/>
                <a:gd name="T29" fmla="*/ 0 h 373"/>
                <a:gd name="T30" fmla="*/ 0 w 291"/>
                <a:gd name="T31" fmla="*/ 372 h 373"/>
                <a:gd name="T32" fmla="*/ 34 w 291"/>
                <a:gd name="T33" fmla="*/ 372 h 373"/>
                <a:gd name="T34" fmla="*/ 34 w 291"/>
                <a:gd name="T35" fmla="*/ 84 h 373"/>
                <a:gd name="T36" fmla="*/ 34 w 291"/>
                <a:gd name="T37" fmla="*/ 64 h 373"/>
                <a:gd name="T38" fmla="*/ 33 w 291"/>
                <a:gd name="T39" fmla="*/ 50 h 373"/>
                <a:gd name="T40" fmla="*/ 34 w 291"/>
                <a:gd name="T41" fmla="*/ 50 h 373"/>
                <a:gd name="T42" fmla="*/ 40 w 291"/>
                <a:gd name="T43" fmla="*/ 6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40" y="62"/>
                  </a:moveTo>
                  <a:lnTo>
                    <a:pt x="40" y="62"/>
                  </a:lnTo>
                  <a:cubicBezTo>
                    <a:pt x="43" y="66"/>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cubicBezTo>
                    <a:pt x="255" y="276"/>
                    <a:pt x="255" y="276"/>
                    <a:pt x="255" y="276"/>
                  </a:cubicBezTo>
                  <a:cubicBezTo>
                    <a:pt x="255" y="285"/>
                    <a:pt x="255" y="293"/>
                    <a:pt x="255" y="300"/>
                  </a:cubicBezTo>
                  <a:cubicBezTo>
                    <a:pt x="257" y="307"/>
                    <a:pt x="257" y="314"/>
                    <a:pt x="257" y="319"/>
                  </a:cubicBezTo>
                  <a:cubicBezTo>
                    <a:pt x="255" y="319"/>
                    <a:pt x="255" y="319"/>
                    <a:pt x="255" y="319"/>
                  </a:cubicBezTo>
                  <a:cubicBezTo>
                    <a:pt x="254" y="315"/>
                    <a:pt x="251" y="312"/>
                    <a:pt x="248" y="308"/>
                  </a:cubicBezTo>
                  <a:cubicBezTo>
                    <a:pt x="247" y="304"/>
                    <a:pt x="244" y="300"/>
                    <a:pt x="240" y="294"/>
                  </a:cubicBezTo>
                  <a:cubicBezTo>
                    <a:pt x="39" y="0"/>
                    <a:pt x="39" y="0"/>
                    <a:pt x="39" y="0"/>
                  </a:cubicBezTo>
                  <a:cubicBezTo>
                    <a:pt x="0" y="0"/>
                    <a:pt x="0" y="0"/>
                    <a:pt x="0" y="0"/>
                  </a:cubicBezTo>
                  <a:cubicBezTo>
                    <a:pt x="0" y="372"/>
                    <a:pt x="0" y="372"/>
                    <a:pt x="0" y="372"/>
                  </a:cubicBezTo>
                  <a:cubicBezTo>
                    <a:pt x="34" y="372"/>
                    <a:pt x="34" y="372"/>
                    <a:pt x="34" y="372"/>
                  </a:cubicBezTo>
                  <a:cubicBezTo>
                    <a:pt x="34" y="84"/>
                    <a:pt x="34" y="84"/>
                    <a:pt x="34" y="84"/>
                  </a:cubicBezTo>
                  <a:cubicBezTo>
                    <a:pt x="34" y="76"/>
                    <a:pt x="34" y="69"/>
                    <a:pt x="34" y="64"/>
                  </a:cubicBezTo>
                  <a:cubicBezTo>
                    <a:pt x="33" y="58"/>
                    <a:pt x="33" y="54"/>
                    <a:pt x="33" y="50"/>
                  </a:cubicBezTo>
                  <a:cubicBezTo>
                    <a:pt x="34" y="50"/>
                    <a:pt x="34" y="50"/>
                    <a:pt x="34" y="50"/>
                  </a:cubicBezTo>
                  <a:cubicBezTo>
                    <a:pt x="36" y="54"/>
                    <a:pt x="39"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98" name="Freeform 84">
              <a:extLst>
                <a:ext uri="{FF2B5EF4-FFF2-40B4-BE49-F238E27FC236}">
                  <a16:creationId xmlns:a16="http://schemas.microsoft.com/office/drawing/2014/main" id="{C55E4B81-0C3D-532F-BC15-1AD9E210B149}"/>
                </a:ext>
              </a:extLst>
            </p:cNvPr>
            <p:cNvSpPr>
              <a:spLocks noChangeArrowheads="1"/>
            </p:cNvSpPr>
            <p:nvPr/>
          </p:nvSpPr>
          <p:spPr bwMode="auto">
            <a:xfrm>
              <a:off x="2298700" y="4111625"/>
              <a:ext cx="76200" cy="138113"/>
            </a:xfrm>
            <a:custGeom>
              <a:avLst/>
              <a:gdLst>
                <a:gd name="T0" fmla="*/ 188 w 213"/>
                <a:gd name="T1" fmla="*/ 226 h 383"/>
                <a:gd name="T2" fmla="*/ 188 w 213"/>
                <a:gd name="T3" fmla="*/ 226 h 383"/>
                <a:gd name="T4" fmla="*/ 159 w 213"/>
                <a:gd name="T5" fmla="*/ 201 h 383"/>
                <a:gd name="T6" fmla="*/ 119 w 213"/>
                <a:gd name="T7" fmla="*/ 176 h 383"/>
                <a:gd name="T8" fmla="*/ 81 w 213"/>
                <a:gd name="T9" fmla="*/ 156 h 383"/>
                <a:gd name="T10" fmla="*/ 56 w 213"/>
                <a:gd name="T11" fmla="*/ 138 h 383"/>
                <a:gd name="T12" fmla="*/ 42 w 213"/>
                <a:gd name="T13" fmla="*/ 117 h 383"/>
                <a:gd name="T14" fmla="*/ 38 w 213"/>
                <a:gd name="T15" fmla="*/ 92 h 383"/>
                <a:gd name="T16" fmla="*/ 45 w 213"/>
                <a:gd name="T17" fmla="*/ 66 h 383"/>
                <a:gd name="T18" fmla="*/ 61 w 213"/>
                <a:gd name="T19" fmla="*/ 47 h 383"/>
                <a:gd name="T20" fmla="*/ 87 w 213"/>
                <a:gd name="T21" fmla="*/ 34 h 383"/>
                <a:gd name="T22" fmla="*/ 119 w 213"/>
                <a:gd name="T23" fmla="*/ 30 h 383"/>
                <a:gd name="T24" fmla="*/ 195 w 213"/>
                <a:gd name="T25" fmla="*/ 49 h 383"/>
                <a:gd name="T26" fmla="*/ 195 w 213"/>
                <a:gd name="T27" fmla="*/ 11 h 383"/>
                <a:gd name="T28" fmla="*/ 122 w 213"/>
                <a:gd name="T29" fmla="*/ 0 h 383"/>
                <a:gd name="T30" fmla="*/ 76 w 213"/>
                <a:gd name="T31" fmla="*/ 5 h 383"/>
                <a:gd name="T32" fmla="*/ 38 w 213"/>
                <a:gd name="T33" fmla="*/ 24 h 383"/>
                <a:gd name="T34" fmla="*/ 11 w 213"/>
                <a:gd name="T35" fmla="*/ 55 h 383"/>
                <a:gd name="T36" fmla="*/ 2 w 213"/>
                <a:gd name="T37" fmla="*/ 96 h 383"/>
                <a:gd name="T38" fmla="*/ 7 w 213"/>
                <a:gd name="T39" fmla="*/ 128 h 383"/>
                <a:gd name="T40" fmla="*/ 22 w 213"/>
                <a:gd name="T41" fmla="*/ 154 h 383"/>
                <a:gd name="T42" fmla="*/ 50 w 213"/>
                <a:gd name="T43" fmla="*/ 178 h 383"/>
                <a:gd name="T44" fmla="*/ 92 w 213"/>
                <a:gd name="T45" fmla="*/ 201 h 383"/>
                <a:gd name="T46" fmla="*/ 129 w 213"/>
                <a:gd name="T47" fmla="*/ 223 h 383"/>
                <a:gd name="T48" fmla="*/ 155 w 213"/>
                <a:gd name="T49" fmla="*/ 243 h 383"/>
                <a:gd name="T50" fmla="*/ 170 w 213"/>
                <a:gd name="T51" fmla="*/ 263 h 383"/>
                <a:gd name="T52" fmla="*/ 174 w 213"/>
                <a:gd name="T53" fmla="*/ 288 h 383"/>
                <a:gd name="T54" fmla="*/ 154 w 213"/>
                <a:gd name="T55" fmla="*/ 335 h 383"/>
                <a:gd name="T56" fmla="*/ 92 w 213"/>
                <a:gd name="T57" fmla="*/ 352 h 383"/>
                <a:gd name="T58" fmla="*/ 68 w 213"/>
                <a:gd name="T59" fmla="*/ 350 h 383"/>
                <a:gd name="T60" fmla="*/ 45 w 213"/>
                <a:gd name="T61" fmla="*/ 344 h 383"/>
                <a:gd name="T62" fmla="*/ 21 w 213"/>
                <a:gd name="T63" fmla="*/ 335 h 383"/>
                <a:gd name="T64" fmla="*/ 0 w 213"/>
                <a:gd name="T65" fmla="*/ 323 h 383"/>
                <a:gd name="T66" fmla="*/ 0 w 213"/>
                <a:gd name="T67" fmla="*/ 363 h 383"/>
                <a:gd name="T68" fmla="*/ 18 w 213"/>
                <a:gd name="T69" fmla="*/ 371 h 383"/>
                <a:gd name="T70" fmla="*/ 43 w 213"/>
                <a:gd name="T71" fmla="*/ 377 h 383"/>
                <a:gd name="T72" fmla="*/ 67 w 213"/>
                <a:gd name="T73" fmla="*/ 381 h 383"/>
                <a:gd name="T74" fmla="*/ 89 w 213"/>
                <a:gd name="T75" fmla="*/ 382 h 383"/>
                <a:gd name="T76" fmla="*/ 137 w 213"/>
                <a:gd name="T77" fmla="*/ 377 h 383"/>
                <a:gd name="T78" fmla="*/ 177 w 213"/>
                <a:gd name="T79" fmla="*/ 359 h 383"/>
                <a:gd name="T80" fmla="*/ 202 w 213"/>
                <a:gd name="T81" fmla="*/ 327 h 383"/>
                <a:gd name="T82" fmla="*/ 212 w 213"/>
                <a:gd name="T83" fmla="*/ 284 h 383"/>
                <a:gd name="T84" fmla="*/ 205 w 213"/>
                <a:gd name="T85" fmla="*/ 252 h 383"/>
                <a:gd name="T86" fmla="*/ 188 w 213"/>
                <a:gd name="T87" fmla="*/ 22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3">
                  <a:moveTo>
                    <a:pt x="188" y="226"/>
                  </a:moveTo>
                  <a:lnTo>
                    <a:pt x="188" y="226"/>
                  </a:lnTo>
                  <a:cubicBezTo>
                    <a:pt x="180" y="216"/>
                    <a:pt x="170" y="208"/>
                    <a:pt x="159" y="201"/>
                  </a:cubicBezTo>
                  <a:cubicBezTo>
                    <a:pt x="148" y="193"/>
                    <a:pt x="134" y="185"/>
                    <a:pt x="119" y="176"/>
                  </a:cubicBezTo>
                  <a:cubicBezTo>
                    <a:pt x="104" y="168"/>
                    <a:pt x="92" y="161"/>
                    <a:pt x="81" y="156"/>
                  </a:cubicBezTo>
                  <a:cubicBezTo>
                    <a:pt x="71" y="149"/>
                    <a:pt x="63" y="143"/>
                    <a:pt x="56" y="138"/>
                  </a:cubicBezTo>
                  <a:cubicBezTo>
                    <a:pt x="50" y="131"/>
                    <a:pt x="45" y="124"/>
                    <a:pt x="42" y="117"/>
                  </a:cubicBezTo>
                  <a:cubicBezTo>
                    <a:pt x="39" y="110"/>
                    <a:pt x="38" y="102"/>
                    <a:pt x="38" y="92"/>
                  </a:cubicBezTo>
                  <a:cubicBezTo>
                    <a:pt x="38" y="82"/>
                    <a:pt x="40" y="73"/>
                    <a:pt x="45" y="66"/>
                  </a:cubicBezTo>
                  <a:cubicBezTo>
                    <a:pt x="49" y="58"/>
                    <a:pt x="54" y="51"/>
                    <a:pt x="61" y="47"/>
                  </a:cubicBezTo>
                  <a:cubicBezTo>
                    <a:pt x="69" y="41"/>
                    <a:pt x="78" y="37"/>
                    <a:pt x="87" y="34"/>
                  </a:cubicBezTo>
                  <a:cubicBezTo>
                    <a:pt x="97" y="31"/>
                    <a:pt x="108" y="30"/>
                    <a:pt x="119" y="30"/>
                  </a:cubicBezTo>
                  <a:cubicBezTo>
                    <a:pt x="148" y="30"/>
                    <a:pt x="174" y="37"/>
                    <a:pt x="195" y="49"/>
                  </a:cubicBezTo>
                  <a:cubicBezTo>
                    <a:pt x="195" y="11"/>
                    <a:pt x="195" y="11"/>
                    <a:pt x="195" y="11"/>
                  </a:cubicBezTo>
                  <a:cubicBezTo>
                    <a:pt x="176" y="4"/>
                    <a:pt x="152" y="0"/>
                    <a:pt x="122" y="0"/>
                  </a:cubicBezTo>
                  <a:cubicBezTo>
                    <a:pt x="105" y="0"/>
                    <a:pt x="90" y="1"/>
                    <a:pt x="76" y="5"/>
                  </a:cubicBezTo>
                  <a:cubicBezTo>
                    <a:pt x="61" y="11"/>
                    <a:pt x="49" y="16"/>
                    <a:pt x="38" y="24"/>
                  </a:cubicBezTo>
                  <a:cubicBezTo>
                    <a:pt x="27" y="33"/>
                    <a:pt x="18" y="44"/>
                    <a:pt x="11" y="55"/>
                  </a:cubicBezTo>
                  <a:cubicBezTo>
                    <a:pt x="6" y="67"/>
                    <a:pt x="2" y="81"/>
                    <a:pt x="2" y="96"/>
                  </a:cubicBezTo>
                  <a:cubicBezTo>
                    <a:pt x="2" y="107"/>
                    <a:pt x="3" y="118"/>
                    <a:pt x="7" y="128"/>
                  </a:cubicBezTo>
                  <a:cubicBezTo>
                    <a:pt x="10" y="138"/>
                    <a:pt x="16" y="146"/>
                    <a:pt x="22" y="154"/>
                  </a:cubicBezTo>
                  <a:cubicBezTo>
                    <a:pt x="29" y="161"/>
                    <a:pt x="39" y="170"/>
                    <a:pt x="50" y="178"/>
                  </a:cubicBezTo>
                  <a:cubicBezTo>
                    <a:pt x="63" y="185"/>
                    <a:pt x="75" y="193"/>
                    <a:pt x="92" y="201"/>
                  </a:cubicBezTo>
                  <a:cubicBezTo>
                    <a:pt x="105" y="210"/>
                    <a:pt x="118" y="216"/>
                    <a:pt x="129" y="223"/>
                  </a:cubicBezTo>
                  <a:cubicBezTo>
                    <a:pt x="140" y="229"/>
                    <a:pt x="148" y="236"/>
                    <a:pt x="155" y="243"/>
                  </a:cubicBezTo>
                  <a:cubicBezTo>
                    <a:pt x="162" y="248"/>
                    <a:pt x="167" y="255"/>
                    <a:pt x="170" y="263"/>
                  </a:cubicBezTo>
                  <a:cubicBezTo>
                    <a:pt x="173" y="270"/>
                    <a:pt x="174" y="279"/>
                    <a:pt x="174" y="288"/>
                  </a:cubicBezTo>
                  <a:cubicBezTo>
                    <a:pt x="174" y="309"/>
                    <a:pt x="167" y="324"/>
                    <a:pt x="154" y="335"/>
                  </a:cubicBezTo>
                  <a:cubicBezTo>
                    <a:pt x="140" y="346"/>
                    <a:pt x="119" y="352"/>
                    <a:pt x="92" y="352"/>
                  </a:cubicBezTo>
                  <a:cubicBezTo>
                    <a:pt x="83" y="352"/>
                    <a:pt x="76" y="350"/>
                    <a:pt x="68" y="350"/>
                  </a:cubicBezTo>
                  <a:cubicBezTo>
                    <a:pt x="60" y="349"/>
                    <a:pt x="53" y="346"/>
                    <a:pt x="45" y="344"/>
                  </a:cubicBezTo>
                  <a:cubicBezTo>
                    <a:pt x="36" y="342"/>
                    <a:pt x="29" y="338"/>
                    <a:pt x="21" y="335"/>
                  </a:cubicBezTo>
                  <a:cubicBezTo>
                    <a:pt x="14" y="331"/>
                    <a:pt x="7" y="327"/>
                    <a:pt x="0" y="323"/>
                  </a:cubicBezTo>
                  <a:cubicBezTo>
                    <a:pt x="0" y="363"/>
                    <a:pt x="0" y="363"/>
                    <a:pt x="0" y="363"/>
                  </a:cubicBezTo>
                  <a:cubicBezTo>
                    <a:pt x="6" y="366"/>
                    <a:pt x="11" y="368"/>
                    <a:pt x="18" y="371"/>
                  </a:cubicBezTo>
                  <a:cubicBezTo>
                    <a:pt x="27" y="374"/>
                    <a:pt x="35" y="375"/>
                    <a:pt x="43" y="377"/>
                  </a:cubicBezTo>
                  <a:cubicBezTo>
                    <a:pt x="51" y="379"/>
                    <a:pt x="60" y="381"/>
                    <a:pt x="67" y="381"/>
                  </a:cubicBezTo>
                  <a:cubicBezTo>
                    <a:pt x="75" y="382"/>
                    <a:pt x="82" y="382"/>
                    <a:pt x="89" y="382"/>
                  </a:cubicBezTo>
                  <a:cubicBezTo>
                    <a:pt x="107" y="382"/>
                    <a:pt x="123" y="381"/>
                    <a:pt x="137" y="377"/>
                  </a:cubicBezTo>
                  <a:cubicBezTo>
                    <a:pt x="152" y="373"/>
                    <a:pt x="166" y="367"/>
                    <a:pt x="177" y="359"/>
                  </a:cubicBezTo>
                  <a:cubicBezTo>
                    <a:pt x="187" y="350"/>
                    <a:pt x="197" y="339"/>
                    <a:pt x="202" y="327"/>
                  </a:cubicBezTo>
                  <a:cubicBezTo>
                    <a:pt x="208" y="315"/>
                    <a:pt x="212" y="301"/>
                    <a:pt x="212" y="284"/>
                  </a:cubicBezTo>
                  <a:cubicBezTo>
                    <a:pt x="212" y="273"/>
                    <a:pt x="209" y="262"/>
                    <a:pt x="205" y="252"/>
                  </a:cubicBezTo>
                  <a:cubicBezTo>
                    <a:pt x="202" y="243"/>
                    <a:pt x="195" y="234"/>
                    <a:pt x="188"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99" name="Freeform 85">
            <a:extLst>
              <a:ext uri="{FF2B5EF4-FFF2-40B4-BE49-F238E27FC236}">
                <a16:creationId xmlns:a16="http://schemas.microsoft.com/office/drawing/2014/main" id="{EDB36554-E7F3-9D81-D36B-608FEBFC1FF8}"/>
              </a:ext>
            </a:extLst>
          </p:cNvPr>
          <p:cNvSpPr>
            <a:spLocks noChangeArrowheads="1"/>
          </p:cNvSpPr>
          <p:nvPr/>
        </p:nvSpPr>
        <p:spPr bwMode="auto">
          <a:xfrm>
            <a:off x="2246833" y="6227391"/>
            <a:ext cx="190500" cy="255587"/>
          </a:xfrm>
          <a:custGeom>
            <a:avLst/>
            <a:gdLst>
              <a:gd name="T0" fmla="*/ 457 w 531"/>
              <a:gd name="T1" fmla="*/ 265 h 708"/>
              <a:gd name="T2" fmla="*/ 369 w 531"/>
              <a:gd name="T3" fmla="*/ 206 h 708"/>
              <a:gd name="T4" fmla="*/ 280 w 531"/>
              <a:gd name="T5" fmla="*/ 148 h 708"/>
              <a:gd name="T6" fmla="*/ 265 w 531"/>
              <a:gd name="T7" fmla="*/ 59 h 708"/>
              <a:gd name="T8" fmla="*/ 207 w 531"/>
              <a:gd name="T9" fmla="*/ 0 h 708"/>
              <a:gd name="T10" fmla="*/ 148 w 531"/>
              <a:gd name="T11" fmla="*/ 59 h 708"/>
              <a:gd name="T12" fmla="*/ 148 w 531"/>
              <a:gd name="T13" fmla="*/ 338 h 708"/>
              <a:gd name="T14" fmla="*/ 119 w 531"/>
              <a:gd name="T15" fmla="*/ 338 h 708"/>
              <a:gd name="T16" fmla="*/ 44 w 531"/>
              <a:gd name="T17" fmla="*/ 177 h 708"/>
              <a:gd name="T18" fmla="*/ 0 w 531"/>
              <a:gd name="T19" fmla="*/ 338 h 708"/>
              <a:gd name="T20" fmla="*/ 0 w 531"/>
              <a:gd name="T21" fmla="*/ 427 h 708"/>
              <a:gd name="T22" fmla="*/ 36 w 531"/>
              <a:gd name="T23" fmla="*/ 500 h 708"/>
              <a:gd name="T24" fmla="*/ 119 w 531"/>
              <a:gd name="T25" fmla="*/ 663 h 708"/>
              <a:gd name="T26" fmla="*/ 123 w 531"/>
              <a:gd name="T27" fmla="*/ 703 h 708"/>
              <a:gd name="T28" fmla="*/ 457 w 531"/>
              <a:gd name="T29" fmla="*/ 707 h 708"/>
              <a:gd name="T30" fmla="*/ 472 w 531"/>
              <a:gd name="T31" fmla="*/ 692 h 708"/>
              <a:gd name="T32" fmla="*/ 530 w 531"/>
              <a:gd name="T33" fmla="*/ 427 h 708"/>
              <a:gd name="T34" fmla="*/ 457 w 531"/>
              <a:gd name="T35" fmla="*/ 265 h 708"/>
              <a:gd name="T36" fmla="*/ 472 w 531"/>
              <a:gd name="T37" fmla="*/ 554 h 708"/>
              <a:gd name="T38" fmla="*/ 148 w 531"/>
              <a:gd name="T39" fmla="*/ 678 h 708"/>
              <a:gd name="T40" fmla="*/ 128 w 531"/>
              <a:gd name="T41" fmla="*/ 578 h 708"/>
              <a:gd name="T42" fmla="*/ 39 w 531"/>
              <a:gd name="T43" fmla="*/ 453 h 708"/>
              <a:gd name="T44" fmla="*/ 30 w 531"/>
              <a:gd name="T45" fmla="*/ 369 h 708"/>
              <a:gd name="T46" fmla="*/ 30 w 531"/>
              <a:gd name="T47" fmla="*/ 221 h 708"/>
              <a:gd name="T48" fmla="*/ 76 w 531"/>
              <a:gd name="T49" fmla="*/ 219 h 708"/>
              <a:gd name="T50" fmla="*/ 88 w 531"/>
              <a:gd name="T51" fmla="*/ 338 h 708"/>
              <a:gd name="T52" fmla="*/ 177 w 531"/>
              <a:gd name="T53" fmla="*/ 338 h 708"/>
              <a:gd name="T54" fmla="*/ 177 w 531"/>
              <a:gd name="T55" fmla="*/ 59 h 708"/>
              <a:gd name="T56" fmla="*/ 236 w 531"/>
              <a:gd name="T57" fmla="*/ 59 h 708"/>
              <a:gd name="T58" fmla="*/ 236 w 531"/>
              <a:gd name="T59" fmla="*/ 161 h 708"/>
              <a:gd name="T60" fmla="*/ 251 w 531"/>
              <a:gd name="T61" fmla="*/ 382 h 708"/>
              <a:gd name="T62" fmla="*/ 265 w 531"/>
              <a:gd name="T63" fmla="*/ 177 h 708"/>
              <a:gd name="T64" fmla="*/ 312 w 531"/>
              <a:gd name="T65" fmla="*/ 189 h 708"/>
              <a:gd name="T66" fmla="*/ 325 w 531"/>
              <a:gd name="T67" fmla="*/ 369 h 708"/>
              <a:gd name="T68" fmla="*/ 354 w 531"/>
              <a:gd name="T69" fmla="*/ 369 h 708"/>
              <a:gd name="T70" fmla="*/ 369 w 531"/>
              <a:gd name="T71" fmla="*/ 236 h 708"/>
              <a:gd name="T72" fmla="*/ 413 w 531"/>
              <a:gd name="T73" fmla="*/ 280 h 708"/>
              <a:gd name="T74" fmla="*/ 428 w 531"/>
              <a:gd name="T75" fmla="*/ 382 h 708"/>
              <a:gd name="T76" fmla="*/ 442 w 531"/>
              <a:gd name="T77" fmla="*/ 294 h 708"/>
              <a:gd name="T78" fmla="*/ 489 w 531"/>
              <a:gd name="T79" fmla="*/ 308 h 708"/>
              <a:gd name="T80" fmla="*/ 501 w 531"/>
              <a:gd name="T81" fmla="*/ 42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31" h="708">
                <a:moveTo>
                  <a:pt x="457" y="265"/>
                </a:moveTo>
                <a:lnTo>
                  <a:pt x="457" y="265"/>
                </a:lnTo>
                <a:cubicBezTo>
                  <a:pt x="441" y="265"/>
                  <a:pt x="441" y="265"/>
                  <a:pt x="441" y="265"/>
                </a:cubicBezTo>
                <a:cubicBezTo>
                  <a:pt x="434" y="232"/>
                  <a:pt x="405" y="206"/>
                  <a:pt x="369" y="206"/>
                </a:cubicBezTo>
                <a:cubicBezTo>
                  <a:pt x="352" y="206"/>
                  <a:pt x="352" y="206"/>
                  <a:pt x="352" y="206"/>
                </a:cubicBezTo>
                <a:cubicBezTo>
                  <a:pt x="345" y="172"/>
                  <a:pt x="316" y="148"/>
                  <a:pt x="280" y="148"/>
                </a:cubicBezTo>
                <a:cubicBezTo>
                  <a:pt x="265" y="148"/>
                  <a:pt x="265" y="148"/>
                  <a:pt x="265" y="148"/>
                </a:cubicBezTo>
                <a:cubicBezTo>
                  <a:pt x="265" y="59"/>
                  <a:pt x="265" y="59"/>
                  <a:pt x="265" y="59"/>
                </a:cubicBezTo>
                <a:cubicBezTo>
                  <a:pt x="265" y="43"/>
                  <a:pt x="258" y="27"/>
                  <a:pt x="249" y="18"/>
                </a:cubicBezTo>
                <a:cubicBezTo>
                  <a:pt x="238" y="7"/>
                  <a:pt x="222" y="0"/>
                  <a:pt x="207" y="0"/>
                </a:cubicBezTo>
                <a:cubicBezTo>
                  <a:pt x="191" y="0"/>
                  <a:pt x="175" y="7"/>
                  <a:pt x="164" y="18"/>
                </a:cubicBezTo>
                <a:cubicBezTo>
                  <a:pt x="155" y="27"/>
                  <a:pt x="148" y="43"/>
                  <a:pt x="148" y="59"/>
                </a:cubicBezTo>
                <a:cubicBezTo>
                  <a:pt x="148" y="280"/>
                  <a:pt x="148" y="280"/>
                  <a:pt x="148" y="280"/>
                </a:cubicBezTo>
                <a:cubicBezTo>
                  <a:pt x="148" y="338"/>
                  <a:pt x="148" y="338"/>
                  <a:pt x="148" y="338"/>
                </a:cubicBezTo>
                <a:cubicBezTo>
                  <a:pt x="148" y="346"/>
                  <a:pt x="141" y="353"/>
                  <a:pt x="133" y="353"/>
                </a:cubicBezTo>
                <a:cubicBezTo>
                  <a:pt x="124" y="353"/>
                  <a:pt x="119" y="346"/>
                  <a:pt x="119" y="338"/>
                </a:cubicBezTo>
                <a:cubicBezTo>
                  <a:pt x="119" y="250"/>
                  <a:pt x="119" y="250"/>
                  <a:pt x="119" y="250"/>
                </a:cubicBezTo>
                <a:cubicBezTo>
                  <a:pt x="119" y="210"/>
                  <a:pt x="86" y="177"/>
                  <a:pt x="44" y="177"/>
                </a:cubicBezTo>
                <a:cubicBezTo>
                  <a:pt x="21" y="177"/>
                  <a:pt x="0" y="196"/>
                  <a:pt x="0" y="221"/>
                </a:cubicBezTo>
                <a:cubicBezTo>
                  <a:pt x="0" y="338"/>
                  <a:pt x="0" y="338"/>
                  <a:pt x="0" y="338"/>
                </a:cubicBezTo>
                <a:cubicBezTo>
                  <a:pt x="0" y="369"/>
                  <a:pt x="0" y="369"/>
                  <a:pt x="0" y="369"/>
                </a:cubicBezTo>
                <a:cubicBezTo>
                  <a:pt x="0" y="427"/>
                  <a:pt x="0" y="427"/>
                  <a:pt x="0" y="427"/>
                </a:cubicBezTo>
                <a:cubicBezTo>
                  <a:pt x="0" y="438"/>
                  <a:pt x="3" y="446"/>
                  <a:pt x="7" y="456"/>
                </a:cubicBezTo>
                <a:cubicBezTo>
                  <a:pt x="14" y="471"/>
                  <a:pt x="24" y="485"/>
                  <a:pt x="36" y="500"/>
                </a:cubicBezTo>
                <a:cubicBezTo>
                  <a:pt x="54" y="522"/>
                  <a:pt x="75" y="545"/>
                  <a:pt x="91" y="572"/>
                </a:cubicBezTo>
                <a:cubicBezTo>
                  <a:pt x="106" y="598"/>
                  <a:pt x="119" y="627"/>
                  <a:pt x="119" y="663"/>
                </a:cubicBezTo>
                <a:cubicBezTo>
                  <a:pt x="119" y="692"/>
                  <a:pt x="119" y="692"/>
                  <a:pt x="119" y="692"/>
                </a:cubicBezTo>
                <a:cubicBezTo>
                  <a:pt x="119" y="696"/>
                  <a:pt x="120" y="700"/>
                  <a:pt x="123" y="703"/>
                </a:cubicBezTo>
                <a:cubicBezTo>
                  <a:pt x="126" y="706"/>
                  <a:pt x="128" y="707"/>
                  <a:pt x="133" y="707"/>
                </a:cubicBezTo>
                <a:cubicBezTo>
                  <a:pt x="457" y="707"/>
                  <a:pt x="457" y="707"/>
                  <a:pt x="457" y="707"/>
                </a:cubicBezTo>
                <a:cubicBezTo>
                  <a:pt x="461" y="707"/>
                  <a:pt x="464" y="706"/>
                  <a:pt x="467" y="703"/>
                </a:cubicBezTo>
                <a:cubicBezTo>
                  <a:pt x="470" y="700"/>
                  <a:pt x="472" y="696"/>
                  <a:pt x="472" y="692"/>
                </a:cubicBezTo>
                <a:cubicBezTo>
                  <a:pt x="472" y="637"/>
                  <a:pt x="485" y="602"/>
                  <a:pt x="500" y="565"/>
                </a:cubicBezTo>
                <a:cubicBezTo>
                  <a:pt x="515" y="529"/>
                  <a:pt x="530" y="489"/>
                  <a:pt x="530" y="427"/>
                </a:cubicBezTo>
                <a:cubicBezTo>
                  <a:pt x="530" y="338"/>
                  <a:pt x="530" y="338"/>
                  <a:pt x="530" y="338"/>
                </a:cubicBezTo>
                <a:cubicBezTo>
                  <a:pt x="530" y="298"/>
                  <a:pt x="497" y="265"/>
                  <a:pt x="457" y="265"/>
                </a:cubicBezTo>
                <a:close/>
                <a:moveTo>
                  <a:pt x="472" y="554"/>
                </a:moveTo>
                <a:lnTo>
                  <a:pt x="472" y="554"/>
                </a:lnTo>
                <a:cubicBezTo>
                  <a:pt x="460" y="588"/>
                  <a:pt x="445" y="624"/>
                  <a:pt x="443" y="678"/>
                </a:cubicBezTo>
                <a:cubicBezTo>
                  <a:pt x="148" y="678"/>
                  <a:pt x="148" y="678"/>
                  <a:pt x="148" y="678"/>
                </a:cubicBezTo>
                <a:cubicBezTo>
                  <a:pt x="148" y="663"/>
                  <a:pt x="148" y="663"/>
                  <a:pt x="148" y="663"/>
                </a:cubicBezTo>
                <a:cubicBezTo>
                  <a:pt x="148" y="631"/>
                  <a:pt x="140" y="603"/>
                  <a:pt x="128" y="578"/>
                </a:cubicBezTo>
                <a:cubicBezTo>
                  <a:pt x="111" y="541"/>
                  <a:pt x="84" y="512"/>
                  <a:pt x="64" y="487"/>
                </a:cubicBezTo>
                <a:cubicBezTo>
                  <a:pt x="54" y="475"/>
                  <a:pt x="44" y="464"/>
                  <a:pt x="39" y="453"/>
                </a:cubicBezTo>
                <a:cubicBezTo>
                  <a:pt x="33" y="443"/>
                  <a:pt x="30" y="435"/>
                  <a:pt x="30" y="427"/>
                </a:cubicBezTo>
                <a:cubicBezTo>
                  <a:pt x="30" y="369"/>
                  <a:pt x="30" y="369"/>
                  <a:pt x="30" y="369"/>
                </a:cubicBezTo>
                <a:cubicBezTo>
                  <a:pt x="30" y="338"/>
                  <a:pt x="30" y="338"/>
                  <a:pt x="30" y="338"/>
                </a:cubicBezTo>
                <a:cubicBezTo>
                  <a:pt x="30" y="221"/>
                  <a:pt x="30" y="221"/>
                  <a:pt x="30" y="221"/>
                </a:cubicBezTo>
                <a:cubicBezTo>
                  <a:pt x="30" y="212"/>
                  <a:pt x="36" y="206"/>
                  <a:pt x="44" y="206"/>
                </a:cubicBezTo>
                <a:cubicBezTo>
                  <a:pt x="57" y="206"/>
                  <a:pt x="68" y="211"/>
                  <a:pt x="76" y="219"/>
                </a:cubicBezTo>
                <a:cubicBezTo>
                  <a:pt x="84" y="228"/>
                  <a:pt x="88" y="239"/>
                  <a:pt x="88" y="250"/>
                </a:cubicBezTo>
                <a:cubicBezTo>
                  <a:pt x="88" y="338"/>
                  <a:pt x="88" y="338"/>
                  <a:pt x="88" y="338"/>
                </a:cubicBezTo>
                <a:cubicBezTo>
                  <a:pt x="88" y="363"/>
                  <a:pt x="109" y="382"/>
                  <a:pt x="133" y="382"/>
                </a:cubicBezTo>
                <a:cubicBezTo>
                  <a:pt x="157" y="382"/>
                  <a:pt x="177" y="363"/>
                  <a:pt x="177" y="338"/>
                </a:cubicBezTo>
                <a:cubicBezTo>
                  <a:pt x="177" y="280"/>
                  <a:pt x="177" y="280"/>
                  <a:pt x="177" y="280"/>
                </a:cubicBezTo>
                <a:cubicBezTo>
                  <a:pt x="177" y="59"/>
                  <a:pt x="177" y="59"/>
                  <a:pt x="177" y="59"/>
                </a:cubicBezTo>
                <a:cubicBezTo>
                  <a:pt x="177" y="43"/>
                  <a:pt x="191" y="29"/>
                  <a:pt x="207" y="29"/>
                </a:cubicBezTo>
                <a:cubicBezTo>
                  <a:pt x="222" y="29"/>
                  <a:pt x="236" y="43"/>
                  <a:pt x="236" y="59"/>
                </a:cubicBezTo>
                <a:cubicBezTo>
                  <a:pt x="236" y="148"/>
                  <a:pt x="236" y="148"/>
                  <a:pt x="236" y="148"/>
                </a:cubicBezTo>
                <a:cubicBezTo>
                  <a:pt x="236" y="161"/>
                  <a:pt x="236" y="161"/>
                  <a:pt x="236" y="161"/>
                </a:cubicBezTo>
                <a:cubicBezTo>
                  <a:pt x="236" y="369"/>
                  <a:pt x="236" y="369"/>
                  <a:pt x="236" y="369"/>
                </a:cubicBezTo>
                <a:cubicBezTo>
                  <a:pt x="236" y="377"/>
                  <a:pt x="243" y="382"/>
                  <a:pt x="251" y="382"/>
                </a:cubicBezTo>
                <a:cubicBezTo>
                  <a:pt x="258" y="382"/>
                  <a:pt x="265" y="377"/>
                  <a:pt x="265" y="369"/>
                </a:cubicBezTo>
                <a:cubicBezTo>
                  <a:pt x="265" y="177"/>
                  <a:pt x="265" y="177"/>
                  <a:pt x="265" y="177"/>
                </a:cubicBezTo>
                <a:cubicBezTo>
                  <a:pt x="280" y="177"/>
                  <a:pt x="280" y="177"/>
                  <a:pt x="280" y="177"/>
                </a:cubicBezTo>
                <a:cubicBezTo>
                  <a:pt x="293" y="177"/>
                  <a:pt x="304" y="182"/>
                  <a:pt x="312" y="189"/>
                </a:cubicBezTo>
                <a:cubicBezTo>
                  <a:pt x="319" y="197"/>
                  <a:pt x="325" y="208"/>
                  <a:pt x="325" y="221"/>
                </a:cubicBezTo>
                <a:cubicBezTo>
                  <a:pt x="325" y="369"/>
                  <a:pt x="325" y="369"/>
                  <a:pt x="325" y="369"/>
                </a:cubicBezTo>
                <a:cubicBezTo>
                  <a:pt x="325" y="377"/>
                  <a:pt x="332" y="382"/>
                  <a:pt x="340" y="382"/>
                </a:cubicBezTo>
                <a:cubicBezTo>
                  <a:pt x="347" y="382"/>
                  <a:pt x="354" y="377"/>
                  <a:pt x="354" y="369"/>
                </a:cubicBezTo>
                <a:cubicBezTo>
                  <a:pt x="354" y="236"/>
                  <a:pt x="354" y="236"/>
                  <a:pt x="354" y="236"/>
                </a:cubicBezTo>
                <a:cubicBezTo>
                  <a:pt x="369" y="236"/>
                  <a:pt x="369" y="236"/>
                  <a:pt x="369" y="236"/>
                </a:cubicBezTo>
                <a:cubicBezTo>
                  <a:pt x="381" y="236"/>
                  <a:pt x="392" y="240"/>
                  <a:pt x="401" y="248"/>
                </a:cubicBezTo>
                <a:cubicBezTo>
                  <a:pt x="407" y="257"/>
                  <a:pt x="413" y="268"/>
                  <a:pt x="413" y="280"/>
                </a:cubicBezTo>
                <a:cubicBezTo>
                  <a:pt x="413" y="369"/>
                  <a:pt x="413" y="369"/>
                  <a:pt x="413" y="369"/>
                </a:cubicBezTo>
                <a:cubicBezTo>
                  <a:pt x="413" y="377"/>
                  <a:pt x="420" y="382"/>
                  <a:pt x="428" y="382"/>
                </a:cubicBezTo>
                <a:cubicBezTo>
                  <a:pt x="435" y="382"/>
                  <a:pt x="442" y="377"/>
                  <a:pt x="442" y="369"/>
                </a:cubicBezTo>
                <a:cubicBezTo>
                  <a:pt x="442" y="294"/>
                  <a:pt x="442" y="294"/>
                  <a:pt x="442" y="294"/>
                </a:cubicBezTo>
                <a:cubicBezTo>
                  <a:pt x="457" y="294"/>
                  <a:pt x="457" y="294"/>
                  <a:pt x="457" y="294"/>
                </a:cubicBezTo>
                <a:cubicBezTo>
                  <a:pt x="470" y="294"/>
                  <a:pt x="481" y="300"/>
                  <a:pt x="489" y="308"/>
                </a:cubicBezTo>
                <a:cubicBezTo>
                  <a:pt x="496" y="316"/>
                  <a:pt x="501" y="327"/>
                  <a:pt x="501" y="338"/>
                </a:cubicBezTo>
                <a:cubicBezTo>
                  <a:pt x="501" y="427"/>
                  <a:pt x="501" y="427"/>
                  <a:pt x="501" y="427"/>
                </a:cubicBezTo>
                <a:cubicBezTo>
                  <a:pt x="501" y="483"/>
                  <a:pt x="488" y="518"/>
                  <a:pt x="472" y="55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100" name="Group 102">
            <a:extLst>
              <a:ext uri="{FF2B5EF4-FFF2-40B4-BE49-F238E27FC236}">
                <a16:creationId xmlns:a16="http://schemas.microsoft.com/office/drawing/2014/main" id="{D92BB24D-9A2A-6B1C-BA3B-5810D93306AE}"/>
              </a:ext>
            </a:extLst>
          </p:cNvPr>
          <p:cNvGrpSpPr/>
          <p:nvPr/>
        </p:nvGrpSpPr>
        <p:grpSpPr>
          <a:xfrm>
            <a:off x="1218133" y="5718597"/>
            <a:ext cx="223837" cy="244475"/>
            <a:chOff x="61913" y="6043613"/>
            <a:chExt cx="223837" cy="244475"/>
          </a:xfrm>
          <a:solidFill>
            <a:schemeClr val="accent4"/>
          </a:solidFill>
        </p:grpSpPr>
        <p:sp>
          <p:nvSpPr>
            <p:cNvPr id="101" name="Freeform 86">
              <a:extLst>
                <a:ext uri="{FF2B5EF4-FFF2-40B4-BE49-F238E27FC236}">
                  <a16:creationId xmlns:a16="http://schemas.microsoft.com/office/drawing/2014/main" id="{AD8285A6-96F3-D06C-66EC-AA3864C747DB}"/>
                </a:ext>
              </a:extLst>
            </p:cNvPr>
            <p:cNvSpPr>
              <a:spLocks noChangeArrowheads="1"/>
            </p:cNvSpPr>
            <p:nvPr/>
          </p:nvSpPr>
          <p:spPr bwMode="auto">
            <a:xfrm>
              <a:off x="168275" y="6043613"/>
              <a:ext cx="11113" cy="85725"/>
            </a:xfrm>
            <a:custGeom>
              <a:avLst/>
              <a:gdLst>
                <a:gd name="T0" fmla="*/ 0 w 31"/>
                <a:gd name="T1" fmla="*/ 16 h 238"/>
                <a:gd name="T2" fmla="*/ 0 w 31"/>
                <a:gd name="T3" fmla="*/ 16 h 238"/>
                <a:gd name="T4" fmla="*/ 0 w 31"/>
                <a:gd name="T5" fmla="*/ 221 h 238"/>
                <a:gd name="T6" fmla="*/ 15 w 31"/>
                <a:gd name="T7" fmla="*/ 237 h 238"/>
                <a:gd name="T8" fmla="*/ 30 w 31"/>
                <a:gd name="T9" fmla="*/ 221 h 238"/>
                <a:gd name="T10" fmla="*/ 30 w 31"/>
                <a:gd name="T11" fmla="*/ 16 h 238"/>
                <a:gd name="T12" fmla="*/ 15 w 31"/>
                <a:gd name="T13" fmla="*/ 0 h 238"/>
                <a:gd name="T14" fmla="*/ 0 w 31"/>
                <a:gd name="T15" fmla="*/ 16 h 23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38">
                  <a:moveTo>
                    <a:pt x="0" y="16"/>
                  </a:moveTo>
                  <a:lnTo>
                    <a:pt x="0" y="16"/>
                  </a:lnTo>
                  <a:cubicBezTo>
                    <a:pt x="0" y="221"/>
                    <a:pt x="0" y="221"/>
                    <a:pt x="0" y="221"/>
                  </a:cubicBezTo>
                  <a:cubicBezTo>
                    <a:pt x="0" y="230"/>
                    <a:pt x="6" y="237"/>
                    <a:pt x="15" y="237"/>
                  </a:cubicBezTo>
                  <a:cubicBezTo>
                    <a:pt x="23" y="237"/>
                    <a:pt x="30" y="230"/>
                    <a:pt x="30" y="221"/>
                  </a:cubicBezTo>
                  <a:cubicBezTo>
                    <a:pt x="30" y="16"/>
                    <a:pt x="30" y="16"/>
                    <a:pt x="30" y="16"/>
                  </a:cubicBezTo>
                  <a:cubicBezTo>
                    <a:pt x="30" y="7"/>
                    <a:pt x="23" y="0"/>
                    <a:pt x="15" y="0"/>
                  </a:cubicBezTo>
                  <a:cubicBezTo>
                    <a:pt x="6"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2" name="Freeform 87">
              <a:extLst>
                <a:ext uri="{FF2B5EF4-FFF2-40B4-BE49-F238E27FC236}">
                  <a16:creationId xmlns:a16="http://schemas.microsoft.com/office/drawing/2014/main" id="{3D81725F-18BF-2982-CE44-2A69070D2373}"/>
                </a:ext>
              </a:extLst>
            </p:cNvPr>
            <p:cNvSpPr>
              <a:spLocks noChangeArrowheads="1"/>
            </p:cNvSpPr>
            <p:nvPr/>
          </p:nvSpPr>
          <p:spPr bwMode="auto">
            <a:xfrm>
              <a:off x="61913" y="6070600"/>
              <a:ext cx="223837" cy="217488"/>
            </a:xfrm>
            <a:custGeom>
              <a:avLst/>
              <a:gdLst>
                <a:gd name="T0" fmla="*/ 619 w 620"/>
                <a:gd name="T1" fmla="*/ 293 h 604"/>
                <a:gd name="T2" fmla="*/ 619 w 620"/>
                <a:gd name="T3" fmla="*/ 293 h 604"/>
                <a:gd name="T4" fmla="*/ 417 w 620"/>
                <a:gd name="T5" fmla="*/ 3 h 604"/>
                <a:gd name="T6" fmla="*/ 399 w 620"/>
                <a:gd name="T7" fmla="*/ 11 h 604"/>
                <a:gd name="T8" fmla="*/ 408 w 620"/>
                <a:gd name="T9" fmla="*/ 31 h 604"/>
                <a:gd name="T10" fmla="*/ 408 w 620"/>
                <a:gd name="T11" fmla="*/ 31 h 604"/>
                <a:gd name="T12" fmla="*/ 590 w 620"/>
                <a:gd name="T13" fmla="*/ 293 h 604"/>
                <a:gd name="T14" fmla="*/ 507 w 620"/>
                <a:gd name="T15" fmla="*/ 491 h 604"/>
                <a:gd name="T16" fmla="*/ 310 w 620"/>
                <a:gd name="T17" fmla="*/ 574 h 604"/>
                <a:gd name="T18" fmla="*/ 112 w 620"/>
                <a:gd name="T19" fmla="*/ 491 h 604"/>
                <a:gd name="T20" fmla="*/ 29 w 620"/>
                <a:gd name="T21" fmla="*/ 293 h 604"/>
                <a:gd name="T22" fmla="*/ 212 w 620"/>
                <a:gd name="T23" fmla="*/ 31 h 604"/>
                <a:gd name="T24" fmla="*/ 220 w 620"/>
                <a:gd name="T25" fmla="*/ 11 h 604"/>
                <a:gd name="T26" fmla="*/ 202 w 620"/>
                <a:gd name="T27" fmla="*/ 3 h 604"/>
                <a:gd name="T28" fmla="*/ 0 w 620"/>
                <a:gd name="T29" fmla="*/ 293 h 604"/>
                <a:gd name="T30" fmla="*/ 310 w 620"/>
                <a:gd name="T31" fmla="*/ 603 h 604"/>
                <a:gd name="T32" fmla="*/ 619 w 620"/>
                <a:gd name="T33" fmla="*/ 293 h 6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604">
                  <a:moveTo>
                    <a:pt x="619" y="293"/>
                  </a:moveTo>
                  <a:lnTo>
                    <a:pt x="619" y="293"/>
                  </a:lnTo>
                  <a:cubicBezTo>
                    <a:pt x="619" y="161"/>
                    <a:pt x="535" y="47"/>
                    <a:pt x="417" y="3"/>
                  </a:cubicBezTo>
                  <a:cubicBezTo>
                    <a:pt x="411" y="0"/>
                    <a:pt x="402" y="5"/>
                    <a:pt x="399" y="11"/>
                  </a:cubicBezTo>
                  <a:cubicBezTo>
                    <a:pt x="397" y="20"/>
                    <a:pt x="399" y="28"/>
                    <a:pt x="408" y="31"/>
                  </a:cubicBezTo>
                  <a:lnTo>
                    <a:pt x="408" y="31"/>
                  </a:lnTo>
                  <a:cubicBezTo>
                    <a:pt x="514" y="71"/>
                    <a:pt x="590" y="173"/>
                    <a:pt x="590" y="293"/>
                  </a:cubicBezTo>
                  <a:cubicBezTo>
                    <a:pt x="590" y="371"/>
                    <a:pt x="558" y="441"/>
                    <a:pt x="507" y="491"/>
                  </a:cubicBezTo>
                  <a:cubicBezTo>
                    <a:pt x="456" y="542"/>
                    <a:pt x="387" y="574"/>
                    <a:pt x="310" y="574"/>
                  </a:cubicBezTo>
                  <a:cubicBezTo>
                    <a:pt x="232" y="574"/>
                    <a:pt x="162" y="542"/>
                    <a:pt x="112" y="491"/>
                  </a:cubicBezTo>
                  <a:cubicBezTo>
                    <a:pt x="61" y="441"/>
                    <a:pt x="29" y="371"/>
                    <a:pt x="29" y="293"/>
                  </a:cubicBezTo>
                  <a:cubicBezTo>
                    <a:pt x="29" y="173"/>
                    <a:pt x="105" y="71"/>
                    <a:pt x="212" y="31"/>
                  </a:cubicBezTo>
                  <a:cubicBezTo>
                    <a:pt x="220" y="28"/>
                    <a:pt x="223" y="20"/>
                    <a:pt x="220" y="11"/>
                  </a:cubicBezTo>
                  <a:cubicBezTo>
                    <a:pt x="217" y="5"/>
                    <a:pt x="209" y="0"/>
                    <a:pt x="202" y="3"/>
                  </a:cubicBezTo>
                  <a:cubicBezTo>
                    <a:pt x="85" y="47"/>
                    <a:pt x="0" y="161"/>
                    <a:pt x="0" y="293"/>
                  </a:cubicBezTo>
                  <a:cubicBezTo>
                    <a:pt x="0" y="464"/>
                    <a:pt x="138" y="603"/>
                    <a:pt x="310" y="603"/>
                  </a:cubicBezTo>
                  <a:cubicBezTo>
                    <a:pt x="481" y="603"/>
                    <a:pt x="619" y="464"/>
                    <a:pt x="619"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03" name="Group 105">
            <a:extLst>
              <a:ext uri="{FF2B5EF4-FFF2-40B4-BE49-F238E27FC236}">
                <a16:creationId xmlns:a16="http://schemas.microsoft.com/office/drawing/2014/main" id="{2CEC420C-A31C-9E8E-15E6-0458BA18D119}"/>
              </a:ext>
            </a:extLst>
          </p:cNvPr>
          <p:cNvGrpSpPr/>
          <p:nvPr/>
        </p:nvGrpSpPr>
        <p:grpSpPr>
          <a:xfrm>
            <a:off x="1224483" y="5198690"/>
            <a:ext cx="212725" cy="255588"/>
            <a:chOff x="68263" y="5524500"/>
            <a:chExt cx="212725" cy="255588"/>
          </a:xfrm>
          <a:solidFill>
            <a:schemeClr val="accent4"/>
          </a:solidFill>
        </p:grpSpPr>
        <p:sp>
          <p:nvSpPr>
            <p:cNvPr id="104" name="Freeform 88">
              <a:extLst>
                <a:ext uri="{FF2B5EF4-FFF2-40B4-BE49-F238E27FC236}">
                  <a16:creationId xmlns:a16="http://schemas.microsoft.com/office/drawing/2014/main" id="{7B709E73-769C-9D18-3178-7C3EC3651E9B}"/>
                </a:ext>
              </a:extLst>
            </p:cNvPr>
            <p:cNvSpPr>
              <a:spLocks noChangeArrowheads="1"/>
            </p:cNvSpPr>
            <p:nvPr/>
          </p:nvSpPr>
          <p:spPr bwMode="auto">
            <a:xfrm>
              <a:off x="168275" y="5597525"/>
              <a:ext cx="11113" cy="138113"/>
            </a:xfrm>
            <a:custGeom>
              <a:avLst/>
              <a:gdLst>
                <a:gd name="T0" fmla="*/ 15 w 31"/>
                <a:gd name="T1" fmla="*/ 0 h 385"/>
                <a:gd name="T2" fmla="*/ 15 w 31"/>
                <a:gd name="T3" fmla="*/ 0 h 385"/>
                <a:gd name="T4" fmla="*/ 0 w 31"/>
                <a:gd name="T5" fmla="*/ 15 h 385"/>
                <a:gd name="T6" fmla="*/ 0 w 31"/>
                <a:gd name="T7" fmla="*/ 369 h 385"/>
                <a:gd name="T8" fmla="*/ 15 w 31"/>
                <a:gd name="T9" fmla="*/ 384 h 385"/>
                <a:gd name="T10" fmla="*/ 30 w 31"/>
                <a:gd name="T11" fmla="*/ 369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6" y="0"/>
                    <a:pt x="0" y="7"/>
                    <a:pt x="0" y="15"/>
                  </a:cubicBezTo>
                  <a:cubicBezTo>
                    <a:pt x="0" y="369"/>
                    <a:pt x="0" y="369"/>
                    <a:pt x="0" y="369"/>
                  </a:cubicBezTo>
                  <a:cubicBezTo>
                    <a:pt x="0" y="377"/>
                    <a:pt x="6" y="384"/>
                    <a:pt x="15" y="384"/>
                  </a:cubicBezTo>
                  <a:cubicBezTo>
                    <a:pt x="23" y="384"/>
                    <a:pt x="30" y="377"/>
                    <a:pt x="30" y="369"/>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5" name="Freeform 89">
              <a:extLst>
                <a:ext uri="{FF2B5EF4-FFF2-40B4-BE49-F238E27FC236}">
                  <a16:creationId xmlns:a16="http://schemas.microsoft.com/office/drawing/2014/main" id="{0900B392-7C7A-EE8C-D823-9FF345AD43D5}"/>
                </a:ext>
              </a:extLst>
            </p:cNvPr>
            <p:cNvSpPr>
              <a:spLocks noChangeArrowheads="1"/>
            </p:cNvSpPr>
            <p:nvPr/>
          </p:nvSpPr>
          <p:spPr bwMode="auto">
            <a:xfrm>
              <a:off x="125413" y="5597525"/>
              <a:ext cx="11112" cy="138113"/>
            </a:xfrm>
            <a:custGeom>
              <a:avLst/>
              <a:gdLst>
                <a:gd name="T0" fmla="*/ 15 w 30"/>
                <a:gd name="T1" fmla="*/ 0 h 385"/>
                <a:gd name="T2" fmla="*/ 15 w 30"/>
                <a:gd name="T3" fmla="*/ 0 h 385"/>
                <a:gd name="T4" fmla="*/ 0 w 30"/>
                <a:gd name="T5" fmla="*/ 15 h 385"/>
                <a:gd name="T6" fmla="*/ 0 w 30"/>
                <a:gd name="T7" fmla="*/ 369 h 385"/>
                <a:gd name="T8" fmla="*/ 15 w 30"/>
                <a:gd name="T9" fmla="*/ 384 h 385"/>
                <a:gd name="T10" fmla="*/ 29 w 30"/>
                <a:gd name="T11" fmla="*/ 369 h 385"/>
                <a:gd name="T12" fmla="*/ 29 w 30"/>
                <a:gd name="T13" fmla="*/ 15 h 385"/>
                <a:gd name="T14" fmla="*/ 15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5" y="0"/>
                  </a:moveTo>
                  <a:lnTo>
                    <a:pt x="15" y="0"/>
                  </a:lnTo>
                  <a:cubicBezTo>
                    <a:pt x="7" y="0"/>
                    <a:pt x="0" y="7"/>
                    <a:pt x="0" y="15"/>
                  </a:cubicBezTo>
                  <a:cubicBezTo>
                    <a:pt x="0" y="369"/>
                    <a:pt x="0" y="369"/>
                    <a:pt x="0" y="369"/>
                  </a:cubicBezTo>
                  <a:cubicBezTo>
                    <a:pt x="0" y="377"/>
                    <a:pt x="7" y="384"/>
                    <a:pt x="15" y="384"/>
                  </a:cubicBezTo>
                  <a:cubicBezTo>
                    <a:pt x="22" y="384"/>
                    <a:pt x="29" y="377"/>
                    <a:pt x="29" y="369"/>
                  </a:cubicBezTo>
                  <a:cubicBezTo>
                    <a:pt x="29" y="15"/>
                    <a:pt x="29" y="15"/>
                    <a:pt x="29" y="15"/>
                  </a:cubicBezTo>
                  <a:cubicBezTo>
                    <a:pt x="29" y="7"/>
                    <a:pt x="22"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6" name="Freeform 90">
              <a:extLst>
                <a:ext uri="{FF2B5EF4-FFF2-40B4-BE49-F238E27FC236}">
                  <a16:creationId xmlns:a16="http://schemas.microsoft.com/office/drawing/2014/main" id="{9CB26579-83BA-D166-38AD-BB57A9BA487D}"/>
                </a:ext>
              </a:extLst>
            </p:cNvPr>
            <p:cNvSpPr>
              <a:spLocks noChangeArrowheads="1"/>
            </p:cNvSpPr>
            <p:nvPr/>
          </p:nvSpPr>
          <p:spPr bwMode="auto">
            <a:xfrm>
              <a:off x="211138" y="5597525"/>
              <a:ext cx="11112" cy="138113"/>
            </a:xfrm>
            <a:custGeom>
              <a:avLst/>
              <a:gdLst>
                <a:gd name="T0" fmla="*/ 29 w 30"/>
                <a:gd name="T1" fmla="*/ 369 h 385"/>
                <a:gd name="T2" fmla="*/ 29 w 30"/>
                <a:gd name="T3" fmla="*/ 369 h 385"/>
                <a:gd name="T4" fmla="*/ 29 w 30"/>
                <a:gd name="T5" fmla="*/ 15 h 385"/>
                <a:gd name="T6" fmla="*/ 14 w 30"/>
                <a:gd name="T7" fmla="*/ 0 h 385"/>
                <a:gd name="T8" fmla="*/ 0 w 30"/>
                <a:gd name="T9" fmla="*/ 15 h 385"/>
                <a:gd name="T10" fmla="*/ 0 w 30"/>
                <a:gd name="T11" fmla="*/ 369 h 385"/>
                <a:gd name="T12" fmla="*/ 14 w 30"/>
                <a:gd name="T13" fmla="*/ 384 h 385"/>
                <a:gd name="T14" fmla="*/ 29 w 30"/>
                <a:gd name="T15" fmla="*/ 369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29" y="369"/>
                  </a:moveTo>
                  <a:lnTo>
                    <a:pt x="29" y="369"/>
                  </a:lnTo>
                  <a:cubicBezTo>
                    <a:pt x="29" y="15"/>
                    <a:pt x="29" y="15"/>
                    <a:pt x="29" y="15"/>
                  </a:cubicBezTo>
                  <a:cubicBezTo>
                    <a:pt x="29" y="7"/>
                    <a:pt x="22" y="0"/>
                    <a:pt x="14" y="0"/>
                  </a:cubicBezTo>
                  <a:cubicBezTo>
                    <a:pt x="6" y="0"/>
                    <a:pt x="0" y="7"/>
                    <a:pt x="0" y="15"/>
                  </a:cubicBezTo>
                  <a:cubicBezTo>
                    <a:pt x="0" y="369"/>
                    <a:pt x="0" y="369"/>
                    <a:pt x="0" y="369"/>
                  </a:cubicBezTo>
                  <a:cubicBezTo>
                    <a:pt x="0" y="377"/>
                    <a:pt x="6" y="384"/>
                    <a:pt x="14" y="384"/>
                  </a:cubicBezTo>
                  <a:cubicBezTo>
                    <a:pt x="22" y="384"/>
                    <a:pt x="29" y="377"/>
                    <a:pt x="29"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07" name="Freeform 91">
              <a:extLst>
                <a:ext uri="{FF2B5EF4-FFF2-40B4-BE49-F238E27FC236}">
                  <a16:creationId xmlns:a16="http://schemas.microsoft.com/office/drawing/2014/main" id="{706BC9A5-187C-6011-8E58-F4D0F625DB4C}"/>
                </a:ext>
              </a:extLst>
            </p:cNvPr>
            <p:cNvSpPr>
              <a:spLocks noChangeArrowheads="1"/>
            </p:cNvSpPr>
            <p:nvPr/>
          </p:nvSpPr>
          <p:spPr bwMode="auto">
            <a:xfrm>
              <a:off x="68263" y="5524500"/>
              <a:ext cx="212725" cy="255588"/>
            </a:xfrm>
            <a:custGeom>
              <a:avLst/>
              <a:gdLst>
                <a:gd name="T0" fmla="*/ 520 w 590"/>
                <a:gd name="T1" fmla="*/ 609 h 708"/>
                <a:gd name="T2" fmla="*/ 520 w 590"/>
                <a:gd name="T3" fmla="*/ 609 h 708"/>
                <a:gd name="T4" fmla="*/ 545 w 590"/>
                <a:gd name="T5" fmla="*/ 118 h 708"/>
                <a:gd name="T6" fmla="*/ 575 w 590"/>
                <a:gd name="T7" fmla="*/ 118 h 708"/>
                <a:gd name="T8" fmla="*/ 589 w 590"/>
                <a:gd name="T9" fmla="*/ 104 h 708"/>
                <a:gd name="T10" fmla="*/ 575 w 590"/>
                <a:gd name="T11" fmla="*/ 89 h 708"/>
                <a:gd name="T12" fmla="*/ 531 w 590"/>
                <a:gd name="T13" fmla="*/ 89 h 708"/>
                <a:gd name="T14" fmla="*/ 427 w 590"/>
                <a:gd name="T15" fmla="*/ 89 h 708"/>
                <a:gd name="T16" fmla="*/ 427 w 590"/>
                <a:gd name="T17" fmla="*/ 83 h 708"/>
                <a:gd name="T18" fmla="*/ 344 w 590"/>
                <a:gd name="T19" fmla="*/ 0 h 708"/>
                <a:gd name="T20" fmla="*/ 245 w 590"/>
                <a:gd name="T21" fmla="*/ 0 h 708"/>
                <a:gd name="T22" fmla="*/ 162 w 590"/>
                <a:gd name="T23" fmla="*/ 83 h 708"/>
                <a:gd name="T24" fmla="*/ 162 w 590"/>
                <a:gd name="T25" fmla="*/ 89 h 708"/>
                <a:gd name="T26" fmla="*/ 59 w 590"/>
                <a:gd name="T27" fmla="*/ 89 h 708"/>
                <a:gd name="T28" fmla="*/ 14 w 590"/>
                <a:gd name="T29" fmla="*/ 89 h 708"/>
                <a:gd name="T30" fmla="*/ 0 w 590"/>
                <a:gd name="T31" fmla="*/ 104 h 708"/>
                <a:gd name="T32" fmla="*/ 14 w 590"/>
                <a:gd name="T33" fmla="*/ 118 h 708"/>
                <a:gd name="T34" fmla="*/ 45 w 590"/>
                <a:gd name="T35" fmla="*/ 118 h 708"/>
                <a:gd name="T36" fmla="*/ 70 w 590"/>
                <a:gd name="T37" fmla="*/ 609 h 708"/>
                <a:gd name="T38" fmla="*/ 172 w 590"/>
                <a:gd name="T39" fmla="*/ 707 h 708"/>
                <a:gd name="T40" fmla="*/ 416 w 590"/>
                <a:gd name="T41" fmla="*/ 707 h 708"/>
                <a:gd name="T42" fmla="*/ 520 w 590"/>
                <a:gd name="T43" fmla="*/ 609 h 708"/>
                <a:gd name="T44" fmla="*/ 191 w 590"/>
                <a:gd name="T45" fmla="*/ 83 h 708"/>
                <a:gd name="T46" fmla="*/ 191 w 590"/>
                <a:gd name="T47" fmla="*/ 83 h 708"/>
                <a:gd name="T48" fmla="*/ 208 w 590"/>
                <a:gd name="T49" fmla="*/ 46 h 708"/>
                <a:gd name="T50" fmla="*/ 245 w 590"/>
                <a:gd name="T51" fmla="*/ 29 h 708"/>
                <a:gd name="T52" fmla="*/ 344 w 590"/>
                <a:gd name="T53" fmla="*/ 29 h 708"/>
                <a:gd name="T54" fmla="*/ 382 w 590"/>
                <a:gd name="T55" fmla="*/ 46 h 708"/>
                <a:gd name="T56" fmla="*/ 398 w 590"/>
                <a:gd name="T57" fmla="*/ 83 h 708"/>
                <a:gd name="T58" fmla="*/ 398 w 590"/>
                <a:gd name="T59" fmla="*/ 89 h 708"/>
                <a:gd name="T60" fmla="*/ 191 w 590"/>
                <a:gd name="T61" fmla="*/ 89 h 708"/>
                <a:gd name="T62" fmla="*/ 191 w 590"/>
                <a:gd name="T63" fmla="*/ 83 h 708"/>
                <a:gd name="T64" fmla="*/ 172 w 590"/>
                <a:gd name="T65" fmla="*/ 678 h 708"/>
                <a:gd name="T66" fmla="*/ 172 w 590"/>
                <a:gd name="T67" fmla="*/ 678 h 708"/>
                <a:gd name="T68" fmla="*/ 99 w 590"/>
                <a:gd name="T69" fmla="*/ 608 h 708"/>
                <a:gd name="T70" fmla="*/ 74 w 590"/>
                <a:gd name="T71" fmla="*/ 118 h 708"/>
                <a:gd name="T72" fmla="*/ 177 w 590"/>
                <a:gd name="T73" fmla="*/ 118 h 708"/>
                <a:gd name="T74" fmla="*/ 412 w 590"/>
                <a:gd name="T75" fmla="*/ 118 h 708"/>
                <a:gd name="T76" fmla="*/ 514 w 590"/>
                <a:gd name="T77" fmla="*/ 118 h 708"/>
                <a:gd name="T78" fmla="*/ 491 w 590"/>
                <a:gd name="T79" fmla="*/ 608 h 708"/>
                <a:gd name="T80" fmla="*/ 416 w 590"/>
                <a:gd name="T81" fmla="*/ 678 h 708"/>
                <a:gd name="T82" fmla="*/ 172 w 590"/>
                <a:gd name="T83"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0" h="708">
                  <a:moveTo>
                    <a:pt x="520" y="609"/>
                  </a:moveTo>
                  <a:lnTo>
                    <a:pt x="520" y="609"/>
                  </a:lnTo>
                  <a:cubicBezTo>
                    <a:pt x="545" y="118"/>
                    <a:pt x="545" y="118"/>
                    <a:pt x="545" y="118"/>
                  </a:cubicBezTo>
                  <a:cubicBezTo>
                    <a:pt x="575" y="118"/>
                    <a:pt x="575" y="118"/>
                    <a:pt x="575" y="118"/>
                  </a:cubicBezTo>
                  <a:cubicBezTo>
                    <a:pt x="582" y="118"/>
                    <a:pt x="589" y="112"/>
                    <a:pt x="589" y="104"/>
                  </a:cubicBezTo>
                  <a:cubicBezTo>
                    <a:pt x="589" y="95"/>
                    <a:pt x="582" y="89"/>
                    <a:pt x="575" y="89"/>
                  </a:cubicBezTo>
                  <a:cubicBezTo>
                    <a:pt x="531" y="89"/>
                    <a:pt x="531" y="89"/>
                    <a:pt x="531" y="89"/>
                  </a:cubicBezTo>
                  <a:cubicBezTo>
                    <a:pt x="427" y="89"/>
                    <a:pt x="427" y="89"/>
                    <a:pt x="427" y="89"/>
                  </a:cubicBezTo>
                  <a:cubicBezTo>
                    <a:pt x="427" y="83"/>
                    <a:pt x="427" y="83"/>
                    <a:pt x="427" y="83"/>
                  </a:cubicBezTo>
                  <a:cubicBezTo>
                    <a:pt x="427" y="37"/>
                    <a:pt x="390" y="0"/>
                    <a:pt x="344" y="0"/>
                  </a:cubicBezTo>
                  <a:cubicBezTo>
                    <a:pt x="245" y="0"/>
                    <a:pt x="245" y="0"/>
                    <a:pt x="245" y="0"/>
                  </a:cubicBezTo>
                  <a:cubicBezTo>
                    <a:pt x="199" y="0"/>
                    <a:pt x="162" y="37"/>
                    <a:pt x="162" y="83"/>
                  </a:cubicBezTo>
                  <a:cubicBezTo>
                    <a:pt x="162" y="89"/>
                    <a:pt x="162" y="89"/>
                    <a:pt x="162" y="89"/>
                  </a:cubicBezTo>
                  <a:cubicBezTo>
                    <a:pt x="59" y="89"/>
                    <a:pt x="59" y="89"/>
                    <a:pt x="59" y="89"/>
                  </a:cubicBezTo>
                  <a:cubicBezTo>
                    <a:pt x="14" y="89"/>
                    <a:pt x="14" y="89"/>
                    <a:pt x="14" y="89"/>
                  </a:cubicBezTo>
                  <a:cubicBezTo>
                    <a:pt x="6" y="89"/>
                    <a:pt x="0" y="95"/>
                    <a:pt x="0" y="104"/>
                  </a:cubicBezTo>
                  <a:cubicBezTo>
                    <a:pt x="0" y="112"/>
                    <a:pt x="6" y="118"/>
                    <a:pt x="14" y="118"/>
                  </a:cubicBezTo>
                  <a:cubicBezTo>
                    <a:pt x="45" y="118"/>
                    <a:pt x="45" y="118"/>
                    <a:pt x="45" y="118"/>
                  </a:cubicBezTo>
                  <a:cubicBezTo>
                    <a:pt x="70" y="609"/>
                    <a:pt x="70" y="609"/>
                    <a:pt x="70" y="609"/>
                  </a:cubicBezTo>
                  <a:cubicBezTo>
                    <a:pt x="72" y="665"/>
                    <a:pt x="118" y="707"/>
                    <a:pt x="172" y="707"/>
                  </a:cubicBezTo>
                  <a:cubicBezTo>
                    <a:pt x="416" y="707"/>
                    <a:pt x="416" y="707"/>
                    <a:pt x="416" y="707"/>
                  </a:cubicBezTo>
                  <a:cubicBezTo>
                    <a:pt x="471" y="707"/>
                    <a:pt x="517" y="665"/>
                    <a:pt x="520" y="609"/>
                  </a:cubicBezTo>
                  <a:close/>
                  <a:moveTo>
                    <a:pt x="191" y="83"/>
                  </a:moveTo>
                  <a:lnTo>
                    <a:pt x="191" y="83"/>
                  </a:lnTo>
                  <a:cubicBezTo>
                    <a:pt x="191" y="68"/>
                    <a:pt x="198" y="55"/>
                    <a:pt x="208" y="46"/>
                  </a:cubicBezTo>
                  <a:cubicBezTo>
                    <a:pt x="217" y="36"/>
                    <a:pt x="230" y="29"/>
                    <a:pt x="245" y="29"/>
                  </a:cubicBezTo>
                  <a:cubicBezTo>
                    <a:pt x="344" y="29"/>
                    <a:pt x="344" y="29"/>
                    <a:pt x="344" y="29"/>
                  </a:cubicBezTo>
                  <a:cubicBezTo>
                    <a:pt x="360" y="29"/>
                    <a:pt x="372" y="36"/>
                    <a:pt x="382" y="46"/>
                  </a:cubicBezTo>
                  <a:cubicBezTo>
                    <a:pt x="391" y="55"/>
                    <a:pt x="398" y="68"/>
                    <a:pt x="398" y="83"/>
                  </a:cubicBezTo>
                  <a:cubicBezTo>
                    <a:pt x="398" y="89"/>
                    <a:pt x="398" y="89"/>
                    <a:pt x="398" y="89"/>
                  </a:cubicBezTo>
                  <a:cubicBezTo>
                    <a:pt x="191" y="89"/>
                    <a:pt x="191" y="89"/>
                    <a:pt x="191" y="89"/>
                  </a:cubicBezTo>
                  <a:lnTo>
                    <a:pt x="191" y="83"/>
                  </a:lnTo>
                  <a:close/>
                  <a:moveTo>
                    <a:pt x="172" y="678"/>
                  </a:moveTo>
                  <a:lnTo>
                    <a:pt x="172" y="678"/>
                  </a:lnTo>
                  <a:cubicBezTo>
                    <a:pt x="133" y="678"/>
                    <a:pt x="101" y="647"/>
                    <a:pt x="99" y="608"/>
                  </a:cubicBezTo>
                  <a:cubicBezTo>
                    <a:pt x="74" y="118"/>
                    <a:pt x="74" y="118"/>
                    <a:pt x="74" y="118"/>
                  </a:cubicBezTo>
                  <a:cubicBezTo>
                    <a:pt x="177" y="118"/>
                    <a:pt x="177" y="118"/>
                    <a:pt x="177" y="118"/>
                  </a:cubicBezTo>
                  <a:cubicBezTo>
                    <a:pt x="412" y="118"/>
                    <a:pt x="412" y="118"/>
                    <a:pt x="412" y="118"/>
                  </a:cubicBezTo>
                  <a:cubicBezTo>
                    <a:pt x="514" y="118"/>
                    <a:pt x="514" y="118"/>
                    <a:pt x="514" y="118"/>
                  </a:cubicBezTo>
                  <a:cubicBezTo>
                    <a:pt x="491" y="608"/>
                    <a:pt x="491" y="608"/>
                    <a:pt x="491" y="608"/>
                  </a:cubicBezTo>
                  <a:cubicBezTo>
                    <a:pt x="488" y="647"/>
                    <a:pt x="456" y="678"/>
                    <a:pt x="416" y="678"/>
                  </a:cubicBezTo>
                  <a:lnTo>
                    <a:pt x="172"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08" name="Freeform 92">
            <a:extLst>
              <a:ext uri="{FF2B5EF4-FFF2-40B4-BE49-F238E27FC236}">
                <a16:creationId xmlns:a16="http://schemas.microsoft.com/office/drawing/2014/main" id="{30D508A1-AB78-27CE-7116-C7DFC0D069C0}"/>
              </a:ext>
            </a:extLst>
          </p:cNvPr>
          <p:cNvSpPr>
            <a:spLocks noChangeArrowheads="1"/>
          </p:cNvSpPr>
          <p:nvPr/>
        </p:nvSpPr>
        <p:spPr bwMode="auto">
          <a:xfrm>
            <a:off x="3775595" y="5713040"/>
            <a:ext cx="192088" cy="255588"/>
          </a:xfrm>
          <a:custGeom>
            <a:avLst/>
            <a:gdLst>
              <a:gd name="T0" fmla="*/ 486 w 532"/>
              <a:gd name="T1" fmla="*/ 0 h 710"/>
              <a:gd name="T2" fmla="*/ 486 w 532"/>
              <a:gd name="T3" fmla="*/ 0 h 710"/>
              <a:gd name="T4" fmla="*/ 44 w 532"/>
              <a:gd name="T5" fmla="*/ 0 h 710"/>
              <a:gd name="T6" fmla="*/ 0 w 532"/>
              <a:gd name="T7" fmla="*/ 45 h 710"/>
              <a:gd name="T8" fmla="*/ 0 w 532"/>
              <a:gd name="T9" fmla="*/ 692 h 710"/>
              <a:gd name="T10" fmla="*/ 10 w 532"/>
              <a:gd name="T11" fmla="*/ 706 h 710"/>
              <a:gd name="T12" fmla="*/ 25 w 532"/>
              <a:gd name="T13" fmla="*/ 703 h 710"/>
              <a:gd name="T14" fmla="*/ 256 w 532"/>
              <a:gd name="T15" fmla="*/ 487 h 710"/>
              <a:gd name="T16" fmla="*/ 265 w 532"/>
              <a:gd name="T17" fmla="*/ 483 h 710"/>
              <a:gd name="T18" fmla="*/ 276 w 532"/>
              <a:gd name="T19" fmla="*/ 487 h 710"/>
              <a:gd name="T20" fmla="*/ 506 w 532"/>
              <a:gd name="T21" fmla="*/ 703 h 710"/>
              <a:gd name="T22" fmla="*/ 522 w 532"/>
              <a:gd name="T23" fmla="*/ 706 h 710"/>
              <a:gd name="T24" fmla="*/ 531 w 532"/>
              <a:gd name="T25" fmla="*/ 692 h 710"/>
              <a:gd name="T26" fmla="*/ 531 w 532"/>
              <a:gd name="T27" fmla="*/ 45 h 710"/>
              <a:gd name="T28" fmla="*/ 486 w 532"/>
              <a:gd name="T29" fmla="*/ 0 h 710"/>
              <a:gd name="T30" fmla="*/ 265 w 532"/>
              <a:gd name="T31" fmla="*/ 453 h 710"/>
              <a:gd name="T32" fmla="*/ 265 w 532"/>
              <a:gd name="T33" fmla="*/ 453 h 710"/>
              <a:gd name="T34" fmla="*/ 235 w 532"/>
              <a:gd name="T35" fmla="*/ 466 h 710"/>
              <a:gd name="T36" fmla="*/ 31 w 532"/>
              <a:gd name="T37" fmla="*/ 659 h 710"/>
              <a:gd name="T38" fmla="*/ 31 w 532"/>
              <a:gd name="T39" fmla="*/ 45 h 710"/>
              <a:gd name="T40" fmla="*/ 44 w 532"/>
              <a:gd name="T41" fmla="*/ 29 h 710"/>
              <a:gd name="T42" fmla="*/ 486 w 532"/>
              <a:gd name="T43" fmla="*/ 29 h 710"/>
              <a:gd name="T44" fmla="*/ 501 w 532"/>
              <a:gd name="T45" fmla="*/ 45 h 710"/>
              <a:gd name="T46" fmla="*/ 501 w 532"/>
              <a:gd name="T47" fmla="*/ 659 h 710"/>
              <a:gd name="T48" fmla="*/ 296 w 532"/>
              <a:gd name="T49" fmla="*/ 466 h 710"/>
              <a:gd name="T50" fmla="*/ 265 w 532"/>
              <a:gd name="T51" fmla="*/ 453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32" h="710">
                <a:moveTo>
                  <a:pt x="486" y="0"/>
                </a:moveTo>
                <a:lnTo>
                  <a:pt x="486" y="0"/>
                </a:lnTo>
                <a:cubicBezTo>
                  <a:pt x="44" y="0"/>
                  <a:pt x="44" y="0"/>
                  <a:pt x="44" y="0"/>
                </a:cubicBezTo>
                <a:cubicBezTo>
                  <a:pt x="21" y="0"/>
                  <a:pt x="0" y="20"/>
                  <a:pt x="0" y="45"/>
                </a:cubicBezTo>
                <a:cubicBezTo>
                  <a:pt x="0" y="692"/>
                  <a:pt x="0" y="692"/>
                  <a:pt x="0" y="692"/>
                </a:cubicBezTo>
                <a:cubicBezTo>
                  <a:pt x="0" y="699"/>
                  <a:pt x="4" y="705"/>
                  <a:pt x="10" y="706"/>
                </a:cubicBezTo>
                <a:cubicBezTo>
                  <a:pt x="15" y="709"/>
                  <a:pt x="21" y="708"/>
                  <a:pt x="25" y="703"/>
                </a:cubicBezTo>
                <a:cubicBezTo>
                  <a:pt x="256" y="487"/>
                  <a:pt x="256" y="487"/>
                  <a:pt x="256" y="487"/>
                </a:cubicBezTo>
                <a:cubicBezTo>
                  <a:pt x="258" y="484"/>
                  <a:pt x="263" y="483"/>
                  <a:pt x="265" y="483"/>
                </a:cubicBezTo>
                <a:cubicBezTo>
                  <a:pt x="269" y="483"/>
                  <a:pt x="272" y="484"/>
                  <a:pt x="276" y="487"/>
                </a:cubicBezTo>
                <a:cubicBezTo>
                  <a:pt x="506" y="703"/>
                  <a:pt x="506" y="703"/>
                  <a:pt x="506" y="703"/>
                </a:cubicBezTo>
                <a:cubicBezTo>
                  <a:pt x="510" y="708"/>
                  <a:pt x="517" y="709"/>
                  <a:pt x="522" y="706"/>
                </a:cubicBezTo>
                <a:cubicBezTo>
                  <a:pt x="528" y="705"/>
                  <a:pt x="531" y="699"/>
                  <a:pt x="531" y="692"/>
                </a:cubicBezTo>
                <a:cubicBezTo>
                  <a:pt x="531" y="45"/>
                  <a:pt x="531" y="45"/>
                  <a:pt x="531" y="45"/>
                </a:cubicBezTo>
                <a:cubicBezTo>
                  <a:pt x="531" y="20"/>
                  <a:pt x="511" y="0"/>
                  <a:pt x="486" y="0"/>
                </a:cubicBezTo>
                <a:close/>
                <a:moveTo>
                  <a:pt x="265" y="453"/>
                </a:moveTo>
                <a:lnTo>
                  <a:pt x="265" y="453"/>
                </a:lnTo>
                <a:cubicBezTo>
                  <a:pt x="254" y="453"/>
                  <a:pt x="243" y="458"/>
                  <a:pt x="235" y="466"/>
                </a:cubicBezTo>
                <a:cubicBezTo>
                  <a:pt x="31" y="659"/>
                  <a:pt x="31" y="659"/>
                  <a:pt x="31" y="659"/>
                </a:cubicBezTo>
                <a:cubicBezTo>
                  <a:pt x="31" y="45"/>
                  <a:pt x="31" y="45"/>
                  <a:pt x="31" y="45"/>
                </a:cubicBezTo>
                <a:cubicBezTo>
                  <a:pt x="31" y="36"/>
                  <a:pt x="36" y="29"/>
                  <a:pt x="44" y="29"/>
                </a:cubicBezTo>
                <a:cubicBezTo>
                  <a:pt x="486" y="29"/>
                  <a:pt x="486" y="29"/>
                  <a:pt x="486" y="29"/>
                </a:cubicBezTo>
                <a:cubicBezTo>
                  <a:pt x="495" y="29"/>
                  <a:pt x="501" y="36"/>
                  <a:pt x="501" y="45"/>
                </a:cubicBezTo>
                <a:cubicBezTo>
                  <a:pt x="501" y="659"/>
                  <a:pt x="501" y="659"/>
                  <a:pt x="501" y="659"/>
                </a:cubicBezTo>
                <a:cubicBezTo>
                  <a:pt x="296" y="466"/>
                  <a:pt x="296" y="466"/>
                  <a:pt x="296" y="466"/>
                </a:cubicBezTo>
                <a:cubicBezTo>
                  <a:pt x="287" y="458"/>
                  <a:pt x="276" y="453"/>
                  <a:pt x="265" y="453"/>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109" name="Group 111">
            <a:extLst>
              <a:ext uri="{FF2B5EF4-FFF2-40B4-BE49-F238E27FC236}">
                <a16:creationId xmlns:a16="http://schemas.microsoft.com/office/drawing/2014/main" id="{35BAF093-9E7F-8335-A016-5CD83A99089F}"/>
              </a:ext>
            </a:extLst>
          </p:cNvPr>
          <p:cNvGrpSpPr/>
          <p:nvPr/>
        </p:nvGrpSpPr>
        <p:grpSpPr>
          <a:xfrm>
            <a:off x="1707083" y="4223966"/>
            <a:ext cx="255587" cy="180975"/>
            <a:chOff x="550863" y="4548188"/>
            <a:chExt cx="255587" cy="180975"/>
          </a:xfrm>
          <a:solidFill>
            <a:schemeClr val="accent4"/>
          </a:solidFill>
        </p:grpSpPr>
        <p:sp>
          <p:nvSpPr>
            <p:cNvPr id="110" name="Freeform 93">
              <a:extLst>
                <a:ext uri="{FF2B5EF4-FFF2-40B4-BE49-F238E27FC236}">
                  <a16:creationId xmlns:a16="http://schemas.microsoft.com/office/drawing/2014/main" id="{F36BEA6B-D4EB-7CDB-AA06-66FE3AE58582}"/>
                </a:ext>
              </a:extLst>
            </p:cNvPr>
            <p:cNvSpPr>
              <a:spLocks noChangeArrowheads="1"/>
            </p:cNvSpPr>
            <p:nvPr/>
          </p:nvSpPr>
          <p:spPr bwMode="auto">
            <a:xfrm>
              <a:off x="550863" y="4548188"/>
              <a:ext cx="255587" cy="11112"/>
            </a:xfrm>
            <a:custGeom>
              <a:avLst/>
              <a:gdLst>
                <a:gd name="T0" fmla="*/ 694 w 708"/>
                <a:gd name="T1" fmla="*/ 0 h 31"/>
                <a:gd name="T2" fmla="*/ 694 w 708"/>
                <a:gd name="T3" fmla="*/ 0 h 31"/>
                <a:gd name="T4" fmla="*/ 15 w 708"/>
                <a:gd name="T5" fmla="*/ 0 h 31"/>
                <a:gd name="T6" fmla="*/ 0 w 708"/>
                <a:gd name="T7" fmla="*/ 15 h 31"/>
                <a:gd name="T8" fmla="*/ 15 w 708"/>
                <a:gd name="T9" fmla="*/ 30 h 31"/>
                <a:gd name="T10" fmla="*/ 694 w 708"/>
                <a:gd name="T11" fmla="*/ 30 h 31"/>
                <a:gd name="T12" fmla="*/ 707 w 708"/>
                <a:gd name="T13" fmla="*/ 15 h 31"/>
                <a:gd name="T14" fmla="*/ 694 w 70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1">
                  <a:moveTo>
                    <a:pt x="694" y="0"/>
                  </a:moveTo>
                  <a:lnTo>
                    <a:pt x="694" y="0"/>
                  </a:lnTo>
                  <a:cubicBezTo>
                    <a:pt x="15" y="0"/>
                    <a:pt x="15" y="0"/>
                    <a:pt x="15" y="0"/>
                  </a:cubicBezTo>
                  <a:cubicBezTo>
                    <a:pt x="7" y="0"/>
                    <a:pt x="0" y="7"/>
                    <a:pt x="0" y="15"/>
                  </a:cubicBezTo>
                  <a:cubicBezTo>
                    <a:pt x="0" y="23"/>
                    <a:pt x="7" y="30"/>
                    <a:pt x="15" y="30"/>
                  </a:cubicBezTo>
                  <a:cubicBezTo>
                    <a:pt x="694" y="30"/>
                    <a:pt x="694" y="30"/>
                    <a:pt x="694" y="30"/>
                  </a:cubicBezTo>
                  <a:cubicBezTo>
                    <a:pt x="701" y="30"/>
                    <a:pt x="707" y="23"/>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1" name="Freeform 94">
              <a:extLst>
                <a:ext uri="{FF2B5EF4-FFF2-40B4-BE49-F238E27FC236}">
                  <a16:creationId xmlns:a16="http://schemas.microsoft.com/office/drawing/2014/main" id="{0A2BE0AA-C8BB-050E-8C63-6D78AC923602}"/>
                </a:ext>
              </a:extLst>
            </p:cNvPr>
            <p:cNvSpPr>
              <a:spLocks noChangeArrowheads="1"/>
            </p:cNvSpPr>
            <p:nvPr/>
          </p:nvSpPr>
          <p:spPr bwMode="auto">
            <a:xfrm>
              <a:off x="550863" y="4718050"/>
              <a:ext cx="255587" cy="11113"/>
            </a:xfrm>
            <a:custGeom>
              <a:avLst/>
              <a:gdLst>
                <a:gd name="T0" fmla="*/ 694 w 708"/>
                <a:gd name="T1" fmla="*/ 0 h 30"/>
                <a:gd name="T2" fmla="*/ 694 w 708"/>
                <a:gd name="T3" fmla="*/ 0 h 30"/>
                <a:gd name="T4" fmla="*/ 15 w 708"/>
                <a:gd name="T5" fmla="*/ 0 h 30"/>
                <a:gd name="T6" fmla="*/ 0 w 708"/>
                <a:gd name="T7" fmla="*/ 14 h 30"/>
                <a:gd name="T8" fmla="*/ 15 w 708"/>
                <a:gd name="T9" fmla="*/ 29 h 30"/>
                <a:gd name="T10" fmla="*/ 694 w 708"/>
                <a:gd name="T11" fmla="*/ 29 h 30"/>
                <a:gd name="T12" fmla="*/ 707 w 708"/>
                <a:gd name="T13" fmla="*/ 14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4"/>
                  </a:cubicBezTo>
                  <a:cubicBezTo>
                    <a:pt x="0" y="22"/>
                    <a:pt x="7" y="29"/>
                    <a:pt x="15" y="29"/>
                  </a:cubicBezTo>
                  <a:cubicBezTo>
                    <a:pt x="694" y="29"/>
                    <a:pt x="694" y="29"/>
                    <a:pt x="694" y="29"/>
                  </a:cubicBezTo>
                  <a:cubicBezTo>
                    <a:pt x="701" y="29"/>
                    <a:pt x="707" y="22"/>
                    <a:pt x="707" y="14"/>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2" name="Freeform 95">
              <a:extLst>
                <a:ext uri="{FF2B5EF4-FFF2-40B4-BE49-F238E27FC236}">
                  <a16:creationId xmlns:a16="http://schemas.microsoft.com/office/drawing/2014/main" id="{47D229EE-0922-C108-35B1-CE6157AA4293}"/>
                </a:ext>
              </a:extLst>
            </p:cNvPr>
            <p:cNvSpPr>
              <a:spLocks noChangeArrowheads="1"/>
            </p:cNvSpPr>
            <p:nvPr/>
          </p:nvSpPr>
          <p:spPr bwMode="auto">
            <a:xfrm>
              <a:off x="550863" y="4632325"/>
              <a:ext cx="255587" cy="11113"/>
            </a:xfrm>
            <a:custGeom>
              <a:avLst/>
              <a:gdLst>
                <a:gd name="T0" fmla="*/ 694 w 708"/>
                <a:gd name="T1" fmla="*/ 0 h 30"/>
                <a:gd name="T2" fmla="*/ 694 w 708"/>
                <a:gd name="T3" fmla="*/ 0 h 30"/>
                <a:gd name="T4" fmla="*/ 15 w 708"/>
                <a:gd name="T5" fmla="*/ 0 h 30"/>
                <a:gd name="T6" fmla="*/ 0 w 708"/>
                <a:gd name="T7" fmla="*/ 15 h 30"/>
                <a:gd name="T8" fmla="*/ 15 w 708"/>
                <a:gd name="T9" fmla="*/ 29 h 30"/>
                <a:gd name="T10" fmla="*/ 694 w 708"/>
                <a:gd name="T11" fmla="*/ 29 h 30"/>
                <a:gd name="T12" fmla="*/ 707 w 708"/>
                <a:gd name="T13" fmla="*/ 15 h 30"/>
                <a:gd name="T14" fmla="*/ 694 w 70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8" h="30">
                  <a:moveTo>
                    <a:pt x="694" y="0"/>
                  </a:moveTo>
                  <a:lnTo>
                    <a:pt x="694" y="0"/>
                  </a:lnTo>
                  <a:cubicBezTo>
                    <a:pt x="15" y="0"/>
                    <a:pt x="15" y="0"/>
                    <a:pt x="15" y="0"/>
                  </a:cubicBezTo>
                  <a:cubicBezTo>
                    <a:pt x="7" y="0"/>
                    <a:pt x="0" y="7"/>
                    <a:pt x="0" y="15"/>
                  </a:cubicBezTo>
                  <a:cubicBezTo>
                    <a:pt x="0" y="24"/>
                    <a:pt x="7" y="29"/>
                    <a:pt x="15" y="29"/>
                  </a:cubicBezTo>
                  <a:cubicBezTo>
                    <a:pt x="694" y="29"/>
                    <a:pt x="694" y="29"/>
                    <a:pt x="694" y="29"/>
                  </a:cubicBezTo>
                  <a:cubicBezTo>
                    <a:pt x="701" y="29"/>
                    <a:pt x="707" y="24"/>
                    <a:pt x="707" y="15"/>
                  </a:cubicBezTo>
                  <a:cubicBezTo>
                    <a:pt x="707" y="7"/>
                    <a:pt x="701" y="0"/>
                    <a:pt x="6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13" name="Freeform 96">
            <a:extLst>
              <a:ext uri="{FF2B5EF4-FFF2-40B4-BE49-F238E27FC236}">
                <a16:creationId xmlns:a16="http://schemas.microsoft.com/office/drawing/2014/main" id="{50BBED91-2FA4-013F-0BC8-D79603CCF988}"/>
              </a:ext>
            </a:extLst>
          </p:cNvPr>
          <p:cNvSpPr>
            <a:spLocks noChangeArrowheads="1"/>
          </p:cNvSpPr>
          <p:nvPr/>
        </p:nvSpPr>
        <p:spPr bwMode="auto">
          <a:xfrm>
            <a:off x="2237308" y="4208091"/>
            <a:ext cx="212725" cy="212725"/>
          </a:xfrm>
          <a:custGeom>
            <a:avLst/>
            <a:gdLst>
              <a:gd name="T0" fmla="*/ 585 w 593"/>
              <a:gd name="T1" fmla="*/ 5 h 592"/>
              <a:gd name="T2" fmla="*/ 585 w 593"/>
              <a:gd name="T3" fmla="*/ 5 h 592"/>
              <a:gd name="T4" fmla="*/ 565 w 593"/>
              <a:gd name="T5" fmla="*/ 5 h 592"/>
              <a:gd name="T6" fmla="*/ 295 w 593"/>
              <a:gd name="T7" fmla="*/ 274 h 592"/>
              <a:gd name="T8" fmla="*/ 26 w 593"/>
              <a:gd name="T9" fmla="*/ 5 h 592"/>
              <a:gd name="T10" fmla="*/ 5 w 593"/>
              <a:gd name="T11" fmla="*/ 5 h 592"/>
              <a:gd name="T12" fmla="*/ 5 w 593"/>
              <a:gd name="T13" fmla="*/ 26 h 592"/>
              <a:gd name="T14" fmla="*/ 275 w 593"/>
              <a:gd name="T15" fmla="*/ 295 h 592"/>
              <a:gd name="T16" fmla="*/ 5 w 593"/>
              <a:gd name="T17" fmla="*/ 564 h 592"/>
              <a:gd name="T18" fmla="*/ 5 w 593"/>
              <a:gd name="T19" fmla="*/ 585 h 592"/>
              <a:gd name="T20" fmla="*/ 26 w 593"/>
              <a:gd name="T21" fmla="*/ 585 h 592"/>
              <a:gd name="T22" fmla="*/ 295 w 593"/>
              <a:gd name="T23" fmla="*/ 316 h 592"/>
              <a:gd name="T24" fmla="*/ 565 w 593"/>
              <a:gd name="T25" fmla="*/ 585 h 592"/>
              <a:gd name="T26" fmla="*/ 585 w 593"/>
              <a:gd name="T27" fmla="*/ 585 h 592"/>
              <a:gd name="T28" fmla="*/ 585 w 593"/>
              <a:gd name="T29" fmla="*/ 564 h 592"/>
              <a:gd name="T30" fmla="*/ 316 w 593"/>
              <a:gd name="T31" fmla="*/ 295 h 592"/>
              <a:gd name="T32" fmla="*/ 585 w 593"/>
              <a:gd name="T33" fmla="*/ 26 h 592"/>
              <a:gd name="T34" fmla="*/ 585 w 593"/>
              <a:gd name="T35" fmla="*/ 5 h 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3" h="592">
                <a:moveTo>
                  <a:pt x="585" y="5"/>
                </a:moveTo>
                <a:lnTo>
                  <a:pt x="585" y="5"/>
                </a:lnTo>
                <a:cubicBezTo>
                  <a:pt x="580" y="0"/>
                  <a:pt x="571" y="0"/>
                  <a:pt x="565" y="5"/>
                </a:cubicBezTo>
                <a:cubicBezTo>
                  <a:pt x="295" y="274"/>
                  <a:pt x="295" y="274"/>
                  <a:pt x="295" y="274"/>
                </a:cubicBezTo>
                <a:cubicBezTo>
                  <a:pt x="26" y="5"/>
                  <a:pt x="26" y="5"/>
                  <a:pt x="26" y="5"/>
                </a:cubicBezTo>
                <a:cubicBezTo>
                  <a:pt x="20" y="0"/>
                  <a:pt x="11" y="0"/>
                  <a:pt x="5" y="5"/>
                </a:cubicBezTo>
                <a:cubicBezTo>
                  <a:pt x="0" y="11"/>
                  <a:pt x="0" y="20"/>
                  <a:pt x="5" y="26"/>
                </a:cubicBezTo>
                <a:cubicBezTo>
                  <a:pt x="275" y="295"/>
                  <a:pt x="275" y="295"/>
                  <a:pt x="275" y="295"/>
                </a:cubicBezTo>
                <a:cubicBezTo>
                  <a:pt x="5" y="564"/>
                  <a:pt x="5" y="564"/>
                  <a:pt x="5" y="564"/>
                </a:cubicBezTo>
                <a:cubicBezTo>
                  <a:pt x="0" y="570"/>
                  <a:pt x="0" y="580"/>
                  <a:pt x="5" y="585"/>
                </a:cubicBezTo>
                <a:cubicBezTo>
                  <a:pt x="11" y="591"/>
                  <a:pt x="20" y="591"/>
                  <a:pt x="26" y="585"/>
                </a:cubicBezTo>
                <a:cubicBezTo>
                  <a:pt x="295" y="316"/>
                  <a:pt x="295" y="316"/>
                  <a:pt x="295" y="316"/>
                </a:cubicBezTo>
                <a:cubicBezTo>
                  <a:pt x="565" y="585"/>
                  <a:pt x="565" y="585"/>
                  <a:pt x="565" y="585"/>
                </a:cubicBezTo>
                <a:cubicBezTo>
                  <a:pt x="571" y="591"/>
                  <a:pt x="580" y="591"/>
                  <a:pt x="585" y="585"/>
                </a:cubicBezTo>
                <a:cubicBezTo>
                  <a:pt x="592" y="580"/>
                  <a:pt x="592" y="570"/>
                  <a:pt x="585" y="564"/>
                </a:cubicBezTo>
                <a:cubicBezTo>
                  <a:pt x="316" y="295"/>
                  <a:pt x="316" y="295"/>
                  <a:pt x="316" y="295"/>
                </a:cubicBezTo>
                <a:cubicBezTo>
                  <a:pt x="585" y="26"/>
                  <a:pt x="585" y="26"/>
                  <a:pt x="585" y="26"/>
                </a:cubicBezTo>
                <a:cubicBezTo>
                  <a:pt x="592" y="20"/>
                  <a:pt x="592" y="11"/>
                  <a:pt x="585" y="5"/>
                </a:cubicBezTo>
              </a:path>
            </a:pathLst>
          </a:custGeom>
          <a:solidFill>
            <a:schemeClr val="accent4"/>
          </a:solidFill>
          <a:ln>
            <a:noFill/>
          </a:ln>
          <a:effectLst/>
        </p:spPr>
        <p:txBody>
          <a:bodyPr wrap="none" anchor="ctr"/>
          <a:lstStyle/>
          <a:p>
            <a:endParaRPr lang="da-DK">
              <a:solidFill>
                <a:schemeClr val="tx2"/>
              </a:solidFill>
            </a:endParaRPr>
          </a:p>
        </p:txBody>
      </p:sp>
      <p:sp>
        <p:nvSpPr>
          <p:cNvPr id="114" name="Freeform 97">
            <a:extLst>
              <a:ext uri="{FF2B5EF4-FFF2-40B4-BE49-F238E27FC236}">
                <a16:creationId xmlns:a16="http://schemas.microsoft.com/office/drawing/2014/main" id="{3825C661-C24C-20A0-B31D-542207C40745}"/>
              </a:ext>
            </a:extLst>
          </p:cNvPr>
          <p:cNvSpPr>
            <a:spLocks noChangeArrowheads="1"/>
          </p:cNvSpPr>
          <p:nvPr/>
        </p:nvSpPr>
        <p:spPr bwMode="auto">
          <a:xfrm>
            <a:off x="2724670" y="4223172"/>
            <a:ext cx="255588" cy="182562"/>
          </a:xfrm>
          <a:custGeom>
            <a:avLst/>
            <a:gdLst>
              <a:gd name="T0" fmla="*/ 683 w 711"/>
              <a:gd name="T1" fmla="*/ 7 h 505"/>
              <a:gd name="T2" fmla="*/ 683 w 711"/>
              <a:gd name="T3" fmla="*/ 7 h 505"/>
              <a:gd name="T4" fmla="*/ 280 w 711"/>
              <a:gd name="T5" fmla="*/ 468 h 505"/>
              <a:gd name="T6" fmla="*/ 26 w 711"/>
              <a:gd name="T7" fmla="*/ 242 h 505"/>
              <a:gd name="T8" fmla="*/ 5 w 711"/>
              <a:gd name="T9" fmla="*/ 243 h 505"/>
              <a:gd name="T10" fmla="*/ 7 w 711"/>
              <a:gd name="T11" fmla="*/ 264 h 505"/>
              <a:gd name="T12" fmla="*/ 7 w 711"/>
              <a:gd name="T13" fmla="*/ 264 h 505"/>
              <a:gd name="T14" fmla="*/ 272 w 711"/>
              <a:gd name="T15" fmla="*/ 500 h 505"/>
              <a:gd name="T16" fmla="*/ 283 w 711"/>
              <a:gd name="T17" fmla="*/ 503 h 505"/>
              <a:gd name="T18" fmla="*/ 292 w 711"/>
              <a:gd name="T19" fmla="*/ 499 h 505"/>
              <a:gd name="T20" fmla="*/ 705 w 711"/>
              <a:gd name="T21" fmla="*/ 26 h 505"/>
              <a:gd name="T22" fmla="*/ 704 w 711"/>
              <a:gd name="T23" fmla="*/ 6 h 505"/>
              <a:gd name="T24" fmla="*/ 683 w 711"/>
              <a:gd name="T25" fmla="*/ 7 h 5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11" h="505">
                <a:moveTo>
                  <a:pt x="683" y="7"/>
                </a:moveTo>
                <a:lnTo>
                  <a:pt x="683" y="7"/>
                </a:lnTo>
                <a:cubicBezTo>
                  <a:pt x="280" y="468"/>
                  <a:pt x="280" y="468"/>
                  <a:pt x="280" y="468"/>
                </a:cubicBezTo>
                <a:cubicBezTo>
                  <a:pt x="26" y="242"/>
                  <a:pt x="26" y="242"/>
                  <a:pt x="26" y="242"/>
                </a:cubicBezTo>
                <a:cubicBezTo>
                  <a:pt x="20" y="236"/>
                  <a:pt x="11" y="238"/>
                  <a:pt x="5" y="243"/>
                </a:cubicBezTo>
                <a:cubicBezTo>
                  <a:pt x="0" y="249"/>
                  <a:pt x="0" y="258"/>
                  <a:pt x="7" y="264"/>
                </a:cubicBezTo>
                <a:lnTo>
                  <a:pt x="7" y="264"/>
                </a:lnTo>
                <a:cubicBezTo>
                  <a:pt x="272" y="500"/>
                  <a:pt x="272" y="500"/>
                  <a:pt x="272" y="500"/>
                </a:cubicBezTo>
                <a:cubicBezTo>
                  <a:pt x="274" y="503"/>
                  <a:pt x="279" y="504"/>
                  <a:pt x="283" y="503"/>
                </a:cubicBezTo>
                <a:cubicBezTo>
                  <a:pt x="286" y="503"/>
                  <a:pt x="290" y="501"/>
                  <a:pt x="292" y="499"/>
                </a:cubicBezTo>
                <a:cubicBezTo>
                  <a:pt x="705" y="26"/>
                  <a:pt x="705" y="26"/>
                  <a:pt x="705" y="26"/>
                </a:cubicBezTo>
                <a:cubicBezTo>
                  <a:pt x="710" y="21"/>
                  <a:pt x="710" y="11"/>
                  <a:pt x="704" y="6"/>
                </a:cubicBezTo>
                <a:cubicBezTo>
                  <a:pt x="697" y="0"/>
                  <a:pt x="687" y="2"/>
                  <a:pt x="683" y="7"/>
                </a:cubicBezTo>
              </a:path>
            </a:pathLst>
          </a:custGeom>
          <a:solidFill>
            <a:schemeClr val="accent4"/>
          </a:solidFill>
          <a:ln>
            <a:noFill/>
          </a:ln>
          <a:effectLst/>
        </p:spPr>
        <p:txBody>
          <a:bodyPr wrap="none" anchor="ctr"/>
          <a:lstStyle/>
          <a:p>
            <a:endParaRPr lang="da-DK">
              <a:solidFill>
                <a:schemeClr val="tx2"/>
              </a:solidFill>
            </a:endParaRPr>
          </a:p>
        </p:txBody>
      </p:sp>
      <p:grpSp>
        <p:nvGrpSpPr>
          <p:cNvPr id="115" name="Group 117">
            <a:extLst>
              <a:ext uri="{FF2B5EF4-FFF2-40B4-BE49-F238E27FC236}">
                <a16:creationId xmlns:a16="http://schemas.microsoft.com/office/drawing/2014/main" id="{C69BD342-730F-8EAC-3D40-EF35A5CB9658}"/>
              </a:ext>
            </a:extLst>
          </p:cNvPr>
          <p:cNvGrpSpPr/>
          <p:nvPr/>
        </p:nvGrpSpPr>
        <p:grpSpPr>
          <a:xfrm>
            <a:off x="3234258" y="4186659"/>
            <a:ext cx="255587" cy="255588"/>
            <a:chOff x="2078038" y="4505325"/>
            <a:chExt cx="255587" cy="255588"/>
          </a:xfrm>
          <a:solidFill>
            <a:schemeClr val="accent4"/>
          </a:solidFill>
        </p:grpSpPr>
        <p:sp>
          <p:nvSpPr>
            <p:cNvPr id="116" name="Freeform 98">
              <a:extLst>
                <a:ext uri="{FF2B5EF4-FFF2-40B4-BE49-F238E27FC236}">
                  <a16:creationId xmlns:a16="http://schemas.microsoft.com/office/drawing/2014/main" id="{4E32063E-9576-AB0B-3082-41D92FE2721A}"/>
                </a:ext>
              </a:extLst>
            </p:cNvPr>
            <p:cNvSpPr>
              <a:spLocks noChangeArrowheads="1"/>
            </p:cNvSpPr>
            <p:nvPr/>
          </p:nvSpPr>
          <p:spPr bwMode="auto">
            <a:xfrm>
              <a:off x="2078038" y="4505325"/>
              <a:ext cx="255587" cy="255588"/>
            </a:xfrm>
            <a:custGeom>
              <a:avLst/>
              <a:gdLst>
                <a:gd name="T0" fmla="*/ 354 w 709"/>
                <a:gd name="T1" fmla="*/ 0 h 708"/>
                <a:gd name="T2" fmla="*/ 354 w 709"/>
                <a:gd name="T3" fmla="*/ 0 h 708"/>
                <a:gd name="T4" fmla="*/ 0 w 709"/>
                <a:gd name="T5" fmla="*/ 353 h 708"/>
                <a:gd name="T6" fmla="*/ 354 w 709"/>
                <a:gd name="T7" fmla="*/ 707 h 708"/>
                <a:gd name="T8" fmla="*/ 708 w 709"/>
                <a:gd name="T9" fmla="*/ 353 h 708"/>
                <a:gd name="T10" fmla="*/ 354 w 709"/>
                <a:gd name="T11" fmla="*/ 0 h 708"/>
                <a:gd name="T12" fmla="*/ 583 w 709"/>
                <a:gd name="T13" fmla="*/ 582 h 708"/>
                <a:gd name="T14" fmla="*/ 583 w 709"/>
                <a:gd name="T15" fmla="*/ 582 h 708"/>
                <a:gd name="T16" fmla="*/ 354 w 709"/>
                <a:gd name="T17" fmla="*/ 678 h 708"/>
                <a:gd name="T18" fmla="*/ 125 w 709"/>
                <a:gd name="T19" fmla="*/ 582 h 708"/>
                <a:gd name="T20" fmla="*/ 31 w 709"/>
                <a:gd name="T21" fmla="*/ 353 h 708"/>
                <a:gd name="T22" fmla="*/ 125 w 709"/>
                <a:gd name="T23" fmla="*/ 124 h 708"/>
                <a:gd name="T24" fmla="*/ 354 w 709"/>
                <a:gd name="T25" fmla="*/ 29 h 708"/>
                <a:gd name="T26" fmla="*/ 583 w 709"/>
                <a:gd name="T27" fmla="*/ 124 h 708"/>
                <a:gd name="T28" fmla="*/ 679 w 709"/>
                <a:gd name="T29" fmla="*/ 353 h 708"/>
                <a:gd name="T30" fmla="*/ 583 w 709"/>
                <a:gd name="T31" fmla="*/ 58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8">
                  <a:moveTo>
                    <a:pt x="354" y="0"/>
                  </a:moveTo>
                  <a:lnTo>
                    <a:pt x="354" y="0"/>
                  </a:lnTo>
                  <a:cubicBezTo>
                    <a:pt x="159" y="0"/>
                    <a:pt x="0" y="158"/>
                    <a:pt x="0" y="353"/>
                  </a:cubicBezTo>
                  <a:cubicBezTo>
                    <a:pt x="0" y="548"/>
                    <a:pt x="159" y="707"/>
                    <a:pt x="354" y="707"/>
                  </a:cubicBezTo>
                  <a:cubicBezTo>
                    <a:pt x="550" y="707"/>
                    <a:pt x="708" y="548"/>
                    <a:pt x="708" y="353"/>
                  </a:cubicBezTo>
                  <a:cubicBezTo>
                    <a:pt x="708" y="158"/>
                    <a:pt x="550" y="0"/>
                    <a:pt x="354" y="0"/>
                  </a:cubicBezTo>
                  <a:close/>
                  <a:moveTo>
                    <a:pt x="583" y="582"/>
                  </a:moveTo>
                  <a:lnTo>
                    <a:pt x="583" y="582"/>
                  </a:lnTo>
                  <a:cubicBezTo>
                    <a:pt x="525" y="640"/>
                    <a:pt x="444" y="678"/>
                    <a:pt x="354" y="678"/>
                  </a:cubicBezTo>
                  <a:cubicBezTo>
                    <a:pt x="264" y="678"/>
                    <a:pt x="184" y="640"/>
                    <a:pt x="125" y="582"/>
                  </a:cubicBezTo>
                  <a:cubicBezTo>
                    <a:pt x="67" y="524"/>
                    <a:pt x="31" y="443"/>
                    <a:pt x="31" y="353"/>
                  </a:cubicBezTo>
                  <a:cubicBezTo>
                    <a:pt x="31" y="263"/>
                    <a:pt x="67" y="183"/>
                    <a:pt x="125" y="124"/>
                  </a:cubicBezTo>
                  <a:cubicBezTo>
                    <a:pt x="184" y="66"/>
                    <a:pt x="264" y="29"/>
                    <a:pt x="354" y="29"/>
                  </a:cubicBezTo>
                  <a:cubicBezTo>
                    <a:pt x="444" y="29"/>
                    <a:pt x="525" y="66"/>
                    <a:pt x="583" y="124"/>
                  </a:cubicBezTo>
                  <a:cubicBezTo>
                    <a:pt x="643" y="183"/>
                    <a:pt x="679" y="263"/>
                    <a:pt x="679" y="353"/>
                  </a:cubicBezTo>
                  <a:cubicBezTo>
                    <a:pt x="679" y="443"/>
                    <a:pt x="643" y="524"/>
                    <a:pt x="583" y="5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17" name="Freeform 99">
              <a:extLst>
                <a:ext uri="{FF2B5EF4-FFF2-40B4-BE49-F238E27FC236}">
                  <a16:creationId xmlns:a16="http://schemas.microsoft.com/office/drawing/2014/main" id="{05739E9C-F718-2AF0-46EC-73D87D8068B6}"/>
                </a:ext>
              </a:extLst>
            </p:cNvPr>
            <p:cNvSpPr>
              <a:spLocks noChangeArrowheads="1"/>
            </p:cNvSpPr>
            <p:nvPr/>
          </p:nvSpPr>
          <p:spPr bwMode="auto">
            <a:xfrm>
              <a:off x="2130425" y="4579938"/>
              <a:ext cx="150813" cy="107950"/>
            </a:xfrm>
            <a:custGeom>
              <a:avLst/>
              <a:gdLst>
                <a:gd name="T0" fmla="*/ 388 w 417"/>
                <a:gd name="T1" fmla="*/ 7 h 298"/>
                <a:gd name="T2" fmla="*/ 388 w 417"/>
                <a:gd name="T3" fmla="*/ 7 h 298"/>
                <a:gd name="T4" fmla="*/ 161 w 417"/>
                <a:gd name="T5" fmla="*/ 261 h 298"/>
                <a:gd name="T6" fmla="*/ 25 w 417"/>
                <a:gd name="T7" fmla="*/ 152 h 298"/>
                <a:gd name="T8" fmla="*/ 4 w 417"/>
                <a:gd name="T9" fmla="*/ 155 h 298"/>
                <a:gd name="T10" fmla="*/ 7 w 417"/>
                <a:gd name="T11" fmla="*/ 175 h 298"/>
                <a:gd name="T12" fmla="*/ 154 w 417"/>
                <a:gd name="T13" fmla="*/ 293 h 298"/>
                <a:gd name="T14" fmla="*/ 156 w 417"/>
                <a:gd name="T15" fmla="*/ 294 h 298"/>
                <a:gd name="T16" fmla="*/ 159 w 417"/>
                <a:gd name="T17" fmla="*/ 296 h 298"/>
                <a:gd name="T18" fmla="*/ 161 w 417"/>
                <a:gd name="T19" fmla="*/ 296 h 298"/>
                <a:gd name="T20" fmla="*/ 164 w 417"/>
                <a:gd name="T21" fmla="*/ 297 h 298"/>
                <a:gd name="T22" fmla="*/ 167 w 417"/>
                <a:gd name="T23" fmla="*/ 296 h 298"/>
                <a:gd name="T24" fmla="*/ 170 w 417"/>
                <a:gd name="T25" fmla="*/ 296 h 298"/>
                <a:gd name="T26" fmla="*/ 172 w 417"/>
                <a:gd name="T27" fmla="*/ 293 h 298"/>
                <a:gd name="T28" fmla="*/ 174 w 417"/>
                <a:gd name="T29" fmla="*/ 291 h 298"/>
                <a:gd name="T30" fmla="*/ 410 w 417"/>
                <a:gd name="T31" fmla="*/ 26 h 298"/>
                <a:gd name="T32" fmla="*/ 409 w 417"/>
                <a:gd name="T33" fmla="*/ 5 h 298"/>
                <a:gd name="T34" fmla="*/ 388 w 417"/>
                <a:gd name="T35" fmla="*/ 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298">
                  <a:moveTo>
                    <a:pt x="388" y="7"/>
                  </a:moveTo>
                  <a:lnTo>
                    <a:pt x="388" y="7"/>
                  </a:lnTo>
                  <a:cubicBezTo>
                    <a:pt x="161" y="261"/>
                    <a:pt x="161" y="261"/>
                    <a:pt x="161" y="261"/>
                  </a:cubicBezTo>
                  <a:cubicBezTo>
                    <a:pt x="25" y="152"/>
                    <a:pt x="25" y="152"/>
                    <a:pt x="25" y="152"/>
                  </a:cubicBezTo>
                  <a:cubicBezTo>
                    <a:pt x="19" y="148"/>
                    <a:pt x="9" y="148"/>
                    <a:pt x="4" y="155"/>
                  </a:cubicBezTo>
                  <a:cubicBezTo>
                    <a:pt x="0" y="162"/>
                    <a:pt x="0" y="170"/>
                    <a:pt x="7" y="175"/>
                  </a:cubicBezTo>
                  <a:cubicBezTo>
                    <a:pt x="154" y="293"/>
                    <a:pt x="154" y="293"/>
                    <a:pt x="154" y="293"/>
                  </a:cubicBezTo>
                  <a:cubicBezTo>
                    <a:pt x="154" y="294"/>
                    <a:pt x="156" y="294"/>
                    <a:pt x="156" y="294"/>
                  </a:cubicBezTo>
                  <a:cubicBezTo>
                    <a:pt x="157" y="296"/>
                    <a:pt x="157" y="296"/>
                    <a:pt x="159" y="296"/>
                  </a:cubicBezTo>
                  <a:cubicBezTo>
                    <a:pt x="160" y="296"/>
                    <a:pt x="160" y="296"/>
                    <a:pt x="161" y="296"/>
                  </a:cubicBezTo>
                  <a:cubicBezTo>
                    <a:pt x="163" y="297"/>
                    <a:pt x="163" y="297"/>
                    <a:pt x="164" y="297"/>
                  </a:cubicBezTo>
                  <a:cubicBezTo>
                    <a:pt x="166" y="297"/>
                    <a:pt x="166" y="296"/>
                    <a:pt x="167" y="296"/>
                  </a:cubicBezTo>
                  <a:cubicBezTo>
                    <a:pt x="168" y="296"/>
                    <a:pt x="168" y="296"/>
                    <a:pt x="170" y="296"/>
                  </a:cubicBezTo>
                  <a:cubicBezTo>
                    <a:pt x="171" y="294"/>
                    <a:pt x="171" y="294"/>
                    <a:pt x="172" y="293"/>
                  </a:cubicBezTo>
                  <a:cubicBezTo>
                    <a:pt x="172" y="293"/>
                    <a:pt x="174" y="293"/>
                    <a:pt x="174" y="291"/>
                  </a:cubicBezTo>
                  <a:cubicBezTo>
                    <a:pt x="410" y="26"/>
                    <a:pt x="410" y="26"/>
                    <a:pt x="410" y="26"/>
                  </a:cubicBezTo>
                  <a:cubicBezTo>
                    <a:pt x="416" y="21"/>
                    <a:pt x="414" y="11"/>
                    <a:pt x="409" y="5"/>
                  </a:cubicBezTo>
                  <a:cubicBezTo>
                    <a:pt x="403" y="0"/>
                    <a:pt x="393" y="1"/>
                    <a:pt x="388"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18" name="Group 120">
            <a:extLst>
              <a:ext uri="{FF2B5EF4-FFF2-40B4-BE49-F238E27FC236}">
                <a16:creationId xmlns:a16="http://schemas.microsoft.com/office/drawing/2014/main" id="{E85BE8A4-B911-180C-6C7C-67508BE4353C}"/>
              </a:ext>
            </a:extLst>
          </p:cNvPr>
          <p:cNvGrpSpPr/>
          <p:nvPr/>
        </p:nvGrpSpPr>
        <p:grpSpPr>
          <a:xfrm>
            <a:off x="3742258" y="4239047"/>
            <a:ext cx="257175" cy="150812"/>
            <a:chOff x="2586038" y="4557713"/>
            <a:chExt cx="257175" cy="150812"/>
          </a:xfrm>
          <a:solidFill>
            <a:schemeClr val="accent4"/>
          </a:solidFill>
        </p:grpSpPr>
        <p:sp>
          <p:nvSpPr>
            <p:cNvPr id="119" name="Freeform 100">
              <a:extLst>
                <a:ext uri="{FF2B5EF4-FFF2-40B4-BE49-F238E27FC236}">
                  <a16:creationId xmlns:a16="http://schemas.microsoft.com/office/drawing/2014/main" id="{83B379C6-3C3B-F37D-0E48-CA386EE8A570}"/>
                </a:ext>
              </a:extLst>
            </p:cNvPr>
            <p:cNvSpPr>
              <a:spLocks noChangeArrowheads="1"/>
            </p:cNvSpPr>
            <p:nvPr/>
          </p:nvSpPr>
          <p:spPr bwMode="auto">
            <a:xfrm>
              <a:off x="2692400" y="4557713"/>
              <a:ext cx="150813" cy="150812"/>
            </a:xfrm>
            <a:custGeom>
              <a:avLst/>
              <a:gdLst>
                <a:gd name="T0" fmla="*/ 388 w 418"/>
                <a:gd name="T1" fmla="*/ 8 h 418"/>
                <a:gd name="T2" fmla="*/ 388 w 418"/>
                <a:gd name="T3" fmla="*/ 8 h 418"/>
                <a:gd name="T4" fmla="*/ 102 w 418"/>
                <a:gd name="T5" fmla="*/ 379 h 418"/>
                <a:gd name="T6" fmla="*/ 24 w 418"/>
                <a:gd name="T7" fmla="*/ 328 h 418"/>
                <a:gd name="T8" fmla="*/ 4 w 418"/>
                <a:gd name="T9" fmla="*/ 332 h 418"/>
                <a:gd name="T10" fmla="*/ 8 w 418"/>
                <a:gd name="T11" fmla="*/ 353 h 418"/>
                <a:gd name="T12" fmla="*/ 8 w 418"/>
                <a:gd name="T13" fmla="*/ 353 h 418"/>
                <a:gd name="T14" fmla="*/ 96 w 418"/>
                <a:gd name="T15" fmla="*/ 412 h 418"/>
                <a:gd name="T16" fmla="*/ 117 w 418"/>
                <a:gd name="T17" fmla="*/ 408 h 418"/>
                <a:gd name="T18" fmla="*/ 411 w 418"/>
                <a:gd name="T19" fmla="*/ 26 h 418"/>
                <a:gd name="T20" fmla="*/ 408 w 418"/>
                <a:gd name="T21" fmla="*/ 5 h 418"/>
                <a:gd name="T22" fmla="*/ 388 w 418"/>
                <a:gd name="T23" fmla="*/ 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18" h="418">
                  <a:moveTo>
                    <a:pt x="388" y="8"/>
                  </a:moveTo>
                  <a:lnTo>
                    <a:pt x="388" y="8"/>
                  </a:lnTo>
                  <a:cubicBezTo>
                    <a:pt x="102" y="379"/>
                    <a:pt x="102" y="379"/>
                    <a:pt x="102" y="379"/>
                  </a:cubicBezTo>
                  <a:cubicBezTo>
                    <a:pt x="24" y="328"/>
                    <a:pt x="24" y="328"/>
                    <a:pt x="24" y="328"/>
                  </a:cubicBezTo>
                  <a:cubicBezTo>
                    <a:pt x="18" y="324"/>
                    <a:pt x="9" y="326"/>
                    <a:pt x="4" y="332"/>
                  </a:cubicBezTo>
                  <a:cubicBezTo>
                    <a:pt x="0" y="339"/>
                    <a:pt x="1" y="349"/>
                    <a:pt x="8" y="353"/>
                  </a:cubicBezTo>
                  <a:lnTo>
                    <a:pt x="8" y="353"/>
                  </a:lnTo>
                  <a:cubicBezTo>
                    <a:pt x="96" y="412"/>
                    <a:pt x="96" y="412"/>
                    <a:pt x="96" y="412"/>
                  </a:cubicBezTo>
                  <a:cubicBezTo>
                    <a:pt x="103" y="417"/>
                    <a:pt x="111" y="415"/>
                    <a:pt x="117" y="408"/>
                  </a:cubicBezTo>
                  <a:cubicBezTo>
                    <a:pt x="411" y="26"/>
                    <a:pt x="411" y="26"/>
                    <a:pt x="411" y="26"/>
                  </a:cubicBezTo>
                  <a:cubicBezTo>
                    <a:pt x="417" y="19"/>
                    <a:pt x="415" y="11"/>
                    <a:pt x="408" y="5"/>
                  </a:cubicBezTo>
                  <a:cubicBezTo>
                    <a:pt x="401" y="0"/>
                    <a:pt x="393" y="1"/>
                    <a:pt x="388"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0" name="Freeform 101">
              <a:extLst>
                <a:ext uri="{FF2B5EF4-FFF2-40B4-BE49-F238E27FC236}">
                  <a16:creationId xmlns:a16="http://schemas.microsoft.com/office/drawing/2014/main" id="{F7364F4C-F187-94D5-2ACC-6C55A0D92104}"/>
                </a:ext>
              </a:extLst>
            </p:cNvPr>
            <p:cNvSpPr>
              <a:spLocks noChangeArrowheads="1"/>
            </p:cNvSpPr>
            <p:nvPr/>
          </p:nvSpPr>
          <p:spPr bwMode="auto">
            <a:xfrm>
              <a:off x="2586038" y="4557713"/>
              <a:ext cx="182562" cy="149225"/>
            </a:xfrm>
            <a:custGeom>
              <a:avLst/>
              <a:gdLst>
                <a:gd name="T0" fmla="*/ 6 w 506"/>
                <a:gd name="T1" fmla="*/ 243 h 416"/>
                <a:gd name="T2" fmla="*/ 6 w 506"/>
                <a:gd name="T3" fmla="*/ 243 h 416"/>
                <a:gd name="T4" fmla="*/ 7 w 506"/>
                <a:gd name="T5" fmla="*/ 263 h 416"/>
                <a:gd name="T6" fmla="*/ 7 w 506"/>
                <a:gd name="T7" fmla="*/ 263 h 416"/>
                <a:gd name="T8" fmla="*/ 184 w 506"/>
                <a:gd name="T9" fmla="*/ 411 h 416"/>
                <a:gd name="T10" fmla="*/ 195 w 506"/>
                <a:gd name="T11" fmla="*/ 414 h 416"/>
                <a:gd name="T12" fmla="*/ 205 w 506"/>
                <a:gd name="T13" fmla="*/ 408 h 416"/>
                <a:gd name="T14" fmla="*/ 500 w 506"/>
                <a:gd name="T15" fmla="*/ 26 h 416"/>
                <a:gd name="T16" fmla="*/ 498 w 506"/>
                <a:gd name="T17" fmla="*/ 5 h 416"/>
                <a:gd name="T18" fmla="*/ 477 w 506"/>
                <a:gd name="T19" fmla="*/ 8 h 416"/>
                <a:gd name="T20" fmla="*/ 191 w 506"/>
                <a:gd name="T21" fmla="*/ 378 h 416"/>
                <a:gd name="T22" fmla="*/ 27 w 506"/>
                <a:gd name="T23" fmla="*/ 241 h 416"/>
                <a:gd name="T24" fmla="*/ 6 w 506"/>
                <a:gd name="T25" fmla="*/ 243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06" h="416">
                  <a:moveTo>
                    <a:pt x="6" y="243"/>
                  </a:moveTo>
                  <a:lnTo>
                    <a:pt x="6" y="243"/>
                  </a:lnTo>
                  <a:cubicBezTo>
                    <a:pt x="0" y="250"/>
                    <a:pt x="2" y="258"/>
                    <a:pt x="7" y="263"/>
                  </a:cubicBezTo>
                  <a:lnTo>
                    <a:pt x="7" y="263"/>
                  </a:lnTo>
                  <a:cubicBezTo>
                    <a:pt x="184" y="411"/>
                    <a:pt x="184" y="411"/>
                    <a:pt x="184" y="411"/>
                  </a:cubicBezTo>
                  <a:cubicBezTo>
                    <a:pt x="187" y="414"/>
                    <a:pt x="191" y="415"/>
                    <a:pt x="195" y="414"/>
                  </a:cubicBezTo>
                  <a:cubicBezTo>
                    <a:pt x="199" y="414"/>
                    <a:pt x="203" y="412"/>
                    <a:pt x="205" y="408"/>
                  </a:cubicBezTo>
                  <a:cubicBezTo>
                    <a:pt x="500" y="26"/>
                    <a:pt x="500" y="26"/>
                    <a:pt x="500" y="26"/>
                  </a:cubicBezTo>
                  <a:cubicBezTo>
                    <a:pt x="505" y="19"/>
                    <a:pt x="503" y="11"/>
                    <a:pt x="498" y="5"/>
                  </a:cubicBezTo>
                  <a:cubicBezTo>
                    <a:pt x="491" y="0"/>
                    <a:pt x="481" y="1"/>
                    <a:pt x="477" y="8"/>
                  </a:cubicBezTo>
                  <a:cubicBezTo>
                    <a:pt x="191" y="378"/>
                    <a:pt x="191" y="378"/>
                    <a:pt x="191" y="378"/>
                  </a:cubicBezTo>
                  <a:cubicBezTo>
                    <a:pt x="27" y="241"/>
                    <a:pt x="27" y="241"/>
                    <a:pt x="27" y="241"/>
                  </a:cubicBezTo>
                  <a:cubicBezTo>
                    <a:pt x="20" y="236"/>
                    <a:pt x="10" y="237"/>
                    <a:pt x="6" y="2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1" name="Group 123">
            <a:extLst>
              <a:ext uri="{FF2B5EF4-FFF2-40B4-BE49-F238E27FC236}">
                <a16:creationId xmlns:a16="http://schemas.microsoft.com/office/drawing/2014/main" id="{63E0D2FC-B27B-142C-328A-C63CAE0B3FE0}"/>
              </a:ext>
            </a:extLst>
          </p:cNvPr>
          <p:cNvGrpSpPr/>
          <p:nvPr/>
        </p:nvGrpSpPr>
        <p:grpSpPr>
          <a:xfrm>
            <a:off x="1813445" y="4693071"/>
            <a:ext cx="63500" cy="254000"/>
            <a:chOff x="657225" y="5014913"/>
            <a:chExt cx="63500" cy="254000"/>
          </a:xfrm>
          <a:solidFill>
            <a:schemeClr val="accent4"/>
          </a:solidFill>
        </p:grpSpPr>
        <p:sp>
          <p:nvSpPr>
            <p:cNvPr id="122" name="Freeform 102">
              <a:extLst>
                <a:ext uri="{FF2B5EF4-FFF2-40B4-BE49-F238E27FC236}">
                  <a16:creationId xmlns:a16="http://schemas.microsoft.com/office/drawing/2014/main" id="{D052CEFD-B5AD-7834-11E0-32CDC5AADFAD}"/>
                </a:ext>
              </a:extLst>
            </p:cNvPr>
            <p:cNvSpPr>
              <a:spLocks noChangeArrowheads="1"/>
            </p:cNvSpPr>
            <p:nvPr/>
          </p:nvSpPr>
          <p:spPr bwMode="auto">
            <a:xfrm>
              <a:off x="657225" y="5014913"/>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29 w 178"/>
                <a:gd name="T13" fmla="*/ 88 h 178"/>
                <a:gd name="T14" fmla="*/ 29 w 178"/>
                <a:gd name="T15" fmla="*/ 88 h 178"/>
                <a:gd name="T16" fmla="*/ 45 w 178"/>
                <a:gd name="T17" fmla="*/ 47 h 178"/>
                <a:gd name="T18" fmla="*/ 88 w 178"/>
                <a:gd name="T19" fmla="*/ 29 h 178"/>
                <a:gd name="T20" fmla="*/ 130 w 178"/>
                <a:gd name="T21" fmla="*/ 47 h 178"/>
                <a:gd name="T22" fmla="*/ 146 w 178"/>
                <a:gd name="T23" fmla="*/ 88 h 178"/>
                <a:gd name="T24" fmla="*/ 130 w 178"/>
                <a:gd name="T25" fmla="*/ 130 h 178"/>
                <a:gd name="T26" fmla="*/ 88 w 178"/>
                <a:gd name="T27" fmla="*/ 148 h 178"/>
                <a:gd name="T28" fmla="*/ 45 w 178"/>
                <a:gd name="T29" fmla="*/ 130 h 178"/>
                <a:gd name="T30" fmla="*/ 29 w 178"/>
                <a:gd name="T31" fmla="*/ 88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40"/>
                    <a:pt x="137" y="0"/>
                    <a:pt x="88" y="0"/>
                  </a:cubicBezTo>
                  <a:cubicBezTo>
                    <a:pt x="39" y="0"/>
                    <a:pt x="0" y="40"/>
                    <a:pt x="0" y="88"/>
                  </a:cubicBezTo>
                  <a:cubicBezTo>
                    <a:pt x="0" y="137"/>
                    <a:pt x="39" y="177"/>
                    <a:pt x="88" y="177"/>
                  </a:cubicBezTo>
                  <a:cubicBezTo>
                    <a:pt x="137" y="177"/>
                    <a:pt x="177" y="137"/>
                    <a:pt x="177" y="88"/>
                  </a:cubicBezTo>
                  <a:close/>
                  <a:moveTo>
                    <a:pt x="29" y="88"/>
                  </a:moveTo>
                  <a:lnTo>
                    <a:pt x="29" y="88"/>
                  </a:lnTo>
                  <a:cubicBezTo>
                    <a:pt x="29" y="72"/>
                    <a:pt x="36" y="58"/>
                    <a:pt x="45" y="47"/>
                  </a:cubicBez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3" name="Freeform 103">
              <a:extLst>
                <a:ext uri="{FF2B5EF4-FFF2-40B4-BE49-F238E27FC236}">
                  <a16:creationId xmlns:a16="http://schemas.microsoft.com/office/drawing/2014/main" id="{5F5051A4-48A7-0233-9D8D-CAD73707485D}"/>
                </a:ext>
              </a:extLst>
            </p:cNvPr>
            <p:cNvSpPr>
              <a:spLocks noChangeArrowheads="1"/>
            </p:cNvSpPr>
            <p:nvPr/>
          </p:nvSpPr>
          <p:spPr bwMode="auto">
            <a:xfrm>
              <a:off x="657225" y="5205413"/>
              <a:ext cx="63500" cy="63500"/>
            </a:xfrm>
            <a:custGeom>
              <a:avLst/>
              <a:gdLst>
                <a:gd name="T0" fmla="*/ 88 w 178"/>
                <a:gd name="T1" fmla="*/ 177 h 178"/>
                <a:gd name="T2" fmla="*/ 88 w 178"/>
                <a:gd name="T3" fmla="*/ 177 h 178"/>
                <a:gd name="T4" fmla="*/ 177 w 178"/>
                <a:gd name="T5" fmla="*/ 89 h 178"/>
                <a:gd name="T6" fmla="*/ 88 w 178"/>
                <a:gd name="T7" fmla="*/ 0 h 178"/>
                <a:gd name="T8" fmla="*/ 0 w 178"/>
                <a:gd name="T9" fmla="*/ 89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9 h 178"/>
                <a:gd name="T22" fmla="*/ 130 w 178"/>
                <a:gd name="T23" fmla="*/ 130 h 178"/>
                <a:gd name="T24" fmla="*/ 88 w 178"/>
                <a:gd name="T25" fmla="*/ 148 h 178"/>
                <a:gd name="T26" fmla="*/ 45 w 178"/>
                <a:gd name="T27" fmla="*/ 130 h 178"/>
                <a:gd name="T28" fmla="*/ 29 w 178"/>
                <a:gd name="T29" fmla="*/ 89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9"/>
                  </a:cubicBezTo>
                  <a:cubicBezTo>
                    <a:pt x="177" y="40"/>
                    <a:pt x="137" y="0"/>
                    <a:pt x="88" y="0"/>
                  </a:cubicBezTo>
                  <a:cubicBezTo>
                    <a:pt x="39" y="0"/>
                    <a:pt x="0" y="40"/>
                    <a:pt x="0" y="89"/>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9"/>
                  </a:cubicBezTo>
                  <a:cubicBezTo>
                    <a:pt x="146" y="105"/>
                    <a:pt x="139" y="119"/>
                    <a:pt x="130" y="130"/>
                  </a:cubicBezTo>
                  <a:cubicBezTo>
                    <a:pt x="119" y="141"/>
                    <a:pt x="103" y="148"/>
                    <a:pt x="88" y="148"/>
                  </a:cubicBezTo>
                  <a:cubicBezTo>
                    <a:pt x="72" y="148"/>
                    <a:pt x="56" y="141"/>
                    <a:pt x="45" y="130"/>
                  </a:cubicBezTo>
                  <a:cubicBezTo>
                    <a:pt x="36" y="119"/>
                    <a:pt x="29" y="105"/>
                    <a:pt x="29" y="89"/>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4" name="Freeform 104">
              <a:extLst>
                <a:ext uri="{FF2B5EF4-FFF2-40B4-BE49-F238E27FC236}">
                  <a16:creationId xmlns:a16="http://schemas.microsoft.com/office/drawing/2014/main" id="{99AEA614-8D63-E64D-FA50-4BFA105A756F}"/>
                </a:ext>
              </a:extLst>
            </p:cNvPr>
            <p:cNvSpPr>
              <a:spLocks noChangeArrowheads="1"/>
            </p:cNvSpPr>
            <p:nvPr/>
          </p:nvSpPr>
          <p:spPr bwMode="auto">
            <a:xfrm>
              <a:off x="657225" y="5110163"/>
              <a:ext cx="63500" cy="63500"/>
            </a:xfrm>
            <a:custGeom>
              <a:avLst/>
              <a:gdLst>
                <a:gd name="T0" fmla="*/ 88 w 178"/>
                <a:gd name="T1" fmla="*/ 177 h 178"/>
                <a:gd name="T2" fmla="*/ 88 w 178"/>
                <a:gd name="T3" fmla="*/ 177 h 178"/>
                <a:gd name="T4" fmla="*/ 177 w 178"/>
                <a:gd name="T5" fmla="*/ 88 h 178"/>
                <a:gd name="T6" fmla="*/ 88 w 178"/>
                <a:gd name="T7" fmla="*/ 0 h 178"/>
                <a:gd name="T8" fmla="*/ 0 w 178"/>
                <a:gd name="T9" fmla="*/ 88 h 178"/>
                <a:gd name="T10" fmla="*/ 88 w 178"/>
                <a:gd name="T11" fmla="*/ 177 h 178"/>
                <a:gd name="T12" fmla="*/ 45 w 178"/>
                <a:gd name="T13" fmla="*/ 47 h 178"/>
                <a:gd name="T14" fmla="*/ 45 w 178"/>
                <a:gd name="T15" fmla="*/ 47 h 178"/>
                <a:gd name="T16" fmla="*/ 88 w 178"/>
                <a:gd name="T17" fmla="*/ 29 h 178"/>
                <a:gd name="T18" fmla="*/ 130 w 178"/>
                <a:gd name="T19" fmla="*/ 47 h 178"/>
                <a:gd name="T20" fmla="*/ 146 w 178"/>
                <a:gd name="T21" fmla="*/ 88 h 178"/>
                <a:gd name="T22" fmla="*/ 130 w 178"/>
                <a:gd name="T23" fmla="*/ 130 h 178"/>
                <a:gd name="T24" fmla="*/ 88 w 178"/>
                <a:gd name="T25" fmla="*/ 148 h 178"/>
                <a:gd name="T26" fmla="*/ 45 w 178"/>
                <a:gd name="T27" fmla="*/ 130 h 178"/>
                <a:gd name="T28" fmla="*/ 29 w 178"/>
                <a:gd name="T29" fmla="*/ 88 h 178"/>
                <a:gd name="T30" fmla="*/ 45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177"/>
                  </a:moveTo>
                  <a:lnTo>
                    <a:pt x="88" y="177"/>
                  </a:lnTo>
                  <a:cubicBezTo>
                    <a:pt x="137" y="177"/>
                    <a:pt x="177" y="137"/>
                    <a:pt x="177" y="88"/>
                  </a:cubicBezTo>
                  <a:cubicBezTo>
                    <a:pt x="177" y="40"/>
                    <a:pt x="137" y="0"/>
                    <a:pt x="88" y="0"/>
                  </a:cubicBezTo>
                  <a:cubicBezTo>
                    <a:pt x="39" y="0"/>
                    <a:pt x="0" y="40"/>
                    <a:pt x="0" y="88"/>
                  </a:cubicBezTo>
                  <a:cubicBezTo>
                    <a:pt x="0" y="137"/>
                    <a:pt x="39" y="177"/>
                    <a:pt x="88" y="177"/>
                  </a:cubicBezTo>
                  <a:close/>
                  <a:moveTo>
                    <a:pt x="45" y="47"/>
                  </a:moveTo>
                  <a:lnTo>
                    <a:pt x="45" y="47"/>
                  </a:lnTo>
                  <a:cubicBezTo>
                    <a:pt x="56" y="36"/>
                    <a:pt x="72" y="29"/>
                    <a:pt x="88" y="29"/>
                  </a:cubicBezTo>
                  <a:cubicBezTo>
                    <a:pt x="103" y="29"/>
                    <a:pt x="119" y="36"/>
                    <a:pt x="130" y="47"/>
                  </a:cubicBezTo>
                  <a:cubicBezTo>
                    <a:pt x="139" y="58"/>
                    <a:pt x="146" y="72"/>
                    <a:pt x="146" y="88"/>
                  </a:cubicBezTo>
                  <a:cubicBezTo>
                    <a:pt x="146" y="105"/>
                    <a:pt x="139" y="119"/>
                    <a:pt x="130" y="130"/>
                  </a:cubicBezTo>
                  <a:cubicBezTo>
                    <a:pt x="119" y="141"/>
                    <a:pt x="103" y="148"/>
                    <a:pt x="88" y="148"/>
                  </a:cubicBezTo>
                  <a:cubicBezTo>
                    <a:pt x="72" y="148"/>
                    <a:pt x="56" y="141"/>
                    <a:pt x="45" y="130"/>
                  </a:cubicBezTo>
                  <a:cubicBezTo>
                    <a:pt x="36" y="119"/>
                    <a:pt x="29" y="105"/>
                    <a:pt x="29" y="88"/>
                  </a:cubicBezTo>
                  <a:cubicBezTo>
                    <a:pt x="29" y="72"/>
                    <a:pt x="36" y="58"/>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25" name="Group 127">
            <a:extLst>
              <a:ext uri="{FF2B5EF4-FFF2-40B4-BE49-F238E27FC236}">
                <a16:creationId xmlns:a16="http://schemas.microsoft.com/office/drawing/2014/main" id="{ACCC09BB-448E-C406-B183-26CC8F84DFEC}"/>
              </a:ext>
            </a:extLst>
          </p:cNvPr>
          <p:cNvGrpSpPr/>
          <p:nvPr/>
        </p:nvGrpSpPr>
        <p:grpSpPr>
          <a:xfrm>
            <a:off x="2215083" y="4788321"/>
            <a:ext cx="255587" cy="63500"/>
            <a:chOff x="1058863" y="5108575"/>
            <a:chExt cx="255587" cy="63500"/>
          </a:xfrm>
          <a:solidFill>
            <a:schemeClr val="accent4"/>
          </a:solidFill>
        </p:grpSpPr>
        <p:sp>
          <p:nvSpPr>
            <p:cNvPr id="126" name="Freeform 105">
              <a:extLst>
                <a:ext uri="{FF2B5EF4-FFF2-40B4-BE49-F238E27FC236}">
                  <a16:creationId xmlns:a16="http://schemas.microsoft.com/office/drawing/2014/main" id="{71B41EB3-A761-2B6B-5473-85245D78073E}"/>
                </a:ext>
              </a:extLst>
            </p:cNvPr>
            <p:cNvSpPr>
              <a:spLocks noChangeArrowheads="1"/>
            </p:cNvSpPr>
            <p:nvPr/>
          </p:nvSpPr>
          <p:spPr bwMode="auto">
            <a:xfrm>
              <a:off x="1250950" y="5108575"/>
              <a:ext cx="63500" cy="63500"/>
            </a:xfrm>
            <a:custGeom>
              <a:avLst/>
              <a:gdLst>
                <a:gd name="T0" fmla="*/ 88 w 178"/>
                <a:gd name="T1" fmla="*/ 0 h 178"/>
                <a:gd name="T2" fmla="*/ 88 w 178"/>
                <a:gd name="T3" fmla="*/ 0 h 178"/>
                <a:gd name="T4" fmla="*/ 0 w 178"/>
                <a:gd name="T5" fmla="*/ 88 h 178"/>
                <a:gd name="T6" fmla="*/ 88 w 178"/>
                <a:gd name="T7" fmla="*/ 177 h 178"/>
                <a:gd name="T8" fmla="*/ 177 w 178"/>
                <a:gd name="T9" fmla="*/ 88 h 178"/>
                <a:gd name="T10" fmla="*/ 88 w 178"/>
                <a:gd name="T11" fmla="*/ 0 h 178"/>
                <a:gd name="T12" fmla="*/ 130 w 178"/>
                <a:gd name="T13" fmla="*/ 130 h 178"/>
                <a:gd name="T14" fmla="*/ 130 w 178"/>
                <a:gd name="T15" fmla="*/ 130 h 178"/>
                <a:gd name="T16" fmla="*/ 88 w 178"/>
                <a:gd name="T17" fmla="*/ 146 h 178"/>
                <a:gd name="T18" fmla="*/ 47 w 178"/>
                <a:gd name="T19" fmla="*/ 130 h 178"/>
                <a:gd name="T20" fmla="*/ 30 w 178"/>
                <a:gd name="T21" fmla="*/ 88 h 178"/>
                <a:gd name="T22" fmla="*/ 47 w 178"/>
                <a:gd name="T23" fmla="*/ 45 h 178"/>
                <a:gd name="T24" fmla="*/ 88 w 178"/>
                <a:gd name="T25" fmla="*/ 29 h 178"/>
                <a:gd name="T26" fmla="*/ 130 w 178"/>
                <a:gd name="T27" fmla="*/ 45 h 178"/>
                <a:gd name="T28" fmla="*/ 148 w 178"/>
                <a:gd name="T29" fmla="*/ 88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39"/>
                    <a:pt x="0" y="88"/>
                  </a:cubicBezTo>
                  <a:cubicBezTo>
                    <a:pt x="0" y="137"/>
                    <a:pt x="40" y="177"/>
                    <a:pt x="88" y="177"/>
                  </a:cubicBezTo>
                  <a:cubicBezTo>
                    <a:pt x="138" y="177"/>
                    <a:pt x="177" y="137"/>
                    <a:pt x="177" y="88"/>
                  </a:cubicBezTo>
                  <a:cubicBezTo>
                    <a:pt x="177" y="39"/>
                    <a:pt x="138" y="0"/>
                    <a:pt x="88" y="0"/>
                  </a:cubicBezTo>
                  <a:close/>
                  <a:moveTo>
                    <a:pt x="130" y="130"/>
                  </a:moveTo>
                  <a:lnTo>
                    <a:pt x="130" y="130"/>
                  </a:lnTo>
                  <a:cubicBezTo>
                    <a:pt x="120" y="139"/>
                    <a:pt x="105" y="146"/>
                    <a:pt x="88" y="146"/>
                  </a:cubicBezTo>
                  <a:cubicBezTo>
                    <a:pt x="72" y="146"/>
                    <a:pt x="58" y="139"/>
                    <a:pt x="47" y="130"/>
                  </a:cubicBez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7" name="Freeform 106">
              <a:extLst>
                <a:ext uri="{FF2B5EF4-FFF2-40B4-BE49-F238E27FC236}">
                  <a16:creationId xmlns:a16="http://schemas.microsoft.com/office/drawing/2014/main" id="{DC7E2456-3CC3-E123-2B08-1ED1D8C0CE1F}"/>
                </a:ext>
              </a:extLst>
            </p:cNvPr>
            <p:cNvSpPr>
              <a:spLocks noChangeArrowheads="1"/>
            </p:cNvSpPr>
            <p:nvPr/>
          </p:nvSpPr>
          <p:spPr bwMode="auto">
            <a:xfrm>
              <a:off x="1058863" y="5108575"/>
              <a:ext cx="63500" cy="63500"/>
            </a:xfrm>
            <a:custGeom>
              <a:avLst/>
              <a:gdLst>
                <a:gd name="T0" fmla="*/ 176 w 177"/>
                <a:gd name="T1" fmla="*/ 88 h 178"/>
                <a:gd name="T2" fmla="*/ 176 w 177"/>
                <a:gd name="T3" fmla="*/ 88 h 178"/>
                <a:gd name="T4" fmla="*/ 88 w 177"/>
                <a:gd name="T5" fmla="*/ 0 h 178"/>
                <a:gd name="T6" fmla="*/ 0 w 177"/>
                <a:gd name="T7" fmla="*/ 88 h 178"/>
                <a:gd name="T8" fmla="*/ 88 w 177"/>
                <a:gd name="T9" fmla="*/ 177 h 178"/>
                <a:gd name="T10" fmla="*/ 176 w 177"/>
                <a:gd name="T11" fmla="*/ 88 h 178"/>
                <a:gd name="T12" fmla="*/ 47 w 177"/>
                <a:gd name="T13" fmla="*/ 130 h 178"/>
                <a:gd name="T14" fmla="*/ 47 w 177"/>
                <a:gd name="T15" fmla="*/ 130 h 178"/>
                <a:gd name="T16" fmla="*/ 30 w 177"/>
                <a:gd name="T17" fmla="*/ 88 h 178"/>
                <a:gd name="T18" fmla="*/ 47 w 177"/>
                <a:gd name="T19" fmla="*/ 45 h 178"/>
                <a:gd name="T20" fmla="*/ 88 w 177"/>
                <a:gd name="T21" fmla="*/ 29 h 178"/>
                <a:gd name="T22" fmla="*/ 129 w 177"/>
                <a:gd name="T23" fmla="*/ 45 h 178"/>
                <a:gd name="T24" fmla="*/ 147 w 177"/>
                <a:gd name="T25" fmla="*/ 88 h 178"/>
                <a:gd name="T26" fmla="*/ 129 w 177"/>
                <a:gd name="T27" fmla="*/ 130 h 178"/>
                <a:gd name="T28" fmla="*/ 88 w 177"/>
                <a:gd name="T29" fmla="*/ 146 h 178"/>
                <a:gd name="T30" fmla="*/ 47 w 177"/>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8">
                  <a:moveTo>
                    <a:pt x="176" y="88"/>
                  </a:moveTo>
                  <a:lnTo>
                    <a:pt x="176" y="88"/>
                  </a:lnTo>
                  <a:cubicBezTo>
                    <a:pt x="176" y="39"/>
                    <a:pt x="138" y="0"/>
                    <a:pt x="88" y="0"/>
                  </a:cubicBezTo>
                  <a:cubicBezTo>
                    <a:pt x="40" y="0"/>
                    <a:pt x="0" y="39"/>
                    <a:pt x="0" y="88"/>
                  </a:cubicBezTo>
                  <a:cubicBezTo>
                    <a:pt x="0" y="137"/>
                    <a:pt x="40" y="177"/>
                    <a:pt x="88" y="177"/>
                  </a:cubicBezTo>
                  <a:cubicBezTo>
                    <a:pt x="138" y="177"/>
                    <a:pt x="176" y="137"/>
                    <a:pt x="176" y="88"/>
                  </a:cubicBezTo>
                  <a:close/>
                  <a:moveTo>
                    <a:pt x="47" y="130"/>
                  </a:moveTo>
                  <a:lnTo>
                    <a:pt x="47" y="130"/>
                  </a:lnTo>
                  <a:cubicBezTo>
                    <a:pt x="36" y="119"/>
                    <a:pt x="30" y="103"/>
                    <a:pt x="30" y="88"/>
                  </a:cubicBezTo>
                  <a:cubicBezTo>
                    <a:pt x="30" y="72"/>
                    <a:pt x="36" y="57"/>
                    <a:pt x="47" y="45"/>
                  </a:cubicBezTo>
                  <a:cubicBezTo>
                    <a:pt x="58" y="36"/>
                    <a:pt x="71" y="29"/>
                    <a:pt x="88" y="29"/>
                  </a:cubicBezTo>
                  <a:cubicBezTo>
                    <a:pt x="105" y="29"/>
                    <a:pt x="120" y="36"/>
                    <a:pt x="129" y="45"/>
                  </a:cubicBezTo>
                  <a:cubicBezTo>
                    <a:pt x="141" y="57"/>
                    <a:pt x="147" y="72"/>
                    <a:pt x="147" y="88"/>
                  </a:cubicBezTo>
                  <a:cubicBezTo>
                    <a:pt x="147" y="103"/>
                    <a:pt x="141" y="119"/>
                    <a:pt x="129" y="130"/>
                  </a:cubicBezTo>
                  <a:cubicBezTo>
                    <a:pt x="120" y="139"/>
                    <a:pt x="105" y="146"/>
                    <a:pt x="88" y="146"/>
                  </a:cubicBezTo>
                  <a:cubicBezTo>
                    <a:pt x="71"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28" name="Freeform 107">
              <a:extLst>
                <a:ext uri="{FF2B5EF4-FFF2-40B4-BE49-F238E27FC236}">
                  <a16:creationId xmlns:a16="http://schemas.microsoft.com/office/drawing/2014/main" id="{1235168B-E139-34B9-20E8-DA38C8BD9DBD}"/>
                </a:ext>
              </a:extLst>
            </p:cNvPr>
            <p:cNvSpPr>
              <a:spLocks noChangeArrowheads="1"/>
            </p:cNvSpPr>
            <p:nvPr/>
          </p:nvSpPr>
          <p:spPr bwMode="auto">
            <a:xfrm>
              <a:off x="1154113" y="5108575"/>
              <a:ext cx="63500" cy="63500"/>
            </a:xfrm>
            <a:custGeom>
              <a:avLst/>
              <a:gdLst>
                <a:gd name="T0" fmla="*/ 177 w 178"/>
                <a:gd name="T1" fmla="*/ 88 h 178"/>
                <a:gd name="T2" fmla="*/ 177 w 178"/>
                <a:gd name="T3" fmla="*/ 88 h 178"/>
                <a:gd name="T4" fmla="*/ 88 w 178"/>
                <a:gd name="T5" fmla="*/ 0 h 178"/>
                <a:gd name="T6" fmla="*/ 0 w 178"/>
                <a:gd name="T7" fmla="*/ 88 h 178"/>
                <a:gd name="T8" fmla="*/ 88 w 178"/>
                <a:gd name="T9" fmla="*/ 177 h 178"/>
                <a:gd name="T10" fmla="*/ 177 w 178"/>
                <a:gd name="T11" fmla="*/ 88 h 178"/>
                <a:gd name="T12" fmla="*/ 47 w 178"/>
                <a:gd name="T13" fmla="*/ 130 h 178"/>
                <a:gd name="T14" fmla="*/ 47 w 178"/>
                <a:gd name="T15" fmla="*/ 130 h 178"/>
                <a:gd name="T16" fmla="*/ 30 w 178"/>
                <a:gd name="T17" fmla="*/ 88 h 178"/>
                <a:gd name="T18" fmla="*/ 47 w 178"/>
                <a:gd name="T19" fmla="*/ 45 h 178"/>
                <a:gd name="T20" fmla="*/ 88 w 178"/>
                <a:gd name="T21" fmla="*/ 29 h 178"/>
                <a:gd name="T22" fmla="*/ 130 w 178"/>
                <a:gd name="T23" fmla="*/ 45 h 178"/>
                <a:gd name="T24" fmla="*/ 148 w 178"/>
                <a:gd name="T25" fmla="*/ 88 h 178"/>
                <a:gd name="T26" fmla="*/ 130 w 178"/>
                <a:gd name="T27" fmla="*/ 130 h 178"/>
                <a:gd name="T28" fmla="*/ 88 w 178"/>
                <a:gd name="T29" fmla="*/ 146 h 178"/>
                <a:gd name="T30" fmla="*/ 47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177" y="88"/>
                  </a:moveTo>
                  <a:lnTo>
                    <a:pt x="177" y="88"/>
                  </a:lnTo>
                  <a:cubicBezTo>
                    <a:pt x="177" y="39"/>
                    <a:pt x="138" y="0"/>
                    <a:pt x="88" y="0"/>
                  </a:cubicBezTo>
                  <a:cubicBezTo>
                    <a:pt x="40" y="0"/>
                    <a:pt x="0" y="39"/>
                    <a:pt x="0" y="88"/>
                  </a:cubicBezTo>
                  <a:cubicBezTo>
                    <a:pt x="0" y="137"/>
                    <a:pt x="40" y="177"/>
                    <a:pt x="88" y="177"/>
                  </a:cubicBezTo>
                  <a:cubicBezTo>
                    <a:pt x="138" y="177"/>
                    <a:pt x="177" y="137"/>
                    <a:pt x="177" y="88"/>
                  </a:cubicBezTo>
                  <a:close/>
                  <a:moveTo>
                    <a:pt x="47" y="130"/>
                  </a:moveTo>
                  <a:lnTo>
                    <a:pt x="47" y="130"/>
                  </a:lnTo>
                  <a:cubicBezTo>
                    <a:pt x="36" y="119"/>
                    <a:pt x="30" y="103"/>
                    <a:pt x="30" y="88"/>
                  </a:cubicBezTo>
                  <a:cubicBezTo>
                    <a:pt x="30" y="72"/>
                    <a:pt x="36" y="57"/>
                    <a:pt x="47" y="45"/>
                  </a:cubicBezTo>
                  <a:cubicBezTo>
                    <a:pt x="58" y="36"/>
                    <a:pt x="72" y="29"/>
                    <a:pt x="88" y="29"/>
                  </a:cubicBezTo>
                  <a:cubicBezTo>
                    <a:pt x="105" y="29"/>
                    <a:pt x="120" y="36"/>
                    <a:pt x="130" y="45"/>
                  </a:cubicBezTo>
                  <a:cubicBezTo>
                    <a:pt x="141" y="57"/>
                    <a:pt x="148" y="72"/>
                    <a:pt x="148" y="88"/>
                  </a:cubicBezTo>
                  <a:cubicBezTo>
                    <a:pt x="148" y="103"/>
                    <a:pt x="141" y="119"/>
                    <a:pt x="130" y="130"/>
                  </a:cubicBezTo>
                  <a:cubicBezTo>
                    <a:pt x="120" y="139"/>
                    <a:pt x="105" y="146"/>
                    <a:pt x="88" y="146"/>
                  </a:cubicBezTo>
                  <a:cubicBezTo>
                    <a:pt x="72" y="146"/>
                    <a:pt x="58" y="139"/>
                    <a:pt x="47"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29" name="Freeform 108">
            <a:extLst>
              <a:ext uri="{FF2B5EF4-FFF2-40B4-BE49-F238E27FC236}">
                <a16:creationId xmlns:a16="http://schemas.microsoft.com/office/drawing/2014/main" id="{29B2E3AE-9492-28A3-87D1-39689FC52BB9}"/>
              </a:ext>
            </a:extLst>
          </p:cNvPr>
          <p:cNvSpPr>
            <a:spLocks noChangeArrowheads="1"/>
          </p:cNvSpPr>
          <p:nvPr/>
        </p:nvSpPr>
        <p:spPr bwMode="auto">
          <a:xfrm>
            <a:off x="2724670" y="4697834"/>
            <a:ext cx="244475" cy="244475"/>
          </a:xfrm>
          <a:custGeom>
            <a:avLst/>
            <a:gdLst>
              <a:gd name="T0" fmla="*/ 340 w 679"/>
              <a:gd name="T1" fmla="*/ 0 h 679"/>
              <a:gd name="T2" fmla="*/ 340 w 679"/>
              <a:gd name="T3" fmla="*/ 0 h 679"/>
              <a:gd name="T4" fmla="*/ 325 w 679"/>
              <a:gd name="T5" fmla="*/ 15 h 679"/>
              <a:gd name="T6" fmla="*/ 325 w 679"/>
              <a:gd name="T7" fmla="*/ 324 h 679"/>
              <a:gd name="T8" fmla="*/ 15 w 679"/>
              <a:gd name="T9" fmla="*/ 324 h 679"/>
              <a:gd name="T10" fmla="*/ 0 w 679"/>
              <a:gd name="T11" fmla="*/ 340 h 679"/>
              <a:gd name="T12" fmla="*/ 15 w 679"/>
              <a:gd name="T13" fmla="*/ 353 h 679"/>
              <a:gd name="T14" fmla="*/ 325 w 679"/>
              <a:gd name="T15" fmla="*/ 353 h 679"/>
              <a:gd name="T16" fmla="*/ 325 w 679"/>
              <a:gd name="T17" fmla="*/ 663 h 679"/>
              <a:gd name="T18" fmla="*/ 340 w 679"/>
              <a:gd name="T19" fmla="*/ 678 h 679"/>
              <a:gd name="T20" fmla="*/ 354 w 679"/>
              <a:gd name="T21" fmla="*/ 663 h 679"/>
              <a:gd name="T22" fmla="*/ 354 w 679"/>
              <a:gd name="T23" fmla="*/ 353 h 679"/>
              <a:gd name="T24" fmla="*/ 663 w 679"/>
              <a:gd name="T25" fmla="*/ 353 h 679"/>
              <a:gd name="T26" fmla="*/ 678 w 679"/>
              <a:gd name="T27" fmla="*/ 340 h 679"/>
              <a:gd name="T28" fmla="*/ 663 w 679"/>
              <a:gd name="T29" fmla="*/ 324 h 679"/>
              <a:gd name="T30" fmla="*/ 354 w 679"/>
              <a:gd name="T31" fmla="*/ 324 h 679"/>
              <a:gd name="T32" fmla="*/ 354 w 679"/>
              <a:gd name="T33" fmla="*/ 15 h 679"/>
              <a:gd name="T34" fmla="*/ 340 w 679"/>
              <a:gd name="T35" fmla="*/ 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79" h="679">
                <a:moveTo>
                  <a:pt x="340" y="0"/>
                </a:moveTo>
                <a:lnTo>
                  <a:pt x="340" y="0"/>
                </a:lnTo>
                <a:cubicBezTo>
                  <a:pt x="332" y="0"/>
                  <a:pt x="325" y="7"/>
                  <a:pt x="325" y="15"/>
                </a:cubicBezTo>
                <a:cubicBezTo>
                  <a:pt x="325" y="324"/>
                  <a:pt x="325" y="324"/>
                  <a:pt x="325" y="324"/>
                </a:cubicBezTo>
                <a:cubicBezTo>
                  <a:pt x="15" y="324"/>
                  <a:pt x="15" y="324"/>
                  <a:pt x="15" y="324"/>
                </a:cubicBezTo>
                <a:cubicBezTo>
                  <a:pt x="7" y="324"/>
                  <a:pt x="0" y="331"/>
                  <a:pt x="0" y="340"/>
                </a:cubicBezTo>
                <a:cubicBezTo>
                  <a:pt x="0" y="348"/>
                  <a:pt x="7" y="353"/>
                  <a:pt x="15" y="353"/>
                </a:cubicBezTo>
                <a:cubicBezTo>
                  <a:pt x="325" y="353"/>
                  <a:pt x="325" y="353"/>
                  <a:pt x="325" y="353"/>
                </a:cubicBezTo>
                <a:cubicBezTo>
                  <a:pt x="325" y="663"/>
                  <a:pt x="325" y="663"/>
                  <a:pt x="325" y="663"/>
                </a:cubicBezTo>
                <a:cubicBezTo>
                  <a:pt x="325" y="671"/>
                  <a:pt x="332" y="678"/>
                  <a:pt x="340" y="678"/>
                </a:cubicBezTo>
                <a:cubicBezTo>
                  <a:pt x="347" y="678"/>
                  <a:pt x="354" y="671"/>
                  <a:pt x="354" y="663"/>
                </a:cubicBezTo>
                <a:cubicBezTo>
                  <a:pt x="354" y="353"/>
                  <a:pt x="354" y="353"/>
                  <a:pt x="354" y="353"/>
                </a:cubicBezTo>
                <a:cubicBezTo>
                  <a:pt x="663" y="353"/>
                  <a:pt x="663" y="353"/>
                  <a:pt x="663" y="353"/>
                </a:cubicBezTo>
                <a:cubicBezTo>
                  <a:pt x="671" y="353"/>
                  <a:pt x="678" y="348"/>
                  <a:pt x="678" y="340"/>
                </a:cubicBezTo>
                <a:cubicBezTo>
                  <a:pt x="678" y="331"/>
                  <a:pt x="671" y="324"/>
                  <a:pt x="663" y="324"/>
                </a:cubicBezTo>
                <a:cubicBezTo>
                  <a:pt x="354" y="324"/>
                  <a:pt x="354" y="324"/>
                  <a:pt x="354" y="324"/>
                </a:cubicBezTo>
                <a:cubicBezTo>
                  <a:pt x="354" y="15"/>
                  <a:pt x="354" y="15"/>
                  <a:pt x="354" y="15"/>
                </a:cubicBezTo>
                <a:cubicBezTo>
                  <a:pt x="354" y="7"/>
                  <a:pt x="347" y="0"/>
                  <a:pt x="340" y="0"/>
                </a:cubicBezTo>
              </a:path>
            </a:pathLst>
          </a:custGeom>
          <a:solidFill>
            <a:schemeClr val="accent4"/>
          </a:solidFill>
          <a:ln>
            <a:noFill/>
          </a:ln>
          <a:effectLst/>
        </p:spPr>
        <p:txBody>
          <a:bodyPr wrap="none" anchor="ctr"/>
          <a:lstStyle/>
          <a:p>
            <a:endParaRPr lang="da-DK">
              <a:solidFill>
                <a:schemeClr val="tx2"/>
              </a:solidFill>
            </a:endParaRPr>
          </a:p>
        </p:txBody>
      </p:sp>
      <p:sp>
        <p:nvSpPr>
          <p:cNvPr id="130" name="Freeform 109">
            <a:extLst>
              <a:ext uri="{FF2B5EF4-FFF2-40B4-BE49-F238E27FC236}">
                <a16:creationId xmlns:a16="http://schemas.microsoft.com/office/drawing/2014/main" id="{E5D6BA55-108A-5024-2F3C-B31AAED455EC}"/>
              </a:ext>
            </a:extLst>
          </p:cNvPr>
          <p:cNvSpPr>
            <a:spLocks noChangeArrowheads="1"/>
          </p:cNvSpPr>
          <p:nvPr/>
        </p:nvSpPr>
        <p:spPr bwMode="auto">
          <a:xfrm>
            <a:off x="2724670" y="5198690"/>
            <a:ext cx="255588" cy="255588"/>
          </a:xfrm>
          <a:custGeom>
            <a:avLst/>
            <a:gdLst>
              <a:gd name="T0" fmla="*/ 0 w 708"/>
              <a:gd name="T1" fmla="*/ 663 h 708"/>
              <a:gd name="T2" fmla="*/ 0 w 708"/>
              <a:gd name="T3" fmla="*/ 663 h 708"/>
              <a:gd name="T4" fmla="*/ 44 w 708"/>
              <a:gd name="T5" fmla="*/ 707 h 708"/>
              <a:gd name="T6" fmla="*/ 133 w 708"/>
              <a:gd name="T7" fmla="*/ 707 h 708"/>
              <a:gd name="T8" fmla="*/ 575 w 708"/>
              <a:gd name="T9" fmla="*/ 707 h 708"/>
              <a:gd name="T10" fmla="*/ 663 w 708"/>
              <a:gd name="T11" fmla="*/ 707 h 708"/>
              <a:gd name="T12" fmla="*/ 707 w 708"/>
              <a:gd name="T13" fmla="*/ 663 h 708"/>
              <a:gd name="T14" fmla="*/ 707 w 708"/>
              <a:gd name="T15" fmla="*/ 162 h 708"/>
              <a:gd name="T16" fmla="*/ 703 w 708"/>
              <a:gd name="T17" fmla="*/ 152 h 708"/>
              <a:gd name="T18" fmla="*/ 555 w 708"/>
              <a:gd name="T19" fmla="*/ 4 h 708"/>
              <a:gd name="T20" fmla="*/ 546 w 708"/>
              <a:gd name="T21" fmla="*/ 0 h 708"/>
              <a:gd name="T22" fmla="*/ 428 w 708"/>
              <a:gd name="T23" fmla="*/ 0 h 708"/>
              <a:gd name="T24" fmla="*/ 192 w 708"/>
              <a:gd name="T25" fmla="*/ 0 h 708"/>
              <a:gd name="T26" fmla="*/ 44 w 708"/>
              <a:gd name="T27" fmla="*/ 0 h 708"/>
              <a:gd name="T28" fmla="*/ 0 w 708"/>
              <a:gd name="T29" fmla="*/ 44 h 708"/>
              <a:gd name="T30" fmla="*/ 0 w 708"/>
              <a:gd name="T31" fmla="*/ 663 h 708"/>
              <a:gd name="T32" fmla="*/ 148 w 708"/>
              <a:gd name="T33" fmla="*/ 678 h 708"/>
              <a:gd name="T34" fmla="*/ 148 w 708"/>
              <a:gd name="T35" fmla="*/ 678 h 708"/>
              <a:gd name="T36" fmla="*/ 148 w 708"/>
              <a:gd name="T37" fmla="*/ 459 h 708"/>
              <a:gd name="T38" fmla="*/ 163 w 708"/>
              <a:gd name="T39" fmla="*/ 442 h 708"/>
              <a:gd name="T40" fmla="*/ 546 w 708"/>
              <a:gd name="T41" fmla="*/ 442 h 708"/>
              <a:gd name="T42" fmla="*/ 561 w 708"/>
              <a:gd name="T43" fmla="*/ 457 h 708"/>
              <a:gd name="T44" fmla="*/ 561 w 708"/>
              <a:gd name="T45" fmla="*/ 678 h 708"/>
              <a:gd name="T46" fmla="*/ 148 w 708"/>
              <a:gd name="T47" fmla="*/ 678 h 708"/>
              <a:gd name="T48" fmla="*/ 207 w 708"/>
              <a:gd name="T49" fmla="*/ 29 h 708"/>
              <a:gd name="T50" fmla="*/ 207 w 708"/>
              <a:gd name="T51" fmla="*/ 29 h 708"/>
              <a:gd name="T52" fmla="*/ 413 w 708"/>
              <a:gd name="T53" fmla="*/ 29 h 708"/>
              <a:gd name="T54" fmla="*/ 413 w 708"/>
              <a:gd name="T55" fmla="*/ 192 h 708"/>
              <a:gd name="T56" fmla="*/ 398 w 708"/>
              <a:gd name="T57" fmla="*/ 206 h 708"/>
              <a:gd name="T58" fmla="*/ 221 w 708"/>
              <a:gd name="T59" fmla="*/ 206 h 708"/>
              <a:gd name="T60" fmla="*/ 207 w 708"/>
              <a:gd name="T61" fmla="*/ 192 h 708"/>
              <a:gd name="T62" fmla="*/ 207 w 708"/>
              <a:gd name="T63" fmla="*/ 29 h 708"/>
              <a:gd name="T64" fmla="*/ 30 w 708"/>
              <a:gd name="T65" fmla="*/ 44 h 708"/>
              <a:gd name="T66" fmla="*/ 30 w 708"/>
              <a:gd name="T67" fmla="*/ 44 h 708"/>
              <a:gd name="T68" fmla="*/ 44 w 708"/>
              <a:gd name="T69" fmla="*/ 29 h 708"/>
              <a:gd name="T70" fmla="*/ 177 w 708"/>
              <a:gd name="T71" fmla="*/ 29 h 708"/>
              <a:gd name="T72" fmla="*/ 177 w 708"/>
              <a:gd name="T73" fmla="*/ 192 h 708"/>
              <a:gd name="T74" fmla="*/ 221 w 708"/>
              <a:gd name="T75" fmla="*/ 236 h 708"/>
              <a:gd name="T76" fmla="*/ 398 w 708"/>
              <a:gd name="T77" fmla="*/ 236 h 708"/>
              <a:gd name="T78" fmla="*/ 442 w 708"/>
              <a:gd name="T79" fmla="*/ 192 h 708"/>
              <a:gd name="T80" fmla="*/ 442 w 708"/>
              <a:gd name="T81" fmla="*/ 29 h 708"/>
              <a:gd name="T82" fmla="*/ 539 w 708"/>
              <a:gd name="T83" fmla="*/ 29 h 708"/>
              <a:gd name="T84" fmla="*/ 678 w 708"/>
              <a:gd name="T85" fmla="*/ 169 h 708"/>
              <a:gd name="T86" fmla="*/ 678 w 708"/>
              <a:gd name="T87" fmla="*/ 663 h 708"/>
              <a:gd name="T88" fmla="*/ 663 w 708"/>
              <a:gd name="T89" fmla="*/ 678 h 708"/>
              <a:gd name="T90" fmla="*/ 590 w 708"/>
              <a:gd name="T91" fmla="*/ 678 h 708"/>
              <a:gd name="T92" fmla="*/ 590 w 708"/>
              <a:gd name="T93" fmla="*/ 457 h 708"/>
              <a:gd name="T94" fmla="*/ 546 w 708"/>
              <a:gd name="T95" fmla="*/ 413 h 708"/>
              <a:gd name="T96" fmla="*/ 163 w 708"/>
              <a:gd name="T97" fmla="*/ 413 h 708"/>
              <a:gd name="T98" fmla="*/ 119 w 708"/>
              <a:gd name="T99" fmla="*/ 459 h 708"/>
              <a:gd name="T100" fmla="*/ 119 w 708"/>
              <a:gd name="T101" fmla="*/ 678 h 708"/>
              <a:gd name="T102" fmla="*/ 44 w 708"/>
              <a:gd name="T103" fmla="*/ 678 h 708"/>
              <a:gd name="T104" fmla="*/ 30 w 708"/>
              <a:gd name="T105" fmla="*/ 663 h 708"/>
              <a:gd name="T106" fmla="*/ 30 w 708"/>
              <a:gd name="T107" fmla="*/ 4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708" h="708">
                <a:moveTo>
                  <a:pt x="0" y="663"/>
                </a:moveTo>
                <a:lnTo>
                  <a:pt x="0" y="663"/>
                </a:lnTo>
                <a:cubicBezTo>
                  <a:pt x="0" y="688"/>
                  <a:pt x="21" y="707"/>
                  <a:pt x="44" y="707"/>
                </a:cubicBezTo>
                <a:cubicBezTo>
                  <a:pt x="133" y="707"/>
                  <a:pt x="133" y="707"/>
                  <a:pt x="133" y="707"/>
                </a:cubicBezTo>
                <a:cubicBezTo>
                  <a:pt x="575" y="707"/>
                  <a:pt x="575" y="707"/>
                  <a:pt x="575" y="707"/>
                </a:cubicBezTo>
                <a:cubicBezTo>
                  <a:pt x="663" y="707"/>
                  <a:pt x="663" y="707"/>
                  <a:pt x="663" y="707"/>
                </a:cubicBezTo>
                <a:cubicBezTo>
                  <a:pt x="688" y="707"/>
                  <a:pt x="707" y="688"/>
                  <a:pt x="707" y="663"/>
                </a:cubicBezTo>
                <a:cubicBezTo>
                  <a:pt x="707" y="162"/>
                  <a:pt x="707" y="162"/>
                  <a:pt x="707" y="162"/>
                </a:cubicBezTo>
                <a:cubicBezTo>
                  <a:pt x="707" y="159"/>
                  <a:pt x="706" y="155"/>
                  <a:pt x="703" y="152"/>
                </a:cubicBezTo>
                <a:cubicBezTo>
                  <a:pt x="555" y="4"/>
                  <a:pt x="555" y="4"/>
                  <a:pt x="555" y="4"/>
                </a:cubicBezTo>
                <a:cubicBezTo>
                  <a:pt x="553" y="2"/>
                  <a:pt x="550" y="0"/>
                  <a:pt x="546" y="0"/>
                </a:cubicBezTo>
                <a:cubicBezTo>
                  <a:pt x="428" y="0"/>
                  <a:pt x="428" y="0"/>
                  <a:pt x="428" y="0"/>
                </a:cubicBezTo>
                <a:cubicBezTo>
                  <a:pt x="192" y="0"/>
                  <a:pt x="192" y="0"/>
                  <a:pt x="192" y="0"/>
                </a:cubicBezTo>
                <a:cubicBezTo>
                  <a:pt x="44" y="0"/>
                  <a:pt x="44" y="0"/>
                  <a:pt x="44" y="0"/>
                </a:cubicBezTo>
                <a:cubicBezTo>
                  <a:pt x="21" y="0"/>
                  <a:pt x="0" y="19"/>
                  <a:pt x="0" y="44"/>
                </a:cubicBezTo>
                <a:lnTo>
                  <a:pt x="0" y="663"/>
                </a:lnTo>
                <a:close/>
                <a:moveTo>
                  <a:pt x="148" y="678"/>
                </a:moveTo>
                <a:lnTo>
                  <a:pt x="148" y="678"/>
                </a:lnTo>
                <a:cubicBezTo>
                  <a:pt x="148" y="459"/>
                  <a:pt x="148" y="459"/>
                  <a:pt x="148" y="459"/>
                </a:cubicBezTo>
                <a:cubicBezTo>
                  <a:pt x="148" y="449"/>
                  <a:pt x="155" y="442"/>
                  <a:pt x="163" y="442"/>
                </a:cubicBezTo>
                <a:cubicBezTo>
                  <a:pt x="546" y="442"/>
                  <a:pt x="546" y="442"/>
                  <a:pt x="546" y="442"/>
                </a:cubicBezTo>
                <a:cubicBezTo>
                  <a:pt x="554" y="442"/>
                  <a:pt x="561" y="449"/>
                  <a:pt x="561" y="457"/>
                </a:cubicBezTo>
                <a:cubicBezTo>
                  <a:pt x="561" y="678"/>
                  <a:pt x="561" y="678"/>
                  <a:pt x="561" y="678"/>
                </a:cubicBezTo>
                <a:lnTo>
                  <a:pt x="148" y="678"/>
                </a:lnTo>
                <a:close/>
                <a:moveTo>
                  <a:pt x="207" y="29"/>
                </a:moveTo>
                <a:lnTo>
                  <a:pt x="207" y="29"/>
                </a:lnTo>
                <a:cubicBezTo>
                  <a:pt x="413" y="29"/>
                  <a:pt x="413" y="29"/>
                  <a:pt x="413" y="29"/>
                </a:cubicBezTo>
                <a:cubicBezTo>
                  <a:pt x="413" y="192"/>
                  <a:pt x="413" y="192"/>
                  <a:pt x="413" y="192"/>
                </a:cubicBezTo>
                <a:cubicBezTo>
                  <a:pt x="413" y="200"/>
                  <a:pt x="406" y="206"/>
                  <a:pt x="398" y="206"/>
                </a:cubicBezTo>
                <a:cubicBezTo>
                  <a:pt x="221" y="206"/>
                  <a:pt x="221" y="206"/>
                  <a:pt x="221" y="206"/>
                </a:cubicBezTo>
                <a:cubicBezTo>
                  <a:pt x="213" y="206"/>
                  <a:pt x="207" y="200"/>
                  <a:pt x="207" y="192"/>
                </a:cubicBezTo>
                <a:lnTo>
                  <a:pt x="207" y="29"/>
                </a:lnTo>
                <a:close/>
                <a:moveTo>
                  <a:pt x="30" y="44"/>
                </a:moveTo>
                <a:lnTo>
                  <a:pt x="30" y="44"/>
                </a:lnTo>
                <a:cubicBezTo>
                  <a:pt x="30" y="36"/>
                  <a:pt x="36" y="29"/>
                  <a:pt x="44" y="29"/>
                </a:cubicBezTo>
                <a:cubicBezTo>
                  <a:pt x="177" y="29"/>
                  <a:pt x="177" y="29"/>
                  <a:pt x="177" y="29"/>
                </a:cubicBezTo>
                <a:cubicBezTo>
                  <a:pt x="177" y="192"/>
                  <a:pt x="177" y="192"/>
                  <a:pt x="177" y="192"/>
                </a:cubicBezTo>
                <a:cubicBezTo>
                  <a:pt x="177" y="216"/>
                  <a:pt x="198" y="236"/>
                  <a:pt x="221" y="236"/>
                </a:cubicBezTo>
                <a:cubicBezTo>
                  <a:pt x="398" y="236"/>
                  <a:pt x="398" y="236"/>
                  <a:pt x="398" y="236"/>
                </a:cubicBezTo>
                <a:cubicBezTo>
                  <a:pt x="423" y="236"/>
                  <a:pt x="442" y="216"/>
                  <a:pt x="442" y="192"/>
                </a:cubicBezTo>
                <a:cubicBezTo>
                  <a:pt x="442" y="29"/>
                  <a:pt x="442" y="29"/>
                  <a:pt x="442" y="29"/>
                </a:cubicBezTo>
                <a:cubicBezTo>
                  <a:pt x="539" y="29"/>
                  <a:pt x="539" y="29"/>
                  <a:pt x="539" y="29"/>
                </a:cubicBezTo>
                <a:cubicBezTo>
                  <a:pt x="678" y="169"/>
                  <a:pt x="678" y="169"/>
                  <a:pt x="678" y="169"/>
                </a:cubicBezTo>
                <a:cubicBezTo>
                  <a:pt x="678" y="663"/>
                  <a:pt x="678" y="663"/>
                  <a:pt x="678" y="663"/>
                </a:cubicBezTo>
                <a:cubicBezTo>
                  <a:pt x="678" y="671"/>
                  <a:pt x="671" y="678"/>
                  <a:pt x="663" y="678"/>
                </a:cubicBezTo>
                <a:cubicBezTo>
                  <a:pt x="590" y="678"/>
                  <a:pt x="590" y="678"/>
                  <a:pt x="590" y="678"/>
                </a:cubicBezTo>
                <a:cubicBezTo>
                  <a:pt x="590" y="457"/>
                  <a:pt x="590" y="457"/>
                  <a:pt x="590" y="457"/>
                </a:cubicBezTo>
                <a:cubicBezTo>
                  <a:pt x="590" y="432"/>
                  <a:pt x="570" y="413"/>
                  <a:pt x="546" y="413"/>
                </a:cubicBezTo>
                <a:cubicBezTo>
                  <a:pt x="163" y="413"/>
                  <a:pt x="163" y="413"/>
                  <a:pt x="163" y="413"/>
                </a:cubicBezTo>
                <a:cubicBezTo>
                  <a:pt x="138" y="413"/>
                  <a:pt x="119" y="432"/>
                  <a:pt x="119" y="459"/>
                </a:cubicBezTo>
                <a:cubicBezTo>
                  <a:pt x="119" y="678"/>
                  <a:pt x="119" y="678"/>
                  <a:pt x="119" y="678"/>
                </a:cubicBezTo>
                <a:cubicBezTo>
                  <a:pt x="44" y="678"/>
                  <a:pt x="44" y="678"/>
                  <a:pt x="44" y="678"/>
                </a:cubicBezTo>
                <a:cubicBezTo>
                  <a:pt x="36" y="678"/>
                  <a:pt x="30" y="671"/>
                  <a:pt x="30" y="663"/>
                </a:cubicBezTo>
                <a:lnTo>
                  <a:pt x="30" y="44"/>
                </a:lnTo>
                <a:close/>
              </a:path>
            </a:pathLst>
          </a:custGeom>
          <a:solidFill>
            <a:schemeClr val="accent4"/>
          </a:solidFill>
          <a:ln>
            <a:noFill/>
          </a:ln>
          <a:effectLst/>
        </p:spPr>
        <p:txBody>
          <a:bodyPr wrap="none" anchor="ctr"/>
          <a:lstStyle/>
          <a:p>
            <a:endParaRPr lang="da-DK">
              <a:solidFill>
                <a:schemeClr val="tx2"/>
              </a:solidFill>
            </a:endParaRPr>
          </a:p>
        </p:txBody>
      </p:sp>
      <p:grpSp>
        <p:nvGrpSpPr>
          <p:cNvPr id="131" name="Group 133">
            <a:extLst>
              <a:ext uri="{FF2B5EF4-FFF2-40B4-BE49-F238E27FC236}">
                <a16:creationId xmlns:a16="http://schemas.microsoft.com/office/drawing/2014/main" id="{96234937-F862-5DD2-BB8C-F4419897E9C0}"/>
              </a:ext>
            </a:extLst>
          </p:cNvPr>
          <p:cNvGrpSpPr/>
          <p:nvPr/>
        </p:nvGrpSpPr>
        <p:grpSpPr>
          <a:xfrm>
            <a:off x="1707083" y="6253584"/>
            <a:ext cx="254000" cy="203200"/>
            <a:chOff x="550863" y="6573838"/>
            <a:chExt cx="254000" cy="203200"/>
          </a:xfrm>
          <a:solidFill>
            <a:schemeClr val="accent4"/>
          </a:solidFill>
        </p:grpSpPr>
        <p:sp>
          <p:nvSpPr>
            <p:cNvPr id="132" name="Freeform 110">
              <a:extLst>
                <a:ext uri="{FF2B5EF4-FFF2-40B4-BE49-F238E27FC236}">
                  <a16:creationId xmlns:a16="http://schemas.microsoft.com/office/drawing/2014/main" id="{1B639924-F429-95D9-D369-DAA06E724FDE}"/>
                </a:ext>
              </a:extLst>
            </p:cNvPr>
            <p:cNvSpPr>
              <a:spLocks noChangeArrowheads="1"/>
            </p:cNvSpPr>
            <p:nvPr/>
          </p:nvSpPr>
          <p:spPr bwMode="auto">
            <a:xfrm>
              <a:off x="623888" y="6596063"/>
              <a:ext cx="180975" cy="11112"/>
            </a:xfrm>
            <a:custGeom>
              <a:avLst/>
              <a:gdLst>
                <a:gd name="T0" fmla="*/ 487 w 501"/>
                <a:gd name="T1" fmla="*/ 0 h 30"/>
                <a:gd name="T2" fmla="*/ 487 w 501"/>
                <a:gd name="T3" fmla="*/ 0 h 30"/>
                <a:gd name="T4" fmla="*/ 14 w 501"/>
                <a:gd name="T5" fmla="*/ 0 h 30"/>
                <a:gd name="T6" fmla="*/ 0 w 501"/>
                <a:gd name="T7" fmla="*/ 13 h 30"/>
                <a:gd name="T8" fmla="*/ 14 w 501"/>
                <a:gd name="T9" fmla="*/ 29 h 30"/>
                <a:gd name="T10" fmla="*/ 487 w 501"/>
                <a:gd name="T11" fmla="*/ 29 h 30"/>
                <a:gd name="T12" fmla="*/ 500 w 501"/>
                <a:gd name="T13" fmla="*/ 13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6"/>
                    <a:pt x="0" y="13"/>
                  </a:cubicBezTo>
                  <a:cubicBezTo>
                    <a:pt x="0" y="22"/>
                    <a:pt x="6" y="29"/>
                    <a:pt x="14" y="29"/>
                  </a:cubicBezTo>
                  <a:cubicBezTo>
                    <a:pt x="487" y="29"/>
                    <a:pt x="487" y="29"/>
                    <a:pt x="487" y="29"/>
                  </a:cubicBezTo>
                  <a:cubicBezTo>
                    <a:pt x="494" y="29"/>
                    <a:pt x="500" y="22"/>
                    <a:pt x="500" y="13"/>
                  </a:cubicBezTo>
                  <a:cubicBezTo>
                    <a:pt x="500" y="6"/>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3" name="Freeform 111">
              <a:extLst>
                <a:ext uri="{FF2B5EF4-FFF2-40B4-BE49-F238E27FC236}">
                  <a16:creationId xmlns:a16="http://schemas.microsoft.com/office/drawing/2014/main" id="{F2C27464-8C0E-8EA7-4BB9-EAA634FDB036}"/>
                </a:ext>
              </a:extLst>
            </p:cNvPr>
            <p:cNvSpPr>
              <a:spLocks noChangeArrowheads="1"/>
            </p:cNvSpPr>
            <p:nvPr/>
          </p:nvSpPr>
          <p:spPr bwMode="auto">
            <a:xfrm>
              <a:off x="550863" y="6573838"/>
              <a:ext cx="53975" cy="53975"/>
            </a:xfrm>
            <a:custGeom>
              <a:avLst/>
              <a:gdLst>
                <a:gd name="T0" fmla="*/ 75 w 149"/>
                <a:gd name="T1" fmla="*/ 0 h 149"/>
                <a:gd name="T2" fmla="*/ 75 w 149"/>
                <a:gd name="T3" fmla="*/ 0 h 149"/>
                <a:gd name="T4" fmla="*/ 0 w 149"/>
                <a:gd name="T5" fmla="*/ 73 h 149"/>
                <a:gd name="T6" fmla="*/ 75 w 149"/>
                <a:gd name="T7" fmla="*/ 148 h 149"/>
                <a:gd name="T8" fmla="*/ 148 w 149"/>
                <a:gd name="T9" fmla="*/ 73 h 149"/>
                <a:gd name="T10" fmla="*/ 75 w 149"/>
                <a:gd name="T11" fmla="*/ 0 h 149"/>
                <a:gd name="T12" fmla="*/ 75 w 149"/>
                <a:gd name="T13" fmla="*/ 118 h 149"/>
                <a:gd name="T14" fmla="*/ 75 w 149"/>
                <a:gd name="T15" fmla="*/ 118 h 149"/>
                <a:gd name="T16" fmla="*/ 31 w 149"/>
                <a:gd name="T17" fmla="*/ 73 h 149"/>
                <a:gd name="T18" fmla="*/ 75 w 149"/>
                <a:gd name="T19" fmla="*/ 29 h 149"/>
                <a:gd name="T20" fmla="*/ 119 w 149"/>
                <a:gd name="T21" fmla="*/ 73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3"/>
                  </a:cubicBezTo>
                  <a:cubicBezTo>
                    <a:pt x="0" y="115"/>
                    <a:pt x="33" y="148"/>
                    <a:pt x="75" y="148"/>
                  </a:cubicBezTo>
                  <a:cubicBezTo>
                    <a:pt x="115" y="148"/>
                    <a:pt x="148" y="115"/>
                    <a:pt x="148" y="73"/>
                  </a:cubicBezTo>
                  <a:cubicBezTo>
                    <a:pt x="148" y="33"/>
                    <a:pt x="115" y="0"/>
                    <a:pt x="75" y="0"/>
                  </a:cubicBezTo>
                  <a:close/>
                  <a:moveTo>
                    <a:pt x="75" y="118"/>
                  </a:moveTo>
                  <a:lnTo>
                    <a:pt x="75" y="118"/>
                  </a:lnTo>
                  <a:cubicBezTo>
                    <a:pt x="50" y="118"/>
                    <a:pt x="31" y="98"/>
                    <a:pt x="31" y="73"/>
                  </a:cubicBezTo>
                  <a:cubicBezTo>
                    <a:pt x="31" y="50"/>
                    <a:pt x="50" y="29"/>
                    <a:pt x="75" y="29"/>
                  </a:cubicBezTo>
                  <a:cubicBezTo>
                    <a:pt x="98" y="29"/>
                    <a:pt x="119" y="50"/>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4" name="Freeform 112">
              <a:extLst>
                <a:ext uri="{FF2B5EF4-FFF2-40B4-BE49-F238E27FC236}">
                  <a16:creationId xmlns:a16="http://schemas.microsoft.com/office/drawing/2014/main" id="{1E7A5868-899E-9825-C37C-AB41D885419D}"/>
                </a:ext>
              </a:extLst>
            </p:cNvPr>
            <p:cNvSpPr>
              <a:spLocks noChangeArrowheads="1"/>
            </p:cNvSpPr>
            <p:nvPr/>
          </p:nvSpPr>
          <p:spPr bwMode="auto">
            <a:xfrm>
              <a:off x="623888" y="6669088"/>
              <a:ext cx="180975" cy="11112"/>
            </a:xfrm>
            <a:custGeom>
              <a:avLst/>
              <a:gdLst>
                <a:gd name="T0" fmla="*/ 487 w 501"/>
                <a:gd name="T1" fmla="*/ 0 h 30"/>
                <a:gd name="T2" fmla="*/ 487 w 501"/>
                <a:gd name="T3" fmla="*/ 0 h 30"/>
                <a:gd name="T4" fmla="*/ 14 w 501"/>
                <a:gd name="T5" fmla="*/ 0 h 30"/>
                <a:gd name="T6" fmla="*/ 0 w 501"/>
                <a:gd name="T7" fmla="*/ 16 h 30"/>
                <a:gd name="T8" fmla="*/ 14 w 501"/>
                <a:gd name="T9" fmla="*/ 29 h 30"/>
                <a:gd name="T10" fmla="*/ 487 w 501"/>
                <a:gd name="T11" fmla="*/ 29 h 30"/>
                <a:gd name="T12" fmla="*/ 500 w 501"/>
                <a:gd name="T13" fmla="*/ 16 h 30"/>
                <a:gd name="T14" fmla="*/ 487 w 50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0">
                  <a:moveTo>
                    <a:pt x="487" y="0"/>
                  </a:moveTo>
                  <a:lnTo>
                    <a:pt x="487" y="0"/>
                  </a:lnTo>
                  <a:cubicBezTo>
                    <a:pt x="14" y="0"/>
                    <a:pt x="14" y="0"/>
                    <a:pt x="14" y="0"/>
                  </a:cubicBezTo>
                  <a:cubicBezTo>
                    <a:pt x="6" y="0"/>
                    <a:pt x="0" y="7"/>
                    <a:pt x="0" y="16"/>
                  </a:cubicBezTo>
                  <a:cubicBezTo>
                    <a:pt x="0" y="24"/>
                    <a:pt x="6" y="29"/>
                    <a:pt x="14" y="29"/>
                  </a:cubicBezTo>
                  <a:cubicBezTo>
                    <a:pt x="487" y="29"/>
                    <a:pt x="487" y="29"/>
                    <a:pt x="487" y="29"/>
                  </a:cubicBezTo>
                  <a:cubicBezTo>
                    <a:pt x="494" y="29"/>
                    <a:pt x="500" y="24"/>
                    <a:pt x="500" y="16"/>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5" name="Freeform 113">
              <a:extLst>
                <a:ext uri="{FF2B5EF4-FFF2-40B4-BE49-F238E27FC236}">
                  <a16:creationId xmlns:a16="http://schemas.microsoft.com/office/drawing/2014/main" id="{A245356A-E323-FB60-5388-1417A491D25F}"/>
                </a:ext>
              </a:extLst>
            </p:cNvPr>
            <p:cNvSpPr>
              <a:spLocks noChangeArrowheads="1"/>
            </p:cNvSpPr>
            <p:nvPr/>
          </p:nvSpPr>
          <p:spPr bwMode="auto">
            <a:xfrm>
              <a:off x="550863" y="6648450"/>
              <a:ext cx="53975" cy="53975"/>
            </a:xfrm>
            <a:custGeom>
              <a:avLst/>
              <a:gdLst>
                <a:gd name="T0" fmla="*/ 75 w 149"/>
                <a:gd name="T1" fmla="*/ 0 h 149"/>
                <a:gd name="T2" fmla="*/ 75 w 149"/>
                <a:gd name="T3" fmla="*/ 0 h 149"/>
                <a:gd name="T4" fmla="*/ 0 w 149"/>
                <a:gd name="T5" fmla="*/ 75 h 149"/>
                <a:gd name="T6" fmla="*/ 75 w 149"/>
                <a:gd name="T7" fmla="*/ 148 h 149"/>
                <a:gd name="T8" fmla="*/ 148 w 149"/>
                <a:gd name="T9" fmla="*/ 75 h 149"/>
                <a:gd name="T10" fmla="*/ 75 w 149"/>
                <a:gd name="T11" fmla="*/ 0 h 149"/>
                <a:gd name="T12" fmla="*/ 75 w 149"/>
                <a:gd name="T13" fmla="*/ 119 h 149"/>
                <a:gd name="T14" fmla="*/ 75 w 149"/>
                <a:gd name="T15" fmla="*/ 119 h 149"/>
                <a:gd name="T16" fmla="*/ 31 w 149"/>
                <a:gd name="T17" fmla="*/ 75 h 149"/>
                <a:gd name="T18" fmla="*/ 75 w 149"/>
                <a:gd name="T19" fmla="*/ 30 h 149"/>
                <a:gd name="T20" fmla="*/ 119 w 149"/>
                <a:gd name="T21" fmla="*/ 75 h 149"/>
                <a:gd name="T22" fmla="*/ 75 w 149"/>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3"/>
                    <a:pt x="0" y="75"/>
                  </a:cubicBezTo>
                  <a:cubicBezTo>
                    <a:pt x="0" y="115"/>
                    <a:pt x="33" y="148"/>
                    <a:pt x="75" y="148"/>
                  </a:cubicBezTo>
                  <a:cubicBezTo>
                    <a:pt x="115" y="148"/>
                    <a:pt x="148" y="115"/>
                    <a:pt x="148" y="75"/>
                  </a:cubicBezTo>
                  <a:cubicBezTo>
                    <a:pt x="148" y="33"/>
                    <a:pt x="115" y="0"/>
                    <a:pt x="75" y="0"/>
                  </a:cubicBezTo>
                  <a:close/>
                  <a:moveTo>
                    <a:pt x="75" y="119"/>
                  </a:moveTo>
                  <a:lnTo>
                    <a:pt x="75" y="119"/>
                  </a:lnTo>
                  <a:cubicBezTo>
                    <a:pt x="50" y="119"/>
                    <a:pt x="31" y="98"/>
                    <a:pt x="31" y="75"/>
                  </a:cubicBezTo>
                  <a:cubicBezTo>
                    <a:pt x="31" y="50"/>
                    <a:pt x="50" y="30"/>
                    <a:pt x="75" y="30"/>
                  </a:cubicBezTo>
                  <a:cubicBezTo>
                    <a:pt x="98" y="30"/>
                    <a:pt x="119" y="50"/>
                    <a:pt x="119" y="75"/>
                  </a:cubicBezTo>
                  <a:cubicBezTo>
                    <a:pt x="119" y="98"/>
                    <a:pt x="98" y="119"/>
                    <a:pt x="75"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6" name="Freeform 114">
              <a:extLst>
                <a:ext uri="{FF2B5EF4-FFF2-40B4-BE49-F238E27FC236}">
                  <a16:creationId xmlns:a16="http://schemas.microsoft.com/office/drawing/2014/main" id="{52F2D87B-AA0E-82D0-AEC5-856DE15792C1}"/>
                </a:ext>
              </a:extLst>
            </p:cNvPr>
            <p:cNvSpPr>
              <a:spLocks noChangeArrowheads="1"/>
            </p:cNvSpPr>
            <p:nvPr/>
          </p:nvSpPr>
          <p:spPr bwMode="auto">
            <a:xfrm>
              <a:off x="623888" y="6743700"/>
              <a:ext cx="180975" cy="11113"/>
            </a:xfrm>
            <a:custGeom>
              <a:avLst/>
              <a:gdLst>
                <a:gd name="T0" fmla="*/ 487 w 501"/>
                <a:gd name="T1" fmla="*/ 0 h 32"/>
                <a:gd name="T2" fmla="*/ 487 w 501"/>
                <a:gd name="T3" fmla="*/ 0 h 32"/>
                <a:gd name="T4" fmla="*/ 14 w 501"/>
                <a:gd name="T5" fmla="*/ 0 h 32"/>
                <a:gd name="T6" fmla="*/ 0 w 501"/>
                <a:gd name="T7" fmla="*/ 15 h 32"/>
                <a:gd name="T8" fmla="*/ 14 w 501"/>
                <a:gd name="T9" fmla="*/ 31 h 32"/>
                <a:gd name="T10" fmla="*/ 487 w 501"/>
                <a:gd name="T11" fmla="*/ 31 h 32"/>
                <a:gd name="T12" fmla="*/ 500 w 501"/>
                <a:gd name="T13" fmla="*/ 15 h 32"/>
                <a:gd name="T14" fmla="*/ 487 w 501"/>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1" h="32">
                  <a:moveTo>
                    <a:pt x="487" y="0"/>
                  </a:moveTo>
                  <a:lnTo>
                    <a:pt x="487" y="0"/>
                  </a:lnTo>
                  <a:cubicBezTo>
                    <a:pt x="14" y="0"/>
                    <a:pt x="14" y="0"/>
                    <a:pt x="14" y="0"/>
                  </a:cubicBezTo>
                  <a:cubicBezTo>
                    <a:pt x="6" y="0"/>
                    <a:pt x="0" y="7"/>
                    <a:pt x="0" y="15"/>
                  </a:cubicBezTo>
                  <a:cubicBezTo>
                    <a:pt x="0" y="24"/>
                    <a:pt x="6" y="31"/>
                    <a:pt x="14" y="31"/>
                  </a:cubicBezTo>
                  <a:cubicBezTo>
                    <a:pt x="487" y="31"/>
                    <a:pt x="487" y="31"/>
                    <a:pt x="487" y="31"/>
                  </a:cubicBezTo>
                  <a:cubicBezTo>
                    <a:pt x="494" y="31"/>
                    <a:pt x="500" y="24"/>
                    <a:pt x="500" y="15"/>
                  </a:cubicBezTo>
                  <a:cubicBezTo>
                    <a:pt x="500" y="7"/>
                    <a:pt x="494" y="0"/>
                    <a:pt x="48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37" name="Freeform 115">
              <a:extLst>
                <a:ext uri="{FF2B5EF4-FFF2-40B4-BE49-F238E27FC236}">
                  <a16:creationId xmlns:a16="http://schemas.microsoft.com/office/drawing/2014/main" id="{9FC19686-7DB8-25C3-715A-D747C694AA73}"/>
                </a:ext>
              </a:extLst>
            </p:cNvPr>
            <p:cNvSpPr>
              <a:spLocks noChangeArrowheads="1"/>
            </p:cNvSpPr>
            <p:nvPr/>
          </p:nvSpPr>
          <p:spPr bwMode="auto">
            <a:xfrm>
              <a:off x="550863" y="6723063"/>
              <a:ext cx="53975" cy="53975"/>
            </a:xfrm>
            <a:custGeom>
              <a:avLst/>
              <a:gdLst>
                <a:gd name="T0" fmla="*/ 75 w 149"/>
                <a:gd name="T1" fmla="*/ 0 h 148"/>
                <a:gd name="T2" fmla="*/ 75 w 149"/>
                <a:gd name="T3" fmla="*/ 0 h 148"/>
                <a:gd name="T4" fmla="*/ 0 w 149"/>
                <a:gd name="T5" fmla="*/ 73 h 148"/>
                <a:gd name="T6" fmla="*/ 75 w 149"/>
                <a:gd name="T7" fmla="*/ 147 h 148"/>
                <a:gd name="T8" fmla="*/ 148 w 149"/>
                <a:gd name="T9" fmla="*/ 73 h 148"/>
                <a:gd name="T10" fmla="*/ 75 w 149"/>
                <a:gd name="T11" fmla="*/ 0 h 148"/>
                <a:gd name="T12" fmla="*/ 75 w 149"/>
                <a:gd name="T13" fmla="*/ 118 h 148"/>
                <a:gd name="T14" fmla="*/ 75 w 149"/>
                <a:gd name="T15" fmla="*/ 118 h 148"/>
                <a:gd name="T16" fmla="*/ 31 w 149"/>
                <a:gd name="T17" fmla="*/ 73 h 148"/>
                <a:gd name="T18" fmla="*/ 75 w 149"/>
                <a:gd name="T19" fmla="*/ 29 h 148"/>
                <a:gd name="T20" fmla="*/ 119 w 149"/>
                <a:gd name="T21" fmla="*/ 73 h 148"/>
                <a:gd name="T22" fmla="*/ 75 w 149"/>
                <a:gd name="T23" fmla="*/ 11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8">
                  <a:moveTo>
                    <a:pt x="75" y="0"/>
                  </a:moveTo>
                  <a:lnTo>
                    <a:pt x="75" y="0"/>
                  </a:lnTo>
                  <a:cubicBezTo>
                    <a:pt x="33" y="0"/>
                    <a:pt x="0" y="33"/>
                    <a:pt x="0" y="73"/>
                  </a:cubicBezTo>
                  <a:cubicBezTo>
                    <a:pt x="0" y="115"/>
                    <a:pt x="33" y="147"/>
                    <a:pt x="75" y="147"/>
                  </a:cubicBezTo>
                  <a:cubicBezTo>
                    <a:pt x="115" y="147"/>
                    <a:pt x="148" y="115"/>
                    <a:pt x="148" y="73"/>
                  </a:cubicBezTo>
                  <a:cubicBezTo>
                    <a:pt x="148" y="33"/>
                    <a:pt x="115" y="0"/>
                    <a:pt x="75" y="0"/>
                  </a:cubicBezTo>
                  <a:close/>
                  <a:moveTo>
                    <a:pt x="75" y="118"/>
                  </a:moveTo>
                  <a:lnTo>
                    <a:pt x="75" y="118"/>
                  </a:lnTo>
                  <a:cubicBezTo>
                    <a:pt x="50" y="118"/>
                    <a:pt x="31" y="98"/>
                    <a:pt x="31" y="73"/>
                  </a:cubicBezTo>
                  <a:cubicBezTo>
                    <a:pt x="31" y="48"/>
                    <a:pt x="50" y="29"/>
                    <a:pt x="75" y="29"/>
                  </a:cubicBezTo>
                  <a:cubicBezTo>
                    <a:pt x="98" y="29"/>
                    <a:pt x="119" y="48"/>
                    <a:pt x="119" y="73"/>
                  </a:cubicBezTo>
                  <a:cubicBezTo>
                    <a:pt x="119" y="98"/>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38" name="Freeform 116">
            <a:extLst>
              <a:ext uri="{FF2B5EF4-FFF2-40B4-BE49-F238E27FC236}">
                <a16:creationId xmlns:a16="http://schemas.microsoft.com/office/drawing/2014/main" id="{23D00981-9A06-D76F-CCCF-31CF20099312}"/>
              </a:ext>
            </a:extLst>
          </p:cNvPr>
          <p:cNvSpPr>
            <a:spLocks noChangeArrowheads="1"/>
          </p:cNvSpPr>
          <p:nvPr/>
        </p:nvSpPr>
        <p:spPr bwMode="auto">
          <a:xfrm>
            <a:off x="3234258" y="5713040"/>
            <a:ext cx="255587" cy="255588"/>
          </a:xfrm>
          <a:custGeom>
            <a:avLst/>
            <a:gdLst>
              <a:gd name="T0" fmla="*/ 586 w 709"/>
              <a:gd name="T1" fmla="*/ 6 h 710"/>
              <a:gd name="T2" fmla="*/ 586 w 709"/>
              <a:gd name="T3" fmla="*/ 6 h 710"/>
              <a:gd name="T4" fmla="*/ 565 w 709"/>
              <a:gd name="T5" fmla="*/ 6 h 710"/>
              <a:gd name="T6" fmla="*/ 64 w 709"/>
              <a:gd name="T7" fmla="*/ 507 h 710"/>
              <a:gd name="T8" fmla="*/ 64 w 709"/>
              <a:gd name="T9" fmla="*/ 507 h 710"/>
              <a:gd name="T10" fmla="*/ 61 w 709"/>
              <a:gd name="T11" fmla="*/ 511 h 710"/>
              <a:gd name="T12" fmla="*/ 61 w 709"/>
              <a:gd name="T13" fmla="*/ 512 h 710"/>
              <a:gd name="T14" fmla="*/ 60 w 709"/>
              <a:gd name="T15" fmla="*/ 512 h 710"/>
              <a:gd name="T16" fmla="*/ 2 w 709"/>
              <a:gd name="T17" fmla="*/ 689 h 710"/>
              <a:gd name="T18" fmla="*/ 2 w 709"/>
              <a:gd name="T19" fmla="*/ 691 h 710"/>
              <a:gd name="T20" fmla="*/ 0 w 709"/>
              <a:gd name="T21" fmla="*/ 693 h 710"/>
              <a:gd name="T22" fmla="*/ 2 w 709"/>
              <a:gd name="T23" fmla="*/ 698 h 710"/>
              <a:gd name="T24" fmla="*/ 2 w 709"/>
              <a:gd name="T25" fmla="*/ 699 h 710"/>
              <a:gd name="T26" fmla="*/ 2 w 709"/>
              <a:gd name="T27" fmla="*/ 699 h 710"/>
              <a:gd name="T28" fmla="*/ 3 w 709"/>
              <a:gd name="T29" fmla="*/ 702 h 710"/>
              <a:gd name="T30" fmla="*/ 4 w 709"/>
              <a:gd name="T31" fmla="*/ 704 h 710"/>
              <a:gd name="T32" fmla="*/ 7 w 709"/>
              <a:gd name="T33" fmla="*/ 706 h 710"/>
              <a:gd name="T34" fmla="*/ 10 w 709"/>
              <a:gd name="T35" fmla="*/ 707 h 710"/>
              <a:gd name="T36" fmla="*/ 11 w 709"/>
              <a:gd name="T37" fmla="*/ 709 h 710"/>
              <a:gd name="T38" fmla="*/ 13 w 709"/>
              <a:gd name="T39" fmla="*/ 709 h 710"/>
              <a:gd name="T40" fmla="*/ 16 w 709"/>
              <a:gd name="T41" fmla="*/ 709 h 710"/>
              <a:gd name="T42" fmla="*/ 18 w 709"/>
              <a:gd name="T43" fmla="*/ 709 h 710"/>
              <a:gd name="T44" fmla="*/ 20 w 709"/>
              <a:gd name="T45" fmla="*/ 709 h 710"/>
              <a:gd name="T46" fmla="*/ 20 w 709"/>
              <a:gd name="T47" fmla="*/ 709 h 710"/>
              <a:gd name="T48" fmla="*/ 196 w 709"/>
              <a:gd name="T49" fmla="*/ 649 h 710"/>
              <a:gd name="T50" fmla="*/ 198 w 709"/>
              <a:gd name="T51" fmla="*/ 649 h 710"/>
              <a:gd name="T52" fmla="*/ 198 w 709"/>
              <a:gd name="T53" fmla="*/ 648 h 710"/>
              <a:gd name="T54" fmla="*/ 202 w 709"/>
              <a:gd name="T55" fmla="*/ 646 h 710"/>
              <a:gd name="T56" fmla="*/ 202 w 709"/>
              <a:gd name="T57" fmla="*/ 645 h 710"/>
              <a:gd name="T58" fmla="*/ 703 w 709"/>
              <a:gd name="T59" fmla="*/ 145 h 710"/>
              <a:gd name="T60" fmla="*/ 708 w 709"/>
              <a:gd name="T61" fmla="*/ 134 h 710"/>
              <a:gd name="T62" fmla="*/ 703 w 709"/>
              <a:gd name="T63" fmla="*/ 124 h 710"/>
              <a:gd name="T64" fmla="*/ 586 w 709"/>
              <a:gd name="T65" fmla="*/ 6 h 710"/>
              <a:gd name="T66" fmla="*/ 487 w 709"/>
              <a:gd name="T67" fmla="*/ 126 h 710"/>
              <a:gd name="T68" fmla="*/ 487 w 709"/>
              <a:gd name="T69" fmla="*/ 126 h 710"/>
              <a:gd name="T70" fmla="*/ 583 w 709"/>
              <a:gd name="T71" fmla="*/ 222 h 710"/>
              <a:gd name="T72" fmla="*/ 192 w 709"/>
              <a:gd name="T73" fmla="*/ 615 h 710"/>
              <a:gd name="T74" fmla="*/ 96 w 709"/>
              <a:gd name="T75" fmla="*/ 517 h 710"/>
              <a:gd name="T76" fmla="*/ 487 w 709"/>
              <a:gd name="T77" fmla="*/ 126 h 710"/>
              <a:gd name="T78" fmla="*/ 80 w 709"/>
              <a:gd name="T79" fmla="*/ 544 h 710"/>
              <a:gd name="T80" fmla="*/ 80 w 709"/>
              <a:gd name="T81" fmla="*/ 544 h 710"/>
              <a:gd name="T82" fmla="*/ 165 w 709"/>
              <a:gd name="T83" fmla="*/ 629 h 710"/>
              <a:gd name="T84" fmla="*/ 39 w 709"/>
              <a:gd name="T85" fmla="*/ 671 h 710"/>
              <a:gd name="T86" fmla="*/ 80 w 709"/>
              <a:gd name="T87" fmla="*/ 544 h 710"/>
              <a:gd name="T88" fmla="*/ 605 w 709"/>
              <a:gd name="T89" fmla="*/ 202 h 710"/>
              <a:gd name="T90" fmla="*/ 605 w 709"/>
              <a:gd name="T91" fmla="*/ 202 h 710"/>
              <a:gd name="T92" fmla="*/ 507 w 709"/>
              <a:gd name="T93" fmla="*/ 105 h 710"/>
              <a:gd name="T94" fmla="*/ 575 w 709"/>
              <a:gd name="T95" fmla="*/ 37 h 710"/>
              <a:gd name="T96" fmla="*/ 672 w 709"/>
              <a:gd name="T97" fmla="*/ 134 h 710"/>
              <a:gd name="T98" fmla="*/ 605 w 709"/>
              <a:gd name="T99" fmla="*/ 20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9" h="710">
                <a:moveTo>
                  <a:pt x="586" y="6"/>
                </a:moveTo>
                <a:lnTo>
                  <a:pt x="586" y="6"/>
                </a:lnTo>
                <a:cubicBezTo>
                  <a:pt x="580" y="0"/>
                  <a:pt x="571" y="0"/>
                  <a:pt x="565" y="6"/>
                </a:cubicBezTo>
                <a:cubicBezTo>
                  <a:pt x="64" y="507"/>
                  <a:pt x="64" y="507"/>
                  <a:pt x="64" y="507"/>
                </a:cubicBezTo>
                <a:lnTo>
                  <a:pt x="64" y="507"/>
                </a:lnTo>
                <a:cubicBezTo>
                  <a:pt x="63" y="508"/>
                  <a:pt x="61" y="510"/>
                  <a:pt x="61" y="511"/>
                </a:cubicBezTo>
                <a:cubicBezTo>
                  <a:pt x="61" y="511"/>
                  <a:pt x="61" y="511"/>
                  <a:pt x="61" y="512"/>
                </a:cubicBezTo>
                <a:cubicBezTo>
                  <a:pt x="61" y="512"/>
                  <a:pt x="61" y="512"/>
                  <a:pt x="60" y="512"/>
                </a:cubicBezTo>
                <a:cubicBezTo>
                  <a:pt x="2" y="689"/>
                  <a:pt x="2" y="689"/>
                  <a:pt x="2" y="689"/>
                </a:cubicBezTo>
                <a:lnTo>
                  <a:pt x="2" y="691"/>
                </a:lnTo>
                <a:cubicBezTo>
                  <a:pt x="0" y="692"/>
                  <a:pt x="0" y="693"/>
                  <a:pt x="0" y="693"/>
                </a:cubicBezTo>
                <a:cubicBezTo>
                  <a:pt x="0" y="695"/>
                  <a:pt x="0" y="696"/>
                  <a:pt x="2" y="698"/>
                </a:cubicBezTo>
                <a:cubicBezTo>
                  <a:pt x="2" y="698"/>
                  <a:pt x="2" y="698"/>
                  <a:pt x="2" y="699"/>
                </a:cubicBezTo>
                <a:lnTo>
                  <a:pt x="2" y="699"/>
                </a:lnTo>
                <a:cubicBezTo>
                  <a:pt x="2" y="700"/>
                  <a:pt x="3" y="702"/>
                  <a:pt x="3" y="702"/>
                </a:cubicBezTo>
                <a:cubicBezTo>
                  <a:pt x="4" y="703"/>
                  <a:pt x="4" y="703"/>
                  <a:pt x="4" y="704"/>
                </a:cubicBezTo>
                <a:cubicBezTo>
                  <a:pt x="6" y="704"/>
                  <a:pt x="6" y="706"/>
                  <a:pt x="7" y="706"/>
                </a:cubicBezTo>
                <a:cubicBezTo>
                  <a:pt x="9" y="706"/>
                  <a:pt x="9" y="707"/>
                  <a:pt x="10" y="707"/>
                </a:cubicBezTo>
                <a:cubicBezTo>
                  <a:pt x="10" y="707"/>
                  <a:pt x="10" y="707"/>
                  <a:pt x="11" y="709"/>
                </a:cubicBezTo>
                <a:cubicBezTo>
                  <a:pt x="11" y="709"/>
                  <a:pt x="11" y="709"/>
                  <a:pt x="13" y="709"/>
                </a:cubicBezTo>
                <a:cubicBezTo>
                  <a:pt x="13" y="709"/>
                  <a:pt x="14" y="709"/>
                  <a:pt x="16" y="709"/>
                </a:cubicBezTo>
                <a:cubicBezTo>
                  <a:pt x="17" y="709"/>
                  <a:pt x="17" y="709"/>
                  <a:pt x="18" y="709"/>
                </a:cubicBezTo>
                <a:lnTo>
                  <a:pt x="20" y="709"/>
                </a:lnTo>
                <a:lnTo>
                  <a:pt x="20" y="709"/>
                </a:lnTo>
                <a:cubicBezTo>
                  <a:pt x="196" y="649"/>
                  <a:pt x="196" y="649"/>
                  <a:pt x="196" y="649"/>
                </a:cubicBezTo>
                <a:lnTo>
                  <a:pt x="198" y="649"/>
                </a:lnTo>
                <a:lnTo>
                  <a:pt x="198" y="648"/>
                </a:lnTo>
                <a:cubicBezTo>
                  <a:pt x="199" y="648"/>
                  <a:pt x="201" y="646"/>
                  <a:pt x="202" y="646"/>
                </a:cubicBezTo>
                <a:cubicBezTo>
                  <a:pt x="202" y="645"/>
                  <a:pt x="202" y="645"/>
                  <a:pt x="202" y="645"/>
                </a:cubicBezTo>
                <a:cubicBezTo>
                  <a:pt x="703" y="145"/>
                  <a:pt x="703" y="145"/>
                  <a:pt x="703" y="145"/>
                </a:cubicBezTo>
                <a:cubicBezTo>
                  <a:pt x="706" y="142"/>
                  <a:pt x="708" y="138"/>
                  <a:pt x="708" y="134"/>
                </a:cubicBezTo>
                <a:cubicBezTo>
                  <a:pt x="708" y="130"/>
                  <a:pt x="706" y="127"/>
                  <a:pt x="703" y="124"/>
                </a:cubicBezTo>
                <a:lnTo>
                  <a:pt x="586" y="6"/>
                </a:lnTo>
                <a:close/>
                <a:moveTo>
                  <a:pt x="487" y="126"/>
                </a:moveTo>
                <a:lnTo>
                  <a:pt x="487" y="126"/>
                </a:lnTo>
                <a:cubicBezTo>
                  <a:pt x="583" y="222"/>
                  <a:pt x="583" y="222"/>
                  <a:pt x="583" y="222"/>
                </a:cubicBezTo>
                <a:cubicBezTo>
                  <a:pt x="192" y="615"/>
                  <a:pt x="192" y="615"/>
                  <a:pt x="192" y="615"/>
                </a:cubicBezTo>
                <a:cubicBezTo>
                  <a:pt x="96" y="517"/>
                  <a:pt x="96" y="517"/>
                  <a:pt x="96" y="517"/>
                </a:cubicBezTo>
                <a:lnTo>
                  <a:pt x="487" y="126"/>
                </a:lnTo>
                <a:close/>
                <a:moveTo>
                  <a:pt x="80" y="544"/>
                </a:moveTo>
                <a:lnTo>
                  <a:pt x="80" y="544"/>
                </a:lnTo>
                <a:cubicBezTo>
                  <a:pt x="165" y="629"/>
                  <a:pt x="165" y="629"/>
                  <a:pt x="165" y="629"/>
                </a:cubicBezTo>
                <a:cubicBezTo>
                  <a:pt x="39" y="671"/>
                  <a:pt x="39" y="671"/>
                  <a:pt x="39" y="671"/>
                </a:cubicBezTo>
                <a:lnTo>
                  <a:pt x="80" y="544"/>
                </a:lnTo>
                <a:close/>
                <a:moveTo>
                  <a:pt x="605" y="202"/>
                </a:moveTo>
                <a:lnTo>
                  <a:pt x="605" y="202"/>
                </a:lnTo>
                <a:cubicBezTo>
                  <a:pt x="507" y="105"/>
                  <a:pt x="507" y="105"/>
                  <a:pt x="507" y="105"/>
                </a:cubicBezTo>
                <a:cubicBezTo>
                  <a:pt x="575" y="37"/>
                  <a:pt x="575" y="37"/>
                  <a:pt x="575" y="37"/>
                </a:cubicBezTo>
                <a:cubicBezTo>
                  <a:pt x="672" y="134"/>
                  <a:pt x="672" y="134"/>
                  <a:pt x="672" y="134"/>
                </a:cubicBezTo>
                <a:lnTo>
                  <a:pt x="605" y="202"/>
                </a:lnTo>
                <a:close/>
              </a:path>
            </a:pathLst>
          </a:custGeom>
          <a:solidFill>
            <a:schemeClr val="accent4"/>
          </a:solidFill>
          <a:ln>
            <a:noFill/>
          </a:ln>
          <a:effectLst/>
        </p:spPr>
        <p:txBody>
          <a:bodyPr wrap="none" anchor="ctr"/>
          <a:lstStyle/>
          <a:p>
            <a:endParaRPr lang="da-DK">
              <a:solidFill>
                <a:schemeClr val="tx2"/>
              </a:solidFill>
            </a:endParaRPr>
          </a:p>
        </p:txBody>
      </p:sp>
      <p:grpSp>
        <p:nvGrpSpPr>
          <p:cNvPr id="139" name="Group 141">
            <a:extLst>
              <a:ext uri="{FF2B5EF4-FFF2-40B4-BE49-F238E27FC236}">
                <a16:creationId xmlns:a16="http://schemas.microsoft.com/office/drawing/2014/main" id="{557AF648-6B37-204A-7855-EE3E343D52CB}"/>
              </a:ext>
            </a:extLst>
          </p:cNvPr>
          <p:cNvGrpSpPr/>
          <p:nvPr/>
        </p:nvGrpSpPr>
        <p:grpSpPr>
          <a:xfrm>
            <a:off x="2215083" y="5713040"/>
            <a:ext cx="255587" cy="255588"/>
            <a:chOff x="1058863" y="6032500"/>
            <a:chExt cx="255587" cy="255588"/>
          </a:xfrm>
          <a:solidFill>
            <a:schemeClr val="accent4"/>
          </a:solidFill>
        </p:grpSpPr>
        <p:sp>
          <p:nvSpPr>
            <p:cNvPr id="140" name="Freeform 117">
              <a:extLst>
                <a:ext uri="{FF2B5EF4-FFF2-40B4-BE49-F238E27FC236}">
                  <a16:creationId xmlns:a16="http://schemas.microsoft.com/office/drawing/2014/main" id="{B0D3C8A1-EA4D-644C-35CE-7DCCAFBBACEA}"/>
                </a:ext>
              </a:extLst>
            </p:cNvPr>
            <p:cNvSpPr>
              <a:spLocks noChangeArrowheads="1"/>
            </p:cNvSpPr>
            <p:nvPr/>
          </p:nvSpPr>
          <p:spPr bwMode="auto">
            <a:xfrm>
              <a:off x="1058863" y="6032500"/>
              <a:ext cx="255587" cy="255588"/>
            </a:xfrm>
            <a:custGeom>
              <a:avLst/>
              <a:gdLst>
                <a:gd name="T0" fmla="*/ 353 w 708"/>
                <a:gd name="T1" fmla="*/ 0 h 709"/>
                <a:gd name="T2" fmla="*/ 353 w 708"/>
                <a:gd name="T3" fmla="*/ 0 h 709"/>
                <a:gd name="T4" fmla="*/ 0 w 708"/>
                <a:gd name="T5" fmla="*/ 354 h 709"/>
                <a:gd name="T6" fmla="*/ 353 w 708"/>
                <a:gd name="T7" fmla="*/ 708 h 709"/>
                <a:gd name="T8" fmla="*/ 707 w 708"/>
                <a:gd name="T9" fmla="*/ 354 h 709"/>
                <a:gd name="T10" fmla="*/ 353 w 708"/>
                <a:gd name="T11" fmla="*/ 0 h 709"/>
                <a:gd name="T12" fmla="*/ 583 w 708"/>
                <a:gd name="T13" fmla="*/ 583 h 709"/>
                <a:gd name="T14" fmla="*/ 583 w 708"/>
                <a:gd name="T15" fmla="*/ 583 h 709"/>
                <a:gd name="T16" fmla="*/ 353 w 708"/>
                <a:gd name="T17" fmla="*/ 679 h 709"/>
                <a:gd name="T18" fmla="*/ 124 w 708"/>
                <a:gd name="T19" fmla="*/ 583 h 709"/>
                <a:gd name="T20" fmla="*/ 30 w 708"/>
                <a:gd name="T21" fmla="*/ 354 h 709"/>
                <a:gd name="T22" fmla="*/ 124 w 708"/>
                <a:gd name="T23" fmla="*/ 125 h 709"/>
                <a:gd name="T24" fmla="*/ 353 w 708"/>
                <a:gd name="T25" fmla="*/ 29 h 709"/>
                <a:gd name="T26" fmla="*/ 583 w 708"/>
                <a:gd name="T27" fmla="*/ 125 h 709"/>
                <a:gd name="T28" fmla="*/ 678 w 708"/>
                <a:gd name="T29" fmla="*/ 354 h 709"/>
                <a:gd name="T30" fmla="*/ 583 w 708"/>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9">
                  <a:moveTo>
                    <a:pt x="353" y="0"/>
                  </a:moveTo>
                  <a:lnTo>
                    <a:pt x="353" y="0"/>
                  </a:lnTo>
                  <a:cubicBezTo>
                    <a:pt x="158" y="0"/>
                    <a:pt x="0" y="159"/>
                    <a:pt x="0" y="354"/>
                  </a:cubicBezTo>
                  <a:cubicBezTo>
                    <a:pt x="0" y="549"/>
                    <a:pt x="158" y="708"/>
                    <a:pt x="353" y="708"/>
                  </a:cubicBezTo>
                  <a:cubicBezTo>
                    <a:pt x="549" y="708"/>
                    <a:pt x="707" y="549"/>
                    <a:pt x="707" y="354"/>
                  </a:cubicBezTo>
                  <a:cubicBezTo>
                    <a:pt x="707" y="159"/>
                    <a:pt x="549" y="0"/>
                    <a:pt x="353" y="0"/>
                  </a:cubicBezTo>
                  <a:close/>
                  <a:moveTo>
                    <a:pt x="583" y="583"/>
                  </a:moveTo>
                  <a:lnTo>
                    <a:pt x="583" y="583"/>
                  </a:lnTo>
                  <a:cubicBezTo>
                    <a:pt x="525" y="641"/>
                    <a:pt x="443" y="679"/>
                    <a:pt x="353" y="679"/>
                  </a:cubicBezTo>
                  <a:cubicBezTo>
                    <a:pt x="263" y="679"/>
                    <a:pt x="183" y="641"/>
                    <a:pt x="124" y="583"/>
                  </a:cubicBezTo>
                  <a:cubicBezTo>
                    <a:pt x="66" y="525"/>
                    <a:pt x="30" y="444"/>
                    <a:pt x="30" y="354"/>
                  </a:cubicBezTo>
                  <a:cubicBezTo>
                    <a:pt x="30" y="264"/>
                    <a:pt x="66" y="184"/>
                    <a:pt x="124" y="125"/>
                  </a:cubicBezTo>
                  <a:cubicBezTo>
                    <a:pt x="183" y="67"/>
                    <a:pt x="263" y="29"/>
                    <a:pt x="353" y="29"/>
                  </a:cubicBezTo>
                  <a:cubicBezTo>
                    <a:pt x="443" y="29"/>
                    <a:pt x="525" y="67"/>
                    <a:pt x="583" y="125"/>
                  </a:cubicBezTo>
                  <a:cubicBezTo>
                    <a:pt x="642" y="184"/>
                    <a:pt x="678" y="264"/>
                    <a:pt x="678" y="354"/>
                  </a:cubicBezTo>
                  <a:cubicBezTo>
                    <a:pt x="678" y="444"/>
                    <a:pt x="642" y="525"/>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1" name="Freeform 118">
              <a:extLst>
                <a:ext uri="{FF2B5EF4-FFF2-40B4-BE49-F238E27FC236}">
                  <a16:creationId xmlns:a16="http://schemas.microsoft.com/office/drawing/2014/main" id="{EE84FCBF-6F93-2CCF-620B-3EA20432CB41}"/>
                </a:ext>
              </a:extLst>
            </p:cNvPr>
            <p:cNvSpPr>
              <a:spLocks noChangeArrowheads="1"/>
            </p:cNvSpPr>
            <p:nvPr/>
          </p:nvSpPr>
          <p:spPr bwMode="auto">
            <a:xfrm>
              <a:off x="1109663" y="6089650"/>
              <a:ext cx="150812" cy="149225"/>
            </a:xfrm>
            <a:custGeom>
              <a:avLst/>
              <a:gdLst>
                <a:gd name="T0" fmla="*/ 410 w 417"/>
                <a:gd name="T1" fmla="*/ 5 h 416"/>
                <a:gd name="T2" fmla="*/ 410 w 417"/>
                <a:gd name="T3" fmla="*/ 5 h 416"/>
                <a:gd name="T4" fmla="*/ 390 w 417"/>
                <a:gd name="T5" fmla="*/ 5 h 416"/>
                <a:gd name="T6" fmla="*/ 209 w 417"/>
                <a:gd name="T7" fmla="*/ 186 h 416"/>
                <a:gd name="T8" fmla="*/ 28 w 417"/>
                <a:gd name="T9" fmla="*/ 5 h 416"/>
                <a:gd name="T10" fmla="*/ 7 w 417"/>
                <a:gd name="T11" fmla="*/ 5 h 416"/>
                <a:gd name="T12" fmla="*/ 7 w 417"/>
                <a:gd name="T13" fmla="*/ 26 h 416"/>
                <a:gd name="T14" fmla="*/ 188 w 417"/>
                <a:gd name="T15" fmla="*/ 207 h 416"/>
                <a:gd name="T16" fmla="*/ 7 w 417"/>
                <a:gd name="T17" fmla="*/ 388 h 416"/>
                <a:gd name="T18" fmla="*/ 7 w 417"/>
                <a:gd name="T19" fmla="*/ 408 h 416"/>
                <a:gd name="T20" fmla="*/ 28 w 417"/>
                <a:gd name="T21" fmla="*/ 408 h 416"/>
                <a:gd name="T22" fmla="*/ 209 w 417"/>
                <a:gd name="T23" fmla="*/ 227 h 416"/>
                <a:gd name="T24" fmla="*/ 390 w 417"/>
                <a:gd name="T25" fmla="*/ 408 h 416"/>
                <a:gd name="T26" fmla="*/ 410 w 417"/>
                <a:gd name="T27" fmla="*/ 408 h 416"/>
                <a:gd name="T28" fmla="*/ 410 w 417"/>
                <a:gd name="T29" fmla="*/ 388 h 416"/>
                <a:gd name="T30" fmla="*/ 229 w 417"/>
                <a:gd name="T31" fmla="*/ 207 h 416"/>
                <a:gd name="T32" fmla="*/ 410 w 417"/>
                <a:gd name="T33" fmla="*/ 26 h 416"/>
                <a:gd name="T34" fmla="*/ 410 w 417"/>
                <a:gd name="T35" fmla="*/ 5 h 4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7" h="416">
                  <a:moveTo>
                    <a:pt x="410" y="5"/>
                  </a:moveTo>
                  <a:lnTo>
                    <a:pt x="410" y="5"/>
                  </a:lnTo>
                  <a:cubicBezTo>
                    <a:pt x="405" y="0"/>
                    <a:pt x="395" y="0"/>
                    <a:pt x="390" y="5"/>
                  </a:cubicBezTo>
                  <a:cubicBezTo>
                    <a:pt x="209" y="186"/>
                    <a:pt x="209" y="186"/>
                    <a:pt x="209" y="186"/>
                  </a:cubicBezTo>
                  <a:cubicBezTo>
                    <a:pt x="28" y="5"/>
                    <a:pt x="28" y="5"/>
                    <a:pt x="28" y="5"/>
                  </a:cubicBezTo>
                  <a:cubicBezTo>
                    <a:pt x="22" y="0"/>
                    <a:pt x="13" y="0"/>
                    <a:pt x="7" y="5"/>
                  </a:cubicBezTo>
                  <a:cubicBezTo>
                    <a:pt x="0" y="11"/>
                    <a:pt x="0" y="20"/>
                    <a:pt x="7" y="26"/>
                  </a:cubicBezTo>
                  <a:cubicBezTo>
                    <a:pt x="188" y="207"/>
                    <a:pt x="188" y="207"/>
                    <a:pt x="188" y="207"/>
                  </a:cubicBezTo>
                  <a:cubicBezTo>
                    <a:pt x="7" y="388"/>
                    <a:pt x="7" y="388"/>
                    <a:pt x="7" y="388"/>
                  </a:cubicBezTo>
                  <a:cubicBezTo>
                    <a:pt x="0" y="393"/>
                    <a:pt x="0" y="403"/>
                    <a:pt x="7" y="408"/>
                  </a:cubicBezTo>
                  <a:cubicBezTo>
                    <a:pt x="13" y="415"/>
                    <a:pt x="22" y="415"/>
                    <a:pt x="28" y="408"/>
                  </a:cubicBezTo>
                  <a:cubicBezTo>
                    <a:pt x="209" y="227"/>
                    <a:pt x="209" y="227"/>
                    <a:pt x="209" y="227"/>
                  </a:cubicBezTo>
                  <a:cubicBezTo>
                    <a:pt x="390" y="408"/>
                    <a:pt x="390" y="408"/>
                    <a:pt x="390" y="408"/>
                  </a:cubicBezTo>
                  <a:cubicBezTo>
                    <a:pt x="395" y="415"/>
                    <a:pt x="405" y="415"/>
                    <a:pt x="410" y="408"/>
                  </a:cubicBezTo>
                  <a:cubicBezTo>
                    <a:pt x="416" y="403"/>
                    <a:pt x="416" y="393"/>
                    <a:pt x="410" y="388"/>
                  </a:cubicBezTo>
                  <a:cubicBezTo>
                    <a:pt x="229" y="207"/>
                    <a:pt x="229" y="207"/>
                    <a:pt x="229" y="207"/>
                  </a:cubicBezTo>
                  <a:cubicBezTo>
                    <a:pt x="410" y="26"/>
                    <a:pt x="410" y="26"/>
                    <a:pt x="410" y="26"/>
                  </a:cubicBezTo>
                  <a:cubicBezTo>
                    <a:pt x="416" y="20"/>
                    <a:pt x="416" y="11"/>
                    <a:pt x="41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2" name="Group 144">
            <a:extLst>
              <a:ext uri="{FF2B5EF4-FFF2-40B4-BE49-F238E27FC236}">
                <a16:creationId xmlns:a16="http://schemas.microsoft.com/office/drawing/2014/main" id="{F794C2F3-6405-230C-224F-19C247E3B282}"/>
              </a:ext>
            </a:extLst>
          </p:cNvPr>
          <p:cNvGrpSpPr/>
          <p:nvPr/>
        </p:nvGrpSpPr>
        <p:grpSpPr>
          <a:xfrm>
            <a:off x="1707083" y="5713040"/>
            <a:ext cx="255587" cy="255588"/>
            <a:chOff x="550863" y="6032500"/>
            <a:chExt cx="255587" cy="255588"/>
          </a:xfrm>
          <a:solidFill>
            <a:schemeClr val="accent4"/>
          </a:solidFill>
        </p:grpSpPr>
        <p:sp>
          <p:nvSpPr>
            <p:cNvPr id="143" name="Freeform 119">
              <a:extLst>
                <a:ext uri="{FF2B5EF4-FFF2-40B4-BE49-F238E27FC236}">
                  <a16:creationId xmlns:a16="http://schemas.microsoft.com/office/drawing/2014/main" id="{08EC9FA8-5313-C2C6-9C60-80F45C9143DE}"/>
                </a:ext>
              </a:extLst>
            </p:cNvPr>
            <p:cNvSpPr>
              <a:spLocks noChangeArrowheads="1"/>
            </p:cNvSpPr>
            <p:nvPr/>
          </p:nvSpPr>
          <p:spPr bwMode="auto">
            <a:xfrm>
              <a:off x="550863" y="6032500"/>
              <a:ext cx="255587"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5 w 708"/>
                <a:gd name="T29" fmla="*/ 583 h 709"/>
                <a:gd name="T30" fmla="*/ 31 w 708"/>
                <a:gd name="T31" fmla="*/ 354 h 709"/>
                <a:gd name="T32" fmla="*/ 125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7" y="520"/>
                    <a:pt x="583" y="583"/>
                  </a:cubicBezTo>
                  <a:cubicBezTo>
                    <a:pt x="520" y="647"/>
                    <a:pt x="437" y="679"/>
                    <a:pt x="354" y="679"/>
                  </a:cubicBezTo>
                  <a:cubicBezTo>
                    <a:pt x="271" y="679"/>
                    <a:pt x="188" y="647"/>
                    <a:pt x="125" y="583"/>
                  </a:cubicBezTo>
                  <a:cubicBezTo>
                    <a:pt x="61" y="520"/>
                    <a:pt x="31" y="437"/>
                    <a:pt x="31" y="354"/>
                  </a:cubicBezTo>
                  <a:cubicBezTo>
                    <a:pt x="31" y="271"/>
                    <a:pt x="61" y="188"/>
                    <a:pt x="125" y="125"/>
                  </a:cubicBezTo>
                  <a:cubicBezTo>
                    <a:pt x="188" y="61"/>
                    <a:pt x="271" y="29"/>
                    <a:pt x="354" y="29"/>
                  </a:cubicBezTo>
                  <a:cubicBezTo>
                    <a:pt x="437" y="29"/>
                    <a:pt x="520" y="61"/>
                    <a:pt x="583" y="125"/>
                  </a:cubicBezTo>
                  <a:cubicBezTo>
                    <a:pt x="594" y="115"/>
                    <a:pt x="594" y="115"/>
                    <a:pt x="594" y="115"/>
                  </a:cubicBezTo>
                  <a:cubicBezTo>
                    <a:pt x="583" y="125"/>
                    <a:pt x="583" y="125"/>
                    <a:pt x="583" y="125"/>
                  </a:cubicBezTo>
                  <a:cubicBezTo>
                    <a:pt x="647"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4" name="Freeform 120">
              <a:extLst>
                <a:ext uri="{FF2B5EF4-FFF2-40B4-BE49-F238E27FC236}">
                  <a16:creationId xmlns:a16="http://schemas.microsoft.com/office/drawing/2014/main" id="{67839088-5D94-BD82-6BB1-2EBAC70CEC08}"/>
                </a:ext>
              </a:extLst>
            </p:cNvPr>
            <p:cNvSpPr>
              <a:spLocks noChangeArrowheads="1"/>
            </p:cNvSpPr>
            <p:nvPr/>
          </p:nvSpPr>
          <p:spPr bwMode="auto">
            <a:xfrm>
              <a:off x="592138" y="6073775"/>
              <a:ext cx="169862" cy="180975"/>
            </a:xfrm>
            <a:custGeom>
              <a:avLst/>
              <a:gdLst>
                <a:gd name="T0" fmla="*/ 250 w 472"/>
                <a:gd name="T1" fmla="*/ 225 h 501"/>
                <a:gd name="T2" fmla="*/ 250 w 472"/>
                <a:gd name="T3" fmla="*/ 225 h 501"/>
                <a:gd name="T4" fmla="*/ 250 w 472"/>
                <a:gd name="T5" fmla="*/ 14 h 501"/>
                <a:gd name="T6" fmla="*/ 235 w 472"/>
                <a:gd name="T7" fmla="*/ 0 h 501"/>
                <a:gd name="T8" fmla="*/ 221 w 472"/>
                <a:gd name="T9" fmla="*/ 14 h 501"/>
                <a:gd name="T10" fmla="*/ 221 w 472"/>
                <a:gd name="T11" fmla="*/ 225 h 501"/>
                <a:gd name="T12" fmla="*/ 14 w 472"/>
                <a:gd name="T13" fmla="*/ 225 h 501"/>
                <a:gd name="T14" fmla="*/ 0 w 472"/>
                <a:gd name="T15" fmla="*/ 240 h 501"/>
                <a:gd name="T16" fmla="*/ 14 w 472"/>
                <a:gd name="T17" fmla="*/ 255 h 501"/>
                <a:gd name="T18" fmla="*/ 221 w 472"/>
                <a:gd name="T19" fmla="*/ 255 h 501"/>
                <a:gd name="T20" fmla="*/ 221 w 472"/>
                <a:gd name="T21" fmla="*/ 486 h 501"/>
                <a:gd name="T22" fmla="*/ 235 w 472"/>
                <a:gd name="T23" fmla="*/ 500 h 501"/>
                <a:gd name="T24" fmla="*/ 250 w 472"/>
                <a:gd name="T25" fmla="*/ 486 h 501"/>
                <a:gd name="T26" fmla="*/ 250 w 472"/>
                <a:gd name="T27" fmla="*/ 255 h 501"/>
                <a:gd name="T28" fmla="*/ 456 w 472"/>
                <a:gd name="T29" fmla="*/ 255 h 501"/>
                <a:gd name="T30" fmla="*/ 471 w 472"/>
                <a:gd name="T31" fmla="*/ 240 h 501"/>
                <a:gd name="T32" fmla="*/ 456 w 472"/>
                <a:gd name="T33" fmla="*/ 225 h 501"/>
                <a:gd name="T34" fmla="*/ 250 w 472"/>
                <a:gd name="T35" fmla="*/ 22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501">
                  <a:moveTo>
                    <a:pt x="250" y="225"/>
                  </a:moveTo>
                  <a:lnTo>
                    <a:pt x="250" y="225"/>
                  </a:lnTo>
                  <a:cubicBezTo>
                    <a:pt x="250" y="14"/>
                    <a:pt x="250" y="14"/>
                    <a:pt x="250" y="14"/>
                  </a:cubicBezTo>
                  <a:cubicBezTo>
                    <a:pt x="250" y="7"/>
                    <a:pt x="243" y="0"/>
                    <a:pt x="235" y="0"/>
                  </a:cubicBezTo>
                  <a:cubicBezTo>
                    <a:pt x="227" y="0"/>
                    <a:pt x="221" y="7"/>
                    <a:pt x="221" y="14"/>
                  </a:cubicBezTo>
                  <a:cubicBezTo>
                    <a:pt x="221" y="225"/>
                    <a:pt x="221" y="225"/>
                    <a:pt x="221" y="225"/>
                  </a:cubicBezTo>
                  <a:cubicBezTo>
                    <a:pt x="14" y="225"/>
                    <a:pt x="14" y="225"/>
                    <a:pt x="14" y="225"/>
                  </a:cubicBezTo>
                  <a:cubicBezTo>
                    <a:pt x="6" y="225"/>
                    <a:pt x="0" y="232"/>
                    <a:pt x="0" y="240"/>
                  </a:cubicBezTo>
                  <a:cubicBezTo>
                    <a:pt x="0" y="248"/>
                    <a:pt x="6" y="255"/>
                    <a:pt x="14" y="255"/>
                  </a:cubicBezTo>
                  <a:cubicBezTo>
                    <a:pt x="221" y="255"/>
                    <a:pt x="221" y="255"/>
                    <a:pt x="221" y="255"/>
                  </a:cubicBezTo>
                  <a:cubicBezTo>
                    <a:pt x="221" y="486"/>
                    <a:pt x="221" y="486"/>
                    <a:pt x="221" y="486"/>
                  </a:cubicBezTo>
                  <a:cubicBezTo>
                    <a:pt x="221" y="494"/>
                    <a:pt x="227" y="500"/>
                    <a:pt x="235" y="500"/>
                  </a:cubicBezTo>
                  <a:cubicBezTo>
                    <a:pt x="243" y="500"/>
                    <a:pt x="250" y="494"/>
                    <a:pt x="250" y="486"/>
                  </a:cubicBezTo>
                  <a:cubicBezTo>
                    <a:pt x="250" y="255"/>
                    <a:pt x="250" y="255"/>
                    <a:pt x="250" y="255"/>
                  </a:cubicBezTo>
                  <a:cubicBezTo>
                    <a:pt x="456" y="255"/>
                    <a:pt x="456" y="255"/>
                    <a:pt x="456" y="255"/>
                  </a:cubicBezTo>
                  <a:cubicBezTo>
                    <a:pt x="464" y="255"/>
                    <a:pt x="471" y="248"/>
                    <a:pt x="471" y="240"/>
                  </a:cubicBezTo>
                  <a:cubicBezTo>
                    <a:pt x="471" y="232"/>
                    <a:pt x="464" y="225"/>
                    <a:pt x="456" y="225"/>
                  </a:cubicBezTo>
                  <a:lnTo>
                    <a:pt x="250" y="2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45" name="Group 147">
            <a:extLst>
              <a:ext uri="{FF2B5EF4-FFF2-40B4-BE49-F238E27FC236}">
                <a16:creationId xmlns:a16="http://schemas.microsoft.com/office/drawing/2014/main" id="{AE0AF99A-47AD-6067-AB3D-0C59B359E15A}"/>
              </a:ext>
            </a:extLst>
          </p:cNvPr>
          <p:cNvGrpSpPr/>
          <p:nvPr/>
        </p:nvGrpSpPr>
        <p:grpSpPr>
          <a:xfrm>
            <a:off x="2724670" y="5713040"/>
            <a:ext cx="255588" cy="255588"/>
            <a:chOff x="1568450" y="6032500"/>
            <a:chExt cx="255588" cy="255588"/>
          </a:xfrm>
          <a:solidFill>
            <a:schemeClr val="accent4"/>
          </a:solidFill>
        </p:grpSpPr>
        <p:sp>
          <p:nvSpPr>
            <p:cNvPr id="146" name="Freeform 121">
              <a:extLst>
                <a:ext uri="{FF2B5EF4-FFF2-40B4-BE49-F238E27FC236}">
                  <a16:creationId xmlns:a16="http://schemas.microsoft.com/office/drawing/2014/main" id="{CE5444A3-8DAF-C057-640F-BFDCFCD9F3FD}"/>
                </a:ext>
              </a:extLst>
            </p:cNvPr>
            <p:cNvSpPr>
              <a:spLocks noChangeArrowheads="1"/>
            </p:cNvSpPr>
            <p:nvPr/>
          </p:nvSpPr>
          <p:spPr bwMode="auto">
            <a:xfrm>
              <a:off x="1568450" y="6032500"/>
              <a:ext cx="255588" cy="255588"/>
            </a:xfrm>
            <a:custGeom>
              <a:avLst/>
              <a:gdLst>
                <a:gd name="T0" fmla="*/ 604 w 708"/>
                <a:gd name="T1" fmla="*/ 104 h 709"/>
                <a:gd name="T2" fmla="*/ 604 w 708"/>
                <a:gd name="T3" fmla="*/ 104 h 709"/>
                <a:gd name="T4" fmla="*/ 354 w 708"/>
                <a:gd name="T5" fmla="*/ 0 h 709"/>
                <a:gd name="T6" fmla="*/ 104 w 708"/>
                <a:gd name="T7" fmla="*/ 104 h 709"/>
                <a:gd name="T8" fmla="*/ 0 w 708"/>
                <a:gd name="T9" fmla="*/ 354 h 709"/>
                <a:gd name="T10" fmla="*/ 104 w 708"/>
                <a:gd name="T11" fmla="*/ 604 h 709"/>
                <a:gd name="T12" fmla="*/ 354 w 708"/>
                <a:gd name="T13" fmla="*/ 708 h 709"/>
                <a:gd name="T14" fmla="*/ 604 w 708"/>
                <a:gd name="T15" fmla="*/ 604 h 709"/>
                <a:gd name="T16" fmla="*/ 707 w 708"/>
                <a:gd name="T17" fmla="*/ 354 h 709"/>
                <a:gd name="T18" fmla="*/ 604 w 708"/>
                <a:gd name="T19" fmla="*/ 104 h 709"/>
                <a:gd name="T20" fmla="*/ 678 w 708"/>
                <a:gd name="T21" fmla="*/ 354 h 709"/>
                <a:gd name="T22" fmla="*/ 678 w 708"/>
                <a:gd name="T23" fmla="*/ 354 h 709"/>
                <a:gd name="T24" fmla="*/ 583 w 708"/>
                <a:gd name="T25" fmla="*/ 583 h 709"/>
                <a:gd name="T26" fmla="*/ 354 w 708"/>
                <a:gd name="T27" fmla="*/ 679 h 709"/>
                <a:gd name="T28" fmla="*/ 124 w 708"/>
                <a:gd name="T29" fmla="*/ 583 h 709"/>
                <a:gd name="T30" fmla="*/ 30 w 708"/>
                <a:gd name="T31" fmla="*/ 354 h 709"/>
                <a:gd name="T32" fmla="*/ 124 w 708"/>
                <a:gd name="T33" fmla="*/ 125 h 709"/>
                <a:gd name="T34" fmla="*/ 354 w 708"/>
                <a:gd name="T35" fmla="*/ 29 h 709"/>
                <a:gd name="T36" fmla="*/ 583 w 708"/>
                <a:gd name="T37" fmla="*/ 125 h 709"/>
                <a:gd name="T38" fmla="*/ 594 w 708"/>
                <a:gd name="T39" fmla="*/ 115 h 709"/>
                <a:gd name="T40" fmla="*/ 583 w 708"/>
                <a:gd name="T41" fmla="*/ 125 h 709"/>
                <a:gd name="T42" fmla="*/ 678 w 708"/>
                <a:gd name="T43" fmla="*/ 35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08" h="709">
                  <a:moveTo>
                    <a:pt x="604" y="104"/>
                  </a:moveTo>
                  <a:lnTo>
                    <a:pt x="604" y="104"/>
                  </a:lnTo>
                  <a:cubicBezTo>
                    <a:pt x="535" y="35"/>
                    <a:pt x="445" y="0"/>
                    <a:pt x="354" y="0"/>
                  </a:cubicBezTo>
                  <a:cubicBezTo>
                    <a:pt x="264" y="0"/>
                    <a:pt x="173" y="35"/>
                    <a:pt x="104" y="104"/>
                  </a:cubicBezTo>
                  <a:cubicBezTo>
                    <a:pt x="35" y="173"/>
                    <a:pt x="0" y="264"/>
                    <a:pt x="0" y="354"/>
                  </a:cubicBezTo>
                  <a:cubicBezTo>
                    <a:pt x="0" y="445"/>
                    <a:pt x="35" y="535"/>
                    <a:pt x="104" y="604"/>
                  </a:cubicBezTo>
                  <a:cubicBezTo>
                    <a:pt x="173" y="673"/>
                    <a:pt x="264" y="708"/>
                    <a:pt x="354" y="708"/>
                  </a:cubicBezTo>
                  <a:cubicBezTo>
                    <a:pt x="445" y="708"/>
                    <a:pt x="535" y="673"/>
                    <a:pt x="604" y="604"/>
                  </a:cubicBezTo>
                  <a:cubicBezTo>
                    <a:pt x="673" y="535"/>
                    <a:pt x="707" y="445"/>
                    <a:pt x="707" y="354"/>
                  </a:cubicBezTo>
                  <a:cubicBezTo>
                    <a:pt x="707" y="264"/>
                    <a:pt x="673" y="173"/>
                    <a:pt x="604" y="104"/>
                  </a:cubicBezTo>
                  <a:close/>
                  <a:moveTo>
                    <a:pt x="678" y="354"/>
                  </a:moveTo>
                  <a:lnTo>
                    <a:pt x="678" y="354"/>
                  </a:lnTo>
                  <a:cubicBezTo>
                    <a:pt x="678" y="437"/>
                    <a:pt x="646" y="520"/>
                    <a:pt x="583" y="583"/>
                  </a:cubicBezTo>
                  <a:cubicBezTo>
                    <a:pt x="519" y="647"/>
                    <a:pt x="436" y="679"/>
                    <a:pt x="354" y="679"/>
                  </a:cubicBezTo>
                  <a:cubicBezTo>
                    <a:pt x="271" y="679"/>
                    <a:pt x="188" y="647"/>
                    <a:pt x="124" y="583"/>
                  </a:cubicBezTo>
                  <a:cubicBezTo>
                    <a:pt x="61" y="520"/>
                    <a:pt x="30" y="437"/>
                    <a:pt x="30" y="354"/>
                  </a:cubicBezTo>
                  <a:cubicBezTo>
                    <a:pt x="30" y="271"/>
                    <a:pt x="61" y="188"/>
                    <a:pt x="124" y="125"/>
                  </a:cubicBezTo>
                  <a:cubicBezTo>
                    <a:pt x="188" y="61"/>
                    <a:pt x="271" y="29"/>
                    <a:pt x="354" y="29"/>
                  </a:cubicBezTo>
                  <a:cubicBezTo>
                    <a:pt x="436" y="29"/>
                    <a:pt x="519" y="61"/>
                    <a:pt x="583" y="125"/>
                  </a:cubicBezTo>
                  <a:cubicBezTo>
                    <a:pt x="594" y="115"/>
                    <a:pt x="594" y="115"/>
                    <a:pt x="594" y="115"/>
                  </a:cubicBezTo>
                  <a:cubicBezTo>
                    <a:pt x="583" y="125"/>
                    <a:pt x="583" y="125"/>
                    <a:pt x="583" y="125"/>
                  </a:cubicBezTo>
                  <a:cubicBezTo>
                    <a:pt x="646" y="188"/>
                    <a:pt x="678" y="271"/>
                    <a:pt x="678" y="3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47" name="Freeform 122">
              <a:extLst>
                <a:ext uri="{FF2B5EF4-FFF2-40B4-BE49-F238E27FC236}">
                  <a16:creationId xmlns:a16="http://schemas.microsoft.com/office/drawing/2014/main" id="{7F9D84C3-84E4-A816-BAE6-EE9593762CAB}"/>
                </a:ext>
              </a:extLst>
            </p:cNvPr>
            <p:cNvSpPr>
              <a:spLocks noChangeArrowheads="1"/>
            </p:cNvSpPr>
            <p:nvPr/>
          </p:nvSpPr>
          <p:spPr bwMode="auto">
            <a:xfrm>
              <a:off x="1611313" y="6161088"/>
              <a:ext cx="169862" cy="11112"/>
            </a:xfrm>
            <a:custGeom>
              <a:avLst/>
              <a:gdLst>
                <a:gd name="T0" fmla="*/ 14 w 472"/>
                <a:gd name="T1" fmla="*/ 0 h 30"/>
                <a:gd name="T2" fmla="*/ 14 w 472"/>
                <a:gd name="T3" fmla="*/ 0 h 30"/>
                <a:gd name="T4" fmla="*/ 0 w 472"/>
                <a:gd name="T5" fmla="*/ 15 h 30"/>
                <a:gd name="T6" fmla="*/ 14 w 472"/>
                <a:gd name="T7" fmla="*/ 29 h 30"/>
                <a:gd name="T8" fmla="*/ 456 w 472"/>
                <a:gd name="T9" fmla="*/ 29 h 30"/>
                <a:gd name="T10" fmla="*/ 471 w 472"/>
                <a:gd name="T11" fmla="*/ 15 h 30"/>
                <a:gd name="T12" fmla="*/ 456 w 472"/>
                <a:gd name="T13" fmla="*/ 0 h 30"/>
                <a:gd name="T14" fmla="*/ 14 w 472"/>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2" h="30">
                  <a:moveTo>
                    <a:pt x="14" y="0"/>
                  </a:moveTo>
                  <a:lnTo>
                    <a:pt x="14" y="0"/>
                  </a:lnTo>
                  <a:cubicBezTo>
                    <a:pt x="5" y="0"/>
                    <a:pt x="0" y="7"/>
                    <a:pt x="0" y="15"/>
                  </a:cubicBezTo>
                  <a:cubicBezTo>
                    <a:pt x="0" y="24"/>
                    <a:pt x="5" y="29"/>
                    <a:pt x="14" y="29"/>
                  </a:cubicBezTo>
                  <a:cubicBezTo>
                    <a:pt x="456" y="29"/>
                    <a:pt x="456" y="29"/>
                    <a:pt x="456" y="29"/>
                  </a:cubicBezTo>
                  <a:cubicBezTo>
                    <a:pt x="464" y="29"/>
                    <a:pt x="471" y="24"/>
                    <a:pt x="471" y="15"/>
                  </a:cubicBezTo>
                  <a:cubicBezTo>
                    <a:pt x="471" y="7"/>
                    <a:pt x="464" y="0"/>
                    <a:pt x="456"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148" name="Freeform 123">
            <a:extLst>
              <a:ext uri="{FF2B5EF4-FFF2-40B4-BE49-F238E27FC236}">
                <a16:creationId xmlns:a16="http://schemas.microsoft.com/office/drawing/2014/main" id="{386B3E37-0219-D6B4-E94E-D295654C63FB}"/>
              </a:ext>
            </a:extLst>
          </p:cNvPr>
          <p:cNvSpPr>
            <a:spLocks noChangeArrowheads="1"/>
          </p:cNvSpPr>
          <p:nvPr/>
        </p:nvSpPr>
        <p:spPr bwMode="auto">
          <a:xfrm>
            <a:off x="2240483" y="5240759"/>
            <a:ext cx="206375" cy="171450"/>
          </a:xfrm>
          <a:custGeom>
            <a:avLst/>
            <a:gdLst>
              <a:gd name="T0" fmla="*/ 451 w 573"/>
              <a:gd name="T1" fmla="*/ 4 h 478"/>
              <a:gd name="T2" fmla="*/ 451 w 573"/>
              <a:gd name="T3" fmla="*/ 4 h 478"/>
              <a:gd name="T4" fmla="*/ 430 w 573"/>
              <a:gd name="T5" fmla="*/ 8 h 478"/>
              <a:gd name="T6" fmla="*/ 286 w 573"/>
              <a:gd name="T7" fmla="*/ 213 h 478"/>
              <a:gd name="T8" fmla="*/ 144 w 573"/>
              <a:gd name="T9" fmla="*/ 8 h 478"/>
              <a:gd name="T10" fmla="*/ 123 w 573"/>
              <a:gd name="T11" fmla="*/ 4 h 478"/>
              <a:gd name="T12" fmla="*/ 119 w 573"/>
              <a:gd name="T13" fmla="*/ 25 h 478"/>
              <a:gd name="T14" fmla="*/ 259 w 573"/>
              <a:gd name="T15" fmla="*/ 224 h 478"/>
              <a:gd name="T16" fmla="*/ 16 w 573"/>
              <a:gd name="T17" fmla="*/ 224 h 478"/>
              <a:gd name="T18" fmla="*/ 0 w 573"/>
              <a:gd name="T19" fmla="*/ 238 h 478"/>
              <a:gd name="T20" fmla="*/ 16 w 573"/>
              <a:gd name="T21" fmla="*/ 253 h 478"/>
              <a:gd name="T22" fmla="*/ 259 w 573"/>
              <a:gd name="T23" fmla="*/ 253 h 478"/>
              <a:gd name="T24" fmla="*/ 119 w 573"/>
              <a:gd name="T25" fmla="*/ 452 h 478"/>
              <a:gd name="T26" fmla="*/ 123 w 573"/>
              <a:gd name="T27" fmla="*/ 473 h 478"/>
              <a:gd name="T28" fmla="*/ 144 w 573"/>
              <a:gd name="T29" fmla="*/ 468 h 478"/>
              <a:gd name="T30" fmla="*/ 286 w 573"/>
              <a:gd name="T31" fmla="*/ 264 h 478"/>
              <a:gd name="T32" fmla="*/ 430 w 573"/>
              <a:gd name="T33" fmla="*/ 468 h 478"/>
              <a:gd name="T34" fmla="*/ 451 w 573"/>
              <a:gd name="T35" fmla="*/ 473 h 478"/>
              <a:gd name="T36" fmla="*/ 453 w 573"/>
              <a:gd name="T37" fmla="*/ 452 h 478"/>
              <a:gd name="T38" fmla="*/ 315 w 573"/>
              <a:gd name="T39" fmla="*/ 253 h 478"/>
              <a:gd name="T40" fmla="*/ 557 w 573"/>
              <a:gd name="T41" fmla="*/ 253 h 478"/>
              <a:gd name="T42" fmla="*/ 572 w 573"/>
              <a:gd name="T43" fmla="*/ 238 h 478"/>
              <a:gd name="T44" fmla="*/ 557 w 573"/>
              <a:gd name="T45" fmla="*/ 224 h 478"/>
              <a:gd name="T46" fmla="*/ 315 w 573"/>
              <a:gd name="T47" fmla="*/ 224 h 478"/>
              <a:gd name="T48" fmla="*/ 453 w 573"/>
              <a:gd name="T49" fmla="*/ 25 h 478"/>
              <a:gd name="T50" fmla="*/ 451 w 573"/>
              <a:gd name="T51" fmla="*/ 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73" h="478">
                <a:moveTo>
                  <a:pt x="451" y="4"/>
                </a:moveTo>
                <a:lnTo>
                  <a:pt x="451" y="4"/>
                </a:lnTo>
                <a:cubicBezTo>
                  <a:pt x="444" y="0"/>
                  <a:pt x="434" y="2"/>
                  <a:pt x="430" y="8"/>
                </a:cubicBezTo>
                <a:cubicBezTo>
                  <a:pt x="286" y="213"/>
                  <a:pt x="286" y="213"/>
                  <a:pt x="286" y="213"/>
                </a:cubicBezTo>
                <a:cubicBezTo>
                  <a:pt x="144" y="8"/>
                  <a:pt x="144" y="8"/>
                  <a:pt x="144" y="8"/>
                </a:cubicBezTo>
                <a:cubicBezTo>
                  <a:pt x="138" y="2"/>
                  <a:pt x="129" y="0"/>
                  <a:pt x="123" y="4"/>
                </a:cubicBezTo>
                <a:cubicBezTo>
                  <a:pt x="116" y="8"/>
                  <a:pt x="115" y="18"/>
                  <a:pt x="119" y="25"/>
                </a:cubicBezTo>
                <a:cubicBezTo>
                  <a:pt x="259" y="224"/>
                  <a:pt x="259" y="224"/>
                  <a:pt x="259" y="224"/>
                </a:cubicBezTo>
                <a:cubicBezTo>
                  <a:pt x="16" y="224"/>
                  <a:pt x="16" y="224"/>
                  <a:pt x="16" y="224"/>
                </a:cubicBezTo>
                <a:cubicBezTo>
                  <a:pt x="7" y="224"/>
                  <a:pt x="0" y="231"/>
                  <a:pt x="0" y="238"/>
                </a:cubicBezTo>
                <a:cubicBezTo>
                  <a:pt x="0" y="246"/>
                  <a:pt x="7" y="253"/>
                  <a:pt x="16" y="253"/>
                </a:cubicBezTo>
                <a:cubicBezTo>
                  <a:pt x="259" y="253"/>
                  <a:pt x="259" y="253"/>
                  <a:pt x="259" y="253"/>
                </a:cubicBezTo>
                <a:cubicBezTo>
                  <a:pt x="119" y="452"/>
                  <a:pt x="119" y="452"/>
                  <a:pt x="119" y="452"/>
                </a:cubicBezTo>
                <a:cubicBezTo>
                  <a:pt x="115" y="459"/>
                  <a:pt x="116" y="467"/>
                  <a:pt x="123" y="473"/>
                </a:cubicBezTo>
                <a:cubicBezTo>
                  <a:pt x="129" y="477"/>
                  <a:pt x="138" y="475"/>
                  <a:pt x="144" y="468"/>
                </a:cubicBezTo>
                <a:cubicBezTo>
                  <a:pt x="286" y="264"/>
                  <a:pt x="286" y="264"/>
                  <a:pt x="286" y="264"/>
                </a:cubicBezTo>
                <a:cubicBezTo>
                  <a:pt x="430" y="468"/>
                  <a:pt x="430" y="468"/>
                  <a:pt x="430" y="468"/>
                </a:cubicBezTo>
                <a:cubicBezTo>
                  <a:pt x="434" y="475"/>
                  <a:pt x="444" y="477"/>
                  <a:pt x="451" y="473"/>
                </a:cubicBezTo>
                <a:cubicBezTo>
                  <a:pt x="458" y="467"/>
                  <a:pt x="459" y="459"/>
                  <a:pt x="453" y="452"/>
                </a:cubicBezTo>
                <a:cubicBezTo>
                  <a:pt x="315" y="253"/>
                  <a:pt x="315" y="253"/>
                  <a:pt x="315" y="253"/>
                </a:cubicBezTo>
                <a:cubicBezTo>
                  <a:pt x="557" y="253"/>
                  <a:pt x="557" y="253"/>
                  <a:pt x="557" y="253"/>
                </a:cubicBezTo>
                <a:cubicBezTo>
                  <a:pt x="565" y="253"/>
                  <a:pt x="572" y="246"/>
                  <a:pt x="572" y="238"/>
                </a:cubicBezTo>
                <a:cubicBezTo>
                  <a:pt x="572" y="231"/>
                  <a:pt x="565" y="224"/>
                  <a:pt x="557" y="224"/>
                </a:cubicBezTo>
                <a:cubicBezTo>
                  <a:pt x="315" y="224"/>
                  <a:pt x="315" y="224"/>
                  <a:pt x="315" y="224"/>
                </a:cubicBezTo>
                <a:cubicBezTo>
                  <a:pt x="453" y="25"/>
                  <a:pt x="453" y="25"/>
                  <a:pt x="453" y="25"/>
                </a:cubicBezTo>
                <a:cubicBezTo>
                  <a:pt x="459" y="18"/>
                  <a:pt x="458" y="8"/>
                  <a:pt x="451" y="4"/>
                </a:cubicBezTo>
              </a:path>
            </a:pathLst>
          </a:custGeom>
          <a:solidFill>
            <a:schemeClr val="accent4"/>
          </a:solidFill>
          <a:ln>
            <a:noFill/>
          </a:ln>
          <a:effectLst/>
        </p:spPr>
        <p:txBody>
          <a:bodyPr wrap="none" anchor="ctr"/>
          <a:lstStyle/>
          <a:p>
            <a:endParaRPr lang="da-DK">
              <a:solidFill>
                <a:schemeClr val="tx2"/>
              </a:solidFill>
            </a:endParaRPr>
          </a:p>
        </p:txBody>
      </p:sp>
      <p:grpSp>
        <p:nvGrpSpPr>
          <p:cNvPr id="149" name="Group 151">
            <a:extLst>
              <a:ext uri="{FF2B5EF4-FFF2-40B4-BE49-F238E27FC236}">
                <a16:creationId xmlns:a16="http://schemas.microsoft.com/office/drawing/2014/main" id="{1BCC9BCB-F9BA-A70A-FAF1-2124BB167FDE}"/>
              </a:ext>
            </a:extLst>
          </p:cNvPr>
          <p:cNvGrpSpPr/>
          <p:nvPr/>
        </p:nvGrpSpPr>
        <p:grpSpPr>
          <a:xfrm>
            <a:off x="2756420" y="6228978"/>
            <a:ext cx="200025" cy="252413"/>
            <a:chOff x="1600200" y="6543675"/>
            <a:chExt cx="200025" cy="252413"/>
          </a:xfrm>
          <a:solidFill>
            <a:schemeClr val="accent4"/>
          </a:solidFill>
        </p:grpSpPr>
        <p:sp>
          <p:nvSpPr>
            <p:cNvPr id="150" name="Freeform 124">
              <a:extLst>
                <a:ext uri="{FF2B5EF4-FFF2-40B4-BE49-F238E27FC236}">
                  <a16:creationId xmlns:a16="http://schemas.microsoft.com/office/drawing/2014/main" id="{7AD6650B-C6E1-10CD-0BCE-29874C231D56}"/>
                </a:ext>
              </a:extLst>
            </p:cNvPr>
            <p:cNvSpPr>
              <a:spLocks noChangeArrowheads="1"/>
            </p:cNvSpPr>
            <p:nvPr/>
          </p:nvSpPr>
          <p:spPr bwMode="auto">
            <a:xfrm>
              <a:off x="1697038" y="65436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1" name="Freeform 125">
              <a:extLst>
                <a:ext uri="{FF2B5EF4-FFF2-40B4-BE49-F238E27FC236}">
                  <a16:creationId xmlns:a16="http://schemas.microsoft.com/office/drawing/2014/main" id="{E66359C7-4073-DBEA-E4D2-B0D7CF5054ED}"/>
                </a:ext>
              </a:extLst>
            </p:cNvPr>
            <p:cNvSpPr>
              <a:spLocks noChangeArrowheads="1"/>
            </p:cNvSpPr>
            <p:nvPr/>
          </p:nvSpPr>
          <p:spPr bwMode="auto">
            <a:xfrm>
              <a:off x="1600200" y="6543675"/>
              <a:ext cx="200025" cy="252413"/>
            </a:xfrm>
            <a:custGeom>
              <a:avLst/>
              <a:gdLst>
                <a:gd name="T0" fmla="*/ 525 w 557"/>
                <a:gd name="T1" fmla="*/ 441 h 703"/>
                <a:gd name="T2" fmla="*/ 480 w 557"/>
                <a:gd name="T3" fmla="*/ 381 h 703"/>
                <a:gd name="T4" fmla="*/ 471 w 557"/>
                <a:gd name="T5" fmla="*/ 245 h 703"/>
                <a:gd name="T6" fmla="*/ 362 w 557"/>
                <a:gd name="T7" fmla="*/ 22 h 703"/>
                <a:gd name="T8" fmla="*/ 268 w 557"/>
                <a:gd name="T9" fmla="*/ 0 h 703"/>
                <a:gd name="T10" fmla="*/ 87 w 557"/>
                <a:gd name="T11" fmla="*/ 202 h 703"/>
                <a:gd name="T12" fmla="*/ 77 w 557"/>
                <a:gd name="T13" fmla="*/ 381 h 703"/>
                <a:gd name="T14" fmla="*/ 33 w 557"/>
                <a:gd name="T15" fmla="*/ 441 h 703"/>
                <a:gd name="T16" fmla="*/ 0 w 557"/>
                <a:gd name="T17" fmla="*/ 533 h 703"/>
                <a:gd name="T18" fmla="*/ 45 w 557"/>
                <a:gd name="T19" fmla="*/ 614 h 703"/>
                <a:gd name="T20" fmla="*/ 206 w 557"/>
                <a:gd name="T21" fmla="*/ 629 h 703"/>
                <a:gd name="T22" fmla="*/ 352 w 557"/>
                <a:gd name="T23" fmla="*/ 629 h 703"/>
                <a:gd name="T24" fmla="*/ 512 w 557"/>
                <a:gd name="T25" fmla="*/ 614 h 703"/>
                <a:gd name="T26" fmla="*/ 556 w 557"/>
                <a:gd name="T27" fmla="*/ 533 h 703"/>
                <a:gd name="T28" fmla="*/ 525 w 557"/>
                <a:gd name="T29" fmla="*/ 441 h 703"/>
                <a:gd name="T30" fmla="*/ 323 w 557"/>
                <a:gd name="T31" fmla="*/ 629 h 703"/>
                <a:gd name="T32" fmla="*/ 235 w 557"/>
                <a:gd name="T33" fmla="*/ 629 h 703"/>
                <a:gd name="T34" fmla="*/ 323 w 557"/>
                <a:gd name="T35" fmla="*/ 614 h 703"/>
                <a:gd name="T36" fmla="*/ 526 w 557"/>
                <a:gd name="T37" fmla="*/ 571 h 703"/>
                <a:gd name="T38" fmla="*/ 512 w 557"/>
                <a:gd name="T39" fmla="*/ 585 h 703"/>
                <a:gd name="T40" fmla="*/ 279 w 557"/>
                <a:gd name="T41" fmla="*/ 585 h 703"/>
                <a:gd name="T42" fmla="*/ 45 w 557"/>
                <a:gd name="T43" fmla="*/ 585 h 703"/>
                <a:gd name="T44" fmla="*/ 30 w 557"/>
                <a:gd name="T45" fmla="*/ 533 h 703"/>
                <a:gd name="T46" fmla="*/ 54 w 557"/>
                <a:gd name="T47" fmla="*/ 462 h 703"/>
                <a:gd name="T48" fmla="*/ 103 w 557"/>
                <a:gd name="T49" fmla="*/ 394 h 703"/>
                <a:gd name="T50" fmla="*/ 117 w 557"/>
                <a:gd name="T51" fmla="*/ 202 h 703"/>
                <a:gd name="T52" fmla="*/ 269 w 557"/>
                <a:gd name="T53" fmla="*/ 29 h 703"/>
                <a:gd name="T54" fmla="*/ 279 w 557"/>
                <a:gd name="T55" fmla="*/ 29 h 703"/>
                <a:gd name="T56" fmla="*/ 416 w 557"/>
                <a:gd name="T57" fmla="*/ 132 h 703"/>
                <a:gd name="T58" fmla="*/ 440 w 557"/>
                <a:gd name="T59" fmla="*/ 333 h 703"/>
                <a:gd name="T60" fmla="*/ 504 w 557"/>
                <a:gd name="T61" fmla="*/ 462 h 703"/>
                <a:gd name="T62" fmla="*/ 504 w 557"/>
                <a:gd name="T63" fmla="*/ 462 h 703"/>
                <a:gd name="T64" fmla="*/ 527 w 557"/>
                <a:gd name="T65" fmla="*/ 53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57" h="703">
                  <a:moveTo>
                    <a:pt x="525" y="441"/>
                  </a:moveTo>
                  <a:lnTo>
                    <a:pt x="525" y="441"/>
                  </a:lnTo>
                  <a:lnTo>
                    <a:pt x="525" y="441"/>
                  </a:lnTo>
                  <a:cubicBezTo>
                    <a:pt x="503" y="419"/>
                    <a:pt x="489" y="399"/>
                    <a:pt x="480" y="381"/>
                  </a:cubicBezTo>
                  <a:cubicBezTo>
                    <a:pt x="472" y="364"/>
                    <a:pt x="471" y="348"/>
                    <a:pt x="471" y="333"/>
                  </a:cubicBezTo>
                  <a:cubicBezTo>
                    <a:pt x="471" y="245"/>
                    <a:pt x="471" y="245"/>
                    <a:pt x="471" y="245"/>
                  </a:cubicBezTo>
                  <a:cubicBezTo>
                    <a:pt x="471" y="188"/>
                    <a:pt x="454" y="129"/>
                    <a:pt x="421" y="82"/>
                  </a:cubicBezTo>
                  <a:cubicBezTo>
                    <a:pt x="406" y="58"/>
                    <a:pt x="385" y="38"/>
                    <a:pt x="362" y="22"/>
                  </a:cubicBezTo>
                  <a:cubicBezTo>
                    <a:pt x="338" y="9"/>
                    <a:pt x="309" y="0"/>
                    <a:pt x="279" y="0"/>
                  </a:cubicBezTo>
                  <a:cubicBezTo>
                    <a:pt x="275" y="0"/>
                    <a:pt x="272" y="0"/>
                    <a:pt x="268" y="0"/>
                  </a:cubicBezTo>
                  <a:cubicBezTo>
                    <a:pt x="215" y="3"/>
                    <a:pt x="171" y="28"/>
                    <a:pt x="138" y="65"/>
                  </a:cubicBezTo>
                  <a:cubicBezTo>
                    <a:pt x="106" y="103"/>
                    <a:pt x="87" y="151"/>
                    <a:pt x="87" y="202"/>
                  </a:cubicBezTo>
                  <a:cubicBezTo>
                    <a:pt x="87" y="333"/>
                    <a:pt x="87" y="333"/>
                    <a:pt x="87" y="333"/>
                  </a:cubicBezTo>
                  <a:cubicBezTo>
                    <a:pt x="87" y="348"/>
                    <a:pt x="84" y="364"/>
                    <a:pt x="77" y="381"/>
                  </a:cubicBezTo>
                  <a:cubicBezTo>
                    <a:pt x="69" y="399"/>
                    <a:pt x="55" y="419"/>
                    <a:pt x="33" y="441"/>
                  </a:cubicBezTo>
                  <a:lnTo>
                    <a:pt x="33" y="441"/>
                  </a:lnTo>
                  <a:cubicBezTo>
                    <a:pt x="21" y="453"/>
                    <a:pt x="11" y="467"/>
                    <a:pt x="7" y="482"/>
                  </a:cubicBezTo>
                  <a:cubicBezTo>
                    <a:pt x="1" y="498"/>
                    <a:pt x="0" y="514"/>
                    <a:pt x="0" y="533"/>
                  </a:cubicBezTo>
                  <a:cubicBezTo>
                    <a:pt x="0" y="544"/>
                    <a:pt x="1" y="557"/>
                    <a:pt x="1" y="571"/>
                  </a:cubicBezTo>
                  <a:cubicBezTo>
                    <a:pt x="3" y="594"/>
                    <a:pt x="22" y="614"/>
                    <a:pt x="45" y="614"/>
                  </a:cubicBezTo>
                  <a:cubicBezTo>
                    <a:pt x="206" y="614"/>
                    <a:pt x="206" y="614"/>
                    <a:pt x="206" y="614"/>
                  </a:cubicBezTo>
                  <a:cubicBezTo>
                    <a:pt x="206" y="629"/>
                    <a:pt x="206" y="629"/>
                    <a:pt x="206" y="629"/>
                  </a:cubicBezTo>
                  <a:cubicBezTo>
                    <a:pt x="206" y="669"/>
                    <a:pt x="237" y="702"/>
                    <a:pt x="279" y="702"/>
                  </a:cubicBezTo>
                  <a:cubicBezTo>
                    <a:pt x="319" y="702"/>
                    <a:pt x="352" y="669"/>
                    <a:pt x="352" y="629"/>
                  </a:cubicBezTo>
                  <a:cubicBezTo>
                    <a:pt x="352" y="614"/>
                    <a:pt x="352" y="614"/>
                    <a:pt x="352" y="614"/>
                  </a:cubicBezTo>
                  <a:cubicBezTo>
                    <a:pt x="512" y="614"/>
                    <a:pt x="512" y="614"/>
                    <a:pt x="512" y="614"/>
                  </a:cubicBezTo>
                  <a:cubicBezTo>
                    <a:pt x="536" y="614"/>
                    <a:pt x="555" y="594"/>
                    <a:pt x="556" y="571"/>
                  </a:cubicBezTo>
                  <a:cubicBezTo>
                    <a:pt x="556" y="557"/>
                    <a:pt x="556" y="544"/>
                    <a:pt x="556" y="533"/>
                  </a:cubicBezTo>
                  <a:cubicBezTo>
                    <a:pt x="556" y="514"/>
                    <a:pt x="555" y="498"/>
                    <a:pt x="551" y="482"/>
                  </a:cubicBezTo>
                  <a:cubicBezTo>
                    <a:pt x="545" y="467"/>
                    <a:pt x="537" y="453"/>
                    <a:pt x="525" y="441"/>
                  </a:cubicBezTo>
                  <a:close/>
                  <a:moveTo>
                    <a:pt x="323" y="629"/>
                  </a:moveTo>
                  <a:lnTo>
                    <a:pt x="323" y="629"/>
                  </a:lnTo>
                  <a:cubicBezTo>
                    <a:pt x="323" y="652"/>
                    <a:pt x="304" y="673"/>
                    <a:pt x="279" y="673"/>
                  </a:cubicBezTo>
                  <a:cubicBezTo>
                    <a:pt x="254" y="673"/>
                    <a:pt x="235" y="652"/>
                    <a:pt x="235" y="629"/>
                  </a:cubicBezTo>
                  <a:cubicBezTo>
                    <a:pt x="235" y="614"/>
                    <a:pt x="235" y="614"/>
                    <a:pt x="235" y="614"/>
                  </a:cubicBezTo>
                  <a:cubicBezTo>
                    <a:pt x="323" y="614"/>
                    <a:pt x="323" y="614"/>
                    <a:pt x="323" y="614"/>
                  </a:cubicBezTo>
                  <a:lnTo>
                    <a:pt x="323" y="629"/>
                  </a:lnTo>
                  <a:close/>
                  <a:moveTo>
                    <a:pt x="526" y="571"/>
                  </a:moveTo>
                  <a:lnTo>
                    <a:pt x="526" y="571"/>
                  </a:lnTo>
                  <a:cubicBezTo>
                    <a:pt x="526" y="578"/>
                    <a:pt x="519" y="585"/>
                    <a:pt x="512" y="585"/>
                  </a:cubicBezTo>
                  <a:cubicBezTo>
                    <a:pt x="338" y="585"/>
                    <a:pt x="338" y="585"/>
                    <a:pt x="338" y="585"/>
                  </a:cubicBezTo>
                  <a:cubicBezTo>
                    <a:pt x="279" y="585"/>
                    <a:pt x="279" y="585"/>
                    <a:pt x="279" y="585"/>
                  </a:cubicBezTo>
                  <a:cubicBezTo>
                    <a:pt x="219" y="585"/>
                    <a:pt x="219" y="585"/>
                    <a:pt x="219" y="585"/>
                  </a:cubicBezTo>
                  <a:cubicBezTo>
                    <a:pt x="45" y="585"/>
                    <a:pt x="45" y="585"/>
                    <a:pt x="45" y="585"/>
                  </a:cubicBezTo>
                  <a:cubicBezTo>
                    <a:pt x="38" y="585"/>
                    <a:pt x="32" y="578"/>
                    <a:pt x="32" y="571"/>
                  </a:cubicBezTo>
                  <a:cubicBezTo>
                    <a:pt x="30" y="556"/>
                    <a:pt x="30" y="543"/>
                    <a:pt x="30" y="533"/>
                  </a:cubicBezTo>
                  <a:cubicBezTo>
                    <a:pt x="30" y="515"/>
                    <a:pt x="32" y="503"/>
                    <a:pt x="34" y="492"/>
                  </a:cubicBezTo>
                  <a:cubicBezTo>
                    <a:pt x="38" y="481"/>
                    <a:pt x="44" y="473"/>
                    <a:pt x="54" y="462"/>
                  </a:cubicBezTo>
                  <a:lnTo>
                    <a:pt x="54" y="462"/>
                  </a:lnTo>
                  <a:cubicBezTo>
                    <a:pt x="77" y="438"/>
                    <a:pt x="94" y="415"/>
                    <a:pt x="103" y="394"/>
                  </a:cubicBezTo>
                  <a:cubicBezTo>
                    <a:pt x="113" y="372"/>
                    <a:pt x="117" y="352"/>
                    <a:pt x="117" y="333"/>
                  </a:cubicBezTo>
                  <a:cubicBezTo>
                    <a:pt x="117" y="202"/>
                    <a:pt x="117" y="202"/>
                    <a:pt x="117" y="202"/>
                  </a:cubicBezTo>
                  <a:cubicBezTo>
                    <a:pt x="117" y="158"/>
                    <a:pt x="134" y="116"/>
                    <a:pt x="160" y="85"/>
                  </a:cubicBezTo>
                  <a:cubicBezTo>
                    <a:pt x="188" y="53"/>
                    <a:pt x="226" y="32"/>
                    <a:pt x="269" y="29"/>
                  </a:cubicBezTo>
                  <a:lnTo>
                    <a:pt x="269" y="29"/>
                  </a:lnTo>
                  <a:cubicBezTo>
                    <a:pt x="273" y="29"/>
                    <a:pt x="276" y="29"/>
                    <a:pt x="279" y="29"/>
                  </a:cubicBezTo>
                  <a:cubicBezTo>
                    <a:pt x="304" y="29"/>
                    <a:pt x="327" y="36"/>
                    <a:pt x="346" y="49"/>
                  </a:cubicBezTo>
                  <a:cubicBezTo>
                    <a:pt x="375" y="65"/>
                    <a:pt x="400" y="96"/>
                    <a:pt x="416" y="132"/>
                  </a:cubicBezTo>
                  <a:cubicBezTo>
                    <a:pt x="432" y="166"/>
                    <a:pt x="440" y="207"/>
                    <a:pt x="440" y="245"/>
                  </a:cubicBezTo>
                  <a:cubicBezTo>
                    <a:pt x="440" y="333"/>
                    <a:pt x="440" y="333"/>
                    <a:pt x="440" y="333"/>
                  </a:cubicBezTo>
                  <a:cubicBezTo>
                    <a:pt x="440" y="352"/>
                    <a:pt x="445" y="372"/>
                    <a:pt x="454" y="394"/>
                  </a:cubicBezTo>
                  <a:cubicBezTo>
                    <a:pt x="464" y="415"/>
                    <a:pt x="479" y="438"/>
                    <a:pt x="504" y="462"/>
                  </a:cubicBezTo>
                  <a:cubicBezTo>
                    <a:pt x="515" y="452"/>
                    <a:pt x="515" y="452"/>
                    <a:pt x="515" y="452"/>
                  </a:cubicBezTo>
                  <a:cubicBezTo>
                    <a:pt x="504" y="462"/>
                    <a:pt x="504" y="462"/>
                    <a:pt x="504" y="462"/>
                  </a:cubicBezTo>
                  <a:cubicBezTo>
                    <a:pt x="514" y="473"/>
                    <a:pt x="519" y="481"/>
                    <a:pt x="523" y="492"/>
                  </a:cubicBezTo>
                  <a:cubicBezTo>
                    <a:pt x="526" y="503"/>
                    <a:pt x="527" y="515"/>
                    <a:pt x="527" y="533"/>
                  </a:cubicBezTo>
                  <a:cubicBezTo>
                    <a:pt x="527" y="543"/>
                    <a:pt x="527" y="556"/>
                    <a:pt x="526" y="5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2" name="Group 154">
            <a:extLst>
              <a:ext uri="{FF2B5EF4-FFF2-40B4-BE49-F238E27FC236}">
                <a16:creationId xmlns:a16="http://schemas.microsoft.com/office/drawing/2014/main" id="{67C956CB-104D-B7E3-83D3-DEBD0CC65D32}"/>
              </a:ext>
            </a:extLst>
          </p:cNvPr>
          <p:cNvGrpSpPr/>
          <p:nvPr/>
        </p:nvGrpSpPr>
        <p:grpSpPr>
          <a:xfrm>
            <a:off x="1197495" y="6227391"/>
            <a:ext cx="255588" cy="255587"/>
            <a:chOff x="41275" y="6542088"/>
            <a:chExt cx="255588" cy="255587"/>
          </a:xfrm>
          <a:solidFill>
            <a:schemeClr val="accent4"/>
          </a:solidFill>
        </p:grpSpPr>
        <p:sp>
          <p:nvSpPr>
            <p:cNvPr id="153" name="Freeform 126">
              <a:extLst>
                <a:ext uri="{FF2B5EF4-FFF2-40B4-BE49-F238E27FC236}">
                  <a16:creationId xmlns:a16="http://schemas.microsoft.com/office/drawing/2014/main" id="{110998CE-5D96-3D42-2722-6B3361A353C8}"/>
                </a:ext>
              </a:extLst>
            </p:cNvPr>
            <p:cNvSpPr>
              <a:spLocks noChangeArrowheads="1"/>
            </p:cNvSpPr>
            <p:nvPr/>
          </p:nvSpPr>
          <p:spPr bwMode="auto">
            <a:xfrm>
              <a:off x="41275" y="6542088"/>
              <a:ext cx="106363" cy="106362"/>
            </a:xfrm>
            <a:custGeom>
              <a:avLst/>
              <a:gdLst>
                <a:gd name="T0" fmla="*/ 280 w 296"/>
                <a:gd name="T1" fmla="*/ 0 h 295"/>
                <a:gd name="T2" fmla="*/ 280 w 296"/>
                <a:gd name="T3" fmla="*/ 0 h 295"/>
                <a:gd name="T4" fmla="*/ 15 w 296"/>
                <a:gd name="T5" fmla="*/ 0 h 295"/>
                <a:gd name="T6" fmla="*/ 10 w 296"/>
                <a:gd name="T7" fmla="*/ 1 h 295"/>
                <a:gd name="T8" fmla="*/ 4 w 296"/>
                <a:gd name="T9" fmla="*/ 4 h 295"/>
                <a:gd name="T10" fmla="*/ 1 w 296"/>
                <a:gd name="T11" fmla="*/ 9 h 295"/>
                <a:gd name="T12" fmla="*/ 0 w 296"/>
                <a:gd name="T13" fmla="*/ 15 h 295"/>
                <a:gd name="T14" fmla="*/ 0 w 296"/>
                <a:gd name="T15" fmla="*/ 15 h 295"/>
                <a:gd name="T16" fmla="*/ 0 w 296"/>
                <a:gd name="T17" fmla="*/ 280 h 295"/>
                <a:gd name="T18" fmla="*/ 15 w 296"/>
                <a:gd name="T19" fmla="*/ 294 h 295"/>
                <a:gd name="T20" fmla="*/ 30 w 296"/>
                <a:gd name="T21" fmla="*/ 280 h 295"/>
                <a:gd name="T22" fmla="*/ 30 w 296"/>
                <a:gd name="T23" fmla="*/ 49 h 295"/>
                <a:gd name="T24" fmla="*/ 240 w 296"/>
                <a:gd name="T25" fmla="*/ 261 h 295"/>
                <a:gd name="T26" fmla="*/ 261 w 296"/>
                <a:gd name="T27" fmla="*/ 261 h 295"/>
                <a:gd name="T28" fmla="*/ 261 w 296"/>
                <a:gd name="T29" fmla="*/ 240 h 295"/>
                <a:gd name="T30" fmla="*/ 51 w 296"/>
                <a:gd name="T31" fmla="*/ 29 h 295"/>
                <a:gd name="T32" fmla="*/ 280 w 296"/>
                <a:gd name="T33" fmla="*/ 29 h 295"/>
                <a:gd name="T34" fmla="*/ 295 w 296"/>
                <a:gd name="T35" fmla="*/ 15 h 295"/>
                <a:gd name="T36" fmla="*/ 280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0" y="0"/>
                  </a:moveTo>
                  <a:lnTo>
                    <a:pt x="280" y="0"/>
                  </a:lnTo>
                  <a:cubicBezTo>
                    <a:pt x="15" y="0"/>
                    <a:pt x="15" y="0"/>
                    <a:pt x="15" y="0"/>
                  </a:cubicBezTo>
                  <a:cubicBezTo>
                    <a:pt x="14" y="0"/>
                    <a:pt x="11" y="0"/>
                    <a:pt x="10" y="1"/>
                  </a:cubicBezTo>
                  <a:cubicBezTo>
                    <a:pt x="8" y="1"/>
                    <a:pt x="5" y="3"/>
                    <a:pt x="4" y="4"/>
                  </a:cubicBezTo>
                  <a:cubicBezTo>
                    <a:pt x="3" y="5"/>
                    <a:pt x="3" y="7"/>
                    <a:pt x="1" y="9"/>
                  </a:cubicBezTo>
                  <a:cubicBezTo>
                    <a:pt x="1" y="11"/>
                    <a:pt x="0" y="12"/>
                    <a:pt x="0" y="15"/>
                  </a:cubicBezTo>
                  <a:lnTo>
                    <a:pt x="0" y="15"/>
                  </a:lnTo>
                  <a:cubicBezTo>
                    <a:pt x="0" y="280"/>
                    <a:pt x="0" y="280"/>
                    <a:pt x="0" y="280"/>
                  </a:cubicBezTo>
                  <a:cubicBezTo>
                    <a:pt x="0" y="288"/>
                    <a:pt x="7" y="294"/>
                    <a:pt x="15" y="294"/>
                  </a:cubicBezTo>
                  <a:cubicBezTo>
                    <a:pt x="23" y="294"/>
                    <a:pt x="30" y="288"/>
                    <a:pt x="30" y="280"/>
                  </a:cubicBezTo>
                  <a:cubicBezTo>
                    <a:pt x="30" y="49"/>
                    <a:pt x="30" y="49"/>
                    <a:pt x="30" y="49"/>
                  </a:cubicBezTo>
                  <a:cubicBezTo>
                    <a:pt x="240" y="261"/>
                    <a:pt x="240" y="261"/>
                    <a:pt x="240" y="261"/>
                  </a:cubicBezTo>
                  <a:cubicBezTo>
                    <a:pt x="246" y="266"/>
                    <a:pt x="255" y="266"/>
                    <a:pt x="261" y="261"/>
                  </a:cubicBezTo>
                  <a:cubicBezTo>
                    <a:pt x="266" y="255"/>
                    <a:pt x="266" y="246"/>
                    <a:pt x="261" y="240"/>
                  </a:cubicBezTo>
                  <a:cubicBezTo>
                    <a:pt x="51" y="29"/>
                    <a:pt x="51" y="29"/>
                    <a:pt x="51" y="29"/>
                  </a:cubicBezTo>
                  <a:cubicBezTo>
                    <a:pt x="280" y="29"/>
                    <a:pt x="280" y="29"/>
                    <a:pt x="280" y="29"/>
                  </a:cubicBezTo>
                  <a:cubicBezTo>
                    <a:pt x="289" y="29"/>
                    <a:pt x="295" y="23"/>
                    <a:pt x="295" y="15"/>
                  </a:cubicBezTo>
                  <a:cubicBezTo>
                    <a:pt x="295" y="7"/>
                    <a:pt x="289"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4" name="Freeform 127">
              <a:extLst>
                <a:ext uri="{FF2B5EF4-FFF2-40B4-BE49-F238E27FC236}">
                  <a16:creationId xmlns:a16="http://schemas.microsoft.com/office/drawing/2014/main" id="{F3C745FC-04F7-233F-1154-9A29695BA1E7}"/>
                </a:ext>
              </a:extLst>
            </p:cNvPr>
            <p:cNvSpPr>
              <a:spLocks noChangeArrowheads="1"/>
            </p:cNvSpPr>
            <p:nvPr/>
          </p:nvSpPr>
          <p:spPr bwMode="auto">
            <a:xfrm>
              <a:off x="190500" y="6691313"/>
              <a:ext cx="106363" cy="106362"/>
            </a:xfrm>
            <a:custGeom>
              <a:avLst/>
              <a:gdLst>
                <a:gd name="T0" fmla="*/ 280 w 295"/>
                <a:gd name="T1" fmla="*/ 0 h 295"/>
                <a:gd name="T2" fmla="*/ 280 w 295"/>
                <a:gd name="T3" fmla="*/ 0 h 295"/>
                <a:gd name="T4" fmla="*/ 265 w 295"/>
                <a:gd name="T5" fmla="*/ 14 h 295"/>
                <a:gd name="T6" fmla="*/ 265 w 295"/>
                <a:gd name="T7" fmla="*/ 244 h 295"/>
                <a:gd name="T8" fmla="*/ 54 w 295"/>
                <a:gd name="T9" fmla="*/ 33 h 295"/>
                <a:gd name="T10" fmla="*/ 33 w 295"/>
                <a:gd name="T11" fmla="*/ 33 h 295"/>
                <a:gd name="T12" fmla="*/ 33 w 295"/>
                <a:gd name="T13" fmla="*/ 54 h 295"/>
                <a:gd name="T14" fmla="*/ 244 w 295"/>
                <a:gd name="T15" fmla="*/ 265 h 295"/>
                <a:gd name="T16" fmla="*/ 15 w 295"/>
                <a:gd name="T17" fmla="*/ 265 h 295"/>
                <a:gd name="T18" fmla="*/ 0 w 295"/>
                <a:gd name="T19" fmla="*/ 279 h 295"/>
                <a:gd name="T20" fmla="*/ 15 w 295"/>
                <a:gd name="T21" fmla="*/ 294 h 295"/>
                <a:gd name="T22" fmla="*/ 280 w 295"/>
                <a:gd name="T23" fmla="*/ 294 h 295"/>
                <a:gd name="T24" fmla="*/ 286 w 295"/>
                <a:gd name="T25" fmla="*/ 293 h 295"/>
                <a:gd name="T26" fmla="*/ 290 w 295"/>
                <a:gd name="T27" fmla="*/ 290 h 295"/>
                <a:gd name="T28" fmla="*/ 293 w 295"/>
                <a:gd name="T29" fmla="*/ 284 h 295"/>
                <a:gd name="T30" fmla="*/ 294 w 295"/>
                <a:gd name="T31" fmla="*/ 279 h 295"/>
                <a:gd name="T32" fmla="*/ 294 w 295"/>
                <a:gd name="T33" fmla="*/ 279 h 295"/>
                <a:gd name="T34" fmla="*/ 294 w 295"/>
                <a:gd name="T35" fmla="*/ 14 h 295"/>
                <a:gd name="T36" fmla="*/ 280 w 295"/>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5" h="295">
                  <a:moveTo>
                    <a:pt x="280" y="0"/>
                  </a:moveTo>
                  <a:lnTo>
                    <a:pt x="280" y="0"/>
                  </a:lnTo>
                  <a:cubicBezTo>
                    <a:pt x="272" y="0"/>
                    <a:pt x="265" y="7"/>
                    <a:pt x="265" y="14"/>
                  </a:cubicBezTo>
                  <a:cubicBezTo>
                    <a:pt x="265" y="244"/>
                    <a:pt x="265" y="244"/>
                    <a:pt x="265" y="244"/>
                  </a:cubicBezTo>
                  <a:cubicBezTo>
                    <a:pt x="54" y="33"/>
                    <a:pt x="54" y="33"/>
                    <a:pt x="54" y="33"/>
                  </a:cubicBezTo>
                  <a:cubicBezTo>
                    <a:pt x="48" y="27"/>
                    <a:pt x="40" y="27"/>
                    <a:pt x="33" y="33"/>
                  </a:cubicBezTo>
                  <a:cubicBezTo>
                    <a:pt x="28" y="38"/>
                    <a:pt x="28" y="48"/>
                    <a:pt x="33" y="54"/>
                  </a:cubicBezTo>
                  <a:cubicBezTo>
                    <a:pt x="244" y="265"/>
                    <a:pt x="244" y="265"/>
                    <a:pt x="244" y="265"/>
                  </a:cubicBezTo>
                  <a:cubicBezTo>
                    <a:pt x="15" y="265"/>
                    <a:pt x="15" y="265"/>
                    <a:pt x="15" y="265"/>
                  </a:cubicBezTo>
                  <a:cubicBezTo>
                    <a:pt x="7" y="265"/>
                    <a:pt x="0" y="272"/>
                    <a:pt x="0" y="279"/>
                  </a:cubicBezTo>
                  <a:cubicBezTo>
                    <a:pt x="0" y="287"/>
                    <a:pt x="7" y="294"/>
                    <a:pt x="15" y="294"/>
                  </a:cubicBezTo>
                  <a:cubicBezTo>
                    <a:pt x="280" y="294"/>
                    <a:pt x="280" y="294"/>
                    <a:pt x="280" y="294"/>
                  </a:cubicBezTo>
                  <a:cubicBezTo>
                    <a:pt x="282" y="294"/>
                    <a:pt x="283" y="294"/>
                    <a:pt x="286" y="293"/>
                  </a:cubicBezTo>
                  <a:cubicBezTo>
                    <a:pt x="287" y="293"/>
                    <a:pt x="289" y="291"/>
                    <a:pt x="290" y="290"/>
                  </a:cubicBezTo>
                  <a:cubicBezTo>
                    <a:pt x="291" y="288"/>
                    <a:pt x="293" y="287"/>
                    <a:pt x="293" y="284"/>
                  </a:cubicBezTo>
                  <a:cubicBezTo>
                    <a:pt x="294" y="283"/>
                    <a:pt x="294" y="281"/>
                    <a:pt x="294" y="279"/>
                  </a:cubicBezTo>
                  <a:lnTo>
                    <a:pt x="294" y="279"/>
                  </a:lnTo>
                  <a:cubicBezTo>
                    <a:pt x="294" y="14"/>
                    <a:pt x="294" y="14"/>
                    <a:pt x="294" y="14"/>
                  </a:cubicBezTo>
                  <a:cubicBezTo>
                    <a:pt x="294" y="7"/>
                    <a:pt x="287" y="0"/>
                    <a:pt x="28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5" name="Freeform 128">
              <a:extLst>
                <a:ext uri="{FF2B5EF4-FFF2-40B4-BE49-F238E27FC236}">
                  <a16:creationId xmlns:a16="http://schemas.microsoft.com/office/drawing/2014/main" id="{B2CED5AD-E3F5-EA11-F2A9-055BCAC85454}"/>
                </a:ext>
              </a:extLst>
            </p:cNvPr>
            <p:cNvSpPr>
              <a:spLocks noChangeArrowheads="1"/>
            </p:cNvSpPr>
            <p:nvPr/>
          </p:nvSpPr>
          <p:spPr bwMode="auto">
            <a:xfrm>
              <a:off x="190500" y="6564313"/>
              <a:ext cx="85725" cy="85725"/>
            </a:xfrm>
            <a:custGeom>
              <a:avLst/>
              <a:gdLst>
                <a:gd name="T0" fmla="*/ 221 w 237"/>
                <a:gd name="T1" fmla="*/ 235 h 236"/>
                <a:gd name="T2" fmla="*/ 221 w 237"/>
                <a:gd name="T3" fmla="*/ 235 h 236"/>
                <a:gd name="T4" fmla="*/ 236 w 237"/>
                <a:gd name="T5" fmla="*/ 221 h 236"/>
                <a:gd name="T6" fmla="*/ 236 w 237"/>
                <a:gd name="T7" fmla="*/ 14 h 236"/>
                <a:gd name="T8" fmla="*/ 231 w 237"/>
                <a:gd name="T9" fmla="*/ 4 h 236"/>
                <a:gd name="T10" fmla="*/ 221 w 237"/>
                <a:gd name="T11" fmla="*/ 0 h 236"/>
                <a:gd name="T12" fmla="*/ 15 w 237"/>
                <a:gd name="T13" fmla="*/ 0 h 236"/>
                <a:gd name="T14" fmla="*/ 0 w 237"/>
                <a:gd name="T15" fmla="*/ 14 h 236"/>
                <a:gd name="T16" fmla="*/ 15 w 237"/>
                <a:gd name="T17" fmla="*/ 29 h 236"/>
                <a:gd name="T18" fmla="*/ 15 w 237"/>
                <a:gd name="T19" fmla="*/ 29 h 236"/>
                <a:gd name="T20" fmla="*/ 206 w 237"/>
                <a:gd name="T21" fmla="*/ 29 h 236"/>
                <a:gd name="T22" fmla="*/ 206 w 237"/>
                <a:gd name="T23" fmla="*/ 221 h 236"/>
                <a:gd name="T24" fmla="*/ 221 w 237"/>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35"/>
                  </a:moveTo>
                  <a:lnTo>
                    <a:pt x="221" y="235"/>
                  </a:lnTo>
                  <a:cubicBezTo>
                    <a:pt x="229" y="235"/>
                    <a:pt x="236" y="229"/>
                    <a:pt x="236" y="221"/>
                  </a:cubicBezTo>
                  <a:cubicBezTo>
                    <a:pt x="236" y="14"/>
                    <a:pt x="236" y="14"/>
                    <a:pt x="236" y="14"/>
                  </a:cubicBezTo>
                  <a:cubicBezTo>
                    <a:pt x="236" y="11"/>
                    <a:pt x="233" y="7"/>
                    <a:pt x="231" y="4"/>
                  </a:cubicBezTo>
                  <a:cubicBezTo>
                    <a:pt x="228" y="2"/>
                    <a:pt x="225" y="0"/>
                    <a:pt x="221" y="0"/>
                  </a:cubicBezTo>
                  <a:cubicBezTo>
                    <a:pt x="15" y="0"/>
                    <a:pt x="15" y="0"/>
                    <a:pt x="15" y="0"/>
                  </a:cubicBezTo>
                  <a:cubicBezTo>
                    <a:pt x="7" y="0"/>
                    <a:pt x="0" y="7"/>
                    <a:pt x="0" y="14"/>
                  </a:cubicBezTo>
                  <a:cubicBezTo>
                    <a:pt x="0" y="22"/>
                    <a:pt x="7" y="29"/>
                    <a:pt x="15" y="29"/>
                  </a:cubicBezTo>
                  <a:lnTo>
                    <a:pt x="15"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6" name="Freeform 129">
              <a:extLst>
                <a:ext uri="{FF2B5EF4-FFF2-40B4-BE49-F238E27FC236}">
                  <a16:creationId xmlns:a16="http://schemas.microsoft.com/office/drawing/2014/main" id="{22244F23-F9D7-B04E-5B33-37161C348CCD}"/>
                </a:ext>
              </a:extLst>
            </p:cNvPr>
            <p:cNvSpPr>
              <a:spLocks noChangeArrowheads="1"/>
            </p:cNvSpPr>
            <p:nvPr/>
          </p:nvSpPr>
          <p:spPr bwMode="auto">
            <a:xfrm>
              <a:off x="61913"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2" y="228"/>
                    <a:pt x="4" y="230"/>
                  </a:cubicBezTo>
                  <a:cubicBezTo>
                    <a:pt x="7" y="233"/>
                    <a:pt x="11" y="235"/>
                    <a:pt x="15" y="235"/>
                  </a:cubicBezTo>
                  <a:cubicBezTo>
                    <a:pt x="221" y="235"/>
                    <a:pt x="221" y="235"/>
                    <a:pt x="221" y="235"/>
                  </a:cubicBezTo>
                  <a:cubicBezTo>
                    <a:pt x="230" y="235"/>
                    <a:pt x="236" y="229"/>
                    <a:pt x="236" y="221"/>
                  </a:cubicBezTo>
                  <a:cubicBezTo>
                    <a:pt x="236" y="212"/>
                    <a:pt x="230"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57" name="Group 159">
            <a:extLst>
              <a:ext uri="{FF2B5EF4-FFF2-40B4-BE49-F238E27FC236}">
                <a16:creationId xmlns:a16="http://schemas.microsoft.com/office/drawing/2014/main" id="{778A24AB-0473-2942-8425-F08B499C8CE5}"/>
              </a:ext>
            </a:extLst>
          </p:cNvPr>
          <p:cNvGrpSpPr/>
          <p:nvPr/>
        </p:nvGrpSpPr>
        <p:grpSpPr>
          <a:xfrm>
            <a:off x="3234258" y="6227391"/>
            <a:ext cx="254000" cy="255587"/>
            <a:chOff x="2078038" y="6542088"/>
            <a:chExt cx="254000" cy="255587"/>
          </a:xfrm>
          <a:solidFill>
            <a:schemeClr val="accent4"/>
          </a:solidFill>
        </p:grpSpPr>
        <p:sp>
          <p:nvSpPr>
            <p:cNvPr id="158" name="Freeform 130">
              <a:extLst>
                <a:ext uri="{FF2B5EF4-FFF2-40B4-BE49-F238E27FC236}">
                  <a16:creationId xmlns:a16="http://schemas.microsoft.com/office/drawing/2014/main" id="{F03B7BEC-C7AD-D772-A5BB-855735D4FFE9}"/>
                </a:ext>
              </a:extLst>
            </p:cNvPr>
            <p:cNvSpPr>
              <a:spLocks noChangeArrowheads="1"/>
            </p:cNvSpPr>
            <p:nvPr/>
          </p:nvSpPr>
          <p:spPr bwMode="auto">
            <a:xfrm>
              <a:off x="2225675" y="6564313"/>
              <a:ext cx="85725" cy="85725"/>
            </a:xfrm>
            <a:custGeom>
              <a:avLst/>
              <a:gdLst>
                <a:gd name="T0" fmla="*/ 221 w 238"/>
                <a:gd name="T1" fmla="*/ 235 h 236"/>
                <a:gd name="T2" fmla="*/ 221 w 238"/>
                <a:gd name="T3" fmla="*/ 235 h 236"/>
                <a:gd name="T4" fmla="*/ 237 w 238"/>
                <a:gd name="T5" fmla="*/ 221 h 236"/>
                <a:gd name="T6" fmla="*/ 237 w 238"/>
                <a:gd name="T7" fmla="*/ 14 h 236"/>
                <a:gd name="T8" fmla="*/ 231 w 238"/>
                <a:gd name="T9" fmla="*/ 4 h 236"/>
                <a:gd name="T10" fmla="*/ 221 w 238"/>
                <a:gd name="T11" fmla="*/ 0 h 236"/>
                <a:gd name="T12" fmla="*/ 16 w 238"/>
                <a:gd name="T13" fmla="*/ 0 h 236"/>
                <a:gd name="T14" fmla="*/ 0 w 238"/>
                <a:gd name="T15" fmla="*/ 14 h 236"/>
                <a:gd name="T16" fmla="*/ 16 w 238"/>
                <a:gd name="T17" fmla="*/ 29 h 236"/>
                <a:gd name="T18" fmla="*/ 16 w 238"/>
                <a:gd name="T19" fmla="*/ 29 h 236"/>
                <a:gd name="T20" fmla="*/ 206 w 238"/>
                <a:gd name="T21" fmla="*/ 29 h 236"/>
                <a:gd name="T22" fmla="*/ 206 w 238"/>
                <a:gd name="T23" fmla="*/ 221 h 236"/>
                <a:gd name="T24" fmla="*/ 221 w 238"/>
                <a:gd name="T25" fmla="*/ 235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8" h="236">
                  <a:moveTo>
                    <a:pt x="221" y="235"/>
                  </a:moveTo>
                  <a:lnTo>
                    <a:pt x="221" y="235"/>
                  </a:lnTo>
                  <a:cubicBezTo>
                    <a:pt x="230" y="235"/>
                    <a:pt x="237" y="229"/>
                    <a:pt x="237" y="221"/>
                  </a:cubicBezTo>
                  <a:cubicBezTo>
                    <a:pt x="237" y="14"/>
                    <a:pt x="237" y="14"/>
                    <a:pt x="237" y="14"/>
                  </a:cubicBezTo>
                  <a:cubicBezTo>
                    <a:pt x="237" y="11"/>
                    <a:pt x="234" y="7"/>
                    <a:pt x="231" y="4"/>
                  </a:cubicBezTo>
                  <a:cubicBezTo>
                    <a:pt x="228" y="2"/>
                    <a:pt x="225" y="0"/>
                    <a:pt x="221" y="0"/>
                  </a:cubicBezTo>
                  <a:cubicBezTo>
                    <a:pt x="16" y="0"/>
                    <a:pt x="16" y="0"/>
                    <a:pt x="16" y="0"/>
                  </a:cubicBezTo>
                  <a:cubicBezTo>
                    <a:pt x="7" y="0"/>
                    <a:pt x="0" y="7"/>
                    <a:pt x="0" y="14"/>
                  </a:cubicBezTo>
                  <a:cubicBezTo>
                    <a:pt x="0" y="22"/>
                    <a:pt x="7" y="29"/>
                    <a:pt x="16" y="29"/>
                  </a:cubicBezTo>
                  <a:lnTo>
                    <a:pt x="16" y="29"/>
                  </a:lnTo>
                  <a:cubicBezTo>
                    <a:pt x="206" y="29"/>
                    <a:pt x="206" y="29"/>
                    <a:pt x="206" y="29"/>
                  </a:cubicBezTo>
                  <a:cubicBezTo>
                    <a:pt x="206" y="221"/>
                    <a:pt x="206" y="221"/>
                    <a:pt x="206" y="221"/>
                  </a:cubicBezTo>
                  <a:cubicBezTo>
                    <a:pt x="206" y="229"/>
                    <a:pt x="213" y="235"/>
                    <a:pt x="221" y="2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59" name="Freeform 131">
              <a:extLst>
                <a:ext uri="{FF2B5EF4-FFF2-40B4-BE49-F238E27FC236}">
                  <a16:creationId xmlns:a16="http://schemas.microsoft.com/office/drawing/2014/main" id="{35E21008-B5BA-CE5B-1FBA-E1D68A23C316}"/>
                </a:ext>
              </a:extLst>
            </p:cNvPr>
            <p:cNvSpPr>
              <a:spLocks noChangeArrowheads="1"/>
            </p:cNvSpPr>
            <p:nvPr/>
          </p:nvSpPr>
          <p:spPr bwMode="auto">
            <a:xfrm>
              <a:off x="2098675" y="6691313"/>
              <a:ext cx="85725" cy="85725"/>
            </a:xfrm>
            <a:custGeom>
              <a:avLst/>
              <a:gdLst>
                <a:gd name="T0" fmla="*/ 221 w 237"/>
                <a:gd name="T1" fmla="*/ 206 h 236"/>
                <a:gd name="T2" fmla="*/ 221 w 237"/>
                <a:gd name="T3" fmla="*/ 206 h 236"/>
                <a:gd name="T4" fmla="*/ 221 w 237"/>
                <a:gd name="T5" fmla="*/ 206 h 236"/>
                <a:gd name="T6" fmla="*/ 29 w 237"/>
                <a:gd name="T7" fmla="*/ 206 h 236"/>
                <a:gd name="T8" fmla="*/ 29 w 237"/>
                <a:gd name="T9" fmla="*/ 14 h 236"/>
                <a:gd name="T10" fmla="*/ 15 w 237"/>
                <a:gd name="T11" fmla="*/ 0 h 236"/>
                <a:gd name="T12" fmla="*/ 0 w 237"/>
                <a:gd name="T13" fmla="*/ 14 h 236"/>
                <a:gd name="T14" fmla="*/ 0 w 237"/>
                <a:gd name="T15" fmla="*/ 221 h 236"/>
                <a:gd name="T16" fmla="*/ 4 w 237"/>
                <a:gd name="T17" fmla="*/ 230 h 236"/>
                <a:gd name="T18" fmla="*/ 15 w 237"/>
                <a:gd name="T19" fmla="*/ 235 h 236"/>
                <a:gd name="T20" fmla="*/ 221 w 237"/>
                <a:gd name="T21" fmla="*/ 235 h 236"/>
                <a:gd name="T22" fmla="*/ 236 w 237"/>
                <a:gd name="T23" fmla="*/ 221 h 236"/>
                <a:gd name="T24" fmla="*/ 221 w 237"/>
                <a:gd name="T25" fmla="*/ 206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37" h="236">
                  <a:moveTo>
                    <a:pt x="221" y="206"/>
                  </a:moveTo>
                  <a:lnTo>
                    <a:pt x="221" y="206"/>
                  </a:lnTo>
                  <a:lnTo>
                    <a:pt x="221" y="206"/>
                  </a:lnTo>
                  <a:cubicBezTo>
                    <a:pt x="29" y="206"/>
                    <a:pt x="29" y="206"/>
                    <a:pt x="29" y="206"/>
                  </a:cubicBezTo>
                  <a:cubicBezTo>
                    <a:pt x="29" y="14"/>
                    <a:pt x="29" y="14"/>
                    <a:pt x="29" y="14"/>
                  </a:cubicBezTo>
                  <a:cubicBezTo>
                    <a:pt x="29" y="7"/>
                    <a:pt x="22" y="0"/>
                    <a:pt x="15" y="0"/>
                  </a:cubicBezTo>
                  <a:cubicBezTo>
                    <a:pt x="7" y="0"/>
                    <a:pt x="0" y="7"/>
                    <a:pt x="0" y="14"/>
                  </a:cubicBezTo>
                  <a:cubicBezTo>
                    <a:pt x="0" y="221"/>
                    <a:pt x="0" y="221"/>
                    <a:pt x="0" y="221"/>
                  </a:cubicBezTo>
                  <a:cubicBezTo>
                    <a:pt x="0" y="225"/>
                    <a:pt x="1" y="228"/>
                    <a:pt x="4" y="230"/>
                  </a:cubicBezTo>
                  <a:cubicBezTo>
                    <a:pt x="7" y="233"/>
                    <a:pt x="11" y="235"/>
                    <a:pt x="15" y="235"/>
                  </a:cubicBezTo>
                  <a:cubicBezTo>
                    <a:pt x="221" y="235"/>
                    <a:pt x="221" y="235"/>
                    <a:pt x="221" y="235"/>
                  </a:cubicBezTo>
                  <a:cubicBezTo>
                    <a:pt x="229" y="235"/>
                    <a:pt x="236" y="229"/>
                    <a:pt x="236" y="221"/>
                  </a:cubicBezTo>
                  <a:cubicBezTo>
                    <a:pt x="236" y="212"/>
                    <a:pt x="229" y="206"/>
                    <a:pt x="221"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0" name="Freeform 132">
              <a:extLst>
                <a:ext uri="{FF2B5EF4-FFF2-40B4-BE49-F238E27FC236}">
                  <a16:creationId xmlns:a16="http://schemas.microsoft.com/office/drawing/2014/main" id="{C92819D4-79BE-8D33-13DC-54B287DC6E45}"/>
                </a:ext>
              </a:extLst>
            </p:cNvPr>
            <p:cNvSpPr>
              <a:spLocks noChangeArrowheads="1"/>
            </p:cNvSpPr>
            <p:nvPr/>
          </p:nvSpPr>
          <p:spPr bwMode="auto">
            <a:xfrm>
              <a:off x="2078038" y="6542088"/>
              <a:ext cx="106362" cy="106362"/>
            </a:xfrm>
            <a:custGeom>
              <a:avLst/>
              <a:gdLst>
                <a:gd name="T0" fmla="*/ 281 w 297"/>
                <a:gd name="T1" fmla="*/ 0 h 295"/>
                <a:gd name="T2" fmla="*/ 281 w 297"/>
                <a:gd name="T3" fmla="*/ 0 h 295"/>
                <a:gd name="T4" fmla="*/ 266 w 297"/>
                <a:gd name="T5" fmla="*/ 15 h 295"/>
                <a:gd name="T6" fmla="*/ 266 w 297"/>
                <a:gd name="T7" fmla="*/ 244 h 295"/>
                <a:gd name="T8" fmla="*/ 56 w 297"/>
                <a:gd name="T9" fmla="*/ 34 h 295"/>
                <a:gd name="T10" fmla="*/ 35 w 297"/>
                <a:gd name="T11" fmla="*/ 34 h 295"/>
                <a:gd name="T12" fmla="*/ 35 w 297"/>
                <a:gd name="T13" fmla="*/ 55 h 295"/>
                <a:gd name="T14" fmla="*/ 245 w 297"/>
                <a:gd name="T15" fmla="*/ 265 h 295"/>
                <a:gd name="T16" fmla="*/ 16 w 297"/>
                <a:gd name="T17" fmla="*/ 265 h 295"/>
                <a:gd name="T18" fmla="*/ 0 w 297"/>
                <a:gd name="T19" fmla="*/ 280 h 295"/>
                <a:gd name="T20" fmla="*/ 16 w 297"/>
                <a:gd name="T21" fmla="*/ 294 h 295"/>
                <a:gd name="T22" fmla="*/ 281 w 297"/>
                <a:gd name="T23" fmla="*/ 294 h 295"/>
                <a:gd name="T24" fmla="*/ 286 w 297"/>
                <a:gd name="T25" fmla="*/ 294 h 295"/>
                <a:gd name="T26" fmla="*/ 290 w 297"/>
                <a:gd name="T27" fmla="*/ 290 h 295"/>
                <a:gd name="T28" fmla="*/ 295 w 297"/>
                <a:gd name="T29" fmla="*/ 286 h 295"/>
                <a:gd name="T30" fmla="*/ 296 w 297"/>
                <a:gd name="T31" fmla="*/ 280 h 295"/>
                <a:gd name="T32" fmla="*/ 296 w 297"/>
                <a:gd name="T33" fmla="*/ 280 h 295"/>
                <a:gd name="T34" fmla="*/ 296 w 297"/>
                <a:gd name="T35" fmla="*/ 15 h 295"/>
                <a:gd name="T36" fmla="*/ 281 w 297"/>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7" h="295">
                  <a:moveTo>
                    <a:pt x="281" y="0"/>
                  </a:moveTo>
                  <a:lnTo>
                    <a:pt x="281" y="0"/>
                  </a:lnTo>
                  <a:cubicBezTo>
                    <a:pt x="272" y="0"/>
                    <a:pt x="266" y="7"/>
                    <a:pt x="266" y="15"/>
                  </a:cubicBezTo>
                  <a:cubicBezTo>
                    <a:pt x="266" y="244"/>
                    <a:pt x="266" y="244"/>
                    <a:pt x="266" y="244"/>
                  </a:cubicBezTo>
                  <a:cubicBezTo>
                    <a:pt x="56" y="34"/>
                    <a:pt x="56" y="34"/>
                    <a:pt x="56" y="34"/>
                  </a:cubicBezTo>
                  <a:cubicBezTo>
                    <a:pt x="50" y="27"/>
                    <a:pt x="40" y="27"/>
                    <a:pt x="35" y="34"/>
                  </a:cubicBezTo>
                  <a:cubicBezTo>
                    <a:pt x="29" y="40"/>
                    <a:pt x="29" y="48"/>
                    <a:pt x="35" y="55"/>
                  </a:cubicBezTo>
                  <a:cubicBezTo>
                    <a:pt x="245" y="265"/>
                    <a:pt x="245" y="265"/>
                    <a:pt x="245" y="265"/>
                  </a:cubicBezTo>
                  <a:cubicBezTo>
                    <a:pt x="16" y="265"/>
                    <a:pt x="16" y="265"/>
                    <a:pt x="16" y="265"/>
                  </a:cubicBezTo>
                  <a:cubicBezTo>
                    <a:pt x="7" y="265"/>
                    <a:pt x="0" y="272"/>
                    <a:pt x="0" y="280"/>
                  </a:cubicBezTo>
                  <a:cubicBezTo>
                    <a:pt x="0" y="288"/>
                    <a:pt x="7" y="294"/>
                    <a:pt x="16" y="294"/>
                  </a:cubicBezTo>
                  <a:cubicBezTo>
                    <a:pt x="281" y="294"/>
                    <a:pt x="281" y="294"/>
                    <a:pt x="281" y="294"/>
                  </a:cubicBezTo>
                  <a:cubicBezTo>
                    <a:pt x="282" y="294"/>
                    <a:pt x="285" y="294"/>
                    <a:pt x="286" y="294"/>
                  </a:cubicBezTo>
                  <a:cubicBezTo>
                    <a:pt x="288" y="293"/>
                    <a:pt x="289" y="291"/>
                    <a:pt x="290" y="290"/>
                  </a:cubicBezTo>
                  <a:cubicBezTo>
                    <a:pt x="292" y="288"/>
                    <a:pt x="293" y="287"/>
                    <a:pt x="295" y="286"/>
                  </a:cubicBezTo>
                  <a:cubicBezTo>
                    <a:pt x="295" y="284"/>
                    <a:pt x="296" y="282"/>
                    <a:pt x="296" y="280"/>
                  </a:cubicBezTo>
                  <a:lnTo>
                    <a:pt x="296" y="280"/>
                  </a:lnTo>
                  <a:cubicBezTo>
                    <a:pt x="296" y="15"/>
                    <a:pt x="296" y="15"/>
                    <a:pt x="296" y="15"/>
                  </a:cubicBezTo>
                  <a:cubicBezTo>
                    <a:pt x="296" y="7"/>
                    <a:pt x="289"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1" name="Freeform 133">
              <a:extLst>
                <a:ext uri="{FF2B5EF4-FFF2-40B4-BE49-F238E27FC236}">
                  <a16:creationId xmlns:a16="http://schemas.microsoft.com/office/drawing/2014/main" id="{9788F956-5CE6-6A63-4E5E-6981E91E154F}"/>
                </a:ext>
              </a:extLst>
            </p:cNvPr>
            <p:cNvSpPr>
              <a:spLocks noChangeArrowheads="1"/>
            </p:cNvSpPr>
            <p:nvPr/>
          </p:nvSpPr>
          <p:spPr bwMode="auto">
            <a:xfrm>
              <a:off x="2225675" y="6691313"/>
              <a:ext cx="106363" cy="106362"/>
            </a:xfrm>
            <a:custGeom>
              <a:avLst/>
              <a:gdLst>
                <a:gd name="T0" fmla="*/ 281 w 296"/>
                <a:gd name="T1" fmla="*/ 0 h 295"/>
                <a:gd name="T2" fmla="*/ 281 w 296"/>
                <a:gd name="T3" fmla="*/ 0 h 295"/>
                <a:gd name="T4" fmla="*/ 16 w 296"/>
                <a:gd name="T5" fmla="*/ 0 h 295"/>
                <a:gd name="T6" fmla="*/ 10 w 296"/>
                <a:gd name="T7" fmla="*/ 1 h 295"/>
                <a:gd name="T8" fmla="*/ 4 w 296"/>
                <a:gd name="T9" fmla="*/ 4 h 295"/>
                <a:gd name="T10" fmla="*/ 2 w 296"/>
                <a:gd name="T11" fmla="*/ 8 h 295"/>
                <a:gd name="T12" fmla="*/ 0 w 296"/>
                <a:gd name="T13" fmla="*/ 14 h 295"/>
                <a:gd name="T14" fmla="*/ 0 w 296"/>
                <a:gd name="T15" fmla="*/ 14 h 295"/>
                <a:gd name="T16" fmla="*/ 0 w 296"/>
                <a:gd name="T17" fmla="*/ 279 h 295"/>
                <a:gd name="T18" fmla="*/ 16 w 296"/>
                <a:gd name="T19" fmla="*/ 294 h 295"/>
                <a:gd name="T20" fmla="*/ 29 w 296"/>
                <a:gd name="T21" fmla="*/ 279 h 295"/>
                <a:gd name="T22" fmla="*/ 29 w 296"/>
                <a:gd name="T23" fmla="*/ 49 h 295"/>
                <a:gd name="T24" fmla="*/ 241 w 296"/>
                <a:gd name="T25" fmla="*/ 261 h 295"/>
                <a:gd name="T26" fmla="*/ 261 w 296"/>
                <a:gd name="T27" fmla="*/ 261 h 295"/>
                <a:gd name="T28" fmla="*/ 261 w 296"/>
                <a:gd name="T29" fmla="*/ 240 h 295"/>
                <a:gd name="T30" fmla="*/ 50 w 296"/>
                <a:gd name="T31" fmla="*/ 29 h 295"/>
                <a:gd name="T32" fmla="*/ 281 w 296"/>
                <a:gd name="T33" fmla="*/ 29 h 295"/>
                <a:gd name="T34" fmla="*/ 295 w 296"/>
                <a:gd name="T35" fmla="*/ 14 h 295"/>
                <a:gd name="T36" fmla="*/ 281 w 296"/>
                <a:gd name="T37"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96" h="295">
                  <a:moveTo>
                    <a:pt x="281" y="0"/>
                  </a:moveTo>
                  <a:lnTo>
                    <a:pt x="281" y="0"/>
                  </a:lnTo>
                  <a:cubicBezTo>
                    <a:pt x="16" y="0"/>
                    <a:pt x="16" y="0"/>
                    <a:pt x="16" y="0"/>
                  </a:cubicBezTo>
                  <a:cubicBezTo>
                    <a:pt x="13" y="0"/>
                    <a:pt x="11" y="0"/>
                    <a:pt x="10" y="1"/>
                  </a:cubicBezTo>
                  <a:cubicBezTo>
                    <a:pt x="7" y="1"/>
                    <a:pt x="6" y="3"/>
                    <a:pt x="4" y="4"/>
                  </a:cubicBezTo>
                  <a:cubicBezTo>
                    <a:pt x="3" y="5"/>
                    <a:pt x="2" y="7"/>
                    <a:pt x="2" y="8"/>
                  </a:cubicBezTo>
                  <a:cubicBezTo>
                    <a:pt x="0" y="11"/>
                    <a:pt x="0" y="12"/>
                    <a:pt x="0" y="14"/>
                  </a:cubicBezTo>
                  <a:lnTo>
                    <a:pt x="0" y="14"/>
                  </a:lnTo>
                  <a:cubicBezTo>
                    <a:pt x="0" y="279"/>
                    <a:pt x="0" y="279"/>
                    <a:pt x="0" y="279"/>
                  </a:cubicBezTo>
                  <a:cubicBezTo>
                    <a:pt x="0" y="287"/>
                    <a:pt x="7" y="294"/>
                    <a:pt x="16" y="294"/>
                  </a:cubicBezTo>
                  <a:cubicBezTo>
                    <a:pt x="22" y="294"/>
                    <a:pt x="29" y="287"/>
                    <a:pt x="29" y="279"/>
                  </a:cubicBezTo>
                  <a:cubicBezTo>
                    <a:pt x="29" y="49"/>
                    <a:pt x="29" y="49"/>
                    <a:pt x="29" y="49"/>
                  </a:cubicBezTo>
                  <a:cubicBezTo>
                    <a:pt x="241" y="261"/>
                    <a:pt x="241" y="261"/>
                    <a:pt x="241" y="261"/>
                  </a:cubicBezTo>
                  <a:cubicBezTo>
                    <a:pt x="246" y="266"/>
                    <a:pt x="256" y="266"/>
                    <a:pt x="261" y="261"/>
                  </a:cubicBezTo>
                  <a:cubicBezTo>
                    <a:pt x="267" y="254"/>
                    <a:pt x="267" y="246"/>
                    <a:pt x="261" y="240"/>
                  </a:cubicBezTo>
                  <a:cubicBezTo>
                    <a:pt x="50" y="29"/>
                    <a:pt x="50" y="29"/>
                    <a:pt x="50" y="29"/>
                  </a:cubicBezTo>
                  <a:cubicBezTo>
                    <a:pt x="281" y="29"/>
                    <a:pt x="281" y="29"/>
                    <a:pt x="281" y="29"/>
                  </a:cubicBezTo>
                  <a:cubicBezTo>
                    <a:pt x="288" y="29"/>
                    <a:pt x="295" y="22"/>
                    <a:pt x="295" y="14"/>
                  </a:cubicBezTo>
                  <a:cubicBezTo>
                    <a:pt x="295" y="7"/>
                    <a:pt x="288"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2" name="Group 164">
            <a:extLst>
              <a:ext uri="{FF2B5EF4-FFF2-40B4-BE49-F238E27FC236}">
                <a16:creationId xmlns:a16="http://schemas.microsoft.com/office/drawing/2014/main" id="{8023B6AC-2AA9-9BB4-54C1-985BAD3E5D3A}"/>
              </a:ext>
            </a:extLst>
          </p:cNvPr>
          <p:cNvGrpSpPr/>
          <p:nvPr/>
        </p:nvGrpSpPr>
        <p:grpSpPr>
          <a:xfrm>
            <a:off x="1707083" y="5198690"/>
            <a:ext cx="255587" cy="255588"/>
            <a:chOff x="550863" y="5524500"/>
            <a:chExt cx="255587" cy="255588"/>
          </a:xfrm>
          <a:solidFill>
            <a:schemeClr val="accent4"/>
          </a:solidFill>
        </p:grpSpPr>
        <p:sp>
          <p:nvSpPr>
            <p:cNvPr id="163" name="Freeform 134">
              <a:extLst>
                <a:ext uri="{FF2B5EF4-FFF2-40B4-BE49-F238E27FC236}">
                  <a16:creationId xmlns:a16="http://schemas.microsoft.com/office/drawing/2014/main" id="{AC46ED07-02E1-6FE4-B9B8-BF37EB71E8DD}"/>
                </a:ext>
              </a:extLst>
            </p:cNvPr>
            <p:cNvSpPr>
              <a:spLocks noChangeArrowheads="1"/>
            </p:cNvSpPr>
            <p:nvPr/>
          </p:nvSpPr>
          <p:spPr bwMode="auto">
            <a:xfrm>
              <a:off x="550863" y="5524500"/>
              <a:ext cx="255587" cy="255588"/>
            </a:xfrm>
            <a:custGeom>
              <a:avLst/>
              <a:gdLst>
                <a:gd name="T0" fmla="*/ 0 w 708"/>
                <a:gd name="T1" fmla="*/ 354 h 708"/>
                <a:gd name="T2" fmla="*/ 0 w 708"/>
                <a:gd name="T3" fmla="*/ 354 h 708"/>
                <a:gd name="T4" fmla="*/ 354 w 708"/>
                <a:gd name="T5" fmla="*/ 707 h 708"/>
                <a:gd name="T6" fmla="*/ 707 w 708"/>
                <a:gd name="T7" fmla="*/ 354 h 708"/>
                <a:gd name="T8" fmla="*/ 354 w 708"/>
                <a:gd name="T9" fmla="*/ 0 h 708"/>
                <a:gd name="T10" fmla="*/ 0 w 708"/>
                <a:gd name="T11" fmla="*/ 354 h 708"/>
                <a:gd name="T12" fmla="*/ 354 w 708"/>
                <a:gd name="T13" fmla="*/ 29 h 708"/>
                <a:gd name="T14" fmla="*/ 354 w 708"/>
                <a:gd name="T15" fmla="*/ 29 h 708"/>
                <a:gd name="T16" fmla="*/ 583 w 708"/>
                <a:gd name="T17" fmla="*/ 124 h 708"/>
                <a:gd name="T18" fmla="*/ 678 w 708"/>
                <a:gd name="T19" fmla="*/ 354 h 708"/>
                <a:gd name="T20" fmla="*/ 583 w 708"/>
                <a:gd name="T21" fmla="*/ 583 h 708"/>
                <a:gd name="T22" fmla="*/ 354 w 708"/>
                <a:gd name="T23" fmla="*/ 678 h 708"/>
                <a:gd name="T24" fmla="*/ 125 w 708"/>
                <a:gd name="T25" fmla="*/ 583 h 708"/>
                <a:gd name="T26" fmla="*/ 31 w 708"/>
                <a:gd name="T27" fmla="*/ 354 h 708"/>
                <a:gd name="T28" fmla="*/ 125 w 708"/>
                <a:gd name="T29" fmla="*/ 124 h 708"/>
                <a:gd name="T30" fmla="*/ 354 w 708"/>
                <a:gd name="T31" fmla="*/ 2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8" h="708">
                  <a:moveTo>
                    <a:pt x="0" y="354"/>
                  </a:moveTo>
                  <a:lnTo>
                    <a:pt x="0" y="354"/>
                  </a:lnTo>
                  <a:cubicBezTo>
                    <a:pt x="0" y="548"/>
                    <a:pt x="159" y="707"/>
                    <a:pt x="354" y="707"/>
                  </a:cubicBezTo>
                  <a:cubicBezTo>
                    <a:pt x="550" y="707"/>
                    <a:pt x="707" y="548"/>
                    <a:pt x="707" y="354"/>
                  </a:cubicBezTo>
                  <a:cubicBezTo>
                    <a:pt x="707" y="159"/>
                    <a:pt x="550" y="0"/>
                    <a:pt x="354" y="0"/>
                  </a:cubicBezTo>
                  <a:cubicBezTo>
                    <a:pt x="159" y="0"/>
                    <a:pt x="0" y="159"/>
                    <a:pt x="0" y="354"/>
                  </a:cubicBezTo>
                  <a:close/>
                  <a:moveTo>
                    <a:pt x="354" y="29"/>
                  </a:moveTo>
                  <a:lnTo>
                    <a:pt x="354" y="29"/>
                  </a:lnTo>
                  <a:cubicBezTo>
                    <a:pt x="444" y="29"/>
                    <a:pt x="525" y="66"/>
                    <a:pt x="583" y="124"/>
                  </a:cubicBezTo>
                  <a:cubicBezTo>
                    <a:pt x="643" y="184"/>
                    <a:pt x="678" y="264"/>
                    <a:pt x="678" y="354"/>
                  </a:cubicBezTo>
                  <a:cubicBezTo>
                    <a:pt x="678" y="444"/>
                    <a:pt x="643" y="525"/>
                    <a:pt x="583" y="583"/>
                  </a:cubicBezTo>
                  <a:cubicBezTo>
                    <a:pt x="525" y="641"/>
                    <a:pt x="444" y="678"/>
                    <a:pt x="354" y="678"/>
                  </a:cubicBezTo>
                  <a:cubicBezTo>
                    <a:pt x="264" y="678"/>
                    <a:pt x="184" y="641"/>
                    <a:pt x="125" y="583"/>
                  </a:cubicBezTo>
                  <a:cubicBezTo>
                    <a:pt x="67" y="525"/>
                    <a:pt x="31" y="444"/>
                    <a:pt x="31" y="354"/>
                  </a:cubicBezTo>
                  <a:cubicBezTo>
                    <a:pt x="31" y="264"/>
                    <a:pt x="67" y="184"/>
                    <a:pt x="125" y="124"/>
                  </a:cubicBezTo>
                  <a:cubicBezTo>
                    <a:pt x="184" y="66"/>
                    <a:pt x="264" y="29"/>
                    <a:pt x="35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4" name="Freeform 135">
              <a:extLst>
                <a:ext uri="{FF2B5EF4-FFF2-40B4-BE49-F238E27FC236}">
                  <a16:creationId xmlns:a16="http://schemas.microsoft.com/office/drawing/2014/main" id="{53123AC2-FE9D-4168-8267-3B4AE507FDEA}"/>
                </a:ext>
              </a:extLst>
            </p:cNvPr>
            <p:cNvSpPr>
              <a:spLocks noChangeArrowheads="1"/>
            </p:cNvSpPr>
            <p:nvPr/>
          </p:nvSpPr>
          <p:spPr bwMode="auto">
            <a:xfrm>
              <a:off x="635000" y="5581650"/>
              <a:ext cx="106363" cy="138113"/>
            </a:xfrm>
            <a:custGeom>
              <a:avLst/>
              <a:gdLst>
                <a:gd name="T0" fmla="*/ 9 w 296"/>
                <a:gd name="T1" fmla="*/ 381 h 385"/>
                <a:gd name="T2" fmla="*/ 9 w 296"/>
                <a:gd name="T3" fmla="*/ 381 h 385"/>
                <a:gd name="T4" fmla="*/ 23 w 296"/>
                <a:gd name="T5" fmla="*/ 381 h 385"/>
                <a:gd name="T6" fmla="*/ 288 w 296"/>
                <a:gd name="T7" fmla="*/ 204 h 385"/>
                <a:gd name="T8" fmla="*/ 295 w 296"/>
                <a:gd name="T9" fmla="*/ 192 h 385"/>
                <a:gd name="T10" fmla="*/ 288 w 296"/>
                <a:gd name="T11" fmla="*/ 179 h 385"/>
                <a:gd name="T12" fmla="*/ 23 w 296"/>
                <a:gd name="T13" fmla="*/ 3 h 385"/>
                <a:gd name="T14" fmla="*/ 9 w 296"/>
                <a:gd name="T15" fmla="*/ 3 h 385"/>
                <a:gd name="T16" fmla="*/ 0 w 296"/>
                <a:gd name="T17" fmla="*/ 15 h 385"/>
                <a:gd name="T18" fmla="*/ 0 w 296"/>
                <a:gd name="T19" fmla="*/ 368 h 385"/>
                <a:gd name="T20" fmla="*/ 9 w 296"/>
                <a:gd name="T21" fmla="*/ 381 h 385"/>
                <a:gd name="T22" fmla="*/ 29 w 296"/>
                <a:gd name="T23" fmla="*/ 43 h 385"/>
                <a:gd name="T24" fmla="*/ 29 w 296"/>
                <a:gd name="T25" fmla="*/ 43 h 385"/>
                <a:gd name="T26" fmla="*/ 253 w 296"/>
                <a:gd name="T27" fmla="*/ 192 h 385"/>
                <a:gd name="T28" fmla="*/ 29 w 296"/>
                <a:gd name="T29" fmla="*/ 341 h 385"/>
                <a:gd name="T30" fmla="*/ 29 w 296"/>
                <a:gd name="T31" fmla="*/ 43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385">
                  <a:moveTo>
                    <a:pt x="9" y="381"/>
                  </a:moveTo>
                  <a:lnTo>
                    <a:pt x="9" y="381"/>
                  </a:lnTo>
                  <a:cubicBezTo>
                    <a:pt x="13" y="384"/>
                    <a:pt x="18" y="384"/>
                    <a:pt x="23" y="381"/>
                  </a:cubicBezTo>
                  <a:cubicBezTo>
                    <a:pt x="288" y="204"/>
                    <a:pt x="288" y="204"/>
                    <a:pt x="288" y="204"/>
                  </a:cubicBezTo>
                  <a:cubicBezTo>
                    <a:pt x="292" y="201"/>
                    <a:pt x="295" y="197"/>
                    <a:pt x="295" y="192"/>
                  </a:cubicBezTo>
                  <a:cubicBezTo>
                    <a:pt x="295" y="186"/>
                    <a:pt x="292" y="182"/>
                    <a:pt x="288" y="179"/>
                  </a:cubicBezTo>
                  <a:cubicBezTo>
                    <a:pt x="23" y="3"/>
                    <a:pt x="23" y="3"/>
                    <a:pt x="23" y="3"/>
                  </a:cubicBezTo>
                  <a:cubicBezTo>
                    <a:pt x="18" y="0"/>
                    <a:pt x="13" y="0"/>
                    <a:pt x="9" y="3"/>
                  </a:cubicBezTo>
                  <a:cubicBezTo>
                    <a:pt x="3" y="5"/>
                    <a:pt x="0" y="9"/>
                    <a:pt x="0" y="15"/>
                  </a:cubicBezTo>
                  <a:cubicBezTo>
                    <a:pt x="0" y="368"/>
                    <a:pt x="0" y="368"/>
                    <a:pt x="0" y="368"/>
                  </a:cubicBezTo>
                  <a:cubicBezTo>
                    <a:pt x="0" y="374"/>
                    <a:pt x="3" y="380"/>
                    <a:pt x="9" y="381"/>
                  </a:cubicBezTo>
                  <a:close/>
                  <a:moveTo>
                    <a:pt x="29" y="43"/>
                  </a:moveTo>
                  <a:lnTo>
                    <a:pt x="29" y="43"/>
                  </a:lnTo>
                  <a:cubicBezTo>
                    <a:pt x="253" y="192"/>
                    <a:pt x="253" y="192"/>
                    <a:pt x="253" y="192"/>
                  </a:cubicBezTo>
                  <a:cubicBezTo>
                    <a:pt x="29" y="341"/>
                    <a:pt x="29" y="341"/>
                    <a:pt x="29" y="341"/>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5" name="Group 167">
            <a:extLst>
              <a:ext uri="{FF2B5EF4-FFF2-40B4-BE49-F238E27FC236}">
                <a16:creationId xmlns:a16="http://schemas.microsoft.com/office/drawing/2014/main" id="{0BB09E2B-8BC0-ED9F-C863-9B70260DEAD8}"/>
              </a:ext>
            </a:extLst>
          </p:cNvPr>
          <p:cNvGrpSpPr/>
          <p:nvPr/>
        </p:nvGrpSpPr>
        <p:grpSpPr>
          <a:xfrm>
            <a:off x="3234258" y="5209803"/>
            <a:ext cx="255587" cy="233363"/>
            <a:chOff x="2078038" y="5534025"/>
            <a:chExt cx="255587" cy="233363"/>
          </a:xfrm>
          <a:solidFill>
            <a:schemeClr val="accent4"/>
          </a:solidFill>
        </p:grpSpPr>
        <p:sp>
          <p:nvSpPr>
            <p:cNvPr id="166" name="Freeform 136">
              <a:extLst>
                <a:ext uri="{FF2B5EF4-FFF2-40B4-BE49-F238E27FC236}">
                  <a16:creationId xmlns:a16="http://schemas.microsoft.com/office/drawing/2014/main" id="{9E6AA06C-362F-C20A-B4F5-86FE8AA9AD59}"/>
                </a:ext>
              </a:extLst>
            </p:cNvPr>
            <p:cNvSpPr>
              <a:spLocks noChangeArrowheads="1"/>
            </p:cNvSpPr>
            <p:nvPr/>
          </p:nvSpPr>
          <p:spPr bwMode="auto">
            <a:xfrm>
              <a:off x="2163763" y="5538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7" name="Freeform 137">
              <a:extLst>
                <a:ext uri="{FF2B5EF4-FFF2-40B4-BE49-F238E27FC236}">
                  <a16:creationId xmlns:a16="http://schemas.microsoft.com/office/drawing/2014/main" id="{965C4F3A-438C-A4D4-8335-2B906A0F1772}"/>
                </a:ext>
              </a:extLst>
            </p:cNvPr>
            <p:cNvSpPr>
              <a:spLocks noChangeArrowheads="1"/>
            </p:cNvSpPr>
            <p:nvPr/>
          </p:nvSpPr>
          <p:spPr bwMode="auto">
            <a:xfrm>
              <a:off x="2078038" y="5534025"/>
              <a:ext cx="255587" cy="233363"/>
            </a:xfrm>
            <a:custGeom>
              <a:avLst/>
              <a:gdLst>
                <a:gd name="T0" fmla="*/ 663 w 709"/>
                <a:gd name="T1" fmla="*/ 89 h 650"/>
                <a:gd name="T2" fmla="*/ 663 w 709"/>
                <a:gd name="T3" fmla="*/ 89 h 650"/>
                <a:gd name="T4" fmla="*/ 333 w 709"/>
                <a:gd name="T5" fmla="*/ 89 h 650"/>
                <a:gd name="T6" fmla="*/ 324 w 709"/>
                <a:gd name="T7" fmla="*/ 86 h 650"/>
                <a:gd name="T8" fmla="*/ 324 w 709"/>
                <a:gd name="T9" fmla="*/ 86 h 650"/>
                <a:gd name="T10" fmla="*/ 239 w 709"/>
                <a:gd name="T11" fmla="*/ 11 h 650"/>
                <a:gd name="T12" fmla="*/ 210 w 709"/>
                <a:gd name="T13" fmla="*/ 0 h 650"/>
                <a:gd name="T14" fmla="*/ 45 w 709"/>
                <a:gd name="T15" fmla="*/ 0 h 650"/>
                <a:gd name="T16" fmla="*/ 0 w 709"/>
                <a:gd name="T17" fmla="*/ 44 h 650"/>
                <a:gd name="T18" fmla="*/ 0 w 709"/>
                <a:gd name="T19" fmla="*/ 605 h 650"/>
                <a:gd name="T20" fmla="*/ 45 w 709"/>
                <a:gd name="T21" fmla="*/ 649 h 650"/>
                <a:gd name="T22" fmla="*/ 663 w 709"/>
                <a:gd name="T23" fmla="*/ 649 h 650"/>
                <a:gd name="T24" fmla="*/ 708 w 709"/>
                <a:gd name="T25" fmla="*/ 605 h 650"/>
                <a:gd name="T26" fmla="*/ 708 w 709"/>
                <a:gd name="T27" fmla="*/ 133 h 650"/>
                <a:gd name="T28" fmla="*/ 663 w 709"/>
                <a:gd name="T29" fmla="*/ 89 h 650"/>
                <a:gd name="T30" fmla="*/ 45 w 709"/>
                <a:gd name="T31" fmla="*/ 31 h 650"/>
                <a:gd name="T32" fmla="*/ 45 w 709"/>
                <a:gd name="T33" fmla="*/ 31 h 650"/>
                <a:gd name="T34" fmla="*/ 210 w 709"/>
                <a:gd name="T35" fmla="*/ 31 h 650"/>
                <a:gd name="T36" fmla="*/ 220 w 709"/>
                <a:gd name="T37" fmla="*/ 33 h 650"/>
                <a:gd name="T38" fmla="*/ 220 w 709"/>
                <a:gd name="T39" fmla="*/ 33 h 650"/>
                <a:gd name="T40" fmla="*/ 304 w 709"/>
                <a:gd name="T41" fmla="*/ 108 h 650"/>
                <a:gd name="T42" fmla="*/ 333 w 709"/>
                <a:gd name="T43" fmla="*/ 119 h 650"/>
                <a:gd name="T44" fmla="*/ 663 w 709"/>
                <a:gd name="T45" fmla="*/ 119 h 650"/>
                <a:gd name="T46" fmla="*/ 679 w 709"/>
                <a:gd name="T47" fmla="*/ 133 h 650"/>
                <a:gd name="T48" fmla="*/ 679 w 709"/>
                <a:gd name="T49" fmla="*/ 236 h 650"/>
                <a:gd name="T50" fmla="*/ 31 w 709"/>
                <a:gd name="T51" fmla="*/ 236 h 650"/>
                <a:gd name="T52" fmla="*/ 31 w 709"/>
                <a:gd name="T53" fmla="*/ 44 h 650"/>
                <a:gd name="T54" fmla="*/ 45 w 709"/>
                <a:gd name="T55" fmla="*/ 31 h 650"/>
                <a:gd name="T56" fmla="*/ 663 w 709"/>
                <a:gd name="T57" fmla="*/ 619 h 650"/>
                <a:gd name="T58" fmla="*/ 663 w 709"/>
                <a:gd name="T59" fmla="*/ 619 h 650"/>
                <a:gd name="T60" fmla="*/ 45 w 709"/>
                <a:gd name="T61" fmla="*/ 619 h 650"/>
                <a:gd name="T62" fmla="*/ 31 w 709"/>
                <a:gd name="T63" fmla="*/ 605 h 650"/>
                <a:gd name="T64" fmla="*/ 31 w 709"/>
                <a:gd name="T65" fmla="*/ 265 h 650"/>
                <a:gd name="T66" fmla="*/ 679 w 709"/>
                <a:gd name="T67" fmla="*/ 265 h 650"/>
                <a:gd name="T68" fmla="*/ 679 w 709"/>
                <a:gd name="T69" fmla="*/ 605 h 650"/>
                <a:gd name="T70" fmla="*/ 663 w 709"/>
                <a:gd name="T71" fmla="*/ 619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9" h="650">
                  <a:moveTo>
                    <a:pt x="663" y="89"/>
                  </a:moveTo>
                  <a:lnTo>
                    <a:pt x="663" y="89"/>
                  </a:lnTo>
                  <a:cubicBezTo>
                    <a:pt x="333" y="89"/>
                    <a:pt x="333" y="89"/>
                    <a:pt x="333" y="89"/>
                  </a:cubicBezTo>
                  <a:cubicBezTo>
                    <a:pt x="329" y="89"/>
                    <a:pt x="326" y="87"/>
                    <a:pt x="324" y="86"/>
                  </a:cubicBezTo>
                  <a:lnTo>
                    <a:pt x="324" y="86"/>
                  </a:lnTo>
                  <a:cubicBezTo>
                    <a:pt x="239" y="11"/>
                    <a:pt x="239" y="11"/>
                    <a:pt x="239" y="11"/>
                  </a:cubicBezTo>
                  <a:cubicBezTo>
                    <a:pt x="231" y="4"/>
                    <a:pt x="221" y="0"/>
                    <a:pt x="210" y="0"/>
                  </a:cubicBezTo>
                  <a:cubicBezTo>
                    <a:pt x="45" y="0"/>
                    <a:pt x="45" y="0"/>
                    <a:pt x="45" y="0"/>
                  </a:cubicBezTo>
                  <a:cubicBezTo>
                    <a:pt x="21" y="0"/>
                    <a:pt x="0" y="21"/>
                    <a:pt x="0" y="44"/>
                  </a:cubicBezTo>
                  <a:cubicBezTo>
                    <a:pt x="0" y="605"/>
                    <a:pt x="0" y="605"/>
                    <a:pt x="0" y="605"/>
                  </a:cubicBezTo>
                  <a:cubicBezTo>
                    <a:pt x="0" y="629"/>
                    <a:pt x="21" y="649"/>
                    <a:pt x="45" y="649"/>
                  </a:cubicBezTo>
                  <a:cubicBezTo>
                    <a:pt x="663" y="649"/>
                    <a:pt x="663" y="649"/>
                    <a:pt x="663" y="649"/>
                  </a:cubicBezTo>
                  <a:cubicBezTo>
                    <a:pt x="688" y="649"/>
                    <a:pt x="708" y="629"/>
                    <a:pt x="708" y="605"/>
                  </a:cubicBezTo>
                  <a:cubicBezTo>
                    <a:pt x="708" y="133"/>
                    <a:pt x="708" y="133"/>
                    <a:pt x="708" y="133"/>
                  </a:cubicBezTo>
                  <a:cubicBezTo>
                    <a:pt x="708" y="109"/>
                    <a:pt x="688" y="89"/>
                    <a:pt x="663" y="89"/>
                  </a:cubicBezTo>
                  <a:close/>
                  <a:moveTo>
                    <a:pt x="45" y="31"/>
                  </a:moveTo>
                  <a:lnTo>
                    <a:pt x="45" y="31"/>
                  </a:lnTo>
                  <a:cubicBezTo>
                    <a:pt x="210" y="31"/>
                    <a:pt x="210" y="31"/>
                    <a:pt x="210" y="31"/>
                  </a:cubicBezTo>
                  <a:cubicBezTo>
                    <a:pt x="214" y="31"/>
                    <a:pt x="217" y="32"/>
                    <a:pt x="220" y="33"/>
                  </a:cubicBezTo>
                  <a:lnTo>
                    <a:pt x="220" y="33"/>
                  </a:lnTo>
                  <a:cubicBezTo>
                    <a:pt x="304" y="108"/>
                    <a:pt x="304" y="108"/>
                    <a:pt x="304" y="108"/>
                  </a:cubicBezTo>
                  <a:cubicBezTo>
                    <a:pt x="313" y="115"/>
                    <a:pt x="322" y="119"/>
                    <a:pt x="333" y="119"/>
                  </a:cubicBezTo>
                  <a:cubicBezTo>
                    <a:pt x="663" y="119"/>
                    <a:pt x="663" y="119"/>
                    <a:pt x="663" y="119"/>
                  </a:cubicBezTo>
                  <a:cubicBezTo>
                    <a:pt x="672" y="119"/>
                    <a:pt x="679" y="126"/>
                    <a:pt x="679" y="133"/>
                  </a:cubicBezTo>
                  <a:cubicBezTo>
                    <a:pt x="679" y="236"/>
                    <a:pt x="679" y="236"/>
                    <a:pt x="679" y="236"/>
                  </a:cubicBezTo>
                  <a:cubicBezTo>
                    <a:pt x="31" y="236"/>
                    <a:pt x="31" y="236"/>
                    <a:pt x="31" y="236"/>
                  </a:cubicBezTo>
                  <a:cubicBezTo>
                    <a:pt x="31" y="44"/>
                    <a:pt x="31" y="44"/>
                    <a:pt x="31" y="44"/>
                  </a:cubicBezTo>
                  <a:cubicBezTo>
                    <a:pt x="31" y="37"/>
                    <a:pt x="36" y="31"/>
                    <a:pt x="45" y="31"/>
                  </a:cubicBezTo>
                  <a:close/>
                  <a:moveTo>
                    <a:pt x="663" y="619"/>
                  </a:moveTo>
                  <a:lnTo>
                    <a:pt x="663" y="619"/>
                  </a:lnTo>
                  <a:cubicBezTo>
                    <a:pt x="45" y="619"/>
                    <a:pt x="45" y="619"/>
                    <a:pt x="45" y="619"/>
                  </a:cubicBezTo>
                  <a:cubicBezTo>
                    <a:pt x="36" y="619"/>
                    <a:pt x="31" y="613"/>
                    <a:pt x="31" y="605"/>
                  </a:cubicBezTo>
                  <a:cubicBezTo>
                    <a:pt x="31" y="265"/>
                    <a:pt x="31" y="265"/>
                    <a:pt x="31" y="265"/>
                  </a:cubicBezTo>
                  <a:cubicBezTo>
                    <a:pt x="679" y="265"/>
                    <a:pt x="679" y="265"/>
                    <a:pt x="679" y="265"/>
                  </a:cubicBezTo>
                  <a:cubicBezTo>
                    <a:pt x="679" y="605"/>
                    <a:pt x="679" y="605"/>
                    <a:pt x="679" y="605"/>
                  </a:cubicBezTo>
                  <a:cubicBezTo>
                    <a:pt x="679" y="613"/>
                    <a:pt x="672" y="619"/>
                    <a:pt x="663"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68" name="Freeform 138">
              <a:extLst>
                <a:ext uri="{FF2B5EF4-FFF2-40B4-BE49-F238E27FC236}">
                  <a16:creationId xmlns:a16="http://schemas.microsoft.com/office/drawing/2014/main" id="{F0982552-8BAB-CE75-83E2-81059E81F70B}"/>
                </a:ext>
              </a:extLst>
            </p:cNvPr>
            <p:cNvSpPr>
              <a:spLocks noChangeArrowheads="1"/>
            </p:cNvSpPr>
            <p:nvPr/>
          </p:nvSpPr>
          <p:spPr bwMode="auto">
            <a:xfrm>
              <a:off x="2187575" y="557371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69" name="Group 171">
            <a:extLst>
              <a:ext uri="{FF2B5EF4-FFF2-40B4-BE49-F238E27FC236}">
                <a16:creationId xmlns:a16="http://schemas.microsoft.com/office/drawing/2014/main" id="{0CC99B47-935E-FE5D-2E94-43580AA973B6}"/>
              </a:ext>
            </a:extLst>
          </p:cNvPr>
          <p:cNvGrpSpPr/>
          <p:nvPr/>
        </p:nvGrpSpPr>
        <p:grpSpPr>
          <a:xfrm>
            <a:off x="6363220" y="2412628"/>
            <a:ext cx="255588" cy="231775"/>
            <a:chOff x="5207000" y="2732088"/>
            <a:chExt cx="255588" cy="231775"/>
          </a:xfrm>
          <a:solidFill>
            <a:schemeClr val="accent4"/>
          </a:solidFill>
        </p:grpSpPr>
        <p:sp>
          <p:nvSpPr>
            <p:cNvPr id="170" name="Freeform 139">
              <a:extLst>
                <a:ext uri="{FF2B5EF4-FFF2-40B4-BE49-F238E27FC236}">
                  <a16:creationId xmlns:a16="http://schemas.microsoft.com/office/drawing/2014/main" id="{4E4AC375-8C32-BCFE-2572-F7207150C927}"/>
                </a:ext>
              </a:extLst>
            </p:cNvPr>
            <p:cNvSpPr>
              <a:spLocks noChangeArrowheads="1"/>
            </p:cNvSpPr>
            <p:nvPr/>
          </p:nvSpPr>
          <p:spPr bwMode="auto">
            <a:xfrm>
              <a:off x="5270500" y="2911475"/>
              <a:ext cx="52388" cy="52388"/>
            </a:xfrm>
            <a:custGeom>
              <a:avLst/>
              <a:gdLst>
                <a:gd name="T0" fmla="*/ 146 w 147"/>
                <a:gd name="T1" fmla="*/ 73 h 147"/>
                <a:gd name="T2" fmla="*/ 146 w 147"/>
                <a:gd name="T3" fmla="*/ 73 h 147"/>
                <a:gd name="T4" fmla="*/ 73 w 147"/>
                <a:gd name="T5" fmla="*/ 0 h 147"/>
                <a:gd name="T6" fmla="*/ 0 w 147"/>
                <a:gd name="T7" fmla="*/ 73 h 147"/>
                <a:gd name="T8" fmla="*/ 73 w 147"/>
                <a:gd name="T9" fmla="*/ 146 h 147"/>
                <a:gd name="T10" fmla="*/ 146 w 147"/>
                <a:gd name="T11" fmla="*/ 73 h 147"/>
                <a:gd name="T12" fmla="*/ 29 w 147"/>
                <a:gd name="T13" fmla="*/ 73 h 147"/>
                <a:gd name="T14" fmla="*/ 29 w 147"/>
                <a:gd name="T15" fmla="*/ 73 h 147"/>
                <a:gd name="T16" fmla="*/ 73 w 147"/>
                <a:gd name="T17" fmla="*/ 28 h 147"/>
                <a:gd name="T18" fmla="*/ 117 w 147"/>
                <a:gd name="T19" fmla="*/ 73 h 147"/>
                <a:gd name="T20" fmla="*/ 73 w 147"/>
                <a:gd name="T21" fmla="*/ 117 h 147"/>
                <a:gd name="T22" fmla="*/ 29 w 147"/>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146" y="73"/>
                  </a:moveTo>
                  <a:lnTo>
                    <a:pt x="146" y="73"/>
                  </a:lnTo>
                  <a:cubicBezTo>
                    <a:pt x="146" y="33"/>
                    <a:pt x="115" y="0"/>
                    <a:pt x="73" y="0"/>
                  </a:cubicBezTo>
                  <a:cubicBezTo>
                    <a:pt x="33" y="0"/>
                    <a:pt x="0" y="33"/>
                    <a:pt x="0" y="73"/>
                  </a:cubicBezTo>
                  <a:cubicBezTo>
                    <a:pt x="0" y="114"/>
                    <a:pt x="33" y="146"/>
                    <a:pt x="73" y="146"/>
                  </a:cubicBezTo>
                  <a:cubicBezTo>
                    <a:pt x="115" y="146"/>
                    <a:pt x="146" y="114"/>
                    <a:pt x="146" y="73"/>
                  </a:cubicBezTo>
                  <a:close/>
                  <a:moveTo>
                    <a:pt x="29" y="73"/>
                  </a:moveTo>
                  <a:lnTo>
                    <a:pt x="29" y="73"/>
                  </a:lnTo>
                  <a:cubicBezTo>
                    <a:pt x="29" y="48"/>
                    <a:pt x="48" y="28"/>
                    <a:pt x="73" y="28"/>
                  </a:cubicBezTo>
                  <a:cubicBezTo>
                    <a:pt x="98" y="28"/>
                    <a:pt x="117" y="48"/>
                    <a:pt x="117" y="73"/>
                  </a:cubicBezTo>
                  <a:cubicBezTo>
                    <a:pt x="117" y="98"/>
                    <a:pt x="98" y="117"/>
                    <a:pt x="73" y="117"/>
                  </a:cubicBezTo>
                  <a:cubicBezTo>
                    <a:pt x="48"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1" name="Freeform 140">
              <a:extLst>
                <a:ext uri="{FF2B5EF4-FFF2-40B4-BE49-F238E27FC236}">
                  <a16:creationId xmlns:a16="http://schemas.microsoft.com/office/drawing/2014/main" id="{5653505B-E1EC-3229-BE74-16A68A499DE3}"/>
                </a:ext>
              </a:extLst>
            </p:cNvPr>
            <p:cNvSpPr>
              <a:spLocks noChangeArrowheads="1"/>
            </p:cNvSpPr>
            <p:nvPr/>
          </p:nvSpPr>
          <p:spPr bwMode="auto">
            <a:xfrm>
              <a:off x="5387975" y="2911475"/>
              <a:ext cx="53975" cy="52388"/>
            </a:xfrm>
            <a:custGeom>
              <a:avLst/>
              <a:gdLst>
                <a:gd name="T0" fmla="*/ 148 w 149"/>
                <a:gd name="T1" fmla="*/ 73 h 147"/>
                <a:gd name="T2" fmla="*/ 148 w 149"/>
                <a:gd name="T3" fmla="*/ 73 h 147"/>
                <a:gd name="T4" fmla="*/ 75 w 149"/>
                <a:gd name="T5" fmla="*/ 0 h 147"/>
                <a:gd name="T6" fmla="*/ 0 w 149"/>
                <a:gd name="T7" fmla="*/ 73 h 147"/>
                <a:gd name="T8" fmla="*/ 75 w 149"/>
                <a:gd name="T9" fmla="*/ 146 h 147"/>
                <a:gd name="T10" fmla="*/ 148 w 149"/>
                <a:gd name="T11" fmla="*/ 73 h 147"/>
                <a:gd name="T12" fmla="*/ 30 w 149"/>
                <a:gd name="T13" fmla="*/ 73 h 147"/>
                <a:gd name="T14" fmla="*/ 30 w 149"/>
                <a:gd name="T15" fmla="*/ 73 h 147"/>
                <a:gd name="T16" fmla="*/ 75 w 149"/>
                <a:gd name="T17" fmla="*/ 28 h 147"/>
                <a:gd name="T18" fmla="*/ 119 w 149"/>
                <a:gd name="T19" fmla="*/ 73 h 147"/>
                <a:gd name="T20" fmla="*/ 75 w 149"/>
                <a:gd name="T21" fmla="*/ 117 h 147"/>
                <a:gd name="T22" fmla="*/ 30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5" y="0"/>
                    <a:pt x="75" y="0"/>
                  </a:cubicBezTo>
                  <a:cubicBezTo>
                    <a:pt x="33" y="0"/>
                    <a:pt x="0" y="33"/>
                    <a:pt x="0" y="73"/>
                  </a:cubicBezTo>
                  <a:cubicBezTo>
                    <a:pt x="0" y="114"/>
                    <a:pt x="33" y="146"/>
                    <a:pt x="75" y="146"/>
                  </a:cubicBezTo>
                  <a:cubicBezTo>
                    <a:pt x="115" y="146"/>
                    <a:pt x="148" y="114"/>
                    <a:pt x="148" y="73"/>
                  </a:cubicBezTo>
                  <a:close/>
                  <a:moveTo>
                    <a:pt x="30" y="73"/>
                  </a:moveTo>
                  <a:lnTo>
                    <a:pt x="30" y="73"/>
                  </a:lnTo>
                  <a:cubicBezTo>
                    <a:pt x="30" y="48"/>
                    <a:pt x="50" y="28"/>
                    <a:pt x="75" y="28"/>
                  </a:cubicBezTo>
                  <a:cubicBezTo>
                    <a:pt x="98" y="28"/>
                    <a:pt x="119" y="48"/>
                    <a:pt x="119" y="73"/>
                  </a:cubicBezTo>
                  <a:cubicBezTo>
                    <a:pt x="119" y="98"/>
                    <a:pt x="98" y="117"/>
                    <a:pt x="75" y="117"/>
                  </a:cubicBezTo>
                  <a:cubicBezTo>
                    <a:pt x="50" y="117"/>
                    <a:pt x="30" y="98"/>
                    <a:pt x="30"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2" name="Freeform 141">
              <a:extLst>
                <a:ext uri="{FF2B5EF4-FFF2-40B4-BE49-F238E27FC236}">
                  <a16:creationId xmlns:a16="http://schemas.microsoft.com/office/drawing/2014/main" id="{C2D15964-091F-8B28-047F-377183260A4D}"/>
                </a:ext>
              </a:extLst>
            </p:cNvPr>
            <p:cNvSpPr>
              <a:spLocks noChangeArrowheads="1"/>
            </p:cNvSpPr>
            <p:nvPr/>
          </p:nvSpPr>
          <p:spPr bwMode="auto">
            <a:xfrm>
              <a:off x="5207000" y="2732088"/>
              <a:ext cx="255588" cy="169862"/>
            </a:xfrm>
            <a:custGeom>
              <a:avLst/>
              <a:gdLst>
                <a:gd name="T0" fmla="*/ 14 w 708"/>
                <a:gd name="T1" fmla="*/ 29 h 472"/>
                <a:gd name="T2" fmla="*/ 14 w 708"/>
                <a:gd name="T3" fmla="*/ 29 h 472"/>
                <a:gd name="T4" fmla="*/ 80 w 708"/>
                <a:gd name="T5" fmla="*/ 29 h 472"/>
                <a:gd name="T6" fmla="*/ 94 w 708"/>
                <a:gd name="T7" fmla="*/ 40 h 472"/>
                <a:gd name="T8" fmla="*/ 195 w 708"/>
                <a:gd name="T9" fmla="*/ 417 h 472"/>
                <a:gd name="T10" fmla="*/ 267 w 708"/>
                <a:gd name="T11" fmla="*/ 471 h 472"/>
                <a:gd name="T12" fmla="*/ 633 w 708"/>
                <a:gd name="T13" fmla="*/ 471 h 472"/>
                <a:gd name="T14" fmla="*/ 648 w 708"/>
                <a:gd name="T15" fmla="*/ 457 h 472"/>
                <a:gd name="T16" fmla="*/ 633 w 708"/>
                <a:gd name="T17" fmla="*/ 442 h 472"/>
                <a:gd name="T18" fmla="*/ 267 w 708"/>
                <a:gd name="T19" fmla="*/ 442 h 472"/>
                <a:gd name="T20" fmla="*/ 224 w 708"/>
                <a:gd name="T21" fmla="*/ 409 h 472"/>
                <a:gd name="T22" fmla="*/ 217 w 708"/>
                <a:gd name="T23" fmla="*/ 383 h 472"/>
                <a:gd name="T24" fmla="*/ 609 w 708"/>
                <a:gd name="T25" fmla="*/ 383 h 472"/>
                <a:gd name="T26" fmla="*/ 652 w 708"/>
                <a:gd name="T27" fmla="*/ 347 h 472"/>
                <a:gd name="T28" fmla="*/ 652 w 708"/>
                <a:gd name="T29" fmla="*/ 347 h 472"/>
                <a:gd name="T30" fmla="*/ 707 w 708"/>
                <a:gd name="T31" fmla="*/ 76 h 472"/>
                <a:gd name="T32" fmla="*/ 703 w 708"/>
                <a:gd name="T33" fmla="*/ 65 h 472"/>
                <a:gd name="T34" fmla="*/ 692 w 708"/>
                <a:gd name="T35" fmla="*/ 60 h 472"/>
                <a:gd name="T36" fmla="*/ 130 w 708"/>
                <a:gd name="T37" fmla="*/ 60 h 472"/>
                <a:gd name="T38" fmla="*/ 123 w 708"/>
                <a:gd name="T39" fmla="*/ 33 h 472"/>
                <a:gd name="T40" fmla="*/ 80 w 708"/>
                <a:gd name="T41" fmla="*/ 0 h 472"/>
                <a:gd name="T42" fmla="*/ 14 w 708"/>
                <a:gd name="T43" fmla="*/ 0 h 472"/>
                <a:gd name="T44" fmla="*/ 0 w 708"/>
                <a:gd name="T45" fmla="*/ 15 h 472"/>
                <a:gd name="T46" fmla="*/ 14 w 708"/>
                <a:gd name="T47" fmla="*/ 29 h 472"/>
                <a:gd name="T48" fmla="*/ 674 w 708"/>
                <a:gd name="T49" fmla="*/ 89 h 472"/>
                <a:gd name="T50" fmla="*/ 674 w 708"/>
                <a:gd name="T51" fmla="*/ 89 h 472"/>
                <a:gd name="T52" fmla="*/ 623 w 708"/>
                <a:gd name="T53" fmla="*/ 341 h 472"/>
                <a:gd name="T54" fmla="*/ 623 w 708"/>
                <a:gd name="T55" fmla="*/ 341 h 472"/>
                <a:gd name="T56" fmla="*/ 609 w 708"/>
                <a:gd name="T57" fmla="*/ 354 h 472"/>
                <a:gd name="T58" fmla="*/ 209 w 708"/>
                <a:gd name="T59" fmla="*/ 354 h 472"/>
                <a:gd name="T60" fmla="*/ 138 w 708"/>
                <a:gd name="T61" fmla="*/ 89 h 472"/>
                <a:gd name="T62" fmla="*/ 674 w 708"/>
                <a:gd name="T63"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472">
                  <a:moveTo>
                    <a:pt x="14" y="29"/>
                  </a:move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707" y="76"/>
                    <a:pt x="707" y="76"/>
                    <a:pt x="707" y="76"/>
                  </a:cubicBezTo>
                  <a:cubicBezTo>
                    <a:pt x="707" y="72"/>
                    <a:pt x="706" y="68"/>
                    <a:pt x="703" y="65"/>
                  </a:cubicBezTo>
                  <a:cubicBezTo>
                    <a:pt x="700" y="61"/>
                    <a:pt x="696" y="60"/>
                    <a:pt x="692"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close/>
                  <a:moveTo>
                    <a:pt x="674" y="89"/>
                  </a:moveTo>
                  <a:lnTo>
                    <a:pt x="674" y="89"/>
                  </a:ln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674" y="8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3" name="Group 175">
            <a:extLst>
              <a:ext uri="{FF2B5EF4-FFF2-40B4-BE49-F238E27FC236}">
                <a16:creationId xmlns:a16="http://schemas.microsoft.com/office/drawing/2014/main" id="{963DCC95-0796-E2F8-EA23-AAE4D1121D1F}"/>
              </a:ext>
            </a:extLst>
          </p:cNvPr>
          <p:cNvGrpSpPr/>
          <p:nvPr/>
        </p:nvGrpSpPr>
        <p:grpSpPr>
          <a:xfrm>
            <a:off x="6856933" y="2407071"/>
            <a:ext cx="280987" cy="242888"/>
            <a:chOff x="5700713" y="2720975"/>
            <a:chExt cx="280987" cy="242888"/>
          </a:xfrm>
          <a:solidFill>
            <a:schemeClr val="accent4"/>
          </a:solidFill>
        </p:grpSpPr>
        <p:sp>
          <p:nvSpPr>
            <p:cNvPr id="174" name="Freeform 23">
              <a:extLst>
                <a:ext uri="{FF2B5EF4-FFF2-40B4-BE49-F238E27FC236}">
                  <a16:creationId xmlns:a16="http://schemas.microsoft.com/office/drawing/2014/main" id="{EB1DF2EA-78C0-774D-4DDA-D7C233738406}"/>
                </a:ext>
              </a:extLst>
            </p:cNvPr>
            <p:cNvSpPr>
              <a:spLocks noChangeArrowheads="1"/>
            </p:cNvSpPr>
            <p:nvPr/>
          </p:nvSpPr>
          <p:spPr bwMode="auto">
            <a:xfrm>
              <a:off x="5907088" y="2720975"/>
              <a:ext cx="74612" cy="74613"/>
            </a:xfrm>
            <a:custGeom>
              <a:avLst/>
              <a:gdLst>
                <a:gd name="T0" fmla="*/ 102 w 207"/>
                <a:gd name="T1" fmla="*/ 0 h 207"/>
                <a:gd name="T2" fmla="*/ 102 w 207"/>
                <a:gd name="T3" fmla="*/ 0 h 207"/>
                <a:gd name="T4" fmla="*/ 88 w 207"/>
                <a:gd name="T5" fmla="*/ 14 h 207"/>
                <a:gd name="T6" fmla="*/ 88 w 207"/>
                <a:gd name="T7" fmla="*/ 89 h 207"/>
                <a:gd name="T8" fmla="*/ 14 w 207"/>
                <a:gd name="T9" fmla="*/ 89 h 207"/>
                <a:gd name="T10" fmla="*/ 0 w 207"/>
                <a:gd name="T11" fmla="*/ 102 h 207"/>
                <a:gd name="T12" fmla="*/ 14 w 207"/>
                <a:gd name="T13" fmla="*/ 118 h 207"/>
                <a:gd name="T14" fmla="*/ 88 w 207"/>
                <a:gd name="T15" fmla="*/ 118 h 207"/>
                <a:gd name="T16" fmla="*/ 88 w 207"/>
                <a:gd name="T17" fmla="*/ 191 h 207"/>
                <a:gd name="T18" fmla="*/ 102 w 207"/>
                <a:gd name="T19" fmla="*/ 206 h 207"/>
                <a:gd name="T20" fmla="*/ 117 w 207"/>
                <a:gd name="T21" fmla="*/ 191 h 207"/>
                <a:gd name="T22" fmla="*/ 117 w 207"/>
                <a:gd name="T23" fmla="*/ 118 h 207"/>
                <a:gd name="T24" fmla="*/ 190 w 207"/>
                <a:gd name="T25" fmla="*/ 118 h 207"/>
                <a:gd name="T26" fmla="*/ 206 w 207"/>
                <a:gd name="T27" fmla="*/ 102 h 207"/>
                <a:gd name="T28" fmla="*/ 190 w 207"/>
                <a:gd name="T29" fmla="*/ 89 h 207"/>
                <a:gd name="T30" fmla="*/ 117 w 207"/>
                <a:gd name="T31" fmla="*/ 89 h 207"/>
                <a:gd name="T32" fmla="*/ 117 w 207"/>
                <a:gd name="T33" fmla="*/ 14 h 207"/>
                <a:gd name="T34" fmla="*/ 102 w 207"/>
                <a:gd name="T35"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7">
                  <a:moveTo>
                    <a:pt x="102" y="0"/>
                  </a:moveTo>
                  <a:lnTo>
                    <a:pt x="102" y="0"/>
                  </a:lnTo>
                  <a:cubicBezTo>
                    <a:pt x="95" y="0"/>
                    <a:pt x="88" y="6"/>
                    <a:pt x="88" y="14"/>
                  </a:cubicBezTo>
                  <a:cubicBezTo>
                    <a:pt x="88" y="89"/>
                    <a:pt x="88" y="89"/>
                    <a:pt x="88" y="89"/>
                  </a:cubicBezTo>
                  <a:cubicBezTo>
                    <a:pt x="14" y="89"/>
                    <a:pt x="14" y="89"/>
                    <a:pt x="14" y="89"/>
                  </a:cubicBezTo>
                  <a:cubicBezTo>
                    <a:pt x="7" y="89"/>
                    <a:pt x="0" y="94"/>
                    <a:pt x="0" y="102"/>
                  </a:cubicBezTo>
                  <a:cubicBezTo>
                    <a:pt x="0" y="111"/>
                    <a:pt x="7" y="118"/>
                    <a:pt x="14" y="118"/>
                  </a:cubicBezTo>
                  <a:cubicBezTo>
                    <a:pt x="88" y="118"/>
                    <a:pt x="88" y="118"/>
                    <a:pt x="88" y="118"/>
                  </a:cubicBezTo>
                  <a:cubicBezTo>
                    <a:pt x="88" y="191"/>
                    <a:pt x="88" y="191"/>
                    <a:pt x="88" y="191"/>
                  </a:cubicBezTo>
                  <a:cubicBezTo>
                    <a:pt x="88" y="199"/>
                    <a:pt x="95" y="206"/>
                    <a:pt x="102" y="206"/>
                  </a:cubicBezTo>
                  <a:cubicBezTo>
                    <a:pt x="110" y="206"/>
                    <a:pt x="117" y="199"/>
                    <a:pt x="117" y="191"/>
                  </a:cubicBezTo>
                  <a:cubicBezTo>
                    <a:pt x="117" y="118"/>
                    <a:pt x="117" y="118"/>
                    <a:pt x="117" y="118"/>
                  </a:cubicBezTo>
                  <a:cubicBezTo>
                    <a:pt x="190" y="118"/>
                    <a:pt x="190" y="118"/>
                    <a:pt x="190" y="118"/>
                  </a:cubicBezTo>
                  <a:cubicBezTo>
                    <a:pt x="199" y="118"/>
                    <a:pt x="206" y="111"/>
                    <a:pt x="206" y="102"/>
                  </a:cubicBezTo>
                  <a:cubicBezTo>
                    <a:pt x="206" y="94"/>
                    <a:pt x="199" y="89"/>
                    <a:pt x="190" y="89"/>
                  </a:cubicBezTo>
                  <a:cubicBezTo>
                    <a:pt x="117" y="89"/>
                    <a:pt x="117" y="89"/>
                    <a:pt x="117" y="89"/>
                  </a:cubicBezTo>
                  <a:cubicBezTo>
                    <a:pt x="117" y="14"/>
                    <a:pt x="117" y="14"/>
                    <a:pt x="117" y="14"/>
                  </a:cubicBezTo>
                  <a:cubicBezTo>
                    <a:pt x="117" y="6"/>
                    <a:pt x="110" y="0"/>
                    <a:pt x="10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5" name="Freeform 142">
              <a:extLst>
                <a:ext uri="{FF2B5EF4-FFF2-40B4-BE49-F238E27FC236}">
                  <a16:creationId xmlns:a16="http://schemas.microsoft.com/office/drawing/2014/main" id="{E2128C79-B374-354E-2536-DAFA17AAD96F}"/>
                </a:ext>
              </a:extLst>
            </p:cNvPr>
            <p:cNvSpPr>
              <a:spLocks noChangeArrowheads="1"/>
            </p:cNvSpPr>
            <p:nvPr/>
          </p:nvSpPr>
          <p:spPr bwMode="auto">
            <a:xfrm>
              <a:off x="5700713" y="2732088"/>
              <a:ext cx="244475" cy="169862"/>
            </a:xfrm>
            <a:custGeom>
              <a:avLst/>
              <a:gdLst>
                <a:gd name="T0" fmla="*/ 500 w 677"/>
                <a:gd name="T1" fmla="*/ 89 h 472"/>
                <a:gd name="T2" fmla="*/ 500 w 677"/>
                <a:gd name="T3" fmla="*/ 89 h 472"/>
                <a:gd name="T4" fmla="*/ 515 w 677"/>
                <a:gd name="T5" fmla="*/ 73 h 472"/>
                <a:gd name="T6" fmla="*/ 500 w 677"/>
                <a:gd name="T7" fmla="*/ 60 h 472"/>
                <a:gd name="T8" fmla="*/ 130 w 677"/>
                <a:gd name="T9" fmla="*/ 60 h 472"/>
                <a:gd name="T10" fmla="*/ 123 w 677"/>
                <a:gd name="T11" fmla="*/ 33 h 472"/>
                <a:gd name="T12" fmla="*/ 80 w 677"/>
                <a:gd name="T13" fmla="*/ 0 h 472"/>
                <a:gd name="T14" fmla="*/ 14 w 677"/>
                <a:gd name="T15" fmla="*/ 0 h 472"/>
                <a:gd name="T16" fmla="*/ 0 w 677"/>
                <a:gd name="T17" fmla="*/ 15 h 472"/>
                <a:gd name="T18" fmla="*/ 14 w 677"/>
                <a:gd name="T19" fmla="*/ 29 h 472"/>
                <a:gd name="T20" fmla="*/ 14 w 677"/>
                <a:gd name="T21" fmla="*/ 29 h 472"/>
                <a:gd name="T22" fmla="*/ 80 w 677"/>
                <a:gd name="T23" fmla="*/ 29 h 472"/>
                <a:gd name="T24" fmla="*/ 94 w 677"/>
                <a:gd name="T25" fmla="*/ 40 h 472"/>
                <a:gd name="T26" fmla="*/ 195 w 677"/>
                <a:gd name="T27" fmla="*/ 417 h 472"/>
                <a:gd name="T28" fmla="*/ 267 w 677"/>
                <a:gd name="T29" fmla="*/ 471 h 472"/>
                <a:gd name="T30" fmla="*/ 633 w 677"/>
                <a:gd name="T31" fmla="*/ 471 h 472"/>
                <a:gd name="T32" fmla="*/ 648 w 677"/>
                <a:gd name="T33" fmla="*/ 457 h 472"/>
                <a:gd name="T34" fmla="*/ 633 w 677"/>
                <a:gd name="T35" fmla="*/ 442 h 472"/>
                <a:gd name="T36" fmla="*/ 267 w 677"/>
                <a:gd name="T37" fmla="*/ 442 h 472"/>
                <a:gd name="T38" fmla="*/ 224 w 677"/>
                <a:gd name="T39" fmla="*/ 409 h 472"/>
                <a:gd name="T40" fmla="*/ 217 w 677"/>
                <a:gd name="T41" fmla="*/ 383 h 472"/>
                <a:gd name="T42" fmla="*/ 609 w 677"/>
                <a:gd name="T43" fmla="*/ 383 h 472"/>
                <a:gd name="T44" fmla="*/ 652 w 677"/>
                <a:gd name="T45" fmla="*/ 347 h 472"/>
                <a:gd name="T46" fmla="*/ 652 w 677"/>
                <a:gd name="T47" fmla="*/ 347 h 472"/>
                <a:gd name="T48" fmla="*/ 674 w 677"/>
                <a:gd name="T49" fmla="*/ 240 h 472"/>
                <a:gd name="T50" fmla="*/ 662 w 677"/>
                <a:gd name="T51" fmla="*/ 224 h 472"/>
                <a:gd name="T52" fmla="*/ 645 w 677"/>
                <a:gd name="T53" fmla="*/ 235 h 472"/>
                <a:gd name="T54" fmla="*/ 623 w 677"/>
                <a:gd name="T55" fmla="*/ 341 h 472"/>
                <a:gd name="T56" fmla="*/ 623 w 677"/>
                <a:gd name="T57" fmla="*/ 341 h 472"/>
                <a:gd name="T58" fmla="*/ 609 w 677"/>
                <a:gd name="T59" fmla="*/ 354 h 472"/>
                <a:gd name="T60" fmla="*/ 209 w 677"/>
                <a:gd name="T61" fmla="*/ 354 h 472"/>
                <a:gd name="T62" fmla="*/ 138 w 677"/>
                <a:gd name="T63" fmla="*/ 89 h 472"/>
                <a:gd name="T64" fmla="*/ 500 w 677"/>
                <a:gd name="T65" fmla="*/ 89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500" y="89"/>
                  </a:moveTo>
                  <a:lnTo>
                    <a:pt x="500" y="89"/>
                  </a:lnTo>
                  <a:cubicBezTo>
                    <a:pt x="509" y="89"/>
                    <a:pt x="515" y="82"/>
                    <a:pt x="515" y="73"/>
                  </a:cubicBezTo>
                  <a:cubicBezTo>
                    <a:pt x="515" y="65"/>
                    <a:pt x="509" y="60"/>
                    <a:pt x="500" y="60"/>
                  </a:cubicBezTo>
                  <a:cubicBezTo>
                    <a:pt x="130" y="60"/>
                    <a:pt x="130" y="60"/>
                    <a:pt x="130" y="60"/>
                  </a:cubicBezTo>
                  <a:cubicBezTo>
                    <a:pt x="123" y="33"/>
                    <a:pt x="123" y="33"/>
                    <a:pt x="123" y="33"/>
                  </a:cubicBezTo>
                  <a:cubicBezTo>
                    <a:pt x="118" y="14"/>
                    <a:pt x="101" y="0"/>
                    <a:pt x="80" y="0"/>
                  </a:cubicBezTo>
                  <a:cubicBezTo>
                    <a:pt x="14" y="0"/>
                    <a:pt x="14" y="0"/>
                    <a:pt x="14" y="0"/>
                  </a:cubicBezTo>
                  <a:cubicBezTo>
                    <a:pt x="7" y="0"/>
                    <a:pt x="0" y="7"/>
                    <a:pt x="0" y="15"/>
                  </a:cubicBezTo>
                  <a:cubicBezTo>
                    <a:pt x="0" y="24"/>
                    <a:pt x="7" y="29"/>
                    <a:pt x="14" y="29"/>
                  </a:cubicBezTo>
                  <a:lnTo>
                    <a:pt x="14" y="29"/>
                  </a:lnTo>
                  <a:cubicBezTo>
                    <a:pt x="80" y="29"/>
                    <a:pt x="80" y="29"/>
                    <a:pt x="80" y="29"/>
                  </a:cubicBezTo>
                  <a:cubicBezTo>
                    <a:pt x="87" y="29"/>
                    <a:pt x="93" y="35"/>
                    <a:pt x="94" y="40"/>
                  </a:cubicBezTo>
                  <a:cubicBezTo>
                    <a:pt x="195" y="417"/>
                    <a:pt x="195" y="417"/>
                    <a:pt x="195" y="417"/>
                  </a:cubicBezTo>
                  <a:cubicBezTo>
                    <a:pt x="203" y="449"/>
                    <a:pt x="232" y="471"/>
                    <a:pt x="267" y="471"/>
                  </a:cubicBezTo>
                  <a:cubicBezTo>
                    <a:pt x="633" y="471"/>
                    <a:pt x="633" y="471"/>
                    <a:pt x="633" y="471"/>
                  </a:cubicBezTo>
                  <a:cubicBezTo>
                    <a:pt x="641" y="471"/>
                    <a:pt x="648" y="466"/>
                    <a:pt x="648" y="457"/>
                  </a:cubicBezTo>
                  <a:cubicBezTo>
                    <a:pt x="648" y="449"/>
                    <a:pt x="641" y="442"/>
                    <a:pt x="633" y="442"/>
                  </a:cubicBezTo>
                  <a:cubicBezTo>
                    <a:pt x="267" y="442"/>
                    <a:pt x="267" y="442"/>
                    <a:pt x="267" y="442"/>
                  </a:cubicBezTo>
                  <a:cubicBezTo>
                    <a:pt x="246" y="442"/>
                    <a:pt x="228" y="428"/>
                    <a:pt x="224" y="409"/>
                  </a:cubicBezTo>
                  <a:cubicBezTo>
                    <a:pt x="217" y="383"/>
                    <a:pt x="217" y="383"/>
                    <a:pt x="217" y="383"/>
                  </a:cubicBezTo>
                  <a:cubicBezTo>
                    <a:pt x="609" y="383"/>
                    <a:pt x="609" y="383"/>
                    <a:pt x="609" y="383"/>
                  </a:cubicBezTo>
                  <a:cubicBezTo>
                    <a:pt x="630" y="383"/>
                    <a:pt x="648" y="368"/>
                    <a:pt x="652" y="347"/>
                  </a:cubicBezTo>
                  <a:lnTo>
                    <a:pt x="652" y="347"/>
                  </a:lnTo>
                  <a:cubicBezTo>
                    <a:pt x="674" y="240"/>
                    <a:pt x="674" y="240"/>
                    <a:pt x="674" y="240"/>
                  </a:cubicBezTo>
                  <a:cubicBezTo>
                    <a:pt x="676" y="232"/>
                    <a:pt x="670" y="225"/>
                    <a:pt x="662" y="224"/>
                  </a:cubicBezTo>
                  <a:cubicBezTo>
                    <a:pt x="655" y="222"/>
                    <a:pt x="647" y="227"/>
                    <a:pt x="645" y="235"/>
                  </a:cubicBezTo>
                  <a:cubicBezTo>
                    <a:pt x="623" y="341"/>
                    <a:pt x="623" y="341"/>
                    <a:pt x="623" y="341"/>
                  </a:cubicBezTo>
                  <a:lnTo>
                    <a:pt x="623" y="341"/>
                  </a:lnTo>
                  <a:cubicBezTo>
                    <a:pt x="622" y="348"/>
                    <a:pt x="616" y="354"/>
                    <a:pt x="609" y="354"/>
                  </a:cubicBezTo>
                  <a:cubicBezTo>
                    <a:pt x="209" y="354"/>
                    <a:pt x="209" y="354"/>
                    <a:pt x="209" y="354"/>
                  </a:cubicBezTo>
                  <a:cubicBezTo>
                    <a:pt x="138" y="89"/>
                    <a:pt x="138" y="89"/>
                    <a:pt x="138" y="89"/>
                  </a:cubicBezTo>
                  <a:lnTo>
                    <a:pt x="500" y="8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6" name="Freeform 143">
              <a:extLst>
                <a:ext uri="{FF2B5EF4-FFF2-40B4-BE49-F238E27FC236}">
                  <a16:creationId xmlns:a16="http://schemas.microsoft.com/office/drawing/2014/main" id="{A7400AD5-793D-FAA7-C93D-222D6189FFB3}"/>
                </a:ext>
              </a:extLst>
            </p:cNvPr>
            <p:cNvSpPr>
              <a:spLocks noChangeArrowheads="1"/>
            </p:cNvSpPr>
            <p:nvPr/>
          </p:nvSpPr>
          <p:spPr bwMode="auto">
            <a:xfrm>
              <a:off x="5764213" y="2911475"/>
              <a:ext cx="52387" cy="52388"/>
            </a:xfrm>
            <a:custGeom>
              <a:avLst/>
              <a:gdLst>
                <a:gd name="T0" fmla="*/ 73 w 147"/>
                <a:gd name="T1" fmla="*/ 146 h 147"/>
                <a:gd name="T2" fmla="*/ 73 w 147"/>
                <a:gd name="T3" fmla="*/ 146 h 147"/>
                <a:gd name="T4" fmla="*/ 146 w 147"/>
                <a:gd name="T5" fmla="*/ 73 h 147"/>
                <a:gd name="T6" fmla="*/ 73 w 147"/>
                <a:gd name="T7" fmla="*/ 0 h 147"/>
                <a:gd name="T8" fmla="*/ 0 w 147"/>
                <a:gd name="T9" fmla="*/ 73 h 147"/>
                <a:gd name="T10" fmla="*/ 73 w 147"/>
                <a:gd name="T11" fmla="*/ 146 h 147"/>
                <a:gd name="T12" fmla="*/ 73 w 147"/>
                <a:gd name="T13" fmla="*/ 28 h 147"/>
                <a:gd name="T14" fmla="*/ 73 w 147"/>
                <a:gd name="T15" fmla="*/ 28 h 147"/>
                <a:gd name="T16" fmla="*/ 117 w 147"/>
                <a:gd name="T17" fmla="*/ 73 h 147"/>
                <a:gd name="T18" fmla="*/ 73 w 147"/>
                <a:gd name="T19" fmla="*/ 117 h 147"/>
                <a:gd name="T20" fmla="*/ 29 w 147"/>
                <a:gd name="T21" fmla="*/ 73 h 147"/>
                <a:gd name="T22" fmla="*/ 73 w 147"/>
                <a:gd name="T23" fmla="*/ 2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7">
                  <a:moveTo>
                    <a:pt x="73" y="146"/>
                  </a:moveTo>
                  <a:lnTo>
                    <a:pt x="73" y="146"/>
                  </a:lnTo>
                  <a:cubicBezTo>
                    <a:pt x="115" y="146"/>
                    <a:pt x="146" y="114"/>
                    <a:pt x="146" y="73"/>
                  </a:cubicBezTo>
                  <a:cubicBezTo>
                    <a:pt x="146" y="33"/>
                    <a:pt x="115" y="0"/>
                    <a:pt x="73" y="0"/>
                  </a:cubicBezTo>
                  <a:cubicBezTo>
                    <a:pt x="33" y="0"/>
                    <a:pt x="0" y="33"/>
                    <a:pt x="0" y="73"/>
                  </a:cubicBezTo>
                  <a:cubicBezTo>
                    <a:pt x="0" y="114"/>
                    <a:pt x="33" y="146"/>
                    <a:pt x="73" y="146"/>
                  </a:cubicBezTo>
                  <a:close/>
                  <a:moveTo>
                    <a:pt x="73" y="28"/>
                  </a:moveTo>
                  <a:lnTo>
                    <a:pt x="73" y="28"/>
                  </a:lnTo>
                  <a:cubicBezTo>
                    <a:pt x="98" y="28"/>
                    <a:pt x="117" y="48"/>
                    <a:pt x="117" y="73"/>
                  </a:cubicBezTo>
                  <a:cubicBezTo>
                    <a:pt x="117" y="98"/>
                    <a:pt x="98" y="117"/>
                    <a:pt x="73" y="117"/>
                  </a:cubicBezTo>
                  <a:cubicBezTo>
                    <a:pt x="48" y="117"/>
                    <a:pt x="29" y="98"/>
                    <a:pt x="29" y="73"/>
                  </a:cubicBezTo>
                  <a:cubicBezTo>
                    <a:pt x="29" y="48"/>
                    <a:pt x="48" y="28"/>
                    <a:pt x="73"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77" name="Freeform 144">
              <a:extLst>
                <a:ext uri="{FF2B5EF4-FFF2-40B4-BE49-F238E27FC236}">
                  <a16:creationId xmlns:a16="http://schemas.microsoft.com/office/drawing/2014/main" id="{EF580629-E890-E057-F25B-250378C3413C}"/>
                </a:ext>
              </a:extLst>
            </p:cNvPr>
            <p:cNvSpPr>
              <a:spLocks noChangeArrowheads="1"/>
            </p:cNvSpPr>
            <p:nvPr/>
          </p:nvSpPr>
          <p:spPr bwMode="auto">
            <a:xfrm>
              <a:off x="5880100" y="2911475"/>
              <a:ext cx="53975" cy="52388"/>
            </a:xfrm>
            <a:custGeom>
              <a:avLst/>
              <a:gdLst>
                <a:gd name="T0" fmla="*/ 75 w 149"/>
                <a:gd name="T1" fmla="*/ 0 h 147"/>
                <a:gd name="T2" fmla="*/ 75 w 149"/>
                <a:gd name="T3" fmla="*/ 0 h 147"/>
                <a:gd name="T4" fmla="*/ 0 w 149"/>
                <a:gd name="T5" fmla="*/ 73 h 147"/>
                <a:gd name="T6" fmla="*/ 75 w 149"/>
                <a:gd name="T7" fmla="*/ 146 h 147"/>
                <a:gd name="T8" fmla="*/ 148 w 149"/>
                <a:gd name="T9" fmla="*/ 73 h 147"/>
                <a:gd name="T10" fmla="*/ 75 w 149"/>
                <a:gd name="T11" fmla="*/ 0 h 147"/>
                <a:gd name="T12" fmla="*/ 75 w 149"/>
                <a:gd name="T13" fmla="*/ 117 h 147"/>
                <a:gd name="T14" fmla="*/ 75 w 149"/>
                <a:gd name="T15" fmla="*/ 117 h 147"/>
                <a:gd name="T16" fmla="*/ 31 w 149"/>
                <a:gd name="T17" fmla="*/ 73 h 147"/>
                <a:gd name="T18" fmla="*/ 75 w 149"/>
                <a:gd name="T19" fmla="*/ 28 h 147"/>
                <a:gd name="T20" fmla="*/ 119 w 149"/>
                <a:gd name="T21" fmla="*/ 73 h 147"/>
                <a:gd name="T22" fmla="*/ 75 w 149"/>
                <a:gd name="T23" fmla="*/ 117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75" y="0"/>
                  </a:moveTo>
                  <a:lnTo>
                    <a:pt x="75" y="0"/>
                  </a:lnTo>
                  <a:cubicBezTo>
                    <a:pt x="33" y="0"/>
                    <a:pt x="0" y="33"/>
                    <a:pt x="0" y="73"/>
                  </a:cubicBezTo>
                  <a:cubicBezTo>
                    <a:pt x="0" y="114"/>
                    <a:pt x="33" y="146"/>
                    <a:pt x="75" y="146"/>
                  </a:cubicBezTo>
                  <a:cubicBezTo>
                    <a:pt x="115" y="146"/>
                    <a:pt x="148" y="114"/>
                    <a:pt x="148" y="73"/>
                  </a:cubicBezTo>
                  <a:cubicBezTo>
                    <a:pt x="148" y="33"/>
                    <a:pt x="115" y="0"/>
                    <a:pt x="75" y="0"/>
                  </a:cubicBezTo>
                  <a:close/>
                  <a:moveTo>
                    <a:pt x="75" y="117"/>
                  </a:moveTo>
                  <a:lnTo>
                    <a:pt x="75" y="117"/>
                  </a:lnTo>
                  <a:cubicBezTo>
                    <a:pt x="50" y="117"/>
                    <a:pt x="31" y="98"/>
                    <a:pt x="31" y="73"/>
                  </a:cubicBezTo>
                  <a:cubicBezTo>
                    <a:pt x="31" y="48"/>
                    <a:pt x="50" y="28"/>
                    <a:pt x="75" y="28"/>
                  </a:cubicBezTo>
                  <a:cubicBezTo>
                    <a:pt x="98" y="28"/>
                    <a:pt x="119" y="48"/>
                    <a:pt x="119" y="73"/>
                  </a:cubicBezTo>
                  <a:cubicBezTo>
                    <a:pt x="119" y="98"/>
                    <a:pt x="98" y="117"/>
                    <a:pt x="75"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78" name="Group 180">
            <a:extLst>
              <a:ext uri="{FF2B5EF4-FFF2-40B4-BE49-F238E27FC236}">
                <a16:creationId xmlns:a16="http://schemas.microsoft.com/office/drawing/2014/main" id="{DA9FC57D-626F-FC5B-C02D-43A34769284D}"/>
              </a:ext>
            </a:extLst>
          </p:cNvPr>
          <p:cNvGrpSpPr/>
          <p:nvPr/>
        </p:nvGrpSpPr>
        <p:grpSpPr>
          <a:xfrm>
            <a:off x="7371283" y="2412628"/>
            <a:ext cx="280987" cy="231775"/>
            <a:chOff x="6215063" y="2732088"/>
            <a:chExt cx="280987" cy="231775"/>
          </a:xfrm>
          <a:solidFill>
            <a:schemeClr val="accent4"/>
          </a:solidFill>
        </p:grpSpPr>
        <p:sp>
          <p:nvSpPr>
            <p:cNvPr id="179" name="Freeform 145">
              <a:extLst>
                <a:ext uri="{FF2B5EF4-FFF2-40B4-BE49-F238E27FC236}">
                  <a16:creationId xmlns:a16="http://schemas.microsoft.com/office/drawing/2014/main" id="{122D6737-9CC1-2D69-CB72-5E730746DFFC}"/>
                </a:ext>
              </a:extLst>
            </p:cNvPr>
            <p:cNvSpPr>
              <a:spLocks noChangeArrowheads="1"/>
            </p:cNvSpPr>
            <p:nvPr/>
          </p:nvSpPr>
          <p:spPr bwMode="auto">
            <a:xfrm>
              <a:off x="6421438" y="2752725"/>
              <a:ext cx="74612" cy="11113"/>
            </a:xfrm>
            <a:custGeom>
              <a:avLst/>
              <a:gdLst>
                <a:gd name="T0" fmla="*/ 0 w 208"/>
                <a:gd name="T1" fmla="*/ 13 h 30"/>
                <a:gd name="T2" fmla="*/ 0 w 208"/>
                <a:gd name="T3" fmla="*/ 13 h 30"/>
                <a:gd name="T4" fmla="*/ 15 w 208"/>
                <a:gd name="T5" fmla="*/ 29 h 30"/>
                <a:gd name="T6" fmla="*/ 192 w 208"/>
                <a:gd name="T7" fmla="*/ 29 h 30"/>
                <a:gd name="T8" fmla="*/ 207 w 208"/>
                <a:gd name="T9" fmla="*/ 13 h 30"/>
                <a:gd name="T10" fmla="*/ 192 w 208"/>
                <a:gd name="T11" fmla="*/ 0 h 30"/>
                <a:gd name="T12" fmla="*/ 15 w 208"/>
                <a:gd name="T13" fmla="*/ 0 h 30"/>
                <a:gd name="T14" fmla="*/ 0 w 208"/>
                <a:gd name="T15" fmla="*/ 13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8" h="30">
                  <a:moveTo>
                    <a:pt x="0" y="13"/>
                  </a:moveTo>
                  <a:lnTo>
                    <a:pt x="0" y="13"/>
                  </a:lnTo>
                  <a:cubicBezTo>
                    <a:pt x="0" y="22"/>
                    <a:pt x="7" y="29"/>
                    <a:pt x="15" y="29"/>
                  </a:cubicBezTo>
                  <a:cubicBezTo>
                    <a:pt x="192" y="29"/>
                    <a:pt x="192" y="29"/>
                    <a:pt x="192" y="29"/>
                  </a:cubicBezTo>
                  <a:cubicBezTo>
                    <a:pt x="200" y="29"/>
                    <a:pt x="207" y="22"/>
                    <a:pt x="207" y="13"/>
                  </a:cubicBezTo>
                  <a:cubicBezTo>
                    <a:pt x="207" y="5"/>
                    <a:pt x="200" y="0"/>
                    <a:pt x="192" y="0"/>
                  </a:cubicBezTo>
                  <a:cubicBezTo>
                    <a:pt x="15" y="0"/>
                    <a:pt x="15"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0" name="Freeform 146">
              <a:extLst>
                <a:ext uri="{FF2B5EF4-FFF2-40B4-BE49-F238E27FC236}">
                  <a16:creationId xmlns:a16="http://schemas.microsoft.com/office/drawing/2014/main" id="{83B110DA-74DB-D092-7C5E-D13CBA043989}"/>
                </a:ext>
              </a:extLst>
            </p:cNvPr>
            <p:cNvSpPr>
              <a:spLocks noChangeArrowheads="1"/>
            </p:cNvSpPr>
            <p:nvPr/>
          </p:nvSpPr>
          <p:spPr bwMode="auto">
            <a:xfrm>
              <a:off x="6278563" y="2911475"/>
              <a:ext cx="53975" cy="52388"/>
            </a:xfrm>
            <a:custGeom>
              <a:avLst/>
              <a:gdLst>
                <a:gd name="T0" fmla="*/ 0 w 149"/>
                <a:gd name="T1" fmla="*/ 73 h 147"/>
                <a:gd name="T2" fmla="*/ 0 w 149"/>
                <a:gd name="T3" fmla="*/ 73 h 147"/>
                <a:gd name="T4" fmla="*/ 75 w 149"/>
                <a:gd name="T5" fmla="*/ 146 h 147"/>
                <a:gd name="T6" fmla="*/ 148 w 149"/>
                <a:gd name="T7" fmla="*/ 73 h 147"/>
                <a:gd name="T8" fmla="*/ 75 w 149"/>
                <a:gd name="T9" fmla="*/ 0 h 147"/>
                <a:gd name="T10" fmla="*/ 0 w 149"/>
                <a:gd name="T11" fmla="*/ 73 h 147"/>
                <a:gd name="T12" fmla="*/ 119 w 149"/>
                <a:gd name="T13" fmla="*/ 73 h 147"/>
                <a:gd name="T14" fmla="*/ 119 w 149"/>
                <a:gd name="T15" fmla="*/ 73 h 147"/>
                <a:gd name="T16" fmla="*/ 75 w 149"/>
                <a:gd name="T17" fmla="*/ 117 h 147"/>
                <a:gd name="T18" fmla="*/ 31 w 149"/>
                <a:gd name="T19" fmla="*/ 73 h 147"/>
                <a:gd name="T20" fmla="*/ 75 w 149"/>
                <a:gd name="T21" fmla="*/ 28 h 147"/>
                <a:gd name="T22" fmla="*/ 11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0" y="73"/>
                  </a:moveTo>
                  <a:lnTo>
                    <a:pt x="0" y="73"/>
                  </a:lnTo>
                  <a:cubicBezTo>
                    <a:pt x="0" y="114"/>
                    <a:pt x="33" y="146"/>
                    <a:pt x="75" y="146"/>
                  </a:cubicBezTo>
                  <a:cubicBezTo>
                    <a:pt x="115" y="146"/>
                    <a:pt x="148" y="114"/>
                    <a:pt x="148" y="73"/>
                  </a:cubicBezTo>
                  <a:cubicBezTo>
                    <a:pt x="148" y="33"/>
                    <a:pt x="115" y="0"/>
                    <a:pt x="75" y="0"/>
                  </a:cubicBezTo>
                  <a:cubicBezTo>
                    <a:pt x="33" y="0"/>
                    <a:pt x="0" y="33"/>
                    <a:pt x="0" y="73"/>
                  </a:cubicBezTo>
                  <a:close/>
                  <a:moveTo>
                    <a:pt x="119" y="73"/>
                  </a:moveTo>
                  <a:lnTo>
                    <a:pt x="119" y="73"/>
                  </a:lnTo>
                  <a:cubicBezTo>
                    <a:pt x="119" y="98"/>
                    <a:pt x="98" y="117"/>
                    <a:pt x="75" y="117"/>
                  </a:cubicBezTo>
                  <a:cubicBezTo>
                    <a:pt x="50" y="117"/>
                    <a:pt x="31" y="98"/>
                    <a:pt x="31" y="73"/>
                  </a:cubicBezTo>
                  <a:cubicBezTo>
                    <a:pt x="31" y="48"/>
                    <a:pt x="50" y="28"/>
                    <a:pt x="75" y="28"/>
                  </a:cubicBezTo>
                  <a:cubicBezTo>
                    <a:pt x="98" y="28"/>
                    <a:pt x="119" y="48"/>
                    <a:pt x="11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1" name="Freeform 147">
              <a:extLst>
                <a:ext uri="{FF2B5EF4-FFF2-40B4-BE49-F238E27FC236}">
                  <a16:creationId xmlns:a16="http://schemas.microsoft.com/office/drawing/2014/main" id="{2AA91CFA-AD32-44A5-2CC4-FD736C219B65}"/>
                </a:ext>
              </a:extLst>
            </p:cNvPr>
            <p:cNvSpPr>
              <a:spLocks noChangeArrowheads="1"/>
            </p:cNvSpPr>
            <p:nvPr/>
          </p:nvSpPr>
          <p:spPr bwMode="auto">
            <a:xfrm>
              <a:off x="6396038" y="2911475"/>
              <a:ext cx="53975" cy="52388"/>
            </a:xfrm>
            <a:custGeom>
              <a:avLst/>
              <a:gdLst>
                <a:gd name="T0" fmla="*/ 148 w 149"/>
                <a:gd name="T1" fmla="*/ 73 h 147"/>
                <a:gd name="T2" fmla="*/ 148 w 149"/>
                <a:gd name="T3" fmla="*/ 73 h 147"/>
                <a:gd name="T4" fmla="*/ 73 w 149"/>
                <a:gd name="T5" fmla="*/ 0 h 147"/>
                <a:gd name="T6" fmla="*/ 0 w 149"/>
                <a:gd name="T7" fmla="*/ 73 h 147"/>
                <a:gd name="T8" fmla="*/ 73 w 149"/>
                <a:gd name="T9" fmla="*/ 146 h 147"/>
                <a:gd name="T10" fmla="*/ 148 w 149"/>
                <a:gd name="T11" fmla="*/ 73 h 147"/>
                <a:gd name="T12" fmla="*/ 29 w 149"/>
                <a:gd name="T13" fmla="*/ 73 h 147"/>
                <a:gd name="T14" fmla="*/ 29 w 149"/>
                <a:gd name="T15" fmla="*/ 73 h 147"/>
                <a:gd name="T16" fmla="*/ 73 w 149"/>
                <a:gd name="T17" fmla="*/ 28 h 147"/>
                <a:gd name="T18" fmla="*/ 117 w 149"/>
                <a:gd name="T19" fmla="*/ 73 h 147"/>
                <a:gd name="T20" fmla="*/ 73 w 149"/>
                <a:gd name="T21" fmla="*/ 117 h 147"/>
                <a:gd name="T22" fmla="*/ 29 w 149"/>
                <a:gd name="T23" fmla="*/ 73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7">
                  <a:moveTo>
                    <a:pt x="148" y="73"/>
                  </a:moveTo>
                  <a:lnTo>
                    <a:pt x="148" y="73"/>
                  </a:lnTo>
                  <a:cubicBezTo>
                    <a:pt x="148" y="33"/>
                    <a:pt x="114" y="0"/>
                    <a:pt x="73" y="0"/>
                  </a:cubicBezTo>
                  <a:cubicBezTo>
                    <a:pt x="33" y="0"/>
                    <a:pt x="0" y="33"/>
                    <a:pt x="0" y="73"/>
                  </a:cubicBezTo>
                  <a:cubicBezTo>
                    <a:pt x="0" y="114"/>
                    <a:pt x="33" y="146"/>
                    <a:pt x="73" y="146"/>
                  </a:cubicBezTo>
                  <a:cubicBezTo>
                    <a:pt x="114" y="146"/>
                    <a:pt x="148" y="114"/>
                    <a:pt x="148" y="73"/>
                  </a:cubicBezTo>
                  <a:close/>
                  <a:moveTo>
                    <a:pt x="29" y="73"/>
                  </a:moveTo>
                  <a:lnTo>
                    <a:pt x="29" y="73"/>
                  </a:lnTo>
                  <a:cubicBezTo>
                    <a:pt x="29" y="48"/>
                    <a:pt x="50" y="28"/>
                    <a:pt x="73" y="28"/>
                  </a:cubicBezTo>
                  <a:cubicBezTo>
                    <a:pt x="98" y="28"/>
                    <a:pt x="117" y="48"/>
                    <a:pt x="117" y="73"/>
                  </a:cubicBezTo>
                  <a:cubicBezTo>
                    <a:pt x="117" y="98"/>
                    <a:pt x="98" y="117"/>
                    <a:pt x="73" y="117"/>
                  </a:cubicBezTo>
                  <a:cubicBezTo>
                    <a:pt x="50" y="117"/>
                    <a:pt x="29" y="98"/>
                    <a:pt x="29"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2" name="Freeform 148">
              <a:extLst>
                <a:ext uri="{FF2B5EF4-FFF2-40B4-BE49-F238E27FC236}">
                  <a16:creationId xmlns:a16="http://schemas.microsoft.com/office/drawing/2014/main" id="{D029DE05-E01A-2876-DCD6-3195EA478796}"/>
                </a:ext>
              </a:extLst>
            </p:cNvPr>
            <p:cNvSpPr>
              <a:spLocks noChangeArrowheads="1"/>
            </p:cNvSpPr>
            <p:nvPr/>
          </p:nvSpPr>
          <p:spPr bwMode="auto">
            <a:xfrm>
              <a:off x="6215063" y="2732088"/>
              <a:ext cx="244475" cy="169862"/>
            </a:xfrm>
            <a:custGeom>
              <a:avLst/>
              <a:gdLst>
                <a:gd name="T0" fmla="*/ 267 w 677"/>
                <a:gd name="T1" fmla="*/ 471 h 472"/>
                <a:gd name="T2" fmla="*/ 267 w 677"/>
                <a:gd name="T3" fmla="*/ 471 h 472"/>
                <a:gd name="T4" fmla="*/ 634 w 677"/>
                <a:gd name="T5" fmla="*/ 471 h 472"/>
                <a:gd name="T6" fmla="*/ 650 w 677"/>
                <a:gd name="T7" fmla="*/ 457 h 472"/>
                <a:gd name="T8" fmla="*/ 634 w 677"/>
                <a:gd name="T9" fmla="*/ 442 h 472"/>
                <a:gd name="T10" fmla="*/ 267 w 677"/>
                <a:gd name="T11" fmla="*/ 442 h 472"/>
                <a:gd name="T12" fmla="*/ 224 w 677"/>
                <a:gd name="T13" fmla="*/ 409 h 472"/>
                <a:gd name="T14" fmla="*/ 217 w 677"/>
                <a:gd name="T15" fmla="*/ 383 h 472"/>
                <a:gd name="T16" fmla="*/ 610 w 677"/>
                <a:gd name="T17" fmla="*/ 383 h 472"/>
                <a:gd name="T18" fmla="*/ 654 w 677"/>
                <a:gd name="T19" fmla="*/ 347 h 472"/>
                <a:gd name="T20" fmla="*/ 654 w 677"/>
                <a:gd name="T21" fmla="*/ 347 h 472"/>
                <a:gd name="T22" fmla="*/ 674 w 677"/>
                <a:gd name="T23" fmla="*/ 240 h 472"/>
                <a:gd name="T24" fmla="*/ 663 w 677"/>
                <a:gd name="T25" fmla="*/ 224 h 472"/>
                <a:gd name="T26" fmla="*/ 645 w 677"/>
                <a:gd name="T27" fmla="*/ 235 h 472"/>
                <a:gd name="T28" fmla="*/ 625 w 677"/>
                <a:gd name="T29" fmla="*/ 341 h 472"/>
                <a:gd name="T30" fmla="*/ 625 w 677"/>
                <a:gd name="T31" fmla="*/ 341 h 472"/>
                <a:gd name="T32" fmla="*/ 610 w 677"/>
                <a:gd name="T33" fmla="*/ 354 h 472"/>
                <a:gd name="T34" fmla="*/ 210 w 677"/>
                <a:gd name="T35" fmla="*/ 354 h 472"/>
                <a:gd name="T36" fmla="*/ 139 w 677"/>
                <a:gd name="T37" fmla="*/ 89 h 472"/>
                <a:gd name="T38" fmla="*/ 502 w 677"/>
                <a:gd name="T39" fmla="*/ 89 h 472"/>
                <a:gd name="T40" fmla="*/ 517 w 677"/>
                <a:gd name="T41" fmla="*/ 73 h 472"/>
                <a:gd name="T42" fmla="*/ 502 w 677"/>
                <a:gd name="T43" fmla="*/ 60 h 472"/>
                <a:gd name="T44" fmla="*/ 132 w 677"/>
                <a:gd name="T45" fmla="*/ 60 h 472"/>
                <a:gd name="T46" fmla="*/ 125 w 677"/>
                <a:gd name="T47" fmla="*/ 33 h 472"/>
                <a:gd name="T48" fmla="*/ 82 w 677"/>
                <a:gd name="T49" fmla="*/ 0 h 472"/>
                <a:gd name="T50" fmla="*/ 16 w 677"/>
                <a:gd name="T51" fmla="*/ 0 h 472"/>
                <a:gd name="T52" fmla="*/ 0 w 677"/>
                <a:gd name="T53" fmla="*/ 15 h 472"/>
                <a:gd name="T54" fmla="*/ 16 w 677"/>
                <a:gd name="T55" fmla="*/ 29 h 472"/>
                <a:gd name="T56" fmla="*/ 16 w 677"/>
                <a:gd name="T57" fmla="*/ 29 h 472"/>
                <a:gd name="T58" fmla="*/ 82 w 677"/>
                <a:gd name="T59" fmla="*/ 29 h 472"/>
                <a:gd name="T60" fmla="*/ 96 w 677"/>
                <a:gd name="T61" fmla="*/ 40 h 472"/>
                <a:gd name="T62" fmla="*/ 197 w 677"/>
                <a:gd name="T63" fmla="*/ 417 h 472"/>
                <a:gd name="T64" fmla="*/ 267 w 677"/>
                <a:gd name="T65" fmla="*/ 471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7" h="472">
                  <a:moveTo>
                    <a:pt x="267" y="471"/>
                  </a:moveTo>
                  <a:lnTo>
                    <a:pt x="267" y="471"/>
                  </a:lnTo>
                  <a:cubicBezTo>
                    <a:pt x="634" y="471"/>
                    <a:pt x="634" y="471"/>
                    <a:pt x="634" y="471"/>
                  </a:cubicBezTo>
                  <a:cubicBezTo>
                    <a:pt x="643" y="471"/>
                    <a:pt x="650" y="466"/>
                    <a:pt x="650" y="457"/>
                  </a:cubicBezTo>
                  <a:cubicBezTo>
                    <a:pt x="650" y="449"/>
                    <a:pt x="643" y="442"/>
                    <a:pt x="634" y="442"/>
                  </a:cubicBezTo>
                  <a:cubicBezTo>
                    <a:pt x="267" y="442"/>
                    <a:pt x="267" y="442"/>
                    <a:pt x="267" y="442"/>
                  </a:cubicBezTo>
                  <a:cubicBezTo>
                    <a:pt x="248" y="442"/>
                    <a:pt x="230" y="428"/>
                    <a:pt x="224" y="409"/>
                  </a:cubicBezTo>
                  <a:cubicBezTo>
                    <a:pt x="217" y="383"/>
                    <a:pt x="217" y="383"/>
                    <a:pt x="217" y="383"/>
                  </a:cubicBezTo>
                  <a:cubicBezTo>
                    <a:pt x="610" y="383"/>
                    <a:pt x="610" y="383"/>
                    <a:pt x="610" y="383"/>
                  </a:cubicBezTo>
                  <a:cubicBezTo>
                    <a:pt x="632" y="383"/>
                    <a:pt x="650" y="368"/>
                    <a:pt x="654" y="347"/>
                  </a:cubicBezTo>
                  <a:lnTo>
                    <a:pt x="654" y="347"/>
                  </a:lnTo>
                  <a:cubicBezTo>
                    <a:pt x="674" y="240"/>
                    <a:pt x="674" y="240"/>
                    <a:pt x="674" y="240"/>
                  </a:cubicBezTo>
                  <a:cubicBezTo>
                    <a:pt x="676" y="232"/>
                    <a:pt x="672" y="225"/>
                    <a:pt x="663" y="224"/>
                  </a:cubicBezTo>
                  <a:cubicBezTo>
                    <a:pt x="655" y="222"/>
                    <a:pt x="648" y="227"/>
                    <a:pt x="645" y="235"/>
                  </a:cubicBezTo>
                  <a:cubicBezTo>
                    <a:pt x="625" y="341"/>
                    <a:pt x="625" y="341"/>
                    <a:pt x="625" y="341"/>
                  </a:cubicBezTo>
                  <a:lnTo>
                    <a:pt x="625" y="341"/>
                  </a:lnTo>
                  <a:cubicBezTo>
                    <a:pt x="623" y="348"/>
                    <a:pt x="616" y="354"/>
                    <a:pt x="610" y="354"/>
                  </a:cubicBezTo>
                  <a:cubicBezTo>
                    <a:pt x="210" y="354"/>
                    <a:pt x="210" y="354"/>
                    <a:pt x="210" y="354"/>
                  </a:cubicBezTo>
                  <a:cubicBezTo>
                    <a:pt x="139" y="89"/>
                    <a:pt x="139" y="89"/>
                    <a:pt x="139" y="89"/>
                  </a:cubicBezTo>
                  <a:cubicBezTo>
                    <a:pt x="502" y="89"/>
                    <a:pt x="502" y="89"/>
                    <a:pt x="502" y="89"/>
                  </a:cubicBezTo>
                  <a:cubicBezTo>
                    <a:pt x="510" y="89"/>
                    <a:pt x="517" y="82"/>
                    <a:pt x="517" y="73"/>
                  </a:cubicBezTo>
                  <a:cubicBezTo>
                    <a:pt x="517" y="65"/>
                    <a:pt x="510" y="60"/>
                    <a:pt x="502" y="60"/>
                  </a:cubicBezTo>
                  <a:cubicBezTo>
                    <a:pt x="132" y="60"/>
                    <a:pt x="132" y="60"/>
                    <a:pt x="132" y="60"/>
                  </a:cubicBezTo>
                  <a:cubicBezTo>
                    <a:pt x="125" y="33"/>
                    <a:pt x="125" y="33"/>
                    <a:pt x="125" y="33"/>
                  </a:cubicBezTo>
                  <a:cubicBezTo>
                    <a:pt x="119" y="14"/>
                    <a:pt x="101" y="0"/>
                    <a:pt x="82" y="0"/>
                  </a:cubicBezTo>
                  <a:cubicBezTo>
                    <a:pt x="16" y="0"/>
                    <a:pt x="16" y="0"/>
                    <a:pt x="16" y="0"/>
                  </a:cubicBezTo>
                  <a:cubicBezTo>
                    <a:pt x="7" y="0"/>
                    <a:pt x="0" y="7"/>
                    <a:pt x="0" y="15"/>
                  </a:cubicBezTo>
                  <a:cubicBezTo>
                    <a:pt x="0" y="24"/>
                    <a:pt x="7" y="29"/>
                    <a:pt x="16" y="29"/>
                  </a:cubicBezTo>
                  <a:lnTo>
                    <a:pt x="16" y="29"/>
                  </a:lnTo>
                  <a:cubicBezTo>
                    <a:pt x="82" y="29"/>
                    <a:pt x="82" y="29"/>
                    <a:pt x="82" y="29"/>
                  </a:cubicBezTo>
                  <a:cubicBezTo>
                    <a:pt x="89" y="29"/>
                    <a:pt x="94" y="35"/>
                    <a:pt x="96" y="40"/>
                  </a:cubicBezTo>
                  <a:cubicBezTo>
                    <a:pt x="197" y="417"/>
                    <a:pt x="197" y="417"/>
                    <a:pt x="197" y="417"/>
                  </a:cubicBezTo>
                  <a:cubicBezTo>
                    <a:pt x="205" y="449"/>
                    <a:pt x="234" y="471"/>
                    <a:pt x="267" y="4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183" name="Group 185">
            <a:extLst>
              <a:ext uri="{FF2B5EF4-FFF2-40B4-BE49-F238E27FC236}">
                <a16:creationId xmlns:a16="http://schemas.microsoft.com/office/drawing/2014/main" id="{40B868A9-4B18-87E1-BFA3-BD00E4F284ED}"/>
              </a:ext>
            </a:extLst>
          </p:cNvPr>
          <p:cNvGrpSpPr/>
          <p:nvPr/>
        </p:nvGrpSpPr>
        <p:grpSpPr>
          <a:xfrm>
            <a:off x="8858770" y="3791372"/>
            <a:ext cx="2035175" cy="138112"/>
            <a:chOff x="7702550" y="4100513"/>
            <a:chExt cx="2035175" cy="138112"/>
          </a:xfrm>
          <a:solidFill>
            <a:schemeClr val="accent4"/>
          </a:solidFill>
        </p:grpSpPr>
        <p:sp>
          <p:nvSpPr>
            <p:cNvPr id="184" name="Freeform 149">
              <a:extLst>
                <a:ext uri="{FF2B5EF4-FFF2-40B4-BE49-F238E27FC236}">
                  <a16:creationId xmlns:a16="http://schemas.microsoft.com/office/drawing/2014/main" id="{404ABA9D-FDC8-8201-2F08-115985404159}"/>
                </a:ext>
              </a:extLst>
            </p:cNvPr>
            <p:cNvSpPr>
              <a:spLocks noChangeArrowheads="1"/>
            </p:cNvSpPr>
            <p:nvPr/>
          </p:nvSpPr>
          <p:spPr bwMode="auto">
            <a:xfrm>
              <a:off x="7702550" y="4103688"/>
              <a:ext cx="68263" cy="133350"/>
            </a:xfrm>
            <a:custGeom>
              <a:avLst/>
              <a:gdLst>
                <a:gd name="T0" fmla="*/ 35 w 191"/>
                <a:gd name="T1" fmla="*/ 199 h 372"/>
                <a:gd name="T2" fmla="*/ 170 w 191"/>
                <a:gd name="T3" fmla="*/ 199 h 372"/>
                <a:gd name="T4" fmla="*/ 170 w 191"/>
                <a:gd name="T5" fmla="*/ 168 h 372"/>
                <a:gd name="T6" fmla="*/ 35 w 191"/>
                <a:gd name="T7" fmla="*/ 168 h 372"/>
                <a:gd name="T8" fmla="*/ 35 w 191"/>
                <a:gd name="T9" fmla="*/ 32 h 372"/>
                <a:gd name="T10" fmla="*/ 181 w 191"/>
                <a:gd name="T11" fmla="*/ 32 h 372"/>
                <a:gd name="T12" fmla="*/ 181 w 191"/>
                <a:gd name="T13" fmla="*/ 0 h 372"/>
                <a:gd name="T14" fmla="*/ 0 w 191"/>
                <a:gd name="T15" fmla="*/ 0 h 372"/>
                <a:gd name="T16" fmla="*/ 0 w 191"/>
                <a:gd name="T17" fmla="*/ 371 h 372"/>
                <a:gd name="T18" fmla="*/ 190 w 191"/>
                <a:gd name="T19" fmla="*/ 371 h 372"/>
                <a:gd name="T20" fmla="*/ 190 w 191"/>
                <a:gd name="T21" fmla="*/ 340 h 372"/>
                <a:gd name="T22" fmla="*/ 35 w 191"/>
                <a:gd name="T23" fmla="*/ 340 h 372"/>
                <a:gd name="T24" fmla="*/ 35 w 191"/>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2">
                  <a:moveTo>
                    <a:pt x="35" y="199"/>
                  </a:moveTo>
                  <a:lnTo>
                    <a:pt x="170" y="199"/>
                  </a:lnTo>
                  <a:lnTo>
                    <a:pt x="170" y="168"/>
                  </a:lnTo>
                  <a:lnTo>
                    <a:pt x="35" y="168"/>
                  </a:lnTo>
                  <a:lnTo>
                    <a:pt x="35" y="32"/>
                  </a:lnTo>
                  <a:lnTo>
                    <a:pt x="181" y="32"/>
                  </a:lnTo>
                  <a:lnTo>
                    <a:pt x="181" y="0"/>
                  </a:lnTo>
                  <a:lnTo>
                    <a:pt x="0" y="0"/>
                  </a:lnTo>
                  <a:lnTo>
                    <a:pt x="0" y="371"/>
                  </a:lnTo>
                  <a:lnTo>
                    <a:pt x="190" y="371"/>
                  </a:lnTo>
                  <a:lnTo>
                    <a:pt x="190"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5" name="Freeform 150">
              <a:extLst>
                <a:ext uri="{FF2B5EF4-FFF2-40B4-BE49-F238E27FC236}">
                  <a16:creationId xmlns:a16="http://schemas.microsoft.com/office/drawing/2014/main" id="{9FAE8962-A31B-20CA-A23F-2EF954EDC3E9}"/>
                </a:ext>
              </a:extLst>
            </p:cNvPr>
            <p:cNvSpPr>
              <a:spLocks noChangeArrowheads="1"/>
            </p:cNvSpPr>
            <p:nvPr/>
          </p:nvSpPr>
          <p:spPr bwMode="auto">
            <a:xfrm>
              <a:off x="7799388" y="4103688"/>
              <a:ext cx="131762" cy="133350"/>
            </a:xfrm>
            <a:custGeom>
              <a:avLst/>
              <a:gdLst>
                <a:gd name="T0" fmla="*/ 44 w 364"/>
                <a:gd name="T1" fmla="*/ 87 h 372"/>
                <a:gd name="T2" fmla="*/ 44 w 364"/>
                <a:gd name="T3" fmla="*/ 87 h 372"/>
                <a:gd name="T4" fmla="*/ 174 w 364"/>
                <a:gd name="T5" fmla="*/ 371 h 372"/>
                <a:gd name="T6" fmla="*/ 189 w 364"/>
                <a:gd name="T7" fmla="*/ 371 h 372"/>
                <a:gd name="T8" fmla="*/ 319 w 364"/>
                <a:gd name="T9" fmla="*/ 85 h 372"/>
                <a:gd name="T10" fmla="*/ 325 w 364"/>
                <a:gd name="T11" fmla="*/ 72 h 372"/>
                <a:gd name="T12" fmla="*/ 331 w 364"/>
                <a:gd name="T13" fmla="*/ 51 h 372"/>
                <a:gd name="T14" fmla="*/ 331 w 364"/>
                <a:gd name="T15" fmla="*/ 51 h 372"/>
                <a:gd name="T16" fmla="*/ 329 w 364"/>
                <a:gd name="T17" fmla="*/ 114 h 372"/>
                <a:gd name="T18" fmla="*/ 329 w 364"/>
                <a:gd name="T19" fmla="*/ 371 h 372"/>
                <a:gd name="T20" fmla="*/ 363 w 364"/>
                <a:gd name="T21" fmla="*/ 371 h 372"/>
                <a:gd name="T22" fmla="*/ 363 w 364"/>
                <a:gd name="T23" fmla="*/ 0 h 372"/>
                <a:gd name="T24" fmla="*/ 325 w 364"/>
                <a:gd name="T25" fmla="*/ 0 h 372"/>
                <a:gd name="T26" fmla="*/ 197 w 364"/>
                <a:gd name="T27" fmla="*/ 279 h 372"/>
                <a:gd name="T28" fmla="*/ 189 w 364"/>
                <a:gd name="T29" fmla="*/ 298 h 372"/>
                <a:gd name="T30" fmla="*/ 182 w 364"/>
                <a:gd name="T31" fmla="*/ 316 h 372"/>
                <a:gd name="T32" fmla="*/ 181 w 364"/>
                <a:gd name="T33" fmla="*/ 316 h 372"/>
                <a:gd name="T34" fmla="*/ 174 w 364"/>
                <a:gd name="T35" fmla="*/ 297 h 372"/>
                <a:gd name="T36" fmla="*/ 167 w 364"/>
                <a:gd name="T37" fmla="*/ 279 h 372"/>
                <a:gd name="T38" fmla="*/ 41 w 364"/>
                <a:gd name="T39" fmla="*/ 0 h 372"/>
                <a:gd name="T40" fmla="*/ 0 w 364"/>
                <a:gd name="T41" fmla="*/ 0 h 372"/>
                <a:gd name="T42" fmla="*/ 0 w 364"/>
                <a:gd name="T43" fmla="*/ 371 h 372"/>
                <a:gd name="T44" fmla="*/ 33 w 364"/>
                <a:gd name="T45" fmla="*/ 371 h 372"/>
                <a:gd name="T46" fmla="*/ 33 w 364"/>
                <a:gd name="T47" fmla="*/ 112 h 372"/>
                <a:gd name="T48" fmla="*/ 33 w 364"/>
                <a:gd name="T49" fmla="*/ 78 h 372"/>
                <a:gd name="T50" fmla="*/ 32 w 364"/>
                <a:gd name="T51" fmla="*/ 51 h 372"/>
                <a:gd name="T52" fmla="*/ 33 w 364"/>
                <a:gd name="T53" fmla="*/ 51 h 372"/>
                <a:gd name="T54" fmla="*/ 44 w 364"/>
                <a:gd name="T55" fmla="*/ 87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4" h="372">
                  <a:moveTo>
                    <a:pt x="44" y="87"/>
                  </a:moveTo>
                  <a:lnTo>
                    <a:pt x="44" y="87"/>
                  </a:lnTo>
                  <a:cubicBezTo>
                    <a:pt x="174" y="371"/>
                    <a:pt x="174" y="371"/>
                    <a:pt x="174" y="371"/>
                  </a:cubicBezTo>
                  <a:cubicBezTo>
                    <a:pt x="189" y="371"/>
                    <a:pt x="189" y="371"/>
                    <a:pt x="189" y="371"/>
                  </a:cubicBezTo>
                  <a:cubicBezTo>
                    <a:pt x="319" y="85"/>
                    <a:pt x="319" y="85"/>
                    <a:pt x="319" y="85"/>
                  </a:cubicBezTo>
                  <a:cubicBezTo>
                    <a:pt x="320" y="83"/>
                    <a:pt x="322" y="77"/>
                    <a:pt x="325" y="72"/>
                  </a:cubicBezTo>
                  <a:cubicBezTo>
                    <a:pt x="326" y="66"/>
                    <a:pt x="329" y="59"/>
                    <a:pt x="331" y="51"/>
                  </a:cubicBezTo>
                  <a:lnTo>
                    <a:pt x="331" y="51"/>
                  </a:lnTo>
                  <a:cubicBezTo>
                    <a:pt x="330" y="81"/>
                    <a:pt x="329" y="102"/>
                    <a:pt x="329" y="114"/>
                  </a:cubicBezTo>
                  <a:cubicBezTo>
                    <a:pt x="329" y="371"/>
                    <a:pt x="329" y="371"/>
                    <a:pt x="329" y="371"/>
                  </a:cubicBezTo>
                  <a:cubicBezTo>
                    <a:pt x="363" y="371"/>
                    <a:pt x="363" y="371"/>
                    <a:pt x="363" y="371"/>
                  </a:cubicBezTo>
                  <a:cubicBezTo>
                    <a:pt x="363" y="0"/>
                    <a:pt x="363" y="0"/>
                    <a:pt x="363" y="0"/>
                  </a:cubicBezTo>
                  <a:cubicBezTo>
                    <a:pt x="325" y="0"/>
                    <a:pt x="325" y="0"/>
                    <a:pt x="325" y="0"/>
                  </a:cubicBezTo>
                  <a:cubicBezTo>
                    <a:pt x="197" y="279"/>
                    <a:pt x="197" y="279"/>
                    <a:pt x="197" y="279"/>
                  </a:cubicBezTo>
                  <a:cubicBezTo>
                    <a:pt x="193" y="286"/>
                    <a:pt x="192" y="293"/>
                    <a:pt x="189" y="298"/>
                  </a:cubicBezTo>
                  <a:cubicBezTo>
                    <a:pt x="188" y="304"/>
                    <a:pt x="185" y="309"/>
                    <a:pt x="182" y="316"/>
                  </a:cubicBezTo>
                  <a:cubicBezTo>
                    <a:pt x="181" y="316"/>
                    <a:pt x="181" y="316"/>
                    <a:pt x="181" y="316"/>
                  </a:cubicBezTo>
                  <a:cubicBezTo>
                    <a:pt x="180" y="309"/>
                    <a:pt x="177" y="304"/>
                    <a:pt x="174" y="297"/>
                  </a:cubicBezTo>
                  <a:cubicBezTo>
                    <a:pt x="173" y="291"/>
                    <a:pt x="170" y="284"/>
                    <a:pt x="167" y="279"/>
                  </a:cubicBezTo>
                  <a:cubicBezTo>
                    <a:pt x="41" y="0"/>
                    <a:pt x="41" y="0"/>
                    <a:pt x="41" y="0"/>
                  </a:cubicBezTo>
                  <a:cubicBezTo>
                    <a:pt x="0" y="0"/>
                    <a:pt x="0" y="0"/>
                    <a:pt x="0" y="0"/>
                  </a:cubicBezTo>
                  <a:cubicBezTo>
                    <a:pt x="0" y="371"/>
                    <a:pt x="0" y="371"/>
                    <a:pt x="0" y="371"/>
                  </a:cubicBezTo>
                  <a:cubicBezTo>
                    <a:pt x="33" y="371"/>
                    <a:pt x="33" y="371"/>
                    <a:pt x="33" y="371"/>
                  </a:cubicBezTo>
                  <a:cubicBezTo>
                    <a:pt x="33" y="112"/>
                    <a:pt x="33" y="112"/>
                    <a:pt x="33" y="112"/>
                  </a:cubicBezTo>
                  <a:cubicBezTo>
                    <a:pt x="33" y="99"/>
                    <a:pt x="33" y="88"/>
                    <a:pt x="33" y="78"/>
                  </a:cubicBezTo>
                  <a:cubicBezTo>
                    <a:pt x="33" y="67"/>
                    <a:pt x="33" y="59"/>
                    <a:pt x="32" y="51"/>
                  </a:cubicBezTo>
                  <a:cubicBezTo>
                    <a:pt x="33" y="51"/>
                    <a:pt x="33" y="51"/>
                    <a:pt x="33" y="51"/>
                  </a:cubicBezTo>
                  <a:cubicBezTo>
                    <a:pt x="37" y="66"/>
                    <a:pt x="41" y="78"/>
                    <a:pt x="44"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6" name="Freeform 151">
              <a:extLst>
                <a:ext uri="{FF2B5EF4-FFF2-40B4-BE49-F238E27FC236}">
                  <a16:creationId xmlns:a16="http://schemas.microsoft.com/office/drawing/2014/main" id="{220ABCF6-EB75-C72A-50DB-BA4D80958B48}"/>
                </a:ext>
              </a:extLst>
            </p:cNvPr>
            <p:cNvSpPr>
              <a:spLocks noChangeArrowheads="1"/>
            </p:cNvSpPr>
            <p:nvPr/>
          </p:nvSpPr>
          <p:spPr bwMode="auto">
            <a:xfrm>
              <a:off x="7956550" y="4100513"/>
              <a:ext cx="127000" cy="138112"/>
            </a:xfrm>
            <a:custGeom>
              <a:avLst/>
              <a:gdLst>
                <a:gd name="T0" fmla="*/ 304 w 351"/>
                <a:gd name="T1" fmla="*/ 53 h 385"/>
                <a:gd name="T2" fmla="*/ 304 w 351"/>
                <a:gd name="T3" fmla="*/ 53 h 385"/>
                <a:gd name="T4" fmla="*/ 252 w 351"/>
                <a:gd name="T5" fmla="*/ 14 h 385"/>
                <a:gd name="T6" fmla="*/ 181 w 351"/>
                <a:gd name="T7" fmla="*/ 0 h 385"/>
                <a:gd name="T8" fmla="*/ 104 w 351"/>
                <a:gd name="T9" fmla="*/ 14 h 385"/>
                <a:gd name="T10" fmla="*/ 49 w 351"/>
                <a:gd name="T11" fmla="*/ 54 h 385"/>
                <a:gd name="T12" fmla="*/ 13 w 351"/>
                <a:gd name="T13" fmla="*/ 116 h 385"/>
                <a:gd name="T14" fmla="*/ 0 w 351"/>
                <a:gd name="T15" fmla="*/ 196 h 385"/>
                <a:gd name="T16" fmla="*/ 13 w 351"/>
                <a:gd name="T17" fmla="*/ 270 h 385"/>
                <a:gd name="T18" fmla="*/ 47 w 351"/>
                <a:gd name="T19" fmla="*/ 329 h 385"/>
                <a:gd name="T20" fmla="*/ 103 w 351"/>
                <a:gd name="T21" fmla="*/ 369 h 385"/>
                <a:gd name="T22" fmla="*/ 174 w 351"/>
                <a:gd name="T23" fmla="*/ 384 h 385"/>
                <a:gd name="T24" fmla="*/ 249 w 351"/>
                <a:gd name="T25" fmla="*/ 369 h 385"/>
                <a:gd name="T26" fmla="*/ 304 w 351"/>
                <a:gd name="T27" fmla="*/ 328 h 385"/>
                <a:gd name="T28" fmla="*/ 339 w 351"/>
                <a:gd name="T29" fmla="*/ 264 h 385"/>
                <a:gd name="T30" fmla="*/ 350 w 351"/>
                <a:gd name="T31" fmla="*/ 187 h 385"/>
                <a:gd name="T32" fmla="*/ 339 w 351"/>
                <a:gd name="T33" fmla="*/ 112 h 385"/>
                <a:gd name="T34" fmla="*/ 304 w 351"/>
                <a:gd name="T35" fmla="*/ 53 h 385"/>
                <a:gd name="T36" fmla="*/ 306 w 351"/>
                <a:gd name="T37" fmla="*/ 256 h 385"/>
                <a:gd name="T38" fmla="*/ 306 w 351"/>
                <a:gd name="T39" fmla="*/ 256 h 385"/>
                <a:gd name="T40" fmla="*/ 279 w 351"/>
                <a:gd name="T41" fmla="*/ 307 h 385"/>
                <a:gd name="T42" fmla="*/ 235 w 351"/>
                <a:gd name="T43" fmla="*/ 340 h 385"/>
                <a:gd name="T44" fmla="*/ 174 w 351"/>
                <a:gd name="T45" fmla="*/ 352 h 385"/>
                <a:gd name="T46" fmla="*/ 114 w 351"/>
                <a:gd name="T47" fmla="*/ 339 h 385"/>
                <a:gd name="T48" fmla="*/ 71 w 351"/>
                <a:gd name="T49" fmla="*/ 304 h 385"/>
                <a:gd name="T50" fmla="*/ 45 w 351"/>
                <a:gd name="T51" fmla="*/ 253 h 385"/>
                <a:gd name="T52" fmla="*/ 36 w 351"/>
                <a:gd name="T53" fmla="*/ 192 h 385"/>
                <a:gd name="T54" fmla="*/ 46 w 351"/>
                <a:gd name="T55" fmla="*/ 130 h 385"/>
                <a:gd name="T56" fmla="*/ 74 w 351"/>
                <a:gd name="T57" fmla="*/ 79 h 385"/>
                <a:gd name="T58" fmla="*/ 118 w 351"/>
                <a:gd name="T59" fmla="*/ 44 h 385"/>
                <a:gd name="T60" fmla="*/ 177 w 351"/>
                <a:gd name="T61" fmla="*/ 31 h 385"/>
                <a:gd name="T62" fmla="*/ 239 w 351"/>
                <a:gd name="T63" fmla="*/ 44 h 385"/>
                <a:gd name="T64" fmla="*/ 282 w 351"/>
                <a:gd name="T65" fmla="*/ 79 h 385"/>
                <a:gd name="T66" fmla="*/ 307 w 351"/>
                <a:gd name="T67" fmla="*/ 130 h 385"/>
                <a:gd name="T68" fmla="*/ 314 w 351"/>
                <a:gd name="T69" fmla="*/ 192 h 385"/>
                <a:gd name="T70" fmla="*/ 306 w 351"/>
                <a:gd name="T71" fmla="*/ 256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3"/>
                  </a:moveTo>
                  <a:lnTo>
                    <a:pt x="304" y="53"/>
                  </a:lnTo>
                  <a:cubicBezTo>
                    <a:pt x="291" y="36"/>
                    <a:pt x="273" y="24"/>
                    <a:pt x="252" y="14"/>
                  </a:cubicBezTo>
                  <a:cubicBezTo>
                    <a:pt x="231" y="4"/>
                    <a:pt x="208" y="0"/>
                    <a:pt x="181" y="0"/>
                  </a:cubicBezTo>
                  <a:cubicBezTo>
                    <a:pt x="152" y="0"/>
                    <a:pt x="128" y="4"/>
                    <a:pt x="104" y="14"/>
                  </a:cubicBezTo>
                  <a:cubicBezTo>
                    <a:pt x="82" y="24"/>
                    <a:pt x="64" y="38"/>
                    <a:pt x="49" y="54"/>
                  </a:cubicBezTo>
                  <a:cubicBezTo>
                    <a:pt x="32" y="71"/>
                    <a:pt x="21" y="91"/>
                    <a:pt x="13" y="116"/>
                  </a:cubicBezTo>
                  <a:cubicBezTo>
                    <a:pt x="5" y="140"/>
                    <a:pt x="0" y="167"/>
                    <a:pt x="0" y="196"/>
                  </a:cubicBezTo>
                  <a:cubicBezTo>
                    <a:pt x="0" y="223"/>
                    <a:pt x="5" y="246"/>
                    <a:pt x="13" y="270"/>
                  </a:cubicBezTo>
                  <a:cubicBezTo>
                    <a:pt x="21" y="292"/>
                    <a:pt x="32" y="312"/>
                    <a:pt x="47" y="329"/>
                  </a:cubicBezTo>
                  <a:cubicBezTo>
                    <a:pt x="63" y="346"/>
                    <a:pt x="81" y="359"/>
                    <a:pt x="103" y="369"/>
                  </a:cubicBezTo>
                  <a:cubicBezTo>
                    <a:pt x="123" y="379"/>
                    <a:pt x="147" y="384"/>
                    <a:pt x="174" y="384"/>
                  </a:cubicBezTo>
                  <a:cubicBezTo>
                    <a:pt x="202" y="384"/>
                    <a:pt x="228" y="379"/>
                    <a:pt x="249" y="369"/>
                  </a:cubicBezTo>
                  <a:cubicBezTo>
                    <a:pt x="271" y="359"/>
                    <a:pt x="291" y="346"/>
                    <a:pt x="304" y="328"/>
                  </a:cubicBezTo>
                  <a:cubicBezTo>
                    <a:pt x="320" y="310"/>
                    <a:pt x="331" y="289"/>
                    <a:pt x="339" y="264"/>
                  </a:cubicBezTo>
                  <a:cubicBezTo>
                    <a:pt x="347" y="241"/>
                    <a:pt x="350" y="214"/>
                    <a:pt x="350" y="187"/>
                  </a:cubicBezTo>
                  <a:cubicBezTo>
                    <a:pt x="350" y="159"/>
                    <a:pt x="346" y="134"/>
                    <a:pt x="339" y="112"/>
                  </a:cubicBezTo>
                  <a:cubicBezTo>
                    <a:pt x="331" y="89"/>
                    <a:pt x="320" y="69"/>
                    <a:pt x="304" y="53"/>
                  </a:cubicBezTo>
                  <a:close/>
                  <a:moveTo>
                    <a:pt x="306" y="256"/>
                  </a:moveTo>
                  <a:lnTo>
                    <a:pt x="306" y="256"/>
                  </a:lnTo>
                  <a:cubicBezTo>
                    <a:pt x="299" y="275"/>
                    <a:pt x="291" y="293"/>
                    <a:pt x="279" y="307"/>
                  </a:cubicBezTo>
                  <a:cubicBezTo>
                    <a:pt x="267" y="321"/>
                    <a:pt x="252" y="332"/>
                    <a:pt x="235" y="340"/>
                  </a:cubicBezTo>
                  <a:cubicBezTo>
                    <a:pt x="217" y="348"/>
                    <a:pt x="197" y="352"/>
                    <a:pt x="174" y="352"/>
                  </a:cubicBezTo>
                  <a:cubicBezTo>
                    <a:pt x="151" y="352"/>
                    <a:pt x="130" y="348"/>
                    <a:pt x="114" y="339"/>
                  </a:cubicBezTo>
                  <a:cubicBezTo>
                    <a:pt x="96" y="330"/>
                    <a:pt x="82" y="318"/>
                    <a:pt x="71" y="304"/>
                  </a:cubicBezTo>
                  <a:cubicBezTo>
                    <a:pt x="60" y="289"/>
                    <a:pt x="50" y="272"/>
                    <a:pt x="45" y="253"/>
                  </a:cubicBezTo>
                  <a:cubicBezTo>
                    <a:pt x="39" y="234"/>
                    <a:pt x="36" y="213"/>
                    <a:pt x="36" y="192"/>
                  </a:cubicBezTo>
                  <a:cubicBezTo>
                    <a:pt x="38" y="170"/>
                    <a:pt x="41" y="149"/>
                    <a:pt x="46" y="130"/>
                  </a:cubicBezTo>
                  <a:cubicBezTo>
                    <a:pt x="53" y="111"/>
                    <a:pt x="61" y="93"/>
                    <a:pt x="74" y="79"/>
                  </a:cubicBezTo>
                  <a:cubicBezTo>
                    <a:pt x="86" y="64"/>
                    <a:pt x="100" y="53"/>
                    <a:pt x="118" y="44"/>
                  </a:cubicBezTo>
                  <a:cubicBezTo>
                    <a:pt x="134" y="35"/>
                    <a:pt x="155" y="31"/>
                    <a:pt x="177" y="31"/>
                  </a:cubicBezTo>
                  <a:cubicBezTo>
                    <a:pt x="201" y="31"/>
                    <a:pt x="221" y="35"/>
                    <a:pt x="239" y="44"/>
                  </a:cubicBezTo>
                  <a:cubicBezTo>
                    <a:pt x="256" y="53"/>
                    <a:pt x="271" y="64"/>
                    <a:pt x="282" y="79"/>
                  </a:cubicBezTo>
                  <a:cubicBezTo>
                    <a:pt x="293" y="93"/>
                    <a:pt x="302" y="111"/>
                    <a:pt x="307" y="130"/>
                  </a:cubicBezTo>
                  <a:cubicBezTo>
                    <a:pt x="311" y="149"/>
                    <a:pt x="314" y="170"/>
                    <a:pt x="314" y="192"/>
                  </a:cubicBezTo>
                  <a:cubicBezTo>
                    <a:pt x="314" y="214"/>
                    <a:pt x="311" y="236"/>
                    <a:pt x="306"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7" name="Freeform 152">
              <a:extLst>
                <a:ext uri="{FF2B5EF4-FFF2-40B4-BE49-F238E27FC236}">
                  <a16:creationId xmlns:a16="http://schemas.microsoft.com/office/drawing/2014/main" id="{9620E1F4-594C-5793-C53B-109A22C797D4}"/>
                </a:ext>
              </a:extLst>
            </p:cNvPr>
            <p:cNvSpPr>
              <a:spLocks noChangeArrowheads="1"/>
            </p:cNvSpPr>
            <p:nvPr/>
          </p:nvSpPr>
          <p:spPr bwMode="auto">
            <a:xfrm>
              <a:off x="8086725" y="4103688"/>
              <a:ext cx="90488" cy="133350"/>
            </a:xfrm>
            <a:custGeom>
              <a:avLst/>
              <a:gdLst>
                <a:gd name="T0" fmla="*/ 0 w 250"/>
                <a:gd name="T1" fmla="*/ 32 h 372"/>
                <a:gd name="T2" fmla="*/ 108 w 250"/>
                <a:gd name="T3" fmla="*/ 32 h 372"/>
                <a:gd name="T4" fmla="*/ 108 w 250"/>
                <a:gd name="T5" fmla="*/ 371 h 372"/>
                <a:gd name="T6" fmla="*/ 142 w 250"/>
                <a:gd name="T7" fmla="*/ 371 h 372"/>
                <a:gd name="T8" fmla="*/ 142 w 250"/>
                <a:gd name="T9" fmla="*/ 32 h 372"/>
                <a:gd name="T10" fmla="*/ 249 w 250"/>
                <a:gd name="T11" fmla="*/ 32 h 372"/>
                <a:gd name="T12" fmla="*/ 249 w 250"/>
                <a:gd name="T13" fmla="*/ 0 h 372"/>
                <a:gd name="T14" fmla="*/ 0 w 250"/>
                <a:gd name="T15" fmla="*/ 0 h 372"/>
                <a:gd name="T16" fmla="*/ 0 w 250"/>
                <a:gd name="T17" fmla="*/ 3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2">
                  <a:moveTo>
                    <a:pt x="0" y="32"/>
                  </a:moveTo>
                  <a:lnTo>
                    <a:pt x="108" y="32"/>
                  </a:lnTo>
                  <a:lnTo>
                    <a:pt x="108" y="371"/>
                  </a:lnTo>
                  <a:lnTo>
                    <a:pt x="142" y="371"/>
                  </a:lnTo>
                  <a:lnTo>
                    <a:pt x="142" y="32"/>
                  </a:lnTo>
                  <a:lnTo>
                    <a:pt x="249" y="32"/>
                  </a:lnTo>
                  <a:lnTo>
                    <a:pt x="249"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8" name="Freeform 153">
              <a:extLst>
                <a:ext uri="{FF2B5EF4-FFF2-40B4-BE49-F238E27FC236}">
                  <a16:creationId xmlns:a16="http://schemas.microsoft.com/office/drawing/2014/main" id="{6D6FE96D-313D-38C3-6FA2-B68937BE2618}"/>
                </a:ext>
              </a:extLst>
            </p:cNvPr>
            <p:cNvSpPr>
              <a:spLocks noChangeArrowheads="1"/>
            </p:cNvSpPr>
            <p:nvPr/>
          </p:nvSpPr>
          <p:spPr bwMode="auto">
            <a:xfrm>
              <a:off x="8199438" y="4103688"/>
              <a:ext cx="12700" cy="133350"/>
            </a:xfrm>
            <a:custGeom>
              <a:avLst/>
              <a:gdLst>
                <a:gd name="T0" fmla="*/ 0 w 35"/>
                <a:gd name="T1" fmla="*/ 371 h 372"/>
                <a:gd name="T2" fmla="*/ 34 w 35"/>
                <a:gd name="T3" fmla="*/ 371 h 372"/>
                <a:gd name="T4" fmla="*/ 34 w 35"/>
                <a:gd name="T5" fmla="*/ 0 h 372"/>
                <a:gd name="T6" fmla="*/ 0 w 35"/>
                <a:gd name="T7" fmla="*/ 0 h 372"/>
                <a:gd name="T8" fmla="*/ 0 w 35"/>
                <a:gd name="T9" fmla="*/ 371 h 372"/>
              </a:gdLst>
              <a:ahLst/>
              <a:cxnLst>
                <a:cxn ang="0">
                  <a:pos x="T0" y="T1"/>
                </a:cxn>
                <a:cxn ang="0">
                  <a:pos x="T2" y="T3"/>
                </a:cxn>
                <a:cxn ang="0">
                  <a:pos x="T4" y="T5"/>
                </a:cxn>
                <a:cxn ang="0">
                  <a:pos x="T6" y="T7"/>
                </a:cxn>
                <a:cxn ang="0">
                  <a:pos x="T8" y="T9"/>
                </a:cxn>
              </a:cxnLst>
              <a:rect l="0" t="0" r="r" b="b"/>
              <a:pathLst>
                <a:path w="35" h="372">
                  <a:moveTo>
                    <a:pt x="0" y="371"/>
                  </a:moveTo>
                  <a:lnTo>
                    <a:pt x="34" y="371"/>
                  </a:lnTo>
                  <a:lnTo>
                    <a:pt x="34"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89" name="Freeform 154">
              <a:extLst>
                <a:ext uri="{FF2B5EF4-FFF2-40B4-BE49-F238E27FC236}">
                  <a16:creationId xmlns:a16="http://schemas.microsoft.com/office/drawing/2014/main" id="{735C6AFF-C233-034B-2108-23A3ED00D3D3}"/>
                </a:ext>
              </a:extLst>
            </p:cNvPr>
            <p:cNvSpPr>
              <a:spLocks noChangeArrowheads="1"/>
            </p:cNvSpPr>
            <p:nvPr/>
          </p:nvSpPr>
          <p:spPr bwMode="auto">
            <a:xfrm>
              <a:off x="8239125" y="4100513"/>
              <a:ext cx="98425" cy="138112"/>
            </a:xfrm>
            <a:custGeom>
              <a:avLst/>
              <a:gdLst>
                <a:gd name="T0" fmla="*/ 271 w 272"/>
                <a:gd name="T1" fmla="*/ 330 h 385"/>
                <a:gd name="T2" fmla="*/ 271 w 272"/>
                <a:gd name="T3" fmla="*/ 330 h 385"/>
                <a:gd name="T4" fmla="*/ 177 w 272"/>
                <a:gd name="T5" fmla="*/ 352 h 385"/>
                <a:gd name="T6" fmla="*/ 116 w 272"/>
                <a:gd name="T7" fmla="*/ 340 h 385"/>
                <a:gd name="T8" fmla="*/ 72 w 272"/>
                <a:gd name="T9" fmla="*/ 307 h 385"/>
                <a:gd name="T10" fmla="*/ 44 w 272"/>
                <a:gd name="T11" fmla="*/ 257 h 385"/>
                <a:gd name="T12" fmla="*/ 36 w 272"/>
                <a:gd name="T13" fmla="*/ 196 h 385"/>
                <a:gd name="T14" fmla="*/ 46 w 272"/>
                <a:gd name="T15" fmla="*/ 130 h 385"/>
                <a:gd name="T16" fmla="*/ 75 w 272"/>
                <a:gd name="T17" fmla="*/ 78 h 385"/>
                <a:gd name="T18" fmla="*/ 122 w 272"/>
                <a:gd name="T19" fmla="*/ 43 h 385"/>
                <a:gd name="T20" fmla="*/ 186 w 272"/>
                <a:gd name="T21" fmla="*/ 31 h 385"/>
                <a:gd name="T22" fmla="*/ 271 w 272"/>
                <a:gd name="T23" fmla="*/ 51 h 385"/>
                <a:gd name="T24" fmla="*/ 271 w 272"/>
                <a:gd name="T25" fmla="*/ 14 h 385"/>
                <a:gd name="T26" fmla="*/ 186 w 272"/>
                <a:gd name="T27" fmla="*/ 0 h 385"/>
                <a:gd name="T28" fmla="*/ 109 w 272"/>
                <a:gd name="T29" fmla="*/ 15 h 385"/>
                <a:gd name="T30" fmla="*/ 50 w 272"/>
                <a:gd name="T31" fmla="*/ 57 h 385"/>
                <a:gd name="T32" fmla="*/ 12 w 272"/>
                <a:gd name="T33" fmla="*/ 120 h 385"/>
                <a:gd name="T34" fmla="*/ 0 w 272"/>
                <a:gd name="T35" fmla="*/ 199 h 385"/>
                <a:gd name="T36" fmla="*/ 11 w 272"/>
                <a:gd name="T37" fmla="*/ 272 h 385"/>
                <a:gd name="T38" fmla="*/ 47 w 272"/>
                <a:gd name="T39" fmla="*/ 332 h 385"/>
                <a:gd name="T40" fmla="*/ 101 w 272"/>
                <a:gd name="T41" fmla="*/ 370 h 385"/>
                <a:gd name="T42" fmla="*/ 173 w 272"/>
                <a:gd name="T43" fmla="*/ 384 h 385"/>
                <a:gd name="T44" fmla="*/ 271 w 272"/>
                <a:gd name="T45" fmla="*/ 364 h 385"/>
                <a:gd name="T46" fmla="*/ 271 w 272"/>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271" y="330"/>
                  </a:moveTo>
                  <a:lnTo>
                    <a:pt x="271" y="330"/>
                  </a:lnTo>
                  <a:cubicBezTo>
                    <a:pt x="244" y="346"/>
                    <a:pt x="213" y="352"/>
                    <a:pt x="177" y="352"/>
                  </a:cubicBezTo>
                  <a:cubicBezTo>
                    <a:pt x="153" y="352"/>
                    <a:pt x="133" y="348"/>
                    <a:pt x="116" y="340"/>
                  </a:cubicBezTo>
                  <a:cubicBezTo>
                    <a:pt x="98" y="332"/>
                    <a:pt x="83" y="321"/>
                    <a:pt x="72" y="307"/>
                  </a:cubicBezTo>
                  <a:cubicBezTo>
                    <a:pt x="59" y="292"/>
                    <a:pt x="51" y="275"/>
                    <a:pt x="44" y="257"/>
                  </a:cubicBezTo>
                  <a:cubicBezTo>
                    <a:pt x="39" y="238"/>
                    <a:pt x="36" y="217"/>
                    <a:pt x="36" y="196"/>
                  </a:cubicBezTo>
                  <a:cubicBezTo>
                    <a:pt x="36" y="173"/>
                    <a:pt x="39" y="151"/>
                    <a:pt x="46" y="130"/>
                  </a:cubicBezTo>
                  <a:cubicBezTo>
                    <a:pt x="52" y="111"/>
                    <a:pt x="62" y="93"/>
                    <a:pt x="75" y="78"/>
                  </a:cubicBezTo>
                  <a:cubicBezTo>
                    <a:pt x="87" y="64"/>
                    <a:pt x="104" y="51"/>
                    <a:pt x="122" y="43"/>
                  </a:cubicBezTo>
                  <a:cubicBezTo>
                    <a:pt x="141" y="35"/>
                    <a:pt x="162" y="31"/>
                    <a:pt x="186" y="31"/>
                  </a:cubicBezTo>
                  <a:cubicBezTo>
                    <a:pt x="215" y="31"/>
                    <a:pt x="244" y="38"/>
                    <a:pt x="271" y="51"/>
                  </a:cubicBezTo>
                  <a:cubicBezTo>
                    <a:pt x="271" y="14"/>
                    <a:pt x="271" y="14"/>
                    <a:pt x="271" y="14"/>
                  </a:cubicBezTo>
                  <a:cubicBezTo>
                    <a:pt x="246" y="4"/>
                    <a:pt x="218" y="0"/>
                    <a:pt x="186" y="0"/>
                  </a:cubicBezTo>
                  <a:cubicBezTo>
                    <a:pt x="157" y="0"/>
                    <a:pt x="131" y="4"/>
                    <a:pt x="109" y="15"/>
                  </a:cubicBezTo>
                  <a:cubicBezTo>
                    <a:pt x="86" y="25"/>
                    <a:pt x="66" y="39"/>
                    <a:pt x="50" y="57"/>
                  </a:cubicBezTo>
                  <a:cubicBezTo>
                    <a:pt x="33" y="75"/>
                    <a:pt x="21" y="96"/>
                    <a:pt x="12" y="120"/>
                  </a:cubicBezTo>
                  <a:cubicBezTo>
                    <a:pt x="4" y="144"/>
                    <a:pt x="0" y="170"/>
                    <a:pt x="0" y="199"/>
                  </a:cubicBezTo>
                  <a:cubicBezTo>
                    <a:pt x="0" y="225"/>
                    <a:pt x="4" y="250"/>
                    <a:pt x="11" y="272"/>
                  </a:cubicBezTo>
                  <a:cubicBezTo>
                    <a:pt x="19" y="296"/>
                    <a:pt x="32" y="315"/>
                    <a:pt x="47" y="332"/>
                  </a:cubicBezTo>
                  <a:cubicBezTo>
                    <a:pt x="62" y="348"/>
                    <a:pt x="80" y="361"/>
                    <a:pt x="101" y="370"/>
                  </a:cubicBezTo>
                  <a:cubicBezTo>
                    <a:pt x="123" y="379"/>
                    <a:pt x="146" y="384"/>
                    <a:pt x="173" y="384"/>
                  </a:cubicBezTo>
                  <a:cubicBezTo>
                    <a:pt x="210" y="384"/>
                    <a:pt x="243" y="377"/>
                    <a:pt x="271" y="364"/>
                  </a:cubicBezTo>
                  <a:lnTo>
                    <a:pt x="271"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0" name="Freeform 155">
              <a:extLst>
                <a:ext uri="{FF2B5EF4-FFF2-40B4-BE49-F238E27FC236}">
                  <a16:creationId xmlns:a16="http://schemas.microsoft.com/office/drawing/2014/main" id="{37E64CC7-6CD2-9FB8-0088-AF4E16161280}"/>
                </a:ext>
              </a:extLst>
            </p:cNvPr>
            <p:cNvSpPr>
              <a:spLocks noChangeArrowheads="1"/>
            </p:cNvSpPr>
            <p:nvPr/>
          </p:nvSpPr>
          <p:spPr bwMode="auto">
            <a:xfrm>
              <a:off x="8355013" y="4100513"/>
              <a:ext cx="125412" cy="138112"/>
            </a:xfrm>
            <a:custGeom>
              <a:avLst/>
              <a:gdLst>
                <a:gd name="T0" fmla="*/ 250 w 350"/>
                <a:gd name="T1" fmla="*/ 14 h 385"/>
                <a:gd name="T2" fmla="*/ 250 w 350"/>
                <a:gd name="T3" fmla="*/ 14 h 385"/>
                <a:gd name="T4" fmla="*/ 179 w 350"/>
                <a:gd name="T5" fmla="*/ 0 h 385"/>
                <a:gd name="T6" fmla="*/ 103 w 350"/>
                <a:gd name="T7" fmla="*/ 14 h 385"/>
                <a:gd name="T8" fmla="*/ 47 w 350"/>
                <a:gd name="T9" fmla="*/ 54 h 385"/>
                <a:gd name="T10" fmla="*/ 11 w 350"/>
                <a:gd name="T11" fmla="*/ 116 h 385"/>
                <a:gd name="T12" fmla="*/ 0 w 350"/>
                <a:gd name="T13" fmla="*/ 196 h 385"/>
                <a:gd name="T14" fmla="*/ 11 w 350"/>
                <a:gd name="T15" fmla="*/ 270 h 385"/>
                <a:gd name="T16" fmla="*/ 45 w 350"/>
                <a:gd name="T17" fmla="*/ 329 h 385"/>
                <a:gd name="T18" fmla="*/ 101 w 350"/>
                <a:gd name="T19" fmla="*/ 369 h 385"/>
                <a:gd name="T20" fmla="*/ 172 w 350"/>
                <a:gd name="T21" fmla="*/ 384 h 385"/>
                <a:gd name="T22" fmla="*/ 248 w 350"/>
                <a:gd name="T23" fmla="*/ 369 h 385"/>
                <a:gd name="T24" fmla="*/ 304 w 350"/>
                <a:gd name="T25" fmla="*/ 328 h 385"/>
                <a:gd name="T26" fmla="*/ 337 w 350"/>
                <a:gd name="T27" fmla="*/ 264 h 385"/>
                <a:gd name="T28" fmla="*/ 349 w 350"/>
                <a:gd name="T29" fmla="*/ 187 h 385"/>
                <a:gd name="T30" fmla="*/ 337 w 350"/>
                <a:gd name="T31" fmla="*/ 112 h 385"/>
                <a:gd name="T32" fmla="*/ 304 w 350"/>
                <a:gd name="T33" fmla="*/ 53 h 385"/>
                <a:gd name="T34" fmla="*/ 250 w 350"/>
                <a:gd name="T35" fmla="*/ 14 h 385"/>
                <a:gd name="T36" fmla="*/ 313 w 350"/>
                <a:gd name="T37" fmla="*/ 192 h 385"/>
                <a:gd name="T38" fmla="*/ 313 w 350"/>
                <a:gd name="T39" fmla="*/ 192 h 385"/>
                <a:gd name="T40" fmla="*/ 304 w 350"/>
                <a:gd name="T41" fmla="*/ 256 h 385"/>
                <a:gd name="T42" fmla="*/ 277 w 350"/>
                <a:gd name="T43" fmla="*/ 307 h 385"/>
                <a:gd name="T44" fmla="*/ 233 w 350"/>
                <a:gd name="T45" fmla="*/ 340 h 385"/>
                <a:gd name="T46" fmla="*/ 172 w 350"/>
                <a:gd name="T47" fmla="*/ 352 h 385"/>
                <a:gd name="T48" fmla="*/ 112 w 350"/>
                <a:gd name="T49" fmla="*/ 339 h 385"/>
                <a:gd name="T50" fmla="*/ 69 w 350"/>
                <a:gd name="T51" fmla="*/ 304 h 385"/>
                <a:gd name="T52" fmla="*/ 44 w 350"/>
                <a:gd name="T53" fmla="*/ 253 h 385"/>
                <a:gd name="T54" fmla="*/ 36 w 350"/>
                <a:gd name="T55" fmla="*/ 192 h 385"/>
                <a:gd name="T56" fmla="*/ 45 w 350"/>
                <a:gd name="T57" fmla="*/ 130 h 385"/>
                <a:gd name="T58" fmla="*/ 72 w 350"/>
                <a:gd name="T59" fmla="*/ 79 h 385"/>
                <a:gd name="T60" fmla="*/ 116 w 350"/>
                <a:gd name="T61" fmla="*/ 44 h 385"/>
                <a:gd name="T62" fmla="*/ 175 w 350"/>
                <a:gd name="T63" fmla="*/ 31 h 385"/>
                <a:gd name="T64" fmla="*/ 237 w 350"/>
                <a:gd name="T65" fmla="*/ 44 h 385"/>
                <a:gd name="T66" fmla="*/ 280 w 350"/>
                <a:gd name="T67" fmla="*/ 79 h 385"/>
                <a:gd name="T68" fmla="*/ 305 w 350"/>
                <a:gd name="T69" fmla="*/ 130 h 385"/>
                <a:gd name="T70" fmla="*/ 313 w 350"/>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0" h="385">
                  <a:moveTo>
                    <a:pt x="250" y="14"/>
                  </a:moveTo>
                  <a:lnTo>
                    <a:pt x="250" y="14"/>
                  </a:lnTo>
                  <a:cubicBezTo>
                    <a:pt x="229" y="4"/>
                    <a:pt x="206" y="0"/>
                    <a:pt x="179" y="0"/>
                  </a:cubicBezTo>
                  <a:cubicBezTo>
                    <a:pt x="150" y="0"/>
                    <a:pt x="125" y="4"/>
                    <a:pt x="103" y="14"/>
                  </a:cubicBezTo>
                  <a:cubicBezTo>
                    <a:pt x="81" y="24"/>
                    <a:pt x="62" y="38"/>
                    <a:pt x="47" y="54"/>
                  </a:cubicBezTo>
                  <a:cubicBezTo>
                    <a:pt x="32" y="71"/>
                    <a:pt x="19" y="91"/>
                    <a:pt x="11" y="116"/>
                  </a:cubicBezTo>
                  <a:cubicBezTo>
                    <a:pt x="4" y="140"/>
                    <a:pt x="0" y="167"/>
                    <a:pt x="0" y="196"/>
                  </a:cubicBezTo>
                  <a:cubicBezTo>
                    <a:pt x="0" y="223"/>
                    <a:pt x="4" y="246"/>
                    <a:pt x="11" y="270"/>
                  </a:cubicBezTo>
                  <a:cubicBezTo>
                    <a:pt x="19" y="292"/>
                    <a:pt x="30" y="312"/>
                    <a:pt x="45" y="329"/>
                  </a:cubicBezTo>
                  <a:cubicBezTo>
                    <a:pt x="61" y="346"/>
                    <a:pt x="79" y="359"/>
                    <a:pt x="101" y="369"/>
                  </a:cubicBezTo>
                  <a:cubicBezTo>
                    <a:pt x="121" y="379"/>
                    <a:pt x="146" y="384"/>
                    <a:pt x="172" y="384"/>
                  </a:cubicBezTo>
                  <a:cubicBezTo>
                    <a:pt x="201" y="384"/>
                    <a:pt x="226" y="379"/>
                    <a:pt x="248" y="369"/>
                  </a:cubicBezTo>
                  <a:cubicBezTo>
                    <a:pt x="271" y="359"/>
                    <a:pt x="288" y="346"/>
                    <a:pt x="304" y="328"/>
                  </a:cubicBezTo>
                  <a:cubicBezTo>
                    <a:pt x="317" y="310"/>
                    <a:pt x="330" y="289"/>
                    <a:pt x="337" y="264"/>
                  </a:cubicBezTo>
                  <a:cubicBezTo>
                    <a:pt x="345" y="241"/>
                    <a:pt x="349" y="214"/>
                    <a:pt x="349" y="187"/>
                  </a:cubicBezTo>
                  <a:cubicBezTo>
                    <a:pt x="349" y="159"/>
                    <a:pt x="345" y="134"/>
                    <a:pt x="337" y="112"/>
                  </a:cubicBezTo>
                  <a:cubicBezTo>
                    <a:pt x="329" y="89"/>
                    <a:pt x="317" y="69"/>
                    <a:pt x="304" y="53"/>
                  </a:cubicBezTo>
                  <a:cubicBezTo>
                    <a:pt x="288" y="36"/>
                    <a:pt x="271" y="24"/>
                    <a:pt x="250" y="14"/>
                  </a:cubicBezTo>
                  <a:close/>
                  <a:moveTo>
                    <a:pt x="313" y="192"/>
                  </a:moveTo>
                  <a:lnTo>
                    <a:pt x="313" y="192"/>
                  </a:lnTo>
                  <a:cubicBezTo>
                    <a:pt x="313" y="214"/>
                    <a:pt x="309" y="236"/>
                    <a:pt x="304" y="256"/>
                  </a:cubicBezTo>
                  <a:cubicBezTo>
                    <a:pt x="298" y="275"/>
                    <a:pt x="288" y="293"/>
                    <a:pt x="277" y="307"/>
                  </a:cubicBezTo>
                  <a:cubicBezTo>
                    <a:pt x="265" y="321"/>
                    <a:pt x="251" y="332"/>
                    <a:pt x="233" y="340"/>
                  </a:cubicBezTo>
                  <a:cubicBezTo>
                    <a:pt x="215" y="348"/>
                    <a:pt x="196" y="352"/>
                    <a:pt x="172" y="352"/>
                  </a:cubicBezTo>
                  <a:cubicBezTo>
                    <a:pt x="149" y="352"/>
                    <a:pt x="130" y="348"/>
                    <a:pt x="112" y="339"/>
                  </a:cubicBezTo>
                  <a:cubicBezTo>
                    <a:pt x="95" y="330"/>
                    <a:pt x="80" y="318"/>
                    <a:pt x="69" y="304"/>
                  </a:cubicBezTo>
                  <a:cubicBezTo>
                    <a:pt x="58" y="289"/>
                    <a:pt x="50" y="272"/>
                    <a:pt x="44" y="253"/>
                  </a:cubicBezTo>
                  <a:cubicBezTo>
                    <a:pt x="38" y="234"/>
                    <a:pt x="36" y="213"/>
                    <a:pt x="36" y="192"/>
                  </a:cubicBezTo>
                  <a:cubicBezTo>
                    <a:pt x="36" y="170"/>
                    <a:pt x="38" y="149"/>
                    <a:pt x="45" y="130"/>
                  </a:cubicBezTo>
                  <a:cubicBezTo>
                    <a:pt x="51" y="111"/>
                    <a:pt x="61" y="93"/>
                    <a:pt x="72" y="79"/>
                  </a:cubicBezTo>
                  <a:cubicBezTo>
                    <a:pt x="84" y="64"/>
                    <a:pt x="98" y="53"/>
                    <a:pt x="116" y="44"/>
                  </a:cubicBezTo>
                  <a:cubicBezTo>
                    <a:pt x="132" y="35"/>
                    <a:pt x="153" y="31"/>
                    <a:pt x="175" y="31"/>
                  </a:cubicBezTo>
                  <a:cubicBezTo>
                    <a:pt x="200" y="31"/>
                    <a:pt x="221" y="35"/>
                    <a:pt x="237" y="44"/>
                  </a:cubicBezTo>
                  <a:cubicBezTo>
                    <a:pt x="255" y="53"/>
                    <a:pt x="269" y="64"/>
                    <a:pt x="280" y="79"/>
                  </a:cubicBezTo>
                  <a:cubicBezTo>
                    <a:pt x="291" y="93"/>
                    <a:pt x="300" y="111"/>
                    <a:pt x="305" y="130"/>
                  </a:cubicBezTo>
                  <a:cubicBezTo>
                    <a:pt x="311" y="149"/>
                    <a:pt x="313" y="170"/>
                    <a:pt x="313"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1" name="Freeform 156">
              <a:extLst>
                <a:ext uri="{FF2B5EF4-FFF2-40B4-BE49-F238E27FC236}">
                  <a16:creationId xmlns:a16="http://schemas.microsoft.com/office/drawing/2014/main" id="{12A6416C-DF3B-8C78-D852-A06D7D9FDA08}"/>
                </a:ext>
              </a:extLst>
            </p:cNvPr>
            <p:cNvSpPr>
              <a:spLocks noChangeArrowheads="1"/>
            </p:cNvSpPr>
            <p:nvPr/>
          </p:nvSpPr>
          <p:spPr bwMode="auto">
            <a:xfrm>
              <a:off x="8505825" y="4103688"/>
              <a:ext cx="104775" cy="133350"/>
            </a:xfrm>
            <a:custGeom>
              <a:avLst/>
              <a:gdLst>
                <a:gd name="T0" fmla="*/ 256 w 292"/>
                <a:gd name="T1" fmla="*/ 276 h 372"/>
                <a:gd name="T2" fmla="*/ 256 w 292"/>
                <a:gd name="T3" fmla="*/ 276 h 372"/>
                <a:gd name="T4" fmla="*/ 257 w 292"/>
                <a:gd name="T5" fmla="*/ 299 h 372"/>
                <a:gd name="T6" fmla="*/ 259 w 292"/>
                <a:gd name="T7" fmla="*/ 319 h 372"/>
                <a:gd name="T8" fmla="*/ 257 w 292"/>
                <a:gd name="T9" fmla="*/ 319 h 372"/>
                <a:gd name="T10" fmla="*/ 250 w 292"/>
                <a:gd name="T11" fmla="*/ 308 h 372"/>
                <a:gd name="T12" fmla="*/ 242 w 292"/>
                <a:gd name="T13" fmla="*/ 294 h 372"/>
                <a:gd name="T14" fmla="*/ 39 w 292"/>
                <a:gd name="T15" fmla="*/ 0 h 372"/>
                <a:gd name="T16" fmla="*/ 0 w 292"/>
                <a:gd name="T17" fmla="*/ 0 h 372"/>
                <a:gd name="T18" fmla="*/ 0 w 292"/>
                <a:gd name="T19" fmla="*/ 371 h 372"/>
                <a:gd name="T20" fmla="*/ 35 w 292"/>
                <a:gd name="T21" fmla="*/ 371 h 372"/>
                <a:gd name="T22" fmla="*/ 35 w 292"/>
                <a:gd name="T23" fmla="*/ 84 h 372"/>
                <a:gd name="T24" fmla="*/ 35 w 292"/>
                <a:gd name="T25" fmla="*/ 63 h 372"/>
                <a:gd name="T26" fmla="*/ 34 w 292"/>
                <a:gd name="T27" fmla="*/ 49 h 372"/>
                <a:gd name="T28" fmla="*/ 35 w 292"/>
                <a:gd name="T29" fmla="*/ 49 h 372"/>
                <a:gd name="T30" fmla="*/ 42 w 292"/>
                <a:gd name="T31" fmla="*/ 62 h 372"/>
                <a:gd name="T32" fmla="*/ 49 w 292"/>
                <a:gd name="T33" fmla="*/ 73 h 372"/>
                <a:gd name="T34" fmla="*/ 256 w 292"/>
                <a:gd name="T35" fmla="*/ 371 h 372"/>
                <a:gd name="T36" fmla="*/ 291 w 292"/>
                <a:gd name="T37" fmla="*/ 371 h 372"/>
                <a:gd name="T38" fmla="*/ 291 w 292"/>
                <a:gd name="T39" fmla="*/ 0 h 372"/>
                <a:gd name="T40" fmla="*/ 256 w 292"/>
                <a:gd name="T41" fmla="*/ 0 h 372"/>
                <a:gd name="T42" fmla="*/ 256 w 292"/>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2" h="372">
                  <a:moveTo>
                    <a:pt x="256" y="276"/>
                  </a:moveTo>
                  <a:lnTo>
                    <a:pt x="256" y="276"/>
                  </a:lnTo>
                  <a:cubicBezTo>
                    <a:pt x="256" y="284"/>
                    <a:pt x="256" y="293"/>
                    <a:pt x="257" y="299"/>
                  </a:cubicBezTo>
                  <a:cubicBezTo>
                    <a:pt x="257" y="306"/>
                    <a:pt x="257" y="313"/>
                    <a:pt x="259" y="319"/>
                  </a:cubicBezTo>
                  <a:cubicBezTo>
                    <a:pt x="257" y="319"/>
                    <a:pt x="257" y="319"/>
                    <a:pt x="257" y="319"/>
                  </a:cubicBezTo>
                  <a:cubicBezTo>
                    <a:pt x="255" y="315"/>
                    <a:pt x="253" y="312"/>
                    <a:pt x="250" y="308"/>
                  </a:cubicBezTo>
                  <a:cubicBezTo>
                    <a:pt x="248" y="304"/>
                    <a:pt x="245" y="299"/>
                    <a:pt x="242" y="294"/>
                  </a:cubicBezTo>
                  <a:cubicBezTo>
                    <a:pt x="39" y="0"/>
                    <a:pt x="39" y="0"/>
                    <a:pt x="39"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5" y="63"/>
                  </a:cubicBezTo>
                  <a:cubicBezTo>
                    <a:pt x="35" y="58"/>
                    <a:pt x="35" y="54"/>
                    <a:pt x="34" y="49"/>
                  </a:cubicBezTo>
                  <a:cubicBezTo>
                    <a:pt x="35" y="49"/>
                    <a:pt x="35" y="49"/>
                    <a:pt x="35" y="49"/>
                  </a:cubicBezTo>
                  <a:cubicBezTo>
                    <a:pt x="36" y="54"/>
                    <a:pt x="39" y="58"/>
                    <a:pt x="42" y="62"/>
                  </a:cubicBezTo>
                  <a:cubicBezTo>
                    <a:pt x="45" y="66"/>
                    <a:pt x="46" y="69"/>
                    <a:pt x="49" y="73"/>
                  </a:cubicBezTo>
                  <a:cubicBezTo>
                    <a:pt x="256" y="371"/>
                    <a:pt x="256" y="371"/>
                    <a:pt x="256" y="371"/>
                  </a:cubicBezTo>
                  <a:cubicBezTo>
                    <a:pt x="291" y="371"/>
                    <a:pt x="291" y="371"/>
                    <a:pt x="291" y="371"/>
                  </a:cubicBezTo>
                  <a:cubicBezTo>
                    <a:pt x="291" y="0"/>
                    <a:pt x="291" y="0"/>
                    <a:pt x="291"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2" name="Freeform 157">
              <a:extLst>
                <a:ext uri="{FF2B5EF4-FFF2-40B4-BE49-F238E27FC236}">
                  <a16:creationId xmlns:a16="http://schemas.microsoft.com/office/drawing/2014/main" id="{12E24607-1B2D-25C5-E422-AC26F4FEDDCF}"/>
                </a:ext>
              </a:extLst>
            </p:cNvPr>
            <p:cNvSpPr>
              <a:spLocks noChangeArrowheads="1"/>
            </p:cNvSpPr>
            <p:nvPr/>
          </p:nvSpPr>
          <p:spPr bwMode="auto">
            <a:xfrm>
              <a:off x="8640763" y="4100513"/>
              <a:ext cx="76200" cy="138112"/>
            </a:xfrm>
            <a:custGeom>
              <a:avLst/>
              <a:gdLst>
                <a:gd name="T0" fmla="*/ 187 w 211"/>
                <a:gd name="T1" fmla="*/ 227 h 384"/>
                <a:gd name="T2" fmla="*/ 187 w 211"/>
                <a:gd name="T3" fmla="*/ 227 h 384"/>
                <a:gd name="T4" fmla="*/ 158 w 211"/>
                <a:gd name="T5" fmla="*/ 202 h 384"/>
                <a:gd name="T6" fmla="*/ 118 w 211"/>
                <a:gd name="T7" fmla="*/ 177 h 384"/>
                <a:gd name="T8" fmla="*/ 80 w 211"/>
                <a:gd name="T9" fmla="*/ 156 h 384"/>
                <a:gd name="T10" fmla="*/ 56 w 211"/>
                <a:gd name="T11" fmla="*/ 138 h 384"/>
                <a:gd name="T12" fmla="*/ 42 w 211"/>
                <a:gd name="T13" fmla="*/ 118 h 384"/>
                <a:gd name="T14" fmla="*/ 38 w 211"/>
                <a:gd name="T15" fmla="*/ 93 h 384"/>
                <a:gd name="T16" fmla="*/ 43 w 211"/>
                <a:gd name="T17" fmla="*/ 67 h 384"/>
                <a:gd name="T18" fmla="*/ 61 w 211"/>
                <a:gd name="T19" fmla="*/ 47 h 384"/>
                <a:gd name="T20" fmla="*/ 86 w 211"/>
                <a:gd name="T21" fmla="*/ 35 h 384"/>
                <a:gd name="T22" fmla="*/ 118 w 211"/>
                <a:gd name="T23" fmla="*/ 31 h 384"/>
                <a:gd name="T24" fmla="*/ 195 w 211"/>
                <a:gd name="T25" fmla="*/ 50 h 384"/>
                <a:gd name="T26" fmla="*/ 195 w 211"/>
                <a:gd name="T27" fmla="*/ 11 h 384"/>
                <a:gd name="T28" fmla="*/ 122 w 211"/>
                <a:gd name="T29" fmla="*/ 0 h 384"/>
                <a:gd name="T30" fmla="*/ 75 w 211"/>
                <a:gd name="T31" fmla="*/ 6 h 384"/>
                <a:gd name="T32" fmla="*/ 36 w 211"/>
                <a:gd name="T33" fmla="*/ 25 h 384"/>
                <a:gd name="T34" fmla="*/ 11 w 211"/>
                <a:gd name="T35" fmla="*/ 55 h 384"/>
                <a:gd name="T36" fmla="*/ 2 w 211"/>
                <a:gd name="T37" fmla="*/ 97 h 384"/>
                <a:gd name="T38" fmla="*/ 6 w 211"/>
                <a:gd name="T39" fmla="*/ 129 h 384"/>
                <a:gd name="T40" fmla="*/ 22 w 211"/>
                <a:gd name="T41" fmla="*/ 155 h 384"/>
                <a:gd name="T42" fmla="*/ 50 w 211"/>
                <a:gd name="T43" fmla="*/ 178 h 384"/>
                <a:gd name="T44" fmla="*/ 90 w 211"/>
                <a:gd name="T45" fmla="*/ 202 h 384"/>
                <a:gd name="T46" fmla="*/ 127 w 211"/>
                <a:gd name="T47" fmla="*/ 224 h 384"/>
                <a:gd name="T48" fmla="*/ 154 w 211"/>
                <a:gd name="T49" fmla="*/ 243 h 384"/>
                <a:gd name="T50" fmla="*/ 169 w 211"/>
                <a:gd name="T51" fmla="*/ 264 h 384"/>
                <a:gd name="T52" fmla="*/ 174 w 211"/>
                <a:gd name="T53" fmla="*/ 289 h 384"/>
                <a:gd name="T54" fmla="*/ 154 w 211"/>
                <a:gd name="T55" fmla="*/ 336 h 384"/>
                <a:gd name="T56" fmla="*/ 90 w 211"/>
                <a:gd name="T57" fmla="*/ 352 h 384"/>
                <a:gd name="T58" fmla="*/ 67 w 211"/>
                <a:gd name="T59" fmla="*/ 351 h 384"/>
                <a:gd name="T60" fmla="*/ 43 w 211"/>
                <a:gd name="T61" fmla="*/ 344 h 384"/>
                <a:gd name="T62" fmla="*/ 21 w 211"/>
                <a:gd name="T63" fmla="*/ 336 h 384"/>
                <a:gd name="T64" fmla="*/ 0 w 211"/>
                <a:gd name="T65" fmla="*/ 323 h 384"/>
                <a:gd name="T66" fmla="*/ 0 w 211"/>
                <a:gd name="T67" fmla="*/ 364 h 384"/>
                <a:gd name="T68" fmla="*/ 18 w 211"/>
                <a:gd name="T69" fmla="*/ 372 h 384"/>
                <a:gd name="T70" fmla="*/ 42 w 211"/>
                <a:gd name="T71" fmla="*/ 377 h 384"/>
                <a:gd name="T72" fmla="*/ 67 w 211"/>
                <a:gd name="T73" fmla="*/ 381 h 384"/>
                <a:gd name="T74" fmla="*/ 87 w 211"/>
                <a:gd name="T75" fmla="*/ 383 h 384"/>
                <a:gd name="T76" fmla="*/ 137 w 211"/>
                <a:gd name="T77" fmla="*/ 377 h 384"/>
                <a:gd name="T78" fmla="*/ 176 w 211"/>
                <a:gd name="T79" fmla="*/ 359 h 384"/>
                <a:gd name="T80" fmla="*/ 201 w 211"/>
                <a:gd name="T81" fmla="*/ 328 h 384"/>
                <a:gd name="T82" fmla="*/ 210 w 211"/>
                <a:gd name="T83" fmla="*/ 285 h 384"/>
                <a:gd name="T84" fmla="*/ 205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80" y="217"/>
                    <a:pt x="170" y="209"/>
                    <a:pt x="158" y="202"/>
                  </a:cubicBezTo>
                  <a:cubicBezTo>
                    <a:pt x="147" y="194"/>
                    <a:pt x="133" y="185"/>
                    <a:pt x="118" y="177"/>
                  </a:cubicBezTo>
                  <a:cubicBezTo>
                    <a:pt x="103" y="169"/>
                    <a:pt x="90" y="162"/>
                    <a:pt x="80" y="156"/>
                  </a:cubicBezTo>
                  <a:cubicBezTo>
                    <a:pt x="69" y="149"/>
                    <a:pt x="61" y="144"/>
                    <a:pt x="56" y="138"/>
                  </a:cubicBezTo>
                  <a:cubicBezTo>
                    <a:pt x="49" y="131"/>
                    <a:pt x="45" y="125"/>
                    <a:pt x="42" y="118"/>
                  </a:cubicBezTo>
                  <a:cubicBezTo>
                    <a:pt x="39" y="111"/>
                    <a:pt x="38" y="102"/>
                    <a:pt x="38" y="93"/>
                  </a:cubicBezTo>
                  <a:cubicBezTo>
                    <a:pt x="38" y="83"/>
                    <a:pt x="39" y="73"/>
                    <a:pt x="43" y="67"/>
                  </a:cubicBezTo>
                  <a:cubicBezTo>
                    <a:pt x="47" y="58"/>
                    <a:pt x="53" y="51"/>
                    <a:pt x="61" y="47"/>
                  </a:cubicBezTo>
                  <a:cubicBezTo>
                    <a:pt x="68" y="42"/>
                    <a:pt x="76" y="38"/>
                    <a:pt x="86" y="35"/>
                  </a:cubicBezTo>
                  <a:cubicBezTo>
                    <a:pt x="96" y="32"/>
                    <a:pt x="107" y="31"/>
                    <a:pt x="118" y="31"/>
                  </a:cubicBezTo>
                  <a:cubicBezTo>
                    <a:pt x="147" y="31"/>
                    <a:pt x="173" y="38"/>
                    <a:pt x="195" y="50"/>
                  </a:cubicBezTo>
                  <a:cubicBezTo>
                    <a:pt x="195" y="11"/>
                    <a:pt x="195" y="11"/>
                    <a:pt x="195" y="11"/>
                  </a:cubicBezTo>
                  <a:cubicBezTo>
                    <a:pt x="176" y="4"/>
                    <a:pt x="151" y="0"/>
                    <a:pt x="122" y="0"/>
                  </a:cubicBezTo>
                  <a:cubicBezTo>
                    <a:pt x="105" y="0"/>
                    <a:pt x="89" y="2"/>
                    <a:pt x="75" y="6"/>
                  </a:cubicBezTo>
                  <a:cubicBezTo>
                    <a:pt x="60" y="11"/>
                    <a:pt x="47" y="17"/>
                    <a:pt x="36" y="25"/>
                  </a:cubicBezTo>
                  <a:cubicBezTo>
                    <a:pt x="25" y="33"/>
                    <a:pt x="17" y="44"/>
                    <a:pt x="11" y="55"/>
                  </a:cubicBezTo>
                  <a:cubicBezTo>
                    <a:pt x="5" y="68"/>
                    <a:pt x="2" y="82"/>
                    <a:pt x="2" y="97"/>
                  </a:cubicBezTo>
                  <a:cubicBezTo>
                    <a:pt x="2" y="108"/>
                    <a:pt x="3" y="119"/>
                    <a:pt x="6" y="129"/>
                  </a:cubicBezTo>
                  <a:cubicBezTo>
                    <a:pt x="10" y="138"/>
                    <a:pt x="14" y="147"/>
                    <a:pt x="22" y="155"/>
                  </a:cubicBezTo>
                  <a:cubicBezTo>
                    <a:pt x="29" y="162"/>
                    <a:pt x="39" y="170"/>
                    <a:pt x="50" y="178"/>
                  </a:cubicBezTo>
                  <a:cubicBezTo>
                    <a:pt x="61" y="185"/>
                    <a:pt x="75" y="194"/>
                    <a:pt x="90" y="202"/>
                  </a:cubicBezTo>
                  <a:cubicBezTo>
                    <a:pt x="105" y="210"/>
                    <a:pt x="118" y="217"/>
                    <a:pt x="127" y="224"/>
                  </a:cubicBezTo>
                  <a:cubicBezTo>
                    <a:pt x="139" y="230"/>
                    <a:pt x="147" y="236"/>
                    <a:pt x="154" y="243"/>
                  </a:cubicBezTo>
                  <a:cubicBezTo>
                    <a:pt x="161" y="249"/>
                    <a:pt x="166" y="256"/>
                    <a:pt x="169" y="264"/>
                  </a:cubicBezTo>
                  <a:cubicBezTo>
                    <a:pt x="173" y="271"/>
                    <a:pt x="174" y="279"/>
                    <a:pt x="174" y="289"/>
                  </a:cubicBezTo>
                  <a:cubicBezTo>
                    <a:pt x="174" y="310"/>
                    <a:pt x="168" y="325"/>
                    <a:pt x="154" y="336"/>
                  </a:cubicBezTo>
                  <a:cubicBezTo>
                    <a:pt x="140" y="347"/>
                    <a:pt x="118" y="352"/>
                    <a:pt x="90" y="352"/>
                  </a:cubicBezTo>
                  <a:cubicBezTo>
                    <a:pt x="83" y="352"/>
                    <a:pt x="75" y="351"/>
                    <a:pt x="67" y="351"/>
                  </a:cubicBezTo>
                  <a:cubicBezTo>
                    <a:pt x="60" y="350"/>
                    <a:pt x="51" y="347"/>
                    <a:pt x="43" y="344"/>
                  </a:cubicBezTo>
                  <a:cubicBezTo>
                    <a:pt x="36" y="343"/>
                    <a:pt x="28" y="339"/>
                    <a:pt x="21" y="336"/>
                  </a:cubicBezTo>
                  <a:cubicBezTo>
                    <a:pt x="13" y="332"/>
                    <a:pt x="6" y="328"/>
                    <a:pt x="0" y="323"/>
                  </a:cubicBezTo>
                  <a:cubicBezTo>
                    <a:pt x="0" y="364"/>
                    <a:pt x="0" y="364"/>
                    <a:pt x="0" y="364"/>
                  </a:cubicBezTo>
                  <a:cubicBezTo>
                    <a:pt x="5" y="366"/>
                    <a:pt x="10" y="369"/>
                    <a:pt x="18" y="372"/>
                  </a:cubicBezTo>
                  <a:cubicBezTo>
                    <a:pt x="25" y="375"/>
                    <a:pt x="34" y="376"/>
                    <a:pt x="42" y="377"/>
                  </a:cubicBezTo>
                  <a:cubicBezTo>
                    <a:pt x="50" y="380"/>
                    <a:pt x="58" y="381"/>
                    <a:pt x="67" y="381"/>
                  </a:cubicBezTo>
                  <a:cubicBezTo>
                    <a:pt x="75" y="383"/>
                    <a:pt x="82" y="383"/>
                    <a:pt x="87" y="383"/>
                  </a:cubicBezTo>
                  <a:cubicBezTo>
                    <a:pt x="105" y="383"/>
                    <a:pt x="122" y="381"/>
                    <a:pt x="137" y="377"/>
                  </a:cubicBezTo>
                  <a:cubicBezTo>
                    <a:pt x="152" y="373"/>
                    <a:pt x="165" y="368"/>
                    <a:pt x="176" y="359"/>
                  </a:cubicBezTo>
                  <a:cubicBezTo>
                    <a:pt x="187" y="351"/>
                    <a:pt x="195" y="340"/>
                    <a:pt x="201" y="328"/>
                  </a:cubicBezTo>
                  <a:cubicBezTo>
                    <a:pt x="208" y="315"/>
                    <a:pt x="210" y="301"/>
                    <a:pt x="210" y="285"/>
                  </a:cubicBezTo>
                  <a:cubicBezTo>
                    <a:pt x="210" y="274"/>
                    <a:pt x="209" y="263"/>
                    <a:pt x="205" y="253"/>
                  </a:cubicBezTo>
                  <a:cubicBezTo>
                    <a:pt x="201" y="243"/>
                    <a:pt x="195"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3" name="Freeform 158">
              <a:extLst>
                <a:ext uri="{FF2B5EF4-FFF2-40B4-BE49-F238E27FC236}">
                  <a16:creationId xmlns:a16="http://schemas.microsoft.com/office/drawing/2014/main" id="{80026631-C65B-065A-6C02-D2237467E4B6}"/>
                </a:ext>
              </a:extLst>
            </p:cNvPr>
            <p:cNvSpPr>
              <a:spLocks noChangeArrowheads="1"/>
            </p:cNvSpPr>
            <p:nvPr/>
          </p:nvSpPr>
          <p:spPr bwMode="auto">
            <a:xfrm>
              <a:off x="8796338" y="4103688"/>
              <a:ext cx="66675" cy="133350"/>
            </a:xfrm>
            <a:custGeom>
              <a:avLst/>
              <a:gdLst>
                <a:gd name="T0" fmla="*/ 183 w 184"/>
                <a:gd name="T1" fmla="*/ 340 h 372"/>
                <a:gd name="T2" fmla="*/ 34 w 184"/>
                <a:gd name="T3" fmla="*/ 340 h 372"/>
                <a:gd name="T4" fmla="*/ 34 w 184"/>
                <a:gd name="T5" fmla="*/ 0 h 372"/>
                <a:gd name="T6" fmla="*/ 0 w 184"/>
                <a:gd name="T7" fmla="*/ 0 h 372"/>
                <a:gd name="T8" fmla="*/ 0 w 184"/>
                <a:gd name="T9" fmla="*/ 371 h 372"/>
                <a:gd name="T10" fmla="*/ 183 w 184"/>
                <a:gd name="T11" fmla="*/ 371 h 372"/>
                <a:gd name="T12" fmla="*/ 183 w 184"/>
                <a:gd name="T13" fmla="*/ 340 h 372"/>
              </a:gdLst>
              <a:ahLst/>
              <a:cxnLst>
                <a:cxn ang="0">
                  <a:pos x="T0" y="T1"/>
                </a:cxn>
                <a:cxn ang="0">
                  <a:pos x="T2" y="T3"/>
                </a:cxn>
                <a:cxn ang="0">
                  <a:pos x="T4" y="T5"/>
                </a:cxn>
                <a:cxn ang="0">
                  <a:pos x="T6" y="T7"/>
                </a:cxn>
                <a:cxn ang="0">
                  <a:pos x="T8" y="T9"/>
                </a:cxn>
                <a:cxn ang="0">
                  <a:pos x="T10" y="T11"/>
                </a:cxn>
                <a:cxn ang="0">
                  <a:pos x="T12" y="T13"/>
                </a:cxn>
              </a:cxnLst>
              <a:rect l="0" t="0" r="r" b="b"/>
              <a:pathLst>
                <a:path w="184" h="372">
                  <a:moveTo>
                    <a:pt x="183" y="340"/>
                  </a:moveTo>
                  <a:lnTo>
                    <a:pt x="34" y="340"/>
                  </a:lnTo>
                  <a:lnTo>
                    <a:pt x="34" y="0"/>
                  </a:lnTo>
                  <a:lnTo>
                    <a:pt x="0" y="0"/>
                  </a:lnTo>
                  <a:lnTo>
                    <a:pt x="0" y="371"/>
                  </a:lnTo>
                  <a:lnTo>
                    <a:pt x="183" y="371"/>
                  </a:lnTo>
                  <a:lnTo>
                    <a:pt x="183"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4" name="Freeform 159">
              <a:extLst>
                <a:ext uri="{FF2B5EF4-FFF2-40B4-BE49-F238E27FC236}">
                  <a16:creationId xmlns:a16="http://schemas.microsoft.com/office/drawing/2014/main" id="{4E8E52DC-AC7E-037A-61DE-813072626A80}"/>
                </a:ext>
              </a:extLst>
            </p:cNvPr>
            <p:cNvSpPr>
              <a:spLocks noChangeArrowheads="1"/>
            </p:cNvSpPr>
            <p:nvPr/>
          </p:nvSpPr>
          <p:spPr bwMode="auto">
            <a:xfrm>
              <a:off x="8885238" y="4103688"/>
              <a:ext cx="12700" cy="133350"/>
            </a:xfrm>
            <a:custGeom>
              <a:avLst/>
              <a:gdLst>
                <a:gd name="T0" fmla="*/ 34 w 35"/>
                <a:gd name="T1" fmla="*/ 371 h 372"/>
                <a:gd name="T2" fmla="*/ 34 w 35"/>
                <a:gd name="T3" fmla="*/ 0 h 372"/>
                <a:gd name="T4" fmla="*/ 0 w 35"/>
                <a:gd name="T5" fmla="*/ 0 h 372"/>
                <a:gd name="T6" fmla="*/ 0 w 35"/>
                <a:gd name="T7" fmla="*/ 371 h 372"/>
                <a:gd name="T8" fmla="*/ 34 w 35"/>
                <a:gd name="T9" fmla="*/ 371 h 372"/>
              </a:gdLst>
              <a:ahLst/>
              <a:cxnLst>
                <a:cxn ang="0">
                  <a:pos x="T0" y="T1"/>
                </a:cxn>
                <a:cxn ang="0">
                  <a:pos x="T2" y="T3"/>
                </a:cxn>
                <a:cxn ang="0">
                  <a:pos x="T4" y="T5"/>
                </a:cxn>
                <a:cxn ang="0">
                  <a:pos x="T6" y="T7"/>
                </a:cxn>
                <a:cxn ang="0">
                  <a:pos x="T8" y="T9"/>
                </a:cxn>
              </a:cxnLst>
              <a:rect l="0" t="0" r="r" b="b"/>
              <a:pathLst>
                <a:path w="35" h="372">
                  <a:moveTo>
                    <a:pt x="34" y="371"/>
                  </a:moveTo>
                  <a:lnTo>
                    <a:pt x="34" y="0"/>
                  </a:lnTo>
                  <a:lnTo>
                    <a:pt x="0" y="0"/>
                  </a:lnTo>
                  <a:lnTo>
                    <a:pt x="0" y="371"/>
                  </a:lnTo>
                  <a:lnTo>
                    <a:pt x="34"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5" name="Freeform 160">
              <a:extLst>
                <a:ext uri="{FF2B5EF4-FFF2-40B4-BE49-F238E27FC236}">
                  <a16:creationId xmlns:a16="http://schemas.microsoft.com/office/drawing/2014/main" id="{D8C6A917-577F-9786-114F-89F8071017A7}"/>
                </a:ext>
              </a:extLst>
            </p:cNvPr>
            <p:cNvSpPr>
              <a:spLocks noChangeArrowheads="1"/>
            </p:cNvSpPr>
            <p:nvPr/>
          </p:nvSpPr>
          <p:spPr bwMode="auto">
            <a:xfrm>
              <a:off x="8932863" y="4103688"/>
              <a:ext cx="104775" cy="133350"/>
            </a:xfrm>
            <a:custGeom>
              <a:avLst/>
              <a:gdLst>
                <a:gd name="T0" fmla="*/ 40 w 291"/>
                <a:gd name="T1" fmla="*/ 62 h 372"/>
                <a:gd name="T2" fmla="*/ 40 w 291"/>
                <a:gd name="T3" fmla="*/ 62 h 372"/>
                <a:gd name="T4" fmla="*/ 48 w 291"/>
                <a:gd name="T5" fmla="*/ 73 h 372"/>
                <a:gd name="T6" fmla="*/ 254 w 291"/>
                <a:gd name="T7" fmla="*/ 371 h 372"/>
                <a:gd name="T8" fmla="*/ 290 w 291"/>
                <a:gd name="T9" fmla="*/ 371 h 372"/>
                <a:gd name="T10" fmla="*/ 290 w 291"/>
                <a:gd name="T11" fmla="*/ 0 h 372"/>
                <a:gd name="T12" fmla="*/ 255 w 291"/>
                <a:gd name="T13" fmla="*/ 0 h 372"/>
                <a:gd name="T14" fmla="*/ 255 w 291"/>
                <a:gd name="T15" fmla="*/ 276 h 372"/>
                <a:gd name="T16" fmla="*/ 255 w 291"/>
                <a:gd name="T17" fmla="*/ 299 h 372"/>
                <a:gd name="T18" fmla="*/ 257 w 291"/>
                <a:gd name="T19" fmla="*/ 319 h 372"/>
                <a:gd name="T20" fmla="*/ 255 w 291"/>
                <a:gd name="T21" fmla="*/ 319 h 372"/>
                <a:gd name="T22" fmla="*/ 248 w 291"/>
                <a:gd name="T23" fmla="*/ 308 h 372"/>
                <a:gd name="T24" fmla="*/ 240 w 291"/>
                <a:gd name="T25" fmla="*/ 294 h 372"/>
                <a:gd name="T26" fmla="*/ 38 w 291"/>
                <a:gd name="T27" fmla="*/ 0 h 372"/>
                <a:gd name="T28" fmla="*/ 0 w 291"/>
                <a:gd name="T29" fmla="*/ 0 h 372"/>
                <a:gd name="T30" fmla="*/ 0 w 291"/>
                <a:gd name="T31" fmla="*/ 371 h 372"/>
                <a:gd name="T32" fmla="*/ 34 w 291"/>
                <a:gd name="T33" fmla="*/ 371 h 372"/>
                <a:gd name="T34" fmla="*/ 34 w 291"/>
                <a:gd name="T35" fmla="*/ 84 h 372"/>
                <a:gd name="T36" fmla="*/ 34 w 291"/>
                <a:gd name="T37" fmla="*/ 63 h 372"/>
                <a:gd name="T38" fmla="*/ 33 w 291"/>
                <a:gd name="T39" fmla="*/ 49 h 372"/>
                <a:gd name="T40" fmla="*/ 34 w 291"/>
                <a:gd name="T41" fmla="*/ 49 h 372"/>
                <a:gd name="T42" fmla="*/ 40 w 291"/>
                <a:gd name="T43" fmla="*/ 62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40" y="62"/>
                  </a:moveTo>
                  <a:lnTo>
                    <a:pt x="40" y="62"/>
                  </a:lnTo>
                  <a:cubicBezTo>
                    <a:pt x="43" y="66"/>
                    <a:pt x="45" y="69"/>
                    <a:pt x="48" y="73"/>
                  </a:cubicBezTo>
                  <a:cubicBezTo>
                    <a:pt x="254" y="371"/>
                    <a:pt x="254" y="371"/>
                    <a:pt x="254" y="371"/>
                  </a:cubicBezTo>
                  <a:cubicBezTo>
                    <a:pt x="290" y="371"/>
                    <a:pt x="290" y="371"/>
                    <a:pt x="290" y="371"/>
                  </a:cubicBezTo>
                  <a:cubicBezTo>
                    <a:pt x="290" y="0"/>
                    <a:pt x="290" y="0"/>
                    <a:pt x="290" y="0"/>
                  </a:cubicBezTo>
                  <a:cubicBezTo>
                    <a:pt x="255" y="0"/>
                    <a:pt x="255" y="0"/>
                    <a:pt x="255" y="0"/>
                  </a:cubicBezTo>
                  <a:cubicBezTo>
                    <a:pt x="255" y="276"/>
                    <a:pt x="255" y="276"/>
                    <a:pt x="255" y="276"/>
                  </a:cubicBezTo>
                  <a:cubicBezTo>
                    <a:pt x="255" y="284"/>
                    <a:pt x="255" y="293"/>
                    <a:pt x="255" y="299"/>
                  </a:cubicBezTo>
                  <a:cubicBezTo>
                    <a:pt x="255" y="306"/>
                    <a:pt x="257" y="313"/>
                    <a:pt x="257" y="319"/>
                  </a:cubicBezTo>
                  <a:cubicBezTo>
                    <a:pt x="255" y="319"/>
                    <a:pt x="255" y="319"/>
                    <a:pt x="255" y="319"/>
                  </a:cubicBezTo>
                  <a:cubicBezTo>
                    <a:pt x="254" y="315"/>
                    <a:pt x="251" y="312"/>
                    <a:pt x="248" y="308"/>
                  </a:cubicBezTo>
                  <a:cubicBezTo>
                    <a:pt x="247" y="304"/>
                    <a:pt x="244" y="299"/>
                    <a:pt x="240" y="294"/>
                  </a:cubicBezTo>
                  <a:cubicBezTo>
                    <a:pt x="38" y="0"/>
                    <a:pt x="38" y="0"/>
                    <a:pt x="38" y="0"/>
                  </a:cubicBezTo>
                  <a:cubicBezTo>
                    <a:pt x="0" y="0"/>
                    <a:pt x="0" y="0"/>
                    <a:pt x="0" y="0"/>
                  </a:cubicBezTo>
                  <a:cubicBezTo>
                    <a:pt x="0" y="371"/>
                    <a:pt x="0" y="371"/>
                    <a:pt x="0" y="371"/>
                  </a:cubicBezTo>
                  <a:cubicBezTo>
                    <a:pt x="34" y="371"/>
                    <a:pt x="34" y="371"/>
                    <a:pt x="34" y="371"/>
                  </a:cubicBezTo>
                  <a:cubicBezTo>
                    <a:pt x="34" y="84"/>
                    <a:pt x="34" y="84"/>
                    <a:pt x="34" y="84"/>
                  </a:cubicBezTo>
                  <a:cubicBezTo>
                    <a:pt x="34" y="76"/>
                    <a:pt x="34" y="69"/>
                    <a:pt x="34" y="63"/>
                  </a:cubicBezTo>
                  <a:cubicBezTo>
                    <a:pt x="33" y="58"/>
                    <a:pt x="33" y="54"/>
                    <a:pt x="33" y="49"/>
                  </a:cubicBezTo>
                  <a:cubicBezTo>
                    <a:pt x="34" y="49"/>
                    <a:pt x="34" y="49"/>
                    <a:pt x="34" y="49"/>
                  </a:cubicBezTo>
                  <a:cubicBezTo>
                    <a:pt x="36" y="54"/>
                    <a:pt x="37" y="58"/>
                    <a:pt x="40" y="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6" name="Freeform 161">
              <a:extLst>
                <a:ext uri="{FF2B5EF4-FFF2-40B4-BE49-F238E27FC236}">
                  <a16:creationId xmlns:a16="http://schemas.microsoft.com/office/drawing/2014/main" id="{00DAC0C1-9C2A-72DF-5FC5-1A3D9C923453}"/>
                </a:ext>
              </a:extLst>
            </p:cNvPr>
            <p:cNvSpPr>
              <a:spLocks noChangeArrowheads="1"/>
            </p:cNvSpPr>
            <p:nvPr/>
          </p:nvSpPr>
          <p:spPr bwMode="auto">
            <a:xfrm>
              <a:off x="9070975" y="4103688"/>
              <a:ext cx="68263" cy="133350"/>
            </a:xfrm>
            <a:custGeom>
              <a:avLst/>
              <a:gdLst>
                <a:gd name="T0" fmla="*/ 34 w 190"/>
                <a:gd name="T1" fmla="*/ 199 h 372"/>
                <a:gd name="T2" fmla="*/ 169 w 190"/>
                <a:gd name="T3" fmla="*/ 199 h 372"/>
                <a:gd name="T4" fmla="*/ 169 w 190"/>
                <a:gd name="T5" fmla="*/ 168 h 372"/>
                <a:gd name="T6" fmla="*/ 34 w 190"/>
                <a:gd name="T7" fmla="*/ 168 h 372"/>
                <a:gd name="T8" fmla="*/ 34 w 190"/>
                <a:gd name="T9" fmla="*/ 32 h 372"/>
                <a:gd name="T10" fmla="*/ 180 w 190"/>
                <a:gd name="T11" fmla="*/ 32 h 372"/>
                <a:gd name="T12" fmla="*/ 180 w 190"/>
                <a:gd name="T13" fmla="*/ 0 h 372"/>
                <a:gd name="T14" fmla="*/ 0 w 190"/>
                <a:gd name="T15" fmla="*/ 0 h 372"/>
                <a:gd name="T16" fmla="*/ 0 w 190"/>
                <a:gd name="T17" fmla="*/ 371 h 372"/>
                <a:gd name="T18" fmla="*/ 189 w 190"/>
                <a:gd name="T19" fmla="*/ 371 h 372"/>
                <a:gd name="T20" fmla="*/ 189 w 190"/>
                <a:gd name="T21" fmla="*/ 340 h 372"/>
                <a:gd name="T22" fmla="*/ 34 w 190"/>
                <a:gd name="T23" fmla="*/ 340 h 372"/>
                <a:gd name="T24" fmla="*/ 34 w 190"/>
                <a:gd name="T25" fmla="*/ 199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2">
                  <a:moveTo>
                    <a:pt x="34" y="199"/>
                  </a:moveTo>
                  <a:lnTo>
                    <a:pt x="169" y="199"/>
                  </a:lnTo>
                  <a:lnTo>
                    <a:pt x="169" y="168"/>
                  </a:lnTo>
                  <a:lnTo>
                    <a:pt x="34" y="168"/>
                  </a:lnTo>
                  <a:lnTo>
                    <a:pt x="34" y="32"/>
                  </a:lnTo>
                  <a:lnTo>
                    <a:pt x="180" y="32"/>
                  </a:lnTo>
                  <a:lnTo>
                    <a:pt x="180" y="0"/>
                  </a:lnTo>
                  <a:lnTo>
                    <a:pt x="0" y="0"/>
                  </a:lnTo>
                  <a:lnTo>
                    <a:pt x="0" y="371"/>
                  </a:lnTo>
                  <a:lnTo>
                    <a:pt x="189" y="371"/>
                  </a:lnTo>
                  <a:lnTo>
                    <a:pt x="189" y="340"/>
                  </a:lnTo>
                  <a:lnTo>
                    <a:pt x="34" y="340"/>
                  </a:lnTo>
                  <a:lnTo>
                    <a:pt x="34"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7" name="Freeform 162">
              <a:extLst>
                <a:ext uri="{FF2B5EF4-FFF2-40B4-BE49-F238E27FC236}">
                  <a16:creationId xmlns:a16="http://schemas.microsoft.com/office/drawing/2014/main" id="{AA2E4373-D87E-5A74-159C-B183EB6912F4}"/>
                </a:ext>
              </a:extLst>
            </p:cNvPr>
            <p:cNvSpPr>
              <a:spLocks noChangeArrowheads="1"/>
            </p:cNvSpPr>
            <p:nvPr/>
          </p:nvSpPr>
          <p:spPr bwMode="auto">
            <a:xfrm>
              <a:off x="9220200" y="4103688"/>
              <a:ext cx="12700" cy="133350"/>
            </a:xfrm>
            <a:custGeom>
              <a:avLst/>
              <a:gdLst>
                <a:gd name="T0" fmla="*/ 0 w 36"/>
                <a:gd name="T1" fmla="*/ 371 h 372"/>
                <a:gd name="T2" fmla="*/ 35 w 36"/>
                <a:gd name="T3" fmla="*/ 371 h 372"/>
                <a:gd name="T4" fmla="*/ 35 w 36"/>
                <a:gd name="T5" fmla="*/ 0 h 372"/>
                <a:gd name="T6" fmla="*/ 0 w 36"/>
                <a:gd name="T7" fmla="*/ 0 h 372"/>
                <a:gd name="T8" fmla="*/ 0 w 36"/>
                <a:gd name="T9" fmla="*/ 371 h 372"/>
              </a:gdLst>
              <a:ahLst/>
              <a:cxnLst>
                <a:cxn ang="0">
                  <a:pos x="T0" y="T1"/>
                </a:cxn>
                <a:cxn ang="0">
                  <a:pos x="T2" y="T3"/>
                </a:cxn>
                <a:cxn ang="0">
                  <a:pos x="T4" y="T5"/>
                </a:cxn>
                <a:cxn ang="0">
                  <a:pos x="T6" y="T7"/>
                </a:cxn>
                <a:cxn ang="0">
                  <a:pos x="T8" y="T9"/>
                </a:cxn>
              </a:cxnLst>
              <a:rect l="0" t="0" r="r" b="b"/>
              <a:pathLst>
                <a:path w="36" h="372">
                  <a:moveTo>
                    <a:pt x="0" y="371"/>
                  </a:moveTo>
                  <a:lnTo>
                    <a:pt x="35" y="371"/>
                  </a:lnTo>
                  <a:lnTo>
                    <a:pt x="35" y="0"/>
                  </a:lnTo>
                  <a:lnTo>
                    <a:pt x="0" y="0"/>
                  </a:lnTo>
                  <a:lnTo>
                    <a:pt x="0" y="37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8" name="Freeform 163">
              <a:extLst>
                <a:ext uri="{FF2B5EF4-FFF2-40B4-BE49-F238E27FC236}">
                  <a16:creationId xmlns:a16="http://schemas.microsoft.com/office/drawing/2014/main" id="{2EC302A5-9A9C-E417-52E3-9D6F3FC6DC14}"/>
                </a:ext>
              </a:extLst>
            </p:cNvPr>
            <p:cNvSpPr>
              <a:spLocks noChangeArrowheads="1"/>
            </p:cNvSpPr>
            <p:nvPr/>
          </p:nvSpPr>
          <p:spPr bwMode="auto">
            <a:xfrm>
              <a:off x="9258300" y="4100513"/>
              <a:ext cx="98425" cy="138112"/>
            </a:xfrm>
            <a:custGeom>
              <a:avLst/>
              <a:gdLst>
                <a:gd name="T0" fmla="*/ 272 w 273"/>
                <a:gd name="T1" fmla="*/ 330 h 385"/>
                <a:gd name="T2" fmla="*/ 272 w 273"/>
                <a:gd name="T3" fmla="*/ 330 h 385"/>
                <a:gd name="T4" fmla="*/ 177 w 273"/>
                <a:gd name="T5" fmla="*/ 352 h 385"/>
                <a:gd name="T6" fmla="*/ 116 w 273"/>
                <a:gd name="T7" fmla="*/ 340 h 385"/>
                <a:gd name="T8" fmla="*/ 72 w 273"/>
                <a:gd name="T9" fmla="*/ 307 h 385"/>
                <a:gd name="T10" fmla="*/ 46 w 273"/>
                <a:gd name="T11" fmla="*/ 257 h 385"/>
                <a:gd name="T12" fmla="*/ 36 w 273"/>
                <a:gd name="T13" fmla="*/ 196 h 385"/>
                <a:gd name="T14" fmla="*/ 46 w 273"/>
                <a:gd name="T15" fmla="*/ 130 h 385"/>
                <a:gd name="T16" fmla="*/ 76 w 273"/>
                <a:gd name="T17" fmla="*/ 78 h 385"/>
                <a:gd name="T18" fmla="*/ 123 w 273"/>
                <a:gd name="T19" fmla="*/ 43 h 385"/>
                <a:gd name="T20" fmla="*/ 187 w 273"/>
                <a:gd name="T21" fmla="*/ 31 h 385"/>
                <a:gd name="T22" fmla="*/ 272 w 273"/>
                <a:gd name="T23" fmla="*/ 51 h 385"/>
                <a:gd name="T24" fmla="*/ 272 w 273"/>
                <a:gd name="T25" fmla="*/ 14 h 385"/>
                <a:gd name="T26" fmla="*/ 187 w 273"/>
                <a:gd name="T27" fmla="*/ 0 h 385"/>
                <a:gd name="T28" fmla="*/ 109 w 273"/>
                <a:gd name="T29" fmla="*/ 15 h 385"/>
                <a:gd name="T30" fmla="*/ 51 w 273"/>
                <a:gd name="T31" fmla="*/ 57 h 385"/>
                <a:gd name="T32" fmla="*/ 13 w 273"/>
                <a:gd name="T33" fmla="*/ 120 h 385"/>
                <a:gd name="T34" fmla="*/ 0 w 273"/>
                <a:gd name="T35" fmla="*/ 199 h 385"/>
                <a:gd name="T36" fmla="*/ 13 w 273"/>
                <a:gd name="T37" fmla="*/ 272 h 385"/>
                <a:gd name="T38" fmla="*/ 47 w 273"/>
                <a:gd name="T39" fmla="*/ 332 h 385"/>
                <a:gd name="T40" fmla="*/ 102 w 273"/>
                <a:gd name="T41" fmla="*/ 370 h 385"/>
                <a:gd name="T42" fmla="*/ 174 w 273"/>
                <a:gd name="T43" fmla="*/ 384 h 385"/>
                <a:gd name="T44" fmla="*/ 272 w 273"/>
                <a:gd name="T45" fmla="*/ 364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5" y="346"/>
                    <a:pt x="213" y="352"/>
                    <a:pt x="177" y="352"/>
                  </a:cubicBezTo>
                  <a:cubicBezTo>
                    <a:pt x="155" y="352"/>
                    <a:pt x="134" y="348"/>
                    <a:pt x="116" y="340"/>
                  </a:cubicBezTo>
                  <a:cubicBezTo>
                    <a:pt x="98" y="332"/>
                    <a:pt x="85" y="321"/>
                    <a:pt x="72" y="307"/>
                  </a:cubicBezTo>
                  <a:cubicBezTo>
                    <a:pt x="60" y="292"/>
                    <a:pt x="51" y="275"/>
                    <a:pt x="46" y="257"/>
                  </a:cubicBezTo>
                  <a:cubicBezTo>
                    <a:pt x="39" y="238"/>
                    <a:pt x="36" y="217"/>
                    <a:pt x="36" y="196"/>
                  </a:cubicBezTo>
                  <a:cubicBezTo>
                    <a:pt x="36" y="173"/>
                    <a:pt x="39" y="151"/>
                    <a:pt x="46" y="130"/>
                  </a:cubicBezTo>
                  <a:cubicBezTo>
                    <a:pt x="53" y="111"/>
                    <a:pt x="62" y="93"/>
                    <a:pt x="76" y="78"/>
                  </a:cubicBezTo>
                  <a:cubicBezTo>
                    <a:pt x="89" y="64"/>
                    <a:pt x="104" y="51"/>
                    <a:pt x="123" y="43"/>
                  </a:cubicBezTo>
                  <a:cubicBezTo>
                    <a:pt x="141" y="35"/>
                    <a:pt x="163" y="31"/>
                    <a:pt x="187" y="31"/>
                  </a:cubicBezTo>
                  <a:cubicBezTo>
                    <a:pt x="217" y="31"/>
                    <a:pt x="245" y="38"/>
                    <a:pt x="272" y="51"/>
                  </a:cubicBezTo>
                  <a:cubicBezTo>
                    <a:pt x="272" y="14"/>
                    <a:pt x="272" y="14"/>
                    <a:pt x="272" y="14"/>
                  </a:cubicBezTo>
                  <a:cubicBezTo>
                    <a:pt x="247" y="4"/>
                    <a:pt x="218" y="0"/>
                    <a:pt x="187" y="0"/>
                  </a:cubicBezTo>
                  <a:cubicBezTo>
                    <a:pt x="159" y="0"/>
                    <a:pt x="133" y="4"/>
                    <a:pt x="109" y="15"/>
                  </a:cubicBezTo>
                  <a:cubicBezTo>
                    <a:pt x="86" y="25"/>
                    <a:pt x="67" y="39"/>
                    <a:pt x="51" y="57"/>
                  </a:cubicBezTo>
                  <a:cubicBezTo>
                    <a:pt x="35" y="75"/>
                    <a:pt x="22" y="96"/>
                    <a:pt x="13" y="120"/>
                  </a:cubicBezTo>
                  <a:cubicBezTo>
                    <a:pt x="4" y="144"/>
                    <a:pt x="0" y="170"/>
                    <a:pt x="0" y="199"/>
                  </a:cubicBezTo>
                  <a:cubicBezTo>
                    <a:pt x="0" y="225"/>
                    <a:pt x="4" y="250"/>
                    <a:pt x="13" y="272"/>
                  </a:cubicBezTo>
                  <a:cubicBezTo>
                    <a:pt x="21" y="296"/>
                    <a:pt x="32" y="315"/>
                    <a:pt x="47" y="332"/>
                  </a:cubicBezTo>
                  <a:cubicBezTo>
                    <a:pt x="62" y="348"/>
                    <a:pt x="80" y="361"/>
                    <a:pt x="102" y="370"/>
                  </a:cubicBezTo>
                  <a:cubicBezTo>
                    <a:pt x="123" y="379"/>
                    <a:pt x="148" y="384"/>
                    <a:pt x="174" y="384"/>
                  </a:cubicBezTo>
                  <a:cubicBezTo>
                    <a:pt x="210" y="384"/>
                    <a:pt x="243" y="377"/>
                    <a:pt x="272" y="364"/>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199" name="Freeform 164">
              <a:extLst>
                <a:ext uri="{FF2B5EF4-FFF2-40B4-BE49-F238E27FC236}">
                  <a16:creationId xmlns:a16="http://schemas.microsoft.com/office/drawing/2014/main" id="{67682486-7EDE-E927-FB74-DFDFB02F9C98}"/>
                </a:ext>
              </a:extLst>
            </p:cNvPr>
            <p:cNvSpPr>
              <a:spLocks noChangeArrowheads="1"/>
            </p:cNvSpPr>
            <p:nvPr/>
          </p:nvSpPr>
          <p:spPr bwMode="auto">
            <a:xfrm>
              <a:off x="9374188" y="4100513"/>
              <a:ext cx="127000" cy="138112"/>
            </a:xfrm>
            <a:custGeom>
              <a:avLst/>
              <a:gdLst>
                <a:gd name="T0" fmla="*/ 101 w 351"/>
                <a:gd name="T1" fmla="*/ 369 h 385"/>
                <a:gd name="T2" fmla="*/ 101 w 351"/>
                <a:gd name="T3" fmla="*/ 369 h 385"/>
                <a:gd name="T4" fmla="*/ 173 w 351"/>
                <a:gd name="T5" fmla="*/ 384 h 385"/>
                <a:gd name="T6" fmla="*/ 249 w 351"/>
                <a:gd name="T7" fmla="*/ 369 h 385"/>
                <a:gd name="T8" fmla="*/ 304 w 351"/>
                <a:gd name="T9" fmla="*/ 328 h 385"/>
                <a:gd name="T10" fmla="*/ 338 w 351"/>
                <a:gd name="T11" fmla="*/ 264 h 385"/>
                <a:gd name="T12" fmla="*/ 350 w 351"/>
                <a:gd name="T13" fmla="*/ 187 h 385"/>
                <a:gd name="T14" fmla="*/ 337 w 351"/>
                <a:gd name="T15" fmla="*/ 112 h 385"/>
                <a:gd name="T16" fmla="*/ 304 w 351"/>
                <a:gd name="T17" fmla="*/ 53 h 385"/>
                <a:gd name="T18" fmla="*/ 250 w 351"/>
                <a:gd name="T19" fmla="*/ 14 h 385"/>
                <a:gd name="T20" fmla="*/ 180 w 351"/>
                <a:gd name="T21" fmla="*/ 0 h 385"/>
                <a:gd name="T22" fmla="*/ 104 w 351"/>
                <a:gd name="T23" fmla="*/ 14 h 385"/>
                <a:gd name="T24" fmla="*/ 47 w 351"/>
                <a:gd name="T25" fmla="*/ 54 h 385"/>
                <a:gd name="T26" fmla="*/ 12 w 351"/>
                <a:gd name="T27" fmla="*/ 116 h 385"/>
                <a:gd name="T28" fmla="*/ 0 w 351"/>
                <a:gd name="T29" fmla="*/ 196 h 385"/>
                <a:gd name="T30" fmla="*/ 12 w 351"/>
                <a:gd name="T31" fmla="*/ 270 h 385"/>
                <a:gd name="T32" fmla="*/ 47 w 351"/>
                <a:gd name="T33" fmla="*/ 329 h 385"/>
                <a:gd name="T34" fmla="*/ 101 w 351"/>
                <a:gd name="T35" fmla="*/ 369 h 385"/>
                <a:gd name="T36" fmla="*/ 36 w 351"/>
                <a:gd name="T37" fmla="*/ 192 h 385"/>
                <a:gd name="T38" fmla="*/ 36 w 351"/>
                <a:gd name="T39" fmla="*/ 192 h 385"/>
                <a:gd name="T40" fmla="*/ 46 w 351"/>
                <a:gd name="T41" fmla="*/ 130 h 385"/>
                <a:gd name="T42" fmla="*/ 73 w 351"/>
                <a:gd name="T43" fmla="*/ 79 h 385"/>
                <a:gd name="T44" fmla="*/ 116 w 351"/>
                <a:gd name="T45" fmla="*/ 44 h 385"/>
                <a:gd name="T46" fmla="*/ 177 w 351"/>
                <a:gd name="T47" fmla="*/ 31 h 385"/>
                <a:gd name="T48" fmla="*/ 239 w 351"/>
                <a:gd name="T49" fmla="*/ 44 h 385"/>
                <a:gd name="T50" fmla="*/ 280 w 351"/>
                <a:gd name="T51" fmla="*/ 79 h 385"/>
                <a:gd name="T52" fmla="*/ 305 w 351"/>
                <a:gd name="T53" fmla="*/ 130 h 385"/>
                <a:gd name="T54" fmla="*/ 314 w 351"/>
                <a:gd name="T55" fmla="*/ 192 h 385"/>
                <a:gd name="T56" fmla="*/ 304 w 351"/>
                <a:gd name="T57" fmla="*/ 256 h 385"/>
                <a:gd name="T58" fmla="*/ 278 w 351"/>
                <a:gd name="T59" fmla="*/ 307 h 385"/>
                <a:gd name="T60" fmla="*/ 233 w 351"/>
                <a:gd name="T61" fmla="*/ 340 h 385"/>
                <a:gd name="T62" fmla="*/ 173 w 351"/>
                <a:gd name="T63" fmla="*/ 352 h 385"/>
                <a:gd name="T64" fmla="*/ 112 w 351"/>
                <a:gd name="T65" fmla="*/ 339 h 385"/>
                <a:gd name="T66" fmla="*/ 69 w 351"/>
                <a:gd name="T67" fmla="*/ 304 h 385"/>
                <a:gd name="T68" fmla="*/ 44 w 351"/>
                <a:gd name="T69" fmla="*/ 253 h 385"/>
                <a:gd name="T70" fmla="*/ 36 w 351"/>
                <a:gd name="T71"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101" y="369"/>
                  </a:moveTo>
                  <a:lnTo>
                    <a:pt x="101" y="369"/>
                  </a:lnTo>
                  <a:cubicBezTo>
                    <a:pt x="123" y="379"/>
                    <a:pt x="146" y="384"/>
                    <a:pt x="173" y="384"/>
                  </a:cubicBezTo>
                  <a:cubicBezTo>
                    <a:pt x="202" y="384"/>
                    <a:pt x="227" y="379"/>
                    <a:pt x="249" y="369"/>
                  </a:cubicBezTo>
                  <a:cubicBezTo>
                    <a:pt x="271" y="359"/>
                    <a:pt x="289" y="346"/>
                    <a:pt x="304" y="328"/>
                  </a:cubicBezTo>
                  <a:cubicBezTo>
                    <a:pt x="319" y="310"/>
                    <a:pt x="330" y="289"/>
                    <a:pt x="338" y="264"/>
                  </a:cubicBezTo>
                  <a:cubicBezTo>
                    <a:pt x="345" y="241"/>
                    <a:pt x="350" y="214"/>
                    <a:pt x="350" y="187"/>
                  </a:cubicBezTo>
                  <a:cubicBezTo>
                    <a:pt x="350" y="159"/>
                    <a:pt x="345" y="134"/>
                    <a:pt x="337" y="112"/>
                  </a:cubicBezTo>
                  <a:cubicBezTo>
                    <a:pt x="330" y="89"/>
                    <a:pt x="319" y="69"/>
                    <a:pt x="304" y="53"/>
                  </a:cubicBezTo>
                  <a:cubicBezTo>
                    <a:pt x="289" y="36"/>
                    <a:pt x="271" y="24"/>
                    <a:pt x="250" y="14"/>
                  </a:cubicBezTo>
                  <a:cubicBezTo>
                    <a:pt x="229" y="4"/>
                    <a:pt x="206" y="0"/>
                    <a:pt x="180" y="0"/>
                  </a:cubicBezTo>
                  <a:cubicBezTo>
                    <a:pt x="152" y="0"/>
                    <a:pt x="126" y="4"/>
                    <a:pt x="104" y="14"/>
                  </a:cubicBezTo>
                  <a:cubicBezTo>
                    <a:pt x="82" y="24"/>
                    <a:pt x="62" y="38"/>
                    <a:pt x="47" y="54"/>
                  </a:cubicBezTo>
                  <a:cubicBezTo>
                    <a:pt x="32" y="71"/>
                    <a:pt x="21" y="91"/>
                    <a:pt x="12" y="116"/>
                  </a:cubicBezTo>
                  <a:cubicBezTo>
                    <a:pt x="4" y="140"/>
                    <a:pt x="0" y="167"/>
                    <a:pt x="0" y="196"/>
                  </a:cubicBezTo>
                  <a:cubicBezTo>
                    <a:pt x="0" y="223"/>
                    <a:pt x="4" y="246"/>
                    <a:pt x="12" y="270"/>
                  </a:cubicBezTo>
                  <a:cubicBezTo>
                    <a:pt x="21" y="292"/>
                    <a:pt x="32" y="312"/>
                    <a:pt x="47" y="329"/>
                  </a:cubicBezTo>
                  <a:cubicBezTo>
                    <a:pt x="61" y="346"/>
                    <a:pt x="80" y="359"/>
                    <a:pt x="101" y="369"/>
                  </a:cubicBezTo>
                  <a:close/>
                  <a:moveTo>
                    <a:pt x="36" y="192"/>
                  </a:moveTo>
                  <a:lnTo>
                    <a:pt x="36" y="192"/>
                  </a:lnTo>
                  <a:cubicBezTo>
                    <a:pt x="36" y="170"/>
                    <a:pt x="39" y="149"/>
                    <a:pt x="46" y="130"/>
                  </a:cubicBezTo>
                  <a:cubicBezTo>
                    <a:pt x="51" y="111"/>
                    <a:pt x="61" y="93"/>
                    <a:pt x="73" y="79"/>
                  </a:cubicBezTo>
                  <a:cubicBezTo>
                    <a:pt x="84" y="64"/>
                    <a:pt x="100" y="53"/>
                    <a:pt x="116" y="44"/>
                  </a:cubicBezTo>
                  <a:cubicBezTo>
                    <a:pt x="134" y="35"/>
                    <a:pt x="153" y="31"/>
                    <a:pt x="177" y="31"/>
                  </a:cubicBezTo>
                  <a:cubicBezTo>
                    <a:pt x="200" y="31"/>
                    <a:pt x="221" y="35"/>
                    <a:pt x="239" y="44"/>
                  </a:cubicBezTo>
                  <a:cubicBezTo>
                    <a:pt x="256" y="53"/>
                    <a:pt x="269" y="64"/>
                    <a:pt x="280" y="79"/>
                  </a:cubicBezTo>
                  <a:cubicBezTo>
                    <a:pt x="291" y="93"/>
                    <a:pt x="300" y="111"/>
                    <a:pt x="305" y="130"/>
                  </a:cubicBezTo>
                  <a:cubicBezTo>
                    <a:pt x="311" y="149"/>
                    <a:pt x="314" y="170"/>
                    <a:pt x="314" y="192"/>
                  </a:cubicBezTo>
                  <a:cubicBezTo>
                    <a:pt x="314" y="214"/>
                    <a:pt x="311" y="236"/>
                    <a:pt x="304" y="256"/>
                  </a:cubicBezTo>
                  <a:cubicBezTo>
                    <a:pt x="298" y="275"/>
                    <a:pt x="290" y="293"/>
                    <a:pt x="278" y="307"/>
                  </a:cubicBezTo>
                  <a:cubicBezTo>
                    <a:pt x="267" y="321"/>
                    <a:pt x="251" y="332"/>
                    <a:pt x="233" y="340"/>
                  </a:cubicBezTo>
                  <a:cubicBezTo>
                    <a:pt x="217" y="348"/>
                    <a:pt x="196" y="352"/>
                    <a:pt x="173" y="352"/>
                  </a:cubicBezTo>
                  <a:cubicBezTo>
                    <a:pt x="151" y="352"/>
                    <a:pt x="130" y="348"/>
                    <a:pt x="112" y="339"/>
                  </a:cubicBezTo>
                  <a:cubicBezTo>
                    <a:pt x="95" y="330"/>
                    <a:pt x="82" y="318"/>
                    <a:pt x="69" y="304"/>
                  </a:cubicBezTo>
                  <a:cubicBezTo>
                    <a:pt x="58" y="289"/>
                    <a:pt x="50" y="272"/>
                    <a:pt x="44" y="253"/>
                  </a:cubicBezTo>
                  <a:cubicBezTo>
                    <a:pt x="39" y="234"/>
                    <a:pt x="36" y="213"/>
                    <a:pt x="36"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0" name="Freeform 165">
              <a:extLst>
                <a:ext uri="{FF2B5EF4-FFF2-40B4-BE49-F238E27FC236}">
                  <a16:creationId xmlns:a16="http://schemas.microsoft.com/office/drawing/2014/main" id="{5BD50CEB-0F20-B634-D2B5-63E16D44950C}"/>
                </a:ext>
              </a:extLst>
            </p:cNvPr>
            <p:cNvSpPr>
              <a:spLocks noChangeArrowheads="1"/>
            </p:cNvSpPr>
            <p:nvPr/>
          </p:nvSpPr>
          <p:spPr bwMode="auto">
            <a:xfrm>
              <a:off x="9528175" y="4103688"/>
              <a:ext cx="104775" cy="133350"/>
            </a:xfrm>
            <a:custGeom>
              <a:avLst/>
              <a:gdLst>
                <a:gd name="T0" fmla="*/ 256 w 291"/>
                <a:gd name="T1" fmla="*/ 276 h 372"/>
                <a:gd name="T2" fmla="*/ 256 w 291"/>
                <a:gd name="T3" fmla="*/ 276 h 372"/>
                <a:gd name="T4" fmla="*/ 256 w 291"/>
                <a:gd name="T5" fmla="*/ 299 h 372"/>
                <a:gd name="T6" fmla="*/ 257 w 291"/>
                <a:gd name="T7" fmla="*/ 319 h 372"/>
                <a:gd name="T8" fmla="*/ 256 w 291"/>
                <a:gd name="T9" fmla="*/ 319 h 372"/>
                <a:gd name="T10" fmla="*/ 249 w 291"/>
                <a:gd name="T11" fmla="*/ 308 h 372"/>
                <a:gd name="T12" fmla="*/ 240 w 291"/>
                <a:gd name="T13" fmla="*/ 294 h 372"/>
                <a:gd name="T14" fmla="*/ 37 w 291"/>
                <a:gd name="T15" fmla="*/ 0 h 372"/>
                <a:gd name="T16" fmla="*/ 0 w 291"/>
                <a:gd name="T17" fmla="*/ 0 h 372"/>
                <a:gd name="T18" fmla="*/ 0 w 291"/>
                <a:gd name="T19" fmla="*/ 371 h 372"/>
                <a:gd name="T20" fmla="*/ 35 w 291"/>
                <a:gd name="T21" fmla="*/ 371 h 372"/>
                <a:gd name="T22" fmla="*/ 35 w 291"/>
                <a:gd name="T23" fmla="*/ 84 h 372"/>
                <a:gd name="T24" fmla="*/ 33 w 291"/>
                <a:gd name="T25" fmla="*/ 63 h 372"/>
                <a:gd name="T26" fmla="*/ 33 w 291"/>
                <a:gd name="T27" fmla="*/ 49 h 372"/>
                <a:gd name="T28" fmla="*/ 35 w 291"/>
                <a:gd name="T29" fmla="*/ 49 h 372"/>
                <a:gd name="T30" fmla="*/ 40 w 291"/>
                <a:gd name="T31" fmla="*/ 62 h 372"/>
                <a:gd name="T32" fmla="*/ 48 w 291"/>
                <a:gd name="T33" fmla="*/ 73 h 372"/>
                <a:gd name="T34" fmla="*/ 254 w 291"/>
                <a:gd name="T35" fmla="*/ 371 h 372"/>
                <a:gd name="T36" fmla="*/ 290 w 291"/>
                <a:gd name="T37" fmla="*/ 371 h 372"/>
                <a:gd name="T38" fmla="*/ 290 w 291"/>
                <a:gd name="T39" fmla="*/ 0 h 372"/>
                <a:gd name="T40" fmla="*/ 256 w 291"/>
                <a:gd name="T41" fmla="*/ 0 h 372"/>
                <a:gd name="T42" fmla="*/ 256 w 291"/>
                <a:gd name="T43" fmla="*/ 276 h 3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2">
                  <a:moveTo>
                    <a:pt x="256" y="276"/>
                  </a:moveTo>
                  <a:lnTo>
                    <a:pt x="256" y="276"/>
                  </a:lnTo>
                  <a:cubicBezTo>
                    <a:pt x="256" y="284"/>
                    <a:pt x="256" y="293"/>
                    <a:pt x="256" y="299"/>
                  </a:cubicBezTo>
                  <a:cubicBezTo>
                    <a:pt x="256" y="306"/>
                    <a:pt x="257" y="313"/>
                    <a:pt x="257" y="319"/>
                  </a:cubicBezTo>
                  <a:cubicBezTo>
                    <a:pt x="256" y="319"/>
                    <a:pt x="256" y="319"/>
                    <a:pt x="256" y="319"/>
                  </a:cubicBezTo>
                  <a:cubicBezTo>
                    <a:pt x="254" y="315"/>
                    <a:pt x="251" y="312"/>
                    <a:pt x="249" y="308"/>
                  </a:cubicBezTo>
                  <a:cubicBezTo>
                    <a:pt x="246" y="304"/>
                    <a:pt x="243" y="299"/>
                    <a:pt x="240" y="294"/>
                  </a:cubicBezTo>
                  <a:cubicBezTo>
                    <a:pt x="37" y="0"/>
                    <a:pt x="37" y="0"/>
                    <a:pt x="37" y="0"/>
                  </a:cubicBezTo>
                  <a:cubicBezTo>
                    <a:pt x="0" y="0"/>
                    <a:pt x="0" y="0"/>
                    <a:pt x="0" y="0"/>
                  </a:cubicBezTo>
                  <a:cubicBezTo>
                    <a:pt x="0" y="371"/>
                    <a:pt x="0" y="371"/>
                    <a:pt x="0" y="371"/>
                  </a:cubicBezTo>
                  <a:cubicBezTo>
                    <a:pt x="35" y="371"/>
                    <a:pt x="35" y="371"/>
                    <a:pt x="35" y="371"/>
                  </a:cubicBezTo>
                  <a:cubicBezTo>
                    <a:pt x="35" y="84"/>
                    <a:pt x="35" y="84"/>
                    <a:pt x="35" y="84"/>
                  </a:cubicBezTo>
                  <a:cubicBezTo>
                    <a:pt x="35" y="76"/>
                    <a:pt x="35" y="69"/>
                    <a:pt x="33" y="63"/>
                  </a:cubicBezTo>
                  <a:cubicBezTo>
                    <a:pt x="33" y="58"/>
                    <a:pt x="33" y="54"/>
                    <a:pt x="33" y="49"/>
                  </a:cubicBezTo>
                  <a:cubicBezTo>
                    <a:pt x="35" y="49"/>
                    <a:pt x="35" y="49"/>
                    <a:pt x="35" y="49"/>
                  </a:cubicBezTo>
                  <a:cubicBezTo>
                    <a:pt x="36" y="54"/>
                    <a:pt x="37" y="58"/>
                    <a:pt x="40" y="62"/>
                  </a:cubicBezTo>
                  <a:cubicBezTo>
                    <a:pt x="43" y="66"/>
                    <a:pt x="46" y="69"/>
                    <a:pt x="48" y="73"/>
                  </a:cubicBezTo>
                  <a:cubicBezTo>
                    <a:pt x="254" y="371"/>
                    <a:pt x="254" y="371"/>
                    <a:pt x="254" y="371"/>
                  </a:cubicBezTo>
                  <a:cubicBezTo>
                    <a:pt x="290" y="371"/>
                    <a:pt x="290" y="371"/>
                    <a:pt x="290" y="371"/>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1" name="Freeform 166">
              <a:extLst>
                <a:ext uri="{FF2B5EF4-FFF2-40B4-BE49-F238E27FC236}">
                  <a16:creationId xmlns:a16="http://schemas.microsoft.com/office/drawing/2014/main" id="{309AB0C5-4EB1-C932-EF2C-BCE194766159}"/>
                </a:ext>
              </a:extLst>
            </p:cNvPr>
            <p:cNvSpPr>
              <a:spLocks noChangeArrowheads="1"/>
            </p:cNvSpPr>
            <p:nvPr/>
          </p:nvSpPr>
          <p:spPr bwMode="auto">
            <a:xfrm>
              <a:off x="9661525" y="4100513"/>
              <a:ext cx="76200" cy="138112"/>
            </a:xfrm>
            <a:custGeom>
              <a:avLst/>
              <a:gdLst>
                <a:gd name="T0" fmla="*/ 187 w 211"/>
                <a:gd name="T1" fmla="*/ 227 h 384"/>
                <a:gd name="T2" fmla="*/ 187 w 211"/>
                <a:gd name="T3" fmla="*/ 227 h 384"/>
                <a:gd name="T4" fmla="*/ 158 w 211"/>
                <a:gd name="T5" fmla="*/ 202 h 384"/>
                <a:gd name="T6" fmla="*/ 117 w 211"/>
                <a:gd name="T7" fmla="*/ 177 h 384"/>
                <a:gd name="T8" fmla="*/ 80 w 211"/>
                <a:gd name="T9" fmla="*/ 156 h 384"/>
                <a:gd name="T10" fmla="*/ 55 w 211"/>
                <a:gd name="T11" fmla="*/ 138 h 384"/>
                <a:gd name="T12" fmla="*/ 41 w 211"/>
                <a:gd name="T13" fmla="*/ 118 h 384"/>
                <a:gd name="T14" fmla="*/ 37 w 211"/>
                <a:gd name="T15" fmla="*/ 93 h 384"/>
                <a:gd name="T16" fmla="*/ 44 w 211"/>
                <a:gd name="T17" fmla="*/ 67 h 384"/>
                <a:gd name="T18" fmla="*/ 60 w 211"/>
                <a:gd name="T19" fmla="*/ 47 h 384"/>
                <a:gd name="T20" fmla="*/ 87 w 211"/>
                <a:gd name="T21" fmla="*/ 35 h 384"/>
                <a:gd name="T22" fmla="*/ 117 w 211"/>
                <a:gd name="T23" fmla="*/ 31 h 384"/>
                <a:gd name="T24" fmla="*/ 194 w 211"/>
                <a:gd name="T25" fmla="*/ 50 h 384"/>
                <a:gd name="T26" fmla="*/ 194 w 211"/>
                <a:gd name="T27" fmla="*/ 11 h 384"/>
                <a:gd name="T28" fmla="*/ 121 w 211"/>
                <a:gd name="T29" fmla="*/ 0 h 384"/>
                <a:gd name="T30" fmla="*/ 74 w 211"/>
                <a:gd name="T31" fmla="*/ 6 h 384"/>
                <a:gd name="T32" fmla="*/ 37 w 211"/>
                <a:gd name="T33" fmla="*/ 25 h 384"/>
                <a:gd name="T34" fmla="*/ 11 w 211"/>
                <a:gd name="T35" fmla="*/ 55 h 384"/>
                <a:gd name="T36" fmla="*/ 1 w 211"/>
                <a:gd name="T37" fmla="*/ 97 h 384"/>
                <a:gd name="T38" fmla="*/ 7 w 211"/>
                <a:gd name="T39" fmla="*/ 129 h 384"/>
                <a:gd name="T40" fmla="*/ 22 w 211"/>
                <a:gd name="T41" fmla="*/ 155 h 384"/>
                <a:gd name="T42" fmla="*/ 49 w 211"/>
                <a:gd name="T43" fmla="*/ 178 h 384"/>
                <a:gd name="T44" fmla="*/ 91 w 211"/>
                <a:gd name="T45" fmla="*/ 202 h 384"/>
                <a:gd name="T46" fmla="*/ 128 w 211"/>
                <a:gd name="T47" fmla="*/ 224 h 384"/>
                <a:gd name="T48" fmla="*/ 154 w 211"/>
                <a:gd name="T49" fmla="*/ 243 h 384"/>
                <a:gd name="T50" fmla="*/ 170 w 211"/>
                <a:gd name="T51" fmla="*/ 264 h 384"/>
                <a:gd name="T52" fmla="*/ 174 w 211"/>
                <a:gd name="T53" fmla="*/ 289 h 384"/>
                <a:gd name="T54" fmla="*/ 153 w 211"/>
                <a:gd name="T55" fmla="*/ 336 h 384"/>
                <a:gd name="T56" fmla="*/ 89 w 211"/>
                <a:gd name="T57" fmla="*/ 352 h 384"/>
                <a:gd name="T58" fmla="*/ 67 w 211"/>
                <a:gd name="T59" fmla="*/ 351 h 384"/>
                <a:gd name="T60" fmla="*/ 44 w 211"/>
                <a:gd name="T61" fmla="*/ 344 h 384"/>
                <a:gd name="T62" fmla="*/ 20 w 211"/>
                <a:gd name="T63" fmla="*/ 336 h 384"/>
                <a:gd name="T64" fmla="*/ 0 w 211"/>
                <a:gd name="T65" fmla="*/ 323 h 384"/>
                <a:gd name="T66" fmla="*/ 0 w 211"/>
                <a:gd name="T67" fmla="*/ 364 h 384"/>
                <a:gd name="T68" fmla="*/ 18 w 211"/>
                <a:gd name="T69" fmla="*/ 372 h 384"/>
                <a:gd name="T70" fmla="*/ 41 w 211"/>
                <a:gd name="T71" fmla="*/ 377 h 384"/>
                <a:gd name="T72" fmla="*/ 66 w 211"/>
                <a:gd name="T73" fmla="*/ 381 h 384"/>
                <a:gd name="T74" fmla="*/ 87 w 211"/>
                <a:gd name="T75" fmla="*/ 383 h 384"/>
                <a:gd name="T76" fmla="*/ 136 w 211"/>
                <a:gd name="T77" fmla="*/ 377 h 384"/>
                <a:gd name="T78" fmla="*/ 175 w 211"/>
                <a:gd name="T79" fmla="*/ 359 h 384"/>
                <a:gd name="T80" fmla="*/ 201 w 211"/>
                <a:gd name="T81" fmla="*/ 328 h 384"/>
                <a:gd name="T82" fmla="*/ 210 w 211"/>
                <a:gd name="T83" fmla="*/ 285 h 384"/>
                <a:gd name="T84" fmla="*/ 204 w 211"/>
                <a:gd name="T85" fmla="*/ 253 h 384"/>
                <a:gd name="T86" fmla="*/ 187 w 211"/>
                <a:gd name="T87" fmla="*/ 22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187" y="227"/>
                  </a:moveTo>
                  <a:lnTo>
                    <a:pt x="187" y="227"/>
                  </a:lnTo>
                  <a:cubicBezTo>
                    <a:pt x="179" y="217"/>
                    <a:pt x="170" y="209"/>
                    <a:pt x="158" y="202"/>
                  </a:cubicBezTo>
                  <a:cubicBezTo>
                    <a:pt x="146" y="194"/>
                    <a:pt x="134" y="185"/>
                    <a:pt x="117" y="177"/>
                  </a:cubicBezTo>
                  <a:cubicBezTo>
                    <a:pt x="103" y="169"/>
                    <a:pt x="89" y="162"/>
                    <a:pt x="80" y="156"/>
                  </a:cubicBezTo>
                  <a:cubicBezTo>
                    <a:pt x="70" y="149"/>
                    <a:pt x="62" y="144"/>
                    <a:pt x="55" y="138"/>
                  </a:cubicBezTo>
                  <a:cubicBezTo>
                    <a:pt x="48" y="131"/>
                    <a:pt x="44" y="125"/>
                    <a:pt x="41" y="118"/>
                  </a:cubicBezTo>
                  <a:cubicBezTo>
                    <a:pt x="38" y="111"/>
                    <a:pt x="37" y="102"/>
                    <a:pt x="37" y="93"/>
                  </a:cubicBezTo>
                  <a:cubicBezTo>
                    <a:pt x="37" y="83"/>
                    <a:pt x="40" y="73"/>
                    <a:pt x="44" y="67"/>
                  </a:cubicBezTo>
                  <a:cubicBezTo>
                    <a:pt x="48" y="58"/>
                    <a:pt x="53" y="51"/>
                    <a:pt x="60" y="47"/>
                  </a:cubicBezTo>
                  <a:cubicBezTo>
                    <a:pt x="67" y="42"/>
                    <a:pt x="77" y="38"/>
                    <a:pt x="87" y="35"/>
                  </a:cubicBezTo>
                  <a:cubicBezTo>
                    <a:pt x="96" y="32"/>
                    <a:pt x="106" y="31"/>
                    <a:pt x="117" y="31"/>
                  </a:cubicBezTo>
                  <a:cubicBezTo>
                    <a:pt x="147" y="31"/>
                    <a:pt x="172" y="38"/>
                    <a:pt x="194" y="50"/>
                  </a:cubicBezTo>
                  <a:cubicBezTo>
                    <a:pt x="194" y="11"/>
                    <a:pt x="194" y="11"/>
                    <a:pt x="194" y="11"/>
                  </a:cubicBezTo>
                  <a:cubicBezTo>
                    <a:pt x="175" y="4"/>
                    <a:pt x="150" y="0"/>
                    <a:pt x="121" y="0"/>
                  </a:cubicBezTo>
                  <a:cubicBezTo>
                    <a:pt x="105" y="0"/>
                    <a:pt x="89" y="2"/>
                    <a:pt x="74" y="6"/>
                  </a:cubicBezTo>
                  <a:cubicBezTo>
                    <a:pt x="60" y="11"/>
                    <a:pt x="48" y="17"/>
                    <a:pt x="37" y="25"/>
                  </a:cubicBezTo>
                  <a:cubicBezTo>
                    <a:pt x="26" y="33"/>
                    <a:pt x="18" y="44"/>
                    <a:pt x="11" y="55"/>
                  </a:cubicBezTo>
                  <a:cubicBezTo>
                    <a:pt x="4" y="68"/>
                    <a:pt x="1" y="82"/>
                    <a:pt x="1" y="97"/>
                  </a:cubicBezTo>
                  <a:cubicBezTo>
                    <a:pt x="1" y="108"/>
                    <a:pt x="2" y="119"/>
                    <a:pt x="7" y="129"/>
                  </a:cubicBezTo>
                  <a:cubicBezTo>
                    <a:pt x="9" y="138"/>
                    <a:pt x="15" y="147"/>
                    <a:pt x="22" y="155"/>
                  </a:cubicBezTo>
                  <a:cubicBezTo>
                    <a:pt x="29" y="162"/>
                    <a:pt x="38" y="170"/>
                    <a:pt x="49" y="178"/>
                  </a:cubicBezTo>
                  <a:cubicBezTo>
                    <a:pt x="60" y="185"/>
                    <a:pt x="74" y="194"/>
                    <a:pt x="91" y="202"/>
                  </a:cubicBezTo>
                  <a:cubicBezTo>
                    <a:pt x="105" y="210"/>
                    <a:pt x="117" y="217"/>
                    <a:pt x="128" y="224"/>
                  </a:cubicBezTo>
                  <a:cubicBezTo>
                    <a:pt x="138" y="230"/>
                    <a:pt x="147" y="236"/>
                    <a:pt x="154" y="243"/>
                  </a:cubicBezTo>
                  <a:cubicBezTo>
                    <a:pt x="161" y="249"/>
                    <a:pt x="165" y="256"/>
                    <a:pt x="170" y="264"/>
                  </a:cubicBezTo>
                  <a:cubicBezTo>
                    <a:pt x="172" y="271"/>
                    <a:pt x="174" y="279"/>
                    <a:pt x="174" y="289"/>
                  </a:cubicBezTo>
                  <a:cubicBezTo>
                    <a:pt x="174" y="310"/>
                    <a:pt x="167" y="325"/>
                    <a:pt x="153" y="336"/>
                  </a:cubicBezTo>
                  <a:cubicBezTo>
                    <a:pt x="139" y="347"/>
                    <a:pt x="118" y="352"/>
                    <a:pt x="89" y="352"/>
                  </a:cubicBezTo>
                  <a:cubicBezTo>
                    <a:pt x="83" y="352"/>
                    <a:pt x="76" y="351"/>
                    <a:pt x="67" y="351"/>
                  </a:cubicBezTo>
                  <a:cubicBezTo>
                    <a:pt x="59" y="350"/>
                    <a:pt x="51" y="347"/>
                    <a:pt x="44" y="344"/>
                  </a:cubicBezTo>
                  <a:cubicBezTo>
                    <a:pt x="36" y="343"/>
                    <a:pt x="27" y="339"/>
                    <a:pt x="20" y="336"/>
                  </a:cubicBezTo>
                  <a:cubicBezTo>
                    <a:pt x="12" y="332"/>
                    <a:pt x="7" y="328"/>
                    <a:pt x="0" y="323"/>
                  </a:cubicBezTo>
                  <a:cubicBezTo>
                    <a:pt x="0" y="364"/>
                    <a:pt x="0" y="364"/>
                    <a:pt x="0" y="364"/>
                  </a:cubicBezTo>
                  <a:cubicBezTo>
                    <a:pt x="4" y="366"/>
                    <a:pt x="11" y="369"/>
                    <a:pt x="18" y="372"/>
                  </a:cubicBezTo>
                  <a:cubicBezTo>
                    <a:pt x="26" y="375"/>
                    <a:pt x="33" y="376"/>
                    <a:pt x="41" y="377"/>
                  </a:cubicBezTo>
                  <a:cubicBezTo>
                    <a:pt x="49" y="380"/>
                    <a:pt x="58" y="381"/>
                    <a:pt x="66" y="381"/>
                  </a:cubicBezTo>
                  <a:cubicBezTo>
                    <a:pt x="74" y="383"/>
                    <a:pt x="81" y="383"/>
                    <a:pt x="87" y="383"/>
                  </a:cubicBezTo>
                  <a:cubicBezTo>
                    <a:pt x="105" y="383"/>
                    <a:pt x="121" y="381"/>
                    <a:pt x="136" y="377"/>
                  </a:cubicBezTo>
                  <a:cubicBezTo>
                    <a:pt x="152" y="373"/>
                    <a:pt x="164" y="368"/>
                    <a:pt x="175" y="359"/>
                  </a:cubicBezTo>
                  <a:cubicBezTo>
                    <a:pt x="186" y="351"/>
                    <a:pt x="194" y="340"/>
                    <a:pt x="201" y="328"/>
                  </a:cubicBezTo>
                  <a:cubicBezTo>
                    <a:pt x="207" y="315"/>
                    <a:pt x="210" y="301"/>
                    <a:pt x="210" y="285"/>
                  </a:cubicBezTo>
                  <a:cubicBezTo>
                    <a:pt x="210" y="274"/>
                    <a:pt x="208" y="263"/>
                    <a:pt x="204" y="253"/>
                  </a:cubicBezTo>
                  <a:cubicBezTo>
                    <a:pt x="200" y="243"/>
                    <a:pt x="194" y="235"/>
                    <a:pt x="187" y="2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2" name="Group 204">
            <a:extLst>
              <a:ext uri="{FF2B5EF4-FFF2-40B4-BE49-F238E27FC236}">
                <a16:creationId xmlns:a16="http://schemas.microsoft.com/office/drawing/2014/main" id="{63369294-3795-2839-87E4-452B3C046754}"/>
              </a:ext>
            </a:extLst>
          </p:cNvPr>
          <p:cNvGrpSpPr/>
          <p:nvPr/>
        </p:nvGrpSpPr>
        <p:grpSpPr>
          <a:xfrm>
            <a:off x="8973070" y="6232947"/>
            <a:ext cx="244475" cy="244475"/>
            <a:chOff x="7816850" y="6542088"/>
            <a:chExt cx="244475" cy="244475"/>
          </a:xfrm>
          <a:solidFill>
            <a:schemeClr val="accent4"/>
          </a:solidFill>
        </p:grpSpPr>
        <p:sp>
          <p:nvSpPr>
            <p:cNvPr id="203" name="Freeform 167">
              <a:extLst>
                <a:ext uri="{FF2B5EF4-FFF2-40B4-BE49-F238E27FC236}">
                  <a16:creationId xmlns:a16="http://schemas.microsoft.com/office/drawing/2014/main" id="{942742EE-B45D-79F8-34BA-50E872AFDA04}"/>
                </a:ext>
              </a:extLst>
            </p:cNvPr>
            <p:cNvSpPr>
              <a:spLocks noChangeArrowheads="1"/>
            </p:cNvSpPr>
            <p:nvPr/>
          </p:nvSpPr>
          <p:spPr bwMode="auto">
            <a:xfrm>
              <a:off x="7816850" y="6542088"/>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4" y="650"/>
                    <a:pt x="177" y="615"/>
                    <a:pt x="121" y="558"/>
                  </a:cubicBezTo>
                  <a:cubicBezTo>
                    <a:pt x="65" y="503"/>
                    <a:pt x="31" y="426"/>
                    <a:pt x="31" y="340"/>
                  </a:cubicBezTo>
                  <a:cubicBezTo>
                    <a:pt x="31" y="255"/>
                    <a:pt x="65" y="177"/>
                    <a:pt x="121" y="121"/>
                  </a:cubicBezTo>
                  <a:cubicBezTo>
                    <a:pt x="177" y="65"/>
                    <a:pt x="254"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4" name="Freeform 168">
              <a:extLst>
                <a:ext uri="{FF2B5EF4-FFF2-40B4-BE49-F238E27FC236}">
                  <a16:creationId xmlns:a16="http://schemas.microsoft.com/office/drawing/2014/main" id="{55A78621-DBE6-0981-AC74-D968D5582F8C}"/>
                </a:ext>
              </a:extLst>
            </p:cNvPr>
            <p:cNvSpPr>
              <a:spLocks noChangeArrowheads="1"/>
            </p:cNvSpPr>
            <p:nvPr/>
          </p:nvSpPr>
          <p:spPr bwMode="auto">
            <a:xfrm>
              <a:off x="7880350" y="6689725"/>
              <a:ext cx="117475" cy="33338"/>
            </a:xfrm>
            <a:custGeom>
              <a:avLst/>
              <a:gdLst>
                <a:gd name="T0" fmla="*/ 163 w 326"/>
                <a:gd name="T1" fmla="*/ 0 h 92"/>
                <a:gd name="T2" fmla="*/ 163 w 326"/>
                <a:gd name="T3" fmla="*/ 0 h 92"/>
                <a:gd name="T4" fmla="*/ 6 w 326"/>
                <a:gd name="T5" fmla="*/ 65 h 92"/>
                <a:gd name="T6" fmla="*/ 6 w 326"/>
                <a:gd name="T7" fmla="*/ 86 h 92"/>
                <a:gd name="T8" fmla="*/ 26 w 326"/>
                <a:gd name="T9" fmla="*/ 86 h 92"/>
                <a:gd name="T10" fmla="*/ 26 w 326"/>
                <a:gd name="T11" fmla="*/ 86 h 92"/>
                <a:gd name="T12" fmla="*/ 163 w 326"/>
                <a:gd name="T13" fmla="*/ 29 h 92"/>
                <a:gd name="T14" fmla="*/ 298 w 326"/>
                <a:gd name="T15" fmla="*/ 86 h 92"/>
                <a:gd name="T16" fmla="*/ 319 w 326"/>
                <a:gd name="T17" fmla="*/ 86 h 92"/>
                <a:gd name="T18" fmla="*/ 319 w 326"/>
                <a:gd name="T19" fmla="*/ 65 h 92"/>
                <a:gd name="T20" fmla="*/ 163 w 326"/>
                <a:gd name="T21" fmla="*/ 0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163" y="0"/>
                  </a:moveTo>
                  <a:lnTo>
                    <a:pt x="163" y="0"/>
                  </a:lnTo>
                  <a:cubicBezTo>
                    <a:pt x="101" y="0"/>
                    <a:pt x="46" y="25"/>
                    <a:pt x="6" y="65"/>
                  </a:cubicBezTo>
                  <a:cubicBezTo>
                    <a:pt x="0" y="70"/>
                    <a:pt x="0" y="80"/>
                    <a:pt x="6" y="86"/>
                  </a:cubicBezTo>
                  <a:cubicBezTo>
                    <a:pt x="13" y="91"/>
                    <a:pt x="21" y="91"/>
                    <a:pt x="26" y="86"/>
                  </a:cubicBezTo>
                  <a:lnTo>
                    <a:pt x="26" y="86"/>
                  </a:lnTo>
                  <a:cubicBezTo>
                    <a:pt x="62" y="51"/>
                    <a:pt x="109" y="29"/>
                    <a:pt x="163" y="29"/>
                  </a:cubicBezTo>
                  <a:cubicBezTo>
                    <a:pt x="216" y="29"/>
                    <a:pt x="263" y="51"/>
                    <a:pt x="298" y="86"/>
                  </a:cubicBezTo>
                  <a:cubicBezTo>
                    <a:pt x="304" y="91"/>
                    <a:pt x="312" y="91"/>
                    <a:pt x="319" y="86"/>
                  </a:cubicBezTo>
                  <a:cubicBezTo>
                    <a:pt x="325" y="80"/>
                    <a:pt x="325" y="70"/>
                    <a:pt x="319" y="65"/>
                  </a:cubicBezTo>
                  <a:cubicBezTo>
                    <a:pt x="279" y="25"/>
                    <a:pt x="22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5" name="Freeform 169">
              <a:extLst>
                <a:ext uri="{FF2B5EF4-FFF2-40B4-BE49-F238E27FC236}">
                  <a16:creationId xmlns:a16="http://schemas.microsoft.com/office/drawing/2014/main" id="{3325F973-03E4-DDB4-CD32-06AA71328911}"/>
                </a:ext>
              </a:extLst>
            </p:cNvPr>
            <p:cNvSpPr>
              <a:spLocks noChangeArrowheads="1"/>
            </p:cNvSpPr>
            <p:nvPr/>
          </p:nvSpPr>
          <p:spPr bwMode="auto">
            <a:xfrm>
              <a:off x="7880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6" name="Freeform 170">
              <a:extLst>
                <a:ext uri="{FF2B5EF4-FFF2-40B4-BE49-F238E27FC236}">
                  <a16:creationId xmlns:a16="http://schemas.microsoft.com/office/drawing/2014/main" id="{D0727613-F224-AFA6-A675-3DB8D501DA72}"/>
                </a:ext>
              </a:extLst>
            </p:cNvPr>
            <p:cNvSpPr>
              <a:spLocks noChangeArrowheads="1"/>
            </p:cNvSpPr>
            <p:nvPr/>
          </p:nvSpPr>
          <p:spPr bwMode="auto">
            <a:xfrm>
              <a:off x="7975600" y="6626225"/>
              <a:ext cx="22225" cy="22225"/>
            </a:xfrm>
            <a:custGeom>
              <a:avLst/>
              <a:gdLst>
                <a:gd name="T0" fmla="*/ 31 w 61"/>
                <a:gd name="T1" fmla="*/ 0 h 60"/>
                <a:gd name="T2" fmla="*/ 31 w 61"/>
                <a:gd name="T3" fmla="*/ 0 h 60"/>
                <a:gd name="T4" fmla="*/ 0 w 61"/>
                <a:gd name="T5" fmla="*/ 29 h 60"/>
                <a:gd name="T6" fmla="*/ 31 w 61"/>
                <a:gd name="T7" fmla="*/ 59 h 60"/>
                <a:gd name="T8" fmla="*/ 60 w 61"/>
                <a:gd name="T9" fmla="*/ 29 h 60"/>
                <a:gd name="T10" fmla="*/ 31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31" y="0"/>
                  </a:moveTo>
                  <a:lnTo>
                    <a:pt x="31" y="0"/>
                  </a:lnTo>
                  <a:cubicBezTo>
                    <a:pt x="14" y="0"/>
                    <a:pt x="0" y="13"/>
                    <a:pt x="0" y="29"/>
                  </a:cubicBezTo>
                  <a:cubicBezTo>
                    <a:pt x="0" y="45"/>
                    <a:pt x="14" y="59"/>
                    <a:pt x="31" y="59"/>
                  </a:cubicBezTo>
                  <a:cubicBezTo>
                    <a:pt x="46" y="59"/>
                    <a:pt x="60" y="45"/>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07" name="Group 209">
            <a:extLst>
              <a:ext uri="{FF2B5EF4-FFF2-40B4-BE49-F238E27FC236}">
                <a16:creationId xmlns:a16="http://schemas.microsoft.com/office/drawing/2014/main" id="{EA029FE3-CED6-099D-46ED-ED56EAC73F4F}"/>
              </a:ext>
            </a:extLst>
          </p:cNvPr>
          <p:cNvGrpSpPr/>
          <p:nvPr/>
        </p:nvGrpSpPr>
        <p:grpSpPr>
          <a:xfrm>
            <a:off x="8973070" y="4192216"/>
            <a:ext cx="244475" cy="244475"/>
            <a:chOff x="7816850" y="4505325"/>
            <a:chExt cx="244475" cy="244475"/>
          </a:xfrm>
          <a:solidFill>
            <a:schemeClr val="accent4"/>
          </a:solidFill>
        </p:grpSpPr>
        <p:sp>
          <p:nvSpPr>
            <p:cNvPr id="208" name="Freeform 171">
              <a:extLst>
                <a:ext uri="{FF2B5EF4-FFF2-40B4-BE49-F238E27FC236}">
                  <a16:creationId xmlns:a16="http://schemas.microsoft.com/office/drawing/2014/main" id="{2AF60E1D-9F21-CE5C-A25E-05AFAE36112F}"/>
                </a:ext>
              </a:extLst>
            </p:cNvPr>
            <p:cNvSpPr>
              <a:spLocks noChangeArrowheads="1"/>
            </p:cNvSpPr>
            <p:nvPr/>
          </p:nvSpPr>
          <p:spPr bwMode="auto">
            <a:xfrm>
              <a:off x="7816850" y="4505325"/>
              <a:ext cx="244475" cy="244475"/>
            </a:xfrm>
            <a:custGeom>
              <a:avLst/>
              <a:gdLst>
                <a:gd name="T0" fmla="*/ 0 w 680"/>
                <a:gd name="T1" fmla="*/ 340 h 679"/>
                <a:gd name="T2" fmla="*/ 0 w 680"/>
                <a:gd name="T3" fmla="*/ 340 h 679"/>
                <a:gd name="T4" fmla="*/ 340 w 680"/>
                <a:gd name="T5" fmla="*/ 678 h 679"/>
                <a:gd name="T6" fmla="*/ 679 w 680"/>
                <a:gd name="T7" fmla="*/ 340 h 679"/>
                <a:gd name="T8" fmla="*/ 340 w 680"/>
                <a:gd name="T9" fmla="*/ 0 h 679"/>
                <a:gd name="T10" fmla="*/ 0 w 680"/>
                <a:gd name="T11" fmla="*/ 340 h 679"/>
                <a:gd name="T12" fmla="*/ 340 w 680"/>
                <a:gd name="T13" fmla="*/ 31 h 679"/>
                <a:gd name="T14" fmla="*/ 340 w 680"/>
                <a:gd name="T15" fmla="*/ 31 h 679"/>
                <a:gd name="T16" fmla="*/ 558 w 680"/>
                <a:gd name="T17" fmla="*/ 120 h 679"/>
                <a:gd name="T18" fmla="*/ 650 w 680"/>
                <a:gd name="T19" fmla="*/ 340 h 679"/>
                <a:gd name="T20" fmla="*/ 558 w 680"/>
                <a:gd name="T21" fmla="*/ 558 h 679"/>
                <a:gd name="T22" fmla="*/ 340 w 680"/>
                <a:gd name="T23" fmla="*/ 649 h 679"/>
                <a:gd name="T24" fmla="*/ 121 w 680"/>
                <a:gd name="T25" fmla="*/ 558 h 679"/>
                <a:gd name="T26" fmla="*/ 31 w 680"/>
                <a:gd name="T27" fmla="*/ 340 h 679"/>
                <a:gd name="T28" fmla="*/ 121 w 680"/>
                <a:gd name="T29" fmla="*/ 120 h 679"/>
                <a:gd name="T30" fmla="*/ 340 w 680"/>
                <a:gd name="T31" fmla="*/ 31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0" y="340"/>
                  </a:moveTo>
                  <a:lnTo>
                    <a:pt x="0" y="340"/>
                  </a:lnTo>
                  <a:cubicBezTo>
                    <a:pt x="0" y="526"/>
                    <a:pt x="152" y="678"/>
                    <a:pt x="340" y="678"/>
                  </a:cubicBezTo>
                  <a:cubicBezTo>
                    <a:pt x="527" y="678"/>
                    <a:pt x="679" y="526"/>
                    <a:pt x="679" y="340"/>
                  </a:cubicBezTo>
                  <a:cubicBezTo>
                    <a:pt x="679" y="152"/>
                    <a:pt x="527" y="0"/>
                    <a:pt x="340" y="0"/>
                  </a:cubicBezTo>
                  <a:cubicBezTo>
                    <a:pt x="152" y="0"/>
                    <a:pt x="0" y="152"/>
                    <a:pt x="0" y="340"/>
                  </a:cubicBezTo>
                  <a:close/>
                  <a:moveTo>
                    <a:pt x="340" y="31"/>
                  </a:moveTo>
                  <a:lnTo>
                    <a:pt x="340" y="31"/>
                  </a:lnTo>
                  <a:cubicBezTo>
                    <a:pt x="424" y="31"/>
                    <a:pt x="502" y="65"/>
                    <a:pt x="558" y="120"/>
                  </a:cubicBezTo>
                  <a:cubicBezTo>
                    <a:pt x="614" y="177"/>
                    <a:pt x="650" y="254"/>
                    <a:pt x="650" y="340"/>
                  </a:cubicBezTo>
                  <a:cubicBezTo>
                    <a:pt x="650" y="426"/>
                    <a:pt x="614" y="503"/>
                    <a:pt x="558" y="558"/>
                  </a:cubicBezTo>
                  <a:cubicBezTo>
                    <a:pt x="502" y="615"/>
                    <a:pt x="424" y="649"/>
                    <a:pt x="340" y="649"/>
                  </a:cubicBezTo>
                  <a:cubicBezTo>
                    <a:pt x="254" y="649"/>
                    <a:pt x="177" y="615"/>
                    <a:pt x="121" y="558"/>
                  </a:cubicBezTo>
                  <a:cubicBezTo>
                    <a:pt x="65" y="503"/>
                    <a:pt x="31" y="426"/>
                    <a:pt x="31" y="340"/>
                  </a:cubicBezTo>
                  <a:cubicBezTo>
                    <a:pt x="31" y="254"/>
                    <a:pt x="65" y="177"/>
                    <a:pt x="121" y="120"/>
                  </a:cubicBezTo>
                  <a:cubicBezTo>
                    <a:pt x="177" y="65"/>
                    <a:pt x="254" y="31"/>
                    <a:pt x="340"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09" name="Freeform 172">
              <a:extLst>
                <a:ext uri="{FF2B5EF4-FFF2-40B4-BE49-F238E27FC236}">
                  <a16:creationId xmlns:a16="http://schemas.microsoft.com/office/drawing/2014/main" id="{79B44684-D1C0-D91A-3365-A2A2E8BA5118}"/>
                </a:ext>
              </a:extLst>
            </p:cNvPr>
            <p:cNvSpPr>
              <a:spLocks noChangeArrowheads="1"/>
            </p:cNvSpPr>
            <p:nvPr/>
          </p:nvSpPr>
          <p:spPr bwMode="auto">
            <a:xfrm>
              <a:off x="7880350" y="4662488"/>
              <a:ext cx="117475" cy="33337"/>
            </a:xfrm>
            <a:custGeom>
              <a:avLst/>
              <a:gdLst>
                <a:gd name="T0" fmla="*/ 6 w 326"/>
                <a:gd name="T1" fmla="*/ 6 h 92"/>
                <a:gd name="T2" fmla="*/ 6 w 326"/>
                <a:gd name="T3" fmla="*/ 6 h 92"/>
                <a:gd name="T4" fmla="*/ 6 w 326"/>
                <a:gd name="T5" fmla="*/ 28 h 92"/>
                <a:gd name="T6" fmla="*/ 163 w 326"/>
                <a:gd name="T7" fmla="*/ 91 h 92"/>
                <a:gd name="T8" fmla="*/ 319 w 326"/>
                <a:gd name="T9" fmla="*/ 28 h 92"/>
                <a:gd name="T10" fmla="*/ 319 w 326"/>
                <a:gd name="T11" fmla="*/ 6 h 92"/>
                <a:gd name="T12" fmla="*/ 298 w 326"/>
                <a:gd name="T13" fmla="*/ 6 h 92"/>
                <a:gd name="T14" fmla="*/ 298 w 326"/>
                <a:gd name="T15" fmla="*/ 6 h 92"/>
                <a:gd name="T16" fmla="*/ 163 w 326"/>
                <a:gd name="T17" fmla="*/ 63 h 92"/>
                <a:gd name="T18" fmla="*/ 26 w 326"/>
                <a:gd name="T19" fmla="*/ 6 h 92"/>
                <a:gd name="T20" fmla="*/ 6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6" y="6"/>
                  </a:moveTo>
                  <a:lnTo>
                    <a:pt x="6" y="6"/>
                  </a:lnTo>
                  <a:cubicBezTo>
                    <a:pt x="0" y="13"/>
                    <a:pt x="0" y="21"/>
                    <a:pt x="6" y="28"/>
                  </a:cubicBezTo>
                  <a:cubicBezTo>
                    <a:pt x="46" y="67"/>
                    <a:pt x="101" y="91"/>
                    <a:pt x="163" y="91"/>
                  </a:cubicBezTo>
                  <a:cubicBezTo>
                    <a:pt x="224" y="91"/>
                    <a:pt x="279" y="67"/>
                    <a:pt x="319" y="28"/>
                  </a:cubicBezTo>
                  <a:cubicBezTo>
                    <a:pt x="325" y="21"/>
                    <a:pt x="325" y="13"/>
                    <a:pt x="319" y="6"/>
                  </a:cubicBezTo>
                  <a:cubicBezTo>
                    <a:pt x="312" y="0"/>
                    <a:pt x="304" y="0"/>
                    <a:pt x="298" y="6"/>
                  </a:cubicBezTo>
                  <a:lnTo>
                    <a:pt x="298" y="6"/>
                  </a:lnTo>
                  <a:cubicBezTo>
                    <a:pt x="263" y="42"/>
                    <a:pt x="216" y="63"/>
                    <a:pt x="163" y="63"/>
                  </a:cubicBezTo>
                  <a:cubicBezTo>
                    <a:pt x="109" y="63"/>
                    <a:pt x="62" y="42"/>
                    <a:pt x="26" y="6"/>
                  </a:cubicBezTo>
                  <a:cubicBezTo>
                    <a:pt x="21" y="0"/>
                    <a:pt x="13"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0" name="Freeform 173">
              <a:extLst>
                <a:ext uri="{FF2B5EF4-FFF2-40B4-BE49-F238E27FC236}">
                  <a16:creationId xmlns:a16="http://schemas.microsoft.com/office/drawing/2014/main" id="{468D778F-F42D-A27C-1782-ECC132C73B50}"/>
                </a:ext>
              </a:extLst>
            </p:cNvPr>
            <p:cNvSpPr>
              <a:spLocks noChangeArrowheads="1"/>
            </p:cNvSpPr>
            <p:nvPr/>
          </p:nvSpPr>
          <p:spPr bwMode="auto">
            <a:xfrm>
              <a:off x="788035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1" name="Freeform 174">
              <a:extLst>
                <a:ext uri="{FF2B5EF4-FFF2-40B4-BE49-F238E27FC236}">
                  <a16:creationId xmlns:a16="http://schemas.microsoft.com/office/drawing/2014/main" id="{EA561D30-840E-9510-8DC9-23334020109C}"/>
                </a:ext>
              </a:extLst>
            </p:cNvPr>
            <p:cNvSpPr>
              <a:spLocks noChangeArrowheads="1"/>
            </p:cNvSpPr>
            <p:nvPr/>
          </p:nvSpPr>
          <p:spPr bwMode="auto">
            <a:xfrm>
              <a:off x="7975600" y="458946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29"/>
                  </a:cubicBezTo>
                  <a:cubicBezTo>
                    <a:pt x="60" y="14"/>
                    <a:pt x="46"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2" name="Group 214">
            <a:extLst>
              <a:ext uri="{FF2B5EF4-FFF2-40B4-BE49-F238E27FC236}">
                <a16:creationId xmlns:a16="http://schemas.microsoft.com/office/drawing/2014/main" id="{E850BE54-28A8-0D26-4505-E4EB91ABCB09}"/>
              </a:ext>
            </a:extLst>
          </p:cNvPr>
          <p:cNvGrpSpPr/>
          <p:nvPr/>
        </p:nvGrpSpPr>
        <p:grpSpPr>
          <a:xfrm>
            <a:off x="8463483" y="4697834"/>
            <a:ext cx="244475" cy="244475"/>
            <a:chOff x="7307263" y="5013325"/>
            <a:chExt cx="244475" cy="244475"/>
          </a:xfrm>
          <a:solidFill>
            <a:schemeClr val="accent4"/>
          </a:solidFill>
        </p:grpSpPr>
        <p:sp>
          <p:nvSpPr>
            <p:cNvPr id="213" name="Freeform 175">
              <a:extLst>
                <a:ext uri="{FF2B5EF4-FFF2-40B4-BE49-F238E27FC236}">
                  <a16:creationId xmlns:a16="http://schemas.microsoft.com/office/drawing/2014/main" id="{B785FD6E-A967-89A4-1EC0-23342D02C8CE}"/>
                </a:ext>
              </a:extLst>
            </p:cNvPr>
            <p:cNvSpPr>
              <a:spLocks noChangeArrowheads="1"/>
            </p:cNvSpPr>
            <p:nvPr/>
          </p:nvSpPr>
          <p:spPr bwMode="auto">
            <a:xfrm>
              <a:off x="7307263" y="5013325"/>
              <a:ext cx="244475" cy="244475"/>
            </a:xfrm>
            <a:custGeom>
              <a:avLst/>
              <a:gdLst>
                <a:gd name="T0" fmla="*/ 340 w 679"/>
                <a:gd name="T1" fmla="*/ 679 h 680"/>
                <a:gd name="T2" fmla="*/ 340 w 679"/>
                <a:gd name="T3" fmla="*/ 679 h 680"/>
                <a:gd name="T4" fmla="*/ 678 w 679"/>
                <a:gd name="T5" fmla="*/ 340 h 680"/>
                <a:gd name="T6" fmla="*/ 340 w 679"/>
                <a:gd name="T7" fmla="*/ 0 h 680"/>
                <a:gd name="T8" fmla="*/ 0 w 679"/>
                <a:gd name="T9" fmla="*/ 340 h 680"/>
                <a:gd name="T10" fmla="*/ 340 w 679"/>
                <a:gd name="T11" fmla="*/ 679 h 680"/>
                <a:gd name="T12" fmla="*/ 120 w 679"/>
                <a:gd name="T13" fmla="*/ 121 h 680"/>
                <a:gd name="T14" fmla="*/ 120 w 679"/>
                <a:gd name="T15" fmla="*/ 121 h 680"/>
                <a:gd name="T16" fmla="*/ 340 w 679"/>
                <a:gd name="T17" fmla="*/ 31 h 680"/>
                <a:gd name="T18" fmla="*/ 558 w 679"/>
                <a:gd name="T19" fmla="*/ 121 h 680"/>
                <a:gd name="T20" fmla="*/ 649 w 679"/>
                <a:gd name="T21" fmla="*/ 340 h 680"/>
                <a:gd name="T22" fmla="*/ 558 w 679"/>
                <a:gd name="T23" fmla="*/ 558 h 680"/>
                <a:gd name="T24" fmla="*/ 340 w 679"/>
                <a:gd name="T25" fmla="*/ 650 h 680"/>
                <a:gd name="T26" fmla="*/ 120 w 679"/>
                <a:gd name="T27" fmla="*/ 558 h 680"/>
                <a:gd name="T28" fmla="*/ 30 w 679"/>
                <a:gd name="T29" fmla="*/ 340 h 680"/>
                <a:gd name="T30" fmla="*/ 120 w 679"/>
                <a:gd name="T31" fmla="*/ 121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679"/>
                  </a:moveTo>
                  <a:lnTo>
                    <a:pt x="340" y="679"/>
                  </a:lnTo>
                  <a:cubicBezTo>
                    <a:pt x="526" y="679"/>
                    <a:pt x="678" y="527"/>
                    <a:pt x="678" y="340"/>
                  </a:cubicBezTo>
                  <a:cubicBezTo>
                    <a:pt x="678" y="152"/>
                    <a:pt x="526" y="0"/>
                    <a:pt x="340" y="0"/>
                  </a:cubicBezTo>
                  <a:cubicBezTo>
                    <a:pt x="152" y="0"/>
                    <a:pt x="0" y="152"/>
                    <a:pt x="0" y="340"/>
                  </a:cubicBezTo>
                  <a:cubicBezTo>
                    <a:pt x="0" y="527"/>
                    <a:pt x="152" y="679"/>
                    <a:pt x="340" y="679"/>
                  </a:cubicBezTo>
                  <a:close/>
                  <a:moveTo>
                    <a:pt x="120" y="121"/>
                  </a:moveTo>
                  <a:lnTo>
                    <a:pt x="120" y="121"/>
                  </a:lnTo>
                  <a:cubicBezTo>
                    <a:pt x="177" y="65"/>
                    <a:pt x="254" y="31"/>
                    <a:pt x="340" y="31"/>
                  </a:cubicBezTo>
                  <a:cubicBezTo>
                    <a:pt x="424" y="31"/>
                    <a:pt x="501" y="65"/>
                    <a:pt x="558" y="121"/>
                  </a:cubicBezTo>
                  <a:cubicBezTo>
                    <a:pt x="613" y="177"/>
                    <a:pt x="649" y="255"/>
                    <a:pt x="649" y="340"/>
                  </a:cubicBezTo>
                  <a:cubicBezTo>
                    <a:pt x="649" y="426"/>
                    <a:pt x="613" y="503"/>
                    <a:pt x="558" y="558"/>
                  </a:cubicBezTo>
                  <a:cubicBezTo>
                    <a:pt x="501" y="615"/>
                    <a:pt x="424" y="650"/>
                    <a:pt x="340" y="650"/>
                  </a:cubicBezTo>
                  <a:cubicBezTo>
                    <a:pt x="254" y="650"/>
                    <a:pt x="177" y="615"/>
                    <a:pt x="120" y="558"/>
                  </a:cubicBezTo>
                  <a:cubicBezTo>
                    <a:pt x="65" y="503"/>
                    <a:pt x="30" y="426"/>
                    <a:pt x="30" y="340"/>
                  </a:cubicBezTo>
                  <a:cubicBezTo>
                    <a:pt x="30" y="255"/>
                    <a:pt x="65" y="177"/>
                    <a:pt x="120"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4" name="Freeform 176">
              <a:extLst>
                <a:ext uri="{FF2B5EF4-FFF2-40B4-BE49-F238E27FC236}">
                  <a16:creationId xmlns:a16="http://schemas.microsoft.com/office/drawing/2014/main" id="{9352C4E8-D937-961A-0515-B97DE98BB753}"/>
                </a:ext>
              </a:extLst>
            </p:cNvPr>
            <p:cNvSpPr>
              <a:spLocks noChangeArrowheads="1"/>
            </p:cNvSpPr>
            <p:nvPr/>
          </p:nvSpPr>
          <p:spPr bwMode="auto">
            <a:xfrm>
              <a:off x="7370763" y="5183188"/>
              <a:ext cx="117475" cy="33337"/>
            </a:xfrm>
            <a:custGeom>
              <a:avLst/>
              <a:gdLst>
                <a:gd name="T0" fmla="*/ 5 w 325"/>
                <a:gd name="T1" fmla="*/ 6 h 92"/>
                <a:gd name="T2" fmla="*/ 5 w 325"/>
                <a:gd name="T3" fmla="*/ 6 h 92"/>
                <a:gd name="T4" fmla="*/ 5 w 325"/>
                <a:gd name="T5" fmla="*/ 26 h 92"/>
                <a:gd name="T6" fmla="*/ 163 w 325"/>
                <a:gd name="T7" fmla="*/ 91 h 92"/>
                <a:gd name="T8" fmla="*/ 319 w 325"/>
                <a:gd name="T9" fmla="*/ 26 h 92"/>
                <a:gd name="T10" fmla="*/ 319 w 325"/>
                <a:gd name="T11" fmla="*/ 6 h 92"/>
                <a:gd name="T12" fmla="*/ 298 w 325"/>
                <a:gd name="T13" fmla="*/ 6 h 92"/>
                <a:gd name="T14" fmla="*/ 298 w 325"/>
                <a:gd name="T15" fmla="*/ 6 h 92"/>
                <a:gd name="T16" fmla="*/ 163 w 325"/>
                <a:gd name="T17" fmla="*/ 61 h 92"/>
                <a:gd name="T18" fmla="*/ 26 w 325"/>
                <a:gd name="T19" fmla="*/ 6 h 92"/>
                <a:gd name="T20" fmla="*/ 5 w 325"/>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5" h="92">
                  <a:moveTo>
                    <a:pt x="5" y="6"/>
                  </a:moveTo>
                  <a:lnTo>
                    <a:pt x="5" y="6"/>
                  </a:lnTo>
                  <a:cubicBezTo>
                    <a:pt x="0" y="11"/>
                    <a:pt x="0" y="21"/>
                    <a:pt x="5" y="26"/>
                  </a:cubicBezTo>
                  <a:cubicBezTo>
                    <a:pt x="45" y="66"/>
                    <a:pt x="101" y="91"/>
                    <a:pt x="163" y="91"/>
                  </a:cubicBezTo>
                  <a:cubicBezTo>
                    <a:pt x="224" y="91"/>
                    <a:pt x="279" y="66"/>
                    <a:pt x="319" y="26"/>
                  </a:cubicBezTo>
                  <a:cubicBezTo>
                    <a:pt x="324" y="21"/>
                    <a:pt x="324" y="11"/>
                    <a:pt x="319" y="6"/>
                  </a:cubicBezTo>
                  <a:cubicBezTo>
                    <a:pt x="312" y="0"/>
                    <a:pt x="304" y="0"/>
                    <a:pt x="298" y="6"/>
                  </a:cubicBezTo>
                  <a:lnTo>
                    <a:pt x="298" y="6"/>
                  </a:lnTo>
                  <a:cubicBezTo>
                    <a:pt x="262" y="40"/>
                    <a:pt x="215" y="61"/>
                    <a:pt x="163" y="61"/>
                  </a:cubicBezTo>
                  <a:cubicBezTo>
                    <a:pt x="109" y="61"/>
                    <a:pt x="62" y="40"/>
                    <a:pt x="26" y="6"/>
                  </a:cubicBezTo>
                  <a:cubicBezTo>
                    <a:pt x="20" y="0"/>
                    <a:pt x="12"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5" name="Freeform 177">
              <a:extLst>
                <a:ext uri="{FF2B5EF4-FFF2-40B4-BE49-F238E27FC236}">
                  <a16:creationId xmlns:a16="http://schemas.microsoft.com/office/drawing/2014/main" id="{754AD4AE-B401-958B-7599-9B0D54791677}"/>
                </a:ext>
              </a:extLst>
            </p:cNvPr>
            <p:cNvSpPr>
              <a:spLocks noChangeArrowheads="1"/>
            </p:cNvSpPr>
            <p:nvPr/>
          </p:nvSpPr>
          <p:spPr bwMode="auto">
            <a:xfrm>
              <a:off x="745648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5" y="146"/>
                    <a:pt x="148" y="114"/>
                    <a:pt x="148" y="73"/>
                  </a:cubicBezTo>
                  <a:cubicBezTo>
                    <a:pt x="148" y="33"/>
                    <a:pt x="115"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5" y="88"/>
                    <a:pt x="88" y="74"/>
                    <a:pt x="88" y="58"/>
                  </a:cubicBezTo>
                  <a:cubicBezTo>
                    <a:pt x="88" y="44"/>
                    <a:pt x="79" y="33"/>
                    <a:pt x="65" y="30"/>
                  </a:cubicBezTo>
                  <a:cubicBezTo>
                    <a:pt x="68" y="29"/>
                    <a:pt x="70" y="29"/>
                    <a:pt x="73" y="29"/>
                  </a:cubicBezTo>
                  <a:cubicBezTo>
                    <a:pt x="98" y="29"/>
                    <a:pt x="117" y="48"/>
                    <a:pt x="117" y="73"/>
                  </a:cubicBezTo>
                  <a:cubicBezTo>
                    <a:pt x="117" y="98"/>
                    <a:pt x="98" y="117"/>
                    <a:pt x="73" y="117"/>
                  </a:cubicBezTo>
                  <a:cubicBezTo>
                    <a:pt x="50"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6" name="Freeform 178">
              <a:extLst>
                <a:ext uri="{FF2B5EF4-FFF2-40B4-BE49-F238E27FC236}">
                  <a16:creationId xmlns:a16="http://schemas.microsoft.com/office/drawing/2014/main" id="{AA61B3BC-1239-9665-4007-A903CB516797}"/>
                </a:ext>
              </a:extLst>
            </p:cNvPr>
            <p:cNvSpPr>
              <a:spLocks noChangeArrowheads="1"/>
            </p:cNvSpPr>
            <p:nvPr/>
          </p:nvSpPr>
          <p:spPr bwMode="auto">
            <a:xfrm>
              <a:off x="7361238" y="5089525"/>
              <a:ext cx="53975" cy="52388"/>
            </a:xfrm>
            <a:custGeom>
              <a:avLst/>
              <a:gdLst>
                <a:gd name="T0" fmla="*/ 73 w 149"/>
                <a:gd name="T1" fmla="*/ 146 h 147"/>
                <a:gd name="T2" fmla="*/ 73 w 149"/>
                <a:gd name="T3" fmla="*/ 146 h 147"/>
                <a:gd name="T4" fmla="*/ 148 w 149"/>
                <a:gd name="T5" fmla="*/ 73 h 147"/>
                <a:gd name="T6" fmla="*/ 73 w 149"/>
                <a:gd name="T7" fmla="*/ 0 h 147"/>
                <a:gd name="T8" fmla="*/ 0 w 149"/>
                <a:gd name="T9" fmla="*/ 73 h 147"/>
                <a:gd name="T10" fmla="*/ 73 w 149"/>
                <a:gd name="T11" fmla="*/ 146 h 147"/>
                <a:gd name="T12" fmla="*/ 30 w 149"/>
                <a:gd name="T13" fmla="*/ 65 h 147"/>
                <a:gd name="T14" fmla="*/ 30 w 149"/>
                <a:gd name="T15" fmla="*/ 65 h 147"/>
                <a:gd name="T16" fmla="*/ 59 w 149"/>
                <a:gd name="T17" fmla="*/ 88 h 147"/>
                <a:gd name="T18" fmla="*/ 88 w 149"/>
                <a:gd name="T19" fmla="*/ 58 h 147"/>
                <a:gd name="T20" fmla="*/ 65 w 149"/>
                <a:gd name="T21" fmla="*/ 30 h 147"/>
                <a:gd name="T22" fmla="*/ 73 w 149"/>
                <a:gd name="T23" fmla="*/ 29 h 147"/>
                <a:gd name="T24" fmla="*/ 117 w 149"/>
                <a:gd name="T25" fmla="*/ 73 h 147"/>
                <a:gd name="T26" fmla="*/ 73 w 149"/>
                <a:gd name="T27" fmla="*/ 117 h 147"/>
                <a:gd name="T28" fmla="*/ 29 w 149"/>
                <a:gd name="T29" fmla="*/ 73 h 147"/>
                <a:gd name="T30" fmla="*/ 30 w 149"/>
                <a:gd name="T31" fmla="*/ 65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49" h="147">
                  <a:moveTo>
                    <a:pt x="73" y="146"/>
                  </a:moveTo>
                  <a:lnTo>
                    <a:pt x="73" y="146"/>
                  </a:lnTo>
                  <a:cubicBezTo>
                    <a:pt x="114" y="146"/>
                    <a:pt x="148" y="114"/>
                    <a:pt x="148" y="73"/>
                  </a:cubicBezTo>
                  <a:cubicBezTo>
                    <a:pt x="148" y="33"/>
                    <a:pt x="114" y="0"/>
                    <a:pt x="73" y="0"/>
                  </a:cubicBezTo>
                  <a:cubicBezTo>
                    <a:pt x="33" y="0"/>
                    <a:pt x="0" y="33"/>
                    <a:pt x="0" y="73"/>
                  </a:cubicBezTo>
                  <a:cubicBezTo>
                    <a:pt x="0" y="114"/>
                    <a:pt x="33" y="146"/>
                    <a:pt x="73" y="146"/>
                  </a:cubicBezTo>
                  <a:close/>
                  <a:moveTo>
                    <a:pt x="30" y="65"/>
                  </a:moveTo>
                  <a:lnTo>
                    <a:pt x="30" y="65"/>
                  </a:lnTo>
                  <a:cubicBezTo>
                    <a:pt x="33" y="78"/>
                    <a:pt x="44" y="88"/>
                    <a:pt x="59" y="88"/>
                  </a:cubicBezTo>
                  <a:cubicBezTo>
                    <a:pt x="74" y="88"/>
                    <a:pt x="88" y="74"/>
                    <a:pt x="88" y="58"/>
                  </a:cubicBezTo>
                  <a:cubicBezTo>
                    <a:pt x="88" y="44"/>
                    <a:pt x="78" y="33"/>
                    <a:pt x="65" y="30"/>
                  </a:cubicBezTo>
                  <a:cubicBezTo>
                    <a:pt x="67" y="29"/>
                    <a:pt x="70" y="29"/>
                    <a:pt x="73" y="29"/>
                  </a:cubicBezTo>
                  <a:cubicBezTo>
                    <a:pt x="98" y="29"/>
                    <a:pt x="117" y="48"/>
                    <a:pt x="117" y="73"/>
                  </a:cubicBezTo>
                  <a:cubicBezTo>
                    <a:pt x="117" y="98"/>
                    <a:pt x="98" y="117"/>
                    <a:pt x="73" y="117"/>
                  </a:cubicBezTo>
                  <a:cubicBezTo>
                    <a:pt x="49" y="117"/>
                    <a:pt x="29" y="98"/>
                    <a:pt x="29" y="73"/>
                  </a:cubicBezTo>
                  <a:cubicBezTo>
                    <a:pt x="29" y="70"/>
                    <a:pt x="29" y="67"/>
                    <a:pt x="30"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17" name="Group 219">
            <a:extLst>
              <a:ext uri="{FF2B5EF4-FFF2-40B4-BE49-F238E27FC236}">
                <a16:creationId xmlns:a16="http://schemas.microsoft.com/office/drawing/2014/main" id="{39B83BD8-0337-AEEA-A2BA-98183E7FD648}"/>
              </a:ext>
            </a:extLst>
          </p:cNvPr>
          <p:cNvGrpSpPr/>
          <p:nvPr/>
        </p:nvGrpSpPr>
        <p:grpSpPr>
          <a:xfrm>
            <a:off x="9482658" y="6232947"/>
            <a:ext cx="244475" cy="244475"/>
            <a:chOff x="8326438" y="6542088"/>
            <a:chExt cx="244475" cy="244475"/>
          </a:xfrm>
          <a:solidFill>
            <a:schemeClr val="accent4"/>
          </a:solidFill>
        </p:grpSpPr>
        <p:sp>
          <p:nvSpPr>
            <p:cNvPr id="218" name="Freeform 179">
              <a:extLst>
                <a:ext uri="{FF2B5EF4-FFF2-40B4-BE49-F238E27FC236}">
                  <a16:creationId xmlns:a16="http://schemas.microsoft.com/office/drawing/2014/main" id="{59324102-B8B3-F4E5-4238-75C845637538}"/>
                </a:ext>
              </a:extLst>
            </p:cNvPr>
            <p:cNvSpPr>
              <a:spLocks noChangeArrowheads="1"/>
            </p:cNvSpPr>
            <p:nvPr/>
          </p:nvSpPr>
          <p:spPr bwMode="auto">
            <a:xfrm>
              <a:off x="8378825" y="6696075"/>
              <a:ext cx="138113" cy="58738"/>
            </a:xfrm>
            <a:custGeom>
              <a:avLst/>
              <a:gdLst>
                <a:gd name="T0" fmla="*/ 366 w 384"/>
                <a:gd name="T1" fmla="*/ 8 h 162"/>
                <a:gd name="T2" fmla="*/ 366 w 384"/>
                <a:gd name="T3" fmla="*/ 8 h 162"/>
                <a:gd name="T4" fmla="*/ 344 w 384"/>
                <a:gd name="T5" fmla="*/ 0 h 162"/>
                <a:gd name="T6" fmla="*/ 344 w 384"/>
                <a:gd name="T7" fmla="*/ 13 h 162"/>
                <a:gd name="T8" fmla="*/ 344 w 384"/>
                <a:gd name="T9" fmla="*/ 0 h 162"/>
                <a:gd name="T10" fmla="*/ 309 w 384"/>
                <a:gd name="T11" fmla="*/ 6 h 162"/>
                <a:gd name="T12" fmla="*/ 253 w 384"/>
                <a:gd name="T13" fmla="*/ 30 h 162"/>
                <a:gd name="T14" fmla="*/ 192 w 384"/>
                <a:gd name="T15" fmla="*/ 44 h 162"/>
                <a:gd name="T16" fmla="*/ 112 w 384"/>
                <a:gd name="T17" fmla="*/ 23 h 162"/>
                <a:gd name="T18" fmla="*/ 75 w 384"/>
                <a:gd name="T19" fmla="*/ 6 h 162"/>
                <a:gd name="T20" fmla="*/ 39 w 384"/>
                <a:gd name="T21" fmla="*/ 0 h 162"/>
                <a:gd name="T22" fmla="*/ 17 w 384"/>
                <a:gd name="T23" fmla="*/ 8 h 162"/>
                <a:gd name="T24" fmla="*/ 3 w 384"/>
                <a:gd name="T25" fmla="*/ 34 h 162"/>
                <a:gd name="T26" fmla="*/ 0 w 384"/>
                <a:gd name="T27" fmla="*/ 58 h 162"/>
                <a:gd name="T28" fmla="*/ 17 w 384"/>
                <a:gd name="T29" fmla="*/ 102 h 162"/>
                <a:gd name="T30" fmla="*/ 89 w 384"/>
                <a:gd name="T31" fmla="*/ 146 h 162"/>
                <a:gd name="T32" fmla="*/ 192 w 384"/>
                <a:gd name="T33" fmla="*/ 161 h 162"/>
                <a:gd name="T34" fmla="*/ 324 w 384"/>
                <a:gd name="T35" fmla="*/ 134 h 162"/>
                <a:gd name="T36" fmla="*/ 366 w 384"/>
                <a:gd name="T37" fmla="*/ 102 h 162"/>
                <a:gd name="T38" fmla="*/ 383 w 384"/>
                <a:gd name="T39" fmla="*/ 58 h 162"/>
                <a:gd name="T40" fmla="*/ 378 w 384"/>
                <a:gd name="T41" fmla="*/ 24 h 162"/>
                <a:gd name="T42" fmla="*/ 366 w 384"/>
                <a:gd name="T43" fmla="*/ 8 h 162"/>
                <a:gd name="T44" fmla="*/ 343 w 384"/>
                <a:gd name="T45" fmla="*/ 82 h 162"/>
                <a:gd name="T46" fmla="*/ 343 w 384"/>
                <a:gd name="T47" fmla="*/ 82 h 162"/>
                <a:gd name="T48" fmla="*/ 286 w 384"/>
                <a:gd name="T49" fmla="*/ 117 h 162"/>
                <a:gd name="T50" fmla="*/ 192 w 384"/>
                <a:gd name="T51" fmla="*/ 132 h 162"/>
                <a:gd name="T52" fmla="*/ 74 w 384"/>
                <a:gd name="T53" fmla="*/ 107 h 162"/>
                <a:gd name="T54" fmla="*/ 41 w 384"/>
                <a:gd name="T55" fmla="*/ 82 h 162"/>
                <a:gd name="T56" fmla="*/ 29 w 384"/>
                <a:gd name="T57" fmla="*/ 58 h 162"/>
                <a:gd name="T58" fmla="*/ 34 w 384"/>
                <a:gd name="T59" fmla="*/ 35 h 162"/>
                <a:gd name="T60" fmla="*/ 36 w 384"/>
                <a:gd name="T61" fmla="*/ 30 h 162"/>
                <a:gd name="T62" fmla="*/ 39 w 384"/>
                <a:gd name="T63" fmla="*/ 29 h 162"/>
                <a:gd name="T64" fmla="*/ 65 w 384"/>
                <a:gd name="T65" fmla="*/ 34 h 162"/>
                <a:gd name="T66" fmla="*/ 121 w 384"/>
                <a:gd name="T67" fmla="*/ 58 h 162"/>
                <a:gd name="T68" fmla="*/ 192 w 384"/>
                <a:gd name="T69" fmla="*/ 73 h 162"/>
                <a:gd name="T70" fmla="*/ 284 w 384"/>
                <a:gd name="T71" fmla="*/ 49 h 162"/>
                <a:gd name="T72" fmla="*/ 318 w 384"/>
                <a:gd name="T73" fmla="*/ 34 h 162"/>
                <a:gd name="T74" fmla="*/ 344 w 384"/>
                <a:gd name="T75" fmla="*/ 29 h 162"/>
                <a:gd name="T76" fmla="*/ 347 w 384"/>
                <a:gd name="T77" fmla="*/ 30 h 162"/>
                <a:gd name="T78" fmla="*/ 351 w 384"/>
                <a:gd name="T79" fmla="*/ 41 h 162"/>
                <a:gd name="T80" fmla="*/ 354 w 384"/>
                <a:gd name="T81" fmla="*/ 58 h 162"/>
                <a:gd name="T82" fmla="*/ 343 w 384"/>
                <a:gd name="T83" fmla="*/ 82 h 1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84" h="162">
                  <a:moveTo>
                    <a:pt x="366" y="8"/>
                  </a:moveTo>
                  <a:lnTo>
                    <a:pt x="366" y="8"/>
                  </a:lnTo>
                  <a:cubicBezTo>
                    <a:pt x="361" y="2"/>
                    <a:pt x="353" y="0"/>
                    <a:pt x="344" y="0"/>
                  </a:cubicBezTo>
                  <a:cubicBezTo>
                    <a:pt x="344" y="13"/>
                    <a:pt x="344" y="13"/>
                    <a:pt x="344" y="13"/>
                  </a:cubicBezTo>
                  <a:cubicBezTo>
                    <a:pt x="344" y="0"/>
                    <a:pt x="344" y="0"/>
                    <a:pt x="344" y="0"/>
                  </a:cubicBezTo>
                  <a:cubicBezTo>
                    <a:pt x="332" y="0"/>
                    <a:pt x="320" y="2"/>
                    <a:pt x="309" y="6"/>
                  </a:cubicBezTo>
                  <a:cubicBezTo>
                    <a:pt x="291" y="13"/>
                    <a:pt x="273" y="23"/>
                    <a:pt x="253" y="30"/>
                  </a:cubicBezTo>
                  <a:cubicBezTo>
                    <a:pt x="234" y="38"/>
                    <a:pt x="213" y="44"/>
                    <a:pt x="192" y="44"/>
                  </a:cubicBezTo>
                  <a:cubicBezTo>
                    <a:pt x="162" y="44"/>
                    <a:pt x="137" y="34"/>
                    <a:pt x="112" y="23"/>
                  </a:cubicBezTo>
                  <a:cubicBezTo>
                    <a:pt x="100" y="18"/>
                    <a:pt x="88" y="12"/>
                    <a:pt x="75" y="6"/>
                  </a:cubicBezTo>
                  <a:cubicBezTo>
                    <a:pt x="64" y="2"/>
                    <a:pt x="52" y="0"/>
                    <a:pt x="39" y="0"/>
                  </a:cubicBezTo>
                  <a:cubicBezTo>
                    <a:pt x="31" y="0"/>
                    <a:pt x="23" y="2"/>
                    <a:pt x="17" y="8"/>
                  </a:cubicBezTo>
                  <a:cubicBezTo>
                    <a:pt x="9" y="15"/>
                    <a:pt x="5" y="24"/>
                    <a:pt x="3" y="34"/>
                  </a:cubicBezTo>
                  <a:cubicBezTo>
                    <a:pt x="0" y="42"/>
                    <a:pt x="0" y="51"/>
                    <a:pt x="0" y="58"/>
                  </a:cubicBezTo>
                  <a:cubicBezTo>
                    <a:pt x="0" y="74"/>
                    <a:pt x="7" y="89"/>
                    <a:pt x="17" y="102"/>
                  </a:cubicBezTo>
                  <a:cubicBezTo>
                    <a:pt x="34" y="121"/>
                    <a:pt x="58" y="135"/>
                    <a:pt x="89" y="146"/>
                  </a:cubicBezTo>
                  <a:cubicBezTo>
                    <a:pt x="118" y="156"/>
                    <a:pt x="154" y="161"/>
                    <a:pt x="192" y="161"/>
                  </a:cubicBezTo>
                  <a:cubicBezTo>
                    <a:pt x="242" y="161"/>
                    <a:pt x="289" y="151"/>
                    <a:pt x="324" y="134"/>
                  </a:cubicBezTo>
                  <a:cubicBezTo>
                    <a:pt x="340" y="125"/>
                    <a:pt x="355" y="114"/>
                    <a:pt x="366" y="102"/>
                  </a:cubicBezTo>
                  <a:cubicBezTo>
                    <a:pt x="376" y="89"/>
                    <a:pt x="383" y="74"/>
                    <a:pt x="383" y="58"/>
                  </a:cubicBezTo>
                  <a:cubicBezTo>
                    <a:pt x="383" y="49"/>
                    <a:pt x="383" y="37"/>
                    <a:pt x="378" y="24"/>
                  </a:cubicBezTo>
                  <a:cubicBezTo>
                    <a:pt x="376" y="19"/>
                    <a:pt x="372" y="13"/>
                    <a:pt x="366" y="8"/>
                  </a:cubicBezTo>
                  <a:close/>
                  <a:moveTo>
                    <a:pt x="343" y="82"/>
                  </a:moveTo>
                  <a:lnTo>
                    <a:pt x="343" y="82"/>
                  </a:lnTo>
                  <a:cubicBezTo>
                    <a:pt x="333" y="96"/>
                    <a:pt x="313" y="109"/>
                    <a:pt x="286" y="117"/>
                  </a:cubicBezTo>
                  <a:cubicBezTo>
                    <a:pt x="260" y="127"/>
                    <a:pt x="227" y="132"/>
                    <a:pt x="192" y="132"/>
                  </a:cubicBezTo>
                  <a:cubicBezTo>
                    <a:pt x="146" y="132"/>
                    <a:pt x="103" y="122"/>
                    <a:pt x="74" y="107"/>
                  </a:cubicBezTo>
                  <a:cubicBezTo>
                    <a:pt x="58" y="100"/>
                    <a:pt x="47" y="92"/>
                    <a:pt x="41" y="82"/>
                  </a:cubicBezTo>
                  <a:cubicBezTo>
                    <a:pt x="32" y="74"/>
                    <a:pt x="29" y="66"/>
                    <a:pt x="29" y="58"/>
                  </a:cubicBezTo>
                  <a:cubicBezTo>
                    <a:pt x="29" y="51"/>
                    <a:pt x="31" y="41"/>
                    <a:pt x="34" y="35"/>
                  </a:cubicBezTo>
                  <a:cubicBezTo>
                    <a:pt x="35" y="33"/>
                    <a:pt x="36" y="30"/>
                    <a:pt x="36" y="30"/>
                  </a:cubicBezTo>
                  <a:cubicBezTo>
                    <a:pt x="38" y="29"/>
                    <a:pt x="38" y="29"/>
                    <a:pt x="39" y="29"/>
                  </a:cubicBezTo>
                  <a:cubicBezTo>
                    <a:pt x="46" y="29"/>
                    <a:pt x="56" y="31"/>
                    <a:pt x="65" y="34"/>
                  </a:cubicBezTo>
                  <a:cubicBezTo>
                    <a:pt x="81" y="41"/>
                    <a:pt x="99" y="49"/>
                    <a:pt x="121" y="58"/>
                  </a:cubicBezTo>
                  <a:cubicBezTo>
                    <a:pt x="141" y="66"/>
                    <a:pt x="165" y="73"/>
                    <a:pt x="192" y="73"/>
                  </a:cubicBezTo>
                  <a:cubicBezTo>
                    <a:pt x="228" y="73"/>
                    <a:pt x="259" y="60"/>
                    <a:pt x="284" y="49"/>
                  </a:cubicBezTo>
                  <a:cubicBezTo>
                    <a:pt x="296" y="44"/>
                    <a:pt x="309" y="38"/>
                    <a:pt x="318" y="34"/>
                  </a:cubicBezTo>
                  <a:cubicBezTo>
                    <a:pt x="328" y="31"/>
                    <a:pt x="338" y="29"/>
                    <a:pt x="344" y="29"/>
                  </a:cubicBezTo>
                  <a:cubicBezTo>
                    <a:pt x="346" y="29"/>
                    <a:pt x="346" y="29"/>
                    <a:pt x="347" y="30"/>
                  </a:cubicBezTo>
                  <a:cubicBezTo>
                    <a:pt x="349" y="30"/>
                    <a:pt x="351" y="34"/>
                    <a:pt x="351" y="41"/>
                  </a:cubicBezTo>
                  <a:cubicBezTo>
                    <a:pt x="353" y="47"/>
                    <a:pt x="354" y="53"/>
                    <a:pt x="354" y="58"/>
                  </a:cubicBezTo>
                  <a:cubicBezTo>
                    <a:pt x="354" y="66"/>
                    <a:pt x="351" y="74"/>
                    <a:pt x="343"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19" name="Freeform 180">
              <a:extLst>
                <a:ext uri="{FF2B5EF4-FFF2-40B4-BE49-F238E27FC236}">
                  <a16:creationId xmlns:a16="http://schemas.microsoft.com/office/drawing/2014/main" id="{75EF317A-2EBC-65BF-C371-2AF1F2BD4105}"/>
                </a:ext>
              </a:extLst>
            </p:cNvPr>
            <p:cNvSpPr>
              <a:spLocks noChangeArrowheads="1"/>
            </p:cNvSpPr>
            <p:nvPr/>
          </p:nvSpPr>
          <p:spPr bwMode="auto">
            <a:xfrm>
              <a:off x="8326438" y="6542088"/>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0" name="Freeform 181">
              <a:extLst>
                <a:ext uri="{FF2B5EF4-FFF2-40B4-BE49-F238E27FC236}">
                  <a16:creationId xmlns:a16="http://schemas.microsoft.com/office/drawing/2014/main" id="{CB90C47D-DD13-0B1C-3DDF-11B4F2F2DB80}"/>
                </a:ext>
              </a:extLst>
            </p:cNvPr>
            <p:cNvSpPr>
              <a:spLocks noChangeArrowheads="1"/>
            </p:cNvSpPr>
            <p:nvPr/>
          </p:nvSpPr>
          <p:spPr bwMode="auto">
            <a:xfrm>
              <a:off x="8388350" y="6626225"/>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1" name="Freeform 182">
              <a:extLst>
                <a:ext uri="{FF2B5EF4-FFF2-40B4-BE49-F238E27FC236}">
                  <a16:creationId xmlns:a16="http://schemas.microsoft.com/office/drawing/2014/main" id="{EE87C79B-D61D-1ED0-0ED8-136EF0118FDC}"/>
                </a:ext>
              </a:extLst>
            </p:cNvPr>
            <p:cNvSpPr>
              <a:spLocks noChangeArrowheads="1"/>
            </p:cNvSpPr>
            <p:nvPr/>
          </p:nvSpPr>
          <p:spPr bwMode="auto">
            <a:xfrm>
              <a:off x="8485188" y="6626225"/>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2" name="Group 224">
            <a:extLst>
              <a:ext uri="{FF2B5EF4-FFF2-40B4-BE49-F238E27FC236}">
                <a16:creationId xmlns:a16="http://schemas.microsoft.com/office/drawing/2014/main" id="{4B4149E1-04A6-28B7-DA7E-D1B94F7F3C05}"/>
              </a:ext>
            </a:extLst>
          </p:cNvPr>
          <p:cNvGrpSpPr/>
          <p:nvPr/>
        </p:nvGrpSpPr>
        <p:grpSpPr>
          <a:xfrm>
            <a:off x="8984183" y="4697834"/>
            <a:ext cx="244475" cy="244475"/>
            <a:chOff x="7827963" y="5013325"/>
            <a:chExt cx="244475" cy="244475"/>
          </a:xfrm>
          <a:solidFill>
            <a:schemeClr val="accent4"/>
          </a:solidFill>
        </p:grpSpPr>
        <p:sp>
          <p:nvSpPr>
            <p:cNvPr id="223" name="Freeform 183">
              <a:extLst>
                <a:ext uri="{FF2B5EF4-FFF2-40B4-BE49-F238E27FC236}">
                  <a16:creationId xmlns:a16="http://schemas.microsoft.com/office/drawing/2014/main" id="{EBE5256D-929B-5F40-47A1-CB7CA9409C7C}"/>
                </a:ext>
              </a:extLst>
            </p:cNvPr>
            <p:cNvSpPr>
              <a:spLocks noChangeArrowheads="1"/>
            </p:cNvSpPr>
            <p:nvPr/>
          </p:nvSpPr>
          <p:spPr bwMode="auto">
            <a:xfrm>
              <a:off x="7827963" y="5013325"/>
              <a:ext cx="244475" cy="244475"/>
            </a:xfrm>
            <a:custGeom>
              <a:avLst/>
              <a:gdLst>
                <a:gd name="T0" fmla="*/ 338 w 678"/>
                <a:gd name="T1" fmla="*/ 0 h 680"/>
                <a:gd name="T2" fmla="*/ 338 w 678"/>
                <a:gd name="T3" fmla="*/ 0 h 680"/>
                <a:gd name="T4" fmla="*/ 0 w 678"/>
                <a:gd name="T5" fmla="*/ 340 h 680"/>
                <a:gd name="T6" fmla="*/ 338 w 678"/>
                <a:gd name="T7" fmla="*/ 679 h 680"/>
                <a:gd name="T8" fmla="*/ 677 w 678"/>
                <a:gd name="T9" fmla="*/ 340 h 680"/>
                <a:gd name="T10" fmla="*/ 338 w 678"/>
                <a:gd name="T11" fmla="*/ 0 h 680"/>
                <a:gd name="T12" fmla="*/ 556 w 678"/>
                <a:gd name="T13" fmla="*/ 558 h 680"/>
                <a:gd name="T14" fmla="*/ 556 w 678"/>
                <a:gd name="T15" fmla="*/ 558 h 680"/>
                <a:gd name="T16" fmla="*/ 338 w 678"/>
                <a:gd name="T17" fmla="*/ 650 h 680"/>
                <a:gd name="T18" fmla="*/ 118 w 678"/>
                <a:gd name="T19" fmla="*/ 558 h 680"/>
                <a:gd name="T20" fmla="*/ 29 w 678"/>
                <a:gd name="T21" fmla="*/ 340 h 680"/>
                <a:gd name="T22" fmla="*/ 118 w 678"/>
                <a:gd name="T23" fmla="*/ 121 h 680"/>
                <a:gd name="T24" fmla="*/ 338 w 678"/>
                <a:gd name="T25" fmla="*/ 31 h 680"/>
                <a:gd name="T26" fmla="*/ 556 w 678"/>
                <a:gd name="T27" fmla="*/ 121 h 680"/>
                <a:gd name="T28" fmla="*/ 648 w 678"/>
                <a:gd name="T29" fmla="*/ 340 h 680"/>
                <a:gd name="T30" fmla="*/ 556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8" y="0"/>
                  </a:moveTo>
                  <a:lnTo>
                    <a:pt x="338" y="0"/>
                  </a:lnTo>
                  <a:cubicBezTo>
                    <a:pt x="150" y="0"/>
                    <a:pt x="0" y="152"/>
                    <a:pt x="0" y="340"/>
                  </a:cubicBezTo>
                  <a:cubicBezTo>
                    <a:pt x="0" y="527"/>
                    <a:pt x="150" y="679"/>
                    <a:pt x="338" y="679"/>
                  </a:cubicBezTo>
                  <a:cubicBezTo>
                    <a:pt x="525" y="679"/>
                    <a:pt x="677" y="527"/>
                    <a:pt x="677" y="340"/>
                  </a:cubicBezTo>
                  <a:cubicBezTo>
                    <a:pt x="677" y="152"/>
                    <a:pt x="525" y="0"/>
                    <a:pt x="338" y="0"/>
                  </a:cubicBezTo>
                  <a:close/>
                  <a:moveTo>
                    <a:pt x="556" y="558"/>
                  </a:moveTo>
                  <a:lnTo>
                    <a:pt x="556" y="558"/>
                  </a:lnTo>
                  <a:cubicBezTo>
                    <a:pt x="501" y="615"/>
                    <a:pt x="424" y="650"/>
                    <a:pt x="338" y="650"/>
                  </a:cubicBezTo>
                  <a:cubicBezTo>
                    <a:pt x="252" y="650"/>
                    <a:pt x="175" y="615"/>
                    <a:pt x="118" y="558"/>
                  </a:cubicBezTo>
                  <a:cubicBezTo>
                    <a:pt x="63" y="503"/>
                    <a:pt x="29" y="426"/>
                    <a:pt x="29" y="340"/>
                  </a:cubicBezTo>
                  <a:cubicBezTo>
                    <a:pt x="29" y="255"/>
                    <a:pt x="63" y="177"/>
                    <a:pt x="118" y="121"/>
                  </a:cubicBezTo>
                  <a:cubicBezTo>
                    <a:pt x="175" y="65"/>
                    <a:pt x="252" y="31"/>
                    <a:pt x="338" y="31"/>
                  </a:cubicBezTo>
                  <a:cubicBezTo>
                    <a:pt x="424" y="31"/>
                    <a:pt x="501" y="65"/>
                    <a:pt x="556" y="121"/>
                  </a:cubicBezTo>
                  <a:cubicBezTo>
                    <a:pt x="613" y="177"/>
                    <a:pt x="648" y="255"/>
                    <a:pt x="648" y="340"/>
                  </a:cubicBezTo>
                  <a:cubicBezTo>
                    <a:pt x="648" y="426"/>
                    <a:pt x="613" y="503"/>
                    <a:pt x="556"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4" name="Freeform 184">
              <a:extLst>
                <a:ext uri="{FF2B5EF4-FFF2-40B4-BE49-F238E27FC236}">
                  <a16:creationId xmlns:a16="http://schemas.microsoft.com/office/drawing/2014/main" id="{72111F3F-40E3-1404-309A-6D5F5B94B650}"/>
                </a:ext>
              </a:extLst>
            </p:cNvPr>
            <p:cNvSpPr>
              <a:spLocks noChangeArrowheads="1"/>
            </p:cNvSpPr>
            <p:nvPr/>
          </p:nvSpPr>
          <p:spPr bwMode="auto">
            <a:xfrm>
              <a:off x="7891463" y="5099050"/>
              <a:ext cx="20637"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5" y="59"/>
                    <a:pt x="58" y="45"/>
                    <a:pt x="58" y="29"/>
                  </a:cubicBezTo>
                  <a:cubicBezTo>
                    <a:pt x="58" y="13"/>
                    <a:pt x="45" y="0"/>
                    <a:pt x="29" y="0"/>
                  </a:cubicBezTo>
                  <a:cubicBezTo>
                    <a:pt x="12" y="0"/>
                    <a:pt x="0" y="13"/>
                    <a:pt x="0" y="29"/>
                  </a:cubicBezTo>
                  <a:cubicBezTo>
                    <a:pt x="0" y="45"/>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5" name="Freeform 185">
              <a:extLst>
                <a:ext uri="{FF2B5EF4-FFF2-40B4-BE49-F238E27FC236}">
                  <a16:creationId xmlns:a16="http://schemas.microsoft.com/office/drawing/2014/main" id="{D90CC482-093A-C53C-D43B-17A43650EE5B}"/>
                </a:ext>
              </a:extLst>
            </p:cNvPr>
            <p:cNvSpPr>
              <a:spLocks noChangeArrowheads="1"/>
            </p:cNvSpPr>
            <p:nvPr/>
          </p:nvSpPr>
          <p:spPr bwMode="auto">
            <a:xfrm>
              <a:off x="7986713" y="5099050"/>
              <a:ext cx="20637" cy="22225"/>
            </a:xfrm>
            <a:custGeom>
              <a:avLst/>
              <a:gdLst>
                <a:gd name="T0" fmla="*/ 29 w 59"/>
                <a:gd name="T1" fmla="*/ 0 h 60"/>
                <a:gd name="T2" fmla="*/ 29 w 59"/>
                <a:gd name="T3" fmla="*/ 0 h 60"/>
                <a:gd name="T4" fmla="*/ 0 w 59"/>
                <a:gd name="T5" fmla="*/ 29 h 60"/>
                <a:gd name="T6" fmla="*/ 29 w 59"/>
                <a:gd name="T7" fmla="*/ 59 h 60"/>
                <a:gd name="T8" fmla="*/ 58 w 59"/>
                <a:gd name="T9" fmla="*/ 29 h 60"/>
                <a:gd name="T10" fmla="*/ 29 w 59"/>
                <a:gd name="T11" fmla="*/ 0 h 60"/>
              </a:gdLst>
              <a:ahLst/>
              <a:cxnLst>
                <a:cxn ang="0">
                  <a:pos x="T0" y="T1"/>
                </a:cxn>
                <a:cxn ang="0">
                  <a:pos x="T2" y="T3"/>
                </a:cxn>
                <a:cxn ang="0">
                  <a:pos x="T4" y="T5"/>
                </a:cxn>
                <a:cxn ang="0">
                  <a:pos x="T6" y="T7"/>
                </a:cxn>
                <a:cxn ang="0">
                  <a:pos x="T8" y="T9"/>
                </a:cxn>
                <a:cxn ang="0">
                  <a:pos x="T10" y="T11"/>
                </a:cxn>
              </a:cxnLst>
              <a:rect l="0" t="0" r="r" b="b"/>
              <a:pathLst>
                <a:path w="59" h="60">
                  <a:moveTo>
                    <a:pt x="29" y="0"/>
                  </a:moveTo>
                  <a:lnTo>
                    <a:pt x="29" y="0"/>
                  </a:lnTo>
                  <a:cubicBezTo>
                    <a:pt x="12" y="0"/>
                    <a:pt x="0" y="13"/>
                    <a:pt x="0" y="29"/>
                  </a:cubicBezTo>
                  <a:cubicBezTo>
                    <a:pt x="0" y="45"/>
                    <a:pt x="12" y="59"/>
                    <a:pt x="29" y="59"/>
                  </a:cubicBezTo>
                  <a:cubicBezTo>
                    <a:pt x="45" y="59"/>
                    <a:pt x="58" y="45"/>
                    <a:pt x="58" y="29"/>
                  </a:cubicBezTo>
                  <a:cubicBezTo>
                    <a:pt x="58"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6" name="Freeform 186">
              <a:extLst>
                <a:ext uri="{FF2B5EF4-FFF2-40B4-BE49-F238E27FC236}">
                  <a16:creationId xmlns:a16="http://schemas.microsoft.com/office/drawing/2014/main" id="{413BAC93-43C8-4DD2-E374-3FFDA679193F}"/>
                </a:ext>
              </a:extLst>
            </p:cNvPr>
            <p:cNvSpPr>
              <a:spLocks noChangeArrowheads="1"/>
            </p:cNvSpPr>
            <p:nvPr/>
          </p:nvSpPr>
          <p:spPr bwMode="auto">
            <a:xfrm>
              <a:off x="7889875" y="5173663"/>
              <a:ext cx="117475" cy="42862"/>
            </a:xfrm>
            <a:custGeom>
              <a:avLst/>
              <a:gdLst>
                <a:gd name="T0" fmla="*/ 311 w 327"/>
                <a:gd name="T1" fmla="*/ 0 h 120"/>
                <a:gd name="T2" fmla="*/ 311 w 327"/>
                <a:gd name="T3" fmla="*/ 0 h 120"/>
                <a:gd name="T4" fmla="*/ 15 w 327"/>
                <a:gd name="T5" fmla="*/ 0 h 120"/>
                <a:gd name="T6" fmla="*/ 3 w 327"/>
                <a:gd name="T7" fmla="*/ 9 h 120"/>
                <a:gd name="T8" fmla="*/ 4 w 327"/>
                <a:gd name="T9" fmla="*/ 24 h 120"/>
                <a:gd name="T10" fmla="*/ 79 w 327"/>
                <a:gd name="T11" fmla="*/ 94 h 120"/>
                <a:gd name="T12" fmla="*/ 163 w 327"/>
                <a:gd name="T13" fmla="*/ 119 h 120"/>
                <a:gd name="T14" fmla="*/ 247 w 327"/>
                <a:gd name="T15" fmla="*/ 94 h 120"/>
                <a:gd name="T16" fmla="*/ 322 w 327"/>
                <a:gd name="T17" fmla="*/ 24 h 120"/>
                <a:gd name="T18" fmla="*/ 323 w 327"/>
                <a:gd name="T19" fmla="*/ 9 h 120"/>
                <a:gd name="T20" fmla="*/ 311 w 327"/>
                <a:gd name="T21" fmla="*/ 0 h 120"/>
                <a:gd name="T22" fmla="*/ 232 w 327"/>
                <a:gd name="T23" fmla="*/ 69 h 120"/>
                <a:gd name="T24" fmla="*/ 232 w 327"/>
                <a:gd name="T25" fmla="*/ 69 h 120"/>
                <a:gd name="T26" fmla="*/ 163 w 327"/>
                <a:gd name="T27" fmla="*/ 89 h 120"/>
                <a:gd name="T28" fmla="*/ 94 w 327"/>
                <a:gd name="T29" fmla="*/ 69 h 120"/>
                <a:gd name="T30" fmla="*/ 47 w 327"/>
                <a:gd name="T31" fmla="*/ 31 h 120"/>
                <a:gd name="T32" fmla="*/ 279 w 327"/>
                <a:gd name="T33" fmla="*/ 31 h 120"/>
                <a:gd name="T34" fmla="*/ 232 w 327"/>
                <a:gd name="T35" fmla="*/ 6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7" h="120">
                  <a:moveTo>
                    <a:pt x="311" y="0"/>
                  </a:moveTo>
                  <a:lnTo>
                    <a:pt x="311" y="0"/>
                  </a:lnTo>
                  <a:cubicBezTo>
                    <a:pt x="15" y="0"/>
                    <a:pt x="15" y="0"/>
                    <a:pt x="15" y="0"/>
                  </a:cubicBezTo>
                  <a:cubicBezTo>
                    <a:pt x="10" y="0"/>
                    <a:pt x="4" y="5"/>
                    <a:pt x="3" y="9"/>
                  </a:cubicBezTo>
                  <a:cubicBezTo>
                    <a:pt x="0" y="14"/>
                    <a:pt x="0" y="20"/>
                    <a:pt x="4" y="24"/>
                  </a:cubicBezTo>
                  <a:cubicBezTo>
                    <a:pt x="26" y="56"/>
                    <a:pt x="53" y="79"/>
                    <a:pt x="79" y="94"/>
                  </a:cubicBezTo>
                  <a:cubicBezTo>
                    <a:pt x="107" y="111"/>
                    <a:pt x="134" y="119"/>
                    <a:pt x="163" y="119"/>
                  </a:cubicBezTo>
                  <a:cubicBezTo>
                    <a:pt x="192" y="119"/>
                    <a:pt x="220" y="111"/>
                    <a:pt x="247" y="94"/>
                  </a:cubicBezTo>
                  <a:cubicBezTo>
                    <a:pt x="274" y="79"/>
                    <a:pt x="298" y="56"/>
                    <a:pt x="322" y="24"/>
                  </a:cubicBezTo>
                  <a:cubicBezTo>
                    <a:pt x="325" y="20"/>
                    <a:pt x="326" y="14"/>
                    <a:pt x="323" y="9"/>
                  </a:cubicBezTo>
                  <a:cubicBezTo>
                    <a:pt x="321" y="5"/>
                    <a:pt x="316" y="0"/>
                    <a:pt x="311" y="0"/>
                  </a:cubicBezTo>
                  <a:close/>
                  <a:moveTo>
                    <a:pt x="232" y="69"/>
                  </a:moveTo>
                  <a:lnTo>
                    <a:pt x="232" y="69"/>
                  </a:lnTo>
                  <a:cubicBezTo>
                    <a:pt x="209" y="83"/>
                    <a:pt x="185" y="89"/>
                    <a:pt x="163" y="89"/>
                  </a:cubicBezTo>
                  <a:cubicBezTo>
                    <a:pt x="140" y="89"/>
                    <a:pt x="118" y="83"/>
                    <a:pt x="94" y="69"/>
                  </a:cubicBezTo>
                  <a:cubicBezTo>
                    <a:pt x="77" y="60"/>
                    <a:pt x="62" y="47"/>
                    <a:pt x="47" y="31"/>
                  </a:cubicBezTo>
                  <a:cubicBezTo>
                    <a:pt x="279" y="31"/>
                    <a:pt x="279" y="31"/>
                    <a:pt x="279" y="31"/>
                  </a:cubicBezTo>
                  <a:cubicBezTo>
                    <a:pt x="264" y="47"/>
                    <a:pt x="247" y="60"/>
                    <a:pt x="232"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27" name="Group 229">
            <a:extLst>
              <a:ext uri="{FF2B5EF4-FFF2-40B4-BE49-F238E27FC236}">
                <a16:creationId xmlns:a16="http://schemas.microsoft.com/office/drawing/2014/main" id="{83FB4FD0-6B9B-E475-520E-C6FBACD1A129}"/>
              </a:ext>
            </a:extLst>
          </p:cNvPr>
          <p:cNvGrpSpPr/>
          <p:nvPr/>
        </p:nvGrpSpPr>
        <p:grpSpPr>
          <a:xfrm>
            <a:off x="9482658" y="4697834"/>
            <a:ext cx="244475" cy="244475"/>
            <a:chOff x="8326438" y="5013325"/>
            <a:chExt cx="244475" cy="244475"/>
          </a:xfrm>
          <a:solidFill>
            <a:schemeClr val="accent4"/>
          </a:solidFill>
        </p:grpSpPr>
        <p:sp>
          <p:nvSpPr>
            <p:cNvPr id="228" name="Freeform 187">
              <a:extLst>
                <a:ext uri="{FF2B5EF4-FFF2-40B4-BE49-F238E27FC236}">
                  <a16:creationId xmlns:a16="http://schemas.microsoft.com/office/drawing/2014/main" id="{3C88E48F-78B5-253A-C2FA-05DCB4671198}"/>
                </a:ext>
              </a:extLst>
            </p:cNvPr>
            <p:cNvSpPr>
              <a:spLocks noChangeArrowheads="1"/>
            </p:cNvSpPr>
            <p:nvPr/>
          </p:nvSpPr>
          <p:spPr bwMode="auto">
            <a:xfrm>
              <a:off x="8388350" y="5099050"/>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3"/>
                    <a:pt x="46" y="0"/>
                    <a:pt x="31" y="0"/>
                  </a:cubicBezTo>
                  <a:cubicBezTo>
                    <a:pt x="14" y="0"/>
                    <a:pt x="0" y="13"/>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29" name="Freeform 188">
              <a:extLst>
                <a:ext uri="{FF2B5EF4-FFF2-40B4-BE49-F238E27FC236}">
                  <a16:creationId xmlns:a16="http://schemas.microsoft.com/office/drawing/2014/main" id="{0869D668-29F5-B52F-142F-7FB86DE3DC77}"/>
                </a:ext>
              </a:extLst>
            </p:cNvPr>
            <p:cNvSpPr>
              <a:spLocks noChangeArrowheads="1"/>
            </p:cNvSpPr>
            <p:nvPr/>
          </p:nvSpPr>
          <p:spPr bwMode="auto">
            <a:xfrm>
              <a:off x="8485188" y="5099050"/>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5" y="59"/>
                    <a:pt x="59" y="45"/>
                    <a:pt x="59" y="29"/>
                  </a:cubicBezTo>
                  <a:cubicBezTo>
                    <a:pt x="59" y="13"/>
                    <a:pt x="45" y="0"/>
                    <a:pt x="30" y="0"/>
                  </a:cubicBezTo>
                  <a:cubicBezTo>
                    <a:pt x="14" y="0"/>
                    <a:pt x="0" y="13"/>
                    <a:pt x="0" y="29"/>
                  </a:cubicBezTo>
                  <a:cubicBezTo>
                    <a:pt x="0" y="45"/>
                    <a:pt x="14"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0" name="Freeform 189">
              <a:extLst>
                <a:ext uri="{FF2B5EF4-FFF2-40B4-BE49-F238E27FC236}">
                  <a16:creationId xmlns:a16="http://schemas.microsoft.com/office/drawing/2014/main" id="{DD7F7C47-D2CF-CD8C-39C6-AF4EB26F1C0A}"/>
                </a:ext>
              </a:extLst>
            </p:cNvPr>
            <p:cNvSpPr>
              <a:spLocks noChangeArrowheads="1"/>
            </p:cNvSpPr>
            <p:nvPr/>
          </p:nvSpPr>
          <p:spPr bwMode="auto">
            <a:xfrm>
              <a:off x="8326438" y="5013325"/>
              <a:ext cx="244475" cy="244475"/>
            </a:xfrm>
            <a:custGeom>
              <a:avLst/>
              <a:gdLst>
                <a:gd name="T0" fmla="*/ 339 w 679"/>
                <a:gd name="T1" fmla="*/ 0 h 680"/>
                <a:gd name="T2" fmla="*/ 339 w 679"/>
                <a:gd name="T3" fmla="*/ 0 h 680"/>
                <a:gd name="T4" fmla="*/ 0 w 679"/>
                <a:gd name="T5" fmla="*/ 340 h 680"/>
                <a:gd name="T6" fmla="*/ 339 w 679"/>
                <a:gd name="T7" fmla="*/ 679 h 680"/>
                <a:gd name="T8" fmla="*/ 678 w 679"/>
                <a:gd name="T9" fmla="*/ 340 h 680"/>
                <a:gd name="T10" fmla="*/ 339 w 679"/>
                <a:gd name="T11" fmla="*/ 0 h 680"/>
                <a:gd name="T12" fmla="*/ 558 w 679"/>
                <a:gd name="T13" fmla="*/ 558 h 680"/>
                <a:gd name="T14" fmla="*/ 558 w 679"/>
                <a:gd name="T15" fmla="*/ 558 h 680"/>
                <a:gd name="T16" fmla="*/ 339 w 679"/>
                <a:gd name="T17" fmla="*/ 650 h 680"/>
                <a:gd name="T18" fmla="*/ 120 w 679"/>
                <a:gd name="T19" fmla="*/ 558 h 680"/>
                <a:gd name="T20" fmla="*/ 30 w 679"/>
                <a:gd name="T21" fmla="*/ 340 h 680"/>
                <a:gd name="T22" fmla="*/ 120 w 679"/>
                <a:gd name="T23" fmla="*/ 121 h 680"/>
                <a:gd name="T24" fmla="*/ 339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9" y="0"/>
                  </a:moveTo>
                  <a:lnTo>
                    <a:pt x="339" y="0"/>
                  </a:lnTo>
                  <a:cubicBezTo>
                    <a:pt x="152" y="0"/>
                    <a:pt x="0" y="152"/>
                    <a:pt x="0" y="340"/>
                  </a:cubicBezTo>
                  <a:cubicBezTo>
                    <a:pt x="0" y="527"/>
                    <a:pt x="152" y="679"/>
                    <a:pt x="339" y="679"/>
                  </a:cubicBezTo>
                  <a:cubicBezTo>
                    <a:pt x="526" y="679"/>
                    <a:pt x="678" y="527"/>
                    <a:pt x="678" y="340"/>
                  </a:cubicBezTo>
                  <a:cubicBezTo>
                    <a:pt x="678" y="152"/>
                    <a:pt x="526" y="0"/>
                    <a:pt x="339" y="0"/>
                  </a:cubicBezTo>
                  <a:close/>
                  <a:moveTo>
                    <a:pt x="558" y="558"/>
                  </a:moveTo>
                  <a:lnTo>
                    <a:pt x="558" y="558"/>
                  </a:lnTo>
                  <a:cubicBezTo>
                    <a:pt x="501" y="615"/>
                    <a:pt x="424" y="650"/>
                    <a:pt x="339" y="650"/>
                  </a:cubicBezTo>
                  <a:cubicBezTo>
                    <a:pt x="254" y="650"/>
                    <a:pt x="176" y="615"/>
                    <a:pt x="120" y="558"/>
                  </a:cubicBezTo>
                  <a:cubicBezTo>
                    <a:pt x="65" y="503"/>
                    <a:pt x="30" y="426"/>
                    <a:pt x="30" y="340"/>
                  </a:cubicBezTo>
                  <a:cubicBezTo>
                    <a:pt x="30" y="255"/>
                    <a:pt x="65" y="177"/>
                    <a:pt x="120" y="121"/>
                  </a:cubicBezTo>
                  <a:cubicBezTo>
                    <a:pt x="176" y="65"/>
                    <a:pt x="254" y="31"/>
                    <a:pt x="339"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1" name="Freeform 190">
              <a:extLst>
                <a:ext uri="{FF2B5EF4-FFF2-40B4-BE49-F238E27FC236}">
                  <a16:creationId xmlns:a16="http://schemas.microsoft.com/office/drawing/2014/main" id="{32071B88-3A0B-42C3-27D3-6D4E618534BA}"/>
                </a:ext>
              </a:extLst>
            </p:cNvPr>
            <p:cNvSpPr>
              <a:spLocks noChangeArrowheads="1"/>
            </p:cNvSpPr>
            <p:nvPr/>
          </p:nvSpPr>
          <p:spPr bwMode="auto">
            <a:xfrm>
              <a:off x="8378825" y="5153025"/>
              <a:ext cx="138113" cy="74613"/>
            </a:xfrm>
            <a:custGeom>
              <a:avLst/>
              <a:gdLst>
                <a:gd name="T0" fmla="*/ 369 w 384"/>
                <a:gd name="T1" fmla="*/ 0 h 207"/>
                <a:gd name="T2" fmla="*/ 369 w 384"/>
                <a:gd name="T3" fmla="*/ 0 h 207"/>
                <a:gd name="T4" fmla="*/ 16 w 384"/>
                <a:gd name="T5" fmla="*/ 0 h 207"/>
                <a:gd name="T6" fmla="*/ 5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6 w 384"/>
                <a:gd name="T19" fmla="*/ 129 h 207"/>
                <a:gd name="T20" fmla="*/ 306 w 384"/>
                <a:gd name="T21" fmla="*/ 129 h 207"/>
                <a:gd name="T22" fmla="*/ 192 w 384"/>
                <a:gd name="T23" fmla="*/ 177 h 207"/>
                <a:gd name="T24" fmla="*/ 78 w 384"/>
                <a:gd name="T25" fmla="*/ 129 h 207"/>
                <a:gd name="T26" fmla="*/ 31 w 384"/>
                <a:gd name="T27" fmla="*/ 29 h 207"/>
                <a:gd name="T28" fmla="*/ 353 w 384"/>
                <a:gd name="T29" fmla="*/ 29 h 207"/>
                <a:gd name="T30" fmla="*/ 306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6" y="0"/>
                    <a:pt x="16" y="0"/>
                    <a:pt x="16" y="0"/>
                  </a:cubicBezTo>
                  <a:cubicBezTo>
                    <a:pt x="12" y="0"/>
                    <a:pt x="7" y="2"/>
                    <a:pt x="5" y="5"/>
                  </a:cubicBezTo>
                  <a:cubicBezTo>
                    <a:pt x="2" y="7"/>
                    <a:pt x="0" y="11"/>
                    <a:pt x="0" y="14"/>
                  </a:cubicBezTo>
                  <a:cubicBezTo>
                    <a:pt x="0" y="121"/>
                    <a:pt x="86" y="206"/>
                    <a:pt x="192" y="206"/>
                  </a:cubicBezTo>
                  <a:cubicBezTo>
                    <a:pt x="297" y="206"/>
                    <a:pt x="383" y="121"/>
                    <a:pt x="383" y="14"/>
                  </a:cubicBezTo>
                  <a:cubicBezTo>
                    <a:pt x="383" y="11"/>
                    <a:pt x="382" y="7"/>
                    <a:pt x="379" y="5"/>
                  </a:cubicBezTo>
                  <a:cubicBezTo>
                    <a:pt x="376" y="2"/>
                    <a:pt x="372" y="0"/>
                    <a:pt x="369" y="0"/>
                  </a:cubicBezTo>
                  <a:close/>
                  <a:moveTo>
                    <a:pt x="306" y="129"/>
                  </a:moveTo>
                  <a:lnTo>
                    <a:pt x="306" y="129"/>
                  </a:lnTo>
                  <a:cubicBezTo>
                    <a:pt x="277" y="159"/>
                    <a:pt x="237" y="177"/>
                    <a:pt x="192" y="177"/>
                  </a:cubicBezTo>
                  <a:cubicBezTo>
                    <a:pt x="147" y="177"/>
                    <a:pt x="107" y="159"/>
                    <a:pt x="78" y="129"/>
                  </a:cubicBezTo>
                  <a:cubicBezTo>
                    <a:pt x="52" y="103"/>
                    <a:pt x="34" y="68"/>
                    <a:pt x="31" y="29"/>
                  </a:cubicBezTo>
                  <a:cubicBezTo>
                    <a:pt x="353" y="29"/>
                    <a:pt x="353" y="29"/>
                    <a:pt x="353" y="29"/>
                  </a:cubicBezTo>
                  <a:cubicBezTo>
                    <a:pt x="350" y="68"/>
                    <a:pt x="332" y="103"/>
                    <a:pt x="306"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2" name="Group 234">
            <a:extLst>
              <a:ext uri="{FF2B5EF4-FFF2-40B4-BE49-F238E27FC236}">
                <a16:creationId xmlns:a16="http://schemas.microsoft.com/office/drawing/2014/main" id="{7D7C2EA9-C6D2-5342-05F4-8432ABA6BF56}"/>
              </a:ext>
            </a:extLst>
          </p:cNvPr>
          <p:cNvGrpSpPr/>
          <p:nvPr/>
        </p:nvGrpSpPr>
        <p:grpSpPr>
          <a:xfrm>
            <a:off x="9990658" y="4697834"/>
            <a:ext cx="244475" cy="244475"/>
            <a:chOff x="8834438" y="5013325"/>
            <a:chExt cx="244475" cy="244475"/>
          </a:xfrm>
          <a:solidFill>
            <a:schemeClr val="accent4"/>
          </a:solidFill>
        </p:grpSpPr>
        <p:sp>
          <p:nvSpPr>
            <p:cNvPr id="233" name="Freeform 191">
              <a:extLst>
                <a:ext uri="{FF2B5EF4-FFF2-40B4-BE49-F238E27FC236}">
                  <a16:creationId xmlns:a16="http://schemas.microsoft.com/office/drawing/2014/main" id="{880CF636-FCB7-3437-9B36-9849FC9816A5}"/>
                </a:ext>
              </a:extLst>
            </p:cNvPr>
            <p:cNvSpPr>
              <a:spLocks noChangeArrowheads="1"/>
            </p:cNvSpPr>
            <p:nvPr/>
          </p:nvSpPr>
          <p:spPr bwMode="auto">
            <a:xfrm>
              <a:off x="8834438"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4" name="Freeform 192">
              <a:extLst>
                <a:ext uri="{FF2B5EF4-FFF2-40B4-BE49-F238E27FC236}">
                  <a16:creationId xmlns:a16="http://schemas.microsoft.com/office/drawing/2014/main" id="{B1F26841-FE7F-DF91-59BE-D7325CDBBC7C}"/>
                </a:ext>
              </a:extLst>
            </p:cNvPr>
            <p:cNvSpPr>
              <a:spLocks noChangeArrowheads="1"/>
            </p:cNvSpPr>
            <p:nvPr/>
          </p:nvSpPr>
          <p:spPr bwMode="auto">
            <a:xfrm>
              <a:off x="8888413" y="5153025"/>
              <a:ext cx="138112" cy="74613"/>
            </a:xfrm>
            <a:custGeom>
              <a:avLst/>
              <a:gdLst>
                <a:gd name="T0" fmla="*/ 369 w 383"/>
                <a:gd name="T1" fmla="*/ 0 h 207"/>
                <a:gd name="T2" fmla="*/ 369 w 383"/>
                <a:gd name="T3" fmla="*/ 0 h 207"/>
                <a:gd name="T4" fmla="*/ 15 w 383"/>
                <a:gd name="T5" fmla="*/ 0 h 207"/>
                <a:gd name="T6" fmla="*/ 4 w 383"/>
                <a:gd name="T7" fmla="*/ 5 h 207"/>
                <a:gd name="T8" fmla="*/ 0 w 383"/>
                <a:gd name="T9" fmla="*/ 14 h 207"/>
                <a:gd name="T10" fmla="*/ 192 w 383"/>
                <a:gd name="T11" fmla="*/ 206 h 207"/>
                <a:gd name="T12" fmla="*/ 382 w 383"/>
                <a:gd name="T13" fmla="*/ 14 h 207"/>
                <a:gd name="T14" fmla="*/ 378 w 383"/>
                <a:gd name="T15" fmla="*/ 5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5"/>
                  </a:cubicBezTo>
                  <a:cubicBezTo>
                    <a:pt x="1" y="7"/>
                    <a:pt x="0" y="11"/>
                    <a:pt x="0" y="14"/>
                  </a:cubicBezTo>
                  <a:cubicBezTo>
                    <a:pt x="0" y="121"/>
                    <a:pt x="85" y="206"/>
                    <a:pt x="192" y="206"/>
                  </a:cubicBezTo>
                  <a:cubicBezTo>
                    <a:pt x="297" y="206"/>
                    <a:pt x="382" y="121"/>
                    <a:pt x="382" y="14"/>
                  </a:cubicBezTo>
                  <a:cubicBezTo>
                    <a:pt x="382" y="11"/>
                    <a:pt x="381" y="7"/>
                    <a:pt x="378" y="5"/>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5" name="Freeform 193">
              <a:extLst>
                <a:ext uri="{FF2B5EF4-FFF2-40B4-BE49-F238E27FC236}">
                  <a16:creationId xmlns:a16="http://schemas.microsoft.com/office/drawing/2014/main" id="{E0010253-690B-F0DD-B100-19AC90B465AB}"/>
                </a:ext>
              </a:extLst>
            </p:cNvPr>
            <p:cNvSpPr>
              <a:spLocks noChangeArrowheads="1"/>
            </p:cNvSpPr>
            <p:nvPr/>
          </p:nvSpPr>
          <p:spPr bwMode="auto">
            <a:xfrm>
              <a:off x="8886825" y="5076825"/>
              <a:ext cx="33338" cy="53975"/>
            </a:xfrm>
            <a:custGeom>
              <a:avLst/>
              <a:gdLst>
                <a:gd name="T0" fmla="*/ 6 w 91"/>
                <a:gd name="T1" fmla="*/ 145 h 151"/>
                <a:gd name="T2" fmla="*/ 6 w 91"/>
                <a:gd name="T3" fmla="*/ 145 h 151"/>
                <a:gd name="T4" fmla="*/ 27 w 91"/>
                <a:gd name="T5" fmla="*/ 145 h 151"/>
                <a:gd name="T6" fmla="*/ 27 w 91"/>
                <a:gd name="T7" fmla="*/ 145 h 151"/>
                <a:gd name="T8" fmla="*/ 86 w 91"/>
                <a:gd name="T9" fmla="*/ 85 h 151"/>
                <a:gd name="T10" fmla="*/ 90 w 91"/>
                <a:gd name="T11" fmla="*/ 76 h 151"/>
                <a:gd name="T12" fmla="*/ 86 w 91"/>
                <a:gd name="T13" fmla="*/ 65 h 151"/>
                <a:gd name="T14" fmla="*/ 27 w 91"/>
                <a:gd name="T15" fmla="*/ 7 h 151"/>
                <a:gd name="T16" fmla="*/ 6 w 91"/>
                <a:gd name="T17" fmla="*/ 7 h 151"/>
                <a:gd name="T18" fmla="*/ 6 w 91"/>
                <a:gd name="T19" fmla="*/ 27 h 151"/>
                <a:gd name="T20" fmla="*/ 54 w 91"/>
                <a:gd name="T21" fmla="*/ 76 h 151"/>
                <a:gd name="T22" fmla="*/ 6 w 91"/>
                <a:gd name="T23" fmla="*/ 124 h 151"/>
                <a:gd name="T24" fmla="*/ 6 w 91"/>
                <a:gd name="T25"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6" y="145"/>
                  </a:moveTo>
                  <a:lnTo>
                    <a:pt x="6" y="145"/>
                  </a:lnTo>
                  <a:cubicBezTo>
                    <a:pt x="12" y="150"/>
                    <a:pt x="21" y="150"/>
                    <a:pt x="27" y="145"/>
                  </a:cubicBezTo>
                  <a:lnTo>
                    <a:pt x="27" y="145"/>
                  </a:lnTo>
                  <a:cubicBezTo>
                    <a:pt x="86" y="85"/>
                    <a:pt x="86" y="85"/>
                    <a:pt x="86" y="85"/>
                  </a:cubicBezTo>
                  <a:cubicBezTo>
                    <a:pt x="89" y="83"/>
                    <a:pt x="90" y="80"/>
                    <a:pt x="90" y="76"/>
                  </a:cubicBezTo>
                  <a:cubicBezTo>
                    <a:pt x="90" y="72"/>
                    <a:pt x="89" y="68"/>
                    <a:pt x="86" y="65"/>
                  </a:cubicBezTo>
                  <a:cubicBezTo>
                    <a:pt x="27" y="7"/>
                    <a:pt x="27" y="7"/>
                    <a:pt x="27" y="7"/>
                  </a:cubicBezTo>
                  <a:cubicBezTo>
                    <a:pt x="21" y="0"/>
                    <a:pt x="12" y="0"/>
                    <a:pt x="6" y="7"/>
                  </a:cubicBezTo>
                  <a:cubicBezTo>
                    <a:pt x="0" y="12"/>
                    <a:pt x="0" y="21"/>
                    <a:pt x="6" y="27"/>
                  </a:cubicBezTo>
                  <a:cubicBezTo>
                    <a:pt x="54" y="76"/>
                    <a:pt x="54" y="76"/>
                    <a:pt x="54" y="76"/>
                  </a:cubicBezTo>
                  <a:cubicBezTo>
                    <a:pt x="6" y="124"/>
                    <a:pt x="6" y="124"/>
                    <a:pt x="6" y="124"/>
                  </a:cubicBezTo>
                  <a:cubicBezTo>
                    <a:pt x="0" y="130"/>
                    <a:pt x="0" y="139"/>
                    <a:pt x="6"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6" name="Freeform 194">
              <a:extLst>
                <a:ext uri="{FF2B5EF4-FFF2-40B4-BE49-F238E27FC236}">
                  <a16:creationId xmlns:a16="http://schemas.microsoft.com/office/drawing/2014/main" id="{295D129E-8F86-93A5-76E9-CE2754B7F2FA}"/>
                </a:ext>
              </a:extLst>
            </p:cNvPr>
            <p:cNvSpPr>
              <a:spLocks noChangeArrowheads="1"/>
            </p:cNvSpPr>
            <p:nvPr/>
          </p:nvSpPr>
          <p:spPr bwMode="auto">
            <a:xfrm>
              <a:off x="8993188" y="5076825"/>
              <a:ext cx="33337" cy="53975"/>
            </a:xfrm>
            <a:custGeom>
              <a:avLst/>
              <a:gdLst>
                <a:gd name="T0" fmla="*/ 85 w 92"/>
                <a:gd name="T1" fmla="*/ 124 h 151"/>
                <a:gd name="T2" fmla="*/ 85 w 92"/>
                <a:gd name="T3" fmla="*/ 124 h 151"/>
                <a:gd name="T4" fmla="*/ 37 w 92"/>
                <a:gd name="T5" fmla="*/ 76 h 151"/>
                <a:gd name="T6" fmla="*/ 85 w 92"/>
                <a:gd name="T7" fmla="*/ 27 h 151"/>
                <a:gd name="T8" fmla="*/ 85 w 92"/>
                <a:gd name="T9" fmla="*/ 7 h 151"/>
                <a:gd name="T10" fmla="*/ 65 w 92"/>
                <a:gd name="T11" fmla="*/ 7 h 151"/>
                <a:gd name="T12" fmla="*/ 5 w 92"/>
                <a:gd name="T13" fmla="*/ 65 h 151"/>
                <a:gd name="T14" fmla="*/ 5 w 92"/>
                <a:gd name="T15" fmla="*/ 85 h 151"/>
                <a:gd name="T16" fmla="*/ 65 w 92"/>
                <a:gd name="T17" fmla="*/ 145 h 151"/>
                <a:gd name="T18" fmla="*/ 85 w 92"/>
                <a:gd name="T19" fmla="*/ 145 h 151"/>
                <a:gd name="T20" fmla="*/ 85 w 92"/>
                <a:gd name="T21"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92" h="151">
                  <a:moveTo>
                    <a:pt x="85" y="124"/>
                  </a:moveTo>
                  <a:lnTo>
                    <a:pt x="85" y="124"/>
                  </a:lnTo>
                  <a:cubicBezTo>
                    <a:pt x="37" y="76"/>
                    <a:pt x="37" y="76"/>
                    <a:pt x="37" y="76"/>
                  </a:cubicBezTo>
                  <a:cubicBezTo>
                    <a:pt x="85" y="27"/>
                    <a:pt x="85" y="27"/>
                    <a:pt x="85" y="27"/>
                  </a:cubicBezTo>
                  <a:cubicBezTo>
                    <a:pt x="91" y="21"/>
                    <a:pt x="91" y="12"/>
                    <a:pt x="85" y="7"/>
                  </a:cubicBezTo>
                  <a:cubicBezTo>
                    <a:pt x="80" y="0"/>
                    <a:pt x="70" y="0"/>
                    <a:pt x="65" y="7"/>
                  </a:cubicBezTo>
                  <a:cubicBezTo>
                    <a:pt x="5" y="65"/>
                    <a:pt x="5" y="65"/>
                    <a:pt x="5" y="65"/>
                  </a:cubicBezTo>
                  <a:cubicBezTo>
                    <a:pt x="0" y="70"/>
                    <a:pt x="0" y="80"/>
                    <a:pt x="5" y="85"/>
                  </a:cubicBezTo>
                  <a:cubicBezTo>
                    <a:pt x="65" y="145"/>
                    <a:pt x="65" y="145"/>
                    <a:pt x="65" y="145"/>
                  </a:cubicBezTo>
                  <a:cubicBezTo>
                    <a:pt x="70" y="150"/>
                    <a:pt x="80" y="150"/>
                    <a:pt x="85" y="145"/>
                  </a:cubicBezTo>
                  <a:cubicBezTo>
                    <a:pt x="91" y="139"/>
                    <a:pt x="91" y="130"/>
                    <a:pt x="8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37" name="Group 239">
            <a:extLst>
              <a:ext uri="{FF2B5EF4-FFF2-40B4-BE49-F238E27FC236}">
                <a16:creationId xmlns:a16="http://schemas.microsoft.com/office/drawing/2014/main" id="{1CE62857-73B8-4E19-081E-04F7FD73BD98}"/>
              </a:ext>
            </a:extLst>
          </p:cNvPr>
          <p:cNvGrpSpPr/>
          <p:nvPr/>
        </p:nvGrpSpPr>
        <p:grpSpPr>
          <a:xfrm>
            <a:off x="9990658" y="4192216"/>
            <a:ext cx="244475" cy="244475"/>
            <a:chOff x="8834438" y="4505325"/>
            <a:chExt cx="244475" cy="244475"/>
          </a:xfrm>
          <a:solidFill>
            <a:schemeClr val="accent4"/>
          </a:solidFill>
        </p:grpSpPr>
        <p:sp>
          <p:nvSpPr>
            <p:cNvPr id="238" name="Freeform 195">
              <a:extLst>
                <a:ext uri="{FF2B5EF4-FFF2-40B4-BE49-F238E27FC236}">
                  <a16:creationId xmlns:a16="http://schemas.microsoft.com/office/drawing/2014/main" id="{EF46D94A-CF62-79F3-FF12-0E1F2FF035FB}"/>
                </a:ext>
              </a:extLst>
            </p:cNvPr>
            <p:cNvSpPr>
              <a:spLocks noChangeArrowheads="1"/>
            </p:cNvSpPr>
            <p:nvPr/>
          </p:nvSpPr>
          <p:spPr bwMode="auto">
            <a:xfrm>
              <a:off x="8834438" y="4505325"/>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6"/>
                    <a:pt x="30" y="340"/>
                  </a:cubicBezTo>
                  <a:cubicBezTo>
                    <a:pt x="30" y="254"/>
                    <a:pt x="65" y="177"/>
                    <a:pt x="120" y="120"/>
                  </a:cubicBezTo>
                  <a:cubicBezTo>
                    <a:pt x="177" y="65"/>
                    <a:pt x="254" y="31"/>
                    <a:pt x="340"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39" name="Freeform 196">
              <a:extLst>
                <a:ext uri="{FF2B5EF4-FFF2-40B4-BE49-F238E27FC236}">
                  <a16:creationId xmlns:a16="http://schemas.microsoft.com/office/drawing/2014/main" id="{B0C916C2-555C-8969-55C0-983DDE379A27}"/>
                </a:ext>
              </a:extLst>
            </p:cNvPr>
            <p:cNvSpPr>
              <a:spLocks noChangeArrowheads="1"/>
            </p:cNvSpPr>
            <p:nvPr/>
          </p:nvSpPr>
          <p:spPr bwMode="auto">
            <a:xfrm>
              <a:off x="8905875" y="4664075"/>
              <a:ext cx="101600" cy="30163"/>
            </a:xfrm>
            <a:custGeom>
              <a:avLst/>
              <a:gdLst>
                <a:gd name="T0" fmla="*/ 142 w 284"/>
                <a:gd name="T1" fmla="*/ 0 h 84"/>
                <a:gd name="T2" fmla="*/ 142 w 284"/>
                <a:gd name="T3" fmla="*/ 0 h 84"/>
                <a:gd name="T4" fmla="*/ 5 w 284"/>
                <a:gd name="T5" fmla="*/ 57 h 84"/>
                <a:gd name="T6" fmla="*/ 5 w 284"/>
                <a:gd name="T7" fmla="*/ 77 h 84"/>
                <a:gd name="T8" fmla="*/ 27 w 284"/>
                <a:gd name="T9" fmla="*/ 77 h 84"/>
                <a:gd name="T10" fmla="*/ 27 w 284"/>
                <a:gd name="T11" fmla="*/ 77 h 84"/>
                <a:gd name="T12" fmla="*/ 142 w 284"/>
                <a:gd name="T13" fmla="*/ 31 h 84"/>
                <a:gd name="T14" fmla="*/ 255 w 284"/>
                <a:gd name="T15" fmla="*/ 77 h 84"/>
                <a:gd name="T16" fmla="*/ 277 w 284"/>
                <a:gd name="T17" fmla="*/ 77 h 84"/>
                <a:gd name="T18" fmla="*/ 277 w 284"/>
                <a:gd name="T19" fmla="*/ 57 h 84"/>
                <a:gd name="T20" fmla="*/ 142 w 284"/>
                <a:gd name="T21"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84">
                  <a:moveTo>
                    <a:pt x="142" y="0"/>
                  </a:moveTo>
                  <a:lnTo>
                    <a:pt x="142" y="0"/>
                  </a:lnTo>
                  <a:cubicBezTo>
                    <a:pt x="88" y="0"/>
                    <a:pt x="41" y="22"/>
                    <a:pt x="5" y="57"/>
                  </a:cubicBezTo>
                  <a:cubicBezTo>
                    <a:pt x="0" y="62"/>
                    <a:pt x="0" y="72"/>
                    <a:pt x="5" y="77"/>
                  </a:cubicBezTo>
                  <a:cubicBezTo>
                    <a:pt x="12" y="83"/>
                    <a:pt x="20" y="83"/>
                    <a:pt x="27" y="77"/>
                  </a:cubicBezTo>
                  <a:lnTo>
                    <a:pt x="27" y="77"/>
                  </a:lnTo>
                  <a:cubicBezTo>
                    <a:pt x="56" y="48"/>
                    <a:pt x="96" y="31"/>
                    <a:pt x="142" y="31"/>
                  </a:cubicBezTo>
                  <a:cubicBezTo>
                    <a:pt x="186" y="31"/>
                    <a:pt x="226" y="48"/>
                    <a:pt x="255" y="77"/>
                  </a:cubicBezTo>
                  <a:cubicBezTo>
                    <a:pt x="262" y="83"/>
                    <a:pt x="270" y="83"/>
                    <a:pt x="277" y="77"/>
                  </a:cubicBezTo>
                  <a:cubicBezTo>
                    <a:pt x="283" y="72"/>
                    <a:pt x="283" y="62"/>
                    <a:pt x="277" y="57"/>
                  </a:cubicBezTo>
                  <a:cubicBezTo>
                    <a:pt x="243" y="22"/>
                    <a:pt x="194"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0" name="Freeform 197">
              <a:extLst>
                <a:ext uri="{FF2B5EF4-FFF2-40B4-BE49-F238E27FC236}">
                  <a16:creationId xmlns:a16="http://schemas.microsoft.com/office/drawing/2014/main" id="{E254E88C-899B-55B1-6B8A-D1CEF99BE860}"/>
                </a:ext>
              </a:extLst>
            </p:cNvPr>
            <p:cNvSpPr>
              <a:spLocks noChangeArrowheads="1"/>
            </p:cNvSpPr>
            <p:nvPr/>
          </p:nvSpPr>
          <p:spPr bwMode="auto">
            <a:xfrm>
              <a:off x="8886825" y="4568825"/>
              <a:ext cx="53975" cy="53975"/>
            </a:xfrm>
            <a:custGeom>
              <a:avLst/>
              <a:gdLst>
                <a:gd name="T0" fmla="*/ 75 w 152"/>
                <a:gd name="T1" fmla="*/ 96 h 151"/>
                <a:gd name="T2" fmla="*/ 75 w 152"/>
                <a:gd name="T3" fmla="*/ 96 h 151"/>
                <a:gd name="T4" fmla="*/ 123 w 152"/>
                <a:gd name="T5" fmla="*/ 145 h 151"/>
                <a:gd name="T6" fmla="*/ 144 w 152"/>
                <a:gd name="T7" fmla="*/ 145 h 151"/>
                <a:gd name="T8" fmla="*/ 144 w 152"/>
                <a:gd name="T9" fmla="*/ 124 h 151"/>
                <a:gd name="T10" fmla="*/ 144 w 152"/>
                <a:gd name="T11" fmla="*/ 124 h 151"/>
                <a:gd name="T12" fmla="*/ 96 w 152"/>
                <a:gd name="T13" fmla="*/ 76 h 151"/>
                <a:gd name="T14" fmla="*/ 144 w 152"/>
                <a:gd name="T15" fmla="*/ 27 h 151"/>
                <a:gd name="T16" fmla="*/ 144 w 152"/>
                <a:gd name="T17" fmla="*/ 6 h 151"/>
                <a:gd name="T18" fmla="*/ 123 w 152"/>
                <a:gd name="T19" fmla="*/ 6 h 151"/>
                <a:gd name="T20" fmla="*/ 75 w 152"/>
                <a:gd name="T21" fmla="*/ 55 h 151"/>
                <a:gd name="T22" fmla="*/ 27 w 152"/>
                <a:gd name="T23" fmla="*/ 6 h 151"/>
                <a:gd name="T24" fmla="*/ 6 w 152"/>
                <a:gd name="T25" fmla="*/ 6 h 151"/>
                <a:gd name="T26" fmla="*/ 6 w 152"/>
                <a:gd name="T27" fmla="*/ 27 h 151"/>
                <a:gd name="T28" fmla="*/ 54 w 152"/>
                <a:gd name="T29" fmla="*/ 76 h 151"/>
                <a:gd name="T30" fmla="*/ 6 w 152"/>
                <a:gd name="T31" fmla="*/ 124 h 151"/>
                <a:gd name="T32" fmla="*/ 6 w 152"/>
                <a:gd name="T33" fmla="*/ 145 h 151"/>
                <a:gd name="T34" fmla="*/ 27 w 152"/>
                <a:gd name="T35" fmla="*/ 145 h 151"/>
                <a:gd name="T36" fmla="*/ 27 w 152"/>
                <a:gd name="T37" fmla="*/ 145 h 151"/>
                <a:gd name="T38" fmla="*/ 75 w 152"/>
                <a:gd name="T39" fmla="*/ 96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6"/>
                  </a:moveTo>
                  <a:lnTo>
                    <a:pt x="75" y="96"/>
                  </a:lnTo>
                  <a:cubicBezTo>
                    <a:pt x="123" y="145"/>
                    <a:pt x="123" y="145"/>
                    <a:pt x="123" y="145"/>
                  </a:cubicBezTo>
                  <a:cubicBezTo>
                    <a:pt x="129" y="150"/>
                    <a:pt x="139" y="150"/>
                    <a:pt x="144" y="145"/>
                  </a:cubicBezTo>
                  <a:cubicBezTo>
                    <a:pt x="151" y="139"/>
                    <a:pt x="151" y="129"/>
                    <a:pt x="144" y="124"/>
                  </a:cubicBezTo>
                  <a:lnTo>
                    <a:pt x="144" y="124"/>
                  </a:lnTo>
                  <a:cubicBezTo>
                    <a:pt x="96" y="76"/>
                    <a:pt x="96" y="76"/>
                    <a:pt x="96" y="76"/>
                  </a:cubicBezTo>
                  <a:cubicBezTo>
                    <a:pt x="144" y="27"/>
                    <a:pt x="144" y="27"/>
                    <a:pt x="144" y="27"/>
                  </a:cubicBezTo>
                  <a:cubicBezTo>
                    <a:pt x="151" y="20"/>
                    <a:pt x="151" y="12"/>
                    <a:pt x="144" y="6"/>
                  </a:cubicBezTo>
                  <a:cubicBezTo>
                    <a:pt x="139" y="0"/>
                    <a:pt x="129" y="0"/>
                    <a:pt x="123" y="6"/>
                  </a:cubicBezTo>
                  <a:cubicBezTo>
                    <a:pt x="75" y="55"/>
                    <a:pt x="75" y="55"/>
                    <a:pt x="75" y="55"/>
                  </a:cubicBezTo>
                  <a:cubicBezTo>
                    <a:pt x="27" y="6"/>
                    <a:pt x="27" y="6"/>
                    <a:pt x="27" y="6"/>
                  </a:cubicBezTo>
                  <a:cubicBezTo>
                    <a:pt x="21" y="0"/>
                    <a:pt x="12" y="0"/>
                    <a:pt x="6" y="6"/>
                  </a:cubicBezTo>
                  <a:cubicBezTo>
                    <a:pt x="0" y="12"/>
                    <a:pt x="0" y="20"/>
                    <a:pt x="6" y="27"/>
                  </a:cubicBezTo>
                  <a:cubicBezTo>
                    <a:pt x="54" y="76"/>
                    <a:pt x="54" y="76"/>
                    <a:pt x="54" y="76"/>
                  </a:cubicBezTo>
                  <a:cubicBezTo>
                    <a:pt x="6" y="124"/>
                    <a:pt x="6" y="124"/>
                    <a:pt x="6" y="124"/>
                  </a:cubicBezTo>
                  <a:cubicBezTo>
                    <a:pt x="0" y="129"/>
                    <a:pt x="0" y="139"/>
                    <a:pt x="6" y="145"/>
                  </a:cubicBezTo>
                  <a:cubicBezTo>
                    <a:pt x="12" y="150"/>
                    <a:pt x="21" y="150"/>
                    <a:pt x="27" y="145"/>
                  </a:cubicBezTo>
                  <a:lnTo>
                    <a:pt x="27" y="145"/>
                  </a:lnTo>
                  <a:lnTo>
                    <a:pt x="75"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1" name="Freeform 198">
              <a:extLst>
                <a:ext uri="{FF2B5EF4-FFF2-40B4-BE49-F238E27FC236}">
                  <a16:creationId xmlns:a16="http://schemas.microsoft.com/office/drawing/2014/main" id="{405E3BE9-8906-F4D7-EB59-CF16D55231BC}"/>
                </a:ext>
              </a:extLst>
            </p:cNvPr>
            <p:cNvSpPr>
              <a:spLocks noChangeArrowheads="1"/>
            </p:cNvSpPr>
            <p:nvPr/>
          </p:nvSpPr>
          <p:spPr bwMode="auto">
            <a:xfrm>
              <a:off x="8972550" y="4568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6 h 151"/>
                <a:gd name="T10" fmla="*/ 125 w 152"/>
                <a:gd name="T11" fmla="*/ 6 h 151"/>
                <a:gd name="T12" fmla="*/ 76 w 152"/>
                <a:gd name="T13" fmla="*/ 55 h 151"/>
                <a:gd name="T14" fmla="*/ 28 w 152"/>
                <a:gd name="T15" fmla="*/ 6 h 151"/>
                <a:gd name="T16" fmla="*/ 7 w 152"/>
                <a:gd name="T17" fmla="*/ 6 h 151"/>
                <a:gd name="T18" fmla="*/ 7 w 152"/>
                <a:gd name="T19" fmla="*/ 27 h 151"/>
                <a:gd name="T20" fmla="*/ 7 w 152"/>
                <a:gd name="T21" fmla="*/ 27 h 151"/>
                <a:gd name="T22" fmla="*/ 56 w 152"/>
                <a:gd name="T23" fmla="*/ 76 h 151"/>
                <a:gd name="T24" fmla="*/ 7 w 152"/>
                <a:gd name="T25" fmla="*/ 124 h 151"/>
                <a:gd name="T26" fmla="*/ 7 w 152"/>
                <a:gd name="T27" fmla="*/ 145 h 151"/>
                <a:gd name="T28" fmla="*/ 28 w 152"/>
                <a:gd name="T29" fmla="*/ 145 h 151"/>
                <a:gd name="T30" fmla="*/ 76 w 152"/>
                <a:gd name="T31" fmla="*/ 96 h 151"/>
                <a:gd name="T32" fmla="*/ 125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0"/>
                    <a:pt x="151" y="12"/>
                    <a:pt x="145" y="6"/>
                  </a:cubicBezTo>
                  <a:cubicBezTo>
                    <a:pt x="140" y="0"/>
                    <a:pt x="130" y="0"/>
                    <a:pt x="125" y="6"/>
                  </a:cubicBezTo>
                  <a:cubicBezTo>
                    <a:pt x="76" y="55"/>
                    <a:pt x="76" y="55"/>
                    <a:pt x="76" y="55"/>
                  </a:cubicBezTo>
                  <a:cubicBezTo>
                    <a:pt x="28" y="6"/>
                    <a:pt x="28" y="6"/>
                    <a:pt x="28" y="6"/>
                  </a:cubicBezTo>
                  <a:cubicBezTo>
                    <a:pt x="22" y="0"/>
                    <a:pt x="13" y="0"/>
                    <a:pt x="7" y="6"/>
                  </a:cubicBezTo>
                  <a:cubicBezTo>
                    <a:pt x="0" y="12"/>
                    <a:pt x="0" y="20"/>
                    <a:pt x="7" y="27"/>
                  </a:cubicBezTo>
                  <a:lnTo>
                    <a:pt x="7" y="27"/>
                  </a:lnTo>
                  <a:cubicBezTo>
                    <a:pt x="56" y="76"/>
                    <a:pt x="56" y="76"/>
                    <a:pt x="56" y="76"/>
                  </a:cubicBezTo>
                  <a:cubicBezTo>
                    <a:pt x="7" y="124"/>
                    <a:pt x="7" y="124"/>
                    <a:pt x="7" y="124"/>
                  </a:cubicBezTo>
                  <a:cubicBezTo>
                    <a:pt x="0" y="129"/>
                    <a:pt x="0" y="139"/>
                    <a:pt x="7" y="145"/>
                  </a:cubicBezTo>
                  <a:cubicBezTo>
                    <a:pt x="13" y="150"/>
                    <a:pt x="22" y="150"/>
                    <a:pt x="28" y="145"/>
                  </a:cubicBezTo>
                  <a:cubicBezTo>
                    <a:pt x="76" y="96"/>
                    <a:pt x="76" y="96"/>
                    <a:pt x="76" y="96"/>
                  </a:cubicBezTo>
                  <a:cubicBezTo>
                    <a:pt x="125" y="145"/>
                    <a:pt x="125" y="145"/>
                    <a:pt x="125" y="145"/>
                  </a:cubicBezTo>
                  <a:cubicBezTo>
                    <a:pt x="130" y="150"/>
                    <a:pt x="140" y="150"/>
                    <a:pt x="145" y="145"/>
                  </a:cubicBezTo>
                  <a:cubicBezTo>
                    <a:pt x="151" y="139"/>
                    <a:pt x="151" y="129"/>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2" name="Group 244">
            <a:extLst>
              <a:ext uri="{FF2B5EF4-FFF2-40B4-BE49-F238E27FC236}">
                <a16:creationId xmlns:a16="http://schemas.microsoft.com/office/drawing/2014/main" id="{D2136982-CB67-9A3E-7317-C577A1EC1BF8}"/>
              </a:ext>
            </a:extLst>
          </p:cNvPr>
          <p:cNvGrpSpPr/>
          <p:nvPr/>
        </p:nvGrpSpPr>
        <p:grpSpPr>
          <a:xfrm>
            <a:off x="10500245" y="5718597"/>
            <a:ext cx="244475" cy="244475"/>
            <a:chOff x="9344025" y="6032500"/>
            <a:chExt cx="244475" cy="244475"/>
          </a:xfrm>
          <a:solidFill>
            <a:schemeClr val="accent4"/>
          </a:solidFill>
        </p:grpSpPr>
        <p:sp>
          <p:nvSpPr>
            <p:cNvPr id="243" name="Freeform 199">
              <a:extLst>
                <a:ext uri="{FF2B5EF4-FFF2-40B4-BE49-F238E27FC236}">
                  <a16:creationId xmlns:a16="http://schemas.microsoft.com/office/drawing/2014/main" id="{3BBA6F8A-073D-F863-4C9B-75D01B9BC1F1}"/>
                </a:ext>
              </a:extLst>
            </p:cNvPr>
            <p:cNvSpPr>
              <a:spLocks noChangeArrowheads="1"/>
            </p:cNvSpPr>
            <p:nvPr/>
          </p:nvSpPr>
          <p:spPr bwMode="auto">
            <a:xfrm>
              <a:off x="9344025" y="6032500"/>
              <a:ext cx="244475" cy="244475"/>
            </a:xfrm>
            <a:custGeom>
              <a:avLst/>
              <a:gdLst>
                <a:gd name="T0" fmla="*/ 340 w 680"/>
                <a:gd name="T1" fmla="*/ 678 h 679"/>
                <a:gd name="T2" fmla="*/ 340 w 680"/>
                <a:gd name="T3" fmla="*/ 678 h 679"/>
                <a:gd name="T4" fmla="*/ 679 w 680"/>
                <a:gd name="T5" fmla="*/ 340 h 679"/>
                <a:gd name="T6" fmla="*/ 340 w 680"/>
                <a:gd name="T7" fmla="*/ 0 h 679"/>
                <a:gd name="T8" fmla="*/ 0 w 680"/>
                <a:gd name="T9" fmla="*/ 340 h 679"/>
                <a:gd name="T10" fmla="*/ 340 w 680"/>
                <a:gd name="T11" fmla="*/ 678 h 679"/>
                <a:gd name="T12" fmla="*/ 121 w 680"/>
                <a:gd name="T13" fmla="*/ 120 h 679"/>
                <a:gd name="T14" fmla="*/ 121 w 680"/>
                <a:gd name="T15" fmla="*/ 120 h 679"/>
                <a:gd name="T16" fmla="*/ 340 w 680"/>
                <a:gd name="T17" fmla="*/ 30 h 679"/>
                <a:gd name="T18" fmla="*/ 558 w 680"/>
                <a:gd name="T19" fmla="*/ 120 h 679"/>
                <a:gd name="T20" fmla="*/ 650 w 680"/>
                <a:gd name="T21" fmla="*/ 340 h 679"/>
                <a:gd name="T22" fmla="*/ 558 w 680"/>
                <a:gd name="T23" fmla="*/ 558 h 679"/>
                <a:gd name="T24" fmla="*/ 340 w 680"/>
                <a:gd name="T25" fmla="*/ 649 h 679"/>
                <a:gd name="T26" fmla="*/ 121 w 680"/>
                <a:gd name="T27" fmla="*/ 558 h 679"/>
                <a:gd name="T28" fmla="*/ 31 w 680"/>
                <a:gd name="T29" fmla="*/ 340 h 679"/>
                <a:gd name="T30" fmla="*/ 121 w 680"/>
                <a:gd name="T3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678"/>
                  </a:moveTo>
                  <a:lnTo>
                    <a:pt x="340" y="678"/>
                  </a:lnTo>
                  <a:cubicBezTo>
                    <a:pt x="527" y="678"/>
                    <a:pt x="679" y="526"/>
                    <a:pt x="679" y="340"/>
                  </a:cubicBezTo>
                  <a:cubicBezTo>
                    <a:pt x="679" y="152"/>
                    <a:pt x="527" y="0"/>
                    <a:pt x="340" y="0"/>
                  </a:cubicBezTo>
                  <a:cubicBezTo>
                    <a:pt x="152" y="0"/>
                    <a:pt x="0" y="152"/>
                    <a:pt x="0" y="340"/>
                  </a:cubicBezTo>
                  <a:cubicBezTo>
                    <a:pt x="0" y="526"/>
                    <a:pt x="152" y="678"/>
                    <a:pt x="340" y="678"/>
                  </a:cubicBezTo>
                  <a:close/>
                  <a:moveTo>
                    <a:pt x="121" y="120"/>
                  </a:moveTo>
                  <a:lnTo>
                    <a:pt x="121" y="120"/>
                  </a:lnTo>
                  <a:cubicBezTo>
                    <a:pt x="177" y="65"/>
                    <a:pt x="255" y="30"/>
                    <a:pt x="340" y="30"/>
                  </a:cubicBezTo>
                  <a:cubicBezTo>
                    <a:pt x="424" y="30"/>
                    <a:pt x="502" y="65"/>
                    <a:pt x="558" y="120"/>
                  </a:cubicBezTo>
                  <a:cubicBezTo>
                    <a:pt x="614" y="177"/>
                    <a:pt x="650" y="254"/>
                    <a:pt x="650" y="340"/>
                  </a:cubicBezTo>
                  <a:cubicBezTo>
                    <a:pt x="650" y="425"/>
                    <a:pt x="614" y="503"/>
                    <a:pt x="558" y="558"/>
                  </a:cubicBezTo>
                  <a:cubicBezTo>
                    <a:pt x="502" y="615"/>
                    <a:pt x="424" y="649"/>
                    <a:pt x="340" y="649"/>
                  </a:cubicBezTo>
                  <a:cubicBezTo>
                    <a:pt x="255" y="649"/>
                    <a:pt x="177" y="615"/>
                    <a:pt x="121" y="558"/>
                  </a:cubicBezTo>
                  <a:cubicBezTo>
                    <a:pt x="65" y="503"/>
                    <a:pt x="31" y="425"/>
                    <a:pt x="31" y="340"/>
                  </a:cubicBezTo>
                  <a:cubicBezTo>
                    <a:pt x="31" y="254"/>
                    <a:pt x="65" y="177"/>
                    <a:pt x="121"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4" name="Freeform 200">
              <a:extLst>
                <a:ext uri="{FF2B5EF4-FFF2-40B4-BE49-F238E27FC236}">
                  <a16:creationId xmlns:a16="http://schemas.microsoft.com/office/drawing/2014/main" id="{E48765E8-85D2-D6CB-F208-0337212833D3}"/>
                </a:ext>
              </a:extLst>
            </p:cNvPr>
            <p:cNvSpPr>
              <a:spLocks noChangeArrowheads="1"/>
            </p:cNvSpPr>
            <p:nvPr/>
          </p:nvSpPr>
          <p:spPr bwMode="auto">
            <a:xfrm>
              <a:off x="9429750" y="6213475"/>
              <a:ext cx="74613" cy="11113"/>
            </a:xfrm>
            <a:custGeom>
              <a:avLst/>
              <a:gdLst>
                <a:gd name="T0" fmla="*/ 0 w 206"/>
                <a:gd name="T1" fmla="*/ 16 h 30"/>
                <a:gd name="T2" fmla="*/ 0 w 206"/>
                <a:gd name="T3" fmla="*/ 16 h 30"/>
                <a:gd name="T4" fmla="*/ 15 w 206"/>
                <a:gd name="T5" fmla="*/ 29 h 30"/>
                <a:gd name="T6" fmla="*/ 192 w 206"/>
                <a:gd name="T7" fmla="*/ 29 h 30"/>
                <a:gd name="T8" fmla="*/ 205 w 206"/>
                <a:gd name="T9" fmla="*/ 16 h 30"/>
                <a:gd name="T10" fmla="*/ 192 w 206"/>
                <a:gd name="T11" fmla="*/ 0 h 30"/>
                <a:gd name="T12" fmla="*/ 15 w 206"/>
                <a:gd name="T13" fmla="*/ 0 h 30"/>
                <a:gd name="T14" fmla="*/ 0 w 206"/>
                <a:gd name="T15" fmla="*/ 16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6" h="30">
                  <a:moveTo>
                    <a:pt x="0" y="16"/>
                  </a:moveTo>
                  <a:lnTo>
                    <a:pt x="0" y="16"/>
                  </a:lnTo>
                  <a:cubicBezTo>
                    <a:pt x="0" y="24"/>
                    <a:pt x="7" y="29"/>
                    <a:pt x="15" y="29"/>
                  </a:cubicBezTo>
                  <a:cubicBezTo>
                    <a:pt x="192" y="29"/>
                    <a:pt x="192" y="29"/>
                    <a:pt x="192" y="29"/>
                  </a:cubicBezTo>
                  <a:cubicBezTo>
                    <a:pt x="199" y="29"/>
                    <a:pt x="205" y="24"/>
                    <a:pt x="205" y="16"/>
                  </a:cubicBezTo>
                  <a:cubicBezTo>
                    <a:pt x="205" y="7"/>
                    <a:pt x="199" y="0"/>
                    <a:pt x="192" y="0"/>
                  </a:cubicBezTo>
                  <a:cubicBezTo>
                    <a:pt x="15" y="0"/>
                    <a:pt x="15"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5" name="Freeform 201">
              <a:extLst>
                <a:ext uri="{FF2B5EF4-FFF2-40B4-BE49-F238E27FC236}">
                  <a16:creationId xmlns:a16="http://schemas.microsoft.com/office/drawing/2014/main" id="{66F117C4-3E78-F941-06EF-362B5450B5FE}"/>
                </a:ext>
              </a:extLst>
            </p:cNvPr>
            <p:cNvSpPr>
              <a:spLocks noChangeArrowheads="1"/>
            </p:cNvSpPr>
            <p:nvPr/>
          </p:nvSpPr>
          <p:spPr bwMode="auto">
            <a:xfrm>
              <a:off x="9396413" y="6096000"/>
              <a:ext cx="53975" cy="53975"/>
            </a:xfrm>
            <a:custGeom>
              <a:avLst/>
              <a:gdLst>
                <a:gd name="T0" fmla="*/ 5 w 151"/>
                <a:gd name="T1" fmla="*/ 146 h 152"/>
                <a:gd name="T2" fmla="*/ 5 w 151"/>
                <a:gd name="T3" fmla="*/ 146 h 152"/>
                <a:gd name="T4" fmla="*/ 26 w 151"/>
                <a:gd name="T5" fmla="*/ 146 h 152"/>
                <a:gd name="T6" fmla="*/ 26 w 151"/>
                <a:gd name="T7" fmla="*/ 146 h 152"/>
                <a:gd name="T8" fmla="*/ 74 w 151"/>
                <a:gd name="T9" fmla="*/ 97 h 152"/>
                <a:gd name="T10" fmla="*/ 123 w 151"/>
                <a:gd name="T11" fmla="*/ 146 h 152"/>
                <a:gd name="T12" fmla="*/ 143 w 151"/>
                <a:gd name="T13" fmla="*/ 146 h 152"/>
                <a:gd name="T14" fmla="*/ 143 w 151"/>
                <a:gd name="T15" fmla="*/ 125 h 152"/>
                <a:gd name="T16" fmla="*/ 143 w 151"/>
                <a:gd name="T17" fmla="*/ 125 h 152"/>
                <a:gd name="T18" fmla="*/ 95 w 151"/>
                <a:gd name="T19" fmla="*/ 76 h 152"/>
                <a:gd name="T20" fmla="*/ 143 w 151"/>
                <a:gd name="T21" fmla="*/ 28 h 152"/>
                <a:gd name="T22" fmla="*/ 143 w 151"/>
                <a:gd name="T23" fmla="*/ 7 h 152"/>
                <a:gd name="T24" fmla="*/ 123 w 151"/>
                <a:gd name="T25" fmla="*/ 7 h 152"/>
                <a:gd name="T26" fmla="*/ 74 w 151"/>
                <a:gd name="T27" fmla="*/ 56 h 152"/>
                <a:gd name="T28" fmla="*/ 26 w 151"/>
                <a:gd name="T29" fmla="*/ 7 h 152"/>
                <a:gd name="T30" fmla="*/ 5 w 151"/>
                <a:gd name="T31" fmla="*/ 7 h 152"/>
                <a:gd name="T32" fmla="*/ 5 w 151"/>
                <a:gd name="T33" fmla="*/ 28 h 152"/>
                <a:gd name="T34" fmla="*/ 54 w 151"/>
                <a:gd name="T35" fmla="*/ 76 h 152"/>
                <a:gd name="T36" fmla="*/ 5 w 151"/>
                <a:gd name="T37" fmla="*/ 125 h 152"/>
                <a:gd name="T38" fmla="*/ 5 w 151"/>
                <a:gd name="T39"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1" h="152">
                  <a:moveTo>
                    <a:pt x="5" y="146"/>
                  </a:moveTo>
                  <a:lnTo>
                    <a:pt x="5" y="146"/>
                  </a:lnTo>
                  <a:cubicBezTo>
                    <a:pt x="11" y="151"/>
                    <a:pt x="21" y="151"/>
                    <a:pt x="26" y="146"/>
                  </a:cubicBezTo>
                  <a:lnTo>
                    <a:pt x="26" y="146"/>
                  </a:lnTo>
                  <a:cubicBezTo>
                    <a:pt x="74" y="97"/>
                    <a:pt x="74" y="97"/>
                    <a:pt x="74" y="97"/>
                  </a:cubicBezTo>
                  <a:cubicBezTo>
                    <a:pt x="123" y="146"/>
                    <a:pt x="123" y="146"/>
                    <a:pt x="123" y="146"/>
                  </a:cubicBezTo>
                  <a:cubicBezTo>
                    <a:pt x="128" y="151"/>
                    <a:pt x="138" y="151"/>
                    <a:pt x="143" y="146"/>
                  </a:cubicBezTo>
                  <a:cubicBezTo>
                    <a:pt x="150" y="140"/>
                    <a:pt x="150" y="130"/>
                    <a:pt x="143" y="125"/>
                  </a:cubicBezTo>
                  <a:lnTo>
                    <a:pt x="143" y="125"/>
                  </a:lnTo>
                  <a:cubicBezTo>
                    <a:pt x="95" y="76"/>
                    <a:pt x="95" y="76"/>
                    <a:pt x="95" y="76"/>
                  </a:cubicBezTo>
                  <a:cubicBezTo>
                    <a:pt x="143" y="28"/>
                    <a:pt x="143" y="28"/>
                    <a:pt x="143" y="28"/>
                  </a:cubicBezTo>
                  <a:cubicBezTo>
                    <a:pt x="150" y="21"/>
                    <a:pt x="150" y="13"/>
                    <a:pt x="143" y="7"/>
                  </a:cubicBezTo>
                  <a:cubicBezTo>
                    <a:pt x="138" y="0"/>
                    <a:pt x="128" y="0"/>
                    <a:pt x="123" y="7"/>
                  </a:cubicBezTo>
                  <a:cubicBezTo>
                    <a:pt x="74" y="56"/>
                    <a:pt x="74" y="56"/>
                    <a:pt x="74" y="56"/>
                  </a:cubicBezTo>
                  <a:cubicBezTo>
                    <a:pt x="26" y="7"/>
                    <a:pt x="26" y="7"/>
                    <a:pt x="26" y="7"/>
                  </a:cubicBezTo>
                  <a:cubicBezTo>
                    <a:pt x="21" y="0"/>
                    <a:pt x="11" y="0"/>
                    <a:pt x="5" y="7"/>
                  </a:cubicBezTo>
                  <a:cubicBezTo>
                    <a:pt x="0" y="13"/>
                    <a:pt x="0" y="21"/>
                    <a:pt x="5" y="28"/>
                  </a:cubicBezTo>
                  <a:cubicBezTo>
                    <a:pt x="54" y="76"/>
                    <a:pt x="54" y="76"/>
                    <a:pt x="54" y="76"/>
                  </a:cubicBezTo>
                  <a:cubicBezTo>
                    <a:pt x="5" y="125"/>
                    <a:pt x="5" y="125"/>
                    <a:pt x="5" y="125"/>
                  </a:cubicBezTo>
                  <a:cubicBezTo>
                    <a:pt x="0" y="130"/>
                    <a:pt x="0" y="140"/>
                    <a:pt x="5"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6" name="Freeform 202">
              <a:extLst>
                <a:ext uri="{FF2B5EF4-FFF2-40B4-BE49-F238E27FC236}">
                  <a16:creationId xmlns:a16="http://schemas.microsoft.com/office/drawing/2014/main" id="{3C868CF5-76ED-11A8-0E1F-6D923AA6F7BD}"/>
                </a:ext>
              </a:extLst>
            </p:cNvPr>
            <p:cNvSpPr>
              <a:spLocks noChangeArrowheads="1"/>
            </p:cNvSpPr>
            <p:nvPr/>
          </p:nvSpPr>
          <p:spPr bwMode="auto">
            <a:xfrm>
              <a:off x="9480550" y="6096000"/>
              <a:ext cx="53975" cy="53975"/>
            </a:xfrm>
            <a:custGeom>
              <a:avLst/>
              <a:gdLst>
                <a:gd name="T0" fmla="*/ 7 w 151"/>
                <a:gd name="T1" fmla="*/ 146 h 152"/>
                <a:gd name="T2" fmla="*/ 7 w 151"/>
                <a:gd name="T3" fmla="*/ 146 h 152"/>
                <a:gd name="T4" fmla="*/ 27 w 151"/>
                <a:gd name="T5" fmla="*/ 146 h 152"/>
                <a:gd name="T6" fmla="*/ 76 w 151"/>
                <a:gd name="T7" fmla="*/ 97 h 152"/>
                <a:gd name="T8" fmla="*/ 124 w 151"/>
                <a:gd name="T9" fmla="*/ 146 h 152"/>
                <a:gd name="T10" fmla="*/ 145 w 151"/>
                <a:gd name="T11" fmla="*/ 146 h 152"/>
                <a:gd name="T12" fmla="*/ 145 w 151"/>
                <a:gd name="T13" fmla="*/ 125 h 152"/>
                <a:gd name="T14" fmla="*/ 145 w 151"/>
                <a:gd name="T15" fmla="*/ 125 h 152"/>
                <a:gd name="T16" fmla="*/ 96 w 151"/>
                <a:gd name="T17" fmla="*/ 76 h 152"/>
                <a:gd name="T18" fmla="*/ 145 w 151"/>
                <a:gd name="T19" fmla="*/ 28 h 152"/>
                <a:gd name="T20" fmla="*/ 145 w 151"/>
                <a:gd name="T21" fmla="*/ 7 h 152"/>
                <a:gd name="T22" fmla="*/ 124 w 151"/>
                <a:gd name="T23" fmla="*/ 7 h 152"/>
                <a:gd name="T24" fmla="*/ 76 w 151"/>
                <a:gd name="T25" fmla="*/ 56 h 152"/>
                <a:gd name="T26" fmla="*/ 27 w 151"/>
                <a:gd name="T27" fmla="*/ 7 h 152"/>
                <a:gd name="T28" fmla="*/ 7 w 151"/>
                <a:gd name="T29" fmla="*/ 7 h 152"/>
                <a:gd name="T30" fmla="*/ 7 w 151"/>
                <a:gd name="T31" fmla="*/ 28 h 152"/>
                <a:gd name="T32" fmla="*/ 55 w 151"/>
                <a:gd name="T33" fmla="*/ 76 h 152"/>
                <a:gd name="T34" fmla="*/ 7 w 151"/>
                <a:gd name="T35" fmla="*/ 125 h 152"/>
                <a:gd name="T36" fmla="*/ 7 w 151"/>
                <a:gd name="T37" fmla="*/ 146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152">
                  <a:moveTo>
                    <a:pt x="7" y="146"/>
                  </a:moveTo>
                  <a:lnTo>
                    <a:pt x="7" y="146"/>
                  </a:lnTo>
                  <a:cubicBezTo>
                    <a:pt x="12" y="151"/>
                    <a:pt x="22" y="151"/>
                    <a:pt x="27" y="146"/>
                  </a:cubicBezTo>
                  <a:cubicBezTo>
                    <a:pt x="76" y="97"/>
                    <a:pt x="76" y="97"/>
                    <a:pt x="76" y="97"/>
                  </a:cubicBezTo>
                  <a:cubicBezTo>
                    <a:pt x="124" y="146"/>
                    <a:pt x="124" y="146"/>
                    <a:pt x="124" y="146"/>
                  </a:cubicBezTo>
                  <a:cubicBezTo>
                    <a:pt x="129" y="151"/>
                    <a:pt x="139" y="151"/>
                    <a:pt x="145" y="146"/>
                  </a:cubicBezTo>
                  <a:cubicBezTo>
                    <a:pt x="150" y="140"/>
                    <a:pt x="150" y="130"/>
                    <a:pt x="145" y="125"/>
                  </a:cubicBezTo>
                  <a:lnTo>
                    <a:pt x="145" y="125"/>
                  </a:lnTo>
                  <a:cubicBezTo>
                    <a:pt x="96" y="76"/>
                    <a:pt x="96" y="76"/>
                    <a:pt x="96" y="76"/>
                  </a:cubicBezTo>
                  <a:cubicBezTo>
                    <a:pt x="145" y="28"/>
                    <a:pt x="145" y="28"/>
                    <a:pt x="145" y="28"/>
                  </a:cubicBezTo>
                  <a:cubicBezTo>
                    <a:pt x="150" y="21"/>
                    <a:pt x="150" y="13"/>
                    <a:pt x="145" y="7"/>
                  </a:cubicBezTo>
                  <a:cubicBezTo>
                    <a:pt x="139" y="0"/>
                    <a:pt x="129" y="0"/>
                    <a:pt x="124" y="7"/>
                  </a:cubicBezTo>
                  <a:cubicBezTo>
                    <a:pt x="76" y="56"/>
                    <a:pt x="76" y="56"/>
                    <a:pt x="76" y="56"/>
                  </a:cubicBezTo>
                  <a:cubicBezTo>
                    <a:pt x="27" y="7"/>
                    <a:pt x="27" y="7"/>
                    <a:pt x="27" y="7"/>
                  </a:cubicBezTo>
                  <a:cubicBezTo>
                    <a:pt x="22" y="0"/>
                    <a:pt x="12" y="0"/>
                    <a:pt x="7" y="7"/>
                  </a:cubicBezTo>
                  <a:cubicBezTo>
                    <a:pt x="0" y="13"/>
                    <a:pt x="0" y="21"/>
                    <a:pt x="7" y="28"/>
                  </a:cubicBezTo>
                  <a:cubicBezTo>
                    <a:pt x="55" y="76"/>
                    <a:pt x="55" y="76"/>
                    <a:pt x="55" y="76"/>
                  </a:cubicBezTo>
                  <a:cubicBezTo>
                    <a:pt x="7" y="125"/>
                    <a:pt x="7" y="125"/>
                    <a:pt x="7" y="125"/>
                  </a:cubicBezTo>
                  <a:cubicBezTo>
                    <a:pt x="0" y="130"/>
                    <a:pt x="0" y="140"/>
                    <a:pt x="7"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47" name="Group 249">
            <a:extLst>
              <a:ext uri="{FF2B5EF4-FFF2-40B4-BE49-F238E27FC236}">
                <a16:creationId xmlns:a16="http://schemas.microsoft.com/office/drawing/2014/main" id="{955716EA-34EA-487B-76F2-5368B14A2244}"/>
              </a:ext>
            </a:extLst>
          </p:cNvPr>
          <p:cNvGrpSpPr/>
          <p:nvPr/>
        </p:nvGrpSpPr>
        <p:grpSpPr>
          <a:xfrm>
            <a:off x="10500245" y="4697834"/>
            <a:ext cx="244475" cy="244475"/>
            <a:chOff x="9344025" y="5013325"/>
            <a:chExt cx="244475" cy="244475"/>
          </a:xfrm>
          <a:solidFill>
            <a:schemeClr val="accent4"/>
          </a:solidFill>
        </p:grpSpPr>
        <p:sp>
          <p:nvSpPr>
            <p:cNvPr id="248" name="Freeform 203">
              <a:extLst>
                <a:ext uri="{FF2B5EF4-FFF2-40B4-BE49-F238E27FC236}">
                  <a16:creationId xmlns:a16="http://schemas.microsoft.com/office/drawing/2014/main" id="{520A6B20-029D-C322-C0DB-BD9C75EB4ED0}"/>
                </a:ext>
              </a:extLst>
            </p:cNvPr>
            <p:cNvSpPr>
              <a:spLocks noChangeArrowheads="1"/>
            </p:cNvSpPr>
            <p:nvPr/>
          </p:nvSpPr>
          <p:spPr bwMode="auto">
            <a:xfrm>
              <a:off x="9344025" y="5013325"/>
              <a:ext cx="244475" cy="244475"/>
            </a:xfrm>
            <a:custGeom>
              <a:avLst/>
              <a:gdLst>
                <a:gd name="T0" fmla="*/ 340 w 680"/>
                <a:gd name="T1" fmla="*/ 0 h 680"/>
                <a:gd name="T2" fmla="*/ 340 w 680"/>
                <a:gd name="T3" fmla="*/ 0 h 680"/>
                <a:gd name="T4" fmla="*/ 0 w 680"/>
                <a:gd name="T5" fmla="*/ 340 h 680"/>
                <a:gd name="T6" fmla="*/ 340 w 680"/>
                <a:gd name="T7" fmla="*/ 679 h 680"/>
                <a:gd name="T8" fmla="*/ 679 w 680"/>
                <a:gd name="T9" fmla="*/ 340 h 680"/>
                <a:gd name="T10" fmla="*/ 340 w 680"/>
                <a:gd name="T11" fmla="*/ 0 h 680"/>
                <a:gd name="T12" fmla="*/ 558 w 680"/>
                <a:gd name="T13" fmla="*/ 558 h 680"/>
                <a:gd name="T14" fmla="*/ 558 w 680"/>
                <a:gd name="T15" fmla="*/ 558 h 680"/>
                <a:gd name="T16" fmla="*/ 340 w 680"/>
                <a:gd name="T17" fmla="*/ 650 h 680"/>
                <a:gd name="T18" fmla="*/ 121 w 680"/>
                <a:gd name="T19" fmla="*/ 558 h 680"/>
                <a:gd name="T20" fmla="*/ 31 w 680"/>
                <a:gd name="T21" fmla="*/ 340 h 680"/>
                <a:gd name="T22" fmla="*/ 121 w 680"/>
                <a:gd name="T23" fmla="*/ 121 h 680"/>
                <a:gd name="T24" fmla="*/ 340 w 680"/>
                <a:gd name="T25" fmla="*/ 31 h 680"/>
                <a:gd name="T26" fmla="*/ 558 w 680"/>
                <a:gd name="T27" fmla="*/ 121 h 680"/>
                <a:gd name="T28" fmla="*/ 650 w 680"/>
                <a:gd name="T29" fmla="*/ 340 h 680"/>
                <a:gd name="T30" fmla="*/ 558 w 680"/>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80">
                  <a:moveTo>
                    <a:pt x="340" y="0"/>
                  </a:moveTo>
                  <a:lnTo>
                    <a:pt x="340" y="0"/>
                  </a:lnTo>
                  <a:cubicBezTo>
                    <a:pt x="152" y="0"/>
                    <a:pt x="0" y="152"/>
                    <a:pt x="0" y="340"/>
                  </a:cubicBezTo>
                  <a:cubicBezTo>
                    <a:pt x="0" y="527"/>
                    <a:pt x="152" y="679"/>
                    <a:pt x="340" y="679"/>
                  </a:cubicBezTo>
                  <a:cubicBezTo>
                    <a:pt x="527" y="679"/>
                    <a:pt x="679" y="527"/>
                    <a:pt x="679" y="340"/>
                  </a:cubicBezTo>
                  <a:cubicBezTo>
                    <a:pt x="679" y="152"/>
                    <a:pt x="527" y="0"/>
                    <a:pt x="340" y="0"/>
                  </a:cubicBezTo>
                  <a:close/>
                  <a:moveTo>
                    <a:pt x="558" y="558"/>
                  </a:moveTo>
                  <a:lnTo>
                    <a:pt x="558" y="558"/>
                  </a:lnTo>
                  <a:cubicBezTo>
                    <a:pt x="502" y="615"/>
                    <a:pt x="424" y="650"/>
                    <a:pt x="340" y="650"/>
                  </a:cubicBezTo>
                  <a:cubicBezTo>
                    <a:pt x="255" y="650"/>
                    <a:pt x="177" y="615"/>
                    <a:pt x="121" y="558"/>
                  </a:cubicBezTo>
                  <a:cubicBezTo>
                    <a:pt x="65" y="503"/>
                    <a:pt x="31" y="426"/>
                    <a:pt x="31" y="340"/>
                  </a:cubicBezTo>
                  <a:cubicBezTo>
                    <a:pt x="31" y="255"/>
                    <a:pt x="65" y="177"/>
                    <a:pt x="121" y="121"/>
                  </a:cubicBezTo>
                  <a:cubicBezTo>
                    <a:pt x="177" y="65"/>
                    <a:pt x="255" y="31"/>
                    <a:pt x="340" y="31"/>
                  </a:cubicBezTo>
                  <a:cubicBezTo>
                    <a:pt x="424" y="31"/>
                    <a:pt x="502" y="65"/>
                    <a:pt x="558" y="121"/>
                  </a:cubicBezTo>
                  <a:cubicBezTo>
                    <a:pt x="614" y="177"/>
                    <a:pt x="650" y="255"/>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49" name="Freeform 204">
              <a:extLst>
                <a:ext uri="{FF2B5EF4-FFF2-40B4-BE49-F238E27FC236}">
                  <a16:creationId xmlns:a16="http://schemas.microsoft.com/office/drawing/2014/main" id="{DF64F844-E058-8258-5EF3-FB3AF8EB3A1A}"/>
                </a:ext>
              </a:extLst>
            </p:cNvPr>
            <p:cNvSpPr>
              <a:spLocks noChangeArrowheads="1"/>
            </p:cNvSpPr>
            <p:nvPr/>
          </p:nvSpPr>
          <p:spPr bwMode="auto">
            <a:xfrm>
              <a:off x="9396413" y="5153025"/>
              <a:ext cx="138112" cy="74613"/>
            </a:xfrm>
            <a:custGeom>
              <a:avLst/>
              <a:gdLst>
                <a:gd name="T0" fmla="*/ 369 w 384"/>
                <a:gd name="T1" fmla="*/ 0 h 207"/>
                <a:gd name="T2" fmla="*/ 369 w 384"/>
                <a:gd name="T3" fmla="*/ 0 h 207"/>
                <a:gd name="T4" fmla="*/ 15 w 384"/>
                <a:gd name="T5" fmla="*/ 0 h 207"/>
                <a:gd name="T6" fmla="*/ 4 w 384"/>
                <a:gd name="T7" fmla="*/ 5 h 207"/>
                <a:gd name="T8" fmla="*/ 0 w 384"/>
                <a:gd name="T9" fmla="*/ 14 h 207"/>
                <a:gd name="T10" fmla="*/ 192 w 384"/>
                <a:gd name="T11" fmla="*/ 206 h 207"/>
                <a:gd name="T12" fmla="*/ 383 w 384"/>
                <a:gd name="T13" fmla="*/ 14 h 207"/>
                <a:gd name="T14" fmla="*/ 379 w 384"/>
                <a:gd name="T15" fmla="*/ 5 h 207"/>
                <a:gd name="T16" fmla="*/ 369 w 384"/>
                <a:gd name="T17" fmla="*/ 0 h 207"/>
                <a:gd name="T18" fmla="*/ 305 w 384"/>
                <a:gd name="T19" fmla="*/ 129 h 207"/>
                <a:gd name="T20" fmla="*/ 305 w 384"/>
                <a:gd name="T21" fmla="*/ 129 h 207"/>
                <a:gd name="T22" fmla="*/ 192 w 384"/>
                <a:gd name="T23" fmla="*/ 177 h 207"/>
                <a:gd name="T24" fmla="*/ 78 w 384"/>
                <a:gd name="T25" fmla="*/ 129 h 207"/>
                <a:gd name="T26" fmla="*/ 31 w 384"/>
                <a:gd name="T27" fmla="*/ 29 h 207"/>
                <a:gd name="T28" fmla="*/ 352 w 384"/>
                <a:gd name="T29" fmla="*/ 29 h 207"/>
                <a:gd name="T30" fmla="*/ 305 w 384"/>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4" h="207">
                  <a:moveTo>
                    <a:pt x="369" y="0"/>
                  </a:moveTo>
                  <a:lnTo>
                    <a:pt x="369" y="0"/>
                  </a:lnTo>
                  <a:cubicBezTo>
                    <a:pt x="15" y="0"/>
                    <a:pt x="15" y="0"/>
                    <a:pt x="15" y="0"/>
                  </a:cubicBezTo>
                  <a:cubicBezTo>
                    <a:pt x="11" y="0"/>
                    <a:pt x="7" y="2"/>
                    <a:pt x="4" y="5"/>
                  </a:cubicBezTo>
                  <a:cubicBezTo>
                    <a:pt x="2" y="7"/>
                    <a:pt x="0" y="11"/>
                    <a:pt x="0" y="14"/>
                  </a:cubicBezTo>
                  <a:cubicBezTo>
                    <a:pt x="0" y="121"/>
                    <a:pt x="86" y="206"/>
                    <a:pt x="192" y="206"/>
                  </a:cubicBezTo>
                  <a:cubicBezTo>
                    <a:pt x="297" y="206"/>
                    <a:pt x="383" y="121"/>
                    <a:pt x="383" y="14"/>
                  </a:cubicBezTo>
                  <a:cubicBezTo>
                    <a:pt x="383" y="11"/>
                    <a:pt x="381" y="7"/>
                    <a:pt x="379" y="5"/>
                  </a:cubicBezTo>
                  <a:cubicBezTo>
                    <a:pt x="376" y="2"/>
                    <a:pt x="372" y="0"/>
                    <a:pt x="369" y="0"/>
                  </a:cubicBezTo>
                  <a:close/>
                  <a:moveTo>
                    <a:pt x="305" y="129"/>
                  </a:moveTo>
                  <a:lnTo>
                    <a:pt x="305" y="129"/>
                  </a:lnTo>
                  <a:cubicBezTo>
                    <a:pt x="276" y="159"/>
                    <a:pt x="236" y="177"/>
                    <a:pt x="192" y="177"/>
                  </a:cubicBezTo>
                  <a:cubicBezTo>
                    <a:pt x="147" y="177"/>
                    <a:pt x="107" y="159"/>
                    <a:pt x="78" y="129"/>
                  </a:cubicBezTo>
                  <a:cubicBezTo>
                    <a:pt x="51" y="103"/>
                    <a:pt x="33" y="68"/>
                    <a:pt x="31" y="29"/>
                  </a:cubicBezTo>
                  <a:cubicBezTo>
                    <a:pt x="352" y="29"/>
                    <a:pt x="352" y="29"/>
                    <a:pt x="352" y="29"/>
                  </a:cubicBezTo>
                  <a:cubicBezTo>
                    <a:pt x="350" y="68"/>
                    <a:pt x="332"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0" name="Freeform 205">
              <a:extLst>
                <a:ext uri="{FF2B5EF4-FFF2-40B4-BE49-F238E27FC236}">
                  <a16:creationId xmlns:a16="http://schemas.microsoft.com/office/drawing/2014/main" id="{2F7FE7D0-8480-FCC7-D02D-804550DEE75C}"/>
                </a:ext>
              </a:extLst>
            </p:cNvPr>
            <p:cNvSpPr>
              <a:spLocks noChangeArrowheads="1"/>
            </p:cNvSpPr>
            <p:nvPr/>
          </p:nvSpPr>
          <p:spPr bwMode="auto">
            <a:xfrm>
              <a:off x="9375775" y="5086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9 h 66"/>
                <a:gd name="T10" fmla="*/ 145 w 152"/>
                <a:gd name="T11" fmla="*/ 39 h 66"/>
                <a:gd name="T12" fmla="*/ 128 w 152"/>
                <a:gd name="T13" fmla="*/ 22 h 66"/>
                <a:gd name="T14" fmla="*/ 76 w 152"/>
                <a:gd name="T15" fmla="*/ 0 h 66"/>
                <a:gd name="T16" fmla="*/ 24 w 152"/>
                <a:gd name="T17" fmla="*/ 22 h 66"/>
                <a:gd name="T18" fmla="*/ 6 w 152"/>
                <a:gd name="T19" fmla="*/ 39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9"/>
                  </a:cubicBezTo>
                  <a:lnTo>
                    <a:pt x="145" y="39"/>
                  </a:lnTo>
                  <a:cubicBezTo>
                    <a:pt x="128" y="22"/>
                    <a:pt x="128" y="22"/>
                    <a:pt x="128" y="22"/>
                  </a:cubicBezTo>
                  <a:cubicBezTo>
                    <a:pt x="114" y="7"/>
                    <a:pt x="94" y="0"/>
                    <a:pt x="76" y="0"/>
                  </a:cubicBezTo>
                  <a:cubicBezTo>
                    <a:pt x="57" y="0"/>
                    <a:pt x="38" y="7"/>
                    <a:pt x="24" y="22"/>
                  </a:cubicBezTo>
                  <a:cubicBezTo>
                    <a:pt x="6" y="39"/>
                    <a:pt x="6" y="39"/>
                    <a:pt x="6" y="39"/>
                  </a:cubicBezTo>
                  <a:cubicBezTo>
                    <a:pt x="0" y="44"/>
                    <a:pt x="0" y="54"/>
                    <a:pt x="6" y="59"/>
                  </a:cubicBezTo>
                  <a:cubicBezTo>
                    <a:pt x="11" y="65"/>
                    <a:pt x="21" y="65"/>
                    <a:pt x="27" y="59"/>
                  </a:cubicBezTo>
                  <a:cubicBezTo>
                    <a:pt x="45" y="43"/>
                    <a:pt x="45" y="43"/>
                    <a:pt x="45" y="43"/>
                  </a:cubicBezTo>
                  <a:cubicBezTo>
                    <a:pt x="53" y="35"/>
                    <a:pt x="64" y="29"/>
                    <a:pt x="76" y="29"/>
                  </a:cubicBezTo>
                  <a:cubicBezTo>
                    <a:pt x="87" y="29"/>
                    <a:pt x="99" y="35"/>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1" name="Freeform 206">
              <a:extLst>
                <a:ext uri="{FF2B5EF4-FFF2-40B4-BE49-F238E27FC236}">
                  <a16:creationId xmlns:a16="http://schemas.microsoft.com/office/drawing/2014/main" id="{58601CC7-F500-5985-EC39-D6D14BB57EAF}"/>
                </a:ext>
              </a:extLst>
            </p:cNvPr>
            <p:cNvSpPr>
              <a:spLocks noChangeArrowheads="1"/>
            </p:cNvSpPr>
            <p:nvPr/>
          </p:nvSpPr>
          <p:spPr bwMode="auto">
            <a:xfrm>
              <a:off x="9502775" y="5086350"/>
              <a:ext cx="53975" cy="23813"/>
            </a:xfrm>
            <a:custGeom>
              <a:avLst/>
              <a:gdLst>
                <a:gd name="T0" fmla="*/ 23 w 152"/>
                <a:gd name="T1" fmla="*/ 22 h 66"/>
                <a:gd name="T2" fmla="*/ 23 w 152"/>
                <a:gd name="T3" fmla="*/ 22 h 66"/>
                <a:gd name="T4" fmla="*/ 6 w 152"/>
                <a:gd name="T5" fmla="*/ 39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9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9"/>
                    <a:pt x="6" y="39"/>
                    <a:pt x="6" y="39"/>
                  </a:cubicBezTo>
                  <a:cubicBezTo>
                    <a:pt x="0" y="44"/>
                    <a:pt x="0" y="54"/>
                    <a:pt x="6" y="59"/>
                  </a:cubicBezTo>
                  <a:cubicBezTo>
                    <a:pt x="11" y="65"/>
                    <a:pt x="21" y="65"/>
                    <a:pt x="26" y="59"/>
                  </a:cubicBezTo>
                  <a:lnTo>
                    <a:pt x="26" y="59"/>
                  </a:lnTo>
                  <a:cubicBezTo>
                    <a:pt x="44" y="43"/>
                    <a:pt x="44" y="43"/>
                    <a:pt x="44" y="43"/>
                  </a:cubicBezTo>
                  <a:cubicBezTo>
                    <a:pt x="52" y="35"/>
                    <a:pt x="64" y="29"/>
                    <a:pt x="76" y="29"/>
                  </a:cubicBezTo>
                  <a:cubicBezTo>
                    <a:pt x="87" y="29"/>
                    <a:pt x="98" y="35"/>
                    <a:pt x="106" y="43"/>
                  </a:cubicBezTo>
                  <a:cubicBezTo>
                    <a:pt x="124" y="59"/>
                    <a:pt x="124" y="59"/>
                    <a:pt x="124" y="59"/>
                  </a:cubicBezTo>
                  <a:cubicBezTo>
                    <a:pt x="130" y="65"/>
                    <a:pt x="140" y="65"/>
                    <a:pt x="145" y="59"/>
                  </a:cubicBezTo>
                  <a:cubicBezTo>
                    <a:pt x="151" y="54"/>
                    <a:pt x="151" y="44"/>
                    <a:pt x="145" y="39"/>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2" name="Group 254">
            <a:extLst>
              <a:ext uri="{FF2B5EF4-FFF2-40B4-BE49-F238E27FC236}">
                <a16:creationId xmlns:a16="http://schemas.microsoft.com/office/drawing/2014/main" id="{6609FC62-2149-AC26-8584-809E0F4A03BB}"/>
              </a:ext>
            </a:extLst>
          </p:cNvPr>
          <p:cNvGrpSpPr/>
          <p:nvPr/>
        </p:nvGrpSpPr>
        <p:grpSpPr>
          <a:xfrm>
            <a:off x="11009833" y="4697834"/>
            <a:ext cx="244475" cy="244475"/>
            <a:chOff x="9853613" y="5013325"/>
            <a:chExt cx="244475" cy="244475"/>
          </a:xfrm>
          <a:solidFill>
            <a:schemeClr val="accent4"/>
          </a:solidFill>
        </p:grpSpPr>
        <p:sp>
          <p:nvSpPr>
            <p:cNvPr id="253" name="Freeform 207">
              <a:extLst>
                <a:ext uri="{FF2B5EF4-FFF2-40B4-BE49-F238E27FC236}">
                  <a16:creationId xmlns:a16="http://schemas.microsoft.com/office/drawing/2014/main" id="{E6B224D0-CB93-F808-1F34-11B79CE23777}"/>
                </a:ext>
              </a:extLst>
            </p:cNvPr>
            <p:cNvSpPr>
              <a:spLocks noChangeArrowheads="1"/>
            </p:cNvSpPr>
            <p:nvPr/>
          </p:nvSpPr>
          <p:spPr bwMode="auto">
            <a:xfrm>
              <a:off x="9853613" y="5013325"/>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4" name="Freeform 208">
              <a:extLst>
                <a:ext uri="{FF2B5EF4-FFF2-40B4-BE49-F238E27FC236}">
                  <a16:creationId xmlns:a16="http://schemas.microsoft.com/office/drawing/2014/main" id="{C627F371-55B2-C775-85B8-612DF95796C8}"/>
                </a:ext>
              </a:extLst>
            </p:cNvPr>
            <p:cNvSpPr>
              <a:spLocks noChangeArrowheads="1"/>
            </p:cNvSpPr>
            <p:nvPr/>
          </p:nvSpPr>
          <p:spPr bwMode="auto">
            <a:xfrm>
              <a:off x="9906000" y="5076825"/>
              <a:ext cx="53975" cy="53975"/>
            </a:xfrm>
            <a:custGeom>
              <a:avLst/>
              <a:gdLst>
                <a:gd name="T0" fmla="*/ 75 w 152"/>
                <a:gd name="T1" fmla="*/ 97 h 151"/>
                <a:gd name="T2" fmla="*/ 75 w 152"/>
                <a:gd name="T3" fmla="*/ 97 h 151"/>
                <a:gd name="T4" fmla="*/ 123 w 152"/>
                <a:gd name="T5" fmla="*/ 145 h 151"/>
                <a:gd name="T6" fmla="*/ 144 w 152"/>
                <a:gd name="T7" fmla="*/ 145 h 151"/>
                <a:gd name="T8" fmla="*/ 144 w 152"/>
                <a:gd name="T9" fmla="*/ 124 h 151"/>
                <a:gd name="T10" fmla="*/ 144 w 152"/>
                <a:gd name="T11" fmla="*/ 124 h 151"/>
                <a:gd name="T12" fmla="*/ 95 w 152"/>
                <a:gd name="T13" fmla="*/ 76 h 151"/>
                <a:gd name="T14" fmla="*/ 144 w 152"/>
                <a:gd name="T15" fmla="*/ 27 h 151"/>
                <a:gd name="T16" fmla="*/ 144 w 152"/>
                <a:gd name="T17" fmla="*/ 7 h 151"/>
                <a:gd name="T18" fmla="*/ 123 w 152"/>
                <a:gd name="T19" fmla="*/ 7 h 151"/>
                <a:gd name="T20" fmla="*/ 75 w 152"/>
                <a:gd name="T21" fmla="*/ 55 h 151"/>
                <a:gd name="T22" fmla="*/ 26 w 152"/>
                <a:gd name="T23" fmla="*/ 7 h 151"/>
                <a:gd name="T24" fmla="*/ 6 w 152"/>
                <a:gd name="T25" fmla="*/ 7 h 151"/>
                <a:gd name="T26" fmla="*/ 6 w 152"/>
                <a:gd name="T27" fmla="*/ 27 h 151"/>
                <a:gd name="T28" fmla="*/ 54 w 152"/>
                <a:gd name="T29" fmla="*/ 76 h 151"/>
                <a:gd name="T30" fmla="*/ 6 w 152"/>
                <a:gd name="T31" fmla="*/ 124 h 151"/>
                <a:gd name="T32" fmla="*/ 6 w 152"/>
                <a:gd name="T33" fmla="*/ 145 h 151"/>
                <a:gd name="T34" fmla="*/ 26 w 152"/>
                <a:gd name="T35" fmla="*/ 145 h 151"/>
                <a:gd name="T36" fmla="*/ 26 w 152"/>
                <a:gd name="T37" fmla="*/ 145 h 151"/>
                <a:gd name="T38" fmla="*/ 75 w 152"/>
                <a:gd name="T39" fmla="*/ 97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2" h="151">
                  <a:moveTo>
                    <a:pt x="75" y="97"/>
                  </a:moveTo>
                  <a:lnTo>
                    <a:pt x="75" y="97"/>
                  </a:lnTo>
                  <a:cubicBezTo>
                    <a:pt x="123" y="145"/>
                    <a:pt x="123" y="145"/>
                    <a:pt x="123" y="145"/>
                  </a:cubicBezTo>
                  <a:cubicBezTo>
                    <a:pt x="129" y="150"/>
                    <a:pt x="138" y="150"/>
                    <a:pt x="144" y="145"/>
                  </a:cubicBezTo>
                  <a:cubicBezTo>
                    <a:pt x="151" y="139"/>
                    <a:pt x="151" y="130"/>
                    <a:pt x="144" y="124"/>
                  </a:cubicBezTo>
                  <a:lnTo>
                    <a:pt x="144" y="124"/>
                  </a:lnTo>
                  <a:cubicBezTo>
                    <a:pt x="95" y="76"/>
                    <a:pt x="95" y="76"/>
                    <a:pt x="95" y="76"/>
                  </a:cubicBezTo>
                  <a:cubicBezTo>
                    <a:pt x="144" y="27"/>
                    <a:pt x="144" y="27"/>
                    <a:pt x="144" y="27"/>
                  </a:cubicBezTo>
                  <a:cubicBezTo>
                    <a:pt x="151" y="21"/>
                    <a:pt x="151" y="12"/>
                    <a:pt x="144" y="7"/>
                  </a:cubicBezTo>
                  <a:cubicBezTo>
                    <a:pt x="138" y="0"/>
                    <a:pt x="129" y="0"/>
                    <a:pt x="123" y="7"/>
                  </a:cubicBezTo>
                  <a:cubicBezTo>
                    <a:pt x="75" y="55"/>
                    <a:pt x="75" y="55"/>
                    <a:pt x="75" y="55"/>
                  </a:cubicBezTo>
                  <a:cubicBezTo>
                    <a:pt x="26" y="7"/>
                    <a:pt x="26" y="7"/>
                    <a:pt x="26" y="7"/>
                  </a:cubicBezTo>
                  <a:cubicBezTo>
                    <a:pt x="21" y="0"/>
                    <a:pt x="11" y="0"/>
                    <a:pt x="6" y="7"/>
                  </a:cubicBezTo>
                  <a:cubicBezTo>
                    <a:pt x="0" y="12"/>
                    <a:pt x="0" y="21"/>
                    <a:pt x="6" y="27"/>
                  </a:cubicBezTo>
                  <a:cubicBezTo>
                    <a:pt x="54" y="76"/>
                    <a:pt x="54" y="76"/>
                    <a:pt x="54" y="76"/>
                  </a:cubicBezTo>
                  <a:cubicBezTo>
                    <a:pt x="6" y="124"/>
                    <a:pt x="6" y="124"/>
                    <a:pt x="6" y="124"/>
                  </a:cubicBezTo>
                  <a:cubicBezTo>
                    <a:pt x="0" y="130"/>
                    <a:pt x="0" y="139"/>
                    <a:pt x="6" y="145"/>
                  </a:cubicBezTo>
                  <a:cubicBezTo>
                    <a:pt x="11" y="150"/>
                    <a:pt x="21" y="150"/>
                    <a:pt x="26" y="145"/>
                  </a:cubicBezTo>
                  <a:lnTo>
                    <a:pt x="26" y="145"/>
                  </a:lnTo>
                  <a:lnTo>
                    <a:pt x="75" y="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5" name="Freeform 209">
              <a:extLst>
                <a:ext uri="{FF2B5EF4-FFF2-40B4-BE49-F238E27FC236}">
                  <a16:creationId xmlns:a16="http://schemas.microsoft.com/office/drawing/2014/main" id="{D4417965-F044-C250-2EDF-AC649DCACCC8}"/>
                </a:ext>
              </a:extLst>
            </p:cNvPr>
            <p:cNvSpPr>
              <a:spLocks noChangeArrowheads="1"/>
            </p:cNvSpPr>
            <p:nvPr/>
          </p:nvSpPr>
          <p:spPr bwMode="auto">
            <a:xfrm>
              <a:off x="9990138" y="5076825"/>
              <a:ext cx="53975" cy="53975"/>
            </a:xfrm>
            <a:custGeom>
              <a:avLst/>
              <a:gdLst>
                <a:gd name="T0" fmla="*/ 145 w 152"/>
                <a:gd name="T1" fmla="*/ 124 h 151"/>
                <a:gd name="T2" fmla="*/ 145 w 152"/>
                <a:gd name="T3" fmla="*/ 124 h 151"/>
                <a:gd name="T4" fmla="*/ 97 w 152"/>
                <a:gd name="T5" fmla="*/ 76 h 151"/>
                <a:gd name="T6" fmla="*/ 145 w 152"/>
                <a:gd name="T7" fmla="*/ 27 h 151"/>
                <a:gd name="T8" fmla="*/ 145 w 152"/>
                <a:gd name="T9" fmla="*/ 7 h 151"/>
                <a:gd name="T10" fmla="*/ 124 w 152"/>
                <a:gd name="T11" fmla="*/ 7 h 151"/>
                <a:gd name="T12" fmla="*/ 76 w 152"/>
                <a:gd name="T13" fmla="*/ 55 h 151"/>
                <a:gd name="T14" fmla="*/ 28 w 152"/>
                <a:gd name="T15" fmla="*/ 7 h 151"/>
                <a:gd name="T16" fmla="*/ 7 w 152"/>
                <a:gd name="T17" fmla="*/ 7 h 151"/>
                <a:gd name="T18" fmla="*/ 7 w 152"/>
                <a:gd name="T19" fmla="*/ 27 h 151"/>
                <a:gd name="T20" fmla="*/ 7 w 152"/>
                <a:gd name="T21" fmla="*/ 27 h 151"/>
                <a:gd name="T22" fmla="*/ 55 w 152"/>
                <a:gd name="T23" fmla="*/ 76 h 151"/>
                <a:gd name="T24" fmla="*/ 7 w 152"/>
                <a:gd name="T25" fmla="*/ 124 h 151"/>
                <a:gd name="T26" fmla="*/ 7 w 152"/>
                <a:gd name="T27" fmla="*/ 145 h 151"/>
                <a:gd name="T28" fmla="*/ 28 w 152"/>
                <a:gd name="T29" fmla="*/ 145 h 151"/>
                <a:gd name="T30" fmla="*/ 76 w 152"/>
                <a:gd name="T31" fmla="*/ 97 h 151"/>
                <a:gd name="T32" fmla="*/ 124 w 152"/>
                <a:gd name="T33" fmla="*/ 145 h 151"/>
                <a:gd name="T34" fmla="*/ 145 w 152"/>
                <a:gd name="T35" fmla="*/ 145 h 151"/>
                <a:gd name="T36" fmla="*/ 145 w 152"/>
                <a:gd name="T37" fmla="*/ 12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2" h="151">
                  <a:moveTo>
                    <a:pt x="145" y="124"/>
                  </a:moveTo>
                  <a:lnTo>
                    <a:pt x="145" y="124"/>
                  </a:lnTo>
                  <a:cubicBezTo>
                    <a:pt x="97" y="76"/>
                    <a:pt x="97" y="76"/>
                    <a:pt x="97" y="76"/>
                  </a:cubicBezTo>
                  <a:cubicBezTo>
                    <a:pt x="145" y="27"/>
                    <a:pt x="145" y="27"/>
                    <a:pt x="145" y="27"/>
                  </a:cubicBezTo>
                  <a:cubicBezTo>
                    <a:pt x="151" y="21"/>
                    <a:pt x="151" y="12"/>
                    <a:pt x="145" y="7"/>
                  </a:cubicBezTo>
                  <a:cubicBezTo>
                    <a:pt x="139" y="0"/>
                    <a:pt x="130" y="0"/>
                    <a:pt x="124" y="7"/>
                  </a:cubicBezTo>
                  <a:cubicBezTo>
                    <a:pt x="76" y="55"/>
                    <a:pt x="76" y="55"/>
                    <a:pt x="76" y="55"/>
                  </a:cubicBezTo>
                  <a:cubicBezTo>
                    <a:pt x="28" y="7"/>
                    <a:pt x="28" y="7"/>
                    <a:pt x="28" y="7"/>
                  </a:cubicBezTo>
                  <a:cubicBezTo>
                    <a:pt x="22" y="0"/>
                    <a:pt x="12" y="0"/>
                    <a:pt x="7" y="7"/>
                  </a:cubicBezTo>
                  <a:cubicBezTo>
                    <a:pt x="0" y="12"/>
                    <a:pt x="0" y="21"/>
                    <a:pt x="7" y="27"/>
                  </a:cubicBezTo>
                  <a:lnTo>
                    <a:pt x="7" y="27"/>
                  </a:lnTo>
                  <a:cubicBezTo>
                    <a:pt x="55" y="76"/>
                    <a:pt x="55" y="76"/>
                    <a:pt x="55" y="76"/>
                  </a:cubicBezTo>
                  <a:cubicBezTo>
                    <a:pt x="7" y="124"/>
                    <a:pt x="7" y="124"/>
                    <a:pt x="7" y="124"/>
                  </a:cubicBezTo>
                  <a:cubicBezTo>
                    <a:pt x="0" y="130"/>
                    <a:pt x="0" y="139"/>
                    <a:pt x="7" y="145"/>
                  </a:cubicBezTo>
                  <a:cubicBezTo>
                    <a:pt x="12" y="150"/>
                    <a:pt x="22" y="150"/>
                    <a:pt x="28" y="145"/>
                  </a:cubicBezTo>
                  <a:cubicBezTo>
                    <a:pt x="76" y="97"/>
                    <a:pt x="76" y="97"/>
                    <a:pt x="76" y="97"/>
                  </a:cubicBezTo>
                  <a:cubicBezTo>
                    <a:pt x="124" y="145"/>
                    <a:pt x="124" y="145"/>
                    <a:pt x="124" y="145"/>
                  </a:cubicBezTo>
                  <a:cubicBezTo>
                    <a:pt x="130" y="150"/>
                    <a:pt x="139" y="150"/>
                    <a:pt x="145" y="145"/>
                  </a:cubicBezTo>
                  <a:cubicBezTo>
                    <a:pt x="151" y="139"/>
                    <a:pt x="151" y="130"/>
                    <a:pt x="145"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6" name="Freeform 210">
              <a:extLst>
                <a:ext uri="{FF2B5EF4-FFF2-40B4-BE49-F238E27FC236}">
                  <a16:creationId xmlns:a16="http://schemas.microsoft.com/office/drawing/2014/main" id="{80134747-50E6-4F75-9020-08B8965F4986}"/>
                </a:ext>
              </a:extLst>
            </p:cNvPr>
            <p:cNvSpPr>
              <a:spLocks noChangeArrowheads="1"/>
            </p:cNvSpPr>
            <p:nvPr/>
          </p:nvSpPr>
          <p:spPr bwMode="auto">
            <a:xfrm>
              <a:off x="9948863" y="5181600"/>
              <a:ext cx="53975" cy="23813"/>
            </a:xfrm>
            <a:custGeom>
              <a:avLst/>
              <a:gdLst>
                <a:gd name="T0" fmla="*/ 127 w 151"/>
                <a:gd name="T1" fmla="*/ 22 h 66"/>
                <a:gd name="T2" fmla="*/ 127 w 151"/>
                <a:gd name="T3" fmla="*/ 22 h 66"/>
                <a:gd name="T4" fmla="*/ 76 w 151"/>
                <a:gd name="T5" fmla="*/ 0 h 66"/>
                <a:gd name="T6" fmla="*/ 23 w 151"/>
                <a:gd name="T7" fmla="*/ 22 h 66"/>
                <a:gd name="T8" fmla="*/ 5 w 151"/>
                <a:gd name="T9" fmla="*/ 39 h 66"/>
                <a:gd name="T10" fmla="*/ 5 w 151"/>
                <a:gd name="T11" fmla="*/ 60 h 66"/>
                <a:gd name="T12" fmla="*/ 26 w 151"/>
                <a:gd name="T13" fmla="*/ 60 h 66"/>
                <a:gd name="T14" fmla="*/ 26 w 151"/>
                <a:gd name="T15" fmla="*/ 60 h 66"/>
                <a:gd name="T16" fmla="*/ 44 w 151"/>
                <a:gd name="T17" fmla="*/ 43 h 66"/>
                <a:gd name="T18" fmla="*/ 76 w 151"/>
                <a:gd name="T19" fmla="*/ 29 h 66"/>
                <a:gd name="T20" fmla="*/ 106 w 151"/>
                <a:gd name="T21" fmla="*/ 43 h 66"/>
                <a:gd name="T22" fmla="*/ 124 w 151"/>
                <a:gd name="T23" fmla="*/ 60 h 66"/>
                <a:gd name="T24" fmla="*/ 145 w 151"/>
                <a:gd name="T25" fmla="*/ 60 h 66"/>
                <a:gd name="T26" fmla="*/ 145 w 151"/>
                <a:gd name="T27" fmla="*/ 39 h 66"/>
                <a:gd name="T28" fmla="*/ 127 w 151"/>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22"/>
                  </a:moveTo>
                  <a:lnTo>
                    <a:pt x="127" y="22"/>
                  </a:lnTo>
                  <a:cubicBezTo>
                    <a:pt x="113" y="7"/>
                    <a:pt x="94" y="0"/>
                    <a:pt x="76" y="0"/>
                  </a:cubicBezTo>
                  <a:cubicBezTo>
                    <a:pt x="56" y="0"/>
                    <a:pt x="37" y="7"/>
                    <a:pt x="23" y="22"/>
                  </a:cubicBezTo>
                  <a:cubicBezTo>
                    <a:pt x="5" y="39"/>
                    <a:pt x="5" y="39"/>
                    <a:pt x="5" y="39"/>
                  </a:cubicBezTo>
                  <a:cubicBezTo>
                    <a:pt x="0" y="44"/>
                    <a:pt x="0" y="54"/>
                    <a:pt x="5" y="60"/>
                  </a:cubicBezTo>
                  <a:cubicBezTo>
                    <a:pt x="11" y="65"/>
                    <a:pt x="20" y="65"/>
                    <a:pt x="26" y="60"/>
                  </a:cubicBezTo>
                  <a:lnTo>
                    <a:pt x="26" y="60"/>
                  </a:lnTo>
                  <a:cubicBezTo>
                    <a:pt x="44" y="43"/>
                    <a:pt x="44" y="43"/>
                    <a:pt x="44" y="43"/>
                  </a:cubicBezTo>
                  <a:cubicBezTo>
                    <a:pt x="52" y="35"/>
                    <a:pt x="63" y="29"/>
                    <a:pt x="76" y="29"/>
                  </a:cubicBezTo>
                  <a:cubicBezTo>
                    <a:pt x="87" y="29"/>
                    <a:pt x="98" y="35"/>
                    <a:pt x="106" y="43"/>
                  </a:cubicBezTo>
                  <a:cubicBezTo>
                    <a:pt x="124" y="60"/>
                    <a:pt x="124" y="60"/>
                    <a:pt x="124" y="60"/>
                  </a:cubicBezTo>
                  <a:cubicBezTo>
                    <a:pt x="129" y="65"/>
                    <a:pt x="139" y="65"/>
                    <a:pt x="145" y="60"/>
                  </a:cubicBezTo>
                  <a:cubicBezTo>
                    <a:pt x="150" y="54"/>
                    <a:pt x="150" y="44"/>
                    <a:pt x="145" y="39"/>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57" name="Group 259">
            <a:extLst>
              <a:ext uri="{FF2B5EF4-FFF2-40B4-BE49-F238E27FC236}">
                <a16:creationId xmlns:a16="http://schemas.microsoft.com/office/drawing/2014/main" id="{6EE47E4A-25E9-0F1D-6FE3-1749A42F32BD}"/>
              </a:ext>
            </a:extLst>
          </p:cNvPr>
          <p:cNvGrpSpPr/>
          <p:nvPr/>
        </p:nvGrpSpPr>
        <p:grpSpPr>
          <a:xfrm>
            <a:off x="10520883" y="6232947"/>
            <a:ext cx="244475" cy="244475"/>
            <a:chOff x="9364663" y="6562725"/>
            <a:chExt cx="244475" cy="244475"/>
          </a:xfrm>
          <a:solidFill>
            <a:schemeClr val="accent4"/>
          </a:solidFill>
        </p:grpSpPr>
        <p:sp>
          <p:nvSpPr>
            <p:cNvPr id="258" name="Freeform 211">
              <a:extLst>
                <a:ext uri="{FF2B5EF4-FFF2-40B4-BE49-F238E27FC236}">
                  <a16:creationId xmlns:a16="http://schemas.microsoft.com/office/drawing/2014/main" id="{48E62212-D019-3718-2D08-CA076058904A}"/>
                </a:ext>
              </a:extLst>
            </p:cNvPr>
            <p:cNvSpPr>
              <a:spLocks noChangeArrowheads="1"/>
            </p:cNvSpPr>
            <p:nvPr/>
          </p:nvSpPr>
          <p:spPr bwMode="auto">
            <a:xfrm>
              <a:off x="9364663" y="6562725"/>
              <a:ext cx="244475" cy="244475"/>
            </a:xfrm>
            <a:custGeom>
              <a:avLst/>
              <a:gdLst>
                <a:gd name="T0" fmla="*/ 338 w 679"/>
                <a:gd name="T1" fmla="*/ 0 h 679"/>
                <a:gd name="T2" fmla="*/ 338 w 679"/>
                <a:gd name="T3" fmla="*/ 0 h 679"/>
                <a:gd name="T4" fmla="*/ 0 w 679"/>
                <a:gd name="T5" fmla="*/ 338 h 679"/>
                <a:gd name="T6" fmla="*/ 338 w 679"/>
                <a:gd name="T7" fmla="*/ 678 h 679"/>
                <a:gd name="T8" fmla="*/ 678 w 679"/>
                <a:gd name="T9" fmla="*/ 338 h 679"/>
                <a:gd name="T10" fmla="*/ 338 w 679"/>
                <a:gd name="T11" fmla="*/ 0 h 679"/>
                <a:gd name="T12" fmla="*/ 558 w 679"/>
                <a:gd name="T13" fmla="*/ 558 h 679"/>
                <a:gd name="T14" fmla="*/ 558 w 679"/>
                <a:gd name="T15" fmla="*/ 558 h 679"/>
                <a:gd name="T16" fmla="*/ 338 w 679"/>
                <a:gd name="T17" fmla="*/ 648 h 679"/>
                <a:gd name="T18" fmla="*/ 120 w 679"/>
                <a:gd name="T19" fmla="*/ 558 h 679"/>
                <a:gd name="T20" fmla="*/ 29 w 679"/>
                <a:gd name="T21" fmla="*/ 338 h 679"/>
                <a:gd name="T22" fmla="*/ 120 w 679"/>
                <a:gd name="T23" fmla="*/ 120 h 679"/>
                <a:gd name="T24" fmla="*/ 338 w 679"/>
                <a:gd name="T25" fmla="*/ 29 h 679"/>
                <a:gd name="T26" fmla="*/ 558 w 679"/>
                <a:gd name="T27" fmla="*/ 120 h 679"/>
                <a:gd name="T28" fmla="*/ 648 w 679"/>
                <a:gd name="T29" fmla="*/ 338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8" y="0"/>
                  </a:moveTo>
                  <a:lnTo>
                    <a:pt x="338" y="0"/>
                  </a:lnTo>
                  <a:cubicBezTo>
                    <a:pt x="152" y="0"/>
                    <a:pt x="0" y="152"/>
                    <a:pt x="0" y="338"/>
                  </a:cubicBezTo>
                  <a:cubicBezTo>
                    <a:pt x="0" y="526"/>
                    <a:pt x="152" y="678"/>
                    <a:pt x="338" y="678"/>
                  </a:cubicBezTo>
                  <a:cubicBezTo>
                    <a:pt x="526" y="678"/>
                    <a:pt x="678" y="526"/>
                    <a:pt x="678" y="338"/>
                  </a:cubicBezTo>
                  <a:cubicBezTo>
                    <a:pt x="678" y="152"/>
                    <a:pt x="526" y="0"/>
                    <a:pt x="338" y="0"/>
                  </a:cubicBezTo>
                  <a:close/>
                  <a:moveTo>
                    <a:pt x="558" y="558"/>
                  </a:moveTo>
                  <a:lnTo>
                    <a:pt x="558" y="558"/>
                  </a:lnTo>
                  <a:cubicBezTo>
                    <a:pt x="501" y="613"/>
                    <a:pt x="424" y="648"/>
                    <a:pt x="338" y="648"/>
                  </a:cubicBezTo>
                  <a:cubicBezTo>
                    <a:pt x="253" y="648"/>
                    <a:pt x="175" y="613"/>
                    <a:pt x="120" y="558"/>
                  </a:cubicBezTo>
                  <a:cubicBezTo>
                    <a:pt x="63" y="501"/>
                    <a:pt x="29" y="424"/>
                    <a:pt x="29" y="338"/>
                  </a:cubicBezTo>
                  <a:cubicBezTo>
                    <a:pt x="29" y="254"/>
                    <a:pt x="63" y="177"/>
                    <a:pt x="120" y="120"/>
                  </a:cubicBezTo>
                  <a:cubicBezTo>
                    <a:pt x="175" y="63"/>
                    <a:pt x="253" y="29"/>
                    <a:pt x="338" y="29"/>
                  </a:cubicBezTo>
                  <a:cubicBezTo>
                    <a:pt x="424" y="29"/>
                    <a:pt x="501" y="63"/>
                    <a:pt x="558" y="120"/>
                  </a:cubicBezTo>
                  <a:cubicBezTo>
                    <a:pt x="613" y="177"/>
                    <a:pt x="648" y="254"/>
                    <a:pt x="648" y="338"/>
                  </a:cubicBezTo>
                  <a:cubicBezTo>
                    <a:pt x="648" y="424"/>
                    <a:pt x="613" y="501"/>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59" name="Freeform 212">
              <a:extLst>
                <a:ext uri="{FF2B5EF4-FFF2-40B4-BE49-F238E27FC236}">
                  <a16:creationId xmlns:a16="http://schemas.microsoft.com/office/drawing/2014/main" id="{402525E7-4E8F-7346-FF29-9D3211BFA455}"/>
                </a:ext>
              </a:extLst>
            </p:cNvPr>
            <p:cNvSpPr>
              <a:spLocks noChangeArrowheads="1"/>
            </p:cNvSpPr>
            <p:nvPr/>
          </p:nvSpPr>
          <p:spPr bwMode="auto">
            <a:xfrm>
              <a:off x="942975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0" name="Freeform 213">
              <a:extLst>
                <a:ext uri="{FF2B5EF4-FFF2-40B4-BE49-F238E27FC236}">
                  <a16:creationId xmlns:a16="http://schemas.microsoft.com/office/drawing/2014/main" id="{0834274A-BA1C-496C-18D8-06546D438710}"/>
                </a:ext>
              </a:extLst>
            </p:cNvPr>
            <p:cNvSpPr>
              <a:spLocks noChangeArrowheads="1"/>
            </p:cNvSpPr>
            <p:nvPr/>
          </p:nvSpPr>
          <p:spPr bwMode="auto">
            <a:xfrm>
              <a:off x="9525000" y="6648450"/>
              <a:ext cx="22225" cy="20638"/>
            </a:xfrm>
            <a:custGeom>
              <a:avLst/>
              <a:gdLst>
                <a:gd name="T0" fmla="*/ 29 w 60"/>
                <a:gd name="T1" fmla="*/ 0 h 59"/>
                <a:gd name="T2" fmla="*/ 29 w 60"/>
                <a:gd name="T3" fmla="*/ 0 h 59"/>
                <a:gd name="T4" fmla="*/ 0 w 60"/>
                <a:gd name="T5" fmla="*/ 29 h 59"/>
                <a:gd name="T6" fmla="*/ 29 w 60"/>
                <a:gd name="T7" fmla="*/ 58 h 59"/>
                <a:gd name="T8" fmla="*/ 59 w 60"/>
                <a:gd name="T9" fmla="*/ 29 h 59"/>
                <a:gd name="T10" fmla="*/ 29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29" y="0"/>
                  </a:moveTo>
                  <a:lnTo>
                    <a:pt x="29" y="0"/>
                  </a:lnTo>
                  <a:cubicBezTo>
                    <a:pt x="12" y="0"/>
                    <a:pt x="0" y="12"/>
                    <a:pt x="0" y="29"/>
                  </a:cubicBezTo>
                  <a:cubicBezTo>
                    <a:pt x="0" y="46"/>
                    <a:pt x="12" y="58"/>
                    <a:pt x="29" y="58"/>
                  </a:cubicBezTo>
                  <a:cubicBezTo>
                    <a:pt x="45" y="58"/>
                    <a:pt x="59" y="46"/>
                    <a:pt x="59" y="29"/>
                  </a:cubicBezTo>
                  <a:cubicBezTo>
                    <a:pt x="59" y="12"/>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1" name="Freeform 214">
              <a:extLst>
                <a:ext uri="{FF2B5EF4-FFF2-40B4-BE49-F238E27FC236}">
                  <a16:creationId xmlns:a16="http://schemas.microsoft.com/office/drawing/2014/main" id="{8FCD3029-B0FD-D812-F1D9-E27DDF1508A1}"/>
                </a:ext>
              </a:extLst>
            </p:cNvPr>
            <p:cNvSpPr>
              <a:spLocks noChangeArrowheads="1"/>
            </p:cNvSpPr>
            <p:nvPr/>
          </p:nvSpPr>
          <p:spPr bwMode="auto">
            <a:xfrm>
              <a:off x="9459913" y="6719888"/>
              <a:ext cx="53975" cy="23812"/>
            </a:xfrm>
            <a:custGeom>
              <a:avLst/>
              <a:gdLst>
                <a:gd name="T0" fmla="*/ 127 w 151"/>
                <a:gd name="T1" fmla="*/ 22 h 68"/>
                <a:gd name="T2" fmla="*/ 127 w 151"/>
                <a:gd name="T3" fmla="*/ 22 h 68"/>
                <a:gd name="T4" fmla="*/ 74 w 151"/>
                <a:gd name="T5" fmla="*/ 0 h 68"/>
                <a:gd name="T6" fmla="*/ 22 w 151"/>
                <a:gd name="T7" fmla="*/ 22 h 68"/>
                <a:gd name="T8" fmla="*/ 5 w 151"/>
                <a:gd name="T9" fmla="*/ 40 h 68"/>
                <a:gd name="T10" fmla="*/ 5 w 151"/>
                <a:gd name="T11" fmla="*/ 61 h 68"/>
                <a:gd name="T12" fmla="*/ 26 w 151"/>
                <a:gd name="T13" fmla="*/ 61 h 68"/>
                <a:gd name="T14" fmla="*/ 26 w 151"/>
                <a:gd name="T15" fmla="*/ 61 h 68"/>
                <a:gd name="T16" fmla="*/ 44 w 151"/>
                <a:gd name="T17" fmla="*/ 43 h 68"/>
                <a:gd name="T18" fmla="*/ 74 w 151"/>
                <a:gd name="T19" fmla="*/ 31 h 68"/>
                <a:gd name="T20" fmla="*/ 106 w 151"/>
                <a:gd name="T21" fmla="*/ 43 h 68"/>
                <a:gd name="T22" fmla="*/ 123 w 151"/>
                <a:gd name="T23" fmla="*/ 61 h 68"/>
                <a:gd name="T24" fmla="*/ 143 w 151"/>
                <a:gd name="T25" fmla="*/ 61 h 68"/>
                <a:gd name="T26" fmla="*/ 143 w 151"/>
                <a:gd name="T27" fmla="*/ 40 h 68"/>
                <a:gd name="T28" fmla="*/ 127 w 151"/>
                <a:gd name="T29" fmla="*/ 22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8">
                  <a:moveTo>
                    <a:pt x="127" y="22"/>
                  </a:moveTo>
                  <a:lnTo>
                    <a:pt x="127" y="22"/>
                  </a:lnTo>
                  <a:cubicBezTo>
                    <a:pt x="113" y="9"/>
                    <a:pt x="94" y="0"/>
                    <a:pt x="74" y="0"/>
                  </a:cubicBezTo>
                  <a:cubicBezTo>
                    <a:pt x="56" y="0"/>
                    <a:pt x="37" y="9"/>
                    <a:pt x="22" y="22"/>
                  </a:cubicBezTo>
                  <a:cubicBezTo>
                    <a:pt x="5" y="40"/>
                    <a:pt x="5" y="40"/>
                    <a:pt x="5" y="40"/>
                  </a:cubicBezTo>
                  <a:cubicBezTo>
                    <a:pt x="0" y="46"/>
                    <a:pt x="0" y="54"/>
                    <a:pt x="5" y="61"/>
                  </a:cubicBezTo>
                  <a:cubicBezTo>
                    <a:pt x="11" y="67"/>
                    <a:pt x="20" y="67"/>
                    <a:pt x="26" y="61"/>
                  </a:cubicBezTo>
                  <a:lnTo>
                    <a:pt x="26" y="61"/>
                  </a:lnTo>
                  <a:cubicBezTo>
                    <a:pt x="44" y="43"/>
                    <a:pt x="44" y="43"/>
                    <a:pt x="44" y="43"/>
                  </a:cubicBezTo>
                  <a:cubicBezTo>
                    <a:pt x="52" y="35"/>
                    <a:pt x="63" y="31"/>
                    <a:pt x="74" y="31"/>
                  </a:cubicBezTo>
                  <a:cubicBezTo>
                    <a:pt x="85" y="31"/>
                    <a:pt x="98" y="35"/>
                    <a:pt x="106" y="43"/>
                  </a:cubicBezTo>
                  <a:cubicBezTo>
                    <a:pt x="123" y="61"/>
                    <a:pt x="123" y="61"/>
                    <a:pt x="123" y="61"/>
                  </a:cubicBezTo>
                  <a:cubicBezTo>
                    <a:pt x="128" y="67"/>
                    <a:pt x="138" y="67"/>
                    <a:pt x="143" y="61"/>
                  </a:cubicBezTo>
                  <a:cubicBezTo>
                    <a:pt x="150" y="54"/>
                    <a:pt x="150" y="46"/>
                    <a:pt x="143" y="40"/>
                  </a:cubicBezTo>
                  <a:lnTo>
                    <a:pt x="127" y="2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2" name="Group 264">
            <a:extLst>
              <a:ext uri="{FF2B5EF4-FFF2-40B4-BE49-F238E27FC236}">
                <a16:creationId xmlns:a16="http://schemas.microsoft.com/office/drawing/2014/main" id="{9A6E0C99-E478-8EF9-E1AE-5B69637B1E86}"/>
              </a:ext>
            </a:extLst>
          </p:cNvPr>
          <p:cNvGrpSpPr/>
          <p:nvPr/>
        </p:nvGrpSpPr>
        <p:grpSpPr>
          <a:xfrm>
            <a:off x="9990658" y="6232947"/>
            <a:ext cx="244475" cy="244475"/>
            <a:chOff x="8834438" y="6542088"/>
            <a:chExt cx="244475" cy="244475"/>
          </a:xfrm>
          <a:solidFill>
            <a:schemeClr val="accent4"/>
          </a:solidFill>
        </p:grpSpPr>
        <p:sp>
          <p:nvSpPr>
            <p:cNvPr id="263" name="Freeform 215">
              <a:extLst>
                <a:ext uri="{FF2B5EF4-FFF2-40B4-BE49-F238E27FC236}">
                  <a16:creationId xmlns:a16="http://schemas.microsoft.com/office/drawing/2014/main" id="{0B28AD42-195B-9AFA-B41C-20C10BCF3C46}"/>
                </a:ext>
              </a:extLst>
            </p:cNvPr>
            <p:cNvSpPr>
              <a:spLocks noChangeArrowheads="1"/>
            </p:cNvSpPr>
            <p:nvPr/>
          </p:nvSpPr>
          <p:spPr bwMode="auto">
            <a:xfrm>
              <a:off x="8834438" y="6542088"/>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5"/>
                    <a:pt x="65" y="177"/>
                    <a:pt x="120" y="121"/>
                  </a:cubicBezTo>
                  <a:cubicBezTo>
                    <a:pt x="177" y="65"/>
                    <a:pt x="254" y="31"/>
                    <a:pt x="340" y="31"/>
                  </a:cubicBezTo>
                  <a:cubicBezTo>
                    <a:pt x="424" y="31"/>
                    <a:pt x="501" y="65"/>
                    <a:pt x="558" y="121"/>
                  </a:cubicBezTo>
                  <a:cubicBezTo>
                    <a:pt x="613" y="177"/>
                    <a:pt x="649" y="255"/>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4" name="Freeform 216">
              <a:extLst>
                <a:ext uri="{FF2B5EF4-FFF2-40B4-BE49-F238E27FC236}">
                  <a16:creationId xmlns:a16="http://schemas.microsoft.com/office/drawing/2014/main" id="{76695D01-0B87-E35D-92B1-FA1C632642F5}"/>
                </a:ext>
              </a:extLst>
            </p:cNvPr>
            <p:cNvSpPr>
              <a:spLocks noChangeArrowheads="1"/>
            </p:cNvSpPr>
            <p:nvPr/>
          </p:nvSpPr>
          <p:spPr bwMode="auto">
            <a:xfrm>
              <a:off x="8888413" y="6680200"/>
              <a:ext cx="138112" cy="74613"/>
            </a:xfrm>
            <a:custGeom>
              <a:avLst/>
              <a:gdLst>
                <a:gd name="T0" fmla="*/ 369 w 383"/>
                <a:gd name="T1" fmla="*/ 0 h 207"/>
                <a:gd name="T2" fmla="*/ 369 w 383"/>
                <a:gd name="T3" fmla="*/ 0 h 207"/>
                <a:gd name="T4" fmla="*/ 15 w 383"/>
                <a:gd name="T5" fmla="*/ 0 h 207"/>
                <a:gd name="T6" fmla="*/ 4 w 383"/>
                <a:gd name="T7" fmla="*/ 4 h 207"/>
                <a:gd name="T8" fmla="*/ 0 w 383"/>
                <a:gd name="T9" fmla="*/ 14 h 207"/>
                <a:gd name="T10" fmla="*/ 192 w 383"/>
                <a:gd name="T11" fmla="*/ 206 h 207"/>
                <a:gd name="T12" fmla="*/ 382 w 383"/>
                <a:gd name="T13" fmla="*/ 14 h 207"/>
                <a:gd name="T14" fmla="*/ 378 w 383"/>
                <a:gd name="T15" fmla="*/ 4 h 207"/>
                <a:gd name="T16" fmla="*/ 369 w 383"/>
                <a:gd name="T17" fmla="*/ 0 h 207"/>
                <a:gd name="T18" fmla="*/ 305 w 383"/>
                <a:gd name="T19" fmla="*/ 129 h 207"/>
                <a:gd name="T20" fmla="*/ 305 w 383"/>
                <a:gd name="T21" fmla="*/ 129 h 207"/>
                <a:gd name="T22" fmla="*/ 192 w 383"/>
                <a:gd name="T23" fmla="*/ 177 h 207"/>
                <a:gd name="T24" fmla="*/ 77 w 383"/>
                <a:gd name="T25" fmla="*/ 129 h 207"/>
                <a:gd name="T26" fmla="*/ 30 w 383"/>
                <a:gd name="T27" fmla="*/ 29 h 207"/>
                <a:gd name="T28" fmla="*/ 352 w 383"/>
                <a:gd name="T29" fmla="*/ 29 h 207"/>
                <a:gd name="T30" fmla="*/ 305 w 383"/>
                <a:gd name="T31" fmla="*/ 1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3" h="207">
                  <a:moveTo>
                    <a:pt x="369" y="0"/>
                  </a:moveTo>
                  <a:lnTo>
                    <a:pt x="369" y="0"/>
                  </a:lnTo>
                  <a:cubicBezTo>
                    <a:pt x="15" y="0"/>
                    <a:pt x="15" y="0"/>
                    <a:pt x="15" y="0"/>
                  </a:cubicBezTo>
                  <a:cubicBezTo>
                    <a:pt x="11" y="0"/>
                    <a:pt x="7" y="2"/>
                    <a:pt x="4" y="4"/>
                  </a:cubicBezTo>
                  <a:cubicBezTo>
                    <a:pt x="1" y="7"/>
                    <a:pt x="0" y="11"/>
                    <a:pt x="0" y="14"/>
                  </a:cubicBezTo>
                  <a:cubicBezTo>
                    <a:pt x="0" y="121"/>
                    <a:pt x="85" y="206"/>
                    <a:pt x="192" y="206"/>
                  </a:cubicBezTo>
                  <a:cubicBezTo>
                    <a:pt x="297" y="206"/>
                    <a:pt x="382" y="121"/>
                    <a:pt x="382" y="14"/>
                  </a:cubicBezTo>
                  <a:cubicBezTo>
                    <a:pt x="382" y="11"/>
                    <a:pt x="381" y="7"/>
                    <a:pt x="378" y="4"/>
                  </a:cubicBezTo>
                  <a:cubicBezTo>
                    <a:pt x="376" y="2"/>
                    <a:pt x="371" y="0"/>
                    <a:pt x="369" y="0"/>
                  </a:cubicBezTo>
                  <a:close/>
                  <a:moveTo>
                    <a:pt x="305" y="129"/>
                  </a:moveTo>
                  <a:lnTo>
                    <a:pt x="305" y="129"/>
                  </a:lnTo>
                  <a:cubicBezTo>
                    <a:pt x="276" y="159"/>
                    <a:pt x="236" y="177"/>
                    <a:pt x="192" y="177"/>
                  </a:cubicBezTo>
                  <a:cubicBezTo>
                    <a:pt x="146" y="177"/>
                    <a:pt x="106" y="159"/>
                    <a:pt x="77" y="129"/>
                  </a:cubicBezTo>
                  <a:cubicBezTo>
                    <a:pt x="51" y="103"/>
                    <a:pt x="33" y="68"/>
                    <a:pt x="30" y="29"/>
                  </a:cubicBezTo>
                  <a:cubicBezTo>
                    <a:pt x="352" y="29"/>
                    <a:pt x="352" y="29"/>
                    <a:pt x="352" y="29"/>
                  </a:cubicBezTo>
                  <a:cubicBezTo>
                    <a:pt x="349" y="68"/>
                    <a:pt x="331" y="103"/>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5" name="Freeform 217">
              <a:extLst>
                <a:ext uri="{FF2B5EF4-FFF2-40B4-BE49-F238E27FC236}">
                  <a16:creationId xmlns:a16="http://schemas.microsoft.com/office/drawing/2014/main" id="{8A7A3259-D46E-800E-5D1A-1DDCC1591BCF}"/>
                </a:ext>
              </a:extLst>
            </p:cNvPr>
            <p:cNvSpPr>
              <a:spLocks noChangeArrowheads="1"/>
            </p:cNvSpPr>
            <p:nvPr/>
          </p:nvSpPr>
          <p:spPr bwMode="auto">
            <a:xfrm>
              <a:off x="8866188" y="6626225"/>
              <a:ext cx="53975" cy="23813"/>
            </a:xfrm>
            <a:custGeom>
              <a:avLst/>
              <a:gdLst>
                <a:gd name="T0" fmla="*/ 127 w 152"/>
                <a:gd name="T1" fmla="*/ 44 h 66"/>
                <a:gd name="T2" fmla="*/ 127 w 152"/>
                <a:gd name="T3" fmla="*/ 44 h 66"/>
                <a:gd name="T4" fmla="*/ 145 w 152"/>
                <a:gd name="T5" fmla="*/ 26 h 66"/>
                <a:gd name="T6" fmla="*/ 145 w 152"/>
                <a:gd name="T7" fmla="*/ 6 h 66"/>
                <a:gd name="T8" fmla="*/ 124 w 152"/>
                <a:gd name="T9" fmla="*/ 6 h 66"/>
                <a:gd name="T10" fmla="*/ 106 w 152"/>
                <a:gd name="T11" fmla="*/ 24 h 66"/>
                <a:gd name="T12" fmla="*/ 76 w 152"/>
                <a:gd name="T13" fmla="*/ 36 h 66"/>
                <a:gd name="T14" fmla="*/ 44 w 152"/>
                <a:gd name="T15" fmla="*/ 24 h 66"/>
                <a:gd name="T16" fmla="*/ 26 w 152"/>
                <a:gd name="T17" fmla="*/ 6 h 66"/>
                <a:gd name="T18" fmla="*/ 6 w 152"/>
                <a:gd name="T19" fmla="*/ 6 h 66"/>
                <a:gd name="T20" fmla="*/ 6 w 152"/>
                <a:gd name="T21" fmla="*/ 26 h 66"/>
                <a:gd name="T22" fmla="*/ 6 w 152"/>
                <a:gd name="T23" fmla="*/ 26 h 66"/>
                <a:gd name="T24" fmla="*/ 24 w 152"/>
                <a:gd name="T25" fmla="*/ 44 h 66"/>
                <a:gd name="T26" fmla="*/ 76 w 152"/>
                <a:gd name="T27" fmla="*/ 65 h 66"/>
                <a:gd name="T28" fmla="*/ 127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7" y="44"/>
                  </a:moveTo>
                  <a:lnTo>
                    <a:pt x="127" y="44"/>
                  </a:lnTo>
                  <a:cubicBezTo>
                    <a:pt x="145" y="26"/>
                    <a:pt x="145" y="26"/>
                    <a:pt x="145" y="26"/>
                  </a:cubicBezTo>
                  <a:cubicBezTo>
                    <a:pt x="151" y="21"/>
                    <a:pt x="151" y="11"/>
                    <a:pt x="145" y="6"/>
                  </a:cubicBezTo>
                  <a:cubicBezTo>
                    <a:pt x="140" y="0"/>
                    <a:pt x="130" y="0"/>
                    <a:pt x="124" y="6"/>
                  </a:cubicBezTo>
                  <a:cubicBezTo>
                    <a:pt x="106" y="24"/>
                    <a:pt x="106" y="24"/>
                    <a:pt x="106" y="24"/>
                  </a:cubicBezTo>
                  <a:cubicBezTo>
                    <a:pt x="98" y="32"/>
                    <a:pt x="87" y="36"/>
                    <a:pt x="76" y="36"/>
                  </a:cubicBezTo>
                  <a:cubicBezTo>
                    <a:pt x="64" y="36"/>
                    <a:pt x="53" y="32"/>
                    <a:pt x="44" y="24"/>
                  </a:cubicBezTo>
                  <a:cubicBezTo>
                    <a:pt x="26" y="6"/>
                    <a:pt x="26" y="6"/>
                    <a:pt x="26" y="6"/>
                  </a:cubicBezTo>
                  <a:cubicBezTo>
                    <a:pt x="21" y="0"/>
                    <a:pt x="11" y="0"/>
                    <a:pt x="6" y="6"/>
                  </a:cubicBezTo>
                  <a:cubicBezTo>
                    <a:pt x="0" y="11"/>
                    <a:pt x="0" y="21"/>
                    <a:pt x="6" y="26"/>
                  </a:cubicBezTo>
                  <a:lnTo>
                    <a:pt x="6" y="26"/>
                  </a:lnTo>
                  <a:cubicBezTo>
                    <a:pt x="24" y="44"/>
                    <a:pt x="24" y="44"/>
                    <a:pt x="24" y="44"/>
                  </a:cubicBezTo>
                  <a:cubicBezTo>
                    <a:pt x="37" y="58"/>
                    <a:pt x="57"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6" name="Freeform 218">
              <a:extLst>
                <a:ext uri="{FF2B5EF4-FFF2-40B4-BE49-F238E27FC236}">
                  <a16:creationId xmlns:a16="http://schemas.microsoft.com/office/drawing/2014/main" id="{EEDAE885-7C7C-043E-00E3-5DE9C7093053}"/>
                </a:ext>
              </a:extLst>
            </p:cNvPr>
            <p:cNvSpPr>
              <a:spLocks noChangeArrowheads="1"/>
            </p:cNvSpPr>
            <p:nvPr/>
          </p:nvSpPr>
          <p:spPr bwMode="auto">
            <a:xfrm>
              <a:off x="8993188" y="6626225"/>
              <a:ext cx="53975" cy="23813"/>
            </a:xfrm>
            <a:custGeom>
              <a:avLst/>
              <a:gdLst>
                <a:gd name="T0" fmla="*/ 76 w 151"/>
                <a:gd name="T1" fmla="*/ 36 h 66"/>
                <a:gd name="T2" fmla="*/ 76 w 151"/>
                <a:gd name="T3" fmla="*/ 36 h 66"/>
                <a:gd name="T4" fmla="*/ 44 w 151"/>
                <a:gd name="T5" fmla="*/ 24 h 66"/>
                <a:gd name="T6" fmla="*/ 26 w 151"/>
                <a:gd name="T7" fmla="*/ 6 h 66"/>
                <a:gd name="T8" fmla="*/ 5 w 151"/>
                <a:gd name="T9" fmla="*/ 6 h 66"/>
                <a:gd name="T10" fmla="*/ 5 w 151"/>
                <a:gd name="T11" fmla="*/ 26 h 66"/>
                <a:gd name="T12" fmla="*/ 23 w 151"/>
                <a:gd name="T13" fmla="*/ 44 h 66"/>
                <a:gd name="T14" fmla="*/ 76 w 151"/>
                <a:gd name="T15" fmla="*/ 65 h 66"/>
                <a:gd name="T16" fmla="*/ 127 w 151"/>
                <a:gd name="T17" fmla="*/ 44 h 66"/>
                <a:gd name="T18" fmla="*/ 145 w 151"/>
                <a:gd name="T19" fmla="*/ 26 h 66"/>
                <a:gd name="T20" fmla="*/ 145 w 151"/>
                <a:gd name="T21" fmla="*/ 6 h 66"/>
                <a:gd name="T22" fmla="*/ 124 w 151"/>
                <a:gd name="T23" fmla="*/ 6 h 66"/>
                <a:gd name="T24" fmla="*/ 124 w 151"/>
                <a:gd name="T25" fmla="*/ 6 h 66"/>
                <a:gd name="T26" fmla="*/ 106 w 151"/>
                <a:gd name="T27" fmla="*/ 24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3" y="36"/>
                    <a:pt x="52" y="32"/>
                    <a:pt x="44" y="24"/>
                  </a:cubicBezTo>
                  <a:cubicBezTo>
                    <a:pt x="26" y="6"/>
                    <a:pt x="26" y="6"/>
                    <a:pt x="26" y="6"/>
                  </a:cubicBezTo>
                  <a:cubicBezTo>
                    <a:pt x="20" y="0"/>
                    <a:pt x="11" y="0"/>
                    <a:pt x="5" y="6"/>
                  </a:cubicBezTo>
                  <a:cubicBezTo>
                    <a:pt x="0" y="11"/>
                    <a:pt x="0" y="21"/>
                    <a:pt x="5" y="26"/>
                  </a:cubicBezTo>
                  <a:cubicBezTo>
                    <a:pt x="23" y="44"/>
                    <a:pt x="23" y="44"/>
                    <a:pt x="23" y="44"/>
                  </a:cubicBezTo>
                  <a:cubicBezTo>
                    <a:pt x="37" y="58"/>
                    <a:pt x="56" y="65"/>
                    <a:pt x="76" y="65"/>
                  </a:cubicBezTo>
                  <a:cubicBezTo>
                    <a:pt x="94" y="65"/>
                    <a:pt x="113" y="58"/>
                    <a:pt x="127" y="44"/>
                  </a:cubicBezTo>
                  <a:cubicBezTo>
                    <a:pt x="145" y="26"/>
                    <a:pt x="145" y="26"/>
                    <a:pt x="145" y="26"/>
                  </a:cubicBezTo>
                  <a:cubicBezTo>
                    <a:pt x="150" y="21"/>
                    <a:pt x="150" y="11"/>
                    <a:pt x="145" y="6"/>
                  </a:cubicBezTo>
                  <a:cubicBezTo>
                    <a:pt x="139" y="0"/>
                    <a:pt x="129" y="0"/>
                    <a:pt x="124" y="6"/>
                  </a:cubicBezTo>
                  <a:lnTo>
                    <a:pt x="124" y="6"/>
                  </a:lnTo>
                  <a:cubicBezTo>
                    <a:pt x="106" y="24"/>
                    <a:pt x="106" y="24"/>
                    <a:pt x="106"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67" name="Group 269">
            <a:extLst>
              <a:ext uri="{FF2B5EF4-FFF2-40B4-BE49-F238E27FC236}">
                <a16:creationId xmlns:a16="http://schemas.microsoft.com/office/drawing/2014/main" id="{0B85D4B9-6848-36E2-2E09-18AE3EDC6BAA}"/>
              </a:ext>
            </a:extLst>
          </p:cNvPr>
          <p:cNvGrpSpPr/>
          <p:nvPr/>
        </p:nvGrpSpPr>
        <p:grpSpPr>
          <a:xfrm>
            <a:off x="10500245" y="4192216"/>
            <a:ext cx="244475" cy="244475"/>
            <a:chOff x="9344025" y="4505325"/>
            <a:chExt cx="244475" cy="244475"/>
          </a:xfrm>
          <a:solidFill>
            <a:schemeClr val="accent4"/>
          </a:solidFill>
        </p:grpSpPr>
        <p:sp>
          <p:nvSpPr>
            <p:cNvPr id="268" name="Freeform 219">
              <a:extLst>
                <a:ext uri="{FF2B5EF4-FFF2-40B4-BE49-F238E27FC236}">
                  <a16:creationId xmlns:a16="http://schemas.microsoft.com/office/drawing/2014/main" id="{4C7175BB-9259-85D8-8F19-EA3CE0908CAB}"/>
                </a:ext>
              </a:extLst>
            </p:cNvPr>
            <p:cNvSpPr>
              <a:spLocks noChangeArrowheads="1"/>
            </p:cNvSpPr>
            <p:nvPr/>
          </p:nvSpPr>
          <p:spPr bwMode="auto">
            <a:xfrm>
              <a:off x="9344025" y="4505325"/>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1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5" y="649"/>
                    <a:pt x="177" y="615"/>
                    <a:pt x="121" y="558"/>
                  </a:cubicBezTo>
                  <a:cubicBezTo>
                    <a:pt x="65" y="503"/>
                    <a:pt x="31" y="426"/>
                    <a:pt x="31" y="340"/>
                  </a:cubicBezTo>
                  <a:cubicBezTo>
                    <a:pt x="31" y="254"/>
                    <a:pt x="65" y="177"/>
                    <a:pt x="121" y="120"/>
                  </a:cubicBezTo>
                  <a:cubicBezTo>
                    <a:pt x="177" y="65"/>
                    <a:pt x="255" y="31"/>
                    <a:pt x="340" y="31"/>
                  </a:cubicBezTo>
                  <a:cubicBezTo>
                    <a:pt x="424" y="31"/>
                    <a:pt x="502" y="65"/>
                    <a:pt x="558" y="120"/>
                  </a:cubicBezTo>
                  <a:cubicBezTo>
                    <a:pt x="614" y="177"/>
                    <a:pt x="650" y="254"/>
                    <a:pt x="650" y="340"/>
                  </a:cubicBezTo>
                  <a:cubicBezTo>
                    <a:pt x="650"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69" name="Freeform 220">
              <a:extLst>
                <a:ext uri="{FF2B5EF4-FFF2-40B4-BE49-F238E27FC236}">
                  <a16:creationId xmlns:a16="http://schemas.microsoft.com/office/drawing/2014/main" id="{46E6172D-F57D-14AC-C56C-3AB606038916}"/>
                </a:ext>
              </a:extLst>
            </p:cNvPr>
            <p:cNvSpPr>
              <a:spLocks noChangeArrowheads="1"/>
            </p:cNvSpPr>
            <p:nvPr/>
          </p:nvSpPr>
          <p:spPr bwMode="auto">
            <a:xfrm>
              <a:off x="9396413" y="4643438"/>
              <a:ext cx="138112" cy="74612"/>
            </a:xfrm>
            <a:custGeom>
              <a:avLst/>
              <a:gdLst>
                <a:gd name="T0" fmla="*/ 375 w 384"/>
                <a:gd name="T1" fmla="*/ 2 h 208"/>
                <a:gd name="T2" fmla="*/ 375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5 w 384"/>
                <a:gd name="T19" fmla="*/ 2 h 208"/>
                <a:gd name="T20" fmla="*/ 305 w 384"/>
                <a:gd name="T21" fmla="*/ 130 h 208"/>
                <a:gd name="T22" fmla="*/ 305 w 384"/>
                <a:gd name="T23" fmla="*/ 130 h 208"/>
                <a:gd name="T24" fmla="*/ 192 w 384"/>
                <a:gd name="T25" fmla="*/ 178 h 208"/>
                <a:gd name="T26" fmla="*/ 78 w 384"/>
                <a:gd name="T27" fmla="*/ 130 h 208"/>
                <a:gd name="T28" fmla="*/ 32 w 384"/>
                <a:gd name="T29" fmla="*/ 44 h 208"/>
                <a:gd name="T30" fmla="*/ 192 w 384"/>
                <a:gd name="T31" fmla="*/ 92 h 208"/>
                <a:gd name="T32" fmla="*/ 351 w 384"/>
                <a:gd name="T33" fmla="*/ 44 h 208"/>
                <a:gd name="T34" fmla="*/ 305 w 384"/>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5" y="2"/>
                  </a:moveTo>
                  <a:lnTo>
                    <a:pt x="375" y="2"/>
                  </a:lnTo>
                  <a:cubicBezTo>
                    <a:pt x="370" y="0"/>
                    <a:pt x="365" y="0"/>
                    <a:pt x="359" y="4"/>
                  </a:cubicBezTo>
                  <a:cubicBezTo>
                    <a:pt x="303" y="44"/>
                    <a:pt x="247" y="63"/>
                    <a:pt x="192" y="63"/>
                  </a:cubicBezTo>
                  <a:cubicBezTo>
                    <a:pt x="136"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5" y="2"/>
                  </a:cubicBezTo>
                  <a:close/>
                  <a:moveTo>
                    <a:pt x="305" y="130"/>
                  </a:moveTo>
                  <a:lnTo>
                    <a:pt x="305" y="130"/>
                  </a:lnTo>
                  <a:cubicBezTo>
                    <a:pt x="276" y="160"/>
                    <a:pt x="236" y="178"/>
                    <a:pt x="192" y="178"/>
                  </a:cubicBezTo>
                  <a:cubicBezTo>
                    <a:pt x="147" y="178"/>
                    <a:pt x="107" y="160"/>
                    <a:pt x="78" y="130"/>
                  </a:cubicBezTo>
                  <a:cubicBezTo>
                    <a:pt x="54" y="107"/>
                    <a:pt x="39" y="77"/>
                    <a:pt x="32" y="44"/>
                  </a:cubicBezTo>
                  <a:cubicBezTo>
                    <a:pt x="84" y="76"/>
                    <a:pt x="138" y="92"/>
                    <a:pt x="192" y="92"/>
                  </a:cubicBezTo>
                  <a:cubicBezTo>
                    <a:pt x="245" y="92"/>
                    <a:pt x="299" y="76"/>
                    <a:pt x="351" y="44"/>
                  </a:cubicBezTo>
                  <a:cubicBezTo>
                    <a:pt x="345" y="77"/>
                    <a:pt x="329" y="107"/>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0" name="Freeform 221">
              <a:extLst>
                <a:ext uri="{FF2B5EF4-FFF2-40B4-BE49-F238E27FC236}">
                  <a16:creationId xmlns:a16="http://schemas.microsoft.com/office/drawing/2014/main" id="{1C528BA4-A765-D07E-5566-188234761715}"/>
                </a:ext>
              </a:extLst>
            </p:cNvPr>
            <p:cNvSpPr>
              <a:spLocks noChangeArrowheads="1"/>
            </p:cNvSpPr>
            <p:nvPr/>
          </p:nvSpPr>
          <p:spPr bwMode="auto">
            <a:xfrm>
              <a:off x="9375775" y="4578350"/>
              <a:ext cx="53975" cy="23813"/>
            </a:xfrm>
            <a:custGeom>
              <a:avLst/>
              <a:gdLst>
                <a:gd name="T0" fmla="*/ 107 w 152"/>
                <a:gd name="T1" fmla="*/ 43 h 66"/>
                <a:gd name="T2" fmla="*/ 107 w 152"/>
                <a:gd name="T3" fmla="*/ 43 h 66"/>
                <a:gd name="T4" fmla="*/ 125 w 152"/>
                <a:gd name="T5" fmla="*/ 59 h 66"/>
                <a:gd name="T6" fmla="*/ 145 w 152"/>
                <a:gd name="T7" fmla="*/ 59 h 66"/>
                <a:gd name="T8" fmla="*/ 145 w 152"/>
                <a:gd name="T9" fmla="*/ 38 h 66"/>
                <a:gd name="T10" fmla="*/ 145 w 152"/>
                <a:gd name="T11" fmla="*/ 38 h 66"/>
                <a:gd name="T12" fmla="*/ 128 w 152"/>
                <a:gd name="T13" fmla="*/ 22 h 66"/>
                <a:gd name="T14" fmla="*/ 76 w 152"/>
                <a:gd name="T15" fmla="*/ 0 h 66"/>
                <a:gd name="T16" fmla="*/ 24 w 152"/>
                <a:gd name="T17" fmla="*/ 22 h 66"/>
                <a:gd name="T18" fmla="*/ 6 w 152"/>
                <a:gd name="T19" fmla="*/ 38 h 66"/>
                <a:gd name="T20" fmla="*/ 6 w 152"/>
                <a:gd name="T21" fmla="*/ 59 h 66"/>
                <a:gd name="T22" fmla="*/ 27 w 152"/>
                <a:gd name="T23" fmla="*/ 59 h 66"/>
                <a:gd name="T24" fmla="*/ 45 w 152"/>
                <a:gd name="T25" fmla="*/ 43 h 66"/>
                <a:gd name="T26" fmla="*/ 76 w 152"/>
                <a:gd name="T27" fmla="*/ 29 h 66"/>
                <a:gd name="T28" fmla="*/ 107 w 152"/>
                <a:gd name="T29" fmla="*/ 43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7" y="43"/>
                  </a:moveTo>
                  <a:lnTo>
                    <a:pt x="107" y="43"/>
                  </a:lnTo>
                  <a:cubicBezTo>
                    <a:pt x="125" y="59"/>
                    <a:pt x="125" y="59"/>
                    <a:pt x="125" y="59"/>
                  </a:cubicBezTo>
                  <a:cubicBezTo>
                    <a:pt x="130" y="65"/>
                    <a:pt x="140" y="65"/>
                    <a:pt x="145" y="59"/>
                  </a:cubicBezTo>
                  <a:cubicBezTo>
                    <a:pt x="151" y="54"/>
                    <a:pt x="151" y="44"/>
                    <a:pt x="145" y="38"/>
                  </a:cubicBezTo>
                  <a:lnTo>
                    <a:pt x="145" y="38"/>
                  </a:lnTo>
                  <a:cubicBezTo>
                    <a:pt x="128" y="22"/>
                    <a:pt x="128" y="22"/>
                    <a:pt x="128" y="22"/>
                  </a:cubicBezTo>
                  <a:cubicBezTo>
                    <a:pt x="114" y="7"/>
                    <a:pt x="94" y="0"/>
                    <a:pt x="76" y="0"/>
                  </a:cubicBezTo>
                  <a:cubicBezTo>
                    <a:pt x="57" y="0"/>
                    <a:pt x="38" y="7"/>
                    <a:pt x="24" y="22"/>
                  </a:cubicBezTo>
                  <a:cubicBezTo>
                    <a:pt x="6" y="38"/>
                    <a:pt x="6" y="38"/>
                    <a:pt x="6" y="38"/>
                  </a:cubicBezTo>
                  <a:cubicBezTo>
                    <a:pt x="0" y="44"/>
                    <a:pt x="0" y="54"/>
                    <a:pt x="6" y="59"/>
                  </a:cubicBezTo>
                  <a:cubicBezTo>
                    <a:pt x="11" y="65"/>
                    <a:pt x="21" y="65"/>
                    <a:pt x="27" y="59"/>
                  </a:cubicBezTo>
                  <a:cubicBezTo>
                    <a:pt x="45" y="43"/>
                    <a:pt x="45" y="43"/>
                    <a:pt x="45" y="43"/>
                  </a:cubicBezTo>
                  <a:cubicBezTo>
                    <a:pt x="53" y="34"/>
                    <a:pt x="64" y="29"/>
                    <a:pt x="76" y="29"/>
                  </a:cubicBezTo>
                  <a:cubicBezTo>
                    <a:pt x="87" y="29"/>
                    <a:pt x="99" y="34"/>
                    <a:pt x="107" y="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1" name="Freeform 222">
              <a:extLst>
                <a:ext uri="{FF2B5EF4-FFF2-40B4-BE49-F238E27FC236}">
                  <a16:creationId xmlns:a16="http://schemas.microsoft.com/office/drawing/2014/main" id="{FBE35487-7A38-6523-7B93-063DB985E4BE}"/>
                </a:ext>
              </a:extLst>
            </p:cNvPr>
            <p:cNvSpPr>
              <a:spLocks noChangeArrowheads="1"/>
            </p:cNvSpPr>
            <p:nvPr/>
          </p:nvSpPr>
          <p:spPr bwMode="auto">
            <a:xfrm>
              <a:off x="9502775" y="4578350"/>
              <a:ext cx="53975" cy="23813"/>
            </a:xfrm>
            <a:custGeom>
              <a:avLst/>
              <a:gdLst>
                <a:gd name="T0" fmla="*/ 23 w 152"/>
                <a:gd name="T1" fmla="*/ 22 h 66"/>
                <a:gd name="T2" fmla="*/ 23 w 152"/>
                <a:gd name="T3" fmla="*/ 22 h 66"/>
                <a:gd name="T4" fmla="*/ 6 w 152"/>
                <a:gd name="T5" fmla="*/ 38 h 66"/>
                <a:gd name="T6" fmla="*/ 6 w 152"/>
                <a:gd name="T7" fmla="*/ 59 h 66"/>
                <a:gd name="T8" fmla="*/ 26 w 152"/>
                <a:gd name="T9" fmla="*/ 59 h 66"/>
                <a:gd name="T10" fmla="*/ 26 w 152"/>
                <a:gd name="T11" fmla="*/ 59 h 66"/>
                <a:gd name="T12" fmla="*/ 44 w 152"/>
                <a:gd name="T13" fmla="*/ 43 h 66"/>
                <a:gd name="T14" fmla="*/ 76 w 152"/>
                <a:gd name="T15" fmla="*/ 29 h 66"/>
                <a:gd name="T16" fmla="*/ 106 w 152"/>
                <a:gd name="T17" fmla="*/ 43 h 66"/>
                <a:gd name="T18" fmla="*/ 124 w 152"/>
                <a:gd name="T19" fmla="*/ 59 h 66"/>
                <a:gd name="T20" fmla="*/ 145 w 152"/>
                <a:gd name="T21" fmla="*/ 59 h 66"/>
                <a:gd name="T22" fmla="*/ 145 w 152"/>
                <a:gd name="T23" fmla="*/ 38 h 66"/>
                <a:gd name="T24" fmla="*/ 127 w 152"/>
                <a:gd name="T25" fmla="*/ 22 h 66"/>
                <a:gd name="T26" fmla="*/ 76 w 152"/>
                <a:gd name="T27" fmla="*/ 0 h 66"/>
                <a:gd name="T28" fmla="*/ 23 w 152"/>
                <a:gd name="T29" fmla="*/ 22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3" y="22"/>
                  </a:moveTo>
                  <a:lnTo>
                    <a:pt x="23" y="22"/>
                  </a:lnTo>
                  <a:cubicBezTo>
                    <a:pt x="6" y="38"/>
                    <a:pt x="6" y="38"/>
                    <a:pt x="6" y="38"/>
                  </a:cubicBezTo>
                  <a:cubicBezTo>
                    <a:pt x="0" y="44"/>
                    <a:pt x="0" y="54"/>
                    <a:pt x="6" y="59"/>
                  </a:cubicBezTo>
                  <a:cubicBezTo>
                    <a:pt x="11" y="65"/>
                    <a:pt x="21" y="65"/>
                    <a:pt x="26" y="59"/>
                  </a:cubicBezTo>
                  <a:lnTo>
                    <a:pt x="26" y="59"/>
                  </a:lnTo>
                  <a:cubicBezTo>
                    <a:pt x="44" y="43"/>
                    <a:pt x="44" y="43"/>
                    <a:pt x="44" y="43"/>
                  </a:cubicBezTo>
                  <a:cubicBezTo>
                    <a:pt x="52" y="34"/>
                    <a:pt x="64" y="29"/>
                    <a:pt x="76" y="29"/>
                  </a:cubicBezTo>
                  <a:cubicBezTo>
                    <a:pt x="87" y="29"/>
                    <a:pt x="98" y="34"/>
                    <a:pt x="106" y="43"/>
                  </a:cubicBezTo>
                  <a:cubicBezTo>
                    <a:pt x="124" y="59"/>
                    <a:pt x="124" y="59"/>
                    <a:pt x="124" y="59"/>
                  </a:cubicBezTo>
                  <a:cubicBezTo>
                    <a:pt x="130" y="65"/>
                    <a:pt x="140" y="65"/>
                    <a:pt x="145" y="59"/>
                  </a:cubicBezTo>
                  <a:cubicBezTo>
                    <a:pt x="151" y="54"/>
                    <a:pt x="151" y="44"/>
                    <a:pt x="145" y="38"/>
                  </a:cubicBezTo>
                  <a:cubicBezTo>
                    <a:pt x="127" y="22"/>
                    <a:pt x="127" y="22"/>
                    <a:pt x="127" y="22"/>
                  </a:cubicBezTo>
                  <a:cubicBezTo>
                    <a:pt x="113" y="7"/>
                    <a:pt x="94" y="0"/>
                    <a:pt x="76" y="0"/>
                  </a:cubicBezTo>
                  <a:cubicBezTo>
                    <a:pt x="57" y="0"/>
                    <a:pt x="37" y="7"/>
                    <a:pt x="23"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2" name="Group 274">
            <a:extLst>
              <a:ext uri="{FF2B5EF4-FFF2-40B4-BE49-F238E27FC236}">
                <a16:creationId xmlns:a16="http://schemas.microsoft.com/office/drawing/2014/main" id="{27C72E40-775B-616B-18CF-CE65D51842C7}"/>
              </a:ext>
            </a:extLst>
          </p:cNvPr>
          <p:cNvGrpSpPr/>
          <p:nvPr/>
        </p:nvGrpSpPr>
        <p:grpSpPr>
          <a:xfrm>
            <a:off x="8474595" y="4192216"/>
            <a:ext cx="244475" cy="244475"/>
            <a:chOff x="7318375" y="4505325"/>
            <a:chExt cx="244475" cy="244475"/>
          </a:xfrm>
          <a:solidFill>
            <a:schemeClr val="accent4"/>
          </a:solidFill>
        </p:grpSpPr>
        <p:sp>
          <p:nvSpPr>
            <p:cNvPr id="273" name="Freeform 223">
              <a:extLst>
                <a:ext uri="{FF2B5EF4-FFF2-40B4-BE49-F238E27FC236}">
                  <a16:creationId xmlns:a16="http://schemas.microsoft.com/office/drawing/2014/main" id="{C6C71C06-F8C4-2D90-EF4A-75539A4B3F43}"/>
                </a:ext>
              </a:extLst>
            </p:cNvPr>
            <p:cNvSpPr>
              <a:spLocks noChangeArrowheads="1"/>
            </p:cNvSpPr>
            <p:nvPr/>
          </p:nvSpPr>
          <p:spPr bwMode="auto">
            <a:xfrm>
              <a:off x="7318375" y="4505325"/>
              <a:ext cx="244475" cy="244475"/>
            </a:xfrm>
            <a:custGeom>
              <a:avLst/>
              <a:gdLst>
                <a:gd name="T0" fmla="*/ 339 w 678"/>
                <a:gd name="T1" fmla="*/ 0 h 679"/>
                <a:gd name="T2" fmla="*/ 339 w 678"/>
                <a:gd name="T3" fmla="*/ 0 h 679"/>
                <a:gd name="T4" fmla="*/ 0 w 678"/>
                <a:gd name="T5" fmla="*/ 340 h 679"/>
                <a:gd name="T6" fmla="*/ 339 w 678"/>
                <a:gd name="T7" fmla="*/ 678 h 679"/>
                <a:gd name="T8" fmla="*/ 677 w 678"/>
                <a:gd name="T9" fmla="*/ 340 h 679"/>
                <a:gd name="T10" fmla="*/ 339 w 678"/>
                <a:gd name="T11" fmla="*/ 0 h 679"/>
                <a:gd name="T12" fmla="*/ 557 w 678"/>
                <a:gd name="T13" fmla="*/ 558 h 679"/>
                <a:gd name="T14" fmla="*/ 557 w 678"/>
                <a:gd name="T15" fmla="*/ 558 h 679"/>
                <a:gd name="T16" fmla="*/ 339 w 678"/>
                <a:gd name="T17" fmla="*/ 649 h 679"/>
                <a:gd name="T18" fmla="*/ 119 w 678"/>
                <a:gd name="T19" fmla="*/ 558 h 679"/>
                <a:gd name="T20" fmla="*/ 29 w 678"/>
                <a:gd name="T21" fmla="*/ 340 h 679"/>
                <a:gd name="T22" fmla="*/ 119 w 678"/>
                <a:gd name="T23" fmla="*/ 120 h 679"/>
                <a:gd name="T24" fmla="*/ 339 w 678"/>
                <a:gd name="T25" fmla="*/ 31 h 679"/>
                <a:gd name="T26" fmla="*/ 557 w 678"/>
                <a:gd name="T27" fmla="*/ 120 h 679"/>
                <a:gd name="T28" fmla="*/ 648 w 678"/>
                <a:gd name="T29" fmla="*/ 340 h 679"/>
                <a:gd name="T30" fmla="*/ 557 w 678"/>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79">
                  <a:moveTo>
                    <a:pt x="339" y="0"/>
                  </a:moveTo>
                  <a:lnTo>
                    <a:pt x="339" y="0"/>
                  </a:lnTo>
                  <a:cubicBezTo>
                    <a:pt x="151" y="0"/>
                    <a:pt x="0" y="152"/>
                    <a:pt x="0" y="340"/>
                  </a:cubicBezTo>
                  <a:cubicBezTo>
                    <a:pt x="0" y="526"/>
                    <a:pt x="151" y="678"/>
                    <a:pt x="339" y="678"/>
                  </a:cubicBezTo>
                  <a:cubicBezTo>
                    <a:pt x="525" y="678"/>
                    <a:pt x="677" y="526"/>
                    <a:pt x="677" y="340"/>
                  </a:cubicBezTo>
                  <a:cubicBezTo>
                    <a:pt x="677" y="152"/>
                    <a:pt x="525" y="0"/>
                    <a:pt x="339" y="0"/>
                  </a:cubicBezTo>
                  <a:close/>
                  <a:moveTo>
                    <a:pt x="557" y="558"/>
                  </a:moveTo>
                  <a:lnTo>
                    <a:pt x="557" y="558"/>
                  </a:lnTo>
                  <a:cubicBezTo>
                    <a:pt x="502" y="615"/>
                    <a:pt x="424" y="649"/>
                    <a:pt x="339" y="649"/>
                  </a:cubicBezTo>
                  <a:cubicBezTo>
                    <a:pt x="253" y="649"/>
                    <a:pt x="176" y="615"/>
                    <a:pt x="119" y="558"/>
                  </a:cubicBezTo>
                  <a:cubicBezTo>
                    <a:pt x="64" y="503"/>
                    <a:pt x="29" y="426"/>
                    <a:pt x="29" y="340"/>
                  </a:cubicBezTo>
                  <a:cubicBezTo>
                    <a:pt x="29" y="254"/>
                    <a:pt x="64" y="177"/>
                    <a:pt x="119" y="120"/>
                  </a:cubicBezTo>
                  <a:cubicBezTo>
                    <a:pt x="176" y="65"/>
                    <a:pt x="253" y="31"/>
                    <a:pt x="339" y="31"/>
                  </a:cubicBezTo>
                  <a:cubicBezTo>
                    <a:pt x="424" y="31"/>
                    <a:pt x="502" y="65"/>
                    <a:pt x="557" y="120"/>
                  </a:cubicBezTo>
                  <a:cubicBezTo>
                    <a:pt x="614" y="177"/>
                    <a:pt x="648" y="254"/>
                    <a:pt x="648" y="340"/>
                  </a:cubicBezTo>
                  <a:cubicBezTo>
                    <a:pt x="648" y="426"/>
                    <a:pt x="614"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4" name="Freeform 224">
              <a:extLst>
                <a:ext uri="{FF2B5EF4-FFF2-40B4-BE49-F238E27FC236}">
                  <a16:creationId xmlns:a16="http://schemas.microsoft.com/office/drawing/2014/main" id="{87D0301B-ED24-EE51-F14E-D2DE5635776F}"/>
                </a:ext>
              </a:extLst>
            </p:cNvPr>
            <p:cNvSpPr>
              <a:spLocks noChangeArrowheads="1"/>
            </p:cNvSpPr>
            <p:nvPr/>
          </p:nvSpPr>
          <p:spPr bwMode="auto">
            <a:xfrm>
              <a:off x="7370763" y="4643438"/>
              <a:ext cx="138112" cy="74612"/>
            </a:xfrm>
            <a:custGeom>
              <a:avLst/>
              <a:gdLst>
                <a:gd name="T0" fmla="*/ 375 w 385"/>
                <a:gd name="T1" fmla="*/ 2 h 208"/>
                <a:gd name="T2" fmla="*/ 375 w 385"/>
                <a:gd name="T3" fmla="*/ 2 h 208"/>
                <a:gd name="T4" fmla="*/ 360 w 385"/>
                <a:gd name="T5" fmla="*/ 4 h 208"/>
                <a:gd name="T6" fmla="*/ 192 w 385"/>
                <a:gd name="T7" fmla="*/ 63 h 208"/>
                <a:gd name="T8" fmla="*/ 23 w 385"/>
                <a:gd name="T9" fmla="*/ 4 h 208"/>
                <a:gd name="T10" fmla="*/ 8 w 385"/>
                <a:gd name="T11" fmla="*/ 2 h 208"/>
                <a:gd name="T12" fmla="*/ 0 w 385"/>
                <a:gd name="T13" fmla="*/ 15 h 208"/>
                <a:gd name="T14" fmla="*/ 192 w 385"/>
                <a:gd name="T15" fmla="*/ 207 h 208"/>
                <a:gd name="T16" fmla="*/ 384 w 385"/>
                <a:gd name="T17" fmla="*/ 15 h 208"/>
                <a:gd name="T18" fmla="*/ 375 w 385"/>
                <a:gd name="T19" fmla="*/ 2 h 208"/>
                <a:gd name="T20" fmla="*/ 306 w 385"/>
                <a:gd name="T21" fmla="*/ 130 h 208"/>
                <a:gd name="T22" fmla="*/ 306 w 385"/>
                <a:gd name="T23" fmla="*/ 130 h 208"/>
                <a:gd name="T24" fmla="*/ 192 w 385"/>
                <a:gd name="T25" fmla="*/ 178 h 208"/>
                <a:gd name="T26" fmla="*/ 77 w 385"/>
                <a:gd name="T27" fmla="*/ 130 h 208"/>
                <a:gd name="T28" fmla="*/ 33 w 385"/>
                <a:gd name="T29" fmla="*/ 44 h 208"/>
                <a:gd name="T30" fmla="*/ 192 w 385"/>
                <a:gd name="T31" fmla="*/ 92 h 208"/>
                <a:gd name="T32" fmla="*/ 351 w 385"/>
                <a:gd name="T33" fmla="*/ 44 h 208"/>
                <a:gd name="T34" fmla="*/ 306 w 385"/>
                <a:gd name="T35" fmla="*/ 1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5" h="208">
                  <a:moveTo>
                    <a:pt x="375" y="2"/>
                  </a:moveTo>
                  <a:lnTo>
                    <a:pt x="375" y="2"/>
                  </a:lnTo>
                  <a:cubicBezTo>
                    <a:pt x="370" y="0"/>
                    <a:pt x="364" y="0"/>
                    <a:pt x="360" y="4"/>
                  </a:cubicBezTo>
                  <a:cubicBezTo>
                    <a:pt x="302" y="44"/>
                    <a:pt x="247" y="63"/>
                    <a:pt x="192" y="63"/>
                  </a:cubicBezTo>
                  <a:cubicBezTo>
                    <a:pt x="137" y="63"/>
                    <a:pt x="80" y="44"/>
                    <a:pt x="23" y="4"/>
                  </a:cubicBezTo>
                  <a:cubicBezTo>
                    <a:pt x="19" y="0"/>
                    <a:pt x="12" y="0"/>
                    <a:pt x="8" y="2"/>
                  </a:cubicBezTo>
                  <a:cubicBezTo>
                    <a:pt x="3" y="5"/>
                    <a:pt x="0" y="9"/>
                    <a:pt x="0" y="15"/>
                  </a:cubicBezTo>
                  <a:cubicBezTo>
                    <a:pt x="0" y="121"/>
                    <a:pt x="85" y="207"/>
                    <a:pt x="192" y="207"/>
                  </a:cubicBezTo>
                  <a:cubicBezTo>
                    <a:pt x="297" y="207"/>
                    <a:pt x="384" y="121"/>
                    <a:pt x="384" y="15"/>
                  </a:cubicBezTo>
                  <a:cubicBezTo>
                    <a:pt x="384" y="9"/>
                    <a:pt x="380" y="5"/>
                    <a:pt x="375" y="2"/>
                  </a:cubicBezTo>
                  <a:close/>
                  <a:moveTo>
                    <a:pt x="306" y="130"/>
                  </a:moveTo>
                  <a:lnTo>
                    <a:pt x="306" y="130"/>
                  </a:lnTo>
                  <a:cubicBezTo>
                    <a:pt x="277" y="160"/>
                    <a:pt x="236" y="178"/>
                    <a:pt x="192" y="178"/>
                  </a:cubicBezTo>
                  <a:cubicBezTo>
                    <a:pt x="146" y="178"/>
                    <a:pt x="106" y="160"/>
                    <a:pt x="77" y="130"/>
                  </a:cubicBezTo>
                  <a:cubicBezTo>
                    <a:pt x="54" y="107"/>
                    <a:pt x="38" y="77"/>
                    <a:pt x="33" y="44"/>
                  </a:cubicBezTo>
                  <a:cubicBezTo>
                    <a:pt x="84" y="76"/>
                    <a:pt x="138" y="92"/>
                    <a:pt x="192" y="92"/>
                  </a:cubicBezTo>
                  <a:cubicBezTo>
                    <a:pt x="246" y="92"/>
                    <a:pt x="298" y="76"/>
                    <a:pt x="351" y="44"/>
                  </a:cubicBezTo>
                  <a:cubicBezTo>
                    <a:pt x="345" y="77"/>
                    <a:pt x="329" y="107"/>
                    <a:pt x="306"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5" name="Freeform 225">
              <a:extLst>
                <a:ext uri="{FF2B5EF4-FFF2-40B4-BE49-F238E27FC236}">
                  <a16:creationId xmlns:a16="http://schemas.microsoft.com/office/drawing/2014/main" id="{F84D55AC-9B73-2ADA-C83A-4526CCF94122}"/>
                </a:ext>
              </a:extLst>
            </p:cNvPr>
            <p:cNvSpPr>
              <a:spLocks noChangeArrowheads="1"/>
            </p:cNvSpPr>
            <p:nvPr/>
          </p:nvSpPr>
          <p:spPr bwMode="auto">
            <a:xfrm>
              <a:off x="7348538" y="4589463"/>
              <a:ext cx="53975" cy="23812"/>
            </a:xfrm>
            <a:custGeom>
              <a:avLst/>
              <a:gdLst>
                <a:gd name="T0" fmla="*/ 128 w 152"/>
                <a:gd name="T1" fmla="*/ 44 h 66"/>
                <a:gd name="T2" fmla="*/ 128 w 152"/>
                <a:gd name="T3" fmla="*/ 44 h 66"/>
                <a:gd name="T4" fmla="*/ 145 w 152"/>
                <a:gd name="T5" fmla="*/ 26 h 66"/>
                <a:gd name="T6" fmla="*/ 145 w 152"/>
                <a:gd name="T7" fmla="*/ 5 h 66"/>
                <a:gd name="T8" fmla="*/ 124 w 152"/>
                <a:gd name="T9" fmla="*/ 5 h 66"/>
                <a:gd name="T10" fmla="*/ 106 w 152"/>
                <a:gd name="T11" fmla="*/ 23 h 66"/>
                <a:gd name="T12" fmla="*/ 76 w 152"/>
                <a:gd name="T13" fmla="*/ 36 h 66"/>
                <a:gd name="T14" fmla="*/ 44 w 152"/>
                <a:gd name="T15" fmla="*/ 23 h 66"/>
                <a:gd name="T16" fmla="*/ 28 w 152"/>
                <a:gd name="T17" fmla="*/ 5 h 66"/>
                <a:gd name="T18" fmla="*/ 7 w 152"/>
                <a:gd name="T19" fmla="*/ 5 h 66"/>
                <a:gd name="T20" fmla="*/ 7 w 152"/>
                <a:gd name="T21" fmla="*/ 26 h 66"/>
                <a:gd name="T22" fmla="*/ 7 w 152"/>
                <a:gd name="T23" fmla="*/ 26 h 66"/>
                <a:gd name="T24" fmla="*/ 23 w 152"/>
                <a:gd name="T25" fmla="*/ 44 h 66"/>
                <a:gd name="T26" fmla="*/ 76 w 152"/>
                <a:gd name="T27" fmla="*/ 65 h 66"/>
                <a:gd name="T28" fmla="*/ 128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28" y="44"/>
                  </a:moveTo>
                  <a:lnTo>
                    <a:pt x="128" y="44"/>
                  </a:lnTo>
                  <a:cubicBezTo>
                    <a:pt x="145" y="26"/>
                    <a:pt x="145" y="26"/>
                    <a:pt x="145" y="26"/>
                  </a:cubicBezTo>
                  <a:cubicBezTo>
                    <a:pt x="151" y="21"/>
                    <a:pt x="151" y="11"/>
                    <a:pt x="145" y="5"/>
                  </a:cubicBezTo>
                  <a:cubicBezTo>
                    <a:pt x="139" y="0"/>
                    <a:pt x="130" y="0"/>
                    <a:pt x="124" y="5"/>
                  </a:cubicBezTo>
                  <a:cubicBezTo>
                    <a:pt x="106" y="23"/>
                    <a:pt x="106" y="23"/>
                    <a:pt x="106" y="23"/>
                  </a:cubicBezTo>
                  <a:cubicBezTo>
                    <a:pt x="98" y="32"/>
                    <a:pt x="87" y="36"/>
                    <a:pt x="76" y="36"/>
                  </a:cubicBezTo>
                  <a:cubicBezTo>
                    <a:pt x="65" y="36"/>
                    <a:pt x="54" y="32"/>
                    <a:pt x="44" y="23"/>
                  </a:cubicBezTo>
                  <a:cubicBezTo>
                    <a:pt x="28" y="5"/>
                    <a:pt x="28" y="5"/>
                    <a:pt x="28" y="5"/>
                  </a:cubicBezTo>
                  <a:cubicBezTo>
                    <a:pt x="22" y="0"/>
                    <a:pt x="12" y="0"/>
                    <a:pt x="7" y="5"/>
                  </a:cubicBezTo>
                  <a:cubicBezTo>
                    <a:pt x="0" y="11"/>
                    <a:pt x="0" y="21"/>
                    <a:pt x="7" y="26"/>
                  </a:cubicBezTo>
                  <a:lnTo>
                    <a:pt x="7" y="26"/>
                  </a:lnTo>
                  <a:cubicBezTo>
                    <a:pt x="23" y="44"/>
                    <a:pt x="23" y="44"/>
                    <a:pt x="23" y="44"/>
                  </a:cubicBezTo>
                  <a:cubicBezTo>
                    <a:pt x="39" y="58"/>
                    <a:pt x="57" y="65"/>
                    <a:pt x="76" y="65"/>
                  </a:cubicBezTo>
                  <a:cubicBezTo>
                    <a:pt x="94" y="65"/>
                    <a:pt x="113" y="58"/>
                    <a:pt x="128"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6" name="Freeform 226">
              <a:extLst>
                <a:ext uri="{FF2B5EF4-FFF2-40B4-BE49-F238E27FC236}">
                  <a16:creationId xmlns:a16="http://schemas.microsoft.com/office/drawing/2014/main" id="{FF26050B-8160-381C-8E70-5DCAAB4DBC67}"/>
                </a:ext>
              </a:extLst>
            </p:cNvPr>
            <p:cNvSpPr>
              <a:spLocks noChangeArrowheads="1"/>
            </p:cNvSpPr>
            <p:nvPr/>
          </p:nvSpPr>
          <p:spPr bwMode="auto">
            <a:xfrm>
              <a:off x="7477125" y="4589463"/>
              <a:ext cx="53975" cy="23812"/>
            </a:xfrm>
            <a:custGeom>
              <a:avLst/>
              <a:gdLst>
                <a:gd name="T0" fmla="*/ 76 w 151"/>
                <a:gd name="T1" fmla="*/ 36 h 66"/>
                <a:gd name="T2" fmla="*/ 76 w 151"/>
                <a:gd name="T3" fmla="*/ 36 h 66"/>
                <a:gd name="T4" fmla="*/ 44 w 151"/>
                <a:gd name="T5" fmla="*/ 23 h 66"/>
                <a:gd name="T6" fmla="*/ 27 w 151"/>
                <a:gd name="T7" fmla="*/ 5 h 66"/>
                <a:gd name="T8" fmla="*/ 6 w 151"/>
                <a:gd name="T9" fmla="*/ 5 h 66"/>
                <a:gd name="T10" fmla="*/ 6 w 151"/>
                <a:gd name="T11" fmla="*/ 26 h 66"/>
                <a:gd name="T12" fmla="*/ 23 w 151"/>
                <a:gd name="T13" fmla="*/ 44 h 66"/>
                <a:gd name="T14" fmla="*/ 76 w 151"/>
                <a:gd name="T15" fmla="*/ 65 h 66"/>
                <a:gd name="T16" fmla="*/ 128 w 151"/>
                <a:gd name="T17" fmla="*/ 44 h 66"/>
                <a:gd name="T18" fmla="*/ 145 w 151"/>
                <a:gd name="T19" fmla="*/ 26 h 66"/>
                <a:gd name="T20" fmla="*/ 145 w 151"/>
                <a:gd name="T21" fmla="*/ 5 h 66"/>
                <a:gd name="T22" fmla="*/ 124 w 151"/>
                <a:gd name="T23" fmla="*/ 5 h 66"/>
                <a:gd name="T24" fmla="*/ 124 w 151"/>
                <a:gd name="T25" fmla="*/ 5 h 66"/>
                <a:gd name="T26" fmla="*/ 106 w 151"/>
                <a:gd name="T27" fmla="*/ 23 h 66"/>
                <a:gd name="T28" fmla="*/ 76 w 151"/>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76" y="36"/>
                  </a:moveTo>
                  <a:lnTo>
                    <a:pt x="76" y="36"/>
                  </a:lnTo>
                  <a:cubicBezTo>
                    <a:pt x="65" y="36"/>
                    <a:pt x="53" y="32"/>
                    <a:pt x="44" y="23"/>
                  </a:cubicBezTo>
                  <a:cubicBezTo>
                    <a:pt x="27" y="5"/>
                    <a:pt x="27" y="5"/>
                    <a:pt x="27" y="5"/>
                  </a:cubicBezTo>
                  <a:cubicBezTo>
                    <a:pt x="22" y="0"/>
                    <a:pt x="12" y="0"/>
                    <a:pt x="6" y="5"/>
                  </a:cubicBezTo>
                  <a:cubicBezTo>
                    <a:pt x="0" y="11"/>
                    <a:pt x="0" y="21"/>
                    <a:pt x="6" y="26"/>
                  </a:cubicBezTo>
                  <a:cubicBezTo>
                    <a:pt x="23" y="44"/>
                    <a:pt x="23" y="44"/>
                    <a:pt x="23" y="44"/>
                  </a:cubicBezTo>
                  <a:cubicBezTo>
                    <a:pt x="38" y="58"/>
                    <a:pt x="56" y="65"/>
                    <a:pt x="76" y="65"/>
                  </a:cubicBezTo>
                  <a:cubicBezTo>
                    <a:pt x="93" y="65"/>
                    <a:pt x="113" y="58"/>
                    <a:pt x="128" y="44"/>
                  </a:cubicBezTo>
                  <a:cubicBezTo>
                    <a:pt x="145" y="26"/>
                    <a:pt x="145" y="26"/>
                    <a:pt x="145" y="26"/>
                  </a:cubicBezTo>
                  <a:cubicBezTo>
                    <a:pt x="150" y="21"/>
                    <a:pt x="150" y="11"/>
                    <a:pt x="145" y="5"/>
                  </a:cubicBezTo>
                  <a:cubicBezTo>
                    <a:pt x="139" y="0"/>
                    <a:pt x="129" y="0"/>
                    <a:pt x="124" y="5"/>
                  </a:cubicBezTo>
                  <a:lnTo>
                    <a:pt x="124" y="5"/>
                  </a:lnTo>
                  <a:cubicBezTo>
                    <a:pt x="106" y="23"/>
                    <a:pt x="106" y="23"/>
                    <a:pt x="106" y="23"/>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77" name="Group 279">
            <a:extLst>
              <a:ext uri="{FF2B5EF4-FFF2-40B4-BE49-F238E27FC236}">
                <a16:creationId xmlns:a16="http://schemas.microsoft.com/office/drawing/2014/main" id="{1E96F3EC-AC09-9E3A-B3F2-B56EAF4649B5}"/>
              </a:ext>
            </a:extLst>
          </p:cNvPr>
          <p:cNvGrpSpPr/>
          <p:nvPr/>
        </p:nvGrpSpPr>
        <p:grpSpPr>
          <a:xfrm>
            <a:off x="8452370" y="6232947"/>
            <a:ext cx="244475" cy="244475"/>
            <a:chOff x="7296150" y="6530975"/>
            <a:chExt cx="244475" cy="244475"/>
          </a:xfrm>
          <a:solidFill>
            <a:schemeClr val="accent4"/>
          </a:solidFill>
        </p:grpSpPr>
        <p:sp>
          <p:nvSpPr>
            <p:cNvPr id="278" name="Freeform 227">
              <a:extLst>
                <a:ext uri="{FF2B5EF4-FFF2-40B4-BE49-F238E27FC236}">
                  <a16:creationId xmlns:a16="http://schemas.microsoft.com/office/drawing/2014/main" id="{B4A0FAC1-91E4-A2A3-03FF-DCC0D234D65B}"/>
                </a:ext>
              </a:extLst>
            </p:cNvPr>
            <p:cNvSpPr>
              <a:spLocks noChangeArrowheads="1"/>
            </p:cNvSpPr>
            <p:nvPr/>
          </p:nvSpPr>
          <p:spPr bwMode="auto">
            <a:xfrm>
              <a:off x="7296150" y="6530975"/>
              <a:ext cx="244475" cy="244475"/>
            </a:xfrm>
            <a:custGeom>
              <a:avLst/>
              <a:gdLst>
                <a:gd name="T0" fmla="*/ 338 w 679"/>
                <a:gd name="T1" fmla="*/ 0 h 680"/>
                <a:gd name="T2" fmla="*/ 338 w 679"/>
                <a:gd name="T3" fmla="*/ 0 h 680"/>
                <a:gd name="T4" fmla="*/ 0 w 679"/>
                <a:gd name="T5" fmla="*/ 339 h 680"/>
                <a:gd name="T6" fmla="*/ 338 w 679"/>
                <a:gd name="T7" fmla="*/ 679 h 680"/>
                <a:gd name="T8" fmla="*/ 678 w 679"/>
                <a:gd name="T9" fmla="*/ 339 h 680"/>
                <a:gd name="T10" fmla="*/ 338 w 679"/>
                <a:gd name="T11" fmla="*/ 0 h 680"/>
                <a:gd name="T12" fmla="*/ 558 w 679"/>
                <a:gd name="T13" fmla="*/ 558 h 680"/>
                <a:gd name="T14" fmla="*/ 558 w 679"/>
                <a:gd name="T15" fmla="*/ 558 h 680"/>
                <a:gd name="T16" fmla="*/ 338 w 679"/>
                <a:gd name="T17" fmla="*/ 648 h 680"/>
                <a:gd name="T18" fmla="*/ 120 w 679"/>
                <a:gd name="T19" fmla="*/ 558 h 680"/>
                <a:gd name="T20" fmla="*/ 29 w 679"/>
                <a:gd name="T21" fmla="*/ 339 h 680"/>
                <a:gd name="T22" fmla="*/ 120 w 679"/>
                <a:gd name="T23" fmla="*/ 121 h 680"/>
                <a:gd name="T24" fmla="*/ 338 w 679"/>
                <a:gd name="T25" fmla="*/ 29 h 680"/>
                <a:gd name="T26" fmla="*/ 558 w 679"/>
                <a:gd name="T27" fmla="*/ 121 h 680"/>
                <a:gd name="T28" fmla="*/ 648 w 679"/>
                <a:gd name="T29" fmla="*/ 339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38" y="0"/>
                  </a:moveTo>
                  <a:lnTo>
                    <a:pt x="338" y="0"/>
                  </a:lnTo>
                  <a:cubicBezTo>
                    <a:pt x="152" y="0"/>
                    <a:pt x="0" y="152"/>
                    <a:pt x="0" y="339"/>
                  </a:cubicBezTo>
                  <a:cubicBezTo>
                    <a:pt x="0" y="527"/>
                    <a:pt x="152" y="679"/>
                    <a:pt x="338" y="679"/>
                  </a:cubicBezTo>
                  <a:cubicBezTo>
                    <a:pt x="526" y="679"/>
                    <a:pt x="678" y="527"/>
                    <a:pt x="678" y="339"/>
                  </a:cubicBezTo>
                  <a:cubicBezTo>
                    <a:pt x="678" y="152"/>
                    <a:pt x="526" y="0"/>
                    <a:pt x="338" y="0"/>
                  </a:cubicBezTo>
                  <a:close/>
                  <a:moveTo>
                    <a:pt x="558" y="558"/>
                  </a:moveTo>
                  <a:lnTo>
                    <a:pt x="558" y="558"/>
                  </a:lnTo>
                  <a:cubicBezTo>
                    <a:pt x="501" y="614"/>
                    <a:pt x="424" y="648"/>
                    <a:pt x="338" y="648"/>
                  </a:cubicBezTo>
                  <a:cubicBezTo>
                    <a:pt x="253" y="648"/>
                    <a:pt x="175" y="614"/>
                    <a:pt x="120" y="558"/>
                  </a:cubicBezTo>
                  <a:cubicBezTo>
                    <a:pt x="63" y="502"/>
                    <a:pt x="29" y="424"/>
                    <a:pt x="29" y="339"/>
                  </a:cubicBezTo>
                  <a:cubicBezTo>
                    <a:pt x="29" y="255"/>
                    <a:pt x="63" y="177"/>
                    <a:pt x="120" y="121"/>
                  </a:cubicBezTo>
                  <a:cubicBezTo>
                    <a:pt x="175" y="64"/>
                    <a:pt x="253" y="29"/>
                    <a:pt x="338" y="29"/>
                  </a:cubicBezTo>
                  <a:cubicBezTo>
                    <a:pt x="424" y="29"/>
                    <a:pt x="501" y="64"/>
                    <a:pt x="558" y="121"/>
                  </a:cubicBezTo>
                  <a:cubicBezTo>
                    <a:pt x="613" y="177"/>
                    <a:pt x="648" y="255"/>
                    <a:pt x="648" y="339"/>
                  </a:cubicBezTo>
                  <a:cubicBezTo>
                    <a:pt x="648" y="424"/>
                    <a:pt x="613" y="502"/>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79" name="Freeform 228">
              <a:extLst>
                <a:ext uri="{FF2B5EF4-FFF2-40B4-BE49-F238E27FC236}">
                  <a16:creationId xmlns:a16="http://schemas.microsoft.com/office/drawing/2014/main" id="{10B2A51E-6F1B-F9FD-5A44-F28E58042EDB}"/>
                </a:ext>
              </a:extLst>
            </p:cNvPr>
            <p:cNvSpPr>
              <a:spLocks noChangeArrowheads="1"/>
            </p:cNvSpPr>
            <p:nvPr/>
          </p:nvSpPr>
          <p:spPr bwMode="auto">
            <a:xfrm>
              <a:off x="7348538" y="6673850"/>
              <a:ext cx="139700" cy="74613"/>
            </a:xfrm>
            <a:custGeom>
              <a:avLst/>
              <a:gdLst>
                <a:gd name="T0" fmla="*/ 362 w 388"/>
                <a:gd name="T1" fmla="*/ 4 h 208"/>
                <a:gd name="T2" fmla="*/ 362 w 388"/>
                <a:gd name="T3" fmla="*/ 4 h 208"/>
                <a:gd name="T4" fmla="*/ 193 w 388"/>
                <a:gd name="T5" fmla="*/ 63 h 208"/>
                <a:gd name="T6" fmla="*/ 25 w 388"/>
                <a:gd name="T7" fmla="*/ 4 h 208"/>
                <a:gd name="T8" fmla="*/ 4 w 388"/>
                <a:gd name="T9" fmla="*/ 8 h 208"/>
                <a:gd name="T10" fmla="*/ 8 w 388"/>
                <a:gd name="T11" fmla="*/ 27 h 208"/>
                <a:gd name="T12" fmla="*/ 193 w 388"/>
                <a:gd name="T13" fmla="*/ 94 h 208"/>
                <a:gd name="T14" fmla="*/ 209 w 388"/>
                <a:gd name="T15" fmla="*/ 92 h 208"/>
                <a:gd name="T16" fmla="*/ 209 w 388"/>
                <a:gd name="T17" fmla="*/ 134 h 208"/>
                <a:gd name="T18" fmla="*/ 282 w 388"/>
                <a:gd name="T19" fmla="*/ 207 h 208"/>
                <a:gd name="T20" fmla="*/ 356 w 388"/>
                <a:gd name="T21" fmla="*/ 134 h 208"/>
                <a:gd name="T22" fmla="*/ 356 w 388"/>
                <a:gd name="T23" fmla="*/ 44 h 208"/>
                <a:gd name="T24" fmla="*/ 378 w 388"/>
                <a:gd name="T25" fmla="*/ 27 h 208"/>
                <a:gd name="T26" fmla="*/ 383 w 388"/>
                <a:gd name="T27" fmla="*/ 8 h 208"/>
                <a:gd name="T28" fmla="*/ 362 w 388"/>
                <a:gd name="T29" fmla="*/ 4 h 208"/>
                <a:gd name="T30" fmla="*/ 326 w 388"/>
                <a:gd name="T31" fmla="*/ 134 h 208"/>
                <a:gd name="T32" fmla="*/ 326 w 388"/>
                <a:gd name="T33" fmla="*/ 134 h 208"/>
                <a:gd name="T34" fmla="*/ 314 w 388"/>
                <a:gd name="T35" fmla="*/ 166 h 208"/>
                <a:gd name="T36" fmla="*/ 282 w 388"/>
                <a:gd name="T37" fmla="*/ 178 h 208"/>
                <a:gd name="T38" fmla="*/ 251 w 388"/>
                <a:gd name="T39" fmla="*/ 166 h 208"/>
                <a:gd name="T40" fmla="*/ 238 w 388"/>
                <a:gd name="T41" fmla="*/ 134 h 208"/>
                <a:gd name="T42" fmla="*/ 238 w 388"/>
                <a:gd name="T43" fmla="*/ 90 h 208"/>
                <a:gd name="T44" fmla="*/ 326 w 388"/>
                <a:gd name="T45" fmla="*/ 59 h 208"/>
                <a:gd name="T46" fmla="*/ 326 w 388"/>
                <a:gd name="T47" fmla="*/ 134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8" h="208">
                  <a:moveTo>
                    <a:pt x="362" y="4"/>
                  </a:moveTo>
                  <a:lnTo>
                    <a:pt x="362" y="4"/>
                  </a:lnTo>
                  <a:cubicBezTo>
                    <a:pt x="305" y="44"/>
                    <a:pt x="249" y="63"/>
                    <a:pt x="193" y="63"/>
                  </a:cubicBezTo>
                  <a:cubicBezTo>
                    <a:pt x="138" y="63"/>
                    <a:pt x="83" y="44"/>
                    <a:pt x="25" y="4"/>
                  </a:cubicBezTo>
                  <a:cubicBezTo>
                    <a:pt x="19" y="0"/>
                    <a:pt x="10" y="1"/>
                    <a:pt x="4" y="8"/>
                  </a:cubicBezTo>
                  <a:cubicBezTo>
                    <a:pt x="0" y="14"/>
                    <a:pt x="1" y="23"/>
                    <a:pt x="8" y="27"/>
                  </a:cubicBezTo>
                  <a:cubicBezTo>
                    <a:pt x="69" y="72"/>
                    <a:pt x="131" y="94"/>
                    <a:pt x="193" y="94"/>
                  </a:cubicBezTo>
                  <a:cubicBezTo>
                    <a:pt x="199" y="94"/>
                    <a:pt x="203" y="92"/>
                    <a:pt x="209" y="92"/>
                  </a:cubicBezTo>
                  <a:cubicBezTo>
                    <a:pt x="209" y="134"/>
                    <a:pt x="209" y="134"/>
                    <a:pt x="209" y="134"/>
                  </a:cubicBezTo>
                  <a:cubicBezTo>
                    <a:pt x="209" y="174"/>
                    <a:pt x="242" y="207"/>
                    <a:pt x="282" y="207"/>
                  </a:cubicBezTo>
                  <a:cubicBezTo>
                    <a:pt x="323" y="207"/>
                    <a:pt x="355" y="174"/>
                    <a:pt x="356" y="134"/>
                  </a:cubicBezTo>
                  <a:cubicBezTo>
                    <a:pt x="356" y="44"/>
                    <a:pt x="356" y="44"/>
                    <a:pt x="356" y="44"/>
                  </a:cubicBezTo>
                  <a:cubicBezTo>
                    <a:pt x="363" y="38"/>
                    <a:pt x="372" y="33"/>
                    <a:pt x="378" y="27"/>
                  </a:cubicBezTo>
                  <a:cubicBezTo>
                    <a:pt x="385" y="23"/>
                    <a:pt x="387" y="14"/>
                    <a:pt x="383" y="8"/>
                  </a:cubicBezTo>
                  <a:cubicBezTo>
                    <a:pt x="377" y="1"/>
                    <a:pt x="369" y="0"/>
                    <a:pt x="362" y="4"/>
                  </a:cubicBezTo>
                  <a:close/>
                  <a:moveTo>
                    <a:pt x="326" y="134"/>
                  </a:moveTo>
                  <a:lnTo>
                    <a:pt x="326" y="134"/>
                  </a:lnTo>
                  <a:cubicBezTo>
                    <a:pt x="326" y="146"/>
                    <a:pt x="322" y="157"/>
                    <a:pt x="314" y="166"/>
                  </a:cubicBezTo>
                  <a:cubicBezTo>
                    <a:pt x="305" y="174"/>
                    <a:pt x="294" y="178"/>
                    <a:pt x="282" y="178"/>
                  </a:cubicBezTo>
                  <a:cubicBezTo>
                    <a:pt x="269" y="178"/>
                    <a:pt x="258" y="174"/>
                    <a:pt x="251" y="166"/>
                  </a:cubicBezTo>
                  <a:cubicBezTo>
                    <a:pt x="243" y="157"/>
                    <a:pt x="238" y="146"/>
                    <a:pt x="238" y="134"/>
                  </a:cubicBezTo>
                  <a:cubicBezTo>
                    <a:pt x="238" y="90"/>
                    <a:pt x="238" y="90"/>
                    <a:pt x="238" y="90"/>
                  </a:cubicBezTo>
                  <a:cubicBezTo>
                    <a:pt x="268" y="84"/>
                    <a:pt x="297" y="74"/>
                    <a:pt x="326" y="59"/>
                  </a:cubicBezTo>
                  <a:lnTo>
                    <a:pt x="326"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0" name="Freeform 229">
              <a:extLst>
                <a:ext uri="{FF2B5EF4-FFF2-40B4-BE49-F238E27FC236}">
                  <a16:creationId xmlns:a16="http://schemas.microsoft.com/office/drawing/2014/main" id="{96A19166-9150-6B94-320A-4A7E57BDEB5E}"/>
                </a:ext>
              </a:extLst>
            </p:cNvPr>
            <p:cNvSpPr>
              <a:spLocks noChangeArrowheads="1"/>
            </p:cNvSpPr>
            <p:nvPr/>
          </p:nvSpPr>
          <p:spPr bwMode="auto">
            <a:xfrm>
              <a:off x="7351713" y="6683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1" name="Freeform 230">
              <a:extLst>
                <a:ext uri="{FF2B5EF4-FFF2-40B4-BE49-F238E27FC236}">
                  <a16:creationId xmlns:a16="http://schemas.microsoft.com/office/drawing/2014/main" id="{85E5AE83-96FB-367A-0038-D53D7C6D324C}"/>
                </a:ext>
              </a:extLst>
            </p:cNvPr>
            <p:cNvSpPr>
              <a:spLocks noChangeArrowheads="1"/>
            </p:cNvSpPr>
            <p:nvPr/>
          </p:nvSpPr>
          <p:spPr bwMode="auto">
            <a:xfrm>
              <a:off x="7327900" y="6604000"/>
              <a:ext cx="53975" cy="23813"/>
            </a:xfrm>
            <a:custGeom>
              <a:avLst/>
              <a:gdLst>
                <a:gd name="T0" fmla="*/ 106 w 152"/>
                <a:gd name="T1" fmla="*/ 41 h 66"/>
                <a:gd name="T2" fmla="*/ 106 w 152"/>
                <a:gd name="T3" fmla="*/ 41 h 66"/>
                <a:gd name="T4" fmla="*/ 123 w 152"/>
                <a:gd name="T5" fmla="*/ 59 h 66"/>
                <a:gd name="T6" fmla="*/ 144 w 152"/>
                <a:gd name="T7" fmla="*/ 59 h 66"/>
                <a:gd name="T8" fmla="*/ 144 w 152"/>
                <a:gd name="T9" fmla="*/ 39 h 66"/>
                <a:gd name="T10" fmla="*/ 144 w 152"/>
                <a:gd name="T11" fmla="*/ 39 h 66"/>
                <a:gd name="T12" fmla="*/ 127 w 152"/>
                <a:gd name="T13" fmla="*/ 21 h 66"/>
                <a:gd name="T14" fmla="*/ 75 w 152"/>
                <a:gd name="T15" fmla="*/ 0 h 66"/>
                <a:gd name="T16" fmla="*/ 22 w 152"/>
                <a:gd name="T17" fmla="*/ 21 h 66"/>
                <a:gd name="T18" fmla="*/ 6 w 152"/>
                <a:gd name="T19" fmla="*/ 39 h 66"/>
                <a:gd name="T20" fmla="*/ 6 w 152"/>
                <a:gd name="T21" fmla="*/ 59 h 66"/>
                <a:gd name="T22" fmla="*/ 26 w 152"/>
                <a:gd name="T23" fmla="*/ 59 h 66"/>
                <a:gd name="T24" fmla="*/ 44 w 152"/>
                <a:gd name="T25" fmla="*/ 41 h 66"/>
                <a:gd name="T26" fmla="*/ 75 w 152"/>
                <a:gd name="T27" fmla="*/ 29 h 66"/>
                <a:gd name="T28" fmla="*/ 106 w 152"/>
                <a:gd name="T29" fmla="*/ 4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06" y="41"/>
                  </a:moveTo>
                  <a:lnTo>
                    <a:pt x="106" y="41"/>
                  </a:lnTo>
                  <a:cubicBezTo>
                    <a:pt x="123" y="59"/>
                    <a:pt x="123" y="59"/>
                    <a:pt x="123" y="59"/>
                  </a:cubicBezTo>
                  <a:cubicBezTo>
                    <a:pt x="128" y="65"/>
                    <a:pt x="138" y="65"/>
                    <a:pt x="144" y="59"/>
                  </a:cubicBezTo>
                  <a:cubicBezTo>
                    <a:pt x="151" y="54"/>
                    <a:pt x="151" y="44"/>
                    <a:pt x="144" y="39"/>
                  </a:cubicBezTo>
                  <a:lnTo>
                    <a:pt x="144" y="39"/>
                  </a:lnTo>
                  <a:cubicBezTo>
                    <a:pt x="127" y="21"/>
                    <a:pt x="127" y="21"/>
                    <a:pt x="127" y="21"/>
                  </a:cubicBezTo>
                  <a:cubicBezTo>
                    <a:pt x="113" y="7"/>
                    <a:pt x="94" y="0"/>
                    <a:pt x="75" y="0"/>
                  </a:cubicBezTo>
                  <a:cubicBezTo>
                    <a:pt x="57" y="0"/>
                    <a:pt x="37" y="7"/>
                    <a:pt x="22" y="21"/>
                  </a:cubicBezTo>
                  <a:cubicBezTo>
                    <a:pt x="6" y="39"/>
                    <a:pt x="6" y="39"/>
                    <a:pt x="6" y="39"/>
                  </a:cubicBezTo>
                  <a:cubicBezTo>
                    <a:pt x="0" y="44"/>
                    <a:pt x="0" y="54"/>
                    <a:pt x="6" y="59"/>
                  </a:cubicBezTo>
                  <a:cubicBezTo>
                    <a:pt x="11" y="65"/>
                    <a:pt x="21" y="65"/>
                    <a:pt x="26" y="59"/>
                  </a:cubicBezTo>
                  <a:cubicBezTo>
                    <a:pt x="44" y="41"/>
                    <a:pt x="44" y="41"/>
                    <a:pt x="44" y="41"/>
                  </a:cubicBezTo>
                  <a:cubicBezTo>
                    <a:pt x="52" y="33"/>
                    <a:pt x="64" y="29"/>
                    <a:pt x="75" y="29"/>
                  </a:cubicBezTo>
                  <a:cubicBezTo>
                    <a:pt x="86" y="29"/>
                    <a:pt x="98" y="33"/>
                    <a:pt x="106" y="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2" name="Freeform 231">
              <a:extLst>
                <a:ext uri="{FF2B5EF4-FFF2-40B4-BE49-F238E27FC236}">
                  <a16:creationId xmlns:a16="http://schemas.microsoft.com/office/drawing/2014/main" id="{FEC07C75-CA5F-382B-796A-64029E87E074}"/>
                </a:ext>
              </a:extLst>
            </p:cNvPr>
            <p:cNvSpPr>
              <a:spLocks noChangeArrowheads="1"/>
            </p:cNvSpPr>
            <p:nvPr/>
          </p:nvSpPr>
          <p:spPr bwMode="auto">
            <a:xfrm>
              <a:off x="7454900" y="6604000"/>
              <a:ext cx="53975" cy="23813"/>
            </a:xfrm>
            <a:custGeom>
              <a:avLst/>
              <a:gdLst>
                <a:gd name="T0" fmla="*/ 22 w 151"/>
                <a:gd name="T1" fmla="*/ 21 h 66"/>
                <a:gd name="T2" fmla="*/ 22 w 151"/>
                <a:gd name="T3" fmla="*/ 21 h 66"/>
                <a:gd name="T4" fmla="*/ 5 w 151"/>
                <a:gd name="T5" fmla="*/ 39 h 66"/>
                <a:gd name="T6" fmla="*/ 5 w 151"/>
                <a:gd name="T7" fmla="*/ 59 h 66"/>
                <a:gd name="T8" fmla="*/ 26 w 151"/>
                <a:gd name="T9" fmla="*/ 59 h 66"/>
                <a:gd name="T10" fmla="*/ 26 w 151"/>
                <a:gd name="T11" fmla="*/ 59 h 66"/>
                <a:gd name="T12" fmla="*/ 44 w 151"/>
                <a:gd name="T13" fmla="*/ 41 h 66"/>
                <a:gd name="T14" fmla="*/ 74 w 151"/>
                <a:gd name="T15" fmla="*/ 29 h 66"/>
                <a:gd name="T16" fmla="*/ 106 w 151"/>
                <a:gd name="T17" fmla="*/ 41 h 66"/>
                <a:gd name="T18" fmla="*/ 123 w 151"/>
                <a:gd name="T19" fmla="*/ 59 h 66"/>
                <a:gd name="T20" fmla="*/ 143 w 151"/>
                <a:gd name="T21" fmla="*/ 59 h 66"/>
                <a:gd name="T22" fmla="*/ 143 w 151"/>
                <a:gd name="T23" fmla="*/ 39 h 66"/>
                <a:gd name="T24" fmla="*/ 127 w 151"/>
                <a:gd name="T25" fmla="*/ 21 h 66"/>
                <a:gd name="T26" fmla="*/ 74 w 151"/>
                <a:gd name="T27" fmla="*/ 0 h 66"/>
                <a:gd name="T28" fmla="*/ 22 w 151"/>
                <a:gd name="T29" fmla="*/ 21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22" y="21"/>
                  </a:moveTo>
                  <a:lnTo>
                    <a:pt x="22" y="21"/>
                  </a:lnTo>
                  <a:cubicBezTo>
                    <a:pt x="5" y="39"/>
                    <a:pt x="5" y="39"/>
                    <a:pt x="5" y="39"/>
                  </a:cubicBezTo>
                  <a:cubicBezTo>
                    <a:pt x="0" y="44"/>
                    <a:pt x="0" y="54"/>
                    <a:pt x="5" y="59"/>
                  </a:cubicBezTo>
                  <a:cubicBezTo>
                    <a:pt x="11" y="65"/>
                    <a:pt x="20" y="65"/>
                    <a:pt x="26" y="59"/>
                  </a:cubicBezTo>
                  <a:lnTo>
                    <a:pt x="26" y="59"/>
                  </a:lnTo>
                  <a:cubicBezTo>
                    <a:pt x="44" y="41"/>
                    <a:pt x="44" y="41"/>
                    <a:pt x="44" y="41"/>
                  </a:cubicBezTo>
                  <a:cubicBezTo>
                    <a:pt x="52" y="33"/>
                    <a:pt x="63" y="29"/>
                    <a:pt x="74" y="29"/>
                  </a:cubicBezTo>
                  <a:cubicBezTo>
                    <a:pt x="85" y="29"/>
                    <a:pt x="98" y="33"/>
                    <a:pt x="106" y="41"/>
                  </a:cubicBezTo>
                  <a:cubicBezTo>
                    <a:pt x="123" y="59"/>
                    <a:pt x="123" y="59"/>
                    <a:pt x="123" y="59"/>
                  </a:cubicBezTo>
                  <a:cubicBezTo>
                    <a:pt x="128" y="65"/>
                    <a:pt x="138" y="65"/>
                    <a:pt x="143" y="59"/>
                  </a:cubicBezTo>
                  <a:cubicBezTo>
                    <a:pt x="150" y="54"/>
                    <a:pt x="150" y="44"/>
                    <a:pt x="143" y="39"/>
                  </a:cubicBezTo>
                  <a:cubicBezTo>
                    <a:pt x="127" y="21"/>
                    <a:pt x="127" y="21"/>
                    <a:pt x="127" y="21"/>
                  </a:cubicBezTo>
                  <a:cubicBezTo>
                    <a:pt x="113" y="7"/>
                    <a:pt x="94" y="0"/>
                    <a:pt x="74" y="0"/>
                  </a:cubicBezTo>
                  <a:cubicBezTo>
                    <a:pt x="56" y="0"/>
                    <a:pt x="37" y="7"/>
                    <a:pt x="22"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3" name="Group 285">
            <a:extLst>
              <a:ext uri="{FF2B5EF4-FFF2-40B4-BE49-F238E27FC236}">
                <a16:creationId xmlns:a16="http://schemas.microsoft.com/office/drawing/2014/main" id="{1192F538-231A-0143-1EB2-2DB2CAA4D714}"/>
              </a:ext>
            </a:extLst>
          </p:cNvPr>
          <p:cNvGrpSpPr/>
          <p:nvPr/>
        </p:nvGrpSpPr>
        <p:grpSpPr>
          <a:xfrm>
            <a:off x="11009833" y="4186660"/>
            <a:ext cx="244475" cy="255587"/>
            <a:chOff x="9853613" y="4494213"/>
            <a:chExt cx="244475" cy="255587"/>
          </a:xfrm>
          <a:solidFill>
            <a:schemeClr val="accent4"/>
          </a:solidFill>
        </p:grpSpPr>
        <p:sp>
          <p:nvSpPr>
            <p:cNvPr id="284" name="Freeform 232">
              <a:extLst>
                <a:ext uri="{FF2B5EF4-FFF2-40B4-BE49-F238E27FC236}">
                  <a16:creationId xmlns:a16="http://schemas.microsoft.com/office/drawing/2014/main" id="{1A96B504-9FB3-680F-2BAC-6C66A7E147E9}"/>
                </a:ext>
              </a:extLst>
            </p:cNvPr>
            <p:cNvSpPr>
              <a:spLocks noChangeArrowheads="1"/>
            </p:cNvSpPr>
            <p:nvPr/>
          </p:nvSpPr>
          <p:spPr bwMode="auto">
            <a:xfrm>
              <a:off x="9906000" y="4557713"/>
              <a:ext cx="33338" cy="53975"/>
            </a:xfrm>
            <a:custGeom>
              <a:avLst/>
              <a:gdLst>
                <a:gd name="T0" fmla="*/ 26 w 91"/>
                <a:gd name="T1" fmla="*/ 5 h 151"/>
                <a:gd name="T2" fmla="*/ 26 w 91"/>
                <a:gd name="T3" fmla="*/ 5 h 151"/>
                <a:gd name="T4" fmla="*/ 6 w 91"/>
                <a:gd name="T5" fmla="*/ 5 h 151"/>
                <a:gd name="T6" fmla="*/ 6 w 91"/>
                <a:gd name="T7" fmla="*/ 26 h 151"/>
                <a:gd name="T8" fmla="*/ 54 w 91"/>
                <a:gd name="T9" fmla="*/ 74 h 151"/>
                <a:gd name="T10" fmla="*/ 6 w 91"/>
                <a:gd name="T11" fmla="*/ 124 h 151"/>
                <a:gd name="T12" fmla="*/ 6 w 91"/>
                <a:gd name="T13" fmla="*/ 145 h 151"/>
                <a:gd name="T14" fmla="*/ 26 w 91"/>
                <a:gd name="T15" fmla="*/ 145 h 151"/>
                <a:gd name="T16" fmla="*/ 26 w 91"/>
                <a:gd name="T17" fmla="*/ 145 h 151"/>
                <a:gd name="T18" fmla="*/ 86 w 91"/>
                <a:gd name="T19" fmla="*/ 85 h 151"/>
                <a:gd name="T20" fmla="*/ 90 w 91"/>
                <a:gd name="T21" fmla="*/ 74 h 151"/>
                <a:gd name="T22" fmla="*/ 86 w 91"/>
                <a:gd name="T23" fmla="*/ 64 h 151"/>
                <a:gd name="T24" fmla="*/ 26 w 91"/>
                <a:gd name="T2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1" h="151">
                  <a:moveTo>
                    <a:pt x="26" y="5"/>
                  </a:moveTo>
                  <a:lnTo>
                    <a:pt x="26" y="5"/>
                  </a:lnTo>
                  <a:cubicBezTo>
                    <a:pt x="21" y="0"/>
                    <a:pt x="11" y="0"/>
                    <a:pt x="6" y="5"/>
                  </a:cubicBezTo>
                  <a:cubicBezTo>
                    <a:pt x="0" y="11"/>
                    <a:pt x="0" y="20"/>
                    <a:pt x="6" y="26"/>
                  </a:cubicBezTo>
                  <a:cubicBezTo>
                    <a:pt x="54" y="74"/>
                    <a:pt x="54" y="74"/>
                    <a:pt x="54" y="74"/>
                  </a:cubicBezTo>
                  <a:cubicBezTo>
                    <a:pt x="6" y="124"/>
                    <a:pt x="6" y="124"/>
                    <a:pt x="6" y="124"/>
                  </a:cubicBezTo>
                  <a:cubicBezTo>
                    <a:pt x="0" y="129"/>
                    <a:pt x="0" y="138"/>
                    <a:pt x="6" y="145"/>
                  </a:cubicBezTo>
                  <a:cubicBezTo>
                    <a:pt x="11" y="150"/>
                    <a:pt x="21" y="150"/>
                    <a:pt x="26" y="145"/>
                  </a:cubicBezTo>
                  <a:lnTo>
                    <a:pt x="26" y="145"/>
                  </a:lnTo>
                  <a:cubicBezTo>
                    <a:pt x="86" y="85"/>
                    <a:pt x="86" y="85"/>
                    <a:pt x="86" y="85"/>
                  </a:cubicBezTo>
                  <a:cubicBezTo>
                    <a:pt x="89" y="82"/>
                    <a:pt x="90" y="78"/>
                    <a:pt x="90" y="74"/>
                  </a:cubicBezTo>
                  <a:cubicBezTo>
                    <a:pt x="90" y="71"/>
                    <a:pt x="89" y="67"/>
                    <a:pt x="86" y="64"/>
                  </a:cubicBezTo>
                  <a:lnTo>
                    <a:pt x="26"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5" name="Freeform 233">
              <a:extLst>
                <a:ext uri="{FF2B5EF4-FFF2-40B4-BE49-F238E27FC236}">
                  <a16:creationId xmlns:a16="http://schemas.microsoft.com/office/drawing/2014/main" id="{0773E707-E357-0FD5-B687-F3BEF52A45D6}"/>
                </a:ext>
              </a:extLst>
            </p:cNvPr>
            <p:cNvSpPr>
              <a:spLocks noChangeArrowheads="1"/>
            </p:cNvSpPr>
            <p:nvPr/>
          </p:nvSpPr>
          <p:spPr bwMode="auto">
            <a:xfrm>
              <a:off x="10012363" y="4557713"/>
              <a:ext cx="33337" cy="53975"/>
            </a:xfrm>
            <a:custGeom>
              <a:avLst/>
              <a:gdLst>
                <a:gd name="T0" fmla="*/ 65 w 93"/>
                <a:gd name="T1" fmla="*/ 145 h 151"/>
                <a:gd name="T2" fmla="*/ 65 w 93"/>
                <a:gd name="T3" fmla="*/ 145 h 151"/>
                <a:gd name="T4" fmla="*/ 86 w 93"/>
                <a:gd name="T5" fmla="*/ 145 h 151"/>
                <a:gd name="T6" fmla="*/ 86 w 93"/>
                <a:gd name="T7" fmla="*/ 124 h 151"/>
                <a:gd name="T8" fmla="*/ 86 w 93"/>
                <a:gd name="T9" fmla="*/ 124 h 151"/>
                <a:gd name="T10" fmla="*/ 38 w 93"/>
                <a:gd name="T11" fmla="*/ 74 h 151"/>
                <a:gd name="T12" fmla="*/ 86 w 93"/>
                <a:gd name="T13" fmla="*/ 26 h 151"/>
                <a:gd name="T14" fmla="*/ 86 w 93"/>
                <a:gd name="T15" fmla="*/ 5 h 151"/>
                <a:gd name="T16" fmla="*/ 65 w 93"/>
                <a:gd name="T17" fmla="*/ 5 h 151"/>
                <a:gd name="T18" fmla="*/ 6 w 93"/>
                <a:gd name="T19" fmla="*/ 64 h 151"/>
                <a:gd name="T20" fmla="*/ 6 w 93"/>
                <a:gd name="T21" fmla="*/ 85 h 151"/>
                <a:gd name="T22" fmla="*/ 65 w 93"/>
                <a:gd name="T23" fmla="*/ 14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3" h="151">
                  <a:moveTo>
                    <a:pt x="65" y="145"/>
                  </a:moveTo>
                  <a:lnTo>
                    <a:pt x="65" y="145"/>
                  </a:lnTo>
                  <a:cubicBezTo>
                    <a:pt x="71" y="150"/>
                    <a:pt x="80" y="150"/>
                    <a:pt x="86" y="145"/>
                  </a:cubicBezTo>
                  <a:cubicBezTo>
                    <a:pt x="92" y="138"/>
                    <a:pt x="92" y="129"/>
                    <a:pt x="86" y="124"/>
                  </a:cubicBezTo>
                  <a:lnTo>
                    <a:pt x="86" y="124"/>
                  </a:lnTo>
                  <a:cubicBezTo>
                    <a:pt x="38" y="74"/>
                    <a:pt x="38" y="74"/>
                    <a:pt x="38" y="74"/>
                  </a:cubicBezTo>
                  <a:cubicBezTo>
                    <a:pt x="86" y="26"/>
                    <a:pt x="86" y="26"/>
                    <a:pt x="86" y="26"/>
                  </a:cubicBezTo>
                  <a:cubicBezTo>
                    <a:pt x="92" y="20"/>
                    <a:pt x="92" y="11"/>
                    <a:pt x="86" y="5"/>
                  </a:cubicBezTo>
                  <a:cubicBezTo>
                    <a:pt x="80" y="0"/>
                    <a:pt x="71" y="0"/>
                    <a:pt x="65" y="5"/>
                  </a:cubicBezTo>
                  <a:cubicBezTo>
                    <a:pt x="6" y="64"/>
                    <a:pt x="6" y="64"/>
                    <a:pt x="6" y="64"/>
                  </a:cubicBezTo>
                  <a:cubicBezTo>
                    <a:pt x="0" y="70"/>
                    <a:pt x="0" y="80"/>
                    <a:pt x="6" y="85"/>
                  </a:cubicBezTo>
                  <a:lnTo>
                    <a:pt x="65" y="1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6" name="Freeform 234">
              <a:extLst>
                <a:ext uri="{FF2B5EF4-FFF2-40B4-BE49-F238E27FC236}">
                  <a16:creationId xmlns:a16="http://schemas.microsoft.com/office/drawing/2014/main" id="{9D6DB56D-88B0-C035-8578-096E8EA9A763}"/>
                </a:ext>
              </a:extLst>
            </p:cNvPr>
            <p:cNvSpPr>
              <a:spLocks noChangeArrowheads="1"/>
            </p:cNvSpPr>
            <p:nvPr/>
          </p:nvSpPr>
          <p:spPr bwMode="auto">
            <a:xfrm>
              <a:off x="9853613" y="4494213"/>
              <a:ext cx="244475" cy="255587"/>
            </a:xfrm>
            <a:custGeom>
              <a:avLst/>
              <a:gdLst>
                <a:gd name="T0" fmla="*/ 0 w 679"/>
                <a:gd name="T1" fmla="*/ 339 h 708"/>
                <a:gd name="T2" fmla="*/ 0 w 679"/>
                <a:gd name="T3" fmla="*/ 339 h 708"/>
                <a:gd name="T4" fmla="*/ 208 w 679"/>
                <a:gd name="T5" fmla="*/ 652 h 708"/>
                <a:gd name="T6" fmla="*/ 280 w 679"/>
                <a:gd name="T7" fmla="*/ 707 h 708"/>
                <a:gd name="T8" fmla="*/ 398 w 679"/>
                <a:gd name="T9" fmla="*/ 707 h 708"/>
                <a:gd name="T10" fmla="*/ 398 w 679"/>
                <a:gd name="T11" fmla="*/ 707 h 708"/>
                <a:gd name="T12" fmla="*/ 469 w 679"/>
                <a:gd name="T13" fmla="*/ 652 h 708"/>
                <a:gd name="T14" fmla="*/ 678 w 679"/>
                <a:gd name="T15" fmla="*/ 339 h 708"/>
                <a:gd name="T16" fmla="*/ 340 w 679"/>
                <a:gd name="T17" fmla="*/ 0 h 708"/>
                <a:gd name="T18" fmla="*/ 0 w 679"/>
                <a:gd name="T19" fmla="*/ 339 h 708"/>
                <a:gd name="T20" fmla="*/ 467 w 679"/>
                <a:gd name="T21" fmla="*/ 446 h 708"/>
                <a:gd name="T22" fmla="*/ 467 w 679"/>
                <a:gd name="T23" fmla="*/ 446 h 708"/>
                <a:gd name="T24" fmla="*/ 457 w 679"/>
                <a:gd name="T25" fmla="*/ 442 h 708"/>
                <a:gd name="T26" fmla="*/ 221 w 679"/>
                <a:gd name="T27" fmla="*/ 442 h 708"/>
                <a:gd name="T28" fmla="*/ 211 w 679"/>
                <a:gd name="T29" fmla="*/ 446 h 708"/>
                <a:gd name="T30" fmla="*/ 207 w 679"/>
                <a:gd name="T31" fmla="*/ 457 h 708"/>
                <a:gd name="T32" fmla="*/ 207 w 679"/>
                <a:gd name="T33" fmla="*/ 466 h 708"/>
                <a:gd name="T34" fmla="*/ 183 w 679"/>
                <a:gd name="T35" fmla="*/ 453 h 708"/>
                <a:gd name="T36" fmla="*/ 177 w 679"/>
                <a:gd name="T37" fmla="*/ 441 h 708"/>
                <a:gd name="T38" fmla="*/ 177 w 679"/>
                <a:gd name="T39" fmla="*/ 427 h 708"/>
                <a:gd name="T40" fmla="*/ 192 w 679"/>
                <a:gd name="T41" fmla="*/ 413 h 708"/>
                <a:gd name="T42" fmla="*/ 486 w 679"/>
                <a:gd name="T43" fmla="*/ 413 h 708"/>
                <a:gd name="T44" fmla="*/ 501 w 679"/>
                <a:gd name="T45" fmla="*/ 427 h 708"/>
                <a:gd name="T46" fmla="*/ 501 w 679"/>
                <a:gd name="T47" fmla="*/ 439 h 708"/>
                <a:gd name="T48" fmla="*/ 493 w 679"/>
                <a:gd name="T49" fmla="*/ 452 h 708"/>
                <a:gd name="T50" fmla="*/ 472 w 679"/>
                <a:gd name="T51" fmla="*/ 463 h 708"/>
                <a:gd name="T52" fmla="*/ 472 w 679"/>
                <a:gd name="T53" fmla="*/ 457 h 708"/>
                <a:gd name="T54" fmla="*/ 467 w 679"/>
                <a:gd name="T55" fmla="*/ 446 h 708"/>
                <a:gd name="T56" fmla="*/ 398 w 679"/>
                <a:gd name="T57" fmla="*/ 678 h 708"/>
                <a:gd name="T58" fmla="*/ 398 w 679"/>
                <a:gd name="T59" fmla="*/ 678 h 708"/>
                <a:gd name="T60" fmla="*/ 280 w 679"/>
                <a:gd name="T61" fmla="*/ 678 h 708"/>
                <a:gd name="T62" fmla="*/ 236 w 679"/>
                <a:gd name="T63" fmla="*/ 634 h 708"/>
                <a:gd name="T64" fmla="*/ 236 w 679"/>
                <a:gd name="T65" fmla="*/ 471 h 708"/>
                <a:gd name="T66" fmla="*/ 442 w 679"/>
                <a:gd name="T67" fmla="*/ 471 h 708"/>
                <a:gd name="T68" fmla="*/ 442 w 679"/>
                <a:gd name="T69" fmla="*/ 634 h 708"/>
                <a:gd name="T70" fmla="*/ 398 w 679"/>
                <a:gd name="T71" fmla="*/ 678 h 708"/>
                <a:gd name="T72" fmla="*/ 649 w 679"/>
                <a:gd name="T73" fmla="*/ 339 h 708"/>
                <a:gd name="T74" fmla="*/ 649 w 679"/>
                <a:gd name="T75" fmla="*/ 339 h 708"/>
                <a:gd name="T76" fmla="*/ 472 w 679"/>
                <a:gd name="T77" fmla="*/ 619 h 708"/>
                <a:gd name="T78" fmla="*/ 472 w 679"/>
                <a:gd name="T79" fmla="*/ 496 h 708"/>
                <a:gd name="T80" fmla="*/ 505 w 679"/>
                <a:gd name="T81" fmla="*/ 478 h 708"/>
                <a:gd name="T82" fmla="*/ 530 w 679"/>
                <a:gd name="T83" fmla="*/ 439 h 708"/>
                <a:gd name="T84" fmla="*/ 530 w 679"/>
                <a:gd name="T85" fmla="*/ 427 h 708"/>
                <a:gd name="T86" fmla="*/ 486 w 679"/>
                <a:gd name="T87" fmla="*/ 383 h 708"/>
                <a:gd name="T88" fmla="*/ 192 w 679"/>
                <a:gd name="T89" fmla="*/ 383 h 708"/>
                <a:gd name="T90" fmla="*/ 148 w 679"/>
                <a:gd name="T91" fmla="*/ 427 h 708"/>
                <a:gd name="T92" fmla="*/ 148 w 679"/>
                <a:gd name="T93" fmla="*/ 441 h 708"/>
                <a:gd name="T94" fmla="*/ 170 w 679"/>
                <a:gd name="T95" fmla="*/ 478 h 708"/>
                <a:gd name="T96" fmla="*/ 207 w 679"/>
                <a:gd name="T97" fmla="*/ 500 h 708"/>
                <a:gd name="T98" fmla="*/ 207 w 679"/>
                <a:gd name="T99" fmla="*/ 619 h 708"/>
                <a:gd name="T100" fmla="*/ 30 w 679"/>
                <a:gd name="T101" fmla="*/ 339 h 708"/>
                <a:gd name="T102" fmla="*/ 120 w 679"/>
                <a:gd name="T103" fmla="*/ 120 h 708"/>
                <a:gd name="T104" fmla="*/ 340 w 679"/>
                <a:gd name="T105" fmla="*/ 29 h 708"/>
                <a:gd name="T106" fmla="*/ 558 w 679"/>
                <a:gd name="T107" fmla="*/ 120 h 708"/>
                <a:gd name="T108" fmla="*/ 649 w 679"/>
                <a:gd name="T109" fmla="*/ 33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679" h="708">
                  <a:moveTo>
                    <a:pt x="0" y="339"/>
                  </a:moveTo>
                  <a:lnTo>
                    <a:pt x="0" y="339"/>
                  </a:lnTo>
                  <a:cubicBezTo>
                    <a:pt x="0" y="481"/>
                    <a:pt x="87" y="601"/>
                    <a:pt x="208" y="652"/>
                  </a:cubicBezTo>
                  <a:cubicBezTo>
                    <a:pt x="217" y="684"/>
                    <a:pt x="246" y="707"/>
                    <a:pt x="280" y="707"/>
                  </a:cubicBezTo>
                  <a:cubicBezTo>
                    <a:pt x="398" y="707"/>
                    <a:pt x="398" y="707"/>
                    <a:pt x="398" y="707"/>
                  </a:cubicBezTo>
                  <a:lnTo>
                    <a:pt x="398" y="707"/>
                  </a:lnTo>
                  <a:cubicBezTo>
                    <a:pt x="432" y="707"/>
                    <a:pt x="461" y="684"/>
                    <a:pt x="469" y="652"/>
                  </a:cubicBezTo>
                  <a:cubicBezTo>
                    <a:pt x="592" y="601"/>
                    <a:pt x="678" y="481"/>
                    <a:pt x="678" y="339"/>
                  </a:cubicBezTo>
                  <a:cubicBezTo>
                    <a:pt x="678" y="152"/>
                    <a:pt x="526" y="0"/>
                    <a:pt x="340" y="0"/>
                  </a:cubicBezTo>
                  <a:cubicBezTo>
                    <a:pt x="152" y="0"/>
                    <a:pt x="0" y="152"/>
                    <a:pt x="0" y="339"/>
                  </a:cubicBezTo>
                  <a:close/>
                  <a:moveTo>
                    <a:pt x="467" y="446"/>
                  </a:moveTo>
                  <a:lnTo>
                    <a:pt x="467" y="446"/>
                  </a:lnTo>
                  <a:cubicBezTo>
                    <a:pt x="464" y="443"/>
                    <a:pt x="461" y="442"/>
                    <a:pt x="457" y="442"/>
                  </a:cubicBezTo>
                  <a:cubicBezTo>
                    <a:pt x="221" y="442"/>
                    <a:pt x="221" y="442"/>
                    <a:pt x="221" y="442"/>
                  </a:cubicBezTo>
                  <a:cubicBezTo>
                    <a:pt x="217" y="442"/>
                    <a:pt x="214" y="443"/>
                    <a:pt x="211" y="446"/>
                  </a:cubicBezTo>
                  <a:cubicBezTo>
                    <a:pt x="208" y="449"/>
                    <a:pt x="207" y="453"/>
                    <a:pt x="207" y="457"/>
                  </a:cubicBezTo>
                  <a:cubicBezTo>
                    <a:pt x="207" y="466"/>
                    <a:pt x="207" y="466"/>
                    <a:pt x="207" y="466"/>
                  </a:cubicBezTo>
                  <a:cubicBezTo>
                    <a:pt x="183" y="453"/>
                    <a:pt x="183" y="453"/>
                    <a:pt x="183" y="453"/>
                  </a:cubicBezTo>
                  <a:cubicBezTo>
                    <a:pt x="179" y="450"/>
                    <a:pt x="177" y="445"/>
                    <a:pt x="177" y="441"/>
                  </a:cubicBezTo>
                  <a:cubicBezTo>
                    <a:pt x="177" y="427"/>
                    <a:pt x="177" y="427"/>
                    <a:pt x="177" y="427"/>
                  </a:cubicBezTo>
                  <a:cubicBezTo>
                    <a:pt x="177" y="420"/>
                    <a:pt x="183" y="413"/>
                    <a:pt x="192" y="413"/>
                  </a:cubicBezTo>
                  <a:cubicBezTo>
                    <a:pt x="486" y="413"/>
                    <a:pt x="486" y="413"/>
                    <a:pt x="486" y="413"/>
                  </a:cubicBezTo>
                  <a:cubicBezTo>
                    <a:pt x="494" y="413"/>
                    <a:pt x="501" y="420"/>
                    <a:pt x="501" y="427"/>
                  </a:cubicBezTo>
                  <a:cubicBezTo>
                    <a:pt x="501" y="439"/>
                    <a:pt x="501" y="439"/>
                    <a:pt x="501" y="439"/>
                  </a:cubicBezTo>
                  <a:cubicBezTo>
                    <a:pt x="501" y="445"/>
                    <a:pt x="498" y="449"/>
                    <a:pt x="493" y="452"/>
                  </a:cubicBezTo>
                  <a:cubicBezTo>
                    <a:pt x="472" y="463"/>
                    <a:pt x="472" y="463"/>
                    <a:pt x="472" y="463"/>
                  </a:cubicBezTo>
                  <a:cubicBezTo>
                    <a:pt x="472" y="457"/>
                    <a:pt x="472" y="457"/>
                    <a:pt x="472" y="457"/>
                  </a:cubicBezTo>
                  <a:cubicBezTo>
                    <a:pt x="472" y="453"/>
                    <a:pt x="469" y="449"/>
                    <a:pt x="467" y="446"/>
                  </a:cubicBezTo>
                  <a:close/>
                  <a:moveTo>
                    <a:pt x="398" y="678"/>
                  </a:moveTo>
                  <a:lnTo>
                    <a:pt x="398" y="678"/>
                  </a:lnTo>
                  <a:cubicBezTo>
                    <a:pt x="280" y="678"/>
                    <a:pt x="280" y="678"/>
                    <a:pt x="280" y="678"/>
                  </a:cubicBezTo>
                  <a:cubicBezTo>
                    <a:pt x="255" y="678"/>
                    <a:pt x="236" y="658"/>
                    <a:pt x="236" y="634"/>
                  </a:cubicBezTo>
                  <a:cubicBezTo>
                    <a:pt x="236" y="471"/>
                    <a:pt x="236" y="471"/>
                    <a:pt x="236" y="471"/>
                  </a:cubicBezTo>
                  <a:cubicBezTo>
                    <a:pt x="442" y="471"/>
                    <a:pt x="442" y="471"/>
                    <a:pt x="442" y="471"/>
                  </a:cubicBezTo>
                  <a:cubicBezTo>
                    <a:pt x="442" y="634"/>
                    <a:pt x="442" y="634"/>
                    <a:pt x="442" y="634"/>
                  </a:cubicBezTo>
                  <a:cubicBezTo>
                    <a:pt x="442" y="658"/>
                    <a:pt x="422" y="678"/>
                    <a:pt x="398" y="678"/>
                  </a:cubicBezTo>
                  <a:close/>
                  <a:moveTo>
                    <a:pt x="649" y="339"/>
                  </a:moveTo>
                  <a:lnTo>
                    <a:pt x="649" y="339"/>
                  </a:lnTo>
                  <a:cubicBezTo>
                    <a:pt x="649" y="463"/>
                    <a:pt x="576" y="569"/>
                    <a:pt x="472" y="619"/>
                  </a:cubicBezTo>
                  <a:cubicBezTo>
                    <a:pt x="472" y="496"/>
                    <a:pt x="472" y="496"/>
                    <a:pt x="472" y="496"/>
                  </a:cubicBezTo>
                  <a:cubicBezTo>
                    <a:pt x="505" y="478"/>
                    <a:pt x="505" y="478"/>
                    <a:pt x="505" y="478"/>
                  </a:cubicBezTo>
                  <a:cubicBezTo>
                    <a:pt x="520" y="471"/>
                    <a:pt x="530" y="456"/>
                    <a:pt x="530" y="439"/>
                  </a:cubicBezTo>
                  <a:cubicBezTo>
                    <a:pt x="530" y="427"/>
                    <a:pt x="530" y="427"/>
                    <a:pt x="530" y="427"/>
                  </a:cubicBezTo>
                  <a:cubicBezTo>
                    <a:pt x="530" y="403"/>
                    <a:pt x="511" y="383"/>
                    <a:pt x="486" y="383"/>
                  </a:cubicBezTo>
                  <a:cubicBezTo>
                    <a:pt x="192" y="383"/>
                    <a:pt x="192" y="383"/>
                    <a:pt x="192" y="383"/>
                  </a:cubicBezTo>
                  <a:cubicBezTo>
                    <a:pt x="167" y="383"/>
                    <a:pt x="148" y="403"/>
                    <a:pt x="148" y="427"/>
                  </a:cubicBezTo>
                  <a:cubicBezTo>
                    <a:pt x="148" y="441"/>
                    <a:pt x="148" y="441"/>
                    <a:pt x="148" y="441"/>
                  </a:cubicBezTo>
                  <a:cubicBezTo>
                    <a:pt x="148" y="456"/>
                    <a:pt x="156" y="470"/>
                    <a:pt x="170" y="478"/>
                  </a:cubicBezTo>
                  <a:cubicBezTo>
                    <a:pt x="207" y="500"/>
                    <a:pt x="207" y="500"/>
                    <a:pt x="207" y="500"/>
                  </a:cubicBezTo>
                  <a:cubicBezTo>
                    <a:pt x="207" y="619"/>
                    <a:pt x="207" y="619"/>
                    <a:pt x="207" y="619"/>
                  </a:cubicBezTo>
                  <a:cubicBezTo>
                    <a:pt x="102" y="569"/>
                    <a:pt x="30" y="463"/>
                    <a:pt x="30" y="339"/>
                  </a:cubicBezTo>
                  <a:cubicBezTo>
                    <a:pt x="30" y="253"/>
                    <a:pt x="65" y="177"/>
                    <a:pt x="120" y="120"/>
                  </a:cubicBezTo>
                  <a:cubicBezTo>
                    <a:pt x="177" y="64"/>
                    <a:pt x="254" y="29"/>
                    <a:pt x="340" y="29"/>
                  </a:cubicBezTo>
                  <a:cubicBezTo>
                    <a:pt x="424" y="29"/>
                    <a:pt x="501" y="64"/>
                    <a:pt x="558" y="120"/>
                  </a:cubicBezTo>
                  <a:cubicBezTo>
                    <a:pt x="613" y="177"/>
                    <a:pt x="649" y="253"/>
                    <a:pt x="649"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87" name="Group 289">
            <a:extLst>
              <a:ext uri="{FF2B5EF4-FFF2-40B4-BE49-F238E27FC236}">
                <a16:creationId xmlns:a16="http://schemas.microsoft.com/office/drawing/2014/main" id="{925425B6-84B1-3EE1-D2C1-AF994A63A13C}"/>
              </a:ext>
            </a:extLst>
          </p:cNvPr>
          <p:cNvGrpSpPr/>
          <p:nvPr/>
        </p:nvGrpSpPr>
        <p:grpSpPr>
          <a:xfrm>
            <a:off x="10500245" y="5198691"/>
            <a:ext cx="244475" cy="255587"/>
            <a:chOff x="9344025" y="5513388"/>
            <a:chExt cx="244475" cy="255587"/>
          </a:xfrm>
          <a:solidFill>
            <a:schemeClr val="accent4"/>
          </a:solidFill>
        </p:grpSpPr>
        <p:sp>
          <p:nvSpPr>
            <p:cNvPr id="288" name="Freeform 235">
              <a:extLst>
                <a:ext uri="{FF2B5EF4-FFF2-40B4-BE49-F238E27FC236}">
                  <a16:creationId xmlns:a16="http://schemas.microsoft.com/office/drawing/2014/main" id="{05A9C5F6-B7E7-73FA-AB76-C94B6A74CDFD}"/>
                </a:ext>
              </a:extLst>
            </p:cNvPr>
            <p:cNvSpPr>
              <a:spLocks noChangeArrowheads="1"/>
            </p:cNvSpPr>
            <p:nvPr/>
          </p:nvSpPr>
          <p:spPr bwMode="auto">
            <a:xfrm>
              <a:off x="9439275" y="5681663"/>
              <a:ext cx="53975" cy="23812"/>
            </a:xfrm>
            <a:custGeom>
              <a:avLst/>
              <a:gdLst>
                <a:gd name="T0" fmla="*/ 6 w 152"/>
                <a:gd name="T1" fmla="*/ 38 h 66"/>
                <a:gd name="T2" fmla="*/ 6 w 152"/>
                <a:gd name="T3" fmla="*/ 38 h 66"/>
                <a:gd name="T4" fmla="*/ 6 w 152"/>
                <a:gd name="T5" fmla="*/ 59 h 66"/>
                <a:gd name="T6" fmla="*/ 26 w 152"/>
                <a:gd name="T7" fmla="*/ 59 h 66"/>
                <a:gd name="T8" fmla="*/ 26 w 152"/>
                <a:gd name="T9" fmla="*/ 59 h 66"/>
                <a:gd name="T10" fmla="*/ 44 w 152"/>
                <a:gd name="T11" fmla="*/ 41 h 66"/>
                <a:gd name="T12" fmla="*/ 76 w 152"/>
                <a:gd name="T13" fmla="*/ 29 h 66"/>
                <a:gd name="T14" fmla="*/ 107 w 152"/>
                <a:gd name="T15" fmla="*/ 41 h 66"/>
                <a:gd name="T16" fmla="*/ 125 w 152"/>
                <a:gd name="T17" fmla="*/ 59 h 66"/>
                <a:gd name="T18" fmla="*/ 145 w 152"/>
                <a:gd name="T19" fmla="*/ 59 h 66"/>
                <a:gd name="T20" fmla="*/ 145 w 152"/>
                <a:gd name="T21" fmla="*/ 38 h 66"/>
                <a:gd name="T22" fmla="*/ 127 w 152"/>
                <a:gd name="T23" fmla="*/ 20 h 66"/>
                <a:gd name="T24" fmla="*/ 76 w 152"/>
                <a:gd name="T25" fmla="*/ 0 h 66"/>
                <a:gd name="T26" fmla="*/ 24 w 152"/>
                <a:gd name="T27" fmla="*/ 20 h 66"/>
                <a:gd name="T28" fmla="*/ 6 w 152"/>
                <a:gd name="T29" fmla="*/ 38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6" y="38"/>
                  </a:moveTo>
                  <a:lnTo>
                    <a:pt x="6" y="38"/>
                  </a:lnTo>
                  <a:cubicBezTo>
                    <a:pt x="0" y="44"/>
                    <a:pt x="0" y="53"/>
                    <a:pt x="6" y="59"/>
                  </a:cubicBezTo>
                  <a:cubicBezTo>
                    <a:pt x="11" y="65"/>
                    <a:pt x="21" y="65"/>
                    <a:pt x="26" y="59"/>
                  </a:cubicBezTo>
                  <a:lnTo>
                    <a:pt x="26" y="59"/>
                  </a:lnTo>
                  <a:cubicBezTo>
                    <a:pt x="44" y="41"/>
                    <a:pt x="44" y="41"/>
                    <a:pt x="44" y="41"/>
                  </a:cubicBezTo>
                  <a:cubicBezTo>
                    <a:pt x="53" y="33"/>
                    <a:pt x="64" y="29"/>
                    <a:pt x="76" y="29"/>
                  </a:cubicBezTo>
                  <a:cubicBezTo>
                    <a:pt x="87" y="29"/>
                    <a:pt x="98" y="33"/>
                    <a:pt x="107" y="41"/>
                  </a:cubicBezTo>
                  <a:cubicBezTo>
                    <a:pt x="125" y="59"/>
                    <a:pt x="125" y="59"/>
                    <a:pt x="125" y="59"/>
                  </a:cubicBezTo>
                  <a:cubicBezTo>
                    <a:pt x="130" y="65"/>
                    <a:pt x="140" y="65"/>
                    <a:pt x="145" y="59"/>
                  </a:cubicBezTo>
                  <a:cubicBezTo>
                    <a:pt x="151" y="53"/>
                    <a:pt x="151" y="44"/>
                    <a:pt x="145" y="38"/>
                  </a:cubicBezTo>
                  <a:cubicBezTo>
                    <a:pt x="127" y="20"/>
                    <a:pt x="127" y="20"/>
                    <a:pt x="127" y="20"/>
                  </a:cubicBezTo>
                  <a:cubicBezTo>
                    <a:pt x="113" y="7"/>
                    <a:pt x="94" y="0"/>
                    <a:pt x="76" y="0"/>
                  </a:cubicBezTo>
                  <a:cubicBezTo>
                    <a:pt x="57" y="0"/>
                    <a:pt x="38" y="7"/>
                    <a:pt x="24" y="20"/>
                  </a:cubicBezTo>
                  <a:lnTo>
                    <a:pt x="6" y="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89" name="Freeform 236">
              <a:extLst>
                <a:ext uri="{FF2B5EF4-FFF2-40B4-BE49-F238E27FC236}">
                  <a16:creationId xmlns:a16="http://schemas.microsoft.com/office/drawing/2014/main" id="{617BE94D-9120-F96F-C1AA-F7716F4A0A5F}"/>
                </a:ext>
              </a:extLst>
            </p:cNvPr>
            <p:cNvSpPr>
              <a:spLocks noChangeArrowheads="1"/>
            </p:cNvSpPr>
            <p:nvPr/>
          </p:nvSpPr>
          <p:spPr bwMode="auto">
            <a:xfrm>
              <a:off x="9344025" y="5513388"/>
              <a:ext cx="244475" cy="255587"/>
            </a:xfrm>
            <a:custGeom>
              <a:avLst/>
              <a:gdLst>
                <a:gd name="T0" fmla="*/ 177 w 680"/>
                <a:gd name="T1" fmla="*/ 707 h 708"/>
                <a:gd name="T2" fmla="*/ 177 w 680"/>
                <a:gd name="T3" fmla="*/ 707 h 708"/>
                <a:gd name="T4" fmla="*/ 235 w 680"/>
                <a:gd name="T5" fmla="*/ 661 h 708"/>
                <a:gd name="T6" fmla="*/ 340 w 680"/>
                <a:gd name="T7" fmla="*/ 678 h 708"/>
                <a:gd name="T8" fmla="*/ 473 w 680"/>
                <a:gd name="T9" fmla="*/ 650 h 708"/>
                <a:gd name="T10" fmla="*/ 531 w 680"/>
                <a:gd name="T11" fmla="*/ 707 h 708"/>
                <a:gd name="T12" fmla="*/ 590 w 680"/>
                <a:gd name="T13" fmla="*/ 648 h 708"/>
                <a:gd name="T14" fmla="*/ 590 w 680"/>
                <a:gd name="T15" fmla="*/ 566 h 708"/>
                <a:gd name="T16" fmla="*/ 679 w 680"/>
                <a:gd name="T17" fmla="*/ 338 h 708"/>
                <a:gd name="T18" fmla="*/ 340 w 680"/>
                <a:gd name="T19" fmla="*/ 0 h 708"/>
                <a:gd name="T20" fmla="*/ 0 w 680"/>
                <a:gd name="T21" fmla="*/ 338 h 708"/>
                <a:gd name="T22" fmla="*/ 119 w 680"/>
                <a:gd name="T23" fmla="*/ 595 h 708"/>
                <a:gd name="T24" fmla="*/ 119 w 680"/>
                <a:gd name="T25" fmla="*/ 648 h 708"/>
                <a:gd name="T26" fmla="*/ 177 w 680"/>
                <a:gd name="T27" fmla="*/ 707 h 708"/>
                <a:gd name="T28" fmla="*/ 177 w 680"/>
                <a:gd name="T29" fmla="*/ 678 h 708"/>
                <a:gd name="T30" fmla="*/ 177 w 680"/>
                <a:gd name="T31" fmla="*/ 678 h 708"/>
                <a:gd name="T32" fmla="*/ 148 w 680"/>
                <a:gd name="T33" fmla="*/ 648 h 708"/>
                <a:gd name="T34" fmla="*/ 148 w 680"/>
                <a:gd name="T35" fmla="*/ 265 h 708"/>
                <a:gd name="T36" fmla="*/ 208 w 680"/>
                <a:gd name="T37" fmla="*/ 265 h 708"/>
                <a:gd name="T38" fmla="*/ 208 w 680"/>
                <a:gd name="T39" fmla="*/ 648 h 708"/>
                <a:gd name="T40" fmla="*/ 177 w 680"/>
                <a:gd name="T41" fmla="*/ 678 h 708"/>
                <a:gd name="T42" fmla="*/ 531 w 680"/>
                <a:gd name="T43" fmla="*/ 678 h 708"/>
                <a:gd name="T44" fmla="*/ 531 w 680"/>
                <a:gd name="T45" fmla="*/ 678 h 708"/>
                <a:gd name="T46" fmla="*/ 502 w 680"/>
                <a:gd name="T47" fmla="*/ 648 h 708"/>
                <a:gd name="T48" fmla="*/ 502 w 680"/>
                <a:gd name="T49" fmla="*/ 265 h 708"/>
                <a:gd name="T50" fmla="*/ 561 w 680"/>
                <a:gd name="T51" fmla="*/ 265 h 708"/>
                <a:gd name="T52" fmla="*/ 561 w 680"/>
                <a:gd name="T53" fmla="*/ 648 h 708"/>
                <a:gd name="T54" fmla="*/ 531 w 680"/>
                <a:gd name="T55" fmla="*/ 678 h 708"/>
                <a:gd name="T56" fmla="*/ 31 w 680"/>
                <a:gd name="T57" fmla="*/ 338 h 708"/>
                <a:gd name="T58" fmla="*/ 31 w 680"/>
                <a:gd name="T59" fmla="*/ 338 h 708"/>
                <a:gd name="T60" fmla="*/ 121 w 680"/>
                <a:gd name="T61" fmla="*/ 120 h 708"/>
                <a:gd name="T62" fmla="*/ 340 w 680"/>
                <a:gd name="T63" fmla="*/ 29 h 708"/>
                <a:gd name="T64" fmla="*/ 558 w 680"/>
                <a:gd name="T65" fmla="*/ 120 h 708"/>
                <a:gd name="T66" fmla="*/ 650 w 680"/>
                <a:gd name="T67" fmla="*/ 338 h 708"/>
                <a:gd name="T68" fmla="*/ 590 w 680"/>
                <a:gd name="T69" fmla="*/ 520 h 708"/>
                <a:gd name="T70" fmla="*/ 590 w 680"/>
                <a:gd name="T71" fmla="*/ 265 h 708"/>
                <a:gd name="T72" fmla="*/ 605 w 680"/>
                <a:gd name="T73" fmla="*/ 265 h 708"/>
                <a:gd name="T74" fmla="*/ 619 w 680"/>
                <a:gd name="T75" fmla="*/ 250 h 708"/>
                <a:gd name="T76" fmla="*/ 605 w 680"/>
                <a:gd name="T77" fmla="*/ 236 h 708"/>
                <a:gd name="T78" fmla="*/ 575 w 680"/>
                <a:gd name="T79" fmla="*/ 236 h 708"/>
                <a:gd name="T80" fmla="*/ 575 w 680"/>
                <a:gd name="T81" fmla="*/ 236 h 708"/>
                <a:gd name="T82" fmla="*/ 493 w 680"/>
                <a:gd name="T83" fmla="*/ 236 h 708"/>
                <a:gd name="T84" fmla="*/ 467 w 680"/>
                <a:gd name="T85" fmla="*/ 211 h 708"/>
                <a:gd name="T86" fmla="*/ 447 w 680"/>
                <a:gd name="T87" fmla="*/ 211 h 708"/>
                <a:gd name="T88" fmla="*/ 447 w 680"/>
                <a:gd name="T89" fmla="*/ 232 h 708"/>
                <a:gd name="T90" fmla="*/ 447 w 680"/>
                <a:gd name="T91" fmla="*/ 232 h 708"/>
                <a:gd name="T92" fmla="*/ 473 w 680"/>
                <a:gd name="T93" fmla="*/ 257 h 708"/>
                <a:gd name="T94" fmla="*/ 473 w 680"/>
                <a:gd name="T95" fmla="*/ 619 h 708"/>
                <a:gd name="T96" fmla="*/ 340 w 680"/>
                <a:gd name="T97" fmla="*/ 648 h 708"/>
                <a:gd name="T98" fmla="*/ 237 w 680"/>
                <a:gd name="T99" fmla="*/ 630 h 708"/>
                <a:gd name="T100" fmla="*/ 237 w 680"/>
                <a:gd name="T101" fmla="*/ 259 h 708"/>
                <a:gd name="T102" fmla="*/ 288 w 680"/>
                <a:gd name="T103" fmla="*/ 235 h 708"/>
                <a:gd name="T104" fmla="*/ 293 w 680"/>
                <a:gd name="T105" fmla="*/ 214 h 708"/>
                <a:gd name="T106" fmla="*/ 274 w 680"/>
                <a:gd name="T107" fmla="*/ 208 h 708"/>
                <a:gd name="T108" fmla="*/ 219 w 680"/>
                <a:gd name="T109" fmla="*/ 236 h 708"/>
                <a:gd name="T110" fmla="*/ 104 w 680"/>
                <a:gd name="T111" fmla="*/ 236 h 708"/>
                <a:gd name="T112" fmla="*/ 89 w 680"/>
                <a:gd name="T113" fmla="*/ 250 h 708"/>
                <a:gd name="T114" fmla="*/ 104 w 680"/>
                <a:gd name="T115" fmla="*/ 265 h 708"/>
                <a:gd name="T116" fmla="*/ 119 w 680"/>
                <a:gd name="T117" fmla="*/ 265 h 708"/>
                <a:gd name="T118" fmla="*/ 119 w 680"/>
                <a:gd name="T119" fmla="*/ 555 h 708"/>
                <a:gd name="T120" fmla="*/ 31 w 680"/>
                <a:gd name="T121" fmla="*/ 33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80" h="708">
                  <a:moveTo>
                    <a:pt x="177" y="707"/>
                  </a:moveTo>
                  <a:lnTo>
                    <a:pt x="177" y="707"/>
                  </a:lnTo>
                  <a:cubicBezTo>
                    <a:pt x="206" y="707"/>
                    <a:pt x="230" y="688"/>
                    <a:pt x="235" y="661"/>
                  </a:cubicBezTo>
                  <a:cubicBezTo>
                    <a:pt x="268" y="671"/>
                    <a:pt x="303" y="678"/>
                    <a:pt x="340" y="678"/>
                  </a:cubicBezTo>
                  <a:cubicBezTo>
                    <a:pt x="387" y="678"/>
                    <a:pt x="431" y="668"/>
                    <a:pt x="473" y="650"/>
                  </a:cubicBezTo>
                  <a:cubicBezTo>
                    <a:pt x="474" y="682"/>
                    <a:pt x="499" y="707"/>
                    <a:pt x="531" y="707"/>
                  </a:cubicBezTo>
                  <a:cubicBezTo>
                    <a:pt x="564" y="707"/>
                    <a:pt x="590" y="681"/>
                    <a:pt x="590" y="648"/>
                  </a:cubicBezTo>
                  <a:cubicBezTo>
                    <a:pt x="590" y="566"/>
                    <a:pt x="590" y="566"/>
                    <a:pt x="590" y="566"/>
                  </a:cubicBezTo>
                  <a:cubicBezTo>
                    <a:pt x="645" y="507"/>
                    <a:pt x="679" y="427"/>
                    <a:pt x="679" y="338"/>
                  </a:cubicBezTo>
                  <a:cubicBezTo>
                    <a:pt x="679" y="152"/>
                    <a:pt x="527" y="0"/>
                    <a:pt x="340" y="0"/>
                  </a:cubicBezTo>
                  <a:cubicBezTo>
                    <a:pt x="152" y="0"/>
                    <a:pt x="0" y="152"/>
                    <a:pt x="0" y="338"/>
                  </a:cubicBezTo>
                  <a:cubicBezTo>
                    <a:pt x="0" y="442"/>
                    <a:pt x="46" y="533"/>
                    <a:pt x="119" y="595"/>
                  </a:cubicBezTo>
                  <a:cubicBezTo>
                    <a:pt x="119" y="648"/>
                    <a:pt x="119" y="648"/>
                    <a:pt x="119" y="648"/>
                  </a:cubicBezTo>
                  <a:cubicBezTo>
                    <a:pt x="119" y="681"/>
                    <a:pt x="145" y="707"/>
                    <a:pt x="177" y="707"/>
                  </a:cubicBezTo>
                  <a:close/>
                  <a:moveTo>
                    <a:pt x="177" y="678"/>
                  </a:moveTo>
                  <a:lnTo>
                    <a:pt x="177" y="678"/>
                  </a:lnTo>
                  <a:cubicBezTo>
                    <a:pt x="161" y="678"/>
                    <a:pt x="148" y="664"/>
                    <a:pt x="148" y="648"/>
                  </a:cubicBezTo>
                  <a:cubicBezTo>
                    <a:pt x="148" y="265"/>
                    <a:pt x="148" y="265"/>
                    <a:pt x="148" y="265"/>
                  </a:cubicBezTo>
                  <a:cubicBezTo>
                    <a:pt x="208" y="265"/>
                    <a:pt x="208" y="265"/>
                    <a:pt x="208" y="265"/>
                  </a:cubicBezTo>
                  <a:cubicBezTo>
                    <a:pt x="208" y="648"/>
                    <a:pt x="208" y="648"/>
                    <a:pt x="208" y="648"/>
                  </a:cubicBezTo>
                  <a:cubicBezTo>
                    <a:pt x="208" y="664"/>
                    <a:pt x="194" y="678"/>
                    <a:pt x="177" y="678"/>
                  </a:cubicBezTo>
                  <a:close/>
                  <a:moveTo>
                    <a:pt x="531" y="678"/>
                  </a:moveTo>
                  <a:lnTo>
                    <a:pt x="531" y="678"/>
                  </a:lnTo>
                  <a:cubicBezTo>
                    <a:pt x="514" y="678"/>
                    <a:pt x="502" y="664"/>
                    <a:pt x="502" y="648"/>
                  </a:cubicBezTo>
                  <a:cubicBezTo>
                    <a:pt x="502" y="265"/>
                    <a:pt x="502" y="265"/>
                    <a:pt x="502" y="265"/>
                  </a:cubicBezTo>
                  <a:cubicBezTo>
                    <a:pt x="561" y="265"/>
                    <a:pt x="561" y="265"/>
                    <a:pt x="561" y="265"/>
                  </a:cubicBezTo>
                  <a:cubicBezTo>
                    <a:pt x="561" y="648"/>
                    <a:pt x="561" y="648"/>
                    <a:pt x="561" y="648"/>
                  </a:cubicBezTo>
                  <a:cubicBezTo>
                    <a:pt x="561" y="664"/>
                    <a:pt x="547" y="678"/>
                    <a:pt x="531" y="678"/>
                  </a:cubicBezTo>
                  <a:close/>
                  <a:moveTo>
                    <a:pt x="31" y="338"/>
                  </a:moveTo>
                  <a:lnTo>
                    <a:pt x="31" y="338"/>
                  </a:lnTo>
                  <a:cubicBezTo>
                    <a:pt x="31" y="253"/>
                    <a:pt x="65" y="177"/>
                    <a:pt x="121" y="120"/>
                  </a:cubicBezTo>
                  <a:cubicBezTo>
                    <a:pt x="177" y="63"/>
                    <a:pt x="255" y="29"/>
                    <a:pt x="340" y="29"/>
                  </a:cubicBezTo>
                  <a:cubicBezTo>
                    <a:pt x="424" y="29"/>
                    <a:pt x="502" y="63"/>
                    <a:pt x="558" y="120"/>
                  </a:cubicBezTo>
                  <a:cubicBezTo>
                    <a:pt x="614" y="177"/>
                    <a:pt x="650" y="253"/>
                    <a:pt x="650" y="338"/>
                  </a:cubicBezTo>
                  <a:cubicBezTo>
                    <a:pt x="650" y="406"/>
                    <a:pt x="628" y="469"/>
                    <a:pt x="590" y="520"/>
                  </a:cubicBezTo>
                  <a:cubicBezTo>
                    <a:pt x="590" y="265"/>
                    <a:pt x="590" y="265"/>
                    <a:pt x="590" y="265"/>
                  </a:cubicBezTo>
                  <a:cubicBezTo>
                    <a:pt x="605" y="265"/>
                    <a:pt x="605" y="265"/>
                    <a:pt x="605" y="265"/>
                  </a:cubicBezTo>
                  <a:cubicBezTo>
                    <a:pt x="612" y="265"/>
                    <a:pt x="619" y="258"/>
                    <a:pt x="619" y="250"/>
                  </a:cubicBezTo>
                  <a:cubicBezTo>
                    <a:pt x="619" y="243"/>
                    <a:pt x="612" y="236"/>
                    <a:pt x="605" y="236"/>
                  </a:cubicBezTo>
                  <a:cubicBezTo>
                    <a:pt x="575" y="236"/>
                    <a:pt x="575" y="236"/>
                    <a:pt x="575" y="236"/>
                  </a:cubicBezTo>
                  <a:lnTo>
                    <a:pt x="575" y="236"/>
                  </a:lnTo>
                  <a:cubicBezTo>
                    <a:pt x="493" y="236"/>
                    <a:pt x="493" y="236"/>
                    <a:pt x="493" y="236"/>
                  </a:cubicBezTo>
                  <a:cubicBezTo>
                    <a:pt x="467" y="211"/>
                    <a:pt x="467" y="211"/>
                    <a:pt x="467" y="211"/>
                  </a:cubicBezTo>
                  <a:cubicBezTo>
                    <a:pt x="462" y="204"/>
                    <a:pt x="452" y="204"/>
                    <a:pt x="447" y="211"/>
                  </a:cubicBezTo>
                  <a:cubicBezTo>
                    <a:pt x="441" y="217"/>
                    <a:pt x="441" y="225"/>
                    <a:pt x="447" y="232"/>
                  </a:cubicBezTo>
                  <a:lnTo>
                    <a:pt x="447" y="232"/>
                  </a:lnTo>
                  <a:cubicBezTo>
                    <a:pt x="473" y="257"/>
                    <a:pt x="473" y="257"/>
                    <a:pt x="473" y="257"/>
                  </a:cubicBezTo>
                  <a:cubicBezTo>
                    <a:pt x="473" y="619"/>
                    <a:pt x="473" y="619"/>
                    <a:pt x="473" y="619"/>
                  </a:cubicBezTo>
                  <a:cubicBezTo>
                    <a:pt x="431" y="638"/>
                    <a:pt x="387" y="648"/>
                    <a:pt x="340" y="648"/>
                  </a:cubicBezTo>
                  <a:cubicBezTo>
                    <a:pt x="303" y="648"/>
                    <a:pt x="268" y="642"/>
                    <a:pt x="237" y="630"/>
                  </a:cubicBezTo>
                  <a:cubicBezTo>
                    <a:pt x="237" y="259"/>
                    <a:pt x="237" y="259"/>
                    <a:pt x="237" y="259"/>
                  </a:cubicBezTo>
                  <a:cubicBezTo>
                    <a:pt x="288" y="235"/>
                    <a:pt x="288" y="235"/>
                    <a:pt x="288" y="235"/>
                  </a:cubicBezTo>
                  <a:cubicBezTo>
                    <a:pt x="295" y="230"/>
                    <a:pt x="297" y="222"/>
                    <a:pt x="293" y="214"/>
                  </a:cubicBezTo>
                  <a:cubicBezTo>
                    <a:pt x="290" y="207"/>
                    <a:pt x="281" y="204"/>
                    <a:pt x="274" y="208"/>
                  </a:cubicBezTo>
                  <a:cubicBezTo>
                    <a:pt x="219" y="236"/>
                    <a:pt x="219" y="236"/>
                    <a:pt x="219" y="236"/>
                  </a:cubicBezTo>
                  <a:cubicBezTo>
                    <a:pt x="104" y="236"/>
                    <a:pt x="104" y="236"/>
                    <a:pt x="104" y="236"/>
                  </a:cubicBezTo>
                  <a:cubicBezTo>
                    <a:pt x="96" y="236"/>
                    <a:pt x="89" y="243"/>
                    <a:pt x="89" y="250"/>
                  </a:cubicBezTo>
                  <a:cubicBezTo>
                    <a:pt x="89" y="258"/>
                    <a:pt x="96" y="265"/>
                    <a:pt x="104" y="265"/>
                  </a:cubicBezTo>
                  <a:cubicBezTo>
                    <a:pt x="119" y="265"/>
                    <a:pt x="119" y="265"/>
                    <a:pt x="119" y="265"/>
                  </a:cubicBezTo>
                  <a:cubicBezTo>
                    <a:pt x="119" y="555"/>
                    <a:pt x="119" y="555"/>
                    <a:pt x="119" y="555"/>
                  </a:cubicBezTo>
                  <a:cubicBezTo>
                    <a:pt x="64" y="500"/>
                    <a:pt x="31" y="424"/>
                    <a:pt x="31" y="3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0" name="Group 292">
            <a:extLst>
              <a:ext uri="{FF2B5EF4-FFF2-40B4-BE49-F238E27FC236}">
                <a16:creationId xmlns:a16="http://schemas.microsoft.com/office/drawing/2014/main" id="{88A2A7DA-C6A3-F629-5961-58DCB21B5E68}"/>
              </a:ext>
            </a:extLst>
          </p:cNvPr>
          <p:cNvGrpSpPr/>
          <p:nvPr/>
        </p:nvGrpSpPr>
        <p:grpSpPr>
          <a:xfrm>
            <a:off x="9990658" y="5718597"/>
            <a:ext cx="244475" cy="244475"/>
            <a:chOff x="8834438" y="6032500"/>
            <a:chExt cx="244475" cy="244475"/>
          </a:xfrm>
          <a:solidFill>
            <a:schemeClr val="accent4"/>
          </a:solidFill>
        </p:grpSpPr>
        <p:sp>
          <p:nvSpPr>
            <p:cNvPr id="291" name="Freeform 237">
              <a:extLst>
                <a:ext uri="{FF2B5EF4-FFF2-40B4-BE49-F238E27FC236}">
                  <a16:creationId xmlns:a16="http://schemas.microsoft.com/office/drawing/2014/main" id="{E05E3614-7FC1-C862-2AA1-49D556B485EE}"/>
                </a:ext>
              </a:extLst>
            </p:cNvPr>
            <p:cNvSpPr>
              <a:spLocks noChangeArrowheads="1"/>
            </p:cNvSpPr>
            <p:nvPr/>
          </p:nvSpPr>
          <p:spPr bwMode="auto">
            <a:xfrm>
              <a:off x="8905875" y="6181725"/>
              <a:ext cx="101600" cy="34925"/>
            </a:xfrm>
            <a:custGeom>
              <a:avLst/>
              <a:gdLst>
                <a:gd name="T0" fmla="*/ 142 w 284"/>
                <a:gd name="T1" fmla="*/ 0 h 98"/>
                <a:gd name="T2" fmla="*/ 142 w 284"/>
                <a:gd name="T3" fmla="*/ 0 h 98"/>
                <a:gd name="T4" fmla="*/ 5 w 284"/>
                <a:gd name="T5" fmla="*/ 71 h 98"/>
                <a:gd name="T6" fmla="*/ 6 w 284"/>
                <a:gd name="T7" fmla="*/ 91 h 98"/>
                <a:gd name="T8" fmla="*/ 27 w 284"/>
                <a:gd name="T9" fmla="*/ 88 h 98"/>
                <a:gd name="T10" fmla="*/ 27 w 284"/>
                <a:gd name="T11" fmla="*/ 88 h 98"/>
                <a:gd name="T12" fmla="*/ 142 w 284"/>
                <a:gd name="T13" fmla="*/ 29 h 98"/>
                <a:gd name="T14" fmla="*/ 255 w 284"/>
                <a:gd name="T15" fmla="*/ 88 h 98"/>
                <a:gd name="T16" fmla="*/ 276 w 284"/>
                <a:gd name="T17" fmla="*/ 91 h 98"/>
                <a:gd name="T18" fmla="*/ 277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8" y="28"/>
                    <a:pt x="5" y="71"/>
                  </a:cubicBezTo>
                  <a:cubicBezTo>
                    <a:pt x="0" y="77"/>
                    <a:pt x="1" y="86"/>
                    <a:pt x="6" y="91"/>
                  </a:cubicBezTo>
                  <a:cubicBezTo>
                    <a:pt x="13" y="97"/>
                    <a:pt x="23" y="95"/>
                    <a:pt x="27" y="88"/>
                  </a:cubicBezTo>
                  <a:lnTo>
                    <a:pt x="27" y="88"/>
                  </a:lnTo>
                  <a:cubicBezTo>
                    <a:pt x="58" y="51"/>
                    <a:pt x="98" y="29"/>
                    <a:pt x="142" y="29"/>
                  </a:cubicBezTo>
                  <a:cubicBezTo>
                    <a:pt x="185" y="29"/>
                    <a:pt x="225" y="51"/>
                    <a:pt x="255" y="88"/>
                  </a:cubicBezTo>
                  <a:cubicBezTo>
                    <a:pt x="259" y="95"/>
                    <a:pt x="269" y="97"/>
                    <a:pt x="276" y="91"/>
                  </a:cubicBezTo>
                  <a:cubicBezTo>
                    <a:pt x="281" y="86"/>
                    <a:pt x="283" y="77"/>
                    <a:pt x="277" y="71"/>
                  </a:cubicBezTo>
                  <a:cubicBezTo>
                    <a:pt x="244"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2" name="Freeform 238">
              <a:extLst>
                <a:ext uri="{FF2B5EF4-FFF2-40B4-BE49-F238E27FC236}">
                  <a16:creationId xmlns:a16="http://schemas.microsoft.com/office/drawing/2014/main" id="{5555B899-5D4B-6221-BE05-A83A205DAA80}"/>
                </a:ext>
              </a:extLst>
            </p:cNvPr>
            <p:cNvSpPr>
              <a:spLocks noChangeArrowheads="1"/>
            </p:cNvSpPr>
            <p:nvPr/>
          </p:nvSpPr>
          <p:spPr bwMode="auto">
            <a:xfrm>
              <a:off x="8834438" y="6032500"/>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5"/>
                    <a:pt x="424" y="649"/>
                    <a:pt x="340" y="649"/>
                  </a:cubicBezTo>
                  <a:cubicBezTo>
                    <a:pt x="254" y="649"/>
                    <a:pt x="177" y="615"/>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3" name="Freeform 239">
              <a:extLst>
                <a:ext uri="{FF2B5EF4-FFF2-40B4-BE49-F238E27FC236}">
                  <a16:creationId xmlns:a16="http://schemas.microsoft.com/office/drawing/2014/main" id="{6EC2C543-C99F-6B56-1F81-6C2F6817E5FB}"/>
                </a:ext>
              </a:extLst>
            </p:cNvPr>
            <p:cNvSpPr>
              <a:spLocks noChangeArrowheads="1"/>
            </p:cNvSpPr>
            <p:nvPr/>
          </p:nvSpPr>
          <p:spPr bwMode="auto">
            <a:xfrm>
              <a:off x="8877300" y="6107113"/>
              <a:ext cx="53975" cy="23812"/>
            </a:xfrm>
            <a:custGeom>
              <a:avLst/>
              <a:gdLst>
                <a:gd name="T0" fmla="*/ 145 w 152"/>
                <a:gd name="T1" fmla="*/ 26 h 66"/>
                <a:gd name="T2" fmla="*/ 145 w 152"/>
                <a:gd name="T3" fmla="*/ 26 h 66"/>
                <a:gd name="T4" fmla="*/ 145 w 152"/>
                <a:gd name="T5" fmla="*/ 5 h 66"/>
                <a:gd name="T6" fmla="*/ 124 w 152"/>
                <a:gd name="T7" fmla="*/ 5 h 66"/>
                <a:gd name="T8" fmla="*/ 106 w 152"/>
                <a:gd name="T9" fmla="*/ 22 h 66"/>
                <a:gd name="T10" fmla="*/ 76 w 152"/>
                <a:gd name="T11" fmla="*/ 36 h 66"/>
                <a:gd name="T12" fmla="*/ 44 w 152"/>
                <a:gd name="T13" fmla="*/ 22 h 66"/>
                <a:gd name="T14" fmla="*/ 28 w 152"/>
                <a:gd name="T15" fmla="*/ 5 h 66"/>
                <a:gd name="T16" fmla="*/ 7 w 152"/>
                <a:gd name="T17" fmla="*/ 5 h 66"/>
                <a:gd name="T18" fmla="*/ 7 w 152"/>
                <a:gd name="T19" fmla="*/ 26 h 66"/>
                <a:gd name="T20" fmla="*/ 7 w 152"/>
                <a:gd name="T21" fmla="*/ 26 h 66"/>
                <a:gd name="T22" fmla="*/ 24 w 152"/>
                <a:gd name="T23" fmla="*/ 43 h 66"/>
                <a:gd name="T24" fmla="*/ 76 w 152"/>
                <a:gd name="T25" fmla="*/ 65 h 66"/>
                <a:gd name="T26" fmla="*/ 129 w 152"/>
                <a:gd name="T27" fmla="*/ 43 h 66"/>
                <a:gd name="T28" fmla="*/ 145 w 152"/>
                <a:gd name="T29" fmla="*/ 2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145" y="26"/>
                  </a:moveTo>
                  <a:lnTo>
                    <a:pt x="145" y="26"/>
                  </a:lnTo>
                  <a:cubicBezTo>
                    <a:pt x="151" y="21"/>
                    <a:pt x="151" y="11"/>
                    <a:pt x="145" y="5"/>
                  </a:cubicBezTo>
                  <a:cubicBezTo>
                    <a:pt x="140" y="0"/>
                    <a:pt x="130" y="0"/>
                    <a:pt x="124" y="5"/>
                  </a:cubicBezTo>
                  <a:cubicBezTo>
                    <a:pt x="106" y="22"/>
                    <a:pt x="106" y="22"/>
                    <a:pt x="106" y="22"/>
                  </a:cubicBezTo>
                  <a:cubicBezTo>
                    <a:pt x="98" y="32"/>
                    <a:pt x="87" y="36"/>
                    <a:pt x="76" y="36"/>
                  </a:cubicBezTo>
                  <a:cubicBezTo>
                    <a:pt x="65" y="36"/>
                    <a:pt x="54" y="32"/>
                    <a:pt x="44" y="22"/>
                  </a:cubicBezTo>
                  <a:cubicBezTo>
                    <a:pt x="28" y="5"/>
                    <a:pt x="28" y="5"/>
                    <a:pt x="28" y="5"/>
                  </a:cubicBezTo>
                  <a:cubicBezTo>
                    <a:pt x="22" y="0"/>
                    <a:pt x="12" y="0"/>
                    <a:pt x="7" y="5"/>
                  </a:cubicBezTo>
                  <a:cubicBezTo>
                    <a:pt x="0" y="11"/>
                    <a:pt x="0" y="21"/>
                    <a:pt x="7" y="26"/>
                  </a:cubicBezTo>
                  <a:lnTo>
                    <a:pt x="7" y="26"/>
                  </a:lnTo>
                  <a:cubicBezTo>
                    <a:pt x="24" y="43"/>
                    <a:pt x="24" y="43"/>
                    <a:pt x="24" y="43"/>
                  </a:cubicBezTo>
                  <a:cubicBezTo>
                    <a:pt x="39" y="58"/>
                    <a:pt x="57" y="65"/>
                    <a:pt x="76" y="65"/>
                  </a:cubicBezTo>
                  <a:cubicBezTo>
                    <a:pt x="94" y="65"/>
                    <a:pt x="113" y="58"/>
                    <a:pt x="129" y="43"/>
                  </a:cubicBezTo>
                  <a:lnTo>
                    <a:pt x="145" y="2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4" name="Freeform 240">
              <a:extLst>
                <a:ext uri="{FF2B5EF4-FFF2-40B4-BE49-F238E27FC236}">
                  <a16:creationId xmlns:a16="http://schemas.microsoft.com/office/drawing/2014/main" id="{76EF3F84-66F4-0C0B-67AE-BD619BEC4EE7}"/>
                </a:ext>
              </a:extLst>
            </p:cNvPr>
            <p:cNvSpPr>
              <a:spLocks noChangeArrowheads="1"/>
            </p:cNvSpPr>
            <p:nvPr/>
          </p:nvSpPr>
          <p:spPr bwMode="auto">
            <a:xfrm>
              <a:off x="8983663" y="6107113"/>
              <a:ext cx="53975" cy="23812"/>
            </a:xfrm>
            <a:custGeom>
              <a:avLst/>
              <a:gdLst>
                <a:gd name="T0" fmla="*/ 123 w 151"/>
                <a:gd name="T1" fmla="*/ 5 h 66"/>
                <a:gd name="T2" fmla="*/ 123 w 151"/>
                <a:gd name="T3" fmla="*/ 5 h 66"/>
                <a:gd name="T4" fmla="*/ 123 w 151"/>
                <a:gd name="T5" fmla="*/ 5 h 66"/>
                <a:gd name="T6" fmla="*/ 106 w 151"/>
                <a:gd name="T7" fmla="*/ 22 h 66"/>
                <a:gd name="T8" fmla="*/ 74 w 151"/>
                <a:gd name="T9" fmla="*/ 36 h 66"/>
                <a:gd name="T10" fmla="*/ 44 w 151"/>
                <a:gd name="T11" fmla="*/ 22 h 66"/>
                <a:gd name="T12" fmla="*/ 26 w 151"/>
                <a:gd name="T13" fmla="*/ 5 h 66"/>
                <a:gd name="T14" fmla="*/ 5 w 151"/>
                <a:gd name="T15" fmla="*/ 5 h 66"/>
                <a:gd name="T16" fmla="*/ 5 w 151"/>
                <a:gd name="T17" fmla="*/ 26 h 66"/>
                <a:gd name="T18" fmla="*/ 22 w 151"/>
                <a:gd name="T19" fmla="*/ 43 h 66"/>
                <a:gd name="T20" fmla="*/ 74 w 151"/>
                <a:gd name="T21" fmla="*/ 65 h 66"/>
                <a:gd name="T22" fmla="*/ 127 w 151"/>
                <a:gd name="T23" fmla="*/ 43 h 66"/>
                <a:gd name="T24" fmla="*/ 143 w 151"/>
                <a:gd name="T25" fmla="*/ 26 h 66"/>
                <a:gd name="T26" fmla="*/ 143 w 151"/>
                <a:gd name="T27" fmla="*/ 5 h 66"/>
                <a:gd name="T28" fmla="*/ 123 w 151"/>
                <a:gd name="T29" fmla="*/ 5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3" y="5"/>
                  </a:moveTo>
                  <a:lnTo>
                    <a:pt x="123" y="5"/>
                  </a:lnTo>
                  <a:lnTo>
                    <a:pt x="123" y="5"/>
                  </a:lnTo>
                  <a:cubicBezTo>
                    <a:pt x="106" y="22"/>
                    <a:pt x="106" y="22"/>
                    <a:pt x="106" y="22"/>
                  </a:cubicBezTo>
                  <a:cubicBezTo>
                    <a:pt x="98" y="32"/>
                    <a:pt x="85" y="36"/>
                    <a:pt x="74" y="36"/>
                  </a:cubicBezTo>
                  <a:cubicBezTo>
                    <a:pt x="63" y="36"/>
                    <a:pt x="52" y="32"/>
                    <a:pt x="44" y="22"/>
                  </a:cubicBezTo>
                  <a:cubicBezTo>
                    <a:pt x="26" y="5"/>
                    <a:pt x="26" y="5"/>
                    <a:pt x="26" y="5"/>
                  </a:cubicBezTo>
                  <a:cubicBezTo>
                    <a:pt x="20" y="0"/>
                    <a:pt x="11" y="0"/>
                    <a:pt x="5" y="5"/>
                  </a:cubicBezTo>
                  <a:cubicBezTo>
                    <a:pt x="0" y="11"/>
                    <a:pt x="0" y="21"/>
                    <a:pt x="5" y="26"/>
                  </a:cubicBezTo>
                  <a:cubicBezTo>
                    <a:pt x="22" y="43"/>
                    <a:pt x="22" y="43"/>
                    <a:pt x="22" y="43"/>
                  </a:cubicBezTo>
                  <a:cubicBezTo>
                    <a:pt x="37" y="58"/>
                    <a:pt x="56" y="65"/>
                    <a:pt x="74" y="65"/>
                  </a:cubicBezTo>
                  <a:cubicBezTo>
                    <a:pt x="94" y="65"/>
                    <a:pt x="113" y="58"/>
                    <a:pt x="127" y="43"/>
                  </a:cubicBezTo>
                  <a:cubicBezTo>
                    <a:pt x="143" y="26"/>
                    <a:pt x="143" y="26"/>
                    <a:pt x="143" y="26"/>
                  </a:cubicBezTo>
                  <a:cubicBezTo>
                    <a:pt x="150" y="21"/>
                    <a:pt x="150" y="11"/>
                    <a:pt x="143" y="5"/>
                  </a:cubicBezTo>
                  <a:cubicBezTo>
                    <a:pt x="138" y="0"/>
                    <a:pt x="128" y="0"/>
                    <a:pt x="12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5" name="Freeform 241">
              <a:extLst>
                <a:ext uri="{FF2B5EF4-FFF2-40B4-BE49-F238E27FC236}">
                  <a16:creationId xmlns:a16="http://schemas.microsoft.com/office/drawing/2014/main" id="{0F623C46-C818-91DB-09CF-028D09AD4948}"/>
                </a:ext>
              </a:extLst>
            </p:cNvPr>
            <p:cNvSpPr>
              <a:spLocks noChangeArrowheads="1"/>
            </p:cNvSpPr>
            <p:nvPr/>
          </p:nvSpPr>
          <p:spPr bwMode="auto">
            <a:xfrm>
              <a:off x="9004300" y="6127750"/>
              <a:ext cx="42863" cy="53975"/>
            </a:xfrm>
            <a:custGeom>
              <a:avLst/>
              <a:gdLst>
                <a:gd name="T0" fmla="*/ 69 w 119"/>
                <a:gd name="T1" fmla="*/ 6 h 149"/>
                <a:gd name="T2" fmla="*/ 69 w 119"/>
                <a:gd name="T3" fmla="*/ 6 h 149"/>
                <a:gd name="T4" fmla="*/ 58 w 119"/>
                <a:gd name="T5" fmla="*/ 0 h 149"/>
                <a:gd name="T6" fmla="*/ 47 w 119"/>
                <a:gd name="T7" fmla="*/ 6 h 149"/>
                <a:gd name="T8" fmla="*/ 25 w 119"/>
                <a:gd name="T9" fmla="*/ 35 h 149"/>
                <a:gd name="T10" fmla="*/ 9 w 119"/>
                <a:gd name="T11" fmla="*/ 61 h 149"/>
                <a:gd name="T12" fmla="*/ 0 w 119"/>
                <a:gd name="T13" fmla="*/ 89 h 149"/>
                <a:gd name="T14" fmla="*/ 58 w 119"/>
                <a:gd name="T15" fmla="*/ 148 h 149"/>
                <a:gd name="T16" fmla="*/ 118 w 119"/>
                <a:gd name="T17" fmla="*/ 89 h 149"/>
                <a:gd name="T18" fmla="*/ 110 w 119"/>
                <a:gd name="T19" fmla="*/ 61 h 149"/>
                <a:gd name="T20" fmla="*/ 85 w 119"/>
                <a:gd name="T21" fmla="*/ 24 h 149"/>
                <a:gd name="T22" fmla="*/ 69 w 119"/>
                <a:gd name="T23" fmla="*/ 6 h 149"/>
                <a:gd name="T24" fmla="*/ 58 w 119"/>
                <a:gd name="T25" fmla="*/ 119 h 149"/>
                <a:gd name="T26" fmla="*/ 58 w 119"/>
                <a:gd name="T27" fmla="*/ 119 h 149"/>
                <a:gd name="T28" fmla="*/ 29 w 119"/>
                <a:gd name="T29" fmla="*/ 89 h 149"/>
                <a:gd name="T30" fmla="*/ 35 w 119"/>
                <a:gd name="T31" fmla="*/ 75 h 149"/>
                <a:gd name="T32" fmla="*/ 56 w 119"/>
                <a:gd name="T33" fmla="*/ 42 h 149"/>
                <a:gd name="T34" fmla="*/ 58 w 119"/>
                <a:gd name="T35" fmla="*/ 39 h 149"/>
                <a:gd name="T36" fmla="*/ 71 w 119"/>
                <a:gd name="T37" fmla="*/ 54 h 149"/>
                <a:gd name="T38" fmla="*/ 83 w 119"/>
                <a:gd name="T39" fmla="*/ 75 h 149"/>
                <a:gd name="T40" fmla="*/ 89 w 119"/>
                <a:gd name="T41" fmla="*/ 89 h 149"/>
                <a:gd name="T42" fmla="*/ 58 w 119"/>
                <a:gd name="T4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19" h="149">
                  <a:moveTo>
                    <a:pt x="69" y="6"/>
                  </a:moveTo>
                  <a:lnTo>
                    <a:pt x="69" y="6"/>
                  </a:lnTo>
                  <a:cubicBezTo>
                    <a:pt x="67" y="3"/>
                    <a:pt x="63" y="0"/>
                    <a:pt x="58" y="0"/>
                  </a:cubicBezTo>
                  <a:cubicBezTo>
                    <a:pt x="54" y="0"/>
                    <a:pt x="50" y="3"/>
                    <a:pt x="47" y="6"/>
                  </a:cubicBezTo>
                  <a:cubicBezTo>
                    <a:pt x="47" y="6"/>
                    <a:pt x="36" y="18"/>
                    <a:pt x="25" y="35"/>
                  </a:cubicBezTo>
                  <a:cubicBezTo>
                    <a:pt x="18" y="43"/>
                    <a:pt x="13" y="51"/>
                    <a:pt x="9" y="61"/>
                  </a:cubicBezTo>
                  <a:cubicBezTo>
                    <a:pt x="3" y="69"/>
                    <a:pt x="0" y="79"/>
                    <a:pt x="0" y="89"/>
                  </a:cubicBezTo>
                  <a:cubicBezTo>
                    <a:pt x="0" y="122"/>
                    <a:pt x="27" y="148"/>
                    <a:pt x="58" y="148"/>
                  </a:cubicBezTo>
                  <a:cubicBezTo>
                    <a:pt x="92" y="148"/>
                    <a:pt x="118" y="122"/>
                    <a:pt x="118" y="89"/>
                  </a:cubicBezTo>
                  <a:cubicBezTo>
                    <a:pt x="118" y="79"/>
                    <a:pt x="114" y="69"/>
                    <a:pt x="110" y="61"/>
                  </a:cubicBezTo>
                  <a:cubicBezTo>
                    <a:pt x="103" y="47"/>
                    <a:pt x="93" y="33"/>
                    <a:pt x="85" y="24"/>
                  </a:cubicBezTo>
                  <a:cubicBezTo>
                    <a:pt x="76" y="13"/>
                    <a:pt x="69" y="6"/>
                    <a:pt x="69" y="6"/>
                  </a:cubicBezTo>
                  <a:close/>
                  <a:moveTo>
                    <a:pt x="58" y="119"/>
                  </a:moveTo>
                  <a:lnTo>
                    <a:pt x="58" y="119"/>
                  </a:lnTo>
                  <a:cubicBezTo>
                    <a:pt x="42" y="119"/>
                    <a:pt x="29" y="105"/>
                    <a:pt x="29" y="89"/>
                  </a:cubicBezTo>
                  <a:cubicBezTo>
                    <a:pt x="29" y="87"/>
                    <a:pt x="31" y="82"/>
                    <a:pt x="35" y="75"/>
                  </a:cubicBezTo>
                  <a:cubicBezTo>
                    <a:pt x="40" y="64"/>
                    <a:pt x="49" y="51"/>
                    <a:pt x="56" y="42"/>
                  </a:cubicBezTo>
                  <a:cubicBezTo>
                    <a:pt x="57" y="40"/>
                    <a:pt x="58" y="39"/>
                    <a:pt x="58" y="39"/>
                  </a:cubicBezTo>
                  <a:cubicBezTo>
                    <a:pt x="63" y="43"/>
                    <a:pt x="67" y="49"/>
                    <a:pt x="71" y="54"/>
                  </a:cubicBezTo>
                  <a:cubicBezTo>
                    <a:pt x="75" y="61"/>
                    <a:pt x="81" y="69"/>
                    <a:pt x="83" y="75"/>
                  </a:cubicBezTo>
                  <a:cubicBezTo>
                    <a:pt x="87" y="82"/>
                    <a:pt x="89" y="87"/>
                    <a:pt x="89" y="89"/>
                  </a:cubicBezTo>
                  <a:cubicBezTo>
                    <a:pt x="89" y="105"/>
                    <a:pt x="75" y="119"/>
                    <a:pt x="58"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296" name="Group 298">
            <a:extLst>
              <a:ext uri="{FF2B5EF4-FFF2-40B4-BE49-F238E27FC236}">
                <a16:creationId xmlns:a16="http://schemas.microsoft.com/office/drawing/2014/main" id="{AA6F7269-CDA6-BD64-C19E-6AD76C38C79F}"/>
              </a:ext>
            </a:extLst>
          </p:cNvPr>
          <p:cNvGrpSpPr/>
          <p:nvPr/>
        </p:nvGrpSpPr>
        <p:grpSpPr>
          <a:xfrm>
            <a:off x="8973070" y="5204247"/>
            <a:ext cx="244475" cy="244475"/>
            <a:chOff x="7816850" y="5522913"/>
            <a:chExt cx="244475" cy="244475"/>
          </a:xfrm>
          <a:solidFill>
            <a:schemeClr val="accent4"/>
          </a:solidFill>
        </p:grpSpPr>
        <p:sp>
          <p:nvSpPr>
            <p:cNvPr id="297" name="Freeform 242">
              <a:extLst>
                <a:ext uri="{FF2B5EF4-FFF2-40B4-BE49-F238E27FC236}">
                  <a16:creationId xmlns:a16="http://schemas.microsoft.com/office/drawing/2014/main" id="{62AEAEB9-2303-AAAC-2F6D-0495BBF02A2D}"/>
                </a:ext>
              </a:extLst>
            </p:cNvPr>
            <p:cNvSpPr>
              <a:spLocks noChangeArrowheads="1"/>
            </p:cNvSpPr>
            <p:nvPr/>
          </p:nvSpPr>
          <p:spPr bwMode="auto">
            <a:xfrm>
              <a:off x="7816850" y="5522913"/>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4"/>
                    <a:pt x="424" y="649"/>
                    <a:pt x="340" y="649"/>
                  </a:cubicBezTo>
                  <a:cubicBezTo>
                    <a:pt x="254" y="649"/>
                    <a:pt x="177" y="614"/>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8" name="Freeform 243">
              <a:extLst>
                <a:ext uri="{FF2B5EF4-FFF2-40B4-BE49-F238E27FC236}">
                  <a16:creationId xmlns:a16="http://schemas.microsoft.com/office/drawing/2014/main" id="{F880F5FE-F0A4-4ADD-34BD-837164C5A999}"/>
                </a:ext>
              </a:extLst>
            </p:cNvPr>
            <p:cNvSpPr>
              <a:spLocks noChangeArrowheads="1"/>
            </p:cNvSpPr>
            <p:nvPr/>
          </p:nvSpPr>
          <p:spPr bwMode="auto">
            <a:xfrm>
              <a:off x="7880350" y="5681663"/>
              <a:ext cx="117475" cy="33337"/>
            </a:xfrm>
            <a:custGeom>
              <a:avLst/>
              <a:gdLst>
                <a:gd name="T0" fmla="*/ 298 w 326"/>
                <a:gd name="T1" fmla="*/ 6 h 92"/>
                <a:gd name="T2" fmla="*/ 298 w 326"/>
                <a:gd name="T3" fmla="*/ 6 h 92"/>
                <a:gd name="T4" fmla="*/ 298 w 326"/>
                <a:gd name="T5" fmla="*/ 6 h 92"/>
                <a:gd name="T6" fmla="*/ 163 w 326"/>
                <a:gd name="T7" fmla="*/ 62 h 92"/>
                <a:gd name="T8" fmla="*/ 26 w 326"/>
                <a:gd name="T9" fmla="*/ 6 h 92"/>
                <a:gd name="T10" fmla="*/ 6 w 326"/>
                <a:gd name="T11" fmla="*/ 6 h 92"/>
                <a:gd name="T12" fmla="*/ 6 w 326"/>
                <a:gd name="T13" fmla="*/ 28 h 92"/>
                <a:gd name="T14" fmla="*/ 163 w 326"/>
                <a:gd name="T15" fmla="*/ 91 h 92"/>
                <a:gd name="T16" fmla="*/ 319 w 326"/>
                <a:gd name="T17" fmla="*/ 28 h 92"/>
                <a:gd name="T18" fmla="*/ 319 w 326"/>
                <a:gd name="T19" fmla="*/ 6 h 92"/>
                <a:gd name="T20" fmla="*/ 298 w 326"/>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6" h="92">
                  <a:moveTo>
                    <a:pt x="298" y="6"/>
                  </a:moveTo>
                  <a:lnTo>
                    <a:pt x="298" y="6"/>
                  </a:lnTo>
                  <a:lnTo>
                    <a:pt x="298" y="6"/>
                  </a:lnTo>
                  <a:cubicBezTo>
                    <a:pt x="263" y="41"/>
                    <a:pt x="216" y="62"/>
                    <a:pt x="163" y="62"/>
                  </a:cubicBezTo>
                  <a:cubicBezTo>
                    <a:pt x="109" y="62"/>
                    <a:pt x="62" y="41"/>
                    <a:pt x="26" y="6"/>
                  </a:cubicBezTo>
                  <a:cubicBezTo>
                    <a:pt x="21" y="0"/>
                    <a:pt x="13" y="0"/>
                    <a:pt x="6" y="6"/>
                  </a:cubicBezTo>
                  <a:cubicBezTo>
                    <a:pt x="0" y="12"/>
                    <a:pt x="0" y="21"/>
                    <a:pt x="6" y="28"/>
                  </a:cubicBezTo>
                  <a:cubicBezTo>
                    <a:pt x="46" y="66"/>
                    <a:pt x="101" y="91"/>
                    <a:pt x="163" y="91"/>
                  </a:cubicBezTo>
                  <a:cubicBezTo>
                    <a:pt x="224" y="91"/>
                    <a:pt x="279" y="66"/>
                    <a:pt x="319" y="28"/>
                  </a:cubicBezTo>
                  <a:cubicBezTo>
                    <a:pt x="325" y="21"/>
                    <a:pt x="325" y="12"/>
                    <a:pt x="319" y="6"/>
                  </a:cubicBezTo>
                  <a:cubicBezTo>
                    <a:pt x="312" y="0"/>
                    <a:pt x="304" y="0"/>
                    <a:pt x="29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299" name="Freeform 244">
              <a:extLst>
                <a:ext uri="{FF2B5EF4-FFF2-40B4-BE49-F238E27FC236}">
                  <a16:creationId xmlns:a16="http://schemas.microsoft.com/office/drawing/2014/main" id="{F985D5BC-8BE7-BD85-985F-D1D924B935D9}"/>
                </a:ext>
              </a:extLst>
            </p:cNvPr>
            <p:cNvSpPr>
              <a:spLocks noChangeArrowheads="1"/>
            </p:cNvSpPr>
            <p:nvPr/>
          </p:nvSpPr>
          <p:spPr bwMode="auto">
            <a:xfrm>
              <a:off x="7880350" y="560863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6"/>
                    <a:pt x="60" y="29"/>
                  </a:cubicBezTo>
                  <a:cubicBezTo>
                    <a:pt x="60" y="14"/>
                    <a:pt x="46" y="0"/>
                    <a:pt x="31" y="0"/>
                  </a:cubicBezTo>
                  <a:cubicBezTo>
                    <a:pt x="14" y="0"/>
                    <a:pt x="0" y="14"/>
                    <a:pt x="0" y="29"/>
                  </a:cubicBezTo>
                  <a:cubicBezTo>
                    <a:pt x="0" y="46"/>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0" name="Freeform 245">
              <a:extLst>
                <a:ext uri="{FF2B5EF4-FFF2-40B4-BE49-F238E27FC236}">
                  <a16:creationId xmlns:a16="http://schemas.microsoft.com/office/drawing/2014/main" id="{36F36FD5-924E-6D83-1829-A162D59335BE}"/>
                </a:ext>
              </a:extLst>
            </p:cNvPr>
            <p:cNvSpPr>
              <a:spLocks noChangeArrowheads="1"/>
            </p:cNvSpPr>
            <p:nvPr/>
          </p:nvSpPr>
          <p:spPr bwMode="auto">
            <a:xfrm>
              <a:off x="7964488" y="5607050"/>
              <a:ext cx="53975" cy="23813"/>
            </a:xfrm>
            <a:custGeom>
              <a:avLst/>
              <a:gdLst>
                <a:gd name="T0" fmla="*/ 144 w 151"/>
                <a:gd name="T1" fmla="*/ 40 h 68"/>
                <a:gd name="T2" fmla="*/ 144 w 151"/>
                <a:gd name="T3" fmla="*/ 40 h 68"/>
                <a:gd name="T4" fmla="*/ 127 w 151"/>
                <a:gd name="T5" fmla="*/ 23 h 68"/>
                <a:gd name="T6" fmla="*/ 75 w 151"/>
                <a:gd name="T7" fmla="*/ 0 h 68"/>
                <a:gd name="T8" fmla="*/ 22 w 151"/>
                <a:gd name="T9" fmla="*/ 23 h 68"/>
                <a:gd name="T10" fmla="*/ 5 w 151"/>
                <a:gd name="T11" fmla="*/ 40 h 68"/>
                <a:gd name="T12" fmla="*/ 5 w 151"/>
                <a:gd name="T13" fmla="*/ 61 h 68"/>
                <a:gd name="T14" fmla="*/ 26 w 151"/>
                <a:gd name="T15" fmla="*/ 61 h 68"/>
                <a:gd name="T16" fmla="*/ 44 w 151"/>
                <a:gd name="T17" fmla="*/ 43 h 68"/>
                <a:gd name="T18" fmla="*/ 75 w 151"/>
                <a:gd name="T19" fmla="*/ 31 h 68"/>
                <a:gd name="T20" fmla="*/ 106 w 151"/>
                <a:gd name="T21" fmla="*/ 43 h 68"/>
                <a:gd name="T22" fmla="*/ 123 w 151"/>
                <a:gd name="T23" fmla="*/ 61 h 68"/>
                <a:gd name="T24" fmla="*/ 144 w 151"/>
                <a:gd name="T25" fmla="*/ 61 h 68"/>
                <a:gd name="T26" fmla="*/ 144 w 151"/>
                <a:gd name="T27" fmla="*/ 40 h 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51" h="68">
                  <a:moveTo>
                    <a:pt x="144" y="40"/>
                  </a:moveTo>
                  <a:lnTo>
                    <a:pt x="144" y="40"/>
                  </a:lnTo>
                  <a:cubicBezTo>
                    <a:pt x="127" y="23"/>
                    <a:pt x="127" y="23"/>
                    <a:pt x="127" y="23"/>
                  </a:cubicBezTo>
                  <a:cubicBezTo>
                    <a:pt x="113" y="9"/>
                    <a:pt x="94" y="0"/>
                    <a:pt x="75" y="0"/>
                  </a:cubicBezTo>
                  <a:cubicBezTo>
                    <a:pt x="57" y="0"/>
                    <a:pt x="37" y="9"/>
                    <a:pt x="22" y="23"/>
                  </a:cubicBezTo>
                  <a:cubicBezTo>
                    <a:pt x="5" y="40"/>
                    <a:pt x="5" y="40"/>
                    <a:pt x="5" y="40"/>
                  </a:cubicBezTo>
                  <a:cubicBezTo>
                    <a:pt x="0" y="46"/>
                    <a:pt x="0" y="54"/>
                    <a:pt x="5" y="61"/>
                  </a:cubicBezTo>
                  <a:cubicBezTo>
                    <a:pt x="11" y="67"/>
                    <a:pt x="21" y="67"/>
                    <a:pt x="26" y="61"/>
                  </a:cubicBezTo>
                  <a:cubicBezTo>
                    <a:pt x="44" y="43"/>
                    <a:pt x="44" y="43"/>
                    <a:pt x="44" y="43"/>
                  </a:cubicBezTo>
                  <a:cubicBezTo>
                    <a:pt x="52" y="35"/>
                    <a:pt x="63" y="31"/>
                    <a:pt x="75" y="31"/>
                  </a:cubicBezTo>
                  <a:cubicBezTo>
                    <a:pt x="86" y="31"/>
                    <a:pt x="98" y="35"/>
                    <a:pt x="106" y="43"/>
                  </a:cubicBezTo>
                  <a:cubicBezTo>
                    <a:pt x="123" y="61"/>
                    <a:pt x="123" y="61"/>
                    <a:pt x="123" y="61"/>
                  </a:cubicBezTo>
                  <a:cubicBezTo>
                    <a:pt x="128" y="67"/>
                    <a:pt x="138" y="67"/>
                    <a:pt x="144" y="61"/>
                  </a:cubicBezTo>
                  <a:cubicBezTo>
                    <a:pt x="150" y="54"/>
                    <a:pt x="150" y="46"/>
                    <a:pt x="144" y="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1" name="Group 303">
            <a:extLst>
              <a:ext uri="{FF2B5EF4-FFF2-40B4-BE49-F238E27FC236}">
                <a16:creationId xmlns:a16="http://schemas.microsoft.com/office/drawing/2014/main" id="{47A653FD-CAB8-FC0B-31E2-D00D8C8D543B}"/>
              </a:ext>
            </a:extLst>
          </p:cNvPr>
          <p:cNvGrpSpPr/>
          <p:nvPr/>
        </p:nvGrpSpPr>
        <p:grpSpPr>
          <a:xfrm>
            <a:off x="9482658" y="5204247"/>
            <a:ext cx="244475" cy="244475"/>
            <a:chOff x="8326438" y="5522913"/>
            <a:chExt cx="244475" cy="244475"/>
          </a:xfrm>
          <a:solidFill>
            <a:schemeClr val="accent4"/>
          </a:solidFill>
        </p:grpSpPr>
        <p:sp>
          <p:nvSpPr>
            <p:cNvPr id="302" name="Freeform 246">
              <a:extLst>
                <a:ext uri="{FF2B5EF4-FFF2-40B4-BE49-F238E27FC236}">
                  <a16:creationId xmlns:a16="http://schemas.microsoft.com/office/drawing/2014/main" id="{10C8A08F-A25C-0589-94D9-22C01DB3D502}"/>
                </a:ext>
              </a:extLst>
            </p:cNvPr>
            <p:cNvSpPr>
              <a:spLocks noChangeArrowheads="1"/>
            </p:cNvSpPr>
            <p:nvPr/>
          </p:nvSpPr>
          <p:spPr bwMode="auto">
            <a:xfrm>
              <a:off x="8326438" y="5522913"/>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4"/>
                    <a:pt x="424" y="649"/>
                    <a:pt x="339" y="649"/>
                  </a:cubicBezTo>
                  <a:cubicBezTo>
                    <a:pt x="254" y="649"/>
                    <a:pt x="176" y="614"/>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3" name="Freeform 247">
              <a:extLst>
                <a:ext uri="{FF2B5EF4-FFF2-40B4-BE49-F238E27FC236}">
                  <a16:creationId xmlns:a16="http://schemas.microsoft.com/office/drawing/2014/main" id="{3CA83047-9D74-EF58-20BB-C16FDC04B0E8}"/>
                </a:ext>
              </a:extLst>
            </p:cNvPr>
            <p:cNvSpPr>
              <a:spLocks noChangeArrowheads="1"/>
            </p:cNvSpPr>
            <p:nvPr/>
          </p:nvSpPr>
          <p:spPr bwMode="auto">
            <a:xfrm>
              <a:off x="8399463" y="5692775"/>
              <a:ext cx="95250" cy="11113"/>
            </a:xfrm>
            <a:custGeom>
              <a:avLst/>
              <a:gdLst>
                <a:gd name="T0" fmla="*/ 250 w 266"/>
                <a:gd name="T1" fmla="*/ 0 h 30"/>
                <a:gd name="T2" fmla="*/ 250 w 266"/>
                <a:gd name="T3" fmla="*/ 0 h 30"/>
                <a:gd name="T4" fmla="*/ 14 w 266"/>
                <a:gd name="T5" fmla="*/ 0 h 30"/>
                <a:gd name="T6" fmla="*/ 0 w 266"/>
                <a:gd name="T7" fmla="*/ 14 h 30"/>
                <a:gd name="T8" fmla="*/ 14 w 266"/>
                <a:gd name="T9" fmla="*/ 29 h 30"/>
                <a:gd name="T10" fmla="*/ 250 w 266"/>
                <a:gd name="T11" fmla="*/ 29 h 30"/>
                <a:gd name="T12" fmla="*/ 265 w 266"/>
                <a:gd name="T13" fmla="*/ 14 h 30"/>
                <a:gd name="T14" fmla="*/ 250 w 26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6" h="30">
                  <a:moveTo>
                    <a:pt x="250" y="0"/>
                  </a:moveTo>
                  <a:lnTo>
                    <a:pt x="250" y="0"/>
                  </a:lnTo>
                  <a:cubicBezTo>
                    <a:pt x="14" y="0"/>
                    <a:pt x="14" y="0"/>
                    <a:pt x="14" y="0"/>
                  </a:cubicBezTo>
                  <a:cubicBezTo>
                    <a:pt x="5" y="0"/>
                    <a:pt x="0" y="7"/>
                    <a:pt x="0" y="14"/>
                  </a:cubicBezTo>
                  <a:cubicBezTo>
                    <a:pt x="0" y="22"/>
                    <a:pt x="5" y="29"/>
                    <a:pt x="14" y="29"/>
                  </a:cubicBezTo>
                  <a:cubicBezTo>
                    <a:pt x="250" y="29"/>
                    <a:pt x="250" y="29"/>
                    <a:pt x="250" y="29"/>
                  </a:cubicBezTo>
                  <a:cubicBezTo>
                    <a:pt x="258" y="29"/>
                    <a:pt x="265" y="22"/>
                    <a:pt x="265" y="14"/>
                  </a:cubicBezTo>
                  <a:cubicBezTo>
                    <a:pt x="265"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4" name="Freeform 248">
              <a:extLst>
                <a:ext uri="{FF2B5EF4-FFF2-40B4-BE49-F238E27FC236}">
                  <a16:creationId xmlns:a16="http://schemas.microsoft.com/office/drawing/2014/main" id="{99F1A45D-1896-4E20-C0E1-C755A15AEE47}"/>
                </a:ext>
              </a:extLst>
            </p:cNvPr>
            <p:cNvSpPr>
              <a:spLocks noChangeArrowheads="1"/>
            </p:cNvSpPr>
            <p:nvPr/>
          </p:nvSpPr>
          <p:spPr bwMode="auto">
            <a:xfrm>
              <a:off x="8388350" y="5608638"/>
              <a:ext cx="22225" cy="22225"/>
            </a:xfrm>
            <a:custGeom>
              <a:avLst/>
              <a:gdLst>
                <a:gd name="T0" fmla="*/ 60 w 61"/>
                <a:gd name="T1" fmla="*/ 29 h 60"/>
                <a:gd name="T2" fmla="*/ 60 w 61"/>
                <a:gd name="T3" fmla="*/ 29 h 60"/>
                <a:gd name="T4" fmla="*/ 31 w 61"/>
                <a:gd name="T5" fmla="*/ 0 h 60"/>
                <a:gd name="T6" fmla="*/ 0 w 61"/>
                <a:gd name="T7" fmla="*/ 29 h 60"/>
                <a:gd name="T8" fmla="*/ 31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4"/>
                    <a:pt x="46" y="0"/>
                    <a:pt x="31" y="0"/>
                  </a:cubicBezTo>
                  <a:cubicBezTo>
                    <a:pt x="14" y="0"/>
                    <a:pt x="0" y="14"/>
                    <a:pt x="0" y="29"/>
                  </a:cubicBezTo>
                  <a:cubicBezTo>
                    <a:pt x="0" y="46"/>
                    <a:pt x="14" y="59"/>
                    <a:pt x="31"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5" name="Freeform 249">
              <a:extLst>
                <a:ext uri="{FF2B5EF4-FFF2-40B4-BE49-F238E27FC236}">
                  <a16:creationId xmlns:a16="http://schemas.microsoft.com/office/drawing/2014/main" id="{FCDEA027-27A1-AA2E-115F-79C80853DEA5}"/>
                </a:ext>
              </a:extLst>
            </p:cNvPr>
            <p:cNvSpPr>
              <a:spLocks noChangeArrowheads="1"/>
            </p:cNvSpPr>
            <p:nvPr/>
          </p:nvSpPr>
          <p:spPr bwMode="auto">
            <a:xfrm>
              <a:off x="8485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5" y="59"/>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6" name="Freeform 250">
              <a:extLst>
                <a:ext uri="{FF2B5EF4-FFF2-40B4-BE49-F238E27FC236}">
                  <a16:creationId xmlns:a16="http://schemas.microsoft.com/office/drawing/2014/main" id="{D25CF9FF-9BA0-64B8-9C12-010F6C73E4C3}"/>
                </a:ext>
              </a:extLst>
            </p:cNvPr>
            <p:cNvSpPr>
              <a:spLocks noChangeArrowheads="1"/>
            </p:cNvSpPr>
            <p:nvPr/>
          </p:nvSpPr>
          <p:spPr bwMode="auto">
            <a:xfrm>
              <a:off x="8377238" y="5575300"/>
              <a:ext cx="33337" cy="22225"/>
            </a:xfrm>
            <a:custGeom>
              <a:avLst/>
              <a:gdLst>
                <a:gd name="T0" fmla="*/ 90 w 93"/>
                <a:gd name="T1" fmla="*/ 10 h 63"/>
                <a:gd name="T2" fmla="*/ 90 w 93"/>
                <a:gd name="T3" fmla="*/ 10 h 63"/>
                <a:gd name="T4" fmla="*/ 69 w 93"/>
                <a:gd name="T5" fmla="*/ 3 h 63"/>
                <a:gd name="T6" fmla="*/ 11 w 93"/>
                <a:gd name="T7" fmla="*/ 33 h 63"/>
                <a:gd name="T8" fmla="*/ 4 w 93"/>
                <a:gd name="T9" fmla="*/ 53 h 63"/>
                <a:gd name="T10" fmla="*/ 23 w 93"/>
                <a:gd name="T11" fmla="*/ 60 h 63"/>
                <a:gd name="T12" fmla="*/ 83 w 93"/>
                <a:gd name="T13" fmla="*/ 29 h 63"/>
                <a:gd name="T14" fmla="*/ 90 w 93"/>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90" y="10"/>
                  </a:moveTo>
                  <a:lnTo>
                    <a:pt x="90" y="10"/>
                  </a:lnTo>
                  <a:cubicBezTo>
                    <a:pt x="85" y="3"/>
                    <a:pt x="77" y="0"/>
                    <a:pt x="69" y="3"/>
                  </a:cubicBezTo>
                  <a:cubicBezTo>
                    <a:pt x="11" y="33"/>
                    <a:pt x="11" y="33"/>
                    <a:pt x="11" y="33"/>
                  </a:cubicBezTo>
                  <a:cubicBezTo>
                    <a:pt x="2" y="36"/>
                    <a:pt x="0" y="46"/>
                    <a:pt x="4" y="53"/>
                  </a:cubicBezTo>
                  <a:cubicBezTo>
                    <a:pt x="8" y="60"/>
                    <a:pt x="16" y="62"/>
                    <a:pt x="23" y="60"/>
                  </a:cubicBezTo>
                  <a:cubicBezTo>
                    <a:pt x="83" y="29"/>
                    <a:pt x="83" y="29"/>
                    <a:pt x="83" y="29"/>
                  </a:cubicBezTo>
                  <a:cubicBezTo>
                    <a:pt x="90" y="26"/>
                    <a:pt x="92"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07" name="Freeform 251">
              <a:extLst>
                <a:ext uri="{FF2B5EF4-FFF2-40B4-BE49-F238E27FC236}">
                  <a16:creationId xmlns:a16="http://schemas.microsoft.com/office/drawing/2014/main" id="{2FB94B4B-8E0C-04FE-1F27-231B04F8F0C8}"/>
                </a:ext>
              </a:extLst>
            </p:cNvPr>
            <p:cNvSpPr>
              <a:spLocks noChangeArrowheads="1"/>
            </p:cNvSpPr>
            <p:nvPr/>
          </p:nvSpPr>
          <p:spPr bwMode="auto">
            <a:xfrm>
              <a:off x="8483600" y="5575300"/>
              <a:ext cx="33338" cy="22225"/>
            </a:xfrm>
            <a:custGeom>
              <a:avLst/>
              <a:gdLst>
                <a:gd name="T0" fmla="*/ 82 w 94"/>
                <a:gd name="T1" fmla="*/ 33 h 63"/>
                <a:gd name="T2" fmla="*/ 82 w 94"/>
                <a:gd name="T3" fmla="*/ 33 h 63"/>
                <a:gd name="T4" fmla="*/ 24 w 94"/>
                <a:gd name="T5" fmla="*/ 3 h 63"/>
                <a:gd name="T6" fmla="*/ 3 w 94"/>
                <a:gd name="T7" fmla="*/ 10 h 63"/>
                <a:gd name="T8" fmla="*/ 10 w 94"/>
                <a:gd name="T9" fmla="*/ 29 h 63"/>
                <a:gd name="T10" fmla="*/ 69 w 94"/>
                <a:gd name="T11" fmla="*/ 60 h 63"/>
                <a:gd name="T12" fmla="*/ 89 w 94"/>
                <a:gd name="T13" fmla="*/ 53 h 63"/>
                <a:gd name="T14" fmla="*/ 82 w 94"/>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82" y="33"/>
                  </a:moveTo>
                  <a:lnTo>
                    <a:pt x="82" y="33"/>
                  </a:lnTo>
                  <a:cubicBezTo>
                    <a:pt x="24" y="3"/>
                    <a:pt x="24" y="3"/>
                    <a:pt x="24" y="3"/>
                  </a:cubicBezTo>
                  <a:cubicBezTo>
                    <a:pt x="16" y="0"/>
                    <a:pt x="7" y="3"/>
                    <a:pt x="3" y="10"/>
                  </a:cubicBezTo>
                  <a:cubicBezTo>
                    <a:pt x="0" y="17"/>
                    <a:pt x="3" y="26"/>
                    <a:pt x="10" y="29"/>
                  </a:cubicBezTo>
                  <a:cubicBezTo>
                    <a:pt x="69" y="60"/>
                    <a:pt x="69" y="60"/>
                    <a:pt x="69" y="60"/>
                  </a:cubicBezTo>
                  <a:cubicBezTo>
                    <a:pt x="76" y="62"/>
                    <a:pt x="85" y="60"/>
                    <a:pt x="89" y="53"/>
                  </a:cubicBezTo>
                  <a:cubicBezTo>
                    <a:pt x="93" y="46"/>
                    <a:pt x="90" y="36"/>
                    <a:pt x="82"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08" name="Group 310">
            <a:extLst>
              <a:ext uri="{FF2B5EF4-FFF2-40B4-BE49-F238E27FC236}">
                <a16:creationId xmlns:a16="http://schemas.microsoft.com/office/drawing/2014/main" id="{83A74EAE-1671-1F99-9FCF-9A246F26E5C8}"/>
              </a:ext>
            </a:extLst>
          </p:cNvPr>
          <p:cNvGrpSpPr/>
          <p:nvPr/>
        </p:nvGrpSpPr>
        <p:grpSpPr>
          <a:xfrm>
            <a:off x="9990658" y="5204247"/>
            <a:ext cx="244475" cy="244475"/>
            <a:chOff x="8834438" y="5522913"/>
            <a:chExt cx="244475" cy="244475"/>
          </a:xfrm>
          <a:solidFill>
            <a:schemeClr val="accent4"/>
          </a:solidFill>
        </p:grpSpPr>
        <p:sp>
          <p:nvSpPr>
            <p:cNvPr id="309" name="Freeform 252">
              <a:extLst>
                <a:ext uri="{FF2B5EF4-FFF2-40B4-BE49-F238E27FC236}">
                  <a16:creationId xmlns:a16="http://schemas.microsoft.com/office/drawing/2014/main" id="{EEAB845A-DEB9-2390-E047-AE66ED48D0BD}"/>
                </a:ext>
              </a:extLst>
            </p:cNvPr>
            <p:cNvSpPr>
              <a:spLocks noChangeArrowheads="1"/>
            </p:cNvSpPr>
            <p:nvPr/>
          </p:nvSpPr>
          <p:spPr bwMode="auto">
            <a:xfrm>
              <a:off x="8905875" y="5672138"/>
              <a:ext cx="101600" cy="34925"/>
            </a:xfrm>
            <a:custGeom>
              <a:avLst/>
              <a:gdLst>
                <a:gd name="T0" fmla="*/ 142 w 284"/>
                <a:gd name="T1" fmla="*/ 0 h 97"/>
                <a:gd name="T2" fmla="*/ 142 w 284"/>
                <a:gd name="T3" fmla="*/ 0 h 97"/>
                <a:gd name="T4" fmla="*/ 5 w 284"/>
                <a:gd name="T5" fmla="*/ 70 h 97"/>
                <a:gd name="T6" fmla="*/ 6 w 284"/>
                <a:gd name="T7" fmla="*/ 91 h 97"/>
                <a:gd name="T8" fmla="*/ 27 w 284"/>
                <a:gd name="T9" fmla="*/ 88 h 97"/>
                <a:gd name="T10" fmla="*/ 27 w 284"/>
                <a:gd name="T11" fmla="*/ 88 h 97"/>
                <a:gd name="T12" fmla="*/ 142 w 284"/>
                <a:gd name="T13" fmla="*/ 29 h 97"/>
                <a:gd name="T14" fmla="*/ 255 w 284"/>
                <a:gd name="T15" fmla="*/ 88 h 97"/>
                <a:gd name="T16" fmla="*/ 276 w 284"/>
                <a:gd name="T17" fmla="*/ 91 h 97"/>
                <a:gd name="T18" fmla="*/ 277 w 284"/>
                <a:gd name="T19" fmla="*/ 70 h 97"/>
                <a:gd name="T20" fmla="*/ 142 w 284"/>
                <a:gd name="T21" fmla="*/ 0 h 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7">
                  <a:moveTo>
                    <a:pt x="142" y="0"/>
                  </a:moveTo>
                  <a:lnTo>
                    <a:pt x="142" y="0"/>
                  </a:lnTo>
                  <a:cubicBezTo>
                    <a:pt x="87" y="0"/>
                    <a:pt x="38" y="27"/>
                    <a:pt x="5" y="70"/>
                  </a:cubicBezTo>
                  <a:cubicBezTo>
                    <a:pt x="0" y="77"/>
                    <a:pt x="1" y="85"/>
                    <a:pt x="6" y="91"/>
                  </a:cubicBezTo>
                  <a:cubicBezTo>
                    <a:pt x="13" y="96"/>
                    <a:pt x="23" y="95"/>
                    <a:pt x="27" y="88"/>
                  </a:cubicBezTo>
                  <a:lnTo>
                    <a:pt x="27" y="88"/>
                  </a:lnTo>
                  <a:cubicBezTo>
                    <a:pt x="58" y="51"/>
                    <a:pt x="98" y="29"/>
                    <a:pt x="142" y="29"/>
                  </a:cubicBezTo>
                  <a:cubicBezTo>
                    <a:pt x="185" y="29"/>
                    <a:pt x="225" y="51"/>
                    <a:pt x="255" y="88"/>
                  </a:cubicBezTo>
                  <a:cubicBezTo>
                    <a:pt x="259" y="95"/>
                    <a:pt x="269" y="96"/>
                    <a:pt x="276" y="91"/>
                  </a:cubicBezTo>
                  <a:cubicBezTo>
                    <a:pt x="281" y="85"/>
                    <a:pt x="283" y="77"/>
                    <a:pt x="277" y="70"/>
                  </a:cubicBezTo>
                  <a:cubicBezTo>
                    <a:pt x="244" y="27"/>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0" name="Freeform 253">
              <a:extLst>
                <a:ext uri="{FF2B5EF4-FFF2-40B4-BE49-F238E27FC236}">
                  <a16:creationId xmlns:a16="http://schemas.microsoft.com/office/drawing/2014/main" id="{0FAFCBE6-53FC-704A-AF74-7369B923FF51}"/>
                </a:ext>
              </a:extLst>
            </p:cNvPr>
            <p:cNvSpPr>
              <a:spLocks noChangeArrowheads="1"/>
            </p:cNvSpPr>
            <p:nvPr/>
          </p:nvSpPr>
          <p:spPr bwMode="auto">
            <a:xfrm>
              <a:off x="8834438"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1" name="Freeform 254">
              <a:extLst>
                <a:ext uri="{FF2B5EF4-FFF2-40B4-BE49-F238E27FC236}">
                  <a16:creationId xmlns:a16="http://schemas.microsoft.com/office/drawing/2014/main" id="{F3B748A5-8B80-92D1-193B-185B1CB9E4BC}"/>
                </a:ext>
              </a:extLst>
            </p:cNvPr>
            <p:cNvSpPr>
              <a:spLocks noChangeArrowheads="1"/>
            </p:cNvSpPr>
            <p:nvPr/>
          </p:nvSpPr>
          <p:spPr bwMode="auto">
            <a:xfrm>
              <a:off x="8897938" y="5608638"/>
              <a:ext cx="22225" cy="22225"/>
            </a:xfrm>
            <a:custGeom>
              <a:avLst/>
              <a:gdLst>
                <a:gd name="T0" fmla="*/ 59 w 60"/>
                <a:gd name="T1" fmla="*/ 29 h 60"/>
                <a:gd name="T2" fmla="*/ 59 w 60"/>
                <a:gd name="T3" fmla="*/ 29 h 60"/>
                <a:gd name="T4" fmla="*/ 30 w 60"/>
                <a:gd name="T5" fmla="*/ 0 h 60"/>
                <a:gd name="T6" fmla="*/ 0 w 60"/>
                <a:gd name="T7" fmla="*/ 29 h 60"/>
                <a:gd name="T8" fmla="*/ 30 w 60"/>
                <a:gd name="T9" fmla="*/ 59 h 60"/>
                <a:gd name="T10" fmla="*/ 59 w 60"/>
                <a:gd name="T11" fmla="*/ 29 h 60"/>
              </a:gdLst>
              <a:ahLst/>
              <a:cxnLst>
                <a:cxn ang="0">
                  <a:pos x="T0" y="T1"/>
                </a:cxn>
                <a:cxn ang="0">
                  <a:pos x="T2" y="T3"/>
                </a:cxn>
                <a:cxn ang="0">
                  <a:pos x="T4" y="T5"/>
                </a:cxn>
                <a:cxn ang="0">
                  <a:pos x="T6" y="T7"/>
                </a:cxn>
                <a:cxn ang="0">
                  <a:pos x="T8" y="T9"/>
                </a:cxn>
                <a:cxn ang="0">
                  <a:pos x="T10" y="T11"/>
                </a:cxn>
              </a:cxnLst>
              <a:rect l="0" t="0" r="r" b="b"/>
              <a:pathLst>
                <a:path w="60" h="60">
                  <a:moveTo>
                    <a:pt x="59" y="29"/>
                  </a:moveTo>
                  <a:lnTo>
                    <a:pt x="59" y="29"/>
                  </a:lnTo>
                  <a:cubicBezTo>
                    <a:pt x="59" y="14"/>
                    <a:pt x="45" y="0"/>
                    <a:pt x="30" y="0"/>
                  </a:cubicBezTo>
                  <a:cubicBezTo>
                    <a:pt x="14" y="0"/>
                    <a:pt x="0" y="14"/>
                    <a:pt x="0" y="29"/>
                  </a:cubicBezTo>
                  <a:cubicBezTo>
                    <a:pt x="0" y="46"/>
                    <a:pt x="14" y="59"/>
                    <a:pt x="30" y="59"/>
                  </a:cubicBezTo>
                  <a:cubicBezTo>
                    <a:pt x="45" y="59"/>
                    <a:pt x="59" y="46"/>
                    <a:pt x="59"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2" name="Freeform 255">
              <a:extLst>
                <a:ext uri="{FF2B5EF4-FFF2-40B4-BE49-F238E27FC236}">
                  <a16:creationId xmlns:a16="http://schemas.microsoft.com/office/drawing/2014/main" id="{0B8CFE21-F685-BA03-EF4F-DD21C6F81A2A}"/>
                </a:ext>
              </a:extLst>
            </p:cNvPr>
            <p:cNvSpPr>
              <a:spLocks noChangeArrowheads="1"/>
            </p:cNvSpPr>
            <p:nvPr/>
          </p:nvSpPr>
          <p:spPr bwMode="auto">
            <a:xfrm>
              <a:off x="8993188" y="5608638"/>
              <a:ext cx="22225" cy="22225"/>
            </a:xfrm>
            <a:custGeom>
              <a:avLst/>
              <a:gdLst>
                <a:gd name="T0" fmla="*/ 30 w 60"/>
                <a:gd name="T1" fmla="*/ 0 h 60"/>
                <a:gd name="T2" fmla="*/ 30 w 60"/>
                <a:gd name="T3" fmla="*/ 0 h 60"/>
                <a:gd name="T4" fmla="*/ 0 w 60"/>
                <a:gd name="T5" fmla="*/ 29 h 60"/>
                <a:gd name="T6" fmla="*/ 30 w 60"/>
                <a:gd name="T7" fmla="*/ 59 h 60"/>
                <a:gd name="T8" fmla="*/ 59 w 60"/>
                <a:gd name="T9" fmla="*/ 29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29"/>
                  </a:cubicBezTo>
                  <a:cubicBezTo>
                    <a:pt x="0" y="46"/>
                    <a:pt x="14" y="59"/>
                    <a:pt x="30" y="59"/>
                  </a:cubicBezTo>
                  <a:cubicBezTo>
                    <a:pt x="46" y="59"/>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3" name="Freeform 256">
              <a:extLst>
                <a:ext uri="{FF2B5EF4-FFF2-40B4-BE49-F238E27FC236}">
                  <a16:creationId xmlns:a16="http://schemas.microsoft.com/office/drawing/2014/main" id="{E5461D35-1670-BAFA-11BF-2F5C8E44A1AC}"/>
                </a:ext>
              </a:extLst>
            </p:cNvPr>
            <p:cNvSpPr>
              <a:spLocks noChangeArrowheads="1"/>
            </p:cNvSpPr>
            <p:nvPr/>
          </p:nvSpPr>
          <p:spPr bwMode="auto">
            <a:xfrm>
              <a:off x="8886825" y="5575300"/>
              <a:ext cx="33338" cy="22225"/>
            </a:xfrm>
            <a:custGeom>
              <a:avLst/>
              <a:gdLst>
                <a:gd name="T0" fmla="*/ 90 w 94"/>
                <a:gd name="T1" fmla="*/ 10 h 63"/>
                <a:gd name="T2" fmla="*/ 90 w 94"/>
                <a:gd name="T3" fmla="*/ 10 h 63"/>
                <a:gd name="T4" fmla="*/ 69 w 94"/>
                <a:gd name="T5" fmla="*/ 3 h 63"/>
                <a:gd name="T6" fmla="*/ 11 w 94"/>
                <a:gd name="T7" fmla="*/ 33 h 63"/>
                <a:gd name="T8" fmla="*/ 4 w 94"/>
                <a:gd name="T9" fmla="*/ 53 h 63"/>
                <a:gd name="T10" fmla="*/ 24 w 94"/>
                <a:gd name="T11" fmla="*/ 60 h 63"/>
                <a:gd name="T12" fmla="*/ 83 w 94"/>
                <a:gd name="T13" fmla="*/ 29 h 63"/>
                <a:gd name="T14" fmla="*/ 90 w 94"/>
                <a:gd name="T15" fmla="*/ 10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90" y="10"/>
                  </a:moveTo>
                  <a:lnTo>
                    <a:pt x="90" y="10"/>
                  </a:lnTo>
                  <a:cubicBezTo>
                    <a:pt x="86" y="3"/>
                    <a:pt x="77" y="0"/>
                    <a:pt x="69" y="3"/>
                  </a:cubicBezTo>
                  <a:cubicBezTo>
                    <a:pt x="11" y="33"/>
                    <a:pt x="11" y="33"/>
                    <a:pt x="11" y="33"/>
                  </a:cubicBezTo>
                  <a:cubicBezTo>
                    <a:pt x="3" y="36"/>
                    <a:pt x="0" y="46"/>
                    <a:pt x="4" y="53"/>
                  </a:cubicBezTo>
                  <a:cubicBezTo>
                    <a:pt x="8" y="60"/>
                    <a:pt x="17" y="62"/>
                    <a:pt x="24" y="60"/>
                  </a:cubicBezTo>
                  <a:cubicBezTo>
                    <a:pt x="83" y="29"/>
                    <a:pt x="83" y="29"/>
                    <a:pt x="83" y="29"/>
                  </a:cubicBezTo>
                  <a:cubicBezTo>
                    <a:pt x="90" y="26"/>
                    <a:pt x="93" y="17"/>
                    <a:pt x="90"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4" name="Freeform 257">
              <a:extLst>
                <a:ext uri="{FF2B5EF4-FFF2-40B4-BE49-F238E27FC236}">
                  <a16:creationId xmlns:a16="http://schemas.microsoft.com/office/drawing/2014/main" id="{6A9113C8-FA21-995C-8513-17682250FCA8}"/>
                </a:ext>
              </a:extLst>
            </p:cNvPr>
            <p:cNvSpPr>
              <a:spLocks noChangeArrowheads="1"/>
            </p:cNvSpPr>
            <p:nvPr/>
          </p:nvSpPr>
          <p:spPr bwMode="auto">
            <a:xfrm>
              <a:off x="8993188" y="5575300"/>
              <a:ext cx="33337" cy="22225"/>
            </a:xfrm>
            <a:custGeom>
              <a:avLst/>
              <a:gdLst>
                <a:gd name="T0" fmla="*/ 81 w 93"/>
                <a:gd name="T1" fmla="*/ 33 h 63"/>
                <a:gd name="T2" fmla="*/ 81 w 93"/>
                <a:gd name="T3" fmla="*/ 33 h 63"/>
                <a:gd name="T4" fmla="*/ 23 w 93"/>
                <a:gd name="T5" fmla="*/ 3 h 63"/>
                <a:gd name="T6" fmla="*/ 2 w 93"/>
                <a:gd name="T7" fmla="*/ 10 h 63"/>
                <a:gd name="T8" fmla="*/ 9 w 93"/>
                <a:gd name="T9" fmla="*/ 29 h 63"/>
                <a:gd name="T10" fmla="*/ 69 w 93"/>
                <a:gd name="T11" fmla="*/ 60 h 63"/>
                <a:gd name="T12" fmla="*/ 88 w 93"/>
                <a:gd name="T13" fmla="*/ 53 h 63"/>
                <a:gd name="T14" fmla="*/ 81 w 93"/>
                <a:gd name="T15" fmla="*/ 33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81" y="33"/>
                  </a:moveTo>
                  <a:lnTo>
                    <a:pt x="81" y="33"/>
                  </a:lnTo>
                  <a:cubicBezTo>
                    <a:pt x="23" y="3"/>
                    <a:pt x="23" y="3"/>
                    <a:pt x="23" y="3"/>
                  </a:cubicBezTo>
                  <a:cubicBezTo>
                    <a:pt x="15" y="0"/>
                    <a:pt x="7" y="3"/>
                    <a:pt x="2" y="10"/>
                  </a:cubicBezTo>
                  <a:cubicBezTo>
                    <a:pt x="0" y="17"/>
                    <a:pt x="2" y="26"/>
                    <a:pt x="9" y="29"/>
                  </a:cubicBezTo>
                  <a:cubicBezTo>
                    <a:pt x="69" y="60"/>
                    <a:pt x="69" y="60"/>
                    <a:pt x="69" y="60"/>
                  </a:cubicBezTo>
                  <a:cubicBezTo>
                    <a:pt x="76" y="62"/>
                    <a:pt x="84" y="60"/>
                    <a:pt x="88" y="53"/>
                  </a:cubicBezTo>
                  <a:cubicBezTo>
                    <a:pt x="92" y="46"/>
                    <a:pt x="89" y="36"/>
                    <a:pt x="81"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15" name="Group 317">
            <a:extLst>
              <a:ext uri="{FF2B5EF4-FFF2-40B4-BE49-F238E27FC236}">
                <a16:creationId xmlns:a16="http://schemas.microsoft.com/office/drawing/2014/main" id="{C9C72EB6-94D4-D241-11FE-1E5FC2C87A9D}"/>
              </a:ext>
            </a:extLst>
          </p:cNvPr>
          <p:cNvGrpSpPr/>
          <p:nvPr/>
        </p:nvGrpSpPr>
        <p:grpSpPr>
          <a:xfrm>
            <a:off x="8973070" y="5718597"/>
            <a:ext cx="244475" cy="244475"/>
            <a:chOff x="7816850" y="6032500"/>
            <a:chExt cx="244475" cy="244475"/>
          </a:xfrm>
          <a:solidFill>
            <a:schemeClr val="accent4"/>
          </a:solidFill>
        </p:grpSpPr>
        <p:sp>
          <p:nvSpPr>
            <p:cNvPr id="316" name="Freeform 258">
              <a:extLst>
                <a:ext uri="{FF2B5EF4-FFF2-40B4-BE49-F238E27FC236}">
                  <a16:creationId xmlns:a16="http://schemas.microsoft.com/office/drawing/2014/main" id="{B7CD38CE-530D-F57F-9363-37C1160A7C25}"/>
                </a:ext>
              </a:extLst>
            </p:cNvPr>
            <p:cNvSpPr>
              <a:spLocks noChangeArrowheads="1"/>
            </p:cNvSpPr>
            <p:nvPr/>
          </p:nvSpPr>
          <p:spPr bwMode="auto">
            <a:xfrm>
              <a:off x="7816850" y="6032500"/>
              <a:ext cx="244475" cy="244475"/>
            </a:xfrm>
            <a:custGeom>
              <a:avLst/>
              <a:gdLst>
                <a:gd name="T0" fmla="*/ 340 w 680"/>
                <a:gd name="T1" fmla="*/ 0 h 679"/>
                <a:gd name="T2" fmla="*/ 340 w 680"/>
                <a:gd name="T3" fmla="*/ 0 h 679"/>
                <a:gd name="T4" fmla="*/ 0 w 680"/>
                <a:gd name="T5" fmla="*/ 340 h 679"/>
                <a:gd name="T6" fmla="*/ 340 w 680"/>
                <a:gd name="T7" fmla="*/ 678 h 679"/>
                <a:gd name="T8" fmla="*/ 679 w 680"/>
                <a:gd name="T9" fmla="*/ 340 h 679"/>
                <a:gd name="T10" fmla="*/ 340 w 680"/>
                <a:gd name="T11" fmla="*/ 0 h 679"/>
                <a:gd name="T12" fmla="*/ 558 w 680"/>
                <a:gd name="T13" fmla="*/ 558 h 679"/>
                <a:gd name="T14" fmla="*/ 558 w 680"/>
                <a:gd name="T15" fmla="*/ 558 h 679"/>
                <a:gd name="T16" fmla="*/ 340 w 680"/>
                <a:gd name="T17" fmla="*/ 649 h 679"/>
                <a:gd name="T18" fmla="*/ 121 w 680"/>
                <a:gd name="T19" fmla="*/ 558 h 679"/>
                <a:gd name="T20" fmla="*/ 31 w 680"/>
                <a:gd name="T21" fmla="*/ 340 h 679"/>
                <a:gd name="T22" fmla="*/ 121 w 680"/>
                <a:gd name="T23" fmla="*/ 120 h 679"/>
                <a:gd name="T24" fmla="*/ 340 w 680"/>
                <a:gd name="T25" fmla="*/ 30 h 679"/>
                <a:gd name="T26" fmla="*/ 558 w 680"/>
                <a:gd name="T27" fmla="*/ 120 h 679"/>
                <a:gd name="T28" fmla="*/ 650 w 680"/>
                <a:gd name="T29" fmla="*/ 340 h 679"/>
                <a:gd name="T30" fmla="*/ 558 w 680"/>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80" h="679">
                  <a:moveTo>
                    <a:pt x="340" y="0"/>
                  </a:moveTo>
                  <a:lnTo>
                    <a:pt x="340" y="0"/>
                  </a:lnTo>
                  <a:cubicBezTo>
                    <a:pt x="152" y="0"/>
                    <a:pt x="0" y="152"/>
                    <a:pt x="0" y="340"/>
                  </a:cubicBezTo>
                  <a:cubicBezTo>
                    <a:pt x="0" y="526"/>
                    <a:pt x="152" y="678"/>
                    <a:pt x="340" y="678"/>
                  </a:cubicBezTo>
                  <a:cubicBezTo>
                    <a:pt x="527" y="678"/>
                    <a:pt x="679" y="526"/>
                    <a:pt x="679" y="340"/>
                  </a:cubicBezTo>
                  <a:cubicBezTo>
                    <a:pt x="679" y="152"/>
                    <a:pt x="527" y="0"/>
                    <a:pt x="340" y="0"/>
                  </a:cubicBezTo>
                  <a:close/>
                  <a:moveTo>
                    <a:pt x="558" y="558"/>
                  </a:moveTo>
                  <a:lnTo>
                    <a:pt x="558" y="558"/>
                  </a:lnTo>
                  <a:cubicBezTo>
                    <a:pt x="502" y="615"/>
                    <a:pt x="424" y="649"/>
                    <a:pt x="340" y="649"/>
                  </a:cubicBezTo>
                  <a:cubicBezTo>
                    <a:pt x="254" y="649"/>
                    <a:pt x="177" y="615"/>
                    <a:pt x="121" y="558"/>
                  </a:cubicBezTo>
                  <a:cubicBezTo>
                    <a:pt x="65" y="503"/>
                    <a:pt x="31" y="425"/>
                    <a:pt x="31" y="340"/>
                  </a:cubicBezTo>
                  <a:cubicBezTo>
                    <a:pt x="31" y="254"/>
                    <a:pt x="65" y="177"/>
                    <a:pt x="121" y="120"/>
                  </a:cubicBezTo>
                  <a:cubicBezTo>
                    <a:pt x="177" y="65"/>
                    <a:pt x="254" y="30"/>
                    <a:pt x="340" y="30"/>
                  </a:cubicBezTo>
                  <a:cubicBezTo>
                    <a:pt x="424" y="30"/>
                    <a:pt x="502" y="65"/>
                    <a:pt x="558" y="120"/>
                  </a:cubicBezTo>
                  <a:cubicBezTo>
                    <a:pt x="614" y="177"/>
                    <a:pt x="650" y="254"/>
                    <a:pt x="650" y="340"/>
                  </a:cubicBezTo>
                  <a:cubicBezTo>
                    <a:pt x="650" y="425"/>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7" name="Freeform 259">
              <a:extLst>
                <a:ext uri="{FF2B5EF4-FFF2-40B4-BE49-F238E27FC236}">
                  <a16:creationId xmlns:a16="http://schemas.microsoft.com/office/drawing/2014/main" id="{ACC65B15-3B90-EB00-923B-7DBB85E2BCAB}"/>
                </a:ext>
              </a:extLst>
            </p:cNvPr>
            <p:cNvSpPr>
              <a:spLocks noChangeArrowheads="1"/>
            </p:cNvSpPr>
            <p:nvPr/>
          </p:nvSpPr>
          <p:spPr bwMode="auto">
            <a:xfrm>
              <a:off x="7869238" y="6170613"/>
              <a:ext cx="138112" cy="74612"/>
            </a:xfrm>
            <a:custGeom>
              <a:avLst/>
              <a:gdLst>
                <a:gd name="T0" fmla="*/ 374 w 384"/>
                <a:gd name="T1" fmla="*/ 2 h 208"/>
                <a:gd name="T2" fmla="*/ 374 w 384"/>
                <a:gd name="T3" fmla="*/ 2 h 208"/>
                <a:gd name="T4" fmla="*/ 359 w 384"/>
                <a:gd name="T5" fmla="*/ 4 h 208"/>
                <a:gd name="T6" fmla="*/ 192 w 384"/>
                <a:gd name="T7" fmla="*/ 63 h 208"/>
                <a:gd name="T8" fmla="*/ 24 w 384"/>
                <a:gd name="T9" fmla="*/ 4 h 208"/>
                <a:gd name="T10" fmla="*/ 8 w 384"/>
                <a:gd name="T11" fmla="*/ 2 h 208"/>
                <a:gd name="T12" fmla="*/ 0 w 384"/>
                <a:gd name="T13" fmla="*/ 15 h 208"/>
                <a:gd name="T14" fmla="*/ 192 w 384"/>
                <a:gd name="T15" fmla="*/ 207 h 208"/>
                <a:gd name="T16" fmla="*/ 383 w 384"/>
                <a:gd name="T17" fmla="*/ 15 h 208"/>
                <a:gd name="T18" fmla="*/ 374 w 384"/>
                <a:gd name="T19" fmla="*/ 2 h 208"/>
                <a:gd name="T20" fmla="*/ 305 w 384"/>
                <a:gd name="T21" fmla="*/ 129 h 208"/>
                <a:gd name="T22" fmla="*/ 305 w 384"/>
                <a:gd name="T23" fmla="*/ 129 h 208"/>
                <a:gd name="T24" fmla="*/ 192 w 384"/>
                <a:gd name="T25" fmla="*/ 178 h 208"/>
                <a:gd name="T26" fmla="*/ 77 w 384"/>
                <a:gd name="T27" fmla="*/ 129 h 208"/>
                <a:gd name="T28" fmla="*/ 32 w 384"/>
                <a:gd name="T29" fmla="*/ 44 h 208"/>
                <a:gd name="T30" fmla="*/ 192 w 384"/>
                <a:gd name="T31" fmla="*/ 92 h 208"/>
                <a:gd name="T32" fmla="*/ 351 w 384"/>
                <a:gd name="T33" fmla="*/ 44 h 208"/>
                <a:gd name="T34" fmla="*/ 305 w 384"/>
                <a:gd name="T35" fmla="*/ 129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4" h="208">
                  <a:moveTo>
                    <a:pt x="374" y="2"/>
                  </a:moveTo>
                  <a:lnTo>
                    <a:pt x="374" y="2"/>
                  </a:lnTo>
                  <a:cubicBezTo>
                    <a:pt x="370" y="0"/>
                    <a:pt x="365" y="0"/>
                    <a:pt x="359" y="4"/>
                  </a:cubicBezTo>
                  <a:cubicBezTo>
                    <a:pt x="303" y="44"/>
                    <a:pt x="247" y="63"/>
                    <a:pt x="192" y="63"/>
                  </a:cubicBezTo>
                  <a:cubicBezTo>
                    <a:pt x="135" y="63"/>
                    <a:pt x="80" y="44"/>
                    <a:pt x="24" y="4"/>
                  </a:cubicBezTo>
                  <a:cubicBezTo>
                    <a:pt x="18" y="0"/>
                    <a:pt x="13" y="0"/>
                    <a:pt x="8" y="2"/>
                  </a:cubicBezTo>
                  <a:cubicBezTo>
                    <a:pt x="3" y="5"/>
                    <a:pt x="0" y="9"/>
                    <a:pt x="0" y="15"/>
                  </a:cubicBezTo>
                  <a:cubicBezTo>
                    <a:pt x="0" y="121"/>
                    <a:pt x="86" y="207"/>
                    <a:pt x="192" y="207"/>
                  </a:cubicBezTo>
                  <a:cubicBezTo>
                    <a:pt x="297" y="207"/>
                    <a:pt x="383" y="121"/>
                    <a:pt x="383" y="15"/>
                  </a:cubicBezTo>
                  <a:cubicBezTo>
                    <a:pt x="383" y="9"/>
                    <a:pt x="380" y="5"/>
                    <a:pt x="374" y="2"/>
                  </a:cubicBezTo>
                  <a:close/>
                  <a:moveTo>
                    <a:pt x="305" y="129"/>
                  </a:moveTo>
                  <a:lnTo>
                    <a:pt x="305" y="129"/>
                  </a:lnTo>
                  <a:cubicBezTo>
                    <a:pt x="276" y="160"/>
                    <a:pt x="236" y="178"/>
                    <a:pt x="192" y="178"/>
                  </a:cubicBezTo>
                  <a:cubicBezTo>
                    <a:pt x="147" y="178"/>
                    <a:pt x="106" y="160"/>
                    <a:pt x="77" y="129"/>
                  </a:cubicBezTo>
                  <a:cubicBezTo>
                    <a:pt x="54" y="107"/>
                    <a:pt x="39" y="77"/>
                    <a:pt x="32" y="44"/>
                  </a:cubicBezTo>
                  <a:cubicBezTo>
                    <a:pt x="84" y="76"/>
                    <a:pt x="138" y="92"/>
                    <a:pt x="192" y="92"/>
                  </a:cubicBezTo>
                  <a:cubicBezTo>
                    <a:pt x="245" y="92"/>
                    <a:pt x="298" y="76"/>
                    <a:pt x="351" y="44"/>
                  </a:cubicBezTo>
                  <a:cubicBezTo>
                    <a:pt x="345" y="77"/>
                    <a:pt x="329" y="107"/>
                    <a:pt x="30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8" name="Freeform 260">
              <a:extLst>
                <a:ext uri="{FF2B5EF4-FFF2-40B4-BE49-F238E27FC236}">
                  <a16:creationId xmlns:a16="http://schemas.microsoft.com/office/drawing/2014/main" id="{BF8CBD94-5452-8B79-C095-ABE0A5DDA3A9}"/>
                </a:ext>
              </a:extLst>
            </p:cNvPr>
            <p:cNvSpPr>
              <a:spLocks noChangeArrowheads="1"/>
            </p:cNvSpPr>
            <p:nvPr/>
          </p:nvSpPr>
          <p:spPr bwMode="auto">
            <a:xfrm>
              <a:off x="7859713" y="6086475"/>
              <a:ext cx="53975" cy="53975"/>
            </a:xfrm>
            <a:custGeom>
              <a:avLst/>
              <a:gdLst>
                <a:gd name="T0" fmla="*/ 62 w 148"/>
                <a:gd name="T1" fmla="*/ 144 h 149"/>
                <a:gd name="T2" fmla="*/ 62 w 148"/>
                <a:gd name="T3" fmla="*/ 144 h 149"/>
                <a:gd name="T4" fmla="*/ 73 w 148"/>
                <a:gd name="T5" fmla="*/ 148 h 149"/>
                <a:gd name="T6" fmla="*/ 83 w 148"/>
                <a:gd name="T7" fmla="*/ 144 h 149"/>
                <a:gd name="T8" fmla="*/ 126 w 148"/>
                <a:gd name="T9" fmla="*/ 97 h 149"/>
                <a:gd name="T10" fmla="*/ 141 w 148"/>
                <a:gd name="T11" fmla="*/ 72 h 149"/>
                <a:gd name="T12" fmla="*/ 147 w 148"/>
                <a:gd name="T13" fmla="*/ 44 h 149"/>
                <a:gd name="T14" fmla="*/ 102 w 148"/>
                <a:gd name="T15" fmla="*/ 0 h 149"/>
                <a:gd name="T16" fmla="*/ 86 w 148"/>
                <a:gd name="T17" fmla="*/ 3 h 149"/>
                <a:gd name="T18" fmla="*/ 73 w 148"/>
                <a:gd name="T19" fmla="*/ 5 h 149"/>
                <a:gd name="T20" fmla="*/ 59 w 148"/>
                <a:gd name="T21" fmla="*/ 3 h 149"/>
                <a:gd name="T22" fmla="*/ 44 w 148"/>
                <a:gd name="T23" fmla="*/ 0 h 149"/>
                <a:gd name="T24" fmla="*/ 0 w 148"/>
                <a:gd name="T25" fmla="*/ 44 h 149"/>
                <a:gd name="T26" fmla="*/ 6 w 148"/>
                <a:gd name="T27" fmla="*/ 72 h 149"/>
                <a:gd name="T28" fmla="*/ 30 w 148"/>
                <a:gd name="T29" fmla="*/ 109 h 149"/>
                <a:gd name="T30" fmla="*/ 62 w 148"/>
                <a:gd name="T31" fmla="*/ 144 h 149"/>
                <a:gd name="T32" fmla="*/ 44 w 148"/>
                <a:gd name="T33" fmla="*/ 29 h 149"/>
                <a:gd name="T34" fmla="*/ 44 w 148"/>
                <a:gd name="T35" fmla="*/ 29 h 149"/>
                <a:gd name="T36" fmla="*/ 54 w 148"/>
                <a:gd name="T37" fmla="*/ 30 h 149"/>
                <a:gd name="T38" fmla="*/ 68 w 148"/>
                <a:gd name="T39" fmla="*/ 34 h 149"/>
                <a:gd name="T40" fmla="*/ 77 w 148"/>
                <a:gd name="T41" fmla="*/ 34 h 149"/>
                <a:gd name="T42" fmla="*/ 93 w 148"/>
                <a:gd name="T43" fmla="*/ 30 h 149"/>
                <a:gd name="T44" fmla="*/ 102 w 148"/>
                <a:gd name="T45" fmla="*/ 29 h 149"/>
                <a:gd name="T46" fmla="*/ 118 w 148"/>
                <a:gd name="T47" fmla="*/ 44 h 149"/>
                <a:gd name="T48" fmla="*/ 113 w 148"/>
                <a:gd name="T49" fmla="*/ 61 h 149"/>
                <a:gd name="T50" fmla="*/ 94 w 148"/>
                <a:gd name="T51" fmla="*/ 90 h 149"/>
                <a:gd name="T52" fmla="*/ 73 w 148"/>
                <a:gd name="T53" fmla="*/ 112 h 149"/>
                <a:gd name="T54" fmla="*/ 44 w 148"/>
                <a:gd name="T55" fmla="*/ 80 h 149"/>
                <a:gd name="T56" fmla="*/ 33 w 148"/>
                <a:gd name="T57" fmla="*/ 61 h 149"/>
                <a:gd name="T58" fmla="*/ 29 w 148"/>
                <a:gd name="T59" fmla="*/ 44 h 149"/>
                <a:gd name="T60" fmla="*/ 44 w 148"/>
                <a:gd name="T61"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8" h="149">
                  <a:moveTo>
                    <a:pt x="62" y="144"/>
                  </a:moveTo>
                  <a:lnTo>
                    <a:pt x="62" y="144"/>
                  </a:lnTo>
                  <a:cubicBezTo>
                    <a:pt x="65" y="146"/>
                    <a:pt x="69" y="148"/>
                    <a:pt x="73" y="148"/>
                  </a:cubicBezTo>
                  <a:cubicBezTo>
                    <a:pt x="77" y="148"/>
                    <a:pt x="80" y="146"/>
                    <a:pt x="83" y="144"/>
                  </a:cubicBezTo>
                  <a:cubicBezTo>
                    <a:pt x="98" y="128"/>
                    <a:pt x="113" y="113"/>
                    <a:pt x="126" y="97"/>
                  </a:cubicBezTo>
                  <a:cubicBezTo>
                    <a:pt x="131" y="90"/>
                    <a:pt x="137" y="81"/>
                    <a:pt x="141" y="72"/>
                  </a:cubicBezTo>
                  <a:cubicBezTo>
                    <a:pt x="144" y="63"/>
                    <a:pt x="147" y="54"/>
                    <a:pt x="147" y="44"/>
                  </a:cubicBezTo>
                  <a:cubicBezTo>
                    <a:pt x="147" y="19"/>
                    <a:pt x="127" y="0"/>
                    <a:pt x="102" y="0"/>
                  </a:cubicBezTo>
                  <a:cubicBezTo>
                    <a:pt x="97" y="0"/>
                    <a:pt x="93" y="1"/>
                    <a:pt x="86" y="3"/>
                  </a:cubicBezTo>
                  <a:cubicBezTo>
                    <a:pt x="82" y="3"/>
                    <a:pt x="77" y="4"/>
                    <a:pt x="73" y="5"/>
                  </a:cubicBezTo>
                  <a:cubicBezTo>
                    <a:pt x="69" y="4"/>
                    <a:pt x="64" y="3"/>
                    <a:pt x="59" y="3"/>
                  </a:cubicBezTo>
                  <a:cubicBezTo>
                    <a:pt x="54" y="1"/>
                    <a:pt x="48" y="0"/>
                    <a:pt x="44" y="0"/>
                  </a:cubicBezTo>
                  <a:cubicBezTo>
                    <a:pt x="19" y="0"/>
                    <a:pt x="0" y="19"/>
                    <a:pt x="0" y="44"/>
                  </a:cubicBezTo>
                  <a:cubicBezTo>
                    <a:pt x="0" y="54"/>
                    <a:pt x="2" y="63"/>
                    <a:pt x="6" y="72"/>
                  </a:cubicBezTo>
                  <a:cubicBezTo>
                    <a:pt x="11" y="85"/>
                    <a:pt x="21" y="98"/>
                    <a:pt x="30" y="109"/>
                  </a:cubicBezTo>
                  <a:cubicBezTo>
                    <a:pt x="40" y="120"/>
                    <a:pt x="51" y="132"/>
                    <a:pt x="62" y="144"/>
                  </a:cubicBezTo>
                  <a:close/>
                  <a:moveTo>
                    <a:pt x="44" y="29"/>
                  </a:moveTo>
                  <a:lnTo>
                    <a:pt x="44" y="29"/>
                  </a:lnTo>
                  <a:cubicBezTo>
                    <a:pt x="46" y="29"/>
                    <a:pt x="50" y="30"/>
                    <a:pt x="54" y="30"/>
                  </a:cubicBezTo>
                  <a:cubicBezTo>
                    <a:pt x="58" y="32"/>
                    <a:pt x="64" y="33"/>
                    <a:pt x="68" y="34"/>
                  </a:cubicBezTo>
                  <a:cubicBezTo>
                    <a:pt x="72" y="36"/>
                    <a:pt x="75" y="36"/>
                    <a:pt x="77" y="34"/>
                  </a:cubicBezTo>
                  <a:cubicBezTo>
                    <a:pt x="83" y="33"/>
                    <a:pt x="89" y="32"/>
                    <a:pt x="93" y="30"/>
                  </a:cubicBezTo>
                  <a:cubicBezTo>
                    <a:pt x="97" y="30"/>
                    <a:pt x="101" y="29"/>
                    <a:pt x="102" y="29"/>
                  </a:cubicBezTo>
                  <a:cubicBezTo>
                    <a:pt x="111" y="29"/>
                    <a:pt x="118" y="36"/>
                    <a:pt x="118" y="44"/>
                  </a:cubicBezTo>
                  <a:cubicBezTo>
                    <a:pt x="118" y="50"/>
                    <a:pt x="116" y="54"/>
                    <a:pt x="113" y="61"/>
                  </a:cubicBezTo>
                  <a:cubicBezTo>
                    <a:pt x="109" y="69"/>
                    <a:pt x="102" y="80"/>
                    <a:pt x="94" y="90"/>
                  </a:cubicBezTo>
                  <a:cubicBezTo>
                    <a:pt x="87" y="97"/>
                    <a:pt x="80" y="105"/>
                    <a:pt x="73" y="112"/>
                  </a:cubicBezTo>
                  <a:cubicBezTo>
                    <a:pt x="62" y="101"/>
                    <a:pt x="53" y="90"/>
                    <a:pt x="44" y="80"/>
                  </a:cubicBezTo>
                  <a:cubicBezTo>
                    <a:pt x="39" y="73"/>
                    <a:pt x="36" y="66"/>
                    <a:pt x="33" y="61"/>
                  </a:cubicBezTo>
                  <a:cubicBezTo>
                    <a:pt x="30" y="54"/>
                    <a:pt x="29" y="50"/>
                    <a:pt x="29" y="44"/>
                  </a:cubicBezTo>
                  <a:cubicBezTo>
                    <a:pt x="29" y="36"/>
                    <a:pt x="36" y="29"/>
                    <a:pt x="4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19" name="Freeform 261">
              <a:extLst>
                <a:ext uri="{FF2B5EF4-FFF2-40B4-BE49-F238E27FC236}">
                  <a16:creationId xmlns:a16="http://schemas.microsoft.com/office/drawing/2014/main" id="{ADEB35D9-125F-608D-478D-DB0632794222}"/>
                </a:ext>
              </a:extLst>
            </p:cNvPr>
            <p:cNvSpPr>
              <a:spLocks noChangeArrowheads="1"/>
            </p:cNvSpPr>
            <p:nvPr/>
          </p:nvSpPr>
          <p:spPr bwMode="auto">
            <a:xfrm>
              <a:off x="7964488" y="6086475"/>
              <a:ext cx="53975" cy="53975"/>
            </a:xfrm>
            <a:custGeom>
              <a:avLst/>
              <a:gdLst>
                <a:gd name="T0" fmla="*/ 104 w 149"/>
                <a:gd name="T1" fmla="*/ 0 h 149"/>
                <a:gd name="T2" fmla="*/ 104 w 149"/>
                <a:gd name="T3" fmla="*/ 0 h 149"/>
                <a:gd name="T4" fmla="*/ 87 w 149"/>
                <a:gd name="T5" fmla="*/ 3 h 149"/>
                <a:gd name="T6" fmla="*/ 74 w 149"/>
                <a:gd name="T7" fmla="*/ 5 h 149"/>
                <a:gd name="T8" fmla="*/ 61 w 149"/>
                <a:gd name="T9" fmla="*/ 3 h 149"/>
                <a:gd name="T10" fmla="*/ 45 w 149"/>
                <a:gd name="T11" fmla="*/ 0 h 149"/>
                <a:gd name="T12" fmla="*/ 0 w 149"/>
                <a:gd name="T13" fmla="*/ 44 h 149"/>
                <a:gd name="T14" fmla="*/ 6 w 149"/>
                <a:gd name="T15" fmla="*/ 72 h 149"/>
                <a:gd name="T16" fmla="*/ 31 w 149"/>
                <a:gd name="T17" fmla="*/ 109 h 149"/>
                <a:gd name="T18" fmla="*/ 64 w 149"/>
                <a:gd name="T19" fmla="*/ 144 h 149"/>
                <a:gd name="T20" fmla="*/ 74 w 149"/>
                <a:gd name="T21" fmla="*/ 148 h 149"/>
                <a:gd name="T22" fmla="*/ 85 w 149"/>
                <a:gd name="T23" fmla="*/ 144 h 149"/>
                <a:gd name="T24" fmla="*/ 126 w 149"/>
                <a:gd name="T25" fmla="*/ 97 h 149"/>
                <a:gd name="T26" fmla="*/ 141 w 149"/>
                <a:gd name="T27" fmla="*/ 72 h 149"/>
                <a:gd name="T28" fmla="*/ 148 w 149"/>
                <a:gd name="T29" fmla="*/ 44 h 149"/>
                <a:gd name="T30" fmla="*/ 104 w 149"/>
                <a:gd name="T31" fmla="*/ 0 h 149"/>
                <a:gd name="T32" fmla="*/ 114 w 149"/>
                <a:gd name="T33" fmla="*/ 61 h 149"/>
                <a:gd name="T34" fmla="*/ 114 w 149"/>
                <a:gd name="T35" fmla="*/ 61 h 149"/>
                <a:gd name="T36" fmla="*/ 94 w 149"/>
                <a:gd name="T37" fmla="*/ 90 h 149"/>
                <a:gd name="T38" fmla="*/ 74 w 149"/>
                <a:gd name="T39" fmla="*/ 112 h 149"/>
                <a:gd name="T40" fmla="*/ 45 w 149"/>
                <a:gd name="T41" fmla="*/ 80 h 149"/>
                <a:gd name="T42" fmla="*/ 33 w 149"/>
                <a:gd name="T43" fmla="*/ 61 h 149"/>
                <a:gd name="T44" fmla="*/ 29 w 149"/>
                <a:gd name="T45" fmla="*/ 44 h 149"/>
                <a:gd name="T46" fmla="*/ 45 w 149"/>
                <a:gd name="T47" fmla="*/ 29 h 149"/>
                <a:gd name="T48" fmla="*/ 54 w 149"/>
                <a:gd name="T49" fmla="*/ 30 h 149"/>
                <a:gd name="T50" fmla="*/ 69 w 149"/>
                <a:gd name="T51" fmla="*/ 34 h 149"/>
                <a:gd name="T52" fmla="*/ 79 w 149"/>
                <a:gd name="T53" fmla="*/ 34 h 149"/>
                <a:gd name="T54" fmla="*/ 93 w 149"/>
                <a:gd name="T55" fmla="*/ 30 h 149"/>
                <a:gd name="T56" fmla="*/ 104 w 149"/>
                <a:gd name="T57" fmla="*/ 29 h 149"/>
                <a:gd name="T58" fmla="*/ 118 w 149"/>
                <a:gd name="T59" fmla="*/ 44 h 149"/>
                <a:gd name="T60" fmla="*/ 114 w 149"/>
                <a:gd name="T61" fmla="*/ 61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49" h="149">
                  <a:moveTo>
                    <a:pt x="104" y="0"/>
                  </a:moveTo>
                  <a:lnTo>
                    <a:pt x="104" y="0"/>
                  </a:lnTo>
                  <a:cubicBezTo>
                    <a:pt x="98" y="0"/>
                    <a:pt x="93" y="1"/>
                    <a:pt x="87" y="3"/>
                  </a:cubicBezTo>
                  <a:cubicBezTo>
                    <a:pt x="83" y="3"/>
                    <a:pt x="78" y="4"/>
                    <a:pt x="74" y="5"/>
                  </a:cubicBezTo>
                  <a:cubicBezTo>
                    <a:pt x="69" y="4"/>
                    <a:pt x="65" y="3"/>
                    <a:pt x="61" y="3"/>
                  </a:cubicBezTo>
                  <a:cubicBezTo>
                    <a:pt x="54" y="1"/>
                    <a:pt x="50" y="0"/>
                    <a:pt x="45" y="0"/>
                  </a:cubicBezTo>
                  <a:cubicBezTo>
                    <a:pt x="20" y="0"/>
                    <a:pt x="0" y="19"/>
                    <a:pt x="0" y="44"/>
                  </a:cubicBezTo>
                  <a:cubicBezTo>
                    <a:pt x="0" y="54"/>
                    <a:pt x="3" y="63"/>
                    <a:pt x="6" y="72"/>
                  </a:cubicBezTo>
                  <a:cubicBezTo>
                    <a:pt x="13" y="85"/>
                    <a:pt x="21" y="98"/>
                    <a:pt x="31" y="109"/>
                  </a:cubicBezTo>
                  <a:cubicBezTo>
                    <a:pt x="40" y="120"/>
                    <a:pt x="53" y="132"/>
                    <a:pt x="64" y="144"/>
                  </a:cubicBezTo>
                  <a:cubicBezTo>
                    <a:pt x="67" y="146"/>
                    <a:pt x="69" y="148"/>
                    <a:pt x="74" y="148"/>
                  </a:cubicBezTo>
                  <a:cubicBezTo>
                    <a:pt x="78" y="148"/>
                    <a:pt x="82" y="146"/>
                    <a:pt x="85" y="144"/>
                  </a:cubicBezTo>
                  <a:cubicBezTo>
                    <a:pt x="98" y="128"/>
                    <a:pt x="114" y="113"/>
                    <a:pt x="126" y="97"/>
                  </a:cubicBezTo>
                  <a:cubicBezTo>
                    <a:pt x="132" y="90"/>
                    <a:pt x="137" y="81"/>
                    <a:pt x="141" y="72"/>
                  </a:cubicBezTo>
                  <a:cubicBezTo>
                    <a:pt x="145" y="63"/>
                    <a:pt x="148" y="54"/>
                    <a:pt x="148" y="44"/>
                  </a:cubicBezTo>
                  <a:cubicBezTo>
                    <a:pt x="148" y="19"/>
                    <a:pt x="127" y="0"/>
                    <a:pt x="104" y="0"/>
                  </a:cubicBezTo>
                  <a:close/>
                  <a:moveTo>
                    <a:pt x="114" y="61"/>
                  </a:moveTo>
                  <a:lnTo>
                    <a:pt x="114" y="61"/>
                  </a:lnTo>
                  <a:cubicBezTo>
                    <a:pt x="111" y="69"/>
                    <a:pt x="103" y="80"/>
                    <a:pt x="94" y="90"/>
                  </a:cubicBezTo>
                  <a:cubicBezTo>
                    <a:pt x="89" y="97"/>
                    <a:pt x="80" y="105"/>
                    <a:pt x="74" y="112"/>
                  </a:cubicBezTo>
                  <a:cubicBezTo>
                    <a:pt x="62" y="101"/>
                    <a:pt x="53" y="90"/>
                    <a:pt x="45" y="80"/>
                  </a:cubicBezTo>
                  <a:cubicBezTo>
                    <a:pt x="40" y="73"/>
                    <a:pt x="36" y="66"/>
                    <a:pt x="33" y="61"/>
                  </a:cubicBezTo>
                  <a:cubicBezTo>
                    <a:pt x="31" y="54"/>
                    <a:pt x="29" y="50"/>
                    <a:pt x="29" y="44"/>
                  </a:cubicBezTo>
                  <a:cubicBezTo>
                    <a:pt x="29" y="36"/>
                    <a:pt x="36" y="29"/>
                    <a:pt x="45" y="29"/>
                  </a:cubicBezTo>
                  <a:cubicBezTo>
                    <a:pt x="46" y="29"/>
                    <a:pt x="50" y="30"/>
                    <a:pt x="54" y="30"/>
                  </a:cubicBezTo>
                  <a:cubicBezTo>
                    <a:pt x="58" y="32"/>
                    <a:pt x="64" y="33"/>
                    <a:pt x="69" y="34"/>
                  </a:cubicBezTo>
                  <a:cubicBezTo>
                    <a:pt x="72" y="36"/>
                    <a:pt x="75" y="36"/>
                    <a:pt x="79" y="34"/>
                  </a:cubicBezTo>
                  <a:cubicBezTo>
                    <a:pt x="83" y="33"/>
                    <a:pt x="89" y="32"/>
                    <a:pt x="93" y="30"/>
                  </a:cubicBezTo>
                  <a:cubicBezTo>
                    <a:pt x="97" y="30"/>
                    <a:pt x="101" y="29"/>
                    <a:pt x="104" y="29"/>
                  </a:cubicBezTo>
                  <a:cubicBezTo>
                    <a:pt x="111" y="29"/>
                    <a:pt x="118" y="36"/>
                    <a:pt x="118" y="44"/>
                  </a:cubicBezTo>
                  <a:cubicBezTo>
                    <a:pt x="118" y="50"/>
                    <a:pt x="116" y="54"/>
                    <a:pt x="114"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0" name="Group 322">
            <a:extLst>
              <a:ext uri="{FF2B5EF4-FFF2-40B4-BE49-F238E27FC236}">
                <a16:creationId xmlns:a16="http://schemas.microsoft.com/office/drawing/2014/main" id="{371DE4E8-78D0-A6A7-39A5-8BC7FAC6E658}"/>
              </a:ext>
            </a:extLst>
          </p:cNvPr>
          <p:cNvGrpSpPr/>
          <p:nvPr/>
        </p:nvGrpSpPr>
        <p:grpSpPr>
          <a:xfrm>
            <a:off x="9482658" y="5718597"/>
            <a:ext cx="244475" cy="244475"/>
            <a:chOff x="8326438" y="6032500"/>
            <a:chExt cx="244475" cy="244475"/>
          </a:xfrm>
          <a:solidFill>
            <a:schemeClr val="accent4"/>
          </a:solidFill>
        </p:grpSpPr>
        <p:sp>
          <p:nvSpPr>
            <p:cNvPr id="321" name="Freeform 262">
              <a:extLst>
                <a:ext uri="{FF2B5EF4-FFF2-40B4-BE49-F238E27FC236}">
                  <a16:creationId xmlns:a16="http://schemas.microsoft.com/office/drawing/2014/main" id="{89898DD9-B15A-FCD2-770B-AB54040BD08E}"/>
                </a:ext>
              </a:extLst>
            </p:cNvPr>
            <p:cNvSpPr>
              <a:spLocks noChangeArrowheads="1"/>
            </p:cNvSpPr>
            <p:nvPr/>
          </p:nvSpPr>
          <p:spPr bwMode="auto">
            <a:xfrm>
              <a:off x="8326438" y="6032500"/>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5"/>
                    <a:pt x="30" y="340"/>
                  </a:cubicBezTo>
                  <a:cubicBezTo>
                    <a:pt x="30" y="254"/>
                    <a:pt x="65" y="177"/>
                    <a:pt x="120" y="120"/>
                  </a:cubicBezTo>
                  <a:cubicBezTo>
                    <a:pt x="176" y="65"/>
                    <a:pt x="254" y="30"/>
                    <a:pt x="339"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2" name="Freeform 263">
              <a:extLst>
                <a:ext uri="{FF2B5EF4-FFF2-40B4-BE49-F238E27FC236}">
                  <a16:creationId xmlns:a16="http://schemas.microsoft.com/office/drawing/2014/main" id="{05E7637B-2209-2CE5-CE29-467CA38642CC}"/>
                </a:ext>
              </a:extLst>
            </p:cNvPr>
            <p:cNvSpPr>
              <a:spLocks noChangeArrowheads="1"/>
            </p:cNvSpPr>
            <p:nvPr/>
          </p:nvSpPr>
          <p:spPr bwMode="auto">
            <a:xfrm>
              <a:off x="8388350" y="6107113"/>
              <a:ext cx="22225" cy="20637"/>
            </a:xfrm>
            <a:custGeom>
              <a:avLst/>
              <a:gdLst>
                <a:gd name="T0" fmla="*/ 31 w 61"/>
                <a:gd name="T1" fmla="*/ 0 h 59"/>
                <a:gd name="T2" fmla="*/ 31 w 61"/>
                <a:gd name="T3" fmla="*/ 0 h 59"/>
                <a:gd name="T4" fmla="*/ 0 w 61"/>
                <a:gd name="T5" fmla="*/ 29 h 59"/>
                <a:gd name="T6" fmla="*/ 31 w 61"/>
                <a:gd name="T7" fmla="*/ 58 h 59"/>
                <a:gd name="T8" fmla="*/ 60 w 61"/>
                <a:gd name="T9" fmla="*/ 29 h 59"/>
                <a:gd name="T10" fmla="*/ 31 w 61"/>
                <a:gd name="T11" fmla="*/ 0 h 59"/>
              </a:gdLst>
              <a:ahLst/>
              <a:cxnLst>
                <a:cxn ang="0">
                  <a:pos x="T0" y="T1"/>
                </a:cxn>
                <a:cxn ang="0">
                  <a:pos x="T2" y="T3"/>
                </a:cxn>
                <a:cxn ang="0">
                  <a:pos x="T4" y="T5"/>
                </a:cxn>
                <a:cxn ang="0">
                  <a:pos x="T6" y="T7"/>
                </a:cxn>
                <a:cxn ang="0">
                  <a:pos x="T8" y="T9"/>
                </a:cxn>
                <a:cxn ang="0">
                  <a:pos x="T10" y="T11"/>
                </a:cxn>
              </a:cxnLst>
              <a:rect l="0" t="0" r="r" b="b"/>
              <a:pathLst>
                <a:path w="61" h="59">
                  <a:moveTo>
                    <a:pt x="31" y="0"/>
                  </a:moveTo>
                  <a:lnTo>
                    <a:pt x="31" y="0"/>
                  </a:lnTo>
                  <a:cubicBezTo>
                    <a:pt x="14" y="0"/>
                    <a:pt x="0" y="13"/>
                    <a:pt x="0" y="29"/>
                  </a:cubicBezTo>
                  <a:cubicBezTo>
                    <a:pt x="0" y="46"/>
                    <a:pt x="14" y="58"/>
                    <a:pt x="31" y="58"/>
                  </a:cubicBezTo>
                  <a:cubicBezTo>
                    <a:pt x="46" y="58"/>
                    <a:pt x="60" y="46"/>
                    <a:pt x="60" y="29"/>
                  </a:cubicBezTo>
                  <a:cubicBezTo>
                    <a:pt x="60" y="13"/>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3" name="Freeform 264">
              <a:extLst>
                <a:ext uri="{FF2B5EF4-FFF2-40B4-BE49-F238E27FC236}">
                  <a16:creationId xmlns:a16="http://schemas.microsoft.com/office/drawing/2014/main" id="{12F1321C-AC5E-6AC8-3EA7-3B7086A8D360}"/>
                </a:ext>
              </a:extLst>
            </p:cNvPr>
            <p:cNvSpPr>
              <a:spLocks noChangeArrowheads="1"/>
            </p:cNvSpPr>
            <p:nvPr/>
          </p:nvSpPr>
          <p:spPr bwMode="auto">
            <a:xfrm>
              <a:off x="8485188" y="6107113"/>
              <a:ext cx="22225" cy="20637"/>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3"/>
                    <a:pt x="0" y="29"/>
                  </a:cubicBezTo>
                  <a:cubicBezTo>
                    <a:pt x="0" y="46"/>
                    <a:pt x="14" y="58"/>
                    <a:pt x="30" y="58"/>
                  </a:cubicBezTo>
                  <a:cubicBezTo>
                    <a:pt x="45" y="58"/>
                    <a:pt x="59" y="46"/>
                    <a:pt x="59" y="29"/>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4" name="Freeform 265">
              <a:extLst>
                <a:ext uri="{FF2B5EF4-FFF2-40B4-BE49-F238E27FC236}">
                  <a16:creationId xmlns:a16="http://schemas.microsoft.com/office/drawing/2014/main" id="{C527419C-6351-17CE-A747-9930E075882A}"/>
                </a:ext>
              </a:extLst>
            </p:cNvPr>
            <p:cNvSpPr>
              <a:spLocks noChangeArrowheads="1"/>
            </p:cNvSpPr>
            <p:nvPr/>
          </p:nvSpPr>
          <p:spPr bwMode="auto">
            <a:xfrm>
              <a:off x="8410575" y="6149975"/>
              <a:ext cx="74613" cy="95250"/>
            </a:xfrm>
            <a:custGeom>
              <a:avLst/>
              <a:gdLst>
                <a:gd name="T0" fmla="*/ 103 w 207"/>
                <a:gd name="T1" fmla="*/ 0 h 266"/>
                <a:gd name="T2" fmla="*/ 103 w 207"/>
                <a:gd name="T3" fmla="*/ 0 h 266"/>
                <a:gd name="T4" fmla="*/ 29 w 207"/>
                <a:gd name="T5" fmla="*/ 40 h 266"/>
                <a:gd name="T6" fmla="*/ 0 w 207"/>
                <a:gd name="T7" fmla="*/ 132 h 266"/>
                <a:gd name="T8" fmla="*/ 29 w 207"/>
                <a:gd name="T9" fmla="*/ 225 h 266"/>
                <a:gd name="T10" fmla="*/ 103 w 207"/>
                <a:gd name="T11" fmla="*/ 265 h 266"/>
                <a:gd name="T12" fmla="*/ 177 w 207"/>
                <a:gd name="T13" fmla="*/ 225 h 266"/>
                <a:gd name="T14" fmla="*/ 206 w 207"/>
                <a:gd name="T15" fmla="*/ 132 h 266"/>
                <a:gd name="T16" fmla="*/ 177 w 207"/>
                <a:gd name="T17" fmla="*/ 40 h 266"/>
                <a:gd name="T18" fmla="*/ 103 w 207"/>
                <a:gd name="T19" fmla="*/ 0 h 266"/>
                <a:gd name="T20" fmla="*/ 153 w 207"/>
                <a:gd name="T21" fmla="*/ 207 h 266"/>
                <a:gd name="T22" fmla="*/ 153 w 207"/>
                <a:gd name="T23" fmla="*/ 207 h 266"/>
                <a:gd name="T24" fmla="*/ 103 w 207"/>
                <a:gd name="T25" fmla="*/ 236 h 266"/>
                <a:gd name="T26" fmla="*/ 52 w 207"/>
                <a:gd name="T27" fmla="*/ 207 h 266"/>
                <a:gd name="T28" fmla="*/ 29 w 207"/>
                <a:gd name="T29" fmla="*/ 132 h 266"/>
                <a:gd name="T30" fmla="*/ 52 w 207"/>
                <a:gd name="T31" fmla="*/ 58 h 266"/>
                <a:gd name="T32" fmla="*/ 103 w 207"/>
                <a:gd name="T33" fmla="*/ 29 h 266"/>
                <a:gd name="T34" fmla="*/ 153 w 207"/>
                <a:gd name="T35" fmla="*/ 58 h 266"/>
                <a:gd name="T36" fmla="*/ 177 w 207"/>
                <a:gd name="T37" fmla="*/ 132 h 266"/>
                <a:gd name="T38" fmla="*/ 153 w 207"/>
                <a:gd name="T39" fmla="*/ 20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07" h="266">
                  <a:moveTo>
                    <a:pt x="103" y="0"/>
                  </a:moveTo>
                  <a:lnTo>
                    <a:pt x="103" y="0"/>
                  </a:lnTo>
                  <a:cubicBezTo>
                    <a:pt x="73" y="0"/>
                    <a:pt x="47" y="16"/>
                    <a:pt x="29" y="40"/>
                  </a:cubicBezTo>
                  <a:cubicBezTo>
                    <a:pt x="11" y="65"/>
                    <a:pt x="0" y="96"/>
                    <a:pt x="0" y="132"/>
                  </a:cubicBezTo>
                  <a:cubicBezTo>
                    <a:pt x="0" y="168"/>
                    <a:pt x="11" y="200"/>
                    <a:pt x="29" y="225"/>
                  </a:cubicBezTo>
                  <a:cubicBezTo>
                    <a:pt x="47" y="248"/>
                    <a:pt x="73" y="265"/>
                    <a:pt x="103" y="265"/>
                  </a:cubicBezTo>
                  <a:cubicBezTo>
                    <a:pt x="132" y="265"/>
                    <a:pt x="159" y="248"/>
                    <a:pt x="177" y="225"/>
                  </a:cubicBezTo>
                  <a:cubicBezTo>
                    <a:pt x="195" y="200"/>
                    <a:pt x="206" y="168"/>
                    <a:pt x="206" y="132"/>
                  </a:cubicBezTo>
                  <a:cubicBezTo>
                    <a:pt x="206" y="96"/>
                    <a:pt x="195" y="65"/>
                    <a:pt x="177" y="40"/>
                  </a:cubicBezTo>
                  <a:cubicBezTo>
                    <a:pt x="159" y="16"/>
                    <a:pt x="132" y="0"/>
                    <a:pt x="103" y="0"/>
                  </a:cubicBezTo>
                  <a:close/>
                  <a:moveTo>
                    <a:pt x="153" y="207"/>
                  </a:moveTo>
                  <a:lnTo>
                    <a:pt x="153" y="207"/>
                  </a:lnTo>
                  <a:cubicBezTo>
                    <a:pt x="139" y="225"/>
                    <a:pt x="121" y="236"/>
                    <a:pt x="103" y="236"/>
                  </a:cubicBezTo>
                  <a:cubicBezTo>
                    <a:pt x="84" y="236"/>
                    <a:pt x="66" y="225"/>
                    <a:pt x="52" y="207"/>
                  </a:cubicBezTo>
                  <a:cubicBezTo>
                    <a:pt x="39" y="189"/>
                    <a:pt x="29" y="161"/>
                    <a:pt x="29" y="132"/>
                  </a:cubicBezTo>
                  <a:cubicBezTo>
                    <a:pt x="29" y="103"/>
                    <a:pt x="39" y="76"/>
                    <a:pt x="52" y="58"/>
                  </a:cubicBezTo>
                  <a:cubicBezTo>
                    <a:pt x="66" y="40"/>
                    <a:pt x="84" y="29"/>
                    <a:pt x="103" y="29"/>
                  </a:cubicBezTo>
                  <a:cubicBezTo>
                    <a:pt x="121" y="29"/>
                    <a:pt x="139" y="40"/>
                    <a:pt x="153" y="58"/>
                  </a:cubicBezTo>
                  <a:cubicBezTo>
                    <a:pt x="167" y="76"/>
                    <a:pt x="177" y="103"/>
                    <a:pt x="177" y="132"/>
                  </a:cubicBezTo>
                  <a:cubicBezTo>
                    <a:pt x="177" y="161"/>
                    <a:pt x="167" y="189"/>
                    <a:pt x="153" y="20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25" name="Group 327">
            <a:extLst>
              <a:ext uri="{FF2B5EF4-FFF2-40B4-BE49-F238E27FC236}">
                <a16:creationId xmlns:a16="http://schemas.microsoft.com/office/drawing/2014/main" id="{845AE3CD-8A31-821D-4A55-02B155E72F99}"/>
              </a:ext>
            </a:extLst>
          </p:cNvPr>
          <p:cNvGrpSpPr/>
          <p:nvPr/>
        </p:nvGrpSpPr>
        <p:grpSpPr>
          <a:xfrm>
            <a:off x="11009833" y="5204247"/>
            <a:ext cx="244475" cy="244475"/>
            <a:chOff x="9853613" y="5522913"/>
            <a:chExt cx="244475" cy="244475"/>
          </a:xfrm>
          <a:solidFill>
            <a:schemeClr val="accent4"/>
          </a:solidFill>
        </p:grpSpPr>
        <p:sp>
          <p:nvSpPr>
            <p:cNvPr id="326" name="Freeform 266">
              <a:extLst>
                <a:ext uri="{FF2B5EF4-FFF2-40B4-BE49-F238E27FC236}">
                  <a16:creationId xmlns:a16="http://schemas.microsoft.com/office/drawing/2014/main" id="{BA318E53-A063-E168-6EE3-8C6C75B3D57F}"/>
                </a:ext>
              </a:extLst>
            </p:cNvPr>
            <p:cNvSpPr>
              <a:spLocks noChangeArrowheads="1"/>
            </p:cNvSpPr>
            <p:nvPr/>
          </p:nvSpPr>
          <p:spPr bwMode="auto">
            <a:xfrm>
              <a:off x="9853613" y="5522913"/>
              <a:ext cx="244475" cy="244475"/>
            </a:xfrm>
            <a:custGeom>
              <a:avLst/>
              <a:gdLst>
                <a:gd name="T0" fmla="*/ 340 w 679"/>
                <a:gd name="T1" fmla="*/ 0 h 679"/>
                <a:gd name="T2" fmla="*/ 340 w 679"/>
                <a:gd name="T3" fmla="*/ 0 h 679"/>
                <a:gd name="T4" fmla="*/ 0 w 679"/>
                <a:gd name="T5" fmla="*/ 340 h 679"/>
                <a:gd name="T6" fmla="*/ 340 w 679"/>
                <a:gd name="T7" fmla="*/ 678 h 679"/>
                <a:gd name="T8" fmla="*/ 678 w 679"/>
                <a:gd name="T9" fmla="*/ 340 h 679"/>
                <a:gd name="T10" fmla="*/ 340 w 679"/>
                <a:gd name="T11" fmla="*/ 0 h 679"/>
                <a:gd name="T12" fmla="*/ 558 w 679"/>
                <a:gd name="T13" fmla="*/ 558 h 679"/>
                <a:gd name="T14" fmla="*/ 558 w 679"/>
                <a:gd name="T15" fmla="*/ 558 h 679"/>
                <a:gd name="T16" fmla="*/ 340 w 679"/>
                <a:gd name="T17" fmla="*/ 649 h 679"/>
                <a:gd name="T18" fmla="*/ 120 w 679"/>
                <a:gd name="T19" fmla="*/ 558 h 679"/>
                <a:gd name="T20" fmla="*/ 30 w 679"/>
                <a:gd name="T21" fmla="*/ 340 h 679"/>
                <a:gd name="T22" fmla="*/ 120 w 679"/>
                <a:gd name="T23" fmla="*/ 120 h 679"/>
                <a:gd name="T24" fmla="*/ 340 w 679"/>
                <a:gd name="T25" fmla="*/ 30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40" y="0"/>
                  </a:moveTo>
                  <a:lnTo>
                    <a:pt x="340" y="0"/>
                  </a:lnTo>
                  <a:cubicBezTo>
                    <a:pt x="152" y="0"/>
                    <a:pt x="0" y="152"/>
                    <a:pt x="0" y="340"/>
                  </a:cubicBezTo>
                  <a:cubicBezTo>
                    <a:pt x="0" y="526"/>
                    <a:pt x="152" y="678"/>
                    <a:pt x="340" y="678"/>
                  </a:cubicBezTo>
                  <a:cubicBezTo>
                    <a:pt x="526" y="678"/>
                    <a:pt x="678" y="526"/>
                    <a:pt x="678" y="340"/>
                  </a:cubicBezTo>
                  <a:cubicBezTo>
                    <a:pt x="678" y="152"/>
                    <a:pt x="526" y="0"/>
                    <a:pt x="340" y="0"/>
                  </a:cubicBezTo>
                  <a:close/>
                  <a:moveTo>
                    <a:pt x="558" y="558"/>
                  </a:moveTo>
                  <a:lnTo>
                    <a:pt x="558" y="558"/>
                  </a:lnTo>
                  <a:cubicBezTo>
                    <a:pt x="501" y="614"/>
                    <a:pt x="424" y="649"/>
                    <a:pt x="340" y="649"/>
                  </a:cubicBezTo>
                  <a:cubicBezTo>
                    <a:pt x="254" y="649"/>
                    <a:pt x="177" y="614"/>
                    <a:pt x="120" y="558"/>
                  </a:cubicBezTo>
                  <a:cubicBezTo>
                    <a:pt x="65" y="503"/>
                    <a:pt x="30" y="425"/>
                    <a:pt x="30" y="340"/>
                  </a:cubicBezTo>
                  <a:cubicBezTo>
                    <a:pt x="30" y="254"/>
                    <a:pt x="65" y="177"/>
                    <a:pt x="120" y="120"/>
                  </a:cubicBezTo>
                  <a:cubicBezTo>
                    <a:pt x="177" y="65"/>
                    <a:pt x="254" y="30"/>
                    <a:pt x="340" y="30"/>
                  </a:cubicBezTo>
                  <a:cubicBezTo>
                    <a:pt x="424" y="30"/>
                    <a:pt x="501" y="65"/>
                    <a:pt x="558" y="120"/>
                  </a:cubicBezTo>
                  <a:cubicBezTo>
                    <a:pt x="613" y="177"/>
                    <a:pt x="649" y="254"/>
                    <a:pt x="649" y="340"/>
                  </a:cubicBezTo>
                  <a:cubicBezTo>
                    <a:pt x="649" y="425"/>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7" name="Freeform 267">
              <a:extLst>
                <a:ext uri="{FF2B5EF4-FFF2-40B4-BE49-F238E27FC236}">
                  <a16:creationId xmlns:a16="http://schemas.microsoft.com/office/drawing/2014/main" id="{D3D05986-9DAB-E0CD-8471-6E509BD062DD}"/>
                </a:ext>
              </a:extLst>
            </p:cNvPr>
            <p:cNvSpPr>
              <a:spLocks noChangeArrowheads="1"/>
            </p:cNvSpPr>
            <p:nvPr/>
          </p:nvSpPr>
          <p:spPr bwMode="auto">
            <a:xfrm>
              <a:off x="9906000" y="5661025"/>
              <a:ext cx="138113" cy="74613"/>
            </a:xfrm>
            <a:custGeom>
              <a:avLst/>
              <a:gdLst>
                <a:gd name="T0" fmla="*/ 374 w 383"/>
                <a:gd name="T1" fmla="*/ 3 h 209"/>
                <a:gd name="T2" fmla="*/ 374 w 383"/>
                <a:gd name="T3" fmla="*/ 3 h 209"/>
                <a:gd name="T4" fmla="*/ 359 w 383"/>
                <a:gd name="T5" fmla="*/ 4 h 209"/>
                <a:gd name="T6" fmla="*/ 192 w 383"/>
                <a:gd name="T7" fmla="*/ 64 h 209"/>
                <a:gd name="T8" fmla="*/ 23 w 383"/>
                <a:gd name="T9" fmla="*/ 4 h 209"/>
                <a:gd name="T10" fmla="*/ 8 w 383"/>
                <a:gd name="T11" fmla="*/ 3 h 209"/>
                <a:gd name="T12" fmla="*/ 0 w 383"/>
                <a:gd name="T13" fmla="*/ 16 h 209"/>
                <a:gd name="T14" fmla="*/ 192 w 383"/>
                <a:gd name="T15" fmla="*/ 208 h 209"/>
                <a:gd name="T16" fmla="*/ 382 w 383"/>
                <a:gd name="T17" fmla="*/ 16 h 209"/>
                <a:gd name="T18" fmla="*/ 374 w 383"/>
                <a:gd name="T19" fmla="*/ 3 h 209"/>
                <a:gd name="T20" fmla="*/ 305 w 383"/>
                <a:gd name="T21" fmla="*/ 130 h 209"/>
                <a:gd name="T22" fmla="*/ 305 w 383"/>
                <a:gd name="T23" fmla="*/ 130 h 209"/>
                <a:gd name="T24" fmla="*/ 192 w 383"/>
                <a:gd name="T25" fmla="*/ 179 h 209"/>
                <a:gd name="T26" fmla="*/ 77 w 383"/>
                <a:gd name="T27" fmla="*/ 130 h 209"/>
                <a:gd name="T28" fmla="*/ 31 w 383"/>
                <a:gd name="T29" fmla="*/ 45 h 209"/>
                <a:gd name="T30" fmla="*/ 192 w 383"/>
                <a:gd name="T31" fmla="*/ 93 h 209"/>
                <a:gd name="T32" fmla="*/ 350 w 383"/>
                <a:gd name="T33" fmla="*/ 45 h 209"/>
                <a:gd name="T34" fmla="*/ 305 w 383"/>
                <a:gd name="T35" fmla="*/ 13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83" h="209">
                  <a:moveTo>
                    <a:pt x="374" y="3"/>
                  </a:moveTo>
                  <a:lnTo>
                    <a:pt x="374" y="3"/>
                  </a:lnTo>
                  <a:cubicBezTo>
                    <a:pt x="370" y="0"/>
                    <a:pt x="364" y="0"/>
                    <a:pt x="359" y="4"/>
                  </a:cubicBezTo>
                  <a:cubicBezTo>
                    <a:pt x="302" y="45"/>
                    <a:pt x="247" y="64"/>
                    <a:pt x="192" y="64"/>
                  </a:cubicBezTo>
                  <a:cubicBezTo>
                    <a:pt x="135" y="64"/>
                    <a:pt x="80" y="45"/>
                    <a:pt x="23" y="4"/>
                  </a:cubicBezTo>
                  <a:cubicBezTo>
                    <a:pt x="18" y="0"/>
                    <a:pt x="12" y="0"/>
                    <a:pt x="8" y="3"/>
                  </a:cubicBezTo>
                  <a:cubicBezTo>
                    <a:pt x="2" y="6"/>
                    <a:pt x="0" y="10"/>
                    <a:pt x="0" y="16"/>
                  </a:cubicBezTo>
                  <a:cubicBezTo>
                    <a:pt x="0" y="122"/>
                    <a:pt x="85" y="208"/>
                    <a:pt x="192" y="208"/>
                  </a:cubicBezTo>
                  <a:cubicBezTo>
                    <a:pt x="297" y="208"/>
                    <a:pt x="382" y="122"/>
                    <a:pt x="382" y="16"/>
                  </a:cubicBezTo>
                  <a:cubicBezTo>
                    <a:pt x="382" y="10"/>
                    <a:pt x="379" y="6"/>
                    <a:pt x="374" y="3"/>
                  </a:cubicBezTo>
                  <a:close/>
                  <a:moveTo>
                    <a:pt x="305" y="130"/>
                  </a:moveTo>
                  <a:lnTo>
                    <a:pt x="305" y="130"/>
                  </a:lnTo>
                  <a:cubicBezTo>
                    <a:pt x="276" y="161"/>
                    <a:pt x="236" y="179"/>
                    <a:pt x="192" y="179"/>
                  </a:cubicBezTo>
                  <a:cubicBezTo>
                    <a:pt x="146" y="179"/>
                    <a:pt x="106" y="161"/>
                    <a:pt x="77" y="130"/>
                  </a:cubicBezTo>
                  <a:cubicBezTo>
                    <a:pt x="53" y="108"/>
                    <a:pt x="38" y="78"/>
                    <a:pt x="31" y="45"/>
                  </a:cubicBezTo>
                  <a:cubicBezTo>
                    <a:pt x="84" y="76"/>
                    <a:pt x="138" y="93"/>
                    <a:pt x="192" y="93"/>
                  </a:cubicBezTo>
                  <a:cubicBezTo>
                    <a:pt x="244" y="93"/>
                    <a:pt x="298" y="76"/>
                    <a:pt x="350" y="45"/>
                  </a:cubicBezTo>
                  <a:cubicBezTo>
                    <a:pt x="345" y="78"/>
                    <a:pt x="328" y="108"/>
                    <a:pt x="305"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8" name="Freeform 268">
              <a:extLst>
                <a:ext uri="{FF2B5EF4-FFF2-40B4-BE49-F238E27FC236}">
                  <a16:creationId xmlns:a16="http://schemas.microsoft.com/office/drawing/2014/main" id="{528C70A9-2238-1F1B-BC71-F5607D537403}"/>
                </a:ext>
              </a:extLst>
            </p:cNvPr>
            <p:cNvSpPr>
              <a:spLocks noChangeArrowheads="1"/>
            </p:cNvSpPr>
            <p:nvPr/>
          </p:nvSpPr>
          <p:spPr bwMode="auto">
            <a:xfrm>
              <a:off x="9906000" y="5586413"/>
              <a:ext cx="44450" cy="22225"/>
            </a:xfrm>
            <a:custGeom>
              <a:avLst/>
              <a:gdLst>
                <a:gd name="T0" fmla="*/ 11 w 123"/>
                <a:gd name="T1" fmla="*/ 31 h 63"/>
                <a:gd name="T2" fmla="*/ 11 w 123"/>
                <a:gd name="T3" fmla="*/ 31 h 63"/>
                <a:gd name="T4" fmla="*/ 100 w 123"/>
                <a:gd name="T5" fmla="*/ 61 h 63"/>
                <a:gd name="T6" fmla="*/ 119 w 123"/>
                <a:gd name="T7" fmla="*/ 51 h 63"/>
                <a:gd name="T8" fmla="*/ 109 w 123"/>
                <a:gd name="T9" fmla="*/ 32 h 63"/>
                <a:gd name="T10" fmla="*/ 21 w 123"/>
                <a:gd name="T11" fmla="*/ 3 h 63"/>
                <a:gd name="T12" fmla="*/ 2 w 123"/>
                <a:gd name="T13" fmla="*/ 13 h 63"/>
                <a:gd name="T14" fmla="*/ 11 w 123"/>
                <a:gd name="T15" fmla="*/ 3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11" y="31"/>
                  </a:moveTo>
                  <a:lnTo>
                    <a:pt x="11" y="31"/>
                  </a:lnTo>
                  <a:cubicBezTo>
                    <a:pt x="100" y="61"/>
                    <a:pt x="100" y="61"/>
                    <a:pt x="100" y="61"/>
                  </a:cubicBezTo>
                  <a:cubicBezTo>
                    <a:pt x="108" y="62"/>
                    <a:pt x="116" y="58"/>
                    <a:pt x="119" y="51"/>
                  </a:cubicBezTo>
                  <a:cubicBezTo>
                    <a:pt x="122" y="43"/>
                    <a:pt x="116" y="35"/>
                    <a:pt x="109" y="32"/>
                  </a:cubicBezTo>
                  <a:cubicBezTo>
                    <a:pt x="21" y="3"/>
                    <a:pt x="21" y="3"/>
                    <a:pt x="21" y="3"/>
                  </a:cubicBezTo>
                  <a:cubicBezTo>
                    <a:pt x="13" y="0"/>
                    <a:pt x="4" y="4"/>
                    <a:pt x="2" y="13"/>
                  </a:cubicBezTo>
                  <a:cubicBezTo>
                    <a:pt x="0" y="19"/>
                    <a:pt x="4" y="28"/>
                    <a:pt x="11"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29" name="Freeform 269">
              <a:extLst>
                <a:ext uri="{FF2B5EF4-FFF2-40B4-BE49-F238E27FC236}">
                  <a16:creationId xmlns:a16="http://schemas.microsoft.com/office/drawing/2014/main" id="{2DB83E72-4D00-B5CA-0511-A01CFF7B7F6B}"/>
                </a:ext>
              </a:extLst>
            </p:cNvPr>
            <p:cNvSpPr>
              <a:spLocks noChangeArrowheads="1"/>
            </p:cNvSpPr>
            <p:nvPr/>
          </p:nvSpPr>
          <p:spPr bwMode="auto">
            <a:xfrm>
              <a:off x="10001250" y="5586413"/>
              <a:ext cx="44450" cy="22225"/>
            </a:xfrm>
            <a:custGeom>
              <a:avLst/>
              <a:gdLst>
                <a:gd name="T0" fmla="*/ 21 w 123"/>
                <a:gd name="T1" fmla="*/ 61 h 63"/>
                <a:gd name="T2" fmla="*/ 21 w 123"/>
                <a:gd name="T3" fmla="*/ 61 h 63"/>
                <a:gd name="T4" fmla="*/ 109 w 123"/>
                <a:gd name="T5" fmla="*/ 31 h 63"/>
                <a:gd name="T6" fmla="*/ 119 w 123"/>
                <a:gd name="T7" fmla="*/ 13 h 63"/>
                <a:gd name="T8" fmla="*/ 100 w 123"/>
                <a:gd name="T9" fmla="*/ 3 h 63"/>
                <a:gd name="T10" fmla="*/ 11 w 123"/>
                <a:gd name="T11" fmla="*/ 32 h 63"/>
                <a:gd name="T12" fmla="*/ 2 w 123"/>
                <a:gd name="T13" fmla="*/ 51 h 63"/>
                <a:gd name="T14" fmla="*/ 21 w 123"/>
                <a:gd name="T15" fmla="*/ 61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3" h="63">
                  <a:moveTo>
                    <a:pt x="21" y="61"/>
                  </a:moveTo>
                  <a:lnTo>
                    <a:pt x="21" y="61"/>
                  </a:lnTo>
                  <a:cubicBezTo>
                    <a:pt x="109" y="31"/>
                    <a:pt x="109" y="31"/>
                    <a:pt x="109" y="31"/>
                  </a:cubicBezTo>
                  <a:cubicBezTo>
                    <a:pt x="116" y="28"/>
                    <a:pt x="122" y="19"/>
                    <a:pt x="119" y="13"/>
                  </a:cubicBezTo>
                  <a:cubicBezTo>
                    <a:pt x="116" y="4"/>
                    <a:pt x="108" y="0"/>
                    <a:pt x="100" y="3"/>
                  </a:cubicBezTo>
                  <a:cubicBezTo>
                    <a:pt x="11" y="32"/>
                    <a:pt x="11" y="32"/>
                    <a:pt x="11" y="32"/>
                  </a:cubicBezTo>
                  <a:cubicBezTo>
                    <a:pt x="5" y="35"/>
                    <a:pt x="0" y="43"/>
                    <a:pt x="2" y="51"/>
                  </a:cubicBezTo>
                  <a:cubicBezTo>
                    <a:pt x="5" y="58"/>
                    <a:pt x="13" y="62"/>
                    <a:pt x="21"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0" name="Group 332">
            <a:extLst>
              <a:ext uri="{FF2B5EF4-FFF2-40B4-BE49-F238E27FC236}">
                <a16:creationId xmlns:a16="http://schemas.microsoft.com/office/drawing/2014/main" id="{EADC389F-6BF9-BD2D-182B-E6590D6F7449}"/>
              </a:ext>
            </a:extLst>
          </p:cNvPr>
          <p:cNvGrpSpPr/>
          <p:nvPr/>
        </p:nvGrpSpPr>
        <p:grpSpPr>
          <a:xfrm>
            <a:off x="11009833" y="5718597"/>
            <a:ext cx="252412" cy="244475"/>
            <a:chOff x="9853613" y="6032500"/>
            <a:chExt cx="252412" cy="244475"/>
          </a:xfrm>
          <a:solidFill>
            <a:schemeClr val="accent4"/>
          </a:solidFill>
        </p:grpSpPr>
        <p:sp>
          <p:nvSpPr>
            <p:cNvPr id="331" name="Freeform 270">
              <a:extLst>
                <a:ext uri="{FF2B5EF4-FFF2-40B4-BE49-F238E27FC236}">
                  <a16:creationId xmlns:a16="http://schemas.microsoft.com/office/drawing/2014/main" id="{AEF60447-D924-6AE5-9D80-601E88D344B2}"/>
                </a:ext>
              </a:extLst>
            </p:cNvPr>
            <p:cNvSpPr>
              <a:spLocks noChangeArrowheads="1"/>
            </p:cNvSpPr>
            <p:nvPr/>
          </p:nvSpPr>
          <p:spPr bwMode="auto">
            <a:xfrm>
              <a:off x="9853613" y="6032500"/>
              <a:ext cx="252412" cy="244475"/>
            </a:xfrm>
            <a:custGeom>
              <a:avLst/>
              <a:gdLst>
                <a:gd name="T0" fmla="*/ 340 w 702"/>
                <a:gd name="T1" fmla="*/ 678 h 679"/>
                <a:gd name="T2" fmla="*/ 340 w 702"/>
                <a:gd name="T3" fmla="*/ 678 h 679"/>
                <a:gd name="T4" fmla="*/ 558 w 702"/>
                <a:gd name="T5" fmla="*/ 598 h 679"/>
                <a:gd name="T6" fmla="*/ 570 w 702"/>
                <a:gd name="T7" fmla="*/ 600 h 679"/>
                <a:gd name="T8" fmla="*/ 598 w 702"/>
                <a:gd name="T9" fmla="*/ 590 h 679"/>
                <a:gd name="T10" fmla="*/ 668 w 702"/>
                <a:gd name="T11" fmla="*/ 525 h 679"/>
                <a:gd name="T12" fmla="*/ 692 w 702"/>
                <a:gd name="T13" fmla="*/ 489 h 679"/>
                <a:gd name="T14" fmla="*/ 701 w 702"/>
                <a:gd name="T15" fmla="*/ 448 h 679"/>
                <a:gd name="T16" fmla="*/ 701 w 702"/>
                <a:gd name="T17" fmla="*/ 446 h 679"/>
                <a:gd name="T18" fmla="*/ 701 w 702"/>
                <a:gd name="T19" fmla="*/ 446 h 679"/>
                <a:gd name="T20" fmla="*/ 674 w 702"/>
                <a:gd name="T21" fmla="*/ 388 h 679"/>
                <a:gd name="T22" fmla="*/ 678 w 702"/>
                <a:gd name="T23" fmla="*/ 340 h 679"/>
                <a:gd name="T24" fmla="*/ 340 w 702"/>
                <a:gd name="T25" fmla="*/ 0 h 679"/>
                <a:gd name="T26" fmla="*/ 0 w 702"/>
                <a:gd name="T27" fmla="*/ 340 h 679"/>
                <a:gd name="T28" fmla="*/ 340 w 702"/>
                <a:gd name="T29" fmla="*/ 678 h 679"/>
                <a:gd name="T30" fmla="*/ 666 w 702"/>
                <a:gd name="T31" fmla="*/ 477 h 679"/>
                <a:gd name="T32" fmla="*/ 666 w 702"/>
                <a:gd name="T33" fmla="*/ 477 h 679"/>
                <a:gd name="T34" fmla="*/ 632 w 702"/>
                <a:gd name="T35" fmla="*/ 521 h 679"/>
                <a:gd name="T36" fmla="*/ 579 w 702"/>
                <a:gd name="T37" fmla="*/ 566 h 679"/>
                <a:gd name="T38" fmla="*/ 570 w 702"/>
                <a:gd name="T39" fmla="*/ 570 h 679"/>
                <a:gd name="T40" fmla="*/ 562 w 702"/>
                <a:gd name="T41" fmla="*/ 568 h 679"/>
                <a:gd name="T42" fmla="*/ 562 w 702"/>
                <a:gd name="T43" fmla="*/ 568 h 679"/>
                <a:gd name="T44" fmla="*/ 561 w 702"/>
                <a:gd name="T45" fmla="*/ 566 h 679"/>
                <a:gd name="T46" fmla="*/ 494 w 702"/>
                <a:gd name="T47" fmla="*/ 507 h 679"/>
                <a:gd name="T48" fmla="*/ 474 w 702"/>
                <a:gd name="T49" fmla="*/ 478 h 679"/>
                <a:gd name="T50" fmla="*/ 467 w 702"/>
                <a:gd name="T51" fmla="*/ 450 h 679"/>
                <a:gd name="T52" fmla="*/ 467 w 702"/>
                <a:gd name="T53" fmla="*/ 448 h 679"/>
                <a:gd name="T54" fmla="*/ 467 w 702"/>
                <a:gd name="T55" fmla="*/ 446 h 679"/>
                <a:gd name="T56" fmla="*/ 511 w 702"/>
                <a:gd name="T57" fmla="*/ 402 h 679"/>
                <a:gd name="T58" fmla="*/ 555 w 702"/>
                <a:gd name="T59" fmla="*/ 446 h 679"/>
                <a:gd name="T60" fmla="*/ 559 w 702"/>
                <a:gd name="T61" fmla="*/ 457 h 679"/>
                <a:gd name="T62" fmla="*/ 569 w 702"/>
                <a:gd name="T63" fmla="*/ 461 h 679"/>
                <a:gd name="T64" fmla="*/ 580 w 702"/>
                <a:gd name="T65" fmla="*/ 457 h 679"/>
                <a:gd name="T66" fmla="*/ 584 w 702"/>
                <a:gd name="T67" fmla="*/ 446 h 679"/>
                <a:gd name="T68" fmla="*/ 628 w 702"/>
                <a:gd name="T69" fmla="*/ 402 h 679"/>
                <a:gd name="T70" fmla="*/ 672 w 702"/>
                <a:gd name="T71" fmla="*/ 446 h 679"/>
                <a:gd name="T72" fmla="*/ 672 w 702"/>
                <a:gd name="T73" fmla="*/ 446 h 679"/>
                <a:gd name="T74" fmla="*/ 672 w 702"/>
                <a:gd name="T75" fmla="*/ 448 h 679"/>
                <a:gd name="T76" fmla="*/ 666 w 702"/>
                <a:gd name="T77" fmla="*/ 477 h 679"/>
                <a:gd name="T78" fmla="*/ 120 w 702"/>
                <a:gd name="T79" fmla="*/ 120 h 679"/>
                <a:gd name="T80" fmla="*/ 120 w 702"/>
                <a:gd name="T81" fmla="*/ 120 h 679"/>
                <a:gd name="T82" fmla="*/ 340 w 702"/>
                <a:gd name="T83" fmla="*/ 30 h 679"/>
                <a:gd name="T84" fmla="*/ 558 w 702"/>
                <a:gd name="T85" fmla="*/ 120 h 679"/>
                <a:gd name="T86" fmla="*/ 649 w 702"/>
                <a:gd name="T87" fmla="*/ 340 h 679"/>
                <a:gd name="T88" fmla="*/ 646 w 702"/>
                <a:gd name="T89" fmla="*/ 374 h 679"/>
                <a:gd name="T90" fmla="*/ 628 w 702"/>
                <a:gd name="T91" fmla="*/ 373 h 679"/>
                <a:gd name="T92" fmla="*/ 569 w 702"/>
                <a:gd name="T93" fmla="*/ 402 h 679"/>
                <a:gd name="T94" fmla="*/ 511 w 702"/>
                <a:gd name="T95" fmla="*/ 373 h 679"/>
                <a:gd name="T96" fmla="*/ 438 w 702"/>
                <a:gd name="T97" fmla="*/ 445 h 679"/>
                <a:gd name="T98" fmla="*/ 436 w 702"/>
                <a:gd name="T99" fmla="*/ 445 h 679"/>
                <a:gd name="T100" fmla="*/ 436 w 702"/>
                <a:gd name="T101" fmla="*/ 446 h 679"/>
                <a:gd name="T102" fmla="*/ 436 w 702"/>
                <a:gd name="T103" fmla="*/ 446 h 679"/>
                <a:gd name="T104" fmla="*/ 436 w 702"/>
                <a:gd name="T105" fmla="*/ 446 h 679"/>
                <a:gd name="T106" fmla="*/ 436 w 702"/>
                <a:gd name="T107" fmla="*/ 450 h 679"/>
                <a:gd name="T108" fmla="*/ 447 w 702"/>
                <a:gd name="T109" fmla="*/ 490 h 679"/>
                <a:gd name="T110" fmla="*/ 487 w 702"/>
                <a:gd name="T111" fmla="*/ 543 h 679"/>
                <a:gd name="T112" fmla="*/ 532 w 702"/>
                <a:gd name="T113" fmla="*/ 582 h 679"/>
                <a:gd name="T114" fmla="*/ 340 w 702"/>
                <a:gd name="T115" fmla="*/ 649 h 679"/>
                <a:gd name="T116" fmla="*/ 120 w 702"/>
                <a:gd name="T117" fmla="*/ 558 h 679"/>
                <a:gd name="T118" fmla="*/ 30 w 702"/>
                <a:gd name="T119" fmla="*/ 340 h 679"/>
                <a:gd name="T120" fmla="*/ 120 w 702"/>
                <a:gd name="T121" fmla="*/ 120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02" h="679">
                  <a:moveTo>
                    <a:pt x="340" y="678"/>
                  </a:moveTo>
                  <a:lnTo>
                    <a:pt x="340" y="678"/>
                  </a:lnTo>
                  <a:cubicBezTo>
                    <a:pt x="422" y="678"/>
                    <a:pt x="498" y="648"/>
                    <a:pt x="558" y="598"/>
                  </a:cubicBezTo>
                  <a:cubicBezTo>
                    <a:pt x="562" y="600"/>
                    <a:pt x="566" y="600"/>
                    <a:pt x="570" y="600"/>
                  </a:cubicBezTo>
                  <a:cubicBezTo>
                    <a:pt x="580" y="600"/>
                    <a:pt x="590" y="597"/>
                    <a:pt x="598" y="590"/>
                  </a:cubicBezTo>
                  <a:cubicBezTo>
                    <a:pt x="624" y="569"/>
                    <a:pt x="649" y="548"/>
                    <a:pt x="668" y="525"/>
                  </a:cubicBezTo>
                  <a:cubicBezTo>
                    <a:pt x="678" y="514"/>
                    <a:pt x="686" y="501"/>
                    <a:pt x="692" y="489"/>
                  </a:cubicBezTo>
                  <a:cubicBezTo>
                    <a:pt x="699" y="477"/>
                    <a:pt x="701" y="463"/>
                    <a:pt x="701" y="448"/>
                  </a:cubicBezTo>
                  <a:cubicBezTo>
                    <a:pt x="701" y="446"/>
                    <a:pt x="701" y="446"/>
                    <a:pt x="701" y="446"/>
                  </a:cubicBezTo>
                  <a:lnTo>
                    <a:pt x="701" y="446"/>
                  </a:lnTo>
                  <a:cubicBezTo>
                    <a:pt x="701" y="423"/>
                    <a:pt x="690" y="402"/>
                    <a:pt x="674" y="388"/>
                  </a:cubicBezTo>
                  <a:cubicBezTo>
                    <a:pt x="677" y="373"/>
                    <a:pt x="678" y="356"/>
                    <a:pt x="678" y="340"/>
                  </a:cubicBezTo>
                  <a:cubicBezTo>
                    <a:pt x="678" y="152"/>
                    <a:pt x="526" y="0"/>
                    <a:pt x="340" y="0"/>
                  </a:cubicBezTo>
                  <a:cubicBezTo>
                    <a:pt x="152" y="0"/>
                    <a:pt x="0" y="152"/>
                    <a:pt x="0" y="340"/>
                  </a:cubicBezTo>
                  <a:cubicBezTo>
                    <a:pt x="0" y="526"/>
                    <a:pt x="152" y="678"/>
                    <a:pt x="340" y="678"/>
                  </a:cubicBezTo>
                  <a:close/>
                  <a:moveTo>
                    <a:pt x="666" y="477"/>
                  </a:moveTo>
                  <a:lnTo>
                    <a:pt x="666" y="477"/>
                  </a:lnTo>
                  <a:cubicBezTo>
                    <a:pt x="659" y="490"/>
                    <a:pt x="648" y="506"/>
                    <a:pt x="632" y="521"/>
                  </a:cubicBezTo>
                  <a:cubicBezTo>
                    <a:pt x="617" y="536"/>
                    <a:pt x="598" y="551"/>
                    <a:pt x="579" y="566"/>
                  </a:cubicBezTo>
                  <a:cubicBezTo>
                    <a:pt x="576" y="569"/>
                    <a:pt x="573" y="570"/>
                    <a:pt x="570" y="570"/>
                  </a:cubicBezTo>
                  <a:cubicBezTo>
                    <a:pt x="567" y="570"/>
                    <a:pt x="565" y="569"/>
                    <a:pt x="562" y="568"/>
                  </a:cubicBezTo>
                  <a:lnTo>
                    <a:pt x="562" y="568"/>
                  </a:lnTo>
                  <a:cubicBezTo>
                    <a:pt x="561" y="568"/>
                    <a:pt x="561" y="568"/>
                    <a:pt x="561" y="566"/>
                  </a:cubicBezTo>
                  <a:cubicBezTo>
                    <a:pt x="536" y="547"/>
                    <a:pt x="511" y="526"/>
                    <a:pt x="494" y="507"/>
                  </a:cubicBezTo>
                  <a:cubicBezTo>
                    <a:pt x="485" y="496"/>
                    <a:pt x="478" y="486"/>
                    <a:pt x="474" y="478"/>
                  </a:cubicBezTo>
                  <a:cubicBezTo>
                    <a:pt x="468" y="468"/>
                    <a:pt x="467" y="459"/>
                    <a:pt x="467" y="450"/>
                  </a:cubicBezTo>
                  <a:cubicBezTo>
                    <a:pt x="467" y="448"/>
                    <a:pt x="467" y="448"/>
                    <a:pt x="467" y="448"/>
                  </a:cubicBezTo>
                  <a:cubicBezTo>
                    <a:pt x="467" y="446"/>
                    <a:pt x="467" y="446"/>
                    <a:pt x="467" y="446"/>
                  </a:cubicBezTo>
                  <a:cubicBezTo>
                    <a:pt x="467" y="421"/>
                    <a:pt x="486" y="402"/>
                    <a:pt x="511" y="402"/>
                  </a:cubicBezTo>
                  <a:cubicBezTo>
                    <a:pt x="534" y="402"/>
                    <a:pt x="555" y="421"/>
                    <a:pt x="555" y="446"/>
                  </a:cubicBezTo>
                  <a:cubicBezTo>
                    <a:pt x="555" y="450"/>
                    <a:pt x="556" y="454"/>
                    <a:pt x="559" y="457"/>
                  </a:cubicBezTo>
                  <a:cubicBezTo>
                    <a:pt x="562" y="460"/>
                    <a:pt x="566" y="461"/>
                    <a:pt x="569" y="461"/>
                  </a:cubicBezTo>
                  <a:cubicBezTo>
                    <a:pt x="573" y="461"/>
                    <a:pt x="577" y="460"/>
                    <a:pt x="580" y="457"/>
                  </a:cubicBezTo>
                  <a:cubicBezTo>
                    <a:pt x="583" y="454"/>
                    <a:pt x="584" y="450"/>
                    <a:pt x="584" y="446"/>
                  </a:cubicBezTo>
                  <a:cubicBezTo>
                    <a:pt x="584" y="421"/>
                    <a:pt x="603" y="402"/>
                    <a:pt x="628" y="402"/>
                  </a:cubicBezTo>
                  <a:cubicBezTo>
                    <a:pt x="653" y="402"/>
                    <a:pt x="672" y="421"/>
                    <a:pt x="672" y="446"/>
                  </a:cubicBezTo>
                  <a:lnTo>
                    <a:pt x="672" y="446"/>
                  </a:lnTo>
                  <a:cubicBezTo>
                    <a:pt x="672" y="448"/>
                    <a:pt x="672" y="448"/>
                    <a:pt x="672" y="448"/>
                  </a:cubicBezTo>
                  <a:cubicBezTo>
                    <a:pt x="672" y="457"/>
                    <a:pt x="670" y="467"/>
                    <a:pt x="666" y="477"/>
                  </a:cubicBezTo>
                  <a:close/>
                  <a:moveTo>
                    <a:pt x="120" y="120"/>
                  </a:moveTo>
                  <a:lnTo>
                    <a:pt x="120" y="120"/>
                  </a:lnTo>
                  <a:cubicBezTo>
                    <a:pt x="177" y="65"/>
                    <a:pt x="254" y="30"/>
                    <a:pt x="340" y="30"/>
                  </a:cubicBezTo>
                  <a:cubicBezTo>
                    <a:pt x="424" y="30"/>
                    <a:pt x="501" y="65"/>
                    <a:pt x="558" y="120"/>
                  </a:cubicBezTo>
                  <a:cubicBezTo>
                    <a:pt x="613" y="177"/>
                    <a:pt x="649" y="254"/>
                    <a:pt x="649" y="340"/>
                  </a:cubicBezTo>
                  <a:cubicBezTo>
                    <a:pt x="649" y="351"/>
                    <a:pt x="648" y="363"/>
                    <a:pt x="646" y="374"/>
                  </a:cubicBezTo>
                  <a:cubicBezTo>
                    <a:pt x="641" y="373"/>
                    <a:pt x="635" y="373"/>
                    <a:pt x="628" y="373"/>
                  </a:cubicBezTo>
                  <a:cubicBezTo>
                    <a:pt x="605" y="373"/>
                    <a:pt x="583" y="384"/>
                    <a:pt x="569" y="402"/>
                  </a:cubicBezTo>
                  <a:cubicBezTo>
                    <a:pt x="556" y="384"/>
                    <a:pt x="534" y="373"/>
                    <a:pt x="511" y="373"/>
                  </a:cubicBezTo>
                  <a:cubicBezTo>
                    <a:pt x="471" y="373"/>
                    <a:pt x="438" y="405"/>
                    <a:pt x="438" y="445"/>
                  </a:cubicBezTo>
                  <a:cubicBezTo>
                    <a:pt x="436" y="445"/>
                    <a:pt x="436" y="445"/>
                    <a:pt x="436" y="445"/>
                  </a:cubicBezTo>
                  <a:cubicBezTo>
                    <a:pt x="436" y="446"/>
                    <a:pt x="436" y="446"/>
                    <a:pt x="436" y="446"/>
                  </a:cubicBezTo>
                  <a:lnTo>
                    <a:pt x="436" y="446"/>
                  </a:lnTo>
                  <a:lnTo>
                    <a:pt x="436" y="446"/>
                  </a:lnTo>
                  <a:cubicBezTo>
                    <a:pt x="436" y="448"/>
                    <a:pt x="436" y="449"/>
                    <a:pt x="436" y="450"/>
                  </a:cubicBezTo>
                  <a:cubicBezTo>
                    <a:pt x="436" y="464"/>
                    <a:pt x="440" y="478"/>
                    <a:pt x="447" y="490"/>
                  </a:cubicBezTo>
                  <a:cubicBezTo>
                    <a:pt x="456" y="510"/>
                    <a:pt x="471" y="526"/>
                    <a:pt x="487" y="543"/>
                  </a:cubicBezTo>
                  <a:cubicBezTo>
                    <a:pt x="501" y="555"/>
                    <a:pt x="516" y="569"/>
                    <a:pt x="532" y="582"/>
                  </a:cubicBezTo>
                  <a:cubicBezTo>
                    <a:pt x="479" y="623"/>
                    <a:pt x="411" y="649"/>
                    <a:pt x="340" y="649"/>
                  </a:cubicBezTo>
                  <a:cubicBezTo>
                    <a:pt x="254" y="649"/>
                    <a:pt x="177" y="615"/>
                    <a:pt x="120" y="558"/>
                  </a:cubicBezTo>
                  <a:cubicBezTo>
                    <a:pt x="65" y="503"/>
                    <a:pt x="30" y="425"/>
                    <a:pt x="30" y="340"/>
                  </a:cubicBezTo>
                  <a:cubicBezTo>
                    <a:pt x="30" y="254"/>
                    <a:pt x="65" y="177"/>
                    <a:pt x="120"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2" name="Freeform 271">
              <a:extLst>
                <a:ext uri="{FF2B5EF4-FFF2-40B4-BE49-F238E27FC236}">
                  <a16:creationId xmlns:a16="http://schemas.microsoft.com/office/drawing/2014/main" id="{E3946707-32C4-64EF-4E14-1E037C599F59}"/>
                </a:ext>
              </a:extLst>
            </p:cNvPr>
            <p:cNvSpPr>
              <a:spLocks noChangeArrowheads="1"/>
            </p:cNvSpPr>
            <p:nvPr/>
          </p:nvSpPr>
          <p:spPr bwMode="auto">
            <a:xfrm>
              <a:off x="9883775" y="6116638"/>
              <a:ext cx="53975" cy="23812"/>
            </a:xfrm>
            <a:custGeom>
              <a:avLst/>
              <a:gdLst>
                <a:gd name="T0" fmla="*/ 127 w 151"/>
                <a:gd name="T1" fmla="*/ 44 h 66"/>
                <a:gd name="T2" fmla="*/ 127 w 151"/>
                <a:gd name="T3" fmla="*/ 44 h 66"/>
                <a:gd name="T4" fmla="*/ 145 w 151"/>
                <a:gd name="T5" fmla="*/ 26 h 66"/>
                <a:gd name="T6" fmla="*/ 145 w 151"/>
                <a:gd name="T7" fmla="*/ 5 h 66"/>
                <a:gd name="T8" fmla="*/ 124 w 151"/>
                <a:gd name="T9" fmla="*/ 5 h 66"/>
                <a:gd name="T10" fmla="*/ 106 w 151"/>
                <a:gd name="T11" fmla="*/ 23 h 66"/>
                <a:gd name="T12" fmla="*/ 76 w 151"/>
                <a:gd name="T13" fmla="*/ 36 h 66"/>
                <a:gd name="T14" fmla="*/ 44 w 151"/>
                <a:gd name="T15" fmla="*/ 23 h 66"/>
                <a:gd name="T16" fmla="*/ 26 w 151"/>
                <a:gd name="T17" fmla="*/ 5 h 66"/>
                <a:gd name="T18" fmla="*/ 5 w 151"/>
                <a:gd name="T19" fmla="*/ 5 h 66"/>
                <a:gd name="T20" fmla="*/ 5 w 151"/>
                <a:gd name="T21" fmla="*/ 26 h 66"/>
                <a:gd name="T22" fmla="*/ 5 w 151"/>
                <a:gd name="T23" fmla="*/ 26 h 66"/>
                <a:gd name="T24" fmla="*/ 23 w 151"/>
                <a:gd name="T25" fmla="*/ 44 h 66"/>
                <a:gd name="T26" fmla="*/ 76 w 151"/>
                <a:gd name="T27" fmla="*/ 65 h 66"/>
                <a:gd name="T28" fmla="*/ 127 w 151"/>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7" y="44"/>
                  </a:moveTo>
                  <a:lnTo>
                    <a:pt x="127" y="44"/>
                  </a:lnTo>
                  <a:cubicBezTo>
                    <a:pt x="145" y="26"/>
                    <a:pt x="145" y="26"/>
                    <a:pt x="145" y="26"/>
                  </a:cubicBezTo>
                  <a:cubicBezTo>
                    <a:pt x="150" y="21"/>
                    <a:pt x="150" y="11"/>
                    <a:pt x="145" y="5"/>
                  </a:cubicBezTo>
                  <a:cubicBezTo>
                    <a:pt x="139" y="0"/>
                    <a:pt x="130" y="0"/>
                    <a:pt x="124" y="5"/>
                  </a:cubicBezTo>
                  <a:cubicBezTo>
                    <a:pt x="106" y="23"/>
                    <a:pt x="106" y="23"/>
                    <a:pt x="106" y="23"/>
                  </a:cubicBezTo>
                  <a:cubicBezTo>
                    <a:pt x="98" y="32"/>
                    <a:pt x="87" y="36"/>
                    <a:pt x="76" y="36"/>
                  </a:cubicBezTo>
                  <a:cubicBezTo>
                    <a:pt x="63" y="36"/>
                    <a:pt x="52" y="32"/>
                    <a:pt x="44" y="23"/>
                  </a:cubicBezTo>
                  <a:cubicBezTo>
                    <a:pt x="26" y="5"/>
                    <a:pt x="26" y="5"/>
                    <a:pt x="26" y="5"/>
                  </a:cubicBezTo>
                  <a:cubicBezTo>
                    <a:pt x="21" y="0"/>
                    <a:pt x="11" y="0"/>
                    <a:pt x="5" y="5"/>
                  </a:cubicBezTo>
                  <a:cubicBezTo>
                    <a:pt x="0" y="11"/>
                    <a:pt x="0" y="21"/>
                    <a:pt x="5" y="26"/>
                  </a:cubicBezTo>
                  <a:lnTo>
                    <a:pt x="5" y="26"/>
                  </a:lnTo>
                  <a:cubicBezTo>
                    <a:pt x="23" y="44"/>
                    <a:pt x="23" y="44"/>
                    <a:pt x="23" y="44"/>
                  </a:cubicBezTo>
                  <a:cubicBezTo>
                    <a:pt x="37" y="58"/>
                    <a:pt x="56" y="65"/>
                    <a:pt x="76" y="65"/>
                  </a:cubicBezTo>
                  <a:cubicBezTo>
                    <a:pt x="94" y="65"/>
                    <a:pt x="113" y="58"/>
                    <a:pt x="127"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3" name="Freeform 272">
              <a:extLst>
                <a:ext uri="{FF2B5EF4-FFF2-40B4-BE49-F238E27FC236}">
                  <a16:creationId xmlns:a16="http://schemas.microsoft.com/office/drawing/2014/main" id="{821CEF26-61A9-6C95-4FCD-561CB3C511C5}"/>
                </a:ext>
              </a:extLst>
            </p:cNvPr>
            <p:cNvSpPr>
              <a:spLocks noChangeArrowheads="1"/>
            </p:cNvSpPr>
            <p:nvPr/>
          </p:nvSpPr>
          <p:spPr bwMode="auto">
            <a:xfrm>
              <a:off x="10012363" y="6116638"/>
              <a:ext cx="53975" cy="23812"/>
            </a:xfrm>
            <a:custGeom>
              <a:avLst/>
              <a:gdLst>
                <a:gd name="T0" fmla="*/ 24 w 152"/>
                <a:gd name="T1" fmla="*/ 44 h 66"/>
                <a:gd name="T2" fmla="*/ 24 w 152"/>
                <a:gd name="T3" fmla="*/ 44 h 66"/>
                <a:gd name="T4" fmla="*/ 76 w 152"/>
                <a:gd name="T5" fmla="*/ 65 h 66"/>
                <a:gd name="T6" fmla="*/ 127 w 152"/>
                <a:gd name="T7" fmla="*/ 44 h 66"/>
                <a:gd name="T8" fmla="*/ 145 w 152"/>
                <a:gd name="T9" fmla="*/ 26 h 66"/>
                <a:gd name="T10" fmla="*/ 145 w 152"/>
                <a:gd name="T11" fmla="*/ 5 h 66"/>
                <a:gd name="T12" fmla="*/ 125 w 152"/>
                <a:gd name="T13" fmla="*/ 5 h 66"/>
                <a:gd name="T14" fmla="*/ 125 w 152"/>
                <a:gd name="T15" fmla="*/ 5 h 66"/>
                <a:gd name="T16" fmla="*/ 107 w 152"/>
                <a:gd name="T17" fmla="*/ 23 h 66"/>
                <a:gd name="T18" fmla="*/ 76 w 152"/>
                <a:gd name="T19" fmla="*/ 36 h 66"/>
                <a:gd name="T20" fmla="*/ 45 w 152"/>
                <a:gd name="T21" fmla="*/ 23 h 66"/>
                <a:gd name="T22" fmla="*/ 27 w 152"/>
                <a:gd name="T23" fmla="*/ 5 h 66"/>
                <a:gd name="T24" fmla="*/ 6 w 152"/>
                <a:gd name="T25" fmla="*/ 5 h 66"/>
                <a:gd name="T26" fmla="*/ 6 w 152"/>
                <a:gd name="T27" fmla="*/ 26 h 66"/>
                <a:gd name="T28" fmla="*/ 24 w 152"/>
                <a:gd name="T29" fmla="*/ 44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24" y="44"/>
                  </a:moveTo>
                  <a:lnTo>
                    <a:pt x="24" y="44"/>
                  </a:lnTo>
                  <a:cubicBezTo>
                    <a:pt x="38" y="58"/>
                    <a:pt x="57" y="65"/>
                    <a:pt x="76" y="65"/>
                  </a:cubicBezTo>
                  <a:cubicBezTo>
                    <a:pt x="94" y="65"/>
                    <a:pt x="114" y="58"/>
                    <a:pt x="127" y="44"/>
                  </a:cubicBezTo>
                  <a:cubicBezTo>
                    <a:pt x="145" y="26"/>
                    <a:pt x="145" y="26"/>
                    <a:pt x="145" y="26"/>
                  </a:cubicBezTo>
                  <a:cubicBezTo>
                    <a:pt x="151" y="21"/>
                    <a:pt x="151" y="11"/>
                    <a:pt x="145" y="5"/>
                  </a:cubicBezTo>
                  <a:cubicBezTo>
                    <a:pt x="140" y="0"/>
                    <a:pt x="130" y="0"/>
                    <a:pt x="125" y="5"/>
                  </a:cubicBezTo>
                  <a:lnTo>
                    <a:pt x="125" y="5"/>
                  </a:lnTo>
                  <a:cubicBezTo>
                    <a:pt x="107" y="23"/>
                    <a:pt x="107" y="23"/>
                    <a:pt x="107" y="23"/>
                  </a:cubicBezTo>
                  <a:cubicBezTo>
                    <a:pt x="98" y="32"/>
                    <a:pt x="87" y="36"/>
                    <a:pt x="76" y="36"/>
                  </a:cubicBezTo>
                  <a:cubicBezTo>
                    <a:pt x="64" y="36"/>
                    <a:pt x="53" y="32"/>
                    <a:pt x="45" y="23"/>
                  </a:cubicBezTo>
                  <a:cubicBezTo>
                    <a:pt x="27" y="5"/>
                    <a:pt x="27" y="5"/>
                    <a:pt x="27" y="5"/>
                  </a:cubicBezTo>
                  <a:cubicBezTo>
                    <a:pt x="21" y="0"/>
                    <a:pt x="11" y="0"/>
                    <a:pt x="6" y="5"/>
                  </a:cubicBezTo>
                  <a:cubicBezTo>
                    <a:pt x="0" y="11"/>
                    <a:pt x="0" y="21"/>
                    <a:pt x="6" y="26"/>
                  </a:cubicBezTo>
                  <a:lnTo>
                    <a:pt x="24"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4" name="Freeform 273">
              <a:extLst>
                <a:ext uri="{FF2B5EF4-FFF2-40B4-BE49-F238E27FC236}">
                  <a16:creationId xmlns:a16="http://schemas.microsoft.com/office/drawing/2014/main" id="{A5263F5D-BC3B-2A65-2EC2-8DBE4E642B28}"/>
                </a:ext>
              </a:extLst>
            </p:cNvPr>
            <p:cNvSpPr>
              <a:spLocks noChangeArrowheads="1"/>
            </p:cNvSpPr>
            <p:nvPr/>
          </p:nvSpPr>
          <p:spPr bwMode="auto">
            <a:xfrm>
              <a:off x="9969500" y="6159500"/>
              <a:ext cx="26988" cy="74613"/>
            </a:xfrm>
            <a:custGeom>
              <a:avLst/>
              <a:gdLst>
                <a:gd name="T0" fmla="*/ 16 w 75"/>
                <a:gd name="T1" fmla="*/ 176 h 208"/>
                <a:gd name="T2" fmla="*/ 16 w 75"/>
                <a:gd name="T3" fmla="*/ 176 h 208"/>
                <a:gd name="T4" fmla="*/ 0 w 75"/>
                <a:gd name="T5" fmla="*/ 192 h 208"/>
                <a:gd name="T6" fmla="*/ 16 w 75"/>
                <a:gd name="T7" fmla="*/ 207 h 208"/>
                <a:gd name="T8" fmla="*/ 58 w 75"/>
                <a:gd name="T9" fmla="*/ 187 h 208"/>
                <a:gd name="T10" fmla="*/ 74 w 75"/>
                <a:gd name="T11" fmla="*/ 147 h 208"/>
                <a:gd name="T12" fmla="*/ 58 w 75"/>
                <a:gd name="T13" fmla="*/ 107 h 208"/>
                <a:gd name="T14" fmla="*/ 54 w 75"/>
                <a:gd name="T15" fmla="*/ 103 h 208"/>
                <a:gd name="T16" fmla="*/ 58 w 75"/>
                <a:gd name="T17" fmla="*/ 99 h 208"/>
                <a:gd name="T18" fmla="*/ 74 w 75"/>
                <a:gd name="T19" fmla="*/ 59 h 208"/>
                <a:gd name="T20" fmla="*/ 58 w 75"/>
                <a:gd name="T21" fmla="*/ 19 h 208"/>
                <a:gd name="T22" fmla="*/ 16 w 75"/>
                <a:gd name="T23" fmla="*/ 0 h 208"/>
                <a:gd name="T24" fmla="*/ 0 w 75"/>
                <a:gd name="T25" fmla="*/ 15 h 208"/>
                <a:gd name="T26" fmla="*/ 16 w 75"/>
                <a:gd name="T27" fmla="*/ 30 h 208"/>
                <a:gd name="T28" fmla="*/ 16 w 75"/>
                <a:gd name="T29" fmla="*/ 30 h 208"/>
                <a:gd name="T30" fmla="*/ 38 w 75"/>
                <a:gd name="T31" fmla="*/ 38 h 208"/>
                <a:gd name="T32" fmla="*/ 45 w 75"/>
                <a:gd name="T33" fmla="*/ 59 h 208"/>
                <a:gd name="T34" fmla="*/ 38 w 75"/>
                <a:gd name="T35" fmla="*/ 80 h 208"/>
                <a:gd name="T36" fmla="*/ 16 w 75"/>
                <a:gd name="T37" fmla="*/ 88 h 208"/>
                <a:gd name="T38" fmla="*/ 0 w 75"/>
                <a:gd name="T39" fmla="*/ 103 h 208"/>
                <a:gd name="T40" fmla="*/ 16 w 75"/>
                <a:gd name="T41" fmla="*/ 118 h 208"/>
                <a:gd name="T42" fmla="*/ 16 w 75"/>
                <a:gd name="T43" fmla="*/ 118 h 208"/>
                <a:gd name="T44" fmla="*/ 38 w 75"/>
                <a:gd name="T45" fmla="*/ 127 h 208"/>
                <a:gd name="T46" fmla="*/ 45 w 75"/>
                <a:gd name="T47" fmla="*/ 147 h 208"/>
                <a:gd name="T48" fmla="*/ 38 w 75"/>
                <a:gd name="T49" fmla="*/ 168 h 208"/>
                <a:gd name="T50" fmla="*/ 16 w 75"/>
                <a:gd name="T51" fmla="*/ 17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5" h="208">
                  <a:moveTo>
                    <a:pt x="16" y="176"/>
                  </a:moveTo>
                  <a:lnTo>
                    <a:pt x="16" y="176"/>
                  </a:lnTo>
                  <a:cubicBezTo>
                    <a:pt x="7" y="176"/>
                    <a:pt x="0" y="183"/>
                    <a:pt x="0" y="192"/>
                  </a:cubicBezTo>
                  <a:cubicBezTo>
                    <a:pt x="0" y="200"/>
                    <a:pt x="7" y="207"/>
                    <a:pt x="16" y="207"/>
                  </a:cubicBezTo>
                  <a:cubicBezTo>
                    <a:pt x="34" y="207"/>
                    <a:pt x="49" y="199"/>
                    <a:pt x="58" y="187"/>
                  </a:cubicBezTo>
                  <a:cubicBezTo>
                    <a:pt x="69" y="176"/>
                    <a:pt x="74" y="161"/>
                    <a:pt x="74" y="147"/>
                  </a:cubicBezTo>
                  <a:cubicBezTo>
                    <a:pt x="74" y="134"/>
                    <a:pt x="69" y="118"/>
                    <a:pt x="58" y="107"/>
                  </a:cubicBezTo>
                  <a:cubicBezTo>
                    <a:pt x="58" y="106"/>
                    <a:pt x="56" y="105"/>
                    <a:pt x="54" y="103"/>
                  </a:cubicBezTo>
                  <a:cubicBezTo>
                    <a:pt x="56" y="102"/>
                    <a:pt x="58" y="100"/>
                    <a:pt x="58" y="99"/>
                  </a:cubicBezTo>
                  <a:cubicBezTo>
                    <a:pt x="69" y="88"/>
                    <a:pt x="74" y="73"/>
                    <a:pt x="74" y="59"/>
                  </a:cubicBezTo>
                  <a:cubicBezTo>
                    <a:pt x="74" y="45"/>
                    <a:pt x="69" y="30"/>
                    <a:pt x="58" y="19"/>
                  </a:cubicBezTo>
                  <a:cubicBezTo>
                    <a:pt x="49" y="8"/>
                    <a:pt x="34" y="0"/>
                    <a:pt x="16" y="0"/>
                  </a:cubicBezTo>
                  <a:cubicBezTo>
                    <a:pt x="7" y="0"/>
                    <a:pt x="0" y="7"/>
                    <a:pt x="0" y="15"/>
                  </a:cubicBezTo>
                  <a:cubicBezTo>
                    <a:pt x="0" y="23"/>
                    <a:pt x="7" y="30"/>
                    <a:pt x="16" y="30"/>
                  </a:cubicBezTo>
                  <a:lnTo>
                    <a:pt x="16" y="30"/>
                  </a:lnTo>
                  <a:cubicBezTo>
                    <a:pt x="27" y="30"/>
                    <a:pt x="32" y="33"/>
                    <a:pt x="38" y="38"/>
                  </a:cubicBezTo>
                  <a:cubicBezTo>
                    <a:pt x="42" y="44"/>
                    <a:pt x="45" y="51"/>
                    <a:pt x="45" y="59"/>
                  </a:cubicBezTo>
                  <a:cubicBezTo>
                    <a:pt x="45" y="67"/>
                    <a:pt x="42" y="74"/>
                    <a:pt x="38" y="80"/>
                  </a:cubicBezTo>
                  <a:cubicBezTo>
                    <a:pt x="32" y="85"/>
                    <a:pt x="27" y="88"/>
                    <a:pt x="16" y="88"/>
                  </a:cubicBezTo>
                  <a:cubicBezTo>
                    <a:pt x="7" y="88"/>
                    <a:pt x="0" y="95"/>
                    <a:pt x="0" y="103"/>
                  </a:cubicBezTo>
                  <a:cubicBezTo>
                    <a:pt x="0" y="112"/>
                    <a:pt x="7" y="118"/>
                    <a:pt x="16" y="118"/>
                  </a:cubicBezTo>
                  <a:lnTo>
                    <a:pt x="16" y="118"/>
                  </a:lnTo>
                  <a:cubicBezTo>
                    <a:pt x="27" y="118"/>
                    <a:pt x="32" y="121"/>
                    <a:pt x="38" y="127"/>
                  </a:cubicBezTo>
                  <a:cubicBezTo>
                    <a:pt x="42" y="132"/>
                    <a:pt x="45" y="139"/>
                    <a:pt x="45" y="147"/>
                  </a:cubicBezTo>
                  <a:cubicBezTo>
                    <a:pt x="45" y="156"/>
                    <a:pt x="42" y="163"/>
                    <a:pt x="38" y="168"/>
                  </a:cubicBezTo>
                  <a:cubicBezTo>
                    <a:pt x="32" y="174"/>
                    <a:pt x="27" y="176"/>
                    <a:pt x="16"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35" name="Group 337">
            <a:extLst>
              <a:ext uri="{FF2B5EF4-FFF2-40B4-BE49-F238E27FC236}">
                <a16:creationId xmlns:a16="http://schemas.microsoft.com/office/drawing/2014/main" id="{A1E5DDEB-E6E8-D576-8BE2-89FBCDD085DC}"/>
              </a:ext>
            </a:extLst>
          </p:cNvPr>
          <p:cNvGrpSpPr/>
          <p:nvPr/>
        </p:nvGrpSpPr>
        <p:grpSpPr>
          <a:xfrm>
            <a:off x="8474595" y="5204247"/>
            <a:ext cx="244475" cy="244475"/>
            <a:chOff x="7318375" y="5513388"/>
            <a:chExt cx="244475" cy="244475"/>
          </a:xfrm>
          <a:solidFill>
            <a:schemeClr val="accent4"/>
          </a:solidFill>
        </p:grpSpPr>
        <p:sp>
          <p:nvSpPr>
            <p:cNvPr id="336" name="Freeform 274">
              <a:extLst>
                <a:ext uri="{FF2B5EF4-FFF2-40B4-BE49-F238E27FC236}">
                  <a16:creationId xmlns:a16="http://schemas.microsoft.com/office/drawing/2014/main" id="{66CC3710-3A13-A1C7-95C3-26CC856B70C1}"/>
                </a:ext>
              </a:extLst>
            </p:cNvPr>
            <p:cNvSpPr>
              <a:spLocks noChangeArrowheads="1"/>
            </p:cNvSpPr>
            <p:nvPr/>
          </p:nvSpPr>
          <p:spPr bwMode="auto">
            <a:xfrm>
              <a:off x="7318375" y="5513388"/>
              <a:ext cx="244475" cy="244475"/>
            </a:xfrm>
            <a:custGeom>
              <a:avLst/>
              <a:gdLst>
                <a:gd name="T0" fmla="*/ 661 w 678"/>
                <a:gd name="T1" fmla="*/ 446 h 679"/>
                <a:gd name="T2" fmla="*/ 667 w 678"/>
                <a:gd name="T3" fmla="*/ 421 h 679"/>
                <a:gd name="T4" fmla="*/ 673 w 678"/>
                <a:gd name="T5" fmla="*/ 393 h 679"/>
                <a:gd name="T6" fmla="*/ 676 w 678"/>
                <a:gd name="T7" fmla="*/ 364 h 679"/>
                <a:gd name="T8" fmla="*/ 339 w 678"/>
                <a:gd name="T9" fmla="*/ 0 h 679"/>
                <a:gd name="T10" fmla="*/ 0 w 678"/>
                <a:gd name="T11" fmla="*/ 364 h 679"/>
                <a:gd name="T12" fmla="*/ 4 w 678"/>
                <a:gd name="T13" fmla="*/ 393 h 679"/>
                <a:gd name="T14" fmla="*/ 10 w 678"/>
                <a:gd name="T15" fmla="*/ 421 h 679"/>
                <a:gd name="T16" fmla="*/ 17 w 678"/>
                <a:gd name="T17" fmla="*/ 446 h 679"/>
                <a:gd name="T18" fmla="*/ 28 w 678"/>
                <a:gd name="T19" fmla="*/ 474 h 679"/>
                <a:gd name="T20" fmla="*/ 39 w 678"/>
                <a:gd name="T21" fmla="*/ 497 h 679"/>
                <a:gd name="T22" fmla="*/ 51 w 678"/>
                <a:gd name="T23" fmla="*/ 519 h 679"/>
                <a:gd name="T24" fmla="*/ 68 w 678"/>
                <a:gd name="T25" fmla="*/ 543 h 679"/>
                <a:gd name="T26" fmla="*/ 85 w 678"/>
                <a:gd name="T27" fmla="*/ 563 h 679"/>
                <a:gd name="T28" fmla="*/ 103 w 678"/>
                <a:gd name="T29" fmla="*/ 583 h 679"/>
                <a:gd name="T30" fmla="*/ 125 w 678"/>
                <a:gd name="T31" fmla="*/ 602 h 679"/>
                <a:gd name="T32" fmla="*/ 147 w 678"/>
                <a:gd name="T33" fmla="*/ 619 h 679"/>
                <a:gd name="T34" fmla="*/ 169 w 678"/>
                <a:gd name="T35" fmla="*/ 632 h 679"/>
                <a:gd name="T36" fmla="*/ 339 w 678"/>
                <a:gd name="T37" fmla="*/ 678 h 679"/>
                <a:gd name="T38" fmla="*/ 507 w 678"/>
                <a:gd name="T39" fmla="*/ 632 h 679"/>
                <a:gd name="T40" fmla="*/ 531 w 678"/>
                <a:gd name="T41" fmla="*/ 619 h 679"/>
                <a:gd name="T42" fmla="*/ 553 w 678"/>
                <a:gd name="T43" fmla="*/ 602 h 679"/>
                <a:gd name="T44" fmla="*/ 574 w 678"/>
                <a:gd name="T45" fmla="*/ 583 h 679"/>
                <a:gd name="T46" fmla="*/ 593 w 678"/>
                <a:gd name="T47" fmla="*/ 563 h 679"/>
                <a:gd name="T48" fmla="*/ 609 w 678"/>
                <a:gd name="T49" fmla="*/ 543 h 679"/>
                <a:gd name="T50" fmla="*/ 625 w 678"/>
                <a:gd name="T51" fmla="*/ 519 h 679"/>
                <a:gd name="T52" fmla="*/ 638 w 678"/>
                <a:gd name="T53" fmla="*/ 497 h 679"/>
                <a:gd name="T54" fmla="*/ 650 w 678"/>
                <a:gd name="T55" fmla="*/ 474 h 679"/>
                <a:gd name="T56" fmla="*/ 661 w 678"/>
                <a:gd name="T57" fmla="*/ 446 h 679"/>
                <a:gd name="T58" fmla="*/ 252 w 678"/>
                <a:gd name="T59" fmla="*/ 635 h 679"/>
                <a:gd name="T60" fmla="*/ 225 w 678"/>
                <a:gd name="T61" fmla="*/ 627 h 679"/>
                <a:gd name="T62" fmla="*/ 199 w 678"/>
                <a:gd name="T63" fmla="*/ 614 h 679"/>
                <a:gd name="T64" fmla="*/ 172 w 678"/>
                <a:gd name="T65" fmla="*/ 599 h 679"/>
                <a:gd name="T66" fmla="*/ 143 w 678"/>
                <a:gd name="T67" fmla="*/ 578 h 679"/>
                <a:gd name="T68" fmla="*/ 122 w 678"/>
                <a:gd name="T69" fmla="*/ 559 h 679"/>
                <a:gd name="T70" fmla="*/ 103 w 678"/>
                <a:gd name="T71" fmla="*/ 538 h 679"/>
                <a:gd name="T72" fmla="*/ 85 w 678"/>
                <a:gd name="T73" fmla="*/ 515 h 679"/>
                <a:gd name="T74" fmla="*/ 54 w 678"/>
                <a:gd name="T75" fmla="*/ 461 h 679"/>
                <a:gd name="T76" fmla="*/ 45 w 678"/>
                <a:gd name="T77" fmla="*/ 435 h 679"/>
                <a:gd name="T78" fmla="*/ 36 w 678"/>
                <a:gd name="T79" fmla="*/ 406 h 679"/>
                <a:gd name="T80" fmla="*/ 32 w 678"/>
                <a:gd name="T81" fmla="*/ 377 h 679"/>
                <a:gd name="T82" fmla="*/ 29 w 678"/>
                <a:gd name="T83" fmla="*/ 338 h 679"/>
                <a:gd name="T84" fmla="*/ 339 w 678"/>
                <a:gd name="T85" fmla="*/ 29 h 679"/>
                <a:gd name="T86" fmla="*/ 648 w 678"/>
                <a:gd name="T87" fmla="*/ 338 h 679"/>
                <a:gd name="T88" fmla="*/ 645 w 678"/>
                <a:gd name="T89" fmla="*/ 377 h 679"/>
                <a:gd name="T90" fmla="*/ 640 w 678"/>
                <a:gd name="T91" fmla="*/ 406 h 679"/>
                <a:gd name="T92" fmla="*/ 633 w 678"/>
                <a:gd name="T93" fmla="*/ 435 h 679"/>
                <a:gd name="T94" fmla="*/ 623 w 678"/>
                <a:gd name="T95" fmla="*/ 461 h 679"/>
                <a:gd name="T96" fmla="*/ 593 w 678"/>
                <a:gd name="T97" fmla="*/ 515 h 679"/>
                <a:gd name="T98" fmla="*/ 575 w 678"/>
                <a:gd name="T99" fmla="*/ 538 h 679"/>
                <a:gd name="T100" fmla="*/ 556 w 678"/>
                <a:gd name="T101" fmla="*/ 559 h 679"/>
                <a:gd name="T102" fmla="*/ 535 w 678"/>
                <a:gd name="T103" fmla="*/ 578 h 679"/>
                <a:gd name="T104" fmla="*/ 506 w 678"/>
                <a:gd name="T105" fmla="*/ 599 h 679"/>
                <a:gd name="T106" fmla="*/ 478 w 678"/>
                <a:gd name="T107" fmla="*/ 614 h 679"/>
                <a:gd name="T108" fmla="*/ 452 w 678"/>
                <a:gd name="T109" fmla="*/ 627 h 679"/>
                <a:gd name="T110" fmla="*/ 424 w 678"/>
                <a:gd name="T111" fmla="*/ 635 h 679"/>
                <a:gd name="T112" fmla="*/ 252 w 678"/>
                <a:gd name="T113" fmla="*/ 63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78" h="679">
                  <a:moveTo>
                    <a:pt x="661" y="446"/>
                  </a:moveTo>
                  <a:lnTo>
                    <a:pt x="661" y="446"/>
                  </a:lnTo>
                  <a:cubicBezTo>
                    <a:pt x="662" y="439"/>
                    <a:pt x="665" y="431"/>
                    <a:pt x="666" y="424"/>
                  </a:cubicBezTo>
                  <a:cubicBezTo>
                    <a:pt x="667" y="422"/>
                    <a:pt x="667" y="422"/>
                    <a:pt x="667" y="421"/>
                  </a:cubicBezTo>
                  <a:cubicBezTo>
                    <a:pt x="669" y="414"/>
                    <a:pt x="670" y="406"/>
                    <a:pt x="672" y="399"/>
                  </a:cubicBezTo>
                  <a:cubicBezTo>
                    <a:pt x="672" y="398"/>
                    <a:pt x="673" y="395"/>
                    <a:pt x="673" y="393"/>
                  </a:cubicBezTo>
                  <a:cubicBezTo>
                    <a:pt x="674" y="385"/>
                    <a:pt x="676" y="378"/>
                    <a:pt x="676" y="370"/>
                  </a:cubicBezTo>
                  <a:cubicBezTo>
                    <a:pt x="676" y="369"/>
                    <a:pt x="676" y="366"/>
                    <a:pt x="676" y="364"/>
                  </a:cubicBezTo>
                  <a:cubicBezTo>
                    <a:pt x="677" y="356"/>
                    <a:pt x="677" y="348"/>
                    <a:pt x="677" y="338"/>
                  </a:cubicBezTo>
                  <a:cubicBezTo>
                    <a:pt x="677" y="152"/>
                    <a:pt x="525" y="0"/>
                    <a:pt x="339" y="0"/>
                  </a:cubicBezTo>
                  <a:cubicBezTo>
                    <a:pt x="151" y="0"/>
                    <a:pt x="0" y="152"/>
                    <a:pt x="0" y="338"/>
                  </a:cubicBezTo>
                  <a:cubicBezTo>
                    <a:pt x="0" y="348"/>
                    <a:pt x="0" y="356"/>
                    <a:pt x="0" y="364"/>
                  </a:cubicBezTo>
                  <a:cubicBezTo>
                    <a:pt x="0" y="366"/>
                    <a:pt x="0" y="369"/>
                    <a:pt x="2" y="370"/>
                  </a:cubicBezTo>
                  <a:cubicBezTo>
                    <a:pt x="2" y="378"/>
                    <a:pt x="3" y="385"/>
                    <a:pt x="4" y="393"/>
                  </a:cubicBezTo>
                  <a:cubicBezTo>
                    <a:pt x="4" y="395"/>
                    <a:pt x="4" y="398"/>
                    <a:pt x="4" y="399"/>
                  </a:cubicBezTo>
                  <a:cubicBezTo>
                    <a:pt x="6" y="406"/>
                    <a:pt x="9" y="414"/>
                    <a:pt x="10" y="421"/>
                  </a:cubicBezTo>
                  <a:cubicBezTo>
                    <a:pt x="10" y="422"/>
                    <a:pt x="10" y="422"/>
                    <a:pt x="10" y="424"/>
                  </a:cubicBezTo>
                  <a:cubicBezTo>
                    <a:pt x="13" y="431"/>
                    <a:pt x="14" y="439"/>
                    <a:pt x="17" y="446"/>
                  </a:cubicBezTo>
                  <a:cubicBezTo>
                    <a:pt x="18" y="449"/>
                    <a:pt x="18" y="450"/>
                    <a:pt x="20" y="451"/>
                  </a:cubicBezTo>
                  <a:cubicBezTo>
                    <a:pt x="21" y="460"/>
                    <a:pt x="24" y="467"/>
                    <a:pt x="28" y="474"/>
                  </a:cubicBezTo>
                  <a:cubicBezTo>
                    <a:pt x="28" y="475"/>
                    <a:pt x="29" y="476"/>
                    <a:pt x="29" y="479"/>
                  </a:cubicBezTo>
                  <a:cubicBezTo>
                    <a:pt x="32" y="485"/>
                    <a:pt x="36" y="490"/>
                    <a:pt x="39" y="497"/>
                  </a:cubicBezTo>
                  <a:cubicBezTo>
                    <a:pt x="39" y="498"/>
                    <a:pt x="40" y="500"/>
                    <a:pt x="40" y="501"/>
                  </a:cubicBezTo>
                  <a:cubicBezTo>
                    <a:pt x="45" y="507"/>
                    <a:pt x="49" y="514"/>
                    <a:pt x="51" y="519"/>
                  </a:cubicBezTo>
                  <a:cubicBezTo>
                    <a:pt x="53" y="522"/>
                    <a:pt x="54" y="523"/>
                    <a:pt x="56" y="526"/>
                  </a:cubicBezTo>
                  <a:cubicBezTo>
                    <a:pt x="60" y="532"/>
                    <a:pt x="64" y="537"/>
                    <a:pt x="68" y="543"/>
                  </a:cubicBezTo>
                  <a:cubicBezTo>
                    <a:pt x="69" y="545"/>
                    <a:pt x="71" y="547"/>
                    <a:pt x="72" y="548"/>
                  </a:cubicBezTo>
                  <a:cubicBezTo>
                    <a:pt x="76" y="554"/>
                    <a:pt x="80" y="558"/>
                    <a:pt x="85" y="563"/>
                  </a:cubicBezTo>
                  <a:cubicBezTo>
                    <a:pt x="86" y="565"/>
                    <a:pt x="86" y="565"/>
                    <a:pt x="87" y="566"/>
                  </a:cubicBezTo>
                  <a:cubicBezTo>
                    <a:pt x="93" y="572"/>
                    <a:pt x="98" y="577"/>
                    <a:pt x="103" y="583"/>
                  </a:cubicBezTo>
                  <a:cubicBezTo>
                    <a:pt x="105" y="584"/>
                    <a:pt x="107" y="585"/>
                    <a:pt x="108" y="587"/>
                  </a:cubicBezTo>
                  <a:cubicBezTo>
                    <a:pt x="114" y="592"/>
                    <a:pt x="119" y="596"/>
                    <a:pt x="125" y="602"/>
                  </a:cubicBezTo>
                  <a:cubicBezTo>
                    <a:pt x="126" y="602"/>
                    <a:pt x="127" y="603"/>
                    <a:pt x="129" y="605"/>
                  </a:cubicBezTo>
                  <a:cubicBezTo>
                    <a:pt x="134" y="609"/>
                    <a:pt x="140" y="613"/>
                    <a:pt x="147" y="619"/>
                  </a:cubicBezTo>
                  <a:lnTo>
                    <a:pt x="148" y="619"/>
                  </a:lnTo>
                  <a:cubicBezTo>
                    <a:pt x="155" y="624"/>
                    <a:pt x="162" y="628"/>
                    <a:pt x="169" y="632"/>
                  </a:cubicBezTo>
                  <a:cubicBezTo>
                    <a:pt x="170" y="632"/>
                    <a:pt x="170" y="634"/>
                    <a:pt x="172" y="634"/>
                  </a:cubicBezTo>
                  <a:cubicBezTo>
                    <a:pt x="221" y="661"/>
                    <a:pt x="278" y="678"/>
                    <a:pt x="339" y="678"/>
                  </a:cubicBezTo>
                  <a:cubicBezTo>
                    <a:pt x="400" y="678"/>
                    <a:pt x="456" y="661"/>
                    <a:pt x="506" y="634"/>
                  </a:cubicBezTo>
                  <a:lnTo>
                    <a:pt x="507" y="632"/>
                  </a:lnTo>
                  <a:cubicBezTo>
                    <a:pt x="516" y="628"/>
                    <a:pt x="522" y="624"/>
                    <a:pt x="529" y="619"/>
                  </a:cubicBezTo>
                  <a:cubicBezTo>
                    <a:pt x="529" y="619"/>
                    <a:pt x="529" y="619"/>
                    <a:pt x="531" y="619"/>
                  </a:cubicBezTo>
                  <a:cubicBezTo>
                    <a:pt x="536" y="613"/>
                    <a:pt x="543" y="609"/>
                    <a:pt x="549" y="605"/>
                  </a:cubicBezTo>
                  <a:cubicBezTo>
                    <a:pt x="550" y="603"/>
                    <a:pt x="551" y="602"/>
                    <a:pt x="553" y="602"/>
                  </a:cubicBezTo>
                  <a:cubicBezTo>
                    <a:pt x="558" y="596"/>
                    <a:pt x="564" y="592"/>
                    <a:pt x="569" y="587"/>
                  </a:cubicBezTo>
                  <a:cubicBezTo>
                    <a:pt x="571" y="585"/>
                    <a:pt x="572" y="584"/>
                    <a:pt x="574" y="583"/>
                  </a:cubicBezTo>
                  <a:cubicBezTo>
                    <a:pt x="579" y="577"/>
                    <a:pt x="585" y="572"/>
                    <a:pt x="590" y="566"/>
                  </a:cubicBezTo>
                  <a:cubicBezTo>
                    <a:pt x="590" y="565"/>
                    <a:pt x="592" y="565"/>
                    <a:pt x="593" y="563"/>
                  </a:cubicBezTo>
                  <a:cubicBezTo>
                    <a:pt x="597" y="558"/>
                    <a:pt x="601" y="554"/>
                    <a:pt x="605" y="548"/>
                  </a:cubicBezTo>
                  <a:cubicBezTo>
                    <a:pt x="607" y="547"/>
                    <a:pt x="608" y="545"/>
                    <a:pt x="609" y="543"/>
                  </a:cubicBezTo>
                  <a:cubicBezTo>
                    <a:pt x="614" y="537"/>
                    <a:pt x="618" y="532"/>
                    <a:pt x="622" y="526"/>
                  </a:cubicBezTo>
                  <a:cubicBezTo>
                    <a:pt x="623" y="523"/>
                    <a:pt x="623" y="522"/>
                    <a:pt x="625" y="519"/>
                  </a:cubicBezTo>
                  <a:cubicBezTo>
                    <a:pt x="629" y="514"/>
                    <a:pt x="633" y="507"/>
                    <a:pt x="636" y="501"/>
                  </a:cubicBezTo>
                  <a:cubicBezTo>
                    <a:pt x="637" y="500"/>
                    <a:pt x="637" y="498"/>
                    <a:pt x="638" y="497"/>
                  </a:cubicBezTo>
                  <a:cubicBezTo>
                    <a:pt x="641" y="490"/>
                    <a:pt x="644" y="485"/>
                    <a:pt x="647" y="479"/>
                  </a:cubicBezTo>
                  <a:cubicBezTo>
                    <a:pt x="648" y="476"/>
                    <a:pt x="650" y="475"/>
                    <a:pt x="650" y="474"/>
                  </a:cubicBezTo>
                  <a:cubicBezTo>
                    <a:pt x="652" y="467"/>
                    <a:pt x="655" y="460"/>
                    <a:pt x="658" y="451"/>
                  </a:cubicBezTo>
                  <a:cubicBezTo>
                    <a:pt x="659" y="450"/>
                    <a:pt x="659" y="449"/>
                    <a:pt x="661" y="446"/>
                  </a:cubicBezTo>
                  <a:close/>
                  <a:moveTo>
                    <a:pt x="252" y="635"/>
                  </a:moveTo>
                  <a:lnTo>
                    <a:pt x="252" y="635"/>
                  </a:lnTo>
                  <a:cubicBezTo>
                    <a:pt x="248" y="634"/>
                    <a:pt x="242" y="632"/>
                    <a:pt x="237" y="631"/>
                  </a:cubicBezTo>
                  <a:cubicBezTo>
                    <a:pt x="232" y="630"/>
                    <a:pt x="230" y="628"/>
                    <a:pt x="225" y="627"/>
                  </a:cubicBezTo>
                  <a:cubicBezTo>
                    <a:pt x="221" y="624"/>
                    <a:pt x="216" y="623"/>
                    <a:pt x="212" y="621"/>
                  </a:cubicBezTo>
                  <a:cubicBezTo>
                    <a:pt x="208" y="619"/>
                    <a:pt x="203" y="617"/>
                    <a:pt x="199" y="614"/>
                  </a:cubicBezTo>
                  <a:cubicBezTo>
                    <a:pt x="195" y="613"/>
                    <a:pt x="191" y="610"/>
                    <a:pt x="188" y="609"/>
                  </a:cubicBezTo>
                  <a:cubicBezTo>
                    <a:pt x="183" y="606"/>
                    <a:pt x="177" y="602"/>
                    <a:pt x="172" y="599"/>
                  </a:cubicBezTo>
                  <a:cubicBezTo>
                    <a:pt x="169" y="598"/>
                    <a:pt x="167" y="596"/>
                    <a:pt x="165" y="595"/>
                  </a:cubicBezTo>
                  <a:cubicBezTo>
                    <a:pt x="158" y="590"/>
                    <a:pt x="150" y="584"/>
                    <a:pt x="143" y="578"/>
                  </a:cubicBezTo>
                  <a:cubicBezTo>
                    <a:pt x="141" y="577"/>
                    <a:pt x="140" y="576"/>
                    <a:pt x="138" y="574"/>
                  </a:cubicBezTo>
                  <a:cubicBezTo>
                    <a:pt x="133" y="569"/>
                    <a:pt x="127" y="565"/>
                    <a:pt x="122" y="559"/>
                  </a:cubicBezTo>
                  <a:cubicBezTo>
                    <a:pt x="121" y="558"/>
                    <a:pt x="118" y="555"/>
                    <a:pt x="116" y="554"/>
                  </a:cubicBezTo>
                  <a:cubicBezTo>
                    <a:pt x="112" y="549"/>
                    <a:pt x="107" y="544"/>
                    <a:pt x="103" y="538"/>
                  </a:cubicBezTo>
                  <a:cubicBezTo>
                    <a:pt x="101" y="537"/>
                    <a:pt x="100" y="534"/>
                    <a:pt x="97" y="533"/>
                  </a:cubicBezTo>
                  <a:cubicBezTo>
                    <a:pt x="93" y="527"/>
                    <a:pt x="89" y="522"/>
                    <a:pt x="85" y="515"/>
                  </a:cubicBezTo>
                  <a:cubicBezTo>
                    <a:pt x="83" y="514"/>
                    <a:pt x="82" y="512"/>
                    <a:pt x="80" y="511"/>
                  </a:cubicBezTo>
                  <a:cubicBezTo>
                    <a:pt x="71" y="494"/>
                    <a:pt x="61" y="478"/>
                    <a:pt x="54" y="461"/>
                  </a:cubicBezTo>
                  <a:cubicBezTo>
                    <a:pt x="53" y="458"/>
                    <a:pt x="53" y="457"/>
                    <a:pt x="51" y="454"/>
                  </a:cubicBezTo>
                  <a:cubicBezTo>
                    <a:pt x="49" y="447"/>
                    <a:pt x="46" y="442"/>
                    <a:pt x="45" y="435"/>
                  </a:cubicBezTo>
                  <a:cubicBezTo>
                    <a:pt x="43" y="431"/>
                    <a:pt x="43" y="428"/>
                    <a:pt x="42" y="425"/>
                  </a:cubicBezTo>
                  <a:cubicBezTo>
                    <a:pt x="40" y="420"/>
                    <a:pt x="38" y="413"/>
                    <a:pt x="36" y="406"/>
                  </a:cubicBezTo>
                  <a:cubicBezTo>
                    <a:pt x="36" y="403"/>
                    <a:pt x="35" y="400"/>
                    <a:pt x="35" y="398"/>
                  </a:cubicBezTo>
                  <a:cubicBezTo>
                    <a:pt x="34" y="391"/>
                    <a:pt x="32" y="384"/>
                    <a:pt x="32" y="377"/>
                  </a:cubicBezTo>
                  <a:cubicBezTo>
                    <a:pt x="31" y="374"/>
                    <a:pt x="31" y="371"/>
                    <a:pt x="31" y="369"/>
                  </a:cubicBezTo>
                  <a:cubicBezTo>
                    <a:pt x="29" y="359"/>
                    <a:pt x="29" y="349"/>
                    <a:pt x="29" y="338"/>
                  </a:cubicBezTo>
                  <a:cubicBezTo>
                    <a:pt x="29" y="254"/>
                    <a:pt x="64" y="177"/>
                    <a:pt x="119" y="120"/>
                  </a:cubicBezTo>
                  <a:cubicBezTo>
                    <a:pt x="176" y="63"/>
                    <a:pt x="253" y="29"/>
                    <a:pt x="339" y="29"/>
                  </a:cubicBezTo>
                  <a:cubicBezTo>
                    <a:pt x="424" y="29"/>
                    <a:pt x="502" y="63"/>
                    <a:pt x="557" y="120"/>
                  </a:cubicBezTo>
                  <a:cubicBezTo>
                    <a:pt x="614" y="177"/>
                    <a:pt x="648" y="254"/>
                    <a:pt x="648" y="338"/>
                  </a:cubicBezTo>
                  <a:cubicBezTo>
                    <a:pt x="648" y="349"/>
                    <a:pt x="647" y="359"/>
                    <a:pt x="647" y="369"/>
                  </a:cubicBezTo>
                  <a:cubicBezTo>
                    <a:pt x="647" y="371"/>
                    <a:pt x="645" y="374"/>
                    <a:pt x="645" y="377"/>
                  </a:cubicBezTo>
                  <a:cubicBezTo>
                    <a:pt x="644" y="384"/>
                    <a:pt x="644" y="391"/>
                    <a:pt x="643" y="398"/>
                  </a:cubicBezTo>
                  <a:cubicBezTo>
                    <a:pt x="641" y="400"/>
                    <a:pt x="641" y="403"/>
                    <a:pt x="640" y="406"/>
                  </a:cubicBezTo>
                  <a:cubicBezTo>
                    <a:pt x="638" y="413"/>
                    <a:pt x="637" y="420"/>
                    <a:pt x="636" y="425"/>
                  </a:cubicBezTo>
                  <a:cubicBezTo>
                    <a:pt x="634" y="428"/>
                    <a:pt x="634" y="431"/>
                    <a:pt x="633" y="435"/>
                  </a:cubicBezTo>
                  <a:cubicBezTo>
                    <a:pt x="630" y="442"/>
                    <a:pt x="627" y="447"/>
                    <a:pt x="625" y="454"/>
                  </a:cubicBezTo>
                  <a:cubicBezTo>
                    <a:pt x="625" y="457"/>
                    <a:pt x="623" y="458"/>
                    <a:pt x="623" y="461"/>
                  </a:cubicBezTo>
                  <a:cubicBezTo>
                    <a:pt x="615" y="478"/>
                    <a:pt x="607" y="494"/>
                    <a:pt x="596" y="511"/>
                  </a:cubicBezTo>
                  <a:cubicBezTo>
                    <a:pt x="594" y="512"/>
                    <a:pt x="593" y="514"/>
                    <a:pt x="593" y="515"/>
                  </a:cubicBezTo>
                  <a:cubicBezTo>
                    <a:pt x="589" y="522"/>
                    <a:pt x="585" y="527"/>
                    <a:pt x="579" y="533"/>
                  </a:cubicBezTo>
                  <a:cubicBezTo>
                    <a:pt x="578" y="534"/>
                    <a:pt x="576" y="537"/>
                    <a:pt x="575" y="538"/>
                  </a:cubicBezTo>
                  <a:cubicBezTo>
                    <a:pt x="569" y="544"/>
                    <a:pt x="565" y="549"/>
                    <a:pt x="561" y="554"/>
                  </a:cubicBezTo>
                  <a:cubicBezTo>
                    <a:pt x="558" y="555"/>
                    <a:pt x="557" y="558"/>
                    <a:pt x="556" y="559"/>
                  </a:cubicBezTo>
                  <a:cubicBezTo>
                    <a:pt x="550" y="565"/>
                    <a:pt x="545" y="569"/>
                    <a:pt x="539" y="574"/>
                  </a:cubicBezTo>
                  <a:cubicBezTo>
                    <a:pt x="538" y="576"/>
                    <a:pt x="536" y="577"/>
                    <a:pt x="535" y="578"/>
                  </a:cubicBezTo>
                  <a:cubicBezTo>
                    <a:pt x="527" y="584"/>
                    <a:pt x="520" y="590"/>
                    <a:pt x="513" y="595"/>
                  </a:cubicBezTo>
                  <a:cubicBezTo>
                    <a:pt x="510" y="596"/>
                    <a:pt x="507" y="598"/>
                    <a:pt x="506" y="599"/>
                  </a:cubicBezTo>
                  <a:cubicBezTo>
                    <a:pt x="500" y="602"/>
                    <a:pt x="495" y="606"/>
                    <a:pt x="489" y="609"/>
                  </a:cubicBezTo>
                  <a:cubicBezTo>
                    <a:pt x="485" y="610"/>
                    <a:pt x="482" y="613"/>
                    <a:pt x="478" y="614"/>
                  </a:cubicBezTo>
                  <a:cubicBezTo>
                    <a:pt x="474" y="617"/>
                    <a:pt x="470" y="619"/>
                    <a:pt x="466" y="621"/>
                  </a:cubicBezTo>
                  <a:cubicBezTo>
                    <a:pt x="460" y="623"/>
                    <a:pt x="456" y="624"/>
                    <a:pt x="452" y="627"/>
                  </a:cubicBezTo>
                  <a:cubicBezTo>
                    <a:pt x="448" y="628"/>
                    <a:pt x="444" y="630"/>
                    <a:pt x="441" y="631"/>
                  </a:cubicBezTo>
                  <a:cubicBezTo>
                    <a:pt x="435" y="632"/>
                    <a:pt x="430" y="634"/>
                    <a:pt x="424" y="635"/>
                  </a:cubicBezTo>
                  <a:cubicBezTo>
                    <a:pt x="397" y="643"/>
                    <a:pt x="369" y="648"/>
                    <a:pt x="339" y="648"/>
                  </a:cubicBezTo>
                  <a:cubicBezTo>
                    <a:pt x="308" y="648"/>
                    <a:pt x="279" y="643"/>
                    <a:pt x="252" y="6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7" name="Freeform 275">
              <a:extLst>
                <a:ext uri="{FF2B5EF4-FFF2-40B4-BE49-F238E27FC236}">
                  <a16:creationId xmlns:a16="http://schemas.microsoft.com/office/drawing/2014/main" id="{75447558-0AD3-7F69-16B6-2A4A8A041631}"/>
                </a:ext>
              </a:extLst>
            </p:cNvPr>
            <p:cNvSpPr>
              <a:spLocks noChangeArrowheads="1"/>
            </p:cNvSpPr>
            <p:nvPr/>
          </p:nvSpPr>
          <p:spPr bwMode="auto">
            <a:xfrm>
              <a:off x="738187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8" name="Freeform 276">
              <a:extLst>
                <a:ext uri="{FF2B5EF4-FFF2-40B4-BE49-F238E27FC236}">
                  <a16:creationId xmlns:a16="http://schemas.microsoft.com/office/drawing/2014/main" id="{DD816356-59E9-8576-9F43-734D1016D100}"/>
                </a:ext>
              </a:extLst>
            </p:cNvPr>
            <p:cNvSpPr>
              <a:spLocks noChangeArrowheads="1"/>
            </p:cNvSpPr>
            <p:nvPr/>
          </p:nvSpPr>
          <p:spPr bwMode="auto">
            <a:xfrm>
              <a:off x="7477125" y="5597525"/>
              <a:ext cx="20638" cy="20638"/>
            </a:xfrm>
            <a:custGeom>
              <a:avLst/>
              <a:gdLst>
                <a:gd name="T0" fmla="*/ 29 w 59"/>
                <a:gd name="T1" fmla="*/ 0 h 59"/>
                <a:gd name="T2" fmla="*/ 29 w 59"/>
                <a:gd name="T3" fmla="*/ 0 h 59"/>
                <a:gd name="T4" fmla="*/ 0 w 59"/>
                <a:gd name="T5" fmla="*/ 29 h 59"/>
                <a:gd name="T6" fmla="*/ 29 w 59"/>
                <a:gd name="T7" fmla="*/ 58 h 59"/>
                <a:gd name="T8" fmla="*/ 58 w 59"/>
                <a:gd name="T9" fmla="*/ 29 h 59"/>
                <a:gd name="T10" fmla="*/ 29 w 59"/>
                <a:gd name="T11" fmla="*/ 0 h 59"/>
              </a:gdLst>
              <a:ahLst/>
              <a:cxnLst>
                <a:cxn ang="0">
                  <a:pos x="T0" y="T1"/>
                </a:cxn>
                <a:cxn ang="0">
                  <a:pos x="T2" y="T3"/>
                </a:cxn>
                <a:cxn ang="0">
                  <a:pos x="T4" y="T5"/>
                </a:cxn>
                <a:cxn ang="0">
                  <a:pos x="T6" y="T7"/>
                </a:cxn>
                <a:cxn ang="0">
                  <a:pos x="T8" y="T9"/>
                </a:cxn>
                <a:cxn ang="0">
                  <a:pos x="T10" y="T11"/>
                </a:cxn>
              </a:cxnLst>
              <a:rect l="0" t="0" r="r" b="b"/>
              <a:pathLst>
                <a:path w="59" h="59">
                  <a:moveTo>
                    <a:pt x="29" y="0"/>
                  </a:moveTo>
                  <a:lnTo>
                    <a:pt x="29" y="0"/>
                  </a:lnTo>
                  <a:cubicBezTo>
                    <a:pt x="13" y="0"/>
                    <a:pt x="0" y="12"/>
                    <a:pt x="0" y="29"/>
                  </a:cubicBezTo>
                  <a:cubicBezTo>
                    <a:pt x="0" y="46"/>
                    <a:pt x="13" y="58"/>
                    <a:pt x="29" y="58"/>
                  </a:cubicBezTo>
                  <a:cubicBezTo>
                    <a:pt x="46" y="58"/>
                    <a:pt x="58" y="46"/>
                    <a:pt x="58" y="29"/>
                  </a:cubicBezTo>
                  <a:cubicBezTo>
                    <a:pt x="58" y="12"/>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39" name="Freeform 277">
              <a:extLst>
                <a:ext uri="{FF2B5EF4-FFF2-40B4-BE49-F238E27FC236}">
                  <a16:creationId xmlns:a16="http://schemas.microsoft.com/office/drawing/2014/main" id="{B79047B6-672C-EE08-9A16-C0C2EE98F82C}"/>
                </a:ext>
              </a:extLst>
            </p:cNvPr>
            <p:cNvSpPr>
              <a:spLocks noChangeArrowheads="1"/>
            </p:cNvSpPr>
            <p:nvPr/>
          </p:nvSpPr>
          <p:spPr bwMode="auto">
            <a:xfrm>
              <a:off x="7402513" y="5649913"/>
              <a:ext cx="74612" cy="85725"/>
            </a:xfrm>
            <a:custGeom>
              <a:avLst/>
              <a:gdLst>
                <a:gd name="T0" fmla="*/ 207 w 208"/>
                <a:gd name="T1" fmla="*/ 192 h 238"/>
                <a:gd name="T2" fmla="*/ 207 w 208"/>
                <a:gd name="T3" fmla="*/ 192 h 238"/>
                <a:gd name="T4" fmla="*/ 207 w 208"/>
                <a:gd name="T5" fmla="*/ 104 h 238"/>
                <a:gd name="T6" fmla="*/ 104 w 208"/>
                <a:gd name="T7" fmla="*/ 0 h 238"/>
                <a:gd name="T8" fmla="*/ 0 w 208"/>
                <a:gd name="T9" fmla="*/ 104 h 238"/>
                <a:gd name="T10" fmla="*/ 0 w 208"/>
                <a:gd name="T11" fmla="*/ 192 h 238"/>
                <a:gd name="T12" fmla="*/ 44 w 208"/>
                <a:gd name="T13" fmla="*/ 237 h 238"/>
                <a:gd name="T14" fmla="*/ 163 w 208"/>
                <a:gd name="T15" fmla="*/ 237 h 238"/>
                <a:gd name="T16" fmla="*/ 163 w 208"/>
                <a:gd name="T17" fmla="*/ 237 h 238"/>
                <a:gd name="T18" fmla="*/ 207 w 208"/>
                <a:gd name="T19" fmla="*/ 192 h 238"/>
                <a:gd name="T20" fmla="*/ 44 w 208"/>
                <a:gd name="T21" fmla="*/ 208 h 238"/>
                <a:gd name="T22" fmla="*/ 44 w 208"/>
                <a:gd name="T23" fmla="*/ 208 h 238"/>
                <a:gd name="T24" fmla="*/ 31 w 208"/>
                <a:gd name="T25" fmla="*/ 192 h 238"/>
                <a:gd name="T26" fmla="*/ 31 w 208"/>
                <a:gd name="T27" fmla="*/ 104 h 238"/>
                <a:gd name="T28" fmla="*/ 51 w 208"/>
                <a:gd name="T29" fmla="*/ 51 h 238"/>
                <a:gd name="T30" fmla="*/ 104 w 208"/>
                <a:gd name="T31" fmla="*/ 31 h 238"/>
                <a:gd name="T32" fmla="*/ 156 w 208"/>
                <a:gd name="T33" fmla="*/ 51 h 238"/>
                <a:gd name="T34" fmla="*/ 177 w 208"/>
                <a:gd name="T35" fmla="*/ 104 h 238"/>
                <a:gd name="T36" fmla="*/ 177 w 208"/>
                <a:gd name="T37" fmla="*/ 192 h 238"/>
                <a:gd name="T38" fmla="*/ 163 w 208"/>
                <a:gd name="T39" fmla="*/ 208 h 238"/>
                <a:gd name="T40" fmla="*/ 44 w 208"/>
                <a:gd name="T41" fmla="*/ 208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08" h="238">
                  <a:moveTo>
                    <a:pt x="207" y="192"/>
                  </a:moveTo>
                  <a:lnTo>
                    <a:pt x="207" y="192"/>
                  </a:lnTo>
                  <a:cubicBezTo>
                    <a:pt x="207" y="104"/>
                    <a:pt x="207" y="104"/>
                    <a:pt x="207" y="104"/>
                  </a:cubicBezTo>
                  <a:cubicBezTo>
                    <a:pt x="207" y="47"/>
                    <a:pt x="160" y="0"/>
                    <a:pt x="104" y="0"/>
                  </a:cubicBezTo>
                  <a:cubicBezTo>
                    <a:pt x="47" y="0"/>
                    <a:pt x="0" y="47"/>
                    <a:pt x="0" y="104"/>
                  </a:cubicBezTo>
                  <a:cubicBezTo>
                    <a:pt x="0" y="192"/>
                    <a:pt x="0" y="192"/>
                    <a:pt x="0" y="192"/>
                  </a:cubicBezTo>
                  <a:cubicBezTo>
                    <a:pt x="0" y="217"/>
                    <a:pt x="21" y="237"/>
                    <a:pt x="44" y="237"/>
                  </a:cubicBezTo>
                  <a:cubicBezTo>
                    <a:pt x="163" y="237"/>
                    <a:pt x="163" y="237"/>
                    <a:pt x="163" y="237"/>
                  </a:cubicBezTo>
                  <a:lnTo>
                    <a:pt x="163" y="237"/>
                  </a:lnTo>
                  <a:cubicBezTo>
                    <a:pt x="187" y="237"/>
                    <a:pt x="207" y="217"/>
                    <a:pt x="207" y="192"/>
                  </a:cubicBezTo>
                  <a:close/>
                  <a:moveTo>
                    <a:pt x="44" y="208"/>
                  </a:moveTo>
                  <a:lnTo>
                    <a:pt x="44" y="208"/>
                  </a:lnTo>
                  <a:cubicBezTo>
                    <a:pt x="36" y="208"/>
                    <a:pt x="31" y="201"/>
                    <a:pt x="31" y="192"/>
                  </a:cubicBezTo>
                  <a:cubicBezTo>
                    <a:pt x="31" y="104"/>
                    <a:pt x="31" y="104"/>
                    <a:pt x="31" y="104"/>
                  </a:cubicBezTo>
                  <a:cubicBezTo>
                    <a:pt x="31" y="83"/>
                    <a:pt x="37" y="65"/>
                    <a:pt x="51" y="51"/>
                  </a:cubicBezTo>
                  <a:cubicBezTo>
                    <a:pt x="65" y="39"/>
                    <a:pt x="83" y="31"/>
                    <a:pt x="104" y="31"/>
                  </a:cubicBezTo>
                  <a:cubicBezTo>
                    <a:pt x="124" y="31"/>
                    <a:pt x="142" y="39"/>
                    <a:pt x="156" y="51"/>
                  </a:cubicBezTo>
                  <a:cubicBezTo>
                    <a:pt x="169" y="65"/>
                    <a:pt x="177" y="83"/>
                    <a:pt x="177" y="104"/>
                  </a:cubicBezTo>
                  <a:cubicBezTo>
                    <a:pt x="177" y="192"/>
                    <a:pt x="177" y="192"/>
                    <a:pt x="177" y="192"/>
                  </a:cubicBezTo>
                  <a:cubicBezTo>
                    <a:pt x="177" y="201"/>
                    <a:pt x="170" y="208"/>
                    <a:pt x="163" y="208"/>
                  </a:cubicBezTo>
                  <a:lnTo>
                    <a:pt x="44" y="2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0" name="Freeform 278">
              <a:extLst>
                <a:ext uri="{FF2B5EF4-FFF2-40B4-BE49-F238E27FC236}">
                  <a16:creationId xmlns:a16="http://schemas.microsoft.com/office/drawing/2014/main" id="{498E0B09-56EA-5E41-82C2-4F59A4C90A0D}"/>
                </a:ext>
              </a:extLst>
            </p:cNvPr>
            <p:cNvSpPr>
              <a:spLocks noChangeArrowheads="1"/>
            </p:cNvSpPr>
            <p:nvPr/>
          </p:nvSpPr>
          <p:spPr bwMode="auto">
            <a:xfrm>
              <a:off x="7369175" y="5565775"/>
              <a:ext cx="33338" cy="20638"/>
            </a:xfrm>
            <a:custGeom>
              <a:avLst/>
              <a:gdLst>
                <a:gd name="T0" fmla="*/ 78 w 93"/>
                <a:gd name="T1" fmla="*/ 29 h 57"/>
                <a:gd name="T2" fmla="*/ 78 w 93"/>
                <a:gd name="T3" fmla="*/ 29 h 57"/>
                <a:gd name="T4" fmla="*/ 92 w 93"/>
                <a:gd name="T5" fmla="*/ 13 h 57"/>
                <a:gd name="T6" fmla="*/ 78 w 93"/>
                <a:gd name="T7" fmla="*/ 0 h 57"/>
                <a:gd name="T8" fmla="*/ 5 w 93"/>
                <a:gd name="T9" fmla="*/ 30 h 57"/>
                <a:gd name="T10" fmla="*/ 5 w 93"/>
                <a:gd name="T11" fmla="*/ 51 h 57"/>
                <a:gd name="T12" fmla="*/ 26 w 93"/>
                <a:gd name="T13" fmla="*/ 51 h 57"/>
                <a:gd name="T14" fmla="*/ 26 w 93"/>
                <a:gd name="T15" fmla="*/ 51 h 57"/>
                <a:gd name="T16" fmla="*/ 78 w 93"/>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3" h="57">
                  <a:moveTo>
                    <a:pt x="78" y="29"/>
                  </a:moveTo>
                  <a:lnTo>
                    <a:pt x="78" y="29"/>
                  </a:lnTo>
                  <a:cubicBezTo>
                    <a:pt x="85" y="29"/>
                    <a:pt x="92" y="22"/>
                    <a:pt x="92" y="13"/>
                  </a:cubicBezTo>
                  <a:cubicBezTo>
                    <a:pt x="92" y="6"/>
                    <a:pt x="85" y="0"/>
                    <a:pt x="78" y="0"/>
                  </a:cubicBezTo>
                  <a:cubicBezTo>
                    <a:pt x="49" y="0"/>
                    <a:pt x="23" y="11"/>
                    <a:pt x="5" y="30"/>
                  </a:cubicBezTo>
                  <a:cubicBezTo>
                    <a:pt x="0" y="35"/>
                    <a:pt x="0" y="45"/>
                    <a:pt x="5" y="51"/>
                  </a:cubicBezTo>
                  <a:cubicBezTo>
                    <a:pt x="11" y="56"/>
                    <a:pt x="20" y="56"/>
                    <a:pt x="26" y="51"/>
                  </a:cubicBezTo>
                  <a:lnTo>
                    <a:pt x="26" y="51"/>
                  </a:lnTo>
                  <a:cubicBezTo>
                    <a:pt x="38" y="37"/>
                    <a:pt x="58" y="29"/>
                    <a:pt x="7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1" name="Freeform 279">
              <a:extLst>
                <a:ext uri="{FF2B5EF4-FFF2-40B4-BE49-F238E27FC236}">
                  <a16:creationId xmlns:a16="http://schemas.microsoft.com/office/drawing/2014/main" id="{E5A16EB1-CB23-B976-5865-E2DD9A2E04D0}"/>
                </a:ext>
              </a:extLst>
            </p:cNvPr>
            <p:cNvSpPr>
              <a:spLocks noChangeArrowheads="1"/>
            </p:cNvSpPr>
            <p:nvPr/>
          </p:nvSpPr>
          <p:spPr bwMode="auto">
            <a:xfrm>
              <a:off x="7475538" y="5565775"/>
              <a:ext cx="34925" cy="20638"/>
            </a:xfrm>
            <a:custGeom>
              <a:avLst/>
              <a:gdLst>
                <a:gd name="T0" fmla="*/ 15 w 95"/>
                <a:gd name="T1" fmla="*/ 29 h 57"/>
                <a:gd name="T2" fmla="*/ 15 w 95"/>
                <a:gd name="T3" fmla="*/ 29 h 57"/>
                <a:gd name="T4" fmla="*/ 67 w 95"/>
                <a:gd name="T5" fmla="*/ 51 h 57"/>
                <a:gd name="T6" fmla="*/ 87 w 95"/>
                <a:gd name="T7" fmla="*/ 51 h 57"/>
                <a:gd name="T8" fmla="*/ 87 w 95"/>
                <a:gd name="T9" fmla="*/ 30 h 57"/>
                <a:gd name="T10" fmla="*/ 87 w 95"/>
                <a:gd name="T11" fmla="*/ 30 h 57"/>
                <a:gd name="T12" fmla="*/ 15 w 95"/>
                <a:gd name="T13" fmla="*/ 0 h 57"/>
                <a:gd name="T14" fmla="*/ 0 w 95"/>
                <a:gd name="T15" fmla="*/ 13 h 57"/>
                <a:gd name="T16" fmla="*/ 15 w 95"/>
                <a:gd name="T17" fmla="*/ 29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5" h="57">
                  <a:moveTo>
                    <a:pt x="15" y="29"/>
                  </a:moveTo>
                  <a:lnTo>
                    <a:pt x="15" y="29"/>
                  </a:lnTo>
                  <a:cubicBezTo>
                    <a:pt x="35" y="29"/>
                    <a:pt x="54" y="37"/>
                    <a:pt x="67" y="51"/>
                  </a:cubicBezTo>
                  <a:cubicBezTo>
                    <a:pt x="72" y="56"/>
                    <a:pt x="82" y="56"/>
                    <a:pt x="87" y="51"/>
                  </a:cubicBezTo>
                  <a:cubicBezTo>
                    <a:pt x="94" y="45"/>
                    <a:pt x="94" y="35"/>
                    <a:pt x="87" y="30"/>
                  </a:cubicBezTo>
                  <a:lnTo>
                    <a:pt x="87" y="30"/>
                  </a:lnTo>
                  <a:cubicBezTo>
                    <a:pt x="69" y="11"/>
                    <a:pt x="43" y="0"/>
                    <a:pt x="15" y="0"/>
                  </a:cubicBezTo>
                  <a:cubicBezTo>
                    <a:pt x="7" y="0"/>
                    <a:pt x="0" y="6"/>
                    <a:pt x="0" y="13"/>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2" name="Group 344">
            <a:extLst>
              <a:ext uri="{FF2B5EF4-FFF2-40B4-BE49-F238E27FC236}">
                <a16:creationId xmlns:a16="http://schemas.microsoft.com/office/drawing/2014/main" id="{4018818F-F051-84A2-CB3C-9553AE73CC3B}"/>
              </a:ext>
            </a:extLst>
          </p:cNvPr>
          <p:cNvGrpSpPr/>
          <p:nvPr/>
        </p:nvGrpSpPr>
        <p:grpSpPr>
          <a:xfrm>
            <a:off x="9482658" y="4192216"/>
            <a:ext cx="244475" cy="244475"/>
            <a:chOff x="8326438" y="4505325"/>
            <a:chExt cx="244475" cy="244475"/>
          </a:xfrm>
          <a:solidFill>
            <a:schemeClr val="accent4"/>
          </a:solidFill>
        </p:grpSpPr>
        <p:sp>
          <p:nvSpPr>
            <p:cNvPr id="343" name="Freeform 280">
              <a:extLst>
                <a:ext uri="{FF2B5EF4-FFF2-40B4-BE49-F238E27FC236}">
                  <a16:creationId xmlns:a16="http://schemas.microsoft.com/office/drawing/2014/main" id="{750EE09C-2061-2852-1D90-F0A1A75C21B1}"/>
                </a:ext>
              </a:extLst>
            </p:cNvPr>
            <p:cNvSpPr>
              <a:spLocks noChangeArrowheads="1"/>
            </p:cNvSpPr>
            <p:nvPr/>
          </p:nvSpPr>
          <p:spPr bwMode="auto">
            <a:xfrm>
              <a:off x="8326438" y="4505325"/>
              <a:ext cx="244475" cy="244475"/>
            </a:xfrm>
            <a:custGeom>
              <a:avLst/>
              <a:gdLst>
                <a:gd name="T0" fmla="*/ 339 w 679"/>
                <a:gd name="T1" fmla="*/ 0 h 679"/>
                <a:gd name="T2" fmla="*/ 339 w 679"/>
                <a:gd name="T3" fmla="*/ 0 h 679"/>
                <a:gd name="T4" fmla="*/ 0 w 679"/>
                <a:gd name="T5" fmla="*/ 340 h 679"/>
                <a:gd name="T6" fmla="*/ 339 w 679"/>
                <a:gd name="T7" fmla="*/ 678 h 679"/>
                <a:gd name="T8" fmla="*/ 678 w 679"/>
                <a:gd name="T9" fmla="*/ 340 h 679"/>
                <a:gd name="T10" fmla="*/ 339 w 679"/>
                <a:gd name="T11" fmla="*/ 0 h 679"/>
                <a:gd name="T12" fmla="*/ 558 w 679"/>
                <a:gd name="T13" fmla="*/ 558 h 679"/>
                <a:gd name="T14" fmla="*/ 558 w 679"/>
                <a:gd name="T15" fmla="*/ 558 h 679"/>
                <a:gd name="T16" fmla="*/ 339 w 679"/>
                <a:gd name="T17" fmla="*/ 649 h 679"/>
                <a:gd name="T18" fmla="*/ 120 w 679"/>
                <a:gd name="T19" fmla="*/ 558 h 679"/>
                <a:gd name="T20" fmla="*/ 30 w 679"/>
                <a:gd name="T21" fmla="*/ 340 h 679"/>
                <a:gd name="T22" fmla="*/ 120 w 679"/>
                <a:gd name="T23" fmla="*/ 120 h 679"/>
                <a:gd name="T24" fmla="*/ 339 w 679"/>
                <a:gd name="T25" fmla="*/ 31 h 679"/>
                <a:gd name="T26" fmla="*/ 558 w 679"/>
                <a:gd name="T27" fmla="*/ 120 h 679"/>
                <a:gd name="T28" fmla="*/ 649 w 679"/>
                <a:gd name="T29" fmla="*/ 340 h 679"/>
                <a:gd name="T30" fmla="*/ 558 w 679"/>
                <a:gd name="T31"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9">
                  <a:moveTo>
                    <a:pt x="339" y="0"/>
                  </a:moveTo>
                  <a:lnTo>
                    <a:pt x="339" y="0"/>
                  </a:lnTo>
                  <a:cubicBezTo>
                    <a:pt x="152" y="0"/>
                    <a:pt x="0" y="152"/>
                    <a:pt x="0" y="340"/>
                  </a:cubicBezTo>
                  <a:cubicBezTo>
                    <a:pt x="0" y="526"/>
                    <a:pt x="152" y="678"/>
                    <a:pt x="339" y="678"/>
                  </a:cubicBezTo>
                  <a:cubicBezTo>
                    <a:pt x="526" y="678"/>
                    <a:pt x="678" y="526"/>
                    <a:pt x="678" y="340"/>
                  </a:cubicBezTo>
                  <a:cubicBezTo>
                    <a:pt x="678" y="152"/>
                    <a:pt x="526" y="0"/>
                    <a:pt x="339" y="0"/>
                  </a:cubicBezTo>
                  <a:close/>
                  <a:moveTo>
                    <a:pt x="558" y="558"/>
                  </a:moveTo>
                  <a:lnTo>
                    <a:pt x="558" y="558"/>
                  </a:lnTo>
                  <a:cubicBezTo>
                    <a:pt x="501" y="615"/>
                    <a:pt x="424" y="649"/>
                    <a:pt x="339" y="649"/>
                  </a:cubicBezTo>
                  <a:cubicBezTo>
                    <a:pt x="254" y="649"/>
                    <a:pt x="176" y="615"/>
                    <a:pt x="120" y="558"/>
                  </a:cubicBezTo>
                  <a:cubicBezTo>
                    <a:pt x="65" y="503"/>
                    <a:pt x="30" y="426"/>
                    <a:pt x="30" y="340"/>
                  </a:cubicBezTo>
                  <a:cubicBezTo>
                    <a:pt x="30" y="254"/>
                    <a:pt x="65" y="177"/>
                    <a:pt x="120" y="120"/>
                  </a:cubicBezTo>
                  <a:cubicBezTo>
                    <a:pt x="176" y="65"/>
                    <a:pt x="254" y="31"/>
                    <a:pt x="339" y="31"/>
                  </a:cubicBezTo>
                  <a:cubicBezTo>
                    <a:pt x="424" y="31"/>
                    <a:pt x="501" y="65"/>
                    <a:pt x="558" y="120"/>
                  </a:cubicBezTo>
                  <a:cubicBezTo>
                    <a:pt x="613" y="177"/>
                    <a:pt x="649" y="254"/>
                    <a:pt x="649" y="340"/>
                  </a:cubicBezTo>
                  <a:cubicBezTo>
                    <a:pt x="649" y="426"/>
                    <a:pt x="613"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4" name="Freeform 281">
              <a:extLst>
                <a:ext uri="{FF2B5EF4-FFF2-40B4-BE49-F238E27FC236}">
                  <a16:creationId xmlns:a16="http://schemas.microsoft.com/office/drawing/2014/main" id="{0EC1AFE1-4081-E64B-F0E2-180FCA1792C2}"/>
                </a:ext>
              </a:extLst>
            </p:cNvPr>
            <p:cNvSpPr>
              <a:spLocks noChangeArrowheads="1"/>
            </p:cNvSpPr>
            <p:nvPr/>
          </p:nvSpPr>
          <p:spPr bwMode="auto">
            <a:xfrm>
              <a:off x="8388350" y="4589463"/>
              <a:ext cx="22225" cy="22225"/>
            </a:xfrm>
            <a:custGeom>
              <a:avLst/>
              <a:gdLst>
                <a:gd name="T0" fmla="*/ 60 w 61"/>
                <a:gd name="T1" fmla="*/ 29 h 61"/>
                <a:gd name="T2" fmla="*/ 60 w 61"/>
                <a:gd name="T3" fmla="*/ 29 h 61"/>
                <a:gd name="T4" fmla="*/ 31 w 61"/>
                <a:gd name="T5" fmla="*/ 0 h 61"/>
                <a:gd name="T6" fmla="*/ 0 w 61"/>
                <a:gd name="T7" fmla="*/ 29 h 61"/>
                <a:gd name="T8" fmla="*/ 31 w 61"/>
                <a:gd name="T9" fmla="*/ 60 h 61"/>
                <a:gd name="T10" fmla="*/ 6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60" y="29"/>
                  </a:moveTo>
                  <a:lnTo>
                    <a:pt x="60" y="29"/>
                  </a:lnTo>
                  <a:cubicBezTo>
                    <a:pt x="60" y="14"/>
                    <a:pt x="46" y="0"/>
                    <a:pt x="31" y="0"/>
                  </a:cubicBezTo>
                  <a:cubicBezTo>
                    <a:pt x="14" y="0"/>
                    <a:pt x="0" y="14"/>
                    <a:pt x="0" y="29"/>
                  </a:cubicBezTo>
                  <a:cubicBezTo>
                    <a:pt x="0" y="46"/>
                    <a:pt x="14" y="60"/>
                    <a:pt x="31" y="60"/>
                  </a:cubicBezTo>
                  <a:cubicBezTo>
                    <a:pt x="46" y="60"/>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5" name="Freeform 282">
              <a:extLst>
                <a:ext uri="{FF2B5EF4-FFF2-40B4-BE49-F238E27FC236}">
                  <a16:creationId xmlns:a16="http://schemas.microsoft.com/office/drawing/2014/main" id="{4DD72C59-CCD8-B7C2-4108-73C776C23E00}"/>
                </a:ext>
              </a:extLst>
            </p:cNvPr>
            <p:cNvSpPr>
              <a:spLocks noChangeArrowheads="1"/>
            </p:cNvSpPr>
            <p:nvPr/>
          </p:nvSpPr>
          <p:spPr bwMode="auto">
            <a:xfrm>
              <a:off x="8485188" y="4589463"/>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5" y="60"/>
                    <a:pt x="59" y="46"/>
                    <a:pt x="59" y="29"/>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6" name="Freeform 283">
              <a:extLst>
                <a:ext uri="{FF2B5EF4-FFF2-40B4-BE49-F238E27FC236}">
                  <a16:creationId xmlns:a16="http://schemas.microsoft.com/office/drawing/2014/main" id="{A2115F94-BAB7-082D-CF12-80862BFCD0B4}"/>
                </a:ext>
              </a:extLst>
            </p:cNvPr>
            <p:cNvSpPr>
              <a:spLocks noChangeArrowheads="1"/>
            </p:cNvSpPr>
            <p:nvPr/>
          </p:nvSpPr>
          <p:spPr bwMode="auto">
            <a:xfrm>
              <a:off x="8396288" y="4652963"/>
              <a:ext cx="101600" cy="34925"/>
            </a:xfrm>
            <a:custGeom>
              <a:avLst/>
              <a:gdLst>
                <a:gd name="T0" fmla="*/ 142 w 284"/>
                <a:gd name="T1" fmla="*/ 0 h 98"/>
                <a:gd name="T2" fmla="*/ 142 w 284"/>
                <a:gd name="T3" fmla="*/ 0 h 98"/>
                <a:gd name="T4" fmla="*/ 6 w 284"/>
                <a:gd name="T5" fmla="*/ 71 h 98"/>
                <a:gd name="T6" fmla="*/ 7 w 284"/>
                <a:gd name="T7" fmla="*/ 91 h 98"/>
                <a:gd name="T8" fmla="*/ 28 w 284"/>
                <a:gd name="T9" fmla="*/ 89 h 98"/>
                <a:gd name="T10" fmla="*/ 28 w 284"/>
                <a:gd name="T11" fmla="*/ 89 h 98"/>
                <a:gd name="T12" fmla="*/ 142 w 284"/>
                <a:gd name="T13" fmla="*/ 29 h 98"/>
                <a:gd name="T14" fmla="*/ 256 w 284"/>
                <a:gd name="T15" fmla="*/ 89 h 98"/>
                <a:gd name="T16" fmla="*/ 276 w 284"/>
                <a:gd name="T17" fmla="*/ 91 h 98"/>
                <a:gd name="T18" fmla="*/ 278 w 284"/>
                <a:gd name="T19" fmla="*/ 71 h 98"/>
                <a:gd name="T20" fmla="*/ 142 w 284"/>
                <a:gd name="T21" fmla="*/ 0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4" h="98">
                  <a:moveTo>
                    <a:pt x="142" y="0"/>
                  </a:moveTo>
                  <a:lnTo>
                    <a:pt x="142" y="0"/>
                  </a:lnTo>
                  <a:cubicBezTo>
                    <a:pt x="87" y="0"/>
                    <a:pt x="39" y="28"/>
                    <a:pt x="6" y="71"/>
                  </a:cubicBezTo>
                  <a:cubicBezTo>
                    <a:pt x="0" y="77"/>
                    <a:pt x="2" y="86"/>
                    <a:pt x="7" y="91"/>
                  </a:cubicBezTo>
                  <a:cubicBezTo>
                    <a:pt x="14" y="97"/>
                    <a:pt x="24" y="95"/>
                    <a:pt x="28" y="89"/>
                  </a:cubicBezTo>
                  <a:lnTo>
                    <a:pt x="28" y="89"/>
                  </a:lnTo>
                  <a:cubicBezTo>
                    <a:pt x="58" y="51"/>
                    <a:pt x="98" y="29"/>
                    <a:pt x="142" y="29"/>
                  </a:cubicBezTo>
                  <a:cubicBezTo>
                    <a:pt x="185" y="29"/>
                    <a:pt x="225" y="51"/>
                    <a:pt x="256" y="89"/>
                  </a:cubicBezTo>
                  <a:cubicBezTo>
                    <a:pt x="260" y="95"/>
                    <a:pt x="270" y="97"/>
                    <a:pt x="276" y="91"/>
                  </a:cubicBezTo>
                  <a:cubicBezTo>
                    <a:pt x="282" y="86"/>
                    <a:pt x="283" y="77"/>
                    <a:pt x="278" y="71"/>
                  </a:cubicBezTo>
                  <a:cubicBezTo>
                    <a:pt x="245" y="28"/>
                    <a:pt x="196" y="0"/>
                    <a:pt x="1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7" name="Freeform 284">
              <a:extLst>
                <a:ext uri="{FF2B5EF4-FFF2-40B4-BE49-F238E27FC236}">
                  <a16:creationId xmlns:a16="http://schemas.microsoft.com/office/drawing/2014/main" id="{CE391F2A-75A5-0E53-F0E4-A0BB0EB12CF5}"/>
                </a:ext>
              </a:extLst>
            </p:cNvPr>
            <p:cNvSpPr>
              <a:spLocks noChangeArrowheads="1"/>
            </p:cNvSpPr>
            <p:nvPr/>
          </p:nvSpPr>
          <p:spPr bwMode="auto">
            <a:xfrm>
              <a:off x="8388350" y="4557713"/>
              <a:ext cx="33338" cy="22225"/>
            </a:xfrm>
            <a:custGeom>
              <a:avLst/>
              <a:gdLst>
                <a:gd name="T0" fmla="*/ 10 w 94"/>
                <a:gd name="T1" fmla="*/ 29 h 63"/>
                <a:gd name="T2" fmla="*/ 10 w 94"/>
                <a:gd name="T3" fmla="*/ 29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9"/>
                  </a:moveTo>
                  <a:lnTo>
                    <a:pt x="10" y="29"/>
                  </a:lnTo>
                  <a:cubicBezTo>
                    <a:pt x="69" y="59"/>
                    <a:pt x="69" y="59"/>
                    <a:pt x="69" y="59"/>
                  </a:cubicBezTo>
                  <a:cubicBezTo>
                    <a:pt x="76" y="62"/>
                    <a:pt x="84" y="59"/>
                    <a:pt x="89" y="52"/>
                  </a:cubicBezTo>
                  <a:cubicBezTo>
                    <a:pt x="93" y="45"/>
                    <a:pt x="90" y="35"/>
                    <a:pt x="82" y="33"/>
                  </a:cubicBezTo>
                  <a:cubicBezTo>
                    <a:pt x="24" y="2"/>
                    <a:pt x="24" y="2"/>
                    <a:pt x="24" y="2"/>
                  </a:cubicBezTo>
                  <a:cubicBezTo>
                    <a:pt x="15" y="0"/>
                    <a:pt x="7" y="2"/>
                    <a:pt x="3" y="9"/>
                  </a:cubicBezTo>
                  <a:cubicBezTo>
                    <a:pt x="0" y="16"/>
                    <a:pt x="3" y="26"/>
                    <a:pt x="1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48" name="Freeform 285">
              <a:extLst>
                <a:ext uri="{FF2B5EF4-FFF2-40B4-BE49-F238E27FC236}">
                  <a16:creationId xmlns:a16="http://schemas.microsoft.com/office/drawing/2014/main" id="{35983B49-C89E-5836-0831-F9BDE14BF8ED}"/>
                </a:ext>
              </a:extLst>
            </p:cNvPr>
            <p:cNvSpPr>
              <a:spLocks noChangeArrowheads="1"/>
            </p:cNvSpPr>
            <p:nvPr/>
          </p:nvSpPr>
          <p:spPr bwMode="auto">
            <a:xfrm>
              <a:off x="8474075" y="4557713"/>
              <a:ext cx="33338" cy="22225"/>
            </a:xfrm>
            <a:custGeom>
              <a:avLst/>
              <a:gdLst>
                <a:gd name="T0" fmla="*/ 23 w 93"/>
                <a:gd name="T1" fmla="*/ 59 h 63"/>
                <a:gd name="T2" fmla="*/ 23 w 93"/>
                <a:gd name="T3" fmla="*/ 59 h 63"/>
                <a:gd name="T4" fmla="*/ 83 w 93"/>
                <a:gd name="T5" fmla="*/ 29 h 63"/>
                <a:gd name="T6" fmla="*/ 90 w 93"/>
                <a:gd name="T7" fmla="*/ 9 h 63"/>
                <a:gd name="T8" fmla="*/ 69 w 93"/>
                <a:gd name="T9" fmla="*/ 2 h 63"/>
                <a:gd name="T10" fmla="*/ 11 w 93"/>
                <a:gd name="T11" fmla="*/ 33 h 63"/>
                <a:gd name="T12" fmla="*/ 4 w 93"/>
                <a:gd name="T13" fmla="*/ 52 h 63"/>
                <a:gd name="T14" fmla="*/ 23 w 93"/>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63">
                  <a:moveTo>
                    <a:pt x="23" y="59"/>
                  </a:moveTo>
                  <a:lnTo>
                    <a:pt x="23" y="59"/>
                  </a:lnTo>
                  <a:cubicBezTo>
                    <a:pt x="83" y="29"/>
                    <a:pt x="83" y="29"/>
                    <a:pt x="83" y="29"/>
                  </a:cubicBezTo>
                  <a:cubicBezTo>
                    <a:pt x="90" y="26"/>
                    <a:pt x="92" y="16"/>
                    <a:pt x="90" y="9"/>
                  </a:cubicBezTo>
                  <a:cubicBezTo>
                    <a:pt x="86" y="2"/>
                    <a:pt x="77" y="0"/>
                    <a:pt x="69" y="2"/>
                  </a:cubicBezTo>
                  <a:cubicBezTo>
                    <a:pt x="11" y="33"/>
                    <a:pt x="11" y="33"/>
                    <a:pt x="11" y="33"/>
                  </a:cubicBezTo>
                  <a:cubicBezTo>
                    <a:pt x="3" y="35"/>
                    <a:pt x="0" y="45"/>
                    <a:pt x="4" y="52"/>
                  </a:cubicBezTo>
                  <a:cubicBezTo>
                    <a:pt x="8" y="59"/>
                    <a:pt x="16" y="62"/>
                    <a:pt x="23"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49" name="Group 351">
            <a:extLst>
              <a:ext uri="{FF2B5EF4-FFF2-40B4-BE49-F238E27FC236}">
                <a16:creationId xmlns:a16="http://schemas.microsoft.com/office/drawing/2014/main" id="{FE9D2F2E-0193-B084-6195-2B03541E2A36}"/>
              </a:ext>
            </a:extLst>
          </p:cNvPr>
          <p:cNvGrpSpPr/>
          <p:nvPr/>
        </p:nvGrpSpPr>
        <p:grpSpPr>
          <a:xfrm>
            <a:off x="8463483" y="5713041"/>
            <a:ext cx="244475" cy="255587"/>
            <a:chOff x="7307263" y="6021388"/>
            <a:chExt cx="244475" cy="255587"/>
          </a:xfrm>
          <a:solidFill>
            <a:schemeClr val="accent4"/>
          </a:solidFill>
        </p:grpSpPr>
        <p:sp>
          <p:nvSpPr>
            <p:cNvPr id="350" name="Freeform 286">
              <a:extLst>
                <a:ext uri="{FF2B5EF4-FFF2-40B4-BE49-F238E27FC236}">
                  <a16:creationId xmlns:a16="http://schemas.microsoft.com/office/drawing/2014/main" id="{0AADCAFC-E337-A919-DDEA-2B4F09D7A30F}"/>
                </a:ext>
              </a:extLst>
            </p:cNvPr>
            <p:cNvSpPr>
              <a:spLocks noChangeArrowheads="1"/>
            </p:cNvSpPr>
            <p:nvPr/>
          </p:nvSpPr>
          <p:spPr bwMode="auto">
            <a:xfrm>
              <a:off x="7370763" y="6118225"/>
              <a:ext cx="22225" cy="22225"/>
            </a:xfrm>
            <a:custGeom>
              <a:avLst/>
              <a:gdLst>
                <a:gd name="T0" fmla="*/ 30 w 60"/>
                <a:gd name="T1" fmla="*/ 60 h 61"/>
                <a:gd name="T2" fmla="*/ 30 w 60"/>
                <a:gd name="T3" fmla="*/ 60 h 61"/>
                <a:gd name="T4" fmla="*/ 59 w 60"/>
                <a:gd name="T5" fmla="*/ 29 h 61"/>
                <a:gd name="T6" fmla="*/ 30 w 60"/>
                <a:gd name="T7" fmla="*/ 0 h 61"/>
                <a:gd name="T8" fmla="*/ 0 w 60"/>
                <a:gd name="T9" fmla="*/ 29 h 61"/>
                <a:gd name="T10" fmla="*/ 30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30" y="60"/>
                  </a:moveTo>
                  <a:lnTo>
                    <a:pt x="30" y="60"/>
                  </a:lnTo>
                  <a:cubicBezTo>
                    <a:pt x="45" y="60"/>
                    <a:pt x="59" y="46"/>
                    <a:pt x="59" y="29"/>
                  </a:cubicBezTo>
                  <a:cubicBezTo>
                    <a:pt x="59" y="14"/>
                    <a:pt x="45" y="0"/>
                    <a:pt x="30" y="0"/>
                  </a:cubicBezTo>
                  <a:cubicBezTo>
                    <a:pt x="14" y="0"/>
                    <a:pt x="0" y="14"/>
                    <a:pt x="0" y="29"/>
                  </a:cubicBezTo>
                  <a:cubicBezTo>
                    <a:pt x="0" y="46"/>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1" name="Freeform 287">
              <a:extLst>
                <a:ext uri="{FF2B5EF4-FFF2-40B4-BE49-F238E27FC236}">
                  <a16:creationId xmlns:a16="http://schemas.microsoft.com/office/drawing/2014/main" id="{E253F0C0-BF99-0E5E-2596-415815DC208F}"/>
                </a:ext>
              </a:extLst>
            </p:cNvPr>
            <p:cNvSpPr>
              <a:spLocks noChangeArrowheads="1"/>
            </p:cNvSpPr>
            <p:nvPr/>
          </p:nvSpPr>
          <p:spPr bwMode="auto">
            <a:xfrm>
              <a:off x="7466013" y="6118225"/>
              <a:ext cx="22225" cy="22225"/>
            </a:xfrm>
            <a:custGeom>
              <a:avLst/>
              <a:gdLst>
                <a:gd name="T0" fmla="*/ 30 w 60"/>
                <a:gd name="T1" fmla="*/ 0 h 61"/>
                <a:gd name="T2" fmla="*/ 30 w 60"/>
                <a:gd name="T3" fmla="*/ 0 h 61"/>
                <a:gd name="T4" fmla="*/ 0 w 60"/>
                <a:gd name="T5" fmla="*/ 29 h 61"/>
                <a:gd name="T6" fmla="*/ 30 w 60"/>
                <a:gd name="T7" fmla="*/ 60 h 61"/>
                <a:gd name="T8" fmla="*/ 59 w 60"/>
                <a:gd name="T9" fmla="*/ 29 h 61"/>
                <a:gd name="T10" fmla="*/ 30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30" y="0"/>
                  </a:moveTo>
                  <a:lnTo>
                    <a:pt x="30" y="0"/>
                  </a:lnTo>
                  <a:cubicBezTo>
                    <a:pt x="14" y="0"/>
                    <a:pt x="0" y="14"/>
                    <a:pt x="0" y="29"/>
                  </a:cubicBezTo>
                  <a:cubicBezTo>
                    <a:pt x="0" y="46"/>
                    <a:pt x="14" y="60"/>
                    <a:pt x="30" y="60"/>
                  </a:cubicBezTo>
                  <a:cubicBezTo>
                    <a:pt x="46" y="60"/>
                    <a:pt x="59" y="46"/>
                    <a:pt x="59" y="29"/>
                  </a:cubicBezTo>
                  <a:cubicBezTo>
                    <a:pt x="59"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2" name="Freeform 288">
              <a:extLst>
                <a:ext uri="{FF2B5EF4-FFF2-40B4-BE49-F238E27FC236}">
                  <a16:creationId xmlns:a16="http://schemas.microsoft.com/office/drawing/2014/main" id="{BD74BF9D-91B0-1B44-0CF8-BDC7D0D47890}"/>
                </a:ext>
              </a:extLst>
            </p:cNvPr>
            <p:cNvSpPr>
              <a:spLocks noChangeArrowheads="1"/>
            </p:cNvSpPr>
            <p:nvPr/>
          </p:nvSpPr>
          <p:spPr bwMode="auto">
            <a:xfrm>
              <a:off x="7370763" y="6084888"/>
              <a:ext cx="33337" cy="22225"/>
            </a:xfrm>
            <a:custGeom>
              <a:avLst/>
              <a:gdLst>
                <a:gd name="T0" fmla="*/ 10 w 94"/>
                <a:gd name="T1" fmla="*/ 28 h 63"/>
                <a:gd name="T2" fmla="*/ 10 w 94"/>
                <a:gd name="T3" fmla="*/ 28 h 63"/>
                <a:gd name="T4" fmla="*/ 69 w 94"/>
                <a:gd name="T5" fmla="*/ 59 h 63"/>
                <a:gd name="T6" fmla="*/ 89 w 94"/>
                <a:gd name="T7" fmla="*/ 52 h 63"/>
                <a:gd name="T8" fmla="*/ 82 w 94"/>
                <a:gd name="T9" fmla="*/ 33 h 63"/>
                <a:gd name="T10" fmla="*/ 24 w 94"/>
                <a:gd name="T11" fmla="*/ 2 h 63"/>
                <a:gd name="T12" fmla="*/ 3 w 94"/>
                <a:gd name="T13" fmla="*/ 9 h 63"/>
                <a:gd name="T14" fmla="*/ 10 w 94"/>
                <a:gd name="T15" fmla="*/ 28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10" y="28"/>
                  </a:moveTo>
                  <a:lnTo>
                    <a:pt x="10" y="28"/>
                  </a:lnTo>
                  <a:cubicBezTo>
                    <a:pt x="69" y="59"/>
                    <a:pt x="69" y="59"/>
                    <a:pt x="69" y="59"/>
                  </a:cubicBezTo>
                  <a:cubicBezTo>
                    <a:pt x="76" y="62"/>
                    <a:pt x="85" y="59"/>
                    <a:pt x="89" y="52"/>
                  </a:cubicBezTo>
                  <a:cubicBezTo>
                    <a:pt x="93" y="45"/>
                    <a:pt x="90" y="35"/>
                    <a:pt x="82" y="33"/>
                  </a:cubicBezTo>
                  <a:cubicBezTo>
                    <a:pt x="24" y="2"/>
                    <a:pt x="24" y="2"/>
                    <a:pt x="24" y="2"/>
                  </a:cubicBezTo>
                  <a:cubicBezTo>
                    <a:pt x="16" y="0"/>
                    <a:pt x="7" y="2"/>
                    <a:pt x="3" y="9"/>
                  </a:cubicBezTo>
                  <a:cubicBezTo>
                    <a:pt x="0" y="16"/>
                    <a:pt x="3" y="26"/>
                    <a:pt x="10"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3" name="Freeform 289">
              <a:extLst>
                <a:ext uri="{FF2B5EF4-FFF2-40B4-BE49-F238E27FC236}">
                  <a16:creationId xmlns:a16="http://schemas.microsoft.com/office/drawing/2014/main" id="{EB6DA818-0EF6-263D-62EE-F04F7FF55A3B}"/>
                </a:ext>
              </a:extLst>
            </p:cNvPr>
            <p:cNvSpPr>
              <a:spLocks noChangeArrowheads="1"/>
            </p:cNvSpPr>
            <p:nvPr/>
          </p:nvSpPr>
          <p:spPr bwMode="auto">
            <a:xfrm>
              <a:off x="7454900" y="6084888"/>
              <a:ext cx="33338" cy="22225"/>
            </a:xfrm>
            <a:custGeom>
              <a:avLst/>
              <a:gdLst>
                <a:gd name="T0" fmla="*/ 24 w 94"/>
                <a:gd name="T1" fmla="*/ 59 h 63"/>
                <a:gd name="T2" fmla="*/ 24 w 94"/>
                <a:gd name="T3" fmla="*/ 59 h 63"/>
                <a:gd name="T4" fmla="*/ 83 w 94"/>
                <a:gd name="T5" fmla="*/ 28 h 63"/>
                <a:gd name="T6" fmla="*/ 90 w 94"/>
                <a:gd name="T7" fmla="*/ 9 h 63"/>
                <a:gd name="T8" fmla="*/ 69 w 94"/>
                <a:gd name="T9" fmla="*/ 2 h 63"/>
                <a:gd name="T10" fmla="*/ 11 w 94"/>
                <a:gd name="T11" fmla="*/ 33 h 63"/>
                <a:gd name="T12" fmla="*/ 4 w 94"/>
                <a:gd name="T13" fmla="*/ 52 h 63"/>
                <a:gd name="T14" fmla="*/ 24 w 94"/>
                <a:gd name="T15" fmla="*/ 59 h 6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63">
                  <a:moveTo>
                    <a:pt x="24" y="59"/>
                  </a:moveTo>
                  <a:lnTo>
                    <a:pt x="24" y="59"/>
                  </a:lnTo>
                  <a:cubicBezTo>
                    <a:pt x="83" y="28"/>
                    <a:pt x="83" y="28"/>
                    <a:pt x="83" y="28"/>
                  </a:cubicBezTo>
                  <a:cubicBezTo>
                    <a:pt x="90" y="26"/>
                    <a:pt x="93" y="16"/>
                    <a:pt x="90" y="9"/>
                  </a:cubicBezTo>
                  <a:cubicBezTo>
                    <a:pt x="86" y="2"/>
                    <a:pt x="78" y="0"/>
                    <a:pt x="69" y="2"/>
                  </a:cubicBezTo>
                  <a:cubicBezTo>
                    <a:pt x="11" y="33"/>
                    <a:pt x="11" y="33"/>
                    <a:pt x="11" y="33"/>
                  </a:cubicBezTo>
                  <a:cubicBezTo>
                    <a:pt x="3" y="35"/>
                    <a:pt x="0" y="45"/>
                    <a:pt x="4" y="52"/>
                  </a:cubicBezTo>
                  <a:cubicBezTo>
                    <a:pt x="8" y="59"/>
                    <a:pt x="17" y="62"/>
                    <a:pt x="24"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4" name="Freeform 290">
              <a:extLst>
                <a:ext uri="{FF2B5EF4-FFF2-40B4-BE49-F238E27FC236}">
                  <a16:creationId xmlns:a16="http://schemas.microsoft.com/office/drawing/2014/main" id="{CFF006C8-5710-6DE4-CE1D-8ACEBBF529D7}"/>
                </a:ext>
              </a:extLst>
            </p:cNvPr>
            <p:cNvSpPr>
              <a:spLocks noChangeArrowheads="1"/>
            </p:cNvSpPr>
            <p:nvPr/>
          </p:nvSpPr>
          <p:spPr bwMode="auto">
            <a:xfrm>
              <a:off x="7307263" y="6021388"/>
              <a:ext cx="244475" cy="255587"/>
            </a:xfrm>
            <a:custGeom>
              <a:avLst/>
              <a:gdLst>
                <a:gd name="T0" fmla="*/ 662 w 679"/>
                <a:gd name="T1" fmla="*/ 236 h 709"/>
                <a:gd name="T2" fmla="*/ 662 w 679"/>
                <a:gd name="T3" fmla="*/ 236 h 709"/>
                <a:gd name="T4" fmla="*/ 638 w 679"/>
                <a:gd name="T5" fmla="*/ 120 h 709"/>
                <a:gd name="T6" fmla="*/ 587 w 679"/>
                <a:gd name="T7" fmla="*/ 8 h 709"/>
                <a:gd name="T8" fmla="*/ 570 w 679"/>
                <a:gd name="T9" fmla="*/ 2 h 709"/>
                <a:gd name="T10" fmla="*/ 561 w 679"/>
                <a:gd name="T11" fmla="*/ 16 h 709"/>
                <a:gd name="T12" fmla="*/ 561 w 679"/>
                <a:gd name="T13" fmla="*/ 26 h 709"/>
                <a:gd name="T14" fmla="*/ 552 w 679"/>
                <a:gd name="T15" fmla="*/ 106 h 709"/>
                <a:gd name="T16" fmla="*/ 340 w 679"/>
                <a:gd name="T17" fmla="*/ 30 h 709"/>
                <a:gd name="T18" fmla="*/ 127 w 679"/>
                <a:gd name="T19" fmla="*/ 106 h 709"/>
                <a:gd name="T20" fmla="*/ 117 w 679"/>
                <a:gd name="T21" fmla="*/ 26 h 709"/>
                <a:gd name="T22" fmla="*/ 119 w 679"/>
                <a:gd name="T23" fmla="*/ 16 h 709"/>
                <a:gd name="T24" fmla="*/ 108 w 679"/>
                <a:gd name="T25" fmla="*/ 2 h 709"/>
                <a:gd name="T26" fmla="*/ 91 w 679"/>
                <a:gd name="T27" fmla="*/ 8 h 709"/>
                <a:gd name="T28" fmla="*/ 40 w 679"/>
                <a:gd name="T29" fmla="*/ 120 h 709"/>
                <a:gd name="T30" fmla="*/ 17 w 679"/>
                <a:gd name="T31" fmla="*/ 236 h 709"/>
                <a:gd name="T32" fmla="*/ 19 w 679"/>
                <a:gd name="T33" fmla="*/ 259 h 709"/>
                <a:gd name="T34" fmla="*/ 0 w 679"/>
                <a:gd name="T35" fmla="*/ 370 h 709"/>
                <a:gd name="T36" fmla="*/ 340 w 679"/>
                <a:gd name="T37" fmla="*/ 708 h 709"/>
                <a:gd name="T38" fmla="*/ 678 w 679"/>
                <a:gd name="T39" fmla="*/ 370 h 709"/>
                <a:gd name="T40" fmla="*/ 660 w 679"/>
                <a:gd name="T41" fmla="*/ 261 h 709"/>
                <a:gd name="T42" fmla="*/ 662 w 679"/>
                <a:gd name="T43" fmla="*/ 236 h 709"/>
                <a:gd name="T44" fmla="*/ 558 w 679"/>
                <a:gd name="T45" fmla="*/ 588 h 709"/>
                <a:gd name="T46" fmla="*/ 558 w 679"/>
                <a:gd name="T47" fmla="*/ 588 h 709"/>
                <a:gd name="T48" fmla="*/ 340 w 679"/>
                <a:gd name="T49" fmla="*/ 679 h 709"/>
                <a:gd name="T50" fmla="*/ 120 w 679"/>
                <a:gd name="T51" fmla="*/ 588 h 709"/>
                <a:gd name="T52" fmla="*/ 30 w 679"/>
                <a:gd name="T53" fmla="*/ 370 h 709"/>
                <a:gd name="T54" fmla="*/ 39 w 679"/>
                <a:gd name="T55" fmla="*/ 295 h 709"/>
                <a:gd name="T56" fmla="*/ 55 w 679"/>
                <a:gd name="T57" fmla="*/ 291 h 709"/>
                <a:gd name="T58" fmla="*/ 55 w 679"/>
                <a:gd name="T59" fmla="*/ 270 h 709"/>
                <a:gd name="T60" fmla="*/ 48 w 679"/>
                <a:gd name="T61" fmla="*/ 258 h 709"/>
                <a:gd name="T62" fmla="*/ 46 w 679"/>
                <a:gd name="T63" fmla="*/ 236 h 709"/>
                <a:gd name="T64" fmla="*/ 68 w 679"/>
                <a:gd name="T65" fmla="*/ 130 h 709"/>
                <a:gd name="T66" fmla="*/ 91 w 679"/>
                <a:gd name="T67" fmla="*/ 72 h 709"/>
                <a:gd name="T68" fmla="*/ 120 w 679"/>
                <a:gd name="T69" fmla="*/ 171 h 709"/>
                <a:gd name="T70" fmla="*/ 139 w 679"/>
                <a:gd name="T71" fmla="*/ 177 h 709"/>
                <a:gd name="T72" fmla="*/ 145 w 679"/>
                <a:gd name="T73" fmla="*/ 156 h 709"/>
                <a:gd name="T74" fmla="*/ 145 w 679"/>
                <a:gd name="T75" fmla="*/ 156 h 709"/>
                <a:gd name="T76" fmla="*/ 137 w 679"/>
                <a:gd name="T77" fmla="*/ 136 h 709"/>
                <a:gd name="T78" fmla="*/ 340 w 679"/>
                <a:gd name="T79" fmla="*/ 60 h 709"/>
                <a:gd name="T80" fmla="*/ 541 w 679"/>
                <a:gd name="T81" fmla="*/ 136 h 709"/>
                <a:gd name="T82" fmla="*/ 533 w 679"/>
                <a:gd name="T83" fmla="*/ 156 h 709"/>
                <a:gd name="T84" fmla="*/ 539 w 679"/>
                <a:gd name="T85" fmla="*/ 177 h 709"/>
                <a:gd name="T86" fmla="*/ 558 w 679"/>
                <a:gd name="T87" fmla="*/ 171 h 709"/>
                <a:gd name="T88" fmla="*/ 587 w 679"/>
                <a:gd name="T89" fmla="*/ 72 h 709"/>
                <a:gd name="T90" fmla="*/ 610 w 679"/>
                <a:gd name="T91" fmla="*/ 130 h 709"/>
                <a:gd name="T92" fmla="*/ 633 w 679"/>
                <a:gd name="T93" fmla="*/ 236 h 709"/>
                <a:gd name="T94" fmla="*/ 630 w 679"/>
                <a:gd name="T95" fmla="*/ 258 h 709"/>
                <a:gd name="T96" fmla="*/ 624 w 679"/>
                <a:gd name="T97" fmla="*/ 270 h 709"/>
                <a:gd name="T98" fmla="*/ 623 w 679"/>
                <a:gd name="T99" fmla="*/ 291 h 709"/>
                <a:gd name="T100" fmla="*/ 639 w 679"/>
                <a:gd name="T101" fmla="*/ 295 h 709"/>
                <a:gd name="T102" fmla="*/ 649 w 679"/>
                <a:gd name="T103" fmla="*/ 370 h 709"/>
                <a:gd name="T104" fmla="*/ 558 w 679"/>
                <a:gd name="T105" fmla="*/ 58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9" h="709">
                  <a:moveTo>
                    <a:pt x="662" y="236"/>
                  </a:moveTo>
                  <a:lnTo>
                    <a:pt x="662" y="236"/>
                  </a:lnTo>
                  <a:cubicBezTo>
                    <a:pt x="662" y="201"/>
                    <a:pt x="652" y="160"/>
                    <a:pt x="638" y="120"/>
                  </a:cubicBezTo>
                  <a:cubicBezTo>
                    <a:pt x="624" y="78"/>
                    <a:pt x="606" y="38"/>
                    <a:pt x="587" y="8"/>
                  </a:cubicBezTo>
                  <a:cubicBezTo>
                    <a:pt x="584" y="2"/>
                    <a:pt x="577" y="0"/>
                    <a:pt x="570" y="2"/>
                  </a:cubicBezTo>
                  <a:cubicBezTo>
                    <a:pt x="565" y="4"/>
                    <a:pt x="561" y="9"/>
                    <a:pt x="561" y="16"/>
                  </a:cubicBezTo>
                  <a:cubicBezTo>
                    <a:pt x="561" y="19"/>
                    <a:pt x="561" y="23"/>
                    <a:pt x="561" y="26"/>
                  </a:cubicBezTo>
                  <a:cubicBezTo>
                    <a:pt x="561" y="56"/>
                    <a:pt x="558" y="83"/>
                    <a:pt x="552" y="106"/>
                  </a:cubicBezTo>
                  <a:cubicBezTo>
                    <a:pt x="493" y="59"/>
                    <a:pt x="420" y="30"/>
                    <a:pt x="340" y="30"/>
                  </a:cubicBezTo>
                  <a:cubicBezTo>
                    <a:pt x="258" y="30"/>
                    <a:pt x="185" y="59"/>
                    <a:pt x="127" y="106"/>
                  </a:cubicBezTo>
                  <a:cubicBezTo>
                    <a:pt x="122" y="83"/>
                    <a:pt x="117" y="56"/>
                    <a:pt x="117" y="26"/>
                  </a:cubicBezTo>
                  <a:cubicBezTo>
                    <a:pt x="117" y="23"/>
                    <a:pt x="117" y="19"/>
                    <a:pt x="119" y="16"/>
                  </a:cubicBezTo>
                  <a:cubicBezTo>
                    <a:pt x="119" y="9"/>
                    <a:pt x="113" y="4"/>
                    <a:pt x="108" y="2"/>
                  </a:cubicBezTo>
                  <a:cubicBezTo>
                    <a:pt x="101" y="0"/>
                    <a:pt x="94" y="2"/>
                    <a:pt x="91" y="8"/>
                  </a:cubicBezTo>
                  <a:cubicBezTo>
                    <a:pt x="73" y="38"/>
                    <a:pt x="54" y="78"/>
                    <a:pt x="40" y="120"/>
                  </a:cubicBezTo>
                  <a:cubicBezTo>
                    <a:pt x="26" y="160"/>
                    <a:pt x="17" y="201"/>
                    <a:pt x="17" y="236"/>
                  </a:cubicBezTo>
                  <a:cubicBezTo>
                    <a:pt x="17" y="244"/>
                    <a:pt x="17" y="252"/>
                    <a:pt x="19" y="259"/>
                  </a:cubicBezTo>
                  <a:cubicBezTo>
                    <a:pt x="7" y="294"/>
                    <a:pt x="0" y="331"/>
                    <a:pt x="0" y="370"/>
                  </a:cubicBezTo>
                  <a:cubicBezTo>
                    <a:pt x="0" y="556"/>
                    <a:pt x="152" y="708"/>
                    <a:pt x="340" y="708"/>
                  </a:cubicBezTo>
                  <a:cubicBezTo>
                    <a:pt x="526" y="708"/>
                    <a:pt x="678" y="556"/>
                    <a:pt x="678" y="370"/>
                  </a:cubicBezTo>
                  <a:cubicBezTo>
                    <a:pt x="678" y="331"/>
                    <a:pt x="671" y="294"/>
                    <a:pt x="660" y="261"/>
                  </a:cubicBezTo>
                  <a:cubicBezTo>
                    <a:pt x="662" y="252"/>
                    <a:pt x="662" y="244"/>
                    <a:pt x="662" y="236"/>
                  </a:cubicBezTo>
                  <a:close/>
                  <a:moveTo>
                    <a:pt x="558" y="588"/>
                  </a:moveTo>
                  <a:lnTo>
                    <a:pt x="558" y="588"/>
                  </a:lnTo>
                  <a:cubicBezTo>
                    <a:pt x="501" y="645"/>
                    <a:pt x="424" y="679"/>
                    <a:pt x="340" y="679"/>
                  </a:cubicBezTo>
                  <a:cubicBezTo>
                    <a:pt x="254" y="679"/>
                    <a:pt x="177" y="645"/>
                    <a:pt x="120" y="588"/>
                  </a:cubicBezTo>
                  <a:cubicBezTo>
                    <a:pt x="65" y="533"/>
                    <a:pt x="30" y="455"/>
                    <a:pt x="30" y="370"/>
                  </a:cubicBezTo>
                  <a:cubicBezTo>
                    <a:pt x="30" y="344"/>
                    <a:pt x="33" y="319"/>
                    <a:pt x="39" y="295"/>
                  </a:cubicBezTo>
                  <a:cubicBezTo>
                    <a:pt x="44" y="297"/>
                    <a:pt x="51" y="295"/>
                    <a:pt x="55" y="291"/>
                  </a:cubicBezTo>
                  <a:cubicBezTo>
                    <a:pt x="61" y="286"/>
                    <a:pt x="61" y="276"/>
                    <a:pt x="55" y="270"/>
                  </a:cubicBezTo>
                  <a:cubicBezTo>
                    <a:pt x="52" y="268"/>
                    <a:pt x="50" y="265"/>
                    <a:pt x="48" y="258"/>
                  </a:cubicBezTo>
                  <a:cubicBezTo>
                    <a:pt x="47" y="252"/>
                    <a:pt x="46" y="244"/>
                    <a:pt x="46" y="236"/>
                  </a:cubicBezTo>
                  <a:cubicBezTo>
                    <a:pt x="46" y="207"/>
                    <a:pt x="54" y="168"/>
                    <a:pt x="68" y="130"/>
                  </a:cubicBezTo>
                  <a:cubicBezTo>
                    <a:pt x="75" y="109"/>
                    <a:pt x="83" y="89"/>
                    <a:pt x="91" y="72"/>
                  </a:cubicBezTo>
                  <a:cubicBezTo>
                    <a:pt x="95" y="110"/>
                    <a:pt x="105" y="143"/>
                    <a:pt x="120" y="171"/>
                  </a:cubicBezTo>
                  <a:cubicBezTo>
                    <a:pt x="124" y="178"/>
                    <a:pt x="133" y="181"/>
                    <a:pt x="139" y="177"/>
                  </a:cubicBezTo>
                  <a:cubicBezTo>
                    <a:pt x="148" y="172"/>
                    <a:pt x="149" y="163"/>
                    <a:pt x="145" y="156"/>
                  </a:cubicBezTo>
                  <a:lnTo>
                    <a:pt x="145" y="156"/>
                  </a:lnTo>
                  <a:cubicBezTo>
                    <a:pt x="142" y="150"/>
                    <a:pt x="139" y="143"/>
                    <a:pt x="137" y="136"/>
                  </a:cubicBezTo>
                  <a:cubicBezTo>
                    <a:pt x="191" y="89"/>
                    <a:pt x="261" y="60"/>
                    <a:pt x="340" y="60"/>
                  </a:cubicBezTo>
                  <a:cubicBezTo>
                    <a:pt x="417" y="60"/>
                    <a:pt x="488" y="89"/>
                    <a:pt x="541" y="136"/>
                  </a:cubicBezTo>
                  <a:cubicBezTo>
                    <a:pt x="539" y="143"/>
                    <a:pt x="536" y="150"/>
                    <a:pt x="533" y="156"/>
                  </a:cubicBezTo>
                  <a:cubicBezTo>
                    <a:pt x="529" y="163"/>
                    <a:pt x="532" y="172"/>
                    <a:pt x="539" y="177"/>
                  </a:cubicBezTo>
                  <a:cubicBezTo>
                    <a:pt x="546" y="181"/>
                    <a:pt x="554" y="178"/>
                    <a:pt x="558" y="171"/>
                  </a:cubicBezTo>
                  <a:cubicBezTo>
                    <a:pt x="575" y="143"/>
                    <a:pt x="583" y="110"/>
                    <a:pt x="587" y="72"/>
                  </a:cubicBezTo>
                  <a:cubicBezTo>
                    <a:pt x="595" y="89"/>
                    <a:pt x="604" y="109"/>
                    <a:pt x="610" y="130"/>
                  </a:cubicBezTo>
                  <a:cubicBezTo>
                    <a:pt x="624" y="168"/>
                    <a:pt x="633" y="207"/>
                    <a:pt x="633" y="236"/>
                  </a:cubicBezTo>
                  <a:cubicBezTo>
                    <a:pt x="633" y="244"/>
                    <a:pt x="631" y="252"/>
                    <a:pt x="630" y="258"/>
                  </a:cubicBezTo>
                  <a:cubicBezTo>
                    <a:pt x="628" y="265"/>
                    <a:pt x="626" y="268"/>
                    <a:pt x="624" y="270"/>
                  </a:cubicBezTo>
                  <a:cubicBezTo>
                    <a:pt x="617" y="276"/>
                    <a:pt x="617" y="286"/>
                    <a:pt x="623" y="291"/>
                  </a:cubicBezTo>
                  <a:cubicBezTo>
                    <a:pt x="627" y="295"/>
                    <a:pt x="634" y="297"/>
                    <a:pt x="639" y="295"/>
                  </a:cubicBezTo>
                  <a:cubicBezTo>
                    <a:pt x="645" y="319"/>
                    <a:pt x="649" y="344"/>
                    <a:pt x="649" y="370"/>
                  </a:cubicBezTo>
                  <a:cubicBezTo>
                    <a:pt x="649" y="455"/>
                    <a:pt x="613" y="533"/>
                    <a:pt x="558"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5" name="Freeform 291">
              <a:extLst>
                <a:ext uri="{FF2B5EF4-FFF2-40B4-BE49-F238E27FC236}">
                  <a16:creationId xmlns:a16="http://schemas.microsoft.com/office/drawing/2014/main" id="{2D9AC661-06BA-C669-B60F-A5CCE0082F30}"/>
                </a:ext>
              </a:extLst>
            </p:cNvPr>
            <p:cNvSpPr>
              <a:spLocks noChangeArrowheads="1"/>
            </p:cNvSpPr>
            <p:nvPr/>
          </p:nvSpPr>
          <p:spPr bwMode="auto">
            <a:xfrm>
              <a:off x="7361238" y="6175375"/>
              <a:ext cx="138112" cy="69850"/>
            </a:xfrm>
            <a:custGeom>
              <a:avLst/>
              <a:gdLst>
                <a:gd name="T0" fmla="*/ 366 w 383"/>
                <a:gd name="T1" fmla="*/ 3 h 195"/>
                <a:gd name="T2" fmla="*/ 366 w 383"/>
                <a:gd name="T3" fmla="*/ 3 h 195"/>
                <a:gd name="T4" fmla="*/ 355 w 383"/>
                <a:gd name="T5" fmla="*/ 0 h 195"/>
                <a:gd name="T6" fmla="*/ 340 w 383"/>
                <a:gd name="T7" fmla="*/ 3 h 195"/>
                <a:gd name="T8" fmla="*/ 275 w 383"/>
                <a:gd name="T9" fmla="*/ 29 h 195"/>
                <a:gd name="T10" fmla="*/ 192 w 383"/>
                <a:gd name="T11" fmla="*/ 46 h 195"/>
                <a:gd name="T12" fmla="*/ 96 w 383"/>
                <a:gd name="T13" fmla="*/ 25 h 195"/>
                <a:gd name="T14" fmla="*/ 59 w 383"/>
                <a:gd name="T15" fmla="*/ 9 h 195"/>
                <a:gd name="T16" fmla="*/ 43 w 383"/>
                <a:gd name="T17" fmla="*/ 3 h 195"/>
                <a:gd name="T18" fmla="*/ 27 w 383"/>
                <a:gd name="T19" fmla="*/ 0 h 195"/>
                <a:gd name="T20" fmla="*/ 16 w 383"/>
                <a:gd name="T21" fmla="*/ 3 h 195"/>
                <a:gd name="T22" fmla="*/ 3 w 383"/>
                <a:gd name="T23" fmla="*/ 16 h 195"/>
                <a:gd name="T24" fmla="*/ 0 w 383"/>
                <a:gd name="T25" fmla="*/ 32 h 195"/>
                <a:gd name="T26" fmla="*/ 15 w 383"/>
                <a:gd name="T27" fmla="*/ 83 h 195"/>
                <a:gd name="T28" fmla="*/ 84 w 383"/>
                <a:gd name="T29" fmla="*/ 158 h 195"/>
                <a:gd name="T30" fmla="*/ 192 w 383"/>
                <a:gd name="T31" fmla="*/ 194 h 195"/>
                <a:gd name="T32" fmla="*/ 326 w 383"/>
                <a:gd name="T33" fmla="*/ 134 h 195"/>
                <a:gd name="T34" fmla="*/ 367 w 383"/>
                <a:gd name="T35" fmla="*/ 83 h 195"/>
                <a:gd name="T36" fmla="*/ 382 w 383"/>
                <a:gd name="T37" fmla="*/ 32 h 195"/>
                <a:gd name="T38" fmla="*/ 375 w 383"/>
                <a:gd name="T39" fmla="*/ 10 h 195"/>
                <a:gd name="T40" fmla="*/ 366 w 383"/>
                <a:gd name="T41" fmla="*/ 3 h 195"/>
                <a:gd name="T42" fmla="*/ 341 w 383"/>
                <a:gd name="T43" fmla="*/ 68 h 195"/>
                <a:gd name="T44" fmla="*/ 341 w 383"/>
                <a:gd name="T45" fmla="*/ 68 h 195"/>
                <a:gd name="T46" fmla="*/ 282 w 383"/>
                <a:gd name="T47" fmla="*/ 133 h 195"/>
                <a:gd name="T48" fmla="*/ 192 w 383"/>
                <a:gd name="T49" fmla="*/ 165 h 195"/>
                <a:gd name="T50" fmla="*/ 76 w 383"/>
                <a:gd name="T51" fmla="*/ 114 h 195"/>
                <a:gd name="T52" fmla="*/ 41 w 383"/>
                <a:gd name="T53" fmla="*/ 68 h 195"/>
                <a:gd name="T54" fmla="*/ 29 w 383"/>
                <a:gd name="T55" fmla="*/ 32 h 195"/>
                <a:gd name="T56" fmla="*/ 29 w 383"/>
                <a:gd name="T57" fmla="*/ 31 h 195"/>
                <a:gd name="T58" fmla="*/ 34 w 383"/>
                <a:gd name="T59" fmla="*/ 32 h 195"/>
                <a:gd name="T60" fmla="*/ 96 w 383"/>
                <a:gd name="T61" fmla="*/ 57 h 195"/>
                <a:gd name="T62" fmla="*/ 192 w 383"/>
                <a:gd name="T63" fmla="*/ 76 h 195"/>
                <a:gd name="T64" fmla="*/ 297 w 383"/>
                <a:gd name="T65" fmla="*/ 53 h 195"/>
                <a:gd name="T66" fmla="*/ 334 w 383"/>
                <a:gd name="T67" fmla="*/ 36 h 195"/>
                <a:gd name="T68" fmla="*/ 348 w 383"/>
                <a:gd name="T69" fmla="*/ 32 h 195"/>
                <a:gd name="T70" fmla="*/ 353 w 383"/>
                <a:gd name="T71" fmla="*/ 31 h 195"/>
                <a:gd name="T72" fmla="*/ 353 w 383"/>
                <a:gd name="T73" fmla="*/ 32 h 195"/>
                <a:gd name="T74" fmla="*/ 341 w 383"/>
                <a:gd name="T75" fmla="*/ 68 h 1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3" h="195">
                  <a:moveTo>
                    <a:pt x="366" y="3"/>
                  </a:moveTo>
                  <a:lnTo>
                    <a:pt x="366" y="3"/>
                  </a:lnTo>
                  <a:cubicBezTo>
                    <a:pt x="362" y="2"/>
                    <a:pt x="359" y="0"/>
                    <a:pt x="355" y="0"/>
                  </a:cubicBezTo>
                  <a:cubicBezTo>
                    <a:pt x="349" y="0"/>
                    <a:pt x="345" y="2"/>
                    <a:pt x="340" y="3"/>
                  </a:cubicBezTo>
                  <a:cubicBezTo>
                    <a:pt x="322" y="9"/>
                    <a:pt x="301" y="20"/>
                    <a:pt x="275" y="29"/>
                  </a:cubicBezTo>
                  <a:cubicBezTo>
                    <a:pt x="250" y="39"/>
                    <a:pt x="221" y="46"/>
                    <a:pt x="192" y="46"/>
                  </a:cubicBezTo>
                  <a:cubicBezTo>
                    <a:pt x="157" y="46"/>
                    <a:pt x="124" y="36"/>
                    <a:pt x="96" y="25"/>
                  </a:cubicBezTo>
                  <a:cubicBezTo>
                    <a:pt x="83" y="20"/>
                    <a:pt x="70" y="14"/>
                    <a:pt x="59" y="9"/>
                  </a:cubicBezTo>
                  <a:cubicBezTo>
                    <a:pt x="52" y="7"/>
                    <a:pt x="48" y="5"/>
                    <a:pt x="43" y="3"/>
                  </a:cubicBezTo>
                  <a:cubicBezTo>
                    <a:pt x="37" y="2"/>
                    <a:pt x="33" y="0"/>
                    <a:pt x="27" y="0"/>
                  </a:cubicBezTo>
                  <a:cubicBezTo>
                    <a:pt x="23" y="0"/>
                    <a:pt x="20" y="2"/>
                    <a:pt x="16" y="3"/>
                  </a:cubicBezTo>
                  <a:cubicBezTo>
                    <a:pt x="11" y="5"/>
                    <a:pt x="5" y="10"/>
                    <a:pt x="3" y="16"/>
                  </a:cubicBezTo>
                  <a:cubicBezTo>
                    <a:pt x="0" y="21"/>
                    <a:pt x="0" y="27"/>
                    <a:pt x="0" y="32"/>
                  </a:cubicBezTo>
                  <a:cubicBezTo>
                    <a:pt x="0" y="47"/>
                    <a:pt x="5" y="65"/>
                    <a:pt x="15" y="83"/>
                  </a:cubicBezTo>
                  <a:cubicBezTo>
                    <a:pt x="30" y="110"/>
                    <a:pt x="54" y="136"/>
                    <a:pt x="84" y="158"/>
                  </a:cubicBezTo>
                  <a:cubicBezTo>
                    <a:pt x="114" y="179"/>
                    <a:pt x="150" y="194"/>
                    <a:pt x="192" y="194"/>
                  </a:cubicBezTo>
                  <a:cubicBezTo>
                    <a:pt x="246" y="194"/>
                    <a:pt x="293" y="168"/>
                    <a:pt x="326" y="134"/>
                  </a:cubicBezTo>
                  <a:cubicBezTo>
                    <a:pt x="344" y="118"/>
                    <a:pt x="358" y="100"/>
                    <a:pt x="367" y="83"/>
                  </a:cubicBezTo>
                  <a:cubicBezTo>
                    <a:pt x="377" y="65"/>
                    <a:pt x="382" y="47"/>
                    <a:pt x="382" y="32"/>
                  </a:cubicBezTo>
                  <a:cubicBezTo>
                    <a:pt x="382" y="24"/>
                    <a:pt x="381" y="17"/>
                    <a:pt x="375" y="10"/>
                  </a:cubicBezTo>
                  <a:cubicBezTo>
                    <a:pt x="373" y="7"/>
                    <a:pt x="370" y="5"/>
                    <a:pt x="366" y="3"/>
                  </a:cubicBezTo>
                  <a:close/>
                  <a:moveTo>
                    <a:pt x="341" y="68"/>
                  </a:moveTo>
                  <a:lnTo>
                    <a:pt x="341" y="68"/>
                  </a:lnTo>
                  <a:cubicBezTo>
                    <a:pt x="328" y="90"/>
                    <a:pt x="308" y="115"/>
                    <a:pt x="282" y="133"/>
                  </a:cubicBezTo>
                  <a:cubicBezTo>
                    <a:pt x="255" y="152"/>
                    <a:pt x="223" y="165"/>
                    <a:pt x="192" y="165"/>
                  </a:cubicBezTo>
                  <a:cubicBezTo>
                    <a:pt x="148" y="165"/>
                    <a:pt x="106" y="143"/>
                    <a:pt x="76" y="114"/>
                  </a:cubicBezTo>
                  <a:cubicBezTo>
                    <a:pt x="62" y="99"/>
                    <a:pt x="49" y="83"/>
                    <a:pt x="41" y="68"/>
                  </a:cubicBezTo>
                  <a:cubicBezTo>
                    <a:pt x="33" y="54"/>
                    <a:pt x="29" y="41"/>
                    <a:pt x="29" y="32"/>
                  </a:cubicBezTo>
                  <a:cubicBezTo>
                    <a:pt x="29" y="31"/>
                    <a:pt x="29" y="31"/>
                    <a:pt x="29" y="31"/>
                  </a:cubicBezTo>
                  <a:cubicBezTo>
                    <a:pt x="30" y="31"/>
                    <a:pt x="32" y="31"/>
                    <a:pt x="34" y="32"/>
                  </a:cubicBezTo>
                  <a:cubicBezTo>
                    <a:pt x="47" y="35"/>
                    <a:pt x="70" y="46"/>
                    <a:pt x="96" y="57"/>
                  </a:cubicBezTo>
                  <a:cubicBezTo>
                    <a:pt x="124" y="67"/>
                    <a:pt x="156" y="76"/>
                    <a:pt x="192" y="76"/>
                  </a:cubicBezTo>
                  <a:cubicBezTo>
                    <a:pt x="232" y="76"/>
                    <a:pt x="268" y="64"/>
                    <a:pt x="297" y="53"/>
                  </a:cubicBezTo>
                  <a:cubicBezTo>
                    <a:pt x="312" y="46"/>
                    <a:pt x="324" y="41"/>
                    <a:pt x="334" y="36"/>
                  </a:cubicBezTo>
                  <a:cubicBezTo>
                    <a:pt x="340" y="35"/>
                    <a:pt x="344" y="34"/>
                    <a:pt x="348" y="32"/>
                  </a:cubicBezTo>
                  <a:cubicBezTo>
                    <a:pt x="351" y="31"/>
                    <a:pt x="352" y="31"/>
                    <a:pt x="353" y="31"/>
                  </a:cubicBezTo>
                  <a:cubicBezTo>
                    <a:pt x="353" y="32"/>
                    <a:pt x="353" y="32"/>
                    <a:pt x="353" y="32"/>
                  </a:cubicBezTo>
                  <a:cubicBezTo>
                    <a:pt x="353" y="41"/>
                    <a:pt x="349" y="54"/>
                    <a:pt x="341"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56" name="Group 358">
            <a:extLst>
              <a:ext uri="{FF2B5EF4-FFF2-40B4-BE49-F238E27FC236}">
                <a16:creationId xmlns:a16="http://schemas.microsoft.com/office/drawing/2014/main" id="{C1A5CC18-A84B-179D-193F-AEED501F108F}"/>
              </a:ext>
            </a:extLst>
          </p:cNvPr>
          <p:cNvGrpSpPr/>
          <p:nvPr/>
        </p:nvGrpSpPr>
        <p:grpSpPr>
          <a:xfrm>
            <a:off x="11020945" y="6232947"/>
            <a:ext cx="244475" cy="244475"/>
            <a:chOff x="9864725" y="6542088"/>
            <a:chExt cx="244475" cy="244475"/>
          </a:xfrm>
          <a:solidFill>
            <a:schemeClr val="accent4"/>
          </a:solidFill>
        </p:grpSpPr>
        <p:sp>
          <p:nvSpPr>
            <p:cNvPr id="357" name="Freeform 292">
              <a:extLst>
                <a:ext uri="{FF2B5EF4-FFF2-40B4-BE49-F238E27FC236}">
                  <a16:creationId xmlns:a16="http://schemas.microsoft.com/office/drawing/2014/main" id="{4DCCB4C6-98BF-9327-3F76-DB55878BD4FA}"/>
                </a:ext>
              </a:extLst>
            </p:cNvPr>
            <p:cNvSpPr>
              <a:spLocks noChangeArrowheads="1"/>
            </p:cNvSpPr>
            <p:nvPr/>
          </p:nvSpPr>
          <p:spPr bwMode="auto">
            <a:xfrm>
              <a:off x="9864725" y="6542088"/>
              <a:ext cx="244475" cy="244475"/>
            </a:xfrm>
            <a:custGeom>
              <a:avLst/>
              <a:gdLst>
                <a:gd name="T0" fmla="*/ 339 w 678"/>
                <a:gd name="T1" fmla="*/ 0 h 680"/>
                <a:gd name="T2" fmla="*/ 339 w 678"/>
                <a:gd name="T3" fmla="*/ 0 h 680"/>
                <a:gd name="T4" fmla="*/ 0 w 678"/>
                <a:gd name="T5" fmla="*/ 340 h 680"/>
                <a:gd name="T6" fmla="*/ 339 w 678"/>
                <a:gd name="T7" fmla="*/ 679 h 680"/>
                <a:gd name="T8" fmla="*/ 677 w 678"/>
                <a:gd name="T9" fmla="*/ 340 h 680"/>
                <a:gd name="T10" fmla="*/ 339 w 678"/>
                <a:gd name="T11" fmla="*/ 0 h 680"/>
                <a:gd name="T12" fmla="*/ 557 w 678"/>
                <a:gd name="T13" fmla="*/ 558 h 680"/>
                <a:gd name="T14" fmla="*/ 557 w 678"/>
                <a:gd name="T15" fmla="*/ 558 h 680"/>
                <a:gd name="T16" fmla="*/ 339 w 678"/>
                <a:gd name="T17" fmla="*/ 650 h 680"/>
                <a:gd name="T18" fmla="*/ 119 w 678"/>
                <a:gd name="T19" fmla="*/ 558 h 680"/>
                <a:gd name="T20" fmla="*/ 29 w 678"/>
                <a:gd name="T21" fmla="*/ 340 h 680"/>
                <a:gd name="T22" fmla="*/ 119 w 678"/>
                <a:gd name="T23" fmla="*/ 121 h 680"/>
                <a:gd name="T24" fmla="*/ 339 w 678"/>
                <a:gd name="T25" fmla="*/ 31 h 680"/>
                <a:gd name="T26" fmla="*/ 557 w 678"/>
                <a:gd name="T27" fmla="*/ 121 h 680"/>
                <a:gd name="T28" fmla="*/ 648 w 678"/>
                <a:gd name="T29" fmla="*/ 340 h 680"/>
                <a:gd name="T30" fmla="*/ 557 w 678"/>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8" h="680">
                  <a:moveTo>
                    <a:pt x="339" y="0"/>
                  </a:moveTo>
                  <a:lnTo>
                    <a:pt x="339" y="0"/>
                  </a:lnTo>
                  <a:cubicBezTo>
                    <a:pt x="151" y="0"/>
                    <a:pt x="0" y="152"/>
                    <a:pt x="0" y="340"/>
                  </a:cubicBezTo>
                  <a:cubicBezTo>
                    <a:pt x="0" y="527"/>
                    <a:pt x="151" y="679"/>
                    <a:pt x="339" y="679"/>
                  </a:cubicBezTo>
                  <a:cubicBezTo>
                    <a:pt x="525" y="679"/>
                    <a:pt x="677" y="527"/>
                    <a:pt x="677" y="340"/>
                  </a:cubicBezTo>
                  <a:cubicBezTo>
                    <a:pt x="677" y="152"/>
                    <a:pt x="525" y="0"/>
                    <a:pt x="339" y="0"/>
                  </a:cubicBezTo>
                  <a:close/>
                  <a:moveTo>
                    <a:pt x="557" y="558"/>
                  </a:moveTo>
                  <a:lnTo>
                    <a:pt x="557" y="558"/>
                  </a:lnTo>
                  <a:cubicBezTo>
                    <a:pt x="502" y="615"/>
                    <a:pt x="424" y="650"/>
                    <a:pt x="339" y="650"/>
                  </a:cubicBezTo>
                  <a:cubicBezTo>
                    <a:pt x="253" y="650"/>
                    <a:pt x="176" y="615"/>
                    <a:pt x="119" y="558"/>
                  </a:cubicBezTo>
                  <a:cubicBezTo>
                    <a:pt x="64" y="503"/>
                    <a:pt x="29" y="426"/>
                    <a:pt x="29" y="340"/>
                  </a:cubicBezTo>
                  <a:cubicBezTo>
                    <a:pt x="29" y="255"/>
                    <a:pt x="64" y="177"/>
                    <a:pt x="119" y="121"/>
                  </a:cubicBezTo>
                  <a:cubicBezTo>
                    <a:pt x="176" y="65"/>
                    <a:pt x="253" y="31"/>
                    <a:pt x="339" y="31"/>
                  </a:cubicBezTo>
                  <a:cubicBezTo>
                    <a:pt x="424" y="31"/>
                    <a:pt x="502" y="65"/>
                    <a:pt x="557" y="121"/>
                  </a:cubicBezTo>
                  <a:cubicBezTo>
                    <a:pt x="613" y="177"/>
                    <a:pt x="648" y="255"/>
                    <a:pt x="648" y="340"/>
                  </a:cubicBezTo>
                  <a:cubicBezTo>
                    <a:pt x="648" y="426"/>
                    <a:pt x="613" y="503"/>
                    <a:pt x="557"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8" name="Freeform 293">
              <a:extLst>
                <a:ext uri="{FF2B5EF4-FFF2-40B4-BE49-F238E27FC236}">
                  <a16:creationId xmlns:a16="http://schemas.microsoft.com/office/drawing/2014/main" id="{B2A4E444-729F-8798-C230-C60E4526FC5E}"/>
                </a:ext>
              </a:extLst>
            </p:cNvPr>
            <p:cNvSpPr>
              <a:spLocks noChangeArrowheads="1"/>
            </p:cNvSpPr>
            <p:nvPr/>
          </p:nvSpPr>
          <p:spPr bwMode="auto">
            <a:xfrm>
              <a:off x="9894888" y="6626225"/>
              <a:ext cx="53975" cy="23813"/>
            </a:xfrm>
            <a:custGeom>
              <a:avLst/>
              <a:gdLst>
                <a:gd name="T0" fmla="*/ 124 w 151"/>
                <a:gd name="T1" fmla="*/ 6 h 66"/>
                <a:gd name="T2" fmla="*/ 124 w 151"/>
                <a:gd name="T3" fmla="*/ 6 h 66"/>
                <a:gd name="T4" fmla="*/ 106 w 151"/>
                <a:gd name="T5" fmla="*/ 24 h 66"/>
                <a:gd name="T6" fmla="*/ 76 w 151"/>
                <a:gd name="T7" fmla="*/ 36 h 66"/>
                <a:gd name="T8" fmla="*/ 44 w 151"/>
                <a:gd name="T9" fmla="*/ 24 h 66"/>
                <a:gd name="T10" fmla="*/ 27 w 151"/>
                <a:gd name="T11" fmla="*/ 6 h 66"/>
                <a:gd name="T12" fmla="*/ 7 w 151"/>
                <a:gd name="T13" fmla="*/ 6 h 66"/>
                <a:gd name="T14" fmla="*/ 7 w 151"/>
                <a:gd name="T15" fmla="*/ 26 h 66"/>
                <a:gd name="T16" fmla="*/ 7 w 151"/>
                <a:gd name="T17" fmla="*/ 26 h 66"/>
                <a:gd name="T18" fmla="*/ 23 w 151"/>
                <a:gd name="T19" fmla="*/ 44 h 66"/>
                <a:gd name="T20" fmla="*/ 76 w 151"/>
                <a:gd name="T21" fmla="*/ 65 h 66"/>
                <a:gd name="T22" fmla="*/ 128 w 151"/>
                <a:gd name="T23" fmla="*/ 44 h 66"/>
                <a:gd name="T24" fmla="*/ 145 w 151"/>
                <a:gd name="T25" fmla="*/ 26 h 66"/>
                <a:gd name="T26" fmla="*/ 145 w 151"/>
                <a:gd name="T27" fmla="*/ 6 h 66"/>
                <a:gd name="T28" fmla="*/ 124 w 151"/>
                <a:gd name="T29" fmla="*/ 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1" h="66">
                  <a:moveTo>
                    <a:pt x="124" y="6"/>
                  </a:moveTo>
                  <a:lnTo>
                    <a:pt x="124" y="6"/>
                  </a:lnTo>
                  <a:cubicBezTo>
                    <a:pt x="106" y="24"/>
                    <a:pt x="106" y="24"/>
                    <a:pt x="106" y="24"/>
                  </a:cubicBezTo>
                  <a:cubicBezTo>
                    <a:pt x="98" y="32"/>
                    <a:pt x="87" y="36"/>
                    <a:pt x="76" y="36"/>
                  </a:cubicBezTo>
                  <a:cubicBezTo>
                    <a:pt x="65" y="36"/>
                    <a:pt x="54" y="32"/>
                    <a:pt x="44" y="24"/>
                  </a:cubicBezTo>
                  <a:cubicBezTo>
                    <a:pt x="27" y="6"/>
                    <a:pt x="27" y="6"/>
                    <a:pt x="27" y="6"/>
                  </a:cubicBezTo>
                  <a:cubicBezTo>
                    <a:pt x="22" y="0"/>
                    <a:pt x="12" y="0"/>
                    <a:pt x="7" y="6"/>
                  </a:cubicBezTo>
                  <a:cubicBezTo>
                    <a:pt x="0" y="11"/>
                    <a:pt x="0" y="21"/>
                    <a:pt x="7" y="26"/>
                  </a:cubicBezTo>
                  <a:lnTo>
                    <a:pt x="7" y="26"/>
                  </a:lnTo>
                  <a:cubicBezTo>
                    <a:pt x="23" y="44"/>
                    <a:pt x="23" y="44"/>
                    <a:pt x="23" y="44"/>
                  </a:cubicBezTo>
                  <a:cubicBezTo>
                    <a:pt x="38" y="58"/>
                    <a:pt x="56" y="65"/>
                    <a:pt x="76" y="65"/>
                  </a:cubicBezTo>
                  <a:cubicBezTo>
                    <a:pt x="94" y="65"/>
                    <a:pt x="113" y="58"/>
                    <a:pt x="128" y="44"/>
                  </a:cubicBezTo>
                  <a:cubicBezTo>
                    <a:pt x="145" y="26"/>
                    <a:pt x="145" y="26"/>
                    <a:pt x="145" y="26"/>
                  </a:cubicBezTo>
                  <a:cubicBezTo>
                    <a:pt x="150" y="21"/>
                    <a:pt x="150" y="11"/>
                    <a:pt x="145" y="6"/>
                  </a:cubicBezTo>
                  <a:cubicBezTo>
                    <a:pt x="139" y="0"/>
                    <a:pt x="130" y="0"/>
                    <a:pt x="12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59" name="Freeform 294">
              <a:extLst>
                <a:ext uri="{FF2B5EF4-FFF2-40B4-BE49-F238E27FC236}">
                  <a16:creationId xmlns:a16="http://schemas.microsoft.com/office/drawing/2014/main" id="{2A87D01E-72E6-2922-4A6F-C5E93218B17B}"/>
                </a:ext>
              </a:extLst>
            </p:cNvPr>
            <p:cNvSpPr>
              <a:spLocks noChangeArrowheads="1"/>
            </p:cNvSpPr>
            <p:nvPr/>
          </p:nvSpPr>
          <p:spPr bwMode="auto">
            <a:xfrm>
              <a:off x="10021888" y="6626225"/>
              <a:ext cx="53975" cy="23813"/>
            </a:xfrm>
            <a:custGeom>
              <a:avLst/>
              <a:gdLst>
                <a:gd name="T0" fmla="*/ 76 w 152"/>
                <a:gd name="T1" fmla="*/ 36 h 66"/>
                <a:gd name="T2" fmla="*/ 76 w 152"/>
                <a:gd name="T3" fmla="*/ 36 h 66"/>
                <a:gd name="T4" fmla="*/ 45 w 152"/>
                <a:gd name="T5" fmla="*/ 24 h 66"/>
                <a:gd name="T6" fmla="*/ 28 w 152"/>
                <a:gd name="T7" fmla="*/ 6 h 66"/>
                <a:gd name="T8" fmla="*/ 7 w 152"/>
                <a:gd name="T9" fmla="*/ 6 h 66"/>
                <a:gd name="T10" fmla="*/ 7 w 152"/>
                <a:gd name="T11" fmla="*/ 26 h 66"/>
                <a:gd name="T12" fmla="*/ 24 w 152"/>
                <a:gd name="T13" fmla="*/ 44 h 66"/>
                <a:gd name="T14" fmla="*/ 76 w 152"/>
                <a:gd name="T15" fmla="*/ 65 h 66"/>
                <a:gd name="T16" fmla="*/ 129 w 152"/>
                <a:gd name="T17" fmla="*/ 44 h 66"/>
                <a:gd name="T18" fmla="*/ 145 w 152"/>
                <a:gd name="T19" fmla="*/ 26 h 66"/>
                <a:gd name="T20" fmla="*/ 145 w 152"/>
                <a:gd name="T21" fmla="*/ 6 h 66"/>
                <a:gd name="T22" fmla="*/ 125 w 152"/>
                <a:gd name="T23" fmla="*/ 6 h 66"/>
                <a:gd name="T24" fmla="*/ 125 w 152"/>
                <a:gd name="T25" fmla="*/ 6 h 66"/>
                <a:gd name="T26" fmla="*/ 107 w 152"/>
                <a:gd name="T27" fmla="*/ 24 h 66"/>
                <a:gd name="T28" fmla="*/ 76 w 152"/>
                <a:gd name="T29" fmla="*/ 36 h 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52" h="66">
                  <a:moveTo>
                    <a:pt x="76" y="36"/>
                  </a:moveTo>
                  <a:lnTo>
                    <a:pt x="76" y="36"/>
                  </a:lnTo>
                  <a:cubicBezTo>
                    <a:pt x="65" y="36"/>
                    <a:pt x="54" y="32"/>
                    <a:pt x="45" y="24"/>
                  </a:cubicBezTo>
                  <a:cubicBezTo>
                    <a:pt x="28" y="6"/>
                    <a:pt x="28" y="6"/>
                    <a:pt x="28" y="6"/>
                  </a:cubicBezTo>
                  <a:cubicBezTo>
                    <a:pt x="22" y="0"/>
                    <a:pt x="13" y="0"/>
                    <a:pt x="7" y="6"/>
                  </a:cubicBezTo>
                  <a:cubicBezTo>
                    <a:pt x="0" y="11"/>
                    <a:pt x="0" y="21"/>
                    <a:pt x="7" y="26"/>
                  </a:cubicBezTo>
                  <a:cubicBezTo>
                    <a:pt x="24" y="44"/>
                    <a:pt x="24" y="44"/>
                    <a:pt x="24" y="44"/>
                  </a:cubicBezTo>
                  <a:cubicBezTo>
                    <a:pt x="39" y="58"/>
                    <a:pt x="57" y="65"/>
                    <a:pt x="76" y="65"/>
                  </a:cubicBezTo>
                  <a:cubicBezTo>
                    <a:pt x="94" y="65"/>
                    <a:pt x="114" y="58"/>
                    <a:pt x="129" y="44"/>
                  </a:cubicBezTo>
                  <a:cubicBezTo>
                    <a:pt x="145" y="26"/>
                    <a:pt x="145" y="26"/>
                    <a:pt x="145" y="26"/>
                  </a:cubicBezTo>
                  <a:cubicBezTo>
                    <a:pt x="151" y="21"/>
                    <a:pt x="151" y="11"/>
                    <a:pt x="145" y="6"/>
                  </a:cubicBezTo>
                  <a:cubicBezTo>
                    <a:pt x="140" y="0"/>
                    <a:pt x="130" y="0"/>
                    <a:pt x="125" y="6"/>
                  </a:cubicBezTo>
                  <a:lnTo>
                    <a:pt x="125" y="6"/>
                  </a:lnTo>
                  <a:cubicBezTo>
                    <a:pt x="107" y="24"/>
                    <a:pt x="107" y="24"/>
                    <a:pt x="107" y="24"/>
                  </a:cubicBezTo>
                  <a:cubicBezTo>
                    <a:pt x="98" y="32"/>
                    <a:pt x="87" y="36"/>
                    <a:pt x="76" y="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0" name="Freeform 295">
              <a:extLst>
                <a:ext uri="{FF2B5EF4-FFF2-40B4-BE49-F238E27FC236}">
                  <a16:creationId xmlns:a16="http://schemas.microsoft.com/office/drawing/2014/main" id="{18DF35A6-FAF0-5D13-8ED8-D5D65F7E1399}"/>
                </a:ext>
              </a:extLst>
            </p:cNvPr>
            <p:cNvSpPr>
              <a:spLocks noChangeArrowheads="1"/>
            </p:cNvSpPr>
            <p:nvPr/>
          </p:nvSpPr>
          <p:spPr bwMode="auto">
            <a:xfrm>
              <a:off x="9959975" y="6689725"/>
              <a:ext cx="53975" cy="53975"/>
            </a:xfrm>
            <a:custGeom>
              <a:avLst/>
              <a:gdLst>
                <a:gd name="T0" fmla="*/ 74 w 148"/>
                <a:gd name="T1" fmla="*/ 0 h 149"/>
                <a:gd name="T2" fmla="*/ 74 w 148"/>
                <a:gd name="T3" fmla="*/ 0 h 149"/>
                <a:gd name="T4" fmla="*/ 0 w 148"/>
                <a:gd name="T5" fmla="*/ 74 h 149"/>
                <a:gd name="T6" fmla="*/ 74 w 148"/>
                <a:gd name="T7" fmla="*/ 148 h 149"/>
                <a:gd name="T8" fmla="*/ 147 w 148"/>
                <a:gd name="T9" fmla="*/ 74 h 149"/>
                <a:gd name="T10" fmla="*/ 74 w 148"/>
                <a:gd name="T11" fmla="*/ 0 h 149"/>
                <a:gd name="T12" fmla="*/ 74 w 148"/>
                <a:gd name="T13" fmla="*/ 118 h 149"/>
                <a:gd name="T14" fmla="*/ 74 w 148"/>
                <a:gd name="T15" fmla="*/ 118 h 149"/>
                <a:gd name="T16" fmla="*/ 29 w 148"/>
                <a:gd name="T17" fmla="*/ 74 h 149"/>
                <a:gd name="T18" fmla="*/ 74 w 148"/>
                <a:gd name="T19" fmla="*/ 29 h 149"/>
                <a:gd name="T20" fmla="*/ 118 w 148"/>
                <a:gd name="T21" fmla="*/ 74 h 149"/>
                <a:gd name="T22" fmla="*/ 74 w 148"/>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2" y="0"/>
                    <a:pt x="0" y="34"/>
                    <a:pt x="0" y="74"/>
                  </a:cubicBezTo>
                  <a:cubicBezTo>
                    <a:pt x="0" y="115"/>
                    <a:pt x="32" y="148"/>
                    <a:pt x="74" y="148"/>
                  </a:cubicBezTo>
                  <a:cubicBezTo>
                    <a:pt x="114" y="148"/>
                    <a:pt x="147" y="115"/>
                    <a:pt x="147" y="74"/>
                  </a:cubicBezTo>
                  <a:cubicBezTo>
                    <a:pt x="147" y="34"/>
                    <a:pt x="114" y="0"/>
                    <a:pt x="74" y="0"/>
                  </a:cubicBezTo>
                  <a:close/>
                  <a:moveTo>
                    <a:pt x="74" y="118"/>
                  </a:moveTo>
                  <a:lnTo>
                    <a:pt x="74" y="118"/>
                  </a:lnTo>
                  <a:cubicBezTo>
                    <a:pt x="49" y="118"/>
                    <a:pt x="29" y="98"/>
                    <a:pt x="29" y="74"/>
                  </a:cubicBezTo>
                  <a:cubicBezTo>
                    <a:pt x="29" y="50"/>
                    <a:pt x="49" y="29"/>
                    <a:pt x="74" y="29"/>
                  </a:cubicBezTo>
                  <a:cubicBezTo>
                    <a:pt x="98" y="29"/>
                    <a:pt x="118" y="50"/>
                    <a:pt x="118" y="74"/>
                  </a:cubicBezTo>
                  <a:cubicBezTo>
                    <a:pt x="118" y="98"/>
                    <a:pt x="98" y="118"/>
                    <a:pt x="74"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1" name="Group 363">
            <a:extLst>
              <a:ext uri="{FF2B5EF4-FFF2-40B4-BE49-F238E27FC236}">
                <a16:creationId xmlns:a16="http://schemas.microsoft.com/office/drawing/2014/main" id="{FB1810F4-A0E5-CC3A-5DE7-D6998B597F2E}"/>
              </a:ext>
            </a:extLst>
          </p:cNvPr>
          <p:cNvGrpSpPr/>
          <p:nvPr/>
        </p:nvGrpSpPr>
        <p:grpSpPr>
          <a:xfrm>
            <a:off x="6887095" y="5734472"/>
            <a:ext cx="255588" cy="212725"/>
            <a:chOff x="5730875" y="6043613"/>
            <a:chExt cx="255588" cy="212725"/>
          </a:xfrm>
          <a:solidFill>
            <a:schemeClr val="accent4"/>
          </a:solidFill>
        </p:grpSpPr>
        <p:sp>
          <p:nvSpPr>
            <p:cNvPr id="362" name="Freeform 296">
              <a:extLst>
                <a:ext uri="{FF2B5EF4-FFF2-40B4-BE49-F238E27FC236}">
                  <a16:creationId xmlns:a16="http://schemas.microsoft.com/office/drawing/2014/main" id="{A5CF9FC1-4E20-D920-7BCE-CBC9D1FFB003}"/>
                </a:ext>
              </a:extLst>
            </p:cNvPr>
            <p:cNvSpPr>
              <a:spLocks noChangeArrowheads="1"/>
            </p:cNvSpPr>
            <p:nvPr/>
          </p:nvSpPr>
          <p:spPr bwMode="auto">
            <a:xfrm>
              <a:off x="5730875" y="6043613"/>
              <a:ext cx="255588" cy="212725"/>
            </a:xfrm>
            <a:custGeom>
              <a:avLst/>
              <a:gdLst>
                <a:gd name="T0" fmla="*/ 663 w 708"/>
                <a:gd name="T1" fmla="*/ 0 h 591"/>
                <a:gd name="T2" fmla="*/ 663 w 708"/>
                <a:gd name="T3" fmla="*/ 0 h 591"/>
                <a:gd name="T4" fmla="*/ 44 w 708"/>
                <a:gd name="T5" fmla="*/ 0 h 591"/>
                <a:gd name="T6" fmla="*/ 0 w 708"/>
                <a:gd name="T7" fmla="*/ 44 h 591"/>
                <a:gd name="T8" fmla="*/ 0 w 708"/>
                <a:gd name="T9" fmla="*/ 545 h 591"/>
                <a:gd name="T10" fmla="*/ 44 w 708"/>
                <a:gd name="T11" fmla="*/ 590 h 591"/>
                <a:gd name="T12" fmla="*/ 426 w 708"/>
                <a:gd name="T13" fmla="*/ 590 h 591"/>
                <a:gd name="T14" fmla="*/ 426 w 708"/>
                <a:gd name="T15" fmla="*/ 590 h 591"/>
                <a:gd name="T16" fmla="*/ 426 w 708"/>
                <a:gd name="T17" fmla="*/ 590 h 591"/>
                <a:gd name="T18" fmla="*/ 633 w 708"/>
                <a:gd name="T19" fmla="*/ 590 h 591"/>
                <a:gd name="T20" fmla="*/ 663 w 708"/>
                <a:gd name="T21" fmla="*/ 590 h 591"/>
                <a:gd name="T22" fmla="*/ 707 w 708"/>
                <a:gd name="T23" fmla="*/ 545 h 591"/>
                <a:gd name="T24" fmla="*/ 707 w 708"/>
                <a:gd name="T25" fmla="*/ 44 h 591"/>
                <a:gd name="T26" fmla="*/ 663 w 708"/>
                <a:gd name="T27" fmla="*/ 0 h 591"/>
                <a:gd name="T28" fmla="*/ 435 w 708"/>
                <a:gd name="T29" fmla="*/ 561 h 591"/>
                <a:gd name="T30" fmla="*/ 435 w 708"/>
                <a:gd name="T31" fmla="*/ 561 h 591"/>
                <a:gd name="T32" fmla="*/ 296 w 708"/>
                <a:gd name="T33" fmla="*/ 342 h 591"/>
                <a:gd name="T34" fmla="*/ 368 w 708"/>
                <a:gd name="T35" fmla="*/ 246 h 591"/>
                <a:gd name="T36" fmla="*/ 603 w 708"/>
                <a:gd name="T37" fmla="*/ 561 h 591"/>
                <a:gd name="T38" fmla="*/ 435 w 708"/>
                <a:gd name="T39" fmla="*/ 561 h 591"/>
                <a:gd name="T40" fmla="*/ 265 w 708"/>
                <a:gd name="T41" fmla="*/ 348 h 591"/>
                <a:gd name="T42" fmla="*/ 265 w 708"/>
                <a:gd name="T43" fmla="*/ 348 h 591"/>
                <a:gd name="T44" fmla="*/ 266 w 708"/>
                <a:gd name="T45" fmla="*/ 349 h 591"/>
                <a:gd name="T46" fmla="*/ 400 w 708"/>
                <a:gd name="T47" fmla="*/ 561 h 591"/>
                <a:gd name="T48" fmla="*/ 69 w 708"/>
                <a:gd name="T49" fmla="*/ 561 h 591"/>
                <a:gd name="T50" fmla="*/ 222 w 708"/>
                <a:gd name="T51" fmla="*/ 280 h 591"/>
                <a:gd name="T52" fmla="*/ 265 w 708"/>
                <a:gd name="T53" fmla="*/ 348 h 591"/>
                <a:gd name="T54" fmla="*/ 678 w 708"/>
                <a:gd name="T55" fmla="*/ 545 h 591"/>
                <a:gd name="T56" fmla="*/ 678 w 708"/>
                <a:gd name="T57" fmla="*/ 545 h 591"/>
                <a:gd name="T58" fmla="*/ 663 w 708"/>
                <a:gd name="T59" fmla="*/ 561 h 591"/>
                <a:gd name="T60" fmla="*/ 640 w 708"/>
                <a:gd name="T61" fmla="*/ 561 h 591"/>
                <a:gd name="T62" fmla="*/ 379 w 708"/>
                <a:gd name="T63" fmla="*/ 213 h 591"/>
                <a:gd name="T64" fmla="*/ 368 w 708"/>
                <a:gd name="T65" fmla="*/ 207 h 591"/>
                <a:gd name="T66" fmla="*/ 356 w 708"/>
                <a:gd name="T67" fmla="*/ 213 h 591"/>
                <a:gd name="T68" fmla="*/ 279 w 708"/>
                <a:gd name="T69" fmla="*/ 315 h 591"/>
                <a:gd name="T70" fmla="*/ 233 w 708"/>
                <a:gd name="T71" fmla="*/ 243 h 591"/>
                <a:gd name="T72" fmla="*/ 221 w 708"/>
                <a:gd name="T73" fmla="*/ 236 h 591"/>
                <a:gd name="T74" fmla="*/ 208 w 708"/>
                <a:gd name="T75" fmla="*/ 244 h 591"/>
                <a:gd name="T76" fmla="*/ 37 w 708"/>
                <a:gd name="T77" fmla="*/ 558 h 591"/>
                <a:gd name="T78" fmla="*/ 29 w 708"/>
                <a:gd name="T79" fmla="*/ 545 h 591"/>
                <a:gd name="T80" fmla="*/ 29 w 708"/>
                <a:gd name="T81" fmla="*/ 44 h 591"/>
                <a:gd name="T82" fmla="*/ 44 w 708"/>
                <a:gd name="T83" fmla="*/ 30 h 591"/>
                <a:gd name="T84" fmla="*/ 663 w 708"/>
                <a:gd name="T85" fmla="*/ 30 h 591"/>
                <a:gd name="T86" fmla="*/ 678 w 708"/>
                <a:gd name="T87" fmla="*/ 44 h 591"/>
                <a:gd name="T88" fmla="*/ 678 w 708"/>
                <a:gd name="T89" fmla="*/ 545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1">
                  <a:moveTo>
                    <a:pt x="663" y="0"/>
                  </a:moveTo>
                  <a:lnTo>
                    <a:pt x="663" y="0"/>
                  </a:lnTo>
                  <a:cubicBezTo>
                    <a:pt x="44" y="0"/>
                    <a:pt x="44" y="0"/>
                    <a:pt x="44" y="0"/>
                  </a:cubicBezTo>
                  <a:cubicBezTo>
                    <a:pt x="19" y="0"/>
                    <a:pt x="0" y="21"/>
                    <a:pt x="0" y="44"/>
                  </a:cubicBezTo>
                  <a:cubicBezTo>
                    <a:pt x="0" y="545"/>
                    <a:pt x="0" y="545"/>
                    <a:pt x="0" y="545"/>
                  </a:cubicBezTo>
                  <a:cubicBezTo>
                    <a:pt x="0" y="570"/>
                    <a:pt x="19" y="590"/>
                    <a:pt x="44" y="590"/>
                  </a:cubicBezTo>
                  <a:cubicBezTo>
                    <a:pt x="426" y="590"/>
                    <a:pt x="426" y="590"/>
                    <a:pt x="426" y="590"/>
                  </a:cubicBezTo>
                  <a:lnTo>
                    <a:pt x="426" y="590"/>
                  </a:lnTo>
                  <a:lnTo>
                    <a:pt x="426" y="590"/>
                  </a:lnTo>
                  <a:cubicBezTo>
                    <a:pt x="633" y="590"/>
                    <a:pt x="633" y="590"/>
                    <a:pt x="633" y="590"/>
                  </a:cubicBezTo>
                  <a:cubicBezTo>
                    <a:pt x="663" y="590"/>
                    <a:pt x="663" y="590"/>
                    <a:pt x="663" y="590"/>
                  </a:cubicBezTo>
                  <a:cubicBezTo>
                    <a:pt x="687" y="590"/>
                    <a:pt x="707" y="570"/>
                    <a:pt x="707" y="545"/>
                  </a:cubicBezTo>
                  <a:cubicBezTo>
                    <a:pt x="707" y="44"/>
                    <a:pt x="707" y="44"/>
                    <a:pt x="707" y="44"/>
                  </a:cubicBezTo>
                  <a:cubicBezTo>
                    <a:pt x="707" y="21"/>
                    <a:pt x="687" y="0"/>
                    <a:pt x="663" y="0"/>
                  </a:cubicBezTo>
                  <a:close/>
                  <a:moveTo>
                    <a:pt x="435" y="561"/>
                  </a:moveTo>
                  <a:lnTo>
                    <a:pt x="435" y="561"/>
                  </a:lnTo>
                  <a:cubicBezTo>
                    <a:pt x="296" y="342"/>
                    <a:pt x="296" y="342"/>
                    <a:pt x="296" y="342"/>
                  </a:cubicBezTo>
                  <a:cubicBezTo>
                    <a:pt x="368" y="246"/>
                    <a:pt x="368" y="246"/>
                    <a:pt x="368" y="246"/>
                  </a:cubicBezTo>
                  <a:cubicBezTo>
                    <a:pt x="603" y="561"/>
                    <a:pt x="603" y="561"/>
                    <a:pt x="603" y="561"/>
                  </a:cubicBezTo>
                  <a:lnTo>
                    <a:pt x="435" y="561"/>
                  </a:lnTo>
                  <a:close/>
                  <a:moveTo>
                    <a:pt x="265" y="348"/>
                  </a:moveTo>
                  <a:lnTo>
                    <a:pt x="265" y="348"/>
                  </a:lnTo>
                  <a:cubicBezTo>
                    <a:pt x="265" y="349"/>
                    <a:pt x="266" y="349"/>
                    <a:pt x="266" y="349"/>
                  </a:cubicBezTo>
                  <a:cubicBezTo>
                    <a:pt x="400" y="561"/>
                    <a:pt x="400" y="561"/>
                    <a:pt x="400" y="561"/>
                  </a:cubicBezTo>
                  <a:cubicBezTo>
                    <a:pt x="69" y="561"/>
                    <a:pt x="69" y="561"/>
                    <a:pt x="69" y="561"/>
                  </a:cubicBezTo>
                  <a:cubicBezTo>
                    <a:pt x="222" y="280"/>
                    <a:pt x="222" y="280"/>
                    <a:pt x="222" y="280"/>
                  </a:cubicBezTo>
                  <a:lnTo>
                    <a:pt x="265" y="348"/>
                  </a:lnTo>
                  <a:close/>
                  <a:moveTo>
                    <a:pt x="678" y="545"/>
                  </a:moveTo>
                  <a:lnTo>
                    <a:pt x="678" y="545"/>
                  </a:lnTo>
                  <a:cubicBezTo>
                    <a:pt x="678" y="554"/>
                    <a:pt x="671" y="561"/>
                    <a:pt x="663" y="561"/>
                  </a:cubicBezTo>
                  <a:cubicBezTo>
                    <a:pt x="640" y="561"/>
                    <a:pt x="640" y="561"/>
                    <a:pt x="640" y="561"/>
                  </a:cubicBezTo>
                  <a:cubicBezTo>
                    <a:pt x="379" y="213"/>
                    <a:pt x="379" y="213"/>
                    <a:pt x="379" y="213"/>
                  </a:cubicBezTo>
                  <a:cubicBezTo>
                    <a:pt x="377" y="208"/>
                    <a:pt x="372" y="207"/>
                    <a:pt x="368" y="207"/>
                  </a:cubicBezTo>
                  <a:cubicBezTo>
                    <a:pt x="363" y="207"/>
                    <a:pt x="359" y="208"/>
                    <a:pt x="356" y="213"/>
                  </a:cubicBezTo>
                  <a:cubicBezTo>
                    <a:pt x="279" y="315"/>
                    <a:pt x="279" y="315"/>
                    <a:pt x="279" y="315"/>
                  </a:cubicBezTo>
                  <a:cubicBezTo>
                    <a:pt x="233" y="243"/>
                    <a:pt x="233" y="243"/>
                    <a:pt x="233" y="243"/>
                  </a:cubicBezTo>
                  <a:cubicBezTo>
                    <a:pt x="230" y="239"/>
                    <a:pt x="226" y="236"/>
                    <a:pt x="221" y="236"/>
                  </a:cubicBezTo>
                  <a:cubicBezTo>
                    <a:pt x="215" y="236"/>
                    <a:pt x="211" y="239"/>
                    <a:pt x="208" y="244"/>
                  </a:cubicBezTo>
                  <a:cubicBezTo>
                    <a:pt x="37" y="558"/>
                    <a:pt x="37" y="558"/>
                    <a:pt x="37" y="558"/>
                  </a:cubicBezTo>
                  <a:cubicBezTo>
                    <a:pt x="33" y="555"/>
                    <a:pt x="29" y="551"/>
                    <a:pt x="29" y="545"/>
                  </a:cubicBezTo>
                  <a:cubicBezTo>
                    <a:pt x="29" y="44"/>
                    <a:pt x="29" y="44"/>
                    <a:pt x="29" y="44"/>
                  </a:cubicBezTo>
                  <a:cubicBezTo>
                    <a:pt x="29" y="37"/>
                    <a:pt x="35" y="30"/>
                    <a:pt x="44" y="30"/>
                  </a:cubicBezTo>
                  <a:cubicBezTo>
                    <a:pt x="663" y="30"/>
                    <a:pt x="663" y="30"/>
                    <a:pt x="663" y="30"/>
                  </a:cubicBezTo>
                  <a:cubicBezTo>
                    <a:pt x="671" y="30"/>
                    <a:pt x="678" y="37"/>
                    <a:pt x="678" y="44"/>
                  </a:cubicBezTo>
                  <a:lnTo>
                    <a:pt x="678" y="5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3" name="Freeform 297">
              <a:extLst>
                <a:ext uri="{FF2B5EF4-FFF2-40B4-BE49-F238E27FC236}">
                  <a16:creationId xmlns:a16="http://schemas.microsoft.com/office/drawing/2014/main" id="{33A95AC6-E4AB-FDAE-521B-6C37940BA290}"/>
                </a:ext>
              </a:extLst>
            </p:cNvPr>
            <p:cNvSpPr>
              <a:spLocks noChangeArrowheads="1"/>
            </p:cNvSpPr>
            <p:nvPr/>
          </p:nvSpPr>
          <p:spPr bwMode="auto">
            <a:xfrm>
              <a:off x="5900738" y="6075363"/>
              <a:ext cx="53975" cy="53975"/>
            </a:xfrm>
            <a:custGeom>
              <a:avLst/>
              <a:gdLst>
                <a:gd name="T0" fmla="*/ 74 w 148"/>
                <a:gd name="T1" fmla="*/ 0 h 149"/>
                <a:gd name="T2" fmla="*/ 74 w 148"/>
                <a:gd name="T3" fmla="*/ 0 h 149"/>
                <a:gd name="T4" fmla="*/ 0 w 148"/>
                <a:gd name="T5" fmla="*/ 75 h 149"/>
                <a:gd name="T6" fmla="*/ 74 w 148"/>
                <a:gd name="T7" fmla="*/ 148 h 149"/>
                <a:gd name="T8" fmla="*/ 147 w 148"/>
                <a:gd name="T9" fmla="*/ 75 h 149"/>
                <a:gd name="T10" fmla="*/ 74 w 148"/>
                <a:gd name="T11" fmla="*/ 0 h 149"/>
                <a:gd name="T12" fmla="*/ 74 w 148"/>
                <a:gd name="T13" fmla="*/ 119 h 149"/>
                <a:gd name="T14" fmla="*/ 74 w 148"/>
                <a:gd name="T15" fmla="*/ 119 h 149"/>
                <a:gd name="T16" fmla="*/ 30 w 148"/>
                <a:gd name="T17" fmla="*/ 75 h 149"/>
                <a:gd name="T18" fmla="*/ 74 w 148"/>
                <a:gd name="T19" fmla="*/ 31 h 149"/>
                <a:gd name="T20" fmla="*/ 118 w 148"/>
                <a:gd name="T21" fmla="*/ 75 h 149"/>
                <a:gd name="T22" fmla="*/ 74 w 148"/>
                <a:gd name="T23" fmla="*/ 11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9">
                  <a:moveTo>
                    <a:pt x="74" y="0"/>
                  </a:moveTo>
                  <a:lnTo>
                    <a:pt x="74" y="0"/>
                  </a:lnTo>
                  <a:cubicBezTo>
                    <a:pt x="33" y="0"/>
                    <a:pt x="0" y="33"/>
                    <a:pt x="0" y="75"/>
                  </a:cubicBezTo>
                  <a:cubicBezTo>
                    <a:pt x="0" y="115"/>
                    <a:pt x="33" y="148"/>
                    <a:pt x="74" y="148"/>
                  </a:cubicBezTo>
                  <a:cubicBezTo>
                    <a:pt x="114" y="148"/>
                    <a:pt x="147" y="115"/>
                    <a:pt x="147" y="75"/>
                  </a:cubicBezTo>
                  <a:cubicBezTo>
                    <a:pt x="147" y="33"/>
                    <a:pt x="114" y="0"/>
                    <a:pt x="74" y="0"/>
                  </a:cubicBezTo>
                  <a:close/>
                  <a:moveTo>
                    <a:pt x="74" y="119"/>
                  </a:moveTo>
                  <a:lnTo>
                    <a:pt x="74" y="119"/>
                  </a:lnTo>
                  <a:cubicBezTo>
                    <a:pt x="49" y="119"/>
                    <a:pt x="30" y="98"/>
                    <a:pt x="30" y="75"/>
                  </a:cubicBezTo>
                  <a:cubicBezTo>
                    <a:pt x="30" y="50"/>
                    <a:pt x="49" y="31"/>
                    <a:pt x="74" y="31"/>
                  </a:cubicBezTo>
                  <a:cubicBezTo>
                    <a:pt x="98" y="31"/>
                    <a:pt x="118" y="50"/>
                    <a:pt x="118" y="75"/>
                  </a:cubicBezTo>
                  <a:cubicBezTo>
                    <a:pt x="118" y="98"/>
                    <a:pt x="98" y="119"/>
                    <a:pt x="74"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4" name="Group 366">
            <a:extLst>
              <a:ext uri="{FF2B5EF4-FFF2-40B4-BE49-F238E27FC236}">
                <a16:creationId xmlns:a16="http://schemas.microsoft.com/office/drawing/2014/main" id="{E0BBF152-DA63-E072-766D-0318FE479FB9}"/>
              </a:ext>
            </a:extLst>
          </p:cNvPr>
          <p:cNvGrpSpPr/>
          <p:nvPr/>
        </p:nvGrpSpPr>
        <p:grpSpPr>
          <a:xfrm>
            <a:off x="8420620" y="2883322"/>
            <a:ext cx="222250" cy="255587"/>
            <a:chOff x="7264400" y="3211513"/>
            <a:chExt cx="222250" cy="255587"/>
          </a:xfrm>
          <a:solidFill>
            <a:schemeClr val="accent4"/>
          </a:solidFill>
        </p:grpSpPr>
        <p:sp>
          <p:nvSpPr>
            <p:cNvPr id="365" name="Freeform 298">
              <a:extLst>
                <a:ext uri="{FF2B5EF4-FFF2-40B4-BE49-F238E27FC236}">
                  <a16:creationId xmlns:a16="http://schemas.microsoft.com/office/drawing/2014/main" id="{FDECF692-7C4F-A68F-7C12-5CCCEF281C36}"/>
                </a:ext>
              </a:extLst>
            </p:cNvPr>
            <p:cNvSpPr>
              <a:spLocks noChangeArrowheads="1"/>
            </p:cNvSpPr>
            <p:nvPr/>
          </p:nvSpPr>
          <p:spPr bwMode="auto">
            <a:xfrm>
              <a:off x="7327900" y="3211513"/>
              <a:ext cx="96838" cy="117475"/>
            </a:xfrm>
            <a:custGeom>
              <a:avLst/>
              <a:gdLst>
                <a:gd name="T0" fmla="*/ 0 w 267"/>
                <a:gd name="T1" fmla="*/ 132 h 325"/>
                <a:gd name="T2" fmla="*/ 0 w 267"/>
                <a:gd name="T3" fmla="*/ 132 h 325"/>
                <a:gd name="T4" fmla="*/ 0 w 267"/>
                <a:gd name="T5" fmla="*/ 192 h 325"/>
                <a:gd name="T6" fmla="*/ 133 w 267"/>
                <a:gd name="T7" fmla="*/ 324 h 325"/>
                <a:gd name="T8" fmla="*/ 266 w 267"/>
                <a:gd name="T9" fmla="*/ 192 h 325"/>
                <a:gd name="T10" fmla="*/ 266 w 267"/>
                <a:gd name="T11" fmla="*/ 132 h 325"/>
                <a:gd name="T12" fmla="*/ 133 w 267"/>
                <a:gd name="T13" fmla="*/ 0 h 325"/>
                <a:gd name="T14" fmla="*/ 0 w 267"/>
                <a:gd name="T15" fmla="*/ 132 h 325"/>
                <a:gd name="T16" fmla="*/ 237 w 267"/>
                <a:gd name="T17" fmla="*/ 132 h 325"/>
                <a:gd name="T18" fmla="*/ 237 w 267"/>
                <a:gd name="T19" fmla="*/ 132 h 325"/>
                <a:gd name="T20" fmla="*/ 237 w 267"/>
                <a:gd name="T21" fmla="*/ 192 h 325"/>
                <a:gd name="T22" fmla="*/ 206 w 267"/>
                <a:gd name="T23" fmla="*/ 265 h 325"/>
                <a:gd name="T24" fmla="*/ 133 w 267"/>
                <a:gd name="T25" fmla="*/ 295 h 325"/>
                <a:gd name="T26" fmla="*/ 60 w 267"/>
                <a:gd name="T27" fmla="*/ 265 h 325"/>
                <a:gd name="T28" fmla="*/ 29 w 267"/>
                <a:gd name="T29" fmla="*/ 192 h 325"/>
                <a:gd name="T30" fmla="*/ 29 w 267"/>
                <a:gd name="T31" fmla="*/ 132 h 325"/>
                <a:gd name="T32" fmla="*/ 60 w 267"/>
                <a:gd name="T33" fmla="*/ 60 h 325"/>
                <a:gd name="T34" fmla="*/ 133 w 267"/>
                <a:gd name="T35" fmla="*/ 30 h 325"/>
                <a:gd name="T36" fmla="*/ 206 w 267"/>
                <a:gd name="T37" fmla="*/ 60 h 325"/>
                <a:gd name="T38" fmla="*/ 237 w 267"/>
                <a:gd name="T39" fmla="*/ 13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7" h="325">
                  <a:moveTo>
                    <a:pt x="0" y="132"/>
                  </a:moveTo>
                  <a:lnTo>
                    <a:pt x="0" y="132"/>
                  </a:lnTo>
                  <a:cubicBezTo>
                    <a:pt x="0" y="192"/>
                    <a:pt x="0" y="192"/>
                    <a:pt x="0" y="192"/>
                  </a:cubicBezTo>
                  <a:cubicBezTo>
                    <a:pt x="0" y="265"/>
                    <a:pt x="60" y="324"/>
                    <a:pt x="133" y="324"/>
                  </a:cubicBezTo>
                  <a:cubicBezTo>
                    <a:pt x="206" y="324"/>
                    <a:pt x="266" y="265"/>
                    <a:pt x="266" y="192"/>
                  </a:cubicBezTo>
                  <a:cubicBezTo>
                    <a:pt x="266" y="132"/>
                    <a:pt x="266" y="132"/>
                    <a:pt x="266" y="132"/>
                  </a:cubicBezTo>
                  <a:cubicBezTo>
                    <a:pt x="266" y="59"/>
                    <a:pt x="206" y="0"/>
                    <a:pt x="133" y="0"/>
                  </a:cubicBezTo>
                  <a:cubicBezTo>
                    <a:pt x="60" y="0"/>
                    <a:pt x="0" y="59"/>
                    <a:pt x="0" y="132"/>
                  </a:cubicBezTo>
                  <a:close/>
                  <a:moveTo>
                    <a:pt x="237" y="132"/>
                  </a:moveTo>
                  <a:lnTo>
                    <a:pt x="237" y="132"/>
                  </a:lnTo>
                  <a:cubicBezTo>
                    <a:pt x="237" y="192"/>
                    <a:pt x="237" y="192"/>
                    <a:pt x="237" y="192"/>
                  </a:cubicBezTo>
                  <a:cubicBezTo>
                    <a:pt x="237" y="221"/>
                    <a:pt x="224" y="246"/>
                    <a:pt x="206" y="265"/>
                  </a:cubicBezTo>
                  <a:cubicBezTo>
                    <a:pt x="187" y="283"/>
                    <a:pt x="162" y="295"/>
                    <a:pt x="133" y="295"/>
                  </a:cubicBezTo>
                  <a:cubicBezTo>
                    <a:pt x="104" y="295"/>
                    <a:pt x="79" y="283"/>
                    <a:pt x="60" y="265"/>
                  </a:cubicBezTo>
                  <a:cubicBezTo>
                    <a:pt x="42" y="246"/>
                    <a:pt x="29" y="221"/>
                    <a:pt x="29" y="192"/>
                  </a:cubicBezTo>
                  <a:cubicBezTo>
                    <a:pt x="29" y="132"/>
                    <a:pt x="29" y="132"/>
                    <a:pt x="29" y="132"/>
                  </a:cubicBezTo>
                  <a:cubicBezTo>
                    <a:pt x="29" y="105"/>
                    <a:pt x="42" y="78"/>
                    <a:pt x="60" y="60"/>
                  </a:cubicBezTo>
                  <a:cubicBezTo>
                    <a:pt x="79" y="41"/>
                    <a:pt x="104" y="30"/>
                    <a:pt x="133" y="30"/>
                  </a:cubicBezTo>
                  <a:cubicBezTo>
                    <a:pt x="162" y="30"/>
                    <a:pt x="187" y="41"/>
                    <a:pt x="206" y="60"/>
                  </a:cubicBezTo>
                  <a:cubicBezTo>
                    <a:pt x="224" y="78"/>
                    <a:pt x="237" y="105"/>
                    <a:pt x="23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6" name="Freeform 299">
              <a:extLst>
                <a:ext uri="{FF2B5EF4-FFF2-40B4-BE49-F238E27FC236}">
                  <a16:creationId xmlns:a16="http://schemas.microsoft.com/office/drawing/2014/main" id="{6002B3E1-473E-AE5A-E1A2-BB645A6B10D7}"/>
                </a:ext>
              </a:extLst>
            </p:cNvPr>
            <p:cNvSpPr>
              <a:spLocks noChangeArrowheads="1"/>
            </p:cNvSpPr>
            <p:nvPr/>
          </p:nvSpPr>
          <p:spPr bwMode="auto">
            <a:xfrm>
              <a:off x="7264400" y="3351213"/>
              <a:ext cx="222250" cy="115887"/>
            </a:xfrm>
            <a:custGeom>
              <a:avLst/>
              <a:gdLst>
                <a:gd name="T0" fmla="*/ 618 w 619"/>
                <a:gd name="T1" fmla="*/ 279 h 324"/>
                <a:gd name="T2" fmla="*/ 618 w 619"/>
                <a:gd name="T3" fmla="*/ 279 h 324"/>
                <a:gd name="T4" fmla="*/ 618 w 619"/>
                <a:gd name="T5" fmla="*/ 196 h 324"/>
                <a:gd name="T6" fmla="*/ 422 w 619"/>
                <a:gd name="T7" fmla="*/ 0 h 324"/>
                <a:gd name="T8" fmla="*/ 422 w 619"/>
                <a:gd name="T9" fmla="*/ 0 h 324"/>
                <a:gd name="T10" fmla="*/ 393 w 619"/>
                <a:gd name="T11" fmla="*/ 15 h 324"/>
                <a:gd name="T12" fmla="*/ 309 w 619"/>
                <a:gd name="T13" fmla="*/ 58 h 324"/>
                <a:gd name="T14" fmla="*/ 225 w 619"/>
                <a:gd name="T15" fmla="*/ 15 h 324"/>
                <a:gd name="T16" fmla="*/ 196 w 619"/>
                <a:gd name="T17" fmla="*/ 0 h 324"/>
                <a:gd name="T18" fmla="*/ 196 w 619"/>
                <a:gd name="T19" fmla="*/ 0 h 324"/>
                <a:gd name="T20" fmla="*/ 0 w 619"/>
                <a:gd name="T21" fmla="*/ 196 h 324"/>
                <a:gd name="T22" fmla="*/ 0 w 619"/>
                <a:gd name="T23" fmla="*/ 279 h 324"/>
                <a:gd name="T24" fmla="*/ 44 w 619"/>
                <a:gd name="T25" fmla="*/ 323 h 324"/>
                <a:gd name="T26" fmla="*/ 573 w 619"/>
                <a:gd name="T27" fmla="*/ 323 h 324"/>
                <a:gd name="T28" fmla="*/ 618 w 619"/>
                <a:gd name="T29" fmla="*/ 279 h 324"/>
                <a:gd name="T30" fmla="*/ 29 w 619"/>
                <a:gd name="T31" fmla="*/ 279 h 324"/>
                <a:gd name="T32" fmla="*/ 29 w 619"/>
                <a:gd name="T33" fmla="*/ 279 h 324"/>
                <a:gd name="T34" fmla="*/ 29 w 619"/>
                <a:gd name="T35" fmla="*/ 196 h 324"/>
                <a:gd name="T36" fmla="*/ 78 w 619"/>
                <a:gd name="T37" fmla="*/ 77 h 324"/>
                <a:gd name="T38" fmla="*/ 196 w 619"/>
                <a:gd name="T39" fmla="*/ 29 h 324"/>
                <a:gd name="T40" fmla="*/ 196 w 619"/>
                <a:gd name="T41" fmla="*/ 29 h 324"/>
                <a:gd name="T42" fmla="*/ 201 w 619"/>
                <a:gd name="T43" fmla="*/ 31 h 324"/>
                <a:gd name="T44" fmla="*/ 309 w 619"/>
                <a:gd name="T45" fmla="*/ 88 h 324"/>
                <a:gd name="T46" fmla="*/ 417 w 619"/>
                <a:gd name="T47" fmla="*/ 31 h 324"/>
                <a:gd name="T48" fmla="*/ 422 w 619"/>
                <a:gd name="T49" fmla="*/ 29 h 324"/>
                <a:gd name="T50" fmla="*/ 422 w 619"/>
                <a:gd name="T51" fmla="*/ 29 h 324"/>
                <a:gd name="T52" fmla="*/ 540 w 619"/>
                <a:gd name="T53" fmla="*/ 77 h 324"/>
                <a:gd name="T54" fmla="*/ 589 w 619"/>
                <a:gd name="T55" fmla="*/ 196 h 324"/>
                <a:gd name="T56" fmla="*/ 589 w 619"/>
                <a:gd name="T57" fmla="*/ 279 h 324"/>
                <a:gd name="T58" fmla="*/ 573 w 619"/>
                <a:gd name="T59" fmla="*/ 294 h 324"/>
                <a:gd name="T60" fmla="*/ 44 w 619"/>
                <a:gd name="T61" fmla="*/ 294 h 324"/>
                <a:gd name="T62" fmla="*/ 29 w 619"/>
                <a:gd name="T63" fmla="*/ 27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9" h="324">
                  <a:moveTo>
                    <a:pt x="618" y="279"/>
                  </a:moveTo>
                  <a:lnTo>
                    <a:pt x="618" y="279"/>
                  </a:lnTo>
                  <a:cubicBezTo>
                    <a:pt x="618" y="196"/>
                    <a:pt x="618" y="196"/>
                    <a:pt x="618" y="196"/>
                  </a:cubicBezTo>
                  <a:cubicBezTo>
                    <a:pt x="618" y="87"/>
                    <a:pt x="530" y="0"/>
                    <a:pt x="422" y="0"/>
                  </a:cubicBezTo>
                  <a:lnTo>
                    <a:pt x="422" y="0"/>
                  </a:lnTo>
                  <a:cubicBezTo>
                    <a:pt x="410" y="0"/>
                    <a:pt x="399" y="7"/>
                    <a:pt x="393" y="15"/>
                  </a:cubicBezTo>
                  <a:cubicBezTo>
                    <a:pt x="374" y="41"/>
                    <a:pt x="343" y="58"/>
                    <a:pt x="309" y="58"/>
                  </a:cubicBezTo>
                  <a:cubicBezTo>
                    <a:pt x="274" y="58"/>
                    <a:pt x="244" y="41"/>
                    <a:pt x="225" y="15"/>
                  </a:cubicBezTo>
                  <a:cubicBezTo>
                    <a:pt x="219" y="7"/>
                    <a:pt x="208" y="0"/>
                    <a:pt x="196" y="0"/>
                  </a:cubicBezTo>
                  <a:lnTo>
                    <a:pt x="196" y="0"/>
                  </a:lnTo>
                  <a:cubicBezTo>
                    <a:pt x="87" y="0"/>
                    <a:pt x="0" y="87"/>
                    <a:pt x="0" y="196"/>
                  </a:cubicBezTo>
                  <a:cubicBezTo>
                    <a:pt x="0" y="279"/>
                    <a:pt x="0" y="279"/>
                    <a:pt x="0" y="279"/>
                  </a:cubicBezTo>
                  <a:cubicBezTo>
                    <a:pt x="0" y="304"/>
                    <a:pt x="19" y="323"/>
                    <a:pt x="44" y="323"/>
                  </a:cubicBezTo>
                  <a:cubicBezTo>
                    <a:pt x="573" y="323"/>
                    <a:pt x="573" y="323"/>
                    <a:pt x="573" y="323"/>
                  </a:cubicBezTo>
                  <a:cubicBezTo>
                    <a:pt x="598" y="323"/>
                    <a:pt x="618" y="304"/>
                    <a:pt x="618" y="279"/>
                  </a:cubicBezTo>
                  <a:close/>
                  <a:moveTo>
                    <a:pt x="29" y="279"/>
                  </a:moveTo>
                  <a:lnTo>
                    <a:pt x="29" y="279"/>
                  </a:lnTo>
                  <a:cubicBezTo>
                    <a:pt x="29" y="196"/>
                    <a:pt x="29" y="196"/>
                    <a:pt x="29" y="196"/>
                  </a:cubicBezTo>
                  <a:cubicBezTo>
                    <a:pt x="29" y="149"/>
                    <a:pt x="48" y="107"/>
                    <a:pt x="78" y="77"/>
                  </a:cubicBezTo>
                  <a:cubicBezTo>
                    <a:pt x="107" y="48"/>
                    <a:pt x="150" y="29"/>
                    <a:pt x="196" y="29"/>
                  </a:cubicBezTo>
                  <a:lnTo>
                    <a:pt x="196" y="29"/>
                  </a:lnTo>
                  <a:cubicBezTo>
                    <a:pt x="197" y="29"/>
                    <a:pt x="198" y="30"/>
                    <a:pt x="201" y="31"/>
                  </a:cubicBezTo>
                  <a:cubicBezTo>
                    <a:pt x="225" y="66"/>
                    <a:pt x="265" y="88"/>
                    <a:pt x="309" y="88"/>
                  </a:cubicBezTo>
                  <a:cubicBezTo>
                    <a:pt x="353" y="88"/>
                    <a:pt x="393" y="66"/>
                    <a:pt x="417" y="31"/>
                  </a:cubicBezTo>
                  <a:cubicBezTo>
                    <a:pt x="418" y="30"/>
                    <a:pt x="421" y="29"/>
                    <a:pt x="422" y="29"/>
                  </a:cubicBezTo>
                  <a:lnTo>
                    <a:pt x="422" y="29"/>
                  </a:lnTo>
                  <a:cubicBezTo>
                    <a:pt x="468" y="29"/>
                    <a:pt x="509" y="48"/>
                    <a:pt x="540" y="77"/>
                  </a:cubicBezTo>
                  <a:cubicBezTo>
                    <a:pt x="570" y="107"/>
                    <a:pt x="589" y="149"/>
                    <a:pt x="589" y="196"/>
                  </a:cubicBezTo>
                  <a:cubicBezTo>
                    <a:pt x="589" y="279"/>
                    <a:pt x="589" y="279"/>
                    <a:pt x="589" y="279"/>
                  </a:cubicBezTo>
                  <a:cubicBezTo>
                    <a:pt x="589" y="287"/>
                    <a:pt x="581" y="294"/>
                    <a:pt x="573" y="294"/>
                  </a:cubicBezTo>
                  <a:cubicBezTo>
                    <a:pt x="44" y="294"/>
                    <a:pt x="44" y="294"/>
                    <a:pt x="44" y="294"/>
                  </a:cubicBezTo>
                  <a:cubicBezTo>
                    <a:pt x="35"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67" name="Group 369">
            <a:extLst>
              <a:ext uri="{FF2B5EF4-FFF2-40B4-BE49-F238E27FC236}">
                <a16:creationId xmlns:a16="http://schemas.microsoft.com/office/drawing/2014/main" id="{0D851CD8-91EE-5E4C-94A8-01AA72F39ADD}"/>
              </a:ext>
            </a:extLst>
          </p:cNvPr>
          <p:cNvGrpSpPr/>
          <p:nvPr/>
        </p:nvGrpSpPr>
        <p:grpSpPr>
          <a:xfrm>
            <a:off x="8925445" y="476672"/>
            <a:ext cx="1782763" cy="138112"/>
            <a:chOff x="7769225" y="785813"/>
            <a:chExt cx="1782763" cy="138112"/>
          </a:xfrm>
          <a:solidFill>
            <a:schemeClr val="accent4"/>
          </a:solidFill>
        </p:grpSpPr>
        <p:sp>
          <p:nvSpPr>
            <p:cNvPr id="368" name="Freeform 300">
              <a:extLst>
                <a:ext uri="{FF2B5EF4-FFF2-40B4-BE49-F238E27FC236}">
                  <a16:creationId xmlns:a16="http://schemas.microsoft.com/office/drawing/2014/main" id="{12FD3975-F336-D7BD-71BD-6EC03879B7B8}"/>
                </a:ext>
              </a:extLst>
            </p:cNvPr>
            <p:cNvSpPr>
              <a:spLocks noChangeArrowheads="1"/>
            </p:cNvSpPr>
            <p:nvPr/>
          </p:nvSpPr>
          <p:spPr bwMode="auto">
            <a:xfrm>
              <a:off x="7769225" y="785813"/>
              <a:ext cx="106363" cy="138112"/>
            </a:xfrm>
            <a:custGeom>
              <a:avLst/>
              <a:gdLst>
                <a:gd name="T0" fmla="*/ 47 w 297"/>
                <a:gd name="T1" fmla="*/ 330 h 384"/>
                <a:gd name="T2" fmla="*/ 47 w 297"/>
                <a:gd name="T3" fmla="*/ 330 h 384"/>
                <a:gd name="T4" fmla="*/ 102 w 297"/>
                <a:gd name="T5" fmla="*/ 369 h 384"/>
                <a:gd name="T6" fmla="*/ 174 w 297"/>
                <a:gd name="T7" fmla="*/ 383 h 384"/>
                <a:gd name="T8" fmla="*/ 296 w 297"/>
                <a:gd name="T9" fmla="*/ 351 h 384"/>
                <a:gd name="T10" fmla="*/ 296 w 297"/>
                <a:gd name="T11" fmla="*/ 188 h 384"/>
                <a:gd name="T12" fmla="*/ 177 w 297"/>
                <a:gd name="T13" fmla="*/ 188 h 384"/>
                <a:gd name="T14" fmla="*/ 177 w 297"/>
                <a:gd name="T15" fmla="*/ 220 h 384"/>
                <a:gd name="T16" fmla="*/ 261 w 297"/>
                <a:gd name="T17" fmla="*/ 220 h 384"/>
                <a:gd name="T18" fmla="*/ 261 w 297"/>
                <a:gd name="T19" fmla="*/ 331 h 384"/>
                <a:gd name="T20" fmla="*/ 180 w 297"/>
                <a:gd name="T21" fmla="*/ 351 h 384"/>
                <a:gd name="T22" fmla="*/ 118 w 297"/>
                <a:gd name="T23" fmla="*/ 340 h 384"/>
                <a:gd name="T24" fmla="*/ 73 w 297"/>
                <a:gd name="T25" fmla="*/ 307 h 384"/>
                <a:gd name="T26" fmla="*/ 46 w 297"/>
                <a:gd name="T27" fmla="*/ 257 h 384"/>
                <a:gd name="T28" fmla="*/ 36 w 297"/>
                <a:gd name="T29" fmla="*/ 193 h 384"/>
                <a:gd name="T30" fmla="*/ 47 w 297"/>
                <a:gd name="T31" fmla="*/ 128 h 384"/>
                <a:gd name="T32" fmla="*/ 77 w 297"/>
                <a:gd name="T33" fmla="*/ 77 h 384"/>
                <a:gd name="T34" fmla="*/ 124 w 297"/>
                <a:gd name="T35" fmla="*/ 44 h 384"/>
                <a:gd name="T36" fmla="*/ 185 w 297"/>
                <a:gd name="T37" fmla="*/ 32 h 384"/>
                <a:gd name="T38" fmla="*/ 287 w 297"/>
                <a:gd name="T39" fmla="*/ 58 h 384"/>
                <a:gd name="T40" fmla="*/ 287 w 297"/>
                <a:gd name="T41" fmla="*/ 19 h 384"/>
                <a:gd name="T42" fmla="*/ 189 w 297"/>
                <a:gd name="T43" fmla="*/ 0 h 384"/>
                <a:gd name="T44" fmla="*/ 135 w 297"/>
                <a:gd name="T45" fmla="*/ 7 h 384"/>
                <a:gd name="T46" fmla="*/ 88 w 297"/>
                <a:gd name="T47" fmla="*/ 26 h 384"/>
                <a:gd name="T48" fmla="*/ 51 w 297"/>
                <a:gd name="T49" fmla="*/ 58 h 384"/>
                <a:gd name="T50" fmla="*/ 24 w 297"/>
                <a:gd name="T51" fmla="*/ 97 h 384"/>
                <a:gd name="T52" fmla="*/ 7 w 297"/>
                <a:gd name="T53" fmla="*/ 144 h 384"/>
                <a:gd name="T54" fmla="*/ 0 w 297"/>
                <a:gd name="T55" fmla="*/ 196 h 384"/>
                <a:gd name="T56" fmla="*/ 13 w 297"/>
                <a:gd name="T57" fmla="*/ 272 h 384"/>
                <a:gd name="T58" fmla="*/ 47 w 297"/>
                <a:gd name="T59" fmla="*/ 33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7" h="384">
                  <a:moveTo>
                    <a:pt x="47" y="330"/>
                  </a:moveTo>
                  <a:lnTo>
                    <a:pt x="47" y="330"/>
                  </a:lnTo>
                  <a:cubicBezTo>
                    <a:pt x="62" y="347"/>
                    <a:pt x="80" y="359"/>
                    <a:pt x="102" y="369"/>
                  </a:cubicBezTo>
                  <a:cubicBezTo>
                    <a:pt x="123" y="378"/>
                    <a:pt x="148" y="383"/>
                    <a:pt x="174" y="383"/>
                  </a:cubicBezTo>
                  <a:cubicBezTo>
                    <a:pt x="217" y="383"/>
                    <a:pt x="257" y="372"/>
                    <a:pt x="296" y="351"/>
                  </a:cubicBezTo>
                  <a:cubicBezTo>
                    <a:pt x="296" y="188"/>
                    <a:pt x="296" y="188"/>
                    <a:pt x="296" y="188"/>
                  </a:cubicBezTo>
                  <a:cubicBezTo>
                    <a:pt x="177" y="188"/>
                    <a:pt x="177" y="188"/>
                    <a:pt x="177" y="188"/>
                  </a:cubicBezTo>
                  <a:cubicBezTo>
                    <a:pt x="177" y="220"/>
                    <a:pt x="177" y="220"/>
                    <a:pt x="177" y="220"/>
                  </a:cubicBezTo>
                  <a:cubicBezTo>
                    <a:pt x="261" y="220"/>
                    <a:pt x="261" y="220"/>
                    <a:pt x="261" y="220"/>
                  </a:cubicBezTo>
                  <a:cubicBezTo>
                    <a:pt x="261" y="331"/>
                    <a:pt x="261" y="331"/>
                    <a:pt x="261" y="331"/>
                  </a:cubicBezTo>
                  <a:cubicBezTo>
                    <a:pt x="238" y="345"/>
                    <a:pt x="210" y="351"/>
                    <a:pt x="180" y="351"/>
                  </a:cubicBezTo>
                  <a:cubicBezTo>
                    <a:pt x="156" y="351"/>
                    <a:pt x="135" y="348"/>
                    <a:pt x="118" y="340"/>
                  </a:cubicBezTo>
                  <a:cubicBezTo>
                    <a:pt x="100" y="331"/>
                    <a:pt x="84" y="320"/>
                    <a:pt x="73" y="307"/>
                  </a:cubicBezTo>
                  <a:cubicBezTo>
                    <a:pt x="61" y="293"/>
                    <a:pt x="51" y="276"/>
                    <a:pt x="46" y="257"/>
                  </a:cubicBezTo>
                  <a:cubicBezTo>
                    <a:pt x="39" y="238"/>
                    <a:pt x="36" y="215"/>
                    <a:pt x="36" y="193"/>
                  </a:cubicBezTo>
                  <a:cubicBezTo>
                    <a:pt x="37" y="170"/>
                    <a:pt x="40" y="149"/>
                    <a:pt x="47" y="128"/>
                  </a:cubicBezTo>
                  <a:cubicBezTo>
                    <a:pt x="54" y="109"/>
                    <a:pt x="65" y="93"/>
                    <a:pt x="77" y="77"/>
                  </a:cubicBezTo>
                  <a:cubicBezTo>
                    <a:pt x="90" y="64"/>
                    <a:pt x="106" y="51"/>
                    <a:pt x="124" y="44"/>
                  </a:cubicBezTo>
                  <a:cubicBezTo>
                    <a:pt x="142" y="36"/>
                    <a:pt x="163" y="32"/>
                    <a:pt x="185" y="32"/>
                  </a:cubicBezTo>
                  <a:cubicBezTo>
                    <a:pt x="223" y="32"/>
                    <a:pt x="256" y="40"/>
                    <a:pt x="287" y="58"/>
                  </a:cubicBezTo>
                  <a:cubicBezTo>
                    <a:pt x="287" y="19"/>
                    <a:pt x="287" y="19"/>
                    <a:pt x="287" y="19"/>
                  </a:cubicBezTo>
                  <a:cubicBezTo>
                    <a:pt x="260" y="7"/>
                    <a:pt x="227" y="0"/>
                    <a:pt x="189" y="0"/>
                  </a:cubicBezTo>
                  <a:cubicBezTo>
                    <a:pt x="170" y="0"/>
                    <a:pt x="152" y="3"/>
                    <a:pt x="135" y="7"/>
                  </a:cubicBezTo>
                  <a:cubicBezTo>
                    <a:pt x="118" y="11"/>
                    <a:pt x="102" y="18"/>
                    <a:pt x="88" y="26"/>
                  </a:cubicBezTo>
                  <a:cubicBezTo>
                    <a:pt x="75" y="36"/>
                    <a:pt x="62" y="46"/>
                    <a:pt x="51" y="58"/>
                  </a:cubicBezTo>
                  <a:cubicBezTo>
                    <a:pt x="40" y="69"/>
                    <a:pt x="31" y="83"/>
                    <a:pt x="24" y="97"/>
                  </a:cubicBezTo>
                  <a:cubicBezTo>
                    <a:pt x="17" y="112"/>
                    <a:pt x="10" y="127"/>
                    <a:pt x="7" y="144"/>
                  </a:cubicBezTo>
                  <a:cubicBezTo>
                    <a:pt x="3" y="160"/>
                    <a:pt x="0" y="178"/>
                    <a:pt x="0" y="196"/>
                  </a:cubicBezTo>
                  <a:cubicBezTo>
                    <a:pt x="0" y="224"/>
                    <a:pt x="4" y="249"/>
                    <a:pt x="13" y="272"/>
                  </a:cubicBezTo>
                  <a:cubicBezTo>
                    <a:pt x="21" y="294"/>
                    <a:pt x="32" y="314"/>
                    <a:pt x="47" y="3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69" name="Freeform 301">
              <a:extLst>
                <a:ext uri="{FF2B5EF4-FFF2-40B4-BE49-F238E27FC236}">
                  <a16:creationId xmlns:a16="http://schemas.microsoft.com/office/drawing/2014/main" id="{3DB54812-4614-604E-1CD4-8CFBB37362B0}"/>
                </a:ext>
              </a:extLst>
            </p:cNvPr>
            <p:cNvSpPr>
              <a:spLocks noChangeArrowheads="1"/>
            </p:cNvSpPr>
            <p:nvPr/>
          </p:nvSpPr>
          <p:spPr bwMode="auto">
            <a:xfrm>
              <a:off x="7905750" y="788988"/>
              <a:ext cx="68263" cy="133350"/>
            </a:xfrm>
            <a:custGeom>
              <a:avLst/>
              <a:gdLst>
                <a:gd name="T0" fmla="*/ 190 w 191"/>
                <a:gd name="T1" fmla="*/ 339 h 371"/>
                <a:gd name="T2" fmla="*/ 35 w 191"/>
                <a:gd name="T3" fmla="*/ 339 h 371"/>
                <a:gd name="T4" fmla="*/ 35 w 191"/>
                <a:gd name="T5" fmla="*/ 198 h 371"/>
                <a:gd name="T6" fmla="*/ 170 w 191"/>
                <a:gd name="T7" fmla="*/ 198 h 371"/>
                <a:gd name="T8" fmla="*/ 170 w 191"/>
                <a:gd name="T9" fmla="*/ 168 h 371"/>
                <a:gd name="T10" fmla="*/ 35 w 191"/>
                <a:gd name="T11" fmla="*/ 168 h 371"/>
                <a:gd name="T12" fmla="*/ 35 w 191"/>
                <a:gd name="T13" fmla="*/ 31 h 371"/>
                <a:gd name="T14" fmla="*/ 181 w 191"/>
                <a:gd name="T15" fmla="*/ 31 h 371"/>
                <a:gd name="T16" fmla="*/ 181 w 191"/>
                <a:gd name="T17" fmla="*/ 0 h 371"/>
                <a:gd name="T18" fmla="*/ 0 w 191"/>
                <a:gd name="T19" fmla="*/ 0 h 371"/>
                <a:gd name="T20" fmla="*/ 0 w 191"/>
                <a:gd name="T21" fmla="*/ 370 h 371"/>
                <a:gd name="T22" fmla="*/ 190 w 191"/>
                <a:gd name="T23" fmla="*/ 370 h 371"/>
                <a:gd name="T24" fmla="*/ 190 w 191"/>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71">
                  <a:moveTo>
                    <a:pt x="190" y="339"/>
                  </a:moveTo>
                  <a:lnTo>
                    <a:pt x="35" y="339"/>
                  </a:lnTo>
                  <a:lnTo>
                    <a:pt x="35" y="198"/>
                  </a:lnTo>
                  <a:lnTo>
                    <a:pt x="170" y="198"/>
                  </a:lnTo>
                  <a:lnTo>
                    <a:pt x="170" y="168"/>
                  </a:lnTo>
                  <a:lnTo>
                    <a:pt x="35" y="168"/>
                  </a:lnTo>
                  <a:lnTo>
                    <a:pt x="35" y="31"/>
                  </a:lnTo>
                  <a:lnTo>
                    <a:pt x="181" y="31"/>
                  </a:lnTo>
                  <a:lnTo>
                    <a:pt x="181" y="0"/>
                  </a:lnTo>
                  <a:lnTo>
                    <a:pt x="0" y="0"/>
                  </a:lnTo>
                  <a:lnTo>
                    <a:pt x="0" y="370"/>
                  </a:lnTo>
                  <a:lnTo>
                    <a:pt x="190" y="370"/>
                  </a:lnTo>
                  <a:lnTo>
                    <a:pt x="190"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0" name="Freeform 302">
              <a:extLst>
                <a:ext uri="{FF2B5EF4-FFF2-40B4-BE49-F238E27FC236}">
                  <a16:creationId xmlns:a16="http://schemas.microsoft.com/office/drawing/2014/main" id="{B9CB5F5C-A069-2D64-8E86-27B3F46ABF6D}"/>
                </a:ext>
              </a:extLst>
            </p:cNvPr>
            <p:cNvSpPr>
              <a:spLocks noChangeArrowheads="1"/>
            </p:cNvSpPr>
            <p:nvPr/>
          </p:nvSpPr>
          <p:spPr bwMode="auto">
            <a:xfrm>
              <a:off x="8002588" y="788988"/>
              <a:ext cx="104775" cy="133350"/>
            </a:xfrm>
            <a:custGeom>
              <a:avLst/>
              <a:gdLst>
                <a:gd name="T0" fmla="*/ 34 w 291"/>
                <a:gd name="T1" fmla="*/ 84 h 371"/>
                <a:gd name="T2" fmla="*/ 34 w 291"/>
                <a:gd name="T3" fmla="*/ 84 h 371"/>
                <a:gd name="T4" fmla="*/ 34 w 291"/>
                <a:gd name="T5" fmla="*/ 63 h 371"/>
                <a:gd name="T6" fmla="*/ 33 w 291"/>
                <a:gd name="T7" fmla="*/ 49 h 371"/>
                <a:gd name="T8" fmla="*/ 34 w 291"/>
                <a:gd name="T9" fmla="*/ 49 h 371"/>
                <a:gd name="T10" fmla="*/ 41 w 291"/>
                <a:gd name="T11" fmla="*/ 62 h 371"/>
                <a:gd name="T12" fmla="*/ 48 w 291"/>
                <a:gd name="T13" fmla="*/ 73 h 371"/>
                <a:gd name="T14" fmla="*/ 254 w 291"/>
                <a:gd name="T15" fmla="*/ 370 h 371"/>
                <a:gd name="T16" fmla="*/ 290 w 291"/>
                <a:gd name="T17" fmla="*/ 370 h 371"/>
                <a:gd name="T18" fmla="*/ 290 w 291"/>
                <a:gd name="T19" fmla="*/ 0 h 371"/>
                <a:gd name="T20" fmla="*/ 255 w 291"/>
                <a:gd name="T21" fmla="*/ 0 h 371"/>
                <a:gd name="T22" fmla="*/ 255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4 w 291"/>
                <a:gd name="T41" fmla="*/ 370 h 371"/>
                <a:gd name="T42" fmla="*/ 34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4" y="84"/>
                  </a:moveTo>
                  <a:lnTo>
                    <a:pt x="34" y="84"/>
                  </a:lnTo>
                  <a:cubicBezTo>
                    <a:pt x="34" y="75"/>
                    <a:pt x="34" y="69"/>
                    <a:pt x="34" y="63"/>
                  </a:cubicBezTo>
                  <a:cubicBezTo>
                    <a:pt x="34" y="58"/>
                    <a:pt x="34" y="53"/>
                    <a:pt x="33" y="49"/>
                  </a:cubicBezTo>
                  <a:cubicBezTo>
                    <a:pt x="34" y="49"/>
                    <a:pt x="34" y="49"/>
                    <a:pt x="34" y="49"/>
                  </a:cubicBezTo>
                  <a:cubicBezTo>
                    <a:pt x="36" y="53"/>
                    <a:pt x="39" y="58"/>
                    <a:pt x="41" y="62"/>
                  </a:cubicBezTo>
                  <a:cubicBezTo>
                    <a:pt x="43" y="66"/>
                    <a:pt x="45" y="70"/>
                    <a:pt x="48" y="73"/>
                  </a:cubicBezTo>
                  <a:cubicBezTo>
                    <a:pt x="254" y="370"/>
                    <a:pt x="254" y="370"/>
                    <a:pt x="254" y="370"/>
                  </a:cubicBezTo>
                  <a:cubicBezTo>
                    <a:pt x="290" y="370"/>
                    <a:pt x="290" y="370"/>
                    <a:pt x="290" y="370"/>
                  </a:cubicBezTo>
                  <a:cubicBezTo>
                    <a:pt x="290" y="0"/>
                    <a:pt x="290" y="0"/>
                    <a:pt x="290" y="0"/>
                  </a:cubicBezTo>
                  <a:cubicBezTo>
                    <a:pt x="255" y="0"/>
                    <a:pt x="255" y="0"/>
                    <a:pt x="255" y="0"/>
                  </a:cubicBezTo>
                  <a:cubicBezTo>
                    <a:pt x="255" y="276"/>
                    <a:pt x="255" y="276"/>
                    <a:pt x="255" y="276"/>
                  </a:cubicBezTo>
                  <a:cubicBezTo>
                    <a:pt x="255" y="284"/>
                    <a:pt x="255" y="292"/>
                    <a:pt x="257" y="299"/>
                  </a:cubicBezTo>
                  <a:cubicBezTo>
                    <a:pt x="257" y="306"/>
                    <a:pt x="257" y="312"/>
                    <a:pt x="258" y="317"/>
                  </a:cubicBezTo>
                  <a:cubicBezTo>
                    <a:pt x="257" y="317"/>
                    <a:pt x="257" y="317"/>
                    <a:pt x="257" y="317"/>
                  </a:cubicBezTo>
                  <a:cubicBezTo>
                    <a:pt x="254" y="314"/>
                    <a:pt x="253" y="310"/>
                    <a:pt x="250" y="306"/>
                  </a:cubicBezTo>
                  <a:cubicBezTo>
                    <a:pt x="247" y="302"/>
                    <a:pt x="244" y="298"/>
                    <a:pt x="242" y="294"/>
                  </a:cubicBezTo>
                  <a:cubicBezTo>
                    <a:pt x="39" y="0"/>
                    <a:pt x="39" y="0"/>
                    <a:pt x="39" y="0"/>
                  </a:cubicBezTo>
                  <a:cubicBezTo>
                    <a:pt x="0" y="0"/>
                    <a:pt x="0" y="0"/>
                    <a:pt x="0" y="0"/>
                  </a:cubicBezTo>
                  <a:cubicBezTo>
                    <a:pt x="0" y="370"/>
                    <a:pt x="0" y="370"/>
                    <a:pt x="0" y="370"/>
                  </a:cubicBezTo>
                  <a:cubicBezTo>
                    <a:pt x="34" y="370"/>
                    <a:pt x="34" y="370"/>
                    <a:pt x="34" y="370"/>
                  </a:cubicBezTo>
                  <a:lnTo>
                    <a:pt x="34"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1" name="Freeform 303">
              <a:extLst>
                <a:ext uri="{FF2B5EF4-FFF2-40B4-BE49-F238E27FC236}">
                  <a16:creationId xmlns:a16="http://schemas.microsoft.com/office/drawing/2014/main" id="{FAE8E675-BE5D-0B72-95DF-399660258A4A}"/>
                </a:ext>
              </a:extLst>
            </p:cNvPr>
            <p:cNvSpPr>
              <a:spLocks noChangeArrowheads="1"/>
            </p:cNvSpPr>
            <p:nvPr/>
          </p:nvSpPr>
          <p:spPr bwMode="auto">
            <a:xfrm>
              <a:off x="8142288" y="788988"/>
              <a:ext cx="68262" cy="133350"/>
            </a:xfrm>
            <a:custGeom>
              <a:avLst/>
              <a:gdLst>
                <a:gd name="T0" fmla="*/ 189 w 190"/>
                <a:gd name="T1" fmla="*/ 339 h 371"/>
                <a:gd name="T2" fmla="*/ 34 w 190"/>
                <a:gd name="T3" fmla="*/ 339 h 371"/>
                <a:gd name="T4" fmla="*/ 34 w 190"/>
                <a:gd name="T5" fmla="*/ 198 h 371"/>
                <a:gd name="T6" fmla="*/ 170 w 190"/>
                <a:gd name="T7" fmla="*/ 198 h 371"/>
                <a:gd name="T8" fmla="*/ 170 w 190"/>
                <a:gd name="T9" fmla="*/ 168 h 371"/>
                <a:gd name="T10" fmla="*/ 34 w 190"/>
                <a:gd name="T11" fmla="*/ 168 h 371"/>
                <a:gd name="T12" fmla="*/ 34 w 190"/>
                <a:gd name="T13" fmla="*/ 31 h 371"/>
                <a:gd name="T14" fmla="*/ 181 w 190"/>
                <a:gd name="T15" fmla="*/ 31 h 371"/>
                <a:gd name="T16" fmla="*/ 181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0" y="198"/>
                  </a:lnTo>
                  <a:lnTo>
                    <a:pt x="170" y="168"/>
                  </a:lnTo>
                  <a:lnTo>
                    <a:pt x="34" y="168"/>
                  </a:lnTo>
                  <a:lnTo>
                    <a:pt x="34" y="31"/>
                  </a:lnTo>
                  <a:lnTo>
                    <a:pt x="181" y="31"/>
                  </a:lnTo>
                  <a:lnTo>
                    <a:pt x="181"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2" name="Freeform 304">
              <a:extLst>
                <a:ext uri="{FF2B5EF4-FFF2-40B4-BE49-F238E27FC236}">
                  <a16:creationId xmlns:a16="http://schemas.microsoft.com/office/drawing/2014/main" id="{76629717-7D9E-590B-1A8B-9D2C18C11012}"/>
                </a:ext>
              </a:extLst>
            </p:cNvPr>
            <p:cNvSpPr>
              <a:spLocks noChangeArrowheads="1"/>
            </p:cNvSpPr>
            <p:nvPr/>
          </p:nvSpPr>
          <p:spPr bwMode="auto">
            <a:xfrm>
              <a:off x="8237538" y="788988"/>
              <a:ext cx="87312" cy="133350"/>
            </a:xfrm>
            <a:custGeom>
              <a:avLst/>
              <a:gdLst>
                <a:gd name="T0" fmla="*/ 35 w 244"/>
                <a:gd name="T1" fmla="*/ 209 h 371"/>
                <a:gd name="T2" fmla="*/ 35 w 244"/>
                <a:gd name="T3" fmla="*/ 209 h 371"/>
                <a:gd name="T4" fmla="*/ 76 w 244"/>
                <a:gd name="T5" fmla="*/ 209 h 371"/>
                <a:gd name="T6" fmla="*/ 97 w 244"/>
                <a:gd name="T7" fmla="*/ 212 h 371"/>
                <a:gd name="T8" fmla="*/ 115 w 244"/>
                <a:gd name="T9" fmla="*/ 221 h 371"/>
                <a:gd name="T10" fmla="*/ 130 w 244"/>
                <a:gd name="T11" fmla="*/ 238 h 371"/>
                <a:gd name="T12" fmla="*/ 147 w 244"/>
                <a:gd name="T13" fmla="*/ 265 h 371"/>
                <a:gd name="T14" fmla="*/ 203 w 244"/>
                <a:gd name="T15" fmla="*/ 370 h 371"/>
                <a:gd name="T16" fmla="*/ 243 w 244"/>
                <a:gd name="T17" fmla="*/ 370 h 371"/>
                <a:gd name="T18" fmla="*/ 181 w 244"/>
                <a:gd name="T19" fmla="*/ 255 h 371"/>
                <a:gd name="T20" fmla="*/ 169 w 244"/>
                <a:gd name="T21" fmla="*/ 234 h 371"/>
                <a:gd name="T22" fmla="*/ 158 w 244"/>
                <a:gd name="T23" fmla="*/ 219 h 371"/>
                <a:gd name="T24" fmla="*/ 145 w 244"/>
                <a:gd name="T25" fmla="*/ 207 h 371"/>
                <a:gd name="T26" fmla="*/ 131 w 244"/>
                <a:gd name="T27" fmla="*/ 200 h 371"/>
                <a:gd name="T28" fmla="*/ 131 w 244"/>
                <a:gd name="T29" fmla="*/ 198 h 371"/>
                <a:gd name="T30" fmla="*/ 167 w 244"/>
                <a:gd name="T31" fmla="*/ 185 h 371"/>
                <a:gd name="T32" fmla="*/ 194 w 244"/>
                <a:gd name="T33" fmla="*/ 163 h 371"/>
                <a:gd name="T34" fmla="*/ 210 w 244"/>
                <a:gd name="T35" fmla="*/ 133 h 371"/>
                <a:gd name="T36" fmla="*/ 217 w 244"/>
                <a:gd name="T37" fmla="*/ 98 h 371"/>
                <a:gd name="T38" fmla="*/ 207 w 244"/>
                <a:gd name="T39" fmla="*/ 55 h 371"/>
                <a:gd name="T40" fmla="*/ 183 w 244"/>
                <a:gd name="T41" fmla="*/ 24 h 371"/>
                <a:gd name="T42" fmla="*/ 148 w 244"/>
                <a:gd name="T43" fmla="*/ 6 h 371"/>
                <a:gd name="T44" fmla="*/ 108 w 244"/>
                <a:gd name="T45" fmla="*/ 0 h 371"/>
                <a:gd name="T46" fmla="*/ 0 w 244"/>
                <a:gd name="T47" fmla="*/ 0 h 371"/>
                <a:gd name="T48" fmla="*/ 0 w 244"/>
                <a:gd name="T49" fmla="*/ 370 h 371"/>
                <a:gd name="T50" fmla="*/ 35 w 244"/>
                <a:gd name="T51" fmla="*/ 370 h 371"/>
                <a:gd name="T52" fmla="*/ 35 w 244"/>
                <a:gd name="T53" fmla="*/ 209 h 371"/>
                <a:gd name="T54" fmla="*/ 35 w 244"/>
                <a:gd name="T55" fmla="*/ 31 h 371"/>
                <a:gd name="T56" fmla="*/ 35 w 244"/>
                <a:gd name="T57" fmla="*/ 31 h 371"/>
                <a:gd name="T58" fmla="*/ 100 w 244"/>
                <a:gd name="T59" fmla="*/ 31 h 371"/>
                <a:gd name="T60" fmla="*/ 159 w 244"/>
                <a:gd name="T61" fmla="*/ 51 h 371"/>
                <a:gd name="T62" fmla="*/ 180 w 244"/>
                <a:gd name="T63" fmla="*/ 100 h 371"/>
                <a:gd name="T64" fmla="*/ 174 w 244"/>
                <a:gd name="T65" fmla="*/ 132 h 371"/>
                <a:gd name="T66" fmla="*/ 158 w 244"/>
                <a:gd name="T67" fmla="*/ 157 h 371"/>
                <a:gd name="T68" fmla="*/ 130 w 244"/>
                <a:gd name="T69" fmla="*/ 172 h 371"/>
                <a:gd name="T70" fmla="*/ 97 w 244"/>
                <a:gd name="T71" fmla="*/ 178 h 371"/>
                <a:gd name="T72" fmla="*/ 35 w 244"/>
                <a:gd name="T73" fmla="*/ 178 h 371"/>
                <a:gd name="T74" fmla="*/ 35 w 244"/>
                <a:gd name="T75" fmla="*/ 31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1">
                  <a:moveTo>
                    <a:pt x="35" y="209"/>
                  </a:moveTo>
                  <a:lnTo>
                    <a:pt x="35" y="209"/>
                  </a:lnTo>
                  <a:cubicBezTo>
                    <a:pt x="76" y="209"/>
                    <a:pt x="76" y="209"/>
                    <a:pt x="76" y="209"/>
                  </a:cubicBezTo>
                  <a:cubicBezTo>
                    <a:pt x="83" y="209"/>
                    <a:pt x="90" y="209"/>
                    <a:pt x="97" y="212"/>
                  </a:cubicBezTo>
                  <a:cubicBezTo>
                    <a:pt x="104" y="214"/>
                    <a:pt x="109" y="216"/>
                    <a:pt x="115" y="221"/>
                  </a:cubicBezTo>
                  <a:cubicBezTo>
                    <a:pt x="120" y="225"/>
                    <a:pt x="126" y="230"/>
                    <a:pt x="130" y="238"/>
                  </a:cubicBezTo>
                  <a:cubicBezTo>
                    <a:pt x="136" y="245"/>
                    <a:pt x="141" y="254"/>
                    <a:pt x="147" y="265"/>
                  </a:cubicBezTo>
                  <a:cubicBezTo>
                    <a:pt x="203" y="370"/>
                    <a:pt x="203" y="370"/>
                    <a:pt x="203" y="370"/>
                  </a:cubicBezTo>
                  <a:cubicBezTo>
                    <a:pt x="243" y="370"/>
                    <a:pt x="243" y="370"/>
                    <a:pt x="243" y="370"/>
                  </a:cubicBezTo>
                  <a:cubicBezTo>
                    <a:pt x="181" y="255"/>
                    <a:pt x="181" y="255"/>
                    <a:pt x="181" y="255"/>
                  </a:cubicBezTo>
                  <a:cubicBezTo>
                    <a:pt x="177" y="248"/>
                    <a:pt x="173" y="241"/>
                    <a:pt x="169" y="234"/>
                  </a:cubicBezTo>
                  <a:cubicBezTo>
                    <a:pt x="165" y="229"/>
                    <a:pt x="162" y="223"/>
                    <a:pt x="158" y="219"/>
                  </a:cubicBezTo>
                  <a:cubicBezTo>
                    <a:pt x="154" y="215"/>
                    <a:pt x="149" y="211"/>
                    <a:pt x="145" y="207"/>
                  </a:cubicBezTo>
                  <a:cubicBezTo>
                    <a:pt x="141" y="204"/>
                    <a:pt x="137" y="201"/>
                    <a:pt x="131" y="200"/>
                  </a:cubicBezTo>
                  <a:cubicBezTo>
                    <a:pt x="131" y="198"/>
                    <a:pt x="131" y="198"/>
                    <a:pt x="131" y="198"/>
                  </a:cubicBezTo>
                  <a:cubicBezTo>
                    <a:pt x="145" y="196"/>
                    <a:pt x="156" y="190"/>
                    <a:pt x="167" y="185"/>
                  </a:cubicBezTo>
                  <a:cubicBezTo>
                    <a:pt x="177" y="179"/>
                    <a:pt x="187" y="172"/>
                    <a:pt x="194" y="163"/>
                  </a:cubicBezTo>
                  <a:cubicBezTo>
                    <a:pt x="200" y="154"/>
                    <a:pt x="206" y="145"/>
                    <a:pt x="210" y="133"/>
                  </a:cubicBezTo>
                  <a:cubicBezTo>
                    <a:pt x="214" y="122"/>
                    <a:pt x="217" y="111"/>
                    <a:pt x="217" y="98"/>
                  </a:cubicBezTo>
                  <a:cubicBezTo>
                    <a:pt x="217" y="81"/>
                    <a:pt x="213" y="67"/>
                    <a:pt x="207" y="55"/>
                  </a:cubicBezTo>
                  <a:cubicBezTo>
                    <a:pt x="200" y="42"/>
                    <a:pt x="194" y="33"/>
                    <a:pt x="183" y="24"/>
                  </a:cubicBezTo>
                  <a:cubicBezTo>
                    <a:pt x="173" y="16"/>
                    <a:pt x="160" y="11"/>
                    <a:pt x="148" y="6"/>
                  </a:cubicBezTo>
                  <a:cubicBezTo>
                    <a:pt x="136" y="2"/>
                    <a:pt x="122" y="0"/>
                    <a:pt x="108" y="0"/>
                  </a:cubicBezTo>
                  <a:cubicBezTo>
                    <a:pt x="0" y="0"/>
                    <a:pt x="0" y="0"/>
                    <a:pt x="0" y="0"/>
                  </a:cubicBezTo>
                  <a:cubicBezTo>
                    <a:pt x="0" y="370"/>
                    <a:pt x="0" y="370"/>
                    <a:pt x="0" y="370"/>
                  </a:cubicBezTo>
                  <a:cubicBezTo>
                    <a:pt x="35" y="370"/>
                    <a:pt x="35" y="370"/>
                    <a:pt x="35" y="370"/>
                  </a:cubicBezTo>
                  <a:lnTo>
                    <a:pt x="35" y="209"/>
                  </a:lnTo>
                  <a:close/>
                  <a:moveTo>
                    <a:pt x="35" y="31"/>
                  </a:moveTo>
                  <a:lnTo>
                    <a:pt x="35" y="31"/>
                  </a:lnTo>
                  <a:cubicBezTo>
                    <a:pt x="100" y="31"/>
                    <a:pt x="100" y="31"/>
                    <a:pt x="100" y="31"/>
                  </a:cubicBezTo>
                  <a:cubicBezTo>
                    <a:pt x="126" y="31"/>
                    <a:pt x="145" y="38"/>
                    <a:pt x="159" y="51"/>
                  </a:cubicBezTo>
                  <a:cubicBezTo>
                    <a:pt x="173" y="62"/>
                    <a:pt x="180" y="80"/>
                    <a:pt x="180" y="100"/>
                  </a:cubicBezTo>
                  <a:cubicBezTo>
                    <a:pt x="180" y="113"/>
                    <a:pt x="178" y="124"/>
                    <a:pt x="174" y="132"/>
                  </a:cubicBezTo>
                  <a:cubicBezTo>
                    <a:pt x="170" y="142"/>
                    <a:pt x="165" y="150"/>
                    <a:pt x="158" y="157"/>
                  </a:cubicBezTo>
                  <a:cubicBezTo>
                    <a:pt x="149" y="164"/>
                    <a:pt x="141" y="169"/>
                    <a:pt x="130" y="172"/>
                  </a:cubicBezTo>
                  <a:cubicBezTo>
                    <a:pt x="120" y="176"/>
                    <a:pt x="109" y="178"/>
                    <a:pt x="97" y="178"/>
                  </a:cubicBezTo>
                  <a:cubicBezTo>
                    <a:pt x="35" y="178"/>
                    <a:pt x="35" y="178"/>
                    <a:pt x="35" y="178"/>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3" name="Freeform 305">
              <a:extLst>
                <a:ext uri="{FF2B5EF4-FFF2-40B4-BE49-F238E27FC236}">
                  <a16:creationId xmlns:a16="http://schemas.microsoft.com/office/drawing/2014/main" id="{D56F207B-9348-0245-115D-68BE9CA0666A}"/>
                </a:ext>
              </a:extLst>
            </p:cNvPr>
            <p:cNvSpPr>
              <a:spLocks noChangeArrowheads="1"/>
            </p:cNvSpPr>
            <p:nvPr/>
          </p:nvSpPr>
          <p:spPr bwMode="auto">
            <a:xfrm>
              <a:off x="8334375" y="788988"/>
              <a:ext cx="114300" cy="133350"/>
            </a:xfrm>
            <a:custGeom>
              <a:avLst/>
              <a:gdLst>
                <a:gd name="T0" fmla="*/ 79 w 319"/>
                <a:gd name="T1" fmla="*/ 261 h 371"/>
                <a:gd name="T2" fmla="*/ 79 w 319"/>
                <a:gd name="T3" fmla="*/ 261 h 371"/>
                <a:gd name="T4" fmla="*/ 238 w 319"/>
                <a:gd name="T5" fmla="*/ 261 h 371"/>
                <a:gd name="T6" fmla="*/ 279 w 319"/>
                <a:gd name="T7" fmla="*/ 370 h 371"/>
                <a:gd name="T8" fmla="*/ 318 w 319"/>
                <a:gd name="T9" fmla="*/ 370 h 371"/>
                <a:gd name="T10" fmla="*/ 177 w 319"/>
                <a:gd name="T11" fmla="*/ 0 h 371"/>
                <a:gd name="T12" fmla="*/ 142 w 319"/>
                <a:gd name="T13" fmla="*/ 0 h 371"/>
                <a:gd name="T14" fmla="*/ 0 w 319"/>
                <a:gd name="T15" fmla="*/ 370 h 371"/>
                <a:gd name="T16" fmla="*/ 39 w 319"/>
                <a:gd name="T17" fmla="*/ 370 h 371"/>
                <a:gd name="T18" fmla="*/ 79 w 319"/>
                <a:gd name="T19" fmla="*/ 261 h 371"/>
                <a:gd name="T20" fmla="*/ 151 w 319"/>
                <a:gd name="T21" fmla="*/ 64 h 371"/>
                <a:gd name="T22" fmla="*/ 151 w 319"/>
                <a:gd name="T23" fmla="*/ 64 h 371"/>
                <a:gd name="T24" fmla="*/ 155 w 319"/>
                <a:gd name="T25" fmla="*/ 53 h 371"/>
                <a:gd name="T26" fmla="*/ 158 w 319"/>
                <a:gd name="T27" fmla="*/ 38 h 371"/>
                <a:gd name="T28" fmla="*/ 159 w 319"/>
                <a:gd name="T29" fmla="*/ 38 h 371"/>
                <a:gd name="T30" fmla="*/ 162 w 319"/>
                <a:gd name="T31" fmla="*/ 53 h 371"/>
                <a:gd name="T32" fmla="*/ 166 w 319"/>
                <a:gd name="T33" fmla="*/ 64 h 371"/>
                <a:gd name="T34" fmla="*/ 227 w 319"/>
                <a:gd name="T35" fmla="*/ 230 h 371"/>
                <a:gd name="T36" fmla="*/ 90 w 319"/>
                <a:gd name="T37" fmla="*/ 230 h 371"/>
                <a:gd name="T38" fmla="*/ 151 w 319"/>
                <a:gd name="T39" fmla="*/ 6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1">
                  <a:moveTo>
                    <a:pt x="79" y="261"/>
                  </a:moveTo>
                  <a:lnTo>
                    <a:pt x="79" y="261"/>
                  </a:lnTo>
                  <a:cubicBezTo>
                    <a:pt x="238" y="261"/>
                    <a:pt x="238" y="261"/>
                    <a:pt x="238" y="261"/>
                  </a:cubicBezTo>
                  <a:cubicBezTo>
                    <a:pt x="279" y="370"/>
                    <a:pt x="279" y="370"/>
                    <a:pt x="279" y="370"/>
                  </a:cubicBezTo>
                  <a:cubicBezTo>
                    <a:pt x="318" y="370"/>
                    <a:pt x="318" y="370"/>
                    <a:pt x="318" y="370"/>
                  </a:cubicBezTo>
                  <a:cubicBezTo>
                    <a:pt x="177" y="0"/>
                    <a:pt x="177" y="0"/>
                    <a:pt x="177" y="0"/>
                  </a:cubicBezTo>
                  <a:cubicBezTo>
                    <a:pt x="142" y="0"/>
                    <a:pt x="142" y="0"/>
                    <a:pt x="142" y="0"/>
                  </a:cubicBezTo>
                  <a:cubicBezTo>
                    <a:pt x="0" y="370"/>
                    <a:pt x="0" y="370"/>
                    <a:pt x="0" y="370"/>
                  </a:cubicBezTo>
                  <a:cubicBezTo>
                    <a:pt x="39" y="370"/>
                    <a:pt x="39" y="370"/>
                    <a:pt x="39" y="370"/>
                  </a:cubicBezTo>
                  <a:lnTo>
                    <a:pt x="79" y="261"/>
                  </a:lnTo>
                  <a:close/>
                  <a:moveTo>
                    <a:pt x="151" y="64"/>
                  </a:moveTo>
                  <a:lnTo>
                    <a:pt x="151" y="64"/>
                  </a:lnTo>
                  <a:cubicBezTo>
                    <a:pt x="152" y="62"/>
                    <a:pt x="153" y="58"/>
                    <a:pt x="155" y="53"/>
                  </a:cubicBezTo>
                  <a:cubicBezTo>
                    <a:pt x="155" y="49"/>
                    <a:pt x="156" y="44"/>
                    <a:pt x="158" y="38"/>
                  </a:cubicBezTo>
                  <a:cubicBezTo>
                    <a:pt x="159" y="38"/>
                    <a:pt x="159" y="38"/>
                    <a:pt x="159" y="38"/>
                  </a:cubicBezTo>
                  <a:cubicBezTo>
                    <a:pt x="159" y="44"/>
                    <a:pt x="160" y="49"/>
                    <a:pt x="162" y="53"/>
                  </a:cubicBezTo>
                  <a:cubicBezTo>
                    <a:pt x="163" y="58"/>
                    <a:pt x="165" y="62"/>
                    <a:pt x="166" y="64"/>
                  </a:cubicBezTo>
                  <a:cubicBezTo>
                    <a:pt x="227" y="230"/>
                    <a:pt x="227" y="230"/>
                    <a:pt x="227" y="230"/>
                  </a:cubicBezTo>
                  <a:cubicBezTo>
                    <a:pt x="90" y="230"/>
                    <a:pt x="90" y="230"/>
                    <a:pt x="90" y="230"/>
                  </a:cubicBezTo>
                  <a:lnTo>
                    <a:pt x="151"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4" name="Freeform 306">
              <a:extLst>
                <a:ext uri="{FF2B5EF4-FFF2-40B4-BE49-F238E27FC236}">
                  <a16:creationId xmlns:a16="http://schemas.microsoft.com/office/drawing/2014/main" id="{FB16FD42-22F7-63DE-C531-7A03E2861E47}"/>
                </a:ext>
              </a:extLst>
            </p:cNvPr>
            <p:cNvSpPr>
              <a:spLocks noChangeArrowheads="1"/>
            </p:cNvSpPr>
            <p:nvPr/>
          </p:nvSpPr>
          <p:spPr bwMode="auto">
            <a:xfrm>
              <a:off x="8469313" y="788988"/>
              <a:ext cx="66675" cy="133350"/>
            </a:xfrm>
            <a:custGeom>
              <a:avLst/>
              <a:gdLst>
                <a:gd name="T0" fmla="*/ 184 w 185"/>
                <a:gd name="T1" fmla="*/ 339 h 371"/>
                <a:gd name="T2" fmla="*/ 34 w 185"/>
                <a:gd name="T3" fmla="*/ 339 h 371"/>
                <a:gd name="T4" fmla="*/ 34 w 185"/>
                <a:gd name="T5" fmla="*/ 0 h 371"/>
                <a:gd name="T6" fmla="*/ 0 w 185"/>
                <a:gd name="T7" fmla="*/ 0 h 371"/>
                <a:gd name="T8" fmla="*/ 0 w 185"/>
                <a:gd name="T9" fmla="*/ 370 h 371"/>
                <a:gd name="T10" fmla="*/ 184 w 185"/>
                <a:gd name="T11" fmla="*/ 370 h 371"/>
                <a:gd name="T12" fmla="*/ 184 w 185"/>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5" h="371">
                  <a:moveTo>
                    <a:pt x="184" y="339"/>
                  </a:moveTo>
                  <a:lnTo>
                    <a:pt x="34" y="339"/>
                  </a:lnTo>
                  <a:lnTo>
                    <a:pt x="34" y="0"/>
                  </a:lnTo>
                  <a:lnTo>
                    <a:pt x="0" y="0"/>
                  </a:lnTo>
                  <a:lnTo>
                    <a:pt x="0" y="370"/>
                  </a:lnTo>
                  <a:lnTo>
                    <a:pt x="184" y="370"/>
                  </a:lnTo>
                  <a:lnTo>
                    <a:pt x="184"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5" name="Freeform 307">
              <a:extLst>
                <a:ext uri="{FF2B5EF4-FFF2-40B4-BE49-F238E27FC236}">
                  <a16:creationId xmlns:a16="http://schemas.microsoft.com/office/drawing/2014/main" id="{C80A0350-70EF-FEB7-50F1-F491602E503D}"/>
                </a:ext>
              </a:extLst>
            </p:cNvPr>
            <p:cNvSpPr>
              <a:spLocks noChangeArrowheads="1"/>
            </p:cNvSpPr>
            <p:nvPr/>
          </p:nvSpPr>
          <p:spPr bwMode="auto">
            <a:xfrm>
              <a:off x="8610600" y="788988"/>
              <a:ext cx="66675" cy="133350"/>
            </a:xfrm>
            <a:custGeom>
              <a:avLst/>
              <a:gdLst>
                <a:gd name="T0" fmla="*/ 183 w 184"/>
                <a:gd name="T1" fmla="*/ 339 h 371"/>
                <a:gd name="T2" fmla="*/ 34 w 184"/>
                <a:gd name="T3" fmla="*/ 339 h 371"/>
                <a:gd name="T4" fmla="*/ 34 w 184"/>
                <a:gd name="T5" fmla="*/ 0 h 371"/>
                <a:gd name="T6" fmla="*/ 0 w 184"/>
                <a:gd name="T7" fmla="*/ 0 h 371"/>
                <a:gd name="T8" fmla="*/ 0 w 184"/>
                <a:gd name="T9" fmla="*/ 370 h 371"/>
                <a:gd name="T10" fmla="*/ 183 w 184"/>
                <a:gd name="T11" fmla="*/ 370 h 371"/>
                <a:gd name="T12" fmla="*/ 183 w 184"/>
                <a:gd name="T13" fmla="*/ 339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9"/>
                  </a:moveTo>
                  <a:lnTo>
                    <a:pt x="34" y="339"/>
                  </a:lnTo>
                  <a:lnTo>
                    <a:pt x="34" y="0"/>
                  </a:lnTo>
                  <a:lnTo>
                    <a:pt x="0" y="0"/>
                  </a:lnTo>
                  <a:lnTo>
                    <a:pt x="0" y="370"/>
                  </a:lnTo>
                  <a:lnTo>
                    <a:pt x="183" y="370"/>
                  </a:lnTo>
                  <a:lnTo>
                    <a:pt x="183"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6" name="Freeform 308">
              <a:extLst>
                <a:ext uri="{FF2B5EF4-FFF2-40B4-BE49-F238E27FC236}">
                  <a16:creationId xmlns:a16="http://schemas.microsoft.com/office/drawing/2014/main" id="{7363E31A-AF52-A32B-1742-6C4D2C2B8538}"/>
                </a:ext>
              </a:extLst>
            </p:cNvPr>
            <p:cNvSpPr>
              <a:spLocks noChangeArrowheads="1"/>
            </p:cNvSpPr>
            <p:nvPr/>
          </p:nvSpPr>
          <p:spPr bwMode="auto">
            <a:xfrm>
              <a:off x="8699500" y="788988"/>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7" name="Freeform 309">
              <a:extLst>
                <a:ext uri="{FF2B5EF4-FFF2-40B4-BE49-F238E27FC236}">
                  <a16:creationId xmlns:a16="http://schemas.microsoft.com/office/drawing/2014/main" id="{6DEF4C9B-1576-B26A-F397-FACB452EFCF6}"/>
                </a:ext>
              </a:extLst>
            </p:cNvPr>
            <p:cNvSpPr>
              <a:spLocks noChangeArrowheads="1"/>
            </p:cNvSpPr>
            <p:nvPr/>
          </p:nvSpPr>
          <p:spPr bwMode="auto">
            <a:xfrm>
              <a:off x="8745538" y="788988"/>
              <a:ext cx="104775" cy="133350"/>
            </a:xfrm>
            <a:custGeom>
              <a:avLst/>
              <a:gdLst>
                <a:gd name="T0" fmla="*/ 290 w 291"/>
                <a:gd name="T1" fmla="*/ 370 h 371"/>
                <a:gd name="T2" fmla="*/ 290 w 291"/>
                <a:gd name="T3" fmla="*/ 370 h 371"/>
                <a:gd name="T4" fmla="*/ 290 w 291"/>
                <a:gd name="T5" fmla="*/ 0 h 371"/>
                <a:gd name="T6" fmla="*/ 254 w 291"/>
                <a:gd name="T7" fmla="*/ 0 h 371"/>
                <a:gd name="T8" fmla="*/ 254 w 291"/>
                <a:gd name="T9" fmla="*/ 276 h 371"/>
                <a:gd name="T10" fmla="*/ 256 w 291"/>
                <a:gd name="T11" fmla="*/ 299 h 371"/>
                <a:gd name="T12" fmla="*/ 257 w 291"/>
                <a:gd name="T13" fmla="*/ 317 h 371"/>
                <a:gd name="T14" fmla="*/ 256 w 291"/>
                <a:gd name="T15" fmla="*/ 317 h 371"/>
                <a:gd name="T16" fmla="*/ 249 w 291"/>
                <a:gd name="T17" fmla="*/ 306 h 371"/>
                <a:gd name="T18" fmla="*/ 241 w 291"/>
                <a:gd name="T19" fmla="*/ 294 h 371"/>
                <a:gd name="T20" fmla="*/ 37 w 291"/>
                <a:gd name="T21" fmla="*/ 0 h 371"/>
                <a:gd name="T22" fmla="*/ 0 w 291"/>
                <a:gd name="T23" fmla="*/ 0 h 371"/>
                <a:gd name="T24" fmla="*/ 0 w 291"/>
                <a:gd name="T25" fmla="*/ 370 h 371"/>
                <a:gd name="T26" fmla="*/ 35 w 291"/>
                <a:gd name="T27" fmla="*/ 370 h 371"/>
                <a:gd name="T28" fmla="*/ 35 w 291"/>
                <a:gd name="T29" fmla="*/ 84 h 371"/>
                <a:gd name="T30" fmla="*/ 33 w 291"/>
                <a:gd name="T31" fmla="*/ 63 h 371"/>
                <a:gd name="T32" fmla="*/ 33 w 291"/>
                <a:gd name="T33" fmla="*/ 49 h 371"/>
                <a:gd name="T34" fmla="*/ 35 w 291"/>
                <a:gd name="T35" fmla="*/ 49 h 371"/>
                <a:gd name="T36" fmla="*/ 40 w 291"/>
                <a:gd name="T37" fmla="*/ 62 h 371"/>
                <a:gd name="T38" fmla="*/ 47 w 291"/>
                <a:gd name="T39" fmla="*/ 73 h 371"/>
                <a:gd name="T40" fmla="*/ 254 w 291"/>
                <a:gd name="T41" fmla="*/ 370 h 371"/>
                <a:gd name="T42" fmla="*/ 290 w 291"/>
                <a:gd name="T43" fmla="*/ 37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290" y="370"/>
                  </a:moveTo>
                  <a:lnTo>
                    <a:pt x="290" y="370"/>
                  </a:lnTo>
                  <a:cubicBezTo>
                    <a:pt x="290" y="0"/>
                    <a:pt x="290" y="0"/>
                    <a:pt x="290" y="0"/>
                  </a:cubicBezTo>
                  <a:cubicBezTo>
                    <a:pt x="254" y="0"/>
                    <a:pt x="254" y="0"/>
                    <a:pt x="254" y="0"/>
                  </a:cubicBezTo>
                  <a:cubicBezTo>
                    <a:pt x="254" y="276"/>
                    <a:pt x="254" y="276"/>
                    <a:pt x="254" y="276"/>
                  </a:cubicBezTo>
                  <a:cubicBezTo>
                    <a:pt x="254" y="284"/>
                    <a:pt x="256" y="292"/>
                    <a:pt x="256" y="299"/>
                  </a:cubicBezTo>
                  <a:cubicBezTo>
                    <a:pt x="256" y="306"/>
                    <a:pt x="256" y="312"/>
                    <a:pt x="257" y="317"/>
                  </a:cubicBezTo>
                  <a:cubicBezTo>
                    <a:pt x="256" y="317"/>
                    <a:pt x="256" y="317"/>
                    <a:pt x="256" y="317"/>
                  </a:cubicBezTo>
                  <a:cubicBezTo>
                    <a:pt x="254" y="314"/>
                    <a:pt x="252" y="310"/>
                    <a:pt x="249" y="306"/>
                  </a:cubicBezTo>
                  <a:cubicBezTo>
                    <a:pt x="246" y="302"/>
                    <a:pt x="243" y="298"/>
                    <a:pt x="241" y="294"/>
                  </a:cubicBezTo>
                  <a:cubicBezTo>
                    <a:pt x="37" y="0"/>
                    <a:pt x="37" y="0"/>
                    <a:pt x="37" y="0"/>
                  </a:cubicBezTo>
                  <a:cubicBezTo>
                    <a:pt x="0" y="0"/>
                    <a:pt x="0" y="0"/>
                    <a:pt x="0" y="0"/>
                  </a:cubicBezTo>
                  <a:cubicBezTo>
                    <a:pt x="0" y="370"/>
                    <a:pt x="0" y="370"/>
                    <a:pt x="0" y="370"/>
                  </a:cubicBezTo>
                  <a:cubicBezTo>
                    <a:pt x="35" y="370"/>
                    <a:pt x="35" y="370"/>
                    <a:pt x="35" y="370"/>
                  </a:cubicBezTo>
                  <a:cubicBezTo>
                    <a:pt x="35" y="84"/>
                    <a:pt x="35" y="84"/>
                    <a:pt x="35" y="84"/>
                  </a:cubicBezTo>
                  <a:cubicBezTo>
                    <a:pt x="35" y="75"/>
                    <a:pt x="33" y="69"/>
                    <a:pt x="33" y="63"/>
                  </a:cubicBezTo>
                  <a:cubicBezTo>
                    <a:pt x="33" y="58"/>
                    <a:pt x="33" y="53"/>
                    <a:pt x="33" y="49"/>
                  </a:cubicBezTo>
                  <a:cubicBezTo>
                    <a:pt x="35" y="49"/>
                    <a:pt x="35" y="49"/>
                    <a:pt x="35" y="49"/>
                  </a:cubicBezTo>
                  <a:cubicBezTo>
                    <a:pt x="36" y="53"/>
                    <a:pt x="37" y="58"/>
                    <a:pt x="40" y="62"/>
                  </a:cubicBezTo>
                  <a:cubicBezTo>
                    <a:pt x="43" y="66"/>
                    <a:pt x="46" y="70"/>
                    <a:pt x="47" y="73"/>
                  </a:cubicBezTo>
                  <a:cubicBezTo>
                    <a:pt x="254" y="370"/>
                    <a:pt x="254" y="370"/>
                    <a:pt x="254" y="370"/>
                  </a:cubicBezTo>
                  <a:lnTo>
                    <a:pt x="290" y="37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8" name="Freeform 310">
              <a:extLst>
                <a:ext uri="{FF2B5EF4-FFF2-40B4-BE49-F238E27FC236}">
                  <a16:creationId xmlns:a16="http://schemas.microsoft.com/office/drawing/2014/main" id="{594BA525-C8C6-B9C7-9F7E-20B34E5BD830}"/>
                </a:ext>
              </a:extLst>
            </p:cNvPr>
            <p:cNvSpPr>
              <a:spLocks noChangeArrowheads="1"/>
            </p:cNvSpPr>
            <p:nvPr/>
          </p:nvSpPr>
          <p:spPr bwMode="auto">
            <a:xfrm>
              <a:off x="8885238" y="788988"/>
              <a:ext cx="68262" cy="133350"/>
            </a:xfrm>
            <a:custGeom>
              <a:avLst/>
              <a:gdLst>
                <a:gd name="T0" fmla="*/ 189 w 190"/>
                <a:gd name="T1" fmla="*/ 339 h 371"/>
                <a:gd name="T2" fmla="*/ 34 w 190"/>
                <a:gd name="T3" fmla="*/ 339 h 371"/>
                <a:gd name="T4" fmla="*/ 34 w 190"/>
                <a:gd name="T5" fmla="*/ 198 h 371"/>
                <a:gd name="T6" fmla="*/ 171 w 190"/>
                <a:gd name="T7" fmla="*/ 198 h 371"/>
                <a:gd name="T8" fmla="*/ 171 w 190"/>
                <a:gd name="T9" fmla="*/ 168 h 371"/>
                <a:gd name="T10" fmla="*/ 34 w 190"/>
                <a:gd name="T11" fmla="*/ 168 h 371"/>
                <a:gd name="T12" fmla="*/ 34 w 190"/>
                <a:gd name="T13" fmla="*/ 31 h 371"/>
                <a:gd name="T14" fmla="*/ 180 w 190"/>
                <a:gd name="T15" fmla="*/ 31 h 371"/>
                <a:gd name="T16" fmla="*/ 180 w 190"/>
                <a:gd name="T17" fmla="*/ 0 h 371"/>
                <a:gd name="T18" fmla="*/ 0 w 190"/>
                <a:gd name="T19" fmla="*/ 0 h 371"/>
                <a:gd name="T20" fmla="*/ 0 w 190"/>
                <a:gd name="T21" fmla="*/ 370 h 371"/>
                <a:gd name="T22" fmla="*/ 189 w 190"/>
                <a:gd name="T23" fmla="*/ 370 h 371"/>
                <a:gd name="T24" fmla="*/ 189 w 190"/>
                <a:gd name="T25" fmla="*/ 33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1">
                  <a:moveTo>
                    <a:pt x="189" y="339"/>
                  </a:moveTo>
                  <a:lnTo>
                    <a:pt x="34" y="339"/>
                  </a:lnTo>
                  <a:lnTo>
                    <a:pt x="34" y="198"/>
                  </a:lnTo>
                  <a:lnTo>
                    <a:pt x="171" y="198"/>
                  </a:lnTo>
                  <a:lnTo>
                    <a:pt x="171" y="168"/>
                  </a:lnTo>
                  <a:lnTo>
                    <a:pt x="34" y="168"/>
                  </a:lnTo>
                  <a:lnTo>
                    <a:pt x="34" y="31"/>
                  </a:lnTo>
                  <a:lnTo>
                    <a:pt x="180" y="31"/>
                  </a:lnTo>
                  <a:lnTo>
                    <a:pt x="180" y="0"/>
                  </a:lnTo>
                  <a:lnTo>
                    <a:pt x="0" y="0"/>
                  </a:lnTo>
                  <a:lnTo>
                    <a:pt x="0" y="370"/>
                  </a:lnTo>
                  <a:lnTo>
                    <a:pt x="189" y="370"/>
                  </a:lnTo>
                  <a:lnTo>
                    <a:pt x="189" y="33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79" name="Freeform 311">
              <a:extLst>
                <a:ext uri="{FF2B5EF4-FFF2-40B4-BE49-F238E27FC236}">
                  <a16:creationId xmlns:a16="http://schemas.microsoft.com/office/drawing/2014/main" id="{E20D439B-B610-56EB-15D2-D731F2B9F4B2}"/>
                </a:ext>
              </a:extLst>
            </p:cNvPr>
            <p:cNvSpPr>
              <a:spLocks noChangeArrowheads="1"/>
            </p:cNvSpPr>
            <p:nvPr/>
          </p:nvSpPr>
          <p:spPr bwMode="auto">
            <a:xfrm>
              <a:off x="9034463" y="788988"/>
              <a:ext cx="12700" cy="133350"/>
            </a:xfrm>
            <a:custGeom>
              <a:avLst/>
              <a:gdLst>
                <a:gd name="T0" fmla="*/ 34 w 35"/>
                <a:gd name="T1" fmla="*/ 0 h 371"/>
                <a:gd name="T2" fmla="*/ 0 w 35"/>
                <a:gd name="T3" fmla="*/ 0 h 371"/>
                <a:gd name="T4" fmla="*/ 0 w 35"/>
                <a:gd name="T5" fmla="*/ 370 h 371"/>
                <a:gd name="T6" fmla="*/ 34 w 35"/>
                <a:gd name="T7" fmla="*/ 370 h 371"/>
                <a:gd name="T8" fmla="*/ 34 w 35"/>
                <a:gd name="T9" fmla="*/ 0 h 371"/>
              </a:gdLst>
              <a:ahLst/>
              <a:cxnLst>
                <a:cxn ang="0">
                  <a:pos x="T0" y="T1"/>
                </a:cxn>
                <a:cxn ang="0">
                  <a:pos x="T2" y="T3"/>
                </a:cxn>
                <a:cxn ang="0">
                  <a:pos x="T4" y="T5"/>
                </a:cxn>
                <a:cxn ang="0">
                  <a:pos x="T6" y="T7"/>
                </a:cxn>
                <a:cxn ang="0">
                  <a:pos x="T8" y="T9"/>
                </a:cxn>
              </a:cxnLst>
              <a:rect l="0" t="0" r="r" b="b"/>
              <a:pathLst>
                <a:path w="35" h="371">
                  <a:moveTo>
                    <a:pt x="34" y="0"/>
                  </a:moveTo>
                  <a:lnTo>
                    <a:pt x="0" y="0"/>
                  </a:lnTo>
                  <a:lnTo>
                    <a:pt x="0" y="370"/>
                  </a:lnTo>
                  <a:lnTo>
                    <a:pt x="34" y="370"/>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0" name="Freeform 312">
              <a:extLst>
                <a:ext uri="{FF2B5EF4-FFF2-40B4-BE49-F238E27FC236}">
                  <a16:creationId xmlns:a16="http://schemas.microsoft.com/office/drawing/2014/main" id="{3EBEEED4-6201-5FA0-372C-2B86882A0F41}"/>
                </a:ext>
              </a:extLst>
            </p:cNvPr>
            <p:cNvSpPr>
              <a:spLocks noChangeArrowheads="1"/>
            </p:cNvSpPr>
            <p:nvPr/>
          </p:nvSpPr>
          <p:spPr bwMode="auto">
            <a:xfrm>
              <a:off x="9072563" y="785813"/>
              <a:ext cx="96837" cy="138112"/>
            </a:xfrm>
            <a:custGeom>
              <a:avLst/>
              <a:gdLst>
                <a:gd name="T0" fmla="*/ 109 w 271"/>
                <a:gd name="T1" fmla="*/ 15 h 384"/>
                <a:gd name="T2" fmla="*/ 109 w 271"/>
                <a:gd name="T3" fmla="*/ 15 h 384"/>
                <a:gd name="T4" fmla="*/ 49 w 271"/>
                <a:gd name="T5" fmla="*/ 57 h 384"/>
                <a:gd name="T6" fmla="*/ 12 w 271"/>
                <a:gd name="T7" fmla="*/ 120 h 384"/>
                <a:gd name="T8" fmla="*/ 0 w 271"/>
                <a:gd name="T9" fmla="*/ 199 h 384"/>
                <a:gd name="T10" fmla="*/ 12 w 271"/>
                <a:gd name="T11" fmla="*/ 272 h 384"/>
                <a:gd name="T12" fmla="*/ 47 w 271"/>
                <a:gd name="T13" fmla="*/ 330 h 384"/>
                <a:gd name="T14" fmla="*/ 100 w 271"/>
                <a:gd name="T15" fmla="*/ 369 h 384"/>
                <a:gd name="T16" fmla="*/ 172 w 271"/>
                <a:gd name="T17" fmla="*/ 383 h 384"/>
                <a:gd name="T18" fmla="*/ 270 w 271"/>
                <a:gd name="T19" fmla="*/ 363 h 384"/>
                <a:gd name="T20" fmla="*/ 270 w 271"/>
                <a:gd name="T21" fmla="*/ 329 h 384"/>
                <a:gd name="T22" fmla="*/ 176 w 271"/>
                <a:gd name="T23" fmla="*/ 351 h 384"/>
                <a:gd name="T24" fmla="*/ 116 w 271"/>
                <a:gd name="T25" fmla="*/ 340 h 384"/>
                <a:gd name="T26" fmla="*/ 71 w 271"/>
                <a:gd name="T27" fmla="*/ 305 h 384"/>
                <a:gd name="T28" fmla="*/ 44 w 271"/>
                <a:gd name="T29" fmla="*/ 256 h 384"/>
                <a:gd name="T30" fmla="*/ 36 w 271"/>
                <a:gd name="T31" fmla="*/ 196 h 384"/>
                <a:gd name="T32" fmla="*/ 45 w 271"/>
                <a:gd name="T33" fmla="*/ 130 h 384"/>
                <a:gd name="T34" fmla="*/ 74 w 271"/>
                <a:gd name="T35" fmla="*/ 77 h 384"/>
                <a:gd name="T36" fmla="*/ 121 w 271"/>
                <a:gd name="T37" fmla="*/ 44 h 384"/>
                <a:gd name="T38" fmla="*/ 186 w 271"/>
                <a:gd name="T39" fmla="*/ 32 h 384"/>
                <a:gd name="T40" fmla="*/ 270 w 271"/>
                <a:gd name="T41" fmla="*/ 51 h 384"/>
                <a:gd name="T42" fmla="*/ 270 w 271"/>
                <a:gd name="T43" fmla="*/ 14 h 384"/>
                <a:gd name="T44" fmla="*/ 186 w 271"/>
                <a:gd name="T45" fmla="*/ 0 h 384"/>
                <a:gd name="T46" fmla="*/ 109 w 271"/>
                <a:gd name="T47" fmla="*/ 15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4">
                  <a:moveTo>
                    <a:pt x="109" y="15"/>
                  </a:moveTo>
                  <a:lnTo>
                    <a:pt x="109" y="15"/>
                  </a:lnTo>
                  <a:cubicBezTo>
                    <a:pt x="85" y="25"/>
                    <a:pt x="66" y="39"/>
                    <a:pt x="49" y="57"/>
                  </a:cubicBezTo>
                  <a:cubicBezTo>
                    <a:pt x="33" y="75"/>
                    <a:pt x="20" y="95"/>
                    <a:pt x="12" y="120"/>
                  </a:cubicBezTo>
                  <a:cubicBezTo>
                    <a:pt x="4" y="144"/>
                    <a:pt x="0" y="170"/>
                    <a:pt x="0" y="199"/>
                  </a:cubicBezTo>
                  <a:cubicBezTo>
                    <a:pt x="0" y="225"/>
                    <a:pt x="4" y="250"/>
                    <a:pt x="12" y="272"/>
                  </a:cubicBezTo>
                  <a:cubicBezTo>
                    <a:pt x="19" y="294"/>
                    <a:pt x="31" y="315"/>
                    <a:pt x="47" y="330"/>
                  </a:cubicBezTo>
                  <a:cubicBezTo>
                    <a:pt x="62" y="347"/>
                    <a:pt x="80" y="359"/>
                    <a:pt x="100" y="369"/>
                  </a:cubicBezTo>
                  <a:cubicBezTo>
                    <a:pt x="123" y="378"/>
                    <a:pt x="146" y="383"/>
                    <a:pt x="172" y="383"/>
                  </a:cubicBezTo>
                  <a:cubicBezTo>
                    <a:pt x="210" y="383"/>
                    <a:pt x="243" y="376"/>
                    <a:pt x="270" y="363"/>
                  </a:cubicBezTo>
                  <a:cubicBezTo>
                    <a:pt x="270" y="329"/>
                    <a:pt x="270" y="329"/>
                    <a:pt x="270" y="329"/>
                  </a:cubicBezTo>
                  <a:cubicBezTo>
                    <a:pt x="244" y="344"/>
                    <a:pt x="212" y="351"/>
                    <a:pt x="176" y="351"/>
                  </a:cubicBezTo>
                  <a:cubicBezTo>
                    <a:pt x="153" y="351"/>
                    <a:pt x="132" y="347"/>
                    <a:pt x="116" y="340"/>
                  </a:cubicBezTo>
                  <a:cubicBezTo>
                    <a:pt x="98" y="331"/>
                    <a:pt x="83" y="319"/>
                    <a:pt x="71" y="305"/>
                  </a:cubicBezTo>
                  <a:cubicBezTo>
                    <a:pt x="59" y="291"/>
                    <a:pt x="51" y="275"/>
                    <a:pt x="44" y="256"/>
                  </a:cubicBezTo>
                  <a:cubicBezTo>
                    <a:pt x="38" y="238"/>
                    <a:pt x="36" y="217"/>
                    <a:pt x="36" y="196"/>
                  </a:cubicBezTo>
                  <a:cubicBezTo>
                    <a:pt x="36" y="173"/>
                    <a:pt x="38" y="151"/>
                    <a:pt x="45" y="130"/>
                  </a:cubicBezTo>
                  <a:cubicBezTo>
                    <a:pt x="52" y="110"/>
                    <a:pt x="62" y="93"/>
                    <a:pt x="74" y="77"/>
                  </a:cubicBezTo>
                  <a:cubicBezTo>
                    <a:pt x="87" y="64"/>
                    <a:pt x="103" y="51"/>
                    <a:pt x="121" y="44"/>
                  </a:cubicBezTo>
                  <a:cubicBezTo>
                    <a:pt x="141" y="36"/>
                    <a:pt x="161" y="32"/>
                    <a:pt x="186" y="32"/>
                  </a:cubicBezTo>
                  <a:cubicBezTo>
                    <a:pt x="215" y="32"/>
                    <a:pt x="244" y="37"/>
                    <a:pt x="270" y="51"/>
                  </a:cubicBezTo>
                  <a:cubicBezTo>
                    <a:pt x="270" y="14"/>
                    <a:pt x="270" y="14"/>
                    <a:pt x="270" y="14"/>
                  </a:cubicBezTo>
                  <a:cubicBezTo>
                    <a:pt x="245" y="4"/>
                    <a:pt x="218"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1" name="Freeform 313">
              <a:extLst>
                <a:ext uri="{FF2B5EF4-FFF2-40B4-BE49-F238E27FC236}">
                  <a16:creationId xmlns:a16="http://schemas.microsoft.com/office/drawing/2014/main" id="{5F2ABC60-61AD-5A47-88BC-08ECC7F1E7D6}"/>
                </a:ext>
              </a:extLst>
            </p:cNvPr>
            <p:cNvSpPr>
              <a:spLocks noChangeArrowheads="1"/>
            </p:cNvSpPr>
            <p:nvPr/>
          </p:nvSpPr>
          <p:spPr bwMode="auto">
            <a:xfrm>
              <a:off x="9188450" y="785813"/>
              <a:ext cx="127000" cy="138112"/>
            </a:xfrm>
            <a:custGeom>
              <a:avLst/>
              <a:gdLst>
                <a:gd name="T0" fmla="*/ 304 w 351"/>
                <a:gd name="T1" fmla="*/ 326 h 384"/>
                <a:gd name="T2" fmla="*/ 304 w 351"/>
                <a:gd name="T3" fmla="*/ 326 h 384"/>
                <a:gd name="T4" fmla="*/ 337 w 351"/>
                <a:gd name="T5" fmla="*/ 264 h 384"/>
                <a:gd name="T6" fmla="*/ 350 w 351"/>
                <a:gd name="T7" fmla="*/ 186 h 384"/>
                <a:gd name="T8" fmla="*/ 337 w 351"/>
                <a:gd name="T9" fmla="*/ 112 h 384"/>
                <a:gd name="T10" fmla="*/ 304 w 351"/>
                <a:gd name="T11" fmla="*/ 53 h 384"/>
                <a:gd name="T12" fmla="*/ 250 w 351"/>
                <a:gd name="T13" fmla="*/ 14 h 384"/>
                <a:gd name="T14" fmla="*/ 180 w 351"/>
                <a:gd name="T15" fmla="*/ 0 h 384"/>
                <a:gd name="T16" fmla="*/ 104 w 351"/>
                <a:gd name="T17" fmla="*/ 14 h 384"/>
                <a:gd name="T18" fmla="*/ 47 w 351"/>
                <a:gd name="T19" fmla="*/ 54 h 384"/>
                <a:gd name="T20" fmla="*/ 12 w 351"/>
                <a:gd name="T21" fmla="*/ 116 h 384"/>
                <a:gd name="T22" fmla="*/ 0 w 351"/>
                <a:gd name="T23" fmla="*/ 195 h 384"/>
                <a:gd name="T24" fmla="*/ 12 w 351"/>
                <a:gd name="T25" fmla="*/ 269 h 384"/>
                <a:gd name="T26" fmla="*/ 46 w 351"/>
                <a:gd name="T27" fmla="*/ 329 h 384"/>
                <a:gd name="T28" fmla="*/ 101 w 351"/>
                <a:gd name="T29" fmla="*/ 369 h 384"/>
                <a:gd name="T30" fmla="*/ 173 w 351"/>
                <a:gd name="T31" fmla="*/ 383 h 384"/>
                <a:gd name="T32" fmla="*/ 249 w 351"/>
                <a:gd name="T33" fmla="*/ 367 h 384"/>
                <a:gd name="T34" fmla="*/ 304 w 351"/>
                <a:gd name="T35" fmla="*/ 326 h 384"/>
                <a:gd name="T36" fmla="*/ 173 w 351"/>
                <a:gd name="T37" fmla="*/ 351 h 384"/>
                <a:gd name="T38" fmla="*/ 173 w 351"/>
                <a:gd name="T39" fmla="*/ 351 h 384"/>
                <a:gd name="T40" fmla="*/ 112 w 351"/>
                <a:gd name="T41" fmla="*/ 338 h 384"/>
                <a:gd name="T42" fmla="*/ 70 w 351"/>
                <a:gd name="T43" fmla="*/ 302 h 384"/>
                <a:gd name="T44" fmla="*/ 45 w 351"/>
                <a:gd name="T45" fmla="*/ 253 h 384"/>
                <a:gd name="T46" fmla="*/ 36 w 351"/>
                <a:gd name="T47" fmla="*/ 192 h 384"/>
                <a:gd name="T48" fmla="*/ 46 w 351"/>
                <a:gd name="T49" fmla="*/ 130 h 384"/>
                <a:gd name="T50" fmla="*/ 72 w 351"/>
                <a:gd name="T51" fmla="*/ 79 h 384"/>
                <a:gd name="T52" fmla="*/ 116 w 351"/>
                <a:gd name="T53" fmla="*/ 44 h 384"/>
                <a:gd name="T54" fmla="*/ 176 w 351"/>
                <a:gd name="T55" fmla="*/ 32 h 384"/>
                <a:gd name="T56" fmla="*/ 238 w 351"/>
                <a:gd name="T57" fmla="*/ 44 h 384"/>
                <a:gd name="T58" fmla="*/ 281 w 351"/>
                <a:gd name="T59" fmla="*/ 79 h 384"/>
                <a:gd name="T60" fmla="*/ 306 w 351"/>
                <a:gd name="T61" fmla="*/ 130 h 384"/>
                <a:gd name="T62" fmla="*/ 314 w 351"/>
                <a:gd name="T63" fmla="*/ 191 h 384"/>
                <a:gd name="T64" fmla="*/ 304 w 351"/>
                <a:gd name="T65" fmla="*/ 256 h 384"/>
                <a:gd name="T66" fmla="*/ 278 w 351"/>
                <a:gd name="T67" fmla="*/ 307 h 384"/>
                <a:gd name="T68" fmla="*/ 234 w 351"/>
                <a:gd name="T69" fmla="*/ 340 h 384"/>
                <a:gd name="T70" fmla="*/ 173 w 351"/>
                <a:gd name="T71" fmla="*/ 351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4">
                  <a:moveTo>
                    <a:pt x="304" y="326"/>
                  </a:moveTo>
                  <a:lnTo>
                    <a:pt x="304" y="326"/>
                  </a:lnTo>
                  <a:cubicBezTo>
                    <a:pt x="320" y="309"/>
                    <a:pt x="331" y="289"/>
                    <a:pt x="337" y="264"/>
                  </a:cubicBezTo>
                  <a:cubicBezTo>
                    <a:pt x="346" y="240"/>
                    <a:pt x="350" y="214"/>
                    <a:pt x="350" y="186"/>
                  </a:cubicBezTo>
                  <a:cubicBezTo>
                    <a:pt x="350" y="159"/>
                    <a:pt x="346" y="134"/>
                    <a:pt x="337" y="112"/>
                  </a:cubicBezTo>
                  <a:cubicBezTo>
                    <a:pt x="329" y="90"/>
                    <a:pt x="318" y="69"/>
                    <a:pt x="304" y="53"/>
                  </a:cubicBezTo>
                  <a:cubicBezTo>
                    <a:pt x="289" y="36"/>
                    <a:pt x="271" y="23"/>
                    <a:pt x="250" y="14"/>
                  </a:cubicBezTo>
                  <a:cubicBezTo>
                    <a:pt x="230" y="4"/>
                    <a:pt x="206" y="0"/>
                    <a:pt x="180" y="0"/>
                  </a:cubicBezTo>
                  <a:cubicBezTo>
                    <a:pt x="151" y="0"/>
                    <a:pt x="126" y="4"/>
                    <a:pt x="104" y="14"/>
                  </a:cubicBezTo>
                  <a:cubicBezTo>
                    <a:pt x="82" y="23"/>
                    <a:pt x="63" y="37"/>
                    <a:pt x="47" y="54"/>
                  </a:cubicBezTo>
                  <a:cubicBezTo>
                    <a:pt x="32" y="72"/>
                    <a:pt x="20" y="93"/>
                    <a:pt x="12" y="116"/>
                  </a:cubicBezTo>
                  <a:cubicBezTo>
                    <a:pt x="5" y="139"/>
                    <a:pt x="0" y="166"/>
                    <a:pt x="0" y="195"/>
                  </a:cubicBezTo>
                  <a:cubicBezTo>
                    <a:pt x="0" y="221"/>
                    <a:pt x="5" y="246"/>
                    <a:pt x="12" y="269"/>
                  </a:cubicBezTo>
                  <a:cubicBezTo>
                    <a:pt x="20" y="291"/>
                    <a:pt x="32" y="311"/>
                    <a:pt x="46" y="329"/>
                  </a:cubicBezTo>
                  <a:cubicBezTo>
                    <a:pt x="61" y="345"/>
                    <a:pt x="79" y="359"/>
                    <a:pt x="101" y="369"/>
                  </a:cubicBezTo>
                  <a:cubicBezTo>
                    <a:pt x="122" y="378"/>
                    <a:pt x="147" y="383"/>
                    <a:pt x="173" y="383"/>
                  </a:cubicBezTo>
                  <a:cubicBezTo>
                    <a:pt x="202" y="383"/>
                    <a:pt x="227" y="377"/>
                    <a:pt x="249" y="367"/>
                  </a:cubicBezTo>
                  <a:cubicBezTo>
                    <a:pt x="271" y="358"/>
                    <a:pt x="289" y="344"/>
                    <a:pt x="304" y="326"/>
                  </a:cubicBezTo>
                  <a:close/>
                  <a:moveTo>
                    <a:pt x="173" y="351"/>
                  </a:moveTo>
                  <a:lnTo>
                    <a:pt x="173" y="351"/>
                  </a:lnTo>
                  <a:cubicBezTo>
                    <a:pt x="150" y="351"/>
                    <a:pt x="130" y="347"/>
                    <a:pt x="112" y="338"/>
                  </a:cubicBezTo>
                  <a:cubicBezTo>
                    <a:pt x="96" y="330"/>
                    <a:pt x="81" y="318"/>
                    <a:pt x="70" y="302"/>
                  </a:cubicBezTo>
                  <a:cubicBezTo>
                    <a:pt x="59" y="289"/>
                    <a:pt x="50" y="272"/>
                    <a:pt x="45" y="253"/>
                  </a:cubicBezTo>
                  <a:cubicBezTo>
                    <a:pt x="39" y="233"/>
                    <a:pt x="36" y="213"/>
                    <a:pt x="36" y="192"/>
                  </a:cubicBezTo>
                  <a:cubicBezTo>
                    <a:pt x="36" y="170"/>
                    <a:pt x="39" y="149"/>
                    <a:pt x="46" y="130"/>
                  </a:cubicBezTo>
                  <a:cubicBezTo>
                    <a:pt x="52" y="110"/>
                    <a:pt x="61" y="93"/>
                    <a:pt x="72" y="79"/>
                  </a:cubicBezTo>
                  <a:cubicBezTo>
                    <a:pt x="85" y="64"/>
                    <a:pt x="99" y="53"/>
                    <a:pt x="116" y="44"/>
                  </a:cubicBezTo>
                  <a:cubicBezTo>
                    <a:pt x="134" y="36"/>
                    <a:pt x="154" y="32"/>
                    <a:pt x="176" y="32"/>
                  </a:cubicBezTo>
                  <a:cubicBezTo>
                    <a:pt x="201" y="32"/>
                    <a:pt x="221" y="36"/>
                    <a:pt x="238" y="44"/>
                  </a:cubicBezTo>
                  <a:cubicBezTo>
                    <a:pt x="256" y="53"/>
                    <a:pt x="270" y="64"/>
                    <a:pt x="281" y="79"/>
                  </a:cubicBezTo>
                  <a:cubicBezTo>
                    <a:pt x="292" y="93"/>
                    <a:pt x="300" y="110"/>
                    <a:pt x="306" y="130"/>
                  </a:cubicBezTo>
                  <a:cubicBezTo>
                    <a:pt x="311" y="149"/>
                    <a:pt x="314" y="170"/>
                    <a:pt x="314" y="191"/>
                  </a:cubicBezTo>
                  <a:cubicBezTo>
                    <a:pt x="314" y="214"/>
                    <a:pt x="310" y="236"/>
                    <a:pt x="304" y="256"/>
                  </a:cubicBezTo>
                  <a:cubicBezTo>
                    <a:pt x="299" y="275"/>
                    <a:pt x="289" y="291"/>
                    <a:pt x="278" y="307"/>
                  </a:cubicBezTo>
                  <a:cubicBezTo>
                    <a:pt x="266" y="320"/>
                    <a:pt x="252" y="331"/>
                    <a:pt x="234" y="340"/>
                  </a:cubicBezTo>
                  <a:cubicBezTo>
                    <a:pt x="216" y="348"/>
                    <a:pt x="197" y="351"/>
                    <a:pt x="173" y="3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2" name="Freeform 314">
              <a:extLst>
                <a:ext uri="{FF2B5EF4-FFF2-40B4-BE49-F238E27FC236}">
                  <a16:creationId xmlns:a16="http://schemas.microsoft.com/office/drawing/2014/main" id="{FE240EE6-11C5-ABFE-C830-ACC9DFE66EC2}"/>
                </a:ext>
              </a:extLst>
            </p:cNvPr>
            <p:cNvSpPr>
              <a:spLocks noChangeArrowheads="1"/>
            </p:cNvSpPr>
            <p:nvPr/>
          </p:nvSpPr>
          <p:spPr bwMode="auto">
            <a:xfrm>
              <a:off x="9340850" y="788988"/>
              <a:ext cx="104775" cy="133350"/>
            </a:xfrm>
            <a:custGeom>
              <a:avLst/>
              <a:gdLst>
                <a:gd name="T0" fmla="*/ 35 w 291"/>
                <a:gd name="T1" fmla="*/ 84 h 371"/>
                <a:gd name="T2" fmla="*/ 35 w 291"/>
                <a:gd name="T3" fmla="*/ 84 h 371"/>
                <a:gd name="T4" fmla="*/ 35 w 291"/>
                <a:gd name="T5" fmla="*/ 63 h 371"/>
                <a:gd name="T6" fmla="*/ 33 w 291"/>
                <a:gd name="T7" fmla="*/ 49 h 371"/>
                <a:gd name="T8" fmla="*/ 35 w 291"/>
                <a:gd name="T9" fmla="*/ 49 h 371"/>
                <a:gd name="T10" fmla="*/ 42 w 291"/>
                <a:gd name="T11" fmla="*/ 62 h 371"/>
                <a:gd name="T12" fmla="*/ 48 w 291"/>
                <a:gd name="T13" fmla="*/ 73 h 371"/>
                <a:gd name="T14" fmla="*/ 256 w 291"/>
                <a:gd name="T15" fmla="*/ 370 h 371"/>
                <a:gd name="T16" fmla="*/ 290 w 291"/>
                <a:gd name="T17" fmla="*/ 370 h 371"/>
                <a:gd name="T18" fmla="*/ 290 w 291"/>
                <a:gd name="T19" fmla="*/ 0 h 371"/>
                <a:gd name="T20" fmla="*/ 256 w 291"/>
                <a:gd name="T21" fmla="*/ 0 h 371"/>
                <a:gd name="T22" fmla="*/ 256 w 291"/>
                <a:gd name="T23" fmla="*/ 276 h 371"/>
                <a:gd name="T24" fmla="*/ 257 w 291"/>
                <a:gd name="T25" fmla="*/ 299 h 371"/>
                <a:gd name="T26" fmla="*/ 258 w 291"/>
                <a:gd name="T27" fmla="*/ 317 h 371"/>
                <a:gd name="T28" fmla="*/ 257 w 291"/>
                <a:gd name="T29" fmla="*/ 317 h 371"/>
                <a:gd name="T30" fmla="*/ 250 w 291"/>
                <a:gd name="T31" fmla="*/ 306 h 371"/>
                <a:gd name="T32" fmla="*/ 242 w 291"/>
                <a:gd name="T33" fmla="*/ 294 h 371"/>
                <a:gd name="T34" fmla="*/ 39 w 291"/>
                <a:gd name="T35" fmla="*/ 0 h 371"/>
                <a:gd name="T36" fmla="*/ 0 w 291"/>
                <a:gd name="T37" fmla="*/ 0 h 371"/>
                <a:gd name="T38" fmla="*/ 0 w 291"/>
                <a:gd name="T39" fmla="*/ 370 h 371"/>
                <a:gd name="T40" fmla="*/ 35 w 291"/>
                <a:gd name="T41" fmla="*/ 370 h 371"/>
                <a:gd name="T42" fmla="*/ 35 w 291"/>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1">
                  <a:moveTo>
                    <a:pt x="35" y="84"/>
                  </a:moveTo>
                  <a:lnTo>
                    <a:pt x="35" y="84"/>
                  </a:lnTo>
                  <a:cubicBezTo>
                    <a:pt x="35" y="75"/>
                    <a:pt x="35" y="69"/>
                    <a:pt x="35" y="63"/>
                  </a:cubicBezTo>
                  <a:cubicBezTo>
                    <a:pt x="35" y="58"/>
                    <a:pt x="35" y="53"/>
                    <a:pt x="33" y="49"/>
                  </a:cubicBezTo>
                  <a:cubicBezTo>
                    <a:pt x="35" y="49"/>
                    <a:pt x="35" y="49"/>
                    <a:pt x="35" y="49"/>
                  </a:cubicBezTo>
                  <a:cubicBezTo>
                    <a:pt x="36" y="53"/>
                    <a:pt x="39" y="58"/>
                    <a:pt x="42" y="62"/>
                  </a:cubicBezTo>
                  <a:cubicBezTo>
                    <a:pt x="44" y="66"/>
                    <a:pt x="46" y="70"/>
                    <a:pt x="48" y="73"/>
                  </a:cubicBezTo>
                  <a:cubicBezTo>
                    <a:pt x="256" y="370"/>
                    <a:pt x="256" y="370"/>
                    <a:pt x="256" y="370"/>
                  </a:cubicBezTo>
                  <a:cubicBezTo>
                    <a:pt x="290" y="370"/>
                    <a:pt x="290" y="370"/>
                    <a:pt x="290" y="370"/>
                  </a:cubicBezTo>
                  <a:cubicBezTo>
                    <a:pt x="290" y="0"/>
                    <a:pt x="290" y="0"/>
                    <a:pt x="290" y="0"/>
                  </a:cubicBezTo>
                  <a:cubicBezTo>
                    <a:pt x="256" y="0"/>
                    <a:pt x="256" y="0"/>
                    <a:pt x="256" y="0"/>
                  </a:cubicBezTo>
                  <a:cubicBezTo>
                    <a:pt x="256" y="276"/>
                    <a:pt x="256" y="276"/>
                    <a:pt x="256" y="276"/>
                  </a:cubicBezTo>
                  <a:cubicBezTo>
                    <a:pt x="256" y="284"/>
                    <a:pt x="256" y="292"/>
                    <a:pt x="257" y="299"/>
                  </a:cubicBezTo>
                  <a:cubicBezTo>
                    <a:pt x="257" y="306"/>
                    <a:pt x="257" y="312"/>
                    <a:pt x="258" y="317"/>
                  </a:cubicBezTo>
                  <a:cubicBezTo>
                    <a:pt x="257" y="317"/>
                    <a:pt x="257" y="317"/>
                    <a:pt x="257" y="317"/>
                  </a:cubicBezTo>
                  <a:cubicBezTo>
                    <a:pt x="254" y="314"/>
                    <a:pt x="253" y="310"/>
                    <a:pt x="250" y="306"/>
                  </a:cubicBezTo>
                  <a:cubicBezTo>
                    <a:pt x="247" y="302"/>
                    <a:pt x="245" y="298"/>
                    <a:pt x="242" y="294"/>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3" name="Freeform 315">
              <a:extLst>
                <a:ext uri="{FF2B5EF4-FFF2-40B4-BE49-F238E27FC236}">
                  <a16:creationId xmlns:a16="http://schemas.microsoft.com/office/drawing/2014/main" id="{FA27D97C-6D69-C33B-5B4A-3086C269AA28}"/>
                </a:ext>
              </a:extLst>
            </p:cNvPr>
            <p:cNvSpPr>
              <a:spLocks noChangeArrowheads="1"/>
            </p:cNvSpPr>
            <p:nvPr/>
          </p:nvSpPr>
          <p:spPr bwMode="auto">
            <a:xfrm>
              <a:off x="9475788" y="785813"/>
              <a:ext cx="76200" cy="138112"/>
            </a:xfrm>
            <a:custGeom>
              <a:avLst/>
              <a:gdLst>
                <a:gd name="T0" fmla="*/ 42 w 211"/>
                <a:gd name="T1" fmla="*/ 377 h 384"/>
                <a:gd name="T2" fmla="*/ 42 w 211"/>
                <a:gd name="T3" fmla="*/ 377 h 384"/>
                <a:gd name="T4" fmla="*/ 66 w 211"/>
                <a:gd name="T5" fmla="*/ 381 h 384"/>
                <a:gd name="T6" fmla="*/ 87 w 211"/>
                <a:gd name="T7" fmla="*/ 383 h 384"/>
                <a:gd name="T8" fmla="*/ 137 w 211"/>
                <a:gd name="T9" fmla="*/ 376 h 384"/>
                <a:gd name="T10" fmla="*/ 175 w 211"/>
                <a:gd name="T11" fmla="*/ 358 h 384"/>
                <a:gd name="T12" fmla="*/ 200 w 211"/>
                <a:gd name="T13" fmla="*/ 327 h 384"/>
                <a:gd name="T14" fmla="*/ 210 w 211"/>
                <a:gd name="T15" fmla="*/ 285 h 384"/>
                <a:gd name="T16" fmla="*/ 204 w 211"/>
                <a:gd name="T17" fmla="*/ 253 h 384"/>
                <a:gd name="T18" fmla="*/ 187 w 211"/>
                <a:gd name="T19" fmla="*/ 225 h 384"/>
                <a:gd name="T20" fmla="*/ 158 w 211"/>
                <a:gd name="T21" fmla="*/ 202 h 384"/>
                <a:gd name="T22" fmla="*/ 117 w 211"/>
                <a:gd name="T23" fmla="*/ 177 h 384"/>
                <a:gd name="T24" fmla="*/ 80 w 211"/>
                <a:gd name="T25" fmla="*/ 156 h 384"/>
                <a:gd name="T26" fmla="*/ 55 w 211"/>
                <a:gd name="T27" fmla="*/ 138 h 384"/>
                <a:gd name="T28" fmla="*/ 42 w 211"/>
                <a:gd name="T29" fmla="*/ 117 h 384"/>
                <a:gd name="T30" fmla="*/ 37 w 211"/>
                <a:gd name="T31" fmla="*/ 93 h 384"/>
                <a:gd name="T32" fmla="*/ 43 w 211"/>
                <a:gd name="T33" fmla="*/ 66 h 384"/>
                <a:gd name="T34" fmla="*/ 61 w 211"/>
                <a:gd name="T35" fmla="*/ 47 h 384"/>
                <a:gd name="T36" fmla="*/ 86 w 211"/>
                <a:gd name="T37" fmla="*/ 35 h 384"/>
                <a:gd name="T38" fmla="*/ 117 w 211"/>
                <a:gd name="T39" fmla="*/ 32 h 384"/>
                <a:gd name="T40" fmla="*/ 195 w 211"/>
                <a:gd name="T41" fmla="*/ 50 h 384"/>
                <a:gd name="T42" fmla="*/ 195 w 211"/>
                <a:gd name="T43" fmla="*/ 12 h 384"/>
                <a:gd name="T44" fmla="*/ 122 w 211"/>
                <a:gd name="T45" fmla="*/ 0 h 384"/>
                <a:gd name="T46" fmla="*/ 75 w 211"/>
                <a:gd name="T47" fmla="*/ 7 h 384"/>
                <a:gd name="T48" fmla="*/ 36 w 211"/>
                <a:gd name="T49" fmla="*/ 26 h 384"/>
                <a:gd name="T50" fmla="*/ 11 w 211"/>
                <a:gd name="T51" fmla="*/ 57 h 384"/>
                <a:gd name="T52" fmla="*/ 1 w 211"/>
                <a:gd name="T53" fmla="*/ 97 h 384"/>
                <a:gd name="T54" fmla="*/ 6 w 211"/>
                <a:gd name="T55" fmla="*/ 128 h 384"/>
                <a:gd name="T56" fmla="*/ 22 w 211"/>
                <a:gd name="T57" fmla="*/ 155 h 384"/>
                <a:gd name="T58" fmla="*/ 50 w 211"/>
                <a:gd name="T59" fmla="*/ 178 h 384"/>
                <a:gd name="T60" fmla="*/ 90 w 211"/>
                <a:gd name="T61" fmla="*/ 202 h 384"/>
                <a:gd name="T62" fmla="*/ 127 w 211"/>
                <a:gd name="T63" fmla="*/ 224 h 384"/>
                <a:gd name="T64" fmla="*/ 153 w 211"/>
                <a:gd name="T65" fmla="*/ 242 h 384"/>
                <a:gd name="T66" fmla="*/ 169 w 211"/>
                <a:gd name="T67" fmla="*/ 262 h 384"/>
                <a:gd name="T68" fmla="*/ 174 w 211"/>
                <a:gd name="T69" fmla="*/ 289 h 384"/>
                <a:gd name="T70" fmla="*/ 153 w 211"/>
                <a:gd name="T71" fmla="*/ 336 h 384"/>
                <a:gd name="T72" fmla="*/ 90 w 211"/>
                <a:gd name="T73" fmla="*/ 351 h 384"/>
                <a:gd name="T74" fmla="*/ 66 w 211"/>
                <a:gd name="T75" fmla="*/ 349 h 384"/>
                <a:gd name="T76" fmla="*/ 43 w 211"/>
                <a:gd name="T77" fmla="*/ 344 h 384"/>
                <a:gd name="T78" fmla="*/ 21 w 211"/>
                <a:gd name="T79" fmla="*/ 334 h 384"/>
                <a:gd name="T80" fmla="*/ 0 w 211"/>
                <a:gd name="T81" fmla="*/ 322 h 384"/>
                <a:gd name="T82" fmla="*/ 0 w 211"/>
                <a:gd name="T83" fmla="*/ 362 h 384"/>
                <a:gd name="T84" fmla="*/ 18 w 211"/>
                <a:gd name="T85" fmla="*/ 370 h 384"/>
                <a:gd name="T86" fmla="*/ 42 w 211"/>
                <a:gd name="T87" fmla="*/ 377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4">
                  <a:moveTo>
                    <a:pt x="42" y="377"/>
                  </a:moveTo>
                  <a:lnTo>
                    <a:pt x="42" y="377"/>
                  </a:lnTo>
                  <a:cubicBezTo>
                    <a:pt x="50" y="378"/>
                    <a:pt x="58" y="380"/>
                    <a:pt x="66" y="381"/>
                  </a:cubicBezTo>
                  <a:cubicBezTo>
                    <a:pt x="75" y="383"/>
                    <a:pt x="82" y="383"/>
                    <a:pt x="87" y="383"/>
                  </a:cubicBezTo>
                  <a:cubicBezTo>
                    <a:pt x="105" y="383"/>
                    <a:pt x="122" y="380"/>
                    <a:pt x="137" y="376"/>
                  </a:cubicBezTo>
                  <a:cubicBezTo>
                    <a:pt x="152" y="372"/>
                    <a:pt x="164" y="366"/>
                    <a:pt x="175" y="358"/>
                  </a:cubicBezTo>
                  <a:cubicBezTo>
                    <a:pt x="187" y="349"/>
                    <a:pt x="195" y="340"/>
                    <a:pt x="200" y="327"/>
                  </a:cubicBezTo>
                  <a:cubicBezTo>
                    <a:pt x="207" y="315"/>
                    <a:pt x="210" y="301"/>
                    <a:pt x="210" y="285"/>
                  </a:cubicBezTo>
                  <a:cubicBezTo>
                    <a:pt x="210" y="273"/>
                    <a:pt x="209" y="262"/>
                    <a:pt x="204" y="253"/>
                  </a:cubicBezTo>
                  <a:cubicBezTo>
                    <a:pt x="200" y="243"/>
                    <a:pt x="195" y="235"/>
                    <a:pt x="187" y="225"/>
                  </a:cubicBezTo>
                  <a:cubicBezTo>
                    <a:pt x="180" y="217"/>
                    <a:pt x="170" y="209"/>
                    <a:pt x="158" y="202"/>
                  </a:cubicBezTo>
                  <a:cubicBezTo>
                    <a:pt x="146" y="193"/>
                    <a:pt x="133" y="185"/>
                    <a:pt x="117" y="177"/>
                  </a:cubicBezTo>
                  <a:cubicBezTo>
                    <a:pt x="102" y="169"/>
                    <a:pt x="90" y="162"/>
                    <a:pt x="80" y="156"/>
                  </a:cubicBezTo>
                  <a:cubicBezTo>
                    <a:pt x="69" y="149"/>
                    <a:pt x="61" y="144"/>
                    <a:pt x="55" y="138"/>
                  </a:cubicBezTo>
                  <a:cubicBezTo>
                    <a:pt x="48" y="131"/>
                    <a:pt x="44" y="124"/>
                    <a:pt x="42" y="117"/>
                  </a:cubicBezTo>
                  <a:cubicBezTo>
                    <a:pt x="39" y="110"/>
                    <a:pt x="37" y="102"/>
                    <a:pt x="37" y="93"/>
                  </a:cubicBezTo>
                  <a:cubicBezTo>
                    <a:pt x="37" y="83"/>
                    <a:pt x="39" y="73"/>
                    <a:pt x="43" y="66"/>
                  </a:cubicBezTo>
                  <a:cubicBezTo>
                    <a:pt x="47" y="58"/>
                    <a:pt x="54" y="53"/>
                    <a:pt x="61" y="47"/>
                  </a:cubicBezTo>
                  <a:cubicBezTo>
                    <a:pt x="68" y="41"/>
                    <a:pt x="76" y="37"/>
                    <a:pt x="86" y="35"/>
                  </a:cubicBezTo>
                  <a:cubicBezTo>
                    <a:pt x="95" y="33"/>
                    <a:pt x="106" y="32"/>
                    <a:pt x="117" y="32"/>
                  </a:cubicBezTo>
                  <a:cubicBezTo>
                    <a:pt x="146" y="32"/>
                    <a:pt x="173" y="37"/>
                    <a:pt x="195" y="50"/>
                  </a:cubicBezTo>
                  <a:cubicBezTo>
                    <a:pt x="195" y="12"/>
                    <a:pt x="195" y="12"/>
                    <a:pt x="195" y="12"/>
                  </a:cubicBezTo>
                  <a:cubicBezTo>
                    <a:pt x="175" y="4"/>
                    <a:pt x="151" y="0"/>
                    <a:pt x="122" y="0"/>
                  </a:cubicBezTo>
                  <a:cubicBezTo>
                    <a:pt x="105" y="0"/>
                    <a:pt x="90" y="3"/>
                    <a:pt x="75" y="7"/>
                  </a:cubicBezTo>
                  <a:cubicBezTo>
                    <a:pt x="59" y="11"/>
                    <a:pt x="47" y="18"/>
                    <a:pt x="36" y="26"/>
                  </a:cubicBezTo>
                  <a:cubicBezTo>
                    <a:pt x="25" y="35"/>
                    <a:pt x="17" y="44"/>
                    <a:pt x="11" y="57"/>
                  </a:cubicBezTo>
                  <a:cubicBezTo>
                    <a:pt x="4" y="68"/>
                    <a:pt x="1" y="81"/>
                    <a:pt x="1" y="97"/>
                  </a:cubicBezTo>
                  <a:cubicBezTo>
                    <a:pt x="1" y="108"/>
                    <a:pt x="3" y="119"/>
                    <a:pt x="6" y="128"/>
                  </a:cubicBezTo>
                  <a:cubicBezTo>
                    <a:pt x="10" y="138"/>
                    <a:pt x="15" y="146"/>
                    <a:pt x="22" y="155"/>
                  </a:cubicBezTo>
                  <a:cubicBezTo>
                    <a:pt x="29" y="162"/>
                    <a:pt x="39" y="170"/>
                    <a:pt x="50" y="178"/>
                  </a:cubicBezTo>
                  <a:cubicBezTo>
                    <a:pt x="61" y="185"/>
                    <a:pt x="75" y="193"/>
                    <a:pt x="90" y="202"/>
                  </a:cubicBezTo>
                  <a:cubicBezTo>
                    <a:pt x="105" y="210"/>
                    <a:pt x="117" y="217"/>
                    <a:pt x="127" y="224"/>
                  </a:cubicBezTo>
                  <a:cubicBezTo>
                    <a:pt x="138" y="229"/>
                    <a:pt x="146" y="236"/>
                    <a:pt x="153" y="242"/>
                  </a:cubicBezTo>
                  <a:cubicBezTo>
                    <a:pt x="160" y="249"/>
                    <a:pt x="166" y="256"/>
                    <a:pt x="169" y="262"/>
                  </a:cubicBezTo>
                  <a:cubicBezTo>
                    <a:pt x="173" y="271"/>
                    <a:pt x="174" y="279"/>
                    <a:pt x="174" y="289"/>
                  </a:cubicBezTo>
                  <a:cubicBezTo>
                    <a:pt x="174" y="309"/>
                    <a:pt x="167" y="325"/>
                    <a:pt x="153" y="336"/>
                  </a:cubicBezTo>
                  <a:cubicBezTo>
                    <a:pt x="140" y="347"/>
                    <a:pt x="117" y="351"/>
                    <a:pt x="90" y="351"/>
                  </a:cubicBezTo>
                  <a:cubicBezTo>
                    <a:pt x="83" y="351"/>
                    <a:pt x="75" y="351"/>
                    <a:pt x="66" y="349"/>
                  </a:cubicBezTo>
                  <a:cubicBezTo>
                    <a:pt x="59" y="348"/>
                    <a:pt x="51" y="347"/>
                    <a:pt x="43" y="344"/>
                  </a:cubicBezTo>
                  <a:cubicBezTo>
                    <a:pt x="36" y="341"/>
                    <a:pt x="28" y="338"/>
                    <a:pt x="21" y="334"/>
                  </a:cubicBezTo>
                  <a:cubicBezTo>
                    <a:pt x="12" y="331"/>
                    <a:pt x="6" y="327"/>
                    <a:pt x="0" y="322"/>
                  </a:cubicBezTo>
                  <a:cubicBezTo>
                    <a:pt x="0" y="362"/>
                    <a:pt x="0" y="362"/>
                    <a:pt x="0" y="362"/>
                  </a:cubicBezTo>
                  <a:cubicBezTo>
                    <a:pt x="4" y="365"/>
                    <a:pt x="10" y="367"/>
                    <a:pt x="18" y="370"/>
                  </a:cubicBezTo>
                  <a:cubicBezTo>
                    <a:pt x="25" y="373"/>
                    <a:pt x="33" y="376"/>
                    <a:pt x="42" y="3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384" name="Freeform 316">
            <a:extLst>
              <a:ext uri="{FF2B5EF4-FFF2-40B4-BE49-F238E27FC236}">
                <a16:creationId xmlns:a16="http://schemas.microsoft.com/office/drawing/2014/main" id="{BD85020C-0462-D919-7584-B1F9E4F58AAA}"/>
              </a:ext>
            </a:extLst>
          </p:cNvPr>
          <p:cNvSpPr>
            <a:spLocks noChangeArrowheads="1"/>
          </p:cNvSpPr>
          <p:nvPr/>
        </p:nvSpPr>
        <p:spPr bwMode="auto">
          <a:xfrm>
            <a:off x="9417570" y="891009"/>
            <a:ext cx="255588" cy="233362"/>
          </a:xfrm>
          <a:custGeom>
            <a:avLst/>
            <a:gdLst>
              <a:gd name="T0" fmla="*/ 44 w 708"/>
              <a:gd name="T1" fmla="*/ 0 h 649"/>
              <a:gd name="T2" fmla="*/ 44 w 708"/>
              <a:gd name="T3" fmla="*/ 0 h 649"/>
              <a:gd name="T4" fmla="*/ 0 w 708"/>
              <a:gd name="T5" fmla="*/ 44 h 649"/>
              <a:gd name="T6" fmla="*/ 0 w 708"/>
              <a:gd name="T7" fmla="*/ 574 h 649"/>
              <a:gd name="T8" fmla="*/ 74 w 708"/>
              <a:gd name="T9" fmla="*/ 648 h 649"/>
              <a:gd name="T10" fmla="*/ 74 w 708"/>
              <a:gd name="T11" fmla="*/ 648 h 649"/>
              <a:gd name="T12" fmla="*/ 132 w 708"/>
              <a:gd name="T13" fmla="*/ 648 h 649"/>
              <a:gd name="T14" fmla="*/ 663 w 708"/>
              <a:gd name="T15" fmla="*/ 648 h 649"/>
              <a:gd name="T16" fmla="*/ 707 w 708"/>
              <a:gd name="T17" fmla="*/ 603 h 649"/>
              <a:gd name="T18" fmla="*/ 707 w 708"/>
              <a:gd name="T19" fmla="*/ 279 h 649"/>
              <a:gd name="T20" fmla="*/ 649 w 708"/>
              <a:gd name="T21" fmla="*/ 207 h 649"/>
              <a:gd name="T22" fmla="*/ 649 w 708"/>
              <a:gd name="T23" fmla="*/ 161 h 649"/>
              <a:gd name="T24" fmla="*/ 574 w 708"/>
              <a:gd name="T25" fmla="*/ 88 h 649"/>
              <a:gd name="T26" fmla="*/ 242 w 708"/>
              <a:gd name="T27" fmla="*/ 88 h 649"/>
              <a:gd name="T28" fmla="*/ 228 w 708"/>
              <a:gd name="T29" fmla="*/ 79 h 649"/>
              <a:gd name="T30" fmla="*/ 208 w 708"/>
              <a:gd name="T31" fmla="*/ 29 h 649"/>
              <a:gd name="T32" fmla="*/ 167 w 708"/>
              <a:gd name="T33" fmla="*/ 0 h 649"/>
              <a:gd name="T34" fmla="*/ 44 w 708"/>
              <a:gd name="T35" fmla="*/ 0 h 649"/>
              <a:gd name="T36" fmla="*/ 678 w 708"/>
              <a:gd name="T37" fmla="*/ 279 h 649"/>
              <a:gd name="T38" fmla="*/ 678 w 708"/>
              <a:gd name="T39" fmla="*/ 279 h 649"/>
              <a:gd name="T40" fmla="*/ 678 w 708"/>
              <a:gd name="T41" fmla="*/ 603 h 649"/>
              <a:gd name="T42" fmla="*/ 663 w 708"/>
              <a:gd name="T43" fmla="*/ 619 h 649"/>
              <a:gd name="T44" fmla="*/ 132 w 708"/>
              <a:gd name="T45" fmla="*/ 619 h 649"/>
              <a:gd name="T46" fmla="*/ 132 w 708"/>
              <a:gd name="T47" fmla="*/ 619 h 649"/>
              <a:gd name="T48" fmla="*/ 148 w 708"/>
              <a:gd name="T49" fmla="*/ 574 h 649"/>
              <a:gd name="T50" fmla="*/ 148 w 708"/>
              <a:gd name="T51" fmla="*/ 544 h 649"/>
              <a:gd name="T52" fmla="*/ 148 w 708"/>
              <a:gd name="T53" fmla="*/ 544 h 649"/>
              <a:gd name="T54" fmla="*/ 148 w 708"/>
              <a:gd name="T55" fmla="*/ 279 h 649"/>
              <a:gd name="T56" fmla="*/ 148 w 708"/>
              <a:gd name="T57" fmla="*/ 279 h 649"/>
              <a:gd name="T58" fmla="*/ 148 w 708"/>
              <a:gd name="T59" fmla="*/ 279 h 649"/>
              <a:gd name="T60" fmla="*/ 148 w 708"/>
              <a:gd name="T61" fmla="*/ 279 h 649"/>
              <a:gd name="T62" fmla="*/ 149 w 708"/>
              <a:gd name="T63" fmla="*/ 271 h 649"/>
              <a:gd name="T64" fmla="*/ 149 w 708"/>
              <a:gd name="T65" fmla="*/ 268 h 649"/>
              <a:gd name="T66" fmla="*/ 150 w 708"/>
              <a:gd name="T67" fmla="*/ 262 h 649"/>
              <a:gd name="T68" fmla="*/ 160 w 708"/>
              <a:gd name="T69" fmla="*/ 248 h 649"/>
              <a:gd name="T70" fmla="*/ 174 w 708"/>
              <a:gd name="T71" fmla="*/ 239 h 649"/>
              <a:gd name="T72" fmla="*/ 192 w 708"/>
              <a:gd name="T73" fmla="*/ 235 h 649"/>
              <a:gd name="T74" fmla="*/ 634 w 708"/>
              <a:gd name="T75" fmla="*/ 235 h 649"/>
              <a:gd name="T76" fmla="*/ 634 w 708"/>
              <a:gd name="T77" fmla="*/ 235 h 649"/>
              <a:gd name="T78" fmla="*/ 678 w 708"/>
              <a:gd name="T79" fmla="*/ 279 h 649"/>
              <a:gd name="T80" fmla="*/ 181 w 708"/>
              <a:gd name="T81" fmla="*/ 39 h 649"/>
              <a:gd name="T82" fmla="*/ 181 w 708"/>
              <a:gd name="T83" fmla="*/ 39 h 649"/>
              <a:gd name="T84" fmla="*/ 200 w 708"/>
              <a:gd name="T85" fmla="*/ 88 h 649"/>
              <a:gd name="T86" fmla="*/ 242 w 708"/>
              <a:gd name="T87" fmla="*/ 117 h 649"/>
              <a:gd name="T88" fmla="*/ 574 w 708"/>
              <a:gd name="T89" fmla="*/ 117 h 649"/>
              <a:gd name="T90" fmla="*/ 619 w 708"/>
              <a:gd name="T91" fmla="*/ 161 h 649"/>
              <a:gd name="T92" fmla="*/ 619 w 708"/>
              <a:gd name="T93" fmla="*/ 206 h 649"/>
              <a:gd name="T94" fmla="*/ 192 w 708"/>
              <a:gd name="T95" fmla="*/ 206 h 649"/>
              <a:gd name="T96" fmla="*/ 163 w 708"/>
              <a:gd name="T97" fmla="*/ 211 h 649"/>
              <a:gd name="T98" fmla="*/ 119 w 708"/>
              <a:gd name="T99" fmla="*/ 279 h 649"/>
              <a:gd name="T100" fmla="*/ 119 w 708"/>
              <a:gd name="T101" fmla="*/ 279 h 649"/>
              <a:gd name="T102" fmla="*/ 119 w 708"/>
              <a:gd name="T103" fmla="*/ 279 h 649"/>
              <a:gd name="T104" fmla="*/ 119 w 708"/>
              <a:gd name="T105" fmla="*/ 427 h 649"/>
              <a:gd name="T106" fmla="*/ 119 w 708"/>
              <a:gd name="T107" fmla="*/ 544 h 649"/>
              <a:gd name="T108" fmla="*/ 119 w 708"/>
              <a:gd name="T109" fmla="*/ 544 h 649"/>
              <a:gd name="T110" fmla="*/ 119 w 708"/>
              <a:gd name="T111" fmla="*/ 574 h 649"/>
              <a:gd name="T112" fmla="*/ 74 w 708"/>
              <a:gd name="T113" fmla="*/ 619 h 649"/>
              <a:gd name="T114" fmla="*/ 30 w 708"/>
              <a:gd name="T115" fmla="*/ 574 h 649"/>
              <a:gd name="T116" fmla="*/ 30 w 708"/>
              <a:gd name="T117" fmla="*/ 44 h 649"/>
              <a:gd name="T118" fmla="*/ 44 w 708"/>
              <a:gd name="T119" fmla="*/ 29 h 649"/>
              <a:gd name="T120" fmla="*/ 167 w 708"/>
              <a:gd name="T121" fmla="*/ 29 h 649"/>
              <a:gd name="T122" fmla="*/ 181 w 708"/>
              <a:gd name="T123" fmla="*/ 3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08" h="649">
                <a:moveTo>
                  <a:pt x="44" y="0"/>
                </a:moveTo>
                <a:lnTo>
                  <a:pt x="44" y="0"/>
                </a:lnTo>
                <a:cubicBezTo>
                  <a:pt x="21" y="0"/>
                  <a:pt x="0" y="19"/>
                  <a:pt x="0" y="44"/>
                </a:cubicBezTo>
                <a:cubicBezTo>
                  <a:pt x="0" y="574"/>
                  <a:pt x="0" y="574"/>
                  <a:pt x="0" y="574"/>
                </a:cubicBezTo>
                <a:cubicBezTo>
                  <a:pt x="0" y="614"/>
                  <a:pt x="33" y="648"/>
                  <a:pt x="74" y="648"/>
                </a:cubicBezTo>
                <a:lnTo>
                  <a:pt x="74" y="648"/>
                </a:lnTo>
                <a:cubicBezTo>
                  <a:pt x="132" y="648"/>
                  <a:pt x="132" y="648"/>
                  <a:pt x="132" y="648"/>
                </a:cubicBezTo>
                <a:cubicBezTo>
                  <a:pt x="663" y="648"/>
                  <a:pt x="663" y="648"/>
                  <a:pt x="663" y="648"/>
                </a:cubicBezTo>
                <a:cubicBezTo>
                  <a:pt x="688" y="648"/>
                  <a:pt x="707" y="628"/>
                  <a:pt x="707" y="603"/>
                </a:cubicBezTo>
                <a:cubicBezTo>
                  <a:pt x="707" y="279"/>
                  <a:pt x="707" y="279"/>
                  <a:pt x="707" y="279"/>
                </a:cubicBezTo>
                <a:cubicBezTo>
                  <a:pt x="707" y="244"/>
                  <a:pt x="682" y="214"/>
                  <a:pt x="649" y="207"/>
                </a:cubicBezTo>
                <a:cubicBezTo>
                  <a:pt x="649" y="161"/>
                  <a:pt x="649" y="161"/>
                  <a:pt x="649" y="161"/>
                </a:cubicBezTo>
                <a:cubicBezTo>
                  <a:pt x="649" y="121"/>
                  <a:pt x="616" y="88"/>
                  <a:pt x="574" y="88"/>
                </a:cubicBezTo>
                <a:cubicBezTo>
                  <a:pt x="242" y="88"/>
                  <a:pt x="242" y="88"/>
                  <a:pt x="242" y="88"/>
                </a:cubicBezTo>
                <a:cubicBezTo>
                  <a:pt x="236" y="88"/>
                  <a:pt x="231" y="84"/>
                  <a:pt x="228" y="79"/>
                </a:cubicBezTo>
                <a:cubicBezTo>
                  <a:pt x="208" y="29"/>
                  <a:pt x="208" y="29"/>
                  <a:pt x="208" y="29"/>
                </a:cubicBezTo>
                <a:cubicBezTo>
                  <a:pt x="203" y="11"/>
                  <a:pt x="186" y="0"/>
                  <a:pt x="167" y="0"/>
                </a:cubicBezTo>
                <a:lnTo>
                  <a:pt x="44" y="0"/>
                </a:lnTo>
                <a:close/>
                <a:moveTo>
                  <a:pt x="678" y="279"/>
                </a:moveTo>
                <a:lnTo>
                  <a:pt x="678" y="279"/>
                </a:lnTo>
                <a:cubicBezTo>
                  <a:pt x="678" y="603"/>
                  <a:pt x="678" y="603"/>
                  <a:pt x="678" y="603"/>
                </a:cubicBezTo>
                <a:cubicBezTo>
                  <a:pt x="678" y="612"/>
                  <a:pt x="671" y="619"/>
                  <a:pt x="663" y="619"/>
                </a:cubicBezTo>
                <a:cubicBezTo>
                  <a:pt x="132" y="619"/>
                  <a:pt x="132" y="619"/>
                  <a:pt x="132" y="619"/>
                </a:cubicBezTo>
                <a:lnTo>
                  <a:pt x="132" y="619"/>
                </a:lnTo>
                <a:cubicBezTo>
                  <a:pt x="142" y="606"/>
                  <a:pt x="148" y="591"/>
                  <a:pt x="148" y="574"/>
                </a:cubicBezTo>
                <a:cubicBezTo>
                  <a:pt x="148" y="544"/>
                  <a:pt x="148" y="544"/>
                  <a:pt x="148" y="544"/>
                </a:cubicBezTo>
                <a:lnTo>
                  <a:pt x="148" y="544"/>
                </a:lnTo>
                <a:cubicBezTo>
                  <a:pt x="148" y="279"/>
                  <a:pt x="148" y="279"/>
                  <a:pt x="148" y="279"/>
                </a:cubicBezTo>
                <a:lnTo>
                  <a:pt x="148" y="279"/>
                </a:lnTo>
                <a:lnTo>
                  <a:pt x="148" y="279"/>
                </a:lnTo>
                <a:lnTo>
                  <a:pt x="148" y="279"/>
                </a:lnTo>
                <a:cubicBezTo>
                  <a:pt x="148" y="276"/>
                  <a:pt x="148" y="273"/>
                  <a:pt x="149" y="271"/>
                </a:cubicBezTo>
                <a:cubicBezTo>
                  <a:pt x="149" y="269"/>
                  <a:pt x="149" y="268"/>
                  <a:pt x="149" y="268"/>
                </a:cubicBezTo>
                <a:cubicBezTo>
                  <a:pt x="150" y="265"/>
                  <a:pt x="150" y="264"/>
                  <a:pt x="150" y="262"/>
                </a:cubicBezTo>
                <a:cubicBezTo>
                  <a:pt x="153" y="257"/>
                  <a:pt x="156" y="253"/>
                  <a:pt x="160" y="248"/>
                </a:cubicBezTo>
                <a:cubicBezTo>
                  <a:pt x="164" y="244"/>
                  <a:pt x="170" y="242"/>
                  <a:pt x="174" y="239"/>
                </a:cubicBezTo>
                <a:cubicBezTo>
                  <a:pt x="179" y="236"/>
                  <a:pt x="185" y="235"/>
                  <a:pt x="192" y="235"/>
                </a:cubicBezTo>
                <a:cubicBezTo>
                  <a:pt x="634" y="235"/>
                  <a:pt x="634" y="235"/>
                  <a:pt x="634" y="235"/>
                </a:cubicBezTo>
                <a:lnTo>
                  <a:pt x="634" y="235"/>
                </a:lnTo>
                <a:cubicBezTo>
                  <a:pt x="659" y="235"/>
                  <a:pt x="678" y="255"/>
                  <a:pt x="678" y="279"/>
                </a:cubicBezTo>
                <a:close/>
                <a:moveTo>
                  <a:pt x="181" y="39"/>
                </a:moveTo>
                <a:lnTo>
                  <a:pt x="181" y="39"/>
                </a:lnTo>
                <a:cubicBezTo>
                  <a:pt x="200" y="88"/>
                  <a:pt x="200" y="88"/>
                  <a:pt x="200" y="88"/>
                </a:cubicBezTo>
                <a:cubicBezTo>
                  <a:pt x="207" y="106"/>
                  <a:pt x="224" y="117"/>
                  <a:pt x="242" y="117"/>
                </a:cubicBezTo>
                <a:cubicBezTo>
                  <a:pt x="574" y="117"/>
                  <a:pt x="574" y="117"/>
                  <a:pt x="574" y="117"/>
                </a:cubicBezTo>
                <a:cubicBezTo>
                  <a:pt x="599" y="117"/>
                  <a:pt x="619" y="137"/>
                  <a:pt x="619" y="161"/>
                </a:cubicBezTo>
                <a:cubicBezTo>
                  <a:pt x="619" y="206"/>
                  <a:pt x="619" y="206"/>
                  <a:pt x="619" y="206"/>
                </a:cubicBezTo>
                <a:cubicBezTo>
                  <a:pt x="192" y="206"/>
                  <a:pt x="192" y="206"/>
                  <a:pt x="192" y="206"/>
                </a:cubicBezTo>
                <a:cubicBezTo>
                  <a:pt x="181" y="206"/>
                  <a:pt x="171" y="208"/>
                  <a:pt x="163" y="211"/>
                </a:cubicBezTo>
                <a:cubicBezTo>
                  <a:pt x="137" y="222"/>
                  <a:pt x="119" y="248"/>
                  <a:pt x="119" y="279"/>
                </a:cubicBezTo>
                <a:lnTo>
                  <a:pt x="119" y="279"/>
                </a:lnTo>
                <a:lnTo>
                  <a:pt x="119" y="279"/>
                </a:lnTo>
                <a:cubicBezTo>
                  <a:pt x="119" y="427"/>
                  <a:pt x="119" y="427"/>
                  <a:pt x="119" y="427"/>
                </a:cubicBezTo>
                <a:cubicBezTo>
                  <a:pt x="119" y="544"/>
                  <a:pt x="119" y="544"/>
                  <a:pt x="119" y="544"/>
                </a:cubicBezTo>
                <a:lnTo>
                  <a:pt x="119" y="544"/>
                </a:lnTo>
                <a:cubicBezTo>
                  <a:pt x="119" y="574"/>
                  <a:pt x="119" y="574"/>
                  <a:pt x="119" y="574"/>
                </a:cubicBezTo>
                <a:cubicBezTo>
                  <a:pt x="117" y="598"/>
                  <a:pt x="98" y="619"/>
                  <a:pt x="74" y="619"/>
                </a:cubicBezTo>
                <a:cubicBezTo>
                  <a:pt x="50" y="619"/>
                  <a:pt x="30" y="598"/>
                  <a:pt x="30" y="574"/>
                </a:cubicBezTo>
                <a:cubicBezTo>
                  <a:pt x="30" y="44"/>
                  <a:pt x="30" y="44"/>
                  <a:pt x="30" y="44"/>
                </a:cubicBezTo>
                <a:cubicBezTo>
                  <a:pt x="30" y="36"/>
                  <a:pt x="36" y="29"/>
                  <a:pt x="44" y="29"/>
                </a:cubicBezTo>
                <a:cubicBezTo>
                  <a:pt x="167" y="29"/>
                  <a:pt x="167" y="29"/>
                  <a:pt x="167" y="29"/>
                </a:cubicBezTo>
                <a:cubicBezTo>
                  <a:pt x="174" y="29"/>
                  <a:pt x="179" y="33"/>
                  <a:pt x="181" y="3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385" name="Group 387">
            <a:extLst>
              <a:ext uri="{FF2B5EF4-FFF2-40B4-BE49-F238E27FC236}">
                <a16:creationId xmlns:a16="http://schemas.microsoft.com/office/drawing/2014/main" id="{1A6A04AB-14A2-EEF9-EA8D-D8FD306AE731}"/>
              </a:ext>
            </a:extLst>
          </p:cNvPr>
          <p:cNvGrpSpPr/>
          <p:nvPr/>
        </p:nvGrpSpPr>
        <p:grpSpPr>
          <a:xfrm>
            <a:off x="9981133" y="883071"/>
            <a:ext cx="158750" cy="249238"/>
            <a:chOff x="8824913" y="1181100"/>
            <a:chExt cx="158750" cy="249238"/>
          </a:xfrm>
          <a:solidFill>
            <a:schemeClr val="accent4"/>
          </a:solidFill>
        </p:grpSpPr>
        <p:sp>
          <p:nvSpPr>
            <p:cNvPr id="386" name="Freeform 317">
              <a:extLst>
                <a:ext uri="{FF2B5EF4-FFF2-40B4-BE49-F238E27FC236}">
                  <a16:creationId xmlns:a16="http://schemas.microsoft.com/office/drawing/2014/main" id="{D04A59A9-43FE-500F-63FF-ADFDEA0C1920}"/>
                </a:ext>
              </a:extLst>
            </p:cNvPr>
            <p:cNvSpPr>
              <a:spLocks noChangeArrowheads="1"/>
            </p:cNvSpPr>
            <p:nvPr/>
          </p:nvSpPr>
          <p:spPr bwMode="auto">
            <a:xfrm>
              <a:off x="8824913" y="1181100"/>
              <a:ext cx="158750" cy="249238"/>
            </a:xfrm>
            <a:custGeom>
              <a:avLst/>
              <a:gdLst>
                <a:gd name="T0" fmla="*/ 59 w 443"/>
                <a:gd name="T1" fmla="*/ 321 h 693"/>
                <a:gd name="T2" fmla="*/ 59 w 443"/>
                <a:gd name="T3" fmla="*/ 321 h 693"/>
                <a:gd name="T4" fmla="*/ 0 w 443"/>
                <a:gd name="T5" fmla="*/ 471 h 693"/>
                <a:gd name="T6" fmla="*/ 221 w 443"/>
                <a:gd name="T7" fmla="*/ 692 h 693"/>
                <a:gd name="T8" fmla="*/ 442 w 443"/>
                <a:gd name="T9" fmla="*/ 471 h 693"/>
                <a:gd name="T10" fmla="*/ 383 w 443"/>
                <a:gd name="T11" fmla="*/ 321 h 693"/>
                <a:gd name="T12" fmla="*/ 383 w 443"/>
                <a:gd name="T13" fmla="*/ 161 h 693"/>
                <a:gd name="T14" fmla="*/ 336 w 443"/>
                <a:gd name="T15" fmla="*/ 47 h 693"/>
                <a:gd name="T16" fmla="*/ 336 w 443"/>
                <a:gd name="T17" fmla="*/ 47 h 693"/>
                <a:gd name="T18" fmla="*/ 221 w 443"/>
                <a:gd name="T19" fmla="*/ 0 h 693"/>
                <a:gd name="T20" fmla="*/ 59 w 443"/>
                <a:gd name="T21" fmla="*/ 161 h 693"/>
                <a:gd name="T22" fmla="*/ 59 w 443"/>
                <a:gd name="T23" fmla="*/ 321 h 693"/>
                <a:gd name="T24" fmla="*/ 356 w 443"/>
                <a:gd name="T25" fmla="*/ 606 h 693"/>
                <a:gd name="T26" fmla="*/ 356 w 443"/>
                <a:gd name="T27" fmla="*/ 606 h 693"/>
                <a:gd name="T28" fmla="*/ 221 w 443"/>
                <a:gd name="T29" fmla="*/ 663 h 693"/>
                <a:gd name="T30" fmla="*/ 86 w 443"/>
                <a:gd name="T31" fmla="*/ 606 h 693"/>
                <a:gd name="T32" fmla="*/ 29 w 443"/>
                <a:gd name="T33" fmla="*/ 471 h 693"/>
                <a:gd name="T34" fmla="*/ 84 w 443"/>
                <a:gd name="T35" fmla="*/ 338 h 693"/>
                <a:gd name="T36" fmla="*/ 84 w 443"/>
                <a:gd name="T37" fmla="*/ 337 h 693"/>
                <a:gd name="T38" fmla="*/ 86 w 443"/>
                <a:gd name="T39" fmla="*/ 335 h 693"/>
                <a:gd name="T40" fmla="*/ 221 w 443"/>
                <a:gd name="T41" fmla="*/ 280 h 693"/>
                <a:gd name="T42" fmla="*/ 356 w 443"/>
                <a:gd name="T43" fmla="*/ 335 h 693"/>
                <a:gd name="T44" fmla="*/ 358 w 443"/>
                <a:gd name="T45" fmla="*/ 337 h 693"/>
                <a:gd name="T46" fmla="*/ 358 w 443"/>
                <a:gd name="T47" fmla="*/ 338 h 693"/>
                <a:gd name="T48" fmla="*/ 413 w 443"/>
                <a:gd name="T49" fmla="*/ 471 h 693"/>
                <a:gd name="T50" fmla="*/ 356 w 443"/>
                <a:gd name="T51" fmla="*/ 606 h 693"/>
                <a:gd name="T52" fmla="*/ 127 w 443"/>
                <a:gd name="T53" fmla="*/ 69 h 693"/>
                <a:gd name="T54" fmla="*/ 127 w 443"/>
                <a:gd name="T55" fmla="*/ 69 h 693"/>
                <a:gd name="T56" fmla="*/ 221 w 443"/>
                <a:gd name="T57" fmla="*/ 29 h 693"/>
                <a:gd name="T58" fmla="*/ 315 w 443"/>
                <a:gd name="T59" fmla="*/ 67 h 693"/>
                <a:gd name="T60" fmla="*/ 354 w 443"/>
                <a:gd name="T61" fmla="*/ 161 h 693"/>
                <a:gd name="T62" fmla="*/ 354 w 443"/>
                <a:gd name="T63" fmla="*/ 295 h 693"/>
                <a:gd name="T64" fmla="*/ 221 w 443"/>
                <a:gd name="T65" fmla="*/ 250 h 693"/>
                <a:gd name="T66" fmla="*/ 88 w 443"/>
                <a:gd name="T67" fmla="*/ 295 h 693"/>
                <a:gd name="T68" fmla="*/ 88 w 443"/>
                <a:gd name="T69" fmla="*/ 161 h 693"/>
                <a:gd name="T70" fmla="*/ 127 w 443"/>
                <a:gd name="T71" fmla="*/ 6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43" h="693">
                  <a:moveTo>
                    <a:pt x="59" y="321"/>
                  </a:moveTo>
                  <a:lnTo>
                    <a:pt x="59" y="321"/>
                  </a:lnTo>
                  <a:cubicBezTo>
                    <a:pt x="22" y="360"/>
                    <a:pt x="0" y="414"/>
                    <a:pt x="0" y="471"/>
                  </a:cubicBezTo>
                  <a:cubicBezTo>
                    <a:pt x="0" y="594"/>
                    <a:pt x="98" y="692"/>
                    <a:pt x="221" y="692"/>
                  </a:cubicBezTo>
                  <a:cubicBezTo>
                    <a:pt x="343" y="692"/>
                    <a:pt x="442" y="594"/>
                    <a:pt x="442" y="471"/>
                  </a:cubicBezTo>
                  <a:cubicBezTo>
                    <a:pt x="442" y="414"/>
                    <a:pt x="420" y="360"/>
                    <a:pt x="383" y="321"/>
                  </a:cubicBezTo>
                  <a:cubicBezTo>
                    <a:pt x="383" y="161"/>
                    <a:pt x="383" y="161"/>
                    <a:pt x="383" y="161"/>
                  </a:cubicBezTo>
                  <a:cubicBezTo>
                    <a:pt x="383" y="117"/>
                    <a:pt x="365" y="77"/>
                    <a:pt x="336" y="47"/>
                  </a:cubicBezTo>
                  <a:lnTo>
                    <a:pt x="336" y="47"/>
                  </a:lnTo>
                  <a:cubicBezTo>
                    <a:pt x="307" y="18"/>
                    <a:pt x="265" y="0"/>
                    <a:pt x="221" y="0"/>
                  </a:cubicBezTo>
                  <a:cubicBezTo>
                    <a:pt x="131" y="0"/>
                    <a:pt x="59" y="73"/>
                    <a:pt x="59" y="161"/>
                  </a:cubicBezTo>
                  <a:lnTo>
                    <a:pt x="59" y="321"/>
                  </a:lnTo>
                  <a:close/>
                  <a:moveTo>
                    <a:pt x="356" y="606"/>
                  </a:moveTo>
                  <a:lnTo>
                    <a:pt x="356" y="606"/>
                  </a:lnTo>
                  <a:cubicBezTo>
                    <a:pt x="322" y="642"/>
                    <a:pt x="274" y="663"/>
                    <a:pt x="221" y="663"/>
                  </a:cubicBezTo>
                  <a:cubicBezTo>
                    <a:pt x="169" y="663"/>
                    <a:pt x="120" y="642"/>
                    <a:pt x="86" y="606"/>
                  </a:cubicBezTo>
                  <a:cubicBezTo>
                    <a:pt x="51" y="571"/>
                    <a:pt x="29" y="525"/>
                    <a:pt x="29" y="471"/>
                  </a:cubicBezTo>
                  <a:cubicBezTo>
                    <a:pt x="29" y="420"/>
                    <a:pt x="50" y="373"/>
                    <a:pt x="84" y="338"/>
                  </a:cubicBezTo>
                  <a:lnTo>
                    <a:pt x="84" y="337"/>
                  </a:lnTo>
                  <a:cubicBezTo>
                    <a:pt x="84" y="337"/>
                    <a:pt x="86" y="337"/>
                    <a:pt x="86" y="335"/>
                  </a:cubicBezTo>
                  <a:cubicBezTo>
                    <a:pt x="120" y="301"/>
                    <a:pt x="169" y="280"/>
                    <a:pt x="221" y="280"/>
                  </a:cubicBezTo>
                  <a:cubicBezTo>
                    <a:pt x="274" y="280"/>
                    <a:pt x="322" y="301"/>
                    <a:pt x="356" y="335"/>
                  </a:cubicBezTo>
                  <a:cubicBezTo>
                    <a:pt x="356" y="337"/>
                    <a:pt x="356" y="337"/>
                    <a:pt x="358" y="337"/>
                  </a:cubicBezTo>
                  <a:lnTo>
                    <a:pt x="358" y="338"/>
                  </a:lnTo>
                  <a:cubicBezTo>
                    <a:pt x="392" y="373"/>
                    <a:pt x="413" y="420"/>
                    <a:pt x="413" y="471"/>
                  </a:cubicBezTo>
                  <a:cubicBezTo>
                    <a:pt x="413" y="525"/>
                    <a:pt x="391" y="571"/>
                    <a:pt x="356" y="606"/>
                  </a:cubicBezTo>
                  <a:close/>
                  <a:moveTo>
                    <a:pt x="127" y="69"/>
                  </a:moveTo>
                  <a:lnTo>
                    <a:pt x="127" y="69"/>
                  </a:lnTo>
                  <a:cubicBezTo>
                    <a:pt x="151" y="44"/>
                    <a:pt x="184" y="29"/>
                    <a:pt x="221" y="29"/>
                  </a:cubicBezTo>
                  <a:cubicBezTo>
                    <a:pt x="257" y="29"/>
                    <a:pt x="290" y="44"/>
                    <a:pt x="315" y="67"/>
                  </a:cubicBezTo>
                  <a:cubicBezTo>
                    <a:pt x="338" y="92"/>
                    <a:pt x="354" y="125"/>
                    <a:pt x="354" y="161"/>
                  </a:cubicBezTo>
                  <a:cubicBezTo>
                    <a:pt x="354" y="295"/>
                    <a:pt x="354" y="295"/>
                    <a:pt x="354" y="295"/>
                  </a:cubicBezTo>
                  <a:cubicBezTo>
                    <a:pt x="316" y="268"/>
                    <a:pt x="271" y="250"/>
                    <a:pt x="221" y="250"/>
                  </a:cubicBezTo>
                  <a:cubicBezTo>
                    <a:pt x="171" y="250"/>
                    <a:pt x="126" y="268"/>
                    <a:pt x="88" y="295"/>
                  </a:cubicBezTo>
                  <a:cubicBezTo>
                    <a:pt x="88" y="161"/>
                    <a:pt x="88" y="161"/>
                    <a:pt x="88" y="161"/>
                  </a:cubicBezTo>
                  <a:cubicBezTo>
                    <a:pt x="88" y="125"/>
                    <a:pt x="104" y="92"/>
                    <a:pt x="127"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87" name="Freeform 318">
              <a:extLst>
                <a:ext uri="{FF2B5EF4-FFF2-40B4-BE49-F238E27FC236}">
                  <a16:creationId xmlns:a16="http://schemas.microsoft.com/office/drawing/2014/main" id="{3152CAF4-094C-9FC5-5638-D2B73B93C39C}"/>
                </a:ext>
              </a:extLst>
            </p:cNvPr>
            <p:cNvSpPr>
              <a:spLocks noChangeArrowheads="1"/>
            </p:cNvSpPr>
            <p:nvPr/>
          </p:nvSpPr>
          <p:spPr bwMode="auto">
            <a:xfrm>
              <a:off x="8888413" y="1323975"/>
              <a:ext cx="31750" cy="53975"/>
            </a:xfrm>
            <a:custGeom>
              <a:avLst/>
              <a:gdLst>
                <a:gd name="T0" fmla="*/ 44 w 89"/>
                <a:gd name="T1" fmla="*/ 0 h 149"/>
                <a:gd name="T2" fmla="*/ 44 w 89"/>
                <a:gd name="T3" fmla="*/ 0 h 149"/>
                <a:gd name="T4" fmla="*/ 0 w 89"/>
                <a:gd name="T5" fmla="*/ 45 h 149"/>
                <a:gd name="T6" fmla="*/ 29 w 89"/>
                <a:gd name="T7" fmla="*/ 86 h 149"/>
                <a:gd name="T8" fmla="*/ 29 w 89"/>
                <a:gd name="T9" fmla="*/ 133 h 149"/>
                <a:gd name="T10" fmla="*/ 44 w 89"/>
                <a:gd name="T11" fmla="*/ 148 h 149"/>
                <a:gd name="T12" fmla="*/ 59 w 89"/>
                <a:gd name="T13" fmla="*/ 133 h 149"/>
                <a:gd name="T14" fmla="*/ 59 w 89"/>
                <a:gd name="T15" fmla="*/ 86 h 149"/>
                <a:gd name="T16" fmla="*/ 88 w 89"/>
                <a:gd name="T17" fmla="*/ 45 h 149"/>
                <a:gd name="T18" fmla="*/ 44 w 89"/>
                <a:gd name="T19" fmla="*/ 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44" y="0"/>
                  </a:moveTo>
                  <a:lnTo>
                    <a:pt x="44" y="0"/>
                  </a:lnTo>
                  <a:cubicBezTo>
                    <a:pt x="19" y="0"/>
                    <a:pt x="0" y="20"/>
                    <a:pt x="0" y="45"/>
                  </a:cubicBezTo>
                  <a:cubicBezTo>
                    <a:pt x="0" y="64"/>
                    <a:pt x="12" y="81"/>
                    <a:pt x="29" y="86"/>
                  </a:cubicBezTo>
                  <a:cubicBezTo>
                    <a:pt x="29" y="133"/>
                    <a:pt x="29" y="133"/>
                    <a:pt x="29" y="133"/>
                  </a:cubicBezTo>
                  <a:cubicBezTo>
                    <a:pt x="29" y="141"/>
                    <a:pt x="36" y="148"/>
                    <a:pt x="44" y="148"/>
                  </a:cubicBezTo>
                  <a:cubicBezTo>
                    <a:pt x="52" y="148"/>
                    <a:pt x="59" y="141"/>
                    <a:pt x="59" y="133"/>
                  </a:cubicBezTo>
                  <a:cubicBezTo>
                    <a:pt x="59" y="86"/>
                    <a:pt x="59" y="86"/>
                    <a:pt x="59" y="86"/>
                  </a:cubicBezTo>
                  <a:cubicBezTo>
                    <a:pt x="76" y="81"/>
                    <a:pt x="88" y="64"/>
                    <a:pt x="88" y="45"/>
                  </a:cubicBezTo>
                  <a:cubicBezTo>
                    <a:pt x="88" y="20"/>
                    <a:pt x="69"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88" name="Group 390">
            <a:extLst>
              <a:ext uri="{FF2B5EF4-FFF2-40B4-BE49-F238E27FC236}">
                <a16:creationId xmlns:a16="http://schemas.microsoft.com/office/drawing/2014/main" id="{F5CC37AC-EE4A-8D78-E093-E02EAC9FA650}"/>
              </a:ext>
            </a:extLst>
          </p:cNvPr>
          <p:cNvGrpSpPr/>
          <p:nvPr/>
        </p:nvGrpSpPr>
        <p:grpSpPr>
          <a:xfrm>
            <a:off x="9981133" y="1385516"/>
            <a:ext cx="158750" cy="249237"/>
            <a:chOff x="8824913" y="1690688"/>
            <a:chExt cx="158750" cy="249237"/>
          </a:xfrm>
          <a:solidFill>
            <a:schemeClr val="accent4"/>
          </a:solidFill>
        </p:grpSpPr>
        <p:sp>
          <p:nvSpPr>
            <p:cNvPr id="389" name="Freeform 319">
              <a:extLst>
                <a:ext uri="{FF2B5EF4-FFF2-40B4-BE49-F238E27FC236}">
                  <a16:creationId xmlns:a16="http://schemas.microsoft.com/office/drawing/2014/main" id="{9C2BA517-8269-2777-8D22-633FAD8633E6}"/>
                </a:ext>
              </a:extLst>
            </p:cNvPr>
            <p:cNvSpPr>
              <a:spLocks noChangeArrowheads="1"/>
            </p:cNvSpPr>
            <p:nvPr/>
          </p:nvSpPr>
          <p:spPr bwMode="auto">
            <a:xfrm>
              <a:off x="8824913" y="1690688"/>
              <a:ext cx="158750" cy="249237"/>
            </a:xfrm>
            <a:custGeom>
              <a:avLst/>
              <a:gdLst>
                <a:gd name="T0" fmla="*/ 369 w 443"/>
                <a:gd name="T1" fmla="*/ 206 h 693"/>
                <a:gd name="T2" fmla="*/ 369 w 443"/>
                <a:gd name="T3" fmla="*/ 206 h 693"/>
                <a:gd name="T4" fmla="*/ 383 w 443"/>
                <a:gd name="T5" fmla="*/ 192 h 693"/>
                <a:gd name="T6" fmla="*/ 383 w 443"/>
                <a:gd name="T7" fmla="*/ 162 h 693"/>
                <a:gd name="T8" fmla="*/ 336 w 443"/>
                <a:gd name="T9" fmla="*/ 47 h 693"/>
                <a:gd name="T10" fmla="*/ 336 w 443"/>
                <a:gd name="T11" fmla="*/ 47 h 693"/>
                <a:gd name="T12" fmla="*/ 221 w 443"/>
                <a:gd name="T13" fmla="*/ 0 h 693"/>
                <a:gd name="T14" fmla="*/ 59 w 443"/>
                <a:gd name="T15" fmla="*/ 162 h 693"/>
                <a:gd name="T16" fmla="*/ 59 w 443"/>
                <a:gd name="T17" fmla="*/ 322 h 693"/>
                <a:gd name="T18" fmla="*/ 0 w 443"/>
                <a:gd name="T19" fmla="*/ 471 h 693"/>
                <a:gd name="T20" fmla="*/ 221 w 443"/>
                <a:gd name="T21" fmla="*/ 692 h 693"/>
                <a:gd name="T22" fmla="*/ 442 w 443"/>
                <a:gd name="T23" fmla="*/ 471 h 693"/>
                <a:gd name="T24" fmla="*/ 221 w 443"/>
                <a:gd name="T25" fmla="*/ 250 h 693"/>
                <a:gd name="T26" fmla="*/ 88 w 443"/>
                <a:gd name="T27" fmla="*/ 296 h 693"/>
                <a:gd name="T28" fmla="*/ 88 w 443"/>
                <a:gd name="T29" fmla="*/ 162 h 693"/>
                <a:gd name="T30" fmla="*/ 127 w 443"/>
                <a:gd name="T31" fmla="*/ 69 h 693"/>
                <a:gd name="T32" fmla="*/ 221 w 443"/>
                <a:gd name="T33" fmla="*/ 29 h 693"/>
                <a:gd name="T34" fmla="*/ 315 w 443"/>
                <a:gd name="T35" fmla="*/ 68 h 693"/>
                <a:gd name="T36" fmla="*/ 354 w 443"/>
                <a:gd name="T37" fmla="*/ 162 h 693"/>
                <a:gd name="T38" fmla="*/ 354 w 443"/>
                <a:gd name="T39" fmla="*/ 192 h 693"/>
                <a:gd name="T40" fmla="*/ 369 w 443"/>
                <a:gd name="T41" fmla="*/ 206 h 693"/>
                <a:gd name="T42" fmla="*/ 356 w 443"/>
                <a:gd name="T43" fmla="*/ 336 h 693"/>
                <a:gd name="T44" fmla="*/ 356 w 443"/>
                <a:gd name="T45" fmla="*/ 336 h 693"/>
                <a:gd name="T46" fmla="*/ 413 w 443"/>
                <a:gd name="T47" fmla="*/ 471 h 693"/>
                <a:gd name="T48" fmla="*/ 356 w 443"/>
                <a:gd name="T49" fmla="*/ 606 h 693"/>
                <a:gd name="T50" fmla="*/ 221 w 443"/>
                <a:gd name="T51" fmla="*/ 663 h 693"/>
                <a:gd name="T52" fmla="*/ 86 w 443"/>
                <a:gd name="T53" fmla="*/ 606 h 693"/>
                <a:gd name="T54" fmla="*/ 29 w 443"/>
                <a:gd name="T55" fmla="*/ 471 h 693"/>
                <a:gd name="T56" fmla="*/ 84 w 443"/>
                <a:gd name="T57" fmla="*/ 338 h 693"/>
                <a:gd name="T58" fmla="*/ 84 w 443"/>
                <a:gd name="T59" fmla="*/ 337 h 693"/>
                <a:gd name="T60" fmla="*/ 86 w 443"/>
                <a:gd name="T61" fmla="*/ 336 h 693"/>
                <a:gd name="T62" fmla="*/ 221 w 443"/>
                <a:gd name="T63" fmla="*/ 280 h 693"/>
                <a:gd name="T64" fmla="*/ 356 w 443"/>
                <a:gd name="T65" fmla="*/ 336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443" h="693">
                  <a:moveTo>
                    <a:pt x="369" y="206"/>
                  </a:moveTo>
                  <a:lnTo>
                    <a:pt x="369" y="206"/>
                  </a:lnTo>
                  <a:cubicBezTo>
                    <a:pt x="376" y="206"/>
                    <a:pt x="383" y="200"/>
                    <a:pt x="383" y="192"/>
                  </a:cubicBezTo>
                  <a:cubicBezTo>
                    <a:pt x="383" y="162"/>
                    <a:pt x="383" y="162"/>
                    <a:pt x="383" y="162"/>
                  </a:cubicBezTo>
                  <a:cubicBezTo>
                    <a:pt x="383" y="117"/>
                    <a:pt x="365" y="77"/>
                    <a:pt x="336" y="47"/>
                  </a:cubicBezTo>
                  <a:lnTo>
                    <a:pt x="336" y="47"/>
                  </a:lnTo>
                  <a:cubicBezTo>
                    <a:pt x="307" y="18"/>
                    <a:pt x="265" y="0"/>
                    <a:pt x="221" y="0"/>
                  </a:cubicBezTo>
                  <a:cubicBezTo>
                    <a:pt x="131" y="0"/>
                    <a:pt x="59" y="73"/>
                    <a:pt x="59" y="162"/>
                  </a:cubicBezTo>
                  <a:cubicBezTo>
                    <a:pt x="59" y="322"/>
                    <a:pt x="59" y="322"/>
                    <a:pt x="59" y="322"/>
                  </a:cubicBezTo>
                  <a:cubicBezTo>
                    <a:pt x="22" y="360"/>
                    <a:pt x="0" y="414"/>
                    <a:pt x="0" y="471"/>
                  </a:cubicBezTo>
                  <a:cubicBezTo>
                    <a:pt x="0" y="594"/>
                    <a:pt x="98" y="692"/>
                    <a:pt x="221" y="692"/>
                  </a:cubicBezTo>
                  <a:cubicBezTo>
                    <a:pt x="343" y="692"/>
                    <a:pt x="442" y="594"/>
                    <a:pt x="442" y="471"/>
                  </a:cubicBezTo>
                  <a:cubicBezTo>
                    <a:pt x="442" y="349"/>
                    <a:pt x="343" y="250"/>
                    <a:pt x="221" y="250"/>
                  </a:cubicBezTo>
                  <a:cubicBezTo>
                    <a:pt x="171" y="250"/>
                    <a:pt x="126" y="268"/>
                    <a:pt x="88" y="296"/>
                  </a:cubicBezTo>
                  <a:cubicBezTo>
                    <a:pt x="88" y="162"/>
                    <a:pt x="88" y="162"/>
                    <a:pt x="88" y="162"/>
                  </a:cubicBezTo>
                  <a:cubicBezTo>
                    <a:pt x="88" y="126"/>
                    <a:pt x="104" y="92"/>
                    <a:pt x="127" y="69"/>
                  </a:cubicBezTo>
                  <a:cubicBezTo>
                    <a:pt x="151" y="44"/>
                    <a:pt x="184" y="29"/>
                    <a:pt x="221" y="29"/>
                  </a:cubicBezTo>
                  <a:cubicBezTo>
                    <a:pt x="257" y="29"/>
                    <a:pt x="290" y="44"/>
                    <a:pt x="315" y="68"/>
                  </a:cubicBezTo>
                  <a:cubicBezTo>
                    <a:pt x="338" y="92"/>
                    <a:pt x="354" y="126"/>
                    <a:pt x="354" y="162"/>
                  </a:cubicBezTo>
                  <a:cubicBezTo>
                    <a:pt x="354" y="192"/>
                    <a:pt x="354" y="192"/>
                    <a:pt x="354" y="192"/>
                  </a:cubicBezTo>
                  <a:cubicBezTo>
                    <a:pt x="354" y="200"/>
                    <a:pt x="361" y="206"/>
                    <a:pt x="369" y="206"/>
                  </a:cubicBezTo>
                  <a:close/>
                  <a:moveTo>
                    <a:pt x="356" y="336"/>
                  </a:moveTo>
                  <a:lnTo>
                    <a:pt x="356" y="336"/>
                  </a:lnTo>
                  <a:cubicBezTo>
                    <a:pt x="391" y="372"/>
                    <a:pt x="413" y="418"/>
                    <a:pt x="413" y="471"/>
                  </a:cubicBezTo>
                  <a:cubicBezTo>
                    <a:pt x="413" y="525"/>
                    <a:pt x="391" y="572"/>
                    <a:pt x="356" y="606"/>
                  </a:cubicBezTo>
                  <a:cubicBezTo>
                    <a:pt x="322" y="642"/>
                    <a:pt x="274" y="663"/>
                    <a:pt x="221" y="663"/>
                  </a:cubicBezTo>
                  <a:cubicBezTo>
                    <a:pt x="169" y="663"/>
                    <a:pt x="120" y="642"/>
                    <a:pt x="86" y="606"/>
                  </a:cubicBezTo>
                  <a:cubicBezTo>
                    <a:pt x="51" y="572"/>
                    <a:pt x="29" y="525"/>
                    <a:pt x="29" y="471"/>
                  </a:cubicBezTo>
                  <a:cubicBezTo>
                    <a:pt x="29" y="420"/>
                    <a:pt x="50" y="373"/>
                    <a:pt x="84" y="338"/>
                  </a:cubicBezTo>
                  <a:lnTo>
                    <a:pt x="84" y="337"/>
                  </a:lnTo>
                  <a:cubicBezTo>
                    <a:pt x="84" y="337"/>
                    <a:pt x="86" y="337"/>
                    <a:pt x="86" y="336"/>
                  </a:cubicBezTo>
                  <a:cubicBezTo>
                    <a:pt x="120" y="301"/>
                    <a:pt x="169" y="280"/>
                    <a:pt x="221" y="280"/>
                  </a:cubicBezTo>
                  <a:cubicBezTo>
                    <a:pt x="274" y="280"/>
                    <a:pt x="322" y="301"/>
                    <a:pt x="356" y="3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0" name="Freeform 320">
              <a:extLst>
                <a:ext uri="{FF2B5EF4-FFF2-40B4-BE49-F238E27FC236}">
                  <a16:creationId xmlns:a16="http://schemas.microsoft.com/office/drawing/2014/main" id="{ADBF7DAD-0A5C-A39F-13B0-6A05E43D5967}"/>
                </a:ext>
              </a:extLst>
            </p:cNvPr>
            <p:cNvSpPr>
              <a:spLocks noChangeArrowheads="1"/>
            </p:cNvSpPr>
            <p:nvPr/>
          </p:nvSpPr>
          <p:spPr bwMode="auto">
            <a:xfrm>
              <a:off x="8888413" y="1833563"/>
              <a:ext cx="31750" cy="53975"/>
            </a:xfrm>
            <a:custGeom>
              <a:avLst/>
              <a:gdLst>
                <a:gd name="T0" fmla="*/ 29 w 89"/>
                <a:gd name="T1" fmla="*/ 85 h 149"/>
                <a:gd name="T2" fmla="*/ 29 w 89"/>
                <a:gd name="T3" fmla="*/ 85 h 149"/>
                <a:gd name="T4" fmla="*/ 29 w 89"/>
                <a:gd name="T5" fmla="*/ 132 h 149"/>
                <a:gd name="T6" fmla="*/ 44 w 89"/>
                <a:gd name="T7" fmla="*/ 148 h 149"/>
                <a:gd name="T8" fmla="*/ 59 w 89"/>
                <a:gd name="T9" fmla="*/ 132 h 149"/>
                <a:gd name="T10" fmla="*/ 59 w 89"/>
                <a:gd name="T11" fmla="*/ 85 h 149"/>
                <a:gd name="T12" fmla="*/ 88 w 89"/>
                <a:gd name="T13" fmla="*/ 44 h 149"/>
                <a:gd name="T14" fmla="*/ 44 w 89"/>
                <a:gd name="T15" fmla="*/ 0 h 149"/>
                <a:gd name="T16" fmla="*/ 0 w 89"/>
                <a:gd name="T17" fmla="*/ 44 h 149"/>
                <a:gd name="T18" fmla="*/ 29 w 89"/>
                <a:gd name="T19" fmla="*/ 8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9" h="149">
                  <a:moveTo>
                    <a:pt x="29" y="85"/>
                  </a:moveTo>
                  <a:lnTo>
                    <a:pt x="29" y="85"/>
                  </a:lnTo>
                  <a:cubicBezTo>
                    <a:pt x="29" y="132"/>
                    <a:pt x="29" y="132"/>
                    <a:pt x="29" y="132"/>
                  </a:cubicBezTo>
                  <a:cubicBezTo>
                    <a:pt x="29" y="141"/>
                    <a:pt x="36" y="148"/>
                    <a:pt x="44" y="148"/>
                  </a:cubicBezTo>
                  <a:cubicBezTo>
                    <a:pt x="52" y="148"/>
                    <a:pt x="59" y="141"/>
                    <a:pt x="59" y="132"/>
                  </a:cubicBezTo>
                  <a:cubicBezTo>
                    <a:pt x="59" y="85"/>
                    <a:pt x="59" y="85"/>
                    <a:pt x="59" y="85"/>
                  </a:cubicBezTo>
                  <a:cubicBezTo>
                    <a:pt x="76" y="80"/>
                    <a:pt x="88" y="63"/>
                    <a:pt x="88" y="44"/>
                  </a:cubicBezTo>
                  <a:cubicBezTo>
                    <a:pt x="88" y="19"/>
                    <a:pt x="69" y="0"/>
                    <a:pt x="44" y="0"/>
                  </a:cubicBezTo>
                  <a:cubicBezTo>
                    <a:pt x="19" y="0"/>
                    <a:pt x="0" y="19"/>
                    <a:pt x="0" y="44"/>
                  </a:cubicBezTo>
                  <a:cubicBezTo>
                    <a:pt x="0" y="63"/>
                    <a:pt x="12" y="80"/>
                    <a:pt x="29"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1" name="Group 393">
            <a:extLst>
              <a:ext uri="{FF2B5EF4-FFF2-40B4-BE49-F238E27FC236}">
                <a16:creationId xmlns:a16="http://schemas.microsoft.com/office/drawing/2014/main" id="{EFF2463D-11C1-7502-99A3-C92A375736D6}"/>
              </a:ext>
            </a:extLst>
          </p:cNvPr>
          <p:cNvGrpSpPr/>
          <p:nvPr/>
        </p:nvGrpSpPr>
        <p:grpSpPr>
          <a:xfrm>
            <a:off x="10457383" y="879896"/>
            <a:ext cx="234950" cy="255588"/>
            <a:chOff x="9301163" y="1174750"/>
            <a:chExt cx="234950" cy="255588"/>
          </a:xfrm>
          <a:solidFill>
            <a:schemeClr val="accent4"/>
          </a:solidFill>
        </p:grpSpPr>
        <p:sp>
          <p:nvSpPr>
            <p:cNvPr id="392" name="Freeform 321">
              <a:extLst>
                <a:ext uri="{FF2B5EF4-FFF2-40B4-BE49-F238E27FC236}">
                  <a16:creationId xmlns:a16="http://schemas.microsoft.com/office/drawing/2014/main" id="{E9311C1E-9EC1-664C-5D24-83D5DB9E048C}"/>
                </a:ext>
              </a:extLst>
            </p:cNvPr>
            <p:cNvSpPr>
              <a:spLocks noChangeArrowheads="1"/>
            </p:cNvSpPr>
            <p:nvPr/>
          </p:nvSpPr>
          <p:spPr bwMode="auto">
            <a:xfrm>
              <a:off x="9301163" y="1174750"/>
              <a:ext cx="74612" cy="74613"/>
            </a:xfrm>
            <a:custGeom>
              <a:avLst/>
              <a:gdLst>
                <a:gd name="T0" fmla="*/ 16 w 208"/>
                <a:gd name="T1" fmla="*/ 208 h 209"/>
                <a:gd name="T2" fmla="*/ 16 w 208"/>
                <a:gd name="T3" fmla="*/ 208 h 209"/>
                <a:gd name="T4" fmla="*/ 163 w 208"/>
                <a:gd name="T5" fmla="*/ 208 h 209"/>
                <a:gd name="T6" fmla="*/ 207 w 208"/>
                <a:gd name="T7" fmla="*/ 163 h 209"/>
                <a:gd name="T8" fmla="*/ 207 w 208"/>
                <a:gd name="T9" fmla="*/ 16 h 209"/>
                <a:gd name="T10" fmla="*/ 199 w 208"/>
                <a:gd name="T11" fmla="*/ 2 h 209"/>
                <a:gd name="T12" fmla="*/ 182 w 208"/>
                <a:gd name="T13" fmla="*/ 6 h 209"/>
                <a:gd name="T14" fmla="*/ 5 w 208"/>
                <a:gd name="T15" fmla="*/ 183 h 209"/>
                <a:gd name="T16" fmla="*/ 2 w 208"/>
                <a:gd name="T17" fmla="*/ 198 h 209"/>
                <a:gd name="T18" fmla="*/ 16 w 208"/>
                <a:gd name="T19" fmla="*/ 208 h 209"/>
                <a:gd name="T20" fmla="*/ 178 w 208"/>
                <a:gd name="T21" fmla="*/ 52 h 209"/>
                <a:gd name="T22" fmla="*/ 178 w 208"/>
                <a:gd name="T23" fmla="*/ 52 h 209"/>
                <a:gd name="T24" fmla="*/ 178 w 208"/>
                <a:gd name="T25" fmla="*/ 163 h 209"/>
                <a:gd name="T26" fmla="*/ 163 w 208"/>
                <a:gd name="T27" fmla="*/ 177 h 209"/>
                <a:gd name="T28" fmla="*/ 51 w 208"/>
                <a:gd name="T29" fmla="*/ 177 h 209"/>
                <a:gd name="T30" fmla="*/ 178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6" y="208"/>
                  </a:moveTo>
                  <a:lnTo>
                    <a:pt x="16" y="208"/>
                  </a:lnTo>
                  <a:cubicBezTo>
                    <a:pt x="163" y="208"/>
                    <a:pt x="163" y="208"/>
                    <a:pt x="163" y="208"/>
                  </a:cubicBezTo>
                  <a:cubicBezTo>
                    <a:pt x="187" y="208"/>
                    <a:pt x="207" y="187"/>
                    <a:pt x="207" y="163"/>
                  </a:cubicBezTo>
                  <a:cubicBezTo>
                    <a:pt x="207" y="16"/>
                    <a:pt x="207" y="16"/>
                    <a:pt x="207" y="16"/>
                  </a:cubicBezTo>
                  <a:cubicBezTo>
                    <a:pt x="207" y="10"/>
                    <a:pt x="204" y="5"/>
                    <a:pt x="199" y="2"/>
                  </a:cubicBezTo>
                  <a:cubicBezTo>
                    <a:pt x="193" y="0"/>
                    <a:pt x="186" y="2"/>
                    <a:pt x="182" y="6"/>
                  </a:cubicBezTo>
                  <a:cubicBezTo>
                    <a:pt x="5" y="183"/>
                    <a:pt x="5" y="183"/>
                    <a:pt x="5" y="183"/>
                  </a:cubicBezTo>
                  <a:cubicBezTo>
                    <a:pt x="1" y="187"/>
                    <a:pt x="0" y="192"/>
                    <a:pt x="2" y="198"/>
                  </a:cubicBezTo>
                  <a:cubicBezTo>
                    <a:pt x="4" y="204"/>
                    <a:pt x="9" y="208"/>
                    <a:pt x="16" y="208"/>
                  </a:cubicBezTo>
                  <a:close/>
                  <a:moveTo>
                    <a:pt x="178" y="52"/>
                  </a:moveTo>
                  <a:lnTo>
                    <a:pt x="178" y="52"/>
                  </a:lnTo>
                  <a:cubicBezTo>
                    <a:pt x="178" y="163"/>
                    <a:pt x="178" y="163"/>
                    <a:pt x="178" y="163"/>
                  </a:cubicBezTo>
                  <a:cubicBezTo>
                    <a:pt x="178" y="172"/>
                    <a:pt x="171" y="177"/>
                    <a:pt x="163" y="177"/>
                  </a:cubicBezTo>
                  <a:cubicBezTo>
                    <a:pt x="51" y="177"/>
                    <a:pt x="51" y="177"/>
                    <a:pt x="51" y="177"/>
                  </a:cubicBezTo>
                  <a:lnTo>
                    <a:pt x="178" y="5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3" name="Freeform 322">
              <a:extLst>
                <a:ext uri="{FF2B5EF4-FFF2-40B4-BE49-F238E27FC236}">
                  <a16:creationId xmlns:a16="http://schemas.microsoft.com/office/drawing/2014/main" id="{CADFC819-2B0A-7542-823C-32FBDCC2D7EE}"/>
                </a:ext>
              </a:extLst>
            </p:cNvPr>
            <p:cNvSpPr>
              <a:spLocks noChangeArrowheads="1"/>
            </p:cNvSpPr>
            <p:nvPr/>
          </p:nvSpPr>
          <p:spPr bwMode="auto">
            <a:xfrm>
              <a:off x="9301163" y="1260475"/>
              <a:ext cx="212725" cy="169863"/>
            </a:xfrm>
            <a:custGeom>
              <a:avLst/>
              <a:gdLst>
                <a:gd name="T0" fmla="*/ 0 w 591"/>
                <a:gd name="T1" fmla="*/ 425 h 471"/>
                <a:gd name="T2" fmla="*/ 0 w 591"/>
                <a:gd name="T3" fmla="*/ 425 h 471"/>
                <a:gd name="T4" fmla="*/ 44 w 591"/>
                <a:gd name="T5" fmla="*/ 470 h 471"/>
                <a:gd name="T6" fmla="*/ 546 w 591"/>
                <a:gd name="T7" fmla="*/ 470 h 471"/>
                <a:gd name="T8" fmla="*/ 590 w 591"/>
                <a:gd name="T9" fmla="*/ 425 h 471"/>
                <a:gd name="T10" fmla="*/ 590 w 591"/>
                <a:gd name="T11" fmla="*/ 192 h 471"/>
                <a:gd name="T12" fmla="*/ 575 w 591"/>
                <a:gd name="T13" fmla="*/ 177 h 471"/>
                <a:gd name="T14" fmla="*/ 559 w 591"/>
                <a:gd name="T15" fmla="*/ 192 h 471"/>
                <a:gd name="T16" fmla="*/ 559 w 591"/>
                <a:gd name="T17" fmla="*/ 192 h 471"/>
                <a:gd name="T18" fmla="*/ 559 w 591"/>
                <a:gd name="T19" fmla="*/ 425 h 471"/>
                <a:gd name="T20" fmla="*/ 546 w 591"/>
                <a:gd name="T21" fmla="*/ 441 h 471"/>
                <a:gd name="T22" fmla="*/ 44 w 591"/>
                <a:gd name="T23" fmla="*/ 441 h 471"/>
                <a:gd name="T24" fmla="*/ 29 w 591"/>
                <a:gd name="T25" fmla="*/ 425 h 471"/>
                <a:gd name="T26" fmla="*/ 29 w 591"/>
                <a:gd name="T27" fmla="*/ 15 h 471"/>
                <a:gd name="T28" fmla="*/ 15 w 591"/>
                <a:gd name="T29" fmla="*/ 0 h 471"/>
                <a:gd name="T30" fmla="*/ 0 w 591"/>
                <a:gd name="T31" fmla="*/ 15 h 471"/>
                <a:gd name="T32" fmla="*/ 0 w 591"/>
                <a:gd name="T33" fmla="*/ 425 h 4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91" h="471">
                  <a:moveTo>
                    <a:pt x="0" y="425"/>
                  </a:moveTo>
                  <a:lnTo>
                    <a:pt x="0" y="425"/>
                  </a:lnTo>
                  <a:cubicBezTo>
                    <a:pt x="0" y="450"/>
                    <a:pt x="19" y="470"/>
                    <a:pt x="44" y="470"/>
                  </a:cubicBezTo>
                  <a:cubicBezTo>
                    <a:pt x="546" y="470"/>
                    <a:pt x="546" y="470"/>
                    <a:pt x="546" y="470"/>
                  </a:cubicBezTo>
                  <a:cubicBezTo>
                    <a:pt x="569" y="470"/>
                    <a:pt x="590" y="450"/>
                    <a:pt x="590" y="425"/>
                  </a:cubicBezTo>
                  <a:cubicBezTo>
                    <a:pt x="590" y="192"/>
                    <a:pt x="590" y="192"/>
                    <a:pt x="590" y="192"/>
                  </a:cubicBezTo>
                  <a:cubicBezTo>
                    <a:pt x="590" y="184"/>
                    <a:pt x="583" y="177"/>
                    <a:pt x="575" y="177"/>
                  </a:cubicBezTo>
                  <a:cubicBezTo>
                    <a:pt x="566" y="177"/>
                    <a:pt x="559" y="184"/>
                    <a:pt x="559" y="192"/>
                  </a:cubicBezTo>
                  <a:lnTo>
                    <a:pt x="559" y="192"/>
                  </a:lnTo>
                  <a:cubicBezTo>
                    <a:pt x="559" y="425"/>
                    <a:pt x="559" y="425"/>
                    <a:pt x="559" y="425"/>
                  </a:cubicBezTo>
                  <a:cubicBezTo>
                    <a:pt x="559" y="434"/>
                    <a:pt x="553" y="441"/>
                    <a:pt x="546" y="441"/>
                  </a:cubicBezTo>
                  <a:cubicBezTo>
                    <a:pt x="44" y="441"/>
                    <a:pt x="44" y="441"/>
                    <a:pt x="44" y="441"/>
                  </a:cubicBezTo>
                  <a:cubicBezTo>
                    <a:pt x="36" y="441"/>
                    <a:pt x="29" y="434"/>
                    <a:pt x="29" y="425"/>
                  </a:cubicBezTo>
                  <a:cubicBezTo>
                    <a:pt x="29" y="15"/>
                    <a:pt x="29" y="15"/>
                    <a:pt x="29" y="15"/>
                  </a:cubicBezTo>
                  <a:cubicBezTo>
                    <a:pt x="29" y="7"/>
                    <a:pt x="22" y="0"/>
                    <a:pt x="15" y="0"/>
                  </a:cubicBezTo>
                  <a:cubicBezTo>
                    <a:pt x="7" y="0"/>
                    <a:pt x="0" y="7"/>
                    <a:pt x="0" y="15"/>
                  </a:cubicBezTo>
                  <a:lnTo>
                    <a:pt x="0" y="42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4" name="Freeform 323">
              <a:extLst>
                <a:ext uri="{FF2B5EF4-FFF2-40B4-BE49-F238E27FC236}">
                  <a16:creationId xmlns:a16="http://schemas.microsoft.com/office/drawing/2014/main" id="{2C7C44EF-DB76-25A5-F5A5-7A4FF468E75B}"/>
                </a:ext>
              </a:extLst>
            </p:cNvPr>
            <p:cNvSpPr>
              <a:spLocks noChangeArrowheads="1"/>
            </p:cNvSpPr>
            <p:nvPr/>
          </p:nvSpPr>
          <p:spPr bwMode="auto">
            <a:xfrm>
              <a:off x="9386888" y="1174750"/>
              <a:ext cx="128587" cy="74613"/>
            </a:xfrm>
            <a:custGeom>
              <a:avLst/>
              <a:gdLst>
                <a:gd name="T0" fmla="*/ 339 w 355"/>
                <a:gd name="T1" fmla="*/ 208 h 209"/>
                <a:gd name="T2" fmla="*/ 339 w 355"/>
                <a:gd name="T3" fmla="*/ 208 h 209"/>
                <a:gd name="T4" fmla="*/ 354 w 355"/>
                <a:gd name="T5" fmla="*/ 192 h 209"/>
                <a:gd name="T6" fmla="*/ 354 w 355"/>
                <a:gd name="T7" fmla="*/ 45 h 209"/>
                <a:gd name="T8" fmla="*/ 310 w 355"/>
                <a:gd name="T9" fmla="*/ 0 h 209"/>
                <a:gd name="T10" fmla="*/ 14 w 355"/>
                <a:gd name="T11" fmla="*/ 0 h 209"/>
                <a:gd name="T12" fmla="*/ 0 w 355"/>
                <a:gd name="T13" fmla="*/ 16 h 209"/>
                <a:gd name="T14" fmla="*/ 14 w 355"/>
                <a:gd name="T15" fmla="*/ 31 h 209"/>
                <a:gd name="T16" fmla="*/ 310 w 355"/>
                <a:gd name="T17" fmla="*/ 31 h 209"/>
                <a:gd name="T18" fmla="*/ 323 w 355"/>
                <a:gd name="T19" fmla="*/ 45 h 209"/>
                <a:gd name="T20" fmla="*/ 323 w 355"/>
                <a:gd name="T21" fmla="*/ 192 h 209"/>
                <a:gd name="T22" fmla="*/ 339 w 355"/>
                <a:gd name="T23" fmla="*/ 20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355" h="209">
                  <a:moveTo>
                    <a:pt x="339" y="208"/>
                  </a:moveTo>
                  <a:lnTo>
                    <a:pt x="339" y="208"/>
                  </a:lnTo>
                  <a:cubicBezTo>
                    <a:pt x="347" y="208"/>
                    <a:pt x="354" y="201"/>
                    <a:pt x="354" y="192"/>
                  </a:cubicBezTo>
                  <a:cubicBezTo>
                    <a:pt x="354" y="45"/>
                    <a:pt x="354" y="45"/>
                    <a:pt x="354" y="45"/>
                  </a:cubicBezTo>
                  <a:cubicBezTo>
                    <a:pt x="354" y="21"/>
                    <a:pt x="333" y="0"/>
                    <a:pt x="310" y="0"/>
                  </a:cubicBezTo>
                  <a:cubicBezTo>
                    <a:pt x="14" y="0"/>
                    <a:pt x="14" y="0"/>
                    <a:pt x="14" y="0"/>
                  </a:cubicBezTo>
                  <a:cubicBezTo>
                    <a:pt x="6" y="0"/>
                    <a:pt x="0" y="7"/>
                    <a:pt x="0" y="16"/>
                  </a:cubicBezTo>
                  <a:cubicBezTo>
                    <a:pt x="0" y="24"/>
                    <a:pt x="6" y="31"/>
                    <a:pt x="14" y="31"/>
                  </a:cubicBezTo>
                  <a:cubicBezTo>
                    <a:pt x="310" y="31"/>
                    <a:pt x="310" y="31"/>
                    <a:pt x="310" y="31"/>
                  </a:cubicBezTo>
                  <a:cubicBezTo>
                    <a:pt x="317" y="31"/>
                    <a:pt x="323" y="38"/>
                    <a:pt x="323" y="45"/>
                  </a:cubicBezTo>
                  <a:cubicBezTo>
                    <a:pt x="323" y="192"/>
                    <a:pt x="323" y="192"/>
                    <a:pt x="323" y="192"/>
                  </a:cubicBezTo>
                  <a:cubicBezTo>
                    <a:pt x="323" y="201"/>
                    <a:pt x="330" y="208"/>
                    <a:pt x="339" y="20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5" name="Freeform 324">
              <a:extLst>
                <a:ext uri="{FF2B5EF4-FFF2-40B4-BE49-F238E27FC236}">
                  <a16:creationId xmlns:a16="http://schemas.microsoft.com/office/drawing/2014/main" id="{FF64A285-54E7-3077-8CBF-115CB8BB88FD}"/>
                </a:ext>
              </a:extLst>
            </p:cNvPr>
            <p:cNvSpPr>
              <a:spLocks noChangeArrowheads="1"/>
            </p:cNvSpPr>
            <p:nvPr/>
          </p:nvSpPr>
          <p:spPr bwMode="auto">
            <a:xfrm>
              <a:off x="9393238" y="1257300"/>
              <a:ext cx="142875" cy="142875"/>
            </a:xfrm>
            <a:custGeom>
              <a:avLst/>
              <a:gdLst>
                <a:gd name="T0" fmla="*/ 391 w 396"/>
                <a:gd name="T1" fmla="*/ 67 h 397"/>
                <a:gd name="T2" fmla="*/ 391 w 396"/>
                <a:gd name="T3" fmla="*/ 67 h 397"/>
                <a:gd name="T4" fmla="*/ 328 w 396"/>
                <a:gd name="T5" fmla="*/ 5 h 397"/>
                <a:gd name="T6" fmla="*/ 319 w 396"/>
                <a:gd name="T7" fmla="*/ 0 h 397"/>
                <a:gd name="T8" fmla="*/ 308 w 396"/>
                <a:gd name="T9" fmla="*/ 5 h 397"/>
                <a:gd name="T10" fmla="*/ 58 w 396"/>
                <a:gd name="T11" fmla="*/ 255 h 397"/>
                <a:gd name="T12" fmla="*/ 55 w 396"/>
                <a:gd name="T13" fmla="*/ 259 h 397"/>
                <a:gd name="T14" fmla="*/ 3 w 396"/>
                <a:gd name="T15" fmla="*/ 374 h 397"/>
                <a:gd name="T16" fmla="*/ 5 w 396"/>
                <a:gd name="T17" fmla="*/ 390 h 397"/>
                <a:gd name="T18" fmla="*/ 22 w 396"/>
                <a:gd name="T19" fmla="*/ 393 h 397"/>
                <a:gd name="T20" fmla="*/ 137 w 396"/>
                <a:gd name="T21" fmla="*/ 341 h 397"/>
                <a:gd name="T22" fmla="*/ 141 w 396"/>
                <a:gd name="T23" fmla="*/ 338 h 397"/>
                <a:gd name="T24" fmla="*/ 391 w 396"/>
                <a:gd name="T25" fmla="*/ 88 h 397"/>
                <a:gd name="T26" fmla="*/ 395 w 396"/>
                <a:gd name="T27" fmla="*/ 77 h 397"/>
                <a:gd name="T28" fmla="*/ 391 w 396"/>
                <a:gd name="T29" fmla="*/ 67 h 397"/>
                <a:gd name="T30" fmla="*/ 73 w 396"/>
                <a:gd name="T31" fmla="*/ 291 h 397"/>
                <a:gd name="T32" fmla="*/ 73 w 396"/>
                <a:gd name="T33" fmla="*/ 291 h 397"/>
                <a:gd name="T34" fmla="*/ 105 w 396"/>
                <a:gd name="T35" fmla="*/ 323 h 397"/>
                <a:gd name="T36" fmla="*/ 45 w 396"/>
                <a:gd name="T37" fmla="*/ 350 h 397"/>
                <a:gd name="T38" fmla="*/ 73 w 396"/>
                <a:gd name="T39" fmla="*/ 291 h 397"/>
                <a:gd name="T40" fmla="*/ 131 w 396"/>
                <a:gd name="T41" fmla="*/ 306 h 397"/>
                <a:gd name="T42" fmla="*/ 131 w 396"/>
                <a:gd name="T43" fmla="*/ 306 h 397"/>
                <a:gd name="T44" fmla="*/ 90 w 396"/>
                <a:gd name="T45" fmla="*/ 265 h 397"/>
                <a:gd name="T46" fmla="*/ 269 w 396"/>
                <a:gd name="T47" fmla="*/ 85 h 397"/>
                <a:gd name="T48" fmla="*/ 311 w 396"/>
                <a:gd name="T49" fmla="*/ 127 h 397"/>
                <a:gd name="T50" fmla="*/ 131 w 396"/>
                <a:gd name="T51" fmla="*/ 306 h 397"/>
                <a:gd name="T52" fmla="*/ 331 w 396"/>
                <a:gd name="T53" fmla="*/ 106 h 397"/>
                <a:gd name="T54" fmla="*/ 331 w 396"/>
                <a:gd name="T55" fmla="*/ 106 h 397"/>
                <a:gd name="T56" fmla="*/ 290 w 396"/>
                <a:gd name="T57" fmla="*/ 64 h 397"/>
                <a:gd name="T58" fmla="*/ 319 w 396"/>
                <a:gd name="T59" fmla="*/ 35 h 397"/>
                <a:gd name="T60" fmla="*/ 360 w 396"/>
                <a:gd name="T61" fmla="*/ 77 h 397"/>
                <a:gd name="T62" fmla="*/ 331 w 396"/>
                <a:gd name="T63" fmla="*/ 106 h 3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96" h="397">
                  <a:moveTo>
                    <a:pt x="391" y="67"/>
                  </a:moveTo>
                  <a:lnTo>
                    <a:pt x="391" y="67"/>
                  </a:lnTo>
                  <a:cubicBezTo>
                    <a:pt x="328" y="5"/>
                    <a:pt x="328" y="5"/>
                    <a:pt x="328" y="5"/>
                  </a:cubicBezTo>
                  <a:cubicBezTo>
                    <a:pt x="326" y="2"/>
                    <a:pt x="322" y="0"/>
                    <a:pt x="319" y="0"/>
                  </a:cubicBezTo>
                  <a:cubicBezTo>
                    <a:pt x="315" y="0"/>
                    <a:pt x="311" y="2"/>
                    <a:pt x="308" y="5"/>
                  </a:cubicBezTo>
                  <a:cubicBezTo>
                    <a:pt x="58" y="255"/>
                    <a:pt x="58" y="255"/>
                    <a:pt x="58" y="255"/>
                  </a:cubicBezTo>
                  <a:cubicBezTo>
                    <a:pt x="56" y="255"/>
                    <a:pt x="55" y="258"/>
                    <a:pt x="55" y="259"/>
                  </a:cubicBezTo>
                  <a:cubicBezTo>
                    <a:pt x="3" y="374"/>
                    <a:pt x="3" y="374"/>
                    <a:pt x="3" y="374"/>
                  </a:cubicBezTo>
                  <a:cubicBezTo>
                    <a:pt x="0" y="379"/>
                    <a:pt x="1" y="385"/>
                    <a:pt x="5" y="390"/>
                  </a:cubicBezTo>
                  <a:cubicBezTo>
                    <a:pt x="9" y="395"/>
                    <a:pt x="16" y="396"/>
                    <a:pt x="22" y="393"/>
                  </a:cubicBezTo>
                  <a:cubicBezTo>
                    <a:pt x="137" y="341"/>
                    <a:pt x="137" y="341"/>
                    <a:pt x="137" y="341"/>
                  </a:cubicBezTo>
                  <a:cubicBezTo>
                    <a:pt x="138" y="341"/>
                    <a:pt x="139" y="339"/>
                    <a:pt x="141" y="338"/>
                  </a:cubicBezTo>
                  <a:cubicBezTo>
                    <a:pt x="391" y="88"/>
                    <a:pt x="391" y="88"/>
                    <a:pt x="391" y="88"/>
                  </a:cubicBezTo>
                  <a:cubicBezTo>
                    <a:pt x="393" y="85"/>
                    <a:pt x="395" y="81"/>
                    <a:pt x="395" y="77"/>
                  </a:cubicBezTo>
                  <a:cubicBezTo>
                    <a:pt x="395" y="73"/>
                    <a:pt x="393" y="70"/>
                    <a:pt x="391" y="67"/>
                  </a:cubicBezTo>
                  <a:close/>
                  <a:moveTo>
                    <a:pt x="73" y="291"/>
                  </a:moveTo>
                  <a:lnTo>
                    <a:pt x="73" y="291"/>
                  </a:lnTo>
                  <a:cubicBezTo>
                    <a:pt x="105" y="323"/>
                    <a:pt x="105" y="323"/>
                    <a:pt x="105" y="323"/>
                  </a:cubicBezTo>
                  <a:cubicBezTo>
                    <a:pt x="45" y="350"/>
                    <a:pt x="45" y="350"/>
                    <a:pt x="45" y="350"/>
                  </a:cubicBezTo>
                  <a:lnTo>
                    <a:pt x="73" y="291"/>
                  </a:lnTo>
                  <a:close/>
                  <a:moveTo>
                    <a:pt x="131" y="306"/>
                  </a:moveTo>
                  <a:lnTo>
                    <a:pt x="131" y="306"/>
                  </a:lnTo>
                  <a:cubicBezTo>
                    <a:pt x="90" y="265"/>
                    <a:pt x="90" y="265"/>
                    <a:pt x="90" y="265"/>
                  </a:cubicBezTo>
                  <a:cubicBezTo>
                    <a:pt x="269" y="85"/>
                    <a:pt x="269" y="85"/>
                    <a:pt x="269" y="85"/>
                  </a:cubicBezTo>
                  <a:cubicBezTo>
                    <a:pt x="311" y="127"/>
                    <a:pt x="311" y="127"/>
                    <a:pt x="311" y="127"/>
                  </a:cubicBezTo>
                  <a:lnTo>
                    <a:pt x="131" y="306"/>
                  </a:lnTo>
                  <a:close/>
                  <a:moveTo>
                    <a:pt x="331" y="106"/>
                  </a:moveTo>
                  <a:lnTo>
                    <a:pt x="331" y="106"/>
                  </a:lnTo>
                  <a:cubicBezTo>
                    <a:pt x="290" y="64"/>
                    <a:pt x="290" y="64"/>
                    <a:pt x="290" y="64"/>
                  </a:cubicBezTo>
                  <a:cubicBezTo>
                    <a:pt x="319" y="35"/>
                    <a:pt x="319" y="35"/>
                    <a:pt x="319" y="35"/>
                  </a:cubicBezTo>
                  <a:cubicBezTo>
                    <a:pt x="360" y="77"/>
                    <a:pt x="360" y="77"/>
                    <a:pt x="360" y="77"/>
                  </a:cubicBezTo>
                  <a:lnTo>
                    <a:pt x="331" y="1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396" name="Group 398">
            <a:extLst>
              <a:ext uri="{FF2B5EF4-FFF2-40B4-BE49-F238E27FC236}">
                <a16:creationId xmlns:a16="http://schemas.microsoft.com/office/drawing/2014/main" id="{43760F34-602E-6E18-93ED-02A34997BA4D}"/>
              </a:ext>
            </a:extLst>
          </p:cNvPr>
          <p:cNvGrpSpPr/>
          <p:nvPr/>
        </p:nvGrpSpPr>
        <p:grpSpPr>
          <a:xfrm>
            <a:off x="9417570" y="1382341"/>
            <a:ext cx="255588" cy="255587"/>
            <a:chOff x="8261350" y="1684338"/>
            <a:chExt cx="255588" cy="255587"/>
          </a:xfrm>
          <a:solidFill>
            <a:schemeClr val="accent4"/>
          </a:solidFill>
        </p:grpSpPr>
        <p:sp>
          <p:nvSpPr>
            <p:cNvPr id="397" name="Freeform 327">
              <a:extLst>
                <a:ext uri="{FF2B5EF4-FFF2-40B4-BE49-F238E27FC236}">
                  <a16:creationId xmlns:a16="http://schemas.microsoft.com/office/drawing/2014/main" id="{0BCB61B6-0FFE-5394-0A96-3C2421A9A377}"/>
                </a:ext>
              </a:extLst>
            </p:cNvPr>
            <p:cNvSpPr>
              <a:spLocks noChangeArrowheads="1"/>
            </p:cNvSpPr>
            <p:nvPr/>
          </p:nvSpPr>
          <p:spPr bwMode="auto">
            <a:xfrm>
              <a:off x="8261350" y="1684338"/>
              <a:ext cx="255588" cy="255587"/>
            </a:xfrm>
            <a:custGeom>
              <a:avLst/>
              <a:gdLst>
                <a:gd name="T0" fmla="*/ 354 w 709"/>
                <a:gd name="T1" fmla="*/ 0 h 709"/>
                <a:gd name="T2" fmla="*/ 354 w 709"/>
                <a:gd name="T3" fmla="*/ 0 h 709"/>
                <a:gd name="T4" fmla="*/ 1 w 709"/>
                <a:gd name="T5" fmla="*/ 353 h 709"/>
                <a:gd name="T6" fmla="*/ 52 w 709"/>
                <a:gd name="T7" fmla="*/ 537 h 709"/>
                <a:gd name="T8" fmla="*/ 2 w 709"/>
                <a:gd name="T9" fmla="*/ 688 h 709"/>
                <a:gd name="T10" fmla="*/ 5 w 709"/>
                <a:gd name="T11" fmla="*/ 703 h 709"/>
                <a:gd name="T12" fmla="*/ 20 w 709"/>
                <a:gd name="T13" fmla="*/ 707 h 709"/>
                <a:gd name="T14" fmla="*/ 180 w 709"/>
                <a:gd name="T15" fmla="*/ 661 h 709"/>
                <a:gd name="T16" fmla="*/ 354 w 709"/>
                <a:gd name="T17" fmla="*/ 707 h 709"/>
                <a:gd name="T18" fmla="*/ 708 w 709"/>
                <a:gd name="T19" fmla="*/ 353 h 709"/>
                <a:gd name="T20" fmla="*/ 354 w 709"/>
                <a:gd name="T21" fmla="*/ 0 h 709"/>
                <a:gd name="T22" fmla="*/ 584 w 709"/>
                <a:gd name="T23" fmla="*/ 583 h 709"/>
                <a:gd name="T24" fmla="*/ 584 w 709"/>
                <a:gd name="T25" fmla="*/ 583 h 709"/>
                <a:gd name="T26" fmla="*/ 354 w 709"/>
                <a:gd name="T27" fmla="*/ 678 h 709"/>
                <a:gd name="T28" fmla="*/ 190 w 709"/>
                <a:gd name="T29" fmla="*/ 632 h 709"/>
                <a:gd name="T30" fmla="*/ 178 w 709"/>
                <a:gd name="T31" fmla="*/ 631 h 709"/>
                <a:gd name="T32" fmla="*/ 38 w 709"/>
                <a:gd name="T33" fmla="*/ 671 h 709"/>
                <a:gd name="T34" fmla="*/ 82 w 709"/>
                <a:gd name="T35" fmla="*/ 540 h 709"/>
                <a:gd name="T36" fmla="*/ 81 w 709"/>
                <a:gd name="T37" fmla="*/ 527 h 709"/>
                <a:gd name="T38" fmla="*/ 31 w 709"/>
                <a:gd name="T39" fmla="*/ 353 h 709"/>
                <a:gd name="T40" fmla="*/ 125 w 709"/>
                <a:gd name="T41" fmla="*/ 125 h 709"/>
                <a:gd name="T42" fmla="*/ 354 w 709"/>
                <a:gd name="T43" fmla="*/ 30 h 709"/>
                <a:gd name="T44" fmla="*/ 584 w 709"/>
                <a:gd name="T45" fmla="*/ 125 h 709"/>
                <a:gd name="T46" fmla="*/ 679 w 709"/>
                <a:gd name="T47" fmla="*/ 353 h 709"/>
                <a:gd name="T48" fmla="*/ 584 w 709"/>
                <a:gd name="T49"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9" h="709">
                  <a:moveTo>
                    <a:pt x="354" y="0"/>
                  </a:moveTo>
                  <a:lnTo>
                    <a:pt x="354" y="0"/>
                  </a:lnTo>
                  <a:cubicBezTo>
                    <a:pt x="160" y="0"/>
                    <a:pt x="1" y="159"/>
                    <a:pt x="1" y="353"/>
                  </a:cubicBezTo>
                  <a:cubicBezTo>
                    <a:pt x="1" y="421"/>
                    <a:pt x="20" y="483"/>
                    <a:pt x="52" y="537"/>
                  </a:cubicBezTo>
                  <a:cubicBezTo>
                    <a:pt x="2" y="688"/>
                    <a:pt x="2" y="688"/>
                    <a:pt x="2" y="688"/>
                  </a:cubicBezTo>
                  <a:cubicBezTo>
                    <a:pt x="0" y="693"/>
                    <a:pt x="1" y="699"/>
                    <a:pt x="5" y="703"/>
                  </a:cubicBezTo>
                  <a:cubicBezTo>
                    <a:pt x="9" y="707"/>
                    <a:pt x="15" y="708"/>
                    <a:pt x="20" y="707"/>
                  </a:cubicBezTo>
                  <a:cubicBezTo>
                    <a:pt x="180" y="661"/>
                    <a:pt x="180" y="661"/>
                    <a:pt x="180" y="661"/>
                  </a:cubicBezTo>
                  <a:cubicBezTo>
                    <a:pt x="232" y="690"/>
                    <a:pt x="291" y="707"/>
                    <a:pt x="354" y="707"/>
                  </a:cubicBezTo>
                  <a:cubicBezTo>
                    <a:pt x="551" y="707"/>
                    <a:pt x="708" y="549"/>
                    <a:pt x="708" y="353"/>
                  </a:cubicBezTo>
                  <a:cubicBezTo>
                    <a:pt x="708" y="159"/>
                    <a:pt x="551" y="0"/>
                    <a:pt x="354" y="0"/>
                  </a:cubicBezTo>
                  <a:close/>
                  <a:moveTo>
                    <a:pt x="584" y="583"/>
                  </a:moveTo>
                  <a:lnTo>
                    <a:pt x="584" y="583"/>
                  </a:lnTo>
                  <a:cubicBezTo>
                    <a:pt x="526" y="642"/>
                    <a:pt x="444" y="678"/>
                    <a:pt x="354" y="678"/>
                  </a:cubicBezTo>
                  <a:cubicBezTo>
                    <a:pt x="295" y="678"/>
                    <a:pt x="238" y="661"/>
                    <a:pt x="190" y="632"/>
                  </a:cubicBezTo>
                  <a:cubicBezTo>
                    <a:pt x="186" y="631"/>
                    <a:pt x="182" y="630"/>
                    <a:pt x="178" y="631"/>
                  </a:cubicBezTo>
                  <a:cubicBezTo>
                    <a:pt x="38" y="671"/>
                    <a:pt x="38" y="671"/>
                    <a:pt x="38" y="671"/>
                  </a:cubicBezTo>
                  <a:cubicBezTo>
                    <a:pt x="82" y="540"/>
                    <a:pt x="82" y="540"/>
                    <a:pt x="82" y="540"/>
                  </a:cubicBezTo>
                  <a:cubicBezTo>
                    <a:pt x="84" y="536"/>
                    <a:pt x="84" y="530"/>
                    <a:pt x="81" y="527"/>
                  </a:cubicBezTo>
                  <a:cubicBezTo>
                    <a:pt x="49" y="478"/>
                    <a:pt x="31" y="418"/>
                    <a:pt x="31" y="353"/>
                  </a:cubicBezTo>
                  <a:cubicBezTo>
                    <a:pt x="31" y="265"/>
                    <a:pt x="67" y="183"/>
                    <a:pt x="125" y="125"/>
                  </a:cubicBezTo>
                  <a:cubicBezTo>
                    <a:pt x="185" y="66"/>
                    <a:pt x="265" y="30"/>
                    <a:pt x="354" y="30"/>
                  </a:cubicBezTo>
                  <a:cubicBezTo>
                    <a:pt x="444" y="30"/>
                    <a:pt x="526" y="66"/>
                    <a:pt x="584" y="125"/>
                  </a:cubicBezTo>
                  <a:cubicBezTo>
                    <a:pt x="643" y="183"/>
                    <a:pt x="679" y="265"/>
                    <a:pt x="679" y="353"/>
                  </a:cubicBezTo>
                  <a:cubicBezTo>
                    <a:pt x="679" y="443"/>
                    <a:pt x="643" y="525"/>
                    <a:pt x="584"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8" name="Freeform 328">
              <a:extLst>
                <a:ext uri="{FF2B5EF4-FFF2-40B4-BE49-F238E27FC236}">
                  <a16:creationId xmlns:a16="http://schemas.microsoft.com/office/drawing/2014/main" id="{B88F3BFF-BC5F-6A3D-8ECB-928729C19031}"/>
                </a:ext>
              </a:extLst>
            </p:cNvPr>
            <p:cNvSpPr>
              <a:spLocks noChangeArrowheads="1"/>
            </p:cNvSpPr>
            <p:nvPr/>
          </p:nvSpPr>
          <p:spPr bwMode="auto">
            <a:xfrm>
              <a:off x="8326438" y="1779588"/>
              <a:ext cx="127000" cy="11112"/>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399" name="Freeform 329">
              <a:extLst>
                <a:ext uri="{FF2B5EF4-FFF2-40B4-BE49-F238E27FC236}">
                  <a16:creationId xmlns:a16="http://schemas.microsoft.com/office/drawing/2014/main" id="{21538D80-3968-EFAA-B02E-B1A9FC37BD61}"/>
                </a:ext>
              </a:extLst>
            </p:cNvPr>
            <p:cNvSpPr>
              <a:spLocks noChangeArrowheads="1"/>
            </p:cNvSpPr>
            <p:nvPr/>
          </p:nvSpPr>
          <p:spPr bwMode="auto">
            <a:xfrm>
              <a:off x="8326438" y="1811338"/>
              <a:ext cx="127000" cy="11112"/>
            </a:xfrm>
            <a:custGeom>
              <a:avLst/>
              <a:gdLst>
                <a:gd name="T0" fmla="*/ 339 w 354"/>
                <a:gd name="T1" fmla="*/ 0 h 32"/>
                <a:gd name="T2" fmla="*/ 339 w 354"/>
                <a:gd name="T3" fmla="*/ 0 h 32"/>
                <a:gd name="T4" fmla="*/ 15 w 354"/>
                <a:gd name="T5" fmla="*/ 0 h 32"/>
                <a:gd name="T6" fmla="*/ 0 w 354"/>
                <a:gd name="T7" fmla="*/ 16 h 32"/>
                <a:gd name="T8" fmla="*/ 15 w 354"/>
                <a:gd name="T9" fmla="*/ 31 h 32"/>
                <a:gd name="T10" fmla="*/ 339 w 354"/>
                <a:gd name="T11" fmla="*/ 31 h 32"/>
                <a:gd name="T12" fmla="*/ 353 w 354"/>
                <a:gd name="T13" fmla="*/ 16 h 32"/>
                <a:gd name="T14" fmla="*/ 339 w 35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2">
                  <a:moveTo>
                    <a:pt x="339" y="0"/>
                  </a:moveTo>
                  <a:lnTo>
                    <a:pt x="339" y="0"/>
                  </a:lnTo>
                  <a:cubicBezTo>
                    <a:pt x="15" y="0"/>
                    <a:pt x="15" y="0"/>
                    <a:pt x="15" y="0"/>
                  </a:cubicBezTo>
                  <a:cubicBezTo>
                    <a:pt x="7" y="0"/>
                    <a:pt x="0" y="7"/>
                    <a:pt x="0" y="16"/>
                  </a:cubicBezTo>
                  <a:cubicBezTo>
                    <a:pt x="0" y="24"/>
                    <a:pt x="7" y="31"/>
                    <a:pt x="15" y="31"/>
                  </a:cubicBezTo>
                  <a:cubicBezTo>
                    <a:pt x="339" y="31"/>
                    <a:pt x="339" y="31"/>
                    <a:pt x="339" y="31"/>
                  </a:cubicBezTo>
                  <a:cubicBezTo>
                    <a:pt x="346" y="31"/>
                    <a:pt x="353" y="24"/>
                    <a:pt x="353" y="16"/>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0" name="Freeform 330">
              <a:extLst>
                <a:ext uri="{FF2B5EF4-FFF2-40B4-BE49-F238E27FC236}">
                  <a16:creationId xmlns:a16="http://schemas.microsoft.com/office/drawing/2014/main" id="{B1762135-B460-4B21-67B7-E9F9D2F3E50A}"/>
                </a:ext>
              </a:extLst>
            </p:cNvPr>
            <p:cNvSpPr>
              <a:spLocks noChangeArrowheads="1"/>
            </p:cNvSpPr>
            <p:nvPr/>
          </p:nvSpPr>
          <p:spPr bwMode="auto">
            <a:xfrm>
              <a:off x="8326438" y="1844675"/>
              <a:ext cx="127000" cy="11113"/>
            </a:xfrm>
            <a:custGeom>
              <a:avLst/>
              <a:gdLst>
                <a:gd name="T0" fmla="*/ 339 w 354"/>
                <a:gd name="T1" fmla="*/ 0 h 31"/>
                <a:gd name="T2" fmla="*/ 339 w 354"/>
                <a:gd name="T3" fmla="*/ 0 h 31"/>
                <a:gd name="T4" fmla="*/ 15 w 354"/>
                <a:gd name="T5" fmla="*/ 0 h 31"/>
                <a:gd name="T6" fmla="*/ 0 w 354"/>
                <a:gd name="T7" fmla="*/ 15 h 31"/>
                <a:gd name="T8" fmla="*/ 15 w 354"/>
                <a:gd name="T9" fmla="*/ 30 h 31"/>
                <a:gd name="T10" fmla="*/ 339 w 354"/>
                <a:gd name="T11" fmla="*/ 30 h 31"/>
                <a:gd name="T12" fmla="*/ 353 w 354"/>
                <a:gd name="T13" fmla="*/ 15 h 31"/>
                <a:gd name="T14" fmla="*/ 339 w 35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4" h="31">
                  <a:moveTo>
                    <a:pt x="339" y="0"/>
                  </a:moveTo>
                  <a:lnTo>
                    <a:pt x="339" y="0"/>
                  </a:lnTo>
                  <a:cubicBezTo>
                    <a:pt x="15" y="0"/>
                    <a:pt x="15" y="0"/>
                    <a:pt x="15" y="0"/>
                  </a:cubicBezTo>
                  <a:cubicBezTo>
                    <a:pt x="7" y="0"/>
                    <a:pt x="0" y="7"/>
                    <a:pt x="0" y="15"/>
                  </a:cubicBezTo>
                  <a:cubicBezTo>
                    <a:pt x="0" y="23"/>
                    <a:pt x="7" y="30"/>
                    <a:pt x="15" y="30"/>
                  </a:cubicBezTo>
                  <a:cubicBezTo>
                    <a:pt x="339" y="30"/>
                    <a:pt x="339" y="30"/>
                    <a:pt x="339" y="30"/>
                  </a:cubicBezTo>
                  <a:cubicBezTo>
                    <a:pt x="346" y="30"/>
                    <a:pt x="353" y="23"/>
                    <a:pt x="353" y="15"/>
                  </a:cubicBezTo>
                  <a:cubicBezTo>
                    <a:pt x="353" y="7"/>
                    <a:pt x="346" y="0"/>
                    <a:pt x="33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01" name="Group 403">
            <a:extLst>
              <a:ext uri="{FF2B5EF4-FFF2-40B4-BE49-F238E27FC236}">
                <a16:creationId xmlns:a16="http://schemas.microsoft.com/office/drawing/2014/main" id="{2D479920-9C34-C231-3463-5424FEAF2A2C}"/>
              </a:ext>
            </a:extLst>
          </p:cNvPr>
          <p:cNvGrpSpPr/>
          <p:nvPr/>
        </p:nvGrpSpPr>
        <p:grpSpPr>
          <a:xfrm>
            <a:off x="8399983" y="2443584"/>
            <a:ext cx="255587" cy="169863"/>
            <a:chOff x="7243763" y="2746375"/>
            <a:chExt cx="255587" cy="169863"/>
          </a:xfrm>
          <a:solidFill>
            <a:schemeClr val="accent4"/>
          </a:solidFill>
        </p:grpSpPr>
        <p:sp>
          <p:nvSpPr>
            <p:cNvPr id="402" name="Freeform 331">
              <a:extLst>
                <a:ext uri="{FF2B5EF4-FFF2-40B4-BE49-F238E27FC236}">
                  <a16:creationId xmlns:a16="http://schemas.microsoft.com/office/drawing/2014/main" id="{7FFEB42A-DEEA-7D88-7597-B30424BB8077}"/>
                </a:ext>
              </a:extLst>
            </p:cNvPr>
            <p:cNvSpPr>
              <a:spLocks noChangeArrowheads="1"/>
            </p:cNvSpPr>
            <p:nvPr/>
          </p:nvSpPr>
          <p:spPr bwMode="auto">
            <a:xfrm>
              <a:off x="7243763" y="2746375"/>
              <a:ext cx="255587" cy="169863"/>
            </a:xfrm>
            <a:custGeom>
              <a:avLst/>
              <a:gdLst>
                <a:gd name="T0" fmla="*/ 91 w 710"/>
                <a:gd name="T1" fmla="*/ 357 h 472"/>
                <a:gd name="T2" fmla="*/ 91 w 710"/>
                <a:gd name="T3" fmla="*/ 357 h 472"/>
                <a:gd name="T4" fmla="*/ 202 w 710"/>
                <a:gd name="T5" fmla="*/ 435 h 472"/>
                <a:gd name="T6" fmla="*/ 354 w 710"/>
                <a:gd name="T7" fmla="*/ 471 h 472"/>
                <a:gd name="T8" fmla="*/ 507 w 710"/>
                <a:gd name="T9" fmla="*/ 435 h 472"/>
                <a:gd name="T10" fmla="*/ 655 w 710"/>
                <a:gd name="T11" fmla="*/ 315 h 472"/>
                <a:gd name="T12" fmla="*/ 706 w 710"/>
                <a:gd name="T13" fmla="*/ 242 h 472"/>
                <a:gd name="T14" fmla="*/ 706 w 710"/>
                <a:gd name="T15" fmla="*/ 228 h 472"/>
                <a:gd name="T16" fmla="*/ 616 w 710"/>
                <a:gd name="T17" fmla="*/ 115 h 472"/>
                <a:gd name="T18" fmla="*/ 507 w 710"/>
                <a:gd name="T19" fmla="*/ 36 h 472"/>
                <a:gd name="T20" fmla="*/ 354 w 710"/>
                <a:gd name="T21" fmla="*/ 0 h 472"/>
                <a:gd name="T22" fmla="*/ 202 w 710"/>
                <a:gd name="T23" fmla="*/ 36 h 472"/>
                <a:gd name="T24" fmla="*/ 53 w 710"/>
                <a:gd name="T25" fmla="*/ 156 h 472"/>
                <a:gd name="T26" fmla="*/ 2 w 710"/>
                <a:gd name="T27" fmla="*/ 228 h 472"/>
                <a:gd name="T28" fmla="*/ 2 w 710"/>
                <a:gd name="T29" fmla="*/ 242 h 472"/>
                <a:gd name="T30" fmla="*/ 91 w 710"/>
                <a:gd name="T31" fmla="*/ 357 h 472"/>
                <a:gd name="T32" fmla="*/ 40 w 710"/>
                <a:gd name="T33" fmla="*/ 247 h 472"/>
                <a:gd name="T34" fmla="*/ 40 w 710"/>
                <a:gd name="T35" fmla="*/ 247 h 472"/>
                <a:gd name="T36" fmla="*/ 32 w 710"/>
                <a:gd name="T37" fmla="*/ 235 h 472"/>
                <a:gd name="T38" fmla="*/ 118 w 710"/>
                <a:gd name="T39" fmla="*/ 130 h 472"/>
                <a:gd name="T40" fmla="*/ 354 w 710"/>
                <a:gd name="T41" fmla="*/ 29 h 472"/>
                <a:gd name="T42" fmla="*/ 493 w 710"/>
                <a:gd name="T43" fmla="*/ 62 h 472"/>
                <a:gd name="T44" fmla="*/ 633 w 710"/>
                <a:gd name="T45" fmla="*/ 176 h 472"/>
                <a:gd name="T46" fmla="*/ 669 w 710"/>
                <a:gd name="T47" fmla="*/ 223 h 472"/>
                <a:gd name="T48" fmla="*/ 676 w 710"/>
                <a:gd name="T49" fmla="*/ 235 h 472"/>
                <a:gd name="T50" fmla="*/ 591 w 710"/>
                <a:gd name="T51" fmla="*/ 340 h 472"/>
                <a:gd name="T52" fmla="*/ 354 w 710"/>
                <a:gd name="T53" fmla="*/ 442 h 472"/>
                <a:gd name="T54" fmla="*/ 214 w 710"/>
                <a:gd name="T55" fmla="*/ 409 h 472"/>
                <a:gd name="T56" fmla="*/ 75 w 710"/>
                <a:gd name="T57" fmla="*/ 296 h 472"/>
                <a:gd name="T58" fmla="*/ 40 w 710"/>
                <a:gd name="T59" fmla="*/ 247 h 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472">
                  <a:moveTo>
                    <a:pt x="91" y="357"/>
                  </a:moveTo>
                  <a:lnTo>
                    <a:pt x="91" y="357"/>
                  </a:lnTo>
                  <a:cubicBezTo>
                    <a:pt x="120" y="386"/>
                    <a:pt x="158" y="413"/>
                    <a:pt x="202" y="435"/>
                  </a:cubicBezTo>
                  <a:cubicBezTo>
                    <a:pt x="245" y="457"/>
                    <a:pt x="296" y="471"/>
                    <a:pt x="354" y="471"/>
                  </a:cubicBezTo>
                  <a:cubicBezTo>
                    <a:pt x="412" y="471"/>
                    <a:pt x="463" y="457"/>
                    <a:pt x="507" y="435"/>
                  </a:cubicBezTo>
                  <a:cubicBezTo>
                    <a:pt x="572" y="403"/>
                    <a:pt x="622" y="355"/>
                    <a:pt x="655" y="315"/>
                  </a:cubicBezTo>
                  <a:cubicBezTo>
                    <a:pt x="688" y="275"/>
                    <a:pt x="706" y="243"/>
                    <a:pt x="706" y="242"/>
                  </a:cubicBezTo>
                  <a:cubicBezTo>
                    <a:pt x="709" y="238"/>
                    <a:pt x="709" y="234"/>
                    <a:pt x="706" y="228"/>
                  </a:cubicBezTo>
                  <a:cubicBezTo>
                    <a:pt x="706" y="228"/>
                    <a:pt x="676" y="171"/>
                    <a:pt x="616" y="115"/>
                  </a:cubicBezTo>
                  <a:cubicBezTo>
                    <a:pt x="587" y="86"/>
                    <a:pt x="550" y="57"/>
                    <a:pt x="507" y="36"/>
                  </a:cubicBezTo>
                  <a:cubicBezTo>
                    <a:pt x="463" y="14"/>
                    <a:pt x="412" y="0"/>
                    <a:pt x="354" y="0"/>
                  </a:cubicBezTo>
                  <a:cubicBezTo>
                    <a:pt x="296" y="0"/>
                    <a:pt x="245" y="14"/>
                    <a:pt x="202" y="36"/>
                  </a:cubicBezTo>
                  <a:cubicBezTo>
                    <a:pt x="136" y="68"/>
                    <a:pt x="86" y="116"/>
                    <a:pt x="53" y="156"/>
                  </a:cubicBezTo>
                  <a:cubicBezTo>
                    <a:pt x="20" y="196"/>
                    <a:pt x="3" y="228"/>
                    <a:pt x="2" y="228"/>
                  </a:cubicBezTo>
                  <a:cubicBezTo>
                    <a:pt x="0" y="234"/>
                    <a:pt x="0" y="238"/>
                    <a:pt x="2" y="242"/>
                  </a:cubicBezTo>
                  <a:cubicBezTo>
                    <a:pt x="3" y="243"/>
                    <a:pt x="33" y="300"/>
                    <a:pt x="91" y="357"/>
                  </a:cubicBezTo>
                  <a:close/>
                  <a:moveTo>
                    <a:pt x="40" y="247"/>
                  </a:moveTo>
                  <a:lnTo>
                    <a:pt x="40" y="247"/>
                  </a:lnTo>
                  <a:cubicBezTo>
                    <a:pt x="36" y="243"/>
                    <a:pt x="35" y="239"/>
                    <a:pt x="32" y="235"/>
                  </a:cubicBezTo>
                  <a:cubicBezTo>
                    <a:pt x="42" y="218"/>
                    <a:pt x="71" y="174"/>
                    <a:pt x="118" y="130"/>
                  </a:cubicBezTo>
                  <a:cubicBezTo>
                    <a:pt x="173" y="79"/>
                    <a:pt x="252" y="29"/>
                    <a:pt x="354" y="29"/>
                  </a:cubicBezTo>
                  <a:cubicBezTo>
                    <a:pt x="406" y="29"/>
                    <a:pt x="453" y="43"/>
                    <a:pt x="493" y="62"/>
                  </a:cubicBezTo>
                  <a:cubicBezTo>
                    <a:pt x="554" y="93"/>
                    <a:pt x="601" y="137"/>
                    <a:pt x="633" y="176"/>
                  </a:cubicBezTo>
                  <a:cubicBezTo>
                    <a:pt x="648" y="194"/>
                    <a:pt x="660" y="212"/>
                    <a:pt x="669" y="223"/>
                  </a:cubicBezTo>
                  <a:cubicBezTo>
                    <a:pt x="671" y="228"/>
                    <a:pt x="674" y="232"/>
                    <a:pt x="676" y="235"/>
                  </a:cubicBezTo>
                  <a:cubicBezTo>
                    <a:pt x="666" y="253"/>
                    <a:pt x="637" y="297"/>
                    <a:pt x="591" y="340"/>
                  </a:cubicBezTo>
                  <a:cubicBezTo>
                    <a:pt x="536" y="392"/>
                    <a:pt x="456" y="442"/>
                    <a:pt x="354" y="442"/>
                  </a:cubicBezTo>
                  <a:cubicBezTo>
                    <a:pt x="301" y="442"/>
                    <a:pt x="254" y="428"/>
                    <a:pt x="214" y="409"/>
                  </a:cubicBezTo>
                  <a:cubicBezTo>
                    <a:pt x="153" y="379"/>
                    <a:pt x="107" y="334"/>
                    <a:pt x="75" y="296"/>
                  </a:cubicBezTo>
                  <a:cubicBezTo>
                    <a:pt x="60" y="278"/>
                    <a:pt x="47" y="260"/>
                    <a:pt x="40"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3" name="Freeform 332">
              <a:extLst>
                <a:ext uri="{FF2B5EF4-FFF2-40B4-BE49-F238E27FC236}">
                  <a16:creationId xmlns:a16="http://schemas.microsoft.com/office/drawing/2014/main" id="{D6C45DB3-1951-30CA-0B73-1C5C663C3C4A}"/>
                </a:ext>
              </a:extLst>
            </p:cNvPr>
            <p:cNvSpPr>
              <a:spLocks noChangeArrowheads="1"/>
            </p:cNvSpPr>
            <p:nvPr/>
          </p:nvSpPr>
          <p:spPr bwMode="auto">
            <a:xfrm>
              <a:off x="7318375" y="2778125"/>
              <a:ext cx="106363" cy="106363"/>
            </a:xfrm>
            <a:custGeom>
              <a:avLst/>
              <a:gdLst>
                <a:gd name="T0" fmla="*/ 147 w 296"/>
                <a:gd name="T1" fmla="*/ 294 h 295"/>
                <a:gd name="T2" fmla="*/ 147 w 296"/>
                <a:gd name="T3" fmla="*/ 294 h 295"/>
                <a:gd name="T4" fmla="*/ 295 w 296"/>
                <a:gd name="T5" fmla="*/ 146 h 295"/>
                <a:gd name="T6" fmla="*/ 147 w 296"/>
                <a:gd name="T7" fmla="*/ 0 h 295"/>
                <a:gd name="T8" fmla="*/ 0 w 296"/>
                <a:gd name="T9" fmla="*/ 146 h 295"/>
                <a:gd name="T10" fmla="*/ 147 w 296"/>
                <a:gd name="T11" fmla="*/ 294 h 295"/>
                <a:gd name="T12" fmla="*/ 64 w 296"/>
                <a:gd name="T13" fmla="*/ 63 h 295"/>
                <a:gd name="T14" fmla="*/ 64 w 296"/>
                <a:gd name="T15" fmla="*/ 63 h 295"/>
                <a:gd name="T16" fmla="*/ 147 w 296"/>
                <a:gd name="T17" fmla="*/ 29 h 295"/>
                <a:gd name="T18" fmla="*/ 231 w 296"/>
                <a:gd name="T19" fmla="*/ 63 h 295"/>
                <a:gd name="T20" fmla="*/ 266 w 296"/>
                <a:gd name="T21" fmla="*/ 146 h 295"/>
                <a:gd name="T22" fmla="*/ 231 w 296"/>
                <a:gd name="T23" fmla="*/ 230 h 295"/>
                <a:gd name="T24" fmla="*/ 147 w 296"/>
                <a:gd name="T25" fmla="*/ 265 h 295"/>
                <a:gd name="T26" fmla="*/ 64 w 296"/>
                <a:gd name="T27" fmla="*/ 230 h 295"/>
                <a:gd name="T28" fmla="*/ 29 w 296"/>
                <a:gd name="T29" fmla="*/ 146 h 295"/>
                <a:gd name="T30" fmla="*/ 64 w 296"/>
                <a:gd name="T31" fmla="*/ 6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6" h="295">
                  <a:moveTo>
                    <a:pt x="147" y="294"/>
                  </a:moveTo>
                  <a:lnTo>
                    <a:pt x="147" y="294"/>
                  </a:lnTo>
                  <a:cubicBezTo>
                    <a:pt x="228" y="294"/>
                    <a:pt x="295" y="227"/>
                    <a:pt x="295" y="146"/>
                  </a:cubicBezTo>
                  <a:cubicBezTo>
                    <a:pt x="295" y="66"/>
                    <a:pt x="228" y="0"/>
                    <a:pt x="147" y="0"/>
                  </a:cubicBezTo>
                  <a:cubicBezTo>
                    <a:pt x="65" y="0"/>
                    <a:pt x="0" y="66"/>
                    <a:pt x="0" y="146"/>
                  </a:cubicBezTo>
                  <a:cubicBezTo>
                    <a:pt x="0" y="227"/>
                    <a:pt x="65" y="294"/>
                    <a:pt x="147" y="294"/>
                  </a:cubicBezTo>
                  <a:close/>
                  <a:moveTo>
                    <a:pt x="64" y="63"/>
                  </a:moveTo>
                  <a:lnTo>
                    <a:pt x="64" y="63"/>
                  </a:lnTo>
                  <a:cubicBezTo>
                    <a:pt x="85" y="42"/>
                    <a:pt x="115" y="29"/>
                    <a:pt x="147" y="29"/>
                  </a:cubicBezTo>
                  <a:cubicBezTo>
                    <a:pt x="180" y="29"/>
                    <a:pt x="209" y="42"/>
                    <a:pt x="231" y="63"/>
                  </a:cubicBezTo>
                  <a:cubicBezTo>
                    <a:pt x="252" y="85"/>
                    <a:pt x="266" y="114"/>
                    <a:pt x="266" y="146"/>
                  </a:cubicBezTo>
                  <a:cubicBezTo>
                    <a:pt x="266" y="179"/>
                    <a:pt x="252" y="208"/>
                    <a:pt x="231" y="230"/>
                  </a:cubicBezTo>
                  <a:cubicBezTo>
                    <a:pt x="209" y="251"/>
                    <a:pt x="180" y="265"/>
                    <a:pt x="147" y="265"/>
                  </a:cubicBezTo>
                  <a:cubicBezTo>
                    <a:pt x="115" y="265"/>
                    <a:pt x="85" y="251"/>
                    <a:pt x="64" y="230"/>
                  </a:cubicBezTo>
                  <a:cubicBezTo>
                    <a:pt x="42" y="208"/>
                    <a:pt x="29" y="179"/>
                    <a:pt x="29" y="146"/>
                  </a:cubicBezTo>
                  <a:cubicBezTo>
                    <a:pt x="29" y="114"/>
                    <a:pt x="42" y="85"/>
                    <a:pt x="64"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4" name="Freeform 333">
            <a:extLst>
              <a:ext uri="{FF2B5EF4-FFF2-40B4-BE49-F238E27FC236}">
                <a16:creationId xmlns:a16="http://schemas.microsoft.com/office/drawing/2014/main" id="{652DE0CB-FFCE-E9FF-BF17-2B4ACCF5C6FE}"/>
              </a:ext>
            </a:extLst>
          </p:cNvPr>
          <p:cNvSpPr>
            <a:spLocks noChangeArrowheads="1"/>
          </p:cNvSpPr>
          <p:nvPr/>
        </p:nvSpPr>
        <p:spPr bwMode="auto">
          <a:xfrm>
            <a:off x="8399983" y="1403772"/>
            <a:ext cx="255587" cy="212725"/>
          </a:xfrm>
          <a:custGeom>
            <a:avLst/>
            <a:gdLst>
              <a:gd name="T0" fmla="*/ 91 w 710"/>
              <a:gd name="T1" fmla="*/ 417 h 593"/>
              <a:gd name="T2" fmla="*/ 93 w 710"/>
              <a:gd name="T3" fmla="*/ 566 h 593"/>
              <a:gd name="T4" fmla="*/ 115 w 710"/>
              <a:gd name="T5" fmla="*/ 585 h 593"/>
              <a:gd name="T6" fmla="*/ 202 w 710"/>
              <a:gd name="T7" fmla="*/ 496 h 593"/>
              <a:gd name="T8" fmla="*/ 507 w 710"/>
              <a:gd name="T9" fmla="*/ 496 h 593"/>
              <a:gd name="T10" fmla="*/ 706 w 710"/>
              <a:gd name="T11" fmla="*/ 302 h 593"/>
              <a:gd name="T12" fmla="*/ 616 w 710"/>
              <a:gd name="T13" fmla="*/ 175 h 593"/>
              <a:gd name="T14" fmla="*/ 615 w 710"/>
              <a:gd name="T15" fmla="*/ 26 h 593"/>
              <a:gd name="T16" fmla="*/ 594 w 710"/>
              <a:gd name="T17" fmla="*/ 7 h 593"/>
              <a:gd name="T18" fmla="*/ 507 w 710"/>
              <a:gd name="T19" fmla="*/ 96 h 593"/>
              <a:gd name="T20" fmla="*/ 202 w 710"/>
              <a:gd name="T21" fmla="*/ 96 h 593"/>
              <a:gd name="T22" fmla="*/ 2 w 710"/>
              <a:gd name="T23" fmla="*/ 288 h 593"/>
              <a:gd name="T24" fmla="*/ 91 w 710"/>
              <a:gd name="T25" fmla="*/ 417 h 593"/>
              <a:gd name="T26" fmla="*/ 633 w 710"/>
              <a:gd name="T27" fmla="*/ 236 h 593"/>
              <a:gd name="T28" fmla="*/ 676 w 710"/>
              <a:gd name="T29" fmla="*/ 295 h 593"/>
              <a:gd name="T30" fmla="*/ 354 w 710"/>
              <a:gd name="T31" fmla="*/ 503 h 593"/>
              <a:gd name="T32" fmla="*/ 267 w 710"/>
              <a:gd name="T33" fmla="*/ 416 h 593"/>
              <a:gd name="T34" fmla="*/ 502 w 710"/>
              <a:gd name="T35" fmla="*/ 295 h 593"/>
              <a:gd name="T36" fmla="*/ 517 w 710"/>
              <a:gd name="T37" fmla="*/ 135 h 593"/>
              <a:gd name="T38" fmla="*/ 444 w 710"/>
              <a:gd name="T39" fmla="*/ 219 h 593"/>
              <a:gd name="T40" fmla="*/ 473 w 710"/>
              <a:gd name="T41" fmla="*/ 295 h 593"/>
              <a:gd name="T42" fmla="*/ 354 w 710"/>
              <a:gd name="T43" fmla="*/ 414 h 593"/>
              <a:gd name="T44" fmla="*/ 444 w 710"/>
              <a:gd name="T45" fmla="*/ 219 h 593"/>
              <a:gd name="T46" fmla="*/ 265 w 710"/>
              <a:gd name="T47" fmla="*/ 373 h 593"/>
              <a:gd name="T48" fmla="*/ 271 w 710"/>
              <a:gd name="T49" fmla="*/ 212 h 593"/>
              <a:gd name="T50" fmla="*/ 421 w 710"/>
              <a:gd name="T51" fmla="*/ 199 h 593"/>
              <a:gd name="T52" fmla="*/ 118 w 710"/>
              <a:gd name="T53" fmla="*/ 190 h 593"/>
              <a:gd name="T54" fmla="*/ 354 w 710"/>
              <a:gd name="T55" fmla="*/ 90 h 593"/>
              <a:gd name="T56" fmla="*/ 441 w 710"/>
              <a:gd name="T57" fmla="*/ 177 h 593"/>
              <a:gd name="T58" fmla="*/ 207 w 710"/>
              <a:gd name="T59" fmla="*/ 295 h 593"/>
              <a:gd name="T60" fmla="*/ 191 w 710"/>
              <a:gd name="T61" fmla="*/ 457 h 593"/>
              <a:gd name="T62" fmla="*/ 40 w 710"/>
              <a:gd name="T63" fmla="*/ 308 h 593"/>
              <a:gd name="T64" fmla="*/ 118 w 710"/>
              <a:gd name="T65" fmla="*/ 190 h 5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0" h="593">
                <a:moveTo>
                  <a:pt x="91" y="417"/>
                </a:moveTo>
                <a:lnTo>
                  <a:pt x="91" y="417"/>
                </a:lnTo>
                <a:cubicBezTo>
                  <a:pt x="113" y="439"/>
                  <a:pt x="140" y="460"/>
                  <a:pt x="170" y="479"/>
                </a:cubicBezTo>
                <a:cubicBezTo>
                  <a:pt x="93" y="566"/>
                  <a:pt x="93" y="566"/>
                  <a:pt x="93" y="566"/>
                </a:cubicBezTo>
                <a:cubicBezTo>
                  <a:pt x="87" y="572"/>
                  <a:pt x="87" y="581"/>
                  <a:pt x="94" y="587"/>
                </a:cubicBezTo>
                <a:cubicBezTo>
                  <a:pt x="100" y="592"/>
                  <a:pt x="109" y="592"/>
                  <a:pt x="115" y="585"/>
                </a:cubicBezTo>
                <a:cubicBezTo>
                  <a:pt x="198" y="493"/>
                  <a:pt x="198" y="493"/>
                  <a:pt x="198" y="493"/>
                </a:cubicBezTo>
                <a:cubicBezTo>
                  <a:pt x="199" y="494"/>
                  <a:pt x="200" y="496"/>
                  <a:pt x="202" y="496"/>
                </a:cubicBezTo>
                <a:cubicBezTo>
                  <a:pt x="245" y="518"/>
                  <a:pt x="296" y="532"/>
                  <a:pt x="354" y="532"/>
                </a:cubicBezTo>
                <a:cubicBezTo>
                  <a:pt x="412" y="532"/>
                  <a:pt x="463" y="518"/>
                  <a:pt x="507" y="496"/>
                </a:cubicBezTo>
                <a:cubicBezTo>
                  <a:pt x="572" y="464"/>
                  <a:pt x="622" y="416"/>
                  <a:pt x="655" y="375"/>
                </a:cubicBezTo>
                <a:cubicBezTo>
                  <a:pt x="688" y="335"/>
                  <a:pt x="706" y="304"/>
                  <a:pt x="706" y="302"/>
                </a:cubicBezTo>
                <a:cubicBezTo>
                  <a:pt x="709" y="298"/>
                  <a:pt x="709" y="294"/>
                  <a:pt x="706" y="288"/>
                </a:cubicBezTo>
                <a:cubicBezTo>
                  <a:pt x="706" y="288"/>
                  <a:pt x="676" y="232"/>
                  <a:pt x="616" y="175"/>
                </a:cubicBezTo>
                <a:cubicBezTo>
                  <a:pt x="594" y="153"/>
                  <a:pt x="568" y="132"/>
                  <a:pt x="537" y="113"/>
                </a:cubicBezTo>
                <a:cubicBezTo>
                  <a:pt x="615" y="26"/>
                  <a:pt x="615" y="26"/>
                  <a:pt x="615" y="26"/>
                </a:cubicBezTo>
                <a:cubicBezTo>
                  <a:pt x="620" y="20"/>
                  <a:pt x="620" y="11"/>
                  <a:pt x="615" y="5"/>
                </a:cubicBezTo>
                <a:cubicBezTo>
                  <a:pt x="608" y="0"/>
                  <a:pt x="600" y="0"/>
                  <a:pt x="594" y="7"/>
                </a:cubicBezTo>
                <a:cubicBezTo>
                  <a:pt x="511" y="99"/>
                  <a:pt x="511" y="99"/>
                  <a:pt x="511" y="99"/>
                </a:cubicBezTo>
                <a:cubicBezTo>
                  <a:pt x="510" y="98"/>
                  <a:pt x="508" y="96"/>
                  <a:pt x="507" y="96"/>
                </a:cubicBezTo>
                <a:cubicBezTo>
                  <a:pt x="463" y="74"/>
                  <a:pt x="412" y="61"/>
                  <a:pt x="354" y="61"/>
                </a:cubicBezTo>
                <a:cubicBezTo>
                  <a:pt x="296" y="61"/>
                  <a:pt x="245" y="74"/>
                  <a:pt x="202" y="96"/>
                </a:cubicBezTo>
                <a:cubicBezTo>
                  <a:pt x="136" y="128"/>
                  <a:pt x="86" y="177"/>
                  <a:pt x="53" y="217"/>
                </a:cubicBezTo>
                <a:cubicBezTo>
                  <a:pt x="20" y="257"/>
                  <a:pt x="3" y="288"/>
                  <a:pt x="2" y="288"/>
                </a:cubicBezTo>
                <a:cubicBezTo>
                  <a:pt x="0" y="294"/>
                  <a:pt x="0" y="298"/>
                  <a:pt x="2" y="302"/>
                </a:cubicBezTo>
                <a:cubicBezTo>
                  <a:pt x="3" y="304"/>
                  <a:pt x="33" y="360"/>
                  <a:pt x="91" y="417"/>
                </a:cubicBezTo>
                <a:close/>
                <a:moveTo>
                  <a:pt x="633" y="236"/>
                </a:moveTo>
                <a:lnTo>
                  <a:pt x="633" y="236"/>
                </a:lnTo>
                <a:cubicBezTo>
                  <a:pt x="648" y="254"/>
                  <a:pt x="660" y="272"/>
                  <a:pt x="669" y="283"/>
                </a:cubicBezTo>
                <a:cubicBezTo>
                  <a:pt x="671" y="288"/>
                  <a:pt x="674" y="293"/>
                  <a:pt x="676" y="295"/>
                </a:cubicBezTo>
                <a:cubicBezTo>
                  <a:pt x="666" y="313"/>
                  <a:pt x="637" y="358"/>
                  <a:pt x="591" y="400"/>
                </a:cubicBezTo>
                <a:cubicBezTo>
                  <a:pt x="536" y="453"/>
                  <a:pt x="456" y="503"/>
                  <a:pt x="354" y="503"/>
                </a:cubicBezTo>
                <a:cubicBezTo>
                  <a:pt x="303" y="503"/>
                  <a:pt x="257" y="490"/>
                  <a:pt x="217" y="471"/>
                </a:cubicBezTo>
                <a:cubicBezTo>
                  <a:pt x="267" y="416"/>
                  <a:pt x="267" y="416"/>
                  <a:pt x="267" y="416"/>
                </a:cubicBezTo>
                <a:cubicBezTo>
                  <a:pt x="292" y="432"/>
                  <a:pt x="322" y="443"/>
                  <a:pt x="354" y="443"/>
                </a:cubicBezTo>
                <a:cubicBezTo>
                  <a:pt x="435" y="443"/>
                  <a:pt x="502" y="377"/>
                  <a:pt x="502" y="295"/>
                </a:cubicBezTo>
                <a:cubicBezTo>
                  <a:pt x="502" y="258"/>
                  <a:pt x="486" y="224"/>
                  <a:pt x="463" y="197"/>
                </a:cubicBezTo>
                <a:cubicBezTo>
                  <a:pt x="517" y="135"/>
                  <a:pt x="517" y="135"/>
                  <a:pt x="517" y="135"/>
                </a:cubicBezTo>
                <a:cubicBezTo>
                  <a:pt x="566" y="164"/>
                  <a:pt x="605" y="203"/>
                  <a:pt x="633" y="236"/>
                </a:cubicBezTo>
                <a:close/>
                <a:moveTo>
                  <a:pt x="444" y="219"/>
                </a:moveTo>
                <a:lnTo>
                  <a:pt x="444" y="219"/>
                </a:lnTo>
                <a:cubicBezTo>
                  <a:pt x="462" y="240"/>
                  <a:pt x="473" y="266"/>
                  <a:pt x="473" y="295"/>
                </a:cubicBezTo>
                <a:cubicBezTo>
                  <a:pt x="473" y="329"/>
                  <a:pt x="459" y="358"/>
                  <a:pt x="438" y="380"/>
                </a:cubicBezTo>
                <a:cubicBezTo>
                  <a:pt x="416" y="400"/>
                  <a:pt x="387" y="414"/>
                  <a:pt x="354" y="414"/>
                </a:cubicBezTo>
                <a:cubicBezTo>
                  <a:pt x="329" y="414"/>
                  <a:pt x="305" y="406"/>
                  <a:pt x="287" y="393"/>
                </a:cubicBezTo>
                <a:lnTo>
                  <a:pt x="444" y="219"/>
                </a:lnTo>
                <a:close/>
                <a:moveTo>
                  <a:pt x="265" y="373"/>
                </a:moveTo>
                <a:lnTo>
                  <a:pt x="265" y="373"/>
                </a:lnTo>
                <a:cubicBezTo>
                  <a:pt x="247" y="352"/>
                  <a:pt x="236" y="326"/>
                  <a:pt x="236" y="295"/>
                </a:cubicBezTo>
                <a:cubicBezTo>
                  <a:pt x="236" y="264"/>
                  <a:pt x="249" y="235"/>
                  <a:pt x="271" y="212"/>
                </a:cubicBezTo>
                <a:cubicBezTo>
                  <a:pt x="292" y="192"/>
                  <a:pt x="322" y="178"/>
                  <a:pt x="354" y="178"/>
                </a:cubicBezTo>
                <a:cubicBezTo>
                  <a:pt x="379" y="178"/>
                  <a:pt x="402" y="186"/>
                  <a:pt x="421" y="199"/>
                </a:cubicBezTo>
                <a:lnTo>
                  <a:pt x="265" y="373"/>
                </a:lnTo>
                <a:close/>
                <a:moveTo>
                  <a:pt x="118" y="190"/>
                </a:moveTo>
                <a:lnTo>
                  <a:pt x="118" y="190"/>
                </a:lnTo>
                <a:cubicBezTo>
                  <a:pt x="173" y="139"/>
                  <a:pt x="252" y="90"/>
                  <a:pt x="354" y="90"/>
                </a:cubicBezTo>
                <a:cubicBezTo>
                  <a:pt x="405" y="90"/>
                  <a:pt x="450" y="102"/>
                  <a:pt x="491" y="121"/>
                </a:cubicBezTo>
                <a:cubicBezTo>
                  <a:pt x="441" y="177"/>
                  <a:pt x="441" y="177"/>
                  <a:pt x="441" y="177"/>
                </a:cubicBezTo>
                <a:cubicBezTo>
                  <a:pt x="416" y="159"/>
                  <a:pt x="387" y="149"/>
                  <a:pt x="354" y="149"/>
                </a:cubicBezTo>
                <a:cubicBezTo>
                  <a:pt x="272" y="149"/>
                  <a:pt x="207" y="215"/>
                  <a:pt x="207" y="295"/>
                </a:cubicBezTo>
                <a:cubicBezTo>
                  <a:pt x="207" y="334"/>
                  <a:pt x="221" y="369"/>
                  <a:pt x="246" y="395"/>
                </a:cubicBezTo>
                <a:cubicBezTo>
                  <a:pt x="191" y="457"/>
                  <a:pt x="191" y="457"/>
                  <a:pt x="191" y="457"/>
                </a:cubicBezTo>
                <a:cubicBezTo>
                  <a:pt x="141" y="428"/>
                  <a:pt x="102" y="389"/>
                  <a:pt x="75" y="356"/>
                </a:cubicBezTo>
                <a:cubicBezTo>
                  <a:pt x="60" y="338"/>
                  <a:pt x="47" y="320"/>
                  <a:pt x="40" y="308"/>
                </a:cubicBezTo>
                <a:cubicBezTo>
                  <a:pt x="36" y="304"/>
                  <a:pt x="35" y="300"/>
                  <a:pt x="32" y="295"/>
                </a:cubicBezTo>
                <a:cubicBezTo>
                  <a:pt x="42" y="279"/>
                  <a:pt x="71" y="235"/>
                  <a:pt x="118" y="19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05" name="Freeform 334">
            <a:extLst>
              <a:ext uri="{FF2B5EF4-FFF2-40B4-BE49-F238E27FC236}">
                <a16:creationId xmlns:a16="http://schemas.microsoft.com/office/drawing/2014/main" id="{CC90899F-52E3-6FB7-EE84-8219F4C7CB6B}"/>
              </a:ext>
            </a:extLst>
          </p:cNvPr>
          <p:cNvSpPr>
            <a:spLocks noChangeArrowheads="1"/>
          </p:cNvSpPr>
          <p:nvPr/>
        </p:nvSpPr>
        <p:spPr bwMode="auto">
          <a:xfrm>
            <a:off x="8909570" y="1888753"/>
            <a:ext cx="255588" cy="255588"/>
          </a:xfrm>
          <a:custGeom>
            <a:avLst/>
            <a:gdLst>
              <a:gd name="T0" fmla="*/ 678 w 708"/>
              <a:gd name="T1" fmla="*/ 124 h 708"/>
              <a:gd name="T2" fmla="*/ 582 w 708"/>
              <a:gd name="T3" fmla="*/ 30 h 708"/>
              <a:gd name="T4" fmla="*/ 174 w 708"/>
              <a:gd name="T5" fmla="*/ 50 h 708"/>
              <a:gd name="T6" fmla="*/ 51 w 708"/>
              <a:gd name="T7" fmla="*/ 73 h 708"/>
              <a:gd name="T8" fmla="*/ 0 w 708"/>
              <a:gd name="T9" fmla="*/ 354 h 708"/>
              <a:gd name="T10" fmla="*/ 51 w 708"/>
              <a:gd name="T11" fmla="*/ 635 h 708"/>
              <a:gd name="T12" fmla="*/ 174 w 708"/>
              <a:gd name="T13" fmla="*/ 659 h 708"/>
              <a:gd name="T14" fmla="*/ 582 w 708"/>
              <a:gd name="T15" fmla="*/ 678 h 708"/>
              <a:gd name="T16" fmla="*/ 678 w 708"/>
              <a:gd name="T17" fmla="*/ 583 h 708"/>
              <a:gd name="T18" fmla="*/ 657 w 708"/>
              <a:gd name="T19" fmla="*/ 176 h 708"/>
              <a:gd name="T20" fmla="*/ 524 w 708"/>
              <a:gd name="T21" fmla="*/ 399 h 708"/>
              <a:gd name="T22" fmla="*/ 636 w 708"/>
              <a:gd name="T23" fmla="*/ 196 h 708"/>
              <a:gd name="T24" fmla="*/ 399 w 708"/>
              <a:gd name="T25" fmla="*/ 495 h 708"/>
              <a:gd name="T26" fmla="*/ 353 w 708"/>
              <a:gd name="T27" fmla="*/ 501 h 708"/>
              <a:gd name="T28" fmla="*/ 250 w 708"/>
              <a:gd name="T29" fmla="*/ 459 h 708"/>
              <a:gd name="T30" fmla="*/ 207 w 708"/>
              <a:gd name="T31" fmla="*/ 354 h 708"/>
              <a:gd name="T32" fmla="*/ 250 w 708"/>
              <a:gd name="T33" fmla="*/ 250 h 708"/>
              <a:gd name="T34" fmla="*/ 353 w 708"/>
              <a:gd name="T35" fmla="*/ 207 h 708"/>
              <a:gd name="T36" fmla="*/ 458 w 708"/>
              <a:gd name="T37" fmla="*/ 250 h 708"/>
              <a:gd name="T38" fmla="*/ 501 w 708"/>
              <a:gd name="T39" fmla="*/ 354 h 708"/>
              <a:gd name="T40" fmla="*/ 458 w 708"/>
              <a:gd name="T41" fmla="*/ 459 h 708"/>
              <a:gd name="T42" fmla="*/ 614 w 708"/>
              <a:gd name="T43" fmla="*/ 73 h 708"/>
              <a:gd name="T44" fmla="*/ 635 w 708"/>
              <a:gd name="T45" fmla="*/ 156 h 708"/>
              <a:gd name="T46" fmla="*/ 429 w 708"/>
              <a:gd name="T47" fmla="*/ 195 h 708"/>
              <a:gd name="T48" fmla="*/ 614 w 708"/>
              <a:gd name="T49" fmla="*/ 73 h 708"/>
              <a:gd name="T50" fmla="*/ 399 w 708"/>
              <a:gd name="T51" fmla="*/ 184 h 708"/>
              <a:gd name="T52" fmla="*/ 196 w 708"/>
              <a:gd name="T53" fmla="*/ 72 h 708"/>
              <a:gd name="T54" fmla="*/ 73 w 708"/>
              <a:gd name="T55" fmla="*/ 94 h 708"/>
              <a:gd name="T56" fmla="*/ 124 w 708"/>
              <a:gd name="T57" fmla="*/ 59 h 708"/>
              <a:gd name="T58" fmla="*/ 194 w 708"/>
              <a:gd name="T59" fmla="*/ 278 h 708"/>
              <a:gd name="T60" fmla="*/ 73 w 708"/>
              <a:gd name="T61" fmla="*/ 94 h 708"/>
              <a:gd name="T62" fmla="*/ 183 w 708"/>
              <a:gd name="T63" fmla="*/ 308 h 708"/>
              <a:gd name="T64" fmla="*/ 70 w 708"/>
              <a:gd name="T65" fmla="*/ 513 h 708"/>
              <a:gd name="T66" fmla="*/ 124 w 708"/>
              <a:gd name="T67" fmla="*/ 648 h 708"/>
              <a:gd name="T68" fmla="*/ 73 w 708"/>
              <a:gd name="T69" fmla="*/ 615 h 708"/>
              <a:gd name="T70" fmla="*/ 194 w 708"/>
              <a:gd name="T71" fmla="*/ 430 h 708"/>
              <a:gd name="T72" fmla="*/ 156 w 708"/>
              <a:gd name="T73" fmla="*/ 635 h 708"/>
              <a:gd name="T74" fmla="*/ 196 w 708"/>
              <a:gd name="T75" fmla="*/ 637 h 708"/>
              <a:gd name="T76" fmla="*/ 399 w 708"/>
              <a:gd name="T77" fmla="*/ 525 h 708"/>
              <a:gd name="T78" fmla="*/ 196 w 708"/>
              <a:gd name="T79" fmla="*/ 637 h 708"/>
              <a:gd name="T80" fmla="*/ 614 w 708"/>
              <a:gd name="T81" fmla="*/ 635 h 708"/>
              <a:gd name="T82" fmla="*/ 429 w 708"/>
              <a:gd name="T83" fmla="*/ 514 h 708"/>
              <a:gd name="T84" fmla="*/ 647 w 708"/>
              <a:gd name="T85"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708">
                <a:moveTo>
                  <a:pt x="657" y="176"/>
                </a:moveTo>
                <a:lnTo>
                  <a:pt x="657" y="176"/>
                </a:lnTo>
                <a:cubicBezTo>
                  <a:pt x="671" y="160"/>
                  <a:pt x="678" y="142"/>
                  <a:pt x="678" y="124"/>
                </a:cubicBezTo>
                <a:cubicBezTo>
                  <a:pt x="678" y="106"/>
                  <a:pt x="669" y="87"/>
                  <a:pt x="656" y="73"/>
                </a:cubicBezTo>
                <a:cubicBezTo>
                  <a:pt x="635" y="53"/>
                  <a:pt x="635" y="53"/>
                  <a:pt x="635" y="53"/>
                </a:cubicBezTo>
                <a:cubicBezTo>
                  <a:pt x="620" y="37"/>
                  <a:pt x="602" y="30"/>
                  <a:pt x="582" y="30"/>
                </a:cubicBezTo>
                <a:cubicBezTo>
                  <a:pt x="564" y="30"/>
                  <a:pt x="546" y="37"/>
                  <a:pt x="533" y="50"/>
                </a:cubicBezTo>
                <a:cubicBezTo>
                  <a:pt x="480" y="19"/>
                  <a:pt x="419" y="0"/>
                  <a:pt x="353" y="0"/>
                </a:cubicBezTo>
                <a:cubicBezTo>
                  <a:pt x="288" y="0"/>
                  <a:pt x="226" y="19"/>
                  <a:pt x="174" y="50"/>
                </a:cubicBezTo>
                <a:cubicBezTo>
                  <a:pt x="160" y="37"/>
                  <a:pt x="142" y="30"/>
                  <a:pt x="124" y="30"/>
                </a:cubicBezTo>
                <a:cubicBezTo>
                  <a:pt x="106" y="30"/>
                  <a:pt x="87" y="37"/>
                  <a:pt x="73" y="53"/>
                </a:cubicBezTo>
                <a:cubicBezTo>
                  <a:pt x="51" y="73"/>
                  <a:pt x="51" y="73"/>
                  <a:pt x="51" y="73"/>
                </a:cubicBezTo>
                <a:cubicBezTo>
                  <a:pt x="37" y="87"/>
                  <a:pt x="30" y="106"/>
                  <a:pt x="30" y="124"/>
                </a:cubicBezTo>
                <a:cubicBezTo>
                  <a:pt x="30" y="142"/>
                  <a:pt x="37" y="160"/>
                  <a:pt x="49" y="176"/>
                </a:cubicBezTo>
                <a:cubicBezTo>
                  <a:pt x="17" y="228"/>
                  <a:pt x="0" y="289"/>
                  <a:pt x="0" y="354"/>
                </a:cubicBezTo>
                <a:cubicBezTo>
                  <a:pt x="0" y="420"/>
                  <a:pt x="17" y="481"/>
                  <a:pt x="49" y="533"/>
                </a:cubicBezTo>
                <a:cubicBezTo>
                  <a:pt x="37" y="548"/>
                  <a:pt x="30" y="565"/>
                  <a:pt x="30" y="583"/>
                </a:cubicBezTo>
                <a:cubicBezTo>
                  <a:pt x="30" y="602"/>
                  <a:pt x="37" y="622"/>
                  <a:pt x="51" y="635"/>
                </a:cubicBezTo>
                <a:cubicBezTo>
                  <a:pt x="73" y="656"/>
                  <a:pt x="73" y="656"/>
                  <a:pt x="73" y="656"/>
                </a:cubicBezTo>
                <a:cubicBezTo>
                  <a:pt x="87" y="671"/>
                  <a:pt x="106" y="678"/>
                  <a:pt x="124" y="678"/>
                </a:cubicBezTo>
                <a:cubicBezTo>
                  <a:pt x="142" y="678"/>
                  <a:pt x="160" y="671"/>
                  <a:pt x="174" y="659"/>
                </a:cubicBezTo>
                <a:cubicBezTo>
                  <a:pt x="226" y="689"/>
                  <a:pt x="288" y="707"/>
                  <a:pt x="353" y="707"/>
                </a:cubicBezTo>
                <a:cubicBezTo>
                  <a:pt x="419" y="707"/>
                  <a:pt x="480" y="689"/>
                  <a:pt x="533" y="659"/>
                </a:cubicBezTo>
                <a:cubicBezTo>
                  <a:pt x="546" y="671"/>
                  <a:pt x="564" y="678"/>
                  <a:pt x="582" y="678"/>
                </a:cubicBezTo>
                <a:cubicBezTo>
                  <a:pt x="602" y="678"/>
                  <a:pt x="620" y="671"/>
                  <a:pt x="635" y="656"/>
                </a:cubicBezTo>
                <a:cubicBezTo>
                  <a:pt x="656" y="635"/>
                  <a:pt x="656" y="635"/>
                  <a:pt x="656" y="635"/>
                </a:cubicBezTo>
                <a:cubicBezTo>
                  <a:pt x="669" y="622"/>
                  <a:pt x="678" y="602"/>
                  <a:pt x="678" y="583"/>
                </a:cubicBezTo>
                <a:cubicBezTo>
                  <a:pt x="678" y="565"/>
                  <a:pt x="671" y="548"/>
                  <a:pt x="657" y="533"/>
                </a:cubicBezTo>
                <a:cubicBezTo>
                  <a:pt x="689" y="481"/>
                  <a:pt x="707" y="420"/>
                  <a:pt x="707" y="354"/>
                </a:cubicBezTo>
                <a:cubicBezTo>
                  <a:pt x="707" y="289"/>
                  <a:pt x="689" y="228"/>
                  <a:pt x="657" y="176"/>
                </a:cubicBezTo>
                <a:close/>
                <a:moveTo>
                  <a:pt x="636" y="513"/>
                </a:moveTo>
                <a:lnTo>
                  <a:pt x="636" y="513"/>
                </a:lnTo>
                <a:cubicBezTo>
                  <a:pt x="524" y="399"/>
                  <a:pt x="524" y="399"/>
                  <a:pt x="524" y="399"/>
                </a:cubicBezTo>
                <a:cubicBezTo>
                  <a:pt x="529" y="385"/>
                  <a:pt x="530" y="370"/>
                  <a:pt x="530" y="354"/>
                </a:cubicBezTo>
                <a:cubicBezTo>
                  <a:pt x="530" y="338"/>
                  <a:pt x="529" y="323"/>
                  <a:pt x="524" y="308"/>
                </a:cubicBezTo>
                <a:cubicBezTo>
                  <a:pt x="636" y="196"/>
                  <a:pt x="636" y="196"/>
                  <a:pt x="636" y="196"/>
                </a:cubicBezTo>
                <a:cubicBezTo>
                  <a:pt x="663" y="243"/>
                  <a:pt x="678" y="297"/>
                  <a:pt x="678" y="354"/>
                </a:cubicBezTo>
                <a:cubicBezTo>
                  <a:pt x="678" y="412"/>
                  <a:pt x="663" y="466"/>
                  <a:pt x="636" y="513"/>
                </a:cubicBezTo>
                <a:close/>
                <a:moveTo>
                  <a:pt x="399" y="495"/>
                </a:moveTo>
                <a:lnTo>
                  <a:pt x="399" y="495"/>
                </a:lnTo>
                <a:cubicBezTo>
                  <a:pt x="397" y="495"/>
                  <a:pt x="397" y="495"/>
                  <a:pt x="397" y="495"/>
                </a:cubicBezTo>
                <a:cubicBezTo>
                  <a:pt x="384" y="499"/>
                  <a:pt x="368" y="501"/>
                  <a:pt x="353" y="501"/>
                </a:cubicBezTo>
                <a:cubicBezTo>
                  <a:pt x="338" y="501"/>
                  <a:pt x="323" y="499"/>
                  <a:pt x="309" y="495"/>
                </a:cubicBezTo>
                <a:lnTo>
                  <a:pt x="309" y="495"/>
                </a:lnTo>
                <a:cubicBezTo>
                  <a:pt x="285" y="488"/>
                  <a:pt x="266" y="475"/>
                  <a:pt x="250" y="459"/>
                </a:cubicBezTo>
                <a:cubicBezTo>
                  <a:pt x="233" y="442"/>
                  <a:pt x="221" y="421"/>
                  <a:pt x="214" y="399"/>
                </a:cubicBezTo>
                <a:lnTo>
                  <a:pt x="212" y="398"/>
                </a:lnTo>
                <a:cubicBezTo>
                  <a:pt x="208" y="384"/>
                  <a:pt x="207" y="370"/>
                  <a:pt x="207" y="354"/>
                </a:cubicBezTo>
                <a:cubicBezTo>
                  <a:pt x="207" y="338"/>
                  <a:pt x="208" y="325"/>
                  <a:pt x="212" y="311"/>
                </a:cubicBezTo>
                <a:cubicBezTo>
                  <a:pt x="212" y="309"/>
                  <a:pt x="214" y="309"/>
                  <a:pt x="214" y="309"/>
                </a:cubicBezTo>
                <a:cubicBezTo>
                  <a:pt x="221" y="287"/>
                  <a:pt x="233" y="267"/>
                  <a:pt x="250" y="250"/>
                </a:cubicBezTo>
                <a:cubicBezTo>
                  <a:pt x="266" y="234"/>
                  <a:pt x="285" y="221"/>
                  <a:pt x="309" y="214"/>
                </a:cubicBezTo>
                <a:lnTo>
                  <a:pt x="309" y="214"/>
                </a:lnTo>
                <a:cubicBezTo>
                  <a:pt x="323" y="209"/>
                  <a:pt x="338" y="207"/>
                  <a:pt x="353" y="207"/>
                </a:cubicBezTo>
                <a:cubicBezTo>
                  <a:pt x="368" y="207"/>
                  <a:pt x="384" y="209"/>
                  <a:pt x="397" y="214"/>
                </a:cubicBezTo>
                <a:cubicBezTo>
                  <a:pt x="397" y="214"/>
                  <a:pt x="397" y="214"/>
                  <a:pt x="399" y="214"/>
                </a:cubicBezTo>
                <a:cubicBezTo>
                  <a:pt x="421" y="221"/>
                  <a:pt x="442" y="234"/>
                  <a:pt x="458" y="250"/>
                </a:cubicBezTo>
                <a:cubicBezTo>
                  <a:pt x="475" y="267"/>
                  <a:pt x="487" y="287"/>
                  <a:pt x="494" y="309"/>
                </a:cubicBezTo>
                <a:cubicBezTo>
                  <a:pt x="494" y="309"/>
                  <a:pt x="494" y="309"/>
                  <a:pt x="494" y="311"/>
                </a:cubicBezTo>
                <a:cubicBezTo>
                  <a:pt x="498" y="325"/>
                  <a:pt x="501" y="338"/>
                  <a:pt x="501" y="354"/>
                </a:cubicBezTo>
                <a:cubicBezTo>
                  <a:pt x="501" y="370"/>
                  <a:pt x="498" y="384"/>
                  <a:pt x="494" y="398"/>
                </a:cubicBezTo>
                <a:lnTo>
                  <a:pt x="494" y="399"/>
                </a:lnTo>
                <a:cubicBezTo>
                  <a:pt x="487" y="421"/>
                  <a:pt x="475" y="442"/>
                  <a:pt x="458" y="459"/>
                </a:cubicBezTo>
                <a:cubicBezTo>
                  <a:pt x="442" y="475"/>
                  <a:pt x="421" y="488"/>
                  <a:pt x="399" y="495"/>
                </a:cubicBezTo>
                <a:close/>
                <a:moveTo>
                  <a:pt x="614" y="73"/>
                </a:moveTo>
                <a:lnTo>
                  <a:pt x="614" y="73"/>
                </a:lnTo>
                <a:cubicBezTo>
                  <a:pt x="635" y="94"/>
                  <a:pt x="635" y="94"/>
                  <a:pt x="635" y="94"/>
                </a:cubicBezTo>
                <a:cubicBezTo>
                  <a:pt x="643" y="102"/>
                  <a:pt x="647" y="113"/>
                  <a:pt x="647" y="124"/>
                </a:cubicBezTo>
                <a:cubicBezTo>
                  <a:pt x="647" y="137"/>
                  <a:pt x="643" y="148"/>
                  <a:pt x="635" y="156"/>
                </a:cubicBezTo>
                <a:lnTo>
                  <a:pt x="635" y="156"/>
                </a:lnTo>
                <a:cubicBezTo>
                  <a:pt x="513" y="278"/>
                  <a:pt x="513" y="278"/>
                  <a:pt x="513" y="278"/>
                </a:cubicBezTo>
                <a:cubicBezTo>
                  <a:pt x="495" y="242"/>
                  <a:pt x="466" y="213"/>
                  <a:pt x="429" y="195"/>
                </a:cubicBezTo>
                <a:cubicBezTo>
                  <a:pt x="551" y="73"/>
                  <a:pt x="551" y="73"/>
                  <a:pt x="551" y="73"/>
                </a:cubicBezTo>
                <a:cubicBezTo>
                  <a:pt x="560" y="65"/>
                  <a:pt x="571" y="59"/>
                  <a:pt x="582" y="59"/>
                </a:cubicBezTo>
                <a:cubicBezTo>
                  <a:pt x="593" y="59"/>
                  <a:pt x="605" y="65"/>
                  <a:pt x="614" y="73"/>
                </a:cubicBezTo>
                <a:close/>
                <a:moveTo>
                  <a:pt x="511" y="72"/>
                </a:moveTo>
                <a:lnTo>
                  <a:pt x="511" y="72"/>
                </a:lnTo>
                <a:cubicBezTo>
                  <a:pt x="399" y="184"/>
                  <a:pt x="399" y="184"/>
                  <a:pt x="399" y="184"/>
                </a:cubicBezTo>
                <a:cubicBezTo>
                  <a:pt x="385" y="180"/>
                  <a:pt x="370" y="177"/>
                  <a:pt x="353" y="177"/>
                </a:cubicBezTo>
                <a:cubicBezTo>
                  <a:pt x="338" y="177"/>
                  <a:pt x="323" y="180"/>
                  <a:pt x="308" y="184"/>
                </a:cubicBezTo>
                <a:cubicBezTo>
                  <a:pt x="196" y="72"/>
                  <a:pt x="196" y="72"/>
                  <a:pt x="196" y="72"/>
                </a:cubicBezTo>
                <a:cubicBezTo>
                  <a:pt x="243" y="46"/>
                  <a:pt x="297" y="30"/>
                  <a:pt x="353" y="30"/>
                </a:cubicBezTo>
                <a:cubicBezTo>
                  <a:pt x="411" y="30"/>
                  <a:pt x="465" y="46"/>
                  <a:pt x="511" y="72"/>
                </a:cubicBezTo>
                <a:close/>
                <a:moveTo>
                  <a:pt x="73" y="94"/>
                </a:moveTo>
                <a:lnTo>
                  <a:pt x="73" y="94"/>
                </a:lnTo>
                <a:cubicBezTo>
                  <a:pt x="93" y="73"/>
                  <a:pt x="93" y="73"/>
                  <a:pt x="93" y="73"/>
                </a:cubicBezTo>
                <a:cubicBezTo>
                  <a:pt x="102" y="65"/>
                  <a:pt x="113" y="59"/>
                  <a:pt x="124" y="59"/>
                </a:cubicBezTo>
                <a:cubicBezTo>
                  <a:pt x="135" y="59"/>
                  <a:pt x="147" y="65"/>
                  <a:pt x="156" y="73"/>
                </a:cubicBezTo>
                <a:cubicBezTo>
                  <a:pt x="277" y="195"/>
                  <a:pt x="277" y="195"/>
                  <a:pt x="277" y="195"/>
                </a:cubicBezTo>
                <a:cubicBezTo>
                  <a:pt x="241" y="213"/>
                  <a:pt x="211" y="242"/>
                  <a:pt x="194" y="278"/>
                </a:cubicBezTo>
                <a:cubicBezTo>
                  <a:pt x="73" y="156"/>
                  <a:pt x="73" y="156"/>
                  <a:pt x="73" y="156"/>
                </a:cubicBezTo>
                <a:cubicBezTo>
                  <a:pt x="63" y="148"/>
                  <a:pt x="59" y="137"/>
                  <a:pt x="59" y="124"/>
                </a:cubicBezTo>
                <a:cubicBezTo>
                  <a:pt x="59" y="113"/>
                  <a:pt x="63" y="102"/>
                  <a:pt x="73" y="94"/>
                </a:cubicBezTo>
                <a:close/>
                <a:moveTo>
                  <a:pt x="70" y="196"/>
                </a:moveTo>
                <a:lnTo>
                  <a:pt x="70" y="196"/>
                </a:lnTo>
                <a:cubicBezTo>
                  <a:pt x="183" y="308"/>
                  <a:pt x="183" y="308"/>
                  <a:pt x="183" y="308"/>
                </a:cubicBezTo>
                <a:cubicBezTo>
                  <a:pt x="179" y="323"/>
                  <a:pt x="176" y="338"/>
                  <a:pt x="176" y="354"/>
                </a:cubicBezTo>
                <a:cubicBezTo>
                  <a:pt x="176" y="370"/>
                  <a:pt x="179" y="385"/>
                  <a:pt x="183" y="399"/>
                </a:cubicBezTo>
                <a:cubicBezTo>
                  <a:pt x="70" y="513"/>
                  <a:pt x="70" y="513"/>
                  <a:pt x="70" y="513"/>
                </a:cubicBezTo>
                <a:cubicBezTo>
                  <a:pt x="44" y="466"/>
                  <a:pt x="30" y="412"/>
                  <a:pt x="30" y="354"/>
                </a:cubicBezTo>
                <a:cubicBezTo>
                  <a:pt x="30" y="297"/>
                  <a:pt x="44" y="243"/>
                  <a:pt x="70" y="196"/>
                </a:cubicBezTo>
                <a:close/>
                <a:moveTo>
                  <a:pt x="124" y="648"/>
                </a:moveTo>
                <a:lnTo>
                  <a:pt x="124" y="648"/>
                </a:lnTo>
                <a:cubicBezTo>
                  <a:pt x="113" y="648"/>
                  <a:pt x="102" y="644"/>
                  <a:pt x="93" y="635"/>
                </a:cubicBezTo>
                <a:cubicBezTo>
                  <a:pt x="73" y="615"/>
                  <a:pt x="73" y="615"/>
                  <a:pt x="73" y="615"/>
                </a:cubicBezTo>
                <a:cubicBezTo>
                  <a:pt x="63" y="606"/>
                  <a:pt x="59" y="595"/>
                  <a:pt x="59" y="583"/>
                </a:cubicBezTo>
                <a:cubicBezTo>
                  <a:pt x="59" y="572"/>
                  <a:pt x="63" y="561"/>
                  <a:pt x="73" y="553"/>
                </a:cubicBezTo>
                <a:cubicBezTo>
                  <a:pt x="194" y="430"/>
                  <a:pt x="194" y="430"/>
                  <a:pt x="194" y="430"/>
                </a:cubicBezTo>
                <a:cubicBezTo>
                  <a:pt x="211" y="467"/>
                  <a:pt x="241" y="496"/>
                  <a:pt x="277" y="514"/>
                </a:cubicBezTo>
                <a:cubicBezTo>
                  <a:pt x="156" y="635"/>
                  <a:pt x="156" y="635"/>
                  <a:pt x="156" y="635"/>
                </a:cubicBezTo>
                <a:lnTo>
                  <a:pt x="156" y="635"/>
                </a:lnTo>
                <a:cubicBezTo>
                  <a:pt x="147" y="644"/>
                  <a:pt x="135" y="648"/>
                  <a:pt x="124" y="648"/>
                </a:cubicBezTo>
                <a:close/>
                <a:moveTo>
                  <a:pt x="196" y="637"/>
                </a:moveTo>
                <a:lnTo>
                  <a:pt x="196" y="637"/>
                </a:lnTo>
                <a:cubicBezTo>
                  <a:pt x="308" y="525"/>
                  <a:pt x="308" y="525"/>
                  <a:pt x="308" y="525"/>
                </a:cubicBezTo>
                <a:cubicBezTo>
                  <a:pt x="323" y="529"/>
                  <a:pt x="338" y="530"/>
                  <a:pt x="353" y="530"/>
                </a:cubicBezTo>
                <a:cubicBezTo>
                  <a:pt x="370" y="530"/>
                  <a:pt x="385" y="529"/>
                  <a:pt x="399" y="525"/>
                </a:cubicBezTo>
                <a:cubicBezTo>
                  <a:pt x="511" y="637"/>
                  <a:pt x="511" y="637"/>
                  <a:pt x="511" y="637"/>
                </a:cubicBezTo>
                <a:cubicBezTo>
                  <a:pt x="465" y="663"/>
                  <a:pt x="411" y="678"/>
                  <a:pt x="353" y="678"/>
                </a:cubicBezTo>
                <a:cubicBezTo>
                  <a:pt x="297" y="678"/>
                  <a:pt x="243" y="663"/>
                  <a:pt x="196" y="637"/>
                </a:cubicBezTo>
                <a:close/>
                <a:moveTo>
                  <a:pt x="635" y="615"/>
                </a:moveTo>
                <a:lnTo>
                  <a:pt x="635" y="615"/>
                </a:lnTo>
                <a:cubicBezTo>
                  <a:pt x="614" y="635"/>
                  <a:pt x="614" y="635"/>
                  <a:pt x="614" y="635"/>
                </a:cubicBezTo>
                <a:cubicBezTo>
                  <a:pt x="605" y="644"/>
                  <a:pt x="593" y="648"/>
                  <a:pt x="582" y="648"/>
                </a:cubicBezTo>
                <a:cubicBezTo>
                  <a:pt x="571" y="648"/>
                  <a:pt x="560" y="644"/>
                  <a:pt x="551" y="635"/>
                </a:cubicBezTo>
                <a:cubicBezTo>
                  <a:pt x="429" y="514"/>
                  <a:pt x="429" y="514"/>
                  <a:pt x="429" y="514"/>
                </a:cubicBezTo>
                <a:cubicBezTo>
                  <a:pt x="466" y="496"/>
                  <a:pt x="495" y="467"/>
                  <a:pt x="513" y="430"/>
                </a:cubicBezTo>
                <a:cubicBezTo>
                  <a:pt x="635" y="553"/>
                  <a:pt x="635" y="553"/>
                  <a:pt x="635" y="553"/>
                </a:cubicBezTo>
                <a:cubicBezTo>
                  <a:pt x="643" y="561"/>
                  <a:pt x="647" y="572"/>
                  <a:pt x="647" y="583"/>
                </a:cubicBezTo>
                <a:cubicBezTo>
                  <a:pt x="647" y="595"/>
                  <a:pt x="643" y="606"/>
                  <a:pt x="635" y="615"/>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06" name="Group 408">
            <a:extLst>
              <a:ext uri="{FF2B5EF4-FFF2-40B4-BE49-F238E27FC236}">
                <a16:creationId xmlns:a16="http://schemas.microsoft.com/office/drawing/2014/main" id="{A2D810DC-49A4-0C5C-2694-E8D3E3417CE2}"/>
              </a:ext>
            </a:extLst>
          </p:cNvPr>
          <p:cNvGrpSpPr/>
          <p:nvPr/>
        </p:nvGrpSpPr>
        <p:grpSpPr>
          <a:xfrm>
            <a:off x="9439795" y="1888753"/>
            <a:ext cx="212725" cy="255588"/>
            <a:chOff x="8283575" y="2193925"/>
            <a:chExt cx="212725" cy="255588"/>
          </a:xfrm>
          <a:solidFill>
            <a:schemeClr val="accent4"/>
          </a:solidFill>
        </p:grpSpPr>
        <p:sp>
          <p:nvSpPr>
            <p:cNvPr id="407" name="Freeform 335">
              <a:extLst>
                <a:ext uri="{FF2B5EF4-FFF2-40B4-BE49-F238E27FC236}">
                  <a16:creationId xmlns:a16="http://schemas.microsoft.com/office/drawing/2014/main" id="{0E0DE3A1-F045-3C8D-492E-D683BEBD9507}"/>
                </a:ext>
              </a:extLst>
            </p:cNvPr>
            <p:cNvSpPr>
              <a:spLocks noChangeArrowheads="1"/>
            </p:cNvSpPr>
            <p:nvPr/>
          </p:nvSpPr>
          <p:spPr bwMode="auto">
            <a:xfrm>
              <a:off x="8283575" y="2193925"/>
              <a:ext cx="169863" cy="212725"/>
            </a:xfrm>
            <a:custGeom>
              <a:avLst/>
              <a:gdLst>
                <a:gd name="T0" fmla="*/ 427 w 472"/>
                <a:gd name="T1" fmla="*/ 0 h 591"/>
                <a:gd name="T2" fmla="*/ 427 w 472"/>
                <a:gd name="T3" fmla="*/ 0 h 591"/>
                <a:gd name="T4" fmla="*/ 44 w 472"/>
                <a:gd name="T5" fmla="*/ 0 h 591"/>
                <a:gd name="T6" fmla="*/ 0 w 472"/>
                <a:gd name="T7" fmla="*/ 44 h 591"/>
                <a:gd name="T8" fmla="*/ 0 w 472"/>
                <a:gd name="T9" fmla="*/ 546 h 591"/>
                <a:gd name="T10" fmla="*/ 44 w 472"/>
                <a:gd name="T11" fmla="*/ 590 h 591"/>
                <a:gd name="T12" fmla="*/ 427 w 472"/>
                <a:gd name="T13" fmla="*/ 590 h 591"/>
                <a:gd name="T14" fmla="*/ 471 w 472"/>
                <a:gd name="T15" fmla="*/ 546 h 591"/>
                <a:gd name="T16" fmla="*/ 471 w 472"/>
                <a:gd name="T17" fmla="*/ 44 h 591"/>
                <a:gd name="T18" fmla="*/ 427 w 472"/>
                <a:gd name="T19" fmla="*/ 0 h 591"/>
                <a:gd name="T20" fmla="*/ 442 w 472"/>
                <a:gd name="T21" fmla="*/ 546 h 591"/>
                <a:gd name="T22" fmla="*/ 442 w 472"/>
                <a:gd name="T23" fmla="*/ 546 h 591"/>
                <a:gd name="T24" fmla="*/ 427 w 472"/>
                <a:gd name="T25" fmla="*/ 561 h 591"/>
                <a:gd name="T26" fmla="*/ 44 w 472"/>
                <a:gd name="T27" fmla="*/ 561 h 591"/>
                <a:gd name="T28" fmla="*/ 29 w 472"/>
                <a:gd name="T29" fmla="*/ 546 h 591"/>
                <a:gd name="T30" fmla="*/ 29 w 472"/>
                <a:gd name="T31" fmla="*/ 44 h 591"/>
                <a:gd name="T32" fmla="*/ 44 w 472"/>
                <a:gd name="T33" fmla="*/ 30 h 591"/>
                <a:gd name="T34" fmla="*/ 427 w 472"/>
                <a:gd name="T35" fmla="*/ 30 h 591"/>
                <a:gd name="T36" fmla="*/ 442 w 472"/>
                <a:gd name="T37" fmla="*/ 44 h 591"/>
                <a:gd name="T38" fmla="*/ 442 w 472"/>
                <a:gd name="T39" fmla="*/ 546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72" h="591">
                  <a:moveTo>
                    <a:pt x="427" y="0"/>
                  </a:moveTo>
                  <a:lnTo>
                    <a:pt x="427" y="0"/>
                  </a:lnTo>
                  <a:cubicBezTo>
                    <a:pt x="44" y="0"/>
                    <a:pt x="44" y="0"/>
                    <a:pt x="44" y="0"/>
                  </a:cubicBezTo>
                  <a:cubicBezTo>
                    <a:pt x="20" y="0"/>
                    <a:pt x="0" y="21"/>
                    <a:pt x="0" y="44"/>
                  </a:cubicBezTo>
                  <a:cubicBezTo>
                    <a:pt x="0" y="546"/>
                    <a:pt x="0" y="546"/>
                    <a:pt x="0" y="546"/>
                  </a:cubicBezTo>
                  <a:cubicBezTo>
                    <a:pt x="0" y="571"/>
                    <a:pt x="20" y="590"/>
                    <a:pt x="44" y="590"/>
                  </a:cubicBezTo>
                  <a:cubicBezTo>
                    <a:pt x="427" y="590"/>
                    <a:pt x="427" y="590"/>
                    <a:pt x="427" y="590"/>
                  </a:cubicBezTo>
                  <a:cubicBezTo>
                    <a:pt x="452" y="590"/>
                    <a:pt x="471" y="571"/>
                    <a:pt x="471" y="546"/>
                  </a:cubicBezTo>
                  <a:cubicBezTo>
                    <a:pt x="471" y="44"/>
                    <a:pt x="471" y="44"/>
                    <a:pt x="471" y="44"/>
                  </a:cubicBezTo>
                  <a:cubicBezTo>
                    <a:pt x="471" y="21"/>
                    <a:pt x="452" y="0"/>
                    <a:pt x="427" y="0"/>
                  </a:cubicBezTo>
                  <a:close/>
                  <a:moveTo>
                    <a:pt x="442" y="546"/>
                  </a:moveTo>
                  <a:lnTo>
                    <a:pt x="442" y="546"/>
                  </a:lnTo>
                  <a:cubicBezTo>
                    <a:pt x="442" y="554"/>
                    <a:pt x="435" y="561"/>
                    <a:pt x="427" y="561"/>
                  </a:cubicBezTo>
                  <a:cubicBezTo>
                    <a:pt x="44" y="561"/>
                    <a:pt x="44" y="561"/>
                    <a:pt x="44" y="561"/>
                  </a:cubicBezTo>
                  <a:cubicBezTo>
                    <a:pt x="36" y="561"/>
                    <a:pt x="29" y="554"/>
                    <a:pt x="29" y="546"/>
                  </a:cubicBezTo>
                  <a:cubicBezTo>
                    <a:pt x="29" y="44"/>
                    <a:pt x="29" y="44"/>
                    <a:pt x="29" y="44"/>
                  </a:cubicBezTo>
                  <a:cubicBezTo>
                    <a:pt x="29" y="37"/>
                    <a:pt x="36" y="30"/>
                    <a:pt x="44" y="30"/>
                  </a:cubicBezTo>
                  <a:cubicBezTo>
                    <a:pt x="427" y="30"/>
                    <a:pt x="427" y="30"/>
                    <a:pt x="427" y="30"/>
                  </a:cubicBezTo>
                  <a:cubicBezTo>
                    <a:pt x="435" y="30"/>
                    <a:pt x="442" y="37"/>
                    <a:pt x="442" y="44"/>
                  </a:cubicBezTo>
                  <a:lnTo>
                    <a:pt x="442" y="5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08" name="Freeform 336">
              <a:extLst>
                <a:ext uri="{FF2B5EF4-FFF2-40B4-BE49-F238E27FC236}">
                  <a16:creationId xmlns:a16="http://schemas.microsoft.com/office/drawing/2014/main" id="{CB9ACE51-A00E-9689-B76E-131366954698}"/>
                </a:ext>
              </a:extLst>
            </p:cNvPr>
            <p:cNvSpPr>
              <a:spLocks noChangeArrowheads="1"/>
            </p:cNvSpPr>
            <p:nvPr/>
          </p:nvSpPr>
          <p:spPr bwMode="auto">
            <a:xfrm>
              <a:off x="8326438" y="2236788"/>
              <a:ext cx="169862" cy="212725"/>
            </a:xfrm>
            <a:custGeom>
              <a:avLst/>
              <a:gdLst>
                <a:gd name="T0" fmla="*/ 438 w 473"/>
                <a:gd name="T1" fmla="*/ 555 h 589"/>
                <a:gd name="T2" fmla="*/ 438 w 473"/>
                <a:gd name="T3" fmla="*/ 555 h 589"/>
                <a:gd name="T4" fmla="*/ 428 w 473"/>
                <a:gd name="T5" fmla="*/ 559 h 589"/>
                <a:gd name="T6" fmla="*/ 44 w 473"/>
                <a:gd name="T7" fmla="*/ 559 h 589"/>
                <a:gd name="T8" fmla="*/ 34 w 473"/>
                <a:gd name="T9" fmla="*/ 555 h 589"/>
                <a:gd name="T10" fmla="*/ 30 w 473"/>
                <a:gd name="T11" fmla="*/ 544 h 589"/>
                <a:gd name="T12" fmla="*/ 30 w 473"/>
                <a:gd name="T13" fmla="*/ 515 h 589"/>
                <a:gd name="T14" fmla="*/ 15 w 473"/>
                <a:gd name="T15" fmla="*/ 500 h 589"/>
                <a:gd name="T16" fmla="*/ 0 w 473"/>
                <a:gd name="T17" fmla="*/ 515 h 589"/>
                <a:gd name="T18" fmla="*/ 0 w 473"/>
                <a:gd name="T19" fmla="*/ 544 h 589"/>
                <a:gd name="T20" fmla="*/ 44 w 473"/>
                <a:gd name="T21" fmla="*/ 588 h 589"/>
                <a:gd name="T22" fmla="*/ 428 w 473"/>
                <a:gd name="T23" fmla="*/ 588 h 589"/>
                <a:gd name="T24" fmla="*/ 472 w 473"/>
                <a:gd name="T25" fmla="*/ 544 h 589"/>
                <a:gd name="T26" fmla="*/ 472 w 473"/>
                <a:gd name="T27" fmla="*/ 44 h 589"/>
                <a:gd name="T28" fmla="*/ 428 w 473"/>
                <a:gd name="T29" fmla="*/ 0 h 589"/>
                <a:gd name="T30" fmla="*/ 397 w 473"/>
                <a:gd name="T31" fmla="*/ 0 h 589"/>
                <a:gd name="T32" fmla="*/ 384 w 473"/>
                <a:gd name="T33" fmla="*/ 14 h 589"/>
                <a:gd name="T34" fmla="*/ 397 w 473"/>
                <a:gd name="T35" fmla="*/ 29 h 589"/>
                <a:gd name="T36" fmla="*/ 428 w 473"/>
                <a:gd name="T37" fmla="*/ 29 h 589"/>
                <a:gd name="T38" fmla="*/ 438 w 473"/>
                <a:gd name="T39" fmla="*/ 33 h 589"/>
                <a:gd name="T40" fmla="*/ 442 w 473"/>
                <a:gd name="T41" fmla="*/ 44 h 589"/>
                <a:gd name="T42" fmla="*/ 442 w 473"/>
                <a:gd name="T43" fmla="*/ 544 h 589"/>
                <a:gd name="T44" fmla="*/ 438 w 473"/>
                <a:gd name="T45" fmla="*/ 555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73" h="589">
                  <a:moveTo>
                    <a:pt x="438" y="555"/>
                  </a:moveTo>
                  <a:lnTo>
                    <a:pt x="438" y="555"/>
                  </a:lnTo>
                  <a:cubicBezTo>
                    <a:pt x="435" y="558"/>
                    <a:pt x="431" y="559"/>
                    <a:pt x="428" y="559"/>
                  </a:cubicBezTo>
                  <a:cubicBezTo>
                    <a:pt x="44" y="559"/>
                    <a:pt x="44" y="559"/>
                    <a:pt x="44" y="559"/>
                  </a:cubicBezTo>
                  <a:cubicBezTo>
                    <a:pt x="40" y="559"/>
                    <a:pt x="37" y="558"/>
                    <a:pt x="34" y="555"/>
                  </a:cubicBezTo>
                  <a:cubicBezTo>
                    <a:pt x="31" y="552"/>
                    <a:pt x="30" y="548"/>
                    <a:pt x="30" y="544"/>
                  </a:cubicBezTo>
                  <a:cubicBezTo>
                    <a:pt x="30" y="515"/>
                    <a:pt x="30" y="515"/>
                    <a:pt x="30" y="515"/>
                  </a:cubicBezTo>
                  <a:cubicBezTo>
                    <a:pt x="30" y="507"/>
                    <a:pt x="23" y="500"/>
                    <a:pt x="15" y="500"/>
                  </a:cubicBezTo>
                  <a:cubicBezTo>
                    <a:pt x="7" y="500"/>
                    <a:pt x="0" y="507"/>
                    <a:pt x="0" y="515"/>
                  </a:cubicBezTo>
                  <a:cubicBezTo>
                    <a:pt x="0" y="544"/>
                    <a:pt x="0" y="544"/>
                    <a:pt x="0" y="544"/>
                  </a:cubicBezTo>
                  <a:cubicBezTo>
                    <a:pt x="0" y="569"/>
                    <a:pt x="20" y="588"/>
                    <a:pt x="44" y="588"/>
                  </a:cubicBezTo>
                  <a:cubicBezTo>
                    <a:pt x="428" y="588"/>
                    <a:pt x="428" y="588"/>
                    <a:pt x="428" y="588"/>
                  </a:cubicBezTo>
                  <a:cubicBezTo>
                    <a:pt x="451" y="588"/>
                    <a:pt x="471" y="569"/>
                    <a:pt x="472" y="544"/>
                  </a:cubicBezTo>
                  <a:cubicBezTo>
                    <a:pt x="472" y="44"/>
                    <a:pt x="472" y="44"/>
                    <a:pt x="472" y="44"/>
                  </a:cubicBezTo>
                  <a:cubicBezTo>
                    <a:pt x="471" y="19"/>
                    <a:pt x="451" y="0"/>
                    <a:pt x="428" y="0"/>
                  </a:cubicBezTo>
                  <a:cubicBezTo>
                    <a:pt x="397" y="0"/>
                    <a:pt x="397" y="0"/>
                    <a:pt x="397" y="0"/>
                  </a:cubicBezTo>
                  <a:cubicBezTo>
                    <a:pt x="389" y="0"/>
                    <a:pt x="384" y="7"/>
                    <a:pt x="384" y="14"/>
                  </a:cubicBezTo>
                  <a:cubicBezTo>
                    <a:pt x="384" y="22"/>
                    <a:pt x="389" y="29"/>
                    <a:pt x="397" y="29"/>
                  </a:cubicBezTo>
                  <a:cubicBezTo>
                    <a:pt x="428" y="29"/>
                    <a:pt x="428" y="29"/>
                    <a:pt x="428" y="29"/>
                  </a:cubicBezTo>
                  <a:cubicBezTo>
                    <a:pt x="431" y="29"/>
                    <a:pt x="435" y="30"/>
                    <a:pt x="438" y="33"/>
                  </a:cubicBezTo>
                  <a:cubicBezTo>
                    <a:pt x="440" y="36"/>
                    <a:pt x="442" y="40"/>
                    <a:pt x="442" y="44"/>
                  </a:cubicBezTo>
                  <a:cubicBezTo>
                    <a:pt x="442" y="544"/>
                    <a:pt x="442" y="544"/>
                    <a:pt x="442" y="544"/>
                  </a:cubicBezTo>
                  <a:cubicBezTo>
                    <a:pt x="442" y="548"/>
                    <a:pt x="440" y="552"/>
                    <a:pt x="438" y="5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09" name="Freeform 337">
            <a:extLst>
              <a:ext uri="{FF2B5EF4-FFF2-40B4-BE49-F238E27FC236}">
                <a16:creationId xmlns:a16="http://schemas.microsoft.com/office/drawing/2014/main" id="{CDAF009B-EE3A-D516-CBBC-9641A5B20080}"/>
              </a:ext>
            </a:extLst>
          </p:cNvPr>
          <p:cNvSpPr>
            <a:spLocks noChangeArrowheads="1"/>
          </p:cNvSpPr>
          <p:nvPr/>
        </p:nvSpPr>
        <p:spPr bwMode="auto">
          <a:xfrm>
            <a:off x="10446270" y="1890341"/>
            <a:ext cx="234950" cy="252413"/>
          </a:xfrm>
          <a:custGeom>
            <a:avLst/>
            <a:gdLst>
              <a:gd name="T0" fmla="*/ 578 w 653"/>
              <a:gd name="T1" fmla="*/ 603 h 702"/>
              <a:gd name="T2" fmla="*/ 594 w 653"/>
              <a:gd name="T3" fmla="*/ 533 h 702"/>
              <a:gd name="T4" fmla="*/ 561 w 653"/>
              <a:gd name="T5" fmla="*/ 442 h 702"/>
              <a:gd name="T6" fmla="*/ 561 w 653"/>
              <a:gd name="T7" fmla="*/ 442 h 702"/>
              <a:gd name="T8" fmla="*/ 507 w 653"/>
              <a:gd name="T9" fmla="*/ 334 h 702"/>
              <a:gd name="T10" fmla="*/ 459 w 653"/>
              <a:gd name="T11" fmla="*/ 81 h 702"/>
              <a:gd name="T12" fmla="*/ 315 w 653"/>
              <a:gd name="T13" fmla="*/ 0 h 702"/>
              <a:gd name="T14" fmla="*/ 176 w 653"/>
              <a:gd name="T15" fmla="*/ 65 h 702"/>
              <a:gd name="T16" fmla="*/ 28 w 653"/>
              <a:gd name="T17" fmla="*/ 54 h 702"/>
              <a:gd name="T18" fmla="*/ 7 w 653"/>
              <a:gd name="T19" fmla="*/ 74 h 702"/>
              <a:gd name="T20" fmla="*/ 125 w 653"/>
              <a:gd name="T21" fmla="*/ 203 h 702"/>
              <a:gd name="T22" fmla="*/ 114 w 653"/>
              <a:gd name="T23" fmla="*/ 381 h 702"/>
              <a:gd name="T24" fmla="*/ 43 w 653"/>
              <a:gd name="T25" fmla="*/ 483 h 702"/>
              <a:gd name="T26" fmla="*/ 39 w 653"/>
              <a:gd name="T27" fmla="*/ 572 h 702"/>
              <a:gd name="T28" fmla="*/ 242 w 653"/>
              <a:gd name="T29" fmla="*/ 613 h 702"/>
              <a:gd name="T30" fmla="*/ 315 w 653"/>
              <a:gd name="T31" fmla="*/ 701 h 702"/>
              <a:gd name="T32" fmla="*/ 390 w 653"/>
              <a:gd name="T33" fmla="*/ 613 h 702"/>
              <a:gd name="T34" fmla="*/ 626 w 653"/>
              <a:gd name="T35" fmla="*/ 693 h 702"/>
              <a:gd name="T36" fmla="*/ 647 w 653"/>
              <a:gd name="T37" fmla="*/ 672 h 702"/>
              <a:gd name="T38" fmla="*/ 198 w 653"/>
              <a:gd name="T39" fmla="*/ 84 h 702"/>
              <a:gd name="T40" fmla="*/ 307 w 653"/>
              <a:gd name="T41" fmla="*/ 29 h 702"/>
              <a:gd name="T42" fmla="*/ 383 w 653"/>
              <a:gd name="T43" fmla="*/ 48 h 702"/>
              <a:gd name="T44" fmla="*/ 478 w 653"/>
              <a:gd name="T45" fmla="*/ 246 h 702"/>
              <a:gd name="T46" fmla="*/ 491 w 653"/>
              <a:gd name="T47" fmla="*/ 393 h 702"/>
              <a:gd name="T48" fmla="*/ 540 w 653"/>
              <a:gd name="T49" fmla="*/ 462 h 702"/>
              <a:gd name="T50" fmla="*/ 564 w 653"/>
              <a:gd name="T51" fmla="*/ 533 h 702"/>
              <a:gd name="T52" fmla="*/ 556 w 653"/>
              <a:gd name="T53" fmla="*/ 581 h 702"/>
              <a:gd name="T54" fmla="*/ 198 w 653"/>
              <a:gd name="T55" fmla="*/ 84 h 702"/>
              <a:gd name="T56" fmla="*/ 315 w 653"/>
              <a:gd name="T57" fmla="*/ 672 h 702"/>
              <a:gd name="T58" fmla="*/ 271 w 653"/>
              <a:gd name="T59" fmla="*/ 613 h 702"/>
              <a:gd name="T60" fmla="*/ 359 w 653"/>
              <a:gd name="T61" fmla="*/ 628 h 702"/>
              <a:gd name="T62" fmla="*/ 375 w 653"/>
              <a:gd name="T63" fmla="*/ 584 h 702"/>
              <a:gd name="T64" fmla="*/ 315 w 653"/>
              <a:gd name="T65" fmla="*/ 584 h 702"/>
              <a:gd name="T66" fmla="*/ 82 w 653"/>
              <a:gd name="T67" fmla="*/ 584 h 702"/>
              <a:gd name="T68" fmla="*/ 67 w 653"/>
              <a:gd name="T69" fmla="*/ 533 h 702"/>
              <a:gd name="T70" fmla="*/ 90 w 653"/>
              <a:gd name="T71" fmla="*/ 462 h 702"/>
              <a:gd name="T72" fmla="*/ 154 w 653"/>
              <a:gd name="T73" fmla="*/ 334 h 702"/>
              <a:gd name="T74" fmla="*/ 517 w 653"/>
              <a:gd name="T75" fmla="*/ 58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53" h="702">
                <a:moveTo>
                  <a:pt x="578" y="603"/>
                </a:moveTo>
                <a:lnTo>
                  <a:pt x="578" y="603"/>
                </a:lnTo>
                <a:cubicBezTo>
                  <a:pt x="586" y="595"/>
                  <a:pt x="591" y="584"/>
                  <a:pt x="593" y="572"/>
                </a:cubicBezTo>
                <a:cubicBezTo>
                  <a:pt x="593" y="558"/>
                  <a:pt x="594" y="544"/>
                  <a:pt x="594" y="533"/>
                </a:cubicBezTo>
                <a:cubicBezTo>
                  <a:pt x="594" y="514"/>
                  <a:pt x="593" y="498"/>
                  <a:pt x="587" y="483"/>
                </a:cubicBezTo>
                <a:cubicBezTo>
                  <a:pt x="583" y="468"/>
                  <a:pt x="575" y="454"/>
                  <a:pt x="561" y="442"/>
                </a:cubicBezTo>
                <a:cubicBezTo>
                  <a:pt x="551" y="451"/>
                  <a:pt x="551" y="451"/>
                  <a:pt x="551" y="451"/>
                </a:cubicBezTo>
                <a:cubicBezTo>
                  <a:pt x="561" y="442"/>
                  <a:pt x="561" y="442"/>
                  <a:pt x="561" y="442"/>
                </a:cubicBezTo>
                <a:cubicBezTo>
                  <a:pt x="539" y="418"/>
                  <a:pt x="525" y="399"/>
                  <a:pt x="518" y="381"/>
                </a:cubicBezTo>
                <a:cubicBezTo>
                  <a:pt x="510" y="363"/>
                  <a:pt x="507" y="348"/>
                  <a:pt x="507" y="334"/>
                </a:cubicBezTo>
                <a:cubicBezTo>
                  <a:pt x="507" y="246"/>
                  <a:pt x="507" y="246"/>
                  <a:pt x="507" y="246"/>
                </a:cubicBezTo>
                <a:cubicBezTo>
                  <a:pt x="507" y="189"/>
                  <a:pt x="491" y="128"/>
                  <a:pt x="459" y="81"/>
                </a:cubicBezTo>
                <a:cubicBezTo>
                  <a:pt x="442" y="58"/>
                  <a:pt x="423" y="37"/>
                  <a:pt x="398" y="23"/>
                </a:cubicBezTo>
                <a:cubicBezTo>
                  <a:pt x="375" y="8"/>
                  <a:pt x="347" y="0"/>
                  <a:pt x="315" y="0"/>
                </a:cubicBezTo>
                <a:cubicBezTo>
                  <a:pt x="312" y="0"/>
                  <a:pt x="308" y="0"/>
                  <a:pt x="304" y="0"/>
                </a:cubicBezTo>
                <a:cubicBezTo>
                  <a:pt x="253" y="3"/>
                  <a:pt x="207" y="29"/>
                  <a:pt x="176" y="65"/>
                </a:cubicBezTo>
                <a:cubicBezTo>
                  <a:pt x="154" y="91"/>
                  <a:pt x="137" y="121"/>
                  <a:pt x="130" y="156"/>
                </a:cubicBezTo>
                <a:cubicBezTo>
                  <a:pt x="28" y="54"/>
                  <a:pt x="28" y="54"/>
                  <a:pt x="28" y="54"/>
                </a:cubicBezTo>
                <a:cubicBezTo>
                  <a:pt x="22" y="48"/>
                  <a:pt x="13" y="48"/>
                  <a:pt x="7" y="54"/>
                </a:cubicBezTo>
                <a:cubicBezTo>
                  <a:pt x="0" y="59"/>
                  <a:pt x="0" y="69"/>
                  <a:pt x="7" y="74"/>
                </a:cubicBezTo>
                <a:cubicBezTo>
                  <a:pt x="125" y="192"/>
                  <a:pt x="125" y="192"/>
                  <a:pt x="125" y="192"/>
                </a:cubicBezTo>
                <a:cubicBezTo>
                  <a:pt x="125" y="196"/>
                  <a:pt x="125" y="199"/>
                  <a:pt x="125" y="203"/>
                </a:cubicBezTo>
                <a:cubicBezTo>
                  <a:pt x="125" y="334"/>
                  <a:pt x="125" y="334"/>
                  <a:pt x="125" y="334"/>
                </a:cubicBezTo>
                <a:cubicBezTo>
                  <a:pt x="125" y="348"/>
                  <a:pt x="122" y="363"/>
                  <a:pt x="114" y="381"/>
                </a:cubicBezTo>
                <a:cubicBezTo>
                  <a:pt x="105" y="399"/>
                  <a:pt x="91" y="418"/>
                  <a:pt x="69" y="442"/>
                </a:cubicBezTo>
                <a:cubicBezTo>
                  <a:pt x="57" y="454"/>
                  <a:pt x="49" y="468"/>
                  <a:pt x="43" y="483"/>
                </a:cubicBezTo>
                <a:cubicBezTo>
                  <a:pt x="39" y="498"/>
                  <a:pt x="38" y="514"/>
                  <a:pt x="38" y="533"/>
                </a:cubicBezTo>
                <a:cubicBezTo>
                  <a:pt x="38" y="544"/>
                  <a:pt x="38" y="558"/>
                  <a:pt x="39" y="572"/>
                </a:cubicBezTo>
                <a:cubicBezTo>
                  <a:pt x="39" y="595"/>
                  <a:pt x="58" y="613"/>
                  <a:pt x="82" y="613"/>
                </a:cubicBezTo>
                <a:cubicBezTo>
                  <a:pt x="242" y="613"/>
                  <a:pt x="242" y="613"/>
                  <a:pt x="242" y="613"/>
                </a:cubicBezTo>
                <a:cubicBezTo>
                  <a:pt x="242" y="628"/>
                  <a:pt x="242" y="628"/>
                  <a:pt x="242" y="628"/>
                </a:cubicBezTo>
                <a:cubicBezTo>
                  <a:pt x="242" y="670"/>
                  <a:pt x="275" y="701"/>
                  <a:pt x="315" y="701"/>
                </a:cubicBezTo>
                <a:cubicBezTo>
                  <a:pt x="357" y="701"/>
                  <a:pt x="390" y="670"/>
                  <a:pt x="390" y="628"/>
                </a:cubicBezTo>
                <a:cubicBezTo>
                  <a:pt x="390" y="613"/>
                  <a:pt x="390" y="613"/>
                  <a:pt x="390" y="613"/>
                </a:cubicBezTo>
                <a:cubicBezTo>
                  <a:pt x="546" y="613"/>
                  <a:pt x="546" y="613"/>
                  <a:pt x="546" y="613"/>
                </a:cubicBezTo>
                <a:cubicBezTo>
                  <a:pt x="626" y="693"/>
                  <a:pt x="626" y="693"/>
                  <a:pt x="626" y="693"/>
                </a:cubicBezTo>
                <a:cubicBezTo>
                  <a:pt x="631" y="699"/>
                  <a:pt x="641" y="699"/>
                  <a:pt x="647" y="693"/>
                </a:cubicBezTo>
                <a:cubicBezTo>
                  <a:pt x="652" y="688"/>
                  <a:pt x="652" y="678"/>
                  <a:pt x="647" y="672"/>
                </a:cubicBezTo>
                <a:lnTo>
                  <a:pt x="578" y="603"/>
                </a:lnTo>
                <a:close/>
                <a:moveTo>
                  <a:pt x="198" y="84"/>
                </a:moveTo>
                <a:lnTo>
                  <a:pt x="198" y="84"/>
                </a:lnTo>
                <a:cubicBezTo>
                  <a:pt x="225" y="52"/>
                  <a:pt x="263" y="32"/>
                  <a:pt x="307" y="29"/>
                </a:cubicBezTo>
                <a:cubicBezTo>
                  <a:pt x="310" y="29"/>
                  <a:pt x="312" y="29"/>
                  <a:pt x="315" y="29"/>
                </a:cubicBezTo>
                <a:cubicBezTo>
                  <a:pt x="341" y="29"/>
                  <a:pt x="364" y="36"/>
                  <a:pt x="383" y="48"/>
                </a:cubicBezTo>
                <a:cubicBezTo>
                  <a:pt x="413" y="66"/>
                  <a:pt x="437" y="95"/>
                  <a:pt x="453" y="131"/>
                </a:cubicBezTo>
                <a:cubicBezTo>
                  <a:pt x="468" y="167"/>
                  <a:pt x="478" y="207"/>
                  <a:pt x="478" y="246"/>
                </a:cubicBezTo>
                <a:cubicBezTo>
                  <a:pt x="478" y="334"/>
                  <a:pt x="478" y="334"/>
                  <a:pt x="478" y="334"/>
                </a:cubicBezTo>
                <a:cubicBezTo>
                  <a:pt x="478" y="352"/>
                  <a:pt x="481" y="371"/>
                  <a:pt x="491" y="393"/>
                </a:cubicBezTo>
                <a:cubicBezTo>
                  <a:pt x="500" y="416"/>
                  <a:pt x="517" y="438"/>
                  <a:pt x="540" y="462"/>
                </a:cubicBezTo>
                <a:lnTo>
                  <a:pt x="540" y="462"/>
                </a:lnTo>
                <a:cubicBezTo>
                  <a:pt x="551" y="472"/>
                  <a:pt x="556" y="480"/>
                  <a:pt x="560" y="491"/>
                </a:cubicBezTo>
                <a:cubicBezTo>
                  <a:pt x="562" y="502"/>
                  <a:pt x="564" y="515"/>
                  <a:pt x="564" y="533"/>
                </a:cubicBezTo>
                <a:cubicBezTo>
                  <a:pt x="564" y="544"/>
                  <a:pt x="564" y="556"/>
                  <a:pt x="564" y="570"/>
                </a:cubicBezTo>
                <a:cubicBezTo>
                  <a:pt x="562" y="576"/>
                  <a:pt x="560" y="580"/>
                  <a:pt x="556" y="581"/>
                </a:cubicBezTo>
                <a:cubicBezTo>
                  <a:pt x="155" y="181"/>
                  <a:pt x="155" y="181"/>
                  <a:pt x="155" y="181"/>
                </a:cubicBezTo>
                <a:cubicBezTo>
                  <a:pt x="159" y="145"/>
                  <a:pt x="174" y="110"/>
                  <a:pt x="198" y="84"/>
                </a:cubicBezTo>
                <a:close/>
                <a:moveTo>
                  <a:pt x="315" y="672"/>
                </a:moveTo>
                <a:lnTo>
                  <a:pt x="315" y="672"/>
                </a:lnTo>
                <a:cubicBezTo>
                  <a:pt x="292" y="672"/>
                  <a:pt x="271" y="653"/>
                  <a:pt x="271" y="628"/>
                </a:cubicBezTo>
                <a:cubicBezTo>
                  <a:pt x="271" y="613"/>
                  <a:pt x="271" y="613"/>
                  <a:pt x="271" y="613"/>
                </a:cubicBezTo>
                <a:cubicBezTo>
                  <a:pt x="359" y="613"/>
                  <a:pt x="359" y="613"/>
                  <a:pt x="359" y="613"/>
                </a:cubicBezTo>
                <a:cubicBezTo>
                  <a:pt x="359" y="628"/>
                  <a:pt x="359" y="628"/>
                  <a:pt x="359" y="628"/>
                </a:cubicBezTo>
                <a:cubicBezTo>
                  <a:pt x="359" y="653"/>
                  <a:pt x="340" y="672"/>
                  <a:pt x="315" y="672"/>
                </a:cubicBezTo>
                <a:close/>
                <a:moveTo>
                  <a:pt x="375" y="584"/>
                </a:moveTo>
                <a:lnTo>
                  <a:pt x="375" y="584"/>
                </a:lnTo>
                <a:cubicBezTo>
                  <a:pt x="315" y="584"/>
                  <a:pt x="315" y="584"/>
                  <a:pt x="315" y="584"/>
                </a:cubicBezTo>
                <a:cubicBezTo>
                  <a:pt x="257" y="584"/>
                  <a:pt x="257" y="584"/>
                  <a:pt x="257" y="584"/>
                </a:cubicBezTo>
                <a:cubicBezTo>
                  <a:pt x="82" y="584"/>
                  <a:pt x="82" y="584"/>
                  <a:pt x="82" y="584"/>
                </a:cubicBezTo>
                <a:cubicBezTo>
                  <a:pt x="75" y="584"/>
                  <a:pt x="68" y="578"/>
                  <a:pt x="68" y="570"/>
                </a:cubicBezTo>
                <a:cubicBezTo>
                  <a:pt x="67" y="556"/>
                  <a:pt x="67" y="544"/>
                  <a:pt x="67" y="533"/>
                </a:cubicBezTo>
                <a:cubicBezTo>
                  <a:pt x="67" y="515"/>
                  <a:pt x="68" y="502"/>
                  <a:pt x="71" y="491"/>
                </a:cubicBezTo>
                <a:cubicBezTo>
                  <a:pt x="75" y="480"/>
                  <a:pt x="80" y="472"/>
                  <a:pt x="90" y="462"/>
                </a:cubicBezTo>
                <a:cubicBezTo>
                  <a:pt x="115" y="438"/>
                  <a:pt x="130" y="416"/>
                  <a:pt x="140" y="393"/>
                </a:cubicBezTo>
                <a:cubicBezTo>
                  <a:pt x="149" y="371"/>
                  <a:pt x="154" y="352"/>
                  <a:pt x="154" y="334"/>
                </a:cubicBezTo>
                <a:cubicBezTo>
                  <a:pt x="154" y="221"/>
                  <a:pt x="154" y="221"/>
                  <a:pt x="154" y="221"/>
                </a:cubicBezTo>
                <a:cubicBezTo>
                  <a:pt x="517" y="584"/>
                  <a:pt x="517" y="584"/>
                  <a:pt x="517" y="584"/>
                </a:cubicBezTo>
                <a:lnTo>
                  <a:pt x="375" y="584"/>
                </a:lnTo>
                <a:close/>
              </a:path>
            </a:pathLst>
          </a:custGeom>
          <a:solidFill>
            <a:schemeClr val="accent4"/>
          </a:solidFill>
          <a:ln>
            <a:noFill/>
          </a:ln>
          <a:effectLst/>
        </p:spPr>
        <p:txBody>
          <a:bodyPr wrap="none" anchor="ctr"/>
          <a:lstStyle/>
          <a:p>
            <a:endParaRPr lang="da-DK">
              <a:solidFill>
                <a:schemeClr val="tx2"/>
              </a:solidFill>
            </a:endParaRPr>
          </a:p>
        </p:txBody>
      </p:sp>
      <p:sp>
        <p:nvSpPr>
          <p:cNvPr id="410" name="Freeform 338">
            <a:extLst>
              <a:ext uri="{FF2B5EF4-FFF2-40B4-BE49-F238E27FC236}">
                <a16:creationId xmlns:a16="http://schemas.microsoft.com/office/drawing/2014/main" id="{888907BF-308D-14D9-2BA2-CC1AFD67DD90}"/>
              </a:ext>
            </a:extLst>
          </p:cNvPr>
          <p:cNvSpPr>
            <a:spLocks noChangeArrowheads="1"/>
          </p:cNvSpPr>
          <p:nvPr/>
        </p:nvSpPr>
        <p:spPr bwMode="auto">
          <a:xfrm>
            <a:off x="8941320" y="2400722"/>
            <a:ext cx="192088" cy="255587"/>
          </a:xfrm>
          <a:custGeom>
            <a:avLst/>
            <a:gdLst>
              <a:gd name="T0" fmla="*/ 530 w 533"/>
              <a:gd name="T1" fmla="*/ 75 h 709"/>
              <a:gd name="T2" fmla="*/ 530 w 533"/>
              <a:gd name="T3" fmla="*/ 75 h 709"/>
              <a:gd name="T4" fmla="*/ 457 w 533"/>
              <a:gd name="T5" fmla="*/ 0 h 709"/>
              <a:gd name="T6" fmla="*/ 428 w 533"/>
              <a:gd name="T7" fmla="*/ 0 h 709"/>
              <a:gd name="T8" fmla="*/ 251 w 533"/>
              <a:gd name="T9" fmla="*/ 0 h 709"/>
              <a:gd name="T10" fmla="*/ 75 w 533"/>
              <a:gd name="T11" fmla="*/ 0 h 709"/>
              <a:gd name="T12" fmla="*/ 0 w 533"/>
              <a:gd name="T13" fmla="*/ 75 h 709"/>
              <a:gd name="T14" fmla="*/ 0 w 533"/>
              <a:gd name="T15" fmla="*/ 634 h 709"/>
              <a:gd name="T16" fmla="*/ 75 w 533"/>
              <a:gd name="T17" fmla="*/ 708 h 709"/>
              <a:gd name="T18" fmla="*/ 517 w 533"/>
              <a:gd name="T19" fmla="*/ 708 h 709"/>
              <a:gd name="T20" fmla="*/ 530 w 533"/>
              <a:gd name="T21" fmla="*/ 697 h 709"/>
              <a:gd name="T22" fmla="*/ 522 w 533"/>
              <a:gd name="T23" fmla="*/ 680 h 709"/>
              <a:gd name="T24" fmla="*/ 494 w 533"/>
              <a:gd name="T25" fmla="*/ 658 h 709"/>
              <a:gd name="T26" fmla="*/ 486 w 533"/>
              <a:gd name="T27" fmla="*/ 634 h 709"/>
              <a:gd name="T28" fmla="*/ 494 w 533"/>
              <a:gd name="T29" fmla="*/ 611 h 709"/>
              <a:gd name="T30" fmla="*/ 522 w 533"/>
              <a:gd name="T31" fmla="*/ 589 h 709"/>
              <a:gd name="T32" fmla="*/ 526 w 533"/>
              <a:gd name="T33" fmla="*/ 586 h 709"/>
              <a:gd name="T34" fmla="*/ 526 w 533"/>
              <a:gd name="T35" fmla="*/ 586 h 709"/>
              <a:gd name="T36" fmla="*/ 526 w 533"/>
              <a:gd name="T37" fmla="*/ 586 h 709"/>
              <a:gd name="T38" fmla="*/ 529 w 533"/>
              <a:gd name="T39" fmla="*/ 582 h 709"/>
              <a:gd name="T40" fmla="*/ 530 w 533"/>
              <a:gd name="T41" fmla="*/ 581 h 709"/>
              <a:gd name="T42" fmla="*/ 530 w 533"/>
              <a:gd name="T43" fmla="*/ 576 h 709"/>
              <a:gd name="T44" fmla="*/ 530 w 533"/>
              <a:gd name="T45" fmla="*/ 575 h 709"/>
              <a:gd name="T46" fmla="*/ 530 w 533"/>
              <a:gd name="T47" fmla="*/ 75 h 709"/>
              <a:gd name="T48" fmla="*/ 413 w 533"/>
              <a:gd name="T49" fmla="*/ 31 h 709"/>
              <a:gd name="T50" fmla="*/ 413 w 533"/>
              <a:gd name="T51" fmla="*/ 31 h 709"/>
              <a:gd name="T52" fmla="*/ 413 w 533"/>
              <a:gd name="T53" fmla="*/ 304 h 709"/>
              <a:gd name="T54" fmla="*/ 349 w 533"/>
              <a:gd name="T55" fmla="*/ 241 h 709"/>
              <a:gd name="T56" fmla="*/ 329 w 533"/>
              <a:gd name="T57" fmla="*/ 241 h 709"/>
              <a:gd name="T58" fmla="*/ 265 w 533"/>
              <a:gd name="T59" fmla="*/ 304 h 709"/>
              <a:gd name="T60" fmla="*/ 265 w 533"/>
              <a:gd name="T61" fmla="*/ 31 h 709"/>
              <a:gd name="T62" fmla="*/ 413 w 533"/>
              <a:gd name="T63" fmla="*/ 31 h 709"/>
              <a:gd name="T64" fmla="*/ 75 w 533"/>
              <a:gd name="T65" fmla="*/ 31 h 709"/>
              <a:gd name="T66" fmla="*/ 75 w 533"/>
              <a:gd name="T67" fmla="*/ 31 h 709"/>
              <a:gd name="T68" fmla="*/ 236 w 533"/>
              <a:gd name="T69" fmla="*/ 31 h 709"/>
              <a:gd name="T70" fmla="*/ 236 w 533"/>
              <a:gd name="T71" fmla="*/ 340 h 709"/>
              <a:gd name="T72" fmla="*/ 244 w 533"/>
              <a:gd name="T73" fmla="*/ 354 h 709"/>
              <a:gd name="T74" fmla="*/ 261 w 533"/>
              <a:gd name="T75" fmla="*/ 350 h 709"/>
              <a:gd name="T76" fmla="*/ 340 w 533"/>
              <a:gd name="T77" fmla="*/ 272 h 709"/>
              <a:gd name="T78" fmla="*/ 417 w 533"/>
              <a:gd name="T79" fmla="*/ 350 h 709"/>
              <a:gd name="T80" fmla="*/ 434 w 533"/>
              <a:gd name="T81" fmla="*/ 354 h 709"/>
              <a:gd name="T82" fmla="*/ 442 w 533"/>
              <a:gd name="T83" fmla="*/ 340 h 709"/>
              <a:gd name="T84" fmla="*/ 442 w 533"/>
              <a:gd name="T85" fmla="*/ 31 h 709"/>
              <a:gd name="T86" fmla="*/ 457 w 533"/>
              <a:gd name="T87" fmla="*/ 31 h 709"/>
              <a:gd name="T88" fmla="*/ 501 w 533"/>
              <a:gd name="T89" fmla="*/ 75 h 709"/>
              <a:gd name="T90" fmla="*/ 501 w 533"/>
              <a:gd name="T91" fmla="*/ 561 h 709"/>
              <a:gd name="T92" fmla="*/ 75 w 533"/>
              <a:gd name="T93" fmla="*/ 561 h 709"/>
              <a:gd name="T94" fmla="*/ 30 w 533"/>
              <a:gd name="T95" fmla="*/ 576 h 709"/>
              <a:gd name="T96" fmla="*/ 30 w 533"/>
              <a:gd name="T97" fmla="*/ 75 h 709"/>
              <a:gd name="T98" fmla="*/ 75 w 533"/>
              <a:gd name="T99" fmla="*/ 31 h 709"/>
              <a:gd name="T100" fmla="*/ 30 w 533"/>
              <a:gd name="T101" fmla="*/ 634 h 709"/>
              <a:gd name="T102" fmla="*/ 30 w 533"/>
              <a:gd name="T103" fmla="*/ 634 h 709"/>
              <a:gd name="T104" fmla="*/ 30 w 533"/>
              <a:gd name="T105" fmla="*/ 634 h 709"/>
              <a:gd name="T106" fmla="*/ 30 w 533"/>
              <a:gd name="T107" fmla="*/ 634 h 709"/>
              <a:gd name="T108" fmla="*/ 75 w 533"/>
              <a:gd name="T109" fmla="*/ 590 h 709"/>
              <a:gd name="T110" fmla="*/ 75 w 533"/>
              <a:gd name="T111" fmla="*/ 590 h 709"/>
              <a:gd name="T112" fmla="*/ 474 w 533"/>
              <a:gd name="T113" fmla="*/ 590 h 709"/>
              <a:gd name="T114" fmla="*/ 471 w 533"/>
              <a:gd name="T115" fmla="*/ 594 h 709"/>
              <a:gd name="T116" fmla="*/ 457 w 533"/>
              <a:gd name="T117" fmla="*/ 634 h 709"/>
              <a:gd name="T118" fmla="*/ 471 w 533"/>
              <a:gd name="T119" fmla="*/ 676 h 709"/>
              <a:gd name="T120" fmla="*/ 474 w 533"/>
              <a:gd name="T121" fmla="*/ 679 h 709"/>
              <a:gd name="T122" fmla="*/ 75 w 533"/>
              <a:gd name="T123" fmla="*/ 679 h 709"/>
              <a:gd name="T124" fmla="*/ 30 w 533"/>
              <a:gd name="T125" fmla="*/ 63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33" h="709">
                <a:moveTo>
                  <a:pt x="530" y="75"/>
                </a:moveTo>
                <a:lnTo>
                  <a:pt x="530" y="75"/>
                </a:lnTo>
                <a:cubicBezTo>
                  <a:pt x="530" y="34"/>
                  <a:pt x="497" y="0"/>
                  <a:pt x="457" y="0"/>
                </a:cubicBezTo>
                <a:cubicBezTo>
                  <a:pt x="428" y="0"/>
                  <a:pt x="428" y="0"/>
                  <a:pt x="428" y="0"/>
                </a:cubicBezTo>
                <a:cubicBezTo>
                  <a:pt x="251" y="0"/>
                  <a:pt x="251" y="0"/>
                  <a:pt x="251" y="0"/>
                </a:cubicBezTo>
                <a:cubicBezTo>
                  <a:pt x="75" y="0"/>
                  <a:pt x="75" y="0"/>
                  <a:pt x="75" y="0"/>
                </a:cubicBezTo>
                <a:cubicBezTo>
                  <a:pt x="33" y="0"/>
                  <a:pt x="0" y="34"/>
                  <a:pt x="0" y="75"/>
                </a:cubicBezTo>
                <a:cubicBezTo>
                  <a:pt x="0" y="634"/>
                  <a:pt x="0" y="634"/>
                  <a:pt x="0" y="634"/>
                </a:cubicBezTo>
                <a:cubicBezTo>
                  <a:pt x="0" y="676"/>
                  <a:pt x="33" y="708"/>
                  <a:pt x="75" y="708"/>
                </a:cubicBezTo>
                <a:cubicBezTo>
                  <a:pt x="517" y="708"/>
                  <a:pt x="517" y="708"/>
                  <a:pt x="517" y="708"/>
                </a:cubicBezTo>
                <a:cubicBezTo>
                  <a:pt x="522" y="708"/>
                  <a:pt x="529" y="703"/>
                  <a:pt x="530" y="697"/>
                </a:cubicBezTo>
                <a:cubicBezTo>
                  <a:pt x="532" y="690"/>
                  <a:pt x="529" y="683"/>
                  <a:pt x="522" y="680"/>
                </a:cubicBezTo>
                <a:cubicBezTo>
                  <a:pt x="510" y="674"/>
                  <a:pt x="500" y="666"/>
                  <a:pt x="494" y="658"/>
                </a:cubicBezTo>
                <a:cubicBezTo>
                  <a:pt x="489" y="650"/>
                  <a:pt x="486" y="643"/>
                  <a:pt x="486" y="634"/>
                </a:cubicBezTo>
                <a:cubicBezTo>
                  <a:pt x="486" y="627"/>
                  <a:pt x="489" y="619"/>
                  <a:pt x="494" y="611"/>
                </a:cubicBezTo>
                <a:cubicBezTo>
                  <a:pt x="500" y="603"/>
                  <a:pt x="510" y="596"/>
                  <a:pt x="522" y="589"/>
                </a:cubicBezTo>
                <a:cubicBezTo>
                  <a:pt x="523" y="589"/>
                  <a:pt x="525" y="587"/>
                  <a:pt x="526" y="586"/>
                </a:cubicBezTo>
                <a:lnTo>
                  <a:pt x="526" y="586"/>
                </a:lnTo>
                <a:lnTo>
                  <a:pt x="526" y="586"/>
                </a:lnTo>
                <a:cubicBezTo>
                  <a:pt x="528" y="585"/>
                  <a:pt x="529" y="583"/>
                  <a:pt x="529" y="582"/>
                </a:cubicBezTo>
                <a:cubicBezTo>
                  <a:pt x="529" y="581"/>
                  <a:pt x="529" y="581"/>
                  <a:pt x="530" y="581"/>
                </a:cubicBezTo>
                <a:cubicBezTo>
                  <a:pt x="530" y="579"/>
                  <a:pt x="530" y="578"/>
                  <a:pt x="530" y="576"/>
                </a:cubicBezTo>
                <a:cubicBezTo>
                  <a:pt x="530" y="576"/>
                  <a:pt x="530" y="576"/>
                  <a:pt x="530" y="575"/>
                </a:cubicBezTo>
                <a:lnTo>
                  <a:pt x="530" y="75"/>
                </a:lnTo>
                <a:close/>
                <a:moveTo>
                  <a:pt x="413" y="31"/>
                </a:moveTo>
                <a:lnTo>
                  <a:pt x="413" y="31"/>
                </a:lnTo>
                <a:cubicBezTo>
                  <a:pt x="413" y="304"/>
                  <a:pt x="413" y="304"/>
                  <a:pt x="413" y="304"/>
                </a:cubicBezTo>
                <a:cubicBezTo>
                  <a:pt x="349" y="241"/>
                  <a:pt x="349" y="241"/>
                  <a:pt x="349" y="241"/>
                </a:cubicBezTo>
                <a:cubicBezTo>
                  <a:pt x="344" y="235"/>
                  <a:pt x="334" y="235"/>
                  <a:pt x="329" y="241"/>
                </a:cubicBezTo>
                <a:cubicBezTo>
                  <a:pt x="265" y="304"/>
                  <a:pt x="265" y="304"/>
                  <a:pt x="265" y="304"/>
                </a:cubicBezTo>
                <a:cubicBezTo>
                  <a:pt x="265" y="31"/>
                  <a:pt x="265" y="31"/>
                  <a:pt x="265" y="31"/>
                </a:cubicBezTo>
                <a:lnTo>
                  <a:pt x="413" y="31"/>
                </a:lnTo>
                <a:close/>
                <a:moveTo>
                  <a:pt x="75" y="31"/>
                </a:moveTo>
                <a:lnTo>
                  <a:pt x="75" y="31"/>
                </a:lnTo>
                <a:cubicBezTo>
                  <a:pt x="236" y="31"/>
                  <a:pt x="236" y="31"/>
                  <a:pt x="236" y="31"/>
                </a:cubicBezTo>
                <a:cubicBezTo>
                  <a:pt x="236" y="340"/>
                  <a:pt x="236" y="340"/>
                  <a:pt x="236" y="340"/>
                </a:cubicBezTo>
                <a:cubicBezTo>
                  <a:pt x="236" y="346"/>
                  <a:pt x="239" y="351"/>
                  <a:pt x="244" y="354"/>
                </a:cubicBezTo>
                <a:cubicBezTo>
                  <a:pt x="250" y="355"/>
                  <a:pt x="257" y="354"/>
                  <a:pt x="261" y="350"/>
                </a:cubicBezTo>
                <a:cubicBezTo>
                  <a:pt x="340" y="272"/>
                  <a:pt x="340" y="272"/>
                  <a:pt x="340" y="272"/>
                </a:cubicBezTo>
                <a:cubicBezTo>
                  <a:pt x="417" y="350"/>
                  <a:pt x="417" y="350"/>
                  <a:pt x="417" y="350"/>
                </a:cubicBezTo>
                <a:cubicBezTo>
                  <a:pt x="421" y="354"/>
                  <a:pt x="428" y="355"/>
                  <a:pt x="434" y="354"/>
                </a:cubicBezTo>
                <a:cubicBezTo>
                  <a:pt x="439" y="351"/>
                  <a:pt x="442" y="346"/>
                  <a:pt x="442" y="340"/>
                </a:cubicBezTo>
                <a:cubicBezTo>
                  <a:pt x="442" y="31"/>
                  <a:pt x="442" y="31"/>
                  <a:pt x="442" y="31"/>
                </a:cubicBezTo>
                <a:cubicBezTo>
                  <a:pt x="457" y="31"/>
                  <a:pt x="457" y="31"/>
                  <a:pt x="457" y="31"/>
                </a:cubicBezTo>
                <a:cubicBezTo>
                  <a:pt x="482" y="31"/>
                  <a:pt x="501" y="50"/>
                  <a:pt x="501" y="75"/>
                </a:cubicBezTo>
                <a:cubicBezTo>
                  <a:pt x="501" y="561"/>
                  <a:pt x="501" y="561"/>
                  <a:pt x="501" y="561"/>
                </a:cubicBezTo>
                <a:cubicBezTo>
                  <a:pt x="75" y="561"/>
                  <a:pt x="75" y="561"/>
                  <a:pt x="75" y="561"/>
                </a:cubicBezTo>
                <a:cubicBezTo>
                  <a:pt x="57" y="561"/>
                  <a:pt x="41" y="567"/>
                  <a:pt x="30" y="576"/>
                </a:cubicBezTo>
                <a:cubicBezTo>
                  <a:pt x="30" y="75"/>
                  <a:pt x="30" y="75"/>
                  <a:pt x="30" y="75"/>
                </a:cubicBezTo>
                <a:cubicBezTo>
                  <a:pt x="30" y="50"/>
                  <a:pt x="50" y="31"/>
                  <a:pt x="75" y="31"/>
                </a:cubicBezTo>
                <a:close/>
                <a:moveTo>
                  <a:pt x="30" y="634"/>
                </a:moveTo>
                <a:lnTo>
                  <a:pt x="30" y="634"/>
                </a:lnTo>
                <a:lnTo>
                  <a:pt x="30" y="634"/>
                </a:lnTo>
                <a:lnTo>
                  <a:pt x="30" y="634"/>
                </a:lnTo>
                <a:cubicBezTo>
                  <a:pt x="30" y="609"/>
                  <a:pt x="50" y="590"/>
                  <a:pt x="75" y="590"/>
                </a:cubicBezTo>
                <a:lnTo>
                  <a:pt x="75" y="590"/>
                </a:lnTo>
                <a:cubicBezTo>
                  <a:pt x="474" y="590"/>
                  <a:pt x="474" y="590"/>
                  <a:pt x="474" y="590"/>
                </a:cubicBezTo>
                <a:cubicBezTo>
                  <a:pt x="472" y="592"/>
                  <a:pt x="472" y="593"/>
                  <a:pt x="471" y="594"/>
                </a:cubicBezTo>
                <a:cubicBezTo>
                  <a:pt x="461" y="605"/>
                  <a:pt x="457" y="621"/>
                  <a:pt x="457" y="634"/>
                </a:cubicBezTo>
                <a:cubicBezTo>
                  <a:pt x="457" y="650"/>
                  <a:pt x="461" y="663"/>
                  <a:pt x="471" y="676"/>
                </a:cubicBezTo>
                <a:cubicBezTo>
                  <a:pt x="472" y="677"/>
                  <a:pt x="472" y="677"/>
                  <a:pt x="474" y="679"/>
                </a:cubicBezTo>
                <a:cubicBezTo>
                  <a:pt x="75" y="679"/>
                  <a:pt x="75" y="679"/>
                  <a:pt x="75" y="679"/>
                </a:cubicBezTo>
                <a:cubicBezTo>
                  <a:pt x="50" y="679"/>
                  <a:pt x="30" y="659"/>
                  <a:pt x="30" y="63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11" name="Freeform 339">
            <a:extLst>
              <a:ext uri="{FF2B5EF4-FFF2-40B4-BE49-F238E27FC236}">
                <a16:creationId xmlns:a16="http://schemas.microsoft.com/office/drawing/2014/main" id="{80B38940-460D-30B2-CE69-E7917AFC5084}"/>
              </a:ext>
            </a:extLst>
          </p:cNvPr>
          <p:cNvSpPr>
            <a:spLocks noChangeArrowheads="1"/>
          </p:cNvSpPr>
          <p:nvPr/>
        </p:nvSpPr>
        <p:spPr bwMode="auto">
          <a:xfrm>
            <a:off x="9439795" y="2400722"/>
            <a:ext cx="192088" cy="255587"/>
          </a:xfrm>
          <a:custGeom>
            <a:avLst/>
            <a:gdLst>
              <a:gd name="T0" fmla="*/ 0 w 532"/>
              <a:gd name="T1" fmla="*/ 663 h 709"/>
              <a:gd name="T2" fmla="*/ 0 w 532"/>
              <a:gd name="T3" fmla="*/ 663 h 709"/>
              <a:gd name="T4" fmla="*/ 44 w 532"/>
              <a:gd name="T5" fmla="*/ 708 h 709"/>
              <a:gd name="T6" fmla="*/ 486 w 532"/>
              <a:gd name="T7" fmla="*/ 708 h 709"/>
              <a:gd name="T8" fmla="*/ 531 w 532"/>
              <a:gd name="T9" fmla="*/ 663 h 709"/>
              <a:gd name="T10" fmla="*/ 531 w 532"/>
              <a:gd name="T11" fmla="*/ 45 h 709"/>
              <a:gd name="T12" fmla="*/ 486 w 532"/>
              <a:gd name="T13" fmla="*/ 0 h 709"/>
              <a:gd name="T14" fmla="*/ 44 w 532"/>
              <a:gd name="T15" fmla="*/ 0 h 709"/>
              <a:gd name="T16" fmla="*/ 0 w 532"/>
              <a:gd name="T17" fmla="*/ 45 h 709"/>
              <a:gd name="T18" fmla="*/ 0 w 532"/>
              <a:gd name="T19" fmla="*/ 663 h 709"/>
              <a:gd name="T20" fmla="*/ 29 w 532"/>
              <a:gd name="T21" fmla="*/ 45 h 709"/>
              <a:gd name="T22" fmla="*/ 29 w 532"/>
              <a:gd name="T23" fmla="*/ 45 h 709"/>
              <a:gd name="T24" fmla="*/ 44 w 532"/>
              <a:gd name="T25" fmla="*/ 31 h 709"/>
              <a:gd name="T26" fmla="*/ 486 w 532"/>
              <a:gd name="T27" fmla="*/ 31 h 709"/>
              <a:gd name="T28" fmla="*/ 502 w 532"/>
              <a:gd name="T29" fmla="*/ 45 h 709"/>
              <a:gd name="T30" fmla="*/ 502 w 532"/>
              <a:gd name="T31" fmla="*/ 663 h 709"/>
              <a:gd name="T32" fmla="*/ 486 w 532"/>
              <a:gd name="T33" fmla="*/ 679 h 709"/>
              <a:gd name="T34" fmla="*/ 44 w 532"/>
              <a:gd name="T35" fmla="*/ 679 h 709"/>
              <a:gd name="T36" fmla="*/ 29 w 532"/>
              <a:gd name="T37" fmla="*/ 663 h 709"/>
              <a:gd name="T38" fmla="*/ 29 w 532"/>
              <a:gd name="T39" fmla="*/ 45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32" h="709">
                <a:moveTo>
                  <a:pt x="0" y="663"/>
                </a:moveTo>
                <a:lnTo>
                  <a:pt x="0" y="663"/>
                </a:lnTo>
                <a:cubicBezTo>
                  <a:pt x="0" y="688"/>
                  <a:pt x="20" y="708"/>
                  <a:pt x="44" y="708"/>
                </a:cubicBezTo>
                <a:cubicBezTo>
                  <a:pt x="486" y="708"/>
                  <a:pt x="486" y="708"/>
                  <a:pt x="486" y="708"/>
                </a:cubicBezTo>
                <a:cubicBezTo>
                  <a:pt x="511" y="708"/>
                  <a:pt x="531" y="688"/>
                  <a:pt x="531" y="663"/>
                </a:cubicBezTo>
                <a:cubicBezTo>
                  <a:pt x="531" y="45"/>
                  <a:pt x="531" y="45"/>
                  <a:pt x="531" y="45"/>
                </a:cubicBezTo>
                <a:cubicBezTo>
                  <a:pt x="531" y="21"/>
                  <a:pt x="511" y="0"/>
                  <a:pt x="486" y="0"/>
                </a:cubicBezTo>
                <a:cubicBezTo>
                  <a:pt x="44" y="0"/>
                  <a:pt x="44" y="0"/>
                  <a:pt x="44" y="0"/>
                </a:cubicBezTo>
                <a:cubicBezTo>
                  <a:pt x="20" y="0"/>
                  <a:pt x="0" y="21"/>
                  <a:pt x="0" y="45"/>
                </a:cubicBezTo>
                <a:lnTo>
                  <a:pt x="0" y="663"/>
                </a:lnTo>
                <a:close/>
                <a:moveTo>
                  <a:pt x="29" y="45"/>
                </a:moveTo>
                <a:lnTo>
                  <a:pt x="29" y="45"/>
                </a:lnTo>
                <a:cubicBezTo>
                  <a:pt x="29" y="38"/>
                  <a:pt x="36" y="31"/>
                  <a:pt x="44" y="31"/>
                </a:cubicBezTo>
                <a:cubicBezTo>
                  <a:pt x="486" y="31"/>
                  <a:pt x="486" y="31"/>
                  <a:pt x="486" y="31"/>
                </a:cubicBezTo>
                <a:cubicBezTo>
                  <a:pt x="495" y="31"/>
                  <a:pt x="502" y="38"/>
                  <a:pt x="502" y="45"/>
                </a:cubicBezTo>
                <a:cubicBezTo>
                  <a:pt x="502" y="663"/>
                  <a:pt x="502" y="663"/>
                  <a:pt x="502" y="663"/>
                </a:cubicBezTo>
                <a:cubicBezTo>
                  <a:pt x="502" y="672"/>
                  <a:pt x="495" y="679"/>
                  <a:pt x="486" y="679"/>
                </a:cubicBezTo>
                <a:cubicBezTo>
                  <a:pt x="44" y="679"/>
                  <a:pt x="44" y="679"/>
                  <a:pt x="44" y="679"/>
                </a:cubicBezTo>
                <a:cubicBezTo>
                  <a:pt x="36" y="679"/>
                  <a:pt x="29" y="672"/>
                  <a:pt x="29" y="663"/>
                </a:cubicBezTo>
                <a:lnTo>
                  <a:pt x="29" y="45"/>
                </a:lnTo>
                <a:close/>
              </a:path>
            </a:pathLst>
          </a:custGeom>
          <a:solidFill>
            <a:schemeClr val="accent4"/>
          </a:solidFill>
          <a:ln>
            <a:noFill/>
          </a:ln>
          <a:effectLst/>
        </p:spPr>
        <p:txBody>
          <a:bodyPr wrap="none" anchor="ctr"/>
          <a:lstStyle/>
          <a:p>
            <a:endParaRPr lang="da-DK">
              <a:solidFill>
                <a:schemeClr val="tx2"/>
              </a:solidFill>
            </a:endParaRPr>
          </a:p>
        </p:txBody>
      </p:sp>
      <p:sp>
        <p:nvSpPr>
          <p:cNvPr id="412" name="Freeform 340">
            <a:extLst>
              <a:ext uri="{FF2B5EF4-FFF2-40B4-BE49-F238E27FC236}">
                <a16:creationId xmlns:a16="http://schemas.microsoft.com/office/drawing/2014/main" id="{B613BC14-E9E5-913B-36A0-7DFEC2DA6FD8}"/>
              </a:ext>
            </a:extLst>
          </p:cNvPr>
          <p:cNvSpPr>
            <a:spLocks noChangeArrowheads="1"/>
          </p:cNvSpPr>
          <p:nvPr/>
        </p:nvSpPr>
        <p:spPr bwMode="auto">
          <a:xfrm>
            <a:off x="9471545" y="2501528"/>
            <a:ext cx="127000" cy="53975"/>
          </a:xfrm>
          <a:custGeom>
            <a:avLst/>
            <a:gdLst>
              <a:gd name="T0" fmla="*/ 15 w 354"/>
              <a:gd name="T1" fmla="*/ 148 h 149"/>
              <a:gd name="T2" fmla="*/ 15 w 354"/>
              <a:gd name="T3" fmla="*/ 148 h 149"/>
              <a:gd name="T4" fmla="*/ 338 w 354"/>
              <a:gd name="T5" fmla="*/ 148 h 149"/>
              <a:gd name="T6" fmla="*/ 349 w 354"/>
              <a:gd name="T7" fmla="*/ 143 h 149"/>
              <a:gd name="T8" fmla="*/ 353 w 354"/>
              <a:gd name="T9" fmla="*/ 132 h 149"/>
              <a:gd name="T10" fmla="*/ 353 w 354"/>
              <a:gd name="T11" fmla="*/ 15 h 149"/>
              <a:gd name="T12" fmla="*/ 349 w 354"/>
              <a:gd name="T13" fmla="*/ 5 h 149"/>
              <a:gd name="T14" fmla="*/ 338 w 354"/>
              <a:gd name="T15" fmla="*/ 0 h 149"/>
              <a:gd name="T16" fmla="*/ 15 w 354"/>
              <a:gd name="T17" fmla="*/ 0 h 149"/>
              <a:gd name="T18" fmla="*/ 4 w 354"/>
              <a:gd name="T19" fmla="*/ 5 h 149"/>
              <a:gd name="T20" fmla="*/ 0 w 354"/>
              <a:gd name="T21" fmla="*/ 15 h 149"/>
              <a:gd name="T22" fmla="*/ 0 w 354"/>
              <a:gd name="T23" fmla="*/ 132 h 149"/>
              <a:gd name="T24" fmla="*/ 4 w 354"/>
              <a:gd name="T25" fmla="*/ 143 h 149"/>
              <a:gd name="T26" fmla="*/ 15 w 354"/>
              <a:gd name="T27" fmla="*/ 148 h 149"/>
              <a:gd name="T28" fmla="*/ 29 w 354"/>
              <a:gd name="T29" fmla="*/ 30 h 149"/>
              <a:gd name="T30" fmla="*/ 29 w 354"/>
              <a:gd name="T31" fmla="*/ 30 h 149"/>
              <a:gd name="T32" fmla="*/ 324 w 354"/>
              <a:gd name="T33" fmla="*/ 30 h 149"/>
              <a:gd name="T34" fmla="*/ 324 w 354"/>
              <a:gd name="T35" fmla="*/ 119 h 149"/>
              <a:gd name="T36" fmla="*/ 29 w 354"/>
              <a:gd name="T37" fmla="*/ 119 h 149"/>
              <a:gd name="T38" fmla="*/ 29 w 354"/>
              <a:gd name="T39" fmla="*/ 30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4" h="149">
                <a:moveTo>
                  <a:pt x="15" y="148"/>
                </a:moveTo>
                <a:lnTo>
                  <a:pt x="15" y="148"/>
                </a:lnTo>
                <a:cubicBezTo>
                  <a:pt x="338" y="148"/>
                  <a:pt x="338" y="148"/>
                  <a:pt x="338" y="148"/>
                </a:cubicBezTo>
                <a:cubicBezTo>
                  <a:pt x="342" y="148"/>
                  <a:pt x="346" y="146"/>
                  <a:pt x="349" y="143"/>
                </a:cubicBezTo>
                <a:cubicBezTo>
                  <a:pt x="352" y="141"/>
                  <a:pt x="353" y="137"/>
                  <a:pt x="353" y="132"/>
                </a:cubicBezTo>
                <a:cubicBezTo>
                  <a:pt x="353" y="15"/>
                  <a:pt x="353" y="15"/>
                  <a:pt x="353" y="15"/>
                </a:cubicBezTo>
                <a:cubicBezTo>
                  <a:pt x="353" y="11"/>
                  <a:pt x="352" y="8"/>
                  <a:pt x="349" y="5"/>
                </a:cubicBezTo>
                <a:cubicBezTo>
                  <a:pt x="346" y="3"/>
                  <a:pt x="342" y="0"/>
                  <a:pt x="338" y="0"/>
                </a:cubicBezTo>
                <a:cubicBezTo>
                  <a:pt x="15" y="0"/>
                  <a:pt x="15" y="0"/>
                  <a:pt x="15" y="0"/>
                </a:cubicBezTo>
                <a:cubicBezTo>
                  <a:pt x="11" y="0"/>
                  <a:pt x="7" y="3"/>
                  <a:pt x="4" y="5"/>
                </a:cubicBezTo>
                <a:cubicBezTo>
                  <a:pt x="1" y="8"/>
                  <a:pt x="0" y="11"/>
                  <a:pt x="0" y="15"/>
                </a:cubicBezTo>
                <a:cubicBezTo>
                  <a:pt x="0" y="132"/>
                  <a:pt x="0" y="132"/>
                  <a:pt x="0" y="132"/>
                </a:cubicBezTo>
                <a:cubicBezTo>
                  <a:pt x="0" y="137"/>
                  <a:pt x="1" y="141"/>
                  <a:pt x="4" y="143"/>
                </a:cubicBezTo>
                <a:cubicBezTo>
                  <a:pt x="7" y="146"/>
                  <a:pt x="11" y="148"/>
                  <a:pt x="15" y="148"/>
                </a:cubicBezTo>
                <a:close/>
                <a:moveTo>
                  <a:pt x="29" y="30"/>
                </a:moveTo>
                <a:lnTo>
                  <a:pt x="29" y="30"/>
                </a:lnTo>
                <a:cubicBezTo>
                  <a:pt x="324" y="30"/>
                  <a:pt x="324" y="30"/>
                  <a:pt x="324" y="30"/>
                </a:cubicBezTo>
                <a:cubicBezTo>
                  <a:pt x="324" y="119"/>
                  <a:pt x="324" y="119"/>
                  <a:pt x="324" y="119"/>
                </a:cubicBezTo>
                <a:cubicBezTo>
                  <a:pt x="29" y="119"/>
                  <a:pt x="29" y="119"/>
                  <a:pt x="29" y="119"/>
                </a:cubicBezTo>
                <a:lnTo>
                  <a:pt x="29" y="30"/>
                </a:lnTo>
                <a:close/>
              </a:path>
            </a:pathLst>
          </a:custGeom>
          <a:solidFill>
            <a:schemeClr val="accent4"/>
          </a:solidFill>
          <a:ln>
            <a:noFill/>
          </a:ln>
          <a:effectLst/>
        </p:spPr>
        <p:txBody>
          <a:bodyPr wrap="none" anchor="ctr"/>
          <a:lstStyle/>
          <a:p>
            <a:endParaRPr lang="da-DK">
              <a:solidFill>
                <a:schemeClr val="tx2"/>
              </a:solidFill>
            </a:endParaRPr>
          </a:p>
        </p:txBody>
      </p:sp>
      <p:sp>
        <p:nvSpPr>
          <p:cNvPr id="413" name="Freeform 341">
            <a:extLst>
              <a:ext uri="{FF2B5EF4-FFF2-40B4-BE49-F238E27FC236}">
                <a16:creationId xmlns:a16="http://schemas.microsoft.com/office/drawing/2014/main" id="{5236209C-79FA-CEF4-D36F-A8B3CE095C5C}"/>
              </a:ext>
            </a:extLst>
          </p:cNvPr>
          <p:cNvSpPr>
            <a:spLocks noChangeArrowheads="1"/>
          </p:cNvSpPr>
          <p:nvPr/>
        </p:nvSpPr>
        <p:spPr bwMode="auto">
          <a:xfrm>
            <a:off x="9471545" y="2502321"/>
            <a:ext cx="53975" cy="52388"/>
          </a:xfrm>
          <a:custGeom>
            <a:avLst/>
            <a:gdLst>
              <a:gd name="T0" fmla="*/ 15 w 148"/>
              <a:gd name="T1" fmla="*/ 88 h 147"/>
              <a:gd name="T2" fmla="*/ 15 w 148"/>
              <a:gd name="T3" fmla="*/ 88 h 147"/>
              <a:gd name="T4" fmla="*/ 59 w 148"/>
              <a:gd name="T5" fmla="*/ 88 h 147"/>
              <a:gd name="T6" fmla="*/ 59 w 148"/>
              <a:gd name="T7" fmla="*/ 133 h 147"/>
              <a:gd name="T8" fmla="*/ 73 w 148"/>
              <a:gd name="T9" fmla="*/ 146 h 147"/>
              <a:gd name="T10" fmla="*/ 88 w 148"/>
              <a:gd name="T11" fmla="*/ 133 h 147"/>
              <a:gd name="T12" fmla="*/ 88 w 148"/>
              <a:gd name="T13" fmla="*/ 88 h 147"/>
              <a:gd name="T14" fmla="*/ 132 w 148"/>
              <a:gd name="T15" fmla="*/ 88 h 147"/>
              <a:gd name="T16" fmla="*/ 147 w 148"/>
              <a:gd name="T17" fmla="*/ 73 h 147"/>
              <a:gd name="T18" fmla="*/ 132 w 148"/>
              <a:gd name="T19" fmla="*/ 58 h 147"/>
              <a:gd name="T20" fmla="*/ 88 w 148"/>
              <a:gd name="T21" fmla="*/ 58 h 147"/>
              <a:gd name="T22" fmla="*/ 88 w 148"/>
              <a:gd name="T23" fmla="*/ 14 h 147"/>
              <a:gd name="T24" fmla="*/ 73 w 148"/>
              <a:gd name="T25" fmla="*/ 0 h 147"/>
              <a:gd name="T26" fmla="*/ 59 w 148"/>
              <a:gd name="T27" fmla="*/ 14 h 147"/>
              <a:gd name="T28" fmla="*/ 59 w 148"/>
              <a:gd name="T29" fmla="*/ 58 h 147"/>
              <a:gd name="T30" fmla="*/ 15 w 148"/>
              <a:gd name="T31" fmla="*/ 58 h 147"/>
              <a:gd name="T32" fmla="*/ 0 w 148"/>
              <a:gd name="T33" fmla="*/ 73 h 147"/>
              <a:gd name="T34" fmla="*/ 15 w 148"/>
              <a:gd name="T35" fmla="*/ 88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147">
                <a:moveTo>
                  <a:pt x="15" y="88"/>
                </a:moveTo>
                <a:lnTo>
                  <a:pt x="15" y="88"/>
                </a:lnTo>
                <a:cubicBezTo>
                  <a:pt x="59" y="88"/>
                  <a:pt x="59" y="88"/>
                  <a:pt x="59" y="88"/>
                </a:cubicBezTo>
                <a:cubicBezTo>
                  <a:pt x="59" y="133"/>
                  <a:pt x="59" y="133"/>
                  <a:pt x="59" y="133"/>
                </a:cubicBezTo>
                <a:cubicBezTo>
                  <a:pt x="59" y="141"/>
                  <a:pt x="65" y="146"/>
                  <a:pt x="73" y="146"/>
                </a:cubicBezTo>
                <a:cubicBezTo>
                  <a:pt x="81" y="146"/>
                  <a:pt x="88" y="141"/>
                  <a:pt x="88" y="133"/>
                </a:cubicBezTo>
                <a:cubicBezTo>
                  <a:pt x="88" y="88"/>
                  <a:pt x="88" y="88"/>
                  <a:pt x="88" y="88"/>
                </a:cubicBezTo>
                <a:cubicBezTo>
                  <a:pt x="132" y="88"/>
                  <a:pt x="132" y="88"/>
                  <a:pt x="132" y="88"/>
                </a:cubicBezTo>
                <a:cubicBezTo>
                  <a:pt x="141" y="88"/>
                  <a:pt x="147" y="81"/>
                  <a:pt x="147" y="73"/>
                </a:cubicBezTo>
                <a:cubicBezTo>
                  <a:pt x="147" y="65"/>
                  <a:pt x="141" y="58"/>
                  <a:pt x="132" y="58"/>
                </a:cubicBezTo>
                <a:cubicBezTo>
                  <a:pt x="88" y="58"/>
                  <a:pt x="88" y="58"/>
                  <a:pt x="88" y="58"/>
                </a:cubicBezTo>
                <a:cubicBezTo>
                  <a:pt x="88" y="14"/>
                  <a:pt x="88" y="14"/>
                  <a:pt x="88" y="14"/>
                </a:cubicBezTo>
                <a:cubicBezTo>
                  <a:pt x="88" y="7"/>
                  <a:pt x="81" y="0"/>
                  <a:pt x="73" y="0"/>
                </a:cubicBezTo>
                <a:cubicBezTo>
                  <a:pt x="65" y="0"/>
                  <a:pt x="59" y="7"/>
                  <a:pt x="59" y="14"/>
                </a:cubicBezTo>
                <a:cubicBezTo>
                  <a:pt x="59" y="58"/>
                  <a:pt x="59" y="58"/>
                  <a:pt x="59" y="58"/>
                </a:cubicBezTo>
                <a:cubicBezTo>
                  <a:pt x="15" y="58"/>
                  <a:pt x="15" y="58"/>
                  <a:pt x="15" y="58"/>
                </a:cubicBezTo>
                <a:cubicBezTo>
                  <a:pt x="7" y="58"/>
                  <a:pt x="0" y="65"/>
                  <a:pt x="0" y="73"/>
                </a:cubicBezTo>
                <a:cubicBezTo>
                  <a:pt x="0" y="81"/>
                  <a:pt x="7" y="88"/>
                  <a:pt x="15" y="88"/>
                </a:cubicBezTo>
              </a:path>
            </a:pathLst>
          </a:custGeom>
          <a:solidFill>
            <a:schemeClr val="accent4"/>
          </a:solidFill>
          <a:ln>
            <a:noFill/>
          </a:ln>
          <a:effectLst/>
        </p:spPr>
        <p:txBody>
          <a:bodyPr wrap="none" anchor="ctr"/>
          <a:lstStyle/>
          <a:p>
            <a:endParaRPr lang="da-DK">
              <a:solidFill>
                <a:schemeClr val="tx2"/>
              </a:solidFill>
            </a:endParaRPr>
          </a:p>
        </p:txBody>
      </p:sp>
      <p:sp>
        <p:nvSpPr>
          <p:cNvPr id="414" name="Freeform 342">
            <a:extLst>
              <a:ext uri="{FF2B5EF4-FFF2-40B4-BE49-F238E27FC236}">
                <a16:creationId xmlns:a16="http://schemas.microsoft.com/office/drawing/2014/main" id="{51DD3C52-5A3A-0B83-BD14-AF576B1CD929}"/>
              </a:ext>
            </a:extLst>
          </p:cNvPr>
          <p:cNvSpPr>
            <a:spLocks noChangeArrowheads="1"/>
          </p:cNvSpPr>
          <p:nvPr/>
        </p:nvSpPr>
        <p:spPr bwMode="auto">
          <a:xfrm>
            <a:off x="9555683" y="2522959"/>
            <a:ext cx="42862" cy="11113"/>
          </a:xfrm>
          <a:custGeom>
            <a:avLst/>
            <a:gdLst>
              <a:gd name="T0" fmla="*/ 102 w 118"/>
              <a:gd name="T1" fmla="*/ 0 h 30"/>
              <a:gd name="T2" fmla="*/ 102 w 118"/>
              <a:gd name="T3" fmla="*/ 0 h 30"/>
              <a:gd name="T4" fmla="*/ 14 w 118"/>
              <a:gd name="T5" fmla="*/ 0 h 30"/>
              <a:gd name="T6" fmla="*/ 0 w 118"/>
              <a:gd name="T7" fmla="*/ 14 h 30"/>
              <a:gd name="T8" fmla="*/ 14 w 118"/>
              <a:gd name="T9" fmla="*/ 29 h 30"/>
              <a:gd name="T10" fmla="*/ 102 w 118"/>
              <a:gd name="T11" fmla="*/ 29 h 30"/>
              <a:gd name="T12" fmla="*/ 117 w 118"/>
              <a:gd name="T13" fmla="*/ 14 h 30"/>
              <a:gd name="T14" fmla="*/ 102 w 11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0">
                <a:moveTo>
                  <a:pt x="102" y="0"/>
                </a:moveTo>
                <a:lnTo>
                  <a:pt x="102" y="0"/>
                </a:lnTo>
                <a:cubicBezTo>
                  <a:pt x="14" y="0"/>
                  <a:pt x="14" y="0"/>
                  <a:pt x="14" y="0"/>
                </a:cubicBezTo>
                <a:cubicBezTo>
                  <a:pt x="5" y="0"/>
                  <a:pt x="0" y="7"/>
                  <a:pt x="0" y="14"/>
                </a:cubicBezTo>
                <a:cubicBezTo>
                  <a:pt x="0" y="22"/>
                  <a:pt x="5" y="29"/>
                  <a:pt x="14" y="29"/>
                </a:cubicBezTo>
                <a:cubicBezTo>
                  <a:pt x="102" y="29"/>
                  <a:pt x="102" y="29"/>
                  <a:pt x="102" y="29"/>
                </a:cubicBezTo>
                <a:cubicBezTo>
                  <a:pt x="110" y="29"/>
                  <a:pt x="117" y="22"/>
                  <a:pt x="117" y="14"/>
                </a:cubicBezTo>
                <a:cubicBezTo>
                  <a:pt x="117" y="7"/>
                  <a:pt x="110" y="0"/>
                  <a:pt x="102" y="0"/>
                </a:cubicBezTo>
              </a:path>
            </a:pathLst>
          </a:custGeom>
          <a:solidFill>
            <a:schemeClr val="accent4"/>
          </a:solidFill>
          <a:ln>
            <a:noFill/>
          </a:ln>
          <a:effectLst/>
        </p:spPr>
        <p:txBody>
          <a:bodyPr wrap="none" anchor="ctr"/>
          <a:lstStyle/>
          <a:p>
            <a:endParaRPr lang="da-DK">
              <a:solidFill>
                <a:schemeClr val="tx2"/>
              </a:solidFill>
            </a:endParaRPr>
          </a:p>
        </p:txBody>
      </p:sp>
      <p:sp>
        <p:nvSpPr>
          <p:cNvPr id="415" name="Freeform 343">
            <a:extLst>
              <a:ext uri="{FF2B5EF4-FFF2-40B4-BE49-F238E27FC236}">
                <a16:creationId xmlns:a16="http://schemas.microsoft.com/office/drawing/2014/main" id="{24952E82-6F97-1B4A-7845-4AC429BB1420}"/>
              </a:ext>
            </a:extLst>
          </p:cNvPr>
          <p:cNvSpPr>
            <a:spLocks noChangeArrowheads="1"/>
          </p:cNvSpPr>
          <p:nvPr/>
        </p:nvSpPr>
        <p:spPr bwMode="auto">
          <a:xfrm>
            <a:off x="9481070" y="2485653"/>
            <a:ext cx="107950" cy="85725"/>
          </a:xfrm>
          <a:custGeom>
            <a:avLst/>
            <a:gdLst>
              <a:gd name="T0" fmla="*/ 293 w 300"/>
              <a:gd name="T1" fmla="*/ 8 h 240"/>
              <a:gd name="T2" fmla="*/ 293 w 300"/>
              <a:gd name="T3" fmla="*/ 8 h 240"/>
              <a:gd name="T4" fmla="*/ 272 w 300"/>
              <a:gd name="T5" fmla="*/ 5 h 240"/>
              <a:gd name="T6" fmla="*/ 7 w 300"/>
              <a:gd name="T7" fmla="*/ 211 h 240"/>
              <a:gd name="T8" fmla="*/ 4 w 300"/>
              <a:gd name="T9" fmla="*/ 232 h 240"/>
              <a:gd name="T10" fmla="*/ 25 w 300"/>
              <a:gd name="T11" fmla="*/ 234 h 240"/>
              <a:gd name="T12" fmla="*/ 290 w 300"/>
              <a:gd name="T13" fmla="*/ 29 h 240"/>
              <a:gd name="T14" fmla="*/ 293 w 300"/>
              <a:gd name="T15" fmla="*/ 8 h 2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240">
                <a:moveTo>
                  <a:pt x="293" y="8"/>
                </a:moveTo>
                <a:lnTo>
                  <a:pt x="293" y="8"/>
                </a:lnTo>
                <a:cubicBezTo>
                  <a:pt x="289" y="1"/>
                  <a:pt x="279" y="0"/>
                  <a:pt x="272" y="5"/>
                </a:cubicBezTo>
                <a:cubicBezTo>
                  <a:pt x="7" y="211"/>
                  <a:pt x="7" y="211"/>
                  <a:pt x="7" y="211"/>
                </a:cubicBezTo>
                <a:cubicBezTo>
                  <a:pt x="2" y="216"/>
                  <a:pt x="0" y="225"/>
                  <a:pt x="4" y="232"/>
                </a:cubicBezTo>
                <a:cubicBezTo>
                  <a:pt x="10" y="239"/>
                  <a:pt x="20" y="239"/>
                  <a:pt x="25" y="234"/>
                </a:cubicBezTo>
                <a:cubicBezTo>
                  <a:pt x="290" y="29"/>
                  <a:pt x="290" y="29"/>
                  <a:pt x="290" y="29"/>
                </a:cubicBezTo>
                <a:cubicBezTo>
                  <a:pt x="297" y="23"/>
                  <a:pt x="299" y="13"/>
                  <a:pt x="293" y="8"/>
                </a:cubicBezTo>
              </a:path>
            </a:pathLst>
          </a:custGeom>
          <a:solidFill>
            <a:schemeClr val="accent4"/>
          </a:solidFill>
          <a:ln>
            <a:noFill/>
          </a:ln>
          <a:effectLst/>
        </p:spPr>
        <p:txBody>
          <a:bodyPr wrap="none" anchor="ctr"/>
          <a:lstStyle/>
          <a:p>
            <a:endParaRPr lang="da-DK">
              <a:solidFill>
                <a:schemeClr val="tx2"/>
              </a:solidFill>
            </a:endParaRPr>
          </a:p>
        </p:txBody>
      </p:sp>
      <p:sp>
        <p:nvSpPr>
          <p:cNvPr id="416" name="Freeform 344">
            <a:extLst>
              <a:ext uri="{FF2B5EF4-FFF2-40B4-BE49-F238E27FC236}">
                <a16:creationId xmlns:a16="http://schemas.microsoft.com/office/drawing/2014/main" id="{B1E11D30-DEE8-33CD-E419-7A807F51C4C7}"/>
              </a:ext>
            </a:extLst>
          </p:cNvPr>
          <p:cNvSpPr>
            <a:spLocks noChangeArrowheads="1"/>
          </p:cNvSpPr>
          <p:nvPr/>
        </p:nvSpPr>
        <p:spPr bwMode="auto">
          <a:xfrm>
            <a:off x="9446145" y="2886496"/>
            <a:ext cx="227013" cy="249238"/>
          </a:xfrm>
          <a:custGeom>
            <a:avLst/>
            <a:gdLst>
              <a:gd name="T0" fmla="*/ 630 w 631"/>
              <a:gd name="T1" fmla="*/ 191 h 693"/>
              <a:gd name="T2" fmla="*/ 630 w 631"/>
              <a:gd name="T3" fmla="*/ 191 h 693"/>
              <a:gd name="T4" fmla="*/ 574 w 631"/>
              <a:gd name="T5" fmla="*/ 56 h 693"/>
              <a:gd name="T6" fmla="*/ 438 w 631"/>
              <a:gd name="T7" fmla="*/ 0 h 693"/>
              <a:gd name="T8" fmla="*/ 302 w 631"/>
              <a:gd name="T9" fmla="*/ 56 h 693"/>
              <a:gd name="T10" fmla="*/ 32 w 631"/>
              <a:gd name="T11" fmla="*/ 326 h 693"/>
              <a:gd name="T12" fmla="*/ 32 w 631"/>
              <a:gd name="T13" fmla="*/ 347 h 693"/>
              <a:gd name="T14" fmla="*/ 52 w 631"/>
              <a:gd name="T15" fmla="*/ 347 h 693"/>
              <a:gd name="T16" fmla="*/ 52 w 631"/>
              <a:gd name="T17" fmla="*/ 347 h 693"/>
              <a:gd name="T18" fmla="*/ 323 w 631"/>
              <a:gd name="T19" fmla="*/ 76 h 693"/>
              <a:gd name="T20" fmla="*/ 438 w 631"/>
              <a:gd name="T21" fmla="*/ 30 h 693"/>
              <a:gd name="T22" fmla="*/ 552 w 631"/>
              <a:gd name="T23" fmla="*/ 76 h 693"/>
              <a:gd name="T24" fmla="*/ 601 w 631"/>
              <a:gd name="T25" fmla="*/ 191 h 693"/>
              <a:gd name="T26" fmla="*/ 552 w 631"/>
              <a:gd name="T27" fmla="*/ 306 h 693"/>
              <a:gd name="T28" fmla="*/ 231 w 631"/>
              <a:gd name="T29" fmla="*/ 629 h 693"/>
              <a:gd name="T30" fmla="*/ 146 w 631"/>
              <a:gd name="T31" fmla="*/ 663 h 693"/>
              <a:gd name="T32" fmla="*/ 63 w 631"/>
              <a:gd name="T33" fmla="*/ 629 h 693"/>
              <a:gd name="T34" fmla="*/ 29 w 631"/>
              <a:gd name="T35" fmla="*/ 546 h 693"/>
              <a:gd name="T36" fmla="*/ 63 w 631"/>
              <a:gd name="T37" fmla="*/ 462 h 693"/>
              <a:gd name="T38" fmla="*/ 387 w 631"/>
              <a:gd name="T39" fmla="*/ 139 h 693"/>
              <a:gd name="T40" fmla="*/ 438 w 631"/>
              <a:gd name="T41" fmla="*/ 118 h 693"/>
              <a:gd name="T42" fmla="*/ 490 w 631"/>
              <a:gd name="T43" fmla="*/ 139 h 693"/>
              <a:gd name="T44" fmla="*/ 512 w 631"/>
              <a:gd name="T45" fmla="*/ 191 h 693"/>
              <a:gd name="T46" fmla="*/ 490 w 631"/>
              <a:gd name="T47" fmla="*/ 244 h 693"/>
              <a:gd name="T48" fmla="*/ 199 w 631"/>
              <a:gd name="T49" fmla="*/ 535 h 693"/>
              <a:gd name="T50" fmla="*/ 199 w 631"/>
              <a:gd name="T51" fmla="*/ 556 h 693"/>
              <a:gd name="T52" fmla="*/ 219 w 631"/>
              <a:gd name="T53" fmla="*/ 556 h 693"/>
              <a:gd name="T54" fmla="*/ 511 w 631"/>
              <a:gd name="T55" fmla="*/ 264 h 693"/>
              <a:gd name="T56" fmla="*/ 541 w 631"/>
              <a:gd name="T57" fmla="*/ 191 h 693"/>
              <a:gd name="T58" fmla="*/ 511 w 631"/>
              <a:gd name="T59" fmla="*/ 118 h 693"/>
              <a:gd name="T60" fmla="*/ 438 w 631"/>
              <a:gd name="T61" fmla="*/ 89 h 693"/>
              <a:gd name="T62" fmla="*/ 366 w 631"/>
              <a:gd name="T63" fmla="*/ 118 h 693"/>
              <a:gd name="T64" fmla="*/ 43 w 631"/>
              <a:gd name="T65" fmla="*/ 441 h 693"/>
              <a:gd name="T66" fmla="*/ 0 w 631"/>
              <a:gd name="T67" fmla="*/ 546 h 693"/>
              <a:gd name="T68" fmla="*/ 43 w 631"/>
              <a:gd name="T69" fmla="*/ 650 h 693"/>
              <a:gd name="T70" fmla="*/ 146 w 631"/>
              <a:gd name="T71" fmla="*/ 692 h 693"/>
              <a:gd name="T72" fmla="*/ 251 w 631"/>
              <a:gd name="T73" fmla="*/ 650 h 693"/>
              <a:gd name="T74" fmla="*/ 574 w 631"/>
              <a:gd name="T75" fmla="*/ 326 h 693"/>
              <a:gd name="T76" fmla="*/ 630 w 631"/>
              <a:gd name="T77" fmla="*/ 191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1" h="693">
                <a:moveTo>
                  <a:pt x="630" y="191"/>
                </a:moveTo>
                <a:lnTo>
                  <a:pt x="630" y="191"/>
                </a:lnTo>
                <a:cubicBezTo>
                  <a:pt x="630" y="143"/>
                  <a:pt x="612" y="93"/>
                  <a:pt x="574" y="56"/>
                </a:cubicBezTo>
                <a:cubicBezTo>
                  <a:pt x="536" y="18"/>
                  <a:pt x="487" y="0"/>
                  <a:pt x="438" y="0"/>
                </a:cubicBezTo>
                <a:cubicBezTo>
                  <a:pt x="389" y="0"/>
                  <a:pt x="340" y="18"/>
                  <a:pt x="302" y="56"/>
                </a:cubicBezTo>
                <a:cubicBezTo>
                  <a:pt x="32" y="326"/>
                  <a:pt x="32" y="326"/>
                  <a:pt x="32" y="326"/>
                </a:cubicBezTo>
                <a:cubicBezTo>
                  <a:pt x="26" y="332"/>
                  <a:pt x="26" y="342"/>
                  <a:pt x="32" y="347"/>
                </a:cubicBezTo>
                <a:cubicBezTo>
                  <a:pt x="37" y="353"/>
                  <a:pt x="47" y="353"/>
                  <a:pt x="52" y="347"/>
                </a:cubicBezTo>
                <a:lnTo>
                  <a:pt x="52" y="347"/>
                </a:lnTo>
                <a:cubicBezTo>
                  <a:pt x="323" y="76"/>
                  <a:pt x="323" y="76"/>
                  <a:pt x="323" y="76"/>
                </a:cubicBezTo>
                <a:cubicBezTo>
                  <a:pt x="355" y="45"/>
                  <a:pt x="396" y="30"/>
                  <a:pt x="438" y="30"/>
                </a:cubicBezTo>
                <a:cubicBezTo>
                  <a:pt x="481" y="30"/>
                  <a:pt x="521" y="45"/>
                  <a:pt x="552" y="76"/>
                </a:cubicBezTo>
                <a:cubicBezTo>
                  <a:pt x="584" y="108"/>
                  <a:pt x="601" y="150"/>
                  <a:pt x="601" y="191"/>
                </a:cubicBezTo>
                <a:cubicBezTo>
                  <a:pt x="601" y="233"/>
                  <a:pt x="584" y="274"/>
                  <a:pt x="552" y="306"/>
                </a:cubicBezTo>
                <a:cubicBezTo>
                  <a:pt x="231" y="629"/>
                  <a:pt x="231" y="629"/>
                  <a:pt x="231" y="629"/>
                </a:cubicBezTo>
                <a:cubicBezTo>
                  <a:pt x="207" y="652"/>
                  <a:pt x="177" y="663"/>
                  <a:pt x="146" y="663"/>
                </a:cubicBezTo>
                <a:cubicBezTo>
                  <a:pt x="116" y="663"/>
                  <a:pt x="87" y="652"/>
                  <a:pt x="63" y="629"/>
                </a:cubicBezTo>
                <a:cubicBezTo>
                  <a:pt x="40" y="605"/>
                  <a:pt x="29" y="576"/>
                  <a:pt x="29" y="546"/>
                </a:cubicBezTo>
                <a:cubicBezTo>
                  <a:pt x="29" y="516"/>
                  <a:pt x="40" y="485"/>
                  <a:pt x="63" y="462"/>
                </a:cubicBezTo>
                <a:cubicBezTo>
                  <a:pt x="387" y="139"/>
                  <a:pt x="387" y="139"/>
                  <a:pt x="387" y="139"/>
                </a:cubicBezTo>
                <a:cubicBezTo>
                  <a:pt x="400" y="125"/>
                  <a:pt x="420" y="118"/>
                  <a:pt x="438" y="118"/>
                </a:cubicBezTo>
                <a:cubicBezTo>
                  <a:pt x="457" y="118"/>
                  <a:pt x="476" y="125"/>
                  <a:pt x="490" y="139"/>
                </a:cubicBezTo>
                <a:cubicBezTo>
                  <a:pt x="505" y="154"/>
                  <a:pt x="512" y="173"/>
                  <a:pt x="512" y="191"/>
                </a:cubicBezTo>
                <a:cubicBezTo>
                  <a:pt x="512" y="210"/>
                  <a:pt x="505" y="228"/>
                  <a:pt x="490" y="244"/>
                </a:cubicBezTo>
                <a:cubicBezTo>
                  <a:pt x="199" y="535"/>
                  <a:pt x="199" y="535"/>
                  <a:pt x="199" y="535"/>
                </a:cubicBezTo>
                <a:cubicBezTo>
                  <a:pt x="193" y="541"/>
                  <a:pt x="193" y="550"/>
                  <a:pt x="199" y="556"/>
                </a:cubicBezTo>
                <a:cubicBezTo>
                  <a:pt x="204" y="561"/>
                  <a:pt x="214" y="561"/>
                  <a:pt x="219" y="556"/>
                </a:cubicBezTo>
                <a:cubicBezTo>
                  <a:pt x="511" y="264"/>
                  <a:pt x="511" y="264"/>
                  <a:pt x="511" y="264"/>
                </a:cubicBezTo>
                <a:cubicBezTo>
                  <a:pt x="532" y="244"/>
                  <a:pt x="541" y="217"/>
                  <a:pt x="541" y="191"/>
                </a:cubicBezTo>
                <a:cubicBezTo>
                  <a:pt x="541" y="165"/>
                  <a:pt x="532" y="139"/>
                  <a:pt x="511" y="118"/>
                </a:cubicBezTo>
                <a:cubicBezTo>
                  <a:pt x="492" y="99"/>
                  <a:pt x="465" y="89"/>
                  <a:pt x="438" y="89"/>
                </a:cubicBezTo>
                <a:cubicBezTo>
                  <a:pt x="411" y="89"/>
                  <a:pt x="385" y="99"/>
                  <a:pt x="366" y="118"/>
                </a:cubicBezTo>
                <a:cubicBezTo>
                  <a:pt x="43" y="441"/>
                  <a:pt x="43" y="441"/>
                  <a:pt x="43" y="441"/>
                </a:cubicBezTo>
                <a:cubicBezTo>
                  <a:pt x="14" y="470"/>
                  <a:pt x="0" y="507"/>
                  <a:pt x="0" y="546"/>
                </a:cubicBezTo>
                <a:cubicBezTo>
                  <a:pt x="0" y="583"/>
                  <a:pt x="14" y="621"/>
                  <a:pt x="43" y="650"/>
                </a:cubicBezTo>
                <a:cubicBezTo>
                  <a:pt x="72" y="679"/>
                  <a:pt x="109" y="692"/>
                  <a:pt x="146" y="692"/>
                </a:cubicBezTo>
                <a:cubicBezTo>
                  <a:pt x="185" y="692"/>
                  <a:pt x="222" y="679"/>
                  <a:pt x="251" y="650"/>
                </a:cubicBezTo>
                <a:cubicBezTo>
                  <a:pt x="574" y="326"/>
                  <a:pt x="574" y="326"/>
                  <a:pt x="574" y="326"/>
                </a:cubicBezTo>
                <a:cubicBezTo>
                  <a:pt x="612" y="289"/>
                  <a:pt x="630" y="241"/>
                  <a:pt x="630" y="191"/>
                </a:cubicBezTo>
              </a:path>
            </a:pathLst>
          </a:custGeom>
          <a:solidFill>
            <a:schemeClr val="accent4"/>
          </a:solidFill>
          <a:ln>
            <a:noFill/>
          </a:ln>
          <a:effectLst/>
        </p:spPr>
        <p:txBody>
          <a:bodyPr wrap="none" anchor="ctr"/>
          <a:lstStyle/>
          <a:p>
            <a:endParaRPr lang="da-DK">
              <a:solidFill>
                <a:schemeClr val="tx2"/>
              </a:solidFill>
            </a:endParaRPr>
          </a:p>
        </p:txBody>
      </p:sp>
      <p:sp>
        <p:nvSpPr>
          <p:cNvPr id="417" name="Freeform 345">
            <a:extLst>
              <a:ext uri="{FF2B5EF4-FFF2-40B4-BE49-F238E27FC236}">
                <a16:creationId xmlns:a16="http://schemas.microsoft.com/office/drawing/2014/main" id="{EC6805AE-14BA-F3F4-DCBE-B36A6A433102}"/>
              </a:ext>
            </a:extLst>
          </p:cNvPr>
          <p:cNvSpPr>
            <a:spLocks noChangeArrowheads="1"/>
          </p:cNvSpPr>
          <p:nvPr/>
        </p:nvSpPr>
        <p:spPr bwMode="auto">
          <a:xfrm>
            <a:off x="10436745" y="2883322"/>
            <a:ext cx="255588" cy="255587"/>
          </a:xfrm>
          <a:custGeom>
            <a:avLst/>
            <a:gdLst>
              <a:gd name="T0" fmla="*/ 693 w 708"/>
              <a:gd name="T1" fmla="*/ 618 h 708"/>
              <a:gd name="T2" fmla="*/ 707 w 708"/>
              <a:gd name="T3" fmla="*/ 605 h 708"/>
              <a:gd name="T4" fmla="*/ 634 w 708"/>
              <a:gd name="T5" fmla="*/ 442 h 708"/>
              <a:gd name="T6" fmla="*/ 500 w 708"/>
              <a:gd name="T7" fmla="*/ 435 h 708"/>
              <a:gd name="T8" fmla="*/ 465 w 708"/>
              <a:gd name="T9" fmla="*/ 391 h 708"/>
              <a:gd name="T10" fmla="*/ 472 w 708"/>
              <a:gd name="T11" fmla="*/ 118 h 708"/>
              <a:gd name="T12" fmla="*/ 418 w 708"/>
              <a:gd name="T13" fmla="*/ 15 h 708"/>
              <a:gd name="T14" fmla="*/ 270 w 708"/>
              <a:gd name="T15" fmla="*/ 27 h 708"/>
              <a:gd name="T16" fmla="*/ 236 w 708"/>
              <a:gd name="T17" fmla="*/ 118 h 708"/>
              <a:gd name="T18" fmla="*/ 244 w 708"/>
              <a:gd name="T19" fmla="*/ 385 h 708"/>
              <a:gd name="T20" fmla="*/ 211 w 708"/>
              <a:gd name="T21" fmla="*/ 433 h 708"/>
              <a:gd name="T22" fmla="*/ 74 w 708"/>
              <a:gd name="T23" fmla="*/ 442 h 708"/>
              <a:gd name="T24" fmla="*/ 0 w 708"/>
              <a:gd name="T25" fmla="*/ 605 h 708"/>
              <a:gd name="T26" fmla="*/ 15 w 708"/>
              <a:gd name="T27" fmla="*/ 618 h 708"/>
              <a:gd name="T28" fmla="*/ 59 w 708"/>
              <a:gd name="T29" fmla="*/ 663 h 708"/>
              <a:gd name="T30" fmla="*/ 605 w 708"/>
              <a:gd name="T31" fmla="*/ 707 h 708"/>
              <a:gd name="T32" fmla="*/ 649 w 708"/>
              <a:gd name="T33" fmla="*/ 618 h 708"/>
              <a:gd name="T34" fmla="*/ 30 w 708"/>
              <a:gd name="T35" fmla="*/ 516 h 708"/>
              <a:gd name="T36" fmla="*/ 74 w 708"/>
              <a:gd name="T37" fmla="*/ 472 h 708"/>
              <a:gd name="T38" fmla="*/ 218 w 708"/>
              <a:gd name="T39" fmla="*/ 462 h 708"/>
              <a:gd name="T40" fmla="*/ 270 w 708"/>
              <a:gd name="T41" fmla="*/ 396 h 708"/>
              <a:gd name="T42" fmla="*/ 265 w 708"/>
              <a:gd name="T43" fmla="*/ 118 h 708"/>
              <a:gd name="T44" fmla="*/ 303 w 708"/>
              <a:gd name="T45" fmla="*/ 41 h 708"/>
              <a:gd name="T46" fmla="*/ 417 w 708"/>
              <a:gd name="T47" fmla="*/ 49 h 708"/>
              <a:gd name="T48" fmla="*/ 442 w 708"/>
              <a:gd name="T49" fmla="*/ 118 h 708"/>
              <a:gd name="T50" fmla="*/ 435 w 708"/>
              <a:gd name="T51" fmla="*/ 391 h 708"/>
              <a:gd name="T52" fmla="*/ 483 w 708"/>
              <a:gd name="T53" fmla="*/ 460 h 708"/>
              <a:gd name="T54" fmla="*/ 634 w 708"/>
              <a:gd name="T55" fmla="*/ 472 h 708"/>
              <a:gd name="T56" fmla="*/ 678 w 708"/>
              <a:gd name="T57" fmla="*/ 589 h 708"/>
              <a:gd name="T58" fmla="*/ 30 w 708"/>
              <a:gd name="T59" fmla="*/ 516 h 708"/>
              <a:gd name="T60" fmla="*/ 618 w 708"/>
              <a:gd name="T61" fmla="*/ 663 h 708"/>
              <a:gd name="T62" fmla="*/ 103 w 708"/>
              <a:gd name="T63" fmla="*/ 678 h 708"/>
              <a:gd name="T64" fmla="*/ 88 w 708"/>
              <a:gd name="T65" fmla="*/ 618 h 708"/>
              <a:gd name="T66" fmla="*/ 618 w 708"/>
              <a:gd name="T67" fmla="*/ 66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8" h="708">
                <a:moveTo>
                  <a:pt x="693" y="618"/>
                </a:moveTo>
                <a:lnTo>
                  <a:pt x="693" y="618"/>
                </a:lnTo>
                <a:cubicBezTo>
                  <a:pt x="696" y="618"/>
                  <a:pt x="700" y="617"/>
                  <a:pt x="703" y="614"/>
                </a:cubicBezTo>
                <a:cubicBezTo>
                  <a:pt x="705" y="612"/>
                  <a:pt x="707" y="609"/>
                  <a:pt x="707" y="605"/>
                </a:cubicBezTo>
                <a:cubicBezTo>
                  <a:pt x="707" y="516"/>
                  <a:pt x="707" y="516"/>
                  <a:pt x="707" y="516"/>
                </a:cubicBezTo>
                <a:cubicBezTo>
                  <a:pt x="707" y="475"/>
                  <a:pt x="674" y="442"/>
                  <a:pt x="634" y="442"/>
                </a:cubicBezTo>
                <a:cubicBezTo>
                  <a:pt x="544" y="442"/>
                  <a:pt x="544" y="442"/>
                  <a:pt x="544" y="442"/>
                </a:cubicBezTo>
                <a:cubicBezTo>
                  <a:pt x="524" y="442"/>
                  <a:pt x="511" y="440"/>
                  <a:pt x="500" y="435"/>
                </a:cubicBezTo>
                <a:cubicBezTo>
                  <a:pt x="491" y="432"/>
                  <a:pt x="486" y="428"/>
                  <a:pt x="480" y="422"/>
                </a:cubicBezTo>
                <a:cubicBezTo>
                  <a:pt x="473" y="414"/>
                  <a:pt x="468" y="404"/>
                  <a:pt x="465" y="391"/>
                </a:cubicBezTo>
                <a:cubicBezTo>
                  <a:pt x="461" y="375"/>
                  <a:pt x="460" y="359"/>
                  <a:pt x="460" y="339"/>
                </a:cubicBezTo>
                <a:cubicBezTo>
                  <a:pt x="460" y="281"/>
                  <a:pt x="471" y="206"/>
                  <a:pt x="472" y="118"/>
                </a:cubicBezTo>
                <a:cubicBezTo>
                  <a:pt x="472" y="98"/>
                  <a:pt x="468" y="81"/>
                  <a:pt x="462" y="66"/>
                </a:cubicBezTo>
                <a:cubicBezTo>
                  <a:pt x="453" y="43"/>
                  <a:pt x="437" y="26"/>
                  <a:pt x="418" y="15"/>
                </a:cubicBezTo>
                <a:cubicBezTo>
                  <a:pt x="399" y="5"/>
                  <a:pt x="377" y="0"/>
                  <a:pt x="353" y="0"/>
                </a:cubicBezTo>
                <a:cubicBezTo>
                  <a:pt x="323" y="0"/>
                  <a:pt x="292" y="8"/>
                  <a:pt x="270" y="27"/>
                </a:cubicBezTo>
                <a:cubicBezTo>
                  <a:pt x="259" y="38"/>
                  <a:pt x="251" y="51"/>
                  <a:pt x="244" y="66"/>
                </a:cubicBezTo>
                <a:cubicBezTo>
                  <a:pt x="239" y="81"/>
                  <a:pt x="236" y="98"/>
                  <a:pt x="236" y="118"/>
                </a:cubicBezTo>
                <a:cubicBezTo>
                  <a:pt x="236" y="204"/>
                  <a:pt x="247" y="281"/>
                  <a:pt x="247" y="338"/>
                </a:cubicBezTo>
                <a:cubicBezTo>
                  <a:pt x="247" y="356"/>
                  <a:pt x="245" y="371"/>
                  <a:pt x="244" y="385"/>
                </a:cubicBezTo>
                <a:cubicBezTo>
                  <a:pt x="241" y="395"/>
                  <a:pt x="239" y="403"/>
                  <a:pt x="234" y="410"/>
                </a:cubicBezTo>
                <a:cubicBezTo>
                  <a:pt x="229" y="421"/>
                  <a:pt x="222" y="428"/>
                  <a:pt x="211" y="433"/>
                </a:cubicBezTo>
                <a:cubicBezTo>
                  <a:pt x="199" y="439"/>
                  <a:pt x="183" y="442"/>
                  <a:pt x="163" y="442"/>
                </a:cubicBezTo>
                <a:cubicBezTo>
                  <a:pt x="74" y="442"/>
                  <a:pt x="74" y="442"/>
                  <a:pt x="74" y="442"/>
                </a:cubicBezTo>
                <a:cubicBezTo>
                  <a:pt x="33" y="442"/>
                  <a:pt x="0" y="475"/>
                  <a:pt x="0" y="516"/>
                </a:cubicBezTo>
                <a:cubicBezTo>
                  <a:pt x="0" y="605"/>
                  <a:pt x="0" y="605"/>
                  <a:pt x="0" y="605"/>
                </a:cubicBezTo>
                <a:cubicBezTo>
                  <a:pt x="0" y="609"/>
                  <a:pt x="1" y="612"/>
                  <a:pt x="4" y="614"/>
                </a:cubicBezTo>
                <a:cubicBezTo>
                  <a:pt x="7" y="617"/>
                  <a:pt x="11" y="618"/>
                  <a:pt x="15" y="618"/>
                </a:cubicBezTo>
                <a:cubicBezTo>
                  <a:pt x="59" y="618"/>
                  <a:pt x="59" y="618"/>
                  <a:pt x="59" y="618"/>
                </a:cubicBezTo>
                <a:cubicBezTo>
                  <a:pt x="59" y="663"/>
                  <a:pt x="59" y="663"/>
                  <a:pt x="59" y="663"/>
                </a:cubicBezTo>
                <a:cubicBezTo>
                  <a:pt x="59" y="688"/>
                  <a:pt x="78" y="707"/>
                  <a:pt x="103" y="707"/>
                </a:cubicBezTo>
                <a:cubicBezTo>
                  <a:pt x="605" y="707"/>
                  <a:pt x="605" y="707"/>
                  <a:pt x="605" y="707"/>
                </a:cubicBezTo>
                <a:cubicBezTo>
                  <a:pt x="628" y="707"/>
                  <a:pt x="649" y="688"/>
                  <a:pt x="649" y="663"/>
                </a:cubicBezTo>
                <a:cubicBezTo>
                  <a:pt x="649" y="618"/>
                  <a:pt x="649" y="618"/>
                  <a:pt x="649" y="618"/>
                </a:cubicBezTo>
                <a:lnTo>
                  <a:pt x="693" y="618"/>
                </a:lnTo>
                <a:close/>
                <a:moveTo>
                  <a:pt x="30" y="516"/>
                </a:moveTo>
                <a:lnTo>
                  <a:pt x="30" y="516"/>
                </a:lnTo>
                <a:cubicBezTo>
                  <a:pt x="30" y="491"/>
                  <a:pt x="49" y="472"/>
                  <a:pt x="74" y="472"/>
                </a:cubicBezTo>
                <a:cubicBezTo>
                  <a:pt x="163" y="472"/>
                  <a:pt x="163" y="472"/>
                  <a:pt x="163" y="472"/>
                </a:cubicBezTo>
                <a:cubicBezTo>
                  <a:pt x="183" y="472"/>
                  <a:pt x="203" y="469"/>
                  <a:pt x="218" y="462"/>
                </a:cubicBezTo>
                <a:cubicBezTo>
                  <a:pt x="229" y="458"/>
                  <a:pt x="240" y="451"/>
                  <a:pt x="247" y="443"/>
                </a:cubicBezTo>
                <a:cubicBezTo>
                  <a:pt x="259" y="431"/>
                  <a:pt x="266" y="414"/>
                  <a:pt x="270" y="396"/>
                </a:cubicBezTo>
                <a:cubicBezTo>
                  <a:pt x="276" y="380"/>
                  <a:pt x="277" y="360"/>
                  <a:pt x="277" y="338"/>
                </a:cubicBezTo>
                <a:cubicBezTo>
                  <a:pt x="277" y="277"/>
                  <a:pt x="265" y="201"/>
                  <a:pt x="265" y="118"/>
                </a:cubicBezTo>
                <a:cubicBezTo>
                  <a:pt x="265" y="102"/>
                  <a:pt x="268" y="88"/>
                  <a:pt x="272" y="77"/>
                </a:cubicBezTo>
                <a:cubicBezTo>
                  <a:pt x="279" y="60"/>
                  <a:pt x="290" y="49"/>
                  <a:pt x="303" y="41"/>
                </a:cubicBezTo>
                <a:cubicBezTo>
                  <a:pt x="317" y="34"/>
                  <a:pt x="334" y="30"/>
                  <a:pt x="353" y="30"/>
                </a:cubicBezTo>
                <a:cubicBezTo>
                  <a:pt x="379" y="30"/>
                  <a:pt x="402" y="37"/>
                  <a:pt x="417" y="49"/>
                </a:cubicBezTo>
                <a:cubicBezTo>
                  <a:pt x="424" y="56"/>
                  <a:pt x="431" y="66"/>
                  <a:pt x="435" y="77"/>
                </a:cubicBezTo>
                <a:cubicBezTo>
                  <a:pt x="439" y="88"/>
                  <a:pt x="442" y="102"/>
                  <a:pt x="442" y="118"/>
                </a:cubicBezTo>
                <a:cubicBezTo>
                  <a:pt x="442" y="203"/>
                  <a:pt x="431" y="279"/>
                  <a:pt x="431" y="339"/>
                </a:cubicBezTo>
                <a:cubicBezTo>
                  <a:pt x="431" y="357"/>
                  <a:pt x="432" y="375"/>
                  <a:pt x="435" y="391"/>
                </a:cubicBezTo>
                <a:cubicBezTo>
                  <a:pt x="437" y="403"/>
                  <a:pt x="440" y="414"/>
                  <a:pt x="446" y="424"/>
                </a:cubicBezTo>
                <a:cubicBezTo>
                  <a:pt x="454" y="439"/>
                  <a:pt x="466" y="451"/>
                  <a:pt x="483" y="460"/>
                </a:cubicBezTo>
                <a:cubicBezTo>
                  <a:pt x="500" y="468"/>
                  <a:pt x="520" y="472"/>
                  <a:pt x="544" y="472"/>
                </a:cubicBezTo>
                <a:cubicBezTo>
                  <a:pt x="634" y="472"/>
                  <a:pt x="634" y="472"/>
                  <a:pt x="634" y="472"/>
                </a:cubicBezTo>
                <a:cubicBezTo>
                  <a:pt x="658" y="472"/>
                  <a:pt x="678" y="491"/>
                  <a:pt x="678" y="516"/>
                </a:cubicBezTo>
                <a:cubicBezTo>
                  <a:pt x="678" y="589"/>
                  <a:pt x="678" y="589"/>
                  <a:pt x="678" y="589"/>
                </a:cubicBezTo>
                <a:cubicBezTo>
                  <a:pt x="30" y="589"/>
                  <a:pt x="30" y="589"/>
                  <a:pt x="30" y="589"/>
                </a:cubicBezTo>
                <a:lnTo>
                  <a:pt x="30" y="516"/>
                </a:lnTo>
                <a:close/>
                <a:moveTo>
                  <a:pt x="618" y="663"/>
                </a:moveTo>
                <a:lnTo>
                  <a:pt x="618" y="663"/>
                </a:lnTo>
                <a:cubicBezTo>
                  <a:pt x="618" y="671"/>
                  <a:pt x="612" y="678"/>
                  <a:pt x="605" y="678"/>
                </a:cubicBezTo>
                <a:cubicBezTo>
                  <a:pt x="103" y="678"/>
                  <a:pt x="103" y="678"/>
                  <a:pt x="103" y="678"/>
                </a:cubicBezTo>
                <a:cubicBezTo>
                  <a:pt x="95" y="678"/>
                  <a:pt x="88" y="671"/>
                  <a:pt x="88" y="663"/>
                </a:cubicBezTo>
                <a:cubicBezTo>
                  <a:pt x="88" y="618"/>
                  <a:pt x="88" y="618"/>
                  <a:pt x="88" y="618"/>
                </a:cubicBezTo>
                <a:cubicBezTo>
                  <a:pt x="618" y="618"/>
                  <a:pt x="618" y="618"/>
                  <a:pt x="618" y="618"/>
                </a:cubicBezTo>
                <a:lnTo>
                  <a:pt x="618" y="663"/>
                </a:lnTo>
                <a:close/>
              </a:path>
            </a:pathLst>
          </a:custGeom>
          <a:solidFill>
            <a:schemeClr val="accent4"/>
          </a:solidFill>
          <a:ln>
            <a:noFill/>
          </a:ln>
          <a:effectLst/>
        </p:spPr>
        <p:txBody>
          <a:bodyPr wrap="none" anchor="ctr"/>
          <a:lstStyle/>
          <a:p>
            <a:endParaRPr lang="da-DK">
              <a:solidFill>
                <a:schemeClr val="tx2"/>
              </a:solidFill>
            </a:endParaRPr>
          </a:p>
        </p:txBody>
      </p:sp>
      <p:sp>
        <p:nvSpPr>
          <p:cNvPr id="418" name="Freeform 346">
            <a:extLst>
              <a:ext uri="{FF2B5EF4-FFF2-40B4-BE49-F238E27FC236}">
                <a16:creationId xmlns:a16="http://schemas.microsoft.com/office/drawing/2014/main" id="{48ED8E9F-4E2E-A0BF-2093-A79E87681459}"/>
              </a:ext>
            </a:extLst>
          </p:cNvPr>
          <p:cNvSpPr>
            <a:spLocks noChangeArrowheads="1"/>
          </p:cNvSpPr>
          <p:nvPr/>
        </p:nvSpPr>
        <p:spPr bwMode="auto">
          <a:xfrm>
            <a:off x="10946333" y="2920628"/>
            <a:ext cx="255587" cy="180975"/>
          </a:xfrm>
          <a:custGeom>
            <a:avLst/>
            <a:gdLst>
              <a:gd name="T0" fmla="*/ 663 w 708"/>
              <a:gd name="T1" fmla="*/ 501 h 502"/>
              <a:gd name="T2" fmla="*/ 663 w 708"/>
              <a:gd name="T3" fmla="*/ 501 h 502"/>
              <a:gd name="T4" fmla="*/ 693 w 708"/>
              <a:gd name="T5" fmla="*/ 488 h 502"/>
              <a:gd name="T6" fmla="*/ 695 w 708"/>
              <a:gd name="T7" fmla="*/ 487 h 502"/>
              <a:gd name="T8" fmla="*/ 695 w 708"/>
              <a:gd name="T9" fmla="*/ 487 h 502"/>
              <a:gd name="T10" fmla="*/ 707 w 708"/>
              <a:gd name="T11" fmla="*/ 457 h 502"/>
              <a:gd name="T12" fmla="*/ 707 w 708"/>
              <a:gd name="T13" fmla="*/ 44 h 502"/>
              <a:gd name="T14" fmla="*/ 663 w 708"/>
              <a:gd name="T15" fmla="*/ 0 h 502"/>
              <a:gd name="T16" fmla="*/ 44 w 708"/>
              <a:gd name="T17" fmla="*/ 0 h 502"/>
              <a:gd name="T18" fmla="*/ 0 w 708"/>
              <a:gd name="T19" fmla="*/ 44 h 502"/>
              <a:gd name="T20" fmla="*/ 0 w 708"/>
              <a:gd name="T21" fmla="*/ 457 h 502"/>
              <a:gd name="T22" fmla="*/ 12 w 708"/>
              <a:gd name="T23" fmla="*/ 487 h 502"/>
              <a:gd name="T24" fmla="*/ 14 w 708"/>
              <a:gd name="T25" fmla="*/ 487 h 502"/>
              <a:gd name="T26" fmla="*/ 14 w 708"/>
              <a:gd name="T27" fmla="*/ 488 h 502"/>
              <a:gd name="T28" fmla="*/ 44 w 708"/>
              <a:gd name="T29" fmla="*/ 501 h 502"/>
              <a:gd name="T30" fmla="*/ 663 w 708"/>
              <a:gd name="T31" fmla="*/ 501 h 502"/>
              <a:gd name="T32" fmla="*/ 325 w 708"/>
              <a:gd name="T33" fmla="*/ 274 h 502"/>
              <a:gd name="T34" fmla="*/ 325 w 708"/>
              <a:gd name="T35" fmla="*/ 274 h 502"/>
              <a:gd name="T36" fmla="*/ 354 w 708"/>
              <a:gd name="T37" fmla="*/ 285 h 502"/>
              <a:gd name="T38" fmla="*/ 383 w 708"/>
              <a:gd name="T39" fmla="*/ 274 h 502"/>
              <a:gd name="T40" fmla="*/ 424 w 708"/>
              <a:gd name="T41" fmla="*/ 238 h 502"/>
              <a:gd name="T42" fmla="*/ 657 w 708"/>
              <a:gd name="T43" fmla="*/ 470 h 502"/>
              <a:gd name="T44" fmla="*/ 51 w 708"/>
              <a:gd name="T45" fmla="*/ 470 h 502"/>
              <a:gd name="T46" fmla="*/ 283 w 708"/>
              <a:gd name="T47" fmla="*/ 238 h 502"/>
              <a:gd name="T48" fmla="*/ 325 w 708"/>
              <a:gd name="T49" fmla="*/ 274 h 502"/>
              <a:gd name="T50" fmla="*/ 678 w 708"/>
              <a:gd name="T51" fmla="*/ 450 h 502"/>
              <a:gd name="T52" fmla="*/ 678 w 708"/>
              <a:gd name="T53" fmla="*/ 450 h 502"/>
              <a:gd name="T54" fmla="*/ 447 w 708"/>
              <a:gd name="T55" fmla="*/ 219 h 502"/>
              <a:gd name="T56" fmla="*/ 667 w 708"/>
              <a:gd name="T57" fmla="*/ 30 h 502"/>
              <a:gd name="T58" fmla="*/ 678 w 708"/>
              <a:gd name="T59" fmla="*/ 44 h 502"/>
              <a:gd name="T60" fmla="*/ 678 w 708"/>
              <a:gd name="T61" fmla="*/ 450 h 502"/>
              <a:gd name="T62" fmla="*/ 363 w 708"/>
              <a:gd name="T63" fmla="*/ 252 h 502"/>
              <a:gd name="T64" fmla="*/ 363 w 708"/>
              <a:gd name="T65" fmla="*/ 252 h 502"/>
              <a:gd name="T66" fmla="*/ 354 w 708"/>
              <a:gd name="T67" fmla="*/ 255 h 502"/>
              <a:gd name="T68" fmla="*/ 344 w 708"/>
              <a:gd name="T69" fmla="*/ 252 h 502"/>
              <a:gd name="T70" fmla="*/ 84 w 708"/>
              <a:gd name="T71" fmla="*/ 29 h 502"/>
              <a:gd name="T72" fmla="*/ 623 w 708"/>
              <a:gd name="T73" fmla="*/ 29 h 502"/>
              <a:gd name="T74" fmla="*/ 363 w 708"/>
              <a:gd name="T75" fmla="*/ 252 h 502"/>
              <a:gd name="T76" fmla="*/ 40 w 708"/>
              <a:gd name="T77" fmla="*/ 30 h 502"/>
              <a:gd name="T78" fmla="*/ 40 w 708"/>
              <a:gd name="T79" fmla="*/ 30 h 502"/>
              <a:gd name="T80" fmla="*/ 261 w 708"/>
              <a:gd name="T81" fmla="*/ 219 h 502"/>
              <a:gd name="T82" fmla="*/ 30 w 708"/>
              <a:gd name="T83" fmla="*/ 450 h 502"/>
              <a:gd name="T84" fmla="*/ 30 w 708"/>
              <a:gd name="T85" fmla="*/ 44 h 502"/>
              <a:gd name="T86" fmla="*/ 40 w 708"/>
              <a:gd name="T87" fmla="*/ 3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502">
                <a:moveTo>
                  <a:pt x="663" y="501"/>
                </a:moveTo>
                <a:lnTo>
                  <a:pt x="663" y="501"/>
                </a:lnTo>
                <a:cubicBezTo>
                  <a:pt x="675" y="501"/>
                  <a:pt x="685" y="495"/>
                  <a:pt x="693" y="488"/>
                </a:cubicBezTo>
                <a:cubicBezTo>
                  <a:pt x="693" y="488"/>
                  <a:pt x="695" y="488"/>
                  <a:pt x="695" y="487"/>
                </a:cubicBezTo>
                <a:lnTo>
                  <a:pt x="695" y="487"/>
                </a:lnTo>
                <a:cubicBezTo>
                  <a:pt x="703" y="479"/>
                  <a:pt x="707" y="468"/>
                  <a:pt x="707" y="457"/>
                </a:cubicBezTo>
                <a:cubicBezTo>
                  <a:pt x="707" y="44"/>
                  <a:pt x="707" y="44"/>
                  <a:pt x="707" y="44"/>
                </a:cubicBezTo>
                <a:cubicBezTo>
                  <a:pt x="707" y="19"/>
                  <a:pt x="688" y="0"/>
                  <a:pt x="663" y="0"/>
                </a:cubicBezTo>
                <a:cubicBezTo>
                  <a:pt x="44" y="0"/>
                  <a:pt x="44" y="0"/>
                  <a:pt x="44" y="0"/>
                </a:cubicBezTo>
                <a:cubicBezTo>
                  <a:pt x="21" y="0"/>
                  <a:pt x="0" y="19"/>
                  <a:pt x="0" y="44"/>
                </a:cubicBezTo>
                <a:cubicBezTo>
                  <a:pt x="0" y="457"/>
                  <a:pt x="0" y="457"/>
                  <a:pt x="0" y="457"/>
                </a:cubicBezTo>
                <a:cubicBezTo>
                  <a:pt x="0" y="468"/>
                  <a:pt x="6" y="479"/>
                  <a:pt x="12" y="487"/>
                </a:cubicBezTo>
                <a:cubicBezTo>
                  <a:pt x="12" y="487"/>
                  <a:pt x="12" y="487"/>
                  <a:pt x="14" y="487"/>
                </a:cubicBezTo>
                <a:cubicBezTo>
                  <a:pt x="14" y="488"/>
                  <a:pt x="14" y="488"/>
                  <a:pt x="14" y="488"/>
                </a:cubicBezTo>
                <a:cubicBezTo>
                  <a:pt x="22" y="495"/>
                  <a:pt x="33" y="501"/>
                  <a:pt x="44" y="501"/>
                </a:cubicBezTo>
                <a:lnTo>
                  <a:pt x="663" y="501"/>
                </a:lnTo>
                <a:close/>
                <a:moveTo>
                  <a:pt x="325" y="274"/>
                </a:moveTo>
                <a:lnTo>
                  <a:pt x="325" y="274"/>
                </a:lnTo>
                <a:cubicBezTo>
                  <a:pt x="333" y="281"/>
                  <a:pt x="344" y="285"/>
                  <a:pt x="354" y="285"/>
                </a:cubicBezTo>
                <a:cubicBezTo>
                  <a:pt x="365" y="285"/>
                  <a:pt x="374" y="281"/>
                  <a:pt x="383" y="274"/>
                </a:cubicBezTo>
                <a:cubicBezTo>
                  <a:pt x="424" y="238"/>
                  <a:pt x="424" y="238"/>
                  <a:pt x="424" y="238"/>
                </a:cubicBezTo>
                <a:cubicBezTo>
                  <a:pt x="657" y="470"/>
                  <a:pt x="657" y="470"/>
                  <a:pt x="657" y="470"/>
                </a:cubicBezTo>
                <a:cubicBezTo>
                  <a:pt x="51" y="470"/>
                  <a:pt x="51" y="470"/>
                  <a:pt x="51" y="470"/>
                </a:cubicBezTo>
                <a:cubicBezTo>
                  <a:pt x="283" y="238"/>
                  <a:pt x="283" y="238"/>
                  <a:pt x="283" y="238"/>
                </a:cubicBezTo>
                <a:lnTo>
                  <a:pt x="325" y="274"/>
                </a:lnTo>
                <a:close/>
                <a:moveTo>
                  <a:pt x="678" y="450"/>
                </a:moveTo>
                <a:lnTo>
                  <a:pt x="678" y="450"/>
                </a:lnTo>
                <a:cubicBezTo>
                  <a:pt x="447" y="219"/>
                  <a:pt x="447" y="219"/>
                  <a:pt x="447" y="219"/>
                </a:cubicBezTo>
                <a:cubicBezTo>
                  <a:pt x="667" y="30"/>
                  <a:pt x="667" y="30"/>
                  <a:pt x="667" y="30"/>
                </a:cubicBezTo>
                <a:cubicBezTo>
                  <a:pt x="674" y="31"/>
                  <a:pt x="678" y="37"/>
                  <a:pt x="678" y="44"/>
                </a:cubicBezTo>
                <a:lnTo>
                  <a:pt x="678" y="450"/>
                </a:lnTo>
                <a:close/>
                <a:moveTo>
                  <a:pt x="363" y="252"/>
                </a:moveTo>
                <a:lnTo>
                  <a:pt x="363" y="252"/>
                </a:lnTo>
                <a:cubicBezTo>
                  <a:pt x="360" y="255"/>
                  <a:pt x="358" y="255"/>
                  <a:pt x="354" y="255"/>
                </a:cubicBezTo>
                <a:cubicBezTo>
                  <a:pt x="351" y="255"/>
                  <a:pt x="347" y="255"/>
                  <a:pt x="344" y="252"/>
                </a:cubicBezTo>
                <a:cubicBezTo>
                  <a:pt x="84" y="29"/>
                  <a:pt x="84" y="29"/>
                  <a:pt x="84" y="29"/>
                </a:cubicBezTo>
                <a:cubicBezTo>
                  <a:pt x="623" y="29"/>
                  <a:pt x="623" y="29"/>
                  <a:pt x="623" y="29"/>
                </a:cubicBezTo>
                <a:lnTo>
                  <a:pt x="363" y="252"/>
                </a:lnTo>
                <a:close/>
                <a:moveTo>
                  <a:pt x="40" y="30"/>
                </a:moveTo>
                <a:lnTo>
                  <a:pt x="40" y="30"/>
                </a:lnTo>
                <a:cubicBezTo>
                  <a:pt x="261" y="219"/>
                  <a:pt x="261" y="219"/>
                  <a:pt x="261" y="219"/>
                </a:cubicBezTo>
                <a:cubicBezTo>
                  <a:pt x="30" y="450"/>
                  <a:pt x="30" y="450"/>
                  <a:pt x="30" y="450"/>
                </a:cubicBezTo>
                <a:cubicBezTo>
                  <a:pt x="30" y="44"/>
                  <a:pt x="30" y="44"/>
                  <a:pt x="30" y="44"/>
                </a:cubicBezTo>
                <a:cubicBezTo>
                  <a:pt x="30" y="37"/>
                  <a:pt x="34" y="31"/>
                  <a:pt x="40" y="30"/>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19" name="Group 421">
            <a:extLst>
              <a:ext uri="{FF2B5EF4-FFF2-40B4-BE49-F238E27FC236}">
                <a16:creationId xmlns:a16="http://schemas.microsoft.com/office/drawing/2014/main" id="{3B27B7A8-1F09-EEC9-9776-78A74F4D24EA}"/>
              </a:ext>
            </a:extLst>
          </p:cNvPr>
          <p:cNvGrpSpPr/>
          <p:nvPr/>
        </p:nvGrpSpPr>
        <p:grpSpPr>
          <a:xfrm>
            <a:off x="5136083" y="3791372"/>
            <a:ext cx="2368550" cy="138113"/>
            <a:chOff x="3979863" y="4105275"/>
            <a:chExt cx="2368550" cy="138113"/>
          </a:xfrm>
          <a:solidFill>
            <a:schemeClr val="accent4"/>
          </a:solidFill>
        </p:grpSpPr>
        <p:sp>
          <p:nvSpPr>
            <p:cNvPr id="420" name="Freeform 347">
              <a:extLst>
                <a:ext uri="{FF2B5EF4-FFF2-40B4-BE49-F238E27FC236}">
                  <a16:creationId xmlns:a16="http://schemas.microsoft.com/office/drawing/2014/main" id="{B3CD8B55-0E42-90AC-BAFA-519FD691ED49}"/>
                </a:ext>
              </a:extLst>
            </p:cNvPr>
            <p:cNvSpPr>
              <a:spLocks noChangeArrowheads="1"/>
            </p:cNvSpPr>
            <p:nvPr/>
          </p:nvSpPr>
          <p:spPr bwMode="auto">
            <a:xfrm>
              <a:off x="397986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1" name="Freeform 348">
              <a:extLst>
                <a:ext uri="{FF2B5EF4-FFF2-40B4-BE49-F238E27FC236}">
                  <a16:creationId xmlns:a16="http://schemas.microsoft.com/office/drawing/2014/main" id="{CDB874BC-4F4E-92EF-5751-195F83244DA1}"/>
                </a:ext>
              </a:extLst>
            </p:cNvPr>
            <p:cNvSpPr>
              <a:spLocks noChangeArrowheads="1"/>
            </p:cNvSpPr>
            <p:nvPr/>
          </p:nvSpPr>
          <p:spPr bwMode="auto">
            <a:xfrm>
              <a:off x="4025900" y="4108450"/>
              <a:ext cx="104775" cy="134938"/>
            </a:xfrm>
            <a:custGeom>
              <a:avLst/>
              <a:gdLst>
                <a:gd name="T0" fmla="*/ 256 w 291"/>
                <a:gd name="T1" fmla="*/ 276 h 373"/>
                <a:gd name="T2" fmla="*/ 256 w 291"/>
                <a:gd name="T3" fmla="*/ 276 h 373"/>
                <a:gd name="T4" fmla="*/ 256 w 291"/>
                <a:gd name="T5" fmla="*/ 300 h 373"/>
                <a:gd name="T6" fmla="*/ 257 w 291"/>
                <a:gd name="T7" fmla="*/ 319 h 373"/>
                <a:gd name="T8" fmla="*/ 256 w 291"/>
                <a:gd name="T9" fmla="*/ 319 h 373"/>
                <a:gd name="T10" fmla="*/ 249 w 291"/>
                <a:gd name="T11" fmla="*/ 307 h 373"/>
                <a:gd name="T12" fmla="*/ 241 w 291"/>
                <a:gd name="T13" fmla="*/ 294 h 373"/>
                <a:gd name="T14" fmla="*/ 38 w 291"/>
                <a:gd name="T15" fmla="*/ 0 h 373"/>
                <a:gd name="T16" fmla="*/ 0 w 291"/>
                <a:gd name="T17" fmla="*/ 0 h 373"/>
                <a:gd name="T18" fmla="*/ 0 w 291"/>
                <a:gd name="T19" fmla="*/ 372 h 373"/>
                <a:gd name="T20" fmla="*/ 35 w 291"/>
                <a:gd name="T21" fmla="*/ 372 h 373"/>
                <a:gd name="T22" fmla="*/ 35 w 291"/>
                <a:gd name="T23" fmla="*/ 83 h 373"/>
                <a:gd name="T24" fmla="*/ 33 w 291"/>
                <a:gd name="T25" fmla="*/ 62 h 373"/>
                <a:gd name="T26" fmla="*/ 33 w 291"/>
                <a:gd name="T27" fmla="*/ 50 h 373"/>
                <a:gd name="T28" fmla="*/ 35 w 291"/>
                <a:gd name="T29" fmla="*/ 50 h 373"/>
                <a:gd name="T30" fmla="*/ 40 w 291"/>
                <a:gd name="T31" fmla="*/ 61 h 373"/>
                <a:gd name="T32" fmla="*/ 49 w 291"/>
                <a:gd name="T33" fmla="*/ 73 h 373"/>
                <a:gd name="T34" fmla="*/ 254 w 291"/>
                <a:gd name="T35" fmla="*/ 372 h 373"/>
                <a:gd name="T36" fmla="*/ 290 w 291"/>
                <a:gd name="T37" fmla="*/ 372 h 373"/>
                <a:gd name="T38" fmla="*/ 290 w 291"/>
                <a:gd name="T39" fmla="*/ 0 h 373"/>
                <a:gd name="T40" fmla="*/ 256 w 291"/>
                <a:gd name="T41" fmla="*/ 0 h 373"/>
                <a:gd name="T42" fmla="*/ 256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6" y="276"/>
                  </a:moveTo>
                  <a:lnTo>
                    <a:pt x="256" y="276"/>
                  </a:lnTo>
                  <a:cubicBezTo>
                    <a:pt x="256" y="284"/>
                    <a:pt x="256" y="293"/>
                    <a:pt x="256" y="300"/>
                  </a:cubicBezTo>
                  <a:cubicBezTo>
                    <a:pt x="256" y="307"/>
                    <a:pt x="257" y="312"/>
                    <a:pt x="257" y="319"/>
                  </a:cubicBezTo>
                  <a:cubicBezTo>
                    <a:pt x="256" y="319"/>
                    <a:pt x="256" y="319"/>
                    <a:pt x="256" y="319"/>
                  </a:cubicBezTo>
                  <a:cubicBezTo>
                    <a:pt x="254" y="315"/>
                    <a:pt x="252" y="311"/>
                    <a:pt x="249" y="307"/>
                  </a:cubicBezTo>
                  <a:cubicBezTo>
                    <a:pt x="246" y="302"/>
                    <a:pt x="243" y="298"/>
                    <a:pt x="241" y="294"/>
                  </a:cubicBezTo>
                  <a:cubicBezTo>
                    <a:pt x="38" y="0"/>
                    <a:pt x="38" y="0"/>
                    <a:pt x="38" y="0"/>
                  </a:cubicBezTo>
                  <a:cubicBezTo>
                    <a:pt x="0" y="0"/>
                    <a:pt x="0" y="0"/>
                    <a:pt x="0" y="0"/>
                  </a:cubicBezTo>
                  <a:cubicBezTo>
                    <a:pt x="0" y="372"/>
                    <a:pt x="0" y="372"/>
                    <a:pt x="0" y="372"/>
                  </a:cubicBezTo>
                  <a:cubicBezTo>
                    <a:pt x="35" y="372"/>
                    <a:pt x="35" y="372"/>
                    <a:pt x="35" y="372"/>
                  </a:cubicBezTo>
                  <a:cubicBezTo>
                    <a:pt x="35" y="83"/>
                    <a:pt x="35" y="83"/>
                    <a:pt x="35" y="83"/>
                  </a:cubicBezTo>
                  <a:cubicBezTo>
                    <a:pt x="35" y="75"/>
                    <a:pt x="35" y="68"/>
                    <a:pt x="33" y="62"/>
                  </a:cubicBezTo>
                  <a:cubicBezTo>
                    <a:pt x="33" y="57"/>
                    <a:pt x="33" y="52"/>
                    <a:pt x="33" y="50"/>
                  </a:cubicBezTo>
                  <a:cubicBezTo>
                    <a:pt x="35" y="50"/>
                    <a:pt x="35" y="50"/>
                    <a:pt x="35" y="50"/>
                  </a:cubicBezTo>
                  <a:cubicBezTo>
                    <a:pt x="36" y="54"/>
                    <a:pt x="38" y="58"/>
                    <a:pt x="40" y="61"/>
                  </a:cubicBezTo>
                  <a:cubicBezTo>
                    <a:pt x="43" y="65"/>
                    <a:pt x="46" y="69"/>
                    <a:pt x="49" y="73"/>
                  </a:cubicBezTo>
                  <a:cubicBezTo>
                    <a:pt x="254" y="372"/>
                    <a:pt x="254" y="372"/>
                    <a:pt x="254" y="372"/>
                  </a:cubicBezTo>
                  <a:cubicBezTo>
                    <a:pt x="290" y="372"/>
                    <a:pt x="290" y="372"/>
                    <a:pt x="290" y="372"/>
                  </a:cubicBezTo>
                  <a:cubicBezTo>
                    <a:pt x="290" y="0"/>
                    <a:pt x="290" y="0"/>
                    <a:pt x="290" y="0"/>
                  </a:cubicBezTo>
                  <a:cubicBezTo>
                    <a:pt x="256" y="0"/>
                    <a:pt x="256" y="0"/>
                    <a:pt x="256" y="0"/>
                  </a:cubicBezTo>
                  <a:lnTo>
                    <a:pt x="256"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2" name="Freeform 349">
              <a:extLst>
                <a:ext uri="{FF2B5EF4-FFF2-40B4-BE49-F238E27FC236}">
                  <a16:creationId xmlns:a16="http://schemas.microsoft.com/office/drawing/2014/main" id="{08F3CB12-289D-0019-8834-EC299DF844F9}"/>
                </a:ext>
              </a:extLst>
            </p:cNvPr>
            <p:cNvSpPr>
              <a:spLocks noChangeArrowheads="1"/>
            </p:cNvSpPr>
            <p:nvPr/>
          </p:nvSpPr>
          <p:spPr bwMode="auto">
            <a:xfrm>
              <a:off x="4152900" y="4108450"/>
              <a:ext cx="90488" cy="134938"/>
            </a:xfrm>
            <a:custGeom>
              <a:avLst/>
              <a:gdLst>
                <a:gd name="T0" fmla="*/ 141 w 250"/>
                <a:gd name="T1" fmla="*/ 372 h 373"/>
                <a:gd name="T2" fmla="*/ 141 w 250"/>
                <a:gd name="T3" fmla="*/ 32 h 373"/>
                <a:gd name="T4" fmla="*/ 249 w 250"/>
                <a:gd name="T5" fmla="*/ 32 h 373"/>
                <a:gd name="T6" fmla="*/ 249 w 250"/>
                <a:gd name="T7" fmla="*/ 0 h 373"/>
                <a:gd name="T8" fmla="*/ 0 w 250"/>
                <a:gd name="T9" fmla="*/ 0 h 373"/>
                <a:gd name="T10" fmla="*/ 0 w 250"/>
                <a:gd name="T11" fmla="*/ 32 h 373"/>
                <a:gd name="T12" fmla="*/ 107 w 250"/>
                <a:gd name="T13" fmla="*/ 32 h 373"/>
                <a:gd name="T14" fmla="*/ 107 w 250"/>
                <a:gd name="T15" fmla="*/ 372 h 373"/>
                <a:gd name="T16" fmla="*/ 141 w 250"/>
                <a:gd name="T17"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0" h="373">
                  <a:moveTo>
                    <a:pt x="141" y="372"/>
                  </a:moveTo>
                  <a:lnTo>
                    <a:pt x="141" y="32"/>
                  </a:lnTo>
                  <a:lnTo>
                    <a:pt x="249" y="32"/>
                  </a:lnTo>
                  <a:lnTo>
                    <a:pt x="249" y="0"/>
                  </a:lnTo>
                  <a:lnTo>
                    <a:pt x="0" y="0"/>
                  </a:lnTo>
                  <a:lnTo>
                    <a:pt x="0" y="32"/>
                  </a:lnTo>
                  <a:lnTo>
                    <a:pt x="107" y="32"/>
                  </a:lnTo>
                  <a:lnTo>
                    <a:pt x="107" y="372"/>
                  </a:lnTo>
                  <a:lnTo>
                    <a:pt x="141"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3" name="Freeform 350">
              <a:extLst>
                <a:ext uri="{FF2B5EF4-FFF2-40B4-BE49-F238E27FC236}">
                  <a16:creationId xmlns:a16="http://schemas.microsoft.com/office/drawing/2014/main" id="{E564944D-047F-9B58-13C9-304FAA2848C4}"/>
                </a:ext>
              </a:extLst>
            </p:cNvPr>
            <p:cNvSpPr>
              <a:spLocks noChangeArrowheads="1"/>
            </p:cNvSpPr>
            <p:nvPr/>
          </p:nvSpPr>
          <p:spPr bwMode="auto">
            <a:xfrm>
              <a:off x="4264025" y="4108450"/>
              <a:ext cx="68263"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69 w 190"/>
                <a:gd name="T17" fmla="*/ 199 h 373"/>
                <a:gd name="T18" fmla="*/ 169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69" y="199"/>
                  </a:lnTo>
                  <a:lnTo>
                    <a:pt x="169"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4" name="Freeform 351">
              <a:extLst>
                <a:ext uri="{FF2B5EF4-FFF2-40B4-BE49-F238E27FC236}">
                  <a16:creationId xmlns:a16="http://schemas.microsoft.com/office/drawing/2014/main" id="{293D8437-482C-D777-36E6-5619C78497AA}"/>
                </a:ext>
              </a:extLst>
            </p:cNvPr>
            <p:cNvSpPr>
              <a:spLocks noChangeArrowheads="1"/>
            </p:cNvSpPr>
            <p:nvPr/>
          </p:nvSpPr>
          <p:spPr bwMode="auto">
            <a:xfrm>
              <a:off x="4359275" y="4108450"/>
              <a:ext cx="87313" cy="134938"/>
            </a:xfrm>
            <a:custGeom>
              <a:avLst/>
              <a:gdLst>
                <a:gd name="T0" fmla="*/ 148 w 244"/>
                <a:gd name="T1" fmla="*/ 6 h 373"/>
                <a:gd name="T2" fmla="*/ 148 w 244"/>
                <a:gd name="T3" fmla="*/ 6 h 373"/>
                <a:gd name="T4" fmla="*/ 108 w 244"/>
                <a:gd name="T5" fmla="*/ 0 h 373"/>
                <a:gd name="T6" fmla="*/ 0 w 244"/>
                <a:gd name="T7" fmla="*/ 0 h 373"/>
                <a:gd name="T8" fmla="*/ 0 w 244"/>
                <a:gd name="T9" fmla="*/ 372 h 373"/>
                <a:gd name="T10" fmla="*/ 35 w 244"/>
                <a:gd name="T11" fmla="*/ 372 h 373"/>
                <a:gd name="T12" fmla="*/ 35 w 244"/>
                <a:gd name="T13" fmla="*/ 210 h 373"/>
                <a:gd name="T14" fmla="*/ 76 w 244"/>
                <a:gd name="T15" fmla="*/ 210 h 373"/>
                <a:gd name="T16" fmla="*/ 97 w 244"/>
                <a:gd name="T17" fmla="*/ 213 h 373"/>
                <a:gd name="T18" fmla="*/ 115 w 244"/>
                <a:gd name="T19" fmla="*/ 221 h 373"/>
                <a:gd name="T20" fmla="*/ 131 w 244"/>
                <a:gd name="T21" fmla="*/ 238 h 373"/>
                <a:gd name="T22" fmla="*/ 147 w 244"/>
                <a:gd name="T23" fmla="*/ 265 h 373"/>
                <a:gd name="T24" fmla="*/ 203 w 244"/>
                <a:gd name="T25" fmla="*/ 372 h 373"/>
                <a:gd name="T26" fmla="*/ 243 w 244"/>
                <a:gd name="T27" fmla="*/ 372 h 373"/>
                <a:gd name="T28" fmla="*/ 181 w 244"/>
                <a:gd name="T29" fmla="*/ 255 h 373"/>
                <a:gd name="T30" fmla="*/ 169 w 244"/>
                <a:gd name="T31" fmla="*/ 235 h 373"/>
                <a:gd name="T32" fmla="*/ 158 w 244"/>
                <a:gd name="T33" fmla="*/ 220 h 373"/>
                <a:gd name="T34" fmla="*/ 145 w 244"/>
                <a:gd name="T35" fmla="*/ 207 h 373"/>
                <a:gd name="T36" fmla="*/ 131 w 244"/>
                <a:gd name="T37" fmla="*/ 199 h 373"/>
                <a:gd name="T38" fmla="*/ 131 w 244"/>
                <a:gd name="T39" fmla="*/ 199 h 373"/>
                <a:gd name="T40" fmla="*/ 167 w 244"/>
                <a:gd name="T41" fmla="*/ 185 h 373"/>
                <a:gd name="T42" fmla="*/ 194 w 244"/>
                <a:gd name="T43" fmla="*/ 163 h 373"/>
                <a:gd name="T44" fmla="*/ 210 w 244"/>
                <a:gd name="T45" fmla="*/ 134 h 373"/>
                <a:gd name="T46" fmla="*/ 217 w 244"/>
                <a:gd name="T47" fmla="*/ 98 h 373"/>
                <a:gd name="T48" fmla="*/ 207 w 244"/>
                <a:gd name="T49" fmla="*/ 55 h 373"/>
                <a:gd name="T50" fmla="*/ 182 w 244"/>
                <a:gd name="T51" fmla="*/ 25 h 373"/>
                <a:gd name="T52" fmla="*/ 148 w 244"/>
                <a:gd name="T53" fmla="*/ 6 h 373"/>
                <a:gd name="T54" fmla="*/ 174 w 244"/>
                <a:gd name="T55" fmla="*/ 133 h 373"/>
                <a:gd name="T56" fmla="*/ 174 w 244"/>
                <a:gd name="T57" fmla="*/ 133 h 373"/>
                <a:gd name="T58" fmla="*/ 158 w 244"/>
                <a:gd name="T59" fmla="*/ 157 h 373"/>
                <a:gd name="T60" fmla="*/ 131 w 244"/>
                <a:gd name="T61" fmla="*/ 173 h 373"/>
                <a:gd name="T62" fmla="*/ 97 w 244"/>
                <a:gd name="T63" fmla="*/ 178 h 373"/>
                <a:gd name="T64" fmla="*/ 35 w 244"/>
                <a:gd name="T65" fmla="*/ 178 h 373"/>
                <a:gd name="T66" fmla="*/ 35 w 244"/>
                <a:gd name="T67" fmla="*/ 32 h 373"/>
                <a:gd name="T68" fmla="*/ 100 w 244"/>
                <a:gd name="T69" fmla="*/ 32 h 373"/>
                <a:gd name="T70" fmla="*/ 160 w 244"/>
                <a:gd name="T71" fmla="*/ 50 h 373"/>
                <a:gd name="T72" fmla="*/ 181 w 244"/>
                <a:gd name="T73" fmla="*/ 101 h 373"/>
                <a:gd name="T74" fmla="*/ 174 w 244"/>
                <a:gd name="T75" fmla="*/ 133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4" h="373">
                  <a:moveTo>
                    <a:pt x="148" y="6"/>
                  </a:moveTo>
                  <a:lnTo>
                    <a:pt x="148" y="6"/>
                  </a:lnTo>
                  <a:cubicBezTo>
                    <a:pt x="136" y="1"/>
                    <a:pt x="122" y="0"/>
                    <a:pt x="108" y="0"/>
                  </a:cubicBezTo>
                  <a:cubicBezTo>
                    <a:pt x="0" y="0"/>
                    <a:pt x="0" y="0"/>
                    <a:pt x="0" y="0"/>
                  </a:cubicBezTo>
                  <a:cubicBezTo>
                    <a:pt x="0" y="372"/>
                    <a:pt x="0" y="372"/>
                    <a:pt x="0" y="372"/>
                  </a:cubicBezTo>
                  <a:cubicBezTo>
                    <a:pt x="35" y="372"/>
                    <a:pt x="35" y="372"/>
                    <a:pt x="35" y="372"/>
                  </a:cubicBezTo>
                  <a:cubicBezTo>
                    <a:pt x="35" y="210"/>
                    <a:pt x="35" y="210"/>
                    <a:pt x="35" y="210"/>
                  </a:cubicBezTo>
                  <a:cubicBezTo>
                    <a:pt x="76" y="210"/>
                    <a:pt x="76" y="210"/>
                    <a:pt x="76" y="210"/>
                  </a:cubicBezTo>
                  <a:cubicBezTo>
                    <a:pt x="84" y="210"/>
                    <a:pt x="91" y="210"/>
                    <a:pt x="97" y="213"/>
                  </a:cubicBezTo>
                  <a:cubicBezTo>
                    <a:pt x="104" y="214"/>
                    <a:pt x="109" y="217"/>
                    <a:pt x="115" y="221"/>
                  </a:cubicBezTo>
                  <a:cubicBezTo>
                    <a:pt x="120" y="225"/>
                    <a:pt x="126" y="231"/>
                    <a:pt x="131" y="238"/>
                  </a:cubicBezTo>
                  <a:cubicBezTo>
                    <a:pt x="136" y="246"/>
                    <a:pt x="141" y="254"/>
                    <a:pt x="147" y="265"/>
                  </a:cubicBezTo>
                  <a:cubicBezTo>
                    <a:pt x="203" y="372"/>
                    <a:pt x="203" y="372"/>
                    <a:pt x="203" y="372"/>
                  </a:cubicBezTo>
                  <a:cubicBezTo>
                    <a:pt x="243" y="372"/>
                    <a:pt x="243" y="372"/>
                    <a:pt x="243" y="372"/>
                  </a:cubicBezTo>
                  <a:cubicBezTo>
                    <a:pt x="181" y="255"/>
                    <a:pt x="181" y="255"/>
                    <a:pt x="181" y="255"/>
                  </a:cubicBezTo>
                  <a:cubicBezTo>
                    <a:pt x="177" y="249"/>
                    <a:pt x="173" y="242"/>
                    <a:pt x="169" y="235"/>
                  </a:cubicBezTo>
                  <a:cubicBezTo>
                    <a:pt x="165" y="229"/>
                    <a:pt x="162" y="224"/>
                    <a:pt x="158" y="220"/>
                  </a:cubicBezTo>
                  <a:cubicBezTo>
                    <a:pt x="153" y="214"/>
                    <a:pt x="149" y="211"/>
                    <a:pt x="145" y="207"/>
                  </a:cubicBezTo>
                  <a:cubicBezTo>
                    <a:pt x="141" y="204"/>
                    <a:pt x="137" y="202"/>
                    <a:pt x="131" y="199"/>
                  </a:cubicBezTo>
                  <a:lnTo>
                    <a:pt x="131" y="199"/>
                  </a:lnTo>
                  <a:cubicBezTo>
                    <a:pt x="145" y="195"/>
                    <a:pt x="156" y="191"/>
                    <a:pt x="167" y="185"/>
                  </a:cubicBezTo>
                  <a:cubicBezTo>
                    <a:pt x="177" y="180"/>
                    <a:pt x="187" y="171"/>
                    <a:pt x="194" y="163"/>
                  </a:cubicBezTo>
                  <a:cubicBezTo>
                    <a:pt x="200" y="155"/>
                    <a:pt x="207" y="145"/>
                    <a:pt x="210" y="134"/>
                  </a:cubicBezTo>
                  <a:cubicBezTo>
                    <a:pt x="214" y="123"/>
                    <a:pt x="217" y="110"/>
                    <a:pt x="217" y="98"/>
                  </a:cubicBezTo>
                  <a:cubicBezTo>
                    <a:pt x="217" y="81"/>
                    <a:pt x="214" y="68"/>
                    <a:pt x="207" y="55"/>
                  </a:cubicBezTo>
                  <a:cubicBezTo>
                    <a:pt x="202" y="43"/>
                    <a:pt x="194" y="32"/>
                    <a:pt x="182" y="25"/>
                  </a:cubicBezTo>
                  <a:cubicBezTo>
                    <a:pt x="173" y="17"/>
                    <a:pt x="162" y="10"/>
                    <a:pt x="148" y="6"/>
                  </a:cubicBezTo>
                  <a:close/>
                  <a:moveTo>
                    <a:pt x="174" y="133"/>
                  </a:moveTo>
                  <a:lnTo>
                    <a:pt x="174" y="133"/>
                  </a:lnTo>
                  <a:cubicBezTo>
                    <a:pt x="170" y="142"/>
                    <a:pt x="165" y="151"/>
                    <a:pt x="158" y="157"/>
                  </a:cubicBezTo>
                  <a:cubicBezTo>
                    <a:pt x="151" y="164"/>
                    <a:pt x="141" y="168"/>
                    <a:pt x="131" y="173"/>
                  </a:cubicBezTo>
                  <a:cubicBezTo>
                    <a:pt x="120" y="177"/>
                    <a:pt x="109" y="178"/>
                    <a:pt x="97" y="178"/>
                  </a:cubicBezTo>
                  <a:cubicBezTo>
                    <a:pt x="35" y="178"/>
                    <a:pt x="35" y="178"/>
                    <a:pt x="35" y="178"/>
                  </a:cubicBezTo>
                  <a:cubicBezTo>
                    <a:pt x="35" y="32"/>
                    <a:pt x="35" y="32"/>
                    <a:pt x="35" y="32"/>
                  </a:cubicBezTo>
                  <a:cubicBezTo>
                    <a:pt x="100" y="32"/>
                    <a:pt x="100" y="32"/>
                    <a:pt x="100" y="32"/>
                  </a:cubicBezTo>
                  <a:cubicBezTo>
                    <a:pt x="126" y="32"/>
                    <a:pt x="147" y="37"/>
                    <a:pt x="160" y="50"/>
                  </a:cubicBezTo>
                  <a:cubicBezTo>
                    <a:pt x="174" y="62"/>
                    <a:pt x="181" y="79"/>
                    <a:pt x="181" y="101"/>
                  </a:cubicBezTo>
                  <a:cubicBezTo>
                    <a:pt x="181" y="113"/>
                    <a:pt x="178" y="123"/>
                    <a:pt x="174" y="1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5" name="Freeform 352">
              <a:extLst>
                <a:ext uri="{FF2B5EF4-FFF2-40B4-BE49-F238E27FC236}">
                  <a16:creationId xmlns:a16="http://schemas.microsoft.com/office/drawing/2014/main" id="{58BB5174-848F-FB72-3BD8-8E17B2D8087B}"/>
                </a:ext>
              </a:extLst>
            </p:cNvPr>
            <p:cNvSpPr>
              <a:spLocks noChangeArrowheads="1"/>
            </p:cNvSpPr>
            <p:nvPr/>
          </p:nvSpPr>
          <p:spPr bwMode="auto">
            <a:xfrm>
              <a:off x="4470400" y="4108450"/>
              <a:ext cx="65088" cy="134938"/>
            </a:xfrm>
            <a:custGeom>
              <a:avLst/>
              <a:gdLst>
                <a:gd name="T0" fmla="*/ 34 w 182"/>
                <a:gd name="T1" fmla="*/ 32 h 373"/>
                <a:gd name="T2" fmla="*/ 181 w 182"/>
                <a:gd name="T3" fmla="*/ 32 h 373"/>
                <a:gd name="T4" fmla="*/ 181 w 182"/>
                <a:gd name="T5" fmla="*/ 0 h 373"/>
                <a:gd name="T6" fmla="*/ 0 w 182"/>
                <a:gd name="T7" fmla="*/ 0 h 373"/>
                <a:gd name="T8" fmla="*/ 0 w 182"/>
                <a:gd name="T9" fmla="*/ 372 h 373"/>
                <a:gd name="T10" fmla="*/ 34 w 182"/>
                <a:gd name="T11" fmla="*/ 372 h 373"/>
                <a:gd name="T12" fmla="*/ 34 w 182"/>
                <a:gd name="T13" fmla="*/ 203 h 373"/>
                <a:gd name="T14" fmla="*/ 170 w 182"/>
                <a:gd name="T15" fmla="*/ 203 h 373"/>
                <a:gd name="T16" fmla="*/ 170 w 182"/>
                <a:gd name="T17" fmla="*/ 171 h 373"/>
                <a:gd name="T18" fmla="*/ 34 w 182"/>
                <a:gd name="T19" fmla="*/ 171 h 373"/>
                <a:gd name="T20" fmla="*/ 34 w 182"/>
                <a:gd name="T21"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373">
                  <a:moveTo>
                    <a:pt x="34" y="32"/>
                  </a:moveTo>
                  <a:lnTo>
                    <a:pt x="181" y="32"/>
                  </a:lnTo>
                  <a:lnTo>
                    <a:pt x="181" y="0"/>
                  </a:lnTo>
                  <a:lnTo>
                    <a:pt x="0" y="0"/>
                  </a:lnTo>
                  <a:lnTo>
                    <a:pt x="0" y="372"/>
                  </a:lnTo>
                  <a:lnTo>
                    <a:pt x="34" y="372"/>
                  </a:lnTo>
                  <a:lnTo>
                    <a:pt x="34" y="203"/>
                  </a:lnTo>
                  <a:lnTo>
                    <a:pt x="170" y="203"/>
                  </a:lnTo>
                  <a:lnTo>
                    <a:pt x="170" y="171"/>
                  </a:lnTo>
                  <a:lnTo>
                    <a:pt x="34" y="171"/>
                  </a:lnTo>
                  <a:lnTo>
                    <a:pt x="34"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6" name="Freeform 353">
              <a:extLst>
                <a:ext uri="{FF2B5EF4-FFF2-40B4-BE49-F238E27FC236}">
                  <a16:creationId xmlns:a16="http://schemas.microsoft.com/office/drawing/2014/main" id="{5B2FC086-082C-AA52-3329-18D37B8832AD}"/>
                </a:ext>
              </a:extLst>
            </p:cNvPr>
            <p:cNvSpPr>
              <a:spLocks noChangeArrowheads="1"/>
            </p:cNvSpPr>
            <p:nvPr/>
          </p:nvSpPr>
          <p:spPr bwMode="auto">
            <a:xfrm>
              <a:off x="4535488" y="4108450"/>
              <a:ext cx="114300" cy="134938"/>
            </a:xfrm>
            <a:custGeom>
              <a:avLst/>
              <a:gdLst>
                <a:gd name="T0" fmla="*/ 143 w 319"/>
                <a:gd name="T1" fmla="*/ 0 h 373"/>
                <a:gd name="T2" fmla="*/ 143 w 319"/>
                <a:gd name="T3" fmla="*/ 0 h 373"/>
                <a:gd name="T4" fmla="*/ 0 w 319"/>
                <a:gd name="T5" fmla="*/ 372 h 373"/>
                <a:gd name="T6" fmla="*/ 39 w 319"/>
                <a:gd name="T7" fmla="*/ 372 h 373"/>
                <a:gd name="T8" fmla="*/ 79 w 319"/>
                <a:gd name="T9" fmla="*/ 261 h 373"/>
                <a:gd name="T10" fmla="*/ 238 w 319"/>
                <a:gd name="T11" fmla="*/ 261 h 373"/>
                <a:gd name="T12" fmla="*/ 279 w 319"/>
                <a:gd name="T13" fmla="*/ 372 h 373"/>
                <a:gd name="T14" fmla="*/ 318 w 319"/>
                <a:gd name="T15" fmla="*/ 372 h 373"/>
                <a:gd name="T16" fmla="*/ 177 w 319"/>
                <a:gd name="T17" fmla="*/ 0 h 373"/>
                <a:gd name="T18" fmla="*/ 143 w 319"/>
                <a:gd name="T19" fmla="*/ 0 h 373"/>
                <a:gd name="T20" fmla="*/ 91 w 319"/>
                <a:gd name="T21" fmla="*/ 229 h 373"/>
                <a:gd name="T22" fmla="*/ 91 w 319"/>
                <a:gd name="T23" fmla="*/ 229 h 373"/>
                <a:gd name="T24" fmla="*/ 151 w 319"/>
                <a:gd name="T25" fmla="*/ 65 h 373"/>
                <a:gd name="T26" fmla="*/ 155 w 319"/>
                <a:gd name="T27" fmla="*/ 54 h 373"/>
                <a:gd name="T28" fmla="*/ 158 w 319"/>
                <a:gd name="T29" fmla="*/ 39 h 373"/>
                <a:gd name="T30" fmla="*/ 159 w 319"/>
                <a:gd name="T31" fmla="*/ 39 h 373"/>
                <a:gd name="T32" fmla="*/ 162 w 319"/>
                <a:gd name="T33" fmla="*/ 54 h 373"/>
                <a:gd name="T34" fmla="*/ 166 w 319"/>
                <a:gd name="T35" fmla="*/ 65 h 373"/>
                <a:gd name="T36" fmla="*/ 227 w 319"/>
                <a:gd name="T37" fmla="*/ 229 h 373"/>
                <a:gd name="T38" fmla="*/ 91 w 319"/>
                <a:gd name="T39" fmla="*/ 22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9" h="373">
                  <a:moveTo>
                    <a:pt x="143" y="0"/>
                  </a:moveTo>
                  <a:lnTo>
                    <a:pt x="143" y="0"/>
                  </a:lnTo>
                  <a:cubicBezTo>
                    <a:pt x="0" y="372"/>
                    <a:pt x="0" y="372"/>
                    <a:pt x="0" y="372"/>
                  </a:cubicBezTo>
                  <a:cubicBezTo>
                    <a:pt x="39" y="372"/>
                    <a:pt x="39" y="372"/>
                    <a:pt x="39" y="372"/>
                  </a:cubicBezTo>
                  <a:cubicBezTo>
                    <a:pt x="79" y="261"/>
                    <a:pt x="79" y="261"/>
                    <a:pt x="79" y="261"/>
                  </a:cubicBezTo>
                  <a:cubicBezTo>
                    <a:pt x="238" y="261"/>
                    <a:pt x="238" y="261"/>
                    <a:pt x="238" y="261"/>
                  </a:cubicBezTo>
                  <a:cubicBezTo>
                    <a:pt x="279" y="372"/>
                    <a:pt x="279" y="372"/>
                    <a:pt x="279" y="372"/>
                  </a:cubicBezTo>
                  <a:cubicBezTo>
                    <a:pt x="318" y="372"/>
                    <a:pt x="318" y="372"/>
                    <a:pt x="318" y="372"/>
                  </a:cubicBezTo>
                  <a:cubicBezTo>
                    <a:pt x="177" y="0"/>
                    <a:pt x="177" y="0"/>
                    <a:pt x="177" y="0"/>
                  </a:cubicBezTo>
                  <a:lnTo>
                    <a:pt x="143" y="0"/>
                  </a:lnTo>
                  <a:close/>
                  <a:moveTo>
                    <a:pt x="91" y="229"/>
                  </a:moveTo>
                  <a:lnTo>
                    <a:pt x="91" y="229"/>
                  </a:lnTo>
                  <a:cubicBezTo>
                    <a:pt x="151" y="65"/>
                    <a:pt x="151" y="65"/>
                    <a:pt x="151" y="65"/>
                  </a:cubicBezTo>
                  <a:cubicBezTo>
                    <a:pt x="152" y="61"/>
                    <a:pt x="154" y="58"/>
                    <a:pt x="155" y="54"/>
                  </a:cubicBezTo>
                  <a:cubicBezTo>
                    <a:pt x="156" y="48"/>
                    <a:pt x="158" y="44"/>
                    <a:pt x="158" y="39"/>
                  </a:cubicBezTo>
                  <a:cubicBezTo>
                    <a:pt x="159" y="39"/>
                    <a:pt x="159" y="39"/>
                    <a:pt x="159" y="39"/>
                  </a:cubicBezTo>
                  <a:cubicBezTo>
                    <a:pt x="161" y="44"/>
                    <a:pt x="161" y="48"/>
                    <a:pt x="162" y="54"/>
                  </a:cubicBezTo>
                  <a:cubicBezTo>
                    <a:pt x="163" y="58"/>
                    <a:pt x="165" y="61"/>
                    <a:pt x="166" y="65"/>
                  </a:cubicBezTo>
                  <a:cubicBezTo>
                    <a:pt x="227" y="229"/>
                    <a:pt x="227" y="229"/>
                    <a:pt x="227" y="229"/>
                  </a:cubicBezTo>
                  <a:lnTo>
                    <a:pt x="91"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7" name="Freeform 354">
              <a:extLst>
                <a:ext uri="{FF2B5EF4-FFF2-40B4-BE49-F238E27FC236}">
                  <a16:creationId xmlns:a16="http://schemas.microsoft.com/office/drawing/2014/main" id="{0ED4C217-E313-C936-5820-E8E3BD0BFB80}"/>
                </a:ext>
              </a:extLst>
            </p:cNvPr>
            <p:cNvSpPr>
              <a:spLocks noChangeArrowheads="1"/>
            </p:cNvSpPr>
            <p:nvPr/>
          </p:nvSpPr>
          <p:spPr bwMode="auto">
            <a:xfrm>
              <a:off x="4659313" y="4105275"/>
              <a:ext cx="98425" cy="138113"/>
            </a:xfrm>
            <a:custGeom>
              <a:avLst/>
              <a:gdLst>
                <a:gd name="T0" fmla="*/ 272 w 273"/>
                <a:gd name="T1" fmla="*/ 330 h 385"/>
                <a:gd name="T2" fmla="*/ 272 w 273"/>
                <a:gd name="T3" fmla="*/ 330 h 385"/>
                <a:gd name="T4" fmla="*/ 178 w 273"/>
                <a:gd name="T5" fmla="*/ 354 h 385"/>
                <a:gd name="T6" fmla="*/ 116 w 273"/>
                <a:gd name="T7" fmla="*/ 341 h 385"/>
                <a:gd name="T8" fmla="*/ 72 w 273"/>
                <a:gd name="T9" fmla="*/ 307 h 385"/>
                <a:gd name="T10" fmla="*/ 46 w 273"/>
                <a:gd name="T11" fmla="*/ 257 h 385"/>
                <a:gd name="T12" fmla="*/ 36 w 273"/>
                <a:gd name="T13" fmla="*/ 198 h 385"/>
                <a:gd name="T14" fmla="*/ 47 w 273"/>
                <a:gd name="T15" fmla="*/ 131 h 385"/>
                <a:gd name="T16" fmla="*/ 76 w 273"/>
                <a:gd name="T17" fmla="*/ 79 h 385"/>
                <a:gd name="T18" fmla="*/ 123 w 273"/>
                <a:gd name="T19" fmla="*/ 44 h 385"/>
                <a:gd name="T20" fmla="*/ 186 w 273"/>
                <a:gd name="T21" fmla="*/ 32 h 385"/>
                <a:gd name="T22" fmla="*/ 272 w 273"/>
                <a:gd name="T23" fmla="*/ 51 h 385"/>
                <a:gd name="T24" fmla="*/ 272 w 273"/>
                <a:gd name="T25" fmla="*/ 15 h 385"/>
                <a:gd name="T26" fmla="*/ 188 w 273"/>
                <a:gd name="T27" fmla="*/ 0 h 385"/>
                <a:gd name="T28" fmla="*/ 109 w 273"/>
                <a:gd name="T29" fmla="*/ 15 h 385"/>
                <a:gd name="T30" fmla="*/ 51 w 273"/>
                <a:gd name="T31" fmla="*/ 58 h 385"/>
                <a:gd name="T32" fmla="*/ 14 w 273"/>
                <a:gd name="T33" fmla="*/ 122 h 385"/>
                <a:gd name="T34" fmla="*/ 0 w 273"/>
                <a:gd name="T35" fmla="*/ 199 h 385"/>
                <a:gd name="T36" fmla="*/ 12 w 273"/>
                <a:gd name="T37" fmla="*/ 274 h 385"/>
                <a:gd name="T38" fmla="*/ 47 w 273"/>
                <a:gd name="T39" fmla="*/ 332 h 385"/>
                <a:gd name="T40" fmla="*/ 102 w 273"/>
                <a:gd name="T41" fmla="*/ 370 h 385"/>
                <a:gd name="T42" fmla="*/ 174 w 273"/>
                <a:gd name="T43" fmla="*/ 384 h 385"/>
                <a:gd name="T44" fmla="*/ 272 w 273"/>
                <a:gd name="T45" fmla="*/ 365 h 385"/>
                <a:gd name="T46" fmla="*/ 272 w 273"/>
                <a:gd name="T47" fmla="*/ 330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3" h="385">
                  <a:moveTo>
                    <a:pt x="272" y="330"/>
                  </a:moveTo>
                  <a:lnTo>
                    <a:pt x="272" y="330"/>
                  </a:lnTo>
                  <a:cubicBezTo>
                    <a:pt x="244" y="345"/>
                    <a:pt x="213" y="354"/>
                    <a:pt x="178" y="354"/>
                  </a:cubicBezTo>
                  <a:cubicBezTo>
                    <a:pt x="155" y="354"/>
                    <a:pt x="134" y="350"/>
                    <a:pt x="116" y="341"/>
                  </a:cubicBezTo>
                  <a:cubicBezTo>
                    <a:pt x="98" y="333"/>
                    <a:pt x="84" y="322"/>
                    <a:pt x="72" y="307"/>
                  </a:cubicBezTo>
                  <a:cubicBezTo>
                    <a:pt x="61" y="293"/>
                    <a:pt x="51" y="276"/>
                    <a:pt x="46" y="257"/>
                  </a:cubicBezTo>
                  <a:cubicBezTo>
                    <a:pt x="39" y="239"/>
                    <a:pt x="36" y="218"/>
                    <a:pt x="36" y="198"/>
                  </a:cubicBezTo>
                  <a:cubicBezTo>
                    <a:pt x="36" y="173"/>
                    <a:pt x="40" y="151"/>
                    <a:pt x="47" y="131"/>
                  </a:cubicBezTo>
                  <a:cubicBezTo>
                    <a:pt x="52" y="111"/>
                    <a:pt x="62" y="94"/>
                    <a:pt x="76" y="79"/>
                  </a:cubicBezTo>
                  <a:cubicBezTo>
                    <a:pt x="88" y="64"/>
                    <a:pt x="104" y="53"/>
                    <a:pt x="123" y="44"/>
                  </a:cubicBezTo>
                  <a:cubicBezTo>
                    <a:pt x="141" y="36"/>
                    <a:pt x="163" y="32"/>
                    <a:pt x="186" y="32"/>
                  </a:cubicBezTo>
                  <a:cubicBezTo>
                    <a:pt x="217" y="32"/>
                    <a:pt x="246" y="39"/>
                    <a:pt x="272" y="51"/>
                  </a:cubicBezTo>
                  <a:cubicBezTo>
                    <a:pt x="272" y="15"/>
                    <a:pt x="272" y="15"/>
                    <a:pt x="272" y="15"/>
                  </a:cubicBezTo>
                  <a:cubicBezTo>
                    <a:pt x="247" y="6"/>
                    <a:pt x="218" y="0"/>
                    <a:pt x="188" y="0"/>
                  </a:cubicBezTo>
                  <a:cubicBezTo>
                    <a:pt x="159" y="0"/>
                    <a:pt x="133" y="6"/>
                    <a:pt x="109" y="15"/>
                  </a:cubicBezTo>
                  <a:cubicBezTo>
                    <a:pt x="87" y="26"/>
                    <a:pt x="66" y="40"/>
                    <a:pt x="51" y="58"/>
                  </a:cubicBezTo>
                  <a:cubicBezTo>
                    <a:pt x="35" y="76"/>
                    <a:pt x="22" y="97"/>
                    <a:pt x="14" y="122"/>
                  </a:cubicBezTo>
                  <a:cubicBezTo>
                    <a:pt x="4" y="145"/>
                    <a:pt x="0" y="171"/>
                    <a:pt x="0" y="199"/>
                  </a:cubicBezTo>
                  <a:cubicBezTo>
                    <a:pt x="0" y="227"/>
                    <a:pt x="4" y="251"/>
                    <a:pt x="12" y="274"/>
                  </a:cubicBezTo>
                  <a:cubicBezTo>
                    <a:pt x="21" y="296"/>
                    <a:pt x="32" y="316"/>
                    <a:pt x="47" y="332"/>
                  </a:cubicBezTo>
                  <a:cubicBezTo>
                    <a:pt x="62" y="348"/>
                    <a:pt x="82" y="362"/>
                    <a:pt x="102" y="370"/>
                  </a:cubicBezTo>
                  <a:cubicBezTo>
                    <a:pt x="124" y="380"/>
                    <a:pt x="148" y="384"/>
                    <a:pt x="174" y="384"/>
                  </a:cubicBezTo>
                  <a:cubicBezTo>
                    <a:pt x="210" y="384"/>
                    <a:pt x="243" y="377"/>
                    <a:pt x="272" y="365"/>
                  </a:cubicBezTo>
                  <a:lnTo>
                    <a:pt x="272" y="3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8" name="Freeform 355">
              <a:extLst>
                <a:ext uri="{FF2B5EF4-FFF2-40B4-BE49-F238E27FC236}">
                  <a16:creationId xmlns:a16="http://schemas.microsoft.com/office/drawing/2014/main" id="{2876A970-A10F-62B6-265F-5F4F99701ADD}"/>
                </a:ext>
              </a:extLst>
            </p:cNvPr>
            <p:cNvSpPr>
              <a:spLocks noChangeArrowheads="1"/>
            </p:cNvSpPr>
            <p:nvPr/>
          </p:nvSpPr>
          <p:spPr bwMode="auto">
            <a:xfrm>
              <a:off x="4786313" y="4108450"/>
              <a:ext cx="68262" cy="134938"/>
            </a:xfrm>
            <a:custGeom>
              <a:avLst/>
              <a:gdLst>
                <a:gd name="T0" fmla="*/ 181 w 190"/>
                <a:gd name="T1" fmla="*/ 32 h 373"/>
                <a:gd name="T2" fmla="*/ 181 w 190"/>
                <a:gd name="T3" fmla="*/ 0 h 373"/>
                <a:gd name="T4" fmla="*/ 0 w 190"/>
                <a:gd name="T5" fmla="*/ 0 h 373"/>
                <a:gd name="T6" fmla="*/ 0 w 190"/>
                <a:gd name="T7" fmla="*/ 372 h 373"/>
                <a:gd name="T8" fmla="*/ 189 w 190"/>
                <a:gd name="T9" fmla="*/ 372 h 373"/>
                <a:gd name="T10" fmla="*/ 189 w 190"/>
                <a:gd name="T11" fmla="*/ 340 h 373"/>
                <a:gd name="T12" fmla="*/ 34 w 190"/>
                <a:gd name="T13" fmla="*/ 340 h 373"/>
                <a:gd name="T14" fmla="*/ 34 w 190"/>
                <a:gd name="T15" fmla="*/ 199 h 373"/>
                <a:gd name="T16" fmla="*/ 170 w 190"/>
                <a:gd name="T17" fmla="*/ 199 h 373"/>
                <a:gd name="T18" fmla="*/ 170 w 190"/>
                <a:gd name="T19" fmla="*/ 167 h 373"/>
                <a:gd name="T20" fmla="*/ 34 w 190"/>
                <a:gd name="T21" fmla="*/ 167 h 373"/>
                <a:gd name="T22" fmla="*/ 34 w 190"/>
                <a:gd name="T23" fmla="*/ 32 h 373"/>
                <a:gd name="T24" fmla="*/ 181 w 190"/>
                <a:gd name="T25" fmla="*/ 3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73">
                  <a:moveTo>
                    <a:pt x="181" y="32"/>
                  </a:moveTo>
                  <a:lnTo>
                    <a:pt x="181" y="0"/>
                  </a:lnTo>
                  <a:lnTo>
                    <a:pt x="0" y="0"/>
                  </a:lnTo>
                  <a:lnTo>
                    <a:pt x="0" y="372"/>
                  </a:lnTo>
                  <a:lnTo>
                    <a:pt x="189" y="372"/>
                  </a:lnTo>
                  <a:lnTo>
                    <a:pt x="189" y="340"/>
                  </a:lnTo>
                  <a:lnTo>
                    <a:pt x="34" y="340"/>
                  </a:lnTo>
                  <a:lnTo>
                    <a:pt x="34" y="199"/>
                  </a:lnTo>
                  <a:lnTo>
                    <a:pt x="170" y="199"/>
                  </a:lnTo>
                  <a:lnTo>
                    <a:pt x="170" y="167"/>
                  </a:lnTo>
                  <a:lnTo>
                    <a:pt x="34" y="167"/>
                  </a:lnTo>
                  <a:lnTo>
                    <a:pt x="34" y="32"/>
                  </a:lnTo>
                  <a:lnTo>
                    <a:pt x="181"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29" name="Freeform 356">
              <a:extLst>
                <a:ext uri="{FF2B5EF4-FFF2-40B4-BE49-F238E27FC236}">
                  <a16:creationId xmlns:a16="http://schemas.microsoft.com/office/drawing/2014/main" id="{2B4B5397-1990-EA00-E86E-C562E5691432}"/>
                </a:ext>
              </a:extLst>
            </p:cNvPr>
            <p:cNvSpPr>
              <a:spLocks noChangeArrowheads="1"/>
            </p:cNvSpPr>
            <p:nvPr/>
          </p:nvSpPr>
          <p:spPr bwMode="auto">
            <a:xfrm>
              <a:off x="4935538" y="4108450"/>
              <a:ext cx="65087" cy="134938"/>
            </a:xfrm>
            <a:custGeom>
              <a:avLst/>
              <a:gdLst>
                <a:gd name="T0" fmla="*/ 182 w 183"/>
                <a:gd name="T1" fmla="*/ 340 h 373"/>
                <a:gd name="T2" fmla="*/ 33 w 183"/>
                <a:gd name="T3" fmla="*/ 340 h 373"/>
                <a:gd name="T4" fmla="*/ 33 w 183"/>
                <a:gd name="T5" fmla="*/ 0 h 373"/>
                <a:gd name="T6" fmla="*/ 0 w 183"/>
                <a:gd name="T7" fmla="*/ 0 h 373"/>
                <a:gd name="T8" fmla="*/ 0 w 183"/>
                <a:gd name="T9" fmla="*/ 372 h 373"/>
                <a:gd name="T10" fmla="*/ 182 w 183"/>
                <a:gd name="T11" fmla="*/ 372 h 373"/>
                <a:gd name="T12" fmla="*/ 182 w 183"/>
                <a:gd name="T13" fmla="*/ 340 h 373"/>
              </a:gdLst>
              <a:ahLst/>
              <a:cxnLst>
                <a:cxn ang="0">
                  <a:pos x="T0" y="T1"/>
                </a:cxn>
                <a:cxn ang="0">
                  <a:pos x="T2" y="T3"/>
                </a:cxn>
                <a:cxn ang="0">
                  <a:pos x="T4" y="T5"/>
                </a:cxn>
                <a:cxn ang="0">
                  <a:pos x="T6" y="T7"/>
                </a:cxn>
                <a:cxn ang="0">
                  <a:pos x="T8" y="T9"/>
                </a:cxn>
                <a:cxn ang="0">
                  <a:pos x="T10" y="T11"/>
                </a:cxn>
                <a:cxn ang="0">
                  <a:pos x="T12" y="T13"/>
                </a:cxn>
              </a:cxnLst>
              <a:rect l="0" t="0" r="r" b="b"/>
              <a:pathLst>
                <a:path w="183" h="373">
                  <a:moveTo>
                    <a:pt x="182" y="340"/>
                  </a:moveTo>
                  <a:lnTo>
                    <a:pt x="33" y="340"/>
                  </a:lnTo>
                  <a:lnTo>
                    <a:pt x="33" y="0"/>
                  </a:lnTo>
                  <a:lnTo>
                    <a:pt x="0" y="0"/>
                  </a:lnTo>
                  <a:lnTo>
                    <a:pt x="0" y="372"/>
                  </a:lnTo>
                  <a:lnTo>
                    <a:pt x="182" y="372"/>
                  </a:lnTo>
                  <a:lnTo>
                    <a:pt x="182" y="34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0" name="Freeform 357">
              <a:extLst>
                <a:ext uri="{FF2B5EF4-FFF2-40B4-BE49-F238E27FC236}">
                  <a16:creationId xmlns:a16="http://schemas.microsoft.com/office/drawing/2014/main" id="{6F35B6AE-F7BA-D747-0249-29057B9B310B}"/>
                </a:ext>
              </a:extLst>
            </p:cNvPr>
            <p:cNvSpPr>
              <a:spLocks noChangeArrowheads="1"/>
            </p:cNvSpPr>
            <p:nvPr/>
          </p:nvSpPr>
          <p:spPr bwMode="auto">
            <a:xfrm>
              <a:off x="5022850" y="4108450"/>
              <a:ext cx="12700" cy="134938"/>
            </a:xfrm>
            <a:custGeom>
              <a:avLst/>
              <a:gdLst>
                <a:gd name="T0" fmla="*/ 0 w 35"/>
                <a:gd name="T1" fmla="*/ 372 h 373"/>
                <a:gd name="T2" fmla="*/ 34 w 35"/>
                <a:gd name="T3" fmla="*/ 372 h 373"/>
                <a:gd name="T4" fmla="*/ 34 w 35"/>
                <a:gd name="T5" fmla="*/ 0 h 373"/>
                <a:gd name="T6" fmla="*/ 0 w 35"/>
                <a:gd name="T7" fmla="*/ 0 h 373"/>
                <a:gd name="T8" fmla="*/ 0 w 35"/>
                <a:gd name="T9" fmla="*/ 372 h 373"/>
              </a:gdLst>
              <a:ahLst/>
              <a:cxnLst>
                <a:cxn ang="0">
                  <a:pos x="T0" y="T1"/>
                </a:cxn>
                <a:cxn ang="0">
                  <a:pos x="T2" y="T3"/>
                </a:cxn>
                <a:cxn ang="0">
                  <a:pos x="T4" y="T5"/>
                </a:cxn>
                <a:cxn ang="0">
                  <a:pos x="T6" y="T7"/>
                </a:cxn>
                <a:cxn ang="0">
                  <a:pos x="T8" y="T9"/>
                </a:cxn>
              </a:cxnLst>
              <a:rect l="0" t="0" r="r" b="b"/>
              <a:pathLst>
                <a:path w="35" h="373">
                  <a:moveTo>
                    <a:pt x="0" y="372"/>
                  </a:moveTo>
                  <a:lnTo>
                    <a:pt x="34" y="372"/>
                  </a:lnTo>
                  <a:lnTo>
                    <a:pt x="34" y="0"/>
                  </a:lnTo>
                  <a:lnTo>
                    <a:pt x="0" y="0"/>
                  </a:lnTo>
                  <a:lnTo>
                    <a:pt x="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1" name="Freeform 358">
              <a:extLst>
                <a:ext uri="{FF2B5EF4-FFF2-40B4-BE49-F238E27FC236}">
                  <a16:creationId xmlns:a16="http://schemas.microsoft.com/office/drawing/2014/main" id="{DF02E910-4C0D-C931-5CC7-789CD473BD7D}"/>
                </a:ext>
              </a:extLst>
            </p:cNvPr>
            <p:cNvSpPr>
              <a:spLocks noChangeArrowheads="1"/>
            </p:cNvSpPr>
            <p:nvPr/>
          </p:nvSpPr>
          <p:spPr bwMode="auto">
            <a:xfrm>
              <a:off x="5070475" y="4108450"/>
              <a:ext cx="104775" cy="134938"/>
            </a:xfrm>
            <a:custGeom>
              <a:avLst/>
              <a:gdLst>
                <a:gd name="T0" fmla="*/ 255 w 291"/>
                <a:gd name="T1" fmla="*/ 276 h 373"/>
                <a:gd name="T2" fmla="*/ 255 w 291"/>
                <a:gd name="T3" fmla="*/ 276 h 373"/>
                <a:gd name="T4" fmla="*/ 255 w 291"/>
                <a:gd name="T5" fmla="*/ 300 h 373"/>
                <a:gd name="T6" fmla="*/ 257 w 291"/>
                <a:gd name="T7" fmla="*/ 319 h 373"/>
                <a:gd name="T8" fmla="*/ 255 w 291"/>
                <a:gd name="T9" fmla="*/ 319 h 373"/>
                <a:gd name="T10" fmla="*/ 248 w 291"/>
                <a:gd name="T11" fmla="*/ 307 h 373"/>
                <a:gd name="T12" fmla="*/ 240 w 291"/>
                <a:gd name="T13" fmla="*/ 294 h 373"/>
                <a:gd name="T14" fmla="*/ 37 w 291"/>
                <a:gd name="T15" fmla="*/ 0 h 373"/>
                <a:gd name="T16" fmla="*/ 0 w 291"/>
                <a:gd name="T17" fmla="*/ 0 h 373"/>
                <a:gd name="T18" fmla="*/ 0 w 291"/>
                <a:gd name="T19" fmla="*/ 372 h 373"/>
                <a:gd name="T20" fmla="*/ 34 w 291"/>
                <a:gd name="T21" fmla="*/ 372 h 373"/>
                <a:gd name="T22" fmla="*/ 34 w 291"/>
                <a:gd name="T23" fmla="*/ 83 h 373"/>
                <a:gd name="T24" fmla="*/ 33 w 291"/>
                <a:gd name="T25" fmla="*/ 62 h 373"/>
                <a:gd name="T26" fmla="*/ 33 w 291"/>
                <a:gd name="T27" fmla="*/ 50 h 373"/>
                <a:gd name="T28" fmla="*/ 34 w 291"/>
                <a:gd name="T29" fmla="*/ 50 h 373"/>
                <a:gd name="T30" fmla="*/ 40 w 291"/>
                <a:gd name="T31" fmla="*/ 61 h 373"/>
                <a:gd name="T32" fmla="*/ 48 w 291"/>
                <a:gd name="T33" fmla="*/ 73 h 373"/>
                <a:gd name="T34" fmla="*/ 254 w 291"/>
                <a:gd name="T35" fmla="*/ 372 h 373"/>
                <a:gd name="T36" fmla="*/ 290 w 291"/>
                <a:gd name="T37" fmla="*/ 372 h 373"/>
                <a:gd name="T38" fmla="*/ 290 w 291"/>
                <a:gd name="T39" fmla="*/ 0 h 373"/>
                <a:gd name="T40" fmla="*/ 255 w 291"/>
                <a:gd name="T41" fmla="*/ 0 h 373"/>
                <a:gd name="T42" fmla="*/ 255 w 291"/>
                <a:gd name="T43" fmla="*/ 276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55" y="276"/>
                  </a:moveTo>
                  <a:lnTo>
                    <a:pt x="255" y="276"/>
                  </a:lnTo>
                  <a:cubicBezTo>
                    <a:pt x="255" y="284"/>
                    <a:pt x="255" y="293"/>
                    <a:pt x="255" y="300"/>
                  </a:cubicBezTo>
                  <a:cubicBezTo>
                    <a:pt x="255" y="307"/>
                    <a:pt x="257" y="312"/>
                    <a:pt x="257" y="319"/>
                  </a:cubicBezTo>
                  <a:cubicBezTo>
                    <a:pt x="255" y="319"/>
                    <a:pt x="255" y="319"/>
                    <a:pt x="255" y="319"/>
                  </a:cubicBezTo>
                  <a:cubicBezTo>
                    <a:pt x="254" y="315"/>
                    <a:pt x="251" y="311"/>
                    <a:pt x="248" y="307"/>
                  </a:cubicBezTo>
                  <a:cubicBezTo>
                    <a:pt x="246" y="302"/>
                    <a:pt x="243" y="298"/>
                    <a:pt x="240" y="294"/>
                  </a:cubicBezTo>
                  <a:cubicBezTo>
                    <a:pt x="37" y="0"/>
                    <a:pt x="37" y="0"/>
                    <a:pt x="37" y="0"/>
                  </a:cubicBezTo>
                  <a:cubicBezTo>
                    <a:pt x="0" y="0"/>
                    <a:pt x="0" y="0"/>
                    <a:pt x="0" y="0"/>
                  </a:cubicBezTo>
                  <a:cubicBezTo>
                    <a:pt x="0" y="372"/>
                    <a:pt x="0" y="372"/>
                    <a:pt x="0" y="372"/>
                  </a:cubicBezTo>
                  <a:cubicBezTo>
                    <a:pt x="34" y="372"/>
                    <a:pt x="34" y="372"/>
                    <a:pt x="34" y="372"/>
                  </a:cubicBezTo>
                  <a:cubicBezTo>
                    <a:pt x="34" y="83"/>
                    <a:pt x="34" y="83"/>
                    <a:pt x="34" y="83"/>
                  </a:cubicBezTo>
                  <a:cubicBezTo>
                    <a:pt x="34" y="75"/>
                    <a:pt x="34" y="68"/>
                    <a:pt x="33" y="62"/>
                  </a:cubicBezTo>
                  <a:cubicBezTo>
                    <a:pt x="33" y="57"/>
                    <a:pt x="33" y="52"/>
                    <a:pt x="33" y="50"/>
                  </a:cubicBezTo>
                  <a:cubicBezTo>
                    <a:pt x="34" y="50"/>
                    <a:pt x="34" y="50"/>
                    <a:pt x="34" y="50"/>
                  </a:cubicBezTo>
                  <a:cubicBezTo>
                    <a:pt x="36" y="54"/>
                    <a:pt x="37" y="58"/>
                    <a:pt x="40" y="61"/>
                  </a:cubicBezTo>
                  <a:cubicBezTo>
                    <a:pt x="43" y="65"/>
                    <a:pt x="45" y="69"/>
                    <a:pt x="48" y="73"/>
                  </a:cubicBezTo>
                  <a:cubicBezTo>
                    <a:pt x="254" y="372"/>
                    <a:pt x="254" y="372"/>
                    <a:pt x="254" y="372"/>
                  </a:cubicBezTo>
                  <a:cubicBezTo>
                    <a:pt x="290" y="372"/>
                    <a:pt x="290" y="372"/>
                    <a:pt x="290" y="372"/>
                  </a:cubicBezTo>
                  <a:cubicBezTo>
                    <a:pt x="290" y="0"/>
                    <a:pt x="290" y="0"/>
                    <a:pt x="290" y="0"/>
                  </a:cubicBezTo>
                  <a:cubicBezTo>
                    <a:pt x="255" y="0"/>
                    <a:pt x="255" y="0"/>
                    <a:pt x="255" y="0"/>
                  </a:cubicBezTo>
                  <a:lnTo>
                    <a:pt x="255" y="2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2" name="Freeform 359">
              <a:extLst>
                <a:ext uri="{FF2B5EF4-FFF2-40B4-BE49-F238E27FC236}">
                  <a16:creationId xmlns:a16="http://schemas.microsoft.com/office/drawing/2014/main" id="{99B49E10-E5AD-3B28-D0F5-E418481B2620}"/>
                </a:ext>
              </a:extLst>
            </p:cNvPr>
            <p:cNvSpPr>
              <a:spLocks noChangeArrowheads="1"/>
            </p:cNvSpPr>
            <p:nvPr/>
          </p:nvSpPr>
          <p:spPr bwMode="auto">
            <a:xfrm>
              <a:off x="5208588" y="4108450"/>
              <a:ext cx="69850" cy="134938"/>
            </a:xfrm>
            <a:custGeom>
              <a:avLst/>
              <a:gdLst>
                <a:gd name="T0" fmla="*/ 35 w 192"/>
                <a:gd name="T1" fmla="*/ 199 h 373"/>
                <a:gd name="T2" fmla="*/ 172 w 192"/>
                <a:gd name="T3" fmla="*/ 199 h 373"/>
                <a:gd name="T4" fmla="*/ 172 w 192"/>
                <a:gd name="T5" fmla="*/ 167 h 373"/>
                <a:gd name="T6" fmla="*/ 35 w 192"/>
                <a:gd name="T7" fmla="*/ 167 h 373"/>
                <a:gd name="T8" fmla="*/ 35 w 192"/>
                <a:gd name="T9" fmla="*/ 32 h 373"/>
                <a:gd name="T10" fmla="*/ 183 w 192"/>
                <a:gd name="T11" fmla="*/ 32 h 373"/>
                <a:gd name="T12" fmla="*/ 183 w 192"/>
                <a:gd name="T13" fmla="*/ 0 h 373"/>
                <a:gd name="T14" fmla="*/ 0 w 192"/>
                <a:gd name="T15" fmla="*/ 0 h 373"/>
                <a:gd name="T16" fmla="*/ 0 w 192"/>
                <a:gd name="T17" fmla="*/ 372 h 373"/>
                <a:gd name="T18" fmla="*/ 191 w 192"/>
                <a:gd name="T19" fmla="*/ 372 h 373"/>
                <a:gd name="T20" fmla="*/ 191 w 192"/>
                <a:gd name="T21" fmla="*/ 340 h 373"/>
                <a:gd name="T22" fmla="*/ 35 w 192"/>
                <a:gd name="T23" fmla="*/ 340 h 373"/>
                <a:gd name="T24" fmla="*/ 35 w 192"/>
                <a:gd name="T25" fmla="*/ 199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3">
                  <a:moveTo>
                    <a:pt x="35" y="199"/>
                  </a:moveTo>
                  <a:lnTo>
                    <a:pt x="172" y="199"/>
                  </a:lnTo>
                  <a:lnTo>
                    <a:pt x="172" y="167"/>
                  </a:lnTo>
                  <a:lnTo>
                    <a:pt x="35" y="167"/>
                  </a:lnTo>
                  <a:lnTo>
                    <a:pt x="35" y="32"/>
                  </a:lnTo>
                  <a:lnTo>
                    <a:pt x="183" y="32"/>
                  </a:lnTo>
                  <a:lnTo>
                    <a:pt x="183" y="0"/>
                  </a:lnTo>
                  <a:lnTo>
                    <a:pt x="0" y="0"/>
                  </a:lnTo>
                  <a:lnTo>
                    <a:pt x="0" y="372"/>
                  </a:lnTo>
                  <a:lnTo>
                    <a:pt x="191" y="372"/>
                  </a:lnTo>
                  <a:lnTo>
                    <a:pt x="191" y="340"/>
                  </a:lnTo>
                  <a:lnTo>
                    <a:pt x="35" y="340"/>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3" name="Freeform 360">
              <a:extLst>
                <a:ext uri="{FF2B5EF4-FFF2-40B4-BE49-F238E27FC236}">
                  <a16:creationId xmlns:a16="http://schemas.microsoft.com/office/drawing/2014/main" id="{73EE6C7A-C3F7-EF52-AAD2-78E0750CD7D3}"/>
                </a:ext>
              </a:extLst>
            </p:cNvPr>
            <p:cNvSpPr>
              <a:spLocks noChangeArrowheads="1"/>
            </p:cNvSpPr>
            <p:nvPr/>
          </p:nvSpPr>
          <p:spPr bwMode="auto">
            <a:xfrm>
              <a:off x="5357813" y="4108450"/>
              <a:ext cx="12700" cy="134938"/>
            </a:xfrm>
            <a:custGeom>
              <a:avLst/>
              <a:gdLst>
                <a:gd name="T0" fmla="*/ 35 w 36"/>
                <a:gd name="T1" fmla="*/ 0 h 373"/>
                <a:gd name="T2" fmla="*/ 0 w 36"/>
                <a:gd name="T3" fmla="*/ 0 h 373"/>
                <a:gd name="T4" fmla="*/ 0 w 36"/>
                <a:gd name="T5" fmla="*/ 372 h 373"/>
                <a:gd name="T6" fmla="*/ 35 w 36"/>
                <a:gd name="T7" fmla="*/ 372 h 373"/>
                <a:gd name="T8" fmla="*/ 35 w 36"/>
                <a:gd name="T9" fmla="*/ 0 h 373"/>
              </a:gdLst>
              <a:ahLst/>
              <a:cxnLst>
                <a:cxn ang="0">
                  <a:pos x="T0" y="T1"/>
                </a:cxn>
                <a:cxn ang="0">
                  <a:pos x="T2" y="T3"/>
                </a:cxn>
                <a:cxn ang="0">
                  <a:pos x="T4" y="T5"/>
                </a:cxn>
                <a:cxn ang="0">
                  <a:pos x="T6" y="T7"/>
                </a:cxn>
                <a:cxn ang="0">
                  <a:pos x="T8" y="T9"/>
                </a:cxn>
              </a:cxnLst>
              <a:rect l="0" t="0" r="r" b="b"/>
              <a:pathLst>
                <a:path w="36" h="373">
                  <a:moveTo>
                    <a:pt x="35" y="0"/>
                  </a:moveTo>
                  <a:lnTo>
                    <a:pt x="0" y="0"/>
                  </a:lnTo>
                  <a:lnTo>
                    <a:pt x="0" y="372"/>
                  </a:lnTo>
                  <a:lnTo>
                    <a:pt x="35" y="372"/>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4" name="Freeform 361">
              <a:extLst>
                <a:ext uri="{FF2B5EF4-FFF2-40B4-BE49-F238E27FC236}">
                  <a16:creationId xmlns:a16="http://schemas.microsoft.com/office/drawing/2014/main" id="{1CDBC6C6-6635-467B-8D16-334C9D6BE4C6}"/>
                </a:ext>
              </a:extLst>
            </p:cNvPr>
            <p:cNvSpPr>
              <a:spLocks noChangeArrowheads="1"/>
            </p:cNvSpPr>
            <p:nvPr/>
          </p:nvSpPr>
          <p:spPr bwMode="auto">
            <a:xfrm>
              <a:off x="5397500" y="4105275"/>
              <a:ext cx="98425" cy="138113"/>
            </a:xfrm>
            <a:custGeom>
              <a:avLst/>
              <a:gdLst>
                <a:gd name="T0" fmla="*/ 109 w 272"/>
                <a:gd name="T1" fmla="*/ 15 h 385"/>
                <a:gd name="T2" fmla="*/ 109 w 272"/>
                <a:gd name="T3" fmla="*/ 15 h 385"/>
                <a:gd name="T4" fmla="*/ 50 w 272"/>
                <a:gd name="T5" fmla="*/ 58 h 385"/>
                <a:gd name="T6" fmla="*/ 13 w 272"/>
                <a:gd name="T7" fmla="*/ 122 h 385"/>
                <a:gd name="T8" fmla="*/ 0 w 272"/>
                <a:gd name="T9" fmla="*/ 199 h 385"/>
                <a:gd name="T10" fmla="*/ 13 w 272"/>
                <a:gd name="T11" fmla="*/ 274 h 385"/>
                <a:gd name="T12" fmla="*/ 47 w 272"/>
                <a:gd name="T13" fmla="*/ 332 h 385"/>
                <a:gd name="T14" fmla="*/ 103 w 272"/>
                <a:gd name="T15" fmla="*/ 370 h 385"/>
                <a:gd name="T16" fmla="*/ 173 w 272"/>
                <a:gd name="T17" fmla="*/ 384 h 385"/>
                <a:gd name="T18" fmla="*/ 271 w 272"/>
                <a:gd name="T19" fmla="*/ 365 h 385"/>
                <a:gd name="T20" fmla="*/ 271 w 272"/>
                <a:gd name="T21" fmla="*/ 330 h 385"/>
                <a:gd name="T22" fmla="*/ 177 w 272"/>
                <a:gd name="T23" fmla="*/ 354 h 385"/>
                <a:gd name="T24" fmla="*/ 116 w 272"/>
                <a:gd name="T25" fmla="*/ 341 h 385"/>
                <a:gd name="T26" fmla="*/ 72 w 272"/>
                <a:gd name="T27" fmla="*/ 307 h 385"/>
                <a:gd name="T28" fmla="*/ 45 w 272"/>
                <a:gd name="T29" fmla="*/ 257 h 385"/>
                <a:gd name="T30" fmla="*/ 36 w 272"/>
                <a:gd name="T31" fmla="*/ 198 h 385"/>
                <a:gd name="T32" fmla="*/ 46 w 272"/>
                <a:gd name="T33" fmla="*/ 131 h 385"/>
                <a:gd name="T34" fmla="*/ 75 w 272"/>
                <a:gd name="T35" fmla="*/ 79 h 385"/>
                <a:gd name="T36" fmla="*/ 122 w 272"/>
                <a:gd name="T37" fmla="*/ 44 h 385"/>
                <a:gd name="T38" fmla="*/ 187 w 272"/>
                <a:gd name="T39" fmla="*/ 32 h 385"/>
                <a:gd name="T40" fmla="*/ 271 w 272"/>
                <a:gd name="T41" fmla="*/ 51 h 385"/>
                <a:gd name="T42" fmla="*/ 271 w 272"/>
                <a:gd name="T43" fmla="*/ 15 h 385"/>
                <a:gd name="T44" fmla="*/ 187 w 272"/>
                <a:gd name="T45" fmla="*/ 0 h 385"/>
                <a:gd name="T46" fmla="*/ 109 w 272"/>
                <a:gd name="T47" fmla="*/ 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5">
                  <a:moveTo>
                    <a:pt x="109" y="15"/>
                  </a:moveTo>
                  <a:lnTo>
                    <a:pt x="109" y="15"/>
                  </a:lnTo>
                  <a:cubicBezTo>
                    <a:pt x="86" y="26"/>
                    <a:pt x="67" y="40"/>
                    <a:pt x="50" y="58"/>
                  </a:cubicBezTo>
                  <a:cubicBezTo>
                    <a:pt x="35" y="76"/>
                    <a:pt x="22" y="97"/>
                    <a:pt x="13" y="122"/>
                  </a:cubicBezTo>
                  <a:cubicBezTo>
                    <a:pt x="4" y="145"/>
                    <a:pt x="0" y="171"/>
                    <a:pt x="0" y="199"/>
                  </a:cubicBezTo>
                  <a:cubicBezTo>
                    <a:pt x="0" y="227"/>
                    <a:pt x="4" y="251"/>
                    <a:pt x="13" y="274"/>
                  </a:cubicBezTo>
                  <a:cubicBezTo>
                    <a:pt x="21" y="296"/>
                    <a:pt x="32" y="316"/>
                    <a:pt x="47" y="332"/>
                  </a:cubicBezTo>
                  <a:cubicBezTo>
                    <a:pt x="63" y="348"/>
                    <a:pt x="80" y="362"/>
                    <a:pt x="103" y="370"/>
                  </a:cubicBezTo>
                  <a:cubicBezTo>
                    <a:pt x="123" y="380"/>
                    <a:pt x="147" y="384"/>
                    <a:pt x="173" y="384"/>
                  </a:cubicBezTo>
                  <a:cubicBezTo>
                    <a:pt x="210" y="384"/>
                    <a:pt x="243" y="377"/>
                    <a:pt x="271" y="365"/>
                  </a:cubicBezTo>
                  <a:cubicBezTo>
                    <a:pt x="271" y="330"/>
                    <a:pt x="271" y="330"/>
                    <a:pt x="271" y="330"/>
                  </a:cubicBezTo>
                  <a:cubicBezTo>
                    <a:pt x="245" y="345"/>
                    <a:pt x="213" y="354"/>
                    <a:pt x="177" y="354"/>
                  </a:cubicBezTo>
                  <a:cubicBezTo>
                    <a:pt x="154" y="354"/>
                    <a:pt x="133" y="350"/>
                    <a:pt x="116" y="341"/>
                  </a:cubicBezTo>
                  <a:cubicBezTo>
                    <a:pt x="98" y="333"/>
                    <a:pt x="83" y="322"/>
                    <a:pt x="72" y="307"/>
                  </a:cubicBezTo>
                  <a:cubicBezTo>
                    <a:pt x="60" y="293"/>
                    <a:pt x="51" y="276"/>
                    <a:pt x="45" y="257"/>
                  </a:cubicBezTo>
                  <a:cubicBezTo>
                    <a:pt x="39" y="239"/>
                    <a:pt x="36" y="218"/>
                    <a:pt x="36" y="198"/>
                  </a:cubicBezTo>
                  <a:cubicBezTo>
                    <a:pt x="36" y="173"/>
                    <a:pt x="39" y="151"/>
                    <a:pt x="46" y="131"/>
                  </a:cubicBezTo>
                  <a:cubicBezTo>
                    <a:pt x="53" y="111"/>
                    <a:pt x="63" y="94"/>
                    <a:pt x="75" y="79"/>
                  </a:cubicBezTo>
                  <a:cubicBezTo>
                    <a:pt x="89" y="64"/>
                    <a:pt x="104" y="53"/>
                    <a:pt x="122" y="44"/>
                  </a:cubicBezTo>
                  <a:cubicBezTo>
                    <a:pt x="141" y="36"/>
                    <a:pt x="162" y="32"/>
                    <a:pt x="187" y="32"/>
                  </a:cubicBezTo>
                  <a:cubicBezTo>
                    <a:pt x="217" y="32"/>
                    <a:pt x="245" y="39"/>
                    <a:pt x="271" y="51"/>
                  </a:cubicBezTo>
                  <a:cubicBezTo>
                    <a:pt x="271" y="15"/>
                    <a:pt x="271" y="15"/>
                    <a:pt x="271" y="15"/>
                  </a:cubicBezTo>
                  <a:cubicBezTo>
                    <a:pt x="246" y="6"/>
                    <a:pt x="219" y="0"/>
                    <a:pt x="187" y="0"/>
                  </a:cubicBezTo>
                  <a:cubicBezTo>
                    <a:pt x="158" y="0"/>
                    <a:pt x="133"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5" name="Freeform 362">
              <a:extLst>
                <a:ext uri="{FF2B5EF4-FFF2-40B4-BE49-F238E27FC236}">
                  <a16:creationId xmlns:a16="http://schemas.microsoft.com/office/drawing/2014/main" id="{D2EF4F8F-377B-ADF2-9CB8-715C70B9439D}"/>
                </a:ext>
              </a:extLst>
            </p:cNvPr>
            <p:cNvSpPr>
              <a:spLocks noChangeArrowheads="1"/>
            </p:cNvSpPr>
            <p:nvPr/>
          </p:nvSpPr>
          <p:spPr bwMode="auto">
            <a:xfrm>
              <a:off x="5513388" y="4105275"/>
              <a:ext cx="127000" cy="138113"/>
            </a:xfrm>
            <a:custGeom>
              <a:avLst/>
              <a:gdLst>
                <a:gd name="T0" fmla="*/ 304 w 351"/>
                <a:gd name="T1" fmla="*/ 54 h 385"/>
                <a:gd name="T2" fmla="*/ 304 w 351"/>
                <a:gd name="T3" fmla="*/ 54 h 385"/>
                <a:gd name="T4" fmla="*/ 250 w 351"/>
                <a:gd name="T5" fmla="*/ 14 h 385"/>
                <a:gd name="T6" fmla="*/ 180 w 351"/>
                <a:gd name="T7" fmla="*/ 0 h 385"/>
                <a:gd name="T8" fmla="*/ 104 w 351"/>
                <a:gd name="T9" fmla="*/ 15 h 385"/>
                <a:gd name="T10" fmla="*/ 47 w 351"/>
                <a:gd name="T11" fmla="*/ 55 h 385"/>
                <a:gd name="T12" fmla="*/ 13 w 351"/>
                <a:gd name="T13" fmla="*/ 117 h 385"/>
                <a:gd name="T14" fmla="*/ 0 w 351"/>
                <a:gd name="T15" fmla="*/ 196 h 385"/>
                <a:gd name="T16" fmla="*/ 13 w 351"/>
                <a:gd name="T17" fmla="*/ 271 h 385"/>
                <a:gd name="T18" fmla="*/ 46 w 351"/>
                <a:gd name="T19" fmla="*/ 330 h 385"/>
                <a:gd name="T20" fmla="*/ 101 w 351"/>
                <a:gd name="T21" fmla="*/ 370 h 385"/>
                <a:gd name="T22" fmla="*/ 173 w 351"/>
                <a:gd name="T23" fmla="*/ 384 h 385"/>
                <a:gd name="T24" fmla="*/ 249 w 351"/>
                <a:gd name="T25" fmla="*/ 369 h 385"/>
                <a:gd name="T26" fmla="*/ 304 w 351"/>
                <a:gd name="T27" fmla="*/ 327 h 385"/>
                <a:gd name="T28" fmla="*/ 337 w 351"/>
                <a:gd name="T29" fmla="*/ 265 h 385"/>
                <a:gd name="T30" fmla="*/ 350 w 351"/>
                <a:gd name="T31" fmla="*/ 187 h 385"/>
                <a:gd name="T32" fmla="*/ 337 w 351"/>
                <a:gd name="T33" fmla="*/ 113 h 385"/>
                <a:gd name="T34" fmla="*/ 304 w 351"/>
                <a:gd name="T35" fmla="*/ 54 h 385"/>
                <a:gd name="T36" fmla="*/ 304 w 351"/>
                <a:gd name="T37" fmla="*/ 257 h 385"/>
                <a:gd name="T38" fmla="*/ 304 w 351"/>
                <a:gd name="T39" fmla="*/ 257 h 385"/>
                <a:gd name="T40" fmla="*/ 278 w 351"/>
                <a:gd name="T41" fmla="*/ 308 h 385"/>
                <a:gd name="T42" fmla="*/ 234 w 351"/>
                <a:gd name="T43" fmla="*/ 341 h 385"/>
                <a:gd name="T44" fmla="*/ 173 w 351"/>
                <a:gd name="T45" fmla="*/ 354 h 385"/>
                <a:gd name="T46" fmla="*/ 112 w 351"/>
                <a:gd name="T47" fmla="*/ 340 h 385"/>
                <a:gd name="T48" fmla="*/ 69 w 351"/>
                <a:gd name="T49" fmla="*/ 304 h 385"/>
                <a:gd name="T50" fmla="*/ 44 w 351"/>
                <a:gd name="T51" fmla="*/ 254 h 385"/>
                <a:gd name="T52" fmla="*/ 36 w 351"/>
                <a:gd name="T53" fmla="*/ 193 h 385"/>
                <a:gd name="T54" fmla="*/ 46 w 351"/>
                <a:gd name="T55" fmla="*/ 130 h 385"/>
                <a:gd name="T56" fmla="*/ 72 w 351"/>
                <a:gd name="T57" fmla="*/ 79 h 385"/>
                <a:gd name="T58" fmla="*/ 116 w 351"/>
                <a:gd name="T59" fmla="*/ 44 h 385"/>
                <a:gd name="T60" fmla="*/ 176 w 351"/>
                <a:gd name="T61" fmla="*/ 32 h 385"/>
                <a:gd name="T62" fmla="*/ 238 w 351"/>
                <a:gd name="T63" fmla="*/ 44 h 385"/>
                <a:gd name="T64" fmla="*/ 281 w 351"/>
                <a:gd name="T65" fmla="*/ 79 h 385"/>
                <a:gd name="T66" fmla="*/ 305 w 351"/>
                <a:gd name="T67" fmla="*/ 130 h 385"/>
                <a:gd name="T68" fmla="*/ 314 w 351"/>
                <a:gd name="T69" fmla="*/ 192 h 385"/>
                <a:gd name="T70" fmla="*/ 304 w 351"/>
                <a:gd name="T71" fmla="*/ 257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1" h="385">
                  <a:moveTo>
                    <a:pt x="304" y="54"/>
                  </a:moveTo>
                  <a:lnTo>
                    <a:pt x="304" y="54"/>
                  </a:lnTo>
                  <a:cubicBezTo>
                    <a:pt x="289" y="37"/>
                    <a:pt x="271" y="24"/>
                    <a:pt x="250" y="14"/>
                  </a:cubicBezTo>
                  <a:cubicBezTo>
                    <a:pt x="229" y="6"/>
                    <a:pt x="206" y="0"/>
                    <a:pt x="180" y="0"/>
                  </a:cubicBezTo>
                  <a:cubicBezTo>
                    <a:pt x="151" y="0"/>
                    <a:pt x="126" y="6"/>
                    <a:pt x="104" y="15"/>
                  </a:cubicBezTo>
                  <a:cubicBezTo>
                    <a:pt x="82" y="25"/>
                    <a:pt x="62" y="37"/>
                    <a:pt x="47" y="55"/>
                  </a:cubicBezTo>
                  <a:cubicBezTo>
                    <a:pt x="32" y="72"/>
                    <a:pt x="19" y="93"/>
                    <a:pt x="13" y="117"/>
                  </a:cubicBezTo>
                  <a:cubicBezTo>
                    <a:pt x="4" y="141"/>
                    <a:pt x="0" y="167"/>
                    <a:pt x="0" y="196"/>
                  </a:cubicBezTo>
                  <a:cubicBezTo>
                    <a:pt x="0" y="222"/>
                    <a:pt x="4" y="247"/>
                    <a:pt x="13" y="271"/>
                  </a:cubicBezTo>
                  <a:cubicBezTo>
                    <a:pt x="19" y="293"/>
                    <a:pt x="32" y="314"/>
                    <a:pt x="46" y="330"/>
                  </a:cubicBezTo>
                  <a:cubicBezTo>
                    <a:pt x="61" y="347"/>
                    <a:pt x="79" y="361"/>
                    <a:pt x="101" y="370"/>
                  </a:cubicBezTo>
                  <a:cubicBezTo>
                    <a:pt x="122" y="380"/>
                    <a:pt x="147" y="384"/>
                    <a:pt x="173" y="384"/>
                  </a:cubicBezTo>
                  <a:cubicBezTo>
                    <a:pt x="202" y="384"/>
                    <a:pt x="227" y="380"/>
                    <a:pt x="249" y="369"/>
                  </a:cubicBezTo>
                  <a:cubicBezTo>
                    <a:pt x="271" y="359"/>
                    <a:pt x="289" y="345"/>
                    <a:pt x="304" y="327"/>
                  </a:cubicBezTo>
                  <a:cubicBezTo>
                    <a:pt x="319" y="311"/>
                    <a:pt x="330" y="290"/>
                    <a:pt x="337" y="265"/>
                  </a:cubicBezTo>
                  <a:cubicBezTo>
                    <a:pt x="345" y="242"/>
                    <a:pt x="350" y="216"/>
                    <a:pt x="350" y="187"/>
                  </a:cubicBezTo>
                  <a:cubicBezTo>
                    <a:pt x="350" y="160"/>
                    <a:pt x="345" y="135"/>
                    <a:pt x="337" y="113"/>
                  </a:cubicBezTo>
                  <a:cubicBezTo>
                    <a:pt x="330" y="90"/>
                    <a:pt x="318" y="70"/>
                    <a:pt x="304" y="54"/>
                  </a:cubicBezTo>
                  <a:close/>
                  <a:moveTo>
                    <a:pt x="304" y="257"/>
                  </a:moveTo>
                  <a:lnTo>
                    <a:pt x="304" y="257"/>
                  </a:lnTo>
                  <a:cubicBezTo>
                    <a:pt x="299" y="276"/>
                    <a:pt x="289" y="293"/>
                    <a:pt x="278" y="308"/>
                  </a:cubicBezTo>
                  <a:cubicBezTo>
                    <a:pt x="265" y="322"/>
                    <a:pt x="252" y="333"/>
                    <a:pt x="234" y="341"/>
                  </a:cubicBezTo>
                  <a:cubicBezTo>
                    <a:pt x="217" y="350"/>
                    <a:pt x="196" y="354"/>
                    <a:pt x="173" y="354"/>
                  </a:cubicBezTo>
                  <a:cubicBezTo>
                    <a:pt x="149" y="354"/>
                    <a:pt x="130" y="348"/>
                    <a:pt x="112" y="340"/>
                  </a:cubicBezTo>
                  <a:cubicBezTo>
                    <a:pt x="95" y="332"/>
                    <a:pt x="80" y="319"/>
                    <a:pt x="69" y="304"/>
                  </a:cubicBezTo>
                  <a:cubicBezTo>
                    <a:pt x="58" y="290"/>
                    <a:pt x="50" y="272"/>
                    <a:pt x="44" y="254"/>
                  </a:cubicBezTo>
                  <a:cubicBezTo>
                    <a:pt x="39" y="235"/>
                    <a:pt x="36" y="214"/>
                    <a:pt x="36" y="193"/>
                  </a:cubicBezTo>
                  <a:cubicBezTo>
                    <a:pt x="36" y="171"/>
                    <a:pt x="39" y="151"/>
                    <a:pt x="46" y="130"/>
                  </a:cubicBezTo>
                  <a:cubicBezTo>
                    <a:pt x="51" y="111"/>
                    <a:pt x="61" y="94"/>
                    <a:pt x="72" y="79"/>
                  </a:cubicBezTo>
                  <a:cubicBezTo>
                    <a:pt x="84" y="65"/>
                    <a:pt x="100" y="53"/>
                    <a:pt x="116" y="44"/>
                  </a:cubicBezTo>
                  <a:cubicBezTo>
                    <a:pt x="134" y="36"/>
                    <a:pt x="154" y="32"/>
                    <a:pt x="176" y="32"/>
                  </a:cubicBezTo>
                  <a:cubicBezTo>
                    <a:pt x="200" y="32"/>
                    <a:pt x="221" y="36"/>
                    <a:pt x="238" y="44"/>
                  </a:cubicBezTo>
                  <a:cubicBezTo>
                    <a:pt x="256" y="53"/>
                    <a:pt x="270" y="65"/>
                    <a:pt x="281" y="79"/>
                  </a:cubicBezTo>
                  <a:cubicBezTo>
                    <a:pt x="292" y="94"/>
                    <a:pt x="300" y="111"/>
                    <a:pt x="305" y="130"/>
                  </a:cubicBezTo>
                  <a:cubicBezTo>
                    <a:pt x="311" y="151"/>
                    <a:pt x="314" y="170"/>
                    <a:pt x="314" y="192"/>
                  </a:cubicBezTo>
                  <a:cubicBezTo>
                    <a:pt x="314" y="216"/>
                    <a:pt x="311" y="238"/>
                    <a:pt x="304"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6" name="Freeform 363">
              <a:extLst>
                <a:ext uri="{FF2B5EF4-FFF2-40B4-BE49-F238E27FC236}">
                  <a16:creationId xmlns:a16="http://schemas.microsoft.com/office/drawing/2014/main" id="{688961B3-BDD0-F1BA-26C2-0623E5B2AE94}"/>
                </a:ext>
              </a:extLst>
            </p:cNvPr>
            <p:cNvSpPr>
              <a:spLocks noChangeArrowheads="1"/>
            </p:cNvSpPr>
            <p:nvPr/>
          </p:nvSpPr>
          <p:spPr bwMode="auto">
            <a:xfrm>
              <a:off x="5665788" y="4108450"/>
              <a:ext cx="104775" cy="134938"/>
            </a:xfrm>
            <a:custGeom>
              <a:avLst/>
              <a:gdLst>
                <a:gd name="T0" fmla="*/ 290 w 291"/>
                <a:gd name="T1" fmla="*/ 372 h 373"/>
                <a:gd name="T2" fmla="*/ 290 w 291"/>
                <a:gd name="T3" fmla="*/ 372 h 373"/>
                <a:gd name="T4" fmla="*/ 290 w 291"/>
                <a:gd name="T5" fmla="*/ 0 h 373"/>
                <a:gd name="T6" fmla="*/ 254 w 291"/>
                <a:gd name="T7" fmla="*/ 0 h 373"/>
                <a:gd name="T8" fmla="*/ 254 w 291"/>
                <a:gd name="T9" fmla="*/ 276 h 373"/>
                <a:gd name="T10" fmla="*/ 256 w 291"/>
                <a:gd name="T11" fmla="*/ 300 h 373"/>
                <a:gd name="T12" fmla="*/ 257 w 291"/>
                <a:gd name="T13" fmla="*/ 319 h 373"/>
                <a:gd name="T14" fmla="*/ 256 w 291"/>
                <a:gd name="T15" fmla="*/ 319 h 373"/>
                <a:gd name="T16" fmla="*/ 249 w 291"/>
                <a:gd name="T17" fmla="*/ 307 h 373"/>
                <a:gd name="T18" fmla="*/ 241 w 291"/>
                <a:gd name="T19" fmla="*/ 294 h 373"/>
                <a:gd name="T20" fmla="*/ 37 w 291"/>
                <a:gd name="T21" fmla="*/ 0 h 373"/>
                <a:gd name="T22" fmla="*/ 0 w 291"/>
                <a:gd name="T23" fmla="*/ 0 h 373"/>
                <a:gd name="T24" fmla="*/ 0 w 291"/>
                <a:gd name="T25" fmla="*/ 372 h 373"/>
                <a:gd name="T26" fmla="*/ 33 w 291"/>
                <a:gd name="T27" fmla="*/ 372 h 373"/>
                <a:gd name="T28" fmla="*/ 33 w 291"/>
                <a:gd name="T29" fmla="*/ 83 h 373"/>
                <a:gd name="T30" fmla="*/ 33 w 291"/>
                <a:gd name="T31" fmla="*/ 62 h 373"/>
                <a:gd name="T32" fmla="*/ 33 w 291"/>
                <a:gd name="T33" fmla="*/ 50 h 373"/>
                <a:gd name="T34" fmla="*/ 33 w 291"/>
                <a:gd name="T35" fmla="*/ 50 h 373"/>
                <a:gd name="T36" fmla="*/ 40 w 291"/>
                <a:gd name="T37" fmla="*/ 61 h 373"/>
                <a:gd name="T38" fmla="*/ 47 w 291"/>
                <a:gd name="T39" fmla="*/ 73 h 373"/>
                <a:gd name="T40" fmla="*/ 254 w 291"/>
                <a:gd name="T41" fmla="*/ 372 h 373"/>
                <a:gd name="T42" fmla="*/ 290 w 291"/>
                <a:gd name="T43" fmla="*/ 372 h 3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1" h="373">
                  <a:moveTo>
                    <a:pt x="290" y="372"/>
                  </a:moveTo>
                  <a:lnTo>
                    <a:pt x="290" y="372"/>
                  </a:lnTo>
                  <a:cubicBezTo>
                    <a:pt x="290" y="0"/>
                    <a:pt x="290" y="0"/>
                    <a:pt x="290" y="0"/>
                  </a:cubicBezTo>
                  <a:cubicBezTo>
                    <a:pt x="254" y="0"/>
                    <a:pt x="254" y="0"/>
                    <a:pt x="254" y="0"/>
                  </a:cubicBezTo>
                  <a:cubicBezTo>
                    <a:pt x="254" y="276"/>
                    <a:pt x="254" y="276"/>
                    <a:pt x="254" y="276"/>
                  </a:cubicBezTo>
                  <a:cubicBezTo>
                    <a:pt x="254" y="284"/>
                    <a:pt x="256" y="293"/>
                    <a:pt x="256" y="300"/>
                  </a:cubicBezTo>
                  <a:cubicBezTo>
                    <a:pt x="256" y="307"/>
                    <a:pt x="256" y="312"/>
                    <a:pt x="257" y="319"/>
                  </a:cubicBezTo>
                  <a:cubicBezTo>
                    <a:pt x="256" y="319"/>
                    <a:pt x="256" y="319"/>
                    <a:pt x="256" y="319"/>
                  </a:cubicBezTo>
                  <a:cubicBezTo>
                    <a:pt x="253" y="315"/>
                    <a:pt x="252" y="311"/>
                    <a:pt x="249" y="307"/>
                  </a:cubicBezTo>
                  <a:cubicBezTo>
                    <a:pt x="246" y="302"/>
                    <a:pt x="243" y="298"/>
                    <a:pt x="241" y="294"/>
                  </a:cubicBezTo>
                  <a:cubicBezTo>
                    <a:pt x="37" y="0"/>
                    <a:pt x="37" y="0"/>
                    <a:pt x="37" y="0"/>
                  </a:cubicBezTo>
                  <a:cubicBezTo>
                    <a:pt x="0" y="0"/>
                    <a:pt x="0" y="0"/>
                    <a:pt x="0" y="0"/>
                  </a:cubicBezTo>
                  <a:cubicBezTo>
                    <a:pt x="0" y="372"/>
                    <a:pt x="0" y="372"/>
                    <a:pt x="0" y="372"/>
                  </a:cubicBezTo>
                  <a:cubicBezTo>
                    <a:pt x="33" y="372"/>
                    <a:pt x="33" y="372"/>
                    <a:pt x="33" y="372"/>
                  </a:cubicBezTo>
                  <a:cubicBezTo>
                    <a:pt x="33" y="83"/>
                    <a:pt x="33" y="83"/>
                    <a:pt x="33" y="83"/>
                  </a:cubicBezTo>
                  <a:cubicBezTo>
                    <a:pt x="33" y="75"/>
                    <a:pt x="33" y="68"/>
                    <a:pt x="33" y="62"/>
                  </a:cubicBezTo>
                  <a:cubicBezTo>
                    <a:pt x="33" y="57"/>
                    <a:pt x="33" y="52"/>
                    <a:pt x="33" y="50"/>
                  </a:cubicBezTo>
                  <a:lnTo>
                    <a:pt x="33" y="50"/>
                  </a:lnTo>
                  <a:cubicBezTo>
                    <a:pt x="36" y="54"/>
                    <a:pt x="37" y="58"/>
                    <a:pt x="40" y="61"/>
                  </a:cubicBezTo>
                  <a:cubicBezTo>
                    <a:pt x="43" y="65"/>
                    <a:pt x="46" y="69"/>
                    <a:pt x="47" y="73"/>
                  </a:cubicBezTo>
                  <a:cubicBezTo>
                    <a:pt x="254" y="372"/>
                    <a:pt x="254" y="372"/>
                    <a:pt x="254" y="372"/>
                  </a:cubicBezTo>
                  <a:lnTo>
                    <a:pt x="290" y="37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7" name="Freeform 364">
              <a:extLst>
                <a:ext uri="{FF2B5EF4-FFF2-40B4-BE49-F238E27FC236}">
                  <a16:creationId xmlns:a16="http://schemas.microsoft.com/office/drawing/2014/main" id="{79ECB262-0D34-6BD9-E643-DA97F642FCB8}"/>
                </a:ext>
              </a:extLst>
            </p:cNvPr>
            <p:cNvSpPr>
              <a:spLocks noChangeArrowheads="1"/>
            </p:cNvSpPr>
            <p:nvPr/>
          </p:nvSpPr>
          <p:spPr bwMode="auto">
            <a:xfrm>
              <a:off x="5799138" y="4105275"/>
              <a:ext cx="76200" cy="138113"/>
            </a:xfrm>
            <a:custGeom>
              <a:avLst/>
              <a:gdLst>
                <a:gd name="T0" fmla="*/ 41 w 211"/>
                <a:gd name="T1" fmla="*/ 379 h 385"/>
                <a:gd name="T2" fmla="*/ 41 w 211"/>
                <a:gd name="T3" fmla="*/ 379 h 385"/>
                <a:gd name="T4" fmla="*/ 66 w 211"/>
                <a:gd name="T5" fmla="*/ 383 h 385"/>
                <a:gd name="T6" fmla="*/ 87 w 211"/>
                <a:gd name="T7" fmla="*/ 384 h 385"/>
                <a:gd name="T8" fmla="*/ 137 w 211"/>
                <a:gd name="T9" fmla="*/ 379 h 385"/>
                <a:gd name="T10" fmla="*/ 175 w 211"/>
                <a:gd name="T11" fmla="*/ 359 h 385"/>
                <a:gd name="T12" fmla="*/ 200 w 211"/>
                <a:gd name="T13" fmla="*/ 329 h 385"/>
                <a:gd name="T14" fmla="*/ 210 w 211"/>
                <a:gd name="T15" fmla="*/ 286 h 385"/>
                <a:gd name="T16" fmla="*/ 204 w 211"/>
                <a:gd name="T17" fmla="*/ 254 h 385"/>
                <a:gd name="T18" fmla="*/ 186 w 211"/>
                <a:gd name="T19" fmla="*/ 227 h 385"/>
                <a:gd name="T20" fmla="*/ 159 w 211"/>
                <a:gd name="T21" fmla="*/ 202 h 385"/>
                <a:gd name="T22" fmla="*/ 117 w 211"/>
                <a:gd name="T23" fmla="*/ 178 h 385"/>
                <a:gd name="T24" fmla="*/ 80 w 211"/>
                <a:gd name="T25" fmla="*/ 158 h 385"/>
                <a:gd name="T26" fmla="*/ 55 w 211"/>
                <a:gd name="T27" fmla="*/ 138 h 385"/>
                <a:gd name="T28" fmla="*/ 41 w 211"/>
                <a:gd name="T29" fmla="*/ 119 h 385"/>
                <a:gd name="T30" fmla="*/ 37 w 211"/>
                <a:gd name="T31" fmla="*/ 94 h 385"/>
                <a:gd name="T32" fmla="*/ 43 w 211"/>
                <a:gd name="T33" fmla="*/ 66 h 385"/>
                <a:gd name="T34" fmla="*/ 61 w 211"/>
                <a:gd name="T35" fmla="*/ 47 h 385"/>
                <a:gd name="T36" fmla="*/ 87 w 211"/>
                <a:gd name="T37" fmla="*/ 36 h 385"/>
                <a:gd name="T38" fmla="*/ 117 w 211"/>
                <a:gd name="T39" fmla="*/ 32 h 385"/>
                <a:gd name="T40" fmla="*/ 194 w 211"/>
                <a:gd name="T41" fmla="*/ 51 h 385"/>
                <a:gd name="T42" fmla="*/ 194 w 211"/>
                <a:gd name="T43" fmla="*/ 13 h 385"/>
                <a:gd name="T44" fmla="*/ 121 w 211"/>
                <a:gd name="T45" fmla="*/ 0 h 385"/>
                <a:gd name="T46" fmla="*/ 74 w 211"/>
                <a:gd name="T47" fmla="*/ 7 h 385"/>
                <a:gd name="T48" fmla="*/ 36 w 211"/>
                <a:gd name="T49" fmla="*/ 26 h 385"/>
                <a:gd name="T50" fmla="*/ 11 w 211"/>
                <a:gd name="T51" fmla="*/ 57 h 385"/>
                <a:gd name="T52" fmla="*/ 1 w 211"/>
                <a:gd name="T53" fmla="*/ 97 h 385"/>
                <a:gd name="T54" fmla="*/ 5 w 211"/>
                <a:gd name="T55" fmla="*/ 129 h 385"/>
                <a:gd name="T56" fmla="*/ 22 w 211"/>
                <a:gd name="T57" fmla="*/ 155 h 385"/>
                <a:gd name="T58" fmla="*/ 49 w 211"/>
                <a:gd name="T59" fmla="*/ 178 h 385"/>
                <a:gd name="T60" fmla="*/ 90 w 211"/>
                <a:gd name="T61" fmla="*/ 203 h 385"/>
                <a:gd name="T62" fmla="*/ 127 w 211"/>
                <a:gd name="T63" fmla="*/ 225 h 385"/>
                <a:gd name="T64" fmla="*/ 153 w 211"/>
                <a:gd name="T65" fmla="*/ 243 h 385"/>
                <a:gd name="T66" fmla="*/ 168 w 211"/>
                <a:gd name="T67" fmla="*/ 264 h 385"/>
                <a:gd name="T68" fmla="*/ 174 w 211"/>
                <a:gd name="T69" fmla="*/ 290 h 385"/>
                <a:gd name="T70" fmla="*/ 153 w 211"/>
                <a:gd name="T71" fmla="*/ 337 h 385"/>
                <a:gd name="T72" fmla="*/ 90 w 211"/>
                <a:gd name="T73" fmla="*/ 354 h 385"/>
                <a:gd name="T74" fmla="*/ 67 w 211"/>
                <a:gd name="T75" fmla="*/ 351 h 385"/>
                <a:gd name="T76" fmla="*/ 43 w 211"/>
                <a:gd name="T77" fmla="*/ 345 h 385"/>
                <a:gd name="T78" fmla="*/ 20 w 211"/>
                <a:gd name="T79" fmla="*/ 336 h 385"/>
                <a:gd name="T80" fmla="*/ 0 w 211"/>
                <a:gd name="T81" fmla="*/ 323 h 385"/>
                <a:gd name="T82" fmla="*/ 0 w 211"/>
                <a:gd name="T83" fmla="*/ 365 h 385"/>
                <a:gd name="T84" fmla="*/ 18 w 211"/>
                <a:gd name="T85" fmla="*/ 372 h 385"/>
                <a:gd name="T86" fmla="*/ 41 w 211"/>
                <a:gd name="T87" fmla="*/ 379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5">
                  <a:moveTo>
                    <a:pt x="41" y="379"/>
                  </a:moveTo>
                  <a:lnTo>
                    <a:pt x="41" y="379"/>
                  </a:lnTo>
                  <a:cubicBezTo>
                    <a:pt x="49" y="380"/>
                    <a:pt x="58" y="381"/>
                    <a:pt x="66" y="383"/>
                  </a:cubicBezTo>
                  <a:cubicBezTo>
                    <a:pt x="74" y="384"/>
                    <a:pt x="81" y="384"/>
                    <a:pt x="87" y="384"/>
                  </a:cubicBezTo>
                  <a:cubicBezTo>
                    <a:pt x="105" y="384"/>
                    <a:pt x="121" y="383"/>
                    <a:pt x="137" y="379"/>
                  </a:cubicBezTo>
                  <a:cubicBezTo>
                    <a:pt x="152" y="374"/>
                    <a:pt x="164" y="367"/>
                    <a:pt x="175" y="359"/>
                  </a:cubicBezTo>
                  <a:cubicBezTo>
                    <a:pt x="186" y="351"/>
                    <a:pt x="194" y="341"/>
                    <a:pt x="200" y="329"/>
                  </a:cubicBezTo>
                  <a:cubicBezTo>
                    <a:pt x="207" y="316"/>
                    <a:pt x="210" y="303"/>
                    <a:pt x="210" y="286"/>
                  </a:cubicBezTo>
                  <a:cubicBezTo>
                    <a:pt x="210" y="275"/>
                    <a:pt x="208" y="264"/>
                    <a:pt x="204" y="254"/>
                  </a:cubicBezTo>
                  <a:cubicBezTo>
                    <a:pt x="200" y="245"/>
                    <a:pt x="194" y="235"/>
                    <a:pt x="186" y="227"/>
                  </a:cubicBezTo>
                  <a:cubicBezTo>
                    <a:pt x="179" y="218"/>
                    <a:pt x="170" y="210"/>
                    <a:pt x="159" y="202"/>
                  </a:cubicBezTo>
                  <a:cubicBezTo>
                    <a:pt x="146" y="195"/>
                    <a:pt x="132" y="187"/>
                    <a:pt x="117" y="178"/>
                  </a:cubicBezTo>
                  <a:cubicBezTo>
                    <a:pt x="102" y="170"/>
                    <a:pt x="90" y="163"/>
                    <a:pt x="80" y="158"/>
                  </a:cubicBezTo>
                  <a:cubicBezTo>
                    <a:pt x="69" y="151"/>
                    <a:pt x="61" y="145"/>
                    <a:pt x="55" y="138"/>
                  </a:cubicBezTo>
                  <a:cubicBezTo>
                    <a:pt x="48" y="133"/>
                    <a:pt x="44" y="126"/>
                    <a:pt x="41" y="119"/>
                  </a:cubicBezTo>
                  <a:cubicBezTo>
                    <a:pt x="38" y="112"/>
                    <a:pt x="37" y="104"/>
                    <a:pt x="37" y="94"/>
                  </a:cubicBezTo>
                  <a:cubicBezTo>
                    <a:pt x="37" y="83"/>
                    <a:pt x="38" y="75"/>
                    <a:pt x="43" y="66"/>
                  </a:cubicBezTo>
                  <a:cubicBezTo>
                    <a:pt x="47" y="59"/>
                    <a:pt x="54" y="53"/>
                    <a:pt x="61" y="47"/>
                  </a:cubicBezTo>
                  <a:cubicBezTo>
                    <a:pt x="67" y="43"/>
                    <a:pt x="76" y="39"/>
                    <a:pt x="87" y="36"/>
                  </a:cubicBezTo>
                  <a:cubicBezTo>
                    <a:pt x="96" y="33"/>
                    <a:pt x="106" y="32"/>
                    <a:pt x="117" y="32"/>
                  </a:cubicBezTo>
                  <a:cubicBezTo>
                    <a:pt x="146" y="32"/>
                    <a:pt x="172" y="39"/>
                    <a:pt x="194" y="51"/>
                  </a:cubicBezTo>
                  <a:cubicBezTo>
                    <a:pt x="194" y="13"/>
                    <a:pt x="194" y="13"/>
                    <a:pt x="194" y="13"/>
                  </a:cubicBezTo>
                  <a:cubicBezTo>
                    <a:pt x="175" y="4"/>
                    <a:pt x="150" y="0"/>
                    <a:pt x="121" y="0"/>
                  </a:cubicBezTo>
                  <a:cubicBezTo>
                    <a:pt x="105" y="0"/>
                    <a:pt x="90" y="3"/>
                    <a:pt x="74" y="7"/>
                  </a:cubicBezTo>
                  <a:cubicBezTo>
                    <a:pt x="61" y="11"/>
                    <a:pt x="47" y="18"/>
                    <a:pt x="36" y="26"/>
                  </a:cubicBezTo>
                  <a:cubicBezTo>
                    <a:pt x="26" y="35"/>
                    <a:pt x="16" y="46"/>
                    <a:pt x="11" y="57"/>
                  </a:cubicBezTo>
                  <a:cubicBezTo>
                    <a:pt x="4" y="69"/>
                    <a:pt x="1" y="83"/>
                    <a:pt x="1" y="97"/>
                  </a:cubicBezTo>
                  <a:cubicBezTo>
                    <a:pt x="1" y="109"/>
                    <a:pt x="2" y="120"/>
                    <a:pt x="5" y="129"/>
                  </a:cubicBezTo>
                  <a:cubicBezTo>
                    <a:pt x="9" y="138"/>
                    <a:pt x="15" y="146"/>
                    <a:pt x="22" y="155"/>
                  </a:cubicBezTo>
                  <a:cubicBezTo>
                    <a:pt x="29" y="163"/>
                    <a:pt x="38" y="171"/>
                    <a:pt x="49" y="178"/>
                  </a:cubicBezTo>
                  <a:cubicBezTo>
                    <a:pt x="61" y="187"/>
                    <a:pt x="74" y="195"/>
                    <a:pt x="90" y="203"/>
                  </a:cubicBezTo>
                  <a:cubicBezTo>
                    <a:pt x="105" y="211"/>
                    <a:pt x="117" y="218"/>
                    <a:pt x="127" y="225"/>
                  </a:cubicBezTo>
                  <a:cubicBezTo>
                    <a:pt x="138" y="231"/>
                    <a:pt x="146" y="238"/>
                    <a:pt x="153" y="243"/>
                  </a:cubicBezTo>
                  <a:cubicBezTo>
                    <a:pt x="160" y="250"/>
                    <a:pt x="165" y="257"/>
                    <a:pt x="168" y="264"/>
                  </a:cubicBezTo>
                  <a:cubicBezTo>
                    <a:pt x="172" y="272"/>
                    <a:pt x="174" y="280"/>
                    <a:pt x="174" y="290"/>
                  </a:cubicBezTo>
                  <a:cubicBezTo>
                    <a:pt x="174" y="311"/>
                    <a:pt x="167" y="326"/>
                    <a:pt x="153" y="337"/>
                  </a:cubicBezTo>
                  <a:cubicBezTo>
                    <a:pt x="139" y="348"/>
                    <a:pt x="117" y="354"/>
                    <a:pt x="90" y="354"/>
                  </a:cubicBezTo>
                  <a:cubicBezTo>
                    <a:pt x="83" y="354"/>
                    <a:pt x="74" y="352"/>
                    <a:pt x="67" y="351"/>
                  </a:cubicBezTo>
                  <a:cubicBezTo>
                    <a:pt x="59" y="350"/>
                    <a:pt x="51" y="348"/>
                    <a:pt x="43" y="345"/>
                  </a:cubicBezTo>
                  <a:cubicBezTo>
                    <a:pt x="36" y="343"/>
                    <a:pt x="27" y="340"/>
                    <a:pt x="20" y="336"/>
                  </a:cubicBezTo>
                  <a:cubicBezTo>
                    <a:pt x="12" y="333"/>
                    <a:pt x="5" y="329"/>
                    <a:pt x="0" y="323"/>
                  </a:cubicBezTo>
                  <a:cubicBezTo>
                    <a:pt x="0" y="365"/>
                    <a:pt x="0" y="365"/>
                    <a:pt x="0" y="365"/>
                  </a:cubicBezTo>
                  <a:cubicBezTo>
                    <a:pt x="4" y="367"/>
                    <a:pt x="11" y="370"/>
                    <a:pt x="18" y="372"/>
                  </a:cubicBezTo>
                  <a:cubicBezTo>
                    <a:pt x="25" y="374"/>
                    <a:pt x="33" y="377"/>
                    <a:pt x="41" y="37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8" name="Freeform 365">
              <a:extLst>
                <a:ext uri="{FF2B5EF4-FFF2-40B4-BE49-F238E27FC236}">
                  <a16:creationId xmlns:a16="http://schemas.microsoft.com/office/drawing/2014/main" id="{E1482C72-B29E-6CE9-F42B-A85D4748D3B5}"/>
                </a:ext>
              </a:extLst>
            </p:cNvPr>
            <p:cNvSpPr>
              <a:spLocks noChangeArrowheads="1"/>
            </p:cNvSpPr>
            <p:nvPr/>
          </p:nvSpPr>
          <p:spPr bwMode="auto">
            <a:xfrm>
              <a:off x="5973763" y="4113213"/>
              <a:ext cx="66675" cy="123825"/>
            </a:xfrm>
            <a:custGeom>
              <a:avLst/>
              <a:gdLst>
                <a:gd name="T0" fmla="*/ 178 w 187"/>
                <a:gd name="T1" fmla="*/ 293 h 342"/>
                <a:gd name="T2" fmla="*/ 178 w 187"/>
                <a:gd name="T3" fmla="*/ 293 h 342"/>
                <a:gd name="T4" fmla="*/ 186 w 187"/>
                <a:gd name="T5" fmla="*/ 254 h 342"/>
                <a:gd name="T6" fmla="*/ 180 w 187"/>
                <a:gd name="T7" fmla="*/ 227 h 342"/>
                <a:gd name="T8" fmla="*/ 165 w 187"/>
                <a:gd name="T9" fmla="*/ 202 h 342"/>
                <a:gd name="T10" fmla="*/ 140 w 187"/>
                <a:gd name="T11" fmla="*/ 180 h 342"/>
                <a:gd name="T12" fmla="*/ 103 w 187"/>
                <a:gd name="T13" fmla="*/ 159 h 342"/>
                <a:gd name="T14" fmla="*/ 70 w 187"/>
                <a:gd name="T15" fmla="*/ 140 h 342"/>
                <a:gd name="T16" fmla="*/ 48 w 187"/>
                <a:gd name="T17" fmla="*/ 123 h 342"/>
                <a:gd name="T18" fmla="*/ 35 w 187"/>
                <a:gd name="T19" fmla="*/ 105 h 342"/>
                <a:gd name="T20" fmla="*/ 33 w 187"/>
                <a:gd name="T21" fmla="*/ 83 h 342"/>
                <a:gd name="T22" fmla="*/ 38 w 187"/>
                <a:gd name="T23" fmla="*/ 60 h 342"/>
                <a:gd name="T24" fmla="*/ 53 w 187"/>
                <a:gd name="T25" fmla="*/ 43 h 342"/>
                <a:gd name="T26" fmla="*/ 76 w 187"/>
                <a:gd name="T27" fmla="*/ 32 h 342"/>
                <a:gd name="T28" fmla="*/ 103 w 187"/>
                <a:gd name="T29" fmla="*/ 29 h 342"/>
                <a:gd name="T30" fmla="*/ 172 w 187"/>
                <a:gd name="T31" fmla="*/ 46 h 342"/>
                <a:gd name="T32" fmla="*/ 172 w 187"/>
                <a:gd name="T33" fmla="*/ 11 h 342"/>
                <a:gd name="T34" fmla="*/ 107 w 187"/>
                <a:gd name="T35" fmla="*/ 0 h 342"/>
                <a:gd name="T36" fmla="*/ 66 w 187"/>
                <a:gd name="T37" fmla="*/ 7 h 342"/>
                <a:gd name="T38" fmla="*/ 31 w 187"/>
                <a:gd name="T39" fmla="*/ 24 h 342"/>
                <a:gd name="T40" fmla="*/ 9 w 187"/>
                <a:gd name="T41" fmla="*/ 51 h 342"/>
                <a:gd name="T42" fmla="*/ 0 w 187"/>
                <a:gd name="T43" fmla="*/ 87 h 342"/>
                <a:gd name="T44" fmla="*/ 5 w 187"/>
                <a:gd name="T45" fmla="*/ 115 h 342"/>
                <a:gd name="T46" fmla="*/ 19 w 187"/>
                <a:gd name="T47" fmla="*/ 138 h 342"/>
                <a:gd name="T48" fmla="*/ 44 w 187"/>
                <a:gd name="T49" fmla="*/ 159 h 342"/>
                <a:gd name="T50" fmla="*/ 80 w 187"/>
                <a:gd name="T51" fmla="*/ 181 h 342"/>
                <a:gd name="T52" fmla="*/ 113 w 187"/>
                <a:gd name="T53" fmla="*/ 200 h 342"/>
                <a:gd name="T54" fmla="*/ 136 w 187"/>
                <a:gd name="T55" fmla="*/ 217 h 342"/>
                <a:gd name="T56" fmla="*/ 150 w 187"/>
                <a:gd name="T57" fmla="*/ 235 h 342"/>
                <a:gd name="T58" fmla="*/ 154 w 187"/>
                <a:gd name="T59" fmla="*/ 258 h 342"/>
                <a:gd name="T60" fmla="*/ 135 w 187"/>
                <a:gd name="T61" fmla="*/ 300 h 342"/>
                <a:gd name="T62" fmla="*/ 80 w 187"/>
                <a:gd name="T63" fmla="*/ 314 h 342"/>
                <a:gd name="T64" fmla="*/ 59 w 187"/>
                <a:gd name="T65" fmla="*/ 312 h 342"/>
                <a:gd name="T66" fmla="*/ 38 w 187"/>
                <a:gd name="T67" fmla="*/ 307 h 342"/>
                <a:gd name="T68" fmla="*/ 18 w 187"/>
                <a:gd name="T69" fmla="*/ 298 h 342"/>
                <a:gd name="T70" fmla="*/ 0 w 187"/>
                <a:gd name="T71" fmla="*/ 287 h 342"/>
                <a:gd name="T72" fmla="*/ 0 w 187"/>
                <a:gd name="T73" fmla="*/ 323 h 342"/>
                <a:gd name="T74" fmla="*/ 15 w 187"/>
                <a:gd name="T75" fmla="*/ 332 h 342"/>
                <a:gd name="T76" fmla="*/ 37 w 187"/>
                <a:gd name="T77" fmla="*/ 337 h 342"/>
                <a:gd name="T78" fmla="*/ 58 w 187"/>
                <a:gd name="T79" fmla="*/ 340 h 342"/>
                <a:gd name="T80" fmla="*/ 77 w 187"/>
                <a:gd name="T81" fmla="*/ 341 h 342"/>
                <a:gd name="T82" fmla="*/ 121 w 187"/>
                <a:gd name="T83" fmla="*/ 336 h 342"/>
                <a:gd name="T84" fmla="*/ 156 w 187"/>
                <a:gd name="T85" fmla="*/ 321 h 342"/>
                <a:gd name="T86" fmla="*/ 178 w 187"/>
                <a:gd name="T87" fmla="*/ 293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78" y="293"/>
                  </a:moveTo>
                  <a:lnTo>
                    <a:pt x="178" y="293"/>
                  </a:lnTo>
                  <a:cubicBezTo>
                    <a:pt x="183" y="282"/>
                    <a:pt x="186" y="269"/>
                    <a:pt x="186" y="254"/>
                  </a:cubicBezTo>
                  <a:cubicBezTo>
                    <a:pt x="186" y="245"/>
                    <a:pt x="185" y="235"/>
                    <a:pt x="180" y="227"/>
                  </a:cubicBezTo>
                  <a:cubicBezTo>
                    <a:pt x="178" y="217"/>
                    <a:pt x="172" y="210"/>
                    <a:pt x="165" y="202"/>
                  </a:cubicBezTo>
                  <a:cubicBezTo>
                    <a:pt x="158" y="195"/>
                    <a:pt x="150" y="187"/>
                    <a:pt x="140" y="180"/>
                  </a:cubicBezTo>
                  <a:cubicBezTo>
                    <a:pt x="129" y="173"/>
                    <a:pt x="117" y="166"/>
                    <a:pt x="103" y="159"/>
                  </a:cubicBezTo>
                  <a:cubicBezTo>
                    <a:pt x="91" y="152"/>
                    <a:pt x="80" y="145"/>
                    <a:pt x="70" y="140"/>
                  </a:cubicBezTo>
                  <a:cubicBezTo>
                    <a:pt x="62" y="134"/>
                    <a:pt x="53" y="129"/>
                    <a:pt x="48" y="123"/>
                  </a:cubicBezTo>
                  <a:cubicBezTo>
                    <a:pt x="42" y="118"/>
                    <a:pt x="38" y="112"/>
                    <a:pt x="35" y="105"/>
                  </a:cubicBezTo>
                  <a:cubicBezTo>
                    <a:pt x="33" y="100"/>
                    <a:pt x="33" y="93"/>
                    <a:pt x="33" y="83"/>
                  </a:cubicBezTo>
                  <a:cubicBezTo>
                    <a:pt x="33" y="75"/>
                    <a:pt x="34" y="66"/>
                    <a:pt x="38" y="60"/>
                  </a:cubicBezTo>
                  <a:cubicBezTo>
                    <a:pt x="41" y="53"/>
                    <a:pt x="47" y="47"/>
                    <a:pt x="53" y="43"/>
                  </a:cubicBezTo>
                  <a:cubicBezTo>
                    <a:pt x="60" y="37"/>
                    <a:pt x="67" y="35"/>
                    <a:pt x="76" y="32"/>
                  </a:cubicBezTo>
                  <a:cubicBezTo>
                    <a:pt x="85" y="29"/>
                    <a:pt x="93" y="29"/>
                    <a:pt x="103" y="29"/>
                  </a:cubicBezTo>
                  <a:cubicBezTo>
                    <a:pt x="129" y="29"/>
                    <a:pt x="153" y="35"/>
                    <a:pt x="172" y="46"/>
                  </a:cubicBezTo>
                  <a:cubicBezTo>
                    <a:pt x="172" y="11"/>
                    <a:pt x="172" y="11"/>
                    <a:pt x="172" y="11"/>
                  </a:cubicBezTo>
                  <a:cubicBezTo>
                    <a:pt x="154" y="4"/>
                    <a:pt x="134" y="0"/>
                    <a:pt x="107" y="0"/>
                  </a:cubicBezTo>
                  <a:cubicBezTo>
                    <a:pt x="92" y="0"/>
                    <a:pt x="78" y="3"/>
                    <a:pt x="66" y="7"/>
                  </a:cubicBezTo>
                  <a:cubicBezTo>
                    <a:pt x="52" y="11"/>
                    <a:pt x="41" y="17"/>
                    <a:pt x="31" y="24"/>
                  </a:cubicBezTo>
                  <a:cubicBezTo>
                    <a:pt x="22" y="32"/>
                    <a:pt x="15" y="40"/>
                    <a:pt x="9" y="51"/>
                  </a:cubicBezTo>
                  <a:cubicBezTo>
                    <a:pt x="2" y="61"/>
                    <a:pt x="0" y="73"/>
                    <a:pt x="0" y="87"/>
                  </a:cubicBezTo>
                  <a:cubicBezTo>
                    <a:pt x="0" y="97"/>
                    <a:pt x="1" y="107"/>
                    <a:pt x="5" y="115"/>
                  </a:cubicBezTo>
                  <a:cubicBezTo>
                    <a:pt x="8" y="123"/>
                    <a:pt x="12" y="131"/>
                    <a:pt x="19" y="138"/>
                  </a:cubicBezTo>
                  <a:cubicBezTo>
                    <a:pt x="24" y="145"/>
                    <a:pt x="33" y="152"/>
                    <a:pt x="44" y="159"/>
                  </a:cubicBezTo>
                  <a:cubicBezTo>
                    <a:pt x="53" y="166"/>
                    <a:pt x="66" y="173"/>
                    <a:pt x="80" y="181"/>
                  </a:cubicBezTo>
                  <a:cubicBezTo>
                    <a:pt x="92" y="188"/>
                    <a:pt x="103" y="195"/>
                    <a:pt x="113" y="200"/>
                  </a:cubicBezTo>
                  <a:cubicBezTo>
                    <a:pt x="122" y="206"/>
                    <a:pt x="129" y="211"/>
                    <a:pt x="136" y="217"/>
                  </a:cubicBezTo>
                  <a:cubicBezTo>
                    <a:pt x="142" y="223"/>
                    <a:pt x="146" y="228"/>
                    <a:pt x="150" y="235"/>
                  </a:cubicBezTo>
                  <a:cubicBezTo>
                    <a:pt x="153" y="242"/>
                    <a:pt x="154" y="249"/>
                    <a:pt x="154" y="258"/>
                  </a:cubicBezTo>
                  <a:cubicBezTo>
                    <a:pt x="154" y="276"/>
                    <a:pt x="147" y="290"/>
                    <a:pt x="135" y="300"/>
                  </a:cubicBezTo>
                  <a:cubicBezTo>
                    <a:pt x="122" y="310"/>
                    <a:pt x="105" y="314"/>
                    <a:pt x="80" y="314"/>
                  </a:cubicBezTo>
                  <a:cubicBezTo>
                    <a:pt x="73" y="314"/>
                    <a:pt x="66" y="314"/>
                    <a:pt x="59" y="312"/>
                  </a:cubicBezTo>
                  <a:cubicBezTo>
                    <a:pt x="52" y="311"/>
                    <a:pt x="45" y="310"/>
                    <a:pt x="38" y="307"/>
                  </a:cubicBezTo>
                  <a:cubicBezTo>
                    <a:pt x="31" y="305"/>
                    <a:pt x="24" y="303"/>
                    <a:pt x="18" y="298"/>
                  </a:cubicBezTo>
                  <a:cubicBezTo>
                    <a:pt x="11" y="296"/>
                    <a:pt x="5" y="292"/>
                    <a:pt x="0" y="287"/>
                  </a:cubicBezTo>
                  <a:cubicBezTo>
                    <a:pt x="0" y="323"/>
                    <a:pt x="0" y="323"/>
                    <a:pt x="0" y="323"/>
                  </a:cubicBezTo>
                  <a:cubicBezTo>
                    <a:pt x="4" y="326"/>
                    <a:pt x="8" y="329"/>
                    <a:pt x="15" y="332"/>
                  </a:cubicBezTo>
                  <a:cubicBezTo>
                    <a:pt x="22" y="333"/>
                    <a:pt x="29" y="336"/>
                    <a:pt x="37" y="337"/>
                  </a:cubicBezTo>
                  <a:cubicBezTo>
                    <a:pt x="44" y="339"/>
                    <a:pt x="51" y="340"/>
                    <a:pt x="58" y="340"/>
                  </a:cubicBezTo>
                  <a:cubicBezTo>
                    <a:pt x="66" y="341"/>
                    <a:pt x="71" y="341"/>
                    <a:pt x="77" y="341"/>
                  </a:cubicBezTo>
                  <a:cubicBezTo>
                    <a:pt x="92" y="341"/>
                    <a:pt x="107" y="340"/>
                    <a:pt x="121" y="336"/>
                  </a:cubicBezTo>
                  <a:cubicBezTo>
                    <a:pt x="134" y="333"/>
                    <a:pt x="146" y="328"/>
                    <a:pt x="156" y="321"/>
                  </a:cubicBezTo>
                  <a:cubicBezTo>
                    <a:pt x="165" y="312"/>
                    <a:pt x="172" y="304"/>
                    <a:pt x="178"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39" name="Freeform 366">
              <a:extLst>
                <a:ext uri="{FF2B5EF4-FFF2-40B4-BE49-F238E27FC236}">
                  <a16:creationId xmlns:a16="http://schemas.microsoft.com/office/drawing/2014/main" id="{BFBC942B-9377-8096-8B48-3808F4261195}"/>
                </a:ext>
              </a:extLst>
            </p:cNvPr>
            <p:cNvSpPr>
              <a:spLocks noChangeArrowheads="1"/>
            </p:cNvSpPr>
            <p:nvPr/>
          </p:nvSpPr>
          <p:spPr bwMode="auto">
            <a:xfrm>
              <a:off x="6065838" y="4116388"/>
              <a:ext cx="60325" cy="119062"/>
            </a:xfrm>
            <a:custGeom>
              <a:avLst/>
              <a:gdLst>
                <a:gd name="T0" fmla="*/ 31 w 169"/>
                <a:gd name="T1" fmla="*/ 176 h 331"/>
                <a:gd name="T2" fmla="*/ 152 w 169"/>
                <a:gd name="T3" fmla="*/ 176 h 331"/>
                <a:gd name="T4" fmla="*/ 152 w 169"/>
                <a:gd name="T5" fmla="*/ 149 h 331"/>
                <a:gd name="T6" fmla="*/ 31 w 169"/>
                <a:gd name="T7" fmla="*/ 149 h 331"/>
                <a:gd name="T8" fmla="*/ 31 w 169"/>
                <a:gd name="T9" fmla="*/ 29 h 331"/>
                <a:gd name="T10" fmla="*/ 161 w 169"/>
                <a:gd name="T11" fmla="*/ 29 h 331"/>
                <a:gd name="T12" fmla="*/ 161 w 169"/>
                <a:gd name="T13" fmla="*/ 0 h 331"/>
                <a:gd name="T14" fmla="*/ 0 w 169"/>
                <a:gd name="T15" fmla="*/ 0 h 331"/>
                <a:gd name="T16" fmla="*/ 0 w 169"/>
                <a:gd name="T17" fmla="*/ 330 h 331"/>
                <a:gd name="T18" fmla="*/ 168 w 169"/>
                <a:gd name="T19" fmla="*/ 330 h 331"/>
                <a:gd name="T20" fmla="*/ 168 w 169"/>
                <a:gd name="T21" fmla="*/ 302 h 331"/>
                <a:gd name="T22" fmla="*/ 31 w 169"/>
                <a:gd name="T23" fmla="*/ 302 h 331"/>
                <a:gd name="T24" fmla="*/ 31 w 169"/>
                <a:gd name="T25" fmla="*/ 176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9" h="331">
                  <a:moveTo>
                    <a:pt x="31" y="176"/>
                  </a:moveTo>
                  <a:lnTo>
                    <a:pt x="152" y="176"/>
                  </a:lnTo>
                  <a:lnTo>
                    <a:pt x="152" y="149"/>
                  </a:lnTo>
                  <a:lnTo>
                    <a:pt x="31" y="149"/>
                  </a:lnTo>
                  <a:lnTo>
                    <a:pt x="31" y="29"/>
                  </a:lnTo>
                  <a:lnTo>
                    <a:pt x="161" y="29"/>
                  </a:lnTo>
                  <a:lnTo>
                    <a:pt x="161" y="0"/>
                  </a:lnTo>
                  <a:lnTo>
                    <a:pt x="0" y="0"/>
                  </a:lnTo>
                  <a:lnTo>
                    <a:pt x="0" y="330"/>
                  </a:lnTo>
                  <a:lnTo>
                    <a:pt x="168" y="330"/>
                  </a:lnTo>
                  <a:lnTo>
                    <a:pt x="168" y="302"/>
                  </a:lnTo>
                  <a:lnTo>
                    <a:pt x="31" y="302"/>
                  </a:lnTo>
                  <a:lnTo>
                    <a:pt x="31" y="1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0" name="Freeform 367">
              <a:extLst>
                <a:ext uri="{FF2B5EF4-FFF2-40B4-BE49-F238E27FC236}">
                  <a16:creationId xmlns:a16="http://schemas.microsoft.com/office/drawing/2014/main" id="{0B8BA6F9-36AA-22F9-6049-F8C226898848}"/>
                </a:ext>
              </a:extLst>
            </p:cNvPr>
            <p:cNvSpPr>
              <a:spLocks noChangeArrowheads="1"/>
            </p:cNvSpPr>
            <p:nvPr/>
          </p:nvSpPr>
          <p:spPr bwMode="auto">
            <a:xfrm>
              <a:off x="6140450" y="4116388"/>
              <a:ext cx="79375" cy="119062"/>
            </a:xfrm>
            <a:custGeom>
              <a:avLst/>
              <a:gdLst>
                <a:gd name="T0" fmla="*/ 0 w 222"/>
                <a:gd name="T1" fmla="*/ 29 h 331"/>
                <a:gd name="T2" fmla="*/ 95 w 222"/>
                <a:gd name="T3" fmla="*/ 29 h 331"/>
                <a:gd name="T4" fmla="*/ 95 w 222"/>
                <a:gd name="T5" fmla="*/ 330 h 331"/>
                <a:gd name="T6" fmla="*/ 126 w 222"/>
                <a:gd name="T7" fmla="*/ 330 h 331"/>
                <a:gd name="T8" fmla="*/ 126 w 222"/>
                <a:gd name="T9" fmla="*/ 29 h 331"/>
                <a:gd name="T10" fmla="*/ 221 w 222"/>
                <a:gd name="T11" fmla="*/ 29 h 331"/>
                <a:gd name="T12" fmla="*/ 221 w 222"/>
                <a:gd name="T13" fmla="*/ 0 h 331"/>
                <a:gd name="T14" fmla="*/ 0 w 222"/>
                <a:gd name="T15" fmla="*/ 0 h 331"/>
                <a:gd name="T16" fmla="*/ 0 w 222"/>
                <a:gd name="T17" fmla="*/ 29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1">
                  <a:moveTo>
                    <a:pt x="0" y="29"/>
                  </a:moveTo>
                  <a:lnTo>
                    <a:pt x="95" y="29"/>
                  </a:lnTo>
                  <a:lnTo>
                    <a:pt x="95" y="330"/>
                  </a:lnTo>
                  <a:lnTo>
                    <a:pt x="126" y="330"/>
                  </a:lnTo>
                  <a:lnTo>
                    <a:pt x="126" y="29"/>
                  </a:lnTo>
                  <a:lnTo>
                    <a:pt x="221" y="29"/>
                  </a:lnTo>
                  <a:lnTo>
                    <a:pt x="221" y="0"/>
                  </a:lnTo>
                  <a:lnTo>
                    <a:pt x="0" y="0"/>
                  </a:lnTo>
                  <a:lnTo>
                    <a:pt x="0"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1" name="Freeform 368">
              <a:extLst>
                <a:ext uri="{FF2B5EF4-FFF2-40B4-BE49-F238E27FC236}">
                  <a16:creationId xmlns:a16="http://schemas.microsoft.com/office/drawing/2014/main" id="{0CC1B8C9-B937-59AF-F1AC-636217262644}"/>
                </a:ext>
              </a:extLst>
            </p:cNvPr>
            <p:cNvSpPr>
              <a:spLocks noChangeArrowheads="1"/>
            </p:cNvSpPr>
            <p:nvPr/>
          </p:nvSpPr>
          <p:spPr bwMode="auto">
            <a:xfrm>
              <a:off x="6278563" y="4113213"/>
              <a:ext cx="69850" cy="120650"/>
            </a:xfrm>
            <a:custGeom>
              <a:avLst/>
              <a:gdLst>
                <a:gd name="T0" fmla="*/ 195 w 196"/>
                <a:gd name="T1" fmla="*/ 310 h 337"/>
                <a:gd name="T2" fmla="*/ 195 w 196"/>
                <a:gd name="T3" fmla="*/ 310 h 337"/>
                <a:gd name="T4" fmla="*/ 31 w 196"/>
                <a:gd name="T5" fmla="*/ 310 h 337"/>
                <a:gd name="T6" fmla="*/ 32 w 196"/>
                <a:gd name="T7" fmla="*/ 303 h 337"/>
                <a:gd name="T8" fmla="*/ 33 w 196"/>
                <a:gd name="T9" fmla="*/ 296 h 337"/>
                <a:gd name="T10" fmla="*/ 39 w 196"/>
                <a:gd name="T11" fmla="*/ 274 h 337"/>
                <a:gd name="T12" fmla="*/ 53 w 196"/>
                <a:gd name="T13" fmla="*/ 254 h 337"/>
                <a:gd name="T14" fmla="*/ 76 w 196"/>
                <a:gd name="T15" fmla="*/ 234 h 337"/>
                <a:gd name="T16" fmla="*/ 111 w 196"/>
                <a:gd name="T17" fmla="*/ 209 h 337"/>
                <a:gd name="T18" fmla="*/ 143 w 196"/>
                <a:gd name="T19" fmla="*/ 182 h 337"/>
                <a:gd name="T20" fmla="*/ 167 w 196"/>
                <a:gd name="T21" fmla="*/ 156 h 337"/>
                <a:gd name="T22" fmla="*/ 184 w 196"/>
                <a:gd name="T23" fmla="*/ 126 h 337"/>
                <a:gd name="T24" fmla="*/ 189 w 196"/>
                <a:gd name="T25" fmla="*/ 87 h 337"/>
                <a:gd name="T26" fmla="*/ 184 w 196"/>
                <a:gd name="T27" fmla="*/ 54 h 337"/>
                <a:gd name="T28" fmla="*/ 169 w 196"/>
                <a:gd name="T29" fmla="*/ 29 h 337"/>
                <a:gd name="T30" fmla="*/ 144 w 196"/>
                <a:gd name="T31" fmla="*/ 11 h 337"/>
                <a:gd name="T32" fmla="*/ 113 w 196"/>
                <a:gd name="T33" fmla="*/ 3 h 337"/>
                <a:gd name="T34" fmla="*/ 105 w 196"/>
                <a:gd name="T35" fmla="*/ 2 h 337"/>
                <a:gd name="T36" fmla="*/ 98 w 196"/>
                <a:gd name="T37" fmla="*/ 0 h 337"/>
                <a:gd name="T38" fmla="*/ 51 w 196"/>
                <a:gd name="T39" fmla="*/ 8 h 337"/>
                <a:gd name="T40" fmla="*/ 13 w 196"/>
                <a:gd name="T41" fmla="*/ 32 h 337"/>
                <a:gd name="T42" fmla="*/ 13 w 196"/>
                <a:gd name="T43" fmla="*/ 65 h 337"/>
                <a:gd name="T44" fmla="*/ 51 w 196"/>
                <a:gd name="T45" fmla="*/ 37 h 337"/>
                <a:gd name="T46" fmla="*/ 94 w 196"/>
                <a:gd name="T47" fmla="*/ 26 h 337"/>
                <a:gd name="T48" fmla="*/ 120 w 196"/>
                <a:gd name="T49" fmla="*/ 31 h 337"/>
                <a:gd name="T50" fmla="*/ 141 w 196"/>
                <a:gd name="T51" fmla="*/ 43 h 337"/>
                <a:gd name="T52" fmla="*/ 154 w 196"/>
                <a:gd name="T53" fmla="*/ 64 h 337"/>
                <a:gd name="T54" fmla="*/ 159 w 196"/>
                <a:gd name="T55" fmla="*/ 91 h 337"/>
                <a:gd name="T56" fmla="*/ 155 w 196"/>
                <a:gd name="T57" fmla="*/ 120 h 337"/>
                <a:gd name="T58" fmla="*/ 141 w 196"/>
                <a:gd name="T59" fmla="*/ 145 h 337"/>
                <a:gd name="T60" fmla="*/ 120 w 196"/>
                <a:gd name="T61" fmla="*/ 169 h 337"/>
                <a:gd name="T62" fmla="*/ 91 w 196"/>
                <a:gd name="T63" fmla="*/ 192 h 337"/>
                <a:gd name="T64" fmla="*/ 50 w 196"/>
                <a:gd name="T65" fmla="*/ 224 h 337"/>
                <a:gd name="T66" fmla="*/ 21 w 196"/>
                <a:gd name="T67" fmla="*/ 252 h 337"/>
                <a:gd name="T68" fmla="*/ 6 w 196"/>
                <a:gd name="T69" fmla="*/ 282 h 337"/>
                <a:gd name="T70" fmla="*/ 0 w 196"/>
                <a:gd name="T71" fmla="*/ 321 h 337"/>
                <a:gd name="T72" fmla="*/ 0 w 196"/>
                <a:gd name="T73" fmla="*/ 336 h 337"/>
                <a:gd name="T74" fmla="*/ 195 w 196"/>
                <a:gd name="T75" fmla="*/ 336 h 337"/>
                <a:gd name="T76" fmla="*/ 195 w 196"/>
                <a:gd name="T77" fmla="*/ 310 h 3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96" h="337">
                  <a:moveTo>
                    <a:pt x="195" y="310"/>
                  </a:moveTo>
                  <a:lnTo>
                    <a:pt x="195" y="310"/>
                  </a:lnTo>
                  <a:cubicBezTo>
                    <a:pt x="31" y="310"/>
                    <a:pt x="31" y="310"/>
                    <a:pt x="31" y="310"/>
                  </a:cubicBezTo>
                  <a:cubicBezTo>
                    <a:pt x="31" y="307"/>
                    <a:pt x="31" y="305"/>
                    <a:pt x="32" y="303"/>
                  </a:cubicBezTo>
                  <a:cubicBezTo>
                    <a:pt x="32" y="301"/>
                    <a:pt x="32" y="298"/>
                    <a:pt x="33" y="296"/>
                  </a:cubicBezTo>
                  <a:cubicBezTo>
                    <a:pt x="33" y="289"/>
                    <a:pt x="36" y="281"/>
                    <a:pt x="39" y="274"/>
                  </a:cubicBezTo>
                  <a:cubicBezTo>
                    <a:pt x="43" y="268"/>
                    <a:pt x="47" y="261"/>
                    <a:pt x="53" y="254"/>
                  </a:cubicBezTo>
                  <a:cubicBezTo>
                    <a:pt x="60" y="247"/>
                    <a:pt x="68" y="240"/>
                    <a:pt x="76" y="234"/>
                  </a:cubicBezTo>
                  <a:cubicBezTo>
                    <a:pt x="86" y="227"/>
                    <a:pt x="97" y="218"/>
                    <a:pt x="111" y="209"/>
                  </a:cubicBezTo>
                  <a:cubicBezTo>
                    <a:pt x="123" y="200"/>
                    <a:pt x="133" y="192"/>
                    <a:pt x="143" y="182"/>
                  </a:cubicBezTo>
                  <a:cubicBezTo>
                    <a:pt x="152" y="174"/>
                    <a:pt x="160" y="166"/>
                    <a:pt x="167" y="156"/>
                  </a:cubicBezTo>
                  <a:cubicBezTo>
                    <a:pt x="174" y="147"/>
                    <a:pt x="180" y="137"/>
                    <a:pt x="184" y="126"/>
                  </a:cubicBezTo>
                  <a:cubicBezTo>
                    <a:pt x="187" y="115"/>
                    <a:pt x="189" y="101"/>
                    <a:pt x="189" y="87"/>
                  </a:cubicBezTo>
                  <a:cubicBezTo>
                    <a:pt x="189" y="75"/>
                    <a:pt x="187" y="64"/>
                    <a:pt x="184" y="54"/>
                  </a:cubicBezTo>
                  <a:cubicBezTo>
                    <a:pt x="180" y="44"/>
                    <a:pt x="174" y="36"/>
                    <a:pt x="169" y="29"/>
                  </a:cubicBezTo>
                  <a:cubicBezTo>
                    <a:pt x="162" y="22"/>
                    <a:pt x="154" y="15"/>
                    <a:pt x="144" y="11"/>
                  </a:cubicBezTo>
                  <a:cubicBezTo>
                    <a:pt x="136" y="7"/>
                    <a:pt x="125" y="4"/>
                    <a:pt x="113" y="3"/>
                  </a:cubicBezTo>
                  <a:cubicBezTo>
                    <a:pt x="111" y="2"/>
                    <a:pt x="108" y="2"/>
                    <a:pt x="105" y="2"/>
                  </a:cubicBezTo>
                  <a:cubicBezTo>
                    <a:pt x="104" y="2"/>
                    <a:pt x="101" y="0"/>
                    <a:pt x="98" y="0"/>
                  </a:cubicBezTo>
                  <a:cubicBezTo>
                    <a:pt x="80" y="0"/>
                    <a:pt x="65" y="3"/>
                    <a:pt x="51" y="8"/>
                  </a:cubicBezTo>
                  <a:cubicBezTo>
                    <a:pt x="38" y="14"/>
                    <a:pt x="25" y="22"/>
                    <a:pt x="13" y="32"/>
                  </a:cubicBezTo>
                  <a:cubicBezTo>
                    <a:pt x="13" y="65"/>
                    <a:pt x="13" y="65"/>
                    <a:pt x="13" y="65"/>
                  </a:cubicBezTo>
                  <a:cubicBezTo>
                    <a:pt x="25" y="53"/>
                    <a:pt x="38" y="44"/>
                    <a:pt x="51" y="37"/>
                  </a:cubicBezTo>
                  <a:cubicBezTo>
                    <a:pt x="65" y="31"/>
                    <a:pt x="79" y="26"/>
                    <a:pt x="94" y="26"/>
                  </a:cubicBezTo>
                  <a:cubicBezTo>
                    <a:pt x="104" y="26"/>
                    <a:pt x="112" y="28"/>
                    <a:pt x="120" y="31"/>
                  </a:cubicBezTo>
                  <a:cubicBezTo>
                    <a:pt x="129" y="33"/>
                    <a:pt x="136" y="37"/>
                    <a:pt x="141" y="43"/>
                  </a:cubicBezTo>
                  <a:cubicBezTo>
                    <a:pt x="147" y="48"/>
                    <a:pt x="151" y="55"/>
                    <a:pt x="154" y="64"/>
                  </a:cubicBezTo>
                  <a:cubicBezTo>
                    <a:pt x="158" y="71"/>
                    <a:pt x="159" y="80"/>
                    <a:pt x="159" y="91"/>
                  </a:cubicBezTo>
                  <a:cubicBezTo>
                    <a:pt x="159" y="102"/>
                    <a:pt x="158" y="112"/>
                    <a:pt x="155" y="120"/>
                  </a:cubicBezTo>
                  <a:cubicBezTo>
                    <a:pt x="151" y="130"/>
                    <a:pt x="147" y="138"/>
                    <a:pt x="141" y="145"/>
                  </a:cubicBezTo>
                  <a:cubicBezTo>
                    <a:pt x="136" y="153"/>
                    <a:pt x="129" y="162"/>
                    <a:pt x="120" y="169"/>
                  </a:cubicBezTo>
                  <a:cubicBezTo>
                    <a:pt x="112" y="177"/>
                    <a:pt x="102" y="184"/>
                    <a:pt x="91" y="192"/>
                  </a:cubicBezTo>
                  <a:cubicBezTo>
                    <a:pt x="75" y="203"/>
                    <a:pt x="61" y="214"/>
                    <a:pt x="50" y="224"/>
                  </a:cubicBezTo>
                  <a:cubicBezTo>
                    <a:pt x="39" y="234"/>
                    <a:pt x="29" y="242"/>
                    <a:pt x="21" y="252"/>
                  </a:cubicBezTo>
                  <a:cubicBezTo>
                    <a:pt x="14" y="261"/>
                    <a:pt x="9" y="271"/>
                    <a:pt x="6" y="282"/>
                  </a:cubicBezTo>
                  <a:cubicBezTo>
                    <a:pt x="2" y="293"/>
                    <a:pt x="0" y="305"/>
                    <a:pt x="0" y="321"/>
                  </a:cubicBezTo>
                  <a:cubicBezTo>
                    <a:pt x="0" y="336"/>
                    <a:pt x="0" y="336"/>
                    <a:pt x="0" y="336"/>
                  </a:cubicBezTo>
                  <a:cubicBezTo>
                    <a:pt x="195" y="336"/>
                    <a:pt x="195" y="336"/>
                    <a:pt x="195" y="336"/>
                  </a:cubicBezTo>
                  <a:lnTo>
                    <a:pt x="195" y="31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42" name="Freeform 369">
            <a:extLst>
              <a:ext uri="{FF2B5EF4-FFF2-40B4-BE49-F238E27FC236}">
                <a16:creationId xmlns:a16="http://schemas.microsoft.com/office/drawing/2014/main" id="{0A52F70C-676A-CA41-6F32-6EE0740972A6}"/>
              </a:ext>
            </a:extLst>
          </p:cNvPr>
          <p:cNvSpPr>
            <a:spLocks noChangeArrowheads="1"/>
          </p:cNvSpPr>
          <p:nvPr/>
        </p:nvSpPr>
        <p:spPr bwMode="auto">
          <a:xfrm>
            <a:off x="7491933" y="5713040"/>
            <a:ext cx="187325" cy="255588"/>
          </a:xfrm>
          <a:custGeom>
            <a:avLst/>
            <a:gdLst>
              <a:gd name="T0" fmla="*/ 305 w 520"/>
              <a:gd name="T1" fmla="*/ 80 h 711"/>
              <a:gd name="T2" fmla="*/ 200 w 520"/>
              <a:gd name="T3" fmla="*/ 3 h 711"/>
              <a:gd name="T4" fmla="*/ 164 w 520"/>
              <a:gd name="T5" fmla="*/ 113 h 711"/>
              <a:gd name="T6" fmla="*/ 0 w 520"/>
              <a:gd name="T7" fmla="*/ 494 h 711"/>
              <a:gd name="T8" fmla="*/ 99 w 520"/>
              <a:gd name="T9" fmla="*/ 671 h 711"/>
              <a:gd name="T10" fmla="*/ 221 w 520"/>
              <a:gd name="T11" fmla="*/ 700 h 711"/>
              <a:gd name="T12" fmla="*/ 164 w 520"/>
              <a:gd name="T13" fmla="*/ 631 h 711"/>
              <a:gd name="T14" fmla="*/ 141 w 520"/>
              <a:gd name="T15" fmla="*/ 580 h 711"/>
              <a:gd name="T16" fmla="*/ 139 w 520"/>
              <a:gd name="T17" fmla="*/ 574 h 711"/>
              <a:gd name="T18" fmla="*/ 186 w 520"/>
              <a:gd name="T19" fmla="*/ 443 h 711"/>
              <a:gd name="T20" fmla="*/ 233 w 520"/>
              <a:gd name="T21" fmla="*/ 529 h 711"/>
              <a:gd name="T22" fmla="*/ 304 w 520"/>
              <a:gd name="T23" fmla="*/ 336 h 711"/>
              <a:gd name="T24" fmla="*/ 404 w 520"/>
              <a:gd name="T25" fmla="*/ 503 h 711"/>
              <a:gd name="T26" fmla="*/ 393 w 520"/>
              <a:gd name="T27" fmla="*/ 616 h 711"/>
              <a:gd name="T28" fmla="*/ 342 w 520"/>
              <a:gd name="T29" fmla="*/ 702 h 711"/>
              <a:gd name="T30" fmla="*/ 483 w 520"/>
              <a:gd name="T31" fmla="*/ 614 h 711"/>
              <a:gd name="T32" fmla="*/ 403 w 520"/>
              <a:gd name="T33" fmla="*/ 200 h 711"/>
              <a:gd name="T34" fmla="*/ 490 w 520"/>
              <a:gd name="T35" fmla="*/ 492 h 711"/>
              <a:gd name="T36" fmla="*/ 458 w 520"/>
              <a:gd name="T37" fmla="*/ 598 h 711"/>
              <a:gd name="T38" fmla="*/ 420 w 520"/>
              <a:gd name="T39" fmla="*/ 630 h 711"/>
              <a:gd name="T40" fmla="*/ 433 w 520"/>
              <a:gd name="T41" fmla="*/ 497 h 711"/>
              <a:gd name="T42" fmla="*/ 298 w 520"/>
              <a:gd name="T43" fmla="*/ 282 h 711"/>
              <a:gd name="T44" fmla="*/ 273 w 520"/>
              <a:gd name="T45" fmla="*/ 293 h 711"/>
              <a:gd name="T46" fmla="*/ 243 w 520"/>
              <a:gd name="T47" fmla="*/ 481 h 711"/>
              <a:gd name="T48" fmla="*/ 178 w 520"/>
              <a:gd name="T49" fmla="*/ 405 h 711"/>
              <a:gd name="T50" fmla="*/ 130 w 520"/>
              <a:gd name="T51" fmla="*/ 501 h 711"/>
              <a:gd name="T52" fmla="*/ 110 w 520"/>
              <a:gd name="T53" fmla="*/ 574 h 711"/>
              <a:gd name="T54" fmla="*/ 110 w 520"/>
              <a:gd name="T55" fmla="*/ 581 h 711"/>
              <a:gd name="T56" fmla="*/ 110 w 520"/>
              <a:gd name="T57" fmla="*/ 583 h 711"/>
              <a:gd name="T58" fmla="*/ 120 w 520"/>
              <a:gd name="T59" fmla="*/ 620 h 711"/>
              <a:gd name="T60" fmla="*/ 113 w 520"/>
              <a:gd name="T61" fmla="*/ 645 h 711"/>
              <a:gd name="T62" fmla="*/ 30 w 520"/>
              <a:gd name="T63" fmla="*/ 494 h 711"/>
              <a:gd name="T64" fmla="*/ 160 w 520"/>
              <a:gd name="T65" fmla="*/ 185 h 711"/>
              <a:gd name="T66" fmla="*/ 219 w 520"/>
              <a:gd name="T67" fmla="*/ 43 h 711"/>
              <a:gd name="T68" fmla="*/ 422 w 520"/>
              <a:gd name="T69" fmla="*/ 28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20" h="711">
                <a:moveTo>
                  <a:pt x="305" y="80"/>
                </a:moveTo>
                <a:lnTo>
                  <a:pt x="305" y="80"/>
                </a:lnTo>
                <a:cubicBezTo>
                  <a:pt x="272" y="47"/>
                  <a:pt x="240" y="21"/>
                  <a:pt x="215" y="3"/>
                </a:cubicBezTo>
                <a:cubicBezTo>
                  <a:pt x="211" y="0"/>
                  <a:pt x="206" y="0"/>
                  <a:pt x="200" y="3"/>
                </a:cubicBezTo>
                <a:cubicBezTo>
                  <a:pt x="196" y="4"/>
                  <a:pt x="193" y="10"/>
                  <a:pt x="193" y="15"/>
                </a:cubicBezTo>
                <a:cubicBezTo>
                  <a:pt x="193" y="43"/>
                  <a:pt x="182" y="77"/>
                  <a:pt x="164" y="113"/>
                </a:cubicBezTo>
                <a:cubicBezTo>
                  <a:pt x="138" y="168"/>
                  <a:pt x="96" y="229"/>
                  <a:pt x="63" y="294"/>
                </a:cubicBezTo>
                <a:cubicBezTo>
                  <a:pt x="29" y="358"/>
                  <a:pt x="0" y="425"/>
                  <a:pt x="0" y="494"/>
                </a:cubicBezTo>
                <a:cubicBezTo>
                  <a:pt x="0" y="523"/>
                  <a:pt x="5" y="552"/>
                  <a:pt x="18" y="581"/>
                </a:cubicBezTo>
                <a:cubicBezTo>
                  <a:pt x="36" y="626"/>
                  <a:pt x="66" y="653"/>
                  <a:pt x="99" y="671"/>
                </a:cubicBezTo>
                <a:cubicBezTo>
                  <a:pt x="132" y="689"/>
                  <a:pt x="170" y="699"/>
                  <a:pt x="204" y="707"/>
                </a:cubicBezTo>
                <a:cubicBezTo>
                  <a:pt x="211" y="708"/>
                  <a:pt x="217" y="706"/>
                  <a:pt x="221" y="700"/>
                </a:cubicBezTo>
                <a:cubicBezTo>
                  <a:pt x="223" y="695"/>
                  <a:pt x="222" y="688"/>
                  <a:pt x="218" y="682"/>
                </a:cubicBezTo>
                <a:cubicBezTo>
                  <a:pt x="199" y="663"/>
                  <a:pt x="178" y="648"/>
                  <a:pt x="164" y="631"/>
                </a:cubicBezTo>
                <a:cubicBezTo>
                  <a:pt x="157" y="623"/>
                  <a:pt x="150" y="616"/>
                  <a:pt x="147" y="608"/>
                </a:cubicBezTo>
                <a:cubicBezTo>
                  <a:pt x="143" y="599"/>
                  <a:pt x="141" y="591"/>
                  <a:pt x="141" y="580"/>
                </a:cubicBezTo>
                <a:cubicBezTo>
                  <a:pt x="141" y="579"/>
                  <a:pt x="141" y="579"/>
                  <a:pt x="141" y="579"/>
                </a:cubicBezTo>
                <a:cubicBezTo>
                  <a:pt x="139" y="577"/>
                  <a:pt x="139" y="576"/>
                  <a:pt x="139" y="574"/>
                </a:cubicBezTo>
                <a:cubicBezTo>
                  <a:pt x="139" y="568"/>
                  <a:pt x="141" y="558"/>
                  <a:pt x="145" y="548"/>
                </a:cubicBezTo>
                <a:cubicBezTo>
                  <a:pt x="152" y="519"/>
                  <a:pt x="168" y="482"/>
                  <a:pt x="186" y="443"/>
                </a:cubicBezTo>
                <a:cubicBezTo>
                  <a:pt x="206" y="463"/>
                  <a:pt x="217" y="487"/>
                  <a:pt x="222" y="518"/>
                </a:cubicBezTo>
                <a:cubicBezTo>
                  <a:pt x="223" y="523"/>
                  <a:pt x="228" y="528"/>
                  <a:pt x="233" y="529"/>
                </a:cubicBezTo>
                <a:cubicBezTo>
                  <a:pt x="239" y="530"/>
                  <a:pt x="244" y="529"/>
                  <a:pt x="248" y="525"/>
                </a:cubicBezTo>
                <a:cubicBezTo>
                  <a:pt x="287" y="481"/>
                  <a:pt x="304" y="417"/>
                  <a:pt x="304" y="336"/>
                </a:cubicBezTo>
                <a:cubicBezTo>
                  <a:pt x="304" y="334"/>
                  <a:pt x="304" y="331"/>
                  <a:pt x="304" y="330"/>
                </a:cubicBezTo>
                <a:cubicBezTo>
                  <a:pt x="351" y="380"/>
                  <a:pt x="388" y="434"/>
                  <a:pt x="404" y="503"/>
                </a:cubicBezTo>
                <a:cubicBezTo>
                  <a:pt x="407" y="519"/>
                  <a:pt x="410" y="533"/>
                  <a:pt x="410" y="547"/>
                </a:cubicBezTo>
                <a:cubicBezTo>
                  <a:pt x="410" y="573"/>
                  <a:pt x="404" y="594"/>
                  <a:pt x="393" y="616"/>
                </a:cubicBezTo>
                <a:cubicBezTo>
                  <a:pt x="382" y="638"/>
                  <a:pt x="366" y="660"/>
                  <a:pt x="344" y="682"/>
                </a:cubicBezTo>
                <a:cubicBezTo>
                  <a:pt x="339" y="688"/>
                  <a:pt x="338" y="696"/>
                  <a:pt x="342" y="702"/>
                </a:cubicBezTo>
                <a:cubicBezTo>
                  <a:pt x="346" y="707"/>
                  <a:pt x="355" y="710"/>
                  <a:pt x="360" y="707"/>
                </a:cubicBezTo>
                <a:cubicBezTo>
                  <a:pt x="417" y="684"/>
                  <a:pt x="457" y="652"/>
                  <a:pt x="483" y="614"/>
                </a:cubicBezTo>
                <a:cubicBezTo>
                  <a:pt x="509" y="577"/>
                  <a:pt x="519" y="536"/>
                  <a:pt x="519" y="492"/>
                </a:cubicBezTo>
                <a:cubicBezTo>
                  <a:pt x="519" y="395"/>
                  <a:pt x="467" y="290"/>
                  <a:pt x="403" y="200"/>
                </a:cubicBezTo>
                <a:cubicBezTo>
                  <a:pt x="371" y="156"/>
                  <a:pt x="337" y="115"/>
                  <a:pt x="305" y="80"/>
                </a:cubicBezTo>
                <a:close/>
                <a:moveTo>
                  <a:pt x="490" y="492"/>
                </a:moveTo>
                <a:lnTo>
                  <a:pt x="490" y="492"/>
                </a:lnTo>
                <a:cubicBezTo>
                  <a:pt x="490" y="530"/>
                  <a:pt x="480" y="566"/>
                  <a:pt x="458" y="598"/>
                </a:cubicBezTo>
                <a:cubicBezTo>
                  <a:pt x="447" y="614"/>
                  <a:pt x="431" y="631"/>
                  <a:pt x="411" y="645"/>
                </a:cubicBezTo>
                <a:cubicBezTo>
                  <a:pt x="414" y="639"/>
                  <a:pt x="417" y="635"/>
                  <a:pt x="420" y="630"/>
                </a:cubicBezTo>
                <a:cubicBezTo>
                  <a:pt x="432" y="603"/>
                  <a:pt x="439" y="577"/>
                  <a:pt x="439" y="547"/>
                </a:cubicBezTo>
                <a:cubicBezTo>
                  <a:pt x="439" y="532"/>
                  <a:pt x="438" y="515"/>
                  <a:pt x="433" y="497"/>
                </a:cubicBezTo>
                <a:cubicBezTo>
                  <a:pt x="433" y="496"/>
                  <a:pt x="433" y="496"/>
                  <a:pt x="433" y="496"/>
                </a:cubicBezTo>
                <a:cubicBezTo>
                  <a:pt x="411" y="407"/>
                  <a:pt x="357" y="340"/>
                  <a:pt x="298" y="282"/>
                </a:cubicBezTo>
                <a:cubicBezTo>
                  <a:pt x="294" y="277"/>
                  <a:pt x="287" y="276"/>
                  <a:pt x="281" y="279"/>
                </a:cubicBezTo>
                <a:cubicBezTo>
                  <a:pt x="276" y="282"/>
                  <a:pt x="272" y="287"/>
                  <a:pt x="273" y="293"/>
                </a:cubicBezTo>
                <a:cubicBezTo>
                  <a:pt x="273" y="308"/>
                  <a:pt x="275" y="322"/>
                  <a:pt x="275" y="336"/>
                </a:cubicBezTo>
                <a:cubicBezTo>
                  <a:pt x="275" y="398"/>
                  <a:pt x="264" y="446"/>
                  <a:pt x="243" y="481"/>
                </a:cubicBezTo>
                <a:cubicBezTo>
                  <a:pt x="233" y="452"/>
                  <a:pt x="215" y="427"/>
                  <a:pt x="190" y="407"/>
                </a:cubicBezTo>
                <a:cubicBezTo>
                  <a:pt x="186" y="405"/>
                  <a:pt x="182" y="403"/>
                  <a:pt x="178" y="405"/>
                </a:cubicBezTo>
                <a:cubicBezTo>
                  <a:pt x="174" y="406"/>
                  <a:pt x="170" y="409"/>
                  <a:pt x="168" y="413"/>
                </a:cubicBezTo>
                <a:cubicBezTo>
                  <a:pt x="154" y="442"/>
                  <a:pt x="141" y="472"/>
                  <a:pt x="130" y="501"/>
                </a:cubicBezTo>
                <a:cubicBezTo>
                  <a:pt x="124" y="515"/>
                  <a:pt x="118" y="528"/>
                  <a:pt x="116" y="540"/>
                </a:cubicBezTo>
                <a:cubicBezTo>
                  <a:pt x="113" y="552"/>
                  <a:pt x="110" y="563"/>
                  <a:pt x="110" y="574"/>
                </a:cubicBezTo>
                <a:cubicBezTo>
                  <a:pt x="110" y="577"/>
                  <a:pt x="110" y="579"/>
                  <a:pt x="110" y="581"/>
                </a:cubicBezTo>
                <a:lnTo>
                  <a:pt x="110" y="581"/>
                </a:lnTo>
                <a:lnTo>
                  <a:pt x="110" y="583"/>
                </a:lnTo>
                <a:lnTo>
                  <a:pt x="110" y="583"/>
                </a:lnTo>
                <a:lnTo>
                  <a:pt x="110" y="583"/>
                </a:lnTo>
                <a:cubicBezTo>
                  <a:pt x="112" y="597"/>
                  <a:pt x="114" y="609"/>
                  <a:pt x="120" y="620"/>
                </a:cubicBezTo>
                <a:cubicBezTo>
                  <a:pt x="128" y="637"/>
                  <a:pt x="141" y="650"/>
                  <a:pt x="153" y="663"/>
                </a:cubicBezTo>
                <a:cubicBezTo>
                  <a:pt x="139" y="657"/>
                  <a:pt x="125" y="652"/>
                  <a:pt x="113" y="645"/>
                </a:cubicBezTo>
                <a:cubicBezTo>
                  <a:pt x="84" y="630"/>
                  <a:pt x="60" y="608"/>
                  <a:pt x="44" y="569"/>
                </a:cubicBezTo>
                <a:cubicBezTo>
                  <a:pt x="34" y="544"/>
                  <a:pt x="30" y="519"/>
                  <a:pt x="30" y="494"/>
                </a:cubicBezTo>
                <a:cubicBezTo>
                  <a:pt x="30" y="454"/>
                  <a:pt x="41" y="411"/>
                  <a:pt x="59" y="370"/>
                </a:cubicBezTo>
                <a:cubicBezTo>
                  <a:pt x="85" y="307"/>
                  <a:pt x="125" y="244"/>
                  <a:pt x="160" y="185"/>
                </a:cubicBezTo>
                <a:cubicBezTo>
                  <a:pt x="176" y="155"/>
                  <a:pt x="192" y="126"/>
                  <a:pt x="203" y="98"/>
                </a:cubicBezTo>
                <a:cubicBezTo>
                  <a:pt x="211" y="79"/>
                  <a:pt x="217" y="61"/>
                  <a:pt x="219" y="43"/>
                </a:cubicBezTo>
                <a:cubicBezTo>
                  <a:pt x="239" y="58"/>
                  <a:pt x="261" y="77"/>
                  <a:pt x="283" y="101"/>
                </a:cubicBezTo>
                <a:cubicBezTo>
                  <a:pt x="331" y="150"/>
                  <a:pt x="384" y="215"/>
                  <a:pt x="422" y="284"/>
                </a:cubicBezTo>
                <a:cubicBezTo>
                  <a:pt x="462" y="353"/>
                  <a:pt x="490" y="427"/>
                  <a:pt x="490" y="492"/>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43" name="Freeform 370">
            <a:extLst>
              <a:ext uri="{FF2B5EF4-FFF2-40B4-BE49-F238E27FC236}">
                <a16:creationId xmlns:a16="http://schemas.microsoft.com/office/drawing/2014/main" id="{2717FBB5-9071-92F6-25BB-D1682CAAF37C}"/>
              </a:ext>
            </a:extLst>
          </p:cNvPr>
          <p:cNvSpPr>
            <a:spLocks noChangeArrowheads="1"/>
          </p:cNvSpPr>
          <p:nvPr/>
        </p:nvSpPr>
        <p:spPr bwMode="auto">
          <a:xfrm>
            <a:off x="5980633" y="5198690"/>
            <a:ext cx="117475" cy="255588"/>
          </a:xfrm>
          <a:custGeom>
            <a:avLst/>
            <a:gdLst>
              <a:gd name="T0" fmla="*/ 5 w 327"/>
              <a:gd name="T1" fmla="*/ 469 h 711"/>
              <a:gd name="T2" fmla="*/ 5 w 327"/>
              <a:gd name="T3" fmla="*/ 469 h 711"/>
              <a:gd name="T4" fmla="*/ 26 w 327"/>
              <a:gd name="T5" fmla="*/ 469 h 711"/>
              <a:gd name="T6" fmla="*/ 119 w 327"/>
              <a:gd name="T7" fmla="*/ 376 h 711"/>
              <a:gd name="T8" fmla="*/ 119 w 327"/>
              <a:gd name="T9" fmla="*/ 694 h 711"/>
              <a:gd name="T10" fmla="*/ 128 w 327"/>
              <a:gd name="T11" fmla="*/ 708 h 711"/>
              <a:gd name="T12" fmla="*/ 145 w 327"/>
              <a:gd name="T13" fmla="*/ 705 h 711"/>
              <a:gd name="T14" fmla="*/ 322 w 327"/>
              <a:gd name="T15" fmla="*/ 529 h 711"/>
              <a:gd name="T16" fmla="*/ 326 w 327"/>
              <a:gd name="T17" fmla="*/ 518 h 711"/>
              <a:gd name="T18" fmla="*/ 322 w 327"/>
              <a:gd name="T19" fmla="*/ 509 h 711"/>
              <a:gd name="T20" fmla="*/ 154 w 327"/>
              <a:gd name="T21" fmla="*/ 340 h 711"/>
              <a:gd name="T22" fmla="*/ 322 w 327"/>
              <a:gd name="T23" fmla="*/ 174 h 711"/>
              <a:gd name="T24" fmla="*/ 326 w 327"/>
              <a:gd name="T25" fmla="*/ 163 h 711"/>
              <a:gd name="T26" fmla="*/ 320 w 327"/>
              <a:gd name="T27" fmla="*/ 152 h 711"/>
              <a:gd name="T28" fmla="*/ 143 w 327"/>
              <a:gd name="T29" fmla="*/ 5 h 711"/>
              <a:gd name="T30" fmla="*/ 128 w 327"/>
              <a:gd name="T31" fmla="*/ 3 h 711"/>
              <a:gd name="T32" fmla="*/ 119 w 327"/>
              <a:gd name="T33" fmla="*/ 16 h 711"/>
              <a:gd name="T34" fmla="*/ 119 w 327"/>
              <a:gd name="T35" fmla="*/ 304 h 711"/>
              <a:gd name="T36" fmla="*/ 26 w 327"/>
              <a:gd name="T37" fmla="*/ 212 h 711"/>
              <a:gd name="T38" fmla="*/ 5 w 327"/>
              <a:gd name="T39" fmla="*/ 212 h 711"/>
              <a:gd name="T40" fmla="*/ 5 w 327"/>
              <a:gd name="T41" fmla="*/ 232 h 711"/>
              <a:gd name="T42" fmla="*/ 113 w 327"/>
              <a:gd name="T43" fmla="*/ 340 h 711"/>
              <a:gd name="T44" fmla="*/ 5 w 327"/>
              <a:gd name="T45" fmla="*/ 448 h 711"/>
              <a:gd name="T46" fmla="*/ 5 w 327"/>
              <a:gd name="T47" fmla="*/ 469 h 711"/>
              <a:gd name="T48" fmla="*/ 149 w 327"/>
              <a:gd name="T49" fmla="*/ 658 h 711"/>
              <a:gd name="T50" fmla="*/ 149 w 327"/>
              <a:gd name="T51" fmla="*/ 658 h 711"/>
              <a:gd name="T52" fmla="*/ 149 w 327"/>
              <a:gd name="T53" fmla="*/ 376 h 711"/>
              <a:gd name="T54" fmla="*/ 290 w 327"/>
              <a:gd name="T55" fmla="*/ 518 h 711"/>
              <a:gd name="T56" fmla="*/ 149 w 327"/>
              <a:gd name="T57" fmla="*/ 658 h 711"/>
              <a:gd name="T58" fmla="*/ 149 w 327"/>
              <a:gd name="T59" fmla="*/ 47 h 711"/>
              <a:gd name="T60" fmla="*/ 149 w 327"/>
              <a:gd name="T61" fmla="*/ 47 h 711"/>
              <a:gd name="T62" fmla="*/ 288 w 327"/>
              <a:gd name="T63" fmla="*/ 165 h 711"/>
              <a:gd name="T64" fmla="*/ 149 w 327"/>
              <a:gd name="T65" fmla="*/ 304 h 711"/>
              <a:gd name="T66" fmla="*/ 149 w 327"/>
              <a:gd name="T67" fmla="*/ 47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7" h="711">
                <a:moveTo>
                  <a:pt x="5" y="469"/>
                </a:moveTo>
                <a:lnTo>
                  <a:pt x="5" y="469"/>
                </a:lnTo>
                <a:cubicBezTo>
                  <a:pt x="11" y="474"/>
                  <a:pt x="21" y="474"/>
                  <a:pt x="26" y="469"/>
                </a:cubicBezTo>
                <a:cubicBezTo>
                  <a:pt x="119" y="376"/>
                  <a:pt x="119" y="376"/>
                  <a:pt x="119" y="376"/>
                </a:cubicBezTo>
                <a:cubicBezTo>
                  <a:pt x="119" y="694"/>
                  <a:pt x="119" y="694"/>
                  <a:pt x="119" y="694"/>
                </a:cubicBezTo>
                <a:cubicBezTo>
                  <a:pt x="119" y="699"/>
                  <a:pt x="123" y="705"/>
                  <a:pt x="128" y="708"/>
                </a:cubicBezTo>
                <a:cubicBezTo>
                  <a:pt x="134" y="710"/>
                  <a:pt x="141" y="709"/>
                  <a:pt x="145" y="705"/>
                </a:cubicBezTo>
                <a:cubicBezTo>
                  <a:pt x="322" y="529"/>
                  <a:pt x="322" y="529"/>
                  <a:pt x="322" y="529"/>
                </a:cubicBezTo>
                <a:cubicBezTo>
                  <a:pt x="324" y="527"/>
                  <a:pt x="326" y="522"/>
                  <a:pt x="326" y="518"/>
                </a:cubicBezTo>
                <a:cubicBezTo>
                  <a:pt x="326" y="514"/>
                  <a:pt x="324" y="511"/>
                  <a:pt x="322" y="509"/>
                </a:cubicBezTo>
                <a:cubicBezTo>
                  <a:pt x="154" y="340"/>
                  <a:pt x="154" y="340"/>
                  <a:pt x="154" y="340"/>
                </a:cubicBezTo>
                <a:cubicBezTo>
                  <a:pt x="322" y="174"/>
                  <a:pt x="322" y="174"/>
                  <a:pt x="322" y="174"/>
                </a:cubicBezTo>
                <a:cubicBezTo>
                  <a:pt x="324" y="170"/>
                  <a:pt x="326" y="168"/>
                  <a:pt x="326" y="163"/>
                </a:cubicBezTo>
                <a:cubicBezTo>
                  <a:pt x="326" y="159"/>
                  <a:pt x="323" y="155"/>
                  <a:pt x="320" y="152"/>
                </a:cubicBezTo>
                <a:cubicBezTo>
                  <a:pt x="143" y="5"/>
                  <a:pt x="143" y="5"/>
                  <a:pt x="143" y="5"/>
                </a:cubicBezTo>
                <a:cubicBezTo>
                  <a:pt x="139" y="2"/>
                  <a:pt x="132" y="0"/>
                  <a:pt x="128" y="3"/>
                </a:cubicBezTo>
                <a:cubicBezTo>
                  <a:pt x="123" y="6"/>
                  <a:pt x="119" y="10"/>
                  <a:pt x="119" y="16"/>
                </a:cubicBezTo>
                <a:cubicBezTo>
                  <a:pt x="119" y="304"/>
                  <a:pt x="119" y="304"/>
                  <a:pt x="119" y="304"/>
                </a:cubicBezTo>
                <a:cubicBezTo>
                  <a:pt x="26" y="212"/>
                  <a:pt x="26" y="212"/>
                  <a:pt x="26" y="212"/>
                </a:cubicBezTo>
                <a:cubicBezTo>
                  <a:pt x="21" y="206"/>
                  <a:pt x="11" y="206"/>
                  <a:pt x="5" y="212"/>
                </a:cubicBezTo>
                <a:cubicBezTo>
                  <a:pt x="0" y="217"/>
                  <a:pt x="0" y="227"/>
                  <a:pt x="5" y="232"/>
                </a:cubicBezTo>
                <a:cubicBezTo>
                  <a:pt x="113" y="340"/>
                  <a:pt x="113" y="340"/>
                  <a:pt x="113" y="340"/>
                </a:cubicBezTo>
                <a:cubicBezTo>
                  <a:pt x="5" y="448"/>
                  <a:pt x="5" y="448"/>
                  <a:pt x="5" y="448"/>
                </a:cubicBezTo>
                <a:cubicBezTo>
                  <a:pt x="0" y="453"/>
                  <a:pt x="0" y="463"/>
                  <a:pt x="5" y="469"/>
                </a:cubicBezTo>
                <a:close/>
                <a:moveTo>
                  <a:pt x="149" y="658"/>
                </a:moveTo>
                <a:lnTo>
                  <a:pt x="149" y="658"/>
                </a:lnTo>
                <a:cubicBezTo>
                  <a:pt x="149" y="376"/>
                  <a:pt x="149" y="376"/>
                  <a:pt x="149" y="376"/>
                </a:cubicBezTo>
                <a:cubicBezTo>
                  <a:pt x="290" y="518"/>
                  <a:pt x="290" y="518"/>
                  <a:pt x="290" y="518"/>
                </a:cubicBezTo>
                <a:lnTo>
                  <a:pt x="149" y="658"/>
                </a:lnTo>
                <a:close/>
                <a:moveTo>
                  <a:pt x="149" y="47"/>
                </a:moveTo>
                <a:lnTo>
                  <a:pt x="149" y="47"/>
                </a:lnTo>
                <a:cubicBezTo>
                  <a:pt x="288" y="165"/>
                  <a:pt x="288" y="165"/>
                  <a:pt x="288" y="165"/>
                </a:cubicBezTo>
                <a:cubicBezTo>
                  <a:pt x="149" y="304"/>
                  <a:pt x="149" y="304"/>
                  <a:pt x="149" y="304"/>
                </a:cubicBezTo>
                <a:lnTo>
                  <a:pt x="149" y="47"/>
                </a:lnTo>
                <a:close/>
              </a:path>
            </a:pathLst>
          </a:custGeom>
          <a:solidFill>
            <a:schemeClr val="accent4"/>
          </a:solidFill>
          <a:ln>
            <a:noFill/>
          </a:ln>
          <a:effectLst/>
        </p:spPr>
        <p:txBody>
          <a:bodyPr wrap="none" anchor="ctr"/>
          <a:lstStyle/>
          <a:p>
            <a:endParaRPr lang="da-DK">
              <a:solidFill>
                <a:schemeClr val="tx2"/>
              </a:solidFill>
            </a:endParaRPr>
          </a:p>
        </p:txBody>
      </p:sp>
      <p:sp>
        <p:nvSpPr>
          <p:cNvPr id="444" name="Freeform 371">
            <a:extLst>
              <a:ext uri="{FF2B5EF4-FFF2-40B4-BE49-F238E27FC236}">
                <a16:creationId xmlns:a16="http://schemas.microsoft.com/office/drawing/2014/main" id="{55795708-B889-7DAD-B3D4-21ACBD6EAE28}"/>
              </a:ext>
            </a:extLst>
          </p:cNvPr>
          <p:cNvSpPr>
            <a:spLocks noChangeArrowheads="1"/>
          </p:cNvSpPr>
          <p:nvPr/>
        </p:nvSpPr>
        <p:spPr bwMode="auto">
          <a:xfrm>
            <a:off x="4961458" y="5713041"/>
            <a:ext cx="128587" cy="255587"/>
          </a:xfrm>
          <a:custGeom>
            <a:avLst/>
            <a:gdLst>
              <a:gd name="T0" fmla="*/ 281 w 355"/>
              <a:gd name="T1" fmla="*/ 146 h 708"/>
              <a:gd name="T2" fmla="*/ 281 w 355"/>
              <a:gd name="T3" fmla="*/ 146 h 708"/>
              <a:gd name="T4" fmla="*/ 354 w 355"/>
              <a:gd name="T5" fmla="*/ 73 h 708"/>
              <a:gd name="T6" fmla="*/ 281 w 355"/>
              <a:gd name="T7" fmla="*/ 0 h 708"/>
              <a:gd name="T8" fmla="*/ 74 w 355"/>
              <a:gd name="T9" fmla="*/ 0 h 708"/>
              <a:gd name="T10" fmla="*/ 0 w 355"/>
              <a:gd name="T11" fmla="*/ 73 h 708"/>
              <a:gd name="T12" fmla="*/ 74 w 355"/>
              <a:gd name="T13" fmla="*/ 146 h 708"/>
              <a:gd name="T14" fmla="*/ 89 w 355"/>
              <a:gd name="T15" fmla="*/ 146 h 708"/>
              <a:gd name="T16" fmla="*/ 89 w 355"/>
              <a:gd name="T17" fmla="*/ 303 h 708"/>
              <a:gd name="T18" fmla="*/ 0 w 355"/>
              <a:gd name="T19" fmla="*/ 427 h 708"/>
              <a:gd name="T20" fmla="*/ 5 w 355"/>
              <a:gd name="T21" fmla="*/ 438 h 708"/>
              <a:gd name="T22" fmla="*/ 16 w 355"/>
              <a:gd name="T23" fmla="*/ 442 h 708"/>
              <a:gd name="T24" fmla="*/ 121 w 355"/>
              <a:gd name="T25" fmla="*/ 442 h 708"/>
              <a:gd name="T26" fmla="*/ 163 w 355"/>
              <a:gd name="T27" fmla="*/ 695 h 708"/>
              <a:gd name="T28" fmla="*/ 177 w 355"/>
              <a:gd name="T29" fmla="*/ 707 h 708"/>
              <a:gd name="T30" fmla="*/ 192 w 355"/>
              <a:gd name="T31" fmla="*/ 695 h 708"/>
              <a:gd name="T32" fmla="*/ 234 w 355"/>
              <a:gd name="T33" fmla="*/ 442 h 708"/>
              <a:gd name="T34" fmla="*/ 339 w 355"/>
              <a:gd name="T35" fmla="*/ 442 h 708"/>
              <a:gd name="T36" fmla="*/ 350 w 355"/>
              <a:gd name="T37" fmla="*/ 438 h 708"/>
              <a:gd name="T38" fmla="*/ 354 w 355"/>
              <a:gd name="T39" fmla="*/ 427 h 708"/>
              <a:gd name="T40" fmla="*/ 266 w 355"/>
              <a:gd name="T41" fmla="*/ 303 h 708"/>
              <a:gd name="T42" fmla="*/ 266 w 355"/>
              <a:gd name="T43" fmla="*/ 146 h 708"/>
              <a:gd name="T44" fmla="*/ 281 w 355"/>
              <a:gd name="T45" fmla="*/ 146 h 708"/>
              <a:gd name="T46" fmla="*/ 177 w 355"/>
              <a:gd name="T47" fmla="*/ 602 h 708"/>
              <a:gd name="T48" fmla="*/ 177 w 355"/>
              <a:gd name="T49" fmla="*/ 602 h 708"/>
              <a:gd name="T50" fmla="*/ 151 w 355"/>
              <a:gd name="T51" fmla="*/ 442 h 708"/>
              <a:gd name="T52" fmla="*/ 203 w 355"/>
              <a:gd name="T53" fmla="*/ 442 h 708"/>
              <a:gd name="T54" fmla="*/ 177 w 355"/>
              <a:gd name="T55" fmla="*/ 602 h 708"/>
              <a:gd name="T56" fmla="*/ 324 w 355"/>
              <a:gd name="T57" fmla="*/ 412 h 708"/>
              <a:gd name="T58" fmla="*/ 324 w 355"/>
              <a:gd name="T59" fmla="*/ 412 h 708"/>
              <a:gd name="T60" fmla="*/ 221 w 355"/>
              <a:gd name="T61" fmla="*/ 412 h 708"/>
              <a:gd name="T62" fmla="*/ 133 w 355"/>
              <a:gd name="T63" fmla="*/ 412 h 708"/>
              <a:gd name="T64" fmla="*/ 31 w 355"/>
              <a:gd name="T65" fmla="*/ 412 h 708"/>
              <a:gd name="T66" fmla="*/ 107 w 355"/>
              <a:gd name="T67" fmla="*/ 327 h 708"/>
              <a:gd name="T68" fmla="*/ 118 w 355"/>
              <a:gd name="T69" fmla="*/ 314 h 708"/>
              <a:gd name="T70" fmla="*/ 118 w 355"/>
              <a:gd name="T71" fmla="*/ 133 h 708"/>
              <a:gd name="T72" fmla="*/ 114 w 355"/>
              <a:gd name="T73" fmla="*/ 122 h 708"/>
              <a:gd name="T74" fmla="*/ 104 w 355"/>
              <a:gd name="T75" fmla="*/ 117 h 708"/>
              <a:gd name="T76" fmla="*/ 74 w 355"/>
              <a:gd name="T77" fmla="*/ 117 h 708"/>
              <a:gd name="T78" fmla="*/ 29 w 355"/>
              <a:gd name="T79" fmla="*/ 73 h 708"/>
              <a:gd name="T80" fmla="*/ 74 w 355"/>
              <a:gd name="T81" fmla="*/ 29 h 708"/>
              <a:gd name="T82" fmla="*/ 281 w 355"/>
              <a:gd name="T83" fmla="*/ 29 h 708"/>
              <a:gd name="T84" fmla="*/ 325 w 355"/>
              <a:gd name="T85" fmla="*/ 73 h 708"/>
              <a:gd name="T86" fmla="*/ 281 w 355"/>
              <a:gd name="T87" fmla="*/ 117 h 708"/>
              <a:gd name="T88" fmla="*/ 250 w 355"/>
              <a:gd name="T89" fmla="*/ 117 h 708"/>
              <a:gd name="T90" fmla="*/ 241 w 355"/>
              <a:gd name="T91" fmla="*/ 122 h 708"/>
              <a:gd name="T92" fmla="*/ 237 w 355"/>
              <a:gd name="T93" fmla="*/ 133 h 708"/>
              <a:gd name="T94" fmla="*/ 237 w 355"/>
              <a:gd name="T95" fmla="*/ 314 h 708"/>
              <a:gd name="T96" fmla="*/ 248 w 355"/>
              <a:gd name="T97" fmla="*/ 327 h 708"/>
              <a:gd name="T98" fmla="*/ 324 w 355"/>
              <a:gd name="T99" fmla="*/ 41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5" h="708">
                <a:moveTo>
                  <a:pt x="281" y="146"/>
                </a:moveTo>
                <a:lnTo>
                  <a:pt x="281" y="146"/>
                </a:lnTo>
                <a:cubicBezTo>
                  <a:pt x="321" y="146"/>
                  <a:pt x="354" y="115"/>
                  <a:pt x="354" y="73"/>
                </a:cubicBezTo>
                <a:cubicBezTo>
                  <a:pt x="354" y="33"/>
                  <a:pt x="321" y="0"/>
                  <a:pt x="281" y="0"/>
                </a:cubicBezTo>
                <a:cubicBezTo>
                  <a:pt x="74" y="0"/>
                  <a:pt x="74" y="0"/>
                  <a:pt x="74" y="0"/>
                </a:cubicBezTo>
                <a:cubicBezTo>
                  <a:pt x="34" y="0"/>
                  <a:pt x="0" y="33"/>
                  <a:pt x="0" y="73"/>
                </a:cubicBezTo>
                <a:cubicBezTo>
                  <a:pt x="0" y="115"/>
                  <a:pt x="34" y="146"/>
                  <a:pt x="74" y="146"/>
                </a:cubicBezTo>
                <a:cubicBezTo>
                  <a:pt x="89" y="146"/>
                  <a:pt x="89" y="146"/>
                  <a:pt x="89" y="146"/>
                </a:cubicBezTo>
                <a:cubicBezTo>
                  <a:pt x="89" y="303"/>
                  <a:pt x="89" y="303"/>
                  <a:pt x="89" y="303"/>
                </a:cubicBezTo>
                <a:cubicBezTo>
                  <a:pt x="38" y="321"/>
                  <a:pt x="0" y="369"/>
                  <a:pt x="0" y="427"/>
                </a:cubicBezTo>
                <a:cubicBezTo>
                  <a:pt x="0" y="431"/>
                  <a:pt x="2" y="435"/>
                  <a:pt x="5" y="438"/>
                </a:cubicBezTo>
                <a:cubicBezTo>
                  <a:pt x="7" y="441"/>
                  <a:pt x="12" y="442"/>
                  <a:pt x="16" y="442"/>
                </a:cubicBezTo>
                <a:cubicBezTo>
                  <a:pt x="121" y="442"/>
                  <a:pt x="121" y="442"/>
                  <a:pt x="121" y="442"/>
                </a:cubicBezTo>
                <a:cubicBezTo>
                  <a:pt x="163" y="695"/>
                  <a:pt x="163" y="695"/>
                  <a:pt x="163" y="695"/>
                </a:cubicBezTo>
                <a:cubicBezTo>
                  <a:pt x="163" y="702"/>
                  <a:pt x="170" y="707"/>
                  <a:pt x="177" y="707"/>
                </a:cubicBezTo>
                <a:cubicBezTo>
                  <a:pt x="184" y="707"/>
                  <a:pt x="191" y="702"/>
                  <a:pt x="192" y="695"/>
                </a:cubicBezTo>
                <a:cubicBezTo>
                  <a:pt x="234" y="442"/>
                  <a:pt x="234" y="442"/>
                  <a:pt x="234" y="442"/>
                </a:cubicBezTo>
                <a:cubicBezTo>
                  <a:pt x="339" y="442"/>
                  <a:pt x="339" y="442"/>
                  <a:pt x="339" y="442"/>
                </a:cubicBezTo>
                <a:cubicBezTo>
                  <a:pt x="343" y="442"/>
                  <a:pt x="347" y="441"/>
                  <a:pt x="350" y="438"/>
                </a:cubicBezTo>
                <a:cubicBezTo>
                  <a:pt x="353" y="435"/>
                  <a:pt x="354" y="431"/>
                  <a:pt x="354" y="427"/>
                </a:cubicBezTo>
                <a:cubicBezTo>
                  <a:pt x="354" y="369"/>
                  <a:pt x="317" y="321"/>
                  <a:pt x="266" y="303"/>
                </a:cubicBezTo>
                <a:cubicBezTo>
                  <a:pt x="266" y="146"/>
                  <a:pt x="266" y="146"/>
                  <a:pt x="266" y="146"/>
                </a:cubicBezTo>
                <a:lnTo>
                  <a:pt x="281" y="146"/>
                </a:lnTo>
                <a:close/>
                <a:moveTo>
                  <a:pt x="177" y="602"/>
                </a:moveTo>
                <a:lnTo>
                  <a:pt x="177" y="602"/>
                </a:lnTo>
                <a:cubicBezTo>
                  <a:pt x="151" y="442"/>
                  <a:pt x="151" y="442"/>
                  <a:pt x="151" y="442"/>
                </a:cubicBezTo>
                <a:cubicBezTo>
                  <a:pt x="203" y="442"/>
                  <a:pt x="203" y="442"/>
                  <a:pt x="203" y="442"/>
                </a:cubicBezTo>
                <a:lnTo>
                  <a:pt x="177" y="602"/>
                </a:lnTo>
                <a:close/>
                <a:moveTo>
                  <a:pt x="324" y="412"/>
                </a:moveTo>
                <a:lnTo>
                  <a:pt x="324" y="412"/>
                </a:lnTo>
                <a:cubicBezTo>
                  <a:pt x="221" y="412"/>
                  <a:pt x="221" y="412"/>
                  <a:pt x="221" y="412"/>
                </a:cubicBezTo>
                <a:cubicBezTo>
                  <a:pt x="133" y="412"/>
                  <a:pt x="133" y="412"/>
                  <a:pt x="133" y="412"/>
                </a:cubicBezTo>
                <a:cubicBezTo>
                  <a:pt x="31" y="412"/>
                  <a:pt x="31" y="412"/>
                  <a:pt x="31" y="412"/>
                </a:cubicBezTo>
                <a:cubicBezTo>
                  <a:pt x="38" y="372"/>
                  <a:pt x="68" y="338"/>
                  <a:pt x="107" y="327"/>
                </a:cubicBezTo>
                <a:cubicBezTo>
                  <a:pt x="114" y="326"/>
                  <a:pt x="118" y="321"/>
                  <a:pt x="118" y="314"/>
                </a:cubicBezTo>
                <a:cubicBezTo>
                  <a:pt x="118" y="133"/>
                  <a:pt x="118" y="133"/>
                  <a:pt x="118" y="133"/>
                </a:cubicBezTo>
                <a:cubicBezTo>
                  <a:pt x="118" y="129"/>
                  <a:pt x="117" y="124"/>
                  <a:pt x="114" y="122"/>
                </a:cubicBezTo>
                <a:cubicBezTo>
                  <a:pt x="111" y="119"/>
                  <a:pt x="108" y="117"/>
                  <a:pt x="104" y="117"/>
                </a:cubicBezTo>
                <a:cubicBezTo>
                  <a:pt x="74" y="117"/>
                  <a:pt x="74" y="117"/>
                  <a:pt x="74" y="117"/>
                </a:cubicBezTo>
                <a:cubicBezTo>
                  <a:pt x="50" y="117"/>
                  <a:pt x="29" y="98"/>
                  <a:pt x="29" y="73"/>
                </a:cubicBezTo>
                <a:cubicBezTo>
                  <a:pt x="29" y="48"/>
                  <a:pt x="50" y="29"/>
                  <a:pt x="74" y="29"/>
                </a:cubicBezTo>
                <a:cubicBezTo>
                  <a:pt x="281" y="29"/>
                  <a:pt x="281" y="29"/>
                  <a:pt x="281" y="29"/>
                </a:cubicBezTo>
                <a:cubicBezTo>
                  <a:pt x="304" y="29"/>
                  <a:pt x="325" y="48"/>
                  <a:pt x="325" y="73"/>
                </a:cubicBezTo>
                <a:cubicBezTo>
                  <a:pt x="325" y="98"/>
                  <a:pt x="304" y="117"/>
                  <a:pt x="281" y="117"/>
                </a:cubicBezTo>
                <a:cubicBezTo>
                  <a:pt x="250" y="117"/>
                  <a:pt x="250" y="117"/>
                  <a:pt x="250" y="117"/>
                </a:cubicBezTo>
                <a:cubicBezTo>
                  <a:pt x="248" y="117"/>
                  <a:pt x="244" y="119"/>
                  <a:pt x="241" y="122"/>
                </a:cubicBezTo>
                <a:cubicBezTo>
                  <a:pt x="238" y="124"/>
                  <a:pt x="237" y="129"/>
                  <a:pt x="237" y="133"/>
                </a:cubicBezTo>
                <a:cubicBezTo>
                  <a:pt x="237" y="314"/>
                  <a:pt x="237" y="314"/>
                  <a:pt x="237" y="314"/>
                </a:cubicBezTo>
                <a:cubicBezTo>
                  <a:pt x="237" y="321"/>
                  <a:pt x="241" y="326"/>
                  <a:pt x="248" y="327"/>
                </a:cubicBezTo>
                <a:cubicBezTo>
                  <a:pt x="288" y="338"/>
                  <a:pt x="318" y="372"/>
                  <a:pt x="324" y="41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45" name="Group 447">
            <a:extLst>
              <a:ext uri="{FF2B5EF4-FFF2-40B4-BE49-F238E27FC236}">
                <a16:creationId xmlns:a16="http://schemas.microsoft.com/office/drawing/2014/main" id="{197F8FB4-BD6C-E9AB-F19D-C5851445A87D}"/>
              </a:ext>
            </a:extLst>
          </p:cNvPr>
          <p:cNvGrpSpPr/>
          <p:nvPr/>
        </p:nvGrpSpPr>
        <p:grpSpPr>
          <a:xfrm>
            <a:off x="4909070" y="4186660"/>
            <a:ext cx="255588" cy="255587"/>
            <a:chOff x="3752850" y="4484688"/>
            <a:chExt cx="255588" cy="255587"/>
          </a:xfrm>
          <a:solidFill>
            <a:schemeClr val="accent4"/>
          </a:solidFill>
        </p:grpSpPr>
        <p:sp>
          <p:nvSpPr>
            <p:cNvPr id="446" name="Freeform 372">
              <a:extLst>
                <a:ext uri="{FF2B5EF4-FFF2-40B4-BE49-F238E27FC236}">
                  <a16:creationId xmlns:a16="http://schemas.microsoft.com/office/drawing/2014/main" id="{52C3C828-B9A5-B605-212A-51FFBA4677A4}"/>
                </a:ext>
              </a:extLst>
            </p:cNvPr>
            <p:cNvSpPr>
              <a:spLocks noChangeArrowheads="1"/>
            </p:cNvSpPr>
            <p:nvPr/>
          </p:nvSpPr>
          <p:spPr bwMode="auto">
            <a:xfrm>
              <a:off x="3795713" y="4484688"/>
              <a:ext cx="169862" cy="138112"/>
            </a:xfrm>
            <a:custGeom>
              <a:avLst/>
              <a:gdLst>
                <a:gd name="T0" fmla="*/ 368 w 472"/>
                <a:gd name="T1" fmla="*/ 0 h 384"/>
                <a:gd name="T2" fmla="*/ 368 w 472"/>
                <a:gd name="T3" fmla="*/ 0 h 384"/>
                <a:gd name="T4" fmla="*/ 14 w 472"/>
                <a:gd name="T5" fmla="*/ 0 h 384"/>
                <a:gd name="T6" fmla="*/ 5 w 472"/>
                <a:gd name="T7" fmla="*/ 4 h 384"/>
                <a:gd name="T8" fmla="*/ 0 w 472"/>
                <a:gd name="T9" fmla="*/ 14 h 384"/>
                <a:gd name="T10" fmla="*/ 0 w 472"/>
                <a:gd name="T11" fmla="*/ 368 h 384"/>
                <a:gd name="T12" fmla="*/ 14 w 472"/>
                <a:gd name="T13" fmla="*/ 383 h 384"/>
                <a:gd name="T14" fmla="*/ 29 w 472"/>
                <a:gd name="T15" fmla="*/ 368 h 384"/>
                <a:gd name="T16" fmla="*/ 29 w 472"/>
                <a:gd name="T17" fmla="*/ 29 h 384"/>
                <a:gd name="T18" fmla="*/ 361 w 472"/>
                <a:gd name="T19" fmla="*/ 29 h 384"/>
                <a:gd name="T20" fmla="*/ 442 w 472"/>
                <a:gd name="T21" fmla="*/ 111 h 384"/>
                <a:gd name="T22" fmla="*/ 442 w 472"/>
                <a:gd name="T23" fmla="*/ 368 h 384"/>
                <a:gd name="T24" fmla="*/ 456 w 472"/>
                <a:gd name="T25" fmla="*/ 383 h 384"/>
                <a:gd name="T26" fmla="*/ 471 w 472"/>
                <a:gd name="T27" fmla="*/ 368 h 384"/>
                <a:gd name="T28" fmla="*/ 471 w 472"/>
                <a:gd name="T29" fmla="*/ 105 h 384"/>
                <a:gd name="T30" fmla="*/ 467 w 472"/>
                <a:gd name="T31" fmla="*/ 94 h 384"/>
                <a:gd name="T32" fmla="*/ 378 w 472"/>
                <a:gd name="T33" fmla="*/ 4 h 384"/>
                <a:gd name="T34" fmla="*/ 368 w 472"/>
                <a:gd name="T35" fmla="*/ 0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72" h="384">
                  <a:moveTo>
                    <a:pt x="368" y="0"/>
                  </a:moveTo>
                  <a:lnTo>
                    <a:pt x="368" y="0"/>
                  </a:lnTo>
                  <a:cubicBezTo>
                    <a:pt x="14" y="0"/>
                    <a:pt x="14" y="0"/>
                    <a:pt x="14" y="0"/>
                  </a:cubicBezTo>
                  <a:cubicBezTo>
                    <a:pt x="11" y="0"/>
                    <a:pt x="7" y="2"/>
                    <a:pt x="5" y="4"/>
                  </a:cubicBezTo>
                  <a:cubicBezTo>
                    <a:pt x="2" y="7"/>
                    <a:pt x="0" y="11"/>
                    <a:pt x="0" y="14"/>
                  </a:cubicBezTo>
                  <a:cubicBezTo>
                    <a:pt x="0" y="368"/>
                    <a:pt x="0" y="368"/>
                    <a:pt x="0" y="368"/>
                  </a:cubicBezTo>
                  <a:cubicBezTo>
                    <a:pt x="0" y="376"/>
                    <a:pt x="7" y="383"/>
                    <a:pt x="14" y="383"/>
                  </a:cubicBezTo>
                  <a:cubicBezTo>
                    <a:pt x="23" y="383"/>
                    <a:pt x="29" y="376"/>
                    <a:pt x="29" y="368"/>
                  </a:cubicBezTo>
                  <a:cubicBezTo>
                    <a:pt x="29" y="29"/>
                    <a:pt x="29" y="29"/>
                    <a:pt x="29" y="29"/>
                  </a:cubicBezTo>
                  <a:cubicBezTo>
                    <a:pt x="361" y="29"/>
                    <a:pt x="361" y="29"/>
                    <a:pt x="361" y="29"/>
                  </a:cubicBezTo>
                  <a:cubicBezTo>
                    <a:pt x="442" y="111"/>
                    <a:pt x="442" y="111"/>
                    <a:pt x="442" y="111"/>
                  </a:cubicBezTo>
                  <a:cubicBezTo>
                    <a:pt x="442" y="368"/>
                    <a:pt x="442" y="368"/>
                    <a:pt x="442" y="368"/>
                  </a:cubicBezTo>
                  <a:cubicBezTo>
                    <a:pt x="442" y="376"/>
                    <a:pt x="449" y="383"/>
                    <a:pt x="456" y="383"/>
                  </a:cubicBezTo>
                  <a:cubicBezTo>
                    <a:pt x="465" y="383"/>
                    <a:pt x="471" y="376"/>
                    <a:pt x="471" y="368"/>
                  </a:cubicBezTo>
                  <a:cubicBezTo>
                    <a:pt x="471" y="105"/>
                    <a:pt x="471" y="105"/>
                    <a:pt x="471" y="105"/>
                  </a:cubicBezTo>
                  <a:cubicBezTo>
                    <a:pt x="471" y="101"/>
                    <a:pt x="470" y="97"/>
                    <a:pt x="467" y="94"/>
                  </a:cubicBezTo>
                  <a:cubicBezTo>
                    <a:pt x="378" y="4"/>
                    <a:pt x="378" y="4"/>
                    <a:pt x="378" y="4"/>
                  </a:cubicBezTo>
                  <a:cubicBezTo>
                    <a:pt x="375" y="2"/>
                    <a:pt x="372" y="0"/>
                    <a:pt x="36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7" name="Freeform 373">
              <a:extLst>
                <a:ext uri="{FF2B5EF4-FFF2-40B4-BE49-F238E27FC236}">
                  <a16:creationId xmlns:a16="http://schemas.microsoft.com/office/drawing/2014/main" id="{30FEB06B-4B1D-77BF-4D35-9FDFEB70B649}"/>
                </a:ext>
              </a:extLst>
            </p:cNvPr>
            <p:cNvSpPr>
              <a:spLocks noChangeArrowheads="1"/>
            </p:cNvSpPr>
            <p:nvPr/>
          </p:nvSpPr>
          <p:spPr bwMode="auto">
            <a:xfrm>
              <a:off x="3843338" y="4541838"/>
              <a:ext cx="74612" cy="11112"/>
            </a:xfrm>
            <a:custGeom>
              <a:avLst/>
              <a:gdLst>
                <a:gd name="T0" fmla="*/ 14 w 207"/>
                <a:gd name="T1" fmla="*/ 29 h 30"/>
                <a:gd name="T2" fmla="*/ 14 w 207"/>
                <a:gd name="T3" fmla="*/ 29 h 30"/>
                <a:gd name="T4" fmla="*/ 191 w 207"/>
                <a:gd name="T5" fmla="*/ 29 h 30"/>
                <a:gd name="T6" fmla="*/ 206 w 207"/>
                <a:gd name="T7" fmla="*/ 15 h 30"/>
                <a:gd name="T8" fmla="*/ 191 w 207"/>
                <a:gd name="T9" fmla="*/ 0 h 30"/>
                <a:gd name="T10" fmla="*/ 14 w 207"/>
                <a:gd name="T11" fmla="*/ 0 h 30"/>
                <a:gd name="T12" fmla="*/ 0 w 207"/>
                <a:gd name="T13" fmla="*/ 15 h 30"/>
                <a:gd name="T14" fmla="*/ 14 w 20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4" y="29"/>
                  </a:moveTo>
                  <a:lnTo>
                    <a:pt x="14" y="29"/>
                  </a:lnTo>
                  <a:cubicBezTo>
                    <a:pt x="191" y="29"/>
                    <a:pt x="191" y="29"/>
                    <a:pt x="191" y="29"/>
                  </a:cubicBezTo>
                  <a:cubicBezTo>
                    <a:pt x="199" y="29"/>
                    <a:pt x="206" y="23"/>
                    <a:pt x="206" y="15"/>
                  </a:cubicBezTo>
                  <a:cubicBezTo>
                    <a:pt x="206" y="7"/>
                    <a:pt x="199" y="0"/>
                    <a:pt x="191" y="0"/>
                  </a:cubicBezTo>
                  <a:cubicBezTo>
                    <a:pt x="14" y="0"/>
                    <a:pt x="14" y="0"/>
                    <a:pt x="14" y="0"/>
                  </a:cubicBezTo>
                  <a:cubicBezTo>
                    <a:pt x="7" y="0"/>
                    <a:pt x="0" y="7"/>
                    <a:pt x="0" y="15"/>
                  </a:cubicBezTo>
                  <a:cubicBezTo>
                    <a:pt x="0" y="23"/>
                    <a:pt x="7"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8" name="Freeform 374">
              <a:extLst>
                <a:ext uri="{FF2B5EF4-FFF2-40B4-BE49-F238E27FC236}">
                  <a16:creationId xmlns:a16="http://schemas.microsoft.com/office/drawing/2014/main" id="{A69A5E91-46A1-7A83-780A-D18F8CEAAC44}"/>
                </a:ext>
              </a:extLst>
            </p:cNvPr>
            <p:cNvSpPr>
              <a:spLocks noChangeArrowheads="1"/>
            </p:cNvSpPr>
            <p:nvPr/>
          </p:nvSpPr>
          <p:spPr bwMode="auto">
            <a:xfrm>
              <a:off x="3843338" y="4584700"/>
              <a:ext cx="74612" cy="11113"/>
            </a:xfrm>
            <a:custGeom>
              <a:avLst/>
              <a:gdLst>
                <a:gd name="T0" fmla="*/ 14 w 207"/>
                <a:gd name="T1" fmla="*/ 31 h 32"/>
                <a:gd name="T2" fmla="*/ 14 w 207"/>
                <a:gd name="T3" fmla="*/ 31 h 32"/>
                <a:gd name="T4" fmla="*/ 191 w 207"/>
                <a:gd name="T5" fmla="*/ 31 h 32"/>
                <a:gd name="T6" fmla="*/ 206 w 207"/>
                <a:gd name="T7" fmla="*/ 15 h 32"/>
                <a:gd name="T8" fmla="*/ 191 w 207"/>
                <a:gd name="T9" fmla="*/ 0 h 32"/>
                <a:gd name="T10" fmla="*/ 14 w 207"/>
                <a:gd name="T11" fmla="*/ 0 h 32"/>
                <a:gd name="T12" fmla="*/ 0 w 207"/>
                <a:gd name="T13" fmla="*/ 15 h 32"/>
                <a:gd name="T14" fmla="*/ 14 w 207"/>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2">
                  <a:moveTo>
                    <a:pt x="14" y="31"/>
                  </a:moveTo>
                  <a:lnTo>
                    <a:pt x="14" y="31"/>
                  </a:lnTo>
                  <a:cubicBezTo>
                    <a:pt x="191" y="31"/>
                    <a:pt x="191" y="31"/>
                    <a:pt x="191" y="31"/>
                  </a:cubicBezTo>
                  <a:cubicBezTo>
                    <a:pt x="199" y="31"/>
                    <a:pt x="206" y="24"/>
                    <a:pt x="206" y="15"/>
                  </a:cubicBezTo>
                  <a:cubicBezTo>
                    <a:pt x="206" y="7"/>
                    <a:pt x="199" y="0"/>
                    <a:pt x="191" y="0"/>
                  </a:cubicBezTo>
                  <a:cubicBezTo>
                    <a:pt x="14" y="0"/>
                    <a:pt x="14" y="0"/>
                    <a:pt x="14" y="0"/>
                  </a:cubicBezTo>
                  <a:cubicBezTo>
                    <a:pt x="7" y="0"/>
                    <a:pt x="0" y="7"/>
                    <a:pt x="0" y="15"/>
                  </a:cubicBezTo>
                  <a:cubicBezTo>
                    <a:pt x="0" y="24"/>
                    <a:pt x="7"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49" name="Freeform 375">
              <a:extLst>
                <a:ext uri="{FF2B5EF4-FFF2-40B4-BE49-F238E27FC236}">
                  <a16:creationId xmlns:a16="http://schemas.microsoft.com/office/drawing/2014/main" id="{E8953F68-CCFD-FD58-8F9C-061403F1CDC6}"/>
                </a:ext>
              </a:extLst>
            </p:cNvPr>
            <p:cNvSpPr>
              <a:spLocks noChangeArrowheads="1"/>
            </p:cNvSpPr>
            <p:nvPr/>
          </p:nvSpPr>
          <p:spPr bwMode="auto">
            <a:xfrm>
              <a:off x="3752850" y="4548188"/>
              <a:ext cx="255588" cy="192087"/>
            </a:xfrm>
            <a:custGeom>
              <a:avLst/>
              <a:gdLst>
                <a:gd name="T0" fmla="*/ 649 w 708"/>
                <a:gd name="T1" fmla="*/ 18 h 532"/>
                <a:gd name="T2" fmla="*/ 649 w 708"/>
                <a:gd name="T3" fmla="*/ 18 h 532"/>
                <a:gd name="T4" fmla="*/ 649 w 708"/>
                <a:gd name="T5" fmla="*/ 18 h 532"/>
                <a:gd name="T6" fmla="*/ 676 w 708"/>
                <a:gd name="T7" fmla="*/ 266 h 532"/>
                <a:gd name="T8" fmla="*/ 512 w 708"/>
                <a:gd name="T9" fmla="*/ 266 h 532"/>
                <a:gd name="T10" fmla="*/ 484 w 708"/>
                <a:gd name="T11" fmla="*/ 276 h 532"/>
                <a:gd name="T12" fmla="*/ 469 w 708"/>
                <a:gd name="T13" fmla="*/ 301 h 532"/>
                <a:gd name="T14" fmla="*/ 397 w 708"/>
                <a:gd name="T15" fmla="*/ 355 h 532"/>
                <a:gd name="T16" fmla="*/ 309 w 708"/>
                <a:gd name="T17" fmla="*/ 355 h 532"/>
                <a:gd name="T18" fmla="*/ 239 w 708"/>
                <a:gd name="T19" fmla="*/ 301 h 532"/>
                <a:gd name="T20" fmla="*/ 223 w 708"/>
                <a:gd name="T21" fmla="*/ 276 h 532"/>
                <a:gd name="T22" fmla="*/ 196 w 708"/>
                <a:gd name="T23" fmla="*/ 266 h 532"/>
                <a:gd name="T24" fmla="*/ 31 w 708"/>
                <a:gd name="T25" fmla="*/ 266 h 532"/>
                <a:gd name="T26" fmla="*/ 59 w 708"/>
                <a:gd name="T27" fmla="*/ 18 h 532"/>
                <a:gd name="T28" fmla="*/ 47 w 708"/>
                <a:gd name="T29" fmla="*/ 1 h 532"/>
                <a:gd name="T30" fmla="*/ 30 w 708"/>
                <a:gd name="T31" fmla="*/ 13 h 532"/>
                <a:gd name="T32" fmla="*/ 0 w 708"/>
                <a:gd name="T33" fmla="*/ 279 h 532"/>
                <a:gd name="T34" fmla="*/ 0 w 708"/>
                <a:gd name="T35" fmla="*/ 280 h 532"/>
                <a:gd name="T36" fmla="*/ 0 w 708"/>
                <a:gd name="T37" fmla="*/ 457 h 532"/>
                <a:gd name="T38" fmla="*/ 74 w 708"/>
                <a:gd name="T39" fmla="*/ 531 h 532"/>
                <a:gd name="T40" fmla="*/ 634 w 708"/>
                <a:gd name="T41" fmla="*/ 531 h 532"/>
                <a:gd name="T42" fmla="*/ 707 w 708"/>
                <a:gd name="T43" fmla="*/ 457 h 532"/>
                <a:gd name="T44" fmla="*/ 707 w 708"/>
                <a:gd name="T45" fmla="*/ 280 h 532"/>
                <a:gd name="T46" fmla="*/ 707 w 708"/>
                <a:gd name="T47" fmla="*/ 279 h 532"/>
                <a:gd name="T48" fmla="*/ 678 w 708"/>
                <a:gd name="T49" fmla="*/ 13 h 532"/>
                <a:gd name="T50" fmla="*/ 661 w 708"/>
                <a:gd name="T51" fmla="*/ 1 h 532"/>
                <a:gd name="T52" fmla="*/ 649 w 708"/>
                <a:gd name="T53" fmla="*/ 18 h 532"/>
                <a:gd name="T54" fmla="*/ 634 w 708"/>
                <a:gd name="T55" fmla="*/ 501 h 532"/>
                <a:gd name="T56" fmla="*/ 634 w 708"/>
                <a:gd name="T57" fmla="*/ 501 h 532"/>
                <a:gd name="T58" fmla="*/ 74 w 708"/>
                <a:gd name="T59" fmla="*/ 501 h 532"/>
                <a:gd name="T60" fmla="*/ 30 w 708"/>
                <a:gd name="T61" fmla="*/ 457 h 532"/>
                <a:gd name="T62" fmla="*/ 30 w 708"/>
                <a:gd name="T63" fmla="*/ 295 h 532"/>
                <a:gd name="T64" fmla="*/ 196 w 708"/>
                <a:gd name="T65" fmla="*/ 295 h 532"/>
                <a:gd name="T66" fmla="*/ 204 w 708"/>
                <a:gd name="T67" fmla="*/ 298 h 532"/>
                <a:gd name="T68" fmla="*/ 210 w 708"/>
                <a:gd name="T69" fmla="*/ 308 h 532"/>
                <a:gd name="T70" fmla="*/ 309 w 708"/>
                <a:gd name="T71" fmla="*/ 384 h 532"/>
                <a:gd name="T72" fmla="*/ 397 w 708"/>
                <a:gd name="T73" fmla="*/ 384 h 532"/>
                <a:gd name="T74" fmla="*/ 497 w 708"/>
                <a:gd name="T75" fmla="*/ 308 h 532"/>
                <a:gd name="T76" fmla="*/ 504 w 708"/>
                <a:gd name="T77" fmla="*/ 298 h 532"/>
                <a:gd name="T78" fmla="*/ 512 w 708"/>
                <a:gd name="T79" fmla="*/ 295 h 532"/>
                <a:gd name="T80" fmla="*/ 678 w 708"/>
                <a:gd name="T81" fmla="*/ 295 h 532"/>
                <a:gd name="T82" fmla="*/ 678 w 708"/>
                <a:gd name="T83" fmla="*/ 457 h 532"/>
                <a:gd name="T84" fmla="*/ 634 w 708"/>
                <a:gd name="T85" fmla="*/ 501 h 5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08" h="532">
                  <a:moveTo>
                    <a:pt x="649" y="18"/>
                  </a:moveTo>
                  <a:lnTo>
                    <a:pt x="649" y="18"/>
                  </a:lnTo>
                  <a:lnTo>
                    <a:pt x="649" y="18"/>
                  </a:lnTo>
                  <a:cubicBezTo>
                    <a:pt x="676" y="266"/>
                    <a:pt x="676" y="266"/>
                    <a:pt x="676" y="266"/>
                  </a:cubicBezTo>
                  <a:cubicBezTo>
                    <a:pt x="512" y="266"/>
                    <a:pt x="512" y="266"/>
                    <a:pt x="512" y="266"/>
                  </a:cubicBezTo>
                  <a:cubicBezTo>
                    <a:pt x="501" y="266"/>
                    <a:pt x="491" y="270"/>
                    <a:pt x="484" y="276"/>
                  </a:cubicBezTo>
                  <a:cubicBezTo>
                    <a:pt x="478" y="283"/>
                    <a:pt x="472" y="291"/>
                    <a:pt x="469" y="301"/>
                  </a:cubicBezTo>
                  <a:cubicBezTo>
                    <a:pt x="461" y="331"/>
                    <a:pt x="432" y="355"/>
                    <a:pt x="397" y="355"/>
                  </a:cubicBezTo>
                  <a:cubicBezTo>
                    <a:pt x="309" y="355"/>
                    <a:pt x="309" y="355"/>
                    <a:pt x="309" y="355"/>
                  </a:cubicBezTo>
                  <a:cubicBezTo>
                    <a:pt x="276" y="355"/>
                    <a:pt x="247" y="331"/>
                    <a:pt x="239" y="301"/>
                  </a:cubicBezTo>
                  <a:cubicBezTo>
                    <a:pt x="236" y="291"/>
                    <a:pt x="230" y="283"/>
                    <a:pt x="223" y="276"/>
                  </a:cubicBezTo>
                  <a:cubicBezTo>
                    <a:pt x="217" y="270"/>
                    <a:pt x="207" y="266"/>
                    <a:pt x="196" y="266"/>
                  </a:cubicBezTo>
                  <a:cubicBezTo>
                    <a:pt x="31" y="266"/>
                    <a:pt x="31" y="266"/>
                    <a:pt x="31" y="266"/>
                  </a:cubicBezTo>
                  <a:cubicBezTo>
                    <a:pt x="59" y="18"/>
                    <a:pt x="59" y="18"/>
                    <a:pt x="59" y="18"/>
                  </a:cubicBezTo>
                  <a:cubicBezTo>
                    <a:pt x="60" y="9"/>
                    <a:pt x="54" y="1"/>
                    <a:pt x="47" y="1"/>
                  </a:cubicBezTo>
                  <a:cubicBezTo>
                    <a:pt x="38" y="0"/>
                    <a:pt x="30" y="5"/>
                    <a:pt x="30" y="13"/>
                  </a:cubicBezTo>
                  <a:cubicBezTo>
                    <a:pt x="0" y="279"/>
                    <a:pt x="0" y="279"/>
                    <a:pt x="0" y="279"/>
                  </a:cubicBezTo>
                  <a:cubicBezTo>
                    <a:pt x="0" y="280"/>
                    <a:pt x="0" y="280"/>
                    <a:pt x="0" y="280"/>
                  </a:cubicBezTo>
                  <a:cubicBezTo>
                    <a:pt x="0" y="457"/>
                    <a:pt x="0" y="457"/>
                    <a:pt x="0" y="457"/>
                  </a:cubicBezTo>
                  <a:cubicBezTo>
                    <a:pt x="0" y="498"/>
                    <a:pt x="33" y="531"/>
                    <a:pt x="74" y="531"/>
                  </a:cubicBezTo>
                  <a:cubicBezTo>
                    <a:pt x="634" y="531"/>
                    <a:pt x="634" y="531"/>
                    <a:pt x="634" y="531"/>
                  </a:cubicBezTo>
                  <a:cubicBezTo>
                    <a:pt x="675" y="531"/>
                    <a:pt x="707" y="498"/>
                    <a:pt x="707" y="457"/>
                  </a:cubicBezTo>
                  <a:cubicBezTo>
                    <a:pt x="707" y="280"/>
                    <a:pt x="707" y="280"/>
                    <a:pt x="707" y="280"/>
                  </a:cubicBezTo>
                  <a:cubicBezTo>
                    <a:pt x="707" y="279"/>
                    <a:pt x="707" y="279"/>
                    <a:pt x="707" y="279"/>
                  </a:cubicBezTo>
                  <a:cubicBezTo>
                    <a:pt x="678" y="13"/>
                    <a:pt x="678" y="13"/>
                    <a:pt x="678" y="13"/>
                  </a:cubicBezTo>
                  <a:cubicBezTo>
                    <a:pt x="676" y="5"/>
                    <a:pt x="670" y="0"/>
                    <a:pt x="661" y="1"/>
                  </a:cubicBezTo>
                  <a:cubicBezTo>
                    <a:pt x="653" y="1"/>
                    <a:pt x="647" y="9"/>
                    <a:pt x="649" y="18"/>
                  </a:cubicBezTo>
                  <a:close/>
                  <a:moveTo>
                    <a:pt x="634" y="501"/>
                  </a:moveTo>
                  <a:lnTo>
                    <a:pt x="634" y="501"/>
                  </a:lnTo>
                  <a:cubicBezTo>
                    <a:pt x="74" y="501"/>
                    <a:pt x="74" y="501"/>
                    <a:pt x="74" y="501"/>
                  </a:cubicBezTo>
                  <a:cubicBezTo>
                    <a:pt x="49" y="501"/>
                    <a:pt x="30" y="482"/>
                    <a:pt x="30" y="457"/>
                  </a:cubicBezTo>
                  <a:cubicBezTo>
                    <a:pt x="30" y="295"/>
                    <a:pt x="30" y="295"/>
                    <a:pt x="30" y="295"/>
                  </a:cubicBezTo>
                  <a:cubicBezTo>
                    <a:pt x="196" y="295"/>
                    <a:pt x="196" y="295"/>
                    <a:pt x="196" y="295"/>
                  </a:cubicBezTo>
                  <a:cubicBezTo>
                    <a:pt x="199" y="295"/>
                    <a:pt x="201" y="296"/>
                    <a:pt x="204" y="298"/>
                  </a:cubicBezTo>
                  <a:cubicBezTo>
                    <a:pt x="207" y="301"/>
                    <a:pt x="210" y="303"/>
                    <a:pt x="210" y="308"/>
                  </a:cubicBezTo>
                  <a:cubicBezTo>
                    <a:pt x="222" y="352"/>
                    <a:pt x="262" y="384"/>
                    <a:pt x="309" y="384"/>
                  </a:cubicBezTo>
                  <a:cubicBezTo>
                    <a:pt x="397" y="384"/>
                    <a:pt x="397" y="384"/>
                    <a:pt x="397" y="384"/>
                  </a:cubicBezTo>
                  <a:cubicBezTo>
                    <a:pt x="446" y="384"/>
                    <a:pt x="486" y="352"/>
                    <a:pt x="497" y="308"/>
                  </a:cubicBezTo>
                  <a:cubicBezTo>
                    <a:pt x="498" y="303"/>
                    <a:pt x="501" y="301"/>
                    <a:pt x="504" y="298"/>
                  </a:cubicBezTo>
                  <a:cubicBezTo>
                    <a:pt x="507" y="296"/>
                    <a:pt x="509" y="295"/>
                    <a:pt x="512" y="295"/>
                  </a:cubicBezTo>
                  <a:cubicBezTo>
                    <a:pt x="678" y="295"/>
                    <a:pt x="678" y="295"/>
                    <a:pt x="678" y="295"/>
                  </a:cubicBezTo>
                  <a:cubicBezTo>
                    <a:pt x="678" y="457"/>
                    <a:pt x="678" y="457"/>
                    <a:pt x="678" y="457"/>
                  </a:cubicBezTo>
                  <a:cubicBezTo>
                    <a:pt x="678" y="482"/>
                    <a:pt x="659" y="501"/>
                    <a:pt x="634" y="5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0" name="Group 452">
            <a:extLst>
              <a:ext uri="{FF2B5EF4-FFF2-40B4-BE49-F238E27FC236}">
                <a16:creationId xmlns:a16="http://schemas.microsoft.com/office/drawing/2014/main" id="{415282AD-EBA2-333D-0404-889F20151735}"/>
              </a:ext>
            </a:extLst>
          </p:cNvPr>
          <p:cNvGrpSpPr/>
          <p:nvPr/>
        </p:nvGrpSpPr>
        <p:grpSpPr>
          <a:xfrm>
            <a:off x="7496695" y="4187453"/>
            <a:ext cx="158750" cy="254000"/>
            <a:chOff x="6340475" y="4484688"/>
            <a:chExt cx="158750" cy="254000"/>
          </a:xfrm>
          <a:solidFill>
            <a:schemeClr val="accent4"/>
          </a:solidFill>
        </p:grpSpPr>
        <p:sp>
          <p:nvSpPr>
            <p:cNvPr id="451" name="Freeform 376">
              <a:extLst>
                <a:ext uri="{FF2B5EF4-FFF2-40B4-BE49-F238E27FC236}">
                  <a16:creationId xmlns:a16="http://schemas.microsoft.com/office/drawing/2014/main" id="{5E0DB7DC-D343-5C3A-BF94-900339274873}"/>
                </a:ext>
              </a:extLst>
            </p:cNvPr>
            <p:cNvSpPr>
              <a:spLocks noChangeArrowheads="1"/>
            </p:cNvSpPr>
            <p:nvPr/>
          </p:nvSpPr>
          <p:spPr bwMode="auto">
            <a:xfrm>
              <a:off x="6394450" y="4706938"/>
              <a:ext cx="53975" cy="11112"/>
            </a:xfrm>
            <a:custGeom>
              <a:avLst/>
              <a:gdLst>
                <a:gd name="T0" fmla="*/ 132 w 148"/>
                <a:gd name="T1" fmla="*/ 0 h 30"/>
                <a:gd name="T2" fmla="*/ 132 w 148"/>
                <a:gd name="T3" fmla="*/ 0 h 30"/>
                <a:gd name="T4" fmla="*/ 15 w 148"/>
                <a:gd name="T5" fmla="*/ 0 h 30"/>
                <a:gd name="T6" fmla="*/ 0 w 148"/>
                <a:gd name="T7" fmla="*/ 14 h 30"/>
                <a:gd name="T8" fmla="*/ 15 w 148"/>
                <a:gd name="T9" fmla="*/ 29 h 30"/>
                <a:gd name="T10" fmla="*/ 132 w 148"/>
                <a:gd name="T11" fmla="*/ 29 h 30"/>
                <a:gd name="T12" fmla="*/ 147 w 148"/>
                <a:gd name="T13" fmla="*/ 14 h 30"/>
                <a:gd name="T14" fmla="*/ 132 w 1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0">
                  <a:moveTo>
                    <a:pt x="132" y="0"/>
                  </a:moveTo>
                  <a:lnTo>
                    <a:pt x="132" y="0"/>
                  </a:lnTo>
                  <a:cubicBezTo>
                    <a:pt x="15" y="0"/>
                    <a:pt x="15" y="0"/>
                    <a:pt x="15" y="0"/>
                  </a:cubicBezTo>
                  <a:cubicBezTo>
                    <a:pt x="7" y="0"/>
                    <a:pt x="0" y="7"/>
                    <a:pt x="0" y="14"/>
                  </a:cubicBezTo>
                  <a:cubicBezTo>
                    <a:pt x="0" y="22"/>
                    <a:pt x="7" y="29"/>
                    <a:pt x="15" y="29"/>
                  </a:cubicBezTo>
                  <a:cubicBezTo>
                    <a:pt x="132" y="29"/>
                    <a:pt x="132" y="29"/>
                    <a:pt x="132" y="29"/>
                  </a:cubicBezTo>
                  <a:cubicBezTo>
                    <a:pt x="141" y="29"/>
                    <a:pt x="147" y="22"/>
                    <a:pt x="147" y="14"/>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2" name="Freeform 377">
              <a:extLst>
                <a:ext uri="{FF2B5EF4-FFF2-40B4-BE49-F238E27FC236}">
                  <a16:creationId xmlns:a16="http://schemas.microsoft.com/office/drawing/2014/main" id="{66DF53A0-5703-83AD-30A5-0C51C191DA0B}"/>
                </a:ext>
              </a:extLst>
            </p:cNvPr>
            <p:cNvSpPr>
              <a:spLocks noChangeArrowheads="1"/>
            </p:cNvSpPr>
            <p:nvPr/>
          </p:nvSpPr>
          <p:spPr bwMode="auto">
            <a:xfrm>
              <a:off x="6394450" y="4727575"/>
              <a:ext cx="53975" cy="11113"/>
            </a:xfrm>
            <a:custGeom>
              <a:avLst/>
              <a:gdLst>
                <a:gd name="T0" fmla="*/ 132 w 148"/>
                <a:gd name="T1" fmla="*/ 0 h 31"/>
                <a:gd name="T2" fmla="*/ 132 w 148"/>
                <a:gd name="T3" fmla="*/ 0 h 31"/>
                <a:gd name="T4" fmla="*/ 15 w 148"/>
                <a:gd name="T5" fmla="*/ 0 h 31"/>
                <a:gd name="T6" fmla="*/ 0 w 148"/>
                <a:gd name="T7" fmla="*/ 15 h 31"/>
                <a:gd name="T8" fmla="*/ 15 w 148"/>
                <a:gd name="T9" fmla="*/ 30 h 31"/>
                <a:gd name="T10" fmla="*/ 132 w 148"/>
                <a:gd name="T11" fmla="*/ 30 h 31"/>
                <a:gd name="T12" fmla="*/ 147 w 148"/>
                <a:gd name="T13" fmla="*/ 15 h 31"/>
                <a:gd name="T14" fmla="*/ 132 w 14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8" h="31">
                  <a:moveTo>
                    <a:pt x="132" y="0"/>
                  </a:moveTo>
                  <a:lnTo>
                    <a:pt x="132" y="0"/>
                  </a:lnTo>
                  <a:cubicBezTo>
                    <a:pt x="15" y="0"/>
                    <a:pt x="15" y="0"/>
                    <a:pt x="15" y="0"/>
                  </a:cubicBezTo>
                  <a:cubicBezTo>
                    <a:pt x="7" y="0"/>
                    <a:pt x="0" y="7"/>
                    <a:pt x="0" y="15"/>
                  </a:cubicBezTo>
                  <a:cubicBezTo>
                    <a:pt x="0" y="23"/>
                    <a:pt x="7" y="30"/>
                    <a:pt x="15" y="30"/>
                  </a:cubicBezTo>
                  <a:cubicBezTo>
                    <a:pt x="132" y="30"/>
                    <a:pt x="132" y="30"/>
                    <a:pt x="132" y="30"/>
                  </a:cubicBezTo>
                  <a:cubicBezTo>
                    <a:pt x="141" y="30"/>
                    <a:pt x="147" y="23"/>
                    <a:pt x="147" y="15"/>
                  </a:cubicBezTo>
                  <a:cubicBezTo>
                    <a:pt x="147" y="7"/>
                    <a:pt x="141"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3" name="Freeform 378">
              <a:extLst>
                <a:ext uri="{FF2B5EF4-FFF2-40B4-BE49-F238E27FC236}">
                  <a16:creationId xmlns:a16="http://schemas.microsoft.com/office/drawing/2014/main" id="{2073282A-7BB7-5920-3616-7A96E3157E4C}"/>
                </a:ext>
              </a:extLst>
            </p:cNvPr>
            <p:cNvSpPr>
              <a:spLocks noChangeArrowheads="1"/>
            </p:cNvSpPr>
            <p:nvPr/>
          </p:nvSpPr>
          <p:spPr bwMode="auto">
            <a:xfrm>
              <a:off x="6340475" y="4484688"/>
              <a:ext cx="158750" cy="212725"/>
            </a:xfrm>
            <a:custGeom>
              <a:avLst/>
              <a:gdLst>
                <a:gd name="T0" fmla="*/ 323 w 443"/>
                <a:gd name="T1" fmla="*/ 544 h 589"/>
                <a:gd name="T2" fmla="*/ 323 w 443"/>
                <a:gd name="T3" fmla="*/ 544 h 589"/>
                <a:gd name="T4" fmla="*/ 323 w 443"/>
                <a:gd name="T5" fmla="*/ 456 h 589"/>
                <a:gd name="T6" fmla="*/ 351 w 443"/>
                <a:gd name="T7" fmla="*/ 399 h 589"/>
                <a:gd name="T8" fmla="*/ 442 w 443"/>
                <a:gd name="T9" fmla="*/ 221 h 589"/>
                <a:gd name="T10" fmla="*/ 221 w 443"/>
                <a:gd name="T11" fmla="*/ 0 h 589"/>
                <a:gd name="T12" fmla="*/ 217 w 443"/>
                <a:gd name="T13" fmla="*/ 0 h 589"/>
                <a:gd name="T14" fmla="*/ 0 w 443"/>
                <a:gd name="T15" fmla="*/ 213 h 589"/>
                <a:gd name="T16" fmla="*/ 0 w 443"/>
                <a:gd name="T17" fmla="*/ 221 h 589"/>
                <a:gd name="T18" fmla="*/ 90 w 443"/>
                <a:gd name="T19" fmla="*/ 398 h 589"/>
                <a:gd name="T20" fmla="*/ 118 w 443"/>
                <a:gd name="T21" fmla="*/ 456 h 589"/>
                <a:gd name="T22" fmla="*/ 118 w 443"/>
                <a:gd name="T23" fmla="*/ 537 h 589"/>
                <a:gd name="T24" fmla="*/ 130 w 443"/>
                <a:gd name="T25" fmla="*/ 575 h 589"/>
                <a:gd name="T26" fmla="*/ 162 w 443"/>
                <a:gd name="T27" fmla="*/ 588 h 589"/>
                <a:gd name="T28" fmla="*/ 221 w 443"/>
                <a:gd name="T29" fmla="*/ 588 h 589"/>
                <a:gd name="T30" fmla="*/ 221 w 443"/>
                <a:gd name="T31" fmla="*/ 588 h 589"/>
                <a:gd name="T32" fmla="*/ 221 w 443"/>
                <a:gd name="T33" fmla="*/ 588 h 589"/>
                <a:gd name="T34" fmla="*/ 279 w 443"/>
                <a:gd name="T35" fmla="*/ 588 h 589"/>
                <a:gd name="T36" fmla="*/ 323 w 443"/>
                <a:gd name="T37" fmla="*/ 544 h 589"/>
                <a:gd name="T38" fmla="*/ 294 w 443"/>
                <a:gd name="T39" fmla="*/ 544 h 589"/>
                <a:gd name="T40" fmla="*/ 294 w 443"/>
                <a:gd name="T41" fmla="*/ 544 h 589"/>
                <a:gd name="T42" fmla="*/ 279 w 443"/>
                <a:gd name="T43" fmla="*/ 560 h 589"/>
                <a:gd name="T44" fmla="*/ 235 w 443"/>
                <a:gd name="T45" fmla="*/ 560 h 589"/>
                <a:gd name="T46" fmla="*/ 235 w 443"/>
                <a:gd name="T47" fmla="*/ 315 h 589"/>
                <a:gd name="T48" fmla="*/ 290 w 443"/>
                <a:gd name="T49" fmla="*/ 261 h 589"/>
                <a:gd name="T50" fmla="*/ 290 w 443"/>
                <a:gd name="T51" fmla="*/ 240 h 589"/>
                <a:gd name="T52" fmla="*/ 270 w 443"/>
                <a:gd name="T53" fmla="*/ 240 h 589"/>
                <a:gd name="T54" fmla="*/ 221 w 443"/>
                <a:gd name="T55" fmla="*/ 289 h 589"/>
                <a:gd name="T56" fmla="*/ 173 w 443"/>
                <a:gd name="T57" fmla="*/ 240 h 589"/>
                <a:gd name="T58" fmla="*/ 152 w 443"/>
                <a:gd name="T59" fmla="*/ 240 h 589"/>
                <a:gd name="T60" fmla="*/ 152 w 443"/>
                <a:gd name="T61" fmla="*/ 261 h 589"/>
                <a:gd name="T62" fmla="*/ 206 w 443"/>
                <a:gd name="T63" fmla="*/ 315 h 589"/>
                <a:gd name="T64" fmla="*/ 206 w 443"/>
                <a:gd name="T65" fmla="*/ 560 h 589"/>
                <a:gd name="T66" fmla="*/ 162 w 443"/>
                <a:gd name="T67" fmla="*/ 560 h 589"/>
                <a:gd name="T68" fmla="*/ 152 w 443"/>
                <a:gd name="T69" fmla="*/ 555 h 589"/>
                <a:gd name="T70" fmla="*/ 147 w 443"/>
                <a:gd name="T71" fmla="*/ 537 h 589"/>
                <a:gd name="T72" fmla="*/ 147 w 443"/>
                <a:gd name="T73" fmla="*/ 456 h 589"/>
                <a:gd name="T74" fmla="*/ 107 w 443"/>
                <a:gd name="T75" fmla="*/ 374 h 589"/>
                <a:gd name="T76" fmla="*/ 29 w 443"/>
                <a:gd name="T77" fmla="*/ 221 h 589"/>
                <a:gd name="T78" fmla="*/ 29 w 443"/>
                <a:gd name="T79" fmla="*/ 214 h 589"/>
                <a:gd name="T80" fmla="*/ 217 w 443"/>
                <a:gd name="T81" fmla="*/ 29 h 589"/>
                <a:gd name="T82" fmla="*/ 221 w 443"/>
                <a:gd name="T83" fmla="*/ 29 h 589"/>
                <a:gd name="T84" fmla="*/ 357 w 443"/>
                <a:gd name="T85" fmla="*/ 86 h 589"/>
                <a:gd name="T86" fmla="*/ 412 w 443"/>
                <a:gd name="T87" fmla="*/ 221 h 589"/>
                <a:gd name="T88" fmla="*/ 333 w 443"/>
                <a:gd name="T89" fmla="*/ 376 h 589"/>
                <a:gd name="T90" fmla="*/ 294 w 443"/>
                <a:gd name="T91" fmla="*/ 456 h 589"/>
                <a:gd name="T92" fmla="*/ 294 w 443"/>
                <a:gd name="T93" fmla="*/ 544 h 5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43" h="589">
                  <a:moveTo>
                    <a:pt x="323" y="544"/>
                  </a:moveTo>
                  <a:lnTo>
                    <a:pt x="323" y="544"/>
                  </a:lnTo>
                  <a:cubicBezTo>
                    <a:pt x="323" y="456"/>
                    <a:pt x="323" y="456"/>
                    <a:pt x="323" y="456"/>
                  </a:cubicBezTo>
                  <a:cubicBezTo>
                    <a:pt x="323" y="434"/>
                    <a:pt x="335" y="412"/>
                    <a:pt x="351" y="399"/>
                  </a:cubicBezTo>
                  <a:cubicBezTo>
                    <a:pt x="406" y="359"/>
                    <a:pt x="442" y="294"/>
                    <a:pt x="442" y="221"/>
                  </a:cubicBezTo>
                  <a:cubicBezTo>
                    <a:pt x="442" y="98"/>
                    <a:pt x="343" y="0"/>
                    <a:pt x="221" y="0"/>
                  </a:cubicBezTo>
                  <a:cubicBezTo>
                    <a:pt x="217" y="0"/>
                    <a:pt x="217" y="0"/>
                    <a:pt x="217" y="0"/>
                  </a:cubicBezTo>
                  <a:cubicBezTo>
                    <a:pt x="101" y="2"/>
                    <a:pt x="4" y="97"/>
                    <a:pt x="0" y="213"/>
                  </a:cubicBezTo>
                  <a:cubicBezTo>
                    <a:pt x="0" y="216"/>
                    <a:pt x="0" y="218"/>
                    <a:pt x="0" y="221"/>
                  </a:cubicBezTo>
                  <a:cubicBezTo>
                    <a:pt x="0" y="294"/>
                    <a:pt x="35" y="358"/>
                    <a:pt x="90" y="398"/>
                  </a:cubicBezTo>
                  <a:cubicBezTo>
                    <a:pt x="108" y="412"/>
                    <a:pt x="118" y="434"/>
                    <a:pt x="118" y="456"/>
                  </a:cubicBezTo>
                  <a:cubicBezTo>
                    <a:pt x="118" y="537"/>
                    <a:pt x="118" y="537"/>
                    <a:pt x="118" y="537"/>
                  </a:cubicBezTo>
                  <a:cubicBezTo>
                    <a:pt x="118" y="553"/>
                    <a:pt x="122" y="565"/>
                    <a:pt x="130" y="575"/>
                  </a:cubicBezTo>
                  <a:cubicBezTo>
                    <a:pt x="138" y="584"/>
                    <a:pt x="149" y="588"/>
                    <a:pt x="162" y="588"/>
                  </a:cubicBezTo>
                  <a:cubicBezTo>
                    <a:pt x="221" y="588"/>
                    <a:pt x="221" y="588"/>
                    <a:pt x="221" y="588"/>
                  </a:cubicBezTo>
                  <a:lnTo>
                    <a:pt x="221" y="588"/>
                  </a:lnTo>
                  <a:lnTo>
                    <a:pt x="221" y="588"/>
                  </a:lnTo>
                  <a:cubicBezTo>
                    <a:pt x="279" y="588"/>
                    <a:pt x="279" y="588"/>
                    <a:pt x="279" y="588"/>
                  </a:cubicBezTo>
                  <a:cubicBezTo>
                    <a:pt x="304" y="588"/>
                    <a:pt x="323" y="569"/>
                    <a:pt x="323" y="544"/>
                  </a:cubicBezTo>
                  <a:close/>
                  <a:moveTo>
                    <a:pt x="294" y="544"/>
                  </a:moveTo>
                  <a:lnTo>
                    <a:pt x="294" y="544"/>
                  </a:lnTo>
                  <a:cubicBezTo>
                    <a:pt x="294" y="553"/>
                    <a:pt x="288" y="560"/>
                    <a:pt x="279" y="560"/>
                  </a:cubicBezTo>
                  <a:cubicBezTo>
                    <a:pt x="235" y="560"/>
                    <a:pt x="235" y="560"/>
                    <a:pt x="235" y="560"/>
                  </a:cubicBezTo>
                  <a:cubicBezTo>
                    <a:pt x="235" y="315"/>
                    <a:pt x="235" y="315"/>
                    <a:pt x="235" y="315"/>
                  </a:cubicBezTo>
                  <a:cubicBezTo>
                    <a:pt x="290" y="261"/>
                    <a:pt x="290" y="261"/>
                    <a:pt x="290" y="261"/>
                  </a:cubicBezTo>
                  <a:cubicBezTo>
                    <a:pt x="296" y="254"/>
                    <a:pt x="296" y="246"/>
                    <a:pt x="290" y="240"/>
                  </a:cubicBezTo>
                  <a:cubicBezTo>
                    <a:pt x="285" y="234"/>
                    <a:pt x="275" y="234"/>
                    <a:pt x="270" y="240"/>
                  </a:cubicBezTo>
                  <a:cubicBezTo>
                    <a:pt x="221" y="289"/>
                    <a:pt x="221" y="289"/>
                    <a:pt x="221" y="289"/>
                  </a:cubicBezTo>
                  <a:cubicBezTo>
                    <a:pt x="173" y="240"/>
                    <a:pt x="173" y="240"/>
                    <a:pt x="173" y="240"/>
                  </a:cubicBezTo>
                  <a:cubicBezTo>
                    <a:pt x="166" y="234"/>
                    <a:pt x="158" y="234"/>
                    <a:pt x="152" y="240"/>
                  </a:cubicBezTo>
                  <a:cubicBezTo>
                    <a:pt x="145" y="246"/>
                    <a:pt x="145" y="254"/>
                    <a:pt x="152" y="261"/>
                  </a:cubicBezTo>
                  <a:cubicBezTo>
                    <a:pt x="206" y="315"/>
                    <a:pt x="206" y="315"/>
                    <a:pt x="206" y="315"/>
                  </a:cubicBezTo>
                  <a:cubicBezTo>
                    <a:pt x="206" y="560"/>
                    <a:pt x="206" y="560"/>
                    <a:pt x="206" y="560"/>
                  </a:cubicBezTo>
                  <a:cubicBezTo>
                    <a:pt x="162" y="560"/>
                    <a:pt x="162" y="560"/>
                    <a:pt x="162" y="560"/>
                  </a:cubicBezTo>
                  <a:cubicBezTo>
                    <a:pt x="158" y="560"/>
                    <a:pt x="155" y="558"/>
                    <a:pt x="152" y="555"/>
                  </a:cubicBezTo>
                  <a:cubicBezTo>
                    <a:pt x="149" y="553"/>
                    <a:pt x="147" y="547"/>
                    <a:pt x="147" y="537"/>
                  </a:cubicBezTo>
                  <a:cubicBezTo>
                    <a:pt x="147" y="456"/>
                    <a:pt x="147" y="456"/>
                    <a:pt x="147" y="456"/>
                  </a:cubicBezTo>
                  <a:cubicBezTo>
                    <a:pt x="147" y="424"/>
                    <a:pt x="133" y="394"/>
                    <a:pt x="107" y="374"/>
                  </a:cubicBezTo>
                  <a:cubicBezTo>
                    <a:pt x="60" y="340"/>
                    <a:pt x="29" y="285"/>
                    <a:pt x="29" y="221"/>
                  </a:cubicBezTo>
                  <a:cubicBezTo>
                    <a:pt x="29" y="218"/>
                    <a:pt x="29" y="216"/>
                    <a:pt x="29" y="214"/>
                  </a:cubicBezTo>
                  <a:cubicBezTo>
                    <a:pt x="33" y="115"/>
                    <a:pt x="118" y="31"/>
                    <a:pt x="217" y="29"/>
                  </a:cubicBezTo>
                  <a:cubicBezTo>
                    <a:pt x="221" y="29"/>
                    <a:pt x="221" y="29"/>
                    <a:pt x="221" y="29"/>
                  </a:cubicBezTo>
                  <a:cubicBezTo>
                    <a:pt x="274" y="29"/>
                    <a:pt x="322" y="51"/>
                    <a:pt x="357" y="86"/>
                  </a:cubicBezTo>
                  <a:cubicBezTo>
                    <a:pt x="391" y="120"/>
                    <a:pt x="412" y="167"/>
                    <a:pt x="412" y="221"/>
                  </a:cubicBezTo>
                  <a:cubicBezTo>
                    <a:pt x="412" y="285"/>
                    <a:pt x="381" y="340"/>
                    <a:pt x="333" y="376"/>
                  </a:cubicBezTo>
                  <a:cubicBezTo>
                    <a:pt x="308" y="394"/>
                    <a:pt x="294" y="426"/>
                    <a:pt x="294" y="456"/>
                  </a:cubicBezTo>
                  <a:lnTo>
                    <a:pt x="294" y="5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54" name="Group 456">
            <a:extLst>
              <a:ext uri="{FF2B5EF4-FFF2-40B4-BE49-F238E27FC236}">
                <a16:creationId xmlns:a16="http://schemas.microsoft.com/office/drawing/2014/main" id="{B09E3A6E-2300-A1FC-674B-755893BC52AA}"/>
              </a:ext>
            </a:extLst>
          </p:cNvPr>
          <p:cNvGrpSpPr/>
          <p:nvPr/>
        </p:nvGrpSpPr>
        <p:grpSpPr>
          <a:xfrm>
            <a:off x="4909070" y="4692278"/>
            <a:ext cx="255588" cy="255587"/>
            <a:chOff x="3752850" y="4992688"/>
            <a:chExt cx="255588" cy="255587"/>
          </a:xfrm>
          <a:solidFill>
            <a:schemeClr val="accent4"/>
          </a:solidFill>
        </p:grpSpPr>
        <p:sp>
          <p:nvSpPr>
            <p:cNvPr id="455" name="Freeform 379">
              <a:extLst>
                <a:ext uri="{FF2B5EF4-FFF2-40B4-BE49-F238E27FC236}">
                  <a16:creationId xmlns:a16="http://schemas.microsoft.com/office/drawing/2014/main" id="{B38D8DE9-D7DA-731B-0573-DE6D477F8470}"/>
                </a:ext>
              </a:extLst>
            </p:cNvPr>
            <p:cNvSpPr>
              <a:spLocks noChangeArrowheads="1"/>
            </p:cNvSpPr>
            <p:nvPr/>
          </p:nvSpPr>
          <p:spPr bwMode="auto">
            <a:xfrm>
              <a:off x="3752850" y="5076825"/>
              <a:ext cx="171450" cy="171450"/>
            </a:xfrm>
            <a:custGeom>
              <a:avLst/>
              <a:gdLst>
                <a:gd name="T0" fmla="*/ 7 w 476"/>
                <a:gd name="T1" fmla="*/ 469 h 476"/>
                <a:gd name="T2" fmla="*/ 7 w 476"/>
                <a:gd name="T3" fmla="*/ 469 h 476"/>
                <a:gd name="T4" fmla="*/ 28 w 476"/>
                <a:gd name="T5" fmla="*/ 469 h 476"/>
                <a:gd name="T6" fmla="*/ 303 w 476"/>
                <a:gd name="T7" fmla="*/ 193 h 476"/>
                <a:gd name="T8" fmla="*/ 303 w 476"/>
                <a:gd name="T9" fmla="*/ 193 h 476"/>
                <a:gd name="T10" fmla="*/ 365 w 476"/>
                <a:gd name="T11" fmla="*/ 131 h 476"/>
                <a:gd name="T12" fmla="*/ 365 w 476"/>
                <a:gd name="T13" fmla="*/ 131 h 476"/>
                <a:gd name="T14" fmla="*/ 470 w 476"/>
                <a:gd name="T15" fmla="*/ 27 h 476"/>
                <a:gd name="T16" fmla="*/ 470 w 476"/>
                <a:gd name="T17" fmla="*/ 7 h 476"/>
                <a:gd name="T18" fmla="*/ 449 w 476"/>
                <a:gd name="T19" fmla="*/ 7 h 476"/>
                <a:gd name="T20" fmla="*/ 7 w 476"/>
                <a:gd name="T21" fmla="*/ 449 h 476"/>
                <a:gd name="T22" fmla="*/ 7 w 476"/>
                <a:gd name="T23" fmla="*/ 469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476" h="476">
                  <a:moveTo>
                    <a:pt x="7" y="469"/>
                  </a:moveTo>
                  <a:lnTo>
                    <a:pt x="7" y="469"/>
                  </a:lnTo>
                  <a:cubicBezTo>
                    <a:pt x="13" y="475"/>
                    <a:pt x="21" y="475"/>
                    <a:pt x="28" y="469"/>
                  </a:cubicBezTo>
                  <a:cubicBezTo>
                    <a:pt x="303" y="193"/>
                    <a:pt x="303" y="193"/>
                    <a:pt x="303" y="193"/>
                  </a:cubicBezTo>
                  <a:lnTo>
                    <a:pt x="303" y="193"/>
                  </a:lnTo>
                  <a:cubicBezTo>
                    <a:pt x="365" y="131"/>
                    <a:pt x="365" y="131"/>
                    <a:pt x="365" y="131"/>
                  </a:cubicBezTo>
                  <a:lnTo>
                    <a:pt x="365" y="131"/>
                  </a:lnTo>
                  <a:cubicBezTo>
                    <a:pt x="470" y="27"/>
                    <a:pt x="470" y="27"/>
                    <a:pt x="470" y="27"/>
                  </a:cubicBezTo>
                  <a:cubicBezTo>
                    <a:pt x="475" y="21"/>
                    <a:pt x="475" y="12"/>
                    <a:pt x="470" y="7"/>
                  </a:cubicBezTo>
                  <a:cubicBezTo>
                    <a:pt x="463" y="0"/>
                    <a:pt x="455" y="0"/>
                    <a:pt x="449" y="7"/>
                  </a:cubicBezTo>
                  <a:cubicBezTo>
                    <a:pt x="7" y="449"/>
                    <a:pt x="7" y="449"/>
                    <a:pt x="7" y="449"/>
                  </a:cubicBezTo>
                  <a:cubicBezTo>
                    <a:pt x="0" y="454"/>
                    <a:pt x="0" y="463"/>
                    <a:pt x="7" y="4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6" name="Freeform 380">
              <a:extLst>
                <a:ext uri="{FF2B5EF4-FFF2-40B4-BE49-F238E27FC236}">
                  <a16:creationId xmlns:a16="http://schemas.microsoft.com/office/drawing/2014/main" id="{6EAFEBA4-7BA5-62DF-5530-7BC65981AC6F}"/>
                </a:ext>
              </a:extLst>
            </p:cNvPr>
            <p:cNvSpPr>
              <a:spLocks noChangeArrowheads="1"/>
            </p:cNvSpPr>
            <p:nvPr/>
          </p:nvSpPr>
          <p:spPr bwMode="auto">
            <a:xfrm>
              <a:off x="3911600" y="4992688"/>
              <a:ext cx="11113" cy="42862"/>
            </a:xfrm>
            <a:custGeom>
              <a:avLst/>
              <a:gdLst>
                <a:gd name="T0" fmla="*/ 15 w 31"/>
                <a:gd name="T1" fmla="*/ 118 h 119"/>
                <a:gd name="T2" fmla="*/ 15 w 31"/>
                <a:gd name="T3" fmla="*/ 118 h 119"/>
                <a:gd name="T4" fmla="*/ 30 w 31"/>
                <a:gd name="T5" fmla="*/ 103 h 119"/>
                <a:gd name="T6" fmla="*/ 30 w 31"/>
                <a:gd name="T7" fmla="*/ 14 h 119"/>
                <a:gd name="T8" fmla="*/ 15 w 31"/>
                <a:gd name="T9" fmla="*/ 0 h 119"/>
                <a:gd name="T10" fmla="*/ 0 w 31"/>
                <a:gd name="T11" fmla="*/ 14 h 119"/>
                <a:gd name="T12" fmla="*/ 0 w 31"/>
                <a:gd name="T13" fmla="*/ 103 h 119"/>
                <a:gd name="T14" fmla="*/ 15 w 31"/>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9">
                  <a:moveTo>
                    <a:pt x="15" y="118"/>
                  </a:moveTo>
                  <a:lnTo>
                    <a:pt x="15" y="118"/>
                  </a:lnTo>
                  <a:cubicBezTo>
                    <a:pt x="23" y="118"/>
                    <a:pt x="30" y="111"/>
                    <a:pt x="30" y="103"/>
                  </a:cubicBezTo>
                  <a:cubicBezTo>
                    <a:pt x="30" y="14"/>
                    <a:pt x="30" y="14"/>
                    <a:pt x="30" y="14"/>
                  </a:cubicBezTo>
                  <a:cubicBezTo>
                    <a:pt x="30" y="7"/>
                    <a:pt x="23" y="0"/>
                    <a:pt x="15" y="0"/>
                  </a:cubicBezTo>
                  <a:cubicBezTo>
                    <a:pt x="7" y="0"/>
                    <a:pt x="0" y="7"/>
                    <a:pt x="0" y="14"/>
                  </a:cubicBezTo>
                  <a:cubicBezTo>
                    <a:pt x="0" y="103"/>
                    <a:pt x="0" y="103"/>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7" name="Freeform 381">
              <a:extLst>
                <a:ext uri="{FF2B5EF4-FFF2-40B4-BE49-F238E27FC236}">
                  <a16:creationId xmlns:a16="http://schemas.microsoft.com/office/drawing/2014/main" id="{B718DBF7-4FA0-A896-A84F-117F410E32AB}"/>
                </a:ext>
              </a:extLst>
            </p:cNvPr>
            <p:cNvSpPr>
              <a:spLocks noChangeArrowheads="1"/>
            </p:cNvSpPr>
            <p:nvPr/>
          </p:nvSpPr>
          <p:spPr bwMode="auto">
            <a:xfrm>
              <a:off x="3911600" y="5130800"/>
              <a:ext cx="11113" cy="42863"/>
            </a:xfrm>
            <a:custGeom>
              <a:avLst/>
              <a:gdLst>
                <a:gd name="T0" fmla="*/ 15 w 31"/>
                <a:gd name="T1" fmla="*/ 0 h 118"/>
                <a:gd name="T2" fmla="*/ 15 w 31"/>
                <a:gd name="T3" fmla="*/ 0 h 118"/>
                <a:gd name="T4" fmla="*/ 0 w 31"/>
                <a:gd name="T5" fmla="*/ 15 h 118"/>
                <a:gd name="T6" fmla="*/ 0 w 31"/>
                <a:gd name="T7" fmla="*/ 104 h 118"/>
                <a:gd name="T8" fmla="*/ 15 w 31"/>
                <a:gd name="T9" fmla="*/ 117 h 118"/>
                <a:gd name="T10" fmla="*/ 30 w 31"/>
                <a:gd name="T11" fmla="*/ 104 h 118"/>
                <a:gd name="T12" fmla="*/ 30 w 31"/>
                <a:gd name="T13" fmla="*/ 15 h 118"/>
                <a:gd name="T14" fmla="*/ 15 w 31"/>
                <a:gd name="T15" fmla="*/ 0 h 1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18">
                  <a:moveTo>
                    <a:pt x="15" y="0"/>
                  </a:moveTo>
                  <a:lnTo>
                    <a:pt x="15" y="0"/>
                  </a:lnTo>
                  <a:cubicBezTo>
                    <a:pt x="7" y="0"/>
                    <a:pt x="0" y="7"/>
                    <a:pt x="0" y="15"/>
                  </a:cubicBezTo>
                  <a:cubicBezTo>
                    <a:pt x="0" y="104"/>
                    <a:pt x="0" y="104"/>
                    <a:pt x="0" y="104"/>
                  </a:cubicBezTo>
                  <a:cubicBezTo>
                    <a:pt x="0" y="112"/>
                    <a:pt x="7" y="117"/>
                    <a:pt x="15" y="117"/>
                  </a:cubicBezTo>
                  <a:cubicBezTo>
                    <a:pt x="23" y="117"/>
                    <a:pt x="30" y="112"/>
                    <a:pt x="30" y="104"/>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8" name="Freeform 382">
              <a:extLst>
                <a:ext uri="{FF2B5EF4-FFF2-40B4-BE49-F238E27FC236}">
                  <a16:creationId xmlns:a16="http://schemas.microsoft.com/office/drawing/2014/main" id="{02B25E3B-0FE3-F0A3-4B6E-C2798CF0E1CB}"/>
                </a:ext>
              </a:extLst>
            </p:cNvPr>
            <p:cNvSpPr>
              <a:spLocks noChangeArrowheads="1"/>
            </p:cNvSpPr>
            <p:nvPr/>
          </p:nvSpPr>
          <p:spPr bwMode="auto">
            <a:xfrm>
              <a:off x="3949700" y="5018088"/>
              <a:ext cx="34925" cy="34925"/>
            </a:xfrm>
            <a:custGeom>
              <a:avLst/>
              <a:gdLst>
                <a:gd name="T0" fmla="*/ 68 w 95"/>
                <a:gd name="T1" fmla="*/ 6 h 95"/>
                <a:gd name="T2" fmla="*/ 68 w 95"/>
                <a:gd name="T3" fmla="*/ 6 h 95"/>
                <a:gd name="T4" fmla="*/ 6 w 95"/>
                <a:gd name="T5" fmla="*/ 68 h 95"/>
                <a:gd name="T6" fmla="*/ 6 w 95"/>
                <a:gd name="T7" fmla="*/ 89 h 95"/>
                <a:gd name="T8" fmla="*/ 26 w 95"/>
                <a:gd name="T9" fmla="*/ 89 h 95"/>
                <a:gd name="T10" fmla="*/ 89 w 95"/>
                <a:gd name="T11" fmla="*/ 26 h 95"/>
                <a:gd name="T12" fmla="*/ 89 w 95"/>
                <a:gd name="T13" fmla="*/ 6 h 95"/>
                <a:gd name="T14" fmla="*/ 68 w 95"/>
                <a:gd name="T15" fmla="*/ 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8" y="6"/>
                  </a:moveTo>
                  <a:lnTo>
                    <a:pt x="68" y="6"/>
                  </a:lnTo>
                  <a:cubicBezTo>
                    <a:pt x="6" y="68"/>
                    <a:pt x="6" y="68"/>
                    <a:pt x="6" y="68"/>
                  </a:cubicBezTo>
                  <a:cubicBezTo>
                    <a:pt x="0" y="73"/>
                    <a:pt x="0" y="83"/>
                    <a:pt x="6" y="89"/>
                  </a:cubicBezTo>
                  <a:cubicBezTo>
                    <a:pt x="11" y="94"/>
                    <a:pt x="21" y="94"/>
                    <a:pt x="26" y="89"/>
                  </a:cubicBezTo>
                  <a:cubicBezTo>
                    <a:pt x="89" y="26"/>
                    <a:pt x="89" y="26"/>
                    <a:pt x="89" y="26"/>
                  </a:cubicBezTo>
                  <a:cubicBezTo>
                    <a:pt x="94" y="21"/>
                    <a:pt x="94" y="11"/>
                    <a:pt x="89" y="6"/>
                  </a:cubicBezTo>
                  <a:cubicBezTo>
                    <a:pt x="83" y="0"/>
                    <a:pt x="73" y="0"/>
                    <a:pt x="6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59" name="Freeform 383">
              <a:extLst>
                <a:ext uri="{FF2B5EF4-FFF2-40B4-BE49-F238E27FC236}">
                  <a16:creationId xmlns:a16="http://schemas.microsoft.com/office/drawing/2014/main" id="{8CBF5414-84F5-B4CD-D89B-7C58AE2C9F80}"/>
                </a:ext>
              </a:extLst>
            </p:cNvPr>
            <p:cNvSpPr>
              <a:spLocks noChangeArrowheads="1"/>
            </p:cNvSpPr>
            <p:nvPr/>
          </p:nvSpPr>
          <p:spPr bwMode="auto">
            <a:xfrm>
              <a:off x="3965575" y="5078413"/>
              <a:ext cx="42863" cy="11112"/>
            </a:xfrm>
            <a:custGeom>
              <a:avLst/>
              <a:gdLst>
                <a:gd name="T0" fmla="*/ 0 w 119"/>
                <a:gd name="T1" fmla="*/ 15 h 32"/>
                <a:gd name="T2" fmla="*/ 0 w 119"/>
                <a:gd name="T3" fmla="*/ 15 h 32"/>
                <a:gd name="T4" fmla="*/ 16 w 119"/>
                <a:gd name="T5" fmla="*/ 31 h 32"/>
                <a:gd name="T6" fmla="*/ 104 w 119"/>
                <a:gd name="T7" fmla="*/ 31 h 32"/>
                <a:gd name="T8" fmla="*/ 118 w 119"/>
                <a:gd name="T9" fmla="*/ 15 h 32"/>
                <a:gd name="T10" fmla="*/ 104 w 119"/>
                <a:gd name="T11" fmla="*/ 0 h 32"/>
                <a:gd name="T12" fmla="*/ 16 w 119"/>
                <a:gd name="T13" fmla="*/ 0 h 32"/>
                <a:gd name="T14" fmla="*/ 0 w 119"/>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9" h="32">
                  <a:moveTo>
                    <a:pt x="0" y="15"/>
                  </a:moveTo>
                  <a:lnTo>
                    <a:pt x="0" y="15"/>
                  </a:lnTo>
                  <a:cubicBezTo>
                    <a:pt x="0" y="24"/>
                    <a:pt x="7" y="31"/>
                    <a:pt x="16" y="31"/>
                  </a:cubicBezTo>
                  <a:cubicBezTo>
                    <a:pt x="104" y="31"/>
                    <a:pt x="104" y="31"/>
                    <a:pt x="104" y="31"/>
                  </a:cubicBezTo>
                  <a:cubicBezTo>
                    <a:pt x="112" y="31"/>
                    <a:pt x="118" y="24"/>
                    <a:pt x="118" y="15"/>
                  </a:cubicBezTo>
                  <a:cubicBezTo>
                    <a:pt x="118" y="7"/>
                    <a:pt x="112" y="0"/>
                    <a:pt x="104" y="0"/>
                  </a:cubicBezTo>
                  <a:cubicBezTo>
                    <a:pt x="16" y="0"/>
                    <a:pt x="16" y="0"/>
                    <a:pt x="16"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0" name="Freeform 384">
              <a:extLst>
                <a:ext uri="{FF2B5EF4-FFF2-40B4-BE49-F238E27FC236}">
                  <a16:creationId xmlns:a16="http://schemas.microsoft.com/office/drawing/2014/main" id="{049E512A-3225-56CF-8C69-3545BA30C7E1}"/>
                </a:ext>
              </a:extLst>
            </p:cNvPr>
            <p:cNvSpPr>
              <a:spLocks noChangeArrowheads="1"/>
            </p:cNvSpPr>
            <p:nvPr/>
          </p:nvSpPr>
          <p:spPr bwMode="auto">
            <a:xfrm>
              <a:off x="3827463" y="5078413"/>
              <a:ext cx="42862" cy="11112"/>
            </a:xfrm>
            <a:custGeom>
              <a:avLst/>
              <a:gdLst>
                <a:gd name="T0" fmla="*/ 0 w 118"/>
                <a:gd name="T1" fmla="*/ 15 h 32"/>
                <a:gd name="T2" fmla="*/ 0 w 118"/>
                <a:gd name="T3" fmla="*/ 15 h 32"/>
                <a:gd name="T4" fmla="*/ 14 w 118"/>
                <a:gd name="T5" fmla="*/ 31 h 32"/>
                <a:gd name="T6" fmla="*/ 102 w 118"/>
                <a:gd name="T7" fmla="*/ 31 h 32"/>
                <a:gd name="T8" fmla="*/ 117 w 118"/>
                <a:gd name="T9" fmla="*/ 15 h 32"/>
                <a:gd name="T10" fmla="*/ 102 w 118"/>
                <a:gd name="T11" fmla="*/ 0 h 32"/>
                <a:gd name="T12" fmla="*/ 14 w 118"/>
                <a:gd name="T13" fmla="*/ 0 h 32"/>
                <a:gd name="T14" fmla="*/ 0 w 11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8" h="32">
                  <a:moveTo>
                    <a:pt x="0" y="15"/>
                  </a:moveTo>
                  <a:lnTo>
                    <a:pt x="0" y="15"/>
                  </a:lnTo>
                  <a:cubicBezTo>
                    <a:pt x="0" y="24"/>
                    <a:pt x="7" y="31"/>
                    <a:pt x="14" y="31"/>
                  </a:cubicBezTo>
                  <a:cubicBezTo>
                    <a:pt x="102" y="31"/>
                    <a:pt x="102" y="31"/>
                    <a:pt x="102" y="31"/>
                  </a:cubicBezTo>
                  <a:cubicBezTo>
                    <a:pt x="110" y="31"/>
                    <a:pt x="117" y="24"/>
                    <a:pt x="117" y="15"/>
                  </a:cubicBezTo>
                  <a:cubicBezTo>
                    <a:pt x="117" y="7"/>
                    <a:pt x="110" y="0"/>
                    <a:pt x="102" y="0"/>
                  </a:cubicBezTo>
                  <a:cubicBezTo>
                    <a:pt x="14" y="0"/>
                    <a:pt x="14" y="0"/>
                    <a:pt x="14"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1" name="Freeform 385">
              <a:extLst>
                <a:ext uri="{FF2B5EF4-FFF2-40B4-BE49-F238E27FC236}">
                  <a16:creationId xmlns:a16="http://schemas.microsoft.com/office/drawing/2014/main" id="{5672CEDF-C7C0-293D-4E60-0D269A9F2334}"/>
                </a:ext>
              </a:extLst>
            </p:cNvPr>
            <p:cNvSpPr>
              <a:spLocks noChangeArrowheads="1"/>
            </p:cNvSpPr>
            <p:nvPr/>
          </p:nvSpPr>
          <p:spPr bwMode="auto">
            <a:xfrm>
              <a:off x="3949700" y="5114925"/>
              <a:ext cx="34925" cy="34925"/>
            </a:xfrm>
            <a:custGeom>
              <a:avLst/>
              <a:gdLst>
                <a:gd name="T0" fmla="*/ 6 w 95"/>
                <a:gd name="T1" fmla="*/ 26 h 95"/>
                <a:gd name="T2" fmla="*/ 6 w 95"/>
                <a:gd name="T3" fmla="*/ 26 h 95"/>
                <a:gd name="T4" fmla="*/ 68 w 95"/>
                <a:gd name="T5" fmla="*/ 88 h 95"/>
                <a:gd name="T6" fmla="*/ 89 w 95"/>
                <a:gd name="T7" fmla="*/ 88 h 95"/>
                <a:gd name="T8" fmla="*/ 89 w 95"/>
                <a:gd name="T9" fmla="*/ 67 h 95"/>
                <a:gd name="T10" fmla="*/ 26 w 95"/>
                <a:gd name="T11" fmla="*/ 5 h 95"/>
                <a:gd name="T12" fmla="*/ 6 w 95"/>
                <a:gd name="T13" fmla="*/ 5 h 95"/>
                <a:gd name="T14" fmla="*/ 6 w 95"/>
                <a:gd name="T15" fmla="*/ 26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5" h="95">
                  <a:moveTo>
                    <a:pt x="6" y="26"/>
                  </a:moveTo>
                  <a:lnTo>
                    <a:pt x="6" y="26"/>
                  </a:lnTo>
                  <a:cubicBezTo>
                    <a:pt x="68" y="88"/>
                    <a:pt x="68" y="88"/>
                    <a:pt x="68" y="88"/>
                  </a:cubicBezTo>
                  <a:cubicBezTo>
                    <a:pt x="73" y="94"/>
                    <a:pt x="83" y="94"/>
                    <a:pt x="89" y="88"/>
                  </a:cubicBezTo>
                  <a:cubicBezTo>
                    <a:pt x="94" y="83"/>
                    <a:pt x="94" y="73"/>
                    <a:pt x="89" y="67"/>
                  </a:cubicBezTo>
                  <a:cubicBezTo>
                    <a:pt x="26" y="5"/>
                    <a:pt x="26" y="5"/>
                    <a:pt x="26" y="5"/>
                  </a:cubicBezTo>
                  <a:cubicBezTo>
                    <a:pt x="21" y="0"/>
                    <a:pt x="11" y="0"/>
                    <a:pt x="6" y="5"/>
                  </a:cubicBezTo>
                  <a:cubicBezTo>
                    <a:pt x="0" y="11"/>
                    <a:pt x="0" y="21"/>
                    <a:pt x="6"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2" name="Freeform 386">
              <a:extLst>
                <a:ext uri="{FF2B5EF4-FFF2-40B4-BE49-F238E27FC236}">
                  <a16:creationId xmlns:a16="http://schemas.microsoft.com/office/drawing/2014/main" id="{B4D21802-4149-6ABB-7B7D-DFA7641067D4}"/>
                </a:ext>
              </a:extLst>
            </p:cNvPr>
            <p:cNvSpPr>
              <a:spLocks noChangeArrowheads="1"/>
            </p:cNvSpPr>
            <p:nvPr/>
          </p:nvSpPr>
          <p:spPr bwMode="auto">
            <a:xfrm>
              <a:off x="3851275" y="5018088"/>
              <a:ext cx="33338" cy="34925"/>
            </a:xfrm>
            <a:custGeom>
              <a:avLst/>
              <a:gdLst>
                <a:gd name="T0" fmla="*/ 88 w 94"/>
                <a:gd name="T1" fmla="*/ 89 h 95"/>
                <a:gd name="T2" fmla="*/ 88 w 94"/>
                <a:gd name="T3" fmla="*/ 89 h 95"/>
                <a:gd name="T4" fmla="*/ 88 w 94"/>
                <a:gd name="T5" fmla="*/ 68 h 95"/>
                <a:gd name="T6" fmla="*/ 26 w 94"/>
                <a:gd name="T7" fmla="*/ 6 h 95"/>
                <a:gd name="T8" fmla="*/ 5 w 94"/>
                <a:gd name="T9" fmla="*/ 6 h 95"/>
                <a:gd name="T10" fmla="*/ 5 w 94"/>
                <a:gd name="T11" fmla="*/ 26 h 95"/>
                <a:gd name="T12" fmla="*/ 67 w 94"/>
                <a:gd name="T13" fmla="*/ 89 h 95"/>
                <a:gd name="T14" fmla="*/ 88 w 94"/>
                <a:gd name="T15" fmla="*/ 89 h 9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4" h="95">
                  <a:moveTo>
                    <a:pt x="88" y="89"/>
                  </a:moveTo>
                  <a:lnTo>
                    <a:pt x="88" y="89"/>
                  </a:lnTo>
                  <a:cubicBezTo>
                    <a:pt x="93" y="83"/>
                    <a:pt x="93" y="73"/>
                    <a:pt x="88" y="68"/>
                  </a:cubicBezTo>
                  <a:cubicBezTo>
                    <a:pt x="26" y="6"/>
                    <a:pt x="26" y="6"/>
                    <a:pt x="26" y="6"/>
                  </a:cubicBezTo>
                  <a:cubicBezTo>
                    <a:pt x="20" y="0"/>
                    <a:pt x="11" y="0"/>
                    <a:pt x="5" y="6"/>
                  </a:cubicBezTo>
                  <a:cubicBezTo>
                    <a:pt x="0" y="11"/>
                    <a:pt x="0" y="21"/>
                    <a:pt x="5" y="26"/>
                  </a:cubicBezTo>
                  <a:cubicBezTo>
                    <a:pt x="67" y="89"/>
                    <a:pt x="67" y="89"/>
                    <a:pt x="67" y="89"/>
                  </a:cubicBezTo>
                  <a:cubicBezTo>
                    <a:pt x="73" y="94"/>
                    <a:pt x="82" y="94"/>
                    <a:pt x="88"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3" name="Group 465">
            <a:extLst>
              <a:ext uri="{FF2B5EF4-FFF2-40B4-BE49-F238E27FC236}">
                <a16:creationId xmlns:a16="http://schemas.microsoft.com/office/drawing/2014/main" id="{1733407D-CA8B-88FE-04A8-F97E1F08C8B9}"/>
              </a:ext>
            </a:extLst>
          </p:cNvPr>
          <p:cNvGrpSpPr/>
          <p:nvPr/>
        </p:nvGrpSpPr>
        <p:grpSpPr>
          <a:xfrm>
            <a:off x="7453833" y="5204247"/>
            <a:ext cx="244475" cy="244475"/>
            <a:chOff x="6297613" y="5507038"/>
            <a:chExt cx="244475" cy="244475"/>
          </a:xfrm>
          <a:solidFill>
            <a:schemeClr val="accent4"/>
          </a:solidFill>
        </p:grpSpPr>
        <p:sp>
          <p:nvSpPr>
            <p:cNvPr id="464" name="Freeform 387">
              <a:extLst>
                <a:ext uri="{FF2B5EF4-FFF2-40B4-BE49-F238E27FC236}">
                  <a16:creationId xmlns:a16="http://schemas.microsoft.com/office/drawing/2014/main" id="{AA2C2311-4D0D-450C-9BEC-165A6499C347}"/>
                </a:ext>
              </a:extLst>
            </p:cNvPr>
            <p:cNvSpPr>
              <a:spLocks noChangeArrowheads="1"/>
            </p:cNvSpPr>
            <p:nvPr/>
          </p:nvSpPr>
          <p:spPr bwMode="auto">
            <a:xfrm>
              <a:off x="6297613" y="5507038"/>
              <a:ext cx="244475" cy="244475"/>
            </a:xfrm>
            <a:custGeom>
              <a:avLst/>
              <a:gdLst>
                <a:gd name="T0" fmla="*/ 340 w 680"/>
                <a:gd name="T1" fmla="*/ 0 h 679"/>
                <a:gd name="T2" fmla="*/ 340 w 680"/>
                <a:gd name="T3" fmla="*/ 0 h 679"/>
                <a:gd name="T4" fmla="*/ 0 w 680"/>
                <a:gd name="T5" fmla="*/ 339 h 679"/>
                <a:gd name="T6" fmla="*/ 340 w 680"/>
                <a:gd name="T7" fmla="*/ 678 h 679"/>
                <a:gd name="T8" fmla="*/ 679 w 680"/>
                <a:gd name="T9" fmla="*/ 339 h 679"/>
                <a:gd name="T10" fmla="*/ 340 w 680"/>
                <a:gd name="T11" fmla="*/ 0 h 679"/>
                <a:gd name="T12" fmla="*/ 143 w 680"/>
                <a:gd name="T13" fmla="*/ 577 h 679"/>
                <a:gd name="T14" fmla="*/ 143 w 680"/>
                <a:gd name="T15" fmla="*/ 577 h 679"/>
                <a:gd name="T16" fmla="*/ 340 w 680"/>
                <a:gd name="T17" fmla="*/ 472 h 679"/>
                <a:gd name="T18" fmla="*/ 538 w 680"/>
                <a:gd name="T19" fmla="*/ 577 h 679"/>
                <a:gd name="T20" fmla="*/ 340 w 680"/>
                <a:gd name="T21" fmla="*/ 649 h 679"/>
                <a:gd name="T22" fmla="*/ 143 w 680"/>
                <a:gd name="T23" fmla="*/ 577 h 679"/>
                <a:gd name="T24" fmla="*/ 560 w 680"/>
                <a:gd name="T25" fmla="*/ 558 h 679"/>
                <a:gd name="T26" fmla="*/ 560 w 680"/>
                <a:gd name="T27" fmla="*/ 558 h 679"/>
                <a:gd name="T28" fmla="*/ 340 w 680"/>
                <a:gd name="T29" fmla="*/ 442 h 679"/>
                <a:gd name="T30" fmla="*/ 121 w 680"/>
                <a:gd name="T31" fmla="*/ 558 h 679"/>
                <a:gd name="T32" fmla="*/ 31 w 680"/>
                <a:gd name="T33" fmla="*/ 339 h 679"/>
                <a:gd name="T34" fmla="*/ 121 w 680"/>
                <a:gd name="T35" fmla="*/ 120 h 679"/>
                <a:gd name="T36" fmla="*/ 340 w 680"/>
                <a:gd name="T37" fmla="*/ 30 h 679"/>
                <a:gd name="T38" fmla="*/ 559 w 680"/>
                <a:gd name="T39" fmla="*/ 120 h 679"/>
                <a:gd name="T40" fmla="*/ 650 w 680"/>
                <a:gd name="T41" fmla="*/ 339 h 679"/>
                <a:gd name="T42" fmla="*/ 560 w 680"/>
                <a:gd name="T43" fmla="*/ 558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80" h="679">
                  <a:moveTo>
                    <a:pt x="340" y="0"/>
                  </a:moveTo>
                  <a:lnTo>
                    <a:pt x="340" y="0"/>
                  </a:lnTo>
                  <a:cubicBezTo>
                    <a:pt x="152" y="0"/>
                    <a:pt x="0" y="152"/>
                    <a:pt x="0" y="339"/>
                  </a:cubicBezTo>
                  <a:cubicBezTo>
                    <a:pt x="0" y="526"/>
                    <a:pt x="152" y="678"/>
                    <a:pt x="340" y="678"/>
                  </a:cubicBezTo>
                  <a:cubicBezTo>
                    <a:pt x="527" y="678"/>
                    <a:pt x="679" y="526"/>
                    <a:pt x="679" y="339"/>
                  </a:cubicBezTo>
                  <a:cubicBezTo>
                    <a:pt x="679" y="152"/>
                    <a:pt x="527" y="0"/>
                    <a:pt x="340" y="0"/>
                  </a:cubicBezTo>
                  <a:close/>
                  <a:moveTo>
                    <a:pt x="143" y="577"/>
                  </a:moveTo>
                  <a:lnTo>
                    <a:pt x="143" y="577"/>
                  </a:lnTo>
                  <a:cubicBezTo>
                    <a:pt x="179" y="515"/>
                    <a:pt x="253" y="472"/>
                    <a:pt x="340" y="472"/>
                  </a:cubicBezTo>
                  <a:cubicBezTo>
                    <a:pt x="427" y="472"/>
                    <a:pt x="502" y="515"/>
                    <a:pt x="538" y="577"/>
                  </a:cubicBezTo>
                  <a:cubicBezTo>
                    <a:pt x="484" y="621"/>
                    <a:pt x="415" y="649"/>
                    <a:pt x="340" y="649"/>
                  </a:cubicBezTo>
                  <a:cubicBezTo>
                    <a:pt x="264" y="649"/>
                    <a:pt x="197" y="621"/>
                    <a:pt x="143" y="577"/>
                  </a:cubicBezTo>
                  <a:close/>
                  <a:moveTo>
                    <a:pt x="560" y="558"/>
                  </a:moveTo>
                  <a:lnTo>
                    <a:pt x="560" y="558"/>
                  </a:lnTo>
                  <a:cubicBezTo>
                    <a:pt x="517" y="489"/>
                    <a:pt x="434" y="442"/>
                    <a:pt x="340" y="442"/>
                  </a:cubicBezTo>
                  <a:cubicBezTo>
                    <a:pt x="246" y="442"/>
                    <a:pt x="163" y="489"/>
                    <a:pt x="121" y="558"/>
                  </a:cubicBezTo>
                  <a:cubicBezTo>
                    <a:pt x="65" y="501"/>
                    <a:pt x="31" y="424"/>
                    <a:pt x="31" y="339"/>
                  </a:cubicBezTo>
                  <a:cubicBezTo>
                    <a:pt x="31" y="254"/>
                    <a:pt x="65" y="176"/>
                    <a:pt x="121" y="120"/>
                  </a:cubicBezTo>
                  <a:cubicBezTo>
                    <a:pt x="177" y="64"/>
                    <a:pt x="255" y="30"/>
                    <a:pt x="340" y="30"/>
                  </a:cubicBezTo>
                  <a:cubicBezTo>
                    <a:pt x="426" y="30"/>
                    <a:pt x="503" y="64"/>
                    <a:pt x="559" y="120"/>
                  </a:cubicBezTo>
                  <a:cubicBezTo>
                    <a:pt x="615" y="176"/>
                    <a:pt x="650" y="254"/>
                    <a:pt x="650" y="339"/>
                  </a:cubicBezTo>
                  <a:cubicBezTo>
                    <a:pt x="650" y="424"/>
                    <a:pt x="615" y="501"/>
                    <a:pt x="560"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5" name="Freeform 388">
              <a:extLst>
                <a:ext uri="{FF2B5EF4-FFF2-40B4-BE49-F238E27FC236}">
                  <a16:creationId xmlns:a16="http://schemas.microsoft.com/office/drawing/2014/main" id="{9337367A-8F0C-9DCD-BC5B-349D63AAC2B7}"/>
                </a:ext>
              </a:extLst>
            </p:cNvPr>
            <p:cNvSpPr>
              <a:spLocks noChangeArrowheads="1"/>
            </p:cNvSpPr>
            <p:nvPr/>
          </p:nvSpPr>
          <p:spPr bwMode="auto">
            <a:xfrm>
              <a:off x="6383338" y="5549900"/>
              <a:ext cx="74612" cy="96838"/>
            </a:xfrm>
            <a:custGeom>
              <a:avLst/>
              <a:gdLst>
                <a:gd name="T0" fmla="*/ 103 w 208"/>
                <a:gd name="T1" fmla="*/ 0 h 268"/>
                <a:gd name="T2" fmla="*/ 103 w 208"/>
                <a:gd name="T3" fmla="*/ 0 h 268"/>
                <a:gd name="T4" fmla="*/ 29 w 208"/>
                <a:gd name="T5" fmla="*/ 32 h 268"/>
                <a:gd name="T6" fmla="*/ 0 w 208"/>
                <a:gd name="T7" fmla="*/ 108 h 268"/>
                <a:gd name="T8" fmla="*/ 0 w 208"/>
                <a:gd name="T9" fmla="*/ 160 h 268"/>
                <a:gd name="T10" fmla="*/ 29 w 208"/>
                <a:gd name="T11" fmla="*/ 235 h 268"/>
                <a:gd name="T12" fmla="*/ 103 w 208"/>
                <a:gd name="T13" fmla="*/ 267 h 268"/>
                <a:gd name="T14" fmla="*/ 176 w 208"/>
                <a:gd name="T15" fmla="*/ 235 h 268"/>
                <a:gd name="T16" fmla="*/ 207 w 208"/>
                <a:gd name="T17" fmla="*/ 160 h 268"/>
                <a:gd name="T18" fmla="*/ 207 w 208"/>
                <a:gd name="T19" fmla="*/ 108 h 268"/>
                <a:gd name="T20" fmla="*/ 176 w 208"/>
                <a:gd name="T21" fmla="*/ 32 h 268"/>
                <a:gd name="T22" fmla="*/ 103 w 208"/>
                <a:gd name="T23" fmla="*/ 0 h 268"/>
                <a:gd name="T24" fmla="*/ 154 w 208"/>
                <a:gd name="T25" fmla="*/ 214 h 268"/>
                <a:gd name="T26" fmla="*/ 154 w 208"/>
                <a:gd name="T27" fmla="*/ 214 h 268"/>
                <a:gd name="T28" fmla="*/ 103 w 208"/>
                <a:gd name="T29" fmla="*/ 236 h 268"/>
                <a:gd name="T30" fmla="*/ 52 w 208"/>
                <a:gd name="T31" fmla="*/ 214 h 268"/>
                <a:gd name="T32" fmla="*/ 30 w 208"/>
                <a:gd name="T33" fmla="*/ 160 h 268"/>
                <a:gd name="T34" fmla="*/ 30 w 208"/>
                <a:gd name="T35" fmla="*/ 108 h 268"/>
                <a:gd name="T36" fmla="*/ 52 w 208"/>
                <a:gd name="T37" fmla="*/ 54 h 268"/>
                <a:gd name="T38" fmla="*/ 103 w 208"/>
                <a:gd name="T39" fmla="*/ 32 h 268"/>
                <a:gd name="T40" fmla="*/ 154 w 208"/>
                <a:gd name="T41" fmla="*/ 54 h 268"/>
                <a:gd name="T42" fmla="*/ 176 w 208"/>
                <a:gd name="T43" fmla="*/ 108 h 268"/>
                <a:gd name="T44" fmla="*/ 176 w 208"/>
                <a:gd name="T45" fmla="*/ 160 h 268"/>
                <a:gd name="T46" fmla="*/ 154 w 208"/>
                <a:gd name="T47" fmla="*/ 214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8" h="268">
                  <a:moveTo>
                    <a:pt x="103" y="0"/>
                  </a:moveTo>
                  <a:lnTo>
                    <a:pt x="103" y="0"/>
                  </a:lnTo>
                  <a:cubicBezTo>
                    <a:pt x="74" y="0"/>
                    <a:pt x="48" y="12"/>
                    <a:pt x="29" y="32"/>
                  </a:cubicBezTo>
                  <a:cubicBezTo>
                    <a:pt x="11" y="51"/>
                    <a:pt x="0" y="79"/>
                    <a:pt x="0" y="108"/>
                  </a:cubicBezTo>
                  <a:cubicBezTo>
                    <a:pt x="0" y="160"/>
                    <a:pt x="0" y="160"/>
                    <a:pt x="0" y="160"/>
                  </a:cubicBezTo>
                  <a:cubicBezTo>
                    <a:pt x="0" y="189"/>
                    <a:pt x="11" y="215"/>
                    <a:pt x="29" y="235"/>
                  </a:cubicBezTo>
                  <a:cubicBezTo>
                    <a:pt x="48" y="254"/>
                    <a:pt x="74" y="267"/>
                    <a:pt x="103" y="267"/>
                  </a:cubicBezTo>
                  <a:cubicBezTo>
                    <a:pt x="132" y="267"/>
                    <a:pt x="158" y="254"/>
                    <a:pt x="176" y="235"/>
                  </a:cubicBezTo>
                  <a:cubicBezTo>
                    <a:pt x="196" y="215"/>
                    <a:pt x="207" y="189"/>
                    <a:pt x="207" y="160"/>
                  </a:cubicBezTo>
                  <a:cubicBezTo>
                    <a:pt x="207" y="108"/>
                    <a:pt x="207" y="108"/>
                    <a:pt x="207" y="108"/>
                  </a:cubicBezTo>
                  <a:cubicBezTo>
                    <a:pt x="207" y="79"/>
                    <a:pt x="196" y="51"/>
                    <a:pt x="176" y="32"/>
                  </a:cubicBezTo>
                  <a:cubicBezTo>
                    <a:pt x="158" y="12"/>
                    <a:pt x="132" y="0"/>
                    <a:pt x="103" y="0"/>
                  </a:cubicBezTo>
                  <a:close/>
                  <a:moveTo>
                    <a:pt x="154" y="214"/>
                  </a:moveTo>
                  <a:lnTo>
                    <a:pt x="154" y="214"/>
                  </a:lnTo>
                  <a:cubicBezTo>
                    <a:pt x="141" y="228"/>
                    <a:pt x="123" y="236"/>
                    <a:pt x="103" y="236"/>
                  </a:cubicBezTo>
                  <a:cubicBezTo>
                    <a:pt x="83" y="236"/>
                    <a:pt x="65" y="228"/>
                    <a:pt x="52" y="214"/>
                  </a:cubicBezTo>
                  <a:cubicBezTo>
                    <a:pt x="38" y="200"/>
                    <a:pt x="30" y="181"/>
                    <a:pt x="30" y="160"/>
                  </a:cubicBezTo>
                  <a:cubicBezTo>
                    <a:pt x="30" y="108"/>
                    <a:pt x="30" y="108"/>
                    <a:pt x="30" y="108"/>
                  </a:cubicBezTo>
                  <a:cubicBezTo>
                    <a:pt x="30" y="86"/>
                    <a:pt x="38" y="68"/>
                    <a:pt x="52" y="54"/>
                  </a:cubicBezTo>
                  <a:cubicBezTo>
                    <a:pt x="65" y="40"/>
                    <a:pt x="83" y="32"/>
                    <a:pt x="103" y="32"/>
                  </a:cubicBezTo>
                  <a:cubicBezTo>
                    <a:pt x="123" y="32"/>
                    <a:pt x="141" y="40"/>
                    <a:pt x="154" y="54"/>
                  </a:cubicBezTo>
                  <a:cubicBezTo>
                    <a:pt x="168" y="68"/>
                    <a:pt x="176" y="86"/>
                    <a:pt x="176" y="108"/>
                  </a:cubicBezTo>
                  <a:cubicBezTo>
                    <a:pt x="176" y="160"/>
                    <a:pt x="176" y="160"/>
                    <a:pt x="176" y="160"/>
                  </a:cubicBezTo>
                  <a:cubicBezTo>
                    <a:pt x="176" y="181"/>
                    <a:pt x="168" y="200"/>
                    <a:pt x="154"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66" name="Group 468">
            <a:extLst>
              <a:ext uri="{FF2B5EF4-FFF2-40B4-BE49-F238E27FC236}">
                <a16:creationId xmlns:a16="http://schemas.microsoft.com/office/drawing/2014/main" id="{C5E14B1B-3F58-DB70-F00D-5C1238D68892}"/>
              </a:ext>
            </a:extLst>
          </p:cNvPr>
          <p:cNvGrpSpPr/>
          <p:nvPr/>
        </p:nvGrpSpPr>
        <p:grpSpPr>
          <a:xfrm>
            <a:off x="6531495" y="5713041"/>
            <a:ext cx="53975" cy="255587"/>
            <a:chOff x="5375275" y="6011863"/>
            <a:chExt cx="53975" cy="255587"/>
          </a:xfrm>
          <a:solidFill>
            <a:schemeClr val="accent4"/>
          </a:solidFill>
        </p:grpSpPr>
        <p:sp>
          <p:nvSpPr>
            <p:cNvPr id="467" name="Freeform 389">
              <a:extLst>
                <a:ext uri="{FF2B5EF4-FFF2-40B4-BE49-F238E27FC236}">
                  <a16:creationId xmlns:a16="http://schemas.microsoft.com/office/drawing/2014/main" id="{C82E5887-03A2-A8DD-DF24-C5B91AB1EFFA}"/>
                </a:ext>
              </a:extLst>
            </p:cNvPr>
            <p:cNvSpPr>
              <a:spLocks noChangeArrowheads="1"/>
            </p:cNvSpPr>
            <p:nvPr/>
          </p:nvSpPr>
          <p:spPr bwMode="auto">
            <a:xfrm>
              <a:off x="5375275" y="6213475"/>
              <a:ext cx="53975" cy="53975"/>
            </a:xfrm>
            <a:custGeom>
              <a:avLst/>
              <a:gdLst>
                <a:gd name="T0" fmla="*/ 75 w 149"/>
                <a:gd name="T1" fmla="*/ 0 h 149"/>
                <a:gd name="T2" fmla="*/ 75 w 149"/>
                <a:gd name="T3" fmla="*/ 0 h 149"/>
                <a:gd name="T4" fmla="*/ 0 w 149"/>
                <a:gd name="T5" fmla="*/ 74 h 149"/>
                <a:gd name="T6" fmla="*/ 75 w 149"/>
                <a:gd name="T7" fmla="*/ 148 h 149"/>
                <a:gd name="T8" fmla="*/ 148 w 149"/>
                <a:gd name="T9" fmla="*/ 74 h 149"/>
                <a:gd name="T10" fmla="*/ 75 w 149"/>
                <a:gd name="T11" fmla="*/ 0 h 149"/>
                <a:gd name="T12" fmla="*/ 75 w 149"/>
                <a:gd name="T13" fmla="*/ 118 h 149"/>
                <a:gd name="T14" fmla="*/ 75 w 149"/>
                <a:gd name="T15" fmla="*/ 118 h 149"/>
                <a:gd name="T16" fmla="*/ 30 w 149"/>
                <a:gd name="T17" fmla="*/ 74 h 149"/>
                <a:gd name="T18" fmla="*/ 75 w 149"/>
                <a:gd name="T19" fmla="*/ 29 h 149"/>
                <a:gd name="T20" fmla="*/ 119 w 149"/>
                <a:gd name="T21" fmla="*/ 74 h 149"/>
                <a:gd name="T22" fmla="*/ 75 w 149"/>
                <a:gd name="T23" fmla="*/ 118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5" y="0"/>
                  </a:moveTo>
                  <a:lnTo>
                    <a:pt x="75" y="0"/>
                  </a:lnTo>
                  <a:cubicBezTo>
                    <a:pt x="33" y="0"/>
                    <a:pt x="0" y="34"/>
                    <a:pt x="0" y="74"/>
                  </a:cubicBezTo>
                  <a:cubicBezTo>
                    <a:pt x="0" y="115"/>
                    <a:pt x="33" y="148"/>
                    <a:pt x="75" y="148"/>
                  </a:cubicBezTo>
                  <a:cubicBezTo>
                    <a:pt x="115" y="148"/>
                    <a:pt x="148" y="115"/>
                    <a:pt x="148" y="74"/>
                  </a:cubicBezTo>
                  <a:cubicBezTo>
                    <a:pt x="148" y="34"/>
                    <a:pt x="115" y="0"/>
                    <a:pt x="75" y="0"/>
                  </a:cubicBezTo>
                  <a:close/>
                  <a:moveTo>
                    <a:pt x="75" y="118"/>
                  </a:moveTo>
                  <a:lnTo>
                    <a:pt x="75" y="118"/>
                  </a:lnTo>
                  <a:cubicBezTo>
                    <a:pt x="50" y="118"/>
                    <a:pt x="30" y="99"/>
                    <a:pt x="30" y="74"/>
                  </a:cubicBezTo>
                  <a:cubicBezTo>
                    <a:pt x="30" y="50"/>
                    <a:pt x="50" y="29"/>
                    <a:pt x="75" y="29"/>
                  </a:cubicBezTo>
                  <a:cubicBezTo>
                    <a:pt x="98" y="29"/>
                    <a:pt x="119" y="50"/>
                    <a:pt x="119" y="74"/>
                  </a:cubicBezTo>
                  <a:cubicBezTo>
                    <a:pt x="119" y="99"/>
                    <a:pt x="98" y="118"/>
                    <a:pt x="75" y="1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68" name="Freeform 390">
              <a:extLst>
                <a:ext uri="{FF2B5EF4-FFF2-40B4-BE49-F238E27FC236}">
                  <a16:creationId xmlns:a16="http://schemas.microsoft.com/office/drawing/2014/main" id="{914F3A01-14C1-22DC-8267-28B30CCEAC41}"/>
                </a:ext>
              </a:extLst>
            </p:cNvPr>
            <p:cNvSpPr>
              <a:spLocks noChangeArrowheads="1"/>
            </p:cNvSpPr>
            <p:nvPr/>
          </p:nvSpPr>
          <p:spPr bwMode="auto">
            <a:xfrm>
              <a:off x="5376863" y="6011863"/>
              <a:ext cx="50800" cy="180975"/>
            </a:xfrm>
            <a:custGeom>
              <a:avLst/>
              <a:gdLst>
                <a:gd name="T0" fmla="*/ 71 w 141"/>
                <a:gd name="T1" fmla="*/ 500 h 501"/>
                <a:gd name="T2" fmla="*/ 71 w 141"/>
                <a:gd name="T3" fmla="*/ 500 h 501"/>
                <a:gd name="T4" fmla="*/ 84 w 141"/>
                <a:gd name="T5" fmla="*/ 488 h 501"/>
                <a:gd name="T6" fmla="*/ 140 w 141"/>
                <a:gd name="T7" fmla="*/ 50 h 501"/>
                <a:gd name="T8" fmla="*/ 140 w 141"/>
                <a:gd name="T9" fmla="*/ 44 h 501"/>
                <a:gd name="T10" fmla="*/ 95 w 141"/>
                <a:gd name="T11" fmla="*/ 0 h 501"/>
                <a:gd name="T12" fmla="*/ 44 w 141"/>
                <a:gd name="T13" fmla="*/ 0 h 501"/>
                <a:gd name="T14" fmla="*/ 0 w 141"/>
                <a:gd name="T15" fmla="*/ 44 h 501"/>
                <a:gd name="T16" fmla="*/ 0 w 141"/>
                <a:gd name="T17" fmla="*/ 50 h 501"/>
                <a:gd name="T18" fmla="*/ 55 w 141"/>
                <a:gd name="T19" fmla="*/ 488 h 501"/>
                <a:gd name="T20" fmla="*/ 71 w 141"/>
                <a:gd name="T21" fmla="*/ 500 h 501"/>
                <a:gd name="T22" fmla="*/ 30 w 141"/>
                <a:gd name="T23" fmla="*/ 44 h 501"/>
                <a:gd name="T24" fmla="*/ 30 w 141"/>
                <a:gd name="T25" fmla="*/ 44 h 501"/>
                <a:gd name="T26" fmla="*/ 35 w 141"/>
                <a:gd name="T27" fmla="*/ 33 h 501"/>
                <a:gd name="T28" fmla="*/ 44 w 141"/>
                <a:gd name="T29" fmla="*/ 29 h 501"/>
                <a:gd name="T30" fmla="*/ 95 w 141"/>
                <a:gd name="T31" fmla="*/ 29 h 501"/>
                <a:gd name="T32" fmla="*/ 111 w 141"/>
                <a:gd name="T33" fmla="*/ 44 h 501"/>
                <a:gd name="T34" fmla="*/ 111 w 141"/>
                <a:gd name="T35" fmla="*/ 46 h 501"/>
                <a:gd name="T36" fmla="*/ 71 w 141"/>
                <a:gd name="T37" fmla="*/ 367 h 501"/>
                <a:gd name="T38" fmla="*/ 30 w 141"/>
                <a:gd name="T39" fmla="*/ 46 h 501"/>
                <a:gd name="T40" fmla="*/ 30 w 141"/>
                <a:gd name="T41" fmla="*/ 44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1" h="501">
                  <a:moveTo>
                    <a:pt x="71" y="500"/>
                  </a:moveTo>
                  <a:lnTo>
                    <a:pt x="71" y="500"/>
                  </a:lnTo>
                  <a:cubicBezTo>
                    <a:pt x="77" y="500"/>
                    <a:pt x="84" y="495"/>
                    <a:pt x="84" y="488"/>
                  </a:cubicBezTo>
                  <a:cubicBezTo>
                    <a:pt x="140" y="50"/>
                    <a:pt x="140" y="50"/>
                    <a:pt x="140" y="50"/>
                  </a:cubicBezTo>
                  <a:cubicBezTo>
                    <a:pt x="140" y="47"/>
                    <a:pt x="140" y="46"/>
                    <a:pt x="140" y="44"/>
                  </a:cubicBezTo>
                  <a:cubicBezTo>
                    <a:pt x="140" y="19"/>
                    <a:pt x="120" y="0"/>
                    <a:pt x="95" y="0"/>
                  </a:cubicBezTo>
                  <a:cubicBezTo>
                    <a:pt x="44" y="0"/>
                    <a:pt x="44" y="0"/>
                    <a:pt x="44" y="0"/>
                  </a:cubicBezTo>
                  <a:cubicBezTo>
                    <a:pt x="19" y="0"/>
                    <a:pt x="0" y="19"/>
                    <a:pt x="0" y="44"/>
                  </a:cubicBezTo>
                  <a:cubicBezTo>
                    <a:pt x="0" y="46"/>
                    <a:pt x="0" y="47"/>
                    <a:pt x="0" y="50"/>
                  </a:cubicBezTo>
                  <a:cubicBezTo>
                    <a:pt x="55" y="488"/>
                    <a:pt x="55" y="488"/>
                    <a:pt x="55" y="488"/>
                  </a:cubicBezTo>
                  <a:cubicBezTo>
                    <a:pt x="57" y="495"/>
                    <a:pt x="62" y="500"/>
                    <a:pt x="71" y="500"/>
                  </a:cubicBezTo>
                  <a:close/>
                  <a:moveTo>
                    <a:pt x="30" y="44"/>
                  </a:moveTo>
                  <a:lnTo>
                    <a:pt x="30" y="44"/>
                  </a:lnTo>
                  <a:cubicBezTo>
                    <a:pt x="30" y="40"/>
                    <a:pt x="32" y="36"/>
                    <a:pt x="35" y="33"/>
                  </a:cubicBezTo>
                  <a:cubicBezTo>
                    <a:pt x="37" y="30"/>
                    <a:pt x="40" y="29"/>
                    <a:pt x="44" y="29"/>
                  </a:cubicBezTo>
                  <a:cubicBezTo>
                    <a:pt x="95" y="29"/>
                    <a:pt x="95" y="29"/>
                    <a:pt x="95" y="29"/>
                  </a:cubicBezTo>
                  <a:cubicBezTo>
                    <a:pt x="104" y="29"/>
                    <a:pt x="111" y="36"/>
                    <a:pt x="111" y="44"/>
                  </a:cubicBezTo>
                  <a:cubicBezTo>
                    <a:pt x="111" y="46"/>
                    <a:pt x="111" y="46"/>
                    <a:pt x="111" y="46"/>
                  </a:cubicBezTo>
                  <a:cubicBezTo>
                    <a:pt x="71" y="367"/>
                    <a:pt x="71" y="367"/>
                    <a:pt x="71" y="367"/>
                  </a:cubicBezTo>
                  <a:cubicBezTo>
                    <a:pt x="30" y="46"/>
                    <a:pt x="30" y="46"/>
                    <a:pt x="30" y="46"/>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69" name="Freeform 391">
            <a:extLst>
              <a:ext uri="{FF2B5EF4-FFF2-40B4-BE49-F238E27FC236}">
                <a16:creationId xmlns:a16="http://schemas.microsoft.com/office/drawing/2014/main" id="{276E85BA-1FEC-8C6C-8E7F-7E3B62800AFA}"/>
              </a:ext>
            </a:extLst>
          </p:cNvPr>
          <p:cNvSpPr>
            <a:spLocks noChangeArrowheads="1"/>
          </p:cNvSpPr>
          <p:nvPr/>
        </p:nvSpPr>
        <p:spPr bwMode="auto">
          <a:xfrm>
            <a:off x="5407545" y="4181897"/>
            <a:ext cx="244475" cy="265113"/>
          </a:xfrm>
          <a:custGeom>
            <a:avLst/>
            <a:gdLst>
              <a:gd name="T0" fmla="*/ 678 w 679"/>
              <a:gd name="T1" fmla="*/ 369 h 738"/>
              <a:gd name="T2" fmla="*/ 383 w 679"/>
              <a:gd name="T3" fmla="*/ 15 h 738"/>
              <a:gd name="T4" fmla="*/ 354 w 679"/>
              <a:gd name="T5" fmla="*/ 15 h 738"/>
              <a:gd name="T6" fmla="*/ 227 w 679"/>
              <a:gd name="T7" fmla="*/ 94 h 738"/>
              <a:gd name="T8" fmla="*/ 184 w 679"/>
              <a:gd name="T9" fmla="*/ 49 h 738"/>
              <a:gd name="T10" fmla="*/ 202 w 679"/>
              <a:gd name="T11" fmla="*/ 109 h 738"/>
              <a:gd name="T12" fmla="*/ 69 w 679"/>
              <a:gd name="T13" fmla="*/ 179 h 738"/>
              <a:gd name="T14" fmla="*/ 55 w 679"/>
              <a:gd name="T15" fmla="*/ 204 h 738"/>
              <a:gd name="T16" fmla="*/ 59 w 679"/>
              <a:gd name="T17" fmla="*/ 353 h 738"/>
              <a:gd name="T18" fmla="*/ 0 w 679"/>
              <a:gd name="T19" fmla="*/ 369 h 738"/>
              <a:gd name="T20" fmla="*/ 59 w 679"/>
              <a:gd name="T21" fmla="*/ 384 h 738"/>
              <a:gd name="T22" fmla="*/ 55 w 679"/>
              <a:gd name="T23" fmla="*/ 533 h 738"/>
              <a:gd name="T24" fmla="*/ 69 w 679"/>
              <a:gd name="T25" fmla="*/ 558 h 738"/>
              <a:gd name="T26" fmla="*/ 202 w 679"/>
              <a:gd name="T27" fmla="*/ 628 h 738"/>
              <a:gd name="T28" fmla="*/ 184 w 679"/>
              <a:gd name="T29" fmla="*/ 688 h 738"/>
              <a:gd name="T30" fmla="*/ 227 w 679"/>
              <a:gd name="T31" fmla="*/ 643 h 738"/>
              <a:gd name="T32" fmla="*/ 354 w 679"/>
              <a:gd name="T33" fmla="*/ 722 h 738"/>
              <a:gd name="T34" fmla="*/ 383 w 679"/>
              <a:gd name="T35" fmla="*/ 722 h 738"/>
              <a:gd name="T36" fmla="*/ 678 w 679"/>
              <a:gd name="T37" fmla="*/ 369 h 738"/>
              <a:gd name="T38" fmla="*/ 555 w 679"/>
              <a:gd name="T39" fmla="*/ 161 h 738"/>
              <a:gd name="T40" fmla="*/ 383 w 679"/>
              <a:gd name="T41" fmla="*/ 228 h 738"/>
              <a:gd name="T42" fmla="*/ 555 w 679"/>
              <a:gd name="T43" fmla="*/ 161 h 738"/>
              <a:gd name="T44" fmla="*/ 619 w 679"/>
              <a:gd name="T45" fmla="*/ 244 h 738"/>
              <a:gd name="T46" fmla="*/ 383 w 679"/>
              <a:gd name="T47" fmla="*/ 375 h 738"/>
              <a:gd name="T48" fmla="*/ 619 w 679"/>
              <a:gd name="T49" fmla="*/ 244 h 738"/>
              <a:gd name="T50" fmla="*/ 383 w 679"/>
              <a:gd name="T51" fmla="*/ 186 h 738"/>
              <a:gd name="T52" fmla="*/ 463 w 679"/>
              <a:gd name="T53" fmla="*/ 106 h 738"/>
              <a:gd name="T54" fmla="*/ 383 w 679"/>
              <a:gd name="T55" fmla="*/ 522 h 738"/>
              <a:gd name="T56" fmla="*/ 631 w 679"/>
              <a:gd name="T57" fmla="*/ 273 h 738"/>
              <a:gd name="T58" fmla="*/ 383 w 679"/>
              <a:gd name="T59" fmla="*/ 628 h 738"/>
              <a:gd name="T60" fmla="*/ 88 w 679"/>
              <a:gd name="T61" fmla="*/ 369 h 738"/>
              <a:gd name="T62" fmla="*/ 88 w 679"/>
              <a:gd name="T63" fmla="*/ 369 h 738"/>
              <a:gd name="T64" fmla="*/ 170 w 679"/>
              <a:gd name="T65" fmla="*/ 171 h 738"/>
              <a:gd name="T66" fmla="*/ 354 w 679"/>
              <a:gd name="T67" fmla="*/ 647 h 738"/>
              <a:gd name="T68" fmla="*/ 88 w 679"/>
              <a:gd name="T69" fmla="*/ 369 h 738"/>
              <a:gd name="T70" fmla="*/ 566 w 679"/>
              <a:gd name="T71" fmla="*/ 566 h 738"/>
              <a:gd name="T72" fmla="*/ 645 w 679"/>
              <a:gd name="T73" fmla="*/ 407 h 7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79" h="738">
                <a:moveTo>
                  <a:pt x="678" y="369"/>
                </a:moveTo>
                <a:lnTo>
                  <a:pt x="678" y="369"/>
                </a:lnTo>
                <a:cubicBezTo>
                  <a:pt x="678" y="203"/>
                  <a:pt x="547" y="67"/>
                  <a:pt x="383" y="61"/>
                </a:cubicBezTo>
                <a:cubicBezTo>
                  <a:pt x="383" y="15"/>
                  <a:pt x="383" y="15"/>
                  <a:pt x="383" y="15"/>
                </a:cubicBezTo>
                <a:cubicBezTo>
                  <a:pt x="383" y="7"/>
                  <a:pt x="377" y="0"/>
                  <a:pt x="369" y="0"/>
                </a:cubicBezTo>
                <a:cubicBezTo>
                  <a:pt x="361" y="0"/>
                  <a:pt x="354" y="7"/>
                  <a:pt x="354" y="15"/>
                </a:cubicBezTo>
                <a:cubicBezTo>
                  <a:pt x="354" y="61"/>
                  <a:pt x="354" y="61"/>
                  <a:pt x="354" y="61"/>
                </a:cubicBezTo>
                <a:cubicBezTo>
                  <a:pt x="308" y="62"/>
                  <a:pt x="265" y="74"/>
                  <a:pt x="227" y="94"/>
                </a:cubicBezTo>
                <a:cubicBezTo>
                  <a:pt x="204" y="55"/>
                  <a:pt x="204" y="55"/>
                  <a:pt x="204" y="55"/>
                </a:cubicBezTo>
                <a:cubicBezTo>
                  <a:pt x="200" y="48"/>
                  <a:pt x="192" y="45"/>
                  <a:pt x="184" y="49"/>
                </a:cubicBezTo>
                <a:cubicBezTo>
                  <a:pt x="177" y="54"/>
                  <a:pt x="175" y="63"/>
                  <a:pt x="180" y="70"/>
                </a:cubicBezTo>
                <a:cubicBezTo>
                  <a:pt x="202" y="109"/>
                  <a:pt x="202" y="109"/>
                  <a:pt x="202" y="109"/>
                </a:cubicBezTo>
                <a:cubicBezTo>
                  <a:pt x="164" y="132"/>
                  <a:pt x="133" y="164"/>
                  <a:pt x="108" y="201"/>
                </a:cubicBezTo>
                <a:cubicBezTo>
                  <a:pt x="69" y="179"/>
                  <a:pt x="69" y="179"/>
                  <a:pt x="69" y="179"/>
                </a:cubicBezTo>
                <a:cubicBezTo>
                  <a:pt x="62" y="175"/>
                  <a:pt x="54" y="178"/>
                  <a:pt x="50" y="185"/>
                </a:cubicBezTo>
                <a:cubicBezTo>
                  <a:pt x="46" y="192"/>
                  <a:pt x="48" y="200"/>
                  <a:pt x="55" y="204"/>
                </a:cubicBezTo>
                <a:cubicBezTo>
                  <a:pt x="94" y="228"/>
                  <a:pt x="94" y="228"/>
                  <a:pt x="94" y="228"/>
                </a:cubicBezTo>
                <a:cubicBezTo>
                  <a:pt x="73" y="265"/>
                  <a:pt x="62" y="308"/>
                  <a:pt x="59" y="353"/>
                </a:cubicBezTo>
                <a:cubicBezTo>
                  <a:pt x="15" y="353"/>
                  <a:pt x="15" y="353"/>
                  <a:pt x="15" y="353"/>
                </a:cubicBezTo>
                <a:cubicBezTo>
                  <a:pt x="7" y="353"/>
                  <a:pt x="0" y="360"/>
                  <a:pt x="0" y="369"/>
                </a:cubicBezTo>
                <a:cubicBezTo>
                  <a:pt x="0" y="377"/>
                  <a:pt x="7" y="384"/>
                  <a:pt x="15" y="384"/>
                </a:cubicBezTo>
                <a:cubicBezTo>
                  <a:pt x="59" y="384"/>
                  <a:pt x="59" y="384"/>
                  <a:pt x="59" y="384"/>
                </a:cubicBezTo>
                <a:cubicBezTo>
                  <a:pt x="62" y="429"/>
                  <a:pt x="73" y="472"/>
                  <a:pt x="94" y="511"/>
                </a:cubicBezTo>
                <a:cubicBezTo>
                  <a:pt x="55" y="533"/>
                  <a:pt x="55" y="533"/>
                  <a:pt x="55" y="533"/>
                </a:cubicBezTo>
                <a:cubicBezTo>
                  <a:pt x="48" y="537"/>
                  <a:pt x="46" y="545"/>
                  <a:pt x="50" y="552"/>
                </a:cubicBezTo>
                <a:cubicBezTo>
                  <a:pt x="54" y="561"/>
                  <a:pt x="62" y="562"/>
                  <a:pt x="69" y="558"/>
                </a:cubicBezTo>
                <a:cubicBezTo>
                  <a:pt x="108" y="536"/>
                  <a:pt x="108" y="536"/>
                  <a:pt x="108" y="536"/>
                </a:cubicBezTo>
                <a:cubicBezTo>
                  <a:pt x="133" y="573"/>
                  <a:pt x="164" y="605"/>
                  <a:pt x="202" y="628"/>
                </a:cubicBezTo>
                <a:cubicBezTo>
                  <a:pt x="180" y="667"/>
                  <a:pt x="180" y="667"/>
                  <a:pt x="180" y="667"/>
                </a:cubicBezTo>
                <a:cubicBezTo>
                  <a:pt x="175" y="675"/>
                  <a:pt x="177" y="683"/>
                  <a:pt x="184" y="688"/>
                </a:cubicBezTo>
                <a:cubicBezTo>
                  <a:pt x="192" y="692"/>
                  <a:pt x="200" y="689"/>
                  <a:pt x="204" y="682"/>
                </a:cubicBezTo>
                <a:cubicBezTo>
                  <a:pt x="227" y="643"/>
                  <a:pt x="227" y="643"/>
                  <a:pt x="227" y="643"/>
                </a:cubicBezTo>
                <a:cubicBezTo>
                  <a:pt x="265" y="663"/>
                  <a:pt x="308" y="675"/>
                  <a:pt x="354" y="678"/>
                </a:cubicBezTo>
                <a:cubicBezTo>
                  <a:pt x="354" y="722"/>
                  <a:pt x="354" y="722"/>
                  <a:pt x="354" y="722"/>
                </a:cubicBezTo>
                <a:cubicBezTo>
                  <a:pt x="354" y="730"/>
                  <a:pt x="361" y="737"/>
                  <a:pt x="369" y="737"/>
                </a:cubicBezTo>
                <a:cubicBezTo>
                  <a:pt x="377" y="737"/>
                  <a:pt x="383" y="730"/>
                  <a:pt x="383" y="722"/>
                </a:cubicBezTo>
                <a:cubicBezTo>
                  <a:pt x="383" y="678"/>
                  <a:pt x="383" y="678"/>
                  <a:pt x="383" y="678"/>
                </a:cubicBezTo>
                <a:cubicBezTo>
                  <a:pt x="547" y="670"/>
                  <a:pt x="678" y="534"/>
                  <a:pt x="678" y="369"/>
                </a:cubicBezTo>
                <a:close/>
                <a:moveTo>
                  <a:pt x="555" y="161"/>
                </a:moveTo>
                <a:lnTo>
                  <a:pt x="555" y="161"/>
                </a:lnTo>
                <a:cubicBezTo>
                  <a:pt x="383" y="333"/>
                  <a:pt x="383" y="333"/>
                  <a:pt x="383" y="333"/>
                </a:cubicBezTo>
                <a:cubicBezTo>
                  <a:pt x="383" y="228"/>
                  <a:pt x="383" y="228"/>
                  <a:pt x="383" y="228"/>
                </a:cubicBezTo>
                <a:cubicBezTo>
                  <a:pt x="493" y="119"/>
                  <a:pt x="493" y="119"/>
                  <a:pt x="493" y="119"/>
                </a:cubicBezTo>
                <a:cubicBezTo>
                  <a:pt x="515" y="130"/>
                  <a:pt x="537" y="143"/>
                  <a:pt x="555" y="161"/>
                </a:cubicBezTo>
                <a:close/>
                <a:moveTo>
                  <a:pt x="619" y="244"/>
                </a:moveTo>
                <a:lnTo>
                  <a:pt x="619" y="244"/>
                </a:lnTo>
                <a:cubicBezTo>
                  <a:pt x="383" y="480"/>
                  <a:pt x="383" y="480"/>
                  <a:pt x="383" y="480"/>
                </a:cubicBezTo>
                <a:cubicBezTo>
                  <a:pt x="383" y="375"/>
                  <a:pt x="383" y="375"/>
                  <a:pt x="383" y="375"/>
                </a:cubicBezTo>
                <a:cubicBezTo>
                  <a:pt x="576" y="182"/>
                  <a:pt x="576" y="182"/>
                  <a:pt x="576" y="182"/>
                </a:cubicBezTo>
                <a:cubicBezTo>
                  <a:pt x="594" y="200"/>
                  <a:pt x="608" y="222"/>
                  <a:pt x="619" y="244"/>
                </a:cubicBezTo>
                <a:close/>
                <a:moveTo>
                  <a:pt x="383" y="186"/>
                </a:moveTo>
                <a:lnTo>
                  <a:pt x="383" y="186"/>
                </a:lnTo>
                <a:cubicBezTo>
                  <a:pt x="383" y="90"/>
                  <a:pt x="383" y="90"/>
                  <a:pt x="383" y="90"/>
                </a:cubicBezTo>
                <a:cubicBezTo>
                  <a:pt x="412" y="91"/>
                  <a:pt x="438" y="96"/>
                  <a:pt x="463" y="106"/>
                </a:cubicBezTo>
                <a:lnTo>
                  <a:pt x="383" y="186"/>
                </a:lnTo>
                <a:close/>
                <a:moveTo>
                  <a:pt x="383" y="522"/>
                </a:moveTo>
                <a:lnTo>
                  <a:pt x="383" y="522"/>
                </a:lnTo>
                <a:cubicBezTo>
                  <a:pt x="631" y="273"/>
                  <a:pt x="631" y="273"/>
                  <a:pt x="631" y="273"/>
                </a:cubicBezTo>
                <a:cubicBezTo>
                  <a:pt x="642" y="302"/>
                  <a:pt x="648" y="331"/>
                  <a:pt x="648" y="363"/>
                </a:cubicBezTo>
                <a:cubicBezTo>
                  <a:pt x="383" y="628"/>
                  <a:pt x="383" y="628"/>
                  <a:pt x="383" y="628"/>
                </a:cubicBezTo>
                <a:lnTo>
                  <a:pt x="383" y="522"/>
                </a:lnTo>
                <a:close/>
                <a:moveTo>
                  <a:pt x="88" y="369"/>
                </a:moveTo>
                <a:lnTo>
                  <a:pt x="88" y="369"/>
                </a:lnTo>
                <a:lnTo>
                  <a:pt x="88" y="369"/>
                </a:lnTo>
                <a:lnTo>
                  <a:pt x="88" y="369"/>
                </a:lnTo>
                <a:cubicBezTo>
                  <a:pt x="88" y="291"/>
                  <a:pt x="120" y="221"/>
                  <a:pt x="170" y="171"/>
                </a:cubicBezTo>
                <a:cubicBezTo>
                  <a:pt x="218" y="123"/>
                  <a:pt x="282" y="94"/>
                  <a:pt x="354" y="90"/>
                </a:cubicBezTo>
                <a:cubicBezTo>
                  <a:pt x="354" y="647"/>
                  <a:pt x="354" y="647"/>
                  <a:pt x="354" y="647"/>
                </a:cubicBezTo>
                <a:cubicBezTo>
                  <a:pt x="282" y="645"/>
                  <a:pt x="218" y="614"/>
                  <a:pt x="170" y="566"/>
                </a:cubicBezTo>
                <a:cubicBezTo>
                  <a:pt x="120" y="516"/>
                  <a:pt x="88" y="446"/>
                  <a:pt x="88" y="369"/>
                </a:cubicBezTo>
                <a:close/>
                <a:moveTo>
                  <a:pt x="566" y="566"/>
                </a:moveTo>
                <a:lnTo>
                  <a:pt x="566" y="566"/>
                </a:lnTo>
                <a:cubicBezTo>
                  <a:pt x="525" y="609"/>
                  <a:pt x="468" y="636"/>
                  <a:pt x="407" y="646"/>
                </a:cubicBezTo>
                <a:cubicBezTo>
                  <a:pt x="645" y="407"/>
                  <a:pt x="645" y="407"/>
                  <a:pt x="645" y="407"/>
                </a:cubicBezTo>
                <a:cubicBezTo>
                  <a:pt x="637" y="469"/>
                  <a:pt x="609" y="525"/>
                  <a:pt x="566" y="566"/>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70" name="Freeform 392">
            <a:extLst>
              <a:ext uri="{FF2B5EF4-FFF2-40B4-BE49-F238E27FC236}">
                <a16:creationId xmlns:a16="http://schemas.microsoft.com/office/drawing/2014/main" id="{4FF5EFC0-3D01-89BE-71EF-F6B5D0D1087A}"/>
              </a:ext>
            </a:extLst>
          </p:cNvPr>
          <p:cNvSpPr>
            <a:spLocks noChangeArrowheads="1"/>
          </p:cNvSpPr>
          <p:nvPr/>
        </p:nvSpPr>
        <p:spPr bwMode="auto">
          <a:xfrm>
            <a:off x="6956945" y="4186659"/>
            <a:ext cx="233363" cy="255588"/>
          </a:xfrm>
          <a:custGeom>
            <a:avLst/>
            <a:gdLst>
              <a:gd name="T0" fmla="*/ 648 w 649"/>
              <a:gd name="T1" fmla="*/ 607 h 711"/>
              <a:gd name="T2" fmla="*/ 648 w 649"/>
              <a:gd name="T3" fmla="*/ 607 h 711"/>
              <a:gd name="T4" fmla="*/ 545 w 649"/>
              <a:gd name="T5" fmla="*/ 503 h 711"/>
              <a:gd name="T6" fmla="*/ 449 w 649"/>
              <a:gd name="T7" fmla="*/ 568 h 711"/>
              <a:gd name="T8" fmla="*/ 342 w 649"/>
              <a:gd name="T9" fmla="*/ 402 h 711"/>
              <a:gd name="T10" fmla="*/ 588 w 649"/>
              <a:gd name="T11" fmla="*/ 25 h 711"/>
              <a:gd name="T12" fmla="*/ 583 w 649"/>
              <a:gd name="T13" fmla="*/ 5 h 711"/>
              <a:gd name="T14" fmla="*/ 563 w 649"/>
              <a:gd name="T15" fmla="*/ 10 h 711"/>
              <a:gd name="T16" fmla="*/ 324 w 649"/>
              <a:gd name="T17" fmla="*/ 376 h 711"/>
              <a:gd name="T18" fmla="*/ 86 w 649"/>
              <a:gd name="T19" fmla="*/ 10 h 711"/>
              <a:gd name="T20" fmla="*/ 65 w 649"/>
              <a:gd name="T21" fmla="*/ 5 h 711"/>
              <a:gd name="T22" fmla="*/ 61 w 649"/>
              <a:gd name="T23" fmla="*/ 25 h 711"/>
              <a:gd name="T24" fmla="*/ 307 w 649"/>
              <a:gd name="T25" fmla="*/ 402 h 711"/>
              <a:gd name="T26" fmla="*/ 199 w 649"/>
              <a:gd name="T27" fmla="*/ 568 h 711"/>
              <a:gd name="T28" fmla="*/ 103 w 649"/>
              <a:gd name="T29" fmla="*/ 503 h 711"/>
              <a:gd name="T30" fmla="*/ 0 w 649"/>
              <a:gd name="T31" fmla="*/ 607 h 711"/>
              <a:gd name="T32" fmla="*/ 103 w 649"/>
              <a:gd name="T33" fmla="*/ 710 h 711"/>
              <a:gd name="T34" fmla="*/ 206 w 649"/>
              <a:gd name="T35" fmla="*/ 612 h 711"/>
              <a:gd name="T36" fmla="*/ 324 w 649"/>
              <a:gd name="T37" fmla="*/ 430 h 711"/>
              <a:gd name="T38" fmla="*/ 442 w 649"/>
              <a:gd name="T39" fmla="*/ 612 h 711"/>
              <a:gd name="T40" fmla="*/ 545 w 649"/>
              <a:gd name="T41" fmla="*/ 710 h 711"/>
              <a:gd name="T42" fmla="*/ 648 w 649"/>
              <a:gd name="T43" fmla="*/ 607 h 711"/>
              <a:gd name="T44" fmla="*/ 155 w 649"/>
              <a:gd name="T45" fmla="*/ 659 h 711"/>
              <a:gd name="T46" fmla="*/ 155 w 649"/>
              <a:gd name="T47" fmla="*/ 659 h 711"/>
              <a:gd name="T48" fmla="*/ 103 w 649"/>
              <a:gd name="T49" fmla="*/ 680 h 711"/>
              <a:gd name="T50" fmla="*/ 52 w 649"/>
              <a:gd name="T51" fmla="*/ 659 h 711"/>
              <a:gd name="T52" fmla="*/ 30 w 649"/>
              <a:gd name="T53" fmla="*/ 607 h 711"/>
              <a:gd name="T54" fmla="*/ 52 w 649"/>
              <a:gd name="T55" fmla="*/ 554 h 711"/>
              <a:gd name="T56" fmla="*/ 103 w 649"/>
              <a:gd name="T57" fmla="*/ 534 h 711"/>
              <a:gd name="T58" fmla="*/ 155 w 649"/>
              <a:gd name="T59" fmla="*/ 554 h 711"/>
              <a:gd name="T60" fmla="*/ 177 w 649"/>
              <a:gd name="T61" fmla="*/ 607 h 711"/>
              <a:gd name="T62" fmla="*/ 155 w 649"/>
              <a:gd name="T63" fmla="*/ 659 h 711"/>
              <a:gd name="T64" fmla="*/ 545 w 649"/>
              <a:gd name="T65" fmla="*/ 680 h 711"/>
              <a:gd name="T66" fmla="*/ 545 w 649"/>
              <a:gd name="T67" fmla="*/ 680 h 711"/>
              <a:gd name="T68" fmla="*/ 494 w 649"/>
              <a:gd name="T69" fmla="*/ 659 h 711"/>
              <a:gd name="T70" fmla="*/ 472 w 649"/>
              <a:gd name="T71" fmla="*/ 607 h 711"/>
              <a:gd name="T72" fmla="*/ 494 w 649"/>
              <a:gd name="T73" fmla="*/ 554 h 711"/>
              <a:gd name="T74" fmla="*/ 545 w 649"/>
              <a:gd name="T75" fmla="*/ 534 h 711"/>
              <a:gd name="T76" fmla="*/ 597 w 649"/>
              <a:gd name="T77" fmla="*/ 554 h 711"/>
              <a:gd name="T78" fmla="*/ 619 w 649"/>
              <a:gd name="T79" fmla="*/ 607 h 711"/>
              <a:gd name="T80" fmla="*/ 597 w 649"/>
              <a:gd name="T81" fmla="*/ 659 h 711"/>
              <a:gd name="T82" fmla="*/ 545 w 649"/>
              <a:gd name="T83" fmla="*/ 680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49" h="711">
                <a:moveTo>
                  <a:pt x="648" y="607"/>
                </a:moveTo>
                <a:lnTo>
                  <a:pt x="648" y="607"/>
                </a:lnTo>
                <a:cubicBezTo>
                  <a:pt x="648" y="550"/>
                  <a:pt x="603" y="503"/>
                  <a:pt x="545" y="503"/>
                </a:cubicBezTo>
                <a:cubicBezTo>
                  <a:pt x="502" y="503"/>
                  <a:pt x="465" y="531"/>
                  <a:pt x="449" y="568"/>
                </a:cubicBezTo>
                <a:cubicBezTo>
                  <a:pt x="342" y="402"/>
                  <a:pt x="342" y="402"/>
                  <a:pt x="342" y="402"/>
                </a:cubicBezTo>
                <a:cubicBezTo>
                  <a:pt x="588" y="25"/>
                  <a:pt x="588" y="25"/>
                  <a:pt x="588" y="25"/>
                </a:cubicBezTo>
                <a:cubicBezTo>
                  <a:pt x="592" y="18"/>
                  <a:pt x="590" y="10"/>
                  <a:pt x="583" y="5"/>
                </a:cubicBezTo>
                <a:cubicBezTo>
                  <a:pt x="576" y="0"/>
                  <a:pt x="567" y="3"/>
                  <a:pt x="563" y="10"/>
                </a:cubicBezTo>
                <a:cubicBezTo>
                  <a:pt x="324" y="376"/>
                  <a:pt x="324" y="376"/>
                  <a:pt x="324" y="376"/>
                </a:cubicBezTo>
                <a:cubicBezTo>
                  <a:pt x="86" y="10"/>
                  <a:pt x="86" y="10"/>
                  <a:pt x="86" y="10"/>
                </a:cubicBezTo>
                <a:cubicBezTo>
                  <a:pt x="82" y="3"/>
                  <a:pt x="72" y="0"/>
                  <a:pt x="65" y="5"/>
                </a:cubicBezTo>
                <a:cubicBezTo>
                  <a:pt x="59" y="10"/>
                  <a:pt x="57" y="18"/>
                  <a:pt x="61" y="25"/>
                </a:cubicBezTo>
                <a:cubicBezTo>
                  <a:pt x="307" y="402"/>
                  <a:pt x="307" y="402"/>
                  <a:pt x="307" y="402"/>
                </a:cubicBezTo>
                <a:cubicBezTo>
                  <a:pt x="199" y="568"/>
                  <a:pt x="199" y="568"/>
                  <a:pt x="199" y="568"/>
                </a:cubicBezTo>
                <a:cubicBezTo>
                  <a:pt x="184" y="531"/>
                  <a:pt x="147" y="503"/>
                  <a:pt x="103" y="503"/>
                </a:cubicBezTo>
                <a:cubicBezTo>
                  <a:pt x="46" y="503"/>
                  <a:pt x="0" y="550"/>
                  <a:pt x="0" y="607"/>
                </a:cubicBezTo>
                <a:cubicBezTo>
                  <a:pt x="0" y="663"/>
                  <a:pt x="46" y="710"/>
                  <a:pt x="103" y="710"/>
                </a:cubicBezTo>
                <a:cubicBezTo>
                  <a:pt x="159" y="710"/>
                  <a:pt x="204" y="666"/>
                  <a:pt x="206" y="612"/>
                </a:cubicBezTo>
                <a:cubicBezTo>
                  <a:pt x="324" y="430"/>
                  <a:pt x="324" y="430"/>
                  <a:pt x="324" y="430"/>
                </a:cubicBezTo>
                <a:cubicBezTo>
                  <a:pt x="442" y="612"/>
                  <a:pt x="442" y="612"/>
                  <a:pt x="442" y="612"/>
                </a:cubicBezTo>
                <a:cubicBezTo>
                  <a:pt x="445" y="666"/>
                  <a:pt x="489" y="710"/>
                  <a:pt x="545" y="710"/>
                </a:cubicBezTo>
                <a:cubicBezTo>
                  <a:pt x="603" y="710"/>
                  <a:pt x="648" y="663"/>
                  <a:pt x="648" y="607"/>
                </a:cubicBezTo>
                <a:close/>
                <a:moveTo>
                  <a:pt x="155" y="659"/>
                </a:moveTo>
                <a:lnTo>
                  <a:pt x="155" y="659"/>
                </a:lnTo>
                <a:cubicBezTo>
                  <a:pt x="141" y="672"/>
                  <a:pt x="123" y="680"/>
                  <a:pt x="103" y="680"/>
                </a:cubicBezTo>
                <a:cubicBezTo>
                  <a:pt x="83" y="680"/>
                  <a:pt x="64" y="672"/>
                  <a:pt x="52" y="659"/>
                </a:cubicBezTo>
                <a:cubicBezTo>
                  <a:pt x="38" y="645"/>
                  <a:pt x="30" y="627"/>
                  <a:pt x="30" y="607"/>
                </a:cubicBezTo>
                <a:cubicBezTo>
                  <a:pt x="30" y="586"/>
                  <a:pt x="38" y="568"/>
                  <a:pt x="52" y="554"/>
                </a:cubicBezTo>
                <a:cubicBezTo>
                  <a:pt x="64" y="542"/>
                  <a:pt x="83" y="534"/>
                  <a:pt x="103" y="534"/>
                </a:cubicBezTo>
                <a:cubicBezTo>
                  <a:pt x="123" y="534"/>
                  <a:pt x="141" y="542"/>
                  <a:pt x="155" y="554"/>
                </a:cubicBezTo>
                <a:cubicBezTo>
                  <a:pt x="169" y="568"/>
                  <a:pt x="177" y="586"/>
                  <a:pt x="177" y="607"/>
                </a:cubicBezTo>
                <a:cubicBezTo>
                  <a:pt x="177" y="627"/>
                  <a:pt x="169" y="645"/>
                  <a:pt x="155" y="659"/>
                </a:cubicBezTo>
                <a:close/>
                <a:moveTo>
                  <a:pt x="545" y="680"/>
                </a:moveTo>
                <a:lnTo>
                  <a:pt x="545" y="680"/>
                </a:lnTo>
                <a:cubicBezTo>
                  <a:pt x="525" y="680"/>
                  <a:pt x="506" y="672"/>
                  <a:pt x="494" y="659"/>
                </a:cubicBezTo>
                <a:cubicBezTo>
                  <a:pt x="480" y="645"/>
                  <a:pt x="472" y="627"/>
                  <a:pt x="472" y="607"/>
                </a:cubicBezTo>
                <a:cubicBezTo>
                  <a:pt x="472" y="586"/>
                  <a:pt x="480" y="568"/>
                  <a:pt x="494" y="554"/>
                </a:cubicBezTo>
                <a:cubicBezTo>
                  <a:pt x="506" y="542"/>
                  <a:pt x="525" y="534"/>
                  <a:pt x="545" y="534"/>
                </a:cubicBezTo>
                <a:cubicBezTo>
                  <a:pt x="565" y="534"/>
                  <a:pt x="583" y="542"/>
                  <a:pt x="597" y="554"/>
                </a:cubicBezTo>
                <a:cubicBezTo>
                  <a:pt x="611" y="568"/>
                  <a:pt x="619" y="586"/>
                  <a:pt x="619" y="607"/>
                </a:cubicBezTo>
                <a:cubicBezTo>
                  <a:pt x="619" y="627"/>
                  <a:pt x="611" y="645"/>
                  <a:pt x="597" y="659"/>
                </a:cubicBezTo>
                <a:cubicBezTo>
                  <a:pt x="583" y="672"/>
                  <a:pt x="565" y="680"/>
                  <a:pt x="545" y="68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471" name="Freeform 393">
            <a:extLst>
              <a:ext uri="{FF2B5EF4-FFF2-40B4-BE49-F238E27FC236}">
                <a16:creationId xmlns:a16="http://schemas.microsoft.com/office/drawing/2014/main" id="{E402B014-B5D0-7B3F-DDCA-F629B4365968}"/>
              </a:ext>
            </a:extLst>
          </p:cNvPr>
          <p:cNvSpPr>
            <a:spLocks noChangeArrowheads="1"/>
          </p:cNvSpPr>
          <p:nvPr/>
        </p:nvSpPr>
        <p:spPr bwMode="auto">
          <a:xfrm>
            <a:off x="5407545" y="4692278"/>
            <a:ext cx="255588" cy="255587"/>
          </a:xfrm>
          <a:custGeom>
            <a:avLst/>
            <a:gdLst>
              <a:gd name="T0" fmla="*/ 587 w 708"/>
              <a:gd name="T1" fmla="*/ 295 h 709"/>
              <a:gd name="T2" fmla="*/ 707 w 708"/>
              <a:gd name="T3" fmla="*/ 45 h 709"/>
              <a:gd name="T4" fmla="*/ 692 w 708"/>
              <a:gd name="T5" fmla="*/ 29 h 709"/>
              <a:gd name="T6" fmla="*/ 590 w 708"/>
              <a:gd name="T7" fmla="*/ 14 h 709"/>
              <a:gd name="T8" fmla="*/ 575 w 708"/>
              <a:gd name="T9" fmla="*/ 0 h 709"/>
              <a:gd name="T10" fmla="*/ 123 w 708"/>
              <a:gd name="T11" fmla="*/ 5 h 709"/>
              <a:gd name="T12" fmla="*/ 117 w 708"/>
              <a:gd name="T13" fmla="*/ 29 h 709"/>
              <a:gd name="T14" fmla="*/ 4 w 708"/>
              <a:gd name="T15" fmla="*/ 34 h 709"/>
              <a:gd name="T16" fmla="*/ 0 w 708"/>
              <a:gd name="T17" fmla="*/ 162 h 709"/>
              <a:gd name="T18" fmla="*/ 336 w 708"/>
              <a:gd name="T19" fmla="*/ 500 h 709"/>
              <a:gd name="T20" fmla="*/ 309 w 708"/>
              <a:gd name="T21" fmla="*/ 619 h 709"/>
              <a:gd name="T22" fmla="*/ 211 w 708"/>
              <a:gd name="T23" fmla="*/ 695 h 709"/>
              <a:gd name="T24" fmla="*/ 481 w 708"/>
              <a:gd name="T25" fmla="*/ 708 h 709"/>
              <a:gd name="T26" fmla="*/ 485 w 708"/>
              <a:gd name="T27" fmla="*/ 679 h 709"/>
              <a:gd name="T28" fmla="*/ 380 w 708"/>
              <a:gd name="T29" fmla="*/ 565 h 709"/>
              <a:gd name="T30" fmla="*/ 587 w 708"/>
              <a:gd name="T31" fmla="*/ 295 h 709"/>
              <a:gd name="T32" fmla="*/ 678 w 708"/>
              <a:gd name="T33" fmla="*/ 58 h 709"/>
              <a:gd name="T34" fmla="*/ 648 w 708"/>
              <a:gd name="T35" fmla="*/ 235 h 709"/>
              <a:gd name="T36" fmla="*/ 590 w 708"/>
              <a:gd name="T37" fmla="*/ 58 h 709"/>
              <a:gd name="T38" fmla="*/ 29 w 708"/>
              <a:gd name="T39" fmla="*/ 162 h 709"/>
              <a:gd name="T40" fmla="*/ 29 w 708"/>
              <a:gd name="T41" fmla="*/ 58 h 709"/>
              <a:gd name="T42" fmla="*/ 117 w 708"/>
              <a:gd name="T43" fmla="*/ 264 h 709"/>
              <a:gd name="T44" fmla="*/ 29 w 708"/>
              <a:gd name="T45" fmla="*/ 162 h 709"/>
              <a:gd name="T46" fmla="*/ 414 w 708"/>
              <a:gd name="T47" fmla="*/ 677 h 709"/>
              <a:gd name="T48" fmla="*/ 311 w 708"/>
              <a:gd name="T49" fmla="*/ 663 h 709"/>
              <a:gd name="T50" fmla="*/ 373 w 708"/>
              <a:gd name="T51" fmla="*/ 633 h 709"/>
              <a:gd name="T52" fmla="*/ 354 w 708"/>
              <a:gd name="T53" fmla="*/ 471 h 709"/>
              <a:gd name="T54" fmla="*/ 207 w 708"/>
              <a:gd name="T55" fmla="*/ 411 h 709"/>
              <a:gd name="T56" fmla="*/ 148 w 708"/>
              <a:gd name="T57" fmla="*/ 45 h 709"/>
              <a:gd name="T58" fmla="*/ 148 w 708"/>
              <a:gd name="T59" fmla="*/ 29 h 709"/>
              <a:gd name="T60" fmla="*/ 559 w 708"/>
              <a:gd name="T61" fmla="*/ 266 h 709"/>
              <a:gd name="T62" fmla="*/ 354 w 708"/>
              <a:gd name="T63" fmla="*/ 471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709">
                <a:moveTo>
                  <a:pt x="587" y="295"/>
                </a:moveTo>
                <a:lnTo>
                  <a:pt x="587" y="295"/>
                </a:lnTo>
                <a:cubicBezTo>
                  <a:pt x="655" y="288"/>
                  <a:pt x="707" y="231"/>
                  <a:pt x="707" y="162"/>
                </a:cubicBezTo>
                <a:cubicBezTo>
                  <a:pt x="707" y="45"/>
                  <a:pt x="707" y="45"/>
                  <a:pt x="707" y="45"/>
                </a:cubicBezTo>
                <a:cubicBezTo>
                  <a:pt x="707" y="41"/>
                  <a:pt x="706" y="36"/>
                  <a:pt x="703" y="34"/>
                </a:cubicBezTo>
                <a:cubicBezTo>
                  <a:pt x="700" y="31"/>
                  <a:pt x="696" y="29"/>
                  <a:pt x="692" y="29"/>
                </a:cubicBezTo>
                <a:cubicBezTo>
                  <a:pt x="590" y="29"/>
                  <a:pt x="590" y="29"/>
                  <a:pt x="590" y="29"/>
                </a:cubicBezTo>
                <a:cubicBezTo>
                  <a:pt x="590" y="14"/>
                  <a:pt x="590" y="14"/>
                  <a:pt x="590" y="14"/>
                </a:cubicBezTo>
                <a:cubicBezTo>
                  <a:pt x="590" y="12"/>
                  <a:pt x="588" y="7"/>
                  <a:pt x="586" y="5"/>
                </a:cubicBezTo>
                <a:cubicBezTo>
                  <a:pt x="583" y="2"/>
                  <a:pt x="579" y="0"/>
                  <a:pt x="575" y="0"/>
                </a:cubicBezTo>
                <a:cubicBezTo>
                  <a:pt x="133" y="0"/>
                  <a:pt x="133" y="0"/>
                  <a:pt x="133" y="0"/>
                </a:cubicBezTo>
                <a:cubicBezTo>
                  <a:pt x="128" y="0"/>
                  <a:pt x="126" y="2"/>
                  <a:pt x="123" y="5"/>
                </a:cubicBezTo>
                <a:cubicBezTo>
                  <a:pt x="120" y="7"/>
                  <a:pt x="117" y="12"/>
                  <a:pt x="117" y="14"/>
                </a:cubicBezTo>
                <a:cubicBezTo>
                  <a:pt x="117" y="29"/>
                  <a:pt x="117" y="29"/>
                  <a:pt x="117" y="29"/>
                </a:cubicBezTo>
                <a:cubicBezTo>
                  <a:pt x="15" y="29"/>
                  <a:pt x="15" y="29"/>
                  <a:pt x="15" y="29"/>
                </a:cubicBezTo>
                <a:cubicBezTo>
                  <a:pt x="11" y="29"/>
                  <a:pt x="7" y="31"/>
                  <a:pt x="4" y="34"/>
                </a:cubicBezTo>
                <a:cubicBezTo>
                  <a:pt x="1" y="36"/>
                  <a:pt x="0" y="41"/>
                  <a:pt x="0" y="45"/>
                </a:cubicBezTo>
                <a:cubicBezTo>
                  <a:pt x="0" y="162"/>
                  <a:pt x="0" y="162"/>
                  <a:pt x="0" y="162"/>
                </a:cubicBezTo>
                <a:cubicBezTo>
                  <a:pt x="0" y="231"/>
                  <a:pt x="53" y="288"/>
                  <a:pt x="120" y="295"/>
                </a:cubicBezTo>
                <a:cubicBezTo>
                  <a:pt x="134" y="405"/>
                  <a:pt x="224" y="492"/>
                  <a:pt x="336" y="500"/>
                </a:cubicBezTo>
                <a:cubicBezTo>
                  <a:pt x="334" y="511"/>
                  <a:pt x="333" y="524"/>
                  <a:pt x="332" y="536"/>
                </a:cubicBezTo>
                <a:cubicBezTo>
                  <a:pt x="329" y="564"/>
                  <a:pt x="323" y="594"/>
                  <a:pt x="309" y="619"/>
                </a:cubicBezTo>
                <a:cubicBezTo>
                  <a:pt x="294" y="643"/>
                  <a:pt x="269" y="665"/>
                  <a:pt x="222" y="679"/>
                </a:cubicBezTo>
                <a:cubicBezTo>
                  <a:pt x="216" y="680"/>
                  <a:pt x="210" y="687"/>
                  <a:pt x="211" y="695"/>
                </a:cubicBezTo>
                <a:cubicBezTo>
                  <a:pt x="213" y="702"/>
                  <a:pt x="218" y="708"/>
                  <a:pt x="227" y="708"/>
                </a:cubicBezTo>
                <a:cubicBezTo>
                  <a:pt x="311" y="708"/>
                  <a:pt x="396" y="708"/>
                  <a:pt x="481" y="708"/>
                </a:cubicBezTo>
                <a:cubicBezTo>
                  <a:pt x="489" y="708"/>
                  <a:pt x="495" y="702"/>
                  <a:pt x="496" y="695"/>
                </a:cubicBezTo>
                <a:cubicBezTo>
                  <a:pt x="497" y="687"/>
                  <a:pt x="492" y="680"/>
                  <a:pt x="485" y="679"/>
                </a:cubicBezTo>
                <a:cubicBezTo>
                  <a:pt x="453" y="669"/>
                  <a:pt x="432" y="656"/>
                  <a:pt x="417" y="641"/>
                </a:cubicBezTo>
                <a:cubicBezTo>
                  <a:pt x="395" y="621"/>
                  <a:pt x="385" y="593"/>
                  <a:pt x="380" y="565"/>
                </a:cubicBezTo>
                <a:cubicBezTo>
                  <a:pt x="376" y="543"/>
                  <a:pt x="374" y="521"/>
                  <a:pt x="372" y="500"/>
                </a:cubicBezTo>
                <a:cubicBezTo>
                  <a:pt x="483" y="492"/>
                  <a:pt x="575" y="405"/>
                  <a:pt x="587" y="295"/>
                </a:cubicBezTo>
                <a:close/>
                <a:moveTo>
                  <a:pt x="678" y="58"/>
                </a:moveTo>
                <a:lnTo>
                  <a:pt x="678" y="58"/>
                </a:lnTo>
                <a:cubicBezTo>
                  <a:pt x="678" y="162"/>
                  <a:pt x="678" y="162"/>
                  <a:pt x="678" y="162"/>
                </a:cubicBezTo>
                <a:cubicBezTo>
                  <a:pt x="678" y="191"/>
                  <a:pt x="666" y="216"/>
                  <a:pt x="648" y="235"/>
                </a:cubicBezTo>
                <a:cubicBezTo>
                  <a:pt x="633" y="250"/>
                  <a:pt x="612" y="261"/>
                  <a:pt x="590" y="264"/>
                </a:cubicBezTo>
                <a:cubicBezTo>
                  <a:pt x="590" y="58"/>
                  <a:pt x="590" y="58"/>
                  <a:pt x="590" y="58"/>
                </a:cubicBezTo>
                <a:lnTo>
                  <a:pt x="678" y="58"/>
                </a:lnTo>
                <a:close/>
                <a:moveTo>
                  <a:pt x="29" y="162"/>
                </a:moveTo>
                <a:lnTo>
                  <a:pt x="29" y="162"/>
                </a:lnTo>
                <a:cubicBezTo>
                  <a:pt x="29" y="58"/>
                  <a:pt x="29" y="58"/>
                  <a:pt x="29" y="58"/>
                </a:cubicBezTo>
                <a:cubicBezTo>
                  <a:pt x="117" y="58"/>
                  <a:pt x="117" y="58"/>
                  <a:pt x="117" y="58"/>
                </a:cubicBezTo>
                <a:cubicBezTo>
                  <a:pt x="117" y="264"/>
                  <a:pt x="117" y="264"/>
                  <a:pt x="117" y="264"/>
                </a:cubicBezTo>
                <a:cubicBezTo>
                  <a:pt x="95" y="261"/>
                  <a:pt x="75" y="250"/>
                  <a:pt x="59" y="235"/>
                </a:cubicBezTo>
                <a:cubicBezTo>
                  <a:pt x="41" y="216"/>
                  <a:pt x="29" y="191"/>
                  <a:pt x="29" y="162"/>
                </a:cubicBezTo>
                <a:close/>
                <a:moveTo>
                  <a:pt x="414" y="677"/>
                </a:moveTo>
                <a:lnTo>
                  <a:pt x="414" y="677"/>
                </a:lnTo>
                <a:cubicBezTo>
                  <a:pt x="374" y="677"/>
                  <a:pt x="333" y="677"/>
                  <a:pt x="293" y="677"/>
                </a:cubicBezTo>
                <a:cubicBezTo>
                  <a:pt x="300" y="673"/>
                  <a:pt x="305" y="669"/>
                  <a:pt x="311" y="663"/>
                </a:cubicBezTo>
                <a:cubicBezTo>
                  <a:pt x="336" y="640"/>
                  <a:pt x="347" y="611"/>
                  <a:pt x="354" y="585"/>
                </a:cubicBezTo>
                <a:cubicBezTo>
                  <a:pt x="358" y="601"/>
                  <a:pt x="363" y="618"/>
                  <a:pt x="373" y="633"/>
                </a:cubicBezTo>
                <a:cubicBezTo>
                  <a:pt x="383" y="650"/>
                  <a:pt x="396" y="665"/>
                  <a:pt x="414" y="677"/>
                </a:cubicBezTo>
                <a:close/>
                <a:moveTo>
                  <a:pt x="354" y="471"/>
                </a:moveTo>
                <a:lnTo>
                  <a:pt x="354" y="471"/>
                </a:lnTo>
                <a:cubicBezTo>
                  <a:pt x="297" y="471"/>
                  <a:pt x="246" y="448"/>
                  <a:pt x="207" y="411"/>
                </a:cubicBezTo>
                <a:cubicBezTo>
                  <a:pt x="170" y="373"/>
                  <a:pt x="148" y="322"/>
                  <a:pt x="148" y="266"/>
                </a:cubicBezTo>
                <a:cubicBezTo>
                  <a:pt x="148" y="45"/>
                  <a:pt x="148" y="45"/>
                  <a:pt x="148" y="45"/>
                </a:cubicBezTo>
                <a:lnTo>
                  <a:pt x="148" y="45"/>
                </a:lnTo>
                <a:cubicBezTo>
                  <a:pt x="148" y="29"/>
                  <a:pt x="148" y="29"/>
                  <a:pt x="148" y="29"/>
                </a:cubicBezTo>
                <a:cubicBezTo>
                  <a:pt x="559" y="29"/>
                  <a:pt x="559" y="29"/>
                  <a:pt x="559" y="29"/>
                </a:cubicBezTo>
                <a:cubicBezTo>
                  <a:pt x="559" y="266"/>
                  <a:pt x="559" y="266"/>
                  <a:pt x="559" y="266"/>
                </a:cubicBezTo>
                <a:cubicBezTo>
                  <a:pt x="559" y="322"/>
                  <a:pt x="537" y="373"/>
                  <a:pt x="500" y="411"/>
                </a:cubicBezTo>
                <a:cubicBezTo>
                  <a:pt x="463" y="448"/>
                  <a:pt x="410" y="471"/>
                  <a:pt x="354" y="471"/>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72" name="Group 474">
            <a:extLst>
              <a:ext uri="{FF2B5EF4-FFF2-40B4-BE49-F238E27FC236}">
                <a16:creationId xmlns:a16="http://schemas.microsoft.com/office/drawing/2014/main" id="{F6550EFD-CAD8-57C6-4AAC-2FACFA07137E}"/>
              </a:ext>
            </a:extLst>
          </p:cNvPr>
          <p:cNvGrpSpPr/>
          <p:nvPr/>
        </p:nvGrpSpPr>
        <p:grpSpPr>
          <a:xfrm>
            <a:off x="4893195" y="6227390"/>
            <a:ext cx="255588" cy="255588"/>
            <a:chOff x="3736975" y="6521450"/>
            <a:chExt cx="255588" cy="255588"/>
          </a:xfrm>
          <a:solidFill>
            <a:schemeClr val="accent4"/>
          </a:solidFill>
        </p:grpSpPr>
        <p:sp>
          <p:nvSpPr>
            <p:cNvPr id="473" name="Freeform 394">
              <a:extLst>
                <a:ext uri="{FF2B5EF4-FFF2-40B4-BE49-F238E27FC236}">
                  <a16:creationId xmlns:a16="http://schemas.microsoft.com/office/drawing/2014/main" id="{83CCB27A-A0A3-EC09-C167-4C19DC3AFD4A}"/>
                </a:ext>
              </a:extLst>
            </p:cNvPr>
            <p:cNvSpPr>
              <a:spLocks noChangeArrowheads="1"/>
            </p:cNvSpPr>
            <p:nvPr/>
          </p:nvSpPr>
          <p:spPr bwMode="auto">
            <a:xfrm>
              <a:off x="3736975" y="6521450"/>
              <a:ext cx="255588" cy="255588"/>
            </a:xfrm>
            <a:custGeom>
              <a:avLst/>
              <a:gdLst>
                <a:gd name="T0" fmla="*/ 354 w 709"/>
                <a:gd name="T1" fmla="*/ 0 h 709"/>
                <a:gd name="T2" fmla="*/ 354 w 709"/>
                <a:gd name="T3" fmla="*/ 0 h 709"/>
                <a:gd name="T4" fmla="*/ 0 w 709"/>
                <a:gd name="T5" fmla="*/ 354 h 709"/>
                <a:gd name="T6" fmla="*/ 354 w 709"/>
                <a:gd name="T7" fmla="*/ 708 h 709"/>
                <a:gd name="T8" fmla="*/ 708 w 709"/>
                <a:gd name="T9" fmla="*/ 354 h 709"/>
                <a:gd name="T10" fmla="*/ 354 w 709"/>
                <a:gd name="T11" fmla="*/ 0 h 709"/>
                <a:gd name="T12" fmla="*/ 583 w 709"/>
                <a:gd name="T13" fmla="*/ 583 h 709"/>
                <a:gd name="T14" fmla="*/ 583 w 709"/>
                <a:gd name="T15" fmla="*/ 583 h 709"/>
                <a:gd name="T16" fmla="*/ 354 w 709"/>
                <a:gd name="T17" fmla="*/ 677 h 709"/>
                <a:gd name="T18" fmla="*/ 125 w 709"/>
                <a:gd name="T19" fmla="*/ 583 h 709"/>
                <a:gd name="T20" fmla="*/ 31 w 709"/>
                <a:gd name="T21" fmla="*/ 354 h 709"/>
                <a:gd name="T22" fmla="*/ 125 w 709"/>
                <a:gd name="T23" fmla="*/ 125 h 709"/>
                <a:gd name="T24" fmla="*/ 354 w 709"/>
                <a:gd name="T25" fmla="*/ 29 h 709"/>
                <a:gd name="T26" fmla="*/ 583 w 709"/>
                <a:gd name="T27" fmla="*/ 125 h 709"/>
                <a:gd name="T28" fmla="*/ 679 w 709"/>
                <a:gd name="T29" fmla="*/ 354 h 709"/>
                <a:gd name="T30" fmla="*/ 583 w 709"/>
                <a:gd name="T31" fmla="*/ 58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9" h="709">
                  <a:moveTo>
                    <a:pt x="354" y="0"/>
                  </a:moveTo>
                  <a:lnTo>
                    <a:pt x="354" y="0"/>
                  </a:lnTo>
                  <a:cubicBezTo>
                    <a:pt x="159" y="0"/>
                    <a:pt x="0" y="158"/>
                    <a:pt x="0" y="354"/>
                  </a:cubicBezTo>
                  <a:cubicBezTo>
                    <a:pt x="0" y="549"/>
                    <a:pt x="159" y="708"/>
                    <a:pt x="354" y="708"/>
                  </a:cubicBezTo>
                  <a:cubicBezTo>
                    <a:pt x="550" y="708"/>
                    <a:pt x="708" y="549"/>
                    <a:pt x="708" y="354"/>
                  </a:cubicBezTo>
                  <a:cubicBezTo>
                    <a:pt x="708" y="158"/>
                    <a:pt x="550" y="0"/>
                    <a:pt x="354" y="0"/>
                  </a:cubicBezTo>
                  <a:close/>
                  <a:moveTo>
                    <a:pt x="583" y="583"/>
                  </a:moveTo>
                  <a:lnTo>
                    <a:pt x="583" y="583"/>
                  </a:lnTo>
                  <a:cubicBezTo>
                    <a:pt x="525" y="641"/>
                    <a:pt x="444" y="677"/>
                    <a:pt x="354" y="677"/>
                  </a:cubicBezTo>
                  <a:cubicBezTo>
                    <a:pt x="266" y="677"/>
                    <a:pt x="184" y="641"/>
                    <a:pt x="125" y="583"/>
                  </a:cubicBezTo>
                  <a:cubicBezTo>
                    <a:pt x="67" y="524"/>
                    <a:pt x="31" y="444"/>
                    <a:pt x="31" y="354"/>
                  </a:cubicBezTo>
                  <a:cubicBezTo>
                    <a:pt x="31" y="264"/>
                    <a:pt x="67" y="183"/>
                    <a:pt x="125" y="125"/>
                  </a:cubicBezTo>
                  <a:cubicBezTo>
                    <a:pt x="184" y="65"/>
                    <a:pt x="266" y="29"/>
                    <a:pt x="354" y="29"/>
                  </a:cubicBezTo>
                  <a:cubicBezTo>
                    <a:pt x="444" y="29"/>
                    <a:pt x="525" y="65"/>
                    <a:pt x="583" y="125"/>
                  </a:cubicBezTo>
                  <a:cubicBezTo>
                    <a:pt x="643" y="183"/>
                    <a:pt x="679" y="264"/>
                    <a:pt x="679" y="354"/>
                  </a:cubicBezTo>
                  <a:cubicBezTo>
                    <a:pt x="679" y="444"/>
                    <a:pt x="643" y="524"/>
                    <a:pt x="583" y="5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4" name="Freeform 395">
              <a:extLst>
                <a:ext uri="{FF2B5EF4-FFF2-40B4-BE49-F238E27FC236}">
                  <a16:creationId xmlns:a16="http://schemas.microsoft.com/office/drawing/2014/main" id="{AE19DBF1-915B-439A-75F8-F849FA5C689E}"/>
                </a:ext>
              </a:extLst>
            </p:cNvPr>
            <p:cNvSpPr>
              <a:spLocks noChangeArrowheads="1"/>
            </p:cNvSpPr>
            <p:nvPr/>
          </p:nvSpPr>
          <p:spPr bwMode="auto">
            <a:xfrm>
              <a:off x="3763963" y="6546850"/>
              <a:ext cx="201612" cy="106363"/>
            </a:xfrm>
            <a:custGeom>
              <a:avLst/>
              <a:gdLst>
                <a:gd name="T0" fmla="*/ 279 w 560"/>
                <a:gd name="T1" fmla="*/ 0 h 295"/>
                <a:gd name="T2" fmla="*/ 279 w 560"/>
                <a:gd name="T3" fmla="*/ 0 h 295"/>
                <a:gd name="T4" fmla="*/ 0 w 560"/>
                <a:gd name="T5" fmla="*/ 280 h 295"/>
                <a:gd name="T6" fmla="*/ 14 w 560"/>
                <a:gd name="T7" fmla="*/ 294 h 295"/>
                <a:gd name="T8" fmla="*/ 29 w 560"/>
                <a:gd name="T9" fmla="*/ 280 h 295"/>
                <a:gd name="T10" fmla="*/ 102 w 560"/>
                <a:gd name="T11" fmla="*/ 103 h 295"/>
                <a:gd name="T12" fmla="*/ 279 w 560"/>
                <a:gd name="T13" fmla="*/ 29 h 295"/>
                <a:gd name="T14" fmla="*/ 457 w 560"/>
                <a:gd name="T15" fmla="*/ 103 h 295"/>
                <a:gd name="T16" fmla="*/ 530 w 560"/>
                <a:gd name="T17" fmla="*/ 280 h 295"/>
                <a:gd name="T18" fmla="*/ 544 w 560"/>
                <a:gd name="T19" fmla="*/ 294 h 295"/>
                <a:gd name="T20" fmla="*/ 559 w 560"/>
                <a:gd name="T21" fmla="*/ 280 h 295"/>
                <a:gd name="T22" fmla="*/ 279 w 560"/>
                <a:gd name="T23" fmla="*/ 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560" h="295">
                  <a:moveTo>
                    <a:pt x="279" y="0"/>
                  </a:moveTo>
                  <a:lnTo>
                    <a:pt x="279" y="0"/>
                  </a:lnTo>
                  <a:cubicBezTo>
                    <a:pt x="124" y="0"/>
                    <a:pt x="0" y="125"/>
                    <a:pt x="0" y="280"/>
                  </a:cubicBezTo>
                  <a:cubicBezTo>
                    <a:pt x="0" y="288"/>
                    <a:pt x="7" y="294"/>
                    <a:pt x="14" y="294"/>
                  </a:cubicBezTo>
                  <a:cubicBezTo>
                    <a:pt x="22" y="294"/>
                    <a:pt x="29" y="288"/>
                    <a:pt x="29" y="280"/>
                  </a:cubicBezTo>
                  <a:cubicBezTo>
                    <a:pt x="29" y="211"/>
                    <a:pt x="57" y="147"/>
                    <a:pt x="102" y="103"/>
                  </a:cubicBezTo>
                  <a:cubicBezTo>
                    <a:pt x="148" y="58"/>
                    <a:pt x="210" y="29"/>
                    <a:pt x="279" y="29"/>
                  </a:cubicBezTo>
                  <a:cubicBezTo>
                    <a:pt x="350" y="29"/>
                    <a:pt x="412" y="58"/>
                    <a:pt x="457" y="103"/>
                  </a:cubicBezTo>
                  <a:cubicBezTo>
                    <a:pt x="501" y="147"/>
                    <a:pt x="530" y="211"/>
                    <a:pt x="530" y="280"/>
                  </a:cubicBezTo>
                  <a:cubicBezTo>
                    <a:pt x="530" y="288"/>
                    <a:pt x="537" y="294"/>
                    <a:pt x="544" y="294"/>
                  </a:cubicBezTo>
                  <a:cubicBezTo>
                    <a:pt x="553" y="294"/>
                    <a:pt x="559" y="288"/>
                    <a:pt x="559" y="280"/>
                  </a:cubicBezTo>
                  <a:cubicBezTo>
                    <a:pt x="559" y="125"/>
                    <a:pt x="434" y="0"/>
                    <a:pt x="27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5" name="Freeform 396">
              <a:extLst>
                <a:ext uri="{FF2B5EF4-FFF2-40B4-BE49-F238E27FC236}">
                  <a16:creationId xmlns:a16="http://schemas.microsoft.com/office/drawing/2014/main" id="{55B03DB0-4CE7-A0E7-5F92-6648BB9364ED}"/>
                </a:ext>
              </a:extLst>
            </p:cNvPr>
            <p:cNvSpPr>
              <a:spLocks noChangeArrowheads="1"/>
            </p:cNvSpPr>
            <p:nvPr/>
          </p:nvSpPr>
          <p:spPr bwMode="auto">
            <a:xfrm>
              <a:off x="3843338" y="6594475"/>
              <a:ext cx="42862" cy="95250"/>
            </a:xfrm>
            <a:custGeom>
              <a:avLst/>
              <a:gdLst>
                <a:gd name="T0" fmla="*/ 73 w 118"/>
                <a:gd name="T1" fmla="*/ 149 h 266"/>
                <a:gd name="T2" fmla="*/ 73 w 118"/>
                <a:gd name="T3" fmla="*/ 149 h 266"/>
                <a:gd name="T4" fmla="*/ 73 w 118"/>
                <a:gd name="T5" fmla="*/ 15 h 266"/>
                <a:gd name="T6" fmla="*/ 58 w 118"/>
                <a:gd name="T7" fmla="*/ 0 h 266"/>
                <a:gd name="T8" fmla="*/ 44 w 118"/>
                <a:gd name="T9" fmla="*/ 15 h 266"/>
                <a:gd name="T10" fmla="*/ 44 w 118"/>
                <a:gd name="T11" fmla="*/ 149 h 266"/>
                <a:gd name="T12" fmla="*/ 0 w 118"/>
                <a:gd name="T13" fmla="*/ 206 h 266"/>
                <a:gd name="T14" fmla="*/ 58 w 118"/>
                <a:gd name="T15" fmla="*/ 265 h 266"/>
                <a:gd name="T16" fmla="*/ 117 w 118"/>
                <a:gd name="T17" fmla="*/ 206 h 266"/>
                <a:gd name="T18" fmla="*/ 73 w 118"/>
                <a:gd name="T19" fmla="*/ 149 h 266"/>
                <a:gd name="T20" fmla="*/ 58 w 118"/>
                <a:gd name="T21" fmla="*/ 236 h 266"/>
                <a:gd name="T22" fmla="*/ 58 w 118"/>
                <a:gd name="T23" fmla="*/ 236 h 266"/>
                <a:gd name="T24" fmla="*/ 29 w 118"/>
                <a:gd name="T25" fmla="*/ 206 h 266"/>
                <a:gd name="T26" fmla="*/ 58 w 118"/>
                <a:gd name="T27" fmla="*/ 177 h 266"/>
                <a:gd name="T28" fmla="*/ 58 w 118"/>
                <a:gd name="T29" fmla="*/ 177 h 266"/>
                <a:gd name="T30" fmla="*/ 58 w 118"/>
                <a:gd name="T31" fmla="*/ 177 h 266"/>
                <a:gd name="T32" fmla="*/ 88 w 118"/>
                <a:gd name="T33" fmla="*/ 206 h 266"/>
                <a:gd name="T34" fmla="*/ 58 w 118"/>
                <a:gd name="T35" fmla="*/ 236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266">
                  <a:moveTo>
                    <a:pt x="73" y="149"/>
                  </a:moveTo>
                  <a:lnTo>
                    <a:pt x="73" y="149"/>
                  </a:lnTo>
                  <a:cubicBezTo>
                    <a:pt x="73" y="15"/>
                    <a:pt x="73" y="15"/>
                    <a:pt x="73" y="15"/>
                  </a:cubicBezTo>
                  <a:cubicBezTo>
                    <a:pt x="73" y="7"/>
                    <a:pt x="66" y="0"/>
                    <a:pt x="58" y="0"/>
                  </a:cubicBezTo>
                  <a:cubicBezTo>
                    <a:pt x="51" y="0"/>
                    <a:pt x="44" y="7"/>
                    <a:pt x="44" y="15"/>
                  </a:cubicBezTo>
                  <a:cubicBezTo>
                    <a:pt x="44" y="149"/>
                    <a:pt x="44" y="149"/>
                    <a:pt x="44" y="149"/>
                  </a:cubicBezTo>
                  <a:cubicBezTo>
                    <a:pt x="18" y="156"/>
                    <a:pt x="0" y="180"/>
                    <a:pt x="0" y="206"/>
                  </a:cubicBezTo>
                  <a:cubicBezTo>
                    <a:pt x="0" y="239"/>
                    <a:pt x="26" y="265"/>
                    <a:pt x="58" y="265"/>
                  </a:cubicBezTo>
                  <a:cubicBezTo>
                    <a:pt x="91" y="265"/>
                    <a:pt x="117" y="239"/>
                    <a:pt x="117" y="206"/>
                  </a:cubicBezTo>
                  <a:cubicBezTo>
                    <a:pt x="117" y="180"/>
                    <a:pt x="98" y="156"/>
                    <a:pt x="73" y="149"/>
                  </a:cubicBezTo>
                  <a:close/>
                  <a:moveTo>
                    <a:pt x="58" y="236"/>
                  </a:moveTo>
                  <a:lnTo>
                    <a:pt x="58" y="236"/>
                  </a:lnTo>
                  <a:cubicBezTo>
                    <a:pt x="43" y="236"/>
                    <a:pt x="29" y="223"/>
                    <a:pt x="29" y="206"/>
                  </a:cubicBezTo>
                  <a:cubicBezTo>
                    <a:pt x="29" y="191"/>
                    <a:pt x="43" y="177"/>
                    <a:pt x="58" y="177"/>
                  </a:cubicBezTo>
                  <a:lnTo>
                    <a:pt x="58" y="177"/>
                  </a:lnTo>
                  <a:lnTo>
                    <a:pt x="58" y="177"/>
                  </a:lnTo>
                  <a:cubicBezTo>
                    <a:pt x="75" y="177"/>
                    <a:pt x="88" y="191"/>
                    <a:pt x="88" y="206"/>
                  </a:cubicBezTo>
                  <a:cubicBezTo>
                    <a:pt x="88" y="223"/>
                    <a:pt x="75" y="236"/>
                    <a:pt x="58" y="23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76" name="Freeform 397">
            <a:extLst>
              <a:ext uri="{FF2B5EF4-FFF2-40B4-BE49-F238E27FC236}">
                <a16:creationId xmlns:a16="http://schemas.microsoft.com/office/drawing/2014/main" id="{A0510E9C-E6C8-4AC3-575B-DE0FAFF4231F}"/>
              </a:ext>
            </a:extLst>
          </p:cNvPr>
          <p:cNvSpPr>
            <a:spLocks noChangeArrowheads="1"/>
          </p:cNvSpPr>
          <p:nvPr/>
        </p:nvSpPr>
        <p:spPr bwMode="auto">
          <a:xfrm>
            <a:off x="5413895" y="6227390"/>
            <a:ext cx="244475" cy="255588"/>
          </a:xfrm>
          <a:custGeom>
            <a:avLst/>
            <a:gdLst>
              <a:gd name="T0" fmla="*/ 339 w 679"/>
              <a:gd name="T1" fmla="*/ 0 h 709"/>
              <a:gd name="T2" fmla="*/ 339 w 679"/>
              <a:gd name="T3" fmla="*/ 0 h 709"/>
              <a:gd name="T4" fmla="*/ 0 w 679"/>
              <a:gd name="T5" fmla="*/ 308 h 709"/>
              <a:gd name="T6" fmla="*/ 4 w 679"/>
              <a:gd name="T7" fmla="*/ 319 h 709"/>
              <a:gd name="T8" fmla="*/ 14 w 679"/>
              <a:gd name="T9" fmla="*/ 324 h 709"/>
              <a:gd name="T10" fmla="*/ 323 w 679"/>
              <a:gd name="T11" fmla="*/ 324 h 709"/>
              <a:gd name="T12" fmla="*/ 323 w 679"/>
              <a:gd name="T13" fmla="*/ 648 h 709"/>
              <a:gd name="T14" fmla="*/ 294 w 679"/>
              <a:gd name="T15" fmla="*/ 677 h 709"/>
              <a:gd name="T16" fmla="*/ 265 w 679"/>
              <a:gd name="T17" fmla="*/ 648 h 709"/>
              <a:gd name="T18" fmla="*/ 265 w 679"/>
              <a:gd name="T19" fmla="*/ 636 h 709"/>
              <a:gd name="T20" fmla="*/ 250 w 679"/>
              <a:gd name="T21" fmla="*/ 622 h 709"/>
              <a:gd name="T22" fmla="*/ 235 w 679"/>
              <a:gd name="T23" fmla="*/ 636 h 709"/>
              <a:gd name="T24" fmla="*/ 235 w 679"/>
              <a:gd name="T25" fmla="*/ 636 h 709"/>
              <a:gd name="T26" fmla="*/ 235 w 679"/>
              <a:gd name="T27" fmla="*/ 648 h 709"/>
              <a:gd name="T28" fmla="*/ 294 w 679"/>
              <a:gd name="T29" fmla="*/ 708 h 709"/>
              <a:gd name="T30" fmla="*/ 354 w 679"/>
              <a:gd name="T31" fmla="*/ 648 h 709"/>
              <a:gd name="T32" fmla="*/ 354 w 679"/>
              <a:gd name="T33" fmla="*/ 324 h 709"/>
              <a:gd name="T34" fmla="*/ 663 w 679"/>
              <a:gd name="T35" fmla="*/ 324 h 709"/>
              <a:gd name="T36" fmla="*/ 674 w 679"/>
              <a:gd name="T37" fmla="*/ 319 h 709"/>
              <a:gd name="T38" fmla="*/ 677 w 679"/>
              <a:gd name="T39" fmla="*/ 308 h 709"/>
              <a:gd name="T40" fmla="*/ 339 w 679"/>
              <a:gd name="T41" fmla="*/ 0 h 709"/>
              <a:gd name="T42" fmla="*/ 339 w 679"/>
              <a:gd name="T43" fmla="*/ 29 h 709"/>
              <a:gd name="T44" fmla="*/ 339 w 679"/>
              <a:gd name="T45" fmla="*/ 29 h 709"/>
              <a:gd name="T46" fmla="*/ 647 w 679"/>
              <a:gd name="T47" fmla="*/ 295 h 709"/>
              <a:gd name="T48" fmla="*/ 31 w 679"/>
              <a:gd name="T49" fmla="*/ 295 h 709"/>
              <a:gd name="T50" fmla="*/ 339 w 679"/>
              <a:gd name="T51" fmla="*/ 2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9" h="709">
                <a:moveTo>
                  <a:pt x="339" y="0"/>
                </a:moveTo>
                <a:lnTo>
                  <a:pt x="339" y="0"/>
                </a:lnTo>
                <a:cubicBezTo>
                  <a:pt x="160" y="0"/>
                  <a:pt x="13" y="133"/>
                  <a:pt x="0" y="308"/>
                </a:cubicBezTo>
                <a:cubicBezTo>
                  <a:pt x="0" y="313"/>
                  <a:pt x="2" y="317"/>
                  <a:pt x="4" y="319"/>
                </a:cubicBezTo>
                <a:cubicBezTo>
                  <a:pt x="7" y="322"/>
                  <a:pt x="10" y="324"/>
                  <a:pt x="14" y="324"/>
                </a:cubicBezTo>
                <a:cubicBezTo>
                  <a:pt x="323" y="324"/>
                  <a:pt x="323" y="324"/>
                  <a:pt x="323" y="324"/>
                </a:cubicBezTo>
                <a:cubicBezTo>
                  <a:pt x="323" y="648"/>
                  <a:pt x="323" y="648"/>
                  <a:pt x="323" y="648"/>
                </a:cubicBezTo>
                <a:cubicBezTo>
                  <a:pt x="323" y="665"/>
                  <a:pt x="311" y="677"/>
                  <a:pt x="294" y="677"/>
                </a:cubicBezTo>
                <a:cubicBezTo>
                  <a:pt x="278" y="677"/>
                  <a:pt x="265" y="665"/>
                  <a:pt x="265" y="648"/>
                </a:cubicBezTo>
                <a:cubicBezTo>
                  <a:pt x="265" y="636"/>
                  <a:pt x="265" y="636"/>
                  <a:pt x="265" y="636"/>
                </a:cubicBezTo>
                <a:cubicBezTo>
                  <a:pt x="265" y="629"/>
                  <a:pt x="259" y="622"/>
                  <a:pt x="250" y="622"/>
                </a:cubicBezTo>
                <a:cubicBezTo>
                  <a:pt x="242" y="622"/>
                  <a:pt x="235" y="629"/>
                  <a:pt x="235" y="636"/>
                </a:cubicBezTo>
                <a:lnTo>
                  <a:pt x="235" y="636"/>
                </a:lnTo>
                <a:cubicBezTo>
                  <a:pt x="235" y="648"/>
                  <a:pt x="235" y="648"/>
                  <a:pt x="235" y="648"/>
                </a:cubicBezTo>
                <a:cubicBezTo>
                  <a:pt x="235" y="681"/>
                  <a:pt x="263" y="708"/>
                  <a:pt x="294" y="708"/>
                </a:cubicBezTo>
                <a:cubicBezTo>
                  <a:pt x="328" y="708"/>
                  <a:pt x="354" y="681"/>
                  <a:pt x="354" y="648"/>
                </a:cubicBezTo>
                <a:cubicBezTo>
                  <a:pt x="354" y="324"/>
                  <a:pt x="354" y="324"/>
                  <a:pt x="354" y="324"/>
                </a:cubicBezTo>
                <a:cubicBezTo>
                  <a:pt x="663" y="324"/>
                  <a:pt x="663" y="324"/>
                  <a:pt x="663" y="324"/>
                </a:cubicBezTo>
                <a:cubicBezTo>
                  <a:pt x="667" y="324"/>
                  <a:pt x="671" y="322"/>
                  <a:pt x="674" y="319"/>
                </a:cubicBezTo>
                <a:cubicBezTo>
                  <a:pt x="677" y="317"/>
                  <a:pt x="678" y="313"/>
                  <a:pt x="677" y="308"/>
                </a:cubicBezTo>
                <a:cubicBezTo>
                  <a:pt x="665" y="133"/>
                  <a:pt x="517" y="0"/>
                  <a:pt x="339" y="0"/>
                </a:cubicBezTo>
                <a:close/>
                <a:moveTo>
                  <a:pt x="339" y="29"/>
                </a:moveTo>
                <a:lnTo>
                  <a:pt x="339" y="29"/>
                </a:lnTo>
                <a:cubicBezTo>
                  <a:pt x="497" y="29"/>
                  <a:pt x="627" y="143"/>
                  <a:pt x="647" y="295"/>
                </a:cubicBezTo>
                <a:cubicBezTo>
                  <a:pt x="31" y="295"/>
                  <a:pt x="31" y="295"/>
                  <a:pt x="31" y="295"/>
                </a:cubicBezTo>
                <a:cubicBezTo>
                  <a:pt x="50" y="143"/>
                  <a:pt x="181" y="29"/>
                  <a:pt x="339" y="2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477" name="Group 479">
            <a:extLst>
              <a:ext uri="{FF2B5EF4-FFF2-40B4-BE49-F238E27FC236}">
                <a16:creationId xmlns:a16="http://schemas.microsoft.com/office/drawing/2014/main" id="{1AB51523-410C-F656-A089-C464D16D1F41}"/>
              </a:ext>
            </a:extLst>
          </p:cNvPr>
          <p:cNvGrpSpPr/>
          <p:nvPr/>
        </p:nvGrpSpPr>
        <p:grpSpPr>
          <a:xfrm>
            <a:off x="5926658" y="4692278"/>
            <a:ext cx="236537" cy="255587"/>
            <a:chOff x="4770438" y="4992688"/>
            <a:chExt cx="236537" cy="255587"/>
          </a:xfrm>
          <a:solidFill>
            <a:schemeClr val="accent4"/>
          </a:solidFill>
        </p:grpSpPr>
        <p:sp>
          <p:nvSpPr>
            <p:cNvPr id="478" name="Freeform 398">
              <a:extLst>
                <a:ext uri="{FF2B5EF4-FFF2-40B4-BE49-F238E27FC236}">
                  <a16:creationId xmlns:a16="http://schemas.microsoft.com/office/drawing/2014/main" id="{566C612A-F18B-13C6-D96B-AA0C1FD5695A}"/>
                </a:ext>
              </a:extLst>
            </p:cNvPr>
            <p:cNvSpPr>
              <a:spLocks noChangeArrowheads="1"/>
            </p:cNvSpPr>
            <p:nvPr/>
          </p:nvSpPr>
          <p:spPr bwMode="auto">
            <a:xfrm>
              <a:off x="4770438" y="5141913"/>
              <a:ext cx="236537" cy="106362"/>
            </a:xfrm>
            <a:custGeom>
              <a:avLst/>
              <a:gdLst>
                <a:gd name="T0" fmla="*/ 636 w 655"/>
                <a:gd name="T1" fmla="*/ 6 h 294"/>
                <a:gd name="T2" fmla="*/ 636 w 655"/>
                <a:gd name="T3" fmla="*/ 6 h 294"/>
                <a:gd name="T4" fmla="*/ 616 w 655"/>
                <a:gd name="T5" fmla="*/ 9 h 294"/>
                <a:gd name="T6" fmla="*/ 620 w 655"/>
                <a:gd name="T7" fmla="*/ 29 h 294"/>
                <a:gd name="T8" fmla="*/ 620 w 655"/>
                <a:gd name="T9" fmla="*/ 29 h 294"/>
                <a:gd name="T10" fmla="*/ 625 w 655"/>
                <a:gd name="T11" fmla="*/ 42 h 294"/>
                <a:gd name="T12" fmla="*/ 620 w 655"/>
                <a:gd name="T13" fmla="*/ 53 h 294"/>
                <a:gd name="T14" fmla="*/ 335 w 655"/>
                <a:gd name="T15" fmla="*/ 261 h 294"/>
                <a:gd name="T16" fmla="*/ 327 w 655"/>
                <a:gd name="T17" fmla="*/ 264 h 294"/>
                <a:gd name="T18" fmla="*/ 319 w 655"/>
                <a:gd name="T19" fmla="*/ 261 h 294"/>
                <a:gd name="T20" fmla="*/ 36 w 655"/>
                <a:gd name="T21" fmla="*/ 53 h 294"/>
                <a:gd name="T22" fmla="*/ 29 w 655"/>
                <a:gd name="T23" fmla="*/ 42 h 294"/>
                <a:gd name="T24" fmla="*/ 36 w 655"/>
                <a:gd name="T25" fmla="*/ 29 h 294"/>
                <a:gd name="T26" fmla="*/ 38 w 655"/>
                <a:gd name="T27" fmla="*/ 9 h 294"/>
                <a:gd name="T28" fmla="*/ 18 w 655"/>
                <a:gd name="T29" fmla="*/ 6 h 294"/>
                <a:gd name="T30" fmla="*/ 0 w 655"/>
                <a:gd name="T31" fmla="*/ 42 h 294"/>
                <a:gd name="T32" fmla="*/ 18 w 655"/>
                <a:gd name="T33" fmla="*/ 76 h 294"/>
                <a:gd name="T34" fmla="*/ 301 w 655"/>
                <a:gd name="T35" fmla="*/ 285 h 294"/>
                <a:gd name="T36" fmla="*/ 327 w 655"/>
                <a:gd name="T37" fmla="*/ 293 h 294"/>
                <a:gd name="T38" fmla="*/ 353 w 655"/>
                <a:gd name="T39" fmla="*/ 285 h 294"/>
                <a:gd name="T40" fmla="*/ 636 w 655"/>
                <a:gd name="T41" fmla="*/ 76 h 294"/>
                <a:gd name="T42" fmla="*/ 654 w 655"/>
                <a:gd name="T43" fmla="*/ 42 h 294"/>
                <a:gd name="T44" fmla="*/ 636 w 655"/>
                <a:gd name="T45" fmla="*/ 6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655" h="294">
                  <a:moveTo>
                    <a:pt x="636" y="6"/>
                  </a:moveTo>
                  <a:lnTo>
                    <a:pt x="636" y="6"/>
                  </a:lnTo>
                  <a:cubicBezTo>
                    <a:pt x="631" y="0"/>
                    <a:pt x="621" y="2"/>
                    <a:pt x="616" y="9"/>
                  </a:cubicBezTo>
                  <a:cubicBezTo>
                    <a:pt x="612" y="16"/>
                    <a:pt x="613" y="25"/>
                    <a:pt x="620" y="29"/>
                  </a:cubicBezTo>
                  <a:lnTo>
                    <a:pt x="620" y="29"/>
                  </a:lnTo>
                  <a:cubicBezTo>
                    <a:pt x="624" y="32"/>
                    <a:pt x="625" y="36"/>
                    <a:pt x="625" y="42"/>
                  </a:cubicBezTo>
                  <a:cubicBezTo>
                    <a:pt x="625" y="46"/>
                    <a:pt x="624" y="50"/>
                    <a:pt x="620" y="53"/>
                  </a:cubicBezTo>
                  <a:cubicBezTo>
                    <a:pt x="335" y="261"/>
                    <a:pt x="335" y="261"/>
                    <a:pt x="335" y="261"/>
                  </a:cubicBezTo>
                  <a:cubicBezTo>
                    <a:pt x="334" y="263"/>
                    <a:pt x="330" y="264"/>
                    <a:pt x="327" y="264"/>
                  </a:cubicBezTo>
                  <a:cubicBezTo>
                    <a:pt x="324" y="264"/>
                    <a:pt x="321" y="263"/>
                    <a:pt x="319" y="261"/>
                  </a:cubicBezTo>
                  <a:cubicBezTo>
                    <a:pt x="36" y="53"/>
                    <a:pt x="36" y="53"/>
                    <a:pt x="36" y="53"/>
                  </a:cubicBezTo>
                  <a:cubicBezTo>
                    <a:pt x="31" y="50"/>
                    <a:pt x="29" y="46"/>
                    <a:pt x="29" y="42"/>
                  </a:cubicBezTo>
                  <a:cubicBezTo>
                    <a:pt x="29" y="36"/>
                    <a:pt x="31" y="32"/>
                    <a:pt x="36" y="29"/>
                  </a:cubicBezTo>
                  <a:cubicBezTo>
                    <a:pt x="41" y="25"/>
                    <a:pt x="42" y="16"/>
                    <a:pt x="38" y="9"/>
                  </a:cubicBezTo>
                  <a:cubicBezTo>
                    <a:pt x="33" y="2"/>
                    <a:pt x="25" y="0"/>
                    <a:pt x="18" y="6"/>
                  </a:cubicBezTo>
                  <a:cubicBezTo>
                    <a:pt x="5" y="14"/>
                    <a:pt x="0" y="28"/>
                    <a:pt x="0" y="42"/>
                  </a:cubicBezTo>
                  <a:cubicBezTo>
                    <a:pt x="0" y="54"/>
                    <a:pt x="5" y="68"/>
                    <a:pt x="18" y="76"/>
                  </a:cubicBezTo>
                  <a:cubicBezTo>
                    <a:pt x="301" y="285"/>
                    <a:pt x="301" y="285"/>
                    <a:pt x="301" y="285"/>
                  </a:cubicBezTo>
                  <a:cubicBezTo>
                    <a:pt x="309" y="290"/>
                    <a:pt x="317" y="293"/>
                    <a:pt x="327" y="293"/>
                  </a:cubicBezTo>
                  <a:cubicBezTo>
                    <a:pt x="337" y="293"/>
                    <a:pt x="345" y="290"/>
                    <a:pt x="353" y="285"/>
                  </a:cubicBezTo>
                  <a:cubicBezTo>
                    <a:pt x="636" y="76"/>
                    <a:pt x="636" y="76"/>
                    <a:pt x="636" y="76"/>
                  </a:cubicBezTo>
                  <a:cubicBezTo>
                    <a:pt x="649" y="68"/>
                    <a:pt x="654" y="54"/>
                    <a:pt x="654" y="42"/>
                  </a:cubicBezTo>
                  <a:cubicBezTo>
                    <a:pt x="654" y="28"/>
                    <a:pt x="649" y="14"/>
                    <a:pt x="63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79" name="Freeform 399">
              <a:extLst>
                <a:ext uri="{FF2B5EF4-FFF2-40B4-BE49-F238E27FC236}">
                  <a16:creationId xmlns:a16="http://schemas.microsoft.com/office/drawing/2014/main" id="{5808BBCE-4A3B-A486-8DEB-0543851DC90A}"/>
                </a:ext>
              </a:extLst>
            </p:cNvPr>
            <p:cNvSpPr>
              <a:spLocks noChangeArrowheads="1"/>
            </p:cNvSpPr>
            <p:nvPr/>
          </p:nvSpPr>
          <p:spPr bwMode="auto">
            <a:xfrm>
              <a:off x="4770438" y="5105400"/>
              <a:ext cx="236537" cy="106363"/>
            </a:xfrm>
            <a:custGeom>
              <a:avLst/>
              <a:gdLst>
                <a:gd name="T0" fmla="*/ 636 w 655"/>
                <a:gd name="T1" fmla="*/ 5 h 295"/>
                <a:gd name="T2" fmla="*/ 636 w 655"/>
                <a:gd name="T3" fmla="*/ 5 h 295"/>
                <a:gd name="T4" fmla="*/ 616 w 655"/>
                <a:gd name="T5" fmla="*/ 8 h 295"/>
                <a:gd name="T6" fmla="*/ 620 w 655"/>
                <a:gd name="T7" fmla="*/ 29 h 295"/>
                <a:gd name="T8" fmla="*/ 625 w 655"/>
                <a:gd name="T9" fmla="*/ 41 h 295"/>
                <a:gd name="T10" fmla="*/ 620 w 655"/>
                <a:gd name="T11" fmla="*/ 52 h 295"/>
                <a:gd name="T12" fmla="*/ 592 w 655"/>
                <a:gd name="T13" fmla="*/ 73 h 295"/>
                <a:gd name="T14" fmla="*/ 335 w 655"/>
                <a:gd name="T15" fmla="*/ 261 h 295"/>
                <a:gd name="T16" fmla="*/ 327 w 655"/>
                <a:gd name="T17" fmla="*/ 263 h 295"/>
                <a:gd name="T18" fmla="*/ 319 w 655"/>
                <a:gd name="T19" fmla="*/ 261 h 295"/>
                <a:gd name="T20" fmla="*/ 63 w 655"/>
                <a:gd name="T21" fmla="*/ 73 h 295"/>
                <a:gd name="T22" fmla="*/ 34 w 655"/>
                <a:gd name="T23" fmla="*/ 52 h 295"/>
                <a:gd name="T24" fmla="*/ 29 w 655"/>
                <a:gd name="T25" fmla="*/ 41 h 295"/>
                <a:gd name="T26" fmla="*/ 36 w 655"/>
                <a:gd name="T27" fmla="*/ 29 h 295"/>
                <a:gd name="T28" fmla="*/ 38 w 655"/>
                <a:gd name="T29" fmla="*/ 8 h 295"/>
                <a:gd name="T30" fmla="*/ 18 w 655"/>
                <a:gd name="T31" fmla="*/ 5 h 295"/>
                <a:gd name="T32" fmla="*/ 18 w 655"/>
                <a:gd name="T33" fmla="*/ 5 h 295"/>
                <a:gd name="T34" fmla="*/ 0 w 655"/>
                <a:gd name="T35" fmla="*/ 41 h 295"/>
                <a:gd name="T36" fmla="*/ 18 w 655"/>
                <a:gd name="T37" fmla="*/ 77 h 295"/>
                <a:gd name="T38" fmla="*/ 45 w 655"/>
                <a:gd name="T39" fmla="*/ 96 h 295"/>
                <a:gd name="T40" fmla="*/ 301 w 655"/>
                <a:gd name="T41" fmla="*/ 284 h 295"/>
                <a:gd name="T42" fmla="*/ 327 w 655"/>
                <a:gd name="T43" fmla="*/ 294 h 295"/>
                <a:gd name="T44" fmla="*/ 353 w 655"/>
                <a:gd name="T45" fmla="*/ 284 h 295"/>
                <a:gd name="T46" fmla="*/ 609 w 655"/>
                <a:gd name="T47" fmla="*/ 96 h 295"/>
                <a:gd name="T48" fmla="*/ 636 w 655"/>
                <a:gd name="T49" fmla="*/ 77 h 295"/>
                <a:gd name="T50" fmla="*/ 654 w 655"/>
                <a:gd name="T51" fmla="*/ 41 h 295"/>
                <a:gd name="T52" fmla="*/ 636 w 655"/>
                <a:gd name="T53" fmla="*/ 5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5" h="295">
                  <a:moveTo>
                    <a:pt x="636" y="5"/>
                  </a:moveTo>
                  <a:lnTo>
                    <a:pt x="636" y="5"/>
                  </a:lnTo>
                  <a:cubicBezTo>
                    <a:pt x="631" y="0"/>
                    <a:pt x="621" y="1"/>
                    <a:pt x="616" y="8"/>
                  </a:cubicBezTo>
                  <a:cubicBezTo>
                    <a:pt x="612" y="15"/>
                    <a:pt x="613" y="24"/>
                    <a:pt x="620" y="29"/>
                  </a:cubicBezTo>
                  <a:cubicBezTo>
                    <a:pt x="624" y="31"/>
                    <a:pt x="625" y="36"/>
                    <a:pt x="625" y="41"/>
                  </a:cubicBezTo>
                  <a:cubicBezTo>
                    <a:pt x="625" y="45"/>
                    <a:pt x="624" y="49"/>
                    <a:pt x="620" y="52"/>
                  </a:cubicBezTo>
                  <a:cubicBezTo>
                    <a:pt x="592" y="73"/>
                    <a:pt x="592" y="73"/>
                    <a:pt x="592" y="73"/>
                  </a:cubicBezTo>
                  <a:cubicBezTo>
                    <a:pt x="335" y="261"/>
                    <a:pt x="335" y="261"/>
                    <a:pt x="335" y="261"/>
                  </a:cubicBezTo>
                  <a:cubicBezTo>
                    <a:pt x="334" y="263"/>
                    <a:pt x="330" y="263"/>
                    <a:pt x="327" y="263"/>
                  </a:cubicBezTo>
                  <a:cubicBezTo>
                    <a:pt x="324" y="263"/>
                    <a:pt x="321" y="263"/>
                    <a:pt x="319" y="261"/>
                  </a:cubicBezTo>
                  <a:cubicBezTo>
                    <a:pt x="63" y="73"/>
                    <a:pt x="63" y="73"/>
                    <a:pt x="63" y="73"/>
                  </a:cubicBezTo>
                  <a:cubicBezTo>
                    <a:pt x="34" y="52"/>
                    <a:pt x="34" y="52"/>
                    <a:pt x="34" y="52"/>
                  </a:cubicBezTo>
                  <a:cubicBezTo>
                    <a:pt x="31" y="49"/>
                    <a:pt x="29" y="45"/>
                    <a:pt x="29" y="41"/>
                  </a:cubicBezTo>
                  <a:cubicBezTo>
                    <a:pt x="29" y="36"/>
                    <a:pt x="31" y="31"/>
                    <a:pt x="36" y="29"/>
                  </a:cubicBezTo>
                  <a:cubicBezTo>
                    <a:pt x="41" y="24"/>
                    <a:pt x="42" y="15"/>
                    <a:pt x="38" y="8"/>
                  </a:cubicBezTo>
                  <a:cubicBezTo>
                    <a:pt x="33" y="1"/>
                    <a:pt x="25" y="0"/>
                    <a:pt x="18" y="5"/>
                  </a:cubicBezTo>
                  <a:lnTo>
                    <a:pt x="18" y="5"/>
                  </a:lnTo>
                  <a:cubicBezTo>
                    <a:pt x="5" y="13"/>
                    <a:pt x="0" y="27"/>
                    <a:pt x="0" y="41"/>
                  </a:cubicBezTo>
                  <a:cubicBezTo>
                    <a:pt x="0" y="53"/>
                    <a:pt x="5" y="67"/>
                    <a:pt x="18" y="77"/>
                  </a:cubicBezTo>
                  <a:cubicBezTo>
                    <a:pt x="45" y="96"/>
                    <a:pt x="45" y="96"/>
                    <a:pt x="45" y="96"/>
                  </a:cubicBezTo>
                  <a:cubicBezTo>
                    <a:pt x="301" y="284"/>
                    <a:pt x="301" y="284"/>
                    <a:pt x="301" y="284"/>
                  </a:cubicBezTo>
                  <a:cubicBezTo>
                    <a:pt x="309" y="290"/>
                    <a:pt x="317" y="294"/>
                    <a:pt x="327" y="294"/>
                  </a:cubicBezTo>
                  <a:cubicBezTo>
                    <a:pt x="337" y="294"/>
                    <a:pt x="345" y="290"/>
                    <a:pt x="353" y="284"/>
                  </a:cubicBezTo>
                  <a:cubicBezTo>
                    <a:pt x="609" y="96"/>
                    <a:pt x="609" y="96"/>
                    <a:pt x="609" y="96"/>
                  </a:cubicBezTo>
                  <a:cubicBezTo>
                    <a:pt x="636" y="77"/>
                    <a:pt x="636" y="77"/>
                    <a:pt x="636" y="77"/>
                  </a:cubicBezTo>
                  <a:cubicBezTo>
                    <a:pt x="649" y="67"/>
                    <a:pt x="654" y="53"/>
                    <a:pt x="654" y="41"/>
                  </a:cubicBezTo>
                  <a:cubicBezTo>
                    <a:pt x="654" y="27"/>
                    <a:pt x="649" y="13"/>
                    <a:pt x="63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0" name="Freeform 400">
              <a:extLst>
                <a:ext uri="{FF2B5EF4-FFF2-40B4-BE49-F238E27FC236}">
                  <a16:creationId xmlns:a16="http://schemas.microsoft.com/office/drawing/2014/main" id="{A1D18E9D-825F-CA4C-3BF3-138C4A86CE91}"/>
                </a:ext>
              </a:extLst>
            </p:cNvPr>
            <p:cNvSpPr>
              <a:spLocks noChangeArrowheads="1"/>
            </p:cNvSpPr>
            <p:nvPr/>
          </p:nvSpPr>
          <p:spPr bwMode="auto">
            <a:xfrm>
              <a:off x="4770438" y="4992688"/>
              <a:ext cx="236537" cy="182562"/>
            </a:xfrm>
            <a:custGeom>
              <a:avLst/>
              <a:gdLst>
                <a:gd name="T0" fmla="*/ 18 w 655"/>
                <a:gd name="T1" fmla="*/ 289 h 507"/>
                <a:gd name="T2" fmla="*/ 18 w 655"/>
                <a:gd name="T3" fmla="*/ 289 h 507"/>
                <a:gd name="T4" fmla="*/ 45 w 655"/>
                <a:gd name="T5" fmla="*/ 308 h 507"/>
                <a:gd name="T6" fmla="*/ 106 w 655"/>
                <a:gd name="T7" fmla="*/ 353 h 507"/>
                <a:gd name="T8" fmla="*/ 301 w 655"/>
                <a:gd name="T9" fmla="*/ 496 h 507"/>
                <a:gd name="T10" fmla="*/ 327 w 655"/>
                <a:gd name="T11" fmla="*/ 506 h 507"/>
                <a:gd name="T12" fmla="*/ 353 w 655"/>
                <a:gd name="T13" fmla="*/ 496 h 507"/>
                <a:gd name="T14" fmla="*/ 549 w 655"/>
                <a:gd name="T15" fmla="*/ 353 h 507"/>
                <a:gd name="T16" fmla="*/ 609 w 655"/>
                <a:gd name="T17" fmla="*/ 308 h 507"/>
                <a:gd name="T18" fmla="*/ 636 w 655"/>
                <a:gd name="T19" fmla="*/ 289 h 507"/>
                <a:gd name="T20" fmla="*/ 654 w 655"/>
                <a:gd name="T21" fmla="*/ 253 h 507"/>
                <a:gd name="T22" fmla="*/ 636 w 655"/>
                <a:gd name="T23" fmla="*/ 217 h 507"/>
                <a:gd name="T24" fmla="*/ 353 w 655"/>
                <a:gd name="T25" fmla="*/ 9 h 507"/>
                <a:gd name="T26" fmla="*/ 327 w 655"/>
                <a:gd name="T27" fmla="*/ 0 h 507"/>
                <a:gd name="T28" fmla="*/ 301 w 655"/>
                <a:gd name="T29" fmla="*/ 9 h 507"/>
                <a:gd name="T30" fmla="*/ 18 w 655"/>
                <a:gd name="T31" fmla="*/ 217 h 507"/>
                <a:gd name="T32" fmla="*/ 0 w 655"/>
                <a:gd name="T33" fmla="*/ 253 h 507"/>
                <a:gd name="T34" fmla="*/ 18 w 655"/>
                <a:gd name="T35" fmla="*/ 289 h 507"/>
                <a:gd name="T36" fmla="*/ 36 w 655"/>
                <a:gd name="T37" fmla="*/ 241 h 507"/>
                <a:gd name="T38" fmla="*/ 36 w 655"/>
                <a:gd name="T39" fmla="*/ 241 h 507"/>
                <a:gd name="T40" fmla="*/ 319 w 655"/>
                <a:gd name="T41" fmla="*/ 32 h 507"/>
                <a:gd name="T42" fmla="*/ 327 w 655"/>
                <a:gd name="T43" fmla="*/ 29 h 507"/>
                <a:gd name="T44" fmla="*/ 335 w 655"/>
                <a:gd name="T45" fmla="*/ 32 h 507"/>
                <a:gd name="T46" fmla="*/ 620 w 655"/>
                <a:gd name="T47" fmla="*/ 241 h 507"/>
                <a:gd name="T48" fmla="*/ 625 w 655"/>
                <a:gd name="T49" fmla="*/ 253 h 507"/>
                <a:gd name="T50" fmla="*/ 620 w 655"/>
                <a:gd name="T51" fmla="*/ 264 h 507"/>
                <a:gd name="T52" fmla="*/ 592 w 655"/>
                <a:gd name="T53" fmla="*/ 285 h 507"/>
                <a:gd name="T54" fmla="*/ 531 w 655"/>
                <a:gd name="T55" fmla="*/ 329 h 507"/>
                <a:gd name="T56" fmla="*/ 335 w 655"/>
                <a:gd name="T57" fmla="*/ 473 h 507"/>
                <a:gd name="T58" fmla="*/ 327 w 655"/>
                <a:gd name="T59" fmla="*/ 476 h 507"/>
                <a:gd name="T60" fmla="*/ 319 w 655"/>
                <a:gd name="T61" fmla="*/ 473 h 507"/>
                <a:gd name="T62" fmla="*/ 123 w 655"/>
                <a:gd name="T63" fmla="*/ 329 h 507"/>
                <a:gd name="T64" fmla="*/ 63 w 655"/>
                <a:gd name="T65" fmla="*/ 285 h 507"/>
                <a:gd name="T66" fmla="*/ 36 w 655"/>
                <a:gd name="T67" fmla="*/ 264 h 507"/>
                <a:gd name="T68" fmla="*/ 29 w 655"/>
                <a:gd name="T69" fmla="*/ 253 h 507"/>
                <a:gd name="T70" fmla="*/ 36 w 655"/>
                <a:gd name="T71" fmla="*/ 241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55" h="507">
                  <a:moveTo>
                    <a:pt x="18" y="289"/>
                  </a:moveTo>
                  <a:lnTo>
                    <a:pt x="18" y="289"/>
                  </a:lnTo>
                  <a:cubicBezTo>
                    <a:pt x="45" y="308"/>
                    <a:pt x="45" y="308"/>
                    <a:pt x="45" y="308"/>
                  </a:cubicBezTo>
                  <a:cubicBezTo>
                    <a:pt x="106" y="353"/>
                    <a:pt x="106" y="353"/>
                    <a:pt x="106" y="353"/>
                  </a:cubicBezTo>
                  <a:cubicBezTo>
                    <a:pt x="301" y="496"/>
                    <a:pt x="301" y="496"/>
                    <a:pt x="301" y="496"/>
                  </a:cubicBezTo>
                  <a:cubicBezTo>
                    <a:pt x="309" y="503"/>
                    <a:pt x="317" y="506"/>
                    <a:pt x="327" y="506"/>
                  </a:cubicBezTo>
                  <a:cubicBezTo>
                    <a:pt x="337" y="506"/>
                    <a:pt x="345" y="503"/>
                    <a:pt x="353" y="496"/>
                  </a:cubicBezTo>
                  <a:cubicBezTo>
                    <a:pt x="549" y="353"/>
                    <a:pt x="549" y="353"/>
                    <a:pt x="549" y="353"/>
                  </a:cubicBezTo>
                  <a:cubicBezTo>
                    <a:pt x="609" y="308"/>
                    <a:pt x="609" y="308"/>
                    <a:pt x="609" y="308"/>
                  </a:cubicBezTo>
                  <a:cubicBezTo>
                    <a:pt x="636" y="289"/>
                    <a:pt x="636" y="289"/>
                    <a:pt x="636" y="289"/>
                  </a:cubicBezTo>
                  <a:cubicBezTo>
                    <a:pt x="649" y="279"/>
                    <a:pt x="654" y="266"/>
                    <a:pt x="654" y="253"/>
                  </a:cubicBezTo>
                  <a:cubicBezTo>
                    <a:pt x="654" y="239"/>
                    <a:pt x="649" y="226"/>
                    <a:pt x="636" y="217"/>
                  </a:cubicBezTo>
                  <a:cubicBezTo>
                    <a:pt x="353" y="9"/>
                    <a:pt x="353" y="9"/>
                    <a:pt x="353" y="9"/>
                  </a:cubicBezTo>
                  <a:cubicBezTo>
                    <a:pt x="345" y="3"/>
                    <a:pt x="337" y="0"/>
                    <a:pt x="327" y="0"/>
                  </a:cubicBezTo>
                  <a:cubicBezTo>
                    <a:pt x="317" y="0"/>
                    <a:pt x="309" y="3"/>
                    <a:pt x="301" y="9"/>
                  </a:cubicBezTo>
                  <a:cubicBezTo>
                    <a:pt x="18" y="217"/>
                    <a:pt x="18" y="217"/>
                    <a:pt x="18" y="217"/>
                  </a:cubicBezTo>
                  <a:cubicBezTo>
                    <a:pt x="5" y="226"/>
                    <a:pt x="0" y="239"/>
                    <a:pt x="0" y="253"/>
                  </a:cubicBezTo>
                  <a:cubicBezTo>
                    <a:pt x="0" y="266"/>
                    <a:pt x="5" y="279"/>
                    <a:pt x="18" y="289"/>
                  </a:cubicBezTo>
                  <a:close/>
                  <a:moveTo>
                    <a:pt x="36" y="241"/>
                  </a:moveTo>
                  <a:lnTo>
                    <a:pt x="36" y="241"/>
                  </a:lnTo>
                  <a:cubicBezTo>
                    <a:pt x="319" y="32"/>
                    <a:pt x="319" y="32"/>
                    <a:pt x="319" y="32"/>
                  </a:cubicBezTo>
                  <a:cubicBezTo>
                    <a:pt x="321" y="31"/>
                    <a:pt x="324" y="29"/>
                    <a:pt x="327" y="29"/>
                  </a:cubicBezTo>
                  <a:cubicBezTo>
                    <a:pt x="330" y="29"/>
                    <a:pt x="334" y="31"/>
                    <a:pt x="335" y="32"/>
                  </a:cubicBezTo>
                  <a:cubicBezTo>
                    <a:pt x="620" y="241"/>
                    <a:pt x="620" y="241"/>
                    <a:pt x="620" y="241"/>
                  </a:cubicBezTo>
                  <a:cubicBezTo>
                    <a:pt x="624" y="244"/>
                    <a:pt x="625" y="248"/>
                    <a:pt x="625" y="253"/>
                  </a:cubicBezTo>
                  <a:cubicBezTo>
                    <a:pt x="625" y="257"/>
                    <a:pt x="624" y="261"/>
                    <a:pt x="620" y="264"/>
                  </a:cubicBezTo>
                  <a:cubicBezTo>
                    <a:pt x="592" y="285"/>
                    <a:pt x="592" y="285"/>
                    <a:pt x="592" y="285"/>
                  </a:cubicBezTo>
                  <a:cubicBezTo>
                    <a:pt x="531" y="329"/>
                    <a:pt x="531" y="329"/>
                    <a:pt x="531" y="329"/>
                  </a:cubicBezTo>
                  <a:cubicBezTo>
                    <a:pt x="335" y="473"/>
                    <a:pt x="335" y="473"/>
                    <a:pt x="335" y="473"/>
                  </a:cubicBezTo>
                  <a:cubicBezTo>
                    <a:pt x="334" y="476"/>
                    <a:pt x="330" y="476"/>
                    <a:pt x="327" y="476"/>
                  </a:cubicBezTo>
                  <a:cubicBezTo>
                    <a:pt x="324" y="476"/>
                    <a:pt x="321" y="476"/>
                    <a:pt x="319" y="473"/>
                  </a:cubicBezTo>
                  <a:cubicBezTo>
                    <a:pt x="123" y="329"/>
                    <a:pt x="123" y="329"/>
                    <a:pt x="123" y="329"/>
                  </a:cubicBezTo>
                  <a:cubicBezTo>
                    <a:pt x="63" y="285"/>
                    <a:pt x="63" y="285"/>
                    <a:pt x="63" y="285"/>
                  </a:cubicBezTo>
                  <a:cubicBezTo>
                    <a:pt x="36" y="264"/>
                    <a:pt x="36" y="264"/>
                    <a:pt x="36" y="264"/>
                  </a:cubicBezTo>
                  <a:cubicBezTo>
                    <a:pt x="31" y="261"/>
                    <a:pt x="29" y="257"/>
                    <a:pt x="29" y="253"/>
                  </a:cubicBezTo>
                  <a:cubicBezTo>
                    <a:pt x="29" y="248"/>
                    <a:pt x="31" y="244"/>
                    <a:pt x="36" y="24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1" name="Group 483">
            <a:extLst>
              <a:ext uri="{FF2B5EF4-FFF2-40B4-BE49-F238E27FC236}">
                <a16:creationId xmlns:a16="http://schemas.microsoft.com/office/drawing/2014/main" id="{0CCCFFDF-124A-6419-4CD6-FD3105FD3637}"/>
              </a:ext>
            </a:extLst>
          </p:cNvPr>
          <p:cNvGrpSpPr/>
          <p:nvPr/>
        </p:nvGrpSpPr>
        <p:grpSpPr>
          <a:xfrm>
            <a:off x="5969520" y="5713041"/>
            <a:ext cx="158750" cy="255587"/>
            <a:chOff x="4813300" y="6011863"/>
            <a:chExt cx="158750" cy="255587"/>
          </a:xfrm>
          <a:solidFill>
            <a:schemeClr val="accent4"/>
          </a:solidFill>
        </p:grpSpPr>
        <p:sp>
          <p:nvSpPr>
            <p:cNvPr id="482" name="Freeform 401">
              <a:extLst>
                <a:ext uri="{FF2B5EF4-FFF2-40B4-BE49-F238E27FC236}">
                  <a16:creationId xmlns:a16="http://schemas.microsoft.com/office/drawing/2014/main" id="{ED9147BE-EA9E-F938-50E6-C096F66148C7}"/>
                </a:ext>
              </a:extLst>
            </p:cNvPr>
            <p:cNvSpPr>
              <a:spLocks noChangeArrowheads="1"/>
            </p:cNvSpPr>
            <p:nvPr/>
          </p:nvSpPr>
          <p:spPr bwMode="auto">
            <a:xfrm>
              <a:off x="4813300" y="6011863"/>
              <a:ext cx="158750" cy="255587"/>
            </a:xfrm>
            <a:custGeom>
              <a:avLst/>
              <a:gdLst>
                <a:gd name="T0" fmla="*/ 0 w 443"/>
                <a:gd name="T1" fmla="*/ 486 h 708"/>
                <a:gd name="T2" fmla="*/ 0 w 443"/>
                <a:gd name="T3" fmla="*/ 486 h 708"/>
                <a:gd name="T4" fmla="*/ 221 w 443"/>
                <a:gd name="T5" fmla="*/ 707 h 708"/>
                <a:gd name="T6" fmla="*/ 442 w 443"/>
                <a:gd name="T7" fmla="*/ 486 h 708"/>
                <a:gd name="T8" fmla="*/ 303 w 443"/>
                <a:gd name="T9" fmla="*/ 280 h 708"/>
                <a:gd name="T10" fmla="*/ 406 w 443"/>
                <a:gd name="T11" fmla="*/ 203 h 708"/>
                <a:gd name="T12" fmla="*/ 412 w 443"/>
                <a:gd name="T13" fmla="*/ 191 h 708"/>
                <a:gd name="T14" fmla="*/ 412 w 443"/>
                <a:gd name="T15" fmla="*/ 14 h 708"/>
                <a:gd name="T16" fmla="*/ 408 w 443"/>
                <a:gd name="T17" fmla="*/ 4 h 708"/>
                <a:gd name="T18" fmla="*/ 398 w 443"/>
                <a:gd name="T19" fmla="*/ 0 h 708"/>
                <a:gd name="T20" fmla="*/ 44 w 443"/>
                <a:gd name="T21" fmla="*/ 0 h 708"/>
                <a:gd name="T22" fmla="*/ 33 w 443"/>
                <a:gd name="T23" fmla="*/ 4 h 708"/>
                <a:gd name="T24" fmla="*/ 29 w 443"/>
                <a:gd name="T25" fmla="*/ 14 h 708"/>
                <a:gd name="T26" fmla="*/ 29 w 443"/>
                <a:gd name="T27" fmla="*/ 191 h 708"/>
                <a:gd name="T28" fmla="*/ 35 w 443"/>
                <a:gd name="T29" fmla="*/ 203 h 708"/>
                <a:gd name="T30" fmla="*/ 138 w 443"/>
                <a:gd name="T31" fmla="*/ 280 h 708"/>
                <a:gd name="T32" fmla="*/ 0 w 443"/>
                <a:gd name="T33" fmla="*/ 486 h 708"/>
                <a:gd name="T34" fmla="*/ 167 w 443"/>
                <a:gd name="T35" fmla="*/ 265 h 708"/>
                <a:gd name="T36" fmla="*/ 167 w 443"/>
                <a:gd name="T37" fmla="*/ 265 h 708"/>
                <a:gd name="T38" fmla="*/ 58 w 443"/>
                <a:gd name="T39" fmla="*/ 184 h 708"/>
                <a:gd name="T40" fmla="*/ 58 w 443"/>
                <a:gd name="T41" fmla="*/ 29 h 708"/>
                <a:gd name="T42" fmla="*/ 383 w 443"/>
                <a:gd name="T43" fmla="*/ 29 h 708"/>
                <a:gd name="T44" fmla="*/ 383 w 443"/>
                <a:gd name="T45" fmla="*/ 184 h 708"/>
                <a:gd name="T46" fmla="*/ 274 w 443"/>
                <a:gd name="T47" fmla="*/ 265 h 708"/>
                <a:gd name="T48" fmla="*/ 167 w 443"/>
                <a:gd name="T49" fmla="*/ 265 h 708"/>
                <a:gd name="T50" fmla="*/ 221 w 443"/>
                <a:gd name="T51" fmla="*/ 294 h 708"/>
                <a:gd name="T52" fmla="*/ 221 w 443"/>
                <a:gd name="T53" fmla="*/ 294 h 708"/>
                <a:gd name="T54" fmla="*/ 357 w 443"/>
                <a:gd name="T55" fmla="*/ 351 h 708"/>
                <a:gd name="T56" fmla="*/ 412 w 443"/>
                <a:gd name="T57" fmla="*/ 486 h 708"/>
                <a:gd name="T58" fmla="*/ 357 w 443"/>
                <a:gd name="T59" fmla="*/ 622 h 708"/>
                <a:gd name="T60" fmla="*/ 221 w 443"/>
                <a:gd name="T61" fmla="*/ 677 h 708"/>
                <a:gd name="T62" fmla="*/ 86 w 443"/>
                <a:gd name="T63" fmla="*/ 622 h 708"/>
                <a:gd name="T64" fmla="*/ 29 w 443"/>
                <a:gd name="T65" fmla="*/ 486 h 708"/>
                <a:gd name="T66" fmla="*/ 86 w 443"/>
                <a:gd name="T67" fmla="*/ 351 h 708"/>
                <a:gd name="T68" fmla="*/ 221 w 443"/>
                <a:gd name="T69"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3" h="708">
                  <a:moveTo>
                    <a:pt x="0" y="486"/>
                  </a:moveTo>
                  <a:lnTo>
                    <a:pt x="0" y="486"/>
                  </a:lnTo>
                  <a:cubicBezTo>
                    <a:pt x="0" y="608"/>
                    <a:pt x="98" y="707"/>
                    <a:pt x="221" y="707"/>
                  </a:cubicBezTo>
                  <a:cubicBezTo>
                    <a:pt x="343" y="707"/>
                    <a:pt x="442" y="608"/>
                    <a:pt x="442" y="486"/>
                  </a:cubicBezTo>
                  <a:cubicBezTo>
                    <a:pt x="442" y="392"/>
                    <a:pt x="384" y="314"/>
                    <a:pt x="303" y="280"/>
                  </a:cubicBezTo>
                  <a:cubicBezTo>
                    <a:pt x="406" y="203"/>
                    <a:pt x="406" y="203"/>
                    <a:pt x="406" y="203"/>
                  </a:cubicBezTo>
                  <a:cubicBezTo>
                    <a:pt x="410" y="200"/>
                    <a:pt x="412" y="196"/>
                    <a:pt x="412" y="191"/>
                  </a:cubicBezTo>
                  <a:cubicBezTo>
                    <a:pt x="412" y="14"/>
                    <a:pt x="412" y="14"/>
                    <a:pt x="412" y="14"/>
                  </a:cubicBezTo>
                  <a:cubicBezTo>
                    <a:pt x="412" y="11"/>
                    <a:pt x="410" y="7"/>
                    <a:pt x="408" y="4"/>
                  </a:cubicBezTo>
                  <a:cubicBezTo>
                    <a:pt x="405" y="1"/>
                    <a:pt x="402" y="0"/>
                    <a:pt x="398" y="0"/>
                  </a:cubicBezTo>
                  <a:cubicBezTo>
                    <a:pt x="44" y="0"/>
                    <a:pt x="44" y="0"/>
                    <a:pt x="44" y="0"/>
                  </a:cubicBezTo>
                  <a:cubicBezTo>
                    <a:pt x="40" y="0"/>
                    <a:pt x="36" y="1"/>
                    <a:pt x="33" y="4"/>
                  </a:cubicBezTo>
                  <a:cubicBezTo>
                    <a:pt x="31" y="7"/>
                    <a:pt x="29" y="11"/>
                    <a:pt x="29" y="14"/>
                  </a:cubicBezTo>
                  <a:cubicBezTo>
                    <a:pt x="29" y="191"/>
                    <a:pt x="29" y="191"/>
                    <a:pt x="29" y="191"/>
                  </a:cubicBezTo>
                  <a:cubicBezTo>
                    <a:pt x="29" y="196"/>
                    <a:pt x="32" y="200"/>
                    <a:pt x="35" y="203"/>
                  </a:cubicBezTo>
                  <a:cubicBezTo>
                    <a:pt x="138" y="280"/>
                    <a:pt x="138" y="280"/>
                    <a:pt x="138" y="280"/>
                  </a:cubicBezTo>
                  <a:cubicBezTo>
                    <a:pt x="57" y="314"/>
                    <a:pt x="0" y="392"/>
                    <a:pt x="0" y="486"/>
                  </a:cubicBezTo>
                  <a:close/>
                  <a:moveTo>
                    <a:pt x="167" y="265"/>
                  </a:moveTo>
                  <a:lnTo>
                    <a:pt x="167" y="265"/>
                  </a:lnTo>
                  <a:cubicBezTo>
                    <a:pt x="58" y="184"/>
                    <a:pt x="58" y="184"/>
                    <a:pt x="58" y="184"/>
                  </a:cubicBezTo>
                  <a:cubicBezTo>
                    <a:pt x="58" y="29"/>
                    <a:pt x="58" y="29"/>
                    <a:pt x="58" y="29"/>
                  </a:cubicBezTo>
                  <a:cubicBezTo>
                    <a:pt x="383" y="29"/>
                    <a:pt x="383" y="29"/>
                    <a:pt x="383" y="29"/>
                  </a:cubicBezTo>
                  <a:cubicBezTo>
                    <a:pt x="383" y="184"/>
                    <a:pt x="383" y="184"/>
                    <a:pt x="383" y="184"/>
                  </a:cubicBezTo>
                  <a:cubicBezTo>
                    <a:pt x="274" y="265"/>
                    <a:pt x="274" y="265"/>
                    <a:pt x="274" y="265"/>
                  </a:cubicBezTo>
                  <a:lnTo>
                    <a:pt x="167" y="265"/>
                  </a:lnTo>
                  <a:close/>
                  <a:moveTo>
                    <a:pt x="221" y="294"/>
                  </a:moveTo>
                  <a:lnTo>
                    <a:pt x="221" y="294"/>
                  </a:lnTo>
                  <a:cubicBezTo>
                    <a:pt x="274" y="294"/>
                    <a:pt x="322" y="316"/>
                    <a:pt x="357" y="351"/>
                  </a:cubicBezTo>
                  <a:cubicBezTo>
                    <a:pt x="391" y="385"/>
                    <a:pt x="412" y="432"/>
                    <a:pt x="412" y="486"/>
                  </a:cubicBezTo>
                  <a:cubicBezTo>
                    <a:pt x="412" y="539"/>
                    <a:pt x="391" y="587"/>
                    <a:pt x="357" y="622"/>
                  </a:cubicBezTo>
                  <a:cubicBezTo>
                    <a:pt x="322" y="656"/>
                    <a:pt x="274" y="677"/>
                    <a:pt x="221" y="677"/>
                  </a:cubicBezTo>
                  <a:cubicBezTo>
                    <a:pt x="167" y="677"/>
                    <a:pt x="120" y="656"/>
                    <a:pt x="86" y="622"/>
                  </a:cubicBezTo>
                  <a:cubicBezTo>
                    <a:pt x="51" y="587"/>
                    <a:pt x="29" y="539"/>
                    <a:pt x="29" y="486"/>
                  </a:cubicBezTo>
                  <a:cubicBezTo>
                    <a:pt x="29" y="432"/>
                    <a:pt x="51" y="385"/>
                    <a:pt x="86" y="351"/>
                  </a:cubicBezTo>
                  <a:cubicBezTo>
                    <a:pt x="120" y="316"/>
                    <a:pt x="167" y="294"/>
                    <a:pt x="22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3" name="Freeform 402">
              <a:extLst>
                <a:ext uri="{FF2B5EF4-FFF2-40B4-BE49-F238E27FC236}">
                  <a16:creationId xmlns:a16="http://schemas.microsoft.com/office/drawing/2014/main" id="{B207E321-C983-A336-1ADC-21494010FF57}"/>
                </a:ext>
              </a:extLst>
            </p:cNvPr>
            <p:cNvSpPr>
              <a:spLocks noChangeArrowheads="1"/>
            </p:cNvSpPr>
            <p:nvPr/>
          </p:nvSpPr>
          <p:spPr bwMode="auto">
            <a:xfrm>
              <a:off x="4846638" y="6138863"/>
              <a:ext cx="95250" cy="95250"/>
            </a:xfrm>
            <a:custGeom>
              <a:avLst/>
              <a:gdLst>
                <a:gd name="T0" fmla="*/ 132 w 266"/>
                <a:gd name="T1" fmla="*/ 265 h 266"/>
                <a:gd name="T2" fmla="*/ 132 w 266"/>
                <a:gd name="T3" fmla="*/ 265 h 266"/>
                <a:gd name="T4" fmla="*/ 265 w 266"/>
                <a:gd name="T5" fmla="*/ 132 h 266"/>
                <a:gd name="T6" fmla="*/ 132 w 266"/>
                <a:gd name="T7" fmla="*/ 0 h 266"/>
                <a:gd name="T8" fmla="*/ 0 w 266"/>
                <a:gd name="T9" fmla="*/ 132 h 266"/>
                <a:gd name="T10" fmla="*/ 132 w 266"/>
                <a:gd name="T11" fmla="*/ 265 h 266"/>
                <a:gd name="T12" fmla="*/ 59 w 266"/>
                <a:gd name="T13" fmla="*/ 59 h 266"/>
                <a:gd name="T14" fmla="*/ 59 w 266"/>
                <a:gd name="T15" fmla="*/ 59 h 266"/>
                <a:gd name="T16" fmla="*/ 132 w 266"/>
                <a:gd name="T17" fmla="*/ 29 h 266"/>
                <a:gd name="T18" fmla="*/ 205 w 266"/>
                <a:gd name="T19" fmla="*/ 59 h 266"/>
                <a:gd name="T20" fmla="*/ 234 w 266"/>
                <a:gd name="T21" fmla="*/ 132 h 266"/>
                <a:gd name="T22" fmla="*/ 205 w 266"/>
                <a:gd name="T23" fmla="*/ 205 h 266"/>
                <a:gd name="T24" fmla="*/ 132 w 266"/>
                <a:gd name="T25" fmla="*/ 234 h 266"/>
                <a:gd name="T26" fmla="*/ 59 w 266"/>
                <a:gd name="T27" fmla="*/ 205 h 266"/>
                <a:gd name="T28" fmla="*/ 29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5"/>
                    <a:pt x="265" y="132"/>
                  </a:cubicBezTo>
                  <a:cubicBezTo>
                    <a:pt x="265" y="59"/>
                    <a:pt x="205" y="0"/>
                    <a:pt x="132" y="0"/>
                  </a:cubicBezTo>
                  <a:cubicBezTo>
                    <a:pt x="59" y="0"/>
                    <a:pt x="0" y="59"/>
                    <a:pt x="0" y="132"/>
                  </a:cubicBezTo>
                  <a:cubicBezTo>
                    <a:pt x="0" y="205"/>
                    <a:pt x="59" y="265"/>
                    <a:pt x="132" y="265"/>
                  </a:cubicBezTo>
                  <a:close/>
                  <a:moveTo>
                    <a:pt x="59" y="59"/>
                  </a:moveTo>
                  <a:lnTo>
                    <a:pt x="59" y="59"/>
                  </a:lnTo>
                  <a:cubicBezTo>
                    <a:pt x="78" y="40"/>
                    <a:pt x="103" y="29"/>
                    <a:pt x="132" y="29"/>
                  </a:cubicBezTo>
                  <a:cubicBezTo>
                    <a:pt x="160" y="29"/>
                    <a:pt x="186" y="40"/>
                    <a:pt x="205" y="59"/>
                  </a:cubicBezTo>
                  <a:cubicBezTo>
                    <a:pt x="223" y="77"/>
                    <a:pt x="234" y="103"/>
                    <a:pt x="234" y="132"/>
                  </a:cubicBezTo>
                  <a:cubicBezTo>
                    <a:pt x="234" y="160"/>
                    <a:pt x="223" y="186"/>
                    <a:pt x="205" y="205"/>
                  </a:cubicBezTo>
                  <a:cubicBezTo>
                    <a:pt x="186" y="223"/>
                    <a:pt x="160" y="234"/>
                    <a:pt x="132" y="234"/>
                  </a:cubicBezTo>
                  <a:cubicBezTo>
                    <a:pt x="103" y="234"/>
                    <a:pt x="78" y="223"/>
                    <a:pt x="59" y="205"/>
                  </a:cubicBezTo>
                  <a:cubicBezTo>
                    <a:pt x="40" y="186"/>
                    <a:pt x="29" y="160"/>
                    <a:pt x="29" y="132"/>
                  </a:cubicBezTo>
                  <a:cubicBezTo>
                    <a:pt x="29" y="103"/>
                    <a:pt x="40"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484" name="Freeform 405">
            <a:extLst>
              <a:ext uri="{FF2B5EF4-FFF2-40B4-BE49-F238E27FC236}">
                <a16:creationId xmlns:a16="http://schemas.microsoft.com/office/drawing/2014/main" id="{285B0B90-FED9-CABA-203A-8C38DE20DEA4}"/>
              </a:ext>
            </a:extLst>
          </p:cNvPr>
          <p:cNvSpPr>
            <a:spLocks noChangeArrowheads="1"/>
          </p:cNvSpPr>
          <p:nvPr/>
        </p:nvSpPr>
        <p:spPr bwMode="auto">
          <a:xfrm>
            <a:off x="6510858" y="5198690"/>
            <a:ext cx="117475" cy="255588"/>
          </a:xfrm>
          <a:custGeom>
            <a:avLst/>
            <a:gdLst>
              <a:gd name="T0" fmla="*/ 310 w 327"/>
              <a:gd name="T1" fmla="*/ 325 h 711"/>
              <a:gd name="T2" fmla="*/ 310 w 327"/>
              <a:gd name="T3" fmla="*/ 325 h 711"/>
              <a:gd name="T4" fmla="*/ 181 w 327"/>
              <a:gd name="T5" fmla="*/ 325 h 711"/>
              <a:gd name="T6" fmla="*/ 236 w 327"/>
              <a:gd name="T7" fmla="*/ 18 h 711"/>
              <a:gd name="T8" fmla="*/ 226 w 327"/>
              <a:gd name="T9" fmla="*/ 2 h 711"/>
              <a:gd name="T10" fmla="*/ 208 w 327"/>
              <a:gd name="T11" fmla="*/ 10 h 711"/>
              <a:gd name="T12" fmla="*/ 2 w 327"/>
              <a:gd name="T13" fmla="*/ 422 h 711"/>
              <a:gd name="T14" fmla="*/ 2 w 327"/>
              <a:gd name="T15" fmla="*/ 437 h 711"/>
              <a:gd name="T16" fmla="*/ 15 w 327"/>
              <a:gd name="T17" fmla="*/ 444 h 711"/>
              <a:gd name="T18" fmla="*/ 147 w 327"/>
              <a:gd name="T19" fmla="*/ 444 h 711"/>
              <a:gd name="T20" fmla="*/ 147 w 327"/>
              <a:gd name="T21" fmla="*/ 694 h 711"/>
              <a:gd name="T22" fmla="*/ 160 w 327"/>
              <a:gd name="T23" fmla="*/ 709 h 711"/>
              <a:gd name="T24" fmla="*/ 176 w 327"/>
              <a:gd name="T25" fmla="*/ 699 h 711"/>
              <a:gd name="T26" fmla="*/ 324 w 327"/>
              <a:gd name="T27" fmla="*/ 346 h 711"/>
              <a:gd name="T28" fmla="*/ 323 w 327"/>
              <a:gd name="T29" fmla="*/ 332 h 711"/>
              <a:gd name="T30" fmla="*/ 310 w 327"/>
              <a:gd name="T31" fmla="*/ 325 h 711"/>
              <a:gd name="T32" fmla="*/ 178 w 327"/>
              <a:gd name="T33" fmla="*/ 621 h 711"/>
              <a:gd name="T34" fmla="*/ 178 w 327"/>
              <a:gd name="T35" fmla="*/ 621 h 711"/>
              <a:gd name="T36" fmla="*/ 178 w 327"/>
              <a:gd name="T37" fmla="*/ 429 h 711"/>
              <a:gd name="T38" fmla="*/ 174 w 327"/>
              <a:gd name="T39" fmla="*/ 419 h 711"/>
              <a:gd name="T40" fmla="*/ 163 w 327"/>
              <a:gd name="T41" fmla="*/ 413 h 711"/>
              <a:gd name="T42" fmla="*/ 40 w 327"/>
              <a:gd name="T43" fmla="*/ 413 h 711"/>
              <a:gd name="T44" fmla="*/ 189 w 327"/>
              <a:gd name="T45" fmla="*/ 115 h 711"/>
              <a:gd name="T46" fmla="*/ 149 w 327"/>
              <a:gd name="T47" fmla="*/ 337 h 711"/>
              <a:gd name="T48" fmla="*/ 152 w 327"/>
              <a:gd name="T49" fmla="*/ 350 h 711"/>
              <a:gd name="T50" fmla="*/ 163 w 327"/>
              <a:gd name="T51" fmla="*/ 355 h 711"/>
              <a:gd name="T52" fmla="*/ 288 w 327"/>
              <a:gd name="T53" fmla="*/ 355 h 711"/>
              <a:gd name="T54" fmla="*/ 178 w 327"/>
              <a:gd name="T55" fmla="*/ 621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27" h="711">
                <a:moveTo>
                  <a:pt x="310" y="325"/>
                </a:moveTo>
                <a:lnTo>
                  <a:pt x="310" y="325"/>
                </a:lnTo>
                <a:cubicBezTo>
                  <a:pt x="181" y="325"/>
                  <a:pt x="181" y="325"/>
                  <a:pt x="181" y="325"/>
                </a:cubicBezTo>
                <a:cubicBezTo>
                  <a:pt x="236" y="18"/>
                  <a:pt x="236" y="18"/>
                  <a:pt x="236" y="18"/>
                </a:cubicBezTo>
                <a:cubicBezTo>
                  <a:pt x="237" y="11"/>
                  <a:pt x="233" y="5"/>
                  <a:pt x="226" y="2"/>
                </a:cubicBezTo>
                <a:cubicBezTo>
                  <a:pt x="219" y="0"/>
                  <a:pt x="212" y="3"/>
                  <a:pt x="208" y="10"/>
                </a:cubicBezTo>
                <a:cubicBezTo>
                  <a:pt x="2" y="422"/>
                  <a:pt x="2" y="422"/>
                  <a:pt x="2" y="422"/>
                </a:cubicBezTo>
                <a:cubicBezTo>
                  <a:pt x="0" y="427"/>
                  <a:pt x="0" y="433"/>
                  <a:pt x="2" y="437"/>
                </a:cubicBezTo>
                <a:cubicBezTo>
                  <a:pt x="5" y="441"/>
                  <a:pt x="11" y="444"/>
                  <a:pt x="15" y="444"/>
                </a:cubicBezTo>
                <a:cubicBezTo>
                  <a:pt x="147" y="444"/>
                  <a:pt x="147" y="444"/>
                  <a:pt x="147" y="444"/>
                </a:cubicBezTo>
                <a:cubicBezTo>
                  <a:pt x="147" y="694"/>
                  <a:pt x="147" y="694"/>
                  <a:pt x="147" y="694"/>
                </a:cubicBezTo>
                <a:cubicBezTo>
                  <a:pt x="147" y="701"/>
                  <a:pt x="153" y="708"/>
                  <a:pt x="160" y="709"/>
                </a:cubicBezTo>
                <a:cubicBezTo>
                  <a:pt x="167" y="710"/>
                  <a:pt x="174" y="706"/>
                  <a:pt x="176" y="699"/>
                </a:cubicBezTo>
                <a:cubicBezTo>
                  <a:pt x="324" y="346"/>
                  <a:pt x="324" y="346"/>
                  <a:pt x="324" y="346"/>
                </a:cubicBezTo>
                <a:cubicBezTo>
                  <a:pt x="326" y="342"/>
                  <a:pt x="326" y="336"/>
                  <a:pt x="323" y="332"/>
                </a:cubicBezTo>
                <a:cubicBezTo>
                  <a:pt x="320" y="328"/>
                  <a:pt x="314" y="325"/>
                  <a:pt x="310" y="325"/>
                </a:cubicBezTo>
                <a:close/>
                <a:moveTo>
                  <a:pt x="178" y="621"/>
                </a:moveTo>
                <a:lnTo>
                  <a:pt x="178" y="621"/>
                </a:lnTo>
                <a:cubicBezTo>
                  <a:pt x="178" y="429"/>
                  <a:pt x="178" y="429"/>
                  <a:pt x="178" y="429"/>
                </a:cubicBezTo>
                <a:cubicBezTo>
                  <a:pt x="178" y="424"/>
                  <a:pt x="176" y="422"/>
                  <a:pt x="174" y="419"/>
                </a:cubicBezTo>
                <a:cubicBezTo>
                  <a:pt x="171" y="416"/>
                  <a:pt x="167" y="413"/>
                  <a:pt x="163" y="413"/>
                </a:cubicBezTo>
                <a:cubicBezTo>
                  <a:pt x="40" y="413"/>
                  <a:pt x="40" y="413"/>
                  <a:pt x="40" y="413"/>
                </a:cubicBezTo>
                <a:cubicBezTo>
                  <a:pt x="189" y="115"/>
                  <a:pt x="189" y="115"/>
                  <a:pt x="189" y="115"/>
                </a:cubicBezTo>
                <a:cubicBezTo>
                  <a:pt x="149" y="337"/>
                  <a:pt x="149" y="337"/>
                  <a:pt x="149" y="337"/>
                </a:cubicBezTo>
                <a:cubicBezTo>
                  <a:pt x="147" y="342"/>
                  <a:pt x="149" y="346"/>
                  <a:pt x="152" y="350"/>
                </a:cubicBezTo>
                <a:cubicBezTo>
                  <a:pt x="154" y="353"/>
                  <a:pt x="158" y="355"/>
                  <a:pt x="163" y="355"/>
                </a:cubicBezTo>
                <a:cubicBezTo>
                  <a:pt x="288" y="355"/>
                  <a:pt x="288" y="355"/>
                  <a:pt x="288" y="355"/>
                </a:cubicBezTo>
                <a:lnTo>
                  <a:pt x="178" y="621"/>
                </a:lnTo>
                <a:close/>
              </a:path>
            </a:pathLst>
          </a:custGeom>
          <a:solidFill>
            <a:schemeClr val="accent4"/>
          </a:solidFill>
          <a:ln>
            <a:noFill/>
          </a:ln>
          <a:effectLst/>
        </p:spPr>
        <p:txBody>
          <a:bodyPr wrap="none" anchor="ctr"/>
          <a:lstStyle/>
          <a:p>
            <a:endParaRPr lang="da-DK">
              <a:solidFill>
                <a:schemeClr val="tx2"/>
              </a:solidFill>
            </a:endParaRPr>
          </a:p>
        </p:txBody>
      </p:sp>
      <p:grpSp>
        <p:nvGrpSpPr>
          <p:cNvPr id="485" name="Group 487">
            <a:extLst>
              <a:ext uri="{FF2B5EF4-FFF2-40B4-BE49-F238E27FC236}">
                <a16:creationId xmlns:a16="http://schemas.microsoft.com/office/drawing/2014/main" id="{63BDE5B2-B4BF-69AA-D7E1-492DF88F4CEE}"/>
              </a:ext>
            </a:extLst>
          </p:cNvPr>
          <p:cNvGrpSpPr/>
          <p:nvPr/>
        </p:nvGrpSpPr>
        <p:grpSpPr>
          <a:xfrm>
            <a:off x="7444308" y="4692278"/>
            <a:ext cx="255587" cy="255587"/>
            <a:chOff x="6288088" y="4992688"/>
            <a:chExt cx="255587" cy="255587"/>
          </a:xfrm>
          <a:solidFill>
            <a:schemeClr val="accent4"/>
          </a:solidFill>
        </p:grpSpPr>
        <p:sp>
          <p:nvSpPr>
            <p:cNvPr id="486" name="Freeform 406">
              <a:extLst>
                <a:ext uri="{FF2B5EF4-FFF2-40B4-BE49-F238E27FC236}">
                  <a16:creationId xmlns:a16="http://schemas.microsoft.com/office/drawing/2014/main" id="{F7EAADD6-A01F-79A7-A0EF-B3D1FAC7B15D}"/>
                </a:ext>
              </a:extLst>
            </p:cNvPr>
            <p:cNvSpPr>
              <a:spLocks noChangeArrowheads="1"/>
            </p:cNvSpPr>
            <p:nvPr/>
          </p:nvSpPr>
          <p:spPr bwMode="auto">
            <a:xfrm>
              <a:off x="6454775" y="5114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7" name="Freeform 407">
              <a:extLst>
                <a:ext uri="{FF2B5EF4-FFF2-40B4-BE49-F238E27FC236}">
                  <a16:creationId xmlns:a16="http://schemas.microsoft.com/office/drawing/2014/main" id="{D9190ECD-31A5-F40A-707F-0424C032BB71}"/>
                </a:ext>
              </a:extLst>
            </p:cNvPr>
            <p:cNvSpPr>
              <a:spLocks noChangeArrowheads="1"/>
            </p:cNvSpPr>
            <p:nvPr/>
          </p:nvSpPr>
          <p:spPr bwMode="auto">
            <a:xfrm>
              <a:off x="6288088" y="4992688"/>
              <a:ext cx="255587" cy="255587"/>
            </a:xfrm>
            <a:custGeom>
              <a:avLst/>
              <a:gdLst>
                <a:gd name="T0" fmla="*/ 491 w 709"/>
                <a:gd name="T1" fmla="*/ 322 h 709"/>
                <a:gd name="T2" fmla="*/ 429 w 709"/>
                <a:gd name="T3" fmla="*/ 74 h 709"/>
                <a:gd name="T4" fmla="*/ 250 w 709"/>
                <a:gd name="T5" fmla="*/ 0 h 709"/>
                <a:gd name="T6" fmla="*/ 74 w 709"/>
                <a:gd name="T7" fmla="*/ 74 h 709"/>
                <a:gd name="T8" fmla="*/ 74 w 709"/>
                <a:gd name="T9" fmla="*/ 427 h 709"/>
                <a:gd name="T10" fmla="*/ 250 w 709"/>
                <a:gd name="T11" fmla="*/ 500 h 709"/>
                <a:gd name="T12" fmla="*/ 383 w 709"/>
                <a:gd name="T13" fmla="*/ 471 h 709"/>
                <a:gd name="T14" fmla="*/ 398 w 709"/>
                <a:gd name="T15" fmla="*/ 531 h 709"/>
                <a:gd name="T16" fmla="*/ 442 w 709"/>
                <a:gd name="T17" fmla="*/ 575 h 709"/>
                <a:gd name="T18" fmla="*/ 502 w 709"/>
                <a:gd name="T19" fmla="*/ 589 h 709"/>
                <a:gd name="T20" fmla="*/ 516 w 709"/>
                <a:gd name="T21" fmla="*/ 648 h 709"/>
                <a:gd name="T22" fmla="*/ 560 w 709"/>
                <a:gd name="T23" fmla="*/ 692 h 709"/>
                <a:gd name="T24" fmla="*/ 692 w 709"/>
                <a:gd name="T25" fmla="*/ 708 h 709"/>
                <a:gd name="T26" fmla="*/ 708 w 709"/>
                <a:gd name="T27" fmla="*/ 692 h 709"/>
                <a:gd name="T28" fmla="*/ 704 w 709"/>
                <a:gd name="T29" fmla="*/ 535 h 709"/>
                <a:gd name="T30" fmla="*/ 590 w 709"/>
                <a:gd name="T31" fmla="*/ 677 h 709"/>
                <a:gd name="T32" fmla="*/ 590 w 709"/>
                <a:gd name="T33" fmla="*/ 633 h 709"/>
                <a:gd name="T34" fmla="*/ 531 w 709"/>
                <a:gd name="T35" fmla="*/ 619 h 709"/>
                <a:gd name="T36" fmla="*/ 516 w 709"/>
                <a:gd name="T37" fmla="*/ 560 h 709"/>
                <a:gd name="T38" fmla="*/ 471 w 709"/>
                <a:gd name="T39" fmla="*/ 516 h 709"/>
                <a:gd name="T40" fmla="*/ 413 w 709"/>
                <a:gd name="T41" fmla="*/ 500 h 709"/>
                <a:gd name="T42" fmla="*/ 398 w 709"/>
                <a:gd name="T43" fmla="*/ 442 h 709"/>
                <a:gd name="T44" fmla="*/ 364 w 709"/>
                <a:gd name="T45" fmla="*/ 442 h 709"/>
                <a:gd name="T46" fmla="*/ 358 w 709"/>
                <a:gd name="T47" fmla="*/ 444 h 709"/>
                <a:gd name="T48" fmla="*/ 250 w 709"/>
                <a:gd name="T49" fmla="*/ 471 h 709"/>
                <a:gd name="T50" fmla="*/ 29 w 709"/>
                <a:gd name="T51" fmla="*/ 250 h 709"/>
                <a:gd name="T52" fmla="*/ 250 w 709"/>
                <a:gd name="T53" fmla="*/ 29 h 709"/>
                <a:gd name="T54" fmla="*/ 471 w 709"/>
                <a:gd name="T55" fmla="*/ 250 h 709"/>
                <a:gd name="T56" fmla="*/ 460 w 709"/>
                <a:gd name="T57" fmla="*/ 324 h 709"/>
                <a:gd name="T58" fmla="*/ 460 w 709"/>
                <a:gd name="T59" fmla="*/ 329 h 709"/>
                <a:gd name="T60" fmla="*/ 463 w 709"/>
                <a:gd name="T61" fmla="*/ 335 h 709"/>
                <a:gd name="T62" fmla="*/ 679 w 709"/>
                <a:gd name="T63" fmla="*/ 552 h 709"/>
                <a:gd name="T64" fmla="*/ 590 w 709"/>
                <a:gd name="T65" fmla="*/ 677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09" h="709">
                  <a:moveTo>
                    <a:pt x="491" y="322"/>
                  </a:moveTo>
                  <a:lnTo>
                    <a:pt x="491" y="322"/>
                  </a:lnTo>
                  <a:cubicBezTo>
                    <a:pt x="498" y="299"/>
                    <a:pt x="502" y="274"/>
                    <a:pt x="502" y="250"/>
                  </a:cubicBezTo>
                  <a:cubicBezTo>
                    <a:pt x="502" y="187"/>
                    <a:pt x="477" y="122"/>
                    <a:pt x="429" y="74"/>
                  </a:cubicBezTo>
                  <a:lnTo>
                    <a:pt x="429" y="74"/>
                  </a:lnTo>
                  <a:cubicBezTo>
                    <a:pt x="379" y="24"/>
                    <a:pt x="315" y="0"/>
                    <a:pt x="250" y="0"/>
                  </a:cubicBezTo>
                  <a:cubicBezTo>
                    <a:pt x="187" y="0"/>
                    <a:pt x="123" y="24"/>
                    <a:pt x="74" y="74"/>
                  </a:cubicBezTo>
                  <a:lnTo>
                    <a:pt x="74" y="74"/>
                  </a:lnTo>
                  <a:cubicBezTo>
                    <a:pt x="25" y="122"/>
                    <a:pt x="0" y="187"/>
                    <a:pt x="0" y="250"/>
                  </a:cubicBezTo>
                  <a:cubicBezTo>
                    <a:pt x="0" y="314"/>
                    <a:pt x="25" y="379"/>
                    <a:pt x="74" y="427"/>
                  </a:cubicBezTo>
                  <a:lnTo>
                    <a:pt x="74" y="427"/>
                  </a:lnTo>
                  <a:cubicBezTo>
                    <a:pt x="123" y="477"/>
                    <a:pt x="187" y="500"/>
                    <a:pt x="250" y="500"/>
                  </a:cubicBezTo>
                  <a:cubicBezTo>
                    <a:pt x="292" y="500"/>
                    <a:pt x="332" y="491"/>
                    <a:pt x="369" y="471"/>
                  </a:cubicBezTo>
                  <a:cubicBezTo>
                    <a:pt x="383" y="471"/>
                    <a:pt x="383" y="471"/>
                    <a:pt x="383" y="471"/>
                  </a:cubicBezTo>
                  <a:cubicBezTo>
                    <a:pt x="383" y="516"/>
                    <a:pt x="383" y="516"/>
                    <a:pt x="383" y="516"/>
                  </a:cubicBezTo>
                  <a:cubicBezTo>
                    <a:pt x="383" y="524"/>
                    <a:pt x="390" y="531"/>
                    <a:pt x="398" y="531"/>
                  </a:cubicBezTo>
                  <a:cubicBezTo>
                    <a:pt x="442" y="531"/>
                    <a:pt x="442" y="531"/>
                    <a:pt x="442" y="531"/>
                  </a:cubicBezTo>
                  <a:cubicBezTo>
                    <a:pt x="442" y="575"/>
                    <a:pt x="442" y="575"/>
                    <a:pt x="442" y="575"/>
                  </a:cubicBezTo>
                  <a:cubicBezTo>
                    <a:pt x="442" y="583"/>
                    <a:pt x="449" y="589"/>
                    <a:pt x="458" y="589"/>
                  </a:cubicBezTo>
                  <a:cubicBezTo>
                    <a:pt x="502" y="589"/>
                    <a:pt x="502" y="589"/>
                    <a:pt x="502" y="589"/>
                  </a:cubicBezTo>
                  <a:cubicBezTo>
                    <a:pt x="502" y="633"/>
                    <a:pt x="502" y="633"/>
                    <a:pt x="502" y="633"/>
                  </a:cubicBezTo>
                  <a:cubicBezTo>
                    <a:pt x="502" y="641"/>
                    <a:pt x="509" y="648"/>
                    <a:pt x="516" y="648"/>
                  </a:cubicBezTo>
                  <a:cubicBezTo>
                    <a:pt x="560" y="648"/>
                    <a:pt x="560" y="648"/>
                    <a:pt x="560" y="648"/>
                  </a:cubicBezTo>
                  <a:cubicBezTo>
                    <a:pt x="560" y="692"/>
                    <a:pt x="560" y="692"/>
                    <a:pt x="560" y="692"/>
                  </a:cubicBezTo>
                  <a:cubicBezTo>
                    <a:pt x="560" y="701"/>
                    <a:pt x="567" y="708"/>
                    <a:pt x="575" y="708"/>
                  </a:cubicBezTo>
                  <a:cubicBezTo>
                    <a:pt x="692" y="708"/>
                    <a:pt x="692" y="708"/>
                    <a:pt x="692" y="708"/>
                  </a:cubicBezTo>
                  <a:cubicBezTo>
                    <a:pt x="697" y="708"/>
                    <a:pt x="701" y="706"/>
                    <a:pt x="704" y="703"/>
                  </a:cubicBezTo>
                  <a:cubicBezTo>
                    <a:pt x="706" y="701"/>
                    <a:pt x="708" y="697"/>
                    <a:pt x="708" y="692"/>
                  </a:cubicBezTo>
                  <a:cubicBezTo>
                    <a:pt x="708" y="545"/>
                    <a:pt x="708" y="545"/>
                    <a:pt x="708" y="545"/>
                  </a:cubicBezTo>
                  <a:cubicBezTo>
                    <a:pt x="708" y="542"/>
                    <a:pt x="706" y="538"/>
                    <a:pt x="704" y="535"/>
                  </a:cubicBezTo>
                  <a:lnTo>
                    <a:pt x="491" y="322"/>
                  </a:lnTo>
                  <a:close/>
                  <a:moveTo>
                    <a:pt x="590" y="677"/>
                  </a:moveTo>
                  <a:lnTo>
                    <a:pt x="590" y="677"/>
                  </a:lnTo>
                  <a:cubicBezTo>
                    <a:pt x="590" y="633"/>
                    <a:pt x="590" y="633"/>
                    <a:pt x="590" y="633"/>
                  </a:cubicBezTo>
                  <a:cubicBezTo>
                    <a:pt x="590" y="626"/>
                    <a:pt x="583" y="619"/>
                    <a:pt x="575" y="619"/>
                  </a:cubicBezTo>
                  <a:cubicBezTo>
                    <a:pt x="531" y="619"/>
                    <a:pt x="531" y="619"/>
                    <a:pt x="531" y="619"/>
                  </a:cubicBezTo>
                  <a:cubicBezTo>
                    <a:pt x="531" y="575"/>
                    <a:pt x="531" y="575"/>
                    <a:pt x="531" y="575"/>
                  </a:cubicBezTo>
                  <a:cubicBezTo>
                    <a:pt x="531" y="567"/>
                    <a:pt x="524" y="560"/>
                    <a:pt x="516" y="560"/>
                  </a:cubicBezTo>
                  <a:cubicBezTo>
                    <a:pt x="471" y="560"/>
                    <a:pt x="471" y="560"/>
                    <a:pt x="471" y="560"/>
                  </a:cubicBezTo>
                  <a:cubicBezTo>
                    <a:pt x="471" y="516"/>
                    <a:pt x="471" y="516"/>
                    <a:pt x="471" y="516"/>
                  </a:cubicBezTo>
                  <a:cubicBezTo>
                    <a:pt x="471" y="507"/>
                    <a:pt x="466" y="500"/>
                    <a:pt x="458" y="500"/>
                  </a:cubicBezTo>
                  <a:cubicBezTo>
                    <a:pt x="413" y="500"/>
                    <a:pt x="413" y="500"/>
                    <a:pt x="413" y="500"/>
                  </a:cubicBezTo>
                  <a:cubicBezTo>
                    <a:pt x="413" y="456"/>
                    <a:pt x="413" y="456"/>
                    <a:pt x="413" y="456"/>
                  </a:cubicBezTo>
                  <a:cubicBezTo>
                    <a:pt x="413" y="449"/>
                    <a:pt x="407" y="442"/>
                    <a:pt x="398" y="442"/>
                  </a:cubicBezTo>
                  <a:cubicBezTo>
                    <a:pt x="365" y="442"/>
                    <a:pt x="365" y="442"/>
                    <a:pt x="365" y="442"/>
                  </a:cubicBezTo>
                  <a:cubicBezTo>
                    <a:pt x="365" y="442"/>
                    <a:pt x="365" y="442"/>
                    <a:pt x="364" y="442"/>
                  </a:cubicBezTo>
                  <a:cubicBezTo>
                    <a:pt x="364" y="442"/>
                    <a:pt x="362" y="442"/>
                    <a:pt x="361" y="442"/>
                  </a:cubicBezTo>
                  <a:cubicBezTo>
                    <a:pt x="361" y="442"/>
                    <a:pt x="360" y="444"/>
                    <a:pt x="358" y="444"/>
                  </a:cubicBezTo>
                  <a:lnTo>
                    <a:pt x="358" y="444"/>
                  </a:lnTo>
                  <a:cubicBezTo>
                    <a:pt x="325" y="462"/>
                    <a:pt x="288" y="471"/>
                    <a:pt x="250" y="471"/>
                  </a:cubicBezTo>
                  <a:cubicBezTo>
                    <a:pt x="194" y="471"/>
                    <a:pt x="139" y="451"/>
                    <a:pt x="94" y="406"/>
                  </a:cubicBezTo>
                  <a:cubicBezTo>
                    <a:pt x="52" y="364"/>
                    <a:pt x="29" y="307"/>
                    <a:pt x="29" y="250"/>
                  </a:cubicBezTo>
                  <a:cubicBezTo>
                    <a:pt x="29" y="194"/>
                    <a:pt x="52" y="137"/>
                    <a:pt x="94" y="94"/>
                  </a:cubicBezTo>
                  <a:cubicBezTo>
                    <a:pt x="139" y="52"/>
                    <a:pt x="194" y="29"/>
                    <a:pt x="250" y="29"/>
                  </a:cubicBezTo>
                  <a:cubicBezTo>
                    <a:pt x="307" y="29"/>
                    <a:pt x="364" y="52"/>
                    <a:pt x="408" y="94"/>
                  </a:cubicBezTo>
                  <a:cubicBezTo>
                    <a:pt x="451" y="137"/>
                    <a:pt x="471" y="194"/>
                    <a:pt x="471" y="250"/>
                  </a:cubicBezTo>
                  <a:cubicBezTo>
                    <a:pt x="471" y="274"/>
                    <a:pt x="467" y="299"/>
                    <a:pt x="460" y="321"/>
                  </a:cubicBezTo>
                  <a:cubicBezTo>
                    <a:pt x="460" y="322"/>
                    <a:pt x="460" y="324"/>
                    <a:pt x="460" y="324"/>
                  </a:cubicBezTo>
                  <a:cubicBezTo>
                    <a:pt x="459" y="325"/>
                    <a:pt x="459" y="326"/>
                    <a:pt x="459" y="326"/>
                  </a:cubicBezTo>
                  <a:cubicBezTo>
                    <a:pt x="459" y="328"/>
                    <a:pt x="460" y="329"/>
                    <a:pt x="460" y="329"/>
                  </a:cubicBezTo>
                  <a:cubicBezTo>
                    <a:pt x="460" y="331"/>
                    <a:pt x="460" y="332"/>
                    <a:pt x="460" y="332"/>
                  </a:cubicBezTo>
                  <a:cubicBezTo>
                    <a:pt x="462" y="333"/>
                    <a:pt x="462" y="335"/>
                    <a:pt x="463" y="335"/>
                  </a:cubicBezTo>
                  <a:cubicBezTo>
                    <a:pt x="463" y="336"/>
                    <a:pt x="463" y="336"/>
                    <a:pt x="463" y="336"/>
                  </a:cubicBezTo>
                  <a:cubicBezTo>
                    <a:pt x="679" y="552"/>
                    <a:pt x="679" y="552"/>
                    <a:pt x="679" y="552"/>
                  </a:cubicBezTo>
                  <a:cubicBezTo>
                    <a:pt x="679" y="677"/>
                    <a:pt x="679" y="677"/>
                    <a:pt x="679" y="677"/>
                  </a:cubicBezTo>
                  <a:lnTo>
                    <a:pt x="590"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88" name="Freeform 408">
              <a:extLst>
                <a:ext uri="{FF2B5EF4-FFF2-40B4-BE49-F238E27FC236}">
                  <a16:creationId xmlns:a16="http://schemas.microsoft.com/office/drawing/2014/main" id="{A3AA56FE-6B57-ACF6-CF04-9A42D79A7A05}"/>
                </a:ext>
              </a:extLst>
            </p:cNvPr>
            <p:cNvSpPr>
              <a:spLocks noChangeArrowheads="1"/>
            </p:cNvSpPr>
            <p:nvPr/>
          </p:nvSpPr>
          <p:spPr bwMode="auto">
            <a:xfrm>
              <a:off x="6330950" y="5035550"/>
              <a:ext cx="53975" cy="53975"/>
            </a:xfrm>
            <a:custGeom>
              <a:avLst/>
              <a:gdLst>
                <a:gd name="T0" fmla="*/ 74 w 149"/>
                <a:gd name="T1" fmla="*/ 0 h 149"/>
                <a:gd name="T2" fmla="*/ 74 w 149"/>
                <a:gd name="T3" fmla="*/ 0 h 149"/>
                <a:gd name="T4" fmla="*/ 0 w 149"/>
                <a:gd name="T5" fmla="*/ 73 h 149"/>
                <a:gd name="T6" fmla="*/ 74 w 149"/>
                <a:gd name="T7" fmla="*/ 148 h 149"/>
                <a:gd name="T8" fmla="*/ 148 w 149"/>
                <a:gd name="T9" fmla="*/ 73 h 149"/>
                <a:gd name="T10" fmla="*/ 74 w 149"/>
                <a:gd name="T11" fmla="*/ 0 h 149"/>
                <a:gd name="T12" fmla="*/ 74 w 149"/>
                <a:gd name="T13" fmla="*/ 117 h 149"/>
                <a:gd name="T14" fmla="*/ 74 w 149"/>
                <a:gd name="T15" fmla="*/ 117 h 149"/>
                <a:gd name="T16" fmla="*/ 30 w 149"/>
                <a:gd name="T17" fmla="*/ 73 h 149"/>
                <a:gd name="T18" fmla="*/ 74 w 149"/>
                <a:gd name="T19" fmla="*/ 29 h 149"/>
                <a:gd name="T20" fmla="*/ 119 w 149"/>
                <a:gd name="T21" fmla="*/ 73 h 149"/>
                <a:gd name="T22" fmla="*/ 74 w 149"/>
                <a:gd name="T23" fmla="*/ 117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74" y="0"/>
                  </a:moveTo>
                  <a:lnTo>
                    <a:pt x="74" y="0"/>
                  </a:lnTo>
                  <a:cubicBezTo>
                    <a:pt x="33" y="0"/>
                    <a:pt x="0" y="33"/>
                    <a:pt x="0" y="73"/>
                  </a:cubicBezTo>
                  <a:cubicBezTo>
                    <a:pt x="0" y="114"/>
                    <a:pt x="33" y="148"/>
                    <a:pt x="74" y="148"/>
                  </a:cubicBezTo>
                  <a:cubicBezTo>
                    <a:pt x="115" y="148"/>
                    <a:pt x="148" y="114"/>
                    <a:pt x="148" y="73"/>
                  </a:cubicBezTo>
                  <a:cubicBezTo>
                    <a:pt x="148" y="33"/>
                    <a:pt x="115" y="0"/>
                    <a:pt x="74" y="0"/>
                  </a:cubicBezTo>
                  <a:close/>
                  <a:moveTo>
                    <a:pt x="74" y="117"/>
                  </a:moveTo>
                  <a:lnTo>
                    <a:pt x="74" y="117"/>
                  </a:lnTo>
                  <a:cubicBezTo>
                    <a:pt x="50" y="117"/>
                    <a:pt x="30" y="98"/>
                    <a:pt x="30" y="73"/>
                  </a:cubicBezTo>
                  <a:cubicBezTo>
                    <a:pt x="30" y="50"/>
                    <a:pt x="50" y="29"/>
                    <a:pt x="74" y="29"/>
                  </a:cubicBezTo>
                  <a:cubicBezTo>
                    <a:pt x="98" y="29"/>
                    <a:pt x="119" y="50"/>
                    <a:pt x="119" y="73"/>
                  </a:cubicBezTo>
                  <a:cubicBezTo>
                    <a:pt x="119" y="98"/>
                    <a:pt x="98"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89" name="Group 491">
            <a:extLst>
              <a:ext uri="{FF2B5EF4-FFF2-40B4-BE49-F238E27FC236}">
                <a16:creationId xmlns:a16="http://schemas.microsoft.com/office/drawing/2014/main" id="{8FD2E58C-F5AB-AF8A-8165-0A8AB54C2BA0}"/>
              </a:ext>
            </a:extLst>
          </p:cNvPr>
          <p:cNvGrpSpPr/>
          <p:nvPr/>
        </p:nvGrpSpPr>
        <p:grpSpPr>
          <a:xfrm>
            <a:off x="5944120" y="6227390"/>
            <a:ext cx="201613" cy="255588"/>
            <a:chOff x="4787900" y="6521450"/>
            <a:chExt cx="201613" cy="255588"/>
          </a:xfrm>
          <a:solidFill>
            <a:schemeClr val="accent4"/>
          </a:solidFill>
        </p:grpSpPr>
        <p:sp>
          <p:nvSpPr>
            <p:cNvPr id="490" name="Freeform 409">
              <a:extLst>
                <a:ext uri="{FF2B5EF4-FFF2-40B4-BE49-F238E27FC236}">
                  <a16:creationId xmlns:a16="http://schemas.microsoft.com/office/drawing/2014/main" id="{851C3F7C-6C8A-2528-3980-8E6AC64B8AD3}"/>
                </a:ext>
              </a:extLst>
            </p:cNvPr>
            <p:cNvSpPr>
              <a:spLocks noChangeArrowheads="1"/>
            </p:cNvSpPr>
            <p:nvPr/>
          </p:nvSpPr>
          <p:spPr bwMode="auto">
            <a:xfrm>
              <a:off x="4787900" y="6521450"/>
              <a:ext cx="201613" cy="255588"/>
            </a:xfrm>
            <a:custGeom>
              <a:avLst/>
              <a:gdLst>
                <a:gd name="T0" fmla="*/ 516 w 561"/>
                <a:gd name="T1" fmla="*/ 0 h 710"/>
                <a:gd name="T2" fmla="*/ 516 w 561"/>
                <a:gd name="T3" fmla="*/ 0 h 710"/>
                <a:gd name="T4" fmla="*/ 44 w 561"/>
                <a:gd name="T5" fmla="*/ 0 h 710"/>
                <a:gd name="T6" fmla="*/ 0 w 561"/>
                <a:gd name="T7" fmla="*/ 45 h 710"/>
                <a:gd name="T8" fmla="*/ 0 w 561"/>
                <a:gd name="T9" fmla="*/ 692 h 710"/>
                <a:gd name="T10" fmla="*/ 9 w 561"/>
                <a:gd name="T11" fmla="*/ 706 h 710"/>
                <a:gd name="T12" fmla="*/ 24 w 561"/>
                <a:gd name="T13" fmla="*/ 703 h 710"/>
                <a:gd name="T14" fmla="*/ 270 w 561"/>
                <a:gd name="T15" fmla="*/ 485 h 710"/>
                <a:gd name="T16" fmla="*/ 280 w 561"/>
                <a:gd name="T17" fmla="*/ 481 h 710"/>
                <a:gd name="T18" fmla="*/ 290 w 561"/>
                <a:gd name="T19" fmla="*/ 485 h 710"/>
                <a:gd name="T20" fmla="*/ 536 w 561"/>
                <a:gd name="T21" fmla="*/ 703 h 710"/>
                <a:gd name="T22" fmla="*/ 551 w 561"/>
                <a:gd name="T23" fmla="*/ 706 h 710"/>
                <a:gd name="T24" fmla="*/ 560 w 561"/>
                <a:gd name="T25" fmla="*/ 692 h 710"/>
                <a:gd name="T26" fmla="*/ 560 w 561"/>
                <a:gd name="T27" fmla="*/ 45 h 710"/>
                <a:gd name="T28" fmla="*/ 516 w 561"/>
                <a:gd name="T29" fmla="*/ 0 h 710"/>
                <a:gd name="T30" fmla="*/ 280 w 561"/>
                <a:gd name="T31" fmla="*/ 452 h 710"/>
                <a:gd name="T32" fmla="*/ 280 w 561"/>
                <a:gd name="T33" fmla="*/ 452 h 710"/>
                <a:gd name="T34" fmla="*/ 251 w 561"/>
                <a:gd name="T35" fmla="*/ 463 h 710"/>
                <a:gd name="T36" fmla="*/ 30 w 561"/>
                <a:gd name="T37" fmla="*/ 659 h 710"/>
                <a:gd name="T38" fmla="*/ 30 w 561"/>
                <a:gd name="T39" fmla="*/ 45 h 710"/>
                <a:gd name="T40" fmla="*/ 44 w 561"/>
                <a:gd name="T41" fmla="*/ 29 h 710"/>
                <a:gd name="T42" fmla="*/ 516 w 561"/>
                <a:gd name="T43" fmla="*/ 29 h 710"/>
                <a:gd name="T44" fmla="*/ 530 w 561"/>
                <a:gd name="T45" fmla="*/ 45 h 710"/>
                <a:gd name="T46" fmla="*/ 530 w 561"/>
                <a:gd name="T47" fmla="*/ 659 h 710"/>
                <a:gd name="T48" fmla="*/ 309 w 561"/>
                <a:gd name="T49" fmla="*/ 463 h 710"/>
                <a:gd name="T50" fmla="*/ 280 w 561"/>
                <a:gd name="T51" fmla="*/ 452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561" h="710">
                  <a:moveTo>
                    <a:pt x="516" y="0"/>
                  </a:moveTo>
                  <a:lnTo>
                    <a:pt x="516" y="0"/>
                  </a:lnTo>
                  <a:cubicBezTo>
                    <a:pt x="44" y="0"/>
                    <a:pt x="44" y="0"/>
                    <a:pt x="44" y="0"/>
                  </a:cubicBezTo>
                  <a:cubicBezTo>
                    <a:pt x="20" y="0"/>
                    <a:pt x="0" y="20"/>
                    <a:pt x="0" y="45"/>
                  </a:cubicBezTo>
                  <a:cubicBezTo>
                    <a:pt x="0" y="692"/>
                    <a:pt x="0" y="692"/>
                    <a:pt x="0" y="692"/>
                  </a:cubicBezTo>
                  <a:cubicBezTo>
                    <a:pt x="0" y="698"/>
                    <a:pt x="4" y="703"/>
                    <a:pt x="9" y="706"/>
                  </a:cubicBezTo>
                  <a:cubicBezTo>
                    <a:pt x="15" y="709"/>
                    <a:pt x="20" y="708"/>
                    <a:pt x="24" y="703"/>
                  </a:cubicBezTo>
                  <a:cubicBezTo>
                    <a:pt x="270" y="485"/>
                    <a:pt x="270" y="485"/>
                    <a:pt x="270" y="485"/>
                  </a:cubicBezTo>
                  <a:cubicBezTo>
                    <a:pt x="273" y="482"/>
                    <a:pt x="277" y="481"/>
                    <a:pt x="280" y="481"/>
                  </a:cubicBezTo>
                  <a:cubicBezTo>
                    <a:pt x="284" y="481"/>
                    <a:pt x="287" y="482"/>
                    <a:pt x="290" y="485"/>
                  </a:cubicBezTo>
                  <a:cubicBezTo>
                    <a:pt x="536" y="703"/>
                    <a:pt x="536" y="703"/>
                    <a:pt x="536" y="703"/>
                  </a:cubicBezTo>
                  <a:cubicBezTo>
                    <a:pt x="540" y="708"/>
                    <a:pt x="547" y="709"/>
                    <a:pt x="551" y="706"/>
                  </a:cubicBezTo>
                  <a:cubicBezTo>
                    <a:pt x="556" y="703"/>
                    <a:pt x="560" y="698"/>
                    <a:pt x="560" y="692"/>
                  </a:cubicBezTo>
                  <a:cubicBezTo>
                    <a:pt x="560" y="45"/>
                    <a:pt x="560" y="45"/>
                    <a:pt x="560" y="45"/>
                  </a:cubicBezTo>
                  <a:cubicBezTo>
                    <a:pt x="560" y="20"/>
                    <a:pt x="540" y="0"/>
                    <a:pt x="516" y="0"/>
                  </a:cubicBezTo>
                  <a:close/>
                  <a:moveTo>
                    <a:pt x="280" y="452"/>
                  </a:moveTo>
                  <a:lnTo>
                    <a:pt x="280" y="452"/>
                  </a:lnTo>
                  <a:cubicBezTo>
                    <a:pt x="270" y="452"/>
                    <a:pt x="259" y="456"/>
                    <a:pt x="251" y="463"/>
                  </a:cubicBezTo>
                  <a:cubicBezTo>
                    <a:pt x="30" y="659"/>
                    <a:pt x="30" y="659"/>
                    <a:pt x="30" y="659"/>
                  </a:cubicBezTo>
                  <a:cubicBezTo>
                    <a:pt x="30" y="45"/>
                    <a:pt x="30" y="45"/>
                    <a:pt x="30" y="45"/>
                  </a:cubicBezTo>
                  <a:cubicBezTo>
                    <a:pt x="30" y="36"/>
                    <a:pt x="37" y="29"/>
                    <a:pt x="44" y="29"/>
                  </a:cubicBezTo>
                  <a:cubicBezTo>
                    <a:pt x="516" y="29"/>
                    <a:pt x="516" y="29"/>
                    <a:pt x="516" y="29"/>
                  </a:cubicBezTo>
                  <a:cubicBezTo>
                    <a:pt x="524" y="29"/>
                    <a:pt x="530" y="36"/>
                    <a:pt x="530" y="45"/>
                  </a:cubicBezTo>
                  <a:cubicBezTo>
                    <a:pt x="530" y="659"/>
                    <a:pt x="530" y="659"/>
                    <a:pt x="530" y="659"/>
                  </a:cubicBezTo>
                  <a:cubicBezTo>
                    <a:pt x="309" y="463"/>
                    <a:pt x="309" y="463"/>
                    <a:pt x="309" y="463"/>
                  </a:cubicBezTo>
                  <a:cubicBezTo>
                    <a:pt x="301" y="456"/>
                    <a:pt x="291" y="452"/>
                    <a:pt x="280" y="4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1" name="Freeform 410">
              <a:extLst>
                <a:ext uri="{FF2B5EF4-FFF2-40B4-BE49-F238E27FC236}">
                  <a16:creationId xmlns:a16="http://schemas.microsoft.com/office/drawing/2014/main" id="{F5922E1F-FD9B-84A4-5A80-3B76C263DE53}"/>
                </a:ext>
              </a:extLst>
            </p:cNvPr>
            <p:cNvSpPr>
              <a:spLocks noChangeArrowheads="1"/>
            </p:cNvSpPr>
            <p:nvPr/>
          </p:nvSpPr>
          <p:spPr bwMode="auto">
            <a:xfrm>
              <a:off x="4840288" y="6562725"/>
              <a:ext cx="96837" cy="95250"/>
            </a:xfrm>
            <a:custGeom>
              <a:avLst/>
              <a:gdLst>
                <a:gd name="T0" fmla="*/ 250 w 267"/>
                <a:gd name="T1" fmla="*/ 117 h 266"/>
                <a:gd name="T2" fmla="*/ 250 w 267"/>
                <a:gd name="T3" fmla="*/ 117 h 266"/>
                <a:gd name="T4" fmla="*/ 148 w 267"/>
                <a:gd name="T5" fmla="*/ 117 h 266"/>
                <a:gd name="T6" fmla="*/ 148 w 267"/>
                <a:gd name="T7" fmla="*/ 15 h 266"/>
                <a:gd name="T8" fmla="*/ 133 w 267"/>
                <a:gd name="T9" fmla="*/ 0 h 266"/>
                <a:gd name="T10" fmla="*/ 118 w 267"/>
                <a:gd name="T11" fmla="*/ 15 h 266"/>
                <a:gd name="T12" fmla="*/ 118 w 267"/>
                <a:gd name="T13" fmla="*/ 117 h 266"/>
                <a:gd name="T14" fmla="*/ 16 w 267"/>
                <a:gd name="T15" fmla="*/ 117 h 266"/>
                <a:gd name="T16" fmla="*/ 0 w 267"/>
                <a:gd name="T17" fmla="*/ 132 h 266"/>
                <a:gd name="T18" fmla="*/ 16 w 267"/>
                <a:gd name="T19" fmla="*/ 148 h 266"/>
                <a:gd name="T20" fmla="*/ 118 w 267"/>
                <a:gd name="T21" fmla="*/ 148 h 266"/>
                <a:gd name="T22" fmla="*/ 118 w 267"/>
                <a:gd name="T23" fmla="*/ 250 h 266"/>
                <a:gd name="T24" fmla="*/ 133 w 267"/>
                <a:gd name="T25" fmla="*/ 265 h 266"/>
                <a:gd name="T26" fmla="*/ 148 w 267"/>
                <a:gd name="T27" fmla="*/ 250 h 266"/>
                <a:gd name="T28" fmla="*/ 148 w 267"/>
                <a:gd name="T29" fmla="*/ 148 h 266"/>
                <a:gd name="T30" fmla="*/ 250 w 267"/>
                <a:gd name="T31" fmla="*/ 148 h 266"/>
                <a:gd name="T32" fmla="*/ 266 w 267"/>
                <a:gd name="T33" fmla="*/ 132 h 266"/>
                <a:gd name="T34" fmla="*/ 250 w 267"/>
                <a:gd name="T35" fmla="*/ 117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7" h="266">
                  <a:moveTo>
                    <a:pt x="250" y="117"/>
                  </a:moveTo>
                  <a:lnTo>
                    <a:pt x="250" y="117"/>
                  </a:lnTo>
                  <a:cubicBezTo>
                    <a:pt x="148" y="117"/>
                    <a:pt x="148" y="117"/>
                    <a:pt x="148" y="117"/>
                  </a:cubicBezTo>
                  <a:cubicBezTo>
                    <a:pt x="148" y="15"/>
                    <a:pt x="148" y="15"/>
                    <a:pt x="148" y="15"/>
                  </a:cubicBezTo>
                  <a:cubicBezTo>
                    <a:pt x="148" y="7"/>
                    <a:pt x="141" y="0"/>
                    <a:pt x="133"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1"/>
                    <a:pt x="7" y="148"/>
                    <a:pt x="16" y="148"/>
                  </a:cubicBezTo>
                  <a:cubicBezTo>
                    <a:pt x="118" y="148"/>
                    <a:pt x="118" y="148"/>
                    <a:pt x="118" y="148"/>
                  </a:cubicBezTo>
                  <a:cubicBezTo>
                    <a:pt x="118" y="250"/>
                    <a:pt x="118" y="250"/>
                    <a:pt x="118" y="250"/>
                  </a:cubicBezTo>
                  <a:cubicBezTo>
                    <a:pt x="118" y="258"/>
                    <a:pt x="125" y="265"/>
                    <a:pt x="133" y="265"/>
                  </a:cubicBezTo>
                  <a:cubicBezTo>
                    <a:pt x="141" y="265"/>
                    <a:pt x="148" y="258"/>
                    <a:pt x="148" y="250"/>
                  </a:cubicBezTo>
                  <a:cubicBezTo>
                    <a:pt x="148" y="148"/>
                    <a:pt x="148" y="148"/>
                    <a:pt x="148" y="148"/>
                  </a:cubicBezTo>
                  <a:cubicBezTo>
                    <a:pt x="250" y="148"/>
                    <a:pt x="250" y="148"/>
                    <a:pt x="250" y="148"/>
                  </a:cubicBezTo>
                  <a:cubicBezTo>
                    <a:pt x="259" y="148"/>
                    <a:pt x="266" y="141"/>
                    <a:pt x="266" y="132"/>
                  </a:cubicBezTo>
                  <a:cubicBezTo>
                    <a:pt x="266" y="124"/>
                    <a:pt x="259" y="117"/>
                    <a:pt x="250" y="1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2" name="Group 494">
            <a:extLst>
              <a:ext uri="{FF2B5EF4-FFF2-40B4-BE49-F238E27FC236}">
                <a16:creationId xmlns:a16="http://schemas.microsoft.com/office/drawing/2014/main" id="{BBE850A6-6E67-10A8-A1D0-6FF45055F2DD}"/>
              </a:ext>
            </a:extLst>
          </p:cNvPr>
          <p:cNvGrpSpPr/>
          <p:nvPr/>
        </p:nvGrpSpPr>
        <p:grpSpPr>
          <a:xfrm>
            <a:off x="5423420" y="5720978"/>
            <a:ext cx="239713" cy="239713"/>
            <a:chOff x="4267200" y="6022975"/>
            <a:chExt cx="239713" cy="239713"/>
          </a:xfrm>
          <a:solidFill>
            <a:schemeClr val="accent4"/>
          </a:solidFill>
        </p:grpSpPr>
        <p:sp>
          <p:nvSpPr>
            <p:cNvPr id="493" name="Freeform 411">
              <a:extLst>
                <a:ext uri="{FF2B5EF4-FFF2-40B4-BE49-F238E27FC236}">
                  <a16:creationId xmlns:a16="http://schemas.microsoft.com/office/drawing/2014/main" id="{7D153EA5-B47D-D2E7-C91E-677F9F0B9C53}"/>
                </a:ext>
              </a:extLst>
            </p:cNvPr>
            <p:cNvSpPr>
              <a:spLocks noChangeArrowheads="1"/>
            </p:cNvSpPr>
            <p:nvPr/>
          </p:nvSpPr>
          <p:spPr bwMode="auto">
            <a:xfrm>
              <a:off x="4267200" y="6191250"/>
              <a:ext cx="71438" cy="71438"/>
            </a:xfrm>
            <a:custGeom>
              <a:avLst/>
              <a:gdLst>
                <a:gd name="T0" fmla="*/ 35 w 199"/>
                <a:gd name="T1" fmla="*/ 120 h 199"/>
                <a:gd name="T2" fmla="*/ 35 w 199"/>
                <a:gd name="T3" fmla="*/ 120 h 199"/>
                <a:gd name="T4" fmla="*/ 69 w 199"/>
                <a:gd name="T5" fmla="*/ 65 h 199"/>
                <a:gd name="T6" fmla="*/ 125 w 199"/>
                <a:gd name="T7" fmla="*/ 30 h 199"/>
                <a:gd name="T8" fmla="*/ 134 w 199"/>
                <a:gd name="T9" fmla="*/ 12 h 199"/>
                <a:gd name="T10" fmla="*/ 115 w 199"/>
                <a:gd name="T11" fmla="*/ 3 h 199"/>
                <a:gd name="T12" fmla="*/ 115 w 199"/>
                <a:gd name="T13" fmla="*/ 3 h 199"/>
                <a:gd name="T14" fmla="*/ 49 w 199"/>
                <a:gd name="T15" fmla="*/ 44 h 199"/>
                <a:gd name="T16" fmla="*/ 7 w 199"/>
                <a:gd name="T17" fmla="*/ 111 h 199"/>
                <a:gd name="T18" fmla="*/ 0 w 199"/>
                <a:gd name="T19" fmla="*/ 153 h 199"/>
                <a:gd name="T20" fmla="*/ 4 w 199"/>
                <a:gd name="T21" fmla="*/ 184 h 199"/>
                <a:gd name="T22" fmla="*/ 14 w 199"/>
                <a:gd name="T23" fmla="*/ 195 h 199"/>
                <a:gd name="T24" fmla="*/ 44 w 199"/>
                <a:gd name="T25" fmla="*/ 198 h 199"/>
                <a:gd name="T26" fmla="*/ 87 w 199"/>
                <a:gd name="T27" fmla="*/ 191 h 199"/>
                <a:gd name="T28" fmla="*/ 155 w 199"/>
                <a:gd name="T29" fmla="*/ 151 h 199"/>
                <a:gd name="T30" fmla="*/ 195 w 199"/>
                <a:gd name="T31" fmla="*/ 83 h 199"/>
                <a:gd name="T32" fmla="*/ 185 w 199"/>
                <a:gd name="T33" fmla="*/ 65 h 199"/>
                <a:gd name="T34" fmla="*/ 167 w 199"/>
                <a:gd name="T35" fmla="*/ 75 h 199"/>
                <a:gd name="T36" fmla="*/ 133 w 199"/>
                <a:gd name="T37" fmla="*/ 130 h 199"/>
                <a:gd name="T38" fmla="*/ 78 w 199"/>
                <a:gd name="T39" fmla="*/ 163 h 199"/>
                <a:gd name="T40" fmla="*/ 44 w 199"/>
                <a:gd name="T41" fmla="*/ 169 h 199"/>
                <a:gd name="T42" fmla="*/ 31 w 199"/>
                <a:gd name="T43" fmla="*/ 167 h 199"/>
                <a:gd name="T44" fmla="*/ 29 w 199"/>
                <a:gd name="T45" fmla="*/ 153 h 199"/>
                <a:gd name="T46" fmla="*/ 35 w 199"/>
                <a:gd name="T47" fmla="*/ 120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99" h="199">
                  <a:moveTo>
                    <a:pt x="35" y="120"/>
                  </a:moveTo>
                  <a:lnTo>
                    <a:pt x="35" y="120"/>
                  </a:lnTo>
                  <a:cubicBezTo>
                    <a:pt x="40" y="101"/>
                    <a:pt x="53" y="82"/>
                    <a:pt x="69" y="65"/>
                  </a:cubicBezTo>
                  <a:cubicBezTo>
                    <a:pt x="86" y="48"/>
                    <a:pt x="104" y="37"/>
                    <a:pt x="125" y="30"/>
                  </a:cubicBezTo>
                  <a:cubicBezTo>
                    <a:pt x="131" y="28"/>
                    <a:pt x="136" y="19"/>
                    <a:pt x="134" y="12"/>
                  </a:cubicBezTo>
                  <a:cubicBezTo>
                    <a:pt x="131" y="4"/>
                    <a:pt x="123" y="0"/>
                    <a:pt x="115" y="3"/>
                  </a:cubicBezTo>
                  <a:lnTo>
                    <a:pt x="115" y="3"/>
                  </a:lnTo>
                  <a:cubicBezTo>
                    <a:pt x="91" y="10"/>
                    <a:pt x="68" y="24"/>
                    <a:pt x="49" y="44"/>
                  </a:cubicBezTo>
                  <a:cubicBezTo>
                    <a:pt x="28" y="64"/>
                    <a:pt x="14" y="87"/>
                    <a:pt x="7" y="111"/>
                  </a:cubicBezTo>
                  <a:cubicBezTo>
                    <a:pt x="3" y="124"/>
                    <a:pt x="0" y="140"/>
                    <a:pt x="0" y="153"/>
                  </a:cubicBezTo>
                  <a:cubicBezTo>
                    <a:pt x="0" y="163"/>
                    <a:pt x="2" y="174"/>
                    <a:pt x="4" y="184"/>
                  </a:cubicBezTo>
                  <a:cubicBezTo>
                    <a:pt x="6" y="189"/>
                    <a:pt x="10" y="193"/>
                    <a:pt x="14" y="195"/>
                  </a:cubicBezTo>
                  <a:cubicBezTo>
                    <a:pt x="25" y="196"/>
                    <a:pt x="35" y="198"/>
                    <a:pt x="44" y="198"/>
                  </a:cubicBezTo>
                  <a:cubicBezTo>
                    <a:pt x="58" y="198"/>
                    <a:pt x="73" y="196"/>
                    <a:pt x="87" y="191"/>
                  </a:cubicBezTo>
                  <a:cubicBezTo>
                    <a:pt x="111" y="184"/>
                    <a:pt x="134" y="170"/>
                    <a:pt x="155" y="151"/>
                  </a:cubicBezTo>
                  <a:cubicBezTo>
                    <a:pt x="174" y="130"/>
                    <a:pt x="188" y="106"/>
                    <a:pt x="195" y="83"/>
                  </a:cubicBezTo>
                  <a:cubicBezTo>
                    <a:pt x="198" y="75"/>
                    <a:pt x="194" y="66"/>
                    <a:pt x="185" y="65"/>
                  </a:cubicBezTo>
                  <a:cubicBezTo>
                    <a:pt x="178" y="62"/>
                    <a:pt x="170" y="66"/>
                    <a:pt x="167" y="75"/>
                  </a:cubicBezTo>
                  <a:cubicBezTo>
                    <a:pt x="162" y="94"/>
                    <a:pt x="149" y="113"/>
                    <a:pt x="133" y="130"/>
                  </a:cubicBezTo>
                  <a:cubicBezTo>
                    <a:pt x="116" y="146"/>
                    <a:pt x="98" y="158"/>
                    <a:pt x="78" y="163"/>
                  </a:cubicBezTo>
                  <a:cubicBezTo>
                    <a:pt x="67" y="167"/>
                    <a:pt x="55" y="169"/>
                    <a:pt x="44" y="169"/>
                  </a:cubicBezTo>
                  <a:cubicBezTo>
                    <a:pt x="40" y="169"/>
                    <a:pt x="35" y="169"/>
                    <a:pt x="31" y="167"/>
                  </a:cubicBezTo>
                  <a:cubicBezTo>
                    <a:pt x="31" y="163"/>
                    <a:pt x="29" y="158"/>
                    <a:pt x="29" y="153"/>
                  </a:cubicBezTo>
                  <a:cubicBezTo>
                    <a:pt x="29" y="142"/>
                    <a:pt x="32" y="131"/>
                    <a:pt x="35"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4" name="Freeform 412">
              <a:extLst>
                <a:ext uri="{FF2B5EF4-FFF2-40B4-BE49-F238E27FC236}">
                  <a16:creationId xmlns:a16="http://schemas.microsoft.com/office/drawing/2014/main" id="{2F15190F-CA4B-30C8-16C1-704B4159AA43}"/>
                </a:ext>
              </a:extLst>
            </p:cNvPr>
            <p:cNvSpPr>
              <a:spLocks noChangeArrowheads="1"/>
            </p:cNvSpPr>
            <p:nvPr/>
          </p:nvSpPr>
          <p:spPr bwMode="auto">
            <a:xfrm>
              <a:off x="4276725" y="6022975"/>
              <a:ext cx="230188" cy="231775"/>
            </a:xfrm>
            <a:custGeom>
              <a:avLst/>
              <a:gdLst>
                <a:gd name="T0" fmla="*/ 623 w 640"/>
                <a:gd name="T1" fmla="*/ 10 h 646"/>
                <a:gd name="T2" fmla="*/ 623 w 640"/>
                <a:gd name="T3" fmla="*/ 10 h 646"/>
                <a:gd name="T4" fmla="*/ 537 w 640"/>
                <a:gd name="T5" fmla="*/ 0 h 646"/>
                <a:gd name="T6" fmla="*/ 338 w 640"/>
                <a:gd name="T7" fmla="*/ 76 h 646"/>
                <a:gd name="T8" fmla="*/ 338 w 640"/>
                <a:gd name="T9" fmla="*/ 76 h 646"/>
                <a:gd name="T10" fmla="*/ 211 w 640"/>
                <a:gd name="T11" fmla="*/ 318 h 646"/>
                <a:gd name="T12" fmla="*/ 103 w 640"/>
                <a:gd name="T13" fmla="*/ 282 h 646"/>
                <a:gd name="T14" fmla="*/ 88 w 640"/>
                <a:gd name="T15" fmla="*/ 285 h 646"/>
                <a:gd name="T16" fmla="*/ 5 w 640"/>
                <a:gd name="T17" fmla="*/ 369 h 646"/>
                <a:gd name="T18" fmla="*/ 1 w 640"/>
                <a:gd name="T19" fmla="*/ 384 h 646"/>
                <a:gd name="T20" fmla="*/ 15 w 640"/>
                <a:gd name="T21" fmla="*/ 394 h 646"/>
                <a:gd name="T22" fmla="*/ 95 w 640"/>
                <a:gd name="T23" fmla="*/ 394 h 646"/>
                <a:gd name="T24" fmla="*/ 186 w 640"/>
                <a:gd name="T25" fmla="*/ 451 h 646"/>
                <a:gd name="T26" fmla="*/ 250 w 640"/>
                <a:gd name="T27" fmla="*/ 549 h 646"/>
                <a:gd name="T28" fmla="*/ 250 w 640"/>
                <a:gd name="T29" fmla="*/ 629 h 646"/>
                <a:gd name="T30" fmla="*/ 259 w 640"/>
                <a:gd name="T31" fmla="*/ 643 h 646"/>
                <a:gd name="T32" fmla="*/ 276 w 640"/>
                <a:gd name="T33" fmla="*/ 640 h 646"/>
                <a:gd name="T34" fmla="*/ 359 w 640"/>
                <a:gd name="T35" fmla="*/ 556 h 646"/>
                <a:gd name="T36" fmla="*/ 363 w 640"/>
                <a:gd name="T37" fmla="*/ 540 h 646"/>
                <a:gd name="T38" fmla="*/ 327 w 640"/>
                <a:gd name="T39" fmla="*/ 434 h 646"/>
                <a:gd name="T40" fmla="*/ 453 w 640"/>
                <a:gd name="T41" fmla="*/ 400 h 646"/>
                <a:gd name="T42" fmla="*/ 569 w 640"/>
                <a:gd name="T43" fmla="*/ 304 h 646"/>
                <a:gd name="T44" fmla="*/ 569 w 640"/>
                <a:gd name="T45" fmla="*/ 304 h 646"/>
                <a:gd name="T46" fmla="*/ 639 w 640"/>
                <a:gd name="T47" fmla="*/ 90 h 646"/>
                <a:gd name="T48" fmla="*/ 634 w 640"/>
                <a:gd name="T49" fmla="*/ 23 h 646"/>
                <a:gd name="T50" fmla="*/ 623 w 640"/>
                <a:gd name="T51" fmla="*/ 10 h 646"/>
                <a:gd name="T52" fmla="*/ 545 w 640"/>
                <a:gd name="T53" fmla="*/ 286 h 646"/>
                <a:gd name="T54" fmla="*/ 545 w 640"/>
                <a:gd name="T55" fmla="*/ 286 h 646"/>
                <a:gd name="T56" fmla="*/ 439 w 640"/>
                <a:gd name="T57" fmla="*/ 373 h 646"/>
                <a:gd name="T58" fmla="*/ 306 w 640"/>
                <a:gd name="T59" fmla="*/ 407 h 646"/>
                <a:gd name="T60" fmla="*/ 294 w 640"/>
                <a:gd name="T61" fmla="*/ 412 h 646"/>
                <a:gd name="T62" fmla="*/ 293 w 640"/>
                <a:gd name="T63" fmla="*/ 426 h 646"/>
                <a:gd name="T64" fmla="*/ 331 w 640"/>
                <a:gd name="T65" fmla="*/ 542 h 646"/>
                <a:gd name="T66" fmla="*/ 280 w 640"/>
                <a:gd name="T67" fmla="*/ 593 h 646"/>
                <a:gd name="T68" fmla="*/ 280 w 640"/>
                <a:gd name="T69" fmla="*/ 546 h 646"/>
                <a:gd name="T70" fmla="*/ 279 w 640"/>
                <a:gd name="T71" fmla="*/ 540 h 646"/>
                <a:gd name="T72" fmla="*/ 207 w 640"/>
                <a:gd name="T73" fmla="*/ 430 h 646"/>
                <a:gd name="T74" fmla="*/ 103 w 640"/>
                <a:gd name="T75" fmla="*/ 365 h 646"/>
                <a:gd name="T76" fmla="*/ 98 w 640"/>
                <a:gd name="T77" fmla="*/ 364 h 646"/>
                <a:gd name="T78" fmla="*/ 51 w 640"/>
                <a:gd name="T79" fmla="*/ 364 h 646"/>
                <a:gd name="T80" fmla="*/ 102 w 640"/>
                <a:gd name="T81" fmla="*/ 313 h 646"/>
                <a:gd name="T82" fmla="*/ 219 w 640"/>
                <a:gd name="T83" fmla="*/ 351 h 646"/>
                <a:gd name="T84" fmla="*/ 232 w 640"/>
                <a:gd name="T85" fmla="*/ 350 h 646"/>
                <a:gd name="T86" fmla="*/ 239 w 640"/>
                <a:gd name="T87" fmla="*/ 339 h 646"/>
                <a:gd name="T88" fmla="*/ 359 w 640"/>
                <a:gd name="T89" fmla="*/ 99 h 646"/>
                <a:gd name="T90" fmla="*/ 537 w 640"/>
                <a:gd name="T91" fmla="*/ 29 h 646"/>
                <a:gd name="T92" fmla="*/ 606 w 640"/>
                <a:gd name="T93" fmla="*/ 38 h 646"/>
                <a:gd name="T94" fmla="*/ 610 w 640"/>
                <a:gd name="T95" fmla="*/ 90 h 646"/>
                <a:gd name="T96" fmla="*/ 545 w 640"/>
                <a:gd name="T97" fmla="*/ 2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40" h="646">
                  <a:moveTo>
                    <a:pt x="623" y="10"/>
                  </a:moveTo>
                  <a:lnTo>
                    <a:pt x="623" y="10"/>
                  </a:lnTo>
                  <a:cubicBezTo>
                    <a:pt x="594" y="3"/>
                    <a:pt x="565" y="0"/>
                    <a:pt x="537" y="0"/>
                  </a:cubicBezTo>
                  <a:cubicBezTo>
                    <a:pt x="464" y="0"/>
                    <a:pt x="396" y="25"/>
                    <a:pt x="338" y="76"/>
                  </a:cubicBezTo>
                  <a:lnTo>
                    <a:pt x="338" y="76"/>
                  </a:lnTo>
                  <a:cubicBezTo>
                    <a:pt x="266" y="151"/>
                    <a:pt x="225" y="231"/>
                    <a:pt x="211" y="318"/>
                  </a:cubicBezTo>
                  <a:cubicBezTo>
                    <a:pt x="103" y="282"/>
                    <a:pt x="103" y="282"/>
                    <a:pt x="103" y="282"/>
                  </a:cubicBezTo>
                  <a:cubicBezTo>
                    <a:pt x="98" y="279"/>
                    <a:pt x="92" y="281"/>
                    <a:pt x="88" y="285"/>
                  </a:cubicBezTo>
                  <a:cubicBezTo>
                    <a:pt x="5" y="369"/>
                    <a:pt x="5" y="369"/>
                    <a:pt x="5" y="369"/>
                  </a:cubicBezTo>
                  <a:cubicBezTo>
                    <a:pt x="1" y="373"/>
                    <a:pt x="0" y="379"/>
                    <a:pt x="1" y="384"/>
                  </a:cubicBezTo>
                  <a:cubicBezTo>
                    <a:pt x="4" y="390"/>
                    <a:pt x="9" y="394"/>
                    <a:pt x="15" y="394"/>
                  </a:cubicBezTo>
                  <a:cubicBezTo>
                    <a:pt x="95" y="394"/>
                    <a:pt x="95" y="394"/>
                    <a:pt x="95" y="394"/>
                  </a:cubicBezTo>
                  <a:cubicBezTo>
                    <a:pt x="130" y="407"/>
                    <a:pt x="160" y="426"/>
                    <a:pt x="186" y="451"/>
                  </a:cubicBezTo>
                  <a:cubicBezTo>
                    <a:pt x="212" y="477"/>
                    <a:pt x="233" y="509"/>
                    <a:pt x="250" y="549"/>
                  </a:cubicBezTo>
                  <a:cubicBezTo>
                    <a:pt x="250" y="629"/>
                    <a:pt x="250" y="629"/>
                    <a:pt x="250" y="629"/>
                  </a:cubicBezTo>
                  <a:cubicBezTo>
                    <a:pt x="250" y="634"/>
                    <a:pt x="254" y="640"/>
                    <a:pt x="259" y="643"/>
                  </a:cubicBezTo>
                  <a:cubicBezTo>
                    <a:pt x="265" y="645"/>
                    <a:pt x="272" y="644"/>
                    <a:pt x="276" y="640"/>
                  </a:cubicBezTo>
                  <a:cubicBezTo>
                    <a:pt x="359" y="556"/>
                    <a:pt x="359" y="556"/>
                    <a:pt x="359" y="556"/>
                  </a:cubicBezTo>
                  <a:cubicBezTo>
                    <a:pt x="363" y="552"/>
                    <a:pt x="364" y="546"/>
                    <a:pt x="363" y="540"/>
                  </a:cubicBezTo>
                  <a:cubicBezTo>
                    <a:pt x="327" y="434"/>
                    <a:pt x="327" y="434"/>
                    <a:pt x="327" y="434"/>
                  </a:cubicBezTo>
                  <a:cubicBezTo>
                    <a:pt x="371" y="429"/>
                    <a:pt x="414" y="418"/>
                    <a:pt x="453" y="400"/>
                  </a:cubicBezTo>
                  <a:cubicBezTo>
                    <a:pt x="497" y="379"/>
                    <a:pt x="536" y="347"/>
                    <a:pt x="569" y="304"/>
                  </a:cubicBezTo>
                  <a:lnTo>
                    <a:pt x="569" y="304"/>
                  </a:lnTo>
                  <a:cubicBezTo>
                    <a:pt x="617" y="238"/>
                    <a:pt x="639" y="166"/>
                    <a:pt x="639" y="90"/>
                  </a:cubicBezTo>
                  <a:cubicBezTo>
                    <a:pt x="639" y="68"/>
                    <a:pt x="638" y="45"/>
                    <a:pt x="634" y="23"/>
                  </a:cubicBezTo>
                  <a:cubicBezTo>
                    <a:pt x="632" y="17"/>
                    <a:pt x="628" y="12"/>
                    <a:pt x="623" y="10"/>
                  </a:cubicBezTo>
                  <a:close/>
                  <a:moveTo>
                    <a:pt x="545" y="286"/>
                  </a:moveTo>
                  <a:lnTo>
                    <a:pt x="545" y="286"/>
                  </a:lnTo>
                  <a:cubicBezTo>
                    <a:pt x="515" y="326"/>
                    <a:pt x="479" y="354"/>
                    <a:pt x="439" y="373"/>
                  </a:cubicBezTo>
                  <a:cubicBezTo>
                    <a:pt x="399" y="393"/>
                    <a:pt x="355" y="402"/>
                    <a:pt x="306" y="407"/>
                  </a:cubicBezTo>
                  <a:cubicBezTo>
                    <a:pt x="301" y="407"/>
                    <a:pt x="297" y="409"/>
                    <a:pt x="294" y="412"/>
                  </a:cubicBezTo>
                  <a:cubicBezTo>
                    <a:pt x="293" y="416"/>
                    <a:pt x="291" y="420"/>
                    <a:pt x="293" y="426"/>
                  </a:cubicBezTo>
                  <a:cubicBezTo>
                    <a:pt x="331" y="542"/>
                    <a:pt x="331" y="542"/>
                    <a:pt x="331" y="542"/>
                  </a:cubicBezTo>
                  <a:cubicBezTo>
                    <a:pt x="280" y="593"/>
                    <a:pt x="280" y="593"/>
                    <a:pt x="280" y="593"/>
                  </a:cubicBezTo>
                  <a:cubicBezTo>
                    <a:pt x="280" y="546"/>
                    <a:pt x="280" y="546"/>
                    <a:pt x="280" y="546"/>
                  </a:cubicBezTo>
                  <a:cubicBezTo>
                    <a:pt x="280" y="543"/>
                    <a:pt x="280" y="542"/>
                    <a:pt x="279" y="540"/>
                  </a:cubicBezTo>
                  <a:cubicBezTo>
                    <a:pt x="261" y="496"/>
                    <a:pt x="237" y="459"/>
                    <a:pt x="207" y="430"/>
                  </a:cubicBezTo>
                  <a:cubicBezTo>
                    <a:pt x="178" y="401"/>
                    <a:pt x="143" y="380"/>
                    <a:pt x="103" y="365"/>
                  </a:cubicBezTo>
                  <a:cubicBezTo>
                    <a:pt x="102" y="365"/>
                    <a:pt x="101" y="364"/>
                    <a:pt x="98" y="364"/>
                  </a:cubicBezTo>
                  <a:cubicBezTo>
                    <a:pt x="51" y="364"/>
                    <a:pt x="51" y="364"/>
                    <a:pt x="51" y="364"/>
                  </a:cubicBezTo>
                  <a:cubicBezTo>
                    <a:pt x="102" y="313"/>
                    <a:pt x="102" y="313"/>
                    <a:pt x="102" y="313"/>
                  </a:cubicBezTo>
                  <a:cubicBezTo>
                    <a:pt x="219" y="351"/>
                    <a:pt x="219" y="351"/>
                    <a:pt x="219" y="351"/>
                  </a:cubicBezTo>
                  <a:cubicBezTo>
                    <a:pt x="223" y="353"/>
                    <a:pt x="228" y="353"/>
                    <a:pt x="232" y="350"/>
                  </a:cubicBezTo>
                  <a:cubicBezTo>
                    <a:pt x="235" y="347"/>
                    <a:pt x="237" y="343"/>
                    <a:pt x="239" y="339"/>
                  </a:cubicBezTo>
                  <a:cubicBezTo>
                    <a:pt x="247" y="253"/>
                    <a:pt x="287" y="173"/>
                    <a:pt x="359" y="99"/>
                  </a:cubicBezTo>
                  <a:cubicBezTo>
                    <a:pt x="411" y="52"/>
                    <a:pt x="471" y="29"/>
                    <a:pt x="537" y="29"/>
                  </a:cubicBezTo>
                  <a:cubicBezTo>
                    <a:pt x="559" y="29"/>
                    <a:pt x="583" y="32"/>
                    <a:pt x="606" y="38"/>
                  </a:cubicBezTo>
                  <a:cubicBezTo>
                    <a:pt x="609" y="54"/>
                    <a:pt x="610" y="72"/>
                    <a:pt x="610" y="90"/>
                  </a:cubicBezTo>
                  <a:cubicBezTo>
                    <a:pt x="610" y="159"/>
                    <a:pt x="590" y="226"/>
                    <a:pt x="545" y="2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5" name="Freeform 413">
              <a:extLst>
                <a:ext uri="{FF2B5EF4-FFF2-40B4-BE49-F238E27FC236}">
                  <a16:creationId xmlns:a16="http://schemas.microsoft.com/office/drawing/2014/main" id="{98B0CB40-6FAE-E093-DF20-AD52154E4E34}"/>
                </a:ext>
              </a:extLst>
            </p:cNvPr>
            <p:cNvSpPr>
              <a:spLocks noChangeArrowheads="1"/>
            </p:cNvSpPr>
            <p:nvPr/>
          </p:nvSpPr>
          <p:spPr bwMode="auto">
            <a:xfrm>
              <a:off x="4419600" y="6057900"/>
              <a:ext cx="53975" cy="53975"/>
            </a:xfrm>
            <a:custGeom>
              <a:avLst/>
              <a:gdLst>
                <a:gd name="T0" fmla="*/ 147 w 148"/>
                <a:gd name="T1" fmla="*/ 73 h 149"/>
                <a:gd name="T2" fmla="*/ 147 w 148"/>
                <a:gd name="T3" fmla="*/ 73 h 149"/>
                <a:gd name="T4" fmla="*/ 126 w 148"/>
                <a:gd name="T5" fmla="*/ 21 h 149"/>
                <a:gd name="T6" fmla="*/ 73 w 148"/>
                <a:gd name="T7" fmla="*/ 0 h 149"/>
                <a:gd name="T8" fmla="*/ 21 w 148"/>
                <a:gd name="T9" fmla="*/ 21 h 149"/>
                <a:gd name="T10" fmla="*/ 0 w 148"/>
                <a:gd name="T11" fmla="*/ 73 h 149"/>
                <a:gd name="T12" fmla="*/ 21 w 148"/>
                <a:gd name="T13" fmla="*/ 126 h 149"/>
                <a:gd name="T14" fmla="*/ 73 w 148"/>
                <a:gd name="T15" fmla="*/ 148 h 149"/>
                <a:gd name="T16" fmla="*/ 126 w 148"/>
                <a:gd name="T17" fmla="*/ 126 h 149"/>
                <a:gd name="T18" fmla="*/ 115 w 148"/>
                <a:gd name="T19" fmla="*/ 115 h 149"/>
                <a:gd name="T20" fmla="*/ 126 w 148"/>
                <a:gd name="T21" fmla="*/ 126 h 149"/>
                <a:gd name="T22" fmla="*/ 147 w 148"/>
                <a:gd name="T23" fmla="*/ 73 h 149"/>
                <a:gd name="T24" fmla="*/ 105 w 148"/>
                <a:gd name="T25" fmla="*/ 105 h 149"/>
                <a:gd name="T26" fmla="*/ 105 w 148"/>
                <a:gd name="T27" fmla="*/ 105 h 149"/>
                <a:gd name="T28" fmla="*/ 105 w 148"/>
                <a:gd name="T29" fmla="*/ 105 h 149"/>
                <a:gd name="T30" fmla="*/ 73 w 148"/>
                <a:gd name="T31" fmla="*/ 118 h 149"/>
                <a:gd name="T32" fmla="*/ 42 w 148"/>
                <a:gd name="T33" fmla="*/ 105 h 149"/>
                <a:gd name="T34" fmla="*/ 29 w 148"/>
                <a:gd name="T35" fmla="*/ 73 h 149"/>
                <a:gd name="T36" fmla="*/ 42 w 148"/>
                <a:gd name="T37" fmla="*/ 43 h 149"/>
                <a:gd name="T38" fmla="*/ 73 w 148"/>
                <a:gd name="T39" fmla="*/ 29 h 149"/>
                <a:gd name="T40" fmla="*/ 105 w 148"/>
                <a:gd name="T41" fmla="*/ 43 h 149"/>
                <a:gd name="T42" fmla="*/ 118 w 148"/>
                <a:gd name="T43" fmla="*/ 73 h 149"/>
                <a:gd name="T44" fmla="*/ 105 w 148"/>
                <a:gd name="T45" fmla="*/ 105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149">
                  <a:moveTo>
                    <a:pt x="147" y="73"/>
                  </a:moveTo>
                  <a:lnTo>
                    <a:pt x="147" y="73"/>
                  </a:lnTo>
                  <a:cubicBezTo>
                    <a:pt x="147" y="55"/>
                    <a:pt x="140" y="36"/>
                    <a:pt x="126" y="21"/>
                  </a:cubicBezTo>
                  <a:cubicBezTo>
                    <a:pt x="111" y="7"/>
                    <a:pt x="93" y="0"/>
                    <a:pt x="73" y="0"/>
                  </a:cubicBezTo>
                  <a:cubicBezTo>
                    <a:pt x="54" y="0"/>
                    <a:pt x="36" y="7"/>
                    <a:pt x="21" y="21"/>
                  </a:cubicBezTo>
                  <a:cubicBezTo>
                    <a:pt x="7" y="36"/>
                    <a:pt x="0" y="55"/>
                    <a:pt x="0" y="73"/>
                  </a:cubicBezTo>
                  <a:cubicBezTo>
                    <a:pt x="0" y="93"/>
                    <a:pt x="7" y="112"/>
                    <a:pt x="21" y="126"/>
                  </a:cubicBezTo>
                  <a:cubicBezTo>
                    <a:pt x="36" y="140"/>
                    <a:pt x="54" y="148"/>
                    <a:pt x="73" y="148"/>
                  </a:cubicBezTo>
                  <a:cubicBezTo>
                    <a:pt x="93" y="148"/>
                    <a:pt x="111" y="140"/>
                    <a:pt x="126" y="126"/>
                  </a:cubicBezTo>
                  <a:cubicBezTo>
                    <a:pt x="115" y="115"/>
                    <a:pt x="115" y="115"/>
                    <a:pt x="115" y="115"/>
                  </a:cubicBezTo>
                  <a:cubicBezTo>
                    <a:pt x="126" y="126"/>
                    <a:pt x="126" y="126"/>
                    <a:pt x="126" y="126"/>
                  </a:cubicBezTo>
                  <a:cubicBezTo>
                    <a:pt x="140" y="112"/>
                    <a:pt x="147" y="93"/>
                    <a:pt x="147" y="73"/>
                  </a:cubicBezTo>
                  <a:close/>
                  <a:moveTo>
                    <a:pt x="105" y="105"/>
                  </a:moveTo>
                  <a:lnTo>
                    <a:pt x="105" y="105"/>
                  </a:lnTo>
                  <a:lnTo>
                    <a:pt x="105" y="105"/>
                  </a:lnTo>
                  <a:cubicBezTo>
                    <a:pt x="96" y="113"/>
                    <a:pt x="85" y="118"/>
                    <a:pt x="73" y="118"/>
                  </a:cubicBezTo>
                  <a:cubicBezTo>
                    <a:pt x="62" y="118"/>
                    <a:pt x="51" y="113"/>
                    <a:pt x="42" y="105"/>
                  </a:cubicBezTo>
                  <a:cubicBezTo>
                    <a:pt x="33" y="97"/>
                    <a:pt x="29" y="84"/>
                    <a:pt x="29" y="73"/>
                  </a:cubicBezTo>
                  <a:cubicBezTo>
                    <a:pt x="29" y="62"/>
                    <a:pt x="33" y="51"/>
                    <a:pt x="42" y="43"/>
                  </a:cubicBezTo>
                  <a:cubicBezTo>
                    <a:pt x="51" y="33"/>
                    <a:pt x="62" y="29"/>
                    <a:pt x="73" y="29"/>
                  </a:cubicBezTo>
                  <a:cubicBezTo>
                    <a:pt x="85" y="29"/>
                    <a:pt x="96" y="33"/>
                    <a:pt x="105" y="43"/>
                  </a:cubicBezTo>
                  <a:cubicBezTo>
                    <a:pt x="114" y="51"/>
                    <a:pt x="118" y="62"/>
                    <a:pt x="118" y="73"/>
                  </a:cubicBezTo>
                  <a:cubicBezTo>
                    <a:pt x="118" y="84"/>
                    <a:pt x="114" y="97"/>
                    <a:pt x="105" y="1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6" name="Group 498">
            <a:extLst>
              <a:ext uri="{FF2B5EF4-FFF2-40B4-BE49-F238E27FC236}">
                <a16:creationId xmlns:a16="http://schemas.microsoft.com/office/drawing/2014/main" id="{25C4E18F-F56C-BE0C-59B5-84B758974E3B}"/>
              </a:ext>
            </a:extLst>
          </p:cNvPr>
          <p:cNvGrpSpPr/>
          <p:nvPr/>
        </p:nvGrpSpPr>
        <p:grpSpPr>
          <a:xfrm>
            <a:off x="6436245" y="4697834"/>
            <a:ext cx="244475" cy="244475"/>
            <a:chOff x="5280025" y="4992688"/>
            <a:chExt cx="244475" cy="244475"/>
          </a:xfrm>
          <a:solidFill>
            <a:schemeClr val="accent4"/>
          </a:solidFill>
        </p:grpSpPr>
        <p:sp>
          <p:nvSpPr>
            <p:cNvPr id="497" name="Freeform 414">
              <a:extLst>
                <a:ext uri="{FF2B5EF4-FFF2-40B4-BE49-F238E27FC236}">
                  <a16:creationId xmlns:a16="http://schemas.microsoft.com/office/drawing/2014/main" id="{93A88EBE-E5DC-41AD-70EC-3D71DA305B89}"/>
                </a:ext>
              </a:extLst>
            </p:cNvPr>
            <p:cNvSpPr>
              <a:spLocks noChangeArrowheads="1"/>
            </p:cNvSpPr>
            <p:nvPr/>
          </p:nvSpPr>
          <p:spPr bwMode="auto">
            <a:xfrm>
              <a:off x="5280025" y="4992688"/>
              <a:ext cx="244475" cy="244475"/>
            </a:xfrm>
            <a:custGeom>
              <a:avLst/>
              <a:gdLst>
                <a:gd name="T0" fmla="*/ 340 w 679"/>
                <a:gd name="T1" fmla="*/ 0 h 678"/>
                <a:gd name="T2" fmla="*/ 340 w 679"/>
                <a:gd name="T3" fmla="*/ 0 h 678"/>
                <a:gd name="T4" fmla="*/ 0 w 679"/>
                <a:gd name="T5" fmla="*/ 339 h 678"/>
                <a:gd name="T6" fmla="*/ 340 w 679"/>
                <a:gd name="T7" fmla="*/ 677 h 678"/>
                <a:gd name="T8" fmla="*/ 678 w 679"/>
                <a:gd name="T9" fmla="*/ 339 h 678"/>
                <a:gd name="T10" fmla="*/ 340 w 679"/>
                <a:gd name="T11" fmla="*/ 0 h 678"/>
                <a:gd name="T12" fmla="*/ 558 w 679"/>
                <a:gd name="T13" fmla="*/ 557 h 678"/>
                <a:gd name="T14" fmla="*/ 558 w 679"/>
                <a:gd name="T15" fmla="*/ 557 h 678"/>
                <a:gd name="T16" fmla="*/ 340 w 679"/>
                <a:gd name="T17" fmla="*/ 648 h 678"/>
                <a:gd name="T18" fmla="*/ 120 w 679"/>
                <a:gd name="T19" fmla="*/ 557 h 678"/>
                <a:gd name="T20" fmla="*/ 30 w 679"/>
                <a:gd name="T21" fmla="*/ 339 h 678"/>
                <a:gd name="T22" fmla="*/ 120 w 679"/>
                <a:gd name="T23" fmla="*/ 121 h 678"/>
                <a:gd name="T24" fmla="*/ 340 w 679"/>
                <a:gd name="T25" fmla="*/ 29 h 678"/>
                <a:gd name="T26" fmla="*/ 558 w 679"/>
                <a:gd name="T27" fmla="*/ 121 h 678"/>
                <a:gd name="T28" fmla="*/ 649 w 679"/>
                <a:gd name="T29" fmla="*/ 339 h 678"/>
                <a:gd name="T30" fmla="*/ 558 w 679"/>
                <a:gd name="T31" fmla="*/ 557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78">
                  <a:moveTo>
                    <a:pt x="340" y="0"/>
                  </a:moveTo>
                  <a:lnTo>
                    <a:pt x="340" y="0"/>
                  </a:lnTo>
                  <a:cubicBezTo>
                    <a:pt x="152" y="0"/>
                    <a:pt x="0" y="152"/>
                    <a:pt x="0" y="339"/>
                  </a:cubicBezTo>
                  <a:cubicBezTo>
                    <a:pt x="0" y="527"/>
                    <a:pt x="152" y="677"/>
                    <a:pt x="340" y="677"/>
                  </a:cubicBezTo>
                  <a:cubicBezTo>
                    <a:pt x="526" y="677"/>
                    <a:pt x="678" y="527"/>
                    <a:pt x="678" y="339"/>
                  </a:cubicBezTo>
                  <a:cubicBezTo>
                    <a:pt x="678" y="152"/>
                    <a:pt x="526" y="0"/>
                    <a:pt x="340" y="0"/>
                  </a:cubicBezTo>
                  <a:close/>
                  <a:moveTo>
                    <a:pt x="558" y="557"/>
                  </a:moveTo>
                  <a:lnTo>
                    <a:pt x="558" y="557"/>
                  </a:lnTo>
                  <a:cubicBezTo>
                    <a:pt x="503" y="614"/>
                    <a:pt x="425" y="648"/>
                    <a:pt x="340" y="648"/>
                  </a:cubicBezTo>
                  <a:cubicBezTo>
                    <a:pt x="254" y="648"/>
                    <a:pt x="177" y="614"/>
                    <a:pt x="120" y="557"/>
                  </a:cubicBezTo>
                  <a:cubicBezTo>
                    <a:pt x="65" y="502"/>
                    <a:pt x="30" y="424"/>
                    <a:pt x="30" y="339"/>
                  </a:cubicBezTo>
                  <a:cubicBezTo>
                    <a:pt x="30" y="253"/>
                    <a:pt x="65" y="176"/>
                    <a:pt x="120" y="121"/>
                  </a:cubicBezTo>
                  <a:cubicBezTo>
                    <a:pt x="177" y="64"/>
                    <a:pt x="254" y="29"/>
                    <a:pt x="340" y="29"/>
                  </a:cubicBezTo>
                  <a:cubicBezTo>
                    <a:pt x="425" y="29"/>
                    <a:pt x="503" y="64"/>
                    <a:pt x="558" y="121"/>
                  </a:cubicBezTo>
                  <a:cubicBezTo>
                    <a:pt x="614" y="176"/>
                    <a:pt x="649" y="253"/>
                    <a:pt x="649" y="339"/>
                  </a:cubicBezTo>
                  <a:cubicBezTo>
                    <a:pt x="649" y="424"/>
                    <a:pt x="614" y="502"/>
                    <a:pt x="558" y="5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498" name="Freeform 415">
              <a:extLst>
                <a:ext uri="{FF2B5EF4-FFF2-40B4-BE49-F238E27FC236}">
                  <a16:creationId xmlns:a16="http://schemas.microsoft.com/office/drawing/2014/main" id="{D01A32E4-B11C-2CB5-E0BF-D91AC69FC4C3}"/>
                </a:ext>
              </a:extLst>
            </p:cNvPr>
            <p:cNvSpPr>
              <a:spLocks noChangeArrowheads="1"/>
            </p:cNvSpPr>
            <p:nvPr/>
          </p:nvSpPr>
          <p:spPr bwMode="auto">
            <a:xfrm>
              <a:off x="5397500" y="5035550"/>
              <a:ext cx="65088" cy="138113"/>
            </a:xfrm>
            <a:custGeom>
              <a:avLst/>
              <a:gdLst>
                <a:gd name="T0" fmla="*/ 29 w 180"/>
                <a:gd name="T1" fmla="*/ 215 h 385"/>
                <a:gd name="T2" fmla="*/ 29 w 180"/>
                <a:gd name="T3" fmla="*/ 215 h 385"/>
                <a:gd name="T4" fmla="*/ 29 w 180"/>
                <a:gd name="T5" fmla="*/ 15 h 385"/>
                <a:gd name="T6" fmla="*/ 16 w 180"/>
                <a:gd name="T7" fmla="*/ 0 h 385"/>
                <a:gd name="T8" fmla="*/ 0 w 180"/>
                <a:gd name="T9" fmla="*/ 15 h 385"/>
                <a:gd name="T10" fmla="*/ 0 w 180"/>
                <a:gd name="T11" fmla="*/ 221 h 385"/>
                <a:gd name="T12" fmla="*/ 0 w 180"/>
                <a:gd name="T13" fmla="*/ 221 h 385"/>
                <a:gd name="T14" fmla="*/ 2 w 180"/>
                <a:gd name="T15" fmla="*/ 226 h 385"/>
                <a:gd name="T16" fmla="*/ 4 w 180"/>
                <a:gd name="T17" fmla="*/ 232 h 385"/>
                <a:gd name="T18" fmla="*/ 4 w 180"/>
                <a:gd name="T19" fmla="*/ 232 h 385"/>
                <a:gd name="T20" fmla="*/ 152 w 180"/>
                <a:gd name="T21" fmla="*/ 378 h 385"/>
                <a:gd name="T22" fmla="*/ 173 w 180"/>
                <a:gd name="T23" fmla="*/ 378 h 385"/>
                <a:gd name="T24" fmla="*/ 173 w 180"/>
                <a:gd name="T25" fmla="*/ 358 h 385"/>
                <a:gd name="T26" fmla="*/ 29 w 180"/>
                <a:gd name="T27" fmla="*/ 215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80" h="385">
                  <a:moveTo>
                    <a:pt x="29" y="215"/>
                  </a:moveTo>
                  <a:lnTo>
                    <a:pt x="29" y="215"/>
                  </a:lnTo>
                  <a:cubicBezTo>
                    <a:pt x="29" y="15"/>
                    <a:pt x="29" y="15"/>
                    <a:pt x="29" y="15"/>
                  </a:cubicBezTo>
                  <a:cubicBezTo>
                    <a:pt x="29" y="7"/>
                    <a:pt x="24" y="0"/>
                    <a:pt x="16" y="0"/>
                  </a:cubicBezTo>
                  <a:cubicBezTo>
                    <a:pt x="7" y="0"/>
                    <a:pt x="0" y="7"/>
                    <a:pt x="0" y="15"/>
                  </a:cubicBezTo>
                  <a:cubicBezTo>
                    <a:pt x="0" y="221"/>
                    <a:pt x="0" y="221"/>
                    <a:pt x="0" y="221"/>
                  </a:cubicBezTo>
                  <a:lnTo>
                    <a:pt x="0" y="221"/>
                  </a:lnTo>
                  <a:cubicBezTo>
                    <a:pt x="0" y="222"/>
                    <a:pt x="0" y="225"/>
                    <a:pt x="2" y="226"/>
                  </a:cubicBezTo>
                  <a:cubicBezTo>
                    <a:pt x="2" y="228"/>
                    <a:pt x="3" y="231"/>
                    <a:pt x="4" y="232"/>
                  </a:cubicBezTo>
                  <a:lnTo>
                    <a:pt x="4" y="232"/>
                  </a:lnTo>
                  <a:cubicBezTo>
                    <a:pt x="152" y="378"/>
                    <a:pt x="152" y="378"/>
                    <a:pt x="152" y="378"/>
                  </a:cubicBezTo>
                  <a:cubicBezTo>
                    <a:pt x="158" y="384"/>
                    <a:pt x="167" y="384"/>
                    <a:pt x="173" y="378"/>
                  </a:cubicBezTo>
                  <a:cubicBezTo>
                    <a:pt x="179" y="373"/>
                    <a:pt x="179" y="363"/>
                    <a:pt x="173" y="358"/>
                  </a:cubicBezTo>
                  <a:lnTo>
                    <a:pt x="29" y="2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499" name="Group 501">
            <a:extLst>
              <a:ext uri="{FF2B5EF4-FFF2-40B4-BE49-F238E27FC236}">
                <a16:creationId xmlns:a16="http://schemas.microsoft.com/office/drawing/2014/main" id="{B91306CC-511E-EAFB-0914-44FEF56DF22A}"/>
              </a:ext>
            </a:extLst>
          </p:cNvPr>
          <p:cNvGrpSpPr/>
          <p:nvPr/>
        </p:nvGrpSpPr>
        <p:grpSpPr>
          <a:xfrm>
            <a:off x="9928745" y="2883322"/>
            <a:ext cx="255588" cy="255587"/>
            <a:chOff x="8772525" y="3198813"/>
            <a:chExt cx="255588" cy="255587"/>
          </a:xfrm>
          <a:solidFill>
            <a:schemeClr val="accent4"/>
          </a:solidFill>
        </p:grpSpPr>
        <p:sp>
          <p:nvSpPr>
            <p:cNvPr id="500" name="Freeform 416">
              <a:extLst>
                <a:ext uri="{FF2B5EF4-FFF2-40B4-BE49-F238E27FC236}">
                  <a16:creationId xmlns:a16="http://schemas.microsoft.com/office/drawing/2014/main" id="{0262BCF1-469A-742E-8131-542C3C678CBA}"/>
                </a:ext>
              </a:extLst>
            </p:cNvPr>
            <p:cNvSpPr>
              <a:spLocks noChangeArrowheads="1"/>
            </p:cNvSpPr>
            <p:nvPr/>
          </p:nvSpPr>
          <p:spPr bwMode="auto">
            <a:xfrm>
              <a:off x="8772525" y="3198813"/>
              <a:ext cx="255588" cy="255587"/>
            </a:xfrm>
            <a:custGeom>
              <a:avLst/>
              <a:gdLst>
                <a:gd name="T0" fmla="*/ 89 w 709"/>
                <a:gd name="T1" fmla="*/ 707 h 708"/>
                <a:gd name="T2" fmla="*/ 89 w 709"/>
                <a:gd name="T3" fmla="*/ 707 h 708"/>
                <a:gd name="T4" fmla="*/ 604 w 709"/>
                <a:gd name="T5" fmla="*/ 707 h 708"/>
                <a:gd name="T6" fmla="*/ 708 w 709"/>
                <a:gd name="T7" fmla="*/ 604 h 708"/>
                <a:gd name="T8" fmla="*/ 708 w 709"/>
                <a:gd name="T9" fmla="*/ 44 h 708"/>
                <a:gd name="T10" fmla="*/ 663 w 709"/>
                <a:gd name="T11" fmla="*/ 0 h 708"/>
                <a:gd name="T12" fmla="*/ 192 w 709"/>
                <a:gd name="T13" fmla="*/ 0 h 708"/>
                <a:gd name="T14" fmla="*/ 148 w 709"/>
                <a:gd name="T15" fmla="*/ 44 h 708"/>
                <a:gd name="T16" fmla="*/ 148 w 709"/>
                <a:gd name="T17" fmla="*/ 354 h 708"/>
                <a:gd name="T18" fmla="*/ 45 w 709"/>
                <a:gd name="T19" fmla="*/ 354 h 708"/>
                <a:gd name="T20" fmla="*/ 0 w 709"/>
                <a:gd name="T21" fmla="*/ 398 h 708"/>
                <a:gd name="T22" fmla="*/ 0 w 709"/>
                <a:gd name="T23" fmla="*/ 619 h 708"/>
                <a:gd name="T24" fmla="*/ 89 w 709"/>
                <a:gd name="T25" fmla="*/ 707 h 708"/>
                <a:gd name="T26" fmla="*/ 177 w 709"/>
                <a:gd name="T27" fmla="*/ 44 h 708"/>
                <a:gd name="T28" fmla="*/ 177 w 709"/>
                <a:gd name="T29" fmla="*/ 44 h 708"/>
                <a:gd name="T30" fmla="*/ 192 w 709"/>
                <a:gd name="T31" fmla="*/ 29 h 708"/>
                <a:gd name="T32" fmla="*/ 663 w 709"/>
                <a:gd name="T33" fmla="*/ 29 h 708"/>
                <a:gd name="T34" fmla="*/ 679 w 709"/>
                <a:gd name="T35" fmla="*/ 44 h 708"/>
                <a:gd name="T36" fmla="*/ 679 w 709"/>
                <a:gd name="T37" fmla="*/ 604 h 708"/>
                <a:gd name="T38" fmla="*/ 656 w 709"/>
                <a:gd name="T39" fmla="*/ 656 h 708"/>
                <a:gd name="T40" fmla="*/ 604 w 709"/>
                <a:gd name="T41" fmla="*/ 677 h 708"/>
                <a:gd name="T42" fmla="*/ 154 w 709"/>
                <a:gd name="T43" fmla="*/ 677 h 708"/>
                <a:gd name="T44" fmla="*/ 177 w 709"/>
                <a:gd name="T45" fmla="*/ 619 h 708"/>
                <a:gd name="T46" fmla="*/ 177 w 709"/>
                <a:gd name="T47" fmla="*/ 604 h 708"/>
                <a:gd name="T48" fmla="*/ 177 w 709"/>
                <a:gd name="T49" fmla="*/ 604 h 708"/>
                <a:gd name="T50" fmla="*/ 177 w 709"/>
                <a:gd name="T51" fmla="*/ 604 h 708"/>
                <a:gd name="T52" fmla="*/ 177 w 709"/>
                <a:gd name="T53" fmla="*/ 367 h 708"/>
                <a:gd name="T54" fmla="*/ 177 w 709"/>
                <a:gd name="T55" fmla="*/ 44 h 708"/>
                <a:gd name="T56" fmla="*/ 29 w 709"/>
                <a:gd name="T57" fmla="*/ 619 h 708"/>
                <a:gd name="T58" fmla="*/ 29 w 709"/>
                <a:gd name="T59" fmla="*/ 619 h 708"/>
                <a:gd name="T60" fmla="*/ 29 w 709"/>
                <a:gd name="T61" fmla="*/ 398 h 708"/>
                <a:gd name="T62" fmla="*/ 45 w 709"/>
                <a:gd name="T63" fmla="*/ 383 h 708"/>
                <a:gd name="T64" fmla="*/ 148 w 709"/>
                <a:gd name="T65" fmla="*/ 383 h 708"/>
                <a:gd name="T66" fmla="*/ 148 w 709"/>
                <a:gd name="T67" fmla="*/ 604 h 708"/>
                <a:gd name="T68" fmla="*/ 148 w 709"/>
                <a:gd name="T69" fmla="*/ 619 h 708"/>
                <a:gd name="T70" fmla="*/ 130 w 709"/>
                <a:gd name="T71" fmla="*/ 660 h 708"/>
                <a:gd name="T72" fmla="*/ 89 w 709"/>
                <a:gd name="T73" fmla="*/ 677 h 708"/>
                <a:gd name="T74" fmla="*/ 47 w 709"/>
                <a:gd name="T75" fmla="*/ 660 h 708"/>
                <a:gd name="T76" fmla="*/ 29 w 709"/>
                <a:gd name="T77" fmla="*/ 619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9" h="708">
                  <a:moveTo>
                    <a:pt x="89" y="707"/>
                  </a:moveTo>
                  <a:lnTo>
                    <a:pt x="89" y="707"/>
                  </a:lnTo>
                  <a:cubicBezTo>
                    <a:pt x="604" y="707"/>
                    <a:pt x="604" y="707"/>
                    <a:pt x="604" y="707"/>
                  </a:cubicBezTo>
                  <a:cubicBezTo>
                    <a:pt x="661" y="707"/>
                    <a:pt x="708" y="660"/>
                    <a:pt x="708" y="604"/>
                  </a:cubicBezTo>
                  <a:cubicBezTo>
                    <a:pt x="708" y="44"/>
                    <a:pt x="708" y="44"/>
                    <a:pt x="708" y="44"/>
                  </a:cubicBezTo>
                  <a:cubicBezTo>
                    <a:pt x="708" y="19"/>
                    <a:pt x="688" y="0"/>
                    <a:pt x="663" y="0"/>
                  </a:cubicBezTo>
                  <a:cubicBezTo>
                    <a:pt x="192" y="0"/>
                    <a:pt x="192" y="0"/>
                    <a:pt x="192" y="0"/>
                  </a:cubicBezTo>
                  <a:cubicBezTo>
                    <a:pt x="168" y="0"/>
                    <a:pt x="148" y="19"/>
                    <a:pt x="148" y="44"/>
                  </a:cubicBezTo>
                  <a:cubicBezTo>
                    <a:pt x="148" y="354"/>
                    <a:pt x="148" y="354"/>
                    <a:pt x="148" y="354"/>
                  </a:cubicBezTo>
                  <a:cubicBezTo>
                    <a:pt x="45" y="354"/>
                    <a:pt x="45" y="354"/>
                    <a:pt x="45" y="354"/>
                  </a:cubicBezTo>
                  <a:cubicBezTo>
                    <a:pt x="20" y="354"/>
                    <a:pt x="0" y="373"/>
                    <a:pt x="0" y="398"/>
                  </a:cubicBezTo>
                  <a:cubicBezTo>
                    <a:pt x="0" y="619"/>
                    <a:pt x="0" y="619"/>
                    <a:pt x="0" y="619"/>
                  </a:cubicBezTo>
                  <a:cubicBezTo>
                    <a:pt x="0" y="667"/>
                    <a:pt x="40" y="707"/>
                    <a:pt x="89" y="707"/>
                  </a:cubicBezTo>
                  <a:close/>
                  <a:moveTo>
                    <a:pt x="177" y="44"/>
                  </a:moveTo>
                  <a:lnTo>
                    <a:pt x="177" y="44"/>
                  </a:lnTo>
                  <a:cubicBezTo>
                    <a:pt x="177" y="36"/>
                    <a:pt x="184" y="29"/>
                    <a:pt x="192" y="29"/>
                  </a:cubicBezTo>
                  <a:cubicBezTo>
                    <a:pt x="663" y="29"/>
                    <a:pt x="663" y="29"/>
                    <a:pt x="663" y="29"/>
                  </a:cubicBezTo>
                  <a:cubicBezTo>
                    <a:pt x="672" y="29"/>
                    <a:pt x="679" y="36"/>
                    <a:pt x="679" y="44"/>
                  </a:cubicBezTo>
                  <a:cubicBezTo>
                    <a:pt x="679" y="604"/>
                    <a:pt x="679" y="604"/>
                    <a:pt x="679" y="604"/>
                  </a:cubicBezTo>
                  <a:cubicBezTo>
                    <a:pt x="679" y="624"/>
                    <a:pt x="670" y="642"/>
                    <a:pt x="656" y="656"/>
                  </a:cubicBezTo>
                  <a:cubicBezTo>
                    <a:pt x="643" y="669"/>
                    <a:pt x="625" y="677"/>
                    <a:pt x="604" y="677"/>
                  </a:cubicBezTo>
                  <a:cubicBezTo>
                    <a:pt x="154" y="677"/>
                    <a:pt x="154" y="677"/>
                    <a:pt x="154" y="677"/>
                  </a:cubicBezTo>
                  <a:cubicBezTo>
                    <a:pt x="169" y="662"/>
                    <a:pt x="177" y="641"/>
                    <a:pt x="177" y="619"/>
                  </a:cubicBezTo>
                  <a:cubicBezTo>
                    <a:pt x="177" y="604"/>
                    <a:pt x="177" y="604"/>
                    <a:pt x="177" y="604"/>
                  </a:cubicBezTo>
                  <a:lnTo>
                    <a:pt x="177" y="604"/>
                  </a:lnTo>
                  <a:lnTo>
                    <a:pt x="177" y="604"/>
                  </a:lnTo>
                  <a:cubicBezTo>
                    <a:pt x="177" y="367"/>
                    <a:pt x="177" y="367"/>
                    <a:pt x="177" y="367"/>
                  </a:cubicBezTo>
                  <a:lnTo>
                    <a:pt x="177" y="44"/>
                  </a:lnTo>
                  <a:close/>
                  <a:moveTo>
                    <a:pt x="29" y="619"/>
                  </a:moveTo>
                  <a:lnTo>
                    <a:pt x="29" y="619"/>
                  </a:lnTo>
                  <a:cubicBezTo>
                    <a:pt x="29" y="398"/>
                    <a:pt x="29" y="398"/>
                    <a:pt x="29" y="398"/>
                  </a:cubicBezTo>
                  <a:cubicBezTo>
                    <a:pt x="29" y="390"/>
                    <a:pt x="36" y="383"/>
                    <a:pt x="45" y="383"/>
                  </a:cubicBezTo>
                  <a:cubicBezTo>
                    <a:pt x="148" y="383"/>
                    <a:pt x="148" y="383"/>
                    <a:pt x="148" y="383"/>
                  </a:cubicBezTo>
                  <a:cubicBezTo>
                    <a:pt x="148" y="604"/>
                    <a:pt x="148" y="604"/>
                    <a:pt x="148" y="604"/>
                  </a:cubicBezTo>
                  <a:cubicBezTo>
                    <a:pt x="148" y="619"/>
                    <a:pt x="148" y="619"/>
                    <a:pt x="148" y="619"/>
                  </a:cubicBezTo>
                  <a:cubicBezTo>
                    <a:pt x="148" y="635"/>
                    <a:pt x="141" y="649"/>
                    <a:pt x="130" y="660"/>
                  </a:cubicBezTo>
                  <a:cubicBezTo>
                    <a:pt x="119" y="671"/>
                    <a:pt x="105" y="677"/>
                    <a:pt x="89" y="677"/>
                  </a:cubicBezTo>
                  <a:cubicBezTo>
                    <a:pt x="72" y="677"/>
                    <a:pt x="57" y="671"/>
                    <a:pt x="47" y="660"/>
                  </a:cubicBezTo>
                  <a:cubicBezTo>
                    <a:pt x="36" y="649"/>
                    <a:pt x="29" y="635"/>
                    <a:pt x="29" y="6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1" name="Freeform 417">
              <a:extLst>
                <a:ext uri="{FF2B5EF4-FFF2-40B4-BE49-F238E27FC236}">
                  <a16:creationId xmlns:a16="http://schemas.microsoft.com/office/drawing/2014/main" id="{5A213E1C-6B68-4ED1-0A39-99460C8D92D0}"/>
                </a:ext>
              </a:extLst>
            </p:cNvPr>
            <p:cNvSpPr>
              <a:spLocks noChangeArrowheads="1"/>
            </p:cNvSpPr>
            <p:nvPr/>
          </p:nvSpPr>
          <p:spPr bwMode="auto">
            <a:xfrm>
              <a:off x="8867775" y="3367088"/>
              <a:ext cx="117475" cy="11112"/>
            </a:xfrm>
            <a:custGeom>
              <a:avLst/>
              <a:gdLst>
                <a:gd name="T0" fmla="*/ 309 w 325"/>
                <a:gd name="T1" fmla="*/ 0 h 30"/>
                <a:gd name="T2" fmla="*/ 309 w 325"/>
                <a:gd name="T3" fmla="*/ 0 h 30"/>
                <a:gd name="T4" fmla="*/ 15 w 325"/>
                <a:gd name="T5" fmla="*/ 0 h 30"/>
                <a:gd name="T6" fmla="*/ 0 w 325"/>
                <a:gd name="T7" fmla="*/ 15 h 30"/>
                <a:gd name="T8" fmla="*/ 15 w 325"/>
                <a:gd name="T9" fmla="*/ 29 h 30"/>
                <a:gd name="T10" fmla="*/ 309 w 325"/>
                <a:gd name="T11" fmla="*/ 29 h 30"/>
                <a:gd name="T12" fmla="*/ 324 w 325"/>
                <a:gd name="T13" fmla="*/ 15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5"/>
                  </a:cubicBezTo>
                  <a:cubicBezTo>
                    <a:pt x="0" y="23"/>
                    <a:pt x="6" y="29"/>
                    <a:pt x="15" y="29"/>
                  </a:cubicBezTo>
                  <a:cubicBezTo>
                    <a:pt x="309" y="29"/>
                    <a:pt x="309" y="29"/>
                    <a:pt x="309" y="29"/>
                  </a:cubicBezTo>
                  <a:cubicBezTo>
                    <a:pt x="317" y="29"/>
                    <a:pt x="324" y="23"/>
                    <a:pt x="324" y="15"/>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2" name="Freeform 418">
              <a:extLst>
                <a:ext uri="{FF2B5EF4-FFF2-40B4-BE49-F238E27FC236}">
                  <a16:creationId xmlns:a16="http://schemas.microsoft.com/office/drawing/2014/main" id="{511C3B39-1FBE-FE78-B63D-2AED0F03AB35}"/>
                </a:ext>
              </a:extLst>
            </p:cNvPr>
            <p:cNvSpPr>
              <a:spLocks noChangeArrowheads="1"/>
            </p:cNvSpPr>
            <p:nvPr/>
          </p:nvSpPr>
          <p:spPr bwMode="auto">
            <a:xfrm>
              <a:off x="8867775" y="3398838"/>
              <a:ext cx="117475" cy="11112"/>
            </a:xfrm>
            <a:custGeom>
              <a:avLst/>
              <a:gdLst>
                <a:gd name="T0" fmla="*/ 309 w 325"/>
                <a:gd name="T1" fmla="*/ 0 h 30"/>
                <a:gd name="T2" fmla="*/ 309 w 325"/>
                <a:gd name="T3" fmla="*/ 0 h 30"/>
                <a:gd name="T4" fmla="*/ 15 w 325"/>
                <a:gd name="T5" fmla="*/ 0 h 30"/>
                <a:gd name="T6" fmla="*/ 0 w 325"/>
                <a:gd name="T7" fmla="*/ 16 h 30"/>
                <a:gd name="T8" fmla="*/ 15 w 325"/>
                <a:gd name="T9" fmla="*/ 29 h 30"/>
                <a:gd name="T10" fmla="*/ 309 w 325"/>
                <a:gd name="T11" fmla="*/ 29 h 30"/>
                <a:gd name="T12" fmla="*/ 324 w 325"/>
                <a:gd name="T13" fmla="*/ 16 h 30"/>
                <a:gd name="T14" fmla="*/ 309 w 32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309" y="0"/>
                  </a:moveTo>
                  <a:lnTo>
                    <a:pt x="309" y="0"/>
                  </a:lnTo>
                  <a:cubicBezTo>
                    <a:pt x="15" y="0"/>
                    <a:pt x="15" y="0"/>
                    <a:pt x="15" y="0"/>
                  </a:cubicBezTo>
                  <a:cubicBezTo>
                    <a:pt x="6" y="0"/>
                    <a:pt x="0" y="7"/>
                    <a:pt x="0" y="16"/>
                  </a:cubicBezTo>
                  <a:cubicBezTo>
                    <a:pt x="0" y="24"/>
                    <a:pt x="6" y="29"/>
                    <a:pt x="15" y="29"/>
                  </a:cubicBezTo>
                  <a:cubicBezTo>
                    <a:pt x="309" y="29"/>
                    <a:pt x="309" y="29"/>
                    <a:pt x="309" y="29"/>
                  </a:cubicBezTo>
                  <a:cubicBezTo>
                    <a:pt x="317" y="29"/>
                    <a:pt x="324" y="24"/>
                    <a:pt x="324" y="16"/>
                  </a:cubicBezTo>
                  <a:cubicBezTo>
                    <a:pt x="324" y="7"/>
                    <a:pt x="317" y="0"/>
                    <a:pt x="30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3" name="Freeform 419">
              <a:extLst>
                <a:ext uri="{FF2B5EF4-FFF2-40B4-BE49-F238E27FC236}">
                  <a16:creationId xmlns:a16="http://schemas.microsoft.com/office/drawing/2014/main" id="{D3C60425-A4BC-812A-8515-EA37381BCB15}"/>
                </a:ext>
              </a:extLst>
            </p:cNvPr>
            <p:cNvSpPr>
              <a:spLocks noChangeArrowheads="1"/>
            </p:cNvSpPr>
            <p:nvPr/>
          </p:nvSpPr>
          <p:spPr bwMode="auto">
            <a:xfrm>
              <a:off x="8858250" y="3240088"/>
              <a:ext cx="138113" cy="85725"/>
            </a:xfrm>
            <a:custGeom>
              <a:avLst/>
              <a:gdLst>
                <a:gd name="T0" fmla="*/ 13 w 383"/>
                <a:gd name="T1" fmla="*/ 237 h 238"/>
                <a:gd name="T2" fmla="*/ 13 w 383"/>
                <a:gd name="T3" fmla="*/ 237 h 238"/>
                <a:gd name="T4" fmla="*/ 367 w 383"/>
                <a:gd name="T5" fmla="*/ 237 h 238"/>
                <a:gd name="T6" fmla="*/ 378 w 383"/>
                <a:gd name="T7" fmla="*/ 232 h 238"/>
                <a:gd name="T8" fmla="*/ 382 w 383"/>
                <a:gd name="T9" fmla="*/ 221 h 238"/>
                <a:gd name="T10" fmla="*/ 382 w 383"/>
                <a:gd name="T11" fmla="*/ 16 h 238"/>
                <a:gd name="T12" fmla="*/ 378 w 383"/>
                <a:gd name="T13" fmla="*/ 5 h 238"/>
                <a:gd name="T14" fmla="*/ 367 w 383"/>
                <a:gd name="T15" fmla="*/ 0 h 238"/>
                <a:gd name="T16" fmla="*/ 13 w 383"/>
                <a:gd name="T17" fmla="*/ 0 h 238"/>
                <a:gd name="T18" fmla="*/ 4 w 383"/>
                <a:gd name="T19" fmla="*/ 5 h 238"/>
                <a:gd name="T20" fmla="*/ 0 w 383"/>
                <a:gd name="T21" fmla="*/ 16 h 238"/>
                <a:gd name="T22" fmla="*/ 0 w 383"/>
                <a:gd name="T23" fmla="*/ 221 h 238"/>
                <a:gd name="T24" fmla="*/ 4 w 383"/>
                <a:gd name="T25" fmla="*/ 232 h 238"/>
                <a:gd name="T26" fmla="*/ 13 w 383"/>
                <a:gd name="T27" fmla="*/ 237 h 238"/>
                <a:gd name="T28" fmla="*/ 29 w 383"/>
                <a:gd name="T29" fmla="*/ 29 h 238"/>
                <a:gd name="T30" fmla="*/ 29 w 383"/>
                <a:gd name="T31" fmla="*/ 29 h 238"/>
                <a:gd name="T32" fmla="*/ 353 w 383"/>
                <a:gd name="T33" fmla="*/ 29 h 238"/>
                <a:gd name="T34" fmla="*/ 353 w 383"/>
                <a:gd name="T35" fmla="*/ 206 h 238"/>
                <a:gd name="T36" fmla="*/ 29 w 383"/>
                <a:gd name="T37" fmla="*/ 206 h 238"/>
                <a:gd name="T38" fmla="*/ 29 w 383"/>
                <a:gd name="T39" fmla="*/ 2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3" h="238">
                  <a:moveTo>
                    <a:pt x="13" y="237"/>
                  </a:moveTo>
                  <a:lnTo>
                    <a:pt x="13" y="237"/>
                  </a:lnTo>
                  <a:cubicBezTo>
                    <a:pt x="367" y="237"/>
                    <a:pt x="367" y="237"/>
                    <a:pt x="367" y="237"/>
                  </a:cubicBezTo>
                  <a:cubicBezTo>
                    <a:pt x="371" y="237"/>
                    <a:pt x="375" y="235"/>
                    <a:pt x="378" y="232"/>
                  </a:cubicBezTo>
                  <a:cubicBezTo>
                    <a:pt x="381" y="230"/>
                    <a:pt x="382" y="226"/>
                    <a:pt x="382" y="221"/>
                  </a:cubicBezTo>
                  <a:cubicBezTo>
                    <a:pt x="382" y="16"/>
                    <a:pt x="382" y="16"/>
                    <a:pt x="382" y="16"/>
                  </a:cubicBezTo>
                  <a:cubicBezTo>
                    <a:pt x="382" y="11"/>
                    <a:pt x="381" y="7"/>
                    <a:pt x="378" y="5"/>
                  </a:cubicBezTo>
                  <a:cubicBezTo>
                    <a:pt x="375" y="2"/>
                    <a:pt x="371" y="0"/>
                    <a:pt x="367" y="0"/>
                  </a:cubicBezTo>
                  <a:cubicBezTo>
                    <a:pt x="13" y="0"/>
                    <a:pt x="13" y="0"/>
                    <a:pt x="13" y="0"/>
                  </a:cubicBezTo>
                  <a:cubicBezTo>
                    <a:pt x="9" y="0"/>
                    <a:pt x="7" y="2"/>
                    <a:pt x="4" y="5"/>
                  </a:cubicBezTo>
                  <a:cubicBezTo>
                    <a:pt x="1" y="7"/>
                    <a:pt x="0" y="11"/>
                    <a:pt x="0" y="16"/>
                  </a:cubicBezTo>
                  <a:cubicBezTo>
                    <a:pt x="0" y="221"/>
                    <a:pt x="0" y="221"/>
                    <a:pt x="0" y="221"/>
                  </a:cubicBezTo>
                  <a:cubicBezTo>
                    <a:pt x="0" y="226"/>
                    <a:pt x="1" y="230"/>
                    <a:pt x="4" y="232"/>
                  </a:cubicBezTo>
                  <a:cubicBezTo>
                    <a:pt x="7" y="235"/>
                    <a:pt x="9" y="237"/>
                    <a:pt x="13" y="237"/>
                  </a:cubicBezTo>
                  <a:close/>
                  <a:moveTo>
                    <a:pt x="29" y="29"/>
                  </a:moveTo>
                  <a:lnTo>
                    <a:pt x="29" y="29"/>
                  </a:lnTo>
                  <a:cubicBezTo>
                    <a:pt x="353" y="29"/>
                    <a:pt x="353" y="29"/>
                    <a:pt x="353" y="29"/>
                  </a:cubicBezTo>
                  <a:cubicBezTo>
                    <a:pt x="353" y="206"/>
                    <a:pt x="353" y="206"/>
                    <a:pt x="353" y="206"/>
                  </a:cubicBezTo>
                  <a:cubicBezTo>
                    <a:pt x="29" y="206"/>
                    <a:pt x="29" y="206"/>
                    <a:pt x="29" y="206"/>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4" name="Freeform 420">
            <a:extLst>
              <a:ext uri="{FF2B5EF4-FFF2-40B4-BE49-F238E27FC236}">
                <a16:creationId xmlns:a16="http://schemas.microsoft.com/office/drawing/2014/main" id="{39DE0E14-9FEC-F025-13E7-32DC4DC59FCD}"/>
              </a:ext>
            </a:extLst>
          </p:cNvPr>
          <p:cNvSpPr>
            <a:spLocks noChangeArrowheads="1"/>
          </p:cNvSpPr>
          <p:nvPr/>
        </p:nvSpPr>
        <p:spPr bwMode="auto">
          <a:xfrm>
            <a:off x="4839220" y="879896"/>
            <a:ext cx="255588" cy="255588"/>
          </a:xfrm>
          <a:custGeom>
            <a:avLst/>
            <a:gdLst>
              <a:gd name="T0" fmla="*/ 30 w 708"/>
              <a:gd name="T1" fmla="*/ 471 h 709"/>
              <a:gd name="T2" fmla="*/ 99 w 708"/>
              <a:gd name="T3" fmla="*/ 500 h 709"/>
              <a:gd name="T4" fmla="*/ 117 w 708"/>
              <a:gd name="T5" fmla="*/ 487 h 709"/>
              <a:gd name="T6" fmla="*/ 117 w 708"/>
              <a:gd name="T7" fmla="*/ 266 h 709"/>
              <a:gd name="T8" fmla="*/ 354 w 708"/>
              <a:gd name="T9" fmla="*/ 31 h 709"/>
              <a:gd name="T10" fmla="*/ 590 w 708"/>
              <a:gd name="T11" fmla="*/ 266 h 709"/>
              <a:gd name="T12" fmla="*/ 590 w 708"/>
              <a:gd name="T13" fmla="*/ 487 h 709"/>
              <a:gd name="T14" fmla="*/ 608 w 708"/>
              <a:gd name="T15" fmla="*/ 500 h 709"/>
              <a:gd name="T16" fmla="*/ 602 w 708"/>
              <a:gd name="T17" fmla="*/ 557 h 709"/>
              <a:gd name="T18" fmla="*/ 439 w 708"/>
              <a:gd name="T19" fmla="*/ 648 h 709"/>
              <a:gd name="T20" fmla="*/ 309 w 708"/>
              <a:gd name="T21" fmla="*/ 619 h 709"/>
              <a:gd name="T22" fmla="*/ 309 w 708"/>
              <a:gd name="T23" fmla="*/ 708 h 709"/>
              <a:gd name="T24" fmla="*/ 439 w 708"/>
              <a:gd name="T25" fmla="*/ 677 h 709"/>
              <a:gd name="T26" fmla="*/ 628 w 708"/>
              <a:gd name="T27" fmla="*/ 571 h 709"/>
              <a:gd name="T28" fmla="*/ 648 w 708"/>
              <a:gd name="T29" fmla="*/ 485 h 709"/>
              <a:gd name="T30" fmla="*/ 688 w 708"/>
              <a:gd name="T31" fmla="*/ 462 h 709"/>
              <a:gd name="T32" fmla="*/ 707 w 708"/>
              <a:gd name="T33" fmla="*/ 429 h 709"/>
              <a:gd name="T34" fmla="*/ 689 w 708"/>
              <a:gd name="T35" fmla="*/ 295 h 709"/>
              <a:gd name="T36" fmla="*/ 619 w 708"/>
              <a:gd name="T37" fmla="*/ 267 h 709"/>
              <a:gd name="T38" fmla="*/ 354 w 708"/>
              <a:gd name="T39" fmla="*/ 0 h 709"/>
              <a:gd name="T40" fmla="*/ 88 w 708"/>
              <a:gd name="T41" fmla="*/ 267 h 709"/>
              <a:gd name="T42" fmla="*/ 18 w 708"/>
              <a:gd name="T43" fmla="*/ 295 h 709"/>
              <a:gd name="T44" fmla="*/ 0 w 708"/>
              <a:gd name="T45" fmla="*/ 429 h 709"/>
              <a:gd name="T46" fmla="*/ 30 w 708"/>
              <a:gd name="T47" fmla="*/ 471 h 709"/>
              <a:gd name="T48" fmla="*/ 398 w 708"/>
              <a:gd name="T49" fmla="*/ 679 h 709"/>
              <a:gd name="T50" fmla="*/ 294 w 708"/>
              <a:gd name="T51" fmla="*/ 663 h 709"/>
              <a:gd name="T52" fmla="*/ 398 w 708"/>
              <a:gd name="T53" fmla="*/ 650 h 709"/>
              <a:gd name="T54" fmla="*/ 398 w 708"/>
              <a:gd name="T55" fmla="*/ 679 h 709"/>
              <a:gd name="T56" fmla="*/ 645 w 708"/>
              <a:gd name="T57" fmla="*/ 303 h 709"/>
              <a:gd name="T58" fmla="*/ 678 w 708"/>
              <a:gd name="T59" fmla="*/ 340 h 709"/>
              <a:gd name="T60" fmla="*/ 677 w 708"/>
              <a:gd name="T61" fmla="*/ 431 h 709"/>
              <a:gd name="T62" fmla="*/ 621 w 708"/>
              <a:gd name="T63" fmla="*/ 466 h 709"/>
              <a:gd name="T64" fmla="*/ 619 w 708"/>
              <a:gd name="T65" fmla="*/ 296 h 709"/>
              <a:gd name="T66" fmla="*/ 29 w 708"/>
              <a:gd name="T67" fmla="*/ 340 h 709"/>
              <a:gd name="T68" fmla="*/ 39 w 708"/>
              <a:gd name="T69" fmla="*/ 315 h 709"/>
              <a:gd name="T70" fmla="*/ 88 w 708"/>
              <a:gd name="T71" fmla="*/ 296 h 709"/>
              <a:gd name="T72" fmla="*/ 62 w 708"/>
              <a:gd name="T73" fmla="*/ 455 h 709"/>
              <a:gd name="T74" fmla="*/ 30 w 708"/>
              <a:gd name="T75" fmla="*/ 431 h 709"/>
              <a:gd name="T76" fmla="*/ 29 w 708"/>
              <a:gd name="T77" fmla="*/ 340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709">
                <a:moveTo>
                  <a:pt x="30" y="471"/>
                </a:moveTo>
                <a:lnTo>
                  <a:pt x="30" y="471"/>
                </a:lnTo>
                <a:cubicBezTo>
                  <a:pt x="46" y="480"/>
                  <a:pt x="62" y="488"/>
                  <a:pt x="76" y="492"/>
                </a:cubicBezTo>
                <a:cubicBezTo>
                  <a:pt x="88" y="498"/>
                  <a:pt x="99" y="500"/>
                  <a:pt x="99" y="500"/>
                </a:cubicBezTo>
                <a:cubicBezTo>
                  <a:pt x="103" y="502"/>
                  <a:pt x="108" y="502"/>
                  <a:pt x="112" y="499"/>
                </a:cubicBezTo>
                <a:cubicBezTo>
                  <a:pt x="116" y="496"/>
                  <a:pt x="117" y="492"/>
                  <a:pt x="117" y="487"/>
                </a:cubicBezTo>
                <a:cubicBezTo>
                  <a:pt x="117" y="281"/>
                  <a:pt x="117" y="281"/>
                  <a:pt x="117" y="281"/>
                </a:cubicBezTo>
                <a:cubicBezTo>
                  <a:pt x="117" y="266"/>
                  <a:pt x="117" y="266"/>
                  <a:pt x="117" y="266"/>
                </a:cubicBezTo>
                <a:cubicBezTo>
                  <a:pt x="117" y="201"/>
                  <a:pt x="145" y="141"/>
                  <a:pt x="186" y="98"/>
                </a:cubicBezTo>
                <a:cubicBezTo>
                  <a:pt x="229" y="57"/>
                  <a:pt x="289" y="31"/>
                  <a:pt x="354" y="31"/>
                </a:cubicBezTo>
                <a:cubicBezTo>
                  <a:pt x="418" y="31"/>
                  <a:pt x="478" y="57"/>
                  <a:pt x="521" y="98"/>
                </a:cubicBezTo>
                <a:cubicBezTo>
                  <a:pt x="563" y="141"/>
                  <a:pt x="590" y="201"/>
                  <a:pt x="590" y="266"/>
                </a:cubicBezTo>
                <a:cubicBezTo>
                  <a:pt x="590" y="281"/>
                  <a:pt x="590" y="281"/>
                  <a:pt x="590" y="281"/>
                </a:cubicBezTo>
                <a:cubicBezTo>
                  <a:pt x="590" y="487"/>
                  <a:pt x="590" y="487"/>
                  <a:pt x="590" y="487"/>
                </a:cubicBezTo>
                <a:cubicBezTo>
                  <a:pt x="590" y="492"/>
                  <a:pt x="591" y="496"/>
                  <a:pt x="595" y="499"/>
                </a:cubicBezTo>
                <a:cubicBezTo>
                  <a:pt x="599" y="502"/>
                  <a:pt x="604" y="502"/>
                  <a:pt x="608" y="500"/>
                </a:cubicBezTo>
                <a:cubicBezTo>
                  <a:pt x="609" y="500"/>
                  <a:pt x="612" y="500"/>
                  <a:pt x="619" y="498"/>
                </a:cubicBezTo>
                <a:cubicBezTo>
                  <a:pt x="617" y="520"/>
                  <a:pt x="612" y="540"/>
                  <a:pt x="602" y="557"/>
                </a:cubicBezTo>
                <a:cubicBezTo>
                  <a:pt x="587" y="587"/>
                  <a:pt x="562" y="610"/>
                  <a:pt x="532" y="625"/>
                </a:cubicBezTo>
                <a:cubicBezTo>
                  <a:pt x="504" y="639"/>
                  <a:pt x="472" y="647"/>
                  <a:pt x="439" y="648"/>
                </a:cubicBezTo>
                <a:cubicBezTo>
                  <a:pt x="432" y="632"/>
                  <a:pt x="417" y="619"/>
                  <a:pt x="398" y="619"/>
                </a:cubicBezTo>
                <a:cubicBezTo>
                  <a:pt x="309" y="619"/>
                  <a:pt x="309" y="619"/>
                  <a:pt x="309" y="619"/>
                </a:cubicBezTo>
                <a:cubicBezTo>
                  <a:pt x="284" y="619"/>
                  <a:pt x="265" y="639"/>
                  <a:pt x="265" y="663"/>
                </a:cubicBezTo>
                <a:cubicBezTo>
                  <a:pt x="265" y="688"/>
                  <a:pt x="284" y="708"/>
                  <a:pt x="309" y="708"/>
                </a:cubicBezTo>
                <a:cubicBezTo>
                  <a:pt x="398" y="708"/>
                  <a:pt x="398" y="708"/>
                  <a:pt x="398" y="708"/>
                </a:cubicBezTo>
                <a:cubicBezTo>
                  <a:pt x="417" y="708"/>
                  <a:pt x="434" y="695"/>
                  <a:pt x="439" y="677"/>
                </a:cubicBezTo>
                <a:cubicBezTo>
                  <a:pt x="490" y="676"/>
                  <a:pt x="540" y="661"/>
                  <a:pt x="579" y="630"/>
                </a:cubicBezTo>
                <a:cubicBezTo>
                  <a:pt x="599" y="615"/>
                  <a:pt x="617" y="594"/>
                  <a:pt x="628" y="571"/>
                </a:cubicBezTo>
                <a:cubicBezTo>
                  <a:pt x="641" y="546"/>
                  <a:pt x="648" y="518"/>
                  <a:pt x="648" y="487"/>
                </a:cubicBezTo>
                <a:cubicBezTo>
                  <a:pt x="648" y="487"/>
                  <a:pt x="648" y="487"/>
                  <a:pt x="648" y="485"/>
                </a:cubicBezTo>
                <a:cubicBezTo>
                  <a:pt x="650" y="485"/>
                  <a:pt x="652" y="484"/>
                  <a:pt x="655" y="482"/>
                </a:cubicBezTo>
                <a:cubicBezTo>
                  <a:pt x="667" y="477"/>
                  <a:pt x="678" y="470"/>
                  <a:pt x="688" y="462"/>
                </a:cubicBezTo>
                <a:cubicBezTo>
                  <a:pt x="693" y="458"/>
                  <a:pt x="697" y="453"/>
                  <a:pt x="702" y="448"/>
                </a:cubicBezTo>
                <a:cubicBezTo>
                  <a:pt x="704" y="442"/>
                  <a:pt x="707" y="435"/>
                  <a:pt x="707" y="429"/>
                </a:cubicBezTo>
                <a:cubicBezTo>
                  <a:pt x="707" y="340"/>
                  <a:pt x="707" y="340"/>
                  <a:pt x="707" y="340"/>
                </a:cubicBezTo>
                <a:cubicBezTo>
                  <a:pt x="707" y="321"/>
                  <a:pt x="700" y="306"/>
                  <a:pt x="689" y="295"/>
                </a:cubicBezTo>
                <a:cubicBezTo>
                  <a:pt x="673" y="279"/>
                  <a:pt x="652" y="273"/>
                  <a:pt x="635" y="270"/>
                </a:cubicBezTo>
                <a:cubicBezTo>
                  <a:pt x="628" y="268"/>
                  <a:pt x="623" y="267"/>
                  <a:pt x="619" y="267"/>
                </a:cubicBezTo>
                <a:cubicBezTo>
                  <a:pt x="619" y="266"/>
                  <a:pt x="619" y="266"/>
                  <a:pt x="619" y="266"/>
                </a:cubicBezTo>
                <a:cubicBezTo>
                  <a:pt x="619" y="119"/>
                  <a:pt x="500" y="0"/>
                  <a:pt x="354" y="0"/>
                </a:cubicBezTo>
                <a:cubicBezTo>
                  <a:pt x="207" y="0"/>
                  <a:pt x="88" y="119"/>
                  <a:pt x="88" y="266"/>
                </a:cubicBezTo>
                <a:cubicBezTo>
                  <a:pt x="88" y="267"/>
                  <a:pt x="88" y="267"/>
                  <a:pt x="88" y="267"/>
                </a:cubicBezTo>
                <a:cubicBezTo>
                  <a:pt x="80" y="268"/>
                  <a:pt x="68" y="270"/>
                  <a:pt x="54" y="274"/>
                </a:cubicBezTo>
                <a:cubicBezTo>
                  <a:pt x="41" y="278"/>
                  <a:pt x="29" y="285"/>
                  <a:pt x="18" y="295"/>
                </a:cubicBezTo>
                <a:cubicBezTo>
                  <a:pt x="7" y="306"/>
                  <a:pt x="0" y="321"/>
                  <a:pt x="0" y="340"/>
                </a:cubicBezTo>
                <a:cubicBezTo>
                  <a:pt x="0" y="429"/>
                  <a:pt x="0" y="429"/>
                  <a:pt x="0" y="429"/>
                </a:cubicBezTo>
                <a:cubicBezTo>
                  <a:pt x="0" y="435"/>
                  <a:pt x="3" y="442"/>
                  <a:pt x="5" y="448"/>
                </a:cubicBezTo>
                <a:cubicBezTo>
                  <a:pt x="12" y="458"/>
                  <a:pt x="21" y="465"/>
                  <a:pt x="30" y="471"/>
                </a:cubicBezTo>
                <a:close/>
                <a:moveTo>
                  <a:pt x="398" y="679"/>
                </a:moveTo>
                <a:lnTo>
                  <a:pt x="398" y="679"/>
                </a:lnTo>
                <a:cubicBezTo>
                  <a:pt x="309" y="679"/>
                  <a:pt x="309" y="679"/>
                  <a:pt x="309" y="679"/>
                </a:cubicBezTo>
                <a:cubicBezTo>
                  <a:pt x="301" y="679"/>
                  <a:pt x="294" y="672"/>
                  <a:pt x="294" y="663"/>
                </a:cubicBezTo>
                <a:cubicBezTo>
                  <a:pt x="294" y="655"/>
                  <a:pt x="301" y="650"/>
                  <a:pt x="309" y="650"/>
                </a:cubicBezTo>
                <a:cubicBezTo>
                  <a:pt x="398" y="650"/>
                  <a:pt x="398" y="650"/>
                  <a:pt x="398" y="650"/>
                </a:cubicBezTo>
                <a:cubicBezTo>
                  <a:pt x="406" y="650"/>
                  <a:pt x="413" y="655"/>
                  <a:pt x="413" y="663"/>
                </a:cubicBezTo>
                <a:cubicBezTo>
                  <a:pt x="413" y="672"/>
                  <a:pt x="406" y="679"/>
                  <a:pt x="398" y="679"/>
                </a:cubicBezTo>
                <a:close/>
                <a:moveTo>
                  <a:pt x="645" y="303"/>
                </a:moveTo>
                <a:lnTo>
                  <a:pt x="645" y="303"/>
                </a:lnTo>
                <a:cubicBezTo>
                  <a:pt x="655" y="306"/>
                  <a:pt x="663" y="311"/>
                  <a:pt x="668" y="317"/>
                </a:cubicBezTo>
                <a:cubicBezTo>
                  <a:pt x="674" y="322"/>
                  <a:pt x="678" y="329"/>
                  <a:pt x="678" y="340"/>
                </a:cubicBezTo>
                <a:cubicBezTo>
                  <a:pt x="678" y="429"/>
                  <a:pt x="678" y="429"/>
                  <a:pt x="678" y="429"/>
                </a:cubicBezTo>
                <a:cubicBezTo>
                  <a:pt x="678" y="429"/>
                  <a:pt x="678" y="430"/>
                  <a:pt x="677" y="431"/>
                </a:cubicBezTo>
                <a:cubicBezTo>
                  <a:pt x="674" y="435"/>
                  <a:pt x="668" y="441"/>
                  <a:pt x="660" y="447"/>
                </a:cubicBezTo>
                <a:cubicBezTo>
                  <a:pt x="649" y="453"/>
                  <a:pt x="634" y="460"/>
                  <a:pt x="621" y="466"/>
                </a:cubicBezTo>
                <a:cubicBezTo>
                  <a:pt x="620" y="466"/>
                  <a:pt x="620" y="466"/>
                  <a:pt x="619" y="466"/>
                </a:cubicBezTo>
                <a:cubicBezTo>
                  <a:pt x="619" y="296"/>
                  <a:pt x="619" y="296"/>
                  <a:pt x="619" y="296"/>
                </a:cubicBezTo>
                <a:cubicBezTo>
                  <a:pt x="627" y="297"/>
                  <a:pt x="637" y="299"/>
                  <a:pt x="645" y="303"/>
                </a:cubicBezTo>
                <a:close/>
                <a:moveTo>
                  <a:pt x="29" y="340"/>
                </a:moveTo>
                <a:lnTo>
                  <a:pt x="29" y="340"/>
                </a:lnTo>
                <a:cubicBezTo>
                  <a:pt x="30" y="329"/>
                  <a:pt x="33" y="322"/>
                  <a:pt x="39" y="315"/>
                </a:cubicBezTo>
                <a:cubicBezTo>
                  <a:pt x="48" y="307"/>
                  <a:pt x="63" y="302"/>
                  <a:pt x="79" y="299"/>
                </a:cubicBezTo>
                <a:cubicBezTo>
                  <a:pt x="81" y="297"/>
                  <a:pt x="86" y="297"/>
                  <a:pt x="88" y="296"/>
                </a:cubicBezTo>
                <a:cubicBezTo>
                  <a:pt x="88" y="466"/>
                  <a:pt x="88" y="466"/>
                  <a:pt x="88" y="466"/>
                </a:cubicBezTo>
                <a:cubicBezTo>
                  <a:pt x="80" y="463"/>
                  <a:pt x="70" y="459"/>
                  <a:pt x="62" y="455"/>
                </a:cubicBezTo>
                <a:cubicBezTo>
                  <a:pt x="52" y="449"/>
                  <a:pt x="43" y="444"/>
                  <a:pt x="37" y="438"/>
                </a:cubicBezTo>
                <a:cubicBezTo>
                  <a:pt x="34" y="435"/>
                  <a:pt x="32" y="434"/>
                  <a:pt x="30" y="431"/>
                </a:cubicBezTo>
                <a:cubicBezTo>
                  <a:pt x="30" y="430"/>
                  <a:pt x="29" y="429"/>
                  <a:pt x="29" y="429"/>
                </a:cubicBezTo>
                <a:lnTo>
                  <a:pt x="29" y="340"/>
                </a:lnTo>
                <a:close/>
              </a:path>
            </a:pathLst>
          </a:custGeom>
          <a:solidFill>
            <a:schemeClr val="accent4"/>
          </a:solidFill>
          <a:ln>
            <a:noFill/>
          </a:ln>
          <a:effectLst/>
        </p:spPr>
        <p:txBody>
          <a:bodyPr wrap="none" anchor="ctr"/>
          <a:lstStyle/>
          <a:p>
            <a:endParaRPr lang="da-DK">
              <a:solidFill>
                <a:schemeClr val="tx2"/>
              </a:solidFill>
            </a:endParaRPr>
          </a:p>
        </p:txBody>
      </p:sp>
      <p:sp>
        <p:nvSpPr>
          <p:cNvPr id="505" name="Freeform 421">
            <a:extLst>
              <a:ext uri="{FF2B5EF4-FFF2-40B4-BE49-F238E27FC236}">
                <a16:creationId xmlns:a16="http://schemas.microsoft.com/office/drawing/2014/main" id="{1470BD04-65DB-7AC7-D6D6-F111818BAA10}"/>
              </a:ext>
            </a:extLst>
          </p:cNvPr>
          <p:cNvSpPr>
            <a:spLocks noChangeArrowheads="1"/>
          </p:cNvSpPr>
          <p:nvPr/>
        </p:nvSpPr>
        <p:spPr bwMode="auto">
          <a:xfrm>
            <a:off x="6852170" y="901328"/>
            <a:ext cx="255588" cy="212725"/>
          </a:xfrm>
          <a:custGeom>
            <a:avLst/>
            <a:gdLst>
              <a:gd name="T0" fmla="*/ 73 w 708"/>
              <a:gd name="T1" fmla="*/ 590 h 591"/>
              <a:gd name="T2" fmla="*/ 634 w 708"/>
              <a:gd name="T3" fmla="*/ 590 h 591"/>
              <a:gd name="T4" fmla="*/ 678 w 708"/>
              <a:gd name="T5" fmla="*/ 410 h 591"/>
              <a:gd name="T6" fmla="*/ 707 w 708"/>
              <a:gd name="T7" fmla="*/ 310 h 591"/>
              <a:gd name="T8" fmla="*/ 678 w 708"/>
              <a:gd name="T9" fmla="*/ 162 h 591"/>
              <a:gd name="T10" fmla="*/ 590 w 708"/>
              <a:gd name="T11" fmla="*/ 118 h 591"/>
              <a:gd name="T12" fmla="*/ 546 w 708"/>
              <a:gd name="T13" fmla="*/ 0 h 591"/>
              <a:gd name="T14" fmla="*/ 0 w 708"/>
              <a:gd name="T15" fmla="*/ 73 h 591"/>
              <a:gd name="T16" fmla="*/ 0 w 708"/>
              <a:gd name="T17" fmla="*/ 162 h 591"/>
              <a:gd name="T18" fmla="*/ 73 w 708"/>
              <a:gd name="T19" fmla="*/ 590 h 591"/>
              <a:gd name="T20" fmla="*/ 678 w 708"/>
              <a:gd name="T21" fmla="*/ 369 h 591"/>
              <a:gd name="T22" fmla="*/ 486 w 708"/>
              <a:gd name="T23" fmla="*/ 383 h 591"/>
              <a:gd name="T24" fmla="*/ 442 w 708"/>
              <a:gd name="T25" fmla="*/ 339 h 591"/>
              <a:gd name="T26" fmla="*/ 486 w 708"/>
              <a:gd name="T27" fmla="*/ 294 h 591"/>
              <a:gd name="T28" fmla="*/ 678 w 708"/>
              <a:gd name="T29" fmla="*/ 310 h 591"/>
              <a:gd name="T30" fmla="*/ 644 w 708"/>
              <a:gd name="T31" fmla="*/ 152 h 591"/>
              <a:gd name="T32" fmla="*/ 648 w 708"/>
              <a:gd name="T33" fmla="*/ 162 h 591"/>
              <a:gd name="T34" fmla="*/ 486 w 708"/>
              <a:gd name="T35" fmla="*/ 265 h 591"/>
              <a:gd name="T36" fmla="*/ 486 w 708"/>
              <a:gd name="T37" fmla="*/ 413 h 591"/>
              <a:gd name="T38" fmla="*/ 648 w 708"/>
              <a:gd name="T39" fmla="*/ 546 h 591"/>
              <a:gd name="T40" fmla="*/ 634 w 708"/>
              <a:gd name="T41" fmla="*/ 560 h 591"/>
              <a:gd name="T42" fmla="*/ 43 w 708"/>
              <a:gd name="T43" fmla="*/ 547 h 591"/>
              <a:gd name="T44" fmla="*/ 29 w 708"/>
              <a:gd name="T45" fmla="*/ 515 h 591"/>
              <a:gd name="T46" fmla="*/ 29 w 708"/>
              <a:gd name="T47" fmla="*/ 162 h 591"/>
              <a:gd name="T48" fmla="*/ 73 w 708"/>
              <a:gd name="T49" fmla="*/ 148 h 591"/>
              <a:gd name="T50" fmla="*/ 644 w 708"/>
              <a:gd name="T51" fmla="*/ 152 h 591"/>
              <a:gd name="T52" fmla="*/ 73 w 708"/>
              <a:gd name="T53" fmla="*/ 29 h 591"/>
              <a:gd name="T54" fmla="*/ 559 w 708"/>
              <a:gd name="T55" fmla="*/ 44 h 591"/>
              <a:gd name="T56" fmla="*/ 73 w 708"/>
              <a:gd name="T57" fmla="*/ 118 h 591"/>
              <a:gd name="T58" fmla="*/ 29 w 708"/>
              <a:gd name="T59" fmla="*/ 73 h 591"/>
              <a:gd name="T60" fmla="*/ 29 w 708"/>
              <a:gd name="T61" fmla="*/ 73 h 591"/>
              <a:gd name="T62" fmla="*/ 73 w 708"/>
              <a:gd name="T63" fmla="*/ 29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08" h="591">
                <a:moveTo>
                  <a:pt x="73" y="590"/>
                </a:moveTo>
                <a:lnTo>
                  <a:pt x="73" y="590"/>
                </a:lnTo>
                <a:lnTo>
                  <a:pt x="73" y="590"/>
                </a:lnTo>
                <a:cubicBezTo>
                  <a:pt x="634" y="590"/>
                  <a:pt x="634" y="590"/>
                  <a:pt x="634" y="590"/>
                </a:cubicBezTo>
                <a:cubicBezTo>
                  <a:pt x="658" y="590"/>
                  <a:pt x="678" y="569"/>
                  <a:pt x="678" y="546"/>
                </a:cubicBezTo>
                <a:cubicBezTo>
                  <a:pt x="678" y="410"/>
                  <a:pt x="678" y="410"/>
                  <a:pt x="678" y="410"/>
                </a:cubicBezTo>
                <a:cubicBezTo>
                  <a:pt x="695" y="403"/>
                  <a:pt x="707" y="388"/>
                  <a:pt x="707" y="369"/>
                </a:cubicBezTo>
                <a:cubicBezTo>
                  <a:pt x="707" y="310"/>
                  <a:pt x="707" y="310"/>
                  <a:pt x="707" y="310"/>
                </a:cubicBezTo>
                <a:cubicBezTo>
                  <a:pt x="707" y="290"/>
                  <a:pt x="695" y="274"/>
                  <a:pt x="678" y="268"/>
                </a:cubicBezTo>
                <a:cubicBezTo>
                  <a:pt x="678" y="162"/>
                  <a:pt x="678" y="162"/>
                  <a:pt x="678" y="162"/>
                </a:cubicBezTo>
                <a:cubicBezTo>
                  <a:pt x="678" y="138"/>
                  <a:pt x="658" y="118"/>
                  <a:pt x="634" y="118"/>
                </a:cubicBezTo>
                <a:cubicBezTo>
                  <a:pt x="590" y="118"/>
                  <a:pt x="590" y="118"/>
                  <a:pt x="590" y="118"/>
                </a:cubicBezTo>
                <a:cubicBezTo>
                  <a:pt x="590" y="44"/>
                  <a:pt x="590" y="44"/>
                  <a:pt x="590" y="44"/>
                </a:cubicBezTo>
                <a:cubicBezTo>
                  <a:pt x="590" y="20"/>
                  <a:pt x="569" y="0"/>
                  <a:pt x="546" y="0"/>
                </a:cubicBezTo>
                <a:cubicBezTo>
                  <a:pt x="73" y="0"/>
                  <a:pt x="73" y="0"/>
                  <a:pt x="73" y="0"/>
                </a:cubicBezTo>
                <a:cubicBezTo>
                  <a:pt x="33" y="0"/>
                  <a:pt x="0" y="33"/>
                  <a:pt x="0" y="73"/>
                </a:cubicBezTo>
                <a:cubicBezTo>
                  <a:pt x="0" y="133"/>
                  <a:pt x="0" y="133"/>
                  <a:pt x="0" y="133"/>
                </a:cubicBezTo>
                <a:cubicBezTo>
                  <a:pt x="0" y="162"/>
                  <a:pt x="0" y="162"/>
                  <a:pt x="0" y="162"/>
                </a:cubicBezTo>
                <a:cubicBezTo>
                  <a:pt x="0" y="515"/>
                  <a:pt x="0" y="515"/>
                  <a:pt x="0" y="515"/>
                </a:cubicBezTo>
                <a:cubicBezTo>
                  <a:pt x="0" y="557"/>
                  <a:pt x="33" y="590"/>
                  <a:pt x="73" y="590"/>
                </a:cubicBezTo>
                <a:close/>
                <a:moveTo>
                  <a:pt x="678" y="369"/>
                </a:moveTo>
                <a:lnTo>
                  <a:pt x="678" y="369"/>
                </a:lnTo>
                <a:cubicBezTo>
                  <a:pt x="678" y="377"/>
                  <a:pt x="671" y="383"/>
                  <a:pt x="663" y="383"/>
                </a:cubicBezTo>
                <a:cubicBezTo>
                  <a:pt x="486" y="383"/>
                  <a:pt x="486" y="383"/>
                  <a:pt x="486" y="383"/>
                </a:cubicBezTo>
                <a:cubicBezTo>
                  <a:pt x="474" y="383"/>
                  <a:pt x="463" y="379"/>
                  <a:pt x="456" y="370"/>
                </a:cubicBezTo>
                <a:cubicBezTo>
                  <a:pt x="448" y="362"/>
                  <a:pt x="442" y="351"/>
                  <a:pt x="442" y="339"/>
                </a:cubicBezTo>
                <a:cubicBezTo>
                  <a:pt x="442" y="328"/>
                  <a:pt x="448" y="316"/>
                  <a:pt x="456" y="308"/>
                </a:cubicBezTo>
                <a:cubicBezTo>
                  <a:pt x="463" y="300"/>
                  <a:pt x="474" y="294"/>
                  <a:pt x="486" y="294"/>
                </a:cubicBezTo>
                <a:cubicBezTo>
                  <a:pt x="663" y="294"/>
                  <a:pt x="663" y="294"/>
                  <a:pt x="663" y="294"/>
                </a:cubicBezTo>
                <a:cubicBezTo>
                  <a:pt x="671" y="294"/>
                  <a:pt x="678" y="301"/>
                  <a:pt x="678" y="310"/>
                </a:cubicBezTo>
                <a:lnTo>
                  <a:pt x="678" y="369"/>
                </a:lnTo>
                <a:close/>
                <a:moveTo>
                  <a:pt x="644" y="152"/>
                </a:moveTo>
                <a:lnTo>
                  <a:pt x="644" y="152"/>
                </a:lnTo>
                <a:cubicBezTo>
                  <a:pt x="646" y="155"/>
                  <a:pt x="648" y="158"/>
                  <a:pt x="648" y="162"/>
                </a:cubicBezTo>
                <a:cubicBezTo>
                  <a:pt x="648" y="265"/>
                  <a:pt x="648" y="265"/>
                  <a:pt x="648" y="265"/>
                </a:cubicBezTo>
                <a:cubicBezTo>
                  <a:pt x="486" y="265"/>
                  <a:pt x="486" y="265"/>
                  <a:pt x="486" y="265"/>
                </a:cubicBezTo>
                <a:cubicBezTo>
                  <a:pt x="446" y="265"/>
                  <a:pt x="413" y="299"/>
                  <a:pt x="413" y="339"/>
                </a:cubicBezTo>
                <a:cubicBezTo>
                  <a:pt x="413" y="380"/>
                  <a:pt x="446" y="413"/>
                  <a:pt x="486" y="413"/>
                </a:cubicBezTo>
                <a:cubicBezTo>
                  <a:pt x="648" y="413"/>
                  <a:pt x="648" y="413"/>
                  <a:pt x="648" y="413"/>
                </a:cubicBezTo>
                <a:cubicBezTo>
                  <a:pt x="648" y="546"/>
                  <a:pt x="648" y="546"/>
                  <a:pt x="648" y="546"/>
                </a:cubicBezTo>
                <a:cubicBezTo>
                  <a:pt x="648" y="550"/>
                  <a:pt x="646" y="553"/>
                  <a:pt x="644" y="555"/>
                </a:cubicBezTo>
                <a:cubicBezTo>
                  <a:pt x="641" y="558"/>
                  <a:pt x="638" y="560"/>
                  <a:pt x="634" y="560"/>
                </a:cubicBezTo>
                <a:cubicBezTo>
                  <a:pt x="73" y="560"/>
                  <a:pt x="73" y="560"/>
                  <a:pt x="73" y="560"/>
                </a:cubicBezTo>
                <a:cubicBezTo>
                  <a:pt x="62" y="560"/>
                  <a:pt x="51" y="555"/>
                  <a:pt x="43" y="547"/>
                </a:cubicBezTo>
                <a:cubicBezTo>
                  <a:pt x="35" y="539"/>
                  <a:pt x="29" y="528"/>
                  <a:pt x="29" y="515"/>
                </a:cubicBezTo>
                <a:lnTo>
                  <a:pt x="29" y="515"/>
                </a:lnTo>
                <a:cubicBezTo>
                  <a:pt x="29" y="162"/>
                  <a:pt x="29" y="162"/>
                  <a:pt x="29" y="162"/>
                </a:cubicBezTo>
                <a:lnTo>
                  <a:pt x="29" y="162"/>
                </a:lnTo>
                <a:cubicBezTo>
                  <a:pt x="29" y="133"/>
                  <a:pt x="29" y="133"/>
                  <a:pt x="29" y="133"/>
                </a:cubicBezTo>
                <a:cubicBezTo>
                  <a:pt x="42" y="142"/>
                  <a:pt x="57" y="148"/>
                  <a:pt x="73" y="148"/>
                </a:cubicBezTo>
                <a:cubicBezTo>
                  <a:pt x="634" y="148"/>
                  <a:pt x="634" y="148"/>
                  <a:pt x="634" y="148"/>
                </a:cubicBezTo>
                <a:cubicBezTo>
                  <a:pt x="638" y="148"/>
                  <a:pt x="641" y="149"/>
                  <a:pt x="644" y="152"/>
                </a:cubicBezTo>
                <a:close/>
                <a:moveTo>
                  <a:pt x="73" y="29"/>
                </a:moveTo>
                <a:lnTo>
                  <a:pt x="73" y="29"/>
                </a:lnTo>
                <a:cubicBezTo>
                  <a:pt x="546" y="29"/>
                  <a:pt x="546" y="29"/>
                  <a:pt x="546" y="29"/>
                </a:cubicBezTo>
                <a:cubicBezTo>
                  <a:pt x="554" y="29"/>
                  <a:pt x="559" y="36"/>
                  <a:pt x="559" y="44"/>
                </a:cubicBezTo>
                <a:cubicBezTo>
                  <a:pt x="559" y="118"/>
                  <a:pt x="559" y="118"/>
                  <a:pt x="559" y="118"/>
                </a:cubicBezTo>
                <a:cubicBezTo>
                  <a:pt x="73" y="118"/>
                  <a:pt x="73" y="118"/>
                  <a:pt x="73" y="118"/>
                </a:cubicBezTo>
                <a:cubicBezTo>
                  <a:pt x="62" y="118"/>
                  <a:pt x="51" y="113"/>
                  <a:pt x="43" y="105"/>
                </a:cubicBezTo>
                <a:cubicBezTo>
                  <a:pt x="35" y="97"/>
                  <a:pt x="29" y="86"/>
                  <a:pt x="29" y="73"/>
                </a:cubicBezTo>
                <a:lnTo>
                  <a:pt x="29" y="73"/>
                </a:lnTo>
                <a:lnTo>
                  <a:pt x="29" y="73"/>
                </a:lnTo>
                <a:cubicBezTo>
                  <a:pt x="29" y="62"/>
                  <a:pt x="35" y="51"/>
                  <a:pt x="43" y="43"/>
                </a:cubicBezTo>
                <a:cubicBezTo>
                  <a:pt x="51" y="35"/>
                  <a:pt x="62" y="29"/>
                  <a:pt x="73" y="29"/>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06" name="Group 508">
            <a:extLst>
              <a:ext uri="{FF2B5EF4-FFF2-40B4-BE49-F238E27FC236}">
                <a16:creationId xmlns:a16="http://schemas.microsoft.com/office/drawing/2014/main" id="{3C886375-6095-DE41-208D-B3082157E44A}"/>
              </a:ext>
            </a:extLst>
          </p:cNvPr>
          <p:cNvGrpSpPr/>
          <p:nvPr/>
        </p:nvGrpSpPr>
        <p:grpSpPr>
          <a:xfrm>
            <a:off x="5848870" y="1888753"/>
            <a:ext cx="244475" cy="255588"/>
            <a:chOff x="4692650" y="2206625"/>
            <a:chExt cx="244475" cy="255588"/>
          </a:xfrm>
          <a:solidFill>
            <a:schemeClr val="accent4"/>
          </a:solidFill>
        </p:grpSpPr>
        <p:sp>
          <p:nvSpPr>
            <p:cNvPr id="507" name="Freeform 422">
              <a:extLst>
                <a:ext uri="{FF2B5EF4-FFF2-40B4-BE49-F238E27FC236}">
                  <a16:creationId xmlns:a16="http://schemas.microsoft.com/office/drawing/2014/main" id="{75623497-2203-E452-DDCB-0E523BE7EF9D}"/>
                </a:ext>
              </a:extLst>
            </p:cNvPr>
            <p:cNvSpPr>
              <a:spLocks noChangeArrowheads="1"/>
            </p:cNvSpPr>
            <p:nvPr/>
          </p:nvSpPr>
          <p:spPr bwMode="auto">
            <a:xfrm>
              <a:off x="4692650" y="2206625"/>
              <a:ext cx="244475" cy="255588"/>
            </a:xfrm>
            <a:custGeom>
              <a:avLst/>
              <a:gdLst>
                <a:gd name="T0" fmla="*/ 678 w 679"/>
                <a:gd name="T1" fmla="*/ 251 h 708"/>
                <a:gd name="T2" fmla="*/ 678 w 679"/>
                <a:gd name="T3" fmla="*/ 250 h 708"/>
                <a:gd name="T4" fmla="*/ 676 w 679"/>
                <a:gd name="T5" fmla="*/ 245 h 708"/>
                <a:gd name="T6" fmla="*/ 609 w 679"/>
                <a:gd name="T7" fmla="*/ 31 h 708"/>
                <a:gd name="T8" fmla="*/ 110 w 679"/>
                <a:gd name="T9" fmla="*/ 0 h 708"/>
                <a:gd name="T10" fmla="*/ 67 w 679"/>
                <a:gd name="T11" fmla="*/ 31 h 708"/>
                <a:gd name="T12" fmla="*/ 0 w 679"/>
                <a:gd name="T13" fmla="*/ 248 h 708"/>
                <a:gd name="T14" fmla="*/ 0 w 679"/>
                <a:gd name="T15" fmla="*/ 251 h 708"/>
                <a:gd name="T16" fmla="*/ 23 w 679"/>
                <a:gd name="T17" fmla="*/ 302 h 708"/>
                <a:gd name="T18" fmla="*/ 44 w 679"/>
                <a:gd name="T19" fmla="*/ 663 h 708"/>
                <a:gd name="T20" fmla="*/ 132 w 679"/>
                <a:gd name="T21" fmla="*/ 707 h 708"/>
                <a:gd name="T22" fmla="*/ 589 w 679"/>
                <a:gd name="T23" fmla="*/ 707 h 708"/>
                <a:gd name="T24" fmla="*/ 634 w 679"/>
                <a:gd name="T25" fmla="*/ 316 h 708"/>
                <a:gd name="T26" fmla="*/ 678 w 679"/>
                <a:gd name="T27" fmla="*/ 251 h 708"/>
                <a:gd name="T28" fmla="*/ 280 w 679"/>
                <a:gd name="T29" fmla="*/ 678 h 708"/>
                <a:gd name="T30" fmla="*/ 161 w 679"/>
                <a:gd name="T31" fmla="*/ 426 h 708"/>
                <a:gd name="T32" fmla="*/ 265 w 679"/>
                <a:gd name="T33" fmla="*/ 413 h 708"/>
                <a:gd name="T34" fmla="*/ 280 w 679"/>
                <a:gd name="T35" fmla="*/ 678 h 708"/>
                <a:gd name="T36" fmla="*/ 603 w 679"/>
                <a:gd name="T37" fmla="*/ 663 h 708"/>
                <a:gd name="T38" fmla="*/ 309 w 679"/>
                <a:gd name="T39" fmla="*/ 678 h 708"/>
                <a:gd name="T40" fmla="*/ 265 w 679"/>
                <a:gd name="T41" fmla="*/ 382 h 708"/>
                <a:gd name="T42" fmla="*/ 132 w 679"/>
                <a:gd name="T43" fmla="*/ 426 h 708"/>
                <a:gd name="T44" fmla="*/ 88 w 679"/>
                <a:gd name="T45" fmla="*/ 678 h 708"/>
                <a:gd name="T46" fmla="*/ 73 w 679"/>
                <a:gd name="T47" fmla="*/ 323 h 708"/>
                <a:gd name="T48" fmla="*/ 135 w 679"/>
                <a:gd name="T49" fmla="*/ 302 h 708"/>
                <a:gd name="T50" fmla="*/ 154 w 679"/>
                <a:gd name="T51" fmla="*/ 303 h 708"/>
                <a:gd name="T52" fmla="*/ 262 w 679"/>
                <a:gd name="T53" fmla="*/ 303 h 708"/>
                <a:gd name="T54" fmla="*/ 283 w 679"/>
                <a:gd name="T55" fmla="*/ 302 h 708"/>
                <a:gd name="T56" fmla="*/ 395 w 679"/>
                <a:gd name="T57" fmla="*/ 302 h 708"/>
                <a:gd name="T58" fmla="*/ 413 w 679"/>
                <a:gd name="T59" fmla="*/ 302 h 708"/>
                <a:gd name="T60" fmla="*/ 524 w 679"/>
                <a:gd name="T61" fmla="*/ 302 h 708"/>
                <a:gd name="T62" fmla="*/ 542 w 679"/>
                <a:gd name="T63" fmla="*/ 302 h 708"/>
                <a:gd name="T64" fmla="*/ 603 w 679"/>
                <a:gd name="T65" fmla="*/ 323 h 708"/>
                <a:gd name="T66" fmla="*/ 598 w 679"/>
                <a:gd name="T67" fmla="*/ 294 h 708"/>
                <a:gd name="T68" fmla="*/ 562 w 679"/>
                <a:gd name="T69" fmla="*/ 281 h 708"/>
                <a:gd name="T70" fmla="*/ 544 w 679"/>
                <a:gd name="T71" fmla="*/ 240 h 708"/>
                <a:gd name="T72" fmla="*/ 523 w 679"/>
                <a:gd name="T73" fmla="*/ 240 h 708"/>
                <a:gd name="T74" fmla="*/ 504 w 679"/>
                <a:gd name="T75" fmla="*/ 281 h 708"/>
                <a:gd name="T76" fmla="*/ 432 w 679"/>
                <a:gd name="T77" fmla="*/ 281 h 708"/>
                <a:gd name="T78" fmla="*/ 414 w 679"/>
                <a:gd name="T79" fmla="*/ 240 h 708"/>
                <a:gd name="T80" fmla="*/ 393 w 679"/>
                <a:gd name="T81" fmla="*/ 240 h 708"/>
                <a:gd name="T82" fmla="*/ 374 w 679"/>
                <a:gd name="T83" fmla="*/ 281 h 708"/>
                <a:gd name="T84" fmla="*/ 302 w 679"/>
                <a:gd name="T85" fmla="*/ 281 h 708"/>
                <a:gd name="T86" fmla="*/ 276 w 679"/>
                <a:gd name="T87" fmla="*/ 236 h 708"/>
                <a:gd name="T88" fmla="*/ 241 w 679"/>
                <a:gd name="T89" fmla="*/ 283 h 708"/>
                <a:gd name="T90" fmla="*/ 174 w 679"/>
                <a:gd name="T91" fmla="*/ 281 h 708"/>
                <a:gd name="T92" fmla="*/ 143 w 679"/>
                <a:gd name="T93" fmla="*/ 236 h 708"/>
                <a:gd name="T94" fmla="*/ 116 w 679"/>
                <a:gd name="T95" fmla="*/ 281 h 708"/>
                <a:gd name="T96" fmla="*/ 44 w 679"/>
                <a:gd name="T97" fmla="*/ 281 h 708"/>
                <a:gd name="T98" fmla="*/ 96 w 679"/>
                <a:gd name="T99" fmla="*/ 40 h 708"/>
                <a:gd name="T100" fmla="*/ 110 w 679"/>
                <a:gd name="T101" fmla="*/ 29 h 708"/>
                <a:gd name="T102" fmla="*/ 581 w 679"/>
                <a:gd name="T103" fmla="*/ 40 h 708"/>
                <a:gd name="T104" fmla="*/ 647 w 679"/>
                <a:gd name="T105" fmla="*/ 252 h 708"/>
                <a:gd name="T106" fmla="*/ 598 w 679"/>
                <a:gd name="T107" fmla="*/ 29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79" h="708">
                  <a:moveTo>
                    <a:pt x="678" y="251"/>
                  </a:moveTo>
                  <a:lnTo>
                    <a:pt x="678" y="251"/>
                  </a:lnTo>
                  <a:lnTo>
                    <a:pt x="678" y="251"/>
                  </a:lnTo>
                  <a:cubicBezTo>
                    <a:pt x="678" y="251"/>
                    <a:pt x="678" y="251"/>
                    <a:pt x="678" y="250"/>
                  </a:cubicBezTo>
                  <a:cubicBezTo>
                    <a:pt x="678" y="250"/>
                    <a:pt x="678" y="248"/>
                    <a:pt x="676" y="248"/>
                  </a:cubicBezTo>
                  <a:cubicBezTo>
                    <a:pt x="676" y="247"/>
                    <a:pt x="676" y="247"/>
                    <a:pt x="676" y="245"/>
                  </a:cubicBezTo>
                  <a:cubicBezTo>
                    <a:pt x="609" y="31"/>
                    <a:pt x="609" y="31"/>
                    <a:pt x="609" y="31"/>
                  </a:cubicBezTo>
                  <a:lnTo>
                    <a:pt x="609" y="31"/>
                  </a:lnTo>
                  <a:cubicBezTo>
                    <a:pt x="603" y="12"/>
                    <a:pt x="587" y="0"/>
                    <a:pt x="567" y="0"/>
                  </a:cubicBezTo>
                  <a:cubicBezTo>
                    <a:pt x="110" y="0"/>
                    <a:pt x="110" y="0"/>
                    <a:pt x="110" y="0"/>
                  </a:cubicBezTo>
                  <a:cubicBezTo>
                    <a:pt x="91" y="0"/>
                    <a:pt x="74" y="12"/>
                    <a:pt x="69" y="31"/>
                  </a:cubicBezTo>
                  <a:cubicBezTo>
                    <a:pt x="67" y="31"/>
                    <a:pt x="67" y="31"/>
                    <a:pt x="67" y="31"/>
                  </a:cubicBezTo>
                  <a:cubicBezTo>
                    <a:pt x="1" y="245"/>
                    <a:pt x="1" y="245"/>
                    <a:pt x="1" y="245"/>
                  </a:cubicBezTo>
                  <a:cubicBezTo>
                    <a:pt x="0" y="247"/>
                    <a:pt x="0" y="247"/>
                    <a:pt x="0" y="248"/>
                  </a:cubicBezTo>
                  <a:lnTo>
                    <a:pt x="0" y="250"/>
                  </a:lnTo>
                  <a:cubicBezTo>
                    <a:pt x="0" y="251"/>
                    <a:pt x="0" y="251"/>
                    <a:pt x="0" y="251"/>
                  </a:cubicBezTo>
                  <a:lnTo>
                    <a:pt x="0" y="251"/>
                  </a:lnTo>
                  <a:cubicBezTo>
                    <a:pt x="0" y="272"/>
                    <a:pt x="9" y="290"/>
                    <a:pt x="23" y="302"/>
                  </a:cubicBezTo>
                  <a:cubicBezTo>
                    <a:pt x="30" y="308"/>
                    <a:pt x="37" y="312"/>
                    <a:pt x="44" y="316"/>
                  </a:cubicBezTo>
                  <a:cubicBezTo>
                    <a:pt x="44" y="663"/>
                    <a:pt x="44" y="663"/>
                    <a:pt x="44" y="663"/>
                  </a:cubicBezTo>
                  <a:cubicBezTo>
                    <a:pt x="44" y="687"/>
                    <a:pt x="63" y="707"/>
                    <a:pt x="88" y="707"/>
                  </a:cubicBezTo>
                  <a:cubicBezTo>
                    <a:pt x="132" y="707"/>
                    <a:pt x="132" y="707"/>
                    <a:pt x="132" y="707"/>
                  </a:cubicBezTo>
                  <a:cubicBezTo>
                    <a:pt x="309" y="707"/>
                    <a:pt x="309" y="707"/>
                    <a:pt x="309" y="707"/>
                  </a:cubicBezTo>
                  <a:cubicBezTo>
                    <a:pt x="589" y="707"/>
                    <a:pt x="589" y="707"/>
                    <a:pt x="589" y="707"/>
                  </a:cubicBezTo>
                  <a:cubicBezTo>
                    <a:pt x="613" y="707"/>
                    <a:pt x="634" y="687"/>
                    <a:pt x="634" y="663"/>
                  </a:cubicBezTo>
                  <a:cubicBezTo>
                    <a:pt x="634" y="316"/>
                    <a:pt x="634" y="316"/>
                    <a:pt x="634" y="316"/>
                  </a:cubicBezTo>
                  <a:cubicBezTo>
                    <a:pt x="640" y="312"/>
                    <a:pt x="647" y="308"/>
                    <a:pt x="654" y="302"/>
                  </a:cubicBezTo>
                  <a:cubicBezTo>
                    <a:pt x="668" y="290"/>
                    <a:pt x="676" y="272"/>
                    <a:pt x="678" y="251"/>
                  </a:cubicBezTo>
                  <a:close/>
                  <a:moveTo>
                    <a:pt x="280" y="678"/>
                  </a:moveTo>
                  <a:lnTo>
                    <a:pt x="280" y="678"/>
                  </a:lnTo>
                  <a:cubicBezTo>
                    <a:pt x="161" y="678"/>
                    <a:pt x="161" y="678"/>
                    <a:pt x="161" y="678"/>
                  </a:cubicBezTo>
                  <a:cubicBezTo>
                    <a:pt x="161" y="426"/>
                    <a:pt x="161" y="426"/>
                    <a:pt x="161" y="426"/>
                  </a:cubicBezTo>
                  <a:cubicBezTo>
                    <a:pt x="161" y="418"/>
                    <a:pt x="168" y="413"/>
                    <a:pt x="176" y="413"/>
                  </a:cubicBezTo>
                  <a:cubicBezTo>
                    <a:pt x="265" y="413"/>
                    <a:pt x="265" y="413"/>
                    <a:pt x="265" y="413"/>
                  </a:cubicBezTo>
                  <a:cubicBezTo>
                    <a:pt x="273" y="413"/>
                    <a:pt x="280" y="418"/>
                    <a:pt x="280" y="426"/>
                  </a:cubicBezTo>
                  <a:lnTo>
                    <a:pt x="280" y="678"/>
                  </a:lnTo>
                  <a:close/>
                  <a:moveTo>
                    <a:pt x="603" y="663"/>
                  </a:moveTo>
                  <a:lnTo>
                    <a:pt x="603" y="663"/>
                  </a:lnTo>
                  <a:cubicBezTo>
                    <a:pt x="603" y="671"/>
                    <a:pt x="598" y="678"/>
                    <a:pt x="589" y="678"/>
                  </a:cubicBezTo>
                  <a:cubicBezTo>
                    <a:pt x="309" y="678"/>
                    <a:pt x="309" y="678"/>
                    <a:pt x="309" y="678"/>
                  </a:cubicBezTo>
                  <a:cubicBezTo>
                    <a:pt x="309" y="426"/>
                    <a:pt x="309" y="426"/>
                    <a:pt x="309" y="426"/>
                  </a:cubicBezTo>
                  <a:cubicBezTo>
                    <a:pt x="309" y="403"/>
                    <a:pt x="290" y="382"/>
                    <a:pt x="265" y="382"/>
                  </a:cubicBezTo>
                  <a:cubicBezTo>
                    <a:pt x="176" y="382"/>
                    <a:pt x="176" y="382"/>
                    <a:pt x="176" y="382"/>
                  </a:cubicBezTo>
                  <a:cubicBezTo>
                    <a:pt x="151" y="382"/>
                    <a:pt x="132" y="403"/>
                    <a:pt x="132" y="426"/>
                  </a:cubicBezTo>
                  <a:cubicBezTo>
                    <a:pt x="132" y="678"/>
                    <a:pt x="132" y="678"/>
                    <a:pt x="132" y="678"/>
                  </a:cubicBezTo>
                  <a:cubicBezTo>
                    <a:pt x="88" y="678"/>
                    <a:pt x="88" y="678"/>
                    <a:pt x="88" y="678"/>
                  </a:cubicBezTo>
                  <a:cubicBezTo>
                    <a:pt x="80" y="678"/>
                    <a:pt x="73" y="671"/>
                    <a:pt x="73" y="663"/>
                  </a:cubicBezTo>
                  <a:cubicBezTo>
                    <a:pt x="73" y="323"/>
                    <a:pt x="73" y="323"/>
                    <a:pt x="73" y="323"/>
                  </a:cubicBezTo>
                  <a:cubicBezTo>
                    <a:pt x="75" y="323"/>
                    <a:pt x="77" y="324"/>
                    <a:pt x="80" y="324"/>
                  </a:cubicBezTo>
                  <a:cubicBezTo>
                    <a:pt x="100" y="324"/>
                    <a:pt x="121" y="316"/>
                    <a:pt x="135" y="302"/>
                  </a:cubicBezTo>
                  <a:cubicBezTo>
                    <a:pt x="139" y="299"/>
                    <a:pt x="142" y="297"/>
                    <a:pt x="145" y="292"/>
                  </a:cubicBezTo>
                  <a:cubicBezTo>
                    <a:pt x="147" y="297"/>
                    <a:pt x="150" y="301"/>
                    <a:pt x="154" y="303"/>
                  </a:cubicBezTo>
                  <a:cubicBezTo>
                    <a:pt x="168" y="317"/>
                    <a:pt x="187" y="324"/>
                    <a:pt x="210" y="324"/>
                  </a:cubicBezTo>
                  <a:cubicBezTo>
                    <a:pt x="230" y="324"/>
                    <a:pt x="248" y="316"/>
                    <a:pt x="262" y="303"/>
                  </a:cubicBezTo>
                  <a:cubicBezTo>
                    <a:pt x="266" y="299"/>
                    <a:pt x="269" y="295"/>
                    <a:pt x="272" y="291"/>
                  </a:cubicBezTo>
                  <a:cubicBezTo>
                    <a:pt x="276" y="295"/>
                    <a:pt x="279" y="299"/>
                    <a:pt x="283" y="302"/>
                  </a:cubicBezTo>
                  <a:cubicBezTo>
                    <a:pt x="298" y="316"/>
                    <a:pt x="317" y="324"/>
                    <a:pt x="338" y="324"/>
                  </a:cubicBezTo>
                  <a:cubicBezTo>
                    <a:pt x="360" y="324"/>
                    <a:pt x="379" y="316"/>
                    <a:pt x="395" y="302"/>
                  </a:cubicBezTo>
                  <a:cubicBezTo>
                    <a:pt x="397" y="299"/>
                    <a:pt x="400" y="297"/>
                    <a:pt x="403" y="292"/>
                  </a:cubicBezTo>
                  <a:cubicBezTo>
                    <a:pt x="406" y="297"/>
                    <a:pt x="410" y="299"/>
                    <a:pt x="413" y="302"/>
                  </a:cubicBezTo>
                  <a:cubicBezTo>
                    <a:pt x="426" y="316"/>
                    <a:pt x="447" y="324"/>
                    <a:pt x="468" y="324"/>
                  </a:cubicBezTo>
                  <a:cubicBezTo>
                    <a:pt x="490" y="324"/>
                    <a:pt x="509" y="316"/>
                    <a:pt x="524" y="302"/>
                  </a:cubicBezTo>
                  <a:cubicBezTo>
                    <a:pt x="527" y="299"/>
                    <a:pt x="530" y="297"/>
                    <a:pt x="533" y="292"/>
                  </a:cubicBezTo>
                  <a:cubicBezTo>
                    <a:pt x="535" y="297"/>
                    <a:pt x="538" y="299"/>
                    <a:pt x="542" y="302"/>
                  </a:cubicBezTo>
                  <a:cubicBezTo>
                    <a:pt x="556" y="316"/>
                    <a:pt x="577" y="324"/>
                    <a:pt x="598" y="324"/>
                  </a:cubicBezTo>
                  <a:cubicBezTo>
                    <a:pt x="600" y="324"/>
                    <a:pt x="602" y="323"/>
                    <a:pt x="603" y="323"/>
                  </a:cubicBezTo>
                  <a:lnTo>
                    <a:pt x="603" y="663"/>
                  </a:lnTo>
                  <a:close/>
                  <a:moveTo>
                    <a:pt x="598" y="294"/>
                  </a:moveTo>
                  <a:lnTo>
                    <a:pt x="598" y="294"/>
                  </a:lnTo>
                  <a:cubicBezTo>
                    <a:pt x="584" y="294"/>
                    <a:pt x="571" y="290"/>
                    <a:pt x="562" y="281"/>
                  </a:cubicBezTo>
                  <a:cubicBezTo>
                    <a:pt x="553" y="273"/>
                    <a:pt x="548" y="262"/>
                    <a:pt x="548" y="250"/>
                  </a:cubicBezTo>
                  <a:cubicBezTo>
                    <a:pt x="548" y="247"/>
                    <a:pt x="547" y="243"/>
                    <a:pt x="544" y="240"/>
                  </a:cubicBezTo>
                  <a:cubicBezTo>
                    <a:pt x="541" y="237"/>
                    <a:pt x="537" y="236"/>
                    <a:pt x="533" y="236"/>
                  </a:cubicBezTo>
                  <a:cubicBezTo>
                    <a:pt x="529" y="236"/>
                    <a:pt x="526" y="237"/>
                    <a:pt x="523" y="240"/>
                  </a:cubicBezTo>
                  <a:cubicBezTo>
                    <a:pt x="520" y="243"/>
                    <a:pt x="519" y="247"/>
                    <a:pt x="519" y="250"/>
                  </a:cubicBezTo>
                  <a:cubicBezTo>
                    <a:pt x="519" y="262"/>
                    <a:pt x="513" y="273"/>
                    <a:pt x="504" y="281"/>
                  </a:cubicBezTo>
                  <a:cubicBezTo>
                    <a:pt x="495" y="290"/>
                    <a:pt x="483" y="294"/>
                    <a:pt x="468" y="294"/>
                  </a:cubicBezTo>
                  <a:cubicBezTo>
                    <a:pt x="454" y="294"/>
                    <a:pt x="442" y="290"/>
                    <a:pt x="432" y="281"/>
                  </a:cubicBezTo>
                  <a:cubicBezTo>
                    <a:pt x="424" y="273"/>
                    <a:pt x="418" y="262"/>
                    <a:pt x="418" y="250"/>
                  </a:cubicBezTo>
                  <a:cubicBezTo>
                    <a:pt x="418" y="247"/>
                    <a:pt x="417" y="243"/>
                    <a:pt x="414" y="240"/>
                  </a:cubicBezTo>
                  <a:cubicBezTo>
                    <a:pt x="411" y="237"/>
                    <a:pt x="407" y="236"/>
                    <a:pt x="403" y="236"/>
                  </a:cubicBezTo>
                  <a:cubicBezTo>
                    <a:pt x="400" y="236"/>
                    <a:pt x="396" y="237"/>
                    <a:pt x="393" y="240"/>
                  </a:cubicBezTo>
                  <a:cubicBezTo>
                    <a:pt x="390" y="243"/>
                    <a:pt x="389" y="247"/>
                    <a:pt x="389" y="250"/>
                  </a:cubicBezTo>
                  <a:cubicBezTo>
                    <a:pt x="389" y="262"/>
                    <a:pt x="384" y="273"/>
                    <a:pt x="374" y="281"/>
                  </a:cubicBezTo>
                  <a:cubicBezTo>
                    <a:pt x="366" y="290"/>
                    <a:pt x="353" y="294"/>
                    <a:pt x="338" y="294"/>
                  </a:cubicBezTo>
                  <a:cubicBezTo>
                    <a:pt x="324" y="294"/>
                    <a:pt x="312" y="290"/>
                    <a:pt x="302" y="281"/>
                  </a:cubicBezTo>
                  <a:cubicBezTo>
                    <a:pt x="294" y="273"/>
                    <a:pt x="288" y="262"/>
                    <a:pt x="288" y="250"/>
                  </a:cubicBezTo>
                  <a:cubicBezTo>
                    <a:pt x="288" y="243"/>
                    <a:pt x="283" y="236"/>
                    <a:pt x="276" y="236"/>
                  </a:cubicBezTo>
                  <a:cubicBezTo>
                    <a:pt x="267" y="234"/>
                    <a:pt x="261" y="240"/>
                    <a:pt x="259" y="247"/>
                  </a:cubicBezTo>
                  <a:cubicBezTo>
                    <a:pt x="255" y="262"/>
                    <a:pt x="250" y="274"/>
                    <a:pt x="241" y="283"/>
                  </a:cubicBezTo>
                  <a:cubicBezTo>
                    <a:pt x="233" y="290"/>
                    <a:pt x="223" y="294"/>
                    <a:pt x="210" y="294"/>
                  </a:cubicBezTo>
                  <a:cubicBezTo>
                    <a:pt x="194" y="294"/>
                    <a:pt x="182" y="290"/>
                    <a:pt x="174" y="281"/>
                  </a:cubicBezTo>
                  <a:cubicBezTo>
                    <a:pt x="165" y="274"/>
                    <a:pt x="160" y="263"/>
                    <a:pt x="158" y="250"/>
                  </a:cubicBezTo>
                  <a:cubicBezTo>
                    <a:pt x="158" y="241"/>
                    <a:pt x="151" y="234"/>
                    <a:pt x="143" y="236"/>
                  </a:cubicBezTo>
                  <a:cubicBezTo>
                    <a:pt x="135" y="236"/>
                    <a:pt x="129" y="243"/>
                    <a:pt x="129" y="250"/>
                  </a:cubicBezTo>
                  <a:cubicBezTo>
                    <a:pt x="129" y="262"/>
                    <a:pt x="124" y="273"/>
                    <a:pt x="116" y="281"/>
                  </a:cubicBezTo>
                  <a:cubicBezTo>
                    <a:pt x="106" y="290"/>
                    <a:pt x="93" y="294"/>
                    <a:pt x="80" y="294"/>
                  </a:cubicBezTo>
                  <a:cubicBezTo>
                    <a:pt x="64" y="294"/>
                    <a:pt x="52" y="290"/>
                    <a:pt x="44" y="281"/>
                  </a:cubicBezTo>
                  <a:cubicBezTo>
                    <a:pt x="34" y="273"/>
                    <a:pt x="30" y="263"/>
                    <a:pt x="30" y="252"/>
                  </a:cubicBezTo>
                  <a:cubicBezTo>
                    <a:pt x="96" y="40"/>
                    <a:pt x="96" y="40"/>
                    <a:pt x="96" y="40"/>
                  </a:cubicBezTo>
                  <a:lnTo>
                    <a:pt x="96" y="40"/>
                  </a:lnTo>
                  <a:cubicBezTo>
                    <a:pt x="98" y="34"/>
                    <a:pt x="103" y="29"/>
                    <a:pt x="110" y="29"/>
                  </a:cubicBezTo>
                  <a:cubicBezTo>
                    <a:pt x="567" y="29"/>
                    <a:pt x="567" y="29"/>
                    <a:pt x="567" y="29"/>
                  </a:cubicBezTo>
                  <a:cubicBezTo>
                    <a:pt x="573" y="29"/>
                    <a:pt x="580" y="34"/>
                    <a:pt x="581" y="40"/>
                  </a:cubicBezTo>
                  <a:lnTo>
                    <a:pt x="581" y="40"/>
                  </a:lnTo>
                  <a:cubicBezTo>
                    <a:pt x="647" y="252"/>
                    <a:pt x="647" y="252"/>
                    <a:pt x="647" y="252"/>
                  </a:cubicBezTo>
                  <a:cubicBezTo>
                    <a:pt x="647" y="263"/>
                    <a:pt x="642" y="273"/>
                    <a:pt x="634" y="281"/>
                  </a:cubicBezTo>
                  <a:cubicBezTo>
                    <a:pt x="625" y="290"/>
                    <a:pt x="611" y="294"/>
                    <a:pt x="598"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08" name="Freeform 423">
              <a:extLst>
                <a:ext uri="{FF2B5EF4-FFF2-40B4-BE49-F238E27FC236}">
                  <a16:creationId xmlns:a16="http://schemas.microsoft.com/office/drawing/2014/main" id="{9BBECC4E-4C07-1AE9-1223-4F4548C02897}"/>
                </a:ext>
              </a:extLst>
            </p:cNvPr>
            <p:cNvSpPr>
              <a:spLocks noChangeArrowheads="1"/>
            </p:cNvSpPr>
            <p:nvPr/>
          </p:nvSpPr>
          <p:spPr bwMode="auto">
            <a:xfrm>
              <a:off x="4835525" y="2344738"/>
              <a:ext cx="53975" cy="63500"/>
            </a:xfrm>
            <a:custGeom>
              <a:avLst/>
              <a:gdLst>
                <a:gd name="T0" fmla="*/ 104 w 149"/>
                <a:gd name="T1" fmla="*/ 0 h 178"/>
                <a:gd name="T2" fmla="*/ 104 w 149"/>
                <a:gd name="T3" fmla="*/ 0 h 178"/>
                <a:gd name="T4" fmla="*/ 45 w 149"/>
                <a:gd name="T5" fmla="*/ 0 h 178"/>
                <a:gd name="T6" fmla="*/ 0 w 149"/>
                <a:gd name="T7" fmla="*/ 44 h 178"/>
                <a:gd name="T8" fmla="*/ 0 w 149"/>
                <a:gd name="T9" fmla="*/ 133 h 178"/>
                <a:gd name="T10" fmla="*/ 45 w 149"/>
                <a:gd name="T11" fmla="*/ 177 h 178"/>
                <a:gd name="T12" fmla="*/ 104 w 149"/>
                <a:gd name="T13" fmla="*/ 177 h 178"/>
                <a:gd name="T14" fmla="*/ 104 w 149"/>
                <a:gd name="T15" fmla="*/ 177 h 178"/>
                <a:gd name="T16" fmla="*/ 148 w 149"/>
                <a:gd name="T17" fmla="*/ 133 h 178"/>
                <a:gd name="T18" fmla="*/ 148 w 149"/>
                <a:gd name="T19" fmla="*/ 44 h 178"/>
                <a:gd name="T20" fmla="*/ 104 w 149"/>
                <a:gd name="T21" fmla="*/ 0 h 178"/>
                <a:gd name="T22" fmla="*/ 118 w 149"/>
                <a:gd name="T23" fmla="*/ 133 h 178"/>
                <a:gd name="T24" fmla="*/ 118 w 149"/>
                <a:gd name="T25" fmla="*/ 133 h 178"/>
                <a:gd name="T26" fmla="*/ 104 w 149"/>
                <a:gd name="T27" fmla="*/ 148 h 178"/>
                <a:gd name="T28" fmla="*/ 45 w 149"/>
                <a:gd name="T29" fmla="*/ 148 h 178"/>
                <a:gd name="T30" fmla="*/ 29 w 149"/>
                <a:gd name="T31" fmla="*/ 133 h 178"/>
                <a:gd name="T32" fmla="*/ 29 w 149"/>
                <a:gd name="T33" fmla="*/ 44 h 178"/>
                <a:gd name="T34" fmla="*/ 45 w 149"/>
                <a:gd name="T35" fmla="*/ 31 h 178"/>
                <a:gd name="T36" fmla="*/ 104 w 149"/>
                <a:gd name="T37" fmla="*/ 31 h 178"/>
                <a:gd name="T38" fmla="*/ 118 w 149"/>
                <a:gd name="T39" fmla="*/ 44 h 178"/>
                <a:gd name="T40" fmla="*/ 118 w 149"/>
                <a:gd name="T41" fmla="*/ 133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49" h="178">
                  <a:moveTo>
                    <a:pt x="104" y="0"/>
                  </a:moveTo>
                  <a:lnTo>
                    <a:pt x="104" y="0"/>
                  </a:lnTo>
                  <a:cubicBezTo>
                    <a:pt x="45" y="0"/>
                    <a:pt x="45" y="0"/>
                    <a:pt x="45" y="0"/>
                  </a:cubicBezTo>
                  <a:cubicBezTo>
                    <a:pt x="20" y="0"/>
                    <a:pt x="0" y="21"/>
                    <a:pt x="0" y="44"/>
                  </a:cubicBezTo>
                  <a:cubicBezTo>
                    <a:pt x="0" y="133"/>
                    <a:pt x="0" y="133"/>
                    <a:pt x="0" y="133"/>
                  </a:cubicBezTo>
                  <a:cubicBezTo>
                    <a:pt x="0" y="158"/>
                    <a:pt x="20" y="177"/>
                    <a:pt x="45" y="177"/>
                  </a:cubicBezTo>
                  <a:cubicBezTo>
                    <a:pt x="104" y="177"/>
                    <a:pt x="104" y="177"/>
                    <a:pt x="104" y="177"/>
                  </a:cubicBezTo>
                  <a:lnTo>
                    <a:pt x="104" y="177"/>
                  </a:lnTo>
                  <a:cubicBezTo>
                    <a:pt x="127" y="177"/>
                    <a:pt x="148" y="158"/>
                    <a:pt x="148" y="133"/>
                  </a:cubicBezTo>
                  <a:cubicBezTo>
                    <a:pt x="148" y="44"/>
                    <a:pt x="148" y="44"/>
                    <a:pt x="148" y="44"/>
                  </a:cubicBezTo>
                  <a:cubicBezTo>
                    <a:pt x="148" y="21"/>
                    <a:pt x="127" y="0"/>
                    <a:pt x="104" y="0"/>
                  </a:cubicBezTo>
                  <a:close/>
                  <a:moveTo>
                    <a:pt x="118" y="133"/>
                  </a:moveTo>
                  <a:lnTo>
                    <a:pt x="118" y="133"/>
                  </a:lnTo>
                  <a:cubicBezTo>
                    <a:pt x="118" y="141"/>
                    <a:pt x="112" y="148"/>
                    <a:pt x="104" y="148"/>
                  </a:cubicBezTo>
                  <a:cubicBezTo>
                    <a:pt x="45" y="148"/>
                    <a:pt x="45" y="148"/>
                    <a:pt x="45" y="148"/>
                  </a:cubicBezTo>
                  <a:cubicBezTo>
                    <a:pt x="36" y="148"/>
                    <a:pt x="29" y="141"/>
                    <a:pt x="29" y="133"/>
                  </a:cubicBezTo>
                  <a:cubicBezTo>
                    <a:pt x="29" y="44"/>
                    <a:pt x="29" y="44"/>
                    <a:pt x="29" y="44"/>
                  </a:cubicBezTo>
                  <a:cubicBezTo>
                    <a:pt x="29" y="36"/>
                    <a:pt x="36" y="31"/>
                    <a:pt x="45" y="31"/>
                  </a:cubicBezTo>
                  <a:cubicBezTo>
                    <a:pt x="104" y="31"/>
                    <a:pt x="104" y="31"/>
                    <a:pt x="104" y="31"/>
                  </a:cubicBezTo>
                  <a:cubicBezTo>
                    <a:pt x="112" y="31"/>
                    <a:pt x="118" y="36"/>
                    <a:pt x="118" y="44"/>
                  </a:cubicBezTo>
                  <a:lnTo>
                    <a:pt x="118"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09" name="Freeform 424">
            <a:extLst>
              <a:ext uri="{FF2B5EF4-FFF2-40B4-BE49-F238E27FC236}">
                <a16:creationId xmlns:a16="http://schemas.microsoft.com/office/drawing/2014/main" id="{69CD2E36-8233-F172-3B47-D1F744D687AD}"/>
              </a:ext>
            </a:extLst>
          </p:cNvPr>
          <p:cNvSpPr>
            <a:spLocks noChangeArrowheads="1"/>
          </p:cNvSpPr>
          <p:nvPr/>
        </p:nvSpPr>
        <p:spPr bwMode="auto">
          <a:xfrm>
            <a:off x="6852170" y="1430759"/>
            <a:ext cx="255588" cy="158750"/>
          </a:xfrm>
          <a:custGeom>
            <a:avLst/>
            <a:gdLst>
              <a:gd name="T0" fmla="*/ 15 w 708"/>
              <a:gd name="T1" fmla="*/ 384 h 443"/>
              <a:gd name="T2" fmla="*/ 133 w 708"/>
              <a:gd name="T3" fmla="*/ 442 h 443"/>
              <a:gd name="T4" fmla="*/ 398 w 708"/>
              <a:gd name="T5" fmla="*/ 384 h 443"/>
              <a:gd name="T6" fmla="*/ 503 w 708"/>
              <a:gd name="T7" fmla="*/ 384 h 443"/>
              <a:gd name="T8" fmla="*/ 646 w 708"/>
              <a:gd name="T9" fmla="*/ 384 h 443"/>
              <a:gd name="T10" fmla="*/ 703 w 708"/>
              <a:gd name="T11" fmla="*/ 380 h 443"/>
              <a:gd name="T12" fmla="*/ 707 w 708"/>
              <a:gd name="T13" fmla="*/ 280 h 443"/>
              <a:gd name="T14" fmla="*/ 586 w 708"/>
              <a:gd name="T15" fmla="*/ 207 h 443"/>
              <a:gd name="T16" fmla="*/ 532 w 708"/>
              <a:gd name="T17" fmla="*/ 112 h 443"/>
              <a:gd name="T18" fmla="*/ 486 w 708"/>
              <a:gd name="T19" fmla="*/ 88 h 443"/>
              <a:gd name="T20" fmla="*/ 413 w 708"/>
              <a:gd name="T21" fmla="*/ 44 h 443"/>
              <a:gd name="T22" fmla="*/ 44 w 708"/>
              <a:gd name="T23" fmla="*/ 0 h 443"/>
              <a:gd name="T24" fmla="*/ 0 w 708"/>
              <a:gd name="T25" fmla="*/ 369 h 443"/>
              <a:gd name="T26" fmla="*/ 15 w 708"/>
              <a:gd name="T27" fmla="*/ 384 h 443"/>
              <a:gd name="T28" fmla="*/ 133 w 708"/>
              <a:gd name="T29" fmla="*/ 413 h 443"/>
              <a:gd name="T30" fmla="*/ 88 w 708"/>
              <a:gd name="T31" fmla="*/ 369 h 443"/>
              <a:gd name="T32" fmla="*/ 133 w 708"/>
              <a:gd name="T33" fmla="*/ 324 h 443"/>
              <a:gd name="T34" fmla="*/ 133 w 708"/>
              <a:gd name="T35" fmla="*/ 413 h 443"/>
              <a:gd name="T36" fmla="*/ 575 w 708"/>
              <a:gd name="T37" fmla="*/ 413 h 443"/>
              <a:gd name="T38" fmla="*/ 530 w 708"/>
              <a:gd name="T39" fmla="*/ 369 h 443"/>
              <a:gd name="T40" fmla="*/ 575 w 708"/>
              <a:gd name="T41" fmla="*/ 324 h 443"/>
              <a:gd name="T42" fmla="*/ 575 w 708"/>
              <a:gd name="T43" fmla="*/ 413 h 443"/>
              <a:gd name="T44" fmla="*/ 664 w 708"/>
              <a:gd name="T45" fmla="*/ 248 h 443"/>
              <a:gd name="T46" fmla="*/ 678 w 708"/>
              <a:gd name="T47" fmla="*/ 353 h 443"/>
              <a:gd name="T48" fmla="*/ 575 w 708"/>
              <a:gd name="T49" fmla="*/ 295 h 443"/>
              <a:gd name="T50" fmla="*/ 413 w 708"/>
              <a:gd name="T51" fmla="*/ 353 h 443"/>
              <a:gd name="T52" fmla="*/ 634 w 708"/>
              <a:gd name="T53" fmla="*/ 236 h 443"/>
              <a:gd name="T54" fmla="*/ 413 w 708"/>
              <a:gd name="T55" fmla="*/ 119 h 443"/>
              <a:gd name="T56" fmla="*/ 486 w 708"/>
              <a:gd name="T57" fmla="*/ 119 h 443"/>
              <a:gd name="T58" fmla="*/ 521 w 708"/>
              <a:gd name="T59" fmla="*/ 145 h 443"/>
              <a:gd name="T60" fmla="*/ 554 w 708"/>
              <a:gd name="T61" fmla="*/ 207 h 443"/>
              <a:gd name="T62" fmla="*/ 413 w 708"/>
              <a:gd name="T63" fmla="*/ 119 h 443"/>
              <a:gd name="T64" fmla="*/ 29 w 708"/>
              <a:gd name="T65" fmla="*/ 44 h 443"/>
              <a:gd name="T66" fmla="*/ 44 w 708"/>
              <a:gd name="T67" fmla="*/ 30 h 443"/>
              <a:gd name="T68" fmla="*/ 379 w 708"/>
              <a:gd name="T69" fmla="*/ 34 h 443"/>
              <a:gd name="T70" fmla="*/ 383 w 708"/>
              <a:gd name="T71" fmla="*/ 103 h 443"/>
              <a:gd name="T72" fmla="*/ 383 w 708"/>
              <a:gd name="T73" fmla="*/ 353 h 443"/>
              <a:gd name="T74" fmla="*/ 133 w 708"/>
              <a:gd name="T75" fmla="*/ 295 h 443"/>
              <a:gd name="T76" fmla="*/ 29 w 708"/>
              <a:gd name="T77" fmla="*/ 353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8" h="443">
                <a:moveTo>
                  <a:pt x="15" y="384"/>
                </a:moveTo>
                <a:lnTo>
                  <a:pt x="15" y="384"/>
                </a:lnTo>
                <a:cubicBezTo>
                  <a:pt x="61" y="384"/>
                  <a:pt x="61" y="384"/>
                  <a:pt x="61" y="384"/>
                </a:cubicBezTo>
                <a:cubicBezTo>
                  <a:pt x="68" y="417"/>
                  <a:pt x="97" y="442"/>
                  <a:pt x="133" y="442"/>
                </a:cubicBezTo>
                <a:cubicBezTo>
                  <a:pt x="169" y="442"/>
                  <a:pt x="198" y="417"/>
                  <a:pt x="205" y="384"/>
                </a:cubicBezTo>
                <a:cubicBezTo>
                  <a:pt x="398" y="384"/>
                  <a:pt x="398" y="384"/>
                  <a:pt x="398" y="384"/>
                </a:cubicBezTo>
                <a:lnTo>
                  <a:pt x="398" y="384"/>
                </a:lnTo>
                <a:cubicBezTo>
                  <a:pt x="503" y="384"/>
                  <a:pt x="503" y="384"/>
                  <a:pt x="503" y="384"/>
                </a:cubicBezTo>
                <a:cubicBezTo>
                  <a:pt x="510" y="417"/>
                  <a:pt x="539" y="442"/>
                  <a:pt x="575" y="442"/>
                </a:cubicBezTo>
                <a:cubicBezTo>
                  <a:pt x="611" y="442"/>
                  <a:pt x="640" y="417"/>
                  <a:pt x="646" y="384"/>
                </a:cubicBezTo>
                <a:cubicBezTo>
                  <a:pt x="692" y="384"/>
                  <a:pt x="692" y="384"/>
                  <a:pt x="692" y="384"/>
                </a:cubicBezTo>
                <a:cubicBezTo>
                  <a:pt x="696" y="384"/>
                  <a:pt x="700" y="383"/>
                  <a:pt x="703" y="380"/>
                </a:cubicBezTo>
                <a:cubicBezTo>
                  <a:pt x="706" y="377"/>
                  <a:pt x="707" y="373"/>
                  <a:pt x="707" y="369"/>
                </a:cubicBezTo>
                <a:cubicBezTo>
                  <a:pt x="707" y="280"/>
                  <a:pt x="707" y="280"/>
                  <a:pt x="707" y="280"/>
                </a:cubicBezTo>
                <a:cubicBezTo>
                  <a:pt x="707" y="240"/>
                  <a:pt x="674" y="207"/>
                  <a:pt x="634" y="207"/>
                </a:cubicBezTo>
                <a:cubicBezTo>
                  <a:pt x="586" y="207"/>
                  <a:pt x="586" y="207"/>
                  <a:pt x="586" y="207"/>
                </a:cubicBezTo>
                <a:cubicBezTo>
                  <a:pt x="580" y="195"/>
                  <a:pt x="573" y="175"/>
                  <a:pt x="562" y="156"/>
                </a:cubicBezTo>
                <a:cubicBezTo>
                  <a:pt x="554" y="139"/>
                  <a:pt x="543" y="124"/>
                  <a:pt x="532" y="112"/>
                </a:cubicBezTo>
                <a:cubicBezTo>
                  <a:pt x="525" y="105"/>
                  <a:pt x="519" y="99"/>
                  <a:pt x="511" y="95"/>
                </a:cubicBezTo>
                <a:cubicBezTo>
                  <a:pt x="504" y="91"/>
                  <a:pt x="496" y="88"/>
                  <a:pt x="486" y="88"/>
                </a:cubicBezTo>
                <a:cubicBezTo>
                  <a:pt x="413" y="88"/>
                  <a:pt x="413" y="88"/>
                  <a:pt x="413" y="88"/>
                </a:cubicBezTo>
                <a:cubicBezTo>
                  <a:pt x="413" y="44"/>
                  <a:pt x="413" y="44"/>
                  <a:pt x="413" y="44"/>
                </a:cubicBezTo>
                <a:cubicBezTo>
                  <a:pt x="413" y="21"/>
                  <a:pt x="392" y="0"/>
                  <a:pt x="369" y="0"/>
                </a:cubicBezTo>
                <a:cubicBezTo>
                  <a:pt x="44" y="0"/>
                  <a:pt x="44" y="0"/>
                  <a:pt x="44" y="0"/>
                </a:cubicBezTo>
                <a:cubicBezTo>
                  <a:pt x="19" y="0"/>
                  <a:pt x="0" y="21"/>
                  <a:pt x="0" y="44"/>
                </a:cubicBezTo>
                <a:cubicBezTo>
                  <a:pt x="0" y="369"/>
                  <a:pt x="0" y="369"/>
                  <a:pt x="0" y="369"/>
                </a:cubicBezTo>
                <a:cubicBezTo>
                  <a:pt x="0" y="373"/>
                  <a:pt x="1" y="377"/>
                  <a:pt x="4" y="380"/>
                </a:cubicBezTo>
                <a:cubicBezTo>
                  <a:pt x="7" y="383"/>
                  <a:pt x="11" y="384"/>
                  <a:pt x="15" y="384"/>
                </a:cubicBezTo>
                <a:close/>
                <a:moveTo>
                  <a:pt x="133" y="413"/>
                </a:moveTo>
                <a:lnTo>
                  <a:pt x="133" y="413"/>
                </a:lnTo>
                <a:cubicBezTo>
                  <a:pt x="108" y="413"/>
                  <a:pt x="88" y="394"/>
                  <a:pt x="88" y="369"/>
                </a:cubicBezTo>
                <a:lnTo>
                  <a:pt x="88" y="369"/>
                </a:lnTo>
                <a:lnTo>
                  <a:pt x="88" y="369"/>
                </a:lnTo>
                <a:cubicBezTo>
                  <a:pt x="88" y="344"/>
                  <a:pt x="108" y="324"/>
                  <a:pt x="133" y="324"/>
                </a:cubicBezTo>
                <a:cubicBezTo>
                  <a:pt x="158" y="324"/>
                  <a:pt x="177" y="344"/>
                  <a:pt x="177" y="369"/>
                </a:cubicBezTo>
                <a:cubicBezTo>
                  <a:pt x="177" y="394"/>
                  <a:pt x="158" y="413"/>
                  <a:pt x="133" y="413"/>
                </a:cubicBezTo>
                <a:close/>
                <a:moveTo>
                  <a:pt x="575" y="413"/>
                </a:moveTo>
                <a:lnTo>
                  <a:pt x="575" y="413"/>
                </a:lnTo>
                <a:cubicBezTo>
                  <a:pt x="550" y="413"/>
                  <a:pt x="530" y="394"/>
                  <a:pt x="530" y="369"/>
                </a:cubicBezTo>
                <a:lnTo>
                  <a:pt x="530" y="369"/>
                </a:lnTo>
                <a:lnTo>
                  <a:pt x="530" y="369"/>
                </a:lnTo>
                <a:cubicBezTo>
                  <a:pt x="530" y="344"/>
                  <a:pt x="550" y="324"/>
                  <a:pt x="575" y="324"/>
                </a:cubicBezTo>
                <a:cubicBezTo>
                  <a:pt x="600" y="324"/>
                  <a:pt x="619" y="344"/>
                  <a:pt x="619" y="369"/>
                </a:cubicBezTo>
                <a:cubicBezTo>
                  <a:pt x="619" y="394"/>
                  <a:pt x="600" y="413"/>
                  <a:pt x="575" y="413"/>
                </a:cubicBezTo>
                <a:close/>
                <a:moveTo>
                  <a:pt x="664" y="248"/>
                </a:moveTo>
                <a:lnTo>
                  <a:pt x="664" y="248"/>
                </a:lnTo>
                <a:cubicBezTo>
                  <a:pt x="673" y="257"/>
                  <a:pt x="678" y="268"/>
                  <a:pt x="678" y="280"/>
                </a:cubicBezTo>
                <a:cubicBezTo>
                  <a:pt x="678" y="353"/>
                  <a:pt x="678" y="353"/>
                  <a:pt x="678" y="353"/>
                </a:cubicBezTo>
                <a:cubicBezTo>
                  <a:pt x="646" y="353"/>
                  <a:pt x="646" y="353"/>
                  <a:pt x="646" y="353"/>
                </a:cubicBezTo>
                <a:cubicBezTo>
                  <a:pt x="640" y="320"/>
                  <a:pt x="611" y="295"/>
                  <a:pt x="575" y="295"/>
                </a:cubicBezTo>
                <a:cubicBezTo>
                  <a:pt x="539" y="295"/>
                  <a:pt x="510" y="320"/>
                  <a:pt x="503" y="353"/>
                </a:cubicBezTo>
                <a:cubicBezTo>
                  <a:pt x="413" y="353"/>
                  <a:pt x="413" y="353"/>
                  <a:pt x="413" y="353"/>
                </a:cubicBezTo>
                <a:cubicBezTo>
                  <a:pt x="413" y="236"/>
                  <a:pt x="413" y="236"/>
                  <a:pt x="413" y="236"/>
                </a:cubicBezTo>
                <a:cubicBezTo>
                  <a:pt x="634" y="236"/>
                  <a:pt x="634" y="236"/>
                  <a:pt x="634" y="236"/>
                </a:cubicBezTo>
                <a:cubicBezTo>
                  <a:pt x="646" y="236"/>
                  <a:pt x="656" y="242"/>
                  <a:pt x="664" y="248"/>
                </a:cubicBezTo>
                <a:close/>
                <a:moveTo>
                  <a:pt x="413" y="119"/>
                </a:moveTo>
                <a:lnTo>
                  <a:pt x="413" y="119"/>
                </a:lnTo>
                <a:cubicBezTo>
                  <a:pt x="486" y="119"/>
                  <a:pt x="486" y="119"/>
                  <a:pt x="486" y="119"/>
                </a:cubicBezTo>
                <a:cubicBezTo>
                  <a:pt x="489" y="119"/>
                  <a:pt x="493" y="119"/>
                  <a:pt x="497" y="121"/>
                </a:cubicBezTo>
                <a:cubicBezTo>
                  <a:pt x="504" y="126"/>
                  <a:pt x="512" y="134"/>
                  <a:pt x="521" y="145"/>
                </a:cubicBezTo>
                <a:cubicBezTo>
                  <a:pt x="532" y="160"/>
                  <a:pt x="543" y="181"/>
                  <a:pt x="550" y="197"/>
                </a:cubicBezTo>
                <a:cubicBezTo>
                  <a:pt x="551" y="202"/>
                  <a:pt x="553" y="204"/>
                  <a:pt x="554" y="207"/>
                </a:cubicBezTo>
                <a:cubicBezTo>
                  <a:pt x="413" y="207"/>
                  <a:pt x="413" y="207"/>
                  <a:pt x="413" y="207"/>
                </a:cubicBezTo>
                <a:lnTo>
                  <a:pt x="413" y="119"/>
                </a:lnTo>
                <a:close/>
                <a:moveTo>
                  <a:pt x="29" y="44"/>
                </a:moveTo>
                <a:lnTo>
                  <a:pt x="29" y="44"/>
                </a:lnTo>
                <a:cubicBezTo>
                  <a:pt x="29" y="40"/>
                  <a:pt x="32" y="37"/>
                  <a:pt x="35" y="34"/>
                </a:cubicBezTo>
                <a:cubicBezTo>
                  <a:pt x="37" y="32"/>
                  <a:pt x="40" y="30"/>
                  <a:pt x="44" y="30"/>
                </a:cubicBezTo>
                <a:cubicBezTo>
                  <a:pt x="369" y="30"/>
                  <a:pt x="369" y="30"/>
                  <a:pt x="369" y="30"/>
                </a:cubicBezTo>
                <a:cubicBezTo>
                  <a:pt x="373" y="30"/>
                  <a:pt x="376" y="32"/>
                  <a:pt x="379" y="34"/>
                </a:cubicBezTo>
                <a:cubicBezTo>
                  <a:pt x="381" y="37"/>
                  <a:pt x="383" y="40"/>
                  <a:pt x="383" y="44"/>
                </a:cubicBezTo>
                <a:cubicBezTo>
                  <a:pt x="383" y="103"/>
                  <a:pt x="383" y="103"/>
                  <a:pt x="383" y="103"/>
                </a:cubicBezTo>
                <a:cubicBezTo>
                  <a:pt x="383" y="221"/>
                  <a:pt x="383" y="221"/>
                  <a:pt x="383" y="221"/>
                </a:cubicBezTo>
                <a:cubicBezTo>
                  <a:pt x="383" y="353"/>
                  <a:pt x="383" y="353"/>
                  <a:pt x="383" y="353"/>
                </a:cubicBezTo>
                <a:cubicBezTo>
                  <a:pt x="205" y="353"/>
                  <a:pt x="205" y="353"/>
                  <a:pt x="205" y="353"/>
                </a:cubicBezTo>
                <a:cubicBezTo>
                  <a:pt x="198" y="320"/>
                  <a:pt x="169" y="295"/>
                  <a:pt x="133" y="295"/>
                </a:cubicBezTo>
                <a:cubicBezTo>
                  <a:pt x="97" y="295"/>
                  <a:pt x="68" y="320"/>
                  <a:pt x="61" y="353"/>
                </a:cubicBezTo>
                <a:cubicBezTo>
                  <a:pt x="29" y="353"/>
                  <a:pt x="29" y="353"/>
                  <a:pt x="29" y="353"/>
                </a:cubicBezTo>
                <a:lnTo>
                  <a:pt x="29" y="44"/>
                </a:lnTo>
                <a:close/>
              </a:path>
            </a:pathLst>
          </a:custGeom>
          <a:solidFill>
            <a:schemeClr val="accent4"/>
          </a:solidFill>
          <a:ln>
            <a:noFill/>
          </a:ln>
          <a:effectLst/>
        </p:spPr>
        <p:txBody>
          <a:bodyPr wrap="none" anchor="ctr"/>
          <a:lstStyle/>
          <a:p>
            <a:endParaRPr lang="da-DK">
              <a:solidFill>
                <a:schemeClr val="tx2"/>
              </a:solidFill>
            </a:endParaRPr>
          </a:p>
        </p:txBody>
      </p:sp>
      <p:sp>
        <p:nvSpPr>
          <p:cNvPr id="510" name="Freeform 425">
            <a:extLst>
              <a:ext uri="{FF2B5EF4-FFF2-40B4-BE49-F238E27FC236}">
                <a16:creationId xmlns:a16="http://schemas.microsoft.com/office/drawing/2014/main" id="{AC24AC9A-EB35-C488-D06C-7D17673CC02B}"/>
              </a:ext>
            </a:extLst>
          </p:cNvPr>
          <p:cNvSpPr>
            <a:spLocks noChangeArrowheads="1"/>
          </p:cNvSpPr>
          <p:nvPr/>
        </p:nvSpPr>
        <p:spPr bwMode="auto">
          <a:xfrm>
            <a:off x="4810645" y="2896815"/>
            <a:ext cx="255588" cy="228600"/>
          </a:xfrm>
          <a:custGeom>
            <a:avLst/>
            <a:gdLst>
              <a:gd name="T0" fmla="*/ 236 w 708"/>
              <a:gd name="T1" fmla="*/ 406 h 634"/>
              <a:gd name="T2" fmla="*/ 236 w 708"/>
              <a:gd name="T3" fmla="*/ 406 h 634"/>
              <a:gd name="T4" fmla="*/ 278 w 708"/>
              <a:gd name="T5" fmla="*/ 406 h 634"/>
              <a:gd name="T6" fmla="*/ 651 w 708"/>
              <a:gd name="T7" fmla="*/ 541 h 634"/>
              <a:gd name="T8" fmla="*/ 652 w 708"/>
              <a:gd name="T9" fmla="*/ 543 h 634"/>
              <a:gd name="T10" fmla="*/ 663 w 708"/>
              <a:gd name="T11" fmla="*/ 544 h 634"/>
              <a:gd name="T12" fmla="*/ 695 w 708"/>
              <a:gd name="T13" fmla="*/ 532 h 634"/>
              <a:gd name="T14" fmla="*/ 707 w 708"/>
              <a:gd name="T15" fmla="*/ 500 h 634"/>
              <a:gd name="T16" fmla="*/ 707 w 708"/>
              <a:gd name="T17" fmla="*/ 44 h 634"/>
              <a:gd name="T18" fmla="*/ 695 w 708"/>
              <a:gd name="T19" fmla="*/ 12 h 634"/>
              <a:gd name="T20" fmla="*/ 663 w 708"/>
              <a:gd name="T21" fmla="*/ 0 h 634"/>
              <a:gd name="T22" fmla="*/ 654 w 708"/>
              <a:gd name="T23" fmla="*/ 1 h 634"/>
              <a:gd name="T24" fmla="*/ 654 w 708"/>
              <a:gd name="T25" fmla="*/ 1 h 634"/>
              <a:gd name="T26" fmla="*/ 278 w 708"/>
              <a:gd name="T27" fmla="*/ 111 h 634"/>
              <a:gd name="T28" fmla="*/ 104 w 708"/>
              <a:gd name="T29" fmla="*/ 111 h 634"/>
              <a:gd name="T30" fmla="*/ 0 w 708"/>
              <a:gd name="T31" fmla="*/ 214 h 634"/>
              <a:gd name="T32" fmla="*/ 0 w 708"/>
              <a:gd name="T33" fmla="*/ 302 h 634"/>
              <a:gd name="T34" fmla="*/ 89 w 708"/>
              <a:gd name="T35" fmla="*/ 405 h 634"/>
              <a:gd name="T36" fmla="*/ 89 w 708"/>
              <a:gd name="T37" fmla="*/ 575 h 634"/>
              <a:gd name="T38" fmla="*/ 122 w 708"/>
              <a:gd name="T39" fmla="*/ 617 h 634"/>
              <a:gd name="T40" fmla="*/ 181 w 708"/>
              <a:gd name="T41" fmla="*/ 631 h 634"/>
              <a:gd name="T42" fmla="*/ 185 w 708"/>
              <a:gd name="T43" fmla="*/ 617 h 634"/>
              <a:gd name="T44" fmla="*/ 181 w 708"/>
              <a:gd name="T45" fmla="*/ 631 h 634"/>
              <a:gd name="T46" fmla="*/ 192 w 708"/>
              <a:gd name="T47" fmla="*/ 633 h 634"/>
              <a:gd name="T48" fmla="*/ 223 w 708"/>
              <a:gd name="T49" fmla="*/ 620 h 634"/>
              <a:gd name="T50" fmla="*/ 236 w 708"/>
              <a:gd name="T51" fmla="*/ 588 h 634"/>
              <a:gd name="T52" fmla="*/ 236 w 708"/>
              <a:gd name="T53" fmla="*/ 406 h 634"/>
              <a:gd name="T54" fmla="*/ 660 w 708"/>
              <a:gd name="T55" fmla="*/ 29 h 634"/>
              <a:gd name="T56" fmla="*/ 660 w 708"/>
              <a:gd name="T57" fmla="*/ 29 h 634"/>
              <a:gd name="T58" fmla="*/ 663 w 708"/>
              <a:gd name="T59" fmla="*/ 29 h 634"/>
              <a:gd name="T60" fmla="*/ 674 w 708"/>
              <a:gd name="T61" fmla="*/ 33 h 634"/>
              <a:gd name="T62" fmla="*/ 678 w 708"/>
              <a:gd name="T63" fmla="*/ 44 h 634"/>
              <a:gd name="T64" fmla="*/ 678 w 708"/>
              <a:gd name="T65" fmla="*/ 500 h 634"/>
              <a:gd name="T66" fmla="*/ 674 w 708"/>
              <a:gd name="T67" fmla="*/ 510 h 634"/>
              <a:gd name="T68" fmla="*/ 663 w 708"/>
              <a:gd name="T69" fmla="*/ 514 h 634"/>
              <a:gd name="T70" fmla="*/ 660 w 708"/>
              <a:gd name="T71" fmla="*/ 514 h 634"/>
              <a:gd name="T72" fmla="*/ 294 w 708"/>
              <a:gd name="T73" fmla="*/ 380 h 634"/>
              <a:gd name="T74" fmla="*/ 294 w 708"/>
              <a:gd name="T75" fmla="*/ 137 h 634"/>
              <a:gd name="T76" fmla="*/ 660 w 708"/>
              <a:gd name="T77" fmla="*/ 29 h 634"/>
              <a:gd name="T78" fmla="*/ 29 w 708"/>
              <a:gd name="T79" fmla="*/ 302 h 634"/>
              <a:gd name="T80" fmla="*/ 29 w 708"/>
              <a:gd name="T81" fmla="*/ 302 h 634"/>
              <a:gd name="T82" fmla="*/ 29 w 708"/>
              <a:gd name="T83" fmla="*/ 214 h 634"/>
              <a:gd name="T84" fmla="*/ 51 w 708"/>
              <a:gd name="T85" fmla="*/ 162 h 634"/>
              <a:gd name="T86" fmla="*/ 104 w 708"/>
              <a:gd name="T87" fmla="*/ 141 h 634"/>
              <a:gd name="T88" fmla="*/ 265 w 708"/>
              <a:gd name="T89" fmla="*/ 141 h 634"/>
              <a:gd name="T90" fmla="*/ 265 w 708"/>
              <a:gd name="T91" fmla="*/ 376 h 634"/>
              <a:gd name="T92" fmla="*/ 104 w 708"/>
              <a:gd name="T93" fmla="*/ 376 h 634"/>
              <a:gd name="T94" fmla="*/ 51 w 708"/>
              <a:gd name="T95" fmla="*/ 355 h 634"/>
              <a:gd name="T96" fmla="*/ 29 w 708"/>
              <a:gd name="T97" fmla="*/ 302 h 634"/>
              <a:gd name="T98" fmla="*/ 206 w 708"/>
              <a:gd name="T99" fmla="*/ 588 h 634"/>
              <a:gd name="T100" fmla="*/ 206 w 708"/>
              <a:gd name="T101" fmla="*/ 588 h 634"/>
              <a:gd name="T102" fmla="*/ 202 w 708"/>
              <a:gd name="T103" fmla="*/ 599 h 634"/>
              <a:gd name="T104" fmla="*/ 192 w 708"/>
              <a:gd name="T105" fmla="*/ 604 h 634"/>
              <a:gd name="T106" fmla="*/ 188 w 708"/>
              <a:gd name="T107" fmla="*/ 604 h 634"/>
              <a:gd name="T108" fmla="*/ 188 w 708"/>
              <a:gd name="T109" fmla="*/ 604 h 634"/>
              <a:gd name="T110" fmla="*/ 130 w 708"/>
              <a:gd name="T111" fmla="*/ 588 h 634"/>
              <a:gd name="T112" fmla="*/ 118 w 708"/>
              <a:gd name="T113" fmla="*/ 575 h 634"/>
              <a:gd name="T114" fmla="*/ 118 w 708"/>
              <a:gd name="T115" fmla="*/ 406 h 634"/>
              <a:gd name="T116" fmla="*/ 206 w 708"/>
              <a:gd name="T117" fmla="*/ 406 h 634"/>
              <a:gd name="T118" fmla="*/ 206 w 708"/>
              <a:gd name="T119" fmla="*/ 588 h 6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8" h="634">
                <a:moveTo>
                  <a:pt x="236" y="406"/>
                </a:moveTo>
                <a:lnTo>
                  <a:pt x="236" y="406"/>
                </a:lnTo>
                <a:cubicBezTo>
                  <a:pt x="278" y="406"/>
                  <a:pt x="278" y="406"/>
                  <a:pt x="278" y="406"/>
                </a:cubicBezTo>
                <a:cubicBezTo>
                  <a:pt x="651" y="541"/>
                  <a:pt x="651" y="541"/>
                  <a:pt x="651" y="541"/>
                </a:cubicBezTo>
                <a:cubicBezTo>
                  <a:pt x="652" y="543"/>
                  <a:pt x="652" y="543"/>
                  <a:pt x="652" y="543"/>
                </a:cubicBezTo>
                <a:cubicBezTo>
                  <a:pt x="656" y="543"/>
                  <a:pt x="659" y="544"/>
                  <a:pt x="663" y="544"/>
                </a:cubicBezTo>
                <a:cubicBezTo>
                  <a:pt x="676" y="544"/>
                  <a:pt x="687" y="539"/>
                  <a:pt x="695" y="532"/>
                </a:cubicBezTo>
                <a:cubicBezTo>
                  <a:pt x="702" y="523"/>
                  <a:pt x="707" y="512"/>
                  <a:pt x="707" y="500"/>
                </a:cubicBezTo>
                <a:cubicBezTo>
                  <a:pt x="707" y="44"/>
                  <a:pt x="707" y="44"/>
                  <a:pt x="707" y="44"/>
                </a:cubicBezTo>
                <a:cubicBezTo>
                  <a:pt x="707" y="32"/>
                  <a:pt x="702" y="21"/>
                  <a:pt x="695" y="12"/>
                </a:cubicBezTo>
                <a:cubicBezTo>
                  <a:pt x="687" y="4"/>
                  <a:pt x="676" y="0"/>
                  <a:pt x="663" y="0"/>
                </a:cubicBezTo>
                <a:cubicBezTo>
                  <a:pt x="660" y="0"/>
                  <a:pt x="658" y="0"/>
                  <a:pt x="654" y="1"/>
                </a:cubicBezTo>
                <a:lnTo>
                  <a:pt x="654" y="1"/>
                </a:lnTo>
                <a:cubicBezTo>
                  <a:pt x="278" y="111"/>
                  <a:pt x="278" y="111"/>
                  <a:pt x="278" y="111"/>
                </a:cubicBezTo>
                <a:cubicBezTo>
                  <a:pt x="104" y="111"/>
                  <a:pt x="104" y="111"/>
                  <a:pt x="104" y="111"/>
                </a:cubicBezTo>
                <a:cubicBezTo>
                  <a:pt x="47" y="111"/>
                  <a:pt x="0" y="157"/>
                  <a:pt x="0" y="214"/>
                </a:cubicBezTo>
                <a:cubicBezTo>
                  <a:pt x="0" y="302"/>
                  <a:pt x="0" y="302"/>
                  <a:pt x="0" y="302"/>
                </a:cubicBezTo>
                <a:cubicBezTo>
                  <a:pt x="0" y="354"/>
                  <a:pt x="39" y="396"/>
                  <a:pt x="89" y="405"/>
                </a:cubicBezTo>
                <a:cubicBezTo>
                  <a:pt x="89" y="575"/>
                  <a:pt x="89" y="575"/>
                  <a:pt x="89" y="575"/>
                </a:cubicBezTo>
                <a:cubicBezTo>
                  <a:pt x="89" y="594"/>
                  <a:pt x="102" y="612"/>
                  <a:pt x="122" y="617"/>
                </a:cubicBezTo>
                <a:cubicBezTo>
                  <a:pt x="181" y="631"/>
                  <a:pt x="181" y="631"/>
                  <a:pt x="181" y="631"/>
                </a:cubicBezTo>
                <a:cubicBezTo>
                  <a:pt x="185" y="617"/>
                  <a:pt x="185" y="617"/>
                  <a:pt x="185" y="617"/>
                </a:cubicBezTo>
                <a:cubicBezTo>
                  <a:pt x="181" y="631"/>
                  <a:pt x="181" y="631"/>
                  <a:pt x="181" y="631"/>
                </a:cubicBezTo>
                <a:cubicBezTo>
                  <a:pt x="185" y="633"/>
                  <a:pt x="188" y="633"/>
                  <a:pt x="192" y="633"/>
                </a:cubicBezTo>
                <a:cubicBezTo>
                  <a:pt x="203" y="633"/>
                  <a:pt x="214" y="628"/>
                  <a:pt x="223" y="620"/>
                </a:cubicBezTo>
                <a:cubicBezTo>
                  <a:pt x="231" y="612"/>
                  <a:pt x="236" y="601"/>
                  <a:pt x="236" y="588"/>
                </a:cubicBezTo>
                <a:lnTo>
                  <a:pt x="236" y="406"/>
                </a:lnTo>
                <a:close/>
                <a:moveTo>
                  <a:pt x="660" y="29"/>
                </a:moveTo>
                <a:lnTo>
                  <a:pt x="660" y="29"/>
                </a:lnTo>
                <a:cubicBezTo>
                  <a:pt x="663" y="29"/>
                  <a:pt x="663" y="29"/>
                  <a:pt x="663" y="29"/>
                </a:cubicBezTo>
                <a:cubicBezTo>
                  <a:pt x="667" y="29"/>
                  <a:pt x="671" y="30"/>
                  <a:pt x="674" y="33"/>
                </a:cubicBezTo>
                <a:cubicBezTo>
                  <a:pt x="677" y="36"/>
                  <a:pt x="678" y="40"/>
                  <a:pt x="678" y="44"/>
                </a:cubicBezTo>
                <a:cubicBezTo>
                  <a:pt x="678" y="500"/>
                  <a:pt x="678" y="500"/>
                  <a:pt x="678" y="500"/>
                </a:cubicBezTo>
                <a:cubicBezTo>
                  <a:pt x="678" y="504"/>
                  <a:pt x="677" y="507"/>
                  <a:pt x="674" y="510"/>
                </a:cubicBezTo>
                <a:cubicBezTo>
                  <a:pt x="671" y="512"/>
                  <a:pt x="667" y="514"/>
                  <a:pt x="663" y="514"/>
                </a:cubicBezTo>
                <a:cubicBezTo>
                  <a:pt x="662" y="514"/>
                  <a:pt x="660" y="514"/>
                  <a:pt x="660" y="514"/>
                </a:cubicBezTo>
                <a:cubicBezTo>
                  <a:pt x="294" y="380"/>
                  <a:pt x="294" y="380"/>
                  <a:pt x="294" y="380"/>
                </a:cubicBezTo>
                <a:cubicBezTo>
                  <a:pt x="294" y="137"/>
                  <a:pt x="294" y="137"/>
                  <a:pt x="294" y="137"/>
                </a:cubicBezTo>
                <a:lnTo>
                  <a:pt x="660" y="29"/>
                </a:lnTo>
                <a:close/>
                <a:moveTo>
                  <a:pt x="29" y="302"/>
                </a:moveTo>
                <a:lnTo>
                  <a:pt x="29" y="302"/>
                </a:lnTo>
                <a:cubicBezTo>
                  <a:pt x="29" y="214"/>
                  <a:pt x="29" y="214"/>
                  <a:pt x="29" y="214"/>
                </a:cubicBezTo>
                <a:cubicBezTo>
                  <a:pt x="29" y="193"/>
                  <a:pt x="37" y="175"/>
                  <a:pt x="51" y="162"/>
                </a:cubicBezTo>
                <a:cubicBezTo>
                  <a:pt x="65" y="148"/>
                  <a:pt x="83" y="141"/>
                  <a:pt x="104" y="141"/>
                </a:cubicBezTo>
                <a:cubicBezTo>
                  <a:pt x="265" y="141"/>
                  <a:pt x="265" y="141"/>
                  <a:pt x="265" y="141"/>
                </a:cubicBezTo>
                <a:cubicBezTo>
                  <a:pt x="265" y="376"/>
                  <a:pt x="265" y="376"/>
                  <a:pt x="265" y="376"/>
                </a:cubicBezTo>
                <a:cubicBezTo>
                  <a:pt x="104" y="376"/>
                  <a:pt x="104" y="376"/>
                  <a:pt x="104" y="376"/>
                </a:cubicBezTo>
                <a:cubicBezTo>
                  <a:pt x="83" y="376"/>
                  <a:pt x="65" y="367"/>
                  <a:pt x="51" y="355"/>
                </a:cubicBezTo>
                <a:cubicBezTo>
                  <a:pt x="37" y="341"/>
                  <a:pt x="29" y="323"/>
                  <a:pt x="29" y="302"/>
                </a:cubicBezTo>
                <a:close/>
                <a:moveTo>
                  <a:pt x="206" y="588"/>
                </a:moveTo>
                <a:lnTo>
                  <a:pt x="206" y="588"/>
                </a:lnTo>
                <a:cubicBezTo>
                  <a:pt x="206" y="593"/>
                  <a:pt x="205" y="597"/>
                  <a:pt x="202" y="599"/>
                </a:cubicBezTo>
                <a:cubicBezTo>
                  <a:pt x="199" y="602"/>
                  <a:pt x="196" y="604"/>
                  <a:pt x="192" y="604"/>
                </a:cubicBezTo>
                <a:cubicBezTo>
                  <a:pt x="188" y="604"/>
                  <a:pt x="188" y="604"/>
                  <a:pt x="188" y="604"/>
                </a:cubicBezTo>
                <a:lnTo>
                  <a:pt x="188" y="604"/>
                </a:lnTo>
                <a:cubicBezTo>
                  <a:pt x="130" y="588"/>
                  <a:pt x="130" y="588"/>
                  <a:pt x="130" y="588"/>
                </a:cubicBezTo>
                <a:cubicBezTo>
                  <a:pt x="123" y="587"/>
                  <a:pt x="118" y="580"/>
                  <a:pt x="118" y="575"/>
                </a:cubicBezTo>
                <a:cubicBezTo>
                  <a:pt x="118" y="406"/>
                  <a:pt x="118" y="406"/>
                  <a:pt x="118" y="406"/>
                </a:cubicBezTo>
                <a:cubicBezTo>
                  <a:pt x="206" y="406"/>
                  <a:pt x="206" y="406"/>
                  <a:pt x="206" y="406"/>
                </a:cubicBezTo>
                <a:lnTo>
                  <a:pt x="206" y="588"/>
                </a:lnTo>
                <a:close/>
              </a:path>
            </a:pathLst>
          </a:custGeom>
          <a:solidFill>
            <a:schemeClr val="accent4"/>
          </a:solidFill>
          <a:ln>
            <a:noFill/>
          </a:ln>
          <a:effectLst/>
        </p:spPr>
        <p:txBody>
          <a:bodyPr wrap="none" anchor="ctr"/>
          <a:lstStyle/>
          <a:p>
            <a:endParaRPr lang="da-DK">
              <a:solidFill>
                <a:schemeClr val="tx2"/>
              </a:solidFill>
            </a:endParaRPr>
          </a:p>
        </p:txBody>
      </p:sp>
      <p:sp>
        <p:nvSpPr>
          <p:cNvPr id="511" name="Freeform 426">
            <a:extLst>
              <a:ext uri="{FF2B5EF4-FFF2-40B4-BE49-F238E27FC236}">
                <a16:creationId xmlns:a16="http://schemas.microsoft.com/office/drawing/2014/main" id="{F21532F7-014F-8F02-180C-308DB78B721E}"/>
              </a:ext>
            </a:extLst>
          </p:cNvPr>
          <p:cNvSpPr>
            <a:spLocks noChangeArrowheads="1"/>
          </p:cNvSpPr>
          <p:nvPr/>
        </p:nvSpPr>
        <p:spPr bwMode="auto">
          <a:xfrm>
            <a:off x="6340995" y="1926060"/>
            <a:ext cx="255588" cy="180975"/>
          </a:xfrm>
          <a:custGeom>
            <a:avLst/>
            <a:gdLst>
              <a:gd name="T0" fmla="*/ 384 w 710"/>
              <a:gd name="T1" fmla="*/ 351 h 503"/>
              <a:gd name="T2" fmla="*/ 384 w 710"/>
              <a:gd name="T3" fmla="*/ 351 h 503"/>
              <a:gd name="T4" fmla="*/ 384 w 710"/>
              <a:gd name="T5" fmla="*/ 487 h 503"/>
              <a:gd name="T6" fmla="*/ 393 w 710"/>
              <a:gd name="T7" fmla="*/ 500 h 503"/>
              <a:gd name="T8" fmla="*/ 409 w 710"/>
              <a:gd name="T9" fmla="*/ 498 h 503"/>
              <a:gd name="T10" fmla="*/ 703 w 710"/>
              <a:gd name="T11" fmla="*/ 262 h 503"/>
              <a:gd name="T12" fmla="*/ 709 w 710"/>
              <a:gd name="T13" fmla="*/ 251 h 503"/>
              <a:gd name="T14" fmla="*/ 703 w 710"/>
              <a:gd name="T15" fmla="*/ 240 h 503"/>
              <a:gd name="T16" fmla="*/ 409 w 710"/>
              <a:gd name="T17" fmla="*/ 4 h 503"/>
              <a:gd name="T18" fmla="*/ 393 w 710"/>
              <a:gd name="T19" fmla="*/ 2 h 503"/>
              <a:gd name="T20" fmla="*/ 384 w 710"/>
              <a:gd name="T21" fmla="*/ 15 h 503"/>
              <a:gd name="T22" fmla="*/ 384 w 710"/>
              <a:gd name="T23" fmla="*/ 149 h 503"/>
              <a:gd name="T24" fmla="*/ 161 w 710"/>
              <a:gd name="T25" fmla="*/ 215 h 503"/>
              <a:gd name="T26" fmla="*/ 3 w 710"/>
              <a:gd name="T27" fmla="*/ 422 h 503"/>
              <a:gd name="T28" fmla="*/ 7 w 710"/>
              <a:gd name="T29" fmla="*/ 440 h 503"/>
              <a:gd name="T30" fmla="*/ 27 w 710"/>
              <a:gd name="T31" fmla="*/ 439 h 503"/>
              <a:gd name="T32" fmla="*/ 285 w 710"/>
              <a:gd name="T33" fmla="*/ 337 h 503"/>
              <a:gd name="T34" fmla="*/ 384 w 710"/>
              <a:gd name="T35" fmla="*/ 351 h 503"/>
              <a:gd name="T36" fmla="*/ 177 w 710"/>
              <a:gd name="T37" fmla="*/ 240 h 503"/>
              <a:gd name="T38" fmla="*/ 177 w 710"/>
              <a:gd name="T39" fmla="*/ 240 h 503"/>
              <a:gd name="T40" fmla="*/ 400 w 710"/>
              <a:gd name="T41" fmla="*/ 178 h 503"/>
              <a:gd name="T42" fmla="*/ 415 w 710"/>
              <a:gd name="T43" fmla="*/ 163 h 503"/>
              <a:gd name="T44" fmla="*/ 415 w 710"/>
              <a:gd name="T45" fmla="*/ 47 h 503"/>
              <a:gd name="T46" fmla="*/ 670 w 710"/>
              <a:gd name="T47" fmla="*/ 251 h 503"/>
              <a:gd name="T48" fmla="*/ 415 w 710"/>
              <a:gd name="T49" fmla="*/ 457 h 503"/>
              <a:gd name="T50" fmla="*/ 415 w 710"/>
              <a:gd name="T51" fmla="*/ 339 h 503"/>
              <a:gd name="T52" fmla="*/ 404 w 710"/>
              <a:gd name="T53" fmla="*/ 326 h 503"/>
              <a:gd name="T54" fmla="*/ 285 w 710"/>
              <a:gd name="T55" fmla="*/ 308 h 503"/>
              <a:gd name="T56" fmla="*/ 54 w 710"/>
              <a:gd name="T57" fmla="*/ 382 h 503"/>
              <a:gd name="T58" fmla="*/ 177 w 710"/>
              <a:gd name="T59" fmla="*/ 240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384" y="351"/>
                </a:moveTo>
                <a:lnTo>
                  <a:pt x="384" y="351"/>
                </a:lnTo>
                <a:cubicBezTo>
                  <a:pt x="384" y="487"/>
                  <a:pt x="384" y="487"/>
                  <a:pt x="384" y="487"/>
                </a:cubicBezTo>
                <a:cubicBezTo>
                  <a:pt x="384" y="493"/>
                  <a:pt x="388" y="498"/>
                  <a:pt x="393" y="500"/>
                </a:cubicBezTo>
                <a:cubicBezTo>
                  <a:pt x="398" y="502"/>
                  <a:pt x="405" y="502"/>
                  <a:pt x="409" y="498"/>
                </a:cubicBezTo>
                <a:cubicBezTo>
                  <a:pt x="703" y="262"/>
                  <a:pt x="703" y="262"/>
                  <a:pt x="703" y="262"/>
                </a:cubicBezTo>
                <a:cubicBezTo>
                  <a:pt x="707" y="259"/>
                  <a:pt x="709" y="255"/>
                  <a:pt x="709" y="251"/>
                </a:cubicBezTo>
                <a:cubicBezTo>
                  <a:pt x="709" y="247"/>
                  <a:pt x="707" y="243"/>
                  <a:pt x="703" y="240"/>
                </a:cubicBezTo>
                <a:cubicBezTo>
                  <a:pt x="409" y="4"/>
                  <a:pt x="409" y="4"/>
                  <a:pt x="409" y="4"/>
                </a:cubicBezTo>
                <a:cubicBezTo>
                  <a:pt x="405" y="1"/>
                  <a:pt x="398" y="0"/>
                  <a:pt x="393" y="2"/>
                </a:cubicBezTo>
                <a:cubicBezTo>
                  <a:pt x="388" y="5"/>
                  <a:pt x="384" y="9"/>
                  <a:pt x="384" y="15"/>
                </a:cubicBezTo>
                <a:cubicBezTo>
                  <a:pt x="384" y="149"/>
                  <a:pt x="384" y="149"/>
                  <a:pt x="384" y="149"/>
                </a:cubicBezTo>
                <a:cubicBezTo>
                  <a:pt x="300" y="152"/>
                  <a:pt x="224" y="172"/>
                  <a:pt x="161" y="215"/>
                </a:cubicBezTo>
                <a:cubicBezTo>
                  <a:pt x="93" y="259"/>
                  <a:pt x="40" y="328"/>
                  <a:pt x="3" y="422"/>
                </a:cubicBezTo>
                <a:cubicBezTo>
                  <a:pt x="0" y="429"/>
                  <a:pt x="3" y="436"/>
                  <a:pt x="7" y="440"/>
                </a:cubicBezTo>
                <a:cubicBezTo>
                  <a:pt x="13" y="444"/>
                  <a:pt x="21" y="443"/>
                  <a:pt x="27" y="439"/>
                </a:cubicBezTo>
                <a:cubicBezTo>
                  <a:pt x="107" y="373"/>
                  <a:pt x="192" y="337"/>
                  <a:pt x="285" y="337"/>
                </a:cubicBezTo>
                <a:cubicBezTo>
                  <a:pt x="317" y="337"/>
                  <a:pt x="350" y="342"/>
                  <a:pt x="384" y="351"/>
                </a:cubicBezTo>
                <a:close/>
                <a:moveTo>
                  <a:pt x="177" y="240"/>
                </a:moveTo>
                <a:lnTo>
                  <a:pt x="177" y="240"/>
                </a:lnTo>
                <a:cubicBezTo>
                  <a:pt x="239" y="199"/>
                  <a:pt x="314" y="179"/>
                  <a:pt x="400" y="178"/>
                </a:cubicBezTo>
                <a:cubicBezTo>
                  <a:pt x="408" y="178"/>
                  <a:pt x="415" y="171"/>
                  <a:pt x="415" y="163"/>
                </a:cubicBezTo>
                <a:cubicBezTo>
                  <a:pt x="415" y="47"/>
                  <a:pt x="415" y="47"/>
                  <a:pt x="415" y="47"/>
                </a:cubicBezTo>
                <a:cubicBezTo>
                  <a:pt x="670" y="251"/>
                  <a:pt x="670" y="251"/>
                  <a:pt x="670" y="251"/>
                </a:cubicBezTo>
                <a:cubicBezTo>
                  <a:pt x="415" y="457"/>
                  <a:pt x="415" y="457"/>
                  <a:pt x="415" y="457"/>
                </a:cubicBezTo>
                <a:cubicBezTo>
                  <a:pt x="415" y="339"/>
                  <a:pt x="415" y="339"/>
                  <a:pt x="415" y="339"/>
                </a:cubicBezTo>
                <a:cubicBezTo>
                  <a:pt x="415" y="333"/>
                  <a:pt x="411" y="327"/>
                  <a:pt x="404" y="326"/>
                </a:cubicBezTo>
                <a:cubicBezTo>
                  <a:pt x="364" y="313"/>
                  <a:pt x="324" y="308"/>
                  <a:pt x="285" y="308"/>
                </a:cubicBezTo>
                <a:cubicBezTo>
                  <a:pt x="202" y="308"/>
                  <a:pt x="126" y="334"/>
                  <a:pt x="54" y="382"/>
                </a:cubicBezTo>
                <a:cubicBezTo>
                  <a:pt x="86" y="319"/>
                  <a:pt x="127" y="272"/>
                  <a:pt x="177" y="240"/>
                </a:cubicBezTo>
                <a:close/>
              </a:path>
            </a:pathLst>
          </a:custGeom>
          <a:solidFill>
            <a:schemeClr val="accent4"/>
          </a:solidFill>
          <a:ln>
            <a:noFill/>
          </a:ln>
          <a:effectLst/>
        </p:spPr>
        <p:txBody>
          <a:bodyPr wrap="none" anchor="ctr"/>
          <a:lstStyle/>
          <a:p>
            <a:endParaRPr lang="da-DK">
              <a:solidFill>
                <a:schemeClr val="tx2"/>
              </a:solidFill>
            </a:endParaRPr>
          </a:p>
        </p:txBody>
      </p:sp>
      <p:sp>
        <p:nvSpPr>
          <p:cNvPr id="512" name="Freeform 427">
            <a:extLst>
              <a:ext uri="{FF2B5EF4-FFF2-40B4-BE49-F238E27FC236}">
                <a16:creationId xmlns:a16="http://schemas.microsoft.com/office/drawing/2014/main" id="{EB805D11-A744-A481-A6D7-6D2868A8AB68}"/>
              </a:ext>
            </a:extLst>
          </p:cNvPr>
          <p:cNvSpPr>
            <a:spLocks noChangeArrowheads="1"/>
          </p:cNvSpPr>
          <p:nvPr/>
        </p:nvSpPr>
        <p:spPr bwMode="auto">
          <a:xfrm>
            <a:off x="6868045" y="1926060"/>
            <a:ext cx="255588" cy="180975"/>
          </a:xfrm>
          <a:custGeom>
            <a:avLst/>
            <a:gdLst>
              <a:gd name="T0" fmla="*/ 549 w 710"/>
              <a:gd name="T1" fmla="*/ 215 h 503"/>
              <a:gd name="T2" fmla="*/ 549 w 710"/>
              <a:gd name="T3" fmla="*/ 215 h 503"/>
              <a:gd name="T4" fmla="*/ 325 w 710"/>
              <a:gd name="T5" fmla="*/ 149 h 503"/>
              <a:gd name="T6" fmla="*/ 325 w 710"/>
              <a:gd name="T7" fmla="*/ 15 h 503"/>
              <a:gd name="T8" fmla="*/ 317 w 710"/>
              <a:gd name="T9" fmla="*/ 2 h 503"/>
              <a:gd name="T10" fmla="*/ 300 w 710"/>
              <a:gd name="T11" fmla="*/ 4 h 503"/>
              <a:gd name="T12" fmla="*/ 6 w 710"/>
              <a:gd name="T13" fmla="*/ 240 h 503"/>
              <a:gd name="T14" fmla="*/ 0 w 710"/>
              <a:gd name="T15" fmla="*/ 251 h 503"/>
              <a:gd name="T16" fmla="*/ 6 w 710"/>
              <a:gd name="T17" fmla="*/ 262 h 503"/>
              <a:gd name="T18" fmla="*/ 300 w 710"/>
              <a:gd name="T19" fmla="*/ 498 h 503"/>
              <a:gd name="T20" fmla="*/ 317 w 710"/>
              <a:gd name="T21" fmla="*/ 500 h 503"/>
              <a:gd name="T22" fmla="*/ 325 w 710"/>
              <a:gd name="T23" fmla="*/ 487 h 503"/>
              <a:gd name="T24" fmla="*/ 325 w 710"/>
              <a:gd name="T25" fmla="*/ 351 h 503"/>
              <a:gd name="T26" fmla="*/ 424 w 710"/>
              <a:gd name="T27" fmla="*/ 337 h 503"/>
              <a:gd name="T28" fmla="*/ 684 w 710"/>
              <a:gd name="T29" fmla="*/ 439 h 503"/>
              <a:gd name="T30" fmla="*/ 702 w 710"/>
              <a:gd name="T31" fmla="*/ 440 h 503"/>
              <a:gd name="T32" fmla="*/ 706 w 710"/>
              <a:gd name="T33" fmla="*/ 422 h 503"/>
              <a:gd name="T34" fmla="*/ 549 w 710"/>
              <a:gd name="T35" fmla="*/ 215 h 503"/>
              <a:gd name="T36" fmla="*/ 306 w 710"/>
              <a:gd name="T37" fmla="*/ 326 h 503"/>
              <a:gd name="T38" fmla="*/ 306 w 710"/>
              <a:gd name="T39" fmla="*/ 326 h 503"/>
              <a:gd name="T40" fmla="*/ 294 w 710"/>
              <a:gd name="T41" fmla="*/ 339 h 503"/>
              <a:gd name="T42" fmla="*/ 294 w 710"/>
              <a:gd name="T43" fmla="*/ 457 h 503"/>
              <a:gd name="T44" fmla="*/ 39 w 710"/>
              <a:gd name="T45" fmla="*/ 251 h 503"/>
              <a:gd name="T46" fmla="*/ 294 w 710"/>
              <a:gd name="T47" fmla="*/ 47 h 503"/>
              <a:gd name="T48" fmla="*/ 294 w 710"/>
              <a:gd name="T49" fmla="*/ 163 h 503"/>
              <a:gd name="T50" fmla="*/ 310 w 710"/>
              <a:gd name="T51" fmla="*/ 178 h 503"/>
              <a:gd name="T52" fmla="*/ 532 w 710"/>
              <a:gd name="T53" fmla="*/ 240 h 503"/>
              <a:gd name="T54" fmla="*/ 656 w 710"/>
              <a:gd name="T55" fmla="*/ 382 h 503"/>
              <a:gd name="T56" fmla="*/ 424 w 710"/>
              <a:gd name="T57" fmla="*/ 308 h 503"/>
              <a:gd name="T58" fmla="*/ 306 w 710"/>
              <a:gd name="T59" fmla="*/ 326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0" h="503">
                <a:moveTo>
                  <a:pt x="549" y="215"/>
                </a:moveTo>
                <a:lnTo>
                  <a:pt x="549" y="215"/>
                </a:lnTo>
                <a:cubicBezTo>
                  <a:pt x="485" y="172"/>
                  <a:pt x="409" y="152"/>
                  <a:pt x="325" y="149"/>
                </a:cubicBezTo>
                <a:cubicBezTo>
                  <a:pt x="325" y="15"/>
                  <a:pt x="325" y="15"/>
                  <a:pt x="325" y="15"/>
                </a:cubicBezTo>
                <a:cubicBezTo>
                  <a:pt x="325" y="9"/>
                  <a:pt x="321" y="5"/>
                  <a:pt x="317" y="2"/>
                </a:cubicBezTo>
                <a:cubicBezTo>
                  <a:pt x="311" y="0"/>
                  <a:pt x="306" y="1"/>
                  <a:pt x="300" y="4"/>
                </a:cubicBezTo>
                <a:cubicBezTo>
                  <a:pt x="6" y="240"/>
                  <a:pt x="6" y="240"/>
                  <a:pt x="6" y="240"/>
                </a:cubicBezTo>
                <a:cubicBezTo>
                  <a:pt x="3" y="243"/>
                  <a:pt x="0" y="247"/>
                  <a:pt x="0" y="251"/>
                </a:cubicBezTo>
                <a:cubicBezTo>
                  <a:pt x="0" y="255"/>
                  <a:pt x="3" y="259"/>
                  <a:pt x="6" y="262"/>
                </a:cubicBezTo>
                <a:cubicBezTo>
                  <a:pt x="300" y="498"/>
                  <a:pt x="300" y="498"/>
                  <a:pt x="300" y="498"/>
                </a:cubicBezTo>
                <a:cubicBezTo>
                  <a:pt x="306" y="502"/>
                  <a:pt x="311" y="502"/>
                  <a:pt x="317" y="500"/>
                </a:cubicBezTo>
                <a:cubicBezTo>
                  <a:pt x="321" y="498"/>
                  <a:pt x="325" y="493"/>
                  <a:pt x="325" y="487"/>
                </a:cubicBezTo>
                <a:cubicBezTo>
                  <a:pt x="325" y="351"/>
                  <a:pt x="325" y="351"/>
                  <a:pt x="325" y="351"/>
                </a:cubicBezTo>
                <a:cubicBezTo>
                  <a:pt x="359" y="342"/>
                  <a:pt x="393" y="337"/>
                  <a:pt x="424" y="337"/>
                </a:cubicBezTo>
                <a:cubicBezTo>
                  <a:pt x="517" y="337"/>
                  <a:pt x="602" y="373"/>
                  <a:pt x="684" y="439"/>
                </a:cubicBezTo>
                <a:cubicBezTo>
                  <a:pt x="688" y="443"/>
                  <a:pt x="696" y="444"/>
                  <a:pt x="702" y="440"/>
                </a:cubicBezTo>
                <a:cubicBezTo>
                  <a:pt x="707" y="436"/>
                  <a:pt x="709" y="429"/>
                  <a:pt x="706" y="422"/>
                </a:cubicBezTo>
                <a:cubicBezTo>
                  <a:pt x="670" y="328"/>
                  <a:pt x="616" y="259"/>
                  <a:pt x="549" y="215"/>
                </a:cubicBezTo>
                <a:close/>
                <a:moveTo>
                  <a:pt x="306" y="326"/>
                </a:moveTo>
                <a:lnTo>
                  <a:pt x="306" y="326"/>
                </a:lnTo>
                <a:cubicBezTo>
                  <a:pt x="300" y="327"/>
                  <a:pt x="294" y="333"/>
                  <a:pt x="294" y="339"/>
                </a:cubicBezTo>
                <a:cubicBezTo>
                  <a:pt x="294" y="457"/>
                  <a:pt x="294" y="457"/>
                  <a:pt x="294" y="457"/>
                </a:cubicBezTo>
                <a:cubicBezTo>
                  <a:pt x="39" y="251"/>
                  <a:pt x="39" y="251"/>
                  <a:pt x="39" y="251"/>
                </a:cubicBezTo>
                <a:cubicBezTo>
                  <a:pt x="294" y="47"/>
                  <a:pt x="294" y="47"/>
                  <a:pt x="294" y="47"/>
                </a:cubicBezTo>
                <a:cubicBezTo>
                  <a:pt x="294" y="163"/>
                  <a:pt x="294" y="163"/>
                  <a:pt x="294" y="163"/>
                </a:cubicBezTo>
                <a:cubicBezTo>
                  <a:pt x="294" y="171"/>
                  <a:pt x="301" y="178"/>
                  <a:pt x="310" y="178"/>
                </a:cubicBezTo>
                <a:cubicBezTo>
                  <a:pt x="397" y="179"/>
                  <a:pt x="471" y="199"/>
                  <a:pt x="532" y="240"/>
                </a:cubicBezTo>
                <a:cubicBezTo>
                  <a:pt x="582" y="272"/>
                  <a:pt x="623" y="319"/>
                  <a:pt x="656" y="382"/>
                </a:cubicBezTo>
                <a:cubicBezTo>
                  <a:pt x="585" y="334"/>
                  <a:pt x="507" y="308"/>
                  <a:pt x="424" y="308"/>
                </a:cubicBezTo>
                <a:cubicBezTo>
                  <a:pt x="386" y="308"/>
                  <a:pt x="347" y="313"/>
                  <a:pt x="306" y="326"/>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13" name="Group 515">
            <a:extLst>
              <a:ext uri="{FF2B5EF4-FFF2-40B4-BE49-F238E27FC236}">
                <a16:creationId xmlns:a16="http://schemas.microsoft.com/office/drawing/2014/main" id="{0233F33B-18F8-7C92-F212-87737628DDAF}"/>
              </a:ext>
            </a:extLst>
          </p:cNvPr>
          <p:cNvGrpSpPr/>
          <p:nvPr/>
        </p:nvGrpSpPr>
        <p:grpSpPr>
          <a:xfrm>
            <a:off x="5329758" y="2883321"/>
            <a:ext cx="255587" cy="255588"/>
            <a:chOff x="4173538" y="3155950"/>
            <a:chExt cx="255587" cy="255588"/>
          </a:xfrm>
          <a:solidFill>
            <a:schemeClr val="accent4"/>
          </a:solidFill>
        </p:grpSpPr>
        <p:sp>
          <p:nvSpPr>
            <p:cNvPr id="514" name="Freeform 428">
              <a:extLst>
                <a:ext uri="{FF2B5EF4-FFF2-40B4-BE49-F238E27FC236}">
                  <a16:creationId xmlns:a16="http://schemas.microsoft.com/office/drawing/2014/main" id="{3C50B7C5-3164-7327-F180-FAE6DE6E854D}"/>
                </a:ext>
              </a:extLst>
            </p:cNvPr>
            <p:cNvSpPr>
              <a:spLocks noChangeArrowheads="1"/>
            </p:cNvSpPr>
            <p:nvPr/>
          </p:nvSpPr>
          <p:spPr bwMode="auto">
            <a:xfrm>
              <a:off x="4173538" y="3251200"/>
              <a:ext cx="255587" cy="160338"/>
            </a:xfrm>
            <a:custGeom>
              <a:avLst/>
              <a:gdLst>
                <a:gd name="T0" fmla="*/ 634 w 709"/>
                <a:gd name="T1" fmla="*/ 0 h 445"/>
                <a:gd name="T2" fmla="*/ 634 w 709"/>
                <a:gd name="T3" fmla="*/ 0 h 445"/>
                <a:gd name="T4" fmla="*/ 605 w 709"/>
                <a:gd name="T5" fmla="*/ 0 h 445"/>
                <a:gd name="T6" fmla="*/ 590 w 709"/>
                <a:gd name="T7" fmla="*/ 16 h 445"/>
                <a:gd name="T8" fmla="*/ 605 w 709"/>
                <a:gd name="T9" fmla="*/ 31 h 445"/>
                <a:gd name="T10" fmla="*/ 621 w 709"/>
                <a:gd name="T11" fmla="*/ 31 h 445"/>
                <a:gd name="T12" fmla="*/ 675 w 709"/>
                <a:gd name="T13" fmla="*/ 402 h 445"/>
                <a:gd name="T14" fmla="*/ 523 w 709"/>
                <a:gd name="T15" fmla="*/ 326 h 445"/>
                <a:gd name="T16" fmla="*/ 511 w 709"/>
                <a:gd name="T17" fmla="*/ 326 h 445"/>
                <a:gd name="T18" fmla="*/ 355 w 709"/>
                <a:gd name="T19" fmla="*/ 395 h 445"/>
                <a:gd name="T20" fmla="*/ 199 w 709"/>
                <a:gd name="T21" fmla="*/ 326 h 445"/>
                <a:gd name="T22" fmla="*/ 186 w 709"/>
                <a:gd name="T23" fmla="*/ 326 h 445"/>
                <a:gd name="T24" fmla="*/ 34 w 709"/>
                <a:gd name="T25" fmla="*/ 402 h 445"/>
                <a:gd name="T26" fmla="*/ 87 w 709"/>
                <a:gd name="T27" fmla="*/ 31 h 445"/>
                <a:gd name="T28" fmla="*/ 103 w 709"/>
                <a:gd name="T29" fmla="*/ 31 h 445"/>
                <a:gd name="T30" fmla="*/ 119 w 709"/>
                <a:gd name="T31" fmla="*/ 16 h 445"/>
                <a:gd name="T32" fmla="*/ 103 w 709"/>
                <a:gd name="T33" fmla="*/ 0 h 445"/>
                <a:gd name="T34" fmla="*/ 74 w 709"/>
                <a:gd name="T35" fmla="*/ 0 h 445"/>
                <a:gd name="T36" fmla="*/ 61 w 709"/>
                <a:gd name="T37" fmla="*/ 14 h 445"/>
                <a:gd name="T38" fmla="*/ 1 w 709"/>
                <a:gd name="T39" fmla="*/ 426 h 445"/>
                <a:gd name="T40" fmla="*/ 7 w 709"/>
                <a:gd name="T41" fmla="*/ 440 h 445"/>
                <a:gd name="T42" fmla="*/ 22 w 709"/>
                <a:gd name="T43" fmla="*/ 441 h 445"/>
                <a:gd name="T44" fmla="*/ 193 w 709"/>
                <a:gd name="T45" fmla="*/ 357 h 445"/>
                <a:gd name="T46" fmla="*/ 348 w 709"/>
                <a:gd name="T47" fmla="*/ 424 h 445"/>
                <a:gd name="T48" fmla="*/ 360 w 709"/>
                <a:gd name="T49" fmla="*/ 424 h 445"/>
                <a:gd name="T50" fmla="*/ 516 w 709"/>
                <a:gd name="T51" fmla="*/ 357 h 445"/>
                <a:gd name="T52" fmla="*/ 686 w 709"/>
                <a:gd name="T53" fmla="*/ 441 h 445"/>
                <a:gd name="T54" fmla="*/ 701 w 709"/>
                <a:gd name="T55" fmla="*/ 440 h 445"/>
                <a:gd name="T56" fmla="*/ 708 w 709"/>
                <a:gd name="T57" fmla="*/ 426 h 445"/>
                <a:gd name="T58" fmla="*/ 649 w 709"/>
                <a:gd name="T59" fmla="*/ 14 h 445"/>
                <a:gd name="T60" fmla="*/ 634 w 709"/>
                <a:gd name="T61" fmla="*/ 0 h 4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9" h="445">
                  <a:moveTo>
                    <a:pt x="634" y="0"/>
                  </a:moveTo>
                  <a:lnTo>
                    <a:pt x="634" y="0"/>
                  </a:lnTo>
                  <a:cubicBezTo>
                    <a:pt x="605" y="0"/>
                    <a:pt x="605" y="0"/>
                    <a:pt x="605" y="0"/>
                  </a:cubicBezTo>
                  <a:cubicBezTo>
                    <a:pt x="596" y="0"/>
                    <a:pt x="590" y="7"/>
                    <a:pt x="590" y="16"/>
                  </a:cubicBezTo>
                  <a:cubicBezTo>
                    <a:pt x="590" y="24"/>
                    <a:pt x="596" y="31"/>
                    <a:pt x="605" y="31"/>
                  </a:cubicBezTo>
                  <a:cubicBezTo>
                    <a:pt x="621" y="31"/>
                    <a:pt x="621" y="31"/>
                    <a:pt x="621" y="31"/>
                  </a:cubicBezTo>
                  <a:cubicBezTo>
                    <a:pt x="675" y="402"/>
                    <a:pt x="675" y="402"/>
                    <a:pt x="675" y="402"/>
                  </a:cubicBezTo>
                  <a:cubicBezTo>
                    <a:pt x="523" y="326"/>
                    <a:pt x="523" y="326"/>
                    <a:pt x="523" y="326"/>
                  </a:cubicBezTo>
                  <a:cubicBezTo>
                    <a:pt x="519" y="325"/>
                    <a:pt x="515" y="325"/>
                    <a:pt x="511" y="326"/>
                  </a:cubicBezTo>
                  <a:cubicBezTo>
                    <a:pt x="355" y="395"/>
                    <a:pt x="355" y="395"/>
                    <a:pt x="355" y="395"/>
                  </a:cubicBezTo>
                  <a:cubicBezTo>
                    <a:pt x="199" y="326"/>
                    <a:pt x="199" y="326"/>
                    <a:pt x="199" y="326"/>
                  </a:cubicBezTo>
                  <a:cubicBezTo>
                    <a:pt x="195" y="325"/>
                    <a:pt x="190" y="325"/>
                    <a:pt x="186" y="326"/>
                  </a:cubicBezTo>
                  <a:cubicBezTo>
                    <a:pt x="34" y="402"/>
                    <a:pt x="34" y="402"/>
                    <a:pt x="34" y="402"/>
                  </a:cubicBezTo>
                  <a:cubicBezTo>
                    <a:pt x="87" y="31"/>
                    <a:pt x="87" y="31"/>
                    <a:pt x="87" y="31"/>
                  </a:cubicBezTo>
                  <a:cubicBezTo>
                    <a:pt x="103" y="31"/>
                    <a:pt x="103" y="31"/>
                    <a:pt x="103" y="31"/>
                  </a:cubicBezTo>
                  <a:cubicBezTo>
                    <a:pt x="112" y="31"/>
                    <a:pt x="119" y="24"/>
                    <a:pt x="119" y="16"/>
                  </a:cubicBezTo>
                  <a:cubicBezTo>
                    <a:pt x="119" y="7"/>
                    <a:pt x="112" y="0"/>
                    <a:pt x="103" y="0"/>
                  </a:cubicBezTo>
                  <a:cubicBezTo>
                    <a:pt x="74" y="0"/>
                    <a:pt x="74" y="0"/>
                    <a:pt x="74" y="0"/>
                  </a:cubicBezTo>
                  <a:cubicBezTo>
                    <a:pt x="67" y="0"/>
                    <a:pt x="61" y="6"/>
                    <a:pt x="61" y="14"/>
                  </a:cubicBezTo>
                  <a:cubicBezTo>
                    <a:pt x="1" y="426"/>
                    <a:pt x="1" y="426"/>
                    <a:pt x="1" y="426"/>
                  </a:cubicBezTo>
                  <a:cubicBezTo>
                    <a:pt x="0" y="431"/>
                    <a:pt x="3" y="437"/>
                    <a:pt x="7" y="440"/>
                  </a:cubicBezTo>
                  <a:cubicBezTo>
                    <a:pt x="11" y="444"/>
                    <a:pt x="18" y="444"/>
                    <a:pt x="22" y="441"/>
                  </a:cubicBezTo>
                  <a:cubicBezTo>
                    <a:pt x="193" y="357"/>
                    <a:pt x="193" y="357"/>
                    <a:pt x="193" y="357"/>
                  </a:cubicBezTo>
                  <a:cubicBezTo>
                    <a:pt x="348" y="424"/>
                    <a:pt x="348" y="424"/>
                    <a:pt x="348" y="424"/>
                  </a:cubicBezTo>
                  <a:cubicBezTo>
                    <a:pt x="352" y="427"/>
                    <a:pt x="356" y="427"/>
                    <a:pt x="360" y="424"/>
                  </a:cubicBezTo>
                  <a:cubicBezTo>
                    <a:pt x="516" y="357"/>
                    <a:pt x="516" y="357"/>
                    <a:pt x="516" y="357"/>
                  </a:cubicBezTo>
                  <a:cubicBezTo>
                    <a:pt x="686" y="441"/>
                    <a:pt x="686" y="441"/>
                    <a:pt x="686" y="441"/>
                  </a:cubicBezTo>
                  <a:cubicBezTo>
                    <a:pt x="692" y="444"/>
                    <a:pt x="697" y="444"/>
                    <a:pt x="701" y="440"/>
                  </a:cubicBezTo>
                  <a:cubicBezTo>
                    <a:pt x="707" y="437"/>
                    <a:pt x="708" y="431"/>
                    <a:pt x="708" y="426"/>
                  </a:cubicBezTo>
                  <a:cubicBezTo>
                    <a:pt x="649" y="14"/>
                    <a:pt x="649" y="14"/>
                    <a:pt x="649" y="14"/>
                  </a:cubicBezTo>
                  <a:cubicBezTo>
                    <a:pt x="648" y="6"/>
                    <a:pt x="642" y="0"/>
                    <a:pt x="63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5" name="Freeform 429">
              <a:extLst>
                <a:ext uri="{FF2B5EF4-FFF2-40B4-BE49-F238E27FC236}">
                  <a16:creationId xmlns:a16="http://schemas.microsoft.com/office/drawing/2014/main" id="{6A6CC6BA-38E0-BD4D-7C32-D940DE596BA1}"/>
                </a:ext>
              </a:extLst>
            </p:cNvPr>
            <p:cNvSpPr>
              <a:spLocks noChangeArrowheads="1"/>
            </p:cNvSpPr>
            <p:nvPr/>
          </p:nvSpPr>
          <p:spPr bwMode="auto">
            <a:xfrm>
              <a:off x="4222750" y="3155950"/>
              <a:ext cx="155575" cy="211138"/>
            </a:xfrm>
            <a:custGeom>
              <a:avLst/>
              <a:gdLst>
                <a:gd name="T0" fmla="*/ 33 w 433"/>
                <a:gd name="T1" fmla="*/ 338 h 585"/>
                <a:gd name="T2" fmla="*/ 33 w 433"/>
                <a:gd name="T3" fmla="*/ 338 h 585"/>
                <a:gd name="T4" fmla="*/ 206 w 433"/>
                <a:gd name="T5" fmla="*/ 573 h 585"/>
                <a:gd name="T6" fmla="*/ 217 w 433"/>
                <a:gd name="T7" fmla="*/ 584 h 585"/>
                <a:gd name="T8" fmla="*/ 226 w 433"/>
                <a:gd name="T9" fmla="*/ 573 h 585"/>
                <a:gd name="T10" fmla="*/ 329 w 433"/>
                <a:gd name="T11" fmla="*/ 453 h 585"/>
                <a:gd name="T12" fmla="*/ 399 w 433"/>
                <a:gd name="T13" fmla="*/ 338 h 585"/>
                <a:gd name="T14" fmla="*/ 432 w 433"/>
                <a:gd name="T15" fmla="*/ 215 h 585"/>
                <a:gd name="T16" fmla="*/ 217 w 433"/>
                <a:gd name="T17" fmla="*/ 0 h 585"/>
                <a:gd name="T18" fmla="*/ 0 w 433"/>
                <a:gd name="T19" fmla="*/ 215 h 585"/>
                <a:gd name="T20" fmla="*/ 0 w 433"/>
                <a:gd name="T21" fmla="*/ 215 h 585"/>
                <a:gd name="T22" fmla="*/ 0 w 433"/>
                <a:gd name="T23" fmla="*/ 215 h 585"/>
                <a:gd name="T24" fmla="*/ 0 w 433"/>
                <a:gd name="T25" fmla="*/ 215 h 585"/>
                <a:gd name="T26" fmla="*/ 0 w 433"/>
                <a:gd name="T27" fmla="*/ 215 h 585"/>
                <a:gd name="T28" fmla="*/ 0 w 433"/>
                <a:gd name="T29" fmla="*/ 215 h 585"/>
                <a:gd name="T30" fmla="*/ 33 w 433"/>
                <a:gd name="T31" fmla="*/ 338 h 585"/>
                <a:gd name="T32" fmla="*/ 30 w 433"/>
                <a:gd name="T33" fmla="*/ 215 h 585"/>
                <a:gd name="T34" fmla="*/ 30 w 433"/>
                <a:gd name="T35" fmla="*/ 215 h 585"/>
                <a:gd name="T36" fmla="*/ 84 w 433"/>
                <a:gd name="T37" fmla="*/ 84 h 585"/>
                <a:gd name="T38" fmla="*/ 217 w 433"/>
                <a:gd name="T39" fmla="*/ 29 h 585"/>
                <a:gd name="T40" fmla="*/ 348 w 433"/>
                <a:gd name="T41" fmla="*/ 84 h 585"/>
                <a:gd name="T42" fmla="*/ 403 w 433"/>
                <a:gd name="T43" fmla="*/ 215 h 585"/>
                <a:gd name="T44" fmla="*/ 373 w 433"/>
                <a:gd name="T45" fmla="*/ 324 h 585"/>
                <a:gd name="T46" fmla="*/ 269 w 433"/>
                <a:gd name="T47" fmla="*/ 482 h 585"/>
                <a:gd name="T48" fmla="*/ 224 w 433"/>
                <a:gd name="T49" fmla="*/ 533 h 585"/>
                <a:gd name="T50" fmla="*/ 217 w 433"/>
                <a:gd name="T51" fmla="*/ 542 h 585"/>
                <a:gd name="T52" fmla="*/ 119 w 433"/>
                <a:gd name="T53" fmla="*/ 422 h 585"/>
                <a:gd name="T54" fmla="*/ 57 w 433"/>
                <a:gd name="T55" fmla="*/ 319 h 585"/>
                <a:gd name="T56" fmla="*/ 30 w 433"/>
                <a:gd name="T57" fmla="*/ 215 h 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33" h="585">
                  <a:moveTo>
                    <a:pt x="33" y="338"/>
                  </a:moveTo>
                  <a:lnTo>
                    <a:pt x="33" y="338"/>
                  </a:lnTo>
                  <a:cubicBezTo>
                    <a:pt x="91" y="460"/>
                    <a:pt x="206" y="573"/>
                    <a:pt x="206" y="573"/>
                  </a:cubicBezTo>
                  <a:cubicBezTo>
                    <a:pt x="217" y="584"/>
                    <a:pt x="217" y="584"/>
                    <a:pt x="217" y="584"/>
                  </a:cubicBezTo>
                  <a:cubicBezTo>
                    <a:pt x="226" y="573"/>
                    <a:pt x="226" y="573"/>
                    <a:pt x="226" y="573"/>
                  </a:cubicBezTo>
                  <a:cubicBezTo>
                    <a:pt x="228" y="573"/>
                    <a:pt x="278" y="522"/>
                    <a:pt x="329" y="453"/>
                  </a:cubicBezTo>
                  <a:cubicBezTo>
                    <a:pt x="355" y="418"/>
                    <a:pt x="380" y="378"/>
                    <a:pt x="399" y="338"/>
                  </a:cubicBezTo>
                  <a:cubicBezTo>
                    <a:pt x="418" y="297"/>
                    <a:pt x="432" y="255"/>
                    <a:pt x="432" y="215"/>
                  </a:cubicBezTo>
                  <a:cubicBezTo>
                    <a:pt x="432" y="96"/>
                    <a:pt x="336" y="0"/>
                    <a:pt x="217" y="0"/>
                  </a:cubicBezTo>
                  <a:cubicBezTo>
                    <a:pt x="97" y="0"/>
                    <a:pt x="1" y="96"/>
                    <a:pt x="0" y="215"/>
                  </a:cubicBezTo>
                  <a:lnTo>
                    <a:pt x="0" y="215"/>
                  </a:lnTo>
                  <a:lnTo>
                    <a:pt x="0" y="215"/>
                  </a:lnTo>
                  <a:lnTo>
                    <a:pt x="0" y="215"/>
                  </a:lnTo>
                  <a:lnTo>
                    <a:pt x="0" y="215"/>
                  </a:lnTo>
                  <a:lnTo>
                    <a:pt x="0" y="215"/>
                  </a:lnTo>
                  <a:cubicBezTo>
                    <a:pt x="0" y="255"/>
                    <a:pt x="14" y="298"/>
                    <a:pt x="33" y="338"/>
                  </a:cubicBezTo>
                  <a:close/>
                  <a:moveTo>
                    <a:pt x="30" y="215"/>
                  </a:moveTo>
                  <a:lnTo>
                    <a:pt x="30" y="215"/>
                  </a:lnTo>
                  <a:cubicBezTo>
                    <a:pt x="30" y="164"/>
                    <a:pt x="51" y="117"/>
                    <a:pt x="84" y="84"/>
                  </a:cubicBezTo>
                  <a:cubicBezTo>
                    <a:pt x="119" y="49"/>
                    <a:pt x="164" y="29"/>
                    <a:pt x="217" y="29"/>
                  </a:cubicBezTo>
                  <a:cubicBezTo>
                    <a:pt x="268" y="29"/>
                    <a:pt x="315" y="49"/>
                    <a:pt x="348" y="84"/>
                  </a:cubicBezTo>
                  <a:cubicBezTo>
                    <a:pt x="383" y="117"/>
                    <a:pt x="403" y="164"/>
                    <a:pt x="403" y="215"/>
                  </a:cubicBezTo>
                  <a:cubicBezTo>
                    <a:pt x="403" y="248"/>
                    <a:pt x="391" y="287"/>
                    <a:pt x="373" y="324"/>
                  </a:cubicBezTo>
                  <a:cubicBezTo>
                    <a:pt x="345" y="382"/>
                    <a:pt x="304" y="439"/>
                    <a:pt x="269" y="482"/>
                  </a:cubicBezTo>
                  <a:cubicBezTo>
                    <a:pt x="251" y="504"/>
                    <a:pt x="236" y="522"/>
                    <a:pt x="224" y="533"/>
                  </a:cubicBezTo>
                  <a:cubicBezTo>
                    <a:pt x="221" y="537"/>
                    <a:pt x="218" y="540"/>
                    <a:pt x="217" y="542"/>
                  </a:cubicBezTo>
                  <a:cubicBezTo>
                    <a:pt x="197" y="522"/>
                    <a:pt x="157" y="478"/>
                    <a:pt x="119" y="422"/>
                  </a:cubicBezTo>
                  <a:cubicBezTo>
                    <a:pt x="95" y="391"/>
                    <a:pt x="73" y="355"/>
                    <a:pt x="57" y="319"/>
                  </a:cubicBezTo>
                  <a:cubicBezTo>
                    <a:pt x="40" y="283"/>
                    <a:pt x="30" y="247"/>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6" name="Freeform 430">
              <a:extLst>
                <a:ext uri="{FF2B5EF4-FFF2-40B4-BE49-F238E27FC236}">
                  <a16:creationId xmlns:a16="http://schemas.microsoft.com/office/drawing/2014/main" id="{BAD88349-38E0-76D0-2330-B78FE5918831}"/>
                </a:ext>
              </a:extLst>
            </p:cNvPr>
            <p:cNvSpPr>
              <a:spLocks noChangeArrowheads="1"/>
            </p:cNvSpPr>
            <p:nvPr/>
          </p:nvSpPr>
          <p:spPr bwMode="auto">
            <a:xfrm>
              <a:off x="4262438" y="3192463"/>
              <a:ext cx="77787" cy="77787"/>
            </a:xfrm>
            <a:custGeom>
              <a:avLst/>
              <a:gdLst>
                <a:gd name="T0" fmla="*/ 107 w 214"/>
                <a:gd name="T1" fmla="*/ 213 h 214"/>
                <a:gd name="T2" fmla="*/ 107 w 214"/>
                <a:gd name="T3" fmla="*/ 213 h 214"/>
                <a:gd name="T4" fmla="*/ 213 w 214"/>
                <a:gd name="T5" fmla="*/ 106 h 214"/>
                <a:gd name="T6" fmla="*/ 107 w 214"/>
                <a:gd name="T7" fmla="*/ 0 h 214"/>
                <a:gd name="T8" fmla="*/ 0 w 214"/>
                <a:gd name="T9" fmla="*/ 106 h 214"/>
                <a:gd name="T10" fmla="*/ 107 w 214"/>
                <a:gd name="T11" fmla="*/ 213 h 214"/>
                <a:gd name="T12" fmla="*/ 52 w 214"/>
                <a:gd name="T13" fmla="*/ 52 h 214"/>
                <a:gd name="T14" fmla="*/ 52 w 214"/>
                <a:gd name="T15" fmla="*/ 52 h 214"/>
                <a:gd name="T16" fmla="*/ 107 w 214"/>
                <a:gd name="T17" fmla="*/ 30 h 214"/>
                <a:gd name="T18" fmla="*/ 161 w 214"/>
                <a:gd name="T19" fmla="*/ 52 h 214"/>
                <a:gd name="T20" fmla="*/ 183 w 214"/>
                <a:gd name="T21" fmla="*/ 106 h 214"/>
                <a:gd name="T22" fmla="*/ 161 w 214"/>
                <a:gd name="T23" fmla="*/ 161 h 214"/>
                <a:gd name="T24" fmla="*/ 107 w 214"/>
                <a:gd name="T25" fmla="*/ 184 h 214"/>
                <a:gd name="T26" fmla="*/ 52 w 214"/>
                <a:gd name="T27" fmla="*/ 161 h 214"/>
                <a:gd name="T28" fmla="*/ 29 w 214"/>
                <a:gd name="T29" fmla="*/ 106 h 214"/>
                <a:gd name="T30" fmla="*/ 52 w 214"/>
                <a:gd name="T31" fmla="*/ 52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4" h="214">
                  <a:moveTo>
                    <a:pt x="107" y="213"/>
                  </a:moveTo>
                  <a:lnTo>
                    <a:pt x="107" y="213"/>
                  </a:lnTo>
                  <a:cubicBezTo>
                    <a:pt x="165" y="213"/>
                    <a:pt x="213" y="166"/>
                    <a:pt x="213" y="106"/>
                  </a:cubicBezTo>
                  <a:cubicBezTo>
                    <a:pt x="213" y="48"/>
                    <a:pt x="165" y="0"/>
                    <a:pt x="107" y="0"/>
                  </a:cubicBezTo>
                  <a:cubicBezTo>
                    <a:pt x="47" y="0"/>
                    <a:pt x="0" y="48"/>
                    <a:pt x="0" y="106"/>
                  </a:cubicBezTo>
                  <a:cubicBezTo>
                    <a:pt x="0" y="166"/>
                    <a:pt x="47" y="213"/>
                    <a:pt x="107" y="213"/>
                  </a:cubicBezTo>
                  <a:close/>
                  <a:moveTo>
                    <a:pt x="52" y="52"/>
                  </a:moveTo>
                  <a:lnTo>
                    <a:pt x="52" y="52"/>
                  </a:lnTo>
                  <a:cubicBezTo>
                    <a:pt x="67" y="39"/>
                    <a:pt x="85" y="30"/>
                    <a:pt x="107" y="30"/>
                  </a:cubicBezTo>
                  <a:cubicBezTo>
                    <a:pt x="127" y="30"/>
                    <a:pt x="147" y="39"/>
                    <a:pt x="161" y="52"/>
                  </a:cubicBezTo>
                  <a:cubicBezTo>
                    <a:pt x="174" y="66"/>
                    <a:pt x="183" y="86"/>
                    <a:pt x="183" y="106"/>
                  </a:cubicBezTo>
                  <a:cubicBezTo>
                    <a:pt x="183" y="128"/>
                    <a:pt x="174" y="148"/>
                    <a:pt x="161" y="161"/>
                  </a:cubicBezTo>
                  <a:cubicBezTo>
                    <a:pt x="147" y="175"/>
                    <a:pt x="127" y="184"/>
                    <a:pt x="107" y="184"/>
                  </a:cubicBezTo>
                  <a:cubicBezTo>
                    <a:pt x="85" y="184"/>
                    <a:pt x="67" y="175"/>
                    <a:pt x="52" y="161"/>
                  </a:cubicBezTo>
                  <a:cubicBezTo>
                    <a:pt x="38" y="148"/>
                    <a:pt x="29" y="128"/>
                    <a:pt x="29" y="106"/>
                  </a:cubicBezTo>
                  <a:cubicBezTo>
                    <a:pt x="29" y="86"/>
                    <a:pt x="38" y="66"/>
                    <a:pt x="52"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17" name="Group 519">
            <a:extLst>
              <a:ext uri="{FF2B5EF4-FFF2-40B4-BE49-F238E27FC236}">
                <a16:creationId xmlns:a16="http://schemas.microsoft.com/office/drawing/2014/main" id="{7ED1C52E-5CA9-0E2A-A942-E6C6A67A1F7F}"/>
              </a:ext>
            </a:extLst>
          </p:cNvPr>
          <p:cNvGrpSpPr/>
          <p:nvPr/>
        </p:nvGrpSpPr>
        <p:grpSpPr>
          <a:xfrm>
            <a:off x="3743845" y="4697834"/>
            <a:ext cx="244475" cy="244475"/>
            <a:chOff x="2587625" y="5016500"/>
            <a:chExt cx="244475" cy="244475"/>
          </a:xfrm>
          <a:solidFill>
            <a:schemeClr val="accent4"/>
          </a:solidFill>
        </p:grpSpPr>
        <p:sp>
          <p:nvSpPr>
            <p:cNvPr id="518" name="Freeform 431">
              <a:extLst>
                <a:ext uri="{FF2B5EF4-FFF2-40B4-BE49-F238E27FC236}">
                  <a16:creationId xmlns:a16="http://schemas.microsoft.com/office/drawing/2014/main" id="{E93989F0-FD76-AF3C-63D2-2C4D470293F9}"/>
                </a:ext>
              </a:extLst>
            </p:cNvPr>
            <p:cNvSpPr>
              <a:spLocks noChangeArrowheads="1"/>
            </p:cNvSpPr>
            <p:nvPr/>
          </p:nvSpPr>
          <p:spPr bwMode="auto">
            <a:xfrm>
              <a:off x="2587625" y="5016500"/>
              <a:ext cx="244475" cy="244475"/>
            </a:xfrm>
            <a:custGeom>
              <a:avLst/>
              <a:gdLst>
                <a:gd name="T0" fmla="*/ 340 w 679"/>
                <a:gd name="T1" fmla="*/ 0 h 680"/>
                <a:gd name="T2" fmla="*/ 340 w 679"/>
                <a:gd name="T3" fmla="*/ 0 h 680"/>
                <a:gd name="T4" fmla="*/ 0 w 679"/>
                <a:gd name="T5" fmla="*/ 340 h 680"/>
                <a:gd name="T6" fmla="*/ 340 w 679"/>
                <a:gd name="T7" fmla="*/ 679 h 680"/>
                <a:gd name="T8" fmla="*/ 678 w 679"/>
                <a:gd name="T9" fmla="*/ 340 h 680"/>
                <a:gd name="T10" fmla="*/ 340 w 679"/>
                <a:gd name="T11" fmla="*/ 0 h 680"/>
                <a:gd name="T12" fmla="*/ 558 w 679"/>
                <a:gd name="T13" fmla="*/ 558 h 680"/>
                <a:gd name="T14" fmla="*/ 558 w 679"/>
                <a:gd name="T15" fmla="*/ 558 h 680"/>
                <a:gd name="T16" fmla="*/ 340 w 679"/>
                <a:gd name="T17" fmla="*/ 650 h 680"/>
                <a:gd name="T18" fmla="*/ 120 w 679"/>
                <a:gd name="T19" fmla="*/ 558 h 680"/>
                <a:gd name="T20" fmla="*/ 30 w 679"/>
                <a:gd name="T21" fmla="*/ 340 h 680"/>
                <a:gd name="T22" fmla="*/ 120 w 679"/>
                <a:gd name="T23" fmla="*/ 121 h 680"/>
                <a:gd name="T24" fmla="*/ 340 w 679"/>
                <a:gd name="T25" fmla="*/ 31 h 680"/>
                <a:gd name="T26" fmla="*/ 558 w 679"/>
                <a:gd name="T27" fmla="*/ 121 h 680"/>
                <a:gd name="T28" fmla="*/ 649 w 679"/>
                <a:gd name="T29" fmla="*/ 340 h 680"/>
                <a:gd name="T30" fmla="*/ 558 w 679"/>
                <a:gd name="T31" fmla="*/ 558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9" h="680">
                  <a:moveTo>
                    <a:pt x="340" y="0"/>
                  </a:moveTo>
                  <a:lnTo>
                    <a:pt x="340" y="0"/>
                  </a:lnTo>
                  <a:cubicBezTo>
                    <a:pt x="152" y="0"/>
                    <a:pt x="0" y="152"/>
                    <a:pt x="0" y="340"/>
                  </a:cubicBezTo>
                  <a:cubicBezTo>
                    <a:pt x="0" y="527"/>
                    <a:pt x="152" y="679"/>
                    <a:pt x="340" y="679"/>
                  </a:cubicBezTo>
                  <a:cubicBezTo>
                    <a:pt x="526" y="679"/>
                    <a:pt x="678" y="527"/>
                    <a:pt x="678" y="340"/>
                  </a:cubicBezTo>
                  <a:cubicBezTo>
                    <a:pt x="678" y="152"/>
                    <a:pt x="526" y="0"/>
                    <a:pt x="340" y="0"/>
                  </a:cubicBezTo>
                  <a:close/>
                  <a:moveTo>
                    <a:pt x="558" y="558"/>
                  </a:moveTo>
                  <a:lnTo>
                    <a:pt x="558" y="558"/>
                  </a:lnTo>
                  <a:cubicBezTo>
                    <a:pt x="501" y="615"/>
                    <a:pt x="424" y="650"/>
                    <a:pt x="340" y="650"/>
                  </a:cubicBezTo>
                  <a:cubicBezTo>
                    <a:pt x="254" y="650"/>
                    <a:pt x="177" y="615"/>
                    <a:pt x="120" y="558"/>
                  </a:cubicBezTo>
                  <a:cubicBezTo>
                    <a:pt x="65" y="503"/>
                    <a:pt x="30" y="426"/>
                    <a:pt x="30" y="340"/>
                  </a:cubicBezTo>
                  <a:cubicBezTo>
                    <a:pt x="30" y="254"/>
                    <a:pt x="65" y="177"/>
                    <a:pt x="120" y="121"/>
                  </a:cubicBezTo>
                  <a:cubicBezTo>
                    <a:pt x="177" y="65"/>
                    <a:pt x="254" y="31"/>
                    <a:pt x="340" y="31"/>
                  </a:cubicBezTo>
                  <a:cubicBezTo>
                    <a:pt x="424" y="31"/>
                    <a:pt x="501" y="65"/>
                    <a:pt x="558" y="121"/>
                  </a:cubicBezTo>
                  <a:cubicBezTo>
                    <a:pt x="614" y="177"/>
                    <a:pt x="649" y="254"/>
                    <a:pt x="649" y="340"/>
                  </a:cubicBezTo>
                  <a:cubicBezTo>
                    <a:pt x="649" y="426"/>
                    <a:pt x="614" y="503"/>
                    <a:pt x="558" y="5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19" name="Freeform 432">
              <a:extLst>
                <a:ext uri="{FF2B5EF4-FFF2-40B4-BE49-F238E27FC236}">
                  <a16:creationId xmlns:a16="http://schemas.microsoft.com/office/drawing/2014/main" id="{E5BC3515-DB38-AD46-14F4-7180681454A8}"/>
                </a:ext>
              </a:extLst>
            </p:cNvPr>
            <p:cNvSpPr>
              <a:spLocks noChangeArrowheads="1"/>
            </p:cNvSpPr>
            <p:nvPr/>
          </p:nvSpPr>
          <p:spPr bwMode="auto">
            <a:xfrm>
              <a:off x="2703513" y="5102225"/>
              <a:ext cx="11112" cy="127000"/>
            </a:xfrm>
            <a:custGeom>
              <a:avLst/>
              <a:gdLst>
                <a:gd name="T0" fmla="*/ 16 w 30"/>
                <a:gd name="T1" fmla="*/ 0 h 354"/>
                <a:gd name="T2" fmla="*/ 16 w 30"/>
                <a:gd name="T3" fmla="*/ 0 h 354"/>
                <a:gd name="T4" fmla="*/ 0 w 30"/>
                <a:gd name="T5" fmla="*/ 15 h 354"/>
                <a:gd name="T6" fmla="*/ 0 w 30"/>
                <a:gd name="T7" fmla="*/ 147 h 354"/>
                <a:gd name="T8" fmla="*/ 0 w 30"/>
                <a:gd name="T9" fmla="*/ 338 h 354"/>
                <a:gd name="T10" fmla="*/ 16 w 30"/>
                <a:gd name="T11" fmla="*/ 353 h 354"/>
                <a:gd name="T12" fmla="*/ 29 w 30"/>
                <a:gd name="T13" fmla="*/ 338 h 354"/>
                <a:gd name="T14" fmla="*/ 29 w 30"/>
                <a:gd name="T15" fmla="*/ 147 h 354"/>
                <a:gd name="T16" fmla="*/ 29 w 30"/>
                <a:gd name="T17" fmla="*/ 15 h 354"/>
                <a:gd name="T18" fmla="*/ 16 w 30"/>
                <a:gd name="T19" fmla="*/ 0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0" h="354">
                  <a:moveTo>
                    <a:pt x="16" y="0"/>
                  </a:moveTo>
                  <a:lnTo>
                    <a:pt x="16" y="0"/>
                  </a:lnTo>
                  <a:cubicBezTo>
                    <a:pt x="7" y="0"/>
                    <a:pt x="0" y="6"/>
                    <a:pt x="0" y="15"/>
                  </a:cubicBezTo>
                  <a:cubicBezTo>
                    <a:pt x="0" y="147"/>
                    <a:pt x="0" y="147"/>
                    <a:pt x="0" y="147"/>
                  </a:cubicBezTo>
                  <a:cubicBezTo>
                    <a:pt x="0" y="338"/>
                    <a:pt x="0" y="338"/>
                    <a:pt x="0" y="338"/>
                  </a:cubicBezTo>
                  <a:cubicBezTo>
                    <a:pt x="0" y="346"/>
                    <a:pt x="7" y="353"/>
                    <a:pt x="16" y="353"/>
                  </a:cubicBezTo>
                  <a:cubicBezTo>
                    <a:pt x="22" y="353"/>
                    <a:pt x="29" y="346"/>
                    <a:pt x="29" y="338"/>
                  </a:cubicBezTo>
                  <a:cubicBezTo>
                    <a:pt x="29" y="147"/>
                    <a:pt x="29" y="147"/>
                    <a:pt x="29" y="147"/>
                  </a:cubicBezTo>
                  <a:cubicBezTo>
                    <a:pt x="29" y="15"/>
                    <a:pt x="29" y="15"/>
                    <a:pt x="29" y="15"/>
                  </a:cubicBezTo>
                  <a:cubicBezTo>
                    <a:pt x="29" y="6"/>
                    <a:pt x="22"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0" name="Freeform 433">
              <a:extLst>
                <a:ext uri="{FF2B5EF4-FFF2-40B4-BE49-F238E27FC236}">
                  <a16:creationId xmlns:a16="http://schemas.microsoft.com/office/drawing/2014/main" id="{3C3D6ECC-8816-67C0-569E-419F24065644}"/>
                </a:ext>
              </a:extLst>
            </p:cNvPr>
            <p:cNvSpPr>
              <a:spLocks noChangeArrowheads="1"/>
            </p:cNvSpPr>
            <p:nvPr/>
          </p:nvSpPr>
          <p:spPr bwMode="auto">
            <a:xfrm>
              <a:off x="2692400" y="5048250"/>
              <a:ext cx="31750" cy="31750"/>
            </a:xfrm>
            <a:custGeom>
              <a:avLst/>
              <a:gdLst>
                <a:gd name="T0" fmla="*/ 45 w 90"/>
                <a:gd name="T1" fmla="*/ 0 h 89"/>
                <a:gd name="T2" fmla="*/ 45 w 90"/>
                <a:gd name="T3" fmla="*/ 0 h 89"/>
                <a:gd name="T4" fmla="*/ 0 w 90"/>
                <a:gd name="T5" fmla="*/ 44 h 89"/>
                <a:gd name="T6" fmla="*/ 45 w 90"/>
                <a:gd name="T7" fmla="*/ 88 h 89"/>
                <a:gd name="T8" fmla="*/ 89 w 90"/>
                <a:gd name="T9" fmla="*/ 44 h 89"/>
                <a:gd name="T10" fmla="*/ 45 w 90"/>
                <a:gd name="T11" fmla="*/ 0 h 89"/>
                <a:gd name="T12" fmla="*/ 45 w 90"/>
                <a:gd name="T13" fmla="*/ 59 h 89"/>
                <a:gd name="T14" fmla="*/ 45 w 90"/>
                <a:gd name="T15" fmla="*/ 59 h 89"/>
                <a:gd name="T16" fmla="*/ 29 w 90"/>
                <a:gd name="T17" fmla="*/ 44 h 89"/>
                <a:gd name="T18" fmla="*/ 45 w 90"/>
                <a:gd name="T19" fmla="*/ 30 h 89"/>
                <a:gd name="T20" fmla="*/ 58 w 90"/>
                <a:gd name="T21" fmla="*/ 44 h 89"/>
                <a:gd name="T22" fmla="*/ 45 w 90"/>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89">
                  <a:moveTo>
                    <a:pt x="45" y="0"/>
                  </a:moveTo>
                  <a:lnTo>
                    <a:pt x="45" y="0"/>
                  </a:lnTo>
                  <a:cubicBezTo>
                    <a:pt x="20" y="0"/>
                    <a:pt x="0" y="20"/>
                    <a:pt x="0" y="44"/>
                  </a:cubicBezTo>
                  <a:cubicBezTo>
                    <a:pt x="0" y="69"/>
                    <a:pt x="20" y="88"/>
                    <a:pt x="45" y="88"/>
                  </a:cubicBezTo>
                  <a:cubicBezTo>
                    <a:pt x="68" y="88"/>
                    <a:pt x="89" y="69"/>
                    <a:pt x="89" y="44"/>
                  </a:cubicBezTo>
                  <a:cubicBezTo>
                    <a:pt x="89" y="20"/>
                    <a:pt x="68" y="0"/>
                    <a:pt x="45" y="0"/>
                  </a:cubicBezTo>
                  <a:close/>
                  <a:moveTo>
                    <a:pt x="45" y="59"/>
                  </a:moveTo>
                  <a:lnTo>
                    <a:pt x="45" y="59"/>
                  </a:lnTo>
                  <a:cubicBezTo>
                    <a:pt x="36" y="59"/>
                    <a:pt x="29" y="52"/>
                    <a:pt x="29" y="44"/>
                  </a:cubicBezTo>
                  <a:cubicBezTo>
                    <a:pt x="29" y="36"/>
                    <a:pt x="36" y="30"/>
                    <a:pt x="45" y="30"/>
                  </a:cubicBezTo>
                  <a:cubicBezTo>
                    <a:pt x="51" y="30"/>
                    <a:pt x="58" y="36"/>
                    <a:pt x="58" y="44"/>
                  </a:cubicBezTo>
                  <a:cubicBezTo>
                    <a:pt x="58" y="52"/>
                    <a:pt x="51" y="59"/>
                    <a:pt x="45"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21" name="Freeform 434">
            <a:extLst>
              <a:ext uri="{FF2B5EF4-FFF2-40B4-BE49-F238E27FC236}">
                <a16:creationId xmlns:a16="http://schemas.microsoft.com/office/drawing/2014/main" id="{D644D05A-067F-5AF6-FFB3-E1D0113BDAC0}"/>
              </a:ext>
            </a:extLst>
          </p:cNvPr>
          <p:cNvSpPr>
            <a:spLocks noChangeArrowheads="1"/>
          </p:cNvSpPr>
          <p:nvPr/>
        </p:nvSpPr>
        <p:spPr bwMode="auto">
          <a:xfrm>
            <a:off x="3239020" y="4692277"/>
            <a:ext cx="244475" cy="255588"/>
          </a:xfrm>
          <a:custGeom>
            <a:avLst/>
            <a:gdLst>
              <a:gd name="T0" fmla="*/ 678 w 681"/>
              <a:gd name="T1" fmla="*/ 275 h 710"/>
              <a:gd name="T2" fmla="*/ 678 w 681"/>
              <a:gd name="T3" fmla="*/ 275 h 710"/>
              <a:gd name="T4" fmla="*/ 665 w 681"/>
              <a:gd name="T5" fmla="*/ 265 h 710"/>
              <a:gd name="T6" fmla="*/ 439 w 681"/>
              <a:gd name="T7" fmla="*/ 265 h 710"/>
              <a:gd name="T8" fmla="*/ 354 w 681"/>
              <a:gd name="T9" fmla="*/ 11 h 710"/>
              <a:gd name="T10" fmla="*/ 340 w 681"/>
              <a:gd name="T11" fmla="*/ 0 h 710"/>
              <a:gd name="T12" fmla="*/ 326 w 681"/>
              <a:gd name="T13" fmla="*/ 11 h 710"/>
              <a:gd name="T14" fmla="*/ 242 w 681"/>
              <a:gd name="T15" fmla="*/ 265 h 710"/>
              <a:gd name="T16" fmla="*/ 17 w 681"/>
              <a:gd name="T17" fmla="*/ 265 h 710"/>
              <a:gd name="T18" fmla="*/ 3 w 681"/>
              <a:gd name="T19" fmla="*/ 275 h 710"/>
              <a:gd name="T20" fmla="*/ 7 w 681"/>
              <a:gd name="T21" fmla="*/ 292 h 710"/>
              <a:gd name="T22" fmla="*/ 176 w 681"/>
              <a:gd name="T23" fmla="*/ 432 h 710"/>
              <a:gd name="T24" fmla="*/ 90 w 681"/>
              <a:gd name="T25" fmla="*/ 688 h 710"/>
              <a:gd name="T26" fmla="*/ 95 w 681"/>
              <a:gd name="T27" fmla="*/ 705 h 710"/>
              <a:gd name="T28" fmla="*/ 113 w 681"/>
              <a:gd name="T29" fmla="*/ 705 h 710"/>
              <a:gd name="T30" fmla="*/ 340 w 681"/>
              <a:gd name="T31" fmla="*/ 535 h 710"/>
              <a:gd name="T32" fmla="*/ 568 w 681"/>
              <a:gd name="T33" fmla="*/ 705 h 710"/>
              <a:gd name="T34" fmla="*/ 584 w 681"/>
              <a:gd name="T35" fmla="*/ 705 h 710"/>
              <a:gd name="T36" fmla="*/ 590 w 681"/>
              <a:gd name="T37" fmla="*/ 688 h 710"/>
              <a:gd name="T38" fmla="*/ 504 w 681"/>
              <a:gd name="T39" fmla="*/ 432 h 710"/>
              <a:gd name="T40" fmla="*/ 674 w 681"/>
              <a:gd name="T41" fmla="*/ 292 h 710"/>
              <a:gd name="T42" fmla="*/ 678 w 681"/>
              <a:gd name="T43" fmla="*/ 275 h 710"/>
              <a:gd name="T44" fmla="*/ 478 w 681"/>
              <a:gd name="T45" fmla="*/ 417 h 710"/>
              <a:gd name="T46" fmla="*/ 478 w 681"/>
              <a:gd name="T47" fmla="*/ 417 h 710"/>
              <a:gd name="T48" fmla="*/ 474 w 681"/>
              <a:gd name="T49" fmla="*/ 432 h 710"/>
              <a:gd name="T50" fmla="*/ 547 w 681"/>
              <a:gd name="T51" fmla="*/ 653 h 710"/>
              <a:gd name="T52" fmla="*/ 350 w 681"/>
              <a:gd name="T53" fmla="*/ 504 h 710"/>
              <a:gd name="T54" fmla="*/ 332 w 681"/>
              <a:gd name="T55" fmla="*/ 504 h 710"/>
              <a:gd name="T56" fmla="*/ 133 w 681"/>
              <a:gd name="T57" fmla="*/ 653 h 710"/>
              <a:gd name="T58" fmla="*/ 207 w 681"/>
              <a:gd name="T59" fmla="*/ 432 h 710"/>
              <a:gd name="T60" fmla="*/ 202 w 681"/>
              <a:gd name="T61" fmla="*/ 417 h 710"/>
              <a:gd name="T62" fmla="*/ 57 w 681"/>
              <a:gd name="T63" fmla="*/ 296 h 710"/>
              <a:gd name="T64" fmla="*/ 252 w 681"/>
              <a:gd name="T65" fmla="*/ 296 h 710"/>
              <a:gd name="T66" fmla="*/ 265 w 681"/>
              <a:gd name="T67" fmla="*/ 285 h 710"/>
              <a:gd name="T68" fmla="*/ 340 w 681"/>
              <a:gd name="T69" fmla="*/ 62 h 710"/>
              <a:gd name="T70" fmla="*/ 415 w 681"/>
              <a:gd name="T71" fmla="*/ 285 h 710"/>
              <a:gd name="T72" fmla="*/ 428 w 681"/>
              <a:gd name="T73" fmla="*/ 296 h 710"/>
              <a:gd name="T74" fmla="*/ 623 w 681"/>
              <a:gd name="T75" fmla="*/ 296 h 710"/>
              <a:gd name="T76" fmla="*/ 478 w 681"/>
              <a:gd name="T77" fmla="*/ 41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1" h="710">
                <a:moveTo>
                  <a:pt x="678" y="275"/>
                </a:moveTo>
                <a:lnTo>
                  <a:pt x="678" y="275"/>
                </a:lnTo>
                <a:cubicBezTo>
                  <a:pt x="676" y="269"/>
                  <a:pt x="670" y="265"/>
                  <a:pt x="665" y="265"/>
                </a:cubicBezTo>
                <a:cubicBezTo>
                  <a:pt x="439" y="265"/>
                  <a:pt x="439" y="265"/>
                  <a:pt x="439" y="265"/>
                </a:cubicBezTo>
                <a:cubicBezTo>
                  <a:pt x="354" y="11"/>
                  <a:pt x="354" y="11"/>
                  <a:pt x="354" y="11"/>
                </a:cubicBezTo>
                <a:cubicBezTo>
                  <a:pt x="352" y="4"/>
                  <a:pt x="347" y="0"/>
                  <a:pt x="340" y="0"/>
                </a:cubicBezTo>
                <a:cubicBezTo>
                  <a:pt x="334" y="0"/>
                  <a:pt x="329" y="4"/>
                  <a:pt x="326" y="11"/>
                </a:cubicBezTo>
                <a:cubicBezTo>
                  <a:pt x="242" y="265"/>
                  <a:pt x="242" y="265"/>
                  <a:pt x="242" y="265"/>
                </a:cubicBezTo>
                <a:cubicBezTo>
                  <a:pt x="17" y="265"/>
                  <a:pt x="17" y="265"/>
                  <a:pt x="17" y="265"/>
                </a:cubicBezTo>
                <a:cubicBezTo>
                  <a:pt x="10" y="265"/>
                  <a:pt x="4" y="269"/>
                  <a:pt x="3" y="275"/>
                </a:cubicBezTo>
                <a:cubicBezTo>
                  <a:pt x="0" y="282"/>
                  <a:pt x="2" y="287"/>
                  <a:pt x="7" y="292"/>
                </a:cubicBezTo>
                <a:cubicBezTo>
                  <a:pt x="176" y="432"/>
                  <a:pt x="176" y="432"/>
                  <a:pt x="176" y="432"/>
                </a:cubicBezTo>
                <a:cubicBezTo>
                  <a:pt x="90" y="688"/>
                  <a:pt x="90" y="688"/>
                  <a:pt x="90" y="688"/>
                </a:cubicBezTo>
                <a:cubicBezTo>
                  <a:pt x="89" y="695"/>
                  <a:pt x="91" y="702"/>
                  <a:pt x="95" y="705"/>
                </a:cubicBezTo>
                <a:cubicBezTo>
                  <a:pt x="101" y="709"/>
                  <a:pt x="108" y="709"/>
                  <a:pt x="113" y="705"/>
                </a:cubicBezTo>
                <a:cubicBezTo>
                  <a:pt x="340" y="535"/>
                  <a:pt x="340" y="535"/>
                  <a:pt x="340" y="535"/>
                </a:cubicBezTo>
                <a:cubicBezTo>
                  <a:pt x="568" y="705"/>
                  <a:pt x="568" y="705"/>
                  <a:pt x="568" y="705"/>
                </a:cubicBezTo>
                <a:cubicBezTo>
                  <a:pt x="572" y="709"/>
                  <a:pt x="579" y="709"/>
                  <a:pt x="584" y="705"/>
                </a:cubicBezTo>
                <a:cubicBezTo>
                  <a:pt x="590" y="702"/>
                  <a:pt x="593" y="695"/>
                  <a:pt x="590" y="688"/>
                </a:cubicBezTo>
                <a:cubicBezTo>
                  <a:pt x="504" y="432"/>
                  <a:pt x="504" y="432"/>
                  <a:pt x="504" y="432"/>
                </a:cubicBezTo>
                <a:cubicBezTo>
                  <a:pt x="674" y="292"/>
                  <a:pt x="674" y="292"/>
                  <a:pt x="674" y="292"/>
                </a:cubicBezTo>
                <a:cubicBezTo>
                  <a:pt x="678" y="287"/>
                  <a:pt x="680" y="282"/>
                  <a:pt x="678" y="275"/>
                </a:cubicBezTo>
                <a:close/>
                <a:moveTo>
                  <a:pt x="478" y="417"/>
                </a:moveTo>
                <a:lnTo>
                  <a:pt x="478" y="417"/>
                </a:lnTo>
                <a:cubicBezTo>
                  <a:pt x="474" y="420"/>
                  <a:pt x="471" y="427"/>
                  <a:pt x="474" y="432"/>
                </a:cubicBezTo>
                <a:cubicBezTo>
                  <a:pt x="547" y="653"/>
                  <a:pt x="547" y="653"/>
                  <a:pt x="547" y="653"/>
                </a:cubicBezTo>
                <a:cubicBezTo>
                  <a:pt x="350" y="504"/>
                  <a:pt x="350" y="504"/>
                  <a:pt x="350" y="504"/>
                </a:cubicBezTo>
                <a:cubicBezTo>
                  <a:pt x="344" y="500"/>
                  <a:pt x="337" y="500"/>
                  <a:pt x="332" y="504"/>
                </a:cubicBezTo>
                <a:cubicBezTo>
                  <a:pt x="133" y="653"/>
                  <a:pt x="133" y="653"/>
                  <a:pt x="133" y="653"/>
                </a:cubicBezTo>
                <a:cubicBezTo>
                  <a:pt x="207" y="432"/>
                  <a:pt x="207" y="432"/>
                  <a:pt x="207" y="432"/>
                </a:cubicBezTo>
                <a:cubicBezTo>
                  <a:pt x="209" y="427"/>
                  <a:pt x="207" y="420"/>
                  <a:pt x="202" y="417"/>
                </a:cubicBezTo>
                <a:cubicBezTo>
                  <a:pt x="57" y="296"/>
                  <a:pt x="57" y="296"/>
                  <a:pt x="57" y="296"/>
                </a:cubicBezTo>
                <a:cubicBezTo>
                  <a:pt x="252" y="296"/>
                  <a:pt x="252" y="296"/>
                  <a:pt x="252" y="296"/>
                </a:cubicBezTo>
                <a:cubicBezTo>
                  <a:pt x="258" y="296"/>
                  <a:pt x="264" y="292"/>
                  <a:pt x="265" y="285"/>
                </a:cubicBezTo>
                <a:cubicBezTo>
                  <a:pt x="340" y="62"/>
                  <a:pt x="340" y="62"/>
                  <a:pt x="340" y="62"/>
                </a:cubicBezTo>
                <a:cubicBezTo>
                  <a:pt x="415" y="285"/>
                  <a:pt x="415" y="285"/>
                  <a:pt x="415" y="285"/>
                </a:cubicBezTo>
                <a:cubicBezTo>
                  <a:pt x="417" y="292"/>
                  <a:pt x="423" y="296"/>
                  <a:pt x="428" y="296"/>
                </a:cubicBezTo>
                <a:cubicBezTo>
                  <a:pt x="623" y="296"/>
                  <a:pt x="623" y="296"/>
                  <a:pt x="623" y="296"/>
                </a:cubicBezTo>
                <a:lnTo>
                  <a:pt x="478" y="417"/>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22" name="Group 524">
            <a:extLst>
              <a:ext uri="{FF2B5EF4-FFF2-40B4-BE49-F238E27FC236}">
                <a16:creationId xmlns:a16="http://schemas.microsoft.com/office/drawing/2014/main" id="{618A36FD-751A-3FD0-D794-B7CE184A4829}"/>
              </a:ext>
            </a:extLst>
          </p:cNvPr>
          <p:cNvGrpSpPr/>
          <p:nvPr/>
        </p:nvGrpSpPr>
        <p:grpSpPr>
          <a:xfrm>
            <a:off x="1202258" y="4697834"/>
            <a:ext cx="244475" cy="244475"/>
            <a:chOff x="46038" y="5016500"/>
            <a:chExt cx="244475" cy="244475"/>
          </a:xfrm>
          <a:solidFill>
            <a:schemeClr val="accent4"/>
          </a:solidFill>
        </p:grpSpPr>
        <p:sp>
          <p:nvSpPr>
            <p:cNvPr id="523" name="Freeform 435">
              <a:extLst>
                <a:ext uri="{FF2B5EF4-FFF2-40B4-BE49-F238E27FC236}">
                  <a16:creationId xmlns:a16="http://schemas.microsoft.com/office/drawing/2014/main" id="{E95CAE46-D3E0-742B-9185-33FF144D0A94}"/>
                </a:ext>
              </a:extLst>
            </p:cNvPr>
            <p:cNvSpPr>
              <a:spLocks noChangeArrowheads="1"/>
            </p:cNvSpPr>
            <p:nvPr/>
          </p:nvSpPr>
          <p:spPr bwMode="auto">
            <a:xfrm>
              <a:off x="46038" y="5016500"/>
              <a:ext cx="244475" cy="244475"/>
            </a:xfrm>
            <a:custGeom>
              <a:avLst/>
              <a:gdLst>
                <a:gd name="T0" fmla="*/ 82 w 679"/>
                <a:gd name="T1" fmla="*/ 263 h 680"/>
                <a:gd name="T2" fmla="*/ 0 w 679"/>
                <a:gd name="T3" fmla="*/ 310 h 680"/>
                <a:gd name="T4" fmla="*/ 73 w 679"/>
                <a:gd name="T5" fmla="*/ 413 h 680"/>
                <a:gd name="T6" fmla="*/ 102 w 679"/>
                <a:gd name="T7" fmla="*/ 459 h 680"/>
                <a:gd name="T8" fmla="*/ 79 w 679"/>
                <a:gd name="T9" fmla="*/ 496 h 680"/>
                <a:gd name="T10" fmla="*/ 120 w 679"/>
                <a:gd name="T11" fmla="*/ 600 h 680"/>
                <a:gd name="T12" fmla="*/ 203 w 679"/>
                <a:gd name="T13" fmla="*/ 579 h 680"/>
                <a:gd name="T14" fmla="*/ 220 w 679"/>
                <a:gd name="T15" fmla="*/ 576 h 680"/>
                <a:gd name="T16" fmla="*/ 265 w 679"/>
                <a:gd name="T17" fmla="*/ 605 h 680"/>
                <a:gd name="T18" fmla="*/ 369 w 679"/>
                <a:gd name="T19" fmla="*/ 679 h 680"/>
                <a:gd name="T20" fmla="*/ 414 w 679"/>
                <a:gd name="T21" fmla="*/ 597 h 680"/>
                <a:gd name="T22" fmla="*/ 464 w 679"/>
                <a:gd name="T23" fmla="*/ 575 h 680"/>
                <a:gd name="T24" fmla="*/ 526 w 679"/>
                <a:gd name="T25" fmla="*/ 614 h 680"/>
                <a:gd name="T26" fmla="*/ 612 w 679"/>
                <a:gd name="T27" fmla="*/ 527 h 680"/>
                <a:gd name="T28" fmla="*/ 575 w 679"/>
                <a:gd name="T29" fmla="*/ 464 h 680"/>
                <a:gd name="T30" fmla="*/ 595 w 679"/>
                <a:gd name="T31" fmla="*/ 416 h 680"/>
                <a:gd name="T32" fmla="*/ 678 w 679"/>
                <a:gd name="T33" fmla="*/ 369 h 680"/>
                <a:gd name="T34" fmla="*/ 604 w 679"/>
                <a:gd name="T35" fmla="*/ 266 h 680"/>
                <a:gd name="T36" fmla="*/ 576 w 679"/>
                <a:gd name="T37" fmla="*/ 220 h 680"/>
                <a:gd name="T38" fmla="*/ 600 w 679"/>
                <a:gd name="T39" fmla="*/ 184 h 680"/>
                <a:gd name="T40" fmla="*/ 558 w 679"/>
                <a:gd name="T41" fmla="*/ 79 h 680"/>
                <a:gd name="T42" fmla="*/ 474 w 679"/>
                <a:gd name="T43" fmla="*/ 100 h 680"/>
                <a:gd name="T44" fmla="*/ 421 w 679"/>
                <a:gd name="T45" fmla="*/ 87 h 680"/>
                <a:gd name="T46" fmla="*/ 413 w 679"/>
                <a:gd name="T47" fmla="*/ 45 h 680"/>
                <a:gd name="T48" fmla="*/ 265 w 679"/>
                <a:gd name="T49" fmla="*/ 45 h 680"/>
                <a:gd name="T50" fmla="*/ 256 w 679"/>
                <a:gd name="T51" fmla="*/ 87 h 680"/>
                <a:gd name="T52" fmla="*/ 203 w 679"/>
                <a:gd name="T53" fmla="*/ 100 h 680"/>
                <a:gd name="T54" fmla="*/ 120 w 679"/>
                <a:gd name="T55" fmla="*/ 79 h 680"/>
                <a:gd name="T56" fmla="*/ 79 w 679"/>
                <a:gd name="T57" fmla="*/ 184 h 680"/>
                <a:gd name="T58" fmla="*/ 102 w 679"/>
                <a:gd name="T59" fmla="*/ 220 h 680"/>
                <a:gd name="T60" fmla="*/ 120 w 679"/>
                <a:gd name="T61" fmla="*/ 183 h 680"/>
                <a:gd name="T62" fmla="*/ 100 w 679"/>
                <a:gd name="T63" fmla="*/ 141 h 680"/>
                <a:gd name="T64" fmla="*/ 162 w 679"/>
                <a:gd name="T65" fmla="*/ 100 h 680"/>
                <a:gd name="T66" fmla="*/ 232 w 679"/>
                <a:gd name="T67" fmla="*/ 129 h 680"/>
                <a:gd name="T68" fmla="*/ 294 w 679"/>
                <a:gd name="T69" fmla="*/ 74 h 680"/>
                <a:gd name="T70" fmla="*/ 369 w 679"/>
                <a:gd name="T71" fmla="*/ 31 h 680"/>
                <a:gd name="T72" fmla="*/ 391 w 679"/>
                <a:gd name="T73" fmla="*/ 100 h 680"/>
                <a:gd name="T74" fmla="*/ 464 w 679"/>
                <a:gd name="T75" fmla="*/ 134 h 680"/>
                <a:gd name="T76" fmla="*/ 526 w 679"/>
                <a:gd name="T77" fmla="*/ 96 h 680"/>
                <a:gd name="T78" fmla="*/ 583 w 679"/>
                <a:gd name="T79" fmla="*/ 152 h 680"/>
                <a:gd name="T80" fmla="*/ 544 w 679"/>
                <a:gd name="T81" fmla="*/ 214 h 680"/>
                <a:gd name="T82" fmla="*/ 579 w 679"/>
                <a:gd name="T83" fmla="*/ 288 h 680"/>
                <a:gd name="T84" fmla="*/ 648 w 679"/>
                <a:gd name="T85" fmla="*/ 310 h 680"/>
                <a:gd name="T86" fmla="*/ 604 w 679"/>
                <a:gd name="T87" fmla="*/ 384 h 680"/>
                <a:gd name="T88" fmla="*/ 550 w 679"/>
                <a:gd name="T89" fmla="*/ 445 h 680"/>
                <a:gd name="T90" fmla="*/ 579 w 679"/>
                <a:gd name="T91" fmla="*/ 517 h 680"/>
                <a:gd name="T92" fmla="*/ 536 w 679"/>
                <a:gd name="T93" fmla="*/ 579 h 680"/>
                <a:gd name="T94" fmla="*/ 495 w 679"/>
                <a:gd name="T95" fmla="*/ 558 h 680"/>
                <a:gd name="T96" fmla="*/ 412 w 679"/>
                <a:gd name="T97" fmla="*/ 564 h 680"/>
                <a:gd name="T98" fmla="*/ 383 w 679"/>
                <a:gd name="T99" fmla="*/ 634 h 680"/>
                <a:gd name="T100" fmla="*/ 294 w 679"/>
                <a:gd name="T101" fmla="*/ 634 h 680"/>
                <a:gd name="T102" fmla="*/ 265 w 679"/>
                <a:gd name="T103" fmla="*/ 564 h 680"/>
                <a:gd name="T104" fmla="*/ 214 w 679"/>
                <a:gd name="T105" fmla="*/ 546 h 680"/>
                <a:gd name="T106" fmla="*/ 152 w 679"/>
                <a:gd name="T107" fmla="*/ 583 h 680"/>
                <a:gd name="T108" fmla="*/ 95 w 679"/>
                <a:gd name="T109" fmla="*/ 527 h 680"/>
                <a:gd name="T110" fmla="*/ 133 w 679"/>
                <a:gd name="T111" fmla="*/ 464 h 680"/>
                <a:gd name="T112" fmla="*/ 98 w 679"/>
                <a:gd name="T113" fmla="*/ 391 h 680"/>
                <a:gd name="T114" fmla="*/ 29 w 679"/>
                <a:gd name="T115" fmla="*/ 369 h 680"/>
                <a:gd name="T116" fmla="*/ 73 w 679"/>
                <a:gd name="T117" fmla="*/ 296 h 680"/>
                <a:gd name="T118" fmla="*/ 129 w 679"/>
                <a:gd name="T119" fmla="*/ 234 h 6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9" h="680">
                  <a:moveTo>
                    <a:pt x="87" y="257"/>
                  </a:moveTo>
                  <a:lnTo>
                    <a:pt x="87" y="257"/>
                  </a:lnTo>
                  <a:cubicBezTo>
                    <a:pt x="86" y="260"/>
                    <a:pt x="84" y="261"/>
                    <a:pt x="82" y="263"/>
                  </a:cubicBezTo>
                  <a:cubicBezTo>
                    <a:pt x="80" y="266"/>
                    <a:pt x="76" y="266"/>
                    <a:pt x="73" y="266"/>
                  </a:cubicBezTo>
                  <a:cubicBezTo>
                    <a:pt x="44" y="266"/>
                    <a:pt x="44" y="266"/>
                    <a:pt x="44" y="266"/>
                  </a:cubicBezTo>
                  <a:cubicBezTo>
                    <a:pt x="19" y="266"/>
                    <a:pt x="0" y="286"/>
                    <a:pt x="0" y="310"/>
                  </a:cubicBezTo>
                  <a:cubicBezTo>
                    <a:pt x="0" y="369"/>
                    <a:pt x="0" y="369"/>
                    <a:pt x="0" y="369"/>
                  </a:cubicBezTo>
                  <a:cubicBezTo>
                    <a:pt x="0" y="394"/>
                    <a:pt x="19" y="413"/>
                    <a:pt x="44" y="413"/>
                  </a:cubicBezTo>
                  <a:cubicBezTo>
                    <a:pt x="73" y="413"/>
                    <a:pt x="73" y="413"/>
                    <a:pt x="73" y="413"/>
                  </a:cubicBezTo>
                  <a:cubicBezTo>
                    <a:pt x="76" y="413"/>
                    <a:pt x="80" y="415"/>
                    <a:pt x="82" y="416"/>
                  </a:cubicBezTo>
                  <a:cubicBezTo>
                    <a:pt x="84" y="417"/>
                    <a:pt x="86" y="420"/>
                    <a:pt x="87" y="423"/>
                  </a:cubicBezTo>
                  <a:cubicBezTo>
                    <a:pt x="91" y="435"/>
                    <a:pt x="97" y="448"/>
                    <a:pt x="102" y="459"/>
                  </a:cubicBezTo>
                  <a:cubicBezTo>
                    <a:pt x="104" y="460"/>
                    <a:pt x="104" y="463"/>
                    <a:pt x="104" y="464"/>
                  </a:cubicBezTo>
                  <a:cubicBezTo>
                    <a:pt x="104" y="469"/>
                    <a:pt x="102" y="473"/>
                    <a:pt x="100" y="475"/>
                  </a:cubicBezTo>
                  <a:cubicBezTo>
                    <a:pt x="79" y="496"/>
                    <a:pt x="79" y="496"/>
                    <a:pt x="79" y="496"/>
                  </a:cubicBezTo>
                  <a:cubicBezTo>
                    <a:pt x="71" y="504"/>
                    <a:pt x="65" y="516"/>
                    <a:pt x="65" y="527"/>
                  </a:cubicBezTo>
                  <a:cubicBezTo>
                    <a:pt x="65" y="539"/>
                    <a:pt x="71" y="550"/>
                    <a:pt x="79" y="558"/>
                  </a:cubicBezTo>
                  <a:cubicBezTo>
                    <a:pt x="120" y="600"/>
                    <a:pt x="120" y="600"/>
                    <a:pt x="120" y="600"/>
                  </a:cubicBezTo>
                  <a:cubicBezTo>
                    <a:pt x="129" y="608"/>
                    <a:pt x="140" y="614"/>
                    <a:pt x="152" y="614"/>
                  </a:cubicBezTo>
                  <a:cubicBezTo>
                    <a:pt x="163" y="614"/>
                    <a:pt x="174" y="608"/>
                    <a:pt x="182" y="600"/>
                  </a:cubicBezTo>
                  <a:cubicBezTo>
                    <a:pt x="203" y="579"/>
                    <a:pt x="203" y="579"/>
                    <a:pt x="203" y="579"/>
                  </a:cubicBezTo>
                  <a:cubicBezTo>
                    <a:pt x="206" y="576"/>
                    <a:pt x="210" y="575"/>
                    <a:pt x="214" y="575"/>
                  </a:cubicBezTo>
                  <a:cubicBezTo>
                    <a:pt x="216" y="575"/>
                    <a:pt x="218" y="575"/>
                    <a:pt x="220" y="576"/>
                  </a:cubicBezTo>
                  <a:lnTo>
                    <a:pt x="220" y="576"/>
                  </a:lnTo>
                  <a:cubicBezTo>
                    <a:pt x="231" y="582"/>
                    <a:pt x="243" y="587"/>
                    <a:pt x="256" y="591"/>
                  </a:cubicBezTo>
                  <a:cubicBezTo>
                    <a:pt x="258" y="593"/>
                    <a:pt x="261" y="594"/>
                    <a:pt x="263" y="597"/>
                  </a:cubicBezTo>
                  <a:cubicBezTo>
                    <a:pt x="264" y="598"/>
                    <a:pt x="265" y="603"/>
                    <a:pt x="265" y="605"/>
                  </a:cubicBezTo>
                  <a:cubicBezTo>
                    <a:pt x="265" y="634"/>
                    <a:pt x="265" y="634"/>
                    <a:pt x="265" y="634"/>
                  </a:cubicBezTo>
                  <a:cubicBezTo>
                    <a:pt x="265" y="659"/>
                    <a:pt x="285" y="679"/>
                    <a:pt x="309" y="679"/>
                  </a:cubicBezTo>
                  <a:cubicBezTo>
                    <a:pt x="369" y="679"/>
                    <a:pt x="369" y="679"/>
                    <a:pt x="369" y="679"/>
                  </a:cubicBezTo>
                  <a:cubicBezTo>
                    <a:pt x="392" y="679"/>
                    <a:pt x="413" y="659"/>
                    <a:pt x="413" y="634"/>
                  </a:cubicBezTo>
                  <a:cubicBezTo>
                    <a:pt x="413" y="605"/>
                    <a:pt x="413" y="605"/>
                    <a:pt x="413" y="605"/>
                  </a:cubicBezTo>
                  <a:cubicBezTo>
                    <a:pt x="413" y="603"/>
                    <a:pt x="413" y="598"/>
                    <a:pt x="414" y="597"/>
                  </a:cubicBezTo>
                  <a:cubicBezTo>
                    <a:pt x="417" y="594"/>
                    <a:pt x="419" y="593"/>
                    <a:pt x="421" y="591"/>
                  </a:cubicBezTo>
                  <a:cubicBezTo>
                    <a:pt x="434" y="587"/>
                    <a:pt x="446" y="582"/>
                    <a:pt x="459" y="576"/>
                  </a:cubicBezTo>
                  <a:cubicBezTo>
                    <a:pt x="460" y="575"/>
                    <a:pt x="461" y="575"/>
                    <a:pt x="464" y="575"/>
                  </a:cubicBezTo>
                  <a:cubicBezTo>
                    <a:pt x="467" y="575"/>
                    <a:pt x="471" y="576"/>
                    <a:pt x="474" y="579"/>
                  </a:cubicBezTo>
                  <a:cubicBezTo>
                    <a:pt x="495" y="600"/>
                    <a:pt x="495" y="600"/>
                    <a:pt x="495" y="600"/>
                  </a:cubicBezTo>
                  <a:cubicBezTo>
                    <a:pt x="504" y="608"/>
                    <a:pt x="515" y="614"/>
                    <a:pt x="526" y="614"/>
                  </a:cubicBezTo>
                  <a:cubicBezTo>
                    <a:pt x="537" y="614"/>
                    <a:pt x="548" y="608"/>
                    <a:pt x="558" y="600"/>
                  </a:cubicBezTo>
                  <a:cubicBezTo>
                    <a:pt x="600" y="558"/>
                    <a:pt x="600" y="558"/>
                    <a:pt x="600" y="558"/>
                  </a:cubicBezTo>
                  <a:cubicBezTo>
                    <a:pt x="608" y="550"/>
                    <a:pt x="612" y="539"/>
                    <a:pt x="612" y="527"/>
                  </a:cubicBezTo>
                  <a:cubicBezTo>
                    <a:pt x="612" y="516"/>
                    <a:pt x="608" y="504"/>
                    <a:pt x="600" y="496"/>
                  </a:cubicBezTo>
                  <a:cubicBezTo>
                    <a:pt x="579" y="475"/>
                    <a:pt x="579" y="475"/>
                    <a:pt x="579" y="475"/>
                  </a:cubicBezTo>
                  <a:cubicBezTo>
                    <a:pt x="576" y="473"/>
                    <a:pt x="575" y="469"/>
                    <a:pt x="575" y="464"/>
                  </a:cubicBezTo>
                  <a:cubicBezTo>
                    <a:pt x="575" y="463"/>
                    <a:pt x="575" y="460"/>
                    <a:pt x="576" y="459"/>
                  </a:cubicBezTo>
                  <a:cubicBezTo>
                    <a:pt x="582" y="448"/>
                    <a:pt x="587" y="435"/>
                    <a:pt x="591" y="423"/>
                  </a:cubicBezTo>
                  <a:cubicBezTo>
                    <a:pt x="591" y="420"/>
                    <a:pt x="593" y="417"/>
                    <a:pt x="595" y="416"/>
                  </a:cubicBezTo>
                  <a:cubicBezTo>
                    <a:pt x="598" y="415"/>
                    <a:pt x="601" y="413"/>
                    <a:pt x="604" y="413"/>
                  </a:cubicBezTo>
                  <a:cubicBezTo>
                    <a:pt x="634" y="413"/>
                    <a:pt x="634" y="413"/>
                    <a:pt x="634" y="413"/>
                  </a:cubicBezTo>
                  <a:cubicBezTo>
                    <a:pt x="658" y="413"/>
                    <a:pt x="678" y="394"/>
                    <a:pt x="678" y="369"/>
                  </a:cubicBezTo>
                  <a:cubicBezTo>
                    <a:pt x="678" y="310"/>
                    <a:pt x="678" y="310"/>
                    <a:pt x="678" y="310"/>
                  </a:cubicBezTo>
                  <a:cubicBezTo>
                    <a:pt x="678" y="286"/>
                    <a:pt x="658" y="266"/>
                    <a:pt x="634" y="266"/>
                  </a:cubicBezTo>
                  <a:cubicBezTo>
                    <a:pt x="604" y="266"/>
                    <a:pt x="604" y="266"/>
                    <a:pt x="604" y="266"/>
                  </a:cubicBezTo>
                  <a:cubicBezTo>
                    <a:pt x="601" y="266"/>
                    <a:pt x="598" y="266"/>
                    <a:pt x="595" y="263"/>
                  </a:cubicBezTo>
                  <a:cubicBezTo>
                    <a:pt x="593" y="261"/>
                    <a:pt x="591" y="260"/>
                    <a:pt x="591" y="257"/>
                  </a:cubicBezTo>
                  <a:cubicBezTo>
                    <a:pt x="587" y="245"/>
                    <a:pt x="582" y="232"/>
                    <a:pt x="576" y="220"/>
                  </a:cubicBezTo>
                  <a:cubicBezTo>
                    <a:pt x="575" y="219"/>
                    <a:pt x="575" y="217"/>
                    <a:pt x="575" y="214"/>
                  </a:cubicBezTo>
                  <a:cubicBezTo>
                    <a:pt x="575" y="212"/>
                    <a:pt x="576" y="208"/>
                    <a:pt x="579" y="205"/>
                  </a:cubicBezTo>
                  <a:cubicBezTo>
                    <a:pt x="600" y="184"/>
                    <a:pt x="600" y="184"/>
                    <a:pt x="600" y="184"/>
                  </a:cubicBezTo>
                  <a:cubicBezTo>
                    <a:pt x="608" y="174"/>
                    <a:pt x="612" y="163"/>
                    <a:pt x="612" y="152"/>
                  </a:cubicBezTo>
                  <a:cubicBezTo>
                    <a:pt x="612" y="141"/>
                    <a:pt x="608" y="130"/>
                    <a:pt x="600" y="121"/>
                  </a:cubicBezTo>
                  <a:cubicBezTo>
                    <a:pt x="558" y="79"/>
                    <a:pt x="558" y="79"/>
                    <a:pt x="558" y="79"/>
                  </a:cubicBezTo>
                  <a:cubicBezTo>
                    <a:pt x="548" y="71"/>
                    <a:pt x="537" y="67"/>
                    <a:pt x="526" y="67"/>
                  </a:cubicBezTo>
                  <a:cubicBezTo>
                    <a:pt x="515" y="67"/>
                    <a:pt x="504" y="71"/>
                    <a:pt x="495" y="79"/>
                  </a:cubicBezTo>
                  <a:cubicBezTo>
                    <a:pt x="474" y="100"/>
                    <a:pt x="474" y="100"/>
                    <a:pt x="474" y="100"/>
                  </a:cubicBezTo>
                  <a:cubicBezTo>
                    <a:pt x="471" y="103"/>
                    <a:pt x="467" y="104"/>
                    <a:pt x="464" y="104"/>
                  </a:cubicBezTo>
                  <a:cubicBezTo>
                    <a:pt x="461" y="104"/>
                    <a:pt x="460" y="104"/>
                    <a:pt x="459" y="103"/>
                  </a:cubicBezTo>
                  <a:cubicBezTo>
                    <a:pt x="446" y="97"/>
                    <a:pt x="434" y="92"/>
                    <a:pt x="421" y="87"/>
                  </a:cubicBezTo>
                  <a:cubicBezTo>
                    <a:pt x="419" y="87"/>
                    <a:pt x="417" y="85"/>
                    <a:pt x="414" y="83"/>
                  </a:cubicBezTo>
                  <a:cubicBezTo>
                    <a:pt x="413" y="80"/>
                    <a:pt x="413" y="78"/>
                    <a:pt x="413" y="74"/>
                  </a:cubicBezTo>
                  <a:cubicBezTo>
                    <a:pt x="413" y="45"/>
                    <a:pt x="413" y="45"/>
                    <a:pt x="413" y="45"/>
                  </a:cubicBezTo>
                  <a:cubicBezTo>
                    <a:pt x="413" y="21"/>
                    <a:pt x="392" y="0"/>
                    <a:pt x="369" y="0"/>
                  </a:cubicBezTo>
                  <a:cubicBezTo>
                    <a:pt x="309" y="0"/>
                    <a:pt x="309" y="0"/>
                    <a:pt x="309" y="0"/>
                  </a:cubicBezTo>
                  <a:cubicBezTo>
                    <a:pt x="285" y="0"/>
                    <a:pt x="265" y="21"/>
                    <a:pt x="265" y="45"/>
                  </a:cubicBezTo>
                  <a:cubicBezTo>
                    <a:pt x="265" y="74"/>
                    <a:pt x="265" y="74"/>
                    <a:pt x="265" y="74"/>
                  </a:cubicBezTo>
                  <a:cubicBezTo>
                    <a:pt x="265" y="78"/>
                    <a:pt x="264" y="80"/>
                    <a:pt x="263" y="83"/>
                  </a:cubicBezTo>
                  <a:cubicBezTo>
                    <a:pt x="261" y="85"/>
                    <a:pt x="258" y="87"/>
                    <a:pt x="256" y="87"/>
                  </a:cubicBezTo>
                  <a:cubicBezTo>
                    <a:pt x="243" y="92"/>
                    <a:pt x="231" y="97"/>
                    <a:pt x="220" y="103"/>
                  </a:cubicBezTo>
                  <a:cubicBezTo>
                    <a:pt x="218" y="104"/>
                    <a:pt x="216" y="104"/>
                    <a:pt x="214" y="104"/>
                  </a:cubicBezTo>
                  <a:cubicBezTo>
                    <a:pt x="210" y="104"/>
                    <a:pt x="206" y="103"/>
                    <a:pt x="203" y="100"/>
                  </a:cubicBezTo>
                  <a:cubicBezTo>
                    <a:pt x="182" y="79"/>
                    <a:pt x="182" y="79"/>
                    <a:pt x="182" y="79"/>
                  </a:cubicBezTo>
                  <a:cubicBezTo>
                    <a:pt x="174" y="71"/>
                    <a:pt x="163" y="67"/>
                    <a:pt x="152" y="67"/>
                  </a:cubicBezTo>
                  <a:cubicBezTo>
                    <a:pt x="140" y="67"/>
                    <a:pt x="129" y="71"/>
                    <a:pt x="120" y="79"/>
                  </a:cubicBezTo>
                  <a:cubicBezTo>
                    <a:pt x="79" y="121"/>
                    <a:pt x="79" y="121"/>
                    <a:pt x="79" y="121"/>
                  </a:cubicBezTo>
                  <a:cubicBezTo>
                    <a:pt x="71" y="130"/>
                    <a:pt x="65" y="141"/>
                    <a:pt x="65" y="152"/>
                  </a:cubicBezTo>
                  <a:cubicBezTo>
                    <a:pt x="65" y="163"/>
                    <a:pt x="71" y="174"/>
                    <a:pt x="79" y="184"/>
                  </a:cubicBezTo>
                  <a:cubicBezTo>
                    <a:pt x="100" y="205"/>
                    <a:pt x="100" y="205"/>
                    <a:pt x="100" y="205"/>
                  </a:cubicBezTo>
                  <a:cubicBezTo>
                    <a:pt x="102" y="208"/>
                    <a:pt x="104" y="212"/>
                    <a:pt x="104" y="214"/>
                  </a:cubicBezTo>
                  <a:cubicBezTo>
                    <a:pt x="104" y="217"/>
                    <a:pt x="104" y="219"/>
                    <a:pt x="102" y="220"/>
                  </a:cubicBezTo>
                  <a:cubicBezTo>
                    <a:pt x="97" y="232"/>
                    <a:pt x="91" y="245"/>
                    <a:pt x="87" y="257"/>
                  </a:cubicBezTo>
                  <a:close/>
                  <a:moveTo>
                    <a:pt x="120" y="183"/>
                  </a:moveTo>
                  <a:lnTo>
                    <a:pt x="120" y="183"/>
                  </a:lnTo>
                  <a:cubicBezTo>
                    <a:pt x="100" y="163"/>
                    <a:pt x="100" y="163"/>
                    <a:pt x="100" y="163"/>
                  </a:cubicBezTo>
                  <a:cubicBezTo>
                    <a:pt x="97" y="159"/>
                    <a:pt x="95" y="156"/>
                    <a:pt x="95" y="152"/>
                  </a:cubicBezTo>
                  <a:cubicBezTo>
                    <a:pt x="95" y="148"/>
                    <a:pt x="97" y="145"/>
                    <a:pt x="100" y="141"/>
                  </a:cubicBezTo>
                  <a:cubicBezTo>
                    <a:pt x="141" y="100"/>
                    <a:pt x="141" y="100"/>
                    <a:pt x="141" y="100"/>
                  </a:cubicBezTo>
                  <a:cubicBezTo>
                    <a:pt x="144" y="97"/>
                    <a:pt x="148" y="96"/>
                    <a:pt x="152" y="96"/>
                  </a:cubicBezTo>
                  <a:cubicBezTo>
                    <a:pt x="155" y="96"/>
                    <a:pt x="159" y="97"/>
                    <a:pt x="162" y="100"/>
                  </a:cubicBezTo>
                  <a:cubicBezTo>
                    <a:pt x="182" y="121"/>
                    <a:pt x="182" y="121"/>
                    <a:pt x="182" y="121"/>
                  </a:cubicBezTo>
                  <a:cubicBezTo>
                    <a:pt x="191" y="129"/>
                    <a:pt x="202" y="134"/>
                    <a:pt x="214" y="134"/>
                  </a:cubicBezTo>
                  <a:cubicBezTo>
                    <a:pt x="220" y="134"/>
                    <a:pt x="227" y="133"/>
                    <a:pt x="232" y="129"/>
                  </a:cubicBezTo>
                  <a:cubicBezTo>
                    <a:pt x="243" y="125"/>
                    <a:pt x="254" y="119"/>
                    <a:pt x="265" y="116"/>
                  </a:cubicBezTo>
                  <a:cubicBezTo>
                    <a:pt x="275" y="112"/>
                    <a:pt x="282" y="107"/>
                    <a:pt x="287" y="100"/>
                  </a:cubicBezTo>
                  <a:cubicBezTo>
                    <a:pt x="292" y="92"/>
                    <a:pt x="294" y="83"/>
                    <a:pt x="294" y="74"/>
                  </a:cubicBezTo>
                  <a:cubicBezTo>
                    <a:pt x="294" y="45"/>
                    <a:pt x="294" y="45"/>
                    <a:pt x="294" y="45"/>
                  </a:cubicBezTo>
                  <a:cubicBezTo>
                    <a:pt x="294" y="36"/>
                    <a:pt x="301" y="31"/>
                    <a:pt x="309" y="31"/>
                  </a:cubicBezTo>
                  <a:cubicBezTo>
                    <a:pt x="369" y="31"/>
                    <a:pt x="369" y="31"/>
                    <a:pt x="369" y="31"/>
                  </a:cubicBezTo>
                  <a:cubicBezTo>
                    <a:pt x="376" y="31"/>
                    <a:pt x="383" y="36"/>
                    <a:pt x="383" y="45"/>
                  </a:cubicBezTo>
                  <a:cubicBezTo>
                    <a:pt x="383" y="74"/>
                    <a:pt x="383" y="74"/>
                    <a:pt x="383" y="74"/>
                  </a:cubicBezTo>
                  <a:cubicBezTo>
                    <a:pt x="383" y="83"/>
                    <a:pt x="385" y="92"/>
                    <a:pt x="391" y="100"/>
                  </a:cubicBezTo>
                  <a:cubicBezTo>
                    <a:pt x="397" y="107"/>
                    <a:pt x="403" y="112"/>
                    <a:pt x="412" y="116"/>
                  </a:cubicBezTo>
                  <a:cubicBezTo>
                    <a:pt x="424" y="119"/>
                    <a:pt x="434" y="125"/>
                    <a:pt x="445" y="129"/>
                  </a:cubicBezTo>
                  <a:cubicBezTo>
                    <a:pt x="450" y="133"/>
                    <a:pt x="457" y="134"/>
                    <a:pt x="464" y="134"/>
                  </a:cubicBezTo>
                  <a:cubicBezTo>
                    <a:pt x="475" y="134"/>
                    <a:pt x="486" y="129"/>
                    <a:pt x="495" y="121"/>
                  </a:cubicBezTo>
                  <a:cubicBezTo>
                    <a:pt x="515" y="100"/>
                    <a:pt x="515" y="100"/>
                    <a:pt x="515" y="100"/>
                  </a:cubicBezTo>
                  <a:cubicBezTo>
                    <a:pt x="518" y="97"/>
                    <a:pt x="522" y="96"/>
                    <a:pt x="526" y="96"/>
                  </a:cubicBezTo>
                  <a:cubicBezTo>
                    <a:pt x="530" y="96"/>
                    <a:pt x="533" y="97"/>
                    <a:pt x="536" y="100"/>
                  </a:cubicBezTo>
                  <a:cubicBezTo>
                    <a:pt x="579" y="141"/>
                    <a:pt x="579" y="141"/>
                    <a:pt x="579" y="141"/>
                  </a:cubicBezTo>
                  <a:cubicBezTo>
                    <a:pt x="582" y="145"/>
                    <a:pt x="583" y="148"/>
                    <a:pt x="583" y="152"/>
                  </a:cubicBezTo>
                  <a:cubicBezTo>
                    <a:pt x="583" y="156"/>
                    <a:pt x="582" y="159"/>
                    <a:pt x="579" y="163"/>
                  </a:cubicBezTo>
                  <a:cubicBezTo>
                    <a:pt x="558" y="183"/>
                    <a:pt x="558" y="183"/>
                    <a:pt x="558" y="183"/>
                  </a:cubicBezTo>
                  <a:cubicBezTo>
                    <a:pt x="550" y="192"/>
                    <a:pt x="544" y="203"/>
                    <a:pt x="544" y="214"/>
                  </a:cubicBezTo>
                  <a:cubicBezTo>
                    <a:pt x="544" y="221"/>
                    <a:pt x="546" y="228"/>
                    <a:pt x="550" y="234"/>
                  </a:cubicBezTo>
                  <a:cubicBezTo>
                    <a:pt x="554" y="243"/>
                    <a:pt x="560" y="254"/>
                    <a:pt x="562" y="266"/>
                  </a:cubicBezTo>
                  <a:cubicBezTo>
                    <a:pt x="566" y="275"/>
                    <a:pt x="572" y="282"/>
                    <a:pt x="579" y="288"/>
                  </a:cubicBezTo>
                  <a:cubicBezTo>
                    <a:pt x="587" y="293"/>
                    <a:pt x="595" y="296"/>
                    <a:pt x="604" y="296"/>
                  </a:cubicBezTo>
                  <a:cubicBezTo>
                    <a:pt x="634" y="296"/>
                    <a:pt x="634" y="296"/>
                    <a:pt x="634" y="296"/>
                  </a:cubicBezTo>
                  <a:cubicBezTo>
                    <a:pt x="641" y="296"/>
                    <a:pt x="648" y="301"/>
                    <a:pt x="648" y="310"/>
                  </a:cubicBezTo>
                  <a:cubicBezTo>
                    <a:pt x="648" y="369"/>
                    <a:pt x="648" y="369"/>
                    <a:pt x="648" y="369"/>
                  </a:cubicBezTo>
                  <a:cubicBezTo>
                    <a:pt x="648" y="377"/>
                    <a:pt x="641" y="384"/>
                    <a:pt x="634" y="384"/>
                  </a:cubicBezTo>
                  <a:cubicBezTo>
                    <a:pt x="604" y="384"/>
                    <a:pt x="604" y="384"/>
                    <a:pt x="604" y="384"/>
                  </a:cubicBezTo>
                  <a:cubicBezTo>
                    <a:pt x="595" y="384"/>
                    <a:pt x="587" y="387"/>
                    <a:pt x="579" y="391"/>
                  </a:cubicBezTo>
                  <a:cubicBezTo>
                    <a:pt x="572" y="397"/>
                    <a:pt x="566" y="404"/>
                    <a:pt x="562" y="413"/>
                  </a:cubicBezTo>
                  <a:cubicBezTo>
                    <a:pt x="560" y="424"/>
                    <a:pt x="554" y="435"/>
                    <a:pt x="550" y="445"/>
                  </a:cubicBezTo>
                  <a:cubicBezTo>
                    <a:pt x="546" y="452"/>
                    <a:pt x="544" y="459"/>
                    <a:pt x="544" y="464"/>
                  </a:cubicBezTo>
                  <a:cubicBezTo>
                    <a:pt x="544" y="477"/>
                    <a:pt x="550" y="488"/>
                    <a:pt x="558" y="496"/>
                  </a:cubicBezTo>
                  <a:cubicBezTo>
                    <a:pt x="579" y="517"/>
                    <a:pt x="579" y="517"/>
                    <a:pt x="579" y="517"/>
                  </a:cubicBezTo>
                  <a:cubicBezTo>
                    <a:pt x="582" y="520"/>
                    <a:pt x="583" y="524"/>
                    <a:pt x="583" y="527"/>
                  </a:cubicBezTo>
                  <a:cubicBezTo>
                    <a:pt x="583" y="531"/>
                    <a:pt x="582" y="535"/>
                    <a:pt x="579" y="538"/>
                  </a:cubicBezTo>
                  <a:cubicBezTo>
                    <a:pt x="536" y="579"/>
                    <a:pt x="536" y="579"/>
                    <a:pt x="536" y="579"/>
                  </a:cubicBezTo>
                  <a:cubicBezTo>
                    <a:pt x="533" y="582"/>
                    <a:pt x="530" y="583"/>
                    <a:pt x="526" y="583"/>
                  </a:cubicBezTo>
                  <a:cubicBezTo>
                    <a:pt x="522" y="583"/>
                    <a:pt x="518" y="582"/>
                    <a:pt x="515" y="579"/>
                  </a:cubicBezTo>
                  <a:cubicBezTo>
                    <a:pt x="495" y="558"/>
                    <a:pt x="495" y="558"/>
                    <a:pt x="495" y="558"/>
                  </a:cubicBezTo>
                  <a:cubicBezTo>
                    <a:pt x="486" y="550"/>
                    <a:pt x="475" y="546"/>
                    <a:pt x="464" y="546"/>
                  </a:cubicBezTo>
                  <a:cubicBezTo>
                    <a:pt x="457" y="546"/>
                    <a:pt x="450" y="547"/>
                    <a:pt x="445" y="550"/>
                  </a:cubicBezTo>
                  <a:cubicBezTo>
                    <a:pt x="434" y="556"/>
                    <a:pt x="424" y="560"/>
                    <a:pt x="412" y="564"/>
                  </a:cubicBezTo>
                  <a:cubicBezTo>
                    <a:pt x="403" y="567"/>
                    <a:pt x="397" y="572"/>
                    <a:pt x="391" y="580"/>
                  </a:cubicBezTo>
                  <a:cubicBezTo>
                    <a:pt x="385" y="587"/>
                    <a:pt x="383" y="596"/>
                    <a:pt x="383" y="605"/>
                  </a:cubicBezTo>
                  <a:cubicBezTo>
                    <a:pt x="383" y="634"/>
                    <a:pt x="383" y="634"/>
                    <a:pt x="383" y="634"/>
                  </a:cubicBezTo>
                  <a:cubicBezTo>
                    <a:pt x="383" y="643"/>
                    <a:pt x="376" y="650"/>
                    <a:pt x="369" y="650"/>
                  </a:cubicBezTo>
                  <a:cubicBezTo>
                    <a:pt x="309" y="650"/>
                    <a:pt x="309" y="650"/>
                    <a:pt x="309" y="650"/>
                  </a:cubicBezTo>
                  <a:cubicBezTo>
                    <a:pt x="301" y="650"/>
                    <a:pt x="294" y="643"/>
                    <a:pt x="294" y="634"/>
                  </a:cubicBezTo>
                  <a:cubicBezTo>
                    <a:pt x="294" y="605"/>
                    <a:pt x="294" y="605"/>
                    <a:pt x="294" y="605"/>
                  </a:cubicBezTo>
                  <a:cubicBezTo>
                    <a:pt x="294" y="596"/>
                    <a:pt x="292" y="587"/>
                    <a:pt x="287" y="580"/>
                  </a:cubicBezTo>
                  <a:cubicBezTo>
                    <a:pt x="282" y="572"/>
                    <a:pt x="275" y="567"/>
                    <a:pt x="265" y="564"/>
                  </a:cubicBezTo>
                  <a:cubicBezTo>
                    <a:pt x="254" y="560"/>
                    <a:pt x="243" y="556"/>
                    <a:pt x="232" y="550"/>
                  </a:cubicBezTo>
                  <a:lnTo>
                    <a:pt x="232" y="550"/>
                  </a:lnTo>
                  <a:cubicBezTo>
                    <a:pt x="227" y="547"/>
                    <a:pt x="220" y="546"/>
                    <a:pt x="214" y="546"/>
                  </a:cubicBezTo>
                  <a:cubicBezTo>
                    <a:pt x="202" y="546"/>
                    <a:pt x="191" y="550"/>
                    <a:pt x="182" y="558"/>
                  </a:cubicBezTo>
                  <a:cubicBezTo>
                    <a:pt x="162" y="579"/>
                    <a:pt x="162" y="579"/>
                    <a:pt x="162" y="579"/>
                  </a:cubicBezTo>
                  <a:cubicBezTo>
                    <a:pt x="159" y="582"/>
                    <a:pt x="155" y="583"/>
                    <a:pt x="152" y="583"/>
                  </a:cubicBezTo>
                  <a:cubicBezTo>
                    <a:pt x="148" y="583"/>
                    <a:pt x="144" y="582"/>
                    <a:pt x="141" y="579"/>
                  </a:cubicBezTo>
                  <a:cubicBezTo>
                    <a:pt x="100" y="538"/>
                    <a:pt x="100" y="538"/>
                    <a:pt x="100" y="538"/>
                  </a:cubicBezTo>
                  <a:cubicBezTo>
                    <a:pt x="97" y="535"/>
                    <a:pt x="95" y="531"/>
                    <a:pt x="95" y="527"/>
                  </a:cubicBezTo>
                  <a:cubicBezTo>
                    <a:pt x="95" y="524"/>
                    <a:pt x="97" y="520"/>
                    <a:pt x="100" y="517"/>
                  </a:cubicBezTo>
                  <a:cubicBezTo>
                    <a:pt x="120" y="496"/>
                    <a:pt x="120" y="496"/>
                    <a:pt x="120" y="496"/>
                  </a:cubicBezTo>
                  <a:cubicBezTo>
                    <a:pt x="129" y="488"/>
                    <a:pt x="133" y="477"/>
                    <a:pt x="133" y="464"/>
                  </a:cubicBezTo>
                  <a:cubicBezTo>
                    <a:pt x="133" y="459"/>
                    <a:pt x="131" y="452"/>
                    <a:pt x="129" y="445"/>
                  </a:cubicBezTo>
                  <a:cubicBezTo>
                    <a:pt x="123" y="435"/>
                    <a:pt x="119" y="424"/>
                    <a:pt x="115" y="413"/>
                  </a:cubicBezTo>
                  <a:cubicBezTo>
                    <a:pt x="112" y="404"/>
                    <a:pt x="106" y="397"/>
                    <a:pt x="98" y="391"/>
                  </a:cubicBezTo>
                  <a:cubicBezTo>
                    <a:pt x="91" y="387"/>
                    <a:pt x="83" y="384"/>
                    <a:pt x="73" y="384"/>
                  </a:cubicBezTo>
                  <a:cubicBezTo>
                    <a:pt x="44" y="384"/>
                    <a:pt x="44" y="384"/>
                    <a:pt x="44" y="384"/>
                  </a:cubicBezTo>
                  <a:cubicBezTo>
                    <a:pt x="36" y="384"/>
                    <a:pt x="29" y="377"/>
                    <a:pt x="29" y="369"/>
                  </a:cubicBezTo>
                  <a:cubicBezTo>
                    <a:pt x="29" y="310"/>
                    <a:pt x="29" y="310"/>
                    <a:pt x="29" y="310"/>
                  </a:cubicBezTo>
                  <a:cubicBezTo>
                    <a:pt x="29" y="301"/>
                    <a:pt x="36" y="296"/>
                    <a:pt x="44" y="296"/>
                  </a:cubicBezTo>
                  <a:cubicBezTo>
                    <a:pt x="73" y="296"/>
                    <a:pt x="73" y="296"/>
                    <a:pt x="73" y="296"/>
                  </a:cubicBezTo>
                  <a:cubicBezTo>
                    <a:pt x="83" y="296"/>
                    <a:pt x="91" y="293"/>
                    <a:pt x="98" y="288"/>
                  </a:cubicBezTo>
                  <a:cubicBezTo>
                    <a:pt x="106" y="282"/>
                    <a:pt x="112" y="275"/>
                    <a:pt x="115" y="266"/>
                  </a:cubicBezTo>
                  <a:cubicBezTo>
                    <a:pt x="119" y="254"/>
                    <a:pt x="123" y="243"/>
                    <a:pt x="129" y="234"/>
                  </a:cubicBezTo>
                  <a:cubicBezTo>
                    <a:pt x="131" y="228"/>
                    <a:pt x="133" y="221"/>
                    <a:pt x="133" y="214"/>
                  </a:cubicBezTo>
                  <a:cubicBezTo>
                    <a:pt x="133" y="203"/>
                    <a:pt x="129" y="192"/>
                    <a:pt x="120" y="1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4" name="Freeform 436">
              <a:extLst>
                <a:ext uri="{FF2B5EF4-FFF2-40B4-BE49-F238E27FC236}">
                  <a16:creationId xmlns:a16="http://schemas.microsoft.com/office/drawing/2014/main" id="{D9FDDFB5-224D-7057-E916-5ABA18932E2A}"/>
                </a:ext>
              </a:extLst>
            </p:cNvPr>
            <p:cNvSpPr>
              <a:spLocks noChangeArrowheads="1"/>
            </p:cNvSpPr>
            <p:nvPr/>
          </p:nvSpPr>
          <p:spPr bwMode="auto">
            <a:xfrm>
              <a:off x="120650" y="5091113"/>
              <a:ext cx="95250" cy="95250"/>
            </a:xfrm>
            <a:custGeom>
              <a:avLst/>
              <a:gdLst>
                <a:gd name="T0" fmla="*/ 133 w 266"/>
                <a:gd name="T1" fmla="*/ 265 h 266"/>
                <a:gd name="T2" fmla="*/ 133 w 266"/>
                <a:gd name="T3" fmla="*/ 265 h 266"/>
                <a:gd name="T4" fmla="*/ 265 w 266"/>
                <a:gd name="T5" fmla="*/ 132 h 266"/>
                <a:gd name="T6" fmla="*/ 133 w 266"/>
                <a:gd name="T7" fmla="*/ 0 h 266"/>
                <a:gd name="T8" fmla="*/ 0 w 266"/>
                <a:gd name="T9" fmla="*/ 132 h 266"/>
                <a:gd name="T10" fmla="*/ 133 w 266"/>
                <a:gd name="T11" fmla="*/ 265 h 266"/>
                <a:gd name="T12" fmla="*/ 59 w 266"/>
                <a:gd name="T13" fmla="*/ 59 h 266"/>
                <a:gd name="T14" fmla="*/ 59 w 266"/>
                <a:gd name="T15" fmla="*/ 59 h 266"/>
                <a:gd name="T16" fmla="*/ 133 w 266"/>
                <a:gd name="T17" fmla="*/ 29 h 266"/>
                <a:gd name="T18" fmla="*/ 206 w 266"/>
                <a:gd name="T19" fmla="*/ 59 h 266"/>
                <a:gd name="T20" fmla="*/ 236 w 266"/>
                <a:gd name="T21" fmla="*/ 132 h 266"/>
                <a:gd name="T22" fmla="*/ 206 w 266"/>
                <a:gd name="T23" fmla="*/ 205 h 266"/>
                <a:gd name="T24" fmla="*/ 133 w 266"/>
                <a:gd name="T25" fmla="*/ 234 h 266"/>
                <a:gd name="T26" fmla="*/ 59 w 266"/>
                <a:gd name="T27" fmla="*/ 205 h 266"/>
                <a:gd name="T28" fmla="*/ 30 w 266"/>
                <a:gd name="T29" fmla="*/ 132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3" y="265"/>
                  </a:moveTo>
                  <a:lnTo>
                    <a:pt x="133" y="265"/>
                  </a:lnTo>
                  <a:cubicBezTo>
                    <a:pt x="206" y="265"/>
                    <a:pt x="265" y="205"/>
                    <a:pt x="265" y="132"/>
                  </a:cubicBezTo>
                  <a:cubicBezTo>
                    <a:pt x="265" y="59"/>
                    <a:pt x="206" y="0"/>
                    <a:pt x="133" y="0"/>
                  </a:cubicBezTo>
                  <a:cubicBezTo>
                    <a:pt x="59" y="0"/>
                    <a:pt x="0" y="59"/>
                    <a:pt x="0" y="132"/>
                  </a:cubicBezTo>
                  <a:cubicBezTo>
                    <a:pt x="0" y="205"/>
                    <a:pt x="59" y="265"/>
                    <a:pt x="133" y="265"/>
                  </a:cubicBezTo>
                  <a:close/>
                  <a:moveTo>
                    <a:pt x="59" y="59"/>
                  </a:moveTo>
                  <a:lnTo>
                    <a:pt x="59" y="59"/>
                  </a:lnTo>
                  <a:cubicBezTo>
                    <a:pt x="79" y="40"/>
                    <a:pt x="105" y="29"/>
                    <a:pt x="133" y="29"/>
                  </a:cubicBezTo>
                  <a:cubicBezTo>
                    <a:pt x="162" y="29"/>
                    <a:pt x="186" y="40"/>
                    <a:pt x="206" y="59"/>
                  </a:cubicBezTo>
                  <a:cubicBezTo>
                    <a:pt x="225" y="77"/>
                    <a:pt x="236" y="103"/>
                    <a:pt x="236" y="132"/>
                  </a:cubicBezTo>
                  <a:cubicBezTo>
                    <a:pt x="236" y="160"/>
                    <a:pt x="225" y="186"/>
                    <a:pt x="206" y="205"/>
                  </a:cubicBezTo>
                  <a:cubicBezTo>
                    <a:pt x="186" y="223"/>
                    <a:pt x="162" y="234"/>
                    <a:pt x="133" y="234"/>
                  </a:cubicBezTo>
                  <a:cubicBezTo>
                    <a:pt x="105" y="234"/>
                    <a:pt x="79" y="223"/>
                    <a:pt x="59" y="205"/>
                  </a:cubicBezTo>
                  <a:cubicBezTo>
                    <a:pt x="41" y="186"/>
                    <a:pt x="30" y="160"/>
                    <a:pt x="30" y="132"/>
                  </a:cubicBezTo>
                  <a:cubicBezTo>
                    <a:pt x="30" y="103"/>
                    <a:pt x="41" y="77"/>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5" name="Group 527">
            <a:extLst>
              <a:ext uri="{FF2B5EF4-FFF2-40B4-BE49-F238E27FC236}">
                <a16:creationId xmlns:a16="http://schemas.microsoft.com/office/drawing/2014/main" id="{410EC669-7DA3-D80F-0777-A7258522EAB2}"/>
              </a:ext>
            </a:extLst>
          </p:cNvPr>
          <p:cNvGrpSpPr/>
          <p:nvPr/>
        </p:nvGrpSpPr>
        <p:grpSpPr>
          <a:xfrm>
            <a:off x="9962083" y="2400722"/>
            <a:ext cx="201612" cy="255587"/>
            <a:chOff x="8805863" y="2703513"/>
            <a:chExt cx="201612" cy="255587"/>
          </a:xfrm>
          <a:solidFill>
            <a:schemeClr val="accent4"/>
          </a:solidFill>
        </p:grpSpPr>
        <p:sp>
          <p:nvSpPr>
            <p:cNvPr id="526" name="Freeform 437">
              <a:extLst>
                <a:ext uri="{FF2B5EF4-FFF2-40B4-BE49-F238E27FC236}">
                  <a16:creationId xmlns:a16="http://schemas.microsoft.com/office/drawing/2014/main" id="{270516AD-E800-953C-34DC-C37D6ABC70CC}"/>
                </a:ext>
              </a:extLst>
            </p:cNvPr>
            <p:cNvSpPr>
              <a:spLocks noChangeArrowheads="1"/>
            </p:cNvSpPr>
            <p:nvPr/>
          </p:nvSpPr>
          <p:spPr bwMode="auto">
            <a:xfrm>
              <a:off x="8805863" y="2703513"/>
              <a:ext cx="201612" cy="255587"/>
            </a:xfrm>
            <a:custGeom>
              <a:avLst/>
              <a:gdLst>
                <a:gd name="T0" fmla="*/ 287 w 560"/>
                <a:gd name="T1" fmla="*/ 3 h 709"/>
                <a:gd name="T2" fmla="*/ 287 w 560"/>
                <a:gd name="T3" fmla="*/ 3 h 709"/>
                <a:gd name="T4" fmla="*/ 271 w 560"/>
                <a:gd name="T5" fmla="*/ 3 h 709"/>
                <a:gd name="T6" fmla="*/ 86 w 560"/>
                <a:gd name="T7" fmla="*/ 71 h 709"/>
                <a:gd name="T8" fmla="*/ 19 w 560"/>
                <a:gd name="T9" fmla="*/ 61 h 709"/>
                <a:gd name="T10" fmla="*/ 5 w 560"/>
                <a:gd name="T11" fmla="*/ 63 h 709"/>
                <a:gd name="T12" fmla="*/ 0 w 560"/>
                <a:gd name="T13" fmla="*/ 75 h 709"/>
                <a:gd name="T14" fmla="*/ 0 w 560"/>
                <a:gd name="T15" fmla="*/ 398 h 709"/>
                <a:gd name="T16" fmla="*/ 30 w 560"/>
                <a:gd name="T17" fmla="*/ 491 h 709"/>
                <a:gd name="T18" fmla="*/ 148 w 560"/>
                <a:gd name="T19" fmla="*/ 604 h 709"/>
                <a:gd name="T20" fmla="*/ 269 w 560"/>
                <a:gd name="T21" fmla="*/ 703 h 709"/>
                <a:gd name="T22" fmla="*/ 279 w 560"/>
                <a:gd name="T23" fmla="*/ 708 h 709"/>
                <a:gd name="T24" fmla="*/ 290 w 560"/>
                <a:gd name="T25" fmla="*/ 703 h 709"/>
                <a:gd name="T26" fmla="*/ 454 w 560"/>
                <a:gd name="T27" fmla="*/ 568 h 709"/>
                <a:gd name="T28" fmla="*/ 528 w 560"/>
                <a:gd name="T29" fmla="*/ 491 h 709"/>
                <a:gd name="T30" fmla="*/ 559 w 560"/>
                <a:gd name="T31" fmla="*/ 398 h 709"/>
                <a:gd name="T32" fmla="*/ 559 w 560"/>
                <a:gd name="T33" fmla="*/ 75 h 709"/>
                <a:gd name="T34" fmla="*/ 552 w 560"/>
                <a:gd name="T35" fmla="*/ 63 h 709"/>
                <a:gd name="T36" fmla="*/ 540 w 560"/>
                <a:gd name="T37" fmla="*/ 61 h 709"/>
                <a:gd name="T38" fmla="*/ 474 w 560"/>
                <a:gd name="T39" fmla="*/ 71 h 709"/>
                <a:gd name="T40" fmla="*/ 287 w 560"/>
                <a:gd name="T41" fmla="*/ 3 h 709"/>
                <a:gd name="T42" fmla="*/ 503 w 560"/>
                <a:gd name="T43" fmla="*/ 474 h 709"/>
                <a:gd name="T44" fmla="*/ 503 w 560"/>
                <a:gd name="T45" fmla="*/ 474 h 709"/>
                <a:gd name="T46" fmla="*/ 392 w 560"/>
                <a:gd name="T47" fmla="*/ 581 h 709"/>
                <a:gd name="T48" fmla="*/ 279 w 560"/>
                <a:gd name="T49" fmla="*/ 673 h 709"/>
                <a:gd name="T50" fmla="*/ 123 w 560"/>
                <a:gd name="T51" fmla="*/ 546 h 709"/>
                <a:gd name="T52" fmla="*/ 55 w 560"/>
                <a:gd name="T53" fmla="*/ 474 h 709"/>
                <a:gd name="T54" fmla="*/ 29 w 560"/>
                <a:gd name="T55" fmla="*/ 398 h 709"/>
                <a:gd name="T56" fmla="*/ 29 w 560"/>
                <a:gd name="T57" fmla="*/ 94 h 709"/>
                <a:gd name="T58" fmla="*/ 86 w 560"/>
                <a:gd name="T59" fmla="*/ 101 h 709"/>
                <a:gd name="T60" fmla="*/ 279 w 560"/>
                <a:gd name="T61" fmla="*/ 34 h 709"/>
                <a:gd name="T62" fmla="*/ 474 w 560"/>
                <a:gd name="T63" fmla="*/ 101 h 709"/>
                <a:gd name="T64" fmla="*/ 530 w 560"/>
                <a:gd name="T65" fmla="*/ 94 h 709"/>
                <a:gd name="T66" fmla="*/ 530 w 560"/>
                <a:gd name="T67" fmla="*/ 398 h 709"/>
                <a:gd name="T68" fmla="*/ 503 w 560"/>
                <a:gd name="T69" fmla="*/ 474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287" y="3"/>
                  </a:moveTo>
                  <a:lnTo>
                    <a:pt x="287" y="3"/>
                  </a:lnTo>
                  <a:cubicBezTo>
                    <a:pt x="283" y="0"/>
                    <a:pt x="276" y="0"/>
                    <a:pt x="271" y="3"/>
                  </a:cubicBezTo>
                  <a:cubicBezTo>
                    <a:pt x="207" y="46"/>
                    <a:pt x="145" y="72"/>
                    <a:pt x="86" y="71"/>
                  </a:cubicBezTo>
                  <a:cubicBezTo>
                    <a:pt x="63" y="71"/>
                    <a:pt x="41" y="68"/>
                    <a:pt x="19" y="61"/>
                  </a:cubicBezTo>
                  <a:cubicBezTo>
                    <a:pt x="14" y="60"/>
                    <a:pt x="10" y="60"/>
                    <a:pt x="5" y="63"/>
                  </a:cubicBezTo>
                  <a:cubicBezTo>
                    <a:pt x="1" y="65"/>
                    <a:pt x="0" y="69"/>
                    <a:pt x="0" y="75"/>
                  </a:cubicBezTo>
                  <a:cubicBezTo>
                    <a:pt x="0" y="398"/>
                    <a:pt x="0" y="398"/>
                    <a:pt x="0" y="398"/>
                  </a:cubicBezTo>
                  <a:cubicBezTo>
                    <a:pt x="0" y="433"/>
                    <a:pt x="12" y="463"/>
                    <a:pt x="30" y="491"/>
                  </a:cubicBezTo>
                  <a:cubicBezTo>
                    <a:pt x="59" y="532"/>
                    <a:pt x="104" y="569"/>
                    <a:pt x="148" y="604"/>
                  </a:cubicBezTo>
                  <a:cubicBezTo>
                    <a:pt x="192" y="638"/>
                    <a:pt x="238" y="672"/>
                    <a:pt x="269" y="703"/>
                  </a:cubicBezTo>
                  <a:cubicBezTo>
                    <a:pt x="272" y="706"/>
                    <a:pt x="275" y="708"/>
                    <a:pt x="279" y="708"/>
                  </a:cubicBezTo>
                  <a:cubicBezTo>
                    <a:pt x="283" y="708"/>
                    <a:pt x="287" y="706"/>
                    <a:pt x="290" y="703"/>
                  </a:cubicBezTo>
                  <a:cubicBezTo>
                    <a:pt x="333" y="661"/>
                    <a:pt x="398" y="616"/>
                    <a:pt x="454" y="568"/>
                  </a:cubicBezTo>
                  <a:cubicBezTo>
                    <a:pt x="483" y="545"/>
                    <a:pt x="508" y="518"/>
                    <a:pt x="528" y="491"/>
                  </a:cubicBezTo>
                  <a:cubicBezTo>
                    <a:pt x="547" y="463"/>
                    <a:pt x="559" y="433"/>
                    <a:pt x="559" y="398"/>
                  </a:cubicBezTo>
                  <a:cubicBezTo>
                    <a:pt x="559" y="75"/>
                    <a:pt x="559" y="75"/>
                    <a:pt x="559" y="75"/>
                  </a:cubicBezTo>
                  <a:cubicBezTo>
                    <a:pt x="559" y="69"/>
                    <a:pt x="557" y="65"/>
                    <a:pt x="552" y="63"/>
                  </a:cubicBezTo>
                  <a:cubicBezTo>
                    <a:pt x="550" y="60"/>
                    <a:pt x="544" y="60"/>
                    <a:pt x="540" y="61"/>
                  </a:cubicBezTo>
                  <a:cubicBezTo>
                    <a:pt x="518" y="68"/>
                    <a:pt x="496" y="71"/>
                    <a:pt x="474" y="71"/>
                  </a:cubicBezTo>
                  <a:cubicBezTo>
                    <a:pt x="413" y="72"/>
                    <a:pt x="351" y="46"/>
                    <a:pt x="287" y="3"/>
                  </a:cubicBezTo>
                  <a:close/>
                  <a:moveTo>
                    <a:pt x="503" y="474"/>
                  </a:moveTo>
                  <a:lnTo>
                    <a:pt x="503" y="474"/>
                  </a:lnTo>
                  <a:cubicBezTo>
                    <a:pt x="478" y="511"/>
                    <a:pt x="436" y="546"/>
                    <a:pt x="392" y="581"/>
                  </a:cubicBezTo>
                  <a:cubicBezTo>
                    <a:pt x="354" y="612"/>
                    <a:pt x="312" y="643"/>
                    <a:pt x="279" y="673"/>
                  </a:cubicBezTo>
                  <a:cubicBezTo>
                    <a:pt x="233" y="630"/>
                    <a:pt x="174" y="590"/>
                    <a:pt x="123" y="546"/>
                  </a:cubicBezTo>
                  <a:cubicBezTo>
                    <a:pt x="97" y="522"/>
                    <a:pt x="72" y="499"/>
                    <a:pt x="55" y="474"/>
                  </a:cubicBezTo>
                  <a:cubicBezTo>
                    <a:pt x="39" y="449"/>
                    <a:pt x="29" y="424"/>
                    <a:pt x="29" y="398"/>
                  </a:cubicBezTo>
                  <a:cubicBezTo>
                    <a:pt x="29" y="94"/>
                    <a:pt x="29" y="94"/>
                    <a:pt x="29" y="94"/>
                  </a:cubicBezTo>
                  <a:cubicBezTo>
                    <a:pt x="47" y="98"/>
                    <a:pt x="66" y="101"/>
                    <a:pt x="86" y="101"/>
                  </a:cubicBezTo>
                  <a:cubicBezTo>
                    <a:pt x="152" y="101"/>
                    <a:pt x="215" y="74"/>
                    <a:pt x="279" y="34"/>
                  </a:cubicBezTo>
                  <a:cubicBezTo>
                    <a:pt x="343" y="74"/>
                    <a:pt x="407" y="101"/>
                    <a:pt x="474" y="101"/>
                  </a:cubicBezTo>
                  <a:cubicBezTo>
                    <a:pt x="492" y="101"/>
                    <a:pt x="511" y="98"/>
                    <a:pt x="530" y="94"/>
                  </a:cubicBezTo>
                  <a:cubicBezTo>
                    <a:pt x="530" y="398"/>
                    <a:pt x="530" y="398"/>
                    <a:pt x="530" y="398"/>
                  </a:cubicBezTo>
                  <a:cubicBezTo>
                    <a:pt x="530" y="424"/>
                    <a:pt x="521" y="449"/>
                    <a:pt x="503" y="4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27" name="Freeform 438">
              <a:extLst>
                <a:ext uri="{FF2B5EF4-FFF2-40B4-BE49-F238E27FC236}">
                  <a16:creationId xmlns:a16="http://schemas.microsoft.com/office/drawing/2014/main" id="{9EDB70EA-12BF-E26B-1FF0-62488C7180BA}"/>
                </a:ext>
              </a:extLst>
            </p:cNvPr>
            <p:cNvSpPr>
              <a:spLocks noChangeArrowheads="1"/>
            </p:cNvSpPr>
            <p:nvPr/>
          </p:nvSpPr>
          <p:spPr bwMode="auto">
            <a:xfrm>
              <a:off x="8863013" y="2792413"/>
              <a:ext cx="85725" cy="74612"/>
            </a:xfrm>
            <a:custGeom>
              <a:avLst/>
              <a:gdLst>
                <a:gd name="T0" fmla="*/ 210 w 240"/>
                <a:gd name="T1" fmla="*/ 8 h 209"/>
                <a:gd name="T2" fmla="*/ 210 w 240"/>
                <a:gd name="T3" fmla="*/ 8 h 209"/>
                <a:gd name="T4" fmla="*/ 210 w 240"/>
                <a:gd name="T5" fmla="*/ 8 h 209"/>
                <a:gd name="T6" fmla="*/ 102 w 240"/>
                <a:gd name="T7" fmla="*/ 170 h 209"/>
                <a:gd name="T8" fmla="*/ 26 w 240"/>
                <a:gd name="T9" fmla="*/ 94 h 209"/>
                <a:gd name="T10" fmla="*/ 6 w 240"/>
                <a:gd name="T11" fmla="*/ 94 h 209"/>
                <a:gd name="T12" fmla="*/ 6 w 240"/>
                <a:gd name="T13" fmla="*/ 114 h 209"/>
                <a:gd name="T14" fmla="*/ 94 w 240"/>
                <a:gd name="T15" fmla="*/ 203 h 209"/>
                <a:gd name="T16" fmla="*/ 107 w 240"/>
                <a:gd name="T17" fmla="*/ 207 h 209"/>
                <a:gd name="T18" fmla="*/ 116 w 240"/>
                <a:gd name="T19" fmla="*/ 201 h 209"/>
                <a:gd name="T20" fmla="*/ 235 w 240"/>
                <a:gd name="T21" fmla="*/ 24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4"/>
                    <a:pt x="26" y="94"/>
                    <a:pt x="26" y="94"/>
                  </a:cubicBezTo>
                  <a:cubicBezTo>
                    <a:pt x="21" y="88"/>
                    <a:pt x="11" y="88"/>
                    <a:pt x="6" y="94"/>
                  </a:cubicBezTo>
                  <a:cubicBezTo>
                    <a:pt x="0" y="99"/>
                    <a:pt x="0" y="109"/>
                    <a:pt x="6" y="114"/>
                  </a:cubicBezTo>
                  <a:cubicBezTo>
                    <a:pt x="94" y="203"/>
                    <a:pt x="94" y="203"/>
                    <a:pt x="94" y="203"/>
                  </a:cubicBezTo>
                  <a:cubicBezTo>
                    <a:pt x="97" y="207"/>
                    <a:pt x="101" y="208"/>
                    <a:pt x="107" y="207"/>
                  </a:cubicBezTo>
                  <a:cubicBezTo>
                    <a:pt x="111" y="207"/>
                    <a:pt x="115" y="204"/>
                    <a:pt x="116" y="201"/>
                  </a:cubicBezTo>
                  <a:cubicBezTo>
                    <a:pt x="235" y="24"/>
                    <a:pt x="235" y="24"/>
                    <a:pt x="235" y="24"/>
                  </a:cubicBezTo>
                  <a:cubicBezTo>
                    <a:pt x="239" y="18"/>
                    <a:pt x="238"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28" name="Group 530">
            <a:extLst>
              <a:ext uri="{FF2B5EF4-FFF2-40B4-BE49-F238E27FC236}">
                <a16:creationId xmlns:a16="http://schemas.microsoft.com/office/drawing/2014/main" id="{D1179721-388D-A2F6-EDAD-17656EA62425}"/>
              </a:ext>
            </a:extLst>
          </p:cNvPr>
          <p:cNvGrpSpPr/>
          <p:nvPr/>
        </p:nvGrpSpPr>
        <p:grpSpPr>
          <a:xfrm>
            <a:off x="6968058" y="4692277"/>
            <a:ext cx="201612" cy="255588"/>
            <a:chOff x="5811838" y="4987925"/>
            <a:chExt cx="201612" cy="255588"/>
          </a:xfrm>
          <a:solidFill>
            <a:schemeClr val="accent4"/>
          </a:solidFill>
        </p:grpSpPr>
        <p:sp>
          <p:nvSpPr>
            <p:cNvPr id="529" name="Freeform 439">
              <a:extLst>
                <a:ext uri="{FF2B5EF4-FFF2-40B4-BE49-F238E27FC236}">
                  <a16:creationId xmlns:a16="http://schemas.microsoft.com/office/drawing/2014/main" id="{CD36E81D-4A6A-AD8B-B51F-530C66B6C068}"/>
                </a:ext>
              </a:extLst>
            </p:cNvPr>
            <p:cNvSpPr>
              <a:spLocks noChangeArrowheads="1"/>
            </p:cNvSpPr>
            <p:nvPr/>
          </p:nvSpPr>
          <p:spPr bwMode="auto">
            <a:xfrm>
              <a:off x="5811838" y="4987925"/>
              <a:ext cx="201612" cy="255588"/>
            </a:xfrm>
            <a:custGeom>
              <a:avLst/>
              <a:gdLst>
                <a:gd name="T0" fmla="*/ 540 w 560"/>
                <a:gd name="T1" fmla="*/ 60 h 709"/>
                <a:gd name="T2" fmla="*/ 540 w 560"/>
                <a:gd name="T3" fmla="*/ 60 h 709"/>
                <a:gd name="T4" fmla="*/ 473 w 560"/>
                <a:gd name="T5" fmla="*/ 71 h 709"/>
                <a:gd name="T6" fmla="*/ 287 w 560"/>
                <a:gd name="T7" fmla="*/ 4 h 709"/>
                <a:gd name="T8" fmla="*/ 272 w 560"/>
                <a:gd name="T9" fmla="*/ 4 h 709"/>
                <a:gd name="T10" fmla="*/ 85 w 560"/>
                <a:gd name="T11" fmla="*/ 71 h 709"/>
                <a:gd name="T12" fmla="*/ 19 w 560"/>
                <a:gd name="T13" fmla="*/ 60 h 709"/>
                <a:gd name="T14" fmla="*/ 5 w 560"/>
                <a:gd name="T15" fmla="*/ 62 h 709"/>
                <a:gd name="T16" fmla="*/ 0 w 560"/>
                <a:gd name="T17" fmla="*/ 74 h 709"/>
                <a:gd name="T18" fmla="*/ 0 w 560"/>
                <a:gd name="T19" fmla="*/ 399 h 709"/>
                <a:gd name="T20" fmla="*/ 31 w 560"/>
                <a:gd name="T21" fmla="*/ 490 h 709"/>
                <a:gd name="T22" fmla="*/ 147 w 560"/>
                <a:gd name="T23" fmla="*/ 603 h 709"/>
                <a:gd name="T24" fmla="*/ 269 w 560"/>
                <a:gd name="T25" fmla="*/ 704 h 709"/>
                <a:gd name="T26" fmla="*/ 279 w 560"/>
                <a:gd name="T27" fmla="*/ 708 h 709"/>
                <a:gd name="T28" fmla="*/ 290 w 560"/>
                <a:gd name="T29" fmla="*/ 704 h 709"/>
                <a:gd name="T30" fmla="*/ 454 w 560"/>
                <a:gd name="T31" fmla="*/ 569 h 709"/>
                <a:gd name="T32" fmla="*/ 527 w 560"/>
                <a:gd name="T33" fmla="*/ 490 h 709"/>
                <a:gd name="T34" fmla="*/ 559 w 560"/>
                <a:gd name="T35" fmla="*/ 399 h 709"/>
                <a:gd name="T36" fmla="*/ 559 w 560"/>
                <a:gd name="T37" fmla="*/ 74 h 709"/>
                <a:gd name="T38" fmla="*/ 554 w 560"/>
                <a:gd name="T39" fmla="*/ 62 h 709"/>
                <a:gd name="T40" fmla="*/ 540 w 560"/>
                <a:gd name="T41" fmla="*/ 60 h 709"/>
                <a:gd name="T42" fmla="*/ 504 w 560"/>
                <a:gd name="T43" fmla="*/ 473 h 709"/>
                <a:gd name="T44" fmla="*/ 504 w 560"/>
                <a:gd name="T45" fmla="*/ 473 h 709"/>
                <a:gd name="T46" fmla="*/ 393 w 560"/>
                <a:gd name="T47" fmla="*/ 581 h 709"/>
                <a:gd name="T48" fmla="*/ 279 w 560"/>
                <a:gd name="T49" fmla="*/ 672 h 709"/>
                <a:gd name="T50" fmla="*/ 123 w 560"/>
                <a:gd name="T51" fmla="*/ 545 h 709"/>
                <a:gd name="T52" fmla="*/ 55 w 560"/>
                <a:gd name="T53" fmla="*/ 473 h 709"/>
                <a:gd name="T54" fmla="*/ 29 w 560"/>
                <a:gd name="T55" fmla="*/ 399 h 709"/>
                <a:gd name="T56" fmla="*/ 29 w 560"/>
                <a:gd name="T57" fmla="*/ 94 h 709"/>
                <a:gd name="T58" fmla="*/ 85 w 560"/>
                <a:gd name="T59" fmla="*/ 100 h 709"/>
                <a:gd name="T60" fmla="*/ 279 w 560"/>
                <a:gd name="T61" fmla="*/ 33 h 709"/>
                <a:gd name="T62" fmla="*/ 473 w 560"/>
                <a:gd name="T63" fmla="*/ 100 h 709"/>
                <a:gd name="T64" fmla="*/ 530 w 560"/>
                <a:gd name="T65" fmla="*/ 94 h 709"/>
                <a:gd name="T66" fmla="*/ 530 w 560"/>
                <a:gd name="T67" fmla="*/ 399 h 709"/>
                <a:gd name="T68" fmla="*/ 504 w 560"/>
                <a:gd name="T69" fmla="*/ 473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0" h="709">
                  <a:moveTo>
                    <a:pt x="540" y="60"/>
                  </a:moveTo>
                  <a:lnTo>
                    <a:pt x="540" y="60"/>
                  </a:lnTo>
                  <a:cubicBezTo>
                    <a:pt x="518" y="67"/>
                    <a:pt x="496" y="71"/>
                    <a:pt x="473" y="71"/>
                  </a:cubicBezTo>
                  <a:cubicBezTo>
                    <a:pt x="413" y="71"/>
                    <a:pt x="350" y="45"/>
                    <a:pt x="287" y="4"/>
                  </a:cubicBezTo>
                  <a:cubicBezTo>
                    <a:pt x="283" y="0"/>
                    <a:pt x="276" y="0"/>
                    <a:pt x="272" y="4"/>
                  </a:cubicBezTo>
                  <a:cubicBezTo>
                    <a:pt x="208" y="45"/>
                    <a:pt x="146" y="71"/>
                    <a:pt x="85" y="71"/>
                  </a:cubicBezTo>
                  <a:cubicBezTo>
                    <a:pt x="63" y="71"/>
                    <a:pt x="41" y="67"/>
                    <a:pt x="19" y="60"/>
                  </a:cubicBezTo>
                  <a:cubicBezTo>
                    <a:pt x="15" y="59"/>
                    <a:pt x="9" y="59"/>
                    <a:pt x="5" y="62"/>
                  </a:cubicBezTo>
                  <a:cubicBezTo>
                    <a:pt x="1" y="65"/>
                    <a:pt x="0" y="70"/>
                    <a:pt x="0" y="74"/>
                  </a:cubicBezTo>
                  <a:cubicBezTo>
                    <a:pt x="0" y="399"/>
                    <a:pt x="0" y="399"/>
                    <a:pt x="0" y="399"/>
                  </a:cubicBezTo>
                  <a:cubicBezTo>
                    <a:pt x="0" y="432"/>
                    <a:pt x="12" y="462"/>
                    <a:pt x="31" y="490"/>
                  </a:cubicBezTo>
                  <a:cubicBezTo>
                    <a:pt x="59" y="531"/>
                    <a:pt x="103" y="569"/>
                    <a:pt x="147" y="603"/>
                  </a:cubicBezTo>
                  <a:cubicBezTo>
                    <a:pt x="192" y="639"/>
                    <a:pt x="237" y="672"/>
                    <a:pt x="269" y="704"/>
                  </a:cubicBezTo>
                  <a:cubicBezTo>
                    <a:pt x="272" y="707"/>
                    <a:pt x="276" y="708"/>
                    <a:pt x="279" y="708"/>
                  </a:cubicBezTo>
                  <a:cubicBezTo>
                    <a:pt x="283" y="708"/>
                    <a:pt x="287" y="707"/>
                    <a:pt x="290" y="704"/>
                  </a:cubicBezTo>
                  <a:cubicBezTo>
                    <a:pt x="333" y="661"/>
                    <a:pt x="399" y="617"/>
                    <a:pt x="454" y="569"/>
                  </a:cubicBezTo>
                  <a:cubicBezTo>
                    <a:pt x="483" y="544"/>
                    <a:pt x="508" y="518"/>
                    <a:pt x="527" y="490"/>
                  </a:cubicBezTo>
                  <a:cubicBezTo>
                    <a:pt x="547" y="462"/>
                    <a:pt x="559" y="432"/>
                    <a:pt x="559" y="399"/>
                  </a:cubicBezTo>
                  <a:cubicBezTo>
                    <a:pt x="559" y="74"/>
                    <a:pt x="559" y="74"/>
                    <a:pt x="559" y="74"/>
                  </a:cubicBezTo>
                  <a:cubicBezTo>
                    <a:pt x="559" y="70"/>
                    <a:pt x="556" y="65"/>
                    <a:pt x="554" y="62"/>
                  </a:cubicBezTo>
                  <a:cubicBezTo>
                    <a:pt x="549" y="59"/>
                    <a:pt x="544" y="59"/>
                    <a:pt x="540" y="60"/>
                  </a:cubicBezTo>
                  <a:close/>
                  <a:moveTo>
                    <a:pt x="504" y="473"/>
                  </a:moveTo>
                  <a:lnTo>
                    <a:pt x="504" y="473"/>
                  </a:lnTo>
                  <a:cubicBezTo>
                    <a:pt x="478" y="511"/>
                    <a:pt x="436" y="547"/>
                    <a:pt x="393" y="581"/>
                  </a:cubicBezTo>
                  <a:cubicBezTo>
                    <a:pt x="353" y="611"/>
                    <a:pt x="312" y="642"/>
                    <a:pt x="279" y="672"/>
                  </a:cubicBezTo>
                  <a:cubicBezTo>
                    <a:pt x="234" y="631"/>
                    <a:pt x="174" y="589"/>
                    <a:pt x="123" y="545"/>
                  </a:cubicBezTo>
                  <a:cubicBezTo>
                    <a:pt x="96" y="522"/>
                    <a:pt x="71" y="498"/>
                    <a:pt x="55" y="473"/>
                  </a:cubicBezTo>
                  <a:cubicBezTo>
                    <a:pt x="38" y="448"/>
                    <a:pt x="29" y="424"/>
                    <a:pt x="29" y="399"/>
                  </a:cubicBezTo>
                  <a:cubicBezTo>
                    <a:pt x="29" y="94"/>
                    <a:pt x="29" y="94"/>
                    <a:pt x="29" y="94"/>
                  </a:cubicBezTo>
                  <a:cubicBezTo>
                    <a:pt x="48" y="99"/>
                    <a:pt x="66" y="100"/>
                    <a:pt x="85" y="100"/>
                  </a:cubicBezTo>
                  <a:cubicBezTo>
                    <a:pt x="152" y="100"/>
                    <a:pt x="217" y="74"/>
                    <a:pt x="279" y="33"/>
                  </a:cubicBezTo>
                  <a:cubicBezTo>
                    <a:pt x="342" y="74"/>
                    <a:pt x="407" y="100"/>
                    <a:pt x="473" y="100"/>
                  </a:cubicBezTo>
                  <a:cubicBezTo>
                    <a:pt x="493" y="100"/>
                    <a:pt x="511" y="99"/>
                    <a:pt x="530" y="94"/>
                  </a:cubicBezTo>
                  <a:cubicBezTo>
                    <a:pt x="530" y="399"/>
                    <a:pt x="530" y="399"/>
                    <a:pt x="530" y="399"/>
                  </a:cubicBezTo>
                  <a:cubicBezTo>
                    <a:pt x="530" y="424"/>
                    <a:pt x="520" y="448"/>
                    <a:pt x="504"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0" name="Freeform 440">
              <a:extLst>
                <a:ext uri="{FF2B5EF4-FFF2-40B4-BE49-F238E27FC236}">
                  <a16:creationId xmlns:a16="http://schemas.microsoft.com/office/drawing/2014/main" id="{1FE39A69-3001-0129-1B88-E1F2E53A6C90}"/>
                </a:ext>
              </a:extLst>
            </p:cNvPr>
            <p:cNvSpPr>
              <a:spLocks noChangeArrowheads="1"/>
            </p:cNvSpPr>
            <p:nvPr/>
          </p:nvSpPr>
          <p:spPr bwMode="auto">
            <a:xfrm>
              <a:off x="5870575" y="5076825"/>
              <a:ext cx="85725" cy="74613"/>
            </a:xfrm>
            <a:custGeom>
              <a:avLst/>
              <a:gdLst>
                <a:gd name="T0" fmla="*/ 210 w 240"/>
                <a:gd name="T1" fmla="*/ 8 h 209"/>
                <a:gd name="T2" fmla="*/ 210 w 240"/>
                <a:gd name="T3" fmla="*/ 8 h 209"/>
                <a:gd name="T4" fmla="*/ 210 w 240"/>
                <a:gd name="T5" fmla="*/ 8 h 209"/>
                <a:gd name="T6" fmla="*/ 102 w 240"/>
                <a:gd name="T7" fmla="*/ 170 h 209"/>
                <a:gd name="T8" fmla="*/ 26 w 240"/>
                <a:gd name="T9" fmla="*/ 95 h 209"/>
                <a:gd name="T10" fmla="*/ 5 w 240"/>
                <a:gd name="T11" fmla="*/ 95 h 209"/>
                <a:gd name="T12" fmla="*/ 5 w 240"/>
                <a:gd name="T13" fmla="*/ 116 h 209"/>
                <a:gd name="T14" fmla="*/ 94 w 240"/>
                <a:gd name="T15" fmla="*/ 204 h 209"/>
                <a:gd name="T16" fmla="*/ 106 w 240"/>
                <a:gd name="T17" fmla="*/ 208 h 209"/>
                <a:gd name="T18" fmla="*/ 117 w 240"/>
                <a:gd name="T19" fmla="*/ 201 h 209"/>
                <a:gd name="T20" fmla="*/ 235 w 240"/>
                <a:gd name="T21" fmla="*/ 25 h 209"/>
                <a:gd name="T22" fmla="*/ 231 w 240"/>
                <a:gd name="T23" fmla="*/ 4 h 209"/>
                <a:gd name="T24" fmla="*/ 210 w 240"/>
                <a:gd name="T25" fmla="*/ 8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0" h="209">
                  <a:moveTo>
                    <a:pt x="210" y="8"/>
                  </a:moveTo>
                  <a:lnTo>
                    <a:pt x="210" y="8"/>
                  </a:lnTo>
                  <a:lnTo>
                    <a:pt x="210" y="8"/>
                  </a:lnTo>
                  <a:cubicBezTo>
                    <a:pt x="102" y="170"/>
                    <a:pt x="102" y="170"/>
                    <a:pt x="102" y="170"/>
                  </a:cubicBezTo>
                  <a:cubicBezTo>
                    <a:pt x="26" y="95"/>
                    <a:pt x="26" y="95"/>
                    <a:pt x="26" y="95"/>
                  </a:cubicBezTo>
                  <a:cubicBezTo>
                    <a:pt x="21" y="88"/>
                    <a:pt x="11" y="88"/>
                    <a:pt x="5" y="95"/>
                  </a:cubicBezTo>
                  <a:cubicBezTo>
                    <a:pt x="0" y="101"/>
                    <a:pt x="0" y="109"/>
                    <a:pt x="5" y="116"/>
                  </a:cubicBezTo>
                  <a:cubicBezTo>
                    <a:pt x="94" y="204"/>
                    <a:pt x="94" y="204"/>
                    <a:pt x="94" y="204"/>
                  </a:cubicBezTo>
                  <a:cubicBezTo>
                    <a:pt x="97" y="207"/>
                    <a:pt x="102" y="208"/>
                    <a:pt x="106" y="208"/>
                  </a:cubicBezTo>
                  <a:cubicBezTo>
                    <a:pt x="110" y="207"/>
                    <a:pt x="115" y="206"/>
                    <a:pt x="117" y="201"/>
                  </a:cubicBezTo>
                  <a:cubicBezTo>
                    <a:pt x="235" y="25"/>
                    <a:pt x="235" y="25"/>
                    <a:pt x="235" y="25"/>
                  </a:cubicBezTo>
                  <a:cubicBezTo>
                    <a:pt x="239" y="18"/>
                    <a:pt x="237" y="8"/>
                    <a:pt x="231" y="4"/>
                  </a:cubicBezTo>
                  <a:cubicBezTo>
                    <a:pt x="224" y="0"/>
                    <a:pt x="214" y="1"/>
                    <a:pt x="210"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1" name="Freeform 441">
            <a:extLst>
              <a:ext uri="{FF2B5EF4-FFF2-40B4-BE49-F238E27FC236}">
                <a16:creationId xmlns:a16="http://schemas.microsoft.com/office/drawing/2014/main" id="{25A6EE34-0279-D800-FF8B-328CC01D3503}"/>
              </a:ext>
            </a:extLst>
          </p:cNvPr>
          <p:cNvSpPr>
            <a:spLocks noChangeArrowheads="1"/>
          </p:cNvSpPr>
          <p:nvPr/>
        </p:nvSpPr>
        <p:spPr bwMode="auto">
          <a:xfrm>
            <a:off x="1202258" y="4186659"/>
            <a:ext cx="255587" cy="255588"/>
          </a:xfrm>
          <a:custGeom>
            <a:avLst/>
            <a:gdLst>
              <a:gd name="T0" fmla="*/ 586 w 708"/>
              <a:gd name="T1" fmla="*/ 502 h 709"/>
              <a:gd name="T2" fmla="*/ 586 w 708"/>
              <a:gd name="T3" fmla="*/ 502 h 709"/>
              <a:gd name="T4" fmla="*/ 544 w 708"/>
              <a:gd name="T5" fmla="*/ 485 h 709"/>
              <a:gd name="T6" fmla="*/ 514 w 708"/>
              <a:gd name="T7" fmla="*/ 493 h 709"/>
              <a:gd name="T8" fmla="*/ 488 w 708"/>
              <a:gd name="T9" fmla="*/ 467 h 709"/>
              <a:gd name="T10" fmla="*/ 560 w 708"/>
              <a:gd name="T11" fmla="*/ 279 h 709"/>
              <a:gd name="T12" fmla="*/ 280 w 708"/>
              <a:gd name="T13" fmla="*/ 0 h 709"/>
              <a:gd name="T14" fmla="*/ 0 w 708"/>
              <a:gd name="T15" fmla="*/ 279 h 709"/>
              <a:gd name="T16" fmla="*/ 280 w 708"/>
              <a:gd name="T17" fmla="*/ 560 h 709"/>
              <a:gd name="T18" fmla="*/ 467 w 708"/>
              <a:gd name="T19" fmla="*/ 488 h 709"/>
              <a:gd name="T20" fmla="*/ 493 w 708"/>
              <a:gd name="T21" fmla="*/ 514 h 709"/>
              <a:gd name="T22" fmla="*/ 485 w 708"/>
              <a:gd name="T23" fmla="*/ 545 h 709"/>
              <a:gd name="T24" fmla="*/ 503 w 708"/>
              <a:gd name="T25" fmla="*/ 586 h 709"/>
              <a:gd name="T26" fmla="*/ 606 w 708"/>
              <a:gd name="T27" fmla="*/ 690 h 709"/>
              <a:gd name="T28" fmla="*/ 648 w 708"/>
              <a:gd name="T29" fmla="*/ 708 h 709"/>
              <a:gd name="T30" fmla="*/ 689 w 708"/>
              <a:gd name="T31" fmla="*/ 690 h 709"/>
              <a:gd name="T32" fmla="*/ 689 w 708"/>
              <a:gd name="T33" fmla="*/ 690 h 709"/>
              <a:gd name="T34" fmla="*/ 689 w 708"/>
              <a:gd name="T35" fmla="*/ 690 h 709"/>
              <a:gd name="T36" fmla="*/ 689 w 708"/>
              <a:gd name="T37" fmla="*/ 690 h 709"/>
              <a:gd name="T38" fmla="*/ 689 w 708"/>
              <a:gd name="T39" fmla="*/ 690 h 709"/>
              <a:gd name="T40" fmla="*/ 707 w 708"/>
              <a:gd name="T41" fmla="*/ 648 h 709"/>
              <a:gd name="T42" fmla="*/ 689 w 708"/>
              <a:gd name="T43" fmla="*/ 607 h 709"/>
              <a:gd name="T44" fmla="*/ 586 w 708"/>
              <a:gd name="T45" fmla="*/ 502 h 709"/>
              <a:gd name="T46" fmla="*/ 102 w 708"/>
              <a:gd name="T47" fmla="*/ 458 h 709"/>
              <a:gd name="T48" fmla="*/ 102 w 708"/>
              <a:gd name="T49" fmla="*/ 458 h 709"/>
              <a:gd name="T50" fmla="*/ 29 w 708"/>
              <a:gd name="T51" fmla="*/ 279 h 709"/>
              <a:gd name="T52" fmla="*/ 102 w 708"/>
              <a:gd name="T53" fmla="*/ 103 h 709"/>
              <a:gd name="T54" fmla="*/ 280 w 708"/>
              <a:gd name="T55" fmla="*/ 29 h 709"/>
              <a:gd name="T56" fmla="*/ 457 w 708"/>
              <a:gd name="T57" fmla="*/ 103 h 709"/>
              <a:gd name="T58" fmla="*/ 530 w 708"/>
              <a:gd name="T59" fmla="*/ 279 h 709"/>
              <a:gd name="T60" fmla="*/ 463 w 708"/>
              <a:gd name="T61" fmla="*/ 451 h 709"/>
              <a:gd name="T62" fmla="*/ 450 w 708"/>
              <a:gd name="T63" fmla="*/ 463 h 709"/>
              <a:gd name="T64" fmla="*/ 280 w 708"/>
              <a:gd name="T65" fmla="*/ 531 h 709"/>
              <a:gd name="T66" fmla="*/ 102 w 708"/>
              <a:gd name="T67" fmla="*/ 458 h 709"/>
              <a:gd name="T68" fmla="*/ 669 w 708"/>
              <a:gd name="T69" fmla="*/ 669 h 709"/>
              <a:gd name="T70" fmla="*/ 669 w 708"/>
              <a:gd name="T71" fmla="*/ 669 h 709"/>
              <a:gd name="T72" fmla="*/ 648 w 708"/>
              <a:gd name="T73" fmla="*/ 677 h 709"/>
              <a:gd name="T74" fmla="*/ 627 w 708"/>
              <a:gd name="T75" fmla="*/ 669 h 709"/>
              <a:gd name="T76" fmla="*/ 524 w 708"/>
              <a:gd name="T77" fmla="*/ 565 h 709"/>
              <a:gd name="T78" fmla="*/ 515 w 708"/>
              <a:gd name="T79" fmla="*/ 545 h 709"/>
              <a:gd name="T80" fmla="*/ 524 w 708"/>
              <a:gd name="T81" fmla="*/ 522 h 709"/>
              <a:gd name="T82" fmla="*/ 544 w 708"/>
              <a:gd name="T83" fmla="*/ 514 h 709"/>
              <a:gd name="T84" fmla="*/ 565 w 708"/>
              <a:gd name="T85" fmla="*/ 522 h 709"/>
              <a:gd name="T86" fmla="*/ 669 w 708"/>
              <a:gd name="T87" fmla="*/ 627 h 709"/>
              <a:gd name="T88" fmla="*/ 678 w 708"/>
              <a:gd name="T89" fmla="*/ 648 h 709"/>
              <a:gd name="T90" fmla="*/ 669 w 708"/>
              <a:gd name="T91" fmla="*/ 669 h 709"/>
              <a:gd name="T92" fmla="*/ 680 w 708"/>
              <a:gd name="T93" fmla="*/ 680 h 709"/>
              <a:gd name="T94" fmla="*/ 669 w 708"/>
              <a:gd name="T95" fmla="*/ 669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8" h="709">
                <a:moveTo>
                  <a:pt x="586" y="502"/>
                </a:moveTo>
                <a:lnTo>
                  <a:pt x="586" y="502"/>
                </a:lnTo>
                <a:cubicBezTo>
                  <a:pt x="575" y="491"/>
                  <a:pt x="560" y="485"/>
                  <a:pt x="544" y="485"/>
                </a:cubicBezTo>
                <a:cubicBezTo>
                  <a:pt x="533" y="485"/>
                  <a:pt x="524" y="488"/>
                  <a:pt x="514" y="493"/>
                </a:cubicBezTo>
                <a:cubicBezTo>
                  <a:pt x="488" y="467"/>
                  <a:pt x="488" y="467"/>
                  <a:pt x="488" y="467"/>
                </a:cubicBezTo>
                <a:cubicBezTo>
                  <a:pt x="532" y="418"/>
                  <a:pt x="560" y="353"/>
                  <a:pt x="560" y="279"/>
                </a:cubicBezTo>
                <a:cubicBezTo>
                  <a:pt x="560" y="125"/>
                  <a:pt x="435" y="0"/>
                  <a:pt x="280" y="0"/>
                </a:cubicBezTo>
                <a:cubicBezTo>
                  <a:pt x="126" y="0"/>
                  <a:pt x="0" y="125"/>
                  <a:pt x="0" y="279"/>
                </a:cubicBezTo>
                <a:cubicBezTo>
                  <a:pt x="0" y="434"/>
                  <a:pt x="126" y="560"/>
                  <a:pt x="280" y="560"/>
                </a:cubicBezTo>
                <a:cubicBezTo>
                  <a:pt x="352" y="560"/>
                  <a:pt x="417" y="532"/>
                  <a:pt x="467" y="488"/>
                </a:cubicBezTo>
                <a:cubicBezTo>
                  <a:pt x="493" y="514"/>
                  <a:pt x="493" y="514"/>
                  <a:pt x="493" y="514"/>
                </a:cubicBezTo>
                <a:cubicBezTo>
                  <a:pt x="488" y="524"/>
                  <a:pt x="485" y="534"/>
                  <a:pt x="485" y="545"/>
                </a:cubicBezTo>
                <a:cubicBezTo>
                  <a:pt x="485" y="558"/>
                  <a:pt x="490" y="574"/>
                  <a:pt x="503" y="586"/>
                </a:cubicBezTo>
                <a:cubicBezTo>
                  <a:pt x="606" y="690"/>
                  <a:pt x="606" y="690"/>
                  <a:pt x="606" y="690"/>
                </a:cubicBezTo>
                <a:cubicBezTo>
                  <a:pt x="618" y="701"/>
                  <a:pt x="633" y="708"/>
                  <a:pt x="648" y="708"/>
                </a:cubicBezTo>
                <a:cubicBezTo>
                  <a:pt x="663" y="708"/>
                  <a:pt x="678" y="701"/>
                  <a:pt x="689" y="690"/>
                </a:cubicBezTo>
                <a:lnTo>
                  <a:pt x="689" y="690"/>
                </a:lnTo>
                <a:lnTo>
                  <a:pt x="689" y="690"/>
                </a:lnTo>
                <a:lnTo>
                  <a:pt x="689" y="690"/>
                </a:lnTo>
                <a:lnTo>
                  <a:pt x="689" y="690"/>
                </a:lnTo>
                <a:cubicBezTo>
                  <a:pt x="702" y="679"/>
                  <a:pt x="707" y="663"/>
                  <a:pt x="707" y="648"/>
                </a:cubicBezTo>
                <a:cubicBezTo>
                  <a:pt x="707" y="633"/>
                  <a:pt x="702" y="618"/>
                  <a:pt x="689" y="607"/>
                </a:cubicBezTo>
                <a:lnTo>
                  <a:pt x="586" y="502"/>
                </a:lnTo>
                <a:close/>
                <a:moveTo>
                  <a:pt x="102" y="458"/>
                </a:moveTo>
                <a:lnTo>
                  <a:pt x="102" y="458"/>
                </a:lnTo>
                <a:cubicBezTo>
                  <a:pt x="58" y="412"/>
                  <a:pt x="29" y="348"/>
                  <a:pt x="29" y="279"/>
                </a:cubicBezTo>
                <a:cubicBezTo>
                  <a:pt x="29" y="210"/>
                  <a:pt x="58" y="148"/>
                  <a:pt x="102" y="103"/>
                </a:cubicBezTo>
                <a:cubicBezTo>
                  <a:pt x="148" y="57"/>
                  <a:pt x="210" y="29"/>
                  <a:pt x="280" y="29"/>
                </a:cubicBezTo>
                <a:cubicBezTo>
                  <a:pt x="350" y="29"/>
                  <a:pt x="412" y="57"/>
                  <a:pt x="457" y="103"/>
                </a:cubicBezTo>
                <a:cubicBezTo>
                  <a:pt x="503" y="148"/>
                  <a:pt x="530" y="210"/>
                  <a:pt x="530" y="279"/>
                </a:cubicBezTo>
                <a:cubicBezTo>
                  <a:pt x="530" y="346"/>
                  <a:pt x="504" y="405"/>
                  <a:pt x="463" y="451"/>
                </a:cubicBezTo>
                <a:cubicBezTo>
                  <a:pt x="450" y="463"/>
                  <a:pt x="450" y="463"/>
                  <a:pt x="450" y="463"/>
                </a:cubicBezTo>
                <a:cubicBezTo>
                  <a:pt x="406" y="505"/>
                  <a:pt x="345" y="531"/>
                  <a:pt x="280" y="531"/>
                </a:cubicBezTo>
                <a:cubicBezTo>
                  <a:pt x="210" y="531"/>
                  <a:pt x="148" y="502"/>
                  <a:pt x="102" y="458"/>
                </a:cubicBezTo>
                <a:close/>
                <a:moveTo>
                  <a:pt x="669" y="669"/>
                </a:moveTo>
                <a:lnTo>
                  <a:pt x="669" y="669"/>
                </a:lnTo>
                <a:cubicBezTo>
                  <a:pt x="663" y="674"/>
                  <a:pt x="656" y="677"/>
                  <a:pt x="648" y="677"/>
                </a:cubicBezTo>
                <a:cubicBezTo>
                  <a:pt x="641" y="677"/>
                  <a:pt x="633" y="674"/>
                  <a:pt x="627" y="669"/>
                </a:cubicBezTo>
                <a:cubicBezTo>
                  <a:pt x="524" y="565"/>
                  <a:pt x="524" y="565"/>
                  <a:pt x="524" y="565"/>
                </a:cubicBezTo>
                <a:cubicBezTo>
                  <a:pt x="518" y="558"/>
                  <a:pt x="515" y="552"/>
                  <a:pt x="515" y="545"/>
                </a:cubicBezTo>
                <a:cubicBezTo>
                  <a:pt x="515" y="536"/>
                  <a:pt x="518" y="529"/>
                  <a:pt x="524" y="522"/>
                </a:cubicBezTo>
                <a:cubicBezTo>
                  <a:pt x="529" y="517"/>
                  <a:pt x="536" y="514"/>
                  <a:pt x="544" y="514"/>
                </a:cubicBezTo>
                <a:cubicBezTo>
                  <a:pt x="551" y="514"/>
                  <a:pt x="560" y="517"/>
                  <a:pt x="565" y="522"/>
                </a:cubicBezTo>
                <a:cubicBezTo>
                  <a:pt x="669" y="627"/>
                  <a:pt x="669" y="627"/>
                  <a:pt x="669" y="627"/>
                </a:cubicBezTo>
                <a:cubicBezTo>
                  <a:pt x="676" y="633"/>
                  <a:pt x="678" y="640"/>
                  <a:pt x="678" y="648"/>
                </a:cubicBezTo>
                <a:cubicBezTo>
                  <a:pt x="678" y="655"/>
                  <a:pt x="676" y="663"/>
                  <a:pt x="669" y="669"/>
                </a:cubicBezTo>
                <a:cubicBezTo>
                  <a:pt x="680" y="680"/>
                  <a:pt x="680" y="680"/>
                  <a:pt x="680" y="680"/>
                </a:cubicBezTo>
                <a:lnTo>
                  <a:pt x="669" y="669"/>
                </a:lnTo>
                <a:close/>
              </a:path>
            </a:pathLst>
          </a:custGeom>
          <a:solidFill>
            <a:schemeClr val="accent4"/>
          </a:solidFill>
          <a:ln>
            <a:noFill/>
          </a:ln>
          <a:effectLst/>
        </p:spPr>
        <p:txBody>
          <a:bodyPr wrap="none" anchor="ctr"/>
          <a:lstStyle/>
          <a:p>
            <a:endParaRPr lang="da-DK">
              <a:solidFill>
                <a:schemeClr val="tx2"/>
              </a:solidFill>
            </a:endParaRPr>
          </a:p>
        </p:txBody>
      </p:sp>
      <p:sp>
        <p:nvSpPr>
          <p:cNvPr id="532" name="Freeform 442">
            <a:extLst>
              <a:ext uri="{FF2B5EF4-FFF2-40B4-BE49-F238E27FC236}">
                <a16:creationId xmlns:a16="http://schemas.microsoft.com/office/drawing/2014/main" id="{90CEBF99-A7E6-E5B4-A7F4-4D9D3DD2543D}"/>
              </a:ext>
            </a:extLst>
          </p:cNvPr>
          <p:cNvSpPr>
            <a:spLocks noChangeArrowheads="1"/>
          </p:cNvSpPr>
          <p:nvPr/>
        </p:nvSpPr>
        <p:spPr bwMode="auto">
          <a:xfrm>
            <a:off x="8436495" y="879897"/>
            <a:ext cx="127000" cy="255587"/>
          </a:xfrm>
          <a:custGeom>
            <a:avLst/>
            <a:gdLst>
              <a:gd name="T0" fmla="*/ 0 w 354"/>
              <a:gd name="T1" fmla="*/ 427 h 708"/>
              <a:gd name="T2" fmla="*/ 0 w 354"/>
              <a:gd name="T3" fmla="*/ 427 h 708"/>
              <a:gd name="T4" fmla="*/ 4 w 354"/>
              <a:gd name="T5" fmla="*/ 438 h 708"/>
              <a:gd name="T6" fmla="*/ 15 w 354"/>
              <a:gd name="T7" fmla="*/ 442 h 708"/>
              <a:gd name="T8" fmla="*/ 120 w 354"/>
              <a:gd name="T9" fmla="*/ 442 h 708"/>
              <a:gd name="T10" fmla="*/ 161 w 354"/>
              <a:gd name="T11" fmla="*/ 695 h 708"/>
              <a:gd name="T12" fmla="*/ 177 w 354"/>
              <a:gd name="T13" fmla="*/ 707 h 708"/>
              <a:gd name="T14" fmla="*/ 190 w 354"/>
              <a:gd name="T15" fmla="*/ 695 h 708"/>
              <a:gd name="T16" fmla="*/ 233 w 354"/>
              <a:gd name="T17" fmla="*/ 442 h 708"/>
              <a:gd name="T18" fmla="*/ 338 w 354"/>
              <a:gd name="T19" fmla="*/ 442 h 708"/>
              <a:gd name="T20" fmla="*/ 349 w 354"/>
              <a:gd name="T21" fmla="*/ 438 h 708"/>
              <a:gd name="T22" fmla="*/ 353 w 354"/>
              <a:gd name="T23" fmla="*/ 427 h 708"/>
              <a:gd name="T24" fmla="*/ 265 w 354"/>
              <a:gd name="T25" fmla="*/ 303 h 708"/>
              <a:gd name="T26" fmla="*/ 265 w 354"/>
              <a:gd name="T27" fmla="*/ 148 h 708"/>
              <a:gd name="T28" fmla="*/ 280 w 354"/>
              <a:gd name="T29" fmla="*/ 148 h 708"/>
              <a:gd name="T30" fmla="*/ 353 w 354"/>
              <a:gd name="T31" fmla="*/ 73 h 708"/>
              <a:gd name="T32" fmla="*/ 280 w 354"/>
              <a:gd name="T33" fmla="*/ 0 h 708"/>
              <a:gd name="T34" fmla="*/ 73 w 354"/>
              <a:gd name="T35" fmla="*/ 0 h 708"/>
              <a:gd name="T36" fmla="*/ 0 w 354"/>
              <a:gd name="T37" fmla="*/ 73 h 708"/>
              <a:gd name="T38" fmla="*/ 73 w 354"/>
              <a:gd name="T39" fmla="*/ 148 h 708"/>
              <a:gd name="T40" fmla="*/ 88 w 354"/>
              <a:gd name="T41" fmla="*/ 148 h 708"/>
              <a:gd name="T42" fmla="*/ 88 w 354"/>
              <a:gd name="T43" fmla="*/ 303 h 708"/>
              <a:gd name="T44" fmla="*/ 0 w 354"/>
              <a:gd name="T45" fmla="*/ 427 h 708"/>
              <a:gd name="T46" fmla="*/ 177 w 354"/>
              <a:gd name="T47" fmla="*/ 604 h 708"/>
              <a:gd name="T48" fmla="*/ 177 w 354"/>
              <a:gd name="T49" fmla="*/ 604 h 708"/>
              <a:gd name="T50" fmla="*/ 149 w 354"/>
              <a:gd name="T51" fmla="*/ 442 h 708"/>
              <a:gd name="T52" fmla="*/ 203 w 354"/>
              <a:gd name="T53" fmla="*/ 442 h 708"/>
              <a:gd name="T54" fmla="*/ 177 w 354"/>
              <a:gd name="T55" fmla="*/ 604 h 708"/>
              <a:gd name="T56" fmla="*/ 73 w 354"/>
              <a:gd name="T57" fmla="*/ 117 h 708"/>
              <a:gd name="T58" fmla="*/ 73 w 354"/>
              <a:gd name="T59" fmla="*/ 117 h 708"/>
              <a:gd name="T60" fmla="*/ 29 w 354"/>
              <a:gd name="T61" fmla="*/ 73 h 708"/>
              <a:gd name="T62" fmla="*/ 73 w 354"/>
              <a:gd name="T63" fmla="*/ 29 h 708"/>
              <a:gd name="T64" fmla="*/ 280 w 354"/>
              <a:gd name="T65" fmla="*/ 29 h 708"/>
              <a:gd name="T66" fmla="*/ 324 w 354"/>
              <a:gd name="T67" fmla="*/ 73 h 708"/>
              <a:gd name="T68" fmla="*/ 280 w 354"/>
              <a:gd name="T69" fmla="*/ 117 h 708"/>
              <a:gd name="T70" fmla="*/ 250 w 354"/>
              <a:gd name="T71" fmla="*/ 117 h 708"/>
              <a:gd name="T72" fmla="*/ 240 w 354"/>
              <a:gd name="T73" fmla="*/ 123 h 708"/>
              <a:gd name="T74" fmla="*/ 236 w 354"/>
              <a:gd name="T75" fmla="*/ 133 h 708"/>
              <a:gd name="T76" fmla="*/ 236 w 354"/>
              <a:gd name="T77" fmla="*/ 314 h 708"/>
              <a:gd name="T78" fmla="*/ 247 w 354"/>
              <a:gd name="T79" fmla="*/ 327 h 708"/>
              <a:gd name="T80" fmla="*/ 323 w 354"/>
              <a:gd name="T81" fmla="*/ 413 h 708"/>
              <a:gd name="T82" fmla="*/ 221 w 354"/>
              <a:gd name="T83" fmla="*/ 413 h 708"/>
              <a:gd name="T84" fmla="*/ 132 w 354"/>
              <a:gd name="T85" fmla="*/ 413 h 708"/>
              <a:gd name="T86" fmla="*/ 30 w 354"/>
              <a:gd name="T87" fmla="*/ 413 h 708"/>
              <a:gd name="T88" fmla="*/ 106 w 354"/>
              <a:gd name="T89" fmla="*/ 327 h 708"/>
              <a:gd name="T90" fmla="*/ 117 w 354"/>
              <a:gd name="T91" fmla="*/ 314 h 708"/>
              <a:gd name="T92" fmla="*/ 117 w 354"/>
              <a:gd name="T93" fmla="*/ 133 h 708"/>
              <a:gd name="T94" fmla="*/ 113 w 354"/>
              <a:gd name="T95" fmla="*/ 123 h 708"/>
              <a:gd name="T96" fmla="*/ 103 w 354"/>
              <a:gd name="T97" fmla="*/ 117 h 708"/>
              <a:gd name="T98" fmla="*/ 73 w 354"/>
              <a:gd name="T99" fmla="*/ 11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54" h="708">
                <a:moveTo>
                  <a:pt x="0" y="427"/>
                </a:moveTo>
                <a:lnTo>
                  <a:pt x="0" y="427"/>
                </a:lnTo>
                <a:cubicBezTo>
                  <a:pt x="0" y="431"/>
                  <a:pt x="1" y="435"/>
                  <a:pt x="4" y="438"/>
                </a:cubicBezTo>
                <a:cubicBezTo>
                  <a:pt x="7" y="441"/>
                  <a:pt x="11" y="442"/>
                  <a:pt x="15" y="442"/>
                </a:cubicBezTo>
                <a:cubicBezTo>
                  <a:pt x="120" y="442"/>
                  <a:pt x="120" y="442"/>
                  <a:pt x="120" y="442"/>
                </a:cubicBezTo>
                <a:cubicBezTo>
                  <a:pt x="161" y="695"/>
                  <a:pt x="161" y="695"/>
                  <a:pt x="161" y="695"/>
                </a:cubicBezTo>
                <a:cubicBezTo>
                  <a:pt x="163" y="702"/>
                  <a:pt x="170" y="707"/>
                  <a:pt x="177" y="707"/>
                </a:cubicBezTo>
                <a:cubicBezTo>
                  <a:pt x="183" y="707"/>
                  <a:pt x="190" y="702"/>
                  <a:pt x="190" y="695"/>
                </a:cubicBezTo>
                <a:cubicBezTo>
                  <a:pt x="233" y="442"/>
                  <a:pt x="233" y="442"/>
                  <a:pt x="233" y="442"/>
                </a:cubicBezTo>
                <a:cubicBezTo>
                  <a:pt x="338" y="442"/>
                  <a:pt x="338" y="442"/>
                  <a:pt x="338" y="442"/>
                </a:cubicBezTo>
                <a:cubicBezTo>
                  <a:pt x="342" y="442"/>
                  <a:pt x="346" y="441"/>
                  <a:pt x="349" y="438"/>
                </a:cubicBezTo>
                <a:cubicBezTo>
                  <a:pt x="352" y="435"/>
                  <a:pt x="353" y="431"/>
                  <a:pt x="353" y="427"/>
                </a:cubicBezTo>
                <a:cubicBezTo>
                  <a:pt x="353" y="370"/>
                  <a:pt x="316" y="321"/>
                  <a:pt x="265" y="303"/>
                </a:cubicBezTo>
                <a:cubicBezTo>
                  <a:pt x="265" y="148"/>
                  <a:pt x="265" y="148"/>
                  <a:pt x="265" y="148"/>
                </a:cubicBezTo>
                <a:cubicBezTo>
                  <a:pt x="280" y="148"/>
                  <a:pt x="280" y="148"/>
                  <a:pt x="280" y="148"/>
                </a:cubicBezTo>
                <a:cubicBezTo>
                  <a:pt x="320" y="148"/>
                  <a:pt x="353" y="115"/>
                  <a:pt x="353" y="73"/>
                </a:cubicBezTo>
                <a:cubicBezTo>
                  <a:pt x="353" y="33"/>
                  <a:pt x="320" y="0"/>
                  <a:pt x="280" y="0"/>
                </a:cubicBezTo>
                <a:cubicBezTo>
                  <a:pt x="73" y="0"/>
                  <a:pt x="73" y="0"/>
                  <a:pt x="73" y="0"/>
                </a:cubicBezTo>
                <a:cubicBezTo>
                  <a:pt x="33" y="0"/>
                  <a:pt x="0" y="33"/>
                  <a:pt x="0" y="73"/>
                </a:cubicBezTo>
                <a:cubicBezTo>
                  <a:pt x="0" y="115"/>
                  <a:pt x="33" y="148"/>
                  <a:pt x="73" y="148"/>
                </a:cubicBezTo>
                <a:cubicBezTo>
                  <a:pt x="88" y="148"/>
                  <a:pt x="88" y="148"/>
                  <a:pt x="88" y="148"/>
                </a:cubicBezTo>
                <a:cubicBezTo>
                  <a:pt x="88" y="303"/>
                  <a:pt x="88" y="303"/>
                  <a:pt x="88" y="303"/>
                </a:cubicBezTo>
                <a:cubicBezTo>
                  <a:pt x="37" y="321"/>
                  <a:pt x="0" y="370"/>
                  <a:pt x="0" y="427"/>
                </a:cubicBezTo>
                <a:close/>
                <a:moveTo>
                  <a:pt x="177" y="604"/>
                </a:moveTo>
                <a:lnTo>
                  <a:pt x="177" y="604"/>
                </a:lnTo>
                <a:cubicBezTo>
                  <a:pt x="149" y="442"/>
                  <a:pt x="149" y="442"/>
                  <a:pt x="149" y="442"/>
                </a:cubicBezTo>
                <a:cubicBezTo>
                  <a:pt x="203" y="442"/>
                  <a:pt x="203" y="442"/>
                  <a:pt x="203" y="442"/>
                </a:cubicBezTo>
                <a:lnTo>
                  <a:pt x="177" y="604"/>
                </a:lnTo>
                <a:close/>
                <a:moveTo>
                  <a:pt x="73" y="117"/>
                </a:moveTo>
                <a:lnTo>
                  <a:pt x="73" y="117"/>
                </a:lnTo>
                <a:cubicBezTo>
                  <a:pt x="49" y="117"/>
                  <a:pt x="29" y="98"/>
                  <a:pt x="29" y="73"/>
                </a:cubicBezTo>
                <a:cubicBezTo>
                  <a:pt x="29" y="50"/>
                  <a:pt x="49" y="29"/>
                  <a:pt x="73" y="29"/>
                </a:cubicBezTo>
                <a:cubicBezTo>
                  <a:pt x="280" y="29"/>
                  <a:pt x="280" y="29"/>
                  <a:pt x="280" y="29"/>
                </a:cubicBezTo>
                <a:cubicBezTo>
                  <a:pt x="304" y="29"/>
                  <a:pt x="323" y="50"/>
                  <a:pt x="324" y="73"/>
                </a:cubicBezTo>
                <a:cubicBezTo>
                  <a:pt x="323" y="98"/>
                  <a:pt x="304" y="117"/>
                  <a:pt x="280" y="117"/>
                </a:cubicBezTo>
                <a:cubicBezTo>
                  <a:pt x="250" y="117"/>
                  <a:pt x="250" y="117"/>
                  <a:pt x="250" y="117"/>
                </a:cubicBezTo>
                <a:cubicBezTo>
                  <a:pt x="246" y="117"/>
                  <a:pt x="243" y="120"/>
                  <a:pt x="240" y="123"/>
                </a:cubicBezTo>
                <a:cubicBezTo>
                  <a:pt x="237" y="126"/>
                  <a:pt x="236" y="129"/>
                  <a:pt x="236" y="133"/>
                </a:cubicBezTo>
                <a:cubicBezTo>
                  <a:pt x="236" y="314"/>
                  <a:pt x="236" y="314"/>
                  <a:pt x="236" y="314"/>
                </a:cubicBezTo>
                <a:cubicBezTo>
                  <a:pt x="236" y="321"/>
                  <a:pt x="240" y="326"/>
                  <a:pt x="247" y="327"/>
                </a:cubicBezTo>
                <a:cubicBezTo>
                  <a:pt x="286" y="338"/>
                  <a:pt x="316" y="372"/>
                  <a:pt x="323" y="413"/>
                </a:cubicBezTo>
                <a:cubicBezTo>
                  <a:pt x="221" y="413"/>
                  <a:pt x="221" y="413"/>
                  <a:pt x="221" y="413"/>
                </a:cubicBezTo>
                <a:cubicBezTo>
                  <a:pt x="132" y="413"/>
                  <a:pt x="132" y="413"/>
                  <a:pt x="132" y="413"/>
                </a:cubicBezTo>
                <a:cubicBezTo>
                  <a:pt x="30" y="413"/>
                  <a:pt x="30" y="413"/>
                  <a:pt x="30" y="413"/>
                </a:cubicBezTo>
                <a:cubicBezTo>
                  <a:pt x="36" y="372"/>
                  <a:pt x="66" y="338"/>
                  <a:pt x="106" y="327"/>
                </a:cubicBezTo>
                <a:cubicBezTo>
                  <a:pt x="113" y="326"/>
                  <a:pt x="117" y="321"/>
                  <a:pt x="117" y="314"/>
                </a:cubicBezTo>
                <a:cubicBezTo>
                  <a:pt x="117" y="133"/>
                  <a:pt x="117" y="133"/>
                  <a:pt x="117" y="133"/>
                </a:cubicBezTo>
                <a:cubicBezTo>
                  <a:pt x="117" y="129"/>
                  <a:pt x="116" y="126"/>
                  <a:pt x="113" y="123"/>
                </a:cubicBezTo>
                <a:cubicBezTo>
                  <a:pt x="110" y="120"/>
                  <a:pt x="106" y="117"/>
                  <a:pt x="103" y="117"/>
                </a:cubicBezTo>
                <a:lnTo>
                  <a:pt x="73" y="117"/>
                </a:lnTo>
                <a:close/>
              </a:path>
            </a:pathLst>
          </a:custGeom>
          <a:solidFill>
            <a:schemeClr val="accent4"/>
          </a:solidFill>
          <a:ln>
            <a:noFill/>
          </a:ln>
          <a:effectLst/>
        </p:spPr>
        <p:txBody>
          <a:bodyPr wrap="none" anchor="ctr"/>
          <a:lstStyle/>
          <a:p>
            <a:endParaRPr lang="da-DK">
              <a:solidFill>
                <a:schemeClr val="tx2"/>
              </a:solidFill>
            </a:endParaRPr>
          </a:p>
        </p:txBody>
      </p:sp>
      <p:sp>
        <p:nvSpPr>
          <p:cNvPr id="533" name="Freeform 443">
            <a:extLst>
              <a:ext uri="{FF2B5EF4-FFF2-40B4-BE49-F238E27FC236}">
                <a16:creationId xmlns:a16="http://schemas.microsoft.com/office/drawing/2014/main" id="{467BAA2A-E942-C599-2907-4C462D749B45}"/>
              </a:ext>
            </a:extLst>
          </p:cNvPr>
          <p:cNvSpPr>
            <a:spLocks noChangeArrowheads="1"/>
          </p:cNvSpPr>
          <p:nvPr/>
        </p:nvSpPr>
        <p:spPr bwMode="auto">
          <a:xfrm>
            <a:off x="8884170" y="879896"/>
            <a:ext cx="255588" cy="255588"/>
          </a:xfrm>
          <a:custGeom>
            <a:avLst/>
            <a:gdLst>
              <a:gd name="T0" fmla="*/ 279 w 709"/>
              <a:gd name="T1" fmla="*/ 559 h 708"/>
              <a:gd name="T2" fmla="*/ 279 w 709"/>
              <a:gd name="T3" fmla="*/ 559 h 708"/>
              <a:gd name="T4" fmla="*/ 467 w 709"/>
              <a:gd name="T5" fmla="*/ 488 h 708"/>
              <a:gd name="T6" fmla="*/ 494 w 709"/>
              <a:gd name="T7" fmla="*/ 514 h 708"/>
              <a:gd name="T8" fmla="*/ 485 w 709"/>
              <a:gd name="T9" fmla="*/ 544 h 708"/>
              <a:gd name="T10" fmla="*/ 502 w 709"/>
              <a:gd name="T11" fmla="*/ 586 h 708"/>
              <a:gd name="T12" fmla="*/ 607 w 709"/>
              <a:gd name="T13" fmla="*/ 689 h 708"/>
              <a:gd name="T14" fmla="*/ 648 w 709"/>
              <a:gd name="T15" fmla="*/ 707 h 708"/>
              <a:gd name="T16" fmla="*/ 690 w 709"/>
              <a:gd name="T17" fmla="*/ 689 h 708"/>
              <a:gd name="T18" fmla="*/ 680 w 709"/>
              <a:gd name="T19" fmla="*/ 680 h 708"/>
              <a:gd name="T20" fmla="*/ 690 w 709"/>
              <a:gd name="T21" fmla="*/ 689 h 708"/>
              <a:gd name="T22" fmla="*/ 708 w 709"/>
              <a:gd name="T23" fmla="*/ 648 h 708"/>
              <a:gd name="T24" fmla="*/ 690 w 709"/>
              <a:gd name="T25" fmla="*/ 606 h 708"/>
              <a:gd name="T26" fmla="*/ 586 w 709"/>
              <a:gd name="T27" fmla="*/ 503 h 708"/>
              <a:gd name="T28" fmla="*/ 545 w 709"/>
              <a:gd name="T29" fmla="*/ 485 h 708"/>
              <a:gd name="T30" fmla="*/ 514 w 709"/>
              <a:gd name="T31" fmla="*/ 493 h 708"/>
              <a:gd name="T32" fmla="*/ 488 w 709"/>
              <a:gd name="T33" fmla="*/ 467 h 708"/>
              <a:gd name="T34" fmla="*/ 560 w 709"/>
              <a:gd name="T35" fmla="*/ 280 h 708"/>
              <a:gd name="T36" fmla="*/ 279 w 709"/>
              <a:gd name="T37" fmla="*/ 0 h 708"/>
              <a:gd name="T38" fmla="*/ 0 w 709"/>
              <a:gd name="T39" fmla="*/ 280 h 708"/>
              <a:gd name="T40" fmla="*/ 279 w 709"/>
              <a:gd name="T41" fmla="*/ 559 h 708"/>
              <a:gd name="T42" fmla="*/ 565 w 709"/>
              <a:gd name="T43" fmla="*/ 523 h 708"/>
              <a:gd name="T44" fmla="*/ 565 w 709"/>
              <a:gd name="T45" fmla="*/ 523 h 708"/>
              <a:gd name="T46" fmla="*/ 669 w 709"/>
              <a:gd name="T47" fmla="*/ 627 h 708"/>
              <a:gd name="T48" fmla="*/ 677 w 709"/>
              <a:gd name="T49" fmla="*/ 648 h 708"/>
              <a:gd name="T50" fmla="*/ 669 w 709"/>
              <a:gd name="T51" fmla="*/ 668 h 708"/>
              <a:gd name="T52" fmla="*/ 648 w 709"/>
              <a:gd name="T53" fmla="*/ 678 h 708"/>
              <a:gd name="T54" fmla="*/ 628 w 709"/>
              <a:gd name="T55" fmla="*/ 668 h 708"/>
              <a:gd name="T56" fmla="*/ 523 w 709"/>
              <a:gd name="T57" fmla="*/ 565 h 708"/>
              <a:gd name="T58" fmla="*/ 514 w 709"/>
              <a:gd name="T59" fmla="*/ 544 h 708"/>
              <a:gd name="T60" fmla="*/ 523 w 709"/>
              <a:gd name="T61" fmla="*/ 523 h 708"/>
              <a:gd name="T62" fmla="*/ 545 w 709"/>
              <a:gd name="T63" fmla="*/ 515 h 708"/>
              <a:gd name="T64" fmla="*/ 565 w 709"/>
              <a:gd name="T65" fmla="*/ 523 h 708"/>
              <a:gd name="T66" fmla="*/ 103 w 709"/>
              <a:gd name="T67" fmla="*/ 102 h 708"/>
              <a:gd name="T68" fmla="*/ 103 w 709"/>
              <a:gd name="T69" fmla="*/ 102 h 708"/>
              <a:gd name="T70" fmla="*/ 279 w 709"/>
              <a:gd name="T71" fmla="*/ 29 h 708"/>
              <a:gd name="T72" fmla="*/ 456 w 709"/>
              <a:gd name="T73" fmla="*/ 102 h 708"/>
              <a:gd name="T74" fmla="*/ 531 w 709"/>
              <a:gd name="T75" fmla="*/ 280 h 708"/>
              <a:gd name="T76" fmla="*/ 463 w 709"/>
              <a:gd name="T77" fmla="*/ 450 h 708"/>
              <a:gd name="T78" fmla="*/ 451 w 709"/>
              <a:gd name="T79" fmla="*/ 463 h 708"/>
              <a:gd name="T80" fmla="*/ 279 w 709"/>
              <a:gd name="T81" fmla="*/ 530 h 708"/>
              <a:gd name="T82" fmla="*/ 103 w 709"/>
              <a:gd name="T83" fmla="*/ 457 h 708"/>
              <a:gd name="T84" fmla="*/ 29 w 709"/>
              <a:gd name="T85" fmla="*/ 280 h 708"/>
              <a:gd name="T86" fmla="*/ 103 w 709"/>
              <a:gd name="T87" fmla="*/ 102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708">
                <a:moveTo>
                  <a:pt x="279" y="559"/>
                </a:moveTo>
                <a:lnTo>
                  <a:pt x="279" y="559"/>
                </a:lnTo>
                <a:cubicBezTo>
                  <a:pt x="351" y="559"/>
                  <a:pt x="418" y="533"/>
                  <a:pt x="467" y="488"/>
                </a:cubicBezTo>
                <a:cubicBezTo>
                  <a:pt x="494" y="514"/>
                  <a:pt x="494" y="514"/>
                  <a:pt x="494" y="514"/>
                </a:cubicBezTo>
                <a:cubicBezTo>
                  <a:pt x="488" y="523"/>
                  <a:pt x="485" y="533"/>
                  <a:pt x="485" y="544"/>
                </a:cubicBezTo>
                <a:cubicBezTo>
                  <a:pt x="485" y="559"/>
                  <a:pt x="491" y="575"/>
                  <a:pt x="502" y="586"/>
                </a:cubicBezTo>
                <a:cubicBezTo>
                  <a:pt x="607" y="689"/>
                  <a:pt x="607" y="689"/>
                  <a:pt x="607" y="689"/>
                </a:cubicBezTo>
                <a:cubicBezTo>
                  <a:pt x="618" y="702"/>
                  <a:pt x="633" y="707"/>
                  <a:pt x="648" y="707"/>
                </a:cubicBezTo>
                <a:cubicBezTo>
                  <a:pt x="663" y="707"/>
                  <a:pt x="679" y="702"/>
                  <a:pt x="690" y="689"/>
                </a:cubicBezTo>
                <a:cubicBezTo>
                  <a:pt x="680" y="680"/>
                  <a:pt x="680" y="680"/>
                  <a:pt x="680" y="680"/>
                </a:cubicBezTo>
                <a:cubicBezTo>
                  <a:pt x="690" y="689"/>
                  <a:pt x="690" y="689"/>
                  <a:pt x="690" y="689"/>
                </a:cubicBezTo>
                <a:cubicBezTo>
                  <a:pt x="701" y="678"/>
                  <a:pt x="708" y="663"/>
                  <a:pt x="708" y="648"/>
                </a:cubicBezTo>
                <a:cubicBezTo>
                  <a:pt x="708" y="633"/>
                  <a:pt x="701" y="617"/>
                  <a:pt x="690" y="606"/>
                </a:cubicBezTo>
                <a:cubicBezTo>
                  <a:pt x="586" y="503"/>
                  <a:pt x="586" y="503"/>
                  <a:pt x="586" y="503"/>
                </a:cubicBezTo>
                <a:cubicBezTo>
                  <a:pt x="574" y="490"/>
                  <a:pt x="559" y="485"/>
                  <a:pt x="545" y="485"/>
                </a:cubicBezTo>
                <a:cubicBezTo>
                  <a:pt x="534" y="485"/>
                  <a:pt x="524" y="488"/>
                  <a:pt x="514" y="493"/>
                </a:cubicBezTo>
                <a:cubicBezTo>
                  <a:pt x="488" y="467"/>
                  <a:pt x="488" y="467"/>
                  <a:pt x="488" y="467"/>
                </a:cubicBezTo>
                <a:cubicBezTo>
                  <a:pt x="532" y="417"/>
                  <a:pt x="560" y="352"/>
                  <a:pt x="560" y="280"/>
                </a:cubicBezTo>
                <a:cubicBezTo>
                  <a:pt x="560" y="126"/>
                  <a:pt x="434" y="0"/>
                  <a:pt x="279" y="0"/>
                </a:cubicBezTo>
                <a:cubicBezTo>
                  <a:pt x="125" y="0"/>
                  <a:pt x="0" y="126"/>
                  <a:pt x="0" y="280"/>
                </a:cubicBezTo>
                <a:cubicBezTo>
                  <a:pt x="0" y="435"/>
                  <a:pt x="125" y="559"/>
                  <a:pt x="279" y="559"/>
                </a:cubicBezTo>
                <a:close/>
                <a:moveTo>
                  <a:pt x="565" y="523"/>
                </a:moveTo>
                <a:lnTo>
                  <a:pt x="565" y="523"/>
                </a:lnTo>
                <a:cubicBezTo>
                  <a:pt x="669" y="627"/>
                  <a:pt x="669" y="627"/>
                  <a:pt x="669" y="627"/>
                </a:cubicBezTo>
                <a:cubicBezTo>
                  <a:pt x="675" y="633"/>
                  <a:pt x="677" y="641"/>
                  <a:pt x="677" y="648"/>
                </a:cubicBezTo>
                <a:cubicBezTo>
                  <a:pt x="677" y="656"/>
                  <a:pt x="675" y="663"/>
                  <a:pt x="669" y="668"/>
                </a:cubicBezTo>
                <a:cubicBezTo>
                  <a:pt x="663" y="675"/>
                  <a:pt x="655" y="678"/>
                  <a:pt x="648" y="678"/>
                </a:cubicBezTo>
                <a:cubicBezTo>
                  <a:pt x="640" y="678"/>
                  <a:pt x="633" y="675"/>
                  <a:pt x="628" y="668"/>
                </a:cubicBezTo>
                <a:cubicBezTo>
                  <a:pt x="523" y="565"/>
                  <a:pt x="523" y="565"/>
                  <a:pt x="523" y="565"/>
                </a:cubicBezTo>
                <a:cubicBezTo>
                  <a:pt x="517" y="559"/>
                  <a:pt x="514" y="551"/>
                  <a:pt x="514" y="544"/>
                </a:cubicBezTo>
                <a:cubicBezTo>
                  <a:pt x="514" y="536"/>
                  <a:pt x="517" y="529"/>
                  <a:pt x="523" y="523"/>
                </a:cubicBezTo>
                <a:cubicBezTo>
                  <a:pt x="529" y="518"/>
                  <a:pt x="536" y="515"/>
                  <a:pt x="545" y="515"/>
                </a:cubicBezTo>
                <a:cubicBezTo>
                  <a:pt x="552" y="515"/>
                  <a:pt x="559" y="518"/>
                  <a:pt x="565" y="523"/>
                </a:cubicBezTo>
                <a:close/>
                <a:moveTo>
                  <a:pt x="103" y="102"/>
                </a:moveTo>
                <a:lnTo>
                  <a:pt x="103" y="102"/>
                </a:lnTo>
                <a:cubicBezTo>
                  <a:pt x="148" y="58"/>
                  <a:pt x="210" y="29"/>
                  <a:pt x="279" y="29"/>
                </a:cubicBezTo>
                <a:cubicBezTo>
                  <a:pt x="349" y="29"/>
                  <a:pt x="412" y="58"/>
                  <a:pt x="456" y="102"/>
                </a:cubicBezTo>
                <a:cubicBezTo>
                  <a:pt x="502" y="148"/>
                  <a:pt x="531" y="211"/>
                  <a:pt x="531" y="280"/>
                </a:cubicBezTo>
                <a:cubicBezTo>
                  <a:pt x="531" y="345"/>
                  <a:pt x="505" y="406"/>
                  <a:pt x="463" y="450"/>
                </a:cubicBezTo>
                <a:cubicBezTo>
                  <a:pt x="451" y="463"/>
                  <a:pt x="451" y="463"/>
                  <a:pt x="451" y="463"/>
                </a:cubicBezTo>
                <a:cubicBezTo>
                  <a:pt x="405" y="504"/>
                  <a:pt x="346" y="530"/>
                  <a:pt x="279" y="530"/>
                </a:cubicBezTo>
                <a:cubicBezTo>
                  <a:pt x="210" y="530"/>
                  <a:pt x="148" y="503"/>
                  <a:pt x="103" y="457"/>
                </a:cubicBezTo>
                <a:cubicBezTo>
                  <a:pt x="57" y="412"/>
                  <a:pt x="29" y="349"/>
                  <a:pt x="29" y="280"/>
                </a:cubicBezTo>
                <a:cubicBezTo>
                  <a:pt x="29" y="211"/>
                  <a:pt x="57" y="148"/>
                  <a:pt x="103" y="10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34" name="Group 536">
            <a:extLst>
              <a:ext uri="{FF2B5EF4-FFF2-40B4-BE49-F238E27FC236}">
                <a16:creationId xmlns:a16="http://schemas.microsoft.com/office/drawing/2014/main" id="{BEF34BBB-12BF-17CD-BC66-EE601D72ACD1}"/>
              </a:ext>
            </a:extLst>
          </p:cNvPr>
          <p:cNvGrpSpPr/>
          <p:nvPr/>
        </p:nvGrpSpPr>
        <p:grpSpPr>
          <a:xfrm>
            <a:off x="8903220" y="2886496"/>
            <a:ext cx="255588" cy="249238"/>
            <a:chOff x="7747000" y="3219450"/>
            <a:chExt cx="255588" cy="249238"/>
          </a:xfrm>
          <a:solidFill>
            <a:schemeClr val="accent4"/>
          </a:solidFill>
        </p:grpSpPr>
        <p:sp>
          <p:nvSpPr>
            <p:cNvPr id="535" name="Freeform 444">
              <a:extLst>
                <a:ext uri="{FF2B5EF4-FFF2-40B4-BE49-F238E27FC236}">
                  <a16:creationId xmlns:a16="http://schemas.microsoft.com/office/drawing/2014/main" id="{B9F9A513-842C-403C-5E1A-718E62564327}"/>
                </a:ext>
              </a:extLst>
            </p:cNvPr>
            <p:cNvSpPr>
              <a:spLocks noChangeArrowheads="1"/>
            </p:cNvSpPr>
            <p:nvPr/>
          </p:nvSpPr>
          <p:spPr bwMode="auto">
            <a:xfrm>
              <a:off x="7966075" y="34036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36" name="Freeform 445">
              <a:extLst>
                <a:ext uri="{FF2B5EF4-FFF2-40B4-BE49-F238E27FC236}">
                  <a16:creationId xmlns:a16="http://schemas.microsoft.com/office/drawing/2014/main" id="{D63254F1-684D-69D5-4F92-CB74B466677A}"/>
                </a:ext>
              </a:extLst>
            </p:cNvPr>
            <p:cNvSpPr>
              <a:spLocks noChangeArrowheads="1"/>
            </p:cNvSpPr>
            <p:nvPr/>
          </p:nvSpPr>
          <p:spPr bwMode="auto">
            <a:xfrm>
              <a:off x="7747000" y="3219450"/>
              <a:ext cx="255588" cy="249238"/>
            </a:xfrm>
            <a:custGeom>
              <a:avLst/>
              <a:gdLst>
                <a:gd name="T0" fmla="*/ 331 w 711"/>
                <a:gd name="T1" fmla="*/ 524 h 693"/>
                <a:gd name="T2" fmla="*/ 537 w 711"/>
                <a:gd name="T3" fmla="*/ 687 h 693"/>
                <a:gd name="T4" fmla="*/ 610 w 711"/>
                <a:gd name="T5" fmla="*/ 656 h 693"/>
                <a:gd name="T6" fmla="*/ 610 w 711"/>
                <a:gd name="T7" fmla="*/ 656 h 693"/>
                <a:gd name="T8" fmla="*/ 641 w 711"/>
                <a:gd name="T9" fmla="*/ 583 h 693"/>
                <a:gd name="T10" fmla="*/ 478 w 711"/>
                <a:gd name="T11" fmla="*/ 378 h 693"/>
                <a:gd name="T12" fmla="*/ 655 w 711"/>
                <a:gd name="T13" fmla="*/ 326 h 693"/>
                <a:gd name="T14" fmla="*/ 704 w 711"/>
                <a:gd name="T15" fmla="*/ 141 h 693"/>
                <a:gd name="T16" fmla="*/ 703 w 711"/>
                <a:gd name="T17" fmla="*/ 139 h 693"/>
                <a:gd name="T18" fmla="*/ 702 w 711"/>
                <a:gd name="T19" fmla="*/ 137 h 693"/>
                <a:gd name="T20" fmla="*/ 696 w 711"/>
                <a:gd name="T21" fmla="*/ 133 h 693"/>
                <a:gd name="T22" fmla="*/ 692 w 711"/>
                <a:gd name="T23" fmla="*/ 132 h 693"/>
                <a:gd name="T24" fmla="*/ 686 w 711"/>
                <a:gd name="T25" fmla="*/ 132 h 693"/>
                <a:gd name="T26" fmla="*/ 684 w 711"/>
                <a:gd name="T27" fmla="*/ 133 h 693"/>
                <a:gd name="T28" fmla="*/ 681 w 711"/>
                <a:gd name="T29" fmla="*/ 134 h 693"/>
                <a:gd name="T30" fmla="*/ 602 w 711"/>
                <a:gd name="T31" fmla="*/ 197 h 693"/>
                <a:gd name="T32" fmla="*/ 514 w 711"/>
                <a:gd name="T33" fmla="*/ 103 h 693"/>
                <a:gd name="T34" fmla="*/ 576 w 711"/>
                <a:gd name="T35" fmla="*/ 29 h 693"/>
                <a:gd name="T36" fmla="*/ 579 w 711"/>
                <a:gd name="T37" fmla="*/ 25 h 693"/>
                <a:gd name="T38" fmla="*/ 579 w 711"/>
                <a:gd name="T39" fmla="*/ 23 h 693"/>
                <a:gd name="T40" fmla="*/ 579 w 711"/>
                <a:gd name="T41" fmla="*/ 17 h 693"/>
                <a:gd name="T42" fmla="*/ 576 w 711"/>
                <a:gd name="T43" fmla="*/ 12 h 693"/>
                <a:gd name="T44" fmla="*/ 575 w 711"/>
                <a:gd name="T45" fmla="*/ 9 h 693"/>
                <a:gd name="T46" fmla="*/ 569 w 711"/>
                <a:gd name="T47" fmla="*/ 6 h 693"/>
                <a:gd name="T48" fmla="*/ 519 w 711"/>
                <a:gd name="T49" fmla="*/ 0 h 693"/>
                <a:gd name="T50" fmla="*/ 327 w 711"/>
                <a:gd name="T51" fmla="*/ 191 h 693"/>
                <a:gd name="T52" fmla="*/ 269 w 711"/>
                <a:gd name="T53" fmla="*/ 295 h 693"/>
                <a:gd name="T54" fmla="*/ 173 w 711"/>
                <a:gd name="T55" fmla="*/ 180 h 693"/>
                <a:gd name="T56" fmla="*/ 155 w 711"/>
                <a:gd name="T57" fmla="*/ 101 h 693"/>
                <a:gd name="T58" fmla="*/ 64 w 711"/>
                <a:gd name="T59" fmla="*/ 52 h 693"/>
                <a:gd name="T60" fmla="*/ 5 w 711"/>
                <a:gd name="T61" fmla="*/ 96 h 693"/>
                <a:gd name="T62" fmla="*/ 44 w 711"/>
                <a:gd name="T63" fmla="*/ 197 h 693"/>
                <a:gd name="T64" fmla="*/ 115 w 711"/>
                <a:gd name="T65" fmla="*/ 224 h 693"/>
                <a:gd name="T66" fmla="*/ 142 w 711"/>
                <a:gd name="T67" fmla="*/ 209 h 693"/>
                <a:gd name="T68" fmla="*/ 48 w 711"/>
                <a:gd name="T69" fmla="*/ 517 h 693"/>
                <a:gd name="T70" fmla="*/ 18 w 711"/>
                <a:gd name="T71" fmla="*/ 590 h 693"/>
                <a:gd name="T72" fmla="*/ 48 w 711"/>
                <a:gd name="T73" fmla="*/ 662 h 693"/>
                <a:gd name="T74" fmla="*/ 193 w 711"/>
                <a:gd name="T75" fmla="*/ 662 h 693"/>
                <a:gd name="T76" fmla="*/ 116 w 711"/>
                <a:gd name="T77" fmla="*/ 194 h 693"/>
                <a:gd name="T78" fmla="*/ 68 w 711"/>
                <a:gd name="T79" fmla="*/ 177 h 693"/>
                <a:gd name="T80" fmla="*/ 61 w 711"/>
                <a:gd name="T81" fmla="*/ 83 h 693"/>
                <a:gd name="T82" fmla="*/ 145 w 711"/>
                <a:gd name="T83" fmla="*/ 165 h 693"/>
                <a:gd name="T84" fmla="*/ 131 w 711"/>
                <a:gd name="T85" fmla="*/ 179 h 693"/>
                <a:gd name="T86" fmla="*/ 116 w 711"/>
                <a:gd name="T87" fmla="*/ 194 h 693"/>
                <a:gd name="T88" fmla="*/ 590 w 711"/>
                <a:gd name="T89" fmla="*/ 532 h 693"/>
                <a:gd name="T90" fmla="*/ 590 w 711"/>
                <a:gd name="T91" fmla="*/ 636 h 693"/>
                <a:gd name="T92" fmla="*/ 537 w 711"/>
                <a:gd name="T93" fmla="*/ 658 h 693"/>
                <a:gd name="T94" fmla="*/ 352 w 711"/>
                <a:gd name="T95" fmla="*/ 503 h 693"/>
                <a:gd name="T96" fmla="*/ 590 w 711"/>
                <a:gd name="T97" fmla="*/ 532 h 693"/>
                <a:gd name="T98" fmla="*/ 405 w 711"/>
                <a:gd name="T99" fmla="*/ 76 h 693"/>
                <a:gd name="T100" fmla="*/ 537 w 711"/>
                <a:gd name="T101" fmla="*/ 31 h 693"/>
                <a:gd name="T102" fmla="*/ 483 w 711"/>
                <a:gd name="T103" fmla="*/ 100 h 693"/>
                <a:gd name="T104" fmla="*/ 507 w 711"/>
                <a:gd name="T105" fmla="*/ 220 h 693"/>
                <a:gd name="T106" fmla="*/ 616 w 711"/>
                <a:gd name="T107" fmla="*/ 224 h 693"/>
                <a:gd name="T108" fmla="*/ 681 w 711"/>
                <a:gd name="T109" fmla="*/ 191 h 693"/>
                <a:gd name="T110" fmla="*/ 519 w 711"/>
                <a:gd name="T111" fmla="*/ 354 h 693"/>
                <a:gd name="T112" fmla="*/ 356 w 711"/>
                <a:gd name="T113" fmla="*/ 191 h 693"/>
                <a:gd name="T114" fmla="*/ 120 w 711"/>
                <a:gd name="T115" fmla="*/ 663 h 693"/>
                <a:gd name="T116" fmla="*/ 69 w 711"/>
                <a:gd name="T117" fmla="*/ 641 h 693"/>
                <a:gd name="T118" fmla="*/ 69 w 711"/>
                <a:gd name="T119" fmla="*/ 538 h 693"/>
                <a:gd name="T120" fmla="*/ 384 w 711"/>
                <a:gd name="T121" fmla="*/ 326 h 693"/>
                <a:gd name="T122" fmla="*/ 322 w 711"/>
                <a:gd name="T123" fmla="*/ 494 h 693"/>
                <a:gd name="T124" fmla="*/ 120 w 711"/>
                <a:gd name="T125" fmla="*/ 66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1" h="693">
                  <a:moveTo>
                    <a:pt x="331" y="524"/>
                  </a:moveTo>
                  <a:lnTo>
                    <a:pt x="331" y="524"/>
                  </a:lnTo>
                  <a:cubicBezTo>
                    <a:pt x="464" y="656"/>
                    <a:pt x="464" y="656"/>
                    <a:pt x="464" y="656"/>
                  </a:cubicBezTo>
                  <a:cubicBezTo>
                    <a:pt x="485" y="677"/>
                    <a:pt x="511" y="687"/>
                    <a:pt x="537" y="687"/>
                  </a:cubicBezTo>
                  <a:cubicBezTo>
                    <a:pt x="563" y="687"/>
                    <a:pt x="590" y="677"/>
                    <a:pt x="610" y="656"/>
                  </a:cubicBezTo>
                  <a:lnTo>
                    <a:pt x="610" y="656"/>
                  </a:lnTo>
                  <a:lnTo>
                    <a:pt x="610" y="656"/>
                  </a:lnTo>
                  <a:lnTo>
                    <a:pt x="610" y="656"/>
                  </a:lnTo>
                  <a:lnTo>
                    <a:pt x="610" y="656"/>
                  </a:lnTo>
                  <a:cubicBezTo>
                    <a:pt x="631" y="637"/>
                    <a:pt x="641" y="610"/>
                    <a:pt x="641" y="583"/>
                  </a:cubicBezTo>
                  <a:cubicBezTo>
                    <a:pt x="641" y="557"/>
                    <a:pt x="631" y="531"/>
                    <a:pt x="610" y="511"/>
                  </a:cubicBezTo>
                  <a:cubicBezTo>
                    <a:pt x="478" y="378"/>
                    <a:pt x="478" y="378"/>
                    <a:pt x="478" y="378"/>
                  </a:cubicBezTo>
                  <a:cubicBezTo>
                    <a:pt x="492" y="382"/>
                    <a:pt x="506" y="383"/>
                    <a:pt x="519" y="383"/>
                  </a:cubicBezTo>
                  <a:cubicBezTo>
                    <a:pt x="568" y="383"/>
                    <a:pt x="617" y="364"/>
                    <a:pt x="655" y="326"/>
                  </a:cubicBezTo>
                  <a:cubicBezTo>
                    <a:pt x="692" y="289"/>
                    <a:pt x="710" y="241"/>
                    <a:pt x="710" y="191"/>
                  </a:cubicBezTo>
                  <a:cubicBezTo>
                    <a:pt x="710" y="174"/>
                    <a:pt x="709" y="158"/>
                    <a:pt x="704" y="141"/>
                  </a:cubicBezTo>
                  <a:lnTo>
                    <a:pt x="704" y="141"/>
                  </a:lnTo>
                  <a:cubicBezTo>
                    <a:pt x="703" y="141"/>
                    <a:pt x="703" y="140"/>
                    <a:pt x="703" y="139"/>
                  </a:cubicBezTo>
                  <a:cubicBezTo>
                    <a:pt x="702" y="139"/>
                    <a:pt x="702" y="137"/>
                    <a:pt x="702" y="137"/>
                  </a:cubicBezTo>
                  <a:lnTo>
                    <a:pt x="702" y="137"/>
                  </a:lnTo>
                  <a:cubicBezTo>
                    <a:pt x="700" y="136"/>
                    <a:pt x="700" y="136"/>
                    <a:pt x="700" y="136"/>
                  </a:cubicBezTo>
                  <a:cubicBezTo>
                    <a:pt x="699" y="134"/>
                    <a:pt x="697" y="133"/>
                    <a:pt x="696" y="133"/>
                  </a:cubicBezTo>
                  <a:lnTo>
                    <a:pt x="695" y="132"/>
                  </a:lnTo>
                  <a:cubicBezTo>
                    <a:pt x="693" y="132"/>
                    <a:pt x="692" y="132"/>
                    <a:pt x="692" y="132"/>
                  </a:cubicBezTo>
                  <a:cubicBezTo>
                    <a:pt x="691" y="132"/>
                    <a:pt x="689" y="132"/>
                    <a:pt x="688" y="132"/>
                  </a:cubicBezTo>
                  <a:cubicBezTo>
                    <a:pt x="686" y="132"/>
                    <a:pt x="686" y="132"/>
                    <a:pt x="686" y="132"/>
                  </a:cubicBezTo>
                  <a:lnTo>
                    <a:pt x="685" y="132"/>
                  </a:lnTo>
                  <a:lnTo>
                    <a:pt x="684" y="133"/>
                  </a:lnTo>
                  <a:cubicBezTo>
                    <a:pt x="682" y="133"/>
                    <a:pt x="681" y="133"/>
                    <a:pt x="681" y="134"/>
                  </a:cubicBezTo>
                  <a:lnTo>
                    <a:pt x="681" y="134"/>
                  </a:lnTo>
                  <a:lnTo>
                    <a:pt x="681" y="134"/>
                  </a:lnTo>
                  <a:cubicBezTo>
                    <a:pt x="602" y="197"/>
                    <a:pt x="602" y="197"/>
                    <a:pt x="602" y="197"/>
                  </a:cubicBezTo>
                  <a:cubicBezTo>
                    <a:pt x="522" y="191"/>
                    <a:pt x="522" y="191"/>
                    <a:pt x="522" y="191"/>
                  </a:cubicBezTo>
                  <a:cubicBezTo>
                    <a:pt x="514" y="103"/>
                    <a:pt x="514" y="103"/>
                    <a:pt x="514" y="103"/>
                  </a:cubicBezTo>
                  <a:cubicBezTo>
                    <a:pt x="576" y="31"/>
                    <a:pt x="576" y="31"/>
                    <a:pt x="576" y="31"/>
                  </a:cubicBezTo>
                  <a:lnTo>
                    <a:pt x="576" y="29"/>
                  </a:lnTo>
                  <a:lnTo>
                    <a:pt x="577" y="28"/>
                  </a:lnTo>
                  <a:cubicBezTo>
                    <a:pt x="577" y="27"/>
                    <a:pt x="579" y="25"/>
                    <a:pt x="579" y="25"/>
                  </a:cubicBezTo>
                  <a:cubicBezTo>
                    <a:pt x="579" y="25"/>
                    <a:pt x="579" y="25"/>
                    <a:pt x="579" y="24"/>
                  </a:cubicBezTo>
                  <a:lnTo>
                    <a:pt x="579" y="23"/>
                  </a:lnTo>
                  <a:cubicBezTo>
                    <a:pt x="579" y="21"/>
                    <a:pt x="579" y="20"/>
                    <a:pt x="579" y="20"/>
                  </a:cubicBezTo>
                  <a:cubicBezTo>
                    <a:pt x="579" y="18"/>
                    <a:pt x="579" y="17"/>
                    <a:pt x="579" y="17"/>
                  </a:cubicBezTo>
                  <a:cubicBezTo>
                    <a:pt x="579" y="16"/>
                    <a:pt x="577" y="14"/>
                    <a:pt x="577" y="14"/>
                  </a:cubicBezTo>
                  <a:cubicBezTo>
                    <a:pt x="577" y="13"/>
                    <a:pt x="576" y="12"/>
                    <a:pt x="576" y="12"/>
                  </a:cubicBezTo>
                  <a:cubicBezTo>
                    <a:pt x="575" y="10"/>
                    <a:pt x="575" y="10"/>
                    <a:pt x="575" y="10"/>
                  </a:cubicBezTo>
                  <a:cubicBezTo>
                    <a:pt x="575" y="10"/>
                    <a:pt x="575" y="10"/>
                    <a:pt x="575" y="9"/>
                  </a:cubicBezTo>
                  <a:cubicBezTo>
                    <a:pt x="573" y="9"/>
                    <a:pt x="572" y="9"/>
                    <a:pt x="572" y="7"/>
                  </a:cubicBezTo>
                  <a:cubicBezTo>
                    <a:pt x="570" y="7"/>
                    <a:pt x="569" y="7"/>
                    <a:pt x="569" y="6"/>
                  </a:cubicBezTo>
                  <a:lnTo>
                    <a:pt x="569" y="6"/>
                  </a:lnTo>
                  <a:cubicBezTo>
                    <a:pt x="552" y="2"/>
                    <a:pt x="536" y="0"/>
                    <a:pt x="519" y="0"/>
                  </a:cubicBezTo>
                  <a:cubicBezTo>
                    <a:pt x="470" y="0"/>
                    <a:pt x="421" y="18"/>
                    <a:pt x="384" y="56"/>
                  </a:cubicBezTo>
                  <a:cubicBezTo>
                    <a:pt x="347" y="93"/>
                    <a:pt x="327" y="143"/>
                    <a:pt x="327" y="191"/>
                  </a:cubicBezTo>
                  <a:cubicBezTo>
                    <a:pt x="327" y="205"/>
                    <a:pt x="329" y="219"/>
                    <a:pt x="331" y="232"/>
                  </a:cubicBezTo>
                  <a:cubicBezTo>
                    <a:pt x="269" y="295"/>
                    <a:pt x="269" y="295"/>
                    <a:pt x="269" y="295"/>
                  </a:cubicBezTo>
                  <a:cubicBezTo>
                    <a:pt x="163" y="188"/>
                    <a:pt x="163" y="188"/>
                    <a:pt x="163" y="188"/>
                  </a:cubicBezTo>
                  <a:cubicBezTo>
                    <a:pt x="173" y="180"/>
                    <a:pt x="173" y="180"/>
                    <a:pt x="173" y="180"/>
                  </a:cubicBezTo>
                  <a:cubicBezTo>
                    <a:pt x="175" y="176"/>
                    <a:pt x="177" y="170"/>
                    <a:pt x="175" y="165"/>
                  </a:cubicBezTo>
                  <a:cubicBezTo>
                    <a:pt x="155" y="101"/>
                    <a:pt x="155" y="101"/>
                    <a:pt x="155" y="101"/>
                  </a:cubicBezTo>
                  <a:cubicBezTo>
                    <a:pt x="153" y="98"/>
                    <a:pt x="150" y="96"/>
                    <a:pt x="148" y="93"/>
                  </a:cubicBezTo>
                  <a:cubicBezTo>
                    <a:pt x="64" y="52"/>
                    <a:pt x="64" y="52"/>
                    <a:pt x="64" y="52"/>
                  </a:cubicBezTo>
                  <a:cubicBezTo>
                    <a:pt x="58" y="49"/>
                    <a:pt x="51" y="50"/>
                    <a:pt x="47" y="54"/>
                  </a:cubicBezTo>
                  <a:cubicBezTo>
                    <a:pt x="5" y="96"/>
                    <a:pt x="5" y="96"/>
                    <a:pt x="5" y="96"/>
                  </a:cubicBezTo>
                  <a:cubicBezTo>
                    <a:pt x="1" y="101"/>
                    <a:pt x="0" y="108"/>
                    <a:pt x="3" y="114"/>
                  </a:cubicBezTo>
                  <a:cubicBezTo>
                    <a:pt x="44" y="197"/>
                    <a:pt x="44" y="197"/>
                    <a:pt x="44" y="197"/>
                  </a:cubicBezTo>
                  <a:cubicBezTo>
                    <a:pt x="46" y="199"/>
                    <a:pt x="48" y="202"/>
                    <a:pt x="52" y="203"/>
                  </a:cubicBezTo>
                  <a:cubicBezTo>
                    <a:pt x="115" y="224"/>
                    <a:pt x="115" y="224"/>
                    <a:pt x="115" y="224"/>
                  </a:cubicBezTo>
                  <a:cubicBezTo>
                    <a:pt x="120" y="227"/>
                    <a:pt x="126" y="226"/>
                    <a:pt x="130" y="221"/>
                  </a:cubicBezTo>
                  <a:cubicBezTo>
                    <a:pt x="142" y="209"/>
                    <a:pt x="142" y="209"/>
                    <a:pt x="142" y="209"/>
                  </a:cubicBezTo>
                  <a:cubicBezTo>
                    <a:pt x="249" y="315"/>
                    <a:pt x="249" y="315"/>
                    <a:pt x="249" y="315"/>
                  </a:cubicBezTo>
                  <a:cubicBezTo>
                    <a:pt x="48" y="517"/>
                    <a:pt x="48" y="517"/>
                    <a:pt x="48" y="517"/>
                  </a:cubicBezTo>
                  <a:cubicBezTo>
                    <a:pt x="47" y="517"/>
                    <a:pt x="47" y="517"/>
                    <a:pt x="47" y="517"/>
                  </a:cubicBezTo>
                  <a:cubicBezTo>
                    <a:pt x="28" y="536"/>
                    <a:pt x="18" y="563"/>
                    <a:pt x="18" y="590"/>
                  </a:cubicBezTo>
                  <a:cubicBezTo>
                    <a:pt x="18" y="616"/>
                    <a:pt x="28" y="643"/>
                    <a:pt x="47" y="662"/>
                  </a:cubicBezTo>
                  <a:cubicBezTo>
                    <a:pt x="48" y="662"/>
                    <a:pt x="48" y="662"/>
                    <a:pt x="48" y="662"/>
                  </a:cubicBezTo>
                  <a:cubicBezTo>
                    <a:pt x="68" y="683"/>
                    <a:pt x="94" y="692"/>
                    <a:pt x="120" y="692"/>
                  </a:cubicBezTo>
                  <a:cubicBezTo>
                    <a:pt x="148" y="692"/>
                    <a:pt x="174" y="683"/>
                    <a:pt x="193" y="662"/>
                  </a:cubicBezTo>
                  <a:lnTo>
                    <a:pt x="331" y="524"/>
                  </a:lnTo>
                  <a:close/>
                  <a:moveTo>
                    <a:pt x="116" y="194"/>
                  </a:moveTo>
                  <a:lnTo>
                    <a:pt x="116" y="194"/>
                  </a:lnTo>
                  <a:cubicBezTo>
                    <a:pt x="68" y="177"/>
                    <a:pt x="68" y="177"/>
                    <a:pt x="68" y="177"/>
                  </a:cubicBezTo>
                  <a:cubicBezTo>
                    <a:pt x="33" y="110"/>
                    <a:pt x="33" y="110"/>
                    <a:pt x="33" y="110"/>
                  </a:cubicBezTo>
                  <a:cubicBezTo>
                    <a:pt x="61" y="83"/>
                    <a:pt x="61" y="83"/>
                    <a:pt x="61" y="83"/>
                  </a:cubicBezTo>
                  <a:cubicBezTo>
                    <a:pt x="128" y="116"/>
                    <a:pt x="128" y="116"/>
                    <a:pt x="128" y="116"/>
                  </a:cubicBezTo>
                  <a:cubicBezTo>
                    <a:pt x="145" y="165"/>
                    <a:pt x="145" y="165"/>
                    <a:pt x="145" y="165"/>
                  </a:cubicBezTo>
                  <a:cubicBezTo>
                    <a:pt x="131" y="179"/>
                    <a:pt x="131" y="179"/>
                    <a:pt x="131" y="179"/>
                  </a:cubicBezTo>
                  <a:lnTo>
                    <a:pt x="131" y="179"/>
                  </a:lnTo>
                  <a:lnTo>
                    <a:pt x="131" y="179"/>
                  </a:lnTo>
                  <a:lnTo>
                    <a:pt x="116" y="194"/>
                  </a:lnTo>
                  <a:close/>
                  <a:moveTo>
                    <a:pt x="590" y="532"/>
                  </a:moveTo>
                  <a:lnTo>
                    <a:pt x="590" y="532"/>
                  </a:lnTo>
                  <a:cubicBezTo>
                    <a:pt x="604" y="546"/>
                    <a:pt x="610" y="565"/>
                    <a:pt x="610" y="583"/>
                  </a:cubicBezTo>
                  <a:cubicBezTo>
                    <a:pt x="610" y="603"/>
                    <a:pt x="604" y="622"/>
                    <a:pt x="590" y="636"/>
                  </a:cubicBezTo>
                  <a:lnTo>
                    <a:pt x="590" y="636"/>
                  </a:lnTo>
                  <a:cubicBezTo>
                    <a:pt x="575" y="651"/>
                    <a:pt x="557" y="658"/>
                    <a:pt x="537" y="658"/>
                  </a:cubicBezTo>
                  <a:cubicBezTo>
                    <a:pt x="518" y="658"/>
                    <a:pt x="500" y="651"/>
                    <a:pt x="485" y="636"/>
                  </a:cubicBezTo>
                  <a:cubicBezTo>
                    <a:pt x="352" y="503"/>
                    <a:pt x="352" y="503"/>
                    <a:pt x="352" y="503"/>
                  </a:cubicBezTo>
                  <a:cubicBezTo>
                    <a:pt x="457" y="400"/>
                    <a:pt x="457" y="400"/>
                    <a:pt x="457" y="400"/>
                  </a:cubicBezTo>
                  <a:cubicBezTo>
                    <a:pt x="590" y="532"/>
                    <a:pt x="590" y="532"/>
                    <a:pt x="590" y="532"/>
                  </a:cubicBezTo>
                  <a:close/>
                  <a:moveTo>
                    <a:pt x="405" y="76"/>
                  </a:moveTo>
                  <a:lnTo>
                    <a:pt x="405" y="76"/>
                  </a:lnTo>
                  <a:cubicBezTo>
                    <a:pt x="436" y="45"/>
                    <a:pt x="478" y="29"/>
                    <a:pt x="519" y="29"/>
                  </a:cubicBezTo>
                  <a:cubicBezTo>
                    <a:pt x="525" y="29"/>
                    <a:pt x="530" y="29"/>
                    <a:pt x="537" y="31"/>
                  </a:cubicBezTo>
                  <a:cubicBezTo>
                    <a:pt x="488" y="89"/>
                    <a:pt x="488" y="89"/>
                    <a:pt x="488" y="89"/>
                  </a:cubicBezTo>
                  <a:cubicBezTo>
                    <a:pt x="485" y="92"/>
                    <a:pt x="483" y="96"/>
                    <a:pt x="483" y="100"/>
                  </a:cubicBezTo>
                  <a:cubicBezTo>
                    <a:pt x="493" y="206"/>
                    <a:pt x="493" y="206"/>
                    <a:pt x="493" y="206"/>
                  </a:cubicBezTo>
                  <a:cubicBezTo>
                    <a:pt x="494" y="213"/>
                    <a:pt x="500" y="219"/>
                    <a:pt x="507" y="220"/>
                  </a:cubicBezTo>
                  <a:cubicBezTo>
                    <a:pt x="605" y="227"/>
                    <a:pt x="605" y="227"/>
                    <a:pt x="605" y="227"/>
                  </a:cubicBezTo>
                  <a:cubicBezTo>
                    <a:pt x="609" y="227"/>
                    <a:pt x="613" y="226"/>
                    <a:pt x="616" y="224"/>
                  </a:cubicBezTo>
                  <a:cubicBezTo>
                    <a:pt x="680" y="173"/>
                    <a:pt x="680" y="173"/>
                    <a:pt x="680" y="173"/>
                  </a:cubicBezTo>
                  <a:cubicBezTo>
                    <a:pt x="681" y="179"/>
                    <a:pt x="681" y="186"/>
                    <a:pt x="681" y="191"/>
                  </a:cubicBezTo>
                  <a:cubicBezTo>
                    <a:pt x="681" y="232"/>
                    <a:pt x="666" y="274"/>
                    <a:pt x="634" y="306"/>
                  </a:cubicBezTo>
                  <a:cubicBezTo>
                    <a:pt x="602" y="337"/>
                    <a:pt x="561" y="354"/>
                    <a:pt x="519" y="354"/>
                  </a:cubicBezTo>
                  <a:cubicBezTo>
                    <a:pt x="478" y="354"/>
                    <a:pt x="436" y="337"/>
                    <a:pt x="405" y="306"/>
                  </a:cubicBezTo>
                  <a:cubicBezTo>
                    <a:pt x="373" y="274"/>
                    <a:pt x="356" y="232"/>
                    <a:pt x="356" y="191"/>
                  </a:cubicBezTo>
                  <a:cubicBezTo>
                    <a:pt x="356" y="150"/>
                    <a:pt x="373" y="108"/>
                    <a:pt x="405" y="76"/>
                  </a:cubicBezTo>
                  <a:close/>
                  <a:moveTo>
                    <a:pt x="120" y="663"/>
                  </a:moveTo>
                  <a:lnTo>
                    <a:pt x="120" y="663"/>
                  </a:lnTo>
                  <a:cubicBezTo>
                    <a:pt x="102" y="663"/>
                    <a:pt x="83" y="656"/>
                    <a:pt x="69" y="641"/>
                  </a:cubicBezTo>
                  <a:cubicBezTo>
                    <a:pt x="54" y="627"/>
                    <a:pt x="47" y="608"/>
                    <a:pt x="47" y="590"/>
                  </a:cubicBezTo>
                  <a:cubicBezTo>
                    <a:pt x="47" y="571"/>
                    <a:pt x="54" y="553"/>
                    <a:pt x="69" y="538"/>
                  </a:cubicBezTo>
                  <a:cubicBezTo>
                    <a:pt x="342" y="264"/>
                    <a:pt x="342" y="264"/>
                    <a:pt x="342" y="264"/>
                  </a:cubicBezTo>
                  <a:cubicBezTo>
                    <a:pt x="351" y="286"/>
                    <a:pt x="365" y="308"/>
                    <a:pt x="384" y="326"/>
                  </a:cubicBezTo>
                  <a:cubicBezTo>
                    <a:pt x="402" y="346"/>
                    <a:pt x="423" y="360"/>
                    <a:pt x="446" y="368"/>
                  </a:cubicBezTo>
                  <a:cubicBezTo>
                    <a:pt x="322" y="494"/>
                    <a:pt x="322" y="494"/>
                    <a:pt x="322" y="494"/>
                  </a:cubicBezTo>
                  <a:cubicBezTo>
                    <a:pt x="173" y="641"/>
                    <a:pt x="173" y="641"/>
                    <a:pt x="173" y="641"/>
                  </a:cubicBezTo>
                  <a:cubicBezTo>
                    <a:pt x="159" y="656"/>
                    <a:pt x="139" y="663"/>
                    <a:pt x="120" y="6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37" name="Freeform 446">
            <a:extLst>
              <a:ext uri="{FF2B5EF4-FFF2-40B4-BE49-F238E27FC236}">
                <a16:creationId xmlns:a16="http://schemas.microsoft.com/office/drawing/2014/main" id="{A84CB8BB-553C-2023-8E57-6E14DF07FE88}"/>
              </a:ext>
            </a:extLst>
          </p:cNvPr>
          <p:cNvSpPr>
            <a:spLocks noChangeArrowheads="1"/>
          </p:cNvSpPr>
          <p:nvPr/>
        </p:nvSpPr>
        <p:spPr bwMode="auto">
          <a:xfrm>
            <a:off x="8915920" y="1383928"/>
            <a:ext cx="244475" cy="252413"/>
          </a:xfrm>
          <a:custGeom>
            <a:avLst/>
            <a:gdLst>
              <a:gd name="T0" fmla="*/ 206 w 678"/>
              <a:gd name="T1" fmla="*/ 146 h 700"/>
              <a:gd name="T2" fmla="*/ 206 w 678"/>
              <a:gd name="T3" fmla="*/ 146 h 700"/>
              <a:gd name="T4" fmla="*/ 206 w 678"/>
              <a:gd name="T5" fmla="*/ 503 h 700"/>
              <a:gd name="T6" fmla="*/ 117 w 678"/>
              <a:gd name="T7" fmla="*/ 462 h 700"/>
              <a:gd name="T8" fmla="*/ 0 w 678"/>
              <a:gd name="T9" fmla="*/ 580 h 700"/>
              <a:gd name="T10" fmla="*/ 117 w 678"/>
              <a:gd name="T11" fmla="*/ 699 h 700"/>
              <a:gd name="T12" fmla="*/ 235 w 678"/>
              <a:gd name="T13" fmla="*/ 580 h 700"/>
              <a:gd name="T14" fmla="*/ 235 w 678"/>
              <a:gd name="T15" fmla="*/ 580 h 700"/>
              <a:gd name="T16" fmla="*/ 235 w 678"/>
              <a:gd name="T17" fmla="*/ 253 h 700"/>
              <a:gd name="T18" fmla="*/ 648 w 678"/>
              <a:gd name="T19" fmla="*/ 143 h 700"/>
              <a:gd name="T20" fmla="*/ 648 w 678"/>
              <a:gd name="T21" fmla="*/ 385 h 700"/>
              <a:gd name="T22" fmla="*/ 559 w 678"/>
              <a:gd name="T23" fmla="*/ 345 h 700"/>
              <a:gd name="T24" fmla="*/ 442 w 678"/>
              <a:gd name="T25" fmla="*/ 462 h 700"/>
              <a:gd name="T26" fmla="*/ 559 w 678"/>
              <a:gd name="T27" fmla="*/ 580 h 700"/>
              <a:gd name="T28" fmla="*/ 677 w 678"/>
              <a:gd name="T29" fmla="*/ 462 h 700"/>
              <a:gd name="T30" fmla="*/ 677 w 678"/>
              <a:gd name="T31" fmla="*/ 462 h 700"/>
              <a:gd name="T32" fmla="*/ 677 w 678"/>
              <a:gd name="T33" fmla="*/ 462 h 700"/>
              <a:gd name="T34" fmla="*/ 677 w 678"/>
              <a:gd name="T35" fmla="*/ 44 h 700"/>
              <a:gd name="T36" fmla="*/ 664 w 678"/>
              <a:gd name="T37" fmla="*/ 12 h 700"/>
              <a:gd name="T38" fmla="*/ 632 w 678"/>
              <a:gd name="T39" fmla="*/ 0 h 700"/>
              <a:gd name="T40" fmla="*/ 621 w 678"/>
              <a:gd name="T41" fmla="*/ 1 h 700"/>
              <a:gd name="T42" fmla="*/ 239 w 678"/>
              <a:gd name="T43" fmla="*/ 103 h 700"/>
              <a:gd name="T44" fmla="*/ 206 w 678"/>
              <a:gd name="T45" fmla="*/ 146 h 700"/>
              <a:gd name="T46" fmla="*/ 621 w 678"/>
              <a:gd name="T47" fmla="*/ 525 h 700"/>
              <a:gd name="T48" fmla="*/ 621 w 678"/>
              <a:gd name="T49" fmla="*/ 525 h 700"/>
              <a:gd name="T50" fmla="*/ 559 w 678"/>
              <a:gd name="T51" fmla="*/ 551 h 700"/>
              <a:gd name="T52" fmla="*/ 497 w 678"/>
              <a:gd name="T53" fmla="*/ 525 h 700"/>
              <a:gd name="T54" fmla="*/ 471 w 678"/>
              <a:gd name="T55" fmla="*/ 462 h 700"/>
              <a:gd name="T56" fmla="*/ 497 w 678"/>
              <a:gd name="T57" fmla="*/ 400 h 700"/>
              <a:gd name="T58" fmla="*/ 559 w 678"/>
              <a:gd name="T59" fmla="*/ 374 h 700"/>
              <a:gd name="T60" fmla="*/ 621 w 678"/>
              <a:gd name="T61" fmla="*/ 400 h 700"/>
              <a:gd name="T62" fmla="*/ 648 w 678"/>
              <a:gd name="T63" fmla="*/ 462 h 700"/>
              <a:gd name="T64" fmla="*/ 621 w 678"/>
              <a:gd name="T65" fmla="*/ 525 h 700"/>
              <a:gd name="T66" fmla="*/ 179 w 678"/>
              <a:gd name="T67" fmla="*/ 643 h 700"/>
              <a:gd name="T68" fmla="*/ 179 w 678"/>
              <a:gd name="T69" fmla="*/ 643 h 700"/>
              <a:gd name="T70" fmla="*/ 117 w 678"/>
              <a:gd name="T71" fmla="*/ 668 h 700"/>
              <a:gd name="T72" fmla="*/ 55 w 678"/>
              <a:gd name="T73" fmla="*/ 643 h 700"/>
              <a:gd name="T74" fmla="*/ 29 w 678"/>
              <a:gd name="T75" fmla="*/ 580 h 700"/>
              <a:gd name="T76" fmla="*/ 55 w 678"/>
              <a:gd name="T77" fmla="*/ 518 h 700"/>
              <a:gd name="T78" fmla="*/ 117 w 678"/>
              <a:gd name="T79" fmla="*/ 491 h 700"/>
              <a:gd name="T80" fmla="*/ 179 w 678"/>
              <a:gd name="T81" fmla="*/ 518 h 700"/>
              <a:gd name="T82" fmla="*/ 206 w 678"/>
              <a:gd name="T83" fmla="*/ 580 h 700"/>
              <a:gd name="T84" fmla="*/ 179 w 678"/>
              <a:gd name="T85" fmla="*/ 643 h 700"/>
              <a:gd name="T86" fmla="*/ 628 w 678"/>
              <a:gd name="T87" fmla="*/ 30 h 700"/>
              <a:gd name="T88" fmla="*/ 628 w 678"/>
              <a:gd name="T89" fmla="*/ 30 h 700"/>
              <a:gd name="T90" fmla="*/ 632 w 678"/>
              <a:gd name="T91" fmla="*/ 29 h 700"/>
              <a:gd name="T92" fmla="*/ 644 w 678"/>
              <a:gd name="T93" fmla="*/ 34 h 700"/>
              <a:gd name="T94" fmla="*/ 648 w 678"/>
              <a:gd name="T95" fmla="*/ 44 h 700"/>
              <a:gd name="T96" fmla="*/ 648 w 678"/>
              <a:gd name="T97" fmla="*/ 113 h 700"/>
              <a:gd name="T98" fmla="*/ 235 w 678"/>
              <a:gd name="T99" fmla="*/ 222 h 700"/>
              <a:gd name="T100" fmla="*/ 235 w 678"/>
              <a:gd name="T101" fmla="*/ 146 h 700"/>
              <a:gd name="T102" fmla="*/ 246 w 678"/>
              <a:gd name="T103" fmla="*/ 132 h 700"/>
              <a:gd name="T104" fmla="*/ 628 w 678"/>
              <a:gd name="T105" fmla="*/ 30 h 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78" h="700">
                <a:moveTo>
                  <a:pt x="206" y="146"/>
                </a:moveTo>
                <a:lnTo>
                  <a:pt x="206" y="146"/>
                </a:lnTo>
                <a:cubicBezTo>
                  <a:pt x="206" y="503"/>
                  <a:pt x="206" y="503"/>
                  <a:pt x="206" y="503"/>
                </a:cubicBezTo>
                <a:cubicBezTo>
                  <a:pt x="184" y="478"/>
                  <a:pt x="152" y="462"/>
                  <a:pt x="117" y="462"/>
                </a:cubicBezTo>
                <a:cubicBezTo>
                  <a:pt x="52" y="462"/>
                  <a:pt x="0" y="515"/>
                  <a:pt x="0" y="580"/>
                </a:cubicBezTo>
                <a:cubicBezTo>
                  <a:pt x="0" y="646"/>
                  <a:pt x="52" y="699"/>
                  <a:pt x="117" y="699"/>
                </a:cubicBezTo>
                <a:cubicBezTo>
                  <a:pt x="182" y="699"/>
                  <a:pt x="235" y="646"/>
                  <a:pt x="235" y="580"/>
                </a:cubicBezTo>
                <a:lnTo>
                  <a:pt x="235" y="580"/>
                </a:lnTo>
                <a:cubicBezTo>
                  <a:pt x="235" y="253"/>
                  <a:pt x="235" y="253"/>
                  <a:pt x="235" y="253"/>
                </a:cubicBezTo>
                <a:cubicBezTo>
                  <a:pt x="648" y="143"/>
                  <a:pt x="648" y="143"/>
                  <a:pt x="648" y="143"/>
                </a:cubicBezTo>
                <a:cubicBezTo>
                  <a:pt x="648" y="385"/>
                  <a:pt x="648" y="385"/>
                  <a:pt x="648" y="385"/>
                </a:cubicBezTo>
                <a:cubicBezTo>
                  <a:pt x="626" y="360"/>
                  <a:pt x="594" y="345"/>
                  <a:pt x="559" y="345"/>
                </a:cubicBezTo>
                <a:cubicBezTo>
                  <a:pt x="494" y="345"/>
                  <a:pt x="442" y="398"/>
                  <a:pt x="442" y="462"/>
                </a:cubicBezTo>
                <a:cubicBezTo>
                  <a:pt x="442" y="527"/>
                  <a:pt x="494" y="580"/>
                  <a:pt x="559" y="580"/>
                </a:cubicBezTo>
                <a:cubicBezTo>
                  <a:pt x="624" y="580"/>
                  <a:pt x="677" y="527"/>
                  <a:pt x="677" y="462"/>
                </a:cubicBezTo>
                <a:lnTo>
                  <a:pt x="677" y="462"/>
                </a:lnTo>
                <a:lnTo>
                  <a:pt x="677" y="462"/>
                </a:lnTo>
                <a:cubicBezTo>
                  <a:pt x="677" y="44"/>
                  <a:pt x="677" y="44"/>
                  <a:pt x="677" y="44"/>
                </a:cubicBezTo>
                <a:cubicBezTo>
                  <a:pt x="677" y="32"/>
                  <a:pt x="671" y="20"/>
                  <a:pt x="664" y="12"/>
                </a:cubicBezTo>
                <a:cubicBezTo>
                  <a:pt x="656" y="5"/>
                  <a:pt x="645" y="0"/>
                  <a:pt x="632" y="0"/>
                </a:cubicBezTo>
                <a:cubicBezTo>
                  <a:pt x="628" y="0"/>
                  <a:pt x="626" y="0"/>
                  <a:pt x="621" y="1"/>
                </a:cubicBezTo>
                <a:cubicBezTo>
                  <a:pt x="239" y="103"/>
                  <a:pt x="239" y="103"/>
                  <a:pt x="239" y="103"/>
                </a:cubicBezTo>
                <a:cubicBezTo>
                  <a:pt x="219" y="109"/>
                  <a:pt x="206" y="127"/>
                  <a:pt x="206" y="146"/>
                </a:cubicBezTo>
                <a:close/>
                <a:moveTo>
                  <a:pt x="621" y="525"/>
                </a:moveTo>
                <a:lnTo>
                  <a:pt x="621" y="525"/>
                </a:lnTo>
                <a:cubicBezTo>
                  <a:pt x="605" y="541"/>
                  <a:pt x="584" y="551"/>
                  <a:pt x="559" y="551"/>
                </a:cubicBezTo>
                <a:cubicBezTo>
                  <a:pt x="534" y="551"/>
                  <a:pt x="512" y="541"/>
                  <a:pt x="497" y="525"/>
                </a:cubicBezTo>
                <a:cubicBezTo>
                  <a:pt x="481" y="509"/>
                  <a:pt x="471" y="487"/>
                  <a:pt x="471" y="462"/>
                </a:cubicBezTo>
                <a:cubicBezTo>
                  <a:pt x="471" y="438"/>
                  <a:pt x="481" y="416"/>
                  <a:pt x="497" y="400"/>
                </a:cubicBezTo>
                <a:cubicBezTo>
                  <a:pt x="512" y="384"/>
                  <a:pt x="534" y="374"/>
                  <a:pt x="559" y="374"/>
                </a:cubicBezTo>
                <a:cubicBezTo>
                  <a:pt x="584" y="374"/>
                  <a:pt x="605" y="384"/>
                  <a:pt x="621" y="400"/>
                </a:cubicBezTo>
                <a:cubicBezTo>
                  <a:pt x="638" y="416"/>
                  <a:pt x="648" y="438"/>
                  <a:pt x="648" y="462"/>
                </a:cubicBezTo>
                <a:cubicBezTo>
                  <a:pt x="648" y="487"/>
                  <a:pt x="638" y="509"/>
                  <a:pt x="621" y="525"/>
                </a:cubicBezTo>
                <a:close/>
                <a:moveTo>
                  <a:pt x="179" y="643"/>
                </a:moveTo>
                <a:lnTo>
                  <a:pt x="179" y="643"/>
                </a:lnTo>
                <a:cubicBezTo>
                  <a:pt x="163" y="659"/>
                  <a:pt x="142" y="668"/>
                  <a:pt x="117" y="668"/>
                </a:cubicBezTo>
                <a:cubicBezTo>
                  <a:pt x="92" y="668"/>
                  <a:pt x="70" y="659"/>
                  <a:pt x="55" y="643"/>
                </a:cubicBezTo>
                <a:cubicBezTo>
                  <a:pt x="39" y="627"/>
                  <a:pt x="29" y="605"/>
                  <a:pt x="29" y="580"/>
                </a:cubicBezTo>
                <a:cubicBezTo>
                  <a:pt x="29" y="556"/>
                  <a:pt x="39" y="534"/>
                  <a:pt x="55" y="518"/>
                </a:cubicBezTo>
                <a:cubicBezTo>
                  <a:pt x="70" y="503"/>
                  <a:pt x="92" y="491"/>
                  <a:pt x="117" y="491"/>
                </a:cubicBezTo>
                <a:cubicBezTo>
                  <a:pt x="142" y="491"/>
                  <a:pt x="163" y="503"/>
                  <a:pt x="179" y="518"/>
                </a:cubicBezTo>
                <a:cubicBezTo>
                  <a:pt x="196" y="534"/>
                  <a:pt x="206" y="556"/>
                  <a:pt x="206" y="580"/>
                </a:cubicBezTo>
                <a:cubicBezTo>
                  <a:pt x="206" y="605"/>
                  <a:pt x="196" y="627"/>
                  <a:pt x="179" y="643"/>
                </a:cubicBezTo>
                <a:close/>
                <a:moveTo>
                  <a:pt x="628" y="30"/>
                </a:moveTo>
                <a:lnTo>
                  <a:pt x="628" y="30"/>
                </a:lnTo>
                <a:cubicBezTo>
                  <a:pt x="630" y="30"/>
                  <a:pt x="631" y="29"/>
                  <a:pt x="632" y="29"/>
                </a:cubicBezTo>
                <a:cubicBezTo>
                  <a:pt x="637" y="29"/>
                  <a:pt x="641" y="32"/>
                  <a:pt x="644" y="34"/>
                </a:cubicBezTo>
                <a:cubicBezTo>
                  <a:pt x="646" y="37"/>
                  <a:pt x="648" y="40"/>
                  <a:pt x="648" y="44"/>
                </a:cubicBezTo>
                <a:cubicBezTo>
                  <a:pt x="648" y="113"/>
                  <a:pt x="648" y="113"/>
                  <a:pt x="648" y="113"/>
                </a:cubicBezTo>
                <a:cubicBezTo>
                  <a:pt x="235" y="222"/>
                  <a:pt x="235" y="222"/>
                  <a:pt x="235" y="222"/>
                </a:cubicBezTo>
                <a:cubicBezTo>
                  <a:pt x="235" y="146"/>
                  <a:pt x="235" y="146"/>
                  <a:pt x="235" y="146"/>
                </a:cubicBezTo>
                <a:cubicBezTo>
                  <a:pt x="235" y="139"/>
                  <a:pt x="239" y="134"/>
                  <a:pt x="246" y="132"/>
                </a:cubicBezTo>
                <a:lnTo>
                  <a:pt x="628" y="30"/>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38" name="Group 540">
            <a:extLst>
              <a:ext uri="{FF2B5EF4-FFF2-40B4-BE49-F238E27FC236}">
                <a16:creationId xmlns:a16="http://schemas.microsoft.com/office/drawing/2014/main" id="{A7A09EB0-28FA-C66E-92B9-97C047C46432}"/>
              </a:ext>
            </a:extLst>
          </p:cNvPr>
          <p:cNvGrpSpPr/>
          <p:nvPr/>
        </p:nvGrpSpPr>
        <p:grpSpPr>
          <a:xfrm>
            <a:off x="10416108" y="1387897"/>
            <a:ext cx="244475" cy="244475"/>
            <a:chOff x="9259888" y="1685925"/>
            <a:chExt cx="244475" cy="244475"/>
          </a:xfrm>
          <a:solidFill>
            <a:schemeClr val="accent4"/>
          </a:solidFill>
        </p:grpSpPr>
        <p:sp>
          <p:nvSpPr>
            <p:cNvPr id="539" name="Freeform 447">
              <a:extLst>
                <a:ext uri="{FF2B5EF4-FFF2-40B4-BE49-F238E27FC236}">
                  <a16:creationId xmlns:a16="http://schemas.microsoft.com/office/drawing/2014/main" id="{3A83C96B-3A2D-3560-F80F-63CF776A0E96}"/>
                </a:ext>
              </a:extLst>
            </p:cNvPr>
            <p:cNvSpPr>
              <a:spLocks noChangeArrowheads="1"/>
            </p:cNvSpPr>
            <p:nvPr/>
          </p:nvSpPr>
          <p:spPr bwMode="auto">
            <a:xfrm>
              <a:off x="9259888" y="1685925"/>
              <a:ext cx="244475" cy="244475"/>
            </a:xfrm>
            <a:custGeom>
              <a:avLst/>
              <a:gdLst>
                <a:gd name="T0" fmla="*/ 87 w 680"/>
                <a:gd name="T1" fmla="*/ 256 h 678"/>
                <a:gd name="T2" fmla="*/ 45 w 680"/>
                <a:gd name="T3" fmla="*/ 265 h 678"/>
                <a:gd name="T4" fmla="*/ 45 w 680"/>
                <a:gd name="T5" fmla="*/ 412 h 678"/>
                <a:gd name="T6" fmla="*/ 87 w 680"/>
                <a:gd name="T7" fmla="*/ 422 h 678"/>
                <a:gd name="T8" fmla="*/ 104 w 680"/>
                <a:gd name="T9" fmla="*/ 464 h 678"/>
                <a:gd name="T10" fmla="*/ 67 w 680"/>
                <a:gd name="T11" fmla="*/ 527 h 678"/>
                <a:gd name="T12" fmla="*/ 152 w 680"/>
                <a:gd name="T13" fmla="*/ 612 h 678"/>
                <a:gd name="T14" fmla="*/ 214 w 680"/>
                <a:gd name="T15" fmla="*/ 574 h 678"/>
                <a:gd name="T16" fmla="*/ 263 w 680"/>
                <a:gd name="T17" fmla="*/ 596 h 678"/>
                <a:gd name="T18" fmla="*/ 310 w 680"/>
                <a:gd name="T19" fmla="*/ 677 h 678"/>
                <a:gd name="T20" fmla="*/ 413 w 680"/>
                <a:gd name="T21" fmla="*/ 604 h 678"/>
                <a:gd name="T22" fmla="*/ 459 w 680"/>
                <a:gd name="T23" fmla="*/ 575 h 678"/>
                <a:gd name="T24" fmla="*/ 496 w 680"/>
                <a:gd name="T25" fmla="*/ 600 h 678"/>
                <a:gd name="T26" fmla="*/ 600 w 680"/>
                <a:gd name="T27" fmla="*/ 557 h 678"/>
                <a:gd name="T28" fmla="*/ 579 w 680"/>
                <a:gd name="T29" fmla="*/ 474 h 678"/>
                <a:gd name="T30" fmla="*/ 592 w 680"/>
                <a:gd name="T31" fmla="*/ 422 h 678"/>
                <a:gd name="T32" fmla="*/ 634 w 680"/>
                <a:gd name="T33" fmla="*/ 412 h 678"/>
                <a:gd name="T34" fmla="*/ 634 w 680"/>
                <a:gd name="T35" fmla="*/ 265 h 678"/>
                <a:gd name="T36" fmla="*/ 592 w 680"/>
                <a:gd name="T37" fmla="*/ 256 h 678"/>
                <a:gd name="T38" fmla="*/ 575 w 680"/>
                <a:gd name="T39" fmla="*/ 214 h 678"/>
                <a:gd name="T40" fmla="*/ 612 w 680"/>
                <a:gd name="T41" fmla="*/ 151 h 678"/>
                <a:gd name="T42" fmla="*/ 527 w 680"/>
                <a:gd name="T43" fmla="*/ 65 h 678"/>
                <a:gd name="T44" fmla="*/ 464 w 680"/>
                <a:gd name="T45" fmla="*/ 104 h 678"/>
                <a:gd name="T46" fmla="*/ 416 w 680"/>
                <a:gd name="T47" fmla="*/ 82 h 678"/>
                <a:gd name="T48" fmla="*/ 369 w 680"/>
                <a:gd name="T49" fmla="*/ 0 h 678"/>
                <a:gd name="T50" fmla="*/ 266 w 680"/>
                <a:gd name="T51" fmla="*/ 73 h 678"/>
                <a:gd name="T52" fmla="*/ 220 w 680"/>
                <a:gd name="T53" fmla="*/ 102 h 678"/>
                <a:gd name="T54" fmla="*/ 183 w 680"/>
                <a:gd name="T55" fmla="*/ 79 h 678"/>
                <a:gd name="T56" fmla="*/ 79 w 680"/>
                <a:gd name="T57" fmla="*/ 120 h 678"/>
                <a:gd name="T58" fmla="*/ 100 w 680"/>
                <a:gd name="T59" fmla="*/ 203 h 678"/>
                <a:gd name="T60" fmla="*/ 87 w 680"/>
                <a:gd name="T61" fmla="*/ 256 h 678"/>
                <a:gd name="T62" fmla="*/ 133 w 680"/>
                <a:gd name="T63" fmla="*/ 214 h 678"/>
                <a:gd name="T64" fmla="*/ 96 w 680"/>
                <a:gd name="T65" fmla="*/ 151 h 678"/>
                <a:gd name="T66" fmla="*/ 152 w 680"/>
                <a:gd name="T67" fmla="*/ 96 h 678"/>
                <a:gd name="T68" fmla="*/ 214 w 680"/>
                <a:gd name="T69" fmla="*/ 133 h 678"/>
                <a:gd name="T70" fmla="*/ 288 w 680"/>
                <a:gd name="T71" fmla="*/ 98 h 678"/>
                <a:gd name="T72" fmla="*/ 310 w 680"/>
                <a:gd name="T73" fmla="*/ 29 h 678"/>
                <a:gd name="T74" fmla="*/ 384 w 680"/>
                <a:gd name="T75" fmla="*/ 73 h 678"/>
                <a:gd name="T76" fmla="*/ 445 w 680"/>
                <a:gd name="T77" fmla="*/ 129 h 678"/>
                <a:gd name="T78" fmla="*/ 517 w 680"/>
                <a:gd name="T79" fmla="*/ 100 h 678"/>
                <a:gd name="T80" fmla="*/ 579 w 680"/>
                <a:gd name="T81" fmla="*/ 141 h 678"/>
                <a:gd name="T82" fmla="*/ 558 w 680"/>
                <a:gd name="T83" fmla="*/ 183 h 678"/>
                <a:gd name="T84" fmla="*/ 550 w 680"/>
                <a:gd name="T85" fmla="*/ 232 h 678"/>
                <a:gd name="T86" fmla="*/ 605 w 680"/>
                <a:gd name="T87" fmla="*/ 294 h 678"/>
                <a:gd name="T88" fmla="*/ 650 w 680"/>
                <a:gd name="T89" fmla="*/ 368 h 678"/>
                <a:gd name="T90" fmla="*/ 579 w 680"/>
                <a:gd name="T91" fmla="*/ 391 h 678"/>
                <a:gd name="T92" fmla="*/ 546 w 680"/>
                <a:gd name="T93" fmla="*/ 464 h 678"/>
                <a:gd name="T94" fmla="*/ 583 w 680"/>
                <a:gd name="T95" fmla="*/ 527 h 678"/>
                <a:gd name="T96" fmla="*/ 527 w 680"/>
                <a:gd name="T97" fmla="*/ 583 h 678"/>
                <a:gd name="T98" fmla="*/ 464 w 680"/>
                <a:gd name="T99" fmla="*/ 544 h 678"/>
                <a:gd name="T100" fmla="*/ 391 w 680"/>
                <a:gd name="T101" fmla="*/ 579 h 678"/>
                <a:gd name="T102" fmla="*/ 369 w 680"/>
                <a:gd name="T103" fmla="*/ 648 h 678"/>
                <a:gd name="T104" fmla="*/ 296 w 680"/>
                <a:gd name="T105" fmla="*/ 604 h 678"/>
                <a:gd name="T106" fmla="*/ 234 w 680"/>
                <a:gd name="T107" fmla="*/ 549 h 678"/>
                <a:gd name="T108" fmla="*/ 162 w 680"/>
                <a:gd name="T109" fmla="*/ 578 h 678"/>
                <a:gd name="T110" fmla="*/ 100 w 680"/>
                <a:gd name="T111" fmla="*/ 536 h 678"/>
                <a:gd name="T112" fmla="*/ 121 w 680"/>
                <a:gd name="T113" fmla="*/ 495 h 678"/>
                <a:gd name="T114" fmla="*/ 115 w 680"/>
                <a:gd name="T115" fmla="*/ 412 h 678"/>
                <a:gd name="T116" fmla="*/ 74 w 680"/>
                <a:gd name="T117" fmla="*/ 383 h 678"/>
                <a:gd name="T118" fmla="*/ 31 w 680"/>
                <a:gd name="T119" fmla="*/ 310 h 678"/>
                <a:gd name="T120" fmla="*/ 100 w 680"/>
                <a:gd name="T121" fmla="*/ 286 h 678"/>
                <a:gd name="T122" fmla="*/ 129 w 680"/>
                <a:gd name="T123" fmla="*/ 232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80" h="678">
                  <a:moveTo>
                    <a:pt x="87" y="256"/>
                  </a:moveTo>
                  <a:lnTo>
                    <a:pt x="87" y="256"/>
                  </a:lnTo>
                  <a:lnTo>
                    <a:pt x="87" y="256"/>
                  </a:lnTo>
                  <a:cubicBezTo>
                    <a:pt x="87" y="259"/>
                    <a:pt x="85" y="261"/>
                    <a:pt x="83" y="263"/>
                  </a:cubicBezTo>
                  <a:cubicBezTo>
                    <a:pt x="81" y="264"/>
                    <a:pt x="78" y="265"/>
                    <a:pt x="74" y="265"/>
                  </a:cubicBezTo>
                  <a:cubicBezTo>
                    <a:pt x="45" y="265"/>
                    <a:pt x="45" y="265"/>
                    <a:pt x="45" y="265"/>
                  </a:cubicBezTo>
                  <a:cubicBezTo>
                    <a:pt x="21" y="265"/>
                    <a:pt x="0" y="285"/>
                    <a:pt x="0" y="310"/>
                  </a:cubicBezTo>
                  <a:cubicBezTo>
                    <a:pt x="0" y="368"/>
                    <a:pt x="0" y="368"/>
                    <a:pt x="0" y="368"/>
                  </a:cubicBezTo>
                  <a:cubicBezTo>
                    <a:pt x="0" y="393"/>
                    <a:pt x="21" y="412"/>
                    <a:pt x="45" y="412"/>
                  </a:cubicBezTo>
                  <a:cubicBezTo>
                    <a:pt x="74" y="412"/>
                    <a:pt x="74" y="412"/>
                    <a:pt x="74" y="412"/>
                  </a:cubicBezTo>
                  <a:cubicBezTo>
                    <a:pt x="78" y="412"/>
                    <a:pt x="81" y="413"/>
                    <a:pt x="83" y="415"/>
                  </a:cubicBezTo>
                  <a:cubicBezTo>
                    <a:pt x="85" y="417"/>
                    <a:pt x="87" y="419"/>
                    <a:pt x="87" y="422"/>
                  </a:cubicBezTo>
                  <a:lnTo>
                    <a:pt x="87" y="422"/>
                  </a:lnTo>
                  <a:cubicBezTo>
                    <a:pt x="92" y="434"/>
                    <a:pt x="97" y="446"/>
                    <a:pt x="103" y="459"/>
                  </a:cubicBezTo>
                  <a:cubicBezTo>
                    <a:pt x="104" y="460"/>
                    <a:pt x="104" y="462"/>
                    <a:pt x="104" y="464"/>
                  </a:cubicBezTo>
                  <a:cubicBezTo>
                    <a:pt x="104" y="467"/>
                    <a:pt x="103" y="471"/>
                    <a:pt x="100" y="474"/>
                  </a:cubicBezTo>
                  <a:cubicBezTo>
                    <a:pt x="79" y="495"/>
                    <a:pt x="79" y="495"/>
                    <a:pt x="79" y="495"/>
                  </a:cubicBezTo>
                  <a:cubicBezTo>
                    <a:pt x="71" y="503"/>
                    <a:pt x="67" y="515"/>
                    <a:pt x="67" y="527"/>
                  </a:cubicBezTo>
                  <a:cubicBezTo>
                    <a:pt x="67" y="538"/>
                    <a:pt x="71" y="549"/>
                    <a:pt x="79" y="557"/>
                  </a:cubicBezTo>
                  <a:cubicBezTo>
                    <a:pt x="121" y="600"/>
                    <a:pt x="121" y="600"/>
                    <a:pt x="121" y="600"/>
                  </a:cubicBezTo>
                  <a:cubicBezTo>
                    <a:pt x="129" y="608"/>
                    <a:pt x="141" y="612"/>
                    <a:pt x="152" y="612"/>
                  </a:cubicBezTo>
                  <a:cubicBezTo>
                    <a:pt x="163" y="612"/>
                    <a:pt x="174" y="608"/>
                    <a:pt x="183" y="600"/>
                  </a:cubicBezTo>
                  <a:cubicBezTo>
                    <a:pt x="203" y="579"/>
                    <a:pt x="203" y="579"/>
                    <a:pt x="203" y="579"/>
                  </a:cubicBezTo>
                  <a:cubicBezTo>
                    <a:pt x="206" y="576"/>
                    <a:pt x="210" y="574"/>
                    <a:pt x="214" y="574"/>
                  </a:cubicBezTo>
                  <a:cubicBezTo>
                    <a:pt x="216" y="574"/>
                    <a:pt x="219" y="575"/>
                    <a:pt x="220" y="575"/>
                  </a:cubicBezTo>
                  <a:cubicBezTo>
                    <a:pt x="232" y="582"/>
                    <a:pt x="243" y="586"/>
                    <a:pt x="257" y="590"/>
                  </a:cubicBezTo>
                  <a:cubicBezTo>
                    <a:pt x="259" y="591"/>
                    <a:pt x="261" y="593"/>
                    <a:pt x="263" y="596"/>
                  </a:cubicBezTo>
                  <a:cubicBezTo>
                    <a:pt x="264" y="598"/>
                    <a:pt x="266" y="601"/>
                    <a:pt x="266" y="604"/>
                  </a:cubicBezTo>
                  <a:cubicBezTo>
                    <a:pt x="266" y="633"/>
                    <a:pt x="266" y="633"/>
                    <a:pt x="266" y="633"/>
                  </a:cubicBezTo>
                  <a:cubicBezTo>
                    <a:pt x="266" y="658"/>
                    <a:pt x="286" y="677"/>
                    <a:pt x="310" y="677"/>
                  </a:cubicBezTo>
                  <a:cubicBezTo>
                    <a:pt x="369" y="677"/>
                    <a:pt x="369" y="677"/>
                    <a:pt x="369" y="677"/>
                  </a:cubicBezTo>
                  <a:cubicBezTo>
                    <a:pt x="394" y="677"/>
                    <a:pt x="413" y="658"/>
                    <a:pt x="413" y="633"/>
                  </a:cubicBezTo>
                  <a:cubicBezTo>
                    <a:pt x="413" y="604"/>
                    <a:pt x="413" y="604"/>
                    <a:pt x="413" y="604"/>
                  </a:cubicBezTo>
                  <a:cubicBezTo>
                    <a:pt x="413" y="601"/>
                    <a:pt x="415" y="598"/>
                    <a:pt x="416" y="596"/>
                  </a:cubicBezTo>
                  <a:cubicBezTo>
                    <a:pt x="418" y="593"/>
                    <a:pt x="420" y="591"/>
                    <a:pt x="422" y="590"/>
                  </a:cubicBezTo>
                  <a:cubicBezTo>
                    <a:pt x="435" y="586"/>
                    <a:pt x="447" y="582"/>
                    <a:pt x="459" y="575"/>
                  </a:cubicBezTo>
                  <a:cubicBezTo>
                    <a:pt x="460" y="575"/>
                    <a:pt x="463" y="574"/>
                    <a:pt x="464" y="574"/>
                  </a:cubicBezTo>
                  <a:cubicBezTo>
                    <a:pt x="469" y="574"/>
                    <a:pt x="473" y="576"/>
                    <a:pt x="476" y="579"/>
                  </a:cubicBezTo>
                  <a:cubicBezTo>
                    <a:pt x="496" y="600"/>
                    <a:pt x="496" y="600"/>
                    <a:pt x="496" y="600"/>
                  </a:cubicBezTo>
                  <a:cubicBezTo>
                    <a:pt x="505" y="608"/>
                    <a:pt x="516" y="612"/>
                    <a:pt x="527" y="612"/>
                  </a:cubicBezTo>
                  <a:cubicBezTo>
                    <a:pt x="538" y="612"/>
                    <a:pt x="550" y="608"/>
                    <a:pt x="558" y="600"/>
                  </a:cubicBezTo>
                  <a:cubicBezTo>
                    <a:pt x="600" y="557"/>
                    <a:pt x="600" y="557"/>
                    <a:pt x="600" y="557"/>
                  </a:cubicBezTo>
                  <a:cubicBezTo>
                    <a:pt x="608" y="549"/>
                    <a:pt x="612" y="538"/>
                    <a:pt x="612" y="527"/>
                  </a:cubicBezTo>
                  <a:cubicBezTo>
                    <a:pt x="612" y="515"/>
                    <a:pt x="608" y="503"/>
                    <a:pt x="600" y="495"/>
                  </a:cubicBezTo>
                  <a:cubicBezTo>
                    <a:pt x="579" y="474"/>
                    <a:pt x="579" y="474"/>
                    <a:pt x="579" y="474"/>
                  </a:cubicBezTo>
                  <a:cubicBezTo>
                    <a:pt x="576" y="471"/>
                    <a:pt x="575" y="467"/>
                    <a:pt x="575" y="464"/>
                  </a:cubicBezTo>
                  <a:cubicBezTo>
                    <a:pt x="575" y="462"/>
                    <a:pt x="575" y="460"/>
                    <a:pt x="576" y="459"/>
                  </a:cubicBezTo>
                  <a:cubicBezTo>
                    <a:pt x="582" y="446"/>
                    <a:pt x="587" y="434"/>
                    <a:pt x="592" y="422"/>
                  </a:cubicBezTo>
                  <a:cubicBezTo>
                    <a:pt x="593" y="419"/>
                    <a:pt x="594" y="417"/>
                    <a:pt x="597" y="415"/>
                  </a:cubicBezTo>
                  <a:cubicBezTo>
                    <a:pt x="598" y="413"/>
                    <a:pt x="601" y="412"/>
                    <a:pt x="605" y="412"/>
                  </a:cubicBezTo>
                  <a:cubicBezTo>
                    <a:pt x="634" y="412"/>
                    <a:pt x="634" y="412"/>
                    <a:pt x="634" y="412"/>
                  </a:cubicBezTo>
                  <a:cubicBezTo>
                    <a:pt x="659" y="412"/>
                    <a:pt x="679" y="393"/>
                    <a:pt x="679" y="368"/>
                  </a:cubicBezTo>
                  <a:cubicBezTo>
                    <a:pt x="679" y="310"/>
                    <a:pt x="679" y="310"/>
                    <a:pt x="679" y="310"/>
                  </a:cubicBezTo>
                  <a:cubicBezTo>
                    <a:pt x="679" y="285"/>
                    <a:pt x="659" y="265"/>
                    <a:pt x="634" y="265"/>
                  </a:cubicBezTo>
                  <a:cubicBezTo>
                    <a:pt x="605" y="265"/>
                    <a:pt x="605" y="265"/>
                    <a:pt x="605" y="265"/>
                  </a:cubicBezTo>
                  <a:cubicBezTo>
                    <a:pt x="601" y="265"/>
                    <a:pt x="598" y="264"/>
                    <a:pt x="597" y="263"/>
                  </a:cubicBezTo>
                  <a:cubicBezTo>
                    <a:pt x="594" y="261"/>
                    <a:pt x="593" y="259"/>
                    <a:pt x="592" y="256"/>
                  </a:cubicBezTo>
                  <a:cubicBezTo>
                    <a:pt x="587" y="243"/>
                    <a:pt x="582" y="231"/>
                    <a:pt x="576" y="220"/>
                  </a:cubicBezTo>
                  <a:lnTo>
                    <a:pt x="576" y="220"/>
                  </a:lnTo>
                  <a:cubicBezTo>
                    <a:pt x="575" y="217"/>
                    <a:pt x="575" y="216"/>
                    <a:pt x="575" y="214"/>
                  </a:cubicBezTo>
                  <a:cubicBezTo>
                    <a:pt x="575" y="210"/>
                    <a:pt x="576" y="206"/>
                    <a:pt x="579" y="203"/>
                  </a:cubicBezTo>
                  <a:cubicBezTo>
                    <a:pt x="600" y="183"/>
                    <a:pt x="600" y="183"/>
                    <a:pt x="600" y="183"/>
                  </a:cubicBezTo>
                  <a:cubicBezTo>
                    <a:pt x="608" y="174"/>
                    <a:pt x="612" y="163"/>
                    <a:pt x="612" y="151"/>
                  </a:cubicBezTo>
                  <a:cubicBezTo>
                    <a:pt x="612" y="140"/>
                    <a:pt x="608" y="129"/>
                    <a:pt x="600" y="120"/>
                  </a:cubicBezTo>
                  <a:cubicBezTo>
                    <a:pt x="558" y="79"/>
                    <a:pt x="558" y="79"/>
                    <a:pt x="558" y="79"/>
                  </a:cubicBezTo>
                  <a:cubicBezTo>
                    <a:pt x="550" y="69"/>
                    <a:pt x="538" y="65"/>
                    <a:pt x="527" y="65"/>
                  </a:cubicBezTo>
                  <a:cubicBezTo>
                    <a:pt x="516" y="65"/>
                    <a:pt x="505" y="69"/>
                    <a:pt x="496" y="79"/>
                  </a:cubicBezTo>
                  <a:cubicBezTo>
                    <a:pt x="476" y="98"/>
                    <a:pt x="476" y="98"/>
                    <a:pt x="476" y="98"/>
                  </a:cubicBezTo>
                  <a:cubicBezTo>
                    <a:pt x="473" y="102"/>
                    <a:pt x="469" y="104"/>
                    <a:pt x="464" y="104"/>
                  </a:cubicBezTo>
                  <a:cubicBezTo>
                    <a:pt x="463" y="104"/>
                    <a:pt x="460" y="102"/>
                    <a:pt x="459" y="102"/>
                  </a:cubicBezTo>
                  <a:cubicBezTo>
                    <a:pt x="447" y="96"/>
                    <a:pt x="435" y="91"/>
                    <a:pt x="422" y="87"/>
                  </a:cubicBezTo>
                  <a:cubicBezTo>
                    <a:pt x="420" y="86"/>
                    <a:pt x="418" y="85"/>
                    <a:pt x="416" y="82"/>
                  </a:cubicBezTo>
                  <a:cubicBezTo>
                    <a:pt x="415" y="79"/>
                    <a:pt x="413" y="76"/>
                    <a:pt x="413" y="73"/>
                  </a:cubicBezTo>
                  <a:cubicBezTo>
                    <a:pt x="413" y="45"/>
                    <a:pt x="413" y="45"/>
                    <a:pt x="413" y="45"/>
                  </a:cubicBezTo>
                  <a:cubicBezTo>
                    <a:pt x="413" y="20"/>
                    <a:pt x="394" y="0"/>
                    <a:pt x="369" y="0"/>
                  </a:cubicBezTo>
                  <a:cubicBezTo>
                    <a:pt x="310" y="0"/>
                    <a:pt x="310" y="0"/>
                    <a:pt x="310" y="0"/>
                  </a:cubicBezTo>
                  <a:cubicBezTo>
                    <a:pt x="286" y="0"/>
                    <a:pt x="266" y="20"/>
                    <a:pt x="266" y="45"/>
                  </a:cubicBezTo>
                  <a:cubicBezTo>
                    <a:pt x="266" y="73"/>
                    <a:pt x="266" y="73"/>
                    <a:pt x="266" y="73"/>
                  </a:cubicBezTo>
                  <a:cubicBezTo>
                    <a:pt x="266" y="76"/>
                    <a:pt x="264" y="79"/>
                    <a:pt x="263" y="82"/>
                  </a:cubicBezTo>
                  <a:cubicBezTo>
                    <a:pt x="261" y="85"/>
                    <a:pt x="259" y="86"/>
                    <a:pt x="257" y="87"/>
                  </a:cubicBezTo>
                  <a:cubicBezTo>
                    <a:pt x="243" y="91"/>
                    <a:pt x="232" y="96"/>
                    <a:pt x="220" y="102"/>
                  </a:cubicBezTo>
                  <a:cubicBezTo>
                    <a:pt x="219" y="102"/>
                    <a:pt x="216" y="104"/>
                    <a:pt x="214" y="104"/>
                  </a:cubicBezTo>
                  <a:cubicBezTo>
                    <a:pt x="210" y="104"/>
                    <a:pt x="206" y="102"/>
                    <a:pt x="203" y="98"/>
                  </a:cubicBezTo>
                  <a:cubicBezTo>
                    <a:pt x="183" y="79"/>
                    <a:pt x="183" y="79"/>
                    <a:pt x="183" y="79"/>
                  </a:cubicBezTo>
                  <a:cubicBezTo>
                    <a:pt x="174" y="69"/>
                    <a:pt x="163" y="65"/>
                    <a:pt x="152" y="65"/>
                  </a:cubicBezTo>
                  <a:cubicBezTo>
                    <a:pt x="141" y="65"/>
                    <a:pt x="129" y="69"/>
                    <a:pt x="121" y="79"/>
                  </a:cubicBezTo>
                  <a:cubicBezTo>
                    <a:pt x="79" y="120"/>
                    <a:pt x="79" y="120"/>
                    <a:pt x="79" y="120"/>
                  </a:cubicBezTo>
                  <a:cubicBezTo>
                    <a:pt x="71" y="129"/>
                    <a:pt x="67" y="140"/>
                    <a:pt x="67" y="151"/>
                  </a:cubicBezTo>
                  <a:cubicBezTo>
                    <a:pt x="67" y="163"/>
                    <a:pt x="71" y="174"/>
                    <a:pt x="79" y="183"/>
                  </a:cubicBezTo>
                  <a:cubicBezTo>
                    <a:pt x="100" y="203"/>
                    <a:pt x="100" y="203"/>
                    <a:pt x="100" y="203"/>
                  </a:cubicBezTo>
                  <a:cubicBezTo>
                    <a:pt x="103" y="206"/>
                    <a:pt x="104" y="210"/>
                    <a:pt x="104" y="214"/>
                  </a:cubicBezTo>
                  <a:cubicBezTo>
                    <a:pt x="104" y="216"/>
                    <a:pt x="104" y="217"/>
                    <a:pt x="103" y="220"/>
                  </a:cubicBezTo>
                  <a:cubicBezTo>
                    <a:pt x="97" y="231"/>
                    <a:pt x="92" y="243"/>
                    <a:pt x="87" y="256"/>
                  </a:cubicBezTo>
                  <a:close/>
                  <a:moveTo>
                    <a:pt x="129" y="232"/>
                  </a:moveTo>
                  <a:lnTo>
                    <a:pt x="129" y="232"/>
                  </a:lnTo>
                  <a:cubicBezTo>
                    <a:pt x="132" y="227"/>
                    <a:pt x="133" y="220"/>
                    <a:pt x="133" y="214"/>
                  </a:cubicBezTo>
                  <a:cubicBezTo>
                    <a:pt x="133" y="202"/>
                    <a:pt x="129" y="191"/>
                    <a:pt x="121" y="183"/>
                  </a:cubicBezTo>
                  <a:cubicBezTo>
                    <a:pt x="100" y="162"/>
                    <a:pt x="100" y="162"/>
                    <a:pt x="100" y="162"/>
                  </a:cubicBezTo>
                  <a:cubicBezTo>
                    <a:pt x="97" y="159"/>
                    <a:pt x="96" y="155"/>
                    <a:pt x="96" y="151"/>
                  </a:cubicBezTo>
                  <a:cubicBezTo>
                    <a:pt x="96" y="148"/>
                    <a:pt x="97" y="144"/>
                    <a:pt x="100" y="141"/>
                  </a:cubicBezTo>
                  <a:cubicBezTo>
                    <a:pt x="141" y="100"/>
                    <a:pt x="141" y="100"/>
                    <a:pt x="141" y="100"/>
                  </a:cubicBezTo>
                  <a:cubicBezTo>
                    <a:pt x="144" y="97"/>
                    <a:pt x="148" y="96"/>
                    <a:pt x="152" y="96"/>
                  </a:cubicBezTo>
                  <a:cubicBezTo>
                    <a:pt x="156" y="96"/>
                    <a:pt x="159" y="97"/>
                    <a:pt x="162" y="100"/>
                  </a:cubicBezTo>
                  <a:cubicBezTo>
                    <a:pt x="183" y="120"/>
                    <a:pt x="183" y="120"/>
                    <a:pt x="183" y="120"/>
                  </a:cubicBezTo>
                  <a:cubicBezTo>
                    <a:pt x="191" y="129"/>
                    <a:pt x="203" y="133"/>
                    <a:pt x="214" y="133"/>
                  </a:cubicBezTo>
                  <a:cubicBezTo>
                    <a:pt x="221" y="133"/>
                    <a:pt x="227" y="131"/>
                    <a:pt x="234" y="129"/>
                  </a:cubicBezTo>
                  <a:cubicBezTo>
                    <a:pt x="243" y="123"/>
                    <a:pt x="255" y="119"/>
                    <a:pt x="266" y="115"/>
                  </a:cubicBezTo>
                  <a:cubicBezTo>
                    <a:pt x="275" y="112"/>
                    <a:pt x="282" y="105"/>
                    <a:pt x="288" y="98"/>
                  </a:cubicBezTo>
                  <a:cubicBezTo>
                    <a:pt x="293" y="91"/>
                    <a:pt x="296" y="82"/>
                    <a:pt x="296" y="73"/>
                  </a:cubicBezTo>
                  <a:cubicBezTo>
                    <a:pt x="296" y="45"/>
                    <a:pt x="296" y="45"/>
                    <a:pt x="296" y="45"/>
                  </a:cubicBezTo>
                  <a:cubicBezTo>
                    <a:pt x="296" y="36"/>
                    <a:pt x="301" y="29"/>
                    <a:pt x="310" y="29"/>
                  </a:cubicBezTo>
                  <a:cubicBezTo>
                    <a:pt x="369" y="29"/>
                    <a:pt x="369" y="29"/>
                    <a:pt x="369" y="29"/>
                  </a:cubicBezTo>
                  <a:cubicBezTo>
                    <a:pt x="377" y="29"/>
                    <a:pt x="384" y="36"/>
                    <a:pt x="384" y="45"/>
                  </a:cubicBezTo>
                  <a:cubicBezTo>
                    <a:pt x="384" y="73"/>
                    <a:pt x="384" y="73"/>
                    <a:pt x="384" y="73"/>
                  </a:cubicBezTo>
                  <a:cubicBezTo>
                    <a:pt x="384" y="82"/>
                    <a:pt x="387" y="91"/>
                    <a:pt x="391" y="98"/>
                  </a:cubicBezTo>
                  <a:cubicBezTo>
                    <a:pt x="397" y="105"/>
                    <a:pt x="404" y="112"/>
                    <a:pt x="413" y="115"/>
                  </a:cubicBezTo>
                  <a:cubicBezTo>
                    <a:pt x="424" y="119"/>
                    <a:pt x="435" y="123"/>
                    <a:pt x="445" y="129"/>
                  </a:cubicBezTo>
                  <a:cubicBezTo>
                    <a:pt x="452" y="131"/>
                    <a:pt x="458" y="133"/>
                    <a:pt x="464" y="133"/>
                  </a:cubicBezTo>
                  <a:cubicBezTo>
                    <a:pt x="477" y="133"/>
                    <a:pt x="488" y="129"/>
                    <a:pt x="496" y="120"/>
                  </a:cubicBezTo>
                  <a:cubicBezTo>
                    <a:pt x="517" y="100"/>
                    <a:pt x="517" y="100"/>
                    <a:pt x="517" y="100"/>
                  </a:cubicBezTo>
                  <a:cubicBezTo>
                    <a:pt x="520" y="97"/>
                    <a:pt x="522" y="96"/>
                    <a:pt x="527" y="96"/>
                  </a:cubicBezTo>
                  <a:cubicBezTo>
                    <a:pt x="531" y="96"/>
                    <a:pt x="535" y="97"/>
                    <a:pt x="538" y="100"/>
                  </a:cubicBezTo>
                  <a:cubicBezTo>
                    <a:pt x="579" y="141"/>
                    <a:pt x="579" y="141"/>
                    <a:pt x="579" y="141"/>
                  </a:cubicBezTo>
                  <a:cubicBezTo>
                    <a:pt x="582" y="144"/>
                    <a:pt x="583" y="148"/>
                    <a:pt x="583" y="151"/>
                  </a:cubicBezTo>
                  <a:cubicBezTo>
                    <a:pt x="583" y="155"/>
                    <a:pt x="582" y="159"/>
                    <a:pt x="579" y="162"/>
                  </a:cubicBezTo>
                  <a:cubicBezTo>
                    <a:pt x="558" y="183"/>
                    <a:pt x="558" y="183"/>
                    <a:pt x="558" y="183"/>
                  </a:cubicBezTo>
                  <a:cubicBezTo>
                    <a:pt x="550" y="191"/>
                    <a:pt x="546" y="202"/>
                    <a:pt x="546" y="214"/>
                  </a:cubicBezTo>
                  <a:cubicBezTo>
                    <a:pt x="546" y="220"/>
                    <a:pt x="547" y="227"/>
                    <a:pt x="550" y="232"/>
                  </a:cubicBezTo>
                  <a:lnTo>
                    <a:pt x="550" y="232"/>
                  </a:lnTo>
                  <a:cubicBezTo>
                    <a:pt x="556" y="243"/>
                    <a:pt x="560" y="254"/>
                    <a:pt x="564" y="265"/>
                  </a:cubicBezTo>
                  <a:cubicBezTo>
                    <a:pt x="567" y="274"/>
                    <a:pt x="572" y="282"/>
                    <a:pt x="579" y="286"/>
                  </a:cubicBezTo>
                  <a:cubicBezTo>
                    <a:pt x="587" y="292"/>
                    <a:pt x="596" y="294"/>
                    <a:pt x="605" y="294"/>
                  </a:cubicBezTo>
                  <a:cubicBezTo>
                    <a:pt x="634" y="294"/>
                    <a:pt x="634" y="294"/>
                    <a:pt x="634" y="294"/>
                  </a:cubicBezTo>
                  <a:cubicBezTo>
                    <a:pt x="643" y="294"/>
                    <a:pt x="650" y="301"/>
                    <a:pt x="650" y="310"/>
                  </a:cubicBezTo>
                  <a:cubicBezTo>
                    <a:pt x="650" y="368"/>
                    <a:pt x="650" y="368"/>
                    <a:pt x="650" y="368"/>
                  </a:cubicBezTo>
                  <a:cubicBezTo>
                    <a:pt x="650" y="376"/>
                    <a:pt x="643" y="383"/>
                    <a:pt x="634" y="383"/>
                  </a:cubicBezTo>
                  <a:cubicBezTo>
                    <a:pt x="605" y="383"/>
                    <a:pt x="605" y="383"/>
                    <a:pt x="605" y="383"/>
                  </a:cubicBezTo>
                  <a:cubicBezTo>
                    <a:pt x="596" y="383"/>
                    <a:pt x="587" y="386"/>
                    <a:pt x="579" y="391"/>
                  </a:cubicBezTo>
                  <a:cubicBezTo>
                    <a:pt x="572" y="395"/>
                    <a:pt x="567" y="404"/>
                    <a:pt x="564" y="412"/>
                  </a:cubicBezTo>
                  <a:cubicBezTo>
                    <a:pt x="560" y="423"/>
                    <a:pt x="556" y="434"/>
                    <a:pt x="550" y="445"/>
                  </a:cubicBezTo>
                  <a:cubicBezTo>
                    <a:pt x="547" y="451"/>
                    <a:pt x="546" y="457"/>
                    <a:pt x="546" y="464"/>
                  </a:cubicBezTo>
                  <a:cubicBezTo>
                    <a:pt x="546" y="475"/>
                    <a:pt x="550" y="486"/>
                    <a:pt x="558" y="495"/>
                  </a:cubicBezTo>
                  <a:cubicBezTo>
                    <a:pt x="579" y="515"/>
                    <a:pt x="579" y="515"/>
                    <a:pt x="579" y="515"/>
                  </a:cubicBezTo>
                  <a:cubicBezTo>
                    <a:pt x="582" y="518"/>
                    <a:pt x="583" y="522"/>
                    <a:pt x="583" y="527"/>
                  </a:cubicBezTo>
                  <a:cubicBezTo>
                    <a:pt x="583" y="529"/>
                    <a:pt x="582" y="533"/>
                    <a:pt x="579" y="536"/>
                  </a:cubicBezTo>
                  <a:cubicBezTo>
                    <a:pt x="538" y="578"/>
                    <a:pt x="538" y="578"/>
                    <a:pt x="538" y="578"/>
                  </a:cubicBezTo>
                  <a:cubicBezTo>
                    <a:pt x="535" y="582"/>
                    <a:pt x="531" y="583"/>
                    <a:pt x="527" y="583"/>
                  </a:cubicBezTo>
                  <a:cubicBezTo>
                    <a:pt x="522" y="583"/>
                    <a:pt x="520" y="582"/>
                    <a:pt x="517" y="578"/>
                  </a:cubicBezTo>
                  <a:cubicBezTo>
                    <a:pt x="496" y="558"/>
                    <a:pt x="496" y="558"/>
                    <a:pt x="496" y="558"/>
                  </a:cubicBezTo>
                  <a:cubicBezTo>
                    <a:pt x="488" y="550"/>
                    <a:pt x="477" y="544"/>
                    <a:pt x="464" y="544"/>
                  </a:cubicBezTo>
                  <a:cubicBezTo>
                    <a:pt x="458" y="544"/>
                    <a:pt x="452" y="546"/>
                    <a:pt x="445" y="549"/>
                  </a:cubicBezTo>
                  <a:cubicBezTo>
                    <a:pt x="435" y="554"/>
                    <a:pt x="424" y="560"/>
                    <a:pt x="413" y="562"/>
                  </a:cubicBezTo>
                  <a:cubicBezTo>
                    <a:pt x="404" y="565"/>
                    <a:pt x="397" y="572"/>
                    <a:pt x="391" y="579"/>
                  </a:cubicBezTo>
                  <a:cubicBezTo>
                    <a:pt x="387" y="586"/>
                    <a:pt x="384" y="596"/>
                    <a:pt x="384" y="604"/>
                  </a:cubicBezTo>
                  <a:cubicBezTo>
                    <a:pt x="384" y="633"/>
                    <a:pt x="384" y="633"/>
                    <a:pt x="384" y="633"/>
                  </a:cubicBezTo>
                  <a:cubicBezTo>
                    <a:pt x="384" y="641"/>
                    <a:pt x="377" y="648"/>
                    <a:pt x="369" y="648"/>
                  </a:cubicBezTo>
                  <a:cubicBezTo>
                    <a:pt x="310" y="648"/>
                    <a:pt x="310" y="648"/>
                    <a:pt x="310" y="648"/>
                  </a:cubicBezTo>
                  <a:cubicBezTo>
                    <a:pt x="301" y="648"/>
                    <a:pt x="296" y="641"/>
                    <a:pt x="296" y="633"/>
                  </a:cubicBezTo>
                  <a:cubicBezTo>
                    <a:pt x="296" y="604"/>
                    <a:pt x="296" y="604"/>
                    <a:pt x="296" y="604"/>
                  </a:cubicBezTo>
                  <a:cubicBezTo>
                    <a:pt x="296" y="596"/>
                    <a:pt x="293" y="586"/>
                    <a:pt x="288" y="579"/>
                  </a:cubicBezTo>
                  <a:cubicBezTo>
                    <a:pt x="282" y="572"/>
                    <a:pt x="275" y="565"/>
                    <a:pt x="266" y="562"/>
                  </a:cubicBezTo>
                  <a:cubicBezTo>
                    <a:pt x="255" y="560"/>
                    <a:pt x="243" y="554"/>
                    <a:pt x="234" y="549"/>
                  </a:cubicBezTo>
                  <a:cubicBezTo>
                    <a:pt x="227" y="546"/>
                    <a:pt x="221" y="544"/>
                    <a:pt x="214" y="544"/>
                  </a:cubicBezTo>
                  <a:cubicBezTo>
                    <a:pt x="203" y="544"/>
                    <a:pt x="191" y="549"/>
                    <a:pt x="183" y="558"/>
                  </a:cubicBezTo>
                  <a:cubicBezTo>
                    <a:pt x="162" y="578"/>
                    <a:pt x="162" y="578"/>
                    <a:pt x="162" y="578"/>
                  </a:cubicBezTo>
                  <a:cubicBezTo>
                    <a:pt x="159" y="582"/>
                    <a:pt x="156" y="583"/>
                    <a:pt x="152" y="583"/>
                  </a:cubicBezTo>
                  <a:cubicBezTo>
                    <a:pt x="148" y="583"/>
                    <a:pt x="144" y="582"/>
                    <a:pt x="141" y="578"/>
                  </a:cubicBezTo>
                  <a:cubicBezTo>
                    <a:pt x="100" y="536"/>
                    <a:pt x="100" y="536"/>
                    <a:pt x="100" y="536"/>
                  </a:cubicBezTo>
                  <a:cubicBezTo>
                    <a:pt x="97" y="533"/>
                    <a:pt x="96" y="529"/>
                    <a:pt x="96" y="527"/>
                  </a:cubicBezTo>
                  <a:cubicBezTo>
                    <a:pt x="96" y="522"/>
                    <a:pt x="97" y="518"/>
                    <a:pt x="100" y="515"/>
                  </a:cubicBezTo>
                  <a:cubicBezTo>
                    <a:pt x="121" y="495"/>
                    <a:pt x="121" y="495"/>
                    <a:pt x="121" y="495"/>
                  </a:cubicBezTo>
                  <a:cubicBezTo>
                    <a:pt x="129" y="486"/>
                    <a:pt x="133" y="475"/>
                    <a:pt x="133" y="464"/>
                  </a:cubicBezTo>
                  <a:cubicBezTo>
                    <a:pt x="133" y="457"/>
                    <a:pt x="132" y="451"/>
                    <a:pt x="129" y="445"/>
                  </a:cubicBezTo>
                  <a:cubicBezTo>
                    <a:pt x="123" y="434"/>
                    <a:pt x="119" y="423"/>
                    <a:pt x="115" y="412"/>
                  </a:cubicBezTo>
                  <a:lnTo>
                    <a:pt x="115" y="412"/>
                  </a:lnTo>
                  <a:cubicBezTo>
                    <a:pt x="112" y="404"/>
                    <a:pt x="107" y="395"/>
                    <a:pt x="100" y="391"/>
                  </a:cubicBezTo>
                  <a:cubicBezTo>
                    <a:pt x="92" y="386"/>
                    <a:pt x="83" y="383"/>
                    <a:pt x="74" y="383"/>
                  </a:cubicBezTo>
                  <a:cubicBezTo>
                    <a:pt x="45" y="383"/>
                    <a:pt x="45" y="383"/>
                    <a:pt x="45" y="383"/>
                  </a:cubicBezTo>
                  <a:cubicBezTo>
                    <a:pt x="36" y="383"/>
                    <a:pt x="31" y="376"/>
                    <a:pt x="31" y="368"/>
                  </a:cubicBezTo>
                  <a:cubicBezTo>
                    <a:pt x="31" y="310"/>
                    <a:pt x="31" y="310"/>
                    <a:pt x="31" y="310"/>
                  </a:cubicBezTo>
                  <a:cubicBezTo>
                    <a:pt x="31" y="301"/>
                    <a:pt x="36" y="294"/>
                    <a:pt x="45" y="294"/>
                  </a:cubicBezTo>
                  <a:cubicBezTo>
                    <a:pt x="74" y="294"/>
                    <a:pt x="74" y="294"/>
                    <a:pt x="74" y="294"/>
                  </a:cubicBezTo>
                  <a:cubicBezTo>
                    <a:pt x="83" y="294"/>
                    <a:pt x="92" y="292"/>
                    <a:pt x="100" y="286"/>
                  </a:cubicBezTo>
                  <a:cubicBezTo>
                    <a:pt x="107" y="282"/>
                    <a:pt x="112" y="274"/>
                    <a:pt x="115" y="265"/>
                  </a:cubicBezTo>
                  <a:lnTo>
                    <a:pt x="115" y="265"/>
                  </a:lnTo>
                  <a:cubicBezTo>
                    <a:pt x="119" y="254"/>
                    <a:pt x="123" y="243"/>
                    <a:pt x="129" y="2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0" name="Freeform 448">
              <a:extLst>
                <a:ext uri="{FF2B5EF4-FFF2-40B4-BE49-F238E27FC236}">
                  <a16:creationId xmlns:a16="http://schemas.microsoft.com/office/drawing/2014/main" id="{E00B0FAA-13C3-EF2A-E447-06E311798C93}"/>
                </a:ext>
              </a:extLst>
            </p:cNvPr>
            <p:cNvSpPr>
              <a:spLocks noChangeArrowheads="1"/>
            </p:cNvSpPr>
            <p:nvPr/>
          </p:nvSpPr>
          <p:spPr bwMode="auto">
            <a:xfrm>
              <a:off x="9334500" y="1760538"/>
              <a:ext cx="95250" cy="95250"/>
            </a:xfrm>
            <a:custGeom>
              <a:avLst/>
              <a:gdLst>
                <a:gd name="T0" fmla="*/ 132 w 266"/>
                <a:gd name="T1" fmla="*/ 265 h 266"/>
                <a:gd name="T2" fmla="*/ 132 w 266"/>
                <a:gd name="T3" fmla="*/ 265 h 266"/>
                <a:gd name="T4" fmla="*/ 265 w 266"/>
                <a:gd name="T5" fmla="*/ 133 h 266"/>
                <a:gd name="T6" fmla="*/ 132 w 266"/>
                <a:gd name="T7" fmla="*/ 0 h 266"/>
                <a:gd name="T8" fmla="*/ 0 w 266"/>
                <a:gd name="T9" fmla="*/ 133 h 266"/>
                <a:gd name="T10" fmla="*/ 132 w 266"/>
                <a:gd name="T11" fmla="*/ 265 h 266"/>
                <a:gd name="T12" fmla="*/ 59 w 266"/>
                <a:gd name="T13" fmla="*/ 59 h 266"/>
                <a:gd name="T14" fmla="*/ 59 w 266"/>
                <a:gd name="T15" fmla="*/ 59 h 266"/>
                <a:gd name="T16" fmla="*/ 132 w 266"/>
                <a:gd name="T17" fmla="*/ 29 h 266"/>
                <a:gd name="T18" fmla="*/ 204 w 266"/>
                <a:gd name="T19" fmla="*/ 59 h 266"/>
                <a:gd name="T20" fmla="*/ 234 w 266"/>
                <a:gd name="T21" fmla="*/ 133 h 266"/>
                <a:gd name="T22" fmla="*/ 204 w 266"/>
                <a:gd name="T23" fmla="*/ 206 h 266"/>
                <a:gd name="T24" fmla="*/ 132 w 266"/>
                <a:gd name="T25" fmla="*/ 236 h 266"/>
                <a:gd name="T26" fmla="*/ 59 w 266"/>
                <a:gd name="T27" fmla="*/ 206 h 266"/>
                <a:gd name="T28" fmla="*/ 29 w 266"/>
                <a:gd name="T29" fmla="*/ 133 h 266"/>
                <a:gd name="T30" fmla="*/ 59 w 266"/>
                <a:gd name="T31" fmla="*/ 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6" h="266">
                  <a:moveTo>
                    <a:pt x="132" y="265"/>
                  </a:moveTo>
                  <a:lnTo>
                    <a:pt x="132" y="265"/>
                  </a:lnTo>
                  <a:cubicBezTo>
                    <a:pt x="205" y="265"/>
                    <a:pt x="265" y="206"/>
                    <a:pt x="265" y="133"/>
                  </a:cubicBezTo>
                  <a:cubicBezTo>
                    <a:pt x="265" y="59"/>
                    <a:pt x="205" y="0"/>
                    <a:pt x="132" y="0"/>
                  </a:cubicBezTo>
                  <a:cubicBezTo>
                    <a:pt x="58" y="0"/>
                    <a:pt x="0" y="59"/>
                    <a:pt x="0" y="133"/>
                  </a:cubicBezTo>
                  <a:cubicBezTo>
                    <a:pt x="0" y="206"/>
                    <a:pt x="58" y="265"/>
                    <a:pt x="132" y="265"/>
                  </a:cubicBezTo>
                  <a:close/>
                  <a:moveTo>
                    <a:pt x="59" y="59"/>
                  </a:moveTo>
                  <a:lnTo>
                    <a:pt x="59" y="59"/>
                  </a:lnTo>
                  <a:cubicBezTo>
                    <a:pt x="77" y="42"/>
                    <a:pt x="103" y="29"/>
                    <a:pt x="132" y="29"/>
                  </a:cubicBezTo>
                  <a:cubicBezTo>
                    <a:pt x="160" y="29"/>
                    <a:pt x="186" y="42"/>
                    <a:pt x="204" y="59"/>
                  </a:cubicBezTo>
                  <a:cubicBezTo>
                    <a:pt x="223" y="79"/>
                    <a:pt x="234" y="104"/>
                    <a:pt x="234" y="133"/>
                  </a:cubicBezTo>
                  <a:cubicBezTo>
                    <a:pt x="234" y="162"/>
                    <a:pt x="223" y="187"/>
                    <a:pt x="204" y="206"/>
                  </a:cubicBezTo>
                  <a:cubicBezTo>
                    <a:pt x="186" y="224"/>
                    <a:pt x="160" y="236"/>
                    <a:pt x="132" y="236"/>
                  </a:cubicBezTo>
                  <a:cubicBezTo>
                    <a:pt x="103" y="236"/>
                    <a:pt x="77" y="224"/>
                    <a:pt x="59" y="206"/>
                  </a:cubicBezTo>
                  <a:cubicBezTo>
                    <a:pt x="40" y="187"/>
                    <a:pt x="29" y="162"/>
                    <a:pt x="29" y="133"/>
                  </a:cubicBezTo>
                  <a:cubicBezTo>
                    <a:pt x="29" y="104"/>
                    <a:pt x="40" y="79"/>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41" name="Group 543">
            <a:extLst>
              <a:ext uri="{FF2B5EF4-FFF2-40B4-BE49-F238E27FC236}">
                <a16:creationId xmlns:a16="http://schemas.microsoft.com/office/drawing/2014/main" id="{7C2BD6CA-0270-93B0-1F4C-E984FDE11C5F}"/>
              </a:ext>
            </a:extLst>
          </p:cNvPr>
          <p:cNvGrpSpPr/>
          <p:nvPr/>
        </p:nvGrpSpPr>
        <p:grpSpPr>
          <a:xfrm>
            <a:off x="10470083" y="2400722"/>
            <a:ext cx="212725" cy="255587"/>
            <a:chOff x="9313863" y="2700338"/>
            <a:chExt cx="212725" cy="255587"/>
          </a:xfrm>
          <a:solidFill>
            <a:schemeClr val="accent4"/>
          </a:solidFill>
        </p:grpSpPr>
        <p:sp>
          <p:nvSpPr>
            <p:cNvPr id="542" name="Freeform 449">
              <a:extLst>
                <a:ext uri="{FF2B5EF4-FFF2-40B4-BE49-F238E27FC236}">
                  <a16:creationId xmlns:a16="http://schemas.microsoft.com/office/drawing/2014/main" id="{814451F8-290F-4741-1339-D92D8B657570}"/>
                </a:ext>
              </a:extLst>
            </p:cNvPr>
            <p:cNvSpPr>
              <a:spLocks noChangeArrowheads="1"/>
            </p:cNvSpPr>
            <p:nvPr/>
          </p:nvSpPr>
          <p:spPr bwMode="auto">
            <a:xfrm>
              <a:off x="9313863" y="2700338"/>
              <a:ext cx="212725" cy="255587"/>
            </a:xfrm>
            <a:custGeom>
              <a:avLst/>
              <a:gdLst>
                <a:gd name="T0" fmla="*/ 344 w 591"/>
                <a:gd name="T1" fmla="*/ 0 h 708"/>
                <a:gd name="T2" fmla="*/ 344 w 591"/>
                <a:gd name="T3" fmla="*/ 0 h 708"/>
                <a:gd name="T4" fmla="*/ 245 w 591"/>
                <a:gd name="T5" fmla="*/ 0 h 708"/>
                <a:gd name="T6" fmla="*/ 162 w 591"/>
                <a:gd name="T7" fmla="*/ 83 h 708"/>
                <a:gd name="T8" fmla="*/ 162 w 591"/>
                <a:gd name="T9" fmla="*/ 88 h 708"/>
                <a:gd name="T10" fmla="*/ 60 w 591"/>
                <a:gd name="T11" fmla="*/ 88 h 708"/>
                <a:gd name="T12" fmla="*/ 15 w 591"/>
                <a:gd name="T13" fmla="*/ 88 h 708"/>
                <a:gd name="T14" fmla="*/ 0 w 591"/>
                <a:gd name="T15" fmla="*/ 103 h 708"/>
                <a:gd name="T16" fmla="*/ 15 w 591"/>
                <a:gd name="T17" fmla="*/ 117 h 708"/>
                <a:gd name="T18" fmla="*/ 44 w 591"/>
                <a:gd name="T19" fmla="*/ 117 h 708"/>
                <a:gd name="T20" fmla="*/ 69 w 591"/>
                <a:gd name="T21" fmla="*/ 609 h 708"/>
                <a:gd name="T22" fmla="*/ 173 w 591"/>
                <a:gd name="T23" fmla="*/ 707 h 708"/>
                <a:gd name="T24" fmla="*/ 417 w 591"/>
                <a:gd name="T25" fmla="*/ 707 h 708"/>
                <a:gd name="T26" fmla="*/ 520 w 591"/>
                <a:gd name="T27" fmla="*/ 609 h 708"/>
                <a:gd name="T28" fmla="*/ 544 w 591"/>
                <a:gd name="T29" fmla="*/ 117 h 708"/>
                <a:gd name="T30" fmla="*/ 575 w 591"/>
                <a:gd name="T31" fmla="*/ 117 h 708"/>
                <a:gd name="T32" fmla="*/ 590 w 591"/>
                <a:gd name="T33" fmla="*/ 103 h 708"/>
                <a:gd name="T34" fmla="*/ 575 w 591"/>
                <a:gd name="T35" fmla="*/ 88 h 708"/>
                <a:gd name="T36" fmla="*/ 531 w 591"/>
                <a:gd name="T37" fmla="*/ 88 h 708"/>
                <a:gd name="T38" fmla="*/ 427 w 591"/>
                <a:gd name="T39" fmla="*/ 88 h 708"/>
                <a:gd name="T40" fmla="*/ 427 w 591"/>
                <a:gd name="T41" fmla="*/ 83 h 708"/>
                <a:gd name="T42" fmla="*/ 344 w 591"/>
                <a:gd name="T43" fmla="*/ 0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1 w 591"/>
                <a:gd name="T65" fmla="*/ 607 h 708"/>
                <a:gd name="T66" fmla="*/ 491 w 591"/>
                <a:gd name="T67" fmla="*/ 607 h 708"/>
                <a:gd name="T68" fmla="*/ 417 w 591"/>
                <a:gd name="T69" fmla="*/ 678 h 708"/>
                <a:gd name="T70" fmla="*/ 173 w 591"/>
                <a:gd name="T71" fmla="*/ 678 h 708"/>
                <a:gd name="T72" fmla="*/ 98 w 591"/>
                <a:gd name="T73" fmla="*/ 607 h 708"/>
                <a:gd name="T74" fmla="*/ 75 w 591"/>
                <a:gd name="T75" fmla="*/ 117 h 708"/>
                <a:gd name="T76" fmla="*/ 177 w 591"/>
                <a:gd name="T77" fmla="*/ 117 h 708"/>
                <a:gd name="T78" fmla="*/ 413 w 591"/>
                <a:gd name="T79" fmla="*/ 117 h 708"/>
                <a:gd name="T80" fmla="*/ 515 w 591"/>
                <a:gd name="T81" fmla="*/ 117 h 708"/>
                <a:gd name="T82" fmla="*/ 491 w 591"/>
                <a:gd name="T83" fmla="*/ 6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344" y="0"/>
                  </a:moveTo>
                  <a:lnTo>
                    <a:pt x="344" y="0"/>
                  </a:lnTo>
                  <a:cubicBezTo>
                    <a:pt x="245" y="0"/>
                    <a:pt x="245" y="0"/>
                    <a:pt x="245" y="0"/>
                  </a:cubicBezTo>
                  <a:cubicBezTo>
                    <a:pt x="199" y="0"/>
                    <a:pt x="162" y="37"/>
                    <a:pt x="162" y="83"/>
                  </a:cubicBezTo>
                  <a:cubicBezTo>
                    <a:pt x="162" y="88"/>
                    <a:pt x="162" y="88"/>
                    <a:pt x="162" y="88"/>
                  </a:cubicBezTo>
                  <a:cubicBezTo>
                    <a:pt x="60" y="88"/>
                    <a:pt x="60" y="88"/>
                    <a:pt x="60" y="88"/>
                  </a:cubicBezTo>
                  <a:cubicBezTo>
                    <a:pt x="15" y="88"/>
                    <a:pt x="15" y="88"/>
                    <a:pt x="15" y="88"/>
                  </a:cubicBezTo>
                  <a:cubicBezTo>
                    <a:pt x="7" y="88"/>
                    <a:pt x="0" y="95"/>
                    <a:pt x="0" y="103"/>
                  </a:cubicBezTo>
                  <a:cubicBezTo>
                    <a:pt x="0" y="112"/>
                    <a:pt x="7" y="117"/>
                    <a:pt x="15" y="117"/>
                  </a:cubicBezTo>
                  <a:cubicBezTo>
                    <a:pt x="44" y="117"/>
                    <a:pt x="44" y="117"/>
                    <a:pt x="44" y="117"/>
                  </a:cubicBezTo>
                  <a:cubicBezTo>
                    <a:pt x="69" y="609"/>
                    <a:pt x="69" y="609"/>
                    <a:pt x="69" y="609"/>
                  </a:cubicBezTo>
                  <a:cubicBezTo>
                    <a:pt x="72" y="664"/>
                    <a:pt x="118" y="707"/>
                    <a:pt x="173" y="707"/>
                  </a:cubicBezTo>
                  <a:cubicBezTo>
                    <a:pt x="417" y="707"/>
                    <a:pt x="417" y="707"/>
                    <a:pt x="417" y="707"/>
                  </a:cubicBezTo>
                  <a:cubicBezTo>
                    <a:pt x="471" y="707"/>
                    <a:pt x="517" y="664"/>
                    <a:pt x="520"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cubicBezTo>
                    <a:pt x="427" y="88"/>
                    <a:pt x="427" y="88"/>
                    <a:pt x="427" y="88"/>
                  </a:cubicBezTo>
                  <a:cubicBezTo>
                    <a:pt x="427" y="83"/>
                    <a:pt x="427" y="83"/>
                    <a:pt x="427" y="83"/>
                  </a:cubicBezTo>
                  <a:cubicBezTo>
                    <a:pt x="427" y="37"/>
                    <a:pt x="390" y="0"/>
                    <a:pt x="344" y="0"/>
                  </a:cubicBezTo>
                  <a:close/>
                  <a:moveTo>
                    <a:pt x="192" y="83"/>
                  </a:moveTo>
                  <a:lnTo>
                    <a:pt x="192" y="83"/>
                  </a:lnTo>
                  <a:cubicBezTo>
                    <a:pt x="192" y="67"/>
                    <a:pt x="198" y="55"/>
                    <a:pt x="207" y="45"/>
                  </a:cubicBezTo>
                  <a:cubicBezTo>
                    <a:pt x="217" y="36"/>
                    <a:pt x="229" y="29"/>
                    <a:pt x="245" y="29"/>
                  </a:cubicBezTo>
                  <a:cubicBezTo>
                    <a:pt x="344" y="29"/>
                    <a:pt x="344" y="29"/>
                    <a:pt x="344" y="29"/>
                  </a:cubicBezTo>
                  <a:cubicBezTo>
                    <a:pt x="359" y="29"/>
                    <a:pt x="373" y="36"/>
                    <a:pt x="383" y="45"/>
                  </a:cubicBezTo>
                  <a:cubicBezTo>
                    <a:pt x="392" y="55"/>
                    <a:pt x="398" y="67"/>
                    <a:pt x="398" y="83"/>
                  </a:cubicBezTo>
                  <a:cubicBezTo>
                    <a:pt x="398" y="88"/>
                    <a:pt x="398" y="88"/>
                    <a:pt x="398" y="88"/>
                  </a:cubicBezTo>
                  <a:cubicBezTo>
                    <a:pt x="192" y="88"/>
                    <a:pt x="192" y="88"/>
                    <a:pt x="192" y="88"/>
                  </a:cubicBezTo>
                  <a:lnTo>
                    <a:pt x="192" y="83"/>
                  </a:lnTo>
                  <a:close/>
                  <a:moveTo>
                    <a:pt x="491" y="607"/>
                  </a:moveTo>
                  <a:lnTo>
                    <a:pt x="491" y="607"/>
                  </a:lnTo>
                  <a:cubicBezTo>
                    <a:pt x="488" y="646"/>
                    <a:pt x="456" y="678"/>
                    <a:pt x="417" y="678"/>
                  </a:cubicBezTo>
                  <a:cubicBezTo>
                    <a:pt x="173" y="678"/>
                    <a:pt x="173" y="678"/>
                    <a:pt x="173" y="678"/>
                  </a:cubicBezTo>
                  <a:cubicBezTo>
                    <a:pt x="133" y="678"/>
                    <a:pt x="101" y="646"/>
                    <a:pt x="98" y="607"/>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1" y="6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3" name="Freeform 450">
              <a:extLst>
                <a:ext uri="{FF2B5EF4-FFF2-40B4-BE49-F238E27FC236}">
                  <a16:creationId xmlns:a16="http://schemas.microsoft.com/office/drawing/2014/main" id="{50148A73-76F7-8782-AD32-81D2306CC2A4}"/>
                </a:ext>
              </a:extLst>
            </p:cNvPr>
            <p:cNvSpPr>
              <a:spLocks noChangeArrowheads="1"/>
            </p:cNvSpPr>
            <p:nvPr/>
          </p:nvSpPr>
          <p:spPr bwMode="auto">
            <a:xfrm>
              <a:off x="9415463" y="2773363"/>
              <a:ext cx="11112" cy="138112"/>
            </a:xfrm>
            <a:custGeom>
              <a:avLst/>
              <a:gdLst>
                <a:gd name="T0" fmla="*/ 13 w 30"/>
                <a:gd name="T1" fmla="*/ 0 h 385"/>
                <a:gd name="T2" fmla="*/ 13 w 30"/>
                <a:gd name="T3" fmla="*/ 0 h 385"/>
                <a:gd name="T4" fmla="*/ 0 w 30"/>
                <a:gd name="T5" fmla="*/ 15 h 385"/>
                <a:gd name="T6" fmla="*/ 0 w 30"/>
                <a:gd name="T7" fmla="*/ 368 h 385"/>
                <a:gd name="T8" fmla="*/ 13 w 30"/>
                <a:gd name="T9" fmla="*/ 384 h 385"/>
                <a:gd name="T10" fmla="*/ 29 w 30"/>
                <a:gd name="T11" fmla="*/ 368 h 385"/>
                <a:gd name="T12" fmla="*/ 29 w 30"/>
                <a:gd name="T13" fmla="*/ 15 h 385"/>
                <a:gd name="T14" fmla="*/ 13 w 30"/>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13" y="0"/>
                  </a:moveTo>
                  <a:lnTo>
                    <a:pt x="13" y="0"/>
                  </a:lnTo>
                  <a:cubicBezTo>
                    <a:pt x="5" y="0"/>
                    <a:pt x="0" y="6"/>
                    <a:pt x="0" y="15"/>
                  </a:cubicBezTo>
                  <a:cubicBezTo>
                    <a:pt x="0" y="368"/>
                    <a:pt x="0" y="368"/>
                    <a:pt x="0" y="368"/>
                  </a:cubicBezTo>
                  <a:cubicBezTo>
                    <a:pt x="0" y="377"/>
                    <a:pt x="5" y="384"/>
                    <a:pt x="13" y="384"/>
                  </a:cubicBezTo>
                  <a:cubicBezTo>
                    <a:pt x="22" y="384"/>
                    <a:pt x="29" y="377"/>
                    <a:pt x="29" y="368"/>
                  </a:cubicBezTo>
                  <a:cubicBezTo>
                    <a:pt x="29" y="15"/>
                    <a:pt x="29" y="15"/>
                    <a:pt x="29" y="15"/>
                  </a:cubicBezTo>
                  <a:cubicBezTo>
                    <a:pt x="29" y="6"/>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4" name="Freeform 451">
              <a:extLst>
                <a:ext uri="{FF2B5EF4-FFF2-40B4-BE49-F238E27FC236}">
                  <a16:creationId xmlns:a16="http://schemas.microsoft.com/office/drawing/2014/main" id="{DF11BD5D-A008-C326-8CAC-94D5147ED31D}"/>
                </a:ext>
              </a:extLst>
            </p:cNvPr>
            <p:cNvSpPr>
              <a:spLocks noChangeArrowheads="1"/>
            </p:cNvSpPr>
            <p:nvPr/>
          </p:nvSpPr>
          <p:spPr bwMode="auto">
            <a:xfrm>
              <a:off x="9372600" y="2773363"/>
              <a:ext cx="11113" cy="138112"/>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6"/>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6"/>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45" name="Freeform 452">
              <a:extLst>
                <a:ext uri="{FF2B5EF4-FFF2-40B4-BE49-F238E27FC236}">
                  <a16:creationId xmlns:a16="http://schemas.microsoft.com/office/drawing/2014/main" id="{76E1F31F-9DB9-3641-C4EC-825291EB67EF}"/>
                </a:ext>
              </a:extLst>
            </p:cNvPr>
            <p:cNvSpPr>
              <a:spLocks noChangeArrowheads="1"/>
            </p:cNvSpPr>
            <p:nvPr/>
          </p:nvSpPr>
          <p:spPr bwMode="auto">
            <a:xfrm>
              <a:off x="9456738" y="2773363"/>
              <a:ext cx="11112" cy="138112"/>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2" y="384"/>
                    <a:pt x="29" y="377"/>
                    <a:pt x="29" y="368"/>
                  </a:cubicBezTo>
                  <a:cubicBezTo>
                    <a:pt x="29" y="15"/>
                    <a:pt x="29" y="15"/>
                    <a:pt x="29" y="15"/>
                  </a:cubicBezTo>
                  <a:cubicBezTo>
                    <a:pt x="29" y="6"/>
                    <a:pt x="22" y="0"/>
                    <a:pt x="15" y="0"/>
                  </a:cubicBezTo>
                  <a:cubicBezTo>
                    <a:pt x="7" y="0"/>
                    <a:pt x="0" y="6"/>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46" name="Freeform 453">
            <a:extLst>
              <a:ext uri="{FF2B5EF4-FFF2-40B4-BE49-F238E27FC236}">
                <a16:creationId xmlns:a16="http://schemas.microsoft.com/office/drawing/2014/main" id="{BF8BA453-5402-6F25-DAC1-80DCCEB2B610}"/>
              </a:ext>
            </a:extLst>
          </p:cNvPr>
          <p:cNvSpPr>
            <a:spLocks noChangeArrowheads="1"/>
          </p:cNvSpPr>
          <p:nvPr/>
        </p:nvSpPr>
        <p:spPr bwMode="auto">
          <a:xfrm>
            <a:off x="9935095" y="1890341"/>
            <a:ext cx="201613" cy="252413"/>
          </a:xfrm>
          <a:custGeom>
            <a:avLst/>
            <a:gdLst>
              <a:gd name="T0" fmla="*/ 87 w 558"/>
              <a:gd name="T1" fmla="*/ 334 h 702"/>
              <a:gd name="T2" fmla="*/ 32 w 558"/>
              <a:gd name="T3" fmla="*/ 442 h 702"/>
              <a:gd name="T4" fmla="*/ 0 w 558"/>
              <a:gd name="T5" fmla="*/ 533 h 702"/>
              <a:gd name="T6" fmla="*/ 44 w 558"/>
              <a:gd name="T7" fmla="*/ 613 h 702"/>
              <a:gd name="T8" fmla="*/ 204 w 558"/>
              <a:gd name="T9" fmla="*/ 628 h 702"/>
              <a:gd name="T10" fmla="*/ 352 w 558"/>
              <a:gd name="T11" fmla="*/ 628 h 702"/>
              <a:gd name="T12" fmla="*/ 511 w 558"/>
              <a:gd name="T13" fmla="*/ 613 h 702"/>
              <a:gd name="T14" fmla="*/ 557 w 558"/>
              <a:gd name="T15" fmla="*/ 533 h 702"/>
              <a:gd name="T16" fmla="*/ 523 w 558"/>
              <a:gd name="T17" fmla="*/ 442 h 702"/>
              <a:gd name="T18" fmla="*/ 523 w 558"/>
              <a:gd name="T19" fmla="*/ 442 h 702"/>
              <a:gd name="T20" fmla="*/ 470 w 558"/>
              <a:gd name="T21" fmla="*/ 334 h 702"/>
              <a:gd name="T22" fmla="*/ 421 w 558"/>
              <a:gd name="T23" fmla="*/ 81 h 702"/>
              <a:gd name="T24" fmla="*/ 278 w 558"/>
              <a:gd name="T25" fmla="*/ 0 h 702"/>
              <a:gd name="T26" fmla="*/ 138 w 558"/>
              <a:gd name="T27" fmla="*/ 65 h 702"/>
              <a:gd name="T28" fmla="*/ 87 w 558"/>
              <a:gd name="T29" fmla="*/ 334 h 702"/>
              <a:gd name="T30" fmla="*/ 278 w 558"/>
              <a:gd name="T31" fmla="*/ 672 h 702"/>
              <a:gd name="T32" fmla="*/ 233 w 558"/>
              <a:gd name="T33" fmla="*/ 613 h 702"/>
              <a:gd name="T34" fmla="*/ 322 w 558"/>
              <a:gd name="T35" fmla="*/ 628 h 702"/>
              <a:gd name="T36" fmla="*/ 116 w 558"/>
              <a:gd name="T37" fmla="*/ 334 h 702"/>
              <a:gd name="T38" fmla="*/ 116 w 558"/>
              <a:gd name="T39" fmla="*/ 203 h 702"/>
              <a:gd name="T40" fmla="*/ 269 w 558"/>
              <a:gd name="T41" fmla="*/ 29 h 702"/>
              <a:gd name="T42" fmla="*/ 345 w 558"/>
              <a:gd name="T43" fmla="*/ 48 h 702"/>
              <a:gd name="T44" fmla="*/ 441 w 558"/>
              <a:gd name="T45" fmla="*/ 246 h 702"/>
              <a:gd name="T46" fmla="*/ 453 w 558"/>
              <a:gd name="T47" fmla="*/ 393 h 702"/>
              <a:gd name="T48" fmla="*/ 503 w 558"/>
              <a:gd name="T49" fmla="*/ 462 h 702"/>
              <a:gd name="T50" fmla="*/ 526 w 558"/>
              <a:gd name="T51" fmla="*/ 533 h 702"/>
              <a:gd name="T52" fmla="*/ 511 w 558"/>
              <a:gd name="T53" fmla="*/ 584 h 702"/>
              <a:gd name="T54" fmla="*/ 278 w 558"/>
              <a:gd name="T55" fmla="*/ 584 h 702"/>
              <a:gd name="T56" fmla="*/ 44 w 558"/>
              <a:gd name="T57" fmla="*/ 584 h 702"/>
              <a:gd name="T58" fmla="*/ 29 w 558"/>
              <a:gd name="T59" fmla="*/ 533 h 702"/>
              <a:gd name="T60" fmla="*/ 52 w 558"/>
              <a:gd name="T61" fmla="*/ 462 h 702"/>
              <a:gd name="T62" fmla="*/ 116 w 558"/>
              <a:gd name="T63" fmla="*/ 334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8" h="702">
                <a:moveTo>
                  <a:pt x="87" y="334"/>
                </a:moveTo>
                <a:lnTo>
                  <a:pt x="87" y="334"/>
                </a:lnTo>
                <a:cubicBezTo>
                  <a:pt x="87" y="348"/>
                  <a:pt x="84" y="363"/>
                  <a:pt x="76" y="381"/>
                </a:cubicBezTo>
                <a:cubicBezTo>
                  <a:pt x="68" y="399"/>
                  <a:pt x="54" y="418"/>
                  <a:pt x="32" y="442"/>
                </a:cubicBezTo>
                <a:cubicBezTo>
                  <a:pt x="19" y="454"/>
                  <a:pt x="11" y="468"/>
                  <a:pt x="6" y="483"/>
                </a:cubicBezTo>
                <a:cubicBezTo>
                  <a:pt x="1" y="498"/>
                  <a:pt x="0" y="514"/>
                  <a:pt x="0" y="533"/>
                </a:cubicBezTo>
                <a:cubicBezTo>
                  <a:pt x="0" y="544"/>
                  <a:pt x="0" y="558"/>
                  <a:pt x="1" y="572"/>
                </a:cubicBezTo>
                <a:cubicBezTo>
                  <a:pt x="1" y="595"/>
                  <a:pt x="21" y="613"/>
                  <a:pt x="44" y="613"/>
                </a:cubicBezTo>
                <a:cubicBezTo>
                  <a:pt x="204" y="613"/>
                  <a:pt x="204" y="613"/>
                  <a:pt x="204" y="613"/>
                </a:cubicBezTo>
                <a:cubicBezTo>
                  <a:pt x="204" y="628"/>
                  <a:pt x="204" y="628"/>
                  <a:pt x="204" y="628"/>
                </a:cubicBezTo>
                <a:cubicBezTo>
                  <a:pt x="204" y="670"/>
                  <a:pt x="238" y="701"/>
                  <a:pt x="278" y="701"/>
                </a:cubicBezTo>
                <a:cubicBezTo>
                  <a:pt x="319" y="701"/>
                  <a:pt x="352" y="670"/>
                  <a:pt x="352" y="628"/>
                </a:cubicBezTo>
                <a:cubicBezTo>
                  <a:pt x="352" y="613"/>
                  <a:pt x="352" y="613"/>
                  <a:pt x="352" y="613"/>
                </a:cubicBezTo>
                <a:cubicBezTo>
                  <a:pt x="511" y="613"/>
                  <a:pt x="511" y="613"/>
                  <a:pt x="511" y="613"/>
                </a:cubicBezTo>
                <a:cubicBezTo>
                  <a:pt x="535" y="613"/>
                  <a:pt x="554" y="595"/>
                  <a:pt x="555" y="572"/>
                </a:cubicBezTo>
                <a:cubicBezTo>
                  <a:pt x="555" y="558"/>
                  <a:pt x="557" y="544"/>
                  <a:pt x="557" y="533"/>
                </a:cubicBezTo>
                <a:cubicBezTo>
                  <a:pt x="557" y="514"/>
                  <a:pt x="555" y="498"/>
                  <a:pt x="550" y="483"/>
                </a:cubicBezTo>
                <a:cubicBezTo>
                  <a:pt x="546" y="468"/>
                  <a:pt x="537" y="454"/>
                  <a:pt x="523" y="442"/>
                </a:cubicBezTo>
                <a:cubicBezTo>
                  <a:pt x="514" y="451"/>
                  <a:pt x="514" y="451"/>
                  <a:pt x="514" y="451"/>
                </a:cubicBezTo>
                <a:cubicBezTo>
                  <a:pt x="523" y="442"/>
                  <a:pt x="523" y="442"/>
                  <a:pt x="523" y="442"/>
                </a:cubicBezTo>
                <a:cubicBezTo>
                  <a:pt x="501" y="418"/>
                  <a:pt x="488" y="399"/>
                  <a:pt x="481" y="381"/>
                </a:cubicBezTo>
                <a:cubicBezTo>
                  <a:pt x="472" y="363"/>
                  <a:pt x="470" y="348"/>
                  <a:pt x="470" y="334"/>
                </a:cubicBezTo>
                <a:cubicBezTo>
                  <a:pt x="470" y="246"/>
                  <a:pt x="470" y="246"/>
                  <a:pt x="470" y="246"/>
                </a:cubicBezTo>
                <a:cubicBezTo>
                  <a:pt x="470" y="189"/>
                  <a:pt x="453" y="128"/>
                  <a:pt x="421" y="81"/>
                </a:cubicBezTo>
                <a:cubicBezTo>
                  <a:pt x="405" y="58"/>
                  <a:pt x="385" y="37"/>
                  <a:pt x="360" y="23"/>
                </a:cubicBezTo>
                <a:cubicBezTo>
                  <a:pt x="337" y="8"/>
                  <a:pt x="309" y="0"/>
                  <a:pt x="278" y="0"/>
                </a:cubicBezTo>
                <a:cubicBezTo>
                  <a:pt x="275" y="0"/>
                  <a:pt x="271" y="0"/>
                  <a:pt x="267" y="0"/>
                </a:cubicBezTo>
                <a:cubicBezTo>
                  <a:pt x="215" y="3"/>
                  <a:pt x="170" y="29"/>
                  <a:pt x="138" y="65"/>
                </a:cubicBezTo>
                <a:cubicBezTo>
                  <a:pt x="105" y="102"/>
                  <a:pt x="87" y="150"/>
                  <a:pt x="87" y="203"/>
                </a:cubicBezTo>
                <a:lnTo>
                  <a:pt x="87" y="334"/>
                </a:lnTo>
                <a:close/>
                <a:moveTo>
                  <a:pt x="278" y="672"/>
                </a:moveTo>
                <a:lnTo>
                  <a:pt x="278" y="672"/>
                </a:lnTo>
                <a:cubicBezTo>
                  <a:pt x="254" y="672"/>
                  <a:pt x="233" y="653"/>
                  <a:pt x="233" y="628"/>
                </a:cubicBezTo>
                <a:cubicBezTo>
                  <a:pt x="233" y="613"/>
                  <a:pt x="233" y="613"/>
                  <a:pt x="233" y="613"/>
                </a:cubicBezTo>
                <a:cubicBezTo>
                  <a:pt x="322" y="613"/>
                  <a:pt x="322" y="613"/>
                  <a:pt x="322" y="613"/>
                </a:cubicBezTo>
                <a:cubicBezTo>
                  <a:pt x="322" y="628"/>
                  <a:pt x="322" y="628"/>
                  <a:pt x="322" y="628"/>
                </a:cubicBezTo>
                <a:cubicBezTo>
                  <a:pt x="322" y="653"/>
                  <a:pt x="302" y="672"/>
                  <a:pt x="278" y="672"/>
                </a:cubicBezTo>
                <a:close/>
                <a:moveTo>
                  <a:pt x="116" y="334"/>
                </a:moveTo>
                <a:lnTo>
                  <a:pt x="116" y="334"/>
                </a:lnTo>
                <a:cubicBezTo>
                  <a:pt x="116" y="203"/>
                  <a:pt x="116" y="203"/>
                  <a:pt x="116" y="203"/>
                </a:cubicBezTo>
                <a:cubicBezTo>
                  <a:pt x="116" y="159"/>
                  <a:pt x="133" y="116"/>
                  <a:pt x="160" y="84"/>
                </a:cubicBezTo>
                <a:cubicBezTo>
                  <a:pt x="188" y="52"/>
                  <a:pt x="225" y="32"/>
                  <a:pt x="269" y="29"/>
                </a:cubicBezTo>
                <a:cubicBezTo>
                  <a:pt x="272" y="29"/>
                  <a:pt x="275" y="29"/>
                  <a:pt x="278" y="29"/>
                </a:cubicBezTo>
                <a:cubicBezTo>
                  <a:pt x="304" y="29"/>
                  <a:pt x="326" y="36"/>
                  <a:pt x="345" y="48"/>
                </a:cubicBezTo>
                <a:cubicBezTo>
                  <a:pt x="376" y="66"/>
                  <a:pt x="399" y="95"/>
                  <a:pt x="416" y="131"/>
                </a:cubicBezTo>
                <a:cubicBezTo>
                  <a:pt x="431" y="167"/>
                  <a:pt x="441" y="207"/>
                  <a:pt x="441" y="246"/>
                </a:cubicBezTo>
                <a:cubicBezTo>
                  <a:pt x="441" y="334"/>
                  <a:pt x="441" y="334"/>
                  <a:pt x="441" y="334"/>
                </a:cubicBezTo>
                <a:cubicBezTo>
                  <a:pt x="441" y="352"/>
                  <a:pt x="443" y="371"/>
                  <a:pt x="453" y="393"/>
                </a:cubicBezTo>
                <a:cubicBezTo>
                  <a:pt x="463" y="416"/>
                  <a:pt x="479" y="438"/>
                  <a:pt x="503" y="462"/>
                </a:cubicBezTo>
                <a:lnTo>
                  <a:pt x="503" y="462"/>
                </a:lnTo>
                <a:cubicBezTo>
                  <a:pt x="514" y="472"/>
                  <a:pt x="518" y="480"/>
                  <a:pt x="522" y="491"/>
                </a:cubicBezTo>
                <a:cubicBezTo>
                  <a:pt x="525" y="502"/>
                  <a:pt x="526" y="515"/>
                  <a:pt x="526" y="533"/>
                </a:cubicBezTo>
                <a:cubicBezTo>
                  <a:pt x="526" y="544"/>
                  <a:pt x="526" y="556"/>
                  <a:pt x="526" y="570"/>
                </a:cubicBezTo>
                <a:cubicBezTo>
                  <a:pt x="525" y="578"/>
                  <a:pt x="519" y="584"/>
                  <a:pt x="511" y="584"/>
                </a:cubicBezTo>
                <a:cubicBezTo>
                  <a:pt x="337" y="584"/>
                  <a:pt x="337" y="584"/>
                  <a:pt x="337" y="584"/>
                </a:cubicBezTo>
                <a:cubicBezTo>
                  <a:pt x="278" y="584"/>
                  <a:pt x="278" y="584"/>
                  <a:pt x="278" y="584"/>
                </a:cubicBezTo>
                <a:cubicBezTo>
                  <a:pt x="220" y="584"/>
                  <a:pt x="220" y="584"/>
                  <a:pt x="220" y="584"/>
                </a:cubicBezTo>
                <a:cubicBezTo>
                  <a:pt x="44" y="584"/>
                  <a:pt x="44" y="584"/>
                  <a:pt x="44" y="584"/>
                </a:cubicBezTo>
                <a:cubicBezTo>
                  <a:pt x="37" y="584"/>
                  <a:pt x="30" y="578"/>
                  <a:pt x="30" y="570"/>
                </a:cubicBezTo>
                <a:cubicBezTo>
                  <a:pt x="29" y="556"/>
                  <a:pt x="29" y="544"/>
                  <a:pt x="29" y="533"/>
                </a:cubicBezTo>
                <a:cubicBezTo>
                  <a:pt x="29" y="515"/>
                  <a:pt x="30" y="502"/>
                  <a:pt x="33" y="491"/>
                </a:cubicBezTo>
                <a:cubicBezTo>
                  <a:pt x="37" y="480"/>
                  <a:pt x="43" y="472"/>
                  <a:pt x="52" y="462"/>
                </a:cubicBezTo>
                <a:cubicBezTo>
                  <a:pt x="77" y="438"/>
                  <a:pt x="93" y="416"/>
                  <a:pt x="102" y="393"/>
                </a:cubicBezTo>
                <a:cubicBezTo>
                  <a:pt x="112" y="371"/>
                  <a:pt x="116" y="352"/>
                  <a:pt x="116" y="33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547" name="Freeform 454">
            <a:extLst>
              <a:ext uri="{FF2B5EF4-FFF2-40B4-BE49-F238E27FC236}">
                <a16:creationId xmlns:a16="http://schemas.microsoft.com/office/drawing/2014/main" id="{45027387-84FA-910C-E270-AA6779D0E6EA}"/>
              </a:ext>
            </a:extLst>
          </p:cNvPr>
          <p:cNvSpPr>
            <a:spLocks noChangeArrowheads="1"/>
          </p:cNvSpPr>
          <p:nvPr/>
        </p:nvSpPr>
        <p:spPr bwMode="auto">
          <a:xfrm>
            <a:off x="10957445" y="2400721"/>
            <a:ext cx="246063" cy="255588"/>
          </a:xfrm>
          <a:custGeom>
            <a:avLst/>
            <a:gdLst>
              <a:gd name="T0" fmla="*/ 330 w 682"/>
              <a:gd name="T1" fmla="*/ 5 h 709"/>
              <a:gd name="T2" fmla="*/ 330 w 682"/>
              <a:gd name="T3" fmla="*/ 5 h 709"/>
              <a:gd name="T4" fmla="*/ 5 w 682"/>
              <a:gd name="T5" fmla="*/ 330 h 709"/>
              <a:gd name="T6" fmla="*/ 5 w 682"/>
              <a:gd name="T7" fmla="*/ 350 h 709"/>
              <a:gd name="T8" fmla="*/ 26 w 682"/>
              <a:gd name="T9" fmla="*/ 350 h 709"/>
              <a:gd name="T10" fmla="*/ 61 w 682"/>
              <a:gd name="T11" fmla="*/ 316 h 709"/>
              <a:gd name="T12" fmla="*/ 61 w 682"/>
              <a:gd name="T13" fmla="*/ 693 h 709"/>
              <a:gd name="T14" fmla="*/ 65 w 682"/>
              <a:gd name="T15" fmla="*/ 704 h 709"/>
              <a:gd name="T16" fmla="*/ 76 w 682"/>
              <a:gd name="T17" fmla="*/ 708 h 709"/>
              <a:gd name="T18" fmla="*/ 253 w 682"/>
              <a:gd name="T19" fmla="*/ 708 h 709"/>
              <a:gd name="T20" fmla="*/ 262 w 682"/>
              <a:gd name="T21" fmla="*/ 704 h 709"/>
              <a:gd name="T22" fmla="*/ 266 w 682"/>
              <a:gd name="T23" fmla="*/ 693 h 709"/>
              <a:gd name="T24" fmla="*/ 266 w 682"/>
              <a:gd name="T25" fmla="*/ 443 h 709"/>
              <a:gd name="T26" fmla="*/ 414 w 682"/>
              <a:gd name="T27" fmla="*/ 443 h 709"/>
              <a:gd name="T28" fmla="*/ 414 w 682"/>
              <a:gd name="T29" fmla="*/ 693 h 709"/>
              <a:gd name="T30" fmla="*/ 418 w 682"/>
              <a:gd name="T31" fmla="*/ 704 h 709"/>
              <a:gd name="T32" fmla="*/ 429 w 682"/>
              <a:gd name="T33" fmla="*/ 708 h 709"/>
              <a:gd name="T34" fmla="*/ 606 w 682"/>
              <a:gd name="T35" fmla="*/ 708 h 709"/>
              <a:gd name="T36" fmla="*/ 616 w 682"/>
              <a:gd name="T37" fmla="*/ 704 h 709"/>
              <a:gd name="T38" fmla="*/ 620 w 682"/>
              <a:gd name="T39" fmla="*/ 693 h 709"/>
              <a:gd name="T40" fmla="*/ 620 w 682"/>
              <a:gd name="T41" fmla="*/ 316 h 709"/>
              <a:gd name="T42" fmla="*/ 654 w 682"/>
              <a:gd name="T43" fmla="*/ 350 h 709"/>
              <a:gd name="T44" fmla="*/ 675 w 682"/>
              <a:gd name="T45" fmla="*/ 350 h 709"/>
              <a:gd name="T46" fmla="*/ 675 w 682"/>
              <a:gd name="T47" fmla="*/ 330 h 709"/>
              <a:gd name="T48" fmla="*/ 675 w 682"/>
              <a:gd name="T49" fmla="*/ 330 h 709"/>
              <a:gd name="T50" fmla="*/ 351 w 682"/>
              <a:gd name="T51" fmla="*/ 5 h 709"/>
              <a:gd name="T52" fmla="*/ 330 w 682"/>
              <a:gd name="T53" fmla="*/ 5 h 709"/>
              <a:gd name="T54" fmla="*/ 591 w 682"/>
              <a:gd name="T55" fmla="*/ 678 h 709"/>
              <a:gd name="T56" fmla="*/ 591 w 682"/>
              <a:gd name="T57" fmla="*/ 678 h 709"/>
              <a:gd name="T58" fmla="*/ 443 w 682"/>
              <a:gd name="T59" fmla="*/ 678 h 709"/>
              <a:gd name="T60" fmla="*/ 443 w 682"/>
              <a:gd name="T61" fmla="*/ 428 h 709"/>
              <a:gd name="T62" fmla="*/ 439 w 682"/>
              <a:gd name="T63" fmla="*/ 418 h 709"/>
              <a:gd name="T64" fmla="*/ 429 w 682"/>
              <a:gd name="T65" fmla="*/ 413 h 709"/>
              <a:gd name="T66" fmla="*/ 253 w 682"/>
              <a:gd name="T67" fmla="*/ 413 h 709"/>
              <a:gd name="T68" fmla="*/ 241 w 682"/>
              <a:gd name="T69" fmla="*/ 418 h 709"/>
              <a:gd name="T70" fmla="*/ 237 w 682"/>
              <a:gd name="T71" fmla="*/ 428 h 709"/>
              <a:gd name="T72" fmla="*/ 237 w 682"/>
              <a:gd name="T73" fmla="*/ 678 h 709"/>
              <a:gd name="T74" fmla="*/ 90 w 682"/>
              <a:gd name="T75" fmla="*/ 678 h 709"/>
              <a:gd name="T76" fmla="*/ 90 w 682"/>
              <a:gd name="T77" fmla="*/ 287 h 709"/>
              <a:gd name="T78" fmla="*/ 341 w 682"/>
              <a:gd name="T79" fmla="*/ 35 h 709"/>
              <a:gd name="T80" fmla="*/ 591 w 682"/>
              <a:gd name="T81" fmla="*/ 287 h 709"/>
              <a:gd name="T82" fmla="*/ 591 w 682"/>
              <a:gd name="T83" fmla="*/ 678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82" h="709">
                <a:moveTo>
                  <a:pt x="330" y="5"/>
                </a:moveTo>
                <a:lnTo>
                  <a:pt x="330" y="5"/>
                </a:lnTo>
                <a:cubicBezTo>
                  <a:pt x="5" y="330"/>
                  <a:pt x="5" y="330"/>
                  <a:pt x="5" y="330"/>
                </a:cubicBezTo>
                <a:cubicBezTo>
                  <a:pt x="0" y="335"/>
                  <a:pt x="0" y="343"/>
                  <a:pt x="5" y="350"/>
                </a:cubicBezTo>
                <a:cubicBezTo>
                  <a:pt x="11" y="356"/>
                  <a:pt x="20" y="356"/>
                  <a:pt x="26" y="350"/>
                </a:cubicBezTo>
                <a:cubicBezTo>
                  <a:pt x="61" y="316"/>
                  <a:pt x="61" y="316"/>
                  <a:pt x="61" y="316"/>
                </a:cubicBezTo>
                <a:cubicBezTo>
                  <a:pt x="61" y="693"/>
                  <a:pt x="61" y="693"/>
                  <a:pt x="61" y="693"/>
                </a:cubicBezTo>
                <a:cubicBezTo>
                  <a:pt x="61" y="697"/>
                  <a:pt x="62" y="701"/>
                  <a:pt x="65" y="704"/>
                </a:cubicBezTo>
                <a:cubicBezTo>
                  <a:pt x="67" y="707"/>
                  <a:pt x="72" y="708"/>
                  <a:pt x="76" y="708"/>
                </a:cubicBezTo>
                <a:cubicBezTo>
                  <a:pt x="253" y="708"/>
                  <a:pt x="253" y="708"/>
                  <a:pt x="253" y="708"/>
                </a:cubicBezTo>
                <a:cubicBezTo>
                  <a:pt x="255" y="708"/>
                  <a:pt x="259" y="707"/>
                  <a:pt x="262" y="704"/>
                </a:cubicBezTo>
                <a:cubicBezTo>
                  <a:pt x="265" y="701"/>
                  <a:pt x="266" y="697"/>
                  <a:pt x="266" y="693"/>
                </a:cubicBezTo>
                <a:cubicBezTo>
                  <a:pt x="266" y="443"/>
                  <a:pt x="266" y="443"/>
                  <a:pt x="266" y="443"/>
                </a:cubicBezTo>
                <a:cubicBezTo>
                  <a:pt x="414" y="443"/>
                  <a:pt x="414" y="443"/>
                  <a:pt x="414" y="443"/>
                </a:cubicBezTo>
                <a:cubicBezTo>
                  <a:pt x="414" y="693"/>
                  <a:pt x="414" y="693"/>
                  <a:pt x="414" y="693"/>
                </a:cubicBezTo>
                <a:cubicBezTo>
                  <a:pt x="414" y="697"/>
                  <a:pt x="415" y="701"/>
                  <a:pt x="418" y="704"/>
                </a:cubicBezTo>
                <a:cubicBezTo>
                  <a:pt x="421" y="707"/>
                  <a:pt x="425" y="708"/>
                  <a:pt x="429" y="708"/>
                </a:cubicBezTo>
                <a:cubicBezTo>
                  <a:pt x="606" y="708"/>
                  <a:pt x="606" y="708"/>
                  <a:pt x="606" y="708"/>
                </a:cubicBezTo>
                <a:cubicBezTo>
                  <a:pt x="609" y="708"/>
                  <a:pt x="613" y="707"/>
                  <a:pt x="616" y="704"/>
                </a:cubicBezTo>
                <a:cubicBezTo>
                  <a:pt x="619" y="701"/>
                  <a:pt x="620" y="697"/>
                  <a:pt x="620" y="693"/>
                </a:cubicBezTo>
                <a:cubicBezTo>
                  <a:pt x="620" y="316"/>
                  <a:pt x="620" y="316"/>
                  <a:pt x="620" y="316"/>
                </a:cubicBezTo>
                <a:cubicBezTo>
                  <a:pt x="654" y="350"/>
                  <a:pt x="654" y="350"/>
                  <a:pt x="654" y="350"/>
                </a:cubicBezTo>
                <a:cubicBezTo>
                  <a:pt x="660" y="356"/>
                  <a:pt x="670" y="356"/>
                  <a:pt x="675" y="350"/>
                </a:cubicBezTo>
                <a:cubicBezTo>
                  <a:pt x="681" y="343"/>
                  <a:pt x="681" y="335"/>
                  <a:pt x="675" y="330"/>
                </a:cubicBezTo>
                <a:lnTo>
                  <a:pt x="675" y="330"/>
                </a:lnTo>
                <a:cubicBezTo>
                  <a:pt x="351" y="5"/>
                  <a:pt x="351" y="5"/>
                  <a:pt x="351" y="5"/>
                </a:cubicBezTo>
                <a:cubicBezTo>
                  <a:pt x="345" y="0"/>
                  <a:pt x="335" y="0"/>
                  <a:pt x="330" y="5"/>
                </a:cubicBezTo>
                <a:close/>
                <a:moveTo>
                  <a:pt x="591" y="678"/>
                </a:moveTo>
                <a:lnTo>
                  <a:pt x="591" y="678"/>
                </a:lnTo>
                <a:cubicBezTo>
                  <a:pt x="443" y="678"/>
                  <a:pt x="443" y="678"/>
                  <a:pt x="443" y="678"/>
                </a:cubicBezTo>
                <a:cubicBezTo>
                  <a:pt x="443" y="428"/>
                  <a:pt x="443" y="428"/>
                  <a:pt x="443" y="428"/>
                </a:cubicBezTo>
                <a:cubicBezTo>
                  <a:pt x="443" y="424"/>
                  <a:pt x="442" y="421"/>
                  <a:pt x="439" y="418"/>
                </a:cubicBezTo>
                <a:cubicBezTo>
                  <a:pt x="436" y="415"/>
                  <a:pt x="432" y="413"/>
                  <a:pt x="429" y="413"/>
                </a:cubicBezTo>
                <a:cubicBezTo>
                  <a:pt x="253" y="413"/>
                  <a:pt x="253" y="413"/>
                  <a:pt x="253" y="413"/>
                </a:cubicBezTo>
                <a:cubicBezTo>
                  <a:pt x="248" y="413"/>
                  <a:pt x="244" y="415"/>
                  <a:pt x="241" y="418"/>
                </a:cubicBezTo>
                <a:cubicBezTo>
                  <a:pt x="239" y="419"/>
                  <a:pt x="237" y="424"/>
                  <a:pt x="237" y="428"/>
                </a:cubicBezTo>
                <a:cubicBezTo>
                  <a:pt x="237" y="678"/>
                  <a:pt x="237" y="678"/>
                  <a:pt x="237" y="678"/>
                </a:cubicBezTo>
                <a:cubicBezTo>
                  <a:pt x="90" y="678"/>
                  <a:pt x="90" y="678"/>
                  <a:pt x="90" y="678"/>
                </a:cubicBezTo>
                <a:cubicBezTo>
                  <a:pt x="90" y="287"/>
                  <a:pt x="90" y="287"/>
                  <a:pt x="90" y="287"/>
                </a:cubicBezTo>
                <a:cubicBezTo>
                  <a:pt x="341" y="35"/>
                  <a:pt x="341" y="35"/>
                  <a:pt x="341" y="35"/>
                </a:cubicBezTo>
                <a:cubicBezTo>
                  <a:pt x="591" y="287"/>
                  <a:pt x="591" y="287"/>
                  <a:pt x="591" y="287"/>
                </a:cubicBezTo>
                <a:lnTo>
                  <a:pt x="591" y="678"/>
                </a:lnTo>
                <a:close/>
              </a:path>
            </a:pathLst>
          </a:custGeom>
          <a:solidFill>
            <a:schemeClr val="accent4"/>
          </a:solidFill>
          <a:ln>
            <a:noFill/>
          </a:ln>
          <a:effectLst/>
        </p:spPr>
        <p:txBody>
          <a:bodyPr wrap="none" anchor="ctr"/>
          <a:lstStyle/>
          <a:p>
            <a:endParaRPr lang="da-DK">
              <a:solidFill>
                <a:schemeClr val="tx2"/>
              </a:solidFill>
            </a:endParaRPr>
          </a:p>
        </p:txBody>
      </p:sp>
      <p:grpSp>
        <p:nvGrpSpPr>
          <p:cNvPr id="548" name="Group 550">
            <a:extLst>
              <a:ext uri="{FF2B5EF4-FFF2-40B4-BE49-F238E27FC236}">
                <a16:creationId xmlns:a16="http://schemas.microsoft.com/office/drawing/2014/main" id="{000398B8-0DDB-B4DA-0B08-DF72BC931C15}"/>
              </a:ext>
            </a:extLst>
          </p:cNvPr>
          <p:cNvGrpSpPr/>
          <p:nvPr/>
        </p:nvGrpSpPr>
        <p:grpSpPr>
          <a:xfrm>
            <a:off x="10968558" y="879896"/>
            <a:ext cx="190500" cy="255588"/>
            <a:chOff x="9812338" y="1177925"/>
            <a:chExt cx="190500" cy="255588"/>
          </a:xfrm>
          <a:solidFill>
            <a:schemeClr val="accent4"/>
          </a:solidFill>
        </p:grpSpPr>
        <p:sp>
          <p:nvSpPr>
            <p:cNvPr id="549" name="Freeform 455">
              <a:extLst>
                <a:ext uri="{FF2B5EF4-FFF2-40B4-BE49-F238E27FC236}">
                  <a16:creationId xmlns:a16="http://schemas.microsoft.com/office/drawing/2014/main" id="{896A5EB7-EF58-3FE9-2BA8-718DD66754AF}"/>
                </a:ext>
              </a:extLst>
            </p:cNvPr>
            <p:cNvSpPr>
              <a:spLocks noChangeArrowheads="1"/>
            </p:cNvSpPr>
            <p:nvPr/>
          </p:nvSpPr>
          <p:spPr bwMode="auto">
            <a:xfrm>
              <a:off x="9812338" y="1177925"/>
              <a:ext cx="190500" cy="255588"/>
            </a:xfrm>
            <a:custGeom>
              <a:avLst/>
              <a:gdLst>
                <a:gd name="T0" fmla="*/ 13 w 531"/>
                <a:gd name="T1" fmla="*/ 707 h 708"/>
                <a:gd name="T2" fmla="*/ 13 w 531"/>
                <a:gd name="T3" fmla="*/ 707 h 708"/>
                <a:gd name="T4" fmla="*/ 132 w 531"/>
                <a:gd name="T5" fmla="*/ 707 h 708"/>
                <a:gd name="T6" fmla="*/ 515 w 531"/>
                <a:gd name="T7" fmla="*/ 707 h 708"/>
                <a:gd name="T8" fmla="*/ 524 w 531"/>
                <a:gd name="T9" fmla="*/ 703 h 708"/>
                <a:gd name="T10" fmla="*/ 530 w 531"/>
                <a:gd name="T11" fmla="*/ 692 h 708"/>
                <a:gd name="T12" fmla="*/ 530 w 531"/>
                <a:gd name="T13" fmla="*/ 663 h 708"/>
                <a:gd name="T14" fmla="*/ 530 w 531"/>
                <a:gd name="T15" fmla="*/ 73 h 708"/>
                <a:gd name="T16" fmla="*/ 524 w 531"/>
                <a:gd name="T17" fmla="*/ 64 h 708"/>
                <a:gd name="T18" fmla="*/ 515 w 531"/>
                <a:gd name="T19" fmla="*/ 58 h 708"/>
                <a:gd name="T20" fmla="*/ 410 w 531"/>
                <a:gd name="T21" fmla="*/ 58 h 708"/>
                <a:gd name="T22" fmla="*/ 338 w 531"/>
                <a:gd name="T23" fmla="*/ 0 h 708"/>
                <a:gd name="T24" fmla="*/ 190 w 531"/>
                <a:gd name="T25" fmla="*/ 0 h 708"/>
                <a:gd name="T26" fmla="*/ 118 w 531"/>
                <a:gd name="T27" fmla="*/ 58 h 708"/>
                <a:gd name="T28" fmla="*/ 13 w 531"/>
                <a:gd name="T29" fmla="*/ 58 h 708"/>
                <a:gd name="T30" fmla="*/ 4 w 531"/>
                <a:gd name="T31" fmla="*/ 64 h 708"/>
                <a:gd name="T32" fmla="*/ 0 w 531"/>
                <a:gd name="T33" fmla="*/ 73 h 708"/>
                <a:gd name="T34" fmla="*/ 0 w 531"/>
                <a:gd name="T35" fmla="*/ 576 h 708"/>
                <a:gd name="T36" fmla="*/ 0 w 531"/>
                <a:gd name="T37" fmla="*/ 692 h 708"/>
                <a:gd name="T38" fmla="*/ 4 w 531"/>
                <a:gd name="T39" fmla="*/ 703 h 708"/>
                <a:gd name="T40" fmla="*/ 13 w 531"/>
                <a:gd name="T41" fmla="*/ 707 h 708"/>
                <a:gd name="T42" fmla="*/ 190 w 531"/>
                <a:gd name="T43" fmla="*/ 29 h 708"/>
                <a:gd name="T44" fmla="*/ 190 w 531"/>
                <a:gd name="T45" fmla="*/ 29 h 708"/>
                <a:gd name="T46" fmla="*/ 338 w 531"/>
                <a:gd name="T47" fmla="*/ 29 h 708"/>
                <a:gd name="T48" fmla="*/ 382 w 531"/>
                <a:gd name="T49" fmla="*/ 73 h 708"/>
                <a:gd name="T50" fmla="*/ 382 w 531"/>
                <a:gd name="T51" fmla="*/ 88 h 708"/>
                <a:gd name="T52" fmla="*/ 146 w 531"/>
                <a:gd name="T53" fmla="*/ 88 h 708"/>
                <a:gd name="T54" fmla="*/ 146 w 531"/>
                <a:gd name="T55" fmla="*/ 73 h 708"/>
                <a:gd name="T56" fmla="*/ 190 w 531"/>
                <a:gd name="T57" fmla="*/ 29 h 708"/>
                <a:gd name="T58" fmla="*/ 29 w 531"/>
                <a:gd name="T59" fmla="*/ 576 h 708"/>
                <a:gd name="T60" fmla="*/ 29 w 531"/>
                <a:gd name="T61" fmla="*/ 576 h 708"/>
                <a:gd name="T62" fmla="*/ 29 w 531"/>
                <a:gd name="T63" fmla="*/ 88 h 708"/>
                <a:gd name="T64" fmla="*/ 117 w 531"/>
                <a:gd name="T65" fmla="*/ 88 h 708"/>
                <a:gd name="T66" fmla="*/ 117 w 531"/>
                <a:gd name="T67" fmla="*/ 102 h 708"/>
                <a:gd name="T68" fmla="*/ 121 w 531"/>
                <a:gd name="T69" fmla="*/ 113 h 708"/>
                <a:gd name="T70" fmla="*/ 132 w 531"/>
                <a:gd name="T71" fmla="*/ 117 h 708"/>
                <a:gd name="T72" fmla="*/ 397 w 531"/>
                <a:gd name="T73" fmla="*/ 117 h 708"/>
                <a:gd name="T74" fmla="*/ 407 w 531"/>
                <a:gd name="T75" fmla="*/ 113 h 708"/>
                <a:gd name="T76" fmla="*/ 411 w 531"/>
                <a:gd name="T77" fmla="*/ 102 h 708"/>
                <a:gd name="T78" fmla="*/ 411 w 531"/>
                <a:gd name="T79" fmla="*/ 88 h 708"/>
                <a:gd name="T80" fmla="*/ 500 w 531"/>
                <a:gd name="T81" fmla="*/ 88 h 708"/>
                <a:gd name="T82" fmla="*/ 500 w 531"/>
                <a:gd name="T83" fmla="*/ 663 h 708"/>
                <a:gd name="T84" fmla="*/ 500 w 531"/>
                <a:gd name="T85" fmla="*/ 677 h 708"/>
                <a:gd name="T86" fmla="*/ 132 w 531"/>
                <a:gd name="T87" fmla="*/ 677 h 708"/>
                <a:gd name="T88" fmla="*/ 29 w 531"/>
                <a:gd name="T89" fmla="*/ 677 h 708"/>
                <a:gd name="T90" fmla="*/ 29 w 531"/>
                <a:gd name="T91" fmla="*/ 57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8">
                  <a:moveTo>
                    <a:pt x="13" y="707"/>
                  </a:moveTo>
                  <a:lnTo>
                    <a:pt x="13" y="707"/>
                  </a:lnTo>
                  <a:cubicBezTo>
                    <a:pt x="132" y="707"/>
                    <a:pt x="132" y="707"/>
                    <a:pt x="132" y="707"/>
                  </a:cubicBezTo>
                  <a:cubicBezTo>
                    <a:pt x="515" y="707"/>
                    <a:pt x="515" y="707"/>
                    <a:pt x="515" y="707"/>
                  </a:cubicBezTo>
                  <a:cubicBezTo>
                    <a:pt x="519" y="707"/>
                    <a:pt x="522" y="706"/>
                    <a:pt x="524" y="703"/>
                  </a:cubicBezTo>
                  <a:cubicBezTo>
                    <a:pt x="527" y="700"/>
                    <a:pt x="530" y="696"/>
                    <a:pt x="530" y="692"/>
                  </a:cubicBezTo>
                  <a:cubicBezTo>
                    <a:pt x="530" y="663"/>
                    <a:pt x="530" y="663"/>
                    <a:pt x="530" y="663"/>
                  </a:cubicBezTo>
                  <a:cubicBezTo>
                    <a:pt x="530" y="73"/>
                    <a:pt x="530" y="73"/>
                    <a:pt x="530" y="73"/>
                  </a:cubicBezTo>
                  <a:cubicBezTo>
                    <a:pt x="530" y="69"/>
                    <a:pt x="527" y="65"/>
                    <a:pt x="524" y="64"/>
                  </a:cubicBezTo>
                  <a:cubicBezTo>
                    <a:pt x="522" y="61"/>
                    <a:pt x="519" y="58"/>
                    <a:pt x="515" y="58"/>
                  </a:cubicBezTo>
                  <a:cubicBezTo>
                    <a:pt x="410" y="58"/>
                    <a:pt x="410" y="58"/>
                    <a:pt x="410" y="58"/>
                  </a:cubicBezTo>
                  <a:cubicBezTo>
                    <a:pt x="403" y="25"/>
                    <a:pt x="374" y="0"/>
                    <a:pt x="338" y="0"/>
                  </a:cubicBezTo>
                  <a:cubicBezTo>
                    <a:pt x="190" y="0"/>
                    <a:pt x="190" y="0"/>
                    <a:pt x="190" y="0"/>
                  </a:cubicBezTo>
                  <a:cubicBezTo>
                    <a:pt x="154" y="0"/>
                    <a:pt x="125" y="25"/>
                    <a:pt x="118" y="58"/>
                  </a:cubicBezTo>
                  <a:cubicBezTo>
                    <a:pt x="13" y="58"/>
                    <a:pt x="13" y="58"/>
                    <a:pt x="13" y="58"/>
                  </a:cubicBezTo>
                  <a:cubicBezTo>
                    <a:pt x="9" y="58"/>
                    <a:pt x="6" y="61"/>
                    <a:pt x="4" y="64"/>
                  </a:cubicBezTo>
                  <a:cubicBezTo>
                    <a:pt x="1" y="65"/>
                    <a:pt x="0" y="69"/>
                    <a:pt x="0" y="73"/>
                  </a:cubicBezTo>
                  <a:cubicBezTo>
                    <a:pt x="0" y="576"/>
                    <a:pt x="0" y="576"/>
                    <a:pt x="0" y="576"/>
                  </a:cubicBezTo>
                  <a:cubicBezTo>
                    <a:pt x="0" y="692"/>
                    <a:pt x="0" y="692"/>
                    <a:pt x="0" y="692"/>
                  </a:cubicBezTo>
                  <a:cubicBezTo>
                    <a:pt x="0" y="696"/>
                    <a:pt x="1" y="700"/>
                    <a:pt x="4" y="703"/>
                  </a:cubicBezTo>
                  <a:cubicBezTo>
                    <a:pt x="6" y="706"/>
                    <a:pt x="9" y="707"/>
                    <a:pt x="13" y="707"/>
                  </a:cubicBezTo>
                  <a:close/>
                  <a:moveTo>
                    <a:pt x="190" y="29"/>
                  </a:moveTo>
                  <a:lnTo>
                    <a:pt x="190" y="29"/>
                  </a:lnTo>
                  <a:cubicBezTo>
                    <a:pt x="338" y="29"/>
                    <a:pt x="338" y="29"/>
                    <a:pt x="338" y="29"/>
                  </a:cubicBezTo>
                  <a:cubicBezTo>
                    <a:pt x="363" y="29"/>
                    <a:pt x="382" y="48"/>
                    <a:pt x="382" y="73"/>
                  </a:cubicBezTo>
                  <a:cubicBezTo>
                    <a:pt x="382" y="88"/>
                    <a:pt x="382" y="88"/>
                    <a:pt x="382" y="88"/>
                  </a:cubicBezTo>
                  <a:cubicBezTo>
                    <a:pt x="146" y="88"/>
                    <a:pt x="146" y="88"/>
                    <a:pt x="146" y="88"/>
                  </a:cubicBezTo>
                  <a:cubicBezTo>
                    <a:pt x="146" y="73"/>
                    <a:pt x="146" y="73"/>
                    <a:pt x="146" y="73"/>
                  </a:cubicBezTo>
                  <a:cubicBezTo>
                    <a:pt x="146" y="48"/>
                    <a:pt x="167" y="29"/>
                    <a:pt x="190" y="29"/>
                  </a:cubicBezTo>
                  <a:close/>
                  <a:moveTo>
                    <a:pt x="29" y="576"/>
                  </a:moveTo>
                  <a:lnTo>
                    <a:pt x="29" y="576"/>
                  </a:lnTo>
                  <a:cubicBezTo>
                    <a:pt x="29" y="88"/>
                    <a:pt x="29" y="88"/>
                    <a:pt x="29" y="88"/>
                  </a:cubicBezTo>
                  <a:cubicBezTo>
                    <a:pt x="117" y="88"/>
                    <a:pt x="117" y="88"/>
                    <a:pt x="117" y="88"/>
                  </a:cubicBezTo>
                  <a:cubicBezTo>
                    <a:pt x="117" y="102"/>
                    <a:pt x="117" y="102"/>
                    <a:pt x="117" y="102"/>
                  </a:cubicBezTo>
                  <a:cubicBezTo>
                    <a:pt x="117" y="106"/>
                    <a:pt x="118" y="110"/>
                    <a:pt x="121" y="113"/>
                  </a:cubicBezTo>
                  <a:cubicBezTo>
                    <a:pt x="124" y="116"/>
                    <a:pt x="128" y="117"/>
                    <a:pt x="132" y="117"/>
                  </a:cubicBezTo>
                  <a:cubicBezTo>
                    <a:pt x="397" y="117"/>
                    <a:pt x="397" y="117"/>
                    <a:pt x="397" y="117"/>
                  </a:cubicBezTo>
                  <a:cubicBezTo>
                    <a:pt x="400" y="117"/>
                    <a:pt x="404" y="116"/>
                    <a:pt x="407" y="113"/>
                  </a:cubicBezTo>
                  <a:cubicBezTo>
                    <a:pt x="410" y="110"/>
                    <a:pt x="411" y="106"/>
                    <a:pt x="411" y="102"/>
                  </a:cubicBezTo>
                  <a:cubicBezTo>
                    <a:pt x="411" y="88"/>
                    <a:pt x="411" y="88"/>
                    <a:pt x="411" y="88"/>
                  </a:cubicBezTo>
                  <a:cubicBezTo>
                    <a:pt x="500" y="88"/>
                    <a:pt x="500" y="88"/>
                    <a:pt x="500" y="88"/>
                  </a:cubicBezTo>
                  <a:cubicBezTo>
                    <a:pt x="500" y="663"/>
                    <a:pt x="500" y="663"/>
                    <a:pt x="500" y="663"/>
                  </a:cubicBezTo>
                  <a:cubicBezTo>
                    <a:pt x="500" y="677"/>
                    <a:pt x="500" y="677"/>
                    <a:pt x="500" y="677"/>
                  </a:cubicBezTo>
                  <a:cubicBezTo>
                    <a:pt x="132" y="677"/>
                    <a:pt x="132" y="677"/>
                    <a:pt x="132" y="677"/>
                  </a:cubicBezTo>
                  <a:cubicBezTo>
                    <a:pt x="29" y="677"/>
                    <a:pt x="29" y="677"/>
                    <a:pt x="29" y="677"/>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0" name="Freeform 456">
              <a:extLst>
                <a:ext uri="{FF2B5EF4-FFF2-40B4-BE49-F238E27FC236}">
                  <a16:creationId xmlns:a16="http://schemas.microsoft.com/office/drawing/2014/main" id="{312A5647-362C-CF52-074C-1E4021842649}"/>
                </a:ext>
              </a:extLst>
            </p:cNvPr>
            <p:cNvSpPr>
              <a:spLocks noChangeArrowheads="1"/>
            </p:cNvSpPr>
            <p:nvPr/>
          </p:nvSpPr>
          <p:spPr bwMode="auto">
            <a:xfrm>
              <a:off x="9834563" y="1263650"/>
              <a:ext cx="60325" cy="41275"/>
            </a:xfrm>
            <a:custGeom>
              <a:avLst/>
              <a:gdLst>
                <a:gd name="T0" fmla="*/ 70 w 169"/>
                <a:gd name="T1" fmla="*/ 114 h 115"/>
                <a:gd name="T2" fmla="*/ 70 w 169"/>
                <a:gd name="T3" fmla="*/ 114 h 115"/>
                <a:gd name="T4" fmla="*/ 80 w 169"/>
                <a:gd name="T5" fmla="*/ 109 h 115"/>
                <a:gd name="T6" fmla="*/ 168 w 169"/>
                <a:gd name="T7" fmla="*/ 21 h 115"/>
                <a:gd name="T8" fmla="*/ 147 w 169"/>
                <a:gd name="T9" fmla="*/ 0 h 115"/>
                <a:gd name="T10" fmla="*/ 70 w 169"/>
                <a:gd name="T11" fmla="*/ 78 h 115"/>
                <a:gd name="T12" fmla="*/ 20 w 169"/>
                <a:gd name="T13" fmla="*/ 29 h 115"/>
                <a:gd name="T14" fmla="*/ 0 w 169"/>
                <a:gd name="T15" fmla="*/ 50 h 115"/>
                <a:gd name="T16" fmla="*/ 0 w 169"/>
                <a:gd name="T17" fmla="*/ 50 h 115"/>
                <a:gd name="T18" fmla="*/ 59 w 169"/>
                <a:gd name="T19" fmla="*/ 109 h 115"/>
                <a:gd name="T20" fmla="*/ 70 w 169"/>
                <a:gd name="T21" fmla="*/ 114 h 1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5">
                  <a:moveTo>
                    <a:pt x="70" y="114"/>
                  </a:moveTo>
                  <a:lnTo>
                    <a:pt x="70" y="114"/>
                  </a:lnTo>
                  <a:cubicBezTo>
                    <a:pt x="73" y="114"/>
                    <a:pt x="77" y="112"/>
                    <a:pt x="80" y="109"/>
                  </a:cubicBezTo>
                  <a:cubicBezTo>
                    <a:pt x="168" y="21"/>
                    <a:pt x="168" y="21"/>
                    <a:pt x="168" y="21"/>
                  </a:cubicBezTo>
                  <a:cubicBezTo>
                    <a:pt x="147" y="0"/>
                    <a:pt x="147" y="0"/>
                    <a:pt x="147" y="0"/>
                  </a:cubicBezTo>
                  <a:cubicBezTo>
                    <a:pt x="70" y="78"/>
                    <a:pt x="70" y="78"/>
                    <a:pt x="70" y="78"/>
                  </a:cubicBezTo>
                  <a:cubicBezTo>
                    <a:pt x="20" y="29"/>
                    <a:pt x="20" y="29"/>
                    <a:pt x="20" y="29"/>
                  </a:cubicBezTo>
                  <a:cubicBezTo>
                    <a:pt x="0" y="50"/>
                    <a:pt x="0" y="50"/>
                    <a:pt x="0" y="50"/>
                  </a:cubicBezTo>
                  <a:lnTo>
                    <a:pt x="0" y="50"/>
                  </a:lnTo>
                  <a:cubicBezTo>
                    <a:pt x="59" y="109"/>
                    <a:pt x="59" y="109"/>
                    <a:pt x="59" y="109"/>
                  </a:cubicBezTo>
                  <a:cubicBezTo>
                    <a:pt x="62" y="112"/>
                    <a:pt x="66" y="114"/>
                    <a:pt x="70"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1" name="Freeform 457">
              <a:extLst>
                <a:ext uri="{FF2B5EF4-FFF2-40B4-BE49-F238E27FC236}">
                  <a16:creationId xmlns:a16="http://schemas.microsoft.com/office/drawing/2014/main" id="{13D7CE94-4F61-9CAA-094F-D477311EED7F}"/>
                </a:ext>
              </a:extLst>
            </p:cNvPr>
            <p:cNvSpPr>
              <a:spLocks noChangeArrowheads="1"/>
            </p:cNvSpPr>
            <p:nvPr/>
          </p:nvSpPr>
          <p:spPr bwMode="auto">
            <a:xfrm>
              <a:off x="9834563" y="1327150"/>
              <a:ext cx="60325" cy="41275"/>
            </a:xfrm>
            <a:custGeom>
              <a:avLst/>
              <a:gdLst>
                <a:gd name="T0" fmla="*/ 80 w 169"/>
                <a:gd name="T1" fmla="*/ 109 h 114"/>
                <a:gd name="T2" fmla="*/ 80 w 169"/>
                <a:gd name="T3" fmla="*/ 109 h 114"/>
                <a:gd name="T4" fmla="*/ 168 w 169"/>
                <a:gd name="T5" fmla="*/ 21 h 114"/>
                <a:gd name="T6" fmla="*/ 147 w 169"/>
                <a:gd name="T7" fmla="*/ 0 h 114"/>
                <a:gd name="T8" fmla="*/ 70 w 169"/>
                <a:gd name="T9" fmla="*/ 77 h 114"/>
                <a:gd name="T10" fmla="*/ 20 w 169"/>
                <a:gd name="T11" fmla="*/ 29 h 114"/>
                <a:gd name="T12" fmla="*/ 0 w 169"/>
                <a:gd name="T13" fmla="*/ 50 h 114"/>
                <a:gd name="T14" fmla="*/ 0 w 169"/>
                <a:gd name="T15" fmla="*/ 50 h 114"/>
                <a:gd name="T16" fmla="*/ 59 w 169"/>
                <a:gd name="T17" fmla="*/ 109 h 114"/>
                <a:gd name="T18" fmla="*/ 70 w 169"/>
                <a:gd name="T19" fmla="*/ 113 h 114"/>
                <a:gd name="T20" fmla="*/ 80 w 169"/>
                <a:gd name="T21" fmla="*/ 109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69" h="114">
                  <a:moveTo>
                    <a:pt x="80" y="109"/>
                  </a:moveTo>
                  <a:lnTo>
                    <a:pt x="80" y="109"/>
                  </a:lnTo>
                  <a:cubicBezTo>
                    <a:pt x="168" y="21"/>
                    <a:pt x="168" y="21"/>
                    <a:pt x="168" y="21"/>
                  </a:cubicBezTo>
                  <a:cubicBezTo>
                    <a:pt x="147" y="0"/>
                    <a:pt x="147" y="0"/>
                    <a:pt x="147" y="0"/>
                  </a:cubicBezTo>
                  <a:cubicBezTo>
                    <a:pt x="70" y="77"/>
                    <a:pt x="70" y="77"/>
                    <a:pt x="70" y="77"/>
                  </a:cubicBezTo>
                  <a:cubicBezTo>
                    <a:pt x="20" y="29"/>
                    <a:pt x="20" y="29"/>
                    <a:pt x="20" y="29"/>
                  </a:cubicBezTo>
                  <a:cubicBezTo>
                    <a:pt x="0" y="50"/>
                    <a:pt x="0" y="50"/>
                    <a:pt x="0" y="50"/>
                  </a:cubicBezTo>
                  <a:lnTo>
                    <a:pt x="0" y="50"/>
                  </a:lnTo>
                  <a:cubicBezTo>
                    <a:pt x="59" y="109"/>
                    <a:pt x="59" y="109"/>
                    <a:pt x="59" y="109"/>
                  </a:cubicBezTo>
                  <a:cubicBezTo>
                    <a:pt x="62" y="112"/>
                    <a:pt x="66" y="113"/>
                    <a:pt x="70" y="113"/>
                  </a:cubicBezTo>
                  <a:cubicBezTo>
                    <a:pt x="73" y="113"/>
                    <a:pt x="77" y="112"/>
                    <a:pt x="80" y="1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2" name="Freeform 458">
              <a:extLst>
                <a:ext uri="{FF2B5EF4-FFF2-40B4-BE49-F238E27FC236}">
                  <a16:creationId xmlns:a16="http://schemas.microsoft.com/office/drawing/2014/main" id="{A4D84E33-A6BE-A50B-721C-592E05FF2437}"/>
                </a:ext>
              </a:extLst>
            </p:cNvPr>
            <p:cNvSpPr>
              <a:spLocks noChangeArrowheads="1"/>
            </p:cNvSpPr>
            <p:nvPr/>
          </p:nvSpPr>
          <p:spPr bwMode="auto">
            <a:xfrm>
              <a:off x="9912350" y="1282700"/>
              <a:ext cx="63500" cy="11113"/>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4"/>
                    <a:pt x="176" y="15"/>
                  </a:cubicBezTo>
                  <a:cubicBezTo>
                    <a:pt x="176" y="7"/>
                    <a:pt x="169" y="0"/>
                    <a:pt x="163" y="0"/>
                  </a:cubicBezTo>
                  <a:cubicBezTo>
                    <a:pt x="15" y="0"/>
                    <a:pt x="15" y="0"/>
                    <a:pt x="15" y="0"/>
                  </a:cubicBezTo>
                  <a:cubicBezTo>
                    <a:pt x="6" y="0"/>
                    <a:pt x="0" y="7"/>
                    <a:pt x="0" y="15"/>
                  </a:cubicBezTo>
                  <a:cubicBezTo>
                    <a:pt x="0" y="24"/>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3" name="Freeform 459">
              <a:extLst>
                <a:ext uri="{FF2B5EF4-FFF2-40B4-BE49-F238E27FC236}">
                  <a16:creationId xmlns:a16="http://schemas.microsoft.com/office/drawing/2014/main" id="{F48585DF-B65B-D7ED-30D1-ADDDF8DEBEE1}"/>
                </a:ext>
              </a:extLst>
            </p:cNvPr>
            <p:cNvSpPr>
              <a:spLocks noChangeArrowheads="1"/>
            </p:cNvSpPr>
            <p:nvPr/>
          </p:nvSpPr>
          <p:spPr bwMode="auto">
            <a:xfrm>
              <a:off x="9912350" y="1347788"/>
              <a:ext cx="63500" cy="11112"/>
            </a:xfrm>
            <a:custGeom>
              <a:avLst/>
              <a:gdLst>
                <a:gd name="T0" fmla="*/ 15 w 177"/>
                <a:gd name="T1" fmla="*/ 29 h 30"/>
                <a:gd name="T2" fmla="*/ 15 w 177"/>
                <a:gd name="T3" fmla="*/ 29 h 30"/>
                <a:gd name="T4" fmla="*/ 163 w 177"/>
                <a:gd name="T5" fmla="*/ 29 h 30"/>
                <a:gd name="T6" fmla="*/ 176 w 177"/>
                <a:gd name="T7" fmla="*/ 15 h 30"/>
                <a:gd name="T8" fmla="*/ 163 w 177"/>
                <a:gd name="T9" fmla="*/ 0 h 30"/>
                <a:gd name="T10" fmla="*/ 15 w 177"/>
                <a:gd name="T11" fmla="*/ 0 h 30"/>
                <a:gd name="T12" fmla="*/ 0 w 177"/>
                <a:gd name="T13" fmla="*/ 15 h 30"/>
                <a:gd name="T14" fmla="*/ 15 w 17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7" h="30">
                  <a:moveTo>
                    <a:pt x="15" y="29"/>
                  </a:moveTo>
                  <a:lnTo>
                    <a:pt x="15" y="29"/>
                  </a:lnTo>
                  <a:cubicBezTo>
                    <a:pt x="163" y="29"/>
                    <a:pt x="163" y="29"/>
                    <a:pt x="163" y="29"/>
                  </a:cubicBezTo>
                  <a:cubicBezTo>
                    <a:pt x="169" y="29"/>
                    <a:pt x="176" y="23"/>
                    <a:pt x="176" y="15"/>
                  </a:cubicBezTo>
                  <a:cubicBezTo>
                    <a:pt x="176" y="7"/>
                    <a:pt x="169" y="0"/>
                    <a:pt x="163" y="0"/>
                  </a:cubicBezTo>
                  <a:cubicBezTo>
                    <a:pt x="15" y="0"/>
                    <a:pt x="15" y="0"/>
                    <a:pt x="15" y="0"/>
                  </a:cubicBezTo>
                  <a:cubicBezTo>
                    <a:pt x="6" y="0"/>
                    <a:pt x="0" y="7"/>
                    <a:pt x="0" y="15"/>
                  </a:cubicBezTo>
                  <a:cubicBezTo>
                    <a:pt x="0" y="23"/>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4" name="Group 556">
            <a:extLst>
              <a:ext uri="{FF2B5EF4-FFF2-40B4-BE49-F238E27FC236}">
                <a16:creationId xmlns:a16="http://schemas.microsoft.com/office/drawing/2014/main" id="{45903CB9-0936-37E1-78C6-0DE45D48D712}"/>
              </a:ext>
            </a:extLst>
          </p:cNvPr>
          <p:cNvGrpSpPr/>
          <p:nvPr/>
        </p:nvGrpSpPr>
        <p:grpSpPr>
          <a:xfrm>
            <a:off x="10968558" y="1888753"/>
            <a:ext cx="190500" cy="255588"/>
            <a:chOff x="9812338" y="2190750"/>
            <a:chExt cx="190500" cy="255588"/>
          </a:xfrm>
          <a:solidFill>
            <a:schemeClr val="accent4"/>
          </a:solidFill>
        </p:grpSpPr>
        <p:sp>
          <p:nvSpPr>
            <p:cNvPr id="555" name="Freeform 460">
              <a:extLst>
                <a:ext uri="{FF2B5EF4-FFF2-40B4-BE49-F238E27FC236}">
                  <a16:creationId xmlns:a16="http://schemas.microsoft.com/office/drawing/2014/main" id="{7F31B066-E748-16BD-AA12-0C1F26D28F95}"/>
                </a:ext>
              </a:extLst>
            </p:cNvPr>
            <p:cNvSpPr>
              <a:spLocks noChangeArrowheads="1"/>
            </p:cNvSpPr>
            <p:nvPr/>
          </p:nvSpPr>
          <p:spPr bwMode="auto">
            <a:xfrm>
              <a:off x="9812338" y="2190750"/>
              <a:ext cx="190500" cy="255588"/>
            </a:xfrm>
            <a:custGeom>
              <a:avLst/>
              <a:gdLst>
                <a:gd name="T0" fmla="*/ 132 w 531"/>
                <a:gd name="T1" fmla="*/ 708 h 709"/>
                <a:gd name="T2" fmla="*/ 132 w 531"/>
                <a:gd name="T3" fmla="*/ 708 h 709"/>
                <a:gd name="T4" fmla="*/ 515 w 531"/>
                <a:gd name="T5" fmla="*/ 708 h 709"/>
                <a:gd name="T6" fmla="*/ 524 w 531"/>
                <a:gd name="T7" fmla="*/ 703 h 709"/>
                <a:gd name="T8" fmla="*/ 530 w 531"/>
                <a:gd name="T9" fmla="*/ 692 h 709"/>
                <a:gd name="T10" fmla="*/ 530 w 531"/>
                <a:gd name="T11" fmla="*/ 663 h 709"/>
                <a:gd name="T12" fmla="*/ 530 w 531"/>
                <a:gd name="T13" fmla="*/ 74 h 709"/>
                <a:gd name="T14" fmla="*/ 524 w 531"/>
                <a:gd name="T15" fmla="*/ 64 h 709"/>
                <a:gd name="T16" fmla="*/ 515 w 531"/>
                <a:gd name="T17" fmla="*/ 60 h 709"/>
                <a:gd name="T18" fmla="*/ 410 w 531"/>
                <a:gd name="T19" fmla="*/ 60 h 709"/>
                <a:gd name="T20" fmla="*/ 338 w 531"/>
                <a:gd name="T21" fmla="*/ 0 h 709"/>
                <a:gd name="T22" fmla="*/ 190 w 531"/>
                <a:gd name="T23" fmla="*/ 0 h 709"/>
                <a:gd name="T24" fmla="*/ 118 w 531"/>
                <a:gd name="T25" fmla="*/ 60 h 709"/>
                <a:gd name="T26" fmla="*/ 13 w 531"/>
                <a:gd name="T27" fmla="*/ 60 h 709"/>
                <a:gd name="T28" fmla="*/ 4 w 531"/>
                <a:gd name="T29" fmla="*/ 64 h 709"/>
                <a:gd name="T30" fmla="*/ 0 w 531"/>
                <a:gd name="T31" fmla="*/ 74 h 709"/>
                <a:gd name="T32" fmla="*/ 0 w 531"/>
                <a:gd name="T33" fmla="*/ 576 h 709"/>
                <a:gd name="T34" fmla="*/ 0 w 531"/>
                <a:gd name="T35" fmla="*/ 692 h 709"/>
                <a:gd name="T36" fmla="*/ 4 w 531"/>
                <a:gd name="T37" fmla="*/ 703 h 709"/>
                <a:gd name="T38" fmla="*/ 13 w 531"/>
                <a:gd name="T39" fmla="*/ 708 h 709"/>
                <a:gd name="T40" fmla="*/ 132 w 531"/>
                <a:gd name="T41" fmla="*/ 708 h 709"/>
                <a:gd name="T42" fmla="*/ 190 w 531"/>
                <a:gd name="T43" fmla="*/ 29 h 709"/>
                <a:gd name="T44" fmla="*/ 190 w 531"/>
                <a:gd name="T45" fmla="*/ 29 h 709"/>
                <a:gd name="T46" fmla="*/ 338 w 531"/>
                <a:gd name="T47" fmla="*/ 29 h 709"/>
                <a:gd name="T48" fmla="*/ 382 w 531"/>
                <a:gd name="T49" fmla="*/ 74 h 709"/>
                <a:gd name="T50" fmla="*/ 382 w 531"/>
                <a:gd name="T51" fmla="*/ 89 h 709"/>
                <a:gd name="T52" fmla="*/ 146 w 531"/>
                <a:gd name="T53" fmla="*/ 89 h 709"/>
                <a:gd name="T54" fmla="*/ 146 w 531"/>
                <a:gd name="T55" fmla="*/ 74 h 709"/>
                <a:gd name="T56" fmla="*/ 190 w 531"/>
                <a:gd name="T57" fmla="*/ 29 h 709"/>
                <a:gd name="T58" fmla="*/ 29 w 531"/>
                <a:gd name="T59" fmla="*/ 576 h 709"/>
                <a:gd name="T60" fmla="*/ 29 w 531"/>
                <a:gd name="T61" fmla="*/ 576 h 709"/>
                <a:gd name="T62" fmla="*/ 29 w 531"/>
                <a:gd name="T63" fmla="*/ 89 h 709"/>
                <a:gd name="T64" fmla="*/ 117 w 531"/>
                <a:gd name="T65" fmla="*/ 89 h 709"/>
                <a:gd name="T66" fmla="*/ 117 w 531"/>
                <a:gd name="T67" fmla="*/ 104 h 709"/>
                <a:gd name="T68" fmla="*/ 121 w 531"/>
                <a:gd name="T69" fmla="*/ 114 h 709"/>
                <a:gd name="T70" fmla="*/ 132 w 531"/>
                <a:gd name="T71" fmla="*/ 118 h 709"/>
                <a:gd name="T72" fmla="*/ 397 w 531"/>
                <a:gd name="T73" fmla="*/ 118 h 709"/>
                <a:gd name="T74" fmla="*/ 407 w 531"/>
                <a:gd name="T75" fmla="*/ 114 h 709"/>
                <a:gd name="T76" fmla="*/ 411 w 531"/>
                <a:gd name="T77" fmla="*/ 104 h 709"/>
                <a:gd name="T78" fmla="*/ 411 w 531"/>
                <a:gd name="T79" fmla="*/ 89 h 709"/>
                <a:gd name="T80" fmla="*/ 500 w 531"/>
                <a:gd name="T81" fmla="*/ 89 h 709"/>
                <a:gd name="T82" fmla="*/ 500 w 531"/>
                <a:gd name="T83" fmla="*/ 663 h 709"/>
                <a:gd name="T84" fmla="*/ 500 w 531"/>
                <a:gd name="T85" fmla="*/ 679 h 709"/>
                <a:gd name="T86" fmla="*/ 132 w 531"/>
                <a:gd name="T87" fmla="*/ 679 h 709"/>
                <a:gd name="T88" fmla="*/ 29 w 531"/>
                <a:gd name="T89" fmla="*/ 679 h 709"/>
                <a:gd name="T90" fmla="*/ 29 w 531"/>
                <a:gd name="T91" fmla="*/ 57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9">
                  <a:moveTo>
                    <a:pt x="132" y="708"/>
                  </a:moveTo>
                  <a:lnTo>
                    <a:pt x="132" y="708"/>
                  </a:lnTo>
                  <a:cubicBezTo>
                    <a:pt x="515" y="708"/>
                    <a:pt x="515" y="708"/>
                    <a:pt x="515" y="708"/>
                  </a:cubicBezTo>
                  <a:cubicBezTo>
                    <a:pt x="519" y="708"/>
                    <a:pt x="522" y="706"/>
                    <a:pt x="524" y="703"/>
                  </a:cubicBezTo>
                  <a:cubicBezTo>
                    <a:pt x="527" y="701"/>
                    <a:pt x="530" y="697"/>
                    <a:pt x="530" y="692"/>
                  </a:cubicBezTo>
                  <a:cubicBezTo>
                    <a:pt x="530" y="663"/>
                    <a:pt x="530" y="663"/>
                    <a:pt x="530" y="663"/>
                  </a:cubicBezTo>
                  <a:cubicBezTo>
                    <a:pt x="530" y="74"/>
                    <a:pt x="530" y="74"/>
                    <a:pt x="530" y="74"/>
                  </a:cubicBezTo>
                  <a:cubicBezTo>
                    <a:pt x="530" y="71"/>
                    <a:pt x="527" y="67"/>
                    <a:pt x="524" y="64"/>
                  </a:cubicBezTo>
                  <a:cubicBezTo>
                    <a:pt x="522" y="61"/>
                    <a:pt x="519" y="60"/>
                    <a:pt x="515" y="60"/>
                  </a:cubicBezTo>
                  <a:cubicBezTo>
                    <a:pt x="410" y="60"/>
                    <a:pt x="410" y="60"/>
                    <a:pt x="410" y="60"/>
                  </a:cubicBezTo>
                  <a:cubicBezTo>
                    <a:pt x="403" y="25"/>
                    <a:pt x="374" y="0"/>
                    <a:pt x="338" y="0"/>
                  </a:cubicBezTo>
                  <a:cubicBezTo>
                    <a:pt x="190" y="0"/>
                    <a:pt x="190" y="0"/>
                    <a:pt x="190" y="0"/>
                  </a:cubicBezTo>
                  <a:cubicBezTo>
                    <a:pt x="154" y="0"/>
                    <a:pt x="125" y="25"/>
                    <a:pt x="118" y="60"/>
                  </a:cubicBezTo>
                  <a:cubicBezTo>
                    <a:pt x="13" y="60"/>
                    <a:pt x="13" y="60"/>
                    <a:pt x="13" y="60"/>
                  </a:cubicBezTo>
                  <a:cubicBezTo>
                    <a:pt x="9" y="60"/>
                    <a:pt x="6" y="61"/>
                    <a:pt x="4" y="64"/>
                  </a:cubicBezTo>
                  <a:cubicBezTo>
                    <a:pt x="1" y="67"/>
                    <a:pt x="0" y="71"/>
                    <a:pt x="0" y="74"/>
                  </a:cubicBezTo>
                  <a:cubicBezTo>
                    <a:pt x="0" y="576"/>
                    <a:pt x="0" y="576"/>
                    <a:pt x="0" y="576"/>
                  </a:cubicBezTo>
                  <a:cubicBezTo>
                    <a:pt x="0" y="692"/>
                    <a:pt x="0" y="692"/>
                    <a:pt x="0" y="692"/>
                  </a:cubicBezTo>
                  <a:cubicBezTo>
                    <a:pt x="0" y="697"/>
                    <a:pt x="1" y="701"/>
                    <a:pt x="4" y="703"/>
                  </a:cubicBezTo>
                  <a:cubicBezTo>
                    <a:pt x="6" y="706"/>
                    <a:pt x="9" y="708"/>
                    <a:pt x="13" y="708"/>
                  </a:cubicBezTo>
                  <a:lnTo>
                    <a:pt x="132" y="708"/>
                  </a:lnTo>
                  <a:close/>
                  <a:moveTo>
                    <a:pt x="190" y="29"/>
                  </a:moveTo>
                  <a:lnTo>
                    <a:pt x="190" y="29"/>
                  </a:lnTo>
                  <a:cubicBezTo>
                    <a:pt x="338" y="29"/>
                    <a:pt x="338" y="29"/>
                    <a:pt x="338" y="29"/>
                  </a:cubicBezTo>
                  <a:cubicBezTo>
                    <a:pt x="363" y="29"/>
                    <a:pt x="382" y="50"/>
                    <a:pt x="382" y="74"/>
                  </a:cubicBezTo>
                  <a:cubicBezTo>
                    <a:pt x="382" y="89"/>
                    <a:pt x="382" y="89"/>
                    <a:pt x="382" y="89"/>
                  </a:cubicBezTo>
                  <a:cubicBezTo>
                    <a:pt x="146" y="89"/>
                    <a:pt x="146" y="89"/>
                    <a:pt x="146" y="89"/>
                  </a:cubicBezTo>
                  <a:cubicBezTo>
                    <a:pt x="146" y="74"/>
                    <a:pt x="146" y="74"/>
                    <a:pt x="146" y="74"/>
                  </a:cubicBezTo>
                  <a:cubicBezTo>
                    <a:pt x="146" y="50"/>
                    <a:pt x="167" y="29"/>
                    <a:pt x="190" y="29"/>
                  </a:cubicBezTo>
                  <a:close/>
                  <a:moveTo>
                    <a:pt x="29" y="576"/>
                  </a:moveTo>
                  <a:lnTo>
                    <a:pt x="29" y="576"/>
                  </a:lnTo>
                  <a:cubicBezTo>
                    <a:pt x="29" y="89"/>
                    <a:pt x="29" y="89"/>
                    <a:pt x="29" y="89"/>
                  </a:cubicBezTo>
                  <a:cubicBezTo>
                    <a:pt x="117" y="89"/>
                    <a:pt x="117" y="89"/>
                    <a:pt x="117" y="89"/>
                  </a:cubicBezTo>
                  <a:cubicBezTo>
                    <a:pt x="117" y="104"/>
                    <a:pt x="117" y="104"/>
                    <a:pt x="117" y="104"/>
                  </a:cubicBezTo>
                  <a:cubicBezTo>
                    <a:pt x="117" y="108"/>
                    <a:pt x="118" y="111"/>
                    <a:pt x="121" y="114"/>
                  </a:cubicBezTo>
                  <a:cubicBezTo>
                    <a:pt x="124" y="116"/>
                    <a:pt x="128" y="118"/>
                    <a:pt x="132" y="118"/>
                  </a:cubicBezTo>
                  <a:cubicBezTo>
                    <a:pt x="397" y="118"/>
                    <a:pt x="397" y="118"/>
                    <a:pt x="397" y="118"/>
                  </a:cubicBezTo>
                  <a:cubicBezTo>
                    <a:pt x="400" y="118"/>
                    <a:pt x="404" y="116"/>
                    <a:pt x="407" y="114"/>
                  </a:cubicBezTo>
                  <a:cubicBezTo>
                    <a:pt x="410" y="111"/>
                    <a:pt x="411" y="108"/>
                    <a:pt x="411" y="104"/>
                  </a:cubicBezTo>
                  <a:cubicBezTo>
                    <a:pt x="411" y="89"/>
                    <a:pt x="411" y="89"/>
                    <a:pt x="411" y="89"/>
                  </a:cubicBezTo>
                  <a:cubicBezTo>
                    <a:pt x="500" y="89"/>
                    <a:pt x="500" y="89"/>
                    <a:pt x="500" y="89"/>
                  </a:cubicBezTo>
                  <a:cubicBezTo>
                    <a:pt x="500" y="663"/>
                    <a:pt x="500" y="663"/>
                    <a:pt x="500" y="663"/>
                  </a:cubicBezTo>
                  <a:cubicBezTo>
                    <a:pt x="500" y="679"/>
                    <a:pt x="500" y="679"/>
                    <a:pt x="500" y="679"/>
                  </a:cubicBezTo>
                  <a:cubicBezTo>
                    <a:pt x="132" y="679"/>
                    <a:pt x="132" y="679"/>
                    <a:pt x="132" y="679"/>
                  </a:cubicBezTo>
                  <a:cubicBezTo>
                    <a:pt x="29" y="679"/>
                    <a:pt x="29" y="679"/>
                    <a:pt x="29" y="679"/>
                  </a:cubicBezTo>
                  <a:lnTo>
                    <a:pt x="29" y="57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6" name="Freeform 461">
              <a:extLst>
                <a:ext uri="{FF2B5EF4-FFF2-40B4-BE49-F238E27FC236}">
                  <a16:creationId xmlns:a16="http://schemas.microsoft.com/office/drawing/2014/main" id="{857CED55-6DAA-3FE8-DA1A-50E371381183}"/>
                </a:ext>
              </a:extLst>
            </p:cNvPr>
            <p:cNvSpPr>
              <a:spLocks noChangeArrowheads="1"/>
            </p:cNvSpPr>
            <p:nvPr/>
          </p:nvSpPr>
          <p:spPr bwMode="auto">
            <a:xfrm>
              <a:off x="9844088" y="2297113"/>
              <a:ext cx="131762" cy="11112"/>
            </a:xfrm>
            <a:custGeom>
              <a:avLst/>
              <a:gdLst>
                <a:gd name="T0" fmla="*/ 14 w 368"/>
                <a:gd name="T1" fmla="*/ 30 h 31"/>
                <a:gd name="T2" fmla="*/ 14 w 368"/>
                <a:gd name="T3" fmla="*/ 30 h 31"/>
                <a:gd name="T4" fmla="*/ 354 w 368"/>
                <a:gd name="T5" fmla="*/ 30 h 31"/>
                <a:gd name="T6" fmla="*/ 367 w 368"/>
                <a:gd name="T7" fmla="*/ 15 h 31"/>
                <a:gd name="T8" fmla="*/ 354 w 368"/>
                <a:gd name="T9" fmla="*/ 0 h 31"/>
                <a:gd name="T10" fmla="*/ 14 w 368"/>
                <a:gd name="T11" fmla="*/ 0 h 31"/>
                <a:gd name="T12" fmla="*/ 0 w 368"/>
                <a:gd name="T13" fmla="*/ 15 h 31"/>
                <a:gd name="T14" fmla="*/ 14 w 368"/>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1">
                  <a:moveTo>
                    <a:pt x="14" y="30"/>
                  </a:moveTo>
                  <a:lnTo>
                    <a:pt x="14" y="30"/>
                  </a:lnTo>
                  <a:cubicBezTo>
                    <a:pt x="354" y="30"/>
                    <a:pt x="354" y="30"/>
                    <a:pt x="354" y="30"/>
                  </a:cubicBezTo>
                  <a:cubicBezTo>
                    <a:pt x="360" y="30"/>
                    <a:pt x="367" y="23"/>
                    <a:pt x="367" y="15"/>
                  </a:cubicBezTo>
                  <a:cubicBezTo>
                    <a:pt x="367" y="7"/>
                    <a:pt x="360" y="0"/>
                    <a:pt x="35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57" name="Freeform 462">
              <a:extLst>
                <a:ext uri="{FF2B5EF4-FFF2-40B4-BE49-F238E27FC236}">
                  <a16:creationId xmlns:a16="http://schemas.microsoft.com/office/drawing/2014/main" id="{2732888E-3005-4C2D-E633-917E7883561C}"/>
                </a:ext>
              </a:extLst>
            </p:cNvPr>
            <p:cNvSpPr>
              <a:spLocks noChangeArrowheads="1"/>
            </p:cNvSpPr>
            <p:nvPr/>
          </p:nvSpPr>
          <p:spPr bwMode="auto">
            <a:xfrm>
              <a:off x="9844088" y="2344738"/>
              <a:ext cx="131762" cy="11112"/>
            </a:xfrm>
            <a:custGeom>
              <a:avLst/>
              <a:gdLst>
                <a:gd name="T0" fmla="*/ 367 w 368"/>
                <a:gd name="T1" fmla="*/ 15 h 32"/>
                <a:gd name="T2" fmla="*/ 367 w 368"/>
                <a:gd name="T3" fmla="*/ 15 h 32"/>
                <a:gd name="T4" fmla="*/ 354 w 368"/>
                <a:gd name="T5" fmla="*/ 0 h 32"/>
                <a:gd name="T6" fmla="*/ 14 w 368"/>
                <a:gd name="T7" fmla="*/ 0 h 32"/>
                <a:gd name="T8" fmla="*/ 0 w 368"/>
                <a:gd name="T9" fmla="*/ 15 h 32"/>
                <a:gd name="T10" fmla="*/ 14 w 368"/>
                <a:gd name="T11" fmla="*/ 31 h 32"/>
                <a:gd name="T12" fmla="*/ 354 w 368"/>
                <a:gd name="T13" fmla="*/ 31 h 32"/>
                <a:gd name="T14" fmla="*/ 367 w 36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8" h="32">
                  <a:moveTo>
                    <a:pt x="367" y="15"/>
                  </a:moveTo>
                  <a:lnTo>
                    <a:pt x="367" y="15"/>
                  </a:lnTo>
                  <a:cubicBezTo>
                    <a:pt x="367" y="7"/>
                    <a:pt x="360" y="0"/>
                    <a:pt x="354" y="0"/>
                  </a:cubicBezTo>
                  <a:cubicBezTo>
                    <a:pt x="14" y="0"/>
                    <a:pt x="14" y="0"/>
                    <a:pt x="14" y="0"/>
                  </a:cubicBezTo>
                  <a:cubicBezTo>
                    <a:pt x="5" y="0"/>
                    <a:pt x="0" y="7"/>
                    <a:pt x="0" y="15"/>
                  </a:cubicBezTo>
                  <a:cubicBezTo>
                    <a:pt x="0" y="24"/>
                    <a:pt x="5" y="31"/>
                    <a:pt x="14" y="31"/>
                  </a:cubicBezTo>
                  <a:cubicBezTo>
                    <a:pt x="354" y="31"/>
                    <a:pt x="354" y="31"/>
                    <a:pt x="354" y="31"/>
                  </a:cubicBezTo>
                  <a:cubicBezTo>
                    <a:pt x="360" y="31"/>
                    <a:pt x="367" y="24"/>
                    <a:pt x="36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58" name="Group 560">
            <a:extLst>
              <a:ext uri="{FF2B5EF4-FFF2-40B4-BE49-F238E27FC236}">
                <a16:creationId xmlns:a16="http://schemas.microsoft.com/office/drawing/2014/main" id="{DE5F6DC6-080C-FAB1-A8EC-E3E86AEEF103}"/>
              </a:ext>
            </a:extLst>
          </p:cNvPr>
          <p:cNvGrpSpPr/>
          <p:nvPr/>
        </p:nvGrpSpPr>
        <p:grpSpPr>
          <a:xfrm>
            <a:off x="8401570" y="1891928"/>
            <a:ext cx="244475" cy="249238"/>
            <a:chOff x="7245350" y="2222500"/>
            <a:chExt cx="244475" cy="249238"/>
          </a:xfrm>
          <a:solidFill>
            <a:schemeClr val="accent4"/>
          </a:solidFill>
        </p:grpSpPr>
        <p:sp>
          <p:nvSpPr>
            <p:cNvPr id="559" name="Freeform 463">
              <a:extLst>
                <a:ext uri="{FF2B5EF4-FFF2-40B4-BE49-F238E27FC236}">
                  <a16:creationId xmlns:a16="http://schemas.microsoft.com/office/drawing/2014/main" id="{268C5694-5B90-5897-1AC5-D47CB397F0B9}"/>
                </a:ext>
              </a:extLst>
            </p:cNvPr>
            <p:cNvSpPr>
              <a:spLocks noChangeArrowheads="1"/>
            </p:cNvSpPr>
            <p:nvPr/>
          </p:nvSpPr>
          <p:spPr bwMode="auto">
            <a:xfrm>
              <a:off x="7245350" y="2222500"/>
              <a:ext cx="63500" cy="244475"/>
            </a:xfrm>
            <a:custGeom>
              <a:avLst/>
              <a:gdLst>
                <a:gd name="T0" fmla="*/ 89 w 178"/>
                <a:gd name="T1" fmla="*/ 678 h 679"/>
                <a:gd name="T2" fmla="*/ 89 w 178"/>
                <a:gd name="T3" fmla="*/ 678 h 679"/>
                <a:gd name="T4" fmla="*/ 104 w 178"/>
                <a:gd name="T5" fmla="*/ 663 h 679"/>
                <a:gd name="T6" fmla="*/ 104 w 178"/>
                <a:gd name="T7" fmla="*/ 602 h 679"/>
                <a:gd name="T8" fmla="*/ 177 w 178"/>
                <a:gd name="T9" fmla="*/ 515 h 679"/>
                <a:gd name="T10" fmla="*/ 104 w 178"/>
                <a:gd name="T11" fmla="*/ 428 h 679"/>
                <a:gd name="T12" fmla="*/ 104 w 178"/>
                <a:gd name="T13" fmla="*/ 15 h 679"/>
                <a:gd name="T14" fmla="*/ 89 w 178"/>
                <a:gd name="T15" fmla="*/ 0 h 679"/>
                <a:gd name="T16" fmla="*/ 74 w 178"/>
                <a:gd name="T17" fmla="*/ 15 h 679"/>
                <a:gd name="T18" fmla="*/ 74 w 178"/>
                <a:gd name="T19" fmla="*/ 428 h 679"/>
                <a:gd name="T20" fmla="*/ 0 w 178"/>
                <a:gd name="T21" fmla="*/ 515 h 679"/>
                <a:gd name="T22" fmla="*/ 74 w 178"/>
                <a:gd name="T23" fmla="*/ 602 h 679"/>
                <a:gd name="T24" fmla="*/ 74 w 178"/>
                <a:gd name="T25" fmla="*/ 663 h 679"/>
                <a:gd name="T26" fmla="*/ 89 w 178"/>
                <a:gd name="T27" fmla="*/ 678 h 679"/>
                <a:gd name="T28" fmla="*/ 29 w 178"/>
                <a:gd name="T29" fmla="*/ 515 h 679"/>
                <a:gd name="T30" fmla="*/ 29 w 178"/>
                <a:gd name="T31" fmla="*/ 515 h 679"/>
                <a:gd name="T32" fmla="*/ 47 w 178"/>
                <a:gd name="T33" fmla="*/ 474 h 679"/>
                <a:gd name="T34" fmla="*/ 89 w 178"/>
                <a:gd name="T35" fmla="*/ 457 h 679"/>
                <a:gd name="T36" fmla="*/ 89 w 178"/>
                <a:gd name="T37" fmla="*/ 457 h 679"/>
                <a:gd name="T38" fmla="*/ 89 w 178"/>
                <a:gd name="T39" fmla="*/ 457 h 679"/>
                <a:gd name="T40" fmla="*/ 130 w 178"/>
                <a:gd name="T41" fmla="*/ 474 h 679"/>
                <a:gd name="T42" fmla="*/ 148 w 178"/>
                <a:gd name="T43" fmla="*/ 515 h 679"/>
                <a:gd name="T44" fmla="*/ 130 w 178"/>
                <a:gd name="T45" fmla="*/ 558 h 679"/>
                <a:gd name="T46" fmla="*/ 89 w 178"/>
                <a:gd name="T47" fmla="*/ 574 h 679"/>
                <a:gd name="T48" fmla="*/ 47 w 178"/>
                <a:gd name="T49" fmla="*/ 558 h 679"/>
                <a:gd name="T50" fmla="*/ 29 w 178"/>
                <a:gd name="T51" fmla="*/ 51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8" h="679">
                  <a:moveTo>
                    <a:pt x="89" y="678"/>
                  </a:moveTo>
                  <a:lnTo>
                    <a:pt x="89" y="678"/>
                  </a:lnTo>
                  <a:cubicBezTo>
                    <a:pt x="97" y="678"/>
                    <a:pt x="104" y="671"/>
                    <a:pt x="104" y="663"/>
                  </a:cubicBezTo>
                  <a:cubicBezTo>
                    <a:pt x="104" y="602"/>
                    <a:pt x="104" y="602"/>
                    <a:pt x="104" y="602"/>
                  </a:cubicBezTo>
                  <a:cubicBezTo>
                    <a:pt x="145" y="595"/>
                    <a:pt x="177" y="559"/>
                    <a:pt x="177" y="515"/>
                  </a:cubicBezTo>
                  <a:cubicBezTo>
                    <a:pt x="177" y="472"/>
                    <a:pt x="145" y="435"/>
                    <a:pt x="104" y="428"/>
                  </a:cubicBezTo>
                  <a:cubicBezTo>
                    <a:pt x="104" y="15"/>
                    <a:pt x="104" y="15"/>
                    <a:pt x="104" y="15"/>
                  </a:cubicBezTo>
                  <a:cubicBezTo>
                    <a:pt x="104" y="7"/>
                    <a:pt x="97" y="0"/>
                    <a:pt x="89" y="0"/>
                  </a:cubicBezTo>
                  <a:cubicBezTo>
                    <a:pt x="80" y="0"/>
                    <a:pt x="74" y="7"/>
                    <a:pt x="74" y="15"/>
                  </a:cubicBezTo>
                  <a:cubicBezTo>
                    <a:pt x="74" y="428"/>
                    <a:pt x="74" y="428"/>
                    <a:pt x="74" y="428"/>
                  </a:cubicBezTo>
                  <a:cubicBezTo>
                    <a:pt x="32" y="435"/>
                    <a:pt x="0" y="472"/>
                    <a:pt x="0" y="515"/>
                  </a:cubicBezTo>
                  <a:cubicBezTo>
                    <a:pt x="0" y="559"/>
                    <a:pt x="32" y="595"/>
                    <a:pt x="74" y="602"/>
                  </a:cubicBezTo>
                  <a:cubicBezTo>
                    <a:pt x="74" y="663"/>
                    <a:pt x="74" y="663"/>
                    <a:pt x="74" y="663"/>
                  </a:cubicBezTo>
                  <a:cubicBezTo>
                    <a:pt x="74" y="671"/>
                    <a:pt x="80" y="678"/>
                    <a:pt x="89" y="678"/>
                  </a:cubicBezTo>
                  <a:close/>
                  <a:moveTo>
                    <a:pt x="29" y="515"/>
                  </a:moveTo>
                  <a:lnTo>
                    <a:pt x="29" y="515"/>
                  </a:lnTo>
                  <a:cubicBezTo>
                    <a:pt x="29" y="500"/>
                    <a:pt x="36" y="485"/>
                    <a:pt x="47" y="474"/>
                  </a:cubicBezTo>
                  <a:cubicBezTo>
                    <a:pt x="57" y="463"/>
                    <a:pt x="72" y="457"/>
                    <a:pt x="89" y="457"/>
                  </a:cubicBezTo>
                  <a:lnTo>
                    <a:pt x="89" y="457"/>
                  </a:lnTo>
                  <a:lnTo>
                    <a:pt x="89" y="457"/>
                  </a:lnTo>
                  <a:cubicBezTo>
                    <a:pt x="105" y="457"/>
                    <a:pt x="119" y="463"/>
                    <a:pt x="130" y="474"/>
                  </a:cubicBezTo>
                  <a:cubicBezTo>
                    <a:pt x="141" y="485"/>
                    <a:pt x="148" y="500"/>
                    <a:pt x="148" y="515"/>
                  </a:cubicBezTo>
                  <a:cubicBezTo>
                    <a:pt x="148" y="532"/>
                    <a:pt x="141" y="547"/>
                    <a:pt x="130" y="558"/>
                  </a:cubicBezTo>
                  <a:cubicBezTo>
                    <a:pt x="119" y="567"/>
                    <a:pt x="105" y="574"/>
                    <a:pt x="89" y="574"/>
                  </a:cubicBezTo>
                  <a:cubicBezTo>
                    <a:pt x="72" y="574"/>
                    <a:pt x="57" y="567"/>
                    <a:pt x="47" y="558"/>
                  </a:cubicBezTo>
                  <a:cubicBezTo>
                    <a:pt x="36" y="547"/>
                    <a:pt x="29" y="532"/>
                    <a:pt x="29" y="5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0" name="Freeform 464">
              <a:extLst>
                <a:ext uri="{FF2B5EF4-FFF2-40B4-BE49-F238E27FC236}">
                  <a16:creationId xmlns:a16="http://schemas.microsoft.com/office/drawing/2014/main" id="{CE5E6B9F-24B5-DAD9-472D-DB0B7C6D28F9}"/>
                </a:ext>
              </a:extLst>
            </p:cNvPr>
            <p:cNvSpPr>
              <a:spLocks noChangeArrowheads="1"/>
            </p:cNvSpPr>
            <p:nvPr/>
          </p:nvSpPr>
          <p:spPr bwMode="auto">
            <a:xfrm>
              <a:off x="7340600" y="2222500"/>
              <a:ext cx="63500" cy="244475"/>
            </a:xfrm>
            <a:custGeom>
              <a:avLst/>
              <a:gdLst>
                <a:gd name="T0" fmla="*/ 88 w 177"/>
                <a:gd name="T1" fmla="*/ 678 h 679"/>
                <a:gd name="T2" fmla="*/ 88 w 177"/>
                <a:gd name="T3" fmla="*/ 678 h 679"/>
                <a:gd name="T4" fmla="*/ 103 w 177"/>
                <a:gd name="T5" fmla="*/ 663 h 679"/>
                <a:gd name="T6" fmla="*/ 103 w 177"/>
                <a:gd name="T7" fmla="*/ 279 h 679"/>
                <a:gd name="T8" fmla="*/ 176 w 177"/>
                <a:gd name="T9" fmla="*/ 192 h 679"/>
                <a:gd name="T10" fmla="*/ 103 w 177"/>
                <a:gd name="T11" fmla="*/ 105 h 679"/>
                <a:gd name="T12" fmla="*/ 103 w 177"/>
                <a:gd name="T13" fmla="*/ 15 h 679"/>
                <a:gd name="T14" fmla="*/ 88 w 177"/>
                <a:gd name="T15" fmla="*/ 0 h 679"/>
                <a:gd name="T16" fmla="*/ 73 w 177"/>
                <a:gd name="T17" fmla="*/ 15 h 679"/>
                <a:gd name="T18" fmla="*/ 73 w 177"/>
                <a:gd name="T19" fmla="*/ 105 h 679"/>
                <a:gd name="T20" fmla="*/ 0 w 177"/>
                <a:gd name="T21" fmla="*/ 192 h 679"/>
                <a:gd name="T22" fmla="*/ 73 w 177"/>
                <a:gd name="T23" fmla="*/ 279 h 679"/>
                <a:gd name="T24" fmla="*/ 73 w 177"/>
                <a:gd name="T25" fmla="*/ 663 h 679"/>
                <a:gd name="T26" fmla="*/ 88 w 177"/>
                <a:gd name="T27" fmla="*/ 678 h 679"/>
                <a:gd name="T28" fmla="*/ 29 w 177"/>
                <a:gd name="T29" fmla="*/ 192 h 679"/>
                <a:gd name="T30" fmla="*/ 29 w 177"/>
                <a:gd name="T31" fmla="*/ 192 h 679"/>
                <a:gd name="T32" fmla="*/ 46 w 177"/>
                <a:gd name="T33" fmla="*/ 150 h 679"/>
                <a:gd name="T34" fmla="*/ 88 w 177"/>
                <a:gd name="T35" fmla="*/ 132 h 679"/>
                <a:gd name="T36" fmla="*/ 88 w 177"/>
                <a:gd name="T37" fmla="*/ 132 h 679"/>
                <a:gd name="T38" fmla="*/ 88 w 177"/>
                <a:gd name="T39" fmla="*/ 132 h 679"/>
                <a:gd name="T40" fmla="*/ 129 w 177"/>
                <a:gd name="T41" fmla="*/ 150 h 679"/>
                <a:gd name="T42" fmla="*/ 147 w 177"/>
                <a:gd name="T43" fmla="*/ 192 h 679"/>
                <a:gd name="T44" fmla="*/ 129 w 177"/>
                <a:gd name="T45" fmla="*/ 233 h 679"/>
                <a:gd name="T46" fmla="*/ 88 w 177"/>
                <a:gd name="T47" fmla="*/ 250 h 679"/>
                <a:gd name="T48" fmla="*/ 46 w 177"/>
                <a:gd name="T49" fmla="*/ 233 h 679"/>
                <a:gd name="T50" fmla="*/ 29 w 177"/>
                <a:gd name="T51" fmla="*/ 192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7" h="679">
                  <a:moveTo>
                    <a:pt x="88" y="678"/>
                  </a:moveTo>
                  <a:lnTo>
                    <a:pt x="88" y="678"/>
                  </a:lnTo>
                  <a:cubicBezTo>
                    <a:pt x="96" y="678"/>
                    <a:pt x="103" y="671"/>
                    <a:pt x="103" y="663"/>
                  </a:cubicBezTo>
                  <a:cubicBezTo>
                    <a:pt x="103" y="279"/>
                    <a:pt x="103" y="279"/>
                    <a:pt x="103" y="279"/>
                  </a:cubicBezTo>
                  <a:cubicBezTo>
                    <a:pt x="145" y="272"/>
                    <a:pt x="176" y="235"/>
                    <a:pt x="176" y="192"/>
                  </a:cubicBezTo>
                  <a:cubicBezTo>
                    <a:pt x="176" y="148"/>
                    <a:pt x="145" y="112"/>
                    <a:pt x="103" y="105"/>
                  </a:cubicBezTo>
                  <a:cubicBezTo>
                    <a:pt x="103" y="15"/>
                    <a:pt x="103" y="15"/>
                    <a:pt x="103" y="15"/>
                  </a:cubicBezTo>
                  <a:cubicBezTo>
                    <a:pt x="103" y="7"/>
                    <a:pt x="96" y="0"/>
                    <a:pt x="88" y="0"/>
                  </a:cubicBezTo>
                  <a:cubicBezTo>
                    <a:pt x="80" y="0"/>
                    <a:pt x="73" y="7"/>
                    <a:pt x="73" y="15"/>
                  </a:cubicBezTo>
                  <a:cubicBezTo>
                    <a:pt x="73" y="105"/>
                    <a:pt x="73" y="105"/>
                    <a:pt x="73" y="105"/>
                  </a:cubicBezTo>
                  <a:cubicBezTo>
                    <a:pt x="31" y="112"/>
                    <a:pt x="0" y="148"/>
                    <a:pt x="0" y="192"/>
                  </a:cubicBezTo>
                  <a:cubicBezTo>
                    <a:pt x="0" y="235"/>
                    <a:pt x="31" y="272"/>
                    <a:pt x="73" y="279"/>
                  </a:cubicBezTo>
                  <a:cubicBezTo>
                    <a:pt x="73" y="663"/>
                    <a:pt x="73" y="663"/>
                    <a:pt x="73" y="663"/>
                  </a:cubicBezTo>
                  <a:cubicBezTo>
                    <a:pt x="73" y="671"/>
                    <a:pt x="80" y="678"/>
                    <a:pt x="88" y="678"/>
                  </a:cubicBezTo>
                  <a:close/>
                  <a:moveTo>
                    <a:pt x="29" y="192"/>
                  </a:moveTo>
                  <a:lnTo>
                    <a:pt x="29" y="192"/>
                  </a:lnTo>
                  <a:cubicBezTo>
                    <a:pt x="29" y="175"/>
                    <a:pt x="35" y="160"/>
                    <a:pt x="46" y="150"/>
                  </a:cubicBezTo>
                  <a:cubicBezTo>
                    <a:pt x="56" y="139"/>
                    <a:pt x="71" y="132"/>
                    <a:pt x="88" y="132"/>
                  </a:cubicBezTo>
                  <a:lnTo>
                    <a:pt x="88" y="132"/>
                  </a:lnTo>
                  <a:lnTo>
                    <a:pt x="88" y="132"/>
                  </a:lnTo>
                  <a:cubicBezTo>
                    <a:pt x="104" y="132"/>
                    <a:pt x="118" y="139"/>
                    <a:pt x="129" y="150"/>
                  </a:cubicBezTo>
                  <a:cubicBezTo>
                    <a:pt x="140" y="160"/>
                    <a:pt x="147" y="175"/>
                    <a:pt x="147" y="192"/>
                  </a:cubicBezTo>
                  <a:cubicBezTo>
                    <a:pt x="147" y="208"/>
                    <a:pt x="140" y="222"/>
                    <a:pt x="129" y="233"/>
                  </a:cubicBezTo>
                  <a:cubicBezTo>
                    <a:pt x="118" y="244"/>
                    <a:pt x="104" y="250"/>
                    <a:pt x="88" y="250"/>
                  </a:cubicBezTo>
                  <a:cubicBezTo>
                    <a:pt x="71" y="250"/>
                    <a:pt x="56" y="244"/>
                    <a:pt x="46" y="233"/>
                  </a:cubicBezTo>
                  <a:cubicBezTo>
                    <a:pt x="35" y="222"/>
                    <a:pt x="29" y="208"/>
                    <a:pt x="29"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1" name="Freeform 465">
              <a:extLst>
                <a:ext uri="{FF2B5EF4-FFF2-40B4-BE49-F238E27FC236}">
                  <a16:creationId xmlns:a16="http://schemas.microsoft.com/office/drawing/2014/main" id="{3177CBA1-CC44-FBF5-B2E2-F56CCAEF5BA6}"/>
                </a:ext>
              </a:extLst>
            </p:cNvPr>
            <p:cNvSpPr>
              <a:spLocks noChangeArrowheads="1"/>
            </p:cNvSpPr>
            <p:nvPr/>
          </p:nvSpPr>
          <p:spPr bwMode="auto">
            <a:xfrm>
              <a:off x="7426325" y="2222500"/>
              <a:ext cx="63500" cy="249238"/>
            </a:xfrm>
            <a:custGeom>
              <a:avLst/>
              <a:gdLst>
                <a:gd name="T0" fmla="*/ 88 w 178"/>
                <a:gd name="T1" fmla="*/ 0 h 693"/>
                <a:gd name="T2" fmla="*/ 88 w 178"/>
                <a:gd name="T3" fmla="*/ 0 h 693"/>
                <a:gd name="T4" fmla="*/ 73 w 178"/>
                <a:gd name="T5" fmla="*/ 15 h 693"/>
                <a:gd name="T6" fmla="*/ 73 w 178"/>
                <a:gd name="T7" fmla="*/ 516 h 693"/>
                <a:gd name="T8" fmla="*/ 0 w 178"/>
                <a:gd name="T9" fmla="*/ 603 h 693"/>
                <a:gd name="T10" fmla="*/ 88 w 178"/>
                <a:gd name="T11" fmla="*/ 692 h 693"/>
                <a:gd name="T12" fmla="*/ 177 w 178"/>
                <a:gd name="T13" fmla="*/ 603 h 693"/>
                <a:gd name="T14" fmla="*/ 102 w 178"/>
                <a:gd name="T15" fmla="*/ 516 h 693"/>
                <a:gd name="T16" fmla="*/ 102 w 178"/>
                <a:gd name="T17" fmla="*/ 15 h 693"/>
                <a:gd name="T18" fmla="*/ 88 w 178"/>
                <a:gd name="T19" fmla="*/ 0 h 693"/>
                <a:gd name="T20" fmla="*/ 146 w 178"/>
                <a:gd name="T21" fmla="*/ 603 h 693"/>
                <a:gd name="T22" fmla="*/ 146 w 178"/>
                <a:gd name="T23" fmla="*/ 603 h 693"/>
                <a:gd name="T24" fmla="*/ 130 w 178"/>
                <a:gd name="T25" fmla="*/ 646 h 693"/>
                <a:gd name="T26" fmla="*/ 88 w 178"/>
                <a:gd name="T27" fmla="*/ 663 h 693"/>
                <a:gd name="T28" fmla="*/ 45 w 178"/>
                <a:gd name="T29" fmla="*/ 646 h 693"/>
                <a:gd name="T30" fmla="*/ 29 w 178"/>
                <a:gd name="T31" fmla="*/ 603 h 693"/>
                <a:gd name="T32" fmla="*/ 45 w 178"/>
                <a:gd name="T33" fmla="*/ 562 h 693"/>
                <a:gd name="T34" fmla="*/ 88 w 178"/>
                <a:gd name="T35" fmla="*/ 545 h 693"/>
                <a:gd name="T36" fmla="*/ 88 w 178"/>
                <a:gd name="T37" fmla="*/ 545 h 693"/>
                <a:gd name="T38" fmla="*/ 88 w 178"/>
                <a:gd name="T39" fmla="*/ 545 h 693"/>
                <a:gd name="T40" fmla="*/ 130 w 178"/>
                <a:gd name="T41" fmla="*/ 562 h 693"/>
                <a:gd name="T42" fmla="*/ 146 w 178"/>
                <a:gd name="T43" fmla="*/ 603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78" h="693">
                  <a:moveTo>
                    <a:pt x="88" y="0"/>
                  </a:moveTo>
                  <a:lnTo>
                    <a:pt x="88" y="0"/>
                  </a:lnTo>
                  <a:cubicBezTo>
                    <a:pt x="80" y="0"/>
                    <a:pt x="73" y="7"/>
                    <a:pt x="73" y="15"/>
                  </a:cubicBezTo>
                  <a:cubicBezTo>
                    <a:pt x="73" y="516"/>
                    <a:pt x="73" y="516"/>
                    <a:pt x="73" y="516"/>
                  </a:cubicBezTo>
                  <a:cubicBezTo>
                    <a:pt x="31" y="523"/>
                    <a:pt x="0" y="561"/>
                    <a:pt x="0" y="603"/>
                  </a:cubicBezTo>
                  <a:cubicBezTo>
                    <a:pt x="0" y="653"/>
                    <a:pt x="38" y="692"/>
                    <a:pt x="88" y="692"/>
                  </a:cubicBezTo>
                  <a:cubicBezTo>
                    <a:pt x="136" y="692"/>
                    <a:pt x="177" y="653"/>
                    <a:pt x="177" y="603"/>
                  </a:cubicBezTo>
                  <a:cubicBezTo>
                    <a:pt x="177" y="561"/>
                    <a:pt x="143" y="523"/>
                    <a:pt x="102" y="516"/>
                  </a:cubicBezTo>
                  <a:cubicBezTo>
                    <a:pt x="102" y="15"/>
                    <a:pt x="102" y="15"/>
                    <a:pt x="102" y="15"/>
                  </a:cubicBezTo>
                  <a:cubicBezTo>
                    <a:pt x="102" y="7"/>
                    <a:pt x="95" y="0"/>
                    <a:pt x="88" y="0"/>
                  </a:cubicBezTo>
                  <a:close/>
                  <a:moveTo>
                    <a:pt x="146" y="603"/>
                  </a:moveTo>
                  <a:lnTo>
                    <a:pt x="146" y="603"/>
                  </a:lnTo>
                  <a:cubicBezTo>
                    <a:pt x="146" y="620"/>
                    <a:pt x="139" y="635"/>
                    <a:pt x="130" y="646"/>
                  </a:cubicBezTo>
                  <a:cubicBezTo>
                    <a:pt x="118" y="656"/>
                    <a:pt x="103" y="663"/>
                    <a:pt x="88" y="663"/>
                  </a:cubicBezTo>
                  <a:cubicBezTo>
                    <a:pt x="72" y="663"/>
                    <a:pt x="56" y="656"/>
                    <a:pt x="45" y="646"/>
                  </a:cubicBezTo>
                  <a:cubicBezTo>
                    <a:pt x="36" y="635"/>
                    <a:pt x="29" y="620"/>
                    <a:pt x="29" y="603"/>
                  </a:cubicBezTo>
                  <a:cubicBezTo>
                    <a:pt x="29" y="588"/>
                    <a:pt x="36" y="573"/>
                    <a:pt x="45" y="562"/>
                  </a:cubicBezTo>
                  <a:cubicBezTo>
                    <a:pt x="56" y="551"/>
                    <a:pt x="72" y="545"/>
                    <a:pt x="88" y="545"/>
                  </a:cubicBezTo>
                  <a:lnTo>
                    <a:pt x="88" y="545"/>
                  </a:lnTo>
                  <a:lnTo>
                    <a:pt x="88" y="545"/>
                  </a:lnTo>
                  <a:cubicBezTo>
                    <a:pt x="103" y="545"/>
                    <a:pt x="118" y="551"/>
                    <a:pt x="130" y="562"/>
                  </a:cubicBezTo>
                  <a:cubicBezTo>
                    <a:pt x="139" y="573"/>
                    <a:pt x="146" y="588"/>
                    <a:pt x="146" y="6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62" name="Freeform 466">
            <a:extLst>
              <a:ext uri="{FF2B5EF4-FFF2-40B4-BE49-F238E27FC236}">
                <a16:creationId xmlns:a16="http://schemas.microsoft.com/office/drawing/2014/main" id="{8E56DD87-2075-F235-09ED-EB8AA9955E46}"/>
              </a:ext>
            </a:extLst>
          </p:cNvPr>
          <p:cNvSpPr>
            <a:spLocks noChangeArrowheads="1"/>
          </p:cNvSpPr>
          <p:nvPr/>
        </p:nvSpPr>
        <p:spPr bwMode="auto">
          <a:xfrm>
            <a:off x="6977583" y="5198691"/>
            <a:ext cx="255587" cy="255587"/>
          </a:xfrm>
          <a:custGeom>
            <a:avLst/>
            <a:gdLst>
              <a:gd name="T0" fmla="*/ 585 w 708"/>
              <a:gd name="T1" fmla="*/ 7 h 711"/>
              <a:gd name="T2" fmla="*/ 585 w 708"/>
              <a:gd name="T3" fmla="*/ 7 h 711"/>
              <a:gd name="T4" fmla="*/ 564 w 708"/>
              <a:gd name="T5" fmla="*/ 7 h 711"/>
              <a:gd name="T6" fmla="*/ 63 w 708"/>
              <a:gd name="T7" fmla="*/ 507 h 711"/>
              <a:gd name="T8" fmla="*/ 63 w 708"/>
              <a:gd name="T9" fmla="*/ 508 h 711"/>
              <a:gd name="T10" fmla="*/ 60 w 708"/>
              <a:gd name="T11" fmla="*/ 511 h 711"/>
              <a:gd name="T12" fmla="*/ 60 w 708"/>
              <a:gd name="T13" fmla="*/ 512 h 711"/>
              <a:gd name="T14" fmla="*/ 60 w 708"/>
              <a:gd name="T15" fmla="*/ 512 h 711"/>
              <a:gd name="T16" fmla="*/ 1 w 708"/>
              <a:gd name="T17" fmla="*/ 689 h 711"/>
              <a:gd name="T18" fmla="*/ 5 w 708"/>
              <a:gd name="T19" fmla="*/ 704 h 711"/>
              <a:gd name="T20" fmla="*/ 19 w 708"/>
              <a:gd name="T21" fmla="*/ 709 h 711"/>
              <a:gd name="T22" fmla="*/ 196 w 708"/>
              <a:gd name="T23" fmla="*/ 649 h 711"/>
              <a:gd name="T24" fmla="*/ 197 w 708"/>
              <a:gd name="T25" fmla="*/ 649 h 711"/>
              <a:gd name="T26" fmla="*/ 198 w 708"/>
              <a:gd name="T27" fmla="*/ 649 h 711"/>
              <a:gd name="T28" fmla="*/ 201 w 708"/>
              <a:gd name="T29" fmla="*/ 646 h 711"/>
              <a:gd name="T30" fmla="*/ 203 w 708"/>
              <a:gd name="T31" fmla="*/ 646 h 711"/>
              <a:gd name="T32" fmla="*/ 703 w 708"/>
              <a:gd name="T33" fmla="*/ 145 h 711"/>
              <a:gd name="T34" fmla="*/ 707 w 708"/>
              <a:gd name="T35" fmla="*/ 134 h 711"/>
              <a:gd name="T36" fmla="*/ 703 w 708"/>
              <a:gd name="T37" fmla="*/ 124 h 711"/>
              <a:gd name="T38" fmla="*/ 585 w 708"/>
              <a:gd name="T39" fmla="*/ 7 h 711"/>
              <a:gd name="T40" fmla="*/ 486 w 708"/>
              <a:gd name="T41" fmla="*/ 126 h 711"/>
              <a:gd name="T42" fmla="*/ 486 w 708"/>
              <a:gd name="T43" fmla="*/ 126 h 711"/>
              <a:gd name="T44" fmla="*/ 584 w 708"/>
              <a:gd name="T45" fmla="*/ 222 h 711"/>
              <a:gd name="T46" fmla="*/ 192 w 708"/>
              <a:gd name="T47" fmla="*/ 615 h 711"/>
              <a:gd name="T48" fmla="*/ 95 w 708"/>
              <a:gd name="T49" fmla="*/ 518 h 711"/>
              <a:gd name="T50" fmla="*/ 486 w 708"/>
              <a:gd name="T51" fmla="*/ 126 h 711"/>
              <a:gd name="T52" fmla="*/ 80 w 708"/>
              <a:gd name="T53" fmla="*/ 544 h 711"/>
              <a:gd name="T54" fmla="*/ 80 w 708"/>
              <a:gd name="T55" fmla="*/ 544 h 711"/>
              <a:gd name="T56" fmla="*/ 164 w 708"/>
              <a:gd name="T57" fmla="*/ 628 h 711"/>
              <a:gd name="T58" fmla="*/ 38 w 708"/>
              <a:gd name="T59" fmla="*/ 671 h 711"/>
              <a:gd name="T60" fmla="*/ 80 w 708"/>
              <a:gd name="T61" fmla="*/ 544 h 711"/>
              <a:gd name="T62" fmla="*/ 604 w 708"/>
              <a:gd name="T63" fmla="*/ 202 h 711"/>
              <a:gd name="T64" fmla="*/ 604 w 708"/>
              <a:gd name="T65" fmla="*/ 202 h 711"/>
              <a:gd name="T66" fmla="*/ 508 w 708"/>
              <a:gd name="T67" fmla="*/ 105 h 711"/>
              <a:gd name="T68" fmla="*/ 574 w 708"/>
              <a:gd name="T69" fmla="*/ 37 h 711"/>
              <a:gd name="T70" fmla="*/ 672 w 708"/>
              <a:gd name="T71" fmla="*/ 134 h 711"/>
              <a:gd name="T72" fmla="*/ 604 w 708"/>
              <a:gd name="T73" fmla="*/ 202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711">
                <a:moveTo>
                  <a:pt x="585" y="7"/>
                </a:moveTo>
                <a:lnTo>
                  <a:pt x="585" y="7"/>
                </a:lnTo>
                <a:cubicBezTo>
                  <a:pt x="580" y="0"/>
                  <a:pt x="570" y="0"/>
                  <a:pt x="564" y="7"/>
                </a:cubicBezTo>
                <a:cubicBezTo>
                  <a:pt x="63" y="507"/>
                  <a:pt x="63" y="507"/>
                  <a:pt x="63" y="507"/>
                </a:cubicBezTo>
                <a:cubicBezTo>
                  <a:pt x="63" y="507"/>
                  <a:pt x="63" y="507"/>
                  <a:pt x="63" y="508"/>
                </a:cubicBezTo>
                <a:cubicBezTo>
                  <a:pt x="62" y="508"/>
                  <a:pt x="62" y="510"/>
                  <a:pt x="60" y="511"/>
                </a:cubicBezTo>
                <a:cubicBezTo>
                  <a:pt x="60" y="512"/>
                  <a:pt x="60" y="512"/>
                  <a:pt x="60" y="512"/>
                </a:cubicBezTo>
                <a:lnTo>
                  <a:pt x="60" y="512"/>
                </a:lnTo>
                <a:cubicBezTo>
                  <a:pt x="1" y="689"/>
                  <a:pt x="1" y="689"/>
                  <a:pt x="1" y="689"/>
                </a:cubicBezTo>
                <a:cubicBezTo>
                  <a:pt x="0" y="695"/>
                  <a:pt x="1" y="700"/>
                  <a:pt x="5" y="704"/>
                </a:cubicBezTo>
                <a:cubicBezTo>
                  <a:pt x="8" y="709"/>
                  <a:pt x="15" y="710"/>
                  <a:pt x="19" y="709"/>
                </a:cubicBezTo>
                <a:cubicBezTo>
                  <a:pt x="196" y="649"/>
                  <a:pt x="196" y="649"/>
                  <a:pt x="196" y="649"/>
                </a:cubicBezTo>
                <a:cubicBezTo>
                  <a:pt x="197" y="649"/>
                  <a:pt x="197" y="649"/>
                  <a:pt x="197" y="649"/>
                </a:cubicBezTo>
                <a:cubicBezTo>
                  <a:pt x="197" y="649"/>
                  <a:pt x="197" y="649"/>
                  <a:pt x="198" y="649"/>
                </a:cubicBezTo>
                <a:cubicBezTo>
                  <a:pt x="200" y="648"/>
                  <a:pt x="201" y="648"/>
                  <a:pt x="201" y="646"/>
                </a:cubicBezTo>
                <a:lnTo>
                  <a:pt x="203" y="646"/>
                </a:lnTo>
                <a:cubicBezTo>
                  <a:pt x="703" y="145"/>
                  <a:pt x="703" y="145"/>
                  <a:pt x="703" y="145"/>
                </a:cubicBezTo>
                <a:cubicBezTo>
                  <a:pt x="705" y="142"/>
                  <a:pt x="707" y="138"/>
                  <a:pt x="707" y="134"/>
                </a:cubicBezTo>
                <a:cubicBezTo>
                  <a:pt x="707" y="131"/>
                  <a:pt x="705" y="127"/>
                  <a:pt x="703" y="124"/>
                </a:cubicBezTo>
                <a:lnTo>
                  <a:pt x="585" y="7"/>
                </a:lnTo>
                <a:close/>
                <a:moveTo>
                  <a:pt x="486" y="126"/>
                </a:moveTo>
                <a:lnTo>
                  <a:pt x="486" y="126"/>
                </a:lnTo>
                <a:cubicBezTo>
                  <a:pt x="584" y="222"/>
                  <a:pt x="584" y="222"/>
                  <a:pt x="584" y="222"/>
                </a:cubicBezTo>
                <a:cubicBezTo>
                  <a:pt x="192" y="615"/>
                  <a:pt x="192" y="615"/>
                  <a:pt x="192" y="615"/>
                </a:cubicBezTo>
                <a:cubicBezTo>
                  <a:pt x="95" y="518"/>
                  <a:pt x="95" y="518"/>
                  <a:pt x="95" y="518"/>
                </a:cubicBezTo>
                <a:lnTo>
                  <a:pt x="486" y="126"/>
                </a:lnTo>
                <a:close/>
                <a:moveTo>
                  <a:pt x="80" y="544"/>
                </a:moveTo>
                <a:lnTo>
                  <a:pt x="80" y="544"/>
                </a:lnTo>
                <a:cubicBezTo>
                  <a:pt x="164" y="628"/>
                  <a:pt x="164" y="628"/>
                  <a:pt x="164" y="628"/>
                </a:cubicBezTo>
                <a:cubicBezTo>
                  <a:pt x="38" y="671"/>
                  <a:pt x="38" y="671"/>
                  <a:pt x="38" y="671"/>
                </a:cubicBezTo>
                <a:lnTo>
                  <a:pt x="80" y="544"/>
                </a:lnTo>
                <a:close/>
                <a:moveTo>
                  <a:pt x="604" y="202"/>
                </a:moveTo>
                <a:lnTo>
                  <a:pt x="604" y="202"/>
                </a:lnTo>
                <a:cubicBezTo>
                  <a:pt x="508" y="105"/>
                  <a:pt x="508" y="105"/>
                  <a:pt x="508" y="105"/>
                </a:cubicBezTo>
                <a:cubicBezTo>
                  <a:pt x="574" y="37"/>
                  <a:pt x="574" y="37"/>
                  <a:pt x="574" y="37"/>
                </a:cubicBezTo>
                <a:cubicBezTo>
                  <a:pt x="672" y="134"/>
                  <a:pt x="672" y="134"/>
                  <a:pt x="672" y="134"/>
                </a:cubicBezTo>
                <a:lnTo>
                  <a:pt x="604" y="202"/>
                </a:lnTo>
                <a:close/>
              </a:path>
            </a:pathLst>
          </a:custGeom>
          <a:solidFill>
            <a:schemeClr val="accent4"/>
          </a:solidFill>
          <a:ln>
            <a:noFill/>
          </a:ln>
          <a:effectLst/>
        </p:spPr>
        <p:txBody>
          <a:bodyPr wrap="none" anchor="ctr"/>
          <a:lstStyle/>
          <a:p>
            <a:endParaRPr lang="da-DK">
              <a:solidFill>
                <a:schemeClr val="tx2"/>
              </a:solidFill>
            </a:endParaRPr>
          </a:p>
        </p:txBody>
      </p:sp>
      <p:sp>
        <p:nvSpPr>
          <p:cNvPr id="563" name="Freeform 467">
            <a:extLst>
              <a:ext uri="{FF2B5EF4-FFF2-40B4-BE49-F238E27FC236}">
                <a16:creationId xmlns:a16="http://schemas.microsoft.com/office/drawing/2014/main" id="{54260A25-AD1A-7074-3B9A-7B42D0729745}"/>
              </a:ext>
            </a:extLst>
          </p:cNvPr>
          <p:cNvSpPr>
            <a:spLocks noChangeArrowheads="1"/>
          </p:cNvSpPr>
          <p:nvPr/>
        </p:nvSpPr>
        <p:spPr bwMode="auto">
          <a:xfrm>
            <a:off x="5358333" y="5200278"/>
            <a:ext cx="255587" cy="252413"/>
          </a:xfrm>
          <a:custGeom>
            <a:avLst/>
            <a:gdLst>
              <a:gd name="T0" fmla="*/ 250 w 708"/>
              <a:gd name="T1" fmla="*/ 700 h 701"/>
              <a:gd name="T2" fmla="*/ 250 w 708"/>
              <a:gd name="T3" fmla="*/ 700 h 701"/>
              <a:gd name="T4" fmla="*/ 272 w 708"/>
              <a:gd name="T5" fmla="*/ 694 h 701"/>
              <a:gd name="T6" fmla="*/ 451 w 708"/>
              <a:gd name="T7" fmla="*/ 592 h 701"/>
              <a:gd name="T8" fmla="*/ 459 w 708"/>
              <a:gd name="T9" fmla="*/ 591 h 701"/>
              <a:gd name="T10" fmla="*/ 466 w 708"/>
              <a:gd name="T11" fmla="*/ 592 h 701"/>
              <a:gd name="T12" fmla="*/ 644 w 708"/>
              <a:gd name="T13" fmla="*/ 682 h 701"/>
              <a:gd name="T14" fmla="*/ 663 w 708"/>
              <a:gd name="T15" fmla="*/ 686 h 701"/>
              <a:gd name="T16" fmla="*/ 695 w 708"/>
              <a:gd name="T17" fmla="*/ 674 h 701"/>
              <a:gd name="T18" fmla="*/ 707 w 708"/>
              <a:gd name="T19" fmla="*/ 642 h 701"/>
              <a:gd name="T20" fmla="*/ 707 w 708"/>
              <a:gd name="T21" fmla="*/ 121 h 701"/>
              <a:gd name="T22" fmla="*/ 680 w 708"/>
              <a:gd name="T23" fmla="*/ 80 h 701"/>
              <a:gd name="T24" fmla="*/ 474 w 708"/>
              <a:gd name="T25" fmla="*/ 2 h 701"/>
              <a:gd name="T26" fmla="*/ 459 w 708"/>
              <a:gd name="T27" fmla="*/ 0 h 701"/>
              <a:gd name="T28" fmla="*/ 441 w 708"/>
              <a:gd name="T29" fmla="*/ 2 h 701"/>
              <a:gd name="T30" fmla="*/ 256 w 708"/>
              <a:gd name="T31" fmla="*/ 83 h 701"/>
              <a:gd name="T32" fmla="*/ 250 w 708"/>
              <a:gd name="T33" fmla="*/ 84 h 701"/>
              <a:gd name="T34" fmla="*/ 245 w 708"/>
              <a:gd name="T35" fmla="*/ 83 h 701"/>
              <a:gd name="T36" fmla="*/ 61 w 708"/>
              <a:gd name="T37" fmla="*/ 13 h 701"/>
              <a:gd name="T38" fmla="*/ 44 w 708"/>
              <a:gd name="T39" fmla="*/ 11 h 701"/>
              <a:gd name="T40" fmla="*/ 14 w 708"/>
              <a:gd name="T41" fmla="*/ 23 h 701"/>
              <a:gd name="T42" fmla="*/ 0 w 708"/>
              <a:gd name="T43" fmla="*/ 55 h 701"/>
              <a:gd name="T44" fmla="*/ 0 w 708"/>
              <a:gd name="T45" fmla="*/ 553 h 701"/>
              <a:gd name="T46" fmla="*/ 25 w 708"/>
              <a:gd name="T47" fmla="*/ 594 h 701"/>
              <a:gd name="T48" fmla="*/ 231 w 708"/>
              <a:gd name="T49" fmla="*/ 696 h 701"/>
              <a:gd name="T50" fmla="*/ 250 w 708"/>
              <a:gd name="T51" fmla="*/ 700 h 701"/>
              <a:gd name="T52" fmla="*/ 669 w 708"/>
              <a:gd name="T53" fmla="*/ 107 h 701"/>
              <a:gd name="T54" fmla="*/ 669 w 708"/>
              <a:gd name="T55" fmla="*/ 107 h 701"/>
              <a:gd name="T56" fmla="*/ 678 w 708"/>
              <a:gd name="T57" fmla="*/ 121 h 701"/>
              <a:gd name="T58" fmla="*/ 678 w 708"/>
              <a:gd name="T59" fmla="*/ 642 h 701"/>
              <a:gd name="T60" fmla="*/ 674 w 708"/>
              <a:gd name="T61" fmla="*/ 653 h 701"/>
              <a:gd name="T62" fmla="*/ 663 w 708"/>
              <a:gd name="T63" fmla="*/ 657 h 701"/>
              <a:gd name="T64" fmla="*/ 658 w 708"/>
              <a:gd name="T65" fmla="*/ 656 h 701"/>
              <a:gd name="T66" fmla="*/ 478 w 708"/>
              <a:gd name="T67" fmla="*/ 566 h 701"/>
              <a:gd name="T68" fmla="*/ 473 w 708"/>
              <a:gd name="T69" fmla="*/ 563 h 701"/>
              <a:gd name="T70" fmla="*/ 473 w 708"/>
              <a:gd name="T71" fmla="*/ 33 h 701"/>
              <a:gd name="T72" fmla="*/ 669 w 708"/>
              <a:gd name="T73" fmla="*/ 107 h 701"/>
              <a:gd name="T74" fmla="*/ 442 w 708"/>
              <a:gd name="T75" fmla="*/ 34 h 701"/>
              <a:gd name="T76" fmla="*/ 442 w 708"/>
              <a:gd name="T77" fmla="*/ 34 h 701"/>
              <a:gd name="T78" fmla="*/ 442 w 708"/>
              <a:gd name="T79" fmla="*/ 565 h 701"/>
              <a:gd name="T80" fmla="*/ 437 w 708"/>
              <a:gd name="T81" fmla="*/ 567 h 701"/>
              <a:gd name="T82" fmla="*/ 265 w 708"/>
              <a:gd name="T83" fmla="*/ 664 h 701"/>
              <a:gd name="T84" fmla="*/ 265 w 708"/>
              <a:gd name="T85" fmla="*/ 110 h 701"/>
              <a:gd name="T86" fmla="*/ 268 w 708"/>
              <a:gd name="T87" fmla="*/ 109 h 701"/>
              <a:gd name="T88" fmla="*/ 442 w 708"/>
              <a:gd name="T89" fmla="*/ 34 h 701"/>
              <a:gd name="T90" fmla="*/ 31 w 708"/>
              <a:gd name="T91" fmla="*/ 553 h 701"/>
              <a:gd name="T92" fmla="*/ 31 w 708"/>
              <a:gd name="T93" fmla="*/ 553 h 701"/>
              <a:gd name="T94" fmla="*/ 31 w 708"/>
              <a:gd name="T95" fmla="*/ 55 h 701"/>
              <a:gd name="T96" fmla="*/ 35 w 708"/>
              <a:gd name="T97" fmla="*/ 44 h 701"/>
              <a:gd name="T98" fmla="*/ 44 w 708"/>
              <a:gd name="T99" fmla="*/ 40 h 701"/>
              <a:gd name="T100" fmla="*/ 50 w 708"/>
              <a:gd name="T101" fmla="*/ 41 h 701"/>
              <a:gd name="T102" fmla="*/ 235 w 708"/>
              <a:gd name="T103" fmla="*/ 110 h 701"/>
              <a:gd name="T104" fmla="*/ 236 w 708"/>
              <a:gd name="T105" fmla="*/ 110 h 701"/>
              <a:gd name="T106" fmla="*/ 236 w 708"/>
              <a:gd name="T107" fmla="*/ 665 h 701"/>
              <a:gd name="T108" fmla="*/ 39 w 708"/>
              <a:gd name="T109" fmla="*/ 567 h 701"/>
              <a:gd name="T110" fmla="*/ 31 w 708"/>
              <a:gd name="T111" fmla="*/ 553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8" h="701">
                <a:moveTo>
                  <a:pt x="250" y="700"/>
                </a:moveTo>
                <a:lnTo>
                  <a:pt x="250" y="700"/>
                </a:lnTo>
                <a:cubicBezTo>
                  <a:pt x="259" y="700"/>
                  <a:pt x="265" y="699"/>
                  <a:pt x="272" y="694"/>
                </a:cubicBezTo>
                <a:cubicBezTo>
                  <a:pt x="451" y="592"/>
                  <a:pt x="451" y="592"/>
                  <a:pt x="451" y="592"/>
                </a:cubicBezTo>
                <a:cubicBezTo>
                  <a:pt x="453" y="591"/>
                  <a:pt x="456" y="591"/>
                  <a:pt x="459" y="591"/>
                </a:cubicBezTo>
                <a:cubicBezTo>
                  <a:pt x="460" y="591"/>
                  <a:pt x="463" y="591"/>
                  <a:pt x="466" y="592"/>
                </a:cubicBezTo>
                <a:cubicBezTo>
                  <a:pt x="644" y="682"/>
                  <a:pt x="644" y="682"/>
                  <a:pt x="644" y="682"/>
                </a:cubicBezTo>
                <a:cubicBezTo>
                  <a:pt x="651" y="685"/>
                  <a:pt x="658" y="686"/>
                  <a:pt x="663" y="686"/>
                </a:cubicBezTo>
                <a:cubicBezTo>
                  <a:pt x="676" y="686"/>
                  <a:pt x="687" y="682"/>
                  <a:pt x="695" y="674"/>
                </a:cubicBezTo>
                <a:cubicBezTo>
                  <a:pt x="703" y="665"/>
                  <a:pt x="707" y="654"/>
                  <a:pt x="707" y="642"/>
                </a:cubicBezTo>
                <a:cubicBezTo>
                  <a:pt x="707" y="121"/>
                  <a:pt x="707" y="121"/>
                  <a:pt x="707" y="121"/>
                </a:cubicBezTo>
                <a:cubicBezTo>
                  <a:pt x="707" y="102"/>
                  <a:pt x="696" y="85"/>
                  <a:pt x="680" y="80"/>
                </a:cubicBezTo>
                <a:cubicBezTo>
                  <a:pt x="474" y="2"/>
                  <a:pt x="474" y="2"/>
                  <a:pt x="474" y="2"/>
                </a:cubicBezTo>
                <a:cubicBezTo>
                  <a:pt x="469" y="1"/>
                  <a:pt x="463" y="0"/>
                  <a:pt x="459" y="0"/>
                </a:cubicBezTo>
                <a:cubicBezTo>
                  <a:pt x="452" y="0"/>
                  <a:pt x="446" y="1"/>
                  <a:pt x="441" y="2"/>
                </a:cubicBezTo>
                <a:cubicBezTo>
                  <a:pt x="256" y="83"/>
                  <a:pt x="256" y="83"/>
                  <a:pt x="256" y="83"/>
                </a:cubicBezTo>
                <a:cubicBezTo>
                  <a:pt x="254" y="83"/>
                  <a:pt x="253" y="84"/>
                  <a:pt x="250" y="84"/>
                </a:cubicBezTo>
                <a:cubicBezTo>
                  <a:pt x="249" y="84"/>
                  <a:pt x="248" y="83"/>
                  <a:pt x="245" y="83"/>
                </a:cubicBezTo>
                <a:cubicBezTo>
                  <a:pt x="61" y="13"/>
                  <a:pt x="61" y="13"/>
                  <a:pt x="61" y="13"/>
                </a:cubicBezTo>
                <a:cubicBezTo>
                  <a:pt x="56" y="11"/>
                  <a:pt x="50" y="11"/>
                  <a:pt x="44" y="11"/>
                </a:cubicBezTo>
                <a:cubicBezTo>
                  <a:pt x="33" y="11"/>
                  <a:pt x="22" y="15"/>
                  <a:pt x="14" y="23"/>
                </a:cubicBezTo>
                <a:cubicBezTo>
                  <a:pt x="6" y="30"/>
                  <a:pt x="0" y="42"/>
                  <a:pt x="0" y="55"/>
                </a:cubicBezTo>
                <a:cubicBezTo>
                  <a:pt x="0" y="553"/>
                  <a:pt x="0" y="553"/>
                  <a:pt x="0" y="553"/>
                </a:cubicBezTo>
                <a:cubicBezTo>
                  <a:pt x="0" y="570"/>
                  <a:pt x="10" y="585"/>
                  <a:pt x="25" y="594"/>
                </a:cubicBezTo>
                <a:cubicBezTo>
                  <a:pt x="231" y="696"/>
                  <a:pt x="231" y="696"/>
                  <a:pt x="231" y="696"/>
                </a:cubicBezTo>
                <a:cubicBezTo>
                  <a:pt x="236" y="699"/>
                  <a:pt x="243" y="700"/>
                  <a:pt x="250" y="700"/>
                </a:cubicBezTo>
                <a:close/>
                <a:moveTo>
                  <a:pt x="669" y="107"/>
                </a:moveTo>
                <a:lnTo>
                  <a:pt x="669" y="107"/>
                </a:lnTo>
                <a:cubicBezTo>
                  <a:pt x="674" y="109"/>
                  <a:pt x="678" y="114"/>
                  <a:pt x="678" y="121"/>
                </a:cubicBezTo>
                <a:cubicBezTo>
                  <a:pt x="678" y="642"/>
                  <a:pt x="678" y="642"/>
                  <a:pt x="678" y="642"/>
                </a:cubicBezTo>
                <a:cubicBezTo>
                  <a:pt x="678" y="646"/>
                  <a:pt x="677" y="650"/>
                  <a:pt x="674" y="653"/>
                </a:cubicBezTo>
                <a:cubicBezTo>
                  <a:pt x="672" y="656"/>
                  <a:pt x="667" y="657"/>
                  <a:pt x="663" y="657"/>
                </a:cubicBezTo>
                <a:cubicBezTo>
                  <a:pt x="662" y="657"/>
                  <a:pt x="659" y="656"/>
                  <a:pt x="658" y="656"/>
                </a:cubicBezTo>
                <a:cubicBezTo>
                  <a:pt x="478" y="566"/>
                  <a:pt x="478" y="566"/>
                  <a:pt x="478" y="566"/>
                </a:cubicBezTo>
                <a:cubicBezTo>
                  <a:pt x="477" y="565"/>
                  <a:pt x="474" y="565"/>
                  <a:pt x="473" y="563"/>
                </a:cubicBezTo>
                <a:cubicBezTo>
                  <a:pt x="473" y="33"/>
                  <a:pt x="473" y="33"/>
                  <a:pt x="473" y="33"/>
                </a:cubicBezTo>
                <a:lnTo>
                  <a:pt x="669" y="107"/>
                </a:lnTo>
                <a:close/>
                <a:moveTo>
                  <a:pt x="442" y="34"/>
                </a:moveTo>
                <a:lnTo>
                  <a:pt x="442" y="34"/>
                </a:lnTo>
                <a:cubicBezTo>
                  <a:pt x="442" y="565"/>
                  <a:pt x="442" y="565"/>
                  <a:pt x="442" y="565"/>
                </a:cubicBezTo>
                <a:cubicBezTo>
                  <a:pt x="441" y="565"/>
                  <a:pt x="438" y="566"/>
                  <a:pt x="437" y="567"/>
                </a:cubicBezTo>
                <a:cubicBezTo>
                  <a:pt x="265" y="664"/>
                  <a:pt x="265" y="664"/>
                  <a:pt x="265" y="664"/>
                </a:cubicBezTo>
                <a:cubicBezTo>
                  <a:pt x="265" y="110"/>
                  <a:pt x="265" y="110"/>
                  <a:pt x="265" y="110"/>
                </a:cubicBezTo>
                <a:cubicBezTo>
                  <a:pt x="267" y="110"/>
                  <a:pt x="267" y="109"/>
                  <a:pt x="268" y="109"/>
                </a:cubicBezTo>
                <a:lnTo>
                  <a:pt x="442" y="34"/>
                </a:lnTo>
                <a:close/>
                <a:moveTo>
                  <a:pt x="31" y="553"/>
                </a:moveTo>
                <a:lnTo>
                  <a:pt x="31" y="553"/>
                </a:lnTo>
                <a:cubicBezTo>
                  <a:pt x="31" y="55"/>
                  <a:pt x="31" y="55"/>
                  <a:pt x="31" y="55"/>
                </a:cubicBezTo>
                <a:cubicBezTo>
                  <a:pt x="31" y="49"/>
                  <a:pt x="32" y="47"/>
                  <a:pt x="35" y="44"/>
                </a:cubicBezTo>
                <a:cubicBezTo>
                  <a:pt x="38" y="41"/>
                  <a:pt x="42" y="40"/>
                  <a:pt x="44" y="40"/>
                </a:cubicBezTo>
                <a:cubicBezTo>
                  <a:pt x="47" y="40"/>
                  <a:pt x="49" y="40"/>
                  <a:pt x="50" y="41"/>
                </a:cubicBezTo>
                <a:cubicBezTo>
                  <a:pt x="235" y="110"/>
                  <a:pt x="235" y="110"/>
                  <a:pt x="235" y="110"/>
                </a:cubicBezTo>
                <a:lnTo>
                  <a:pt x="236" y="110"/>
                </a:lnTo>
                <a:cubicBezTo>
                  <a:pt x="236" y="665"/>
                  <a:pt x="236" y="665"/>
                  <a:pt x="236" y="665"/>
                </a:cubicBezTo>
                <a:cubicBezTo>
                  <a:pt x="39" y="567"/>
                  <a:pt x="39" y="567"/>
                  <a:pt x="39" y="567"/>
                </a:cubicBezTo>
                <a:cubicBezTo>
                  <a:pt x="33" y="565"/>
                  <a:pt x="31" y="559"/>
                  <a:pt x="31" y="553"/>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64" name="Group 566">
            <a:extLst>
              <a:ext uri="{FF2B5EF4-FFF2-40B4-BE49-F238E27FC236}">
                <a16:creationId xmlns:a16="http://schemas.microsoft.com/office/drawing/2014/main" id="{97001883-CE16-32A6-4723-654AC1C54D79}"/>
              </a:ext>
            </a:extLst>
          </p:cNvPr>
          <p:cNvGrpSpPr/>
          <p:nvPr/>
        </p:nvGrpSpPr>
        <p:grpSpPr>
          <a:xfrm>
            <a:off x="6453708" y="4186660"/>
            <a:ext cx="212725" cy="255587"/>
            <a:chOff x="5297488" y="4481513"/>
            <a:chExt cx="212725" cy="255587"/>
          </a:xfrm>
          <a:solidFill>
            <a:schemeClr val="accent4"/>
          </a:solidFill>
        </p:grpSpPr>
        <p:sp>
          <p:nvSpPr>
            <p:cNvPr id="565" name="Freeform 468">
              <a:extLst>
                <a:ext uri="{FF2B5EF4-FFF2-40B4-BE49-F238E27FC236}">
                  <a16:creationId xmlns:a16="http://schemas.microsoft.com/office/drawing/2014/main" id="{B108DF99-785E-C2FC-9B77-7C8AF757E390}"/>
                </a:ext>
              </a:extLst>
            </p:cNvPr>
            <p:cNvSpPr>
              <a:spLocks noChangeArrowheads="1"/>
            </p:cNvSpPr>
            <p:nvPr/>
          </p:nvSpPr>
          <p:spPr bwMode="auto">
            <a:xfrm>
              <a:off x="5397500" y="4556125"/>
              <a:ext cx="11113" cy="138113"/>
            </a:xfrm>
            <a:custGeom>
              <a:avLst/>
              <a:gdLst>
                <a:gd name="T0" fmla="*/ 14 w 31"/>
                <a:gd name="T1" fmla="*/ 0 h 385"/>
                <a:gd name="T2" fmla="*/ 14 w 31"/>
                <a:gd name="T3" fmla="*/ 0 h 385"/>
                <a:gd name="T4" fmla="*/ 0 w 31"/>
                <a:gd name="T5" fmla="*/ 15 h 385"/>
                <a:gd name="T6" fmla="*/ 0 w 31"/>
                <a:gd name="T7" fmla="*/ 368 h 385"/>
                <a:gd name="T8" fmla="*/ 14 w 31"/>
                <a:gd name="T9" fmla="*/ 384 h 385"/>
                <a:gd name="T10" fmla="*/ 30 w 31"/>
                <a:gd name="T11" fmla="*/ 368 h 385"/>
                <a:gd name="T12" fmla="*/ 30 w 31"/>
                <a:gd name="T13" fmla="*/ 15 h 385"/>
                <a:gd name="T14" fmla="*/ 14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4" y="0"/>
                  </a:moveTo>
                  <a:lnTo>
                    <a:pt x="14" y="0"/>
                  </a:lnTo>
                  <a:cubicBezTo>
                    <a:pt x="7" y="0"/>
                    <a:pt x="0" y="7"/>
                    <a:pt x="0" y="15"/>
                  </a:cubicBezTo>
                  <a:cubicBezTo>
                    <a:pt x="0" y="368"/>
                    <a:pt x="0" y="368"/>
                    <a:pt x="0" y="368"/>
                  </a:cubicBezTo>
                  <a:cubicBezTo>
                    <a:pt x="0" y="377"/>
                    <a:pt x="7" y="384"/>
                    <a:pt x="14" y="384"/>
                  </a:cubicBezTo>
                  <a:cubicBezTo>
                    <a:pt x="23" y="384"/>
                    <a:pt x="30" y="377"/>
                    <a:pt x="30" y="368"/>
                  </a:cubicBezTo>
                  <a:cubicBezTo>
                    <a:pt x="30" y="15"/>
                    <a:pt x="30" y="15"/>
                    <a:pt x="30" y="15"/>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6" name="Freeform 469">
              <a:extLst>
                <a:ext uri="{FF2B5EF4-FFF2-40B4-BE49-F238E27FC236}">
                  <a16:creationId xmlns:a16="http://schemas.microsoft.com/office/drawing/2014/main" id="{258A7650-855A-7D22-745D-AEB121C74029}"/>
                </a:ext>
              </a:extLst>
            </p:cNvPr>
            <p:cNvSpPr>
              <a:spLocks noChangeArrowheads="1"/>
            </p:cNvSpPr>
            <p:nvPr/>
          </p:nvSpPr>
          <p:spPr bwMode="auto">
            <a:xfrm>
              <a:off x="5356225" y="4556125"/>
              <a:ext cx="11113" cy="138113"/>
            </a:xfrm>
            <a:custGeom>
              <a:avLst/>
              <a:gdLst>
                <a:gd name="T0" fmla="*/ 15 w 31"/>
                <a:gd name="T1" fmla="*/ 0 h 385"/>
                <a:gd name="T2" fmla="*/ 15 w 31"/>
                <a:gd name="T3" fmla="*/ 0 h 385"/>
                <a:gd name="T4" fmla="*/ 0 w 31"/>
                <a:gd name="T5" fmla="*/ 15 h 385"/>
                <a:gd name="T6" fmla="*/ 0 w 31"/>
                <a:gd name="T7" fmla="*/ 368 h 385"/>
                <a:gd name="T8" fmla="*/ 15 w 31"/>
                <a:gd name="T9" fmla="*/ 384 h 385"/>
                <a:gd name="T10" fmla="*/ 30 w 31"/>
                <a:gd name="T11" fmla="*/ 368 h 385"/>
                <a:gd name="T12" fmla="*/ 30 w 31"/>
                <a:gd name="T13" fmla="*/ 15 h 385"/>
                <a:gd name="T14" fmla="*/ 15 w 31"/>
                <a:gd name="T15" fmla="*/ 0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385">
                  <a:moveTo>
                    <a:pt x="15" y="0"/>
                  </a:moveTo>
                  <a:lnTo>
                    <a:pt x="15" y="0"/>
                  </a:lnTo>
                  <a:cubicBezTo>
                    <a:pt x="7" y="0"/>
                    <a:pt x="0" y="7"/>
                    <a:pt x="0" y="15"/>
                  </a:cubicBezTo>
                  <a:cubicBezTo>
                    <a:pt x="0" y="368"/>
                    <a:pt x="0" y="368"/>
                    <a:pt x="0" y="368"/>
                  </a:cubicBezTo>
                  <a:cubicBezTo>
                    <a:pt x="0" y="377"/>
                    <a:pt x="7" y="384"/>
                    <a:pt x="15" y="384"/>
                  </a:cubicBezTo>
                  <a:cubicBezTo>
                    <a:pt x="23" y="384"/>
                    <a:pt x="30" y="377"/>
                    <a:pt x="30" y="368"/>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7" name="Freeform 470">
              <a:extLst>
                <a:ext uri="{FF2B5EF4-FFF2-40B4-BE49-F238E27FC236}">
                  <a16:creationId xmlns:a16="http://schemas.microsoft.com/office/drawing/2014/main" id="{B32A831E-7689-B081-49E7-C6389199D74C}"/>
                </a:ext>
              </a:extLst>
            </p:cNvPr>
            <p:cNvSpPr>
              <a:spLocks noChangeArrowheads="1"/>
            </p:cNvSpPr>
            <p:nvPr/>
          </p:nvSpPr>
          <p:spPr bwMode="auto">
            <a:xfrm>
              <a:off x="5440363" y="4556125"/>
              <a:ext cx="11112" cy="138113"/>
            </a:xfrm>
            <a:custGeom>
              <a:avLst/>
              <a:gdLst>
                <a:gd name="T0" fmla="*/ 0 w 30"/>
                <a:gd name="T1" fmla="*/ 15 h 385"/>
                <a:gd name="T2" fmla="*/ 0 w 30"/>
                <a:gd name="T3" fmla="*/ 15 h 385"/>
                <a:gd name="T4" fmla="*/ 0 w 30"/>
                <a:gd name="T5" fmla="*/ 368 h 385"/>
                <a:gd name="T6" fmla="*/ 15 w 30"/>
                <a:gd name="T7" fmla="*/ 384 h 385"/>
                <a:gd name="T8" fmla="*/ 29 w 30"/>
                <a:gd name="T9" fmla="*/ 368 h 385"/>
                <a:gd name="T10" fmla="*/ 29 w 30"/>
                <a:gd name="T11" fmla="*/ 15 h 385"/>
                <a:gd name="T12" fmla="*/ 15 w 30"/>
                <a:gd name="T13" fmla="*/ 0 h 385"/>
                <a:gd name="T14" fmla="*/ 0 w 30"/>
                <a:gd name="T15" fmla="*/ 15 h 38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85">
                  <a:moveTo>
                    <a:pt x="0" y="15"/>
                  </a:moveTo>
                  <a:lnTo>
                    <a:pt x="0" y="15"/>
                  </a:lnTo>
                  <a:cubicBezTo>
                    <a:pt x="0" y="368"/>
                    <a:pt x="0" y="368"/>
                    <a:pt x="0" y="368"/>
                  </a:cubicBezTo>
                  <a:cubicBezTo>
                    <a:pt x="0" y="377"/>
                    <a:pt x="7" y="384"/>
                    <a:pt x="15" y="384"/>
                  </a:cubicBezTo>
                  <a:cubicBezTo>
                    <a:pt x="23" y="384"/>
                    <a:pt x="29" y="377"/>
                    <a:pt x="29" y="368"/>
                  </a:cubicBezTo>
                  <a:cubicBezTo>
                    <a:pt x="29" y="15"/>
                    <a:pt x="29" y="15"/>
                    <a:pt x="29" y="15"/>
                  </a:cubicBezTo>
                  <a:cubicBezTo>
                    <a:pt x="29"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68" name="Freeform 471">
              <a:extLst>
                <a:ext uri="{FF2B5EF4-FFF2-40B4-BE49-F238E27FC236}">
                  <a16:creationId xmlns:a16="http://schemas.microsoft.com/office/drawing/2014/main" id="{8C265805-0D23-FF1C-0127-23CDA5419998}"/>
                </a:ext>
              </a:extLst>
            </p:cNvPr>
            <p:cNvSpPr>
              <a:spLocks noChangeArrowheads="1"/>
            </p:cNvSpPr>
            <p:nvPr/>
          </p:nvSpPr>
          <p:spPr bwMode="auto">
            <a:xfrm>
              <a:off x="5297488" y="4481513"/>
              <a:ext cx="212725" cy="255587"/>
            </a:xfrm>
            <a:custGeom>
              <a:avLst/>
              <a:gdLst>
                <a:gd name="T0" fmla="*/ 427 w 591"/>
                <a:gd name="T1" fmla="*/ 88 h 708"/>
                <a:gd name="T2" fmla="*/ 427 w 591"/>
                <a:gd name="T3" fmla="*/ 88 h 708"/>
                <a:gd name="T4" fmla="*/ 427 w 591"/>
                <a:gd name="T5" fmla="*/ 83 h 708"/>
                <a:gd name="T6" fmla="*/ 344 w 591"/>
                <a:gd name="T7" fmla="*/ 0 h 708"/>
                <a:gd name="T8" fmla="*/ 245 w 591"/>
                <a:gd name="T9" fmla="*/ 0 h 708"/>
                <a:gd name="T10" fmla="*/ 162 w 591"/>
                <a:gd name="T11" fmla="*/ 83 h 708"/>
                <a:gd name="T12" fmla="*/ 162 w 591"/>
                <a:gd name="T13" fmla="*/ 88 h 708"/>
                <a:gd name="T14" fmla="*/ 59 w 591"/>
                <a:gd name="T15" fmla="*/ 88 h 708"/>
                <a:gd name="T16" fmla="*/ 15 w 591"/>
                <a:gd name="T17" fmla="*/ 88 h 708"/>
                <a:gd name="T18" fmla="*/ 0 w 591"/>
                <a:gd name="T19" fmla="*/ 103 h 708"/>
                <a:gd name="T20" fmla="*/ 15 w 591"/>
                <a:gd name="T21" fmla="*/ 117 h 708"/>
                <a:gd name="T22" fmla="*/ 46 w 591"/>
                <a:gd name="T23" fmla="*/ 117 h 708"/>
                <a:gd name="T24" fmla="*/ 69 w 591"/>
                <a:gd name="T25" fmla="*/ 609 h 708"/>
                <a:gd name="T26" fmla="*/ 173 w 591"/>
                <a:gd name="T27" fmla="*/ 707 h 708"/>
                <a:gd name="T28" fmla="*/ 417 w 591"/>
                <a:gd name="T29" fmla="*/ 707 h 708"/>
                <a:gd name="T30" fmla="*/ 519 w 591"/>
                <a:gd name="T31" fmla="*/ 609 h 708"/>
                <a:gd name="T32" fmla="*/ 544 w 591"/>
                <a:gd name="T33" fmla="*/ 117 h 708"/>
                <a:gd name="T34" fmla="*/ 575 w 591"/>
                <a:gd name="T35" fmla="*/ 117 h 708"/>
                <a:gd name="T36" fmla="*/ 590 w 591"/>
                <a:gd name="T37" fmla="*/ 103 h 708"/>
                <a:gd name="T38" fmla="*/ 575 w 591"/>
                <a:gd name="T39" fmla="*/ 88 h 708"/>
                <a:gd name="T40" fmla="*/ 531 w 591"/>
                <a:gd name="T41" fmla="*/ 88 h 708"/>
                <a:gd name="T42" fmla="*/ 427 w 591"/>
                <a:gd name="T43" fmla="*/ 88 h 708"/>
                <a:gd name="T44" fmla="*/ 192 w 591"/>
                <a:gd name="T45" fmla="*/ 83 h 708"/>
                <a:gd name="T46" fmla="*/ 192 w 591"/>
                <a:gd name="T47" fmla="*/ 83 h 708"/>
                <a:gd name="T48" fmla="*/ 207 w 591"/>
                <a:gd name="T49" fmla="*/ 45 h 708"/>
                <a:gd name="T50" fmla="*/ 245 w 591"/>
                <a:gd name="T51" fmla="*/ 29 h 708"/>
                <a:gd name="T52" fmla="*/ 344 w 591"/>
                <a:gd name="T53" fmla="*/ 29 h 708"/>
                <a:gd name="T54" fmla="*/ 383 w 591"/>
                <a:gd name="T55" fmla="*/ 45 h 708"/>
                <a:gd name="T56" fmla="*/ 398 w 591"/>
                <a:gd name="T57" fmla="*/ 83 h 708"/>
                <a:gd name="T58" fmla="*/ 398 w 591"/>
                <a:gd name="T59" fmla="*/ 88 h 708"/>
                <a:gd name="T60" fmla="*/ 192 w 591"/>
                <a:gd name="T61" fmla="*/ 88 h 708"/>
                <a:gd name="T62" fmla="*/ 192 w 591"/>
                <a:gd name="T63" fmla="*/ 83 h 708"/>
                <a:gd name="T64" fmla="*/ 490 w 591"/>
                <a:gd name="T65" fmla="*/ 608 h 708"/>
                <a:gd name="T66" fmla="*/ 490 w 591"/>
                <a:gd name="T67" fmla="*/ 608 h 708"/>
                <a:gd name="T68" fmla="*/ 417 w 591"/>
                <a:gd name="T69" fmla="*/ 678 h 708"/>
                <a:gd name="T70" fmla="*/ 173 w 591"/>
                <a:gd name="T71" fmla="*/ 678 h 708"/>
                <a:gd name="T72" fmla="*/ 100 w 591"/>
                <a:gd name="T73" fmla="*/ 608 h 708"/>
                <a:gd name="T74" fmla="*/ 75 w 591"/>
                <a:gd name="T75" fmla="*/ 117 h 708"/>
                <a:gd name="T76" fmla="*/ 177 w 591"/>
                <a:gd name="T77" fmla="*/ 117 h 708"/>
                <a:gd name="T78" fmla="*/ 413 w 591"/>
                <a:gd name="T79" fmla="*/ 117 h 708"/>
                <a:gd name="T80" fmla="*/ 515 w 591"/>
                <a:gd name="T81" fmla="*/ 117 h 708"/>
                <a:gd name="T82" fmla="*/ 490 w 591"/>
                <a:gd name="T83" fmla="*/ 60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91" h="708">
                  <a:moveTo>
                    <a:pt x="427" y="88"/>
                  </a:moveTo>
                  <a:lnTo>
                    <a:pt x="427" y="88"/>
                  </a:lnTo>
                  <a:cubicBezTo>
                    <a:pt x="427" y="83"/>
                    <a:pt x="427" y="83"/>
                    <a:pt x="427" y="83"/>
                  </a:cubicBezTo>
                  <a:cubicBezTo>
                    <a:pt x="427" y="37"/>
                    <a:pt x="391" y="0"/>
                    <a:pt x="344" y="0"/>
                  </a:cubicBezTo>
                  <a:cubicBezTo>
                    <a:pt x="245" y="0"/>
                    <a:pt x="245" y="0"/>
                    <a:pt x="245" y="0"/>
                  </a:cubicBezTo>
                  <a:cubicBezTo>
                    <a:pt x="199" y="0"/>
                    <a:pt x="162" y="37"/>
                    <a:pt x="162" y="83"/>
                  </a:cubicBezTo>
                  <a:cubicBezTo>
                    <a:pt x="162" y="88"/>
                    <a:pt x="162" y="88"/>
                    <a:pt x="162" y="88"/>
                  </a:cubicBezTo>
                  <a:cubicBezTo>
                    <a:pt x="59" y="88"/>
                    <a:pt x="59" y="88"/>
                    <a:pt x="59" y="88"/>
                  </a:cubicBezTo>
                  <a:cubicBezTo>
                    <a:pt x="15" y="88"/>
                    <a:pt x="15" y="88"/>
                    <a:pt x="15" y="88"/>
                  </a:cubicBezTo>
                  <a:cubicBezTo>
                    <a:pt x="7" y="88"/>
                    <a:pt x="0" y="95"/>
                    <a:pt x="0" y="103"/>
                  </a:cubicBezTo>
                  <a:cubicBezTo>
                    <a:pt x="0" y="112"/>
                    <a:pt x="7" y="117"/>
                    <a:pt x="15" y="117"/>
                  </a:cubicBezTo>
                  <a:cubicBezTo>
                    <a:pt x="46" y="117"/>
                    <a:pt x="46" y="117"/>
                    <a:pt x="46" y="117"/>
                  </a:cubicBezTo>
                  <a:cubicBezTo>
                    <a:pt x="69" y="609"/>
                    <a:pt x="69" y="609"/>
                    <a:pt x="69" y="609"/>
                  </a:cubicBezTo>
                  <a:cubicBezTo>
                    <a:pt x="72" y="664"/>
                    <a:pt x="118" y="707"/>
                    <a:pt x="173" y="707"/>
                  </a:cubicBezTo>
                  <a:cubicBezTo>
                    <a:pt x="417" y="707"/>
                    <a:pt x="417" y="707"/>
                    <a:pt x="417" y="707"/>
                  </a:cubicBezTo>
                  <a:cubicBezTo>
                    <a:pt x="472" y="707"/>
                    <a:pt x="517" y="664"/>
                    <a:pt x="519" y="609"/>
                  </a:cubicBezTo>
                  <a:cubicBezTo>
                    <a:pt x="544" y="117"/>
                    <a:pt x="544" y="117"/>
                    <a:pt x="544" y="117"/>
                  </a:cubicBezTo>
                  <a:cubicBezTo>
                    <a:pt x="575" y="117"/>
                    <a:pt x="575" y="117"/>
                    <a:pt x="575" y="117"/>
                  </a:cubicBezTo>
                  <a:cubicBezTo>
                    <a:pt x="583" y="117"/>
                    <a:pt x="590" y="112"/>
                    <a:pt x="590" y="103"/>
                  </a:cubicBezTo>
                  <a:cubicBezTo>
                    <a:pt x="590" y="95"/>
                    <a:pt x="583" y="88"/>
                    <a:pt x="575" y="88"/>
                  </a:cubicBezTo>
                  <a:cubicBezTo>
                    <a:pt x="531" y="88"/>
                    <a:pt x="531" y="88"/>
                    <a:pt x="531" y="88"/>
                  </a:cubicBezTo>
                  <a:lnTo>
                    <a:pt x="427" y="88"/>
                  </a:lnTo>
                  <a:close/>
                  <a:moveTo>
                    <a:pt x="192" y="83"/>
                  </a:moveTo>
                  <a:lnTo>
                    <a:pt x="192" y="83"/>
                  </a:lnTo>
                  <a:cubicBezTo>
                    <a:pt x="192" y="68"/>
                    <a:pt x="198" y="55"/>
                    <a:pt x="207" y="45"/>
                  </a:cubicBezTo>
                  <a:cubicBezTo>
                    <a:pt x="217" y="36"/>
                    <a:pt x="231" y="29"/>
                    <a:pt x="245" y="29"/>
                  </a:cubicBezTo>
                  <a:cubicBezTo>
                    <a:pt x="344" y="29"/>
                    <a:pt x="344" y="29"/>
                    <a:pt x="344" y="29"/>
                  </a:cubicBezTo>
                  <a:cubicBezTo>
                    <a:pt x="359" y="29"/>
                    <a:pt x="373" y="36"/>
                    <a:pt x="383" y="45"/>
                  </a:cubicBezTo>
                  <a:cubicBezTo>
                    <a:pt x="392" y="55"/>
                    <a:pt x="398" y="68"/>
                    <a:pt x="398" y="83"/>
                  </a:cubicBezTo>
                  <a:cubicBezTo>
                    <a:pt x="398" y="88"/>
                    <a:pt x="398" y="88"/>
                    <a:pt x="398" y="88"/>
                  </a:cubicBezTo>
                  <a:cubicBezTo>
                    <a:pt x="192" y="88"/>
                    <a:pt x="192" y="88"/>
                    <a:pt x="192" y="88"/>
                  </a:cubicBezTo>
                  <a:lnTo>
                    <a:pt x="192" y="83"/>
                  </a:lnTo>
                  <a:close/>
                  <a:moveTo>
                    <a:pt x="490" y="608"/>
                  </a:moveTo>
                  <a:lnTo>
                    <a:pt x="490" y="608"/>
                  </a:lnTo>
                  <a:cubicBezTo>
                    <a:pt x="489" y="646"/>
                    <a:pt x="456" y="678"/>
                    <a:pt x="417" y="678"/>
                  </a:cubicBezTo>
                  <a:cubicBezTo>
                    <a:pt x="173" y="678"/>
                    <a:pt x="173" y="678"/>
                    <a:pt x="173" y="678"/>
                  </a:cubicBezTo>
                  <a:cubicBezTo>
                    <a:pt x="134" y="678"/>
                    <a:pt x="101" y="646"/>
                    <a:pt x="100" y="608"/>
                  </a:cubicBezTo>
                  <a:cubicBezTo>
                    <a:pt x="75" y="117"/>
                    <a:pt x="75" y="117"/>
                    <a:pt x="75" y="117"/>
                  </a:cubicBezTo>
                  <a:cubicBezTo>
                    <a:pt x="177" y="117"/>
                    <a:pt x="177" y="117"/>
                    <a:pt x="177" y="117"/>
                  </a:cubicBezTo>
                  <a:cubicBezTo>
                    <a:pt x="413" y="117"/>
                    <a:pt x="413" y="117"/>
                    <a:pt x="413" y="117"/>
                  </a:cubicBezTo>
                  <a:cubicBezTo>
                    <a:pt x="515" y="117"/>
                    <a:pt x="515" y="117"/>
                    <a:pt x="515" y="117"/>
                  </a:cubicBezTo>
                  <a:lnTo>
                    <a:pt x="490" y="6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69" name="Group 571">
            <a:extLst>
              <a:ext uri="{FF2B5EF4-FFF2-40B4-BE49-F238E27FC236}">
                <a16:creationId xmlns:a16="http://schemas.microsoft.com/office/drawing/2014/main" id="{B0ECE181-0878-892B-87C2-421C53A250AC}"/>
              </a:ext>
            </a:extLst>
          </p:cNvPr>
          <p:cNvGrpSpPr/>
          <p:nvPr/>
        </p:nvGrpSpPr>
        <p:grpSpPr>
          <a:xfrm>
            <a:off x="3732733" y="5216947"/>
            <a:ext cx="254000" cy="219075"/>
            <a:chOff x="2576513" y="5551488"/>
            <a:chExt cx="254000" cy="219075"/>
          </a:xfrm>
          <a:solidFill>
            <a:schemeClr val="accent4"/>
          </a:solidFill>
        </p:grpSpPr>
        <p:sp>
          <p:nvSpPr>
            <p:cNvPr id="570" name="Freeform 472">
              <a:extLst>
                <a:ext uri="{FF2B5EF4-FFF2-40B4-BE49-F238E27FC236}">
                  <a16:creationId xmlns:a16="http://schemas.microsoft.com/office/drawing/2014/main" id="{E6181A59-10D8-B7C7-498E-4518C07451A1}"/>
                </a:ext>
              </a:extLst>
            </p:cNvPr>
            <p:cNvSpPr>
              <a:spLocks noChangeArrowheads="1"/>
            </p:cNvSpPr>
            <p:nvPr/>
          </p:nvSpPr>
          <p:spPr bwMode="auto">
            <a:xfrm>
              <a:off x="2576513" y="5551488"/>
              <a:ext cx="254000" cy="219075"/>
            </a:xfrm>
            <a:custGeom>
              <a:avLst/>
              <a:gdLst>
                <a:gd name="T0" fmla="*/ 699 w 706"/>
                <a:gd name="T1" fmla="*/ 540 h 610"/>
                <a:gd name="T2" fmla="*/ 699 w 706"/>
                <a:gd name="T3" fmla="*/ 540 h 610"/>
                <a:gd name="T4" fmla="*/ 423 w 706"/>
                <a:gd name="T5" fmla="*/ 42 h 610"/>
                <a:gd name="T6" fmla="*/ 423 w 706"/>
                <a:gd name="T7" fmla="*/ 42 h 610"/>
                <a:gd name="T8" fmla="*/ 353 w 706"/>
                <a:gd name="T9" fmla="*/ 0 h 610"/>
                <a:gd name="T10" fmla="*/ 284 w 706"/>
                <a:gd name="T11" fmla="*/ 42 h 610"/>
                <a:gd name="T12" fmla="*/ 6 w 706"/>
                <a:gd name="T13" fmla="*/ 540 h 610"/>
                <a:gd name="T14" fmla="*/ 6 w 706"/>
                <a:gd name="T15" fmla="*/ 542 h 610"/>
                <a:gd name="T16" fmla="*/ 0 w 706"/>
                <a:gd name="T17" fmla="*/ 562 h 610"/>
                <a:gd name="T18" fmla="*/ 14 w 706"/>
                <a:gd name="T19" fmla="*/ 595 h 610"/>
                <a:gd name="T20" fmla="*/ 49 w 706"/>
                <a:gd name="T21" fmla="*/ 609 h 610"/>
                <a:gd name="T22" fmla="*/ 658 w 706"/>
                <a:gd name="T23" fmla="*/ 609 h 610"/>
                <a:gd name="T24" fmla="*/ 691 w 706"/>
                <a:gd name="T25" fmla="*/ 595 h 610"/>
                <a:gd name="T26" fmla="*/ 705 w 706"/>
                <a:gd name="T27" fmla="*/ 562 h 610"/>
                <a:gd name="T28" fmla="*/ 699 w 706"/>
                <a:gd name="T29" fmla="*/ 542 h 610"/>
                <a:gd name="T30" fmla="*/ 699 w 706"/>
                <a:gd name="T31" fmla="*/ 540 h 610"/>
                <a:gd name="T32" fmla="*/ 670 w 706"/>
                <a:gd name="T33" fmla="*/ 575 h 610"/>
                <a:gd name="T34" fmla="*/ 670 w 706"/>
                <a:gd name="T35" fmla="*/ 575 h 610"/>
                <a:gd name="T36" fmla="*/ 658 w 706"/>
                <a:gd name="T37" fmla="*/ 580 h 610"/>
                <a:gd name="T38" fmla="*/ 49 w 706"/>
                <a:gd name="T39" fmla="*/ 580 h 610"/>
                <a:gd name="T40" fmla="*/ 35 w 706"/>
                <a:gd name="T41" fmla="*/ 575 h 610"/>
                <a:gd name="T42" fmla="*/ 31 w 706"/>
                <a:gd name="T43" fmla="*/ 562 h 610"/>
                <a:gd name="T44" fmla="*/ 32 w 706"/>
                <a:gd name="T45" fmla="*/ 554 h 610"/>
                <a:gd name="T46" fmla="*/ 309 w 706"/>
                <a:gd name="T47" fmla="*/ 55 h 610"/>
                <a:gd name="T48" fmla="*/ 353 w 706"/>
                <a:gd name="T49" fmla="*/ 29 h 610"/>
                <a:gd name="T50" fmla="*/ 397 w 706"/>
                <a:gd name="T51" fmla="*/ 55 h 610"/>
                <a:gd name="T52" fmla="*/ 409 w 706"/>
                <a:gd name="T53" fmla="*/ 48 h 610"/>
                <a:gd name="T54" fmla="*/ 397 w 706"/>
                <a:gd name="T55" fmla="*/ 55 h 610"/>
                <a:gd name="T56" fmla="*/ 673 w 706"/>
                <a:gd name="T57" fmla="*/ 554 h 610"/>
                <a:gd name="T58" fmla="*/ 676 w 706"/>
                <a:gd name="T59" fmla="*/ 562 h 610"/>
                <a:gd name="T60" fmla="*/ 670 w 706"/>
                <a:gd name="T61" fmla="*/ 575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610">
                  <a:moveTo>
                    <a:pt x="699" y="540"/>
                  </a:moveTo>
                  <a:lnTo>
                    <a:pt x="699" y="540"/>
                  </a:lnTo>
                  <a:cubicBezTo>
                    <a:pt x="423" y="42"/>
                    <a:pt x="423" y="42"/>
                    <a:pt x="423" y="42"/>
                  </a:cubicBezTo>
                  <a:lnTo>
                    <a:pt x="423" y="42"/>
                  </a:lnTo>
                  <a:cubicBezTo>
                    <a:pt x="408" y="14"/>
                    <a:pt x="380" y="0"/>
                    <a:pt x="353" y="0"/>
                  </a:cubicBezTo>
                  <a:cubicBezTo>
                    <a:pt x="326" y="0"/>
                    <a:pt x="299" y="14"/>
                    <a:pt x="284" y="42"/>
                  </a:cubicBezTo>
                  <a:cubicBezTo>
                    <a:pt x="6" y="540"/>
                    <a:pt x="6" y="540"/>
                    <a:pt x="6" y="540"/>
                  </a:cubicBezTo>
                  <a:cubicBezTo>
                    <a:pt x="6" y="542"/>
                    <a:pt x="6" y="542"/>
                    <a:pt x="6" y="542"/>
                  </a:cubicBezTo>
                  <a:cubicBezTo>
                    <a:pt x="3" y="548"/>
                    <a:pt x="0" y="555"/>
                    <a:pt x="0" y="562"/>
                  </a:cubicBezTo>
                  <a:cubicBezTo>
                    <a:pt x="0" y="575"/>
                    <a:pt x="6" y="587"/>
                    <a:pt x="14" y="595"/>
                  </a:cubicBezTo>
                  <a:cubicBezTo>
                    <a:pt x="23" y="604"/>
                    <a:pt x="35" y="609"/>
                    <a:pt x="49" y="609"/>
                  </a:cubicBezTo>
                  <a:cubicBezTo>
                    <a:pt x="658" y="609"/>
                    <a:pt x="658" y="609"/>
                    <a:pt x="658" y="609"/>
                  </a:cubicBezTo>
                  <a:cubicBezTo>
                    <a:pt x="670" y="609"/>
                    <a:pt x="683" y="604"/>
                    <a:pt x="691" y="595"/>
                  </a:cubicBezTo>
                  <a:cubicBezTo>
                    <a:pt x="699" y="587"/>
                    <a:pt x="705" y="575"/>
                    <a:pt x="705" y="562"/>
                  </a:cubicBezTo>
                  <a:cubicBezTo>
                    <a:pt x="705" y="555"/>
                    <a:pt x="704" y="548"/>
                    <a:pt x="699" y="542"/>
                  </a:cubicBezTo>
                  <a:lnTo>
                    <a:pt x="699" y="540"/>
                  </a:lnTo>
                  <a:close/>
                  <a:moveTo>
                    <a:pt x="670" y="575"/>
                  </a:moveTo>
                  <a:lnTo>
                    <a:pt x="670" y="575"/>
                  </a:lnTo>
                  <a:cubicBezTo>
                    <a:pt x="668" y="577"/>
                    <a:pt x="663" y="580"/>
                    <a:pt x="658" y="580"/>
                  </a:cubicBezTo>
                  <a:cubicBezTo>
                    <a:pt x="49" y="580"/>
                    <a:pt x="49" y="580"/>
                    <a:pt x="49" y="580"/>
                  </a:cubicBezTo>
                  <a:cubicBezTo>
                    <a:pt x="43" y="580"/>
                    <a:pt x="39" y="577"/>
                    <a:pt x="35" y="575"/>
                  </a:cubicBezTo>
                  <a:cubicBezTo>
                    <a:pt x="32" y="572"/>
                    <a:pt x="31" y="566"/>
                    <a:pt x="31" y="562"/>
                  </a:cubicBezTo>
                  <a:cubicBezTo>
                    <a:pt x="31" y="559"/>
                    <a:pt x="31" y="557"/>
                    <a:pt x="32" y="554"/>
                  </a:cubicBezTo>
                  <a:cubicBezTo>
                    <a:pt x="309" y="55"/>
                    <a:pt x="309" y="55"/>
                    <a:pt x="309" y="55"/>
                  </a:cubicBezTo>
                  <a:cubicBezTo>
                    <a:pt x="318" y="37"/>
                    <a:pt x="336" y="29"/>
                    <a:pt x="353" y="29"/>
                  </a:cubicBezTo>
                  <a:cubicBezTo>
                    <a:pt x="371" y="29"/>
                    <a:pt x="387" y="37"/>
                    <a:pt x="397" y="55"/>
                  </a:cubicBezTo>
                  <a:cubicBezTo>
                    <a:pt x="409" y="48"/>
                    <a:pt x="409" y="48"/>
                    <a:pt x="409" y="48"/>
                  </a:cubicBezTo>
                  <a:cubicBezTo>
                    <a:pt x="397" y="55"/>
                    <a:pt x="397" y="55"/>
                    <a:pt x="397" y="55"/>
                  </a:cubicBezTo>
                  <a:cubicBezTo>
                    <a:pt x="673" y="554"/>
                    <a:pt x="673" y="554"/>
                    <a:pt x="673" y="554"/>
                  </a:cubicBezTo>
                  <a:cubicBezTo>
                    <a:pt x="675" y="557"/>
                    <a:pt x="676" y="559"/>
                    <a:pt x="676" y="562"/>
                  </a:cubicBezTo>
                  <a:cubicBezTo>
                    <a:pt x="676" y="566"/>
                    <a:pt x="673" y="572"/>
                    <a:pt x="670" y="5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1" name="Freeform 473">
              <a:extLst>
                <a:ext uri="{FF2B5EF4-FFF2-40B4-BE49-F238E27FC236}">
                  <a16:creationId xmlns:a16="http://schemas.microsoft.com/office/drawing/2014/main" id="{345F2EC6-E219-A735-E9E3-434B31047B9F}"/>
                </a:ext>
              </a:extLst>
            </p:cNvPr>
            <p:cNvSpPr>
              <a:spLocks noChangeArrowheads="1"/>
            </p:cNvSpPr>
            <p:nvPr/>
          </p:nvSpPr>
          <p:spPr bwMode="auto">
            <a:xfrm>
              <a:off x="2698750" y="5608638"/>
              <a:ext cx="11113" cy="104775"/>
            </a:xfrm>
            <a:custGeom>
              <a:avLst/>
              <a:gdLst>
                <a:gd name="T0" fmla="*/ 15 w 31"/>
                <a:gd name="T1" fmla="*/ 290 h 291"/>
                <a:gd name="T2" fmla="*/ 15 w 31"/>
                <a:gd name="T3" fmla="*/ 290 h 291"/>
                <a:gd name="T4" fmla="*/ 30 w 31"/>
                <a:gd name="T5" fmla="*/ 274 h 291"/>
                <a:gd name="T6" fmla="*/ 30 w 31"/>
                <a:gd name="T7" fmla="*/ 15 h 291"/>
                <a:gd name="T8" fmla="*/ 15 w 31"/>
                <a:gd name="T9" fmla="*/ 0 h 291"/>
                <a:gd name="T10" fmla="*/ 0 w 31"/>
                <a:gd name="T11" fmla="*/ 15 h 291"/>
                <a:gd name="T12" fmla="*/ 0 w 31"/>
                <a:gd name="T13" fmla="*/ 274 h 291"/>
                <a:gd name="T14" fmla="*/ 15 w 31"/>
                <a:gd name="T15" fmla="*/ 290 h 2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1">
                  <a:moveTo>
                    <a:pt x="15" y="290"/>
                  </a:moveTo>
                  <a:lnTo>
                    <a:pt x="15" y="290"/>
                  </a:lnTo>
                  <a:cubicBezTo>
                    <a:pt x="23" y="290"/>
                    <a:pt x="30" y="283"/>
                    <a:pt x="30" y="274"/>
                  </a:cubicBezTo>
                  <a:cubicBezTo>
                    <a:pt x="30" y="15"/>
                    <a:pt x="30" y="15"/>
                    <a:pt x="30" y="15"/>
                  </a:cubicBezTo>
                  <a:cubicBezTo>
                    <a:pt x="30" y="6"/>
                    <a:pt x="23" y="0"/>
                    <a:pt x="15" y="0"/>
                  </a:cubicBezTo>
                  <a:cubicBezTo>
                    <a:pt x="6" y="0"/>
                    <a:pt x="0" y="6"/>
                    <a:pt x="0" y="15"/>
                  </a:cubicBezTo>
                  <a:cubicBezTo>
                    <a:pt x="0" y="274"/>
                    <a:pt x="0" y="274"/>
                    <a:pt x="0" y="274"/>
                  </a:cubicBezTo>
                  <a:cubicBezTo>
                    <a:pt x="0" y="283"/>
                    <a:pt x="6" y="290"/>
                    <a:pt x="15"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2" name="Freeform 474">
              <a:extLst>
                <a:ext uri="{FF2B5EF4-FFF2-40B4-BE49-F238E27FC236}">
                  <a16:creationId xmlns:a16="http://schemas.microsoft.com/office/drawing/2014/main" id="{0CA70EB2-ABE7-675C-1B72-9C95C9D7B47E}"/>
                </a:ext>
              </a:extLst>
            </p:cNvPr>
            <p:cNvSpPr>
              <a:spLocks noChangeArrowheads="1"/>
            </p:cNvSpPr>
            <p:nvPr/>
          </p:nvSpPr>
          <p:spPr bwMode="auto">
            <a:xfrm>
              <a:off x="2698750" y="5724525"/>
              <a:ext cx="12700" cy="12700"/>
            </a:xfrm>
            <a:custGeom>
              <a:avLst/>
              <a:gdLst>
                <a:gd name="T0" fmla="*/ 17 w 34"/>
                <a:gd name="T1" fmla="*/ 0 h 34"/>
                <a:gd name="T2" fmla="*/ 17 w 34"/>
                <a:gd name="T3" fmla="*/ 0 h 34"/>
                <a:gd name="T4" fmla="*/ 0 w 34"/>
                <a:gd name="T5" fmla="*/ 16 h 34"/>
                <a:gd name="T6" fmla="*/ 17 w 34"/>
                <a:gd name="T7" fmla="*/ 33 h 34"/>
                <a:gd name="T8" fmla="*/ 33 w 34"/>
                <a:gd name="T9" fmla="*/ 16 h 34"/>
                <a:gd name="T10" fmla="*/ 17 w 34"/>
                <a:gd name="T11" fmla="*/ 0 h 34"/>
              </a:gdLst>
              <a:ahLst/>
              <a:cxnLst>
                <a:cxn ang="0">
                  <a:pos x="T0" y="T1"/>
                </a:cxn>
                <a:cxn ang="0">
                  <a:pos x="T2" y="T3"/>
                </a:cxn>
                <a:cxn ang="0">
                  <a:pos x="T4" y="T5"/>
                </a:cxn>
                <a:cxn ang="0">
                  <a:pos x="T6" y="T7"/>
                </a:cxn>
                <a:cxn ang="0">
                  <a:pos x="T8" y="T9"/>
                </a:cxn>
                <a:cxn ang="0">
                  <a:pos x="T10" y="T11"/>
                </a:cxn>
              </a:cxnLst>
              <a:rect l="0" t="0" r="r" b="b"/>
              <a:pathLst>
                <a:path w="34" h="34">
                  <a:moveTo>
                    <a:pt x="17" y="0"/>
                  </a:moveTo>
                  <a:lnTo>
                    <a:pt x="17" y="0"/>
                  </a:lnTo>
                  <a:cubicBezTo>
                    <a:pt x="8" y="0"/>
                    <a:pt x="0" y="8"/>
                    <a:pt x="0" y="16"/>
                  </a:cubicBezTo>
                  <a:cubicBezTo>
                    <a:pt x="0" y="26"/>
                    <a:pt x="8" y="33"/>
                    <a:pt x="17" y="33"/>
                  </a:cubicBezTo>
                  <a:cubicBezTo>
                    <a:pt x="26" y="33"/>
                    <a:pt x="33" y="26"/>
                    <a:pt x="33" y="16"/>
                  </a:cubicBezTo>
                  <a:cubicBezTo>
                    <a:pt x="33" y="8"/>
                    <a:pt x="26"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573" name="Freeform 475">
            <a:extLst>
              <a:ext uri="{FF2B5EF4-FFF2-40B4-BE49-F238E27FC236}">
                <a16:creationId xmlns:a16="http://schemas.microsoft.com/office/drawing/2014/main" id="{9A88B81D-1D99-40D2-1FF3-C5B89A76E8DD}"/>
              </a:ext>
            </a:extLst>
          </p:cNvPr>
          <p:cNvSpPr>
            <a:spLocks noChangeArrowheads="1"/>
          </p:cNvSpPr>
          <p:nvPr/>
        </p:nvSpPr>
        <p:spPr bwMode="auto">
          <a:xfrm>
            <a:off x="5907608" y="4192216"/>
            <a:ext cx="255587" cy="244475"/>
          </a:xfrm>
          <a:custGeom>
            <a:avLst/>
            <a:gdLst>
              <a:gd name="T0" fmla="*/ 707 w 708"/>
              <a:gd name="T1" fmla="*/ 221 h 678"/>
              <a:gd name="T2" fmla="*/ 707 w 708"/>
              <a:gd name="T3" fmla="*/ 221 h 678"/>
              <a:gd name="T4" fmla="*/ 707 w 708"/>
              <a:gd name="T5" fmla="*/ 102 h 678"/>
              <a:gd name="T6" fmla="*/ 663 w 708"/>
              <a:gd name="T7" fmla="*/ 58 h 678"/>
              <a:gd name="T8" fmla="*/ 575 w 708"/>
              <a:gd name="T9" fmla="*/ 58 h 678"/>
              <a:gd name="T10" fmla="*/ 531 w 708"/>
              <a:gd name="T11" fmla="*/ 58 h 678"/>
              <a:gd name="T12" fmla="*/ 531 w 708"/>
              <a:gd name="T13" fmla="*/ 14 h 678"/>
              <a:gd name="T14" fmla="*/ 517 w 708"/>
              <a:gd name="T15" fmla="*/ 0 h 678"/>
              <a:gd name="T16" fmla="*/ 502 w 708"/>
              <a:gd name="T17" fmla="*/ 14 h 678"/>
              <a:gd name="T18" fmla="*/ 502 w 708"/>
              <a:gd name="T19" fmla="*/ 58 h 678"/>
              <a:gd name="T20" fmla="*/ 207 w 708"/>
              <a:gd name="T21" fmla="*/ 58 h 678"/>
              <a:gd name="T22" fmla="*/ 207 w 708"/>
              <a:gd name="T23" fmla="*/ 14 h 678"/>
              <a:gd name="T24" fmla="*/ 192 w 708"/>
              <a:gd name="T25" fmla="*/ 0 h 678"/>
              <a:gd name="T26" fmla="*/ 177 w 708"/>
              <a:gd name="T27" fmla="*/ 14 h 678"/>
              <a:gd name="T28" fmla="*/ 177 w 708"/>
              <a:gd name="T29" fmla="*/ 58 h 678"/>
              <a:gd name="T30" fmla="*/ 133 w 708"/>
              <a:gd name="T31" fmla="*/ 58 h 678"/>
              <a:gd name="T32" fmla="*/ 44 w 708"/>
              <a:gd name="T33" fmla="*/ 58 h 678"/>
              <a:gd name="T34" fmla="*/ 0 w 708"/>
              <a:gd name="T35" fmla="*/ 102 h 678"/>
              <a:gd name="T36" fmla="*/ 0 w 708"/>
              <a:gd name="T37" fmla="*/ 633 h 678"/>
              <a:gd name="T38" fmla="*/ 44 w 708"/>
              <a:gd name="T39" fmla="*/ 677 h 678"/>
              <a:gd name="T40" fmla="*/ 663 w 708"/>
              <a:gd name="T41" fmla="*/ 677 h 678"/>
              <a:gd name="T42" fmla="*/ 707 w 708"/>
              <a:gd name="T43" fmla="*/ 633 h 678"/>
              <a:gd name="T44" fmla="*/ 707 w 708"/>
              <a:gd name="T45" fmla="*/ 221 h 678"/>
              <a:gd name="T46" fmla="*/ 35 w 708"/>
              <a:gd name="T47" fmla="*/ 93 h 678"/>
              <a:gd name="T48" fmla="*/ 35 w 708"/>
              <a:gd name="T49" fmla="*/ 93 h 678"/>
              <a:gd name="T50" fmla="*/ 44 w 708"/>
              <a:gd name="T51" fmla="*/ 88 h 678"/>
              <a:gd name="T52" fmla="*/ 133 w 708"/>
              <a:gd name="T53" fmla="*/ 88 h 678"/>
              <a:gd name="T54" fmla="*/ 177 w 708"/>
              <a:gd name="T55" fmla="*/ 88 h 678"/>
              <a:gd name="T56" fmla="*/ 177 w 708"/>
              <a:gd name="T57" fmla="*/ 133 h 678"/>
              <a:gd name="T58" fmla="*/ 192 w 708"/>
              <a:gd name="T59" fmla="*/ 146 h 678"/>
              <a:gd name="T60" fmla="*/ 207 w 708"/>
              <a:gd name="T61" fmla="*/ 133 h 678"/>
              <a:gd name="T62" fmla="*/ 207 w 708"/>
              <a:gd name="T63" fmla="*/ 88 h 678"/>
              <a:gd name="T64" fmla="*/ 502 w 708"/>
              <a:gd name="T65" fmla="*/ 88 h 678"/>
              <a:gd name="T66" fmla="*/ 502 w 708"/>
              <a:gd name="T67" fmla="*/ 133 h 678"/>
              <a:gd name="T68" fmla="*/ 517 w 708"/>
              <a:gd name="T69" fmla="*/ 146 h 678"/>
              <a:gd name="T70" fmla="*/ 531 w 708"/>
              <a:gd name="T71" fmla="*/ 133 h 678"/>
              <a:gd name="T72" fmla="*/ 531 w 708"/>
              <a:gd name="T73" fmla="*/ 88 h 678"/>
              <a:gd name="T74" fmla="*/ 575 w 708"/>
              <a:gd name="T75" fmla="*/ 88 h 678"/>
              <a:gd name="T76" fmla="*/ 663 w 708"/>
              <a:gd name="T77" fmla="*/ 88 h 678"/>
              <a:gd name="T78" fmla="*/ 674 w 708"/>
              <a:gd name="T79" fmla="*/ 93 h 678"/>
              <a:gd name="T80" fmla="*/ 678 w 708"/>
              <a:gd name="T81" fmla="*/ 102 h 678"/>
              <a:gd name="T82" fmla="*/ 678 w 708"/>
              <a:gd name="T83" fmla="*/ 206 h 678"/>
              <a:gd name="T84" fmla="*/ 31 w 708"/>
              <a:gd name="T85" fmla="*/ 206 h 678"/>
              <a:gd name="T86" fmla="*/ 31 w 708"/>
              <a:gd name="T87" fmla="*/ 102 h 678"/>
              <a:gd name="T88" fmla="*/ 35 w 708"/>
              <a:gd name="T89" fmla="*/ 93 h 678"/>
              <a:gd name="T90" fmla="*/ 674 w 708"/>
              <a:gd name="T91" fmla="*/ 644 h 678"/>
              <a:gd name="T92" fmla="*/ 674 w 708"/>
              <a:gd name="T93" fmla="*/ 644 h 678"/>
              <a:gd name="T94" fmla="*/ 663 w 708"/>
              <a:gd name="T95" fmla="*/ 648 h 678"/>
              <a:gd name="T96" fmla="*/ 44 w 708"/>
              <a:gd name="T97" fmla="*/ 648 h 678"/>
              <a:gd name="T98" fmla="*/ 35 w 708"/>
              <a:gd name="T99" fmla="*/ 644 h 678"/>
              <a:gd name="T100" fmla="*/ 31 w 708"/>
              <a:gd name="T101" fmla="*/ 633 h 678"/>
              <a:gd name="T102" fmla="*/ 31 w 708"/>
              <a:gd name="T103" fmla="*/ 235 h 678"/>
              <a:gd name="T104" fmla="*/ 678 w 708"/>
              <a:gd name="T105" fmla="*/ 235 h 678"/>
              <a:gd name="T106" fmla="*/ 678 w 708"/>
              <a:gd name="T107" fmla="*/ 633 h 678"/>
              <a:gd name="T108" fmla="*/ 674 w 708"/>
              <a:gd name="T109" fmla="*/ 644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8">
                <a:moveTo>
                  <a:pt x="707" y="221"/>
                </a:moveTo>
                <a:lnTo>
                  <a:pt x="707" y="221"/>
                </a:lnTo>
                <a:cubicBezTo>
                  <a:pt x="707" y="102"/>
                  <a:pt x="707" y="102"/>
                  <a:pt x="707" y="102"/>
                </a:cubicBezTo>
                <a:cubicBezTo>
                  <a:pt x="707" y="79"/>
                  <a:pt x="688" y="58"/>
                  <a:pt x="663" y="58"/>
                </a:cubicBezTo>
                <a:cubicBezTo>
                  <a:pt x="575" y="58"/>
                  <a:pt x="575" y="58"/>
                  <a:pt x="575" y="58"/>
                </a:cubicBezTo>
                <a:cubicBezTo>
                  <a:pt x="531" y="58"/>
                  <a:pt x="531" y="58"/>
                  <a:pt x="531" y="58"/>
                </a:cubicBezTo>
                <a:cubicBezTo>
                  <a:pt x="531" y="14"/>
                  <a:pt x="531" y="14"/>
                  <a:pt x="531" y="14"/>
                </a:cubicBezTo>
                <a:cubicBezTo>
                  <a:pt x="531" y="6"/>
                  <a:pt x="525" y="0"/>
                  <a:pt x="517" y="0"/>
                </a:cubicBezTo>
                <a:cubicBezTo>
                  <a:pt x="508" y="0"/>
                  <a:pt x="502" y="6"/>
                  <a:pt x="502" y="14"/>
                </a:cubicBezTo>
                <a:cubicBezTo>
                  <a:pt x="502" y="58"/>
                  <a:pt x="502" y="58"/>
                  <a:pt x="502" y="58"/>
                </a:cubicBezTo>
                <a:cubicBezTo>
                  <a:pt x="207" y="58"/>
                  <a:pt x="207" y="58"/>
                  <a:pt x="207" y="58"/>
                </a:cubicBezTo>
                <a:cubicBezTo>
                  <a:pt x="207" y="14"/>
                  <a:pt x="207" y="14"/>
                  <a:pt x="207" y="14"/>
                </a:cubicBezTo>
                <a:cubicBezTo>
                  <a:pt x="207" y="6"/>
                  <a:pt x="200" y="0"/>
                  <a:pt x="192" y="0"/>
                </a:cubicBezTo>
                <a:cubicBezTo>
                  <a:pt x="184" y="0"/>
                  <a:pt x="177" y="6"/>
                  <a:pt x="177" y="14"/>
                </a:cubicBezTo>
                <a:cubicBezTo>
                  <a:pt x="177" y="58"/>
                  <a:pt x="177" y="58"/>
                  <a:pt x="177" y="58"/>
                </a:cubicBezTo>
                <a:cubicBezTo>
                  <a:pt x="133" y="58"/>
                  <a:pt x="133" y="58"/>
                  <a:pt x="133" y="58"/>
                </a:cubicBezTo>
                <a:cubicBezTo>
                  <a:pt x="44" y="58"/>
                  <a:pt x="44" y="58"/>
                  <a:pt x="44" y="58"/>
                </a:cubicBezTo>
                <a:cubicBezTo>
                  <a:pt x="21" y="58"/>
                  <a:pt x="0" y="79"/>
                  <a:pt x="0" y="102"/>
                </a:cubicBezTo>
                <a:cubicBezTo>
                  <a:pt x="0" y="633"/>
                  <a:pt x="0" y="633"/>
                  <a:pt x="0" y="633"/>
                </a:cubicBezTo>
                <a:cubicBezTo>
                  <a:pt x="0" y="657"/>
                  <a:pt x="21" y="677"/>
                  <a:pt x="44" y="677"/>
                </a:cubicBezTo>
                <a:cubicBezTo>
                  <a:pt x="663" y="677"/>
                  <a:pt x="663" y="677"/>
                  <a:pt x="663" y="677"/>
                </a:cubicBezTo>
                <a:cubicBezTo>
                  <a:pt x="688" y="677"/>
                  <a:pt x="707" y="657"/>
                  <a:pt x="707" y="633"/>
                </a:cubicBezTo>
                <a:cubicBezTo>
                  <a:pt x="707" y="221"/>
                  <a:pt x="707" y="221"/>
                  <a:pt x="707" y="221"/>
                </a:cubicBezTo>
                <a:close/>
                <a:moveTo>
                  <a:pt x="35" y="93"/>
                </a:moveTo>
                <a:lnTo>
                  <a:pt x="35" y="93"/>
                </a:lnTo>
                <a:cubicBezTo>
                  <a:pt x="37" y="90"/>
                  <a:pt x="40" y="88"/>
                  <a:pt x="44" y="88"/>
                </a:cubicBezTo>
                <a:cubicBezTo>
                  <a:pt x="133" y="88"/>
                  <a:pt x="133" y="88"/>
                  <a:pt x="133" y="88"/>
                </a:cubicBezTo>
                <a:cubicBezTo>
                  <a:pt x="177" y="88"/>
                  <a:pt x="177" y="88"/>
                  <a:pt x="177" y="88"/>
                </a:cubicBezTo>
                <a:cubicBezTo>
                  <a:pt x="177" y="133"/>
                  <a:pt x="177" y="133"/>
                  <a:pt x="177" y="133"/>
                </a:cubicBezTo>
                <a:cubicBezTo>
                  <a:pt x="177" y="141"/>
                  <a:pt x="184" y="146"/>
                  <a:pt x="192" y="146"/>
                </a:cubicBezTo>
                <a:cubicBezTo>
                  <a:pt x="200" y="146"/>
                  <a:pt x="207" y="141"/>
                  <a:pt x="207" y="133"/>
                </a:cubicBezTo>
                <a:cubicBezTo>
                  <a:pt x="207" y="88"/>
                  <a:pt x="207" y="88"/>
                  <a:pt x="207" y="88"/>
                </a:cubicBezTo>
                <a:cubicBezTo>
                  <a:pt x="502" y="88"/>
                  <a:pt x="502" y="88"/>
                  <a:pt x="502" y="88"/>
                </a:cubicBezTo>
                <a:cubicBezTo>
                  <a:pt x="502" y="133"/>
                  <a:pt x="502" y="133"/>
                  <a:pt x="502" y="133"/>
                </a:cubicBezTo>
                <a:cubicBezTo>
                  <a:pt x="502" y="141"/>
                  <a:pt x="508" y="146"/>
                  <a:pt x="517" y="146"/>
                </a:cubicBezTo>
                <a:cubicBezTo>
                  <a:pt x="525" y="146"/>
                  <a:pt x="531" y="141"/>
                  <a:pt x="531" y="133"/>
                </a:cubicBezTo>
                <a:cubicBezTo>
                  <a:pt x="531" y="88"/>
                  <a:pt x="531" y="88"/>
                  <a:pt x="531" y="88"/>
                </a:cubicBezTo>
                <a:cubicBezTo>
                  <a:pt x="575" y="88"/>
                  <a:pt x="575" y="88"/>
                  <a:pt x="575" y="88"/>
                </a:cubicBezTo>
                <a:cubicBezTo>
                  <a:pt x="663" y="88"/>
                  <a:pt x="663" y="88"/>
                  <a:pt x="663" y="88"/>
                </a:cubicBezTo>
                <a:cubicBezTo>
                  <a:pt x="667" y="88"/>
                  <a:pt x="671" y="90"/>
                  <a:pt x="674" y="93"/>
                </a:cubicBezTo>
                <a:cubicBezTo>
                  <a:pt x="677" y="95"/>
                  <a:pt x="678" y="98"/>
                  <a:pt x="678" y="102"/>
                </a:cubicBezTo>
                <a:cubicBezTo>
                  <a:pt x="678" y="206"/>
                  <a:pt x="678" y="206"/>
                  <a:pt x="678" y="206"/>
                </a:cubicBezTo>
                <a:cubicBezTo>
                  <a:pt x="31" y="206"/>
                  <a:pt x="31" y="206"/>
                  <a:pt x="31" y="206"/>
                </a:cubicBezTo>
                <a:cubicBezTo>
                  <a:pt x="31" y="102"/>
                  <a:pt x="31" y="102"/>
                  <a:pt x="31" y="102"/>
                </a:cubicBezTo>
                <a:cubicBezTo>
                  <a:pt x="31" y="98"/>
                  <a:pt x="32" y="95"/>
                  <a:pt x="35" y="93"/>
                </a:cubicBezTo>
                <a:close/>
                <a:moveTo>
                  <a:pt x="674" y="644"/>
                </a:moveTo>
                <a:lnTo>
                  <a:pt x="674" y="644"/>
                </a:lnTo>
                <a:cubicBezTo>
                  <a:pt x="671" y="646"/>
                  <a:pt x="667" y="648"/>
                  <a:pt x="663" y="648"/>
                </a:cubicBezTo>
                <a:cubicBezTo>
                  <a:pt x="44" y="648"/>
                  <a:pt x="44" y="648"/>
                  <a:pt x="44" y="648"/>
                </a:cubicBezTo>
                <a:cubicBezTo>
                  <a:pt x="40" y="648"/>
                  <a:pt x="37" y="646"/>
                  <a:pt x="35" y="644"/>
                </a:cubicBezTo>
                <a:cubicBezTo>
                  <a:pt x="32" y="641"/>
                  <a:pt x="31" y="637"/>
                  <a:pt x="31" y="633"/>
                </a:cubicBezTo>
                <a:cubicBezTo>
                  <a:pt x="31" y="235"/>
                  <a:pt x="31" y="235"/>
                  <a:pt x="31" y="235"/>
                </a:cubicBezTo>
                <a:cubicBezTo>
                  <a:pt x="678" y="235"/>
                  <a:pt x="678" y="235"/>
                  <a:pt x="678" y="235"/>
                </a:cubicBezTo>
                <a:cubicBezTo>
                  <a:pt x="678" y="633"/>
                  <a:pt x="678" y="633"/>
                  <a:pt x="678" y="633"/>
                </a:cubicBezTo>
                <a:cubicBezTo>
                  <a:pt x="678" y="637"/>
                  <a:pt x="677" y="641"/>
                  <a:pt x="674" y="644"/>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574" name="Group 576">
            <a:extLst>
              <a:ext uri="{FF2B5EF4-FFF2-40B4-BE49-F238E27FC236}">
                <a16:creationId xmlns:a16="http://schemas.microsoft.com/office/drawing/2014/main" id="{39336814-7969-C562-1294-29D9D860E701}"/>
              </a:ext>
            </a:extLst>
          </p:cNvPr>
          <p:cNvGrpSpPr/>
          <p:nvPr/>
        </p:nvGrpSpPr>
        <p:grpSpPr>
          <a:xfrm>
            <a:off x="10941570" y="1387897"/>
            <a:ext cx="255588" cy="244475"/>
            <a:chOff x="9785350" y="1692275"/>
            <a:chExt cx="255588" cy="244475"/>
          </a:xfrm>
          <a:solidFill>
            <a:schemeClr val="accent4"/>
          </a:solidFill>
        </p:grpSpPr>
        <p:sp>
          <p:nvSpPr>
            <p:cNvPr id="575" name="Freeform 325">
              <a:extLst>
                <a:ext uri="{FF2B5EF4-FFF2-40B4-BE49-F238E27FC236}">
                  <a16:creationId xmlns:a16="http://schemas.microsoft.com/office/drawing/2014/main" id="{139CE9DE-ACFE-AB66-7F02-85B031BDABBF}"/>
                </a:ext>
              </a:extLst>
            </p:cNvPr>
            <p:cNvSpPr>
              <a:spLocks noChangeArrowheads="1"/>
            </p:cNvSpPr>
            <p:nvPr/>
          </p:nvSpPr>
          <p:spPr bwMode="auto">
            <a:xfrm>
              <a:off x="9848850" y="1803400"/>
              <a:ext cx="63500" cy="96838"/>
            </a:xfrm>
            <a:custGeom>
              <a:avLst/>
              <a:gdLst>
                <a:gd name="T0" fmla="*/ 177 w 178"/>
                <a:gd name="T1" fmla="*/ 75 h 267"/>
                <a:gd name="T2" fmla="*/ 177 w 178"/>
                <a:gd name="T3" fmla="*/ 75 h 267"/>
                <a:gd name="T4" fmla="*/ 103 w 178"/>
                <a:gd name="T5" fmla="*/ 0 h 267"/>
                <a:gd name="T6" fmla="*/ 74 w 178"/>
                <a:gd name="T7" fmla="*/ 0 h 267"/>
                <a:gd name="T8" fmla="*/ 0 w 178"/>
                <a:gd name="T9" fmla="*/ 75 h 267"/>
                <a:gd name="T10" fmla="*/ 15 w 178"/>
                <a:gd name="T11" fmla="*/ 89 h 267"/>
                <a:gd name="T12" fmla="*/ 30 w 178"/>
                <a:gd name="T13" fmla="*/ 75 h 267"/>
                <a:gd name="T14" fmla="*/ 74 w 178"/>
                <a:gd name="T15" fmla="*/ 31 h 267"/>
                <a:gd name="T16" fmla="*/ 103 w 178"/>
                <a:gd name="T17" fmla="*/ 31 h 267"/>
                <a:gd name="T18" fmla="*/ 148 w 178"/>
                <a:gd name="T19" fmla="*/ 75 h 267"/>
                <a:gd name="T20" fmla="*/ 103 w 178"/>
                <a:gd name="T21" fmla="*/ 119 h 267"/>
                <a:gd name="T22" fmla="*/ 74 w 178"/>
                <a:gd name="T23" fmla="*/ 119 h 267"/>
                <a:gd name="T24" fmla="*/ 63 w 178"/>
                <a:gd name="T25" fmla="*/ 123 h 267"/>
                <a:gd name="T26" fmla="*/ 59 w 178"/>
                <a:gd name="T27" fmla="*/ 133 h 267"/>
                <a:gd name="T28" fmla="*/ 63 w 178"/>
                <a:gd name="T29" fmla="*/ 144 h 267"/>
                <a:gd name="T30" fmla="*/ 74 w 178"/>
                <a:gd name="T31" fmla="*/ 148 h 267"/>
                <a:gd name="T32" fmla="*/ 103 w 178"/>
                <a:gd name="T33" fmla="*/ 148 h 267"/>
                <a:gd name="T34" fmla="*/ 148 w 178"/>
                <a:gd name="T35" fmla="*/ 192 h 267"/>
                <a:gd name="T36" fmla="*/ 103 w 178"/>
                <a:gd name="T37" fmla="*/ 237 h 267"/>
                <a:gd name="T38" fmla="*/ 74 w 178"/>
                <a:gd name="T39" fmla="*/ 237 h 267"/>
                <a:gd name="T40" fmla="*/ 30 w 178"/>
                <a:gd name="T41" fmla="*/ 192 h 267"/>
                <a:gd name="T42" fmla="*/ 15 w 178"/>
                <a:gd name="T43" fmla="*/ 177 h 267"/>
                <a:gd name="T44" fmla="*/ 0 w 178"/>
                <a:gd name="T45" fmla="*/ 192 h 267"/>
                <a:gd name="T46" fmla="*/ 0 w 178"/>
                <a:gd name="T47" fmla="*/ 192 h 267"/>
                <a:gd name="T48" fmla="*/ 74 w 178"/>
                <a:gd name="T49" fmla="*/ 266 h 267"/>
                <a:gd name="T50" fmla="*/ 103 w 178"/>
                <a:gd name="T51" fmla="*/ 266 h 267"/>
                <a:gd name="T52" fmla="*/ 177 w 178"/>
                <a:gd name="T53" fmla="*/ 192 h 267"/>
                <a:gd name="T54" fmla="*/ 148 w 178"/>
                <a:gd name="T55" fmla="*/ 133 h 267"/>
                <a:gd name="T56" fmla="*/ 177 w 178"/>
                <a:gd name="T57" fmla="*/ 75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8" h="267">
                  <a:moveTo>
                    <a:pt x="177" y="75"/>
                  </a:moveTo>
                  <a:lnTo>
                    <a:pt x="177" y="75"/>
                  </a:lnTo>
                  <a:cubicBezTo>
                    <a:pt x="177" y="34"/>
                    <a:pt x="143" y="0"/>
                    <a:pt x="103" y="0"/>
                  </a:cubicBezTo>
                  <a:cubicBezTo>
                    <a:pt x="74" y="0"/>
                    <a:pt x="74" y="0"/>
                    <a:pt x="74" y="0"/>
                  </a:cubicBezTo>
                  <a:cubicBezTo>
                    <a:pt x="33" y="0"/>
                    <a:pt x="0" y="34"/>
                    <a:pt x="0" y="75"/>
                  </a:cubicBezTo>
                  <a:cubicBezTo>
                    <a:pt x="0" y="83"/>
                    <a:pt x="7" y="89"/>
                    <a:pt x="15" y="89"/>
                  </a:cubicBezTo>
                  <a:cubicBezTo>
                    <a:pt x="23" y="89"/>
                    <a:pt x="30" y="83"/>
                    <a:pt x="30" y="75"/>
                  </a:cubicBezTo>
                  <a:cubicBezTo>
                    <a:pt x="30" y="50"/>
                    <a:pt x="49" y="31"/>
                    <a:pt x="74" y="31"/>
                  </a:cubicBezTo>
                  <a:cubicBezTo>
                    <a:pt x="103" y="31"/>
                    <a:pt x="103" y="31"/>
                    <a:pt x="103" y="31"/>
                  </a:cubicBezTo>
                  <a:cubicBezTo>
                    <a:pt x="128" y="31"/>
                    <a:pt x="148" y="50"/>
                    <a:pt x="148" y="75"/>
                  </a:cubicBezTo>
                  <a:cubicBezTo>
                    <a:pt x="148" y="99"/>
                    <a:pt x="128" y="119"/>
                    <a:pt x="103" y="119"/>
                  </a:cubicBezTo>
                  <a:cubicBezTo>
                    <a:pt x="74" y="119"/>
                    <a:pt x="74" y="119"/>
                    <a:pt x="74" y="119"/>
                  </a:cubicBezTo>
                  <a:cubicBezTo>
                    <a:pt x="70" y="119"/>
                    <a:pt x="66" y="121"/>
                    <a:pt x="63" y="123"/>
                  </a:cubicBezTo>
                  <a:cubicBezTo>
                    <a:pt x="60" y="126"/>
                    <a:pt x="59" y="130"/>
                    <a:pt x="59" y="133"/>
                  </a:cubicBezTo>
                  <a:cubicBezTo>
                    <a:pt x="59" y="137"/>
                    <a:pt x="60" y="141"/>
                    <a:pt x="63" y="144"/>
                  </a:cubicBezTo>
                  <a:cubicBezTo>
                    <a:pt x="66" y="147"/>
                    <a:pt x="70" y="148"/>
                    <a:pt x="74" y="148"/>
                  </a:cubicBezTo>
                  <a:cubicBezTo>
                    <a:pt x="103" y="148"/>
                    <a:pt x="103" y="148"/>
                    <a:pt x="103" y="148"/>
                  </a:cubicBezTo>
                  <a:cubicBezTo>
                    <a:pt x="128" y="148"/>
                    <a:pt x="148" y="168"/>
                    <a:pt x="148" y="192"/>
                  </a:cubicBezTo>
                  <a:cubicBezTo>
                    <a:pt x="148" y="217"/>
                    <a:pt x="128" y="237"/>
                    <a:pt x="103" y="237"/>
                  </a:cubicBezTo>
                  <a:cubicBezTo>
                    <a:pt x="74" y="237"/>
                    <a:pt x="74" y="237"/>
                    <a:pt x="74" y="237"/>
                  </a:cubicBezTo>
                  <a:cubicBezTo>
                    <a:pt x="49" y="237"/>
                    <a:pt x="30" y="217"/>
                    <a:pt x="30" y="192"/>
                  </a:cubicBezTo>
                  <a:cubicBezTo>
                    <a:pt x="30" y="184"/>
                    <a:pt x="23" y="177"/>
                    <a:pt x="15" y="177"/>
                  </a:cubicBezTo>
                  <a:cubicBezTo>
                    <a:pt x="7" y="177"/>
                    <a:pt x="0" y="184"/>
                    <a:pt x="0" y="192"/>
                  </a:cubicBezTo>
                  <a:lnTo>
                    <a:pt x="0" y="192"/>
                  </a:lnTo>
                  <a:cubicBezTo>
                    <a:pt x="0" y="234"/>
                    <a:pt x="33" y="266"/>
                    <a:pt x="74" y="266"/>
                  </a:cubicBezTo>
                  <a:cubicBezTo>
                    <a:pt x="103" y="266"/>
                    <a:pt x="103" y="266"/>
                    <a:pt x="103" y="266"/>
                  </a:cubicBezTo>
                  <a:cubicBezTo>
                    <a:pt x="143" y="266"/>
                    <a:pt x="177" y="234"/>
                    <a:pt x="177" y="192"/>
                  </a:cubicBezTo>
                  <a:cubicBezTo>
                    <a:pt x="177" y="169"/>
                    <a:pt x="165" y="147"/>
                    <a:pt x="148" y="133"/>
                  </a:cubicBezTo>
                  <a:cubicBezTo>
                    <a:pt x="165" y="121"/>
                    <a:pt x="177" y="99"/>
                    <a:pt x="177" y="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6" name="Freeform 326">
              <a:extLst>
                <a:ext uri="{FF2B5EF4-FFF2-40B4-BE49-F238E27FC236}">
                  <a16:creationId xmlns:a16="http://schemas.microsoft.com/office/drawing/2014/main" id="{F37805D5-08E1-3F1C-8E73-D6AC6161E7C2}"/>
                </a:ext>
              </a:extLst>
            </p:cNvPr>
            <p:cNvSpPr>
              <a:spLocks noChangeArrowheads="1"/>
            </p:cNvSpPr>
            <p:nvPr/>
          </p:nvSpPr>
          <p:spPr bwMode="auto">
            <a:xfrm>
              <a:off x="9934575" y="1803400"/>
              <a:ext cx="31750" cy="96838"/>
            </a:xfrm>
            <a:custGeom>
              <a:avLst/>
              <a:gdLst>
                <a:gd name="T0" fmla="*/ 80 w 90"/>
                <a:gd name="T1" fmla="*/ 2 h 267"/>
                <a:gd name="T2" fmla="*/ 80 w 90"/>
                <a:gd name="T3" fmla="*/ 2 h 267"/>
                <a:gd name="T4" fmla="*/ 64 w 90"/>
                <a:gd name="T5" fmla="*/ 6 h 267"/>
                <a:gd name="T6" fmla="*/ 5 w 90"/>
                <a:gd name="T7" fmla="*/ 64 h 267"/>
                <a:gd name="T8" fmla="*/ 5 w 90"/>
                <a:gd name="T9" fmla="*/ 85 h 267"/>
                <a:gd name="T10" fmla="*/ 26 w 90"/>
                <a:gd name="T11" fmla="*/ 85 h 267"/>
                <a:gd name="T12" fmla="*/ 60 w 90"/>
                <a:gd name="T13" fmla="*/ 52 h 267"/>
                <a:gd name="T14" fmla="*/ 60 w 90"/>
                <a:gd name="T15" fmla="*/ 252 h 267"/>
                <a:gd name="T16" fmla="*/ 74 w 90"/>
                <a:gd name="T17" fmla="*/ 266 h 267"/>
                <a:gd name="T18" fmla="*/ 89 w 90"/>
                <a:gd name="T19" fmla="*/ 252 h 267"/>
                <a:gd name="T20" fmla="*/ 89 w 90"/>
                <a:gd name="T21" fmla="*/ 16 h 267"/>
                <a:gd name="T22" fmla="*/ 80 w 90"/>
                <a:gd name="T23" fmla="*/ 2 h 2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7">
                  <a:moveTo>
                    <a:pt x="80" y="2"/>
                  </a:moveTo>
                  <a:lnTo>
                    <a:pt x="80" y="2"/>
                  </a:lnTo>
                  <a:cubicBezTo>
                    <a:pt x="74" y="0"/>
                    <a:pt x="69" y="0"/>
                    <a:pt x="64" y="6"/>
                  </a:cubicBezTo>
                  <a:cubicBezTo>
                    <a:pt x="5" y="64"/>
                    <a:pt x="5" y="64"/>
                    <a:pt x="5" y="64"/>
                  </a:cubicBezTo>
                  <a:cubicBezTo>
                    <a:pt x="0" y="70"/>
                    <a:pt x="0" y="79"/>
                    <a:pt x="5" y="85"/>
                  </a:cubicBezTo>
                  <a:cubicBezTo>
                    <a:pt x="11" y="90"/>
                    <a:pt x="20" y="90"/>
                    <a:pt x="26" y="85"/>
                  </a:cubicBezTo>
                  <a:cubicBezTo>
                    <a:pt x="60" y="52"/>
                    <a:pt x="60" y="52"/>
                    <a:pt x="60" y="52"/>
                  </a:cubicBezTo>
                  <a:cubicBezTo>
                    <a:pt x="60" y="252"/>
                    <a:pt x="60" y="252"/>
                    <a:pt x="60" y="252"/>
                  </a:cubicBezTo>
                  <a:cubicBezTo>
                    <a:pt x="60" y="260"/>
                    <a:pt x="66" y="266"/>
                    <a:pt x="74" y="266"/>
                  </a:cubicBezTo>
                  <a:cubicBezTo>
                    <a:pt x="82" y="266"/>
                    <a:pt x="89" y="260"/>
                    <a:pt x="89" y="252"/>
                  </a:cubicBezTo>
                  <a:cubicBezTo>
                    <a:pt x="89" y="16"/>
                    <a:pt x="89" y="16"/>
                    <a:pt x="89" y="16"/>
                  </a:cubicBezTo>
                  <a:cubicBezTo>
                    <a:pt x="89" y="10"/>
                    <a:pt x="85" y="5"/>
                    <a:pt x="80"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77" name="Freeform 476">
              <a:extLst>
                <a:ext uri="{FF2B5EF4-FFF2-40B4-BE49-F238E27FC236}">
                  <a16:creationId xmlns:a16="http://schemas.microsoft.com/office/drawing/2014/main" id="{CC062589-C439-4FAD-805F-55873BD7BEEB}"/>
                </a:ext>
              </a:extLst>
            </p:cNvPr>
            <p:cNvSpPr>
              <a:spLocks noChangeArrowheads="1"/>
            </p:cNvSpPr>
            <p:nvPr/>
          </p:nvSpPr>
          <p:spPr bwMode="auto">
            <a:xfrm>
              <a:off x="9785350" y="1692275"/>
              <a:ext cx="255588" cy="244475"/>
            </a:xfrm>
            <a:custGeom>
              <a:avLst/>
              <a:gdLst>
                <a:gd name="T0" fmla="*/ 44 w 708"/>
                <a:gd name="T1" fmla="*/ 678 h 679"/>
                <a:gd name="T2" fmla="*/ 44 w 708"/>
                <a:gd name="T3" fmla="*/ 678 h 679"/>
                <a:gd name="T4" fmla="*/ 663 w 708"/>
                <a:gd name="T5" fmla="*/ 678 h 679"/>
                <a:gd name="T6" fmla="*/ 707 w 708"/>
                <a:gd name="T7" fmla="*/ 634 h 679"/>
                <a:gd name="T8" fmla="*/ 707 w 708"/>
                <a:gd name="T9" fmla="*/ 221 h 679"/>
                <a:gd name="T10" fmla="*/ 707 w 708"/>
                <a:gd name="T11" fmla="*/ 221 h 679"/>
                <a:gd name="T12" fmla="*/ 707 w 708"/>
                <a:gd name="T13" fmla="*/ 221 h 679"/>
                <a:gd name="T14" fmla="*/ 707 w 708"/>
                <a:gd name="T15" fmla="*/ 104 h 679"/>
                <a:gd name="T16" fmla="*/ 663 w 708"/>
                <a:gd name="T17" fmla="*/ 59 h 679"/>
                <a:gd name="T18" fmla="*/ 575 w 708"/>
                <a:gd name="T19" fmla="*/ 59 h 679"/>
                <a:gd name="T20" fmla="*/ 530 w 708"/>
                <a:gd name="T21" fmla="*/ 59 h 679"/>
                <a:gd name="T22" fmla="*/ 530 w 708"/>
                <a:gd name="T23" fmla="*/ 15 h 679"/>
                <a:gd name="T24" fmla="*/ 517 w 708"/>
                <a:gd name="T25" fmla="*/ 0 h 679"/>
                <a:gd name="T26" fmla="*/ 501 w 708"/>
                <a:gd name="T27" fmla="*/ 15 h 679"/>
                <a:gd name="T28" fmla="*/ 501 w 708"/>
                <a:gd name="T29" fmla="*/ 59 h 679"/>
                <a:gd name="T30" fmla="*/ 207 w 708"/>
                <a:gd name="T31" fmla="*/ 59 h 679"/>
                <a:gd name="T32" fmla="*/ 207 w 708"/>
                <a:gd name="T33" fmla="*/ 15 h 679"/>
                <a:gd name="T34" fmla="*/ 192 w 708"/>
                <a:gd name="T35" fmla="*/ 0 h 679"/>
                <a:gd name="T36" fmla="*/ 177 w 708"/>
                <a:gd name="T37" fmla="*/ 15 h 679"/>
                <a:gd name="T38" fmla="*/ 177 w 708"/>
                <a:gd name="T39" fmla="*/ 59 h 679"/>
                <a:gd name="T40" fmla="*/ 133 w 708"/>
                <a:gd name="T41" fmla="*/ 59 h 679"/>
                <a:gd name="T42" fmla="*/ 44 w 708"/>
                <a:gd name="T43" fmla="*/ 59 h 679"/>
                <a:gd name="T44" fmla="*/ 0 w 708"/>
                <a:gd name="T45" fmla="*/ 104 h 679"/>
                <a:gd name="T46" fmla="*/ 0 w 708"/>
                <a:gd name="T47" fmla="*/ 634 h 679"/>
                <a:gd name="T48" fmla="*/ 44 w 708"/>
                <a:gd name="T49" fmla="*/ 678 h 679"/>
                <a:gd name="T50" fmla="*/ 674 w 708"/>
                <a:gd name="T51" fmla="*/ 645 h 679"/>
                <a:gd name="T52" fmla="*/ 674 w 708"/>
                <a:gd name="T53" fmla="*/ 645 h 679"/>
                <a:gd name="T54" fmla="*/ 663 w 708"/>
                <a:gd name="T55" fmla="*/ 649 h 679"/>
                <a:gd name="T56" fmla="*/ 44 w 708"/>
                <a:gd name="T57" fmla="*/ 649 h 679"/>
                <a:gd name="T58" fmla="*/ 34 w 708"/>
                <a:gd name="T59" fmla="*/ 645 h 679"/>
                <a:gd name="T60" fmla="*/ 30 w 708"/>
                <a:gd name="T61" fmla="*/ 634 h 679"/>
                <a:gd name="T62" fmla="*/ 30 w 708"/>
                <a:gd name="T63" fmla="*/ 236 h 679"/>
                <a:gd name="T64" fmla="*/ 678 w 708"/>
                <a:gd name="T65" fmla="*/ 236 h 679"/>
                <a:gd name="T66" fmla="*/ 678 w 708"/>
                <a:gd name="T67" fmla="*/ 634 h 679"/>
                <a:gd name="T68" fmla="*/ 674 w 708"/>
                <a:gd name="T69" fmla="*/ 645 h 679"/>
                <a:gd name="T70" fmla="*/ 34 w 708"/>
                <a:gd name="T71" fmla="*/ 94 h 679"/>
                <a:gd name="T72" fmla="*/ 34 w 708"/>
                <a:gd name="T73" fmla="*/ 94 h 679"/>
                <a:gd name="T74" fmla="*/ 44 w 708"/>
                <a:gd name="T75" fmla="*/ 88 h 679"/>
                <a:gd name="T76" fmla="*/ 133 w 708"/>
                <a:gd name="T77" fmla="*/ 88 h 679"/>
                <a:gd name="T78" fmla="*/ 177 w 708"/>
                <a:gd name="T79" fmla="*/ 88 h 679"/>
                <a:gd name="T80" fmla="*/ 177 w 708"/>
                <a:gd name="T81" fmla="*/ 133 h 679"/>
                <a:gd name="T82" fmla="*/ 192 w 708"/>
                <a:gd name="T83" fmla="*/ 148 h 679"/>
                <a:gd name="T84" fmla="*/ 207 w 708"/>
                <a:gd name="T85" fmla="*/ 133 h 679"/>
                <a:gd name="T86" fmla="*/ 207 w 708"/>
                <a:gd name="T87" fmla="*/ 88 h 679"/>
                <a:gd name="T88" fmla="*/ 501 w 708"/>
                <a:gd name="T89" fmla="*/ 88 h 679"/>
                <a:gd name="T90" fmla="*/ 501 w 708"/>
                <a:gd name="T91" fmla="*/ 133 h 679"/>
                <a:gd name="T92" fmla="*/ 517 w 708"/>
                <a:gd name="T93" fmla="*/ 148 h 679"/>
                <a:gd name="T94" fmla="*/ 530 w 708"/>
                <a:gd name="T95" fmla="*/ 133 h 679"/>
                <a:gd name="T96" fmla="*/ 530 w 708"/>
                <a:gd name="T97" fmla="*/ 88 h 679"/>
                <a:gd name="T98" fmla="*/ 575 w 708"/>
                <a:gd name="T99" fmla="*/ 88 h 679"/>
                <a:gd name="T100" fmla="*/ 663 w 708"/>
                <a:gd name="T101" fmla="*/ 88 h 679"/>
                <a:gd name="T102" fmla="*/ 674 w 708"/>
                <a:gd name="T103" fmla="*/ 94 h 679"/>
                <a:gd name="T104" fmla="*/ 678 w 708"/>
                <a:gd name="T105" fmla="*/ 104 h 679"/>
                <a:gd name="T106" fmla="*/ 678 w 708"/>
                <a:gd name="T107" fmla="*/ 207 h 679"/>
                <a:gd name="T108" fmla="*/ 30 w 708"/>
                <a:gd name="T109" fmla="*/ 207 h 679"/>
                <a:gd name="T110" fmla="*/ 30 w 708"/>
                <a:gd name="T111" fmla="*/ 104 h 679"/>
                <a:gd name="T112" fmla="*/ 34 w 708"/>
                <a:gd name="T113" fmla="*/ 9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8" h="679">
                  <a:moveTo>
                    <a:pt x="44" y="678"/>
                  </a:moveTo>
                  <a:lnTo>
                    <a:pt x="44" y="678"/>
                  </a:lnTo>
                  <a:cubicBezTo>
                    <a:pt x="663" y="678"/>
                    <a:pt x="663" y="678"/>
                    <a:pt x="663" y="678"/>
                  </a:cubicBezTo>
                  <a:cubicBezTo>
                    <a:pt x="688" y="678"/>
                    <a:pt x="707" y="659"/>
                    <a:pt x="707" y="634"/>
                  </a:cubicBezTo>
                  <a:cubicBezTo>
                    <a:pt x="707" y="221"/>
                    <a:pt x="707" y="221"/>
                    <a:pt x="707" y="221"/>
                  </a:cubicBezTo>
                  <a:lnTo>
                    <a:pt x="707" y="221"/>
                  </a:lnTo>
                  <a:lnTo>
                    <a:pt x="707" y="221"/>
                  </a:lnTo>
                  <a:cubicBezTo>
                    <a:pt x="707" y="104"/>
                    <a:pt x="707" y="104"/>
                    <a:pt x="707" y="104"/>
                  </a:cubicBezTo>
                  <a:cubicBezTo>
                    <a:pt x="707" y="79"/>
                    <a:pt x="688" y="59"/>
                    <a:pt x="663" y="59"/>
                  </a:cubicBezTo>
                  <a:cubicBezTo>
                    <a:pt x="575" y="59"/>
                    <a:pt x="575" y="59"/>
                    <a:pt x="575" y="59"/>
                  </a:cubicBezTo>
                  <a:cubicBezTo>
                    <a:pt x="530" y="59"/>
                    <a:pt x="530" y="59"/>
                    <a:pt x="530" y="59"/>
                  </a:cubicBezTo>
                  <a:cubicBezTo>
                    <a:pt x="530" y="15"/>
                    <a:pt x="530" y="15"/>
                    <a:pt x="530" y="15"/>
                  </a:cubicBezTo>
                  <a:cubicBezTo>
                    <a:pt x="530" y="7"/>
                    <a:pt x="523" y="0"/>
                    <a:pt x="517" y="0"/>
                  </a:cubicBezTo>
                  <a:cubicBezTo>
                    <a:pt x="508" y="0"/>
                    <a:pt x="501" y="7"/>
                    <a:pt x="501" y="15"/>
                  </a:cubicBezTo>
                  <a:cubicBezTo>
                    <a:pt x="501" y="59"/>
                    <a:pt x="501" y="59"/>
                    <a:pt x="501" y="59"/>
                  </a:cubicBezTo>
                  <a:cubicBezTo>
                    <a:pt x="207" y="59"/>
                    <a:pt x="207" y="59"/>
                    <a:pt x="207" y="59"/>
                  </a:cubicBezTo>
                  <a:cubicBezTo>
                    <a:pt x="207" y="15"/>
                    <a:pt x="207" y="15"/>
                    <a:pt x="207" y="15"/>
                  </a:cubicBezTo>
                  <a:cubicBezTo>
                    <a:pt x="207" y="7"/>
                    <a:pt x="200" y="0"/>
                    <a:pt x="192" y="0"/>
                  </a:cubicBezTo>
                  <a:cubicBezTo>
                    <a:pt x="184" y="0"/>
                    <a:pt x="177" y="7"/>
                    <a:pt x="177" y="15"/>
                  </a:cubicBezTo>
                  <a:cubicBezTo>
                    <a:pt x="177" y="59"/>
                    <a:pt x="177" y="59"/>
                    <a:pt x="177" y="59"/>
                  </a:cubicBezTo>
                  <a:cubicBezTo>
                    <a:pt x="133" y="59"/>
                    <a:pt x="133" y="59"/>
                    <a:pt x="133" y="59"/>
                  </a:cubicBezTo>
                  <a:cubicBezTo>
                    <a:pt x="44" y="59"/>
                    <a:pt x="44" y="59"/>
                    <a:pt x="44" y="59"/>
                  </a:cubicBezTo>
                  <a:cubicBezTo>
                    <a:pt x="21" y="59"/>
                    <a:pt x="0" y="79"/>
                    <a:pt x="0" y="104"/>
                  </a:cubicBezTo>
                  <a:cubicBezTo>
                    <a:pt x="0" y="634"/>
                    <a:pt x="0" y="634"/>
                    <a:pt x="0" y="634"/>
                  </a:cubicBezTo>
                  <a:cubicBezTo>
                    <a:pt x="0" y="659"/>
                    <a:pt x="21" y="678"/>
                    <a:pt x="44" y="678"/>
                  </a:cubicBezTo>
                  <a:close/>
                  <a:moveTo>
                    <a:pt x="674" y="645"/>
                  </a:moveTo>
                  <a:lnTo>
                    <a:pt x="674" y="645"/>
                  </a:lnTo>
                  <a:cubicBezTo>
                    <a:pt x="671" y="648"/>
                    <a:pt x="667" y="649"/>
                    <a:pt x="663" y="649"/>
                  </a:cubicBezTo>
                  <a:cubicBezTo>
                    <a:pt x="44" y="649"/>
                    <a:pt x="44" y="649"/>
                    <a:pt x="44" y="649"/>
                  </a:cubicBezTo>
                  <a:cubicBezTo>
                    <a:pt x="40" y="649"/>
                    <a:pt x="37" y="648"/>
                    <a:pt x="34" y="645"/>
                  </a:cubicBezTo>
                  <a:cubicBezTo>
                    <a:pt x="32" y="642"/>
                    <a:pt x="30" y="638"/>
                    <a:pt x="30" y="634"/>
                  </a:cubicBezTo>
                  <a:cubicBezTo>
                    <a:pt x="30" y="236"/>
                    <a:pt x="30" y="236"/>
                    <a:pt x="30" y="236"/>
                  </a:cubicBezTo>
                  <a:cubicBezTo>
                    <a:pt x="678" y="236"/>
                    <a:pt x="678" y="236"/>
                    <a:pt x="678" y="236"/>
                  </a:cubicBezTo>
                  <a:cubicBezTo>
                    <a:pt x="678" y="634"/>
                    <a:pt x="678" y="634"/>
                    <a:pt x="678" y="634"/>
                  </a:cubicBezTo>
                  <a:cubicBezTo>
                    <a:pt x="678" y="638"/>
                    <a:pt x="677" y="642"/>
                    <a:pt x="674" y="645"/>
                  </a:cubicBezTo>
                  <a:close/>
                  <a:moveTo>
                    <a:pt x="34" y="94"/>
                  </a:moveTo>
                  <a:lnTo>
                    <a:pt x="34" y="94"/>
                  </a:lnTo>
                  <a:cubicBezTo>
                    <a:pt x="37" y="91"/>
                    <a:pt x="40" y="88"/>
                    <a:pt x="44" y="88"/>
                  </a:cubicBezTo>
                  <a:cubicBezTo>
                    <a:pt x="133" y="88"/>
                    <a:pt x="133" y="88"/>
                    <a:pt x="133" y="88"/>
                  </a:cubicBezTo>
                  <a:cubicBezTo>
                    <a:pt x="177" y="88"/>
                    <a:pt x="177" y="88"/>
                    <a:pt x="177" y="88"/>
                  </a:cubicBezTo>
                  <a:cubicBezTo>
                    <a:pt x="177" y="133"/>
                    <a:pt x="177" y="133"/>
                    <a:pt x="177" y="133"/>
                  </a:cubicBezTo>
                  <a:cubicBezTo>
                    <a:pt x="177" y="141"/>
                    <a:pt x="184" y="148"/>
                    <a:pt x="192" y="148"/>
                  </a:cubicBezTo>
                  <a:cubicBezTo>
                    <a:pt x="200" y="148"/>
                    <a:pt x="207" y="141"/>
                    <a:pt x="207" y="133"/>
                  </a:cubicBezTo>
                  <a:cubicBezTo>
                    <a:pt x="207" y="88"/>
                    <a:pt x="207" y="88"/>
                    <a:pt x="207" y="88"/>
                  </a:cubicBezTo>
                  <a:cubicBezTo>
                    <a:pt x="501" y="88"/>
                    <a:pt x="501" y="88"/>
                    <a:pt x="501" y="88"/>
                  </a:cubicBezTo>
                  <a:cubicBezTo>
                    <a:pt x="501" y="133"/>
                    <a:pt x="501" y="133"/>
                    <a:pt x="501" y="133"/>
                  </a:cubicBezTo>
                  <a:cubicBezTo>
                    <a:pt x="501" y="141"/>
                    <a:pt x="508" y="148"/>
                    <a:pt x="517" y="148"/>
                  </a:cubicBezTo>
                  <a:cubicBezTo>
                    <a:pt x="523" y="148"/>
                    <a:pt x="530" y="141"/>
                    <a:pt x="530" y="133"/>
                  </a:cubicBezTo>
                  <a:cubicBezTo>
                    <a:pt x="530" y="88"/>
                    <a:pt x="530" y="88"/>
                    <a:pt x="530" y="88"/>
                  </a:cubicBezTo>
                  <a:cubicBezTo>
                    <a:pt x="575" y="88"/>
                    <a:pt x="575" y="88"/>
                    <a:pt x="575" y="88"/>
                  </a:cubicBezTo>
                  <a:cubicBezTo>
                    <a:pt x="663" y="88"/>
                    <a:pt x="663" y="88"/>
                    <a:pt x="663" y="88"/>
                  </a:cubicBezTo>
                  <a:cubicBezTo>
                    <a:pt x="667" y="88"/>
                    <a:pt x="671" y="91"/>
                    <a:pt x="674" y="94"/>
                  </a:cubicBezTo>
                  <a:cubicBezTo>
                    <a:pt x="677" y="97"/>
                    <a:pt x="678" y="100"/>
                    <a:pt x="678" y="104"/>
                  </a:cubicBezTo>
                  <a:cubicBezTo>
                    <a:pt x="678" y="207"/>
                    <a:pt x="678" y="207"/>
                    <a:pt x="678" y="207"/>
                  </a:cubicBezTo>
                  <a:cubicBezTo>
                    <a:pt x="30" y="207"/>
                    <a:pt x="30" y="207"/>
                    <a:pt x="30" y="207"/>
                  </a:cubicBezTo>
                  <a:cubicBezTo>
                    <a:pt x="30" y="104"/>
                    <a:pt x="30" y="104"/>
                    <a:pt x="30" y="104"/>
                  </a:cubicBezTo>
                  <a:cubicBezTo>
                    <a:pt x="30" y="100"/>
                    <a:pt x="32" y="97"/>
                    <a:pt x="34" y="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78" name="Group 580">
            <a:extLst>
              <a:ext uri="{FF2B5EF4-FFF2-40B4-BE49-F238E27FC236}">
                <a16:creationId xmlns:a16="http://schemas.microsoft.com/office/drawing/2014/main" id="{CF5A95BC-7987-0927-54C9-42106B610EB5}"/>
              </a:ext>
            </a:extLst>
          </p:cNvPr>
          <p:cNvGrpSpPr/>
          <p:nvPr/>
        </p:nvGrpSpPr>
        <p:grpSpPr>
          <a:xfrm>
            <a:off x="4915420" y="5193928"/>
            <a:ext cx="271463" cy="265112"/>
            <a:chOff x="3759200" y="5494338"/>
            <a:chExt cx="271463" cy="265112"/>
          </a:xfrm>
          <a:solidFill>
            <a:schemeClr val="accent4"/>
          </a:solidFill>
        </p:grpSpPr>
        <p:sp>
          <p:nvSpPr>
            <p:cNvPr id="579" name="Freeform 403">
              <a:extLst>
                <a:ext uri="{FF2B5EF4-FFF2-40B4-BE49-F238E27FC236}">
                  <a16:creationId xmlns:a16="http://schemas.microsoft.com/office/drawing/2014/main" id="{0CA9B68C-2E7B-3A44-3030-DC1E106C1B13}"/>
                </a:ext>
              </a:extLst>
            </p:cNvPr>
            <p:cNvSpPr>
              <a:spLocks noChangeArrowheads="1"/>
            </p:cNvSpPr>
            <p:nvPr/>
          </p:nvSpPr>
          <p:spPr bwMode="auto">
            <a:xfrm>
              <a:off x="3913188" y="5641975"/>
              <a:ext cx="117475" cy="117475"/>
            </a:xfrm>
            <a:custGeom>
              <a:avLst/>
              <a:gdLst>
                <a:gd name="T0" fmla="*/ 161 w 325"/>
                <a:gd name="T1" fmla="*/ 0 h 326"/>
                <a:gd name="T2" fmla="*/ 161 w 325"/>
                <a:gd name="T3" fmla="*/ 0 h 326"/>
                <a:gd name="T4" fmla="*/ 0 w 325"/>
                <a:gd name="T5" fmla="*/ 162 h 326"/>
                <a:gd name="T6" fmla="*/ 161 w 325"/>
                <a:gd name="T7" fmla="*/ 325 h 326"/>
                <a:gd name="T8" fmla="*/ 324 w 325"/>
                <a:gd name="T9" fmla="*/ 162 h 326"/>
                <a:gd name="T10" fmla="*/ 161 w 325"/>
                <a:gd name="T11" fmla="*/ 0 h 326"/>
                <a:gd name="T12" fmla="*/ 255 w 325"/>
                <a:gd name="T13" fmla="*/ 256 h 326"/>
                <a:gd name="T14" fmla="*/ 255 w 325"/>
                <a:gd name="T15" fmla="*/ 256 h 326"/>
                <a:gd name="T16" fmla="*/ 161 w 325"/>
                <a:gd name="T17" fmla="*/ 294 h 326"/>
                <a:gd name="T18" fmla="*/ 69 w 325"/>
                <a:gd name="T19" fmla="*/ 256 h 326"/>
                <a:gd name="T20" fmla="*/ 29 w 325"/>
                <a:gd name="T21" fmla="*/ 162 h 326"/>
                <a:gd name="T22" fmla="*/ 69 w 325"/>
                <a:gd name="T23" fmla="*/ 69 h 326"/>
                <a:gd name="T24" fmla="*/ 161 w 325"/>
                <a:gd name="T25" fmla="*/ 29 h 326"/>
                <a:gd name="T26" fmla="*/ 255 w 325"/>
                <a:gd name="T27" fmla="*/ 69 h 326"/>
                <a:gd name="T28" fmla="*/ 294 w 325"/>
                <a:gd name="T29" fmla="*/ 162 h 326"/>
                <a:gd name="T30" fmla="*/ 255 w 325"/>
                <a:gd name="T31" fmla="*/ 256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5" h="326">
                  <a:moveTo>
                    <a:pt x="161" y="0"/>
                  </a:moveTo>
                  <a:lnTo>
                    <a:pt x="161" y="0"/>
                  </a:lnTo>
                  <a:cubicBezTo>
                    <a:pt x="73" y="0"/>
                    <a:pt x="0" y="73"/>
                    <a:pt x="0" y="162"/>
                  </a:cubicBezTo>
                  <a:cubicBezTo>
                    <a:pt x="0" y="252"/>
                    <a:pt x="73" y="325"/>
                    <a:pt x="161" y="325"/>
                  </a:cubicBezTo>
                  <a:cubicBezTo>
                    <a:pt x="251" y="325"/>
                    <a:pt x="324" y="252"/>
                    <a:pt x="324" y="162"/>
                  </a:cubicBezTo>
                  <a:cubicBezTo>
                    <a:pt x="324" y="73"/>
                    <a:pt x="251" y="0"/>
                    <a:pt x="161" y="0"/>
                  </a:cubicBezTo>
                  <a:close/>
                  <a:moveTo>
                    <a:pt x="255" y="256"/>
                  </a:moveTo>
                  <a:lnTo>
                    <a:pt x="255" y="256"/>
                  </a:lnTo>
                  <a:cubicBezTo>
                    <a:pt x="232" y="281"/>
                    <a:pt x="199" y="294"/>
                    <a:pt x="161" y="294"/>
                  </a:cubicBezTo>
                  <a:cubicBezTo>
                    <a:pt x="125" y="294"/>
                    <a:pt x="92" y="281"/>
                    <a:pt x="69" y="256"/>
                  </a:cubicBezTo>
                  <a:cubicBezTo>
                    <a:pt x="44" y="232"/>
                    <a:pt x="29" y="199"/>
                    <a:pt x="29" y="162"/>
                  </a:cubicBezTo>
                  <a:cubicBezTo>
                    <a:pt x="29" y="126"/>
                    <a:pt x="44" y="93"/>
                    <a:pt x="69" y="69"/>
                  </a:cubicBezTo>
                  <a:cubicBezTo>
                    <a:pt x="92" y="44"/>
                    <a:pt x="125" y="29"/>
                    <a:pt x="161" y="29"/>
                  </a:cubicBezTo>
                  <a:cubicBezTo>
                    <a:pt x="199" y="29"/>
                    <a:pt x="232" y="44"/>
                    <a:pt x="255" y="69"/>
                  </a:cubicBezTo>
                  <a:cubicBezTo>
                    <a:pt x="280" y="93"/>
                    <a:pt x="294" y="126"/>
                    <a:pt x="294" y="162"/>
                  </a:cubicBezTo>
                  <a:cubicBezTo>
                    <a:pt x="294" y="199"/>
                    <a:pt x="280" y="232"/>
                    <a:pt x="255" y="2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0" name="Freeform 404">
              <a:extLst>
                <a:ext uri="{FF2B5EF4-FFF2-40B4-BE49-F238E27FC236}">
                  <a16:creationId xmlns:a16="http://schemas.microsoft.com/office/drawing/2014/main" id="{01AF8429-3EEB-40AB-7389-2CDF6373783F}"/>
                </a:ext>
              </a:extLst>
            </p:cNvPr>
            <p:cNvSpPr>
              <a:spLocks noChangeArrowheads="1"/>
            </p:cNvSpPr>
            <p:nvPr/>
          </p:nvSpPr>
          <p:spPr bwMode="auto">
            <a:xfrm>
              <a:off x="3967163" y="5664200"/>
              <a:ext cx="31750" cy="65088"/>
            </a:xfrm>
            <a:custGeom>
              <a:avLst/>
              <a:gdLst>
                <a:gd name="T0" fmla="*/ 29 w 90"/>
                <a:gd name="T1" fmla="*/ 96 h 179"/>
                <a:gd name="T2" fmla="*/ 29 w 90"/>
                <a:gd name="T3" fmla="*/ 96 h 179"/>
                <a:gd name="T4" fmla="*/ 29 w 90"/>
                <a:gd name="T5" fmla="*/ 13 h 179"/>
                <a:gd name="T6" fmla="*/ 13 w 90"/>
                <a:gd name="T7" fmla="*/ 0 h 179"/>
                <a:gd name="T8" fmla="*/ 0 w 90"/>
                <a:gd name="T9" fmla="*/ 13 h 179"/>
                <a:gd name="T10" fmla="*/ 0 w 90"/>
                <a:gd name="T11" fmla="*/ 102 h 179"/>
                <a:gd name="T12" fmla="*/ 0 w 90"/>
                <a:gd name="T13" fmla="*/ 102 h 179"/>
                <a:gd name="T14" fmla="*/ 1 w 90"/>
                <a:gd name="T15" fmla="*/ 107 h 179"/>
                <a:gd name="T16" fmla="*/ 4 w 90"/>
                <a:gd name="T17" fmla="*/ 113 h 179"/>
                <a:gd name="T18" fmla="*/ 63 w 90"/>
                <a:gd name="T19" fmla="*/ 172 h 179"/>
                <a:gd name="T20" fmla="*/ 84 w 90"/>
                <a:gd name="T21" fmla="*/ 172 h 179"/>
                <a:gd name="T22" fmla="*/ 84 w 90"/>
                <a:gd name="T23" fmla="*/ 152 h 179"/>
                <a:gd name="T24" fmla="*/ 29 w 90"/>
                <a:gd name="T25" fmla="*/ 96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179">
                  <a:moveTo>
                    <a:pt x="29" y="96"/>
                  </a:moveTo>
                  <a:lnTo>
                    <a:pt x="29" y="96"/>
                  </a:lnTo>
                  <a:cubicBezTo>
                    <a:pt x="29" y="13"/>
                    <a:pt x="29" y="13"/>
                    <a:pt x="29" y="13"/>
                  </a:cubicBezTo>
                  <a:cubicBezTo>
                    <a:pt x="29" y="5"/>
                    <a:pt x="22" y="0"/>
                    <a:pt x="13" y="0"/>
                  </a:cubicBezTo>
                  <a:cubicBezTo>
                    <a:pt x="7" y="0"/>
                    <a:pt x="0" y="5"/>
                    <a:pt x="0" y="13"/>
                  </a:cubicBezTo>
                  <a:cubicBezTo>
                    <a:pt x="0" y="102"/>
                    <a:pt x="0" y="102"/>
                    <a:pt x="0" y="102"/>
                  </a:cubicBezTo>
                  <a:lnTo>
                    <a:pt x="0" y="102"/>
                  </a:lnTo>
                  <a:cubicBezTo>
                    <a:pt x="0" y="105"/>
                    <a:pt x="0" y="106"/>
                    <a:pt x="1" y="107"/>
                  </a:cubicBezTo>
                  <a:cubicBezTo>
                    <a:pt x="1" y="110"/>
                    <a:pt x="2" y="112"/>
                    <a:pt x="4" y="113"/>
                  </a:cubicBezTo>
                  <a:cubicBezTo>
                    <a:pt x="63" y="172"/>
                    <a:pt x="63" y="172"/>
                    <a:pt x="63" y="172"/>
                  </a:cubicBezTo>
                  <a:cubicBezTo>
                    <a:pt x="69" y="178"/>
                    <a:pt x="77" y="178"/>
                    <a:pt x="84" y="172"/>
                  </a:cubicBezTo>
                  <a:cubicBezTo>
                    <a:pt x="89" y="165"/>
                    <a:pt x="89" y="157"/>
                    <a:pt x="84" y="152"/>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1" name="Freeform 477">
              <a:extLst>
                <a:ext uri="{FF2B5EF4-FFF2-40B4-BE49-F238E27FC236}">
                  <a16:creationId xmlns:a16="http://schemas.microsoft.com/office/drawing/2014/main" id="{738CDE4E-5895-EB03-4A46-4E4E49F41F67}"/>
                </a:ext>
              </a:extLst>
            </p:cNvPr>
            <p:cNvSpPr>
              <a:spLocks noChangeArrowheads="1"/>
            </p:cNvSpPr>
            <p:nvPr/>
          </p:nvSpPr>
          <p:spPr bwMode="auto">
            <a:xfrm>
              <a:off x="3759200" y="5494338"/>
              <a:ext cx="255588" cy="244475"/>
            </a:xfrm>
            <a:custGeom>
              <a:avLst/>
              <a:gdLst>
                <a:gd name="T0" fmla="*/ 707 w 708"/>
                <a:gd name="T1" fmla="*/ 221 h 679"/>
                <a:gd name="T2" fmla="*/ 707 w 708"/>
                <a:gd name="T3" fmla="*/ 221 h 679"/>
                <a:gd name="T4" fmla="*/ 707 w 708"/>
                <a:gd name="T5" fmla="*/ 104 h 679"/>
                <a:gd name="T6" fmla="*/ 663 w 708"/>
                <a:gd name="T7" fmla="*/ 60 h 679"/>
                <a:gd name="T8" fmla="*/ 575 w 708"/>
                <a:gd name="T9" fmla="*/ 60 h 679"/>
                <a:gd name="T10" fmla="*/ 530 w 708"/>
                <a:gd name="T11" fmla="*/ 60 h 679"/>
                <a:gd name="T12" fmla="*/ 530 w 708"/>
                <a:gd name="T13" fmla="*/ 15 h 679"/>
                <a:gd name="T14" fmla="*/ 515 w 708"/>
                <a:gd name="T15" fmla="*/ 0 h 679"/>
                <a:gd name="T16" fmla="*/ 500 w 708"/>
                <a:gd name="T17" fmla="*/ 15 h 679"/>
                <a:gd name="T18" fmla="*/ 500 w 708"/>
                <a:gd name="T19" fmla="*/ 60 h 679"/>
                <a:gd name="T20" fmla="*/ 206 w 708"/>
                <a:gd name="T21" fmla="*/ 60 h 679"/>
                <a:gd name="T22" fmla="*/ 206 w 708"/>
                <a:gd name="T23" fmla="*/ 15 h 679"/>
                <a:gd name="T24" fmla="*/ 191 w 708"/>
                <a:gd name="T25" fmla="*/ 0 h 679"/>
                <a:gd name="T26" fmla="*/ 177 w 708"/>
                <a:gd name="T27" fmla="*/ 15 h 679"/>
                <a:gd name="T28" fmla="*/ 177 w 708"/>
                <a:gd name="T29" fmla="*/ 60 h 679"/>
                <a:gd name="T30" fmla="*/ 133 w 708"/>
                <a:gd name="T31" fmla="*/ 60 h 679"/>
                <a:gd name="T32" fmla="*/ 44 w 708"/>
                <a:gd name="T33" fmla="*/ 60 h 679"/>
                <a:gd name="T34" fmla="*/ 0 w 708"/>
                <a:gd name="T35" fmla="*/ 104 h 679"/>
                <a:gd name="T36" fmla="*/ 0 w 708"/>
                <a:gd name="T37" fmla="*/ 634 h 679"/>
                <a:gd name="T38" fmla="*/ 44 w 708"/>
                <a:gd name="T39" fmla="*/ 678 h 679"/>
                <a:gd name="T40" fmla="*/ 366 w 708"/>
                <a:gd name="T41" fmla="*/ 678 h 679"/>
                <a:gd name="T42" fmla="*/ 381 w 708"/>
                <a:gd name="T43" fmla="*/ 663 h 679"/>
                <a:gd name="T44" fmla="*/ 366 w 708"/>
                <a:gd name="T45" fmla="*/ 649 h 679"/>
                <a:gd name="T46" fmla="*/ 366 w 708"/>
                <a:gd name="T47" fmla="*/ 649 h 679"/>
                <a:gd name="T48" fmla="*/ 44 w 708"/>
                <a:gd name="T49" fmla="*/ 649 h 679"/>
                <a:gd name="T50" fmla="*/ 33 w 708"/>
                <a:gd name="T51" fmla="*/ 645 h 679"/>
                <a:gd name="T52" fmla="*/ 29 w 708"/>
                <a:gd name="T53" fmla="*/ 634 h 679"/>
                <a:gd name="T54" fmla="*/ 29 w 708"/>
                <a:gd name="T55" fmla="*/ 236 h 679"/>
                <a:gd name="T56" fmla="*/ 677 w 708"/>
                <a:gd name="T57" fmla="*/ 236 h 679"/>
                <a:gd name="T58" fmla="*/ 677 w 708"/>
                <a:gd name="T59" fmla="*/ 365 h 679"/>
                <a:gd name="T60" fmla="*/ 692 w 708"/>
                <a:gd name="T61" fmla="*/ 380 h 679"/>
                <a:gd name="T62" fmla="*/ 707 w 708"/>
                <a:gd name="T63" fmla="*/ 365 h 679"/>
                <a:gd name="T64" fmla="*/ 707 w 708"/>
                <a:gd name="T65" fmla="*/ 221 h 679"/>
                <a:gd name="T66" fmla="*/ 29 w 708"/>
                <a:gd name="T67" fmla="*/ 207 h 679"/>
                <a:gd name="T68" fmla="*/ 29 w 708"/>
                <a:gd name="T69" fmla="*/ 207 h 679"/>
                <a:gd name="T70" fmla="*/ 29 w 708"/>
                <a:gd name="T71" fmla="*/ 104 h 679"/>
                <a:gd name="T72" fmla="*/ 33 w 708"/>
                <a:gd name="T73" fmla="*/ 94 h 679"/>
                <a:gd name="T74" fmla="*/ 44 w 708"/>
                <a:gd name="T75" fmla="*/ 89 h 679"/>
                <a:gd name="T76" fmla="*/ 133 w 708"/>
                <a:gd name="T77" fmla="*/ 89 h 679"/>
                <a:gd name="T78" fmla="*/ 177 w 708"/>
                <a:gd name="T79" fmla="*/ 89 h 679"/>
                <a:gd name="T80" fmla="*/ 177 w 708"/>
                <a:gd name="T81" fmla="*/ 133 h 679"/>
                <a:gd name="T82" fmla="*/ 191 w 708"/>
                <a:gd name="T83" fmla="*/ 148 h 679"/>
                <a:gd name="T84" fmla="*/ 206 w 708"/>
                <a:gd name="T85" fmla="*/ 133 h 679"/>
                <a:gd name="T86" fmla="*/ 206 w 708"/>
                <a:gd name="T87" fmla="*/ 89 h 679"/>
                <a:gd name="T88" fmla="*/ 500 w 708"/>
                <a:gd name="T89" fmla="*/ 89 h 679"/>
                <a:gd name="T90" fmla="*/ 500 w 708"/>
                <a:gd name="T91" fmla="*/ 133 h 679"/>
                <a:gd name="T92" fmla="*/ 515 w 708"/>
                <a:gd name="T93" fmla="*/ 148 h 679"/>
                <a:gd name="T94" fmla="*/ 530 w 708"/>
                <a:gd name="T95" fmla="*/ 133 h 679"/>
                <a:gd name="T96" fmla="*/ 530 w 708"/>
                <a:gd name="T97" fmla="*/ 89 h 679"/>
                <a:gd name="T98" fmla="*/ 575 w 708"/>
                <a:gd name="T99" fmla="*/ 89 h 679"/>
                <a:gd name="T100" fmla="*/ 663 w 708"/>
                <a:gd name="T101" fmla="*/ 89 h 679"/>
                <a:gd name="T102" fmla="*/ 673 w 708"/>
                <a:gd name="T103" fmla="*/ 94 h 679"/>
                <a:gd name="T104" fmla="*/ 677 w 708"/>
                <a:gd name="T105" fmla="*/ 104 h 679"/>
                <a:gd name="T106" fmla="*/ 677 w 708"/>
                <a:gd name="T107" fmla="*/ 207 h 679"/>
                <a:gd name="T108" fmla="*/ 29 w 708"/>
                <a:gd name="T109" fmla="*/ 207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8" h="679">
                  <a:moveTo>
                    <a:pt x="707" y="221"/>
                  </a:moveTo>
                  <a:lnTo>
                    <a:pt x="707" y="221"/>
                  </a:lnTo>
                  <a:cubicBezTo>
                    <a:pt x="707" y="104"/>
                    <a:pt x="707" y="104"/>
                    <a:pt x="707" y="104"/>
                  </a:cubicBezTo>
                  <a:cubicBezTo>
                    <a:pt x="707" y="79"/>
                    <a:pt x="686" y="60"/>
                    <a:pt x="663" y="60"/>
                  </a:cubicBezTo>
                  <a:cubicBezTo>
                    <a:pt x="575" y="60"/>
                    <a:pt x="575" y="60"/>
                    <a:pt x="575" y="60"/>
                  </a:cubicBezTo>
                  <a:cubicBezTo>
                    <a:pt x="530" y="60"/>
                    <a:pt x="530" y="60"/>
                    <a:pt x="530" y="60"/>
                  </a:cubicBezTo>
                  <a:cubicBezTo>
                    <a:pt x="530" y="15"/>
                    <a:pt x="530" y="15"/>
                    <a:pt x="530" y="15"/>
                  </a:cubicBezTo>
                  <a:cubicBezTo>
                    <a:pt x="530" y="7"/>
                    <a:pt x="523" y="0"/>
                    <a:pt x="515" y="0"/>
                  </a:cubicBezTo>
                  <a:cubicBezTo>
                    <a:pt x="507" y="0"/>
                    <a:pt x="500" y="7"/>
                    <a:pt x="500" y="15"/>
                  </a:cubicBezTo>
                  <a:cubicBezTo>
                    <a:pt x="500" y="60"/>
                    <a:pt x="500" y="60"/>
                    <a:pt x="500" y="60"/>
                  </a:cubicBezTo>
                  <a:cubicBezTo>
                    <a:pt x="206" y="60"/>
                    <a:pt x="206" y="60"/>
                    <a:pt x="206" y="60"/>
                  </a:cubicBezTo>
                  <a:cubicBezTo>
                    <a:pt x="206" y="15"/>
                    <a:pt x="206" y="15"/>
                    <a:pt x="206" y="15"/>
                  </a:cubicBezTo>
                  <a:cubicBezTo>
                    <a:pt x="206" y="7"/>
                    <a:pt x="199" y="0"/>
                    <a:pt x="191" y="0"/>
                  </a:cubicBezTo>
                  <a:cubicBezTo>
                    <a:pt x="184" y="0"/>
                    <a:pt x="177" y="7"/>
                    <a:pt x="177" y="15"/>
                  </a:cubicBezTo>
                  <a:cubicBezTo>
                    <a:pt x="177" y="60"/>
                    <a:pt x="177" y="60"/>
                    <a:pt x="177" y="60"/>
                  </a:cubicBezTo>
                  <a:cubicBezTo>
                    <a:pt x="133" y="60"/>
                    <a:pt x="133" y="60"/>
                    <a:pt x="133" y="60"/>
                  </a:cubicBezTo>
                  <a:cubicBezTo>
                    <a:pt x="44" y="60"/>
                    <a:pt x="44" y="60"/>
                    <a:pt x="44" y="60"/>
                  </a:cubicBezTo>
                  <a:cubicBezTo>
                    <a:pt x="19" y="60"/>
                    <a:pt x="0" y="79"/>
                    <a:pt x="0" y="104"/>
                  </a:cubicBezTo>
                  <a:cubicBezTo>
                    <a:pt x="0" y="634"/>
                    <a:pt x="0" y="634"/>
                    <a:pt x="0" y="634"/>
                  </a:cubicBezTo>
                  <a:cubicBezTo>
                    <a:pt x="0" y="659"/>
                    <a:pt x="19" y="678"/>
                    <a:pt x="44" y="678"/>
                  </a:cubicBezTo>
                  <a:cubicBezTo>
                    <a:pt x="366" y="678"/>
                    <a:pt x="366" y="678"/>
                    <a:pt x="366" y="678"/>
                  </a:cubicBezTo>
                  <a:cubicBezTo>
                    <a:pt x="374" y="678"/>
                    <a:pt x="381" y="672"/>
                    <a:pt x="381" y="663"/>
                  </a:cubicBezTo>
                  <a:cubicBezTo>
                    <a:pt x="381" y="655"/>
                    <a:pt x="374" y="649"/>
                    <a:pt x="366" y="649"/>
                  </a:cubicBezTo>
                  <a:lnTo>
                    <a:pt x="366" y="649"/>
                  </a:lnTo>
                  <a:cubicBezTo>
                    <a:pt x="44" y="649"/>
                    <a:pt x="44" y="649"/>
                    <a:pt x="44" y="649"/>
                  </a:cubicBezTo>
                  <a:cubicBezTo>
                    <a:pt x="40" y="649"/>
                    <a:pt x="36" y="648"/>
                    <a:pt x="33" y="645"/>
                  </a:cubicBezTo>
                  <a:cubicBezTo>
                    <a:pt x="30" y="643"/>
                    <a:pt x="29" y="638"/>
                    <a:pt x="29" y="634"/>
                  </a:cubicBezTo>
                  <a:cubicBezTo>
                    <a:pt x="29" y="236"/>
                    <a:pt x="29" y="236"/>
                    <a:pt x="29" y="236"/>
                  </a:cubicBezTo>
                  <a:cubicBezTo>
                    <a:pt x="677" y="236"/>
                    <a:pt x="677" y="236"/>
                    <a:pt x="677" y="236"/>
                  </a:cubicBezTo>
                  <a:cubicBezTo>
                    <a:pt x="677" y="365"/>
                    <a:pt x="677" y="365"/>
                    <a:pt x="677" y="365"/>
                  </a:cubicBezTo>
                  <a:cubicBezTo>
                    <a:pt x="677" y="373"/>
                    <a:pt x="684" y="380"/>
                    <a:pt x="692" y="380"/>
                  </a:cubicBezTo>
                  <a:cubicBezTo>
                    <a:pt x="700" y="380"/>
                    <a:pt x="707" y="373"/>
                    <a:pt x="707" y="365"/>
                  </a:cubicBezTo>
                  <a:cubicBezTo>
                    <a:pt x="707" y="221"/>
                    <a:pt x="707" y="221"/>
                    <a:pt x="707" y="221"/>
                  </a:cubicBezTo>
                  <a:close/>
                  <a:moveTo>
                    <a:pt x="29" y="207"/>
                  </a:moveTo>
                  <a:lnTo>
                    <a:pt x="29" y="207"/>
                  </a:lnTo>
                  <a:cubicBezTo>
                    <a:pt x="29" y="104"/>
                    <a:pt x="29" y="104"/>
                    <a:pt x="29" y="104"/>
                  </a:cubicBezTo>
                  <a:cubicBezTo>
                    <a:pt x="29" y="100"/>
                    <a:pt x="30" y="97"/>
                    <a:pt x="33" y="94"/>
                  </a:cubicBezTo>
                  <a:cubicBezTo>
                    <a:pt x="36" y="91"/>
                    <a:pt x="40" y="89"/>
                    <a:pt x="44" y="89"/>
                  </a:cubicBezTo>
                  <a:cubicBezTo>
                    <a:pt x="133" y="89"/>
                    <a:pt x="133" y="89"/>
                    <a:pt x="133" y="89"/>
                  </a:cubicBezTo>
                  <a:cubicBezTo>
                    <a:pt x="177" y="89"/>
                    <a:pt x="177" y="89"/>
                    <a:pt x="177" y="89"/>
                  </a:cubicBezTo>
                  <a:cubicBezTo>
                    <a:pt x="177" y="133"/>
                    <a:pt x="177" y="133"/>
                    <a:pt x="177" y="133"/>
                  </a:cubicBezTo>
                  <a:cubicBezTo>
                    <a:pt x="177" y="141"/>
                    <a:pt x="184" y="148"/>
                    <a:pt x="191" y="148"/>
                  </a:cubicBezTo>
                  <a:cubicBezTo>
                    <a:pt x="199" y="148"/>
                    <a:pt x="206" y="141"/>
                    <a:pt x="206" y="133"/>
                  </a:cubicBezTo>
                  <a:cubicBezTo>
                    <a:pt x="206" y="89"/>
                    <a:pt x="206" y="89"/>
                    <a:pt x="206" y="89"/>
                  </a:cubicBezTo>
                  <a:cubicBezTo>
                    <a:pt x="500" y="89"/>
                    <a:pt x="500" y="89"/>
                    <a:pt x="500" y="89"/>
                  </a:cubicBezTo>
                  <a:cubicBezTo>
                    <a:pt x="500" y="133"/>
                    <a:pt x="500" y="133"/>
                    <a:pt x="500" y="133"/>
                  </a:cubicBezTo>
                  <a:cubicBezTo>
                    <a:pt x="500" y="141"/>
                    <a:pt x="507" y="148"/>
                    <a:pt x="515" y="148"/>
                  </a:cubicBezTo>
                  <a:cubicBezTo>
                    <a:pt x="523" y="148"/>
                    <a:pt x="530" y="141"/>
                    <a:pt x="530" y="133"/>
                  </a:cubicBezTo>
                  <a:cubicBezTo>
                    <a:pt x="530" y="89"/>
                    <a:pt x="530" y="89"/>
                    <a:pt x="530" y="89"/>
                  </a:cubicBezTo>
                  <a:cubicBezTo>
                    <a:pt x="575" y="89"/>
                    <a:pt x="575" y="89"/>
                    <a:pt x="575" y="89"/>
                  </a:cubicBezTo>
                  <a:cubicBezTo>
                    <a:pt x="663" y="89"/>
                    <a:pt x="663" y="89"/>
                    <a:pt x="663" y="89"/>
                  </a:cubicBezTo>
                  <a:cubicBezTo>
                    <a:pt x="667" y="89"/>
                    <a:pt x="670" y="91"/>
                    <a:pt x="673" y="94"/>
                  </a:cubicBezTo>
                  <a:cubicBezTo>
                    <a:pt x="675" y="97"/>
                    <a:pt x="677" y="100"/>
                    <a:pt x="677" y="104"/>
                  </a:cubicBezTo>
                  <a:cubicBezTo>
                    <a:pt x="677" y="207"/>
                    <a:pt x="677" y="207"/>
                    <a:pt x="677" y="207"/>
                  </a:cubicBezTo>
                  <a:lnTo>
                    <a:pt x="29" y="20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2" name="Group 584">
            <a:extLst>
              <a:ext uri="{FF2B5EF4-FFF2-40B4-BE49-F238E27FC236}">
                <a16:creationId xmlns:a16="http://schemas.microsoft.com/office/drawing/2014/main" id="{AD6D825E-88FA-8094-913F-EDD920621F91}"/>
              </a:ext>
            </a:extLst>
          </p:cNvPr>
          <p:cNvGrpSpPr/>
          <p:nvPr/>
        </p:nvGrpSpPr>
        <p:grpSpPr>
          <a:xfrm>
            <a:off x="5825058" y="1372815"/>
            <a:ext cx="301625" cy="274638"/>
            <a:chOff x="4668838" y="1679575"/>
            <a:chExt cx="301625" cy="274638"/>
          </a:xfrm>
          <a:solidFill>
            <a:schemeClr val="accent4"/>
          </a:solidFill>
        </p:grpSpPr>
        <p:sp>
          <p:nvSpPr>
            <p:cNvPr id="583" name="Freeform 478">
              <a:extLst>
                <a:ext uri="{FF2B5EF4-FFF2-40B4-BE49-F238E27FC236}">
                  <a16:creationId xmlns:a16="http://schemas.microsoft.com/office/drawing/2014/main" id="{38E60A47-7FD5-CB7B-6937-C3E74458EB54}"/>
                </a:ext>
              </a:extLst>
            </p:cNvPr>
            <p:cNvSpPr>
              <a:spLocks noChangeArrowheads="1"/>
            </p:cNvSpPr>
            <p:nvPr/>
          </p:nvSpPr>
          <p:spPr bwMode="auto">
            <a:xfrm>
              <a:off x="4668838" y="1679575"/>
              <a:ext cx="301625" cy="198438"/>
            </a:xfrm>
            <a:custGeom>
              <a:avLst/>
              <a:gdLst>
                <a:gd name="T0" fmla="*/ 672 w 837"/>
                <a:gd name="T1" fmla="*/ 223 h 552"/>
                <a:gd name="T2" fmla="*/ 672 w 837"/>
                <a:gd name="T3" fmla="*/ 223 h 552"/>
                <a:gd name="T4" fmla="*/ 643 w 837"/>
                <a:gd name="T5" fmla="*/ 226 h 552"/>
                <a:gd name="T6" fmla="*/ 647 w 837"/>
                <a:gd name="T7" fmla="*/ 186 h 552"/>
                <a:gd name="T8" fmla="*/ 460 w 837"/>
                <a:gd name="T9" fmla="*/ 0 h 552"/>
                <a:gd name="T10" fmla="*/ 291 w 837"/>
                <a:gd name="T11" fmla="*/ 110 h 552"/>
                <a:gd name="T12" fmla="*/ 223 w 837"/>
                <a:gd name="T13" fmla="*/ 78 h 552"/>
                <a:gd name="T14" fmla="*/ 136 w 837"/>
                <a:gd name="T15" fmla="*/ 165 h 552"/>
                <a:gd name="T16" fmla="*/ 140 w 837"/>
                <a:gd name="T17" fmla="*/ 187 h 552"/>
                <a:gd name="T18" fmla="*/ 0 w 837"/>
                <a:gd name="T19" fmla="*/ 366 h 552"/>
                <a:gd name="T20" fmla="*/ 56 w 837"/>
                <a:gd name="T21" fmla="*/ 497 h 552"/>
                <a:gd name="T22" fmla="*/ 187 w 837"/>
                <a:gd name="T23" fmla="*/ 551 h 552"/>
                <a:gd name="T24" fmla="*/ 466 w 837"/>
                <a:gd name="T25" fmla="*/ 551 h 552"/>
                <a:gd name="T26" fmla="*/ 611 w 837"/>
                <a:gd name="T27" fmla="*/ 551 h 552"/>
                <a:gd name="T28" fmla="*/ 673 w 837"/>
                <a:gd name="T29" fmla="*/ 551 h 552"/>
                <a:gd name="T30" fmla="*/ 673 w 837"/>
                <a:gd name="T31" fmla="*/ 551 h 552"/>
                <a:gd name="T32" fmla="*/ 836 w 837"/>
                <a:gd name="T33" fmla="*/ 386 h 552"/>
                <a:gd name="T34" fmla="*/ 672 w 837"/>
                <a:gd name="T35" fmla="*/ 223 h 552"/>
                <a:gd name="T36" fmla="*/ 767 w 837"/>
                <a:gd name="T37" fmla="*/ 482 h 552"/>
                <a:gd name="T38" fmla="*/ 767 w 837"/>
                <a:gd name="T39" fmla="*/ 482 h 552"/>
                <a:gd name="T40" fmla="*/ 672 w 837"/>
                <a:gd name="T41" fmla="*/ 520 h 552"/>
                <a:gd name="T42" fmla="*/ 672 w 837"/>
                <a:gd name="T43" fmla="*/ 522 h 552"/>
                <a:gd name="T44" fmla="*/ 187 w 837"/>
                <a:gd name="T45" fmla="*/ 520 h 552"/>
                <a:gd name="T46" fmla="*/ 76 w 837"/>
                <a:gd name="T47" fmla="*/ 476 h 552"/>
                <a:gd name="T48" fmla="*/ 29 w 837"/>
                <a:gd name="T49" fmla="*/ 366 h 552"/>
                <a:gd name="T50" fmla="*/ 162 w 837"/>
                <a:gd name="T51" fmla="*/ 214 h 552"/>
                <a:gd name="T52" fmla="*/ 173 w 837"/>
                <a:gd name="T53" fmla="*/ 205 h 552"/>
                <a:gd name="T54" fmla="*/ 173 w 837"/>
                <a:gd name="T55" fmla="*/ 192 h 552"/>
                <a:gd name="T56" fmla="*/ 166 w 837"/>
                <a:gd name="T57" fmla="*/ 165 h 552"/>
                <a:gd name="T58" fmla="*/ 183 w 837"/>
                <a:gd name="T59" fmla="*/ 124 h 552"/>
                <a:gd name="T60" fmla="*/ 223 w 837"/>
                <a:gd name="T61" fmla="*/ 107 h 552"/>
                <a:gd name="T62" fmla="*/ 278 w 837"/>
                <a:gd name="T63" fmla="*/ 151 h 552"/>
                <a:gd name="T64" fmla="*/ 293 w 837"/>
                <a:gd name="T65" fmla="*/ 163 h 552"/>
                <a:gd name="T66" fmla="*/ 307 w 837"/>
                <a:gd name="T67" fmla="*/ 151 h 552"/>
                <a:gd name="T68" fmla="*/ 460 w 837"/>
                <a:gd name="T69" fmla="*/ 30 h 552"/>
                <a:gd name="T70" fmla="*/ 571 w 837"/>
                <a:gd name="T71" fmla="*/ 76 h 552"/>
                <a:gd name="T72" fmla="*/ 618 w 837"/>
                <a:gd name="T73" fmla="*/ 186 h 552"/>
                <a:gd name="T74" fmla="*/ 607 w 837"/>
                <a:gd name="T75" fmla="*/ 241 h 552"/>
                <a:gd name="T76" fmla="*/ 611 w 837"/>
                <a:gd name="T77" fmla="*/ 258 h 552"/>
                <a:gd name="T78" fmla="*/ 626 w 837"/>
                <a:gd name="T79" fmla="*/ 261 h 552"/>
                <a:gd name="T80" fmla="*/ 672 w 837"/>
                <a:gd name="T81" fmla="*/ 252 h 552"/>
                <a:gd name="T82" fmla="*/ 767 w 837"/>
                <a:gd name="T83" fmla="*/ 291 h 552"/>
                <a:gd name="T84" fmla="*/ 807 w 837"/>
                <a:gd name="T85" fmla="*/ 386 h 552"/>
                <a:gd name="T86" fmla="*/ 767 w 837"/>
                <a:gd name="T87" fmla="*/ 482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7" h="552">
                  <a:moveTo>
                    <a:pt x="672" y="223"/>
                  </a:moveTo>
                  <a:lnTo>
                    <a:pt x="672" y="223"/>
                  </a:lnTo>
                  <a:cubicBezTo>
                    <a:pt x="662" y="223"/>
                    <a:pt x="652" y="223"/>
                    <a:pt x="643" y="226"/>
                  </a:cubicBezTo>
                  <a:cubicBezTo>
                    <a:pt x="646" y="214"/>
                    <a:pt x="647" y="200"/>
                    <a:pt x="647" y="186"/>
                  </a:cubicBezTo>
                  <a:cubicBezTo>
                    <a:pt x="647" y="84"/>
                    <a:pt x="564" y="0"/>
                    <a:pt x="460" y="0"/>
                  </a:cubicBezTo>
                  <a:cubicBezTo>
                    <a:pt x="384" y="0"/>
                    <a:pt x="320" y="45"/>
                    <a:pt x="291" y="110"/>
                  </a:cubicBezTo>
                  <a:cubicBezTo>
                    <a:pt x="274" y="91"/>
                    <a:pt x="250" y="78"/>
                    <a:pt x="223" y="78"/>
                  </a:cubicBezTo>
                  <a:cubicBezTo>
                    <a:pt x="176" y="78"/>
                    <a:pt x="136" y="117"/>
                    <a:pt x="136" y="165"/>
                  </a:cubicBezTo>
                  <a:cubicBezTo>
                    <a:pt x="136" y="174"/>
                    <a:pt x="137" y="181"/>
                    <a:pt x="140" y="187"/>
                  </a:cubicBezTo>
                  <a:cubicBezTo>
                    <a:pt x="60" y="208"/>
                    <a:pt x="0" y="280"/>
                    <a:pt x="0" y="366"/>
                  </a:cubicBezTo>
                  <a:cubicBezTo>
                    <a:pt x="0" y="417"/>
                    <a:pt x="21" y="464"/>
                    <a:pt x="56" y="497"/>
                  </a:cubicBezTo>
                  <a:cubicBezTo>
                    <a:pt x="89" y="530"/>
                    <a:pt x="136" y="551"/>
                    <a:pt x="187" y="551"/>
                  </a:cubicBezTo>
                  <a:cubicBezTo>
                    <a:pt x="234" y="551"/>
                    <a:pt x="357" y="551"/>
                    <a:pt x="466" y="551"/>
                  </a:cubicBezTo>
                  <a:cubicBezTo>
                    <a:pt x="521" y="551"/>
                    <a:pt x="572" y="551"/>
                    <a:pt x="611" y="551"/>
                  </a:cubicBezTo>
                  <a:cubicBezTo>
                    <a:pt x="650" y="551"/>
                    <a:pt x="673" y="551"/>
                    <a:pt x="673" y="551"/>
                  </a:cubicBezTo>
                  <a:lnTo>
                    <a:pt x="673" y="551"/>
                  </a:lnTo>
                  <a:cubicBezTo>
                    <a:pt x="763" y="549"/>
                    <a:pt x="836" y="476"/>
                    <a:pt x="836" y="386"/>
                  </a:cubicBezTo>
                  <a:cubicBezTo>
                    <a:pt x="836" y="297"/>
                    <a:pt x="763" y="223"/>
                    <a:pt x="672" y="223"/>
                  </a:cubicBezTo>
                  <a:close/>
                  <a:moveTo>
                    <a:pt x="767" y="482"/>
                  </a:moveTo>
                  <a:lnTo>
                    <a:pt x="767" y="482"/>
                  </a:lnTo>
                  <a:cubicBezTo>
                    <a:pt x="744" y="506"/>
                    <a:pt x="709" y="520"/>
                    <a:pt x="672" y="520"/>
                  </a:cubicBezTo>
                  <a:cubicBezTo>
                    <a:pt x="672" y="522"/>
                    <a:pt x="672" y="522"/>
                    <a:pt x="672" y="522"/>
                  </a:cubicBezTo>
                  <a:cubicBezTo>
                    <a:pt x="648" y="522"/>
                    <a:pt x="280" y="520"/>
                    <a:pt x="187" y="520"/>
                  </a:cubicBezTo>
                  <a:cubicBezTo>
                    <a:pt x="144" y="520"/>
                    <a:pt x="104" y="504"/>
                    <a:pt x="76" y="476"/>
                  </a:cubicBezTo>
                  <a:cubicBezTo>
                    <a:pt x="47" y="447"/>
                    <a:pt x="29" y="408"/>
                    <a:pt x="29" y="366"/>
                  </a:cubicBezTo>
                  <a:cubicBezTo>
                    <a:pt x="29" y="290"/>
                    <a:pt x="88" y="225"/>
                    <a:pt x="162" y="214"/>
                  </a:cubicBezTo>
                  <a:cubicBezTo>
                    <a:pt x="168" y="212"/>
                    <a:pt x="172" y="210"/>
                    <a:pt x="173" y="205"/>
                  </a:cubicBezTo>
                  <a:cubicBezTo>
                    <a:pt x="176" y="201"/>
                    <a:pt x="176" y="196"/>
                    <a:pt x="173" y="192"/>
                  </a:cubicBezTo>
                  <a:cubicBezTo>
                    <a:pt x="169" y="183"/>
                    <a:pt x="166" y="175"/>
                    <a:pt x="166" y="165"/>
                  </a:cubicBezTo>
                  <a:cubicBezTo>
                    <a:pt x="166" y="149"/>
                    <a:pt x="172" y="135"/>
                    <a:pt x="183" y="124"/>
                  </a:cubicBezTo>
                  <a:cubicBezTo>
                    <a:pt x="192" y="114"/>
                    <a:pt x="208" y="107"/>
                    <a:pt x="223" y="107"/>
                  </a:cubicBezTo>
                  <a:cubicBezTo>
                    <a:pt x="250" y="107"/>
                    <a:pt x="273" y="127"/>
                    <a:pt x="278" y="151"/>
                  </a:cubicBezTo>
                  <a:cubicBezTo>
                    <a:pt x="280" y="158"/>
                    <a:pt x="286" y="163"/>
                    <a:pt x="293" y="163"/>
                  </a:cubicBezTo>
                  <a:cubicBezTo>
                    <a:pt x="300" y="163"/>
                    <a:pt x="306" y="158"/>
                    <a:pt x="307" y="151"/>
                  </a:cubicBezTo>
                  <a:cubicBezTo>
                    <a:pt x="324" y="81"/>
                    <a:pt x="386" y="30"/>
                    <a:pt x="460" y="30"/>
                  </a:cubicBezTo>
                  <a:cubicBezTo>
                    <a:pt x="503" y="30"/>
                    <a:pt x="543" y="47"/>
                    <a:pt x="571" y="76"/>
                  </a:cubicBezTo>
                  <a:cubicBezTo>
                    <a:pt x="600" y="103"/>
                    <a:pt x="618" y="143"/>
                    <a:pt x="618" y="186"/>
                  </a:cubicBezTo>
                  <a:cubicBezTo>
                    <a:pt x="618" y="205"/>
                    <a:pt x="614" y="225"/>
                    <a:pt x="607" y="241"/>
                  </a:cubicBezTo>
                  <a:cubicBezTo>
                    <a:pt x="605" y="247"/>
                    <a:pt x="607" y="254"/>
                    <a:pt x="611" y="258"/>
                  </a:cubicBezTo>
                  <a:cubicBezTo>
                    <a:pt x="615" y="262"/>
                    <a:pt x="621" y="263"/>
                    <a:pt x="626" y="261"/>
                  </a:cubicBezTo>
                  <a:cubicBezTo>
                    <a:pt x="641" y="255"/>
                    <a:pt x="657" y="252"/>
                    <a:pt x="672" y="252"/>
                  </a:cubicBezTo>
                  <a:cubicBezTo>
                    <a:pt x="709" y="252"/>
                    <a:pt x="744" y="268"/>
                    <a:pt x="767" y="291"/>
                  </a:cubicBezTo>
                  <a:cubicBezTo>
                    <a:pt x="792" y="316"/>
                    <a:pt x="807" y="349"/>
                    <a:pt x="807" y="386"/>
                  </a:cubicBezTo>
                  <a:cubicBezTo>
                    <a:pt x="807" y="424"/>
                    <a:pt x="792" y="457"/>
                    <a:pt x="767" y="4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4" name="Freeform 479">
              <a:extLst>
                <a:ext uri="{FF2B5EF4-FFF2-40B4-BE49-F238E27FC236}">
                  <a16:creationId xmlns:a16="http://schemas.microsoft.com/office/drawing/2014/main" id="{A197ACC5-C49A-B2DE-B03E-77086ACF712D}"/>
                </a:ext>
              </a:extLst>
            </p:cNvPr>
            <p:cNvSpPr>
              <a:spLocks noChangeArrowheads="1"/>
            </p:cNvSpPr>
            <p:nvPr/>
          </p:nvSpPr>
          <p:spPr bwMode="auto">
            <a:xfrm>
              <a:off x="4733925" y="1892300"/>
              <a:ext cx="47625" cy="47625"/>
            </a:xfrm>
            <a:custGeom>
              <a:avLst/>
              <a:gdLst>
                <a:gd name="T0" fmla="*/ 132 w 133"/>
                <a:gd name="T1" fmla="*/ 65 h 132"/>
                <a:gd name="T2" fmla="*/ 132 w 133"/>
                <a:gd name="T3" fmla="*/ 65 h 132"/>
                <a:gd name="T4" fmla="*/ 67 w 133"/>
                <a:gd name="T5" fmla="*/ 0 h 132"/>
                <a:gd name="T6" fmla="*/ 0 w 133"/>
                <a:gd name="T7" fmla="*/ 65 h 132"/>
                <a:gd name="T8" fmla="*/ 67 w 133"/>
                <a:gd name="T9" fmla="*/ 131 h 132"/>
                <a:gd name="T10" fmla="*/ 132 w 133"/>
                <a:gd name="T11" fmla="*/ 65 h 132"/>
                <a:gd name="T12" fmla="*/ 31 w 133"/>
                <a:gd name="T13" fmla="*/ 65 h 132"/>
                <a:gd name="T14" fmla="*/ 31 w 133"/>
                <a:gd name="T15" fmla="*/ 65 h 132"/>
                <a:gd name="T16" fmla="*/ 67 w 133"/>
                <a:gd name="T17" fmla="*/ 30 h 132"/>
                <a:gd name="T18" fmla="*/ 101 w 133"/>
                <a:gd name="T19" fmla="*/ 65 h 132"/>
                <a:gd name="T20" fmla="*/ 67 w 133"/>
                <a:gd name="T21" fmla="*/ 101 h 132"/>
                <a:gd name="T22" fmla="*/ 31 w 133"/>
                <a:gd name="T23" fmla="*/ 65 h 1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3" h="132">
                  <a:moveTo>
                    <a:pt x="132" y="65"/>
                  </a:moveTo>
                  <a:lnTo>
                    <a:pt x="132" y="65"/>
                  </a:lnTo>
                  <a:cubicBezTo>
                    <a:pt x="132" y="29"/>
                    <a:pt x="103" y="0"/>
                    <a:pt x="67" y="0"/>
                  </a:cubicBezTo>
                  <a:cubicBezTo>
                    <a:pt x="29" y="0"/>
                    <a:pt x="0" y="29"/>
                    <a:pt x="0" y="65"/>
                  </a:cubicBezTo>
                  <a:cubicBezTo>
                    <a:pt x="0" y="101"/>
                    <a:pt x="29" y="131"/>
                    <a:pt x="67" y="131"/>
                  </a:cubicBezTo>
                  <a:cubicBezTo>
                    <a:pt x="103" y="131"/>
                    <a:pt x="132" y="101"/>
                    <a:pt x="132" y="65"/>
                  </a:cubicBezTo>
                  <a:close/>
                  <a:moveTo>
                    <a:pt x="31" y="65"/>
                  </a:moveTo>
                  <a:lnTo>
                    <a:pt x="31" y="65"/>
                  </a:lnTo>
                  <a:cubicBezTo>
                    <a:pt x="31" y="45"/>
                    <a:pt x="46" y="30"/>
                    <a:pt x="67" y="30"/>
                  </a:cubicBezTo>
                  <a:cubicBezTo>
                    <a:pt x="86" y="30"/>
                    <a:pt x="101" y="45"/>
                    <a:pt x="101" y="65"/>
                  </a:cubicBezTo>
                  <a:cubicBezTo>
                    <a:pt x="101" y="85"/>
                    <a:pt x="86" y="101"/>
                    <a:pt x="67" y="101"/>
                  </a:cubicBezTo>
                  <a:cubicBezTo>
                    <a:pt x="46" y="101"/>
                    <a:pt x="31" y="85"/>
                    <a:pt x="31"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5" name="Freeform 480">
              <a:extLst>
                <a:ext uri="{FF2B5EF4-FFF2-40B4-BE49-F238E27FC236}">
                  <a16:creationId xmlns:a16="http://schemas.microsoft.com/office/drawing/2014/main" id="{BFA89646-53C4-F04F-3F56-CE7D99679EBB}"/>
                </a:ext>
              </a:extLst>
            </p:cNvPr>
            <p:cNvSpPr>
              <a:spLocks noChangeArrowheads="1"/>
            </p:cNvSpPr>
            <p:nvPr/>
          </p:nvSpPr>
          <p:spPr bwMode="auto">
            <a:xfrm>
              <a:off x="4695825" y="1922463"/>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19"/>
                    <a:pt x="66" y="0"/>
                    <a:pt x="43" y="0"/>
                  </a:cubicBezTo>
                  <a:cubicBezTo>
                    <a:pt x="19" y="0"/>
                    <a:pt x="0" y="19"/>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86" name="Group 588">
            <a:extLst>
              <a:ext uri="{FF2B5EF4-FFF2-40B4-BE49-F238E27FC236}">
                <a16:creationId xmlns:a16="http://schemas.microsoft.com/office/drawing/2014/main" id="{419A2700-7DF4-8D48-FAA6-E2FFCA4F00D1}"/>
              </a:ext>
            </a:extLst>
          </p:cNvPr>
          <p:cNvGrpSpPr/>
          <p:nvPr/>
        </p:nvGrpSpPr>
        <p:grpSpPr>
          <a:xfrm>
            <a:off x="3277120" y="2891259"/>
            <a:ext cx="250825" cy="239712"/>
            <a:chOff x="2120900" y="3240088"/>
            <a:chExt cx="250825" cy="239712"/>
          </a:xfrm>
          <a:solidFill>
            <a:schemeClr val="accent4"/>
          </a:solidFill>
        </p:grpSpPr>
        <p:sp>
          <p:nvSpPr>
            <p:cNvPr id="587" name="Freeform 481">
              <a:extLst>
                <a:ext uri="{FF2B5EF4-FFF2-40B4-BE49-F238E27FC236}">
                  <a16:creationId xmlns:a16="http://schemas.microsoft.com/office/drawing/2014/main" id="{34C6A0F4-DC0B-3395-E1A2-F4584166A940}"/>
                </a:ext>
              </a:extLst>
            </p:cNvPr>
            <p:cNvSpPr>
              <a:spLocks noChangeArrowheads="1"/>
            </p:cNvSpPr>
            <p:nvPr/>
          </p:nvSpPr>
          <p:spPr bwMode="auto">
            <a:xfrm>
              <a:off x="2274888" y="3303588"/>
              <a:ext cx="63500" cy="63500"/>
            </a:xfrm>
            <a:custGeom>
              <a:avLst/>
              <a:gdLst>
                <a:gd name="T0" fmla="*/ 88 w 178"/>
                <a:gd name="T1" fmla="*/ 0 h 178"/>
                <a:gd name="T2" fmla="*/ 88 w 178"/>
                <a:gd name="T3" fmla="*/ 0 h 178"/>
                <a:gd name="T4" fmla="*/ 0 w 178"/>
                <a:gd name="T5" fmla="*/ 89 h 178"/>
                <a:gd name="T6" fmla="*/ 88 w 178"/>
                <a:gd name="T7" fmla="*/ 177 h 178"/>
                <a:gd name="T8" fmla="*/ 177 w 178"/>
                <a:gd name="T9" fmla="*/ 89 h 178"/>
                <a:gd name="T10" fmla="*/ 88 w 178"/>
                <a:gd name="T11" fmla="*/ 0 h 178"/>
                <a:gd name="T12" fmla="*/ 130 w 178"/>
                <a:gd name="T13" fmla="*/ 130 h 178"/>
                <a:gd name="T14" fmla="*/ 130 w 178"/>
                <a:gd name="T15" fmla="*/ 130 h 178"/>
                <a:gd name="T16" fmla="*/ 88 w 178"/>
                <a:gd name="T17" fmla="*/ 148 h 178"/>
                <a:gd name="T18" fmla="*/ 47 w 178"/>
                <a:gd name="T19" fmla="*/ 130 h 178"/>
                <a:gd name="T20" fmla="*/ 29 w 178"/>
                <a:gd name="T21" fmla="*/ 89 h 178"/>
                <a:gd name="T22" fmla="*/ 47 w 178"/>
                <a:gd name="T23" fmla="*/ 47 h 178"/>
                <a:gd name="T24" fmla="*/ 88 w 178"/>
                <a:gd name="T25" fmla="*/ 29 h 178"/>
                <a:gd name="T26" fmla="*/ 130 w 178"/>
                <a:gd name="T27" fmla="*/ 47 h 178"/>
                <a:gd name="T28" fmla="*/ 148 w 178"/>
                <a:gd name="T29" fmla="*/ 89 h 178"/>
                <a:gd name="T30" fmla="*/ 130 w 178"/>
                <a:gd name="T31" fmla="*/ 130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88" y="0"/>
                  </a:moveTo>
                  <a:lnTo>
                    <a:pt x="88" y="0"/>
                  </a:lnTo>
                  <a:cubicBezTo>
                    <a:pt x="40" y="0"/>
                    <a:pt x="0" y="40"/>
                    <a:pt x="0" y="89"/>
                  </a:cubicBezTo>
                  <a:cubicBezTo>
                    <a:pt x="0" y="137"/>
                    <a:pt x="40" y="177"/>
                    <a:pt x="88" y="177"/>
                  </a:cubicBezTo>
                  <a:cubicBezTo>
                    <a:pt x="137" y="177"/>
                    <a:pt x="177" y="137"/>
                    <a:pt x="177" y="89"/>
                  </a:cubicBezTo>
                  <a:cubicBezTo>
                    <a:pt x="177" y="40"/>
                    <a:pt x="137" y="0"/>
                    <a:pt x="88" y="0"/>
                  </a:cubicBezTo>
                  <a:close/>
                  <a:moveTo>
                    <a:pt x="130" y="130"/>
                  </a:moveTo>
                  <a:lnTo>
                    <a:pt x="130" y="130"/>
                  </a:lnTo>
                  <a:cubicBezTo>
                    <a:pt x="119" y="141"/>
                    <a:pt x="105" y="148"/>
                    <a:pt x="88" y="148"/>
                  </a:cubicBezTo>
                  <a:cubicBezTo>
                    <a:pt x="72" y="148"/>
                    <a:pt x="57" y="141"/>
                    <a:pt x="47" y="130"/>
                  </a:cubicBezTo>
                  <a:cubicBezTo>
                    <a:pt x="36" y="119"/>
                    <a:pt x="29" y="105"/>
                    <a:pt x="29" y="89"/>
                  </a:cubicBezTo>
                  <a:cubicBezTo>
                    <a:pt x="29" y="72"/>
                    <a:pt x="36" y="58"/>
                    <a:pt x="47" y="47"/>
                  </a:cubicBezTo>
                  <a:cubicBezTo>
                    <a:pt x="57" y="36"/>
                    <a:pt x="72" y="29"/>
                    <a:pt x="88" y="29"/>
                  </a:cubicBezTo>
                  <a:cubicBezTo>
                    <a:pt x="105" y="29"/>
                    <a:pt x="119" y="36"/>
                    <a:pt x="130" y="47"/>
                  </a:cubicBezTo>
                  <a:cubicBezTo>
                    <a:pt x="141" y="58"/>
                    <a:pt x="148" y="72"/>
                    <a:pt x="148" y="89"/>
                  </a:cubicBezTo>
                  <a:cubicBezTo>
                    <a:pt x="148" y="105"/>
                    <a:pt x="141" y="119"/>
                    <a:pt x="130"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8" name="Freeform 482">
              <a:extLst>
                <a:ext uri="{FF2B5EF4-FFF2-40B4-BE49-F238E27FC236}">
                  <a16:creationId xmlns:a16="http://schemas.microsoft.com/office/drawing/2014/main" id="{9F5EF88C-8065-194B-3CE7-24F32141461A}"/>
                </a:ext>
              </a:extLst>
            </p:cNvPr>
            <p:cNvSpPr>
              <a:spLocks noChangeArrowheads="1"/>
            </p:cNvSpPr>
            <p:nvPr/>
          </p:nvSpPr>
          <p:spPr bwMode="auto">
            <a:xfrm>
              <a:off x="2189163" y="3240088"/>
              <a:ext cx="63500" cy="63500"/>
            </a:xfrm>
            <a:custGeom>
              <a:avLst/>
              <a:gdLst>
                <a:gd name="T0" fmla="*/ 0 w 178"/>
                <a:gd name="T1" fmla="*/ 89 h 178"/>
                <a:gd name="T2" fmla="*/ 0 w 178"/>
                <a:gd name="T3" fmla="*/ 89 h 178"/>
                <a:gd name="T4" fmla="*/ 88 w 178"/>
                <a:gd name="T5" fmla="*/ 177 h 178"/>
                <a:gd name="T6" fmla="*/ 177 w 178"/>
                <a:gd name="T7" fmla="*/ 89 h 178"/>
                <a:gd name="T8" fmla="*/ 88 w 178"/>
                <a:gd name="T9" fmla="*/ 0 h 178"/>
                <a:gd name="T10" fmla="*/ 0 w 178"/>
                <a:gd name="T11" fmla="*/ 89 h 178"/>
                <a:gd name="T12" fmla="*/ 130 w 178"/>
                <a:gd name="T13" fmla="*/ 47 h 178"/>
                <a:gd name="T14" fmla="*/ 130 w 178"/>
                <a:gd name="T15" fmla="*/ 47 h 178"/>
                <a:gd name="T16" fmla="*/ 148 w 178"/>
                <a:gd name="T17" fmla="*/ 89 h 178"/>
                <a:gd name="T18" fmla="*/ 130 w 178"/>
                <a:gd name="T19" fmla="*/ 130 h 178"/>
                <a:gd name="T20" fmla="*/ 88 w 178"/>
                <a:gd name="T21" fmla="*/ 148 h 178"/>
                <a:gd name="T22" fmla="*/ 47 w 178"/>
                <a:gd name="T23" fmla="*/ 130 h 178"/>
                <a:gd name="T24" fmla="*/ 30 w 178"/>
                <a:gd name="T25" fmla="*/ 89 h 178"/>
                <a:gd name="T26" fmla="*/ 47 w 178"/>
                <a:gd name="T27" fmla="*/ 47 h 178"/>
                <a:gd name="T28" fmla="*/ 88 w 178"/>
                <a:gd name="T29" fmla="*/ 29 h 178"/>
                <a:gd name="T30" fmla="*/ 130 w 178"/>
                <a:gd name="T31" fmla="*/ 47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8" h="178">
                  <a:moveTo>
                    <a:pt x="0" y="89"/>
                  </a:moveTo>
                  <a:lnTo>
                    <a:pt x="0" y="89"/>
                  </a:lnTo>
                  <a:cubicBezTo>
                    <a:pt x="0" y="137"/>
                    <a:pt x="40" y="177"/>
                    <a:pt x="88" y="177"/>
                  </a:cubicBezTo>
                  <a:cubicBezTo>
                    <a:pt x="138" y="177"/>
                    <a:pt x="177" y="137"/>
                    <a:pt x="177" y="89"/>
                  </a:cubicBezTo>
                  <a:cubicBezTo>
                    <a:pt x="177" y="40"/>
                    <a:pt x="138" y="0"/>
                    <a:pt x="88" y="0"/>
                  </a:cubicBezTo>
                  <a:cubicBezTo>
                    <a:pt x="40" y="0"/>
                    <a:pt x="0" y="40"/>
                    <a:pt x="0" y="89"/>
                  </a:cubicBezTo>
                  <a:close/>
                  <a:moveTo>
                    <a:pt x="130" y="47"/>
                  </a:moveTo>
                  <a:lnTo>
                    <a:pt x="130" y="47"/>
                  </a:lnTo>
                  <a:cubicBezTo>
                    <a:pt x="141" y="58"/>
                    <a:pt x="148" y="72"/>
                    <a:pt x="148" y="89"/>
                  </a:cubicBezTo>
                  <a:cubicBezTo>
                    <a:pt x="148" y="105"/>
                    <a:pt x="141" y="119"/>
                    <a:pt x="130" y="130"/>
                  </a:cubicBezTo>
                  <a:cubicBezTo>
                    <a:pt x="120" y="141"/>
                    <a:pt x="105" y="148"/>
                    <a:pt x="88" y="148"/>
                  </a:cubicBezTo>
                  <a:cubicBezTo>
                    <a:pt x="72" y="148"/>
                    <a:pt x="58" y="141"/>
                    <a:pt x="47" y="130"/>
                  </a:cubicBezTo>
                  <a:cubicBezTo>
                    <a:pt x="36" y="119"/>
                    <a:pt x="30" y="105"/>
                    <a:pt x="30" y="89"/>
                  </a:cubicBezTo>
                  <a:cubicBezTo>
                    <a:pt x="30" y="72"/>
                    <a:pt x="36" y="58"/>
                    <a:pt x="47" y="47"/>
                  </a:cubicBezTo>
                  <a:cubicBezTo>
                    <a:pt x="58" y="36"/>
                    <a:pt x="72" y="29"/>
                    <a:pt x="88" y="29"/>
                  </a:cubicBezTo>
                  <a:cubicBezTo>
                    <a:pt x="105" y="29"/>
                    <a:pt x="120" y="36"/>
                    <a:pt x="130"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89" name="Freeform 483">
              <a:extLst>
                <a:ext uri="{FF2B5EF4-FFF2-40B4-BE49-F238E27FC236}">
                  <a16:creationId xmlns:a16="http://schemas.microsoft.com/office/drawing/2014/main" id="{9ABBACC7-AFB0-C600-2B83-6F5734E37C61}"/>
                </a:ext>
              </a:extLst>
            </p:cNvPr>
            <p:cNvSpPr>
              <a:spLocks noChangeArrowheads="1"/>
            </p:cNvSpPr>
            <p:nvPr/>
          </p:nvSpPr>
          <p:spPr bwMode="auto">
            <a:xfrm>
              <a:off x="2138363" y="33528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0" name="Freeform 484">
              <a:extLst>
                <a:ext uri="{FF2B5EF4-FFF2-40B4-BE49-F238E27FC236}">
                  <a16:creationId xmlns:a16="http://schemas.microsoft.com/office/drawing/2014/main" id="{E7EB1E00-D30C-33AD-226B-1E9DF7DE3FC9}"/>
                </a:ext>
              </a:extLst>
            </p:cNvPr>
            <p:cNvSpPr>
              <a:spLocks noChangeArrowheads="1"/>
            </p:cNvSpPr>
            <p:nvPr/>
          </p:nvSpPr>
          <p:spPr bwMode="auto">
            <a:xfrm>
              <a:off x="2120900" y="3352800"/>
              <a:ext cx="250825" cy="127000"/>
            </a:xfrm>
            <a:custGeom>
              <a:avLst/>
              <a:gdLst>
                <a:gd name="T0" fmla="*/ 687 w 696"/>
                <a:gd name="T1" fmla="*/ 200 h 351"/>
                <a:gd name="T2" fmla="*/ 687 w 696"/>
                <a:gd name="T3" fmla="*/ 200 h 351"/>
                <a:gd name="T4" fmla="*/ 695 w 696"/>
                <a:gd name="T5" fmla="*/ 176 h 351"/>
                <a:gd name="T6" fmla="*/ 678 w 696"/>
                <a:gd name="T7" fmla="*/ 142 h 351"/>
                <a:gd name="T8" fmla="*/ 611 w 696"/>
                <a:gd name="T9" fmla="*/ 115 h 351"/>
                <a:gd name="T10" fmla="*/ 593 w 696"/>
                <a:gd name="T11" fmla="*/ 118 h 351"/>
                <a:gd name="T12" fmla="*/ 546 w 696"/>
                <a:gd name="T13" fmla="*/ 130 h 351"/>
                <a:gd name="T14" fmla="*/ 441 w 696"/>
                <a:gd name="T15" fmla="*/ 169 h 351"/>
                <a:gd name="T16" fmla="*/ 410 w 696"/>
                <a:gd name="T17" fmla="*/ 97 h 351"/>
                <a:gd name="T18" fmla="*/ 319 w 696"/>
                <a:gd name="T19" fmla="*/ 58 h 351"/>
                <a:gd name="T20" fmla="*/ 196 w 696"/>
                <a:gd name="T21" fmla="*/ 58 h 351"/>
                <a:gd name="T22" fmla="*/ 195 w 696"/>
                <a:gd name="T23" fmla="*/ 58 h 351"/>
                <a:gd name="T24" fmla="*/ 48 w 696"/>
                <a:gd name="T25" fmla="*/ 0 h 351"/>
                <a:gd name="T26" fmla="*/ 44 w 696"/>
                <a:gd name="T27" fmla="*/ 0 h 351"/>
                <a:gd name="T28" fmla="*/ 13 w 696"/>
                <a:gd name="T29" fmla="*/ 13 h 351"/>
                <a:gd name="T30" fmla="*/ 0 w 696"/>
                <a:gd name="T31" fmla="*/ 44 h 351"/>
                <a:gd name="T32" fmla="*/ 0 w 696"/>
                <a:gd name="T33" fmla="*/ 203 h 351"/>
                <a:gd name="T34" fmla="*/ 25 w 696"/>
                <a:gd name="T35" fmla="*/ 243 h 351"/>
                <a:gd name="T36" fmla="*/ 228 w 696"/>
                <a:gd name="T37" fmla="*/ 339 h 351"/>
                <a:gd name="T38" fmla="*/ 278 w 696"/>
                <a:gd name="T39" fmla="*/ 350 h 351"/>
                <a:gd name="T40" fmla="*/ 318 w 696"/>
                <a:gd name="T41" fmla="*/ 343 h 351"/>
                <a:gd name="T42" fmla="*/ 664 w 696"/>
                <a:gd name="T43" fmla="*/ 217 h 351"/>
                <a:gd name="T44" fmla="*/ 687 w 696"/>
                <a:gd name="T45" fmla="*/ 200 h 351"/>
                <a:gd name="T46" fmla="*/ 662 w 696"/>
                <a:gd name="T47" fmla="*/ 184 h 351"/>
                <a:gd name="T48" fmla="*/ 662 w 696"/>
                <a:gd name="T49" fmla="*/ 184 h 351"/>
                <a:gd name="T50" fmla="*/ 655 w 696"/>
                <a:gd name="T51" fmla="*/ 189 h 351"/>
                <a:gd name="T52" fmla="*/ 307 w 696"/>
                <a:gd name="T53" fmla="*/ 315 h 351"/>
                <a:gd name="T54" fmla="*/ 278 w 696"/>
                <a:gd name="T55" fmla="*/ 321 h 351"/>
                <a:gd name="T56" fmla="*/ 240 w 696"/>
                <a:gd name="T57" fmla="*/ 312 h 351"/>
                <a:gd name="T58" fmla="*/ 37 w 696"/>
                <a:gd name="T59" fmla="*/ 217 h 351"/>
                <a:gd name="T60" fmla="*/ 29 w 696"/>
                <a:gd name="T61" fmla="*/ 203 h 351"/>
                <a:gd name="T62" fmla="*/ 29 w 696"/>
                <a:gd name="T63" fmla="*/ 44 h 351"/>
                <a:gd name="T64" fmla="*/ 44 w 696"/>
                <a:gd name="T65" fmla="*/ 29 h 351"/>
                <a:gd name="T66" fmla="*/ 46 w 696"/>
                <a:gd name="T67" fmla="*/ 29 h 351"/>
                <a:gd name="T68" fmla="*/ 46 w 696"/>
                <a:gd name="T69" fmla="*/ 29 h 351"/>
                <a:gd name="T70" fmla="*/ 182 w 696"/>
                <a:gd name="T71" fmla="*/ 84 h 351"/>
                <a:gd name="T72" fmla="*/ 191 w 696"/>
                <a:gd name="T73" fmla="*/ 87 h 351"/>
                <a:gd name="T74" fmla="*/ 196 w 696"/>
                <a:gd name="T75" fmla="*/ 87 h 351"/>
                <a:gd name="T76" fmla="*/ 319 w 696"/>
                <a:gd name="T77" fmla="*/ 87 h 351"/>
                <a:gd name="T78" fmla="*/ 388 w 696"/>
                <a:gd name="T79" fmla="*/ 116 h 351"/>
                <a:gd name="T80" fmla="*/ 410 w 696"/>
                <a:gd name="T81" fmla="*/ 176 h 351"/>
                <a:gd name="T82" fmla="*/ 191 w 696"/>
                <a:gd name="T83" fmla="*/ 176 h 351"/>
                <a:gd name="T84" fmla="*/ 177 w 696"/>
                <a:gd name="T85" fmla="*/ 191 h 351"/>
                <a:gd name="T86" fmla="*/ 191 w 696"/>
                <a:gd name="T87" fmla="*/ 205 h 351"/>
                <a:gd name="T88" fmla="*/ 416 w 696"/>
                <a:gd name="T89" fmla="*/ 205 h 351"/>
                <a:gd name="T90" fmla="*/ 427 w 696"/>
                <a:gd name="T91" fmla="*/ 205 h 351"/>
                <a:gd name="T92" fmla="*/ 427 w 696"/>
                <a:gd name="T93" fmla="*/ 205 h 351"/>
                <a:gd name="T94" fmla="*/ 427 w 696"/>
                <a:gd name="T95" fmla="*/ 205 h 351"/>
                <a:gd name="T96" fmla="*/ 430 w 696"/>
                <a:gd name="T97" fmla="*/ 205 h 351"/>
                <a:gd name="T98" fmla="*/ 432 w 696"/>
                <a:gd name="T99" fmla="*/ 205 h 351"/>
                <a:gd name="T100" fmla="*/ 432 w 696"/>
                <a:gd name="T101" fmla="*/ 205 h 351"/>
                <a:gd name="T102" fmla="*/ 452 w 696"/>
                <a:gd name="T103" fmla="*/ 196 h 351"/>
                <a:gd name="T104" fmla="*/ 528 w 696"/>
                <a:gd name="T105" fmla="*/ 167 h 351"/>
                <a:gd name="T106" fmla="*/ 598 w 696"/>
                <a:gd name="T107" fmla="*/ 147 h 351"/>
                <a:gd name="T108" fmla="*/ 611 w 696"/>
                <a:gd name="T109" fmla="*/ 145 h 351"/>
                <a:gd name="T110" fmla="*/ 660 w 696"/>
                <a:gd name="T111" fmla="*/ 165 h 351"/>
                <a:gd name="T112" fmla="*/ 664 w 696"/>
                <a:gd name="T113" fmla="*/ 176 h 351"/>
                <a:gd name="T114" fmla="*/ 662 w 696"/>
                <a:gd name="T115" fmla="*/ 184 h 3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96" h="351">
                  <a:moveTo>
                    <a:pt x="687" y="200"/>
                  </a:moveTo>
                  <a:lnTo>
                    <a:pt x="687" y="200"/>
                  </a:lnTo>
                  <a:cubicBezTo>
                    <a:pt x="692" y="194"/>
                    <a:pt x="695" y="184"/>
                    <a:pt x="695" y="176"/>
                  </a:cubicBezTo>
                  <a:cubicBezTo>
                    <a:pt x="695" y="163"/>
                    <a:pt x="689" y="151"/>
                    <a:pt x="678" y="142"/>
                  </a:cubicBezTo>
                  <a:cubicBezTo>
                    <a:pt x="666" y="131"/>
                    <a:pt x="644" y="115"/>
                    <a:pt x="611" y="115"/>
                  </a:cubicBezTo>
                  <a:cubicBezTo>
                    <a:pt x="605" y="115"/>
                    <a:pt x="600" y="116"/>
                    <a:pt x="593" y="118"/>
                  </a:cubicBezTo>
                  <a:cubicBezTo>
                    <a:pt x="580" y="119"/>
                    <a:pt x="564" y="125"/>
                    <a:pt x="546" y="130"/>
                  </a:cubicBezTo>
                  <a:cubicBezTo>
                    <a:pt x="508" y="142"/>
                    <a:pt x="464" y="159"/>
                    <a:pt x="441" y="169"/>
                  </a:cubicBezTo>
                  <a:cubicBezTo>
                    <a:pt x="437" y="142"/>
                    <a:pt x="427" y="118"/>
                    <a:pt x="410" y="97"/>
                  </a:cubicBezTo>
                  <a:cubicBezTo>
                    <a:pt x="390" y="73"/>
                    <a:pt x="358" y="58"/>
                    <a:pt x="319" y="58"/>
                  </a:cubicBezTo>
                  <a:cubicBezTo>
                    <a:pt x="196" y="58"/>
                    <a:pt x="196" y="58"/>
                    <a:pt x="196" y="58"/>
                  </a:cubicBezTo>
                  <a:cubicBezTo>
                    <a:pt x="195" y="58"/>
                    <a:pt x="195" y="58"/>
                    <a:pt x="195" y="58"/>
                  </a:cubicBezTo>
                  <a:cubicBezTo>
                    <a:pt x="131" y="15"/>
                    <a:pt x="83" y="3"/>
                    <a:pt x="48" y="0"/>
                  </a:cubicBezTo>
                  <a:cubicBezTo>
                    <a:pt x="47" y="0"/>
                    <a:pt x="46" y="0"/>
                    <a:pt x="44" y="0"/>
                  </a:cubicBezTo>
                  <a:cubicBezTo>
                    <a:pt x="32" y="0"/>
                    <a:pt x="21" y="4"/>
                    <a:pt x="13" y="13"/>
                  </a:cubicBezTo>
                  <a:cubicBezTo>
                    <a:pt x="4" y="21"/>
                    <a:pt x="0" y="32"/>
                    <a:pt x="0" y="44"/>
                  </a:cubicBezTo>
                  <a:cubicBezTo>
                    <a:pt x="0" y="203"/>
                    <a:pt x="0" y="203"/>
                    <a:pt x="0" y="203"/>
                  </a:cubicBezTo>
                  <a:cubicBezTo>
                    <a:pt x="0" y="221"/>
                    <a:pt x="10" y="236"/>
                    <a:pt x="25" y="243"/>
                  </a:cubicBezTo>
                  <a:cubicBezTo>
                    <a:pt x="228" y="339"/>
                    <a:pt x="228" y="339"/>
                    <a:pt x="228" y="339"/>
                  </a:cubicBezTo>
                  <a:cubicBezTo>
                    <a:pt x="243" y="346"/>
                    <a:pt x="261" y="350"/>
                    <a:pt x="278" y="350"/>
                  </a:cubicBezTo>
                  <a:cubicBezTo>
                    <a:pt x="292" y="350"/>
                    <a:pt x="304" y="347"/>
                    <a:pt x="318" y="343"/>
                  </a:cubicBezTo>
                  <a:cubicBezTo>
                    <a:pt x="664" y="217"/>
                    <a:pt x="664" y="217"/>
                    <a:pt x="664" y="217"/>
                  </a:cubicBezTo>
                  <a:cubicBezTo>
                    <a:pt x="674" y="214"/>
                    <a:pt x="682" y="207"/>
                    <a:pt x="687" y="200"/>
                  </a:cubicBezTo>
                  <a:close/>
                  <a:moveTo>
                    <a:pt x="662" y="184"/>
                  </a:moveTo>
                  <a:lnTo>
                    <a:pt x="662" y="184"/>
                  </a:lnTo>
                  <a:cubicBezTo>
                    <a:pt x="660" y="187"/>
                    <a:pt x="658" y="188"/>
                    <a:pt x="655" y="189"/>
                  </a:cubicBezTo>
                  <a:cubicBezTo>
                    <a:pt x="307" y="315"/>
                    <a:pt x="307" y="315"/>
                    <a:pt x="307" y="315"/>
                  </a:cubicBezTo>
                  <a:cubicBezTo>
                    <a:pt x="297" y="318"/>
                    <a:pt x="287" y="321"/>
                    <a:pt x="278" y="321"/>
                  </a:cubicBezTo>
                  <a:cubicBezTo>
                    <a:pt x="265" y="321"/>
                    <a:pt x="252" y="318"/>
                    <a:pt x="240" y="312"/>
                  </a:cubicBezTo>
                  <a:cubicBezTo>
                    <a:pt x="37" y="217"/>
                    <a:pt x="37" y="217"/>
                    <a:pt x="37" y="217"/>
                  </a:cubicBezTo>
                  <a:cubicBezTo>
                    <a:pt x="32" y="214"/>
                    <a:pt x="29" y="209"/>
                    <a:pt x="29" y="203"/>
                  </a:cubicBezTo>
                  <a:cubicBezTo>
                    <a:pt x="29" y="44"/>
                    <a:pt x="29" y="44"/>
                    <a:pt x="29" y="44"/>
                  </a:cubicBezTo>
                  <a:cubicBezTo>
                    <a:pt x="29" y="36"/>
                    <a:pt x="36" y="29"/>
                    <a:pt x="44" y="29"/>
                  </a:cubicBezTo>
                  <a:cubicBezTo>
                    <a:pt x="46" y="29"/>
                    <a:pt x="46" y="29"/>
                    <a:pt x="46" y="29"/>
                  </a:cubicBezTo>
                  <a:lnTo>
                    <a:pt x="46" y="29"/>
                  </a:lnTo>
                  <a:cubicBezTo>
                    <a:pt x="77" y="32"/>
                    <a:pt x="120" y="43"/>
                    <a:pt x="182" y="84"/>
                  </a:cubicBezTo>
                  <a:cubicBezTo>
                    <a:pt x="185" y="86"/>
                    <a:pt x="188" y="87"/>
                    <a:pt x="191" y="87"/>
                  </a:cubicBezTo>
                  <a:cubicBezTo>
                    <a:pt x="196" y="87"/>
                    <a:pt x="196" y="87"/>
                    <a:pt x="196" y="87"/>
                  </a:cubicBezTo>
                  <a:cubicBezTo>
                    <a:pt x="319" y="87"/>
                    <a:pt x="319" y="87"/>
                    <a:pt x="319" y="87"/>
                  </a:cubicBezTo>
                  <a:cubicBezTo>
                    <a:pt x="351" y="87"/>
                    <a:pt x="373" y="98"/>
                    <a:pt x="388" y="116"/>
                  </a:cubicBezTo>
                  <a:cubicBezTo>
                    <a:pt x="401" y="131"/>
                    <a:pt x="409" y="152"/>
                    <a:pt x="410" y="176"/>
                  </a:cubicBezTo>
                  <a:cubicBezTo>
                    <a:pt x="191" y="176"/>
                    <a:pt x="191" y="176"/>
                    <a:pt x="191" y="176"/>
                  </a:cubicBezTo>
                  <a:cubicBezTo>
                    <a:pt x="182" y="176"/>
                    <a:pt x="177" y="183"/>
                    <a:pt x="177" y="191"/>
                  </a:cubicBezTo>
                  <a:cubicBezTo>
                    <a:pt x="177" y="199"/>
                    <a:pt x="182" y="205"/>
                    <a:pt x="191" y="205"/>
                  </a:cubicBezTo>
                  <a:cubicBezTo>
                    <a:pt x="416" y="205"/>
                    <a:pt x="416" y="205"/>
                    <a:pt x="416" y="205"/>
                  </a:cubicBezTo>
                  <a:cubicBezTo>
                    <a:pt x="427" y="205"/>
                    <a:pt x="427" y="205"/>
                    <a:pt x="427" y="205"/>
                  </a:cubicBezTo>
                  <a:lnTo>
                    <a:pt x="427" y="205"/>
                  </a:lnTo>
                  <a:lnTo>
                    <a:pt x="427" y="205"/>
                  </a:lnTo>
                  <a:cubicBezTo>
                    <a:pt x="428" y="205"/>
                    <a:pt x="430" y="205"/>
                    <a:pt x="430" y="205"/>
                  </a:cubicBezTo>
                  <a:cubicBezTo>
                    <a:pt x="431" y="205"/>
                    <a:pt x="431" y="205"/>
                    <a:pt x="432" y="205"/>
                  </a:cubicBezTo>
                  <a:lnTo>
                    <a:pt x="432" y="205"/>
                  </a:lnTo>
                  <a:cubicBezTo>
                    <a:pt x="432" y="205"/>
                    <a:pt x="441" y="200"/>
                    <a:pt x="452" y="196"/>
                  </a:cubicBezTo>
                  <a:cubicBezTo>
                    <a:pt x="471" y="188"/>
                    <a:pt x="500" y="177"/>
                    <a:pt x="528" y="167"/>
                  </a:cubicBezTo>
                  <a:cubicBezTo>
                    <a:pt x="555" y="158"/>
                    <a:pt x="583" y="148"/>
                    <a:pt x="598" y="147"/>
                  </a:cubicBezTo>
                  <a:cubicBezTo>
                    <a:pt x="602" y="145"/>
                    <a:pt x="607" y="145"/>
                    <a:pt x="611" y="145"/>
                  </a:cubicBezTo>
                  <a:cubicBezTo>
                    <a:pt x="634" y="145"/>
                    <a:pt x="649" y="155"/>
                    <a:pt x="660" y="165"/>
                  </a:cubicBezTo>
                  <a:cubicBezTo>
                    <a:pt x="663" y="167"/>
                    <a:pt x="664" y="171"/>
                    <a:pt x="664" y="176"/>
                  </a:cubicBezTo>
                  <a:cubicBezTo>
                    <a:pt x="664" y="178"/>
                    <a:pt x="664" y="181"/>
                    <a:pt x="662"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591" name="Group 593">
            <a:extLst>
              <a:ext uri="{FF2B5EF4-FFF2-40B4-BE49-F238E27FC236}">
                <a16:creationId xmlns:a16="http://schemas.microsoft.com/office/drawing/2014/main" id="{A279C293-5FA7-DCDF-A3FF-74BE0A084B9A}"/>
              </a:ext>
            </a:extLst>
          </p:cNvPr>
          <p:cNvGrpSpPr/>
          <p:nvPr/>
        </p:nvGrpSpPr>
        <p:grpSpPr>
          <a:xfrm>
            <a:off x="1491183" y="476672"/>
            <a:ext cx="2182812" cy="123825"/>
            <a:chOff x="334963" y="814388"/>
            <a:chExt cx="2182812" cy="123825"/>
          </a:xfrm>
          <a:solidFill>
            <a:schemeClr val="accent4"/>
          </a:solidFill>
        </p:grpSpPr>
        <p:sp>
          <p:nvSpPr>
            <p:cNvPr id="592" name="Freeform 485">
              <a:extLst>
                <a:ext uri="{FF2B5EF4-FFF2-40B4-BE49-F238E27FC236}">
                  <a16:creationId xmlns:a16="http://schemas.microsoft.com/office/drawing/2014/main" id="{A1A675DE-6E0C-A60F-13BA-A08850D0BEDF}"/>
                </a:ext>
              </a:extLst>
            </p:cNvPr>
            <p:cNvSpPr>
              <a:spLocks noChangeArrowheads="1"/>
            </p:cNvSpPr>
            <p:nvPr/>
          </p:nvSpPr>
          <p:spPr bwMode="auto">
            <a:xfrm>
              <a:off x="334963" y="815975"/>
              <a:ext cx="101600" cy="119063"/>
            </a:xfrm>
            <a:custGeom>
              <a:avLst/>
              <a:gdLst>
                <a:gd name="T0" fmla="*/ 125 w 282"/>
                <a:gd name="T1" fmla="*/ 0 h 332"/>
                <a:gd name="T2" fmla="*/ 125 w 282"/>
                <a:gd name="T3" fmla="*/ 0 h 332"/>
                <a:gd name="T4" fmla="*/ 0 w 282"/>
                <a:gd name="T5" fmla="*/ 331 h 332"/>
                <a:gd name="T6" fmla="*/ 33 w 282"/>
                <a:gd name="T7" fmla="*/ 331 h 332"/>
                <a:gd name="T8" fmla="*/ 69 w 282"/>
                <a:gd name="T9" fmla="*/ 233 h 332"/>
                <a:gd name="T10" fmla="*/ 211 w 282"/>
                <a:gd name="T11" fmla="*/ 233 h 332"/>
                <a:gd name="T12" fmla="*/ 247 w 282"/>
                <a:gd name="T13" fmla="*/ 331 h 332"/>
                <a:gd name="T14" fmla="*/ 281 w 282"/>
                <a:gd name="T15" fmla="*/ 331 h 332"/>
                <a:gd name="T16" fmla="*/ 156 w 282"/>
                <a:gd name="T17" fmla="*/ 0 h 332"/>
                <a:gd name="T18" fmla="*/ 125 w 282"/>
                <a:gd name="T19" fmla="*/ 0 h 332"/>
                <a:gd name="T20" fmla="*/ 80 w 282"/>
                <a:gd name="T21" fmla="*/ 205 h 332"/>
                <a:gd name="T22" fmla="*/ 80 w 282"/>
                <a:gd name="T23" fmla="*/ 205 h 332"/>
                <a:gd name="T24" fmla="*/ 132 w 282"/>
                <a:gd name="T25" fmla="*/ 58 h 332"/>
                <a:gd name="T26" fmla="*/ 136 w 282"/>
                <a:gd name="T27" fmla="*/ 47 h 332"/>
                <a:gd name="T28" fmla="*/ 139 w 282"/>
                <a:gd name="T29" fmla="*/ 35 h 332"/>
                <a:gd name="T30" fmla="*/ 140 w 282"/>
                <a:gd name="T31" fmla="*/ 35 h 332"/>
                <a:gd name="T32" fmla="*/ 143 w 282"/>
                <a:gd name="T33" fmla="*/ 47 h 332"/>
                <a:gd name="T34" fmla="*/ 146 w 282"/>
                <a:gd name="T35" fmla="*/ 58 h 332"/>
                <a:gd name="T36" fmla="*/ 200 w 282"/>
                <a:gd name="T37" fmla="*/ 205 h 332"/>
                <a:gd name="T38" fmla="*/ 80 w 282"/>
                <a:gd name="T39" fmla="*/ 20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2" h="332">
                  <a:moveTo>
                    <a:pt x="125" y="0"/>
                  </a:moveTo>
                  <a:lnTo>
                    <a:pt x="125" y="0"/>
                  </a:lnTo>
                  <a:cubicBezTo>
                    <a:pt x="0" y="331"/>
                    <a:pt x="0" y="331"/>
                    <a:pt x="0" y="331"/>
                  </a:cubicBezTo>
                  <a:cubicBezTo>
                    <a:pt x="33" y="331"/>
                    <a:pt x="33" y="331"/>
                    <a:pt x="33" y="331"/>
                  </a:cubicBezTo>
                  <a:cubicBezTo>
                    <a:pt x="69" y="233"/>
                    <a:pt x="69" y="233"/>
                    <a:pt x="69" y="233"/>
                  </a:cubicBezTo>
                  <a:cubicBezTo>
                    <a:pt x="211" y="233"/>
                    <a:pt x="211" y="233"/>
                    <a:pt x="211" y="233"/>
                  </a:cubicBezTo>
                  <a:cubicBezTo>
                    <a:pt x="247" y="331"/>
                    <a:pt x="247" y="331"/>
                    <a:pt x="247" y="331"/>
                  </a:cubicBezTo>
                  <a:cubicBezTo>
                    <a:pt x="281" y="331"/>
                    <a:pt x="281" y="331"/>
                    <a:pt x="281" y="331"/>
                  </a:cubicBezTo>
                  <a:cubicBezTo>
                    <a:pt x="156" y="0"/>
                    <a:pt x="156" y="0"/>
                    <a:pt x="156" y="0"/>
                  </a:cubicBezTo>
                  <a:lnTo>
                    <a:pt x="125" y="0"/>
                  </a:lnTo>
                  <a:close/>
                  <a:moveTo>
                    <a:pt x="80" y="205"/>
                  </a:moveTo>
                  <a:lnTo>
                    <a:pt x="80" y="205"/>
                  </a:lnTo>
                  <a:cubicBezTo>
                    <a:pt x="132" y="58"/>
                    <a:pt x="132" y="58"/>
                    <a:pt x="132" y="58"/>
                  </a:cubicBezTo>
                  <a:cubicBezTo>
                    <a:pt x="134" y="54"/>
                    <a:pt x="135" y="52"/>
                    <a:pt x="136" y="47"/>
                  </a:cubicBezTo>
                  <a:cubicBezTo>
                    <a:pt x="138" y="43"/>
                    <a:pt x="138" y="39"/>
                    <a:pt x="139" y="35"/>
                  </a:cubicBezTo>
                  <a:cubicBezTo>
                    <a:pt x="140" y="35"/>
                    <a:pt x="140" y="35"/>
                    <a:pt x="140" y="35"/>
                  </a:cubicBezTo>
                  <a:cubicBezTo>
                    <a:pt x="140" y="39"/>
                    <a:pt x="142" y="43"/>
                    <a:pt x="143" y="47"/>
                  </a:cubicBezTo>
                  <a:cubicBezTo>
                    <a:pt x="145" y="52"/>
                    <a:pt x="145" y="54"/>
                    <a:pt x="146" y="58"/>
                  </a:cubicBezTo>
                  <a:cubicBezTo>
                    <a:pt x="200" y="205"/>
                    <a:pt x="200" y="205"/>
                    <a:pt x="200" y="205"/>
                  </a:cubicBezTo>
                  <a:lnTo>
                    <a:pt x="80" y="2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3" name="Freeform 486">
              <a:extLst>
                <a:ext uri="{FF2B5EF4-FFF2-40B4-BE49-F238E27FC236}">
                  <a16:creationId xmlns:a16="http://schemas.microsoft.com/office/drawing/2014/main" id="{859D13E5-8928-B82B-FAA5-B05E13E8CA6A}"/>
                </a:ext>
              </a:extLst>
            </p:cNvPr>
            <p:cNvSpPr>
              <a:spLocks noChangeArrowheads="1"/>
            </p:cNvSpPr>
            <p:nvPr/>
          </p:nvSpPr>
          <p:spPr bwMode="auto">
            <a:xfrm>
              <a:off x="455613" y="815975"/>
              <a:ext cx="93662" cy="119063"/>
            </a:xfrm>
            <a:custGeom>
              <a:avLst/>
              <a:gdLst>
                <a:gd name="T0" fmla="*/ 246 w 260"/>
                <a:gd name="T1" fmla="*/ 230 h 332"/>
                <a:gd name="T2" fmla="*/ 246 w 260"/>
                <a:gd name="T3" fmla="*/ 230 h 332"/>
                <a:gd name="T4" fmla="*/ 259 w 260"/>
                <a:gd name="T5" fmla="*/ 161 h 332"/>
                <a:gd name="T6" fmla="*/ 216 w 260"/>
                <a:gd name="T7" fmla="*/ 41 h 332"/>
                <a:gd name="T8" fmla="*/ 88 w 260"/>
                <a:gd name="T9" fmla="*/ 0 h 332"/>
                <a:gd name="T10" fmla="*/ 0 w 260"/>
                <a:gd name="T11" fmla="*/ 0 h 332"/>
                <a:gd name="T12" fmla="*/ 0 w 260"/>
                <a:gd name="T13" fmla="*/ 331 h 332"/>
                <a:gd name="T14" fmla="*/ 83 w 260"/>
                <a:gd name="T15" fmla="*/ 331 h 332"/>
                <a:gd name="T16" fmla="*/ 157 w 260"/>
                <a:gd name="T17" fmla="*/ 318 h 332"/>
                <a:gd name="T18" fmla="*/ 212 w 260"/>
                <a:gd name="T19" fmla="*/ 284 h 332"/>
                <a:gd name="T20" fmla="*/ 246 w 260"/>
                <a:gd name="T21" fmla="*/ 230 h 332"/>
                <a:gd name="T22" fmla="*/ 143 w 260"/>
                <a:gd name="T23" fmla="*/ 293 h 332"/>
                <a:gd name="T24" fmla="*/ 143 w 260"/>
                <a:gd name="T25" fmla="*/ 293 h 332"/>
                <a:gd name="T26" fmla="*/ 82 w 260"/>
                <a:gd name="T27" fmla="*/ 303 h 332"/>
                <a:gd name="T28" fmla="*/ 31 w 260"/>
                <a:gd name="T29" fmla="*/ 303 h 332"/>
                <a:gd name="T30" fmla="*/ 31 w 260"/>
                <a:gd name="T31" fmla="*/ 28 h 332"/>
                <a:gd name="T32" fmla="*/ 86 w 260"/>
                <a:gd name="T33" fmla="*/ 28 h 332"/>
                <a:gd name="T34" fmla="*/ 227 w 260"/>
                <a:gd name="T35" fmla="*/ 162 h 332"/>
                <a:gd name="T36" fmla="*/ 217 w 260"/>
                <a:gd name="T37" fmla="*/ 221 h 332"/>
                <a:gd name="T38" fmla="*/ 188 w 260"/>
                <a:gd name="T39" fmla="*/ 266 h 332"/>
                <a:gd name="T40" fmla="*/ 143 w 260"/>
                <a:gd name="T41" fmla="*/ 29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60" h="332">
                  <a:moveTo>
                    <a:pt x="246" y="230"/>
                  </a:moveTo>
                  <a:lnTo>
                    <a:pt x="246" y="230"/>
                  </a:lnTo>
                  <a:cubicBezTo>
                    <a:pt x="255" y="209"/>
                    <a:pt x="259" y="187"/>
                    <a:pt x="259" y="161"/>
                  </a:cubicBezTo>
                  <a:cubicBezTo>
                    <a:pt x="259" y="108"/>
                    <a:pt x="245" y="68"/>
                    <a:pt x="216" y="41"/>
                  </a:cubicBezTo>
                  <a:cubicBezTo>
                    <a:pt x="187" y="14"/>
                    <a:pt x="144" y="0"/>
                    <a:pt x="88" y="0"/>
                  </a:cubicBezTo>
                  <a:cubicBezTo>
                    <a:pt x="0" y="0"/>
                    <a:pt x="0" y="0"/>
                    <a:pt x="0" y="0"/>
                  </a:cubicBezTo>
                  <a:cubicBezTo>
                    <a:pt x="0" y="331"/>
                    <a:pt x="0" y="331"/>
                    <a:pt x="0" y="331"/>
                  </a:cubicBezTo>
                  <a:cubicBezTo>
                    <a:pt x="83" y="331"/>
                    <a:pt x="83" y="331"/>
                    <a:pt x="83" y="331"/>
                  </a:cubicBezTo>
                  <a:cubicBezTo>
                    <a:pt x="111" y="331"/>
                    <a:pt x="134" y="326"/>
                    <a:pt x="157" y="318"/>
                  </a:cubicBezTo>
                  <a:cubicBezTo>
                    <a:pt x="179" y="310"/>
                    <a:pt x="197" y="299"/>
                    <a:pt x="212" y="284"/>
                  </a:cubicBezTo>
                  <a:cubicBezTo>
                    <a:pt x="227" y="268"/>
                    <a:pt x="239" y="252"/>
                    <a:pt x="246" y="230"/>
                  </a:cubicBezTo>
                  <a:close/>
                  <a:moveTo>
                    <a:pt x="143" y="293"/>
                  </a:moveTo>
                  <a:lnTo>
                    <a:pt x="143" y="293"/>
                  </a:lnTo>
                  <a:cubicBezTo>
                    <a:pt x="125" y="299"/>
                    <a:pt x="105" y="303"/>
                    <a:pt x="82" y="303"/>
                  </a:cubicBezTo>
                  <a:cubicBezTo>
                    <a:pt x="31" y="303"/>
                    <a:pt x="31" y="303"/>
                    <a:pt x="31" y="303"/>
                  </a:cubicBezTo>
                  <a:cubicBezTo>
                    <a:pt x="31" y="28"/>
                    <a:pt x="31" y="28"/>
                    <a:pt x="31" y="28"/>
                  </a:cubicBezTo>
                  <a:cubicBezTo>
                    <a:pt x="86" y="28"/>
                    <a:pt x="86" y="28"/>
                    <a:pt x="86" y="28"/>
                  </a:cubicBezTo>
                  <a:cubicBezTo>
                    <a:pt x="180" y="28"/>
                    <a:pt x="227" y="72"/>
                    <a:pt x="227" y="162"/>
                  </a:cubicBezTo>
                  <a:cubicBezTo>
                    <a:pt x="227" y="184"/>
                    <a:pt x="223" y="205"/>
                    <a:pt x="217" y="221"/>
                  </a:cubicBezTo>
                  <a:cubicBezTo>
                    <a:pt x="210" y="239"/>
                    <a:pt x="201" y="255"/>
                    <a:pt x="188" y="266"/>
                  </a:cubicBezTo>
                  <a:cubicBezTo>
                    <a:pt x="176" y="278"/>
                    <a:pt x="161" y="286"/>
                    <a:pt x="143"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4" name="Freeform 487">
              <a:extLst>
                <a:ext uri="{FF2B5EF4-FFF2-40B4-BE49-F238E27FC236}">
                  <a16:creationId xmlns:a16="http://schemas.microsoft.com/office/drawing/2014/main" id="{C40ED3A5-01FB-6E86-75A0-E56BFABC60FC}"/>
                </a:ext>
              </a:extLst>
            </p:cNvPr>
            <p:cNvSpPr>
              <a:spLocks noChangeArrowheads="1"/>
            </p:cNvSpPr>
            <p:nvPr/>
          </p:nvSpPr>
          <p:spPr bwMode="auto">
            <a:xfrm>
              <a:off x="568325" y="814388"/>
              <a:ext cx="66675" cy="123825"/>
            </a:xfrm>
            <a:custGeom>
              <a:avLst/>
              <a:gdLst>
                <a:gd name="T0" fmla="*/ 37 w 187"/>
                <a:gd name="T1" fmla="*/ 336 h 342"/>
                <a:gd name="T2" fmla="*/ 37 w 187"/>
                <a:gd name="T3" fmla="*/ 336 h 342"/>
                <a:gd name="T4" fmla="*/ 58 w 187"/>
                <a:gd name="T5" fmla="*/ 340 h 342"/>
                <a:gd name="T6" fmla="*/ 77 w 187"/>
                <a:gd name="T7" fmla="*/ 341 h 342"/>
                <a:gd name="T8" fmla="*/ 121 w 187"/>
                <a:gd name="T9" fmla="*/ 336 h 342"/>
                <a:gd name="T10" fmla="*/ 156 w 187"/>
                <a:gd name="T11" fmla="*/ 319 h 342"/>
                <a:gd name="T12" fmla="*/ 178 w 187"/>
                <a:gd name="T13" fmla="*/ 291 h 342"/>
                <a:gd name="T14" fmla="*/ 186 w 187"/>
                <a:gd name="T15" fmla="*/ 254 h 342"/>
                <a:gd name="T16" fmla="*/ 181 w 187"/>
                <a:gd name="T17" fmla="*/ 225 h 342"/>
                <a:gd name="T18" fmla="*/ 165 w 187"/>
                <a:gd name="T19" fmla="*/ 200 h 342"/>
                <a:gd name="T20" fmla="*/ 141 w 187"/>
                <a:gd name="T21" fmla="*/ 180 h 342"/>
                <a:gd name="T22" fmla="*/ 103 w 187"/>
                <a:gd name="T23" fmla="*/ 157 h 342"/>
                <a:gd name="T24" fmla="*/ 70 w 187"/>
                <a:gd name="T25" fmla="*/ 138 h 342"/>
                <a:gd name="T26" fmla="*/ 48 w 187"/>
                <a:gd name="T27" fmla="*/ 123 h 342"/>
                <a:gd name="T28" fmla="*/ 36 w 187"/>
                <a:gd name="T29" fmla="*/ 105 h 342"/>
                <a:gd name="T30" fmla="*/ 33 w 187"/>
                <a:gd name="T31" fmla="*/ 83 h 342"/>
                <a:gd name="T32" fmla="*/ 38 w 187"/>
                <a:gd name="T33" fmla="*/ 58 h 342"/>
                <a:gd name="T34" fmla="*/ 53 w 187"/>
                <a:gd name="T35" fmla="*/ 41 h 342"/>
                <a:gd name="T36" fmla="*/ 76 w 187"/>
                <a:gd name="T37" fmla="*/ 30 h 342"/>
                <a:gd name="T38" fmla="*/ 103 w 187"/>
                <a:gd name="T39" fmla="*/ 28 h 342"/>
                <a:gd name="T40" fmla="*/ 172 w 187"/>
                <a:gd name="T41" fmla="*/ 44 h 342"/>
                <a:gd name="T42" fmla="*/ 172 w 187"/>
                <a:gd name="T43" fmla="*/ 11 h 342"/>
                <a:gd name="T44" fmla="*/ 107 w 187"/>
                <a:gd name="T45" fmla="*/ 0 h 342"/>
                <a:gd name="T46" fmla="*/ 66 w 187"/>
                <a:gd name="T47" fmla="*/ 5 h 342"/>
                <a:gd name="T48" fmla="*/ 31 w 187"/>
                <a:gd name="T49" fmla="*/ 22 h 342"/>
                <a:gd name="T50" fmla="*/ 9 w 187"/>
                <a:gd name="T51" fmla="*/ 50 h 342"/>
                <a:gd name="T52" fmla="*/ 0 w 187"/>
                <a:gd name="T53" fmla="*/ 86 h 342"/>
                <a:gd name="T54" fmla="*/ 5 w 187"/>
                <a:gd name="T55" fmla="*/ 115 h 342"/>
                <a:gd name="T56" fmla="*/ 19 w 187"/>
                <a:gd name="T57" fmla="*/ 137 h 342"/>
                <a:gd name="T58" fmla="*/ 44 w 187"/>
                <a:gd name="T59" fmla="*/ 157 h 342"/>
                <a:gd name="T60" fmla="*/ 80 w 187"/>
                <a:gd name="T61" fmla="*/ 180 h 342"/>
                <a:gd name="T62" fmla="*/ 113 w 187"/>
                <a:gd name="T63" fmla="*/ 199 h 342"/>
                <a:gd name="T64" fmla="*/ 136 w 187"/>
                <a:gd name="T65" fmla="*/ 215 h 342"/>
                <a:gd name="T66" fmla="*/ 150 w 187"/>
                <a:gd name="T67" fmla="*/ 233 h 342"/>
                <a:gd name="T68" fmla="*/ 154 w 187"/>
                <a:gd name="T69" fmla="*/ 257 h 342"/>
                <a:gd name="T70" fmla="*/ 135 w 187"/>
                <a:gd name="T71" fmla="*/ 298 h 342"/>
                <a:gd name="T72" fmla="*/ 80 w 187"/>
                <a:gd name="T73" fmla="*/ 314 h 342"/>
                <a:gd name="T74" fmla="*/ 59 w 187"/>
                <a:gd name="T75" fmla="*/ 311 h 342"/>
                <a:gd name="T76" fmla="*/ 38 w 187"/>
                <a:gd name="T77" fmla="*/ 307 h 342"/>
                <a:gd name="T78" fmla="*/ 18 w 187"/>
                <a:gd name="T79" fmla="*/ 298 h 342"/>
                <a:gd name="T80" fmla="*/ 0 w 187"/>
                <a:gd name="T81" fmla="*/ 287 h 342"/>
                <a:gd name="T82" fmla="*/ 0 w 187"/>
                <a:gd name="T83" fmla="*/ 323 h 342"/>
                <a:gd name="T84" fmla="*/ 15 w 187"/>
                <a:gd name="T85" fmla="*/ 330 h 342"/>
                <a:gd name="T86" fmla="*/ 37 w 187"/>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37" y="336"/>
                  </a:moveTo>
                  <a:lnTo>
                    <a:pt x="37" y="336"/>
                  </a:lnTo>
                  <a:cubicBezTo>
                    <a:pt x="44" y="337"/>
                    <a:pt x="51" y="338"/>
                    <a:pt x="58" y="340"/>
                  </a:cubicBezTo>
                  <a:cubicBezTo>
                    <a:pt x="66" y="340"/>
                    <a:pt x="71" y="341"/>
                    <a:pt x="77" y="341"/>
                  </a:cubicBezTo>
                  <a:cubicBezTo>
                    <a:pt x="94" y="341"/>
                    <a:pt x="107" y="338"/>
                    <a:pt x="121" y="336"/>
                  </a:cubicBezTo>
                  <a:cubicBezTo>
                    <a:pt x="134" y="331"/>
                    <a:pt x="146" y="326"/>
                    <a:pt x="156" y="319"/>
                  </a:cubicBezTo>
                  <a:cubicBezTo>
                    <a:pt x="165" y="312"/>
                    <a:pt x="172" y="302"/>
                    <a:pt x="178" y="291"/>
                  </a:cubicBezTo>
                  <a:cubicBezTo>
                    <a:pt x="183" y="280"/>
                    <a:pt x="186" y="268"/>
                    <a:pt x="186" y="254"/>
                  </a:cubicBezTo>
                  <a:cubicBezTo>
                    <a:pt x="186" y="243"/>
                    <a:pt x="185" y="233"/>
                    <a:pt x="181" y="225"/>
                  </a:cubicBezTo>
                  <a:cubicBezTo>
                    <a:pt x="178" y="217"/>
                    <a:pt x="172" y="209"/>
                    <a:pt x="165" y="200"/>
                  </a:cubicBezTo>
                  <a:cubicBezTo>
                    <a:pt x="158" y="193"/>
                    <a:pt x="150" y="186"/>
                    <a:pt x="141" y="180"/>
                  </a:cubicBezTo>
                  <a:cubicBezTo>
                    <a:pt x="129" y="173"/>
                    <a:pt x="117" y="164"/>
                    <a:pt x="103" y="157"/>
                  </a:cubicBezTo>
                  <a:cubicBezTo>
                    <a:pt x="91" y="151"/>
                    <a:pt x="80" y="144"/>
                    <a:pt x="70" y="138"/>
                  </a:cubicBezTo>
                  <a:cubicBezTo>
                    <a:pt x="62" y="134"/>
                    <a:pt x="53" y="128"/>
                    <a:pt x="48" y="123"/>
                  </a:cubicBezTo>
                  <a:cubicBezTo>
                    <a:pt x="42" y="117"/>
                    <a:pt x="38" y="110"/>
                    <a:pt x="36" y="105"/>
                  </a:cubicBezTo>
                  <a:cubicBezTo>
                    <a:pt x="34" y="98"/>
                    <a:pt x="33" y="91"/>
                    <a:pt x="33" y="83"/>
                  </a:cubicBezTo>
                  <a:cubicBezTo>
                    <a:pt x="33" y="73"/>
                    <a:pt x="34" y="65"/>
                    <a:pt x="38" y="58"/>
                  </a:cubicBezTo>
                  <a:cubicBezTo>
                    <a:pt x="41" y="52"/>
                    <a:pt x="47" y="46"/>
                    <a:pt x="53" y="41"/>
                  </a:cubicBezTo>
                  <a:cubicBezTo>
                    <a:pt x="60" y="37"/>
                    <a:pt x="67" y="33"/>
                    <a:pt x="76" y="30"/>
                  </a:cubicBezTo>
                  <a:cubicBezTo>
                    <a:pt x="85" y="29"/>
                    <a:pt x="94" y="28"/>
                    <a:pt x="103" y="28"/>
                  </a:cubicBezTo>
                  <a:cubicBezTo>
                    <a:pt x="129" y="28"/>
                    <a:pt x="153" y="33"/>
                    <a:pt x="172" y="44"/>
                  </a:cubicBezTo>
                  <a:cubicBezTo>
                    <a:pt x="172" y="11"/>
                    <a:pt x="172" y="11"/>
                    <a:pt x="172" y="11"/>
                  </a:cubicBezTo>
                  <a:cubicBezTo>
                    <a:pt x="154" y="3"/>
                    <a:pt x="134" y="0"/>
                    <a:pt x="107" y="0"/>
                  </a:cubicBezTo>
                  <a:cubicBezTo>
                    <a:pt x="92" y="0"/>
                    <a:pt x="78" y="1"/>
                    <a:pt x="66" y="5"/>
                  </a:cubicBezTo>
                  <a:cubicBezTo>
                    <a:pt x="52" y="10"/>
                    <a:pt x="41" y="15"/>
                    <a:pt x="31" y="22"/>
                  </a:cubicBezTo>
                  <a:cubicBezTo>
                    <a:pt x="22" y="30"/>
                    <a:pt x="15" y="39"/>
                    <a:pt x="9" y="50"/>
                  </a:cubicBezTo>
                  <a:cubicBezTo>
                    <a:pt x="4" y="61"/>
                    <a:pt x="0" y="72"/>
                    <a:pt x="0" y="86"/>
                  </a:cubicBezTo>
                  <a:cubicBezTo>
                    <a:pt x="0" y="97"/>
                    <a:pt x="2" y="106"/>
                    <a:pt x="5" y="115"/>
                  </a:cubicBezTo>
                  <a:cubicBezTo>
                    <a:pt x="8" y="123"/>
                    <a:pt x="12" y="130"/>
                    <a:pt x="19" y="137"/>
                  </a:cubicBezTo>
                  <a:cubicBezTo>
                    <a:pt x="24" y="144"/>
                    <a:pt x="33" y="152"/>
                    <a:pt x="44" y="157"/>
                  </a:cubicBezTo>
                  <a:cubicBezTo>
                    <a:pt x="53" y="164"/>
                    <a:pt x="66" y="173"/>
                    <a:pt x="80" y="180"/>
                  </a:cubicBezTo>
                  <a:cubicBezTo>
                    <a:pt x="92" y="186"/>
                    <a:pt x="103" y="193"/>
                    <a:pt x="113" y="199"/>
                  </a:cubicBezTo>
                  <a:cubicBezTo>
                    <a:pt x="123" y="204"/>
                    <a:pt x="129" y="210"/>
                    <a:pt x="136" y="215"/>
                  </a:cubicBezTo>
                  <a:cubicBezTo>
                    <a:pt x="142" y="221"/>
                    <a:pt x="147" y="228"/>
                    <a:pt x="150" y="233"/>
                  </a:cubicBezTo>
                  <a:cubicBezTo>
                    <a:pt x="153" y="240"/>
                    <a:pt x="154" y="249"/>
                    <a:pt x="154" y="257"/>
                  </a:cubicBezTo>
                  <a:cubicBezTo>
                    <a:pt x="154" y="275"/>
                    <a:pt x="147" y="289"/>
                    <a:pt x="135" y="298"/>
                  </a:cubicBezTo>
                  <a:cubicBezTo>
                    <a:pt x="123" y="308"/>
                    <a:pt x="105" y="314"/>
                    <a:pt x="80" y="314"/>
                  </a:cubicBezTo>
                  <a:cubicBezTo>
                    <a:pt x="73" y="314"/>
                    <a:pt x="66" y="312"/>
                    <a:pt x="59" y="311"/>
                  </a:cubicBezTo>
                  <a:cubicBezTo>
                    <a:pt x="52" y="311"/>
                    <a:pt x="45" y="308"/>
                    <a:pt x="38" y="307"/>
                  </a:cubicBezTo>
                  <a:cubicBezTo>
                    <a:pt x="31" y="304"/>
                    <a:pt x="24" y="301"/>
                    <a:pt x="18" y="298"/>
                  </a:cubicBezTo>
                  <a:cubicBezTo>
                    <a:pt x="11" y="294"/>
                    <a:pt x="5" y="291"/>
                    <a:pt x="0" y="287"/>
                  </a:cubicBezTo>
                  <a:cubicBezTo>
                    <a:pt x="0" y="323"/>
                    <a:pt x="0" y="323"/>
                    <a:pt x="0" y="323"/>
                  </a:cubicBezTo>
                  <a:cubicBezTo>
                    <a:pt x="4" y="326"/>
                    <a:pt x="9" y="327"/>
                    <a:pt x="15" y="330"/>
                  </a:cubicBezTo>
                  <a:cubicBezTo>
                    <a:pt x="22" y="333"/>
                    <a:pt x="29" y="334"/>
                    <a:pt x="37"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5" name="Freeform 488">
              <a:extLst>
                <a:ext uri="{FF2B5EF4-FFF2-40B4-BE49-F238E27FC236}">
                  <a16:creationId xmlns:a16="http://schemas.microsoft.com/office/drawing/2014/main" id="{1BF4B059-4759-F218-3338-FF7D22870BC9}"/>
                </a:ext>
              </a:extLst>
            </p:cNvPr>
            <p:cNvSpPr>
              <a:spLocks noChangeArrowheads="1"/>
            </p:cNvSpPr>
            <p:nvPr/>
          </p:nvSpPr>
          <p:spPr bwMode="auto">
            <a:xfrm>
              <a:off x="698500" y="814388"/>
              <a:ext cx="87313" cy="123825"/>
            </a:xfrm>
            <a:custGeom>
              <a:avLst/>
              <a:gdLst>
                <a:gd name="T0" fmla="*/ 42 w 243"/>
                <a:gd name="T1" fmla="*/ 294 h 342"/>
                <a:gd name="T2" fmla="*/ 42 w 243"/>
                <a:gd name="T3" fmla="*/ 294 h 342"/>
                <a:gd name="T4" fmla="*/ 90 w 243"/>
                <a:gd name="T5" fmla="*/ 329 h 342"/>
                <a:gd name="T6" fmla="*/ 154 w 243"/>
                <a:gd name="T7" fmla="*/ 341 h 342"/>
                <a:gd name="T8" fmla="*/ 242 w 243"/>
                <a:gd name="T9" fmla="*/ 323 h 342"/>
                <a:gd name="T10" fmla="*/ 242 w 243"/>
                <a:gd name="T11" fmla="*/ 293 h 342"/>
                <a:gd name="T12" fmla="*/ 158 w 243"/>
                <a:gd name="T13" fmla="*/ 314 h 342"/>
                <a:gd name="T14" fmla="*/ 102 w 243"/>
                <a:gd name="T15" fmla="*/ 302 h 342"/>
                <a:gd name="T16" fmla="*/ 64 w 243"/>
                <a:gd name="T17" fmla="*/ 272 h 342"/>
                <a:gd name="T18" fmla="*/ 40 w 243"/>
                <a:gd name="T19" fmla="*/ 228 h 342"/>
                <a:gd name="T20" fmla="*/ 32 w 243"/>
                <a:gd name="T21" fmla="*/ 174 h 342"/>
                <a:gd name="T22" fmla="*/ 40 w 243"/>
                <a:gd name="T23" fmla="*/ 116 h 342"/>
                <a:gd name="T24" fmla="*/ 67 w 243"/>
                <a:gd name="T25" fmla="*/ 69 h 342"/>
                <a:gd name="T26" fmla="*/ 109 w 243"/>
                <a:gd name="T27" fmla="*/ 39 h 342"/>
                <a:gd name="T28" fmla="*/ 166 w 243"/>
                <a:gd name="T29" fmla="*/ 28 h 342"/>
                <a:gd name="T30" fmla="*/ 242 w 243"/>
                <a:gd name="T31" fmla="*/ 46 h 342"/>
                <a:gd name="T32" fmla="*/ 242 w 243"/>
                <a:gd name="T33" fmla="*/ 12 h 342"/>
                <a:gd name="T34" fmla="*/ 166 w 243"/>
                <a:gd name="T35" fmla="*/ 0 h 342"/>
                <a:gd name="T36" fmla="*/ 97 w 243"/>
                <a:gd name="T37" fmla="*/ 14 h 342"/>
                <a:gd name="T38" fmla="*/ 44 w 243"/>
                <a:gd name="T39" fmla="*/ 51 h 342"/>
                <a:gd name="T40" fmla="*/ 11 w 243"/>
                <a:gd name="T41" fmla="*/ 106 h 342"/>
                <a:gd name="T42" fmla="*/ 0 w 243"/>
                <a:gd name="T43" fmla="*/ 177 h 342"/>
                <a:gd name="T44" fmla="*/ 11 w 243"/>
                <a:gd name="T45" fmla="*/ 243 h 342"/>
                <a:gd name="T46" fmla="*/ 42 w 243"/>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3" h="342">
                  <a:moveTo>
                    <a:pt x="42" y="294"/>
                  </a:moveTo>
                  <a:lnTo>
                    <a:pt x="42" y="294"/>
                  </a:lnTo>
                  <a:cubicBezTo>
                    <a:pt x="55" y="309"/>
                    <a:pt x="72" y="320"/>
                    <a:pt x="90" y="329"/>
                  </a:cubicBezTo>
                  <a:cubicBezTo>
                    <a:pt x="109" y="337"/>
                    <a:pt x="131" y="341"/>
                    <a:pt x="154" y="341"/>
                  </a:cubicBezTo>
                  <a:cubicBezTo>
                    <a:pt x="187" y="341"/>
                    <a:pt x="216" y="336"/>
                    <a:pt x="242" y="323"/>
                  </a:cubicBezTo>
                  <a:cubicBezTo>
                    <a:pt x="242" y="293"/>
                    <a:pt x="242" y="293"/>
                    <a:pt x="242" y="293"/>
                  </a:cubicBezTo>
                  <a:cubicBezTo>
                    <a:pt x="217" y="307"/>
                    <a:pt x="190" y="314"/>
                    <a:pt x="158" y="314"/>
                  </a:cubicBezTo>
                  <a:cubicBezTo>
                    <a:pt x="137" y="314"/>
                    <a:pt x="119" y="309"/>
                    <a:pt x="102" y="302"/>
                  </a:cubicBezTo>
                  <a:cubicBezTo>
                    <a:pt x="87" y="294"/>
                    <a:pt x="75" y="284"/>
                    <a:pt x="64" y="272"/>
                  </a:cubicBezTo>
                  <a:cubicBezTo>
                    <a:pt x="53" y="260"/>
                    <a:pt x="46" y="244"/>
                    <a:pt x="40" y="228"/>
                  </a:cubicBezTo>
                  <a:cubicBezTo>
                    <a:pt x="35" y="211"/>
                    <a:pt x="32" y="193"/>
                    <a:pt x="32" y="174"/>
                  </a:cubicBezTo>
                  <a:cubicBezTo>
                    <a:pt x="32" y="153"/>
                    <a:pt x="35" y="134"/>
                    <a:pt x="40" y="116"/>
                  </a:cubicBezTo>
                  <a:cubicBezTo>
                    <a:pt x="47" y="98"/>
                    <a:pt x="55" y="83"/>
                    <a:pt x="67" y="69"/>
                  </a:cubicBezTo>
                  <a:cubicBezTo>
                    <a:pt x="79" y="57"/>
                    <a:pt x="93" y="46"/>
                    <a:pt x="109" y="39"/>
                  </a:cubicBezTo>
                  <a:cubicBezTo>
                    <a:pt x="126" y="32"/>
                    <a:pt x="144" y="28"/>
                    <a:pt x="166" y="28"/>
                  </a:cubicBezTo>
                  <a:cubicBezTo>
                    <a:pt x="192" y="28"/>
                    <a:pt x="218" y="33"/>
                    <a:pt x="242" y="46"/>
                  </a:cubicBezTo>
                  <a:cubicBezTo>
                    <a:pt x="242" y="12"/>
                    <a:pt x="242" y="12"/>
                    <a:pt x="242" y="12"/>
                  </a:cubicBezTo>
                  <a:cubicBezTo>
                    <a:pt x="220" y="4"/>
                    <a:pt x="194" y="0"/>
                    <a:pt x="166" y="0"/>
                  </a:cubicBezTo>
                  <a:cubicBezTo>
                    <a:pt x="141" y="0"/>
                    <a:pt x="118" y="4"/>
                    <a:pt x="97" y="14"/>
                  </a:cubicBezTo>
                  <a:cubicBezTo>
                    <a:pt x="76" y="22"/>
                    <a:pt x="60" y="34"/>
                    <a:pt x="44" y="51"/>
                  </a:cubicBezTo>
                  <a:cubicBezTo>
                    <a:pt x="31" y="66"/>
                    <a:pt x="20" y="86"/>
                    <a:pt x="11" y="106"/>
                  </a:cubicBezTo>
                  <a:cubicBezTo>
                    <a:pt x="4" y="128"/>
                    <a:pt x="0" y="152"/>
                    <a:pt x="0" y="177"/>
                  </a:cubicBezTo>
                  <a:cubicBezTo>
                    <a:pt x="0" y="200"/>
                    <a:pt x="3" y="222"/>
                    <a:pt x="11" y="243"/>
                  </a:cubicBezTo>
                  <a:cubicBezTo>
                    <a:pt x="18" y="262"/>
                    <a:pt x="28" y="280"/>
                    <a:pt x="42"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6" name="Freeform 489">
              <a:extLst>
                <a:ext uri="{FF2B5EF4-FFF2-40B4-BE49-F238E27FC236}">
                  <a16:creationId xmlns:a16="http://schemas.microsoft.com/office/drawing/2014/main" id="{97BB4DFB-9265-C102-FAC5-904A458FE511}"/>
                </a:ext>
              </a:extLst>
            </p:cNvPr>
            <p:cNvSpPr>
              <a:spLocks noChangeArrowheads="1"/>
            </p:cNvSpPr>
            <p:nvPr/>
          </p:nvSpPr>
          <p:spPr bwMode="auto">
            <a:xfrm>
              <a:off x="798513" y="815975"/>
              <a:ext cx="101600" cy="119063"/>
            </a:xfrm>
            <a:custGeom>
              <a:avLst/>
              <a:gdLst>
                <a:gd name="T0" fmla="*/ 70 w 283"/>
                <a:gd name="T1" fmla="*/ 233 h 332"/>
                <a:gd name="T2" fmla="*/ 70 w 283"/>
                <a:gd name="T3" fmla="*/ 233 h 332"/>
                <a:gd name="T4" fmla="*/ 211 w 283"/>
                <a:gd name="T5" fmla="*/ 233 h 332"/>
                <a:gd name="T6" fmla="*/ 247 w 283"/>
                <a:gd name="T7" fmla="*/ 331 h 332"/>
                <a:gd name="T8" fmla="*/ 282 w 283"/>
                <a:gd name="T9" fmla="*/ 331 h 332"/>
                <a:gd name="T10" fmla="*/ 157 w 283"/>
                <a:gd name="T11" fmla="*/ 0 h 332"/>
                <a:gd name="T12" fmla="*/ 126 w 283"/>
                <a:gd name="T13" fmla="*/ 0 h 332"/>
                <a:gd name="T14" fmla="*/ 0 w 283"/>
                <a:gd name="T15" fmla="*/ 331 h 332"/>
                <a:gd name="T16" fmla="*/ 34 w 283"/>
                <a:gd name="T17" fmla="*/ 331 h 332"/>
                <a:gd name="T18" fmla="*/ 70 w 283"/>
                <a:gd name="T19" fmla="*/ 233 h 332"/>
                <a:gd name="T20" fmla="*/ 134 w 283"/>
                <a:gd name="T21" fmla="*/ 58 h 332"/>
                <a:gd name="T22" fmla="*/ 134 w 283"/>
                <a:gd name="T23" fmla="*/ 58 h 332"/>
                <a:gd name="T24" fmla="*/ 137 w 283"/>
                <a:gd name="T25" fmla="*/ 47 h 332"/>
                <a:gd name="T26" fmla="*/ 139 w 283"/>
                <a:gd name="T27" fmla="*/ 35 h 332"/>
                <a:gd name="T28" fmla="*/ 141 w 283"/>
                <a:gd name="T29" fmla="*/ 35 h 332"/>
                <a:gd name="T30" fmla="*/ 144 w 283"/>
                <a:gd name="T31" fmla="*/ 47 h 332"/>
                <a:gd name="T32" fmla="*/ 148 w 283"/>
                <a:gd name="T33" fmla="*/ 58 h 332"/>
                <a:gd name="T34" fmla="*/ 202 w 283"/>
                <a:gd name="T35" fmla="*/ 205 h 332"/>
                <a:gd name="T36" fmla="*/ 80 w 283"/>
                <a:gd name="T37" fmla="*/ 205 h 332"/>
                <a:gd name="T38" fmla="*/ 134 w 283"/>
                <a:gd name="T39" fmla="*/ 58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83" h="332">
                  <a:moveTo>
                    <a:pt x="70" y="233"/>
                  </a:moveTo>
                  <a:lnTo>
                    <a:pt x="70" y="233"/>
                  </a:lnTo>
                  <a:cubicBezTo>
                    <a:pt x="211" y="233"/>
                    <a:pt x="211" y="233"/>
                    <a:pt x="211" y="233"/>
                  </a:cubicBezTo>
                  <a:cubicBezTo>
                    <a:pt x="247" y="331"/>
                    <a:pt x="247" y="331"/>
                    <a:pt x="247" y="331"/>
                  </a:cubicBezTo>
                  <a:cubicBezTo>
                    <a:pt x="282" y="331"/>
                    <a:pt x="282" y="331"/>
                    <a:pt x="282" y="331"/>
                  </a:cubicBezTo>
                  <a:cubicBezTo>
                    <a:pt x="157" y="0"/>
                    <a:pt x="157" y="0"/>
                    <a:pt x="157" y="0"/>
                  </a:cubicBezTo>
                  <a:cubicBezTo>
                    <a:pt x="126" y="0"/>
                    <a:pt x="126" y="0"/>
                    <a:pt x="126" y="0"/>
                  </a:cubicBezTo>
                  <a:cubicBezTo>
                    <a:pt x="0" y="331"/>
                    <a:pt x="0" y="331"/>
                    <a:pt x="0" y="331"/>
                  </a:cubicBezTo>
                  <a:cubicBezTo>
                    <a:pt x="34" y="331"/>
                    <a:pt x="34" y="331"/>
                    <a:pt x="34" y="331"/>
                  </a:cubicBezTo>
                  <a:lnTo>
                    <a:pt x="70" y="233"/>
                  </a:lnTo>
                  <a:close/>
                  <a:moveTo>
                    <a:pt x="134" y="58"/>
                  </a:moveTo>
                  <a:lnTo>
                    <a:pt x="134" y="58"/>
                  </a:lnTo>
                  <a:cubicBezTo>
                    <a:pt x="135" y="54"/>
                    <a:pt x="135" y="52"/>
                    <a:pt x="137" y="47"/>
                  </a:cubicBezTo>
                  <a:cubicBezTo>
                    <a:pt x="138" y="43"/>
                    <a:pt x="139" y="39"/>
                    <a:pt x="139" y="35"/>
                  </a:cubicBezTo>
                  <a:cubicBezTo>
                    <a:pt x="141" y="35"/>
                    <a:pt x="141" y="35"/>
                    <a:pt x="141" y="35"/>
                  </a:cubicBezTo>
                  <a:cubicBezTo>
                    <a:pt x="142" y="39"/>
                    <a:pt x="142" y="43"/>
                    <a:pt x="144" y="47"/>
                  </a:cubicBezTo>
                  <a:cubicBezTo>
                    <a:pt x="145" y="52"/>
                    <a:pt x="146" y="54"/>
                    <a:pt x="148" y="58"/>
                  </a:cubicBezTo>
                  <a:cubicBezTo>
                    <a:pt x="202" y="205"/>
                    <a:pt x="202" y="205"/>
                    <a:pt x="202" y="205"/>
                  </a:cubicBezTo>
                  <a:cubicBezTo>
                    <a:pt x="80" y="205"/>
                    <a:pt x="80" y="205"/>
                    <a:pt x="80" y="205"/>
                  </a:cubicBezTo>
                  <a:lnTo>
                    <a:pt x="134" y="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7" name="Freeform 490">
              <a:extLst>
                <a:ext uri="{FF2B5EF4-FFF2-40B4-BE49-F238E27FC236}">
                  <a16:creationId xmlns:a16="http://schemas.microsoft.com/office/drawing/2014/main" id="{7CDD9EB1-2108-3BF4-D599-115C6C459121}"/>
                </a:ext>
              </a:extLst>
            </p:cNvPr>
            <p:cNvSpPr>
              <a:spLocks noChangeArrowheads="1"/>
            </p:cNvSpPr>
            <p:nvPr/>
          </p:nvSpPr>
          <p:spPr bwMode="auto">
            <a:xfrm>
              <a:off x="895350" y="815975"/>
              <a:ext cx="79375" cy="119063"/>
            </a:xfrm>
            <a:custGeom>
              <a:avLst/>
              <a:gdLst>
                <a:gd name="T0" fmla="*/ 94 w 222"/>
                <a:gd name="T1" fmla="*/ 331 h 332"/>
                <a:gd name="T2" fmla="*/ 126 w 222"/>
                <a:gd name="T3" fmla="*/ 331 h 332"/>
                <a:gd name="T4" fmla="*/ 126 w 222"/>
                <a:gd name="T5" fmla="*/ 28 h 332"/>
                <a:gd name="T6" fmla="*/ 221 w 222"/>
                <a:gd name="T7" fmla="*/ 28 h 332"/>
                <a:gd name="T8" fmla="*/ 221 w 222"/>
                <a:gd name="T9" fmla="*/ 0 h 332"/>
                <a:gd name="T10" fmla="*/ 0 w 222"/>
                <a:gd name="T11" fmla="*/ 0 h 332"/>
                <a:gd name="T12" fmla="*/ 0 w 222"/>
                <a:gd name="T13" fmla="*/ 28 h 332"/>
                <a:gd name="T14" fmla="*/ 94 w 222"/>
                <a:gd name="T15" fmla="*/ 28 h 332"/>
                <a:gd name="T16" fmla="*/ 94 w 222"/>
                <a:gd name="T17" fmla="*/ 331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22" h="332">
                  <a:moveTo>
                    <a:pt x="94" y="331"/>
                  </a:moveTo>
                  <a:lnTo>
                    <a:pt x="126" y="331"/>
                  </a:lnTo>
                  <a:lnTo>
                    <a:pt x="126" y="28"/>
                  </a:lnTo>
                  <a:lnTo>
                    <a:pt x="221" y="28"/>
                  </a:lnTo>
                  <a:lnTo>
                    <a:pt x="221" y="0"/>
                  </a:lnTo>
                  <a:lnTo>
                    <a:pt x="0" y="0"/>
                  </a:lnTo>
                  <a:lnTo>
                    <a:pt x="0" y="28"/>
                  </a:lnTo>
                  <a:lnTo>
                    <a:pt x="94" y="28"/>
                  </a:lnTo>
                  <a:lnTo>
                    <a:pt x="94"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8" name="Freeform 491">
              <a:extLst>
                <a:ext uri="{FF2B5EF4-FFF2-40B4-BE49-F238E27FC236}">
                  <a16:creationId xmlns:a16="http://schemas.microsoft.com/office/drawing/2014/main" id="{382DEDA9-5A8F-8408-00E0-675B3936F1A8}"/>
                </a:ext>
              </a:extLst>
            </p:cNvPr>
            <p:cNvSpPr>
              <a:spLocks noChangeArrowheads="1"/>
            </p:cNvSpPr>
            <p:nvPr/>
          </p:nvSpPr>
          <p:spPr bwMode="auto">
            <a:xfrm>
              <a:off x="995363" y="815975"/>
              <a:ext cx="61912" cy="119063"/>
            </a:xfrm>
            <a:custGeom>
              <a:avLst/>
              <a:gdLst>
                <a:gd name="T0" fmla="*/ 169 w 170"/>
                <a:gd name="T1" fmla="*/ 303 h 332"/>
                <a:gd name="T2" fmla="*/ 30 w 170"/>
                <a:gd name="T3" fmla="*/ 303 h 332"/>
                <a:gd name="T4" fmla="*/ 30 w 170"/>
                <a:gd name="T5" fmla="*/ 177 h 332"/>
                <a:gd name="T6" fmla="*/ 151 w 170"/>
                <a:gd name="T7" fmla="*/ 177 h 332"/>
                <a:gd name="T8" fmla="*/ 151 w 170"/>
                <a:gd name="T9" fmla="*/ 150 h 332"/>
                <a:gd name="T10" fmla="*/ 30 w 170"/>
                <a:gd name="T11" fmla="*/ 150 h 332"/>
                <a:gd name="T12" fmla="*/ 30 w 170"/>
                <a:gd name="T13" fmla="*/ 28 h 332"/>
                <a:gd name="T14" fmla="*/ 160 w 170"/>
                <a:gd name="T15" fmla="*/ 28 h 332"/>
                <a:gd name="T16" fmla="*/ 160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0" y="303"/>
                  </a:lnTo>
                  <a:lnTo>
                    <a:pt x="30" y="177"/>
                  </a:lnTo>
                  <a:lnTo>
                    <a:pt x="151" y="177"/>
                  </a:lnTo>
                  <a:lnTo>
                    <a:pt x="151" y="150"/>
                  </a:lnTo>
                  <a:lnTo>
                    <a:pt x="30" y="150"/>
                  </a:lnTo>
                  <a:lnTo>
                    <a:pt x="30" y="28"/>
                  </a:lnTo>
                  <a:lnTo>
                    <a:pt x="160" y="28"/>
                  </a:lnTo>
                  <a:lnTo>
                    <a:pt x="160"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599" name="Freeform 492">
              <a:extLst>
                <a:ext uri="{FF2B5EF4-FFF2-40B4-BE49-F238E27FC236}">
                  <a16:creationId xmlns:a16="http://schemas.microsoft.com/office/drawing/2014/main" id="{78EC8208-D129-4088-4FE3-AE0BDCEC0308}"/>
                </a:ext>
              </a:extLst>
            </p:cNvPr>
            <p:cNvSpPr>
              <a:spLocks noChangeArrowheads="1"/>
            </p:cNvSpPr>
            <p:nvPr/>
          </p:nvSpPr>
          <p:spPr bwMode="auto">
            <a:xfrm>
              <a:off x="1073150" y="814388"/>
              <a:ext cx="95250" cy="123825"/>
            </a:xfrm>
            <a:custGeom>
              <a:avLst/>
              <a:gdLst>
                <a:gd name="T0" fmla="*/ 41 w 263"/>
                <a:gd name="T1" fmla="*/ 294 h 342"/>
                <a:gd name="T2" fmla="*/ 41 w 263"/>
                <a:gd name="T3" fmla="*/ 294 h 342"/>
                <a:gd name="T4" fmla="*/ 91 w 263"/>
                <a:gd name="T5" fmla="*/ 329 h 342"/>
                <a:gd name="T6" fmla="*/ 155 w 263"/>
                <a:gd name="T7" fmla="*/ 341 h 342"/>
                <a:gd name="T8" fmla="*/ 262 w 263"/>
                <a:gd name="T9" fmla="*/ 312 h 342"/>
                <a:gd name="T10" fmla="*/ 262 w 263"/>
                <a:gd name="T11" fmla="*/ 167 h 342"/>
                <a:gd name="T12" fmla="*/ 157 w 263"/>
                <a:gd name="T13" fmla="*/ 167 h 342"/>
                <a:gd name="T14" fmla="*/ 157 w 263"/>
                <a:gd name="T15" fmla="*/ 195 h 342"/>
                <a:gd name="T16" fmla="*/ 232 w 263"/>
                <a:gd name="T17" fmla="*/ 195 h 342"/>
                <a:gd name="T18" fmla="*/ 232 w 263"/>
                <a:gd name="T19" fmla="*/ 296 h 342"/>
                <a:gd name="T20" fmla="*/ 159 w 263"/>
                <a:gd name="T21" fmla="*/ 314 h 342"/>
                <a:gd name="T22" fmla="*/ 105 w 263"/>
                <a:gd name="T23" fmla="*/ 302 h 342"/>
                <a:gd name="T24" fmla="*/ 65 w 263"/>
                <a:gd name="T25" fmla="*/ 273 h 342"/>
                <a:gd name="T26" fmla="*/ 40 w 263"/>
                <a:gd name="T27" fmla="*/ 228 h 342"/>
                <a:gd name="T28" fmla="*/ 33 w 263"/>
                <a:gd name="T29" fmla="*/ 171 h 342"/>
                <a:gd name="T30" fmla="*/ 43 w 263"/>
                <a:gd name="T31" fmla="*/ 115 h 342"/>
                <a:gd name="T32" fmla="*/ 69 w 263"/>
                <a:gd name="T33" fmla="*/ 69 h 342"/>
                <a:gd name="T34" fmla="*/ 110 w 263"/>
                <a:gd name="T35" fmla="*/ 39 h 342"/>
                <a:gd name="T36" fmla="*/ 164 w 263"/>
                <a:gd name="T37" fmla="*/ 28 h 342"/>
                <a:gd name="T38" fmla="*/ 255 w 263"/>
                <a:gd name="T39" fmla="*/ 51 h 342"/>
                <a:gd name="T40" fmla="*/ 255 w 263"/>
                <a:gd name="T41" fmla="*/ 17 h 342"/>
                <a:gd name="T42" fmla="*/ 168 w 263"/>
                <a:gd name="T43" fmla="*/ 0 h 342"/>
                <a:gd name="T44" fmla="*/ 120 w 263"/>
                <a:gd name="T45" fmla="*/ 5 h 342"/>
                <a:gd name="T46" fmla="*/ 79 w 263"/>
                <a:gd name="T47" fmla="*/ 23 h 342"/>
                <a:gd name="T48" fmla="*/ 46 w 263"/>
                <a:gd name="T49" fmla="*/ 51 h 342"/>
                <a:gd name="T50" fmla="*/ 21 w 263"/>
                <a:gd name="T51" fmla="*/ 87 h 342"/>
                <a:gd name="T52" fmla="*/ 5 w 263"/>
                <a:gd name="T53" fmla="*/ 128 h 342"/>
                <a:gd name="T54" fmla="*/ 0 w 263"/>
                <a:gd name="T55" fmla="*/ 175 h 342"/>
                <a:gd name="T56" fmla="*/ 11 w 263"/>
                <a:gd name="T57" fmla="*/ 242 h 342"/>
                <a:gd name="T58" fmla="*/ 41 w 263"/>
                <a:gd name="T59"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63" h="342">
                  <a:moveTo>
                    <a:pt x="41" y="294"/>
                  </a:moveTo>
                  <a:lnTo>
                    <a:pt x="41" y="294"/>
                  </a:lnTo>
                  <a:cubicBezTo>
                    <a:pt x="55" y="309"/>
                    <a:pt x="72" y="320"/>
                    <a:pt x="91" y="329"/>
                  </a:cubicBezTo>
                  <a:cubicBezTo>
                    <a:pt x="109" y="337"/>
                    <a:pt x="131" y="341"/>
                    <a:pt x="155" y="341"/>
                  </a:cubicBezTo>
                  <a:cubicBezTo>
                    <a:pt x="193" y="341"/>
                    <a:pt x="229" y="331"/>
                    <a:pt x="262" y="312"/>
                  </a:cubicBezTo>
                  <a:cubicBezTo>
                    <a:pt x="262" y="167"/>
                    <a:pt x="262" y="167"/>
                    <a:pt x="262" y="167"/>
                  </a:cubicBezTo>
                  <a:cubicBezTo>
                    <a:pt x="157" y="167"/>
                    <a:pt x="157" y="167"/>
                    <a:pt x="157" y="167"/>
                  </a:cubicBezTo>
                  <a:cubicBezTo>
                    <a:pt x="157" y="195"/>
                    <a:pt x="157" y="195"/>
                    <a:pt x="157" y="195"/>
                  </a:cubicBezTo>
                  <a:cubicBezTo>
                    <a:pt x="232" y="195"/>
                    <a:pt x="232" y="195"/>
                    <a:pt x="232" y="195"/>
                  </a:cubicBezTo>
                  <a:cubicBezTo>
                    <a:pt x="232" y="296"/>
                    <a:pt x="232" y="296"/>
                    <a:pt x="232" y="296"/>
                  </a:cubicBezTo>
                  <a:cubicBezTo>
                    <a:pt x="211" y="308"/>
                    <a:pt x="188" y="314"/>
                    <a:pt x="159" y="314"/>
                  </a:cubicBezTo>
                  <a:cubicBezTo>
                    <a:pt x="138" y="314"/>
                    <a:pt x="120" y="309"/>
                    <a:pt x="105" y="302"/>
                  </a:cubicBezTo>
                  <a:cubicBezTo>
                    <a:pt x="88" y="296"/>
                    <a:pt x="76" y="286"/>
                    <a:pt x="65" y="273"/>
                  </a:cubicBezTo>
                  <a:cubicBezTo>
                    <a:pt x="54" y="261"/>
                    <a:pt x="46" y="246"/>
                    <a:pt x="40" y="228"/>
                  </a:cubicBezTo>
                  <a:cubicBezTo>
                    <a:pt x="34" y="211"/>
                    <a:pt x="33" y="192"/>
                    <a:pt x="33" y="171"/>
                  </a:cubicBezTo>
                  <a:cubicBezTo>
                    <a:pt x="33" y="152"/>
                    <a:pt x="36" y="133"/>
                    <a:pt x="43" y="115"/>
                  </a:cubicBezTo>
                  <a:cubicBezTo>
                    <a:pt x="48" y="97"/>
                    <a:pt x="58" y="81"/>
                    <a:pt x="69" y="69"/>
                  </a:cubicBezTo>
                  <a:cubicBezTo>
                    <a:pt x="80" y="57"/>
                    <a:pt x="94" y="46"/>
                    <a:pt x="110" y="39"/>
                  </a:cubicBezTo>
                  <a:cubicBezTo>
                    <a:pt x="127" y="32"/>
                    <a:pt x="145" y="28"/>
                    <a:pt x="164" y="28"/>
                  </a:cubicBezTo>
                  <a:cubicBezTo>
                    <a:pt x="197" y="28"/>
                    <a:pt x="228" y="36"/>
                    <a:pt x="255" y="51"/>
                  </a:cubicBezTo>
                  <a:cubicBezTo>
                    <a:pt x="255" y="17"/>
                    <a:pt x="255" y="17"/>
                    <a:pt x="255" y="17"/>
                  </a:cubicBezTo>
                  <a:cubicBezTo>
                    <a:pt x="231" y="5"/>
                    <a:pt x="202" y="0"/>
                    <a:pt x="168" y="0"/>
                  </a:cubicBezTo>
                  <a:cubicBezTo>
                    <a:pt x="152" y="0"/>
                    <a:pt x="135" y="1"/>
                    <a:pt x="120" y="5"/>
                  </a:cubicBezTo>
                  <a:cubicBezTo>
                    <a:pt x="105" y="10"/>
                    <a:pt x="91" y="17"/>
                    <a:pt x="79" y="23"/>
                  </a:cubicBezTo>
                  <a:cubicBezTo>
                    <a:pt x="66" y="32"/>
                    <a:pt x="55" y="40"/>
                    <a:pt x="46" y="51"/>
                  </a:cubicBezTo>
                  <a:cubicBezTo>
                    <a:pt x="36" y="62"/>
                    <a:pt x="28" y="73"/>
                    <a:pt x="21" y="87"/>
                  </a:cubicBezTo>
                  <a:cubicBezTo>
                    <a:pt x="14" y="99"/>
                    <a:pt x="10" y="113"/>
                    <a:pt x="5" y="128"/>
                  </a:cubicBezTo>
                  <a:cubicBezTo>
                    <a:pt x="3" y="144"/>
                    <a:pt x="0" y="159"/>
                    <a:pt x="0" y="175"/>
                  </a:cubicBezTo>
                  <a:cubicBezTo>
                    <a:pt x="0" y="199"/>
                    <a:pt x="4" y="221"/>
                    <a:pt x="11" y="242"/>
                  </a:cubicBezTo>
                  <a:cubicBezTo>
                    <a:pt x="18" y="262"/>
                    <a:pt x="29"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0" name="Freeform 493">
              <a:extLst>
                <a:ext uri="{FF2B5EF4-FFF2-40B4-BE49-F238E27FC236}">
                  <a16:creationId xmlns:a16="http://schemas.microsoft.com/office/drawing/2014/main" id="{36F92661-A804-53E7-7553-3EEE36BFE09F}"/>
                </a:ext>
              </a:extLst>
            </p:cNvPr>
            <p:cNvSpPr>
              <a:spLocks noChangeArrowheads="1"/>
            </p:cNvSpPr>
            <p:nvPr/>
          </p:nvSpPr>
          <p:spPr bwMode="auto">
            <a:xfrm>
              <a:off x="1187450" y="814388"/>
              <a:ext cx="112713" cy="123825"/>
            </a:xfrm>
            <a:custGeom>
              <a:avLst/>
              <a:gdLst>
                <a:gd name="T0" fmla="*/ 41 w 312"/>
                <a:gd name="T1" fmla="*/ 293 h 342"/>
                <a:gd name="T2" fmla="*/ 41 w 312"/>
                <a:gd name="T3" fmla="*/ 293 h 342"/>
                <a:gd name="T4" fmla="*/ 90 w 312"/>
                <a:gd name="T5" fmla="*/ 327 h 342"/>
                <a:gd name="T6" fmla="*/ 155 w 312"/>
                <a:gd name="T7" fmla="*/ 341 h 342"/>
                <a:gd name="T8" fmla="*/ 222 w 312"/>
                <a:gd name="T9" fmla="*/ 327 h 342"/>
                <a:gd name="T10" fmla="*/ 271 w 312"/>
                <a:gd name="T11" fmla="*/ 291 h 342"/>
                <a:gd name="T12" fmla="*/ 301 w 312"/>
                <a:gd name="T13" fmla="*/ 235 h 342"/>
                <a:gd name="T14" fmla="*/ 311 w 312"/>
                <a:gd name="T15" fmla="*/ 166 h 342"/>
                <a:gd name="T16" fmla="*/ 301 w 312"/>
                <a:gd name="T17" fmla="*/ 99 h 342"/>
                <a:gd name="T18" fmla="*/ 271 w 312"/>
                <a:gd name="T19" fmla="*/ 47 h 342"/>
                <a:gd name="T20" fmla="*/ 224 w 312"/>
                <a:gd name="T21" fmla="*/ 12 h 342"/>
                <a:gd name="T22" fmla="*/ 160 w 312"/>
                <a:gd name="T23" fmla="*/ 0 h 342"/>
                <a:gd name="T24" fmla="*/ 93 w 312"/>
                <a:gd name="T25" fmla="*/ 12 h 342"/>
                <a:gd name="T26" fmla="*/ 43 w 312"/>
                <a:gd name="T27" fmla="*/ 48 h 342"/>
                <a:gd name="T28" fmla="*/ 11 w 312"/>
                <a:gd name="T29" fmla="*/ 104 h 342"/>
                <a:gd name="T30" fmla="*/ 0 w 312"/>
                <a:gd name="T31" fmla="*/ 174 h 342"/>
                <a:gd name="T32" fmla="*/ 11 w 312"/>
                <a:gd name="T33" fmla="*/ 239 h 342"/>
                <a:gd name="T34" fmla="*/ 41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3 w 312"/>
                <a:gd name="T47" fmla="*/ 39 h 342"/>
                <a:gd name="T48" fmla="*/ 250 w 312"/>
                <a:gd name="T49" fmla="*/ 69 h 342"/>
                <a:gd name="T50" fmla="*/ 272 w 312"/>
                <a:gd name="T51" fmla="*/ 115 h 342"/>
                <a:gd name="T52" fmla="*/ 279 w 312"/>
                <a:gd name="T53" fmla="*/ 170 h 342"/>
                <a:gd name="T54" fmla="*/ 271 w 312"/>
                <a:gd name="T55" fmla="*/ 228 h 342"/>
                <a:gd name="T56" fmla="*/ 247 w 312"/>
                <a:gd name="T57" fmla="*/ 272 h 342"/>
                <a:gd name="T58" fmla="*/ 209 w 312"/>
                <a:gd name="T59" fmla="*/ 302 h 342"/>
                <a:gd name="T60" fmla="*/ 155 w 312"/>
                <a:gd name="T61" fmla="*/ 314 h 342"/>
                <a:gd name="T62" fmla="*/ 101 w 312"/>
                <a:gd name="T63" fmla="*/ 301 h 342"/>
                <a:gd name="T64" fmla="*/ 62 w 312"/>
                <a:gd name="T65" fmla="*/ 269 h 342"/>
                <a:gd name="T66" fmla="*/ 40 w 312"/>
                <a:gd name="T67" fmla="*/ 225 h 342"/>
                <a:gd name="T68" fmla="*/ 33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1" y="293"/>
                  </a:moveTo>
                  <a:lnTo>
                    <a:pt x="41" y="293"/>
                  </a:lnTo>
                  <a:cubicBezTo>
                    <a:pt x="55" y="308"/>
                    <a:pt x="72" y="319"/>
                    <a:pt x="90" y="327"/>
                  </a:cubicBezTo>
                  <a:cubicBezTo>
                    <a:pt x="109" y="337"/>
                    <a:pt x="131" y="341"/>
                    <a:pt x="155" y="341"/>
                  </a:cubicBezTo>
                  <a:cubicBezTo>
                    <a:pt x="180" y="341"/>
                    <a:pt x="202" y="337"/>
                    <a:pt x="222" y="327"/>
                  </a:cubicBezTo>
                  <a:cubicBezTo>
                    <a:pt x="242" y="319"/>
                    <a:pt x="257" y="307"/>
                    <a:pt x="271" y="291"/>
                  </a:cubicBezTo>
                  <a:cubicBezTo>
                    <a:pt x="285" y="275"/>
                    <a:pt x="294" y="257"/>
                    <a:pt x="301" y="235"/>
                  </a:cubicBezTo>
                  <a:cubicBezTo>
                    <a:pt x="308" y="214"/>
                    <a:pt x="311" y="191"/>
                    <a:pt x="311" y="166"/>
                  </a:cubicBezTo>
                  <a:cubicBezTo>
                    <a:pt x="311" y="142"/>
                    <a:pt x="308" y="120"/>
                    <a:pt x="301" y="99"/>
                  </a:cubicBezTo>
                  <a:cubicBezTo>
                    <a:pt x="294" y="79"/>
                    <a:pt x="283" y="62"/>
                    <a:pt x="271" y="47"/>
                  </a:cubicBezTo>
                  <a:cubicBezTo>
                    <a:pt x="258" y="32"/>
                    <a:pt x="242" y="21"/>
                    <a:pt x="224" y="12"/>
                  </a:cubicBezTo>
                  <a:cubicBezTo>
                    <a:pt x="204" y="4"/>
                    <a:pt x="184" y="0"/>
                    <a:pt x="160" y="0"/>
                  </a:cubicBezTo>
                  <a:cubicBezTo>
                    <a:pt x="135" y="0"/>
                    <a:pt x="112" y="4"/>
                    <a:pt x="93" y="12"/>
                  </a:cubicBezTo>
                  <a:cubicBezTo>
                    <a:pt x="73" y="21"/>
                    <a:pt x="57" y="33"/>
                    <a:pt x="43" y="48"/>
                  </a:cubicBezTo>
                  <a:cubicBezTo>
                    <a:pt x="29" y="63"/>
                    <a:pt x="18" y="81"/>
                    <a:pt x="11" y="104"/>
                  </a:cubicBezTo>
                  <a:cubicBezTo>
                    <a:pt x="4" y="124"/>
                    <a:pt x="0" y="148"/>
                    <a:pt x="0" y="174"/>
                  </a:cubicBezTo>
                  <a:cubicBezTo>
                    <a:pt x="0" y="197"/>
                    <a:pt x="4" y="220"/>
                    <a:pt x="11" y="239"/>
                  </a:cubicBezTo>
                  <a:cubicBezTo>
                    <a:pt x="18" y="260"/>
                    <a:pt x="29" y="278"/>
                    <a:pt x="41" y="293"/>
                  </a:cubicBezTo>
                  <a:close/>
                  <a:moveTo>
                    <a:pt x="41" y="115"/>
                  </a:moveTo>
                  <a:lnTo>
                    <a:pt x="41" y="115"/>
                  </a:lnTo>
                  <a:cubicBezTo>
                    <a:pt x="47" y="98"/>
                    <a:pt x="54" y="83"/>
                    <a:pt x="65" y="69"/>
                  </a:cubicBezTo>
                  <a:cubicBezTo>
                    <a:pt x="76" y="57"/>
                    <a:pt x="88" y="47"/>
                    <a:pt x="104" y="39"/>
                  </a:cubicBezTo>
                  <a:cubicBezTo>
                    <a:pt x="120" y="32"/>
                    <a:pt x="137" y="28"/>
                    <a:pt x="157" y="28"/>
                  </a:cubicBezTo>
                  <a:cubicBezTo>
                    <a:pt x="178" y="28"/>
                    <a:pt x="198" y="32"/>
                    <a:pt x="213" y="39"/>
                  </a:cubicBezTo>
                  <a:cubicBezTo>
                    <a:pt x="228" y="47"/>
                    <a:pt x="240" y="57"/>
                    <a:pt x="250" y="69"/>
                  </a:cubicBezTo>
                  <a:cubicBezTo>
                    <a:pt x="260" y="83"/>
                    <a:pt x="268" y="98"/>
                    <a:pt x="272" y="115"/>
                  </a:cubicBezTo>
                  <a:cubicBezTo>
                    <a:pt x="276" y="133"/>
                    <a:pt x="279" y="151"/>
                    <a:pt x="279" y="170"/>
                  </a:cubicBezTo>
                  <a:cubicBezTo>
                    <a:pt x="279" y="191"/>
                    <a:pt x="276" y="210"/>
                    <a:pt x="271" y="228"/>
                  </a:cubicBezTo>
                  <a:cubicBezTo>
                    <a:pt x="267" y="244"/>
                    <a:pt x="258" y="260"/>
                    <a:pt x="247" y="272"/>
                  </a:cubicBezTo>
                  <a:cubicBezTo>
                    <a:pt x="238" y="286"/>
                    <a:pt x="224" y="296"/>
                    <a:pt x="209" y="302"/>
                  </a:cubicBezTo>
                  <a:cubicBezTo>
                    <a:pt x="193" y="309"/>
                    <a:pt x="175" y="314"/>
                    <a:pt x="155" y="314"/>
                  </a:cubicBezTo>
                  <a:cubicBezTo>
                    <a:pt x="134" y="314"/>
                    <a:pt x="116" y="309"/>
                    <a:pt x="101" y="301"/>
                  </a:cubicBezTo>
                  <a:cubicBezTo>
                    <a:pt x="86" y="294"/>
                    <a:pt x="72" y="283"/>
                    <a:pt x="62" y="269"/>
                  </a:cubicBezTo>
                  <a:cubicBezTo>
                    <a:pt x="52" y="257"/>
                    <a:pt x="44" y="242"/>
                    <a:pt x="40" y="225"/>
                  </a:cubicBezTo>
                  <a:cubicBezTo>
                    <a:pt x="35" y="207"/>
                    <a:pt x="33" y="189"/>
                    <a:pt x="33" y="171"/>
                  </a:cubicBezTo>
                  <a:cubicBezTo>
                    <a:pt x="33" y="152"/>
                    <a:pt x="36"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1" name="Freeform 494">
              <a:extLst>
                <a:ext uri="{FF2B5EF4-FFF2-40B4-BE49-F238E27FC236}">
                  <a16:creationId xmlns:a16="http://schemas.microsoft.com/office/drawing/2014/main" id="{3C3A7AFD-D177-09F2-9543-1DF4A309ECC4}"/>
                </a:ext>
              </a:extLst>
            </p:cNvPr>
            <p:cNvSpPr>
              <a:spLocks noChangeArrowheads="1"/>
            </p:cNvSpPr>
            <p:nvPr/>
          </p:nvSpPr>
          <p:spPr bwMode="auto">
            <a:xfrm>
              <a:off x="1323975" y="815975"/>
              <a:ext cx="77788" cy="119063"/>
            </a:xfrm>
            <a:custGeom>
              <a:avLst/>
              <a:gdLst>
                <a:gd name="T0" fmla="*/ 149 w 217"/>
                <a:gd name="T1" fmla="*/ 209 h 332"/>
                <a:gd name="T2" fmla="*/ 149 w 217"/>
                <a:gd name="T3" fmla="*/ 209 h 332"/>
                <a:gd name="T4" fmla="*/ 140 w 217"/>
                <a:gd name="T5" fmla="*/ 195 h 332"/>
                <a:gd name="T6" fmla="*/ 129 w 217"/>
                <a:gd name="T7" fmla="*/ 184 h 332"/>
                <a:gd name="T8" fmla="*/ 116 w 217"/>
                <a:gd name="T9" fmla="*/ 177 h 332"/>
                <a:gd name="T10" fmla="*/ 116 w 217"/>
                <a:gd name="T11" fmla="*/ 177 h 332"/>
                <a:gd name="T12" fmla="*/ 148 w 217"/>
                <a:gd name="T13" fmla="*/ 165 h 332"/>
                <a:gd name="T14" fmla="*/ 171 w 217"/>
                <a:gd name="T15" fmla="*/ 146 h 332"/>
                <a:gd name="T16" fmla="*/ 187 w 217"/>
                <a:gd name="T17" fmla="*/ 119 h 332"/>
                <a:gd name="T18" fmla="*/ 192 w 217"/>
                <a:gd name="T19" fmla="*/ 88 h 332"/>
                <a:gd name="T20" fmla="*/ 184 w 217"/>
                <a:gd name="T21" fmla="*/ 49 h 332"/>
                <a:gd name="T22" fmla="*/ 162 w 217"/>
                <a:gd name="T23" fmla="*/ 23 h 332"/>
                <a:gd name="T24" fmla="*/ 131 w 217"/>
                <a:gd name="T25" fmla="*/ 6 h 332"/>
                <a:gd name="T26" fmla="*/ 95 w 217"/>
                <a:gd name="T27" fmla="*/ 0 h 332"/>
                <a:gd name="T28" fmla="*/ 0 w 217"/>
                <a:gd name="T29" fmla="*/ 0 h 332"/>
                <a:gd name="T30" fmla="*/ 0 w 217"/>
                <a:gd name="T31" fmla="*/ 331 h 332"/>
                <a:gd name="T32" fmla="*/ 30 w 217"/>
                <a:gd name="T33" fmla="*/ 331 h 332"/>
                <a:gd name="T34" fmla="*/ 30 w 217"/>
                <a:gd name="T35" fmla="*/ 187 h 332"/>
                <a:gd name="T36" fmla="*/ 68 w 217"/>
                <a:gd name="T37" fmla="*/ 187 h 332"/>
                <a:gd name="T38" fmla="*/ 86 w 217"/>
                <a:gd name="T39" fmla="*/ 188 h 332"/>
                <a:gd name="T40" fmla="*/ 102 w 217"/>
                <a:gd name="T41" fmla="*/ 197 h 332"/>
                <a:gd name="T42" fmla="*/ 116 w 217"/>
                <a:gd name="T43" fmla="*/ 212 h 332"/>
                <a:gd name="T44" fmla="*/ 130 w 217"/>
                <a:gd name="T45" fmla="*/ 235 h 332"/>
                <a:gd name="T46" fmla="*/ 180 w 217"/>
                <a:gd name="T47" fmla="*/ 331 h 332"/>
                <a:gd name="T48" fmla="*/ 216 w 217"/>
                <a:gd name="T49" fmla="*/ 331 h 332"/>
                <a:gd name="T50" fmla="*/ 160 w 217"/>
                <a:gd name="T51" fmla="*/ 228 h 332"/>
                <a:gd name="T52" fmla="*/ 149 w 217"/>
                <a:gd name="T53" fmla="*/ 209 h 332"/>
                <a:gd name="T54" fmla="*/ 86 w 217"/>
                <a:gd name="T55" fmla="*/ 159 h 332"/>
                <a:gd name="T56" fmla="*/ 86 w 217"/>
                <a:gd name="T57" fmla="*/ 159 h 332"/>
                <a:gd name="T58" fmla="*/ 30 w 217"/>
                <a:gd name="T59" fmla="*/ 159 h 332"/>
                <a:gd name="T60" fmla="*/ 30 w 217"/>
                <a:gd name="T61" fmla="*/ 28 h 332"/>
                <a:gd name="T62" fmla="*/ 88 w 217"/>
                <a:gd name="T63" fmla="*/ 28 h 332"/>
                <a:gd name="T64" fmla="*/ 142 w 217"/>
                <a:gd name="T65" fmla="*/ 45 h 332"/>
                <a:gd name="T66" fmla="*/ 160 w 217"/>
                <a:gd name="T67" fmla="*/ 90 h 332"/>
                <a:gd name="T68" fmla="*/ 155 w 217"/>
                <a:gd name="T69" fmla="*/ 118 h 332"/>
                <a:gd name="T70" fmla="*/ 140 w 217"/>
                <a:gd name="T71" fmla="*/ 140 h 332"/>
                <a:gd name="T72" fmla="*/ 116 w 217"/>
                <a:gd name="T73" fmla="*/ 154 h 332"/>
                <a:gd name="T74" fmla="*/ 86 w 217"/>
                <a:gd name="T75" fmla="*/ 159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17" h="332">
                  <a:moveTo>
                    <a:pt x="149" y="209"/>
                  </a:moveTo>
                  <a:lnTo>
                    <a:pt x="149" y="209"/>
                  </a:lnTo>
                  <a:cubicBezTo>
                    <a:pt x="146" y="205"/>
                    <a:pt x="144" y="199"/>
                    <a:pt x="140" y="195"/>
                  </a:cubicBezTo>
                  <a:cubicBezTo>
                    <a:pt x="137" y="191"/>
                    <a:pt x="133" y="188"/>
                    <a:pt x="129" y="184"/>
                  </a:cubicBezTo>
                  <a:cubicBezTo>
                    <a:pt x="126" y="181"/>
                    <a:pt x="122" y="180"/>
                    <a:pt x="116" y="177"/>
                  </a:cubicBezTo>
                  <a:lnTo>
                    <a:pt x="116" y="177"/>
                  </a:lnTo>
                  <a:cubicBezTo>
                    <a:pt x="129" y="175"/>
                    <a:pt x="138" y="170"/>
                    <a:pt x="148" y="165"/>
                  </a:cubicBezTo>
                  <a:cubicBezTo>
                    <a:pt x="158" y="159"/>
                    <a:pt x="166" y="152"/>
                    <a:pt x="171" y="146"/>
                  </a:cubicBezTo>
                  <a:cubicBezTo>
                    <a:pt x="178" y="137"/>
                    <a:pt x="184" y="129"/>
                    <a:pt x="187" y="119"/>
                  </a:cubicBezTo>
                  <a:cubicBezTo>
                    <a:pt x="191" y="110"/>
                    <a:pt x="192" y="99"/>
                    <a:pt x="192" y="88"/>
                  </a:cubicBezTo>
                  <a:cubicBezTo>
                    <a:pt x="192" y="72"/>
                    <a:pt x="189" y="60"/>
                    <a:pt x="184" y="49"/>
                  </a:cubicBezTo>
                  <a:cubicBezTo>
                    <a:pt x="178" y="38"/>
                    <a:pt x="171" y="29"/>
                    <a:pt x="162" y="23"/>
                  </a:cubicBezTo>
                  <a:cubicBezTo>
                    <a:pt x="153" y="14"/>
                    <a:pt x="142" y="9"/>
                    <a:pt x="131" y="6"/>
                  </a:cubicBezTo>
                  <a:cubicBezTo>
                    <a:pt x="120" y="2"/>
                    <a:pt x="108" y="0"/>
                    <a:pt x="95" y="0"/>
                  </a:cubicBezTo>
                  <a:cubicBezTo>
                    <a:pt x="0" y="0"/>
                    <a:pt x="0" y="0"/>
                    <a:pt x="0" y="0"/>
                  </a:cubicBezTo>
                  <a:cubicBezTo>
                    <a:pt x="0" y="331"/>
                    <a:pt x="0" y="331"/>
                    <a:pt x="0" y="331"/>
                  </a:cubicBezTo>
                  <a:cubicBezTo>
                    <a:pt x="30" y="331"/>
                    <a:pt x="30" y="331"/>
                    <a:pt x="30" y="331"/>
                  </a:cubicBezTo>
                  <a:cubicBezTo>
                    <a:pt x="30" y="187"/>
                    <a:pt x="30" y="187"/>
                    <a:pt x="30" y="187"/>
                  </a:cubicBezTo>
                  <a:cubicBezTo>
                    <a:pt x="68" y="187"/>
                    <a:pt x="68" y="187"/>
                    <a:pt x="68" y="187"/>
                  </a:cubicBezTo>
                  <a:cubicBezTo>
                    <a:pt x="75" y="187"/>
                    <a:pt x="80" y="187"/>
                    <a:pt x="86" y="188"/>
                  </a:cubicBezTo>
                  <a:cubicBezTo>
                    <a:pt x="91" y="191"/>
                    <a:pt x="97" y="194"/>
                    <a:pt x="102" y="197"/>
                  </a:cubicBezTo>
                  <a:cubicBezTo>
                    <a:pt x="106" y="201"/>
                    <a:pt x="112" y="206"/>
                    <a:pt x="116" y="212"/>
                  </a:cubicBezTo>
                  <a:cubicBezTo>
                    <a:pt x="120" y="219"/>
                    <a:pt x="126" y="226"/>
                    <a:pt x="130" y="235"/>
                  </a:cubicBezTo>
                  <a:cubicBezTo>
                    <a:pt x="180" y="331"/>
                    <a:pt x="180" y="331"/>
                    <a:pt x="180" y="331"/>
                  </a:cubicBezTo>
                  <a:cubicBezTo>
                    <a:pt x="216" y="331"/>
                    <a:pt x="216" y="331"/>
                    <a:pt x="216" y="331"/>
                  </a:cubicBezTo>
                  <a:cubicBezTo>
                    <a:pt x="160" y="228"/>
                    <a:pt x="160" y="228"/>
                    <a:pt x="160" y="228"/>
                  </a:cubicBezTo>
                  <a:cubicBezTo>
                    <a:pt x="156" y="221"/>
                    <a:pt x="153" y="215"/>
                    <a:pt x="149" y="209"/>
                  </a:cubicBezTo>
                  <a:close/>
                  <a:moveTo>
                    <a:pt x="86" y="159"/>
                  </a:moveTo>
                  <a:lnTo>
                    <a:pt x="86" y="159"/>
                  </a:lnTo>
                  <a:cubicBezTo>
                    <a:pt x="30" y="159"/>
                    <a:pt x="30" y="159"/>
                    <a:pt x="30" y="159"/>
                  </a:cubicBezTo>
                  <a:cubicBezTo>
                    <a:pt x="30" y="28"/>
                    <a:pt x="30" y="28"/>
                    <a:pt x="30" y="28"/>
                  </a:cubicBezTo>
                  <a:cubicBezTo>
                    <a:pt x="88" y="28"/>
                    <a:pt x="88" y="28"/>
                    <a:pt x="88" y="28"/>
                  </a:cubicBezTo>
                  <a:cubicBezTo>
                    <a:pt x="112" y="28"/>
                    <a:pt x="130" y="34"/>
                    <a:pt x="142" y="45"/>
                  </a:cubicBezTo>
                  <a:cubicBezTo>
                    <a:pt x="153" y="56"/>
                    <a:pt x="160" y="71"/>
                    <a:pt x="160" y="90"/>
                  </a:cubicBezTo>
                  <a:cubicBezTo>
                    <a:pt x="160" y="100"/>
                    <a:pt x="159" y="110"/>
                    <a:pt x="155" y="118"/>
                  </a:cubicBezTo>
                  <a:cubicBezTo>
                    <a:pt x="151" y="128"/>
                    <a:pt x="146" y="134"/>
                    <a:pt x="140" y="140"/>
                  </a:cubicBezTo>
                  <a:cubicBezTo>
                    <a:pt x="133" y="146"/>
                    <a:pt x="126" y="151"/>
                    <a:pt x="116" y="154"/>
                  </a:cubicBezTo>
                  <a:cubicBezTo>
                    <a:pt x="106" y="157"/>
                    <a:pt x="97" y="159"/>
                    <a:pt x="86"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2" name="Freeform 495">
              <a:extLst>
                <a:ext uri="{FF2B5EF4-FFF2-40B4-BE49-F238E27FC236}">
                  <a16:creationId xmlns:a16="http://schemas.microsoft.com/office/drawing/2014/main" id="{6FC02B4D-A9FD-7A99-D170-6645866F5627}"/>
                </a:ext>
              </a:extLst>
            </p:cNvPr>
            <p:cNvSpPr>
              <a:spLocks noChangeArrowheads="1"/>
            </p:cNvSpPr>
            <p:nvPr/>
          </p:nvSpPr>
          <p:spPr bwMode="auto">
            <a:xfrm>
              <a:off x="1420813" y="815975"/>
              <a:ext cx="11112" cy="119063"/>
            </a:xfrm>
            <a:custGeom>
              <a:avLst/>
              <a:gdLst>
                <a:gd name="T0" fmla="*/ 0 w 32"/>
                <a:gd name="T1" fmla="*/ 331 h 332"/>
                <a:gd name="T2" fmla="*/ 31 w 32"/>
                <a:gd name="T3" fmla="*/ 331 h 332"/>
                <a:gd name="T4" fmla="*/ 31 w 32"/>
                <a:gd name="T5" fmla="*/ 0 h 332"/>
                <a:gd name="T6" fmla="*/ 0 w 32"/>
                <a:gd name="T7" fmla="*/ 0 h 332"/>
                <a:gd name="T8" fmla="*/ 0 w 32"/>
                <a:gd name="T9" fmla="*/ 331 h 332"/>
              </a:gdLst>
              <a:ahLst/>
              <a:cxnLst>
                <a:cxn ang="0">
                  <a:pos x="T0" y="T1"/>
                </a:cxn>
                <a:cxn ang="0">
                  <a:pos x="T2" y="T3"/>
                </a:cxn>
                <a:cxn ang="0">
                  <a:pos x="T4" y="T5"/>
                </a:cxn>
                <a:cxn ang="0">
                  <a:pos x="T6" y="T7"/>
                </a:cxn>
                <a:cxn ang="0">
                  <a:pos x="T8" y="T9"/>
                </a:cxn>
              </a:cxnLst>
              <a:rect l="0" t="0" r="r" b="b"/>
              <a:pathLst>
                <a:path w="32" h="332">
                  <a:moveTo>
                    <a:pt x="0" y="331"/>
                  </a:moveTo>
                  <a:lnTo>
                    <a:pt x="31" y="331"/>
                  </a:lnTo>
                  <a:lnTo>
                    <a:pt x="31" y="0"/>
                  </a:lnTo>
                  <a:lnTo>
                    <a:pt x="0" y="0"/>
                  </a:lnTo>
                  <a:lnTo>
                    <a:pt x="0" y="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3" name="Freeform 496">
              <a:extLst>
                <a:ext uri="{FF2B5EF4-FFF2-40B4-BE49-F238E27FC236}">
                  <a16:creationId xmlns:a16="http://schemas.microsoft.com/office/drawing/2014/main" id="{DC58CE30-01C4-52F5-F338-600D5BA4F29B}"/>
                </a:ext>
              </a:extLst>
            </p:cNvPr>
            <p:cNvSpPr>
              <a:spLocks noChangeArrowheads="1"/>
            </p:cNvSpPr>
            <p:nvPr/>
          </p:nvSpPr>
          <p:spPr bwMode="auto">
            <a:xfrm>
              <a:off x="1463675" y="815975"/>
              <a:ext cx="61913" cy="119063"/>
            </a:xfrm>
            <a:custGeom>
              <a:avLst/>
              <a:gdLst>
                <a:gd name="T0" fmla="*/ 169 w 170"/>
                <a:gd name="T1" fmla="*/ 303 h 332"/>
                <a:gd name="T2" fmla="*/ 31 w 170"/>
                <a:gd name="T3" fmla="*/ 303 h 332"/>
                <a:gd name="T4" fmla="*/ 31 w 170"/>
                <a:gd name="T5" fmla="*/ 177 h 332"/>
                <a:gd name="T6" fmla="*/ 152 w 170"/>
                <a:gd name="T7" fmla="*/ 177 h 332"/>
                <a:gd name="T8" fmla="*/ 152 w 170"/>
                <a:gd name="T9" fmla="*/ 150 h 332"/>
                <a:gd name="T10" fmla="*/ 31 w 170"/>
                <a:gd name="T11" fmla="*/ 150 h 332"/>
                <a:gd name="T12" fmla="*/ 31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1" y="303"/>
                  </a:lnTo>
                  <a:lnTo>
                    <a:pt x="31" y="177"/>
                  </a:lnTo>
                  <a:lnTo>
                    <a:pt x="152" y="177"/>
                  </a:lnTo>
                  <a:lnTo>
                    <a:pt x="152" y="150"/>
                  </a:lnTo>
                  <a:lnTo>
                    <a:pt x="31" y="150"/>
                  </a:lnTo>
                  <a:lnTo>
                    <a:pt x="31"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4" name="Freeform 497">
              <a:extLst>
                <a:ext uri="{FF2B5EF4-FFF2-40B4-BE49-F238E27FC236}">
                  <a16:creationId xmlns:a16="http://schemas.microsoft.com/office/drawing/2014/main" id="{B8AD7029-CF14-84B5-B4FB-F6E739D1B3C6}"/>
                </a:ext>
              </a:extLst>
            </p:cNvPr>
            <p:cNvSpPr>
              <a:spLocks noChangeArrowheads="1"/>
            </p:cNvSpPr>
            <p:nvPr/>
          </p:nvSpPr>
          <p:spPr bwMode="auto">
            <a:xfrm>
              <a:off x="1544638" y="814388"/>
              <a:ext cx="68262" cy="123825"/>
            </a:xfrm>
            <a:custGeom>
              <a:avLst/>
              <a:gdLst>
                <a:gd name="T0" fmla="*/ 38 w 188"/>
                <a:gd name="T1" fmla="*/ 336 h 342"/>
                <a:gd name="T2" fmla="*/ 38 w 188"/>
                <a:gd name="T3" fmla="*/ 336 h 342"/>
                <a:gd name="T4" fmla="*/ 58 w 188"/>
                <a:gd name="T5" fmla="*/ 340 h 342"/>
                <a:gd name="T6" fmla="*/ 78 w 188"/>
                <a:gd name="T7" fmla="*/ 341 h 342"/>
                <a:gd name="T8" fmla="*/ 122 w 188"/>
                <a:gd name="T9" fmla="*/ 336 h 342"/>
                <a:gd name="T10" fmla="*/ 156 w 188"/>
                <a:gd name="T11" fmla="*/ 319 h 342"/>
                <a:gd name="T12" fmla="*/ 179 w 188"/>
                <a:gd name="T13" fmla="*/ 291 h 342"/>
                <a:gd name="T14" fmla="*/ 187 w 188"/>
                <a:gd name="T15" fmla="*/ 254 h 342"/>
                <a:gd name="T16" fmla="*/ 181 w 188"/>
                <a:gd name="T17" fmla="*/ 225 h 342"/>
                <a:gd name="T18" fmla="*/ 166 w 188"/>
                <a:gd name="T19" fmla="*/ 200 h 342"/>
                <a:gd name="T20" fmla="*/ 141 w 188"/>
                <a:gd name="T21" fmla="*/ 180 h 342"/>
                <a:gd name="T22" fmla="*/ 104 w 188"/>
                <a:gd name="T23" fmla="*/ 157 h 342"/>
                <a:gd name="T24" fmla="*/ 71 w 188"/>
                <a:gd name="T25" fmla="*/ 138 h 342"/>
                <a:gd name="T26" fmla="*/ 49 w 188"/>
                <a:gd name="T27" fmla="*/ 123 h 342"/>
                <a:gd name="T28" fmla="*/ 36 w 188"/>
                <a:gd name="T29" fmla="*/ 105 h 342"/>
                <a:gd name="T30" fmla="*/ 33 w 188"/>
                <a:gd name="T31" fmla="*/ 83 h 342"/>
                <a:gd name="T32" fmla="*/ 39 w 188"/>
                <a:gd name="T33" fmla="*/ 58 h 342"/>
                <a:gd name="T34" fmla="*/ 54 w 188"/>
                <a:gd name="T35" fmla="*/ 41 h 342"/>
                <a:gd name="T36" fmla="*/ 76 w 188"/>
                <a:gd name="T37" fmla="*/ 30 h 342"/>
                <a:gd name="T38" fmla="*/ 104 w 188"/>
                <a:gd name="T39" fmla="*/ 28 h 342"/>
                <a:gd name="T40" fmla="*/ 173 w 188"/>
                <a:gd name="T41" fmla="*/ 44 h 342"/>
                <a:gd name="T42" fmla="*/ 173 w 188"/>
                <a:gd name="T43" fmla="*/ 11 h 342"/>
                <a:gd name="T44" fmla="*/ 108 w 188"/>
                <a:gd name="T45" fmla="*/ 0 h 342"/>
                <a:gd name="T46" fmla="*/ 67 w 188"/>
                <a:gd name="T47" fmla="*/ 5 h 342"/>
                <a:gd name="T48" fmla="*/ 32 w 188"/>
                <a:gd name="T49" fmla="*/ 22 h 342"/>
                <a:gd name="T50" fmla="*/ 10 w 188"/>
                <a:gd name="T51" fmla="*/ 50 h 342"/>
                <a:gd name="T52" fmla="*/ 0 w 188"/>
                <a:gd name="T53" fmla="*/ 86 h 342"/>
                <a:gd name="T54" fmla="*/ 6 w 188"/>
                <a:gd name="T55" fmla="*/ 115 h 342"/>
                <a:gd name="T56" fmla="*/ 20 w 188"/>
                <a:gd name="T57" fmla="*/ 137 h 342"/>
                <a:gd name="T58" fmla="*/ 45 w 188"/>
                <a:gd name="T59" fmla="*/ 157 h 342"/>
                <a:gd name="T60" fmla="*/ 80 w 188"/>
                <a:gd name="T61" fmla="*/ 180 h 342"/>
                <a:gd name="T62" fmla="*/ 114 w 188"/>
                <a:gd name="T63" fmla="*/ 199 h 342"/>
                <a:gd name="T64" fmla="*/ 137 w 188"/>
                <a:gd name="T65" fmla="*/ 215 h 342"/>
                <a:gd name="T66" fmla="*/ 151 w 188"/>
                <a:gd name="T67" fmla="*/ 233 h 342"/>
                <a:gd name="T68" fmla="*/ 155 w 188"/>
                <a:gd name="T69" fmla="*/ 257 h 342"/>
                <a:gd name="T70" fmla="*/ 136 w 188"/>
                <a:gd name="T71" fmla="*/ 298 h 342"/>
                <a:gd name="T72" fmla="*/ 80 w 188"/>
                <a:gd name="T73" fmla="*/ 314 h 342"/>
                <a:gd name="T74" fmla="*/ 60 w 188"/>
                <a:gd name="T75" fmla="*/ 311 h 342"/>
                <a:gd name="T76" fmla="*/ 39 w 188"/>
                <a:gd name="T77" fmla="*/ 307 h 342"/>
                <a:gd name="T78" fmla="*/ 18 w 188"/>
                <a:gd name="T79" fmla="*/ 298 h 342"/>
                <a:gd name="T80" fmla="*/ 0 w 188"/>
                <a:gd name="T81" fmla="*/ 287 h 342"/>
                <a:gd name="T82" fmla="*/ 0 w 188"/>
                <a:gd name="T83" fmla="*/ 323 h 342"/>
                <a:gd name="T84" fmla="*/ 16 w 188"/>
                <a:gd name="T85" fmla="*/ 330 h 342"/>
                <a:gd name="T86" fmla="*/ 38 w 188"/>
                <a:gd name="T87" fmla="*/ 336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8" h="342">
                  <a:moveTo>
                    <a:pt x="38" y="336"/>
                  </a:moveTo>
                  <a:lnTo>
                    <a:pt x="38" y="336"/>
                  </a:lnTo>
                  <a:cubicBezTo>
                    <a:pt x="45" y="337"/>
                    <a:pt x="51" y="338"/>
                    <a:pt x="58" y="340"/>
                  </a:cubicBezTo>
                  <a:cubicBezTo>
                    <a:pt x="67" y="340"/>
                    <a:pt x="72" y="341"/>
                    <a:pt x="78" y="341"/>
                  </a:cubicBezTo>
                  <a:cubicBezTo>
                    <a:pt x="94" y="341"/>
                    <a:pt x="108" y="338"/>
                    <a:pt x="122" y="336"/>
                  </a:cubicBezTo>
                  <a:cubicBezTo>
                    <a:pt x="134" y="331"/>
                    <a:pt x="147" y="326"/>
                    <a:pt x="156" y="319"/>
                  </a:cubicBezTo>
                  <a:cubicBezTo>
                    <a:pt x="166" y="312"/>
                    <a:pt x="173" y="302"/>
                    <a:pt x="179" y="291"/>
                  </a:cubicBezTo>
                  <a:cubicBezTo>
                    <a:pt x="184" y="280"/>
                    <a:pt x="187" y="268"/>
                    <a:pt x="187" y="254"/>
                  </a:cubicBezTo>
                  <a:cubicBezTo>
                    <a:pt x="187" y="243"/>
                    <a:pt x="185" y="233"/>
                    <a:pt x="181" y="225"/>
                  </a:cubicBezTo>
                  <a:cubicBezTo>
                    <a:pt x="179" y="217"/>
                    <a:pt x="173" y="209"/>
                    <a:pt x="166" y="200"/>
                  </a:cubicBezTo>
                  <a:cubicBezTo>
                    <a:pt x="159" y="193"/>
                    <a:pt x="151" y="186"/>
                    <a:pt x="141" y="180"/>
                  </a:cubicBezTo>
                  <a:cubicBezTo>
                    <a:pt x="130" y="173"/>
                    <a:pt x="118" y="164"/>
                    <a:pt x="104" y="157"/>
                  </a:cubicBezTo>
                  <a:cubicBezTo>
                    <a:pt x="91" y="151"/>
                    <a:pt x="80" y="144"/>
                    <a:pt x="71" y="138"/>
                  </a:cubicBezTo>
                  <a:cubicBezTo>
                    <a:pt x="62" y="134"/>
                    <a:pt x="54" y="128"/>
                    <a:pt x="49" y="123"/>
                  </a:cubicBezTo>
                  <a:cubicBezTo>
                    <a:pt x="43" y="117"/>
                    <a:pt x="39" y="110"/>
                    <a:pt x="36" y="105"/>
                  </a:cubicBezTo>
                  <a:cubicBezTo>
                    <a:pt x="35" y="98"/>
                    <a:pt x="33" y="91"/>
                    <a:pt x="33" y="83"/>
                  </a:cubicBezTo>
                  <a:cubicBezTo>
                    <a:pt x="33" y="73"/>
                    <a:pt x="35" y="65"/>
                    <a:pt x="39" y="58"/>
                  </a:cubicBezTo>
                  <a:cubicBezTo>
                    <a:pt x="42" y="52"/>
                    <a:pt x="47" y="46"/>
                    <a:pt x="54" y="41"/>
                  </a:cubicBezTo>
                  <a:cubicBezTo>
                    <a:pt x="61" y="37"/>
                    <a:pt x="68" y="33"/>
                    <a:pt x="76" y="30"/>
                  </a:cubicBezTo>
                  <a:cubicBezTo>
                    <a:pt x="86" y="29"/>
                    <a:pt x="94" y="28"/>
                    <a:pt x="104" y="28"/>
                  </a:cubicBezTo>
                  <a:cubicBezTo>
                    <a:pt x="130" y="28"/>
                    <a:pt x="154" y="33"/>
                    <a:pt x="173" y="44"/>
                  </a:cubicBezTo>
                  <a:cubicBezTo>
                    <a:pt x="173" y="11"/>
                    <a:pt x="173" y="11"/>
                    <a:pt x="173" y="11"/>
                  </a:cubicBezTo>
                  <a:cubicBezTo>
                    <a:pt x="155" y="3"/>
                    <a:pt x="134" y="0"/>
                    <a:pt x="108" y="0"/>
                  </a:cubicBezTo>
                  <a:cubicBezTo>
                    <a:pt x="93" y="0"/>
                    <a:pt x="79" y="1"/>
                    <a:pt x="67" y="5"/>
                  </a:cubicBezTo>
                  <a:cubicBezTo>
                    <a:pt x="53" y="10"/>
                    <a:pt x="42" y="15"/>
                    <a:pt x="32" y="22"/>
                  </a:cubicBezTo>
                  <a:cubicBezTo>
                    <a:pt x="22" y="30"/>
                    <a:pt x="16" y="39"/>
                    <a:pt x="10" y="50"/>
                  </a:cubicBezTo>
                  <a:cubicBezTo>
                    <a:pt x="4" y="61"/>
                    <a:pt x="0" y="72"/>
                    <a:pt x="0" y="86"/>
                  </a:cubicBezTo>
                  <a:cubicBezTo>
                    <a:pt x="0" y="97"/>
                    <a:pt x="3" y="106"/>
                    <a:pt x="6" y="115"/>
                  </a:cubicBezTo>
                  <a:cubicBezTo>
                    <a:pt x="9" y="123"/>
                    <a:pt x="13" y="130"/>
                    <a:pt x="20" y="137"/>
                  </a:cubicBezTo>
                  <a:cubicBezTo>
                    <a:pt x="25" y="144"/>
                    <a:pt x="33" y="152"/>
                    <a:pt x="45" y="157"/>
                  </a:cubicBezTo>
                  <a:cubicBezTo>
                    <a:pt x="54" y="164"/>
                    <a:pt x="67" y="173"/>
                    <a:pt x="80" y="180"/>
                  </a:cubicBezTo>
                  <a:cubicBezTo>
                    <a:pt x="93" y="186"/>
                    <a:pt x="104" y="193"/>
                    <a:pt x="114" y="199"/>
                  </a:cubicBezTo>
                  <a:cubicBezTo>
                    <a:pt x="123" y="204"/>
                    <a:pt x="130" y="210"/>
                    <a:pt x="137" y="215"/>
                  </a:cubicBezTo>
                  <a:cubicBezTo>
                    <a:pt x="143" y="221"/>
                    <a:pt x="148" y="228"/>
                    <a:pt x="151" y="233"/>
                  </a:cubicBezTo>
                  <a:cubicBezTo>
                    <a:pt x="154" y="240"/>
                    <a:pt x="155" y="249"/>
                    <a:pt x="155" y="257"/>
                  </a:cubicBezTo>
                  <a:cubicBezTo>
                    <a:pt x="155" y="275"/>
                    <a:pt x="148" y="289"/>
                    <a:pt x="136" y="298"/>
                  </a:cubicBezTo>
                  <a:cubicBezTo>
                    <a:pt x="123" y="308"/>
                    <a:pt x="105" y="314"/>
                    <a:pt x="80" y="314"/>
                  </a:cubicBezTo>
                  <a:cubicBezTo>
                    <a:pt x="74" y="314"/>
                    <a:pt x="67" y="312"/>
                    <a:pt x="60" y="311"/>
                  </a:cubicBezTo>
                  <a:cubicBezTo>
                    <a:pt x="53" y="311"/>
                    <a:pt x="46" y="308"/>
                    <a:pt x="39" y="307"/>
                  </a:cubicBezTo>
                  <a:cubicBezTo>
                    <a:pt x="32" y="304"/>
                    <a:pt x="25" y="301"/>
                    <a:pt x="18" y="298"/>
                  </a:cubicBezTo>
                  <a:cubicBezTo>
                    <a:pt x="11" y="294"/>
                    <a:pt x="6" y="291"/>
                    <a:pt x="0" y="287"/>
                  </a:cubicBezTo>
                  <a:cubicBezTo>
                    <a:pt x="0" y="323"/>
                    <a:pt x="0" y="323"/>
                    <a:pt x="0" y="323"/>
                  </a:cubicBezTo>
                  <a:cubicBezTo>
                    <a:pt x="4" y="326"/>
                    <a:pt x="10" y="327"/>
                    <a:pt x="16" y="330"/>
                  </a:cubicBezTo>
                  <a:cubicBezTo>
                    <a:pt x="22" y="333"/>
                    <a:pt x="29" y="334"/>
                    <a:pt x="38" y="33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5" name="Freeform 498">
              <a:extLst>
                <a:ext uri="{FF2B5EF4-FFF2-40B4-BE49-F238E27FC236}">
                  <a16:creationId xmlns:a16="http://schemas.microsoft.com/office/drawing/2014/main" id="{4532F677-F767-194A-FEEB-644C82F4E45A}"/>
                </a:ext>
              </a:extLst>
            </p:cNvPr>
            <p:cNvSpPr>
              <a:spLocks noChangeArrowheads="1"/>
            </p:cNvSpPr>
            <p:nvPr/>
          </p:nvSpPr>
          <p:spPr bwMode="auto">
            <a:xfrm>
              <a:off x="1682750" y="815975"/>
              <a:ext cx="58738" cy="119063"/>
            </a:xfrm>
            <a:custGeom>
              <a:avLst/>
              <a:gdLst>
                <a:gd name="T0" fmla="*/ 163 w 164"/>
                <a:gd name="T1" fmla="*/ 303 h 332"/>
                <a:gd name="T2" fmla="*/ 31 w 164"/>
                <a:gd name="T3" fmla="*/ 303 h 332"/>
                <a:gd name="T4" fmla="*/ 31 w 164"/>
                <a:gd name="T5" fmla="*/ 0 h 332"/>
                <a:gd name="T6" fmla="*/ 0 w 164"/>
                <a:gd name="T7" fmla="*/ 0 h 332"/>
                <a:gd name="T8" fmla="*/ 0 w 164"/>
                <a:gd name="T9" fmla="*/ 331 h 332"/>
                <a:gd name="T10" fmla="*/ 163 w 164"/>
                <a:gd name="T11" fmla="*/ 331 h 332"/>
                <a:gd name="T12" fmla="*/ 163 w 164"/>
                <a:gd name="T13" fmla="*/ 303 h 332"/>
              </a:gdLst>
              <a:ahLst/>
              <a:cxnLst>
                <a:cxn ang="0">
                  <a:pos x="T0" y="T1"/>
                </a:cxn>
                <a:cxn ang="0">
                  <a:pos x="T2" y="T3"/>
                </a:cxn>
                <a:cxn ang="0">
                  <a:pos x="T4" y="T5"/>
                </a:cxn>
                <a:cxn ang="0">
                  <a:pos x="T6" y="T7"/>
                </a:cxn>
                <a:cxn ang="0">
                  <a:pos x="T8" y="T9"/>
                </a:cxn>
                <a:cxn ang="0">
                  <a:pos x="T10" y="T11"/>
                </a:cxn>
                <a:cxn ang="0">
                  <a:pos x="T12" y="T13"/>
                </a:cxn>
              </a:cxnLst>
              <a:rect l="0" t="0" r="r" b="b"/>
              <a:pathLst>
                <a:path w="164" h="332">
                  <a:moveTo>
                    <a:pt x="163" y="303"/>
                  </a:moveTo>
                  <a:lnTo>
                    <a:pt x="31" y="303"/>
                  </a:lnTo>
                  <a:lnTo>
                    <a:pt x="31" y="0"/>
                  </a:lnTo>
                  <a:lnTo>
                    <a:pt x="0" y="0"/>
                  </a:lnTo>
                  <a:lnTo>
                    <a:pt x="0" y="331"/>
                  </a:lnTo>
                  <a:lnTo>
                    <a:pt x="163" y="331"/>
                  </a:lnTo>
                  <a:lnTo>
                    <a:pt x="163"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6" name="Freeform 499">
              <a:extLst>
                <a:ext uri="{FF2B5EF4-FFF2-40B4-BE49-F238E27FC236}">
                  <a16:creationId xmlns:a16="http://schemas.microsoft.com/office/drawing/2014/main" id="{930750BD-508F-20B8-8D61-F2B2DBAF696D}"/>
                </a:ext>
              </a:extLst>
            </p:cNvPr>
            <p:cNvSpPr>
              <a:spLocks noChangeArrowheads="1"/>
            </p:cNvSpPr>
            <p:nvPr/>
          </p:nvSpPr>
          <p:spPr bwMode="auto">
            <a:xfrm>
              <a:off x="1760538" y="815975"/>
              <a:ext cx="11112" cy="119063"/>
            </a:xfrm>
            <a:custGeom>
              <a:avLst/>
              <a:gdLst>
                <a:gd name="T0" fmla="*/ 31 w 32"/>
                <a:gd name="T1" fmla="*/ 0 h 332"/>
                <a:gd name="T2" fmla="*/ 0 w 32"/>
                <a:gd name="T3" fmla="*/ 0 h 332"/>
                <a:gd name="T4" fmla="*/ 0 w 32"/>
                <a:gd name="T5" fmla="*/ 331 h 332"/>
                <a:gd name="T6" fmla="*/ 31 w 32"/>
                <a:gd name="T7" fmla="*/ 331 h 332"/>
                <a:gd name="T8" fmla="*/ 31 w 32"/>
                <a:gd name="T9" fmla="*/ 0 h 332"/>
              </a:gdLst>
              <a:ahLst/>
              <a:cxnLst>
                <a:cxn ang="0">
                  <a:pos x="T0" y="T1"/>
                </a:cxn>
                <a:cxn ang="0">
                  <a:pos x="T2" y="T3"/>
                </a:cxn>
                <a:cxn ang="0">
                  <a:pos x="T4" y="T5"/>
                </a:cxn>
                <a:cxn ang="0">
                  <a:pos x="T6" y="T7"/>
                </a:cxn>
                <a:cxn ang="0">
                  <a:pos x="T8" y="T9"/>
                </a:cxn>
              </a:cxnLst>
              <a:rect l="0" t="0" r="r" b="b"/>
              <a:pathLst>
                <a:path w="32" h="332">
                  <a:moveTo>
                    <a:pt x="31" y="0"/>
                  </a:moveTo>
                  <a:lnTo>
                    <a:pt x="0" y="0"/>
                  </a:lnTo>
                  <a:lnTo>
                    <a:pt x="0" y="331"/>
                  </a:lnTo>
                  <a:lnTo>
                    <a:pt x="31" y="331"/>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7" name="Freeform 500">
              <a:extLst>
                <a:ext uri="{FF2B5EF4-FFF2-40B4-BE49-F238E27FC236}">
                  <a16:creationId xmlns:a16="http://schemas.microsoft.com/office/drawing/2014/main" id="{B5479A4B-15F1-1C7F-8C77-77678C96427E}"/>
                </a:ext>
              </a:extLst>
            </p:cNvPr>
            <p:cNvSpPr>
              <a:spLocks noChangeArrowheads="1"/>
            </p:cNvSpPr>
            <p:nvPr/>
          </p:nvSpPr>
          <p:spPr bwMode="auto">
            <a:xfrm>
              <a:off x="1803400" y="815975"/>
              <a:ext cx="93663" cy="119063"/>
            </a:xfrm>
            <a:custGeom>
              <a:avLst/>
              <a:gdLst>
                <a:gd name="T0" fmla="*/ 226 w 258"/>
                <a:gd name="T1" fmla="*/ 245 h 332"/>
                <a:gd name="T2" fmla="*/ 226 w 258"/>
                <a:gd name="T3" fmla="*/ 245 h 332"/>
                <a:gd name="T4" fmla="*/ 226 w 258"/>
                <a:gd name="T5" fmla="*/ 267 h 332"/>
                <a:gd name="T6" fmla="*/ 228 w 258"/>
                <a:gd name="T7" fmla="*/ 284 h 332"/>
                <a:gd name="T8" fmla="*/ 228 w 258"/>
                <a:gd name="T9" fmla="*/ 284 h 332"/>
                <a:gd name="T10" fmla="*/ 221 w 258"/>
                <a:gd name="T11" fmla="*/ 274 h 332"/>
                <a:gd name="T12" fmla="*/ 214 w 258"/>
                <a:gd name="T13" fmla="*/ 262 h 332"/>
                <a:gd name="T14" fmla="*/ 33 w 258"/>
                <a:gd name="T15" fmla="*/ 0 h 332"/>
                <a:gd name="T16" fmla="*/ 0 w 258"/>
                <a:gd name="T17" fmla="*/ 0 h 332"/>
                <a:gd name="T18" fmla="*/ 0 w 258"/>
                <a:gd name="T19" fmla="*/ 331 h 332"/>
                <a:gd name="T20" fmla="*/ 30 w 258"/>
                <a:gd name="T21" fmla="*/ 331 h 332"/>
                <a:gd name="T22" fmla="*/ 30 w 258"/>
                <a:gd name="T23" fmla="*/ 75 h 332"/>
                <a:gd name="T24" fmla="*/ 30 w 258"/>
                <a:gd name="T25" fmla="*/ 56 h 332"/>
                <a:gd name="T26" fmla="*/ 29 w 258"/>
                <a:gd name="T27" fmla="*/ 45 h 332"/>
                <a:gd name="T28" fmla="*/ 30 w 258"/>
                <a:gd name="T29" fmla="*/ 45 h 332"/>
                <a:gd name="T30" fmla="*/ 36 w 258"/>
                <a:gd name="T31" fmla="*/ 54 h 332"/>
                <a:gd name="T32" fmla="*/ 43 w 258"/>
                <a:gd name="T33" fmla="*/ 65 h 332"/>
                <a:gd name="T34" fmla="*/ 225 w 258"/>
                <a:gd name="T35" fmla="*/ 331 h 332"/>
                <a:gd name="T36" fmla="*/ 257 w 258"/>
                <a:gd name="T37" fmla="*/ 331 h 332"/>
                <a:gd name="T38" fmla="*/ 257 w 258"/>
                <a:gd name="T39" fmla="*/ 0 h 332"/>
                <a:gd name="T40" fmla="*/ 226 w 258"/>
                <a:gd name="T41" fmla="*/ 0 h 332"/>
                <a:gd name="T42" fmla="*/ 226 w 258"/>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8" h="332">
                  <a:moveTo>
                    <a:pt x="226" y="245"/>
                  </a:moveTo>
                  <a:lnTo>
                    <a:pt x="226" y="245"/>
                  </a:lnTo>
                  <a:cubicBezTo>
                    <a:pt x="226" y="253"/>
                    <a:pt x="226" y="260"/>
                    <a:pt x="226" y="267"/>
                  </a:cubicBezTo>
                  <a:cubicBezTo>
                    <a:pt x="228" y="273"/>
                    <a:pt x="228" y="278"/>
                    <a:pt x="228" y="284"/>
                  </a:cubicBezTo>
                  <a:lnTo>
                    <a:pt x="228" y="284"/>
                  </a:lnTo>
                  <a:cubicBezTo>
                    <a:pt x="225" y="281"/>
                    <a:pt x="224" y="277"/>
                    <a:pt x="221" y="274"/>
                  </a:cubicBezTo>
                  <a:cubicBezTo>
                    <a:pt x="220" y="270"/>
                    <a:pt x="217"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30" y="52"/>
                    <a:pt x="29" y="47"/>
                    <a:pt x="29" y="45"/>
                  </a:cubicBezTo>
                  <a:cubicBezTo>
                    <a:pt x="30" y="45"/>
                    <a:pt x="30" y="45"/>
                    <a:pt x="30" y="45"/>
                  </a:cubicBezTo>
                  <a:cubicBezTo>
                    <a:pt x="32" y="47"/>
                    <a:pt x="33" y="52"/>
                    <a:pt x="36" y="54"/>
                  </a:cubicBezTo>
                  <a:cubicBezTo>
                    <a:pt x="37" y="58"/>
                    <a:pt x="40" y="61"/>
                    <a:pt x="43" y="65"/>
                  </a:cubicBezTo>
                  <a:cubicBezTo>
                    <a:pt x="225" y="331"/>
                    <a:pt x="225" y="331"/>
                    <a:pt x="225" y="331"/>
                  </a:cubicBezTo>
                  <a:cubicBezTo>
                    <a:pt x="257" y="331"/>
                    <a:pt x="257" y="331"/>
                    <a:pt x="257" y="331"/>
                  </a:cubicBezTo>
                  <a:cubicBezTo>
                    <a:pt x="257" y="0"/>
                    <a:pt x="257" y="0"/>
                    <a:pt x="257"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8" name="Freeform 501">
              <a:extLst>
                <a:ext uri="{FF2B5EF4-FFF2-40B4-BE49-F238E27FC236}">
                  <a16:creationId xmlns:a16="http://schemas.microsoft.com/office/drawing/2014/main" id="{6FBFE9FF-F477-C394-7111-85C1EBE8E851}"/>
                </a:ext>
              </a:extLst>
            </p:cNvPr>
            <p:cNvSpPr>
              <a:spLocks noChangeArrowheads="1"/>
            </p:cNvSpPr>
            <p:nvPr/>
          </p:nvSpPr>
          <p:spPr bwMode="auto">
            <a:xfrm>
              <a:off x="1925638" y="815975"/>
              <a:ext cx="61912" cy="119063"/>
            </a:xfrm>
            <a:custGeom>
              <a:avLst/>
              <a:gdLst>
                <a:gd name="T0" fmla="*/ 169 w 170"/>
                <a:gd name="T1" fmla="*/ 303 h 332"/>
                <a:gd name="T2" fmla="*/ 32 w 170"/>
                <a:gd name="T3" fmla="*/ 303 h 332"/>
                <a:gd name="T4" fmla="*/ 32 w 170"/>
                <a:gd name="T5" fmla="*/ 177 h 332"/>
                <a:gd name="T6" fmla="*/ 152 w 170"/>
                <a:gd name="T7" fmla="*/ 177 h 332"/>
                <a:gd name="T8" fmla="*/ 152 w 170"/>
                <a:gd name="T9" fmla="*/ 150 h 332"/>
                <a:gd name="T10" fmla="*/ 32 w 170"/>
                <a:gd name="T11" fmla="*/ 150 h 332"/>
                <a:gd name="T12" fmla="*/ 32 w 170"/>
                <a:gd name="T13" fmla="*/ 28 h 332"/>
                <a:gd name="T14" fmla="*/ 162 w 170"/>
                <a:gd name="T15" fmla="*/ 28 h 332"/>
                <a:gd name="T16" fmla="*/ 162 w 170"/>
                <a:gd name="T17" fmla="*/ 0 h 332"/>
                <a:gd name="T18" fmla="*/ 0 w 170"/>
                <a:gd name="T19" fmla="*/ 0 h 332"/>
                <a:gd name="T20" fmla="*/ 0 w 170"/>
                <a:gd name="T21" fmla="*/ 331 h 332"/>
                <a:gd name="T22" fmla="*/ 169 w 170"/>
                <a:gd name="T23" fmla="*/ 331 h 332"/>
                <a:gd name="T24" fmla="*/ 169 w 170"/>
                <a:gd name="T25" fmla="*/ 303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70" h="332">
                  <a:moveTo>
                    <a:pt x="169" y="303"/>
                  </a:moveTo>
                  <a:lnTo>
                    <a:pt x="32" y="303"/>
                  </a:lnTo>
                  <a:lnTo>
                    <a:pt x="32" y="177"/>
                  </a:lnTo>
                  <a:lnTo>
                    <a:pt x="152" y="177"/>
                  </a:lnTo>
                  <a:lnTo>
                    <a:pt x="152" y="150"/>
                  </a:lnTo>
                  <a:lnTo>
                    <a:pt x="32" y="150"/>
                  </a:lnTo>
                  <a:lnTo>
                    <a:pt x="32" y="28"/>
                  </a:lnTo>
                  <a:lnTo>
                    <a:pt x="162" y="28"/>
                  </a:lnTo>
                  <a:lnTo>
                    <a:pt x="162" y="0"/>
                  </a:lnTo>
                  <a:lnTo>
                    <a:pt x="0" y="0"/>
                  </a:lnTo>
                  <a:lnTo>
                    <a:pt x="0" y="331"/>
                  </a:lnTo>
                  <a:lnTo>
                    <a:pt x="169" y="331"/>
                  </a:lnTo>
                  <a:lnTo>
                    <a:pt x="169" y="3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09" name="Freeform 502">
              <a:extLst>
                <a:ext uri="{FF2B5EF4-FFF2-40B4-BE49-F238E27FC236}">
                  <a16:creationId xmlns:a16="http://schemas.microsoft.com/office/drawing/2014/main" id="{6E972447-5CB8-1675-5FC6-4933EE5C6683}"/>
                </a:ext>
              </a:extLst>
            </p:cNvPr>
            <p:cNvSpPr>
              <a:spLocks noChangeArrowheads="1"/>
            </p:cNvSpPr>
            <p:nvPr/>
          </p:nvSpPr>
          <p:spPr bwMode="auto">
            <a:xfrm>
              <a:off x="2058988" y="815975"/>
              <a:ext cx="11112" cy="119063"/>
            </a:xfrm>
            <a:custGeom>
              <a:avLst/>
              <a:gdLst>
                <a:gd name="T0" fmla="*/ 30 w 31"/>
                <a:gd name="T1" fmla="*/ 0 h 332"/>
                <a:gd name="T2" fmla="*/ 0 w 31"/>
                <a:gd name="T3" fmla="*/ 0 h 332"/>
                <a:gd name="T4" fmla="*/ 0 w 31"/>
                <a:gd name="T5" fmla="*/ 331 h 332"/>
                <a:gd name="T6" fmla="*/ 30 w 31"/>
                <a:gd name="T7" fmla="*/ 331 h 332"/>
                <a:gd name="T8" fmla="*/ 30 w 31"/>
                <a:gd name="T9" fmla="*/ 0 h 332"/>
              </a:gdLst>
              <a:ahLst/>
              <a:cxnLst>
                <a:cxn ang="0">
                  <a:pos x="T0" y="T1"/>
                </a:cxn>
                <a:cxn ang="0">
                  <a:pos x="T2" y="T3"/>
                </a:cxn>
                <a:cxn ang="0">
                  <a:pos x="T4" y="T5"/>
                </a:cxn>
                <a:cxn ang="0">
                  <a:pos x="T6" y="T7"/>
                </a:cxn>
                <a:cxn ang="0">
                  <a:pos x="T8" y="T9"/>
                </a:cxn>
              </a:cxnLst>
              <a:rect l="0" t="0" r="r" b="b"/>
              <a:pathLst>
                <a:path w="31" h="332">
                  <a:moveTo>
                    <a:pt x="30" y="0"/>
                  </a:moveTo>
                  <a:lnTo>
                    <a:pt x="0" y="0"/>
                  </a:lnTo>
                  <a:lnTo>
                    <a:pt x="0" y="331"/>
                  </a:lnTo>
                  <a:lnTo>
                    <a:pt x="30" y="331"/>
                  </a:lnTo>
                  <a:lnTo>
                    <a:pt x="3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0" name="Freeform 503">
              <a:extLst>
                <a:ext uri="{FF2B5EF4-FFF2-40B4-BE49-F238E27FC236}">
                  <a16:creationId xmlns:a16="http://schemas.microsoft.com/office/drawing/2014/main" id="{14A3E447-FBAD-F192-2A2A-02F066ED2688}"/>
                </a:ext>
              </a:extLst>
            </p:cNvPr>
            <p:cNvSpPr>
              <a:spLocks noChangeArrowheads="1"/>
            </p:cNvSpPr>
            <p:nvPr/>
          </p:nvSpPr>
          <p:spPr bwMode="auto">
            <a:xfrm>
              <a:off x="2093913" y="814388"/>
              <a:ext cx="87312" cy="123825"/>
            </a:xfrm>
            <a:custGeom>
              <a:avLst/>
              <a:gdLst>
                <a:gd name="T0" fmla="*/ 41 w 242"/>
                <a:gd name="T1" fmla="*/ 294 h 342"/>
                <a:gd name="T2" fmla="*/ 41 w 242"/>
                <a:gd name="T3" fmla="*/ 294 h 342"/>
                <a:gd name="T4" fmla="*/ 89 w 242"/>
                <a:gd name="T5" fmla="*/ 329 h 342"/>
                <a:gd name="T6" fmla="*/ 153 w 242"/>
                <a:gd name="T7" fmla="*/ 341 h 342"/>
                <a:gd name="T8" fmla="*/ 241 w 242"/>
                <a:gd name="T9" fmla="*/ 323 h 342"/>
                <a:gd name="T10" fmla="*/ 241 w 242"/>
                <a:gd name="T11" fmla="*/ 293 h 342"/>
                <a:gd name="T12" fmla="*/ 157 w 242"/>
                <a:gd name="T13" fmla="*/ 314 h 342"/>
                <a:gd name="T14" fmla="*/ 102 w 242"/>
                <a:gd name="T15" fmla="*/ 302 h 342"/>
                <a:gd name="T16" fmla="*/ 63 w 242"/>
                <a:gd name="T17" fmla="*/ 272 h 342"/>
                <a:gd name="T18" fmla="*/ 40 w 242"/>
                <a:gd name="T19" fmla="*/ 228 h 342"/>
                <a:gd name="T20" fmla="*/ 31 w 242"/>
                <a:gd name="T21" fmla="*/ 174 h 342"/>
                <a:gd name="T22" fmla="*/ 40 w 242"/>
                <a:gd name="T23" fmla="*/ 116 h 342"/>
                <a:gd name="T24" fmla="*/ 66 w 242"/>
                <a:gd name="T25" fmla="*/ 69 h 342"/>
                <a:gd name="T26" fmla="*/ 109 w 242"/>
                <a:gd name="T27" fmla="*/ 39 h 342"/>
                <a:gd name="T28" fmla="*/ 165 w 242"/>
                <a:gd name="T29" fmla="*/ 28 h 342"/>
                <a:gd name="T30" fmla="*/ 241 w 242"/>
                <a:gd name="T31" fmla="*/ 46 h 342"/>
                <a:gd name="T32" fmla="*/ 241 w 242"/>
                <a:gd name="T33" fmla="*/ 12 h 342"/>
                <a:gd name="T34" fmla="*/ 165 w 242"/>
                <a:gd name="T35" fmla="*/ 0 h 342"/>
                <a:gd name="T36" fmla="*/ 96 w 242"/>
                <a:gd name="T37" fmla="*/ 14 h 342"/>
                <a:gd name="T38" fmla="*/ 44 w 242"/>
                <a:gd name="T39" fmla="*/ 51 h 342"/>
                <a:gd name="T40" fmla="*/ 11 w 242"/>
                <a:gd name="T41" fmla="*/ 106 h 342"/>
                <a:gd name="T42" fmla="*/ 0 w 242"/>
                <a:gd name="T43" fmla="*/ 177 h 342"/>
                <a:gd name="T44" fmla="*/ 11 w 242"/>
                <a:gd name="T45" fmla="*/ 243 h 342"/>
                <a:gd name="T46" fmla="*/ 41 w 242"/>
                <a:gd name="T47" fmla="*/ 294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42" h="342">
                  <a:moveTo>
                    <a:pt x="41" y="294"/>
                  </a:moveTo>
                  <a:lnTo>
                    <a:pt x="41" y="294"/>
                  </a:lnTo>
                  <a:cubicBezTo>
                    <a:pt x="55" y="309"/>
                    <a:pt x="71" y="320"/>
                    <a:pt x="89" y="329"/>
                  </a:cubicBezTo>
                  <a:cubicBezTo>
                    <a:pt x="109" y="337"/>
                    <a:pt x="131" y="341"/>
                    <a:pt x="153" y="341"/>
                  </a:cubicBezTo>
                  <a:cubicBezTo>
                    <a:pt x="186" y="341"/>
                    <a:pt x="215" y="336"/>
                    <a:pt x="241" y="323"/>
                  </a:cubicBezTo>
                  <a:cubicBezTo>
                    <a:pt x="241" y="293"/>
                    <a:pt x="241" y="293"/>
                    <a:pt x="241" y="293"/>
                  </a:cubicBezTo>
                  <a:cubicBezTo>
                    <a:pt x="216" y="307"/>
                    <a:pt x="189" y="314"/>
                    <a:pt x="157" y="314"/>
                  </a:cubicBezTo>
                  <a:cubicBezTo>
                    <a:pt x="136" y="314"/>
                    <a:pt x="118" y="309"/>
                    <a:pt x="102" y="302"/>
                  </a:cubicBezTo>
                  <a:cubicBezTo>
                    <a:pt x="87" y="294"/>
                    <a:pt x="74" y="284"/>
                    <a:pt x="63" y="272"/>
                  </a:cubicBezTo>
                  <a:cubicBezTo>
                    <a:pt x="52" y="260"/>
                    <a:pt x="45" y="244"/>
                    <a:pt x="40" y="228"/>
                  </a:cubicBezTo>
                  <a:cubicBezTo>
                    <a:pt x="34" y="211"/>
                    <a:pt x="31" y="193"/>
                    <a:pt x="31" y="174"/>
                  </a:cubicBezTo>
                  <a:cubicBezTo>
                    <a:pt x="31" y="153"/>
                    <a:pt x="34" y="134"/>
                    <a:pt x="40" y="116"/>
                  </a:cubicBezTo>
                  <a:cubicBezTo>
                    <a:pt x="47" y="98"/>
                    <a:pt x="55" y="83"/>
                    <a:pt x="66" y="69"/>
                  </a:cubicBezTo>
                  <a:cubicBezTo>
                    <a:pt x="78" y="57"/>
                    <a:pt x="92" y="46"/>
                    <a:pt x="109" y="39"/>
                  </a:cubicBezTo>
                  <a:cubicBezTo>
                    <a:pt x="125" y="32"/>
                    <a:pt x="143" y="28"/>
                    <a:pt x="165" y="28"/>
                  </a:cubicBezTo>
                  <a:cubicBezTo>
                    <a:pt x="192" y="28"/>
                    <a:pt x="218" y="33"/>
                    <a:pt x="241" y="46"/>
                  </a:cubicBezTo>
                  <a:cubicBezTo>
                    <a:pt x="241" y="12"/>
                    <a:pt x="241" y="12"/>
                    <a:pt x="241" y="12"/>
                  </a:cubicBezTo>
                  <a:cubicBezTo>
                    <a:pt x="219" y="4"/>
                    <a:pt x="193" y="0"/>
                    <a:pt x="165" y="0"/>
                  </a:cubicBezTo>
                  <a:cubicBezTo>
                    <a:pt x="140" y="0"/>
                    <a:pt x="117" y="4"/>
                    <a:pt x="96" y="14"/>
                  </a:cubicBezTo>
                  <a:cubicBezTo>
                    <a:pt x="76" y="22"/>
                    <a:pt x="59" y="34"/>
                    <a:pt x="44" y="51"/>
                  </a:cubicBezTo>
                  <a:cubicBezTo>
                    <a:pt x="30" y="66"/>
                    <a:pt x="19" y="86"/>
                    <a:pt x="11" y="106"/>
                  </a:cubicBezTo>
                  <a:cubicBezTo>
                    <a:pt x="4" y="128"/>
                    <a:pt x="0" y="152"/>
                    <a:pt x="0" y="177"/>
                  </a:cubicBezTo>
                  <a:cubicBezTo>
                    <a:pt x="0" y="200"/>
                    <a:pt x="2" y="222"/>
                    <a:pt x="11" y="243"/>
                  </a:cubicBezTo>
                  <a:cubicBezTo>
                    <a:pt x="18" y="262"/>
                    <a:pt x="27" y="280"/>
                    <a:pt x="41" y="2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1" name="Freeform 504">
              <a:extLst>
                <a:ext uri="{FF2B5EF4-FFF2-40B4-BE49-F238E27FC236}">
                  <a16:creationId xmlns:a16="http://schemas.microsoft.com/office/drawing/2014/main" id="{65D0026F-74E5-9828-D8C2-90991AD3C48E}"/>
                </a:ext>
              </a:extLst>
            </p:cNvPr>
            <p:cNvSpPr>
              <a:spLocks noChangeArrowheads="1"/>
            </p:cNvSpPr>
            <p:nvPr/>
          </p:nvSpPr>
          <p:spPr bwMode="auto">
            <a:xfrm>
              <a:off x="2197100" y="814388"/>
              <a:ext cx="112713" cy="123825"/>
            </a:xfrm>
            <a:custGeom>
              <a:avLst/>
              <a:gdLst>
                <a:gd name="T0" fmla="*/ 42 w 312"/>
                <a:gd name="T1" fmla="*/ 293 h 342"/>
                <a:gd name="T2" fmla="*/ 42 w 312"/>
                <a:gd name="T3" fmla="*/ 293 h 342"/>
                <a:gd name="T4" fmla="*/ 90 w 312"/>
                <a:gd name="T5" fmla="*/ 327 h 342"/>
                <a:gd name="T6" fmla="*/ 154 w 312"/>
                <a:gd name="T7" fmla="*/ 341 h 342"/>
                <a:gd name="T8" fmla="*/ 221 w 312"/>
                <a:gd name="T9" fmla="*/ 327 h 342"/>
                <a:gd name="T10" fmla="*/ 271 w 312"/>
                <a:gd name="T11" fmla="*/ 291 h 342"/>
                <a:gd name="T12" fmla="*/ 300 w 312"/>
                <a:gd name="T13" fmla="*/ 235 h 342"/>
                <a:gd name="T14" fmla="*/ 311 w 312"/>
                <a:gd name="T15" fmla="*/ 166 h 342"/>
                <a:gd name="T16" fmla="*/ 300 w 312"/>
                <a:gd name="T17" fmla="*/ 99 h 342"/>
                <a:gd name="T18" fmla="*/ 270 w 312"/>
                <a:gd name="T19" fmla="*/ 47 h 342"/>
                <a:gd name="T20" fmla="*/ 223 w 312"/>
                <a:gd name="T21" fmla="*/ 12 h 342"/>
                <a:gd name="T22" fmla="*/ 161 w 312"/>
                <a:gd name="T23" fmla="*/ 0 h 342"/>
                <a:gd name="T24" fmla="*/ 93 w 312"/>
                <a:gd name="T25" fmla="*/ 12 h 342"/>
                <a:gd name="T26" fmla="*/ 42 w 312"/>
                <a:gd name="T27" fmla="*/ 48 h 342"/>
                <a:gd name="T28" fmla="*/ 12 w 312"/>
                <a:gd name="T29" fmla="*/ 104 h 342"/>
                <a:gd name="T30" fmla="*/ 0 w 312"/>
                <a:gd name="T31" fmla="*/ 174 h 342"/>
                <a:gd name="T32" fmla="*/ 12 w 312"/>
                <a:gd name="T33" fmla="*/ 239 h 342"/>
                <a:gd name="T34" fmla="*/ 42 w 312"/>
                <a:gd name="T35" fmla="*/ 293 h 342"/>
                <a:gd name="T36" fmla="*/ 41 w 312"/>
                <a:gd name="T37" fmla="*/ 115 h 342"/>
                <a:gd name="T38" fmla="*/ 41 w 312"/>
                <a:gd name="T39" fmla="*/ 115 h 342"/>
                <a:gd name="T40" fmla="*/ 65 w 312"/>
                <a:gd name="T41" fmla="*/ 69 h 342"/>
                <a:gd name="T42" fmla="*/ 104 w 312"/>
                <a:gd name="T43" fmla="*/ 39 h 342"/>
                <a:gd name="T44" fmla="*/ 157 w 312"/>
                <a:gd name="T45" fmla="*/ 28 h 342"/>
                <a:gd name="T46" fmla="*/ 212 w 312"/>
                <a:gd name="T47" fmla="*/ 39 h 342"/>
                <a:gd name="T48" fmla="*/ 250 w 312"/>
                <a:gd name="T49" fmla="*/ 69 h 342"/>
                <a:gd name="T50" fmla="*/ 273 w 312"/>
                <a:gd name="T51" fmla="*/ 115 h 342"/>
                <a:gd name="T52" fmla="*/ 279 w 312"/>
                <a:gd name="T53" fmla="*/ 170 h 342"/>
                <a:gd name="T54" fmla="*/ 271 w 312"/>
                <a:gd name="T55" fmla="*/ 228 h 342"/>
                <a:gd name="T56" fmla="*/ 248 w 312"/>
                <a:gd name="T57" fmla="*/ 272 h 342"/>
                <a:gd name="T58" fmla="*/ 209 w 312"/>
                <a:gd name="T59" fmla="*/ 302 h 342"/>
                <a:gd name="T60" fmla="*/ 154 w 312"/>
                <a:gd name="T61" fmla="*/ 314 h 342"/>
                <a:gd name="T62" fmla="*/ 100 w 312"/>
                <a:gd name="T63" fmla="*/ 301 h 342"/>
                <a:gd name="T64" fmla="*/ 63 w 312"/>
                <a:gd name="T65" fmla="*/ 269 h 342"/>
                <a:gd name="T66" fmla="*/ 39 w 312"/>
                <a:gd name="T67" fmla="*/ 225 h 342"/>
                <a:gd name="T68" fmla="*/ 32 w 312"/>
                <a:gd name="T69" fmla="*/ 171 h 342"/>
                <a:gd name="T70" fmla="*/ 41 w 312"/>
                <a:gd name="T71" fmla="*/ 115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12" h="342">
                  <a:moveTo>
                    <a:pt x="42" y="293"/>
                  </a:moveTo>
                  <a:lnTo>
                    <a:pt x="42" y="293"/>
                  </a:lnTo>
                  <a:cubicBezTo>
                    <a:pt x="54" y="308"/>
                    <a:pt x="71" y="319"/>
                    <a:pt x="90" y="327"/>
                  </a:cubicBezTo>
                  <a:cubicBezTo>
                    <a:pt x="110" y="337"/>
                    <a:pt x="130" y="341"/>
                    <a:pt x="154" y="341"/>
                  </a:cubicBezTo>
                  <a:cubicBezTo>
                    <a:pt x="180" y="341"/>
                    <a:pt x="202" y="337"/>
                    <a:pt x="221" y="327"/>
                  </a:cubicBezTo>
                  <a:cubicBezTo>
                    <a:pt x="241" y="319"/>
                    <a:pt x="257" y="307"/>
                    <a:pt x="271" y="291"/>
                  </a:cubicBezTo>
                  <a:cubicBezTo>
                    <a:pt x="284" y="275"/>
                    <a:pt x="293" y="257"/>
                    <a:pt x="300" y="235"/>
                  </a:cubicBezTo>
                  <a:cubicBezTo>
                    <a:pt x="307" y="214"/>
                    <a:pt x="311" y="191"/>
                    <a:pt x="311" y="166"/>
                  </a:cubicBezTo>
                  <a:cubicBezTo>
                    <a:pt x="311" y="142"/>
                    <a:pt x="307" y="120"/>
                    <a:pt x="300" y="99"/>
                  </a:cubicBezTo>
                  <a:cubicBezTo>
                    <a:pt x="293" y="79"/>
                    <a:pt x="284" y="62"/>
                    <a:pt x="270" y="47"/>
                  </a:cubicBezTo>
                  <a:cubicBezTo>
                    <a:pt x="257" y="32"/>
                    <a:pt x="242" y="21"/>
                    <a:pt x="223" y="12"/>
                  </a:cubicBezTo>
                  <a:cubicBezTo>
                    <a:pt x="205" y="4"/>
                    <a:pt x="184" y="0"/>
                    <a:pt x="161" y="0"/>
                  </a:cubicBezTo>
                  <a:cubicBezTo>
                    <a:pt x="134" y="0"/>
                    <a:pt x="112" y="4"/>
                    <a:pt x="93" y="12"/>
                  </a:cubicBezTo>
                  <a:cubicBezTo>
                    <a:pt x="72" y="21"/>
                    <a:pt x="56" y="33"/>
                    <a:pt x="42" y="48"/>
                  </a:cubicBezTo>
                  <a:cubicBezTo>
                    <a:pt x="28" y="63"/>
                    <a:pt x="18" y="81"/>
                    <a:pt x="12" y="104"/>
                  </a:cubicBezTo>
                  <a:cubicBezTo>
                    <a:pt x="5" y="124"/>
                    <a:pt x="0" y="148"/>
                    <a:pt x="0" y="174"/>
                  </a:cubicBezTo>
                  <a:cubicBezTo>
                    <a:pt x="0" y="197"/>
                    <a:pt x="5" y="220"/>
                    <a:pt x="12" y="239"/>
                  </a:cubicBezTo>
                  <a:cubicBezTo>
                    <a:pt x="18" y="260"/>
                    <a:pt x="28" y="278"/>
                    <a:pt x="42" y="293"/>
                  </a:cubicBezTo>
                  <a:close/>
                  <a:moveTo>
                    <a:pt x="41" y="115"/>
                  </a:moveTo>
                  <a:lnTo>
                    <a:pt x="41" y="115"/>
                  </a:lnTo>
                  <a:cubicBezTo>
                    <a:pt x="46" y="98"/>
                    <a:pt x="54" y="83"/>
                    <a:pt x="65" y="69"/>
                  </a:cubicBezTo>
                  <a:cubicBezTo>
                    <a:pt x="75" y="57"/>
                    <a:pt x="89" y="47"/>
                    <a:pt x="104" y="39"/>
                  </a:cubicBezTo>
                  <a:cubicBezTo>
                    <a:pt x="119" y="32"/>
                    <a:pt x="137" y="28"/>
                    <a:pt x="157" y="28"/>
                  </a:cubicBezTo>
                  <a:cubicBezTo>
                    <a:pt x="179" y="28"/>
                    <a:pt x="197" y="32"/>
                    <a:pt x="212" y="39"/>
                  </a:cubicBezTo>
                  <a:cubicBezTo>
                    <a:pt x="227" y="47"/>
                    <a:pt x="241" y="57"/>
                    <a:pt x="250" y="69"/>
                  </a:cubicBezTo>
                  <a:cubicBezTo>
                    <a:pt x="260" y="83"/>
                    <a:pt x="267" y="98"/>
                    <a:pt x="273" y="115"/>
                  </a:cubicBezTo>
                  <a:cubicBezTo>
                    <a:pt x="277" y="133"/>
                    <a:pt x="279" y="151"/>
                    <a:pt x="279" y="170"/>
                  </a:cubicBezTo>
                  <a:cubicBezTo>
                    <a:pt x="279" y="191"/>
                    <a:pt x="277" y="210"/>
                    <a:pt x="271" y="228"/>
                  </a:cubicBezTo>
                  <a:cubicBezTo>
                    <a:pt x="266" y="244"/>
                    <a:pt x="257" y="260"/>
                    <a:pt x="248" y="272"/>
                  </a:cubicBezTo>
                  <a:cubicBezTo>
                    <a:pt x="237" y="286"/>
                    <a:pt x="224" y="296"/>
                    <a:pt x="209" y="302"/>
                  </a:cubicBezTo>
                  <a:cubicBezTo>
                    <a:pt x="192" y="309"/>
                    <a:pt x="175" y="314"/>
                    <a:pt x="154" y="314"/>
                  </a:cubicBezTo>
                  <a:cubicBezTo>
                    <a:pt x="133" y="314"/>
                    <a:pt x="115" y="309"/>
                    <a:pt x="100" y="301"/>
                  </a:cubicBezTo>
                  <a:cubicBezTo>
                    <a:pt x="85" y="294"/>
                    <a:pt x="72" y="283"/>
                    <a:pt x="63" y="269"/>
                  </a:cubicBezTo>
                  <a:cubicBezTo>
                    <a:pt x="52" y="257"/>
                    <a:pt x="45" y="242"/>
                    <a:pt x="39" y="225"/>
                  </a:cubicBezTo>
                  <a:cubicBezTo>
                    <a:pt x="35" y="207"/>
                    <a:pt x="32" y="189"/>
                    <a:pt x="32" y="171"/>
                  </a:cubicBezTo>
                  <a:cubicBezTo>
                    <a:pt x="32" y="152"/>
                    <a:pt x="35" y="133"/>
                    <a:pt x="41" y="1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2" name="Freeform 505">
              <a:extLst>
                <a:ext uri="{FF2B5EF4-FFF2-40B4-BE49-F238E27FC236}">
                  <a16:creationId xmlns:a16="http://schemas.microsoft.com/office/drawing/2014/main" id="{CB27FC00-FC52-C8EF-86AA-9E3A0BA9C0F2}"/>
                </a:ext>
              </a:extLst>
            </p:cNvPr>
            <p:cNvSpPr>
              <a:spLocks noChangeArrowheads="1"/>
            </p:cNvSpPr>
            <p:nvPr/>
          </p:nvSpPr>
          <p:spPr bwMode="auto">
            <a:xfrm>
              <a:off x="2332038" y="815975"/>
              <a:ext cx="92075" cy="119063"/>
            </a:xfrm>
            <a:custGeom>
              <a:avLst/>
              <a:gdLst>
                <a:gd name="T0" fmla="*/ 226 w 257"/>
                <a:gd name="T1" fmla="*/ 245 h 332"/>
                <a:gd name="T2" fmla="*/ 226 w 257"/>
                <a:gd name="T3" fmla="*/ 245 h 332"/>
                <a:gd name="T4" fmla="*/ 226 w 257"/>
                <a:gd name="T5" fmla="*/ 267 h 332"/>
                <a:gd name="T6" fmla="*/ 227 w 257"/>
                <a:gd name="T7" fmla="*/ 284 h 332"/>
                <a:gd name="T8" fmla="*/ 226 w 257"/>
                <a:gd name="T9" fmla="*/ 284 h 332"/>
                <a:gd name="T10" fmla="*/ 221 w 257"/>
                <a:gd name="T11" fmla="*/ 274 h 332"/>
                <a:gd name="T12" fmla="*/ 214 w 257"/>
                <a:gd name="T13" fmla="*/ 262 h 332"/>
                <a:gd name="T14" fmla="*/ 33 w 257"/>
                <a:gd name="T15" fmla="*/ 0 h 332"/>
                <a:gd name="T16" fmla="*/ 0 w 257"/>
                <a:gd name="T17" fmla="*/ 0 h 332"/>
                <a:gd name="T18" fmla="*/ 0 w 257"/>
                <a:gd name="T19" fmla="*/ 331 h 332"/>
                <a:gd name="T20" fmla="*/ 30 w 257"/>
                <a:gd name="T21" fmla="*/ 331 h 332"/>
                <a:gd name="T22" fmla="*/ 30 w 257"/>
                <a:gd name="T23" fmla="*/ 75 h 332"/>
                <a:gd name="T24" fmla="*/ 30 w 257"/>
                <a:gd name="T25" fmla="*/ 56 h 332"/>
                <a:gd name="T26" fmla="*/ 29 w 257"/>
                <a:gd name="T27" fmla="*/ 45 h 332"/>
                <a:gd name="T28" fmla="*/ 30 w 257"/>
                <a:gd name="T29" fmla="*/ 45 h 332"/>
                <a:gd name="T30" fmla="*/ 35 w 257"/>
                <a:gd name="T31" fmla="*/ 54 h 332"/>
                <a:gd name="T32" fmla="*/ 42 w 257"/>
                <a:gd name="T33" fmla="*/ 65 h 332"/>
                <a:gd name="T34" fmla="*/ 225 w 257"/>
                <a:gd name="T35" fmla="*/ 331 h 332"/>
                <a:gd name="T36" fmla="*/ 256 w 257"/>
                <a:gd name="T37" fmla="*/ 331 h 332"/>
                <a:gd name="T38" fmla="*/ 256 w 257"/>
                <a:gd name="T39" fmla="*/ 0 h 332"/>
                <a:gd name="T40" fmla="*/ 226 w 257"/>
                <a:gd name="T41" fmla="*/ 0 h 332"/>
                <a:gd name="T42" fmla="*/ 226 w 257"/>
                <a:gd name="T43" fmla="*/ 245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57" h="332">
                  <a:moveTo>
                    <a:pt x="226" y="245"/>
                  </a:moveTo>
                  <a:lnTo>
                    <a:pt x="226" y="245"/>
                  </a:lnTo>
                  <a:cubicBezTo>
                    <a:pt x="226" y="253"/>
                    <a:pt x="226" y="260"/>
                    <a:pt x="226" y="267"/>
                  </a:cubicBezTo>
                  <a:cubicBezTo>
                    <a:pt x="227" y="273"/>
                    <a:pt x="227" y="278"/>
                    <a:pt x="227" y="284"/>
                  </a:cubicBezTo>
                  <a:cubicBezTo>
                    <a:pt x="226" y="284"/>
                    <a:pt x="226" y="284"/>
                    <a:pt x="226" y="284"/>
                  </a:cubicBezTo>
                  <a:cubicBezTo>
                    <a:pt x="225" y="281"/>
                    <a:pt x="223" y="277"/>
                    <a:pt x="221" y="274"/>
                  </a:cubicBezTo>
                  <a:cubicBezTo>
                    <a:pt x="218" y="270"/>
                    <a:pt x="216" y="266"/>
                    <a:pt x="214" y="262"/>
                  </a:cubicBezTo>
                  <a:cubicBezTo>
                    <a:pt x="33" y="0"/>
                    <a:pt x="33" y="0"/>
                    <a:pt x="33" y="0"/>
                  </a:cubicBezTo>
                  <a:cubicBezTo>
                    <a:pt x="0" y="0"/>
                    <a:pt x="0" y="0"/>
                    <a:pt x="0" y="0"/>
                  </a:cubicBezTo>
                  <a:cubicBezTo>
                    <a:pt x="0" y="331"/>
                    <a:pt x="0" y="331"/>
                    <a:pt x="0" y="331"/>
                  </a:cubicBezTo>
                  <a:cubicBezTo>
                    <a:pt x="30" y="331"/>
                    <a:pt x="30" y="331"/>
                    <a:pt x="30" y="331"/>
                  </a:cubicBezTo>
                  <a:cubicBezTo>
                    <a:pt x="30" y="75"/>
                    <a:pt x="30" y="75"/>
                    <a:pt x="30" y="75"/>
                  </a:cubicBezTo>
                  <a:cubicBezTo>
                    <a:pt x="30" y="67"/>
                    <a:pt x="30" y="61"/>
                    <a:pt x="30" y="56"/>
                  </a:cubicBezTo>
                  <a:cubicBezTo>
                    <a:pt x="29" y="52"/>
                    <a:pt x="29" y="47"/>
                    <a:pt x="29" y="45"/>
                  </a:cubicBezTo>
                  <a:cubicBezTo>
                    <a:pt x="30" y="45"/>
                    <a:pt x="30" y="45"/>
                    <a:pt x="30" y="45"/>
                  </a:cubicBezTo>
                  <a:cubicBezTo>
                    <a:pt x="31" y="47"/>
                    <a:pt x="33" y="52"/>
                    <a:pt x="35" y="54"/>
                  </a:cubicBezTo>
                  <a:cubicBezTo>
                    <a:pt x="37" y="58"/>
                    <a:pt x="40" y="61"/>
                    <a:pt x="42" y="65"/>
                  </a:cubicBezTo>
                  <a:cubicBezTo>
                    <a:pt x="225" y="331"/>
                    <a:pt x="225" y="331"/>
                    <a:pt x="225" y="331"/>
                  </a:cubicBezTo>
                  <a:cubicBezTo>
                    <a:pt x="256" y="331"/>
                    <a:pt x="256" y="331"/>
                    <a:pt x="256" y="331"/>
                  </a:cubicBezTo>
                  <a:cubicBezTo>
                    <a:pt x="256" y="0"/>
                    <a:pt x="256" y="0"/>
                    <a:pt x="256" y="0"/>
                  </a:cubicBezTo>
                  <a:cubicBezTo>
                    <a:pt x="226" y="0"/>
                    <a:pt x="226" y="0"/>
                    <a:pt x="226" y="0"/>
                  </a:cubicBezTo>
                  <a:lnTo>
                    <a:pt x="226" y="2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3" name="Freeform 506">
              <a:extLst>
                <a:ext uri="{FF2B5EF4-FFF2-40B4-BE49-F238E27FC236}">
                  <a16:creationId xmlns:a16="http://schemas.microsoft.com/office/drawing/2014/main" id="{68F21852-C032-DA79-E5EE-151C042B2B9E}"/>
                </a:ext>
              </a:extLst>
            </p:cNvPr>
            <p:cNvSpPr>
              <a:spLocks noChangeArrowheads="1"/>
            </p:cNvSpPr>
            <p:nvPr/>
          </p:nvSpPr>
          <p:spPr bwMode="auto">
            <a:xfrm>
              <a:off x="2451100" y="814388"/>
              <a:ext cx="66675" cy="123825"/>
            </a:xfrm>
            <a:custGeom>
              <a:avLst/>
              <a:gdLst>
                <a:gd name="T0" fmla="*/ 167 w 187"/>
                <a:gd name="T1" fmla="*/ 200 h 342"/>
                <a:gd name="T2" fmla="*/ 167 w 187"/>
                <a:gd name="T3" fmla="*/ 200 h 342"/>
                <a:gd name="T4" fmla="*/ 141 w 187"/>
                <a:gd name="T5" fmla="*/ 180 h 342"/>
                <a:gd name="T6" fmla="*/ 105 w 187"/>
                <a:gd name="T7" fmla="*/ 157 h 342"/>
                <a:gd name="T8" fmla="*/ 71 w 187"/>
                <a:gd name="T9" fmla="*/ 138 h 342"/>
                <a:gd name="T10" fmla="*/ 49 w 187"/>
                <a:gd name="T11" fmla="*/ 123 h 342"/>
                <a:gd name="T12" fmla="*/ 37 w 187"/>
                <a:gd name="T13" fmla="*/ 105 h 342"/>
                <a:gd name="T14" fmla="*/ 33 w 187"/>
                <a:gd name="T15" fmla="*/ 83 h 342"/>
                <a:gd name="T16" fmla="*/ 38 w 187"/>
                <a:gd name="T17" fmla="*/ 58 h 342"/>
                <a:gd name="T18" fmla="*/ 54 w 187"/>
                <a:gd name="T19" fmla="*/ 41 h 342"/>
                <a:gd name="T20" fmla="*/ 77 w 187"/>
                <a:gd name="T21" fmla="*/ 30 h 342"/>
                <a:gd name="T22" fmla="*/ 105 w 187"/>
                <a:gd name="T23" fmla="*/ 28 h 342"/>
                <a:gd name="T24" fmla="*/ 172 w 187"/>
                <a:gd name="T25" fmla="*/ 44 h 342"/>
                <a:gd name="T26" fmla="*/ 172 w 187"/>
                <a:gd name="T27" fmla="*/ 11 h 342"/>
                <a:gd name="T28" fmla="*/ 107 w 187"/>
                <a:gd name="T29" fmla="*/ 0 h 342"/>
                <a:gd name="T30" fmla="*/ 66 w 187"/>
                <a:gd name="T31" fmla="*/ 5 h 342"/>
                <a:gd name="T32" fmla="*/ 33 w 187"/>
                <a:gd name="T33" fmla="*/ 22 h 342"/>
                <a:gd name="T34" fmla="*/ 9 w 187"/>
                <a:gd name="T35" fmla="*/ 50 h 342"/>
                <a:gd name="T36" fmla="*/ 1 w 187"/>
                <a:gd name="T37" fmla="*/ 86 h 342"/>
                <a:gd name="T38" fmla="*/ 5 w 187"/>
                <a:gd name="T39" fmla="*/ 115 h 342"/>
                <a:gd name="T40" fmla="*/ 19 w 187"/>
                <a:gd name="T41" fmla="*/ 137 h 342"/>
                <a:gd name="T42" fmla="*/ 44 w 187"/>
                <a:gd name="T43" fmla="*/ 157 h 342"/>
                <a:gd name="T44" fmla="*/ 80 w 187"/>
                <a:gd name="T45" fmla="*/ 180 h 342"/>
                <a:gd name="T46" fmla="*/ 113 w 187"/>
                <a:gd name="T47" fmla="*/ 199 h 342"/>
                <a:gd name="T48" fmla="*/ 136 w 187"/>
                <a:gd name="T49" fmla="*/ 215 h 342"/>
                <a:gd name="T50" fmla="*/ 150 w 187"/>
                <a:gd name="T51" fmla="*/ 233 h 342"/>
                <a:gd name="T52" fmla="*/ 154 w 187"/>
                <a:gd name="T53" fmla="*/ 257 h 342"/>
                <a:gd name="T54" fmla="*/ 136 w 187"/>
                <a:gd name="T55" fmla="*/ 298 h 342"/>
                <a:gd name="T56" fmla="*/ 80 w 187"/>
                <a:gd name="T57" fmla="*/ 314 h 342"/>
                <a:gd name="T58" fmla="*/ 59 w 187"/>
                <a:gd name="T59" fmla="*/ 311 h 342"/>
                <a:gd name="T60" fmla="*/ 38 w 187"/>
                <a:gd name="T61" fmla="*/ 307 h 342"/>
                <a:gd name="T62" fmla="*/ 18 w 187"/>
                <a:gd name="T63" fmla="*/ 298 h 342"/>
                <a:gd name="T64" fmla="*/ 0 w 187"/>
                <a:gd name="T65" fmla="*/ 287 h 342"/>
                <a:gd name="T66" fmla="*/ 0 w 187"/>
                <a:gd name="T67" fmla="*/ 323 h 342"/>
                <a:gd name="T68" fmla="*/ 16 w 187"/>
                <a:gd name="T69" fmla="*/ 330 h 342"/>
                <a:gd name="T70" fmla="*/ 37 w 187"/>
                <a:gd name="T71" fmla="*/ 336 h 342"/>
                <a:gd name="T72" fmla="*/ 59 w 187"/>
                <a:gd name="T73" fmla="*/ 340 h 342"/>
                <a:gd name="T74" fmla="*/ 77 w 187"/>
                <a:gd name="T75" fmla="*/ 341 h 342"/>
                <a:gd name="T76" fmla="*/ 121 w 187"/>
                <a:gd name="T77" fmla="*/ 336 h 342"/>
                <a:gd name="T78" fmla="*/ 156 w 187"/>
                <a:gd name="T79" fmla="*/ 319 h 342"/>
                <a:gd name="T80" fmla="*/ 178 w 187"/>
                <a:gd name="T81" fmla="*/ 291 h 342"/>
                <a:gd name="T82" fmla="*/ 186 w 187"/>
                <a:gd name="T83" fmla="*/ 254 h 342"/>
                <a:gd name="T84" fmla="*/ 182 w 187"/>
                <a:gd name="T85" fmla="*/ 225 h 342"/>
                <a:gd name="T86" fmla="*/ 167 w 187"/>
                <a:gd name="T87" fmla="*/ 200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7" h="342">
                  <a:moveTo>
                    <a:pt x="167" y="200"/>
                  </a:moveTo>
                  <a:lnTo>
                    <a:pt x="167" y="200"/>
                  </a:lnTo>
                  <a:cubicBezTo>
                    <a:pt x="160" y="193"/>
                    <a:pt x="150" y="186"/>
                    <a:pt x="141" y="180"/>
                  </a:cubicBezTo>
                  <a:cubicBezTo>
                    <a:pt x="131" y="173"/>
                    <a:pt x="118" y="164"/>
                    <a:pt x="105" y="157"/>
                  </a:cubicBezTo>
                  <a:cubicBezTo>
                    <a:pt x="91" y="151"/>
                    <a:pt x="80" y="144"/>
                    <a:pt x="71" y="138"/>
                  </a:cubicBezTo>
                  <a:cubicBezTo>
                    <a:pt x="62" y="134"/>
                    <a:pt x="55" y="128"/>
                    <a:pt x="49" y="123"/>
                  </a:cubicBezTo>
                  <a:cubicBezTo>
                    <a:pt x="42" y="117"/>
                    <a:pt x="40" y="110"/>
                    <a:pt x="37" y="105"/>
                  </a:cubicBezTo>
                  <a:cubicBezTo>
                    <a:pt x="34" y="98"/>
                    <a:pt x="33" y="91"/>
                    <a:pt x="33" y="83"/>
                  </a:cubicBezTo>
                  <a:cubicBezTo>
                    <a:pt x="33" y="73"/>
                    <a:pt x="34" y="65"/>
                    <a:pt x="38" y="58"/>
                  </a:cubicBezTo>
                  <a:cubicBezTo>
                    <a:pt x="42" y="52"/>
                    <a:pt x="47" y="46"/>
                    <a:pt x="54" y="41"/>
                  </a:cubicBezTo>
                  <a:cubicBezTo>
                    <a:pt x="60" y="37"/>
                    <a:pt x="67" y="33"/>
                    <a:pt x="77" y="30"/>
                  </a:cubicBezTo>
                  <a:cubicBezTo>
                    <a:pt x="85" y="29"/>
                    <a:pt x="95" y="28"/>
                    <a:pt x="105" y="28"/>
                  </a:cubicBezTo>
                  <a:cubicBezTo>
                    <a:pt x="131" y="28"/>
                    <a:pt x="153" y="33"/>
                    <a:pt x="172" y="44"/>
                  </a:cubicBezTo>
                  <a:cubicBezTo>
                    <a:pt x="172" y="11"/>
                    <a:pt x="172" y="11"/>
                    <a:pt x="172" y="11"/>
                  </a:cubicBezTo>
                  <a:cubicBezTo>
                    <a:pt x="156" y="3"/>
                    <a:pt x="134" y="0"/>
                    <a:pt x="107" y="0"/>
                  </a:cubicBezTo>
                  <a:cubicBezTo>
                    <a:pt x="94" y="0"/>
                    <a:pt x="80" y="1"/>
                    <a:pt x="66" y="5"/>
                  </a:cubicBezTo>
                  <a:cubicBezTo>
                    <a:pt x="54" y="10"/>
                    <a:pt x="42" y="15"/>
                    <a:pt x="33" y="22"/>
                  </a:cubicBezTo>
                  <a:cubicBezTo>
                    <a:pt x="23" y="30"/>
                    <a:pt x="15" y="39"/>
                    <a:pt x="9" y="50"/>
                  </a:cubicBezTo>
                  <a:cubicBezTo>
                    <a:pt x="4" y="61"/>
                    <a:pt x="1" y="72"/>
                    <a:pt x="1" y="86"/>
                  </a:cubicBezTo>
                  <a:cubicBezTo>
                    <a:pt x="1" y="97"/>
                    <a:pt x="2" y="106"/>
                    <a:pt x="5" y="115"/>
                  </a:cubicBezTo>
                  <a:cubicBezTo>
                    <a:pt x="8" y="123"/>
                    <a:pt x="13" y="130"/>
                    <a:pt x="19" y="137"/>
                  </a:cubicBezTo>
                  <a:cubicBezTo>
                    <a:pt x="26" y="144"/>
                    <a:pt x="34" y="152"/>
                    <a:pt x="44" y="157"/>
                  </a:cubicBezTo>
                  <a:cubicBezTo>
                    <a:pt x="54" y="164"/>
                    <a:pt x="66" y="173"/>
                    <a:pt x="80" y="180"/>
                  </a:cubicBezTo>
                  <a:cubicBezTo>
                    <a:pt x="94" y="186"/>
                    <a:pt x="105" y="193"/>
                    <a:pt x="113" y="199"/>
                  </a:cubicBezTo>
                  <a:cubicBezTo>
                    <a:pt x="123" y="204"/>
                    <a:pt x="131" y="210"/>
                    <a:pt x="136" y="215"/>
                  </a:cubicBezTo>
                  <a:cubicBezTo>
                    <a:pt x="143" y="221"/>
                    <a:pt x="147" y="228"/>
                    <a:pt x="150" y="233"/>
                  </a:cubicBezTo>
                  <a:cubicBezTo>
                    <a:pt x="153" y="240"/>
                    <a:pt x="154" y="249"/>
                    <a:pt x="154" y="257"/>
                  </a:cubicBezTo>
                  <a:cubicBezTo>
                    <a:pt x="154" y="275"/>
                    <a:pt x="149" y="289"/>
                    <a:pt x="136" y="298"/>
                  </a:cubicBezTo>
                  <a:cubicBezTo>
                    <a:pt x="124" y="308"/>
                    <a:pt x="105" y="314"/>
                    <a:pt x="80" y="314"/>
                  </a:cubicBezTo>
                  <a:cubicBezTo>
                    <a:pt x="73" y="314"/>
                    <a:pt x="66" y="312"/>
                    <a:pt x="59" y="311"/>
                  </a:cubicBezTo>
                  <a:cubicBezTo>
                    <a:pt x="52" y="311"/>
                    <a:pt x="45" y="308"/>
                    <a:pt x="38" y="307"/>
                  </a:cubicBezTo>
                  <a:cubicBezTo>
                    <a:pt x="31" y="304"/>
                    <a:pt x="25" y="301"/>
                    <a:pt x="18" y="298"/>
                  </a:cubicBezTo>
                  <a:cubicBezTo>
                    <a:pt x="11" y="294"/>
                    <a:pt x="5" y="291"/>
                    <a:pt x="0" y="287"/>
                  </a:cubicBezTo>
                  <a:cubicBezTo>
                    <a:pt x="0" y="323"/>
                    <a:pt x="0" y="323"/>
                    <a:pt x="0" y="323"/>
                  </a:cubicBezTo>
                  <a:cubicBezTo>
                    <a:pt x="4" y="326"/>
                    <a:pt x="9" y="327"/>
                    <a:pt x="16" y="330"/>
                  </a:cubicBezTo>
                  <a:cubicBezTo>
                    <a:pt x="23" y="333"/>
                    <a:pt x="30" y="334"/>
                    <a:pt x="37" y="336"/>
                  </a:cubicBezTo>
                  <a:cubicBezTo>
                    <a:pt x="44" y="337"/>
                    <a:pt x="52" y="338"/>
                    <a:pt x="59" y="340"/>
                  </a:cubicBezTo>
                  <a:cubicBezTo>
                    <a:pt x="66" y="340"/>
                    <a:pt x="73" y="341"/>
                    <a:pt x="77" y="341"/>
                  </a:cubicBezTo>
                  <a:cubicBezTo>
                    <a:pt x="94" y="341"/>
                    <a:pt x="107" y="338"/>
                    <a:pt x="121" y="336"/>
                  </a:cubicBezTo>
                  <a:cubicBezTo>
                    <a:pt x="135" y="331"/>
                    <a:pt x="146" y="326"/>
                    <a:pt x="156" y="319"/>
                  </a:cubicBezTo>
                  <a:cubicBezTo>
                    <a:pt x="165" y="312"/>
                    <a:pt x="174" y="302"/>
                    <a:pt x="178" y="291"/>
                  </a:cubicBezTo>
                  <a:cubicBezTo>
                    <a:pt x="183" y="280"/>
                    <a:pt x="186" y="268"/>
                    <a:pt x="186" y="254"/>
                  </a:cubicBezTo>
                  <a:cubicBezTo>
                    <a:pt x="186" y="243"/>
                    <a:pt x="185" y="233"/>
                    <a:pt x="182" y="225"/>
                  </a:cubicBezTo>
                  <a:cubicBezTo>
                    <a:pt x="178" y="217"/>
                    <a:pt x="172" y="209"/>
                    <a:pt x="167"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14" name="Group 616">
            <a:extLst>
              <a:ext uri="{FF2B5EF4-FFF2-40B4-BE49-F238E27FC236}">
                <a16:creationId xmlns:a16="http://schemas.microsoft.com/office/drawing/2014/main" id="{70635239-1710-F94C-C767-79E991E4ED0D}"/>
              </a:ext>
            </a:extLst>
          </p:cNvPr>
          <p:cNvGrpSpPr/>
          <p:nvPr/>
        </p:nvGrpSpPr>
        <p:grpSpPr>
          <a:xfrm>
            <a:off x="2721495" y="879897"/>
            <a:ext cx="223838" cy="255587"/>
            <a:chOff x="1565275" y="1192213"/>
            <a:chExt cx="223838" cy="255587"/>
          </a:xfrm>
          <a:solidFill>
            <a:schemeClr val="accent4"/>
          </a:solidFill>
        </p:grpSpPr>
        <p:sp>
          <p:nvSpPr>
            <p:cNvPr id="615" name="Freeform 507">
              <a:extLst>
                <a:ext uri="{FF2B5EF4-FFF2-40B4-BE49-F238E27FC236}">
                  <a16:creationId xmlns:a16="http://schemas.microsoft.com/office/drawing/2014/main" id="{27742119-C009-83AF-1FB2-09DC24AE2502}"/>
                </a:ext>
              </a:extLst>
            </p:cNvPr>
            <p:cNvSpPr>
              <a:spLocks noChangeArrowheads="1"/>
            </p:cNvSpPr>
            <p:nvPr/>
          </p:nvSpPr>
          <p:spPr bwMode="auto">
            <a:xfrm>
              <a:off x="1651000" y="1192213"/>
              <a:ext cx="53975" cy="74612"/>
            </a:xfrm>
            <a:custGeom>
              <a:avLst/>
              <a:gdLst>
                <a:gd name="T0" fmla="*/ 36 w 148"/>
                <a:gd name="T1" fmla="*/ 162 h 207"/>
                <a:gd name="T2" fmla="*/ 36 w 148"/>
                <a:gd name="T3" fmla="*/ 162 h 207"/>
                <a:gd name="T4" fmla="*/ 61 w 148"/>
                <a:gd name="T5" fmla="*/ 201 h 207"/>
                <a:gd name="T6" fmla="*/ 73 w 148"/>
                <a:gd name="T7" fmla="*/ 206 h 207"/>
                <a:gd name="T8" fmla="*/ 86 w 148"/>
                <a:gd name="T9" fmla="*/ 201 h 207"/>
                <a:gd name="T10" fmla="*/ 115 w 148"/>
                <a:gd name="T11" fmla="*/ 152 h 207"/>
                <a:gd name="T12" fmla="*/ 137 w 148"/>
                <a:gd name="T13" fmla="*/ 112 h 207"/>
                <a:gd name="T14" fmla="*/ 144 w 148"/>
                <a:gd name="T15" fmla="*/ 93 h 207"/>
                <a:gd name="T16" fmla="*/ 147 w 148"/>
                <a:gd name="T17" fmla="*/ 74 h 207"/>
                <a:gd name="T18" fmla="*/ 73 w 148"/>
                <a:gd name="T19" fmla="*/ 0 h 207"/>
                <a:gd name="T20" fmla="*/ 0 w 148"/>
                <a:gd name="T21" fmla="*/ 74 h 207"/>
                <a:gd name="T22" fmla="*/ 3 w 148"/>
                <a:gd name="T23" fmla="*/ 93 h 207"/>
                <a:gd name="T24" fmla="*/ 36 w 148"/>
                <a:gd name="T25" fmla="*/ 162 h 207"/>
                <a:gd name="T26" fmla="*/ 73 w 148"/>
                <a:gd name="T27" fmla="*/ 29 h 207"/>
                <a:gd name="T28" fmla="*/ 73 w 148"/>
                <a:gd name="T29" fmla="*/ 29 h 207"/>
                <a:gd name="T30" fmla="*/ 118 w 148"/>
                <a:gd name="T31" fmla="*/ 74 h 207"/>
                <a:gd name="T32" fmla="*/ 116 w 148"/>
                <a:gd name="T33" fmla="*/ 85 h 207"/>
                <a:gd name="T34" fmla="*/ 85 w 148"/>
                <a:gd name="T35" fmla="*/ 147 h 207"/>
                <a:gd name="T36" fmla="*/ 73 w 148"/>
                <a:gd name="T37" fmla="*/ 165 h 207"/>
                <a:gd name="T38" fmla="*/ 51 w 148"/>
                <a:gd name="T39" fmla="*/ 127 h 207"/>
                <a:gd name="T40" fmla="*/ 35 w 148"/>
                <a:gd name="T41" fmla="*/ 96 h 207"/>
                <a:gd name="T42" fmla="*/ 29 w 148"/>
                <a:gd name="T43" fmla="*/ 74 h 207"/>
                <a:gd name="T44" fmla="*/ 73 w 148"/>
                <a:gd name="T45" fmla="*/ 29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7">
                  <a:moveTo>
                    <a:pt x="36" y="162"/>
                  </a:moveTo>
                  <a:lnTo>
                    <a:pt x="36" y="162"/>
                  </a:lnTo>
                  <a:cubicBezTo>
                    <a:pt x="50" y="183"/>
                    <a:pt x="61" y="199"/>
                    <a:pt x="61" y="201"/>
                  </a:cubicBezTo>
                  <a:cubicBezTo>
                    <a:pt x="64" y="203"/>
                    <a:pt x="68" y="206"/>
                    <a:pt x="73" y="206"/>
                  </a:cubicBezTo>
                  <a:cubicBezTo>
                    <a:pt x="78" y="206"/>
                    <a:pt x="83" y="203"/>
                    <a:pt x="86" y="201"/>
                  </a:cubicBezTo>
                  <a:cubicBezTo>
                    <a:pt x="86" y="199"/>
                    <a:pt x="101" y="179"/>
                    <a:pt x="115" y="152"/>
                  </a:cubicBezTo>
                  <a:cubicBezTo>
                    <a:pt x="123" y="140"/>
                    <a:pt x="130" y="125"/>
                    <a:pt x="137" y="112"/>
                  </a:cubicBezTo>
                  <a:cubicBezTo>
                    <a:pt x="140" y="105"/>
                    <a:pt x="143" y="98"/>
                    <a:pt x="144" y="93"/>
                  </a:cubicBezTo>
                  <a:cubicBezTo>
                    <a:pt x="145" y="86"/>
                    <a:pt x="147" y="81"/>
                    <a:pt x="147" y="74"/>
                  </a:cubicBezTo>
                  <a:cubicBezTo>
                    <a:pt x="147" y="34"/>
                    <a:pt x="114" y="0"/>
                    <a:pt x="73" y="0"/>
                  </a:cubicBezTo>
                  <a:cubicBezTo>
                    <a:pt x="32" y="0"/>
                    <a:pt x="0" y="34"/>
                    <a:pt x="0" y="74"/>
                  </a:cubicBezTo>
                  <a:cubicBezTo>
                    <a:pt x="0" y="81"/>
                    <a:pt x="2" y="86"/>
                    <a:pt x="3" y="93"/>
                  </a:cubicBezTo>
                  <a:cubicBezTo>
                    <a:pt x="10" y="114"/>
                    <a:pt x="24" y="140"/>
                    <a:pt x="36" y="162"/>
                  </a:cubicBezTo>
                  <a:close/>
                  <a:moveTo>
                    <a:pt x="73" y="29"/>
                  </a:moveTo>
                  <a:lnTo>
                    <a:pt x="73" y="29"/>
                  </a:lnTo>
                  <a:cubicBezTo>
                    <a:pt x="98" y="29"/>
                    <a:pt x="118" y="50"/>
                    <a:pt x="118" y="74"/>
                  </a:cubicBezTo>
                  <a:cubicBezTo>
                    <a:pt x="118" y="76"/>
                    <a:pt x="118" y="79"/>
                    <a:pt x="116" y="85"/>
                  </a:cubicBezTo>
                  <a:cubicBezTo>
                    <a:pt x="111" y="100"/>
                    <a:pt x="97" y="126"/>
                    <a:pt x="85" y="147"/>
                  </a:cubicBezTo>
                  <a:cubicBezTo>
                    <a:pt x="80" y="154"/>
                    <a:pt x="76" y="159"/>
                    <a:pt x="73" y="165"/>
                  </a:cubicBezTo>
                  <a:cubicBezTo>
                    <a:pt x="67" y="155"/>
                    <a:pt x="58" y="141"/>
                    <a:pt x="51" y="127"/>
                  </a:cubicBezTo>
                  <a:cubicBezTo>
                    <a:pt x="44" y="116"/>
                    <a:pt x="39" y="105"/>
                    <a:pt x="35" y="96"/>
                  </a:cubicBezTo>
                  <a:cubicBezTo>
                    <a:pt x="31" y="86"/>
                    <a:pt x="29" y="78"/>
                    <a:pt x="29" y="74"/>
                  </a:cubicBezTo>
                  <a:cubicBezTo>
                    <a:pt x="29" y="50"/>
                    <a:pt x="49"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6" name="Freeform 508">
              <a:extLst>
                <a:ext uri="{FF2B5EF4-FFF2-40B4-BE49-F238E27FC236}">
                  <a16:creationId xmlns:a16="http://schemas.microsoft.com/office/drawing/2014/main" id="{71BFEE10-901F-4275-451E-8D27CFF25BB0}"/>
                </a:ext>
              </a:extLst>
            </p:cNvPr>
            <p:cNvSpPr>
              <a:spLocks noChangeArrowheads="1"/>
            </p:cNvSpPr>
            <p:nvPr/>
          </p:nvSpPr>
          <p:spPr bwMode="auto">
            <a:xfrm>
              <a:off x="1597025" y="1246188"/>
              <a:ext cx="74613" cy="53975"/>
            </a:xfrm>
            <a:custGeom>
              <a:avLst/>
              <a:gdLst>
                <a:gd name="T0" fmla="*/ 0 w 207"/>
                <a:gd name="T1" fmla="*/ 73 h 148"/>
                <a:gd name="T2" fmla="*/ 0 w 207"/>
                <a:gd name="T3" fmla="*/ 73 h 148"/>
                <a:gd name="T4" fmla="*/ 74 w 207"/>
                <a:gd name="T5" fmla="*/ 147 h 148"/>
                <a:gd name="T6" fmla="*/ 93 w 207"/>
                <a:gd name="T7" fmla="*/ 144 h 148"/>
                <a:gd name="T8" fmla="*/ 162 w 207"/>
                <a:gd name="T9" fmla="*/ 109 h 148"/>
                <a:gd name="T10" fmla="*/ 201 w 207"/>
                <a:gd name="T11" fmla="*/ 86 h 148"/>
                <a:gd name="T12" fmla="*/ 206 w 207"/>
                <a:gd name="T13" fmla="*/ 73 h 148"/>
                <a:gd name="T14" fmla="*/ 201 w 207"/>
                <a:gd name="T15" fmla="*/ 61 h 148"/>
                <a:gd name="T16" fmla="*/ 152 w 207"/>
                <a:gd name="T17" fmla="*/ 31 h 148"/>
                <a:gd name="T18" fmla="*/ 112 w 207"/>
                <a:gd name="T19" fmla="*/ 10 h 148"/>
                <a:gd name="T20" fmla="*/ 93 w 207"/>
                <a:gd name="T21" fmla="*/ 3 h 148"/>
                <a:gd name="T22" fmla="*/ 74 w 207"/>
                <a:gd name="T23" fmla="*/ 0 h 148"/>
                <a:gd name="T24" fmla="*/ 0 w 207"/>
                <a:gd name="T25" fmla="*/ 73 h 148"/>
                <a:gd name="T26" fmla="*/ 74 w 207"/>
                <a:gd name="T27" fmla="*/ 29 h 148"/>
                <a:gd name="T28" fmla="*/ 74 w 207"/>
                <a:gd name="T29" fmla="*/ 29 h 148"/>
                <a:gd name="T30" fmla="*/ 85 w 207"/>
                <a:gd name="T31" fmla="*/ 31 h 148"/>
                <a:gd name="T32" fmla="*/ 147 w 207"/>
                <a:gd name="T33" fmla="*/ 62 h 148"/>
                <a:gd name="T34" fmla="*/ 165 w 207"/>
                <a:gd name="T35" fmla="*/ 73 h 148"/>
                <a:gd name="T36" fmla="*/ 129 w 207"/>
                <a:gd name="T37" fmla="*/ 95 h 148"/>
                <a:gd name="T38" fmla="*/ 96 w 207"/>
                <a:gd name="T39" fmla="*/ 111 h 148"/>
                <a:gd name="T40" fmla="*/ 74 w 207"/>
                <a:gd name="T41" fmla="*/ 118 h 148"/>
                <a:gd name="T42" fmla="*/ 30 w 207"/>
                <a:gd name="T43" fmla="*/ 73 h 148"/>
                <a:gd name="T44" fmla="*/ 74 w 207"/>
                <a:gd name="T45"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7" h="148">
                  <a:moveTo>
                    <a:pt x="0" y="73"/>
                  </a:moveTo>
                  <a:lnTo>
                    <a:pt x="0" y="73"/>
                  </a:lnTo>
                  <a:cubicBezTo>
                    <a:pt x="0" y="113"/>
                    <a:pt x="34" y="147"/>
                    <a:pt x="74" y="147"/>
                  </a:cubicBezTo>
                  <a:cubicBezTo>
                    <a:pt x="81" y="147"/>
                    <a:pt x="86" y="145"/>
                    <a:pt x="93" y="144"/>
                  </a:cubicBezTo>
                  <a:cubicBezTo>
                    <a:pt x="114" y="137"/>
                    <a:pt x="140" y="123"/>
                    <a:pt x="162" y="109"/>
                  </a:cubicBezTo>
                  <a:cubicBezTo>
                    <a:pt x="184" y="97"/>
                    <a:pt x="201" y="86"/>
                    <a:pt x="201" y="86"/>
                  </a:cubicBezTo>
                  <a:cubicBezTo>
                    <a:pt x="205" y="83"/>
                    <a:pt x="206" y="78"/>
                    <a:pt x="206" y="73"/>
                  </a:cubicBezTo>
                  <a:cubicBezTo>
                    <a:pt x="206" y="68"/>
                    <a:pt x="205" y="64"/>
                    <a:pt x="201" y="61"/>
                  </a:cubicBezTo>
                  <a:cubicBezTo>
                    <a:pt x="201" y="61"/>
                    <a:pt x="179" y="46"/>
                    <a:pt x="152" y="31"/>
                  </a:cubicBezTo>
                  <a:cubicBezTo>
                    <a:pt x="140" y="24"/>
                    <a:pt x="125" y="15"/>
                    <a:pt x="112" y="10"/>
                  </a:cubicBezTo>
                  <a:cubicBezTo>
                    <a:pt x="105" y="7"/>
                    <a:pt x="99" y="4"/>
                    <a:pt x="93" y="3"/>
                  </a:cubicBezTo>
                  <a:cubicBezTo>
                    <a:pt x="86" y="0"/>
                    <a:pt x="81" y="0"/>
                    <a:pt x="74" y="0"/>
                  </a:cubicBezTo>
                  <a:cubicBezTo>
                    <a:pt x="34" y="0"/>
                    <a:pt x="0" y="32"/>
                    <a:pt x="0" y="73"/>
                  </a:cubicBezTo>
                  <a:close/>
                  <a:moveTo>
                    <a:pt x="74" y="29"/>
                  </a:moveTo>
                  <a:lnTo>
                    <a:pt x="74" y="29"/>
                  </a:lnTo>
                  <a:cubicBezTo>
                    <a:pt x="76" y="29"/>
                    <a:pt x="79" y="29"/>
                    <a:pt x="85" y="31"/>
                  </a:cubicBezTo>
                  <a:cubicBezTo>
                    <a:pt x="101" y="36"/>
                    <a:pt x="126" y="50"/>
                    <a:pt x="147" y="62"/>
                  </a:cubicBezTo>
                  <a:cubicBezTo>
                    <a:pt x="154" y="66"/>
                    <a:pt x="159" y="69"/>
                    <a:pt x="165" y="73"/>
                  </a:cubicBezTo>
                  <a:cubicBezTo>
                    <a:pt x="155" y="80"/>
                    <a:pt x="141" y="87"/>
                    <a:pt x="129" y="95"/>
                  </a:cubicBezTo>
                  <a:cubicBezTo>
                    <a:pt x="118" y="101"/>
                    <a:pt x="105" y="107"/>
                    <a:pt x="96" y="111"/>
                  </a:cubicBezTo>
                  <a:cubicBezTo>
                    <a:pt x="86" y="115"/>
                    <a:pt x="78" y="118"/>
                    <a:pt x="74" y="118"/>
                  </a:cubicBezTo>
                  <a:cubicBezTo>
                    <a:pt x="50" y="118"/>
                    <a:pt x="30" y="98"/>
                    <a:pt x="30" y="73"/>
                  </a:cubicBezTo>
                  <a:cubicBezTo>
                    <a:pt x="30" y="49"/>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7" name="Freeform 509">
              <a:extLst>
                <a:ext uri="{FF2B5EF4-FFF2-40B4-BE49-F238E27FC236}">
                  <a16:creationId xmlns:a16="http://schemas.microsoft.com/office/drawing/2014/main" id="{0122BE52-E311-0EF5-322C-A10C2306699E}"/>
                </a:ext>
              </a:extLst>
            </p:cNvPr>
            <p:cNvSpPr>
              <a:spLocks noChangeArrowheads="1"/>
            </p:cNvSpPr>
            <p:nvPr/>
          </p:nvSpPr>
          <p:spPr bwMode="auto">
            <a:xfrm>
              <a:off x="1651000" y="1277938"/>
              <a:ext cx="53975" cy="74612"/>
            </a:xfrm>
            <a:custGeom>
              <a:avLst/>
              <a:gdLst>
                <a:gd name="T0" fmla="*/ 147 w 148"/>
                <a:gd name="T1" fmla="*/ 132 h 206"/>
                <a:gd name="T2" fmla="*/ 147 w 148"/>
                <a:gd name="T3" fmla="*/ 132 h 206"/>
                <a:gd name="T4" fmla="*/ 144 w 148"/>
                <a:gd name="T5" fmla="*/ 113 h 206"/>
                <a:gd name="T6" fmla="*/ 109 w 148"/>
                <a:gd name="T7" fmla="*/ 44 h 206"/>
                <a:gd name="T8" fmla="*/ 86 w 148"/>
                <a:gd name="T9" fmla="*/ 5 h 206"/>
                <a:gd name="T10" fmla="*/ 73 w 148"/>
                <a:gd name="T11" fmla="*/ 0 h 206"/>
                <a:gd name="T12" fmla="*/ 61 w 148"/>
                <a:gd name="T13" fmla="*/ 5 h 206"/>
                <a:gd name="T14" fmla="*/ 31 w 148"/>
                <a:gd name="T15" fmla="*/ 53 h 206"/>
                <a:gd name="T16" fmla="*/ 10 w 148"/>
                <a:gd name="T17" fmla="*/ 94 h 206"/>
                <a:gd name="T18" fmla="*/ 3 w 148"/>
                <a:gd name="T19" fmla="*/ 113 h 206"/>
                <a:gd name="T20" fmla="*/ 0 w 148"/>
                <a:gd name="T21" fmla="*/ 132 h 206"/>
                <a:gd name="T22" fmla="*/ 73 w 148"/>
                <a:gd name="T23" fmla="*/ 205 h 206"/>
                <a:gd name="T24" fmla="*/ 147 w 148"/>
                <a:gd name="T25" fmla="*/ 132 h 206"/>
                <a:gd name="T26" fmla="*/ 29 w 148"/>
                <a:gd name="T27" fmla="*/ 132 h 206"/>
                <a:gd name="T28" fmla="*/ 29 w 148"/>
                <a:gd name="T29" fmla="*/ 132 h 206"/>
                <a:gd name="T30" fmla="*/ 31 w 148"/>
                <a:gd name="T31" fmla="*/ 121 h 206"/>
                <a:gd name="T32" fmla="*/ 62 w 148"/>
                <a:gd name="T33" fmla="*/ 59 h 206"/>
                <a:gd name="T34" fmla="*/ 73 w 148"/>
                <a:gd name="T35" fmla="*/ 41 h 206"/>
                <a:gd name="T36" fmla="*/ 96 w 148"/>
                <a:gd name="T37" fmla="*/ 77 h 206"/>
                <a:gd name="T38" fmla="*/ 111 w 148"/>
                <a:gd name="T39" fmla="*/ 110 h 206"/>
                <a:gd name="T40" fmla="*/ 118 w 148"/>
                <a:gd name="T41" fmla="*/ 132 h 206"/>
                <a:gd name="T42" fmla="*/ 73 w 148"/>
                <a:gd name="T43" fmla="*/ 176 h 206"/>
                <a:gd name="T44" fmla="*/ 29 w 148"/>
                <a:gd name="T45" fmla="*/ 132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48" h="206">
                  <a:moveTo>
                    <a:pt x="147" y="132"/>
                  </a:moveTo>
                  <a:lnTo>
                    <a:pt x="147" y="132"/>
                  </a:lnTo>
                  <a:cubicBezTo>
                    <a:pt x="147" y="125"/>
                    <a:pt x="145" y="120"/>
                    <a:pt x="144" y="113"/>
                  </a:cubicBezTo>
                  <a:cubicBezTo>
                    <a:pt x="137" y="91"/>
                    <a:pt x="123" y="65"/>
                    <a:pt x="109" y="44"/>
                  </a:cubicBezTo>
                  <a:cubicBezTo>
                    <a:pt x="97" y="22"/>
                    <a:pt x="86" y="5"/>
                    <a:pt x="86" y="5"/>
                  </a:cubicBezTo>
                  <a:cubicBezTo>
                    <a:pt x="83" y="1"/>
                    <a:pt x="78" y="0"/>
                    <a:pt x="73" y="0"/>
                  </a:cubicBezTo>
                  <a:cubicBezTo>
                    <a:pt x="68" y="0"/>
                    <a:pt x="64" y="1"/>
                    <a:pt x="61" y="5"/>
                  </a:cubicBezTo>
                  <a:cubicBezTo>
                    <a:pt x="61" y="5"/>
                    <a:pt x="46" y="27"/>
                    <a:pt x="31" y="53"/>
                  </a:cubicBezTo>
                  <a:cubicBezTo>
                    <a:pt x="24" y="66"/>
                    <a:pt x="15" y="80"/>
                    <a:pt x="10" y="94"/>
                  </a:cubicBezTo>
                  <a:cubicBezTo>
                    <a:pt x="7" y="100"/>
                    <a:pt x="4" y="107"/>
                    <a:pt x="3" y="113"/>
                  </a:cubicBezTo>
                  <a:cubicBezTo>
                    <a:pt x="2" y="120"/>
                    <a:pt x="0" y="125"/>
                    <a:pt x="0" y="132"/>
                  </a:cubicBezTo>
                  <a:cubicBezTo>
                    <a:pt x="0" y="172"/>
                    <a:pt x="32" y="205"/>
                    <a:pt x="73" y="205"/>
                  </a:cubicBezTo>
                  <a:cubicBezTo>
                    <a:pt x="114" y="205"/>
                    <a:pt x="147" y="172"/>
                    <a:pt x="147" y="132"/>
                  </a:cubicBezTo>
                  <a:close/>
                  <a:moveTo>
                    <a:pt x="29" y="132"/>
                  </a:moveTo>
                  <a:lnTo>
                    <a:pt x="29" y="132"/>
                  </a:lnTo>
                  <a:cubicBezTo>
                    <a:pt x="29" y="129"/>
                    <a:pt x="29" y="125"/>
                    <a:pt x="31" y="121"/>
                  </a:cubicBezTo>
                  <a:cubicBezTo>
                    <a:pt x="36" y="105"/>
                    <a:pt x="50" y="80"/>
                    <a:pt x="62" y="59"/>
                  </a:cubicBezTo>
                  <a:cubicBezTo>
                    <a:pt x="67" y="52"/>
                    <a:pt x="69" y="45"/>
                    <a:pt x="73" y="41"/>
                  </a:cubicBezTo>
                  <a:cubicBezTo>
                    <a:pt x="80" y="51"/>
                    <a:pt x="87" y="63"/>
                    <a:pt x="96" y="77"/>
                  </a:cubicBezTo>
                  <a:cubicBezTo>
                    <a:pt x="101" y="88"/>
                    <a:pt x="108" y="99"/>
                    <a:pt x="111" y="110"/>
                  </a:cubicBezTo>
                  <a:cubicBezTo>
                    <a:pt x="115" y="120"/>
                    <a:pt x="118" y="128"/>
                    <a:pt x="118" y="132"/>
                  </a:cubicBezTo>
                  <a:cubicBezTo>
                    <a:pt x="118" y="156"/>
                    <a:pt x="98" y="175"/>
                    <a:pt x="73" y="176"/>
                  </a:cubicBezTo>
                  <a:cubicBezTo>
                    <a:pt x="49" y="175"/>
                    <a:pt x="29" y="156"/>
                    <a:pt x="29"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8" name="Freeform 510">
              <a:extLst>
                <a:ext uri="{FF2B5EF4-FFF2-40B4-BE49-F238E27FC236}">
                  <a16:creationId xmlns:a16="http://schemas.microsoft.com/office/drawing/2014/main" id="{042386F1-1469-2FF3-0FE9-F82EA5DAD900}"/>
                </a:ext>
              </a:extLst>
            </p:cNvPr>
            <p:cNvSpPr>
              <a:spLocks noChangeArrowheads="1"/>
            </p:cNvSpPr>
            <p:nvPr/>
          </p:nvSpPr>
          <p:spPr bwMode="auto">
            <a:xfrm>
              <a:off x="1682750" y="1246188"/>
              <a:ext cx="74613" cy="53975"/>
            </a:xfrm>
            <a:custGeom>
              <a:avLst/>
              <a:gdLst>
                <a:gd name="T0" fmla="*/ 113 w 206"/>
                <a:gd name="T1" fmla="*/ 3 h 148"/>
                <a:gd name="T2" fmla="*/ 113 w 206"/>
                <a:gd name="T3" fmla="*/ 3 h 148"/>
                <a:gd name="T4" fmla="*/ 44 w 206"/>
                <a:gd name="T5" fmla="*/ 36 h 148"/>
                <a:gd name="T6" fmla="*/ 5 w 206"/>
                <a:gd name="T7" fmla="*/ 61 h 148"/>
                <a:gd name="T8" fmla="*/ 0 w 206"/>
                <a:gd name="T9" fmla="*/ 73 h 148"/>
                <a:gd name="T10" fmla="*/ 5 w 206"/>
                <a:gd name="T11" fmla="*/ 86 h 148"/>
                <a:gd name="T12" fmla="*/ 54 w 206"/>
                <a:gd name="T13" fmla="*/ 115 h 148"/>
                <a:gd name="T14" fmla="*/ 94 w 206"/>
                <a:gd name="T15" fmla="*/ 137 h 148"/>
                <a:gd name="T16" fmla="*/ 113 w 206"/>
                <a:gd name="T17" fmla="*/ 144 h 148"/>
                <a:gd name="T18" fmla="*/ 132 w 206"/>
                <a:gd name="T19" fmla="*/ 147 h 148"/>
                <a:gd name="T20" fmla="*/ 205 w 206"/>
                <a:gd name="T21" fmla="*/ 73 h 148"/>
                <a:gd name="T22" fmla="*/ 132 w 206"/>
                <a:gd name="T23" fmla="*/ 0 h 148"/>
                <a:gd name="T24" fmla="*/ 113 w 206"/>
                <a:gd name="T25" fmla="*/ 3 h 148"/>
                <a:gd name="T26" fmla="*/ 176 w 206"/>
                <a:gd name="T27" fmla="*/ 73 h 148"/>
                <a:gd name="T28" fmla="*/ 176 w 206"/>
                <a:gd name="T29" fmla="*/ 73 h 148"/>
                <a:gd name="T30" fmla="*/ 132 w 206"/>
                <a:gd name="T31" fmla="*/ 118 h 148"/>
                <a:gd name="T32" fmla="*/ 121 w 206"/>
                <a:gd name="T33" fmla="*/ 115 h 148"/>
                <a:gd name="T34" fmla="*/ 59 w 206"/>
                <a:gd name="T35" fmla="*/ 84 h 148"/>
                <a:gd name="T36" fmla="*/ 41 w 206"/>
                <a:gd name="T37" fmla="*/ 73 h 148"/>
                <a:gd name="T38" fmla="*/ 77 w 206"/>
                <a:gd name="T39" fmla="*/ 51 h 148"/>
                <a:gd name="T40" fmla="*/ 110 w 206"/>
                <a:gd name="T41" fmla="*/ 35 h 148"/>
                <a:gd name="T42" fmla="*/ 132 w 206"/>
                <a:gd name="T43" fmla="*/ 29 h 148"/>
                <a:gd name="T44" fmla="*/ 176 w 206"/>
                <a:gd name="T45" fmla="*/ 73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06" h="148">
                  <a:moveTo>
                    <a:pt x="113" y="3"/>
                  </a:moveTo>
                  <a:lnTo>
                    <a:pt x="113" y="3"/>
                  </a:lnTo>
                  <a:cubicBezTo>
                    <a:pt x="91" y="10"/>
                    <a:pt x="66" y="24"/>
                    <a:pt x="44" y="36"/>
                  </a:cubicBezTo>
                  <a:cubicBezTo>
                    <a:pt x="22" y="50"/>
                    <a:pt x="5" y="61"/>
                    <a:pt x="5" y="61"/>
                  </a:cubicBezTo>
                  <a:cubicBezTo>
                    <a:pt x="1" y="64"/>
                    <a:pt x="0" y="68"/>
                    <a:pt x="0" y="73"/>
                  </a:cubicBezTo>
                  <a:cubicBezTo>
                    <a:pt x="0" y="78"/>
                    <a:pt x="1" y="83"/>
                    <a:pt x="5" y="86"/>
                  </a:cubicBezTo>
                  <a:cubicBezTo>
                    <a:pt x="5" y="86"/>
                    <a:pt x="27" y="100"/>
                    <a:pt x="54" y="115"/>
                  </a:cubicBezTo>
                  <a:cubicBezTo>
                    <a:pt x="66" y="123"/>
                    <a:pt x="80" y="130"/>
                    <a:pt x="94" y="137"/>
                  </a:cubicBezTo>
                  <a:cubicBezTo>
                    <a:pt x="100" y="140"/>
                    <a:pt x="107" y="142"/>
                    <a:pt x="113" y="144"/>
                  </a:cubicBezTo>
                  <a:cubicBezTo>
                    <a:pt x="120" y="145"/>
                    <a:pt x="125" y="147"/>
                    <a:pt x="132" y="147"/>
                  </a:cubicBezTo>
                  <a:cubicBezTo>
                    <a:pt x="172" y="147"/>
                    <a:pt x="205" y="113"/>
                    <a:pt x="205" y="73"/>
                  </a:cubicBezTo>
                  <a:cubicBezTo>
                    <a:pt x="205" y="32"/>
                    <a:pt x="172" y="0"/>
                    <a:pt x="132" y="0"/>
                  </a:cubicBezTo>
                  <a:cubicBezTo>
                    <a:pt x="125" y="0"/>
                    <a:pt x="120" y="0"/>
                    <a:pt x="113" y="3"/>
                  </a:cubicBezTo>
                  <a:close/>
                  <a:moveTo>
                    <a:pt x="176" y="73"/>
                  </a:moveTo>
                  <a:lnTo>
                    <a:pt x="176" y="73"/>
                  </a:lnTo>
                  <a:cubicBezTo>
                    <a:pt x="176" y="98"/>
                    <a:pt x="156" y="118"/>
                    <a:pt x="132" y="118"/>
                  </a:cubicBezTo>
                  <a:cubicBezTo>
                    <a:pt x="130" y="118"/>
                    <a:pt x="125" y="116"/>
                    <a:pt x="121" y="115"/>
                  </a:cubicBezTo>
                  <a:cubicBezTo>
                    <a:pt x="105" y="111"/>
                    <a:pt x="80" y="97"/>
                    <a:pt x="59" y="84"/>
                  </a:cubicBezTo>
                  <a:cubicBezTo>
                    <a:pt x="52" y="80"/>
                    <a:pt x="47" y="76"/>
                    <a:pt x="41" y="73"/>
                  </a:cubicBezTo>
                  <a:cubicBezTo>
                    <a:pt x="51" y="66"/>
                    <a:pt x="63" y="58"/>
                    <a:pt x="77" y="51"/>
                  </a:cubicBezTo>
                  <a:cubicBezTo>
                    <a:pt x="88" y="44"/>
                    <a:pt x="100" y="39"/>
                    <a:pt x="110" y="35"/>
                  </a:cubicBezTo>
                  <a:cubicBezTo>
                    <a:pt x="120" y="31"/>
                    <a:pt x="128" y="29"/>
                    <a:pt x="132" y="29"/>
                  </a:cubicBezTo>
                  <a:cubicBezTo>
                    <a:pt x="156" y="29"/>
                    <a:pt x="176" y="49"/>
                    <a:pt x="176"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19" name="Freeform 511">
              <a:extLst>
                <a:ext uri="{FF2B5EF4-FFF2-40B4-BE49-F238E27FC236}">
                  <a16:creationId xmlns:a16="http://schemas.microsoft.com/office/drawing/2014/main" id="{33B947D1-D6DD-138F-3B50-9066E2BFE36D}"/>
                </a:ext>
              </a:extLst>
            </p:cNvPr>
            <p:cNvSpPr>
              <a:spLocks noChangeArrowheads="1"/>
            </p:cNvSpPr>
            <p:nvPr/>
          </p:nvSpPr>
          <p:spPr bwMode="auto">
            <a:xfrm>
              <a:off x="1565275" y="1330325"/>
              <a:ext cx="223838" cy="117475"/>
            </a:xfrm>
            <a:custGeom>
              <a:avLst/>
              <a:gdLst>
                <a:gd name="T0" fmla="*/ 370 w 622"/>
                <a:gd name="T1" fmla="*/ 117 h 326"/>
                <a:gd name="T2" fmla="*/ 370 w 622"/>
                <a:gd name="T3" fmla="*/ 117 h 326"/>
                <a:gd name="T4" fmla="*/ 310 w 622"/>
                <a:gd name="T5" fmla="*/ 258 h 326"/>
                <a:gd name="T6" fmla="*/ 218 w 622"/>
                <a:gd name="T7" fmla="*/ 75 h 326"/>
                <a:gd name="T8" fmla="*/ 134 w 622"/>
                <a:gd name="T9" fmla="*/ 18 h 326"/>
                <a:gd name="T10" fmla="*/ 16 w 622"/>
                <a:gd name="T11" fmla="*/ 0 h 326"/>
                <a:gd name="T12" fmla="*/ 2 w 622"/>
                <a:gd name="T13" fmla="*/ 8 h 326"/>
                <a:gd name="T14" fmla="*/ 4 w 622"/>
                <a:gd name="T15" fmla="*/ 23 h 326"/>
                <a:gd name="T16" fmla="*/ 130 w 622"/>
                <a:gd name="T17" fmla="*/ 238 h 326"/>
                <a:gd name="T18" fmla="*/ 200 w 622"/>
                <a:gd name="T19" fmla="*/ 301 h 326"/>
                <a:gd name="T20" fmla="*/ 310 w 622"/>
                <a:gd name="T21" fmla="*/ 325 h 326"/>
                <a:gd name="T22" fmla="*/ 421 w 622"/>
                <a:gd name="T23" fmla="*/ 301 h 326"/>
                <a:gd name="T24" fmla="*/ 476 w 622"/>
                <a:gd name="T25" fmla="*/ 257 h 326"/>
                <a:gd name="T26" fmla="*/ 540 w 622"/>
                <a:gd name="T27" fmla="*/ 156 h 326"/>
                <a:gd name="T28" fmla="*/ 617 w 622"/>
                <a:gd name="T29" fmla="*/ 23 h 326"/>
                <a:gd name="T30" fmla="*/ 618 w 622"/>
                <a:gd name="T31" fmla="*/ 8 h 326"/>
                <a:gd name="T32" fmla="*/ 605 w 622"/>
                <a:gd name="T33" fmla="*/ 0 h 326"/>
                <a:gd name="T34" fmla="*/ 487 w 622"/>
                <a:gd name="T35" fmla="*/ 18 h 326"/>
                <a:gd name="T36" fmla="*/ 370 w 622"/>
                <a:gd name="T37" fmla="*/ 117 h 326"/>
                <a:gd name="T38" fmla="*/ 167 w 622"/>
                <a:gd name="T39" fmla="*/ 238 h 326"/>
                <a:gd name="T40" fmla="*/ 167 w 622"/>
                <a:gd name="T41" fmla="*/ 238 h 326"/>
                <a:gd name="T42" fmla="*/ 106 w 622"/>
                <a:gd name="T43" fmla="*/ 142 h 326"/>
                <a:gd name="T44" fmla="*/ 44 w 622"/>
                <a:gd name="T45" fmla="*/ 30 h 326"/>
                <a:gd name="T46" fmla="*/ 123 w 622"/>
                <a:gd name="T47" fmla="*/ 46 h 326"/>
                <a:gd name="T48" fmla="*/ 225 w 622"/>
                <a:gd name="T49" fmla="*/ 134 h 326"/>
                <a:gd name="T50" fmla="*/ 291 w 622"/>
                <a:gd name="T51" fmla="*/ 294 h 326"/>
                <a:gd name="T52" fmla="*/ 212 w 622"/>
                <a:gd name="T53" fmla="*/ 275 h 326"/>
                <a:gd name="T54" fmla="*/ 167 w 622"/>
                <a:gd name="T55" fmla="*/ 238 h 326"/>
                <a:gd name="T56" fmla="*/ 577 w 622"/>
                <a:gd name="T57" fmla="*/ 30 h 326"/>
                <a:gd name="T58" fmla="*/ 577 w 622"/>
                <a:gd name="T59" fmla="*/ 30 h 326"/>
                <a:gd name="T60" fmla="*/ 468 w 622"/>
                <a:gd name="T61" fmla="*/ 220 h 326"/>
                <a:gd name="T62" fmla="*/ 407 w 622"/>
                <a:gd name="T63" fmla="*/ 275 h 326"/>
                <a:gd name="T64" fmla="*/ 330 w 622"/>
                <a:gd name="T65" fmla="*/ 294 h 326"/>
                <a:gd name="T66" fmla="*/ 424 w 622"/>
                <a:gd name="T67" fmla="*/ 95 h 326"/>
                <a:gd name="T68" fmla="*/ 498 w 622"/>
                <a:gd name="T69" fmla="*/ 46 h 326"/>
                <a:gd name="T70" fmla="*/ 577 w 622"/>
                <a:gd name="T71" fmla="*/ 30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22" h="326">
                  <a:moveTo>
                    <a:pt x="370" y="117"/>
                  </a:moveTo>
                  <a:lnTo>
                    <a:pt x="370" y="117"/>
                  </a:lnTo>
                  <a:cubicBezTo>
                    <a:pt x="346" y="156"/>
                    <a:pt x="328" y="203"/>
                    <a:pt x="310" y="258"/>
                  </a:cubicBezTo>
                  <a:cubicBezTo>
                    <a:pt x="286" y="178"/>
                    <a:pt x="258" y="117"/>
                    <a:pt x="218" y="75"/>
                  </a:cubicBezTo>
                  <a:cubicBezTo>
                    <a:pt x="194" y="50"/>
                    <a:pt x="167" y="30"/>
                    <a:pt x="134" y="18"/>
                  </a:cubicBezTo>
                  <a:cubicBezTo>
                    <a:pt x="99" y="6"/>
                    <a:pt x="60" y="0"/>
                    <a:pt x="16" y="0"/>
                  </a:cubicBezTo>
                  <a:cubicBezTo>
                    <a:pt x="11" y="0"/>
                    <a:pt x="5" y="3"/>
                    <a:pt x="2" y="8"/>
                  </a:cubicBezTo>
                  <a:cubicBezTo>
                    <a:pt x="0" y="12"/>
                    <a:pt x="1" y="18"/>
                    <a:pt x="4" y="23"/>
                  </a:cubicBezTo>
                  <a:cubicBezTo>
                    <a:pt x="62" y="111"/>
                    <a:pt x="91" y="184"/>
                    <a:pt x="130" y="238"/>
                  </a:cubicBezTo>
                  <a:cubicBezTo>
                    <a:pt x="148" y="264"/>
                    <a:pt x="170" y="286"/>
                    <a:pt x="200" y="301"/>
                  </a:cubicBezTo>
                  <a:cubicBezTo>
                    <a:pt x="229" y="316"/>
                    <a:pt x="265" y="325"/>
                    <a:pt x="310" y="325"/>
                  </a:cubicBezTo>
                  <a:cubicBezTo>
                    <a:pt x="356" y="325"/>
                    <a:pt x="392" y="316"/>
                    <a:pt x="421" y="301"/>
                  </a:cubicBezTo>
                  <a:cubicBezTo>
                    <a:pt x="443" y="290"/>
                    <a:pt x="461" y="275"/>
                    <a:pt x="476" y="257"/>
                  </a:cubicBezTo>
                  <a:cubicBezTo>
                    <a:pt x="500" y="229"/>
                    <a:pt x="519" y="195"/>
                    <a:pt x="540" y="156"/>
                  </a:cubicBezTo>
                  <a:cubicBezTo>
                    <a:pt x="561" y="116"/>
                    <a:pt x="584" y="72"/>
                    <a:pt x="617" y="23"/>
                  </a:cubicBezTo>
                  <a:cubicBezTo>
                    <a:pt x="620" y="18"/>
                    <a:pt x="621" y="12"/>
                    <a:pt x="618" y="8"/>
                  </a:cubicBezTo>
                  <a:cubicBezTo>
                    <a:pt x="616" y="3"/>
                    <a:pt x="610" y="0"/>
                    <a:pt x="605" y="0"/>
                  </a:cubicBezTo>
                  <a:cubicBezTo>
                    <a:pt x="559" y="0"/>
                    <a:pt x="520" y="6"/>
                    <a:pt x="487" y="18"/>
                  </a:cubicBezTo>
                  <a:cubicBezTo>
                    <a:pt x="438" y="36"/>
                    <a:pt x="400" y="70"/>
                    <a:pt x="370" y="117"/>
                  </a:cubicBezTo>
                  <a:close/>
                  <a:moveTo>
                    <a:pt x="167" y="238"/>
                  </a:moveTo>
                  <a:lnTo>
                    <a:pt x="167" y="238"/>
                  </a:lnTo>
                  <a:cubicBezTo>
                    <a:pt x="146" y="213"/>
                    <a:pt x="128" y="181"/>
                    <a:pt x="106" y="142"/>
                  </a:cubicBezTo>
                  <a:cubicBezTo>
                    <a:pt x="89" y="109"/>
                    <a:pt x="69" y="72"/>
                    <a:pt x="44" y="30"/>
                  </a:cubicBezTo>
                  <a:cubicBezTo>
                    <a:pt x="74" y="33"/>
                    <a:pt x="101" y="37"/>
                    <a:pt x="123" y="46"/>
                  </a:cubicBezTo>
                  <a:cubicBezTo>
                    <a:pt x="167" y="62"/>
                    <a:pt x="199" y="90"/>
                    <a:pt x="225" y="134"/>
                  </a:cubicBezTo>
                  <a:cubicBezTo>
                    <a:pt x="250" y="174"/>
                    <a:pt x="270" y="227"/>
                    <a:pt x="291" y="294"/>
                  </a:cubicBezTo>
                  <a:cubicBezTo>
                    <a:pt x="258" y="293"/>
                    <a:pt x="233" y="286"/>
                    <a:pt x="212" y="275"/>
                  </a:cubicBezTo>
                  <a:cubicBezTo>
                    <a:pt x="194" y="267"/>
                    <a:pt x="181" y="253"/>
                    <a:pt x="167" y="238"/>
                  </a:cubicBezTo>
                  <a:close/>
                  <a:moveTo>
                    <a:pt x="577" y="30"/>
                  </a:moveTo>
                  <a:lnTo>
                    <a:pt x="577" y="30"/>
                  </a:lnTo>
                  <a:cubicBezTo>
                    <a:pt x="527" y="109"/>
                    <a:pt x="500" y="175"/>
                    <a:pt x="468" y="220"/>
                  </a:cubicBezTo>
                  <a:cubicBezTo>
                    <a:pt x="450" y="244"/>
                    <a:pt x="432" y="262"/>
                    <a:pt x="407" y="275"/>
                  </a:cubicBezTo>
                  <a:cubicBezTo>
                    <a:pt x="388" y="286"/>
                    <a:pt x="363" y="293"/>
                    <a:pt x="330" y="294"/>
                  </a:cubicBezTo>
                  <a:cubicBezTo>
                    <a:pt x="357" y="202"/>
                    <a:pt x="385" y="137"/>
                    <a:pt x="424" y="95"/>
                  </a:cubicBezTo>
                  <a:cubicBezTo>
                    <a:pt x="444" y="73"/>
                    <a:pt x="468" y="57"/>
                    <a:pt x="498" y="46"/>
                  </a:cubicBezTo>
                  <a:cubicBezTo>
                    <a:pt x="520" y="37"/>
                    <a:pt x="547" y="33"/>
                    <a:pt x="577"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0" name="Freeform 512">
            <a:extLst>
              <a:ext uri="{FF2B5EF4-FFF2-40B4-BE49-F238E27FC236}">
                <a16:creationId xmlns:a16="http://schemas.microsoft.com/office/drawing/2014/main" id="{C45DCFEC-834B-C4AB-EEA1-FF09265A6845}"/>
              </a:ext>
            </a:extLst>
          </p:cNvPr>
          <p:cNvSpPr>
            <a:spLocks noChangeArrowheads="1"/>
          </p:cNvSpPr>
          <p:nvPr/>
        </p:nvSpPr>
        <p:spPr bwMode="auto">
          <a:xfrm>
            <a:off x="3219970" y="906884"/>
            <a:ext cx="257175" cy="201613"/>
          </a:xfrm>
          <a:custGeom>
            <a:avLst/>
            <a:gdLst>
              <a:gd name="T0" fmla="*/ 18 w 713"/>
              <a:gd name="T1" fmla="*/ 218 h 562"/>
              <a:gd name="T2" fmla="*/ 61 w 713"/>
              <a:gd name="T3" fmla="*/ 393 h 562"/>
              <a:gd name="T4" fmla="*/ 94 w 713"/>
              <a:gd name="T5" fmla="*/ 561 h 562"/>
              <a:gd name="T6" fmla="*/ 108 w 713"/>
              <a:gd name="T7" fmla="*/ 534 h 562"/>
              <a:gd name="T8" fmla="*/ 137 w 713"/>
              <a:gd name="T9" fmla="*/ 308 h 562"/>
              <a:gd name="T10" fmla="*/ 156 w 713"/>
              <a:gd name="T11" fmla="*/ 277 h 562"/>
              <a:gd name="T12" fmla="*/ 198 w 713"/>
              <a:gd name="T13" fmla="*/ 327 h 562"/>
              <a:gd name="T14" fmla="*/ 340 w 713"/>
              <a:gd name="T15" fmla="*/ 547 h 562"/>
              <a:gd name="T16" fmla="*/ 369 w 713"/>
              <a:gd name="T17" fmla="*/ 561 h 562"/>
              <a:gd name="T18" fmla="*/ 712 w 713"/>
              <a:gd name="T19" fmla="*/ 547 h 562"/>
              <a:gd name="T20" fmla="*/ 705 w 713"/>
              <a:gd name="T21" fmla="*/ 503 h 562"/>
              <a:gd name="T22" fmla="*/ 582 w 713"/>
              <a:gd name="T23" fmla="*/ 418 h 562"/>
              <a:gd name="T24" fmla="*/ 469 w 713"/>
              <a:gd name="T25" fmla="*/ 356 h 562"/>
              <a:gd name="T26" fmla="*/ 375 w 713"/>
              <a:gd name="T27" fmla="*/ 364 h 562"/>
              <a:gd name="T28" fmla="*/ 206 w 713"/>
              <a:gd name="T29" fmla="*/ 156 h 562"/>
              <a:gd name="T30" fmla="*/ 109 w 713"/>
              <a:gd name="T31" fmla="*/ 1 h 562"/>
              <a:gd name="T32" fmla="*/ 22 w 713"/>
              <a:gd name="T33" fmla="*/ 81 h 562"/>
              <a:gd name="T34" fmla="*/ 18 w 713"/>
              <a:gd name="T35" fmla="*/ 218 h 562"/>
              <a:gd name="T36" fmla="*/ 47 w 713"/>
              <a:gd name="T37" fmla="*/ 98 h 562"/>
              <a:gd name="T38" fmla="*/ 231 w 713"/>
              <a:gd name="T39" fmla="*/ 255 h 562"/>
              <a:gd name="T40" fmla="*/ 362 w 713"/>
              <a:gd name="T41" fmla="*/ 391 h 562"/>
              <a:gd name="T42" fmla="*/ 475 w 713"/>
              <a:gd name="T43" fmla="*/ 387 h 562"/>
              <a:gd name="T44" fmla="*/ 665 w 713"/>
              <a:gd name="T45" fmla="*/ 496 h 562"/>
              <a:gd name="T46" fmla="*/ 681 w 713"/>
              <a:gd name="T47" fmla="*/ 532 h 562"/>
              <a:gd name="T48" fmla="*/ 365 w 713"/>
              <a:gd name="T49" fmla="*/ 530 h 562"/>
              <a:gd name="T50" fmla="*/ 351 w 713"/>
              <a:gd name="T51" fmla="*/ 511 h 562"/>
              <a:gd name="T52" fmla="*/ 199 w 713"/>
              <a:gd name="T53" fmla="*/ 279 h 562"/>
              <a:gd name="T54" fmla="*/ 169 w 713"/>
              <a:gd name="T55" fmla="*/ 251 h 562"/>
              <a:gd name="T56" fmla="*/ 151 w 713"/>
              <a:gd name="T57" fmla="*/ 248 h 562"/>
              <a:gd name="T58" fmla="*/ 149 w 713"/>
              <a:gd name="T59" fmla="*/ 248 h 562"/>
              <a:gd name="T60" fmla="*/ 149 w 713"/>
              <a:gd name="T61" fmla="*/ 248 h 562"/>
              <a:gd name="T62" fmla="*/ 114 w 713"/>
              <a:gd name="T63" fmla="*/ 286 h 562"/>
              <a:gd name="T64" fmla="*/ 90 w 713"/>
              <a:gd name="T65" fmla="*/ 385 h 562"/>
              <a:gd name="T66" fmla="*/ 72 w 713"/>
              <a:gd name="T67" fmla="*/ 272 h 562"/>
              <a:gd name="T68" fmla="*/ 29 w 713"/>
              <a:gd name="T69" fmla="*/ 149 h 5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3" h="562">
                <a:moveTo>
                  <a:pt x="18" y="218"/>
                </a:moveTo>
                <a:lnTo>
                  <a:pt x="18" y="218"/>
                </a:lnTo>
                <a:cubicBezTo>
                  <a:pt x="28" y="239"/>
                  <a:pt x="38" y="258"/>
                  <a:pt x="43" y="279"/>
                </a:cubicBezTo>
                <a:cubicBezTo>
                  <a:pt x="50" y="305"/>
                  <a:pt x="56" y="347"/>
                  <a:pt x="61" y="393"/>
                </a:cubicBezTo>
                <a:cubicBezTo>
                  <a:pt x="67" y="440"/>
                  <a:pt x="72" y="494"/>
                  <a:pt x="79" y="548"/>
                </a:cubicBezTo>
                <a:cubicBezTo>
                  <a:pt x="80" y="555"/>
                  <a:pt x="87" y="561"/>
                  <a:pt x="94" y="561"/>
                </a:cubicBezTo>
                <a:cubicBezTo>
                  <a:pt x="103" y="559"/>
                  <a:pt x="108" y="554"/>
                  <a:pt x="108" y="545"/>
                </a:cubicBezTo>
                <a:cubicBezTo>
                  <a:pt x="108" y="545"/>
                  <a:pt x="108" y="541"/>
                  <a:pt x="108" y="534"/>
                </a:cubicBezTo>
                <a:cubicBezTo>
                  <a:pt x="109" y="508"/>
                  <a:pt x="111" y="445"/>
                  <a:pt x="119" y="385"/>
                </a:cubicBezTo>
                <a:cubicBezTo>
                  <a:pt x="123" y="356"/>
                  <a:pt x="129" y="327"/>
                  <a:pt x="137" y="308"/>
                </a:cubicBezTo>
                <a:cubicBezTo>
                  <a:pt x="140" y="298"/>
                  <a:pt x="144" y="290"/>
                  <a:pt x="148" y="284"/>
                </a:cubicBezTo>
                <a:cubicBezTo>
                  <a:pt x="151" y="280"/>
                  <a:pt x="154" y="277"/>
                  <a:pt x="156" y="277"/>
                </a:cubicBezTo>
                <a:cubicBezTo>
                  <a:pt x="158" y="279"/>
                  <a:pt x="162" y="282"/>
                  <a:pt x="166" y="286"/>
                </a:cubicBezTo>
                <a:cubicBezTo>
                  <a:pt x="174" y="295"/>
                  <a:pt x="185" y="309"/>
                  <a:pt x="198" y="327"/>
                </a:cubicBezTo>
                <a:cubicBezTo>
                  <a:pt x="234" y="382"/>
                  <a:pt x="281" y="465"/>
                  <a:pt x="328" y="529"/>
                </a:cubicBezTo>
                <a:cubicBezTo>
                  <a:pt x="332" y="534"/>
                  <a:pt x="335" y="540"/>
                  <a:pt x="340" y="547"/>
                </a:cubicBezTo>
                <a:cubicBezTo>
                  <a:pt x="344" y="551"/>
                  <a:pt x="347" y="554"/>
                  <a:pt x="353" y="556"/>
                </a:cubicBezTo>
                <a:cubicBezTo>
                  <a:pt x="357" y="559"/>
                  <a:pt x="364" y="561"/>
                  <a:pt x="369" y="561"/>
                </a:cubicBezTo>
                <a:cubicBezTo>
                  <a:pt x="696" y="561"/>
                  <a:pt x="696" y="561"/>
                  <a:pt x="696" y="561"/>
                </a:cubicBezTo>
                <a:cubicBezTo>
                  <a:pt x="705" y="561"/>
                  <a:pt x="710" y="554"/>
                  <a:pt x="712" y="547"/>
                </a:cubicBezTo>
                <a:cubicBezTo>
                  <a:pt x="712" y="544"/>
                  <a:pt x="712" y="541"/>
                  <a:pt x="712" y="538"/>
                </a:cubicBezTo>
                <a:cubicBezTo>
                  <a:pt x="712" y="526"/>
                  <a:pt x="709" y="514"/>
                  <a:pt x="705" y="503"/>
                </a:cubicBezTo>
                <a:cubicBezTo>
                  <a:pt x="696" y="485"/>
                  <a:pt x="683" y="471"/>
                  <a:pt x="667" y="460"/>
                </a:cubicBezTo>
                <a:cubicBezTo>
                  <a:pt x="643" y="443"/>
                  <a:pt x="614" y="432"/>
                  <a:pt x="582" y="418"/>
                </a:cubicBezTo>
                <a:cubicBezTo>
                  <a:pt x="550" y="403"/>
                  <a:pt x="517" y="385"/>
                  <a:pt x="486" y="358"/>
                </a:cubicBezTo>
                <a:cubicBezTo>
                  <a:pt x="482" y="353"/>
                  <a:pt x="474" y="353"/>
                  <a:pt x="469" y="356"/>
                </a:cubicBezTo>
                <a:cubicBezTo>
                  <a:pt x="449" y="369"/>
                  <a:pt x="433" y="374"/>
                  <a:pt x="415" y="374"/>
                </a:cubicBezTo>
                <a:cubicBezTo>
                  <a:pt x="402" y="374"/>
                  <a:pt x="388" y="371"/>
                  <a:pt x="375" y="364"/>
                </a:cubicBezTo>
                <a:cubicBezTo>
                  <a:pt x="351" y="353"/>
                  <a:pt x="328" y="333"/>
                  <a:pt x="304" y="305"/>
                </a:cubicBezTo>
                <a:cubicBezTo>
                  <a:pt x="270" y="265"/>
                  <a:pt x="236" y="211"/>
                  <a:pt x="206" y="156"/>
                </a:cubicBezTo>
                <a:cubicBezTo>
                  <a:pt x="174" y="102"/>
                  <a:pt x="147" y="48"/>
                  <a:pt x="119" y="7"/>
                </a:cubicBezTo>
                <a:cubicBezTo>
                  <a:pt x="118" y="4"/>
                  <a:pt x="114" y="1"/>
                  <a:pt x="109" y="1"/>
                </a:cubicBezTo>
                <a:cubicBezTo>
                  <a:pt x="105" y="0"/>
                  <a:pt x="101" y="1"/>
                  <a:pt x="98" y="4"/>
                </a:cubicBezTo>
                <a:cubicBezTo>
                  <a:pt x="61" y="32"/>
                  <a:pt x="38" y="58"/>
                  <a:pt x="22" y="81"/>
                </a:cubicBezTo>
                <a:cubicBezTo>
                  <a:pt x="7" y="105"/>
                  <a:pt x="0" y="128"/>
                  <a:pt x="0" y="149"/>
                </a:cubicBezTo>
                <a:cubicBezTo>
                  <a:pt x="0" y="175"/>
                  <a:pt x="9" y="197"/>
                  <a:pt x="18" y="218"/>
                </a:cubicBezTo>
                <a:close/>
                <a:moveTo>
                  <a:pt x="47" y="98"/>
                </a:moveTo>
                <a:lnTo>
                  <a:pt x="47" y="98"/>
                </a:lnTo>
                <a:cubicBezTo>
                  <a:pt x="58" y="80"/>
                  <a:pt x="76" y="61"/>
                  <a:pt x="104" y="37"/>
                </a:cubicBezTo>
                <a:cubicBezTo>
                  <a:pt x="141" y="96"/>
                  <a:pt x="184" y="182"/>
                  <a:pt x="231" y="255"/>
                </a:cubicBezTo>
                <a:cubicBezTo>
                  <a:pt x="257" y="295"/>
                  <a:pt x="285" y="331"/>
                  <a:pt x="315" y="359"/>
                </a:cubicBezTo>
                <a:cubicBezTo>
                  <a:pt x="330" y="371"/>
                  <a:pt x="346" y="384"/>
                  <a:pt x="362" y="391"/>
                </a:cubicBezTo>
                <a:cubicBezTo>
                  <a:pt x="379" y="399"/>
                  <a:pt x="397" y="403"/>
                  <a:pt x="415" y="403"/>
                </a:cubicBezTo>
                <a:cubicBezTo>
                  <a:pt x="435" y="403"/>
                  <a:pt x="455" y="398"/>
                  <a:pt x="475" y="387"/>
                </a:cubicBezTo>
                <a:cubicBezTo>
                  <a:pt x="524" y="428"/>
                  <a:pt x="578" y="447"/>
                  <a:pt x="616" y="465"/>
                </a:cubicBezTo>
                <a:cubicBezTo>
                  <a:pt x="638" y="475"/>
                  <a:pt x="655" y="485"/>
                  <a:pt x="665" y="496"/>
                </a:cubicBezTo>
                <a:cubicBezTo>
                  <a:pt x="670" y="501"/>
                  <a:pt x="674" y="507"/>
                  <a:pt x="677" y="514"/>
                </a:cubicBezTo>
                <a:cubicBezTo>
                  <a:pt x="680" y="519"/>
                  <a:pt x="680" y="525"/>
                  <a:pt x="681" y="532"/>
                </a:cubicBezTo>
                <a:cubicBezTo>
                  <a:pt x="369" y="532"/>
                  <a:pt x="369" y="532"/>
                  <a:pt x="369" y="532"/>
                </a:cubicBezTo>
                <a:cubicBezTo>
                  <a:pt x="366" y="530"/>
                  <a:pt x="366" y="530"/>
                  <a:pt x="365" y="530"/>
                </a:cubicBezTo>
                <a:cubicBezTo>
                  <a:pt x="365" y="530"/>
                  <a:pt x="364" y="529"/>
                  <a:pt x="361" y="526"/>
                </a:cubicBezTo>
                <a:cubicBezTo>
                  <a:pt x="359" y="522"/>
                  <a:pt x="357" y="516"/>
                  <a:pt x="351" y="511"/>
                </a:cubicBezTo>
                <a:cubicBezTo>
                  <a:pt x="314" y="461"/>
                  <a:pt x="277" y="398"/>
                  <a:pt x="243" y="345"/>
                </a:cubicBezTo>
                <a:cubicBezTo>
                  <a:pt x="227" y="319"/>
                  <a:pt x="212" y="297"/>
                  <a:pt x="199" y="279"/>
                </a:cubicBezTo>
                <a:cubicBezTo>
                  <a:pt x="192" y="271"/>
                  <a:pt x="185" y="264"/>
                  <a:pt x="180" y="258"/>
                </a:cubicBezTo>
                <a:cubicBezTo>
                  <a:pt x="176" y="255"/>
                  <a:pt x="173" y="253"/>
                  <a:pt x="169" y="251"/>
                </a:cubicBezTo>
                <a:cubicBezTo>
                  <a:pt x="165" y="250"/>
                  <a:pt x="161" y="247"/>
                  <a:pt x="156" y="247"/>
                </a:cubicBezTo>
                <a:cubicBezTo>
                  <a:pt x="154" y="247"/>
                  <a:pt x="152" y="248"/>
                  <a:pt x="151" y="248"/>
                </a:cubicBezTo>
                <a:lnTo>
                  <a:pt x="151" y="248"/>
                </a:lnTo>
                <a:lnTo>
                  <a:pt x="149" y="248"/>
                </a:lnTo>
                <a:lnTo>
                  <a:pt x="149" y="248"/>
                </a:lnTo>
                <a:lnTo>
                  <a:pt x="149" y="248"/>
                </a:lnTo>
                <a:cubicBezTo>
                  <a:pt x="144" y="250"/>
                  <a:pt x="138" y="253"/>
                  <a:pt x="134" y="257"/>
                </a:cubicBezTo>
                <a:cubicBezTo>
                  <a:pt x="125" y="264"/>
                  <a:pt x="119" y="273"/>
                  <a:pt x="114" y="286"/>
                </a:cubicBezTo>
                <a:cubicBezTo>
                  <a:pt x="104" y="305"/>
                  <a:pt x="98" y="331"/>
                  <a:pt x="93" y="359"/>
                </a:cubicBezTo>
                <a:cubicBezTo>
                  <a:pt x="91" y="367"/>
                  <a:pt x="91" y="376"/>
                  <a:pt x="90" y="385"/>
                </a:cubicBezTo>
                <a:cubicBezTo>
                  <a:pt x="85" y="340"/>
                  <a:pt x="79" y="300"/>
                  <a:pt x="72" y="272"/>
                </a:cubicBezTo>
                <a:lnTo>
                  <a:pt x="72" y="272"/>
                </a:lnTo>
                <a:cubicBezTo>
                  <a:pt x="65" y="247"/>
                  <a:pt x="54" y="226"/>
                  <a:pt x="44" y="206"/>
                </a:cubicBezTo>
                <a:cubicBezTo>
                  <a:pt x="36" y="186"/>
                  <a:pt x="29" y="168"/>
                  <a:pt x="29" y="149"/>
                </a:cubicBezTo>
                <a:cubicBezTo>
                  <a:pt x="29" y="134"/>
                  <a:pt x="33" y="117"/>
                  <a:pt x="47" y="98"/>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21" name="Group 623">
            <a:extLst>
              <a:ext uri="{FF2B5EF4-FFF2-40B4-BE49-F238E27FC236}">
                <a16:creationId xmlns:a16="http://schemas.microsoft.com/office/drawing/2014/main" id="{D4B9F711-E3E7-D547-BFF3-583F6FD41F93}"/>
              </a:ext>
            </a:extLst>
          </p:cNvPr>
          <p:cNvGrpSpPr/>
          <p:nvPr/>
        </p:nvGrpSpPr>
        <p:grpSpPr>
          <a:xfrm>
            <a:off x="3729558" y="880690"/>
            <a:ext cx="244475" cy="254000"/>
            <a:chOff x="2573338" y="1193800"/>
            <a:chExt cx="244475" cy="254000"/>
          </a:xfrm>
          <a:solidFill>
            <a:schemeClr val="accent4"/>
          </a:solidFill>
        </p:grpSpPr>
        <p:sp>
          <p:nvSpPr>
            <p:cNvPr id="622" name="Freeform 513">
              <a:extLst>
                <a:ext uri="{FF2B5EF4-FFF2-40B4-BE49-F238E27FC236}">
                  <a16:creationId xmlns:a16="http://schemas.microsoft.com/office/drawing/2014/main" id="{7E04D860-5C65-2C03-300D-05B004EE0A35}"/>
                </a:ext>
              </a:extLst>
            </p:cNvPr>
            <p:cNvSpPr>
              <a:spLocks noChangeArrowheads="1"/>
            </p:cNvSpPr>
            <p:nvPr/>
          </p:nvSpPr>
          <p:spPr bwMode="auto">
            <a:xfrm>
              <a:off x="2754313" y="1393825"/>
              <a:ext cx="53975" cy="53975"/>
            </a:xfrm>
            <a:custGeom>
              <a:avLst/>
              <a:gdLst>
                <a:gd name="T0" fmla="*/ 148 w 149"/>
                <a:gd name="T1" fmla="*/ 74 h 149"/>
                <a:gd name="T2" fmla="*/ 148 w 149"/>
                <a:gd name="T3" fmla="*/ 74 h 149"/>
                <a:gd name="T4" fmla="*/ 74 w 149"/>
                <a:gd name="T5" fmla="*/ 0 h 149"/>
                <a:gd name="T6" fmla="*/ 0 w 149"/>
                <a:gd name="T7" fmla="*/ 74 h 149"/>
                <a:gd name="T8" fmla="*/ 74 w 149"/>
                <a:gd name="T9" fmla="*/ 148 h 149"/>
                <a:gd name="T10" fmla="*/ 148 w 149"/>
                <a:gd name="T11" fmla="*/ 74 h 149"/>
                <a:gd name="T12" fmla="*/ 30 w 149"/>
                <a:gd name="T13" fmla="*/ 74 h 149"/>
                <a:gd name="T14" fmla="*/ 30 w 149"/>
                <a:gd name="T15" fmla="*/ 74 h 149"/>
                <a:gd name="T16" fmla="*/ 74 w 149"/>
                <a:gd name="T17" fmla="*/ 30 h 149"/>
                <a:gd name="T18" fmla="*/ 119 w 149"/>
                <a:gd name="T19" fmla="*/ 74 h 149"/>
                <a:gd name="T20" fmla="*/ 74 w 149"/>
                <a:gd name="T21" fmla="*/ 119 h 149"/>
                <a:gd name="T22" fmla="*/ 30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4" y="0"/>
                    <a:pt x="74" y="0"/>
                  </a:cubicBezTo>
                  <a:cubicBezTo>
                    <a:pt x="33" y="0"/>
                    <a:pt x="0" y="33"/>
                    <a:pt x="0" y="74"/>
                  </a:cubicBezTo>
                  <a:cubicBezTo>
                    <a:pt x="0" y="114"/>
                    <a:pt x="33" y="148"/>
                    <a:pt x="74" y="148"/>
                  </a:cubicBezTo>
                  <a:cubicBezTo>
                    <a:pt x="114" y="148"/>
                    <a:pt x="148" y="114"/>
                    <a:pt x="148" y="74"/>
                  </a:cubicBezTo>
                  <a:close/>
                  <a:moveTo>
                    <a:pt x="30" y="74"/>
                  </a:moveTo>
                  <a:lnTo>
                    <a:pt x="30" y="74"/>
                  </a:lnTo>
                  <a:cubicBezTo>
                    <a:pt x="30" y="50"/>
                    <a:pt x="50" y="30"/>
                    <a:pt x="74" y="30"/>
                  </a:cubicBezTo>
                  <a:cubicBezTo>
                    <a:pt x="98" y="30"/>
                    <a:pt x="119" y="50"/>
                    <a:pt x="119" y="74"/>
                  </a:cubicBezTo>
                  <a:cubicBezTo>
                    <a:pt x="119" y="98"/>
                    <a:pt x="98" y="117"/>
                    <a:pt x="74" y="119"/>
                  </a:cubicBezTo>
                  <a:cubicBezTo>
                    <a:pt x="50" y="117"/>
                    <a:pt x="30" y="98"/>
                    <a:pt x="3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3" name="Freeform 514">
              <a:extLst>
                <a:ext uri="{FF2B5EF4-FFF2-40B4-BE49-F238E27FC236}">
                  <a16:creationId xmlns:a16="http://schemas.microsoft.com/office/drawing/2014/main" id="{E36CB969-F49E-03FF-95A2-90AA53786C2A}"/>
                </a:ext>
              </a:extLst>
            </p:cNvPr>
            <p:cNvSpPr>
              <a:spLocks noChangeArrowheads="1"/>
            </p:cNvSpPr>
            <p:nvPr/>
          </p:nvSpPr>
          <p:spPr bwMode="auto">
            <a:xfrm>
              <a:off x="2627313" y="1393825"/>
              <a:ext cx="53975" cy="53975"/>
            </a:xfrm>
            <a:custGeom>
              <a:avLst/>
              <a:gdLst>
                <a:gd name="T0" fmla="*/ 148 w 149"/>
                <a:gd name="T1" fmla="*/ 74 h 149"/>
                <a:gd name="T2" fmla="*/ 148 w 149"/>
                <a:gd name="T3" fmla="*/ 74 h 149"/>
                <a:gd name="T4" fmla="*/ 75 w 149"/>
                <a:gd name="T5" fmla="*/ 0 h 149"/>
                <a:gd name="T6" fmla="*/ 0 w 149"/>
                <a:gd name="T7" fmla="*/ 74 h 149"/>
                <a:gd name="T8" fmla="*/ 75 w 149"/>
                <a:gd name="T9" fmla="*/ 148 h 149"/>
                <a:gd name="T10" fmla="*/ 148 w 149"/>
                <a:gd name="T11" fmla="*/ 74 h 149"/>
                <a:gd name="T12" fmla="*/ 31 w 149"/>
                <a:gd name="T13" fmla="*/ 74 h 149"/>
                <a:gd name="T14" fmla="*/ 31 w 149"/>
                <a:gd name="T15" fmla="*/ 74 h 149"/>
                <a:gd name="T16" fmla="*/ 75 w 149"/>
                <a:gd name="T17" fmla="*/ 30 h 149"/>
                <a:gd name="T18" fmla="*/ 119 w 149"/>
                <a:gd name="T19" fmla="*/ 74 h 149"/>
                <a:gd name="T20" fmla="*/ 75 w 149"/>
                <a:gd name="T21" fmla="*/ 119 h 149"/>
                <a:gd name="T22" fmla="*/ 31 w 149"/>
                <a:gd name="T23"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49">
                  <a:moveTo>
                    <a:pt x="148" y="74"/>
                  </a:moveTo>
                  <a:lnTo>
                    <a:pt x="148" y="74"/>
                  </a:lnTo>
                  <a:cubicBezTo>
                    <a:pt x="148" y="33"/>
                    <a:pt x="115" y="0"/>
                    <a:pt x="75" y="0"/>
                  </a:cubicBezTo>
                  <a:cubicBezTo>
                    <a:pt x="33" y="0"/>
                    <a:pt x="0" y="33"/>
                    <a:pt x="0" y="74"/>
                  </a:cubicBezTo>
                  <a:cubicBezTo>
                    <a:pt x="0" y="114"/>
                    <a:pt x="33" y="148"/>
                    <a:pt x="75" y="148"/>
                  </a:cubicBezTo>
                  <a:cubicBezTo>
                    <a:pt x="115" y="148"/>
                    <a:pt x="148" y="114"/>
                    <a:pt x="148" y="74"/>
                  </a:cubicBezTo>
                  <a:close/>
                  <a:moveTo>
                    <a:pt x="31" y="74"/>
                  </a:moveTo>
                  <a:lnTo>
                    <a:pt x="31" y="74"/>
                  </a:lnTo>
                  <a:cubicBezTo>
                    <a:pt x="31" y="50"/>
                    <a:pt x="50" y="30"/>
                    <a:pt x="75" y="30"/>
                  </a:cubicBezTo>
                  <a:cubicBezTo>
                    <a:pt x="98" y="30"/>
                    <a:pt x="119" y="50"/>
                    <a:pt x="119" y="74"/>
                  </a:cubicBezTo>
                  <a:cubicBezTo>
                    <a:pt x="119" y="98"/>
                    <a:pt x="98" y="117"/>
                    <a:pt x="75" y="119"/>
                  </a:cubicBezTo>
                  <a:cubicBezTo>
                    <a:pt x="50" y="117"/>
                    <a:pt x="31" y="98"/>
                    <a:pt x="31"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4" name="Freeform 515">
              <a:extLst>
                <a:ext uri="{FF2B5EF4-FFF2-40B4-BE49-F238E27FC236}">
                  <a16:creationId xmlns:a16="http://schemas.microsoft.com/office/drawing/2014/main" id="{4745DC96-FAB4-EED9-4D6C-73B6173529BB}"/>
                </a:ext>
              </a:extLst>
            </p:cNvPr>
            <p:cNvSpPr>
              <a:spLocks noChangeArrowheads="1"/>
            </p:cNvSpPr>
            <p:nvPr/>
          </p:nvSpPr>
          <p:spPr bwMode="auto">
            <a:xfrm>
              <a:off x="2573338" y="1193800"/>
              <a:ext cx="244475" cy="190500"/>
            </a:xfrm>
            <a:custGeom>
              <a:avLst/>
              <a:gdLst>
                <a:gd name="T0" fmla="*/ 14 w 678"/>
                <a:gd name="T1" fmla="*/ 175 h 530"/>
                <a:gd name="T2" fmla="*/ 14 w 678"/>
                <a:gd name="T3" fmla="*/ 175 h 530"/>
                <a:gd name="T4" fmla="*/ 62 w 678"/>
                <a:gd name="T5" fmla="*/ 175 h 530"/>
                <a:gd name="T6" fmla="*/ 88 w 678"/>
                <a:gd name="T7" fmla="*/ 251 h 530"/>
                <a:gd name="T8" fmla="*/ 88 w 678"/>
                <a:gd name="T9" fmla="*/ 290 h 530"/>
                <a:gd name="T10" fmla="*/ 126 w 678"/>
                <a:gd name="T11" fmla="*/ 456 h 530"/>
                <a:gd name="T12" fmla="*/ 182 w 678"/>
                <a:gd name="T13" fmla="*/ 509 h 530"/>
                <a:gd name="T14" fmla="*/ 266 w 678"/>
                <a:gd name="T15" fmla="*/ 529 h 530"/>
                <a:gd name="T16" fmla="*/ 497 w 678"/>
                <a:gd name="T17" fmla="*/ 529 h 530"/>
                <a:gd name="T18" fmla="*/ 583 w 678"/>
                <a:gd name="T19" fmla="*/ 509 h 530"/>
                <a:gd name="T20" fmla="*/ 656 w 678"/>
                <a:gd name="T21" fmla="*/ 421 h 530"/>
                <a:gd name="T22" fmla="*/ 677 w 678"/>
                <a:gd name="T23" fmla="*/ 290 h 530"/>
                <a:gd name="T24" fmla="*/ 677 w 678"/>
                <a:gd name="T25" fmla="*/ 248 h 530"/>
                <a:gd name="T26" fmla="*/ 677 w 678"/>
                <a:gd name="T27" fmla="*/ 224 h 530"/>
                <a:gd name="T28" fmla="*/ 482 w 678"/>
                <a:gd name="T29" fmla="*/ 0 h 530"/>
                <a:gd name="T30" fmla="*/ 476 w 678"/>
                <a:gd name="T31" fmla="*/ 0 h 530"/>
                <a:gd name="T32" fmla="*/ 432 w 678"/>
                <a:gd name="T33" fmla="*/ 37 h 530"/>
                <a:gd name="T34" fmla="*/ 432 w 678"/>
                <a:gd name="T35" fmla="*/ 37 h 530"/>
                <a:gd name="T36" fmla="*/ 399 w 678"/>
                <a:gd name="T37" fmla="*/ 235 h 530"/>
                <a:gd name="T38" fmla="*/ 113 w 678"/>
                <a:gd name="T39" fmla="*/ 235 h 530"/>
                <a:gd name="T40" fmla="*/ 87 w 678"/>
                <a:gd name="T41" fmla="*/ 156 h 530"/>
                <a:gd name="T42" fmla="*/ 73 w 678"/>
                <a:gd name="T43" fmla="*/ 146 h 530"/>
                <a:gd name="T44" fmla="*/ 14 w 678"/>
                <a:gd name="T45" fmla="*/ 146 h 530"/>
                <a:gd name="T46" fmla="*/ 0 w 678"/>
                <a:gd name="T47" fmla="*/ 160 h 530"/>
                <a:gd name="T48" fmla="*/ 14 w 678"/>
                <a:gd name="T49" fmla="*/ 175 h 530"/>
                <a:gd name="T50" fmla="*/ 461 w 678"/>
                <a:gd name="T51" fmla="*/ 41 h 530"/>
                <a:gd name="T52" fmla="*/ 461 w 678"/>
                <a:gd name="T53" fmla="*/ 41 h 530"/>
                <a:gd name="T54" fmla="*/ 447 w 678"/>
                <a:gd name="T55" fmla="*/ 40 h 530"/>
                <a:gd name="T56" fmla="*/ 461 w 678"/>
                <a:gd name="T57" fmla="*/ 41 h 530"/>
                <a:gd name="T58" fmla="*/ 476 w 678"/>
                <a:gd name="T59" fmla="*/ 29 h 530"/>
                <a:gd name="T60" fmla="*/ 478 w 678"/>
                <a:gd name="T61" fmla="*/ 29 h 530"/>
                <a:gd name="T62" fmla="*/ 648 w 678"/>
                <a:gd name="T63" fmla="*/ 224 h 530"/>
                <a:gd name="T64" fmla="*/ 648 w 678"/>
                <a:gd name="T65" fmla="*/ 235 h 530"/>
                <a:gd name="T66" fmla="*/ 429 w 678"/>
                <a:gd name="T67" fmla="*/ 235 h 530"/>
                <a:gd name="T68" fmla="*/ 461 w 678"/>
                <a:gd name="T69" fmla="*/ 41 h 530"/>
                <a:gd name="T70" fmla="*/ 117 w 678"/>
                <a:gd name="T71" fmla="*/ 264 h 530"/>
                <a:gd name="T72" fmla="*/ 117 w 678"/>
                <a:gd name="T73" fmla="*/ 264 h 530"/>
                <a:gd name="T74" fmla="*/ 411 w 678"/>
                <a:gd name="T75" fmla="*/ 264 h 530"/>
                <a:gd name="T76" fmla="*/ 411 w 678"/>
                <a:gd name="T77" fmla="*/ 264 h 530"/>
                <a:gd name="T78" fmla="*/ 648 w 678"/>
                <a:gd name="T79" fmla="*/ 264 h 530"/>
                <a:gd name="T80" fmla="*/ 648 w 678"/>
                <a:gd name="T81" fmla="*/ 290 h 530"/>
                <a:gd name="T82" fmla="*/ 613 w 678"/>
                <a:gd name="T83" fmla="*/ 440 h 530"/>
                <a:gd name="T84" fmla="*/ 569 w 678"/>
                <a:gd name="T85" fmla="*/ 483 h 530"/>
                <a:gd name="T86" fmla="*/ 497 w 678"/>
                <a:gd name="T87" fmla="*/ 500 h 530"/>
                <a:gd name="T88" fmla="*/ 266 w 678"/>
                <a:gd name="T89" fmla="*/ 500 h 530"/>
                <a:gd name="T90" fmla="*/ 196 w 678"/>
                <a:gd name="T91" fmla="*/ 483 h 530"/>
                <a:gd name="T92" fmla="*/ 135 w 678"/>
                <a:gd name="T93" fmla="*/ 410 h 530"/>
                <a:gd name="T94" fmla="*/ 117 w 678"/>
                <a:gd name="T95" fmla="*/ 290 h 530"/>
                <a:gd name="T96" fmla="*/ 117 w 678"/>
                <a:gd name="T97" fmla="*/ 264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8" h="530">
                  <a:moveTo>
                    <a:pt x="14" y="175"/>
                  </a:moveTo>
                  <a:lnTo>
                    <a:pt x="14" y="175"/>
                  </a:lnTo>
                  <a:cubicBezTo>
                    <a:pt x="62" y="175"/>
                    <a:pt x="62" y="175"/>
                    <a:pt x="62" y="175"/>
                  </a:cubicBezTo>
                  <a:cubicBezTo>
                    <a:pt x="88" y="251"/>
                    <a:pt x="88" y="251"/>
                    <a:pt x="88" y="251"/>
                  </a:cubicBezTo>
                  <a:cubicBezTo>
                    <a:pt x="88" y="290"/>
                    <a:pt x="88" y="290"/>
                    <a:pt x="88" y="290"/>
                  </a:cubicBezTo>
                  <a:cubicBezTo>
                    <a:pt x="88" y="353"/>
                    <a:pt x="98" y="411"/>
                    <a:pt x="126" y="456"/>
                  </a:cubicBezTo>
                  <a:cubicBezTo>
                    <a:pt x="139" y="478"/>
                    <a:pt x="159" y="497"/>
                    <a:pt x="182" y="509"/>
                  </a:cubicBezTo>
                  <a:cubicBezTo>
                    <a:pt x="206" y="522"/>
                    <a:pt x="235" y="529"/>
                    <a:pt x="266" y="529"/>
                  </a:cubicBezTo>
                  <a:cubicBezTo>
                    <a:pt x="497" y="529"/>
                    <a:pt x="497" y="529"/>
                    <a:pt x="497" y="529"/>
                  </a:cubicBezTo>
                  <a:cubicBezTo>
                    <a:pt x="530" y="529"/>
                    <a:pt x="559" y="522"/>
                    <a:pt x="583" y="509"/>
                  </a:cubicBezTo>
                  <a:cubicBezTo>
                    <a:pt x="617" y="490"/>
                    <a:pt x="642" y="458"/>
                    <a:pt x="656" y="421"/>
                  </a:cubicBezTo>
                  <a:cubicBezTo>
                    <a:pt x="671" y="382"/>
                    <a:pt x="677" y="338"/>
                    <a:pt x="677" y="290"/>
                  </a:cubicBezTo>
                  <a:cubicBezTo>
                    <a:pt x="677" y="248"/>
                    <a:pt x="677" y="248"/>
                    <a:pt x="677" y="248"/>
                  </a:cubicBezTo>
                  <a:cubicBezTo>
                    <a:pt x="677" y="224"/>
                    <a:pt x="677" y="224"/>
                    <a:pt x="677" y="224"/>
                  </a:cubicBezTo>
                  <a:cubicBezTo>
                    <a:pt x="677" y="109"/>
                    <a:pt x="592" y="15"/>
                    <a:pt x="482" y="0"/>
                  </a:cubicBezTo>
                  <a:cubicBezTo>
                    <a:pt x="480" y="0"/>
                    <a:pt x="478" y="0"/>
                    <a:pt x="476" y="0"/>
                  </a:cubicBezTo>
                  <a:cubicBezTo>
                    <a:pt x="454" y="0"/>
                    <a:pt x="436" y="15"/>
                    <a:pt x="432" y="37"/>
                  </a:cubicBezTo>
                  <a:lnTo>
                    <a:pt x="432" y="37"/>
                  </a:lnTo>
                  <a:cubicBezTo>
                    <a:pt x="399" y="235"/>
                    <a:pt x="399" y="235"/>
                    <a:pt x="399" y="235"/>
                  </a:cubicBezTo>
                  <a:cubicBezTo>
                    <a:pt x="113" y="235"/>
                    <a:pt x="113" y="235"/>
                    <a:pt x="113" y="235"/>
                  </a:cubicBezTo>
                  <a:cubicBezTo>
                    <a:pt x="87" y="156"/>
                    <a:pt x="87" y="156"/>
                    <a:pt x="87" y="156"/>
                  </a:cubicBezTo>
                  <a:cubicBezTo>
                    <a:pt x="85" y="149"/>
                    <a:pt x="80" y="146"/>
                    <a:pt x="73" y="146"/>
                  </a:cubicBezTo>
                  <a:cubicBezTo>
                    <a:pt x="14" y="146"/>
                    <a:pt x="14" y="146"/>
                    <a:pt x="14" y="146"/>
                  </a:cubicBezTo>
                  <a:cubicBezTo>
                    <a:pt x="5" y="146"/>
                    <a:pt x="0" y="152"/>
                    <a:pt x="0" y="160"/>
                  </a:cubicBezTo>
                  <a:cubicBezTo>
                    <a:pt x="0" y="168"/>
                    <a:pt x="5" y="175"/>
                    <a:pt x="14" y="175"/>
                  </a:cubicBezTo>
                  <a:close/>
                  <a:moveTo>
                    <a:pt x="461" y="41"/>
                  </a:moveTo>
                  <a:lnTo>
                    <a:pt x="461" y="41"/>
                  </a:lnTo>
                  <a:cubicBezTo>
                    <a:pt x="447" y="40"/>
                    <a:pt x="447" y="40"/>
                    <a:pt x="447" y="40"/>
                  </a:cubicBezTo>
                  <a:cubicBezTo>
                    <a:pt x="461" y="41"/>
                    <a:pt x="461" y="41"/>
                    <a:pt x="461" y="41"/>
                  </a:cubicBezTo>
                  <a:cubicBezTo>
                    <a:pt x="463" y="34"/>
                    <a:pt x="469" y="29"/>
                    <a:pt x="476" y="29"/>
                  </a:cubicBezTo>
                  <a:cubicBezTo>
                    <a:pt x="478" y="29"/>
                    <a:pt x="478" y="29"/>
                    <a:pt x="478" y="29"/>
                  </a:cubicBezTo>
                  <a:cubicBezTo>
                    <a:pt x="573" y="43"/>
                    <a:pt x="648" y="124"/>
                    <a:pt x="648" y="224"/>
                  </a:cubicBezTo>
                  <a:cubicBezTo>
                    <a:pt x="648" y="235"/>
                    <a:pt x="648" y="235"/>
                    <a:pt x="648" y="235"/>
                  </a:cubicBezTo>
                  <a:cubicBezTo>
                    <a:pt x="429" y="235"/>
                    <a:pt x="429" y="235"/>
                    <a:pt x="429" y="235"/>
                  </a:cubicBezTo>
                  <a:lnTo>
                    <a:pt x="461" y="41"/>
                  </a:lnTo>
                  <a:close/>
                  <a:moveTo>
                    <a:pt x="117" y="264"/>
                  </a:moveTo>
                  <a:lnTo>
                    <a:pt x="117" y="264"/>
                  </a:lnTo>
                  <a:cubicBezTo>
                    <a:pt x="411" y="264"/>
                    <a:pt x="411" y="264"/>
                    <a:pt x="411" y="264"/>
                  </a:cubicBezTo>
                  <a:lnTo>
                    <a:pt x="411" y="264"/>
                  </a:lnTo>
                  <a:cubicBezTo>
                    <a:pt x="648" y="264"/>
                    <a:pt x="648" y="264"/>
                    <a:pt x="648" y="264"/>
                  </a:cubicBezTo>
                  <a:cubicBezTo>
                    <a:pt x="648" y="290"/>
                    <a:pt x="648" y="290"/>
                    <a:pt x="648" y="290"/>
                  </a:cubicBezTo>
                  <a:cubicBezTo>
                    <a:pt x="648" y="351"/>
                    <a:pt x="637" y="403"/>
                    <a:pt x="613" y="440"/>
                  </a:cubicBezTo>
                  <a:cubicBezTo>
                    <a:pt x="602" y="458"/>
                    <a:pt x="587" y="474"/>
                    <a:pt x="569" y="483"/>
                  </a:cubicBezTo>
                  <a:cubicBezTo>
                    <a:pt x="550" y="493"/>
                    <a:pt x="526" y="498"/>
                    <a:pt x="497" y="500"/>
                  </a:cubicBezTo>
                  <a:cubicBezTo>
                    <a:pt x="266" y="500"/>
                    <a:pt x="266" y="500"/>
                    <a:pt x="266" y="500"/>
                  </a:cubicBezTo>
                  <a:cubicBezTo>
                    <a:pt x="239" y="498"/>
                    <a:pt x="215" y="493"/>
                    <a:pt x="196" y="483"/>
                  </a:cubicBezTo>
                  <a:cubicBezTo>
                    <a:pt x="168" y="468"/>
                    <a:pt x="149" y="443"/>
                    <a:pt x="135" y="410"/>
                  </a:cubicBezTo>
                  <a:cubicBezTo>
                    <a:pt x="123" y="377"/>
                    <a:pt x="117" y="335"/>
                    <a:pt x="117" y="290"/>
                  </a:cubicBezTo>
                  <a:lnTo>
                    <a:pt x="117" y="2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25" name="Freeform 516">
            <a:extLst>
              <a:ext uri="{FF2B5EF4-FFF2-40B4-BE49-F238E27FC236}">
                <a16:creationId xmlns:a16="http://schemas.microsoft.com/office/drawing/2014/main" id="{976820BD-7E6F-C822-A9B0-F899A7E7B59E}"/>
              </a:ext>
            </a:extLst>
          </p:cNvPr>
          <p:cNvSpPr>
            <a:spLocks noChangeArrowheads="1"/>
          </p:cNvSpPr>
          <p:nvPr/>
        </p:nvSpPr>
        <p:spPr bwMode="auto">
          <a:xfrm>
            <a:off x="1184795" y="1393453"/>
            <a:ext cx="255588" cy="233362"/>
          </a:xfrm>
          <a:custGeom>
            <a:avLst/>
            <a:gdLst>
              <a:gd name="T0" fmla="*/ 73 w 708"/>
              <a:gd name="T1" fmla="*/ 648 h 649"/>
              <a:gd name="T2" fmla="*/ 707 w 708"/>
              <a:gd name="T3" fmla="*/ 575 h 649"/>
              <a:gd name="T4" fmla="*/ 633 w 708"/>
              <a:gd name="T5" fmla="*/ 118 h 649"/>
              <a:gd name="T6" fmla="*/ 500 w 708"/>
              <a:gd name="T7" fmla="*/ 44 h 649"/>
              <a:gd name="T8" fmla="*/ 250 w 708"/>
              <a:gd name="T9" fmla="*/ 0 h 649"/>
              <a:gd name="T10" fmla="*/ 206 w 708"/>
              <a:gd name="T11" fmla="*/ 118 h 649"/>
              <a:gd name="T12" fmla="*/ 0 w 708"/>
              <a:gd name="T13" fmla="*/ 191 h 649"/>
              <a:gd name="T14" fmla="*/ 73 w 708"/>
              <a:gd name="T15" fmla="*/ 648 h 649"/>
              <a:gd name="T16" fmla="*/ 235 w 708"/>
              <a:gd name="T17" fmla="*/ 44 h 649"/>
              <a:gd name="T18" fmla="*/ 456 w 708"/>
              <a:gd name="T19" fmla="*/ 29 h 649"/>
              <a:gd name="T20" fmla="*/ 471 w 708"/>
              <a:gd name="T21" fmla="*/ 118 h 649"/>
              <a:gd name="T22" fmla="*/ 235 w 708"/>
              <a:gd name="T23" fmla="*/ 44 h 649"/>
              <a:gd name="T24" fmla="*/ 633 w 708"/>
              <a:gd name="T25" fmla="*/ 619 h 649"/>
              <a:gd name="T26" fmla="*/ 29 w 708"/>
              <a:gd name="T27" fmla="*/ 575 h 649"/>
              <a:gd name="T28" fmla="*/ 51 w 708"/>
              <a:gd name="T29" fmla="*/ 281 h 649"/>
              <a:gd name="T30" fmla="*/ 265 w 708"/>
              <a:gd name="T31" fmla="*/ 379 h 649"/>
              <a:gd name="T32" fmla="*/ 309 w 708"/>
              <a:gd name="T33" fmla="*/ 442 h 649"/>
              <a:gd name="T34" fmla="*/ 442 w 708"/>
              <a:gd name="T35" fmla="*/ 398 h 649"/>
              <a:gd name="T36" fmla="*/ 550 w 708"/>
              <a:gd name="T37" fmla="*/ 345 h 649"/>
              <a:gd name="T38" fmla="*/ 677 w 708"/>
              <a:gd name="T39" fmla="*/ 257 h 649"/>
              <a:gd name="T40" fmla="*/ 633 w 708"/>
              <a:gd name="T41" fmla="*/ 619 h 649"/>
              <a:gd name="T42" fmla="*/ 412 w 708"/>
              <a:gd name="T43" fmla="*/ 368 h 649"/>
              <a:gd name="T44" fmla="*/ 398 w 708"/>
              <a:gd name="T45" fmla="*/ 412 h 649"/>
              <a:gd name="T46" fmla="*/ 294 w 708"/>
              <a:gd name="T47" fmla="*/ 398 h 649"/>
              <a:gd name="T48" fmla="*/ 294 w 708"/>
              <a:gd name="T49" fmla="*/ 338 h 649"/>
              <a:gd name="T50" fmla="*/ 398 w 708"/>
              <a:gd name="T51" fmla="*/ 323 h 649"/>
              <a:gd name="T52" fmla="*/ 412 w 708"/>
              <a:gd name="T53" fmla="*/ 368 h 649"/>
              <a:gd name="T54" fmla="*/ 73 w 708"/>
              <a:gd name="T55" fmla="*/ 147 h 649"/>
              <a:gd name="T56" fmla="*/ 486 w 708"/>
              <a:gd name="T57" fmla="*/ 147 h 649"/>
              <a:gd name="T58" fmla="*/ 677 w 708"/>
              <a:gd name="T59" fmla="*/ 191 h 649"/>
              <a:gd name="T60" fmla="*/ 633 w 708"/>
              <a:gd name="T61" fmla="*/ 260 h 649"/>
              <a:gd name="T62" fmla="*/ 442 w 708"/>
              <a:gd name="T63" fmla="*/ 348 h 649"/>
              <a:gd name="T64" fmla="*/ 398 w 708"/>
              <a:gd name="T65" fmla="*/ 294 h 649"/>
              <a:gd name="T66" fmla="*/ 265 w 708"/>
              <a:gd name="T67" fmla="*/ 338 h 649"/>
              <a:gd name="T68" fmla="*/ 164 w 708"/>
              <a:gd name="T69" fmla="*/ 316 h 649"/>
              <a:gd name="T70" fmla="*/ 29 w 708"/>
              <a:gd name="T71" fmla="*/ 214 h 649"/>
              <a:gd name="T72" fmla="*/ 73 w 708"/>
              <a:gd name="T73" fmla="*/ 147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649">
                <a:moveTo>
                  <a:pt x="73" y="648"/>
                </a:moveTo>
                <a:lnTo>
                  <a:pt x="73" y="648"/>
                </a:lnTo>
                <a:cubicBezTo>
                  <a:pt x="633" y="648"/>
                  <a:pt x="633" y="648"/>
                  <a:pt x="633" y="648"/>
                </a:cubicBezTo>
                <a:cubicBezTo>
                  <a:pt x="674" y="648"/>
                  <a:pt x="707" y="615"/>
                  <a:pt x="707" y="575"/>
                </a:cubicBezTo>
                <a:cubicBezTo>
                  <a:pt x="707" y="191"/>
                  <a:pt x="707" y="191"/>
                  <a:pt x="707" y="191"/>
                </a:cubicBezTo>
                <a:cubicBezTo>
                  <a:pt x="707" y="151"/>
                  <a:pt x="674" y="118"/>
                  <a:pt x="633" y="118"/>
                </a:cubicBezTo>
                <a:cubicBezTo>
                  <a:pt x="500" y="118"/>
                  <a:pt x="500" y="118"/>
                  <a:pt x="500" y="118"/>
                </a:cubicBezTo>
                <a:cubicBezTo>
                  <a:pt x="500" y="44"/>
                  <a:pt x="500" y="44"/>
                  <a:pt x="500" y="44"/>
                </a:cubicBezTo>
                <a:cubicBezTo>
                  <a:pt x="500" y="19"/>
                  <a:pt x="481" y="0"/>
                  <a:pt x="456" y="0"/>
                </a:cubicBezTo>
                <a:cubicBezTo>
                  <a:pt x="250" y="0"/>
                  <a:pt x="250" y="0"/>
                  <a:pt x="250" y="0"/>
                </a:cubicBezTo>
                <a:cubicBezTo>
                  <a:pt x="225" y="0"/>
                  <a:pt x="206" y="19"/>
                  <a:pt x="206" y="44"/>
                </a:cubicBezTo>
                <a:cubicBezTo>
                  <a:pt x="206" y="118"/>
                  <a:pt x="206" y="118"/>
                  <a:pt x="206" y="118"/>
                </a:cubicBezTo>
                <a:cubicBezTo>
                  <a:pt x="73" y="118"/>
                  <a:pt x="73" y="118"/>
                  <a:pt x="73" y="118"/>
                </a:cubicBezTo>
                <a:cubicBezTo>
                  <a:pt x="32" y="118"/>
                  <a:pt x="0" y="151"/>
                  <a:pt x="0" y="191"/>
                </a:cubicBezTo>
                <a:cubicBezTo>
                  <a:pt x="0" y="575"/>
                  <a:pt x="0" y="575"/>
                  <a:pt x="0" y="575"/>
                </a:cubicBezTo>
                <a:cubicBezTo>
                  <a:pt x="0" y="615"/>
                  <a:pt x="32" y="648"/>
                  <a:pt x="73" y="648"/>
                </a:cubicBezTo>
                <a:close/>
                <a:moveTo>
                  <a:pt x="235" y="44"/>
                </a:moveTo>
                <a:lnTo>
                  <a:pt x="235" y="44"/>
                </a:lnTo>
                <a:cubicBezTo>
                  <a:pt x="235" y="36"/>
                  <a:pt x="242" y="29"/>
                  <a:pt x="250" y="29"/>
                </a:cubicBezTo>
                <a:cubicBezTo>
                  <a:pt x="456" y="29"/>
                  <a:pt x="456" y="29"/>
                  <a:pt x="456" y="29"/>
                </a:cubicBezTo>
                <a:cubicBezTo>
                  <a:pt x="464" y="29"/>
                  <a:pt x="471" y="36"/>
                  <a:pt x="471" y="44"/>
                </a:cubicBezTo>
                <a:cubicBezTo>
                  <a:pt x="471" y="118"/>
                  <a:pt x="471" y="118"/>
                  <a:pt x="471" y="118"/>
                </a:cubicBezTo>
                <a:cubicBezTo>
                  <a:pt x="235" y="118"/>
                  <a:pt x="235" y="118"/>
                  <a:pt x="235" y="118"/>
                </a:cubicBezTo>
                <a:lnTo>
                  <a:pt x="235" y="44"/>
                </a:lnTo>
                <a:close/>
                <a:moveTo>
                  <a:pt x="633" y="619"/>
                </a:moveTo>
                <a:lnTo>
                  <a:pt x="633" y="619"/>
                </a:lnTo>
                <a:cubicBezTo>
                  <a:pt x="73" y="619"/>
                  <a:pt x="73" y="619"/>
                  <a:pt x="73" y="619"/>
                </a:cubicBezTo>
                <a:cubicBezTo>
                  <a:pt x="48" y="618"/>
                  <a:pt x="29" y="598"/>
                  <a:pt x="29" y="575"/>
                </a:cubicBezTo>
                <a:cubicBezTo>
                  <a:pt x="29" y="257"/>
                  <a:pt x="29" y="257"/>
                  <a:pt x="29" y="257"/>
                </a:cubicBezTo>
                <a:cubicBezTo>
                  <a:pt x="51" y="281"/>
                  <a:pt x="51" y="281"/>
                  <a:pt x="51" y="281"/>
                </a:cubicBezTo>
                <a:cubicBezTo>
                  <a:pt x="80" y="310"/>
                  <a:pt x="116" y="332"/>
                  <a:pt x="156" y="344"/>
                </a:cubicBezTo>
                <a:cubicBezTo>
                  <a:pt x="265" y="379"/>
                  <a:pt x="265" y="379"/>
                  <a:pt x="265" y="379"/>
                </a:cubicBezTo>
                <a:cubicBezTo>
                  <a:pt x="265" y="398"/>
                  <a:pt x="265" y="398"/>
                  <a:pt x="265" y="398"/>
                </a:cubicBezTo>
                <a:cubicBezTo>
                  <a:pt x="265" y="421"/>
                  <a:pt x="285" y="442"/>
                  <a:pt x="309" y="442"/>
                </a:cubicBezTo>
                <a:cubicBezTo>
                  <a:pt x="398" y="442"/>
                  <a:pt x="398" y="442"/>
                  <a:pt x="398" y="442"/>
                </a:cubicBezTo>
                <a:cubicBezTo>
                  <a:pt x="421" y="442"/>
                  <a:pt x="442" y="421"/>
                  <a:pt x="442" y="398"/>
                </a:cubicBezTo>
                <a:cubicBezTo>
                  <a:pt x="442" y="379"/>
                  <a:pt x="442" y="379"/>
                  <a:pt x="442" y="379"/>
                </a:cubicBezTo>
                <a:cubicBezTo>
                  <a:pt x="550" y="345"/>
                  <a:pt x="550" y="345"/>
                  <a:pt x="550" y="345"/>
                </a:cubicBezTo>
                <a:cubicBezTo>
                  <a:pt x="588" y="333"/>
                  <a:pt x="626" y="311"/>
                  <a:pt x="655" y="281"/>
                </a:cubicBezTo>
                <a:cubicBezTo>
                  <a:pt x="677" y="257"/>
                  <a:pt x="677" y="257"/>
                  <a:pt x="677" y="257"/>
                </a:cubicBezTo>
                <a:cubicBezTo>
                  <a:pt x="677" y="575"/>
                  <a:pt x="677" y="575"/>
                  <a:pt x="677" y="575"/>
                </a:cubicBezTo>
                <a:cubicBezTo>
                  <a:pt x="677" y="598"/>
                  <a:pt x="657" y="618"/>
                  <a:pt x="633" y="619"/>
                </a:cubicBezTo>
                <a:close/>
                <a:moveTo>
                  <a:pt x="412" y="368"/>
                </a:moveTo>
                <a:lnTo>
                  <a:pt x="412" y="368"/>
                </a:lnTo>
                <a:cubicBezTo>
                  <a:pt x="412" y="398"/>
                  <a:pt x="412" y="398"/>
                  <a:pt x="412" y="398"/>
                </a:cubicBezTo>
                <a:cubicBezTo>
                  <a:pt x="412" y="405"/>
                  <a:pt x="405" y="412"/>
                  <a:pt x="398" y="412"/>
                </a:cubicBezTo>
                <a:cubicBezTo>
                  <a:pt x="309" y="412"/>
                  <a:pt x="309" y="412"/>
                  <a:pt x="309" y="412"/>
                </a:cubicBezTo>
                <a:cubicBezTo>
                  <a:pt x="301" y="412"/>
                  <a:pt x="294" y="405"/>
                  <a:pt x="294" y="398"/>
                </a:cubicBezTo>
                <a:cubicBezTo>
                  <a:pt x="294" y="368"/>
                  <a:pt x="294" y="368"/>
                  <a:pt x="294" y="368"/>
                </a:cubicBezTo>
                <a:cubicBezTo>
                  <a:pt x="294" y="338"/>
                  <a:pt x="294" y="338"/>
                  <a:pt x="294" y="338"/>
                </a:cubicBezTo>
                <a:cubicBezTo>
                  <a:pt x="294" y="330"/>
                  <a:pt x="301" y="323"/>
                  <a:pt x="309" y="323"/>
                </a:cubicBezTo>
                <a:cubicBezTo>
                  <a:pt x="398" y="323"/>
                  <a:pt x="398" y="323"/>
                  <a:pt x="398" y="323"/>
                </a:cubicBezTo>
                <a:cubicBezTo>
                  <a:pt x="405" y="323"/>
                  <a:pt x="412" y="330"/>
                  <a:pt x="412" y="338"/>
                </a:cubicBezTo>
                <a:lnTo>
                  <a:pt x="412" y="368"/>
                </a:lnTo>
                <a:close/>
                <a:moveTo>
                  <a:pt x="73" y="147"/>
                </a:moveTo>
                <a:lnTo>
                  <a:pt x="73" y="147"/>
                </a:lnTo>
                <a:cubicBezTo>
                  <a:pt x="221" y="147"/>
                  <a:pt x="221" y="147"/>
                  <a:pt x="221" y="147"/>
                </a:cubicBezTo>
                <a:cubicBezTo>
                  <a:pt x="486" y="147"/>
                  <a:pt x="486" y="147"/>
                  <a:pt x="486" y="147"/>
                </a:cubicBezTo>
                <a:cubicBezTo>
                  <a:pt x="633" y="147"/>
                  <a:pt x="633" y="147"/>
                  <a:pt x="633" y="147"/>
                </a:cubicBezTo>
                <a:cubicBezTo>
                  <a:pt x="657" y="147"/>
                  <a:pt x="677" y="167"/>
                  <a:pt x="677" y="191"/>
                </a:cubicBezTo>
                <a:cubicBezTo>
                  <a:pt x="677" y="214"/>
                  <a:pt x="677" y="214"/>
                  <a:pt x="677" y="214"/>
                </a:cubicBezTo>
                <a:cubicBezTo>
                  <a:pt x="633" y="260"/>
                  <a:pt x="633" y="260"/>
                  <a:pt x="633" y="260"/>
                </a:cubicBezTo>
                <a:cubicBezTo>
                  <a:pt x="608" y="286"/>
                  <a:pt x="576" y="305"/>
                  <a:pt x="540" y="316"/>
                </a:cubicBezTo>
                <a:cubicBezTo>
                  <a:pt x="442" y="348"/>
                  <a:pt x="442" y="348"/>
                  <a:pt x="442" y="348"/>
                </a:cubicBezTo>
                <a:cubicBezTo>
                  <a:pt x="442" y="338"/>
                  <a:pt x="442" y="338"/>
                  <a:pt x="442" y="338"/>
                </a:cubicBezTo>
                <a:cubicBezTo>
                  <a:pt x="442" y="314"/>
                  <a:pt x="421" y="294"/>
                  <a:pt x="398" y="294"/>
                </a:cubicBezTo>
                <a:cubicBezTo>
                  <a:pt x="309" y="294"/>
                  <a:pt x="309" y="294"/>
                  <a:pt x="309" y="294"/>
                </a:cubicBezTo>
                <a:cubicBezTo>
                  <a:pt x="285" y="294"/>
                  <a:pt x="265" y="314"/>
                  <a:pt x="265" y="338"/>
                </a:cubicBezTo>
                <a:cubicBezTo>
                  <a:pt x="265" y="348"/>
                  <a:pt x="265" y="348"/>
                  <a:pt x="265" y="348"/>
                </a:cubicBezTo>
                <a:cubicBezTo>
                  <a:pt x="164" y="316"/>
                  <a:pt x="164" y="316"/>
                  <a:pt x="164" y="316"/>
                </a:cubicBezTo>
                <a:cubicBezTo>
                  <a:pt x="130" y="305"/>
                  <a:pt x="98" y="286"/>
                  <a:pt x="72" y="260"/>
                </a:cubicBezTo>
                <a:cubicBezTo>
                  <a:pt x="29" y="214"/>
                  <a:pt x="29" y="214"/>
                  <a:pt x="29" y="214"/>
                </a:cubicBezTo>
                <a:cubicBezTo>
                  <a:pt x="29" y="191"/>
                  <a:pt x="29" y="191"/>
                  <a:pt x="29" y="191"/>
                </a:cubicBezTo>
                <a:cubicBezTo>
                  <a:pt x="29" y="167"/>
                  <a:pt x="48" y="147"/>
                  <a:pt x="73" y="147"/>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26" name="Group 628">
            <a:extLst>
              <a:ext uri="{FF2B5EF4-FFF2-40B4-BE49-F238E27FC236}">
                <a16:creationId xmlns:a16="http://schemas.microsoft.com/office/drawing/2014/main" id="{4E251F46-6016-9FA9-B7F7-A99B9556170B}"/>
              </a:ext>
            </a:extLst>
          </p:cNvPr>
          <p:cNvGrpSpPr/>
          <p:nvPr/>
        </p:nvGrpSpPr>
        <p:grpSpPr>
          <a:xfrm>
            <a:off x="2213495" y="1388690"/>
            <a:ext cx="244475" cy="242888"/>
            <a:chOff x="1057275" y="1701800"/>
            <a:chExt cx="244475" cy="242888"/>
          </a:xfrm>
          <a:solidFill>
            <a:schemeClr val="accent4"/>
          </a:solidFill>
        </p:grpSpPr>
        <p:sp>
          <p:nvSpPr>
            <p:cNvPr id="627" name="Freeform 517">
              <a:extLst>
                <a:ext uri="{FF2B5EF4-FFF2-40B4-BE49-F238E27FC236}">
                  <a16:creationId xmlns:a16="http://schemas.microsoft.com/office/drawing/2014/main" id="{AE55970A-4D1E-2538-FB16-593C2C73396E}"/>
                </a:ext>
              </a:extLst>
            </p:cNvPr>
            <p:cNvSpPr>
              <a:spLocks noChangeArrowheads="1"/>
            </p:cNvSpPr>
            <p:nvPr/>
          </p:nvSpPr>
          <p:spPr bwMode="auto">
            <a:xfrm>
              <a:off x="1131888" y="1785938"/>
              <a:ext cx="22225" cy="20637"/>
            </a:xfrm>
            <a:custGeom>
              <a:avLst/>
              <a:gdLst>
                <a:gd name="T0" fmla="*/ 30 w 60"/>
                <a:gd name="T1" fmla="*/ 58 h 59"/>
                <a:gd name="T2" fmla="*/ 30 w 60"/>
                <a:gd name="T3" fmla="*/ 58 h 59"/>
                <a:gd name="T4" fmla="*/ 59 w 60"/>
                <a:gd name="T5" fmla="*/ 29 h 59"/>
                <a:gd name="T6" fmla="*/ 30 w 60"/>
                <a:gd name="T7" fmla="*/ 0 h 59"/>
                <a:gd name="T8" fmla="*/ 0 w 60"/>
                <a:gd name="T9" fmla="*/ 29 h 59"/>
                <a:gd name="T10" fmla="*/ 30 w 60"/>
                <a:gd name="T11" fmla="*/ 58 h 59"/>
              </a:gdLst>
              <a:ahLst/>
              <a:cxnLst>
                <a:cxn ang="0">
                  <a:pos x="T0" y="T1"/>
                </a:cxn>
                <a:cxn ang="0">
                  <a:pos x="T2" y="T3"/>
                </a:cxn>
                <a:cxn ang="0">
                  <a:pos x="T4" y="T5"/>
                </a:cxn>
                <a:cxn ang="0">
                  <a:pos x="T6" y="T7"/>
                </a:cxn>
                <a:cxn ang="0">
                  <a:pos x="T8" y="T9"/>
                </a:cxn>
                <a:cxn ang="0">
                  <a:pos x="T10" y="T11"/>
                </a:cxn>
              </a:cxnLst>
              <a:rect l="0" t="0" r="r" b="b"/>
              <a:pathLst>
                <a:path w="60" h="59">
                  <a:moveTo>
                    <a:pt x="30" y="58"/>
                  </a:moveTo>
                  <a:lnTo>
                    <a:pt x="30" y="58"/>
                  </a:lnTo>
                  <a:cubicBezTo>
                    <a:pt x="45" y="58"/>
                    <a:pt x="59" y="45"/>
                    <a:pt x="59" y="29"/>
                  </a:cubicBezTo>
                  <a:cubicBezTo>
                    <a:pt x="59" y="12"/>
                    <a:pt x="45" y="0"/>
                    <a:pt x="30" y="0"/>
                  </a:cubicBezTo>
                  <a:cubicBezTo>
                    <a:pt x="13" y="0"/>
                    <a:pt x="0" y="12"/>
                    <a:pt x="0" y="29"/>
                  </a:cubicBezTo>
                  <a:cubicBezTo>
                    <a:pt x="0" y="45"/>
                    <a:pt x="13" y="58"/>
                    <a:pt x="30"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8" name="Freeform 518">
              <a:extLst>
                <a:ext uri="{FF2B5EF4-FFF2-40B4-BE49-F238E27FC236}">
                  <a16:creationId xmlns:a16="http://schemas.microsoft.com/office/drawing/2014/main" id="{66463C17-9DE1-2DAD-BB07-A51C556F73FD}"/>
                </a:ext>
              </a:extLst>
            </p:cNvPr>
            <p:cNvSpPr>
              <a:spLocks noChangeArrowheads="1"/>
            </p:cNvSpPr>
            <p:nvPr/>
          </p:nvSpPr>
          <p:spPr bwMode="auto">
            <a:xfrm>
              <a:off x="1204913" y="1785938"/>
              <a:ext cx="20637" cy="20637"/>
            </a:xfrm>
            <a:custGeom>
              <a:avLst/>
              <a:gdLst>
                <a:gd name="T0" fmla="*/ 29 w 59"/>
                <a:gd name="T1" fmla="*/ 58 h 59"/>
                <a:gd name="T2" fmla="*/ 29 w 59"/>
                <a:gd name="T3" fmla="*/ 58 h 59"/>
                <a:gd name="T4" fmla="*/ 58 w 59"/>
                <a:gd name="T5" fmla="*/ 29 h 59"/>
                <a:gd name="T6" fmla="*/ 29 w 59"/>
                <a:gd name="T7" fmla="*/ 0 h 59"/>
                <a:gd name="T8" fmla="*/ 0 w 59"/>
                <a:gd name="T9" fmla="*/ 29 h 59"/>
                <a:gd name="T10" fmla="*/ 29 w 59"/>
                <a:gd name="T11" fmla="*/ 58 h 59"/>
              </a:gdLst>
              <a:ahLst/>
              <a:cxnLst>
                <a:cxn ang="0">
                  <a:pos x="T0" y="T1"/>
                </a:cxn>
                <a:cxn ang="0">
                  <a:pos x="T2" y="T3"/>
                </a:cxn>
                <a:cxn ang="0">
                  <a:pos x="T4" y="T5"/>
                </a:cxn>
                <a:cxn ang="0">
                  <a:pos x="T6" y="T7"/>
                </a:cxn>
                <a:cxn ang="0">
                  <a:pos x="T8" y="T9"/>
                </a:cxn>
                <a:cxn ang="0">
                  <a:pos x="T10" y="T11"/>
                </a:cxn>
              </a:cxnLst>
              <a:rect l="0" t="0" r="r" b="b"/>
              <a:pathLst>
                <a:path w="59" h="59">
                  <a:moveTo>
                    <a:pt x="29" y="58"/>
                  </a:moveTo>
                  <a:lnTo>
                    <a:pt x="29" y="58"/>
                  </a:lnTo>
                  <a:cubicBezTo>
                    <a:pt x="45" y="58"/>
                    <a:pt x="58" y="45"/>
                    <a:pt x="58" y="29"/>
                  </a:cubicBezTo>
                  <a:cubicBezTo>
                    <a:pt x="58" y="12"/>
                    <a:pt x="45" y="0"/>
                    <a:pt x="29" y="0"/>
                  </a:cubicBezTo>
                  <a:cubicBezTo>
                    <a:pt x="12" y="0"/>
                    <a:pt x="0" y="12"/>
                    <a:pt x="0" y="29"/>
                  </a:cubicBezTo>
                  <a:cubicBezTo>
                    <a:pt x="0" y="45"/>
                    <a:pt x="12" y="58"/>
                    <a:pt x="29"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29" name="Freeform 519">
              <a:extLst>
                <a:ext uri="{FF2B5EF4-FFF2-40B4-BE49-F238E27FC236}">
                  <a16:creationId xmlns:a16="http://schemas.microsoft.com/office/drawing/2014/main" id="{E683EFBB-AE05-FBA3-64B3-A9F80AB0DBAE}"/>
                </a:ext>
              </a:extLst>
            </p:cNvPr>
            <p:cNvSpPr>
              <a:spLocks noChangeArrowheads="1"/>
            </p:cNvSpPr>
            <p:nvPr/>
          </p:nvSpPr>
          <p:spPr bwMode="auto">
            <a:xfrm>
              <a:off x="1057275" y="1701800"/>
              <a:ext cx="244475" cy="242888"/>
            </a:xfrm>
            <a:custGeom>
              <a:avLst/>
              <a:gdLst>
                <a:gd name="T0" fmla="*/ 15 w 679"/>
                <a:gd name="T1" fmla="*/ 648 h 675"/>
                <a:gd name="T2" fmla="*/ 110 w 679"/>
                <a:gd name="T3" fmla="*/ 610 h 675"/>
                <a:gd name="T4" fmla="*/ 148 w 679"/>
                <a:gd name="T5" fmla="*/ 411 h 675"/>
                <a:gd name="T6" fmla="*/ 177 w 679"/>
                <a:gd name="T7" fmla="*/ 478 h 675"/>
                <a:gd name="T8" fmla="*/ 243 w 679"/>
                <a:gd name="T9" fmla="*/ 671 h 675"/>
                <a:gd name="T10" fmla="*/ 308 w 679"/>
                <a:gd name="T11" fmla="*/ 656 h 675"/>
                <a:gd name="T12" fmla="*/ 338 w 679"/>
                <a:gd name="T13" fmla="*/ 643 h 675"/>
                <a:gd name="T14" fmla="*/ 414 w 679"/>
                <a:gd name="T15" fmla="*/ 674 h 675"/>
                <a:gd name="T16" fmla="*/ 435 w 679"/>
                <a:gd name="T17" fmla="*/ 671 h 675"/>
                <a:gd name="T18" fmla="*/ 501 w 679"/>
                <a:gd name="T19" fmla="*/ 479 h 675"/>
                <a:gd name="T20" fmla="*/ 530 w 679"/>
                <a:gd name="T21" fmla="*/ 411 h 675"/>
                <a:gd name="T22" fmla="*/ 566 w 679"/>
                <a:gd name="T23" fmla="*/ 610 h 675"/>
                <a:gd name="T24" fmla="*/ 663 w 679"/>
                <a:gd name="T25" fmla="*/ 648 h 675"/>
                <a:gd name="T26" fmla="*/ 678 w 679"/>
                <a:gd name="T27" fmla="*/ 634 h 675"/>
                <a:gd name="T28" fmla="*/ 610 w 679"/>
                <a:gd name="T29" fmla="*/ 131 h 675"/>
                <a:gd name="T30" fmla="*/ 514 w 679"/>
                <a:gd name="T31" fmla="*/ 70 h 675"/>
                <a:gd name="T32" fmla="*/ 338 w 679"/>
                <a:gd name="T33" fmla="*/ 0 h 675"/>
                <a:gd name="T34" fmla="*/ 309 w 679"/>
                <a:gd name="T35" fmla="*/ 1 h 675"/>
                <a:gd name="T36" fmla="*/ 164 w 679"/>
                <a:gd name="T37" fmla="*/ 70 h 675"/>
                <a:gd name="T38" fmla="*/ 109 w 679"/>
                <a:gd name="T39" fmla="*/ 106 h 675"/>
                <a:gd name="T40" fmla="*/ 0 w 679"/>
                <a:gd name="T41" fmla="*/ 243 h 675"/>
                <a:gd name="T42" fmla="*/ 4 w 679"/>
                <a:gd name="T43" fmla="*/ 643 h 675"/>
                <a:gd name="T44" fmla="*/ 596 w 679"/>
                <a:gd name="T45" fmla="*/ 157 h 675"/>
                <a:gd name="T46" fmla="*/ 648 w 679"/>
                <a:gd name="T47" fmla="*/ 243 h 675"/>
                <a:gd name="T48" fmla="*/ 587 w 679"/>
                <a:gd name="T49" fmla="*/ 591 h 675"/>
                <a:gd name="T50" fmla="*/ 559 w 679"/>
                <a:gd name="T51" fmla="*/ 369 h 675"/>
                <a:gd name="T52" fmla="*/ 590 w 679"/>
                <a:gd name="T53" fmla="*/ 250 h 675"/>
                <a:gd name="T54" fmla="*/ 596 w 679"/>
                <a:gd name="T55" fmla="*/ 157 h 675"/>
                <a:gd name="T56" fmla="*/ 313 w 679"/>
                <a:gd name="T57" fmla="*/ 30 h 675"/>
                <a:gd name="T58" fmla="*/ 338 w 679"/>
                <a:gd name="T59" fmla="*/ 29 h 675"/>
                <a:gd name="T60" fmla="*/ 559 w 679"/>
                <a:gd name="T61" fmla="*/ 250 h 675"/>
                <a:gd name="T62" fmla="*/ 471 w 679"/>
                <a:gd name="T63" fmla="*/ 479 h 675"/>
                <a:gd name="T64" fmla="*/ 424 w 679"/>
                <a:gd name="T65" fmla="*/ 643 h 675"/>
                <a:gd name="T66" fmla="*/ 391 w 679"/>
                <a:gd name="T67" fmla="*/ 635 h 675"/>
                <a:gd name="T68" fmla="*/ 287 w 679"/>
                <a:gd name="T69" fmla="*/ 635 h 675"/>
                <a:gd name="T70" fmla="*/ 264 w 679"/>
                <a:gd name="T71" fmla="*/ 645 h 675"/>
                <a:gd name="T72" fmla="*/ 206 w 679"/>
                <a:gd name="T73" fmla="*/ 574 h 675"/>
                <a:gd name="T74" fmla="*/ 174 w 679"/>
                <a:gd name="T75" fmla="*/ 396 h 675"/>
                <a:gd name="T76" fmla="*/ 119 w 679"/>
                <a:gd name="T77" fmla="*/ 222 h 675"/>
                <a:gd name="T78" fmla="*/ 81 w 679"/>
                <a:gd name="T79" fmla="*/ 157 h 675"/>
                <a:gd name="T80" fmla="*/ 114 w 679"/>
                <a:gd name="T81" fmla="*/ 138 h 675"/>
                <a:gd name="T82" fmla="*/ 88 w 679"/>
                <a:gd name="T83" fmla="*/ 250 h 675"/>
                <a:gd name="T84" fmla="*/ 117 w 679"/>
                <a:gd name="T85" fmla="*/ 369 h 675"/>
                <a:gd name="T86" fmla="*/ 90 w 679"/>
                <a:gd name="T87" fmla="*/ 591 h 675"/>
                <a:gd name="T88" fmla="*/ 29 w 679"/>
                <a:gd name="T89" fmla="*/ 243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9" h="675">
                  <a:moveTo>
                    <a:pt x="15" y="648"/>
                  </a:moveTo>
                  <a:lnTo>
                    <a:pt x="15" y="648"/>
                  </a:lnTo>
                  <a:cubicBezTo>
                    <a:pt x="23" y="648"/>
                    <a:pt x="23" y="648"/>
                    <a:pt x="23" y="648"/>
                  </a:cubicBezTo>
                  <a:cubicBezTo>
                    <a:pt x="58" y="648"/>
                    <a:pt x="88" y="634"/>
                    <a:pt x="110" y="610"/>
                  </a:cubicBezTo>
                  <a:cubicBezTo>
                    <a:pt x="134" y="588"/>
                    <a:pt x="148" y="556"/>
                    <a:pt x="148" y="522"/>
                  </a:cubicBezTo>
                  <a:cubicBezTo>
                    <a:pt x="148" y="411"/>
                    <a:pt x="148" y="411"/>
                    <a:pt x="148" y="411"/>
                  </a:cubicBezTo>
                  <a:cubicBezTo>
                    <a:pt x="149" y="413"/>
                    <a:pt x="150" y="414"/>
                    <a:pt x="152" y="415"/>
                  </a:cubicBezTo>
                  <a:cubicBezTo>
                    <a:pt x="167" y="433"/>
                    <a:pt x="177" y="456"/>
                    <a:pt x="177" y="478"/>
                  </a:cubicBezTo>
                  <a:cubicBezTo>
                    <a:pt x="177" y="574"/>
                    <a:pt x="177" y="574"/>
                    <a:pt x="177" y="574"/>
                  </a:cubicBezTo>
                  <a:cubicBezTo>
                    <a:pt x="177" y="618"/>
                    <a:pt x="204" y="656"/>
                    <a:pt x="243" y="671"/>
                  </a:cubicBezTo>
                  <a:cubicBezTo>
                    <a:pt x="250" y="672"/>
                    <a:pt x="257" y="674"/>
                    <a:pt x="264" y="674"/>
                  </a:cubicBezTo>
                  <a:cubicBezTo>
                    <a:pt x="280" y="674"/>
                    <a:pt x="295" y="667"/>
                    <a:pt x="308" y="656"/>
                  </a:cubicBezTo>
                  <a:lnTo>
                    <a:pt x="308" y="656"/>
                  </a:lnTo>
                  <a:cubicBezTo>
                    <a:pt x="316" y="648"/>
                    <a:pt x="327" y="643"/>
                    <a:pt x="338" y="643"/>
                  </a:cubicBezTo>
                  <a:cubicBezTo>
                    <a:pt x="349" y="643"/>
                    <a:pt x="362" y="648"/>
                    <a:pt x="370" y="656"/>
                  </a:cubicBezTo>
                  <a:cubicBezTo>
                    <a:pt x="381" y="667"/>
                    <a:pt x="398" y="674"/>
                    <a:pt x="414" y="674"/>
                  </a:cubicBezTo>
                  <a:cubicBezTo>
                    <a:pt x="421" y="674"/>
                    <a:pt x="428" y="672"/>
                    <a:pt x="435" y="671"/>
                  </a:cubicBezTo>
                  <a:lnTo>
                    <a:pt x="435" y="671"/>
                  </a:lnTo>
                  <a:cubicBezTo>
                    <a:pt x="473" y="656"/>
                    <a:pt x="501" y="618"/>
                    <a:pt x="501" y="574"/>
                  </a:cubicBezTo>
                  <a:cubicBezTo>
                    <a:pt x="501" y="479"/>
                    <a:pt x="501" y="479"/>
                    <a:pt x="501" y="479"/>
                  </a:cubicBezTo>
                  <a:cubicBezTo>
                    <a:pt x="501" y="456"/>
                    <a:pt x="511" y="433"/>
                    <a:pt x="527" y="415"/>
                  </a:cubicBezTo>
                  <a:cubicBezTo>
                    <a:pt x="527" y="414"/>
                    <a:pt x="529" y="413"/>
                    <a:pt x="530" y="411"/>
                  </a:cubicBezTo>
                  <a:cubicBezTo>
                    <a:pt x="530" y="522"/>
                    <a:pt x="530" y="522"/>
                    <a:pt x="530" y="522"/>
                  </a:cubicBezTo>
                  <a:cubicBezTo>
                    <a:pt x="530" y="556"/>
                    <a:pt x="544" y="588"/>
                    <a:pt x="566" y="610"/>
                  </a:cubicBezTo>
                  <a:cubicBezTo>
                    <a:pt x="588" y="634"/>
                    <a:pt x="620" y="648"/>
                    <a:pt x="654" y="648"/>
                  </a:cubicBezTo>
                  <a:cubicBezTo>
                    <a:pt x="663" y="648"/>
                    <a:pt x="663" y="648"/>
                    <a:pt x="663" y="648"/>
                  </a:cubicBezTo>
                  <a:cubicBezTo>
                    <a:pt x="667" y="648"/>
                    <a:pt x="670" y="646"/>
                    <a:pt x="672" y="643"/>
                  </a:cubicBezTo>
                  <a:cubicBezTo>
                    <a:pt x="675" y="641"/>
                    <a:pt x="678" y="636"/>
                    <a:pt x="678" y="634"/>
                  </a:cubicBezTo>
                  <a:cubicBezTo>
                    <a:pt x="678" y="243"/>
                    <a:pt x="678" y="243"/>
                    <a:pt x="678" y="243"/>
                  </a:cubicBezTo>
                  <a:cubicBezTo>
                    <a:pt x="678" y="194"/>
                    <a:pt x="650" y="152"/>
                    <a:pt x="610" y="131"/>
                  </a:cubicBezTo>
                  <a:cubicBezTo>
                    <a:pt x="601" y="127"/>
                    <a:pt x="585" y="117"/>
                    <a:pt x="567" y="106"/>
                  </a:cubicBezTo>
                  <a:cubicBezTo>
                    <a:pt x="551" y="95"/>
                    <a:pt x="530" y="83"/>
                    <a:pt x="514" y="70"/>
                  </a:cubicBezTo>
                  <a:cubicBezTo>
                    <a:pt x="512" y="70"/>
                    <a:pt x="512" y="70"/>
                    <a:pt x="512" y="69"/>
                  </a:cubicBezTo>
                  <a:cubicBezTo>
                    <a:pt x="467" y="26"/>
                    <a:pt x="406" y="0"/>
                    <a:pt x="338" y="0"/>
                  </a:cubicBezTo>
                  <a:cubicBezTo>
                    <a:pt x="328" y="0"/>
                    <a:pt x="319" y="0"/>
                    <a:pt x="309" y="1"/>
                  </a:cubicBezTo>
                  <a:lnTo>
                    <a:pt x="309" y="1"/>
                  </a:lnTo>
                  <a:cubicBezTo>
                    <a:pt x="254" y="8"/>
                    <a:pt x="204" y="33"/>
                    <a:pt x="165" y="69"/>
                  </a:cubicBezTo>
                  <a:lnTo>
                    <a:pt x="164" y="70"/>
                  </a:lnTo>
                  <a:lnTo>
                    <a:pt x="164" y="70"/>
                  </a:lnTo>
                  <a:cubicBezTo>
                    <a:pt x="146" y="83"/>
                    <a:pt x="127" y="95"/>
                    <a:pt x="109" y="106"/>
                  </a:cubicBezTo>
                  <a:cubicBezTo>
                    <a:pt x="92" y="117"/>
                    <a:pt x="76" y="127"/>
                    <a:pt x="67" y="131"/>
                  </a:cubicBezTo>
                  <a:cubicBezTo>
                    <a:pt x="27" y="152"/>
                    <a:pt x="0" y="194"/>
                    <a:pt x="0" y="243"/>
                  </a:cubicBezTo>
                  <a:cubicBezTo>
                    <a:pt x="0" y="634"/>
                    <a:pt x="0" y="634"/>
                    <a:pt x="0" y="634"/>
                  </a:cubicBezTo>
                  <a:cubicBezTo>
                    <a:pt x="0" y="636"/>
                    <a:pt x="1" y="641"/>
                    <a:pt x="4" y="643"/>
                  </a:cubicBezTo>
                  <a:cubicBezTo>
                    <a:pt x="7" y="646"/>
                    <a:pt x="11" y="648"/>
                    <a:pt x="15" y="648"/>
                  </a:cubicBezTo>
                  <a:close/>
                  <a:moveTo>
                    <a:pt x="596" y="157"/>
                  </a:moveTo>
                  <a:lnTo>
                    <a:pt x="596" y="157"/>
                  </a:lnTo>
                  <a:cubicBezTo>
                    <a:pt x="627" y="172"/>
                    <a:pt x="648" y="206"/>
                    <a:pt x="648" y="243"/>
                  </a:cubicBezTo>
                  <a:cubicBezTo>
                    <a:pt x="648" y="618"/>
                    <a:pt x="648" y="618"/>
                    <a:pt x="648" y="618"/>
                  </a:cubicBezTo>
                  <a:cubicBezTo>
                    <a:pt x="624" y="617"/>
                    <a:pt x="603" y="606"/>
                    <a:pt x="587" y="591"/>
                  </a:cubicBezTo>
                  <a:cubicBezTo>
                    <a:pt x="570" y="573"/>
                    <a:pt x="559" y="549"/>
                    <a:pt x="559" y="522"/>
                  </a:cubicBezTo>
                  <a:cubicBezTo>
                    <a:pt x="559" y="369"/>
                    <a:pt x="559" y="369"/>
                    <a:pt x="559" y="369"/>
                  </a:cubicBezTo>
                  <a:cubicBezTo>
                    <a:pt x="559" y="367"/>
                    <a:pt x="559" y="367"/>
                    <a:pt x="559" y="367"/>
                  </a:cubicBezTo>
                  <a:cubicBezTo>
                    <a:pt x="578" y="333"/>
                    <a:pt x="590" y="293"/>
                    <a:pt x="590" y="250"/>
                  </a:cubicBezTo>
                  <a:cubicBezTo>
                    <a:pt x="590" y="210"/>
                    <a:pt x="578" y="171"/>
                    <a:pt x="562" y="138"/>
                  </a:cubicBezTo>
                  <a:cubicBezTo>
                    <a:pt x="576" y="146"/>
                    <a:pt x="588" y="153"/>
                    <a:pt x="596" y="157"/>
                  </a:cubicBezTo>
                  <a:close/>
                  <a:moveTo>
                    <a:pt x="313" y="30"/>
                  </a:moveTo>
                  <a:lnTo>
                    <a:pt x="313" y="30"/>
                  </a:lnTo>
                  <a:lnTo>
                    <a:pt x="313" y="30"/>
                  </a:lnTo>
                  <a:cubicBezTo>
                    <a:pt x="322" y="30"/>
                    <a:pt x="330" y="29"/>
                    <a:pt x="338" y="29"/>
                  </a:cubicBezTo>
                  <a:cubicBezTo>
                    <a:pt x="399" y="29"/>
                    <a:pt x="454" y="54"/>
                    <a:pt x="494" y="94"/>
                  </a:cubicBezTo>
                  <a:cubicBezTo>
                    <a:pt x="534" y="134"/>
                    <a:pt x="559" y="189"/>
                    <a:pt x="559" y="250"/>
                  </a:cubicBezTo>
                  <a:cubicBezTo>
                    <a:pt x="559" y="306"/>
                    <a:pt x="538" y="356"/>
                    <a:pt x="505" y="396"/>
                  </a:cubicBezTo>
                  <a:cubicBezTo>
                    <a:pt x="485" y="418"/>
                    <a:pt x="471" y="447"/>
                    <a:pt x="471" y="479"/>
                  </a:cubicBezTo>
                  <a:cubicBezTo>
                    <a:pt x="471" y="574"/>
                    <a:pt x="471" y="574"/>
                    <a:pt x="471" y="574"/>
                  </a:cubicBezTo>
                  <a:cubicBezTo>
                    <a:pt x="471" y="606"/>
                    <a:pt x="451" y="632"/>
                    <a:pt x="424" y="643"/>
                  </a:cubicBezTo>
                  <a:cubicBezTo>
                    <a:pt x="421" y="645"/>
                    <a:pt x="417" y="645"/>
                    <a:pt x="414" y="645"/>
                  </a:cubicBezTo>
                  <a:cubicBezTo>
                    <a:pt x="406" y="645"/>
                    <a:pt x="398" y="641"/>
                    <a:pt x="391" y="635"/>
                  </a:cubicBezTo>
                  <a:cubicBezTo>
                    <a:pt x="377" y="620"/>
                    <a:pt x="357" y="613"/>
                    <a:pt x="338" y="613"/>
                  </a:cubicBezTo>
                  <a:cubicBezTo>
                    <a:pt x="320" y="613"/>
                    <a:pt x="301" y="620"/>
                    <a:pt x="287" y="635"/>
                  </a:cubicBezTo>
                  <a:lnTo>
                    <a:pt x="287" y="635"/>
                  </a:lnTo>
                  <a:cubicBezTo>
                    <a:pt x="280" y="641"/>
                    <a:pt x="272" y="645"/>
                    <a:pt x="264" y="645"/>
                  </a:cubicBezTo>
                  <a:cubicBezTo>
                    <a:pt x="259" y="645"/>
                    <a:pt x="257" y="645"/>
                    <a:pt x="252" y="643"/>
                  </a:cubicBezTo>
                  <a:cubicBezTo>
                    <a:pt x="225" y="632"/>
                    <a:pt x="206" y="606"/>
                    <a:pt x="206" y="574"/>
                  </a:cubicBezTo>
                  <a:cubicBezTo>
                    <a:pt x="206" y="478"/>
                    <a:pt x="206" y="478"/>
                    <a:pt x="206" y="478"/>
                  </a:cubicBezTo>
                  <a:cubicBezTo>
                    <a:pt x="206" y="447"/>
                    <a:pt x="193" y="418"/>
                    <a:pt x="174" y="396"/>
                  </a:cubicBezTo>
                  <a:cubicBezTo>
                    <a:pt x="138" y="357"/>
                    <a:pt x="117" y="306"/>
                    <a:pt x="117" y="250"/>
                  </a:cubicBezTo>
                  <a:cubicBezTo>
                    <a:pt x="117" y="241"/>
                    <a:pt x="119" y="232"/>
                    <a:pt x="119" y="222"/>
                  </a:cubicBezTo>
                  <a:cubicBezTo>
                    <a:pt x="131" y="123"/>
                    <a:pt x="214" y="41"/>
                    <a:pt x="313" y="30"/>
                  </a:cubicBezTo>
                  <a:close/>
                  <a:moveTo>
                    <a:pt x="81" y="157"/>
                  </a:moveTo>
                  <a:lnTo>
                    <a:pt x="81" y="157"/>
                  </a:lnTo>
                  <a:cubicBezTo>
                    <a:pt x="90" y="153"/>
                    <a:pt x="101" y="146"/>
                    <a:pt x="114" y="138"/>
                  </a:cubicBezTo>
                  <a:cubicBezTo>
                    <a:pt x="102" y="163"/>
                    <a:pt x="94" y="190"/>
                    <a:pt x="90" y="218"/>
                  </a:cubicBezTo>
                  <a:cubicBezTo>
                    <a:pt x="88" y="229"/>
                    <a:pt x="88" y="240"/>
                    <a:pt x="88" y="250"/>
                  </a:cubicBezTo>
                  <a:cubicBezTo>
                    <a:pt x="88" y="293"/>
                    <a:pt x="99" y="333"/>
                    <a:pt x="117" y="367"/>
                  </a:cubicBezTo>
                  <a:cubicBezTo>
                    <a:pt x="117" y="367"/>
                    <a:pt x="117" y="367"/>
                    <a:pt x="117" y="369"/>
                  </a:cubicBezTo>
                  <a:cubicBezTo>
                    <a:pt x="117" y="522"/>
                    <a:pt x="117" y="522"/>
                    <a:pt x="117" y="522"/>
                  </a:cubicBezTo>
                  <a:cubicBezTo>
                    <a:pt x="117" y="549"/>
                    <a:pt x="107" y="573"/>
                    <a:pt x="90" y="591"/>
                  </a:cubicBezTo>
                  <a:cubicBezTo>
                    <a:pt x="74" y="606"/>
                    <a:pt x="52" y="617"/>
                    <a:pt x="29" y="618"/>
                  </a:cubicBezTo>
                  <a:cubicBezTo>
                    <a:pt x="29" y="243"/>
                    <a:pt x="29" y="243"/>
                    <a:pt x="29" y="243"/>
                  </a:cubicBezTo>
                  <a:cubicBezTo>
                    <a:pt x="29" y="206"/>
                    <a:pt x="51" y="172"/>
                    <a:pt x="81"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0" name="Freeform 520">
              <a:extLst>
                <a:ext uri="{FF2B5EF4-FFF2-40B4-BE49-F238E27FC236}">
                  <a16:creationId xmlns:a16="http://schemas.microsoft.com/office/drawing/2014/main" id="{9A211218-75DA-8E6D-68DC-6E44C23E0733}"/>
                </a:ext>
              </a:extLst>
            </p:cNvPr>
            <p:cNvSpPr>
              <a:spLocks noChangeArrowheads="1"/>
            </p:cNvSpPr>
            <p:nvPr/>
          </p:nvSpPr>
          <p:spPr bwMode="auto">
            <a:xfrm>
              <a:off x="1152525" y="1851025"/>
              <a:ext cx="53975" cy="42863"/>
            </a:xfrm>
            <a:custGeom>
              <a:avLst/>
              <a:gdLst>
                <a:gd name="T0" fmla="*/ 0 w 149"/>
                <a:gd name="T1" fmla="*/ 102 h 118"/>
                <a:gd name="T2" fmla="*/ 0 w 149"/>
                <a:gd name="T3" fmla="*/ 102 h 118"/>
                <a:gd name="T4" fmla="*/ 4 w 149"/>
                <a:gd name="T5" fmla="*/ 113 h 118"/>
                <a:gd name="T6" fmla="*/ 15 w 149"/>
                <a:gd name="T7" fmla="*/ 117 h 118"/>
                <a:gd name="T8" fmla="*/ 133 w 149"/>
                <a:gd name="T9" fmla="*/ 117 h 118"/>
                <a:gd name="T10" fmla="*/ 142 w 149"/>
                <a:gd name="T11" fmla="*/ 113 h 118"/>
                <a:gd name="T12" fmla="*/ 148 w 149"/>
                <a:gd name="T13" fmla="*/ 102 h 118"/>
                <a:gd name="T14" fmla="*/ 148 w 149"/>
                <a:gd name="T15" fmla="*/ 73 h 118"/>
                <a:gd name="T16" fmla="*/ 73 w 149"/>
                <a:gd name="T17" fmla="*/ 0 h 118"/>
                <a:gd name="T18" fmla="*/ 0 w 149"/>
                <a:gd name="T19" fmla="*/ 73 h 118"/>
                <a:gd name="T20" fmla="*/ 0 w 149"/>
                <a:gd name="T21" fmla="*/ 102 h 118"/>
                <a:gd name="T22" fmla="*/ 29 w 149"/>
                <a:gd name="T23" fmla="*/ 73 h 118"/>
                <a:gd name="T24" fmla="*/ 29 w 149"/>
                <a:gd name="T25" fmla="*/ 73 h 118"/>
                <a:gd name="T26" fmla="*/ 73 w 149"/>
                <a:gd name="T27" fmla="*/ 29 h 118"/>
                <a:gd name="T28" fmla="*/ 117 w 149"/>
                <a:gd name="T29" fmla="*/ 73 h 118"/>
                <a:gd name="T30" fmla="*/ 117 w 149"/>
                <a:gd name="T31" fmla="*/ 88 h 118"/>
                <a:gd name="T32" fmla="*/ 29 w 149"/>
                <a:gd name="T33" fmla="*/ 88 h 118"/>
                <a:gd name="T34" fmla="*/ 29 w 149"/>
                <a:gd name="T35" fmla="*/ 73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9" h="118">
                  <a:moveTo>
                    <a:pt x="0" y="102"/>
                  </a:moveTo>
                  <a:lnTo>
                    <a:pt x="0" y="102"/>
                  </a:lnTo>
                  <a:cubicBezTo>
                    <a:pt x="0" y="106"/>
                    <a:pt x="1" y="110"/>
                    <a:pt x="4" y="113"/>
                  </a:cubicBezTo>
                  <a:cubicBezTo>
                    <a:pt x="7" y="116"/>
                    <a:pt x="11" y="117"/>
                    <a:pt x="15" y="117"/>
                  </a:cubicBezTo>
                  <a:cubicBezTo>
                    <a:pt x="133" y="117"/>
                    <a:pt x="133" y="117"/>
                    <a:pt x="133" y="117"/>
                  </a:cubicBezTo>
                  <a:cubicBezTo>
                    <a:pt x="137" y="117"/>
                    <a:pt x="139" y="116"/>
                    <a:pt x="142" y="113"/>
                  </a:cubicBezTo>
                  <a:cubicBezTo>
                    <a:pt x="145" y="110"/>
                    <a:pt x="148" y="106"/>
                    <a:pt x="148" y="102"/>
                  </a:cubicBezTo>
                  <a:cubicBezTo>
                    <a:pt x="148" y="73"/>
                    <a:pt x="148" y="73"/>
                    <a:pt x="148" y="73"/>
                  </a:cubicBezTo>
                  <a:cubicBezTo>
                    <a:pt x="148" y="31"/>
                    <a:pt x="115" y="0"/>
                    <a:pt x="73" y="0"/>
                  </a:cubicBezTo>
                  <a:cubicBezTo>
                    <a:pt x="33" y="0"/>
                    <a:pt x="0" y="31"/>
                    <a:pt x="0" y="73"/>
                  </a:cubicBezTo>
                  <a:lnTo>
                    <a:pt x="0" y="102"/>
                  </a:lnTo>
                  <a:close/>
                  <a:moveTo>
                    <a:pt x="29" y="73"/>
                  </a:moveTo>
                  <a:lnTo>
                    <a:pt x="29" y="73"/>
                  </a:lnTo>
                  <a:cubicBezTo>
                    <a:pt x="29" y="48"/>
                    <a:pt x="50" y="29"/>
                    <a:pt x="73" y="29"/>
                  </a:cubicBezTo>
                  <a:cubicBezTo>
                    <a:pt x="98" y="29"/>
                    <a:pt x="117" y="48"/>
                    <a:pt x="117" y="73"/>
                  </a:cubicBezTo>
                  <a:cubicBezTo>
                    <a:pt x="117" y="88"/>
                    <a:pt x="117" y="88"/>
                    <a:pt x="117" y="88"/>
                  </a:cubicBezTo>
                  <a:cubicBezTo>
                    <a:pt x="29" y="88"/>
                    <a:pt x="29" y="88"/>
                    <a:pt x="29" y="88"/>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31" name="Freeform 521">
            <a:extLst>
              <a:ext uri="{FF2B5EF4-FFF2-40B4-BE49-F238E27FC236}">
                <a16:creationId xmlns:a16="http://schemas.microsoft.com/office/drawing/2014/main" id="{9285F9A5-F779-A1E6-26F2-CABE149AA8AF}"/>
              </a:ext>
            </a:extLst>
          </p:cNvPr>
          <p:cNvSpPr>
            <a:spLocks noChangeArrowheads="1"/>
          </p:cNvSpPr>
          <p:nvPr/>
        </p:nvSpPr>
        <p:spPr bwMode="auto">
          <a:xfrm>
            <a:off x="3740670" y="1382340"/>
            <a:ext cx="233363" cy="255588"/>
          </a:xfrm>
          <a:custGeom>
            <a:avLst/>
            <a:gdLst>
              <a:gd name="T0" fmla="*/ 648 w 649"/>
              <a:gd name="T1" fmla="*/ 280 h 708"/>
              <a:gd name="T2" fmla="*/ 648 w 649"/>
              <a:gd name="T3" fmla="*/ 280 h 708"/>
              <a:gd name="T4" fmla="*/ 648 w 649"/>
              <a:gd name="T5" fmla="*/ 161 h 708"/>
              <a:gd name="T6" fmla="*/ 603 w 649"/>
              <a:gd name="T7" fmla="*/ 117 h 708"/>
              <a:gd name="T8" fmla="*/ 559 w 649"/>
              <a:gd name="T9" fmla="*/ 117 h 708"/>
              <a:gd name="T10" fmla="*/ 559 w 649"/>
              <a:gd name="T11" fmla="*/ 44 h 708"/>
              <a:gd name="T12" fmla="*/ 515 w 649"/>
              <a:gd name="T13" fmla="*/ 0 h 708"/>
              <a:gd name="T14" fmla="*/ 44 w 649"/>
              <a:gd name="T15" fmla="*/ 0 h 708"/>
              <a:gd name="T16" fmla="*/ 0 w 649"/>
              <a:gd name="T17" fmla="*/ 44 h 708"/>
              <a:gd name="T18" fmla="*/ 0 w 649"/>
              <a:gd name="T19" fmla="*/ 221 h 708"/>
              <a:gd name="T20" fmla="*/ 44 w 649"/>
              <a:gd name="T21" fmla="*/ 265 h 708"/>
              <a:gd name="T22" fmla="*/ 515 w 649"/>
              <a:gd name="T23" fmla="*/ 265 h 708"/>
              <a:gd name="T24" fmla="*/ 515 w 649"/>
              <a:gd name="T25" fmla="*/ 265 h 708"/>
              <a:gd name="T26" fmla="*/ 559 w 649"/>
              <a:gd name="T27" fmla="*/ 221 h 708"/>
              <a:gd name="T28" fmla="*/ 559 w 649"/>
              <a:gd name="T29" fmla="*/ 148 h 708"/>
              <a:gd name="T30" fmla="*/ 603 w 649"/>
              <a:gd name="T31" fmla="*/ 148 h 708"/>
              <a:gd name="T32" fmla="*/ 619 w 649"/>
              <a:gd name="T33" fmla="*/ 161 h 708"/>
              <a:gd name="T34" fmla="*/ 619 w 649"/>
              <a:gd name="T35" fmla="*/ 280 h 708"/>
              <a:gd name="T36" fmla="*/ 574 w 649"/>
              <a:gd name="T37" fmla="*/ 324 h 708"/>
              <a:gd name="T38" fmla="*/ 309 w 649"/>
              <a:gd name="T39" fmla="*/ 324 h 708"/>
              <a:gd name="T40" fmla="*/ 265 w 649"/>
              <a:gd name="T41" fmla="*/ 369 h 708"/>
              <a:gd name="T42" fmla="*/ 265 w 649"/>
              <a:gd name="T43" fmla="*/ 442 h 708"/>
              <a:gd name="T44" fmla="*/ 250 w 649"/>
              <a:gd name="T45" fmla="*/ 442 h 708"/>
              <a:gd name="T46" fmla="*/ 206 w 649"/>
              <a:gd name="T47" fmla="*/ 486 h 708"/>
              <a:gd name="T48" fmla="*/ 206 w 649"/>
              <a:gd name="T49" fmla="*/ 663 h 708"/>
              <a:gd name="T50" fmla="*/ 250 w 649"/>
              <a:gd name="T51" fmla="*/ 707 h 708"/>
              <a:gd name="T52" fmla="*/ 309 w 649"/>
              <a:gd name="T53" fmla="*/ 707 h 708"/>
              <a:gd name="T54" fmla="*/ 309 w 649"/>
              <a:gd name="T55" fmla="*/ 707 h 708"/>
              <a:gd name="T56" fmla="*/ 353 w 649"/>
              <a:gd name="T57" fmla="*/ 663 h 708"/>
              <a:gd name="T58" fmla="*/ 353 w 649"/>
              <a:gd name="T59" fmla="*/ 486 h 708"/>
              <a:gd name="T60" fmla="*/ 309 w 649"/>
              <a:gd name="T61" fmla="*/ 442 h 708"/>
              <a:gd name="T62" fmla="*/ 294 w 649"/>
              <a:gd name="T63" fmla="*/ 442 h 708"/>
              <a:gd name="T64" fmla="*/ 294 w 649"/>
              <a:gd name="T65" fmla="*/ 369 h 708"/>
              <a:gd name="T66" fmla="*/ 309 w 649"/>
              <a:gd name="T67" fmla="*/ 353 h 708"/>
              <a:gd name="T68" fmla="*/ 574 w 649"/>
              <a:gd name="T69" fmla="*/ 353 h 708"/>
              <a:gd name="T70" fmla="*/ 648 w 649"/>
              <a:gd name="T71" fmla="*/ 280 h 708"/>
              <a:gd name="T72" fmla="*/ 530 w 649"/>
              <a:gd name="T73" fmla="*/ 221 h 708"/>
              <a:gd name="T74" fmla="*/ 530 w 649"/>
              <a:gd name="T75" fmla="*/ 221 h 708"/>
              <a:gd name="T76" fmla="*/ 515 w 649"/>
              <a:gd name="T77" fmla="*/ 236 h 708"/>
              <a:gd name="T78" fmla="*/ 44 w 649"/>
              <a:gd name="T79" fmla="*/ 236 h 708"/>
              <a:gd name="T80" fmla="*/ 29 w 649"/>
              <a:gd name="T81" fmla="*/ 221 h 708"/>
              <a:gd name="T82" fmla="*/ 29 w 649"/>
              <a:gd name="T83" fmla="*/ 44 h 708"/>
              <a:gd name="T84" fmla="*/ 44 w 649"/>
              <a:gd name="T85" fmla="*/ 29 h 708"/>
              <a:gd name="T86" fmla="*/ 515 w 649"/>
              <a:gd name="T87" fmla="*/ 29 h 708"/>
              <a:gd name="T88" fmla="*/ 530 w 649"/>
              <a:gd name="T89" fmla="*/ 44 h 708"/>
              <a:gd name="T90" fmla="*/ 530 w 649"/>
              <a:gd name="T91" fmla="*/ 221 h 708"/>
              <a:gd name="T92" fmla="*/ 324 w 649"/>
              <a:gd name="T93" fmla="*/ 486 h 708"/>
              <a:gd name="T94" fmla="*/ 324 w 649"/>
              <a:gd name="T95" fmla="*/ 486 h 708"/>
              <a:gd name="T96" fmla="*/ 324 w 649"/>
              <a:gd name="T97" fmla="*/ 663 h 708"/>
              <a:gd name="T98" fmla="*/ 309 w 649"/>
              <a:gd name="T99" fmla="*/ 678 h 708"/>
              <a:gd name="T100" fmla="*/ 250 w 649"/>
              <a:gd name="T101" fmla="*/ 678 h 708"/>
              <a:gd name="T102" fmla="*/ 236 w 649"/>
              <a:gd name="T103" fmla="*/ 663 h 708"/>
              <a:gd name="T104" fmla="*/ 236 w 649"/>
              <a:gd name="T105" fmla="*/ 486 h 708"/>
              <a:gd name="T106" fmla="*/ 250 w 649"/>
              <a:gd name="T107" fmla="*/ 471 h 708"/>
              <a:gd name="T108" fmla="*/ 280 w 649"/>
              <a:gd name="T109" fmla="*/ 471 h 708"/>
              <a:gd name="T110" fmla="*/ 280 w 649"/>
              <a:gd name="T111" fmla="*/ 471 h 708"/>
              <a:gd name="T112" fmla="*/ 280 w 649"/>
              <a:gd name="T113" fmla="*/ 471 h 708"/>
              <a:gd name="T114" fmla="*/ 309 w 649"/>
              <a:gd name="T115" fmla="*/ 471 h 708"/>
              <a:gd name="T116" fmla="*/ 324 w 649"/>
              <a:gd name="T117" fmla="*/ 486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649" h="708">
                <a:moveTo>
                  <a:pt x="648" y="280"/>
                </a:moveTo>
                <a:lnTo>
                  <a:pt x="648" y="280"/>
                </a:lnTo>
                <a:cubicBezTo>
                  <a:pt x="648" y="161"/>
                  <a:pt x="648" y="161"/>
                  <a:pt x="648" y="161"/>
                </a:cubicBezTo>
                <a:cubicBezTo>
                  <a:pt x="648" y="136"/>
                  <a:pt x="628" y="117"/>
                  <a:pt x="603" y="117"/>
                </a:cubicBezTo>
                <a:cubicBezTo>
                  <a:pt x="559" y="117"/>
                  <a:pt x="559" y="117"/>
                  <a:pt x="559" y="117"/>
                </a:cubicBezTo>
                <a:cubicBezTo>
                  <a:pt x="559" y="44"/>
                  <a:pt x="559" y="44"/>
                  <a:pt x="559" y="44"/>
                </a:cubicBezTo>
                <a:cubicBezTo>
                  <a:pt x="559" y="19"/>
                  <a:pt x="540" y="0"/>
                  <a:pt x="515" y="0"/>
                </a:cubicBezTo>
                <a:cubicBezTo>
                  <a:pt x="44" y="0"/>
                  <a:pt x="44" y="0"/>
                  <a:pt x="44" y="0"/>
                </a:cubicBezTo>
                <a:cubicBezTo>
                  <a:pt x="19" y="0"/>
                  <a:pt x="0" y="19"/>
                  <a:pt x="0" y="44"/>
                </a:cubicBezTo>
                <a:cubicBezTo>
                  <a:pt x="0" y="221"/>
                  <a:pt x="0" y="221"/>
                  <a:pt x="0" y="221"/>
                </a:cubicBezTo>
                <a:cubicBezTo>
                  <a:pt x="0" y="246"/>
                  <a:pt x="19" y="265"/>
                  <a:pt x="44" y="265"/>
                </a:cubicBezTo>
                <a:cubicBezTo>
                  <a:pt x="515" y="265"/>
                  <a:pt x="515" y="265"/>
                  <a:pt x="515" y="265"/>
                </a:cubicBezTo>
                <a:lnTo>
                  <a:pt x="515" y="265"/>
                </a:lnTo>
                <a:cubicBezTo>
                  <a:pt x="540" y="265"/>
                  <a:pt x="559" y="246"/>
                  <a:pt x="559" y="221"/>
                </a:cubicBezTo>
                <a:cubicBezTo>
                  <a:pt x="559" y="148"/>
                  <a:pt x="559" y="148"/>
                  <a:pt x="559" y="148"/>
                </a:cubicBezTo>
                <a:cubicBezTo>
                  <a:pt x="603" y="148"/>
                  <a:pt x="603" y="148"/>
                  <a:pt x="603" y="148"/>
                </a:cubicBezTo>
                <a:cubicBezTo>
                  <a:pt x="612" y="148"/>
                  <a:pt x="619" y="153"/>
                  <a:pt x="619" y="161"/>
                </a:cubicBezTo>
                <a:cubicBezTo>
                  <a:pt x="619" y="280"/>
                  <a:pt x="619" y="280"/>
                  <a:pt x="619" y="280"/>
                </a:cubicBezTo>
                <a:cubicBezTo>
                  <a:pt x="619" y="304"/>
                  <a:pt x="599" y="323"/>
                  <a:pt x="574" y="324"/>
                </a:cubicBezTo>
                <a:cubicBezTo>
                  <a:pt x="309" y="324"/>
                  <a:pt x="309" y="324"/>
                  <a:pt x="309" y="324"/>
                </a:cubicBezTo>
                <a:cubicBezTo>
                  <a:pt x="284" y="324"/>
                  <a:pt x="265" y="344"/>
                  <a:pt x="265" y="369"/>
                </a:cubicBezTo>
                <a:cubicBezTo>
                  <a:pt x="265" y="442"/>
                  <a:pt x="265" y="442"/>
                  <a:pt x="265" y="442"/>
                </a:cubicBezTo>
                <a:cubicBezTo>
                  <a:pt x="250" y="442"/>
                  <a:pt x="250" y="442"/>
                  <a:pt x="250" y="442"/>
                </a:cubicBezTo>
                <a:cubicBezTo>
                  <a:pt x="226" y="442"/>
                  <a:pt x="206" y="461"/>
                  <a:pt x="206" y="486"/>
                </a:cubicBezTo>
                <a:cubicBezTo>
                  <a:pt x="206" y="663"/>
                  <a:pt x="206" y="663"/>
                  <a:pt x="206" y="663"/>
                </a:cubicBezTo>
                <a:cubicBezTo>
                  <a:pt x="206" y="688"/>
                  <a:pt x="226" y="707"/>
                  <a:pt x="250" y="707"/>
                </a:cubicBezTo>
                <a:cubicBezTo>
                  <a:pt x="309" y="707"/>
                  <a:pt x="309" y="707"/>
                  <a:pt x="309" y="707"/>
                </a:cubicBezTo>
                <a:lnTo>
                  <a:pt x="309" y="707"/>
                </a:lnTo>
                <a:cubicBezTo>
                  <a:pt x="334" y="707"/>
                  <a:pt x="353" y="688"/>
                  <a:pt x="353" y="663"/>
                </a:cubicBezTo>
                <a:cubicBezTo>
                  <a:pt x="353" y="486"/>
                  <a:pt x="353" y="486"/>
                  <a:pt x="353" y="486"/>
                </a:cubicBezTo>
                <a:cubicBezTo>
                  <a:pt x="353" y="461"/>
                  <a:pt x="334" y="442"/>
                  <a:pt x="309" y="442"/>
                </a:cubicBezTo>
                <a:cubicBezTo>
                  <a:pt x="294" y="442"/>
                  <a:pt x="294" y="442"/>
                  <a:pt x="294" y="442"/>
                </a:cubicBezTo>
                <a:cubicBezTo>
                  <a:pt x="294" y="369"/>
                  <a:pt x="294" y="369"/>
                  <a:pt x="294" y="369"/>
                </a:cubicBezTo>
                <a:cubicBezTo>
                  <a:pt x="294" y="360"/>
                  <a:pt x="301" y="353"/>
                  <a:pt x="309" y="353"/>
                </a:cubicBezTo>
                <a:cubicBezTo>
                  <a:pt x="574" y="353"/>
                  <a:pt x="574" y="353"/>
                  <a:pt x="574" y="353"/>
                </a:cubicBezTo>
                <a:cubicBezTo>
                  <a:pt x="614" y="353"/>
                  <a:pt x="648" y="320"/>
                  <a:pt x="648" y="280"/>
                </a:cubicBezTo>
                <a:close/>
                <a:moveTo>
                  <a:pt x="530" y="221"/>
                </a:moveTo>
                <a:lnTo>
                  <a:pt x="530" y="221"/>
                </a:lnTo>
                <a:cubicBezTo>
                  <a:pt x="530" y="229"/>
                  <a:pt x="523" y="235"/>
                  <a:pt x="515" y="236"/>
                </a:cubicBezTo>
                <a:cubicBezTo>
                  <a:pt x="44" y="236"/>
                  <a:pt x="44" y="236"/>
                  <a:pt x="44" y="236"/>
                </a:cubicBezTo>
                <a:cubicBezTo>
                  <a:pt x="36" y="235"/>
                  <a:pt x="29" y="229"/>
                  <a:pt x="29" y="221"/>
                </a:cubicBezTo>
                <a:cubicBezTo>
                  <a:pt x="29" y="44"/>
                  <a:pt x="29" y="44"/>
                  <a:pt x="29" y="44"/>
                </a:cubicBezTo>
                <a:cubicBezTo>
                  <a:pt x="29" y="36"/>
                  <a:pt x="36" y="29"/>
                  <a:pt x="44" y="29"/>
                </a:cubicBezTo>
                <a:cubicBezTo>
                  <a:pt x="515" y="29"/>
                  <a:pt x="515" y="29"/>
                  <a:pt x="515" y="29"/>
                </a:cubicBezTo>
                <a:cubicBezTo>
                  <a:pt x="523" y="29"/>
                  <a:pt x="530" y="36"/>
                  <a:pt x="530" y="44"/>
                </a:cubicBezTo>
                <a:lnTo>
                  <a:pt x="530" y="221"/>
                </a:lnTo>
                <a:close/>
                <a:moveTo>
                  <a:pt x="324" y="486"/>
                </a:moveTo>
                <a:lnTo>
                  <a:pt x="324" y="486"/>
                </a:lnTo>
                <a:cubicBezTo>
                  <a:pt x="324" y="663"/>
                  <a:pt x="324" y="663"/>
                  <a:pt x="324" y="663"/>
                </a:cubicBezTo>
                <a:cubicBezTo>
                  <a:pt x="324" y="671"/>
                  <a:pt x="318" y="677"/>
                  <a:pt x="309" y="678"/>
                </a:cubicBezTo>
                <a:cubicBezTo>
                  <a:pt x="250" y="678"/>
                  <a:pt x="250" y="678"/>
                  <a:pt x="250" y="678"/>
                </a:cubicBezTo>
                <a:cubicBezTo>
                  <a:pt x="242" y="677"/>
                  <a:pt x="236" y="671"/>
                  <a:pt x="236" y="663"/>
                </a:cubicBezTo>
                <a:cubicBezTo>
                  <a:pt x="236" y="486"/>
                  <a:pt x="236" y="486"/>
                  <a:pt x="236" y="486"/>
                </a:cubicBezTo>
                <a:cubicBezTo>
                  <a:pt x="236" y="478"/>
                  <a:pt x="242" y="471"/>
                  <a:pt x="250" y="471"/>
                </a:cubicBezTo>
                <a:cubicBezTo>
                  <a:pt x="280" y="471"/>
                  <a:pt x="280" y="471"/>
                  <a:pt x="280" y="471"/>
                </a:cubicBezTo>
                <a:lnTo>
                  <a:pt x="280" y="471"/>
                </a:lnTo>
                <a:lnTo>
                  <a:pt x="280" y="471"/>
                </a:lnTo>
                <a:cubicBezTo>
                  <a:pt x="309" y="471"/>
                  <a:pt x="309" y="471"/>
                  <a:pt x="309" y="471"/>
                </a:cubicBezTo>
                <a:cubicBezTo>
                  <a:pt x="318" y="471"/>
                  <a:pt x="324" y="478"/>
                  <a:pt x="324" y="486"/>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32" name="Freeform 522">
            <a:extLst>
              <a:ext uri="{FF2B5EF4-FFF2-40B4-BE49-F238E27FC236}">
                <a16:creationId xmlns:a16="http://schemas.microsoft.com/office/drawing/2014/main" id="{2EF45FBA-2EC1-8E49-ED38-8BDD8C2296B4}"/>
              </a:ext>
            </a:extLst>
          </p:cNvPr>
          <p:cNvSpPr>
            <a:spLocks noChangeArrowheads="1"/>
          </p:cNvSpPr>
          <p:nvPr/>
        </p:nvSpPr>
        <p:spPr bwMode="auto">
          <a:xfrm>
            <a:off x="1197495" y="1891135"/>
            <a:ext cx="228600" cy="250825"/>
          </a:xfrm>
          <a:custGeom>
            <a:avLst/>
            <a:gdLst>
              <a:gd name="T0" fmla="*/ 151 w 637"/>
              <a:gd name="T1" fmla="*/ 697 h 698"/>
              <a:gd name="T2" fmla="*/ 151 w 637"/>
              <a:gd name="T3" fmla="*/ 697 h 698"/>
              <a:gd name="T4" fmla="*/ 484 w 637"/>
              <a:gd name="T5" fmla="*/ 697 h 698"/>
              <a:gd name="T6" fmla="*/ 529 w 637"/>
              <a:gd name="T7" fmla="*/ 653 h 698"/>
              <a:gd name="T8" fmla="*/ 529 w 637"/>
              <a:gd name="T9" fmla="*/ 319 h 698"/>
              <a:gd name="T10" fmla="*/ 544 w 637"/>
              <a:gd name="T11" fmla="*/ 305 h 698"/>
              <a:gd name="T12" fmla="*/ 592 w 637"/>
              <a:gd name="T13" fmla="*/ 305 h 698"/>
              <a:gd name="T14" fmla="*/ 636 w 637"/>
              <a:gd name="T15" fmla="*/ 261 h 698"/>
              <a:gd name="T16" fmla="*/ 636 w 637"/>
              <a:gd name="T17" fmla="*/ 172 h 698"/>
              <a:gd name="T18" fmla="*/ 553 w 637"/>
              <a:gd name="T19" fmla="*/ 49 h 698"/>
              <a:gd name="T20" fmla="*/ 439 w 637"/>
              <a:gd name="T21" fmla="*/ 2 h 698"/>
              <a:gd name="T22" fmla="*/ 422 w 637"/>
              <a:gd name="T23" fmla="*/ 0 h 698"/>
              <a:gd name="T24" fmla="*/ 400 w 637"/>
              <a:gd name="T25" fmla="*/ 5 h 698"/>
              <a:gd name="T26" fmla="*/ 384 w 637"/>
              <a:gd name="T27" fmla="*/ 22 h 698"/>
              <a:gd name="T28" fmla="*/ 319 w 637"/>
              <a:gd name="T29" fmla="*/ 60 h 698"/>
              <a:gd name="T30" fmla="*/ 252 w 637"/>
              <a:gd name="T31" fmla="*/ 22 h 698"/>
              <a:gd name="T32" fmla="*/ 236 w 637"/>
              <a:gd name="T33" fmla="*/ 5 h 698"/>
              <a:gd name="T34" fmla="*/ 214 w 637"/>
              <a:gd name="T35" fmla="*/ 0 h 698"/>
              <a:gd name="T36" fmla="*/ 197 w 637"/>
              <a:gd name="T37" fmla="*/ 2 h 698"/>
              <a:gd name="T38" fmla="*/ 197 w 637"/>
              <a:gd name="T39" fmla="*/ 2 h 698"/>
              <a:gd name="T40" fmla="*/ 82 w 637"/>
              <a:gd name="T41" fmla="*/ 49 h 698"/>
              <a:gd name="T42" fmla="*/ 0 w 637"/>
              <a:gd name="T43" fmla="*/ 172 h 698"/>
              <a:gd name="T44" fmla="*/ 0 w 637"/>
              <a:gd name="T45" fmla="*/ 261 h 698"/>
              <a:gd name="T46" fmla="*/ 44 w 637"/>
              <a:gd name="T47" fmla="*/ 305 h 698"/>
              <a:gd name="T48" fmla="*/ 92 w 637"/>
              <a:gd name="T49" fmla="*/ 305 h 698"/>
              <a:gd name="T50" fmla="*/ 107 w 637"/>
              <a:gd name="T51" fmla="*/ 319 h 698"/>
              <a:gd name="T52" fmla="*/ 107 w 637"/>
              <a:gd name="T53" fmla="*/ 653 h 698"/>
              <a:gd name="T54" fmla="*/ 151 w 637"/>
              <a:gd name="T55" fmla="*/ 697 h 698"/>
              <a:gd name="T56" fmla="*/ 92 w 637"/>
              <a:gd name="T57" fmla="*/ 275 h 698"/>
              <a:gd name="T58" fmla="*/ 92 w 637"/>
              <a:gd name="T59" fmla="*/ 275 h 698"/>
              <a:gd name="T60" fmla="*/ 44 w 637"/>
              <a:gd name="T61" fmla="*/ 275 h 698"/>
              <a:gd name="T62" fmla="*/ 30 w 637"/>
              <a:gd name="T63" fmla="*/ 261 h 698"/>
              <a:gd name="T64" fmla="*/ 30 w 637"/>
              <a:gd name="T65" fmla="*/ 172 h 698"/>
              <a:gd name="T66" fmla="*/ 93 w 637"/>
              <a:gd name="T67" fmla="*/ 77 h 698"/>
              <a:gd name="T68" fmla="*/ 208 w 637"/>
              <a:gd name="T69" fmla="*/ 30 h 698"/>
              <a:gd name="T70" fmla="*/ 203 w 637"/>
              <a:gd name="T71" fmla="*/ 16 h 698"/>
              <a:gd name="T72" fmla="*/ 208 w 637"/>
              <a:gd name="T73" fmla="*/ 30 h 698"/>
              <a:gd name="T74" fmla="*/ 214 w 637"/>
              <a:gd name="T75" fmla="*/ 29 h 698"/>
              <a:gd name="T76" fmla="*/ 222 w 637"/>
              <a:gd name="T77" fmla="*/ 30 h 698"/>
              <a:gd name="T78" fmla="*/ 226 w 637"/>
              <a:gd name="T79" fmla="*/ 34 h 698"/>
              <a:gd name="T80" fmla="*/ 319 w 637"/>
              <a:gd name="T81" fmla="*/ 91 h 698"/>
              <a:gd name="T82" fmla="*/ 410 w 637"/>
              <a:gd name="T83" fmla="*/ 34 h 698"/>
              <a:gd name="T84" fmla="*/ 415 w 637"/>
              <a:gd name="T85" fmla="*/ 30 h 698"/>
              <a:gd name="T86" fmla="*/ 422 w 637"/>
              <a:gd name="T87" fmla="*/ 29 h 698"/>
              <a:gd name="T88" fmla="*/ 428 w 637"/>
              <a:gd name="T89" fmla="*/ 30 h 698"/>
              <a:gd name="T90" fmla="*/ 542 w 637"/>
              <a:gd name="T91" fmla="*/ 77 h 698"/>
              <a:gd name="T92" fmla="*/ 606 w 637"/>
              <a:gd name="T93" fmla="*/ 172 h 698"/>
              <a:gd name="T94" fmla="*/ 606 w 637"/>
              <a:gd name="T95" fmla="*/ 261 h 698"/>
              <a:gd name="T96" fmla="*/ 592 w 637"/>
              <a:gd name="T97" fmla="*/ 275 h 698"/>
              <a:gd name="T98" fmla="*/ 544 w 637"/>
              <a:gd name="T99" fmla="*/ 275 h 698"/>
              <a:gd name="T100" fmla="*/ 500 w 637"/>
              <a:gd name="T101" fmla="*/ 319 h 698"/>
              <a:gd name="T102" fmla="*/ 500 w 637"/>
              <a:gd name="T103" fmla="*/ 653 h 698"/>
              <a:gd name="T104" fmla="*/ 484 w 637"/>
              <a:gd name="T105" fmla="*/ 668 h 698"/>
              <a:gd name="T106" fmla="*/ 151 w 637"/>
              <a:gd name="T107" fmla="*/ 668 h 698"/>
              <a:gd name="T108" fmla="*/ 136 w 637"/>
              <a:gd name="T109" fmla="*/ 653 h 698"/>
              <a:gd name="T110" fmla="*/ 136 w 637"/>
              <a:gd name="T111" fmla="*/ 319 h 698"/>
              <a:gd name="T112" fmla="*/ 92 w 637"/>
              <a:gd name="T113" fmla="*/ 275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37" h="698">
                <a:moveTo>
                  <a:pt x="151" y="697"/>
                </a:moveTo>
                <a:lnTo>
                  <a:pt x="151" y="697"/>
                </a:lnTo>
                <a:cubicBezTo>
                  <a:pt x="484" y="697"/>
                  <a:pt x="484" y="697"/>
                  <a:pt x="484" y="697"/>
                </a:cubicBezTo>
                <a:cubicBezTo>
                  <a:pt x="509" y="697"/>
                  <a:pt x="529" y="678"/>
                  <a:pt x="529" y="653"/>
                </a:cubicBezTo>
                <a:cubicBezTo>
                  <a:pt x="529" y="319"/>
                  <a:pt x="529" y="319"/>
                  <a:pt x="529" y="319"/>
                </a:cubicBezTo>
                <a:cubicBezTo>
                  <a:pt x="529" y="312"/>
                  <a:pt x="535" y="305"/>
                  <a:pt x="544" y="305"/>
                </a:cubicBezTo>
                <a:cubicBezTo>
                  <a:pt x="592" y="305"/>
                  <a:pt x="592" y="305"/>
                  <a:pt x="592" y="305"/>
                </a:cubicBezTo>
                <a:cubicBezTo>
                  <a:pt x="616" y="305"/>
                  <a:pt x="636" y="284"/>
                  <a:pt x="636" y="261"/>
                </a:cubicBezTo>
                <a:cubicBezTo>
                  <a:pt x="636" y="172"/>
                  <a:pt x="636" y="172"/>
                  <a:pt x="636" y="172"/>
                </a:cubicBezTo>
                <a:cubicBezTo>
                  <a:pt x="636" y="119"/>
                  <a:pt x="603" y="70"/>
                  <a:pt x="553" y="49"/>
                </a:cubicBezTo>
                <a:cubicBezTo>
                  <a:pt x="439" y="2"/>
                  <a:pt x="439" y="2"/>
                  <a:pt x="439" y="2"/>
                </a:cubicBezTo>
                <a:cubicBezTo>
                  <a:pt x="433" y="0"/>
                  <a:pt x="428" y="0"/>
                  <a:pt x="422" y="0"/>
                </a:cubicBezTo>
                <a:cubicBezTo>
                  <a:pt x="414" y="0"/>
                  <a:pt x="407" y="1"/>
                  <a:pt x="400" y="5"/>
                </a:cubicBezTo>
                <a:cubicBezTo>
                  <a:pt x="393" y="8"/>
                  <a:pt x="388" y="14"/>
                  <a:pt x="384" y="22"/>
                </a:cubicBezTo>
                <a:cubicBezTo>
                  <a:pt x="371" y="45"/>
                  <a:pt x="346" y="62"/>
                  <a:pt x="319" y="60"/>
                </a:cubicBezTo>
                <a:cubicBezTo>
                  <a:pt x="290" y="62"/>
                  <a:pt x="265" y="45"/>
                  <a:pt x="252" y="22"/>
                </a:cubicBezTo>
                <a:cubicBezTo>
                  <a:pt x="248" y="14"/>
                  <a:pt x="243" y="8"/>
                  <a:pt x="236" y="5"/>
                </a:cubicBezTo>
                <a:cubicBezTo>
                  <a:pt x="229" y="1"/>
                  <a:pt x="222" y="0"/>
                  <a:pt x="214" y="0"/>
                </a:cubicBezTo>
                <a:cubicBezTo>
                  <a:pt x="208" y="0"/>
                  <a:pt x="203" y="0"/>
                  <a:pt x="197" y="2"/>
                </a:cubicBezTo>
                <a:lnTo>
                  <a:pt x="197" y="2"/>
                </a:lnTo>
                <a:cubicBezTo>
                  <a:pt x="82" y="49"/>
                  <a:pt x="82" y="49"/>
                  <a:pt x="82" y="49"/>
                </a:cubicBezTo>
                <a:cubicBezTo>
                  <a:pt x="33" y="70"/>
                  <a:pt x="0" y="119"/>
                  <a:pt x="0" y="172"/>
                </a:cubicBezTo>
                <a:cubicBezTo>
                  <a:pt x="0" y="261"/>
                  <a:pt x="0" y="261"/>
                  <a:pt x="0" y="261"/>
                </a:cubicBezTo>
                <a:cubicBezTo>
                  <a:pt x="0" y="284"/>
                  <a:pt x="20" y="305"/>
                  <a:pt x="44" y="305"/>
                </a:cubicBezTo>
                <a:cubicBezTo>
                  <a:pt x="92" y="305"/>
                  <a:pt x="92" y="305"/>
                  <a:pt x="92" y="305"/>
                </a:cubicBezTo>
                <a:cubicBezTo>
                  <a:pt x="100" y="305"/>
                  <a:pt x="107" y="312"/>
                  <a:pt x="107" y="319"/>
                </a:cubicBezTo>
                <a:cubicBezTo>
                  <a:pt x="107" y="653"/>
                  <a:pt x="107" y="653"/>
                  <a:pt x="107" y="653"/>
                </a:cubicBezTo>
                <a:cubicBezTo>
                  <a:pt x="107" y="678"/>
                  <a:pt x="127" y="697"/>
                  <a:pt x="151" y="697"/>
                </a:cubicBezTo>
                <a:close/>
                <a:moveTo>
                  <a:pt x="92" y="275"/>
                </a:moveTo>
                <a:lnTo>
                  <a:pt x="92" y="275"/>
                </a:lnTo>
                <a:cubicBezTo>
                  <a:pt x="44" y="275"/>
                  <a:pt x="44" y="275"/>
                  <a:pt x="44" y="275"/>
                </a:cubicBezTo>
                <a:cubicBezTo>
                  <a:pt x="37" y="275"/>
                  <a:pt x="30" y="269"/>
                  <a:pt x="30" y="261"/>
                </a:cubicBezTo>
                <a:cubicBezTo>
                  <a:pt x="30" y="172"/>
                  <a:pt x="30" y="172"/>
                  <a:pt x="30" y="172"/>
                </a:cubicBezTo>
                <a:cubicBezTo>
                  <a:pt x="30" y="130"/>
                  <a:pt x="55" y="92"/>
                  <a:pt x="93" y="77"/>
                </a:cubicBezTo>
                <a:cubicBezTo>
                  <a:pt x="208" y="30"/>
                  <a:pt x="208" y="30"/>
                  <a:pt x="208" y="30"/>
                </a:cubicBezTo>
                <a:cubicBezTo>
                  <a:pt x="203" y="16"/>
                  <a:pt x="203" y="16"/>
                  <a:pt x="203" y="16"/>
                </a:cubicBezTo>
                <a:cubicBezTo>
                  <a:pt x="208" y="30"/>
                  <a:pt x="208" y="30"/>
                  <a:pt x="208" y="30"/>
                </a:cubicBezTo>
                <a:cubicBezTo>
                  <a:pt x="209" y="29"/>
                  <a:pt x="212" y="29"/>
                  <a:pt x="214" y="29"/>
                </a:cubicBezTo>
                <a:cubicBezTo>
                  <a:pt x="216" y="29"/>
                  <a:pt x="219" y="29"/>
                  <a:pt x="222" y="30"/>
                </a:cubicBezTo>
                <a:cubicBezTo>
                  <a:pt x="223" y="31"/>
                  <a:pt x="225" y="33"/>
                  <a:pt x="226" y="34"/>
                </a:cubicBezTo>
                <a:cubicBezTo>
                  <a:pt x="243" y="67"/>
                  <a:pt x="279" y="91"/>
                  <a:pt x="319" y="91"/>
                </a:cubicBezTo>
                <a:cubicBezTo>
                  <a:pt x="359" y="91"/>
                  <a:pt x="393" y="67"/>
                  <a:pt x="410" y="34"/>
                </a:cubicBezTo>
                <a:cubicBezTo>
                  <a:pt x="411" y="33"/>
                  <a:pt x="413" y="31"/>
                  <a:pt x="415" y="30"/>
                </a:cubicBezTo>
                <a:cubicBezTo>
                  <a:pt x="417" y="29"/>
                  <a:pt x="419" y="29"/>
                  <a:pt x="422" y="29"/>
                </a:cubicBezTo>
                <a:cubicBezTo>
                  <a:pt x="424" y="29"/>
                  <a:pt x="426" y="29"/>
                  <a:pt x="428" y="30"/>
                </a:cubicBezTo>
                <a:cubicBezTo>
                  <a:pt x="542" y="77"/>
                  <a:pt x="542" y="77"/>
                  <a:pt x="542" y="77"/>
                </a:cubicBezTo>
                <a:cubicBezTo>
                  <a:pt x="581" y="92"/>
                  <a:pt x="606" y="130"/>
                  <a:pt x="606" y="172"/>
                </a:cubicBezTo>
                <a:cubicBezTo>
                  <a:pt x="606" y="261"/>
                  <a:pt x="606" y="261"/>
                  <a:pt x="606" y="261"/>
                </a:cubicBezTo>
                <a:cubicBezTo>
                  <a:pt x="606" y="269"/>
                  <a:pt x="600" y="275"/>
                  <a:pt x="592" y="275"/>
                </a:cubicBezTo>
                <a:cubicBezTo>
                  <a:pt x="544" y="275"/>
                  <a:pt x="544" y="275"/>
                  <a:pt x="544" y="275"/>
                </a:cubicBezTo>
                <a:cubicBezTo>
                  <a:pt x="519" y="275"/>
                  <a:pt x="500" y="295"/>
                  <a:pt x="500" y="319"/>
                </a:cubicBezTo>
                <a:cubicBezTo>
                  <a:pt x="500" y="653"/>
                  <a:pt x="500" y="653"/>
                  <a:pt x="500" y="653"/>
                </a:cubicBezTo>
                <a:cubicBezTo>
                  <a:pt x="500" y="661"/>
                  <a:pt x="493" y="667"/>
                  <a:pt x="484" y="668"/>
                </a:cubicBezTo>
                <a:cubicBezTo>
                  <a:pt x="151" y="668"/>
                  <a:pt x="151" y="668"/>
                  <a:pt x="151" y="668"/>
                </a:cubicBezTo>
                <a:cubicBezTo>
                  <a:pt x="143" y="667"/>
                  <a:pt x="136" y="661"/>
                  <a:pt x="136" y="653"/>
                </a:cubicBezTo>
                <a:cubicBezTo>
                  <a:pt x="136" y="319"/>
                  <a:pt x="136" y="319"/>
                  <a:pt x="136" y="319"/>
                </a:cubicBezTo>
                <a:cubicBezTo>
                  <a:pt x="136" y="295"/>
                  <a:pt x="117" y="275"/>
                  <a:pt x="92" y="275"/>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33" name="Freeform 523">
            <a:extLst>
              <a:ext uri="{FF2B5EF4-FFF2-40B4-BE49-F238E27FC236}">
                <a16:creationId xmlns:a16="http://schemas.microsoft.com/office/drawing/2014/main" id="{FEC950B3-1782-7D63-41F4-5C98A0A556F5}"/>
              </a:ext>
            </a:extLst>
          </p:cNvPr>
          <p:cNvSpPr>
            <a:spLocks noChangeArrowheads="1"/>
          </p:cNvSpPr>
          <p:nvPr/>
        </p:nvSpPr>
        <p:spPr bwMode="auto">
          <a:xfrm>
            <a:off x="1692795" y="1888754"/>
            <a:ext cx="255588" cy="255587"/>
          </a:xfrm>
          <a:custGeom>
            <a:avLst/>
            <a:gdLst>
              <a:gd name="T0" fmla="*/ 605 w 710"/>
              <a:gd name="T1" fmla="*/ 104 h 708"/>
              <a:gd name="T2" fmla="*/ 105 w 710"/>
              <a:gd name="T3" fmla="*/ 104 h 708"/>
              <a:gd name="T4" fmla="*/ 0 w 710"/>
              <a:gd name="T5" fmla="*/ 351 h 708"/>
              <a:gd name="T6" fmla="*/ 1 w 710"/>
              <a:gd name="T7" fmla="*/ 354 h 708"/>
              <a:gd name="T8" fmla="*/ 355 w 710"/>
              <a:gd name="T9" fmla="*/ 707 h 708"/>
              <a:gd name="T10" fmla="*/ 356 w 710"/>
              <a:gd name="T11" fmla="*/ 707 h 708"/>
              <a:gd name="T12" fmla="*/ 605 w 710"/>
              <a:gd name="T13" fmla="*/ 604 h 708"/>
              <a:gd name="T14" fmla="*/ 605 w 710"/>
              <a:gd name="T15" fmla="*/ 604 h 708"/>
              <a:gd name="T16" fmla="*/ 605 w 710"/>
              <a:gd name="T17" fmla="*/ 604 h 708"/>
              <a:gd name="T18" fmla="*/ 605 w 710"/>
              <a:gd name="T19" fmla="*/ 104 h 708"/>
              <a:gd name="T20" fmla="*/ 678 w 710"/>
              <a:gd name="T21" fmla="*/ 343 h 708"/>
              <a:gd name="T22" fmla="*/ 421 w 710"/>
              <a:gd name="T23" fmla="*/ 308 h 708"/>
              <a:gd name="T24" fmla="*/ 678 w 710"/>
              <a:gd name="T25" fmla="*/ 343 h 708"/>
              <a:gd name="T26" fmla="*/ 338 w 710"/>
              <a:gd name="T27" fmla="*/ 130 h 708"/>
              <a:gd name="T28" fmla="*/ 573 w 710"/>
              <a:gd name="T29" fmla="*/ 115 h 708"/>
              <a:gd name="T30" fmla="*/ 338 w 710"/>
              <a:gd name="T31" fmla="*/ 130 h 708"/>
              <a:gd name="T32" fmla="*/ 126 w 710"/>
              <a:gd name="T33" fmla="*/ 124 h 708"/>
              <a:gd name="T34" fmla="*/ 308 w 710"/>
              <a:gd name="T35" fmla="*/ 130 h 708"/>
              <a:gd name="T36" fmla="*/ 302 w 710"/>
              <a:gd name="T37" fmla="*/ 385 h 708"/>
              <a:gd name="T38" fmla="*/ 32 w 710"/>
              <a:gd name="T39" fmla="*/ 334 h 708"/>
              <a:gd name="T40" fmla="*/ 341 w 710"/>
              <a:gd name="T41" fmla="*/ 677 h 708"/>
              <a:gd name="T42" fmla="*/ 137 w 710"/>
              <a:gd name="T43" fmla="*/ 593 h 708"/>
              <a:gd name="T44" fmla="*/ 363 w 710"/>
              <a:gd name="T45" fmla="*/ 583 h 708"/>
              <a:gd name="T46" fmla="*/ 30 w 710"/>
              <a:gd name="T47" fmla="*/ 367 h 708"/>
              <a:gd name="T48" fmla="*/ 124 w 710"/>
              <a:gd name="T49" fmla="*/ 344 h 708"/>
              <a:gd name="T50" fmla="*/ 115 w 710"/>
              <a:gd name="T51" fmla="*/ 572 h 708"/>
              <a:gd name="T52" fmla="*/ 584 w 710"/>
              <a:gd name="T53" fmla="*/ 583 h 708"/>
              <a:gd name="T54" fmla="*/ 374 w 710"/>
              <a:gd name="T55" fmla="*/ 677 h 708"/>
              <a:gd name="T56" fmla="*/ 323 w 710"/>
              <a:gd name="T57" fmla="*/ 406 h 708"/>
              <a:gd name="T58" fmla="*/ 577 w 710"/>
              <a:gd name="T59" fmla="*/ 399 h 708"/>
              <a:gd name="T60" fmla="*/ 584 w 710"/>
              <a:gd name="T61" fmla="*/ 583 h 708"/>
              <a:gd name="T62" fmla="*/ 584 w 710"/>
              <a:gd name="T63" fmla="*/ 583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0" h="708">
                <a:moveTo>
                  <a:pt x="605" y="104"/>
                </a:moveTo>
                <a:lnTo>
                  <a:pt x="605" y="104"/>
                </a:lnTo>
                <a:cubicBezTo>
                  <a:pt x="536" y="35"/>
                  <a:pt x="445" y="0"/>
                  <a:pt x="355" y="0"/>
                </a:cubicBezTo>
                <a:cubicBezTo>
                  <a:pt x="264" y="0"/>
                  <a:pt x="174" y="35"/>
                  <a:pt x="105" y="104"/>
                </a:cubicBezTo>
                <a:cubicBezTo>
                  <a:pt x="36" y="171"/>
                  <a:pt x="1" y="261"/>
                  <a:pt x="1" y="351"/>
                </a:cubicBezTo>
                <a:lnTo>
                  <a:pt x="0" y="351"/>
                </a:lnTo>
                <a:cubicBezTo>
                  <a:pt x="1" y="351"/>
                  <a:pt x="1" y="351"/>
                  <a:pt x="1" y="351"/>
                </a:cubicBezTo>
                <a:cubicBezTo>
                  <a:pt x="1" y="352"/>
                  <a:pt x="1" y="352"/>
                  <a:pt x="1" y="354"/>
                </a:cubicBezTo>
                <a:cubicBezTo>
                  <a:pt x="1" y="443"/>
                  <a:pt x="36" y="535"/>
                  <a:pt x="105" y="604"/>
                </a:cubicBezTo>
                <a:cubicBezTo>
                  <a:pt x="174" y="673"/>
                  <a:pt x="264" y="707"/>
                  <a:pt x="355" y="707"/>
                </a:cubicBezTo>
                <a:lnTo>
                  <a:pt x="356" y="707"/>
                </a:lnTo>
                <a:lnTo>
                  <a:pt x="356" y="707"/>
                </a:lnTo>
                <a:cubicBezTo>
                  <a:pt x="356" y="707"/>
                  <a:pt x="356" y="707"/>
                  <a:pt x="358" y="707"/>
                </a:cubicBezTo>
                <a:cubicBezTo>
                  <a:pt x="446" y="706"/>
                  <a:pt x="536" y="671"/>
                  <a:pt x="605" y="604"/>
                </a:cubicBezTo>
                <a:lnTo>
                  <a:pt x="605" y="604"/>
                </a:lnTo>
                <a:lnTo>
                  <a:pt x="605" y="604"/>
                </a:lnTo>
                <a:lnTo>
                  <a:pt x="605" y="604"/>
                </a:lnTo>
                <a:lnTo>
                  <a:pt x="605" y="604"/>
                </a:lnTo>
                <a:cubicBezTo>
                  <a:pt x="674" y="535"/>
                  <a:pt x="709" y="443"/>
                  <a:pt x="709" y="354"/>
                </a:cubicBezTo>
                <a:cubicBezTo>
                  <a:pt x="709" y="262"/>
                  <a:pt x="674" y="173"/>
                  <a:pt x="605" y="104"/>
                </a:cubicBezTo>
                <a:close/>
                <a:moveTo>
                  <a:pt x="678" y="343"/>
                </a:moveTo>
                <a:lnTo>
                  <a:pt x="678" y="343"/>
                </a:lnTo>
                <a:cubicBezTo>
                  <a:pt x="648" y="361"/>
                  <a:pt x="613" y="370"/>
                  <a:pt x="577" y="370"/>
                </a:cubicBezTo>
                <a:cubicBezTo>
                  <a:pt x="523" y="370"/>
                  <a:pt x="467" y="350"/>
                  <a:pt x="421" y="308"/>
                </a:cubicBezTo>
                <a:cubicBezTo>
                  <a:pt x="594" y="135"/>
                  <a:pt x="594" y="135"/>
                  <a:pt x="594" y="135"/>
                </a:cubicBezTo>
                <a:cubicBezTo>
                  <a:pt x="648" y="195"/>
                  <a:pt x="675" y="268"/>
                  <a:pt x="678" y="343"/>
                </a:cubicBezTo>
                <a:close/>
                <a:moveTo>
                  <a:pt x="338" y="130"/>
                </a:moveTo>
                <a:lnTo>
                  <a:pt x="338" y="130"/>
                </a:lnTo>
                <a:cubicBezTo>
                  <a:pt x="338" y="94"/>
                  <a:pt x="347" y="59"/>
                  <a:pt x="365" y="30"/>
                </a:cubicBezTo>
                <a:cubicBezTo>
                  <a:pt x="441" y="32"/>
                  <a:pt x="514" y="61"/>
                  <a:pt x="573" y="115"/>
                </a:cubicBezTo>
                <a:cubicBezTo>
                  <a:pt x="401" y="287"/>
                  <a:pt x="401" y="287"/>
                  <a:pt x="401" y="287"/>
                </a:cubicBezTo>
                <a:cubicBezTo>
                  <a:pt x="359" y="240"/>
                  <a:pt x="338" y="184"/>
                  <a:pt x="338" y="130"/>
                </a:cubicBezTo>
                <a:close/>
                <a:moveTo>
                  <a:pt x="126" y="124"/>
                </a:moveTo>
                <a:lnTo>
                  <a:pt x="126" y="124"/>
                </a:lnTo>
                <a:cubicBezTo>
                  <a:pt x="182" y="66"/>
                  <a:pt x="257" y="36"/>
                  <a:pt x="331" y="30"/>
                </a:cubicBezTo>
                <a:cubicBezTo>
                  <a:pt x="316" y="61"/>
                  <a:pt x="308" y="95"/>
                  <a:pt x="308" y="130"/>
                </a:cubicBezTo>
                <a:cubicBezTo>
                  <a:pt x="308" y="192"/>
                  <a:pt x="333" y="256"/>
                  <a:pt x="380" y="308"/>
                </a:cubicBezTo>
                <a:cubicBezTo>
                  <a:pt x="302" y="385"/>
                  <a:pt x="302" y="385"/>
                  <a:pt x="302" y="385"/>
                </a:cubicBezTo>
                <a:cubicBezTo>
                  <a:pt x="250" y="338"/>
                  <a:pt x="186" y="315"/>
                  <a:pt x="124" y="315"/>
                </a:cubicBezTo>
                <a:cubicBezTo>
                  <a:pt x="93" y="315"/>
                  <a:pt x="61" y="320"/>
                  <a:pt x="32" y="334"/>
                </a:cubicBezTo>
                <a:cubicBezTo>
                  <a:pt x="36" y="258"/>
                  <a:pt x="66" y="182"/>
                  <a:pt x="126" y="124"/>
                </a:cubicBezTo>
                <a:close/>
                <a:moveTo>
                  <a:pt x="341" y="677"/>
                </a:moveTo>
                <a:lnTo>
                  <a:pt x="341" y="677"/>
                </a:lnTo>
                <a:cubicBezTo>
                  <a:pt x="267" y="674"/>
                  <a:pt x="195" y="645"/>
                  <a:pt x="137" y="593"/>
                </a:cubicBezTo>
                <a:cubicBezTo>
                  <a:pt x="302" y="427"/>
                  <a:pt x="302" y="427"/>
                  <a:pt x="302" y="427"/>
                </a:cubicBezTo>
                <a:cubicBezTo>
                  <a:pt x="343" y="472"/>
                  <a:pt x="363" y="529"/>
                  <a:pt x="363" y="583"/>
                </a:cubicBezTo>
                <a:cubicBezTo>
                  <a:pt x="363" y="616"/>
                  <a:pt x="356" y="649"/>
                  <a:pt x="341" y="677"/>
                </a:cubicBezTo>
                <a:close/>
                <a:moveTo>
                  <a:pt x="30" y="367"/>
                </a:moveTo>
                <a:lnTo>
                  <a:pt x="30" y="367"/>
                </a:lnTo>
                <a:cubicBezTo>
                  <a:pt x="59" y="352"/>
                  <a:pt x="91" y="344"/>
                  <a:pt x="124" y="344"/>
                </a:cubicBezTo>
                <a:cubicBezTo>
                  <a:pt x="178" y="344"/>
                  <a:pt x="235" y="365"/>
                  <a:pt x="280" y="406"/>
                </a:cubicBezTo>
                <a:cubicBezTo>
                  <a:pt x="115" y="572"/>
                  <a:pt x="115" y="572"/>
                  <a:pt x="115" y="572"/>
                </a:cubicBezTo>
                <a:cubicBezTo>
                  <a:pt x="62" y="514"/>
                  <a:pt x="35" y="441"/>
                  <a:pt x="30" y="367"/>
                </a:cubicBezTo>
                <a:close/>
                <a:moveTo>
                  <a:pt x="584" y="583"/>
                </a:moveTo>
                <a:lnTo>
                  <a:pt x="584" y="583"/>
                </a:lnTo>
                <a:cubicBezTo>
                  <a:pt x="525" y="641"/>
                  <a:pt x="450" y="673"/>
                  <a:pt x="374" y="677"/>
                </a:cubicBezTo>
                <a:cubicBezTo>
                  <a:pt x="387" y="648"/>
                  <a:pt x="394" y="616"/>
                  <a:pt x="394" y="583"/>
                </a:cubicBezTo>
                <a:cubicBezTo>
                  <a:pt x="394" y="522"/>
                  <a:pt x="369" y="457"/>
                  <a:pt x="323" y="406"/>
                </a:cubicBezTo>
                <a:cubicBezTo>
                  <a:pt x="401" y="329"/>
                  <a:pt x="401" y="329"/>
                  <a:pt x="401" y="329"/>
                </a:cubicBezTo>
                <a:cubicBezTo>
                  <a:pt x="452" y="376"/>
                  <a:pt x="515" y="399"/>
                  <a:pt x="577" y="399"/>
                </a:cubicBezTo>
                <a:cubicBezTo>
                  <a:pt x="612" y="399"/>
                  <a:pt x="646" y="392"/>
                  <a:pt x="677" y="376"/>
                </a:cubicBezTo>
                <a:cubicBezTo>
                  <a:pt x="673" y="452"/>
                  <a:pt x="641" y="525"/>
                  <a:pt x="584" y="583"/>
                </a:cubicBezTo>
                <a:cubicBezTo>
                  <a:pt x="594" y="593"/>
                  <a:pt x="594" y="593"/>
                  <a:pt x="594" y="593"/>
                </a:cubicBezTo>
                <a:lnTo>
                  <a:pt x="584" y="583"/>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34" name="Group 636">
            <a:extLst>
              <a:ext uri="{FF2B5EF4-FFF2-40B4-BE49-F238E27FC236}">
                <a16:creationId xmlns:a16="http://schemas.microsoft.com/office/drawing/2014/main" id="{6BE54D06-7BFB-DD4E-4276-442B5FC2FBCB}"/>
              </a:ext>
            </a:extLst>
          </p:cNvPr>
          <p:cNvGrpSpPr/>
          <p:nvPr/>
        </p:nvGrpSpPr>
        <p:grpSpPr>
          <a:xfrm>
            <a:off x="2205558" y="1889547"/>
            <a:ext cx="230187" cy="254000"/>
            <a:chOff x="1049338" y="2211388"/>
            <a:chExt cx="230187" cy="254000"/>
          </a:xfrm>
          <a:solidFill>
            <a:schemeClr val="accent4"/>
          </a:solidFill>
        </p:grpSpPr>
        <p:sp>
          <p:nvSpPr>
            <p:cNvPr id="635" name="Freeform 524">
              <a:extLst>
                <a:ext uri="{FF2B5EF4-FFF2-40B4-BE49-F238E27FC236}">
                  <a16:creationId xmlns:a16="http://schemas.microsoft.com/office/drawing/2014/main" id="{6F363BEE-896A-1833-14BC-6153AE9DBDAA}"/>
                </a:ext>
              </a:extLst>
            </p:cNvPr>
            <p:cNvSpPr>
              <a:spLocks noChangeArrowheads="1"/>
            </p:cNvSpPr>
            <p:nvPr/>
          </p:nvSpPr>
          <p:spPr bwMode="auto">
            <a:xfrm>
              <a:off x="1049338" y="2211388"/>
              <a:ext cx="230187" cy="254000"/>
            </a:xfrm>
            <a:custGeom>
              <a:avLst/>
              <a:gdLst>
                <a:gd name="T0" fmla="*/ 64 w 640"/>
                <a:gd name="T1" fmla="*/ 175 h 707"/>
                <a:gd name="T2" fmla="*/ 0 w 640"/>
                <a:gd name="T3" fmla="*/ 356 h 707"/>
                <a:gd name="T4" fmla="*/ 118 w 640"/>
                <a:gd name="T5" fmla="*/ 652 h 707"/>
                <a:gd name="T6" fmla="*/ 216 w 640"/>
                <a:gd name="T7" fmla="*/ 706 h 707"/>
                <a:gd name="T8" fmla="*/ 315 w 640"/>
                <a:gd name="T9" fmla="*/ 688 h 707"/>
                <a:gd name="T10" fmla="*/ 319 w 640"/>
                <a:gd name="T11" fmla="*/ 688 h 707"/>
                <a:gd name="T12" fmla="*/ 420 w 640"/>
                <a:gd name="T13" fmla="*/ 706 h 707"/>
                <a:gd name="T14" fmla="*/ 521 w 640"/>
                <a:gd name="T15" fmla="*/ 652 h 707"/>
                <a:gd name="T16" fmla="*/ 639 w 640"/>
                <a:gd name="T17" fmla="*/ 356 h 707"/>
                <a:gd name="T18" fmla="*/ 636 w 640"/>
                <a:gd name="T19" fmla="*/ 316 h 707"/>
                <a:gd name="T20" fmla="*/ 449 w 640"/>
                <a:gd name="T21" fmla="*/ 123 h 707"/>
                <a:gd name="T22" fmla="*/ 449 w 640"/>
                <a:gd name="T23" fmla="*/ 123 h 707"/>
                <a:gd name="T24" fmla="*/ 448 w 640"/>
                <a:gd name="T25" fmla="*/ 123 h 707"/>
                <a:gd name="T26" fmla="*/ 395 w 640"/>
                <a:gd name="T27" fmla="*/ 134 h 707"/>
                <a:gd name="T28" fmla="*/ 333 w 640"/>
                <a:gd name="T29" fmla="*/ 177 h 707"/>
                <a:gd name="T30" fmla="*/ 333 w 640"/>
                <a:gd name="T31" fmla="*/ 155 h 707"/>
                <a:gd name="T32" fmla="*/ 321 w 640"/>
                <a:gd name="T33" fmla="*/ 80 h 707"/>
                <a:gd name="T34" fmla="*/ 224 w 640"/>
                <a:gd name="T35" fmla="*/ 4 h 707"/>
                <a:gd name="T36" fmla="*/ 177 w 640"/>
                <a:gd name="T37" fmla="*/ 15 h 707"/>
                <a:gd name="T38" fmla="*/ 191 w 640"/>
                <a:gd name="T39" fmla="*/ 30 h 707"/>
                <a:gd name="T40" fmla="*/ 237 w 640"/>
                <a:gd name="T41" fmla="*/ 39 h 707"/>
                <a:gd name="T42" fmla="*/ 293 w 640"/>
                <a:gd name="T43" fmla="*/ 91 h 707"/>
                <a:gd name="T44" fmla="*/ 303 w 640"/>
                <a:gd name="T45" fmla="*/ 175 h 707"/>
                <a:gd name="T46" fmla="*/ 301 w 640"/>
                <a:gd name="T47" fmla="*/ 174 h 707"/>
                <a:gd name="T48" fmla="*/ 198 w 640"/>
                <a:gd name="T49" fmla="*/ 123 h 707"/>
                <a:gd name="T50" fmla="*/ 190 w 640"/>
                <a:gd name="T51" fmla="*/ 123 h 707"/>
                <a:gd name="T52" fmla="*/ 192 w 640"/>
                <a:gd name="T53" fmla="*/ 153 h 707"/>
                <a:gd name="T54" fmla="*/ 192 w 640"/>
                <a:gd name="T55" fmla="*/ 153 h 707"/>
                <a:gd name="T56" fmla="*/ 230 w 640"/>
                <a:gd name="T57" fmla="*/ 160 h 707"/>
                <a:gd name="T58" fmla="*/ 292 w 640"/>
                <a:gd name="T59" fmla="*/ 203 h 707"/>
                <a:gd name="T60" fmla="*/ 319 w 640"/>
                <a:gd name="T61" fmla="*/ 210 h 707"/>
                <a:gd name="T62" fmla="*/ 354 w 640"/>
                <a:gd name="T63" fmla="*/ 199 h 707"/>
                <a:gd name="T64" fmla="*/ 440 w 640"/>
                <a:gd name="T65" fmla="*/ 152 h 707"/>
                <a:gd name="T66" fmla="*/ 447 w 640"/>
                <a:gd name="T67" fmla="*/ 153 h 707"/>
                <a:gd name="T68" fmla="*/ 607 w 640"/>
                <a:gd name="T69" fmla="*/ 320 h 707"/>
                <a:gd name="T70" fmla="*/ 607 w 640"/>
                <a:gd name="T71" fmla="*/ 320 h 707"/>
                <a:gd name="T72" fmla="*/ 554 w 640"/>
                <a:gd name="T73" fmla="*/ 555 h 707"/>
                <a:gd name="T74" fmla="*/ 445 w 640"/>
                <a:gd name="T75" fmla="*/ 673 h 707"/>
                <a:gd name="T76" fmla="*/ 375 w 640"/>
                <a:gd name="T77" fmla="*/ 669 h 707"/>
                <a:gd name="T78" fmla="*/ 315 w 640"/>
                <a:gd name="T79" fmla="*/ 659 h 707"/>
                <a:gd name="T80" fmla="*/ 216 w 640"/>
                <a:gd name="T81" fmla="*/ 677 h 707"/>
                <a:gd name="T82" fmla="*/ 139 w 640"/>
                <a:gd name="T83" fmla="*/ 631 h 707"/>
                <a:gd name="T84" fmla="*/ 29 w 640"/>
                <a:gd name="T85" fmla="*/ 356 h 707"/>
                <a:gd name="T86" fmla="*/ 85 w 640"/>
                <a:gd name="T87" fmla="*/ 196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40" h="707">
                  <a:moveTo>
                    <a:pt x="64" y="175"/>
                  </a:moveTo>
                  <a:lnTo>
                    <a:pt x="64" y="175"/>
                  </a:lnTo>
                  <a:cubicBezTo>
                    <a:pt x="32" y="209"/>
                    <a:pt x="11" y="254"/>
                    <a:pt x="3" y="316"/>
                  </a:cubicBezTo>
                  <a:cubicBezTo>
                    <a:pt x="2" y="330"/>
                    <a:pt x="0" y="343"/>
                    <a:pt x="0" y="356"/>
                  </a:cubicBezTo>
                  <a:cubicBezTo>
                    <a:pt x="0" y="430"/>
                    <a:pt x="25" y="507"/>
                    <a:pt x="60" y="569"/>
                  </a:cubicBezTo>
                  <a:cubicBezTo>
                    <a:pt x="76" y="601"/>
                    <a:pt x="97" y="628"/>
                    <a:pt x="118" y="652"/>
                  </a:cubicBezTo>
                  <a:cubicBezTo>
                    <a:pt x="139" y="674"/>
                    <a:pt x="161" y="691"/>
                    <a:pt x="184" y="700"/>
                  </a:cubicBezTo>
                  <a:cubicBezTo>
                    <a:pt x="195" y="704"/>
                    <a:pt x="206" y="706"/>
                    <a:pt x="216" y="706"/>
                  </a:cubicBezTo>
                  <a:cubicBezTo>
                    <a:pt x="234" y="706"/>
                    <a:pt x="250" y="700"/>
                    <a:pt x="267" y="696"/>
                  </a:cubicBezTo>
                  <a:cubicBezTo>
                    <a:pt x="284" y="692"/>
                    <a:pt x="299" y="688"/>
                    <a:pt x="315" y="688"/>
                  </a:cubicBezTo>
                  <a:cubicBezTo>
                    <a:pt x="319" y="688"/>
                    <a:pt x="319" y="688"/>
                    <a:pt x="319" y="688"/>
                  </a:cubicBezTo>
                  <a:lnTo>
                    <a:pt x="319" y="688"/>
                  </a:lnTo>
                  <a:cubicBezTo>
                    <a:pt x="335" y="689"/>
                    <a:pt x="351" y="693"/>
                    <a:pt x="368" y="698"/>
                  </a:cubicBezTo>
                  <a:cubicBezTo>
                    <a:pt x="384" y="702"/>
                    <a:pt x="401" y="706"/>
                    <a:pt x="420" y="706"/>
                  </a:cubicBezTo>
                  <a:cubicBezTo>
                    <a:pt x="431" y="706"/>
                    <a:pt x="444" y="704"/>
                    <a:pt x="456" y="700"/>
                  </a:cubicBezTo>
                  <a:cubicBezTo>
                    <a:pt x="478" y="691"/>
                    <a:pt x="500" y="674"/>
                    <a:pt x="521" y="652"/>
                  </a:cubicBezTo>
                  <a:cubicBezTo>
                    <a:pt x="553" y="617"/>
                    <a:pt x="582" y="572"/>
                    <a:pt x="604" y="519"/>
                  </a:cubicBezTo>
                  <a:cubicBezTo>
                    <a:pt x="625" y="468"/>
                    <a:pt x="639" y="412"/>
                    <a:pt x="639" y="356"/>
                  </a:cubicBezTo>
                  <a:cubicBezTo>
                    <a:pt x="639" y="343"/>
                    <a:pt x="637" y="330"/>
                    <a:pt x="636" y="316"/>
                  </a:cubicBezTo>
                  <a:lnTo>
                    <a:pt x="636" y="316"/>
                  </a:lnTo>
                  <a:cubicBezTo>
                    <a:pt x="627" y="254"/>
                    <a:pt x="607" y="207"/>
                    <a:pt x="575" y="175"/>
                  </a:cubicBezTo>
                  <a:cubicBezTo>
                    <a:pt x="542" y="142"/>
                    <a:pt x="499" y="127"/>
                    <a:pt x="449" y="123"/>
                  </a:cubicBezTo>
                  <a:lnTo>
                    <a:pt x="449" y="123"/>
                  </a:lnTo>
                  <a:lnTo>
                    <a:pt x="449" y="123"/>
                  </a:lnTo>
                  <a:cubicBezTo>
                    <a:pt x="449" y="123"/>
                    <a:pt x="449" y="123"/>
                    <a:pt x="448" y="123"/>
                  </a:cubicBezTo>
                  <a:lnTo>
                    <a:pt x="448" y="123"/>
                  </a:lnTo>
                  <a:cubicBezTo>
                    <a:pt x="445" y="123"/>
                    <a:pt x="442" y="123"/>
                    <a:pt x="440" y="123"/>
                  </a:cubicBezTo>
                  <a:cubicBezTo>
                    <a:pt x="423" y="123"/>
                    <a:pt x="408" y="127"/>
                    <a:pt x="395" y="134"/>
                  </a:cubicBezTo>
                  <a:cubicBezTo>
                    <a:pt x="376" y="142"/>
                    <a:pt x="361" y="156"/>
                    <a:pt x="348" y="166"/>
                  </a:cubicBezTo>
                  <a:cubicBezTo>
                    <a:pt x="343" y="171"/>
                    <a:pt x="337" y="175"/>
                    <a:pt x="333" y="177"/>
                  </a:cubicBezTo>
                  <a:cubicBezTo>
                    <a:pt x="332" y="178"/>
                    <a:pt x="332" y="178"/>
                    <a:pt x="332" y="178"/>
                  </a:cubicBezTo>
                  <a:cubicBezTo>
                    <a:pt x="333" y="170"/>
                    <a:pt x="333" y="163"/>
                    <a:pt x="333" y="155"/>
                  </a:cubicBezTo>
                  <a:cubicBezTo>
                    <a:pt x="333" y="133"/>
                    <a:pt x="331" y="106"/>
                    <a:pt x="321" y="80"/>
                  </a:cubicBezTo>
                  <a:lnTo>
                    <a:pt x="321" y="80"/>
                  </a:lnTo>
                  <a:cubicBezTo>
                    <a:pt x="313" y="61"/>
                    <a:pt x="300" y="44"/>
                    <a:pt x="286" y="33"/>
                  </a:cubicBezTo>
                  <a:cubicBezTo>
                    <a:pt x="266" y="17"/>
                    <a:pt x="242" y="8"/>
                    <a:pt x="224" y="4"/>
                  </a:cubicBezTo>
                  <a:cubicBezTo>
                    <a:pt x="205" y="0"/>
                    <a:pt x="192" y="0"/>
                    <a:pt x="191" y="0"/>
                  </a:cubicBezTo>
                  <a:cubicBezTo>
                    <a:pt x="183" y="0"/>
                    <a:pt x="177" y="7"/>
                    <a:pt x="177" y="15"/>
                  </a:cubicBezTo>
                  <a:cubicBezTo>
                    <a:pt x="177" y="24"/>
                    <a:pt x="183" y="30"/>
                    <a:pt x="191" y="30"/>
                  </a:cubicBezTo>
                  <a:lnTo>
                    <a:pt x="191" y="30"/>
                  </a:lnTo>
                  <a:lnTo>
                    <a:pt x="191" y="30"/>
                  </a:lnTo>
                  <a:cubicBezTo>
                    <a:pt x="192" y="30"/>
                    <a:pt x="213" y="30"/>
                    <a:pt x="237" y="39"/>
                  </a:cubicBezTo>
                  <a:cubicBezTo>
                    <a:pt x="248" y="43"/>
                    <a:pt x="259" y="48"/>
                    <a:pt x="268" y="57"/>
                  </a:cubicBezTo>
                  <a:cubicBezTo>
                    <a:pt x="279" y="65"/>
                    <a:pt x="288" y="76"/>
                    <a:pt x="293" y="91"/>
                  </a:cubicBezTo>
                  <a:cubicBezTo>
                    <a:pt x="301" y="113"/>
                    <a:pt x="304" y="135"/>
                    <a:pt x="304" y="155"/>
                  </a:cubicBezTo>
                  <a:cubicBezTo>
                    <a:pt x="304" y="162"/>
                    <a:pt x="304" y="169"/>
                    <a:pt x="303" y="175"/>
                  </a:cubicBezTo>
                  <a:lnTo>
                    <a:pt x="303" y="175"/>
                  </a:lnTo>
                  <a:cubicBezTo>
                    <a:pt x="303" y="175"/>
                    <a:pt x="301" y="175"/>
                    <a:pt x="301" y="174"/>
                  </a:cubicBezTo>
                  <a:cubicBezTo>
                    <a:pt x="290" y="167"/>
                    <a:pt x="277" y="155"/>
                    <a:pt x="261" y="144"/>
                  </a:cubicBezTo>
                  <a:cubicBezTo>
                    <a:pt x="245" y="133"/>
                    <a:pt x="224" y="123"/>
                    <a:pt x="198" y="123"/>
                  </a:cubicBezTo>
                  <a:cubicBezTo>
                    <a:pt x="195" y="123"/>
                    <a:pt x="192" y="123"/>
                    <a:pt x="190" y="123"/>
                  </a:cubicBezTo>
                  <a:lnTo>
                    <a:pt x="190" y="123"/>
                  </a:lnTo>
                  <a:cubicBezTo>
                    <a:pt x="140" y="127"/>
                    <a:pt x="97" y="144"/>
                    <a:pt x="64" y="175"/>
                  </a:cubicBezTo>
                  <a:close/>
                  <a:moveTo>
                    <a:pt x="192" y="153"/>
                  </a:moveTo>
                  <a:lnTo>
                    <a:pt x="192" y="153"/>
                  </a:lnTo>
                  <a:lnTo>
                    <a:pt x="192" y="153"/>
                  </a:lnTo>
                  <a:cubicBezTo>
                    <a:pt x="194" y="153"/>
                    <a:pt x="197" y="153"/>
                    <a:pt x="198" y="153"/>
                  </a:cubicBezTo>
                  <a:cubicBezTo>
                    <a:pt x="210" y="153"/>
                    <a:pt x="220" y="156"/>
                    <a:pt x="230" y="160"/>
                  </a:cubicBezTo>
                  <a:cubicBezTo>
                    <a:pt x="245" y="167"/>
                    <a:pt x="259" y="178"/>
                    <a:pt x="271" y="189"/>
                  </a:cubicBezTo>
                  <a:cubicBezTo>
                    <a:pt x="278" y="195"/>
                    <a:pt x="285" y="199"/>
                    <a:pt x="292" y="203"/>
                  </a:cubicBezTo>
                  <a:cubicBezTo>
                    <a:pt x="299" y="207"/>
                    <a:pt x="307" y="210"/>
                    <a:pt x="317" y="210"/>
                  </a:cubicBezTo>
                  <a:cubicBezTo>
                    <a:pt x="318" y="210"/>
                    <a:pt x="318" y="210"/>
                    <a:pt x="319" y="210"/>
                  </a:cubicBezTo>
                  <a:cubicBezTo>
                    <a:pt x="322" y="210"/>
                    <a:pt x="322" y="210"/>
                    <a:pt x="322" y="210"/>
                  </a:cubicBezTo>
                  <a:cubicBezTo>
                    <a:pt x="335" y="210"/>
                    <a:pt x="344" y="204"/>
                    <a:pt x="354" y="199"/>
                  </a:cubicBezTo>
                  <a:cubicBezTo>
                    <a:pt x="368" y="189"/>
                    <a:pt x="380" y="178"/>
                    <a:pt x="394" y="169"/>
                  </a:cubicBezTo>
                  <a:cubicBezTo>
                    <a:pt x="408" y="159"/>
                    <a:pt x="422" y="152"/>
                    <a:pt x="440" y="152"/>
                  </a:cubicBezTo>
                  <a:cubicBezTo>
                    <a:pt x="441" y="152"/>
                    <a:pt x="444" y="153"/>
                    <a:pt x="447" y="153"/>
                  </a:cubicBezTo>
                  <a:lnTo>
                    <a:pt x="447" y="153"/>
                  </a:lnTo>
                  <a:cubicBezTo>
                    <a:pt x="492" y="156"/>
                    <a:pt x="528" y="170"/>
                    <a:pt x="554" y="196"/>
                  </a:cubicBezTo>
                  <a:cubicBezTo>
                    <a:pt x="581" y="222"/>
                    <a:pt x="598" y="262"/>
                    <a:pt x="607" y="320"/>
                  </a:cubicBezTo>
                  <a:cubicBezTo>
                    <a:pt x="621" y="319"/>
                    <a:pt x="621" y="319"/>
                    <a:pt x="621" y="319"/>
                  </a:cubicBezTo>
                  <a:cubicBezTo>
                    <a:pt x="607" y="320"/>
                    <a:pt x="607" y="320"/>
                    <a:pt x="607" y="320"/>
                  </a:cubicBezTo>
                  <a:cubicBezTo>
                    <a:pt x="608" y="333"/>
                    <a:pt x="610" y="344"/>
                    <a:pt x="610" y="356"/>
                  </a:cubicBezTo>
                  <a:cubicBezTo>
                    <a:pt x="610" y="424"/>
                    <a:pt x="586" y="496"/>
                    <a:pt x="554" y="555"/>
                  </a:cubicBezTo>
                  <a:cubicBezTo>
                    <a:pt x="538" y="584"/>
                    <a:pt x="518" y="611"/>
                    <a:pt x="500" y="631"/>
                  </a:cubicBezTo>
                  <a:cubicBezTo>
                    <a:pt x="481" y="652"/>
                    <a:pt x="462" y="666"/>
                    <a:pt x="445" y="673"/>
                  </a:cubicBezTo>
                  <a:cubicBezTo>
                    <a:pt x="437" y="675"/>
                    <a:pt x="429" y="677"/>
                    <a:pt x="420" y="677"/>
                  </a:cubicBezTo>
                  <a:cubicBezTo>
                    <a:pt x="406" y="677"/>
                    <a:pt x="391" y="673"/>
                    <a:pt x="375" y="669"/>
                  </a:cubicBezTo>
                  <a:cubicBezTo>
                    <a:pt x="358" y="664"/>
                    <a:pt x="340" y="660"/>
                    <a:pt x="319" y="659"/>
                  </a:cubicBezTo>
                  <a:cubicBezTo>
                    <a:pt x="318" y="659"/>
                    <a:pt x="317" y="659"/>
                    <a:pt x="315" y="659"/>
                  </a:cubicBezTo>
                  <a:cubicBezTo>
                    <a:pt x="295" y="659"/>
                    <a:pt x="275" y="664"/>
                    <a:pt x="259" y="669"/>
                  </a:cubicBezTo>
                  <a:cubicBezTo>
                    <a:pt x="243" y="673"/>
                    <a:pt x="228" y="677"/>
                    <a:pt x="216" y="677"/>
                  </a:cubicBezTo>
                  <a:cubicBezTo>
                    <a:pt x="209" y="677"/>
                    <a:pt x="202" y="675"/>
                    <a:pt x="194" y="673"/>
                  </a:cubicBezTo>
                  <a:cubicBezTo>
                    <a:pt x="177" y="666"/>
                    <a:pt x="158" y="652"/>
                    <a:pt x="139" y="631"/>
                  </a:cubicBezTo>
                  <a:cubicBezTo>
                    <a:pt x="111" y="601"/>
                    <a:pt x="83" y="557"/>
                    <a:pt x="63" y="508"/>
                  </a:cubicBezTo>
                  <a:cubicBezTo>
                    <a:pt x="43" y="460"/>
                    <a:pt x="29" y="406"/>
                    <a:pt x="29" y="356"/>
                  </a:cubicBezTo>
                  <a:cubicBezTo>
                    <a:pt x="29" y="344"/>
                    <a:pt x="31" y="333"/>
                    <a:pt x="32" y="320"/>
                  </a:cubicBezTo>
                  <a:cubicBezTo>
                    <a:pt x="40" y="262"/>
                    <a:pt x="58" y="222"/>
                    <a:pt x="85" y="196"/>
                  </a:cubicBezTo>
                  <a:cubicBezTo>
                    <a:pt x="112" y="170"/>
                    <a:pt x="147" y="156"/>
                    <a:pt x="192" y="1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6" name="Freeform 525">
              <a:extLst>
                <a:ext uri="{FF2B5EF4-FFF2-40B4-BE49-F238E27FC236}">
                  <a16:creationId xmlns:a16="http://schemas.microsoft.com/office/drawing/2014/main" id="{BB247529-39FA-D5B8-3201-DBFDC8FEADAC}"/>
                </a:ext>
              </a:extLst>
            </p:cNvPr>
            <p:cNvSpPr>
              <a:spLocks noChangeArrowheads="1"/>
            </p:cNvSpPr>
            <p:nvPr/>
          </p:nvSpPr>
          <p:spPr bwMode="auto">
            <a:xfrm>
              <a:off x="1165225" y="244792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37" name="Group 639">
            <a:extLst>
              <a:ext uri="{FF2B5EF4-FFF2-40B4-BE49-F238E27FC236}">
                <a16:creationId xmlns:a16="http://schemas.microsoft.com/office/drawing/2014/main" id="{6816C875-F739-F2BD-D4EB-7CB66CEDDFEE}"/>
              </a:ext>
            </a:extLst>
          </p:cNvPr>
          <p:cNvGrpSpPr/>
          <p:nvPr/>
        </p:nvGrpSpPr>
        <p:grpSpPr>
          <a:xfrm>
            <a:off x="2711970" y="1888754"/>
            <a:ext cx="255588" cy="255587"/>
            <a:chOff x="1555750" y="2211388"/>
            <a:chExt cx="255588" cy="255587"/>
          </a:xfrm>
          <a:solidFill>
            <a:schemeClr val="accent4"/>
          </a:solidFill>
        </p:grpSpPr>
        <p:sp>
          <p:nvSpPr>
            <p:cNvPr id="638" name="Freeform 526">
              <a:extLst>
                <a:ext uri="{FF2B5EF4-FFF2-40B4-BE49-F238E27FC236}">
                  <a16:creationId xmlns:a16="http://schemas.microsoft.com/office/drawing/2014/main" id="{F815FB45-3FDD-A20D-DD14-78B81FB4CFD6}"/>
                </a:ext>
              </a:extLst>
            </p:cNvPr>
            <p:cNvSpPr>
              <a:spLocks noChangeArrowheads="1"/>
            </p:cNvSpPr>
            <p:nvPr/>
          </p:nvSpPr>
          <p:spPr bwMode="auto">
            <a:xfrm>
              <a:off x="1555750" y="2211388"/>
              <a:ext cx="255588" cy="255587"/>
            </a:xfrm>
            <a:custGeom>
              <a:avLst/>
              <a:gdLst>
                <a:gd name="T0" fmla="*/ 692 w 708"/>
                <a:gd name="T1" fmla="*/ 0 h 708"/>
                <a:gd name="T2" fmla="*/ 239 w 708"/>
                <a:gd name="T3" fmla="*/ 4 h 708"/>
                <a:gd name="T4" fmla="*/ 235 w 708"/>
                <a:gd name="T5" fmla="*/ 177 h 708"/>
                <a:gd name="T6" fmla="*/ 4 w 708"/>
                <a:gd name="T7" fmla="*/ 181 h 708"/>
                <a:gd name="T8" fmla="*/ 0 w 708"/>
                <a:gd name="T9" fmla="*/ 692 h 708"/>
                <a:gd name="T10" fmla="*/ 14 w 708"/>
                <a:gd name="T11" fmla="*/ 707 h 708"/>
                <a:gd name="T12" fmla="*/ 250 w 708"/>
                <a:gd name="T13" fmla="*/ 707 h 708"/>
                <a:gd name="T14" fmla="*/ 544 w 708"/>
                <a:gd name="T15" fmla="*/ 707 h 708"/>
                <a:gd name="T16" fmla="*/ 702 w 708"/>
                <a:gd name="T17" fmla="*/ 703 h 708"/>
                <a:gd name="T18" fmla="*/ 707 w 708"/>
                <a:gd name="T19" fmla="*/ 15 h 708"/>
                <a:gd name="T20" fmla="*/ 692 w 708"/>
                <a:gd name="T21" fmla="*/ 0 h 708"/>
                <a:gd name="T22" fmla="*/ 235 w 708"/>
                <a:gd name="T23" fmla="*/ 354 h 708"/>
                <a:gd name="T24" fmla="*/ 117 w 708"/>
                <a:gd name="T25" fmla="*/ 294 h 708"/>
                <a:gd name="T26" fmla="*/ 235 w 708"/>
                <a:gd name="T27" fmla="*/ 354 h 708"/>
                <a:gd name="T28" fmla="*/ 235 w 708"/>
                <a:gd name="T29" fmla="*/ 530 h 708"/>
                <a:gd name="T30" fmla="*/ 117 w 708"/>
                <a:gd name="T31" fmla="*/ 471 h 708"/>
                <a:gd name="T32" fmla="*/ 235 w 708"/>
                <a:gd name="T33" fmla="*/ 530 h 708"/>
                <a:gd name="T34" fmla="*/ 29 w 708"/>
                <a:gd name="T35" fmla="*/ 206 h 708"/>
                <a:gd name="T36" fmla="*/ 235 w 708"/>
                <a:gd name="T37" fmla="*/ 265 h 708"/>
                <a:gd name="T38" fmla="*/ 93 w 708"/>
                <a:gd name="T39" fmla="*/ 269 h 708"/>
                <a:gd name="T40" fmla="*/ 88 w 708"/>
                <a:gd name="T41" fmla="*/ 369 h 708"/>
                <a:gd name="T42" fmla="*/ 102 w 708"/>
                <a:gd name="T43" fmla="*/ 383 h 708"/>
                <a:gd name="T44" fmla="*/ 235 w 708"/>
                <a:gd name="T45" fmla="*/ 442 h 708"/>
                <a:gd name="T46" fmla="*/ 93 w 708"/>
                <a:gd name="T47" fmla="*/ 446 h 708"/>
                <a:gd name="T48" fmla="*/ 88 w 708"/>
                <a:gd name="T49" fmla="*/ 546 h 708"/>
                <a:gd name="T50" fmla="*/ 102 w 708"/>
                <a:gd name="T51" fmla="*/ 559 h 708"/>
                <a:gd name="T52" fmla="*/ 235 w 708"/>
                <a:gd name="T53" fmla="*/ 678 h 708"/>
                <a:gd name="T54" fmla="*/ 29 w 708"/>
                <a:gd name="T55" fmla="*/ 206 h 708"/>
                <a:gd name="T56" fmla="*/ 265 w 708"/>
                <a:gd name="T57" fmla="*/ 546 h 708"/>
                <a:gd name="T58" fmla="*/ 265 w 708"/>
                <a:gd name="T59" fmla="*/ 369 h 708"/>
                <a:gd name="T60" fmla="*/ 265 w 708"/>
                <a:gd name="T61" fmla="*/ 192 h 708"/>
                <a:gd name="T62" fmla="*/ 677 w 708"/>
                <a:gd name="T63" fmla="*/ 29 h 708"/>
                <a:gd name="T64" fmla="*/ 559 w 708"/>
                <a:gd name="T65" fmla="*/ 678 h 708"/>
                <a:gd name="T66" fmla="*/ 486 w 708"/>
                <a:gd name="T67" fmla="*/ 530 h 708"/>
                <a:gd name="T68" fmla="*/ 383 w 708"/>
                <a:gd name="T69" fmla="*/ 604 h 708"/>
                <a:gd name="T70" fmla="*/ 265 w 708"/>
                <a:gd name="T71" fmla="*/ 678 h 708"/>
                <a:gd name="T72" fmla="*/ 412 w 708"/>
                <a:gd name="T73" fmla="*/ 604 h 708"/>
                <a:gd name="T74" fmla="*/ 456 w 708"/>
                <a:gd name="T75" fmla="*/ 559 h 708"/>
                <a:gd name="T76" fmla="*/ 530 w 708"/>
                <a:gd name="T77" fmla="*/ 604 h 708"/>
                <a:gd name="T78" fmla="*/ 412 w 708"/>
                <a:gd name="T7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8" h="708">
                  <a:moveTo>
                    <a:pt x="692" y="0"/>
                  </a:moveTo>
                  <a:lnTo>
                    <a:pt x="692" y="0"/>
                  </a:lnTo>
                  <a:cubicBezTo>
                    <a:pt x="250" y="0"/>
                    <a:pt x="250" y="0"/>
                    <a:pt x="250" y="0"/>
                  </a:cubicBezTo>
                  <a:cubicBezTo>
                    <a:pt x="246" y="0"/>
                    <a:pt x="242" y="1"/>
                    <a:pt x="239" y="4"/>
                  </a:cubicBezTo>
                  <a:cubicBezTo>
                    <a:pt x="236" y="7"/>
                    <a:pt x="235" y="11"/>
                    <a:pt x="235" y="15"/>
                  </a:cubicBezTo>
                  <a:cubicBezTo>
                    <a:pt x="235" y="177"/>
                    <a:pt x="235" y="177"/>
                    <a:pt x="235" y="177"/>
                  </a:cubicBezTo>
                  <a:cubicBezTo>
                    <a:pt x="14" y="177"/>
                    <a:pt x="14" y="177"/>
                    <a:pt x="14" y="177"/>
                  </a:cubicBezTo>
                  <a:cubicBezTo>
                    <a:pt x="10" y="177"/>
                    <a:pt x="7" y="178"/>
                    <a:pt x="4" y="181"/>
                  </a:cubicBezTo>
                  <a:cubicBezTo>
                    <a:pt x="1" y="184"/>
                    <a:pt x="0" y="188"/>
                    <a:pt x="0" y="192"/>
                  </a:cubicBezTo>
                  <a:cubicBezTo>
                    <a:pt x="0" y="692"/>
                    <a:pt x="0" y="692"/>
                    <a:pt x="0" y="692"/>
                  </a:cubicBezTo>
                  <a:cubicBezTo>
                    <a:pt x="0" y="696"/>
                    <a:pt x="1" y="700"/>
                    <a:pt x="4" y="703"/>
                  </a:cubicBezTo>
                  <a:cubicBezTo>
                    <a:pt x="7" y="706"/>
                    <a:pt x="10" y="707"/>
                    <a:pt x="14" y="707"/>
                  </a:cubicBezTo>
                  <a:cubicBezTo>
                    <a:pt x="250" y="707"/>
                    <a:pt x="250" y="707"/>
                    <a:pt x="250" y="707"/>
                  </a:cubicBezTo>
                  <a:lnTo>
                    <a:pt x="250" y="707"/>
                  </a:lnTo>
                  <a:cubicBezTo>
                    <a:pt x="398" y="707"/>
                    <a:pt x="398" y="707"/>
                    <a:pt x="398" y="707"/>
                  </a:cubicBezTo>
                  <a:cubicBezTo>
                    <a:pt x="544" y="707"/>
                    <a:pt x="544" y="707"/>
                    <a:pt x="544" y="707"/>
                  </a:cubicBezTo>
                  <a:cubicBezTo>
                    <a:pt x="692" y="707"/>
                    <a:pt x="692" y="707"/>
                    <a:pt x="692" y="707"/>
                  </a:cubicBezTo>
                  <a:cubicBezTo>
                    <a:pt x="696" y="707"/>
                    <a:pt x="699" y="706"/>
                    <a:pt x="702" y="703"/>
                  </a:cubicBezTo>
                  <a:cubicBezTo>
                    <a:pt x="705" y="700"/>
                    <a:pt x="707" y="696"/>
                    <a:pt x="707" y="692"/>
                  </a:cubicBezTo>
                  <a:cubicBezTo>
                    <a:pt x="707" y="15"/>
                    <a:pt x="707" y="15"/>
                    <a:pt x="707" y="15"/>
                  </a:cubicBezTo>
                  <a:cubicBezTo>
                    <a:pt x="707" y="11"/>
                    <a:pt x="705" y="7"/>
                    <a:pt x="702" y="4"/>
                  </a:cubicBezTo>
                  <a:cubicBezTo>
                    <a:pt x="699" y="1"/>
                    <a:pt x="696" y="0"/>
                    <a:pt x="692" y="0"/>
                  </a:cubicBezTo>
                  <a:close/>
                  <a:moveTo>
                    <a:pt x="235" y="354"/>
                  </a:moveTo>
                  <a:lnTo>
                    <a:pt x="235" y="354"/>
                  </a:lnTo>
                  <a:cubicBezTo>
                    <a:pt x="117" y="354"/>
                    <a:pt x="117" y="354"/>
                    <a:pt x="117" y="354"/>
                  </a:cubicBezTo>
                  <a:cubicBezTo>
                    <a:pt x="117" y="294"/>
                    <a:pt x="117" y="294"/>
                    <a:pt x="117" y="294"/>
                  </a:cubicBezTo>
                  <a:cubicBezTo>
                    <a:pt x="235" y="294"/>
                    <a:pt x="235" y="294"/>
                    <a:pt x="235" y="294"/>
                  </a:cubicBezTo>
                  <a:lnTo>
                    <a:pt x="235" y="354"/>
                  </a:lnTo>
                  <a:close/>
                  <a:moveTo>
                    <a:pt x="235" y="530"/>
                  </a:moveTo>
                  <a:lnTo>
                    <a:pt x="235" y="530"/>
                  </a:lnTo>
                  <a:cubicBezTo>
                    <a:pt x="117" y="530"/>
                    <a:pt x="117" y="530"/>
                    <a:pt x="117" y="530"/>
                  </a:cubicBezTo>
                  <a:cubicBezTo>
                    <a:pt x="117" y="471"/>
                    <a:pt x="117" y="471"/>
                    <a:pt x="117" y="471"/>
                  </a:cubicBezTo>
                  <a:cubicBezTo>
                    <a:pt x="235" y="471"/>
                    <a:pt x="235" y="471"/>
                    <a:pt x="235" y="471"/>
                  </a:cubicBezTo>
                  <a:lnTo>
                    <a:pt x="235" y="530"/>
                  </a:lnTo>
                  <a:close/>
                  <a:moveTo>
                    <a:pt x="29" y="206"/>
                  </a:moveTo>
                  <a:lnTo>
                    <a:pt x="29" y="206"/>
                  </a:lnTo>
                  <a:cubicBezTo>
                    <a:pt x="235" y="206"/>
                    <a:pt x="235" y="206"/>
                    <a:pt x="235" y="206"/>
                  </a:cubicBezTo>
                  <a:cubicBezTo>
                    <a:pt x="235" y="265"/>
                    <a:pt x="235" y="265"/>
                    <a:pt x="235" y="265"/>
                  </a:cubicBezTo>
                  <a:cubicBezTo>
                    <a:pt x="102" y="265"/>
                    <a:pt x="102" y="265"/>
                    <a:pt x="102" y="265"/>
                  </a:cubicBezTo>
                  <a:cubicBezTo>
                    <a:pt x="98" y="265"/>
                    <a:pt x="95" y="267"/>
                    <a:pt x="93" y="269"/>
                  </a:cubicBezTo>
                  <a:cubicBezTo>
                    <a:pt x="90" y="272"/>
                    <a:pt x="88" y="276"/>
                    <a:pt x="88" y="280"/>
                  </a:cubicBezTo>
                  <a:cubicBezTo>
                    <a:pt x="88" y="369"/>
                    <a:pt x="88" y="369"/>
                    <a:pt x="88" y="369"/>
                  </a:cubicBezTo>
                  <a:cubicBezTo>
                    <a:pt x="88" y="372"/>
                    <a:pt x="90" y="376"/>
                    <a:pt x="93" y="378"/>
                  </a:cubicBezTo>
                  <a:cubicBezTo>
                    <a:pt x="95" y="381"/>
                    <a:pt x="98" y="383"/>
                    <a:pt x="102" y="383"/>
                  </a:cubicBezTo>
                  <a:cubicBezTo>
                    <a:pt x="235" y="383"/>
                    <a:pt x="235" y="383"/>
                    <a:pt x="235" y="383"/>
                  </a:cubicBezTo>
                  <a:cubicBezTo>
                    <a:pt x="235" y="442"/>
                    <a:pt x="235" y="442"/>
                    <a:pt x="235" y="442"/>
                  </a:cubicBezTo>
                  <a:cubicBezTo>
                    <a:pt x="102" y="442"/>
                    <a:pt x="102" y="442"/>
                    <a:pt x="102" y="442"/>
                  </a:cubicBezTo>
                  <a:cubicBezTo>
                    <a:pt x="98" y="442"/>
                    <a:pt x="95" y="443"/>
                    <a:pt x="93" y="446"/>
                  </a:cubicBezTo>
                  <a:cubicBezTo>
                    <a:pt x="90" y="449"/>
                    <a:pt x="88" y="453"/>
                    <a:pt x="88" y="457"/>
                  </a:cubicBezTo>
                  <a:cubicBezTo>
                    <a:pt x="88" y="546"/>
                    <a:pt x="88" y="546"/>
                    <a:pt x="88" y="546"/>
                  </a:cubicBezTo>
                  <a:cubicBezTo>
                    <a:pt x="88" y="548"/>
                    <a:pt x="90" y="552"/>
                    <a:pt x="93" y="555"/>
                  </a:cubicBezTo>
                  <a:cubicBezTo>
                    <a:pt x="95" y="558"/>
                    <a:pt x="98" y="559"/>
                    <a:pt x="102" y="559"/>
                  </a:cubicBezTo>
                  <a:cubicBezTo>
                    <a:pt x="235" y="559"/>
                    <a:pt x="235" y="559"/>
                    <a:pt x="235" y="559"/>
                  </a:cubicBezTo>
                  <a:cubicBezTo>
                    <a:pt x="235" y="678"/>
                    <a:pt x="235" y="678"/>
                    <a:pt x="235" y="678"/>
                  </a:cubicBezTo>
                  <a:cubicBezTo>
                    <a:pt x="29" y="678"/>
                    <a:pt x="29" y="678"/>
                    <a:pt x="29" y="678"/>
                  </a:cubicBezTo>
                  <a:lnTo>
                    <a:pt x="29" y="206"/>
                  </a:lnTo>
                  <a:close/>
                  <a:moveTo>
                    <a:pt x="265" y="546"/>
                  </a:moveTo>
                  <a:lnTo>
                    <a:pt x="265" y="546"/>
                  </a:lnTo>
                  <a:cubicBezTo>
                    <a:pt x="265" y="457"/>
                    <a:pt x="265" y="457"/>
                    <a:pt x="265" y="457"/>
                  </a:cubicBezTo>
                  <a:cubicBezTo>
                    <a:pt x="265" y="369"/>
                    <a:pt x="265" y="369"/>
                    <a:pt x="265" y="369"/>
                  </a:cubicBezTo>
                  <a:cubicBezTo>
                    <a:pt x="265" y="280"/>
                    <a:pt x="265" y="280"/>
                    <a:pt x="265" y="280"/>
                  </a:cubicBezTo>
                  <a:cubicBezTo>
                    <a:pt x="265" y="192"/>
                    <a:pt x="265" y="192"/>
                    <a:pt x="265" y="192"/>
                  </a:cubicBezTo>
                  <a:cubicBezTo>
                    <a:pt x="265" y="29"/>
                    <a:pt x="265" y="29"/>
                    <a:pt x="265" y="29"/>
                  </a:cubicBezTo>
                  <a:cubicBezTo>
                    <a:pt x="677" y="29"/>
                    <a:pt x="677" y="29"/>
                    <a:pt x="677" y="29"/>
                  </a:cubicBezTo>
                  <a:cubicBezTo>
                    <a:pt x="677" y="678"/>
                    <a:pt x="677" y="678"/>
                    <a:pt x="677" y="678"/>
                  </a:cubicBezTo>
                  <a:cubicBezTo>
                    <a:pt x="559" y="678"/>
                    <a:pt x="559" y="678"/>
                    <a:pt x="559" y="678"/>
                  </a:cubicBezTo>
                  <a:cubicBezTo>
                    <a:pt x="559" y="604"/>
                    <a:pt x="559" y="604"/>
                    <a:pt x="559" y="604"/>
                  </a:cubicBezTo>
                  <a:cubicBezTo>
                    <a:pt x="559" y="564"/>
                    <a:pt x="526" y="530"/>
                    <a:pt x="486" y="530"/>
                  </a:cubicBezTo>
                  <a:cubicBezTo>
                    <a:pt x="456" y="530"/>
                    <a:pt x="456" y="530"/>
                    <a:pt x="456" y="530"/>
                  </a:cubicBezTo>
                  <a:cubicBezTo>
                    <a:pt x="416" y="530"/>
                    <a:pt x="383" y="564"/>
                    <a:pt x="383" y="604"/>
                  </a:cubicBezTo>
                  <a:cubicBezTo>
                    <a:pt x="383" y="678"/>
                    <a:pt x="383" y="678"/>
                    <a:pt x="383" y="678"/>
                  </a:cubicBezTo>
                  <a:cubicBezTo>
                    <a:pt x="265" y="678"/>
                    <a:pt x="265" y="678"/>
                    <a:pt x="265" y="678"/>
                  </a:cubicBezTo>
                  <a:lnTo>
                    <a:pt x="265" y="546"/>
                  </a:lnTo>
                  <a:close/>
                  <a:moveTo>
                    <a:pt x="412" y="604"/>
                  </a:moveTo>
                  <a:lnTo>
                    <a:pt x="412" y="604"/>
                  </a:lnTo>
                  <a:cubicBezTo>
                    <a:pt x="412" y="580"/>
                    <a:pt x="432" y="559"/>
                    <a:pt x="456" y="559"/>
                  </a:cubicBezTo>
                  <a:cubicBezTo>
                    <a:pt x="486" y="559"/>
                    <a:pt x="486" y="559"/>
                    <a:pt x="486" y="559"/>
                  </a:cubicBezTo>
                  <a:cubicBezTo>
                    <a:pt x="510" y="559"/>
                    <a:pt x="530" y="580"/>
                    <a:pt x="530" y="604"/>
                  </a:cubicBezTo>
                  <a:cubicBezTo>
                    <a:pt x="530" y="678"/>
                    <a:pt x="530" y="678"/>
                    <a:pt x="530" y="678"/>
                  </a:cubicBezTo>
                  <a:cubicBezTo>
                    <a:pt x="412" y="678"/>
                    <a:pt x="412" y="678"/>
                    <a:pt x="412" y="678"/>
                  </a:cubicBezTo>
                  <a:lnTo>
                    <a:pt x="412" y="6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39" name="Freeform 527">
              <a:extLst>
                <a:ext uri="{FF2B5EF4-FFF2-40B4-BE49-F238E27FC236}">
                  <a16:creationId xmlns:a16="http://schemas.microsoft.com/office/drawing/2014/main" id="{E0E96D42-9CAC-8AA6-9A6E-ABD211CC5C31}"/>
                </a:ext>
              </a:extLst>
            </p:cNvPr>
            <p:cNvSpPr>
              <a:spLocks noChangeArrowheads="1"/>
            </p:cNvSpPr>
            <p:nvPr/>
          </p:nvSpPr>
          <p:spPr bwMode="auto">
            <a:xfrm>
              <a:off x="1671638" y="2243138"/>
              <a:ext cx="22225" cy="11112"/>
            </a:xfrm>
            <a:custGeom>
              <a:avLst/>
              <a:gdLst>
                <a:gd name="T0" fmla="*/ 15 w 61"/>
                <a:gd name="T1" fmla="*/ 29 h 30"/>
                <a:gd name="T2" fmla="*/ 15 w 61"/>
                <a:gd name="T3" fmla="*/ 29 h 30"/>
                <a:gd name="T4" fmla="*/ 45 w 61"/>
                <a:gd name="T5" fmla="*/ 29 h 30"/>
                <a:gd name="T6" fmla="*/ 60 w 61"/>
                <a:gd name="T7" fmla="*/ 16 h 30"/>
                <a:gd name="T8" fmla="*/ 45 w 61"/>
                <a:gd name="T9" fmla="*/ 0 h 30"/>
                <a:gd name="T10" fmla="*/ 15 w 61"/>
                <a:gd name="T11" fmla="*/ 0 h 30"/>
                <a:gd name="T12" fmla="*/ 0 w 61"/>
                <a:gd name="T13" fmla="*/ 16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3"/>
                    <a:pt x="60" y="16"/>
                  </a:cubicBezTo>
                  <a:cubicBezTo>
                    <a:pt x="60" y="7"/>
                    <a:pt x="53" y="0"/>
                    <a:pt x="45" y="0"/>
                  </a:cubicBezTo>
                  <a:cubicBezTo>
                    <a:pt x="15" y="0"/>
                    <a:pt x="15" y="0"/>
                    <a:pt x="15" y="0"/>
                  </a:cubicBezTo>
                  <a:cubicBezTo>
                    <a:pt x="7" y="0"/>
                    <a:pt x="0" y="7"/>
                    <a:pt x="0" y="16"/>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0" name="Freeform 528">
              <a:extLst>
                <a:ext uri="{FF2B5EF4-FFF2-40B4-BE49-F238E27FC236}">
                  <a16:creationId xmlns:a16="http://schemas.microsoft.com/office/drawing/2014/main" id="{AAF02440-4393-B607-37E8-554F37A1C2CE}"/>
                </a:ext>
              </a:extLst>
            </p:cNvPr>
            <p:cNvSpPr>
              <a:spLocks noChangeArrowheads="1"/>
            </p:cNvSpPr>
            <p:nvPr/>
          </p:nvSpPr>
          <p:spPr bwMode="auto">
            <a:xfrm>
              <a:off x="1714500" y="2243138"/>
              <a:ext cx="20638" cy="11112"/>
            </a:xfrm>
            <a:custGeom>
              <a:avLst/>
              <a:gdLst>
                <a:gd name="T0" fmla="*/ 14 w 59"/>
                <a:gd name="T1" fmla="*/ 29 h 30"/>
                <a:gd name="T2" fmla="*/ 14 w 59"/>
                <a:gd name="T3" fmla="*/ 29 h 30"/>
                <a:gd name="T4" fmla="*/ 44 w 59"/>
                <a:gd name="T5" fmla="*/ 29 h 30"/>
                <a:gd name="T6" fmla="*/ 58 w 59"/>
                <a:gd name="T7" fmla="*/ 16 h 30"/>
                <a:gd name="T8" fmla="*/ 44 w 59"/>
                <a:gd name="T9" fmla="*/ 0 h 30"/>
                <a:gd name="T10" fmla="*/ 14 w 59"/>
                <a:gd name="T11" fmla="*/ 0 h 30"/>
                <a:gd name="T12" fmla="*/ 0 w 59"/>
                <a:gd name="T13" fmla="*/ 16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3"/>
                    <a:pt x="58" y="16"/>
                  </a:cubicBezTo>
                  <a:cubicBezTo>
                    <a:pt x="58" y="7"/>
                    <a:pt x="51" y="0"/>
                    <a:pt x="44" y="0"/>
                  </a:cubicBezTo>
                  <a:cubicBezTo>
                    <a:pt x="14" y="0"/>
                    <a:pt x="14" y="0"/>
                    <a:pt x="14" y="0"/>
                  </a:cubicBezTo>
                  <a:cubicBezTo>
                    <a:pt x="6" y="0"/>
                    <a:pt x="0" y="7"/>
                    <a:pt x="0" y="16"/>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1" name="Freeform 529">
              <a:extLst>
                <a:ext uri="{FF2B5EF4-FFF2-40B4-BE49-F238E27FC236}">
                  <a16:creationId xmlns:a16="http://schemas.microsoft.com/office/drawing/2014/main" id="{651F5D9A-F565-CC5D-71D6-EB67064D90B3}"/>
                </a:ext>
              </a:extLst>
            </p:cNvPr>
            <p:cNvSpPr>
              <a:spLocks noChangeArrowheads="1"/>
            </p:cNvSpPr>
            <p:nvPr/>
          </p:nvSpPr>
          <p:spPr bwMode="auto">
            <a:xfrm>
              <a:off x="1757363" y="2243138"/>
              <a:ext cx="22225" cy="11112"/>
            </a:xfrm>
            <a:custGeom>
              <a:avLst/>
              <a:gdLst>
                <a:gd name="T0" fmla="*/ 16 w 61"/>
                <a:gd name="T1" fmla="*/ 29 h 30"/>
                <a:gd name="T2" fmla="*/ 16 w 61"/>
                <a:gd name="T3" fmla="*/ 29 h 30"/>
                <a:gd name="T4" fmla="*/ 45 w 61"/>
                <a:gd name="T5" fmla="*/ 29 h 30"/>
                <a:gd name="T6" fmla="*/ 60 w 61"/>
                <a:gd name="T7" fmla="*/ 16 h 30"/>
                <a:gd name="T8" fmla="*/ 45 w 61"/>
                <a:gd name="T9" fmla="*/ 0 h 30"/>
                <a:gd name="T10" fmla="*/ 16 w 61"/>
                <a:gd name="T11" fmla="*/ 0 h 30"/>
                <a:gd name="T12" fmla="*/ 0 w 61"/>
                <a:gd name="T13" fmla="*/ 16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3"/>
                    <a:pt x="60" y="16"/>
                  </a:cubicBezTo>
                  <a:cubicBezTo>
                    <a:pt x="60" y="7"/>
                    <a:pt x="53" y="0"/>
                    <a:pt x="45" y="0"/>
                  </a:cubicBezTo>
                  <a:cubicBezTo>
                    <a:pt x="16" y="0"/>
                    <a:pt x="16" y="0"/>
                    <a:pt x="16" y="0"/>
                  </a:cubicBezTo>
                  <a:cubicBezTo>
                    <a:pt x="7" y="0"/>
                    <a:pt x="0" y="7"/>
                    <a:pt x="0" y="16"/>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2" name="Freeform 530">
              <a:extLst>
                <a:ext uri="{FF2B5EF4-FFF2-40B4-BE49-F238E27FC236}">
                  <a16:creationId xmlns:a16="http://schemas.microsoft.com/office/drawing/2014/main" id="{133BD230-7795-7CCB-629B-23F97177B275}"/>
                </a:ext>
              </a:extLst>
            </p:cNvPr>
            <p:cNvSpPr>
              <a:spLocks noChangeArrowheads="1"/>
            </p:cNvSpPr>
            <p:nvPr/>
          </p:nvSpPr>
          <p:spPr bwMode="auto">
            <a:xfrm>
              <a:off x="1671638" y="22748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3" name="Freeform 531">
              <a:extLst>
                <a:ext uri="{FF2B5EF4-FFF2-40B4-BE49-F238E27FC236}">
                  <a16:creationId xmlns:a16="http://schemas.microsoft.com/office/drawing/2014/main" id="{A6B5263D-A176-2D7C-F420-58F394F8EC74}"/>
                </a:ext>
              </a:extLst>
            </p:cNvPr>
            <p:cNvSpPr>
              <a:spLocks noChangeArrowheads="1"/>
            </p:cNvSpPr>
            <p:nvPr/>
          </p:nvSpPr>
          <p:spPr bwMode="auto">
            <a:xfrm>
              <a:off x="1714500" y="22748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4" name="Freeform 532">
              <a:extLst>
                <a:ext uri="{FF2B5EF4-FFF2-40B4-BE49-F238E27FC236}">
                  <a16:creationId xmlns:a16="http://schemas.microsoft.com/office/drawing/2014/main" id="{13EE9760-54D9-77FA-625F-69000ED4A928}"/>
                </a:ext>
              </a:extLst>
            </p:cNvPr>
            <p:cNvSpPr>
              <a:spLocks noChangeArrowheads="1"/>
            </p:cNvSpPr>
            <p:nvPr/>
          </p:nvSpPr>
          <p:spPr bwMode="auto">
            <a:xfrm>
              <a:off x="1757363" y="22748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5" name="Freeform 533">
              <a:extLst>
                <a:ext uri="{FF2B5EF4-FFF2-40B4-BE49-F238E27FC236}">
                  <a16:creationId xmlns:a16="http://schemas.microsoft.com/office/drawing/2014/main" id="{00B3775C-CE95-2E51-26C7-4649F11E343B}"/>
                </a:ext>
              </a:extLst>
            </p:cNvPr>
            <p:cNvSpPr>
              <a:spLocks noChangeArrowheads="1"/>
            </p:cNvSpPr>
            <p:nvPr/>
          </p:nvSpPr>
          <p:spPr bwMode="auto">
            <a:xfrm>
              <a:off x="1671638" y="230663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6" name="Freeform 534">
              <a:extLst>
                <a:ext uri="{FF2B5EF4-FFF2-40B4-BE49-F238E27FC236}">
                  <a16:creationId xmlns:a16="http://schemas.microsoft.com/office/drawing/2014/main" id="{2CBFD048-6085-9D5B-D165-DF8CA2A82BC9}"/>
                </a:ext>
              </a:extLst>
            </p:cNvPr>
            <p:cNvSpPr>
              <a:spLocks noChangeArrowheads="1"/>
            </p:cNvSpPr>
            <p:nvPr/>
          </p:nvSpPr>
          <p:spPr bwMode="auto">
            <a:xfrm>
              <a:off x="1714500" y="23066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7" name="Freeform 535">
              <a:extLst>
                <a:ext uri="{FF2B5EF4-FFF2-40B4-BE49-F238E27FC236}">
                  <a16:creationId xmlns:a16="http://schemas.microsoft.com/office/drawing/2014/main" id="{9CFA490F-5AC2-3319-61F3-515A7653DE39}"/>
                </a:ext>
              </a:extLst>
            </p:cNvPr>
            <p:cNvSpPr>
              <a:spLocks noChangeArrowheads="1"/>
            </p:cNvSpPr>
            <p:nvPr/>
          </p:nvSpPr>
          <p:spPr bwMode="auto">
            <a:xfrm>
              <a:off x="1757363" y="23066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8" name="Freeform 536">
              <a:extLst>
                <a:ext uri="{FF2B5EF4-FFF2-40B4-BE49-F238E27FC236}">
                  <a16:creationId xmlns:a16="http://schemas.microsoft.com/office/drawing/2014/main" id="{9F1CB089-F31D-8D88-E33D-53B1E0C12D96}"/>
                </a:ext>
              </a:extLst>
            </p:cNvPr>
            <p:cNvSpPr>
              <a:spLocks noChangeArrowheads="1"/>
            </p:cNvSpPr>
            <p:nvPr/>
          </p:nvSpPr>
          <p:spPr bwMode="auto">
            <a:xfrm>
              <a:off x="1671638" y="2338388"/>
              <a:ext cx="22225" cy="11112"/>
            </a:xfrm>
            <a:custGeom>
              <a:avLst/>
              <a:gdLst>
                <a:gd name="T0" fmla="*/ 15 w 61"/>
                <a:gd name="T1" fmla="*/ 29 h 30"/>
                <a:gd name="T2" fmla="*/ 15 w 61"/>
                <a:gd name="T3" fmla="*/ 29 h 30"/>
                <a:gd name="T4" fmla="*/ 45 w 61"/>
                <a:gd name="T5" fmla="*/ 29 h 30"/>
                <a:gd name="T6" fmla="*/ 60 w 61"/>
                <a:gd name="T7" fmla="*/ 15 h 30"/>
                <a:gd name="T8" fmla="*/ 45 w 61"/>
                <a:gd name="T9" fmla="*/ 0 h 30"/>
                <a:gd name="T10" fmla="*/ 15 w 61"/>
                <a:gd name="T11" fmla="*/ 0 h 30"/>
                <a:gd name="T12" fmla="*/ 0 w 61"/>
                <a:gd name="T13" fmla="*/ 15 h 30"/>
                <a:gd name="T14" fmla="*/ 15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5" y="29"/>
                  </a:moveTo>
                  <a:lnTo>
                    <a:pt x="15" y="29"/>
                  </a:lnTo>
                  <a:cubicBezTo>
                    <a:pt x="45" y="29"/>
                    <a:pt x="45" y="29"/>
                    <a:pt x="45" y="29"/>
                  </a:cubicBezTo>
                  <a:cubicBezTo>
                    <a:pt x="53" y="29"/>
                    <a:pt x="60" y="22"/>
                    <a:pt x="60" y="15"/>
                  </a:cubicBezTo>
                  <a:cubicBezTo>
                    <a:pt x="60" y="7"/>
                    <a:pt x="53" y="0"/>
                    <a:pt x="45"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49" name="Freeform 537">
              <a:extLst>
                <a:ext uri="{FF2B5EF4-FFF2-40B4-BE49-F238E27FC236}">
                  <a16:creationId xmlns:a16="http://schemas.microsoft.com/office/drawing/2014/main" id="{0F89A4F8-0304-F993-9373-F68BDB8B2C63}"/>
                </a:ext>
              </a:extLst>
            </p:cNvPr>
            <p:cNvSpPr>
              <a:spLocks noChangeArrowheads="1"/>
            </p:cNvSpPr>
            <p:nvPr/>
          </p:nvSpPr>
          <p:spPr bwMode="auto">
            <a:xfrm>
              <a:off x="1714500" y="233838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0" name="Freeform 538">
              <a:extLst>
                <a:ext uri="{FF2B5EF4-FFF2-40B4-BE49-F238E27FC236}">
                  <a16:creationId xmlns:a16="http://schemas.microsoft.com/office/drawing/2014/main" id="{E4305B5B-D656-380A-F53E-7D8C18738479}"/>
                </a:ext>
              </a:extLst>
            </p:cNvPr>
            <p:cNvSpPr>
              <a:spLocks noChangeArrowheads="1"/>
            </p:cNvSpPr>
            <p:nvPr/>
          </p:nvSpPr>
          <p:spPr bwMode="auto">
            <a:xfrm>
              <a:off x="1757363" y="233838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1" name="Freeform 539">
              <a:extLst>
                <a:ext uri="{FF2B5EF4-FFF2-40B4-BE49-F238E27FC236}">
                  <a16:creationId xmlns:a16="http://schemas.microsoft.com/office/drawing/2014/main" id="{776C1FF3-ED78-FF5D-D776-CB30A03FF1F3}"/>
                </a:ext>
              </a:extLst>
            </p:cNvPr>
            <p:cNvSpPr>
              <a:spLocks noChangeArrowheads="1"/>
            </p:cNvSpPr>
            <p:nvPr/>
          </p:nvSpPr>
          <p:spPr bwMode="auto">
            <a:xfrm>
              <a:off x="1671638" y="2370138"/>
              <a:ext cx="22225" cy="11112"/>
            </a:xfrm>
            <a:custGeom>
              <a:avLst/>
              <a:gdLst>
                <a:gd name="T0" fmla="*/ 60 w 61"/>
                <a:gd name="T1" fmla="*/ 15 h 30"/>
                <a:gd name="T2" fmla="*/ 60 w 61"/>
                <a:gd name="T3" fmla="*/ 15 h 30"/>
                <a:gd name="T4" fmla="*/ 45 w 61"/>
                <a:gd name="T5" fmla="*/ 0 h 30"/>
                <a:gd name="T6" fmla="*/ 15 w 61"/>
                <a:gd name="T7" fmla="*/ 0 h 30"/>
                <a:gd name="T8" fmla="*/ 0 w 61"/>
                <a:gd name="T9" fmla="*/ 15 h 30"/>
                <a:gd name="T10" fmla="*/ 15 w 61"/>
                <a:gd name="T11" fmla="*/ 29 h 30"/>
                <a:gd name="T12" fmla="*/ 45 w 61"/>
                <a:gd name="T13" fmla="*/ 29 h 30"/>
                <a:gd name="T14" fmla="*/ 60 w 61"/>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60" y="15"/>
                  </a:moveTo>
                  <a:lnTo>
                    <a:pt x="60" y="15"/>
                  </a:lnTo>
                  <a:cubicBezTo>
                    <a:pt x="60" y="7"/>
                    <a:pt x="53" y="0"/>
                    <a:pt x="45" y="0"/>
                  </a:cubicBezTo>
                  <a:cubicBezTo>
                    <a:pt x="15" y="0"/>
                    <a:pt x="15" y="0"/>
                    <a:pt x="15" y="0"/>
                  </a:cubicBezTo>
                  <a:cubicBezTo>
                    <a:pt x="7" y="0"/>
                    <a:pt x="0" y="7"/>
                    <a:pt x="0" y="15"/>
                  </a:cubicBezTo>
                  <a:cubicBezTo>
                    <a:pt x="0" y="22"/>
                    <a:pt x="7" y="29"/>
                    <a:pt x="15" y="29"/>
                  </a:cubicBezTo>
                  <a:cubicBezTo>
                    <a:pt x="45" y="29"/>
                    <a:pt x="45" y="29"/>
                    <a:pt x="45" y="29"/>
                  </a:cubicBezTo>
                  <a:cubicBezTo>
                    <a:pt x="53" y="29"/>
                    <a:pt x="60" y="22"/>
                    <a:pt x="6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2" name="Freeform 540">
              <a:extLst>
                <a:ext uri="{FF2B5EF4-FFF2-40B4-BE49-F238E27FC236}">
                  <a16:creationId xmlns:a16="http://schemas.microsoft.com/office/drawing/2014/main" id="{F72048D4-E947-D2B2-2A3A-8FCF3CFBC486}"/>
                </a:ext>
              </a:extLst>
            </p:cNvPr>
            <p:cNvSpPr>
              <a:spLocks noChangeArrowheads="1"/>
            </p:cNvSpPr>
            <p:nvPr/>
          </p:nvSpPr>
          <p:spPr bwMode="auto">
            <a:xfrm>
              <a:off x="1714500" y="2370138"/>
              <a:ext cx="20638" cy="11112"/>
            </a:xfrm>
            <a:custGeom>
              <a:avLst/>
              <a:gdLst>
                <a:gd name="T0" fmla="*/ 14 w 59"/>
                <a:gd name="T1" fmla="*/ 29 h 30"/>
                <a:gd name="T2" fmla="*/ 14 w 59"/>
                <a:gd name="T3" fmla="*/ 29 h 30"/>
                <a:gd name="T4" fmla="*/ 44 w 59"/>
                <a:gd name="T5" fmla="*/ 29 h 30"/>
                <a:gd name="T6" fmla="*/ 58 w 59"/>
                <a:gd name="T7" fmla="*/ 15 h 30"/>
                <a:gd name="T8" fmla="*/ 44 w 59"/>
                <a:gd name="T9" fmla="*/ 0 h 30"/>
                <a:gd name="T10" fmla="*/ 14 w 59"/>
                <a:gd name="T11" fmla="*/ 0 h 30"/>
                <a:gd name="T12" fmla="*/ 0 w 59"/>
                <a:gd name="T13" fmla="*/ 15 h 30"/>
                <a:gd name="T14" fmla="*/ 14 w 59"/>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0">
                  <a:moveTo>
                    <a:pt x="14" y="29"/>
                  </a:moveTo>
                  <a:lnTo>
                    <a:pt x="14" y="29"/>
                  </a:lnTo>
                  <a:cubicBezTo>
                    <a:pt x="44" y="29"/>
                    <a:pt x="44" y="29"/>
                    <a:pt x="44" y="29"/>
                  </a:cubicBezTo>
                  <a:cubicBezTo>
                    <a:pt x="51" y="29"/>
                    <a:pt x="58" y="22"/>
                    <a:pt x="58" y="15"/>
                  </a:cubicBezTo>
                  <a:cubicBezTo>
                    <a:pt x="58" y="7"/>
                    <a:pt x="51" y="0"/>
                    <a:pt x="44" y="0"/>
                  </a:cubicBezTo>
                  <a:cubicBezTo>
                    <a:pt x="14" y="0"/>
                    <a:pt x="14" y="0"/>
                    <a:pt x="14" y="0"/>
                  </a:cubicBezTo>
                  <a:cubicBezTo>
                    <a:pt x="6" y="0"/>
                    <a:pt x="0" y="7"/>
                    <a:pt x="0" y="15"/>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3" name="Freeform 541">
              <a:extLst>
                <a:ext uri="{FF2B5EF4-FFF2-40B4-BE49-F238E27FC236}">
                  <a16:creationId xmlns:a16="http://schemas.microsoft.com/office/drawing/2014/main" id="{CB490BC2-4441-93F6-820D-204E72B94A1B}"/>
                </a:ext>
              </a:extLst>
            </p:cNvPr>
            <p:cNvSpPr>
              <a:spLocks noChangeArrowheads="1"/>
            </p:cNvSpPr>
            <p:nvPr/>
          </p:nvSpPr>
          <p:spPr bwMode="auto">
            <a:xfrm>
              <a:off x="1757363" y="2370138"/>
              <a:ext cx="22225" cy="11112"/>
            </a:xfrm>
            <a:custGeom>
              <a:avLst/>
              <a:gdLst>
                <a:gd name="T0" fmla="*/ 16 w 61"/>
                <a:gd name="T1" fmla="*/ 29 h 30"/>
                <a:gd name="T2" fmla="*/ 16 w 61"/>
                <a:gd name="T3" fmla="*/ 29 h 30"/>
                <a:gd name="T4" fmla="*/ 45 w 61"/>
                <a:gd name="T5" fmla="*/ 29 h 30"/>
                <a:gd name="T6" fmla="*/ 60 w 61"/>
                <a:gd name="T7" fmla="*/ 15 h 30"/>
                <a:gd name="T8" fmla="*/ 45 w 61"/>
                <a:gd name="T9" fmla="*/ 0 h 30"/>
                <a:gd name="T10" fmla="*/ 16 w 61"/>
                <a:gd name="T11" fmla="*/ 0 h 30"/>
                <a:gd name="T12" fmla="*/ 0 w 61"/>
                <a:gd name="T13" fmla="*/ 15 h 30"/>
                <a:gd name="T14" fmla="*/ 16 w 6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16" y="29"/>
                  </a:moveTo>
                  <a:lnTo>
                    <a:pt x="16" y="29"/>
                  </a:lnTo>
                  <a:cubicBezTo>
                    <a:pt x="45" y="29"/>
                    <a:pt x="45" y="29"/>
                    <a:pt x="45" y="29"/>
                  </a:cubicBezTo>
                  <a:cubicBezTo>
                    <a:pt x="53" y="29"/>
                    <a:pt x="60" y="22"/>
                    <a:pt x="60" y="15"/>
                  </a:cubicBezTo>
                  <a:cubicBezTo>
                    <a:pt x="60" y="7"/>
                    <a:pt x="53" y="0"/>
                    <a:pt x="45" y="0"/>
                  </a:cubicBezTo>
                  <a:cubicBezTo>
                    <a:pt x="16" y="0"/>
                    <a:pt x="16" y="0"/>
                    <a:pt x="16" y="0"/>
                  </a:cubicBezTo>
                  <a:cubicBezTo>
                    <a:pt x="7" y="0"/>
                    <a:pt x="0" y="7"/>
                    <a:pt x="0" y="15"/>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54" name="Freeform 542">
            <a:extLst>
              <a:ext uri="{FF2B5EF4-FFF2-40B4-BE49-F238E27FC236}">
                <a16:creationId xmlns:a16="http://schemas.microsoft.com/office/drawing/2014/main" id="{94A5DB8B-919F-0295-F397-140920338E18}"/>
              </a:ext>
            </a:extLst>
          </p:cNvPr>
          <p:cNvSpPr>
            <a:spLocks noChangeArrowheads="1"/>
          </p:cNvSpPr>
          <p:nvPr/>
        </p:nvSpPr>
        <p:spPr bwMode="auto">
          <a:xfrm>
            <a:off x="3221558" y="1915741"/>
            <a:ext cx="255587" cy="201612"/>
          </a:xfrm>
          <a:custGeom>
            <a:avLst/>
            <a:gdLst>
              <a:gd name="T0" fmla="*/ 58 w 709"/>
              <a:gd name="T1" fmla="*/ 314 h 561"/>
              <a:gd name="T2" fmla="*/ 103 w 709"/>
              <a:gd name="T3" fmla="*/ 560 h 561"/>
              <a:gd name="T4" fmla="*/ 516 w 709"/>
              <a:gd name="T5" fmla="*/ 560 h 561"/>
              <a:gd name="T6" fmla="*/ 648 w 709"/>
              <a:gd name="T7" fmla="*/ 516 h 561"/>
              <a:gd name="T8" fmla="*/ 708 w 709"/>
              <a:gd name="T9" fmla="*/ 221 h 561"/>
              <a:gd name="T10" fmla="*/ 623 w 709"/>
              <a:gd name="T11" fmla="*/ 119 h 561"/>
              <a:gd name="T12" fmla="*/ 619 w 709"/>
              <a:gd name="T13" fmla="*/ 119 h 561"/>
              <a:gd name="T14" fmla="*/ 589 w 709"/>
              <a:gd name="T15" fmla="*/ 31 h 561"/>
              <a:gd name="T16" fmla="*/ 191 w 709"/>
              <a:gd name="T17" fmla="*/ 0 h 561"/>
              <a:gd name="T18" fmla="*/ 89 w 709"/>
              <a:gd name="T19" fmla="*/ 104 h 561"/>
              <a:gd name="T20" fmla="*/ 29 w 709"/>
              <a:gd name="T21" fmla="*/ 148 h 561"/>
              <a:gd name="T22" fmla="*/ 58 w 709"/>
              <a:gd name="T23" fmla="*/ 314 h 561"/>
              <a:gd name="T24" fmla="*/ 206 w 709"/>
              <a:gd name="T25" fmla="*/ 413 h 561"/>
              <a:gd name="T26" fmla="*/ 500 w 709"/>
              <a:gd name="T27" fmla="*/ 531 h 561"/>
              <a:gd name="T28" fmla="*/ 206 w 709"/>
              <a:gd name="T29" fmla="*/ 413 h 561"/>
              <a:gd name="T30" fmla="*/ 676 w 709"/>
              <a:gd name="T31" fmla="*/ 206 h 561"/>
              <a:gd name="T32" fmla="*/ 629 w 709"/>
              <a:gd name="T33" fmla="*/ 290 h 561"/>
              <a:gd name="T34" fmla="*/ 619 w 709"/>
              <a:gd name="T35" fmla="*/ 516 h 561"/>
              <a:gd name="T36" fmla="*/ 531 w 709"/>
              <a:gd name="T37" fmla="*/ 531 h 561"/>
              <a:gd name="T38" fmla="*/ 531 w 709"/>
              <a:gd name="T39" fmla="*/ 369 h 561"/>
              <a:gd name="T40" fmla="*/ 604 w 709"/>
              <a:gd name="T41" fmla="*/ 148 h 561"/>
              <a:gd name="T42" fmla="*/ 604 w 709"/>
              <a:gd name="T43" fmla="*/ 148 h 561"/>
              <a:gd name="T44" fmla="*/ 621 w 709"/>
              <a:gd name="T45" fmla="*/ 134 h 561"/>
              <a:gd name="T46" fmla="*/ 676 w 709"/>
              <a:gd name="T47" fmla="*/ 206 h 561"/>
              <a:gd name="T48" fmla="*/ 191 w 709"/>
              <a:gd name="T49" fmla="*/ 29 h 561"/>
              <a:gd name="T50" fmla="*/ 589 w 709"/>
              <a:gd name="T51" fmla="*/ 104 h 561"/>
              <a:gd name="T52" fmla="*/ 531 w 709"/>
              <a:gd name="T53" fmla="*/ 148 h 561"/>
              <a:gd name="T54" fmla="*/ 500 w 709"/>
              <a:gd name="T55" fmla="*/ 369 h 561"/>
              <a:gd name="T56" fmla="*/ 206 w 709"/>
              <a:gd name="T57" fmla="*/ 383 h 561"/>
              <a:gd name="T58" fmla="*/ 206 w 709"/>
              <a:gd name="T59" fmla="*/ 226 h 561"/>
              <a:gd name="T60" fmla="*/ 118 w 709"/>
              <a:gd name="T61" fmla="*/ 119 h 561"/>
              <a:gd name="T62" fmla="*/ 191 w 709"/>
              <a:gd name="T63" fmla="*/ 29 h 561"/>
              <a:gd name="T64" fmla="*/ 103 w 709"/>
              <a:gd name="T65" fmla="*/ 148 h 561"/>
              <a:gd name="T66" fmla="*/ 103 w 709"/>
              <a:gd name="T67" fmla="*/ 148 h 561"/>
              <a:gd name="T68" fmla="*/ 107 w 709"/>
              <a:gd name="T69" fmla="*/ 148 h 561"/>
              <a:gd name="T70" fmla="*/ 157 w 709"/>
              <a:gd name="T71" fmla="*/ 172 h 561"/>
              <a:gd name="T72" fmla="*/ 177 w 709"/>
              <a:gd name="T73" fmla="*/ 369 h 561"/>
              <a:gd name="T74" fmla="*/ 177 w 709"/>
              <a:gd name="T75" fmla="*/ 531 h 561"/>
              <a:gd name="T76" fmla="*/ 89 w 709"/>
              <a:gd name="T77" fmla="*/ 516 h 561"/>
              <a:gd name="T78" fmla="*/ 78 w 709"/>
              <a:gd name="T79" fmla="*/ 290 h 561"/>
              <a:gd name="T80" fmla="*/ 103 w 709"/>
              <a:gd name="T81" fmla="*/ 148 h 5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9" h="561">
                <a:moveTo>
                  <a:pt x="58" y="314"/>
                </a:moveTo>
                <a:lnTo>
                  <a:pt x="58" y="314"/>
                </a:lnTo>
                <a:cubicBezTo>
                  <a:pt x="58" y="516"/>
                  <a:pt x="58" y="516"/>
                  <a:pt x="58" y="516"/>
                </a:cubicBezTo>
                <a:cubicBezTo>
                  <a:pt x="58" y="540"/>
                  <a:pt x="79" y="560"/>
                  <a:pt x="103" y="560"/>
                </a:cubicBezTo>
                <a:cubicBezTo>
                  <a:pt x="191" y="560"/>
                  <a:pt x="191" y="560"/>
                  <a:pt x="191" y="560"/>
                </a:cubicBezTo>
                <a:cubicBezTo>
                  <a:pt x="516" y="560"/>
                  <a:pt x="516" y="560"/>
                  <a:pt x="516" y="560"/>
                </a:cubicBezTo>
                <a:cubicBezTo>
                  <a:pt x="604" y="560"/>
                  <a:pt x="604" y="560"/>
                  <a:pt x="604" y="560"/>
                </a:cubicBezTo>
                <a:cubicBezTo>
                  <a:pt x="629" y="560"/>
                  <a:pt x="648" y="540"/>
                  <a:pt x="648" y="516"/>
                </a:cubicBezTo>
                <a:cubicBezTo>
                  <a:pt x="648" y="314"/>
                  <a:pt x="648" y="314"/>
                  <a:pt x="648" y="314"/>
                </a:cubicBezTo>
                <a:cubicBezTo>
                  <a:pt x="683" y="297"/>
                  <a:pt x="708" y="263"/>
                  <a:pt x="708" y="221"/>
                </a:cubicBezTo>
                <a:cubicBezTo>
                  <a:pt x="708" y="215"/>
                  <a:pt x="706" y="208"/>
                  <a:pt x="705" y="201"/>
                </a:cubicBezTo>
                <a:cubicBezTo>
                  <a:pt x="697" y="159"/>
                  <a:pt x="665" y="127"/>
                  <a:pt x="623" y="119"/>
                </a:cubicBezTo>
                <a:lnTo>
                  <a:pt x="623" y="119"/>
                </a:lnTo>
                <a:cubicBezTo>
                  <a:pt x="622" y="119"/>
                  <a:pt x="621" y="119"/>
                  <a:pt x="619" y="119"/>
                </a:cubicBezTo>
                <a:cubicBezTo>
                  <a:pt x="619" y="104"/>
                  <a:pt x="619" y="104"/>
                  <a:pt x="619" y="104"/>
                </a:cubicBezTo>
                <a:cubicBezTo>
                  <a:pt x="619" y="75"/>
                  <a:pt x="607" y="49"/>
                  <a:pt x="589" y="31"/>
                </a:cubicBezTo>
                <a:cubicBezTo>
                  <a:pt x="570" y="11"/>
                  <a:pt x="545" y="0"/>
                  <a:pt x="516" y="0"/>
                </a:cubicBezTo>
                <a:cubicBezTo>
                  <a:pt x="191" y="0"/>
                  <a:pt x="191" y="0"/>
                  <a:pt x="191" y="0"/>
                </a:cubicBezTo>
                <a:cubicBezTo>
                  <a:pt x="163" y="0"/>
                  <a:pt x="137" y="11"/>
                  <a:pt x="118" y="31"/>
                </a:cubicBezTo>
                <a:cubicBezTo>
                  <a:pt x="100" y="49"/>
                  <a:pt x="89" y="75"/>
                  <a:pt x="89" y="104"/>
                </a:cubicBezTo>
                <a:cubicBezTo>
                  <a:pt x="89" y="119"/>
                  <a:pt x="89" y="119"/>
                  <a:pt x="89" y="119"/>
                </a:cubicBezTo>
                <a:cubicBezTo>
                  <a:pt x="65" y="122"/>
                  <a:pt x="46" y="133"/>
                  <a:pt x="29" y="148"/>
                </a:cubicBezTo>
                <a:cubicBezTo>
                  <a:pt x="11" y="166"/>
                  <a:pt x="0" y="192"/>
                  <a:pt x="0" y="221"/>
                </a:cubicBezTo>
                <a:cubicBezTo>
                  <a:pt x="0" y="263"/>
                  <a:pt x="24" y="297"/>
                  <a:pt x="58" y="314"/>
                </a:cubicBezTo>
                <a:close/>
                <a:moveTo>
                  <a:pt x="206" y="413"/>
                </a:moveTo>
                <a:lnTo>
                  <a:pt x="206" y="413"/>
                </a:lnTo>
                <a:cubicBezTo>
                  <a:pt x="500" y="413"/>
                  <a:pt x="500" y="413"/>
                  <a:pt x="500" y="413"/>
                </a:cubicBezTo>
                <a:cubicBezTo>
                  <a:pt x="500" y="531"/>
                  <a:pt x="500" y="531"/>
                  <a:pt x="500" y="531"/>
                </a:cubicBezTo>
                <a:cubicBezTo>
                  <a:pt x="206" y="531"/>
                  <a:pt x="206" y="531"/>
                  <a:pt x="206" y="531"/>
                </a:cubicBezTo>
                <a:lnTo>
                  <a:pt x="206" y="413"/>
                </a:lnTo>
                <a:close/>
                <a:moveTo>
                  <a:pt x="676" y="206"/>
                </a:moveTo>
                <a:lnTo>
                  <a:pt x="676" y="206"/>
                </a:lnTo>
                <a:cubicBezTo>
                  <a:pt x="677" y="212"/>
                  <a:pt x="677" y="216"/>
                  <a:pt x="677" y="221"/>
                </a:cubicBezTo>
                <a:cubicBezTo>
                  <a:pt x="677" y="253"/>
                  <a:pt x="657" y="281"/>
                  <a:pt x="629" y="290"/>
                </a:cubicBezTo>
                <a:cubicBezTo>
                  <a:pt x="622" y="292"/>
                  <a:pt x="619" y="297"/>
                  <a:pt x="619" y="304"/>
                </a:cubicBezTo>
                <a:cubicBezTo>
                  <a:pt x="619" y="516"/>
                  <a:pt x="619" y="516"/>
                  <a:pt x="619" y="516"/>
                </a:cubicBezTo>
                <a:cubicBezTo>
                  <a:pt x="619" y="524"/>
                  <a:pt x="612" y="531"/>
                  <a:pt x="604" y="531"/>
                </a:cubicBezTo>
                <a:cubicBezTo>
                  <a:pt x="531" y="531"/>
                  <a:pt x="531" y="531"/>
                  <a:pt x="531" y="531"/>
                </a:cubicBezTo>
                <a:cubicBezTo>
                  <a:pt x="531" y="398"/>
                  <a:pt x="531" y="398"/>
                  <a:pt x="531" y="398"/>
                </a:cubicBezTo>
                <a:cubicBezTo>
                  <a:pt x="531" y="369"/>
                  <a:pt x="531" y="369"/>
                  <a:pt x="531" y="369"/>
                </a:cubicBezTo>
                <a:cubicBezTo>
                  <a:pt x="531" y="221"/>
                  <a:pt x="531" y="221"/>
                  <a:pt x="531" y="221"/>
                </a:cubicBezTo>
                <a:cubicBezTo>
                  <a:pt x="531" y="180"/>
                  <a:pt x="563" y="148"/>
                  <a:pt x="604" y="148"/>
                </a:cubicBezTo>
                <a:lnTo>
                  <a:pt x="604" y="148"/>
                </a:lnTo>
                <a:lnTo>
                  <a:pt x="604" y="148"/>
                </a:lnTo>
                <a:cubicBezTo>
                  <a:pt x="608" y="148"/>
                  <a:pt x="614" y="148"/>
                  <a:pt x="618" y="148"/>
                </a:cubicBezTo>
                <a:cubicBezTo>
                  <a:pt x="621" y="134"/>
                  <a:pt x="621" y="134"/>
                  <a:pt x="621" y="134"/>
                </a:cubicBezTo>
                <a:cubicBezTo>
                  <a:pt x="618" y="148"/>
                  <a:pt x="618" y="148"/>
                  <a:pt x="618" y="148"/>
                </a:cubicBezTo>
                <a:cubicBezTo>
                  <a:pt x="647" y="154"/>
                  <a:pt x="670" y="177"/>
                  <a:pt x="676" y="206"/>
                </a:cubicBezTo>
                <a:close/>
                <a:moveTo>
                  <a:pt x="191" y="29"/>
                </a:moveTo>
                <a:lnTo>
                  <a:pt x="191" y="29"/>
                </a:lnTo>
                <a:cubicBezTo>
                  <a:pt x="516" y="29"/>
                  <a:pt x="516" y="29"/>
                  <a:pt x="516" y="29"/>
                </a:cubicBezTo>
                <a:cubicBezTo>
                  <a:pt x="556" y="29"/>
                  <a:pt x="589" y="63"/>
                  <a:pt x="589" y="104"/>
                </a:cubicBezTo>
                <a:cubicBezTo>
                  <a:pt x="589" y="119"/>
                  <a:pt x="589" y="119"/>
                  <a:pt x="589" y="119"/>
                </a:cubicBezTo>
                <a:cubicBezTo>
                  <a:pt x="567" y="122"/>
                  <a:pt x="546" y="133"/>
                  <a:pt x="531" y="148"/>
                </a:cubicBezTo>
                <a:cubicBezTo>
                  <a:pt x="513" y="166"/>
                  <a:pt x="500" y="192"/>
                  <a:pt x="500" y="221"/>
                </a:cubicBezTo>
                <a:cubicBezTo>
                  <a:pt x="500" y="369"/>
                  <a:pt x="500" y="369"/>
                  <a:pt x="500" y="369"/>
                </a:cubicBezTo>
                <a:cubicBezTo>
                  <a:pt x="500" y="383"/>
                  <a:pt x="500" y="383"/>
                  <a:pt x="500" y="383"/>
                </a:cubicBezTo>
                <a:cubicBezTo>
                  <a:pt x="206" y="383"/>
                  <a:pt x="206" y="383"/>
                  <a:pt x="206" y="383"/>
                </a:cubicBezTo>
                <a:cubicBezTo>
                  <a:pt x="206" y="369"/>
                  <a:pt x="206" y="369"/>
                  <a:pt x="206" y="369"/>
                </a:cubicBezTo>
                <a:cubicBezTo>
                  <a:pt x="206" y="226"/>
                  <a:pt x="206" y="226"/>
                  <a:pt x="206" y="226"/>
                </a:cubicBezTo>
                <a:cubicBezTo>
                  <a:pt x="206" y="198"/>
                  <a:pt x="195" y="172"/>
                  <a:pt x="179" y="152"/>
                </a:cubicBezTo>
                <a:cubicBezTo>
                  <a:pt x="163" y="136"/>
                  <a:pt x="141" y="123"/>
                  <a:pt x="118" y="119"/>
                </a:cubicBezTo>
                <a:cubicBezTo>
                  <a:pt x="118" y="104"/>
                  <a:pt x="118" y="104"/>
                  <a:pt x="118" y="104"/>
                </a:cubicBezTo>
                <a:cubicBezTo>
                  <a:pt x="118" y="63"/>
                  <a:pt x="151" y="29"/>
                  <a:pt x="191" y="29"/>
                </a:cubicBezTo>
                <a:close/>
                <a:moveTo>
                  <a:pt x="103" y="148"/>
                </a:moveTo>
                <a:lnTo>
                  <a:pt x="103" y="148"/>
                </a:lnTo>
                <a:lnTo>
                  <a:pt x="103" y="148"/>
                </a:lnTo>
                <a:lnTo>
                  <a:pt x="103" y="148"/>
                </a:lnTo>
                <a:lnTo>
                  <a:pt x="103" y="148"/>
                </a:lnTo>
                <a:cubicBezTo>
                  <a:pt x="107" y="148"/>
                  <a:pt x="107" y="148"/>
                  <a:pt x="107" y="148"/>
                </a:cubicBezTo>
                <a:lnTo>
                  <a:pt x="107" y="148"/>
                </a:lnTo>
                <a:cubicBezTo>
                  <a:pt x="126" y="148"/>
                  <a:pt x="144" y="158"/>
                  <a:pt x="157" y="172"/>
                </a:cubicBezTo>
                <a:cubicBezTo>
                  <a:pt x="169" y="187"/>
                  <a:pt x="177" y="206"/>
                  <a:pt x="177" y="226"/>
                </a:cubicBezTo>
                <a:cubicBezTo>
                  <a:pt x="177" y="369"/>
                  <a:pt x="177" y="369"/>
                  <a:pt x="177" y="369"/>
                </a:cubicBezTo>
                <a:cubicBezTo>
                  <a:pt x="177" y="398"/>
                  <a:pt x="177" y="398"/>
                  <a:pt x="177" y="398"/>
                </a:cubicBezTo>
                <a:cubicBezTo>
                  <a:pt x="177" y="531"/>
                  <a:pt x="177" y="531"/>
                  <a:pt x="177" y="531"/>
                </a:cubicBezTo>
                <a:cubicBezTo>
                  <a:pt x="103" y="531"/>
                  <a:pt x="103" y="531"/>
                  <a:pt x="103" y="531"/>
                </a:cubicBezTo>
                <a:cubicBezTo>
                  <a:pt x="94" y="531"/>
                  <a:pt x="89" y="524"/>
                  <a:pt x="89" y="516"/>
                </a:cubicBezTo>
                <a:cubicBezTo>
                  <a:pt x="89" y="304"/>
                  <a:pt x="89" y="304"/>
                  <a:pt x="89" y="304"/>
                </a:cubicBezTo>
                <a:cubicBezTo>
                  <a:pt x="89" y="297"/>
                  <a:pt x="85" y="292"/>
                  <a:pt x="78" y="290"/>
                </a:cubicBezTo>
                <a:cubicBezTo>
                  <a:pt x="50" y="281"/>
                  <a:pt x="29" y="253"/>
                  <a:pt x="29" y="221"/>
                </a:cubicBezTo>
                <a:cubicBezTo>
                  <a:pt x="29" y="180"/>
                  <a:pt x="63" y="148"/>
                  <a:pt x="103" y="148"/>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55" name="Group 657">
            <a:extLst>
              <a:ext uri="{FF2B5EF4-FFF2-40B4-BE49-F238E27FC236}">
                <a16:creationId xmlns:a16="http://schemas.microsoft.com/office/drawing/2014/main" id="{0E771662-AB9B-DB3B-45EA-F18E9F2184B9}"/>
              </a:ext>
            </a:extLst>
          </p:cNvPr>
          <p:cNvGrpSpPr/>
          <p:nvPr/>
        </p:nvGrpSpPr>
        <p:grpSpPr>
          <a:xfrm>
            <a:off x="3783533" y="1888754"/>
            <a:ext cx="158750" cy="255587"/>
            <a:chOff x="2627313" y="2211388"/>
            <a:chExt cx="158750" cy="255587"/>
          </a:xfrm>
          <a:solidFill>
            <a:schemeClr val="accent4"/>
          </a:solidFill>
        </p:grpSpPr>
        <p:sp>
          <p:nvSpPr>
            <p:cNvPr id="656" name="Freeform 543">
              <a:extLst>
                <a:ext uri="{FF2B5EF4-FFF2-40B4-BE49-F238E27FC236}">
                  <a16:creationId xmlns:a16="http://schemas.microsoft.com/office/drawing/2014/main" id="{B268D4B2-DE98-FB27-6FAF-52E3C0BDECE1}"/>
                </a:ext>
              </a:extLst>
            </p:cNvPr>
            <p:cNvSpPr>
              <a:spLocks noChangeArrowheads="1"/>
            </p:cNvSpPr>
            <p:nvPr/>
          </p:nvSpPr>
          <p:spPr bwMode="auto">
            <a:xfrm>
              <a:off x="2627313" y="2211388"/>
              <a:ext cx="158750" cy="255587"/>
            </a:xfrm>
            <a:custGeom>
              <a:avLst/>
              <a:gdLst>
                <a:gd name="T0" fmla="*/ 0 w 443"/>
                <a:gd name="T1" fmla="*/ 221 h 708"/>
                <a:gd name="T2" fmla="*/ 0 w 443"/>
                <a:gd name="T3" fmla="*/ 221 h 708"/>
                <a:gd name="T4" fmla="*/ 0 w 443"/>
                <a:gd name="T5" fmla="*/ 486 h 708"/>
                <a:gd name="T6" fmla="*/ 221 w 443"/>
                <a:gd name="T7" fmla="*/ 707 h 708"/>
                <a:gd name="T8" fmla="*/ 442 w 443"/>
                <a:gd name="T9" fmla="*/ 486 h 708"/>
                <a:gd name="T10" fmla="*/ 442 w 443"/>
                <a:gd name="T11" fmla="*/ 221 h 708"/>
                <a:gd name="T12" fmla="*/ 221 w 443"/>
                <a:gd name="T13" fmla="*/ 0 h 708"/>
                <a:gd name="T14" fmla="*/ 0 w 443"/>
                <a:gd name="T15" fmla="*/ 221 h 708"/>
                <a:gd name="T16" fmla="*/ 31 w 443"/>
                <a:gd name="T17" fmla="*/ 311 h 708"/>
                <a:gd name="T18" fmla="*/ 31 w 443"/>
                <a:gd name="T19" fmla="*/ 311 h 708"/>
                <a:gd name="T20" fmla="*/ 109 w 443"/>
                <a:gd name="T21" fmla="*/ 396 h 708"/>
                <a:gd name="T22" fmla="*/ 257 w 443"/>
                <a:gd name="T23" fmla="*/ 490 h 708"/>
                <a:gd name="T24" fmla="*/ 65 w 443"/>
                <a:gd name="T25" fmla="*/ 595 h 708"/>
                <a:gd name="T26" fmla="*/ 31 w 443"/>
                <a:gd name="T27" fmla="*/ 486 h 708"/>
                <a:gd name="T28" fmla="*/ 31 w 443"/>
                <a:gd name="T29" fmla="*/ 311 h 708"/>
                <a:gd name="T30" fmla="*/ 357 w 443"/>
                <a:gd name="T31" fmla="*/ 622 h 708"/>
                <a:gd name="T32" fmla="*/ 357 w 443"/>
                <a:gd name="T33" fmla="*/ 622 h 708"/>
                <a:gd name="T34" fmla="*/ 221 w 443"/>
                <a:gd name="T35" fmla="*/ 678 h 708"/>
                <a:gd name="T36" fmla="*/ 86 w 443"/>
                <a:gd name="T37" fmla="*/ 622 h 708"/>
                <a:gd name="T38" fmla="*/ 86 w 443"/>
                <a:gd name="T39" fmla="*/ 622 h 708"/>
                <a:gd name="T40" fmla="*/ 301 w 443"/>
                <a:gd name="T41" fmla="*/ 488 h 708"/>
                <a:gd name="T42" fmla="*/ 413 w 443"/>
                <a:gd name="T43" fmla="*/ 320 h 708"/>
                <a:gd name="T44" fmla="*/ 413 w 443"/>
                <a:gd name="T45" fmla="*/ 486 h 708"/>
                <a:gd name="T46" fmla="*/ 357 w 443"/>
                <a:gd name="T47" fmla="*/ 622 h 708"/>
                <a:gd name="T48" fmla="*/ 413 w 443"/>
                <a:gd name="T49" fmla="*/ 221 h 708"/>
                <a:gd name="T50" fmla="*/ 413 w 443"/>
                <a:gd name="T51" fmla="*/ 221 h 708"/>
                <a:gd name="T52" fmla="*/ 413 w 443"/>
                <a:gd name="T53" fmla="*/ 247 h 708"/>
                <a:gd name="T54" fmla="*/ 279 w 443"/>
                <a:gd name="T55" fmla="*/ 467 h 708"/>
                <a:gd name="T56" fmla="*/ 278 w 443"/>
                <a:gd name="T57" fmla="*/ 468 h 708"/>
                <a:gd name="T58" fmla="*/ 129 w 443"/>
                <a:gd name="T59" fmla="*/ 374 h 708"/>
                <a:gd name="T60" fmla="*/ 31 w 443"/>
                <a:gd name="T61" fmla="*/ 247 h 708"/>
                <a:gd name="T62" fmla="*/ 31 w 443"/>
                <a:gd name="T63" fmla="*/ 221 h 708"/>
                <a:gd name="T64" fmla="*/ 86 w 443"/>
                <a:gd name="T65" fmla="*/ 86 h 708"/>
                <a:gd name="T66" fmla="*/ 221 w 443"/>
                <a:gd name="T67" fmla="*/ 29 h 708"/>
                <a:gd name="T68" fmla="*/ 235 w 443"/>
                <a:gd name="T69" fmla="*/ 30 h 708"/>
                <a:gd name="T70" fmla="*/ 224 w 443"/>
                <a:gd name="T71" fmla="*/ 66 h 708"/>
                <a:gd name="T72" fmla="*/ 205 w 443"/>
                <a:gd name="T73" fmla="*/ 82 h 708"/>
                <a:gd name="T74" fmla="*/ 163 w 443"/>
                <a:gd name="T75" fmla="*/ 88 h 708"/>
                <a:gd name="T76" fmla="*/ 148 w 443"/>
                <a:gd name="T77" fmla="*/ 104 h 708"/>
                <a:gd name="T78" fmla="*/ 163 w 443"/>
                <a:gd name="T79" fmla="*/ 117 h 708"/>
                <a:gd name="T80" fmla="*/ 163 w 443"/>
                <a:gd name="T81" fmla="*/ 117 h 708"/>
                <a:gd name="T82" fmla="*/ 216 w 443"/>
                <a:gd name="T83" fmla="*/ 109 h 708"/>
                <a:gd name="T84" fmla="*/ 257 w 443"/>
                <a:gd name="T85" fmla="*/ 69 h 708"/>
                <a:gd name="T86" fmla="*/ 264 w 443"/>
                <a:gd name="T87" fmla="*/ 35 h 708"/>
                <a:gd name="T88" fmla="*/ 357 w 443"/>
                <a:gd name="T89" fmla="*/ 86 h 708"/>
                <a:gd name="T90" fmla="*/ 413 w 443"/>
                <a:gd name="T91" fmla="*/ 22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43" h="708">
                  <a:moveTo>
                    <a:pt x="0" y="221"/>
                  </a:moveTo>
                  <a:lnTo>
                    <a:pt x="0" y="221"/>
                  </a:lnTo>
                  <a:cubicBezTo>
                    <a:pt x="0" y="486"/>
                    <a:pt x="0" y="486"/>
                    <a:pt x="0" y="486"/>
                  </a:cubicBezTo>
                  <a:cubicBezTo>
                    <a:pt x="0" y="608"/>
                    <a:pt x="100" y="707"/>
                    <a:pt x="221" y="707"/>
                  </a:cubicBezTo>
                  <a:cubicBezTo>
                    <a:pt x="344" y="707"/>
                    <a:pt x="442" y="608"/>
                    <a:pt x="442" y="486"/>
                  </a:cubicBezTo>
                  <a:cubicBezTo>
                    <a:pt x="442" y="221"/>
                    <a:pt x="442" y="221"/>
                    <a:pt x="442" y="221"/>
                  </a:cubicBezTo>
                  <a:cubicBezTo>
                    <a:pt x="442" y="98"/>
                    <a:pt x="344" y="0"/>
                    <a:pt x="221" y="0"/>
                  </a:cubicBezTo>
                  <a:cubicBezTo>
                    <a:pt x="100" y="0"/>
                    <a:pt x="0" y="98"/>
                    <a:pt x="0" y="221"/>
                  </a:cubicBezTo>
                  <a:close/>
                  <a:moveTo>
                    <a:pt x="31" y="311"/>
                  </a:moveTo>
                  <a:lnTo>
                    <a:pt x="31" y="311"/>
                  </a:lnTo>
                  <a:cubicBezTo>
                    <a:pt x="51" y="343"/>
                    <a:pt x="79" y="372"/>
                    <a:pt x="109" y="396"/>
                  </a:cubicBezTo>
                  <a:cubicBezTo>
                    <a:pt x="152" y="432"/>
                    <a:pt x="203" y="463"/>
                    <a:pt x="257" y="490"/>
                  </a:cubicBezTo>
                  <a:cubicBezTo>
                    <a:pt x="203" y="541"/>
                    <a:pt x="138" y="580"/>
                    <a:pt x="65" y="595"/>
                  </a:cubicBezTo>
                  <a:cubicBezTo>
                    <a:pt x="43" y="565"/>
                    <a:pt x="31" y="526"/>
                    <a:pt x="31" y="486"/>
                  </a:cubicBezTo>
                  <a:lnTo>
                    <a:pt x="31" y="311"/>
                  </a:lnTo>
                  <a:close/>
                  <a:moveTo>
                    <a:pt x="357" y="622"/>
                  </a:moveTo>
                  <a:lnTo>
                    <a:pt x="357" y="622"/>
                  </a:lnTo>
                  <a:cubicBezTo>
                    <a:pt x="322" y="656"/>
                    <a:pt x="275" y="678"/>
                    <a:pt x="221" y="678"/>
                  </a:cubicBezTo>
                  <a:cubicBezTo>
                    <a:pt x="169" y="678"/>
                    <a:pt x="120" y="656"/>
                    <a:pt x="86" y="622"/>
                  </a:cubicBezTo>
                  <a:lnTo>
                    <a:pt x="86" y="622"/>
                  </a:lnTo>
                  <a:cubicBezTo>
                    <a:pt x="172" y="599"/>
                    <a:pt x="243" y="550"/>
                    <a:pt x="301" y="488"/>
                  </a:cubicBezTo>
                  <a:cubicBezTo>
                    <a:pt x="347" y="438"/>
                    <a:pt x="384" y="380"/>
                    <a:pt x="413" y="320"/>
                  </a:cubicBezTo>
                  <a:cubicBezTo>
                    <a:pt x="413" y="486"/>
                    <a:pt x="413" y="486"/>
                    <a:pt x="413" y="486"/>
                  </a:cubicBezTo>
                  <a:cubicBezTo>
                    <a:pt x="413" y="539"/>
                    <a:pt x="391" y="587"/>
                    <a:pt x="357" y="622"/>
                  </a:cubicBezTo>
                  <a:close/>
                  <a:moveTo>
                    <a:pt x="413" y="221"/>
                  </a:moveTo>
                  <a:lnTo>
                    <a:pt x="413" y="221"/>
                  </a:lnTo>
                  <a:cubicBezTo>
                    <a:pt x="413" y="247"/>
                    <a:pt x="413" y="247"/>
                    <a:pt x="413" y="247"/>
                  </a:cubicBezTo>
                  <a:cubicBezTo>
                    <a:pt x="384" y="323"/>
                    <a:pt x="339" y="403"/>
                    <a:pt x="279" y="467"/>
                  </a:cubicBezTo>
                  <a:cubicBezTo>
                    <a:pt x="279" y="468"/>
                    <a:pt x="279" y="468"/>
                    <a:pt x="278" y="468"/>
                  </a:cubicBezTo>
                  <a:cubicBezTo>
                    <a:pt x="223" y="441"/>
                    <a:pt x="172" y="409"/>
                    <a:pt x="129" y="374"/>
                  </a:cubicBezTo>
                  <a:cubicBezTo>
                    <a:pt x="83" y="337"/>
                    <a:pt x="49" y="296"/>
                    <a:pt x="31" y="247"/>
                  </a:cubicBezTo>
                  <a:cubicBezTo>
                    <a:pt x="31" y="221"/>
                    <a:pt x="31" y="221"/>
                    <a:pt x="31" y="221"/>
                  </a:cubicBezTo>
                  <a:cubicBezTo>
                    <a:pt x="31" y="169"/>
                    <a:pt x="51" y="120"/>
                    <a:pt x="86" y="86"/>
                  </a:cubicBezTo>
                  <a:cubicBezTo>
                    <a:pt x="120" y="51"/>
                    <a:pt x="169" y="29"/>
                    <a:pt x="221" y="29"/>
                  </a:cubicBezTo>
                  <a:cubicBezTo>
                    <a:pt x="227" y="29"/>
                    <a:pt x="231" y="29"/>
                    <a:pt x="235" y="30"/>
                  </a:cubicBezTo>
                  <a:cubicBezTo>
                    <a:pt x="235" y="43"/>
                    <a:pt x="232" y="57"/>
                    <a:pt x="224" y="66"/>
                  </a:cubicBezTo>
                  <a:cubicBezTo>
                    <a:pt x="220" y="72"/>
                    <a:pt x="214" y="77"/>
                    <a:pt x="205" y="82"/>
                  </a:cubicBezTo>
                  <a:cubicBezTo>
                    <a:pt x="195" y="86"/>
                    <a:pt x="181" y="88"/>
                    <a:pt x="163" y="88"/>
                  </a:cubicBezTo>
                  <a:cubicBezTo>
                    <a:pt x="155" y="88"/>
                    <a:pt x="148" y="95"/>
                    <a:pt x="148" y="104"/>
                  </a:cubicBezTo>
                  <a:cubicBezTo>
                    <a:pt x="148" y="111"/>
                    <a:pt x="155" y="117"/>
                    <a:pt x="163" y="117"/>
                  </a:cubicBezTo>
                  <a:lnTo>
                    <a:pt x="163" y="117"/>
                  </a:lnTo>
                  <a:cubicBezTo>
                    <a:pt x="184" y="117"/>
                    <a:pt x="202" y="115"/>
                    <a:pt x="216" y="109"/>
                  </a:cubicBezTo>
                  <a:cubicBezTo>
                    <a:pt x="236" y="99"/>
                    <a:pt x="250" y="84"/>
                    <a:pt x="257" y="69"/>
                  </a:cubicBezTo>
                  <a:cubicBezTo>
                    <a:pt x="263" y="57"/>
                    <a:pt x="264" y="44"/>
                    <a:pt x="264" y="35"/>
                  </a:cubicBezTo>
                  <a:cubicBezTo>
                    <a:pt x="300" y="43"/>
                    <a:pt x="332" y="61"/>
                    <a:pt x="357" y="86"/>
                  </a:cubicBezTo>
                  <a:cubicBezTo>
                    <a:pt x="391" y="120"/>
                    <a:pt x="413" y="169"/>
                    <a:pt x="413" y="2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7" name="Freeform 544">
              <a:extLst>
                <a:ext uri="{FF2B5EF4-FFF2-40B4-BE49-F238E27FC236}">
                  <a16:creationId xmlns:a16="http://schemas.microsoft.com/office/drawing/2014/main" id="{3A00E42B-CB7A-C18B-85A1-A91849B4AD71}"/>
                </a:ext>
              </a:extLst>
            </p:cNvPr>
            <p:cNvSpPr>
              <a:spLocks noChangeArrowheads="1"/>
            </p:cNvSpPr>
            <p:nvPr/>
          </p:nvSpPr>
          <p:spPr bwMode="auto">
            <a:xfrm>
              <a:off x="2673350" y="2314575"/>
              <a:ext cx="65088" cy="20638"/>
            </a:xfrm>
            <a:custGeom>
              <a:avLst/>
              <a:gdLst>
                <a:gd name="T0" fmla="*/ 155 w 182"/>
                <a:gd name="T1" fmla="*/ 4 h 59"/>
                <a:gd name="T2" fmla="*/ 155 w 182"/>
                <a:gd name="T3" fmla="*/ 4 h 59"/>
                <a:gd name="T4" fmla="*/ 90 w 182"/>
                <a:gd name="T5" fmla="*/ 28 h 59"/>
                <a:gd name="T6" fmla="*/ 27 w 182"/>
                <a:gd name="T7" fmla="*/ 4 h 59"/>
                <a:gd name="T8" fmla="*/ 6 w 182"/>
                <a:gd name="T9" fmla="*/ 7 h 59"/>
                <a:gd name="T10" fmla="*/ 7 w 182"/>
                <a:gd name="T11" fmla="*/ 28 h 59"/>
                <a:gd name="T12" fmla="*/ 7 w 182"/>
                <a:gd name="T13" fmla="*/ 28 h 59"/>
                <a:gd name="T14" fmla="*/ 90 w 182"/>
                <a:gd name="T15" fmla="*/ 58 h 59"/>
                <a:gd name="T16" fmla="*/ 173 w 182"/>
                <a:gd name="T17" fmla="*/ 28 h 59"/>
                <a:gd name="T18" fmla="*/ 176 w 182"/>
                <a:gd name="T19" fmla="*/ 7 h 59"/>
                <a:gd name="T20" fmla="*/ 155 w 182"/>
                <a:gd name="T21" fmla="*/ 4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2" h="59">
                  <a:moveTo>
                    <a:pt x="155" y="4"/>
                  </a:moveTo>
                  <a:lnTo>
                    <a:pt x="155" y="4"/>
                  </a:lnTo>
                  <a:cubicBezTo>
                    <a:pt x="136" y="21"/>
                    <a:pt x="112" y="28"/>
                    <a:pt x="90" y="28"/>
                  </a:cubicBezTo>
                  <a:cubicBezTo>
                    <a:pt x="68" y="28"/>
                    <a:pt x="46" y="21"/>
                    <a:pt x="27" y="4"/>
                  </a:cubicBezTo>
                  <a:cubicBezTo>
                    <a:pt x="20" y="0"/>
                    <a:pt x="10" y="2"/>
                    <a:pt x="6" y="7"/>
                  </a:cubicBezTo>
                  <a:cubicBezTo>
                    <a:pt x="0" y="14"/>
                    <a:pt x="2" y="24"/>
                    <a:pt x="7" y="28"/>
                  </a:cubicBezTo>
                  <a:lnTo>
                    <a:pt x="7" y="28"/>
                  </a:lnTo>
                  <a:cubicBezTo>
                    <a:pt x="32" y="47"/>
                    <a:pt x="61" y="58"/>
                    <a:pt x="90" y="58"/>
                  </a:cubicBezTo>
                  <a:cubicBezTo>
                    <a:pt x="119" y="58"/>
                    <a:pt x="148" y="47"/>
                    <a:pt x="173" y="28"/>
                  </a:cubicBezTo>
                  <a:cubicBezTo>
                    <a:pt x="180" y="24"/>
                    <a:pt x="181" y="14"/>
                    <a:pt x="176" y="7"/>
                  </a:cubicBezTo>
                  <a:cubicBezTo>
                    <a:pt x="170" y="2"/>
                    <a:pt x="162" y="0"/>
                    <a:pt x="155"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8" name="Freeform 545">
              <a:extLst>
                <a:ext uri="{FF2B5EF4-FFF2-40B4-BE49-F238E27FC236}">
                  <a16:creationId xmlns:a16="http://schemas.microsoft.com/office/drawing/2014/main" id="{A897CDDA-427F-073C-AB94-D1563E04FE47}"/>
                </a:ext>
              </a:extLst>
            </p:cNvPr>
            <p:cNvSpPr>
              <a:spLocks noChangeArrowheads="1"/>
            </p:cNvSpPr>
            <p:nvPr/>
          </p:nvSpPr>
          <p:spPr bwMode="auto">
            <a:xfrm>
              <a:off x="2722563" y="2274888"/>
              <a:ext cx="22225" cy="22225"/>
            </a:xfrm>
            <a:custGeom>
              <a:avLst/>
              <a:gdLst>
                <a:gd name="T0" fmla="*/ 31 w 61"/>
                <a:gd name="T1" fmla="*/ 59 h 60"/>
                <a:gd name="T2" fmla="*/ 31 w 61"/>
                <a:gd name="T3" fmla="*/ 59 h 60"/>
                <a:gd name="T4" fmla="*/ 60 w 61"/>
                <a:gd name="T5" fmla="*/ 29 h 60"/>
                <a:gd name="T6" fmla="*/ 31 w 61"/>
                <a:gd name="T7" fmla="*/ 0 h 60"/>
                <a:gd name="T8" fmla="*/ 0 w 61"/>
                <a:gd name="T9" fmla="*/ 29 h 60"/>
                <a:gd name="T10" fmla="*/ 31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31" y="59"/>
                  </a:moveTo>
                  <a:lnTo>
                    <a:pt x="31" y="59"/>
                  </a:lnTo>
                  <a:cubicBezTo>
                    <a:pt x="46" y="59"/>
                    <a:pt x="60" y="45"/>
                    <a:pt x="60" y="29"/>
                  </a:cubicBezTo>
                  <a:cubicBezTo>
                    <a:pt x="60" y="12"/>
                    <a:pt x="46" y="0"/>
                    <a:pt x="31" y="0"/>
                  </a:cubicBezTo>
                  <a:cubicBezTo>
                    <a:pt x="14" y="0"/>
                    <a:pt x="0" y="12"/>
                    <a:pt x="0" y="29"/>
                  </a:cubicBezTo>
                  <a:cubicBezTo>
                    <a:pt x="0" y="45"/>
                    <a:pt x="14" y="59"/>
                    <a:pt x="31"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59" name="Freeform 546">
              <a:extLst>
                <a:ext uri="{FF2B5EF4-FFF2-40B4-BE49-F238E27FC236}">
                  <a16:creationId xmlns:a16="http://schemas.microsoft.com/office/drawing/2014/main" id="{66DC621F-9AEE-D447-B533-21CDA02AEF9B}"/>
                </a:ext>
              </a:extLst>
            </p:cNvPr>
            <p:cNvSpPr>
              <a:spLocks noChangeArrowheads="1"/>
            </p:cNvSpPr>
            <p:nvPr/>
          </p:nvSpPr>
          <p:spPr bwMode="auto">
            <a:xfrm>
              <a:off x="2670175" y="2274888"/>
              <a:ext cx="20638" cy="22225"/>
            </a:xfrm>
            <a:custGeom>
              <a:avLst/>
              <a:gdLst>
                <a:gd name="T0" fmla="*/ 58 w 59"/>
                <a:gd name="T1" fmla="*/ 29 h 60"/>
                <a:gd name="T2" fmla="*/ 58 w 59"/>
                <a:gd name="T3" fmla="*/ 29 h 60"/>
                <a:gd name="T4" fmla="*/ 29 w 59"/>
                <a:gd name="T5" fmla="*/ 0 h 60"/>
                <a:gd name="T6" fmla="*/ 0 w 59"/>
                <a:gd name="T7" fmla="*/ 29 h 60"/>
                <a:gd name="T8" fmla="*/ 29 w 59"/>
                <a:gd name="T9" fmla="*/ 59 h 60"/>
                <a:gd name="T10" fmla="*/ 58 w 59"/>
                <a:gd name="T11" fmla="*/ 29 h 60"/>
              </a:gdLst>
              <a:ahLst/>
              <a:cxnLst>
                <a:cxn ang="0">
                  <a:pos x="T0" y="T1"/>
                </a:cxn>
                <a:cxn ang="0">
                  <a:pos x="T2" y="T3"/>
                </a:cxn>
                <a:cxn ang="0">
                  <a:pos x="T4" y="T5"/>
                </a:cxn>
                <a:cxn ang="0">
                  <a:pos x="T6" y="T7"/>
                </a:cxn>
                <a:cxn ang="0">
                  <a:pos x="T8" y="T9"/>
                </a:cxn>
                <a:cxn ang="0">
                  <a:pos x="T10" y="T11"/>
                </a:cxn>
              </a:cxnLst>
              <a:rect l="0" t="0" r="r" b="b"/>
              <a:pathLst>
                <a:path w="59" h="60">
                  <a:moveTo>
                    <a:pt x="58" y="29"/>
                  </a:moveTo>
                  <a:lnTo>
                    <a:pt x="58" y="29"/>
                  </a:lnTo>
                  <a:cubicBezTo>
                    <a:pt x="58" y="12"/>
                    <a:pt x="46" y="0"/>
                    <a:pt x="29" y="0"/>
                  </a:cubicBezTo>
                  <a:cubicBezTo>
                    <a:pt x="12" y="0"/>
                    <a:pt x="0" y="12"/>
                    <a:pt x="0" y="29"/>
                  </a:cubicBezTo>
                  <a:cubicBezTo>
                    <a:pt x="0" y="45"/>
                    <a:pt x="12" y="59"/>
                    <a:pt x="29" y="59"/>
                  </a:cubicBezTo>
                  <a:cubicBezTo>
                    <a:pt x="46" y="59"/>
                    <a:pt x="58" y="45"/>
                    <a:pt x="58"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0" name="Freeform 548">
            <a:extLst>
              <a:ext uri="{FF2B5EF4-FFF2-40B4-BE49-F238E27FC236}">
                <a16:creationId xmlns:a16="http://schemas.microsoft.com/office/drawing/2014/main" id="{E13935CB-A993-8CA4-E9EE-C26C06022874}"/>
              </a:ext>
            </a:extLst>
          </p:cNvPr>
          <p:cNvSpPr>
            <a:spLocks noChangeArrowheads="1"/>
          </p:cNvSpPr>
          <p:nvPr/>
        </p:nvSpPr>
        <p:spPr bwMode="auto">
          <a:xfrm>
            <a:off x="2211908" y="2402309"/>
            <a:ext cx="228600" cy="252412"/>
          </a:xfrm>
          <a:custGeom>
            <a:avLst/>
            <a:gdLst>
              <a:gd name="T0" fmla="*/ 563 w 637"/>
              <a:gd name="T1" fmla="*/ 615 h 702"/>
              <a:gd name="T2" fmla="*/ 382 w 637"/>
              <a:gd name="T3" fmla="*/ 413 h 702"/>
              <a:gd name="T4" fmla="*/ 411 w 637"/>
              <a:gd name="T5" fmla="*/ 224 h 702"/>
              <a:gd name="T6" fmla="*/ 598 w 637"/>
              <a:gd name="T7" fmla="*/ 286 h 702"/>
              <a:gd name="T8" fmla="*/ 619 w 637"/>
              <a:gd name="T9" fmla="*/ 268 h 702"/>
              <a:gd name="T10" fmla="*/ 452 w 637"/>
              <a:gd name="T11" fmla="*/ 118 h 702"/>
              <a:gd name="T12" fmla="*/ 373 w 637"/>
              <a:gd name="T13" fmla="*/ 72 h 702"/>
              <a:gd name="T14" fmla="*/ 542 w 637"/>
              <a:gd name="T15" fmla="*/ 49 h 702"/>
              <a:gd name="T16" fmla="*/ 445 w 637"/>
              <a:gd name="T17" fmla="*/ 102 h 702"/>
              <a:gd name="T18" fmla="*/ 589 w 637"/>
              <a:gd name="T19" fmla="*/ 68 h 702"/>
              <a:gd name="T20" fmla="*/ 593 w 637"/>
              <a:gd name="T21" fmla="*/ 42 h 702"/>
              <a:gd name="T22" fmla="*/ 351 w 637"/>
              <a:gd name="T23" fmla="*/ 54 h 702"/>
              <a:gd name="T24" fmla="*/ 308 w 637"/>
              <a:gd name="T25" fmla="*/ 188 h 702"/>
              <a:gd name="T26" fmla="*/ 72 w 637"/>
              <a:gd name="T27" fmla="*/ 155 h 702"/>
              <a:gd name="T28" fmla="*/ 7 w 637"/>
              <a:gd name="T29" fmla="*/ 285 h 702"/>
              <a:gd name="T30" fmla="*/ 133 w 637"/>
              <a:gd name="T31" fmla="*/ 235 h 702"/>
              <a:gd name="T32" fmla="*/ 295 w 637"/>
              <a:gd name="T33" fmla="*/ 228 h 702"/>
              <a:gd name="T34" fmla="*/ 333 w 637"/>
              <a:gd name="T35" fmla="*/ 583 h 702"/>
              <a:gd name="T36" fmla="*/ 101 w 637"/>
              <a:gd name="T37" fmla="*/ 640 h 702"/>
              <a:gd name="T38" fmla="*/ 75 w 637"/>
              <a:gd name="T39" fmla="*/ 685 h 702"/>
              <a:gd name="T40" fmla="*/ 90 w 637"/>
              <a:gd name="T41" fmla="*/ 701 h 702"/>
              <a:gd name="T42" fmla="*/ 630 w 637"/>
              <a:gd name="T43" fmla="*/ 696 h 702"/>
              <a:gd name="T44" fmla="*/ 621 w 637"/>
              <a:gd name="T45" fmla="*/ 651 h 702"/>
              <a:gd name="T46" fmla="*/ 452 w 637"/>
              <a:gd name="T47" fmla="*/ 147 h 702"/>
              <a:gd name="T48" fmla="*/ 531 w 637"/>
              <a:gd name="T49" fmla="*/ 177 h 702"/>
              <a:gd name="T50" fmla="*/ 498 w 637"/>
              <a:gd name="T51" fmla="*/ 207 h 702"/>
              <a:gd name="T52" fmla="*/ 344 w 637"/>
              <a:gd name="T53" fmla="*/ 198 h 702"/>
              <a:gd name="T54" fmla="*/ 125 w 637"/>
              <a:gd name="T55" fmla="*/ 207 h 702"/>
              <a:gd name="T56" fmla="*/ 46 w 637"/>
              <a:gd name="T57" fmla="*/ 239 h 702"/>
              <a:gd name="T58" fmla="*/ 169 w 637"/>
              <a:gd name="T59" fmla="*/ 147 h 702"/>
              <a:gd name="T60" fmla="*/ 212 w 637"/>
              <a:gd name="T61" fmla="*/ 195 h 702"/>
              <a:gd name="T62" fmla="*/ 136 w 637"/>
              <a:gd name="T63" fmla="*/ 652 h 702"/>
              <a:gd name="T64" fmla="*/ 225 w 637"/>
              <a:gd name="T65" fmla="*/ 623 h 702"/>
              <a:gd name="T66" fmla="*/ 357 w 637"/>
              <a:gd name="T67" fmla="*/ 612 h 702"/>
              <a:gd name="T68" fmla="*/ 369 w 637"/>
              <a:gd name="T69" fmla="*/ 591 h 702"/>
              <a:gd name="T70" fmla="*/ 324 w 637"/>
              <a:gd name="T71" fmla="*/ 230 h 702"/>
              <a:gd name="T72" fmla="*/ 354 w 637"/>
              <a:gd name="T73" fmla="*/ 423 h 702"/>
              <a:gd name="T74" fmla="*/ 469 w 637"/>
              <a:gd name="T75" fmla="*/ 620 h 702"/>
              <a:gd name="T76" fmla="*/ 598 w 637"/>
              <a:gd name="T77" fmla="*/ 670 h 702"/>
              <a:gd name="T78" fmla="*/ 111 w 637"/>
              <a:gd name="T79" fmla="*/ 67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7" h="702">
                <a:moveTo>
                  <a:pt x="563" y="615"/>
                </a:moveTo>
                <a:lnTo>
                  <a:pt x="563" y="615"/>
                </a:lnTo>
                <a:cubicBezTo>
                  <a:pt x="539" y="605"/>
                  <a:pt x="511" y="598"/>
                  <a:pt x="481" y="593"/>
                </a:cubicBezTo>
                <a:cubicBezTo>
                  <a:pt x="431" y="518"/>
                  <a:pt x="401" y="466"/>
                  <a:pt x="382" y="413"/>
                </a:cubicBezTo>
                <a:cubicBezTo>
                  <a:pt x="364" y="361"/>
                  <a:pt x="357" y="307"/>
                  <a:pt x="355" y="227"/>
                </a:cubicBezTo>
                <a:cubicBezTo>
                  <a:pt x="375" y="225"/>
                  <a:pt x="393" y="224"/>
                  <a:pt x="411" y="224"/>
                </a:cubicBezTo>
                <a:cubicBezTo>
                  <a:pt x="434" y="224"/>
                  <a:pt x="459" y="227"/>
                  <a:pt x="489" y="235"/>
                </a:cubicBezTo>
                <a:cubicBezTo>
                  <a:pt x="520" y="245"/>
                  <a:pt x="554" y="260"/>
                  <a:pt x="598" y="286"/>
                </a:cubicBezTo>
                <a:cubicBezTo>
                  <a:pt x="604" y="289"/>
                  <a:pt x="609" y="289"/>
                  <a:pt x="615" y="285"/>
                </a:cubicBezTo>
                <a:cubicBezTo>
                  <a:pt x="619" y="281"/>
                  <a:pt x="622" y="274"/>
                  <a:pt x="619" y="268"/>
                </a:cubicBezTo>
                <a:cubicBezTo>
                  <a:pt x="603" y="218"/>
                  <a:pt x="579" y="180"/>
                  <a:pt x="550" y="155"/>
                </a:cubicBezTo>
                <a:cubicBezTo>
                  <a:pt x="521" y="130"/>
                  <a:pt x="487" y="118"/>
                  <a:pt x="452" y="118"/>
                </a:cubicBezTo>
                <a:cubicBezTo>
                  <a:pt x="413" y="118"/>
                  <a:pt x="373" y="134"/>
                  <a:pt x="339" y="163"/>
                </a:cubicBezTo>
                <a:cubicBezTo>
                  <a:pt x="343" y="126"/>
                  <a:pt x="355" y="96"/>
                  <a:pt x="373" y="72"/>
                </a:cubicBezTo>
                <a:cubicBezTo>
                  <a:pt x="395" y="46"/>
                  <a:pt x="426" y="31"/>
                  <a:pt x="466" y="31"/>
                </a:cubicBezTo>
                <a:cubicBezTo>
                  <a:pt x="488" y="31"/>
                  <a:pt x="514" y="36"/>
                  <a:pt x="542" y="49"/>
                </a:cubicBezTo>
                <a:cubicBezTo>
                  <a:pt x="504" y="58"/>
                  <a:pt x="475" y="71"/>
                  <a:pt x="452" y="83"/>
                </a:cubicBezTo>
                <a:cubicBezTo>
                  <a:pt x="444" y="87"/>
                  <a:pt x="441" y="96"/>
                  <a:pt x="445" y="102"/>
                </a:cubicBezTo>
                <a:cubicBezTo>
                  <a:pt x="449" y="111"/>
                  <a:pt x="458" y="114"/>
                  <a:pt x="464" y="109"/>
                </a:cubicBezTo>
                <a:cubicBezTo>
                  <a:pt x="496" y="94"/>
                  <a:pt x="532" y="78"/>
                  <a:pt x="589" y="68"/>
                </a:cubicBezTo>
                <a:cubicBezTo>
                  <a:pt x="594" y="68"/>
                  <a:pt x="598" y="62"/>
                  <a:pt x="600" y="57"/>
                </a:cubicBezTo>
                <a:cubicBezTo>
                  <a:pt x="601" y="50"/>
                  <a:pt x="598" y="44"/>
                  <a:pt x="593" y="42"/>
                </a:cubicBezTo>
                <a:cubicBezTo>
                  <a:pt x="547" y="14"/>
                  <a:pt x="504" y="2"/>
                  <a:pt x="466" y="2"/>
                </a:cubicBezTo>
                <a:cubicBezTo>
                  <a:pt x="417" y="0"/>
                  <a:pt x="377" y="21"/>
                  <a:pt x="351" y="54"/>
                </a:cubicBezTo>
                <a:cubicBezTo>
                  <a:pt x="324" y="87"/>
                  <a:pt x="308" y="133"/>
                  <a:pt x="308" y="184"/>
                </a:cubicBezTo>
                <a:cubicBezTo>
                  <a:pt x="308" y="185"/>
                  <a:pt x="308" y="187"/>
                  <a:pt x="308" y="188"/>
                </a:cubicBezTo>
                <a:cubicBezTo>
                  <a:pt x="270" y="144"/>
                  <a:pt x="220" y="118"/>
                  <a:pt x="169" y="118"/>
                </a:cubicBezTo>
                <a:cubicBezTo>
                  <a:pt x="136" y="118"/>
                  <a:pt x="101" y="130"/>
                  <a:pt x="72" y="155"/>
                </a:cubicBezTo>
                <a:cubicBezTo>
                  <a:pt x="43" y="180"/>
                  <a:pt x="20" y="218"/>
                  <a:pt x="2" y="268"/>
                </a:cubicBezTo>
                <a:cubicBezTo>
                  <a:pt x="0" y="274"/>
                  <a:pt x="2" y="281"/>
                  <a:pt x="7" y="285"/>
                </a:cubicBezTo>
                <a:cubicBezTo>
                  <a:pt x="11" y="289"/>
                  <a:pt x="18" y="289"/>
                  <a:pt x="24" y="286"/>
                </a:cubicBezTo>
                <a:cubicBezTo>
                  <a:pt x="67" y="260"/>
                  <a:pt x="103" y="245"/>
                  <a:pt x="133" y="235"/>
                </a:cubicBezTo>
                <a:cubicBezTo>
                  <a:pt x="162" y="227"/>
                  <a:pt x="187" y="224"/>
                  <a:pt x="212" y="224"/>
                </a:cubicBezTo>
                <a:cubicBezTo>
                  <a:pt x="238" y="224"/>
                  <a:pt x="264" y="227"/>
                  <a:pt x="295" y="228"/>
                </a:cubicBezTo>
                <a:cubicBezTo>
                  <a:pt x="288" y="270"/>
                  <a:pt x="285" y="308"/>
                  <a:pt x="285" y="344"/>
                </a:cubicBezTo>
                <a:cubicBezTo>
                  <a:pt x="285" y="435"/>
                  <a:pt x="303" y="511"/>
                  <a:pt x="333" y="583"/>
                </a:cubicBezTo>
                <a:cubicBezTo>
                  <a:pt x="268" y="584"/>
                  <a:pt x="209" y="594"/>
                  <a:pt x="163" y="609"/>
                </a:cubicBezTo>
                <a:cubicBezTo>
                  <a:pt x="138" y="618"/>
                  <a:pt x="118" y="627"/>
                  <a:pt x="101" y="640"/>
                </a:cubicBezTo>
                <a:cubicBezTo>
                  <a:pt x="94" y="645"/>
                  <a:pt x="87" y="652"/>
                  <a:pt x="83" y="660"/>
                </a:cubicBezTo>
                <a:cubicBezTo>
                  <a:pt x="78" y="667"/>
                  <a:pt x="75" y="677"/>
                  <a:pt x="75" y="685"/>
                </a:cubicBezTo>
                <a:cubicBezTo>
                  <a:pt x="75" y="689"/>
                  <a:pt x="76" y="694"/>
                  <a:pt x="79" y="696"/>
                </a:cubicBezTo>
                <a:cubicBezTo>
                  <a:pt x="82" y="699"/>
                  <a:pt x="86" y="701"/>
                  <a:pt x="90" y="701"/>
                </a:cubicBezTo>
                <a:cubicBezTo>
                  <a:pt x="621" y="701"/>
                  <a:pt x="621" y="701"/>
                  <a:pt x="621" y="701"/>
                </a:cubicBezTo>
                <a:cubicBezTo>
                  <a:pt x="625" y="701"/>
                  <a:pt x="627" y="699"/>
                  <a:pt x="630" y="696"/>
                </a:cubicBezTo>
                <a:cubicBezTo>
                  <a:pt x="633" y="694"/>
                  <a:pt x="636" y="689"/>
                  <a:pt x="636" y="685"/>
                </a:cubicBezTo>
                <a:cubicBezTo>
                  <a:pt x="636" y="673"/>
                  <a:pt x="629" y="660"/>
                  <a:pt x="621" y="651"/>
                </a:cubicBezTo>
                <a:cubicBezTo>
                  <a:pt x="607" y="636"/>
                  <a:pt x="587" y="625"/>
                  <a:pt x="563" y="615"/>
                </a:cubicBezTo>
                <a:close/>
                <a:moveTo>
                  <a:pt x="452" y="147"/>
                </a:moveTo>
                <a:lnTo>
                  <a:pt x="452" y="147"/>
                </a:lnTo>
                <a:cubicBezTo>
                  <a:pt x="480" y="147"/>
                  <a:pt x="506" y="156"/>
                  <a:pt x="531" y="177"/>
                </a:cubicBezTo>
                <a:cubicBezTo>
                  <a:pt x="547" y="192"/>
                  <a:pt x="563" y="213"/>
                  <a:pt x="576" y="239"/>
                </a:cubicBezTo>
                <a:cubicBezTo>
                  <a:pt x="547" y="224"/>
                  <a:pt x="521" y="214"/>
                  <a:pt x="498" y="207"/>
                </a:cubicBezTo>
                <a:cubicBezTo>
                  <a:pt x="464" y="198"/>
                  <a:pt x="437" y="195"/>
                  <a:pt x="411" y="195"/>
                </a:cubicBezTo>
                <a:cubicBezTo>
                  <a:pt x="387" y="195"/>
                  <a:pt x="366" y="196"/>
                  <a:pt x="344" y="198"/>
                </a:cubicBezTo>
                <a:cubicBezTo>
                  <a:pt x="377" y="165"/>
                  <a:pt x="416" y="147"/>
                  <a:pt x="452" y="147"/>
                </a:cubicBezTo>
                <a:close/>
                <a:moveTo>
                  <a:pt x="125" y="207"/>
                </a:moveTo>
                <a:lnTo>
                  <a:pt x="125" y="207"/>
                </a:lnTo>
                <a:cubicBezTo>
                  <a:pt x="101" y="214"/>
                  <a:pt x="75" y="224"/>
                  <a:pt x="46" y="239"/>
                </a:cubicBezTo>
                <a:cubicBezTo>
                  <a:pt x="60" y="213"/>
                  <a:pt x="75" y="192"/>
                  <a:pt x="92" y="177"/>
                </a:cubicBezTo>
                <a:cubicBezTo>
                  <a:pt x="116" y="156"/>
                  <a:pt x="143" y="147"/>
                  <a:pt x="169" y="147"/>
                </a:cubicBezTo>
                <a:cubicBezTo>
                  <a:pt x="206" y="147"/>
                  <a:pt x="243" y="165"/>
                  <a:pt x="278" y="198"/>
                </a:cubicBezTo>
                <a:cubicBezTo>
                  <a:pt x="256" y="196"/>
                  <a:pt x="235" y="195"/>
                  <a:pt x="212" y="195"/>
                </a:cubicBezTo>
                <a:cubicBezTo>
                  <a:pt x="185" y="195"/>
                  <a:pt x="156" y="198"/>
                  <a:pt x="125" y="207"/>
                </a:cubicBezTo>
                <a:close/>
                <a:moveTo>
                  <a:pt x="136" y="652"/>
                </a:moveTo>
                <a:lnTo>
                  <a:pt x="136" y="652"/>
                </a:lnTo>
                <a:cubicBezTo>
                  <a:pt x="156" y="641"/>
                  <a:pt x="188" y="630"/>
                  <a:pt x="225" y="623"/>
                </a:cubicBezTo>
                <a:cubicBezTo>
                  <a:pt x="264" y="616"/>
                  <a:pt x="308" y="612"/>
                  <a:pt x="355" y="612"/>
                </a:cubicBezTo>
                <a:cubicBezTo>
                  <a:pt x="357" y="612"/>
                  <a:pt x="357" y="612"/>
                  <a:pt x="357" y="612"/>
                </a:cubicBezTo>
                <a:cubicBezTo>
                  <a:pt x="361" y="612"/>
                  <a:pt x="366" y="609"/>
                  <a:pt x="369" y="605"/>
                </a:cubicBezTo>
                <a:cubicBezTo>
                  <a:pt x="371" y="601"/>
                  <a:pt x="372" y="596"/>
                  <a:pt x="369" y="591"/>
                </a:cubicBezTo>
                <a:cubicBezTo>
                  <a:pt x="335" y="515"/>
                  <a:pt x="314" y="439"/>
                  <a:pt x="314" y="344"/>
                </a:cubicBezTo>
                <a:cubicBezTo>
                  <a:pt x="314" y="308"/>
                  <a:pt x="317" y="271"/>
                  <a:pt x="324" y="230"/>
                </a:cubicBezTo>
                <a:cubicBezTo>
                  <a:pt x="326" y="230"/>
                  <a:pt x="326" y="230"/>
                  <a:pt x="326" y="230"/>
                </a:cubicBezTo>
                <a:cubicBezTo>
                  <a:pt x="326" y="310"/>
                  <a:pt x="335" y="368"/>
                  <a:pt x="354" y="423"/>
                </a:cubicBezTo>
                <a:cubicBezTo>
                  <a:pt x="375" y="481"/>
                  <a:pt x="408" y="536"/>
                  <a:pt x="459" y="615"/>
                </a:cubicBezTo>
                <a:cubicBezTo>
                  <a:pt x="462" y="618"/>
                  <a:pt x="466" y="620"/>
                  <a:pt x="469" y="620"/>
                </a:cubicBezTo>
                <a:cubicBezTo>
                  <a:pt x="513" y="627"/>
                  <a:pt x="549" y="638"/>
                  <a:pt x="572" y="651"/>
                </a:cubicBezTo>
                <a:cubicBezTo>
                  <a:pt x="585" y="658"/>
                  <a:pt x="593" y="665"/>
                  <a:pt x="598" y="670"/>
                </a:cubicBezTo>
                <a:cubicBezTo>
                  <a:pt x="598" y="670"/>
                  <a:pt x="598" y="670"/>
                  <a:pt x="598" y="672"/>
                </a:cubicBezTo>
                <a:cubicBezTo>
                  <a:pt x="111" y="672"/>
                  <a:pt x="111" y="672"/>
                  <a:pt x="111" y="672"/>
                </a:cubicBezTo>
                <a:cubicBezTo>
                  <a:pt x="116" y="665"/>
                  <a:pt x="125" y="659"/>
                  <a:pt x="136" y="652"/>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61" name="Freeform 549">
            <a:extLst>
              <a:ext uri="{FF2B5EF4-FFF2-40B4-BE49-F238E27FC236}">
                <a16:creationId xmlns:a16="http://schemas.microsoft.com/office/drawing/2014/main" id="{6AE1393A-6563-F991-A610-9A59870AD49B}"/>
              </a:ext>
            </a:extLst>
          </p:cNvPr>
          <p:cNvSpPr>
            <a:spLocks noChangeArrowheads="1"/>
          </p:cNvSpPr>
          <p:nvPr/>
        </p:nvSpPr>
        <p:spPr bwMode="auto">
          <a:xfrm>
            <a:off x="2711970" y="2438028"/>
            <a:ext cx="255588" cy="180975"/>
          </a:xfrm>
          <a:custGeom>
            <a:avLst/>
            <a:gdLst>
              <a:gd name="T0" fmla="*/ 0 w 708"/>
              <a:gd name="T1" fmla="*/ 440 h 503"/>
              <a:gd name="T2" fmla="*/ 0 w 708"/>
              <a:gd name="T3" fmla="*/ 440 h 503"/>
              <a:gd name="T4" fmla="*/ 0 w 708"/>
              <a:gd name="T5" fmla="*/ 441 h 503"/>
              <a:gd name="T6" fmla="*/ 59 w 708"/>
              <a:gd name="T7" fmla="*/ 502 h 503"/>
              <a:gd name="T8" fmla="*/ 646 w 708"/>
              <a:gd name="T9" fmla="*/ 502 h 503"/>
              <a:gd name="T10" fmla="*/ 707 w 708"/>
              <a:gd name="T11" fmla="*/ 441 h 503"/>
              <a:gd name="T12" fmla="*/ 656 w 708"/>
              <a:gd name="T13" fmla="*/ 371 h 503"/>
              <a:gd name="T14" fmla="*/ 354 w 708"/>
              <a:gd name="T15" fmla="*/ 270 h 503"/>
              <a:gd name="T16" fmla="*/ 354 w 708"/>
              <a:gd name="T17" fmla="*/ 206 h 503"/>
              <a:gd name="T18" fmla="*/ 412 w 708"/>
              <a:gd name="T19" fmla="*/ 177 h 503"/>
              <a:gd name="T20" fmla="*/ 442 w 708"/>
              <a:gd name="T21" fmla="*/ 104 h 503"/>
              <a:gd name="T22" fmla="*/ 412 w 708"/>
              <a:gd name="T23" fmla="*/ 31 h 503"/>
              <a:gd name="T24" fmla="*/ 338 w 708"/>
              <a:gd name="T25" fmla="*/ 0 h 503"/>
              <a:gd name="T26" fmla="*/ 265 w 708"/>
              <a:gd name="T27" fmla="*/ 31 h 503"/>
              <a:gd name="T28" fmla="*/ 265 w 708"/>
              <a:gd name="T29" fmla="*/ 51 h 503"/>
              <a:gd name="T30" fmla="*/ 286 w 708"/>
              <a:gd name="T31" fmla="*/ 51 h 503"/>
              <a:gd name="T32" fmla="*/ 338 w 708"/>
              <a:gd name="T33" fmla="*/ 31 h 503"/>
              <a:gd name="T34" fmla="*/ 391 w 708"/>
              <a:gd name="T35" fmla="*/ 51 h 503"/>
              <a:gd name="T36" fmla="*/ 412 w 708"/>
              <a:gd name="T37" fmla="*/ 104 h 503"/>
              <a:gd name="T38" fmla="*/ 391 w 708"/>
              <a:gd name="T39" fmla="*/ 156 h 503"/>
              <a:gd name="T40" fmla="*/ 338 w 708"/>
              <a:gd name="T41" fmla="*/ 177 h 503"/>
              <a:gd name="T42" fmla="*/ 323 w 708"/>
              <a:gd name="T43" fmla="*/ 192 h 503"/>
              <a:gd name="T44" fmla="*/ 323 w 708"/>
              <a:gd name="T45" fmla="*/ 270 h 503"/>
              <a:gd name="T46" fmla="*/ 48 w 708"/>
              <a:gd name="T47" fmla="*/ 371 h 503"/>
              <a:gd name="T48" fmla="*/ 48 w 708"/>
              <a:gd name="T49" fmla="*/ 371 h 503"/>
              <a:gd name="T50" fmla="*/ 0 w 708"/>
              <a:gd name="T51" fmla="*/ 440 h 503"/>
              <a:gd name="T52" fmla="*/ 58 w 708"/>
              <a:gd name="T53" fmla="*/ 398 h 503"/>
              <a:gd name="T54" fmla="*/ 58 w 708"/>
              <a:gd name="T55" fmla="*/ 398 h 503"/>
              <a:gd name="T56" fmla="*/ 58 w 708"/>
              <a:gd name="T57" fmla="*/ 398 h 503"/>
              <a:gd name="T58" fmla="*/ 338 w 708"/>
              <a:gd name="T59" fmla="*/ 296 h 503"/>
              <a:gd name="T60" fmla="*/ 646 w 708"/>
              <a:gd name="T61" fmla="*/ 400 h 503"/>
              <a:gd name="T62" fmla="*/ 677 w 708"/>
              <a:gd name="T63" fmla="*/ 441 h 503"/>
              <a:gd name="T64" fmla="*/ 646 w 708"/>
              <a:gd name="T65" fmla="*/ 473 h 503"/>
              <a:gd name="T66" fmla="*/ 59 w 708"/>
              <a:gd name="T67" fmla="*/ 473 h 503"/>
              <a:gd name="T68" fmla="*/ 29 w 708"/>
              <a:gd name="T69" fmla="*/ 441 h 503"/>
              <a:gd name="T70" fmla="*/ 29 w 708"/>
              <a:gd name="T71" fmla="*/ 440 h 503"/>
              <a:gd name="T72" fmla="*/ 58 w 708"/>
              <a:gd name="T73" fmla="*/ 398 h 5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8" h="503">
                <a:moveTo>
                  <a:pt x="0" y="440"/>
                </a:moveTo>
                <a:lnTo>
                  <a:pt x="0" y="440"/>
                </a:lnTo>
                <a:cubicBezTo>
                  <a:pt x="0" y="441"/>
                  <a:pt x="0" y="441"/>
                  <a:pt x="0" y="441"/>
                </a:cubicBezTo>
                <a:cubicBezTo>
                  <a:pt x="0" y="474"/>
                  <a:pt x="26" y="502"/>
                  <a:pt x="59" y="502"/>
                </a:cubicBezTo>
                <a:cubicBezTo>
                  <a:pt x="646" y="502"/>
                  <a:pt x="646" y="502"/>
                  <a:pt x="646" y="502"/>
                </a:cubicBezTo>
                <a:cubicBezTo>
                  <a:pt x="680" y="502"/>
                  <a:pt x="707" y="474"/>
                  <a:pt x="707" y="441"/>
                </a:cubicBezTo>
                <a:cubicBezTo>
                  <a:pt x="707" y="409"/>
                  <a:pt x="687" y="382"/>
                  <a:pt x="656" y="371"/>
                </a:cubicBezTo>
                <a:cubicBezTo>
                  <a:pt x="354" y="270"/>
                  <a:pt x="354" y="270"/>
                  <a:pt x="354" y="270"/>
                </a:cubicBezTo>
                <a:cubicBezTo>
                  <a:pt x="354" y="206"/>
                  <a:pt x="354" y="206"/>
                  <a:pt x="354" y="206"/>
                </a:cubicBezTo>
                <a:cubicBezTo>
                  <a:pt x="376" y="202"/>
                  <a:pt x="397" y="192"/>
                  <a:pt x="412" y="177"/>
                </a:cubicBezTo>
                <a:cubicBezTo>
                  <a:pt x="430" y="158"/>
                  <a:pt x="442" y="132"/>
                  <a:pt x="442" y="104"/>
                </a:cubicBezTo>
                <a:cubicBezTo>
                  <a:pt x="442" y="75"/>
                  <a:pt x="430" y="50"/>
                  <a:pt x="412" y="31"/>
                </a:cubicBezTo>
                <a:cubicBezTo>
                  <a:pt x="392" y="13"/>
                  <a:pt x="366" y="0"/>
                  <a:pt x="338" y="0"/>
                </a:cubicBezTo>
                <a:cubicBezTo>
                  <a:pt x="309" y="0"/>
                  <a:pt x="285" y="13"/>
                  <a:pt x="265" y="31"/>
                </a:cubicBezTo>
                <a:cubicBezTo>
                  <a:pt x="260" y="36"/>
                  <a:pt x="260" y="46"/>
                  <a:pt x="265" y="51"/>
                </a:cubicBezTo>
                <a:cubicBezTo>
                  <a:pt x="271" y="57"/>
                  <a:pt x="280" y="57"/>
                  <a:pt x="286" y="51"/>
                </a:cubicBezTo>
                <a:cubicBezTo>
                  <a:pt x="300" y="38"/>
                  <a:pt x="318" y="31"/>
                  <a:pt x="338" y="31"/>
                </a:cubicBezTo>
                <a:cubicBezTo>
                  <a:pt x="359" y="31"/>
                  <a:pt x="377" y="38"/>
                  <a:pt x="391" y="51"/>
                </a:cubicBezTo>
                <a:cubicBezTo>
                  <a:pt x="403" y="65"/>
                  <a:pt x="412" y="83"/>
                  <a:pt x="412" y="104"/>
                </a:cubicBezTo>
                <a:cubicBezTo>
                  <a:pt x="412" y="125"/>
                  <a:pt x="403" y="143"/>
                  <a:pt x="391" y="156"/>
                </a:cubicBezTo>
                <a:cubicBezTo>
                  <a:pt x="377" y="169"/>
                  <a:pt x="359" y="177"/>
                  <a:pt x="338" y="177"/>
                </a:cubicBezTo>
                <a:cubicBezTo>
                  <a:pt x="330" y="177"/>
                  <a:pt x="323" y="184"/>
                  <a:pt x="323" y="192"/>
                </a:cubicBezTo>
                <a:cubicBezTo>
                  <a:pt x="323" y="270"/>
                  <a:pt x="323" y="270"/>
                  <a:pt x="323" y="270"/>
                </a:cubicBezTo>
                <a:cubicBezTo>
                  <a:pt x="48" y="371"/>
                  <a:pt x="48" y="371"/>
                  <a:pt x="48" y="371"/>
                </a:cubicBezTo>
                <a:lnTo>
                  <a:pt x="48" y="371"/>
                </a:lnTo>
                <a:cubicBezTo>
                  <a:pt x="19" y="382"/>
                  <a:pt x="0" y="409"/>
                  <a:pt x="0" y="440"/>
                </a:cubicBezTo>
                <a:close/>
                <a:moveTo>
                  <a:pt x="58" y="398"/>
                </a:moveTo>
                <a:lnTo>
                  <a:pt x="58" y="398"/>
                </a:lnTo>
                <a:lnTo>
                  <a:pt x="58" y="398"/>
                </a:lnTo>
                <a:cubicBezTo>
                  <a:pt x="338" y="296"/>
                  <a:pt x="338" y="296"/>
                  <a:pt x="338" y="296"/>
                </a:cubicBezTo>
                <a:cubicBezTo>
                  <a:pt x="646" y="400"/>
                  <a:pt x="646" y="400"/>
                  <a:pt x="646" y="400"/>
                </a:cubicBezTo>
                <a:cubicBezTo>
                  <a:pt x="664" y="405"/>
                  <a:pt x="677" y="422"/>
                  <a:pt x="677" y="441"/>
                </a:cubicBezTo>
                <a:cubicBezTo>
                  <a:pt x="677" y="458"/>
                  <a:pt x="663" y="471"/>
                  <a:pt x="646" y="473"/>
                </a:cubicBezTo>
                <a:cubicBezTo>
                  <a:pt x="59" y="473"/>
                  <a:pt x="59" y="473"/>
                  <a:pt x="59" y="473"/>
                </a:cubicBezTo>
                <a:cubicBezTo>
                  <a:pt x="43" y="471"/>
                  <a:pt x="29" y="458"/>
                  <a:pt x="29" y="441"/>
                </a:cubicBezTo>
                <a:cubicBezTo>
                  <a:pt x="29" y="440"/>
                  <a:pt x="29" y="440"/>
                  <a:pt x="29" y="440"/>
                </a:cubicBezTo>
                <a:cubicBezTo>
                  <a:pt x="29" y="422"/>
                  <a:pt x="40" y="405"/>
                  <a:pt x="58" y="398"/>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62" name="Freeform 550">
            <a:extLst>
              <a:ext uri="{FF2B5EF4-FFF2-40B4-BE49-F238E27FC236}">
                <a16:creationId xmlns:a16="http://schemas.microsoft.com/office/drawing/2014/main" id="{2A20DEF0-9A33-8513-8D57-1196A002A4CE}"/>
              </a:ext>
            </a:extLst>
          </p:cNvPr>
          <p:cNvSpPr>
            <a:spLocks noChangeArrowheads="1"/>
          </p:cNvSpPr>
          <p:nvPr/>
        </p:nvSpPr>
        <p:spPr bwMode="auto">
          <a:xfrm>
            <a:off x="3729558" y="2438028"/>
            <a:ext cx="255587" cy="180975"/>
          </a:xfrm>
          <a:custGeom>
            <a:avLst/>
            <a:gdLst>
              <a:gd name="T0" fmla="*/ 117 w 708"/>
              <a:gd name="T1" fmla="*/ 433 h 502"/>
              <a:gd name="T2" fmla="*/ 117 w 708"/>
              <a:gd name="T3" fmla="*/ 433 h 502"/>
              <a:gd name="T4" fmla="*/ 126 w 708"/>
              <a:gd name="T5" fmla="*/ 447 h 502"/>
              <a:gd name="T6" fmla="*/ 334 w 708"/>
              <a:gd name="T7" fmla="*/ 501 h 502"/>
              <a:gd name="T8" fmla="*/ 551 w 708"/>
              <a:gd name="T9" fmla="*/ 447 h 502"/>
              <a:gd name="T10" fmla="*/ 559 w 708"/>
              <a:gd name="T11" fmla="*/ 433 h 502"/>
              <a:gd name="T12" fmla="*/ 559 w 708"/>
              <a:gd name="T13" fmla="*/ 225 h 502"/>
              <a:gd name="T14" fmla="*/ 648 w 708"/>
              <a:gd name="T15" fmla="*/ 185 h 502"/>
              <a:gd name="T16" fmla="*/ 648 w 708"/>
              <a:gd name="T17" fmla="*/ 416 h 502"/>
              <a:gd name="T18" fmla="*/ 619 w 708"/>
              <a:gd name="T19" fmla="*/ 457 h 502"/>
              <a:gd name="T20" fmla="*/ 663 w 708"/>
              <a:gd name="T21" fmla="*/ 501 h 502"/>
              <a:gd name="T22" fmla="*/ 707 w 708"/>
              <a:gd name="T23" fmla="*/ 457 h 502"/>
              <a:gd name="T24" fmla="*/ 677 w 708"/>
              <a:gd name="T25" fmla="*/ 416 h 502"/>
              <a:gd name="T26" fmla="*/ 677 w 708"/>
              <a:gd name="T27" fmla="*/ 163 h 502"/>
              <a:gd name="T28" fmla="*/ 675 w 708"/>
              <a:gd name="T29" fmla="*/ 157 h 502"/>
              <a:gd name="T30" fmla="*/ 675 w 708"/>
              <a:gd name="T31" fmla="*/ 156 h 502"/>
              <a:gd name="T32" fmla="*/ 672 w 708"/>
              <a:gd name="T33" fmla="*/ 153 h 502"/>
              <a:gd name="T34" fmla="*/ 672 w 708"/>
              <a:gd name="T35" fmla="*/ 152 h 502"/>
              <a:gd name="T36" fmla="*/ 668 w 708"/>
              <a:gd name="T37" fmla="*/ 149 h 502"/>
              <a:gd name="T38" fmla="*/ 344 w 708"/>
              <a:gd name="T39" fmla="*/ 1 h 502"/>
              <a:gd name="T40" fmla="*/ 331 w 708"/>
              <a:gd name="T41" fmla="*/ 1 h 502"/>
              <a:gd name="T42" fmla="*/ 8 w 708"/>
              <a:gd name="T43" fmla="*/ 149 h 502"/>
              <a:gd name="T44" fmla="*/ 0 w 708"/>
              <a:gd name="T45" fmla="*/ 163 h 502"/>
              <a:gd name="T46" fmla="*/ 8 w 708"/>
              <a:gd name="T47" fmla="*/ 175 h 502"/>
              <a:gd name="T48" fmla="*/ 117 w 708"/>
              <a:gd name="T49" fmla="*/ 225 h 502"/>
              <a:gd name="T50" fmla="*/ 117 w 708"/>
              <a:gd name="T51" fmla="*/ 433 h 502"/>
              <a:gd name="T52" fmla="*/ 530 w 708"/>
              <a:gd name="T53" fmla="*/ 425 h 502"/>
              <a:gd name="T54" fmla="*/ 530 w 708"/>
              <a:gd name="T55" fmla="*/ 425 h 502"/>
              <a:gd name="T56" fmla="*/ 334 w 708"/>
              <a:gd name="T57" fmla="*/ 472 h 502"/>
              <a:gd name="T58" fmla="*/ 146 w 708"/>
              <a:gd name="T59" fmla="*/ 425 h 502"/>
              <a:gd name="T60" fmla="*/ 146 w 708"/>
              <a:gd name="T61" fmla="*/ 239 h 502"/>
              <a:gd name="T62" fmla="*/ 331 w 708"/>
              <a:gd name="T63" fmla="*/ 323 h 502"/>
              <a:gd name="T64" fmla="*/ 344 w 708"/>
              <a:gd name="T65" fmla="*/ 323 h 502"/>
              <a:gd name="T66" fmla="*/ 530 w 708"/>
              <a:gd name="T67" fmla="*/ 239 h 502"/>
              <a:gd name="T68" fmla="*/ 530 w 708"/>
              <a:gd name="T69" fmla="*/ 425 h 502"/>
              <a:gd name="T70" fmla="*/ 663 w 708"/>
              <a:gd name="T71" fmla="*/ 472 h 502"/>
              <a:gd name="T72" fmla="*/ 663 w 708"/>
              <a:gd name="T73" fmla="*/ 472 h 502"/>
              <a:gd name="T74" fmla="*/ 648 w 708"/>
              <a:gd name="T75" fmla="*/ 457 h 502"/>
              <a:gd name="T76" fmla="*/ 663 w 708"/>
              <a:gd name="T77" fmla="*/ 442 h 502"/>
              <a:gd name="T78" fmla="*/ 663 w 708"/>
              <a:gd name="T79" fmla="*/ 442 h 502"/>
              <a:gd name="T80" fmla="*/ 663 w 708"/>
              <a:gd name="T81" fmla="*/ 442 h 502"/>
              <a:gd name="T82" fmla="*/ 677 w 708"/>
              <a:gd name="T83" fmla="*/ 457 h 502"/>
              <a:gd name="T84" fmla="*/ 663 w 708"/>
              <a:gd name="T85" fmla="*/ 472 h 502"/>
              <a:gd name="T86" fmla="*/ 338 w 708"/>
              <a:gd name="T87" fmla="*/ 32 h 502"/>
              <a:gd name="T88" fmla="*/ 338 w 708"/>
              <a:gd name="T89" fmla="*/ 32 h 502"/>
              <a:gd name="T90" fmla="*/ 627 w 708"/>
              <a:gd name="T91" fmla="*/ 163 h 502"/>
              <a:gd name="T92" fmla="*/ 338 w 708"/>
              <a:gd name="T93" fmla="*/ 293 h 502"/>
              <a:gd name="T94" fmla="*/ 50 w 708"/>
              <a:gd name="T95" fmla="*/ 163 h 502"/>
              <a:gd name="T96" fmla="*/ 338 w 708"/>
              <a:gd name="T97" fmla="*/ 32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8" h="502">
                <a:moveTo>
                  <a:pt x="117" y="433"/>
                </a:moveTo>
                <a:lnTo>
                  <a:pt x="117" y="433"/>
                </a:lnTo>
                <a:cubicBezTo>
                  <a:pt x="117" y="439"/>
                  <a:pt x="120" y="444"/>
                  <a:pt x="126" y="447"/>
                </a:cubicBezTo>
                <a:cubicBezTo>
                  <a:pt x="193" y="483"/>
                  <a:pt x="264" y="501"/>
                  <a:pt x="334" y="501"/>
                </a:cubicBezTo>
                <a:cubicBezTo>
                  <a:pt x="406" y="501"/>
                  <a:pt x="479" y="482"/>
                  <a:pt x="551" y="447"/>
                </a:cubicBezTo>
                <a:cubicBezTo>
                  <a:pt x="556" y="444"/>
                  <a:pt x="559" y="439"/>
                  <a:pt x="559" y="433"/>
                </a:cubicBezTo>
                <a:cubicBezTo>
                  <a:pt x="559" y="225"/>
                  <a:pt x="559" y="225"/>
                  <a:pt x="559" y="225"/>
                </a:cubicBezTo>
                <a:cubicBezTo>
                  <a:pt x="648" y="185"/>
                  <a:pt x="648" y="185"/>
                  <a:pt x="648" y="185"/>
                </a:cubicBezTo>
                <a:cubicBezTo>
                  <a:pt x="648" y="416"/>
                  <a:pt x="648" y="416"/>
                  <a:pt x="648" y="416"/>
                </a:cubicBezTo>
                <a:cubicBezTo>
                  <a:pt x="631" y="421"/>
                  <a:pt x="619" y="438"/>
                  <a:pt x="619" y="457"/>
                </a:cubicBezTo>
                <a:cubicBezTo>
                  <a:pt x="619" y="482"/>
                  <a:pt x="638" y="501"/>
                  <a:pt x="663" y="501"/>
                </a:cubicBezTo>
                <a:cubicBezTo>
                  <a:pt x="686" y="501"/>
                  <a:pt x="707" y="482"/>
                  <a:pt x="707" y="457"/>
                </a:cubicBezTo>
                <a:cubicBezTo>
                  <a:pt x="707" y="438"/>
                  <a:pt x="695" y="421"/>
                  <a:pt x="677" y="416"/>
                </a:cubicBezTo>
                <a:cubicBezTo>
                  <a:pt x="677" y="163"/>
                  <a:pt x="677" y="163"/>
                  <a:pt x="677" y="163"/>
                </a:cubicBezTo>
                <a:cubicBezTo>
                  <a:pt x="677" y="160"/>
                  <a:pt x="677" y="159"/>
                  <a:pt x="675" y="157"/>
                </a:cubicBezTo>
                <a:cubicBezTo>
                  <a:pt x="675" y="156"/>
                  <a:pt x="675" y="156"/>
                  <a:pt x="675" y="156"/>
                </a:cubicBezTo>
                <a:cubicBezTo>
                  <a:pt x="675" y="154"/>
                  <a:pt x="674" y="153"/>
                  <a:pt x="672" y="153"/>
                </a:cubicBezTo>
                <a:cubicBezTo>
                  <a:pt x="672" y="152"/>
                  <a:pt x="672" y="152"/>
                  <a:pt x="672" y="152"/>
                </a:cubicBezTo>
                <a:cubicBezTo>
                  <a:pt x="671" y="150"/>
                  <a:pt x="670" y="149"/>
                  <a:pt x="668" y="149"/>
                </a:cubicBezTo>
                <a:cubicBezTo>
                  <a:pt x="344" y="1"/>
                  <a:pt x="344" y="1"/>
                  <a:pt x="344" y="1"/>
                </a:cubicBezTo>
                <a:cubicBezTo>
                  <a:pt x="341" y="0"/>
                  <a:pt x="335" y="0"/>
                  <a:pt x="331" y="1"/>
                </a:cubicBezTo>
                <a:cubicBezTo>
                  <a:pt x="8" y="149"/>
                  <a:pt x="8" y="149"/>
                  <a:pt x="8" y="149"/>
                </a:cubicBezTo>
                <a:cubicBezTo>
                  <a:pt x="3" y="152"/>
                  <a:pt x="0" y="156"/>
                  <a:pt x="0" y="163"/>
                </a:cubicBezTo>
                <a:cubicBezTo>
                  <a:pt x="0" y="168"/>
                  <a:pt x="3" y="172"/>
                  <a:pt x="8" y="175"/>
                </a:cubicBezTo>
                <a:cubicBezTo>
                  <a:pt x="117" y="225"/>
                  <a:pt x="117" y="225"/>
                  <a:pt x="117" y="225"/>
                </a:cubicBezTo>
                <a:lnTo>
                  <a:pt x="117" y="433"/>
                </a:lnTo>
                <a:close/>
                <a:moveTo>
                  <a:pt x="530" y="425"/>
                </a:moveTo>
                <a:lnTo>
                  <a:pt x="530" y="425"/>
                </a:lnTo>
                <a:cubicBezTo>
                  <a:pt x="464" y="456"/>
                  <a:pt x="399" y="472"/>
                  <a:pt x="334" y="472"/>
                </a:cubicBezTo>
                <a:cubicBezTo>
                  <a:pt x="271" y="472"/>
                  <a:pt x="208" y="456"/>
                  <a:pt x="146" y="425"/>
                </a:cubicBezTo>
                <a:cubicBezTo>
                  <a:pt x="146" y="239"/>
                  <a:pt x="146" y="239"/>
                  <a:pt x="146" y="239"/>
                </a:cubicBezTo>
                <a:cubicBezTo>
                  <a:pt x="331" y="323"/>
                  <a:pt x="331" y="323"/>
                  <a:pt x="331" y="323"/>
                </a:cubicBezTo>
                <a:cubicBezTo>
                  <a:pt x="335" y="324"/>
                  <a:pt x="341" y="324"/>
                  <a:pt x="344" y="323"/>
                </a:cubicBezTo>
                <a:cubicBezTo>
                  <a:pt x="530" y="239"/>
                  <a:pt x="530" y="239"/>
                  <a:pt x="530" y="239"/>
                </a:cubicBezTo>
                <a:lnTo>
                  <a:pt x="530" y="425"/>
                </a:lnTo>
                <a:close/>
                <a:moveTo>
                  <a:pt x="663" y="472"/>
                </a:moveTo>
                <a:lnTo>
                  <a:pt x="663" y="472"/>
                </a:lnTo>
                <a:cubicBezTo>
                  <a:pt x="655" y="471"/>
                  <a:pt x="648" y="465"/>
                  <a:pt x="648" y="457"/>
                </a:cubicBezTo>
                <a:cubicBezTo>
                  <a:pt x="648" y="449"/>
                  <a:pt x="655" y="442"/>
                  <a:pt x="663" y="442"/>
                </a:cubicBezTo>
                <a:lnTo>
                  <a:pt x="663" y="442"/>
                </a:lnTo>
                <a:lnTo>
                  <a:pt x="663" y="442"/>
                </a:lnTo>
                <a:cubicBezTo>
                  <a:pt x="670" y="442"/>
                  <a:pt x="677" y="449"/>
                  <a:pt x="677" y="457"/>
                </a:cubicBezTo>
                <a:cubicBezTo>
                  <a:pt x="677" y="465"/>
                  <a:pt x="670" y="471"/>
                  <a:pt x="663" y="472"/>
                </a:cubicBezTo>
                <a:close/>
                <a:moveTo>
                  <a:pt x="338" y="32"/>
                </a:moveTo>
                <a:lnTo>
                  <a:pt x="338" y="32"/>
                </a:lnTo>
                <a:cubicBezTo>
                  <a:pt x="627" y="163"/>
                  <a:pt x="627" y="163"/>
                  <a:pt x="627" y="163"/>
                </a:cubicBezTo>
                <a:cubicBezTo>
                  <a:pt x="338" y="293"/>
                  <a:pt x="338" y="293"/>
                  <a:pt x="338" y="293"/>
                </a:cubicBezTo>
                <a:cubicBezTo>
                  <a:pt x="50" y="163"/>
                  <a:pt x="50" y="163"/>
                  <a:pt x="50" y="163"/>
                </a:cubicBezTo>
                <a:lnTo>
                  <a:pt x="338" y="32"/>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63" name="Group 666">
            <a:extLst>
              <a:ext uri="{FF2B5EF4-FFF2-40B4-BE49-F238E27FC236}">
                <a16:creationId xmlns:a16="http://schemas.microsoft.com/office/drawing/2014/main" id="{A0722E27-ABA7-63DD-DD66-3C2AD939A788}"/>
              </a:ext>
            </a:extLst>
          </p:cNvPr>
          <p:cNvGrpSpPr/>
          <p:nvPr/>
        </p:nvGrpSpPr>
        <p:grpSpPr>
          <a:xfrm>
            <a:off x="1703908" y="2883321"/>
            <a:ext cx="244475" cy="255588"/>
            <a:chOff x="547688" y="3228975"/>
            <a:chExt cx="244475" cy="255588"/>
          </a:xfrm>
          <a:solidFill>
            <a:schemeClr val="accent4"/>
          </a:solidFill>
        </p:grpSpPr>
        <p:sp>
          <p:nvSpPr>
            <p:cNvPr id="664" name="Freeform 551">
              <a:extLst>
                <a:ext uri="{FF2B5EF4-FFF2-40B4-BE49-F238E27FC236}">
                  <a16:creationId xmlns:a16="http://schemas.microsoft.com/office/drawing/2014/main" id="{51D82FD7-AE75-7DE7-BD39-E48E3EDD72F2}"/>
                </a:ext>
              </a:extLst>
            </p:cNvPr>
            <p:cNvSpPr>
              <a:spLocks noChangeArrowheads="1"/>
            </p:cNvSpPr>
            <p:nvPr/>
          </p:nvSpPr>
          <p:spPr bwMode="auto">
            <a:xfrm>
              <a:off x="547688" y="3228975"/>
              <a:ext cx="244475" cy="255588"/>
            </a:xfrm>
            <a:custGeom>
              <a:avLst/>
              <a:gdLst>
                <a:gd name="T0" fmla="*/ 673 w 680"/>
                <a:gd name="T1" fmla="*/ 703 h 708"/>
                <a:gd name="T2" fmla="*/ 673 w 680"/>
                <a:gd name="T3" fmla="*/ 703 h 708"/>
                <a:gd name="T4" fmla="*/ 679 w 680"/>
                <a:gd name="T5" fmla="*/ 692 h 708"/>
                <a:gd name="T6" fmla="*/ 679 w 680"/>
                <a:gd name="T7" fmla="*/ 634 h 708"/>
                <a:gd name="T8" fmla="*/ 634 w 680"/>
                <a:gd name="T9" fmla="*/ 589 h 708"/>
                <a:gd name="T10" fmla="*/ 590 w 680"/>
                <a:gd name="T11" fmla="*/ 545 h 708"/>
                <a:gd name="T12" fmla="*/ 590 w 680"/>
                <a:gd name="T13" fmla="*/ 258 h 708"/>
                <a:gd name="T14" fmla="*/ 522 w 680"/>
                <a:gd name="T15" fmla="*/ 83 h 708"/>
                <a:gd name="T16" fmla="*/ 355 w 680"/>
                <a:gd name="T17" fmla="*/ 0 h 708"/>
                <a:gd name="T18" fmla="*/ 339 w 680"/>
                <a:gd name="T19" fmla="*/ 0 h 708"/>
                <a:gd name="T20" fmla="*/ 89 w 680"/>
                <a:gd name="T21" fmla="*/ 250 h 708"/>
                <a:gd name="T22" fmla="*/ 89 w 680"/>
                <a:gd name="T23" fmla="*/ 545 h 708"/>
                <a:gd name="T24" fmla="*/ 45 w 680"/>
                <a:gd name="T25" fmla="*/ 589 h 708"/>
                <a:gd name="T26" fmla="*/ 0 w 680"/>
                <a:gd name="T27" fmla="*/ 634 h 708"/>
                <a:gd name="T28" fmla="*/ 0 w 680"/>
                <a:gd name="T29" fmla="*/ 692 h 708"/>
                <a:gd name="T30" fmla="*/ 5 w 680"/>
                <a:gd name="T31" fmla="*/ 703 h 708"/>
                <a:gd name="T32" fmla="*/ 16 w 680"/>
                <a:gd name="T33" fmla="*/ 707 h 708"/>
                <a:gd name="T34" fmla="*/ 663 w 680"/>
                <a:gd name="T35" fmla="*/ 707 h 708"/>
                <a:gd name="T36" fmla="*/ 673 w 680"/>
                <a:gd name="T37" fmla="*/ 703 h 708"/>
                <a:gd name="T38" fmla="*/ 648 w 680"/>
                <a:gd name="T39" fmla="*/ 678 h 708"/>
                <a:gd name="T40" fmla="*/ 648 w 680"/>
                <a:gd name="T41" fmla="*/ 678 h 708"/>
                <a:gd name="T42" fmla="*/ 29 w 680"/>
                <a:gd name="T43" fmla="*/ 678 h 708"/>
                <a:gd name="T44" fmla="*/ 29 w 680"/>
                <a:gd name="T45" fmla="*/ 634 h 708"/>
                <a:gd name="T46" fmla="*/ 45 w 680"/>
                <a:gd name="T47" fmla="*/ 618 h 708"/>
                <a:gd name="T48" fmla="*/ 45 w 680"/>
                <a:gd name="T49" fmla="*/ 618 h 708"/>
                <a:gd name="T50" fmla="*/ 339 w 680"/>
                <a:gd name="T51" fmla="*/ 618 h 708"/>
                <a:gd name="T52" fmla="*/ 354 w 680"/>
                <a:gd name="T53" fmla="*/ 603 h 708"/>
                <a:gd name="T54" fmla="*/ 339 w 680"/>
                <a:gd name="T55" fmla="*/ 589 h 708"/>
                <a:gd name="T56" fmla="*/ 103 w 680"/>
                <a:gd name="T57" fmla="*/ 589 h 708"/>
                <a:gd name="T58" fmla="*/ 118 w 680"/>
                <a:gd name="T59" fmla="*/ 545 h 708"/>
                <a:gd name="T60" fmla="*/ 118 w 680"/>
                <a:gd name="T61" fmla="*/ 250 h 708"/>
                <a:gd name="T62" fmla="*/ 183 w 680"/>
                <a:gd name="T63" fmla="*/ 94 h 708"/>
                <a:gd name="T64" fmla="*/ 339 w 680"/>
                <a:gd name="T65" fmla="*/ 29 h 708"/>
                <a:gd name="T66" fmla="*/ 354 w 680"/>
                <a:gd name="T67" fmla="*/ 30 h 708"/>
                <a:gd name="T68" fmla="*/ 500 w 680"/>
                <a:gd name="T69" fmla="*/ 102 h 708"/>
                <a:gd name="T70" fmla="*/ 560 w 680"/>
                <a:gd name="T71" fmla="*/ 258 h 708"/>
                <a:gd name="T72" fmla="*/ 560 w 680"/>
                <a:gd name="T73" fmla="*/ 545 h 708"/>
                <a:gd name="T74" fmla="*/ 575 w 680"/>
                <a:gd name="T75" fmla="*/ 589 h 708"/>
                <a:gd name="T76" fmla="*/ 487 w 680"/>
                <a:gd name="T77" fmla="*/ 589 h 708"/>
                <a:gd name="T78" fmla="*/ 471 w 680"/>
                <a:gd name="T79" fmla="*/ 603 h 708"/>
                <a:gd name="T80" fmla="*/ 487 w 680"/>
                <a:gd name="T81" fmla="*/ 618 h 708"/>
                <a:gd name="T82" fmla="*/ 634 w 680"/>
                <a:gd name="T83" fmla="*/ 618 h 708"/>
                <a:gd name="T84" fmla="*/ 634 w 680"/>
                <a:gd name="T85" fmla="*/ 618 h 708"/>
                <a:gd name="T86" fmla="*/ 648 w 680"/>
                <a:gd name="T87" fmla="*/ 634 h 708"/>
                <a:gd name="T88" fmla="*/ 648 w 680"/>
                <a:gd name="T89" fmla="*/ 678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80" h="708">
                  <a:moveTo>
                    <a:pt x="673" y="703"/>
                  </a:moveTo>
                  <a:lnTo>
                    <a:pt x="673" y="703"/>
                  </a:lnTo>
                  <a:cubicBezTo>
                    <a:pt x="676" y="700"/>
                    <a:pt x="679" y="696"/>
                    <a:pt x="679" y="692"/>
                  </a:cubicBezTo>
                  <a:cubicBezTo>
                    <a:pt x="679" y="634"/>
                    <a:pt x="679" y="634"/>
                    <a:pt x="679" y="634"/>
                  </a:cubicBezTo>
                  <a:cubicBezTo>
                    <a:pt x="679" y="609"/>
                    <a:pt x="658" y="589"/>
                    <a:pt x="634" y="589"/>
                  </a:cubicBezTo>
                  <a:cubicBezTo>
                    <a:pt x="610" y="588"/>
                    <a:pt x="590" y="569"/>
                    <a:pt x="590" y="545"/>
                  </a:cubicBezTo>
                  <a:cubicBezTo>
                    <a:pt x="590" y="258"/>
                    <a:pt x="590" y="258"/>
                    <a:pt x="590" y="258"/>
                  </a:cubicBezTo>
                  <a:cubicBezTo>
                    <a:pt x="590" y="192"/>
                    <a:pt x="564" y="130"/>
                    <a:pt x="522" y="83"/>
                  </a:cubicBezTo>
                  <a:cubicBezTo>
                    <a:pt x="481" y="36"/>
                    <a:pt x="423" y="4"/>
                    <a:pt x="355" y="0"/>
                  </a:cubicBezTo>
                  <a:cubicBezTo>
                    <a:pt x="350" y="0"/>
                    <a:pt x="344" y="0"/>
                    <a:pt x="339" y="0"/>
                  </a:cubicBezTo>
                  <a:cubicBezTo>
                    <a:pt x="201" y="0"/>
                    <a:pt x="89" y="112"/>
                    <a:pt x="89" y="250"/>
                  </a:cubicBezTo>
                  <a:cubicBezTo>
                    <a:pt x="89" y="545"/>
                    <a:pt x="89" y="545"/>
                    <a:pt x="89" y="545"/>
                  </a:cubicBezTo>
                  <a:cubicBezTo>
                    <a:pt x="89" y="569"/>
                    <a:pt x="69" y="588"/>
                    <a:pt x="45" y="589"/>
                  </a:cubicBezTo>
                  <a:cubicBezTo>
                    <a:pt x="20" y="589"/>
                    <a:pt x="0" y="609"/>
                    <a:pt x="0" y="634"/>
                  </a:cubicBezTo>
                  <a:cubicBezTo>
                    <a:pt x="0" y="692"/>
                    <a:pt x="0" y="692"/>
                    <a:pt x="0" y="692"/>
                  </a:cubicBezTo>
                  <a:cubicBezTo>
                    <a:pt x="0" y="696"/>
                    <a:pt x="2" y="700"/>
                    <a:pt x="5" y="703"/>
                  </a:cubicBezTo>
                  <a:cubicBezTo>
                    <a:pt x="7" y="705"/>
                    <a:pt x="11" y="707"/>
                    <a:pt x="16" y="707"/>
                  </a:cubicBezTo>
                  <a:cubicBezTo>
                    <a:pt x="663" y="707"/>
                    <a:pt x="663" y="707"/>
                    <a:pt x="663" y="707"/>
                  </a:cubicBezTo>
                  <a:cubicBezTo>
                    <a:pt x="667" y="707"/>
                    <a:pt x="670" y="705"/>
                    <a:pt x="673" y="703"/>
                  </a:cubicBezTo>
                  <a:close/>
                  <a:moveTo>
                    <a:pt x="648" y="678"/>
                  </a:moveTo>
                  <a:lnTo>
                    <a:pt x="648" y="678"/>
                  </a:lnTo>
                  <a:cubicBezTo>
                    <a:pt x="29" y="678"/>
                    <a:pt x="29" y="678"/>
                    <a:pt x="29" y="678"/>
                  </a:cubicBezTo>
                  <a:cubicBezTo>
                    <a:pt x="29" y="634"/>
                    <a:pt x="29" y="634"/>
                    <a:pt x="29" y="634"/>
                  </a:cubicBezTo>
                  <a:cubicBezTo>
                    <a:pt x="29" y="625"/>
                    <a:pt x="36" y="618"/>
                    <a:pt x="45" y="618"/>
                  </a:cubicBezTo>
                  <a:lnTo>
                    <a:pt x="45" y="618"/>
                  </a:lnTo>
                  <a:cubicBezTo>
                    <a:pt x="339" y="618"/>
                    <a:pt x="339" y="618"/>
                    <a:pt x="339" y="618"/>
                  </a:cubicBezTo>
                  <a:cubicBezTo>
                    <a:pt x="347" y="618"/>
                    <a:pt x="354" y="612"/>
                    <a:pt x="354" y="603"/>
                  </a:cubicBezTo>
                  <a:cubicBezTo>
                    <a:pt x="354" y="595"/>
                    <a:pt x="347" y="589"/>
                    <a:pt x="339" y="589"/>
                  </a:cubicBezTo>
                  <a:cubicBezTo>
                    <a:pt x="103" y="589"/>
                    <a:pt x="103" y="589"/>
                    <a:pt x="103" y="589"/>
                  </a:cubicBezTo>
                  <a:cubicBezTo>
                    <a:pt x="112" y="577"/>
                    <a:pt x="118" y="562"/>
                    <a:pt x="118" y="545"/>
                  </a:cubicBezTo>
                  <a:cubicBezTo>
                    <a:pt x="118" y="250"/>
                    <a:pt x="118" y="250"/>
                    <a:pt x="118" y="250"/>
                  </a:cubicBezTo>
                  <a:cubicBezTo>
                    <a:pt x="118" y="189"/>
                    <a:pt x="143" y="134"/>
                    <a:pt x="183" y="94"/>
                  </a:cubicBezTo>
                  <a:cubicBezTo>
                    <a:pt x="223" y="54"/>
                    <a:pt x="278" y="29"/>
                    <a:pt x="339" y="29"/>
                  </a:cubicBezTo>
                  <a:cubicBezTo>
                    <a:pt x="344" y="29"/>
                    <a:pt x="348" y="29"/>
                    <a:pt x="354" y="30"/>
                  </a:cubicBezTo>
                  <a:cubicBezTo>
                    <a:pt x="412" y="33"/>
                    <a:pt x="464" y="60"/>
                    <a:pt x="500" y="102"/>
                  </a:cubicBezTo>
                  <a:cubicBezTo>
                    <a:pt x="538" y="143"/>
                    <a:pt x="560" y="199"/>
                    <a:pt x="560" y="258"/>
                  </a:cubicBezTo>
                  <a:cubicBezTo>
                    <a:pt x="560" y="545"/>
                    <a:pt x="560" y="545"/>
                    <a:pt x="560" y="545"/>
                  </a:cubicBezTo>
                  <a:cubicBezTo>
                    <a:pt x="560" y="562"/>
                    <a:pt x="565" y="577"/>
                    <a:pt x="575" y="589"/>
                  </a:cubicBezTo>
                  <a:cubicBezTo>
                    <a:pt x="487" y="589"/>
                    <a:pt x="487" y="589"/>
                    <a:pt x="487" y="589"/>
                  </a:cubicBezTo>
                  <a:cubicBezTo>
                    <a:pt x="478" y="589"/>
                    <a:pt x="471" y="595"/>
                    <a:pt x="471" y="603"/>
                  </a:cubicBezTo>
                  <a:cubicBezTo>
                    <a:pt x="471" y="612"/>
                    <a:pt x="478" y="618"/>
                    <a:pt x="487" y="618"/>
                  </a:cubicBezTo>
                  <a:cubicBezTo>
                    <a:pt x="634" y="618"/>
                    <a:pt x="634" y="618"/>
                    <a:pt x="634" y="618"/>
                  </a:cubicBezTo>
                  <a:lnTo>
                    <a:pt x="634" y="618"/>
                  </a:lnTo>
                  <a:cubicBezTo>
                    <a:pt x="641" y="618"/>
                    <a:pt x="648" y="625"/>
                    <a:pt x="648" y="634"/>
                  </a:cubicBezTo>
                  <a:lnTo>
                    <a:pt x="648" y="6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5" name="Freeform 552">
              <a:extLst>
                <a:ext uri="{FF2B5EF4-FFF2-40B4-BE49-F238E27FC236}">
                  <a16:creationId xmlns:a16="http://schemas.microsoft.com/office/drawing/2014/main" id="{402B854F-9698-9E2D-89E3-E662D4CCC464}"/>
                </a:ext>
              </a:extLst>
            </p:cNvPr>
            <p:cNvSpPr>
              <a:spLocks noChangeArrowheads="1"/>
            </p:cNvSpPr>
            <p:nvPr/>
          </p:nvSpPr>
          <p:spPr bwMode="auto">
            <a:xfrm>
              <a:off x="642938" y="3281363"/>
              <a:ext cx="53975" cy="85725"/>
            </a:xfrm>
            <a:custGeom>
              <a:avLst/>
              <a:gdLst>
                <a:gd name="T0" fmla="*/ 132 w 148"/>
                <a:gd name="T1" fmla="*/ 58 h 236"/>
                <a:gd name="T2" fmla="*/ 132 w 148"/>
                <a:gd name="T3" fmla="*/ 58 h 236"/>
                <a:gd name="T4" fmla="*/ 88 w 148"/>
                <a:gd name="T5" fmla="*/ 58 h 236"/>
                <a:gd name="T6" fmla="*/ 88 w 148"/>
                <a:gd name="T7" fmla="*/ 14 h 236"/>
                <a:gd name="T8" fmla="*/ 73 w 148"/>
                <a:gd name="T9" fmla="*/ 0 h 236"/>
                <a:gd name="T10" fmla="*/ 59 w 148"/>
                <a:gd name="T11" fmla="*/ 14 h 236"/>
                <a:gd name="T12" fmla="*/ 59 w 148"/>
                <a:gd name="T13" fmla="*/ 58 h 236"/>
                <a:gd name="T14" fmla="*/ 15 w 148"/>
                <a:gd name="T15" fmla="*/ 58 h 236"/>
                <a:gd name="T16" fmla="*/ 0 w 148"/>
                <a:gd name="T17" fmla="*/ 74 h 236"/>
                <a:gd name="T18" fmla="*/ 15 w 148"/>
                <a:gd name="T19" fmla="*/ 89 h 236"/>
                <a:gd name="T20" fmla="*/ 59 w 148"/>
                <a:gd name="T21" fmla="*/ 89 h 236"/>
                <a:gd name="T22" fmla="*/ 59 w 148"/>
                <a:gd name="T23" fmla="*/ 221 h 236"/>
                <a:gd name="T24" fmla="*/ 73 w 148"/>
                <a:gd name="T25" fmla="*/ 235 h 236"/>
                <a:gd name="T26" fmla="*/ 88 w 148"/>
                <a:gd name="T27" fmla="*/ 221 h 236"/>
                <a:gd name="T28" fmla="*/ 88 w 148"/>
                <a:gd name="T29" fmla="*/ 89 h 236"/>
                <a:gd name="T30" fmla="*/ 132 w 148"/>
                <a:gd name="T31" fmla="*/ 89 h 236"/>
                <a:gd name="T32" fmla="*/ 147 w 148"/>
                <a:gd name="T33" fmla="*/ 74 h 236"/>
                <a:gd name="T34" fmla="*/ 132 w 148"/>
                <a:gd name="T35" fmla="*/ 58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8" h="236">
                  <a:moveTo>
                    <a:pt x="132" y="58"/>
                  </a:moveTo>
                  <a:lnTo>
                    <a:pt x="132" y="58"/>
                  </a:lnTo>
                  <a:cubicBezTo>
                    <a:pt x="88" y="58"/>
                    <a:pt x="88" y="58"/>
                    <a:pt x="88" y="58"/>
                  </a:cubicBezTo>
                  <a:cubicBezTo>
                    <a:pt x="88" y="14"/>
                    <a:pt x="88" y="14"/>
                    <a:pt x="88" y="14"/>
                  </a:cubicBezTo>
                  <a:cubicBezTo>
                    <a:pt x="88" y="6"/>
                    <a:pt x="81" y="0"/>
                    <a:pt x="73" y="0"/>
                  </a:cubicBezTo>
                  <a:cubicBezTo>
                    <a:pt x="64" y="0"/>
                    <a:pt x="59" y="6"/>
                    <a:pt x="59" y="14"/>
                  </a:cubicBezTo>
                  <a:cubicBezTo>
                    <a:pt x="59" y="58"/>
                    <a:pt x="59" y="58"/>
                    <a:pt x="59" y="58"/>
                  </a:cubicBezTo>
                  <a:cubicBezTo>
                    <a:pt x="15" y="58"/>
                    <a:pt x="15" y="58"/>
                    <a:pt x="15" y="58"/>
                  </a:cubicBezTo>
                  <a:cubicBezTo>
                    <a:pt x="6" y="58"/>
                    <a:pt x="0" y="65"/>
                    <a:pt x="0" y="74"/>
                  </a:cubicBezTo>
                  <a:cubicBezTo>
                    <a:pt x="0" y="82"/>
                    <a:pt x="6" y="89"/>
                    <a:pt x="15" y="89"/>
                  </a:cubicBezTo>
                  <a:cubicBezTo>
                    <a:pt x="59" y="89"/>
                    <a:pt x="59" y="89"/>
                    <a:pt x="59" y="89"/>
                  </a:cubicBezTo>
                  <a:cubicBezTo>
                    <a:pt x="59" y="221"/>
                    <a:pt x="59" y="221"/>
                    <a:pt x="59" y="221"/>
                  </a:cubicBezTo>
                  <a:cubicBezTo>
                    <a:pt x="59" y="228"/>
                    <a:pt x="64" y="235"/>
                    <a:pt x="73" y="235"/>
                  </a:cubicBezTo>
                  <a:cubicBezTo>
                    <a:pt x="81" y="235"/>
                    <a:pt x="88" y="228"/>
                    <a:pt x="88" y="221"/>
                  </a:cubicBezTo>
                  <a:cubicBezTo>
                    <a:pt x="88" y="89"/>
                    <a:pt x="88" y="89"/>
                    <a:pt x="88" y="89"/>
                  </a:cubicBezTo>
                  <a:cubicBezTo>
                    <a:pt x="132" y="89"/>
                    <a:pt x="132" y="89"/>
                    <a:pt x="132" y="89"/>
                  </a:cubicBezTo>
                  <a:cubicBezTo>
                    <a:pt x="140" y="89"/>
                    <a:pt x="147" y="82"/>
                    <a:pt x="147" y="74"/>
                  </a:cubicBezTo>
                  <a:cubicBezTo>
                    <a:pt x="147" y="65"/>
                    <a:pt x="140" y="58"/>
                    <a:pt x="132" y="5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66" name="Freeform 553">
            <a:extLst>
              <a:ext uri="{FF2B5EF4-FFF2-40B4-BE49-F238E27FC236}">
                <a16:creationId xmlns:a16="http://schemas.microsoft.com/office/drawing/2014/main" id="{2D315C9F-A69A-410B-5637-0C86B4275AEA}"/>
              </a:ext>
            </a:extLst>
          </p:cNvPr>
          <p:cNvSpPr>
            <a:spLocks noChangeArrowheads="1"/>
          </p:cNvSpPr>
          <p:nvPr/>
        </p:nvSpPr>
        <p:spPr bwMode="auto">
          <a:xfrm>
            <a:off x="2186508" y="2918247"/>
            <a:ext cx="244475" cy="185737"/>
          </a:xfrm>
          <a:custGeom>
            <a:avLst/>
            <a:gdLst>
              <a:gd name="T0" fmla="*/ 668 w 677"/>
              <a:gd name="T1" fmla="*/ 515 h 517"/>
              <a:gd name="T2" fmla="*/ 668 w 677"/>
              <a:gd name="T3" fmla="*/ 515 h 517"/>
              <a:gd name="T4" fmla="*/ 676 w 677"/>
              <a:gd name="T5" fmla="*/ 501 h 517"/>
              <a:gd name="T6" fmla="*/ 676 w 677"/>
              <a:gd name="T7" fmla="*/ 59 h 517"/>
              <a:gd name="T8" fmla="*/ 669 w 677"/>
              <a:gd name="T9" fmla="*/ 47 h 517"/>
              <a:gd name="T10" fmla="*/ 500 w 677"/>
              <a:gd name="T11" fmla="*/ 0 h 517"/>
              <a:gd name="T12" fmla="*/ 338 w 677"/>
              <a:gd name="T13" fmla="*/ 41 h 517"/>
              <a:gd name="T14" fmla="*/ 176 w 677"/>
              <a:gd name="T15" fmla="*/ 0 h 517"/>
              <a:gd name="T16" fmla="*/ 5 w 677"/>
              <a:gd name="T17" fmla="*/ 47 h 517"/>
              <a:gd name="T18" fmla="*/ 0 w 677"/>
              <a:gd name="T19" fmla="*/ 59 h 517"/>
              <a:gd name="T20" fmla="*/ 0 w 677"/>
              <a:gd name="T21" fmla="*/ 501 h 517"/>
              <a:gd name="T22" fmla="*/ 8 w 677"/>
              <a:gd name="T23" fmla="*/ 515 h 517"/>
              <a:gd name="T24" fmla="*/ 24 w 677"/>
              <a:gd name="T25" fmla="*/ 511 h 517"/>
              <a:gd name="T26" fmla="*/ 88 w 677"/>
              <a:gd name="T27" fmla="*/ 482 h 517"/>
              <a:gd name="T28" fmla="*/ 187 w 677"/>
              <a:gd name="T29" fmla="*/ 472 h 517"/>
              <a:gd name="T30" fmla="*/ 279 w 677"/>
              <a:gd name="T31" fmla="*/ 482 h 517"/>
              <a:gd name="T32" fmla="*/ 310 w 677"/>
              <a:gd name="T33" fmla="*/ 494 h 517"/>
              <a:gd name="T34" fmla="*/ 324 w 677"/>
              <a:gd name="T35" fmla="*/ 508 h 517"/>
              <a:gd name="T36" fmla="*/ 325 w 677"/>
              <a:gd name="T37" fmla="*/ 508 h 517"/>
              <a:gd name="T38" fmla="*/ 327 w 677"/>
              <a:gd name="T39" fmla="*/ 511 h 517"/>
              <a:gd name="T40" fmla="*/ 328 w 677"/>
              <a:gd name="T41" fmla="*/ 512 h 517"/>
              <a:gd name="T42" fmla="*/ 331 w 677"/>
              <a:gd name="T43" fmla="*/ 514 h 517"/>
              <a:gd name="T44" fmla="*/ 334 w 677"/>
              <a:gd name="T45" fmla="*/ 515 h 517"/>
              <a:gd name="T46" fmla="*/ 334 w 677"/>
              <a:gd name="T47" fmla="*/ 515 h 517"/>
              <a:gd name="T48" fmla="*/ 335 w 677"/>
              <a:gd name="T49" fmla="*/ 515 h 517"/>
              <a:gd name="T50" fmla="*/ 338 w 677"/>
              <a:gd name="T51" fmla="*/ 515 h 517"/>
              <a:gd name="T52" fmla="*/ 341 w 677"/>
              <a:gd name="T53" fmla="*/ 515 h 517"/>
              <a:gd name="T54" fmla="*/ 341 w 677"/>
              <a:gd name="T55" fmla="*/ 515 h 517"/>
              <a:gd name="T56" fmla="*/ 342 w 677"/>
              <a:gd name="T57" fmla="*/ 515 h 517"/>
              <a:gd name="T58" fmla="*/ 345 w 677"/>
              <a:gd name="T59" fmla="*/ 514 h 517"/>
              <a:gd name="T60" fmla="*/ 346 w 677"/>
              <a:gd name="T61" fmla="*/ 512 h 517"/>
              <a:gd name="T62" fmla="*/ 349 w 677"/>
              <a:gd name="T63" fmla="*/ 511 h 517"/>
              <a:gd name="T64" fmla="*/ 350 w 677"/>
              <a:gd name="T65" fmla="*/ 508 h 517"/>
              <a:gd name="T66" fmla="*/ 350 w 677"/>
              <a:gd name="T67" fmla="*/ 508 h 517"/>
              <a:gd name="T68" fmla="*/ 366 w 677"/>
              <a:gd name="T69" fmla="*/ 494 h 517"/>
              <a:gd name="T70" fmla="*/ 417 w 677"/>
              <a:gd name="T71" fmla="*/ 478 h 517"/>
              <a:gd name="T72" fmla="*/ 488 w 677"/>
              <a:gd name="T73" fmla="*/ 472 h 517"/>
              <a:gd name="T74" fmla="*/ 587 w 677"/>
              <a:gd name="T75" fmla="*/ 482 h 517"/>
              <a:gd name="T76" fmla="*/ 651 w 677"/>
              <a:gd name="T77" fmla="*/ 511 h 517"/>
              <a:gd name="T78" fmla="*/ 668 w 677"/>
              <a:gd name="T79" fmla="*/ 515 h 517"/>
              <a:gd name="T80" fmla="*/ 265 w 677"/>
              <a:gd name="T81" fmla="*/ 449 h 517"/>
              <a:gd name="T82" fmla="*/ 265 w 677"/>
              <a:gd name="T83" fmla="*/ 449 h 517"/>
              <a:gd name="T84" fmla="*/ 187 w 677"/>
              <a:gd name="T85" fmla="*/ 442 h 517"/>
              <a:gd name="T86" fmla="*/ 81 w 677"/>
              <a:gd name="T87" fmla="*/ 453 h 517"/>
              <a:gd name="T88" fmla="*/ 29 w 677"/>
              <a:gd name="T89" fmla="*/ 472 h 517"/>
              <a:gd name="T90" fmla="*/ 29 w 677"/>
              <a:gd name="T91" fmla="*/ 68 h 517"/>
              <a:gd name="T92" fmla="*/ 176 w 677"/>
              <a:gd name="T93" fmla="*/ 30 h 517"/>
              <a:gd name="T94" fmla="*/ 323 w 677"/>
              <a:gd name="T95" fmla="*/ 68 h 517"/>
              <a:gd name="T96" fmla="*/ 323 w 677"/>
              <a:gd name="T97" fmla="*/ 468 h 517"/>
              <a:gd name="T98" fmla="*/ 265 w 677"/>
              <a:gd name="T99" fmla="*/ 449 h 517"/>
              <a:gd name="T100" fmla="*/ 488 w 677"/>
              <a:gd name="T101" fmla="*/ 442 h 517"/>
              <a:gd name="T102" fmla="*/ 488 w 677"/>
              <a:gd name="T103" fmla="*/ 442 h 517"/>
              <a:gd name="T104" fmla="*/ 389 w 677"/>
              <a:gd name="T105" fmla="*/ 454 h 517"/>
              <a:gd name="T106" fmla="*/ 353 w 677"/>
              <a:gd name="T107" fmla="*/ 468 h 517"/>
              <a:gd name="T108" fmla="*/ 353 w 677"/>
              <a:gd name="T109" fmla="*/ 68 h 517"/>
              <a:gd name="T110" fmla="*/ 500 w 677"/>
              <a:gd name="T111" fmla="*/ 30 h 517"/>
              <a:gd name="T112" fmla="*/ 647 w 677"/>
              <a:gd name="T113" fmla="*/ 68 h 517"/>
              <a:gd name="T114" fmla="*/ 647 w 677"/>
              <a:gd name="T115" fmla="*/ 472 h 517"/>
              <a:gd name="T116" fmla="*/ 593 w 677"/>
              <a:gd name="T117" fmla="*/ 453 h 517"/>
              <a:gd name="T118" fmla="*/ 488 w 677"/>
              <a:gd name="T119" fmla="*/ 442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7" h="517">
                <a:moveTo>
                  <a:pt x="668" y="515"/>
                </a:moveTo>
                <a:lnTo>
                  <a:pt x="668" y="515"/>
                </a:lnTo>
                <a:cubicBezTo>
                  <a:pt x="674" y="512"/>
                  <a:pt x="676" y="507"/>
                  <a:pt x="676" y="501"/>
                </a:cubicBezTo>
                <a:cubicBezTo>
                  <a:pt x="676" y="59"/>
                  <a:pt x="676" y="59"/>
                  <a:pt x="676" y="59"/>
                </a:cubicBezTo>
                <a:cubicBezTo>
                  <a:pt x="676" y="54"/>
                  <a:pt x="674" y="50"/>
                  <a:pt x="669" y="47"/>
                </a:cubicBezTo>
                <a:cubicBezTo>
                  <a:pt x="622" y="15"/>
                  <a:pt x="562" y="0"/>
                  <a:pt x="500" y="0"/>
                </a:cubicBezTo>
                <a:cubicBezTo>
                  <a:pt x="442" y="0"/>
                  <a:pt x="384" y="14"/>
                  <a:pt x="338" y="41"/>
                </a:cubicBezTo>
                <a:cubicBezTo>
                  <a:pt x="291" y="14"/>
                  <a:pt x="234" y="0"/>
                  <a:pt x="176" y="0"/>
                </a:cubicBezTo>
                <a:cubicBezTo>
                  <a:pt x="114" y="0"/>
                  <a:pt x="53" y="15"/>
                  <a:pt x="5" y="47"/>
                </a:cubicBezTo>
                <a:cubicBezTo>
                  <a:pt x="1" y="50"/>
                  <a:pt x="0" y="54"/>
                  <a:pt x="0" y="59"/>
                </a:cubicBezTo>
                <a:cubicBezTo>
                  <a:pt x="0" y="501"/>
                  <a:pt x="0" y="501"/>
                  <a:pt x="0" y="501"/>
                </a:cubicBezTo>
                <a:cubicBezTo>
                  <a:pt x="0" y="507"/>
                  <a:pt x="2" y="512"/>
                  <a:pt x="8" y="515"/>
                </a:cubicBezTo>
                <a:cubicBezTo>
                  <a:pt x="13" y="516"/>
                  <a:pt x="20" y="515"/>
                  <a:pt x="24" y="511"/>
                </a:cubicBezTo>
                <a:cubicBezTo>
                  <a:pt x="35" y="500"/>
                  <a:pt x="59" y="489"/>
                  <a:pt x="88" y="482"/>
                </a:cubicBezTo>
                <a:cubicBezTo>
                  <a:pt x="118" y="475"/>
                  <a:pt x="153" y="472"/>
                  <a:pt x="187" y="472"/>
                </a:cubicBezTo>
                <a:cubicBezTo>
                  <a:pt x="221" y="471"/>
                  <a:pt x="254" y="475"/>
                  <a:pt x="279" y="482"/>
                </a:cubicBezTo>
                <a:cubicBezTo>
                  <a:pt x="292" y="486"/>
                  <a:pt x="302" y="490"/>
                  <a:pt x="310" y="494"/>
                </a:cubicBezTo>
                <a:cubicBezTo>
                  <a:pt x="319" y="498"/>
                  <a:pt x="323" y="504"/>
                  <a:pt x="324" y="508"/>
                </a:cubicBezTo>
                <a:cubicBezTo>
                  <a:pt x="325" y="508"/>
                  <a:pt x="325" y="508"/>
                  <a:pt x="325" y="508"/>
                </a:cubicBezTo>
                <a:cubicBezTo>
                  <a:pt x="325" y="510"/>
                  <a:pt x="327" y="510"/>
                  <a:pt x="327" y="511"/>
                </a:cubicBezTo>
                <a:lnTo>
                  <a:pt x="328" y="512"/>
                </a:lnTo>
                <a:cubicBezTo>
                  <a:pt x="330" y="512"/>
                  <a:pt x="330" y="514"/>
                  <a:pt x="331" y="514"/>
                </a:cubicBezTo>
                <a:cubicBezTo>
                  <a:pt x="331" y="514"/>
                  <a:pt x="332" y="515"/>
                  <a:pt x="334" y="515"/>
                </a:cubicBezTo>
                <a:lnTo>
                  <a:pt x="334" y="515"/>
                </a:lnTo>
                <a:cubicBezTo>
                  <a:pt x="335" y="515"/>
                  <a:pt x="335" y="515"/>
                  <a:pt x="335" y="515"/>
                </a:cubicBezTo>
                <a:cubicBezTo>
                  <a:pt x="337" y="515"/>
                  <a:pt x="337" y="515"/>
                  <a:pt x="338" y="515"/>
                </a:cubicBezTo>
                <a:cubicBezTo>
                  <a:pt x="339" y="515"/>
                  <a:pt x="339" y="515"/>
                  <a:pt x="341" y="515"/>
                </a:cubicBezTo>
                <a:lnTo>
                  <a:pt x="341" y="515"/>
                </a:lnTo>
                <a:cubicBezTo>
                  <a:pt x="342" y="515"/>
                  <a:pt x="342" y="515"/>
                  <a:pt x="342" y="515"/>
                </a:cubicBezTo>
                <a:cubicBezTo>
                  <a:pt x="343" y="515"/>
                  <a:pt x="343" y="514"/>
                  <a:pt x="345" y="514"/>
                </a:cubicBezTo>
                <a:cubicBezTo>
                  <a:pt x="346" y="514"/>
                  <a:pt x="346" y="512"/>
                  <a:pt x="346" y="512"/>
                </a:cubicBezTo>
                <a:cubicBezTo>
                  <a:pt x="348" y="512"/>
                  <a:pt x="348" y="511"/>
                  <a:pt x="349" y="511"/>
                </a:cubicBezTo>
                <a:cubicBezTo>
                  <a:pt x="349" y="510"/>
                  <a:pt x="350" y="510"/>
                  <a:pt x="350" y="508"/>
                </a:cubicBezTo>
                <a:lnTo>
                  <a:pt x="350" y="508"/>
                </a:lnTo>
                <a:cubicBezTo>
                  <a:pt x="353" y="504"/>
                  <a:pt x="357" y="498"/>
                  <a:pt x="366" y="494"/>
                </a:cubicBezTo>
                <a:cubicBezTo>
                  <a:pt x="377" y="487"/>
                  <a:pt x="395" y="482"/>
                  <a:pt x="417" y="478"/>
                </a:cubicBezTo>
                <a:cubicBezTo>
                  <a:pt x="439" y="474"/>
                  <a:pt x="464" y="472"/>
                  <a:pt x="488" y="472"/>
                </a:cubicBezTo>
                <a:cubicBezTo>
                  <a:pt x="523" y="472"/>
                  <a:pt x="558" y="475"/>
                  <a:pt x="587" y="482"/>
                </a:cubicBezTo>
                <a:cubicBezTo>
                  <a:pt x="617" y="489"/>
                  <a:pt x="640" y="500"/>
                  <a:pt x="651" y="511"/>
                </a:cubicBezTo>
                <a:cubicBezTo>
                  <a:pt x="656" y="515"/>
                  <a:pt x="663" y="516"/>
                  <a:pt x="668" y="515"/>
                </a:cubicBezTo>
                <a:close/>
                <a:moveTo>
                  <a:pt x="265" y="449"/>
                </a:moveTo>
                <a:lnTo>
                  <a:pt x="265" y="449"/>
                </a:lnTo>
                <a:cubicBezTo>
                  <a:pt x="240" y="445"/>
                  <a:pt x="214" y="442"/>
                  <a:pt x="187" y="442"/>
                </a:cubicBezTo>
                <a:cubicBezTo>
                  <a:pt x="150" y="442"/>
                  <a:pt x="114" y="446"/>
                  <a:pt x="81" y="453"/>
                </a:cubicBezTo>
                <a:cubicBezTo>
                  <a:pt x="62" y="458"/>
                  <a:pt x="44" y="464"/>
                  <a:pt x="29" y="472"/>
                </a:cubicBezTo>
                <a:cubicBezTo>
                  <a:pt x="29" y="68"/>
                  <a:pt x="29" y="68"/>
                  <a:pt x="29" y="68"/>
                </a:cubicBezTo>
                <a:cubicBezTo>
                  <a:pt x="69" y="43"/>
                  <a:pt x="122" y="29"/>
                  <a:pt x="176" y="30"/>
                </a:cubicBezTo>
                <a:cubicBezTo>
                  <a:pt x="229" y="29"/>
                  <a:pt x="283" y="43"/>
                  <a:pt x="323" y="68"/>
                </a:cubicBezTo>
                <a:cubicBezTo>
                  <a:pt x="323" y="468"/>
                  <a:pt x="323" y="468"/>
                  <a:pt x="323" y="468"/>
                </a:cubicBezTo>
                <a:cubicBezTo>
                  <a:pt x="308" y="458"/>
                  <a:pt x="287" y="453"/>
                  <a:pt x="265" y="449"/>
                </a:cubicBezTo>
                <a:close/>
                <a:moveTo>
                  <a:pt x="488" y="442"/>
                </a:moveTo>
                <a:lnTo>
                  <a:pt x="488" y="442"/>
                </a:lnTo>
                <a:cubicBezTo>
                  <a:pt x="453" y="442"/>
                  <a:pt x="418" y="446"/>
                  <a:pt x="389" y="454"/>
                </a:cubicBezTo>
                <a:cubicBezTo>
                  <a:pt x="375" y="457"/>
                  <a:pt x="363" y="463"/>
                  <a:pt x="353" y="468"/>
                </a:cubicBezTo>
                <a:cubicBezTo>
                  <a:pt x="353" y="68"/>
                  <a:pt x="353" y="68"/>
                  <a:pt x="353" y="68"/>
                </a:cubicBezTo>
                <a:cubicBezTo>
                  <a:pt x="393" y="43"/>
                  <a:pt x="446" y="29"/>
                  <a:pt x="500" y="30"/>
                </a:cubicBezTo>
                <a:cubicBezTo>
                  <a:pt x="553" y="29"/>
                  <a:pt x="607" y="43"/>
                  <a:pt x="647" y="68"/>
                </a:cubicBezTo>
                <a:cubicBezTo>
                  <a:pt x="647" y="472"/>
                  <a:pt x="647" y="472"/>
                  <a:pt x="647" y="472"/>
                </a:cubicBezTo>
                <a:cubicBezTo>
                  <a:pt x="632" y="464"/>
                  <a:pt x="614" y="458"/>
                  <a:pt x="593" y="453"/>
                </a:cubicBezTo>
                <a:cubicBezTo>
                  <a:pt x="562" y="446"/>
                  <a:pt x="524" y="442"/>
                  <a:pt x="488" y="442"/>
                </a:cubicBezTo>
                <a:close/>
              </a:path>
            </a:pathLst>
          </a:custGeom>
          <a:solidFill>
            <a:schemeClr val="accent4"/>
          </a:solidFill>
          <a:ln>
            <a:noFill/>
          </a:ln>
          <a:effectLst/>
        </p:spPr>
        <p:txBody>
          <a:bodyPr wrap="none" anchor="ctr"/>
          <a:lstStyle/>
          <a:p>
            <a:endParaRPr lang="da-DK">
              <a:solidFill>
                <a:schemeClr val="tx2"/>
              </a:solidFill>
            </a:endParaRPr>
          </a:p>
        </p:txBody>
      </p:sp>
      <p:grpSp>
        <p:nvGrpSpPr>
          <p:cNvPr id="667" name="Group 670">
            <a:extLst>
              <a:ext uri="{FF2B5EF4-FFF2-40B4-BE49-F238E27FC236}">
                <a16:creationId xmlns:a16="http://schemas.microsoft.com/office/drawing/2014/main" id="{F7F28B77-0004-D983-89D1-CCF0632FEFB7}"/>
              </a:ext>
            </a:extLst>
          </p:cNvPr>
          <p:cNvGrpSpPr/>
          <p:nvPr/>
        </p:nvGrpSpPr>
        <p:grpSpPr>
          <a:xfrm>
            <a:off x="1184795" y="2894434"/>
            <a:ext cx="255588" cy="233363"/>
            <a:chOff x="28575" y="3251200"/>
            <a:chExt cx="255588" cy="233363"/>
          </a:xfrm>
          <a:solidFill>
            <a:schemeClr val="accent4"/>
          </a:solidFill>
        </p:grpSpPr>
        <p:sp>
          <p:nvSpPr>
            <p:cNvPr id="668" name="Freeform 554">
              <a:extLst>
                <a:ext uri="{FF2B5EF4-FFF2-40B4-BE49-F238E27FC236}">
                  <a16:creationId xmlns:a16="http://schemas.microsoft.com/office/drawing/2014/main" id="{E8B1E66C-A285-418E-37BF-FD5C5BB78F8A}"/>
                </a:ext>
              </a:extLst>
            </p:cNvPr>
            <p:cNvSpPr>
              <a:spLocks noChangeArrowheads="1"/>
            </p:cNvSpPr>
            <p:nvPr/>
          </p:nvSpPr>
          <p:spPr bwMode="auto">
            <a:xfrm>
              <a:off x="28575" y="3251200"/>
              <a:ext cx="255588" cy="233363"/>
            </a:xfrm>
            <a:custGeom>
              <a:avLst/>
              <a:gdLst>
                <a:gd name="T0" fmla="*/ 58 w 708"/>
                <a:gd name="T1" fmla="*/ 338 h 649"/>
                <a:gd name="T2" fmla="*/ 58 w 708"/>
                <a:gd name="T3" fmla="*/ 338 h 649"/>
                <a:gd name="T4" fmla="*/ 58 w 708"/>
                <a:gd name="T5" fmla="*/ 515 h 649"/>
                <a:gd name="T6" fmla="*/ 58 w 708"/>
                <a:gd name="T7" fmla="*/ 604 h 649"/>
                <a:gd name="T8" fmla="*/ 102 w 708"/>
                <a:gd name="T9" fmla="*/ 648 h 649"/>
                <a:gd name="T10" fmla="*/ 279 w 708"/>
                <a:gd name="T11" fmla="*/ 648 h 649"/>
                <a:gd name="T12" fmla="*/ 323 w 708"/>
                <a:gd name="T13" fmla="*/ 604 h 649"/>
                <a:gd name="T14" fmla="*/ 323 w 708"/>
                <a:gd name="T15" fmla="*/ 544 h 649"/>
                <a:gd name="T16" fmla="*/ 279 w 708"/>
                <a:gd name="T17" fmla="*/ 500 h 649"/>
                <a:gd name="T18" fmla="*/ 221 w 708"/>
                <a:gd name="T19" fmla="*/ 500 h 649"/>
                <a:gd name="T20" fmla="*/ 206 w 708"/>
                <a:gd name="T21" fmla="*/ 486 h 649"/>
                <a:gd name="T22" fmla="*/ 206 w 708"/>
                <a:gd name="T23" fmla="*/ 367 h 649"/>
                <a:gd name="T24" fmla="*/ 250 w 708"/>
                <a:gd name="T25" fmla="*/ 323 h 649"/>
                <a:gd name="T26" fmla="*/ 475 w 708"/>
                <a:gd name="T27" fmla="*/ 323 h 649"/>
                <a:gd name="T28" fmla="*/ 544 w 708"/>
                <a:gd name="T29" fmla="*/ 278 h 649"/>
                <a:gd name="T30" fmla="*/ 544 w 708"/>
                <a:gd name="T31" fmla="*/ 278 h 649"/>
                <a:gd name="T32" fmla="*/ 584 w 708"/>
                <a:gd name="T33" fmla="*/ 177 h 649"/>
                <a:gd name="T34" fmla="*/ 692 w 708"/>
                <a:gd name="T35" fmla="*/ 177 h 649"/>
                <a:gd name="T36" fmla="*/ 707 w 708"/>
                <a:gd name="T37" fmla="*/ 162 h 649"/>
                <a:gd name="T38" fmla="*/ 692 w 708"/>
                <a:gd name="T39" fmla="*/ 146 h 649"/>
                <a:gd name="T40" fmla="*/ 584 w 708"/>
                <a:gd name="T41" fmla="*/ 146 h 649"/>
                <a:gd name="T42" fmla="*/ 544 w 708"/>
                <a:gd name="T43" fmla="*/ 46 h 649"/>
                <a:gd name="T44" fmla="*/ 475 w 708"/>
                <a:gd name="T45" fmla="*/ 0 h 649"/>
                <a:gd name="T46" fmla="*/ 73 w 708"/>
                <a:gd name="T47" fmla="*/ 0 h 649"/>
                <a:gd name="T48" fmla="*/ 0 w 708"/>
                <a:gd name="T49" fmla="*/ 73 h 649"/>
                <a:gd name="T50" fmla="*/ 0 w 708"/>
                <a:gd name="T51" fmla="*/ 279 h 649"/>
                <a:gd name="T52" fmla="*/ 44 w 708"/>
                <a:gd name="T53" fmla="*/ 323 h 649"/>
                <a:gd name="T54" fmla="*/ 58 w 708"/>
                <a:gd name="T55" fmla="*/ 338 h 649"/>
                <a:gd name="T56" fmla="*/ 29 w 708"/>
                <a:gd name="T57" fmla="*/ 279 h 649"/>
                <a:gd name="T58" fmla="*/ 29 w 708"/>
                <a:gd name="T59" fmla="*/ 279 h 649"/>
                <a:gd name="T60" fmla="*/ 29 w 708"/>
                <a:gd name="T61" fmla="*/ 73 h 649"/>
                <a:gd name="T62" fmla="*/ 73 w 708"/>
                <a:gd name="T63" fmla="*/ 29 h 649"/>
                <a:gd name="T64" fmla="*/ 475 w 708"/>
                <a:gd name="T65" fmla="*/ 29 h 649"/>
                <a:gd name="T66" fmla="*/ 517 w 708"/>
                <a:gd name="T67" fmla="*/ 57 h 649"/>
                <a:gd name="T68" fmla="*/ 558 w 708"/>
                <a:gd name="T69" fmla="*/ 162 h 649"/>
                <a:gd name="T70" fmla="*/ 517 w 708"/>
                <a:gd name="T71" fmla="*/ 267 h 649"/>
                <a:gd name="T72" fmla="*/ 530 w 708"/>
                <a:gd name="T73" fmla="*/ 272 h 649"/>
                <a:gd name="T74" fmla="*/ 517 w 708"/>
                <a:gd name="T75" fmla="*/ 267 h 649"/>
                <a:gd name="T76" fmla="*/ 475 w 708"/>
                <a:gd name="T77" fmla="*/ 294 h 649"/>
                <a:gd name="T78" fmla="*/ 250 w 708"/>
                <a:gd name="T79" fmla="*/ 294 h 649"/>
                <a:gd name="T80" fmla="*/ 177 w 708"/>
                <a:gd name="T81" fmla="*/ 367 h 649"/>
                <a:gd name="T82" fmla="*/ 177 w 708"/>
                <a:gd name="T83" fmla="*/ 486 h 649"/>
                <a:gd name="T84" fmla="*/ 221 w 708"/>
                <a:gd name="T85" fmla="*/ 530 h 649"/>
                <a:gd name="T86" fmla="*/ 279 w 708"/>
                <a:gd name="T87" fmla="*/ 530 h 649"/>
                <a:gd name="T88" fmla="*/ 294 w 708"/>
                <a:gd name="T89" fmla="*/ 544 h 649"/>
                <a:gd name="T90" fmla="*/ 294 w 708"/>
                <a:gd name="T91" fmla="*/ 604 h 649"/>
                <a:gd name="T92" fmla="*/ 279 w 708"/>
                <a:gd name="T93" fmla="*/ 619 h 649"/>
                <a:gd name="T94" fmla="*/ 102 w 708"/>
                <a:gd name="T95" fmla="*/ 619 h 649"/>
                <a:gd name="T96" fmla="*/ 88 w 708"/>
                <a:gd name="T97" fmla="*/ 604 h 649"/>
                <a:gd name="T98" fmla="*/ 88 w 708"/>
                <a:gd name="T99" fmla="*/ 515 h 649"/>
                <a:gd name="T100" fmla="*/ 88 w 708"/>
                <a:gd name="T101" fmla="*/ 338 h 649"/>
                <a:gd name="T102" fmla="*/ 44 w 708"/>
                <a:gd name="T103" fmla="*/ 294 h 649"/>
                <a:gd name="T104" fmla="*/ 29 w 708"/>
                <a:gd name="T105" fmla="*/ 279 h 6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8" h="649">
                  <a:moveTo>
                    <a:pt x="58" y="338"/>
                  </a:moveTo>
                  <a:lnTo>
                    <a:pt x="58" y="338"/>
                  </a:lnTo>
                  <a:cubicBezTo>
                    <a:pt x="58" y="515"/>
                    <a:pt x="58" y="515"/>
                    <a:pt x="58" y="515"/>
                  </a:cubicBezTo>
                  <a:cubicBezTo>
                    <a:pt x="58" y="604"/>
                    <a:pt x="58" y="604"/>
                    <a:pt x="58" y="604"/>
                  </a:cubicBezTo>
                  <a:cubicBezTo>
                    <a:pt x="58" y="629"/>
                    <a:pt x="79" y="648"/>
                    <a:pt x="102" y="648"/>
                  </a:cubicBezTo>
                  <a:cubicBezTo>
                    <a:pt x="279" y="648"/>
                    <a:pt x="279" y="648"/>
                    <a:pt x="279" y="648"/>
                  </a:cubicBezTo>
                  <a:cubicBezTo>
                    <a:pt x="304" y="648"/>
                    <a:pt x="323" y="629"/>
                    <a:pt x="323" y="604"/>
                  </a:cubicBezTo>
                  <a:cubicBezTo>
                    <a:pt x="323" y="544"/>
                    <a:pt x="323" y="544"/>
                    <a:pt x="323" y="544"/>
                  </a:cubicBezTo>
                  <a:cubicBezTo>
                    <a:pt x="323" y="519"/>
                    <a:pt x="304" y="500"/>
                    <a:pt x="279" y="500"/>
                  </a:cubicBezTo>
                  <a:cubicBezTo>
                    <a:pt x="221" y="500"/>
                    <a:pt x="221" y="500"/>
                    <a:pt x="221" y="500"/>
                  </a:cubicBezTo>
                  <a:cubicBezTo>
                    <a:pt x="213" y="500"/>
                    <a:pt x="206" y="493"/>
                    <a:pt x="206" y="486"/>
                  </a:cubicBezTo>
                  <a:cubicBezTo>
                    <a:pt x="206" y="367"/>
                    <a:pt x="206" y="367"/>
                    <a:pt x="206" y="367"/>
                  </a:cubicBezTo>
                  <a:cubicBezTo>
                    <a:pt x="206" y="344"/>
                    <a:pt x="225" y="323"/>
                    <a:pt x="250" y="323"/>
                  </a:cubicBezTo>
                  <a:cubicBezTo>
                    <a:pt x="475" y="323"/>
                    <a:pt x="475" y="323"/>
                    <a:pt x="475" y="323"/>
                  </a:cubicBezTo>
                  <a:cubicBezTo>
                    <a:pt x="506" y="323"/>
                    <a:pt x="532" y="305"/>
                    <a:pt x="544" y="278"/>
                  </a:cubicBezTo>
                  <a:lnTo>
                    <a:pt x="544" y="278"/>
                  </a:lnTo>
                  <a:cubicBezTo>
                    <a:pt x="584" y="177"/>
                    <a:pt x="584" y="177"/>
                    <a:pt x="584" y="177"/>
                  </a:cubicBezTo>
                  <a:cubicBezTo>
                    <a:pt x="692" y="177"/>
                    <a:pt x="692" y="177"/>
                    <a:pt x="692" y="177"/>
                  </a:cubicBezTo>
                  <a:cubicBezTo>
                    <a:pt x="700" y="177"/>
                    <a:pt x="707" y="170"/>
                    <a:pt x="707" y="162"/>
                  </a:cubicBezTo>
                  <a:cubicBezTo>
                    <a:pt x="707" y="153"/>
                    <a:pt x="700" y="146"/>
                    <a:pt x="692" y="146"/>
                  </a:cubicBezTo>
                  <a:cubicBezTo>
                    <a:pt x="584" y="146"/>
                    <a:pt x="584" y="146"/>
                    <a:pt x="584" y="146"/>
                  </a:cubicBezTo>
                  <a:cubicBezTo>
                    <a:pt x="544" y="46"/>
                    <a:pt x="544" y="46"/>
                    <a:pt x="544" y="46"/>
                  </a:cubicBezTo>
                  <a:cubicBezTo>
                    <a:pt x="532" y="18"/>
                    <a:pt x="506" y="0"/>
                    <a:pt x="475" y="0"/>
                  </a:cubicBezTo>
                  <a:cubicBezTo>
                    <a:pt x="73" y="0"/>
                    <a:pt x="73" y="0"/>
                    <a:pt x="73" y="0"/>
                  </a:cubicBezTo>
                  <a:cubicBezTo>
                    <a:pt x="32" y="0"/>
                    <a:pt x="0" y="32"/>
                    <a:pt x="0" y="73"/>
                  </a:cubicBezTo>
                  <a:cubicBezTo>
                    <a:pt x="0" y="279"/>
                    <a:pt x="0" y="279"/>
                    <a:pt x="0" y="279"/>
                  </a:cubicBezTo>
                  <a:cubicBezTo>
                    <a:pt x="0" y="304"/>
                    <a:pt x="19" y="323"/>
                    <a:pt x="44" y="323"/>
                  </a:cubicBezTo>
                  <a:cubicBezTo>
                    <a:pt x="51" y="323"/>
                    <a:pt x="58" y="330"/>
                    <a:pt x="58" y="338"/>
                  </a:cubicBezTo>
                  <a:close/>
                  <a:moveTo>
                    <a:pt x="29" y="279"/>
                  </a:moveTo>
                  <a:lnTo>
                    <a:pt x="29" y="279"/>
                  </a:lnTo>
                  <a:cubicBezTo>
                    <a:pt x="29" y="73"/>
                    <a:pt x="29" y="73"/>
                    <a:pt x="29" y="73"/>
                  </a:cubicBezTo>
                  <a:cubicBezTo>
                    <a:pt x="29" y="48"/>
                    <a:pt x="48" y="29"/>
                    <a:pt x="73" y="29"/>
                  </a:cubicBezTo>
                  <a:cubicBezTo>
                    <a:pt x="475" y="29"/>
                    <a:pt x="475" y="29"/>
                    <a:pt x="475" y="29"/>
                  </a:cubicBezTo>
                  <a:cubicBezTo>
                    <a:pt x="493" y="29"/>
                    <a:pt x="510" y="40"/>
                    <a:pt x="517" y="57"/>
                  </a:cubicBezTo>
                  <a:cubicBezTo>
                    <a:pt x="558" y="162"/>
                    <a:pt x="558" y="162"/>
                    <a:pt x="558" y="162"/>
                  </a:cubicBezTo>
                  <a:cubicBezTo>
                    <a:pt x="517" y="267"/>
                    <a:pt x="517" y="267"/>
                    <a:pt x="517" y="267"/>
                  </a:cubicBezTo>
                  <a:cubicBezTo>
                    <a:pt x="530" y="272"/>
                    <a:pt x="530" y="272"/>
                    <a:pt x="530" y="272"/>
                  </a:cubicBezTo>
                  <a:cubicBezTo>
                    <a:pt x="517" y="267"/>
                    <a:pt x="517" y="267"/>
                    <a:pt x="517" y="267"/>
                  </a:cubicBezTo>
                  <a:cubicBezTo>
                    <a:pt x="510" y="283"/>
                    <a:pt x="493" y="294"/>
                    <a:pt x="475" y="294"/>
                  </a:cubicBezTo>
                  <a:cubicBezTo>
                    <a:pt x="250" y="294"/>
                    <a:pt x="250" y="294"/>
                    <a:pt x="250" y="294"/>
                  </a:cubicBezTo>
                  <a:cubicBezTo>
                    <a:pt x="209" y="294"/>
                    <a:pt x="177" y="327"/>
                    <a:pt x="177" y="367"/>
                  </a:cubicBezTo>
                  <a:cubicBezTo>
                    <a:pt x="177" y="486"/>
                    <a:pt x="177" y="486"/>
                    <a:pt x="177" y="486"/>
                  </a:cubicBezTo>
                  <a:cubicBezTo>
                    <a:pt x="177" y="510"/>
                    <a:pt x="196" y="530"/>
                    <a:pt x="221" y="530"/>
                  </a:cubicBezTo>
                  <a:cubicBezTo>
                    <a:pt x="279" y="530"/>
                    <a:pt x="279" y="530"/>
                    <a:pt x="279" y="530"/>
                  </a:cubicBezTo>
                  <a:cubicBezTo>
                    <a:pt x="287" y="530"/>
                    <a:pt x="294" y="536"/>
                    <a:pt x="294" y="544"/>
                  </a:cubicBezTo>
                  <a:cubicBezTo>
                    <a:pt x="294" y="604"/>
                    <a:pt x="294" y="604"/>
                    <a:pt x="294" y="604"/>
                  </a:cubicBezTo>
                  <a:cubicBezTo>
                    <a:pt x="294" y="612"/>
                    <a:pt x="287" y="617"/>
                    <a:pt x="279" y="619"/>
                  </a:cubicBezTo>
                  <a:cubicBezTo>
                    <a:pt x="102" y="619"/>
                    <a:pt x="102" y="619"/>
                    <a:pt x="102" y="619"/>
                  </a:cubicBezTo>
                  <a:cubicBezTo>
                    <a:pt x="94" y="617"/>
                    <a:pt x="88" y="612"/>
                    <a:pt x="88" y="604"/>
                  </a:cubicBezTo>
                  <a:cubicBezTo>
                    <a:pt x="88" y="515"/>
                    <a:pt x="88" y="515"/>
                    <a:pt x="88" y="515"/>
                  </a:cubicBezTo>
                  <a:cubicBezTo>
                    <a:pt x="88" y="338"/>
                    <a:pt x="88" y="338"/>
                    <a:pt x="88" y="338"/>
                  </a:cubicBezTo>
                  <a:cubicBezTo>
                    <a:pt x="88" y="314"/>
                    <a:pt x="68" y="294"/>
                    <a:pt x="44" y="294"/>
                  </a:cubicBezTo>
                  <a:cubicBezTo>
                    <a:pt x="36" y="294"/>
                    <a:pt x="29" y="287"/>
                    <a:pt x="29" y="2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69" name="Freeform 555">
              <a:extLst>
                <a:ext uri="{FF2B5EF4-FFF2-40B4-BE49-F238E27FC236}">
                  <a16:creationId xmlns:a16="http://schemas.microsoft.com/office/drawing/2014/main" id="{EDC84F66-E884-FEE8-30E4-4DC57B7D0C38}"/>
                </a:ext>
              </a:extLst>
            </p:cNvPr>
            <p:cNvSpPr>
              <a:spLocks noChangeArrowheads="1"/>
            </p:cNvSpPr>
            <p:nvPr/>
          </p:nvSpPr>
          <p:spPr bwMode="auto">
            <a:xfrm>
              <a:off x="69850" y="3281363"/>
              <a:ext cx="96838" cy="11112"/>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3"/>
                    <a:pt x="266" y="14"/>
                  </a:cubicBezTo>
                  <a:cubicBezTo>
                    <a:pt x="266" y="6"/>
                    <a:pt x="259" y="0"/>
                    <a:pt x="250" y="0"/>
                  </a:cubicBezTo>
                  <a:cubicBezTo>
                    <a:pt x="16" y="0"/>
                    <a:pt x="16" y="0"/>
                    <a:pt x="16" y="0"/>
                  </a:cubicBezTo>
                  <a:cubicBezTo>
                    <a:pt x="7" y="0"/>
                    <a:pt x="0" y="6"/>
                    <a:pt x="0" y="14"/>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0" name="Freeform 556">
              <a:extLst>
                <a:ext uri="{FF2B5EF4-FFF2-40B4-BE49-F238E27FC236}">
                  <a16:creationId xmlns:a16="http://schemas.microsoft.com/office/drawing/2014/main" id="{17A20D62-6FE8-ED4E-88F0-4298A405196B}"/>
                </a:ext>
              </a:extLst>
            </p:cNvPr>
            <p:cNvSpPr>
              <a:spLocks noChangeArrowheads="1"/>
            </p:cNvSpPr>
            <p:nvPr/>
          </p:nvSpPr>
          <p:spPr bwMode="auto">
            <a:xfrm>
              <a:off x="69850" y="3314700"/>
              <a:ext cx="96838" cy="11113"/>
            </a:xfrm>
            <a:custGeom>
              <a:avLst/>
              <a:gdLst>
                <a:gd name="T0" fmla="*/ 16 w 267"/>
                <a:gd name="T1" fmla="*/ 29 h 30"/>
                <a:gd name="T2" fmla="*/ 16 w 267"/>
                <a:gd name="T3" fmla="*/ 29 h 30"/>
                <a:gd name="T4" fmla="*/ 250 w 267"/>
                <a:gd name="T5" fmla="*/ 29 h 30"/>
                <a:gd name="T6" fmla="*/ 266 w 267"/>
                <a:gd name="T7" fmla="*/ 14 h 30"/>
                <a:gd name="T8" fmla="*/ 250 w 267"/>
                <a:gd name="T9" fmla="*/ 0 h 30"/>
                <a:gd name="T10" fmla="*/ 16 w 267"/>
                <a:gd name="T11" fmla="*/ 0 h 30"/>
                <a:gd name="T12" fmla="*/ 0 w 267"/>
                <a:gd name="T13" fmla="*/ 14 h 30"/>
                <a:gd name="T14" fmla="*/ 16 w 26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30">
                  <a:moveTo>
                    <a:pt x="16" y="29"/>
                  </a:moveTo>
                  <a:lnTo>
                    <a:pt x="16" y="29"/>
                  </a:lnTo>
                  <a:cubicBezTo>
                    <a:pt x="250" y="29"/>
                    <a:pt x="250" y="29"/>
                    <a:pt x="250" y="29"/>
                  </a:cubicBezTo>
                  <a:cubicBezTo>
                    <a:pt x="259" y="29"/>
                    <a:pt x="266" y="22"/>
                    <a:pt x="266" y="14"/>
                  </a:cubicBezTo>
                  <a:cubicBezTo>
                    <a:pt x="266" y="5"/>
                    <a:pt x="259" y="0"/>
                    <a:pt x="250" y="0"/>
                  </a:cubicBezTo>
                  <a:cubicBezTo>
                    <a:pt x="16" y="0"/>
                    <a:pt x="16" y="0"/>
                    <a:pt x="16" y="0"/>
                  </a:cubicBezTo>
                  <a:cubicBezTo>
                    <a:pt x="7" y="0"/>
                    <a:pt x="0" y="5"/>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1" name="Group 674">
            <a:extLst>
              <a:ext uri="{FF2B5EF4-FFF2-40B4-BE49-F238E27FC236}">
                <a16:creationId xmlns:a16="http://schemas.microsoft.com/office/drawing/2014/main" id="{49585C8A-6701-58F7-3E0E-E3244C3E4B52}"/>
              </a:ext>
            </a:extLst>
          </p:cNvPr>
          <p:cNvGrpSpPr/>
          <p:nvPr/>
        </p:nvGrpSpPr>
        <p:grpSpPr>
          <a:xfrm>
            <a:off x="3221558" y="2459459"/>
            <a:ext cx="255587" cy="138112"/>
            <a:chOff x="2065338" y="2782888"/>
            <a:chExt cx="255587" cy="138112"/>
          </a:xfrm>
          <a:solidFill>
            <a:schemeClr val="accent4"/>
          </a:solidFill>
        </p:grpSpPr>
        <p:sp>
          <p:nvSpPr>
            <p:cNvPr id="672" name="Freeform 557">
              <a:extLst>
                <a:ext uri="{FF2B5EF4-FFF2-40B4-BE49-F238E27FC236}">
                  <a16:creationId xmlns:a16="http://schemas.microsoft.com/office/drawing/2014/main" id="{C3E1882F-4972-0309-0771-5A307CF9F22C}"/>
                </a:ext>
              </a:extLst>
            </p:cNvPr>
            <p:cNvSpPr>
              <a:spLocks noChangeArrowheads="1"/>
            </p:cNvSpPr>
            <p:nvPr/>
          </p:nvSpPr>
          <p:spPr bwMode="auto">
            <a:xfrm>
              <a:off x="2065338" y="2782888"/>
              <a:ext cx="255587" cy="138112"/>
            </a:xfrm>
            <a:custGeom>
              <a:avLst/>
              <a:gdLst>
                <a:gd name="T0" fmla="*/ 0 w 709"/>
                <a:gd name="T1" fmla="*/ 339 h 384"/>
                <a:gd name="T2" fmla="*/ 0 w 709"/>
                <a:gd name="T3" fmla="*/ 339 h 384"/>
                <a:gd name="T4" fmla="*/ 45 w 709"/>
                <a:gd name="T5" fmla="*/ 383 h 384"/>
                <a:gd name="T6" fmla="*/ 103 w 709"/>
                <a:gd name="T7" fmla="*/ 383 h 384"/>
                <a:gd name="T8" fmla="*/ 114 w 709"/>
                <a:gd name="T9" fmla="*/ 379 h 384"/>
                <a:gd name="T10" fmla="*/ 118 w 709"/>
                <a:gd name="T11" fmla="*/ 369 h 384"/>
                <a:gd name="T12" fmla="*/ 130 w 709"/>
                <a:gd name="T13" fmla="*/ 337 h 384"/>
                <a:gd name="T14" fmla="*/ 162 w 709"/>
                <a:gd name="T15" fmla="*/ 325 h 384"/>
                <a:gd name="T16" fmla="*/ 194 w 709"/>
                <a:gd name="T17" fmla="*/ 337 h 384"/>
                <a:gd name="T18" fmla="*/ 206 w 709"/>
                <a:gd name="T19" fmla="*/ 369 h 384"/>
                <a:gd name="T20" fmla="*/ 210 w 709"/>
                <a:gd name="T21" fmla="*/ 379 h 384"/>
                <a:gd name="T22" fmla="*/ 221 w 709"/>
                <a:gd name="T23" fmla="*/ 383 h 384"/>
                <a:gd name="T24" fmla="*/ 663 w 709"/>
                <a:gd name="T25" fmla="*/ 383 h 384"/>
                <a:gd name="T26" fmla="*/ 708 w 709"/>
                <a:gd name="T27" fmla="*/ 339 h 384"/>
                <a:gd name="T28" fmla="*/ 708 w 709"/>
                <a:gd name="T29" fmla="*/ 44 h 384"/>
                <a:gd name="T30" fmla="*/ 663 w 709"/>
                <a:gd name="T31" fmla="*/ 0 h 384"/>
                <a:gd name="T32" fmla="*/ 221 w 709"/>
                <a:gd name="T33" fmla="*/ 0 h 384"/>
                <a:gd name="T34" fmla="*/ 210 w 709"/>
                <a:gd name="T35" fmla="*/ 4 h 384"/>
                <a:gd name="T36" fmla="*/ 206 w 709"/>
                <a:gd name="T37" fmla="*/ 15 h 384"/>
                <a:gd name="T38" fmla="*/ 194 w 709"/>
                <a:gd name="T39" fmla="*/ 46 h 384"/>
                <a:gd name="T40" fmla="*/ 162 w 709"/>
                <a:gd name="T41" fmla="*/ 60 h 384"/>
                <a:gd name="T42" fmla="*/ 130 w 709"/>
                <a:gd name="T43" fmla="*/ 46 h 384"/>
                <a:gd name="T44" fmla="*/ 118 w 709"/>
                <a:gd name="T45" fmla="*/ 15 h 384"/>
                <a:gd name="T46" fmla="*/ 114 w 709"/>
                <a:gd name="T47" fmla="*/ 4 h 384"/>
                <a:gd name="T48" fmla="*/ 103 w 709"/>
                <a:gd name="T49" fmla="*/ 0 h 384"/>
                <a:gd name="T50" fmla="*/ 45 w 709"/>
                <a:gd name="T51" fmla="*/ 0 h 384"/>
                <a:gd name="T52" fmla="*/ 0 w 709"/>
                <a:gd name="T53" fmla="*/ 44 h 384"/>
                <a:gd name="T54" fmla="*/ 0 w 709"/>
                <a:gd name="T55" fmla="*/ 339 h 384"/>
                <a:gd name="T56" fmla="*/ 29 w 709"/>
                <a:gd name="T57" fmla="*/ 44 h 384"/>
                <a:gd name="T58" fmla="*/ 29 w 709"/>
                <a:gd name="T59" fmla="*/ 44 h 384"/>
                <a:gd name="T60" fmla="*/ 45 w 709"/>
                <a:gd name="T61" fmla="*/ 29 h 384"/>
                <a:gd name="T62" fmla="*/ 90 w 709"/>
                <a:gd name="T63" fmla="*/ 29 h 384"/>
                <a:gd name="T64" fmla="*/ 162 w 709"/>
                <a:gd name="T65" fmla="*/ 89 h 384"/>
                <a:gd name="T66" fmla="*/ 234 w 709"/>
                <a:gd name="T67" fmla="*/ 29 h 384"/>
                <a:gd name="T68" fmla="*/ 663 w 709"/>
                <a:gd name="T69" fmla="*/ 29 h 384"/>
                <a:gd name="T70" fmla="*/ 677 w 709"/>
                <a:gd name="T71" fmla="*/ 44 h 384"/>
                <a:gd name="T72" fmla="*/ 677 w 709"/>
                <a:gd name="T73" fmla="*/ 339 h 384"/>
                <a:gd name="T74" fmla="*/ 663 w 709"/>
                <a:gd name="T75" fmla="*/ 354 h 384"/>
                <a:gd name="T76" fmla="*/ 234 w 709"/>
                <a:gd name="T77" fmla="*/ 354 h 384"/>
                <a:gd name="T78" fmla="*/ 162 w 709"/>
                <a:gd name="T79" fmla="*/ 294 h 384"/>
                <a:gd name="T80" fmla="*/ 90 w 709"/>
                <a:gd name="T81" fmla="*/ 354 h 384"/>
                <a:gd name="T82" fmla="*/ 45 w 709"/>
                <a:gd name="T83" fmla="*/ 354 h 384"/>
                <a:gd name="T84" fmla="*/ 29 w 709"/>
                <a:gd name="T85" fmla="*/ 339 h 384"/>
                <a:gd name="T86" fmla="*/ 29 w 709"/>
                <a:gd name="T87" fmla="*/ 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9" h="384">
                  <a:moveTo>
                    <a:pt x="0" y="339"/>
                  </a:moveTo>
                  <a:lnTo>
                    <a:pt x="0" y="339"/>
                  </a:lnTo>
                  <a:cubicBezTo>
                    <a:pt x="0" y="363"/>
                    <a:pt x="20" y="383"/>
                    <a:pt x="45" y="383"/>
                  </a:cubicBezTo>
                  <a:cubicBezTo>
                    <a:pt x="103" y="383"/>
                    <a:pt x="103" y="383"/>
                    <a:pt x="103" y="383"/>
                  </a:cubicBezTo>
                  <a:cubicBezTo>
                    <a:pt x="107" y="383"/>
                    <a:pt x="111" y="381"/>
                    <a:pt x="114" y="379"/>
                  </a:cubicBezTo>
                  <a:cubicBezTo>
                    <a:pt x="116" y="376"/>
                    <a:pt x="118" y="372"/>
                    <a:pt x="118" y="369"/>
                  </a:cubicBezTo>
                  <a:cubicBezTo>
                    <a:pt x="118" y="357"/>
                    <a:pt x="122" y="345"/>
                    <a:pt x="130" y="337"/>
                  </a:cubicBezTo>
                  <a:cubicBezTo>
                    <a:pt x="139" y="329"/>
                    <a:pt x="150" y="325"/>
                    <a:pt x="162" y="325"/>
                  </a:cubicBezTo>
                  <a:cubicBezTo>
                    <a:pt x="175" y="325"/>
                    <a:pt x="186" y="329"/>
                    <a:pt x="194" y="337"/>
                  </a:cubicBezTo>
                  <a:cubicBezTo>
                    <a:pt x="201" y="345"/>
                    <a:pt x="206" y="357"/>
                    <a:pt x="206" y="369"/>
                  </a:cubicBezTo>
                  <a:cubicBezTo>
                    <a:pt x="206" y="372"/>
                    <a:pt x="208" y="376"/>
                    <a:pt x="210" y="379"/>
                  </a:cubicBezTo>
                  <a:cubicBezTo>
                    <a:pt x="213" y="381"/>
                    <a:pt x="217" y="383"/>
                    <a:pt x="221" y="383"/>
                  </a:cubicBezTo>
                  <a:cubicBezTo>
                    <a:pt x="663" y="383"/>
                    <a:pt x="663" y="383"/>
                    <a:pt x="663" y="383"/>
                  </a:cubicBezTo>
                  <a:cubicBezTo>
                    <a:pt x="687" y="383"/>
                    <a:pt x="708" y="363"/>
                    <a:pt x="708" y="339"/>
                  </a:cubicBezTo>
                  <a:cubicBezTo>
                    <a:pt x="708" y="44"/>
                    <a:pt x="708" y="44"/>
                    <a:pt x="708" y="44"/>
                  </a:cubicBezTo>
                  <a:cubicBezTo>
                    <a:pt x="708" y="19"/>
                    <a:pt x="687" y="0"/>
                    <a:pt x="663" y="0"/>
                  </a:cubicBezTo>
                  <a:cubicBezTo>
                    <a:pt x="221" y="0"/>
                    <a:pt x="221" y="0"/>
                    <a:pt x="221" y="0"/>
                  </a:cubicBezTo>
                  <a:cubicBezTo>
                    <a:pt x="217" y="0"/>
                    <a:pt x="213" y="2"/>
                    <a:pt x="210" y="4"/>
                  </a:cubicBezTo>
                  <a:cubicBezTo>
                    <a:pt x="208" y="7"/>
                    <a:pt x="206" y="11"/>
                    <a:pt x="206" y="15"/>
                  </a:cubicBezTo>
                  <a:cubicBezTo>
                    <a:pt x="206" y="26"/>
                    <a:pt x="201" y="37"/>
                    <a:pt x="194" y="46"/>
                  </a:cubicBezTo>
                  <a:cubicBezTo>
                    <a:pt x="186" y="54"/>
                    <a:pt x="175" y="60"/>
                    <a:pt x="162" y="60"/>
                  </a:cubicBezTo>
                  <a:cubicBezTo>
                    <a:pt x="150" y="60"/>
                    <a:pt x="139" y="54"/>
                    <a:pt x="130" y="46"/>
                  </a:cubicBezTo>
                  <a:cubicBezTo>
                    <a:pt x="122" y="37"/>
                    <a:pt x="118" y="26"/>
                    <a:pt x="118" y="15"/>
                  </a:cubicBezTo>
                  <a:cubicBezTo>
                    <a:pt x="118" y="11"/>
                    <a:pt x="116" y="7"/>
                    <a:pt x="114" y="4"/>
                  </a:cubicBezTo>
                  <a:cubicBezTo>
                    <a:pt x="111" y="2"/>
                    <a:pt x="107" y="0"/>
                    <a:pt x="103" y="0"/>
                  </a:cubicBezTo>
                  <a:cubicBezTo>
                    <a:pt x="45" y="0"/>
                    <a:pt x="45" y="0"/>
                    <a:pt x="45" y="0"/>
                  </a:cubicBezTo>
                  <a:cubicBezTo>
                    <a:pt x="20" y="0"/>
                    <a:pt x="0" y="19"/>
                    <a:pt x="0" y="44"/>
                  </a:cubicBezTo>
                  <a:lnTo>
                    <a:pt x="0" y="339"/>
                  </a:lnTo>
                  <a:close/>
                  <a:moveTo>
                    <a:pt x="29" y="44"/>
                  </a:moveTo>
                  <a:lnTo>
                    <a:pt x="29" y="44"/>
                  </a:lnTo>
                  <a:cubicBezTo>
                    <a:pt x="29" y="36"/>
                    <a:pt x="36" y="29"/>
                    <a:pt x="45" y="29"/>
                  </a:cubicBezTo>
                  <a:cubicBezTo>
                    <a:pt x="90" y="29"/>
                    <a:pt x="90" y="29"/>
                    <a:pt x="90" y="29"/>
                  </a:cubicBezTo>
                  <a:cubicBezTo>
                    <a:pt x="97" y="62"/>
                    <a:pt x="126" y="89"/>
                    <a:pt x="162" y="89"/>
                  </a:cubicBezTo>
                  <a:cubicBezTo>
                    <a:pt x="198" y="89"/>
                    <a:pt x="227" y="62"/>
                    <a:pt x="234" y="29"/>
                  </a:cubicBezTo>
                  <a:cubicBezTo>
                    <a:pt x="663" y="29"/>
                    <a:pt x="663" y="29"/>
                    <a:pt x="663" y="29"/>
                  </a:cubicBezTo>
                  <a:cubicBezTo>
                    <a:pt x="670" y="29"/>
                    <a:pt x="677" y="36"/>
                    <a:pt x="677" y="44"/>
                  </a:cubicBezTo>
                  <a:cubicBezTo>
                    <a:pt x="677" y="339"/>
                    <a:pt x="677" y="339"/>
                    <a:pt x="677" y="339"/>
                  </a:cubicBezTo>
                  <a:cubicBezTo>
                    <a:pt x="677" y="347"/>
                    <a:pt x="670" y="354"/>
                    <a:pt x="663" y="354"/>
                  </a:cubicBezTo>
                  <a:cubicBezTo>
                    <a:pt x="234" y="354"/>
                    <a:pt x="234" y="354"/>
                    <a:pt x="234" y="354"/>
                  </a:cubicBezTo>
                  <a:cubicBezTo>
                    <a:pt x="227" y="321"/>
                    <a:pt x="198" y="294"/>
                    <a:pt x="162" y="294"/>
                  </a:cubicBezTo>
                  <a:cubicBezTo>
                    <a:pt x="126" y="294"/>
                    <a:pt x="97" y="321"/>
                    <a:pt x="90" y="354"/>
                  </a:cubicBezTo>
                  <a:cubicBezTo>
                    <a:pt x="45" y="354"/>
                    <a:pt x="45" y="354"/>
                    <a:pt x="45" y="354"/>
                  </a:cubicBezTo>
                  <a:cubicBezTo>
                    <a:pt x="36" y="354"/>
                    <a:pt x="29" y="347"/>
                    <a:pt x="29" y="339"/>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3" name="Freeform 558">
              <a:extLst>
                <a:ext uri="{FF2B5EF4-FFF2-40B4-BE49-F238E27FC236}">
                  <a16:creationId xmlns:a16="http://schemas.microsoft.com/office/drawing/2014/main" id="{BB7C5472-1B0A-4C24-20CE-91E741F77CF8}"/>
                </a:ext>
              </a:extLst>
            </p:cNvPr>
            <p:cNvSpPr>
              <a:spLocks noChangeArrowheads="1"/>
            </p:cNvSpPr>
            <p:nvPr/>
          </p:nvSpPr>
          <p:spPr bwMode="auto">
            <a:xfrm>
              <a:off x="2117725" y="285750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7"/>
                    <a:pt x="23" y="0"/>
                    <a:pt x="15" y="0"/>
                  </a:cubicBezTo>
                  <a:cubicBezTo>
                    <a:pt x="7" y="0"/>
                    <a:pt x="0" y="7"/>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4" name="Freeform 559">
              <a:extLst>
                <a:ext uri="{FF2B5EF4-FFF2-40B4-BE49-F238E27FC236}">
                  <a16:creationId xmlns:a16="http://schemas.microsoft.com/office/drawing/2014/main" id="{60CCE45E-965D-3C93-CC03-2A6F9C3ADFE0}"/>
                </a:ext>
              </a:extLst>
            </p:cNvPr>
            <p:cNvSpPr>
              <a:spLocks noChangeArrowheads="1"/>
            </p:cNvSpPr>
            <p:nvPr/>
          </p:nvSpPr>
          <p:spPr bwMode="auto">
            <a:xfrm>
              <a:off x="2117725" y="2825750"/>
              <a:ext cx="11113" cy="22225"/>
            </a:xfrm>
            <a:custGeom>
              <a:avLst/>
              <a:gdLst>
                <a:gd name="T0" fmla="*/ 15 w 31"/>
                <a:gd name="T1" fmla="*/ 59 h 60"/>
                <a:gd name="T2" fmla="*/ 15 w 31"/>
                <a:gd name="T3" fmla="*/ 59 h 60"/>
                <a:gd name="T4" fmla="*/ 30 w 31"/>
                <a:gd name="T5" fmla="*/ 44 h 60"/>
                <a:gd name="T6" fmla="*/ 30 w 31"/>
                <a:gd name="T7" fmla="*/ 15 h 60"/>
                <a:gd name="T8" fmla="*/ 15 w 31"/>
                <a:gd name="T9" fmla="*/ 0 h 60"/>
                <a:gd name="T10" fmla="*/ 0 w 31"/>
                <a:gd name="T11" fmla="*/ 15 h 60"/>
                <a:gd name="T12" fmla="*/ 0 w 31"/>
                <a:gd name="T13" fmla="*/ 44 h 60"/>
                <a:gd name="T14" fmla="*/ 15 w 31"/>
                <a:gd name="T15" fmla="*/ 59 h 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0">
                  <a:moveTo>
                    <a:pt x="15" y="59"/>
                  </a:moveTo>
                  <a:lnTo>
                    <a:pt x="15" y="59"/>
                  </a:lnTo>
                  <a:cubicBezTo>
                    <a:pt x="23" y="59"/>
                    <a:pt x="30" y="52"/>
                    <a:pt x="30" y="44"/>
                  </a:cubicBezTo>
                  <a:cubicBezTo>
                    <a:pt x="30" y="15"/>
                    <a:pt x="30" y="15"/>
                    <a:pt x="30" y="15"/>
                  </a:cubicBezTo>
                  <a:cubicBezTo>
                    <a:pt x="30" y="6"/>
                    <a:pt x="23" y="0"/>
                    <a:pt x="15" y="0"/>
                  </a:cubicBezTo>
                  <a:cubicBezTo>
                    <a:pt x="7" y="0"/>
                    <a:pt x="0" y="6"/>
                    <a:pt x="0" y="15"/>
                  </a:cubicBezTo>
                  <a:cubicBezTo>
                    <a:pt x="0" y="44"/>
                    <a:pt x="0" y="44"/>
                    <a:pt x="0" y="44"/>
                  </a:cubicBezTo>
                  <a:cubicBezTo>
                    <a:pt x="0" y="52"/>
                    <a:pt x="7" y="59"/>
                    <a:pt x="15"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5" name="Freeform 560">
              <a:extLst>
                <a:ext uri="{FF2B5EF4-FFF2-40B4-BE49-F238E27FC236}">
                  <a16:creationId xmlns:a16="http://schemas.microsoft.com/office/drawing/2014/main" id="{BD03C3C4-57A1-76DA-0213-70BF64A9854A}"/>
                </a:ext>
              </a:extLst>
            </p:cNvPr>
            <p:cNvSpPr>
              <a:spLocks noChangeArrowheads="1"/>
            </p:cNvSpPr>
            <p:nvPr/>
          </p:nvSpPr>
          <p:spPr bwMode="auto">
            <a:xfrm>
              <a:off x="2170113" y="2825750"/>
              <a:ext cx="117475" cy="11113"/>
            </a:xfrm>
            <a:custGeom>
              <a:avLst/>
              <a:gdLst>
                <a:gd name="T0" fmla="*/ 15 w 325"/>
                <a:gd name="T1" fmla="*/ 30 h 31"/>
                <a:gd name="T2" fmla="*/ 15 w 325"/>
                <a:gd name="T3" fmla="*/ 30 h 31"/>
                <a:gd name="T4" fmla="*/ 309 w 325"/>
                <a:gd name="T5" fmla="*/ 30 h 31"/>
                <a:gd name="T6" fmla="*/ 324 w 325"/>
                <a:gd name="T7" fmla="*/ 15 h 31"/>
                <a:gd name="T8" fmla="*/ 309 w 325"/>
                <a:gd name="T9" fmla="*/ 0 h 31"/>
                <a:gd name="T10" fmla="*/ 15 w 325"/>
                <a:gd name="T11" fmla="*/ 0 h 31"/>
                <a:gd name="T12" fmla="*/ 0 w 325"/>
                <a:gd name="T13" fmla="*/ 15 h 31"/>
                <a:gd name="T14" fmla="*/ 15 w 325"/>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1">
                  <a:moveTo>
                    <a:pt x="15" y="30"/>
                  </a:moveTo>
                  <a:lnTo>
                    <a:pt x="15" y="30"/>
                  </a:lnTo>
                  <a:cubicBezTo>
                    <a:pt x="309" y="30"/>
                    <a:pt x="309" y="30"/>
                    <a:pt x="309" y="30"/>
                  </a:cubicBezTo>
                  <a:cubicBezTo>
                    <a:pt x="317" y="30"/>
                    <a:pt x="324" y="23"/>
                    <a:pt x="324" y="15"/>
                  </a:cubicBezTo>
                  <a:cubicBezTo>
                    <a:pt x="324" y="6"/>
                    <a:pt x="317" y="0"/>
                    <a:pt x="309" y="0"/>
                  </a:cubicBezTo>
                  <a:cubicBezTo>
                    <a:pt x="15" y="0"/>
                    <a:pt x="15" y="0"/>
                    <a:pt x="15" y="0"/>
                  </a:cubicBezTo>
                  <a:cubicBezTo>
                    <a:pt x="7" y="0"/>
                    <a:pt x="0" y="6"/>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6" name="Freeform 561">
              <a:extLst>
                <a:ext uri="{FF2B5EF4-FFF2-40B4-BE49-F238E27FC236}">
                  <a16:creationId xmlns:a16="http://schemas.microsoft.com/office/drawing/2014/main" id="{BDA6BA48-CC7C-A387-4F95-2503BE147373}"/>
                </a:ext>
              </a:extLst>
            </p:cNvPr>
            <p:cNvSpPr>
              <a:spLocks noChangeArrowheads="1"/>
            </p:cNvSpPr>
            <p:nvPr/>
          </p:nvSpPr>
          <p:spPr bwMode="auto">
            <a:xfrm>
              <a:off x="2170113" y="2868613"/>
              <a:ext cx="117475" cy="11112"/>
            </a:xfrm>
            <a:custGeom>
              <a:avLst/>
              <a:gdLst>
                <a:gd name="T0" fmla="*/ 15 w 325"/>
                <a:gd name="T1" fmla="*/ 29 h 30"/>
                <a:gd name="T2" fmla="*/ 15 w 325"/>
                <a:gd name="T3" fmla="*/ 29 h 30"/>
                <a:gd name="T4" fmla="*/ 309 w 325"/>
                <a:gd name="T5" fmla="*/ 29 h 30"/>
                <a:gd name="T6" fmla="*/ 324 w 325"/>
                <a:gd name="T7" fmla="*/ 14 h 30"/>
                <a:gd name="T8" fmla="*/ 309 w 325"/>
                <a:gd name="T9" fmla="*/ 0 h 30"/>
                <a:gd name="T10" fmla="*/ 15 w 325"/>
                <a:gd name="T11" fmla="*/ 0 h 30"/>
                <a:gd name="T12" fmla="*/ 0 w 325"/>
                <a:gd name="T13" fmla="*/ 14 h 30"/>
                <a:gd name="T14" fmla="*/ 15 w 32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5" h="30">
                  <a:moveTo>
                    <a:pt x="15" y="29"/>
                  </a:moveTo>
                  <a:lnTo>
                    <a:pt x="15" y="29"/>
                  </a:lnTo>
                  <a:cubicBezTo>
                    <a:pt x="309" y="29"/>
                    <a:pt x="309" y="29"/>
                    <a:pt x="309" y="29"/>
                  </a:cubicBezTo>
                  <a:cubicBezTo>
                    <a:pt x="317" y="29"/>
                    <a:pt x="324" y="22"/>
                    <a:pt x="324" y="14"/>
                  </a:cubicBezTo>
                  <a:cubicBezTo>
                    <a:pt x="324" y="6"/>
                    <a:pt x="317" y="0"/>
                    <a:pt x="309"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77" name="Group 680">
            <a:extLst>
              <a:ext uri="{FF2B5EF4-FFF2-40B4-BE49-F238E27FC236}">
                <a16:creationId xmlns:a16="http://schemas.microsoft.com/office/drawing/2014/main" id="{2AF4770A-2240-3975-0497-4B47A5D32862}"/>
              </a:ext>
            </a:extLst>
          </p:cNvPr>
          <p:cNvGrpSpPr/>
          <p:nvPr/>
        </p:nvGrpSpPr>
        <p:grpSpPr>
          <a:xfrm>
            <a:off x="2684983" y="2888084"/>
            <a:ext cx="250825" cy="246062"/>
            <a:chOff x="1528763" y="3236913"/>
            <a:chExt cx="250825" cy="246062"/>
          </a:xfrm>
          <a:solidFill>
            <a:schemeClr val="accent4"/>
          </a:solidFill>
        </p:grpSpPr>
        <p:sp>
          <p:nvSpPr>
            <p:cNvPr id="678" name="Freeform 562">
              <a:extLst>
                <a:ext uri="{FF2B5EF4-FFF2-40B4-BE49-F238E27FC236}">
                  <a16:creationId xmlns:a16="http://schemas.microsoft.com/office/drawing/2014/main" id="{5A14001E-9F99-B820-5DAB-A7F490E70CEB}"/>
                </a:ext>
              </a:extLst>
            </p:cNvPr>
            <p:cNvSpPr>
              <a:spLocks noChangeArrowheads="1"/>
            </p:cNvSpPr>
            <p:nvPr/>
          </p:nvSpPr>
          <p:spPr bwMode="auto">
            <a:xfrm>
              <a:off x="1546225" y="33575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79" name="Freeform 563">
              <a:extLst>
                <a:ext uri="{FF2B5EF4-FFF2-40B4-BE49-F238E27FC236}">
                  <a16:creationId xmlns:a16="http://schemas.microsoft.com/office/drawing/2014/main" id="{E95013ED-C4C1-1504-BF6C-FD0872DFFC74}"/>
                </a:ext>
              </a:extLst>
            </p:cNvPr>
            <p:cNvSpPr>
              <a:spLocks noChangeArrowheads="1"/>
            </p:cNvSpPr>
            <p:nvPr/>
          </p:nvSpPr>
          <p:spPr bwMode="auto">
            <a:xfrm>
              <a:off x="1528763" y="3236913"/>
              <a:ext cx="250825" cy="246062"/>
            </a:xfrm>
            <a:custGeom>
              <a:avLst/>
              <a:gdLst>
                <a:gd name="T0" fmla="*/ 317 w 695"/>
                <a:gd name="T1" fmla="*/ 674 h 682"/>
                <a:gd name="T2" fmla="*/ 694 w 695"/>
                <a:gd name="T3" fmla="*/ 507 h 682"/>
                <a:gd name="T4" fmla="*/ 618 w 695"/>
                <a:gd name="T5" fmla="*/ 169 h 682"/>
                <a:gd name="T6" fmla="*/ 488 w 695"/>
                <a:gd name="T7" fmla="*/ 153 h 682"/>
                <a:gd name="T8" fmla="*/ 556 w 695"/>
                <a:gd name="T9" fmla="*/ 79 h 682"/>
                <a:gd name="T10" fmla="*/ 508 w 695"/>
                <a:gd name="T11" fmla="*/ 8 h 682"/>
                <a:gd name="T12" fmla="*/ 428 w 695"/>
                <a:gd name="T13" fmla="*/ 25 h 682"/>
                <a:gd name="T14" fmla="*/ 428 w 695"/>
                <a:gd name="T15" fmla="*/ 25 h 682"/>
                <a:gd name="T16" fmla="*/ 390 w 695"/>
                <a:gd name="T17" fmla="*/ 61 h 682"/>
                <a:gd name="T18" fmla="*/ 287 w 695"/>
                <a:gd name="T19" fmla="*/ 8 h 682"/>
                <a:gd name="T20" fmla="*/ 240 w 695"/>
                <a:gd name="T21" fmla="*/ 79 h 682"/>
                <a:gd name="T22" fmla="*/ 302 w 695"/>
                <a:gd name="T23" fmla="*/ 152 h 682"/>
                <a:gd name="T24" fmla="*/ 180 w 695"/>
                <a:gd name="T25" fmla="*/ 158 h 682"/>
                <a:gd name="T26" fmla="*/ 48 w 695"/>
                <a:gd name="T27" fmla="*/ 332 h 682"/>
                <a:gd name="T28" fmla="*/ 0 w 695"/>
                <a:gd name="T29" fmla="*/ 376 h 682"/>
                <a:gd name="T30" fmla="*/ 26 w 695"/>
                <a:gd name="T31" fmla="*/ 575 h 682"/>
                <a:gd name="T32" fmla="*/ 589 w 695"/>
                <a:gd name="T33" fmla="*/ 449 h 682"/>
                <a:gd name="T34" fmla="*/ 440 w 695"/>
                <a:gd name="T35" fmla="*/ 500 h 682"/>
                <a:gd name="T36" fmla="*/ 589 w 695"/>
                <a:gd name="T37" fmla="*/ 182 h 682"/>
                <a:gd name="T38" fmla="*/ 432 w 695"/>
                <a:gd name="T39" fmla="*/ 71 h 682"/>
                <a:gd name="T40" fmla="*/ 447 w 695"/>
                <a:gd name="T41" fmla="*/ 46 h 682"/>
                <a:gd name="T42" fmla="*/ 511 w 695"/>
                <a:gd name="T43" fmla="*/ 47 h 682"/>
                <a:gd name="T44" fmla="*/ 509 w 695"/>
                <a:gd name="T45" fmla="*/ 109 h 682"/>
                <a:gd name="T46" fmla="*/ 418 w 695"/>
                <a:gd name="T47" fmla="*/ 137 h 682"/>
                <a:gd name="T48" fmla="*/ 287 w 695"/>
                <a:gd name="T49" fmla="*/ 109 h 682"/>
                <a:gd name="T50" fmla="*/ 273 w 695"/>
                <a:gd name="T51" fmla="*/ 64 h 682"/>
                <a:gd name="T52" fmla="*/ 317 w 695"/>
                <a:gd name="T53" fmla="*/ 31 h 682"/>
                <a:gd name="T54" fmla="*/ 364 w 695"/>
                <a:gd name="T55" fmla="*/ 72 h 682"/>
                <a:gd name="T56" fmla="*/ 348 w 695"/>
                <a:gd name="T57" fmla="*/ 133 h 682"/>
                <a:gd name="T58" fmla="*/ 383 w 695"/>
                <a:gd name="T59" fmla="*/ 182 h 682"/>
                <a:gd name="T60" fmla="*/ 320 w 695"/>
                <a:gd name="T61" fmla="*/ 390 h 682"/>
                <a:gd name="T62" fmla="*/ 383 w 695"/>
                <a:gd name="T63" fmla="*/ 182 h 682"/>
                <a:gd name="T64" fmla="*/ 30 w 695"/>
                <a:gd name="T65" fmla="*/ 376 h 682"/>
                <a:gd name="T66" fmla="*/ 45 w 695"/>
                <a:gd name="T67" fmla="*/ 361 h 682"/>
                <a:gd name="T68" fmla="*/ 186 w 695"/>
                <a:gd name="T69" fmla="*/ 417 h 682"/>
                <a:gd name="T70" fmla="*/ 191 w 695"/>
                <a:gd name="T71" fmla="*/ 419 h 682"/>
                <a:gd name="T72" fmla="*/ 389 w 695"/>
                <a:gd name="T73" fmla="*/ 448 h 682"/>
                <a:gd name="T74" fmla="*/ 176 w 695"/>
                <a:gd name="T75" fmla="*/ 522 h 682"/>
                <a:gd name="T76" fmla="*/ 428 w 695"/>
                <a:gd name="T77" fmla="*/ 536 h 682"/>
                <a:gd name="T78" fmla="*/ 433 w 695"/>
                <a:gd name="T79" fmla="*/ 535 h 682"/>
                <a:gd name="T80" fmla="*/ 528 w 695"/>
                <a:gd name="T81" fmla="*/ 499 h 682"/>
                <a:gd name="T82" fmla="*/ 660 w 695"/>
                <a:gd name="T83" fmla="*/ 496 h 682"/>
                <a:gd name="T84" fmla="*/ 656 w 695"/>
                <a:gd name="T85" fmla="*/ 521 h 682"/>
                <a:gd name="T86" fmla="*/ 241 w 695"/>
                <a:gd name="T87" fmla="*/ 642 h 6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5" h="682">
                  <a:moveTo>
                    <a:pt x="279" y="681"/>
                  </a:moveTo>
                  <a:lnTo>
                    <a:pt x="279" y="681"/>
                  </a:lnTo>
                  <a:cubicBezTo>
                    <a:pt x="291" y="681"/>
                    <a:pt x="305" y="678"/>
                    <a:pt x="317" y="674"/>
                  </a:cubicBezTo>
                  <a:cubicBezTo>
                    <a:pt x="665" y="548"/>
                    <a:pt x="665" y="548"/>
                    <a:pt x="665" y="548"/>
                  </a:cubicBezTo>
                  <a:cubicBezTo>
                    <a:pt x="675" y="546"/>
                    <a:pt x="682" y="539"/>
                    <a:pt x="687" y="532"/>
                  </a:cubicBezTo>
                  <a:cubicBezTo>
                    <a:pt x="692" y="524"/>
                    <a:pt x="694" y="515"/>
                    <a:pt x="694" y="507"/>
                  </a:cubicBezTo>
                  <a:cubicBezTo>
                    <a:pt x="694" y="495"/>
                    <a:pt x="690" y="482"/>
                    <a:pt x="679" y="474"/>
                  </a:cubicBezTo>
                  <a:cubicBezTo>
                    <a:pt x="668" y="463"/>
                    <a:pt x="647" y="449"/>
                    <a:pt x="618" y="446"/>
                  </a:cubicBezTo>
                  <a:cubicBezTo>
                    <a:pt x="618" y="169"/>
                    <a:pt x="618" y="169"/>
                    <a:pt x="618" y="169"/>
                  </a:cubicBezTo>
                  <a:cubicBezTo>
                    <a:pt x="618" y="165"/>
                    <a:pt x="617" y="160"/>
                    <a:pt x="614" y="158"/>
                  </a:cubicBezTo>
                  <a:cubicBezTo>
                    <a:pt x="611" y="155"/>
                    <a:pt x="607" y="153"/>
                    <a:pt x="604" y="153"/>
                  </a:cubicBezTo>
                  <a:cubicBezTo>
                    <a:pt x="488" y="153"/>
                    <a:pt x="488" y="153"/>
                    <a:pt x="488" y="153"/>
                  </a:cubicBezTo>
                  <a:cubicBezTo>
                    <a:pt x="490" y="153"/>
                    <a:pt x="491" y="152"/>
                    <a:pt x="493" y="152"/>
                  </a:cubicBezTo>
                  <a:cubicBezTo>
                    <a:pt x="506" y="148"/>
                    <a:pt x="519" y="141"/>
                    <a:pt x="530" y="131"/>
                  </a:cubicBezTo>
                  <a:cubicBezTo>
                    <a:pt x="546" y="115"/>
                    <a:pt x="556" y="97"/>
                    <a:pt x="556" y="79"/>
                  </a:cubicBezTo>
                  <a:cubicBezTo>
                    <a:pt x="556" y="68"/>
                    <a:pt x="553" y="58"/>
                    <a:pt x="548" y="50"/>
                  </a:cubicBezTo>
                  <a:cubicBezTo>
                    <a:pt x="544" y="42"/>
                    <a:pt x="538" y="33"/>
                    <a:pt x="531" y="26"/>
                  </a:cubicBezTo>
                  <a:cubicBezTo>
                    <a:pt x="524" y="19"/>
                    <a:pt x="516" y="13"/>
                    <a:pt x="508" y="8"/>
                  </a:cubicBezTo>
                  <a:cubicBezTo>
                    <a:pt x="500" y="4"/>
                    <a:pt x="490" y="0"/>
                    <a:pt x="479" y="0"/>
                  </a:cubicBezTo>
                  <a:cubicBezTo>
                    <a:pt x="461" y="0"/>
                    <a:pt x="444" y="8"/>
                    <a:pt x="428" y="25"/>
                  </a:cubicBezTo>
                  <a:lnTo>
                    <a:pt x="428" y="25"/>
                  </a:lnTo>
                  <a:lnTo>
                    <a:pt x="428" y="25"/>
                  </a:lnTo>
                  <a:lnTo>
                    <a:pt x="428" y="25"/>
                  </a:lnTo>
                  <a:lnTo>
                    <a:pt x="428" y="25"/>
                  </a:lnTo>
                  <a:cubicBezTo>
                    <a:pt x="417" y="35"/>
                    <a:pt x="410" y="48"/>
                    <a:pt x="404" y="61"/>
                  </a:cubicBezTo>
                  <a:cubicBezTo>
                    <a:pt x="401" y="68"/>
                    <a:pt x="400" y="75"/>
                    <a:pt x="397" y="82"/>
                  </a:cubicBezTo>
                  <a:cubicBezTo>
                    <a:pt x="396" y="75"/>
                    <a:pt x="393" y="68"/>
                    <a:pt x="390" y="61"/>
                  </a:cubicBezTo>
                  <a:cubicBezTo>
                    <a:pt x="386" y="48"/>
                    <a:pt x="378" y="35"/>
                    <a:pt x="368" y="25"/>
                  </a:cubicBezTo>
                  <a:cubicBezTo>
                    <a:pt x="352" y="8"/>
                    <a:pt x="334" y="0"/>
                    <a:pt x="317" y="0"/>
                  </a:cubicBezTo>
                  <a:cubicBezTo>
                    <a:pt x="306" y="0"/>
                    <a:pt x="296" y="4"/>
                    <a:pt x="287" y="8"/>
                  </a:cubicBezTo>
                  <a:cubicBezTo>
                    <a:pt x="279" y="13"/>
                    <a:pt x="272" y="19"/>
                    <a:pt x="263" y="26"/>
                  </a:cubicBezTo>
                  <a:cubicBezTo>
                    <a:pt x="258" y="33"/>
                    <a:pt x="251" y="42"/>
                    <a:pt x="247" y="50"/>
                  </a:cubicBezTo>
                  <a:cubicBezTo>
                    <a:pt x="243" y="58"/>
                    <a:pt x="240" y="68"/>
                    <a:pt x="240" y="79"/>
                  </a:cubicBezTo>
                  <a:cubicBezTo>
                    <a:pt x="240" y="97"/>
                    <a:pt x="248" y="115"/>
                    <a:pt x="266" y="131"/>
                  </a:cubicBezTo>
                  <a:lnTo>
                    <a:pt x="266" y="131"/>
                  </a:lnTo>
                  <a:cubicBezTo>
                    <a:pt x="276" y="141"/>
                    <a:pt x="290" y="148"/>
                    <a:pt x="302" y="152"/>
                  </a:cubicBezTo>
                  <a:cubicBezTo>
                    <a:pt x="303" y="152"/>
                    <a:pt x="305" y="153"/>
                    <a:pt x="306" y="153"/>
                  </a:cubicBezTo>
                  <a:cubicBezTo>
                    <a:pt x="191" y="153"/>
                    <a:pt x="191" y="153"/>
                    <a:pt x="191" y="153"/>
                  </a:cubicBezTo>
                  <a:cubicBezTo>
                    <a:pt x="187" y="153"/>
                    <a:pt x="183" y="155"/>
                    <a:pt x="180" y="158"/>
                  </a:cubicBezTo>
                  <a:cubicBezTo>
                    <a:pt x="178" y="160"/>
                    <a:pt x="176" y="165"/>
                    <a:pt x="176" y="169"/>
                  </a:cubicBezTo>
                  <a:cubicBezTo>
                    <a:pt x="176" y="377"/>
                    <a:pt x="176" y="377"/>
                    <a:pt x="176" y="377"/>
                  </a:cubicBezTo>
                  <a:cubicBezTo>
                    <a:pt x="122" y="344"/>
                    <a:pt x="80" y="334"/>
                    <a:pt x="48" y="332"/>
                  </a:cubicBezTo>
                  <a:cubicBezTo>
                    <a:pt x="46" y="332"/>
                    <a:pt x="45" y="332"/>
                    <a:pt x="44" y="332"/>
                  </a:cubicBezTo>
                  <a:cubicBezTo>
                    <a:pt x="33" y="332"/>
                    <a:pt x="22" y="336"/>
                    <a:pt x="13" y="344"/>
                  </a:cubicBezTo>
                  <a:cubicBezTo>
                    <a:pt x="5" y="352"/>
                    <a:pt x="0" y="363"/>
                    <a:pt x="0" y="376"/>
                  </a:cubicBezTo>
                  <a:cubicBezTo>
                    <a:pt x="0" y="535"/>
                    <a:pt x="0" y="535"/>
                    <a:pt x="0" y="535"/>
                  </a:cubicBezTo>
                  <a:cubicBezTo>
                    <a:pt x="0" y="551"/>
                    <a:pt x="9" y="568"/>
                    <a:pt x="26" y="575"/>
                  </a:cubicBezTo>
                  <a:lnTo>
                    <a:pt x="26" y="575"/>
                  </a:lnTo>
                  <a:cubicBezTo>
                    <a:pt x="229" y="670"/>
                    <a:pt x="229" y="670"/>
                    <a:pt x="229" y="670"/>
                  </a:cubicBezTo>
                  <a:cubicBezTo>
                    <a:pt x="244" y="677"/>
                    <a:pt x="261" y="681"/>
                    <a:pt x="279" y="681"/>
                  </a:cubicBezTo>
                  <a:close/>
                  <a:moveTo>
                    <a:pt x="589" y="449"/>
                  </a:moveTo>
                  <a:lnTo>
                    <a:pt x="589" y="449"/>
                  </a:lnTo>
                  <a:cubicBezTo>
                    <a:pt x="577" y="452"/>
                    <a:pt x="563" y="456"/>
                    <a:pt x="546" y="461"/>
                  </a:cubicBezTo>
                  <a:cubicBezTo>
                    <a:pt x="509" y="473"/>
                    <a:pt x="465" y="490"/>
                    <a:pt x="440" y="500"/>
                  </a:cubicBezTo>
                  <a:cubicBezTo>
                    <a:pt x="437" y="474"/>
                    <a:pt x="428" y="450"/>
                    <a:pt x="412" y="431"/>
                  </a:cubicBezTo>
                  <a:cubicBezTo>
                    <a:pt x="412" y="182"/>
                    <a:pt x="412" y="182"/>
                    <a:pt x="412" y="182"/>
                  </a:cubicBezTo>
                  <a:cubicBezTo>
                    <a:pt x="589" y="182"/>
                    <a:pt x="589" y="182"/>
                    <a:pt x="589" y="182"/>
                  </a:cubicBezTo>
                  <a:lnTo>
                    <a:pt x="589" y="449"/>
                  </a:lnTo>
                  <a:close/>
                  <a:moveTo>
                    <a:pt x="432" y="71"/>
                  </a:moveTo>
                  <a:lnTo>
                    <a:pt x="432" y="71"/>
                  </a:lnTo>
                  <a:cubicBezTo>
                    <a:pt x="437" y="60"/>
                    <a:pt x="442" y="51"/>
                    <a:pt x="447" y="46"/>
                  </a:cubicBezTo>
                  <a:cubicBezTo>
                    <a:pt x="437" y="36"/>
                    <a:pt x="437" y="36"/>
                    <a:pt x="437" y="36"/>
                  </a:cubicBezTo>
                  <a:cubicBezTo>
                    <a:pt x="447" y="46"/>
                    <a:pt x="447" y="46"/>
                    <a:pt x="447" y="46"/>
                  </a:cubicBezTo>
                  <a:cubicBezTo>
                    <a:pt x="461" y="33"/>
                    <a:pt x="471" y="31"/>
                    <a:pt x="479" y="31"/>
                  </a:cubicBezTo>
                  <a:cubicBezTo>
                    <a:pt x="484" y="31"/>
                    <a:pt x="488" y="32"/>
                    <a:pt x="494" y="35"/>
                  </a:cubicBezTo>
                  <a:cubicBezTo>
                    <a:pt x="500" y="37"/>
                    <a:pt x="505" y="42"/>
                    <a:pt x="511" y="47"/>
                  </a:cubicBezTo>
                  <a:cubicBezTo>
                    <a:pt x="515" y="53"/>
                    <a:pt x="519" y="58"/>
                    <a:pt x="522" y="64"/>
                  </a:cubicBezTo>
                  <a:cubicBezTo>
                    <a:pt x="524" y="69"/>
                    <a:pt x="526" y="73"/>
                    <a:pt x="526" y="79"/>
                  </a:cubicBezTo>
                  <a:cubicBezTo>
                    <a:pt x="526" y="87"/>
                    <a:pt x="523" y="97"/>
                    <a:pt x="509" y="109"/>
                  </a:cubicBezTo>
                  <a:cubicBezTo>
                    <a:pt x="504" y="115"/>
                    <a:pt x="494" y="120"/>
                    <a:pt x="483" y="124"/>
                  </a:cubicBezTo>
                  <a:cubicBezTo>
                    <a:pt x="466" y="130"/>
                    <a:pt x="447" y="134"/>
                    <a:pt x="432" y="136"/>
                  </a:cubicBezTo>
                  <a:cubicBezTo>
                    <a:pt x="426" y="136"/>
                    <a:pt x="422" y="136"/>
                    <a:pt x="418" y="137"/>
                  </a:cubicBezTo>
                  <a:cubicBezTo>
                    <a:pt x="418" y="127"/>
                    <a:pt x="421" y="116"/>
                    <a:pt x="422" y="104"/>
                  </a:cubicBezTo>
                  <a:cubicBezTo>
                    <a:pt x="425" y="93"/>
                    <a:pt x="428" y="80"/>
                    <a:pt x="432" y="71"/>
                  </a:cubicBezTo>
                  <a:close/>
                  <a:moveTo>
                    <a:pt x="287" y="109"/>
                  </a:moveTo>
                  <a:lnTo>
                    <a:pt x="287" y="109"/>
                  </a:lnTo>
                  <a:cubicBezTo>
                    <a:pt x="273" y="97"/>
                    <a:pt x="269" y="87"/>
                    <a:pt x="269" y="79"/>
                  </a:cubicBezTo>
                  <a:cubicBezTo>
                    <a:pt x="269" y="73"/>
                    <a:pt x="270" y="69"/>
                    <a:pt x="273" y="64"/>
                  </a:cubicBezTo>
                  <a:cubicBezTo>
                    <a:pt x="276" y="58"/>
                    <a:pt x="280" y="53"/>
                    <a:pt x="285" y="47"/>
                  </a:cubicBezTo>
                  <a:cubicBezTo>
                    <a:pt x="291" y="42"/>
                    <a:pt x="296" y="37"/>
                    <a:pt x="302" y="35"/>
                  </a:cubicBezTo>
                  <a:cubicBezTo>
                    <a:pt x="306" y="32"/>
                    <a:pt x="312" y="31"/>
                    <a:pt x="317" y="31"/>
                  </a:cubicBezTo>
                  <a:cubicBezTo>
                    <a:pt x="324" y="31"/>
                    <a:pt x="335" y="33"/>
                    <a:pt x="348" y="46"/>
                  </a:cubicBezTo>
                  <a:lnTo>
                    <a:pt x="348" y="46"/>
                  </a:lnTo>
                  <a:cubicBezTo>
                    <a:pt x="353" y="51"/>
                    <a:pt x="359" y="61"/>
                    <a:pt x="364" y="72"/>
                  </a:cubicBezTo>
                  <a:cubicBezTo>
                    <a:pt x="370" y="89"/>
                    <a:pt x="374" y="109"/>
                    <a:pt x="377" y="124"/>
                  </a:cubicBezTo>
                  <a:cubicBezTo>
                    <a:pt x="377" y="129"/>
                    <a:pt x="377" y="133"/>
                    <a:pt x="378" y="137"/>
                  </a:cubicBezTo>
                  <a:cubicBezTo>
                    <a:pt x="370" y="136"/>
                    <a:pt x="359" y="134"/>
                    <a:pt x="348" y="133"/>
                  </a:cubicBezTo>
                  <a:cubicBezTo>
                    <a:pt x="335" y="131"/>
                    <a:pt x="323" y="129"/>
                    <a:pt x="312" y="124"/>
                  </a:cubicBezTo>
                  <a:cubicBezTo>
                    <a:pt x="302" y="120"/>
                    <a:pt x="292" y="115"/>
                    <a:pt x="287" y="109"/>
                  </a:cubicBezTo>
                  <a:close/>
                  <a:moveTo>
                    <a:pt x="383" y="182"/>
                  </a:moveTo>
                  <a:lnTo>
                    <a:pt x="383" y="182"/>
                  </a:lnTo>
                  <a:cubicBezTo>
                    <a:pt x="383" y="405"/>
                    <a:pt x="383" y="405"/>
                    <a:pt x="383" y="405"/>
                  </a:cubicBezTo>
                  <a:cubicBezTo>
                    <a:pt x="366" y="395"/>
                    <a:pt x="343" y="388"/>
                    <a:pt x="320" y="390"/>
                  </a:cubicBezTo>
                  <a:cubicBezTo>
                    <a:pt x="207" y="390"/>
                    <a:pt x="207" y="390"/>
                    <a:pt x="207" y="390"/>
                  </a:cubicBezTo>
                  <a:cubicBezTo>
                    <a:pt x="207" y="182"/>
                    <a:pt x="207" y="182"/>
                    <a:pt x="207" y="182"/>
                  </a:cubicBezTo>
                  <a:lnTo>
                    <a:pt x="383" y="182"/>
                  </a:lnTo>
                  <a:close/>
                  <a:moveTo>
                    <a:pt x="30" y="535"/>
                  </a:moveTo>
                  <a:lnTo>
                    <a:pt x="30" y="535"/>
                  </a:lnTo>
                  <a:cubicBezTo>
                    <a:pt x="30" y="376"/>
                    <a:pt x="30" y="376"/>
                    <a:pt x="30" y="376"/>
                  </a:cubicBezTo>
                  <a:cubicBezTo>
                    <a:pt x="30" y="368"/>
                    <a:pt x="35" y="361"/>
                    <a:pt x="44" y="361"/>
                  </a:cubicBezTo>
                  <a:cubicBezTo>
                    <a:pt x="45" y="361"/>
                    <a:pt x="45" y="361"/>
                    <a:pt x="45" y="361"/>
                  </a:cubicBezTo>
                  <a:lnTo>
                    <a:pt x="45" y="361"/>
                  </a:lnTo>
                  <a:cubicBezTo>
                    <a:pt x="77" y="363"/>
                    <a:pt x="120" y="374"/>
                    <a:pt x="183" y="416"/>
                  </a:cubicBezTo>
                  <a:cubicBezTo>
                    <a:pt x="183" y="416"/>
                    <a:pt x="185" y="416"/>
                    <a:pt x="185" y="417"/>
                  </a:cubicBezTo>
                  <a:cubicBezTo>
                    <a:pt x="186" y="417"/>
                    <a:pt x="186" y="417"/>
                    <a:pt x="186" y="417"/>
                  </a:cubicBezTo>
                  <a:cubicBezTo>
                    <a:pt x="187" y="419"/>
                    <a:pt x="190" y="419"/>
                    <a:pt x="191" y="419"/>
                  </a:cubicBezTo>
                  <a:lnTo>
                    <a:pt x="191" y="419"/>
                  </a:lnTo>
                  <a:lnTo>
                    <a:pt x="191" y="419"/>
                  </a:lnTo>
                  <a:cubicBezTo>
                    <a:pt x="196" y="419"/>
                    <a:pt x="196" y="419"/>
                    <a:pt x="196" y="419"/>
                  </a:cubicBezTo>
                  <a:cubicBezTo>
                    <a:pt x="320" y="419"/>
                    <a:pt x="320" y="419"/>
                    <a:pt x="320" y="419"/>
                  </a:cubicBezTo>
                  <a:cubicBezTo>
                    <a:pt x="352" y="419"/>
                    <a:pt x="372" y="430"/>
                    <a:pt x="389" y="448"/>
                  </a:cubicBezTo>
                  <a:cubicBezTo>
                    <a:pt x="401" y="463"/>
                    <a:pt x="408" y="484"/>
                    <a:pt x="411" y="507"/>
                  </a:cubicBezTo>
                  <a:cubicBezTo>
                    <a:pt x="191" y="507"/>
                    <a:pt x="191" y="507"/>
                    <a:pt x="191" y="507"/>
                  </a:cubicBezTo>
                  <a:cubicBezTo>
                    <a:pt x="183" y="507"/>
                    <a:pt x="176" y="514"/>
                    <a:pt x="176" y="522"/>
                  </a:cubicBezTo>
                  <a:cubicBezTo>
                    <a:pt x="176" y="529"/>
                    <a:pt x="183" y="536"/>
                    <a:pt x="191" y="536"/>
                  </a:cubicBezTo>
                  <a:cubicBezTo>
                    <a:pt x="426" y="536"/>
                    <a:pt x="426" y="536"/>
                    <a:pt x="426" y="536"/>
                  </a:cubicBezTo>
                  <a:lnTo>
                    <a:pt x="428" y="536"/>
                  </a:lnTo>
                  <a:lnTo>
                    <a:pt x="428" y="536"/>
                  </a:lnTo>
                  <a:cubicBezTo>
                    <a:pt x="428" y="536"/>
                    <a:pt x="429" y="536"/>
                    <a:pt x="430" y="536"/>
                  </a:cubicBezTo>
                  <a:cubicBezTo>
                    <a:pt x="432" y="536"/>
                    <a:pt x="432" y="536"/>
                    <a:pt x="433" y="535"/>
                  </a:cubicBezTo>
                  <a:lnTo>
                    <a:pt x="433" y="535"/>
                  </a:lnTo>
                  <a:cubicBezTo>
                    <a:pt x="433" y="535"/>
                    <a:pt x="440" y="532"/>
                    <a:pt x="453" y="528"/>
                  </a:cubicBezTo>
                  <a:cubicBezTo>
                    <a:pt x="471" y="519"/>
                    <a:pt x="500" y="508"/>
                    <a:pt x="528" y="499"/>
                  </a:cubicBezTo>
                  <a:cubicBezTo>
                    <a:pt x="556" y="488"/>
                    <a:pt x="584" y="479"/>
                    <a:pt x="598" y="477"/>
                  </a:cubicBezTo>
                  <a:cubicBezTo>
                    <a:pt x="603" y="477"/>
                    <a:pt x="607" y="477"/>
                    <a:pt x="611" y="477"/>
                  </a:cubicBezTo>
                  <a:cubicBezTo>
                    <a:pt x="633" y="477"/>
                    <a:pt x="649" y="486"/>
                    <a:pt x="660" y="496"/>
                  </a:cubicBezTo>
                  <a:cubicBezTo>
                    <a:pt x="664" y="499"/>
                    <a:pt x="665" y="503"/>
                    <a:pt x="665" y="507"/>
                  </a:cubicBezTo>
                  <a:cubicBezTo>
                    <a:pt x="665" y="510"/>
                    <a:pt x="664" y="513"/>
                    <a:pt x="663" y="515"/>
                  </a:cubicBezTo>
                  <a:cubicBezTo>
                    <a:pt x="661" y="518"/>
                    <a:pt x="658" y="519"/>
                    <a:pt x="656" y="521"/>
                  </a:cubicBezTo>
                  <a:cubicBezTo>
                    <a:pt x="308" y="647"/>
                    <a:pt x="308" y="647"/>
                    <a:pt x="308" y="647"/>
                  </a:cubicBezTo>
                  <a:cubicBezTo>
                    <a:pt x="298" y="649"/>
                    <a:pt x="288" y="651"/>
                    <a:pt x="279" y="651"/>
                  </a:cubicBezTo>
                  <a:cubicBezTo>
                    <a:pt x="265" y="651"/>
                    <a:pt x="252" y="648"/>
                    <a:pt x="241" y="642"/>
                  </a:cubicBezTo>
                  <a:cubicBezTo>
                    <a:pt x="38" y="548"/>
                    <a:pt x="38" y="548"/>
                    <a:pt x="38" y="548"/>
                  </a:cubicBezTo>
                  <a:cubicBezTo>
                    <a:pt x="33" y="546"/>
                    <a:pt x="30" y="540"/>
                    <a:pt x="30" y="5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0" name="Freeform 564">
              <a:extLst>
                <a:ext uri="{FF2B5EF4-FFF2-40B4-BE49-F238E27FC236}">
                  <a16:creationId xmlns:a16="http://schemas.microsoft.com/office/drawing/2014/main" id="{9432151D-9AA9-DF2F-25CF-226D02E2A095}"/>
                </a:ext>
              </a:extLst>
            </p:cNvPr>
            <p:cNvSpPr>
              <a:spLocks noChangeArrowheads="1"/>
            </p:cNvSpPr>
            <p:nvPr/>
          </p:nvSpPr>
          <p:spPr bwMode="auto">
            <a:xfrm>
              <a:off x="1662113" y="32464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1" name="Freeform 565">
            <a:extLst>
              <a:ext uri="{FF2B5EF4-FFF2-40B4-BE49-F238E27FC236}">
                <a16:creationId xmlns:a16="http://schemas.microsoft.com/office/drawing/2014/main" id="{E9A3C50C-DA3E-9E35-0820-209A450B0C51}"/>
              </a:ext>
            </a:extLst>
          </p:cNvPr>
          <p:cNvSpPr>
            <a:spLocks noChangeArrowheads="1"/>
          </p:cNvSpPr>
          <p:nvPr/>
        </p:nvSpPr>
        <p:spPr bwMode="auto">
          <a:xfrm>
            <a:off x="1700733" y="879896"/>
            <a:ext cx="244475" cy="255588"/>
          </a:xfrm>
          <a:custGeom>
            <a:avLst/>
            <a:gdLst>
              <a:gd name="T0" fmla="*/ 6 w 681"/>
              <a:gd name="T1" fmla="*/ 330 h 709"/>
              <a:gd name="T2" fmla="*/ 6 w 681"/>
              <a:gd name="T3" fmla="*/ 330 h 709"/>
              <a:gd name="T4" fmla="*/ 6 w 681"/>
              <a:gd name="T5" fmla="*/ 351 h 709"/>
              <a:gd name="T6" fmla="*/ 26 w 681"/>
              <a:gd name="T7" fmla="*/ 351 h 709"/>
              <a:gd name="T8" fmla="*/ 59 w 681"/>
              <a:gd name="T9" fmla="*/ 316 h 709"/>
              <a:gd name="T10" fmla="*/ 59 w 681"/>
              <a:gd name="T11" fmla="*/ 693 h 709"/>
              <a:gd name="T12" fmla="*/ 64 w 681"/>
              <a:gd name="T13" fmla="*/ 704 h 709"/>
              <a:gd name="T14" fmla="*/ 75 w 681"/>
              <a:gd name="T15" fmla="*/ 708 h 709"/>
              <a:gd name="T16" fmla="*/ 251 w 681"/>
              <a:gd name="T17" fmla="*/ 708 h 709"/>
              <a:gd name="T18" fmla="*/ 261 w 681"/>
              <a:gd name="T19" fmla="*/ 704 h 709"/>
              <a:gd name="T20" fmla="*/ 267 w 681"/>
              <a:gd name="T21" fmla="*/ 693 h 709"/>
              <a:gd name="T22" fmla="*/ 267 w 681"/>
              <a:gd name="T23" fmla="*/ 443 h 709"/>
              <a:gd name="T24" fmla="*/ 413 w 681"/>
              <a:gd name="T25" fmla="*/ 443 h 709"/>
              <a:gd name="T26" fmla="*/ 413 w 681"/>
              <a:gd name="T27" fmla="*/ 693 h 709"/>
              <a:gd name="T28" fmla="*/ 417 w 681"/>
              <a:gd name="T29" fmla="*/ 704 h 709"/>
              <a:gd name="T30" fmla="*/ 428 w 681"/>
              <a:gd name="T31" fmla="*/ 708 h 709"/>
              <a:gd name="T32" fmla="*/ 605 w 681"/>
              <a:gd name="T33" fmla="*/ 708 h 709"/>
              <a:gd name="T34" fmla="*/ 615 w 681"/>
              <a:gd name="T35" fmla="*/ 704 h 709"/>
              <a:gd name="T36" fmla="*/ 620 w 681"/>
              <a:gd name="T37" fmla="*/ 693 h 709"/>
              <a:gd name="T38" fmla="*/ 620 w 681"/>
              <a:gd name="T39" fmla="*/ 316 h 709"/>
              <a:gd name="T40" fmla="*/ 653 w 681"/>
              <a:gd name="T41" fmla="*/ 351 h 709"/>
              <a:gd name="T42" fmla="*/ 674 w 681"/>
              <a:gd name="T43" fmla="*/ 351 h 709"/>
              <a:gd name="T44" fmla="*/ 674 w 681"/>
              <a:gd name="T45" fmla="*/ 330 h 709"/>
              <a:gd name="T46" fmla="*/ 350 w 681"/>
              <a:gd name="T47" fmla="*/ 5 h 709"/>
              <a:gd name="T48" fmla="*/ 329 w 681"/>
              <a:gd name="T49" fmla="*/ 5 h 709"/>
              <a:gd name="T50" fmla="*/ 6 w 681"/>
              <a:gd name="T51" fmla="*/ 330 h 709"/>
              <a:gd name="T52" fmla="*/ 340 w 681"/>
              <a:gd name="T53" fmla="*/ 36 h 709"/>
              <a:gd name="T54" fmla="*/ 340 w 681"/>
              <a:gd name="T55" fmla="*/ 36 h 709"/>
              <a:gd name="T56" fmla="*/ 590 w 681"/>
              <a:gd name="T57" fmla="*/ 287 h 709"/>
              <a:gd name="T58" fmla="*/ 590 w 681"/>
              <a:gd name="T59" fmla="*/ 678 h 709"/>
              <a:gd name="T60" fmla="*/ 443 w 681"/>
              <a:gd name="T61" fmla="*/ 678 h 709"/>
              <a:gd name="T62" fmla="*/ 443 w 681"/>
              <a:gd name="T63" fmla="*/ 428 h 709"/>
              <a:gd name="T64" fmla="*/ 438 w 681"/>
              <a:gd name="T65" fmla="*/ 418 h 709"/>
              <a:gd name="T66" fmla="*/ 428 w 681"/>
              <a:gd name="T67" fmla="*/ 413 h 709"/>
              <a:gd name="T68" fmla="*/ 251 w 681"/>
              <a:gd name="T69" fmla="*/ 413 h 709"/>
              <a:gd name="T70" fmla="*/ 240 w 681"/>
              <a:gd name="T71" fmla="*/ 418 h 709"/>
              <a:gd name="T72" fmla="*/ 236 w 681"/>
              <a:gd name="T73" fmla="*/ 428 h 709"/>
              <a:gd name="T74" fmla="*/ 236 w 681"/>
              <a:gd name="T75" fmla="*/ 678 h 709"/>
              <a:gd name="T76" fmla="*/ 90 w 681"/>
              <a:gd name="T77" fmla="*/ 678 h 709"/>
              <a:gd name="T78" fmla="*/ 90 w 681"/>
              <a:gd name="T79" fmla="*/ 287 h 709"/>
              <a:gd name="T80" fmla="*/ 340 w 681"/>
              <a:gd name="T81" fmla="*/ 36 h 7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1" h="709">
                <a:moveTo>
                  <a:pt x="6" y="330"/>
                </a:moveTo>
                <a:lnTo>
                  <a:pt x="6" y="330"/>
                </a:lnTo>
                <a:cubicBezTo>
                  <a:pt x="0" y="335"/>
                  <a:pt x="0" y="344"/>
                  <a:pt x="6" y="351"/>
                </a:cubicBezTo>
                <a:cubicBezTo>
                  <a:pt x="11" y="356"/>
                  <a:pt x="21" y="356"/>
                  <a:pt x="26" y="351"/>
                </a:cubicBezTo>
                <a:cubicBezTo>
                  <a:pt x="59" y="316"/>
                  <a:pt x="59" y="316"/>
                  <a:pt x="59" y="316"/>
                </a:cubicBezTo>
                <a:cubicBezTo>
                  <a:pt x="59" y="693"/>
                  <a:pt x="59" y="693"/>
                  <a:pt x="59" y="693"/>
                </a:cubicBezTo>
                <a:cubicBezTo>
                  <a:pt x="59" y="697"/>
                  <a:pt x="61" y="701"/>
                  <a:pt x="64" y="704"/>
                </a:cubicBezTo>
                <a:cubicBezTo>
                  <a:pt x="66" y="707"/>
                  <a:pt x="71" y="708"/>
                  <a:pt x="75" y="708"/>
                </a:cubicBezTo>
                <a:cubicBezTo>
                  <a:pt x="251" y="708"/>
                  <a:pt x="251" y="708"/>
                  <a:pt x="251" y="708"/>
                </a:cubicBezTo>
                <a:cubicBezTo>
                  <a:pt x="256" y="708"/>
                  <a:pt x="258" y="707"/>
                  <a:pt x="261" y="704"/>
                </a:cubicBezTo>
                <a:cubicBezTo>
                  <a:pt x="264" y="701"/>
                  <a:pt x="267" y="697"/>
                  <a:pt x="267" y="693"/>
                </a:cubicBezTo>
                <a:cubicBezTo>
                  <a:pt x="267" y="443"/>
                  <a:pt x="267" y="443"/>
                  <a:pt x="267" y="443"/>
                </a:cubicBezTo>
                <a:cubicBezTo>
                  <a:pt x="413" y="443"/>
                  <a:pt x="413" y="443"/>
                  <a:pt x="413" y="443"/>
                </a:cubicBezTo>
                <a:cubicBezTo>
                  <a:pt x="413" y="693"/>
                  <a:pt x="413" y="693"/>
                  <a:pt x="413" y="693"/>
                </a:cubicBezTo>
                <a:cubicBezTo>
                  <a:pt x="413" y="697"/>
                  <a:pt x="414" y="701"/>
                  <a:pt x="417" y="704"/>
                </a:cubicBezTo>
                <a:cubicBezTo>
                  <a:pt x="420" y="707"/>
                  <a:pt x="424" y="708"/>
                  <a:pt x="428" y="708"/>
                </a:cubicBezTo>
                <a:cubicBezTo>
                  <a:pt x="605" y="708"/>
                  <a:pt x="605" y="708"/>
                  <a:pt x="605" y="708"/>
                </a:cubicBezTo>
                <a:cubicBezTo>
                  <a:pt x="609" y="708"/>
                  <a:pt x="612" y="707"/>
                  <a:pt x="615" y="704"/>
                </a:cubicBezTo>
                <a:cubicBezTo>
                  <a:pt x="618" y="701"/>
                  <a:pt x="620" y="697"/>
                  <a:pt x="620" y="693"/>
                </a:cubicBezTo>
                <a:cubicBezTo>
                  <a:pt x="620" y="316"/>
                  <a:pt x="620" y="316"/>
                  <a:pt x="620" y="316"/>
                </a:cubicBezTo>
                <a:cubicBezTo>
                  <a:pt x="653" y="351"/>
                  <a:pt x="653" y="351"/>
                  <a:pt x="653" y="351"/>
                </a:cubicBezTo>
                <a:cubicBezTo>
                  <a:pt x="659" y="356"/>
                  <a:pt x="669" y="356"/>
                  <a:pt x="674" y="351"/>
                </a:cubicBezTo>
                <a:cubicBezTo>
                  <a:pt x="680" y="344"/>
                  <a:pt x="680" y="335"/>
                  <a:pt x="674" y="330"/>
                </a:cubicBezTo>
                <a:cubicBezTo>
                  <a:pt x="350" y="5"/>
                  <a:pt x="350" y="5"/>
                  <a:pt x="350" y="5"/>
                </a:cubicBezTo>
                <a:cubicBezTo>
                  <a:pt x="344" y="0"/>
                  <a:pt x="336" y="0"/>
                  <a:pt x="329" y="5"/>
                </a:cubicBezTo>
                <a:lnTo>
                  <a:pt x="6" y="330"/>
                </a:lnTo>
                <a:close/>
                <a:moveTo>
                  <a:pt x="340" y="36"/>
                </a:moveTo>
                <a:lnTo>
                  <a:pt x="340" y="36"/>
                </a:lnTo>
                <a:cubicBezTo>
                  <a:pt x="590" y="287"/>
                  <a:pt x="590" y="287"/>
                  <a:pt x="590" y="287"/>
                </a:cubicBezTo>
                <a:cubicBezTo>
                  <a:pt x="590" y="678"/>
                  <a:pt x="590" y="678"/>
                  <a:pt x="590" y="678"/>
                </a:cubicBezTo>
                <a:cubicBezTo>
                  <a:pt x="443" y="678"/>
                  <a:pt x="443" y="678"/>
                  <a:pt x="443" y="678"/>
                </a:cubicBezTo>
                <a:cubicBezTo>
                  <a:pt x="443" y="428"/>
                  <a:pt x="443" y="428"/>
                  <a:pt x="443" y="428"/>
                </a:cubicBezTo>
                <a:cubicBezTo>
                  <a:pt x="443" y="424"/>
                  <a:pt x="441" y="420"/>
                  <a:pt x="438" y="418"/>
                </a:cubicBezTo>
                <a:cubicBezTo>
                  <a:pt x="435" y="416"/>
                  <a:pt x="432" y="413"/>
                  <a:pt x="428" y="413"/>
                </a:cubicBezTo>
                <a:cubicBezTo>
                  <a:pt x="251" y="413"/>
                  <a:pt x="251" y="413"/>
                  <a:pt x="251" y="413"/>
                </a:cubicBezTo>
                <a:cubicBezTo>
                  <a:pt x="247" y="413"/>
                  <a:pt x="243" y="416"/>
                  <a:pt x="240" y="418"/>
                </a:cubicBezTo>
                <a:cubicBezTo>
                  <a:pt x="238" y="420"/>
                  <a:pt x="236" y="424"/>
                  <a:pt x="236" y="428"/>
                </a:cubicBezTo>
                <a:cubicBezTo>
                  <a:pt x="236" y="678"/>
                  <a:pt x="236" y="678"/>
                  <a:pt x="236" y="678"/>
                </a:cubicBezTo>
                <a:cubicBezTo>
                  <a:pt x="90" y="678"/>
                  <a:pt x="90" y="678"/>
                  <a:pt x="90" y="678"/>
                </a:cubicBezTo>
                <a:cubicBezTo>
                  <a:pt x="90" y="287"/>
                  <a:pt x="90" y="287"/>
                  <a:pt x="90" y="287"/>
                </a:cubicBezTo>
                <a:lnTo>
                  <a:pt x="340" y="36"/>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82" name="Group 685">
            <a:extLst>
              <a:ext uri="{FF2B5EF4-FFF2-40B4-BE49-F238E27FC236}">
                <a16:creationId xmlns:a16="http://schemas.microsoft.com/office/drawing/2014/main" id="{BF5BA5F1-FB20-7D73-3038-A796823A46CF}"/>
              </a:ext>
            </a:extLst>
          </p:cNvPr>
          <p:cNvGrpSpPr/>
          <p:nvPr/>
        </p:nvGrpSpPr>
        <p:grpSpPr>
          <a:xfrm>
            <a:off x="2246833" y="879896"/>
            <a:ext cx="158750" cy="255588"/>
            <a:chOff x="1090613" y="1193800"/>
            <a:chExt cx="158750" cy="255588"/>
          </a:xfrm>
          <a:solidFill>
            <a:schemeClr val="accent4"/>
          </a:solidFill>
        </p:grpSpPr>
        <p:sp>
          <p:nvSpPr>
            <p:cNvPr id="683" name="Freeform 566">
              <a:extLst>
                <a:ext uri="{FF2B5EF4-FFF2-40B4-BE49-F238E27FC236}">
                  <a16:creationId xmlns:a16="http://schemas.microsoft.com/office/drawing/2014/main" id="{3D7D32BE-28A8-D039-5A3B-A63107D7948B}"/>
                </a:ext>
              </a:extLst>
            </p:cNvPr>
            <p:cNvSpPr>
              <a:spLocks noChangeArrowheads="1"/>
            </p:cNvSpPr>
            <p:nvPr/>
          </p:nvSpPr>
          <p:spPr bwMode="auto">
            <a:xfrm>
              <a:off x="1090613" y="1193800"/>
              <a:ext cx="158750" cy="255588"/>
            </a:xfrm>
            <a:custGeom>
              <a:avLst/>
              <a:gdLst>
                <a:gd name="T0" fmla="*/ 369 w 443"/>
                <a:gd name="T1" fmla="*/ 0 h 708"/>
                <a:gd name="T2" fmla="*/ 369 w 443"/>
                <a:gd name="T3" fmla="*/ 0 h 708"/>
                <a:gd name="T4" fmla="*/ 75 w 443"/>
                <a:gd name="T5" fmla="*/ 0 h 708"/>
                <a:gd name="T6" fmla="*/ 0 w 443"/>
                <a:gd name="T7" fmla="*/ 73 h 708"/>
                <a:gd name="T8" fmla="*/ 0 w 443"/>
                <a:gd name="T9" fmla="*/ 633 h 708"/>
                <a:gd name="T10" fmla="*/ 75 w 443"/>
                <a:gd name="T11" fmla="*/ 707 h 708"/>
                <a:gd name="T12" fmla="*/ 369 w 443"/>
                <a:gd name="T13" fmla="*/ 707 h 708"/>
                <a:gd name="T14" fmla="*/ 442 w 443"/>
                <a:gd name="T15" fmla="*/ 633 h 708"/>
                <a:gd name="T16" fmla="*/ 442 w 443"/>
                <a:gd name="T17" fmla="*/ 73 h 708"/>
                <a:gd name="T18" fmla="*/ 369 w 443"/>
                <a:gd name="T19" fmla="*/ 0 h 708"/>
                <a:gd name="T20" fmla="*/ 75 w 443"/>
                <a:gd name="T21" fmla="*/ 29 h 708"/>
                <a:gd name="T22" fmla="*/ 75 w 443"/>
                <a:gd name="T23" fmla="*/ 29 h 708"/>
                <a:gd name="T24" fmla="*/ 369 w 443"/>
                <a:gd name="T25" fmla="*/ 29 h 708"/>
                <a:gd name="T26" fmla="*/ 413 w 443"/>
                <a:gd name="T27" fmla="*/ 73 h 708"/>
                <a:gd name="T28" fmla="*/ 413 w 443"/>
                <a:gd name="T29" fmla="*/ 560 h 708"/>
                <a:gd name="T30" fmla="*/ 30 w 443"/>
                <a:gd name="T31" fmla="*/ 560 h 708"/>
                <a:gd name="T32" fmla="*/ 30 w 443"/>
                <a:gd name="T33" fmla="*/ 73 h 708"/>
                <a:gd name="T34" fmla="*/ 75 w 443"/>
                <a:gd name="T35" fmla="*/ 29 h 708"/>
                <a:gd name="T36" fmla="*/ 369 w 443"/>
                <a:gd name="T37" fmla="*/ 677 h 708"/>
                <a:gd name="T38" fmla="*/ 369 w 443"/>
                <a:gd name="T39" fmla="*/ 677 h 708"/>
                <a:gd name="T40" fmla="*/ 75 w 443"/>
                <a:gd name="T41" fmla="*/ 677 h 708"/>
                <a:gd name="T42" fmla="*/ 30 w 443"/>
                <a:gd name="T43" fmla="*/ 633 h 708"/>
                <a:gd name="T44" fmla="*/ 30 w 443"/>
                <a:gd name="T45" fmla="*/ 589 h 708"/>
                <a:gd name="T46" fmla="*/ 413 w 443"/>
                <a:gd name="T47" fmla="*/ 589 h 708"/>
                <a:gd name="T48" fmla="*/ 413 w 443"/>
                <a:gd name="T49" fmla="*/ 633 h 708"/>
                <a:gd name="T50" fmla="*/ 369 w 443"/>
                <a:gd name="T51" fmla="*/ 67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443" h="708">
                  <a:moveTo>
                    <a:pt x="369" y="0"/>
                  </a:moveTo>
                  <a:lnTo>
                    <a:pt x="369" y="0"/>
                  </a:lnTo>
                  <a:cubicBezTo>
                    <a:pt x="75" y="0"/>
                    <a:pt x="75" y="0"/>
                    <a:pt x="75" y="0"/>
                  </a:cubicBezTo>
                  <a:cubicBezTo>
                    <a:pt x="33" y="0"/>
                    <a:pt x="0" y="33"/>
                    <a:pt x="0" y="73"/>
                  </a:cubicBezTo>
                  <a:cubicBezTo>
                    <a:pt x="0" y="633"/>
                    <a:pt x="0" y="633"/>
                    <a:pt x="0" y="633"/>
                  </a:cubicBezTo>
                  <a:cubicBezTo>
                    <a:pt x="0" y="674"/>
                    <a:pt x="33" y="707"/>
                    <a:pt x="75" y="707"/>
                  </a:cubicBezTo>
                  <a:cubicBezTo>
                    <a:pt x="369" y="707"/>
                    <a:pt x="369" y="707"/>
                    <a:pt x="369" y="707"/>
                  </a:cubicBezTo>
                  <a:cubicBezTo>
                    <a:pt x="409" y="707"/>
                    <a:pt x="442" y="674"/>
                    <a:pt x="442" y="633"/>
                  </a:cubicBezTo>
                  <a:cubicBezTo>
                    <a:pt x="442" y="73"/>
                    <a:pt x="442" y="73"/>
                    <a:pt x="442" y="73"/>
                  </a:cubicBezTo>
                  <a:cubicBezTo>
                    <a:pt x="442" y="33"/>
                    <a:pt x="409" y="0"/>
                    <a:pt x="369" y="0"/>
                  </a:cubicBezTo>
                  <a:close/>
                  <a:moveTo>
                    <a:pt x="75" y="29"/>
                  </a:moveTo>
                  <a:lnTo>
                    <a:pt x="75" y="29"/>
                  </a:lnTo>
                  <a:cubicBezTo>
                    <a:pt x="369" y="29"/>
                    <a:pt x="369" y="29"/>
                    <a:pt x="369" y="29"/>
                  </a:cubicBezTo>
                  <a:cubicBezTo>
                    <a:pt x="394" y="29"/>
                    <a:pt x="413" y="49"/>
                    <a:pt x="413" y="73"/>
                  </a:cubicBezTo>
                  <a:cubicBezTo>
                    <a:pt x="413" y="560"/>
                    <a:pt x="413" y="560"/>
                    <a:pt x="413" y="560"/>
                  </a:cubicBezTo>
                  <a:cubicBezTo>
                    <a:pt x="30" y="560"/>
                    <a:pt x="30" y="560"/>
                    <a:pt x="30" y="560"/>
                  </a:cubicBezTo>
                  <a:cubicBezTo>
                    <a:pt x="30" y="73"/>
                    <a:pt x="30" y="73"/>
                    <a:pt x="30" y="73"/>
                  </a:cubicBezTo>
                  <a:cubicBezTo>
                    <a:pt x="30" y="49"/>
                    <a:pt x="50" y="29"/>
                    <a:pt x="75" y="29"/>
                  </a:cubicBezTo>
                  <a:close/>
                  <a:moveTo>
                    <a:pt x="369" y="677"/>
                  </a:moveTo>
                  <a:lnTo>
                    <a:pt x="369" y="677"/>
                  </a:lnTo>
                  <a:cubicBezTo>
                    <a:pt x="75" y="677"/>
                    <a:pt x="75" y="677"/>
                    <a:pt x="75" y="677"/>
                  </a:cubicBezTo>
                  <a:cubicBezTo>
                    <a:pt x="50" y="677"/>
                    <a:pt x="30" y="658"/>
                    <a:pt x="30" y="633"/>
                  </a:cubicBezTo>
                  <a:cubicBezTo>
                    <a:pt x="30" y="589"/>
                    <a:pt x="30" y="589"/>
                    <a:pt x="30" y="589"/>
                  </a:cubicBezTo>
                  <a:cubicBezTo>
                    <a:pt x="413" y="589"/>
                    <a:pt x="413" y="589"/>
                    <a:pt x="413" y="589"/>
                  </a:cubicBezTo>
                  <a:cubicBezTo>
                    <a:pt x="413" y="633"/>
                    <a:pt x="413" y="633"/>
                    <a:pt x="413" y="633"/>
                  </a:cubicBezTo>
                  <a:cubicBezTo>
                    <a:pt x="413" y="658"/>
                    <a:pt x="394" y="677"/>
                    <a:pt x="369" y="6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4" name="Freeform 567">
              <a:extLst>
                <a:ext uri="{FF2B5EF4-FFF2-40B4-BE49-F238E27FC236}">
                  <a16:creationId xmlns:a16="http://schemas.microsoft.com/office/drawing/2014/main" id="{DBCCBDEF-1409-2501-EF96-070835218981}"/>
                </a:ext>
              </a:extLst>
            </p:cNvPr>
            <p:cNvSpPr>
              <a:spLocks noChangeArrowheads="1"/>
            </p:cNvSpPr>
            <p:nvPr/>
          </p:nvSpPr>
          <p:spPr bwMode="auto">
            <a:xfrm>
              <a:off x="1154113" y="1416050"/>
              <a:ext cx="31750" cy="11113"/>
            </a:xfrm>
            <a:custGeom>
              <a:avLst/>
              <a:gdLst>
                <a:gd name="T0" fmla="*/ 74 w 89"/>
                <a:gd name="T1" fmla="*/ 0 h 30"/>
                <a:gd name="T2" fmla="*/ 74 w 89"/>
                <a:gd name="T3" fmla="*/ 0 h 30"/>
                <a:gd name="T4" fmla="*/ 15 w 89"/>
                <a:gd name="T5" fmla="*/ 0 h 30"/>
                <a:gd name="T6" fmla="*/ 0 w 89"/>
                <a:gd name="T7" fmla="*/ 14 h 30"/>
                <a:gd name="T8" fmla="*/ 15 w 89"/>
                <a:gd name="T9" fmla="*/ 29 h 30"/>
                <a:gd name="T10" fmla="*/ 74 w 89"/>
                <a:gd name="T11" fmla="*/ 29 h 30"/>
                <a:gd name="T12" fmla="*/ 88 w 89"/>
                <a:gd name="T13" fmla="*/ 14 h 30"/>
                <a:gd name="T14" fmla="*/ 74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4" y="0"/>
                  </a:moveTo>
                  <a:lnTo>
                    <a:pt x="74" y="0"/>
                  </a:lnTo>
                  <a:cubicBezTo>
                    <a:pt x="15" y="0"/>
                    <a:pt x="15" y="0"/>
                    <a:pt x="15" y="0"/>
                  </a:cubicBezTo>
                  <a:cubicBezTo>
                    <a:pt x="7" y="0"/>
                    <a:pt x="0" y="5"/>
                    <a:pt x="0" y="14"/>
                  </a:cubicBezTo>
                  <a:cubicBezTo>
                    <a:pt x="0" y="22"/>
                    <a:pt x="7" y="29"/>
                    <a:pt x="15" y="29"/>
                  </a:cubicBezTo>
                  <a:cubicBezTo>
                    <a:pt x="74" y="29"/>
                    <a:pt x="74" y="29"/>
                    <a:pt x="74" y="29"/>
                  </a:cubicBezTo>
                  <a:cubicBezTo>
                    <a:pt x="81" y="29"/>
                    <a:pt x="88" y="22"/>
                    <a:pt x="88" y="14"/>
                  </a:cubicBezTo>
                  <a:cubicBezTo>
                    <a:pt x="88" y="5"/>
                    <a:pt x="81"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685" name="Freeform 568">
            <a:extLst>
              <a:ext uri="{FF2B5EF4-FFF2-40B4-BE49-F238E27FC236}">
                <a16:creationId xmlns:a16="http://schemas.microsoft.com/office/drawing/2014/main" id="{4B140D57-727C-AA19-3B74-D3A9E1339B61}"/>
              </a:ext>
            </a:extLst>
          </p:cNvPr>
          <p:cNvSpPr>
            <a:spLocks noChangeArrowheads="1"/>
          </p:cNvSpPr>
          <p:nvPr/>
        </p:nvSpPr>
        <p:spPr bwMode="auto">
          <a:xfrm>
            <a:off x="2708795" y="1387897"/>
            <a:ext cx="255588" cy="244475"/>
          </a:xfrm>
          <a:custGeom>
            <a:avLst/>
            <a:gdLst>
              <a:gd name="T0" fmla="*/ 0 w 708"/>
              <a:gd name="T1" fmla="*/ 44 h 679"/>
              <a:gd name="T2" fmla="*/ 0 w 708"/>
              <a:gd name="T3" fmla="*/ 44 h 679"/>
              <a:gd name="T4" fmla="*/ 0 w 708"/>
              <a:gd name="T5" fmla="*/ 515 h 679"/>
              <a:gd name="T6" fmla="*/ 44 w 708"/>
              <a:gd name="T7" fmla="*/ 560 h 679"/>
              <a:gd name="T8" fmla="*/ 265 w 708"/>
              <a:gd name="T9" fmla="*/ 560 h 679"/>
              <a:gd name="T10" fmla="*/ 265 w 708"/>
              <a:gd name="T11" fmla="*/ 648 h 679"/>
              <a:gd name="T12" fmla="*/ 192 w 708"/>
              <a:gd name="T13" fmla="*/ 648 h 679"/>
              <a:gd name="T14" fmla="*/ 177 w 708"/>
              <a:gd name="T15" fmla="*/ 663 h 679"/>
              <a:gd name="T16" fmla="*/ 192 w 708"/>
              <a:gd name="T17" fmla="*/ 678 h 679"/>
              <a:gd name="T18" fmla="*/ 516 w 708"/>
              <a:gd name="T19" fmla="*/ 678 h 679"/>
              <a:gd name="T20" fmla="*/ 530 w 708"/>
              <a:gd name="T21" fmla="*/ 663 h 679"/>
              <a:gd name="T22" fmla="*/ 516 w 708"/>
              <a:gd name="T23" fmla="*/ 648 h 679"/>
              <a:gd name="T24" fmla="*/ 442 w 708"/>
              <a:gd name="T25" fmla="*/ 648 h 679"/>
              <a:gd name="T26" fmla="*/ 442 w 708"/>
              <a:gd name="T27" fmla="*/ 560 h 679"/>
              <a:gd name="T28" fmla="*/ 663 w 708"/>
              <a:gd name="T29" fmla="*/ 560 h 679"/>
              <a:gd name="T30" fmla="*/ 707 w 708"/>
              <a:gd name="T31" fmla="*/ 515 h 679"/>
              <a:gd name="T32" fmla="*/ 707 w 708"/>
              <a:gd name="T33" fmla="*/ 44 h 679"/>
              <a:gd name="T34" fmla="*/ 663 w 708"/>
              <a:gd name="T35" fmla="*/ 0 h 679"/>
              <a:gd name="T36" fmla="*/ 44 w 708"/>
              <a:gd name="T37" fmla="*/ 0 h 679"/>
              <a:gd name="T38" fmla="*/ 0 w 708"/>
              <a:gd name="T39" fmla="*/ 44 h 679"/>
              <a:gd name="T40" fmla="*/ 413 w 708"/>
              <a:gd name="T41" fmla="*/ 648 h 679"/>
              <a:gd name="T42" fmla="*/ 413 w 708"/>
              <a:gd name="T43" fmla="*/ 648 h 679"/>
              <a:gd name="T44" fmla="*/ 295 w 708"/>
              <a:gd name="T45" fmla="*/ 648 h 679"/>
              <a:gd name="T46" fmla="*/ 295 w 708"/>
              <a:gd name="T47" fmla="*/ 560 h 679"/>
              <a:gd name="T48" fmla="*/ 413 w 708"/>
              <a:gd name="T49" fmla="*/ 560 h 679"/>
              <a:gd name="T50" fmla="*/ 413 w 708"/>
              <a:gd name="T51" fmla="*/ 648 h 679"/>
              <a:gd name="T52" fmla="*/ 663 w 708"/>
              <a:gd name="T53" fmla="*/ 531 h 679"/>
              <a:gd name="T54" fmla="*/ 663 w 708"/>
              <a:gd name="T55" fmla="*/ 531 h 679"/>
              <a:gd name="T56" fmla="*/ 428 w 708"/>
              <a:gd name="T57" fmla="*/ 531 h 679"/>
              <a:gd name="T58" fmla="*/ 280 w 708"/>
              <a:gd name="T59" fmla="*/ 531 h 679"/>
              <a:gd name="T60" fmla="*/ 44 w 708"/>
              <a:gd name="T61" fmla="*/ 531 h 679"/>
              <a:gd name="T62" fmla="*/ 30 w 708"/>
              <a:gd name="T63" fmla="*/ 515 h 679"/>
              <a:gd name="T64" fmla="*/ 30 w 708"/>
              <a:gd name="T65" fmla="*/ 471 h 679"/>
              <a:gd name="T66" fmla="*/ 678 w 708"/>
              <a:gd name="T67" fmla="*/ 471 h 679"/>
              <a:gd name="T68" fmla="*/ 678 w 708"/>
              <a:gd name="T69" fmla="*/ 515 h 679"/>
              <a:gd name="T70" fmla="*/ 663 w 708"/>
              <a:gd name="T71" fmla="*/ 531 h 679"/>
              <a:gd name="T72" fmla="*/ 678 w 708"/>
              <a:gd name="T73" fmla="*/ 44 h 679"/>
              <a:gd name="T74" fmla="*/ 678 w 708"/>
              <a:gd name="T75" fmla="*/ 44 h 679"/>
              <a:gd name="T76" fmla="*/ 678 w 708"/>
              <a:gd name="T77" fmla="*/ 442 h 679"/>
              <a:gd name="T78" fmla="*/ 30 w 708"/>
              <a:gd name="T79" fmla="*/ 442 h 679"/>
              <a:gd name="T80" fmla="*/ 30 w 708"/>
              <a:gd name="T81" fmla="*/ 44 h 679"/>
              <a:gd name="T82" fmla="*/ 44 w 708"/>
              <a:gd name="T83" fmla="*/ 29 h 679"/>
              <a:gd name="T84" fmla="*/ 663 w 708"/>
              <a:gd name="T85" fmla="*/ 29 h 679"/>
              <a:gd name="T86" fmla="*/ 678 w 708"/>
              <a:gd name="T87" fmla="*/ 44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8" h="679">
                <a:moveTo>
                  <a:pt x="0" y="44"/>
                </a:moveTo>
                <a:lnTo>
                  <a:pt x="0" y="44"/>
                </a:lnTo>
                <a:cubicBezTo>
                  <a:pt x="0" y="515"/>
                  <a:pt x="0" y="515"/>
                  <a:pt x="0" y="515"/>
                </a:cubicBezTo>
                <a:cubicBezTo>
                  <a:pt x="0" y="540"/>
                  <a:pt x="21" y="560"/>
                  <a:pt x="44" y="560"/>
                </a:cubicBezTo>
                <a:cubicBezTo>
                  <a:pt x="265" y="560"/>
                  <a:pt x="265" y="560"/>
                  <a:pt x="265" y="560"/>
                </a:cubicBezTo>
                <a:cubicBezTo>
                  <a:pt x="265" y="648"/>
                  <a:pt x="265" y="648"/>
                  <a:pt x="265" y="648"/>
                </a:cubicBezTo>
                <a:cubicBezTo>
                  <a:pt x="192" y="648"/>
                  <a:pt x="192" y="648"/>
                  <a:pt x="192" y="648"/>
                </a:cubicBezTo>
                <a:cubicBezTo>
                  <a:pt x="184" y="648"/>
                  <a:pt x="177" y="655"/>
                  <a:pt x="177" y="663"/>
                </a:cubicBezTo>
                <a:cubicBezTo>
                  <a:pt x="177" y="672"/>
                  <a:pt x="184" y="678"/>
                  <a:pt x="192" y="678"/>
                </a:cubicBezTo>
                <a:cubicBezTo>
                  <a:pt x="516" y="678"/>
                  <a:pt x="516" y="678"/>
                  <a:pt x="516" y="678"/>
                </a:cubicBezTo>
                <a:cubicBezTo>
                  <a:pt x="523" y="678"/>
                  <a:pt x="530" y="672"/>
                  <a:pt x="530" y="663"/>
                </a:cubicBezTo>
                <a:cubicBezTo>
                  <a:pt x="530" y="655"/>
                  <a:pt x="523" y="648"/>
                  <a:pt x="516" y="648"/>
                </a:cubicBezTo>
                <a:cubicBezTo>
                  <a:pt x="442" y="648"/>
                  <a:pt x="442" y="648"/>
                  <a:pt x="442" y="648"/>
                </a:cubicBezTo>
                <a:cubicBezTo>
                  <a:pt x="442" y="560"/>
                  <a:pt x="442" y="560"/>
                  <a:pt x="442" y="560"/>
                </a:cubicBezTo>
                <a:cubicBezTo>
                  <a:pt x="663" y="560"/>
                  <a:pt x="663" y="560"/>
                  <a:pt x="663" y="560"/>
                </a:cubicBezTo>
                <a:cubicBezTo>
                  <a:pt x="688" y="560"/>
                  <a:pt x="707" y="540"/>
                  <a:pt x="707" y="515"/>
                </a:cubicBezTo>
                <a:cubicBezTo>
                  <a:pt x="707" y="44"/>
                  <a:pt x="707" y="44"/>
                  <a:pt x="707" y="44"/>
                </a:cubicBezTo>
                <a:cubicBezTo>
                  <a:pt x="707" y="20"/>
                  <a:pt x="688" y="0"/>
                  <a:pt x="663" y="0"/>
                </a:cubicBezTo>
                <a:cubicBezTo>
                  <a:pt x="44" y="0"/>
                  <a:pt x="44" y="0"/>
                  <a:pt x="44" y="0"/>
                </a:cubicBezTo>
                <a:cubicBezTo>
                  <a:pt x="21" y="0"/>
                  <a:pt x="0" y="20"/>
                  <a:pt x="0" y="44"/>
                </a:cubicBezTo>
                <a:close/>
                <a:moveTo>
                  <a:pt x="413" y="648"/>
                </a:moveTo>
                <a:lnTo>
                  <a:pt x="413" y="648"/>
                </a:lnTo>
                <a:cubicBezTo>
                  <a:pt x="295" y="648"/>
                  <a:pt x="295" y="648"/>
                  <a:pt x="295" y="648"/>
                </a:cubicBezTo>
                <a:cubicBezTo>
                  <a:pt x="295" y="560"/>
                  <a:pt x="295" y="560"/>
                  <a:pt x="295" y="560"/>
                </a:cubicBezTo>
                <a:cubicBezTo>
                  <a:pt x="413" y="560"/>
                  <a:pt x="413" y="560"/>
                  <a:pt x="413" y="560"/>
                </a:cubicBezTo>
                <a:lnTo>
                  <a:pt x="413" y="648"/>
                </a:lnTo>
                <a:close/>
                <a:moveTo>
                  <a:pt x="663" y="531"/>
                </a:moveTo>
                <a:lnTo>
                  <a:pt x="663" y="531"/>
                </a:lnTo>
                <a:cubicBezTo>
                  <a:pt x="428" y="531"/>
                  <a:pt x="428" y="531"/>
                  <a:pt x="428" y="531"/>
                </a:cubicBezTo>
                <a:cubicBezTo>
                  <a:pt x="280" y="531"/>
                  <a:pt x="280" y="531"/>
                  <a:pt x="280" y="531"/>
                </a:cubicBezTo>
                <a:cubicBezTo>
                  <a:pt x="44" y="531"/>
                  <a:pt x="44" y="531"/>
                  <a:pt x="44" y="531"/>
                </a:cubicBezTo>
                <a:cubicBezTo>
                  <a:pt x="36" y="531"/>
                  <a:pt x="30" y="524"/>
                  <a:pt x="30" y="515"/>
                </a:cubicBezTo>
                <a:cubicBezTo>
                  <a:pt x="30" y="471"/>
                  <a:pt x="30" y="471"/>
                  <a:pt x="30" y="471"/>
                </a:cubicBezTo>
                <a:cubicBezTo>
                  <a:pt x="678" y="471"/>
                  <a:pt x="678" y="471"/>
                  <a:pt x="678" y="471"/>
                </a:cubicBezTo>
                <a:cubicBezTo>
                  <a:pt x="678" y="515"/>
                  <a:pt x="678" y="515"/>
                  <a:pt x="678" y="515"/>
                </a:cubicBezTo>
                <a:cubicBezTo>
                  <a:pt x="678" y="524"/>
                  <a:pt x="671" y="531"/>
                  <a:pt x="663" y="531"/>
                </a:cubicBezTo>
                <a:close/>
                <a:moveTo>
                  <a:pt x="678" y="44"/>
                </a:moveTo>
                <a:lnTo>
                  <a:pt x="678" y="44"/>
                </a:lnTo>
                <a:cubicBezTo>
                  <a:pt x="678" y="442"/>
                  <a:pt x="678" y="442"/>
                  <a:pt x="678" y="442"/>
                </a:cubicBezTo>
                <a:cubicBezTo>
                  <a:pt x="30" y="442"/>
                  <a:pt x="30" y="442"/>
                  <a:pt x="30" y="442"/>
                </a:cubicBezTo>
                <a:cubicBezTo>
                  <a:pt x="30" y="44"/>
                  <a:pt x="30" y="44"/>
                  <a:pt x="30" y="44"/>
                </a:cubicBezTo>
                <a:cubicBezTo>
                  <a:pt x="30" y="36"/>
                  <a:pt x="36" y="29"/>
                  <a:pt x="44" y="29"/>
                </a:cubicBezTo>
                <a:cubicBezTo>
                  <a:pt x="663" y="29"/>
                  <a:pt x="663" y="29"/>
                  <a:pt x="663" y="29"/>
                </a:cubicBezTo>
                <a:cubicBezTo>
                  <a:pt x="671" y="29"/>
                  <a:pt x="678" y="36"/>
                  <a:pt x="678" y="44"/>
                </a:cubicBezTo>
                <a:close/>
              </a:path>
            </a:pathLst>
          </a:custGeom>
          <a:solidFill>
            <a:schemeClr val="accent4"/>
          </a:solidFill>
          <a:ln>
            <a:noFill/>
          </a:ln>
          <a:effectLst/>
        </p:spPr>
        <p:txBody>
          <a:bodyPr wrap="none" anchor="ctr"/>
          <a:lstStyle/>
          <a:p>
            <a:endParaRPr lang="da-DK">
              <a:solidFill>
                <a:schemeClr val="tx2"/>
              </a:solidFill>
            </a:endParaRPr>
          </a:p>
        </p:txBody>
      </p:sp>
      <p:sp>
        <p:nvSpPr>
          <p:cNvPr id="686" name="Freeform 569">
            <a:extLst>
              <a:ext uri="{FF2B5EF4-FFF2-40B4-BE49-F238E27FC236}">
                <a16:creationId xmlns:a16="http://schemas.microsoft.com/office/drawing/2014/main" id="{C9F7363D-B708-5768-DB75-FC9553C7778A}"/>
              </a:ext>
            </a:extLst>
          </p:cNvPr>
          <p:cNvSpPr>
            <a:spLocks noChangeArrowheads="1"/>
          </p:cNvSpPr>
          <p:nvPr/>
        </p:nvSpPr>
        <p:spPr bwMode="auto">
          <a:xfrm>
            <a:off x="3229495" y="1399803"/>
            <a:ext cx="244475" cy="220663"/>
          </a:xfrm>
          <a:custGeom>
            <a:avLst/>
            <a:gdLst>
              <a:gd name="T0" fmla="*/ 4 w 677"/>
              <a:gd name="T1" fmla="*/ 138 h 613"/>
              <a:gd name="T2" fmla="*/ 4 w 677"/>
              <a:gd name="T3" fmla="*/ 138 h 613"/>
              <a:gd name="T4" fmla="*/ 0 w 677"/>
              <a:gd name="T5" fmla="*/ 177 h 613"/>
              <a:gd name="T6" fmla="*/ 35 w 677"/>
              <a:gd name="T7" fmla="*/ 283 h 613"/>
              <a:gd name="T8" fmla="*/ 35 w 677"/>
              <a:gd name="T9" fmla="*/ 283 h 613"/>
              <a:gd name="T10" fmla="*/ 302 w 677"/>
              <a:gd name="T11" fmla="*/ 596 h 613"/>
              <a:gd name="T12" fmla="*/ 302 w 677"/>
              <a:gd name="T13" fmla="*/ 596 h 613"/>
              <a:gd name="T14" fmla="*/ 338 w 677"/>
              <a:gd name="T15" fmla="*/ 612 h 613"/>
              <a:gd name="T16" fmla="*/ 374 w 677"/>
              <a:gd name="T17" fmla="*/ 596 h 613"/>
              <a:gd name="T18" fmla="*/ 374 w 677"/>
              <a:gd name="T19" fmla="*/ 596 h 613"/>
              <a:gd name="T20" fmla="*/ 640 w 677"/>
              <a:gd name="T21" fmla="*/ 283 h 613"/>
              <a:gd name="T22" fmla="*/ 640 w 677"/>
              <a:gd name="T23" fmla="*/ 283 h 613"/>
              <a:gd name="T24" fmla="*/ 676 w 677"/>
              <a:gd name="T25" fmla="*/ 177 h 613"/>
              <a:gd name="T26" fmla="*/ 672 w 677"/>
              <a:gd name="T27" fmla="*/ 138 h 613"/>
              <a:gd name="T28" fmla="*/ 535 w 677"/>
              <a:gd name="T29" fmla="*/ 4 h 613"/>
              <a:gd name="T30" fmla="*/ 500 w 677"/>
              <a:gd name="T31" fmla="*/ 0 h 613"/>
              <a:gd name="T32" fmla="*/ 338 w 677"/>
              <a:gd name="T33" fmla="*/ 107 h 613"/>
              <a:gd name="T34" fmla="*/ 176 w 677"/>
              <a:gd name="T35" fmla="*/ 0 h 613"/>
              <a:gd name="T36" fmla="*/ 139 w 677"/>
              <a:gd name="T37" fmla="*/ 4 h 613"/>
              <a:gd name="T38" fmla="*/ 139 w 677"/>
              <a:gd name="T39" fmla="*/ 4 h 613"/>
              <a:gd name="T40" fmla="*/ 4 w 677"/>
              <a:gd name="T41" fmla="*/ 138 h 613"/>
              <a:gd name="T42" fmla="*/ 142 w 677"/>
              <a:gd name="T43" fmla="*/ 18 h 613"/>
              <a:gd name="T44" fmla="*/ 142 w 677"/>
              <a:gd name="T45" fmla="*/ 18 h 613"/>
              <a:gd name="T46" fmla="*/ 146 w 677"/>
              <a:gd name="T47" fmla="*/ 33 h 613"/>
              <a:gd name="T48" fmla="*/ 176 w 677"/>
              <a:gd name="T49" fmla="*/ 29 h 613"/>
              <a:gd name="T50" fmla="*/ 280 w 677"/>
              <a:gd name="T51" fmla="*/ 73 h 613"/>
              <a:gd name="T52" fmla="*/ 323 w 677"/>
              <a:gd name="T53" fmla="*/ 177 h 613"/>
              <a:gd name="T54" fmla="*/ 327 w 677"/>
              <a:gd name="T55" fmla="*/ 188 h 613"/>
              <a:gd name="T56" fmla="*/ 338 w 677"/>
              <a:gd name="T57" fmla="*/ 192 h 613"/>
              <a:gd name="T58" fmla="*/ 348 w 677"/>
              <a:gd name="T59" fmla="*/ 188 h 613"/>
              <a:gd name="T60" fmla="*/ 353 w 677"/>
              <a:gd name="T61" fmla="*/ 177 h 613"/>
              <a:gd name="T62" fmla="*/ 396 w 677"/>
              <a:gd name="T63" fmla="*/ 73 h 613"/>
              <a:gd name="T64" fmla="*/ 500 w 677"/>
              <a:gd name="T65" fmla="*/ 29 h 613"/>
              <a:gd name="T66" fmla="*/ 530 w 677"/>
              <a:gd name="T67" fmla="*/ 33 h 613"/>
              <a:gd name="T68" fmla="*/ 643 w 677"/>
              <a:gd name="T69" fmla="*/ 144 h 613"/>
              <a:gd name="T70" fmla="*/ 647 w 677"/>
              <a:gd name="T71" fmla="*/ 177 h 613"/>
              <a:gd name="T72" fmla="*/ 617 w 677"/>
              <a:gd name="T73" fmla="*/ 265 h 613"/>
              <a:gd name="T74" fmla="*/ 352 w 677"/>
              <a:gd name="T75" fmla="*/ 576 h 613"/>
              <a:gd name="T76" fmla="*/ 338 w 677"/>
              <a:gd name="T77" fmla="*/ 583 h 613"/>
              <a:gd name="T78" fmla="*/ 324 w 677"/>
              <a:gd name="T79" fmla="*/ 576 h 613"/>
              <a:gd name="T80" fmla="*/ 59 w 677"/>
              <a:gd name="T81" fmla="*/ 265 h 613"/>
              <a:gd name="T82" fmla="*/ 29 w 677"/>
              <a:gd name="T83" fmla="*/ 177 h 613"/>
              <a:gd name="T84" fmla="*/ 33 w 677"/>
              <a:gd name="T85" fmla="*/ 144 h 613"/>
              <a:gd name="T86" fmla="*/ 146 w 677"/>
              <a:gd name="T87" fmla="*/ 33 h 613"/>
              <a:gd name="T88" fmla="*/ 142 w 677"/>
              <a:gd name="T89" fmla="*/ 18 h 6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77" h="613">
                <a:moveTo>
                  <a:pt x="4" y="138"/>
                </a:moveTo>
                <a:lnTo>
                  <a:pt x="4" y="138"/>
                </a:lnTo>
                <a:cubicBezTo>
                  <a:pt x="1" y="151"/>
                  <a:pt x="0" y="165"/>
                  <a:pt x="0" y="177"/>
                </a:cubicBezTo>
                <a:cubicBezTo>
                  <a:pt x="0" y="217"/>
                  <a:pt x="13" y="253"/>
                  <a:pt x="35" y="283"/>
                </a:cubicBezTo>
                <a:lnTo>
                  <a:pt x="35" y="283"/>
                </a:lnTo>
                <a:cubicBezTo>
                  <a:pt x="302" y="596"/>
                  <a:pt x="302" y="596"/>
                  <a:pt x="302" y="596"/>
                </a:cubicBezTo>
                <a:lnTo>
                  <a:pt x="302" y="596"/>
                </a:lnTo>
                <a:cubicBezTo>
                  <a:pt x="312" y="607"/>
                  <a:pt x="324" y="612"/>
                  <a:pt x="338" y="612"/>
                </a:cubicBezTo>
                <a:cubicBezTo>
                  <a:pt x="350" y="612"/>
                  <a:pt x="364" y="607"/>
                  <a:pt x="374" y="596"/>
                </a:cubicBezTo>
                <a:lnTo>
                  <a:pt x="374" y="596"/>
                </a:lnTo>
                <a:cubicBezTo>
                  <a:pt x="640" y="283"/>
                  <a:pt x="640" y="283"/>
                  <a:pt x="640" y="283"/>
                </a:cubicBezTo>
                <a:lnTo>
                  <a:pt x="640" y="283"/>
                </a:lnTo>
                <a:cubicBezTo>
                  <a:pt x="663" y="253"/>
                  <a:pt x="676" y="217"/>
                  <a:pt x="676" y="177"/>
                </a:cubicBezTo>
                <a:cubicBezTo>
                  <a:pt x="676" y="165"/>
                  <a:pt x="675" y="151"/>
                  <a:pt x="672" y="138"/>
                </a:cubicBezTo>
                <a:cubicBezTo>
                  <a:pt x="657" y="71"/>
                  <a:pt x="603" y="17"/>
                  <a:pt x="535" y="4"/>
                </a:cubicBezTo>
                <a:cubicBezTo>
                  <a:pt x="524" y="2"/>
                  <a:pt x="512" y="0"/>
                  <a:pt x="500" y="0"/>
                </a:cubicBezTo>
                <a:cubicBezTo>
                  <a:pt x="428" y="0"/>
                  <a:pt x="366" y="44"/>
                  <a:pt x="338" y="107"/>
                </a:cubicBezTo>
                <a:cubicBezTo>
                  <a:pt x="310" y="44"/>
                  <a:pt x="248" y="0"/>
                  <a:pt x="176" y="0"/>
                </a:cubicBezTo>
                <a:cubicBezTo>
                  <a:pt x="164" y="0"/>
                  <a:pt x="152" y="2"/>
                  <a:pt x="139" y="4"/>
                </a:cubicBezTo>
                <a:lnTo>
                  <a:pt x="139" y="4"/>
                </a:lnTo>
                <a:cubicBezTo>
                  <a:pt x="73" y="17"/>
                  <a:pt x="19" y="71"/>
                  <a:pt x="4" y="138"/>
                </a:cubicBezTo>
                <a:close/>
                <a:moveTo>
                  <a:pt x="142" y="18"/>
                </a:moveTo>
                <a:lnTo>
                  <a:pt x="142" y="18"/>
                </a:lnTo>
                <a:cubicBezTo>
                  <a:pt x="146" y="33"/>
                  <a:pt x="146" y="33"/>
                  <a:pt x="146" y="33"/>
                </a:cubicBezTo>
                <a:cubicBezTo>
                  <a:pt x="156" y="31"/>
                  <a:pt x="165" y="29"/>
                  <a:pt x="176" y="29"/>
                </a:cubicBezTo>
                <a:cubicBezTo>
                  <a:pt x="216" y="29"/>
                  <a:pt x="254" y="46"/>
                  <a:pt x="280" y="73"/>
                </a:cubicBezTo>
                <a:cubicBezTo>
                  <a:pt x="306" y="100"/>
                  <a:pt x="323" y="137"/>
                  <a:pt x="323" y="177"/>
                </a:cubicBezTo>
                <a:cubicBezTo>
                  <a:pt x="323" y="181"/>
                  <a:pt x="324" y="185"/>
                  <a:pt x="327" y="188"/>
                </a:cubicBezTo>
                <a:cubicBezTo>
                  <a:pt x="330" y="191"/>
                  <a:pt x="334" y="192"/>
                  <a:pt x="338" y="192"/>
                </a:cubicBezTo>
                <a:cubicBezTo>
                  <a:pt x="342" y="192"/>
                  <a:pt x="345" y="191"/>
                  <a:pt x="348" y="188"/>
                </a:cubicBezTo>
                <a:cubicBezTo>
                  <a:pt x="350" y="185"/>
                  <a:pt x="353" y="181"/>
                  <a:pt x="353" y="177"/>
                </a:cubicBezTo>
                <a:cubicBezTo>
                  <a:pt x="353" y="137"/>
                  <a:pt x="370" y="100"/>
                  <a:pt x="396" y="73"/>
                </a:cubicBezTo>
                <a:cubicBezTo>
                  <a:pt x="422" y="46"/>
                  <a:pt x="459" y="29"/>
                  <a:pt x="500" y="29"/>
                </a:cubicBezTo>
                <a:cubicBezTo>
                  <a:pt x="509" y="29"/>
                  <a:pt x="520" y="31"/>
                  <a:pt x="530" y="33"/>
                </a:cubicBezTo>
                <a:cubicBezTo>
                  <a:pt x="585" y="43"/>
                  <a:pt x="631" y="89"/>
                  <a:pt x="643" y="144"/>
                </a:cubicBezTo>
                <a:cubicBezTo>
                  <a:pt x="646" y="155"/>
                  <a:pt x="647" y="166"/>
                  <a:pt x="647" y="177"/>
                </a:cubicBezTo>
                <a:cubicBezTo>
                  <a:pt x="647" y="210"/>
                  <a:pt x="636" y="241"/>
                  <a:pt x="617" y="265"/>
                </a:cubicBezTo>
                <a:cubicBezTo>
                  <a:pt x="352" y="576"/>
                  <a:pt x="352" y="576"/>
                  <a:pt x="352" y="576"/>
                </a:cubicBezTo>
                <a:cubicBezTo>
                  <a:pt x="348" y="580"/>
                  <a:pt x="343" y="583"/>
                  <a:pt x="338" y="583"/>
                </a:cubicBezTo>
                <a:cubicBezTo>
                  <a:pt x="332" y="583"/>
                  <a:pt x="328" y="580"/>
                  <a:pt x="324" y="576"/>
                </a:cubicBezTo>
                <a:cubicBezTo>
                  <a:pt x="59" y="265"/>
                  <a:pt x="59" y="265"/>
                  <a:pt x="59" y="265"/>
                </a:cubicBezTo>
                <a:cubicBezTo>
                  <a:pt x="40" y="241"/>
                  <a:pt x="29" y="210"/>
                  <a:pt x="29" y="177"/>
                </a:cubicBezTo>
                <a:cubicBezTo>
                  <a:pt x="29" y="166"/>
                  <a:pt x="30" y="155"/>
                  <a:pt x="33" y="144"/>
                </a:cubicBezTo>
                <a:cubicBezTo>
                  <a:pt x="44" y="89"/>
                  <a:pt x="89" y="43"/>
                  <a:pt x="146" y="33"/>
                </a:cubicBezTo>
                <a:lnTo>
                  <a:pt x="142" y="18"/>
                </a:lnTo>
                <a:close/>
              </a:path>
            </a:pathLst>
          </a:custGeom>
          <a:solidFill>
            <a:schemeClr val="accent4"/>
          </a:solidFill>
          <a:ln>
            <a:noFill/>
          </a:ln>
          <a:effectLst/>
        </p:spPr>
        <p:txBody>
          <a:bodyPr wrap="none" anchor="ctr"/>
          <a:lstStyle/>
          <a:p>
            <a:endParaRPr lang="da-DK">
              <a:solidFill>
                <a:schemeClr val="tx2"/>
              </a:solidFill>
            </a:endParaRPr>
          </a:p>
        </p:txBody>
      </p:sp>
      <p:grpSp>
        <p:nvGrpSpPr>
          <p:cNvPr id="687" name="Group 690">
            <a:extLst>
              <a:ext uri="{FF2B5EF4-FFF2-40B4-BE49-F238E27FC236}">
                <a16:creationId xmlns:a16="http://schemas.microsoft.com/office/drawing/2014/main" id="{01F5D3BD-196D-141D-7073-0DE3257397F9}"/>
              </a:ext>
            </a:extLst>
          </p:cNvPr>
          <p:cNvGrpSpPr/>
          <p:nvPr/>
        </p:nvGrpSpPr>
        <p:grpSpPr>
          <a:xfrm>
            <a:off x="1184795" y="2422153"/>
            <a:ext cx="255588" cy="212725"/>
            <a:chOff x="28575" y="2762250"/>
            <a:chExt cx="255588" cy="212725"/>
          </a:xfrm>
          <a:solidFill>
            <a:schemeClr val="accent4"/>
          </a:solidFill>
        </p:grpSpPr>
        <p:sp>
          <p:nvSpPr>
            <p:cNvPr id="688" name="Freeform 570">
              <a:extLst>
                <a:ext uri="{FF2B5EF4-FFF2-40B4-BE49-F238E27FC236}">
                  <a16:creationId xmlns:a16="http://schemas.microsoft.com/office/drawing/2014/main" id="{6426A3BD-FA38-B4D9-9D97-A06CE98F0BC5}"/>
                </a:ext>
              </a:extLst>
            </p:cNvPr>
            <p:cNvSpPr>
              <a:spLocks noChangeArrowheads="1"/>
            </p:cNvSpPr>
            <p:nvPr/>
          </p:nvSpPr>
          <p:spPr bwMode="auto">
            <a:xfrm>
              <a:off x="28575" y="2762250"/>
              <a:ext cx="255588" cy="212725"/>
            </a:xfrm>
            <a:custGeom>
              <a:avLst/>
              <a:gdLst>
                <a:gd name="T0" fmla="*/ 0 w 708"/>
                <a:gd name="T1" fmla="*/ 45 h 590"/>
                <a:gd name="T2" fmla="*/ 0 w 708"/>
                <a:gd name="T3" fmla="*/ 45 h 590"/>
                <a:gd name="T4" fmla="*/ 0 w 708"/>
                <a:gd name="T5" fmla="*/ 545 h 590"/>
                <a:gd name="T6" fmla="*/ 44 w 708"/>
                <a:gd name="T7" fmla="*/ 589 h 590"/>
                <a:gd name="T8" fmla="*/ 428 w 708"/>
                <a:gd name="T9" fmla="*/ 589 h 590"/>
                <a:gd name="T10" fmla="*/ 428 w 708"/>
                <a:gd name="T11" fmla="*/ 589 h 590"/>
                <a:gd name="T12" fmla="*/ 428 w 708"/>
                <a:gd name="T13" fmla="*/ 589 h 590"/>
                <a:gd name="T14" fmla="*/ 634 w 708"/>
                <a:gd name="T15" fmla="*/ 589 h 590"/>
                <a:gd name="T16" fmla="*/ 663 w 708"/>
                <a:gd name="T17" fmla="*/ 589 h 590"/>
                <a:gd name="T18" fmla="*/ 707 w 708"/>
                <a:gd name="T19" fmla="*/ 545 h 590"/>
                <a:gd name="T20" fmla="*/ 707 w 708"/>
                <a:gd name="T21" fmla="*/ 45 h 590"/>
                <a:gd name="T22" fmla="*/ 663 w 708"/>
                <a:gd name="T23" fmla="*/ 0 h 590"/>
                <a:gd name="T24" fmla="*/ 44 w 708"/>
                <a:gd name="T25" fmla="*/ 0 h 590"/>
                <a:gd name="T26" fmla="*/ 0 w 708"/>
                <a:gd name="T27" fmla="*/ 45 h 590"/>
                <a:gd name="T28" fmla="*/ 435 w 708"/>
                <a:gd name="T29" fmla="*/ 560 h 590"/>
                <a:gd name="T30" fmla="*/ 435 w 708"/>
                <a:gd name="T31" fmla="*/ 560 h 590"/>
                <a:gd name="T32" fmla="*/ 297 w 708"/>
                <a:gd name="T33" fmla="*/ 342 h 590"/>
                <a:gd name="T34" fmla="*/ 369 w 708"/>
                <a:gd name="T35" fmla="*/ 246 h 590"/>
                <a:gd name="T36" fmla="*/ 605 w 708"/>
                <a:gd name="T37" fmla="*/ 560 h 590"/>
                <a:gd name="T38" fmla="*/ 435 w 708"/>
                <a:gd name="T39" fmla="*/ 560 h 590"/>
                <a:gd name="T40" fmla="*/ 266 w 708"/>
                <a:gd name="T41" fmla="*/ 348 h 590"/>
                <a:gd name="T42" fmla="*/ 266 w 708"/>
                <a:gd name="T43" fmla="*/ 348 h 590"/>
                <a:gd name="T44" fmla="*/ 266 w 708"/>
                <a:gd name="T45" fmla="*/ 348 h 590"/>
                <a:gd name="T46" fmla="*/ 400 w 708"/>
                <a:gd name="T47" fmla="*/ 560 h 590"/>
                <a:gd name="T48" fmla="*/ 69 w 708"/>
                <a:gd name="T49" fmla="*/ 560 h 590"/>
                <a:gd name="T50" fmla="*/ 222 w 708"/>
                <a:gd name="T51" fmla="*/ 279 h 590"/>
                <a:gd name="T52" fmla="*/ 266 w 708"/>
                <a:gd name="T53" fmla="*/ 348 h 590"/>
                <a:gd name="T54" fmla="*/ 30 w 708"/>
                <a:gd name="T55" fmla="*/ 45 h 590"/>
                <a:gd name="T56" fmla="*/ 30 w 708"/>
                <a:gd name="T57" fmla="*/ 45 h 590"/>
                <a:gd name="T58" fmla="*/ 44 w 708"/>
                <a:gd name="T59" fmla="*/ 29 h 590"/>
                <a:gd name="T60" fmla="*/ 663 w 708"/>
                <a:gd name="T61" fmla="*/ 29 h 590"/>
                <a:gd name="T62" fmla="*/ 678 w 708"/>
                <a:gd name="T63" fmla="*/ 45 h 590"/>
                <a:gd name="T64" fmla="*/ 678 w 708"/>
                <a:gd name="T65" fmla="*/ 545 h 590"/>
                <a:gd name="T66" fmla="*/ 663 w 708"/>
                <a:gd name="T67" fmla="*/ 560 h 590"/>
                <a:gd name="T68" fmla="*/ 641 w 708"/>
                <a:gd name="T69" fmla="*/ 560 h 590"/>
                <a:gd name="T70" fmla="*/ 380 w 708"/>
                <a:gd name="T71" fmla="*/ 212 h 590"/>
                <a:gd name="T72" fmla="*/ 369 w 708"/>
                <a:gd name="T73" fmla="*/ 206 h 590"/>
                <a:gd name="T74" fmla="*/ 356 w 708"/>
                <a:gd name="T75" fmla="*/ 212 h 590"/>
                <a:gd name="T76" fmla="*/ 280 w 708"/>
                <a:gd name="T77" fmla="*/ 315 h 590"/>
                <a:gd name="T78" fmla="*/ 233 w 708"/>
                <a:gd name="T79" fmla="*/ 242 h 590"/>
                <a:gd name="T80" fmla="*/ 221 w 708"/>
                <a:gd name="T81" fmla="*/ 235 h 590"/>
                <a:gd name="T82" fmla="*/ 208 w 708"/>
                <a:gd name="T83" fmla="*/ 243 h 590"/>
                <a:gd name="T84" fmla="*/ 37 w 708"/>
                <a:gd name="T85" fmla="*/ 557 h 590"/>
                <a:gd name="T86" fmla="*/ 30 w 708"/>
                <a:gd name="T87" fmla="*/ 545 h 590"/>
                <a:gd name="T88" fmla="*/ 30 w 708"/>
                <a:gd name="T89" fmla="*/ 4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8" h="590">
                  <a:moveTo>
                    <a:pt x="0" y="45"/>
                  </a:moveTo>
                  <a:lnTo>
                    <a:pt x="0" y="45"/>
                  </a:lnTo>
                  <a:cubicBezTo>
                    <a:pt x="0" y="545"/>
                    <a:pt x="0" y="545"/>
                    <a:pt x="0" y="545"/>
                  </a:cubicBezTo>
                  <a:cubicBezTo>
                    <a:pt x="0" y="569"/>
                    <a:pt x="20" y="589"/>
                    <a:pt x="44" y="589"/>
                  </a:cubicBezTo>
                  <a:cubicBezTo>
                    <a:pt x="428" y="589"/>
                    <a:pt x="428" y="589"/>
                    <a:pt x="428" y="589"/>
                  </a:cubicBezTo>
                  <a:lnTo>
                    <a:pt x="428" y="589"/>
                  </a:lnTo>
                  <a:lnTo>
                    <a:pt x="428" y="589"/>
                  </a:lnTo>
                  <a:cubicBezTo>
                    <a:pt x="634" y="589"/>
                    <a:pt x="634" y="589"/>
                    <a:pt x="634" y="589"/>
                  </a:cubicBezTo>
                  <a:cubicBezTo>
                    <a:pt x="663" y="589"/>
                    <a:pt x="663" y="589"/>
                    <a:pt x="663" y="589"/>
                  </a:cubicBezTo>
                  <a:cubicBezTo>
                    <a:pt x="688" y="589"/>
                    <a:pt x="707" y="569"/>
                    <a:pt x="707" y="545"/>
                  </a:cubicBezTo>
                  <a:cubicBezTo>
                    <a:pt x="707" y="45"/>
                    <a:pt x="707" y="45"/>
                    <a:pt x="707" y="45"/>
                  </a:cubicBezTo>
                  <a:cubicBezTo>
                    <a:pt x="707" y="20"/>
                    <a:pt x="688" y="0"/>
                    <a:pt x="663" y="0"/>
                  </a:cubicBezTo>
                  <a:cubicBezTo>
                    <a:pt x="44" y="0"/>
                    <a:pt x="44" y="0"/>
                    <a:pt x="44" y="0"/>
                  </a:cubicBezTo>
                  <a:cubicBezTo>
                    <a:pt x="20" y="0"/>
                    <a:pt x="0" y="20"/>
                    <a:pt x="0" y="45"/>
                  </a:cubicBezTo>
                  <a:close/>
                  <a:moveTo>
                    <a:pt x="435" y="560"/>
                  </a:moveTo>
                  <a:lnTo>
                    <a:pt x="435" y="560"/>
                  </a:lnTo>
                  <a:cubicBezTo>
                    <a:pt x="297" y="342"/>
                    <a:pt x="297" y="342"/>
                    <a:pt x="297" y="342"/>
                  </a:cubicBezTo>
                  <a:cubicBezTo>
                    <a:pt x="369" y="246"/>
                    <a:pt x="369" y="246"/>
                    <a:pt x="369" y="246"/>
                  </a:cubicBezTo>
                  <a:cubicBezTo>
                    <a:pt x="605" y="560"/>
                    <a:pt x="605" y="560"/>
                    <a:pt x="605" y="560"/>
                  </a:cubicBezTo>
                  <a:lnTo>
                    <a:pt x="435" y="560"/>
                  </a:lnTo>
                  <a:close/>
                  <a:moveTo>
                    <a:pt x="266" y="348"/>
                  </a:moveTo>
                  <a:lnTo>
                    <a:pt x="266" y="348"/>
                  </a:lnTo>
                  <a:lnTo>
                    <a:pt x="266" y="348"/>
                  </a:lnTo>
                  <a:cubicBezTo>
                    <a:pt x="400" y="560"/>
                    <a:pt x="400" y="560"/>
                    <a:pt x="400" y="560"/>
                  </a:cubicBezTo>
                  <a:cubicBezTo>
                    <a:pt x="69" y="560"/>
                    <a:pt x="69" y="560"/>
                    <a:pt x="69" y="560"/>
                  </a:cubicBezTo>
                  <a:cubicBezTo>
                    <a:pt x="222" y="279"/>
                    <a:pt x="222" y="279"/>
                    <a:pt x="222" y="279"/>
                  </a:cubicBezTo>
                  <a:lnTo>
                    <a:pt x="266" y="348"/>
                  </a:lnTo>
                  <a:close/>
                  <a:moveTo>
                    <a:pt x="30" y="45"/>
                  </a:moveTo>
                  <a:lnTo>
                    <a:pt x="30" y="45"/>
                  </a:lnTo>
                  <a:cubicBezTo>
                    <a:pt x="30" y="36"/>
                    <a:pt x="36" y="29"/>
                    <a:pt x="44" y="29"/>
                  </a:cubicBezTo>
                  <a:cubicBezTo>
                    <a:pt x="663" y="29"/>
                    <a:pt x="663" y="29"/>
                    <a:pt x="663" y="29"/>
                  </a:cubicBezTo>
                  <a:cubicBezTo>
                    <a:pt x="671" y="29"/>
                    <a:pt x="678" y="36"/>
                    <a:pt x="678" y="45"/>
                  </a:cubicBezTo>
                  <a:cubicBezTo>
                    <a:pt x="678" y="545"/>
                    <a:pt x="678" y="545"/>
                    <a:pt x="678" y="545"/>
                  </a:cubicBezTo>
                  <a:cubicBezTo>
                    <a:pt x="678" y="553"/>
                    <a:pt x="671" y="560"/>
                    <a:pt x="663" y="560"/>
                  </a:cubicBezTo>
                  <a:cubicBezTo>
                    <a:pt x="641" y="560"/>
                    <a:pt x="641" y="560"/>
                    <a:pt x="641" y="560"/>
                  </a:cubicBezTo>
                  <a:cubicBezTo>
                    <a:pt x="380" y="212"/>
                    <a:pt x="380" y="212"/>
                    <a:pt x="380" y="212"/>
                  </a:cubicBezTo>
                  <a:cubicBezTo>
                    <a:pt x="377" y="209"/>
                    <a:pt x="373" y="206"/>
                    <a:pt x="369" y="206"/>
                  </a:cubicBezTo>
                  <a:cubicBezTo>
                    <a:pt x="364" y="206"/>
                    <a:pt x="359" y="209"/>
                    <a:pt x="356" y="212"/>
                  </a:cubicBezTo>
                  <a:cubicBezTo>
                    <a:pt x="280" y="315"/>
                    <a:pt x="280" y="315"/>
                    <a:pt x="280" y="315"/>
                  </a:cubicBezTo>
                  <a:cubicBezTo>
                    <a:pt x="233" y="242"/>
                    <a:pt x="233" y="242"/>
                    <a:pt x="233" y="242"/>
                  </a:cubicBezTo>
                  <a:cubicBezTo>
                    <a:pt x="230" y="238"/>
                    <a:pt x="226" y="235"/>
                    <a:pt x="221" y="235"/>
                  </a:cubicBezTo>
                  <a:cubicBezTo>
                    <a:pt x="215" y="237"/>
                    <a:pt x="211" y="239"/>
                    <a:pt x="208" y="243"/>
                  </a:cubicBezTo>
                  <a:cubicBezTo>
                    <a:pt x="37" y="557"/>
                    <a:pt x="37" y="557"/>
                    <a:pt x="37" y="557"/>
                  </a:cubicBezTo>
                  <a:cubicBezTo>
                    <a:pt x="33" y="556"/>
                    <a:pt x="30" y="550"/>
                    <a:pt x="30" y="545"/>
                  </a:cubicBezTo>
                  <a:lnTo>
                    <a:pt x="30"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89" name="Freeform 571">
              <a:extLst>
                <a:ext uri="{FF2B5EF4-FFF2-40B4-BE49-F238E27FC236}">
                  <a16:creationId xmlns:a16="http://schemas.microsoft.com/office/drawing/2014/main" id="{571F47B2-92FA-92CA-BEB1-C9A886777F16}"/>
                </a:ext>
              </a:extLst>
            </p:cNvPr>
            <p:cNvSpPr>
              <a:spLocks noChangeArrowheads="1"/>
            </p:cNvSpPr>
            <p:nvPr/>
          </p:nvSpPr>
          <p:spPr bwMode="auto">
            <a:xfrm>
              <a:off x="198438" y="2794000"/>
              <a:ext cx="53975" cy="52388"/>
            </a:xfrm>
            <a:custGeom>
              <a:avLst/>
              <a:gdLst>
                <a:gd name="T0" fmla="*/ 73 w 148"/>
                <a:gd name="T1" fmla="*/ 146 h 147"/>
                <a:gd name="T2" fmla="*/ 73 w 148"/>
                <a:gd name="T3" fmla="*/ 146 h 147"/>
                <a:gd name="T4" fmla="*/ 147 w 148"/>
                <a:gd name="T5" fmla="*/ 73 h 147"/>
                <a:gd name="T6" fmla="*/ 73 w 148"/>
                <a:gd name="T7" fmla="*/ 0 h 147"/>
                <a:gd name="T8" fmla="*/ 0 w 148"/>
                <a:gd name="T9" fmla="*/ 73 h 147"/>
                <a:gd name="T10" fmla="*/ 73 w 148"/>
                <a:gd name="T11" fmla="*/ 146 h 147"/>
                <a:gd name="T12" fmla="*/ 73 w 148"/>
                <a:gd name="T13" fmla="*/ 29 h 147"/>
                <a:gd name="T14" fmla="*/ 73 w 148"/>
                <a:gd name="T15" fmla="*/ 29 h 147"/>
                <a:gd name="T16" fmla="*/ 118 w 148"/>
                <a:gd name="T17" fmla="*/ 73 h 147"/>
                <a:gd name="T18" fmla="*/ 73 w 148"/>
                <a:gd name="T19" fmla="*/ 117 h 147"/>
                <a:gd name="T20" fmla="*/ 29 w 148"/>
                <a:gd name="T21" fmla="*/ 73 h 147"/>
                <a:gd name="T22" fmla="*/ 73 w 148"/>
                <a:gd name="T23"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7">
                  <a:moveTo>
                    <a:pt x="73" y="146"/>
                  </a:moveTo>
                  <a:lnTo>
                    <a:pt x="73" y="146"/>
                  </a:lnTo>
                  <a:cubicBezTo>
                    <a:pt x="113" y="146"/>
                    <a:pt x="147" y="114"/>
                    <a:pt x="147" y="73"/>
                  </a:cubicBezTo>
                  <a:cubicBezTo>
                    <a:pt x="147" y="33"/>
                    <a:pt x="113" y="0"/>
                    <a:pt x="73" y="0"/>
                  </a:cubicBezTo>
                  <a:cubicBezTo>
                    <a:pt x="32" y="0"/>
                    <a:pt x="0" y="33"/>
                    <a:pt x="0" y="73"/>
                  </a:cubicBezTo>
                  <a:cubicBezTo>
                    <a:pt x="0" y="114"/>
                    <a:pt x="32" y="146"/>
                    <a:pt x="73" y="146"/>
                  </a:cubicBezTo>
                  <a:close/>
                  <a:moveTo>
                    <a:pt x="73" y="29"/>
                  </a:moveTo>
                  <a:lnTo>
                    <a:pt x="73" y="29"/>
                  </a:lnTo>
                  <a:cubicBezTo>
                    <a:pt x="98" y="29"/>
                    <a:pt x="118" y="48"/>
                    <a:pt x="118" y="73"/>
                  </a:cubicBezTo>
                  <a:cubicBezTo>
                    <a:pt x="118" y="98"/>
                    <a:pt x="98" y="117"/>
                    <a:pt x="73" y="117"/>
                  </a:cubicBezTo>
                  <a:cubicBezTo>
                    <a:pt x="48" y="117"/>
                    <a:pt x="29" y="98"/>
                    <a:pt x="29" y="73"/>
                  </a:cubicBezTo>
                  <a:cubicBezTo>
                    <a:pt x="29" y="48"/>
                    <a:pt x="48"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0" name="Group 693">
            <a:extLst>
              <a:ext uri="{FF2B5EF4-FFF2-40B4-BE49-F238E27FC236}">
                <a16:creationId xmlns:a16="http://schemas.microsoft.com/office/drawing/2014/main" id="{4932453F-B69D-281A-BA78-DE4A8FFD72A5}"/>
              </a:ext>
            </a:extLst>
          </p:cNvPr>
          <p:cNvGrpSpPr/>
          <p:nvPr/>
        </p:nvGrpSpPr>
        <p:grpSpPr>
          <a:xfrm>
            <a:off x="1691208" y="1382341"/>
            <a:ext cx="255587" cy="255587"/>
            <a:chOff x="534988" y="1703388"/>
            <a:chExt cx="255587" cy="255587"/>
          </a:xfrm>
          <a:solidFill>
            <a:schemeClr val="accent4"/>
          </a:solidFill>
        </p:grpSpPr>
        <p:sp>
          <p:nvSpPr>
            <p:cNvPr id="691" name="Freeform 572">
              <a:extLst>
                <a:ext uri="{FF2B5EF4-FFF2-40B4-BE49-F238E27FC236}">
                  <a16:creationId xmlns:a16="http://schemas.microsoft.com/office/drawing/2014/main" id="{7D148E14-F2DA-BE0E-0827-F74D1D9F85BE}"/>
                </a:ext>
              </a:extLst>
            </p:cNvPr>
            <p:cNvSpPr>
              <a:spLocks noChangeArrowheads="1"/>
            </p:cNvSpPr>
            <p:nvPr/>
          </p:nvSpPr>
          <p:spPr bwMode="auto">
            <a:xfrm>
              <a:off x="715963" y="18780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2" name="Freeform 573">
              <a:extLst>
                <a:ext uri="{FF2B5EF4-FFF2-40B4-BE49-F238E27FC236}">
                  <a16:creationId xmlns:a16="http://schemas.microsoft.com/office/drawing/2014/main" id="{5E3E337A-3FA1-2999-E76A-3EDAA6CDDE45}"/>
                </a:ext>
              </a:extLst>
            </p:cNvPr>
            <p:cNvSpPr>
              <a:spLocks noChangeArrowheads="1"/>
            </p:cNvSpPr>
            <p:nvPr/>
          </p:nvSpPr>
          <p:spPr bwMode="auto">
            <a:xfrm>
              <a:off x="619125" y="17795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3" name="Freeform 574">
              <a:extLst>
                <a:ext uri="{FF2B5EF4-FFF2-40B4-BE49-F238E27FC236}">
                  <a16:creationId xmlns:a16="http://schemas.microsoft.com/office/drawing/2014/main" id="{AD141FD2-0B8B-07B5-1D3B-727021DD2A01}"/>
                </a:ext>
              </a:extLst>
            </p:cNvPr>
            <p:cNvSpPr>
              <a:spLocks noChangeArrowheads="1"/>
            </p:cNvSpPr>
            <p:nvPr/>
          </p:nvSpPr>
          <p:spPr bwMode="auto">
            <a:xfrm>
              <a:off x="534988" y="1703388"/>
              <a:ext cx="255587" cy="255587"/>
            </a:xfrm>
            <a:custGeom>
              <a:avLst/>
              <a:gdLst>
                <a:gd name="T0" fmla="*/ 707 w 708"/>
                <a:gd name="T1" fmla="*/ 353 h 708"/>
                <a:gd name="T2" fmla="*/ 0 w 708"/>
                <a:gd name="T3" fmla="*/ 353 h 708"/>
                <a:gd name="T4" fmla="*/ 707 w 708"/>
                <a:gd name="T5" fmla="*/ 353 h 708"/>
                <a:gd name="T6" fmla="*/ 124 w 708"/>
                <a:gd name="T7" fmla="*/ 124 h 708"/>
                <a:gd name="T8" fmla="*/ 583 w 708"/>
                <a:gd name="T9" fmla="*/ 124 h 708"/>
                <a:gd name="T10" fmla="*/ 583 w 708"/>
                <a:gd name="T11" fmla="*/ 582 h 708"/>
                <a:gd name="T12" fmla="*/ 218 w 708"/>
                <a:gd name="T13" fmla="*/ 647 h 708"/>
                <a:gd name="T14" fmla="*/ 327 w 708"/>
                <a:gd name="T15" fmla="*/ 537 h 708"/>
                <a:gd name="T16" fmla="*/ 504 w 708"/>
                <a:gd name="T17" fmla="*/ 486 h 708"/>
                <a:gd name="T18" fmla="*/ 542 w 708"/>
                <a:gd name="T19" fmla="*/ 269 h 708"/>
                <a:gd name="T20" fmla="*/ 542 w 708"/>
                <a:gd name="T21" fmla="*/ 267 h 708"/>
                <a:gd name="T22" fmla="*/ 539 w 708"/>
                <a:gd name="T23" fmla="*/ 263 h 708"/>
                <a:gd name="T24" fmla="*/ 536 w 708"/>
                <a:gd name="T25" fmla="*/ 262 h 708"/>
                <a:gd name="T26" fmla="*/ 530 w 708"/>
                <a:gd name="T27" fmla="*/ 259 h 708"/>
                <a:gd name="T28" fmla="*/ 525 w 708"/>
                <a:gd name="T29" fmla="*/ 259 h 708"/>
                <a:gd name="T30" fmla="*/ 522 w 708"/>
                <a:gd name="T31" fmla="*/ 261 h 708"/>
                <a:gd name="T32" fmla="*/ 518 w 708"/>
                <a:gd name="T33" fmla="*/ 263 h 708"/>
                <a:gd name="T34" fmla="*/ 410 w 708"/>
                <a:gd name="T35" fmla="*/ 366 h 708"/>
                <a:gd name="T36" fmla="*/ 358 w 708"/>
                <a:gd name="T37" fmla="*/ 319 h 708"/>
                <a:gd name="T38" fmla="*/ 358 w 708"/>
                <a:gd name="T39" fmla="*/ 298 h 708"/>
                <a:gd name="T40" fmla="*/ 456 w 708"/>
                <a:gd name="T41" fmla="*/ 198 h 708"/>
                <a:gd name="T42" fmla="*/ 459 w 708"/>
                <a:gd name="T43" fmla="*/ 197 h 708"/>
                <a:gd name="T44" fmla="*/ 460 w 708"/>
                <a:gd name="T45" fmla="*/ 191 h 708"/>
                <a:gd name="T46" fmla="*/ 459 w 708"/>
                <a:gd name="T47" fmla="*/ 186 h 708"/>
                <a:gd name="T48" fmla="*/ 456 w 708"/>
                <a:gd name="T49" fmla="*/ 180 h 708"/>
                <a:gd name="T50" fmla="*/ 453 w 708"/>
                <a:gd name="T51" fmla="*/ 179 h 708"/>
                <a:gd name="T52" fmla="*/ 450 w 708"/>
                <a:gd name="T53" fmla="*/ 178 h 708"/>
                <a:gd name="T54" fmla="*/ 369 w 708"/>
                <a:gd name="T55" fmla="*/ 158 h 708"/>
                <a:gd name="T56" fmla="*/ 177 w 708"/>
                <a:gd name="T57" fmla="*/ 350 h 708"/>
                <a:gd name="T58" fmla="*/ 112 w 708"/>
                <a:gd name="T59" fmla="*/ 462 h 708"/>
                <a:gd name="T60" fmla="*/ 30 w 708"/>
                <a:gd name="T61" fmla="*/ 353 h 708"/>
                <a:gd name="T62" fmla="*/ 83 w 708"/>
                <a:gd name="T63" fmla="*/ 531 h 708"/>
                <a:gd name="T64" fmla="*/ 133 w 708"/>
                <a:gd name="T65" fmla="*/ 483 h 708"/>
                <a:gd name="T66" fmla="*/ 210 w 708"/>
                <a:gd name="T67" fmla="*/ 404 h 708"/>
                <a:gd name="T68" fmla="*/ 213 w 708"/>
                <a:gd name="T69" fmla="*/ 400 h 708"/>
                <a:gd name="T70" fmla="*/ 213 w 708"/>
                <a:gd name="T71" fmla="*/ 393 h 708"/>
                <a:gd name="T72" fmla="*/ 213 w 708"/>
                <a:gd name="T73" fmla="*/ 392 h 708"/>
                <a:gd name="T74" fmla="*/ 254 w 708"/>
                <a:gd name="T75" fmla="*/ 236 h 708"/>
                <a:gd name="T76" fmla="*/ 369 w 708"/>
                <a:gd name="T77" fmla="*/ 189 h 708"/>
                <a:gd name="T78" fmla="*/ 337 w 708"/>
                <a:gd name="T79" fmla="*/ 277 h 708"/>
                <a:gd name="T80" fmla="*/ 337 w 708"/>
                <a:gd name="T81" fmla="*/ 339 h 708"/>
                <a:gd name="T82" fmla="*/ 410 w 708"/>
                <a:gd name="T83" fmla="*/ 394 h 708"/>
                <a:gd name="T84" fmla="*/ 522 w 708"/>
                <a:gd name="T85" fmla="*/ 301 h 708"/>
                <a:gd name="T86" fmla="*/ 483 w 708"/>
                <a:gd name="T87" fmla="*/ 465 h 708"/>
                <a:gd name="T88" fmla="*/ 369 w 708"/>
                <a:gd name="T89" fmla="*/ 512 h 708"/>
                <a:gd name="T90" fmla="*/ 325 w 708"/>
                <a:gd name="T91" fmla="*/ 506 h 708"/>
                <a:gd name="T92" fmla="*/ 319 w 708"/>
                <a:gd name="T93" fmla="*/ 506 h 708"/>
                <a:gd name="T94" fmla="*/ 314 w 708"/>
                <a:gd name="T95" fmla="*/ 509 h 708"/>
                <a:gd name="T96" fmla="*/ 298 w 708"/>
                <a:gd name="T97" fmla="*/ 524 h 708"/>
                <a:gd name="T98" fmla="*/ 191 w 708"/>
                <a:gd name="T99" fmla="*/ 632 h 708"/>
                <a:gd name="T100" fmla="*/ 83 w 708"/>
                <a:gd name="T101" fmla="*/ 531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08" h="708">
                  <a:moveTo>
                    <a:pt x="707" y="353"/>
                  </a:moveTo>
                  <a:lnTo>
                    <a:pt x="707" y="353"/>
                  </a:lnTo>
                  <a:cubicBezTo>
                    <a:pt x="707" y="157"/>
                    <a:pt x="550" y="0"/>
                    <a:pt x="354" y="0"/>
                  </a:cubicBezTo>
                  <a:cubicBezTo>
                    <a:pt x="159" y="0"/>
                    <a:pt x="0" y="157"/>
                    <a:pt x="0" y="353"/>
                  </a:cubicBezTo>
                  <a:cubicBezTo>
                    <a:pt x="0" y="548"/>
                    <a:pt x="159" y="707"/>
                    <a:pt x="354" y="707"/>
                  </a:cubicBezTo>
                  <a:cubicBezTo>
                    <a:pt x="550" y="707"/>
                    <a:pt x="707" y="548"/>
                    <a:pt x="707" y="353"/>
                  </a:cubicBezTo>
                  <a:close/>
                  <a:moveTo>
                    <a:pt x="124" y="124"/>
                  </a:moveTo>
                  <a:lnTo>
                    <a:pt x="124" y="124"/>
                  </a:lnTo>
                  <a:cubicBezTo>
                    <a:pt x="184" y="64"/>
                    <a:pt x="264" y="28"/>
                    <a:pt x="354" y="28"/>
                  </a:cubicBezTo>
                  <a:cubicBezTo>
                    <a:pt x="443" y="28"/>
                    <a:pt x="525" y="64"/>
                    <a:pt x="583" y="124"/>
                  </a:cubicBezTo>
                  <a:cubicBezTo>
                    <a:pt x="642" y="182"/>
                    <a:pt x="678" y="263"/>
                    <a:pt x="678" y="353"/>
                  </a:cubicBezTo>
                  <a:cubicBezTo>
                    <a:pt x="678" y="443"/>
                    <a:pt x="642" y="523"/>
                    <a:pt x="583" y="582"/>
                  </a:cubicBezTo>
                  <a:cubicBezTo>
                    <a:pt x="525" y="640"/>
                    <a:pt x="443" y="676"/>
                    <a:pt x="354" y="676"/>
                  </a:cubicBezTo>
                  <a:cubicBezTo>
                    <a:pt x="305" y="676"/>
                    <a:pt x="260" y="667"/>
                    <a:pt x="218" y="647"/>
                  </a:cubicBezTo>
                  <a:cubicBezTo>
                    <a:pt x="319" y="545"/>
                    <a:pt x="319" y="545"/>
                    <a:pt x="319" y="545"/>
                  </a:cubicBezTo>
                  <a:cubicBezTo>
                    <a:pt x="327" y="537"/>
                    <a:pt x="327" y="537"/>
                    <a:pt x="327" y="537"/>
                  </a:cubicBezTo>
                  <a:cubicBezTo>
                    <a:pt x="341" y="540"/>
                    <a:pt x="355" y="541"/>
                    <a:pt x="369" y="541"/>
                  </a:cubicBezTo>
                  <a:cubicBezTo>
                    <a:pt x="417" y="541"/>
                    <a:pt x="467" y="523"/>
                    <a:pt x="504" y="486"/>
                  </a:cubicBezTo>
                  <a:cubicBezTo>
                    <a:pt x="542" y="448"/>
                    <a:pt x="561" y="399"/>
                    <a:pt x="561" y="350"/>
                  </a:cubicBezTo>
                  <a:cubicBezTo>
                    <a:pt x="561" y="323"/>
                    <a:pt x="554" y="294"/>
                    <a:pt x="542" y="269"/>
                  </a:cubicBezTo>
                  <a:lnTo>
                    <a:pt x="542" y="269"/>
                  </a:lnTo>
                  <a:cubicBezTo>
                    <a:pt x="542" y="267"/>
                    <a:pt x="542" y="267"/>
                    <a:pt x="542" y="267"/>
                  </a:cubicBezTo>
                  <a:lnTo>
                    <a:pt x="540" y="266"/>
                  </a:lnTo>
                  <a:cubicBezTo>
                    <a:pt x="540" y="265"/>
                    <a:pt x="539" y="265"/>
                    <a:pt x="539" y="263"/>
                  </a:cubicBezTo>
                  <a:lnTo>
                    <a:pt x="539" y="263"/>
                  </a:lnTo>
                  <a:cubicBezTo>
                    <a:pt x="537" y="262"/>
                    <a:pt x="536" y="262"/>
                    <a:pt x="536" y="262"/>
                  </a:cubicBezTo>
                  <a:cubicBezTo>
                    <a:pt x="535" y="261"/>
                    <a:pt x="535" y="261"/>
                    <a:pt x="533" y="261"/>
                  </a:cubicBezTo>
                  <a:cubicBezTo>
                    <a:pt x="532" y="261"/>
                    <a:pt x="532" y="261"/>
                    <a:pt x="530" y="259"/>
                  </a:cubicBezTo>
                  <a:cubicBezTo>
                    <a:pt x="529" y="259"/>
                    <a:pt x="529" y="259"/>
                    <a:pt x="528" y="259"/>
                  </a:cubicBezTo>
                  <a:cubicBezTo>
                    <a:pt x="526" y="259"/>
                    <a:pt x="526" y="259"/>
                    <a:pt x="525" y="259"/>
                  </a:cubicBezTo>
                  <a:cubicBezTo>
                    <a:pt x="525" y="261"/>
                    <a:pt x="524" y="261"/>
                    <a:pt x="522" y="261"/>
                  </a:cubicBezTo>
                  <a:lnTo>
                    <a:pt x="522" y="261"/>
                  </a:lnTo>
                  <a:cubicBezTo>
                    <a:pt x="521" y="261"/>
                    <a:pt x="521" y="262"/>
                    <a:pt x="519" y="262"/>
                  </a:cubicBezTo>
                  <a:cubicBezTo>
                    <a:pt x="519" y="263"/>
                    <a:pt x="518" y="263"/>
                    <a:pt x="518" y="263"/>
                  </a:cubicBezTo>
                  <a:cubicBezTo>
                    <a:pt x="421" y="360"/>
                    <a:pt x="421" y="360"/>
                    <a:pt x="421" y="360"/>
                  </a:cubicBezTo>
                  <a:cubicBezTo>
                    <a:pt x="417" y="364"/>
                    <a:pt x="414" y="366"/>
                    <a:pt x="410" y="366"/>
                  </a:cubicBezTo>
                  <a:cubicBezTo>
                    <a:pt x="406" y="366"/>
                    <a:pt x="403" y="364"/>
                    <a:pt x="399" y="360"/>
                  </a:cubicBezTo>
                  <a:cubicBezTo>
                    <a:pt x="358" y="319"/>
                    <a:pt x="358" y="319"/>
                    <a:pt x="358" y="319"/>
                  </a:cubicBezTo>
                  <a:cubicBezTo>
                    <a:pt x="355" y="316"/>
                    <a:pt x="354" y="312"/>
                    <a:pt x="354" y="309"/>
                  </a:cubicBezTo>
                  <a:cubicBezTo>
                    <a:pt x="354" y="305"/>
                    <a:pt x="355" y="301"/>
                    <a:pt x="358" y="298"/>
                  </a:cubicBezTo>
                  <a:cubicBezTo>
                    <a:pt x="456" y="201"/>
                    <a:pt x="456" y="201"/>
                    <a:pt x="456" y="201"/>
                  </a:cubicBezTo>
                  <a:cubicBezTo>
                    <a:pt x="456" y="200"/>
                    <a:pt x="456" y="200"/>
                    <a:pt x="456" y="198"/>
                  </a:cubicBezTo>
                  <a:cubicBezTo>
                    <a:pt x="457" y="198"/>
                    <a:pt x="457" y="198"/>
                    <a:pt x="459" y="197"/>
                  </a:cubicBezTo>
                  <a:lnTo>
                    <a:pt x="459" y="197"/>
                  </a:lnTo>
                  <a:cubicBezTo>
                    <a:pt x="459" y="196"/>
                    <a:pt x="459" y="194"/>
                    <a:pt x="459" y="193"/>
                  </a:cubicBezTo>
                  <a:lnTo>
                    <a:pt x="460" y="191"/>
                  </a:lnTo>
                  <a:cubicBezTo>
                    <a:pt x="460" y="190"/>
                    <a:pt x="459" y="189"/>
                    <a:pt x="459" y="189"/>
                  </a:cubicBezTo>
                  <a:cubicBezTo>
                    <a:pt x="459" y="187"/>
                    <a:pt x="459" y="186"/>
                    <a:pt x="459" y="186"/>
                  </a:cubicBezTo>
                  <a:cubicBezTo>
                    <a:pt x="459" y="185"/>
                    <a:pt x="457" y="185"/>
                    <a:pt x="457" y="183"/>
                  </a:cubicBezTo>
                  <a:cubicBezTo>
                    <a:pt x="457" y="182"/>
                    <a:pt x="456" y="182"/>
                    <a:pt x="456" y="180"/>
                  </a:cubicBezTo>
                  <a:cubicBezTo>
                    <a:pt x="456" y="180"/>
                    <a:pt x="456" y="180"/>
                    <a:pt x="455" y="180"/>
                  </a:cubicBezTo>
                  <a:cubicBezTo>
                    <a:pt x="455" y="179"/>
                    <a:pt x="453" y="179"/>
                    <a:pt x="453" y="179"/>
                  </a:cubicBezTo>
                  <a:lnTo>
                    <a:pt x="452" y="178"/>
                  </a:lnTo>
                  <a:cubicBezTo>
                    <a:pt x="450" y="178"/>
                    <a:pt x="450" y="178"/>
                    <a:pt x="450" y="178"/>
                  </a:cubicBezTo>
                  <a:cubicBezTo>
                    <a:pt x="450" y="178"/>
                    <a:pt x="450" y="178"/>
                    <a:pt x="450" y="176"/>
                  </a:cubicBezTo>
                  <a:cubicBezTo>
                    <a:pt x="424" y="165"/>
                    <a:pt x="396" y="158"/>
                    <a:pt x="369" y="158"/>
                  </a:cubicBezTo>
                  <a:cubicBezTo>
                    <a:pt x="319" y="158"/>
                    <a:pt x="271" y="178"/>
                    <a:pt x="234" y="215"/>
                  </a:cubicBezTo>
                  <a:cubicBezTo>
                    <a:pt x="196" y="252"/>
                    <a:pt x="177" y="301"/>
                    <a:pt x="177" y="350"/>
                  </a:cubicBezTo>
                  <a:cubicBezTo>
                    <a:pt x="177" y="364"/>
                    <a:pt x="180" y="378"/>
                    <a:pt x="182" y="390"/>
                  </a:cubicBezTo>
                  <a:cubicBezTo>
                    <a:pt x="112" y="462"/>
                    <a:pt x="112" y="462"/>
                    <a:pt x="112" y="462"/>
                  </a:cubicBezTo>
                  <a:cubicBezTo>
                    <a:pt x="68" y="505"/>
                    <a:pt x="68" y="505"/>
                    <a:pt x="68" y="505"/>
                  </a:cubicBezTo>
                  <a:cubicBezTo>
                    <a:pt x="44" y="459"/>
                    <a:pt x="30" y="408"/>
                    <a:pt x="30" y="353"/>
                  </a:cubicBezTo>
                  <a:cubicBezTo>
                    <a:pt x="30" y="263"/>
                    <a:pt x="66" y="182"/>
                    <a:pt x="124" y="124"/>
                  </a:cubicBezTo>
                  <a:close/>
                  <a:moveTo>
                    <a:pt x="83" y="531"/>
                  </a:moveTo>
                  <a:lnTo>
                    <a:pt x="83" y="531"/>
                  </a:lnTo>
                  <a:cubicBezTo>
                    <a:pt x="133" y="483"/>
                    <a:pt x="133" y="483"/>
                    <a:pt x="133" y="483"/>
                  </a:cubicBezTo>
                  <a:cubicBezTo>
                    <a:pt x="209" y="406"/>
                    <a:pt x="209" y="406"/>
                    <a:pt x="209" y="406"/>
                  </a:cubicBezTo>
                  <a:cubicBezTo>
                    <a:pt x="209" y="406"/>
                    <a:pt x="209" y="406"/>
                    <a:pt x="210" y="404"/>
                  </a:cubicBezTo>
                  <a:cubicBezTo>
                    <a:pt x="210" y="404"/>
                    <a:pt x="211" y="403"/>
                    <a:pt x="211" y="401"/>
                  </a:cubicBezTo>
                  <a:cubicBezTo>
                    <a:pt x="211" y="401"/>
                    <a:pt x="211" y="400"/>
                    <a:pt x="213" y="400"/>
                  </a:cubicBezTo>
                  <a:cubicBezTo>
                    <a:pt x="213" y="399"/>
                    <a:pt x="213" y="397"/>
                    <a:pt x="213" y="397"/>
                  </a:cubicBezTo>
                  <a:cubicBezTo>
                    <a:pt x="213" y="396"/>
                    <a:pt x="213" y="394"/>
                    <a:pt x="213" y="393"/>
                  </a:cubicBezTo>
                  <a:cubicBezTo>
                    <a:pt x="213" y="393"/>
                    <a:pt x="213" y="393"/>
                    <a:pt x="213" y="392"/>
                  </a:cubicBezTo>
                  <a:lnTo>
                    <a:pt x="213" y="392"/>
                  </a:lnTo>
                  <a:cubicBezTo>
                    <a:pt x="209" y="378"/>
                    <a:pt x="207" y="364"/>
                    <a:pt x="207" y="350"/>
                  </a:cubicBezTo>
                  <a:cubicBezTo>
                    <a:pt x="207" y="309"/>
                    <a:pt x="222" y="267"/>
                    <a:pt x="254" y="236"/>
                  </a:cubicBezTo>
                  <a:lnTo>
                    <a:pt x="254" y="236"/>
                  </a:lnTo>
                  <a:cubicBezTo>
                    <a:pt x="286" y="204"/>
                    <a:pt x="327" y="189"/>
                    <a:pt x="369" y="189"/>
                  </a:cubicBezTo>
                  <a:cubicBezTo>
                    <a:pt x="385" y="189"/>
                    <a:pt x="402" y="191"/>
                    <a:pt x="419" y="196"/>
                  </a:cubicBezTo>
                  <a:cubicBezTo>
                    <a:pt x="337" y="277"/>
                    <a:pt x="337" y="277"/>
                    <a:pt x="337" y="277"/>
                  </a:cubicBezTo>
                  <a:cubicBezTo>
                    <a:pt x="329" y="285"/>
                    <a:pt x="325" y="298"/>
                    <a:pt x="325" y="309"/>
                  </a:cubicBezTo>
                  <a:cubicBezTo>
                    <a:pt x="325" y="320"/>
                    <a:pt x="329" y="331"/>
                    <a:pt x="337" y="339"/>
                  </a:cubicBezTo>
                  <a:cubicBezTo>
                    <a:pt x="379" y="381"/>
                    <a:pt x="379" y="381"/>
                    <a:pt x="379" y="381"/>
                  </a:cubicBezTo>
                  <a:cubicBezTo>
                    <a:pt x="388" y="390"/>
                    <a:pt x="399" y="394"/>
                    <a:pt x="410" y="394"/>
                  </a:cubicBezTo>
                  <a:cubicBezTo>
                    <a:pt x="421" y="394"/>
                    <a:pt x="432" y="390"/>
                    <a:pt x="442" y="382"/>
                  </a:cubicBezTo>
                  <a:cubicBezTo>
                    <a:pt x="522" y="301"/>
                    <a:pt x="522" y="301"/>
                    <a:pt x="522" y="301"/>
                  </a:cubicBezTo>
                  <a:cubicBezTo>
                    <a:pt x="528" y="316"/>
                    <a:pt x="530" y="334"/>
                    <a:pt x="530" y="350"/>
                  </a:cubicBezTo>
                  <a:cubicBezTo>
                    <a:pt x="530" y="392"/>
                    <a:pt x="515" y="433"/>
                    <a:pt x="483" y="465"/>
                  </a:cubicBezTo>
                  <a:lnTo>
                    <a:pt x="483" y="465"/>
                  </a:lnTo>
                  <a:cubicBezTo>
                    <a:pt x="452" y="497"/>
                    <a:pt x="410" y="512"/>
                    <a:pt x="369" y="512"/>
                  </a:cubicBezTo>
                  <a:cubicBezTo>
                    <a:pt x="355" y="512"/>
                    <a:pt x="341" y="511"/>
                    <a:pt x="327" y="506"/>
                  </a:cubicBezTo>
                  <a:cubicBezTo>
                    <a:pt x="326" y="506"/>
                    <a:pt x="326" y="506"/>
                    <a:pt x="325" y="506"/>
                  </a:cubicBezTo>
                  <a:cubicBezTo>
                    <a:pt x="325" y="506"/>
                    <a:pt x="323" y="506"/>
                    <a:pt x="322" y="506"/>
                  </a:cubicBezTo>
                  <a:cubicBezTo>
                    <a:pt x="321" y="506"/>
                    <a:pt x="321" y="506"/>
                    <a:pt x="319" y="506"/>
                  </a:cubicBezTo>
                  <a:cubicBezTo>
                    <a:pt x="318" y="506"/>
                    <a:pt x="318" y="508"/>
                    <a:pt x="316" y="508"/>
                  </a:cubicBezTo>
                  <a:cubicBezTo>
                    <a:pt x="316" y="508"/>
                    <a:pt x="315" y="509"/>
                    <a:pt x="314" y="509"/>
                  </a:cubicBezTo>
                  <a:cubicBezTo>
                    <a:pt x="314" y="509"/>
                    <a:pt x="314" y="509"/>
                    <a:pt x="312" y="511"/>
                  </a:cubicBezTo>
                  <a:cubicBezTo>
                    <a:pt x="298" y="524"/>
                    <a:pt x="298" y="524"/>
                    <a:pt x="298" y="524"/>
                  </a:cubicBezTo>
                  <a:lnTo>
                    <a:pt x="298" y="524"/>
                  </a:lnTo>
                  <a:cubicBezTo>
                    <a:pt x="191" y="632"/>
                    <a:pt x="191" y="632"/>
                    <a:pt x="191" y="632"/>
                  </a:cubicBezTo>
                  <a:cubicBezTo>
                    <a:pt x="167" y="618"/>
                    <a:pt x="144" y="602"/>
                    <a:pt x="124" y="582"/>
                  </a:cubicBezTo>
                  <a:cubicBezTo>
                    <a:pt x="109" y="566"/>
                    <a:pt x="95" y="549"/>
                    <a:pt x="83" y="5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4" name="Group 697">
            <a:extLst>
              <a:ext uri="{FF2B5EF4-FFF2-40B4-BE49-F238E27FC236}">
                <a16:creationId xmlns:a16="http://schemas.microsoft.com/office/drawing/2014/main" id="{1708B3D6-0CC1-E635-2382-E649272F906D}"/>
              </a:ext>
            </a:extLst>
          </p:cNvPr>
          <p:cNvGrpSpPr/>
          <p:nvPr/>
        </p:nvGrpSpPr>
        <p:grpSpPr>
          <a:xfrm>
            <a:off x="3748608" y="2883321"/>
            <a:ext cx="158750" cy="255588"/>
            <a:chOff x="2592388" y="3219450"/>
            <a:chExt cx="158750" cy="255588"/>
          </a:xfrm>
          <a:solidFill>
            <a:schemeClr val="accent4"/>
          </a:solidFill>
        </p:grpSpPr>
        <p:sp>
          <p:nvSpPr>
            <p:cNvPr id="695" name="Freeform 575">
              <a:extLst>
                <a:ext uri="{FF2B5EF4-FFF2-40B4-BE49-F238E27FC236}">
                  <a16:creationId xmlns:a16="http://schemas.microsoft.com/office/drawing/2014/main" id="{733688C0-040D-799E-32B1-CF1E5A9FAD92}"/>
                </a:ext>
              </a:extLst>
            </p:cNvPr>
            <p:cNvSpPr>
              <a:spLocks noChangeArrowheads="1"/>
            </p:cNvSpPr>
            <p:nvPr/>
          </p:nvSpPr>
          <p:spPr bwMode="auto">
            <a:xfrm>
              <a:off x="2646363" y="3441700"/>
              <a:ext cx="52387" cy="11113"/>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5" y="0"/>
                    <a:pt x="0" y="7"/>
                    <a:pt x="0" y="15"/>
                  </a:cubicBezTo>
                  <a:cubicBezTo>
                    <a:pt x="0" y="23"/>
                    <a:pt x="5" y="30"/>
                    <a:pt x="14" y="30"/>
                  </a:cubicBezTo>
                  <a:cubicBezTo>
                    <a:pt x="132" y="30"/>
                    <a:pt x="132" y="30"/>
                    <a:pt x="132" y="30"/>
                  </a:cubicBezTo>
                  <a:cubicBezTo>
                    <a:pt x="139" y="30"/>
                    <a:pt x="146" y="23"/>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6" name="Freeform 576">
              <a:extLst>
                <a:ext uri="{FF2B5EF4-FFF2-40B4-BE49-F238E27FC236}">
                  <a16:creationId xmlns:a16="http://schemas.microsoft.com/office/drawing/2014/main" id="{F97C713B-9453-1B65-2F91-09D3944E5D20}"/>
                </a:ext>
              </a:extLst>
            </p:cNvPr>
            <p:cNvSpPr>
              <a:spLocks noChangeArrowheads="1"/>
            </p:cNvSpPr>
            <p:nvPr/>
          </p:nvSpPr>
          <p:spPr bwMode="auto">
            <a:xfrm>
              <a:off x="2646363" y="3463925"/>
              <a:ext cx="52387" cy="11113"/>
            </a:xfrm>
            <a:custGeom>
              <a:avLst/>
              <a:gdLst>
                <a:gd name="T0" fmla="*/ 132 w 147"/>
                <a:gd name="T1" fmla="*/ 0 h 30"/>
                <a:gd name="T2" fmla="*/ 132 w 147"/>
                <a:gd name="T3" fmla="*/ 0 h 30"/>
                <a:gd name="T4" fmla="*/ 14 w 147"/>
                <a:gd name="T5" fmla="*/ 0 h 30"/>
                <a:gd name="T6" fmla="*/ 0 w 147"/>
                <a:gd name="T7" fmla="*/ 15 h 30"/>
                <a:gd name="T8" fmla="*/ 14 w 147"/>
                <a:gd name="T9" fmla="*/ 29 h 30"/>
                <a:gd name="T10" fmla="*/ 132 w 147"/>
                <a:gd name="T11" fmla="*/ 29 h 30"/>
                <a:gd name="T12" fmla="*/ 146 w 147"/>
                <a:gd name="T13" fmla="*/ 15 h 30"/>
                <a:gd name="T14" fmla="*/ 132 w 14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0">
                  <a:moveTo>
                    <a:pt x="132" y="0"/>
                  </a:moveTo>
                  <a:lnTo>
                    <a:pt x="132" y="0"/>
                  </a:lnTo>
                  <a:cubicBezTo>
                    <a:pt x="14" y="0"/>
                    <a:pt x="14" y="0"/>
                    <a:pt x="14" y="0"/>
                  </a:cubicBezTo>
                  <a:cubicBezTo>
                    <a:pt x="5" y="0"/>
                    <a:pt x="0" y="7"/>
                    <a:pt x="0" y="15"/>
                  </a:cubicBezTo>
                  <a:cubicBezTo>
                    <a:pt x="0" y="24"/>
                    <a:pt x="5" y="29"/>
                    <a:pt x="14" y="29"/>
                  </a:cubicBezTo>
                  <a:cubicBezTo>
                    <a:pt x="132" y="29"/>
                    <a:pt x="132" y="29"/>
                    <a:pt x="132" y="29"/>
                  </a:cubicBezTo>
                  <a:cubicBezTo>
                    <a:pt x="139" y="29"/>
                    <a:pt x="146" y="24"/>
                    <a:pt x="146" y="15"/>
                  </a:cubicBezTo>
                  <a:cubicBezTo>
                    <a:pt x="146" y="7"/>
                    <a:pt x="139"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697" name="Freeform 577">
              <a:extLst>
                <a:ext uri="{FF2B5EF4-FFF2-40B4-BE49-F238E27FC236}">
                  <a16:creationId xmlns:a16="http://schemas.microsoft.com/office/drawing/2014/main" id="{9221F7F7-5FE6-B414-39CB-FEE2A933A1D2}"/>
                </a:ext>
              </a:extLst>
            </p:cNvPr>
            <p:cNvSpPr>
              <a:spLocks noChangeArrowheads="1"/>
            </p:cNvSpPr>
            <p:nvPr/>
          </p:nvSpPr>
          <p:spPr bwMode="auto">
            <a:xfrm>
              <a:off x="2592388" y="3219450"/>
              <a:ext cx="158750" cy="212725"/>
            </a:xfrm>
            <a:custGeom>
              <a:avLst/>
              <a:gdLst>
                <a:gd name="T0" fmla="*/ 0 w 443"/>
                <a:gd name="T1" fmla="*/ 214 h 591"/>
                <a:gd name="T2" fmla="*/ 0 w 443"/>
                <a:gd name="T3" fmla="*/ 214 h 591"/>
                <a:gd name="T4" fmla="*/ 0 w 443"/>
                <a:gd name="T5" fmla="*/ 221 h 591"/>
                <a:gd name="T6" fmla="*/ 90 w 443"/>
                <a:gd name="T7" fmla="*/ 399 h 591"/>
                <a:gd name="T8" fmla="*/ 117 w 443"/>
                <a:gd name="T9" fmla="*/ 457 h 591"/>
                <a:gd name="T10" fmla="*/ 117 w 443"/>
                <a:gd name="T11" fmla="*/ 539 h 591"/>
                <a:gd name="T12" fmla="*/ 130 w 443"/>
                <a:gd name="T13" fmla="*/ 575 h 591"/>
                <a:gd name="T14" fmla="*/ 162 w 443"/>
                <a:gd name="T15" fmla="*/ 590 h 591"/>
                <a:gd name="T16" fmla="*/ 221 w 443"/>
                <a:gd name="T17" fmla="*/ 590 h 591"/>
                <a:gd name="T18" fmla="*/ 221 w 443"/>
                <a:gd name="T19" fmla="*/ 590 h 591"/>
                <a:gd name="T20" fmla="*/ 221 w 443"/>
                <a:gd name="T21" fmla="*/ 590 h 591"/>
                <a:gd name="T22" fmla="*/ 280 w 443"/>
                <a:gd name="T23" fmla="*/ 590 h 591"/>
                <a:gd name="T24" fmla="*/ 325 w 443"/>
                <a:gd name="T25" fmla="*/ 546 h 591"/>
                <a:gd name="T26" fmla="*/ 325 w 443"/>
                <a:gd name="T27" fmla="*/ 457 h 591"/>
                <a:gd name="T28" fmla="*/ 351 w 443"/>
                <a:gd name="T29" fmla="*/ 399 h 591"/>
                <a:gd name="T30" fmla="*/ 442 w 443"/>
                <a:gd name="T31" fmla="*/ 221 h 591"/>
                <a:gd name="T32" fmla="*/ 221 w 443"/>
                <a:gd name="T33" fmla="*/ 0 h 591"/>
                <a:gd name="T34" fmla="*/ 217 w 443"/>
                <a:gd name="T35" fmla="*/ 0 h 591"/>
                <a:gd name="T36" fmla="*/ 217 w 443"/>
                <a:gd name="T37" fmla="*/ 0 h 591"/>
                <a:gd name="T38" fmla="*/ 0 w 443"/>
                <a:gd name="T39" fmla="*/ 214 h 591"/>
                <a:gd name="T40" fmla="*/ 218 w 443"/>
                <a:gd name="T41" fmla="*/ 30 h 591"/>
                <a:gd name="T42" fmla="*/ 218 w 443"/>
                <a:gd name="T43" fmla="*/ 30 h 591"/>
                <a:gd name="T44" fmla="*/ 218 w 443"/>
                <a:gd name="T45" fmla="*/ 30 h 591"/>
                <a:gd name="T46" fmla="*/ 221 w 443"/>
                <a:gd name="T47" fmla="*/ 30 h 591"/>
                <a:gd name="T48" fmla="*/ 356 w 443"/>
                <a:gd name="T49" fmla="*/ 86 h 591"/>
                <a:gd name="T50" fmla="*/ 413 w 443"/>
                <a:gd name="T51" fmla="*/ 221 h 591"/>
                <a:gd name="T52" fmla="*/ 334 w 443"/>
                <a:gd name="T53" fmla="*/ 376 h 591"/>
                <a:gd name="T54" fmla="*/ 294 w 443"/>
                <a:gd name="T55" fmla="*/ 457 h 591"/>
                <a:gd name="T56" fmla="*/ 294 w 443"/>
                <a:gd name="T57" fmla="*/ 546 h 591"/>
                <a:gd name="T58" fmla="*/ 280 w 443"/>
                <a:gd name="T59" fmla="*/ 561 h 591"/>
                <a:gd name="T60" fmla="*/ 236 w 443"/>
                <a:gd name="T61" fmla="*/ 561 h 591"/>
                <a:gd name="T62" fmla="*/ 236 w 443"/>
                <a:gd name="T63" fmla="*/ 316 h 591"/>
                <a:gd name="T64" fmla="*/ 290 w 443"/>
                <a:gd name="T65" fmla="*/ 261 h 591"/>
                <a:gd name="T66" fmla="*/ 290 w 443"/>
                <a:gd name="T67" fmla="*/ 240 h 591"/>
                <a:gd name="T68" fmla="*/ 269 w 443"/>
                <a:gd name="T69" fmla="*/ 240 h 591"/>
                <a:gd name="T70" fmla="*/ 221 w 443"/>
                <a:gd name="T71" fmla="*/ 289 h 591"/>
                <a:gd name="T72" fmla="*/ 173 w 443"/>
                <a:gd name="T73" fmla="*/ 240 h 591"/>
                <a:gd name="T74" fmla="*/ 152 w 443"/>
                <a:gd name="T75" fmla="*/ 240 h 591"/>
                <a:gd name="T76" fmla="*/ 152 w 443"/>
                <a:gd name="T77" fmla="*/ 261 h 591"/>
                <a:gd name="T78" fmla="*/ 206 w 443"/>
                <a:gd name="T79" fmla="*/ 316 h 591"/>
                <a:gd name="T80" fmla="*/ 206 w 443"/>
                <a:gd name="T81" fmla="*/ 561 h 591"/>
                <a:gd name="T82" fmla="*/ 162 w 443"/>
                <a:gd name="T83" fmla="*/ 561 h 591"/>
                <a:gd name="T84" fmla="*/ 152 w 443"/>
                <a:gd name="T85" fmla="*/ 557 h 591"/>
                <a:gd name="T86" fmla="*/ 148 w 443"/>
                <a:gd name="T87" fmla="*/ 539 h 591"/>
                <a:gd name="T88" fmla="*/ 148 w 443"/>
                <a:gd name="T89" fmla="*/ 457 h 591"/>
                <a:gd name="T90" fmla="*/ 108 w 443"/>
                <a:gd name="T91" fmla="*/ 376 h 591"/>
                <a:gd name="T92" fmla="*/ 29 w 443"/>
                <a:gd name="T93" fmla="*/ 221 h 591"/>
                <a:gd name="T94" fmla="*/ 29 w 443"/>
                <a:gd name="T95" fmla="*/ 214 h 591"/>
                <a:gd name="T96" fmla="*/ 218 w 443"/>
                <a:gd name="T97" fmla="*/ 30 h 5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43" h="591">
                  <a:moveTo>
                    <a:pt x="0" y="214"/>
                  </a:moveTo>
                  <a:lnTo>
                    <a:pt x="0" y="214"/>
                  </a:lnTo>
                  <a:cubicBezTo>
                    <a:pt x="0" y="216"/>
                    <a:pt x="0" y="218"/>
                    <a:pt x="0" y="221"/>
                  </a:cubicBezTo>
                  <a:cubicBezTo>
                    <a:pt x="0" y="294"/>
                    <a:pt x="36" y="359"/>
                    <a:pt x="90" y="399"/>
                  </a:cubicBezTo>
                  <a:cubicBezTo>
                    <a:pt x="108" y="412"/>
                    <a:pt x="117" y="434"/>
                    <a:pt x="117" y="457"/>
                  </a:cubicBezTo>
                  <a:cubicBezTo>
                    <a:pt x="117" y="539"/>
                    <a:pt x="117" y="539"/>
                    <a:pt x="117" y="539"/>
                  </a:cubicBezTo>
                  <a:cubicBezTo>
                    <a:pt x="117" y="553"/>
                    <a:pt x="121" y="566"/>
                    <a:pt x="130" y="575"/>
                  </a:cubicBezTo>
                  <a:cubicBezTo>
                    <a:pt x="138" y="584"/>
                    <a:pt x="149" y="590"/>
                    <a:pt x="162" y="590"/>
                  </a:cubicBezTo>
                  <a:cubicBezTo>
                    <a:pt x="221" y="590"/>
                    <a:pt x="221" y="590"/>
                    <a:pt x="221" y="590"/>
                  </a:cubicBezTo>
                  <a:lnTo>
                    <a:pt x="221" y="590"/>
                  </a:lnTo>
                  <a:lnTo>
                    <a:pt x="221" y="590"/>
                  </a:lnTo>
                  <a:cubicBezTo>
                    <a:pt x="280" y="590"/>
                    <a:pt x="280" y="590"/>
                    <a:pt x="280" y="590"/>
                  </a:cubicBezTo>
                  <a:cubicBezTo>
                    <a:pt x="304" y="590"/>
                    <a:pt x="325" y="570"/>
                    <a:pt x="325" y="546"/>
                  </a:cubicBezTo>
                  <a:cubicBezTo>
                    <a:pt x="325" y="457"/>
                    <a:pt x="325" y="457"/>
                    <a:pt x="325" y="457"/>
                  </a:cubicBezTo>
                  <a:cubicBezTo>
                    <a:pt x="325" y="434"/>
                    <a:pt x="334" y="413"/>
                    <a:pt x="351" y="399"/>
                  </a:cubicBezTo>
                  <a:cubicBezTo>
                    <a:pt x="406" y="359"/>
                    <a:pt x="442" y="294"/>
                    <a:pt x="442" y="221"/>
                  </a:cubicBezTo>
                  <a:cubicBezTo>
                    <a:pt x="442" y="99"/>
                    <a:pt x="342" y="0"/>
                    <a:pt x="221" y="0"/>
                  </a:cubicBezTo>
                  <a:cubicBezTo>
                    <a:pt x="217" y="0"/>
                    <a:pt x="217" y="0"/>
                    <a:pt x="217" y="0"/>
                  </a:cubicBezTo>
                  <a:lnTo>
                    <a:pt x="217" y="0"/>
                  </a:lnTo>
                  <a:cubicBezTo>
                    <a:pt x="101" y="3"/>
                    <a:pt x="4" y="98"/>
                    <a:pt x="0" y="214"/>
                  </a:cubicBezTo>
                  <a:close/>
                  <a:moveTo>
                    <a:pt x="218" y="30"/>
                  </a:moveTo>
                  <a:lnTo>
                    <a:pt x="218" y="30"/>
                  </a:lnTo>
                  <a:lnTo>
                    <a:pt x="218" y="30"/>
                  </a:lnTo>
                  <a:cubicBezTo>
                    <a:pt x="221" y="30"/>
                    <a:pt x="221" y="30"/>
                    <a:pt x="221" y="30"/>
                  </a:cubicBezTo>
                  <a:cubicBezTo>
                    <a:pt x="273" y="30"/>
                    <a:pt x="322" y="51"/>
                    <a:pt x="356" y="86"/>
                  </a:cubicBezTo>
                  <a:cubicBezTo>
                    <a:pt x="391" y="120"/>
                    <a:pt x="413" y="169"/>
                    <a:pt x="413" y="221"/>
                  </a:cubicBezTo>
                  <a:cubicBezTo>
                    <a:pt x="413" y="285"/>
                    <a:pt x="381" y="341"/>
                    <a:pt x="334" y="376"/>
                  </a:cubicBezTo>
                  <a:cubicBezTo>
                    <a:pt x="308" y="395"/>
                    <a:pt x="294" y="425"/>
                    <a:pt x="294" y="457"/>
                  </a:cubicBezTo>
                  <a:cubicBezTo>
                    <a:pt x="294" y="546"/>
                    <a:pt x="294" y="546"/>
                    <a:pt x="294" y="546"/>
                  </a:cubicBezTo>
                  <a:cubicBezTo>
                    <a:pt x="294" y="554"/>
                    <a:pt x="287" y="561"/>
                    <a:pt x="280" y="561"/>
                  </a:cubicBezTo>
                  <a:cubicBezTo>
                    <a:pt x="236" y="561"/>
                    <a:pt x="236" y="561"/>
                    <a:pt x="236" y="561"/>
                  </a:cubicBezTo>
                  <a:cubicBezTo>
                    <a:pt x="236" y="316"/>
                    <a:pt x="236" y="316"/>
                    <a:pt x="236" y="316"/>
                  </a:cubicBezTo>
                  <a:cubicBezTo>
                    <a:pt x="290" y="261"/>
                    <a:pt x="290" y="261"/>
                    <a:pt x="290" y="261"/>
                  </a:cubicBezTo>
                  <a:cubicBezTo>
                    <a:pt x="296" y="256"/>
                    <a:pt x="296" y="246"/>
                    <a:pt x="290" y="240"/>
                  </a:cubicBezTo>
                  <a:cubicBezTo>
                    <a:pt x="284" y="235"/>
                    <a:pt x="275" y="235"/>
                    <a:pt x="269" y="240"/>
                  </a:cubicBezTo>
                  <a:cubicBezTo>
                    <a:pt x="221" y="289"/>
                    <a:pt x="221" y="289"/>
                    <a:pt x="221" y="289"/>
                  </a:cubicBezTo>
                  <a:cubicBezTo>
                    <a:pt x="173" y="240"/>
                    <a:pt x="173" y="240"/>
                    <a:pt x="173" y="240"/>
                  </a:cubicBezTo>
                  <a:cubicBezTo>
                    <a:pt x="167" y="235"/>
                    <a:pt x="157" y="235"/>
                    <a:pt x="152" y="240"/>
                  </a:cubicBezTo>
                  <a:cubicBezTo>
                    <a:pt x="146" y="246"/>
                    <a:pt x="146" y="256"/>
                    <a:pt x="152" y="261"/>
                  </a:cubicBezTo>
                  <a:cubicBezTo>
                    <a:pt x="206" y="316"/>
                    <a:pt x="206" y="316"/>
                    <a:pt x="206" y="316"/>
                  </a:cubicBezTo>
                  <a:cubicBezTo>
                    <a:pt x="206" y="561"/>
                    <a:pt x="206" y="561"/>
                    <a:pt x="206" y="561"/>
                  </a:cubicBezTo>
                  <a:cubicBezTo>
                    <a:pt x="162" y="561"/>
                    <a:pt x="162" y="561"/>
                    <a:pt x="162" y="561"/>
                  </a:cubicBezTo>
                  <a:cubicBezTo>
                    <a:pt x="157" y="561"/>
                    <a:pt x="155" y="559"/>
                    <a:pt x="152" y="557"/>
                  </a:cubicBezTo>
                  <a:cubicBezTo>
                    <a:pt x="149" y="553"/>
                    <a:pt x="148" y="547"/>
                    <a:pt x="148" y="539"/>
                  </a:cubicBezTo>
                  <a:cubicBezTo>
                    <a:pt x="148" y="457"/>
                    <a:pt x="148" y="457"/>
                    <a:pt x="148" y="457"/>
                  </a:cubicBezTo>
                  <a:cubicBezTo>
                    <a:pt x="148" y="425"/>
                    <a:pt x="133" y="395"/>
                    <a:pt x="108" y="376"/>
                  </a:cubicBezTo>
                  <a:cubicBezTo>
                    <a:pt x="59" y="341"/>
                    <a:pt x="29" y="285"/>
                    <a:pt x="29" y="221"/>
                  </a:cubicBezTo>
                  <a:cubicBezTo>
                    <a:pt x="29" y="220"/>
                    <a:pt x="29" y="217"/>
                    <a:pt x="29" y="214"/>
                  </a:cubicBezTo>
                  <a:cubicBezTo>
                    <a:pt x="33" y="115"/>
                    <a:pt x="117" y="32"/>
                    <a:pt x="218"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698" name="Group 701">
            <a:extLst>
              <a:ext uri="{FF2B5EF4-FFF2-40B4-BE49-F238E27FC236}">
                <a16:creationId xmlns:a16="http://schemas.microsoft.com/office/drawing/2014/main" id="{8B0850E6-F554-2DFF-7A1E-B01BE4B98890}"/>
              </a:ext>
            </a:extLst>
          </p:cNvPr>
          <p:cNvGrpSpPr/>
          <p:nvPr/>
        </p:nvGrpSpPr>
        <p:grpSpPr>
          <a:xfrm>
            <a:off x="1186383" y="912440"/>
            <a:ext cx="255587" cy="190500"/>
            <a:chOff x="30163" y="1262063"/>
            <a:chExt cx="255587" cy="190500"/>
          </a:xfrm>
          <a:solidFill>
            <a:schemeClr val="accent4"/>
          </a:solidFill>
        </p:grpSpPr>
        <p:sp>
          <p:nvSpPr>
            <p:cNvPr id="699" name="Freeform 578">
              <a:extLst>
                <a:ext uri="{FF2B5EF4-FFF2-40B4-BE49-F238E27FC236}">
                  <a16:creationId xmlns:a16="http://schemas.microsoft.com/office/drawing/2014/main" id="{94468740-961C-FE41-4617-C190D66512A8}"/>
                </a:ext>
              </a:extLst>
            </p:cNvPr>
            <p:cNvSpPr>
              <a:spLocks noChangeArrowheads="1"/>
            </p:cNvSpPr>
            <p:nvPr/>
          </p:nvSpPr>
          <p:spPr bwMode="auto">
            <a:xfrm>
              <a:off x="115888" y="1379538"/>
              <a:ext cx="85725" cy="11112"/>
            </a:xfrm>
            <a:custGeom>
              <a:avLst/>
              <a:gdLst>
                <a:gd name="T0" fmla="*/ 221 w 236"/>
                <a:gd name="T1" fmla="*/ 0 h 30"/>
                <a:gd name="T2" fmla="*/ 221 w 236"/>
                <a:gd name="T3" fmla="*/ 0 h 30"/>
                <a:gd name="T4" fmla="*/ 14 w 236"/>
                <a:gd name="T5" fmla="*/ 0 h 30"/>
                <a:gd name="T6" fmla="*/ 0 w 236"/>
                <a:gd name="T7" fmla="*/ 16 h 30"/>
                <a:gd name="T8" fmla="*/ 14 w 236"/>
                <a:gd name="T9" fmla="*/ 29 h 30"/>
                <a:gd name="T10" fmla="*/ 221 w 236"/>
                <a:gd name="T11" fmla="*/ 29 h 30"/>
                <a:gd name="T12" fmla="*/ 235 w 236"/>
                <a:gd name="T13" fmla="*/ 16 h 30"/>
                <a:gd name="T14" fmla="*/ 221 w 23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6" h="30">
                  <a:moveTo>
                    <a:pt x="221" y="0"/>
                  </a:moveTo>
                  <a:lnTo>
                    <a:pt x="221" y="0"/>
                  </a:lnTo>
                  <a:cubicBezTo>
                    <a:pt x="14" y="0"/>
                    <a:pt x="14" y="0"/>
                    <a:pt x="14" y="0"/>
                  </a:cubicBezTo>
                  <a:cubicBezTo>
                    <a:pt x="6" y="0"/>
                    <a:pt x="0" y="7"/>
                    <a:pt x="0" y="16"/>
                  </a:cubicBezTo>
                  <a:cubicBezTo>
                    <a:pt x="0" y="24"/>
                    <a:pt x="6" y="29"/>
                    <a:pt x="14" y="29"/>
                  </a:cubicBezTo>
                  <a:cubicBezTo>
                    <a:pt x="221" y="29"/>
                    <a:pt x="221" y="29"/>
                    <a:pt x="221" y="29"/>
                  </a:cubicBezTo>
                  <a:cubicBezTo>
                    <a:pt x="228" y="29"/>
                    <a:pt x="235" y="24"/>
                    <a:pt x="235" y="16"/>
                  </a:cubicBezTo>
                  <a:cubicBezTo>
                    <a:pt x="235" y="7"/>
                    <a:pt x="228" y="0"/>
                    <a:pt x="22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0" name="Freeform 579">
              <a:extLst>
                <a:ext uri="{FF2B5EF4-FFF2-40B4-BE49-F238E27FC236}">
                  <a16:creationId xmlns:a16="http://schemas.microsoft.com/office/drawing/2014/main" id="{9718545F-ED5E-8FDD-C644-AD852F59CFB7}"/>
                </a:ext>
              </a:extLst>
            </p:cNvPr>
            <p:cNvSpPr>
              <a:spLocks noChangeArrowheads="1"/>
            </p:cNvSpPr>
            <p:nvPr/>
          </p:nvSpPr>
          <p:spPr bwMode="auto">
            <a:xfrm>
              <a:off x="61913" y="1368425"/>
              <a:ext cx="42862" cy="20638"/>
            </a:xfrm>
            <a:custGeom>
              <a:avLst/>
              <a:gdLst>
                <a:gd name="T0" fmla="*/ 104 w 119"/>
                <a:gd name="T1" fmla="*/ 29 h 59"/>
                <a:gd name="T2" fmla="*/ 104 w 119"/>
                <a:gd name="T3" fmla="*/ 29 h 59"/>
                <a:gd name="T4" fmla="*/ 39 w 119"/>
                <a:gd name="T5" fmla="*/ 29 h 59"/>
                <a:gd name="T6" fmla="*/ 38 w 119"/>
                <a:gd name="T7" fmla="*/ 29 h 59"/>
                <a:gd name="T8" fmla="*/ 32 w 119"/>
                <a:gd name="T9" fmla="*/ 22 h 59"/>
                <a:gd name="T10" fmla="*/ 29 w 119"/>
                <a:gd name="T11" fmla="*/ 14 h 59"/>
                <a:gd name="T12" fmla="*/ 15 w 119"/>
                <a:gd name="T13" fmla="*/ 0 h 59"/>
                <a:gd name="T14" fmla="*/ 0 w 119"/>
                <a:gd name="T15" fmla="*/ 14 h 59"/>
                <a:gd name="T16" fmla="*/ 10 w 119"/>
                <a:gd name="T17" fmla="*/ 43 h 59"/>
                <a:gd name="T18" fmla="*/ 22 w 119"/>
                <a:gd name="T19" fmla="*/ 54 h 59"/>
                <a:gd name="T20" fmla="*/ 39 w 119"/>
                <a:gd name="T21" fmla="*/ 58 h 59"/>
                <a:gd name="T22" fmla="*/ 104 w 119"/>
                <a:gd name="T23" fmla="*/ 58 h 59"/>
                <a:gd name="T24" fmla="*/ 118 w 119"/>
                <a:gd name="T25" fmla="*/ 45 h 59"/>
                <a:gd name="T26" fmla="*/ 104 w 119"/>
                <a:gd name="T27" fmla="*/ 29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59">
                  <a:moveTo>
                    <a:pt x="104" y="29"/>
                  </a:moveTo>
                  <a:lnTo>
                    <a:pt x="104" y="29"/>
                  </a:lnTo>
                  <a:cubicBezTo>
                    <a:pt x="39" y="29"/>
                    <a:pt x="39" y="29"/>
                    <a:pt x="39" y="29"/>
                  </a:cubicBezTo>
                  <a:cubicBezTo>
                    <a:pt x="38" y="29"/>
                    <a:pt x="38" y="29"/>
                    <a:pt x="38" y="29"/>
                  </a:cubicBezTo>
                  <a:cubicBezTo>
                    <a:pt x="36" y="28"/>
                    <a:pt x="33" y="25"/>
                    <a:pt x="32" y="22"/>
                  </a:cubicBezTo>
                  <a:cubicBezTo>
                    <a:pt x="31" y="20"/>
                    <a:pt x="29" y="17"/>
                    <a:pt x="29" y="14"/>
                  </a:cubicBezTo>
                  <a:cubicBezTo>
                    <a:pt x="29" y="6"/>
                    <a:pt x="22" y="0"/>
                    <a:pt x="15" y="0"/>
                  </a:cubicBezTo>
                  <a:cubicBezTo>
                    <a:pt x="7" y="0"/>
                    <a:pt x="0" y="6"/>
                    <a:pt x="0" y="14"/>
                  </a:cubicBezTo>
                  <a:cubicBezTo>
                    <a:pt x="0" y="25"/>
                    <a:pt x="4" y="35"/>
                    <a:pt x="10" y="43"/>
                  </a:cubicBezTo>
                  <a:cubicBezTo>
                    <a:pt x="14" y="47"/>
                    <a:pt x="18" y="51"/>
                    <a:pt x="22" y="54"/>
                  </a:cubicBezTo>
                  <a:cubicBezTo>
                    <a:pt x="28" y="57"/>
                    <a:pt x="33" y="58"/>
                    <a:pt x="39" y="58"/>
                  </a:cubicBezTo>
                  <a:cubicBezTo>
                    <a:pt x="104" y="58"/>
                    <a:pt x="104" y="58"/>
                    <a:pt x="104" y="58"/>
                  </a:cubicBezTo>
                  <a:cubicBezTo>
                    <a:pt x="111" y="58"/>
                    <a:pt x="118" y="53"/>
                    <a:pt x="118" y="45"/>
                  </a:cubicBezTo>
                  <a:cubicBezTo>
                    <a:pt x="118" y="36"/>
                    <a:pt x="111" y="29"/>
                    <a:pt x="10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1" name="Freeform 580">
              <a:extLst>
                <a:ext uri="{FF2B5EF4-FFF2-40B4-BE49-F238E27FC236}">
                  <a16:creationId xmlns:a16="http://schemas.microsoft.com/office/drawing/2014/main" id="{C85A9CE3-C9F5-0EA0-AF38-0B3FA2AFB254}"/>
                </a:ext>
              </a:extLst>
            </p:cNvPr>
            <p:cNvSpPr>
              <a:spLocks noChangeArrowheads="1"/>
            </p:cNvSpPr>
            <p:nvPr/>
          </p:nvSpPr>
          <p:spPr bwMode="auto">
            <a:xfrm>
              <a:off x="211138" y="1368425"/>
              <a:ext cx="42862" cy="20638"/>
            </a:xfrm>
            <a:custGeom>
              <a:avLst/>
              <a:gdLst>
                <a:gd name="T0" fmla="*/ 103 w 119"/>
                <a:gd name="T1" fmla="*/ 0 h 59"/>
                <a:gd name="T2" fmla="*/ 103 w 119"/>
                <a:gd name="T3" fmla="*/ 0 h 59"/>
                <a:gd name="T4" fmla="*/ 89 w 119"/>
                <a:gd name="T5" fmla="*/ 14 h 59"/>
                <a:gd name="T6" fmla="*/ 85 w 119"/>
                <a:gd name="T7" fmla="*/ 25 h 59"/>
                <a:gd name="T8" fmla="*/ 80 w 119"/>
                <a:gd name="T9" fmla="*/ 29 h 59"/>
                <a:gd name="T10" fmla="*/ 78 w 119"/>
                <a:gd name="T11" fmla="*/ 29 h 59"/>
                <a:gd name="T12" fmla="*/ 14 w 119"/>
                <a:gd name="T13" fmla="*/ 29 h 59"/>
                <a:gd name="T14" fmla="*/ 0 w 119"/>
                <a:gd name="T15" fmla="*/ 45 h 59"/>
                <a:gd name="T16" fmla="*/ 14 w 119"/>
                <a:gd name="T17" fmla="*/ 58 h 59"/>
                <a:gd name="T18" fmla="*/ 14 w 119"/>
                <a:gd name="T19" fmla="*/ 58 h 59"/>
                <a:gd name="T20" fmla="*/ 78 w 119"/>
                <a:gd name="T21" fmla="*/ 58 h 59"/>
                <a:gd name="T22" fmla="*/ 96 w 119"/>
                <a:gd name="T23" fmla="*/ 54 h 59"/>
                <a:gd name="T24" fmla="*/ 112 w 119"/>
                <a:gd name="T25" fmla="*/ 38 h 59"/>
                <a:gd name="T26" fmla="*/ 118 w 119"/>
                <a:gd name="T27" fmla="*/ 14 h 59"/>
                <a:gd name="T28" fmla="*/ 103 w 119"/>
                <a:gd name="T29" fmla="*/ 0 h 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59">
                  <a:moveTo>
                    <a:pt x="103" y="0"/>
                  </a:moveTo>
                  <a:lnTo>
                    <a:pt x="103" y="0"/>
                  </a:lnTo>
                  <a:cubicBezTo>
                    <a:pt x="94" y="0"/>
                    <a:pt x="89" y="6"/>
                    <a:pt x="89" y="14"/>
                  </a:cubicBezTo>
                  <a:cubicBezTo>
                    <a:pt x="89" y="17"/>
                    <a:pt x="86" y="22"/>
                    <a:pt x="85" y="25"/>
                  </a:cubicBezTo>
                  <a:cubicBezTo>
                    <a:pt x="83" y="27"/>
                    <a:pt x="82" y="28"/>
                    <a:pt x="80" y="29"/>
                  </a:cubicBezTo>
                  <a:cubicBezTo>
                    <a:pt x="78" y="29"/>
                    <a:pt x="78" y="29"/>
                    <a:pt x="78" y="29"/>
                  </a:cubicBezTo>
                  <a:cubicBezTo>
                    <a:pt x="14" y="29"/>
                    <a:pt x="14" y="29"/>
                    <a:pt x="14" y="29"/>
                  </a:cubicBezTo>
                  <a:cubicBezTo>
                    <a:pt x="6" y="29"/>
                    <a:pt x="0" y="36"/>
                    <a:pt x="0" y="45"/>
                  </a:cubicBezTo>
                  <a:cubicBezTo>
                    <a:pt x="0" y="53"/>
                    <a:pt x="6" y="58"/>
                    <a:pt x="14" y="58"/>
                  </a:cubicBezTo>
                  <a:lnTo>
                    <a:pt x="14" y="58"/>
                  </a:lnTo>
                  <a:cubicBezTo>
                    <a:pt x="78" y="58"/>
                    <a:pt x="78" y="58"/>
                    <a:pt x="78" y="58"/>
                  </a:cubicBezTo>
                  <a:cubicBezTo>
                    <a:pt x="85" y="58"/>
                    <a:pt x="90" y="57"/>
                    <a:pt x="96" y="54"/>
                  </a:cubicBezTo>
                  <a:cubicBezTo>
                    <a:pt x="103" y="50"/>
                    <a:pt x="108" y="45"/>
                    <a:pt x="112" y="38"/>
                  </a:cubicBezTo>
                  <a:cubicBezTo>
                    <a:pt x="115" y="31"/>
                    <a:pt x="118" y="22"/>
                    <a:pt x="118" y="14"/>
                  </a:cubicBezTo>
                  <a:cubicBezTo>
                    <a:pt x="118" y="6"/>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2" name="Freeform 581">
              <a:extLst>
                <a:ext uri="{FF2B5EF4-FFF2-40B4-BE49-F238E27FC236}">
                  <a16:creationId xmlns:a16="http://schemas.microsoft.com/office/drawing/2014/main" id="{6DD3D179-3A82-0651-B667-88410547905D}"/>
                </a:ext>
              </a:extLst>
            </p:cNvPr>
            <p:cNvSpPr>
              <a:spLocks noChangeArrowheads="1"/>
            </p:cNvSpPr>
            <p:nvPr/>
          </p:nvSpPr>
          <p:spPr bwMode="auto">
            <a:xfrm>
              <a:off x="30163" y="1262063"/>
              <a:ext cx="255587" cy="190500"/>
            </a:xfrm>
            <a:custGeom>
              <a:avLst/>
              <a:gdLst>
                <a:gd name="T0" fmla="*/ 44 w 711"/>
                <a:gd name="T1" fmla="*/ 207 h 531"/>
                <a:gd name="T2" fmla="*/ 29 w 711"/>
                <a:gd name="T3" fmla="*/ 284 h 531"/>
                <a:gd name="T4" fmla="*/ 63 w 711"/>
                <a:gd name="T5" fmla="*/ 436 h 531"/>
                <a:gd name="T6" fmla="*/ 177 w 711"/>
                <a:gd name="T7" fmla="*/ 486 h 531"/>
                <a:gd name="T8" fmla="*/ 117 w 711"/>
                <a:gd name="T9" fmla="*/ 486 h 531"/>
                <a:gd name="T10" fmla="*/ 88 w 711"/>
                <a:gd name="T11" fmla="*/ 442 h 531"/>
                <a:gd name="T12" fmla="*/ 162 w 711"/>
                <a:gd name="T13" fmla="*/ 530 h 531"/>
                <a:gd name="T14" fmla="*/ 338 w 711"/>
                <a:gd name="T15" fmla="*/ 442 h 531"/>
                <a:gd name="T16" fmla="*/ 545 w 711"/>
                <a:gd name="T17" fmla="*/ 530 h 531"/>
                <a:gd name="T18" fmla="*/ 619 w 711"/>
                <a:gd name="T19" fmla="*/ 442 h 531"/>
                <a:gd name="T20" fmla="*/ 574 w 711"/>
                <a:gd name="T21" fmla="*/ 501 h 531"/>
                <a:gd name="T22" fmla="*/ 530 w 711"/>
                <a:gd name="T23" fmla="*/ 442 h 531"/>
                <a:gd name="T24" fmla="*/ 670 w 711"/>
                <a:gd name="T25" fmla="*/ 418 h 531"/>
                <a:gd name="T26" fmla="*/ 655 w 711"/>
                <a:gd name="T27" fmla="*/ 219 h 531"/>
                <a:gd name="T28" fmla="*/ 695 w 711"/>
                <a:gd name="T29" fmla="*/ 196 h 531"/>
                <a:gd name="T30" fmla="*/ 708 w 711"/>
                <a:gd name="T31" fmla="*/ 153 h 531"/>
                <a:gd name="T32" fmla="*/ 666 w 711"/>
                <a:gd name="T33" fmla="*/ 119 h 531"/>
                <a:gd name="T34" fmla="*/ 579 w 711"/>
                <a:gd name="T35" fmla="*/ 62 h 531"/>
                <a:gd name="T36" fmla="*/ 446 w 711"/>
                <a:gd name="T37" fmla="*/ 0 h 531"/>
                <a:gd name="T38" fmla="*/ 182 w 711"/>
                <a:gd name="T39" fmla="*/ 8 h 531"/>
                <a:gd name="T40" fmla="*/ 128 w 711"/>
                <a:gd name="T41" fmla="*/ 63 h 531"/>
                <a:gd name="T42" fmla="*/ 21 w 711"/>
                <a:gd name="T43" fmla="*/ 123 h 531"/>
                <a:gd name="T44" fmla="*/ 0 w 711"/>
                <a:gd name="T45" fmla="*/ 167 h 531"/>
                <a:gd name="T46" fmla="*/ 648 w 711"/>
                <a:gd name="T47" fmla="*/ 396 h 531"/>
                <a:gd name="T48" fmla="*/ 633 w 711"/>
                <a:gd name="T49" fmla="*/ 409 h 531"/>
                <a:gd name="T50" fmla="*/ 501 w 711"/>
                <a:gd name="T51" fmla="*/ 413 h 531"/>
                <a:gd name="T52" fmla="*/ 177 w 711"/>
                <a:gd name="T53" fmla="*/ 413 h 531"/>
                <a:gd name="T54" fmla="*/ 61 w 711"/>
                <a:gd name="T55" fmla="*/ 399 h 531"/>
                <a:gd name="T56" fmla="*/ 76 w 711"/>
                <a:gd name="T57" fmla="*/ 237 h 531"/>
                <a:gd name="T58" fmla="*/ 599 w 711"/>
                <a:gd name="T59" fmla="*/ 195 h 531"/>
                <a:gd name="T60" fmla="*/ 648 w 711"/>
                <a:gd name="T61" fmla="*/ 396 h 531"/>
                <a:gd name="T62" fmla="*/ 677 w 711"/>
                <a:gd name="T63" fmla="*/ 149 h 531"/>
                <a:gd name="T64" fmla="*/ 679 w 711"/>
                <a:gd name="T65" fmla="*/ 167 h 531"/>
                <a:gd name="T66" fmla="*/ 666 w 711"/>
                <a:gd name="T67" fmla="*/ 177 h 531"/>
                <a:gd name="T68" fmla="*/ 666 w 711"/>
                <a:gd name="T69" fmla="*/ 148 h 531"/>
                <a:gd name="T70" fmla="*/ 157 w 711"/>
                <a:gd name="T71" fmla="*/ 67 h 531"/>
                <a:gd name="T72" fmla="*/ 260 w 711"/>
                <a:gd name="T73" fmla="*/ 30 h 531"/>
                <a:gd name="T74" fmla="*/ 515 w 711"/>
                <a:gd name="T75" fmla="*/ 37 h 531"/>
                <a:gd name="T76" fmla="*/ 548 w 711"/>
                <a:gd name="T77" fmla="*/ 67 h 531"/>
                <a:gd name="T78" fmla="*/ 123 w 711"/>
                <a:gd name="T79" fmla="*/ 167 h 531"/>
                <a:gd name="T80" fmla="*/ 30 w 711"/>
                <a:gd name="T81" fmla="*/ 156 h 531"/>
                <a:gd name="T82" fmla="*/ 33 w 711"/>
                <a:gd name="T83" fmla="*/ 149 h 531"/>
                <a:gd name="T84" fmla="*/ 83 w 711"/>
                <a:gd name="T85" fmla="*/ 177 h 531"/>
                <a:gd name="T86" fmla="*/ 30 w 711"/>
                <a:gd name="T87" fmla="*/ 170 h 5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1" h="531">
                  <a:moveTo>
                    <a:pt x="22" y="200"/>
                  </a:moveTo>
                  <a:lnTo>
                    <a:pt x="22" y="200"/>
                  </a:lnTo>
                  <a:cubicBezTo>
                    <a:pt x="29" y="204"/>
                    <a:pt x="36" y="207"/>
                    <a:pt x="44" y="207"/>
                  </a:cubicBezTo>
                  <a:cubicBezTo>
                    <a:pt x="62" y="207"/>
                    <a:pt x="62" y="207"/>
                    <a:pt x="62" y="207"/>
                  </a:cubicBezTo>
                  <a:cubicBezTo>
                    <a:pt x="59" y="211"/>
                    <a:pt x="55" y="215"/>
                    <a:pt x="52" y="219"/>
                  </a:cubicBezTo>
                  <a:cubicBezTo>
                    <a:pt x="37" y="237"/>
                    <a:pt x="29" y="261"/>
                    <a:pt x="29" y="284"/>
                  </a:cubicBezTo>
                  <a:cubicBezTo>
                    <a:pt x="29" y="396"/>
                    <a:pt x="29" y="396"/>
                    <a:pt x="29" y="396"/>
                  </a:cubicBezTo>
                  <a:cubicBezTo>
                    <a:pt x="29" y="404"/>
                    <a:pt x="33" y="413"/>
                    <a:pt x="37" y="418"/>
                  </a:cubicBezTo>
                  <a:cubicBezTo>
                    <a:pt x="44" y="427"/>
                    <a:pt x="54" y="432"/>
                    <a:pt x="63" y="436"/>
                  </a:cubicBezTo>
                  <a:cubicBezTo>
                    <a:pt x="73" y="440"/>
                    <a:pt x="83" y="442"/>
                    <a:pt x="92" y="442"/>
                  </a:cubicBezTo>
                  <a:cubicBezTo>
                    <a:pt x="177" y="442"/>
                    <a:pt x="177" y="442"/>
                    <a:pt x="177" y="442"/>
                  </a:cubicBezTo>
                  <a:cubicBezTo>
                    <a:pt x="177" y="486"/>
                    <a:pt x="177" y="486"/>
                    <a:pt x="177" y="486"/>
                  </a:cubicBezTo>
                  <a:cubicBezTo>
                    <a:pt x="177" y="494"/>
                    <a:pt x="170" y="501"/>
                    <a:pt x="162" y="501"/>
                  </a:cubicBezTo>
                  <a:cubicBezTo>
                    <a:pt x="132" y="501"/>
                    <a:pt x="132" y="501"/>
                    <a:pt x="132" y="501"/>
                  </a:cubicBezTo>
                  <a:cubicBezTo>
                    <a:pt x="124" y="501"/>
                    <a:pt x="117" y="494"/>
                    <a:pt x="117" y="486"/>
                  </a:cubicBezTo>
                  <a:cubicBezTo>
                    <a:pt x="117" y="442"/>
                    <a:pt x="117" y="442"/>
                    <a:pt x="117" y="442"/>
                  </a:cubicBezTo>
                  <a:cubicBezTo>
                    <a:pt x="88" y="442"/>
                    <a:pt x="88" y="442"/>
                    <a:pt x="88" y="442"/>
                  </a:cubicBezTo>
                  <a:lnTo>
                    <a:pt x="88" y="442"/>
                  </a:lnTo>
                  <a:cubicBezTo>
                    <a:pt x="88" y="486"/>
                    <a:pt x="88" y="486"/>
                    <a:pt x="88" y="486"/>
                  </a:cubicBezTo>
                  <a:cubicBezTo>
                    <a:pt x="88" y="511"/>
                    <a:pt x="108" y="530"/>
                    <a:pt x="132" y="530"/>
                  </a:cubicBezTo>
                  <a:cubicBezTo>
                    <a:pt x="162" y="530"/>
                    <a:pt x="162" y="530"/>
                    <a:pt x="162" y="530"/>
                  </a:cubicBezTo>
                  <a:cubicBezTo>
                    <a:pt x="186" y="530"/>
                    <a:pt x="206" y="511"/>
                    <a:pt x="206" y="486"/>
                  </a:cubicBezTo>
                  <a:cubicBezTo>
                    <a:pt x="206" y="442"/>
                    <a:pt x="206" y="442"/>
                    <a:pt x="206" y="442"/>
                  </a:cubicBezTo>
                  <a:cubicBezTo>
                    <a:pt x="338" y="442"/>
                    <a:pt x="338" y="442"/>
                    <a:pt x="338" y="442"/>
                  </a:cubicBezTo>
                  <a:cubicBezTo>
                    <a:pt x="501" y="442"/>
                    <a:pt x="501" y="442"/>
                    <a:pt x="501" y="442"/>
                  </a:cubicBezTo>
                  <a:cubicBezTo>
                    <a:pt x="501" y="486"/>
                    <a:pt x="501" y="486"/>
                    <a:pt x="501" y="486"/>
                  </a:cubicBezTo>
                  <a:cubicBezTo>
                    <a:pt x="501" y="511"/>
                    <a:pt x="521" y="530"/>
                    <a:pt x="545" y="530"/>
                  </a:cubicBezTo>
                  <a:cubicBezTo>
                    <a:pt x="574" y="530"/>
                    <a:pt x="574" y="530"/>
                    <a:pt x="574" y="530"/>
                  </a:cubicBezTo>
                  <a:cubicBezTo>
                    <a:pt x="599" y="530"/>
                    <a:pt x="619" y="511"/>
                    <a:pt x="619" y="486"/>
                  </a:cubicBezTo>
                  <a:cubicBezTo>
                    <a:pt x="619" y="442"/>
                    <a:pt x="619" y="442"/>
                    <a:pt x="619" y="442"/>
                  </a:cubicBezTo>
                  <a:cubicBezTo>
                    <a:pt x="590" y="442"/>
                    <a:pt x="590" y="442"/>
                    <a:pt x="590" y="442"/>
                  </a:cubicBezTo>
                  <a:cubicBezTo>
                    <a:pt x="590" y="486"/>
                    <a:pt x="590" y="486"/>
                    <a:pt x="590" y="486"/>
                  </a:cubicBezTo>
                  <a:cubicBezTo>
                    <a:pt x="590" y="494"/>
                    <a:pt x="583" y="501"/>
                    <a:pt x="574" y="501"/>
                  </a:cubicBezTo>
                  <a:cubicBezTo>
                    <a:pt x="545" y="501"/>
                    <a:pt x="545" y="501"/>
                    <a:pt x="545" y="501"/>
                  </a:cubicBezTo>
                  <a:cubicBezTo>
                    <a:pt x="537" y="501"/>
                    <a:pt x="530" y="494"/>
                    <a:pt x="530" y="486"/>
                  </a:cubicBezTo>
                  <a:cubicBezTo>
                    <a:pt x="530" y="442"/>
                    <a:pt x="530" y="442"/>
                    <a:pt x="530" y="442"/>
                  </a:cubicBezTo>
                  <a:cubicBezTo>
                    <a:pt x="615" y="442"/>
                    <a:pt x="615" y="442"/>
                    <a:pt x="615" y="442"/>
                  </a:cubicBezTo>
                  <a:cubicBezTo>
                    <a:pt x="627" y="442"/>
                    <a:pt x="641" y="438"/>
                    <a:pt x="653" y="431"/>
                  </a:cubicBezTo>
                  <a:cubicBezTo>
                    <a:pt x="659" y="428"/>
                    <a:pt x="664" y="424"/>
                    <a:pt x="670" y="418"/>
                  </a:cubicBezTo>
                  <a:cubicBezTo>
                    <a:pt x="674" y="413"/>
                    <a:pt x="678" y="404"/>
                    <a:pt x="678" y="396"/>
                  </a:cubicBezTo>
                  <a:cubicBezTo>
                    <a:pt x="678" y="284"/>
                    <a:pt x="678" y="284"/>
                    <a:pt x="678" y="284"/>
                  </a:cubicBezTo>
                  <a:cubicBezTo>
                    <a:pt x="678" y="261"/>
                    <a:pt x="668" y="237"/>
                    <a:pt x="655" y="219"/>
                  </a:cubicBezTo>
                  <a:cubicBezTo>
                    <a:pt x="650" y="215"/>
                    <a:pt x="648" y="211"/>
                    <a:pt x="645" y="207"/>
                  </a:cubicBezTo>
                  <a:cubicBezTo>
                    <a:pt x="666" y="207"/>
                    <a:pt x="666" y="207"/>
                    <a:pt x="666" y="207"/>
                  </a:cubicBezTo>
                  <a:cubicBezTo>
                    <a:pt x="675" y="207"/>
                    <a:pt x="686" y="203"/>
                    <a:pt x="695" y="196"/>
                  </a:cubicBezTo>
                  <a:cubicBezTo>
                    <a:pt x="699" y="193"/>
                    <a:pt x="702" y="189"/>
                    <a:pt x="704" y="183"/>
                  </a:cubicBezTo>
                  <a:cubicBezTo>
                    <a:pt x="707" y="179"/>
                    <a:pt x="710" y="174"/>
                    <a:pt x="710" y="167"/>
                  </a:cubicBezTo>
                  <a:cubicBezTo>
                    <a:pt x="710" y="163"/>
                    <a:pt x="710" y="159"/>
                    <a:pt x="708" y="153"/>
                  </a:cubicBezTo>
                  <a:cubicBezTo>
                    <a:pt x="708" y="149"/>
                    <a:pt x="707" y="145"/>
                    <a:pt x="706" y="141"/>
                  </a:cubicBezTo>
                  <a:cubicBezTo>
                    <a:pt x="703" y="134"/>
                    <a:pt x="697" y="128"/>
                    <a:pt x="691" y="124"/>
                  </a:cubicBezTo>
                  <a:cubicBezTo>
                    <a:pt x="684" y="120"/>
                    <a:pt x="675" y="119"/>
                    <a:pt x="666" y="119"/>
                  </a:cubicBezTo>
                  <a:cubicBezTo>
                    <a:pt x="594" y="119"/>
                    <a:pt x="594" y="119"/>
                    <a:pt x="594" y="119"/>
                  </a:cubicBezTo>
                  <a:cubicBezTo>
                    <a:pt x="587" y="101"/>
                    <a:pt x="581" y="83"/>
                    <a:pt x="579" y="62"/>
                  </a:cubicBezTo>
                  <a:lnTo>
                    <a:pt x="579" y="62"/>
                  </a:lnTo>
                  <a:cubicBezTo>
                    <a:pt x="576" y="48"/>
                    <a:pt x="568" y="36"/>
                    <a:pt x="558" y="27"/>
                  </a:cubicBezTo>
                  <a:cubicBezTo>
                    <a:pt x="544" y="14"/>
                    <a:pt x="525" y="8"/>
                    <a:pt x="505" y="4"/>
                  </a:cubicBezTo>
                  <a:cubicBezTo>
                    <a:pt x="485" y="1"/>
                    <a:pt x="465" y="0"/>
                    <a:pt x="446" y="0"/>
                  </a:cubicBezTo>
                  <a:cubicBezTo>
                    <a:pt x="338" y="0"/>
                    <a:pt x="338" y="0"/>
                    <a:pt x="338" y="0"/>
                  </a:cubicBezTo>
                  <a:cubicBezTo>
                    <a:pt x="260" y="0"/>
                    <a:pt x="260" y="0"/>
                    <a:pt x="260" y="0"/>
                  </a:cubicBezTo>
                  <a:cubicBezTo>
                    <a:pt x="236" y="0"/>
                    <a:pt x="207" y="1"/>
                    <a:pt x="182" y="8"/>
                  </a:cubicBezTo>
                  <a:cubicBezTo>
                    <a:pt x="170" y="12"/>
                    <a:pt x="159" y="18"/>
                    <a:pt x="148" y="27"/>
                  </a:cubicBezTo>
                  <a:cubicBezTo>
                    <a:pt x="138" y="36"/>
                    <a:pt x="131" y="48"/>
                    <a:pt x="128" y="62"/>
                  </a:cubicBezTo>
                  <a:cubicBezTo>
                    <a:pt x="128" y="63"/>
                    <a:pt x="128" y="63"/>
                    <a:pt x="128" y="63"/>
                  </a:cubicBezTo>
                  <a:cubicBezTo>
                    <a:pt x="127" y="80"/>
                    <a:pt x="121" y="99"/>
                    <a:pt x="113" y="119"/>
                  </a:cubicBezTo>
                  <a:cubicBezTo>
                    <a:pt x="44" y="119"/>
                    <a:pt x="44" y="119"/>
                    <a:pt x="44" y="119"/>
                  </a:cubicBezTo>
                  <a:cubicBezTo>
                    <a:pt x="36" y="119"/>
                    <a:pt x="28" y="120"/>
                    <a:pt x="21" y="123"/>
                  </a:cubicBezTo>
                  <a:cubicBezTo>
                    <a:pt x="15" y="124"/>
                    <a:pt x="11" y="128"/>
                    <a:pt x="8" y="132"/>
                  </a:cubicBezTo>
                  <a:cubicBezTo>
                    <a:pt x="4" y="138"/>
                    <a:pt x="1" y="145"/>
                    <a:pt x="1" y="152"/>
                  </a:cubicBezTo>
                  <a:cubicBezTo>
                    <a:pt x="0" y="157"/>
                    <a:pt x="0" y="163"/>
                    <a:pt x="0" y="167"/>
                  </a:cubicBezTo>
                  <a:cubicBezTo>
                    <a:pt x="0" y="174"/>
                    <a:pt x="1" y="179"/>
                    <a:pt x="4" y="183"/>
                  </a:cubicBezTo>
                  <a:cubicBezTo>
                    <a:pt x="8" y="192"/>
                    <a:pt x="15" y="197"/>
                    <a:pt x="22" y="200"/>
                  </a:cubicBezTo>
                  <a:close/>
                  <a:moveTo>
                    <a:pt x="648" y="396"/>
                  </a:moveTo>
                  <a:lnTo>
                    <a:pt x="648" y="396"/>
                  </a:lnTo>
                  <a:cubicBezTo>
                    <a:pt x="648" y="396"/>
                    <a:pt x="648" y="398"/>
                    <a:pt x="646" y="399"/>
                  </a:cubicBezTo>
                  <a:cubicBezTo>
                    <a:pt x="644" y="402"/>
                    <a:pt x="638" y="406"/>
                    <a:pt x="633" y="409"/>
                  </a:cubicBezTo>
                  <a:cubicBezTo>
                    <a:pt x="626" y="411"/>
                    <a:pt x="619" y="413"/>
                    <a:pt x="615" y="413"/>
                  </a:cubicBezTo>
                  <a:cubicBezTo>
                    <a:pt x="530" y="413"/>
                    <a:pt x="530" y="413"/>
                    <a:pt x="530" y="413"/>
                  </a:cubicBezTo>
                  <a:cubicBezTo>
                    <a:pt x="501" y="413"/>
                    <a:pt x="501" y="413"/>
                    <a:pt x="501" y="413"/>
                  </a:cubicBezTo>
                  <a:cubicBezTo>
                    <a:pt x="338" y="413"/>
                    <a:pt x="338" y="413"/>
                    <a:pt x="338" y="413"/>
                  </a:cubicBezTo>
                  <a:cubicBezTo>
                    <a:pt x="206" y="413"/>
                    <a:pt x="206" y="413"/>
                    <a:pt x="206" y="413"/>
                  </a:cubicBezTo>
                  <a:cubicBezTo>
                    <a:pt x="177" y="413"/>
                    <a:pt x="177" y="413"/>
                    <a:pt x="177" y="413"/>
                  </a:cubicBezTo>
                  <a:cubicBezTo>
                    <a:pt x="92" y="413"/>
                    <a:pt x="92" y="413"/>
                    <a:pt x="92" y="413"/>
                  </a:cubicBezTo>
                  <a:cubicBezTo>
                    <a:pt x="87" y="413"/>
                    <a:pt x="76" y="410"/>
                    <a:pt x="69" y="406"/>
                  </a:cubicBezTo>
                  <a:cubicBezTo>
                    <a:pt x="65" y="403"/>
                    <a:pt x="62" y="400"/>
                    <a:pt x="61" y="399"/>
                  </a:cubicBezTo>
                  <a:cubicBezTo>
                    <a:pt x="59" y="398"/>
                    <a:pt x="59" y="396"/>
                    <a:pt x="59" y="396"/>
                  </a:cubicBezTo>
                  <a:cubicBezTo>
                    <a:pt x="59" y="284"/>
                    <a:pt x="59" y="284"/>
                    <a:pt x="59" y="284"/>
                  </a:cubicBezTo>
                  <a:cubicBezTo>
                    <a:pt x="59" y="268"/>
                    <a:pt x="65" y="251"/>
                    <a:pt x="76" y="237"/>
                  </a:cubicBezTo>
                  <a:cubicBezTo>
                    <a:pt x="86" y="226"/>
                    <a:pt x="97" y="211"/>
                    <a:pt x="106" y="195"/>
                  </a:cubicBezTo>
                  <a:cubicBezTo>
                    <a:pt x="181" y="203"/>
                    <a:pt x="265" y="207"/>
                    <a:pt x="352" y="207"/>
                  </a:cubicBezTo>
                  <a:cubicBezTo>
                    <a:pt x="434" y="207"/>
                    <a:pt x="519" y="203"/>
                    <a:pt x="599" y="195"/>
                  </a:cubicBezTo>
                  <a:cubicBezTo>
                    <a:pt x="610" y="210"/>
                    <a:pt x="621" y="225"/>
                    <a:pt x="631" y="237"/>
                  </a:cubicBezTo>
                  <a:cubicBezTo>
                    <a:pt x="642" y="251"/>
                    <a:pt x="648" y="268"/>
                    <a:pt x="648" y="284"/>
                  </a:cubicBezTo>
                  <a:lnTo>
                    <a:pt x="648" y="396"/>
                  </a:lnTo>
                  <a:close/>
                  <a:moveTo>
                    <a:pt x="666" y="148"/>
                  </a:moveTo>
                  <a:lnTo>
                    <a:pt x="666" y="148"/>
                  </a:lnTo>
                  <a:cubicBezTo>
                    <a:pt x="671" y="148"/>
                    <a:pt x="674" y="149"/>
                    <a:pt x="677" y="149"/>
                  </a:cubicBezTo>
                  <a:cubicBezTo>
                    <a:pt x="678" y="150"/>
                    <a:pt x="678" y="150"/>
                    <a:pt x="678" y="150"/>
                  </a:cubicBezTo>
                  <a:cubicBezTo>
                    <a:pt x="678" y="152"/>
                    <a:pt x="679" y="152"/>
                    <a:pt x="679" y="156"/>
                  </a:cubicBezTo>
                  <a:cubicBezTo>
                    <a:pt x="679" y="159"/>
                    <a:pt x="679" y="163"/>
                    <a:pt x="679" y="167"/>
                  </a:cubicBezTo>
                  <a:cubicBezTo>
                    <a:pt x="679" y="170"/>
                    <a:pt x="679" y="170"/>
                    <a:pt x="679" y="170"/>
                  </a:cubicBezTo>
                  <a:cubicBezTo>
                    <a:pt x="678" y="171"/>
                    <a:pt x="677" y="174"/>
                    <a:pt x="674" y="175"/>
                  </a:cubicBezTo>
                  <a:cubicBezTo>
                    <a:pt x="671" y="177"/>
                    <a:pt x="667" y="177"/>
                    <a:pt x="666" y="177"/>
                  </a:cubicBezTo>
                  <a:cubicBezTo>
                    <a:pt x="624" y="177"/>
                    <a:pt x="624" y="177"/>
                    <a:pt x="624" y="177"/>
                  </a:cubicBezTo>
                  <a:cubicBezTo>
                    <a:pt x="617" y="168"/>
                    <a:pt x="612" y="159"/>
                    <a:pt x="606" y="148"/>
                  </a:cubicBezTo>
                  <a:lnTo>
                    <a:pt x="666" y="148"/>
                  </a:lnTo>
                  <a:close/>
                  <a:moveTo>
                    <a:pt x="157" y="67"/>
                  </a:moveTo>
                  <a:lnTo>
                    <a:pt x="157" y="67"/>
                  </a:lnTo>
                  <a:lnTo>
                    <a:pt x="157" y="67"/>
                  </a:lnTo>
                  <a:cubicBezTo>
                    <a:pt x="159" y="59"/>
                    <a:pt x="163" y="54"/>
                    <a:pt x="168" y="48"/>
                  </a:cubicBezTo>
                  <a:cubicBezTo>
                    <a:pt x="175" y="41"/>
                    <a:pt x="191" y="36"/>
                    <a:pt x="207" y="33"/>
                  </a:cubicBezTo>
                  <a:cubicBezTo>
                    <a:pt x="224" y="30"/>
                    <a:pt x="243" y="30"/>
                    <a:pt x="260" y="30"/>
                  </a:cubicBezTo>
                  <a:cubicBezTo>
                    <a:pt x="338" y="30"/>
                    <a:pt x="338" y="30"/>
                    <a:pt x="338" y="30"/>
                  </a:cubicBezTo>
                  <a:cubicBezTo>
                    <a:pt x="446" y="30"/>
                    <a:pt x="446" y="30"/>
                    <a:pt x="446" y="30"/>
                  </a:cubicBezTo>
                  <a:cubicBezTo>
                    <a:pt x="470" y="30"/>
                    <a:pt x="496" y="32"/>
                    <a:pt x="515" y="37"/>
                  </a:cubicBezTo>
                  <a:cubicBezTo>
                    <a:pt x="526" y="40"/>
                    <a:pt x="533" y="44"/>
                    <a:pt x="539" y="48"/>
                  </a:cubicBezTo>
                  <a:cubicBezTo>
                    <a:pt x="544" y="54"/>
                    <a:pt x="547" y="59"/>
                    <a:pt x="548" y="67"/>
                  </a:cubicBezTo>
                  <a:lnTo>
                    <a:pt x="548" y="67"/>
                  </a:lnTo>
                  <a:cubicBezTo>
                    <a:pt x="555" y="103"/>
                    <a:pt x="568" y="137"/>
                    <a:pt x="583" y="167"/>
                  </a:cubicBezTo>
                  <a:cubicBezTo>
                    <a:pt x="508" y="174"/>
                    <a:pt x="428" y="177"/>
                    <a:pt x="352" y="177"/>
                  </a:cubicBezTo>
                  <a:cubicBezTo>
                    <a:pt x="271" y="177"/>
                    <a:pt x="193" y="174"/>
                    <a:pt x="123" y="167"/>
                  </a:cubicBezTo>
                  <a:cubicBezTo>
                    <a:pt x="124" y="164"/>
                    <a:pt x="126" y="161"/>
                    <a:pt x="127" y="160"/>
                  </a:cubicBezTo>
                  <a:cubicBezTo>
                    <a:pt x="142" y="130"/>
                    <a:pt x="155" y="98"/>
                    <a:pt x="157" y="67"/>
                  </a:cubicBezTo>
                  <a:close/>
                  <a:moveTo>
                    <a:pt x="30" y="156"/>
                  </a:moveTo>
                  <a:lnTo>
                    <a:pt x="30" y="156"/>
                  </a:lnTo>
                  <a:cubicBezTo>
                    <a:pt x="30" y="154"/>
                    <a:pt x="30" y="153"/>
                    <a:pt x="30" y="152"/>
                  </a:cubicBezTo>
                  <a:cubicBezTo>
                    <a:pt x="32" y="150"/>
                    <a:pt x="32" y="150"/>
                    <a:pt x="33" y="149"/>
                  </a:cubicBezTo>
                  <a:cubicBezTo>
                    <a:pt x="34" y="149"/>
                    <a:pt x="37" y="148"/>
                    <a:pt x="44" y="148"/>
                  </a:cubicBezTo>
                  <a:cubicBezTo>
                    <a:pt x="99" y="148"/>
                    <a:pt x="99" y="148"/>
                    <a:pt x="99" y="148"/>
                  </a:cubicBezTo>
                  <a:cubicBezTo>
                    <a:pt x="94" y="157"/>
                    <a:pt x="88" y="168"/>
                    <a:pt x="83" y="177"/>
                  </a:cubicBezTo>
                  <a:cubicBezTo>
                    <a:pt x="44" y="177"/>
                    <a:pt x="44" y="177"/>
                    <a:pt x="44" y="177"/>
                  </a:cubicBezTo>
                  <a:cubicBezTo>
                    <a:pt x="41" y="177"/>
                    <a:pt x="36" y="175"/>
                    <a:pt x="33" y="172"/>
                  </a:cubicBezTo>
                  <a:cubicBezTo>
                    <a:pt x="32" y="172"/>
                    <a:pt x="30" y="171"/>
                    <a:pt x="30" y="170"/>
                  </a:cubicBezTo>
                  <a:cubicBezTo>
                    <a:pt x="29" y="167"/>
                    <a:pt x="29" y="167"/>
                    <a:pt x="29" y="167"/>
                  </a:cubicBezTo>
                  <a:cubicBezTo>
                    <a:pt x="29" y="163"/>
                    <a:pt x="29" y="159"/>
                    <a:pt x="30"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grpSp>
        <p:nvGrpSpPr>
          <p:cNvPr id="703" name="Group 726">
            <a:extLst>
              <a:ext uri="{FF2B5EF4-FFF2-40B4-BE49-F238E27FC236}">
                <a16:creationId xmlns:a16="http://schemas.microsoft.com/office/drawing/2014/main" id="{B03CB198-4060-D889-104C-45B2367FE8DE}"/>
              </a:ext>
            </a:extLst>
          </p:cNvPr>
          <p:cNvGrpSpPr/>
          <p:nvPr/>
        </p:nvGrpSpPr>
        <p:grpSpPr>
          <a:xfrm>
            <a:off x="1700539" y="2376114"/>
            <a:ext cx="234790" cy="257969"/>
            <a:chOff x="5838437" y="2445802"/>
            <a:chExt cx="477566" cy="524713"/>
          </a:xfrm>
          <a:solidFill>
            <a:schemeClr val="accent4"/>
          </a:solidFill>
        </p:grpSpPr>
        <p:sp>
          <p:nvSpPr>
            <p:cNvPr id="704" name="Freeform 727">
              <a:extLst>
                <a:ext uri="{FF2B5EF4-FFF2-40B4-BE49-F238E27FC236}">
                  <a16:creationId xmlns:a16="http://schemas.microsoft.com/office/drawing/2014/main" id="{C2C59483-6894-6553-EFD1-96E8969CA2DA}"/>
                </a:ext>
              </a:extLst>
            </p:cNvPr>
            <p:cNvSpPr>
              <a:spLocks noChangeArrowheads="1"/>
            </p:cNvSpPr>
            <p:nvPr/>
          </p:nvSpPr>
          <p:spPr bwMode="auto">
            <a:xfrm>
              <a:off x="5838437" y="2445802"/>
              <a:ext cx="477566" cy="524713"/>
            </a:xfrm>
            <a:custGeom>
              <a:avLst/>
              <a:gdLst>
                <a:gd name="T0" fmla="*/ 1354 w 1384"/>
                <a:gd name="T1" fmla="*/ 886 h 1521"/>
                <a:gd name="T2" fmla="*/ 1366 w 1384"/>
                <a:gd name="T3" fmla="*/ 855 h 1521"/>
                <a:gd name="T4" fmla="*/ 1378 w 1384"/>
                <a:gd name="T5" fmla="*/ 821 h 1521"/>
                <a:gd name="T6" fmla="*/ 1383 w 1384"/>
                <a:gd name="T7" fmla="*/ 786 h 1521"/>
                <a:gd name="T8" fmla="*/ 1248 w 1384"/>
                <a:gd name="T9" fmla="*/ 493 h 1521"/>
                <a:gd name="T10" fmla="*/ 1255 w 1384"/>
                <a:gd name="T11" fmla="*/ 469 h 1521"/>
                <a:gd name="T12" fmla="*/ 1260 w 1384"/>
                <a:gd name="T13" fmla="*/ 441 h 1521"/>
                <a:gd name="T14" fmla="*/ 1161 w 1384"/>
                <a:gd name="T15" fmla="*/ 226 h 1521"/>
                <a:gd name="T16" fmla="*/ 692 w 1384"/>
                <a:gd name="T17" fmla="*/ 99 h 1521"/>
                <a:gd name="T18" fmla="*/ 261 w 1384"/>
                <a:gd name="T19" fmla="*/ 205 h 1521"/>
                <a:gd name="T20" fmla="*/ 124 w 1384"/>
                <a:gd name="T21" fmla="*/ 441 h 1521"/>
                <a:gd name="T22" fmla="*/ 148 w 1384"/>
                <a:gd name="T23" fmla="*/ 519 h 1521"/>
                <a:gd name="T24" fmla="*/ 1 w 1384"/>
                <a:gd name="T25" fmla="*/ 781 h 1521"/>
                <a:gd name="T26" fmla="*/ 7 w 1384"/>
                <a:gd name="T27" fmla="*/ 819 h 1521"/>
                <a:gd name="T28" fmla="*/ 15 w 1384"/>
                <a:gd name="T29" fmla="*/ 849 h 1521"/>
                <a:gd name="T30" fmla="*/ 39 w 1384"/>
                <a:gd name="T31" fmla="*/ 901 h 1521"/>
                <a:gd name="T32" fmla="*/ 55 w 1384"/>
                <a:gd name="T33" fmla="*/ 925 h 1521"/>
                <a:gd name="T34" fmla="*/ 80 w 1384"/>
                <a:gd name="T35" fmla="*/ 954 h 1521"/>
                <a:gd name="T36" fmla="*/ 95 w 1384"/>
                <a:gd name="T37" fmla="*/ 1113 h 1521"/>
                <a:gd name="T38" fmla="*/ 521 w 1384"/>
                <a:gd name="T39" fmla="*/ 1520 h 1521"/>
                <a:gd name="T40" fmla="*/ 1029 w 1384"/>
                <a:gd name="T41" fmla="*/ 1433 h 1521"/>
                <a:gd name="T42" fmla="*/ 1255 w 1384"/>
                <a:gd name="T43" fmla="*/ 992 h 1521"/>
                <a:gd name="T44" fmla="*/ 1315 w 1384"/>
                <a:gd name="T45" fmla="*/ 941 h 1521"/>
                <a:gd name="T46" fmla="*/ 1335 w 1384"/>
                <a:gd name="T47" fmla="*/ 916 h 1521"/>
                <a:gd name="T48" fmla="*/ 602 w 1384"/>
                <a:gd name="T49" fmla="*/ 1441 h 1521"/>
                <a:gd name="T50" fmla="*/ 377 w 1384"/>
                <a:gd name="T51" fmla="*/ 1312 h 1521"/>
                <a:gd name="T52" fmla="*/ 161 w 1384"/>
                <a:gd name="T53" fmla="*/ 1053 h 1521"/>
                <a:gd name="T54" fmla="*/ 325 w 1384"/>
                <a:gd name="T55" fmla="*/ 1133 h 1521"/>
                <a:gd name="T56" fmla="*/ 438 w 1384"/>
                <a:gd name="T57" fmla="*/ 1116 h 1521"/>
                <a:gd name="T58" fmla="*/ 343 w 1384"/>
                <a:gd name="T59" fmla="*/ 1045 h 1521"/>
                <a:gd name="T60" fmla="*/ 273 w 1384"/>
                <a:gd name="T61" fmla="*/ 978 h 1521"/>
                <a:gd name="T62" fmla="*/ 109 w 1384"/>
                <a:gd name="T63" fmla="*/ 903 h 1521"/>
                <a:gd name="T64" fmla="*/ 92 w 1384"/>
                <a:gd name="T65" fmla="*/ 880 h 1521"/>
                <a:gd name="T66" fmla="*/ 79 w 1384"/>
                <a:gd name="T67" fmla="*/ 858 h 1521"/>
                <a:gd name="T68" fmla="*/ 68 w 1384"/>
                <a:gd name="T69" fmla="*/ 832 h 1521"/>
                <a:gd name="T70" fmla="*/ 61 w 1384"/>
                <a:gd name="T71" fmla="*/ 805 h 1521"/>
                <a:gd name="T72" fmla="*/ 56 w 1384"/>
                <a:gd name="T73" fmla="*/ 777 h 1521"/>
                <a:gd name="T74" fmla="*/ 350 w 1384"/>
                <a:gd name="T75" fmla="*/ 642 h 1521"/>
                <a:gd name="T76" fmla="*/ 186 w 1384"/>
                <a:gd name="T77" fmla="*/ 468 h 1521"/>
                <a:gd name="T78" fmla="*/ 181 w 1384"/>
                <a:gd name="T79" fmla="*/ 442 h 1521"/>
                <a:gd name="T80" fmla="*/ 178 w 1384"/>
                <a:gd name="T81" fmla="*/ 421 h 1521"/>
                <a:gd name="T82" fmla="*/ 448 w 1384"/>
                <a:gd name="T83" fmla="*/ 382 h 1521"/>
                <a:gd name="T84" fmla="*/ 470 w 1384"/>
                <a:gd name="T85" fmla="*/ 331 h 1521"/>
                <a:gd name="T86" fmla="*/ 441 w 1384"/>
                <a:gd name="T87" fmla="*/ 81 h 1521"/>
                <a:gd name="T88" fmla="*/ 653 w 1384"/>
                <a:gd name="T89" fmla="*/ 777 h 1521"/>
                <a:gd name="T90" fmla="*/ 510 w 1384"/>
                <a:gd name="T91" fmla="*/ 698 h 1521"/>
                <a:gd name="T92" fmla="*/ 665 w 1384"/>
                <a:gd name="T93" fmla="*/ 831 h 1521"/>
                <a:gd name="T94" fmla="*/ 1159 w 1384"/>
                <a:gd name="T95" fmla="*/ 1255 h 1521"/>
                <a:gd name="T96" fmla="*/ 1006 w 1384"/>
                <a:gd name="T97" fmla="*/ 1274 h 1521"/>
                <a:gd name="T98" fmla="*/ 1008 w 1384"/>
                <a:gd name="T99" fmla="*/ 1332 h 1521"/>
                <a:gd name="T100" fmla="*/ 720 w 1384"/>
                <a:gd name="T101" fmla="*/ 1321 h 1521"/>
                <a:gd name="T102" fmla="*/ 969 w 1384"/>
                <a:gd name="T103" fmla="*/ 339 h 1521"/>
                <a:gd name="T104" fmla="*/ 720 w 1384"/>
                <a:gd name="T105" fmla="*/ 201 h 1521"/>
                <a:gd name="T106" fmla="*/ 1008 w 1384"/>
                <a:gd name="T107" fmla="*/ 201 h 1521"/>
                <a:gd name="T108" fmla="*/ 1207 w 1384"/>
                <a:gd name="T109" fmla="*/ 420 h 1521"/>
                <a:gd name="T110" fmla="*/ 1204 w 1384"/>
                <a:gd name="T111" fmla="*/ 442 h 1521"/>
                <a:gd name="T112" fmla="*/ 1034 w 1384"/>
                <a:gd name="T113" fmla="*/ 642 h 1521"/>
                <a:gd name="T114" fmla="*/ 1328 w 1384"/>
                <a:gd name="T115" fmla="*/ 770 h 1521"/>
                <a:gd name="T116" fmla="*/ 1325 w 1384"/>
                <a:gd name="T117" fmla="*/ 800 h 1521"/>
                <a:gd name="T118" fmla="*/ 1320 w 1384"/>
                <a:gd name="T119" fmla="*/ 824 h 1521"/>
                <a:gd name="T120" fmla="*/ 1202 w 1384"/>
                <a:gd name="T121" fmla="*/ 958 h 1521"/>
                <a:gd name="T122" fmla="*/ 1112 w 1384"/>
                <a:gd name="T123" fmla="*/ 1033 h 1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384" h="1521">
                  <a:moveTo>
                    <a:pt x="1341" y="908"/>
                  </a:moveTo>
                  <a:lnTo>
                    <a:pt x="1341" y="908"/>
                  </a:lnTo>
                  <a:cubicBezTo>
                    <a:pt x="1342" y="906"/>
                    <a:pt x="1342" y="904"/>
                    <a:pt x="1344" y="903"/>
                  </a:cubicBezTo>
                  <a:cubicBezTo>
                    <a:pt x="1345" y="901"/>
                    <a:pt x="1345" y="900"/>
                    <a:pt x="1345" y="900"/>
                  </a:cubicBezTo>
                  <a:cubicBezTo>
                    <a:pt x="1347" y="897"/>
                    <a:pt x="1348" y="896"/>
                    <a:pt x="1349" y="894"/>
                  </a:cubicBezTo>
                  <a:cubicBezTo>
                    <a:pt x="1349" y="893"/>
                    <a:pt x="1349" y="892"/>
                    <a:pt x="1351" y="892"/>
                  </a:cubicBezTo>
                  <a:cubicBezTo>
                    <a:pt x="1352" y="889"/>
                    <a:pt x="1352" y="887"/>
                    <a:pt x="1354" y="886"/>
                  </a:cubicBezTo>
                  <a:cubicBezTo>
                    <a:pt x="1354" y="884"/>
                    <a:pt x="1355" y="883"/>
                    <a:pt x="1355" y="882"/>
                  </a:cubicBezTo>
                  <a:cubicBezTo>
                    <a:pt x="1356" y="880"/>
                    <a:pt x="1356" y="879"/>
                    <a:pt x="1358" y="877"/>
                  </a:cubicBezTo>
                  <a:cubicBezTo>
                    <a:pt x="1358" y="876"/>
                    <a:pt x="1359" y="875"/>
                    <a:pt x="1359" y="873"/>
                  </a:cubicBezTo>
                  <a:cubicBezTo>
                    <a:pt x="1361" y="872"/>
                    <a:pt x="1361" y="870"/>
                    <a:pt x="1362" y="868"/>
                  </a:cubicBezTo>
                  <a:cubicBezTo>
                    <a:pt x="1362" y="866"/>
                    <a:pt x="1363" y="866"/>
                    <a:pt x="1363" y="865"/>
                  </a:cubicBezTo>
                  <a:cubicBezTo>
                    <a:pt x="1363" y="862"/>
                    <a:pt x="1365" y="860"/>
                    <a:pt x="1365" y="859"/>
                  </a:cubicBezTo>
                  <a:cubicBezTo>
                    <a:pt x="1366" y="858"/>
                    <a:pt x="1366" y="856"/>
                    <a:pt x="1366" y="855"/>
                  </a:cubicBezTo>
                  <a:cubicBezTo>
                    <a:pt x="1368" y="853"/>
                    <a:pt x="1368" y="852"/>
                    <a:pt x="1369" y="851"/>
                  </a:cubicBezTo>
                  <a:cubicBezTo>
                    <a:pt x="1369" y="848"/>
                    <a:pt x="1369" y="846"/>
                    <a:pt x="1371" y="845"/>
                  </a:cubicBezTo>
                  <a:cubicBezTo>
                    <a:pt x="1371" y="843"/>
                    <a:pt x="1372" y="842"/>
                    <a:pt x="1372" y="841"/>
                  </a:cubicBezTo>
                  <a:cubicBezTo>
                    <a:pt x="1372" y="839"/>
                    <a:pt x="1373" y="838"/>
                    <a:pt x="1373" y="836"/>
                  </a:cubicBezTo>
                  <a:cubicBezTo>
                    <a:pt x="1373" y="834"/>
                    <a:pt x="1375" y="832"/>
                    <a:pt x="1375" y="831"/>
                  </a:cubicBezTo>
                  <a:cubicBezTo>
                    <a:pt x="1375" y="829"/>
                    <a:pt x="1375" y="828"/>
                    <a:pt x="1376" y="827"/>
                  </a:cubicBezTo>
                  <a:cubicBezTo>
                    <a:pt x="1376" y="825"/>
                    <a:pt x="1376" y="822"/>
                    <a:pt x="1378" y="821"/>
                  </a:cubicBezTo>
                  <a:cubicBezTo>
                    <a:pt x="1378" y="819"/>
                    <a:pt x="1378" y="818"/>
                    <a:pt x="1378" y="817"/>
                  </a:cubicBezTo>
                  <a:cubicBezTo>
                    <a:pt x="1379" y="815"/>
                    <a:pt x="1379" y="812"/>
                    <a:pt x="1379" y="811"/>
                  </a:cubicBezTo>
                  <a:cubicBezTo>
                    <a:pt x="1379" y="810"/>
                    <a:pt x="1379" y="808"/>
                    <a:pt x="1380" y="807"/>
                  </a:cubicBezTo>
                  <a:cubicBezTo>
                    <a:pt x="1380" y="804"/>
                    <a:pt x="1380" y="803"/>
                    <a:pt x="1380" y="801"/>
                  </a:cubicBezTo>
                  <a:cubicBezTo>
                    <a:pt x="1380" y="800"/>
                    <a:pt x="1382" y="798"/>
                    <a:pt x="1382" y="795"/>
                  </a:cubicBezTo>
                  <a:cubicBezTo>
                    <a:pt x="1382" y="794"/>
                    <a:pt x="1382" y="793"/>
                    <a:pt x="1382" y="791"/>
                  </a:cubicBezTo>
                  <a:cubicBezTo>
                    <a:pt x="1382" y="790"/>
                    <a:pt x="1382" y="787"/>
                    <a:pt x="1383" y="786"/>
                  </a:cubicBezTo>
                  <a:cubicBezTo>
                    <a:pt x="1383" y="784"/>
                    <a:pt x="1383" y="783"/>
                    <a:pt x="1383" y="781"/>
                  </a:cubicBezTo>
                  <a:cubicBezTo>
                    <a:pt x="1383" y="779"/>
                    <a:pt x="1383" y="777"/>
                    <a:pt x="1383" y="774"/>
                  </a:cubicBezTo>
                  <a:cubicBezTo>
                    <a:pt x="1383" y="773"/>
                    <a:pt x="1383" y="773"/>
                    <a:pt x="1383" y="771"/>
                  </a:cubicBezTo>
                  <a:cubicBezTo>
                    <a:pt x="1383" y="767"/>
                    <a:pt x="1383" y="764"/>
                    <a:pt x="1383" y="760"/>
                  </a:cubicBezTo>
                  <a:cubicBezTo>
                    <a:pt x="1383" y="732"/>
                    <a:pt x="1379" y="704"/>
                    <a:pt x="1371" y="677"/>
                  </a:cubicBezTo>
                  <a:cubicBezTo>
                    <a:pt x="1348" y="608"/>
                    <a:pt x="1300" y="551"/>
                    <a:pt x="1236" y="519"/>
                  </a:cubicBezTo>
                  <a:cubicBezTo>
                    <a:pt x="1241" y="510"/>
                    <a:pt x="1243" y="502"/>
                    <a:pt x="1248" y="493"/>
                  </a:cubicBezTo>
                  <a:lnTo>
                    <a:pt x="1248" y="493"/>
                  </a:lnTo>
                  <a:cubicBezTo>
                    <a:pt x="1248" y="490"/>
                    <a:pt x="1249" y="489"/>
                    <a:pt x="1250" y="486"/>
                  </a:cubicBezTo>
                  <a:cubicBezTo>
                    <a:pt x="1250" y="486"/>
                    <a:pt x="1250" y="486"/>
                    <a:pt x="1250" y="485"/>
                  </a:cubicBezTo>
                  <a:lnTo>
                    <a:pt x="1250" y="485"/>
                  </a:lnTo>
                  <a:cubicBezTo>
                    <a:pt x="1250" y="482"/>
                    <a:pt x="1252" y="480"/>
                    <a:pt x="1252" y="478"/>
                  </a:cubicBezTo>
                  <a:lnTo>
                    <a:pt x="1253" y="476"/>
                  </a:lnTo>
                  <a:cubicBezTo>
                    <a:pt x="1253" y="473"/>
                    <a:pt x="1255" y="472"/>
                    <a:pt x="1255" y="469"/>
                  </a:cubicBezTo>
                  <a:lnTo>
                    <a:pt x="1255" y="468"/>
                  </a:lnTo>
                  <a:cubicBezTo>
                    <a:pt x="1256" y="465"/>
                    <a:pt x="1256" y="464"/>
                    <a:pt x="1256" y="461"/>
                  </a:cubicBezTo>
                  <a:lnTo>
                    <a:pt x="1258" y="459"/>
                  </a:lnTo>
                  <a:cubicBezTo>
                    <a:pt x="1258" y="456"/>
                    <a:pt x="1258" y="455"/>
                    <a:pt x="1258" y="452"/>
                  </a:cubicBezTo>
                  <a:cubicBezTo>
                    <a:pt x="1259" y="452"/>
                    <a:pt x="1259" y="451"/>
                    <a:pt x="1259" y="449"/>
                  </a:cubicBezTo>
                  <a:cubicBezTo>
                    <a:pt x="1259" y="448"/>
                    <a:pt x="1259" y="445"/>
                    <a:pt x="1259" y="444"/>
                  </a:cubicBezTo>
                  <a:cubicBezTo>
                    <a:pt x="1259" y="442"/>
                    <a:pt x="1260" y="442"/>
                    <a:pt x="1260" y="441"/>
                  </a:cubicBezTo>
                  <a:cubicBezTo>
                    <a:pt x="1260" y="440"/>
                    <a:pt x="1260" y="437"/>
                    <a:pt x="1260" y="435"/>
                  </a:cubicBezTo>
                  <a:cubicBezTo>
                    <a:pt x="1260" y="434"/>
                    <a:pt x="1260" y="432"/>
                    <a:pt x="1260" y="432"/>
                  </a:cubicBezTo>
                  <a:cubicBezTo>
                    <a:pt x="1260" y="430"/>
                    <a:pt x="1260" y="428"/>
                    <a:pt x="1262" y="425"/>
                  </a:cubicBezTo>
                  <a:cubicBezTo>
                    <a:pt x="1262" y="424"/>
                    <a:pt x="1262" y="424"/>
                    <a:pt x="1262" y="423"/>
                  </a:cubicBezTo>
                  <a:cubicBezTo>
                    <a:pt x="1262" y="420"/>
                    <a:pt x="1262" y="417"/>
                    <a:pt x="1262" y="414"/>
                  </a:cubicBezTo>
                  <a:cubicBezTo>
                    <a:pt x="1262" y="383"/>
                    <a:pt x="1255" y="353"/>
                    <a:pt x="1243" y="325"/>
                  </a:cubicBezTo>
                  <a:cubicBezTo>
                    <a:pt x="1226" y="286"/>
                    <a:pt x="1198" y="250"/>
                    <a:pt x="1161" y="226"/>
                  </a:cubicBezTo>
                  <a:cubicBezTo>
                    <a:pt x="1133" y="206"/>
                    <a:pt x="1099" y="194"/>
                    <a:pt x="1063" y="188"/>
                  </a:cubicBezTo>
                  <a:cubicBezTo>
                    <a:pt x="1061" y="165"/>
                    <a:pt x="1056" y="143"/>
                    <a:pt x="1047" y="123"/>
                  </a:cubicBezTo>
                  <a:cubicBezTo>
                    <a:pt x="1032" y="86"/>
                    <a:pt x="1008" y="57"/>
                    <a:pt x="975" y="36"/>
                  </a:cubicBezTo>
                  <a:cubicBezTo>
                    <a:pt x="944" y="13"/>
                    <a:pt x="904" y="0"/>
                    <a:pt x="864" y="0"/>
                  </a:cubicBezTo>
                  <a:cubicBezTo>
                    <a:pt x="838" y="0"/>
                    <a:pt x="811" y="6"/>
                    <a:pt x="787" y="16"/>
                  </a:cubicBezTo>
                  <a:cubicBezTo>
                    <a:pt x="751" y="31"/>
                    <a:pt x="720" y="57"/>
                    <a:pt x="699" y="89"/>
                  </a:cubicBezTo>
                  <a:cubicBezTo>
                    <a:pt x="696" y="92"/>
                    <a:pt x="695" y="95"/>
                    <a:pt x="692" y="99"/>
                  </a:cubicBezTo>
                  <a:cubicBezTo>
                    <a:pt x="678" y="74"/>
                    <a:pt x="657" y="51"/>
                    <a:pt x="633" y="36"/>
                  </a:cubicBezTo>
                  <a:cubicBezTo>
                    <a:pt x="600" y="13"/>
                    <a:pt x="562" y="0"/>
                    <a:pt x="521" y="0"/>
                  </a:cubicBezTo>
                  <a:cubicBezTo>
                    <a:pt x="493" y="0"/>
                    <a:pt x="468" y="6"/>
                    <a:pt x="444" y="16"/>
                  </a:cubicBezTo>
                  <a:cubicBezTo>
                    <a:pt x="407" y="31"/>
                    <a:pt x="377" y="57"/>
                    <a:pt x="356" y="89"/>
                  </a:cubicBezTo>
                  <a:cubicBezTo>
                    <a:pt x="338" y="115"/>
                    <a:pt x="326" y="146"/>
                    <a:pt x="322" y="180"/>
                  </a:cubicBezTo>
                  <a:cubicBezTo>
                    <a:pt x="321" y="182"/>
                    <a:pt x="321" y="185"/>
                    <a:pt x="321" y="190"/>
                  </a:cubicBezTo>
                  <a:cubicBezTo>
                    <a:pt x="299" y="191"/>
                    <a:pt x="280" y="197"/>
                    <a:pt x="261" y="205"/>
                  </a:cubicBezTo>
                  <a:cubicBezTo>
                    <a:pt x="220" y="222"/>
                    <a:pt x="186" y="250"/>
                    <a:pt x="161" y="287"/>
                  </a:cubicBezTo>
                  <a:cubicBezTo>
                    <a:pt x="137" y="324"/>
                    <a:pt x="123" y="367"/>
                    <a:pt x="123" y="414"/>
                  </a:cubicBezTo>
                  <a:cubicBezTo>
                    <a:pt x="123" y="417"/>
                    <a:pt x="123" y="420"/>
                    <a:pt x="123" y="423"/>
                  </a:cubicBezTo>
                  <a:lnTo>
                    <a:pt x="123" y="424"/>
                  </a:lnTo>
                  <a:cubicBezTo>
                    <a:pt x="123" y="427"/>
                    <a:pt x="123" y="430"/>
                    <a:pt x="123" y="432"/>
                  </a:cubicBezTo>
                  <a:cubicBezTo>
                    <a:pt x="123" y="432"/>
                    <a:pt x="123" y="432"/>
                    <a:pt x="124" y="432"/>
                  </a:cubicBezTo>
                  <a:cubicBezTo>
                    <a:pt x="124" y="435"/>
                    <a:pt x="124" y="438"/>
                    <a:pt x="124" y="441"/>
                  </a:cubicBezTo>
                  <a:cubicBezTo>
                    <a:pt x="124" y="441"/>
                    <a:pt x="124" y="441"/>
                    <a:pt x="124" y="442"/>
                  </a:cubicBezTo>
                  <a:cubicBezTo>
                    <a:pt x="124" y="445"/>
                    <a:pt x="126" y="448"/>
                    <a:pt x="126" y="451"/>
                  </a:cubicBezTo>
                  <a:lnTo>
                    <a:pt x="126" y="451"/>
                  </a:lnTo>
                  <a:cubicBezTo>
                    <a:pt x="127" y="456"/>
                    <a:pt x="128" y="462"/>
                    <a:pt x="130" y="468"/>
                  </a:cubicBezTo>
                  <a:lnTo>
                    <a:pt x="130" y="468"/>
                  </a:lnTo>
                  <a:cubicBezTo>
                    <a:pt x="133" y="480"/>
                    <a:pt x="136" y="492"/>
                    <a:pt x="141" y="503"/>
                  </a:cubicBezTo>
                  <a:cubicBezTo>
                    <a:pt x="143" y="507"/>
                    <a:pt x="145" y="513"/>
                    <a:pt x="148" y="519"/>
                  </a:cubicBezTo>
                  <a:cubicBezTo>
                    <a:pt x="109" y="538"/>
                    <a:pt x="76" y="568"/>
                    <a:pt x="51" y="603"/>
                  </a:cubicBezTo>
                  <a:cubicBezTo>
                    <a:pt x="35" y="626"/>
                    <a:pt x="23" y="650"/>
                    <a:pt x="14" y="677"/>
                  </a:cubicBezTo>
                  <a:cubicBezTo>
                    <a:pt x="6" y="704"/>
                    <a:pt x="0" y="732"/>
                    <a:pt x="0" y="760"/>
                  </a:cubicBezTo>
                  <a:cubicBezTo>
                    <a:pt x="0" y="764"/>
                    <a:pt x="0" y="767"/>
                    <a:pt x="1" y="770"/>
                  </a:cubicBezTo>
                  <a:cubicBezTo>
                    <a:pt x="1" y="770"/>
                    <a:pt x="1" y="771"/>
                    <a:pt x="1" y="773"/>
                  </a:cubicBezTo>
                  <a:cubicBezTo>
                    <a:pt x="1" y="774"/>
                    <a:pt x="1" y="777"/>
                    <a:pt x="1" y="780"/>
                  </a:cubicBezTo>
                  <a:lnTo>
                    <a:pt x="1" y="781"/>
                  </a:lnTo>
                  <a:cubicBezTo>
                    <a:pt x="1" y="784"/>
                    <a:pt x="1" y="787"/>
                    <a:pt x="3" y="790"/>
                  </a:cubicBezTo>
                  <a:cubicBezTo>
                    <a:pt x="3" y="791"/>
                    <a:pt x="3" y="791"/>
                    <a:pt x="3" y="793"/>
                  </a:cubicBezTo>
                  <a:cubicBezTo>
                    <a:pt x="3" y="795"/>
                    <a:pt x="3" y="797"/>
                    <a:pt x="3" y="800"/>
                  </a:cubicBezTo>
                  <a:cubicBezTo>
                    <a:pt x="3" y="800"/>
                    <a:pt x="3" y="801"/>
                    <a:pt x="4" y="801"/>
                  </a:cubicBezTo>
                  <a:cubicBezTo>
                    <a:pt x="4" y="804"/>
                    <a:pt x="4" y="807"/>
                    <a:pt x="6" y="810"/>
                  </a:cubicBezTo>
                  <a:cubicBezTo>
                    <a:pt x="6" y="811"/>
                    <a:pt x="6" y="811"/>
                    <a:pt x="6" y="812"/>
                  </a:cubicBezTo>
                  <a:cubicBezTo>
                    <a:pt x="6" y="814"/>
                    <a:pt x="7" y="817"/>
                    <a:pt x="7" y="819"/>
                  </a:cubicBezTo>
                  <a:lnTo>
                    <a:pt x="7" y="821"/>
                  </a:lnTo>
                  <a:cubicBezTo>
                    <a:pt x="8" y="824"/>
                    <a:pt x="8" y="827"/>
                    <a:pt x="10" y="829"/>
                  </a:cubicBezTo>
                  <a:cubicBezTo>
                    <a:pt x="10" y="831"/>
                    <a:pt x="10" y="831"/>
                    <a:pt x="10" y="831"/>
                  </a:cubicBezTo>
                  <a:cubicBezTo>
                    <a:pt x="10" y="834"/>
                    <a:pt x="11" y="836"/>
                    <a:pt x="11" y="838"/>
                  </a:cubicBezTo>
                  <a:cubicBezTo>
                    <a:pt x="13" y="839"/>
                    <a:pt x="13" y="839"/>
                    <a:pt x="13" y="841"/>
                  </a:cubicBezTo>
                  <a:cubicBezTo>
                    <a:pt x="13" y="843"/>
                    <a:pt x="14" y="846"/>
                    <a:pt x="15" y="849"/>
                  </a:cubicBezTo>
                  <a:lnTo>
                    <a:pt x="15" y="849"/>
                  </a:lnTo>
                  <a:cubicBezTo>
                    <a:pt x="15" y="852"/>
                    <a:pt x="17" y="855"/>
                    <a:pt x="18" y="858"/>
                  </a:cubicBezTo>
                  <a:cubicBezTo>
                    <a:pt x="18" y="858"/>
                    <a:pt x="18" y="858"/>
                    <a:pt x="18" y="859"/>
                  </a:cubicBezTo>
                  <a:cubicBezTo>
                    <a:pt x="20" y="862"/>
                    <a:pt x="21" y="865"/>
                    <a:pt x="23" y="866"/>
                  </a:cubicBezTo>
                  <a:cubicBezTo>
                    <a:pt x="25" y="876"/>
                    <a:pt x="30" y="884"/>
                    <a:pt x="34" y="892"/>
                  </a:cubicBezTo>
                  <a:cubicBezTo>
                    <a:pt x="34" y="893"/>
                    <a:pt x="34" y="893"/>
                    <a:pt x="35" y="893"/>
                  </a:cubicBezTo>
                  <a:cubicBezTo>
                    <a:pt x="37" y="896"/>
                    <a:pt x="38" y="897"/>
                    <a:pt x="39" y="900"/>
                  </a:cubicBezTo>
                  <a:lnTo>
                    <a:pt x="39" y="901"/>
                  </a:lnTo>
                  <a:cubicBezTo>
                    <a:pt x="41" y="904"/>
                    <a:pt x="42" y="906"/>
                    <a:pt x="44" y="908"/>
                  </a:cubicBezTo>
                  <a:cubicBezTo>
                    <a:pt x="44" y="908"/>
                    <a:pt x="44" y="908"/>
                    <a:pt x="45" y="910"/>
                  </a:cubicBezTo>
                  <a:lnTo>
                    <a:pt x="45" y="910"/>
                  </a:lnTo>
                  <a:cubicBezTo>
                    <a:pt x="47" y="911"/>
                    <a:pt x="48" y="914"/>
                    <a:pt x="49" y="917"/>
                  </a:cubicBezTo>
                  <a:lnTo>
                    <a:pt x="49" y="917"/>
                  </a:lnTo>
                  <a:cubicBezTo>
                    <a:pt x="52" y="920"/>
                    <a:pt x="54" y="923"/>
                    <a:pt x="55" y="924"/>
                  </a:cubicBezTo>
                  <a:lnTo>
                    <a:pt x="55" y="925"/>
                  </a:lnTo>
                  <a:cubicBezTo>
                    <a:pt x="58" y="927"/>
                    <a:pt x="59" y="930"/>
                    <a:pt x="61" y="932"/>
                  </a:cubicBezTo>
                  <a:cubicBezTo>
                    <a:pt x="61" y="932"/>
                    <a:pt x="61" y="932"/>
                    <a:pt x="62" y="932"/>
                  </a:cubicBezTo>
                  <a:cubicBezTo>
                    <a:pt x="63" y="935"/>
                    <a:pt x="65" y="937"/>
                    <a:pt x="68" y="940"/>
                  </a:cubicBezTo>
                  <a:lnTo>
                    <a:pt x="68" y="940"/>
                  </a:lnTo>
                  <a:cubicBezTo>
                    <a:pt x="69" y="942"/>
                    <a:pt x="72" y="944"/>
                    <a:pt x="73" y="947"/>
                  </a:cubicBezTo>
                  <a:lnTo>
                    <a:pt x="73" y="947"/>
                  </a:lnTo>
                  <a:cubicBezTo>
                    <a:pt x="76" y="949"/>
                    <a:pt x="78" y="951"/>
                    <a:pt x="80" y="954"/>
                  </a:cubicBezTo>
                  <a:lnTo>
                    <a:pt x="80" y="954"/>
                  </a:lnTo>
                  <a:cubicBezTo>
                    <a:pt x="83" y="956"/>
                    <a:pt x="85" y="958"/>
                    <a:pt x="88" y="961"/>
                  </a:cubicBezTo>
                  <a:lnTo>
                    <a:pt x="88" y="961"/>
                  </a:lnTo>
                  <a:cubicBezTo>
                    <a:pt x="97" y="969"/>
                    <a:pt x="109" y="979"/>
                    <a:pt x="120" y="986"/>
                  </a:cubicBezTo>
                  <a:cubicBezTo>
                    <a:pt x="123" y="989"/>
                    <a:pt x="126" y="990"/>
                    <a:pt x="128" y="992"/>
                  </a:cubicBezTo>
                  <a:cubicBezTo>
                    <a:pt x="121" y="1005"/>
                    <a:pt x="114" y="1019"/>
                    <a:pt x="109" y="1033"/>
                  </a:cubicBezTo>
                  <a:cubicBezTo>
                    <a:pt x="100" y="1057"/>
                    <a:pt x="95" y="1085"/>
                    <a:pt x="95" y="1113"/>
                  </a:cubicBezTo>
                  <a:cubicBezTo>
                    <a:pt x="95" y="1144"/>
                    <a:pt x="100" y="1174"/>
                    <a:pt x="112" y="1201"/>
                  </a:cubicBezTo>
                  <a:cubicBezTo>
                    <a:pt x="130" y="1242"/>
                    <a:pt x="158" y="1277"/>
                    <a:pt x="195" y="1301"/>
                  </a:cubicBezTo>
                  <a:cubicBezTo>
                    <a:pt x="230" y="1325"/>
                    <a:pt x="274" y="1339"/>
                    <a:pt x="322" y="1339"/>
                  </a:cubicBezTo>
                  <a:lnTo>
                    <a:pt x="322" y="1339"/>
                  </a:lnTo>
                  <a:cubicBezTo>
                    <a:pt x="323" y="1360"/>
                    <a:pt x="329" y="1380"/>
                    <a:pt x="338" y="1399"/>
                  </a:cubicBezTo>
                  <a:cubicBezTo>
                    <a:pt x="352" y="1434"/>
                    <a:pt x="377" y="1465"/>
                    <a:pt x="410" y="1486"/>
                  </a:cubicBezTo>
                  <a:cubicBezTo>
                    <a:pt x="441" y="1507"/>
                    <a:pt x="480" y="1520"/>
                    <a:pt x="521" y="1520"/>
                  </a:cubicBezTo>
                  <a:cubicBezTo>
                    <a:pt x="548" y="1520"/>
                    <a:pt x="575" y="1514"/>
                    <a:pt x="599" y="1505"/>
                  </a:cubicBezTo>
                  <a:cubicBezTo>
                    <a:pt x="634" y="1490"/>
                    <a:pt x="665" y="1465"/>
                    <a:pt x="686" y="1433"/>
                  </a:cubicBezTo>
                  <a:cubicBezTo>
                    <a:pt x="688" y="1430"/>
                    <a:pt x="691" y="1425"/>
                    <a:pt x="692" y="1423"/>
                  </a:cubicBezTo>
                  <a:cubicBezTo>
                    <a:pt x="708" y="1448"/>
                    <a:pt x="729" y="1469"/>
                    <a:pt x="753" y="1486"/>
                  </a:cubicBezTo>
                  <a:cubicBezTo>
                    <a:pt x="785" y="1507"/>
                    <a:pt x="823" y="1520"/>
                    <a:pt x="864" y="1520"/>
                  </a:cubicBezTo>
                  <a:cubicBezTo>
                    <a:pt x="890" y="1520"/>
                    <a:pt x="917" y="1514"/>
                    <a:pt x="941" y="1505"/>
                  </a:cubicBezTo>
                  <a:cubicBezTo>
                    <a:pt x="976" y="1490"/>
                    <a:pt x="1008" y="1465"/>
                    <a:pt x="1029" y="1433"/>
                  </a:cubicBezTo>
                  <a:cubicBezTo>
                    <a:pt x="1047" y="1406"/>
                    <a:pt x="1058" y="1375"/>
                    <a:pt x="1063" y="1339"/>
                  </a:cubicBezTo>
                  <a:lnTo>
                    <a:pt x="1063" y="1339"/>
                  </a:lnTo>
                  <a:cubicBezTo>
                    <a:pt x="1094" y="1339"/>
                    <a:pt x="1123" y="1334"/>
                    <a:pt x="1152" y="1322"/>
                  </a:cubicBezTo>
                  <a:cubicBezTo>
                    <a:pt x="1193" y="1305"/>
                    <a:pt x="1226" y="1276"/>
                    <a:pt x="1250" y="1239"/>
                  </a:cubicBezTo>
                  <a:cubicBezTo>
                    <a:pt x="1276" y="1204"/>
                    <a:pt x="1290" y="1160"/>
                    <a:pt x="1290" y="1113"/>
                  </a:cubicBezTo>
                  <a:cubicBezTo>
                    <a:pt x="1290" y="1085"/>
                    <a:pt x="1284" y="1057"/>
                    <a:pt x="1276" y="1033"/>
                  </a:cubicBezTo>
                  <a:cubicBezTo>
                    <a:pt x="1270" y="1019"/>
                    <a:pt x="1263" y="1005"/>
                    <a:pt x="1255" y="992"/>
                  </a:cubicBezTo>
                  <a:cubicBezTo>
                    <a:pt x="1270" y="983"/>
                    <a:pt x="1284" y="972"/>
                    <a:pt x="1297" y="961"/>
                  </a:cubicBezTo>
                  <a:lnTo>
                    <a:pt x="1297" y="961"/>
                  </a:lnTo>
                  <a:cubicBezTo>
                    <a:pt x="1298" y="958"/>
                    <a:pt x="1301" y="956"/>
                    <a:pt x="1303" y="954"/>
                  </a:cubicBezTo>
                  <a:cubicBezTo>
                    <a:pt x="1304" y="954"/>
                    <a:pt x="1304" y="954"/>
                    <a:pt x="1304" y="954"/>
                  </a:cubicBezTo>
                  <a:cubicBezTo>
                    <a:pt x="1306" y="951"/>
                    <a:pt x="1308" y="949"/>
                    <a:pt x="1310" y="947"/>
                  </a:cubicBezTo>
                  <a:cubicBezTo>
                    <a:pt x="1310" y="947"/>
                    <a:pt x="1310" y="947"/>
                    <a:pt x="1311" y="947"/>
                  </a:cubicBezTo>
                  <a:cubicBezTo>
                    <a:pt x="1313" y="944"/>
                    <a:pt x="1314" y="942"/>
                    <a:pt x="1315" y="941"/>
                  </a:cubicBezTo>
                  <a:cubicBezTo>
                    <a:pt x="1317" y="940"/>
                    <a:pt x="1317" y="940"/>
                    <a:pt x="1317" y="940"/>
                  </a:cubicBezTo>
                  <a:cubicBezTo>
                    <a:pt x="1318" y="937"/>
                    <a:pt x="1321" y="935"/>
                    <a:pt x="1323" y="934"/>
                  </a:cubicBezTo>
                  <a:cubicBezTo>
                    <a:pt x="1323" y="932"/>
                    <a:pt x="1323" y="932"/>
                    <a:pt x="1324" y="931"/>
                  </a:cubicBezTo>
                  <a:cubicBezTo>
                    <a:pt x="1325" y="930"/>
                    <a:pt x="1327" y="928"/>
                    <a:pt x="1328" y="925"/>
                  </a:cubicBezTo>
                  <a:lnTo>
                    <a:pt x="1330" y="924"/>
                  </a:lnTo>
                  <a:cubicBezTo>
                    <a:pt x="1331" y="923"/>
                    <a:pt x="1332" y="920"/>
                    <a:pt x="1334" y="918"/>
                  </a:cubicBezTo>
                  <a:cubicBezTo>
                    <a:pt x="1334" y="917"/>
                    <a:pt x="1335" y="917"/>
                    <a:pt x="1335" y="916"/>
                  </a:cubicBezTo>
                  <a:cubicBezTo>
                    <a:pt x="1335" y="916"/>
                    <a:pt x="1337" y="914"/>
                    <a:pt x="1337" y="913"/>
                  </a:cubicBezTo>
                  <a:cubicBezTo>
                    <a:pt x="1338" y="913"/>
                    <a:pt x="1338" y="911"/>
                    <a:pt x="1339" y="910"/>
                  </a:cubicBezTo>
                  <a:lnTo>
                    <a:pt x="1339" y="910"/>
                  </a:lnTo>
                  <a:cubicBezTo>
                    <a:pt x="1339" y="908"/>
                    <a:pt x="1341" y="908"/>
                    <a:pt x="1341" y="908"/>
                  </a:cubicBezTo>
                  <a:close/>
                  <a:moveTo>
                    <a:pt x="654" y="1377"/>
                  </a:moveTo>
                  <a:lnTo>
                    <a:pt x="654" y="1377"/>
                  </a:lnTo>
                  <a:cubicBezTo>
                    <a:pt x="643" y="1403"/>
                    <a:pt x="624" y="1425"/>
                    <a:pt x="602" y="1441"/>
                  </a:cubicBezTo>
                  <a:cubicBezTo>
                    <a:pt x="590" y="1448"/>
                    <a:pt x="578" y="1455"/>
                    <a:pt x="564" y="1459"/>
                  </a:cubicBezTo>
                  <a:cubicBezTo>
                    <a:pt x="549" y="1464"/>
                    <a:pt x="535" y="1465"/>
                    <a:pt x="521" y="1465"/>
                  </a:cubicBezTo>
                  <a:cubicBezTo>
                    <a:pt x="501" y="1465"/>
                    <a:pt x="482" y="1461"/>
                    <a:pt x="465" y="1454"/>
                  </a:cubicBezTo>
                  <a:cubicBezTo>
                    <a:pt x="439" y="1442"/>
                    <a:pt x="417" y="1424"/>
                    <a:pt x="401" y="1401"/>
                  </a:cubicBezTo>
                  <a:cubicBezTo>
                    <a:pt x="394" y="1390"/>
                    <a:pt x="387" y="1377"/>
                    <a:pt x="383" y="1363"/>
                  </a:cubicBezTo>
                  <a:cubicBezTo>
                    <a:pt x="379" y="1351"/>
                    <a:pt x="377" y="1336"/>
                    <a:pt x="377" y="1321"/>
                  </a:cubicBezTo>
                  <a:cubicBezTo>
                    <a:pt x="377" y="1318"/>
                    <a:pt x="377" y="1315"/>
                    <a:pt x="377" y="1312"/>
                  </a:cubicBezTo>
                  <a:cubicBezTo>
                    <a:pt x="377" y="1304"/>
                    <a:pt x="374" y="1295"/>
                    <a:pt x="369" y="1290"/>
                  </a:cubicBezTo>
                  <a:cubicBezTo>
                    <a:pt x="362" y="1284"/>
                    <a:pt x="353" y="1281"/>
                    <a:pt x="346" y="1283"/>
                  </a:cubicBezTo>
                  <a:cubicBezTo>
                    <a:pt x="338" y="1284"/>
                    <a:pt x="329" y="1284"/>
                    <a:pt x="322" y="1284"/>
                  </a:cubicBezTo>
                  <a:cubicBezTo>
                    <a:pt x="298" y="1284"/>
                    <a:pt x="275" y="1280"/>
                    <a:pt x="254" y="1271"/>
                  </a:cubicBezTo>
                  <a:cubicBezTo>
                    <a:pt x="223" y="1257"/>
                    <a:pt x="198" y="1236"/>
                    <a:pt x="179" y="1209"/>
                  </a:cubicBezTo>
                  <a:cubicBezTo>
                    <a:pt x="161" y="1181"/>
                    <a:pt x="150" y="1149"/>
                    <a:pt x="150" y="1113"/>
                  </a:cubicBezTo>
                  <a:cubicBezTo>
                    <a:pt x="150" y="1091"/>
                    <a:pt x="154" y="1071"/>
                    <a:pt x="161" y="1053"/>
                  </a:cubicBezTo>
                  <a:cubicBezTo>
                    <a:pt x="165" y="1040"/>
                    <a:pt x="172" y="1027"/>
                    <a:pt x="179" y="1016"/>
                  </a:cubicBezTo>
                  <a:cubicBezTo>
                    <a:pt x="209" y="1027"/>
                    <a:pt x="240" y="1033"/>
                    <a:pt x="273" y="1033"/>
                  </a:cubicBezTo>
                  <a:cubicBezTo>
                    <a:pt x="278" y="1033"/>
                    <a:pt x="284" y="1033"/>
                    <a:pt x="290" y="1033"/>
                  </a:cubicBezTo>
                  <a:cubicBezTo>
                    <a:pt x="288" y="1037"/>
                    <a:pt x="288" y="1041"/>
                    <a:pt x="288" y="1045"/>
                  </a:cubicBezTo>
                  <a:cubicBezTo>
                    <a:pt x="288" y="1060"/>
                    <a:pt x="291" y="1074"/>
                    <a:pt x="294" y="1085"/>
                  </a:cubicBezTo>
                  <a:cubicBezTo>
                    <a:pt x="298" y="1096"/>
                    <a:pt x="302" y="1106"/>
                    <a:pt x="308" y="1115"/>
                  </a:cubicBezTo>
                  <a:cubicBezTo>
                    <a:pt x="314" y="1122"/>
                    <a:pt x="319" y="1127"/>
                    <a:pt x="325" y="1133"/>
                  </a:cubicBezTo>
                  <a:cubicBezTo>
                    <a:pt x="336" y="1143"/>
                    <a:pt x="347" y="1150"/>
                    <a:pt x="359" y="1156"/>
                  </a:cubicBezTo>
                  <a:cubicBezTo>
                    <a:pt x="377" y="1163"/>
                    <a:pt x="394" y="1167"/>
                    <a:pt x="408" y="1170"/>
                  </a:cubicBezTo>
                  <a:cubicBezTo>
                    <a:pt x="421" y="1171"/>
                    <a:pt x="432" y="1171"/>
                    <a:pt x="436" y="1171"/>
                  </a:cubicBezTo>
                  <a:cubicBezTo>
                    <a:pt x="438" y="1171"/>
                    <a:pt x="439" y="1171"/>
                    <a:pt x="439" y="1171"/>
                  </a:cubicBezTo>
                  <a:cubicBezTo>
                    <a:pt x="455" y="1171"/>
                    <a:pt x="466" y="1158"/>
                    <a:pt x="466" y="1143"/>
                  </a:cubicBezTo>
                  <a:cubicBezTo>
                    <a:pt x="466" y="1127"/>
                    <a:pt x="453" y="1116"/>
                    <a:pt x="438" y="1116"/>
                  </a:cubicBezTo>
                  <a:lnTo>
                    <a:pt x="438" y="1116"/>
                  </a:lnTo>
                  <a:cubicBezTo>
                    <a:pt x="438" y="1116"/>
                    <a:pt x="438" y="1116"/>
                    <a:pt x="436" y="1116"/>
                  </a:cubicBezTo>
                  <a:cubicBezTo>
                    <a:pt x="434" y="1116"/>
                    <a:pt x="427" y="1116"/>
                    <a:pt x="415" y="1115"/>
                  </a:cubicBezTo>
                  <a:cubicBezTo>
                    <a:pt x="408" y="1113"/>
                    <a:pt x="400" y="1112"/>
                    <a:pt x="391" y="1109"/>
                  </a:cubicBezTo>
                  <a:cubicBezTo>
                    <a:pt x="384" y="1106"/>
                    <a:pt x="379" y="1103"/>
                    <a:pt x="373" y="1099"/>
                  </a:cubicBezTo>
                  <a:cubicBezTo>
                    <a:pt x="369" y="1098"/>
                    <a:pt x="364" y="1095"/>
                    <a:pt x="362" y="1091"/>
                  </a:cubicBezTo>
                  <a:cubicBezTo>
                    <a:pt x="356" y="1086"/>
                    <a:pt x="352" y="1081"/>
                    <a:pt x="349" y="1074"/>
                  </a:cubicBezTo>
                  <a:cubicBezTo>
                    <a:pt x="346" y="1067"/>
                    <a:pt x="343" y="1057"/>
                    <a:pt x="343" y="1045"/>
                  </a:cubicBezTo>
                  <a:cubicBezTo>
                    <a:pt x="343" y="1038"/>
                    <a:pt x="345" y="1031"/>
                    <a:pt x="346" y="1023"/>
                  </a:cubicBezTo>
                  <a:cubicBezTo>
                    <a:pt x="352" y="1021"/>
                    <a:pt x="356" y="1020"/>
                    <a:pt x="360" y="1019"/>
                  </a:cubicBezTo>
                  <a:cubicBezTo>
                    <a:pt x="388" y="1009"/>
                    <a:pt x="414" y="995"/>
                    <a:pt x="436" y="978"/>
                  </a:cubicBezTo>
                  <a:cubicBezTo>
                    <a:pt x="449" y="969"/>
                    <a:pt x="452" y="951"/>
                    <a:pt x="442" y="940"/>
                  </a:cubicBezTo>
                  <a:cubicBezTo>
                    <a:pt x="434" y="927"/>
                    <a:pt x="415" y="924"/>
                    <a:pt x="404" y="934"/>
                  </a:cubicBezTo>
                  <a:cubicBezTo>
                    <a:pt x="386" y="948"/>
                    <a:pt x="364" y="958"/>
                    <a:pt x="343" y="966"/>
                  </a:cubicBezTo>
                  <a:cubicBezTo>
                    <a:pt x="321" y="973"/>
                    <a:pt x="297" y="978"/>
                    <a:pt x="273" y="978"/>
                  </a:cubicBezTo>
                  <a:cubicBezTo>
                    <a:pt x="243" y="978"/>
                    <a:pt x="215" y="972"/>
                    <a:pt x="188" y="961"/>
                  </a:cubicBezTo>
                  <a:cubicBezTo>
                    <a:pt x="186" y="959"/>
                    <a:pt x="185" y="959"/>
                    <a:pt x="182" y="958"/>
                  </a:cubicBezTo>
                  <a:lnTo>
                    <a:pt x="182" y="958"/>
                  </a:lnTo>
                  <a:cubicBezTo>
                    <a:pt x="157" y="947"/>
                    <a:pt x="133" y="930"/>
                    <a:pt x="114" y="908"/>
                  </a:cubicBezTo>
                  <a:lnTo>
                    <a:pt x="114" y="908"/>
                  </a:lnTo>
                  <a:cubicBezTo>
                    <a:pt x="113" y="907"/>
                    <a:pt x="112" y="906"/>
                    <a:pt x="110" y="904"/>
                  </a:cubicBezTo>
                  <a:cubicBezTo>
                    <a:pt x="109" y="903"/>
                    <a:pt x="109" y="903"/>
                    <a:pt x="109" y="903"/>
                  </a:cubicBezTo>
                  <a:cubicBezTo>
                    <a:pt x="107" y="901"/>
                    <a:pt x="106" y="900"/>
                    <a:pt x="104" y="899"/>
                  </a:cubicBezTo>
                  <a:cubicBezTo>
                    <a:pt x="104" y="897"/>
                    <a:pt x="104" y="897"/>
                    <a:pt x="104" y="897"/>
                  </a:cubicBezTo>
                  <a:cubicBezTo>
                    <a:pt x="103" y="896"/>
                    <a:pt x="102" y="894"/>
                    <a:pt x="100" y="892"/>
                  </a:cubicBezTo>
                  <a:lnTo>
                    <a:pt x="99" y="892"/>
                  </a:lnTo>
                  <a:cubicBezTo>
                    <a:pt x="97" y="889"/>
                    <a:pt x="97" y="887"/>
                    <a:pt x="96" y="886"/>
                  </a:cubicBezTo>
                  <a:lnTo>
                    <a:pt x="95" y="884"/>
                  </a:lnTo>
                  <a:cubicBezTo>
                    <a:pt x="93" y="883"/>
                    <a:pt x="93" y="882"/>
                    <a:pt x="92" y="880"/>
                  </a:cubicBezTo>
                  <a:cubicBezTo>
                    <a:pt x="90" y="879"/>
                    <a:pt x="90" y="879"/>
                    <a:pt x="90" y="877"/>
                  </a:cubicBezTo>
                  <a:cubicBezTo>
                    <a:pt x="89" y="876"/>
                    <a:pt x="89" y="875"/>
                    <a:pt x="88" y="873"/>
                  </a:cubicBezTo>
                  <a:lnTo>
                    <a:pt x="86" y="872"/>
                  </a:lnTo>
                  <a:cubicBezTo>
                    <a:pt x="85" y="870"/>
                    <a:pt x="85" y="869"/>
                    <a:pt x="83" y="868"/>
                  </a:cubicBezTo>
                  <a:cubicBezTo>
                    <a:pt x="83" y="866"/>
                    <a:pt x="83" y="865"/>
                    <a:pt x="82" y="865"/>
                  </a:cubicBezTo>
                  <a:cubicBezTo>
                    <a:pt x="82" y="863"/>
                    <a:pt x="80" y="862"/>
                    <a:pt x="80" y="860"/>
                  </a:cubicBezTo>
                  <a:cubicBezTo>
                    <a:pt x="79" y="859"/>
                    <a:pt x="79" y="859"/>
                    <a:pt x="79" y="858"/>
                  </a:cubicBezTo>
                  <a:cubicBezTo>
                    <a:pt x="78" y="856"/>
                    <a:pt x="78" y="855"/>
                    <a:pt x="76" y="853"/>
                  </a:cubicBezTo>
                  <a:cubicBezTo>
                    <a:pt x="76" y="852"/>
                    <a:pt x="76" y="852"/>
                    <a:pt x="75" y="851"/>
                  </a:cubicBezTo>
                  <a:cubicBezTo>
                    <a:pt x="75" y="849"/>
                    <a:pt x="73" y="848"/>
                    <a:pt x="73" y="846"/>
                  </a:cubicBezTo>
                  <a:cubicBezTo>
                    <a:pt x="73" y="845"/>
                    <a:pt x="72" y="845"/>
                    <a:pt x="72" y="843"/>
                  </a:cubicBezTo>
                  <a:cubicBezTo>
                    <a:pt x="72" y="842"/>
                    <a:pt x="71" y="841"/>
                    <a:pt x="71" y="839"/>
                  </a:cubicBezTo>
                  <a:cubicBezTo>
                    <a:pt x="71" y="838"/>
                    <a:pt x="69" y="836"/>
                    <a:pt x="69" y="836"/>
                  </a:cubicBezTo>
                  <a:cubicBezTo>
                    <a:pt x="69" y="835"/>
                    <a:pt x="68" y="834"/>
                    <a:pt x="68" y="832"/>
                  </a:cubicBezTo>
                  <a:cubicBezTo>
                    <a:pt x="68" y="831"/>
                    <a:pt x="66" y="829"/>
                    <a:pt x="66" y="828"/>
                  </a:cubicBezTo>
                  <a:cubicBezTo>
                    <a:pt x="66" y="827"/>
                    <a:pt x="66" y="825"/>
                    <a:pt x="65" y="824"/>
                  </a:cubicBezTo>
                  <a:cubicBezTo>
                    <a:pt x="65" y="824"/>
                    <a:pt x="65" y="822"/>
                    <a:pt x="65" y="821"/>
                  </a:cubicBezTo>
                  <a:cubicBezTo>
                    <a:pt x="63" y="819"/>
                    <a:pt x="63" y="818"/>
                    <a:pt x="63" y="817"/>
                  </a:cubicBezTo>
                  <a:cubicBezTo>
                    <a:pt x="62" y="815"/>
                    <a:pt x="62" y="814"/>
                    <a:pt x="62" y="812"/>
                  </a:cubicBezTo>
                  <a:cubicBezTo>
                    <a:pt x="62" y="811"/>
                    <a:pt x="62" y="811"/>
                    <a:pt x="61" y="810"/>
                  </a:cubicBezTo>
                  <a:cubicBezTo>
                    <a:pt x="61" y="808"/>
                    <a:pt x="61" y="807"/>
                    <a:pt x="61" y="805"/>
                  </a:cubicBezTo>
                  <a:cubicBezTo>
                    <a:pt x="61" y="804"/>
                    <a:pt x="59" y="803"/>
                    <a:pt x="59" y="801"/>
                  </a:cubicBezTo>
                  <a:cubicBezTo>
                    <a:pt x="59" y="800"/>
                    <a:pt x="59" y="798"/>
                    <a:pt x="59" y="797"/>
                  </a:cubicBezTo>
                  <a:cubicBezTo>
                    <a:pt x="59" y="795"/>
                    <a:pt x="58" y="794"/>
                    <a:pt x="58" y="793"/>
                  </a:cubicBezTo>
                  <a:cubicBezTo>
                    <a:pt x="58" y="791"/>
                    <a:pt x="58" y="790"/>
                    <a:pt x="58" y="788"/>
                  </a:cubicBezTo>
                  <a:cubicBezTo>
                    <a:pt x="58" y="787"/>
                    <a:pt x="58" y="787"/>
                    <a:pt x="58" y="786"/>
                  </a:cubicBezTo>
                  <a:cubicBezTo>
                    <a:pt x="56" y="784"/>
                    <a:pt x="56" y="783"/>
                    <a:pt x="56" y="780"/>
                  </a:cubicBezTo>
                  <a:cubicBezTo>
                    <a:pt x="56" y="780"/>
                    <a:pt x="56" y="779"/>
                    <a:pt x="56" y="777"/>
                  </a:cubicBezTo>
                  <a:cubicBezTo>
                    <a:pt x="56" y="776"/>
                    <a:pt x="56" y="773"/>
                    <a:pt x="56" y="771"/>
                  </a:cubicBezTo>
                  <a:cubicBezTo>
                    <a:pt x="56" y="771"/>
                    <a:pt x="56" y="770"/>
                    <a:pt x="56" y="769"/>
                  </a:cubicBezTo>
                  <a:cubicBezTo>
                    <a:pt x="56" y="766"/>
                    <a:pt x="56" y="763"/>
                    <a:pt x="56" y="760"/>
                  </a:cubicBezTo>
                  <a:cubicBezTo>
                    <a:pt x="56" y="738"/>
                    <a:pt x="59" y="715"/>
                    <a:pt x="66" y="694"/>
                  </a:cubicBezTo>
                  <a:cubicBezTo>
                    <a:pt x="85" y="637"/>
                    <a:pt x="126" y="591"/>
                    <a:pt x="179" y="565"/>
                  </a:cubicBezTo>
                  <a:cubicBezTo>
                    <a:pt x="192" y="579"/>
                    <a:pt x="208" y="592"/>
                    <a:pt x="223" y="602"/>
                  </a:cubicBezTo>
                  <a:cubicBezTo>
                    <a:pt x="258" y="627"/>
                    <a:pt x="302" y="642"/>
                    <a:pt x="350" y="642"/>
                  </a:cubicBezTo>
                  <a:cubicBezTo>
                    <a:pt x="364" y="642"/>
                    <a:pt x="377" y="629"/>
                    <a:pt x="377" y="613"/>
                  </a:cubicBezTo>
                  <a:cubicBezTo>
                    <a:pt x="377" y="598"/>
                    <a:pt x="364" y="586"/>
                    <a:pt x="350" y="586"/>
                  </a:cubicBezTo>
                  <a:cubicBezTo>
                    <a:pt x="326" y="586"/>
                    <a:pt x="304" y="581"/>
                    <a:pt x="282" y="572"/>
                  </a:cubicBezTo>
                  <a:cubicBezTo>
                    <a:pt x="254" y="560"/>
                    <a:pt x="229" y="540"/>
                    <a:pt x="210" y="516"/>
                  </a:cubicBezTo>
                  <a:lnTo>
                    <a:pt x="210" y="514"/>
                  </a:lnTo>
                  <a:cubicBezTo>
                    <a:pt x="201" y="500"/>
                    <a:pt x="192" y="485"/>
                    <a:pt x="186" y="468"/>
                  </a:cubicBezTo>
                  <a:lnTo>
                    <a:pt x="186" y="468"/>
                  </a:lnTo>
                  <a:cubicBezTo>
                    <a:pt x="186" y="466"/>
                    <a:pt x="185" y="464"/>
                    <a:pt x="185" y="462"/>
                  </a:cubicBezTo>
                  <a:cubicBezTo>
                    <a:pt x="185" y="462"/>
                    <a:pt x="185" y="462"/>
                    <a:pt x="185" y="461"/>
                  </a:cubicBezTo>
                  <a:cubicBezTo>
                    <a:pt x="184" y="459"/>
                    <a:pt x="184" y="458"/>
                    <a:pt x="184" y="455"/>
                  </a:cubicBezTo>
                  <a:lnTo>
                    <a:pt x="184" y="455"/>
                  </a:lnTo>
                  <a:cubicBezTo>
                    <a:pt x="182" y="452"/>
                    <a:pt x="182" y="451"/>
                    <a:pt x="182" y="449"/>
                  </a:cubicBezTo>
                  <a:cubicBezTo>
                    <a:pt x="182" y="449"/>
                    <a:pt x="182" y="448"/>
                    <a:pt x="181" y="448"/>
                  </a:cubicBezTo>
                  <a:cubicBezTo>
                    <a:pt x="181" y="447"/>
                    <a:pt x="181" y="445"/>
                    <a:pt x="181" y="442"/>
                  </a:cubicBezTo>
                  <a:cubicBezTo>
                    <a:pt x="181" y="442"/>
                    <a:pt x="181" y="442"/>
                    <a:pt x="181" y="441"/>
                  </a:cubicBezTo>
                  <a:cubicBezTo>
                    <a:pt x="179" y="440"/>
                    <a:pt x="179" y="438"/>
                    <a:pt x="179" y="437"/>
                  </a:cubicBezTo>
                  <a:cubicBezTo>
                    <a:pt x="179" y="435"/>
                    <a:pt x="179" y="435"/>
                    <a:pt x="179" y="434"/>
                  </a:cubicBezTo>
                  <a:cubicBezTo>
                    <a:pt x="179" y="432"/>
                    <a:pt x="179" y="431"/>
                    <a:pt x="179" y="430"/>
                  </a:cubicBezTo>
                  <a:cubicBezTo>
                    <a:pt x="179" y="430"/>
                    <a:pt x="179" y="428"/>
                    <a:pt x="178" y="428"/>
                  </a:cubicBezTo>
                  <a:cubicBezTo>
                    <a:pt x="178" y="427"/>
                    <a:pt x="178" y="425"/>
                    <a:pt x="178" y="423"/>
                  </a:cubicBezTo>
                  <a:lnTo>
                    <a:pt x="178" y="421"/>
                  </a:lnTo>
                  <a:cubicBezTo>
                    <a:pt x="178" y="418"/>
                    <a:pt x="178" y="417"/>
                    <a:pt x="178" y="414"/>
                  </a:cubicBezTo>
                  <a:cubicBezTo>
                    <a:pt x="178" y="390"/>
                    <a:pt x="182" y="367"/>
                    <a:pt x="192" y="348"/>
                  </a:cubicBezTo>
                  <a:cubicBezTo>
                    <a:pt x="205" y="317"/>
                    <a:pt x="226" y="290"/>
                    <a:pt x="254" y="271"/>
                  </a:cubicBezTo>
                  <a:cubicBezTo>
                    <a:pt x="275" y="257"/>
                    <a:pt x="301" y="247"/>
                    <a:pt x="328" y="243"/>
                  </a:cubicBezTo>
                  <a:cubicBezTo>
                    <a:pt x="335" y="270"/>
                    <a:pt x="347" y="293"/>
                    <a:pt x="363" y="311"/>
                  </a:cubicBezTo>
                  <a:cubicBezTo>
                    <a:pt x="374" y="327"/>
                    <a:pt x="386" y="338"/>
                    <a:pt x="398" y="348"/>
                  </a:cubicBezTo>
                  <a:cubicBezTo>
                    <a:pt x="417" y="363"/>
                    <a:pt x="435" y="375"/>
                    <a:pt x="448" y="382"/>
                  </a:cubicBezTo>
                  <a:cubicBezTo>
                    <a:pt x="462" y="389"/>
                    <a:pt x="470" y="391"/>
                    <a:pt x="472" y="391"/>
                  </a:cubicBezTo>
                  <a:cubicBezTo>
                    <a:pt x="486" y="397"/>
                    <a:pt x="501" y="390"/>
                    <a:pt x="507" y="375"/>
                  </a:cubicBezTo>
                  <a:cubicBezTo>
                    <a:pt x="513" y="360"/>
                    <a:pt x="504" y="345"/>
                    <a:pt x="490" y="339"/>
                  </a:cubicBezTo>
                  <a:lnTo>
                    <a:pt x="490" y="339"/>
                  </a:lnTo>
                  <a:lnTo>
                    <a:pt x="490" y="339"/>
                  </a:lnTo>
                  <a:lnTo>
                    <a:pt x="490" y="339"/>
                  </a:lnTo>
                  <a:cubicBezTo>
                    <a:pt x="490" y="339"/>
                    <a:pt x="482" y="336"/>
                    <a:pt x="470" y="331"/>
                  </a:cubicBezTo>
                  <a:cubicBezTo>
                    <a:pt x="462" y="327"/>
                    <a:pt x="452" y="319"/>
                    <a:pt x="441" y="311"/>
                  </a:cubicBezTo>
                  <a:cubicBezTo>
                    <a:pt x="434" y="305"/>
                    <a:pt x="425" y="298"/>
                    <a:pt x="417" y="290"/>
                  </a:cubicBezTo>
                  <a:cubicBezTo>
                    <a:pt x="405" y="278"/>
                    <a:pt x="395" y="264"/>
                    <a:pt x="388" y="247"/>
                  </a:cubicBezTo>
                  <a:cubicBezTo>
                    <a:pt x="383" y="236"/>
                    <a:pt x="379" y="222"/>
                    <a:pt x="377" y="208"/>
                  </a:cubicBezTo>
                  <a:cubicBezTo>
                    <a:pt x="377" y="205"/>
                    <a:pt x="377" y="202"/>
                    <a:pt x="377" y="201"/>
                  </a:cubicBezTo>
                  <a:cubicBezTo>
                    <a:pt x="377" y="181"/>
                    <a:pt x="380" y="161"/>
                    <a:pt x="388" y="144"/>
                  </a:cubicBezTo>
                  <a:cubicBezTo>
                    <a:pt x="398" y="119"/>
                    <a:pt x="417" y="96"/>
                    <a:pt x="441" y="81"/>
                  </a:cubicBezTo>
                  <a:cubicBezTo>
                    <a:pt x="452" y="72"/>
                    <a:pt x="465" y="67"/>
                    <a:pt x="477" y="62"/>
                  </a:cubicBezTo>
                  <a:cubicBezTo>
                    <a:pt x="492" y="58"/>
                    <a:pt x="506" y="57"/>
                    <a:pt x="521" y="57"/>
                  </a:cubicBezTo>
                  <a:cubicBezTo>
                    <a:pt x="541" y="57"/>
                    <a:pt x="559" y="60"/>
                    <a:pt x="576" y="68"/>
                  </a:cubicBezTo>
                  <a:cubicBezTo>
                    <a:pt x="603" y="78"/>
                    <a:pt x="624" y="96"/>
                    <a:pt x="640" y="120"/>
                  </a:cubicBezTo>
                  <a:cubicBezTo>
                    <a:pt x="655" y="143"/>
                    <a:pt x="665" y="170"/>
                    <a:pt x="665" y="201"/>
                  </a:cubicBezTo>
                  <a:cubicBezTo>
                    <a:pt x="665" y="771"/>
                    <a:pt x="665" y="771"/>
                    <a:pt x="665" y="771"/>
                  </a:cubicBezTo>
                  <a:cubicBezTo>
                    <a:pt x="661" y="773"/>
                    <a:pt x="657" y="774"/>
                    <a:pt x="653" y="777"/>
                  </a:cubicBezTo>
                  <a:cubicBezTo>
                    <a:pt x="647" y="779"/>
                    <a:pt x="640" y="781"/>
                    <a:pt x="633" y="783"/>
                  </a:cubicBezTo>
                  <a:cubicBezTo>
                    <a:pt x="626" y="784"/>
                    <a:pt x="619" y="784"/>
                    <a:pt x="612" y="784"/>
                  </a:cubicBezTo>
                  <a:cubicBezTo>
                    <a:pt x="605" y="784"/>
                    <a:pt x="597" y="784"/>
                    <a:pt x="592" y="781"/>
                  </a:cubicBezTo>
                  <a:cubicBezTo>
                    <a:pt x="586" y="780"/>
                    <a:pt x="582" y="779"/>
                    <a:pt x="578" y="776"/>
                  </a:cubicBezTo>
                  <a:cubicBezTo>
                    <a:pt x="572" y="771"/>
                    <a:pt x="565" y="766"/>
                    <a:pt x="559" y="757"/>
                  </a:cubicBezTo>
                  <a:cubicBezTo>
                    <a:pt x="554" y="747"/>
                    <a:pt x="548" y="735"/>
                    <a:pt x="544" y="718"/>
                  </a:cubicBezTo>
                  <a:cubicBezTo>
                    <a:pt x="540" y="704"/>
                    <a:pt x="524" y="694"/>
                    <a:pt x="510" y="698"/>
                  </a:cubicBezTo>
                  <a:cubicBezTo>
                    <a:pt x="496" y="702"/>
                    <a:pt x="486" y="718"/>
                    <a:pt x="490" y="732"/>
                  </a:cubicBezTo>
                  <a:cubicBezTo>
                    <a:pt x="494" y="752"/>
                    <a:pt x="501" y="769"/>
                    <a:pt x="510" y="783"/>
                  </a:cubicBezTo>
                  <a:cubicBezTo>
                    <a:pt x="517" y="793"/>
                    <a:pt x="524" y="801"/>
                    <a:pt x="531" y="810"/>
                  </a:cubicBezTo>
                  <a:cubicBezTo>
                    <a:pt x="544" y="821"/>
                    <a:pt x="557" y="829"/>
                    <a:pt x="571" y="834"/>
                  </a:cubicBezTo>
                  <a:cubicBezTo>
                    <a:pt x="585" y="838"/>
                    <a:pt x="597" y="841"/>
                    <a:pt x="612" y="841"/>
                  </a:cubicBezTo>
                  <a:cubicBezTo>
                    <a:pt x="623" y="841"/>
                    <a:pt x="634" y="838"/>
                    <a:pt x="645" y="836"/>
                  </a:cubicBezTo>
                  <a:cubicBezTo>
                    <a:pt x="653" y="835"/>
                    <a:pt x="660" y="832"/>
                    <a:pt x="665" y="831"/>
                  </a:cubicBezTo>
                  <a:cubicBezTo>
                    <a:pt x="665" y="1321"/>
                    <a:pt x="665" y="1321"/>
                    <a:pt x="665" y="1321"/>
                  </a:cubicBezTo>
                  <a:cubicBezTo>
                    <a:pt x="665" y="1341"/>
                    <a:pt x="661" y="1360"/>
                    <a:pt x="654" y="1377"/>
                  </a:cubicBezTo>
                  <a:close/>
                  <a:moveTo>
                    <a:pt x="490" y="339"/>
                  </a:moveTo>
                  <a:lnTo>
                    <a:pt x="490" y="339"/>
                  </a:lnTo>
                  <a:close/>
                  <a:moveTo>
                    <a:pt x="1221" y="1180"/>
                  </a:moveTo>
                  <a:lnTo>
                    <a:pt x="1221" y="1180"/>
                  </a:lnTo>
                  <a:cubicBezTo>
                    <a:pt x="1208" y="1211"/>
                    <a:pt x="1185" y="1236"/>
                    <a:pt x="1159" y="1255"/>
                  </a:cubicBezTo>
                  <a:cubicBezTo>
                    <a:pt x="1132" y="1274"/>
                    <a:pt x="1098" y="1284"/>
                    <a:pt x="1063" y="1284"/>
                  </a:cubicBezTo>
                  <a:cubicBezTo>
                    <a:pt x="1061" y="1284"/>
                    <a:pt x="1058" y="1284"/>
                    <a:pt x="1057" y="1284"/>
                  </a:cubicBezTo>
                  <a:cubicBezTo>
                    <a:pt x="1054" y="1284"/>
                    <a:pt x="1053" y="1284"/>
                    <a:pt x="1051" y="1284"/>
                  </a:cubicBezTo>
                  <a:lnTo>
                    <a:pt x="1051" y="1284"/>
                  </a:lnTo>
                  <a:cubicBezTo>
                    <a:pt x="1047" y="1284"/>
                    <a:pt x="1043" y="1283"/>
                    <a:pt x="1039" y="1283"/>
                  </a:cubicBezTo>
                  <a:lnTo>
                    <a:pt x="1039" y="1283"/>
                  </a:lnTo>
                  <a:cubicBezTo>
                    <a:pt x="1027" y="1281"/>
                    <a:pt x="1016" y="1279"/>
                    <a:pt x="1006" y="1274"/>
                  </a:cubicBezTo>
                  <a:cubicBezTo>
                    <a:pt x="979" y="1266"/>
                    <a:pt x="955" y="1249"/>
                    <a:pt x="937" y="1229"/>
                  </a:cubicBezTo>
                  <a:cubicBezTo>
                    <a:pt x="917" y="1208"/>
                    <a:pt x="904" y="1184"/>
                    <a:pt x="896" y="1156"/>
                  </a:cubicBezTo>
                  <a:cubicBezTo>
                    <a:pt x="893" y="1142"/>
                    <a:pt x="879" y="1132"/>
                    <a:pt x="864" y="1136"/>
                  </a:cubicBezTo>
                  <a:cubicBezTo>
                    <a:pt x="849" y="1140"/>
                    <a:pt x="840" y="1154"/>
                    <a:pt x="845" y="1170"/>
                  </a:cubicBezTo>
                  <a:cubicBezTo>
                    <a:pt x="857" y="1219"/>
                    <a:pt x="885" y="1262"/>
                    <a:pt x="923" y="1291"/>
                  </a:cubicBezTo>
                  <a:cubicBezTo>
                    <a:pt x="943" y="1307"/>
                    <a:pt x="964" y="1318"/>
                    <a:pt x="988" y="1327"/>
                  </a:cubicBezTo>
                  <a:cubicBezTo>
                    <a:pt x="993" y="1329"/>
                    <a:pt x="1000" y="1331"/>
                    <a:pt x="1008" y="1332"/>
                  </a:cubicBezTo>
                  <a:cubicBezTo>
                    <a:pt x="1006" y="1349"/>
                    <a:pt x="1002" y="1363"/>
                    <a:pt x="996" y="1377"/>
                  </a:cubicBezTo>
                  <a:cubicBezTo>
                    <a:pt x="985" y="1403"/>
                    <a:pt x="967" y="1425"/>
                    <a:pt x="944" y="1441"/>
                  </a:cubicBezTo>
                  <a:cubicBezTo>
                    <a:pt x="933" y="1448"/>
                    <a:pt x="920" y="1455"/>
                    <a:pt x="906" y="1459"/>
                  </a:cubicBezTo>
                  <a:cubicBezTo>
                    <a:pt x="893" y="1464"/>
                    <a:pt x="880" y="1465"/>
                    <a:pt x="864" y="1465"/>
                  </a:cubicBezTo>
                  <a:cubicBezTo>
                    <a:pt x="845" y="1465"/>
                    <a:pt x="826" y="1461"/>
                    <a:pt x="808" y="1454"/>
                  </a:cubicBezTo>
                  <a:cubicBezTo>
                    <a:pt x="783" y="1442"/>
                    <a:pt x="760" y="1425"/>
                    <a:pt x="744" y="1401"/>
                  </a:cubicBezTo>
                  <a:cubicBezTo>
                    <a:pt x="729" y="1379"/>
                    <a:pt x="720" y="1351"/>
                    <a:pt x="720" y="1321"/>
                  </a:cubicBezTo>
                  <a:cubicBezTo>
                    <a:pt x="720" y="386"/>
                    <a:pt x="720" y="386"/>
                    <a:pt x="720" y="386"/>
                  </a:cubicBezTo>
                  <a:cubicBezTo>
                    <a:pt x="722" y="386"/>
                    <a:pt x="723" y="386"/>
                    <a:pt x="725" y="387"/>
                  </a:cubicBezTo>
                  <a:cubicBezTo>
                    <a:pt x="739" y="394"/>
                    <a:pt x="756" y="401"/>
                    <a:pt x="775" y="406"/>
                  </a:cubicBezTo>
                  <a:cubicBezTo>
                    <a:pt x="795" y="411"/>
                    <a:pt x="818" y="414"/>
                    <a:pt x="840" y="414"/>
                  </a:cubicBezTo>
                  <a:cubicBezTo>
                    <a:pt x="860" y="414"/>
                    <a:pt x="880" y="413"/>
                    <a:pt x="900" y="406"/>
                  </a:cubicBezTo>
                  <a:cubicBezTo>
                    <a:pt x="920" y="400"/>
                    <a:pt x="941" y="391"/>
                    <a:pt x="962" y="377"/>
                  </a:cubicBezTo>
                  <a:cubicBezTo>
                    <a:pt x="975" y="369"/>
                    <a:pt x="978" y="352"/>
                    <a:pt x="969" y="339"/>
                  </a:cubicBezTo>
                  <a:cubicBezTo>
                    <a:pt x="961" y="327"/>
                    <a:pt x="944" y="324"/>
                    <a:pt x="931" y="332"/>
                  </a:cubicBezTo>
                  <a:cubicBezTo>
                    <a:pt x="916" y="342"/>
                    <a:pt x="900" y="349"/>
                    <a:pt x="885" y="353"/>
                  </a:cubicBezTo>
                  <a:cubicBezTo>
                    <a:pt x="870" y="358"/>
                    <a:pt x="856" y="359"/>
                    <a:pt x="840" y="359"/>
                  </a:cubicBezTo>
                  <a:cubicBezTo>
                    <a:pt x="823" y="359"/>
                    <a:pt x="805" y="356"/>
                    <a:pt x="790" y="352"/>
                  </a:cubicBezTo>
                  <a:cubicBezTo>
                    <a:pt x="766" y="346"/>
                    <a:pt x="746" y="336"/>
                    <a:pt x="732" y="329"/>
                  </a:cubicBezTo>
                  <a:cubicBezTo>
                    <a:pt x="727" y="327"/>
                    <a:pt x="723" y="324"/>
                    <a:pt x="720" y="322"/>
                  </a:cubicBezTo>
                  <a:cubicBezTo>
                    <a:pt x="720" y="201"/>
                    <a:pt x="720" y="201"/>
                    <a:pt x="720" y="201"/>
                  </a:cubicBezTo>
                  <a:cubicBezTo>
                    <a:pt x="720" y="181"/>
                    <a:pt x="725" y="161"/>
                    <a:pt x="732" y="144"/>
                  </a:cubicBezTo>
                  <a:cubicBezTo>
                    <a:pt x="743" y="119"/>
                    <a:pt x="761" y="96"/>
                    <a:pt x="784" y="81"/>
                  </a:cubicBezTo>
                  <a:cubicBezTo>
                    <a:pt x="795" y="72"/>
                    <a:pt x="808" y="67"/>
                    <a:pt x="822" y="62"/>
                  </a:cubicBezTo>
                  <a:cubicBezTo>
                    <a:pt x="835" y="58"/>
                    <a:pt x="849" y="57"/>
                    <a:pt x="864" y="57"/>
                  </a:cubicBezTo>
                  <a:cubicBezTo>
                    <a:pt x="883" y="57"/>
                    <a:pt x="903" y="60"/>
                    <a:pt x="920" y="68"/>
                  </a:cubicBezTo>
                  <a:cubicBezTo>
                    <a:pt x="945" y="78"/>
                    <a:pt x="968" y="96"/>
                    <a:pt x="983" y="120"/>
                  </a:cubicBezTo>
                  <a:cubicBezTo>
                    <a:pt x="999" y="143"/>
                    <a:pt x="1008" y="170"/>
                    <a:pt x="1008" y="201"/>
                  </a:cubicBezTo>
                  <a:cubicBezTo>
                    <a:pt x="1008" y="204"/>
                    <a:pt x="1008" y="208"/>
                    <a:pt x="1008" y="212"/>
                  </a:cubicBezTo>
                  <a:cubicBezTo>
                    <a:pt x="1006" y="221"/>
                    <a:pt x="1009" y="228"/>
                    <a:pt x="1015" y="233"/>
                  </a:cubicBezTo>
                  <a:cubicBezTo>
                    <a:pt x="1020" y="239"/>
                    <a:pt x="1027" y="242"/>
                    <a:pt x="1034" y="242"/>
                  </a:cubicBezTo>
                  <a:cubicBezTo>
                    <a:pt x="1058" y="242"/>
                    <a:pt x="1081" y="247"/>
                    <a:pt x="1101" y="256"/>
                  </a:cubicBezTo>
                  <a:cubicBezTo>
                    <a:pt x="1132" y="269"/>
                    <a:pt x="1159" y="291"/>
                    <a:pt x="1177" y="318"/>
                  </a:cubicBezTo>
                  <a:cubicBezTo>
                    <a:pt x="1195" y="345"/>
                    <a:pt x="1207" y="379"/>
                    <a:pt x="1207" y="414"/>
                  </a:cubicBezTo>
                  <a:cubicBezTo>
                    <a:pt x="1207" y="416"/>
                    <a:pt x="1207" y="418"/>
                    <a:pt x="1207" y="420"/>
                  </a:cubicBezTo>
                  <a:cubicBezTo>
                    <a:pt x="1207" y="421"/>
                    <a:pt x="1207" y="421"/>
                    <a:pt x="1207" y="421"/>
                  </a:cubicBezTo>
                  <a:cubicBezTo>
                    <a:pt x="1205" y="424"/>
                    <a:pt x="1205" y="425"/>
                    <a:pt x="1205" y="428"/>
                  </a:cubicBezTo>
                  <a:lnTo>
                    <a:pt x="1205" y="428"/>
                  </a:lnTo>
                  <a:cubicBezTo>
                    <a:pt x="1205" y="431"/>
                    <a:pt x="1205" y="432"/>
                    <a:pt x="1205" y="434"/>
                  </a:cubicBezTo>
                  <a:cubicBezTo>
                    <a:pt x="1205" y="435"/>
                    <a:pt x="1205" y="435"/>
                    <a:pt x="1205" y="435"/>
                  </a:cubicBezTo>
                  <a:cubicBezTo>
                    <a:pt x="1205" y="437"/>
                    <a:pt x="1204" y="440"/>
                    <a:pt x="1204" y="441"/>
                  </a:cubicBezTo>
                  <a:cubicBezTo>
                    <a:pt x="1204" y="442"/>
                    <a:pt x="1204" y="442"/>
                    <a:pt x="1204" y="442"/>
                  </a:cubicBezTo>
                  <a:cubicBezTo>
                    <a:pt x="1202" y="451"/>
                    <a:pt x="1200" y="459"/>
                    <a:pt x="1198" y="468"/>
                  </a:cubicBezTo>
                  <a:cubicBezTo>
                    <a:pt x="1193" y="485"/>
                    <a:pt x="1184" y="500"/>
                    <a:pt x="1174" y="514"/>
                  </a:cubicBezTo>
                  <a:cubicBezTo>
                    <a:pt x="1173" y="514"/>
                    <a:pt x="1173" y="514"/>
                    <a:pt x="1173" y="516"/>
                  </a:cubicBezTo>
                  <a:cubicBezTo>
                    <a:pt x="1161" y="531"/>
                    <a:pt x="1147" y="545"/>
                    <a:pt x="1130" y="557"/>
                  </a:cubicBezTo>
                  <a:cubicBezTo>
                    <a:pt x="1104" y="575"/>
                    <a:pt x="1070" y="586"/>
                    <a:pt x="1034" y="586"/>
                  </a:cubicBezTo>
                  <a:cubicBezTo>
                    <a:pt x="1019" y="586"/>
                    <a:pt x="1008" y="598"/>
                    <a:pt x="1008" y="613"/>
                  </a:cubicBezTo>
                  <a:cubicBezTo>
                    <a:pt x="1008" y="629"/>
                    <a:pt x="1019" y="642"/>
                    <a:pt x="1034" y="642"/>
                  </a:cubicBezTo>
                  <a:cubicBezTo>
                    <a:pt x="1065" y="642"/>
                    <a:pt x="1095" y="634"/>
                    <a:pt x="1123" y="623"/>
                  </a:cubicBezTo>
                  <a:cubicBezTo>
                    <a:pt x="1154" y="610"/>
                    <a:pt x="1183" y="589"/>
                    <a:pt x="1204" y="565"/>
                  </a:cubicBezTo>
                  <a:cubicBezTo>
                    <a:pt x="1238" y="581"/>
                    <a:pt x="1267" y="605"/>
                    <a:pt x="1289" y="636"/>
                  </a:cubicBezTo>
                  <a:cubicBezTo>
                    <a:pt x="1301" y="653"/>
                    <a:pt x="1311" y="673"/>
                    <a:pt x="1318" y="694"/>
                  </a:cubicBezTo>
                  <a:cubicBezTo>
                    <a:pt x="1325" y="715"/>
                    <a:pt x="1328" y="738"/>
                    <a:pt x="1328" y="760"/>
                  </a:cubicBezTo>
                  <a:cubicBezTo>
                    <a:pt x="1328" y="763"/>
                    <a:pt x="1328" y="766"/>
                    <a:pt x="1328" y="769"/>
                  </a:cubicBezTo>
                  <a:cubicBezTo>
                    <a:pt x="1328" y="769"/>
                    <a:pt x="1328" y="769"/>
                    <a:pt x="1328" y="770"/>
                  </a:cubicBezTo>
                  <a:cubicBezTo>
                    <a:pt x="1328" y="771"/>
                    <a:pt x="1328" y="774"/>
                    <a:pt x="1328" y="777"/>
                  </a:cubicBezTo>
                  <a:lnTo>
                    <a:pt x="1328" y="777"/>
                  </a:lnTo>
                  <a:cubicBezTo>
                    <a:pt x="1328" y="780"/>
                    <a:pt x="1327" y="781"/>
                    <a:pt x="1327" y="784"/>
                  </a:cubicBezTo>
                  <a:lnTo>
                    <a:pt x="1327" y="786"/>
                  </a:lnTo>
                  <a:cubicBezTo>
                    <a:pt x="1327" y="788"/>
                    <a:pt x="1327" y="790"/>
                    <a:pt x="1327" y="793"/>
                  </a:cubicBezTo>
                  <a:cubicBezTo>
                    <a:pt x="1327" y="793"/>
                    <a:pt x="1327" y="793"/>
                    <a:pt x="1325" y="793"/>
                  </a:cubicBezTo>
                  <a:cubicBezTo>
                    <a:pt x="1325" y="795"/>
                    <a:pt x="1325" y="798"/>
                    <a:pt x="1325" y="800"/>
                  </a:cubicBezTo>
                  <a:cubicBezTo>
                    <a:pt x="1325" y="801"/>
                    <a:pt x="1325" y="801"/>
                    <a:pt x="1324" y="801"/>
                  </a:cubicBezTo>
                  <a:cubicBezTo>
                    <a:pt x="1324" y="804"/>
                    <a:pt x="1324" y="805"/>
                    <a:pt x="1324" y="807"/>
                  </a:cubicBezTo>
                  <a:cubicBezTo>
                    <a:pt x="1324" y="808"/>
                    <a:pt x="1323" y="808"/>
                    <a:pt x="1323" y="808"/>
                  </a:cubicBezTo>
                  <a:cubicBezTo>
                    <a:pt x="1323" y="811"/>
                    <a:pt x="1323" y="814"/>
                    <a:pt x="1321" y="815"/>
                  </a:cubicBezTo>
                  <a:cubicBezTo>
                    <a:pt x="1321" y="817"/>
                    <a:pt x="1321" y="817"/>
                    <a:pt x="1321" y="817"/>
                  </a:cubicBezTo>
                  <a:cubicBezTo>
                    <a:pt x="1321" y="819"/>
                    <a:pt x="1320" y="821"/>
                    <a:pt x="1320" y="822"/>
                  </a:cubicBezTo>
                  <a:cubicBezTo>
                    <a:pt x="1320" y="824"/>
                    <a:pt x="1320" y="824"/>
                    <a:pt x="1320" y="824"/>
                  </a:cubicBezTo>
                  <a:cubicBezTo>
                    <a:pt x="1318" y="827"/>
                    <a:pt x="1318" y="828"/>
                    <a:pt x="1317" y="831"/>
                  </a:cubicBezTo>
                  <a:lnTo>
                    <a:pt x="1317" y="831"/>
                  </a:lnTo>
                  <a:cubicBezTo>
                    <a:pt x="1315" y="834"/>
                    <a:pt x="1315" y="835"/>
                    <a:pt x="1314" y="838"/>
                  </a:cubicBezTo>
                  <a:cubicBezTo>
                    <a:pt x="1314" y="838"/>
                    <a:pt x="1314" y="838"/>
                    <a:pt x="1314" y="839"/>
                  </a:cubicBezTo>
                  <a:cubicBezTo>
                    <a:pt x="1308" y="853"/>
                    <a:pt x="1301" y="866"/>
                    <a:pt x="1293" y="879"/>
                  </a:cubicBezTo>
                  <a:cubicBezTo>
                    <a:pt x="1272" y="913"/>
                    <a:pt x="1239" y="941"/>
                    <a:pt x="1202" y="958"/>
                  </a:cubicBezTo>
                  <a:lnTo>
                    <a:pt x="1202" y="958"/>
                  </a:lnTo>
                  <a:cubicBezTo>
                    <a:pt x="1174" y="971"/>
                    <a:pt x="1145" y="978"/>
                    <a:pt x="1112" y="978"/>
                  </a:cubicBezTo>
                  <a:cubicBezTo>
                    <a:pt x="1087" y="978"/>
                    <a:pt x="1064" y="973"/>
                    <a:pt x="1041" y="966"/>
                  </a:cubicBezTo>
                  <a:cubicBezTo>
                    <a:pt x="1019" y="958"/>
                    <a:pt x="999" y="948"/>
                    <a:pt x="981" y="934"/>
                  </a:cubicBezTo>
                  <a:cubicBezTo>
                    <a:pt x="968" y="924"/>
                    <a:pt x="951" y="927"/>
                    <a:pt x="943" y="940"/>
                  </a:cubicBezTo>
                  <a:cubicBezTo>
                    <a:pt x="933" y="951"/>
                    <a:pt x="935" y="969"/>
                    <a:pt x="947" y="978"/>
                  </a:cubicBezTo>
                  <a:cubicBezTo>
                    <a:pt x="971" y="995"/>
                    <a:pt x="996" y="1009"/>
                    <a:pt x="1023" y="1019"/>
                  </a:cubicBezTo>
                  <a:cubicBezTo>
                    <a:pt x="1051" y="1029"/>
                    <a:pt x="1081" y="1033"/>
                    <a:pt x="1112" y="1033"/>
                  </a:cubicBezTo>
                  <a:cubicBezTo>
                    <a:pt x="1145" y="1033"/>
                    <a:pt x="1176" y="1027"/>
                    <a:pt x="1205" y="1017"/>
                  </a:cubicBezTo>
                  <a:cubicBezTo>
                    <a:pt x="1212" y="1027"/>
                    <a:pt x="1219" y="1040"/>
                    <a:pt x="1224" y="1053"/>
                  </a:cubicBezTo>
                  <a:cubicBezTo>
                    <a:pt x="1231" y="1071"/>
                    <a:pt x="1235" y="1091"/>
                    <a:pt x="1235" y="1113"/>
                  </a:cubicBezTo>
                  <a:cubicBezTo>
                    <a:pt x="1235" y="1136"/>
                    <a:pt x="1229" y="1158"/>
                    <a:pt x="1221" y="1180"/>
                  </a:cubicBezTo>
                  <a:close/>
                </a:path>
              </a:pathLst>
            </a:custGeom>
            <a:grpFill/>
            <a:ln>
              <a:noFill/>
            </a:ln>
            <a:effectLst/>
          </p:spPr>
          <p:txBody>
            <a:bodyPr wrap="none" anchor="ctr"/>
            <a:lstStyle/>
            <a:p>
              <a:endParaRPr lang="da-DK">
                <a:solidFill>
                  <a:schemeClr val="tx2"/>
                </a:solidFill>
              </a:endParaRPr>
            </a:p>
          </p:txBody>
        </p:sp>
        <p:sp>
          <p:nvSpPr>
            <p:cNvPr id="705" name="Freeform 728">
              <a:extLst>
                <a:ext uri="{FF2B5EF4-FFF2-40B4-BE49-F238E27FC236}">
                  <a16:creationId xmlns:a16="http://schemas.microsoft.com/office/drawing/2014/main" id="{27624986-62E7-5C1A-2FAC-7A3F6214BFBC}"/>
                </a:ext>
              </a:extLst>
            </p:cNvPr>
            <p:cNvSpPr>
              <a:spLocks noChangeArrowheads="1"/>
            </p:cNvSpPr>
            <p:nvPr/>
          </p:nvSpPr>
          <p:spPr bwMode="auto">
            <a:xfrm>
              <a:off x="6124367" y="2710440"/>
              <a:ext cx="73004" cy="56273"/>
            </a:xfrm>
            <a:custGeom>
              <a:avLst/>
              <a:gdLst>
                <a:gd name="T0" fmla="*/ 128 w 211"/>
                <a:gd name="T1" fmla="*/ 55 h 165"/>
                <a:gd name="T2" fmla="*/ 128 w 211"/>
                <a:gd name="T3" fmla="*/ 55 h 165"/>
                <a:gd name="T4" fmla="*/ 158 w 211"/>
                <a:gd name="T5" fmla="*/ 59 h 165"/>
                <a:gd name="T6" fmla="*/ 168 w 211"/>
                <a:gd name="T7" fmla="*/ 61 h 165"/>
                <a:gd name="T8" fmla="*/ 171 w 211"/>
                <a:gd name="T9" fmla="*/ 62 h 165"/>
                <a:gd name="T10" fmla="*/ 171 w 211"/>
                <a:gd name="T11" fmla="*/ 62 h 165"/>
                <a:gd name="T12" fmla="*/ 171 w 211"/>
                <a:gd name="T13" fmla="*/ 62 h 165"/>
                <a:gd name="T14" fmla="*/ 171 w 211"/>
                <a:gd name="T15" fmla="*/ 62 h 165"/>
                <a:gd name="T16" fmla="*/ 206 w 211"/>
                <a:gd name="T17" fmla="*/ 45 h 165"/>
                <a:gd name="T18" fmla="*/ 188 w 211"/>
                <a:gd name="T19" fmla="*/ 10 h 165"/>
                <a:gd name="T20" fmla="*/ 188 w 211"/>
                <a:gd name="T21" fmla="*/ 10 h 165"/>
                <a:gd name="T22" fmla="*/ 169 w 211"/>
                <a:gd name="T23" fmla="*/ 4 h 165"/>
                <a:gd name="T24" fmla="*/ 128 w 211"/>
                <a:gd name="T25" fmla="*/ 0 h 165"/>
                <a:gd name="T26" fmla="*/ 88 w 211"/>
                <a:gd name="T27" fmla="*/ 5 h 165"/>
                <a:gd name="T28" fmla="*/ 56 w 211"/>
                <a:gd name="T29" fmla="*/ 20 h 165"/>
                <a:gd name="T30" fmla="*/ 35 w 211"/>
                <a:gd name="T31" fmla="*/ 37 h 165"/>
                <a:gd name="T32" fmla="*/ 11 w 211"/>
                <a:gd name="T33" fmla="*/ 77 h 165"/>
                <a:gd name="T34" fmla="*/ 1 w 211"/>
                <a:gd name="T35" fmla="*/ 134 h 165"/>
                <a:gd name="T36" fmla="*/ 26 w 211"/>
                <a:gd name="T37" fmla="*/ 162 h 165"/>
                <a:gd name="T38" fmla="*/ 55 w 211"/>
                <a:gd name="T39" fmla="*/ 135 h 165"/>
                <a:gd name="T40" fmla="*/ 64 w 211"/>
                <a:gd name="T41" fmla="*/ 92 h 165"/>
                <a:gd name="T42" fmla="*/ 76 w 211"/>
                <a:gd name="T43" fmla="*/ 73 h 165"/>
                <a:gd name="T44" fmla="*/ 86 w 211"/>
                <a:gd name="T45" fmla="*/ 65 h 165"/>
                <a:gd name="T46" fmla="*/ 106 w 211"/>
                <a:gd name="T47" fmla="*/ 58 h 165"/>
                <a:gd name="T48" fmla="*/ 128 w 211"/>
                <a:gd name="T49" fmla="*/ 55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1" h="165">
                  <a:moveTo>
                    <a:pt x="128" y="55"/>
                  </a:moveTo>
                  <a:lnTo>
                    <a:pt x="128" y="55"/>
                  </a:lnTo>
                  <a:cubicBezTo>
                    <a:pt x="140" y="55"/>
                    <a:pt x="151" y="56"/>
                    <a:pt x="158" y="59"/>
                  </a:cubicBezTo>
                  <a:cubicBezTo>
                    <a:pt x="162" y="59"/>
                    <a:pt x="165" y="61"/>
                    <a:pt x="168" y="61"/>
                  </a:cubicBezTo>
                  <a:cubicBezTo>
                    <a:pt x="169" y="61"/>
                    <a:pt x="169" y="62"/>
                    <a:pt x="171" y="62"/>
                  </a:cubicBezTo>
                  <a:lnTo>
                    <a:pt x="171" y="62"/>
                  </a:lnTo>
                  <a:lnTo>
                    <a:pt x="171" y="62"/>
                  </a:lnTo>
                  <a:lnTo>
                    <a:pt x="171" y="62"/>
                  </a:lnTo>
                  <a:cubicBezTo>
                    <a:pt x="185" y="66"/>
                    <a:pt x="201" y="59"/>
                    <a:pt x="206" y="45"/>
                  </a:cubicBezTo>
                  <a:cubicBezTo>
                    <a:pt x="210" y="29"/>
                    <a:pt x="203" y="14"/>
                    <a:pt x="188" y="10"/>
                  </a:cubicBezTo>
                  <a:lnTo>
                    <a:pt x="188" y="10"/>
                  </a:lnTo>
                  <a:cubicBezTo>
                    <a:pt x="188" y="10"/>
                    <a:pt x="181" y="7"/>
                    <a:pt x="169" y="4"/>
                  </a:cubicBezTo>
                  <a:cubicBezTo>
                    <a:pt x="160" y="3"/>
                    <a:pt x="144" y="0"/>
                    <a:pt x="128" y="0"/>
                  </a:cubicBezTo>
                  <a:cubicBezTo>
                    <a:pt x="116" y="0"/>
                    <a:pt x="102" y="1"/>
                    <a:pt x="88" y="5"/>
                  </a:cubicBezTo>
                  <a:cubicBezTo>
                    <a:pt x="76" y="8"/>
                    <a:pt x="66" y="13"/>
                    <a:pt x="56" y="20"/>
                  </a:cubicBezTo>
                  <a:cubicBezTo>
                    <a:pt x="49" y="24"/>
                    <a:pt x="42" y="29"/>
                    <a:pt x="35" y="37"/>
                  </a:cubicBezTo>
                  <a:cubicBezTo>
                    <a:pt x="25" y="48"/>
                    <a:pt x="16" y="62"/>
                    <a:pt x="11" y="77"/>
                  </a:cubicBezTo>
                  <a:cubicBezTo>
                    <a:pt x="5" y="94"/>
                    <a:pt x="1" y="113"/>
                    <a:pt x="1" y="134"/>
                  </a:cubicBezTo>
                  <a:cubicBezTo>
                    <a:pt x="0" y="148"/>
                    <a:pt x="12" y="162"/>
                    <a:pt x="26" y="162"/>
                  </a:cubicBezTo>
                  <a:cubicBezTo>
                    <a:pt x="42" y="164"/>
                    <a:pt x="54" y="151"/>
                    <a:pt x="55" y="135"/>
                  </a:cubicBezTo>
                  <a:cubicBezTo>
                    <a:pt x="55" y="117"/>
                    <a:pt x="59" y="102"/>
                    <a:pt x="64" y="92"/>
                  </a:cubicBezTo>
                  <a:cubicBezTo>
                    <a:pt x="68" y="83"/>
                    <a:pt x="72" y="77"/>
                    <a:pt x="76" y="73"/>
                  </a:cubicBezTo>
                  <a:cubicBezTo>
                    <a:pt x="79" y="70"/>
                    <a:pt x="83" y="68"/>
                    <a:pt x="86" y="65"/>
                  </a:cubicBezTo>
                  <a:cubicBezTo>
                    <a:pt x="93" y="62"/>
                    <a:pt x="99" y="59"/>
                    <a:pt x="106" y="58"/>
                  </a:cubicBezTo>
                  <a:cubicBezTo>
                    <a:pt x="113" y="56"/>
                    <a:pt x="120" y="55"/>
                    <a:pt x="128" y="55"/>
                  </a:cubicBezTo>
                </a:path>
              </a:pathLst>
            </a:custGeom>
            <a:grpFill/>
            <a:ln>
              <a:noFill/>
            </a:ln>
            <a:effectLst/>
          </p:spPr>
          <p:txBody>
            <a:bodyPr wrap="none" anchor="ctr"/>
            <a:lstStyle/>
            <a:p>
              <a:endParaRPr lang="da-DK">
                <a:solidFill>
                  <a:schemeClr val="tx2"/>
                </a:solidFill>
              </a:endParaRPr>
            </a:p>
          </p:txBody>
        </p:sp>
      </p:grpSp>
      <p:grpSp>
        <p:nvGrpSpPr>
          <p:cNvPr id="706" name="Group 729">
            <a:extLst>
              <a:ext uri="{FF2B5EF4-FFF2-40B4-BE49-F238E27FC236}">
                <a16:creationId xmlns:a16="http://schemas.microsoft.com/office/drawing/2014/main" id="{9AB68C48-55FF-E13E-CD87-CA729B952EF1}"/>
              </a:ext>
            </a:extLst>
          </p:cNvPr>
          <p:cNvGrpSpPr/>
          <p:nvPr/>
        </p:nvGrpSpPr>
        <p:grpSpPr>
          <a:xfrm>
            <a:off x="6370862" y="2870655"/>
            <a:ext cx="231775" cy="279400"/>
            <a:chOff x="6635750" y="4878388"/>
            <a:chExt cx="231775" cy="279400"/>
          </a:xfrm>
          <a:solidFill>
            <a:schemeClr val="accent4"/>
          </a:solidFill>
        </p:grpSpPr>
        <p:sp>
          <p:nvSpPr>
            <p:cNvPr id="707" name="Freeform 272">
              <a:extLst>
                <a:ext uri="{FF2B5EF4-FFF2-40B4-BE49-F238E27FC236}">
                  <a16:creationId xmlns:a16="http://schemas.microsoft.com/office/drawing/2014/main" id="{D32A0696-D224-1069-DF33-32AB0F7E97C0}"/>
                </a:ext>
              </a:extLst>
            </p:cNvPr>
            <p:cNvSpPr>
              <a:spLocks noChangeArrowheads="1"/>
            </p:cNvSpPr>
            <p:nvPr/>
          </p:nvSpPr>
          <p:spPr bwMode="auto">
            <a:xfrm>
              <a:off x="6635750" y="4878388"/>
              <a:ext cx="231775" cy="279400"/>
            </a:xfrm>
            <a:custGeom>
              <a:avLst/>
              <a:gdLst>
                <a:gd name="T0" fmla="*/ 641 w 646"/>
                <a:gd name="T1" fmla="*/ 34 h 776"/>
                <a:gd name="T2" fmla="*/ 641 w 646"/>
                <a:gd name="T3" fmla="*/ 34 h 776"/>
                <a:gd name="T4" fmla="*/ 620 w 646"/>
                <a:gd name="T5" fmla="*/ 10 h 776"/>
                <a:gd name="T6" fmla="*/ 589 w 646"/>
                <a:gd name="T7" fmla="*/ 0 h 776"/>
                <a:gd name="T8" fmla="*/ 55 w 646"/>
                <a:gd name="T9" fmla="*/ 0 h 776"/>
                <a:gd name="T10" fmla="*/ 34 w 646"/>
                <a:gd name="T11" fmla="*/ 5 h 776"/>
                <a:gd name="T12" fmla="*/ 9 w 646"/>
                <a:gd name="T13" fmla="*/ 24 h 776"/>
                <a:gd name="T14" fmla="*/ 0 w 646"/>
                <a:gd name="T15" fmla="*/ 55 h 776"/>
                <a:gd name="T16" fmla="*/ 0 w 646"/>
                <a:gd name="T17" fmla="*/ 719 h 776"/>
                <a:gd name="T18" fmla="*/ 5 w 646"/>
                <a:gd name="T19" fmla="*/ 740 h 776"/>
                <a:gd name="T20" fmla="*/ 24 w 646"/>
                <a:gd name="T21" fmla="*/ 766 h 776"/>
                <a:gd name="T22" fmla="*/ 55 w 646"/>
                <a:gd name="T23" fmla="*/ 775 h 776"/>
                <a:gd name="T24" fmla="*/ 589 w 646"/>
                <a:gd name="T25" fmla="*/ 775 h 776"/>
                <a:gd name="T26" fmla="*/ 611 w 646"/>
                <a:gd name="T27" fmla="*/ 770 h 776"/>
                <a:gd name="T28" fmla="*/ 635 w 646"/>
                <a:gd name="T29" fmla="*/ 750 h 776"/>
                <a:gd name="T30" fmla="*/ 645 w 646"/>
                <a:gd name="T31" fmla="*/ 719 h 776"/>
                <a:gd name="T32" fmla="*/ 645 w 646"/>
                <a:gd name="T33" fmla="*/ 55 h 776"/>
                <a:gd name="T34" fmla="*/ 641 w 646"/>
                <a:gd name="T35" fmla="*/ 34 h 776"/>
                <a:gd name="T36" fmla="*/ 620 w 646"/>
                <a:gd name="T37" fmla="*/ 719 h 776"/>
                <a:gd name="T38" fmla="*/ 620 w 646"/>
                <a:gd name="T39" fmla="*/ 719 h 776"/>
                <a:gd name="T40" fmla="*/ 617 w 646"/>
                <a:gd name="T41" fmla="*/ 730 h 776"/>
                <a:gd name="T42" fmla="*/ 606 w 646"/>
                <a:gd name="T43" fmla="*/ 744 h 776"/>
                <a:gd name="T44" fmla="*/ 589 w 646"/>
                <a:gd name="T45" fmla="*/ 750 h 776"/>
                <a:gd name="T46" fmla="*/ 55 w 646"/>
                <a:gd name="T47" fmla="*/ 750 h 776"/>
                <a:gd name="T48" fmla="*/ 44 w 646"/>
                <a:gd name="T49" fmla="*/ 747 h 776"/>
                <a:gd name="T50" fmla="*/ 30 w 646"/>
                <a:gd name="T51" fmla="*/ 736 h 776"/>
                <a:gd name="T52" fmla="*/ 24 w 646"/>
                <a:gd name="T53" fmla="*/ 719 h 776"/>
                <a:gd name="T54" fmla="*/ 24 w 646"/>
                <a:gd name="T55" fmla="*/ 55 h 776"/>
                <a:gd name="T56" fmla="*/ 27 w 646"/>
                <a:gd name="T57" fmla="*/ 44 h 776"/>
                <a:gd name="T58" fmla="*/ 38 w 646"/>
                <a:gd name="T59" fmla="*/ 30 h 776"/>
                <a:gd name="T60" fmla="*/ 55 w 646"/>
                <a:gd name="T61" fmla="*/ 24 h 776"/>
                <a:gd name="T62" fmla="*/ 589 w 646"/>
                <a:gd name="T63" fmla="*/ 24 h 776"/>
                <a:gd name="T64" fmla="*/ 601 w 646"/>
                <a:gd name="T65" fmla="*/ 27 h 776"/>
                <a:gd name="T66" fmla="*/ 614 w 646"/>
                <a:gd name="T67" fmla="*/ 38 h 776"/>
                <a:gd name="T68" fmla="*/ 620 w 646"/>
                <a:gd name="T69" fmla="*/ 55 h 776"/>
                <a:gd name="T70" fmla="*/ 620 w 646"/>
                <a:gd name="T71" fmla="*/ 719 h 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46" h="776">
                  <a:moveTo>
                    <a:pt x="641" y="34"/>
                  </a:moveTo>
                  <a:lnTo>
                    <a:pt x="641" y="34"/>
                  </a:lnTo>
                  <a:cubicBezTo>
                    <a:pt x="636" y="24"/>
                    <a:pt x="629" y="16"/>
                    <a:pt x="620" y="10"/>
                  </a:cubicBezTo>
                  <a:cubicBezTo>
                    <a:pt x="611" y="3"/>
                    <a:pt x="600" y="0"/>
                    <a:pt x="589" y="0"/>
                  </a:cubicBezTo>
                  <a:cubicBezTo>
                    <a:pt x="55" y="0"/>
                    <a:pt x="55" y="0"/>
                    <a:pt x="55" y="0"/>
                  </a:cubicBezTo>
                  <a:cubicBezTo>
                    <a:pt x="48" y="0"/>
                    <a:pt x="41" y="2"/>
                    <a:pt x="34" y="5"/>
                  </a:cubicBezTo>
                  <a:cubicBezTo>
                    <a:pt x="24" y="9"/>
                    <a:pt x="16" y="16"/>
                    <a:pt x="9" y="24"/>
                  </a:cubicBezTo>
                  <a:cubicBezTo>
                    <a:pt x="3" y="34"/>
                    <a:pt x="0" y="44"/>
                    <a:pt x="0" y="55"/>
                  </a:cubicBezTo>
                  <a:cubicBezTo>
                    <a:pt x="0" y="719"/>
                    <a:pt x="0" y="719"/>
                    <a:pt x="0" y="719"/>
                  </a:cubicBezTo>
                  <a:cubicBezTo>
                    <a:pt x="0" y="726"/>
                    <a:pt x="2" y="735"/>
                    <a:pt x="5" y="740"/>
                  </a:cubicBezTo>
                  <a:cubicBezTo>
                    <a:pt x="9" y="750"/>
                    <a:pt x="16" y="759"/>
                    <a:pt x="24" y="766"/>
                  </a:cubicBezTo>
                  <a:cubicBezTo>
                    <a:pt x="33" y="771"/>
                    <a:pt x="44" y="775"/>
                    <a:pt x="55" y="775"/>
                  </a:cubicBezTo>
                  <a:cubicBezTo>
                    <a:pt x="589" y="775"/>
                    <a:pt x="589" y="775"/>
                    <a:pt x="589" y="775"/>
                  </a:cubicBezTo>
                  <a:cubicBezTo>
                    <a:pt x="597" y="775"/>
                    <a:pt x="604" y="773"/>
                    <a:pt x="611" y="770"/>
                  </a:cubicBezTo>
                  <a:cubicBezTo>
                    <a:pt x="621" y="766"/>
                    <a:pt x="629" y="759"/>
                    <a:pt x="635" y="750"/>
                  </a:cubicBezTo>
                  <a:cubicBezTo>
                    <a:pt x="641" y="742"/>
                    <a:pt x="645" y="730"/>
                    <a:pt x="645" y="719"/>
                  </a:cubicBezTo>
                  <a:cubicBezTo>
                    <a:pt x="645" y="55"/>
                    <a:pt x="645" y="55"/>
                    <a:pt x="645" y="55"/>
                  </a:cubicBezTo>
                  <a:cubicBezTo>
                    <a:pt x="645" y="48"/>
                    <a:pt x="643" y="41"/>
                    <a:pt x="641" y="34"/>
                  </a:cubicBezTo>
                  <a:close/>
                  <a:moveTo>
                    <a:pt x="620" y="719"/>
                  </a:moveTo>
                  <a:lnTo>
                    <a:pt x="620" y="719"/>
                  </a:lnTo>
                  <a:cubicBezTo>
                    <a:pt x="620" y="723"/>
                    <a:pt x="620" y="728"/>
                    <a:pt x="617" y="730"/>
                  </a:cubicBezTo>
                  <a:cubicBezTo>
                    <a:pt x="615" y="736"/>
                    <a:pt x="611" y="742"/>
                    <a:pt x="606" y="744"/>
                  </a:cubicBezTo>
                  <a:cubicBezTo>
                    <a:pt x="601" y="749"/>
                    <a:pt x="596" y="750"/>
                    <a:pt x="589" y="750"/>
                  </a:cubicBezTo>
                  <a:cubicBezTo>
                    <a:pt x="55" y="750"/>
                    <a:pt x="55" y="750"/>
                    <a:pt x="55" y="750"/>
                  </a:cubicBezTo>
                  <a:cubicBezTo>
                    <a:pt x="51" y="750"/>
                    <a:pt x="47" y="749"/>
                    <a:pt x="44" y="747"/>
                  </a:cubicBezTo>
                  <a:cubicBezTo>
                    <a:pt x="38" y="746"/>
                    <a:pt x="33" y="742"/>
                    <a:pt x="30" y="736"/>
                  </a:cubicBezTo>
                  <a:cubicBezTo>
                    <a:pt x="27" y="732"/>
                    <a:pt x="24" y="725"/>
                    <a:pt x="24" y="719"/>
                  </a:cubicBezTo>
                  <a:cubicBezTo>
                    <a:pt x="24" y="55"/>
                    <a:pt x="24" y="55"/>
                    <a:pt x="24" y="55"/>
                  </a:cubicBezTo>
                  <a:cubicBezTo>
                    <a:pt x="24" y="51"/>
                    <a:pt x="26" y="48"/>
                    <a:pt x="27" y="44"/>
                  </a:cubicBezTo>
                  <a:cubicBezTo>
                    <a:pt x="30" y="38"/>
                    <a:pt x="33" y="34"/>
                    <a:pt x="38" y="30"/>
                  </a:cubicBezTo>
                  <a:cubicBezTo>
                    <a:pt x="43" y="27"/>
                    <a:pt x="50" y="24"/>
                    <a:pt x="55" y="24"/>
                  </a:cubicBezTo>
                  <a:cubicBezTo>
                    <a:pt x="589" y="24"/>
                    <a:pt x="589" y="24"/>
                    <a:pt x="589" y="24"/>
                  </a:cubicBezTo>
                  <a:cubicBezTo>
                    <a:pt x="593" y="24"/>
                    <a:pt x="597" y="26"/>
                    <a:pt x="601" y="27"/>
                  </a:cubicBezTo>
                  <a:cubicBezTo>
                    <a:pt x="607" y="30"/>
                    <a:pt x="611" y="34"/>
                    <a:pt x="614" y="38"/>
                  </a:cubicBezTo>
                  <a:cubicBezTo>
                    <a:pt x="618" y="44"/>
                    <a:pt x="620" y="50"/>
                    <a:pt x="620" y="55"/>
                  </a:cubicBezTo>
                  <a:lnTo>
                    <a:pt x="620" y="71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8" name="Freeform 273">
              <a:extLst>
                <a:ext uri="{FF2B5EF4-FFF2-40B4-BE49-F238E27FC236}">
                  <a16:creationId xmlns:a16="http://schemas.microsoft.com/office/drawing/2014/main" id="{D4074CD8-34B1-0FEA-3519-6C297B05375B}"/>
                </a:ext>
              </a:extLst>
            </p:cNvPr>
            <p:cNvSpPr>
              <a:spLocks noChangeArrowheads="1"/>
            </p:cNvSpPr>
            <p:nvPr/>
          </p:nvSpPr>
          <p:spPr bwMode="auto">
            <a:xfrm>
              <a:off x="6807200" y="5105400"/>
              <a:ext cx="14288" cy="14288"/>
            </a:xfrm>
            <a:custGeom>
              <a:avLst/>
              <a:gdLst>
                <a:gd name="T0" fmla="*/ 19 w 39"/>
                <a:gd name="T1" fmla="*/ 0 h 39"/>
                <a:gd name="T2" fmla="*/ 19 w 39"/>
                <a:gd name="T3" fmla="*/ 0 h 39"/>
                <a:gd name="T4" fmla="*/ 0 w 39"/>
                <a:gd name="T5" fmla="*/ 20 h 39"/>
                <a:gd name="T6" fmla="*/ 19 w 39"/>
                <a:gd name="T7" fmla="*/ 38 h 39"/>
                <a:gd name="T8" fmla="*/ 38 w 39"/>
                <a:gd name="T9" fmla="*/ 20 h 39"/>
                <a:gd name="T10" fmla="*/ 19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9" y="0"/>
                  </a:moveTo>
                  <a:lnTo>
                    <a:pt x="19" y="0"/>
                  </a:lnTo>
                  <a:cubicBezTo>
                    <a:pt x="9" y="0"/>
                    <a:pt x="0" y="9"/>
                    <a:pt x="0" y="20"/>
                  </a:cubicBezTo>
                  <a:cubicBezTo>
                    <a:pt x="0" y="30"/>
                    <a:pt x="9" y="38"/>
                    <a:pt x="19" y="38"/>
                  </a:cubicBezTo>
                  <a:cubicBezTo>
                    <a:pt x="30" y="38"/>
                    <a:pt x="38" y="30"/>
                    <a:pt x="38" y="20"/>
                  </a:cubicBezTo>
                  <a:cubicBezTo>
                    <a:pt x="38"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09" name="Freeform 274">
              <a:extLst>
                <a:ext uri="{FF2B5EF4-FFF2-40B4-BE49-F238E27FC236}">
                  <a16:creationId xmlns:a16="http://schemas.microsoft.com/office/drawing/2014/main" id="{7C023B32-D7F0-09FA-CD0E-D2360D999442}"/>
                </a:ext>
              </a:extLst>
            </p:cNvPr>
            <p:cNvSpPr>
              <a:spLocks noChangeArrowheads="1"/>
            </p:cNvSpPr>
            <p:nvPr/>
          </p:nvSpPr>
          <p:spPr bwMode="auto">
            <a:xfrm>
              <a:off x="6781800" y="5105400"/>
              <a:ext cx="14288" cy="14288"/>
            </a:xfrm>
            <a:custGeom>
              <a:avLst/>
              <a:gdLst>
                <a:gd name="T0" fmla="*/ 20 w 40"/>
                <a:gd name="T1" fmla="*/ 0 h 39"/>
                <a:gd name="T2" fmla="*/ 20 w 40"/>
                <a:gd name="T3" fmla="*/ 0 h 39"/>
                <a:gd name="T4" fmla="*/ 0 w 40"/>
                <a:gd name="T5" fmla="*/ 20 h 39"/>
                <a:gd name="T6" fmla="*/ 20 w 40"/>
                <a:gd name="T7" fmla="*/ 38 h 39"/>
                <a:gd name="T8" fmla="*/ 39 w 40"/>
                <a:gd name="T9" fmla="*/ 20 h 39"/>
                <a:gd name="T10" fmla="*/ 20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20" y="0"/>
                  </a:moveTo>
                  <a:lnTo>
                    <a:pt x="20" y="0"/>
                  </a:lnTo>
                  <a:cubicBezTo>
                    <a:pt x="10" y="0"/>
                    <a:pt x="0" y="9"/>
                    <a:pt x="0" y="20"/>
                  </a:cubicBezTo>
                  <a:cubicBezTo>
                    <a:pt x="0" y="30"/>
                    <a:pt x="10" y="38"/>
                    <a:pt x="20" y="38"/>
                  </a:cubicBezTo>
                  <a:cubicBezTo>
                    <a:pt x="31" y="38"/>
                    <a:pt x="39" y="30"/>
                    <a:pt x="39" y="20"/>
                  </a:cubicBezTo>
                  <a:cubicBezTo>
                    <a:pt x="39" y="9"/>
                    <a:pt x="31"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0" name="Freeform 275">
              <a:extLst>
                <a:ext uri="{FF2B5EF4-FFF2-40B4-BE49-F238E27FC236}">
                  <a16:creationId xmlns:a16="http://schemas.microsoft.com/office/drawing/2014/main" id="{55739259-9FB1-C101-F00E-560AB6509236}"/>
                </a:ext>
              </a:extLst>
            </p:cNvPr>
            <p:cNvSpPr>
              <a:spLocks noChangeArrowheads="1"/>
            </p:cNvSpPr>
            <p:nvPr/>
          </p:nvSpPr>
          <p:spPr bwMode="auto">
            <a:xfrm>
              <a:off x="6756400" y="5105400"/>
              <a:ext cx="14288" cy="14288"/>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9" y="0"/>
                    <a:pt x="0" y="9"/>
                    <a:pt x="0" y="20"/>
                  </a:cubicBezTo>
                  <a:cubicBezTo>
                    <a:pt x="0" y="30"/>
                    <a:pt x="9" y="38"/>
                    <a:pt x="20" y="38"/>
                  </a:cubicBezTo>
                  <a:cubicBezTo>
                    <a:pt x="30" y="38"/>
                    <a:pt x="38" y="30"/>
                    <a:pt x="38" y="20"/>
                  </a:cubicBezTo>
                  <a:cubicBezTo>
                    <a:pt x="38" y="9"/>
                    <a:pt x="30"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1" name="Freeform 276">
              <a:extLst>
                <a:ext uri="{FF2B5EF4-FFF2-40B4-BE49-F238E27FC236}">
                  <a16:creationId xmlns:a16="http://schemas.microsoft.com/office/drawing/2014/main" id="{78C2FD64-2838-F71B-F38B-9AA3481F9C7E}"/>
                </a:ext>
              </a:extLst>
            </p:cNvPr>
            <p:cNvSpPr>
              <a:spLocks noChangeArrowheads="1"/>
            </p:cNvSpPr>
            <p:nvPr/>
          </p:nvSpPr>
          <p:spPr bwMode="auto">
            <a:xfrm>
              <a:off x="6732588" y="5105400"/>
              <a:ext cx="14287" cy="14288"/>
            </a:xfrm>
            <a:custGeom>
              <a:avLst/>
              <a:gdLst>
                <a:gd name="T0" fmla="*/ 19 w 38"/>
                <a:gd name="T1" fmla="*/ 0 h 39"/>
                <a:gd name="T2" fmla="*/ 19 w 38"/>
                <a:gd name="T3" fmla="*/ 0 h 39"/>
                <a:gd name="T4" fmla="*/ 0 w 38"/>
                <a:gd name="T5" fmla="*/ 20 h 39"/>
                <a:gd name="T6" fmla="*/ 19 w 38"/>
                <a:gd name="T7" fmla="*/ 38 h 39"/>
                <a:gd name="T8" fmla="*/ 37 w 38"/>
                <a:gd name="T9" fmla="*/ 20 h 39"/>
                <a:gd name="T10" fmla="*/ 19 w 38"/>
                <a:gd name="T11" fmla="*/ 0 h 39"/>
              </a:gdLst>
              <a:ahLst/>
              <a:cxnLst>
                <a:cxn ang="0">
                  <a:pos x="T0" y="T1"/>
                </a:cxn>
                <a:cxn ang="0">
                  <a:pos x="T2" y="T3"/>
                </a:cxn>
                <a:cxn ang="0">
                  <a:pos x="T4" y="T5"/>
                </a:cxn>
                <a:cxn ang="0">
                  <a:pos x="T6" y="T7"/>
                </a:cxn>
                <a:cxn ang="0">
                  <a:pos x="T8" y="T9"/>
                </a:cxn>
                <a:cxn ang="0">
                  <a:pos x="T10" y="T11"/>
                </a:cxn>
              </a:cxnLst>
              <a:rect l="0" t="0" r="r" b="b"/>
              <a:pathLst>
                <a:path w="38" h="39">
                  <a:moveTo>
                    <a:pt x="19" y="0"/>
                  </a:moveTo>
                  <a:lnTo>
                    <a:pt x="19" y="0"/>
                  </a:lnTo>
                  <a:cubicBezTo>
                    <a:pt x="8" y="0"/>
                    <a:pt x="0" y="9"/>
                    <a:pt x="0" y="20"/>
                  </a:cubicBezTo>
                  <a:cubicBezTo>
                    <a:pt x="0" y="30"/>
                    <a:pt x="8" y="38"/>
                    <a:pt x="19" y="38"/>
                  </a:cubicBezTo>
                  <a:cubicBezTo>
                    <a:pt x="29" y="38"/>
                    <a:pt x="37" y="30"/>
                    <a:pt x="37" y="20"/>
                  </a:cubicBezTo>
                  <a:cubicBezTo>
                    <a:pt x="37" y="9"/>
                    <a:pt x="29"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2" name="Freeform 277">
              <a:extLst>
                <a:ext uri="{FF2B5EF4-FFF2-40B4-BE49-F238E27FC236}">
                  <a16:creationId xmlns:a16="http://schemas.microsoft.com/office/drawing/2014/main" id="{9D55B651-511B-2727-D80B-754301F76EE7}"/>
                </a:ext>
              </a:extLst>
            </p:cNvPr>
            <p:cNvSpPr>
              <a:spLocks noChangeArrowheads="1"/>
            </p:cNvSpPr>
            <p:nvPr/>
          </p:nvSpPr>
          <p:spPr bwMode="auto">
            <a:xfrm>
              <a:off x="6707188" y="5105400"/>
              <a:ext cx="14287" cy="14288"/>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9"/>
                    <a:pt x="0" y="20"/>
                  </a:cubicBezTo>
                  <a:cubicBezTo>
                    <a:pt x="0" y="30"/>
                    <a:pt x="8" y="38"/>
                    <a:pt x="18" y="38"/>
                  </a:cubicBezTo>
                  <a:cubicBezTo>
                    <a:pt x="29" y="38"/>
                    <a:pt x="38" y="30"/>
                    <a:pt x="38" y="20"/>
                  </a:cubicBezTo>
                  <a:cubicBezTo>
                    <a:pt x="38" y="9"/>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3" name="Freeform 278">
              <a:extLst>
                <a:ext uri="{FF2B5EF4-FFF2-40B4-BE49-F238E27FC236}">
                  <a16:creationId xmlns:a16="http://schemas.microsoft.com/office/drawing/2014/main" id="{E7B914B0-959A-966C-343B-DA66C2AAF317}"/>
                </a:ext>
              </a:extLst>
            </p:cNvPr>
            <p:cNvSpPr>
              <a:spLocks noChangeArrowheads="1"/>
            </p:cNvSpPr>
            <p:nvPr/>
          </p:nvSpPr>
          <p:spPr bwMode="auto">
            <a:xfrm>
              <a:off x="6681788" y="5105400"/>
              <a:ext cx="14287" cy="14288"/>
            </a:xfrm>
            <a:custGeom>
              <a:avLst/>
              <a:gdLst>
                <a:gd name="T0" fmla="*/ 19 w 40"/>
                <a:gd name="T1" fmla="*/ 0 h 39"/>
                <a:gd name="T2" fmla="*/ 19 w 40"/>
                <a:gd name="T3" fmla="*/ 0 h 39"/>
                <a:gd name="T4" fmla="*/ 0 w 40"/>
                <a:gd name="T5" fmla="*/ 20 h 39"/>
                <a:gd name="T6" fmla="*/ 19 w 40"/>
                <a:gd name="T7" fmla="*/ 38 h 39"/>
                <a:gd name="T8" fmla="*/ 39 w 40"/>
                <a:gd name="T9" fmla="*/ 20 h 39"/>
                <a:gd name="T10" fmla="*/ 19 w 40"/>
                <a:gd name="T11" fmla="*/ 0 h 39"/>
              </a:gdLst>
              <a:ahLst/>
              <a:cxnLst>
                <a:cxn ang="0">
                  <a:pos x="T0" y="T1"/>
                </a:cxn>
                <a:cxn ang="0">
                  <a:pos x="T2" y="T3"/>
                </a:cxn>
                <a:cxn ang="0">
                  <a:pos x="T4" y="T5"/>
                </a:cxn>
                <a:cxn ang="0">
                  <a:pos x="T6" y="T7"/>
                </a:cxn>
                <a:cxn ang="0">
                  <a:pos x="T8" y="T9"/>
                </a:cxn>
                <a:cxn ang="0">
                  <a:pos x="T10" y="T11"/>
                </a:cxn>
              </a:cxnLst>
              <a:rect l="0" t="0" r="r" b="b"/>
              <a:pathLst>
                <a:path w="40" h="39">
                  <a:moveTo>
                    <a:pt x="19" y="0"/>
                  </a:moveTo>
                  <a:lnTo>
                    <a:pt x="19" y="0"/>
                  </a:lnTo>
                  <a:cubicBezTo>
                    <a:pt x="8" y="0"/>
                    <a:pt x="0" y="9"/>
                    <a:pt x="0" y="20"/>
                  </a:cubicBezTo>
                  <a:cubicBezTo>
                    <a:pt x="0" y="30"/>
                    <a:pt x="8" y="38"/>
                    <a:pt x="19" y="38"/>
                  </a:cubicBezTo>
                  <a:cubicBezTo>
                    <a:pt x="30" y="38"/>
                    <a:pt x="39" y="30"/>
                    <a:pt x="39" y="20"/>
                  </a:cubicBezTo>
                  <a:cubicBezTo>
                    <a:pt x="39" y="9"/>
                    <a:pt x="30" y="0"/>
                    <a:pt x="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sp>
          <p:nvSpPr>
            <p:cNvPr id="714" name="Freeform 279">
              <a:extLst>
                <a:ext uri="{FF2B5EF4-FFF2-40B4-BE49-F238E27FC236}">
                  <a16:creationId xmlns:a16="http://schemas.microsoft.com/office/drawing/2014/main" id="{D7349C13-613A-0B6C-DFFA-3F0516015479}"/>
                </a:ext>
              </a:extLst>
            </p:cNvPr>
            <p:cNvSpPr>
              <a:spLocks noChangeArrowheads="1"/>
            </p:cNvSpPr>
            <p:nvPr/>
          </p:nvSpPr>
          <p:spPr bwMode="auto">
            <a:xfrm>
              <a:off x="6678613" y="4916488"/>
              <a:ext cx="147637" cy="147637"/>
            </a:xfrm>
            <a:custGeom>
              <a:avLst/>
              <a:gdLst>
                <a:gd name="T0" fmla="*/ 204 w 410"/>
                <a:gd name="T1" fmla="*/ 0 h 409"/>
                <a:gd name="T2" fmla="*/ 0 w 410"/>
                <a:gd name="T3" fmla="*/ 212 h 409"/>
                <a:gd name="T4" fmla="*/ 0 w 410"/>
                <a:gd name="T5" fmla="*/ 213 h 409"/>
                <a:gd name="T6" fmla="*/ 408 w 410"/>
                <a:gd name="T7" fmla="*/ 213 h 409"/>
                <a:gd name="T8" fmla="*/ 408 w 410"/>
                <a:gd name="T9" fmla="*/ 212 h 409"/>
                <a:gd name="T10" fmla="*/ 204 w 410"/>
                <a:gd name="T11" fmla="*/ 0 h 409"/>
                <a:gd name="T12" fmla="*/ 336 w 410"/>
                <a:gd name="T13" fmla="*/ 71 h 409"/>
                <a:gd name="T14" fmla="*/ 336 w 410"/>
                <a:gd name="T15" fmla="*/ 108 h 409"/>
                <a:gd name="T16" fmla="*/ 269 w 410"/>
                <a:gd name="T17" fmla="*/ 61 h 409"/>
                <a:gd name="T18" fmla="*/ 336 w 410"/>
                <a:gd name="T19" fmla="*/ 71 h 409"/>
                <a:gd name="T20" fmla="*/ 120 w 410"/>
                <a:gd name="T21" fmla="*/ 203 h 409"/>
                <a:gd name="T22" fmla="*/ 204 w 410"/>
                <a:gd name="T23" fmla="*/ 133 h 409"/>
                <a:gd name="T24" fmla="*/ 290 w 410"/>
                <a:gd name="T25" fmla="*/ 203 h 409"/>
                <a:gd name="T26" fmla="*/ 288 w 410"/>
                <a:gd name="T27" fmla="*/ 222 h 409"/>
                <a:gd name="T28" fmla="*/ 274 w 410"/>
                <a:gd name="T29" fmla="*/ 290 h 409"/>
                <a:gd name="T30" fmla="*/ 134 w 410"/>
                <a:gd name="T31" fmla="*/ 290 h 409"/>
                <a:gd name="T32" fmla="*/ 288 w 410"/>
                <a:gd name="T33" fmla="*/ 222 h 409"/>
                <a:gd name="T34" fmla="*/ 197 w 410"/>
                <a:gd name="T35" fmla="*/ 19 h 409"/>
                <a:gd name="T36" fmla="*/ 211 w 410"/>
                <a:gd name="T37" fmla="*/ 19 h 409"/>
                <a:gd name="T38" fmla="*/ 271 w 410"/>
                <a:gd name="T39" fmla="*/ 109 h 409"/>
                <a:gd name="T40" fmla="*/ 204 w 410"/>
                <a:gd name="T41" fmla="*/ 116 h 409"/>
                <a:gd name="T42" fmla="*/ 155 w 410"/>
                <a:gd name="T43" fmla="*/ 70 h 409"/>
                <a:gd name="T44" fmla="*/ 197 w 410"/>
                <a:gd name="T45" fmla="*/ 19 h 409"/>
                <a:gd name="T46" fmla="*/ 72 w 410"/>
                <a:gd name="T47" fmla="*/ 71 h 409"/>
                <a:gd name="T48" fmla="*/ 160 w 410"/>
                <a:gd name="T49" fmla="*/ 32 h 409"/>
                <a:gd name="T50" fmla="*/ 117 w 410"/>
                <a:gd name="T51" fmla="*/ 113 h 409"/>
                <a:gd name="T52" fmla="*/ 59 w 410"/>
                <a:gd name="T53" fmla="*/ 106 h 409"/>
                <a:gd name="T54" fmla="*/ 72 w 410"/>
                <a:gd name="T55" fmla="*/ 71 h 409"/>
                <a:gd name="T56" fmla="*/ 38 w 410"/>
                <a:gd name="T57" fmla="*/ 118 h 409"/>
                <a:gd name="T58" fmla="*/ 69 w 410"/>
                <a:gd name="T59" fmla="*/ 125 h 409"/>
                <a:gd name="T60" fmla="*/ 101 w 410"/>
                <a:gd name="T61" fmla="*/ 203 h 409"/>
                <a:gd name="T62" fmla="*/ 38 w 410"/>
                <a:gd name="T63" fmla="*/ 118 h 409"/>
                <a:gd name="T64" fmla="*/ 45 w 410"/>
                <a:gd name="T65" fmla="*/ 303 h 409"/>
                <a:gd name="T66" fmla="*/ 103 w 410"/>
                <a:gd name="T67" fmla="*/ 222 h 409"/>
                <a:gd name="T68" fmla="*/ 101 w 410"/>
                <a:gd name="T69" fmla="*/ 293 h 409"/>
                <a:gd name="T70" fmla="*/ 48 w 410"/>
                <a:gd name="T71" fmla="*/ 302 h 409"/>
                <a:gd name="T72" fmla="*/ 72 w 410"/>
                <a:gd name="T73" fmla="*/ 337 h 409"/>
                <a:gd name="T74" fmla="*/ 55 w 410"/>
                <a:gd name="T75" fmla="*/ 317 h 409"/>
                <a:gd name="T76" fmla="*/ 122 w 410"/>
                <a:gd name="T77" fmla="*/ 309 h 409"/>
                <a:gd name="T78" fmla="*/ 170 w 410"/>
                <a:gd name="T79" fmla="*/ 389 h 409"/>
                <a:gd name="T80" fmla="*/ 211 w 410"/>
                <a:gd name="T81" fmla="*/ 389 h 409"/>
                <a:gd name="T82" fmla="*/ 204 w 410"/>
                <a:gd name="T83" fmla="*/ 391 h 409"/>
                <a:gd name="T84" fmla="*/ 174 w 410"/>
                <a:gd name="T85" fmla="*/ 366 h 409"/>
                <a:gd name="T86" fmla="*/ 204 w 410"/>
                <a:gd name="T87" fmla="*/ 306 h 409"/>
                <a:gd name="T88" fmla="*/ 253 w 410"/>
                <a:gd name="T89" fmla="*/ 338 h 409"/>
                <a:gd name="T90" fmla="*/ 211 w 410"/>
                <a:gd name="T91" fmla="*/ 389 h 409"/>
                <a:gd name="T92" fmla="*/ 336 w 410"/>
                <a:gd name="T93" fmla="*/ 337 h 409"/>
                <a:gd name="T94" fmla="*/ 247 w 410"/>
                <a:gd name="T95" fmla="*/ 376 h 409"/>
                <a:gd name="T96" fmla="*/ 305 w 410"/>
                <a:gd name="T97" fmla="*/ 310 h 409"/>
                <a:gd name="T98" fmla="*/ 353 w 410"/>
                <a:gd name="T99" fmla="*/ 317 h 409"/>
                <a:gd name="T100" fmla="*/ 363 w 410"/>
                <a:gd name="T101" fmla="*/ 303 h 409"/>
                <a:gd name="T102" fmla="*/ 360 w 410"/>
                <a:gd name="T103" fmla="*/ 302 h 409"/>
                <a:gd name="T104" fmla="*/ 292 w 410"/>
                <a:gd name="T105" fmla="*/ 292 h 409"/>
                <a:gd name="T106" fmla="*/ 391 w 410"/>
                <a:gd name="T107" fmla="*/ 222 h 409"/>
                <a:gd name="T108" fmla="*/ 306 w 410"/>
                <a:gd name="T109" fmla="*/ 203 h 409"/>
                <a:gd name="T110" fmla="*/ 297 w 410"/>
                <a:gd name="T111" fmla="*/ 130 h 409"/>
                <a:gd name="T112" fmla="*/ 353 w 410"/>
                <a:gd name="T113" fmla="*/ 123 h 409"/>
                <a:gd name="T114" fmla="*/ 371 w 410"/>
                <a:gd name="T115" fmla="*/ 118 h 409"/>
                <a:gd name="T116" fmla="*/ 306 w 410"/>
                <a:gd name="T117" fmla="*/ 203 h 4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0" h="409">
                  <a:moveTo>
                    <a:pt x="204" y="0"/>
                  </a:moveTo>
                  <a:lnTo>
                    <a:pt x="204" y="0"/>
                  </a:lnTo>
                  <a:cubicBezTo>
                    <a:pt x="92" y="0"/>
                    <a:pt x="0" y="91"/>
                    <a:pt x="0" y="203"/>
                  </a:cubicBezTo>
                  <a:cubicBezTo>
                    <a:pt x="0" y="206"/>
                    <a:pt x="0" y="209"/>
                    <a:pt x="0" y="212"/>
                  </a:cubicBezTo>
                  <a:cubicBezTo>
                    <a:pt x="0" y="212"/>
                    <a:pt x="0" y="212"/>
                    <a:pt x="0" y="213"/>
                  </a:cubicBezTo>
                  <a:lnTo>
                    <a:pt x="0" y="213"/>
                  </a:lnTo>
                  <a:cubicBezTo>
                    <a:pt x="6" y="321"/>
                    <a:pt x="94" y="408"/>
                    <a:pt x="204" y="408"/>
                  </a:cubicBezTo>
                  <a:cubicBezTo>
                    <a:pt x="313" y="408"/>
                    <a:pt x="403" y="321"/>
                    <a:pt x="408" y="213"/>
                  </a:cubicBezTo>
                  <a:lnTo>
                    <a:pt x="409" y="213"/>
                  </a:lnTo>
                  <a:cubicBezTo>
                    <a:pt x="409" y="212"/>
                    <a:pt x="408" y="212"/>
                    <a:pt x="408" y="212"/>
                  </a:cubicBezTo>
                  <a:cubicBezTo>
                    <a:pt x="408" y="209"/>
                    <a:pt x="409" y="206"/>
                    <a:pt x="409" y="203"/>
                  </a:cubicBezTo>
                  <a:cubicBezTo>
                    <a:pt x="409" y="91"/>
                    <a:pt x="316" y="0"/>
                    <a:pt x="204" y="0"/>
                  </a:cubicBezTo>
                  <a:close/>
                  <a:moveTo>
                    <a:pt x="336" y="71"/>
                  </a:moveTo>
                  <a:lnTo>
                    <a:pt x="336" y="71"/>
                  </a:lnTo>
                  <a:cubicBezTo>
                    <a:pt x="346" y="81"/>
                    <a:pt x="354" y="92"/>
                    <a:pt x="361" y="104"/>
                  </a:cubicBezTo>
                  <a:cubicBezTo>
                    <a:pt x="356" y="105"/>
                    <a:pt x="347" y="106"/>
                    <a:pt x="336" y="108"/>
                  </a:cubicBezTo>
                  <a:cubicBezTo>
                    <a:pt x="323" y="111"/>
                    <a:pt x="308" y="112"/>
                    <a:pt x="291" y="113"/>
                  </a:cubicBezTo>
                  <a:cubicBezTo>
                    <a:pt x="284" y="94"/>
                    <a:pt x="277" y="77"/>
                    <a:pt x="269" y="61"/>
                  </a:cubicBezTo>
                  <a:cubicBezTo>
                    <a:pt x="259" y="45"/>
                    <a:pt x="247" y="31"/>
                    <a:pt x="238" y="19"/>
                  </a:cubicBezTo>
                  <a:cubicBezTo>
                    <a:pt x="276" y="26"/>
                    <a:pt x="311" y="45"/>
                    <a:pt x="336" y="71"/>
                  </a:cubicBezTo>
                  <a:close/>
                  <a:moveTo>
                    <a:pt x="120" y="203"/>
                  </a:moveTo>
                  <a:lnTo>
                    <a:pt x="120" y="203"/>
                  </a:lnTo>
                  <a:cubicBezTo>
                    <a:pt x="120" y="178"/>
                    <a:pt x="122" y="153"/>
                    <a:pt x="130" y="130"/>
                  </a:cubicBezTo>
                  <a:cubicBezTo>
                    <a:pt x="153" y="132"/>
                    <a:pt x="179" y="133"/>
                    <a:pt x="204" y="133"/>
                  </a:cubicBezTo>
                  <a:cubicBezTo>
                    <a:pt x="229" y="133"/>
                    <a:pt x="256" y="132"/>
                    <a:pt x="278" y="130"/>
                  </a:cubicBezTo>
                  <a:cubicBezTo>
                    <a:pt x="285" y="153"/>
                    <a:pt x="290" y="178"/>
                    <a:pt x="290" y="203"/>
                  </a:cubicBezTo>
                  <a:lnTo>
                    <a:pt x="120" y="203"/>
                  </a:lnTo>
                  <a:close/>
                  <a:moveTo>
                    <a:pt x="288" y="222"/>
                  </a:moveTo>
                  <a:lnTo>
                    <a:pt x="288" y="222"/>
                  </a:lnTo>
                  <a:cubicBezTo>
                    <a:pt x="287" y="245"/>
                    <a:pt x="281" y="269"/>
                    <a:pt x="274" y="290"/>
                  </a:cubicBezTo>
                  <a:cubicBezTo>
                    <a:pt x="252" y="289"/>
                    <a:pt x="228" y="289"/>
                    <a:pt x="204" y="289"/>
                  </a:cubicBezTo>
                  <a:cubicBezTo>
                    <a:pt x="180" y="289"/>
                    <a:pt x="156" y="289"/>
                    <a:pt x="134" y="290"/>
                  </a:cubicBezTo>
                  <a:cubicBezTo>
                    <a:pt x="127" y="269"/>
                    <a:pt x="121" y="245"/>
                    <a:pt x="120" y="222"/>
                  </a:cubicBezTo>
                  <a:lnTo>
                    <a:pt x="288" y="222"/>
                  </a:lnTo>
                  <a:close/>
                  <a:moveTo>
                    <a:pt x="197" y="19"/>
                  </a:moveTo>
                  <a:lnTo>
                    <a:pt x="197" y="19"/>
                  </a:lnTo>
                  <a:cubicBezTo>
                    <a:pt x="201" y="18"/>
                    <a:pt x="204" y="17"/>
                    <a:pt x="204" y="17"/>
                  </a:cubicBezTo>
                  <a:cubicBezTo>
                    <a:pt x="205" y="17"/>
                    <a:pt x="208" y="18"/>
                    <a:pt x="211" y="19"/>
                  </a:cubicBezTo>
                  <a:cubicBezTo>
                    <a:pt x="218" y="24"/>
                    <a:pt x="226" y="31"/>
                    <a:pt x="235" y="42"/>
                  </a:cubicBezTo>
                  <a:cubicBezTo>
                    <a:pt x="247" y="59"/>
                    <a:pt x="261" y="81"/>
                    <a:pt x="271" y="109"/>
                  </a:cubicBezTo>
                  <a:cubicBezTo>
                    <a:pt x="273" y="111"/>
                    <a:pt x="273" y="112"/>
                    <a:pt x="273" y="113"/>
                  </a:cubicBezTo>
                  <a:cubicBezTo>
                    <a:pt x="252" y="115"/>
                    <a:pt x="228" y="116"/>
                    <a:pt x="204" y="116"/>
                  </a:cubicBezTo>
                  <a:cubicBezTo>
                    <a:pt x="180" y="116"/>
                    <a:pt x="156" y="115"/>
                    <a:pt x="135" y="113"/>
                  </a:cubicBezTo>
                  <a:cubicBezTo>
                    <a:pt x="141" y="98"/>
                    <a:pt x="148" y="82"/>
                    <a:pt x="155" y="70"/>
                  </a:cubicBezTo>
                  <a:cubicBezTo>
                    <a:pt x="165" y="53"/>
                    <a:pt x="176" y="39"/>
                    <a:pt x="184" y="29"/>
                  </a:cubicBezTo>
                  <a:cubicBezTo>
                    <a:pt x="190" y="25"/>
                    <a:pt x="194" y="22"/>
                    <a:pt x="197" y="19"/>
                  </a:cubicBezTo>
                  <a:close/>
                  <a:moveTo>
                    <a:pt x="72" y="71"/>
                  </a:moveTo>
                  <a:lnTo>
                    <a:pt x="72" y="71"/>
                  </a:lnTo>
                  <a:cubicBezTo>
                    <a:pt x="99" y="45"/>
                    <a:pt x="132" y="26"/>
                    <a:pt x="170" y="19"/>
                  </a:cubicBezTo>
                  <a:cubicBezTo>
                    <a:pt x="167" y="24"/>
                    <a:pt x="165" y="28"/>
                    <a:pt x="160" y="32"/>
                  </a:cubicBezTo>
                  <a:cubicBezTo>
                    <a:pt x="146" y="49"/>
                    <a:pt x="132" y="74"/>
                    <a:pt x="121" y="104"/>
                  </a:cubicBezTo>
                  <a:cubicBezTo>
                    <a:pt x="120" y="106"/>
                    <a:pt x="118" y="109"/>
                    <a:pt x="117" y="113"/>
                  </a:cubicBezTo>
                  <a:cubicBezTo>
                    <a:pt x="111" y="112"/>
                    <a:pt x="104" y="112"/>
                    <a:pt x="97" y="112"/>
                  </a:cubicBezTo>
                  <a:cubicBezTo>
                    <a:pt x="83" y="111"/>
                    <a:pt x="69" y="108"/>
                    <a:pt x="59" y="106"/>
                  </a:cubicBezTo>
                  <a:cubicBezTo>
                    <a:pt x="54" y="105"/>
                    <a:pt x="49" y="104"/>
                    <a:pt x="47" y="104"/>
                  </a:cubicBezTo>
                  <a:cubicBezTo>
                    <a:pt x="54" y="92"/>
                    <a:pt x="62" y="81"/>
                    <a:pt x="72" y="71"/>
                  </a:cubicBezTo>
                  <a:close/>
                  <a:moveTo>
                    <a:pt x="38" y="118"/>
                  </a:moveTo>
                  <a:lnTo>
                    <a:pt x="38" y="118"/>
                  </a:lnTo>
                  <a:cubicBezTo>
                    <a:pt x="38" y="119"/>
                    <a:pt x="40" y="119"/>
                    <a:pt x="41" y="119"/>
                  </a:cubicBezTo>
                  <a:cubicBezTo>
                    <a:pt x="48" y="122"/>
                    <a:pt x="58" y="123"/>
                    <a:pt x="69" y="125"/>
                  </a:cubicBezTo>
                  <a:cubicBezTo>
                    <a:pt x="82" y="127"/>
                    <a:pt x="96" y="129"/>
                    <a:pt x="113" y="130"/>
                  </a:cubicBezTo>
                  <a:cubicBezTo>
                    <a:pt x="106" y="153"/>
                    <a:pt x="101" y="178"/>
                    <a:pt x="101" y="203"/>
                  </a:cubicBezTo>
                  <a:cubicBezTo>
                    <a:pt x="17" y="203"/>
                    <a:pt x="17" y="203"/>
                    <a:pt x="17" y="203"/>
                  </a:cubicBezTo>
                  <a:cubicBezTo>
                    <a:pt x="17" y="172"/>
                    <a:pt x="24" y="144"/>
                    <a:pt x="38" y="118"/>
                  </a:cubicBezTo>
                  <a:close/>
                  <a:moveTo>
                    <a:pt x="45" y="303"/>
                  </a:moveTo>
                  <a:lnTo>
                    <a:pt x="45" y="303"/>
                  </a:lnTo>
                  <a:cubicBezTo>
                    <a:pt x="30" y="279"/>
                    <a:pt x="20" y="251"/>
                    <a:pt x="17" y="222"/>
                  </a:cubicBezTo>
                  <a:cubicBezTo>
                    <a:pt x="103" y="222"/>
                    <a:pt x="103" y="222"/>
                    <a:pt x="103" y="222"/>
                  </a:cubicBezTo>
                  <a:cubicBezTo>
                    <a:pt x="104" y="247"/>
                    <a:pt x="110" y="269"/>
                    <a:pt x="117" y="292"/>
                  </a:cubicBezTo>
                  <a:cubicBezTo>
                    <a:pt x="111" y="292"/>
                    <a:pt x="107" y="292"/>
                    <a:pt x="101" y="293"/>
                  </a:cubicBezTo>
                  <a:cubicBezTo>
                    <a:pt x="87" y="295"/>
                    <a:pt x="73" y="296"/>
                    <a:pt x="64" y="297"/>
                  </a:cubicBezTo>
                  <a:cubicBezTo>
                    <a:pt x="58" y="299"/>
                    <a:pt x="52" y="300"/>
                    <a:pt x="48" y="302"/>
                  </a:cubicBezTo>
                  <a:cubicBezTo>
                    <a:pt x="47" y="302"/>
                    <a:pt x="47" y="302"/>
                    <a:pt x="45" y="303"/>
                  </a:cubicBezTo>
                  <a:close/>
                  <a:moveTo>
                    <a:pt x="72" y="337"/>
                  </a:moveTo>
                  <a:lnTo>
                    <a:pt x="72" y="337"/>
                  </a:lnTo>
                  <a:cubicBezTo>
                    <a:pt x="66" y="330"/>
                    <a:pt x="61" y="324"/>
                    <a:pt x="55" y="317"/>
                  </a:cubicBezTo>
                  <a:cubicBezTo>
                    <a:pt x="68" y="314"/>
                    <a:pt x="89" y="310"/>
                    <a:pt x="114" y="309"/>
                  </a:cubicBezTo>
                  <a:cubicBezTo>
                    <a:pt x="117" y="309"/>
                    <a:pt x="120" y="309"/>
                    <a:pt x="122" y="309"/>
                  </a:cubicBezTo>
                  <a:cubicBezTo>
                    <a:pt x="128" y="323"/>
                    <a:pt x="134" y="335"/>
                    <a:pt x="141" y="346"/>
                  </a:cubicBezTo>
                  <a:cubicBezTo>
                    <a:pt x="151" y="363"/>
                    <a:pt x="160" y="377"/>
                    <a:pt x="170" y="389"/>
                  </a:cubicBezTo>
                  <a:cubicBezTo>
                    <a:pt x="132" y="382"/>
                    <a:pt x="99" y="363"/>
                    <a:pt x="72" y="337"/>
                  </a:cubicBezTo>
                  <a:close/>
                  <a:moveTo>
                    <a:pt x="211" y="389"/>
                  </a:moveTo>
                  <a:lnTo>
                    <a:pt x="211" y="389"/>
                  </a:lnTo>
                  <a:cubicBezTo>
                    <a:pt x="208" y="390"/>
                    <a:pt x="205" y="391"/>
                    <a:pt x="204" y="391"/>
                  </a:cubicBezTo>
                  <a:cubicBezTo>
                    <a:pt x="204" y="391"/>
                    <a:pt x="201" y="390"/>
                    <a:pt x="197" y="389"/>
                  </a:cubicBezTo>
                  <a:cubicBezTo>
                    <a:pt x="191" y="384"/>
                    <a:pt x="183" y="377"/>
                    <a:pt x="174" y="366"/>
                  </a:cubicBezTo>
                  <a:cubicBezTo>
                    <a:pt x="162" y="351"/>
                    <a:pt x="151" y="331"/>
                    <a:pt x="141" y="307"/>
                  </a:cubicBezTo>
                  <a:cubicBezTo>
                    <a:pt x="160" y="306"/>
                    <a:pt x="183" y="306"/>
                    <a:pt x="204" y="306"/>
                  </a:cubicBezTo>
                  <a:cubicBezTo>
                    <a:pt x="226" y="306"/>
                    <a:pt x="247" y="306"/>
                    <a:pt x="269" y="307"/>
                  </a:cubicBezTo>
                  <a:cubicBezTo>
                    <a:pt x="263" y="318"/>
                    <a:pt x="259" y="328"/>
                    <a:pt x="253" y="338"/>
                  </a:cubicBezTo>
                  <a:cubicBezTo>
                    <a:pt x="243" y="355"/>
                    <a:pt x="233" y="369"/>
                    <a:pt x="224" y="379"/>
                  </a:cubicBezTo>
                  <a:cubicBezTo>
                    <a:pt x="219" y="383"/>
                    <a:pt x="215" y="386"/>
                    <a:pt x="211" y="389"/>
                  </a:cubicBezTo>
                  <a:close/>
                  <a:moveTo>
                    <a:pt x="336" y="337"/>
                  </a:moveTo>
                  <a:lnTo>
                    <a:pt x="336" y="337"/>
                  </a:lnTo>
                  <a:cubicBezTo>
                    <a:pt x="311" y="363"/>
                    <a:pt x="276" y="382"/>
                    <a:pt x="238" y="389"/>
                  </a:cubicBezTo>
                  <a:cubicBezTo>
                    <a:pt x="240" y="384"/>
                    <a:pt x="245" y="380"/>
                    <a:pt x="247" y="376"/>
                  </a:cubicBezTo>
                  <a:cubicBezTo>
                    <a:pt x="261" y="359"/>
                    <a:pt x="276" y="337"/>
                    <a:pt x="285" y="309"/>
                  </a:cubicBezTo>
                  <a:cubicBezTo>
                    <a:pt x="292" y="309"/>
                    <a:pt x="299" y="309"/>
                    <a:pt x="305" y="310"/>
                  </a:cubicBezTo>
                  <a:cubicBezTo>
                    <a:pt x="319" y="311"/>
                    <a:pt x="332" y="313"/>
                    <a:pt x="342" y="314"/>
                  </a:cubicBezTo>
                  <a:cubicBezTo>
                    <a:pt x="346" y="316"/>
                    <a:pt x="350" y="316"/>
                    <a:pt x="353" y="317"/>
                  </a:cubicBezTo>
                  <a:cubicBezTo>
                    <a:pt x="349" y="324"/>
                    <a:pt x="343" y="330"/>
                    <a:pt x="336" y="337"/>
                  </a:cubicBezTo>
                  <a:close/>
                  <a:moveTo>
                    <a:pt x="363" y="303"/>
                  </a:moveTo>
                  <a:lnTo>
                    <a:pt x="363" y="303"/>
                  </a:lnTo>
                  <a:cubicBezTo>
                    <a:pt x="363" y="302"/>
                    <a:pt x="361" y="302"/>
                    <a:pt x="360" y="302"/>
                  </a:cubicBezTo>
                  <a:cubicBezTo>
                    <a:pt x="346" y="297"/>
                    <a:pt x="322" y="295"/>
                    <a:pt x="295" y="292"/>
                  </a:cubicBezTo>
                  <a:cubicBezTo>
                    <a:pt x="294" y="292"/>
                    <a:pt x="292" y="292"/>
                    <a:pt x="292" y="292"/>
                  </a:cubicBezTo>
                  <a:cubicBezTo>
                    <a:pt x="299" y="269"/>
                    <a:pt x="304" y="247"/>
                    <a:pt x="305" y="222"/>
                  </a:cubicBezTo>
                  <a:cubicBezTo>
                    <a:pt x="391" y="222"/>
                    <a:pt x="391" y="222"/>
                    <a:pt x="391" y="222"/>
                  </a:cubicBezTo>
                  <a:cubicBezTo>
                    <a:pt x="388" y="251"/>
                    <a:pt x="378" y="279"/>
                    <a:pt x="363" y="303"/>
                  </a:cubicBezTo>
                  <a:close/>
                  <a:moveTo>
                    <a:pt x="306" y="203"/>
                  </a:moveTo>
                  <a:lnTo>
                    <a:pt x="306" y="203"/>
                  </a:lnTo>
                  <a:cubicBezTo>
                    <a:pt x="306" y="178"/>
                    <a:pt x="302" y="153"/>
                    <a:pt x="297" y="130"/>
                  </a:cubicBezTo>
                  <a:cubicBezTo>
                    <a:pt x="301" y="129"/>
                    <a:pt x="306" y="129"/>
                    <a:pt x="312" y="129"/>
                  </a:cubicBezTo>
                  <a:cubicBezTo>
                    <a:pt x="327" y="127"/>
                    <a:pt x="342" y="125"/>
                    <a:pt x="353" y="123"/>
                  </a:cubicBezTo>
                  <a:cubicBezTo>
                    <a:pt x="358" y="122"/>
                    <a:pt x="363" y="120"/>
                    <a:pt x="368" y="119"/>
                  </a:cubicBezTo>
                  <a:cubicBezTo>
                    <a:pt x="368" y="119"/>
                    <a:pt x="370" y="119"/>
                    <a:pt x="371" y="118"/>
                  </a:cubicBezTo>
                  <a:cubicBezTo>
                    <a:pt x="384" y="144"/>
                    <a:pt x="391" y="172"/>
                    <a:pt x="391" y="203"/>
                  </a:cubicBezTo>
                  <a:lnTo>
                    <a:pt x="306" y="2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solidFill>
                  <a:schemeClr val="tx2"/>
                </a:solidFill>
              </a:endParaRPr>
            </a:p>
          </p:txBody>
        </p:sp>
      </p:grpSp>
      <p:sp>
        <p:nvSpPr>
          <p:cNvPr id="715" name="Freeform 556">
            <a:extLst>
              <a:ext uri="{FF2B5EF4-FFF2-40B4-BE49-F238E27FC236}">
                <a16:creationId xmlns:a16="http://schemas.microsoft.com/office/drawing/2014/main" id="{B696CBB5-0C7A-2256-53BA-C1538EE58C49}"/>
              </a:ext>
            </a:extLst>
          </p:cNvPr>
          <p:cNvSpPr>
            <a:spLocks noChangeArrowheads="1"/>
          </p:cNvSpPr>
          <p:nvPr/>
        </p:nvSpPr>
        <p:spPr bwMode="auto">
          <a:xfrm>
            <a:off x="3760357" y="6225009"/>
            <a:ext cx="219075" cy="246062"/>
          </a:xfrm>
          <a:custGeom>
            <a:avLst/>
            <a:gdLst>
              <a:gd name="T0" fmla="*/ 582 w 608"/>
              <a:gd name="T1" fmla="*/ 185 h 683"/>
              <a:gd name="T2" fmla="*/ 303 w 608"/>
              <a:gd name="T3" fmla="*/ 0 h 683"/>
              <a:gd name="T4" fmla="*/ 185 w 608"/>
              <a:gd name="T5" fmla="*/ 23 h 683"/>
              <a:gd name="T6" fmla="*/ 0 w 608"/>
              <a:gd name="T7" fmla="*/ 303 h 683"/>
              <a:gd name="T8" fmla="*/ 4 w 608"/>
              <a:gd name="T9" fmla="*/ 678 h 683"/>
              <a:gd name="T10" fmla="*/ 158 w 608"/>
              <a:gd name="T11" fmla="*/ 682 h 683"/>
              <a:gd name="T12" fmla="*/ 172 w 608"/>
              <a:gd name="T13" fmla="*/ 668 h 683"/>
              <a:gd name="T14" fmla="*/ 181 w 608"/>
              <a:gd name="T15" fmla="*/ 261 h 683"/>
              <a:gd name="T16" fmla="*/ 303 w 608"/>
              <a:gd name="T17" fmla="*/ 181 h 683"/>
              <a:gd name="T18" fmla="*/ 354 w 608"/>
              <a:gd name="T19" fmla="*/ 191 h 683"/>
              <a:gd name="T20" fmla="*/ 435 w 608"/>
              <a:gd name="T21" fmla="*/ 313 h 683"/>
              <a:gd name="T22" fmla="*/ 439 w 608"/>
              <a:gd name="T23" fmla="*/ 678 h 683"/>
              <a:gd name="T24" fmla="*/ 593 w 608"/>
              <a:gd name="T25" fmla="*/ 682 h 683"/>
              <a:gd name="T26" fmla="*/ 607 w 608"/>
              <a:gd name="T27" fmla="*/ 668 h 683"/>
              <a:gd name="T28" fmla="*/ 582 w 608"/>
              <a:gd name="T29" fmla="*/ 185 h 683"/>
              <a:gd name="T30" fmla="*/ 29 w 608"/>
              <a:gd name="T31" fmla="*/ 655 h 683"/>
              <a:gd name="T32" fmla="*/ 143 w 608"/>
              <a:gd name="T33" fmla="*/ 491 h 683"/>
              <a:gd name="T34" fmla="*/ 29 w 608"/>
              <a:gd name="T35" fmla="*/ 655 h 683"/>
              <a:gd name="T36" fmla="*/ 393 w 608"/>
              <a:gd name="T37" fmla="*/ 180 h 683"/>
              <a:gd name="T38" fmla="*/ 303 w 608"/>
              <a:gd name="T39" fmla="*/ 152 h 683"/>
              <a:gd name="T40" fmla="*/ 170 w 608"/>
              <a:gd name="T41" fmla="*/ 224 h 683"/>
              <a:gd name="T42" fmla="*/ 143 w 608"/>
              <a:gd name="T43" fmla="*/ 464 h 683"/>
              <a:gd name="T44" fmla="*/ 29 w 608"/>
              <a:gd name="T45" fmla="*/ 303 h 683"/>
              <a:gd name="T46" fmla="*/ 150 w 608"/>
              <a:gd name="T47" fmla="*/ 76 h 683"/>
              <a:gd name="T48" fmla="*/ 303 w 608"/>
              <a:gd name="T49" fmla="*/ 27 h 683"/>
              <a:gd name="T50" fmla="*/ 531 w 608"/>
              <a:gd name="T51" fmla="*/ 150 h 683"/>
              <a:gd name="T52" fmla="*/ 578 w 608"/>
              <a:gd name="T53" fmla="*/ 464 h 683"/>
              <a:gd name="T54" fmla="*/ 464 w 608"/>
              <a:gd name="T55" fmla="*/ 313 h 683"/>
              <a:gd name="T56" fmla="*/ 393 w 608"/>
              <a:gd name="T57" fmla="*/ 180 h 683"/>
              <a:gd name="T58" fmla="*/ 464 w 608"/>
              <a:gd name="T59" fmla="*/ 655 h 683"/>
              <a:gd name="T60" fmla="*/ 578 w 608"/>
              <a:gd name="T61" fmla="*/ 491 h 683"/>
              <a:gd name="T62" fmla="*/ 464 w 608"/>
              <a:gd name="T63" fmla="*/ 655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08" h="683">
                <a:moveTo>
                  <a:pt x="582" y="185"/>
                </a:moveTo>
                <a:lnTo>
                  <a:pt x="582" y="185"/>
                </a:lnTo>
                <a:cubicBezTo>
                  <a:pt x="560" y="130"/>
                  <a:pt x="520" y="85"/>
                  <a:pt x="472" y="52"/>
                </a:cubicBezTo>
                <a:cubicBezTo>
                  <a:pt x="424" y="19"/>
                  <a:pt x="367" y="0"/>
                  <a:pt x="303" y="0"/>
                </a:cubicBezTo>
                <a:lnTo>
                  <a:pt x="303" y="0"/>
                </a:lnTo>
                <a:cubicBezTo>
                  <a:pt x="262" y="0"/>
                  <a:pt x="222" y="8"/>
                  <a:pt x="185" y="23"/>
                </a:cubicBezTo>
                <a:cubicBezTo>
                  <a:pt x="132" y="47"/>
                  <a:pt x="85" y="85"/>
                  <a:pt x="52" y="133"/>
                </a:cubicBezTo>
                <a:cubicBezTo>
                  <a:pt x="19" y="183"/>
                  <a:pt x="0" y="240"/>
                  <a:pt x="0" y="303"/>
                </a:cubicBezTo>
                <a:cubicBezTo>
                  <a:pt x="0" y="668"/>
                  <a:pt x="0" y="668"/>
                  <a:pt x="0" y="668"/>
                </a:cubicBezTo>
                <a:cubicBezTo>
                  <a:pt x="0" y="673"/>
                  <a:pt x="1" y="675"/>
                  <a:pt x="4" y="678"/>
                </a:cubicBezTo>
                <a:cubicBezTo>
                  <a:pt x="7" y="681"/>
                  <a:pt x="11" y="682"/>
                  <a:pt x="14" y="682"/>
                </a:cubicBezTo>
                <a:cubicBezTo>
                  <a:pt x="158" y="682"/>
                  <a:pt x="158" y="682"/>
                  <a:pt x="158" y="682"/>
                </a:cubicBezTo>
                <a:cubicBezTo>
                  <a:pt x="161" y="682"/>
                  <a:pt x="165" y="681"/>
                  <a:pt x="168" y="678"/>
                </a:cubicBezTo>
                <a:cubicBezTo>
                  <a:pt x="170" y="675"/>
                  <a:pt x="172" y="673"/>
                  <a:pt x="172" y="668"/>
                </a:cubicBezTo>
                <a:cubicBezTo>
                  <a:pt x="172" y="313"/>
                  <a:pt x="172" y="313"/>
                  <a:pt x="172" y="313"/>
                </a:cubicBezTo>
                <a:cubicBezTo>
                  <a:pt x="172" y="295"/>
                  <a:pt x="174" y="277"/>
                  <a:pt x="181" y="261"/>
                </a:cubicBezTo>
                <a:cubicBezTo>
                  <a:pt x="192" y="237"/>
                  <a:pt x="209" y="217"/>
                  <a:pt x="229" y="203"/>
                </a:cubicBezTo>
                <a:cubicBezTo>
                  <a:pt x="251" y="189"/>
                  <a:pt x="276" y="181"/>
                  <a:pt x="303" y="181"/>
                </a:cubicBezTo>
                <a:lnTo>
                  <a:pt x="303" y="181"/>
                </a:lnTo>
                <a:cubicBezTo>
                  <a:pt x="321" y="181"/>
                  <a:pt x="339" y="184"/>
                  <a:pt x="354" y="191"/>
                </a:cubicBezTo>
                <a:cubicBezTo>
                  <a:pt x="379" y="202"/>
                  <a:pt x="398" y="218"/>
                  <a:pt x="413" y="239"/>
                </a:cubicBezTo>
                <a:cubicBezTo>
                  <a:pt x="427" y="261"/>
                  <a:pt x="435" y="286"/>
                  <a:pt x="435" y="313"/>
                </a:cubicBezTo>
                <a:cubicBezTo>
                  <a:pt x="435" y="668"/>
                  <a:pt x="435" y="668"/>
                  <a:pt x="435" y="668"/>
                </a:cubicBezTo>
                <a:cubicBezTo>
                  <a:pt x="435" y="673"/>
                  <a:pt x="437" y="675"/>
                  <a:pt x="439" y="678"/>
                </a:cubicBezTo>
                <a:cubicBezTo>
                  <a:pt x="442" y="681"/>
                  <a:pt x="446" y="682"/>
                  <a:pt x="449" y="682"/>
                </a:cubicBezTo>
                <a:cubicBezTo>
                  <a:pt x="593" y="682"/>
                  <a:pt x="593" y="682"/>
                  <a:pt x="593" y="682"/>
                </a:cubicBezTo>
                <a:cubicBezTo>
                  <a:pt x="596" y="682"/>
                  <a:pt x="600" y="681"/>
                  <a:pt x="603" y="678"/>
                </a:cubicBezTo>
                <a:cubicBezTo>
                  <a:pt x="605" y="675"/>
                  <a:pt x="607" y="673"/>
                  <a:pt x="607" y="668"/>
                </a:cubicBezTo>
                <a:cubicBezTo>
                  <a:pt x="607" y="303"/>
                  <a:pt x="607" y="303"/>
                  <a:pt x="607" y="303"/>
                </a:cubicBezTo>
                <a:cubicBezTo>
                  <a:pt x="607" y="261"/>
                  <a:pt x="599" y="221"/>
                  <a:pt x="582" y="185"/>
                </a:cubicBezTo>
                <a:close/>
                <a:moveTo>
                  <a:pt x="29" y="655"/>
                </a:moveTo>
                <a:lnTo>
                  <a:pt x="29" y="655"/>
                </a:lnTo>
                <a:cubicBezTo>
                  <a:pt x="29" y="491"/>
                  <a:pt x="29" y="491"/>
                  <a:pt x="29" y="491"/>
                </a:cubicBezTo>
                <a:cubicBezTo>
                  <a:pt x="143" y="491"/>
                  <a:pt x="143" y="491"/>
                  <a:pt x="143" y="491"/>
                </a:cubicBezTo>
                <a:cubicBezTo>
                  <a:pt x="143" y="655"/>
                  <a:pt x="143" y="655"/>
                  <a:pt x="143" y="655"/>
                </a:cubicBezTo>
                <a:lnTo>
                  <a:pt x="29" y="655"/>
                </a:lnTo>
                <a:close/>
                <a:moveTo>
                  <a:pt x="393" y="180"/>
                </a:moveTo>
                <a:lnTo>
                  <a:pt x="393" y="180"/>
                </a:lnTo>
                <a:cubicBezTo>
                  <a:pt x="368" y="163"/>
                  <a:pt x="336" y="152"/>
                  <a:pt x="303" y="152"/>
                </a:cubicBezTo>
                <a:lnTo>
                  <a:pt x="303" y="152"/>
                </a:lnTo>
                <a:cubicBezTo>
                  <a:pt x="282" y="152"/>
                  <a:pt x="261" y="158"/>
                  <a:pt x="242" y="165"/>
                </a:cubicBezTo>
                <a:cubicBezTo>
                  <a:pt x="213" y="177"/>
                  <a:pt x="188" y="198"/>
                  <a:pt x="170" y="224"/>
                </a:cubicBezTo>
                <a:cubicBezTo>
                  <a:pt x="154" y="248"/>
                  <a:pt x="143" y="280"/>
                  <a:pt x="143" y="313"/>
                </a:cubicBezTo>
                <a:cubicBezTo>
                  <a:pt x="143" y="464"/>
                  <a:pt x="143" y="464"/>
                  <a:pt x="143" y="464"/>
                </a:cubicBezTo>
                <a:cubicBezTo>
                  <a:pt x="29" y="464"/>
                  <a:pt x="29" y="464"/>
                  <a:pt x="29" y="464"/>
                </a:cubicBezTo>
                <a:cubicBezTo>
                  <a:pt x="29" y="303"/>
                  <a:pt x="29" y="303"/>
                  <a:pt x="29" y="303"/>
                </a:cubicBezTo>
                <a:cubicBezTo>
                  <a:pt x="29" y="265"/>
                  <a:pt x="36" y="229"/>
                  <a:pt x="50" y="196"/>
                </a:cubicBezTo>
                <a:cubicBezTo>
                  <a:pt x="71" y="147"/>
                  <a:pt x="106" y="104"/>
                  <a:pt x="150" y="76"/>
                </a:cubicBezTo>
                <a:cubicBezTo>
                  <a:pt x="194" y="45"/>
                  <a:pt x="247" y="27"/>
                  <a:pt x="303" y="27"/>
                </a:cubicBezTo>
                <a:lnTo>
                  <a:pt x="303" y="27"/>
                </a:lnTo>
                <a:cubicBezTo>
                  <a:pt x="342" y="27"/>
                  <a:pt x="378" y="36"/>
                  <a:pt x="411" y="49"/>
                </a:cubicBezTo>
                <a:cubicBezTo>
                  <a:pt x="460" y="70"/>
                  <a:pt x="501" y="106"/>
                  <a:pt x="531" y="150"/>
                </a:cubicBezTo>
                <a:cubicBezTo>
                  <a:pt x="562" y="194"/>
                  <a:pt x="578" y="246"/>
                  <a:pt x="578" y="303"/>
                </a:cubicBezTo>
                <a:cubicBezTo>
                  <a:pt x="578" y="464"/>
                  <a:pt x="578" y="464"/>
                  <a:pt x="578" y="464"/>
                </a:cubicBezTo>
                <a:cubicBezTo>
                  <a:pt x="464" y="464"/>
                  <a:pt x="464" y="464"/>
                  <a:pt x="464" y="464"/>
                </a:cubicBezTo>
                <a:cubicBezTo>
                  <a:pt x="464" y="313"/>
                  <a:pt x="464" y="313"/>
                  <a:pt x="464" y="313"/>
                </a:cubicBezTo>
                <a:cubicBezTo>
                  <a:pt x="464" y="291"/>
                  <a:pt x="459" y="269"/>
                  <a:pt x="450" y="251"/>
                </a:cubicBezTo>
                <a:cubicBezTo>
                  <a:pt x="439" y="222"/>
                  <a:pt x="419" y="198"/>
                  <a:pt x="393" y="180"/>
                </a:cubicBezTo>
                <a:close/>
                <a:moveTo>
                  <a:pt x="464" y="655"/>
                </a:moveTo>
                <a:lnTo>
                  <a:pt x="464" y="655"/>
                </a:lnTo>
                <a:cubicBezTo>
                  <a:pt x="464" y="491"/>
                  <a:pt x="464" y="491"/>
                  <a:pt x="464" y="491"/>
                </a:cubicBezTo>
                <a:cubicBezTo>
                  <a:pt x="578" y="491"/>
                  <a:pt x="578" y="491"/>
                  <a:pt x="578" y="491"/>
                </a:cubicBezTo>
                <a:cubicBezTo>
                  <a:pt x="578" y="655"/>
                  <a:pt x="578" y="655"/>
                  <a:pt x="578" y="655"/>
                </a:cubicBezTo>
                <a:lnTo>
                  <a:pt x="464" y="655"/>
                </a:lnTo>
                <a:close/>
              </a:path>
            </a:pathLst>
          </a:custGeom>
          <a:solidFill>
            <a:schemeClr val="accent4"/>
          </a:solidFill>
          <a:ln>
            <a:noFill/>
          </a:ln>
          <a:effectLst/>
        </p:spPr>
        <p:txBody>
          <a:bodyPr wrap="none" anchor="ctr"/>
          <a:lstStyle/>
          <a:p>
            <a:endParaRPr lang="da-DK">
              <a:solidFill>
                <a:schemeClr val="tx2"/>
              </a:solidFill>
            </a:endParaRPr>
          </a:p>
        </p:txBody>
      </p:sp>
    </p:spTree>
    <p:extLst>
      <p:ext uri="{BB962C8B-B14F-4D97-AF65-F5344CB8AC3E}">
        <p14:creationId xmlns:p14="http://schemas.microsoft.com/office/powerpoint/2010/main" val="1880129961"/>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A4E42-57AE-C1F1-48E9-4A68A521E795}"/>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9A0F46B3-9B7A-E767-A934-01573F7A9AF0}"/>
              </a:ext>
            </a:extLst>
          </p:cNvPr>
          <p:cNvGrpSpPr/>
          <p:nvPr/>
        </p:nvGrpSpPr>
        <p:grpSpPr>
          <a:xfrm>
            <a:off x="1701924" y="476672"/>
            <a:ext cx="1754187" cy="138112"/>
            <a:chOff x="560388" y="811213"/>
            <a:chExt cx="1754187" cy="138112"/>
          </a:xfrm>
          <a:solidFill>
            <a:schemeClr val="accent4"/>
          </a:solidFill>
        </p:grpSpPr>
        <p:sp>
          <p:nvSpPr>
            <p:cNvPr id="3" name="Freeform 1">
              <a:extLst>
                <a:ext uri="{FF2B5EF4-FFF2-40B4-BE49-F238E27FC236}">
                  <a16:creationId xmlns:a16="http://schemas.microsoft.com/office/drawing/2014/main" id="{93CD86B0-3412-6AFC-0CFA-C5FF5B37C6AD}"/>
                </a:ext>
              </a:extLst>
            </p:cNvPr>
            <p:cNvSpPr>
              <a:spLocks noChangeArrowheads="1"/>
            </p:cNvSpPr>
            <p:nvPr/>
          </p:nvSpPr>
          <p:spPr bwMode="auto">
            <a:xfrm>
              <a:off x="560388" y="814388"/>
              <a:ext cx="112712" cy="131762"/>
            </a:xfrm>
            <a:custGeom>
              <a:avLst/>
              <a:gdLst>
                <a:gd name="T0" fmla="*/ 78 w 315"/>
                <a:gd name="T1" fmla="*/ 259 h 368"/>
                <a:gd name="T2" fmla="*/ 78 w 315"/>
                <a:gd name="T3" fmla="*/ 259 h 368"/>
                <a:gd name="T4" fmla="*/ 236 w 315"/>
                <a:gd name="T5" fmla="*/ 259 h 368"/>
                <a:gd name="T6" fmla="*/ 277 w 315"/>
                <a:gd name="T7" fmla="*/ 367 h 368"/>
                <a:gd name="T8" fmla="*/ 314 w 315"/>
                <a:gd name="T9" fmla="*/ 367 h 368"/>
                <a:gd name="T10" fmla="*/ 175 w 315"/>
                <a:gd name="T11" fmla="*/ 0 h 368"/>
                <a:gd name="T12" fmla="*/ 140 w 315"/>
                <a:gd name="T13" fmla="*/ 0 h 368"/>
                <a:gd name="T14" fmla="*/ 0 w 315"/>
                <a:gd name="T15" fmla="*/ 367 h 368"/>
                <a:gd name="T16" fmla="*/ 38 w 315"/>
                <a:gd name="T17" fmla="*/ 367 h 368"/>
                <a:gd name="T18" fmla="*/ 78 w 315"/>
                <a:gd name="T19" fmla="*/ 259 h 368"/>
                <a:gd name="T20" fmla="*/ 149 w 315"/>
                <a:gd name="T21" fmla="*/ 64 h 368"/>
                <a:gd name="T22" fmla="*/ 149 w 315"/>
                <a:gd name="T23" fmla="*/ 64 h 368"/>
                <a:gd name="T24" fmla="*/ 152 w 315"/>
                <a:gd name="T25" fmla="*/ 52 h 368"/>
                <a:gd name="T26" fmla="*/ 156 w 315"/>
                <a:gd name="T27" fmla="*/ 38 h 368"/>
                <a:gd name="T28" fmla="*/ 158 w 315"/>
                <a:gd name="T29" fmla="*/ 38 h 368"/>
                <a:gd name="T30" fmla="*/ 160 w 315"/>
                <a:gd name="T31" fmla="*/ 52 h 368"/>
                <a:gd name="T32" fmla="*/ 164 w 315"/>
                <a:gd name="T33" fmla="*/ 64 h 368"/>
                <a:gd name="T34" fmla="*/ 225 w 315"/>
                <a:gd name="T35" fmla="*/ 227 h 368"/>
                <a:gd name="T36" fmla="*/ 89 w 315"/>
                <a:gd name="T37" fmla="*/ 227 h 368"/>
                <a:gd name="T38" fmla="*/ 149 w 315"/>
                <a:gd name="T39" fmla="*/ 64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8">
                  <a:moveTo>
                    <a:pt x="78" y="259"/>
                  </a:moveTo>
                  <a:lnTo>
                    <a:pt x="78" y="259"/>
                  </a:lnTo>
                  <a:cubicBezTo>
                    <a:pt x="236" y="259"/>
                    <a:pt x="236" y="259"/>
                    <a:pt x="236" y="259"/>
                  </a:cubicBezTo>
                  <a:cubicBezTo>
                    <a:pt x="277" y="367"/>
                    <a:pt x="277" y="367"/>
                    <a:pt x="277" y="367"/>
                  </a:cubicBezTo>
                  <a:cubicBezTo>
                    <a:pt x="314" y="367"/>
                    <a:pt x="314" y="367"/>
                    <a:pt x="314" y="367"/>
                  </a:cubicBezTo>
                  <a:cubicBezTo>
                    <a:pt x="175" y="0"/>
                    <a:pt x="175" y="0"/>
                    <a:pt x="175" y="0"/>
                  </a:cubicBezTo>
                  <a:cubicBezTo>
                    <a:pt x="140" y="0"/>
                    <a:pt x="140" y="0"/>
                    <a:pt x="140" y="0"/>
                  </a:cubicBezTo>
                  <a:cubicBezTo>
                    <a:pt x="0" y="367"/>
                    <a:pt x="0" y="367"/>
                    <a:pt x="0" y="367"/>
                  </a:cubicBezTo>
                  <a:cubicBezTo>
                    <a:pt x="38" y="367"/>
                    <a:pt x="38" y="367"/>
                    <a:pt x="38" y="367"/>
                  </a:cubicBezTo>
                  <a:lnTo>
                    <a:pt x="78" y="259"/>
                  </a:lnTo>
                  <a:close/>
                  <a:moveTo>
                    <a:pt x="149" y="64"/>
                  </a:moveTo>
                  <a:lnTo>
                    <a:pt x="149" y="64"/>
                  </a:lnTo>
                  <a:cubicBezTo>
                    <a:pt x="151" y="60"/>
                    <a:pt x="151" y="56"/>
                    <a:pt x="152" y="52"/>
                  </a:cubicBezTo>
                  <a:cubicBezTo>
                    <a:pt x="154" y="48"/>
                    <a:pt x="155" y="44"/>
                    <a:pt x="156" y="38"/>
                  </a:cubicBezTo>
                  <a:cubicBezTo>
                    <a:pt x="158" y="38"/>
                    <a:pt x="158" y="38"/>
                    <a:pt x="158" y="38"/>
                  </a:cubicBezTo>
                  <a:cubicBezTo>
                    <a:pt x="158" y="44"/>
                    <a:pt x="159" y="48"/>
                    <a:pt x="160" y="52"/>
                  </a:cubicBezTo>
                  <a:cubicBezTo>
                    <a:pt x="162" y="56"/>
                    <a:pt x="163" y="60"/>
                    <a:pt x="164" y="64"/>
                  </a:cubicBezTo>
                  <a:cubicBezTo>
                    <a:pt x="225" y="227"/>
                    <a:pt x="225" y="227"/>
                    <a:pt x="225" y="227"/>
                  </a:cubicBezTo>
                  <a:cubicBezTo>
                    <a:pt x="89" y="227"/>
                    <a:pt x="89" y="227"/>
                    <a:pt x="89" y="227"/>
                  </a:cubicBezTo>
                  <a:lnTo>
                    <a:pt x="149" y="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671BAD85-03B2-8E32-6BC7-B3E7C2EA79AA}"/>
                </a:ext>
              </a:extLst>
            </p:cNvPr>
            <p:cNvSpPr>
              <a:spLocks noChangeArrowheads="1"/>
            </p:cNvSpPr>
            <p:nvPr/>
          </p:nvSpPr>
          <p:spPr bwMode="auto">
            <a:xfrm>
              <a:off x="695325" y="814388"/>
              <a:ext cx="87313" cy="131762"/>
            </a:xfrm>
            <a:custGeom>
              <a:avLst/>
              <a:gdLst>
                <a:gd name="T0" fmla="*/ 34 w 241"/>
                <a:gd name="T1" fmla="*/ 207 h 368"/>
                <a:gd name="T2" fmla="*/ 34 w 241"/>
                <a:gd name="T3" fmla="*/ 207 h 368"/>
                <a:gd name="T4" fmla="*/ 74 w 241"/>
                <a:gd name="T5" fmla="*/ 207 h 368"/>
                <a:gd name="T6" fmla="*/ 96 w 241"/>
                <a:gd name="T7" fmla="*/ 210 h 368"/>
                <a:gd name="T8" fmla="*/ 113 w 241"/>
                <a:gd name="T9" fmla="*/ 219 h 368"/>
                <a:gd name="T10" fmla="*/ 129 w 241"/>
                <a:gd name="T11" fmla="*/ 236 h 368"/>
                <a:gd name="T12" fmla="*/ 146 w 241"/>
                <a:gd name="T13" fmla="*/ 262 h 368"/>
                <a:gd name="T14" fmla="*/ 201 w 241"/>
                <a:gd name="T15" fmla="*/ 367 h 368"/>
                <a:gd name="T16" fmla="*/ 240 w 241"/>
                <a:gd name="T17" fmla="*/ 367 h 368"/>
                <a:gd name="T18" fmla="*/ 179 w 241"/>
                <a:gd name="T19" fmla="*/ 254 h 368"/>
                <a:gd name="T20" fmla="*/ 168 w 241"/>
                <a:gd name="T21" fmla="*/ 233 h 368"/>
                <a:gd name="T22" fmla="*/ 155 w 241"/>
                <a:gd name="T23" fmla="*/ 218 h 368"/>
                <a:gd name="T24" fmla="*/ 144 w 241"/>
                <a:gd name="T25" fmla="*/ 205 h 368"/>
                <a:gd name="T26" fmla="*/ 131 w 241"/>
                <a:gd name="T27" fmla="*/ 197 h 368"/>
                <a:gd name="T28" fmla="*/ 131 w 241"/>
                <a:gd name="T29" fmla="*/ 196 h 368"/>
                <a:gd name="T30" fmla="*/ 165 w 241"/>
                <a:gd name="T31" fmla="*/ 184 h 368"/>
                <a:gd name="T32" fmla="*/ 192 w 241"/>
                <a:gd name="T33" fmla="*/ 162 h 368"/>
                <a:gd name="T34" fmla="*/ 209 w 241"/>
                <a:gd name="T35" fmla="*/ 133 h 368"/>
                <a:gd name="T36" fmla="*/ 214 w 241"/>
                <a:gd name="T37" fmla="*/ 96 h 368"/>
                <a:gd name="T38" fmla="*/ 206 w 241"/>
                <a:gd name="T39" fmla="*/ 53 h 368"/>
                <a:gd name="T40" fmla="*/ 181 w 241"/>
                <a:gd name="T41" fmla="*/ 23 h 368"/>
                <a:gd name="T42" fmla="*/ 147 w 241"/>
                <a:gd name="T43" fmla="*/ 5 h 368"/>
                <a:gd name="T44" fmla="*/ 106 w 241"/>
                <a:gd name="T45" fmla="*/ 0 h 368"/>
                <a:gd name="T46" fmla="*/ 0 w 241"/>
                <a:gd name="T47" fmla="*/ 0 h 368"/>
                <a:gd name="T48" fmla="*/ 0 w 241"/>
                <a:gd name="T49" fmla="*/ 367 h 368"/>
                <a:gd name="T50" fmla="*/ 34 w 241"/>
                <a:gd name="T51" fmla="*/ 367 h 368"/>
                <a:gd name="T52" fmla="*/ 34 w 241"/>
                <a:gd name="T53" fmla="*/ 207 h 368"/>
                <a:gd name="T54" fmla="*/ 34 w 241"/>
                <a:gd name="T55" fmla="*/ 30 h 368"/>
                <a:gd name="T56" fmla="*/ 34 w 241"/>
                <a:gd name="T57" fmla="*/ 30 h 368"/>
                <a:gd name="T58" fmla="*/ 98 w 241"/>
                <a:gd name="T59" fmla="*/ 30 h 368"/>
                <a:gd name="T60" fmla="*/ 158 w 241"/>
                <a:gd name="T61" fmla="*/ 49 h 368"/>
                <a:gd name="T62" fmla="*/ 179 w 241"/>
                <a:gd name="T63" fmla="*/ 100 h 368"/>
                <a:gd name="T64" fmla="*/ 173 w 241"/>
                <a:gd name="T65" fmla="*/ 131 h 368"/>
                <a:gd name="T66" fmla="*/ 155 w 241"/>
                <a:gd name="T67" fmla="*/ 156 h 368"/>
                <a:gd name="T68" fmla="*/ 129 w 241"/>
                <a:gd name="T69" fmla="*/ 171 h 368"/>
                <a:gd name="T70" fmla="*/ 95 w 241"/>
                <a:gd name="T71" fmla="*/ 177 h 368"/>
                <a:gd name="T72" fmla="*/ 34 w 241"/>
                <a:gd name="T73" fmla="*/ 177 h 368"/>
                <a:gd name="T74" fmla="*/ 34 w 241"/>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1" h="368">
                  <a:moveTo>
                    <a:pt x="34" y="207"/>
                  </a:moveTo>
                  <a:lnTo>
                    <a:pt x="34" y="207"/>
                  </a:lnTo>
                  <a:cubicBezTo>
                    <a:pt x="74" y="207"/>
                    <a:pt x="74" y="207"/>
                    <a:pt x="74" y="207"/>
                  </a:cubicBezTo>
                  <a:cubicBezTo>
                    <a:pt x="83" y="207"/>
                    <a:pt x="89" y="208"/>
                    <a:pt x="96" y="210"/>
                  </a:cubicBezTo>
                  <a:cubicBezTo>
                    <a:pt x="102" y="212"/>
                    <a:pt x="107" y="215"/>
                    <a:pt x="113" y="219"/>
                  </a:cubicBezTo>
                  <a:cubicBezTo>
                    <a:pt x="118" y="223"/>
                    <a:pt x="124" y="229"/>
                    <a:pt x="129" y="236"/>
                  </a:cubicBezTo>
                  <a:cubicBezTo>
                    <a:pt x="135" y="243"/>
                    <a:pt x="140" y="252"/>
                    <a:pt x="146" y="262"/>
                  </a:cubicBezTo>
                  <a:cubicBezTo>
                    <a:pt x="201" y="367"/>
                    <a:pt x="201" y="367"/>
                    <a:pt x="201" y="367"/>
                  </a:cubicBezTo>
                  <a:cubicBezTo>
                    <a:pt x="240" y="367"/>
                    <a:pt x="240" y="367"/>
                    <a:pt x="240" y="367"/>
                  </a:cubicBezTo>
                  <a:cubicBezTo>
                    <a:pt x="179" y="254"/>
                    <a:pt x="179" y="254"/>
                    <a:pt x="179" y="254"/>
                  </a:cubicBezTo>
                  <a:cubicBezTo>
                    <a:pt x="174" y="247"/>
                    <a:pt x="170" y="240"/>
                    <a:pt x="168" y="233"/>
                  </a:cubicBezTo>
                  <a:cubicBezTo>
                    <a:pt x="164" y="227"/>
                    <a:pt x="159" y="222"/>
                    <a:pt x="155" y="218"/>
                  </a:cubicBezTo>
                  <a:cubicBezTo>
                    <a:pt x="153" y="212"/>
                    <a:pt x="148" y="208"/>
                    <a:pt x="144" y="205"/>
                  </a:cubicBezTo>
                  <a:cubicBezTo>
                    <a:pt x="140" y="203"/>
                    <a:pt x="135" y="200"/>
                    <a:pt x="131" y="197"/>
                  </a:cubicBezTo>
                  <a:cubicBezTo>
                    <a:pt x="131" y="196"/>
                    <a:pt x="131" y="196"/>
                    <a:pt x="131" y="196"/>
                  </a:cubicBezTo>
                  <a:cubicBezTo>
                    <a:pt x="143" y="193"/>
                    <a:pt x="155" y="189"/>
                    <a:pt x="165" y="184"/>
                  </a:cubicBezTo>
                  <a:cubicBezTo>
                    <a:pt x="176" y="177"/>
                    <a:pt x="184" y="170"/>
                    <a:pt x="192" y="162"/>
                  </a:cubicBezTo>
                  <a:cubicBezTo>
                    <a:pt x="199" y="153"/>
                    <a:pt x="205" y="144"/>
                    <a:pt x="209" y="133"/>
                  </a:cubicBezTo>
                  <a:cubicBezTo>
                    <a:pt x="213" y="122"/>
                    <a:pt x="214" y="109"/>
                    <a:pt x="214" y="96"/>
                  </a:cubicBezTo>
                  <a:cubicBezTo>
                    <a:pt x="214" y="81"/>
                    <a:pt x="212" y="66"/>
                    <a:pt x="206" y="53"/>
                  </a:cubicBezTo>
                  <a:cubicBezTo>
                    <a:pt x="199" y="42"/>
                    <a:pt x="191" y="31"/>
                    <a:pt x="181" y="23"/>
                  </a:cubicBezTo>
                  <a:cubicBezTo>
                    <a:pt x="170" y="15"/>
                    <a:pt x="159" y="9"/>
                    <a:pt x="147" y="5"/>
                  </a:cubicBezTo>
                  <a:cubicBezTo>
                    <a:pt x="133" y="1"/>
                    <a:pt x="120" y="0"/>
                    <a:pt x="106" y="0"/>
                  </a:cubicBezTo>
                  <a:cubicBezTo>
                    <a:pt x="0" y="0"/>
                    <a:pt x="0" y="0"/>
                    <a:pt x="0" y="0"/>
                  </a:cubicBezTo>
                  <a:cubicBezTo>
                    <a:pt x="0" y="367"/>
                    <a:pt x="0" y="367"/>
                    <a:pt x="0" y="367"/>
                  </a:cubicBezTo>
                  <a:cubicBezTo>
                    <a:pt x="34" y="367"/>
                    <a:pt x="34" y="367"/>
                    <a:pt x="34" y="367"/>
                  </a:cubicBezTo>
                  <a:lnTo>
                    <a:pt x="34" y="207"/>
                  </a:lnTo>
                  <a:close/>
                  <a:moveTo>
                    <a:pt x="34" y="30"/>
                  </a:moveTo>
                  <a:lnTo>
                    <a:pt x="34" y="30"/>
                  </a:lnTo>
                  <a:cubicBezTo>
                    <a:pt x="98" y="30"/>
                    <a:pt x="98" y="30"/>
                    <a:pt x="98" y="30"/>
                  </a:cubicBezTo>
                  <a:cubicBezTo>
                    <a:pt x="124" y="30"/>
                    <a:pt x="144" y="37"/>
                    <a:pt x="158" y="49"/>
                  </a:cubicBezTo>
                  <a:cubicBezTo>
                    <a:pt x="172" y="61"/>
                    <a:pt x="179" y="78"/>
                    <a:pt x="179" y="100"/>
                  </a:cubicBezTo>
                  <a:cubicBezTo>
                    <a:pt x="179" y="111"/>
                    <a:pt x="177" y="122"/>
                    <a:pt x="173" y="131"/>
                  </a:cubicBezTo>
                  <a:cubicBezTo>
                    <a:pt x="169" y="141"/>
                    <a:pt x="164" y="149"/>
                    <a:pt x="155" y="156"/>
                  </a:cubicBezTo>
                  <a:cubicBezTo>
                    <a:pt x="148" y="162"/>
                    <a:pt x="140" y="167"/>
                    <a:pt x="129" y="171"/>
                  </a:cubicBezTo>
                  <a:cubicBezTo>
                    <a:pt x="120" y="174"/>
                    <a:pt x="107" y="177"/>
                    <a:pt x="95" y="177"/>
                  </a:cubicBezTo>
                  <a:cubicBezTo>
                    <a:pt x="34" y="177"/>
                    <a:pt x="34" y="177"/>
                    <a:pt x="34" y="177"/>
                  </a:cubicBezTo>
                  <a:lnTo>
                    <a:pt x="3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21DD9366-E040-3384-CD57-185551F2C0DB}"/>
                </a:ext>
              </a:extLst>
            </p:cNvPr>
            <p:cNvSpPr>
              <a:spLocks noChangeArrowheads="1"/>
            </p:cNvSpPr>
            <p:nvPr/>
          </p:nvSpPr>
          <p:spPr bwMode="auto">
            <a:xfrm>
              <a:off x="804863" y="814388"/>
              <a:ext cx="87312" cy="131762"/>
            </a:xfrm>
            <a:custGeom>
              <a:avLst/>
              <a:gdLst>
                <a:gd name="T0" fmla="*/ 35 w 243"/>
                <a:gd name="T1" fmla="*/ 207 h 368"/>
                <a:gd name="T2" fmla="*/ 35 w 243"/>
                <a:gd name="T3" fmla="*/ 207 h 368"/>
                <a:gd name="T4" fmla="*/ 76 w 243"/>
                <a:gd name="T5" fmla="*/ 207 h 368"/>
                <a:gd name="T6" fmla="*/ 97 w 243"/>
                <a:gd name="T7" fmla="*/ 210 h 368"/>
                <a:gd name="T8" fmla="*/ 114 w 243"/>
                <a:gd name="T9" fmla="*/ 219 h 368"/>
                <a:gd name="T10" fmla="*/ 131 w 243"/>
                <a:gd name="T11" fmla="*/ 236 h 368"/>
                <a:gd name="T12" fmla="*/ 146 w 243"/>
                <a:gd name="T13" fmla="*/ 262 h 368"/>
                <a:gd name="T14" fmla="*/ 202 w 243"/>
                <a:gd name="T15" fmla="*/ 367 h 368"/>
                <a:gd name="T16" fmla="*/ 242 w 243"/>
                <a:gd name="T17" fmla="*/ 367 h 368"/>
                <a:gd name="T18" fmla="*/ 180 w 243"/>
                <a:gd name="T19" fmla="*/ 254 h 368"/>
                <a:gd name="T20" fmla="*/ 168 w 243"/>
                <a:gd name="T21" fmla="*/ 233 h 368"/>
                <a:gd name="T22" fmla="*/ 157 w 243"/>
                <a:gd name="T23" fmla="*/ 218 h 368"/>
                <a:gd name="T24" fmla="*/ 145 w 243"/>
                <a:gd name="T25" fmla="*/ 205 h 368"/>
                <a:gd name="T26" fmla="*/ 131 w 243"/>
                <a:gd name="T27" fmla="*/ 197 h 368"/>
                <a:gd name="T28" fmla="*/ 131 w 243"/>
                <a:gd name="T29" fmla="*/ 196 h 368"/>
                <a:gd name="T30" fmla="*/ 167 w 243"/>
                <a:gd name="T31" fmla="*/ 184 h 368"/>
                <a:gd name="T32" fmla="*/ 193 w 243"/>
                <a:gd name="T33" fmla="*/ 162 h 368"/>
                <a:gd name="T34" fmla="*/ 209 w 243"/>
                <a:gd name="T35" fmla="*/ 133 h 368"/>
                <a:gd name="T36" fmla="*/ 216 w 243"/>
                <a:gd name="T37" fmla="*/ 96 h 368"/>
                <a:gd name="T38" fmla="*/ 206 w 243"/>
                <a:gd name="T39" fmla="*/ 53 h 368"/>
                <a:gd name="T40" fmla="*/ 182 w 243"/>
                <a:gd name="T41" fmla="*/ 23 h 368"/>
                <a:gd name="T42" fmla="*/ 147 w 243"/>
                <a:gd name="T43" fmla="*/ 5 h 368"/>
                <a:gd name="T44" fmla="*/ 108 w 243"/>
                <a:gd name="T45" fmla="*/ 0 h 368"/>
                <a:gd name="T46" fmla="*/ 0 w 243"/>
                <a:gd name="T47" fmla="*/ 0 h 368"/>
                <a:gd name="T48" fmla="*/ 0 w 243"/>
                <a:gd name="T49" fmla="*/ 367 h 368"/>
                <a:gd name="T50" fmla="*/ 35 w 243"/>
                <a:gd name="T51" fmla="*/ 367 h 368"/>
                <a:gd name="T52" fmla="*/ 35 w 243"/>
                <a:gd name="T53" fmla="*/ 207 h 368"/>
                <a:gd name="T54" fmla="*/ 35 w 243"/>
                <a:gd name="T55" fmla="*/ 30 h 368"/>
                <a:gd name="T56" fmla="*/ 35 w 243"/>
                <a:gd name="T57" fmla="*/ 30 h 368"/>
                <a:gd name="T58" fmla="*/ 99 w 243"/>
                <a:gd name="T59" fmla="*/ 30 h 368"/>
                <a:gd name="T60" fmla="*/ 158 w 243"/>
                <a:gd name="T61" fmla="*/ 49 h 368"/>
                <a:gd name="T62" fmla="*/ 180 w 243"/>
                <a:gd name="T63" fmla="*/ 100 h 368"/>
                <a:gd name="T64" fmla="*/ 173 w 243"/>
                <a:gd name="T65" fmla="*/ 131 h 368"/>
                <a:gd name="T66" fmla="*/ 157 w 243"/>
                <a:gd name="T67" fmla="*/ 156 h 368"/>
                <a:gd name="T68" fmla="*/ 131 w 243"/>
                <a:gd name="T69" fmla="*/ 171 h 368"/>
                <a:gd name="T70" fmla="*/ 97 w 243"/>
                <a:gd name="T71" fmla="*/ 177 h 368"/>
                <a:gd name="T72" fmla="*/ 35 w 243"/>
                <a:gd name="T73" fmla="*/ 177 h 368"/>
                <a:gd name="T74" fmla="*/ 35 w 243"/>
                <a:gd name="T75" fmla="*/ 3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3" h="368">
                  <a:moveTo>
                    <a:pt x="35" y="207"/>
                  </a:moveTo>
                  <a:lnTo>
                    <a:pt x="35" y="207"/>
                  </a:lnTo>
                  <a:cubicBezTo>
                    <a:pt x="76" y="207"/>
                    <a:pt x="76" y="207"/>
                    <a:pt x="76" y="207"/>
                  </a:cubicBezTo>
                  <a:cubicBezTo>
                    <a:pt x="83" y="207"/>
                    <a:pt x="91" y="208"/>
                    <a:pt x="97" y="210"/>
                  </a:cubicBezTo>
                  <a:cubicBezTo>
                    <a:pt x="103" y="212"/>
                    <a:pt x="109" y="215"/>
                    <a:pt x="114" y="219"/>
                  </a:cubicBezTo>
                  <a:cubicBezTo>
                    <a:pt x="120" y="223"/>
                    <a:pt x="125" y="229"/>
                    <a:pt x="131" y="236"/>
                  </a:cubicBezTo>
                  <a:cubicBezTo>
                    <a:pt x="135" y="243"/>
                    <a:pt x="141" y="252"/>
                    <a:pt x="146" y="262"/>
                  </a:cubicBezTo>
                  <a:cubicBezTo>
                    <a:pt x="202" y="367"/>
                    <a:pt x="202" y="367"/>
                    <a:pt x="202" y="367"/>
                  </a:cubicBezTo>
                  <a:cubicBezTo>
                    <a:pt x="242" y="367"/>
                    <a:pt x="242" y="367"/>
                    <a:pt x="242" y="367"/>
                  </a:cubicBezTo>
                  <a:cubicBezTo>
                    <a:pt x="180" y="254"/>
                    <a:pt x="180" y="254"/>
                    <a:pt x="180" y="254"/>
                  </a:cubicBezTo>
                  <a:cubicBezTo>
                    <a:pt x="176" y="247"/>
                    <a:pt x="172" y="240"/>
                    <a:pt x="168" y="233"/>
                  </a:cubicBezTo>
                  <a:cubicBezTo>
                    <a:pt x="164" y="227"/>
                    <a:pt x="161" y="222"/>
                    <a:pt x="157" y="218"/>
                  </a:cubicBezTo>
                  <a:cubicBezTo>
                    <a:pt x="153" y="212"/>
                    <a:pt x="149" y="208"/>
                    <a:pt x="145" y="205"/>
                  </a:cubicBezTo>
                  <a:cubicBezTo>
                    <a:pt x="141" y="203"/>
                    <a:pt x="136" y="200"/>
                    <a:pt x="131" y="197"/>
                  </a:cubicBezTo>
                  <a:cubicBezTo>
                    <a:pt x="131" y="196"/>
                    <a:pt x="131" y="196"/>
                    <a:pt x="131" y="196"/>
                  </a:cubicBezTo>
                  <a:cubicBezTo>
                    <a:pt x="145" y="193"/>
                    <a:pt x="156" y="189"/>
                    <a:pt x="167" y="184"/>
                  </a:cubicBezTo>
                  <a:cubicBezTo>
                    <a:pt x="176" y="177"/>
                    <a:pt x="186" y="170"/>
                    <a:pt x="193" y="162"/>
                  </a:cubicBezTo>
                  <a:cubicBezTo>
                    <a:pt x="200" y="153"/>
                    <a:pt x="205" y="144"/>
                    <a:pt x="209" y="133"/>
                  </a:cubicBezTo>
                  <a:cubicBezTo>
                    <a:pt x="213" y="122"/>
                    <a:pt x="216" y="109"/>
                    <a:pt x="216" y="96"/>
                  </a:cubicBezTo>
                  <a:cubicBezTo>
                    <a:pt x="216" y="81"/>
                    <a:pt x="212" y="66"/>
                    <a:pt x="206" y="53"/>
                  </a:cubicBezTo>
                  <a:cubicBezTo>
                    <a:pt x="201" y="42"/>
                    <a:pt x="193" y="31"/>
                    <a:pt x="182" y="23"/>
                  </a:cubicBezTo>
                  <a:cubicBezTo>
                    <a:pt x="172" y="15"/>
                    <a:pt x="160" y="9"/>
                    <a:pt x="147" y="5"/>
                  </a:cubicBezTo>
                  <a:cubicBezTo>
                    <a:pt x="135" y="1"/>
                    <a:pt x="121" y="0"/>
                    <a:pt x="108" y="0"/>
                  </a:cubicBezTo>
                  <a:cubicBezTo>
                    <a:pt x="0" y="0"/>
                    <a:pt x="0" y="0"/>
                    <a:pt x="0" y="0"/>
                  </a:cubicBezTo>
                  <a:cubicBezTo>
                    <a:pt x="0" y="367"/>
                    <a:pt x="0" y="367"/>
                    <a:pt x="0" y="367"/>
                  </a:cubicBezTo>
                  <a:cubicBezTo>
                    <a:pt x="35" y="367"/>
                    <a:pt x="35" y="367"/>
                    <a:pt x="35" y="367"/>
                  </a:cubicBezTo>
                  <a:lnTo>
                    <a:pt x="35" y="207"/>
                  </a:lnTo>
                  <a:close/>
                  <a:moveTo>
                    <a:pt x="35" y="30"/>
                  </a:moveTo>
                  <a:lnTo>
                    <a:pt x="35" y="30"/>
                  </a:lnTo>
                  <a:cubicBezTo>
                    <a:pt x="99" y="30"/>
                    <a:pt x="99" y="30"/>
                    <a:pt x="99" y="30"/>
                  </a:cubicBezTo>
                  <a:cubicBezTo>
                    <a:pt x="125" y="30"/>
                    <a:pt x="145" y="37"/>
                    <a:pt x="158" y="49"/>
                  </a:cubicBezTo>
                  <a:cubicBezTo>
                    <a:pt x="173" y="61"/>
                    <a:pt x="180" y="78"/>
                    <a:pt x="180" y="100"/>
                  </a:cubicBezTo>
                  <a:cubicBezTo>
                    <a:pt x="180" y="111"/>
                    <a:pt x="178" y="122"/>
                    <a:pt x="173" y="131"/>
                  </a:cubicBezTo>
                  <a:cubicBezTo>
                    <a:pt x="169" y="141"/>
                    <a:pt x="164" y="149"/>
                    <a:pt x="157" y="156"/>
                  </a:cubicBezTo>
                  <a:cubicBezTo>
                    <a:pt x="149" y="162"/>
                    <a:pt x="141" y="167"/>
                    <a:pt x="131" y="171"/>
                  </a:cubicBezTo>
                  <a:cubicBezTo>
                    <a:pt x="120" y="174"/>
                    <a:pt x="109" y="177"/>
                    <a:pt x="97" y="177"/>
                  </a:cubicBezTo>
                  <a:cubicBezTo>
                    <a:pt x="35" y="177"/>
                    <a:pt x="35" y="177"/>
                    <a:pt x="35" y="177"/>
                  </a:cubicBezTo>
                  <a:lnTo>
                    <a:pt x="35"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 name="Freeform 4">
              <a:extLst>
                <a:ext uri="{FF2B5EF4-FFF2-40B4-BE49-F238E27FC236}">
                  <a16:creationId xmlns:a16="http://schemas.microsoft.com/office/drawing/2014/main" id="{03CD7EA9-568C-A17C-44A0-515A6F18DC2C}"/>
                </a:ext>
              </a:extLst>
            </p:cNvPr>
            <p:cNvSpPr>
              <a:spLocks noChangeArrowheads="1"/>
            </p:cNvSpPr>
            <p:nvPr/>
          </p:nvSpPr>
          <p:spPr bwMode="auto">
            <a:xfrm>
              <a:off x="904875" y="811213"/>
              <a:ext cx="125413" cy="138112"/>
            </a:xfrm>
            <a:custGeom>
              <a:avLst/>
              <a:gdLst>
                <a:gd name="T0" fmla="*/ 247 w 348"/>
                <a:gd name="T1" fmla="*/ 366 h 382"/>
                <a:gd name="T2" fmla="*/ 247 w 348"/>
                <a:gd name="T3" fmla="*/ 366 h 382"/>
                <a:gd name="T4" fmla="*/ 302 w 348"/>
                <a:gd name="T5" fmla="*/ 325 h 382"/>
                <a:gd name="T6" fmla="*/ 336 w 348"/>
                <a:gd name="T7" fmla="*/ 263 h 382"/>
                <a:gd name="T8" fmla="*/ 347 w 348"/>
                <a:gd name="T9" fmla="*/ 185 h 382"/>
                <a:gd name="T10" fmla="*/ 335 w 348"/>
                <a:gd name="T11" fmla="*/ 111 h 382"/>
                <a:gd name="T12" fmla="*/ 302 w 348"/>
                <a:gd name="T13" fmla="*/ 53 h 382"/>
                <a:gd name="T14" fmla="*/ 248 w 348"/>
                <a:gd name="T15" fmla="*/ 13 h 382"/>
                <a:gd name="T16" fmla="*/ 178 w 348"/>
                <a:gd name="T17" fmla="*/ 0 h 382"/>
                <a:gd name="T18" fmla="*/ 103 w 348"/>
                <a:gd name="T19" fmla="*/ 13 h 382"/>
                <a:gd name="T20" fmla="*/ 46 w 348"/>
                <a:gd name="T21" fmla="*/ 55 h 382"/>
                <a:gd name="T22" fmla="*/ 12 w 348"/>
                <a:gd name="T23" fmla="*/ 115 h 382"/>
                <a:gd name="T24" fmla="*/ 0 w 348"/>
                <a:gd name="T25" fmla="*/ 195 h 382"/>
                <a:gd name="T26" fmla="*/ 12 w 348"/>
                <a:gd name="T27" fmla="*/ 267 h 382"/>
                <a:gd name="T28" fmla="*/ 46 w 348"/>
                <a:gd name="T29" fmla="*/ 328 h 382"/>
                <a:gd name="T30" fmla="*/ 100 w 348"/>
                <a:gd name="T31" fmla="*/ 368 h 382"/>
                <a:gd name="T32" fmla="*/ 171 w 348"/>
                <a:gd name="T33" fmla="*/ 381 h 382"/>
                <a:gd name="T34" fmla="*/ 247 w 348"/>
                <a:gd name="T35" fmla="*/ 366 h 382"/>
                <a:gd name="T36" fmla="*/ 111 w 348"/>
                <a:gd name="T37" fmla="*/ 337 h 382"/>
                <a:gd name="T38" fmla="*/ 111 w 348"/>
                <a:gd name="T39" fmla="*/ 337 h 382"/>
                <a:gd name="T40" fmla="*/ 68 w 348"/>
                <a:gd name="T41" fmla="*/ 302 h 382"/>
                <a:gd name="T42" fmla="*/ 44 w 348"/>
                <a:gd name="T43" fmla="*/ 251 h 382"/>
                <a:gd name="T44" fmla="*/ 35 w 348"/>
                <a:gd name="T45" fmla="*/ 192 h 382"/>
                <a:gd name="T46" fmla="*/ 45 w 348"/>
                <a:gd name="T47" fmla="*/ 129 h 382"/>
                <a:gd name="T48" fmla="*/ 71 w 348"/>
                <a:gd name="T49" fmla="*/ 78 h 382"/>
                <a:gd name="T50" fmla="*/ 115 w 348"/>
                <a:gd name="T51" fmla="*/ 44 h 382"/>
                <a:gd name="T52" fmla="*/ 174 w 348"/>
                <a:gd name="T53" fmla="*/ 31 h 382"/>
                <a:gd name="T54" fmla="*/ 236 w 348"/>
                <a:gd name="T55" fmla="*/ 44 h 382"/>
                <a:gd name="T56" fmla="*/ 278 w 348"/>
                <a:gd name="T57" fmla="*/ 78 h 382"/>
                <a:gd name="T58" fmla="*/ 303 w 348"/>
                <a:gd name="T59" fmla="*/ 129 h 382"/>
                <a:gd name="T60" fmla="*/ 311 w 348"/>
                <a:gd name="T61" fmla="*/ 191 h 382"/>
                <a:gd name="T62" fmla="*/ 302 w 348"/>
                <a:gd name="T63" fmla="*/ 255 h 382"/>
                <a:gd name="T64" fmla="*/ 276 w 348"/>
                <a:gd name="T65" fmla="*/ 306 h 382"/>
                <a:gd name="T66" fmla="*/ 232 w 348"/>
                <a:gd name="T67" fmla="*/ 339 h 382"/>
                <a:gd name="T68" fmla="*/ 171 w 348"/>
                <a:gd name="T69" fmla="*/ 350 h 382"/>
                <a:gd name="T70" fmla="*/ 111 w 348"/>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247" y="366"/>
                  </a:moveTo>
                  <a:lnTo>
                    <a:pt x="247" y="366"/>
                  </a:lnTo>
                  <a:cubicBezTo>
                    <a:pt x="269" y="357"/>
                    <a:pt x="287" y="343"/>
                    <a:pt x="302" y="325"/>
                  </a:cubicBezTo>
                  <a:cubicBezTo>
                    <a:pt x="317" y="307"/>
                    <a:pt x="328" y="287"/>
                    <a:pt x="336" y="263"/>
                  </a:cubicBezTo>
                  <a:cubicBezTo>
                    <a:pt x="343" y="240"/>
                    <a:pt x="347" y="214"/>
                    <a:pt x="347" y="185"/>
                  </a:cubicBezTo>
                  <a:cubicBezTo>
                    <a:pt x="347" y="159"/>
                    <a:pt x="343" y="134"/>
                    <a:pt x="335" y="111"/>
                  </a:cubicBezTo>
                  <a:cubicBezTo>
                    <a:pt x="328" y="89"/>
                    <a:pt x="317" y="70"/>
                    <a:pt x="302" y="53"/>
                  </a:cubicBezTo>
                  <a:cubicBezTo>
                    <a:pt x="287" y="37"/>
                    <a:pt x="269" y="23"/>
                    <a:pt x="248" y="13"/>
                  </a:cubicBezTo>
                  <a:cubicBezTo>
                    <a:pt x="228" y="4"/>
                    <a:pt x="204" y="0"/>
                    <a:pt x="178" y="0"/>
                  </a:cubicBezTo>
                  <a:cubicBezTo>
                    <a:pt x="149" y="0"/>
                    <a:pt x="125" y="5"/>
                    <a:pt x="103" y="13"/>
                  </a:cubicBezTo>
                  <a:cubicBezTo>
                    <a:pt x="81" y="23"/>
                    <a:pt x="62" y="37"/>
                    <a:pt x="46" y="55"/>
                  </a:cubicBezTo>
                  <a:cubicBezTo>
                    <a:pt x="31" y="71"/>
                    <a:pt x="20" y="92"/>
                    <a:pt x="12" y="115"/>
                  </a:cubicBezTo>
                  <a:cubicBezTo>
                    <a:pt x="4" y="140"/>
                    <a:pt x="0" y="166"/>
                    <a:pt x="0" y="195"/>
                  </a:cubicBezTo>
                  <a:cubicBezTo>
                    <a:pt x="0" y="221"/>
                    <a:pt x="4" y="245"/>
                    <a:pt x="12" y="267"/>
                  </a:cubicBezTo>
                  <a:cubicBezTo>
                    <a:pt x="20" y="291"/>
                    <a:pt x="31" y="310"/>
                    <a:pt x="46" y="328"/>
                  </a:cubicBezTo>
                  <a:cubicBezTo>
                    <a:pt x="60" y="344"/>
                    <a:pt x="79" y="357"/>
                    <a:pt x="100" y="368"/>
                  </a:cubicBezTo>
                  <a:cubicBezTo>
                    <a:pt x="122" y="377"/>
                    <a:pt x="145" y="381"/>
                    <a:pt x="171" y="381"/>
                  </a:cubicBezTo>
                  <a:cubicBezTo>
                    <a:pt x="200" y="381"/>
                    <a:pt x="225" y="376"/>
                    <a:pt x="247" y="366"/>
                  </a:cubicBezTo>
                  <a:close/>
                  <a:moveTo>
                    <a:pt x="111" y="337"/>
                  </a:moveTo>
                  <a:lnTo>
                    <a:pt x="111" y="337"/>
                  </a:lnTo>
                  <a:cubicBezTo>
                    <a:pt x="94" y="328"/>
                    <a:pt x="81" y="317"/>
                    <a:pt x="68" y="302"/>
                  </a:cubicBezTo>
                  <a:cubicBezTo>
                    <a:pt x="57" y="288"/>
                    <a:pt x="49" y="270"/>
                    <a:pt x="44" y="251"/>
                  </a:cubicBezTo>
                  <a:cubicBezTo>
                    <a:pt x="38" y="232"/>
                    <a:pt x="35" y="212"/>
                    <a:pt x="35" y="192"/>
                  </a:cubicBezTo>
                  <a:cubicBezTo>
                    <a:pt x="35" y="170"/>
                    <a:pt x="38" y="148"/>
                    <a:pt x="45" y="129"/>
                  </a:cubicBezTo>
                  <a:cubicBezTo>
                    <a:pt x="51" y="110"/>
                    <a:pt x="60" y="93"/>
                    <a:pt x="71" y="78"/>
                  </a:cubicBezTo>
                  <a:cubicBezTo>
                    <a:pt x="84" y="64"/>
                    <a:pt x="99" y="52"/>
                    <a:pt x="115" y="44"/>
                  </a:cubicBezTo>
                  <a:cubicBezTo>
                    <a:pt x="133" y="35"/>
                    <a:pt x="152" y="31"/>
                    <a:pt x="174" y="31"/>
                  </a:cubicBezTo>
                  <a:cubicBezTo>
                    <a:pt x="199" y="31"/>
                    <a:pt x="219" y="35"/>
                    <a:pt x="236" y="44"/>
                  </a:cubicBezTo>
                  <a:cubicBezTo>
                    <a:pt x="254" y="52"/>
                    <a:pt x="267" y="64"/>
                    <a:pt x="278" y="78"/>
                  </a:cubicBezTo>
                  <a:cubicBezTo>
                    <a:pt x="289" y="93"/>
                    <a:pt x="298" y="110"/>
                    <a:pt x="303" y="129"/>
                  </a:cubicBezTo>
                  <a:cubicBezTo>
                    <a:pt x="309" y="148"/>
                    <a:pt x="311" y="169"/>
                    <a:pt x="311" y="191"/>
                  </a:cubicBezTo>
                  <a:cubicBezTo>
                    <a:pt x="311" y="214"/>
                    <a:pt x="309" y="234"/>
                    <a:pt x="302" y="255"/>
                  </a:cubicBezTo>
                  <a:cubicBezTo>
                    <a:pt x="296" y="274"/>
                    <a:pt x="288" y="291"/>
                    <a:pt x="276" y="306"/>
                  </a:cubicBezTo>
                  <a:cubicBezTo>
                    <a:pt x="265" y="320"/>
                    <a:pt x="250" y="331"/>
                    <a:pt x="232" y="339"/>
                  </a:cubicBezTo>
                  <a:cubicBezTo>
                    <a:pt x="215" y="347"/>
                    <a:pt x="195" y="350"/>
                    <a:pt x="171" y="350"/>
                  </a:cubicBezTo>
                  <a:cubicBezTo>
                    <a:pt x="148" y="350"/>
                    <a:pt x="129" y="346"/>
                    <a:pt x="111"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 name="Freeform 5">
              <a:extLst>
                <a:ext uri="{FF2B5EF4-FFF2-40B4-BE49-F238E27FC236}">
                  <a16:creationId xmlns:a16="http://schemas.microsoft.com/office/drawing/2014/main" id="{454D4F5A-08A3-CB49-5651-3EAFAB18219D}"/>
                </a:ext>
              </a:extLst>
            </p:cNvPr>
            <p:cNvSpPr>
              <a:spLocks noChangeArrowheads="1"/>
            </p:cNvSpPr>
            <p:nvPr/>
          </p:nvSpPr>
          <p:spPr bwMode="auto">
            <a:xfrm>
              <a:off x="1042988" y="814388"/>
              <a:ext cx="166687" cy="131762"/>
            </a:xfrm>
            <a:custGeom>
              <a:avLst/>
              <a:gdLst>
                <a:gd name="T0" fmla="*/ 144 w 463"/>
                <a:gd name="T1" fmla="*/ 367 h 368"/>
                <a:gd name="T2" fmla="*/ 144 w 463"/>
                <a:gd name="T3" fmla="*/ 367 h 368"/>
                <a:gd name="T4" fmla="*/ 226 w 463"/>
                <a:gd name="T5" fmla="*/ 94 h 368"/>
                <a:gd name="T6" fmla="*/ 233 w 463"/>
                <a:gd name="T7" fmla="*/ 59 h 368"/>
                <a:gd name="T8" fmla="*/ 234 w 463"/>
                <a:gd name="T9" fmla="*/ 59 h 368"/>
                <a:gd name="T10" fmla="*/ 237 w 463"/>
                <a:gd name="T11" fmla="*/ 75 h 368"/>
                <a:gd name="T12" fmla="*/ 241 w 463"/>
                <a:gd name="T13" fmla="*/ 94 h 368"/>
                <a:gd name="T14" fmla="*/ 320 w 463"/>
                <a:gd name="T15" fmla="*/ 367 h 368"/>
                <a:gd name="T16" fmla="*/ 355 w 463"/>
                <a:gd name="T17" fmla="*/ 367 h 368"/>
                <a:gd name="T18" fmla="*/ 462 w 463"/>
                <a:gd name="T19" fmla="*/ 0 h 368"/>
                <a:gd name="T20" fmla="*/ 425 w 463"/>
                <a:gd name="T21" fmla="*/ 0 h 368"/>
                <a:gd name="T22" fmla="*/ 344 w 463"/>
                <a:gd name="T23" fmla="*/ 297 h 368"/>
                <a:gd name="T24" fmla="*/ 340 w 463"/>
                <a:gd name="T25" fmla="*/ 311 h 368"/>
                <a:gd name="T26" fmla="*/ 339 w 463"/>
                <a:gd name="T27" fmla="*/ 324 h 368"/>
                <a:gd name="T28" fmla="*/ 337 w 463"/>
                <a:gd name="T29" fmla="*/ 324 h 368"/>
                <a:gd name="T30" fmla="*/ 335 w 463"/>
                <a:gd name="T31" fmla="*/ 307 h 368"/>
                <a:gd name="T32" fmla="*/ 331 w 463"/>
                <a:gd name="T33" fmla="*/ 289 h 368"/>
                <a:gd name="T34" fmla="*/ 250 w 463"/>
                <a:gd name="T35" fmla="*/ 0 h 368"/>
                <a:gd name="T36" fmla="*/ 222 w 463"/>
                <a:gd name="T37" fmla="*/ 0 h 368"/>
                <a:gd name="T38" fmla="*/ 136 w 463"/>
                <a:gd name="T39" fmla="*/ 288 h 368"/>
                <a:gd name="T40" fmla="*/ 127 w 463"/>
                <a:gd name="T41" fmla="*/ 324 h 368"/>
                <a:gd name="T42" fmla="*/ 126 w 463"/>
                <a:gd name="T43" fmla="*/ 324 h 368"/>
                <a:gd name="T44" fmla="*/ 123 w 463"/>
                <a:gd name="T45" fmla="*/ 307 h 368"/>
                <a:gd name="T46" fmla="*/ 119 w 463"/>
                <a:gd name="T47" fmla="*/ 288 h 368"/>
                <a:gd name="T48" fmla="*/ 38 w 463"/>
                <a:gd name="T49" fmla="*/ 0 h 368"/>
                <a:gd name="T50" fmla="*/ 0 w 463"/>
                <a:gd name="T51" fmla="*/ 0 h 368"/>
                <a:gd name="T52" fmla="*/ 108 w 463"/>
                <a:gd name="T53" fmla="*/ 367 h 368"/>
                <a:gd name="T54" fmla="*/ 144 w 463"/>
                <a:gd name="T55"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63" h="368">
                  <a:moveTo>
                    <a:pt x="144" y="367"/>
                  </a:moveTo>
                  <a:lnTo>
                    <a:pt x="144" y="367"/>
                  </a:lnTo>
                  <a:cubicBezTo>
                    <a:pt x="226" y="94"/>
                    <a:pt x="226" y="94"/>
                    <a:pt x="226" y="94"/>
                  </a:cubicBezTo>
                  <a:cubicBezTo>
                    <a:pt x="230" y="81"/>
                    <a:pt x="233" y="68"/>
                    <a:pt x="233" y="59"/>
                  </a:cubicBezTo>
                  <a:cubicBezTo>
                    <a:pt x="234" y="59"/>
                    <a:pt x="234" y="59"/>
                    <a:pt x="234" y="59"/>
                  </a:cubicBezTo>
                  <a:cubicBezTo>
                    <a:pt x="234" y="64"/>
                    <a:pt x="236" y="70"/>
                    <a:pt x="237" y="75"/>
                  </a:cubicBezTo>
                  <a:cubicBezTo>
                    <a:pt x="237" y="82"/>
                    <a:pt x="239" y="87"/>
                    <a:pt x="241" y="94"/>
                  </a:cubicBezTo>
                  <a:cubicBezTo>
                    <a:pt x="320" y="367"/>
                    <a:pt x="320" y="367"/>
                    <a:pt x="320" y="367"/>
                  </a:cubicBezTo>
                  <a:cubicBezTo>
                    <a:pt x="355" y="367"/>
                    <a:pt x="355" y="367"/>
                    <a:pt x="355" y="367"/>
                  </a:cubicBezTo>
                  <a:cubicBezTo>
                    <a:pt x="462" y="0"/>
                    <a:pt x="462" y="0"/>
                    <a:pt x="462" y="0"/>
                  </a:cubicBezTo>
                  <a:cubicBezTo>
                    <a:pt x="425" y="0"/>
                    <a:pt x="425" y="0"/>
                    <a:pt x="425" y="0"/>
                  </a:cubicBezTo>
                  <a:cubicBezTo>
                    <a:pt x="344" y="297"/>
                    <a:pt x="344" y="297"/>
                    <a:pt x="344" y="297"/>
                  </a:cubicBezTo>
                  <a:cubicBezTo>
                    <a:pt x="343" y="303"/>
                    <a:pt x="342" y="307"/>
                    <a:pt x="340" y="311"/>
                  </a:cubicBezTo>
                  <a:cubicBezTo>
                    <a:pt x="339" y="315"/>
                    <a:pt x="339" y="319"/>
                    <a:pt x="339" y="324"/>
                  </a:cubicBezTo>
                  <a:cubicBezTo>
                    <a:pt x="337" y="324"/>
                    <a:pt x="337" y="324"/>
                    <a:pt x="337" y="324"/>
                  </a:cubicBezTo>
                  <a:cubicBezTo>
                    <a:pt x="336" y="318"/>
                    <a:pt x="336" y="313"/>
                    <a:pt x="335" y="307"/>
                  </a:cubicBezTo>
                  <a:cubicBezTo>
                    <a:pt x="333" y="302"/>
                    <a:pt x="332" y="295"/>
                    <a:pt x="331" y="289"/>
                  </a:cubicBezTo>
                  <a:cubicBezTo>
                    <a:pt x="250" y="0"/>
                    <a:pt x="250" y="0"/>
                    <a:pt x="250" y="0"/>
                  </a:cubicBezTo>
                  <a:cubicBezTo>
                    <a:pt x="222" y="0"/>
                    <a:pt x="222" y="0"/>
                    <a:pt x="222" y="0"/>
                  </a:cubicBezTo>
                  <a:cubicBezTo>
                    <a:pt x="136" y="288"/>
                    <a:pt x="136" y="288"/>
                    <a:pt x="136" y="288"/>
                  </a:cubicBezTo>
                  <a:cubicBezTo>
                    <a:pt x="132" y="304"/>
                    <a:pt x="129" y="315"/>
                    <a:pt x="127" y="324"/>
                  </a:cubicBezTo>
                  <a:cubicBezTo>
                    <a:pt x="126" y="324"/>
                    <a:pt x="126" y="324"/>
                    <a:pt x="126" y="324"/>
                  </a:cubicBezTo>
                  <a:cubicBezTo>
                    <a:pt x="126" y="318"/>
                    <a:pt x="125" y="313"/>
                    <a:pt x="123" y="307"/>
                  </a:cubicBezTo>
                  <a:cubicBezTo>
                    <a:pt x="122" y="302"/>
                    <a:pt x="121" y="295"/>
                    <a:pt x="119" y="288"/>
                  </a:cubicBezTo>
                  <a:cubicBezTo>
                    <a:pt x="38" y="0"/>
                    <a:pt x="38" y="0"/>
                    <a:pt x="38" y="0"/>
                  </a:cubicBezTo>
                  <a:cubicBezTo>
                    <a:pt x="0" y="0"/>
                    <a:pt x="0" y="0"/>
                    <a:pt x="0" y="0"/>
                  </a:cubicBezTo>
                  <a:cubicBezTo>
                    <a:pt x="108" y="367"/>
                    <a:pt x="108" y="367"/>
                    <a:pt x="108" y="367"/>
                  </a:cubicBezTo>
                  <a:lnTo>
                    <a:pt x="144"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6">
              <a:extLst>
                <a:ext uri="{FF2B5EF4-FFF2-40B4-BE49-F238E27FC236}">
                  <a16:creationId xmlns:a16="http://schemas.microsoft.com/office/drawing/2014/main" id="{FBB3675D-568A-5476-7F40-63CBB6A7BA7E}"/>
                </a:ext>
              </a:extLst>
            </p:cNvPr>
            <p:cNvSpPr>
              <a:spLocks noChangeArrowheads="1"/>
            </p:cNvSpPr>
            <p:nvPr/>
          </p:nvSpPr>
          <p:spPr bwMode="auto">
            <a:xfrm>
              <a:off x="1223963" y="811213"/>
              <a:ext cx="76200" cy="138112"/>
            </a:xfrm>
            <a:custGeom>
              <a:avLst/>
              <a:gdLst>
                <a:gd name="T0" fmla="*/ 42 w 211"/>
                <a:gd name="T1" fmla="*/ 376 h 382"/>
                <a:gd name="T2" fmla="*/ 42 w 211"/>
                <a:gd name="T3" fmla="*/ 376 h 382"/>
                <a:gd name="T4" fmla="*/ 67 w 211"/>
                <a:gd name="T5" fmla="*/ 380 h 382"/>
                <a:gd name="T6" fmla="*/ 88 w 211"/>
                <a:gd name="T7" fmla="*/ 381 h 382"/>
                <a:gd name="T8" fmla="*/ 137 w 211"/>
                <a:gd name="T9" fmla="*/ 374 h 382"/>
                <a:gd name="T10" fmla="*/ 176 w 211"/>
                <a:gd name="T11" fmla="*/ 357 h 382"/>
                <a:gd name="T12" fmla="*/ 200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6 w 211"/>
                <a:gd name="T37" fmla="*/ 35 h 382"/>
                <a:gd name="T38" fmla="*/ 118 w 211"/>
                <a:gd name="T39" fmla="*/ 31 h 382"/>
                <a:gd name="T40" fmla="*/ 195 w 211"/>
                <a:gd name="T41" fmla="*/ 49 h 382"/>
                <a:gd name="T42" fmla="*/ 195 w 211"/>
                <a:gd name="T43" fmla="*/ 12 h 382"/>
                <a:gd name="T44" fmla="*/ 122 w 211"/>
                <a:gd name="T45" fmla="*/ 0 h 382"/>
                <a:gd name="T46" fmla="*/ 75 w 211"/>
                <a:gd name="T47" fmla="*/ 7 h 382"/>
                <a:gd name="T48" fmla="*/ 37 w 211"/>
                <a:gd name="T49" fmla="*/ 26 h 382"/>
                <a:gd name="T50" fmla="*/ 11 w 211"/>
                <a:gd name="T51" fmla="*/ 56 h 382"/>
                <a:gd name="T52" fmla="*/ 1 w 211"/>
                <a:gd name="T53" fmla="*/ 96 h 382"/>
                <a:gd name="T54" fmla="*/ 7 w 211"/>
                <a:gd name="T55" fmla="*/ 127 h 382"/>
                <a:gd name="T56" fmla="*/ 22 w 211"/>
                <a:gd name="T57" fmla="*/ 154 h 382"/>
                <a:gd name="T58" fmla="*/ 51 w 211"/>
                <a:gd name="T59" fmla="*/ 177 h 382"/>
                <a:gd name="T60" fmla="*/ 91 w 211"/>
                <a:gd name="T61" fmla="*/ 202 h 382"/>
                <a:gd name="T62" fmla="*/ 128 w 211"/>
                <a:gd name="T63" fmla="*/ 222 h 382"/>
                <a:gd name="T64" fmla="*/ 154 w 211"/>
                <a:gd name="T65" fmla="*/ 241 h 382"/>
                <a:gd name="T66" fmla="*/ 169 w 211"/>
                <a:gd name="T67" fmla="*/ 262 h 382"/>
                <a:gd name="T68" fmla="*/ 174 w 211"/>
                <a:gd name="T69" fmla="*/ 288 h 382"/>
                <a:gd name="T70" fmla="*/ 152 w 211"/>
                <a:gd name="T71" fmla="*/ 335 h 382"/>
                <a:gd name="T72" fmla="*/ 91 w 211"/>
                <a:gd name="T73" fmla="*/ 350 h 382"/>
                <a:gd name="T74" fmla="*/ 67 w 211"/>
                <a:gd name="T75" fmla="*/ 348 h 382"/>
                <a:gd name="T76" fmla="*/ 44 w 211"/>
                <a:gd name="T77" fmla="*/ 343 h 382"/>
                <a:gd name="T78" fmla="*/ 20 w 211"/>
                <a:gd name="T79" fmla="*/ 333 h 382"/>
                <a:gd name="T80" fmla="*/ 0 w 211"/>
                <a:gd name="T81" fmla="*/ 321 h 382"/>
                <a:gd name="T82" fmla="*/ 0 w 211"/>
                <a:gd name="T83" fmla="*/ 361 h 382"/>
                <a:gd name="T84" fmla="*/ 19 w 211"/>
                <a:gd name="T85" fmla="*/ 369 h 382"/>
                <a:gd name="T86" fmla="*/ 42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2" y="376"/>
                  </a:moveTo>
                  <a:lnTo>
                    <a:pt x="42" y="376"/>
                  </a:lnTo>
                  <a:cubicBezTo>
                    <a:pt x="51" y="377"/>
                    <a:pt x="59" y="379"/>
                    <a:pt x="67" y="380"/>
                  </a:cubicBezTo>
                  <a:cubicBezTo>
                    <a:pt x="74" y="381"/>
                    <a:pt x="82" y="381"/>
                    <a:pt x="88" y="381"/>
                  </a:cubicBezTo>
                  <a:cubicBezTo>
                    <a:pt x="106" y="381"/>
                    <a:pt x="122" y="379"/>
                    <a:pt x="137" y="374"/>
                  </a:cubicBezTo>
                  <a:cubicBezTo>
                    <a:pt x="151" y="370"/>
                    <a:pt x="165" y="365"/>
                    <a:pt x="176" y="357"/>
                  </a:cubicBezTo>
                  <a:cubicBezTo>
                    <a:pt x="187" y="348"/>
                    <a:pt x="195" y="339"/>
                    <a:pt x="200" y="326"/>
                  </a:cubicBezTo>
                  <a:cubicBezTo>
                    <a:pt x="206" y="314"/>
                    <a:pt x="210" y="300"/>
                    <a:pt x="210" y="284"/>
                  </a:cubicBezTo>
                  <a:cubicBezTo>
                    <a:pt x="210" y="272"/>
                    <a:pt x="207" y="262"/>
                    <a:pt x="204" y="252"/>
                  </a:cubicBezTo>
                  <a:cubicBezTo>
                    <a:pt x="200" y="243"/>
                    <a:pt x="195" y="233"/>
                    <a:pt x="187" y="225"/>
                  </a:cubicBezTo>
                  <a:cubicBezTo>
                    <a:pt x="180" y="217"/>
                    <a:pt x="170" y="208"/>
                    <a:pt x="158" y="200"/>
                  </a:cubicBezTo>
                  <a:cubicBezTo>
                    <a:pt x="147" y="193"/>
                    <a:pt x="133" y="185"/>
                    <a:pt x="118" y="177"/>
                  </a:cubicBezTo>
                  <a:cubicBezTo>
                    <a:pt x="103" y="169"/>
                    <a:pt x="91" y="162"/>
                    <a:pt x="80" y="155"/>
                  </a:cubicBezTo>
                  <a:cubicBezTo>
                    <a:pt x="70" y="149"/>
                    <a:pt x="62" y="143"/>
                    <a:pt x="55" y="137"/>
                  </a:cubicBezTo>
                  <a:cubicBezTo>
                    <a:pt x="49" y="130"/>
                    <a:pt x="45" y="125"/>
                    <a:pt x="42" y="118"/>
                  </a:cubicBezTo>
                  <a:cubicBezTo>
                    <a:pt x="38" y="111"/>
                    <a:pt x="37" y="103"/>
                    <a:pt x="37" y="93"/>
                  </a:cubicBezTo>
                  <a:cubicBezTo>
                    <a:pt x="37" y="82"/>
                    <a:pt x="40" y="74"/>
                    <a:pt x="44" y="66"/>
                  </a:cubicBezTo>
                  <a:cubicBezTo>
                    <a:pt x="48" y="59"/>
                    <a:pt x="53" y="52"/>
                    <a:pt x="62" y="46"/>
                  </a:cubicBezTo>
                  <a:cubicBezTo>
                    <a:pt x="69" y="41"/>
                    <a:pt x="77" y="38"/>
                    <a:pt x="86" y="35"/>
                  </a:cubicBezTo>
                  <a:cubicBezTo>
                    <a:pt x="96" y="33"/>
                    <a:pt x="107" y="31"/>
                    <a:pt x="118" y="31"/>
                  </a:cubicBezTo>
                  <a:cubicBezTo>
                    <a:pt x="147" y="31"/>
                    <a:pt x="173" y="37"/>
                    <a:pt x="195" y="49"/>
                  </a:cubicBezTo>
                  <a:cubicBezTo>
                    <a:pt x="195" y="12"/>
                    <a:pt x="195" y="12"/>
                    <a:pt x="195" y="12"/>
                  </a:cubicBezTo>
                  <a:cubicBezTo>
                    <a:pt x="174" y="4"/>
                    <a:pt x="151" y="0"/>
                    <a:pt x="122" y="0"/>
                  </a:cubicBezTo>
                  <a:cubicBezTo>
                    <a:pt x="106" y="0"/>
                    <a:pt x="89" y="2"/>
                    <a:pt x="75" y="7"/>
                  </a:cubicBezTo>
                  <a:cubicBezTo>
                    <a:pt x="60" y="11"/>
                    <a:pt x="48" y="18"/>
                    <a:pt x="37" y="26"/>
                  </a:cubicBezTo>
                  <a:cubicBezTo>
                    <a:pt x="26" y="34"/>
                    <a:pt x="18" y="44"/>
                    <a:pt x="11" y="56"/>
                  </a:cubicBezTo>
                  <a:cubicBezTo>
                    <a:pt x="5" y="68"/>
                    <a:pt x="1" y="81"/>
                    <a:pt x="1" y="96"/>
                  </a:cubicBezTo>
                  <a:cubicBezTo>
                    <a:pt x="1" y="108"/>
                    <a:pt x="4" y="118"/>
                    <a:pt x="7" y="127"/>
                  </a:cubicBezTo>
                  <a:cubicBezTo>
                    <a:pt x="10" y="137"/>
                    <a:pt x="15" y="145"/>
                    <a:pt x="22" y="154"/>
                  </a:cubicBezTo>
                  <a:cubicBezTo>
                    <a:pt x="30" y="162"/>
                    <a:pt x="38" y="170"/>
                    <a:pt x="51" y="177"/>
                  </a:cubicBezTo>
                  <a:cubicBezTo>
                    <a:pt x="62" y="185"/>
                    <a:pt x="75" y="193"/>
                    <a:pt x="91" y="202"/>
                  </a:cubicBezTo>
                  <a:cubicBezTo>
                    <a:pt x="104" y="210"/>
                    <a:pt x="117" y="217"/>
                    <a:pt x="128" y="222"/>
                  </a:cubicBezTo>
                  <a:cubicBezTo>
                    <a:pt x="139" y="229"/>
                    <a:pt x="147" y="234"/>
                    <a:pt x="154" y="241"/>
                  </a:cubicBezTo>
                  <a:cubicBezTo>
                    <a:pt x="161" y="248"/>
                    <a:pt x="166" y="255"/>
                    <a:pt x="169" y="262"/>
                  </a:cubicBezTo>
                  <a:cubicBezTo>
                    <a:pt x="172" y="269"/>
                    <a:pt x="174" y="278"/>
                    <a:pt x="174" y="288"/>
                  </a:cubicBezTo>
                  <a:cubicBezTo>
                    <a:pt x="174" y="307"/>
                    <a:pt x="167" y="324"/>
                    <a:pt x="152" y="335"/>
                  </a:cubicBezTo>
                  <a:cubicBezTo>
                    <a:pt x="139" y="344"/>
                    <a:pt x="118" y="350"/>
                    <a:pt x="91" y="350"/>
                  </a:cubicBezTo>
                  <a:cubicBezTo>
                    <a:pt x="82" y="350"/>
                    <a:pt x="75" y="350"/>
                    <a:pt x="67" y="348"/>
                  </a:cubicBezTo>
                  <a:cubicBezTo>
                    <a:pt x="59" y="347"/>
                    <a:pt x="52" y="346"/>
                    <a:pt x="44" y="343"/>
                  </a:cubicBezTo>
                  <a:cubicBezTo>
                    <a:pt x="36" y="340"/>
                    <a:pt x="29" y="337"/>
                    <a:pt x="20" y="333"/>
                  </a:cubicBezTo>
                  <a:cubicBezTo>
                    <a:pt x="14" y="329"/>
                    <a:pt x="7" y="325"/>
                    <a:pt x="0" y="321"/>
                  </a:cubicBezTo>
                  <a:cubicBezTo>
                    <a:pt x="0" y="361"/>
                    <a:pt x="0" y="361"/>
                    <a:pt x="0" y="361"/>
                  </a:cubicBezTo>
                  <a:cubicBezTo>
                    <a:pt x="5" y="364"/>
                    <a:pt x="11" y="366"/>
                    <a:pt x="19" y="369"/>
                  </a:cubicBezTo>
                  <a:cubicBezTo>
                    <a:pt x="26" y="372"/>
                    <a:pt x="34"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7">
              <a:extLst>
                <a:ext uri="{FF2B5EF4-FFF2-40B4-BE49-F238E27FC236}">
                  <a16:creationId xmlns:a16="http://schemas.microsoft.com/office/drawing/2014/main" id="{95B7FBC9-658D-E3FD-D68B-9B10480612AC}"/>
                </a:ext>
              </a:extLst>
            </p:cNvPr>
            <p:cNvSpPr>
              <a:spLocks noChangeArrowheads="1"/>
            </p:cNvSpPr>
            <p:nvPr/>
          </p:nvSpPr>
          <p:spPr bwMode="auto">
            <a:xfrm>
              <a:off x="1379538" y="814388"/>
              <a:ext cx="65087" cy="131762"/>
            </a:xfrm>
            <a:custGeom>
              <a:avLst/>
              <a:gdLst>
                <a:gd name="T0" fmla="*/ 181 w 182"/>
                <a:gd name="T1" fmla="*/ 337 h 368"/>
                <a:gd name="T2" fmla="*/ 33 w 182"/>
                <a:gd name="T3" fmla="*/ 337 h 368"/>
                <a:gd name="T4" fmla="*/ 33 w 182"/>
                <a:gd name="T5" fmla="*/ 0 h 368"/>
                <a:gd name="T6" fmla="*/ 0 w 182"/>
                <a:gd name="T7" fmla="*/ 0 h 368"/>
                <a:gd name="T8" fmla="*/ 0 w 182"/>
                <a:gd name="T9" fmla="*/ 367 h 368"/>
                <a:gd name="T10" fmla="*/ 181 w 182"/>
                <a:gd name="T11" fmla="*/ 367 h 368"/>
                <a:gd name="T12" fmla="*/ 181 w 182"/>
                <a:gd name="T13" fmla="*/ 337 h 368"/>
              </a:gdLst>
              <a:ahLst/>
              <a:cxnLst>
                <a:cxn ang="0">
                  <a:pos x="T0" y="T1"/>
                </a:cxn>
                <a:cxn ang="0">
                  <a:pos x="T2" y="T3"/>
                </a:cxn>
                <a:cxn ang="0">
                  <a:pos x="T4" y="T5"/>
                </a:cxn>
                <a:cxn ang="0">
                  <a:pos x="T6" y="T7"/>
                </a:cxn>
                <a:cxn ang="0">
                  <a:pos x="T8" y="T9"/>
                </a:cxn>
                <a:cxn ang="0">
                  <a:pos x="T10" y="T11"/>
                </a:cxn>
                <a:cxn ang="0">
                  <a:pos x="T12" y="T13"/>
                </a:cxn>
              </a:cxnLst>
              <a:rect l="0" t="0" r="r" b="b"/>
              <a:pathLst>
                <a:path w="182" h="368">
                  <a:moveTo>
                    <a:pt x="181" y="337"/>
                  </a:moveTo>
                  <a:lnTo>
                    <a:pt x="33" y="337"/>
                  </a:lnTo>
                  <a:lnTo>
                    <a:pt x="33" y="0"/>
                  </a:lnTo>
                  <a:lnTo>
                    <a:pt x="0" y="0"/>
                  </a:lnTo>
                  <a:lnTo>
                    <a:pt x="0" y="367"/>
                  </a:lnTo>
                  <a:lnTo>
                    <a:pt x="181" y="367"/>
                  </a:lnTo>
                  <a:lnTo>
                    <a:pt x="181"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8">
              <a:extLst>
                <a:ext uri="{FF2B5EF4-FFF2-40B4-BE49-F238E27FC236}">
                  <a16:creationId xmlns:a16="http://schemas.microsoft.com/office/drawing/2014/main" id="{F3D334CA-557C-B14C-32C2-7928C902D3C5}"/>
                </a:ext>
              </a:extLst>
            </p:cNvPr>
            <p:cNvSpPr>
              <a:spLocks noChangeArrowheads="1"/>
            </p:cNvSpPr>
            <p:nvPr/>
          </p:nvSpPr>
          <p:spPr bwMode="auto">
            <a:xfrm>
              <a:off x="146685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9">
              <a:extLst>
                <a:ext uri="{FF2B5EF4-FFF2-40B4-BE49-F238E27FC236}">
                  <a16:creationId xmlns:a16="http://schemas.microsoft.com/office/drawing/2014/main" id="{4F3EA563-2FA5-6BF9-782F-F84BFF6711BB}"/>
                </a:ext>
              </a:extLst>
            </p:cNvPr>
            <p:cNvSpPr>
              <a:spLocks noChangeArrowheads="1"/>
            </p:cNvSpPr>
            <p:nvPr/>
          </p:nvSpPr>
          <p:spPr bwMode="auto">
            <a:xfrm>
              <a:off x="1514475" y="814388"/>
              <a:ext cx="104775" cy="131762"/>
            </a:xfrm>
            <a:custGeom>
              <a:avLst/>
              <a:gdLst>
                <a:gd name="T0" fmla="*/ 288 w 289"/>
                <a:gd name="T1" fmla="*/ 367 h 368"/>
                <a:gd name="T2" fmla="*/ 288 w 289"/>
                <a:gd name="T3" fmla="*/ 367 h 368"/>
                <a:gd name="T4" fmla="*/ 288 w 289"/>
                <a:gd name="T5" fmla="*/ 0 h 368"/>
                <a:gd name="T6" fmla="*/ 254 w 289"/>
                <a:gd name="T7" fmla="*/ 0 h 368"/>
                <a:gd name="T8" fmla="*/ 254 w 289"/>
                <a:gd name="T9" fmla="*/ 273 h 368"/>
                <a:gd name="T10" fmla="*/ 254 w 289"/>
                <a:gd name="T11" fmla="*/ 296 h 368"/>
                <a:gd name="T12" fmla="*/ 255 w 289"/>
                <a:gd name="T13" fmla="*/ 315 h 368"/>
                <a:gd name="T14" fmla="*/ 254 w 289"/>
                <a:gd name="T15" fmla="*/ 315 h 368"/>
                <a:gd name="T16" fmla="*/ 247 w 289"/>
                <a:gd name="T17" fmla="*/ 304 h 368"/>
                <a:gd name="T18" fmla="*/ 239 w 289"/>
                <a:gd name="T19" fmla="*/ 292 h 368"/>
                <a:gd name="T20" fmla="*/ 37 w 289"/>
                <a:gd name="T21" fmla="*/ 0 h 368"/>
                <a:gd name="T22" fmla="*/ 0 w 289"/>
                <a:gd name="T23" fmla="*/ 0 h 368"/>
                <a:gd name="T24" fmla="*/ 0 w 289"/>
                <a:gd name="T25" fmla="*/ 367 h 368"/>
                <a:gd name="T26" fmla="*/ 34 w 289"/>
                <a:gd name="T27" fmla="*/ 367 h 368"/>
                <a:gd name="T28" fmla="*/ 34 w 289"/>
                <a:gd name="T29" fmla="*/ 82 h 368"/>
                <a:gd name="T30" fmla="*/ 33 w 289"/>
                <a:gd name="T31" fmla="*/ 61 h 368"/>
                <a:gd name="T32" fmla="*/ 33 w 289"/>
                <a:gd name="T33" fmla="*/ 49 h 368"/>
                <a:gd name="T34" fmla="*/ 34 w 289"/>
                <a:gd name="T35" fmla="*/ 49 h 368"/>
                <a:gd name="T36" fmla="*/ 40 w 289"/>
                <a:gd name="T37" fmla="*/ 60 h 368"/>
                <a:gd name="T38" fmla="*/ 48 w 289"/>
                <a:gd name="T39" fmla="*/ 72 h 368"/>
                <a:gd name="T40" fmla="*/ 252 w 289"/>
                <a:gd name="T41" fmla="*/ 367 h 368"/>
                <a:gd name="T42" fmla="*/ 288 w 289"/>
                <a:gd name="T43" fmla="*/ 36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367"/>
                  </a:moveTo>
                  <a:lnTo>
                    <a:pt x="288" y="367"/>
                  </a:ln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2"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4" y="367"/>
                    <a:pt x="34" y="367"/>
                    <a:pt x="34" y="367"/>
                  </a:cubicBezTo>
                  <a:cubicBezTo>
                    <a:pt x="34" y="82"/>
                    <a:pt x="34" y="82"/>
                    <a:pt x="34" y="82"/>
                  </a:cubicBezTo>
                  <a:cubicBezTo>
                    <a:pt x="34" y="74"/>
                    <a:pt x="34" y="67"/>
                    <a:pt x="33" y="61"/>
                  </a:cubicBezTo>
                  <a:cubicBezTo>
                    <a:pt x="33" y="56"/>
                    <a:pt x="33" y="52"/>
                    <a:pt x="33" y="49"/>
                  </a:cubicBezTo>
                  <a:cubicBezTo>
                    <a:pt x="34" y="49"/>
                    <a:pt x="34" y="49"/>
                    <a:pt x="34" y="49"/>
                  </a:cubicBezTo>
                  <a:cubicBezTo>
                    <a:pt x="35" y="52"/>
                    <a:pt x="37" y="56"/>
                    <a:pt x="40" y="60"/>
                  </a:cubicBezTo>
                  <a:cubicBezTo>
                    <a:pt x="42" y="64"/>
                    <a:pt x="45" y="68"/>
                    <a:pt x="48" y="72"/>
                  </a:cubicBezTo>
                  <a:cubicBezTo>
                    <a:pt x="252" y="367"/>
                    <a:pt x="252" y="367"/>
                    <a:pt x="252" y="367"/>
                  </a:cubicBezTo>
                  <a:lnTo>
                    <a:pt x="288"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10">
              <a:extLst>
                <a:ext uri="{FF2B5EF4-FFF2-40B4-BE49-F238E27FC236}">
                  <a16:creationId xmlns:a16="http://schemas.microsoft.com/office/drawing/2014/main" id="{88F77B6C-026C-4249-662B-3CEF72B79F04}"/>
                </a:ext>
              </a:extLst>
            </p:cNvPr>
            <p:cNvSpPr>
              <a:spLocks noChangeArrowheads="1"/>
            </p:cNvSpPr>
            <p:nvPr/>
          </p:nvSpPr>
          <p:spPr bwMode="auto">
            <a:xfrm>
              <a:off x="1652588" y="814388"/>
              <a:ext cx="68262" cy="131762"/>
            </a:xfrm>
            <a:custGeom>
              <a:avLst/>
              <a:gdLst>
                <a:gd name="T0" fmla="*/ 189 w 190"/>
                <a:gd name="T1" fmla="*/ 337 h 368"/>
                <a:gd name="T2" fmla="*/ 34 w 190"/>
                <a:gd name="T3" fmla="*/ 337 h 368"/>
                <a:gd name="T4" fmla="*/ 34 w 190"/>
                <a:gd name="T5" fmla="*/ 197 h 368"/>
                <a:gd name="T6" fmla="*/ 170 w 190"/>
                <a:gd name="T7" fmla="*/ 197 h 368"/>
                <a:gd name="T8" fmla="*/ 170 w 190"/>
                <a:gd name="T9" fmla="*/ 166 h 368"/>
                <a:gd name="T10" fmla="*/ 34 w 190"/>
                <a:gd name="T11" fmla="*/ 166 h 368"/>
                <a:gd name="T12" fmla="*/ 34 w 190"/>
                <a:gd name="T13" fmla="*/ 30 h 368"/>
                <a:gd name="T14" fmla="*/ 181 w 190"/>
                <a:gd name="T15" fmla="*/ 30 h 368"/>
                <a:gd name="T16" fmla="*/ 181 w 190"/>
                <a:gd name="T17" fmla="*/ 0 h 368"/>
                <a:gd name="T18" fmla="*/ 0 w 190"/>
                <a:gd name="T19" fmla="*/ 0 h 368"/>
                <a:gd name="T20" fmla="*/ 0 w 190"/>
                <a:gd name="T21" fmla="*/ 367 h 368"/>
                <a:gd name="T22" fmla="*/ 189 w 190"/>
                <a:gd name="T23" fmla="*/ 367 h 368"/>
                <a:gd name="T24" fmla="*/ 189 w 190"/>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0" h="368">
                  <a:moveTo>
                    <a:pt x="189" y="337"/>
                  </a:moveTo>
                  <a:lnTo>
                    <a:pt x="34" y="337"/>
                  </a:lnTo>
                  <a:lnTo>
                    <a:pt x="34" y="197"/>
                  </a:lnTo>
                  <a:lnTo>
                    <a:pt x="170" y="197"/>
                  </a:lnTo>
                  <a:lnTo>
                    <a:pt x="170" y="166"/>
                  </a:lnTo>
                  <a:lnTo>
                    <a:pt x="34" y="166"/>
                  </a:lnTo>
                  <a:lnTo>
                    <a:pt x="34" y="30"/>
                  </a:lnTo>
                  <a:lnTo>
                    <a:pt x="181" y="30"/>
                  </a:lnTo>
                  <a:lnTo>
                    <a:pt x="181" y="0"/>
                  </a:lnTo>
                  <a:lnTo>
                    <a:pt x="0" y="0"/>
                  </a:lnTo>
                  <a:lnTo>
                    <a:pt x="0" y="367"/>
                  </a:lnTo>
                  <a:lnTo>
                    <a:pt x="189" y="367"/>
                  </a:lnTo>
                  <a:lnTo>
                    <a:pt x="189"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11">
              <a:extLst>
                <a:ext uri="{FF2B5EF4-FFF2-40B4-BE49-F238E27FC236}">
                  <a16:creationId xmlns:a16="http://schemas.microsoft.com/office/drawing/2014/main" id="{611D8F31-111F-5A25-B4B5-87B2335F2443}"/>
                </a:ext>
              </a:extLst>
            </p:cNvPr>
            <p:cNvSpPr>
              <a:spLocks noChangeArrowheads="1"/>
            </p:cNvSpPr>
            <p:nvPr/>
          </p:nvSpPr>
          <p:spPr bwMode="auto">
            <a:xfrm>
              <a:off x="18002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2">
              <a:extLst>
                <a:ext uri="{FF2B5EF4-FFF2-40B4-BE49-F238E27FC236}">
                  <a16:creationId xmlns:a16="http://schemas.microsoft.com/office/drawing/2014/main" id="{996AEC08-A81C-2B9F-D039-F9CE2FEEEDC4}"/>
                </a:ext>
              </a:extLst>
            </p:cNvPr>
            <p:cNvSpPr>
              <a:spLocks noChangeArrowheads="1"/>
            </p:cNvSpPr>
            <p:nvPr/>
          </p:nvSpPr>
          <p:spPr bwMode="auto">
            <a:xfrm>
              <a:off x="1838325" y="811213"/>
              <a:ext cx="96838" cy="138112"/>
            </a:xfrm>
            <a:custGeom>
              <a:avLst/>
              <a:gdLst>
                <a:gd name="T0" fmla="*/ 269 w 270"/>
                <a:gd name="T1" fmla="*/ 361 h 382"/>
                <a:gd name="T2" fmla="*/ 269 w 270"/>
                <a:gd name="T3" fmla="*/ 361 h 382"/>
                <a:gd name="T4" fmla="*/ 269 w 270"/>
                <a:gd name="T5" fmla="*/ 328 h 382"/>
                <a:gd name="T6" fmla="*/ 175 w 270"/>
                <a:gd name="T7" fmla="*/ 350 h 382"/>
                <a:gd name="T8" fmla="*/ 115 w 270"/>
                <a:gd name="T9" fmla="*/ 337 h 382"/>
                <a:gd name="T10" fmla="*/ 71 w 270"/>
                <a:gd name="T11" fmla="*/ 304 h 382"/>
                <a:gd name="T12" fmla="*/ 43 w 270"/>
                <a:gd name="T13" fmla="*/ 255 h 382"/>
                <a:gd name="T14" fmla="*/ 35 w 270"/>
                <a:gd name="T15" fmla="*/ 195 h 382"/>
                <a:gd name="T16" fmla="*/ 45 w 270"/>
                <a:gd name="T17" fmla="*/ 130 h 382"/>
                <a:gd name="T18" fmla="*/ 74 w 270"/>
                <a:gd name="T19" fmla="*/ 78 h 382"/>
                <a:gd name="T20" fmla="*/ 120 w 270"/>
                <a:gd name="T21" fmla="*/ 44 h 382"/>
                <a:gd name="T22" fmla="*/ 185 w 270"/>
                <a:gd name="T23" fmla="*/ 31 h 382"/>
                <a:gd name="T24" fmla="*/ 269 w 270"/>
                <a:gd name="T25" fmla="*/ 51 h 382"/>
                <a:gd name="T26" fmla="*/ 269 w 270"/>
                <a:gd name="T27" fmla="*/ 15 h 382"/>
                <a:gd name="T28" fmla="*/ 185 w 270"/>
                <a:gd name="T29" fmla="*/ 0 h 382"/>
                <a:gd name="T30" fmla="*/ 108 w 270"/>
                <a:gd name="T31" fmla="*/ 15 h 382"/>
                <a:gd name="T32" fmla="*/ 49 w 270"/>
                <a:gd name="T33" fmla="*/ 57 h 382"/>
                <a:gd name="T34" fmla="*/ 12 w 270"/>
                <a:gd name="T35" fmla="*/ 119 h 382"/>
                <a:gd name="T36" fmla="*/ 0 w 270"/>
                <a:gd name="T37" fmla="*/ 197 h 382"/>
                <a:gd name="T38" fmla="*/ 12 w 270"/>
                <a:gd name="T39" fmla="*/ 272 h 382"/>
                <a:gd name="T40" fmla="*/ 46 w 270"/>
                <a:gd name="T41" fmla="*/ 329 h 382"/>
                <a:gd name="T42" fmla="*/ 101 w 270"/>
                <a:gd name="T43" fmla="*/ 368 h 382"/>
                <a:gd name="T44" fmla="*/ 171 w 270"/>
                <a:gd name="T45" fmla="*/ 381 h 382"/>
                <a:gd name="T46" fmla="*/ 269 w 270"/>
                <a:gd name="T47" fmla="*/ 361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269" y="361"/>
                  </a:moveTo>
                  <a:lnTo>
                    <a:pt x="269" y="361"/>
                  </a:lnTo>
                  <a:cubicBezTo>
                    <a:pt x="269" y="328"/>
                    <a:pt x="269" y="328"/>
                    <a:pt x="269" y="328"/>
                  </a:cubicBezTo>
                  <a:cubicBezTo>
                    <a:pt x="242" y="343"/>
                    <a:pt x="211" y="350"/>
                    <a:pt x="175" y="350"/>
                  </a:cubicBezTo>
                  <a:cubicBezTo>
                    <a:pt x="152" y="350"/>
                    <a:pt x="131" y="346"/>
                    <a:pt x="115" y="337"/>
                  </a:cubicBezTo>
                  <a:cubicBezTo>
                    <a:pt x="97" y="329"/>
                    <a:pt x="82" y="318"/>
                    <a:pt x="71" y="304"/>
                  </a:cubicBezTo>
                  <a:cubicBezTo>
                    <a:pt x="59" y="291"/>
                    <a:pt x="50" y="274"/>
                    <a:pt x="43" y="255"/>
                  </a:cubicBezTo>
                  <a:cubicBezTo>
                    <a:pt x="38" y="236"/>
                    <a:pt x="35" y="217"/>
                    <a:pt x="35" y="195"/>
                  </a:cubicBezTo>
                  <a:cubicBezTo>
                    <a:pt x="35" y="171"/>
                    <a:pt x="38" y="149"/>
                    <a:pt x="45" y="130"/>
                  </a:cubicBezTo>
                  <a:cubicBezTo>
                    <a:pt x="52" y="110"/>
                    <a:pt x="61" y="92"/>
                    <a:pt x="74" y="78"/>
                  </a:cubicBezTo>
                  <a:cubicBezTo>
                    <a:pt x="87" y="63"/>
                    <a:pt x="102" y="52"/>
                    <a:pt x="120" y="44"/>
                  </a:cubicBezTo>
                  <a:cubicBezTo>
                    <a:pt x="140" y="35"/>
                    <a:pt x="160" y="31"/>
                    <a:pt x="185" y="31"/>
                  </a:cubicBezTo>
                  <a:cubicBezTo>
                    <a:pt x="215" y="31"/>
                    <a:pt x="242" y="38"/>
                    <a:pt x="269" y="51"/>
                  </a:cubicBezTo>
                  <a:cubicBezTo>
                    <a:pt x="269" y="15"/>
                    <a:pt x="269" y="15"/>
                    <a:pt x="269" y="15"/>
                  </a:cubicBezTo>
                  <a:cubicBezTo>
                    <a:pt x="244" y="5"/>
                    <a:pt x="216" y="0"/>
                    <a:pt x="185" y="0"/>
                  </a:cubicBezTo>
                  <a:cubicBezTo>
                    <a:pt x="156" y="0"/>
                    <a:pt x="131" y="5"/>
                    <a:pt x="108" y="15"/>
                  </a:cubicBezTo>
                  <a:cubicBezTo>
                    <a:pt x="85" y="24"/>
                    <a:pt x="65" y="40"/>
                    <a:pt x="49" y="57"/>
                  </a:cubicBezTo>
                  <a:cubicBezTo>
                    <a:pt x="34" y="75"/>
                    <a:pt x="22" y="96"/>
                    <a:pt x="12" y="119"/>
                  </a:cubicBezTo>
                  <a:cubicBezTo>
                    <a:pt x="4" y="144"/>
                    <a:pt x="0" y="170"/>
                    <a:pt x="0" y="197"/>
                  </a:cubicBezTo>
                  <a:cubicBezTo>
                    <a:pt x="0" y="225"/>
                    <a:pt x="4" y="248"/>
                    <a:pt x="12" y="272"/>
                  </a:cubicBezTo>
                  <a:cubicBezTo>
                    <a:pt x="20" y="293"/>
                    <a:pt x="31" y="313"/>
                    <a:pt x="46" y="329"/>
                  </a:cubicBezTo>
                  <a:cubicBezTo>
                    <a:pt x="61" y="346"/>
                    <a:pt x="79" y="358"/>
                    <a:pt x="101" y="368"/>
                  </a:cubicBezTo>
                  <a:cubicBezTo>
                    <a:pt x="122" y="377"/>
                    <a:pt x="145" y="381"/>
                    <a:pt x="171" y="381"/>
                  </a:cubicBezTo>
                  <a:cubicBezTo>
                    <a:pt x="208" y="381"/>
                    <a:pt x="241" y="374"/>
                    <a:pt x="269" y="3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3">
              <a:extLst>
                <a:ext uri="{FF2B5EF4-FFF2-40B4-BE49-F238E27FC236}">
                  <a16:creationId xmlns:a16="http://schemas.microsoft.com/office/drawing/2014/main" id="{3D41D0BF-7F09-963C-1F60-37409BF7A78A}"/>
                </a:ext>
              </a:extLst>
            </p:cNvPr>
            <p:cNvSpPr>
              <a:spLocks noChangeArrowheads="1"/>
            </p:cNvSpPr>
            <p:nvPr/>
          </p:nvSpPr>
          <p:spPr bwMode="auto">
            <a:xfrm>
              <a:off x="1954213" y="811213"/>
              <a:ext cx="125412" cy="138112"/>
            </a:xfrm>
            <a:custGeom>
              <a:avLst/>
              <a:gdLst>
                <a:gd name="T0" fmla="*/ 247 w 349"/>
                <a:gd name="T1" fmla="*/ 366 h 382"/>
                <a:gd name="T2" fmla="*/ 247 w 349"/>
                <a:gd name="T3" fmla="*/ 366 h 382"/>
                <a:gd name="T4" fmla="*/ 302 w 349"/>
                <a:gd name="T5" fmla="*/ 325 h 382"/>
                <a:gd name="T6" fmla="*/ 335 w 349"/>
                <a:gd name="T7" fmla="*/ 263 h 382"/>
                <a:gd name="T8" fmla="*/ 348 w 349"/>
                <a:gd name="T9" fmla="*/ 185 h 382"/>
                <a:gd name="T10" fmla="*/ 335 w 349"/>
                <a:gd name="T11" fmla="*/ 111 h 382"/>
                <a:gd name="T12" fmla="*/ 302 w 349"/>
                <a:gd name="T13" fmla="*/ 53 h 382"/>
                <a:gd name="T14" fmla="*/ 249 w 349"/>
                <a:gd name="T15" fmla="*/ 13 h 382"/>
                <a:gd name="T16" fmla="*/ 179 w 349"/>
                <a:gd name="T17" fmla="*/ 0 h 382"/>
                <a:gd name="T18" fmla="*/ 103 w 349"/>
                <a:gd name="T19" fmla="*/ 13 h 382"/>
                <a:gd name="T20" fmla="*/ 47 w 349"/>
                <a:gd name="T21" fmla="*/ 55 h 382"/>
                <a:gd name="T22" fmla="*/ 13 w 349"/>
                <a:gd name="T23" fmla="*/ 115 h 382"/>
                <a:gd name="T24" fmla="*/ 0 w 349"/>
                <a:gd name="T25" fmla="*/ 195 h 382"/>
                <a:gd name="T26" fmla="*/ 13 w 349"/>
                <a:gd name="T27" fmla="*/ 267 h 382"/>
                <a:gd name="T28" fmla="*/ 46 w 349"/>
                <a:gd name="T29" fmla="*/ 328 h 382"/>
                <a:gd name="T30" fmla="*/ 101 w 349"/>
                <a:gd name="T31" fmla="*/ 368 h 382"/>
                <a:gd name="T32" fmla="*/ 172 w 349"/>
                <a:gd name="T33" fmla="*/ 381 h 382"/>
                <a:gd name="T34" fmla="*/ 247 w 349"/>
                <a:gd name="T35" fmla="*/ 366 h 382"/>
                <a:gd name="T36" fmla="*/ 112 w 349"/>
                <a:gd name="T37" fmla="*/ 337 h 382"/>
                <a:gd name="T38" fmla="*/ 112 w 349"/>
                <a:gd name="T39" fmla="*/ 337 h 382"/>
                <a:gd name="T40" fmla="*/ 69 w 349"/>
                <a:gd name="T41" fmla="*/ 302 h 382"/>
                <a:gd name="T42" fmla="*/ 44 w 349"/>
                <a:gd name="T43" fmla="*/ 251 h 382"/>
                <a:gd name="T44" fmla="*/ 36 w 349"/>
                <a:gd name="T45" fmla="*/ 192 h 382"/>
                <a:gd name="T46" fmla="*/ 46 w 349"/>
                <a:gd name="T47" fmla="*/ 129 h 382"/>
                <a:gd name="T48" fmla="*/ 72 w 349"/>
                <a:gd name="T49" fmla="*/ 78 h 382"/>
                <a:gd name="T50" fmla="*/ 116 w 349"/>
                <a:gd name="T51" fmla="*/ 44 h 382"/>
                <a:gd name="T52" fmla="*/ 175 w 349"/>
                <a:gd name="T53" fmla="*/ 31 h 382"/>
                <a:gd name="T54" fmla="*/ 236 w 349"/>
                <a:gd name="T55" fmla="*/ 44 h 382"/>
                <a:gd name="T56" fmla="*/ 279 w 349"/>
                <a:gd name="T57" fmla="*/ 78 h 382"/>
                <a:gd name="T58" fmla="*/ 304 w 349"/>
                <a:gd name="T59" fmla="*/ 129 h 382"/>
                <a:gd name="T60" fmla="*/ 312 w 349"/>
                <a:gd name="T61" fmla="*/ 191 h 382"/>
                <a:gd name="T62" fmla="*/ 302 w 349"/>
                <a:gd name="T63" fmla="*/ 255 h 382"/>
                <a:gd name="T64" fmla="*/ 276 w 349"/>
                <a:gd name="T65" fmla="*/ 306 h 382"/>
                <a:gd name="T66" fmla="*/ 232 w 349"/>
                <a:gd name="T67" fmla="*/ 339 h 382"/>
                <a:gd name="T68" fmla="*/ 172 w 349"/>
                <a:gd name="T69" fmla="*/ 350 h 382"/>
                <a:gd name="T70" fmla="*/ 112 w 349"/>
                <a:gd name="T71"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2">
                  <a:moveTo>
                    <a:pt x="247" y="366"/>
                  </a:moveTo>
                  <a:lnTo>
                    <a:pt x="247" y="366"/>
                  </a:lnTo>
                  <a:cubicBezTo>
                    <a:pt x="269" y="357"/>
                    <a:pt x="287" y="343"/>
                    <a:pt x="302" y="325"/>
                  </a:cubicBezTo>
                  <a:cubicBezTo>
                    <a:pt x="317" y="307"/>
                    <a:pt x="328" y="287"/>
                    <a:pt x="335" y="263"/>
                  </a:cubicBezTo>
                  <a:cubicBezTo>
                    <a:pt x="344" y="240"/>
                    <a:pt x="348" y="214"/>
                    <a:pt x="348" y="185"/>
                  </a:cubicBezTo>
                  <a:cubicBezTo>
                    <a:pt x="348" y="159"/>
                    <a:pt x="344" y="134"/>
                    <a:pt x="335" y="111"/>
                  </a:cubicBezTo>
                  <a:cubicBezTo>
                    <a:pt x="328" y="89"/>
                    <a:pt x="316" y="70"/>
                    <a:pt x="302" y="53"/>
                  </a:cubicBezTo>
                  <a:cubicBezTo>
                    <a:pt x="287" y="37"/>
                    <a:pt x="269" y="23"/>
                    <a:pt x="249" y="13"/>
                  </a:cubicBezTo>
                  <a:cubicBezTo>
                    <a:pt x="228" y="4"/>
                    <a:pt x="205" y="0"/>
                    <a:pt x="179" y="0"/>
                  </a:cubicBezTo>
                  <a:cubicBezTo>
                    <a:pt x="150" y="0"/>
                    <a:pt x="125" y="5"/>
                    <a:pt x="103" y="13"/>
                  </a:cubicBezTo>
                  <a:cubicBezTo>
                    <a:pt x="81" y="23"/>
                    <a:pt x="62" y="37"/>
                    <a:pt x="47" y="55"/>
                  </a:cubicBezTo>
                  <a:cubicBezTo>
                    <a:pt x="32" y="71"/>
                    <a:pt x="20" y="92"/>
                    <a:pt x="13" y="115"/>
                  </a:cubicBezTo>
                  <a:cubicBezTo>
                    <a:pt x="4" y="140"/>
                    <a:pt x="0" y="166"/>
                    <a:pt x="0" y="195"/>
                  </a:cubicBezTo>
                  <a:cubicBezTo>
                    <a:pt x="0" y="221"/>
                    <a:pt x="4" y="245"/>
                    <a:pt x="13" y="267"/>
                  </a:cubicBezTo>
                  <a:cubicBezTo>
                    <a:pt x="20" y="291"/>
                    <a:pt x="32" y="310"/>
                    <a:pt x="46" y="328"/>
                  </a:cubicBezTo>
                  <a:cubicBezTo>
                    <a:pt x="61" y="344"/>
                    <a:pt x="79" y="357"/>
                    <a:pt x="101" y="368"/>
                  </a:cubicBezTo>
                  <a:cubicBezTo>
                    <a:pt x="121" y="377"/>
                    <a:pt x="146" y="381"/>
                    <a:pt x="172" y="381"/>
                  </a:cubicBezTo>
                  <a:cubicBezTo>
                    <a:pt x="201" y="381"/>
                    <a:pt x="225" y="376"/>
                    <a:pt x="247" y="366"/>
                  </a:cubicBezTo>
                  <a:close/>
                  <a:moveTo>
                    <a:pt x="112" y="337"/>
                  </a:moveTo>
                  <a:lnTo>
                    <a:pt x="112" y="337"/>
                  </a:lnTo>
                  <a:cubicBezTo>
                    <a:pt x="95" y="328"/>
                    <a:pt x="80" y="317"/>
                    <a:pt x="69" y="302"/>
                  </a:cubicBezTo>
                  <a:cubicBezTo>
                    <a:pt x="58" y="288"/>
                    <a:pt x="50" y="270"/>
                    <a:pt x="44" y="251"/>
                  </a:cubicBezTo>
                  <a:cubicBezTo>
                    <a:pt x="39" y="232"/>
                    <a:pt x="36" y="212"/>
                    <a:pt x="36" y="192"/>
                  </a:cubicBezTo>
                  <a:cubicBezTo>
                    <a:pt x="36" y="170"/>
                    <a:pt x="39" y="148"/>
                    <a:pt x="46" y="129"/>
                  </a:cubicBezTo>
                  <a:cubicBezTo>
                    <a:pt x="51" y="110"/>
                    <a:pt x="61" y="93"/>
                    <a:pt x="72" y="78"/>
                  </a:cubicBezTo>
                  <a:cubicBezTo>
                    <a:pt x="84" y="64"/>
                    <a:pt x="99" y="52"/>
                    <a:pt x="116" y="44"/>
                  </a:cubicBezTo>
                  <a:cubicBezTo>
                    <a:pt x="134" y="35"/>
                    <a:pt x="153" y="31"/>
                    <a:pt x="175" y="31"/>
                  </a:cubicBezTo>
                  <a:cubicBezTo>
                    <a:pt x="199" y="31"/>
                    <a:pt x="220" y="35"/>
                    <a:pt x="236" y="44"/>
                  </a:cubicBezTo>
                  <a:cubicBezTo>
                    <a:pt x="254" y="52"/>
                    <a:pt x="268" y="64"/>
                    <a:pt x="279" y="78"/>
                  </a:cubicBezTo>
                  <a:cubicBezTo>
                    <a:pt x="290" y="93"/>
                    <a:pt x="298" y="110"/>
                    <a:pt x="304" y="129"/>
                  </a:cubicBezTo>
                  <a:cubicBezTo>
                    <a:pt x="309" y="148"/>
                    <a:pt x="312" y="169"/>
                    <a:pt x="312" y="191"/>
                  </a:cubicBezTo>
                  <a:cubicBezTo>
                    <a:pt x="312" y="214"/>
                    <a:pt x="309" y="234"/>
                    <a:pt x="302" y="255"/>
                  </a:cubicBezTo>
                  <a:cubicBezTo>
                    <a:pt x="297" y="274"/>
                    <a:pt x="287" y="291"/>
                    <a:pt x="276" y="306"/>
                  </a:cubicBezTo>
                  <a:cubicBezTo>
                    <a:pt x="264" y="320"/>
                    <a:pt x="250" y="331"/>
                    <a:pt x="232" y="339"/>
                  </a:cubicBezTo>
                  <a:cubicBezTo>
                    <a:pt x="216" y="347"/>
                    <a:pt x="195" y="350"/>
                    <a:pt x="172" y="350"/>
                  </a:cubicBezTo>
                  <a:cubicBezTo>
                    <a:pt x="149" y="350"/>
                    <a:pt x="129" y="346"/>
                    <a:pt x="112" y="3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4">
              <a:extLst>
                <a:ext uri="{FF2B5EF4-FFF2-40B4-BE49-F238E27FC236}">
                  <a16:creationId xmlns:a16="http://schemas.microsoft.com/office/drawing/2014/main" id="{BBCC64DD-B7BF-064F-AB72-5B16D40EE507}"/>
                </a:ext>
              </a:extLst>
            </p:cNvPr>
            <p:cNvSpPr>
              <a:spLocks noChangeArrowheads="1"/>
            </p:cNvSpPr>
            <p:nvPr/>
          </p:nvSpPr>
          <p:spPr bwMode="auto">
            <a:xfrm>
              <a:off x="2105025" y="814388"/>
              <a:ext cx="104775" cy="131762"/>
            </a:xfrm>
            <a:custGeom>
              <a:avLst/>
              <a:gdLst>
                <a:gd name="T0" fmla="*/ 33 w 289"/>
                <a:gd name="T1" fmla="*/ 82 h 368"/>
                <a:gd name="T2" fmla="*/ 33 w 289"/>
                <a:gd name="T3" fmla="*/ 82 h 368"/>
                <a:gd name="T4" fmla="*/ 33 w 289"/>
                <a:gd name="T5" fmla="*/ 61 h 368"/>
                <a:gd name="T6" fmla="*/ 33 w 289"/>
                <a:gd name="T7" fmla="*/ 49 h 368"/>
                <a:gd name="T8" fmla="*/ 33 w 289"/>
                <a:gd name="T9" fmla="*/ 49 h 368"/>
                <a:gd name="T10" fmla="*/ 40 w 289"/>
                <a:gd name="T11" fmla="*/ 60 h 368"/>
                <a:gd name="T12" fmla="*/ 46 w 289"/>
                <a:gd name="T13" fmla="*/ 72 h 368"/>
                <a:gd name="T14" fmla="*/ 252 w 289"/>
                <a:gd name="T15" fmla="*/ 367 h 368"/>
                <a:gd name="T16" fmla="*/ 288 w 289"/>
                <a:gd name="T17" fmla="*/ 367 h 368"/>
                <a:gd name="T18" fmla="*/ 288 w 289"/>
                <a:gd name="T19" fmla="*/ 0 h 368"/>
                <a:gd name="T20" fmla="*/ 252 w 289"/>
                <a:gd name="T21" fmla="*/ 0 h 368"/>
                <a:gd name="T22" fmla="*/ 252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3 w 289"/>
                <a:gd name="T41" fmla="*/ 367 h 368"/>
                <a:gd name="T42" fmla="*/ 33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3" y="82"/>
                  </a:moveTo>
                  <a:lnTo>
                    <a:pt x="33" y="82"/>
                  </a:ln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cubicBezTo>
                    <a:pt x="288" y="0"/>
                    <a:pt x="288" y="0"/>
                    <a:pt x="288" y="0"/>
                  </a:cubicBez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5">
              <a:extLst>
                <a:ext uri="{FF2B5EF4-FFF2-40B4-BE49-F238E27FC236}">
                  <a16:creationId xmlns:a16="http://schemas.microsoft.com/office/drawing/2014/main" id="{91FC8CC2-5C02-6E83-074E-23F039BDE9B5}"/>
                </a:ext>
              </a:extLst>
            </p:cNvPr>
            <p:cNvSpPr>
              <a:spLocks noChangeArrowheads="1"/>
            </p:cNvSpPr>
            <p:nvPr/>
          </p:nvSpPr>
          <p:spPr bwMode="auto">
            <a:xfrm>
              <a:off x="2238375" y="811213"/>
              <a:ext cx="76200" cy="138112"/>
            </a:xfrm>
            <a:custGeom>
              <a:avLst/>
              <a:gdLst>
                <a:gd name="T0" fmla="*/ 41 w 210"/>
                <a:gd name="T1" fmla="*/ 376 h 382"/>
                <a:gd name="T2" fmla="*/ 41 w 210"/>
                <a:gd name="T3" fmla="*/ 376 h 382"/>
                <a:gd name="T4" fmla="*/ 66 w 210"/>
                <a:gd name="T5" fmla="*/ 380 h 382"/>
                <a:gd name="T6" fmla="*/ 87 w 210"/>
                <a:gd name="T7" fmla="*/ 381 h 382"/>
                <a:gd name="T8" fmla="*/ 136 w 210"/>
                <a:gd name="T9" fmla="*/ 374 h 382"/>
                <a:gd name="T10" fmla="*/ 174 w 210"/>
                <a:gd name="T11" fmla="*/ 357 h 382"/>
                <a:gd name="T12" fmla="*/ 199 w 210"/>
                <a:gd name="T13" fmla="*/ 326 h 382"/>
                <a:gd name="T14" fmla="*/ 209 w 210"/>
                <a:gd name="T15" fmla="*/ 284 h 382"/>
                <a:gd name="T16" fmla="*/ 203 w 210"/>
                <a:gd name="T17" fmla="*/ 252 h 382"/>
                <a:gd name="T18" fmla="*/ 185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3 w 210"/>
                <a:gd name="T33" fmla="*/ 66 h 382"/>
                <a:gd name="T34" fmla="*/ 60 w 210"/>
                <a:gd name="T35" fmla="*/ 46 h 382"/>
                <a:gd name="T36" fmla="*/ 87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6 w 210"/>
                <a:gd name="T49" fmla="*/ 26 h 382"/>
                <a:gd name="T50" fmla="*/ 11 w 210"/>
                <a:gd name="T51" fmla="*/ 56 h 382"/>
                <a:gd name="T52" fmla="*/ 1 w 210"/>
                <a:gd name="T53" fmla="*/ 96 h 382"/>
                <a:gd name="T54" fmla="*/ 6 w 210"/>
                <a:gd name="T55" fmla="*/ 127 h 382"/>
                <a:gd name="T56" fmla="*/ 22 w 210"/>
                <a:gd name="T57" fmla="*/ 154 h 382"/>
                <a:gd name="T58" fmla="*/ 49 w 210"/>
                <a:gd name="T59" fmla="*/ 177 h 382"/>
                <a:gd name="T60" fmla="*/ 89 w 210"/>
                <a:gd name="T61" fmla="*/ 202 h 382"/>
                <a:gd name="T62" fmla="*/ 126 w 210"/>
                <a:gd name="T63" fmla="*/ 222 h 382"/>
                <a:gd name="T64" fmla="*/ 152 w 210"/>
                <a:gd name="T65" fmla="*/ 241 h 382"/>
                <a:gd name="T66" fmla="*/ 167 w 210"/>
                <a:gd name="T67" fmla="*/ 262 h 382"/>
                <a:gd name="T68" fmla="*/ 173 w 210"/>
                <a:gd name="T69" fmla="*/ 288 h 382"/>
                <a:gd name="T70" fmla="*/ 152 w 210"/>
                <a:gd name="T71" fmla="*/ 335 h 382"/>
                <a:gd name="T72" fmla="*/ 89 w 210"/>
                <a:gd name="T73" fmla="*/ 350 h 382"/>
                <a:gd name="T74" fmla="*/ 67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7" y="381"/>
                  </a:cubicBezTo>
                  <a:cubicBezTo>
                    <a:pt x="104" y="381"/>
                    <a:pt x="121" y="379"/>
                    <a:pt x="136" y="374"/>
                  </a:cubicBezTo>
                  <a:cubicBezTo>
                    <a:pt x="151" y="370"/>
                    <a:pt x="163" y="365"/>
                    <a:pt x="174" y="357"/>
                  </a:cubicBezTo>
                  <a:cubicBezTo>
                    <a:pt x="185" y="348"/>
                    <a:pt x="194" y="339"/>
                    <a:pt x="199" y="326"/>
                  </a:cubicBezTo>
                  <a:cubicBezTo>
                    <a:pt x="206" y="314"/>
                    <a:pt x="209" y="300"/>
                    <a:pt x="209" y="284"/>
                  </a:cubicBezTo>
                  <a:cubicBezTo>
                    <a:pt x="209" y="272"/>
                    <a:pt x="207" y="262"/>
                    <a:pt x="203" y="252"/>
                  </a:cubicBezTo>
                  <a:cubicBezTo>
                    <a:pt x="199" y="243"/>
                    <a:pt x="194" y="233"/>
                    <a:pt x="185" y="225"/>
                  </a:cubicBezTo>
                  <a:cubicBezTo>
                    <a:pt x="178" y="217"/>
                    <a:pt x="169" y="208"/>
                    <a:pt x="158" y="200"/>
                  </a:cubicBezTo>
                  <a:cubicBezTo>
                    <a:pt x="146" y="193"/>
                    <a:pt x="132" y="185"/>
                    <a:pt x="117" y="177"/>
                  </a:cubicBezTo>
                  <a:cubicBezTo>
                    <a:pt x="102" y="169"/>
                    <a:pt x="89" y="162"/>
                    <a:pt x="80" y="155"/>
                  </a:cubicBezTo>
                  <a:cubicBezTo>
                    <a:pt x="69" y="149"/>
                    <a:pt x="60" y="143"/>
                    <a:pt x="55" y="137"/>
                  </a:cubicBezTo>
                  <a:cubicBezTo>
                    <a:pt x="48" y="130"/>
                    <a:pt x="44" y="125"/>
                    <a:pt x="41" y="118"/>
                  </a:cubicBezTo>
                  <a:cubicBezTo>
                    <a:pt x="38" y="111"/>
                    <a:pt x="37" y="103"/>
                    <a:pt x="37" y="93"/>
                  </a:cubicBezTo>
                  <a:cubicBezTo>
                    <a:pt x="37" y="82"/>
                    <a:pt x="38" y="74"/>
                    <a:pt x="43" y="66"/>
                  </a:cubicBezTo>
                  <a:cubicBezTo>
                    <a:pt x="47" y="59"/>
                    <a:pt x="54" y="52"/>
                    <a:pt x="60" y="46"/>
                  </a:cubicBezTo>
                  <a:cubicBezTo>
                    <a:pt x="67" y="41"/>
                    <a:pt x="76" y="38"/>
                    <a:pt x="87" y="35"/>
                  </a:cubicBezTo>
                  <a:cubicBezTo>
                    <a:pt x="96" y="33"/>
                    <a:pt x="106" y="31"/>
                    <a:pt x="117" y="31"/>
                  </a:cubicBezTo>
                  <a:cubicBezTo>
                    <a:pt x="146" y="31"/>
                    <a:pt x="172" y="37"/>
                    <a:pt x="194" y="49"/>
                  </a:cubicBezTo>
                  <a:cubicBezTo>
                    <a:pt x="194" y="12"/>
                    <a:pt x="194" y="12"/>
                    <a:pt x="194" y="12"/>
                  </a:cubicBezTo>
                  <a:cubicBezTo>
                    <a:pt x="174" y="4"/>
                    <a:pt x="150" y="0"/>
                    <a:pt x="121" y="0"/>
                  </a:cubicBezTo>
                  <a:cubicBezTo>
                    <a:pt x="104" y="0"/>
                    <a:pt x="89" y="2"/>
                    <a:pt x="74" y="7"/>
                  </a:cubicBezTo>
                  <a:cubicBezTo>
                    <a:pt x="60" y="11"/>
                    <a:pt x="47" y="18"/>
                    <a:pt x="36" y="26"/>
                  </a:cubicBezTo>
                  <a:cubicBezTo>
                    <a:pt x="26" y="34"/>
                    <a:pt x="17" y="44"/>
                    <a:pt x="11" y="56"/>
                  </a:cubicBezTo>
                  <a:cubicBezTo>
                    <a:pt x="4" y="68"/>
                    <a:pt x="1" y="81"/>
                    <a:pt x="1" y="96"/>
                  </a:cubicBezTo>
                  <a:cubicBezTo>
                    <a:pt x="1" y="108"/>
                    <a:pt x="3" y="118"/>
                    <a:pt x="6" y="127"/>
                  </a:cubicBezTo>
                  <a:cubicBezTo>
                    <a:pt x="10" y="137"/>
                    <a:pt x="15" y="145"/>
                    <a:pt x="22" y="154"/>
                  </a:cubicBezTo>
                  <a:cubicBezTo>
                    <a:pt x="29" y="162"/>
                    <a:pt x="38" y="170"/>
                    <a:pt x="49" y="177"/>
                  </a:cubicBezTo>
                  <a:cubicBezTo>
                    <a:pt x="60" y="185"/>
                    <a:pt x="74" y="193"/>
                    <a:pt x="89" y="202"/>
                  </a:cubicBezTo>
                  <a:cubicBezTo>
                    <a:pt x="104" y="210"/>
                    <a:pt x="117" y="217"/>
                    <a:pt x="126" y="222"/>
                  </a:cubicBezTo>
                  <a:cubicBezTo>
                    <a:pt x="137" y="229"/>
                    <a:pt x="146" y="234"/>
                    <a:pt x="152" y="241"/>
                  </a:cubicBezTo>
                  <a:cubicBezTo>
                    <a:pt x="159" y="248"/>
                    <a:pt x="165" y="255"/>
                    <a:pt x="167" y="262"/>
                  </a:cubicBezTo>
                  <a:cubicBezTo>
                    <a:pt x="172" y="269"/>
                    <a:pt x="173" y="278"/>
                    <a:pt x="173" y="288"/>
                  </a:cubicBezTo>
                  <a:cubicBezTo>
                    <a:pt x="173" y="307"/>
                    <a:pt x="166" y="324"/>
                    <a:pt x="152" y="335"/>
                  </a:cubicBezTo>
                  <a:cubicBezTo>
                    <a:pt x="139" y="344"/>
                    <a:pt x="117" y="350"/>
                    <a:pt x="89" y="350"/>
                  </a:cubicBezTo>
                  <a:cubicBezTo>
                    <a:pt x="82" y="350"/>
                    <a:pt x="74" y="350"/>
                    <a:pt x="67" y="348"/>
                  </a:cubicBezTo>
                  <a:cubicBezTo>
                    <a:pt x="59" y="347"/>
                    <a:pt x="51" y="346"/>
                    <a:pt x="43" y="343"/>
                  </a:cubicBezTo>
                  <a:cubicBezTo>
                    <a:pt x="36" y="340"/>
                    <a:pt x="27" y="337"/>
                    <a:pt x="21" y="333"/>
                  </a:cubicBezTo>
                  <a:cubicBezTo>
                    <a:pt x="12" y="329"/>
                    <a:pt x="6" y="325"/>
                    <a:pt x="0" y="321"/>
                  </a:cubicBezTo>
                  <a:cubicBezTo>
                    <a:pt x="0" y="361"/>
                    <a:pt x="0" y="361"/>
                    <a:pt x="0" y="361"/>
                  </a:cubicBezTo>
                  <a:cubicBezTo>
                    <a:pt x="4" y="364"/>
                    <a:pt x="11" y="366"/>
                    <a:pt x="18" y="369"/>
                  </a:cubicBezTo>
                  <a:cubicBezTo>
                    <a:pt x="25"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 name="Group 21">
            <a:extLst>
              <a:ext uri="{FF2B5EF4-FFF2-40B4-BE49-F238E27FC236}">
                <a16:creationId xmlns:a16="http://schemas.microsoft.com/office/drawing/2014/main" id="{6944205C-213E-DAF5-A66A-7AC74F8959E7}"/>
              </a:ext>
            </a:extLst>
          </p:cNvPr>
          <p:cNvGrpSpPr/>
          <p:nvPr/>
        </p:nvGrpSpPr>
        <p:grpSpPr>
          <a:xfrm>
            <a:off x="1185986" y="2429470"/>
            <a:ext cx="252413" cy="233363"/>
            <a:chOff x="44450" y="2720975"/>
            <a:chExt cx="252413" cy="233363"/>
          </a:xfrm>
          <a:solidFill>
            <a:schemeClr val="accent4"/>
          </a:solidFill>
        </p:grpSpPr>
        <p:sp>
          <p:nvSpPr>
            <p:cNvPr id="19" name="Freeform 16">
              <a:extLst>
                <a:ext uri="{FF2B5EF4-FFF2-40B4-BE49-F238E27FC236}">
                  <a16:creationId xmlns:a16="http://schemas.microsoft.com/office/drawing/2014/main" id="{644A5D03-99CD-0D15-07B4-39B14A59363C}"/>
                </a:ext>
              </a:extLst>
            </p:cNvPr>
            <p:cNvSpPr>
              <a:spLocks noChangeArrowheads="1"/>
            </p:cNvSpPr>
            <p:nvPr/>
          </p:nvSpPr>
          <p:spPr bwMode="auto">
            <a:xfrm>
              <a:off x="44450" y="2720975"/>
              <a:ext cx="242888" cy="115888"/>
            </a:xfrm>
            <a:custGeom>
              <a:avLst/>
              <a:gdLst>
                <a:gd name="T0" fmla="*/ 143 w 675"/>
                <a:gd name="T1" fmla="*/ 5 h 323"/>
                <a:gd name="T2" fmla="*/ 143 w 675"/>
                <a:gd name="T3" fmla="*/ 5 h 323"/>
                <a:gd name="T4" fmla="*/ 122 w 675"/>
                <a:gd name="T5" fmla="*/ 5 h 323"/>
                <a:gd name="T6" fmla="*/ 5 w 675"/>
                <a:gd name="T7" fmla="*/ 122 h 323"/>
                <a:gd name="T8" fmla="*/ 4 w 675"/>
                <a:gd name="T9" fmla="*/ 122 h 323"/>
                <a:gd name="T10" fmla="*/ 1 w 675"/>
                <a:gd name="T11" fmla="*/ 126 h 323"/>
                <a:gd name="T12" fmla="*/ 1 w 675"/>
                <a:gd name="T13" fmla="*/ 138 h 323"/>
                <a:gd name="T14" fmla="*/ 4 w 675"/>
                <a:gd name="T15" fmla="*/ 142 h 323"/>
                <a:gd name="T16" fmla="*/ 5 w 675"/>
                <a:gd name="T17" fmla="*/ 142 h 323"/>
                <a:gd name="T18" fmla="*/ 122 w 675"/>
                <a:gd name="T19" fmla="*/ 259 h 323"/>
                <a:gd name="T20" fmla="*/ 143 w 675"/>
                <a:gd name="T21" fmla="*/ 259 h 323"/>
                <a:gd name="T22" fmla="*/ 143 w 675"/>
                <a:gd name="T23" fmla="*/ 239 h 323"/>
                <a:gd name="T24" fmla="*/ 51 w 675"/>
                <a:gd name="T25" fmla="*/ 147 h 323"/>
                <a:gd name="T26" fmla="*/ 483 w 675"/>
                <a:gd name="T27" fmla="*/ 147 h 323"/>
                <a:gd name="T28" fmla="*/ 597 w 675"/>
                <a:gd name="T29" fmla="*/ 195 h 323"/>
                <a:gd name="T30" fmla="*/ 645 w 675"/>
                <a:gd name="T31" fmla="*/ 309 h 323"/>
                <a:gd name="T32" fmla="*/ 659 w 675"/>
                <a:gd name="T33" fmla="*/ 322 h 323"/>
                <a:gd name="T34" fmla="*/ 674 w 675"/>
                <a:gd name="T35" fmla="*/ 309 h 323"/>
                <a:gd name="T36" fmla="*/ 483 w 675"/>
                <a:gd name="T37" fmla="*/ 118 h 323"/>
                <a:gd name="T38" fmla="*/ 51 w 675"/>
                <a:gd name="T39" fmla="*/ 118 h 323"/>
                <a:gd name="T40" fmla="*/ 143 w 675"/>
                <a:gd name="T41" fmla="*/ 26 h 323"/>
                <a:gd name="T42" fmla="*/ 143 w 675"/>
                <a:gd name="T43" fmla="*/ 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323">
                  <a:moveTo>
                    <a:pt x="143" y="5"/>
                  </a:moveTo>
                  <a:lnTo>
                    <a:pt x="143" y="5"/>
                  </a:lnTo>
                  <a:cubicBezTo>
                    <a:pt x="137" y="0"/>
                    <a:pt x="128" y="0"/>
                    <a:pt x="122" y="5"/>
                  </a:cubicBezTo>
                  <a:cubicBezTo>
                    <a:pt x="5" y="122"/>
                    <a:pt x="5" y="122"/>
                    <a:pt x="5" y="122"/>
                  </a:cubicBezTo>
                  <a:cubicBezTo>
                    <a:pt x="4" y="122"/>
                    <a:pt x="4" y="122"/>
                    <a:pt x="4" y="122"/>
                  </a:cubicBezTo>
                  <a:cubicBezTo>
                    <a:pt x="4" y="123"/>
                    <a:pt x="3" y="125"/>
                    <a:pt x="1" y="126"/>
                  </a:cubicBezTo>
                  <a:cubicBezTo>
                    <a:pt x="0" y="130"/>
                    <a:pt x="0" y="134"/>
                    <a:pt x="1" y="138"/>
                  </a:cubicBezTo>
                  <a:cubicBezTo>
                    <a:pt x="3" y="140"/>
                    <a:pt x="4" y="141"/>
                    <a:pt x="4" y="142"/>
                  </a:cubicBezTo>
                  <a:cubicBezTo>
                    <a:pt x="4" y="142"/>
                    <a:pt x="4" y="142"/>
                    <a:pt x="5" y="142"/>
                  </a:cubicBezTo>
                  <a:cubicBezTo>
                    <a:pt x="122" y="259"/>
                    <a:pt x="122" y="259"/>
                    <a:pt x="122" y="259"/>
                  </a:cubicBezTo>
                  <a:cubicBezTo>
                    <a:pt x="128" y="266"/>
                    <a:pt x="137" y="266"/>
                    <a:pt x="143" y="259"/>
                  </a:cubicBezTo>
                  <a:cubicBezTo>
                    <a:pt x="148" y="254"/>
                    <a:pt x="148" y="245"/>
                    <a:pt x="143" y="239"/>
                  </a:cubicBezTo>
                  <a:cubicBezTo>
                    <a:pt x="51" y="147"/>
                    <a:pt x="51" y="147"/>
                    <a:pt x="51" y="147"/>
                  </a:cubicBezTo>
                  <a:cubicBezTo>
                    <a:pt x="483" y="147"/>
                    <a:pt x="483" y="147"/>
                    <a:pt x="483" y="147"/>
                  </a:cubicBezTo>
                  <a:cubicBezTo>
                    <a:pt x="528" y="147"/>
                    <a:pt x="568" y="164"/>
                    <a:pt x="597" y="195"/>
                  </a:cubicBezTo>
                  <a:cubicBezTo>
                    <a:pt x="627" y="223"/>
                    <a:pt x="645" y="263"/>
                    <a:pt x="645" y="309"/>
                  </a:cubicBezTo>
                  <a:cubicBezTo>
                    <a:pt x="645" y="315"/>
                    <a:pt x="651" y="322"/>
                    <a:pt x="659" y="322"/>
                  </a:cubicBezTo>
                  <a:cubicBezTo>
                    <a:pt x="667" y="322"/>
                    <a:pt x="674" y="315"/>
                    <a:pt x="674" y="309"/>
                  </a:cubicBezTo>
                  <a:cubicBezTo>
                    <a:pt x="674" y="203"/>
                    <a:pt x="589" y="118"/>
                    <a:pt x="483" y="118"/>
                  </a:cubicBezTo>
                  <a:cubicBezTo>
                    <a:pt x="51" y="118"/>
                    <a:pt x="51" y="118"/>
                    <a:pt x="51" y="118"/>
                  </a:cubicBezTo>
                  <a:cubicBezTo>
                    <a:pt x="143" y="26"/>
                    <a:pt x="143" y="26"/>
                    <a:pt x="143" y="26"/>
                  </a:cubicBezTo>
                  <a:cubicBezTo>
                    <a:pt x="148" y="20"/>
                    <a:pt x="148"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 name="Freeform 17">
              <a:extLst>
                <a:ext uri="{FF2B5EF4-FFF2-40B4-BE49-F238E27FC236}">
                  <a16:creationId xmlns:a16="http://schemas.microsoft.com/office/drawing/2014/main" id="{42B97808-974B-8482-CDF8-6434996F3457}"/>
                </a:ext>
              </a:extLst>
            </p:cNvPr>
            <p:cNvSpPr>
              <a:spLocks noChangeArrowheads="1"/>
            </p:cNvSpPr>
            <p:nvPr/>
          </p:nvSpPr>
          <p:spPr bwMode="auto">
            <a:xfrm>
              <a:off x="53975" y="2836863"/>
              <a:ext cx="242888" cy="117475"/>
            </a:xfrm>
            <a:custGeom>
              <a:avLst/>
              <a:gdLst>
                <a:gd name="T0" fmla="*/ 190 w 675"/>
                <a:gd name="T1" fmla="*/ 206 h 325"/>
                <a:gd name="T2" fmla="*/ 190 w 675"/>
                <a:gd name="T3" fmla="*/ 206 h 325"/>
                <a:gd name="T4" fmla="*/ 623 w 675"/>
                <a:gd name="T5" fmla="*/ 206 h 325"/>
                <a:gd name="T6" fmla="*/ 531 w 675"/>
                <a:gd name="T7" fmla="*/ 298 h 325"/>
                <a:gd name="T8" fmla="*/ 531 w 675"/>
                <a:gd name="T9" fmla="*/ 319 h 325"/>
                <a:gd name="T10" fmla="*/ 552 w 675"/>
                <a:gd name="T11" fmla="*/ 319 h 325"/>
                <a:gd name="T12" fmla="*/ 669 w 675"/>
                <a:gd name="T13" fmla="*/ 201 h 325"/>
                <a:gd name="T14" fmla="*/ 673 w 675"/>
                <a:gd name="T15" fmla="*/ 197 h 325"/>
                <a:gd name="T16" fmla="*/ 673 w 675"/>
                <a:gd name="T17" fmla="*/ 186 h 325"/>
                <a:gd name="T18" fmla="*/ 669 w 675"/>
                <a:gd name="T19" fmla="*/ 180 h 325"/>
                <a:gd name="T20" fmla="*/ 552 w 675"/>
                <a:gd name="T21" fmla="*/ 63 h 325"/>
                <a:gd name="T22" fmla="*/ 531 w 675"/>
                <a:gd name="T23" fmla="*/ 63 h 325"/>
                <a:gd name="T24" fmla="*/ 531 w 675"/>
                <a:gd name="T25" fmla="*/ 84 h 325"/>
                <a:gd name="T26" fmla="*/ 623 w 675"/>
                <a:gd name="T27" fmla="*/ 176 h 325"/>
                <a:gd name="T28" fmla="*/ 190 w 675"/>
                <a:gd name="T29" fmla="*/ 176 h 325"/>
                <a:gd name="T30" fmla="*/ 76 w 675"/>
                <a:gd name="T31" fmla="*/ 129 h 325"/>
                <a:gd name="T32" fmla="*/ 29 w 675"/>
                <a:gd name="T33" fmla="*/ 15 h 325"/>
                <a:gd name="T34" fmla="*/ 14 w 675"/>
                <a:gd name="T35" fmla="*/ 0 h 325"/>
                <a:gd name="T36" fmla="*/ 0 w 675"/>
                <a:gd name="T37" fmla="*/ 15 h 325"/>
                <a:gd name="T38" fmla="*/ 190 w 675"/>
                <a:gd name="T39" fmla="*/ 206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325">
                  <a:moveTo>
                    <a:pt x="190" y="206"/>
                  </a:moveTo>
                  <a:lnTo>
                    <a:pt x="190" y="206"/>
                  </a:lnTo>
                  <a:cubicBezTo>
                    <a:pt x="623" y="206"/>
                    <a:pt x="623" y="206"/>
                    <a:pt x="623" y="206"/>
                  </a:cubicBezTo>
                  <a:cubicBezTo>
                    <a:pt x="531" y="298"/>
                    <a:pt x="531" y="298"/>
                    <a:pt x="531" y="298"/>
                  </a:cubicBezTo>
                  <a:cubicBezTo>
                    <a:pt x="526" y="304"/>
                    <a:pt x="526" y="313"/>
                    <a:pt x="531" y="319"/>
                  </a:cubicBezTo>
                  <a:cubicBezTo>
                    <a:pt x="537" y="324"/>
                    <a:pt x="546" y="324"/>
                    <a:pt x="552" y="319"/>
                  </a:cubicBezTo>
                  <a:cubicBezTo>
                    <a:pt x="669" y="201"/>
                    <a:pt x="669" y="201"/>
                    <a:pt x="669" y="201"/>
                  </a:cubicBezTo>
                  <a:cubicBezTo>
                    <a:pt x="670" y="199"/>
                    <a:pt x="671" y="198"/>
                    <a:pt x="673" y="197"/>
                  </a:cubicBezTo>
                  <a:cubicBezTo>
                    <a:pt x="674" y="192"/>
                    <a:pt x="674" y="188"/>
                    <a:pt x="673" y="186"/>
                  </a:cubicBezTo>
                  <a:cubicBezTo>
                    <a:pt x="671" y="183"/>
                    <a:pt x="670" y="181"/>
                    <a:pt x="669" y="180"/>
                  </a:cubicBezTo>
                  <a:cubicBezTo>
                    <a:pt x="552" y="63"/>
                    <a:pt x="552" y="63"/>
                    <a:pt x="552" y="63"/>
                  </a:cubicBezTo>
                  <a:cubicBezTo>
                    <a:pt x="546" y="58"/>
                    <a:pt x="537" y="58"/>
                    <a:pt x="531" y="63"/>
                  </a:cubicBezTo>
                  <a:cubicBezTo>
                    <a:pt x="526" y="69"/>
                    <a:pt x="526" y="79"/>
                    <a:pt x="531" y="84"/>
                  </a:cubicBezTo>
                  <a:cubicBezTo>
                    <a:pt x="623" y="176"/>
                    <a:pt x="623" y="176"/>
                    <a:pt x="623" y="176"/>
                  </a:cubicBezTo>
                  <a:cubicBezTo>
                    <a:pt x="190" y="176"/>
                    <a:pt x="190" y="176"/>
                    <a:pt x="190" y="176"/>
                  </a:cubicBezTo>
                  <a:cubicBezTo>
                    <a:pt x="146" y="176"/>
                    <a:pt x="106" y="158"/>
                    <a:pt x="76" y="129"/>
                  </a:cubicBezTo>
                  <a:cubicBezTo>
                    <a:pt x="47" y="100"/>
                    <a:pt x="29" y="59"/>
                    <a:pt x="29" y="15"/>
                  </a:cubicBezTo>
                  <a:cubicBezTo>
                    <a:pt x="29" y="7"/>
                    <a:pt x="22" y="0"/>
                    <a:pt x="14" y="0"/>
                  </a:cubicBezTo>
                  <a:cubicBezTo>
                    <a:pt x="6" y="0"/>
                    <a:pt x="0" y="7"/>
                    <a:pt x="0" y="15"/>
                  </a:cubicBezTo>
                  <a:cubicBezTo>
                    <a:pt x="0" y="120"/>
                    <a:pt x="85" y="206"/>
                    <a:pt x="19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 name="Freeform 18">
            <a:extLst>
              <a:ext uri="{FF2B5EF4-FFF2-40B4-BE49-F238E27FC236}">
                <a16:creationId xmlns:a16="http://schemas.microsoft.com/office/drawing/2014/main" id="{8C79F7CA-C073-5241-44C9-DC9F99E316CD}"/>
              </a:ext>
            </a:extLst>
          </p:cNvPr>
          <p:cNvSpPr>
            <a:spLocks noChangeArrowheads="1"/>
          </p:cNvSpPr>
          <p:nvPr/>
        </p:nvSpPr>
        <p:spPr bwMode="auto">
          <a:xfrm>
            <a:off x="3714874" y="1402978"/>
            <a:ext cx="254000" cy="190500"/>
          </a:xfrm>
          <a:custGeom>
            <a:avLst/>
            <a:gdLst>
              <a:gd name="T0" fmla="*/ 0 w 704"/>
              <a:gd name="T1" fmla="*/ 162 h 530"/>
              <a:gd name="T2" fmla="*/ 0 w 704"/>
              <a:gd name="T3" fmla="*/ 162 h 530"/>
              <a:gd name="T4" fmla="*/ 1 w 704"/>
              <a:gd name="T5" fmla="*/ 168 h 530"/>
              <a:gd name="T6" fmla="*/ 6 w 704"/>
              <a:gd name="T7" fmla="*/ 172 h 530"/>
              <a:gd name="T8" fmla="*/ 151 w 704"/>
              <a:gd name="T9" fmla="*/ 319 h 530"/>
              <a:gd name="T10" fmla="*/ 172 w 704"/>
              <a:gd name="T11" fmla="*/ 319 h 530"/>
              <a:gd name="T12" fmla="*/ 172 w 704"/>
              <a:gd name="T13" fmla="*/ 298 h 530"/>
              <a:gd name="T14" fmla="*/ 51 w 704"/>
              <a:gd name="T15" fmla="*/ 177 h 530"/>
              <a:gd name="T16" fmla="*/ 513 w 704"/>
              <a:gd name="T17" fmla="*/ 177 h 530"/>
              <a:gd name="T18" fmla="*/ 627 w 704"/>
              <a:gd name="T19" fmla="*/ 224 h 530"/>
              <a:gd name="T20" fmla="*/ 674 w 704"/>
              <a:gd name="T21" fmla="*/ 338 h 530"/>
              <a:gd name="T22" fmla="*/ 627 w 704"/>
              <a:gd name="T23" fmla="*/ 452 h 530"/>
              <a:gd name="T24" fmla="*/ 513 w 704"/>
              <a:gd name="T25" fmla="*/ 499 h 530"/>
              <a:gd name="T26" fmla="*/ 338 w 704"/>
              <a:gd name="T27" fmla="*/ 499 h 530"/>
              <a:gd name="T28" fmla="*/ 323 w 704"/>
              <a:gd name="T29" fmla="*/ 514 h 530"/>
              <a:gd name="T30" fmla="*/ 338 w 704"/>
              <a:gd name="T31" fmla="*/ 529 h 530"/>
              <a:gd name="T32" fmla="*/ 513 w 704"/>
              <a:gd name="T33" fmla="*/ 529 h 530"/>
              <a:gd name="T34" fmla="*/ 703 w 704"/>
              <a:gd name="T35" fmla="*/ 338 h 530"/>
              <a:gd name="T36" fmla="*/ 513 w 704"/>
              <a:gd name="T37" fmla="*/ 147 h 530"/>
              <a:gd name="T38" fmla="*/ 51 w 704"/>
              <a:gd name="T39" fmla="*/ 147 h 530"/>
              <a:gd name="T40" fmla="*/ 172 w 704"/>
              <a:gd name="T41" fmla="*/ 26 h 530"/>
              <a:gd name="T42" fmla="*/ 172 w 704"/>
              <a:gd name="T43" fmla="*/ 6 h 530"/>
              <a:gd name="T44" fmla="*/ 151 w 704"/>
              <a:gd name="T45" fmla="*/ 6 h 530"/>
              <a:gd name="T46" fmla="*/ 6 w 704"/>
              <a:gd name="T47" fmla="*/ 151 h 530"/>
              <a:gd name="T48" fmla="*/ 4 w 704"/>
              <a:gd name="T49" fmla="*/ 151 h 530"/>
              <a:gd name="T50" fmla="*/ 1 w 704"/>
              <a:gd name="T51" fmla="*/ 157 h 530"/>
              <a:gd name="T52" fmla="*/ 0 w 704"/>
              <a:gd name="T53" fmla="*/ 162 h 5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704" h="530">
                <a:moveTo>
                  <a:pt x="0" y="162"/>
                </a:moveTo>
                <a:lnTo>
                  <a:pt x="0" y="162"/>
                </a:lnTo>
                <a:cubicBezTo>
                  <a:pt x="0" y="164"/>
                  <a:pt x="1" y="166"/>
                  <a:pt x="1" y="168"/>
                </a:cubicBezTo>
                <a:cubicBezTo>
                  <a:pt x="3" y="169"/>
                  <a:pt x="4" y="171"/>
                  <a:pt x="6" y="172"/>
                </a:cubicBezTo>
                <a:cubicBezTo>
                  <a:pt x="151" y="319"/>
                  <a:pt x="151" y="319"/>
                  <a:pt x="151" y="319"/>
                </a:cubicBezTo>
                <a:cubicBezTo>
                  <a:pt x="157" y="324"/>
                  <a:pt x="166" y="324"/>
                  <a:pt x="172" y="319"/>
                </a:cubicBezTo>
                <a:cubicBezTo>
                  <a:pt x="177" y="313"/>
                  <a:pt x="177" y="304"/>
                  <a:pt x="172" y="298"/>
                </a:cubicBezTo>
                <a:cubicBezTo>
                  <a:pt x="51" y="177"/>
                  <a:pt x="51" y="177"/>
                  <a:pt x="51" y="177"/>
                </a:cubicBezTo>
                <a:cubicBezTo>
                  <a:pt x="513" y="177"/>
                  <a:pt x="513" y="177"/>
                  <a:pt x="513" y="177"/>
                </a:cubicBezTo>
                <a:cubicBezTo>
                  <a:pt x="557" y="177"/>
                  <a:pt x="597" y="195"/>
                  <a:pt x="627" y="224"/>
                </a:cubicBezTo>
                <a:cubicBezTo>
                  <a:pt x="656" y="253"/>
                  <a:pt x="674" y="293"/>
                  <a:pt x="674" y="338"/>
                </a:cubicBezTo>
                <a:cubicBezTo>
                  <a:pt x="674" y="382"/>
                  <a:pt x="656" y="423"/>
                  <a:pt x="627" y="452"/>
                </a:cubicBezTo>
                <a:cubicBezTo>
                  <a:pt x="597" y="481"/>
                  <a:pt x="557" y="499"/>
                  <a:pt x="513" y="499"/>
                </a:cubicBezTo>
                <a:cubicBezTo>
                  <a:pt x="338" y="499"/>
                  <a:pt x="338" y="499"/>
                  <a:pt x="338" y="499"/>
                </a:cubicBezTo>
                <a:cubicBezTo>
                  <a:pt x="330" y="499"/>
                  <a:pt x="323" y="505"/>
                  <a:pt x="323" y="514"/>
                </a:cubicBezTo>
                <a:cubicBezTo>
                  <a:pt x="323" y="522"/>
                  <a:pt x="330" y="529"/>
                  <a:pt x="338" y="529"/>
                </a:cubicBezTo>
                <a:cubicBezTo>
                  <a:pt x="513" y="529"/>
                  <a:pt x="513" y="529"/>
                  <a:pt x="513" y="529"/>
                </a:cubicBezTo>
                <a:cubicBezTo>
                  <a:pt x="618" y="529"/>
                  <a:pt x="703" y="442"/>
                  <a:pt x="703" y="338"/>
                </a:cubicBezTo>
                <a:cubicBezTo>
                  <a:pt x="703" y="232"/>
                  <a:pt x="618" y="147"/>
                  <a:pt x="513" y="147"/>
                </a:cubicBezTo>
                <a:cubicBezTo>
                  <a:pt x="51" y="147"/>
                  <a:pt x="51" y="147"/>
                  <a:pt x="51" y="147"/>
                </a:cubicBezTo>
                <a:cubicBezTo>
                  <a:pt x="172" y="26"/>
                  <a:pt x="172" y="26"/>
                  <a:pt x="172" y="26"/>
                </a:cubicBezTo>
                <a:cubicBezTo>
                  <a:pt x="177" y="21"/>
                  <a:pt x="177" y="11"/>
                  <a:pt x="172" y="6"/>
                </a:cubicBezTo>
                <a:cubicBezTo>
                  <a:pt x="166" y="0"/>
                  <a:pt x="157" y="0"/>
                  <a:pt x="151" y="6"/>
                </a:cubicBezTo>
                <a:cubicBezTo>
                  <a:pt x="6" y="151"/>
                  <a:pt x="6" y="151"/>
                  <a:pt x="6" y="151"/>
                </a:cubicBezTo>
                <a:lnTo>
                  <a:pt x="4" y="151"/>
                </a:lnTo>
                <a:cubicBezTo>
                  <a:pt x="4" y="153"/>
                  <a:pt x="3" y="155"/>
                  <a:pt x="1" y="157"/>
                </a:cubicBezTo>
                <a:cubicBezTo>
                  <a:pt x="1" y="158"/>
                  <a:pt x="0" y="160"/>
                  <a:pt x="0" y="162"/>
                </a:cubicBezTo>
              </a:path>
            </a:pathLst>
          </a:custGeom>
          <a:solidFill>
            <a:schemeClr val="accent4"/>
          </a:solidFill>
          <a:ln>
            <a:noFill/>
          </a:ln>
          <a:effectLst/>
        </p:spPr>
        <p:txBody>
          <a:bodyPr wrap="none" anchor="ctr"/>
          <a:lstStyle/>
          <a:p>
            <a:endParaRPr lang="da-DK"/>
          </a:p>
        </p:txBody>
      </p:sp>
      <p:sp>
        <p:nvSpPr>
          <p:cNvPr id="22" name="Freeform 19">
            <a:extLst>
              <a:ext uri="{FF2B5EF4-FFF2-40B4-BE49-F238E27FC236}">
                <a16:creationId xmlns:a16="http://schemas.microsoft.com/office/drawing/2014/main" id="{A4B79EED-7CB5-9882-A3D2-8EEC0FE36CE7}"/>
              </a:ext>
            </a:extLst>
          </p:cNvPr>
          <p:cNvSpPr>
            <a:spLocks noChangeArrowheads="1"/>
          </p:cNvSpPr>
          <p:nvPr/>
        </p:nvSpPr>
        <p:spPr bwMode="auto">
          <a:xfrm>
            <a:off x="3746624" y="866403"/>
            <a:ext cx="190500" cy="254000"/>
          </a:xfrm>
          <a:custGeom>
            <a:avLst/>
            <a:gdLst>
              <a:gd name="T0" fmla="*/ 1 w 528"/>
              <a:gd name="T1" fmla="*/ 226 h 705"/>
              <a:gd name="T2" fmla="*/ 1 w 528"/>
              <a:gd name="T3" fmla="*/ 226 h 705"/>
              <a:gd name="T4" fmla="*/ 5 w 528"/>
              <a:gd name="T5" fmla="*/ 231 h 705"/>
              <a:gd name="T6" fmla="*/ 210 w 528"/>
              <a:gd name="T7" fmla="*/ 435 h 705"/>
              <a:gd name="T8" fmla="*/ 231 w 528"/>
              <a:gd name="T9" fmla="*/ 435 h 705"/>
              <a:gd name="T10" fmla="*/ 231 w 528"/>
              <a:gd name="T11" fmla="*/ 414 h 705"/>
              <a:gd name="T12" fmla="*/ 231 w 528"/>
              <a:gd name="T13" fmla="*/ 414 h 705"/>
              <a:gd name="T14" fmla="*/ 51 w 528"/>
              <a:gd name="T15" fmla="*/ 235 h 705"/>
              <a:gd name="T16" fmla="*/ 338 w 528"/>
              <a:gd name="T17" fmla="*/ 235 h 705"/>
              <a:gd name="T18" fmla="*/ 452 w 528"/>
              <a:gd name="T19" fmla="*/ 283 h 705"/>
              <a:gd name="T20" fmla="*/ 498 w 528"/>
              <a:gd name="T21" fmla="*/ 397 h 705"/>
              <a:gd name="T22" fmla="*/ 498 w 528"/>
              <a:gd name="T23" fmla="*/ 689 h 705"/>
              <a:gd name="T24" fmla="*/ 513 w 528"/>
              <a:gd name="T25" fmla="*/ 704 h 705"/>
              <a:gd name="T26" fmla="*/ 527 w 528"/>
              <a:gd name="T27" fmla="*/ 689 h 705"/>
              <a:gd name="T28" fmla="*/ 527 w 528"/>
              <a:gd name="T29" fmla="*/ 397 h 705"/>
              <a:gd name="T30" fmla="*/ 338 w 528"/>
              <a:gd name="T31" fmla="*/ 206 h 705"/>
              <a:gd name="T32" fmla="*/ 51 w 528"/>
              <a:gd name="T33" fmla="*/ 206 h 705"/>
              <a:gd name="T34" fmla="*/ 231 w 528"/>
              <a:gd name="T35" fmla="*/ 26 h 705"/>
              <a:gd name="T36" fmla="*/ 231 w 528"/>
              <a:gd name="T37" fmla="*/ 5 h 705"/>
              <a:gd name="T38" fmla="*/ 210 w 528"/>
              <a:gd name="T39" fmla="*/ 5 h 705"/>
              <a:gd name="T40" fmla="*/ 5 w 528"/>
              <a:gd name="T41" fmla="*/ 210 h 705"/>
              <a:gd name="T42" fmla="*/ 4 w 528"/>
              <a:gd name="T43" fmla="*/ 210 h 705"/>
              <a:gd name="T44" fmla="*/ 1 w 528"/>
              <a:gd name="T45" fmla="*/ 214 h 705"/>
              <a:gd name="T46" fmla="*/ 1 w 528"/>
              <a:gd name="T47" fmla="*/ 226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28" h="705">
                <a:moveTo>
                  <a:pt x="1" y="226"/>
                </a:moveTo>
                <a:lnTo>
                  <a:pt x="1" y="226"/>
                </a:lnTo>
                <a:cubicBezTo>
                  <a:pt x="3" y="228"/>
                  <a:pt x="4" y="229"/>
                  <a:pt x="5" y="231"/>
                </a:cubicBezTo>
                <a:cubicBezTo>
                  <a:pt x="210" y="435"/>
                  <a:pt x="210" y="435"/>
                  <a:pt x="210" y="435"/>
                </a:cubicBezTo>
                <a:cubicBezTo>
                  <a:pt x="215" y="442"/>
                  <a:pt x="225" y="442"/>
                  <a:pt x="231" y="435"/>
                </a:cubicBezTo>
                <a:cubicBezTo>
                  <a:pt x="236" y="430"/>
                  <a:pt x="236" y="421"/>
                  <a:pt x="231" y="414"/>
                </a:cubicBezTo>
                <a:lnTo>
                  <a:pt x="231" y="414"/>
                </a:lnTo>
                <a:cubicBezTo>
                  <a:pt x="51" y="235"/>
                  <a:pt x="51" y="235"/>
                  <a:pt x="51" y="235"/>
                </a:cubicBezTo>
                <a:cubicBezTo>
                  <a:pt x="338" y="235"/>
                  <a:pt x="338" y="235"/>
                  <a:pt x="338" y="235"/>
                </a:cubicBezTo>
                <a:cubicBezTo>
                  <a:pt x="382" y="235"/>
                  <a:pt x="421" y="252"/>
                  <a:pt x="452" y="283"/>
                </a:cubicBezTo>
                <a:cubicBezTo>
                  <a:pt x="480" y="311"/>
                  <a:pt x="498" y="351"/>
                  <a:pt x="498" y="397"/>
                </a:cubicBezTo>
                <a:cubicBezTo>
                  <a:pt x="498" y="689"/>
                  <a:pt x="498" y="689"/>
                  <a:pt x="498" y="689"/>
                </a:cubicBezTo>
                <a:cubicBezTo>
                  <a:pt x="498" y="697"/>
                  <a:pt x="505" y="704"/>
                  <a:pt x="513" y="704"/>
                </a:cubicBezTo>
                <a:cubicBezTo>
                  <a:pt x="522" y="704"/>
                  <a:pt x="527" y="697"/>
                  <a:pt x="527" y="689"/>
                </a:cubicBezTo>
                <a:cubicBezTo>
                  <a:pt x="527" y="397"/>
                  <a:pt x="527" y="397"/>
                  <a:pt x="527" y="397"/>
                </a:cubicBezTo>
                <a:cubicBezTo>
                  <a:pt x="527" y="291"/>
                  <a:pt x="442" y="206"/>
                  <a:pt x="338" y="206"/>
                </a:cubicBezTo>
                <a:cubicBezTo>
                  <a:pt x="51" y="206"/>
                  <a:pt x="51" y="206"/>
                  <a:pt x="51" y="206"/>
                </a:cubicBezTo>
                <a:cubicBezTo>
                  <a:pt x="231" y="26"/>
                  <a:pt x="231" y="26"/>
                  <a:pt x="231" y="26"/>
                </a:cubicBezTo>
                <a:cubicBezTo>
                  <a:pt x="236" y="20"/>
                  <a:pt x="236" y="11"/>
                  <a:pt x="231" y="5"/>
                </a:cubicBezTo>
                <a:cubicBezTo>
                  <a:pt x="225" y="0"/>
                  <a:pt x="215" y="0"/>
                  <a:pt x="210" y="5"/>
                </a:cubicBezTo>
                <a:cubicBezTo>
                  <a:pt x="5" y="210"/>
                  <a:pt x="5" y="210"/>
                  <a:pt x="5" y="210"/>
                </a:cubicBezTo>
                <a:lnTo>
                  <a:pt x="4" y="210"/>
                </a:lnTo>
                <a:cubicBezTo>
                  <a:pt x="4" y="211"/>
                  <a:pt x="3" y="213"/>
                  <a:pt x="1" y="214"/>
                </a:cubicBezTo>
                <a:cubicBezTo>
                  <a:pt x="0" y="218"/>
                  <a:pt x="0" y="222"/>
                  <a:pt x="1" y="226"/>
                </a:cubicBezTo>
              </a:path>
            </a:pathLst>
          </a:custGeom>
          <a:solidFill>
            <a:schemeClr val="accent4"/>
          </a:solidFill>
          <a:ln>
            <a:noFill/>
          </a:ln>
          <a:effectLst/>
        </p:spPr>
        <p:txBody>
          <a:bodyPr wrap="none" anchor="ctr"/>
          <a:lstStyle/>
          <a:p>
            <a:endParaRPr lang="da-DK"/>
          </a:p>
        </p:txBody>
      </p:sp>
      <p:grpSp>
        <p:nvGrpSpPr>
          <p:cNvPr id="23" name="Group 26">
            <a:extLst>
              <a:ext uri="{FF2B5EF4-FFF2-40B4-BE49-F238E27FC236}">
                <a16:creationId xmlns:a16="http://schemas.microsoft.com/office/drawing/2014/main" id="{5CE368F2-4C70-8707-4F79-4C26C5E8D24B}"/>
              </a:ext>
            </a:extLst>
          </p:cNvPr>
          <p:cNvGrpSpPr/>
          <p:nvPr/>
        </p:nvGrpSpPr>
        <p:grpSpPr>
          <a:xfrm>
            <a:off x="1692399" y="891803"/>
            <a:ext cx="252412" cy="203200"/>
            <a:chOff x="550863" y="1233488"/>
            <a:chExt cx="252412" cy="203200"/>
          </a:xfrm>
          <a:solidFill>
            <a:schemeClr val="accent4"/>
          </a:solidFill>
        </p:grpSpPr>
        <p:sp>
          <p:nvSpPr>
            <p:cNvPr id="24" name="Freeform 20">
              <a:extLst>
                <a:ext uri="{FF2B5EF4-FFF2-40B4-BE49-F238E27FC236}">
                  <a16:creationId xmlns:a16="http://schemas.microsoft.com/office/drawing/2014/main" id="{76A7EA75-50FD-B322-E81F-4989ABB0FC6D}"/>
                </a:ext>
              </a:extLst>
            </p:cNvPr>
            <p:cNvSpPr>
              <a:spLocks noChangeArrowheads="1"/>
            </p:cNvSpPr>
            <p:nvPr/>
          </p:nvSpPr>
          <p:spPr bwMode="auto">
            <a:xfrm>
              <a:off x="655638" y="1233488"/>
              <a:ext cx="147637" cy="169862"/>
            </a:xfrm>
            <a:custGeom>
              <a:avLst/>
              <a:gdLst>
                <a:gd name="T0" fmla="*/ 4 w 410"/>
                <a:gd name="T1" fmla="*/ 93 h 470"/>
                <a:gd name="T2" fmla="*/ 4 w 410"/>
                <a:gd name="T3" fmla="*/ 93 h 470"/>
                <a:gd name="T4" fmla="*/ 2 w 410"/>
                <a:gd name="T5" fmla="*/ 97 h 470"/>
                <a:gd name="T6" fmla="*/ 0 w 410"/>
                <a:gd name="T7" fmla="*/ 103 h 470"/>
                <a:gd name="T8" fmla="*/ 0 w 410"/>
                <a:gd name="T9" fmla="*/ 103 h 470"/>
                <a:gd name="T10" fmla="*/ 0 w 410"/>
                <a:gd name="T11" fmla="*/ 103 h 470"/>
                <a:gd name="T12" fmla="*/ 2 w 410"/>
                <a:gd name="T13" fmla="*/ 108 h 470"/>
                <a:gd name="T14" fmla="*/ 4 w 410"/>
                <a:gd name="T15" fmla="*/ 114 h 470"/>
                <a:gd name="T16" fmla="*/ 4 w 410"/>
                <a:gd name="T17" fmla="*/ 114 h 470"/>
                <a:gd name="T18" fmla="*/ 92 w 410"/>
                <a:gd name="T19" fmla="*/ 202 h 470"/>
                <a:gd name="T20" fmla="*/ 113 w 410"/>
                <a:gd name="T21" fmla="*/ 202 h 470"/>
                <a:gd name="T22" fmla="*/ 113 w 410"/>
                <a:gd name="T23" fmla="*/ 181 h 470"/>
                <a:gd name="T24" fmla="*/ 50 w 410"/>
                <a:gd name="T25" fmla="*/ 118 h 470"/>
                <a:gd name="T26" fmla="*/ 220 w 410"/>
                <a:gd name="T27" fmla="*/ 118 h 470"/>
                <a:gd name="T28" fmla="*/ 334 w 410"/>
                <a:gd name="T29" fmla="*/ 164 h 470"/>
                <a:gd name="T30" fmla="*/ 381 w 410"/>
                <a:gd name="T31" fmla="*/ 278 h 470"/>
                <a:gd name="T32" fmla="*/ 334 w 410"/>
                <a:gd name="T33" fmla="*/ 392 h 470"/>
                <a:gd name="T34" fmla="*/ 220 w 410"/>
                <a:gd name="T35" fmla="*/ 440 h 470"/>
                <a:gd name="T36" fmla="*/ 190 w 410"/>
                <a:gd name="T37" fmla="*/ 440 h 470"/>
                <a:gd name="T38" fmla="*/ 175 w 410"/>
                <a:gd name="T39" fmla="*/ 454 h 470"/>
                <a:gd name="T40" fmla="*/ 190 w 410"/>
                <a:gd name="T41" fmla="*/ 469 h 470"/>
                <a:gd name="T42" fmla="*/ 220 w 410"/>
                <a:gd name="T43" fmla="*/ 469 h 470"/>
                <a:gd name="T44" fmla="*/ 409 w 410"/>
                <a:gd name="T45" fmla="*/ 278 h 470"/>
                <a:gd name="T46" fmla="*/ 220 w 410"/>
                <a:gd name="T47" fmla="*/ 89 h 470"/>
                <a:gd name="T48" fmla="*/ 50 w 410"/>
                <a:gd name="T49" fmla="*/ 89 h 470"/>
                <a:gd name="T50" fmla="*/ 113 w 410"/>
                <a:gd name="T51" fmla="*/ 26 h 470"/>
                <a:gd name="T52" fmla="*/ 113 w 410"/>
                <a:gd name="T53" fmla="*/ 5 h 470"/>
                <a:gd name="T54" fmla="*/ 92 w 410"/>
                <a:gd name="T55" fmla="*/ 5 h 470"/>
                <a:gd name="T56" fmla="*/ 4 w 410"/>
                <a:gd name="T57" fmla="*/ 93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10" h="470">
                  <a:moveTo>
                    <a:pt x="4" y="93"/>
                  </a:moveTo>
                  <a:lnTo>
                    <a:pt x="4" y="93"/>
                  </a:lnTo>
                  <a:cubicBezTo>
                    <a:pt x="3" y="94"/>
                    <a:pt x="2" y="96"/>
                    <a:pt x="2" y="97"/>
                  </a:cubicBezTo>
                  <a:cubicBezTo>
                    <a:pt x="0" y="99"/>
                    <a:pt x="0" y="101"/>
                    <a:pt x="0" y="103"/>
                  </a:cubicBezTo>
                  <a:lnTo>
                    <a:pt x="0" y="103"/>
                  </a:lnTo>
                  <a:lnTo>
                    <a:pt x="0" y="103"/>
                  </a:lnTo>
                  <a:cubicBezTo>
                    <a:pt x="0" y="105"/>
                    <a:pt x="0" y="107"/>
                    <a:pt x="2" y="108"/>
                  </a:cubicBezTo>
                  <a:cubicBezTo>
                    <a:pt x="2" y="111"/>
                    <a:pt x="3" y="112"/>
                    <a:pt x="4" y="114"/>
                  </a:cubicBezTo>
                  <a:lnTo>
                    <a:pt x="4" y="114"/>
                  </a:lnTo>
                  <a:cubicBezTo>
                    <a:pt x="92" y="202"/>
                    <a:pt x="92" y="202"/>
                    <a:pt x="92" y="202"/>
                  </a:cubicBezTo>
                  <a:cubicBezTo>
                    <a:pt x="98" y="207"/>
                    <a:pt x="107" y="207"/>
                    <a:pt x="113" y="202"/>
                  </a:cubicBezTo>
                  <a:cubicBezTo>
                    <a:pt x="118" y="196"/>
                    <a:pt x="118" y="186"/>
                    <a:pt x="113" y="181"/>
                  </a:cubicBezTo>
                  <a:cubicBezTo>
                    <a:pt x="50" y="118"/>
                    <a:pt x="50" y="118"/>
                    <a:pt x="50" y="118"/>
                  </a:cubicBezTo>
                  <a:cubicBezTo>
                    <a:pt x="220" y="118"/>
                    <a:pt x="220" y="118"/>
                    <a:pt x="220" y="118"/>
                  </a:cubicBezTo>
                  <a:cubicBezTo>
                    <a:pt x="264" y="118"/>
                    <a:pt x="304" y="136"/>
                    <a:pt x="334" y="164"/>
                  </a:cubicBezTo>
                  <a:cubicBezTo>
                    <a:pt x="363" y="195"/>
                    <a:pt x="381" y="234"/>
                    <a:pt x="381" y="278"/>
                  </a:cubicBezTo>
                  <a:cubicBezTo>
                    <a:pt x="381" y="324"/>
                    <a:pt x="363" y="363"/>
                    <a:pt x="334" y="392"/>
                  </a:cubicBezTo>
                  <a:cubicBezTo>
                    <a:pt x="304" y="421"/>
                    <a:pt x="264" y="440"/>
                    <a:pt x="220" y="440"/>
                  </a:cubicBezTo>
                  <a:cubicBezTo>
                    <a:pt x="190" y="440"/>
                    <a:pt x="190" y="440"/>
                    <a:pt x="190" y="440"/>
                  </a:cubicBezTo>
                  <a:cubicBezTo>
                    <a:pt x="182" y="440"/>
                    <a:pt x="175" y="446"/>
                    <a:pt x="175" y="454"/>
                  </a:cubicBezTo>
                  <a:cubicBezTo>
                    <a:pt x="175" y="462"/>
                    <a:pt x="182" y="469"/>
                    <a:pt x="190" y="469"/>
                  </a:cubicBezTo>
                  <a:cubicBezTo>
                    <a:pt x="220" y="469"/>
                    <a:pt x="220" y="469"/>
                    <a:pt x="220" y="469"/>
                  </a:cubicBezTo>
                  <a:cubicBezTo>
                    <a:pt x="324" y="469"/>
                    <a:pt x="409" y="384"/>
                    <a:pt x="409" y="278"/>
                  </a:cubicBezTo>
                  <a:cubicBezTo>
                    <a:pt x="409" y="174"/>
                    <a:pt x="324" y="89"/>
                    <a:pt x="220" y="89"/>
                  </a:cubicBezTo>
                  <a:cubicBezTo>
                    <a:pt x="50" y="89"/>
                    <a:pt x="50" y="89"/>
                    <a:pt x="50" y="89"/>
                  </a:cubicBezTo>
                  <a:cubicBezTo>
                    <a:pt x="113" y="26"/>
                    <a:pt x="113" y="26"/>
                    <a:pt x="113" y="26"/>
                  </a:cubicBezTo>
                  <a:cubicBezTo>
                    <a:pt x="118" y="20"/>
                    <a:pt x="118" y="11"/>
                    <a:pt x="113" y="5"/>
                  </a:cubicBezTo>
                  <a:cubicBezTo>
                    <a:pt x="107" y="0"/>
                    <a:pt x="98" y="0"/>
                    <a:pt x="92" y="5"/>
                  </a:cubicBezTo>
                  <a:cubicBezTo>
                    <a:pt x="4" y="93"/>
                    <a:pt x="4" y="93"/>
                    <a:pt x="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21">
              <a:extLst>
                <a:ext uri="{FF2B5EF4-FFF2-40B4-BE49-F238E27FC236}">
                  <a16:creationId xmlns:a16="http://schemas.microsoft.com/office/drawing/2014/main" id="{77B8C8AA-76F4-1469-2501-C20989C87C0F}"/>
                </a:ext>
              </a:extLst>
            </p:cNvPr>
            <p:cNvSpPr>
              <a:spLocks noChangeArrowheads="1"/>
            </p:cNvSpPr>
            <p:nvPr/>
          </p:nvSpPr>
          <p:spPr bwMode="auto">
            <a:xfrm>
              <a:off x="550863" y="1266825"/>
              <a:ext cx="147637" cy="169863"/>
            </a:xfrm>
            <a:custGeom>
              <a:avLst/>
              <a:gdLst>
                <a:gd name="T0" fmla="*/ 190 w 411"/>
                <a:gd name="T1" fmla="*/ 380 h 470"/>
                <a:gd name="T2" fmla="*/ 190 w 411"/>
                <a:gd name="T3" fmla="*/ 380 h 470"/>
                <a:gd name="T4" fmla="*/ 361 w 411"/>
                <a:gd name="T5" fmla="*/ 380 h 470"/>
                <a:gd name="T6" fmla="*/ 297 w 411"/>
                <a:gd name="T7" fmla="*/ 443 h 470"/>
                <a:gd name="T8" fmla="*/ 297 w 411"/>
                <a:gd name="T9" fmla="*/ 464 h 470"/>
                <a:gd name="T10" fmla="*/ 318 w 411"/>
                <a:gd name="T11" fmla="*/ 464 h 470"/>
                <a:gd name="T12" fmla="*/ 406 w 411"/>
                <a:gd name="T13" fmla="*/ 376 h 470"/>
                <a:gd name="T14" fmla="*/ 406 w 411"/>
                <a:gd name="T15" fmla="*/ 376 h 470"/>
                <a:gd name="T16" fmla="*/ 409 w 411"/>
                <a:gd name="T17" fmla="*/ 371 h 470"/>
                <a:gd name="T18" fmla="*/ 409 w 411"/>
                <a:gd name="T19" fmla="*/ 360 h 470"/>
                <a:gd name="T20" fmla="*/ 406 w 411"/>
                <a:gd name="T21" fmla="*/ 355 h 470"/>
                <a:gd name="T22" fmla="*/ 406 w 411"/>
                <a:gd name="T23" fmla="*/ 355 h 470"/>
                <a:gd name="T24" fmla="*/ 318 w 411"/>
                <a:gd name="T25" fmla="*/ 268 h 470"/>
                <a:gd name="T26" fmla="*/ 297 w 411"/>
                <a:gd name="T27" fmla="*/ 268 h 470"/>
                <a:gd name="T28" fmla="*/ 297 w 411"/>
                <a:gd name="T29" fmla="*/ 288 h 470"/>
                <a:gd name="T30" fmla="*/ 361 w 411"/>
                <a:gd name="T31" fmla="*/ 351 h 470"/>
                <a:gd name="T32" fmla="*/ 190 w 411"/>
                <a:gd name="T33" fmla="*/ 351 h 470"/>
                <a:gd name="T34" fmla="*/ 76 w 411"/>
                <a:gd name="T35" fmla="*/ 303 h 470"/>
                <a:gd name="T36" fmla="*/ 30 w 411"/>
                <a:gd name="T37" fmla="*/ 189 h 470"/>
                <a:gd name="T38" fmla="*/ 76 w 411"/>
                <a:gd name="T39" fmla="*/ 75 h 470"/>
                <a:gd name="T40" fmla="*/ 190 w 411"/>
                <a:gd name="T41" fmla="*/ 29 h 470"/>
                <a:gd name="T42" fmla="*/ 219 w 411"/>
                <a:gd name="T43" fmla="*/ 29 h 470"/>
                <a:gd name="T44" fmla="*/ 234 w 411"/>
                <a:gd name="T45" fmla="*/ 14 h 470"/>
                <a:gd name="T46" fmla="*/ 219 w 411"/>
                <a:gd name="T47" fmla="*/ 0 h 470"/>
                <a:gd name="T48" fmla="*/ 190 w 411"/>
                <a:gd name="T49" fmla="*/ 0 h 470"/>
                <a:gd name="T50" fmla="*/ 0 w 411"/>
                <a:gd name="T51" fmla="*/ 189 h 470"/>
                <a:gd name="T52" fmla="*/ 190 w 411"/>
                <a:gd name="T53" fmla="*/ 380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411" h="470">
                  <a:moveTo>
                    <a:pt x="190" y="380"/>
                  </a:moveTo>
                  <a:lnTo>
                    <a:pt x="190" y="380"/>
                  </a:lnTo>
                  <a:cubicBezTo>
                    <a:pt x="361" y="380"/>
                    <a:pt x="361" y="380"/>
                    <a:pt x="361" y="380"/>
                  </a:cubicBezTo>
                  <a:cubicBezTo>
                    <a:pt x="297" y="443"/>
                    <a:pt x="297" y="443"/>
                    <a:pt x="297" y="443"/>
                  </a:cubicBezTo>
                  <a:cubicBezTo>
                    <a:pt x="292" y="449"/>
                    <a:pt x="292" y="458"/>
                    <a:pt x="297" y="464"/>
                  </a:cubicBezTo>
                  <a:cubicBezTo>
                    <a:pt x="303" y="469"/>
                    <a:pt x="313" y="469"/>
                    <a:pt x="318" y="464"/>
                  </a:cubicBezTo>
                  <a:cubicBezTo>
                    <a:pt x="406" y="376"/>
                    <a:pt x="406" y="376"/>
                    <a:pt x="406" y="376"/>
                  </a:cubicBezTo>
                  <a:lnTo>
                    <a:pt x="406" y="376"/>
                  </a:lnTo>
                  <a:cubicBezTo>
                    <a:pt x="407" y="375"/>
                    <a:pt x="409" y="373"/>
                    <a:pt x="409" y="371"/>
                  </a:cubicBezTo>
                  <a:cubicBezTo>
                    <a:pt x="410" y="368"/>
                    <a:pt x="410" y="364"/>
                    <a:pt x="409" y="360"/>
                  </a:cubicBezTo>
                  <a:cubicBezTo>
                    <a:pt x="409" y="358"/>
                    <a:pt x="407" y="357"/>
                    <a:pt x="406" y="355"/>
                  </a:cubicBezTo>
                  <a:lnTo>
                    <a:pt x="406" y="355"/>
                  </a:lnTo>
                  <a:cubicBezTo>
                    <a:pt x="318" y="268"/>
                    <a:pt x="318" y="268"/>
                    <a:pt x="318" y="268"/>
                  </a:cubicBezTo>
                  <a:cubicBezTo>
                    <a:pt x="313" y="262"/>
                    <a:pt x="303" y="262"/>
                    <a:pt x="297" y="268"/>
                  </a:cubicBezTo>
                  <a:cubicBezTo>
                    <a:pt x="292" y="273"/>
                    <a:pt x="292" y="283"/>
                    <a:pt x="297" y="288"/>
                  </a:cubicBezTo>
                  <a:cubicBezTo>
                    <a:pt x="361" y="351"/>
                    <a:pt x="361" y="351"/>
                    <a:pt x="361" y="351"/>
                  </a:cubicBezTo>
                  <a:cubicBezTo>
                    <a:pt x="190" y="351"/>
                    <a:pt x="190" y="351"/>
                    <a:pt x="190" y="351"/>
                  </a:cubicBezTo>
                  <a:cubicBezTo>
                    <a:pt x="146" y="351"/>
                    <a:pt x="105" y="332"/>
                    <a:pt x="76" y="303"/>
                  </a:cubicBezTo>
                  <a:cubicBezTo>
                    <a:pt x="48" y="274"/>
                    <a:pt x="30" y="235"/>
                    <a:pt x="30" y="189"/>
                  </a:cubicBezTo>
                  <a:cubicBezTo>
                    <a:pt x="30" y="145"/>
                    <a:pt x="48" y="106"/>
                    <a:pt x="76" y="75"/>
                  </a:cubicBezTo>
                  <a:cubicBezTo>
                    <a:pt x="105" y="47"/>
                    <a:pt x="146" y="29"/>
                    <a:pt x="190" y="29"/>
                  </a:cubicBezTo>
                  <a:cubicBezTo>
                    <a:pt x="219" y="29"/>
                    <a:pt x="219" y="29"/>
                    <a:pt x="219" y="29"/>
                  </a:cubicBezTo>
                  <a:cubicBezTo>
                    <a:pt x="227" y="29"/>
                    <a:pt x="234" y="22"/>
                    <a:pt x="234" y="14"/>
                  </a:cubicBezTo>
                  <a:cubicBezTo>
                    <a:pt x="234" y="5"/>
                    <a:pt x="227" y="0"/>
                    <a:pt x="219" y="0"/>
                  </a:cubicBezTo>
                  <a:cubicBezTo>
                    <a:pt x="190" y="0"/>
                    <a:pt x="190" y="0"/>
                    <a:pt x="190" y="0"/>
                  </a:cubicBezTo>
                  <a:cubicBezTo>
                    <a:pt x="85" y="0"/>
                    <a:pt x="0" y="85"/>
                    <a:pt x="0" y="189"/>
                  </a:cubicBezTo>
                  <a:cubicBezTo>
                    <a:pt x="0" y="295"/>
                    <a:pt x="85" y="380"/>
                    <a:pt x="190"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 name="Group 29">
            <a:extLst>
              <a:ext uri="{FF2B5EF4-FFF2-40B4-BE49-F238E27FC236}">
                <a16:creationId xmlns:a16="http://schemas.microsoft.com/office/drawing/2014/main" id="{0945A1D1-7265-58F3-B6CB-BE00666C5E88}"/>
              </a:ext>
            </a:extLst>
          </p:cNvPr>
          <p:cNvGrpSpPr/>
          <p:nvPr/>
        </p:nvGrpSpPr>
        <p:grpSpPr>
          <a:xfrm>
            <a:off x="2724274" y="1370434"/>
            <a:ext cx="211137" cy="255588"/>
            <a:chOff x="1582738" y="1708150"/>
            <a:chExt cx="211137" cy="255588"/>
          </a:xfrm>
          <a:solidFill>
            <a:schemeClr val="accent4"/>
          </a:solidFill>
        </p:grpSpPr>
        <p:sp>
          <p:nvSpPr>
            <p:cNvPr id="27" name="Freeform 22">
              <a:extLst>
                <a:ext uri="{FF2B5EF4-FFF2-40B4-BE49-F238E27FC236}">
                  <a16:creationId xmlns:a16="http://schemas.microsoft.com/office/drawing/2014/main" id="{E6E03D55-28B1-8F42-23AD-CA0EA320F434}"/>
                </a:ext>
              </a:extLst>
            </p:cNvPr>
            <p:cNvSpPr>
              <a:spLocks noChangeArrowheads="1"/>
            </p:cNvSpPr>
            <p:nvPr/>
          </p:nvSpPr>
          <p:spPr bwMode="auto">
            <a:xfrm>
              <a:off x="1655763" y="1708150"/>
              <a:ext cx="138112" cy="255588"/>
            </a:xfrm>
            <a:custGeom>
              <a:avLst/>
              <a:gdLst>
                <a:gd name="T0" fmla="*/ 383 w 384"/>
                <a:gd name="T1" fmla="*/ 354 h 708"/>
                <a:gd name="T2" fmla="*/ 383 w 384"/>
                <a:gd name="T3" fmla="*/ 354 h 708"/>
                <a:gd name="T4" fmla="*/ 377 w 384"/>
                <a:gd name="T5" fmla="*/ 343 h 708"/>
                <a:gd name="T6" fmla="*/ 26 w 384"/>
                <a:gd name="T7" fmla="*/ 7 h 708"/>
                <a:gd name="T8" fmla="*/ 5 w 384"/>
                <a:gd name="T9" fmla="*/ 7 h 708"/>
                <a:gd name="T10" fmla="*/ 7 w 384"/>
                <a:gd name="T11" fmla="*/ 28 h 708"/>
                <a:gd name="T12" fmla="*/ 347 w 384"/>
                <a:gd name="T13" fmla="*/ 354 h 708"/>
                <a:gd name="T14" fmla="*/ 7 w 384"/>
                <a:gd name="T15" fmla="*/ 680 h 708"/>
                <a:gd name="T16" fmla="*/ 5 w 384"/>
                <a:gd name="T17" fmla="*/ 700 h 708"/>
                <a:gd name="T18" fmla="*/ 26 w 384"/>
                <a:gd name="T19" fmla="*/ 702 h 708"/>
                <a:gd name="T20" fmla="*/ 26 w 384"/>
                <a:gd name="T21" fmla="*/ 702 h 708"/>
                <a:gd name="T22" fmla="*/ 377 w 384"/>
                <a:gd name="T23" fmla="*/ 364 h 708"/>
                <a:gd name="T24" fmla="*/ 383 w 384"/>
                <a:gd name="T25" fmla="*/ 354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383" y="354"/>
                  </a:moveTo>
                  <a:lnTo>
                    <a:pt x="383" y="354"/>
                  </a:lnTo>
                  <a:cubicBezTo>
                    <a:pt x="383" y="350"/>
                    <a:pt x="382" y="346"/>
                    <a:pt x="377" y="343"/>
                  </a:cubicBezTo>
                  <a:cubicBezTo>
                    <a:pt x="26" y="7"/>
                    <a:pt x="26" y="7"/>
                    <a:pt x="26" y="7"/>
                  </a:cubicBezTo>
                  <a:cubicBezTo>
                    <a:pt x="21"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cubicBezTo>
                    <a:pt x="11" y="707"/>
                    <a:pt x="21" y="707"/>
                    <a:pt x="26" y="702"/>
                  </a:cubicBezTo>
                  <a:lnTo>
                    <a:pt x="26" y="702"/>
                  </a:lnTo>
                  <a:cubicBezTo>
                    <a:pt x="377" y="364"/>
                    <a:pt x="377" y="364"/>
                    <a:pt x="377" y="364"/>
                  </a:cubicBezTo>
                  <a:cubicBezTo>
                    <a:pt x="382" y="361"/>
                    <a:pt x="383" y="357"/>
                    <a:pt x="383" y="3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3">
              <a:extLst>
                <a:ext uri="{FF2B5EF4-FFF2-40B4-BE49-F238E27FC236}">
                  <a16:creationId xmlns:a16="http://schemas.microsoft.com/office/drawing/2014/main" id="{B99AFF6A-F42E-DC08-BC45-FBB5779FEF45}"/>
                </a:ext>
              </a:extLst>
            </p:cNvPr>
            <p:cNvSpPr>
              <a:spLocks noChangeArrowheads="1"/>
            </p:cNvSpPr>
            <p:nvPr/>
          </p:nvSpPr>
          <p:spPr bwMode="auto">
            <a:xfrm>
              <a:off x="1582738" y="1708150"/>
              <a:ext cx="138112" cy="255588"/>
            </a:xfrm>
            <a:custGeom>
              <a:avLst/>
              <a:gdLst>
                <a:gd name="T0" fmla="*/ 6 w 383"/>
                <a:gd name="T1" fmla="*/ 700 h 708"/>
                <a:gd name="T2" fmla="*/ 6 w 383"/>
                <a:gd name="T3" fmla="*/ 700 h 708"/>
                <a:gd name="T4" fmla="*/ 27 w 383"/>
                <a:gd name="T5" fmla="*/ 702 h 708"/>
                <a:gd name="T6" fmla="*/ 27 w 383"/>
                <a:gd name="T7" fmla="*/ 702 h 708"/>
                <a:gd name="T8" fmla="*/ 378 w 383"/>
                <a:gd name="T9" fmla="*/ 364 h 708"/>
                <a:gd name="T10" fmla="*/ 382 w 383"/>
                <a:gd name="T11" fmla="*/ 354 h 708"/>
                <a:gd name="T12" fmla="*/ 378 w 383"/>
                <a:gd name="T13" fmla="*/ 343 h 708"/>
                <a:gd name="T14" fmla="*/ 27 w 383"/>
                <a:gd name="T15" fmla="*/ 7 h 708"/>
                <a:gd name="T16" fmla="*/ 6 w 383"/>
                <a:gd name="T17" fmla="*/ 7 h 708"/>
                <a:gd name="T18" fmla="*/ 6 w 383"/>
                <a:gd name="T19" fmla="*/ 28 h 708"/>
                <a:gd name="T20" fmla="*/ 346 w 383"/>
                <a:gd name="T21" fmla="*/ 354 h 708"/>
                <a:gd name="T22" fmla="*/ 6 w 383"/>
                <a:gd name="T23" fmla="*/ 680 h 708"/>
                <a:gd name="T24" fmla="*/ 6 w 383"/>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3" h="708">
                  <a:moveTo>
                    <a:pt x="6" y="700"/>
                  </a:moveTo>
                  <a:lnTo>
                    <a:pt x="6" y="700"/>
                  </a:lnTo>
                  <a:cubicBezTo>
                    <a:pt x="11" y="707"/>
                    <a:pt x="21" y="707"/>
                    <a:pt x="27" y="702"/>
                  </a:cubicBezTo>
                  <a:lnTo>
                    <a:pt x="27" y="702"/>
                  </a:lnTo>
                  <a:cubicBezTo>
                    <a:pt x="378" y="364"/>
                    <a:pt x="378" y="364"/>
                    <a:pt x="378" y="364"/>
                  </a:cubicBezTo>
                  <a:cubicBezTo>
                    <a:pt x="381" y="361"/>
                    <a:pt x="382" y="357"/>
                    <a:pt x="382" y="354"/>
                  </a:cubicBezTo>
                  <a:cubicBezTo>
                    <a:pt x="382" y="350"/>
                    <a:pt x="381" y="346"/>
                    <a:pt x="378" y="343"/>
                  </a:cubicBezTo>
                  <a:cubicBezTo>
                    <a:pt x="27" y="7"/>
                    <a:pt x="27" y="7"/>
                    <a:pt x="27" y="7"/>
                  </a:cubicBezTo>
                  <a:cubicBezTo>
                    <a:pt x="21" y="0"/>
                    <a:pt x="11" y="1"/>
                    <a:pt x="6" y="7"/>
                  </a:cubicBezTo>
                  <a:cubicBezTo>
                    <a:pt x="0" y="12"/>
                    <a:pt x="0" y="22"/>
                    <a:pt x="6" y="28"/>
                  </a:cubicBezTo>
                  <a:cubicBezTo>
                    <a:pt x="346" y="354"/>
                    <a:pt x="346" y="354"/>
                    <a:pt x="346" y="354"/>
                  </a:cubicBezTo>
                  <a:cubicBezTo>
                    <a:pt x="6" y="680"/>
                    <a:pt x="6" y="680"/>
                    <a:pt x="6" y="680"/>
                  </a:cubicBezTo>
                  <a:cubicBezTo>
                    <a:pt x="0" y="685"/>
                    <a:pt x="0" y="695"/>
                    <a:pt x="6" y="7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 name="Freeform 24">
            <a:extLst>
              <a:ext uri="{FF2B5EF4-FFF2-40B4-BE49-F238E27FC236}">
                <a16:creationId xmlns:a16="http://schemas.microsoft.com/office/drawing/2014/main" id="{6F4BE9E4-12A4-6D70-8E34-C916D20CA3C3}"/>
              </a:ext>
            </a:extLst>
          </p:cNvPr>
          <p:cNvSpPr>
            <a:spLocks noChangeArrowheads="1"/>
          </p:cNvSpPr>
          <p:nvPr/>
        </p:nvSpPr>
        <p:spPr bwMode="auto">
          <a:xfrm>
            <a:off x="3271961" y="1370434"/>
            <a:ext cx="138113" cy="255588"/>
          </a:xfrm>
          <a:custGeom>
            <a:avLst/>
            <a:gdLst>
              <a:gd name="T0" fmla="*/ 5 w 384"/>
              <a:gd name="T1" fmla="*/ 700 h 708"/>
              <a:gd name="T2" fmla="*/ 5 w 384"/>
              <a:gd name="T3" fmla="*/ 700 h 708"/>
              <a:gd name="T4" fmla="*/ 26 w 384"/>
              <a:gd name="T5" fmla="*/ 702 h 708"/>
              <a:gd name="T6" fmla="*/ 26 w 384"/>
              <a:gd name="T7" fmla="*/ 702 h 708"/>
              <a:gd name="T8" fmla="*/ 377 w 384"/>
              <a:gd name="T9" fmla="*/ 364 h 708"/>
              <a:gd name="T10" fmla="*/ 383 w 384"/>
              <a:gd name="T11" fmla="*/ 354 h 708"/>
              <a:gd name="T12" fmla="*/ 377 w 384"/>
              <a:gd name="T13" fmla="*/ 343 h 708"/>
              <a:gd name="T14" fmla="*/ 26 w 384"/>
              <a:gd name="T15" fmla="*/ 7 h 708"/>
              <a:gd name="T16" fmla="*/ 5 w 384"/>
              <a:gd name="T17" fmla="*/ 7 h 708"/>
              <a:gd name="T18" fmla="*/ 7 w 384"/>
              <a:gd name="T19" fmla="*/ 28 h 708"/>
              <a:gd name="T20" fmla="*/ 347 w 384"/>
              <a:gd name="T21" fmla="*/ 354 h 708"/>
              <a:gd name="T22" fmla="*/ 7 w 384"/>
              <a:gd name="T23" fmla="*/ 680 h 708"/>
              <a:gd name="T24" fmla="*/ 5 w 384"/>
              <a:gd name="T25" fmla="*/ 700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84" h="708">
                <a:moveTo>
                  <a:pt x="5" y="700"/>
                </a:moveTo>
                <a:lnTo>
                  <a:pt x="5" y="700"/>
                </a:lnTo>
                <a:cubicBezTo>
                  <a:pt x="11" y="707"/>
                  <a:pt x="20" y="707"/>
                  <a:pt x="26" y="702"/>
                </a:cubicBezTo>
                <a:lnTo>
                  <a:pt x="26" y="702"/>
                </a:lnTo>
                <a:cubicBezTo>
                  <a:pt x="377" y="364"/>
                  <a:pt x="377" y="364"/>
                  <a:pt x="377" y="364"/>
                </a:cubicBezTo>
                <a:cubicBezTo>
                  <a:pt x="381" y="361"/>
                  <a:pt x="383" y="357"/>
                  <a:pt x="383" y="354"/>
                </a:cubicBezTo>
                <a:cubicBezTo>
                  <a:pt x="383" y="350"/>
                  <a:pt x="381" y="346"/>
                  <a:pt x="377" y="343"/>
                </a:cubicBezTo>
                <a:cubicBezTo>
                  <a:pt x="26" y="7"/>
                  <a:pt x="26" y="7"/>
                  <a:pt x="26" y="7"/>
                </a:cubicBezTo>
                <a:cubicBezTo>
                  <a:pt x="20" y="0"/>
                  <a:pt x="11" y="1"/>
                  <a:pt x="5" y="7"/>
                </a:cubicBezTo>
                <a:cubicBezTo>
                  <a:pt x="0" y="12"/>
                  <a:pt x="0" y="22"/>
                  <a:pt x="7" y="28"/>
                </a:cubicBezTo>
                <a:cubicBezTo>
                  <a:pt x="347" y="354"/>
                  <a:pt x="347" y="354"/>
                  <a:pt x="347" y="354"/>
                </a:cubicBezTo>
                <a:cubicBezTo>
                  <a:pt x="7" y="680"/>
                  <a:pt x="7" y="680"/>
                  <a:pt x="7" y="680"/>
                </a:cubicBezTo>
                <a:cubicBezTo>
                  <a:pt x="0" y="685"/>
                  <a:pt x="0" y="695"/>
                  <a:pt x="5" y="700"/>
                </a:cubicBezTo>
              </a:path>
            </a:pathLst>
          </a:custGeom>
          <a:solidFill>
            <a:schemeClr val="accent4"/>
          </a:solidFill>
          <a:ln>
            <a:noFill/>
          </a:ln>
          <a:effectLst/>
        </p:spPr>
        <p:txBody>
          <a:bodyPr wrap="none" anchor="ctr"/>
          <a:lstStyle/>
          <a:p>
            <a:endParaRPr lang="da-DK"/>
          </a:p>
        </p:txBody>
      </p:sp>
      <p:grpSp>
        <p:nvGrpSpPr>
          <p:cNvPr id="30" name="Group 33">
            <a:extLst>
              <a:ext uri="{FF2B5EF4-FFF2-40B4-BE49-F238E27FC236}">
                <a16:creationId xmlns:a16="http://schemas.microsoft.com/office/drawing/2014/main" id="{4ECC0811-7FD6-B766-BFB9-9D8FF961F71C}"/>
              </a:ext>
            </a:extLst>
          </p:cNvPr>
          <p:cNvGrpSpPr/>
          <p:nvPr/>
        </p:nvGrpSpPr>
        <p:grpSpPr>
          <a:xfrm>
            <a:off x="2197224" y="1899072"/>
            <a:ext cx="254000" cy="212725"/>
            <a:chOff x="1055688" y="2235200"/>
            <a:chExt cx="254000" cy="212725"/>
          </a:xfrm>
          <a:solidFill>
            <a:schemeClr val="accent4"/>
          </a:solidFill>
        </p:grpSpPr>
        <p:sp>
          <p:nvSpPr>
            <p:cNvPr id="31" name="Freeform 25">
              <a:extLst>
                <a:ext uri="{FF2B5EF4-FFF2-40B4-BE49-F238E27FC236}">
                  <a16:creationId xmlns:a16="http://schemas.microsoft.com/office/drawing/2014/main" id="{9909A341-1473-FE5C-6B0E-76A71A671A2F}"/>
                </a:ext>
              </a:extLst>
            </p:cNvPr>
            <p:cNvSpPr>
              <a:spLocks noChangeArrowheads="1"/>
            </p:cNvSpPr>
            <p:nvPr/>
          </p:nvSpPr>
          <p:spPr bwMode="auto">
            <a:xfrm>
              <a:off x="1055688" y="2266950"/>
              <a:ext cx="254000" cy="180975"/>
            </a:xfrm>
            <a:custGeom>
              <a:avLst/>
              <a:gdLst>
                <a:gd name="T0" fmla="*/ 393 w 705"/>
                <a:gd name="T1" fmla="*/ 231 h 501"/>
                <a:gd name="T2" fmla="*/ 393 w 705"/>
                <a:gd name="T3" fmla="*/ 231 h 501"/>
                <a:gd name="T4" fmla="*/ 250 w 705"/>
                <a:gd name="T5" fmla="*/ 77 h 501"/>
                <a:gd name="T6" fmla="*/ 15 w 705"/>
                <a:gd name="T7" fmla="*/ 0 h 501"/>
                <a:gd name="T8" fmla="*/ 0 w 705"/>
                <a:gd name="T9" fmla="*/ 15 h 501"/>
                <a:gd name="T10" fmla="*/ 15 w 705"/>
                <a:gd name="T11" fmla="*/ 30 h 501"/>
                <a:gd name="T12" fmla="*/ 15 w 705"/>
                <a:gd name="T13" fmla="*/ 30 h 501"/>
                <a:gd name="T14" fmla="*/ 213 w 705"/>
                <a:gd name="T15" fmla="*/ 86 h 501"/>
                <a:gd name="T16" fmla="*/ 312 w 705"/>
                <a:gd name="T17" fmla="*/ 180 h 501"/>
                <a:gd name="T18" fmla="*/ 455 w 705"/>
                <a:gd name="T19" fmla="*/ 333 h 501"/>
                <a:gd name="T20" fmla="*/ 655 w 705"/>
                <a:gd name="T21" fmla="*/ 409 h 501"/>
                <a:gd name="T22" fmla="*/ 590 w 705"/>
                <a:gd name="T23" fmla="*/ 474 h 501"/>
                <a:gd name="T24" fmla="*/ 590 w 705"/>
                <a:gd name="T25" fmla="*/ 494 h 501"/>
                <a:gd name="T26" fmla="*/ 611 w 705"/>
                <a:gd name="T27" fmla="*/ 494 h 501"/>
                <a:gd name="T28" fmla="*/ 699 w 705"/>
                <a:gd name="T29" fmla="*/ 406 h 501"/>
                <a:gd name="T30" fmla="*/ 699 w 705"/>
                <a:gd name="T31" fmla="*/ 406 h 501"/>
                <a:gd name="T32" fmla="*/ 703 w 705"/>
                <a:gd name="T33" fmla="*/ 401 h 501"/>
                <a:gd name="T34" fmla="*/ 703 w 705"/>
                <a:gd name="T35" fmla="*/ 390 h 501"/>
                <a:gd name="T36" fmla="*/ 699 w 705"/>
                <a:gd name="T37" fmla="*/ 386 h 501"/>
                <a:gd name="T38" fmla="*/ 699 w 705"/>
                <a:gd name="T39" fmla="*/ 386 h 501"/>
                <a:gd name="T40" fmla="*/ 611 w 705"/>
                <a:gd name="T41" fmla="*/ 298 h 501"/>
                <a:gd name="T42" fmla="*/ 590 w 705"/>
                <a:gd name="T43" fmla="*/ 298 h 501"/>
                <a:gd name="T44" fmla="*/ 590 w 705"/>
                <a:gd name="T45" fmla="*/ 318 h 501"/>
                <a:gd name="T46" fmla="*/ 652 w 705"/>
                <a:gd name="T47" fmla="*/ 379 h 501"/>
                <a:gd name="T48" fmla="*/ 492 w 705"/>
                <a:gd name="T49" fmla="*/ 324 h 501"/>
                <a:gd name="T50" fmla="*/ 393 w 705"/>
                <a:gd name="T51" fmla="*/ 231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5" h="501">
                  <a:moveTo>
                    <a:pt x="393" y="231"/>
                  </a:moveTo>
                  <a:lnTo>
                    <a:pt x="393" y="231"/>
                  </a:lnTo>
                  <a:cubicBezTo>
                    <a:pt x="349" y="180"/>
                    <a:pt x="306" y="122"/>
                    <a:pt x="250" y="77"/>
                  </a:cubicBezTo>
                  <a:cubicBezTo>
                    <a:pt x="192" y="32"/>
                    <a:pt x="120" y="0"/>
                    <a:pt x="15" y="0"/>
                  </a:cubicBezTo>
                  <a:cubicBezTo>
                    <a:pt x="7" y="0"/>
                    <a:pt x="0" y="7"/>
                    <a:pt x="0" y="15"/>
                  </a:cubicBezTo>
                  <a:cubicBezTo>
                    <a:pt x="0" y="23"/>
                    <a:pt x="7" y="30"/>
                    <a:pt x="15" y="30"/>
                  </a:cubicBezTo>
                  <a:lnTo>
                    <a:pt x="15" y="30"/>
                  </a:lnTo>
                  <a:cubicBezTo>
                    <a:pt x="103" y="30"/>
                    <a:pt x="164" y="52"/>
                    <a:pt x="213" y="86"/>
                  </a:cubicBezTo>
                  <a:cubicBezTo>
                    <a:pt x="250" y="113"/>
                    <a:pt x="282" y="144"/>
                    <a:pt x="312" y="180"/>
                  </a:cubicBezTo>
                  <a:cubicBezTo>
                    <a:pt x="356" y="232"/>
                    <a:pt x="398" y="288"/>
                    <a:pt x="455" y="333"/>
                  </a:cubicBezTo>
                  <a:cubicBezTo>
                    <a:pt x="505" y="373"/>
                    <a:pt x="568" y="404"/>
                    <a:pt x="655" y="409"/>
                  </a:cubicBezTo>
                  <a:cubicBezTo>
                    <a:pt x="590" y="474"/>
                    <a:pt x="590" y="474"/>
                    <a:pt x="590" y="474"/>
                  </a:cubicBezTo>
                  <a:cubicBezTo>
                    <a:pt x="585" y="479"/>
                    <a:pt x="585" y="489"/>
                    <a:pt x="590" y="494"/>
                  </a:cubicBezTo>
                  <a:cubicBezTo>
                    <a:pt x="596" y="500"/>
                    <a:pt x="606" y="500"/>
                    <a:pt x="611" y="494"/>
                  </a:cubicBezTo>
                  <a:cubicBezTo>
                    <a:pt x="699" y="406"/>
                    <a:pt x="699" y="406"/>
                    <a:pt x="699" y="406"/>
                  </a:cubicBezTo>
                  <a:lnTo>
                    <a:pt x="699" y="406"/>
                  </a:lnTo>
                  <a:cubicBezTo>
                    <a:pt x="700" y="405"/>
                    <a:pt x="702" y="404"/>
                    <a:pt x="703" y="401"/>
                  </a:cubicBezTo>
                  <a:cubicBezTo>
                    <a:pt x="704" y="398"/>
                    <a:pt x="704" y="394"/>
                    <a:pt x="703" y="390"/>
                  </a:cubicBezTo>
                  <a:cubicBezTo>
                    <a:pt x="702" y="388"/>
                    <a:pt x="700" y="387"/>
                    <a:pt x="699" y="386"/>
                  </a:cubicBezTo>
                  <a:lnTo>
                    <a:pt x="699" y="386"/>
                  </a:lnTo>
                  <a:cubicBezTo>
                    <a:pt x="611" y="298"/>
                    <a:pt x="611" y="298"/>
                    <a:pt x="611" y="298"/>
                  </a:cubicBezTo>
                  <a:cubicBezTo>
                    <a:pt x="606" y="292"/>
                    <a:pt x="596" y="292"/>
                    <a:pt x="590" y="298"/>
                  </a:cubicBezTo>
                  <a:cubicBezTo>
                    <a:pt x="585" y="303"/>
                    <a:pt x="585" y="313"/>
                    <a:pt x="590" y="318"/>
                  </a:cubicBezTo>
                  <a:cubicBezTo>
                    <a:pt x="652" y="379"/>
                    <a:pt x="652" y="379"/>
                    <a:pt x="652" y="379"/>
                  </a:cubicBezTo>
                  <a:cubicBezTo>
                    <a:pt x="584" y="373"/>
                    <a:pt x="533" y="353"/>
                    <a:pt x="492" y="324"/>
                  </a:cubicBezTo>
                  <a:cubicBezTo>
                    <a:pt x="453" y="298"/>
                    <a:pt x="423" y="266"/>
                    <a:pt x="393" y="2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 name="Freeform 26">
              <a:extLst>
                <a:ext uri="{FF2B5EF4-FFF2-40B4-BE49-F238E27FC236}">
                  <a16:creationId xmlns:a16="http://schemas.microsoft.com/office/drawing/2014/main" id="{F6252F06-6BC4-AA09-3057-9F15189BD266}"/>
                </a:ext>
              </a:extLst>
            </p:cNvPr>
            <p:cNvSpPr>
              <a:spLocks noChangeArrowheads="1"/>
            </p:cNvSpPr>
            <p:nvPr/>
          </p:nvSpPr>
          <p:spPr bwMode="auto">
            <a:xfrm>
              <a:off x="1190625" y="2235200"/>
              <a:ext cx="119063" cy="95250"/>
            </a:xfrm>
            <a:custGeom>
              <a:avLst/>
              <a:gdLst>
                <a:gd name="T0" fmla="*/ 325 w 331"/>
                <a:gd name="T1" fmla="*/ 93 h 266"/>
                <a:gd name="T2" fmla="*/ 325 w 331"/>
                <a:gd name="T3" fmla="*/ 93 h 266"/>
                <a:gd name="T4" fmla="*/ 325 w 331"/>
                <a:gd name="T5" fmla="*/ 93 h 266"/>
                <a:gd name="T6" fmla="*/ 237 w 331"/>
                <a:gd name="T7" fmla="*/ 5 h 266"/>
                <a:gd name="T8" fmla="*/ 216 w 331"/>
                <a:gd name="T9" fmla="*/ 5 h 266"/>
                <a:gd name="T10" fmla="*/ 216 w 331"/>
                <a:gd name="T11" fmla="*/ 26 h 266"/>
                <a:gd name="T12" fmla="*/ 281 w 331"/>
                <a:gd name="T13" fmla="*/ 90 h 266"/>
                <a:gd name="T14" fmla="*/ 127 w 331"/>
                <a:gd name="T15" fmla="*/ 134 h 266"/>
                <a:gd name="T16" fmla="*/ 5 w 331"/>
                <a:gd name="T17" fmla="*/ 239 h 266"/>
                <a:gd name="T18" fmla="*/ 6 w 331"/>
                <a:gd name="T19" fmla="*/ 261 h 266"/>
                <a:gd name="T20" fmla="*/ 27 w 331"/>
                <a:gd name="T21" fmla="*/ 259 h 266"/>
                <a:gd name="T22" fmla="*/ 142 w 331"/>
                <a:gd name="T23" fmla="*/ 160 h 266"/>
                <a:gd name="T24" fmla="*/ 278 w 331"/>
                <a:gd name="T25" fmla="*/ 121 h 266"/>
                <a:gd name="T26" fmla="*/ 216 w 331"/>
                <a:gd name="T27" fmla="*/ 181 h 266"/>
                <a:gd name="T28" fmla="*/ 216 w 331"/>
                <a:gd name="T29" fmla="*/ 202 h 266"/>
                <a:gd name="T30" fmla="*/ 237 w 331"/>
                <a:gd name="T31" fmla="*/ 202 h 266"/>
                <a:gd name="T32" fmla="*/ 325 w 331"/>
                <a:gd name="T33" fmla="*/ 114 h 266"/>
                <a:gd name="T34" fmla="*/ 325 w 331"/>
                <a:gd name="T35" fmla="*/ 114 h 266"/>
                <a:gd name="T36" fmla="*/ 329 w 331"/>
                <a:gd name="T37" fmla="*/ 110 h 266"/>
                <a:gd name="T38" fmla="*/ 329 w 331"/>
                <a:gd name="T39" fmla="*/ 99 h 266"/>
                <a:gd name="T40" fmla="*/ 325 w 331"/>
                <a:gd name="T41" fmla="*/ 9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31" h="266">
                  <a:moveTo>
                    <a:pt x="325" y="93"/>
                  </a:moveTo>
                  <a:lnTo>
                    <a:pt x="325" y="93"/>
                  </a:lnTo>
                  <a:lnTo>
                    <a:pt x="325" y="93"/>
                  </a:lnTo>
                  <a:cubicBezTo>
                    <a:pt x="237" y="5"/>
                    <a:pt x="237" y="5"/>
                    <a:pt x="237" y="5"/>
                  </a:cubicBezTo>
                  <a:cubicBezTo>
                    <a:pt x="232" y="0"/>
                    <a:pt x="222" y="0"/>
                    <a:pt x="216" y="5"/>
                  </a:cubicBezTo>
                  <a:cubicBezTo>
                    <a:pt x="211" y="12"/>
                    <a:pt x="211" y="20"/>
                    <a:pt x="216" y="26"/>
                  </a:cubicBezTo>
                  <a:cubicBezTo>
                    <a:pt x="281" y="90"/>
                    <a:pt x="281" y="90"/>
                    <a:pt x="281" y="90"/>
                  </a:cubicBezTo>
                  <a:cubicBezTo>
                    <a:pt x="219" y="94"/>
                    <a:pt x="170" y="111"/>
                    <a:pt x="127" y="134"/>
                  </a:cubicBezTo>
                  <a:cubicBezTo>
                    <a:pt x="78" y="162"/>
                    <a:pt x="41" y="200"/>
                    <a:pt x="5" y="239"/>
                  </a:cubicBezTo>
                  <a:cubicBezTo>
                    <a:pt x="0" y="245"/>
                    <a:pt x="1" y="255"/>
                    <a:pt x="6" y="261"/>
                  </a:cubicBezTo>
                  <a:cubicBezTo>
                    <a:pt x="13" y="265"/>
                    <a:pt x="22" y="265"/>
                    <a:pt x="27" y="259"/>
                  </a:cubicBezTo>
                  <a:cubicBezTo>
                    <a:pt x="61" y="221"/>
                    <a:pt x="97" y="185"/>
                    <a:pt x="142" y="160"/>
                  </a:cubicBezTo>
                  <a:cubicBezTo>
                    <a:pt x="179" y="140"/>
                    <a:pt x="223" y="125"/>
                    <a:pt x="278" y="121"/>
                  </a:cubicBezTo>
                  <a:cubicBezTo>
                    <a:pt x="216" y="181"/>
                    <a:pt x="216" y="181"/>
                    <a:pt x="216" y="181"/>
                  </a:cubicBezTo>
                  <a:cubicBezTo>
                    <a:pt x="211" y="188"/>
                    <a:pt x="211" y="196"/>
                    <a:pt x="216" y="202"/>
                  </a:cubicBezTo>
                  <a:cubicBezTo>
                    <a:pt x="222" y="208"/>
                    <a:pt x="232" y="208"/>
                    <a:pt x="237" y="202"/>
                  </a:cubicBezTo>
                  <a:cubicBezTo>
                    <a:pt x="325" y="114"/>
                    <a:pt x="325" y="114"/>
                    <a:pt x="325" y="114"/>
                  </a:cubicBezTo>
                  <a:lnTo>
                    <a:pt x="325" y="114"/>
                  </a:lnTo>
                  <a:cubicBezTo>
                    <a:pt x="326" y="112"/>
                    <a:pt x="328" y="111"/>
                    <a:pt x="329" y="110"/>
                  </a:cubicBezTo>
                  <a:cubicBezTo>
                    <a:pt x="330" y="105"/>
                    <a:pt x="330" y="101"/>
                    <a:pt x="329" y="99"/>
                  </a:cubicBezTo>
                  <a:cubicBezTo>
                    <a:pt x="328" y="97"/>
                    <a:pt x="326" y="94"/>
                    <a:pt x="325"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 name="Freeform 27">
              <a:extLst>
                <a:ext uri="{FF2B5EF4-FFF2-40B4-BE49-F238E27FC236}">
                  <a16:creationId xmlns:a16="http://schemas.microsoft.com/office/drawing/2014/main" id="{C50BA814-4B45-2EB5-179A-C1A809B12C6A}"/>
                </a:ext>
              </a:extLst>
            </p:cNvPr>
            <p:cNvSpPr>
              <a:spLocks noChangeArrowheads="1"/>
            </p:cNvSpPr>
            <p:nvPr/>
          </p:nvSpPr>
          <p:spPr bwMode="auto">
            <a:xfrm>
              <a:off x="1055688" y="2351088"/>
              <a:ext cx="119062" cy="63500"/>
            </a:xfrm>
            <a:custGeom>
              <a:avLst/>
              <a:gdLst>
                <a:gd name="T0" fmla="*/ 324 w 331"/>
                <a:gd name="T1" fmla="*/ 26 h 176"/>
                <a:gd name="T2" fmla="*/ 324 w 331"/>
                <a:gd name="T3" fmla="*/ 26 h 176"/>
                <a:gd name="T4" fmla="*/ 323 w 331"/>
                <a:gd name="T5" fmla="*/ 5 h 176"/>
                <a:gd name="T6" fmla="*/ 302 w 331"/>
                <a:gd name="T7" fmla="*/ 7 h 176"/>
                <a:gd name="T8" fmla="*/ 302 w 331"/>
                <a:gd name="T9" fmla="*/ 7 h 176"/>
                <a:gd name="T10" fmla="*/ 188 w 331"/>
                <a:gd name="T11" fmla="*/ 104 h 176"/>
                <a:gd name="T12" fmla="*/ 15 w 331"/>
                <a:gd name="T13" fmla="*/ 147 h 176"/>
                <a:gd name="T14" fmla="*/ 0 w 331"/>
                <a:gd name="T15" fmla="*/ 160 h 176"/>
                <a:gd name="T16" fmla="*/ 15 w 331"/>
                <a:gd name="T17" fmla="*/ 175 h 176"/>
                <a:gd name="T18" fmla="*/ 202 w 331"/>
                <a:gd name="T19" fmla="*/ 130 h 176"/>
                <a:gd name="T20" fmla="*/ 324 w 331"/>
                <a:gd name="T21" fmla="*/ 26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31" h="176">
                  <a:moveTo>
                    <a:pt x="324" y="26"/>
                  </a:moveTo>
                  <a:lnTo>
                    <a:pt x="324" y="26"/>
                  </a:lnTo>
                  <a:cubicBezTo>
                    <a:pt x="330" y="19"/>
                    <a:pt x="330" y="9"/>
                    <a:pt x="323" y="5"/>
                  </a:cubicBezTo>
                  <a:cubicBezTo>
                    <a:pt x="317" y="0"/>
                    <a:pt x="308" y="0"/>
                    <a:pt x="302" y="7"/>
                  </a:cubicBezTo>
                  <a:lnTo>
                    <a:pt x="302" y="7"/>
                  </a:lnTo>
                  <a:cubicBezTo>
                    <a:pt x="269" y="45"/>
                    <a:pt x="234" y="79"/>
                    <a:pt x="188" y="104"/>
                  </a:cubicBezTo>
                  <a:cubicBezTo>
                    <a:pt x="143" y="130"/>
                    <a:pt x="88" y="147"/>
                    <a:pt x="15" y="147"/>
                  </a:cubicBezTo>
                  <a:cubicBezTo>
                    <a:pt x="7" y="147"/>
                    <a:pt x="0" y="152"/>
                    <a:pt x="0" y="160"/>
                  </a:cubicBezTo>
                  <a:cubicBezTo>
                    <a:pt x="0" y="169"/>
                    <a:pt x="7" y="175"/>
                    <a:pt x="15" y="175"/>
                  </a:cubicBezTo>
                  <a:cubicBezTo>
                    <a:pt x="92" y="175"/>
                    <a:pt x="153" y="158"/>
                    <a:pt x="202" y="130"/>
                  </a:cubicBezTo>
                  <a:cubicBezTo>
                    <a:pt x="251" y="103"/>
                    <a:pt x="290" y="64"/>
                    <a:pt x="324"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4" name="Group 37">
            <a:extLst>
              <a:ext uri="{FF2B5EF4-FFF2-40B4-BE49-F238E27FC236}">
                <a16:creationId xmlns:a16="http://schemas.microsoft.com/office/drawing/2014/main" id="{957FFE8B-D7B3-F830-271A-B22A89AADD98}"/>
              </a:ext>
            </a:extLst>
          </p:cNvPr>
          <p:cNvGrpSpPr/>
          <p:nvPr/>
        </p:nvGrpSpPr>
        <p:grpSpPr>
          <a:xfrm>
            <a:off x="2703636" y="1878434"/>
            <a:ext cx="242888" cy="254000"/>
            <a:chOff x="1562100" y="2214563"/>
            <a:chExt cx="242888" cy="254000"/>
          </a:xfrm>
          <a:solidFill>
            <a:schemeClr val="accent4"/>
          </a:solidFill>
        </p:grpSpPr>
        <p:sp>
          <p:nvSpPr>
            <p:cNvPr id="35" name="Freeform 28">
              <a:extLst>
                <a:ext uri="{FF2B5EF4-FFF2-40B4-BE49-F238E27FC236}">
                  <a16:creationId xmlns:a16="http://schemas.microsoft.com/office/drawing/2014/main" id="{71213ECC-0ACC-98D9-F330-EC3236567918}"/>
                </a:ext>
              </a:extLst>
            </p:cNvPr>
            <p:cNvSpPr>
              <a:spLocks noChangeArrowheads="1"/>
            </p:cNvSpPr>
            <p:nvPr/>
          </p:nvSpPr>
          <p:spPr bwMode="auto">
            <a:xfrm>
              <a:off x="1562100" y="2393950"/>
              <a:ext cx="242888" cy="74613"/>
            </a:xfrm>
            <a:custGeom>
              <a:avLst/>
              <a:gdLst>
                <a:gd name="T0" fmla="*/ 15 w 675"/>
                <a:gd name="T1" fmla="*/ 0 h 207"/>
                <a:gd name="T2" fmla="*/ 15 w 675"/>
                <a:gd name="T3" fmla="*/ 0 h 207"/>
                <a:gd name="T4" fmla="*/ 0 w 675"/>
                <a:gd name="T5" fmla="*/ 15 h 207"/>
                <a:gd name="T6" fmla="*/ 0 w 675"/>
                <a:gd name="T7" fmla="*/ 162 h 207"/>
                <a:gd name="T8" fmla="*/ 14 w 675"/>
                <a:gd name="T9" fmla="*/ 193 h 207"/>
                <a:gd name="T10" fmla="*/ 44 w 675"/>
                <a:gd name="T11" fmla="*/ 206 h 207"/>
                <a:gd name="T12" fmla="*/ 630 w 675"/>
                <a:gd name="T13" fmla="*/ 206 h 207"/>
                <a:gd name="T14" fmla="*/ 674 w 675"/>
                <a:gd name="T15" fmla="*/ 162 h 207"/>
                <a:gd name="T16" fmla="*/ 674 w 675"/>
                <a:gd name="T17" fmla="*/ 15 h 207"/>
                <a:gd name="T18" fmla="*/ 659 w 675"/>
                <a:gd name="T19" fmla="*/ 0 h 207"/>
                <a:gd name="T20" fmla="*/ 645 w 675"/>
                <a:gd name="T21" fmla="*/ 15 h 207"/>
                <a:gd name="T22" fmla="*/ 645 w 675"/>
                <a:gd name="T23" fmla="*/ 15 h 207"/>
                <a:gd name="T24" fmla="*/ 645 w 675"/>
                <a:gd name="T25" fmla="*/ 162 h 207"/>
                <a:gd name="T26" fmla="*/ 641 w 675"/>
                <a:gd name="T27" fmla="*/ 172 h 207"/>
                <a:gd name="T28" fmla="*/ 630 w 675"/>
                <a:gd name="T29" fmla="*/ 176 h 207"/>
                <a:gd name="T30" fmla="*/ 44 w 675"/>
                <a:gd name="T31" fmla="*/ 176 h 207"/>
                <a:gd name="T32" fmla="*/ 34 w 675"/>
                <a:gd name="T33" fmla="*/ 172 h 207"/>
                <a:gd name="T34" fmla="*/ 30 w 675"/>
                <a:gd name="T35" fmla="*/ 162 h 207"/>
                <a:gd name="T36" fmla="*/ 30 w 675"/>
                <a:gd name="T37" fmla="*/ 15 h 207"/>
                <a:gd name="T38" fmla="*/ 15 w 675"/>
                <a:gd name="T39" fmla="*/ 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5" h="207">
                  <a:moveTo>
                    <a:pt x="15" y="0"/>
                  </a:moveTo>
                  <a:lnTo>
                    <a:pt x="15" y="0"/>
                  </a:lnTo>
                  <a:cubicBezTo>
                    <a:pt x="7" y="0"/>
                    <a:pt x="0" y="7"/>
                    <a:pt x="0" y="15"/>
                  </a:cubicBezTo>
                  <a:cubicBezTo>
                    <a:pt x="0" y="162"/>
                    <a:pt x="0" y="162"/>
                    <a:pt x="0" y="162"/>
                  </a:cubicBezTo>
                  <a:cubicBezTo>
                    <a:pt x="0" y="173"/>
                    <a:pt x="5" y="184"/>
                    <a:pt x="14" y="193"/>
                  </a:cubicBezTo>
                  <a:cubicBezTo>
                    <a:pt x="20" y="201"/>
                    <a:pt x="31" y="206"/>
                    <a:pt x="44" y="206"/>
                  </a:cubicBezTo>
                  <a:cubicBezTo>
                    <a:pt x="630" y="206"/>
                    <a:pt x="630" y="206"/>
                    <a:pt x="630" y="206"/>
                  </a:cubicBezTo>
                  <a:cubicBezTo>
                    <a:pt x="655" y="205"/>
                    <a:pt x="674" y="186"/>
                    <a:pt x="674" y="162"/>
                  </a:cubicBezTo>
                  <a:cubicBezTo>
                    <a:pt x="674" y="15"/>
                    <a:pt x="674" y="15"/>
                    <a:pt x="674" y="15"/>
                  </a:cubicBezTo>
                  <a:cubicBezTo>
                    <a:pt x="674" y="7"/>
                    <a:pt x="667" y="0"/>
                    <a:pt x="659" y="0"/>
                  </a:cubicBezTo>
                  <a:cubicBezTo>
                    <a:pt x="650" y="0"/>
                    <a:pt x="645" y="7"/>
                    <a:pt x="645" y="15"/>
                  </a:cubicBezTo>
                  <a:lnTo>
                    <a:pt x="645" y="15"/>
                  </a:lnTo>
                  <a:cubicBezTo>
                    <a:pt x="645" y="162"/>
                    <a:pt x="645" y="162"/>
                    <a:pt x="645" y="162"/>
                  </a:cubicBezTo>
                  <a:cubicBezTo>
                    <a:pt x="645" y="165"/>
                    <a:pt x="644" y="169"/>
                    <a:pt x="641" y="172"/>
                  </a:cubicBezTo>
                  <a:cubicBezTo>
                    <a:pt x="638" y="175"/>
                    <a:pt x="634" y="176"/>
                    <a:pt x="630" y="176"/>
                  </a:cubicBezTo>
                  <a:cubicBezTo>
                    <a:pt x="44" y="176"/>
                    <a:pt x="44" y="176"/>
                    <a:pt x="44" y="176"/>
                  </a:cubicBezTo>
                  <a:cubicBezTo>
                    <a:pt x="40" y="176"/>
                    <a:pt x="37" y="175"/>
                    <a:pt x="34" y="172"/>
                  </a:cubicBezTo>
                  <a:cubicBezTo>
                    <a:pt x="31" y="169"/>
                    <a:pt x="30" y="166"/>
                    <a:pt x="30" y="162"/>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 name="Freeform 29">
              <a:extLst>
                <a:ext uri="{FF2B5EF4-FFF2-40B4-BE49-F238E27FC236}">
                  <a16:creationId xmlns:a16="http://schemas.microsoft.com/office/drawing/2014/main" id="{4ABDF185-2A66-D757-96F0-B5E2EA00B76D}"/>
                </a:ext>
              </a:extLst>
            </p:cNvPr>
            <p:cNvSpPr>
              <a:spLocks noChangeArrowheads="1"/>
            </p:cNvSpPr>
            <p:nvPr/>
          </p:nvSpPr>
          <p:spPr bwMode="auto">
            <a:xfrm>
              <a:off x="1624013" y="2214563"/>
              <a:ext cx="117475" cy="211137"/>
            </a:xfrm>
            <a:custGeom>
              <a:avLst/>
              <a:gdLst>
                <a:gd name="T0" fmla="*/ 164 w 326"/>
                <a:gd name="T1" fmla="*/ 0 h 586"/>
                <a:gd name="T2" fmla="*/ 164 w 326"/>
                <a:gd name="T3" fmla="*/ 0 h 586"/>
                <a:gd name="T4" fmla="*/ 148 w 326"/>
                <a:gd name="T5" fmla="*/ 14 h 586"/>
                <a:gd name="T6" fmla="*/ 148 w 326"/>
                <a:gd name="T7" fmla="*/ 536 h 586"/>
                <a:gd name="T8" fmla="*/ 28 w 326"/>
                <a:gd name="T9" fmla="*/ 414 h 586"/>
                <a:gd name="T10" fmla="*/ 7 w 326"/>
                <a:gd name="T11" fmla="*/ 414 h 586"/>
                <a:gd name="T12" fmla="*/ 7 w 326"/>
                <a:gd name="T13" fmla="*/ 434 h 586"/>
                <a:gd name="T14" fmla="*/ 153 w 326"/>
                <a:gd name="T15" fmla="*/ 581 h 586"/>
                <a:gd name="T16" fmla="*/ 158 w 326"/>
                <a:gd name="T17" fmla="*/ 584 h 586"/>
                <a:gd name="T18" fmla="*/ 164 w 326"/>
                <a:gd name="T19" fmla="*/ 585 h 586"/>
                <a:gd name="T20" fmla="*/ 164 w 326"/>
                <a:gd name="T21" fmla="*/ 585 h 586"/>
                <a:gd name="T22" fmla="*/ 164 w 326"/>
                <a:gd name="T23" fmla="*/ 585 h 586"/>
                <a:gd name="T24" fmla="*/ 169 w 326"/>
                <a:gd name="T25" fmla="*/ 584 h 586"/>
                <a:gd name="T26" fmla="*/ 173 w 326"/>
                <a:gd name="T27" fmla="*/ 581 h 586"/>
                <a:gd name="T28" fmla="*/ 320 w 326"/>
                <a:gd name="T29" fmla="*/ 434 h 586"/>
                <a:gd name="T30" fmla="*/ 320 w 326"/>
                <a:gd name="T31" fmla="*/ 414 h 586"/>
                <a:gd name="T32" fmla="*/ 299 w 326"/>
                <a:gd name="T33" fmla="*/ 414 h 586"/>
                <a:gd name="T34" fmla="*/ 177 w 326"/>
                <a:gd name="T35" fmla="*/ 536 h 586"/>
                <a:gd name="T36" fmla="*/ 177 w 326"/>
                <a:gd name="T37" fmla="*/ 14 h 586"/>
                <a:gd name="T38" fmla="*/ 164 w 326"/>
                <a:gd name="T39" fmla="*/ 0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6" h="586">
                  <a:moveTo>
                    <a:pt x="164" y="0"/>
                  </a:moveTo>
                  <a:lnTo>
                    <a:pt x="164" y="0"/>
                  </a:lnTo>
                  <a:cubicBezTo>
                    <a:pt x="155" y="0"/>
                    <a:pt x="148" y="6"/>
                    <a:pt x="148" y="14"/>
                  </a:cubicBezTo>
                  <a:cubicBezTo>
                    <a:pt x="148" y="536"/>
                    <a:pt x="148" y="536"/>
                    <a:pt x="148" y="536"/>
                  </a:cubicBezTo>
                  <a:cubicBezTo>
                    <a:pt x="28" y="414"/>
                    <a:pt x="28" y="414"/>
                    <a:pt x="28" y="414"/>
                  </a:cubicBezTo>
                  <a:cubicBezTo>
                    <a:pt x="21" y="408"/>
                    <a:pt x="12" y="408"/>
                    <a:pt x="7" y="414"/>
                  </a:cubicBezTo>
                  <a:cubicBezTo>
                    <a:pt x="0" y="420"/>
                    <a:pt x="0" y="429"/>
                    <a:pt x="7" y="434"/>
                  </a:cubicBezTo>
                  <a:cubicBezTo>
                    <a:pt x="153" y="581"/>
                    <a:pt x="153" y="581"/>
                    <a:pt x="153" y="581"/>
                  </a:cubicBezTo>
                  <a:cubicBezTo>
                    <a:pt x="154" y="582"/>
                    <a:pt x="155" y="584"/>
                    <a:pt x="158" y="584"/>
                  </a:cubicBezTo>
                  <a:cubicBezTo>
                    <a:pt x="159" y="585"/>
                    <a:pt x="161" y="585"/>
                    <a:pt x="164" y="585"/>
                  </a:cubicBezTo>
                  <a:lnTo>
                    <a:pt x="164" y="585"/>
                  </a:lnTo>
                  <a:lnTo>
                    <a:pt x="164" y="585"/>
                  </a:lnTo>
                  <a:cubicBezTo>
                    <a:pt x="165" y="585"/>
                    <a:pt x="168" y="585"/>
                    <a:pt x="169" y="584"/>
                  </a:cubicBezTo>
                  <a:cubicBezTo>
                    <a:pt x="170" y="584"/>
                    <a:pt x="172" y="582"/>
                    <a:pt x="173" y="581"/>
                  </a:cubicBezTo>
                  <a:cubicBezTo>
                    <a:pt x="320" y="434"/>
                    <a:pt x="320" y="434"/>
                    <a:pt x="320" y="434"/>
                  </a:cubicBezTo>
                  <a:cubicBezTo>
                    <a:pt x="325" y="429"/>
                    <a:pt x="325" y="420"/>
                    <a:pt x="320" y="414"/>
                  </a:cubicBezTo>
                  <a:cubicBezTo>
                    <a:pt x="315" y="408"/>
                    <a:pt x="305" y="408"/>
                    <a:pt x="299" y="414"/>
                  </a:cubicBezTo>
                  <a:cubicBezTo>
                    <a:pt x="177" y="536"/>
                    <a:pt x="177" y="536"/>
                    <a:pt x="177" y="536"/>
                  </a:cubicBezTo>
                  <a:cubicBezTo>
                    <a:pt x="177" y="14"/>
                    <a:pt x="177" y="14"/>
                    <a:pt x="177" y="14"/>
                  </a:cubicBezTo>
                  <a:cubicBezTo>
                    <a:pt x="177" y="6"/>
                    <a:pt x="172" y="0"/>
                    <a:pt x="16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 name="Group 40">
            <a:extLst>
              <a:ext uri="{FF2B5EF4-FFF2-40B4-BE49-F238E27FC236}">
                <a16:creationId xmlns:a16="http://schemas.microsoft.com/office/drawing/2014/main" id="{AA7EE2C4-3612-69EC-9B99-BEF6BCE17BD2}"/>
              </a:ext>
            </a:extLst>
          </p:cNvPr>
          <p:cNvGrpSpPr/>
          <p:nvPr/>
        </p:nvGrpSpPr>
        <p:grpSpPr>
          <a:xfrm>
            <a:off x="3221161" y="1878434"/>
            <a:ext cx="242888" cy="254000"/>
            <a:chOff x="2079625" y="2214563"/>
            <a:chExt cx="242888" cy="254000"/>
          </a:xfrm>
          <a:solidFill>
            <a:schemeClr val="accent4"/>
          </a:solidFill>
        </p:grpSpPr>
        <p:sp>
          <p:nvSpPr>
            <p:cNvPr id="38" name="Freeform 30">
              <a:extLst>
                <a:ext uri="{FF2B5EF4-FFF2-40B4-BE49-F238E27FC236}">
                  <a16:creationId xmlns:a16="http://schemas.microsoft.com/office/drawing/2014/main" id="{4425269F-D014-71C3-5E33-8F107485A4FD}"/>
                </a:ext>
              </a:extLst>
            </p:cNvPr>
            <p:cNvSpPr>
              <a:spLocks noChangeArrowheads="1"/>
            </p:cNvSpPr>
            <p:nvPr/>
          </p:nvSpPr>
          <p:spPr bwMode="auto">
            <a:xfrm>
              <a:off x="2079625" y="2393950"/>
              <a:ext cx="242888" cy="74613"/>
            </a:xfrm>
            <a:custGeom>
              <a:avLst/>
              <a:gdLst>
                <a:gd name="T0" fmla="*/ 672 w 673"/>
                <a:gd name="T1" fmla="*/ 15 h 207"/>
                <a:gd name="T2" fmla="*/ 672 w 673"/>
                <a:gd name="T3" fmla="*/ 15 h 207"/>
                <a:gd name="T4" fmla="*/ 659 w 673"/>
                <a:gd name="T5" fmla="*/ 0 h 207"/>
                <a:gd name="T6" fmla="*/ 643 w 673"/>
                <a:gd name="T7" fmla="*/ 15 h 207"/>
                <a:gd name="T8" fmla="*/ 643 w 673"/>
                <a:gd name="T9" fmla="*/ 15 h 207"/>
                <a:gd name="T10" fmla="*/ 643 w 673"/>
                <a:gd name="T11" fmla="*/ 162 h 207"/>
                <a:gd name="T12" fmla="*/ 639 w 673"/>
                <a:gd name="T13" fmla="*/ 172 h 207"/>
                <a:gd name="T14" fmla="*/ 628 w 673"/>
                <a:gd name="T15" fmla="*/ 176 h 207"/>
                <a:gd name="T16" fmla="*/ 42 w 673"/>
                <a:gd name="T17" fmla="*/ 176 h 207"/>
                <a:gd name="T18" fmla="*/ 33 w 673"/>
                <a:gd name="T19" fmla="*/ 172 h 207"/>
                <a:gd name="T20" fmla="*/ 28 w 673"/>
                <a:gd name="T21" fmla="*/ 162 h 207"/>
                <a:gd name="T22" fmla="*/ 28 w 673"/>
                <a:gd name="T23" fmla="*/ 15 h 207"/>
                <a:gd name="T24" fmla="*/ 13 w 673"/>
                <a:gd name="T25" fmla="*/ 0 h 207"/>
                <a:gd name="T26" fmla="*/ 0 w 673"/>
                <a:gd name="T27" fmla="*/ 15 h 207"/>
                <a:gd name="T28" fmla="*/ 0 w 673"/>
                <a:gd name="T29" fmla="*/ 162 h 207"/>
                <a:gd name="T30" fmla="*/ 12 w 673"/>
                <a:gd name="T31" fmla="*/ 193 h 207"/>
                <a:gd name="T32" fmla="*/ 42 w 673"/>
                <a:gd name="T33" fmla="*/ 206 h 207"/>
                <a:gd name="T34" fmla="*/ 628 w 673"/>
                <a:gd name="T35" fmla="*/ 206 h 207"/>
                <a:gd name="T36" fmla="*/ 672 w 673"/>
                <a:gd name="T37" fmla="*/ 162 h 207"/>
                <a:gd name="T38" fmla="*/ 672 w 673"/>
                <a:gd name="T39" fmla="*/ 1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207">
                  <a:moveTo>
                    <a:pt x="672" y="15"/>
                  </a:moveTo>
                  <a:lnTo>
                    <a:pt x="672" y="15"/>
                  </a:lnTo>
                  <a:cubicBezTo>
                    <a:pt x="672" y="7"/>
                    <a:pt x="667" y="0"/>
                    <a:pt x="659" y="0"/>
                  </a:cubicBezTo>
                  <a:cubicBezTo>
                    <a:pt x="650" y="0"/>
                    <a:pt x="643" y="7"/>
                    <a:pt x="643" y="15"/>
                  </a:cubicBezTo>
                  <a:lnTo>
                    <a:pt x="643" y="15"/>
                  </a:lnTo>
                  <a:cubicBezTo>
                    <a:pt x="643" y="162"/>
                    <a:pt x="643" y="162"/>
                    <a:pt x="643" y="162"/>
                  </a:cubicBezTo>
                  <a:cubicBezTo>
                    <a:pt x="643" y="165"/>
                    <a:pt x="642" y="169"/>
                    <a:pt x="639" y="172"/>
                  </a:cubicBezTo>
                  <a:cubicBezTo>
                    <a:pt x="637" y="175"/>
                    <a:pt x="632" y="176"/>
                    <a:pt x="628" y="176"/>
                  </a:cubicBezTo>
                  <a:cubicBezTo>
                    <a:pt x="42" y="176"/>
                    <a:pt x="42" y="176"/>
                    <a:pt x="42" y="176"/>
                  </a:cubicBezTo>
                  <a:cubicBezTo>
                    <a:pt x="38" y="176"/>
                    <a:pt x="35" y="175"/>
                    <a:pt x="33" y="172"/>
                  </a:cubicBezTo>
                  <a:cubicBezTo>
                    <a:pt x="30" y="169"/>
                    <a:pt x="28" y="166"/>
                    <a:pt x="28" y="162"/>
                  </a:cubicBezTo>
                  <a:cubicBezTo>
                    <a:pt x="28" y="15"/>
                    <a:pt x="28" y="15"/>
                    <a:pt x="28" y="15"/>
                  </a:cubicBezTo>
                  <a:cubicBezTo>
                    <a:pt x="28" y="7"/>
                    <a:pt x="22" y="0"/>
                    <a:pt x="13" y="0"/>
                  </a:cubicBezTo>
                  <a:cubicBezTo>
                    <a:pt x="5" y="0"/>
                    <a:pt x="0" y="7"/>
                    <a:pt x="0" y="15"/>
                  </a:cubicBezTo>
                  <a:cubicBezTo>
                    <a:pt x="0" y="162"/>
                    <a:pt x="0" y="162"/>
                    <a:pt x="0" y="162"/>
                  </a:cubicBezTo>
                  <a:cubicBezTo>
                    <a:pt x="0" y="173"/>
                    <a:pt x="4" y="184"/>
                    <a:pt x="12" y="193"/>
                  </a:cubicBezTo>
                  <a:cubicBezTo>
                    <a:pt x="20" y="201"/>
                    <a:pt x="31" y="206"/>
                    <a:pt x="42" y="206"/>
                  </a:cubicBezTo>
                  <a:cubicBezTo>
                    <a:pt x="628" y="206"/>
                    <a:pt x="628" y="206"/>
                    <a:pt x="628" y="206"/>
                  </a:cubicBezTo>
                  <a:cubicBezTo>
                    <a:pt x="653" y="205"/>
                    <a:pt x="672" y="186"/>
                    <a:pt x="672" y="162"/>
                  </a:cubicBezTo>
                  <a:lnTo>
                    <a:pt x="672"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EADC75E4-A519-8C55-0B94-DC422D958BFA}"/>
                </a:ext>
              </a:extLst>
            </p:cNvPr>
            <p:cNvSpPr>
              <a:spLocks noChangeArrowheads="1"/>
            </p:cNvSpPr>
            <p:nvPr/>
          </p:nvSpPr>
          <p:spPr bwMode="auto">
            <a:xfrm>
              <a:off x="2141538" y="2214563"/>
              <a:ext cx="117475" cy="211137"/>
            </a:xfrm>
            <a:custGeom>
              <a:avLst/>
              <a:gdLst>
                <a:gd name="T0" fmla="*/ 162 w 325"/>
                <a:gd name="T1" fmla="*/ 586 h 587"/>
                <a:gd name="T2" fmla="*/ 162 w 325"/>
                <a:gd name="T3" fmla="*/ 586 h 587"/>
                <a:gd name="T4" fmla="*/ 177 w 325"/>
                <a:gd name="T5" fmla="*/ 572 h 587"/>
                <a:gd name="T6" fmla="*/ 177 w 325"/>
                <a:gd name="T7" fmla="*/ 51 h 587"/>
                <a:gd name="T8" fmla="*/ 298 w 325"/>
                <a:gd name="T9" fmla="*/ 172 h 587"/>
                <a:gd name="T10" fmla="*/ 318 w 325"/>
                <a:gd name="T11" fmla="*/ 172 h 587"/>
                <a:gd name="T12" fmla="*/ 318 w 325"/>
                <a:gd name="T13" fmla="*/ 151 h 587"/>
                <a:gd name="T14" fmla="*/ 173 w 325"/>
                <a:gd name="T15" fmla="*/ 6 h 587"/>
                <a:gd name="T16" fmla="*/ 173 w 325"/>
                <a:gd name="T17" fmla="*/ 6 h 587"/>
                <a:gd name="T18" fmla="*/ 167 w 325"/>
                <a:gd name="T19" fmla="*/ 1 h 587"/>
                <a:gd name="T20" fmla="*/ 156 w 325"/>
                <a:gd name="T21" fmla="*/ 1 h 587"/>
                <a:gd name="T22" fmla="*/ 152 w 325"/>
                <a:gd name="T23" fmla="*/ 6 h 587"/>
                <a:gd name="T24" fmla="*/ 152 w 325"/>
                <a:gd name="T25" fmla="*/ 6 h 587"/>
                <a:gd name="T26" fmla="*/ 5 w 325"/>
                <a:gd name="T27" fmla="*/ 151 h 587"/>
                <a:gd name="T28" fmla="*/ 5 w 325"/>
                <a:gd name="T29" fmla="*/ 172 h 587"/>
                <a:gd name="T30" fmla="*/ 26 w 325"/>
                <a:gd name="T31" fmla="*/ 172 h 587"/>
                <a:gd name="T32" fmla="*/ 147 w 325"/>
                <a:gd name="T33" fmla="*/ 51 h 587"/>
                <a:gd name="T34" fmla="*/ 147 w 325"/>
                <a:gd name="T35" fmla="*/ 572 h 587"/>
                <a:gd name="T36" fmla="*/ 162 w 325"/>
                <a:gd name="T37" fmla="*/ 586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325" h="587">
                  <a:moveTo>
                    <a:pt x="162" y="586"/>
                  </a:moveTo>
                  <a:lnTo>
                    <a:pt x="162" y="586"/>
                  </a:lnTo>
                  <a:cubicBezTo>
                    <a:pt x="170" y="586"/>
                    <a:pt x="177" y="579"/>
                    <a:pt x="177" y="572"/>
                  </a:cubicBezTo>
                  <a:cubicBezTo>
                    <a:pt x="177" y="51"/>
                    <a:pt x="177" y="51"/>
                    <a:pt x="177" y="51"/>
                  </a:cubicBezTo>
                  <a:cubicBezTo>
                    <a:pt x="298" y="172"/>
                    <a:pt x="298" y="172"/>
                    <a:pt x="298" y="172"/>
                  </a:cubicBezTo>
                  <a:cubicBezTo>
                    <a:pt x="303" y="179"/>
                    <a:pt x="313" y="179"/>
                    <a:pt x="318" y="172"/>
                  </a:cubicBezTo>
                  <a:cubicBezTo>
                    <a:pt x="324" y="166"/>
                    <a:pt x="324" y="158"/>
                    <a:pt x="318" y="151"/>
                  </a:cubicBezTo>
                  <a:cubicBezTo>
                    <a:pt x="173" y="6"/>
                    <a:pt x="173" y="6"/>
                    <a:pt x="173" y="6"/>
                  </a:cubicBezTo>
                  <a:lnTo>
                    <a:pt x="173" y="6"/>
                  </a:lnTo>
                  <a:cubicBezTo>
                    <a:pt x="172" y="4"/>
                    <a:pt x="169" y="3"/>
                    <a:pt x="167" y="1"/>
                  </a:cubicBezTo>
                  <a:cubicBezTo>
                    <a:pt x="165" y="0"/>
                    <a:pt x="161" y="0"/>
                    <a:pt x="156" y="1"/>
                  </a:cubicBezTo>
                  <a:cubicBezTo>
                    <a:pt x="155" y="3"/>
                    <a:pt x="154" y="4"/>
                    <a:pt x="152" y="6"/>
                  </a:cubicBezTo>
                  <a:lnTo>
                    <a:pt x="152" y="6"/>
                  </a:lnTo>
                  <a:cubicBezTo>
                    <a:pt x="5" y="151"/>
                    <a:pt x="5" y="151"/>
                    <a:pt x="5" y="151"/>
                  </a:cubicBezTo>
                  <a:cubicBezTo>
                    <a:pt x="0" y="158"/>
                    <a:pt x="0" y="166"/>
                    <a:pt x="5" y="172"/>
                  </a:cubicBezTo>
                  <a:cubicBezTo>
                    <a:pt x="11" y="179"/>
                    <a:pt x="21" y="179"/>
                    <a:pt x="26" y="172"/>
                  </a:cubicBezTo>
                  <a:cubicBezTo>
                    <a:pt x="147" y="51"/>
                    <a:pt x="147" y="51"/>
                    <a:pt x="147" y="51"/>
                  </a:cubicBezTo>
                  <a:cubicBezTo>
                    <a:pt x="147" y="572"/>
                    <a:pt x="147" y="572"/>
                    <a:pt x="147" y="572"/>
                  </a:cubicBezTo>
                  <a:cubicBezTo>
                    <a:pt x="147" y="579"/>
                    <a:pt x="154" y="586"/>
                    <a:pt x="162" y="5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0" name="Freeform 32">
            <a:extLst>
              <a:ext uri="{FF2B5EF4-FFF2-40B4-BE49-F238E27FC236}">
                <a16:creationId xmlns:a16="http://schemas.microsoft.com/office/drawing/2014/main" id="{8E27AC4A-9DC3-AADF-C337-242B74D4D8CB}"/>
              </a:ext>
            </a:extLst>
          </p:cNvPr>
          <p:cNvSpPr>
            <a:spLocks noChangeArrowheads="1"/>
          </p:cNvSpPr>
          <p:nvPr/>
        </p:nvSpPr>
        <p:spPr bwMode="auto">
          <a:xfrm>
            <a:off x="1216149" y="2867546"/>
            <a:ext cx="201612" cy="254000"/>
          </a:xfrm>
          <a:custGeom>
            <a:avLst/>
            <a:gdLst>
              <a:gd name="T0" fmla="*/ 280 w 561"/>
              <a:gd name="T1" fmla="*/ 704 h 705"/>
              <a:gd name="T2" fmla="*/ 280 w 561"/>
              <a:gd name="T3" fmla="*/ 704 h 705"/>
              <a:gd name="T4" fmla="*/ 296 w 561"/>
              <a:gd name="T5" fmla="*/ 689 h 705"/>
              <a:gd name="T6" fmla="*/ 296 w 561"/>
              <a:gd name="T7" fmla="*/ 51 h 705"/>
              <a:gd name="T8" fmla="*/ 534 w 561"/>
              <a:gd name="T9" fmla="*/ 290 h 705"/>
              <a:gd name="T10" fmla="*/ 555 w 561"/>
              <a:gd name="T11" fmla="*/ 290 h 705"/>
              <a:gd name="T12" fmla="*/ 555 w 561"/>
              <a:gd name="T13" fmla="*/ 269 h 705"/>
              <a:gd name="T14" fmla="*/ 291 w 561"/>
              <a:gd name="T15" fmla="*/ 6 h 705"/>
              <a:gd name="T16" fmla="*/ 286 w 561"/>
              <a:gd name="T17" fmla="*/ 2 h 705"/>
              <a:gd name="T18" fmla="*/ 275 w 561"/>
              <a:gd name="T19" fmla="*/ 2 h 705"/>
              <a:gd name="T20" fmla="*/ 271 w 561"/>
              <a:gd name="T21" fmla="*/ 6 h 705"/>
              <a:gd name="T22" fmla="*/ 271 w 561"/>
              <a:gd name="T23" fmla="*/ 6 h 705"/>
              <a:gd name="T24" fmla="*/ 7 w 561"/>
              <a:gd name="T25" fmla="*/ 269 h 705"/>
              <a:gd name="T26" fmla="*/ 7 w 561"/>
              <a:gd name="T27" fmla="*/ 290 h 705"/>
              <a:gd name="T28" fmla="*/ 28 w 561"/>
              <a:gd name="T29" fmla="*/ 290 h 705"/>
              <a:gd name="T30" fmla="*/ 265 w 561"/>
              <a:gd name="T31" fmla="*/ 51 h 705"/>
              <a:gd name="T32" fmla="*/ 265 w 561"/>
              <a:gd name="T33" fmla="*/ 689 h 705"/>
              <a:gd name="T34" fmla="*/ 280 w 561"/>
              <a:gd name="T35" fmla="*/ 70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61" h="705">
                <a:moveTo>
                  <a:pt x="280" y="704"/>
                </a:moveTo>
                <a:lnTo>
                  <a:pt x="280" y="704"/>
                </a:lnTo>
                <a:cubicBezTo>
                  <a:pt x="289" y="704"/>
                  <a:pt x="296" y="698"/>
                  <a:pt x="296" y="689"/>
                </a:cubicBezTo>
                <a:cubicBezTo>
                  <a:pt x="296" y="51"/>
                  <a:pt x="296" y="51"/>
                  <a:pt x="296" y="51"/>
                </a:cubicBezTo>
                <a:cubicBezTo>
                  <a:pt x="534" y="290"/>
                  <a:pt x="534" y="290"/>
                  <a:pt x="534" y="290"/>
                </a:cubicBezTo>
                <a:cubicBezTo>
                  <a:pt x="540" y="295"/>
                  <a:pt x="548" y="295"/>
                  <a:pt x="555" y="290"/>
                </a:cubicBezTo>
                <a:cubicBezTo>
                  <a:pt x="560" y="284"/>
                  <a:pt x="560" y="275"/>
                  <a:pt x="555" y="269"/>
                </a:cubicBezTo>
                <a:cubicBezTo>
                  <a:pt x="291" y="6"/>
                  <a:pt x="291" y="6"/>
                  <a:pt x="291" y="6"/>
                </a:cubicBezTo>
                <a:cubicBezTo>
                  <a:pt x="290" y="4"/>
                  <a:pt x="287" y="3"/>
                  <a:pt x="286" y="2"/>
                </a:cubicBezTo>
                <a:cubicBezTo>
                  <a:pt x="283" y="0"/>
                  <a:pt x="279" y="0"/>
                  <a:pt x="275" y="2"/>
                </a:cubicBezTo>
                <a:cubicBezTo>
                  <a:pt x="274" y="3"/>
                  <a:pt x="272" y="4"/>
                  <a:pt x="271" y="6"/>
                </a:cubicBezTo>
                <a:lnTo>
                  <a:pt x="271" y="6"/>
                </a:lnTo>
                <a:cubicBezTo>
                  <a:pt x="7" y="269"/>
                  <a:pt x="7" y="269"/>
                  <a:pt x="7" y="269"/>
                </a:cubicBezTo>
                <a:cubicBezTo>
                  <a:pt x="0" y="275"/>
                  <a:pt x="0" y="284"/>
                  <a:pt x="7" y="290"/>
                </a:cubicBezTo>
                <a:cubicBezTo>
                  <a:pt x="13" y="295"/>
                  <a:pt x="21" y="295"/>
                  <a:pt x="28" y="290"/>
                </a:cubicBezTo>
                <a:cubicBezTo>
                  <a:pt x="265" y="51"/>
                  <a:pt x="265" y="51"/>
                  <a:pt x="265" y="51"/>
                </a:cubicBezTo>
                <a:cubicBezTo>
                  <a:pt x="265" y="689"/>
                  <a:pt x="265" y="689"/>
                  <a:pt x="265" y="689"/>
                </a:cubicBezTo>
                <a:cubicBezTo>
                  <a:pt x="265" y="698"/>
                  <a:pt x="272" y="704"/>
                  <a:pt x="280" y="704"/>
                </a:cubicBezTo>
              </a:path>
            </a:pathLst>
          </a:custGeom>
          <a:solidFill>
            <a:schemeClr val="accent4"/>
          </a:solidFill>
          <a:ln>
            <a:noFill/>
          </a:ln>
          <a:effectLst/>
        </p:spPr>
        <p:txBody>
          <a:bodyPr wrap="none" anchor="ctr"/>
          <a:lstStyle/>
          <a:p>
            <a:endParaRPr lang="da-DK"/>
          </a:p>
        </p:txBody>
      </p:sp>
      <p:sp>
        <p:nvSpPr>
          <p:cNvPr id="41" name="Freeform 33">
            <a:extLst>
              <a:ext uri="{FF2B5EF4-FFF2-40B4-BE49-F238E27FC236}">
                <a16:creationId xmlns:a16="http://schemas.microsoft.com/office/drawing/2014/main" id="{FA16D922-748D-DF0C-15E6-BBB5690A1C44}"/>
              </a:ext>
            </a:extLst>
          </p:cNvPr>
          <p:cNvSpPr>
            <a:spLocks noChangeArrowheads="1"/>
          </p:cNvSpPr>
          <p:nvPr/>
        </p:nvSpPr>
        <p:spPr bwMode="auto">
          <a:xfrm>
            <a:off x="1722561" y="2868340"/>
            <a:ext cx="201613" cy="252412"/>
          </a:xfrm>
          <a:custGeom>
            <a:avLst/>
            <a:gdLst>
              <a:gd name="T0" fmla="*/ 280 w 561"/>
              <a:gd name="T1" fmla="*/ 0 h 703"/>
              <a:gd name="T2" fmla="*/ 280 w 561"/>
              <a:gd name="T3" fmla="*/ 0 h 703"/>
              <a:gd name="T4" fmla="*/ 265 w 561"/>
              <a:gd name="T5" fmla="*/ 13 h 703"/>
              <a:gd name="T6" fmla="*/ 265 w 561"/>
              <a:gd name="T7" fmla="*/ 652 h 703"/>
              <a:gd name="T8" fmla="*/ 27 w 561"/>
              <a:gd name="T9" fmla="*/ 413 h 703"/>
              <a:gd name="T10" fmla="*/ 7 w 561"/>
              <a:gd name="T11" fmla="*/ 413 h 703"/>
              <a:gd name="T12" fmla="*/ 7 w 561"/>
              <a:gd name="T13" fmla="*/ 433 h 703"/>
              <a:gd name="T14" fmla="*/ 270 w 561"/>
              <a:gd name="T15" fmla="*/ 697 h 703"/>
              <a:gd name="T16" fmla="*/ 270 w 561"/>
              <a:gd name="T17" fmla="*/ 697 h 703"/>
              <a:gd name="T18" fmla="*/ 275 w 561"/>
              <a:gd name="T19" fmla="*/ 701 h 703"/>
              <a:gd name="T20" fmla="*/ 280 w 561"/>
              <a:gd name="T21" fmla="*/ 702 h 703"/>
              <a:gd name="T22" fmla="*/ 280 w 561"/>
              <a:gd name="T23" fmla="*/ 702 h 703"/>
              <a:gd name="T24" fmla="*/ 280 w 561"/>
              <a:gd name="T25" fmla="*/ 702 h 703"/>
              <a:gd name="T26" fmla="*/ 286 w 561"/>
              <a:gd name="T27" fmla="*/ 701 h 703"/>
              <a:gd name="T28" fmla="*/ 291 w 561"/>
              <a:gd name="T29" fmla="*/ 697 h 703"/>
              <a:gd name="T30" fmla="*/ 555 w 561"/>
              <a:gd name="T31" fmla="*/ 433 h 703"/>
              <a:gd name="T32" fmla="*/ 555 w 561"/>
              <a:gd name="T33" fmla="*/ 413 h 703"/>
              <a:gd name="T34" fmla="*/ 534 w 561"/>
              <a:gd name="T35" fmla="*/ 413 h 703"/>
              <a:gd name="T36" fmla="*/ 295 w 561"/>
              <a:gd name="T37" fmla="*/ 652 h 703"/>
              <a:gd name="T38" fmla="*/ 295 w 561"/>
              <a:gd name="T39" fmla="*/ 13 h 703"/>
              <a:gd name="T40" fmla="*/ 280 w 561"/>
              <a:gd name="T41" fmla="*/ 0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561" h="703">
                <a:moveTo>
                  <a:pt x="280" y="0"/>
                </a:moveTo>
                <a:lnTo>
                  <a:pt x="280" y="0"/>
                </a:lnTo>
                <a:cubicBezTo>
                  <a:pt x="272" y="0"/>
                  <a:pt x="265" y="5"/>
                  <a:pt x="265" y="13"/>
                </a:cubicBezTo>
                <a:cubicBezTo>
                  <a:pt x="265" y="652"/>
                  <a:pt x="265" y="652"/>
                  <a:pt x="265" y="652"/>
                </a:cubicBezTo>
                <a:cubicBezTo>
                  <a:pt x="27" y="413"/>
                  <a:pt x="27" y="413"/>
                  <a:pt x="27" y="413"/>
                </a:cubicBezTo>
                <a:cubicBezTo>
                  <a:pt x="21" y="407"/>
                  <a:pt x="12" y="407"/>
                  <a:pt x="7" y="413"/>
                </a:cubicBezTo>
                <a:cubicBezTo>
                  <a:pt x="0" y="420"/>
                  <a:pt x="0" y="428"/>
                  <a:pt x="7" y="433"/>
                </a:cubicBezTo>
                <a:cubicBezTo>
                  <a:pt x="270" y="697"/>
                  <a:pt x="270" y="697"/>
                  <a:pt x="270" y="697"/>
                </a:cubicBezTo>
                <a:lnTo>
                  <a:pt x="270" y="697"/>
                </a:lnTo>
                <a:cubicBezTo>
                  <a:pt x="272" y="698"/>
                  <a:pt x="273" y="700"/>
                  <a:pt x="275" y="701"/>
                </a:cubicBezTo>
                <a:cubicBezTo>
                  <a:pt x="276" y="701"/>
                  <a:pt x="279" y="702"/>
                  <a:pt x="280" y="702"/>
                </a:cubicBezTo>
                <a:lnTo>
                  <a:pt x="280" y="702"/>
                </a:lnTo>
                <a:lnTo>
                  <a:pt x="280" y="702"/>
                </a:lnTo>
                <a:cubicBezTo>
                  <a:pt x="283" y="702"/>
                  <a:pt x="284" y="701"/>
                  <a:pt x="286" y="701"/>
                </a:cubicBezTo>
                <a:cubicBezTo>
                  <a:pt x="287" y="700"/>
                  <a:pt x="290" y="698"/>
                  <a:pt x="291" y="697"/>
                </a:cubicBezTo>
                <a:cubicBezTo>
                  <a:pt x="555" y="433"/>
                  <a:pt x="555" y="433"/>
                  <a:pt x="555" y="433"/>
                </a:cubicBezTo>
                <a:cubicBezTo>
                  <a:pt x="560" y="428"/>
                  <a:pt x="560" y="420"/>
                  <a:pt x="555" y="413"/>
                </a:cubicBezTo>
                <a:cubicBezTo>
                  <a:pt x="548" y="407"/>
                  <a:pt x="540" y="407"/>
                  <a:pt x="534" y="413"/>
                </a:cubicBezTo>
                <a:cubicBezTo>
                  <a:pt x="295" y="652"/>
                  <a:pt x="295" y="652"/>
                  <a:pt x="295" y="652"/>
                </a:cubicBezTo>
                <a:cubicBezTo>
                  <a:pt x="295" y="13"/>
                  <a:pt x="295" y="13"/>
                  <a:pt x="295" y="13"/>
                </a:cubicBezTo>
                <a:cubicBezTo>
                  <a:pt x="295" y="5"/>
                  <a:pt x="288" y="0"/>
                  <a:pt x="280" y="0"/>
                </a:cubicBezTo>
              </a:path>
            </a:pathLst>
          </a:custGeom>
          <a:solidFill>
            <a:schemeClr val="accent4"/>
          </a:solidFill>
          <a:ln>
            <a:noFill/>
          </a:ln>
          <a:effectLst/>
        </p:spPr>
        <p:txBody>
          <a:bodyPr wrap="none" anchor="ctr"/>
          <a:lstStyle/>
          <a:p>
            <a:endParaRPr lang="da-DK"/>
          </a:p>
        </p:txBody>
      </p:sp>
      <p:sp>
        <p:nvSpPr>
          <p:cNvPr id="42" name="Freeform 34">
            <a:extLst>
              <a:ext uri="{FF2B5EF4-FFF2-40B4-BE49-F238E27FC236}">
                <a16:creationId xmlns:a16="http://schemas.microsoft.com/office/drawing/2014/main" id="{514F7ADC-39A2-B8B7-B3B5-38B6FEF312D7}"/>
              </a:ext>
            </a:extLst>
          </p:cNvPr>
          <p:cNvSpPr>
            <a:spLocks noChangeArrowheads="1"/>
          </p:cNvSpPr>
          <p:nvPr/>
        </p:nvSpPr>
        <p:spPr bwMode="auto">
          <a:xfrm>
            <a:off x="2208336" y="2893740"/>
            <a:ext cx="254000" cy="201613"/>
          </a:xfrm>
          <a:custGeom>
            <a:avLst/>
            <a:gdLst>
              <a:gd name="T0" fmla="*/ 290 w 705"/>
              <a:gd name="T1" fmla="*/ 26 h 560"/>
              <a:gd name="T2" fmla="*/ 290 w 705"/>
              <a:gd name="T3" fmla="*/ 26 h 560"/>
              <a:gd name="T4" fmla="*/ 290 w 705"/>
              <a:gd name="T5" fmla="*/ 6 h 560"/>
              <a:gd name="T6" fmla="*/ 269 w 705"/>
              <a:gd name="T7" fmla="*/ 6 h 560"/>
              <a:gd name="T8" fmla="*/ 6 w 705"/>
              <a:gd name="T9" fmla="*/ 269 h 560"/>
              <a:gd name="T10" fmla="*/ 3 w 705"/>
              <a:gd name="T11" fmla="*/ 273 h 560"/>
              <a:gd name="T12" fmla="*/ 3 w 705"/>
              <a:gd name="T13" fmla="*/ 284 h 560"/>
              <a:gd name="T14" fmla="*/ 6 w 705"/>
              <a:gd name="T15" fmla="*/ 290 h 560"/>
              <a:gd name="T16" fmla="*/ 269 w 705"/>
              <a:gd name="T17" fmla="*/ 553 h 560"/>
              <a:gd name="T18" fmla="*/ 290 w 705"/>
              <a:gd name="T19" fmla="*/ 553 h 560"/>
              <a:gd name="T20" fmla="*/ 290 w 705"/>
              <a:gd name="T21" fmla="*/ 533 h 560"/>
              <a:gd name="T22" fmla="*/ 51 w 705"/>
              <a:gd name="T23" fmla="*/ 294 h 560"/>
              <a:gd name="T24" fmla="*/ 689 w 705"/>
              <a:gd name="T25" fmla="*/ 294 h 560"/>
              <a:gd name="T26" fmla="*/ 704 w 705"/>
              <a:gd name="T27" fmla="*/ 279 h 560"/>
              <a:gd name="T28" fmla="*/ 689 w 705"/>
              <a:gd name="T29" fmla="*/ 265 h 560"/>
              <a:gd name="T30" fmla="*/ 51 w 705"/>
              <a:gd name="T31" fmla="*/ 265 h 560"/>
              <a:gd name="T32" fmla="*/ 290 w 705"/>
              <a:gd name="T33" fmla="*/ 26 h 5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60">
                <a:moveTo>
                  <a:pt x="290" y="26"/>
                </a:moveTo>
                <a:lnTo>
                  <a:pt x="290" y="26"/>
                </a:lnTo>
                <a:cubicBezTo>
                  <a:pt x="295" y="21"/>
                  <a:pt x="295" y="11"/>
                  <a:pt x="290" y="6"/>
                </a:cubicBezTo>
                <a:cubicBezTo>
                  <a:pt x="284" y="0"/>
                  <a:pt x="275" y="0"/>
                  <a:pt x="269" y="6"/>
                </a:cubicBezTo>
                <a:cubicBezTo>
                  <a:pt x="6" y="269"/>
                  <a:pt x="6" y="269"/>
                  <a:pt x="6" y="269"/>
                </a:cubicBezTo>
                <a:cubicBezTo>
                  <a:pt x="4" y="271"/>
                  <a:pt x="3" y="272"/>
                  <a:pt x="3" y="273"/>
                </a:cubicBezTo>
                <a:cubicBezTo>
                  <a:pt x="0" y="277"/>
                  <a:pt x="0" y="282"/>
                  <a:pt x="3" y="284"/>
                </a:cubicBezTo>
                <a:cubicBezTo>
                  <a:pt x="3" y="287"/>
                  <a:pt x="4" y="288"/>
                  <a:pt x="6" y="290"/>
                </a:cubicBezTo>
                <a:cubicBezTo>
                  <a:pt x="269" y="553"/>
                  <a:pt x="269" y="553"/>
                  <a:pt x="269" y="553"/>
                </a:cubicBezTo>
                <a:cubicBezTo>
                  <a:pt x="275" y="559"/>
                  <a:pt x="284" y="559"/>
                  <a:pt x="290" y="553"/>
                </a:cubicBezTo>
                <a:cubicBezTo>
                  <a:pt x="295" y="548"/>
                  <a:pt x="295" y="538"/>
                  <a:pt x="290" y="533"/>
                </a:cubicBezTo>
                <a:cubicBezTo>
                  <a:pt x="51" y="294"/>
                  <a:pt x="51" y="294"/>
                  <a:pt x="51" y="294"/>
                </a:cubicBezTo>
                <a:cubicBezTo>
                  <a:pt x="689" y="294"/>
                  <a:pt x="689" y="294"/>
                  <a:pt x="689" y="294"/>
                </a:cubicBezTo>
                <a:cubicBezTo>
                  <a:pt x="697" y="294"/>
                  <a:pt x="704" y="287"/>
                  <a:pt x="704" y="279"/>
                </a:cubicBezTo>
                <a:cubicBezTo>
                  <a:pt x="704" y="271"/>
                  <a:pt x="697" y="265"/>
                  <a:pt x="689" y="265"/>
                </a:cubicBezTo>
                <a:cubicBezTo>
                  <a:pt x="51" y="265"/>
                  <a:pt x="51" y="265"/>
                  <a:pt x="51" y="265"/>
                </a:cubicBezTo>
                <a:lnTo>
                  <a:pt x="290" y="26"/>
                </a:lnTo>
              </a:path>
            </a:pathLst>
          </a:custGeom>
          <a:solidFill>
            <a:schemeClr val="accent4"/>
          </a:solidFill>
          <a:ln>
            <a:noFill/>
          </a:ln>
          <a:effectLst/>
        </p:spPr>
        <p:txBody>
          <a:bodyPr wrap="none" anchor="ctr"/>
          <a:lstStyle/>
          <a:p>
            <a:endParaRPr lang="da-DK"/>
          </a:p>
        </p:txBody>
      </p:sp>
      <p:sp>
        <p:nvSpPr>
          <p:cNvPr id="43" name="Freeform 35">
            <a:extLst>
              <a:ext uri="{FF2B5EF4-FFF2-40B4-BE49-F238E27FC236}">
                <a16:creationId xmlns:a16="http://schemas.microsoft.com/office/drawing/2014/main" id="{60A651EB-83DC-5C6B-A630-C0EC8CF0A8E6}"/>
              </a:ext>
            </a:extLst>
          </p:cNvPr>
          <p:cNvSpPr>
            <a:spLocks noChangeArrowheads="1"/>
          </p:cNvSpPr>
          <p:nvPr/>
        </p:nvSpPr>
        <p:spPr bwMode="auto">
          <a:xfrm>
            <a:off x="1692399" y="2445345"/>
            <a:ext cx="254000" cy="201613"/>
          </a:xfrm>
          <a:custGeom>
            <a:avLst/>
            <a:gdLst>
              <a:gd name="T0" fmla="*/ 15 w 705"/>
              <a:gd name="T1" fmla="*/ 293 h 559"/>
              <a:gd name="T2" fmla="*/ 15 w 705"/>
              <a:gd name="T3" fmla="*/ 293 h 559"/>
              <a:gd name="T4" fmla="*/ 653 w 705"/>
              <a:gd name="T5" fmla="*/ 293 h 559"/>
              <a:gd name="T6" fmla="*/ 414 w 705"/>
              <a:gd name="T7" fmla="*/ 532 h 559"/>
              <a:gd name="T8" fmla="*/ 414 w 705"/>
              <a:gd name="T9" fmla="*/ 553 h 559"/>
              <a:gd name="T10" fmla="*/ 435 w 705"/>
              <a:gd name="T11" fmla="*/ 553 h 559"/>
              <a:gd name="T12" fmla="*/ 698 w 705"/>
              <a:gd name="T13" fmla="*/ 289 h 559"/>
              <a:gd name="T14" fmla="*/ 702 w 705"/>
              <a:gd name="T15" fmla="*/ 285 h 559"/>
              <a:gd name="T16" fmla="*/ 702 w 705"/>
              <a:gd name="T17" fmla="*/ 273 h 559"/>
              <a:gd name="T18" fmla="*/ 698 w 705"/>
              <a:gd name="T19" fmla="*/ 269 h 559"/>
              <a:gd name="T20" fmla="*/ 435 w 705"/>
              <a:gd name="T21" fmla="*/ 5 h 559"/>
              <a:gd name="T22" fmla="*/ 414 w 705"/>
              <a:gd name="T23" fmla="*/ 5 h 559"/>
              <a:gd name="T24" fmla="*/ 414 w 705"/>
              <a:gd name="T25" fmla="*/ 26 h 559"/>
              <a:gd name="T26" fmla="*/ 653 w 705"/>
              <a:gd name="T27" fmla="*/ 264 h 559"/>
              <a:gd name="T28" fmla="*/ 15 w 705"/>
              <a:gd name="T29" fmla="*/ 264 h 559"/>
              <a:gd name="T30" fmla="*/ 0 w 705"/>
              <a:gd name="T31" fmla="*/ 280 h 559"/>
              <a:gd name="T32" fmla="*/ 15 w 705"/>
              <a:gd name="T33" fmla="*/ 29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705" h="559">
                <a:moveTo>
                  <a:pt x="15" y="293"/>
                </a:moveTo>
                <a:lnTo>
                  <a:pt x="15" y="293"/>
                </a:lnTo>
                <a:cubicBezTo>
                  <a:pt x="653" y="293"/>
                  <a:pt x="653" y="293"/>
                  <a:pt x="653" y="293"/>
                </a:cubicBezTo>
                <a:cubicBezTo>
                  <a:pt x="414" y="532"/>
                  <a:pt x="414" y="532"/>
                  <a:pt x="414" y="532"/>
                </a:cubicBezTo>
                <a:cubicBezTo>
                  <a:pt x="409" y="538"/>
                  <a:pt x="409" y="547"/>
                  <a:pt x="414" y="553"/>
                </a:cubicBezTo>
                <a:cubicBezTo>
                  <a:pt x="420" y="558"/>
                  <a:pt x="429" y="558"/>
                  <a:pt x="435" y="553"/>
                </a:cubicBezTo>
                <a:cubicBezTo>
                  <a:pt x="698" y="289"/>
                  <a:pt x="698" y="289"/>
                  <a:pt x="698" y="289"/>
                </a:cubicBezTo>
                <a:cubicBezTo>
                  <a:pt x="700" y="288"/>
                  <a:pt x="701" y="286"/>
                  <a:pt x="702" y="285"/>
                </a:cubicBezTo>
                <a:cubicBezTo>
                  <a:pt x="704" y="281"/>
                  <a:pt x="704" y="277"/>
                  <a:pt x="702" y="273"/>
                </a:cubicBezTo>
                <a:cubicBezTo>
                  <a:pt x="701" y="271"/>
                  <a:pt x="700" y="270"/>
                  <a:pt x="698" y="269"/>
                </a:cubicBezTo>
                <a:cubicBezTo>
                  <a:pt x="435" y="5"/>
                  <a:pt x="435" y="5"/>
                  <a:pt x="435" y="5"/>
                </a:cubicBezTo>
                <a:cubicBezTo>
                  <a:pt x="429" y="0"/>
                  <a:pt x="420" y="0"/>
                  <a:pt x="414" y="5"/>
                </a:cubicBezTo>
                <a:cubicBezTo>
                  <a:pt x="409" y="10"/>
                  <a:pt x="409" y="20"/>
                  <a:pt x="414" y="26"/>
                </a:cubicBezTo>
                <a:cubicBezTo>
                  <a:pt x="653" y="264"/>
                  <a:pt x="653" y="264"/>
                  <a:pt x="653" y="264"/>
                </a:cubicBezTo>
                <a:cubicBezTo>
                  <a:pt x="15" y="264"/>
                  <a:pt x="15" y="264"/>
                  <a:pt x="15" y="264"/>
                </a:cubicBezTo>
                <a:cubicBezTo>
                  <a:pt x="6" y="264"/>
                  <a:pt x="0" y="271"/>
                  <a:pt x="0" y="280"/>
                </a:cubicBezTo>
                <a:cubicBezTo>
                  <a:pt x="0" y="286"/>
                  <a:pt x="6" y="293"/>
                  <a:pt x="15" y="293"/>
                </a:cubicBezTo>
              </a:path>
            </a:pathLst>
          </a:custGeom>
          <a:solidFill>
            <a:schemeClr val="accent4"/>
          </a:solidFill>
          <a:ln>
            <a:noFill/>
          </a:ln>
          <a:effectLst/>
        </p:spPr>
        <p:txBody>
          <a:bodyPr wrap="none" anchor="ctr"/>
          <a:lstStyle/>
          <a:p>
            <a:endParaRPr lang="da-DK"/>
          </a:p>
        </p:txBody>
      </p:sp>
      <p:sp>
        <p:nvSpPr>
          <p:cNvPr id="44" name="Freeform 36">
            <a:extLst>
              <a:ext uri="{FF2B5EF4-FFF2-40B4-BE49-F238E27FC236}">
                <a16:creationId xmlns:a16="http://schemas.microsoft.com/office/drawing/2014/main" id="{385EF441-16A0-A400-D1E8-02EC28C89B37}"/>
              </a:ext>
            </a:extLst>
          </p:cNvPr>
          <p:cNvSpPr>
            <a:spLocks noChangeArrowheads="1"/>
          </p:cNvSpPr>
          <p:nvPr/>
        </p:nvSpPr>
        <p:spPr bwMode="auto">
          <a:xfrm>
            <a:off x="3716461" y="2418358"/>
            <a:ext cx="254000" cy="255587"/>
          </a:xfrm>
          <a:custGeom>
            <a:avLst/>
            <a:gdLst>
              <a:gd name="T0" fmla="*/ 29 w 705"/>
              <a:gd name="T1" fmla="*/ 387 h 710"/>
              <a:gd name="T2" fmla="*/ 29 w 705"/>
              <a:gd name="T3" fmla="*/ 387 h 710"/>
              <a:gd name="T4" fmla="*/ 29 w 705"/>
              <a:gd name="T5" fmla="*/ 387 h 710"/>
              <a:gd name="T6" fmla="*/ 34 w 705"/>
              <a:gd name="T7" fmla="*/ 54 h 710"/>
              <a:gd name="T8" fmla="*/ 678 w 705"/>
              <a:gd name="T9" fmla="*/ 703 h 710"/>
              <a:gd name="T10" fmla="*/ 698 w 705"/>
              <a:gd name="T11" fmla="*/ 703 h 710"/>
              <a:gd name="T12" fmla="*/ 698 w 705"/>
              <a:gd name="T13" fmla="*/ 683 h 710"/>
              <a:gd name="T14" fmla="*/ 51 w 705"/>
              <a:gd name="T15" fmla="*/ 29 h 710"/>
              <a:gd name="T16" fmla="*/ 398 w 705"/>
              <a:gd name="T17" fmla="*/ 29 h 710"/>
              <a:gd name="T18" fmla="*/ 412 w 705"/>
              <a:gd name="T19" fmla="*/ 15 h 710"/>
              <a:gd name="T20" fmla="*/ 398 w 705"/>
              <a:gd name="T21" fmla="*/ 0 h 710"/>
              <a:gd name="T22" fmla="*/ 19 w 705"/>
              <a:gd name="T23" fmla="*/ 0 h 710"/>
              <a:gd name="T24" fmla="*/ 5 w 705"/>
              <a:gd name="T25" fmla="*/ 15 h 710"/>
              <a:gd name="T26" fmla="*/ 0 w 705"/>
              <a:gd name="T27" fmla="*/ 387 h 710"/>
              <a:gd name="T28" fmla="*/ 14 w 705"/>
              <a:gd name="T29" fmla="*/ 403 h 710"/>
              <a:gd name="T30" fmla="*/ 29 w 705"/>
              <a:gd name="T31" fmla="*/ 387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5" h="710">
                <a:moveTo>
                  <a:pt x="29" y="387"/>
                </a:moveTo>
                <a:lnTo>
                  <a:pt x="29" y="387"/>
                </a:lnTo>
                <a:lnTo>
                  <a:pt x="29" y="387"/>
                </a:lnTo>
                <a:cubicBezTo>
                  <a:pt x="34" y="54"/>
                  <a:pt x="34" y="54"/>
                  <a:pt x="34" y="54"/>
                </a:cubicBezTo>
                <a:cubicBezTo>
                  <a:pt x="678" y="703"/>
                  <a:pt x="678" y="703"/>
                  <a:pt x="678" y="703"/>
                </a:cubicBezTo>
                <a:cubicBezTo>
                  <a:pt x="683" y="709"/>
                  <a:pt x="692" y="709"/>
                  <a:pt x="698" y="703"/>
                </a:cubicBezTo>
                <a:cubicBezTo>
                  <a:pt x="704" y="698"/>
                  <a:pt x="704" y="688"/>
                  <a:pt x="698" y="683"/>
                </a:cubicBezTo>
                <a:cubicBezTo>
                  <a:pt x="51" y="29"/>
                  <a:pt x="51" y="29"/>
                  <a:pt x="51" y="29"/>
                </a:cubicBezTo>
                <a:cubicBezTo>
                  <a:pt x="398" y="29"/>
                  <a:pt x="398" y="29"/>
                  <a:pt x="398" y="29"/>
                </a:cubicBezTo>
                <a:cubicBezTo>
                  <a:pt x="405" y="29"/>
                  <a:pt x="412" y="24"/>
                  <a:pt x="412" y="15"/>
                </a:cubicBezTo>
                <a:cubicBezTo>
                  <a:pt x="412" y="7"/>
                  <a:pt x="405" y="0"/>
                  <a:pt x="398" y="0"/>
                </a:cubicBezTo>
                <a:cubicBezTo>
                  <a:pt x="19" y="0"/>
                  <a:pt x="19" y="0"/>
                  <a:pt x="19" y="0"/>
                </a:cubicBezTo>
                <a:cubicBezTo>
                  <a:pt x="12" y="0"/>
                  <a:pt x="5" y="7"/>
                  <a:pt x="5" y="15"/>
                </a:cubicBezTo>
                <a:cubicBezTo>
                  <a:pt x="0" y="387"/>
                  <a:pt x="0" y="387"/>
                  <a:pt x="0" y="387"/>
                </a:cubicBezTo>
                <a:cubicBezTo>
                  <a:pt x="0" y="396"/>
                  <a:pt x="5" y="403"/>
                  <a:pt x="14" y="403"/>
                </a:cubicBezTo>
                <a:cubicBezTo>
                  <a:pt x="22" y="403"/>
                  <a:pt x="29" y="396"/>
                  <a:pt x="29" y="387"/>
                </a:cubicBezTo>
              </a:path>
            </a:pathLst>
          </a:custGeom>
          <a:solidFill>
            <a:schemeClr val="accent4"/>
          </a:solidFill>
          <a:ln>
            <a:noFill/>
          </a:ln>
          <a:effectLst/>
        </p:spPr>
        <p:txBody>
          <a:bodyPr wrap="none" anchor="ctr"/>
          <a:lstStyle/>
          <a:p>
            <a:endParaRPr lang="da-DK"/>
          </a:p>
        </p:txBody>
      </p:sp>
      <p:grpSp>
        <p:nvGrpSpPr>
          <p:cNvPr id="45" name="Group 48">
            <a:extLst>
              <a:ext uri="{FF2B5EF4-FFF2-40B4-BE49-F238E27FC236}">
                <a16:creationId xmlns:a16="http://schemas.microsoft.com/office/drawing/2014/main" id="{051EE8A0-C9E4-DEDE-196A-99A0AA146052}"/>
              </a:ext>
            </a:extLst>
          </p:cNvPr>
          <p:cNvGrpSpPr/>
          <p:nvPr/>
        </p:nvGrpSpPr>
        <p:grpSpPr>
          <a:xfrm>
            <a:off x="1692399" y="1878434"/>
            <a:ext cx="252412" cy="254000"/>
            <a:chOff x="550863" y="2203450"/>
            <a:chExt cx="252412" cy="254000"/>
          </a:xfrm>
          <a:solidFill>
            <a:schemeClr val="accent4"/>
          </a:solidFill>
        </p:grpSpPr>
        <p:sp>
          <p:nvSpPr>
            <p:cNvPr id="46" name="Freeform 37">
              <a:extLst>
                <a:ext uri="{FF2B5EF4-FFF2-40B4-BE49-F238E27FC236}">
                  <a16:creationId xmlns:a16="http://schemas.microsoft.com/office/drawing/2014/main" id="{D3DAC18E-2FCF-B2E8-A59B-CB4347C0AF2A}"/>
                </a:ext>
              </a:extLst>
            </p:cNvPr>
            <p:cNvSpPr>
              <a:spLocks noChangeArrowheads="1"/>
            </p:cNvSpPr>
            <p:nvPr/>
          </p:nvSpPr>
          <p:spPr bwMode="auto">
            <a:xfrm>
              <a:off x="719138" y="2203450"/>
              <a:ext cx="84137" cy="84138"/>
            </a:xfrm>
            <a:custGeom>
              <a:avLst/>
              <a:gdLst>
                <a:gd name="T0" fmla="*/ 219 w 233"/>
                <a:gd name="T1" fmla="*/ 147 h 235"/>
                <a:gd name="T2" fmla="*/ 219 w 233"/>
                <a:gd name="T3" fmla="*/ 147 h 235"/>
                <a:gd name="T4" fmla="*/ 232 w 233"/>
                <a:gd name="T5" fmla="*/ 132 h 235"/>
                <a:gd name="T6" fmla="*/ 232 w 233"/>
                <a:gd name="T7" fmla="*/ 15 h 235"/>
                <a:gd name="T8" fmla="*/ 232 w 233"/>
                <a:gd name="T9" fmla="*/ 15 h 235"/>
                <a:gd name="T10" fmla="*/ 232 w 233"/>
                <a:gd name="T11" fmla="*/ 10 h 235"/>
                <a:gd name="T12" fmla="*/ 224 w 233"/>
                <a:gd name="T13" fmla="*/ 2 h 235"/>
                <a:gd name="T14" fmla="*/ 219 w 233"/>
                <a:gd name="T15" fmla="*/ 0 h 235"/>
                <a:gd name="T16" fmla="*/ 101 w 233"/>
                <a:gd name="T17" fmla="*/ 0 h 235"/>
                <a:gd name="T18" fmla="*/ 87 w 233"/>
                <a:gd name="T19" fmla="*/ 15 h 235"/>
                <a:gd name="T20" fmla="*/ 101 w 233"/>
                <a:gd name="T21" fmla="*/ 30 h 235"/>
                <a:gd name="T22" fmla="*/ 183 w 233"/>
                <a:gd name="T23" fmla="*/ 30 h 235"/>
                <a:gd name="T24" fmla="*/ 6 w 233"/>
                <a:gd name="T25" fmla="*/ 208 h 235"/>
                <a:gd name="T26" fmla="*/ 6 w 233"/>
                <a:gd name="T27" fmla="*/ 228 h 235"/>
                <a:gd name="T28" fmla="*/ 26 w 233"/>
                <a:gd name="T29" fmla="*/ 228 h 235"/>
                <a:gd name="T30" fmla="*/ 204 w 233"/>
                <a:gd name="T31" fmla="*/ 51 h 235"/>
                <a:gd name="T32" fmla="*/ 204 w 233"/>
                <a:gd name="T33" fmla="*/ 132 h 235"/>
                <a:gd name="T34" fmla="*/ 219 w 233"/>
                <a:gd name="T35"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5">
                  <a:moveTo>
                    <a:pt x="219" y="147"/>
                  </a:moveTo>
                  <a:lnTo>
                    <a:pt x="219" y="147"/>
                  </a:lnTo>
                  <a:cubicBezTo>
                    <a:pt x="227" y="147"/>
                    <a:pt x="232" y="140"/>
                    <a:pt x="232" y="132"/>
                  </a:cubicBezTo>
                  <a:cubicBezTo>
                    <a:pt x="232" y="15"/>
                    <a:pt x="232" y="15"/>
                    <a:pt x="232" y="15"/>
                  </a:cubicBezTo>
                  <a:lnTo>
                    <a:pt x="232" y="15"/>
                  </a:lnTo>
                  <a:cubicBezTo>
                    <a:pt x="232" y="13"/>
                    <a:pt x="232" y="11"/>
                    <a:pt x="232" y="10"/>
                  </a:cubicBezTo>
                  <a:cubicBezTo>
                    <a:pt x="230" y="6"/>
                    <a:pt x="227" y="3"/>
                    <a:pt x="224" y="2"/>
                  </a:cubicBezTo>
                  <a:cubicBezTo>
                    <a:pt x="221" y="0"/>
                    <a:pt x="220" y="0"/>
                    <a:pt x="219" y="0"/>
                  </a:cubicBezTo>
                  <a:cubicBezTo>
                    <a:pt x="101" y="0"/>
                    <a:pt x="101" y="0"/>
                    <a:pt x="101" y="0"/>
                  </a:cubicBezTo>
                  <a:cubicBezTo>
                    <a:pt x="92" y="0"/>
                    <a:pt x="87" y="7"/>
                    <a:pt x="87" y="15"/>
                  </a:cubicBezTo>
                  <a:cubicBezTo>
                    <a:pt x="87" y="24"/>
                    <a:pt x="92" y="30"/>
                    <a:pt x="101" y="30"/>
                  </a:cubicBezTo>
                  <a:cubicBezTo>
                    <a:pt x="183" y="30"/>
                    <a:pt x="183" y="30"/>
                    <a:pt x="183" y="30"/>
                  </a:cubicBezTo>
                  <a:cubicBezTo>
                    <a:pt x="6" y="208"/>
                    <a:pt x="6" y="208"/>
                    <a:pt x="6" y="208"/>
                  </a:cubicBezTo>
                  <a:cubicBezTo>
                    <a:pt x="0" y="213"/>
                    <a:pt x="0" y="221"/>
                    <a:pt x="6" y="228"/>
                  </a:cubicBezTo>
                  <a:cubicBezTo>
                    <a:pt x="11" y="234"/>
                    <a:pt x="21" y="234"/>
                    <a:pt x="26" y="228"/>
                  </a:cubicBezTo>
                  <a:cubicBezTo>
                    <a:pt x="204" y="51"/>
                    <a:pt x="204" y="51"/>
                    <a:pt x="204" y="51"/>
                  </a:cubicBezTo>
                  <a:cubicBezTo>
                    <a:pt x="204" y="132"/>
                    <a:pt x="204" y="132"/>
                    <a:pt x="204" y="132"/>
                  </a:cubicBezTo>
                  <a:cubicBezTo>
                    <a:pt x="204" y="140"/>
                    <a:pt x="210" y="147"/>
                    <a:pt x="219"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 name="Freeform 38">
              <a:extLst>
                <a:ext uri="{FF2B5EF4-FFF2-40B4-BE49-F238E27FC236}">
                  <a16:creationId xmlns:a16="http://schemas.microsoft.com/office/drawing/2014/main" id="{6FAB55FE-058E-4E7B-1222-BCE4E60A7035}"/>
                </a:ext>
              </a:extLst>
            </p:cNvPr>
            <p:cNvSpPr>
              <a:spLocks noChangeArrowheads="1"/>
            </p:cNvSpPr>
            <p:nvPr/>
          </p:nvSpPr>
          <p:spPr bwMode="auto">
            <a:xfrm>
              <a:off x="719138" y="2373313"/>
              <a:ext cx="84137" cy="84137"/>
            </a:xfrm>
            <a:custGeom>
              <a:avLst/>
              <a:gdLst>
                <a:gd name="T0" fmla="*/ 87 w 233"/>
                <a:gd name="T1" fmla="*/ 218 h 233"/>
                <a:gd name="T2" fmla="*/ 87 w 233"/>
                <a:gd name="T3" fmla="*/ 218 h 233"/>
                <a:gd name="T4" fmla="*/ 101 w 233"/>
                <a:gd name="T5" fmla="*/ 232 h 233"/>
                <a:gd name="T6" fmla="*/ 219 w 233"/>
                <a:gd name="T7" fmla="*/ 232 h 233"/>
                <a:gd name="T8" fmla="*/ 219 w 233"/>
                <a:gd name="T9" fmla="*/ 232 h 233"/>
                <a:gd name="T10" fmla="*/ 224 w 233"/>
                <a:gd name="T11" fmla="*/ 231 h 233"/>
                <a:gd name="T12" fmla="*/ 232 w 233"/>
                <a:gd name="T13" fmla="*/ 224 h 233"/>
                <a:gd name="T14" fmla="*/ 232 w 233"/>
                <a:gd name="T15" fmla="*/ 218 h 233"/>
                <a:gd name="T16" fmla="*/ 232 w 233"/>
                <a:gd name="T17" fmla="*/ 218 h 233"/>
                <a:gd name="T18" fmla="*/ 232 w 233"/>
                <a:gd name="T19" fmla="*/ 100 h 233"/>
                <a:gd name="T20" fmla="*/ 219 w 233"/>
                <a:gd name="T21" fmla="*/ 87 h 233"/>
                <a:gd name="T22" fmla="*/ 204 w 233"/>
                <a:gd name="T23" fmla="*/ 100 h 233"/>
                <a:gd name="T24" fmla="*/ 204 w 233"/>
                <a:gd name="T25" fmla="*/ 183 h 233"/>
                <a:gd name="T26" fmla="*/ 26 w 233"/>
                <a:gd name="T27" fmla="*/ 6 h 233"/>
                <a:gd name="T28" fmla="*/ 6 w 233"/>
                <a:gd name="T29" fmla="*/ 6 h 233"/>
                <a:gd name="T30" fmla="*/ 6 w 233"/>
                <a:gd name="T31" fmla="*/ 26 h 233"/>
                <a:gd name="T32" fmla="*/ 183 w 233"/>
                <a:gd name="T33" fmla="*/ 203 h 233"/>
                <a:gd name="T34" fmla="*/ 101 w 233"/>
                <a:gd name="T35" fmla="*/ 203 h 233"/>
                <a:gd name="T36" fmla="*/ 87 w 233"/>
                <a:gd name="T37" fmla="*/ 218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87" y="218"/>
                  </a:moveTo>
                  <a:lnTo>
                    <a:pt x="87" y="218"/>
                  </a:lnTo>
                  <a:cubicBezTo>
                    <a:pt x="87" y="225"/>
                    <a:pt x="92" y="232"/>
                    <a:pt x="101" y="232"/>
                  </a:cubicBezTo>
                  <a:cubicBezTo>
                    <a:pt x="219" y="232"/>
                    <a:pt x="219" y="232"/>
                    <a:pt x="219" y="232"/>
                  </a:cubicBezTo>
                  <a:lnTo>
                    <a:pt x="219" y="232"/>
                  </a:lnTo>
                  <a:cubicBezTo>
                    <a:pt x="220" y="232"/>
                    <a:pt x="223" y="232"/>
                    <a:pt x="224" y="231"/>
                  </a:cubicBezTo>
                  <a:cubicBezTo>
                    <a:pt x="227" y="229"/>
                    <a:pt x="230" y="227"/>
                    <a:pt x="232" y="224"/>
                  </a:cubicBezTo>
                  <a:cubicBezTo>
                    <a:pt x="232" y="221"/>
                    <a:pt x="232" y="220"/>
                    <a:pt x="232" y="218"/>
                  </a:cubicBezTo>
                  <a:lnTo>
                    <a:pt x="232" y="218"/>
                  </a:lnTo>
                  <a:cubicBezTo>
                    <a:pt x="232" y="100"/>
                    <a:pt x="232" y="100"/>
                    <a:pt x="232" y="100"/>
                  </a:cubicBezTo>
                  <a:cubicBezTo>
                    <a:pt x="232" y="92"/>
                    <a:pt x="227" y="87"/>
                    <a:pt x="219" y="87"/>
                  </a:cubicBezTo>
                  <a:cubicBezTo>
                    <a:pt x="210" y="87"/>
                    <a:pt x="204" y="92"/>
                    <a:pt x="204" y="100"/>
                  </a:cubicBezTo>
                  <a:cubicBezTo>
                    <a:pt x="204" y="183"/>
                    <a:pt x="204" y="183"/>
                    <a:pt x="204" y="183"/>
                  </a:cubicBezTo>
                  <a:cubicBezTo>
                    <a:pt x="26" y="6"/>
                    <a:pt x="26" y="6"/>
                    <a:pt x="26" y="6"/>
                  </a:cubicBezTo>
                  <a:cubicBezTo>
                    <a:pt x="21" y="0"/>
                    <a:pt x="11" y="0"/>
                    <a:pt x="6" y="6"/>
                  </a:cubicBezTo>
                  <a:cubicBezTo>
                    <a:pt x="0" y="11"/>
                    <a:pt x="0" y="21"/>
                    <a:pt x="6" y="26"/>
                  </a:cubicBezTo>
                  <a:cubicBezTo>
                    <a:pt x="183" y="203"/>
                    <a:pt x="183" y="203"/>
                    <a:pt x="183" y="203"/>
                  </a:cubicBezTo>
                  <a:cubicBezTo>
                    <a:pt x="101" y="203"/>
                    <a:pt x="101" y="203"/>
                    <a:pt x="101" y="203"/>
                  </a:cubicBezTo>
                  <a:cubicBezTo>
                    <a:pt x="92" y="203"/>
                    <a:pt x="87" y="210"/>
                    <a:pt x="87" y="2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9">
              <a:extLst>
                <a:ext uri="{FF2B5EF4-FFF2-40B4-BE49-F238E27FC236}">
                  <a16:creationId xmlns:a16="http://schemas.microsoft.com/office/drawing/2014/main" id="{9E2CD02E-62F0-0FA0-7EF9-749E3EF2C18E}"/>
                </a:ext>
              </a:extLst>
            </p:cNvPr>
            <p:cNvSpPr>
              <a:spLocks noChangeArrowheads="1"/>
            </p:cNvSpPr>
            <p:nvPr/>
          </p:nvSpPr>
          <p:spPr bwMode="auto">
            <a:xfrm>
              <a:off x="550863" y="2203450"/>
              <a:ext cx="84137" cy="84138"/>
            </a:xfrm>
            <a:custGeom>
              <a:avLst/>
              <a:gdLst>
                <a:gd name="T0" fmla="*/ 15 w 234"/>
                <a:gd name="T1" fmla="*/ 147 h 235"/>
                <a:gd name="T2" fmla="*/ 15 w 234"/>
                <a:gd name="T3" fmla="*/ 147 h 235"/>
                <a:gd name="T4" fmla="*/ 30 w 234"/>
                <a:gd name="T5" fmla="*/ 132 h 235"/>
                <a:gd name="T6" fmla="*/ 30 w 234"/>
                <a:gd name="T7" fmla="*/ 51 h 235"/>
                <a:gd name="T8" fmla="*/ 207 w 234"/>
                <a:gd name="T9" fmla="*/ 228 h 235"/>
                <a:gd name="T10" fmla="*/ 227 w 234"/>
                <a:gd name="T11" fmla="*/ 228 h 235"/>
                <a:gd name="T12" fmla="*/ 227 w 234"/>
                <a:gd name="T13" fmla="*/ 208 h 235"/>
                <a:gd name="T14" fmla="*/ 50 w 234"/>
                <a:gd name="T15" fmla="*/ 30 h 235"/>
                <a:gd name="T16" fmla="*/ 131 w 234"/>
                <a:gd name="T17" fmla="*/ 30 h 235"/>
                <a:gd name="T18" fmla="*/ 146 w 234"/>
                <a:gd name="T19" fmla="*/ 15 h 235"/>
                <a:gd name="T20" fmla="*/ 131 w 234"/>
                <a:gd name="T21" fmla="*/ 0 h 235"/>
                <a:gd name="T22" fmla="*/ 15 w 234"/>
                <a:gd name="T23" fmla="*/ 0 h 235"/>
                <a:gd name="T24" fmla="*/ 9 w 234"/>
                <a:gd name="T25" fmla="*/ 2 h 235"/>
                <a:gd name="T26" fmla="*/ 5 w 234"/>
                <a:gd name="T27" fmla="*/ 4 h 235"/>
                <a:gd name="T28" fmla="*/ 5 w 234"/>
                <a:gd name="T29" fmla="*/ 4 h 235"/>
                <a:gd name="T30" fmla="*/ 4 w 234"/>
                <a:gd name="T31" fmla="*/ 4 h 235"/>
                <a:gd name="T32" fmla="*/ 1 w 234"/>
                <a:gd name="T33" fmla="*/ 10 h 235"/>
                <a:gd name="T34" fmla="*/ 0 w 234"/>
                <a:gd name="T35" fmla="*/ 15 h 235"/>
                <a:gd name="T36" fmla="*/ 0 w 234"/>
                <a:gd name="T37" fmla="*/ 15 h 235"/>
                <a:gd name="T38" fmla="*/ 0 w 234"/>
                <a:gd name="T39" fmla="*/ 132 h 235"/>
                <a:gd name="T40" fmla="*/ 15 w 234"/>
                <a:gd name="T41" fmla="*/ 14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34" h="235">
                  <a:moveTo>
                    <a:pt x="15" y="147"/>
                  </a:moveTo>
                  <a:lnTo>
                    <a:pt x="15" y="147"/>
                  </a:lnTo>
                  <a:cubicBezTo>
                    <a:pt x="23" y="147"/>
                    <a:pt x="30" y="140"/>
                    <a:pt x="30" y="132"/>
                  </a:cubicBezTo>
                  <a:cubicBezTo>
                    <a:pt x="30" y="51"/>
                    <a:pt x="30" y="51"/>
                    <a:pt x="30" y="51"/>
                  </a:cubicBezTo>
                  <a:cubicBezTo>
                    <a:pt x="207" y="228"/>
                    <a:pt x="207" y="228"/>
                    <a:pt x="207" y="228"/>
                  </a:cubicBezTo>
                  <a:cubicBezTo>
                    <a:pt x="212" y="234"/>
                    <a:pt x="222" y="234"/>
                    <a:pt x="227" y="228"/>
                  </a:cubicBezTo>
                  <a:cubicBezTo>
                    <a:pt x="233" y="221"/>
                    <a:pt x="233" y="213"/>
                    <a:pt x="227" y="208"/>
                  </a:cubicBezTo>
                  <a:cubicBezTo>
                    <a:pt x="50" y="30"/>
                    <a:pt x="50" y="30"/>
                    <a:pt x="50" y="30"/>
                  </a:cubicBezTo>
                  <a:cubicBezTo>
                    <a:pt x="131" y="30"/>
                    <a:pt x="131" y="30"/>
                    <a:pt x="131" y="30"/>
                  </a:cubicBezTo>
                  <a:cubicBezTo>
                    <a:pt x="140" y="30"/>
                    <a:pt x="146" y="24"/>
                    <a:pt x="146" y="15"/>
                  </a:cubicBezTo>
                  <a:cubicBezTo>
                    <a:pt x="146" y="7"/>
                    <a:pt x="140" y="0"/>
                    <a:pt x="131" y="0"/>
                  </a:cubicBezTo>
                  <a:cubicBezTo>
                    <a:pt x="15" y="0"/>
                    <a:pt x="15" y="0"/>
                    <a:pt x="15" y="0"/>
                  </a:cubicBezTo>
                  <a:cubicBezTo>
                    <a:pt x="13" y="0"/>
                    <a:pt x="11" y="0"/>
                    <a:pt x="9" y="2"/>
                  </a:cubicBezTo>
                  <a:cubicBezTo>
                    <a:pt x="8" y="3"/>
                    <a:pt x="6" y="3"/>
                    <a:pt x="5" y="4"/>
                  </a:cubicBezTo>
                  <a:lnTo>
                    <a:pt x="5" y="4"/>
                  </a:lnTo>
                  <a:cubicBezTo>
                    <a:pt x="4" y="4"/>
                    <a:pt x="4" y="4"/>
                    <a:pt x="4" y="4"/>
                  </a:cubicBezTo>
                  <a:cubicBezTo>
                    <a:pt x="4" y="6"/>
                    <a:pt x="2" y="8"/>
                    <a:pt x="1" y="10"/>
                  </a:cubicBezTo>
                  <a:cubicBezTo>
                    <a:pt x="1" y="11"/>
                    <a:pt x="0" y="13"/>
                    <a:pt x="0" y="15"/>
                  </a:cubicBezTo>
                  <a:lnTo>
                    <a:pt x="0" y="15"/>
                  </a:lnTo>
                  <a:cubicBezTo>
                    <a:pt x="0" y="132"/>
                    <a:pt x="0" y="132"/>
                    <a:pt x="0" y="132"/>
                  </a:cubicBezTo>
                  <a:cubicBezTo>
                    <a:pt x="0" y="140"/>
                    <a:pt x="6" y="147"/>
                    <a:pt x="15"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40">
              <a:extLst>
                <a:ext uri="{FF2B5EF4-FFF2-40B4-BE49-F238E27FC236}">
                  <a16:creationId xmlns:a16="http://schemas.microsoft.com/office/drawing/2014/main" id="{3F30EE6E-BBE5-59F9-8912-7B986B345F05}"/>
                </a:ext>
              </a:extLst>
            </p:cNvPr>
            <p:cNvSpPr>
              <a:spLocks noChangeArrowheads="1"/>
            </p:cNvSpPr>
            <p:nvPr/>
          </p:nvSpPr>
          <p:spPr bwMode="auto">
            <a:xfrm>
              <a:off x="550863" y="2373313"/>
              <a:ext cx="84137" cy="84137"/>
            </a:xfrm>
            <a:custGeom>
              <a:avLst/>
              <a:gdLst>
                <a:gd name="T0" fmla="*/ 1 w 234"/>
                <a:gd name="T1" fmla="*/ 224 h 233"/>
                <a:gd name="T2" fmla="*/ 1 w 234"/>
                <a:gd name="T3" fmla="*/ 224 h 233"/>
                <a:gd name="T4" fmla="*/ 4 w 234"/>
                <a:gd name="T5" fmla="*/ 228 h 233"/>
                <a:gd name="T6" fmla="*/ 5 w 234"/>
                <a:gd name="T7" fmla="*/ 228 h 233"/>
                <a:gd name="T8" fmla="*/ 5 w 234"/>
                <a:gd name="T9" fmla="*/ 228 h 233"/>
                <a:gd name="T10" fmla="*/ 9 w 234"/>
                <a:gd name="T11" fmla="*/ 231 h 233"/>
                <a:gd name="T12" fmla="*/ 15 w 234"/>
                <a:gd name="T13" fmla="*/ 232 h 233"/>
                <a:gd name="T14" fmla="*/ 15 w 234"/>
                <a:gd name="T15" fmla="*/ 232 h 233"/>
                <a:gd name="T16" fmla="*/ 131 w 234"/>
                <a:gd name="T17" fmla="*/ 232 h 233"/>
                <a:gd name="T18" fmla="*/ 146 w 234"/>
                <a:gd name="T19" fmla="*/ 218 h 233"/>
                <a:gd name="T20" fmla="*/ 131 w 234"/>
                <a:gd name="T21" fmla="*/ 203 h 233"/>
                <a:gd name="T22" fmla="*/ 50 w 234"/>
                <a:gd name="T23" fmla="*/ 203 h 233"/>
                <a:gd name="T24" fmla="*/ 227 w 234"/>
                <a:gd name="T25" fmla="*/ 26 h 233"/>
                <a:gd name="T26" fmla="*/ 227 w 234"/>
                <a:gd name="T27" fmla="*/ 6 h 233"/>
                <a:gd name="T28" fmla="*/ 207 w 234"/>
                <a:gd name="T29" fmla="*/ 6 h 233"/>
                <a:gd name="T30" fmla="*/ 30 w 234"/>
                <a:gd name="T31" fmla="*/ 183 h 233"/>
                <a:gd name="T32" fmla="*/ 30 w 234"/>
                <a:gd name="T33" fmla="*/ 100 h 233"/>
                <a:gd name="T34" fmla="*/ 15 w 234"/>
                <a:gd name="T35" fmla="*/ 87 h 233"/>
                <a:gd name="T36" fmla="*/ 0 w 234"/>
                <a:gd name="T37" fmla="*/ 100 h 233"/>
                <a:gd name="T38" fmla="*/ 0 w 234"/>
                <a:gd name="T39" fmla="*/ 218 h 233"/>
                <a:gd name="T40" fmla="*/ 0 w 234"/>
                <a:gd name="T41" fmla="*/ 218 h 233"/>
                <a:gd name="T42" fmla="*/ 1 w 234"/>
                <a:gd name="T43" fmla="*/ 224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34" h="233">
                  <a:moveTo>
                    <a:pt x="1" y="224"/>
                  </a:moveTo>
                  <a:lnTo>
                    <a:pt x="1" y="224"/>
                  </a:lnTo>
                  <a:cubicBezTo>
                    <a:pt x="2" y="225"/>
                    <a:pt x="4" y="227"/>
                    <a:pt x="4" y="228"/>
                  </a:cubicBezTo>
                  <a:cubicBezTo>
                    <a:pt x="4" y="228"/>
                    <a:pt x="4" y="228"/>
                    <a:pt x="5" y="228"/>
                  </a:cubicBezTo>
                  <a:lnTo>
                    <a:pt x="5" y="228"/>
                  </a:lnTo>
                  <a:cubicBezTo>
                    <a:pt x="6" y="229"/>
                    <a:pt x="8" y="231"/>
                    <a:pt x="9" y="231"/>
                  </a:cubicBezTo>
                  <a:cubicBezTo>
                    <a:pt x="11" y="232"/>
                    <a:pt x="13" y="232"/>
                    <a:pt x="15" y="232"/>
                  </a:cubicBezTo>
                  <a:lnTo>
                    <a:pt x="15" y="232"/>
                  </a:lnTo>
                  <a:cubicBezTo>
                    <a:pt x="131" y="232"/>
                    <a:pt x="131" y="232"/>
                    <a:pt x="131" y="232"/>
                  </a:cubicBezTo>
                  <a:cubicBezTo>
                    <a:pt x="140" y="232"/>
                    <a:pt x="146" y="225"/>
                    <a:pt x="146" y="218"/>
                  </a:cubicBezTo>
                  <a:cubicBezTo>
                    <a:pt x="146" y="210"/>
                    <a:pt x="140" y="203"/>
                    <a:pt x="131" y="203"/>
                  </a:cubicBezTo>
                  <a:cubicBezTo>
                    <a:pt x="50" y="203"/>
                    <a:pt x="50" y="203"/>
                    <a:pt x="50" y="203"/>
                  </a:cubicBezTo>
                  <a:cubicBezTo>
                    <a:pt x="227" y="26"/>
                    <a:pt x="227" y="26"/>
                    <a:pt x="227" y="26"/>
                  </a:cubicBezTo>
                  <a:cubicBezTo>
                    <a:pt x="233" y="21"/>
                    <a:pt x="233" y="11"/>
                    <a:pt x="227" y="6"/>
                  </a:cubicBezTo>
                  <a:cubicBezTo>
                    <a:pt x="222" y="0"/>
                    <a:pt x="212" y="0"/>
                    <a:pt x="207" y="6"/>
                  </a:cubicBezTo>
                  <a:cubicBezTo>
                    <a:pt x="30" y="183"/>
                    <a:pt x="30" y="183"/>
                    <a:pt x="30" y="183"/>
                  </a:cubicBezTo>
                  <a:cubicBezTo>
                    <a:pt x="30" y="100"/>
                    <a:pt x="30" y="100"/>
                    <a:pt x="30" y="100"/>
                  </a:cubicBezTo>
                  <a:cubicBezTo>
                    <a:pt x="30" y="92"/>
                    <a:pt x="23" y="87"/>
                    <a:pt x="15" y="87"/>
                  </a:cubicBezTo>
                  <a:cubicBezTo>
                    <a:pt x="6" y="87"/>
                    <a:pt x="0" y="92"/>
                    <a:pt x="0" y="100"/>
                  </a:cubicBezTo>
                  <a:cubicBezTo>
                    <a:pt x="0" y="218"/>
                    <a:pt x="0" y="218"/>
                    <a:pt x="0" y="218"/>
                  </a:cubicBezTo>
                  <a:lnTo>
                    <a:pt x="0" y="218"/>
                  </a:lnTo>
                  <a:cubicBezTo>
                    <a:pt x="0" y="220"/>
                    <a:pt x="1" y="221"/>
                    <a:pt x="1"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E95308AE-BB0C-EAA3-5CAE-9721FFAC2316}"/>
              </a:ext>
            </a:extLst>
          </p:cNvPr>
          <p:cNvGrpSpPr/>
          <p:nvPr/>
        </p:nvGrpSpPr>
        <p:grpSpPr>
          <a:xfrm>
            <a:off x="2197224" y="2419151"/>
            <a:ext cx="254000" cy="254000"/>
            <a:chOff x="1055688" y="2720975"/>
            <a:chExt cx="254000" cy="254000"/>
          </a:xfrm>
          <a:solidFill>
            <a:schemeClr val="accent4"/>
          </a:solidFill>
        </p:grpSpPr>
        <p:sp>
          <p:nvSpPr>
            <p:cNvPr id="51" name="Freeform 41">
              <a:extLst>
                <a:ext uri="{FF2B5EF4-FFF2-40B4-BE49-F238E27FC236}">
                  <a16:creationId xmlns:a16="http://schemas.microsoft.com/office/drawing/2014/main" id="{3E1FA590-BA61-3AF2-F9AA-449DA64563BE}"/>
                </a:ext>
              </a:extLst>
            </p:cNvPr>
            <p:cNvSpPr>
              <a:spLocks noChangeArrowheads="1"/>
            </p:cNvSpPr>
            <p:nvPr/>
          </p:nvSpPr>
          <p:spPr bwMode="auto">
            <a:xfrm>
              <a:off x="1225550" y="2890838"/>
              <a:ext cx="84138" cy="84137"/>
            </a:xfrm>
            <a:custGeom>
              <a:avLst/>
              <a:gdLst>
                <a:gd name="T0" fmla="*/ 147 w 233"/>
                <a:gd name="T1" fmla="*/ 15 h 234"/>
                <a:gd name="T2" fmla="*/ 147 w 233"/>
                <a:gd name="T3" fmla="*/ 15 h 234"/>
                <a:gd name="T4" fmla="*/ 132 w 233"/>
                <a:gd name="T5" fmla="*/ 0 h 234"/>
                <a:gd name="T6" fmla="*/ 15 w 233"/>
                <a:gd name="T7" fmla="*/ 0 h 234"/>
                <a:gd name="T8" fmla="*/ 15 w 233"/>
                <a:gd name="T9" fmla="*/ 0 h 234"/>
                <a:gd name="T10" fmla="*/ 9 w 233"/>
                <a:gd name="T11" fmla="*/ 1 h 234"/>
                <a:gd name="T12" fmla="*/ 2 w 233"/>
                <a:gd name="T13" fmla="*/ 9 h 234"/>
                <a:gd name="T14" fmla="*/ 0 w 233"/>
                <a:gd name="T15" fmla="*/ 15 h 234"/>
                <a:gd name="T16" fmla="*/ 0 w 233"/>
                <a:gd name="T17" fmla="*/ 132 h 234"/>
                <a:gd name="T18" fmla="*/ 15 w 233"/>
                <a:gd name="T19" fmla="*/ 147 h 234"/>
                <a:gd name="T20" fmla="*/ 29 w 233"/>
                <a:gd name="T21" fmla="*/ 132 h 234"/>
                <a:gd name="T22" fmla="*/ 29 w 233"/>
                <a:gd name="T23" fmla="*/ 49 h 234"/>
                <a:gd name="T24" fmla="*/ 206 w 233"/>
                <a:gd name="T25" fmla="*/ 226 h 234"/>
                <a:gd name="T26" fmla="*/ 227 w 233"/>
                <a:gd name="T27" fmla="*/ 226 h 234"/>
                <a:gd name="T28" fmla="*/ 227 w 233"/>
                <a:gd name="T29" fmla="*/ 206 h 234"/>
                <a:gd name="T30" fmla="*/ 50 w 233"/>
                <a:gd name="T31" fmla="*/ 29 h 234"/>
                <a:gd name="T32" fmla="*/ 132 w 233"/>
                <a:gd name="T33" fmla="*/ 29 h 234"/>
                <a:gd name="T34" fmla="*/ 147 w 233"/>
                <a:gd name="T35" fmla="*/ 1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33" h="234">
                  <a:moveTo>
                    <a:pt x="147" y="15"/>
                  </a:moveTo>
                  <a:lnTo>
                    <a:pt x="147" y="15"/>
                  </a:lnTo>
                  <a:cubicBezTo>
                    <a:pt x="147" y="7"/>
                    <a:pt x="140" y="0"/>
                    <a:pt x="132" y="0"/>
                  </a:cubicBezTo>
                  <a:cubicBezTo>
                    <a:pt x="15" y="0"/>
                    <a:pt x="15" y="0"/>
                    <a:pt x="15" y="0"/>
                  </a:cubicBezTo>
                  <a:lnTo>
                    <a:pt x="15" y="0"/>
                  </a:lnTo>
                  <a:cubicBezTo>
                    <a:pt x="13" y="0"/>
                    <a:pt x="11" y="0"/>
                    <a:pt x="9" y="1"/>
                  </a:cubicBezTo>
                  <a:cubicBezTo>
                    <a:pt x="6" y="3"/>
                    <a:pt x="3" y="5"/>
                    <a:pt x="2" y="9"/>
                  </a:cubicBezTo>
                  <a:cubicBezTo>
                    <a:pt x="0" y="11"/>
                    <a:pt x="0" y="12"/>
                    <a:pt x="0" y="15"/>
                  </a:cubicBezTo>
                  <a:cubicBezTo>
                    <a:pt x="0" y="132"/>
                    <a:pt x="0" y="132"/>
                    <a:pt x="0" y="132"/>
                  </a:cubicBezTo>
                  <a:cubicBezTo>
                    <a:pt x="0" y="140"/>
                    <a:pt x="7" y="147"/>
                    <a:pt x="15" y="147"/>
                  </a:cubicBezTo>
                  <a:cubicBezTo>
                    <a:pt x="22" y="147"/>
                    <a:pt x="29" y="140"/>
                    <a:pt x="29" y="132"/>
                  </a:cubicBezTo>
                  <a:cubicBezTo>
                    <a:pt x="29" y="49"/>
                    <a:pt x="29" y="49"/>
                    <a:pt x="29" y="49"/>
                  </a:cubicBezTo>
                  <a:cubicBezTo>
                    <a:pt x="206" y="226"/>
                    <a:pt x="206" y="226"/>
                    <a:pt x="206" y="226"/>
                  </a:cubicBezTo>
                  <a:cubicBezTo>
                    <a:pt x="212" y="233"/>
                    <a:pt x="221" y="233"/>
                    <a:pt x="227" y="226"/>
                  </a:cubicBezTo>
                  <a:cubicBezTo>
                    <a:pt x="232" y="221"/>
                    <a:pt x="232" y="211"/>
                    <a:pt x="227" y="206"/>
                  </a:cubicBezTo>
                  <a:cubicBezTo>
                    <a:pt x="50" y="29"/>
                    <a:pt x="50" y="29"/>
                    <a:pt x="50" y="29"/>
                  </a:cubicBezTo>
                  <a:cubicBezTo>
                    <a:pt x="132" y="29"/>
                    <a:pt x="132" y="29"/>
                    <a:pt x="132" y="29"/>
                  </a:cubicBezTo>
                  <a:cubicBezTo>
                    <a:pt x="140" y="29"/>
                    <a:pt x="147" y="23"/>
                    <a:pt x="14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2">
              <a:extLst>
                <a:ext uri="{FF2B5EF4-FFF2-40B4-BE49-F238E27FC236}">
                  <a16:creationId xmlns:a16="http://schemas.microsoft.com/office/drawing/2014/main" id="{166C3832-7680-40EA-665B-01AA0DBE5FBC}"/>
                </a:ext>
              </a:extLst>
            </p:cNvPr>
            <p:cNvSpPr>
              <a:spLocks noChangeArrowheads="1"/>
            </p:cNvSpPr>
            <p:nvPr/>
          </p:nvSpPr>
          <p:spPr bwMode="auto">
            <a:xfrm>
              <a:off x="1055688" y="2720975"/>
              <a:ext cx="84137" cy="84138"/>
            </a:xfrm>
            <a:custGeom>
              <a:avLst/>
              <a:gdLst>
                <a:gd name="T0" fmla="*/ 86 w 234"/>
                <a:gd name="T1" fmla="*/ 217 h 233"/>
                <a:gd name="T2" fmla="*/ 86 w 234"/>
                <a:gd name="T3" fmla="*/ 217 h 233"/>
                <a:gd name="T4" fmla="*/ 101 w 234"/>
                <a:gd name="T5" fmla="*/ 232 h 233"/>
                <a:gd name="T6" fmla="*/ 218 w 234"/>
                <a:gd name="T7" fmla="*/ 232 h 233"/>
                <a:gd name="T8" fmla="*/ 218 w 234"/>
                <a:gd name="T9" fmla="*/ 232 h 233"/>
                <a:gd name="T10" fmla="*/ 224 w 234"/>
                <a:gd name="T11" fmla="*/ 230 h 233"/>
                <a:gd name="T12" fmla="*/ 232 w 234"/>
                <a:gd name="T13" fmla="*/ 222 h 233"/>
                <a:gd name="T14" fmla="*/ 233 w 234"/>
                <a:gd name="T15" fmla="*/ 217 h 233"/>
                <a:gd name="T16" fmla="*/ 233 w 234"/>
                <a:gd name="T17" fmla="*/ 217 h 233"/>
                <a:gd name="T18" fmla="*/ 233 w 234"/>
                <a:gd name="T19" fmla="*/ 100 h 233"/>
                <a:gd name="T20" fmla="*/ 218 w 234"/>
                <a:gd name="T21" fmla="*/ 85 h 233"/>
                <a:gd name="T22" fmla="*/ 204 w 234"/>
                <a:gd name="T23" fmla="*/ 100 h 233"/>
                <a:gd name="T24" fmla="*/ 204 w 234"/>
                <a:gd name="T25" fmla="*/ 182 h 233"/>
                <a:gd name="T26" fmla="*/ 27 w 234"/>
                <a:gd name="T27" fmla="*/ 5 h 233"/>
                <a:gd name="T28" fmla="*/ 7 w 234"/>
                <a:gd name="T29" fmla="*/ 5 h 233"/>
                <a:gd name="T30" fmla="*/ 7 w 234"/>
                <a:gd name="T31" fmla="*/ 26 h 233"/>
                <a:gd name="T32" fmla="*/ 184 w 234"/>
                <a:gd name="T33" fmla="*/ 203 h 233"/>
                <a:gd name="T34" fmla="*/ 101 w 234"/>
                <a:gd name="T35" fmla="*/ 203 h 233"/>
                <a:gd name="T36" fmla="*/ 86 w 234"/>
                <a:gd name="T37" fmla="*/ 217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3">
                  <a:moveTo>
                    <a:pt x="86" y="217"/>
                  </a:moveTo>
                  <a:lnTo>
                    <a:pt x="86" y="217"/>
                  </a:lnTo>
                  <a:cubicBezTo>
                    <a:pt x="86" y="225"/>
                    <a:pt x="93" y="232"/>
                    <a:pt x="101" y="232"/>
                  </a:cubicBezTo>
                  <a:cubicBezTo>
                    <a:pt x="218" y="232"/>
                    <a:pt x="218" y="232"/>
                    <a:pt x="218" y="232"/>
                  </a:cubicBezTo>
                  <a:lnTo>
                    <a:pt x="218" y="232"/>
                  </a:lnTo>
                  <a:cubicBezTo>
                    <a:pt x="221" y="232"/>
                    <a:pt x="222" y="232"/>
                    <a:pt x="224" y="230"/>
                  </a:cubicBezTo>
                  <a:cubicBezTo>
                    <a:pt x="228" y="229"/>
                    <a:pt x="230" y="226"/>
                    <a:pt x="232" y="222"/>
                  </a:cubicBezTo>
                  <a:cubicBezTo>
                    <a:pt x="233" y="221"/>
                    <a:pt x="233" y="219"/>
                    <a:pt x="233" y="217"/>
                  </a:cubicBezTo>
                  <a:lnTo>
                    <a:pt x="233" y="217"/>
                  </a:lnTo>
                  <a:cubicBezTo>
                    <a:pt x="233" y="100"/>
                    <a:pt x="233" y="100"/>
                    <a:pt x="233" y="100"/>
                  </a:cubicBezTo>
                  <a:cubicBezTo>
                    <a:pt x="233" y="92"/>
                    <a:pt x="226" y="85"/>
                    <a:pt x="218" y="85"/>
                  </a:cubicBezTo>
                  <a:cubicBezTo>
                    <a:pt x="210" y="85"/>
                    <a:pt x="204" y="92"/>
                    <a:pt x="204" y="100"/>
                  </a:cubicBezTo>
                  <a:cubicBezTo>
                    <a:pt x="204" y="182"/>
                    <a:pt x="204" y="182"/>
                    <a:pt x="204" y="182"/>
                  </a:cubicBezTo>
                  <a:cubicBezTo>
                    <a:pt x="27" y="5"/>
                    <a:pt x="27" y="5"/>
                    <a:pt x="27" y="5"/>
                  </a:cubicBezTo>
                  <a:cubicBezTo>
                    <a:pt x="20" y="0"/>
                    <a:pt x="12" y="0"/>
                    <a:pt x="7" y="5"/>
                  </a:cubicBezTo>
                  <a:cubicBezTo>
                    <a:pt x="0" y="11"/>
                    <a:pt x="0" y="20"/>
                    <a:pt x="7" y="26"/>
                  </a:cubicBezTo>
                  <a:cubicBezTo>
                    <a:pt x="184" y="203"/>
                    <a:pt x="184" y="203"/>
                    <a:pt x="184" y="203"/>
                  </a:cubicBezTo>
                  <a:cubicBezTo>
                    <a:pt x="101" y="203"/>
                    <a:pt x="101" y="203"/>
                    <a:pt x="101" y="203"/>
                  </a:cubicBezTo>
                  <a:cubicBezTo>
                    <a:pt x="93" y="203"/>
                    <a:pt x="86" y="210"/>
                    <a:pt x="86" y="2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3">
              <a:extLst>
                <a:ext uri="{FF2B5EF4-FFF2-40B4-BE49-F238E27FC236}">
                  <a16:creationId xmlns:a16="http://schemas.microsoft.com/office/drawing/2014/main" id="{C31CCF4C-DC08-875B-B853-DFB3CDFE5EED}"/>
                </a:ext>
              </a:extLst>
            </p:cNvPr>
            <p:cNvSpPr>
              <a:spLocks noChangeArrowheads="1"/>
            </p:cNvSpPr>
            <p:nvPr/>
          </p:nvSpPr>
          <p:spPr bwMode="auto">
            <a:xfrm>
              <a:off x="1055688" y="2890838"/>
              <a:ext cx="84137" cy="84137"/>
            </a:xfrm>
            <a:custGeom>
              <a:avLst/>
              <a:gdLst>
                <a:gd name="T0" fmla="*/ 27 w 234"/>
                <a:gd name="T1" fmla="*/ 226 h 234"/>
                <a:gd name="T2" fmla="*/ 27 w 234"/>
                <a:gd name="T3" fmla="*/ 226 h 234"/>
                <a:gd name="T4" fmla="*/ 204 w 234"/>
                <a:gd name="T5" fmla="*/ 49 h 234"/>
                <a:gd name="T6" fmla="*/ 204 w 234"/>
                <a:gd name="T7" fmla="*/ 132 h 234"/>
                <a:gd name="T8" fmla="*/ 218 w 234"/>
                <a:gd name="T9" fmla="*/ 147 h 234"/>
                <a:gd name="T10" fmla="*/ 233 w 234"/>
                <a:gd name="T11" fmla="*/ 132 h 234"/>
                <a:gd name="T12" fmla="*/ 233 w 234"/>
                <a:gd name="T13" fmla="*/ 15 h 234"/>
                <a:gd name="T14" fmla="*/ 233 w 234"/>
                <a:gd name="T15" fmla="*/ 15 h 234"/>
                <a:gd name="T16" fmla="*/ 232 w 234"/>
                <a:gd name="T17" fmla="*/ 9 h 234"/>
                <a:gd name="T18" fmla="*/ 224 w 234"/>
                <a:gd name="T19" fmla="*/ 1 h 234"/>
                <a:gd name="T20" fmla="*/ 218 w 234"/>
                <a:gd name="T21" fmla="*/ 0 h 234"/>
                <a:gd name="T22" fmla="*/ 218 w 234"/>
                <a:gd name="T23" fmla="*/ 0 h 234"/>
                <a:gd name="T24" fmla="*/ 101 w 234"/>
                <a:gd name="T25" fmla="*/ 0 h 234"/>
                <a:gd name="T26" fmla="*/ 86 w 234"/>
                <a:gd name="T27" fmla="*/ 15 h 234"/>
                <a:gd name="T28" fmla="*/ 101 w 234"/>
                <a:gd name="T29" fmla="*/ 29 h 234"/>
                <a:gd name="T30" fmla="*/ 184 w 234"/>
                <a:gd name="T31" fmla="*/ 29 h 234"/>
                <a:gd name="T32" fmla="*/ 7 w 234"/>
                <a:gd name="T33" fmla="*/ 206 h 234"/>
                <a:gd name="T34" fmla="*/ 7 w 234"/>
                <a:gd name="T35" fmla="*/ 226 h 234"/>
                <a:gd name="T36" fmla="*/ 27 w 234"/>
                <a:gd name="T37" fmla="*/ 226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4" h="234">
                  <a:moveTo>
                    <a:pt x="27" y="226"/>
                  </a:moveTo>
                  <a:lnTo>
                    <a:pt x="27" y="226"/>
                  </a:lnTo>
                  <a:cubicBezTo>
                    <a:pt x="204" y="49"/>
                    <a:pt x="204" y="49"/>
                    <a:pt x="204" y="49"/>
                  </a:cubicBezTo>
                  <a:cubicBezTo>
                    <a:pt x="204" y="132"/>
                    <a:pt x="204" y="132"/>
                    <a:pt x="204" y="132"/>
                  </a:cubicBezTo>
                  <a:cubicBezTo>
                    <a:pt x="204" y="140"/>
                    <a:pt x="210" y="147"/>
                    <a:pt x="218" y="147"/>
                  </a:cubicBezTo>
                  <a:cubicBezTo>
                    <a:pt x="226" y="147"/>
                    <a:pt x="233" y="140"/>
                    <a:pt x="233" y="132"/>
                  </a:cubicBezTo>
                  <a:cubicBezTo>
                    <a:pt x="233" y="15"/>
                    <a:pt x="233" y="15"/>
                    <a:pt x="233" y="15"/>
                  </a:cubicBezTo>
                  <a:lnTo>
                    <a:pt x="233" y="15"/>
                  </a:lnTo>
                  <a:cubicBezTo>
                    <a:pt x="233" y="12"/>
                    <a:pt x="233" y="11"/>
                    <a:pt x="232" y="9"/>
                  </a:cubicBezTo>
                  <a:cubicBezTo>
                    <a:pt x="230" y="5"/>
                    <a:pt x="228" y="3"/>
                    <a:pt x="224" y="1"/>
                  </a:cubicBezTo>
                  <a:cubicBezTo>
                    <a:pt x="222" y="0"/>
                    <a:pt x="221" y="0"/>
                    <a:pt x="218" y="0"/>
                  </a:cubicBezTo>
                  <a:lnTo>
                    <a:pt x="218" y="0"/>
                  </a:lnTo>
                  <a:cubicBezTo>
                    <a:pt x="101" y="0"/>
                    <a:pt x="101" y="0"/>
                    <a:pt x="101" y="0"/>
                  </a:cubicBezTo>
                  <a:cubicBezTo>
                    <a:pt x="93" y="0"/>
                    <a:pt x="86" y="7"/>
                    <a:pt x="86" y="15"/>
                  </a:cubicBezTo>
                  <a:cubicBezTo>
                    <a:pt x="86" y="23"/>
                    <a:pt x="93" y="29"/>
                    <a:pt x="101" y="29"/>
                  </a:cubicBezTo>
                  <a:cubicBezTo>
                    <a:pt x="184" y="29"/>
                    <a:pt x="184" y="29"/>
                    <a:pt x="184" y="29"/>
                  </a:cubicBezTo>
                  <a:cubicBezTo>
                    <a:pt x="7" y="206"/>
                    <a:pt x="7" y="206"/>
                    <a:pt x="7" y="206"/>
                  </a:cubicBezTo>
                  <a:cubicBezTo>
                    <a:pt x="0" y="213"/>
                    <a:pt x="0" y="221"/>
                    <a:pt x="7" y="226"/>
                  </a:cubicBezTo>
                  <a:cubicBezTo>
                    <a:pt x="12" y="233"/>
                    <a:pt x="20" y="233"/>
                    <a:pt x="27" y="2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4">
              <a:extLst>
                <a:ext uri="{FF2B5EF4-FFF2-40B4-BE49-F238E27FC236}">
                  <a16:creationId xmlns:a16="http://schemas.microsoft.com/office/drawing/2014/main" id="{A7D70EBC-983F-CD34-85C1-CE223143998C}"/>
                </a:ext>
              </a:extLst>
            </p:cNvPr>
            <p:cNvSpPr>
              <a:spLocks noChangeArrowheads="1"/>
            </p:cNvSpPr>
            <p:nvPr/>
          </p:nvSpPr>
          <p:spPr bwMode="auto">
            <a:xfrm>
              <a:off x="1225550" y="2720975"/>
              <a:ext cx="84138" cy="84138"/>
            </a:xfrm>
            <a:custGeom>
              <a:avLst/>
              <a:gdLst>
                <a:gd name="T0" fmla="*/ 227 w 233"/>
                <a:gd name="T1" fmla="*/ 5 h 233"/>
                <a:gd name="T2" fmla="*/ 227 w 233"/>
                <a:gd name="T3" fmla="*/ 5 h 233"/>
                <a:gd name="T4" fmla="*/ 206 w 233"/>
                <a:gd name="T5" fmla="*/ 5 h 233"/>
                <a:gd name="T6" fmla="*/ 29 w 233"/>
                <a:gd name="T7" fmla="*/ 182 h 233"/>
                <a:gd name="T8" fmla="*/ 29 w 233"/>
                <a:gd name="T9" fmla="*/ 100 h 233"/>
                <a:gd name="T10" fmla="*/ 15 w 233"/>
                <a:gd name="T11" fmla="*/ 85 h 233"/>
                <a:gd name="T12" fmla="*/ 0 w 233"/>
                <a:gd name="T13" fmla="*/ 100 h 233"/>
                <a:gd name="T14" fmla="*/ 0 w 233"/>
                <a:gd name="T15" fmla="*/ 217 h 233"/>
                <a:gd name="T16" fmla="*/ 0 w 233"/>
                <a:gd name="T17" fmla="*/ 217 h 233"/>
                <a:gd name="T18" fmla="*/ 2 w 233"/>
                <a:gd name="T19" fmla="*/ 222 h 233"/>
                <a:gd name="T20" fmla="*/ 9 w 233"/>
                <a:gd name="T21" fmla="*/ 230 h 233"/>
                <a:gd name="T22" fmla="*/ 15 w 233"/>
                <a:gd name="T23" fmla="*/ 232 h 233"/>
                <a:gd name="T24" fmla="*/ 15 w 233"/>
                <a:gd name="T25" fmla="*/ 232 h 233"/>
                <a:gd name="T26" fmla="*/ 132 w 233"/>
                <a:gd name="T27" fmla="*/ 232 h 233"/>
                <a:gd name="T28" fmla="*/ 147 w 233"/>
                <a:gd name="T29" fmla="*/ 217 h 233"/>
                <a:gd name="T30" fmla="*/ 132 w 233"/>
                <a:gd name="T31" fmla="*/ 203 h 233"/>
                <a:gd name="T32" fmla="*/ 50 w 233"/>
                <a:gd name="T33" fmla="*/ 203 h 233"/>
                <a:gd name="T34" fmla="*/ 227 w 233"/>
                <a:gd name="T35" fmla="*/ 26 h 233"/>
                <a:gd name="T36" fmla="*/ 227 w 233"/>
                <a:gd name="T37" fmla="*/ 5 h 2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33" h="233">
                  <a:moveTo>
                    <a:pt x="227" y="5"/>
                  </a:moveTo>
                  <a:lnTo>
                    <a:pt x="227" y="5"/>
                  </a:lnTo>
                  <a:cubicBezTo>
                    <a:pt x="221" y="0"/>
                    <a:pt x="212" y="0"/>
                    <a:pt x="206" y="5"/>
                  </a:cubicBezTo>
                  <a:cubicBezTo>
                    <a:pt x="29" y="182"/>
                    <a:pt x="29" y="182"/>
                    <a:pt x="29" y="182"/>
                  </a:cubicBezTo>
                  <a:cubicBezTo>
                    <a:pt x="29" y="100"/>
                    <a:pt x="29" y="100"/>
                    <a:pt x="29" y="100"/>
                  </a:cubicBezTo>
                  <a:cubicBezTo>
                    <a:pt x="29" y="92"/>
                    <a:pt x="22" y="85"/>
                    <a:pt x="15" y="85"/>
                  </a:cubicBezTo>
                  <a:cubicBezTo>
                    <a:pt x="7" y="85"/>
                    <a:pt x="0" y="92"/>
                    <a:pt x="0" y="100"/>
                  </a:cubicBezTo>
                  <a:cubicBezTo>
                    <a:pt x="0" y="217"/>
                    <a:pt x="0" y="217"/>
                    <a:pt x="0" y="217"/>
                  </a:cubicBezTo>
                  <a:lnTo>
                    <a:pt x="0" y="217"/>
                  </a:lnTo>
                  <a:cubicBezTo>
                    <a:pt x="0" y="219"/>
                    <a:pt x="0" y="221"/>
                    <a:pt x="2" y="222"/>
                  </a:cubicBezTo>
                  <a:cubicBezTo>
                    <a:pt x="3" y="226"/>
                    <a:pt x="6" y="229"/>
                    <a:pt x="9" y="230"/>
                  </a:cubicBezTo>
                  <a:cubicBezTo>
                    <a:pt x="11" y="232"/>
                    <a:pt x="13" y="232"/>
                    <a:pt x="15" y="232"/>
                  </a:cubicBezTo>
                  <a:lnTo>
                    <a:pt x="15" y="232"/>
                  </a:lnTo>
                  <a:cubicBezTo>
                    <a:pt x="132" y="232"/>
                    <a:pt x="132" y="232"/>
                    <a:pt x="132" y="232"/>
                  </a:cubicBezTo>
                  <a:cubicBezTo>
                    <a:pt x="140" y="232"/>
                    <a:pt x="147" y="225"/>
                    <a:pt x="147" y="217"/>
                  </a:cubicBezTo>
                  <a:cubicBezTo>
                    <a:pt x="147" y="210"/>
                    <a:pt x="140" y="203"/>
                    <a:pt x="132" y="203"/>
                  </a:cubicBezTo>
                  <a:cubicBezTo>
                    <a:pt x="50" y="203"/>
                    <a:pt x="50" y="203"/>
                    <a:pt x="50" y="203"/>
                  </a:cubicBezTo>
                  <a:cubicBezTo>
                    <a:pt x="227" y="26"/>
                    <a:pt x="227" y="26"/>
                    <a:pt x="227" y="26"/>
                  </a:cubicBezTo>
                  <a:cubicBezTo>
                    <a:pt x="232" y="20"/>
                    <a:pt x="232" y="11"/>
                    <a:pt x="227"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8CC3B56F-2773-5FB5-CC0E-078020820BFF}"/>
              </a:ext>
            </a:extLst>
          </p:cNvPr>
          <p:cNvGrpSpPr/>
          <p:nvPr/>
        </p:nvGrpSpPr>
        <p:grpSpPr>
          <a:xfrm>
            <a:off x="2703636" y="2419151"/>
            <a:ext cx="254000" cy="254000"/>
            <a:chOff x="1562100" y="2720975"/>
            <a:chExt cx="254000" cy="254000"/>
          </a:xfrm>
          <a:solidFill>
            <a:schemeClr val="accent4"/>
          </a:solidFill>
        </p:grpSpPr>
        <p:sp>
          <p:nvSpPr>
            <p:cNvPr id="56" name="Freeform 45">
              <a:extLst>
                <a:ext uri="{FF2B5EF4-FFF2-40B4-BE49-F238E27FC236}">
                  <a16:creationId xmlns:a16="http://schemas.microsoft.com/office/drawing/2014/main" id="{B7D37105-5904-56D9-09E0-564D001990E1}"/>
                </a:ext>
              </a:extLst>
            </p:cNvPr>
            <p:cNvSpPr>
              <a:spLocks noChangeArrowheads="1"/>
            </p:cNvSpPr>
            <p:nvPr/>
          </p:nvSpPr>
          <p:spPr bwMode="auto">
            <a:xfrm>
              <a:off x="1593850" y="2867025"/>
              <a:ext cx="74613" cy="74613"/>
            </a:xfrm>
            <a:custGeom>
              <a:avLst/>
              <a:gdLst>
                <a:gd name="T0" fmla="*/ 9 w 208"/>
                <a:gd name="T1" fmla="*/ 206 h 208"/>
                <a:gd name="T2" fmla="*/ 9 w 208"/>
                <a:gd name="T3" fmla="*/ 206 h 208"/>
                <a:gd name="T4" fmla="*/ 15 w 208"/>
                <a:gd name="T5" fmla="*/ 207 h 208"/>
                <a:gd name="T6" fmla="*/ 15 w 208"/>
                <a:gd name="T7" fmla="*/ 207 h 208"/>
                <a:gd name="T8" fmla="*/ 131 w 208"/>
                <a:gd name="T9" fmla="*/ 207 h 208"/>
                <a:gd name="T10" fmla="*/ 147 w 208"/>
                <a:gd name="T11" fmla="*/ 192 h 208"/>
                <a:gd name="T12" fmla="*/ 131 w 208"/>
                <a:gd name="T13" fmla="*/ 177 h 208"/>
                <a:gd name="T14" fmla="*/ 50 w 208"/>
                <a:gd name="T15" fmla="*/ 177 h 208"/>
                <a:gd name="T16" fmla="*/ 201 w 208"/>
                <a:gd name="T17" fmla="*/ 26 h 208"/>
                <a:gd name="T18" fmla="*/ 201 w 208"/>
                <a:gd name="T19" fmla="*/ 5 h 208"/>
                <a:gd name="T20" fmla="*/ 181 w 208"/>
                <a:gd name="T21" fmla="*/ 5 h 208"/>
                <a:gd name="T22" fmla="*/ 30 w 208"/>
                <a:gd name="T23" fmla="*/ 156 h 208"/>
                <a:gd name="T24" fmla="*/ 30 w 208"/>
                <a:gd name="T25" fmla="*/ 75 h 208"/>
                <a:gd name="T26" fmla="*/ 15 w 208"/>
                <a:gd name="T27" fmla="*/ 60 h 208"/>
                <a:gd name="T28" fmla="*/ 0 w 208"/>
                <a:gd name="T29" fmla="*/ 75 h 208"/>
                <a:gd name="T30" fmla="*/ 0 w 208"/>
                <a:gd name="T31" fmla="*/ 192 h 208"/>
                <a:gd name="T32" fmla="*/ 1 w 208"/>
                <a:gd name="T33" fmla="*/ 197 h 208"/>
                <a:gd name="T34" fmla="*/ 9 w 208"/>
                <a:gd name="T35" fmla="*/ 20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8">
                  <a:moveTo>
                    <a:pt x="9" y="206"/>
                  </a:moveTo>
                  <a:lnTo>
                    <a:pt x="9" y="206"/>
                  </a:lnTo>
                  <a:cubicBezTo>
                    <a:pt x="11" y="206"/>
                    <a:pt x="13" y="207"/>
                    <a:pt x="15" y="207"/>
                  </a:cubicBezTo>
                  <a:lnTo>
                    <a:pt x="15" y="207"/>
                  </a:lnTo>
                  <a:cubicBezTo>
                    <a:pt x="131" y="207"/>
                    <a:pt x="131" y="207"/>
                    <a:pt x="131" y="207"/>
                  </a:cubicBezTo>
                  <a:cubicBezTo>
                    <a:pt x="140" y="207"/>
                    <a:pt x="147" y="200"/>
                    <a:pt x="147" y="192"/>
                  </a:cubicBezTo>
                  <a:cubicBezTo>
                    <a:pt x="147" y="184"/>
                    <a:pt x="140" y="177"/>
                    <a:pt x="131" y="177"/>
                  </a:cubicBezTo>
                  <a:cubicBezTo>
                    <a:pt x="50" y="177"/>
                    <a:pt x="50" y="177"/>
                    <a:pt x="50" y="177"/>
                  </a:cubicBezTo>
                  <a:cubicBezTo>
                    <a:pt x="201" y="26"/>
                    <a:pt x="201" y="26"/>
                    <a:pt x="201" y="26"/>
                  </a:cubicBezTo>
                  <a:cubicBezTo>
                    <a:pt x="207" y="20"/>
                    <a:pt x="207" y="12"/>
                    <a:pt x="201" y="5"/>
                  </a:cubicBezTo>
                  <a:cubicBezTo>
                    <a:pt x="195" y="0"/>
                    <a:pt x="186" y="0"/>
                    <a:pt x="181" y="5"/>
                  </a:cubicBezTo>
                  <a:cubicBezTo>
                    <a:pt x="30" y="156"/>
                    <a:pt x="30" y="156"/>
                    <a:pt x="30" y="156"/>
                  </a:cubicBezTo>
                  <a:cubicBezTo>
                    <a:pt x="30" y="75"/>
                    <a:pt x="30" y="75"/>
                    <a:pt x="30" y="75"/>
                  </a:cubicBezTo>
                  <a:cubicBezTo>
                    <a:pt x="30" y="67"/>
                    <a:pt x="23" y="60"/>
                    <a:pt x="15" y="60"/>
                  </a:cubicBezTo>
                  <a:cubicBezTo>
                    <a:pt x="7" y="60"/>
                    <a:pt x="0" y="67"/>
                    <a:pt x="0" y="75"/>
                  </a:cubicBezTo>
                  <a:cubicBezTo>
                    <a:pt x="0" y="192"/>
                    <a:pt x="0" y="192"/>
                    <a:pt x="0" y="192"/>
                  </a:cubicBezTo>
                  <a:cubicBezTo>
                    <a:pt x="0" y="193"/>
                    <a:pt x="1" y="196"/>
                    <a:pt x="1" y="197"/>
                  </a:cubicBezTo>
                  <a:cubicBezTo>
                    <a:pt x="2" y="202"/>
                    <a:pt x="5" y="204"/>
                    <a:pt x="9"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6">
              <a:extLst>
                <a:ext uri="{FF2B5EF4-FFF2-40B4-BE49-F238E27FC236}">
                  <a16:creationId xmlns:a16="http://schemas.microsoft.com/office/drawing/2014/main" id="{F6909289-BEE7-AC35-7AA5-E3640F3616D1}"/>
                </a:ext>
              </a:extLst>
            </p:cNvPr>
            <p:cNvSpPr>
              <a:spLocks noChangeArrowheads="1"/>
            </p:cNvSpPr>
            <p:nvPr/>
          </p:nvSpPr>
          <p:spPr bwMode="auto">
            <a:xfrm>
              <a:off x="1593850" y="2752725"/>
              <a:ext cx="74613" cy="74613"/>
            </a:xfrm>
            <a:custGeom>
              <a:avLst/>
              <a:gdLst>
                <a:gd name="T0" fmla="*/ 15 w 208"/>
                <a:gd name="T1" fmla="*/ 145 h 207"/>
                <a:gd name="T2" fmla="*/ 15 w 208"/>
                <a:gd name="T3" fmla="*/ 145 h 207"/>
                <a:gd name="T4" fmla="*/ 30 w 208"/>
                <a:gd name="T5" fmla="*/ 132 h 207"/>
                <a:gd name="T6" fmla="*/ 30 w 208"/>
                <a:gd name="T7" fmla="*/ 49 h 207"/>
                <a:gd name="T8" fmla="*/ 181 w 208"/>
                <a:gd name="T9" fmla="*/ 200 h 207"/>
                <a:gd name="T10" fmla="*/ 201 w 208"/>
                <a:gd name="T11" fmla="*/ 200 h 207"/>
                <a:gd name="T12" fmla="*/ 201 w 208"/>
                <a:gd name="T13" fmla="*/ 180 h 207"/>
                <a:gd name="T14" fmla="*/ 50 w 208"/>
                <a:gd name="T15" fmla="*/ 29 h 207"/>
                <a:gd name="T16" fmla="*/ 131 w 208"/>
                <a:gd name="T17" fmla="*/ 29 h 207"/>
                <a:gd name="T18" fmla="*/ 147 w 208"/>
                <a:gd name="T19" fmla="*/ 14 h 207"/>
                <a:gd name="T20" fmla="*/ 131 w 208"/>
                <a:gd name="T21" fmla="*/ 0 h 207"/>
                <a:gd name="T22" fmla="*/ 15 w 208"/>
                <a:gd name="T23" fmla="*/ 0 h 207"/>
                <a:gd name="T24" fmla="*/ 15 w 208"/>
                <a:gd name="T25" fmla="*/ 0 h 207"/>
                <a:gd name="T26" fmla="*/ 9 w 208"/>
                <a:gd name="T27" fmla="*/ 0 h 207"/>
                <a:gd name="T28" fmla="*/ 1 w 208"/>
                <a:gd name="T29" fmla="*/ 8 h 207"/>
                <a:gd name="T30" fmla="*/ 0 w 208"/>
                <a:gd name="T31" fmla="*/ 14 h 207"/>
                <a:gd name="T32" fmla="*/ 0 w 208"/>
                <a:gd name="T33" fmla="*/ 132 h 207"/>
                <a:gd name="T34" fmla="*/ 15 w 208"/>
                <a:gd name="T35" fmla="*/ 145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8" h="207">
                  <a:moveTo>
                    <a:pt x="15" y="145"/>
                  </a:moveTo>
                  <a:lnTo>
                    <a:pt x="15" y="145"/>
                  </a:lnTo>
                  <a:cubicBezTo>
                    <a:pt x="23" y="145"/>
                    <a:pt x="30" y="139"/>
                    <a:pt x="30" y="132"/>
                  </a:cubicBezTo>
                  <a:cubicBezTo>
                    <a:pt x="30" y="49"/>
                    <a:pt x="30" y="49"/>
                    <a:pt x="30" y="49"/>
                  </a:cubicBezTo>
                  <a:cubicBezTo>
                    <a:pt x="181" y="200"/>
                    <a:pt x="181" y="200"/>
                    <a:pt x="181" y="200"/>
                  </a:cubicBezTo>
                  <a:cubicBezTo>
                    <a:pt x="186" y="206"/>
                    <a:pt x="195" y="206"/>
                    <a:pt x="201" y="200"/>
                  </a:cubicBezTo>
                  <a:cubicBezTo>
                    <a:pt x="207" y="195"/>
                    <a:pt x="207" y="185"/>
                    <a:pt x="201" y="180"/>
                  </a:cubicBezTo>
                  <a:cubicBezTo>
                    <a:pt x="50" y="29"/>
                    <a:pt x="50" y="29"/>
                    <a:pt x="50" y="29"/>
                  </a:cubicBezTo>
                  <a:cubicBezTo>
                    <a:pt x="131" y="29"/>
                    <a:pt x="131" y="29"/>
                    <a:pt x="131" y="29"/>
                  </a:cubicBezTo>
                  <a:cubicBezTo>
                    <a:pt x="140" y="29"/>
                    <a:pt x="147" y="22"/>
                    <a:pt x="147" y="14"/>
                  </a:cubicBezTo>
                  <a:cubicBezTo>
                    <a:pt x="147" y="5"/>
                    <a:pt x="140" y="0"/>
                    <a:pt x="131" y="0"/>
                  </a:cubicBezTo>
                  <a:cubicBezTo>
                    <a:pt x="15" y="0"/>
                    <a:pt x="15" y="0"/>
                    <a:pt x="15" y="0"/>
                  </a:cubicBezTo>
                  <a:lnTo>
                    <a:pt x="15" y="0"/>
                  </a:lnTo>
                  <a:cubicBezTo>
                    <a:pt x="13" y="0"/>
                    <a:pt x="11" y="0"/>
                    <a:pt x="9" y="0"/>
                  </a:cubicBezTo>
                  <a:cubicBezTo>
                    <a:pt x="5" y="1"/>
                    <a:pt x="2" y="5"/>
                    <a:pt x="1" y="8"/>
                  </a:cubicBezTo>
                  <a:cubicBezTo>
                    <a:pt x="1" y="10"/>
                    <a:pt x="0" y="12"/>
                    <a:pt x="0" y="14"/>
                  </a:cubicBezTo>
                  <a:cubicBezTo>
                    <a:pt x="0" y="132"/>
                    <a:pt x="0" y="132"/>
                    <a:pt x="0" y="132"/>
                  </a:cubicBezTo>
                  <a:cubicBezTo>
                    <a:pt x="0" y="139"/>
                    <a:pt x="7" y="145"/>
                    <a:pt x="15"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7">
              <a:extLst>
                <a:ext uri="{FF2B5EF4-FFF2-40B4-BE49-F238E27FC236}">
                  <a16:creationId xmlns:a16="http://schemas.microsoft.com/office/drawing/2014/main" id="{F6926FF0-B360-C4C1-BF74-A70B3A82E114}"/>
                </a:ext>
              </a:extLst>
            </p:cNvPr>
            <p:cNvSpPr>
              <a:spLocks noChangeArrowheads="1"/>
            </p:cNvSpPr>
            <p:nvPr/>
          </p:nvSpPr>
          <p:spPr bwMode="auto">
            <a:xfrm>
              <a:off x="1709738" y="2867025"/>
              <a:ext cx="74612" cy="74613"/>
            </a:xfrm>
            <a:custGeom>
              <a:avLst/>
              <a:gdLst>
                <a:gd name="T0" fmla="*/ 156 w 207"/>
                <a:gd name="T1" fmla="*/ 177 h 208"/>
                <a:gd name="T2" fmla="*/ 156 w 207"/>
                <a:gd name="T3" fmla="*/ 177 h 208"/>
                <a:gd name="T4" fmla="*/ 74 w 207"/>
                <a:gd name="T5" fmla="*/ 177 h 208"/>
                <a:gd name="T6" fmla="*/ 60 w 207"/>
                <a:gd name="T7" fmla="*/ 192 h 208"/>
                <a:gd name="T8" fmla="*/ 74 w 207"/>
                <a:gd name="T9" fmla="*/ 207 h 208"/>
                <a:gd name="T10" fmla="*/ 192 w 207"/>
                <a:gd name="T11" fmla="*/ 207 h 208"/>
                <a:gd name="T12" fmla="*/ 192 w 207"/>
                <a:gd name="T13" fmla="*/ 207 h 208"/>
                <a:gd name="T14" fmla="*/ 198 w 207"/>
                <a:gd name="T15" fmla="*/ 206 h 208"/>
                <a:gd name="T16" fmla="*/ 206 w 207"/>
                <a:gd name="T17" fmla="*/ 197 h 208"/>
                <a:gd name="T18" fmla="*/ 206 w 207"/>
                <a:gd name="T19" fmla="*/ 192 h 208"/>
                <a:gd name="T20" fmla="*/ 206 w 207"/>
                <a:gd name="T21" fmla="*/ 192 h 208"/>
                <a:gd name="T22" fmla="*/ 206 w 207"/>
                <a:gd name="T23" fmla="*/ 75 h 208"/>
                <a:gd name="T24" fmla="*/ 192 w 207"/>
                <a:gd name="T25" fmla="*/ 60 h 208"/>
                <a:gd name="T26" fmla="*/ 177 w 207"/>
                <a:gd name="T27" fmla="*/ 75 h 208"/>
                <a:gd name="T28" fmla="*/ 177 w 207"/>
                <a:gd name="T29" fmla="*/ 156 h 208"/>
                <a:gd name="T30" fmla="*/ 26 w 207"/>
                <a:gd name="T31" fmla="*/ 5 h 208"/>
                <a:gd name="T32" fmla="*/ 5 w 207"/>
                <a:gd name="T33" fmla="*/ 5 h 208"/>
                <a:gd name="T34" fmla="*/ 5 w 207"/>
                <a:gd name="T35" fmla="*/ 26 h 208"/>
                <a:gd name="T36" fmla="*/ 156 w 207"/>
                <a:gd name="T37" fmla="*/ 177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8">
                  <a:moveTo>
                    <a:pt x="156" y="177"/>
                  </a:moveTo>
                  <a:lnTo>
                    <a:pt x="156" y="177"/>
                  </a:lnTo>
                  <a:cubicBezTo>
                    <a:pt x="74" y="177"/>
                    <a:pt x="74" y="177"/>
                    <a:pt x="74" y="177"/>
                  </a:cubicBezTo>
                  <a:cubicBezTo>
                    <a:pt x="66" y="177"/>
                    <a:pt x="60" y="184"/>
                    <a:pt x="60" y="192"/>
                  </a:cubicBezTo>
                  <a:cubicBezTo>
                    <a:pt x="60" y="200"/>
                    <a:pt x="66" y="207"/>
                    <a:pt x="74" y="207"/>
                  </a:cubicBezTo>
                  <a:cubicBezTo>
                    <a:pt x="192" y="207"/>
                    <a:pt x="192" y="207"/>
                    <a:pt x="192" y="207"/>
                  </a:cubicBezTo>
                  <a:lnTo>
                    <a:pt x="192" y="207"/>
                  </a:lnTo>
                  <a:cubicBezTo>
                    <a:pt x="193" y="207"/>
                    <a:pt x="196" y="206"/>
                    <a:pt x="198" y="206"/>
                  </a:cubicBezTo>
                  <a:cubicBezTo>
                    <a:pt x="200" y="204"/>
                    <a:pt x="203" y="202"/>
                    <a:pt x="206" y="197"/>
                  </a:cubicBezTo>
                  <a:cubicBezTo>
                    <a:pt x="206" y="196"/>
                    <a:pt x="206" y="193"/>
                    <a:pt x="206" y="192"/>
                  </a:cubicBezTo>
                  <a:lnTo>
                    <a:pt x="206" y="192"/>
                  </a:lnTo>
                  <a:cubicBezTo>
                    <a:pt x="206" y="75"/>
                    <a:pt x="206" y="75"/>
                    <a:pt x="206" y="75"/>
                  </a:cubicBezTo>
                  <a:cubicBezTo>
                    <a:pt x="206" y="67"/>
                    <a:pt x="200" y="60"/>
                    <a:pt x="192" y="60"/>
                  </a:cubicBezTo>
                  <a:cubicBezTo>
                    <a:pt x="184" y="60"/>
                    <a:pt x="177" y="67"/>
                    <a:pt x="177" y="75"/>
                  </a:cubicBezTo>
                  <a:cubicBezTo>
                    <a:pt x="177" y="156"/>
                    <a:pt x="177" y="156"/>
                    <a:pt x="177" y="156"/>
                  </a:cubicBezTo>
                  <a:cubicBezTo>
                    <a:pt x="26" y="5"/>
                    <a:pt x="26" y="5"/>
                    <a:pt x="26" y="5"/>
                  </a:cubicBezTo>
                  <a:cubicBezTo>
                    <a:pt x="20" y="0"/>
                    <a:pt x="11" y="0"/>
                    <a:pt x="5" y="5"/>
                  </a:cubicBezTo>
                  <a:cubicBezTo>
                    <a:pt x="0" y="12"/>
                    <a:pt x="0" y="20"/>
                    <a:pt x="5" y="26"/>
                  </a:cubicBezTo>
                  <a:lnTo>
                    <a:pt x="156" y="1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 name="Freeform 48">
              <a:extLst>
                <a:ext uri="{FF2B5EF4-FFF2-40B4-BE49-F238E27FC236}">
                  <a16:creationId xmlns:a16="http://schemas.microsoft.com/office/drawing/2014/main" id="{ACDDE672-45BD-D24D-398E-EFC8B31C871E}"/>
                </a:ext>
              </a:extLst>
            </p:cNvPr>
            <p:cNvSpPr>
              <a:spLocks noChangeArrowheads="1"/>
            </p:cNvSpPr>
            <p:nvPr/>
          </p:nvSpPr>
          <p:spPr bwMode="auto">
            <a:xfrm>
              <a:off x="1709738" y="2752725"/>
              <a:ext cx="74612" cy="74613"/>
            </a:xfrm>
            <a:custGeom>
              <a:avLst/>
              <a:gdLst>
                <a:gd name="T0" fmla="*/ 26 w 207"/>
                <a:gd name="T1" fmla="*/ 200 h 207"/>
                <a:gd name="T2" fmla="*/ 26 w 207"/>
                <a:gd name="T3" fmla="*/ 200 h 207"/>
                <a:gd name="T4" fmla="*/ 177 w 207"/>
                <a:gd name="T5" fmla="*/ 49 h 207"/>
                <a:gd name="T6" fmla="*/ 177 w 207"/>
                <a:gd name="T7" fmla="*/ 132 h 207"/>
                <a:gd name="T8" fmla="*/ 192 w 207"/>
                <a:gd name="T9" fmla="*/ 145 h 207"/>
                <a:gd name="T10" fmla="*/ 206 w 207"/>
                <a:gd name="T11" fmla="*/ 132 h 207"/>
                <a:gd name="T12" fmla="*/ 206 w 207"/>
                <a:gd name="T13" fmla="*/ 14 h 207"/>
                <a:gd name="T14" fmla="*/ 206 w 207"/>
                <a:gd name="T15" fmla="*/ 14 h 207"/>
                <a:gd name="T16" fmla="*/ 206 w 207"/>
                <a:gd name="T17" fmla="*/ 8 h 207"/>
                <a:gd name="T18" fmla="*/ 198 w 207"/>
                <a:gd name="T19" fmla="*/ 0 h 207"/>
                <a:gd name="T20" fmla="*/ 192 w 207"/>
                <a:gd name="T21" fmla="*/ 0 h 207"/>
                <a:gd name="T22" fmla="*/ 192 w 207"/>
                <a:gd name="T23" fmla="*/ 0 h 207"/>
                <a:gd name="T24" fmla="*/ 74 w 207"/>
                <a:gd name="T25" fmla="*/ 0 h 207"/>
                <a:gd name="T26" fmla="*/ 60 w 207"/>
                <a:gd name="T27" fmla="*/ 14 h 207"/>
                <a:gd name="T28" fmla="*/ 74 w 207"/>
                <a:gd name="T29" fmla="*/ 29 h 207"/>
                <a:gd name="T30" fmla="*/ 156 w 207"/>
                <a:gd name="T31" fmla="*/ 29 h 207"/>
                <a:gd name="T32" fmla="*/ 5 w 207"/>
                <a:gd name="T33" fmla="*/ 180 h 207"/>
                <a:gd name="T34" fmla="*/ 5 w 207"/>
                <a:gd name="T35" fmla="*/ 200 h 207"/>
                <a:gd name="T36" fmla="*/ 26 w 207"/>
                <a:gd name="T37" fmla="*/ 200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7" h="207">
                  <a:moveTo>
                    <a:pt x="26" y="200"/>
                  </a:moveTo>
                  <a:lnTo>
                    <a:pt x="26" y="200"/>
                  </a:lnTo>
                  <a:cubicBezTo>
                    <a:pt x="177" y="49"/>
                    <a:pt x="177" y="49"/>
                    <a:pt x="177" y="49"/>
                  </a:cubicBezTo>
                  <a:cubicBezTo>
                    <a:pt x="177" y="132"/>
                    <a:pt x="177" y="132"/>
                    <a:pt x="177" y="132"/>
                  </a:cubicBezTo>
                  <a:cubicBezTo>
                    <a:pt x="177" y="139"/>
                    <a:pt x="184" y="145"/>
                    <a:pt x="192" y="145"/>
                  </a:cubicBezTo>
                  <a:cubicBezTo>
                    <a:pt x="200" y="145"/>
                    <a:pt x="206" y="139"/>
                    <a:pt x="206" y="132"/>
                  </a:cubicBezTo>
                  <a:cubicBezTo>
                    <a:pt x="206" y="14"/>
                    <a:pt x="206" y="14"/>
                    <a:pt x="206" y="14"/>
                  </a:cubicBezTo>
                  <a:lnTo>
                    <a:pt x="206" y="14"/>
                  </a:lnTo>
                  <a:cubicBezTo>
                    <a:pt x="206" y="12"/>
                    <a:pt x="206" y="10"/>
                    <a:pt x="206" y="8"/>
                  </a:cubicBezTo>
                  <a:cubicBezTo>
                    <a:pt x="203" y="5"/>
                    <a:pt x="200" y="1"/>
                    <a:pt x="198" y="0"/>
                  </a:cubicBezTo>
                  <a:cubicBezTo>
                    <a:pt x="195" y="0"/>
                    <a:pt x="193" y="0"/>
                    <a:pt x="192" y="0"/>
                  </a:cubicBezTo>
                  <a:lnTo>
                    <a:pt x="192" y="0"/>
                  </a:lnTo>
                  <a:cubicBezTo>
                    <a:pt x="74" y="0"/>
                    <a:pt x="74" y="0"/>
                    <a:pt x="74" y="0"/>
                  </a:cubicBezTo>
                  <a:cubicBezTo>
                    <a:pt x="66" y="0"/>
                    <a:pt x="60" y="5"/>
                    <a:pt x="60" y="14"/>
                  </a:cubicBezTo>
                  <a:cubicBezTo>
                    <a:pt x="60" y="22"/>
                    <a:pt x="66" y="29"/>
                    <a:pt x="74" y="29"/>
                  </a:cubicBezTo>
                  <a:cubicBezTo>
                    <a:pt x="156" y="29"/>
                    <a:pt x="156" y="29"/>
                    <a:pt x="156" y="29"/>
                  </a:cubicBezTo>
                  <a:cubicBezTo>
                    <a:pt x="5" y="180"/>
                    <a:pt x="5" y="180"/>
                    <a:pt x="5" y="180"/>
                  </a:cubicBezTo>
                  <a:cubicBezTo>
                    <a:pt x="0" y="185"/>
                    <a:pt x="0" y="195"/>
                    <a:pt x="5" y="200"/>
                  </a:cubicBezTo>
                  <a:cubicBezTo>
                    <a:pt x="11" y="206"/>
                    <a:pt x="20" y="206"/>
                    <a:pt x="26"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9">
              <a:extLst>
                <a:ext uri="{FF2B5EF4-FFF2-40B4-BE49-F238E27FC236}">
                  <a16:creationId xmlns:a16="http://schemas.microsoft.com/office/drawing/2014/main" id="{5739F664-6102-142C-2F83-34AF93560111}"/>
                </a:ext>
              </a:extLst>
            </p:cNvPr>
            <p:cNvSpPr>
              <a:spLocks noChangeArrowheads="1"/>
            </p:cNvSpPr>
            <p:nvPr/>
          </p:nvSpPr>
          <p:spPr bwMode="auto">
            <a:xfrm>
              <a:off x="1562100" y="2720975"/>
              <a:ext cx="254000" cy="254000"/>
            </a:xfrm>
            <a:custGeom>
              <a:avLst/>
              <a:gdLst>
                <a:gd name="T0" fmla="*/ 0 w 704"/>
                <a:gd name="T1" fmla="*/ 629 h 704"/>
                <a:gd name="T2" fmla="*/ 0 w 704"/>
                <a:gd name="T3" fmla="*/ 629 h 704"/>
                <a:gd name="T4" fmla="*/ 74 w 704"/>
                <a:gd name="T5" fmla="*/ 703 h 704"/>
                <a:gd name="T6" fmla="*/ 630 w 704"/>
                <a:gd name="T7" fmla="*/ 703 h 704"/>
                <a:gd name="T8" fmla="*/ 703 w 704"/>
                <a:gd name="T9" fmla="*/ 629 h 704"/>
                <a:gd name="T10" fmla="*/ 703 w 704"/>
                <a:gd name="T11" fmla="*/ 73 h 704"/>
                <a:gd name="T12" fmla="*/ 630 w 704"/>
                <a:gd name="T13" fmla="*/ 0 h 704"/>
                <a:gd name="T14" fmla="*/ 74 w 704"/>
                <a:gd name="T15" fmla="*/ 0 h 704"/>
                <a:gd name="T16" fmla="*/ 0 w 704"/>
                <a:gd name="T17" fmla="*/ 73 h 704"/>
                <a:gd name="T18" fmla="*/ 0 w 704"/>
                <a:gd name="T19" fmla="*/ 629 h 704"/>
                <a:gd name="T20" fmla="*/ 30 w 704"/>
                <a:gd name="T21" fmla="*/ 73 h 704"/>
                <a:gd name="T22" fmla="*/ 30 w 704"/>
                <a:gd name="T23" fmla="*/ 73 h 704"/>
                <a:gd name="T24" fmla="*/ 74 w 704"/>
                <a:gd name="T25" fmla="*/ 29 h 704"/>
                <a:gd name="T26" fmla="*/ 630 w 704"/>
                <a:gd name="T27" fmla="*/ 29 h 704"/>
                <a:gd name="T28" fmla="*/ 674 w 704"/>
                <a:gd name="T29" fmla="*/ 73 h 704"/>
                <a:gd name="T30" fmla="*/ 674 w 704"/>
                <a:gd name="T31" fmla="*/ 629 h 704"/>
                <a:gd name="T32" fmla="*/ 630 w 704"/>
                <a:gd name="T33" fmla="*/ 673 h 704"/>
                <a:gd name="T34" fmla="*/ 74 w 704"/>
                <a:gd name="T35" fmla="*/ 673 h 704"/>
                <a:gd name="T36" fmla="*/ 30 w 704"/>
                <a:gd name="T37" fmla="*/ 629 h 704"/>
                <a:gd name="T38" fmla="*/ 30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0" y="629"/>
                  </a:moveTo>
                  <a:lnTo>
                    <a:pt x="0" y="629"/>
                  </a:lnTo>
                  <a:cubicBezTo>
                    <a:pt x="0" y="670"/>
                    <a:pt x="33" y="703"/>
                    <a:pt x="74" y="703"/>
                  </a:cubicBezTo>
                  <a:cubicBezTo>
                    <a:pt x="630" y="703"/>
                    <a:pt x="630" y="703"/>
                    <a:pt x="630" y="703"/>
                  </a:cubicBezTo>
                  <a:cubicBezTo>
                    <a:pt x="671" y="703"/>
                    <a:pt x="703" y="670"/>
                    <a:pt x="703" y="629"/>
                  </a:cubicBezTo>
                  <a:cubicBezTo>
                    <a:pt x="703" y="73"/>
                    <a:pt x="703" y="73"/>
                    <a:pt x="703" y="73"/>
                  </a:cubicBezTo>
                  <a:cubicBezTo>
                    <a:pt x="703" y="32"/>
                    <a:pt x="671" y="0"/>
                    <a:pt x="630" y="0"/>
                  </a:cubicBezTo>
                  <a:cubicBezTo>
                    <a:pt x="74" y="0"/>
                    <a:pt x="74" y="0"/>
                    <a:pt x="74" y="0"/>
                  </a:cubicBezTo>
                  <a:cubicBezTo>
                    <a:pt x="33" y="0"/>
                    <a:pt x="0" y="32"/>
                    <a:pt x="0" y="73"/>
                  </a:cubicBezTo>
                  <a:lnTo>
                    <a:pt x="0" y="629"/>
                  </a:lnTo>
                  <a:close/>
                  <a:moveTo>
                    <a:pt x="30" y="73"/>
                  </a:moveTo>
                  <a:lnTo>
                    <a:pt x="30" y="73"/>
                  </a:lnTo>
                  <a:cubicBezTo>
                    <a:pt x="30" y="48"/>
                    <a:pt x="49" y="29"/>
                    <a:pt x="74" y="29"/>
                  </a:cubicBezTo>
                  <a:cubicBezTo>
                    <a:pt x="630" y="29"/>
                    <a:pt x="630" y="29"/>
                    <a:pt x="630" y="29"/>
                  </a:cubicBezTo>
                  <a:cubicBezTo>
                    <a:pt x="655" y="29"/>
                    <a:pt x="674" y="48"/>
                    <a:pt x="674" y="73"/>
                  </a:cubicBezTo>
                  <a:cubicBezTo>
                    <a:pt x="674" y="629"/>
                    <a:pt x="674" y="629"/>
                    <a:pt x="674" y="629"/>
                  </a:cubicBezTo>
                  <a:cubicBezTo>
                    <a:pt x="674" y="653"/>
                    <a:pt x="655" y="673"/>
                    <a:pt x="630" y="673"/>
                  </a:cubicBezTo>
                  <a:cubicBezTo>
                    <a:pt x="74" y="673"/>
                    <a:pt x="74" y="673"/>
                    <a:pt x="74" y="673"/>
                  </a:cubicBezTo>
                  <a:cubicBezTo>
                    <a:pt x="49" y="673"/>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 name="Group 64">
            <a:extLst>
              <a:ext uri="{FF2B5EF4-FFF2-40B4-BE49-F238E27FC236}">
                <a16:creationId xmlns:a16="http://schemas.microsoft.com/office/drawing/2014/main" id="{C0922999-5428-9061-F12B-D7AD0A90817C}"/>
              </a:ext>
            </a:extLst>
          </p:cNvPr>
          <p:cNvGrpSpPr/>
          <p:nvPr/>
        </p:nvGrpSpPr>
        <p:grpSpPr>
          <a:xfrm>
            <a:off x="3210049" y="2419151"/>
            <a:ext cx="254000" cy="254000"/>
            <a:chOff x="2068513" y="2720975"/>
            <a:chExt cx="254000" cy="254000"/>
          </a:xfrm>
          <a:solidFill>
            <a:schemeClr val="accent4"/>
          </a:solidFill>
        </p:grpSpPr>
        <p:sp>
          <p:nvSpPr>
            <p:cNvPr id="62" name="Freeform 50">
              <a:extLst>
                <a:ext uri="{FF2B5EF4-FFF2-40B4-BE49-F238E27FC236}">
                  <a16:creationId xmlns:a16="http://schemas.microsoft.com/office/drawing/2014/main" id="{C7929863-F8F3-0A7C-C04A-A73E4A4C6FD4}"/>
                </a:ext>
              </a:extLst>
            </p:cNvPr>
            <p:cNvSpPr>
              <a:spLocks noChangeArrowheads="1"/>
            </p:cNvSpPr>
            <p:nvPr/>
          </p:nvSpPr>
          <p:spPr bwMode="auto">
            <a:xfrm>
              <a:off x="2098675" y="2752725"/>
              <a:ext cx="74613" cy="74613"/>
            </a:xfrm>
            <a:custGeom>
              <a:avLst/>
              <a:gdLst>
                <a:gd name="T0" fmla="*/ 192 w 208"/>
                <a:gd name="T1" fmla="*/ 59 h 206"/>
                <a:gd name="T2" fmla="*/ 192 w 208"/>
                <a:gd name="T3" fmla="*/ 59 h 206"/>
                <a:gd name="T4" fmla="*/ 177 w 208"/>
                <a:gd name="T5" fmla="*/ 74 h 206"/>
                <a:gd name="T6" fmla="*/ 177 w 208"/>
                <a:gd name="T7" fmla="*/ 155 h 206"/>
                <a:gd name="T8" fmla="*/ 27 w 208"/>
                <a:gd name="T9" fmla="*/ 5 h 206"/>
                <a:gd name="T10" fmla="*/ 7 w 208"/>
                <a:gd name="T11" fmla="*/ 5 h 206"/>
                <a:gd name="T12" fmla="*/ 7 w 208"/>
                <a:gd name="T13" fmla="*/ 26 h 206"/>
                <a:gd name="T14" fmla="*/ 156 w 208"/>
                <a:gd name="T15" fmla="*/ 177 h 206"/>
                <a:gd name="T16" fmla="*/ 75 w 208"/>
                <a:gd name="T17" fmla="*/ 177 h 206"/>
                <a:gd name="T18" fmla="*/ 60 w 208"/>
                <a:gd name="T19" fmla="*/ 190 h 206"/>
                <a:gd name="T20" fmla="*/ 75 w 208"/>
                <a:gd name="T21" fmla="*/ 205 h 206"/>
                <a:gd name="T22" fmla="*/ 192 w 208"/>
                <a:gd name="T23" fmla="*/ 205 h 206"/>
                <a:gd name="T24" fmla="*/ 192 w 208"/>
                <a:gd name="T25" fmla="*/ 205 h 206"/>
                <a:gd name="T26" fmla="*/ 198 w 208"/>
                <a:gd name="T27" fmla="*/ 204 h 206"/>
                <a:gd name="T28" fmla="*/ 206 w 208"/>
                <a:gd name="T29" fmla="*/ 196 h 206"/>
                <a:gd name="T30" fmla="*/ 207 w 208"/>
                <a:gd name="T31" fmla="*/ 190 h 206"/>
                <a:gd name="T32" fmla="*/ 207 w 208"/>
                <a:gd name="T33" fmla="*/ 190 h 206"/>
                <a:gd name="T34" fmla="*/ 207 w 208"/>
                <a:gd name="T35" fmla="*/ 74 h 206"/>
                <a:gd name="T36" fmla="*/ 192 w 208"/>
                <a:gd name="T37" fmla="*/ 59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6">
                  <a:moveTo>
                    <a:pt x="192" y="59"/>
                  </a:moveTo>
                  <a:lnTo>
                    <a:pt x="192" y="59"/>
                  </a:lnTo>
                  <a:cubicBezTo>
                    <a:pt x="184" y="59"/>
                    <a:pt x="177" y="65"/>
                    <a:pt x="177" y="74"/>
                  </a:cubicBezTo>
                  <a:cubicBezTo>
                    <a:pt x="177" y="155"/>
                    <a:pt x="177" y="155"/>
                    <a:pt x="177" y="155"/>
                  </a:cubicBezTo>
                  <a:cubicBezTo>
                    <a:pt x="27" y="5"/>
                    <a:pt x="27" y="5"/>
                    <a:pt x="27" y="5"/>
                  </a:cubicBezTo>
                  <a:cubicBezTo>
                    <a:pt x="21" y="0"/>
                    <a:pt x="12" y="0"/>
                    <a:pt x="7" y="5"/>
                  </a:cubicBezTo>
                  <a:cubicBezTo>
                    <a:pt x="0" y="11"/>
                    <a:pt x="0" y="20"/>
                    <a:pt x="7" y="26"/>
                  </a:cubicBezTo>
                  <a:cubicBezTo>
                    <a:pt x="156" y="177"/>
                    <a:pt x="156" y="177"/>
                    <a:pt x="156" y="177"/>
                  </a:cubicBezTo>
                  <a:cubicBezTo>
                    <a:pt x="75" y="177"/>
                    <a:pt x="75" y="177"/>
                    <a:pt x="75" y="177"/>
                  </a:cubicBezTo>
                  <a:cubicBezTo>
                    <a:pt x="67" y="177"/>
                    <a:pt x="60" y="182"/>
                    <a:pt x="60" y="190"/>
                  </a:cubicBezTo>
                  <a:cubicBezTo>
                    <a:pt x="60" y="199"/>
                    <a:pt x="67" y="205"/>
                    <a:pt x="75" y="205"/>
                  </a:cubicBezTo>
                  <a:cubicBezTo>
                    <a:pt x="192" y="205"/>
                    <a:pt x="192" y="205"/>
                    <a:pt x="192" y="205"/>
                  </a:cubicBezTo>
                  <a:lnTo>
                    <a:pt x="192" y="205"/>
                  </a:lnTo>
                  <a:cubicBezTo>
                    <a:pt x="195" y="205"/>
                    <a:pt x="196" y="205"/>
                    <a:pt x="198" y="204"/>
                  </a:cubicBezTo>
                  <a:cubicBezTo>
                    <a:pt x="202" y="203"/>
                    <a:pt x="204" y="200"/>
                    <a:pt x="206" y="196"/>
                  </a:cubicBezTo>
                  <a:cubicBezTo>
                    <a:pt x="206" y="194"/>
                    <a:pt x="207" y="193"/>
                    <a:pt x="207" y="190"/>
                  </a:cubicBezTo>
                  <a:lnTo>
                    <a:pt x="207" y="190"/>
                  </a:lnTo>
                  <a:cubicBezTo>
                    <a:pt x="207" y="74"/>
                    <a:pt x="207" y="74"/>
                    <a:pt x="207" y="74"/>
                  </a:cubicBezTo>
                  <a:cubicBezTo>
                    <a:pt x="207" y="65"/>
                    <a:pt x="200" y="59"/>
                    <a:pt x="19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1">
              <a:extLst>
                <a:ext uri="{FF2B5EF4-FFF2-40B4-BE49-F238E27FC236}">
                  <a16:creationId xmlns:a16="http://schemas.microsoft.com/office/drawing/2014/main" id="{D728DC50-249A-944D-27D6-9FC025D7494C}"/>
                </a:ext>
              </a:extLst>
            </p:cNvPr>
            <p:cNvSpPr>
              <a:spLocks noChangeArrowheads="1"/>
            </p:cNvSpPr>
            <p:nvPr/>
          </p:nvSpPr>
          <p:spPr bwMode="auto">
            <a:xfrm>
              <a:off x="2216150" y="2868613"/>
              <a:ext cx="74613" cy="74612"/>
            </a:xfrm>
            <a:custGeom>
              <a:avLst/>
              <a:gdLst>
                <a:gd name="T0" fmla="*/ 49 w 207"/>
                <a:gd name="T1" fmla="*/ 30 h 208"/>
                <a:gd name="T2" fmla="*/ 49 w 207"/>
                <a:gd name="T3" fmla="*/ 30 h 208"/>
                <a:gd name="T4" fmla="*/ 132 w 207"/>
                <a:gd name="T5" fmla="*/ 30 h 208"/>
                <a:gd name="T6" fmla="*/ 147 w 207"/>
                <a:gd name="T7" fmla="*/ 15 h 208"/>
                <a:gd name="T8" fmla="*/ 132 w 207"/>
                <a:gd name="T9" fmla="*/ 0 h 208"/>
                <a:gd name="T10" fmla="*/ 15 w 207"/>
                <a:gd name="T11" fmla="*/ 0 h 208"/>
                <a:gd name="T12" fmla="*/ 15 w 207"/>
                <a:gd name="T13" fmla="*/ 0 h 208"/>
                <a:gd name="T14" fmla="*/ 9 w 207"/>
                <a:gd name="T15" fmla="*/ 1 h 208"/>
                <a:gd name="T16" fmla="*/ 1 w 207"/>
                <a:gd name="T17" fmla="*/ 10 h 208"/>
                <a:gd name="T18" fmla="*/ 0 w 207"/>
                <a:gd name="T19" fmla="*/ 15 h 208"/>
                <a:gd name="T20" fmla="*/ 0 w 207"/>
                <a:gd name="T21" fmla="*/ 132 h 208"/>
                <a:gd name="T22" fmla="*/ 15 w 207"/>
                <a:gd name="T23" fmla="*/ 147 h 208"/>
                <a:gd name="T24" fmla="*/ 29 w 207"/>
                <a:gd name="T25" fmla="*/ 132 h 208"/>
                <a:gd name="T26" fmla="*/ 29 w 207"/>
                <a:gd name="T27" fmla="*/ 51 h 208"/>
                <a:gd name="T28" fmla="*/ 180 w 207"/>
                <a:gd name="T29" fmla="*/ 201 h 208"/>
                <a:gd name="T30" fmla="*/ 200 w 207"/>
                <a:gd name="T31" fmla="*/ 201 h 208"/>
                <a:gd name="T32" fmla="*/ 200 w 207"/>
                <a:gd name="T33" fmla="*/ 180 h 208"/>
                <a:gd name="T34" fmla="*/ 49 w 207"/>
                <a:gd name="T35" fmla="*/ 3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8">
                  <a:moveTo>
                    <a:pt x="49" y="30"/>
                  </a:moveTo>
                  <a:lnTo>
                    <a:pt x="49" y="30"/>
                  </a:lnTo>
                  <a:cubicBezTo>
                    <a:pt x="132" y="30"/>
                    <a:pt x="132" y="30"/>
                    <a:pt x="132" y="30"/>
                  </a:cubicBezTo>
                  <a:cubicBezTo>
                    <a:pt x="140" y="30"/>
                    <a:pt x="147" y="23"/>
                    <a:pt x="147" y="15"/>
                  </a:cubicBezTo>
                  <a:cubicBezTo>
                    <a:pt x="147" y="7"/>
                    <a:pt x="140" y="0"/>
                    <a:pt x="132" y="0"/>
                  </a:cubicBezTo>
                  <a:cubicBezTo>
                    <a:pt x="15" y="0"/>
                    <a:pt x="15" y="0"/>
                    <a:pt x="15" y="0"/>
                  </a:cubicBezTo>
                  <a:lnTo>
                    <a:pt x="15" y="0"/>
                  </a:lnTo>
                  <a:cubicBezTo>
                    <a:pt x="12" y="0"/>
                    <a:pt x="11" y="0"/>
                    <a:pt x="9" y="1"/>
                  </a:cubicBezTo>
                  <a:cubicBezTo>
                    <a:pt x="5" y="3"/>
                    <a:pt x="3" y="6"/>
                    <a:pt x="1" y="10"/>
                  </a:cubicBezTo>
                  <a:cubicBezTo>
                    <a:pt x="0" y="11"/>
                    <a:pt x="0" y="12"/>
                    <a:pt x="0" y="15"/>
                  </a:cubicBezTo>
                  <a:cubicBezTo>
                    <a:pt x="0" y="132"/>
                    <a:pt x="0" y="132"/>
                    <a:pt x="0" y="132"/>
                  </a:cubicBezTo>
                  <a:cubicBezTo>
                    <a:pt x="0" y="140"/>
                    <a:pt x="7" y="147"/>
                    <a:pt x="15" y="147"/>
                  </a:cubicBezTo>
                  <a:cubicBezTo>
                    <a:pt x="23" y="147"/>
                    <a:pt x="29" y="140"/>
                    <a:pt x="29" y="132"/>
                  </a:cubicBezTo>
                  <a:cubicBezTo>
                    <a:pt x="29" y="51"/>
                    <a:pt x="29" y="51"/>
                    <a:pt x="29" y="51"/>
                  </a:cubicBezTo>
                  <a:cubicBezTo>
                    <a:pt x="180" y="201"/>
                    <a:pt x="180" y="201"/>
                    <a:pt x="180" y="201"/>
                  </a:cubicBezTo>
                  <a:cubicBezTo>
                    <a:pt x="185" y="207"/>
                    <a:pt x="195" y="207"/>
                    <a:pt x="200" y="201"/>
                  </a:cubicBezTo>
                  <a:cubicBezTo>
                    <a:pt x="206" y="195"/>
                    <a:pt x="206" y="187"/>
                    <a:pt x="200" y="180"/>
                  </a:cubicBezTo>
                  <a:lnTo>
                    <a:pt x="4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2">
              <a:extLst>
                <a:ext uri="{FF2B5EF4-FFF2-40B4-BE49-F238E27FC236}">
                  <a16:creationId xmlns:a16="http://schemas.microsoft.com/office/drawing/2014/main" id="{25163A3F-3E29-B50D-1A71-E24B0BEEAA00}"/>
                </a:ext>
              </a:extLst>
            </p:cNvPr>
            <p:cNvSpPr>
              <a:spLocks noChangeArrowheads="1"/>
            </p:cNvSpPr>
            <p:nvPr/>
          </p:nvSpPr>
          <p:spPr bwMode="auto">
            <a:xfrm>
              <a:off x="2098675" y="2868613"/>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3">
              <a:extLst>
                <a:ext uri="{FF2B5EF4-FFF2-40B4-BE49-F238E27FC236}">
                  <a16:creationId xmlns:a16="http://schemas.microsoft.com/office/drawing/2014/main" id="{A1EE623C-C53E-8A20-6319-2EF502F89A17}"/>
                </a:ext>
              </a:extLst>
            </p:cNvPr>
            <p:cNvSpPr>
              <a:spLocks noChangeArrowheads="1"/>
            </p:cNvSpPr>
            <p:nvPr/>
          </p:nvSpPr>
          <p:spPr bwMode="auto">
            <a:xfrm>
              <a:off x="2216150" y="2752725"/>
              <a:ext cx="74613" cy="74613"/>
            </a:xfrm>
            <a:custGeom>
              <a:avLst/>
              <a:gdLst>
                <a:gd name="T0" fmla="*/ 180 w 207"/>
                <a:gd name="T1" fmla="*/ 5 h 206"/>
                <a:gd name="T2" fmla="*/ 180 w 207"/>
                <a:gd name="T3" fmla="*/ 5 h 206"/>
                <a:gd name="T4" fmla="*/ 29 w 207"/>
                <a:gd name="T5" fmla="*/ 155 h 206"/>
                <a:gd name="T6" fmla="*/ 29 w 207"/>
                <a:gd name="T7" fmla="*/ 74 h 206"/>
                <a:gd name="T8" fmla="*/ 15 w 207"/>
                <a:gd name="T9" fmla="*/ 59 h 206"/>
                <a:gd name="T10" fmla="*/ 0 w 207"/>
                <a:gd name="T11" fmla="*/ 74 h 206"/>
                <a:gd name="T12" fmla="*/ 0 w 207"/>
                <a:gd name="T13" fmla="*/ 190 h 206"/>
                <a:gd name="T14" fmla="*/ 1 w 207"/>
                <a:gd name="T15" fmla="*/ 196 h 206"/>
                <a:gd name="T16" fmla="*/ 9 w 207"/>
                <a:gd name="T17" fmla="*/ 204 h 206"/>
                <a:gd name="T18" fmla="*/ 15 w 207"/>
                <a:gd name="T19" fmla="*/ 205 h 206"/>
                <a:gd name="T20" fmla="*/ 15 w 207"/>
                <a:gd name="T21" fmla="*/ 205 h 206"/>
                <a:gd name="T22" fmla="*/ 132 w 207"/>
                <a:gd name="T23" fmla="*/ 205 h 206"/>
                <a:gd name="T24" fmla="*/ 147 w 207"/>
                <a:gd name="T25" fmla="*/ 190 h 206"/>
                <a:gd name="T26" fmla="*/ 132 w 207"/>
                <a:gd name="T27" fmla="*/ 177 h 206"/>
                <a:gd name="T28" fmla="*/ 49 w 207"/>
                <a:gd name="T29" fmla="*/ 177 h 206"/>
                <a:gd name="T30" fmla="*/ 200 w 207"/>
                <a:gd name="T31" fmla="*/ 26 h 206"/>
                <a:gd name="T32" fmla="*/ 200 w 207"/>
                <a:gd name="T33" fmla="*/ 5 h 206"/>
                <a:gd name="T34" fmla="*/ 180 w 207"/>
                <a:gd name="T35" fmla="*/ 5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80" y="5"/>
                  </a:moveTo>
                  <a:lnTo>
                    <a:pt x="180" y="5"/>
                  </a:lnTo>
                  <a:cubicBezTo>
                    <a:pt x="29" y="155"/>
                    <a:pt x="29" y="155"/>
                    <a:pt x="29" y="155"/>
                  </a:cubicBezTo>
                  <a:cubicBezTo>
                    <a:pt x="29" y="74"/>
                    <a:pt x="29" y="74"/>
                    <a:pt x="29" y="74"/>
                  </a:cubicBezTo>
                  <a:cubicBezTo>
                    <a:pt x="29" y="65"/>
                    <a:pt x="23" y="59"/>
                    <a:pt x="15" y="59"/>
                  </a:cubicBezTo>
                  <a:cubicBezTo>
                    <a:pt x="7" y="59"/>
                    <a:pt x="0" y="65"/>
                    <a:pt x="0" y="74"/>
                  </a:cubicBezTo>
                  <a:cubicBezTo>
                    <a:pt x="0" y="190"/>
                    <a:pt x="0" y="190"/>
                    <a:pt x="0" y="190"/>
                  </a:cubicBezTo>
                  <a:cubicBezTo>
                    <a:pt x="0" y="193"/>
                    <a:pt x="0" y="194"/>
                    <a:pt x="1" y="196"/>
                  </a:cubicBezTo>
                  <a:cubicBezTo>
                    <a:pt x="3" y="200"/>
                    <a:pt x="5" y="203"/>
                    <a:pt x="9" y="204"/>
                  </a:cubicBezTo>
                  <a:cubicBezTo>
                    <a:pt x="11" y="205"/>
                    <a:pt x="12" y="205"/>
                    <a:pt x="15" y="205"/>
                  </a:cubicBezTo>
                  <a:lnTo>
                    <a:pt x="15" y="205"/>
                  </a:lnTo>
                  <a:cubicBezTo>
                    <a:pt x="132" y="205"/>
                    <a:pt x="132" y="205"/>
                    <a:pt x="132" y="205"/>
                  </a:cubicBezTo>
                  <a:cubicBezTo>
                    <a:pt x="140" y="205"/>
                    <a:pt x="147" y="199"/>
                    <a:pt x="147" y="190"/>
                  </a:cubicBezTo>
                  <a:cubicBezTo>
                    <a:pt x="147" y="182"/>
                    <a:pt x="140" y="177"/>
                    <a:pt x="132" y="177"/>
                  </a:cubicBezTo>
                  <a:cubicBezTo>
                    <a:pt x="49" y="177"/>
                    <a:pt x="49" y="177"/>
                    <a:pt x="49" y="177"/>
                  </a:cubicBezTo>
                  <a:cubicBezTo>
                    <a:pt x="200" y="26"/>
                    <a:pt x="200" y="26"/>
                    <a:pt x="200" y="26"/>
                  </a:cubicBezTo>
                  <a:cubicBezTo>
                    <a:pt x="206" y="20"/>
                    <a:pt x="206" y="11"/>
                    <a:pt x="200" y="5"/>
                  </a:cubicBezTo>
                  <a:cubicBezTo>
                    <a:pt x="195" y="0"/>
                    <a:pt x="185" y="0"/>
                    <a:pt x="18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4">
              <a:extLst>
                <a:ext uri="{FF2B5EF4-FFF2-40B4-BE49-F238E27FC236}">
                  <a16:creationId xmlns:a16="http://schemas.microsoft.com/office/drawing/2014/main" id="{9145941B-6C32-D6A5-CCCD-F8609A5CA3FC}"/>
                </a:ext>
              </a:extLst>
            </p:cNvPr>
            <p:cNvSpPr>
              <a:spLocks noChangeArrowheads="1"/>
            </p:cNvSpPr>
            <p:nvPr/>
          </p:nvSpPr>
          <p:spPr bwMode="auto">
            <a:xfrm>
              <a:off x="2068513" y="2720975"/>
              <a:ext cx="254000" cy="254000"/>
            </a:xfrm>
            <a:custGeom>
              <a:avLst/>
              <a:gdLst>
                <a:gd name="T0" fmla="*/ 703 w 704"/>
                <a:gd name="T1" fmla="*/ 629 h 704"/>
                <a:gd name="T2" fmla="*/ 703 w 704"/>
                <a:gd name="T3" fmla="*/ 629 h 704"/>
                <a:gd name="T4" fmla="*/ 703 w 704"/>
                <a:gd name="T5" fmla="*/ 73 h 704"/>
                <a:gd name="T6" fmla="*/ 630 w 704"/>
                <a:gd name="T7" fmla="*/ 0 h 704"/>
                <a:gd name="T8" fmla="*/ 75 w 704"/>
                <a:gd name="T9" fmla="*/ 0 h 704"/>
                <a:gd name="T10" fmla="*/ 0 w 704"/>
                <a:gd name="T11" fmla="*/ 73 h 704"/>
                <a:gd name="T12" fmla="*/ 0 w 704"/>
                <a:gd name="T13" fmla="*/ 629 h 704"/>
                <a:gd name="T14" fmla="*/ 75 w 704"/>
                <a:gd name="T15" fmla="*/ 703 h 704"/>
                <a:gd name="T16" fmla="*/ 630 w 704"/>
                <a:gd name="T17" fmla="*/ 703 h 704"/>
                <a:gd name="T18" fmla="*/ 703 w 704"/>
                <a:gd name="T19" fmla="*/ 629 h 704"/>
                <a:gd name="T20" fmla="*/ 75 w 704"/>
                <a:gd name="T21" fmla="*/ 673 h 704"/>
                <a:gd name="T22" fmla="*/ 75 w 704"/>
                <a:gd name="T23" fmla="*/ 673 h 704"/>
                <a:gd name="T24" fmla="*/ 31 w 704"/>
                <a:gd name="T25" fmla="*/ 629 h 704"/>
                <a:gd name="T26" fmla="*/ 31 w 704"/>
                <a:gd name="T27" fmla="*/ 73 h 704"/>
                <a:gd name="T28" fmla="*/ 75 w 704"/>
                <a:gd name="T29" fmla="*/ 29 h 704"/>
                <a:gd name="T30" fmla="*/ 630 w 704"/>
                <a:gd name="T31" fmla="*/ 29 h 704"/>
                <a:gd name="T32" fmla="*/ 674 w 704"/>
                <a:gd name="T33" fmla="*/ 73 h 704"/>
                <a:gd name="T34" fmla="*/ 674 w 704"/>
                <a:gd name="T35" fmla="*/ 629 h 704"/>
                <a:gd name="T36" fmla="*/ 630 w 704"/>
                <a:gd name="T37" fmla="*/ 673 h 704"/>
                <a:gd name="T38" fmla="*/ 75 w 704"/>
                <a:gd name="T39" fmla="*/ 6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03" y="629"/>
                  </a:moveTo>
                  <a:lnTo>
                    <a:pt x="703" y="629"/>
                  </a:lnTo>
                  <a:cubicBezTo>
                    <a:pt x="703" y="73"/>
                    <a:pt x="703" y="73"/>
                    <a:pt x="703" y="73"/>
                  </a:cubicBezTo>
                  <a:cubicBezTo>
                    <a:pt x="703" y="32"/>
                    <a:pt x="672" y="0"/>
                    <a:pt x="630" y="0"/>
                  </a:cubicBezTo>
                  <a:cubicBezTo>
                    <a:pt x="75" y="0"/>
                    <a:pt x="75" y="0"/>
                    <a:pt x="75" y="0"/>
                  </a:cubicBezTo>
                  <a:cubicBezTo>
                    <a:pt x="33" y="0"/>
                    <a:pt x="0" y="32"/>
                    <a:pt x="0" y="73"/>
                  </a:cubicBezTo>
                  <a:cubicBezTo>
                    <a:pt x="0" y="629"/>
                    <a:pt x="0" y="629"/>
                    <a:pt x="0" y="629"/>
                  </a:cubicBezTo>
                  <a:cubicBezTo>
                    <a:pt x="0" y="670"/>
                    <a:pt x="33" y="703"/>
                    <a:pt x="75" y="703"/>
                  </a:cubicBezTo>
                  <a:cubicBezTo>
                    <a:pt x="630" y="703"/>
                    <a:pt x="630" y="703"/>
                    <a:pt x="630" y="703"/>
                  </a:cubicBezTo>
                  <a:cubicBezTo>
                    <a:pt x="672" y="703"/>
                    <a:pt x="703" y="670"/>
                    <a:pt x="703" y="629"/>
                  </a:cubicBezTo>
                  <a:close/>
                  <a:moveTo>
                    <a:pt x="75" y="673"/>
                  </a:moveTo>
                  <a:lnTo>
                    <a:pt x="75" y="673"/>
                  </a:lnTo>
                  <a:cubicBezTo>
                    <a:pt x="50" y="673"/>
                    <a:pt x="31" y="653"/>
                    <a:pt x="31" y="629"/>
                  </a:cubicBezTo>
                  <a:cubicBezTo>
                    <a:pt x="31" y="73"/>
                    <a:pt x="31" y="73"/>
                    <a:pt x="31" y="73"/>
                  </a:cubicBezTo>
                  <a:cubicBezTo>
                    <a:pt x="31" y="48"/>
                    <a:pt x="50" y="29"/>
                    <a:pt x="75" y="29"/>
                  </a:cubicBezTo>
                  <a:cubicBezTo>
                    <a:pt x="630" y="29"/>
                    <a:pt x="630" y="29"/>
                    <a:pt x="630" y="29"/>
                  </a:cubicBezTo>
                  <a:cubicBezTo>
                    <a:pt x="655" y="29"/>
                    <a:pt x="674" y="48"/>
                    <a:pt x="674" y="73"/>
                  </a:cubicBezTo>
                  <a:cubicBezTo>
                    <a:pt x="674" y="629"/>
                    <a:pt x="674" y="629"/>
                    <a:pt x="674" y="629"/>
                  </a:cubicBezTo>
                  <a:cubicBezTo>
                    <a:pt x="674" y="653"/>
                    <a:pt x="655" y="673"/>
                    <a:pt x="630" y="673"/>
                  </a:cubicBezTo>
                  <a:lnTo>
                    <a:pt x="75" y="6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 name="Group 70">
            <a:extLst>
              <a:ext uri="{FF2B5EF4-FFF2-40B4-BE49-F238E27FC236}">
                <a16:creationId xmlns:a16="http://schemas.microsoft.com/office/drawing/2014/main" id="{0BB8BE86-252C-A655-D425-881A0503F0A6}"/>
              </a:ext>
            </a:extLst>
          </p:cNvPr>
          <p:cNvGrpSpPr/>
          <p:nvPr/>
        </p:nvGrpSpPr>
        <p:grpSpPr>
          <a:xfrm>
            <a:off x="3714874" y="1879228"/>
            <a:ext cx="254000" cy="252412"/>
            <a:chOff x="2573338" y="2214563"/>
            <a:chExt cx="254000" cy="252412"/>
          </a:xfrm>
          <a:solidFill>
            <a:schemeClr val="accent4"/>
          </a:solidFill>
        </p:grpSpPr>
        <p:sp>
          <p:nvSpPr>
            <p:cNvPr id="68" name="Freeform 55">
              <a:extLst>
                <a:ext uri="{FF2B5EF4-FFF2-40B4-BE49-F238E27FC236}">
                  <a16:creationId xmlns:a16="http://schemas.microsoft.com/office/drawing/2014/main" id="{2F31BFAA-B79D-EDF9-3E7C-FBE6284A159B}"/>
                </a:ext>
              </a:extLst>
            </p:cNvPr>
            <p:cNvSpPr>
              <a:spLocks noChangeArrowheads="1"/>
            </p:cNvSpPr>
            <p:nvPr/>
          </p:nvSpPr>
          <p:spPr bwMode="auto">
            <a:xfrm>
              <a:off x="2573338" y="2235200"/>
              <a:ext cx="231775" cy="231775"/>
            </a:xfrm>
            <a:custGeom>
              <a:avLst/>
              <a:gdLst>
                <a:gd name="T0" fmla="*/ 69 w 646"/>
                <a:gd name="T1" fmla="*/ 645 h 646"/>
                <a:gd name="T2" fmla="*/ 69 w 646"/>
                <a:gd name="T3" fmla="*/ 645 h 646"/>
                <a:gd name="T4" fmla="*/ 577 w 646"/>
                <a:gd name="T5" fmla="*/ 645 h 646"/>
                <a:gd name="T6" fmla="*/ 645 w 646"/>
                <a:gd name="T7" fmla="*/ 577 h 646"/>
                <a:gd name="T8" fmla="*/ 645 w 646"/>
                <a:gd name="T9" fmla="*/ 323 h 646"/>
                <a:gd name="T10" fmla="*/ 630 w 646"/>
                <a:gd name="T11" fmla="*/ 308 h 646"/>
                <a:gd name="T12" fmla="*/ 615 w 646"/>
                <a:gd name="T13" fmla="*/ 323 h 646"/>
                <a:gd name="T14" fmla="*/ 615 w 646"/>
                <a:gd name="T15" fmla="*/ 323 h 646"/>
                <a:gd name="T16" fmla="*/ 615 w 646"/>
                <a:gd name="T17" fmla="*/ 577 h 646"/>
                <a:gd name="T18" fmla="*/ 577 w 646"/>
                <a:gd name="T19" fmla="*/ 615 h 646"/>
                <a:gd name="T20" fmla="*/ 69 w 646"/>
                <a:gd name="T21" fmla="*/ 615 h 646"/>
                <a:gd name="T22" fmla="*/ 30 w 646"/>
                <a:gd name="T23" fmla="*/ 577 h 646"/>
                <a:gd name="T24" fmla="*/ 30 w 646"/>
                <a:gd name="T25" fmla="*/ 69 h 646"/>
                <a:gd name="T26" fmla="*/ 69 w 646"/>
                <a:gd name="T27" fmla="*/ 30 h 646"/>
                <a:gd name="T28" fmla="*/ 323 w 646"/>
                <a:gd name="T29" fmla="*/ 30 h 646"/>
                <a:gd name="T30" fmla="*/ 338 w 646"/>
                <a:gd name="T31" fmla="*/ 15 h 646"/>
                <a:gd name="T32" fmla="*/ 323 w 646"/>
                <a:gd name="T33" fmla="*/ 0 h 646"/>
                <a:gd name="T34" fmla="*/ 69 w 646"/>
                <a:gd name="T35" fmla="*/ 0 h 646"/>
                <a:gd name="T36" fmla="*/ 0 w 646"/>
                <a:gd name="T37" fmla="*/ 69 h 646"/>
                <a:gd name="T38" fmla="*/ 0 w 646"/>
                <a:gd name="T39" fmla="*/ 577 h 646"/>
                <a:gd name="T40" fmla="*/ 69 w 646"/>
                <a:gd name="T41" fmla="*/ 645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46" h="646">
                  <a:moveTo>
                    <a:pt x="69" y="645"/>
                  </a:moveTo>
                  <a:lnTo>
                    <a:pt x="69" y="645"/>
                  </a:lnTo>
                  <a:cubicBezTo>
                    <a:pt x="577" y="645"/>
                    <a:pt x="577" y="645"/>
                    <a:pt x="577" y="645"/>
                  </a:cubicBezTo>
                  <a:cubicBezTo>
                    <a:pt x="615" y="645"/>
                    <a:pt x="645" y="614"/>
                    <a:pt x="645" y="577"/>
                  </a:cubicBezTo>
                  <a:cubicBezTo>
                    <a:pt x="645" y="323"/>
                    <a:pt x="645" y="323"/>
                    <a:pt x="645" y="323"/>
                  </a:cubicBezTo>
                  <a:cubicBezTo>
                    <a:pt x="645" y="314"/>
                    <a:pt x="638" y="308"/>
                    <a:pt x="630" y="308"/>
                  </a:cubicBezTo>
                  <a:cubicBezTo>
                    <a:pt x="622" y="308"/>
                    <a:pt x="615" y="314"/>
                    <a:pt x="615" y="323"/>
                  </a:cubicBezTo>
                  <a:lnTo>
                    <a:pt x="615" y="323"/>
                  </a:lnTo>
                  <a:cubicBezTo>
                    <a:pt x="615" y="577"/>
                    <a:pt x="615" y="577"/>
                    <a:pt x="615" y="577"/>
                  </a:cubicBezTo>
                  <a:cubicBezTo>
                    <a:pt x="615" y="599"/>
                    <a:pt x="599" y="615"/>
                    <a:pt x="577" y="615"/>
                  </a:cubicBezTo>
                  <a:cubicBezTo>
                    <a:pt x="69" y="615"/>
                    <a:pt x="69" y="615"/>
                    <a:pt x="69" y="615"/>
                  </a:cubicBezTo>
                  <a:cubicBezTo>
                    <a:pt x="47" y="615"/>
                    <a:pt x="30" y="599"/>
                    <a:pt x="30" y="577"/>
                  </a:cubicBezTo>
                  <a:cubicBezTo>
                    <a:pt x="30" y="69"/>
                    <a:pt x="30" y="69"/>
                    <a:pt x="30" y="69"/>
                  </a:cubicBezTo>
                  <a:cubicBezTo>
                    <a:pt x="30" y="47"/>
                    <a:pt x="47" y="30"/>
                    <a:pt x="69" y="30"/>
                  </a:cubicBezTo>
                  <a:cubicBezTo>
                    <a:pt x="323" y="30"/>
                    <a:pt x="323" y="30"/>
                    <a:pt x="323" y="30"/>
                  </a:cubicBezTo>
                  <a:cubicBezTo>
                    <a:pt x="331" y="30"/>
                    <a:pt x="338" y="23"/>
                    <a:pt x="338" y="15"/>
                  </a:cubicBezTo>
                  <a:cubicBezTo>
                    <a:pt x="338" y="7"/>
                    <a:pt x="331" y="0"/>
                    <a:pt x="323" y="0"/>
                  </a:cubicBezTo>
                  <a:cubicBezTo>
                    <a:pt x="69" y="0"/>
                    <a:pt x="69" y="0"/>
                    <a:pt x="69" y="0"/>
                  </a:cubicBezTo>
                  <a:cubicBezTo>
                    <a:pt x="32" y="0"/>
                    <a:pt x="0" y="30"/>
                    <a:pt x="0" y="69"/>
                  </a:cubicBezTo>
                  <a:cubicBezTo>
                    <a:pt x="0" y="577"/>
                    <a:pt x="0" y="577"/>
                    <a:pt x="0" y="577"/>
                  </a:cubicBezTo>
                  <a:cubicBezTo>
                    <a:pt x="0" y="614"/>
                    <a:pt x="32" y="645"/>
                    <a:pt x="69" y="6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3DCD69AF-05CC-1F3A-F501-79DEDF3BBB6E}"/>
                </a:ext>
              </a:extLst>
            </p:cNvPr>
            <p:cNvSpPr>
              <a:spLocks noChangeArrowheads="1"/>
            </p:cNvSpPr>
            <p:nvPr/>
          </p:nvSpPr>
          <p:spPr bwMode="auto">
            <a:xfrm>
              <a:off x="2700338" y="2214563"/>
              <a:ext cx="127000" cy="127000"/>
            </a:xfrm>
            <a:custGeom>
              <a:avLst/>
              <a:gdLst>
                <a:gd name="T0" fmla="*/ 339 w 354"/>
                <a:gd name="T1" fmla="*/ 205 h 354"/>
                <a:gd name="T2" fmla="*/ 339 w 354"/>
                <a:gd name="T3" fmla="*/ 205 h 354"/>
                <a:gd name="T4" fmla="*/ 353 w 354"/>
                <a:gd name="T5" fmla="*/ 190 h 354"/>
                <a:gd name="T6" fmla="*/ 353 w 354"/>
                <a:gd name="T7" fmla="*/ 14 h 354"/>
                <a:gd name="T8" fmla="*/ 353 w 354"/>
                <a:gd name="T9" fmla="*/ 14 h 354"/>
                <a:gd name="T10" fmla="*/ 353 w 354"/>
                <a:gd name="T11" fmla="*/ 9 h 354"/>
                <a:gd name="T12" fmla="*/ 349 w 354"/>
                <a:gd name="T13" fmla="*/ 5 h 354"/>
                <a:gd name="T14" fmla="*/ 349 w 354"/>
                <a:gd name="T15" fmla="*/ 5 h 354"/>
                <a:gd name="T16" fmla="*/ 349 w 354"/>
                <a:gd name="T17" fmla="*/ 5 h 354"/>
                <a:gd name="T18" fmla="*/ 345 w 354"/>
                <a:gd name="T19" fmla="*/ 0 h 354"/>
                <a:gd name="T20" fmla="*/ 339 w 354"/>
                <a:gd name="T21" fmla="*/ 0 h 354"/>
                <a:gd name="T22" fmla="*/ 163 w 354"/>
                <a:gd name="T23" fmla="*/ 0 h 354"/>
                <a:gd name="T24" fmla="*/ 148 w 354"/>
                <a:gd name="T25" fmla="*/ 14 h 354"/>
                <a:gd name="T26" fmla="*/ 163 w 354"/>
                <a:gd name="T27" fmla="*/ 29 h 354"/>
                <a:gd name="T28" fmla="*/ 303 w 354"/>
                <a:gd name="T29" fmla="*/ 29 h 354"/>
                <a:gd name="T30" fmla="*/ 7 w 354"/>
                <a:gd name="T31" fmla="*/ 326 h 354"/>
                <a:gd name="T32" fmla="*/ 7 w 354"/>
                <a:gd name="T33" fmla="*/ 346 h 354"/>
                <a:gd name="T34" fmla="*/ 28 w 354"/>
                <a:gd name="T35" fmla="*/ 346 h 354"/>
                <a:gd name="T36" fmla="*/ 324 w 354"/>
                <a:gd name="T37" fmla="*/ 50 h 354"/>
                <a:gd name="T38" fmla="*/ 324 w 354"/>
                <a:gd name="T39" fmla="*/ 190 h 354"/>
                <a:gd name="T40" fmla="*/ 339 w 354"/>
                <a:gd name="T41" fmla="*/ 20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354" h="354">
                  <a:moveTo>
                    <a:pt x="339" y="205"/>
                  </a:moveTo>
                  <a:lnTo>
                    <a:pt x="339" y="205"/>
                  </a:lnTo>
                  <a:cubicBezTo>
                    <a:pt x="347" y="205"/>
                    <a:pt x="353" y="198"/>
                    <a:pt x="353" y="190"/>
                  </a:cubicBezTo>
                  <a:cubicBezTo>
                    <a:pt x="353" y="14"/>
                    <a:pt x="353" y="14"/>
                    <a:pt x="353" y="14"/>
                  </a:cubicBezTo>
                  <a:lnTo>
                    <a:pt x="353" y="14"/>
                  </a:lnTo>
                  <a:cubicBezTo>
                    <a:pt x="353" y="13"/>
                    <a:pt x="353" y="10"/>
                    <a:pt x="353" y="9"/>
                  </a:cubicBezTo>
                  <a:cubicBezTo>
                    <a:pt x="351" y="7"/>
                    <a:pt x="350" y="6"/>
                    <a:pt x="349" y="5"/>
                  </a:cubicBezTo>
                  <a:lnTo>
                    <a:pt x="349" y="5"/>
                  </a:lnTo>
                  <a:lnTo>
                    <a:pt x="349" y="5"/>
                  </a:lnTo>
                  <a:cubicBezTo>
                    <a:pt x="347" y="3"/>
                    <a:pt x="346" y="2"/>
                    <a:pt x="345" y="0"/>
                  </a:cubicBezTo>
                  <a:cubicBezTo>
                    <a:pt x="342" y="0"/>
                    <a:pt x="341" y="0"/>
                    <a:pt x="339" y="0"/>
                  </a:cubicBezTo>
                  <a:cubicBezTo>
                    <a:pt x="163" y="0"/>
                    <a:pt x="163" y="0"/>
                    <a:pt x="163" y="0"/>
                  </a:cubicBezTo>
                  <a:cubicBezTo>
                    <a:pt x="155" y="0"/>
                    <a:pt x="148" y="6"/>
                    <a:pt x="148" y="14"/>
                  </a:cubicBezTo>
                  <a:cubicBezTo>
                    <a:pt x="148" y="22"/>
                    <a:pt x="155" y="29"/>
                    <a:pt x="163" y="29"/>
                  </a:cubicBezTo>
                  <a:cubicBezTo>
                    <a:pt x="303" y="29"/>
                    <a:pt x="303" y="29"/>
                    <a:pt x="303" y="29"/>
                  </a:cubicBezTo>
                  <a:cubicBezTo>
                    <a:pt x="7" y="326"/>
                    <a:pt x="7" y="326"/>
                    <a:pt x="7" y="326"/>
                  </a:cubicBezTo>
                  <a:cubicBezTo>
                    <a:pt x="0" y="333"/>
                    <a:pt x="0" y="341"/>
                    <a:pt x="7" y="346"/>
                  </a:cubicBezTo>
                  <a:cubicBezTo>
                    <a:pt x="12" y="353"/>
                    <a:pt x="21" y="353"/>
                    <a:pt x="28" y="346"/>
                  </a:cubicBezTo>
                  <a:cubicBezTo>
                    <a:pt x="324" y="50"/>
                    <a:pt x="324" y="50"/>
                    <a:pt x="324" y="50"/>
                  </a:cubicBezTo>
                  <a:cubicBezTo>
                    <a:pt x="324" y="190"/>
                    <a:pt x="324" y="190"/>
                    <a:pt x="324" y="190"/>
                  </a:cubicBezTo>
                  <a:cubicBezTo>
                    <a:pt x="324" y="198"/>
                    <a:pt x="331" y="205"/>
                    <a:pt x="339" y="2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 name="Group 73">
            <a:extLst>
              <a:ext uri="{FF2B5EF4-FFF2-40B4-BE49-F238E27FC236}">
                <a16:creationId xmlns:a16="http://schemas.microsoft.com/office/drawing/2014/main" id="{AE92339A-B40B-4762-D5C5-9D5EC90EFA1C}"/>
              </a:ext>
            </a:extLst>
          </p:cNvPr>
          <p:cNvGrpSpPr/>
          <p:nvPr/>
        </p:nvGrpSpPr>
        <p:grpSpPr>
          <a:xfrm>
            <a:off x="1195511" y="1371228"/>
            <a:ext cx="233363" cy="254000"/>
            <a:chOff x="53975" y="1708150"/>
            <a:chExt cx="233363" cy="254000"/>
          </a:xfrm>
          <a:solidFill>
            <a:schemeClr val="accent4"/>
          </a:solidFill>
        </p:grpSpPr>
        <p:sp>
          <p:nvSpPr>
            <p:cNvPr id="71" name="Freeform 57">
              <a:extLst>
                <a:ext uri="{FF2B5EF4-FFF2-40B4-BE49-F238E27FC236}">
                  <a16:creationId xmlns:a16="http://schemas.microsoft.com/office/drawing/2014/main" id="{6F07361A-16A8-5892-C412-DBC48CFD4D6D}"/>
                </a:ext>
              </a:extLst>
            </p:cNvPr>
            <p:cNvSpPr>
              <a:spLocks noChangeArrowheads="1"/>
            </p:cNvSpPr>
            <p:nvPr/>
          </p:nvSpPr>
          <p:spPr bwMode="auto">
            <a:xfrm>
              <a:off x="53975" y="1739900"/>
              <a:ext cx="222250" cy="222250"/>
            </a:xfrm>
            <a:custGeom>
              <a:avLst/>
              <a:gdLst>
                <a:gd name="T0" fmla="*/ 65 w 616"/>
                <a:gd name="T1" fmla="*/ 29 h 616"/>
                <a:gd name="T2" fmla="*/ 65 w 616"/>
                <a:gd name="T3" fmla="*/ 29 h 616"/>
                <a:gd name="T4" fmla="*/ 308 w 616"/>
                <a:gd name="T5" fmla="*/ 29 h 616"/>
                <a:gd name="T6" fmla="*/ 321 w 616"/>
                <a:gd name="T7" fmla="*/ 13 h 616"/>
                <a:gd name="T8" fmla="*/ 308 w 616"/>
                <a:gd name="T9" fmla="*/ 0 h 616"/>
                <a:gd name="T10" fmla="*/ 65 w 616"/>
                <a:gd name="T11" fmla="*/ 0 h 616"/>
                <a:gd name="T12" fmla="*/ 0 w 616"/>
                <a:gd name="T13" fmla="*/ 64 h 616"/>
                <a:gd name="T14" fmla="*/ 0 w 616"/>
                <a:gd name="T15" fmla="*/ 549 h 616"/>
                <a:gd name="T16" fmla="*/ 65 w 616"/>
                <a:gd name="T17" fmla="*/ 615 h 616"/>
                <a:gd name="T18" fmla="*/ 549 w 616"/>
                <a:gd name="T19" fmla="*/ 615 h 616"/>
                <a:gd name="T20" fmla="*/ 615 w 616"/>
                <a:gd name="T21" fmla="*/ 549 h 616"/>
                <a:gd name="T22" fmla="*/ 615 w 616"/>
                <a:gd name="T23" fmla="*/ 307 h 616"/>
                <a:gd name="T24" fmla="*/ 600 w 616"/>
                <a:gd name="T25" fmla="*/ 292 h 616"/>
                <a:gd name="T26" fmla="*/ 585 w 616"/>
                <a:gd name="T27" fmla="*/ 307 h 616"/>
                <a:gd name="T28" fmla="*/ 585 w 616"/>
                <a:gd name="T29" fmla="*/ 307 h 616"/>
                <a:gd name="T30" fmla="*/ 585 w 616"/>
                <a:gd name="T31" fmla="*/ 549 h 616"/>
                <a:gd name="T32" fmla="*/ 549 w 616"/>
                <a:gd name="T33" fmla="*/ 584 h 616"/>
                <a:gd name="T34" fmla="*/ 65 w 616"/>
                <a:gd name="T35" fmla="*/ 584 h 616"/>
                <a:gd name="T36" fmla="*/ 29 w 616"/>
                <a:gd name="T37" fmla="*/ 549 h 616"/>
                <a:gd name="T38" fmla="*/ 29 w 616"/>
                <a:gd name="T39" fmla="*/ 64 h 616"/>
                <a:gd name="T40" fmla="*/ 65 w 616"/>
                <a:gd name="T41" fmla="*/ 29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16" h="616">
                  <a:moveTo>
                    <a:pt x="65" y="29"/>
                  </a:moveTo>
                  <a:lnTo>
                    <a:pt x="65" y="29"/>
                  </a:lnTo>
                  <a:cubicBezTo>
                    <a:pt x="308" y="29"/>
                    <a:pt x="308" y="29"/>
                    <a:pt x="308" y="29"/>
                  </a:cubicBezTo>
                  <a:cubicBezTo>
                    <a:pt x="316" y="29"/>
                    <a:pt x="321" y="22"/>
                    <a:pt x="321" y="13"/>
                  </a:cubicBezTo>
                  <a:cubicBezTo>
                    <a:pt x="321" y="5"/>
                    <a:pt x="316" y="0"/>
                    <a:pt x="308" y="0"/>
                  </a:cubicBezTo>
                  <a:cubicBezTo>
                    <a:pt x="65" y="0"/>
                    <a:pt x="65" y="0"/>
                    <a:pt x="65" y="0"/>
                  </a:cubicBezTo>
                  <a:cubicBezTo>
                    <a:pt x="29" y="0"/>
                    <a:pt x="0" y="29"/>
                    <a:pt x="0" y="64"/>
                  </a:cubicBezTo>
                  <a:cubicBezTo>
                    <a:pt x="0" y="549"/>
                    <a:pt x="0" y="549"/>
                    <a:pt x="0" y="549"/>
                  </a:cubicBezTo>
                  <a:cubicBezTo>
                    <a:pt x="0" y="584"/>
                    <a:pt x="29" y="615"/>
                    <a:pt x="65" y="615"/>
                  </a:cubicBezTo>
                  <a:cubicBezTo>
                    <a:pt x="549" y="615"/>
                    <a:pt x="549" y="615"/>
                    <a:pt x="549" y="615"/>
                  </a:cubicBezTo>
                  <a:cubicBezTo>
                    <a:pt x="585" y="615"/>
                    <a:pt x="615" y="584"/>
                    <a:pt x="615" y="549"/>
                  </a:cubicBezTo>
                  <a:cubicBezTo>
                    <a:pt x="615" y="307"/>
                    <a:pt x="615" y="307"/>
                    <a:pt x="615" y="307"/>
                  </a:cubicBezTo>
                  <a:cubicBezTo>
                    <a:pt x="615" y="299"/>
                    <a:pt x="608" y="292"/>
                    <a:pt x="600" y="292"/>
                  </a:cubicBezTo>
                  <a:cubicBezTo>
                    <a:pt x="592" y="292"/>
                    <a:pt x="585" y="299"/>
                    <a:pt x="585" y="307"/>
                  </a:cubicBezTo>
                  <a:lnTo>
                    <a:pt x="585" y="307"/>
                  </a:lnTo>
                  <a:cubicBezTo>
                    <a:pt x="585" y="549"/>
                    <a:pt x="585" y="549"/>
                    <a:pt x="585" y="549"/>
                  </a:cubicBezTo>
                  <a:cubicBezTo>
                    <a:pt x="585" y="568"/>
                    <a:pt x="570" y="584"/>
                    <a:pt x="549" y="584"/>
                  </a:cubicBezTo>
                  <a:cubicBezTo>
                    <a:pt x="65" y="584"/>
                    <a:pt x="65" y="584"/>
                    <a:pt x="65" y="584"/>
                  </a:cubicBezTo>
                  <a:cubicBezTo>
                    <a:pt x="45" y="584"/>
                    <a:pt x="29" y="568"/>
                    <a:pt x="29" y="549"/>
                  </a:cubicBezTo>
                  <a:cubicBezTo>
                    <a:pt x="29" y="64"/>
                    <a:pt x="29" y="64"/>
                    <a:pt x="29" y="64"/>
                  </a:cubicBezTo>
                  <a:cubicBezTo>
                    <a:pt x="29" y="45"/>
                    <a:pt x="45" y="29"/>
                    <a:pt x="6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8">
              <a:extLst>
                <a:ext uri="{FF2B5EF4-FFF2-40B4-BE49-F238E27FC236}">
                  <a16:creationId xmlns:a16="http://schemas.microsoft.com/office/drawing/2014/main" id="{A663CA79-2888-8072-0010-61824BB8D9AC}"/>
                </a:ext>
              </a:extLst>
            </p:cNvPr>
            <p:cNvSpPr>
              <a:spLocks noChangeArrowheads="1"/>
            </p:cNvSpPr>
            <p:nvPr/>
          </p:nvSpPr>
          <p:spPr bwMode="auto">
            <a:xfrm>
              <a:off x="149225" y="1708150"/>
              <a:ext cx="138113" cy="180975"/>
            </a:xfrm>
            <a:custGeom>
              <a:avLst/>
              <a:gdLst>
                <a:gd name="T0" fmla="*/ 378 w 383"/>
                <a:gd name="T1" fmla="*/ 143 h 501"/>
                <a:gd name="T2" fmla="*/ 378 w 383"/>
                <a:gd name="T3" fmla="*/ 143 h 501"/>
                <a:gd name="T4" fmla="*/ 381 w 383"/>
                <a:gd name="T5" fmla="*/ 139 h 501"/>
                <a:gd name="T6" fmla="*/ 381 w 383"/>
                <a:gd name="T7" fmla="*/ 127 h 501"/>
                <a:gd name="T8" fmla="*/ 378 w 383"/>
                <a:gd name="T9" fmla="*/ 123 h 501"/>
                <a:gd name="T10" fmla="*/ 378 w 383"/>
                <a:gd name="T11" fmla="*/ 123 h 501"/>
                <a:gd name="T12" fmla="*/ 261 w 383"/>
                <a:gd name="T13" fmla="*/ 6 h 501"/>
                <a:gd name="T14" fmla="*/ 241 w 383"/>
                <a:gd name="T15" fmla="*/ 6 h 501"/>
                <a:gd name="T16" fmla="*/ 241 w 383"/>
                <a:gd name="T17" fmla="*/ 27 h 501"/>
                <a:gd name="T18" fmla="*/ 333 w 383"/>
                <a:gd name="T19" fmla="*/ 119 h 501"/>
                <a:gd name="T20" fmla="*/ 280 w 383"/>
                <a:gd name="T21" fmla="*/ 119 h 501"/>
                <a:gd name="T22" fmla="*/ 109 w 383"/>
                <a:gd name="T23" fmla="*/ 178 h 501"/>
                <a:gd name="T24" fmla="*/ 7 w 383"/>
                <a:gd name="T25" fmla="*/ 381 h 501"/>
                <a:gd name="T26" fmla="*/ 2 w 383"/>
                <a:gd name="T27" fmla="*/ 484 h 501"/>
                <a:gd name="T28" fmla="*/ 15 w 383"/>
                <a:gd name="T29" fmla="*/ 499 h 501"/>
                <a:gd name="T30" fmla="*/ 31 w 383"/>
                <a:gd name="T31" fmla="*/ 485 h 501"/>
                <a:gd name="T32" fmla="*/ 31 w 383"/>
                <a:gd name="T33" fmla="*/ 485 h 501"/>
                <a:gd name="T34" fmla="*/ 36 w 383"/>
                <a:gd name="T35" fmla="*/ 383 h 501"/>
                <a:gd name="T36" fmla="*/ 127 w 383"/>
                <a:gd name="T37" fmla="*/ 201 h 501"/>
                <a:gd name="T38" fmla="*/ 280 w 383"/>
                <a:gd name="T39" fmla="*/ 147 h 501"/>
                <a:gd name="T40" fmla="*/ 333 w 383"/>
                <a:gd name="T41" fmla="*/ 147 h 501"/>
                <a:gd name="T42" fmla="*/ 241 w 383"/>
                <a:gd name="T43" fmla="*/ 239 h 501"/>
                <a:gd name="T44" fmla="*/ 241 w 383"/>
                <a:gd name="T45" fmla="*/ 260 h 501"/>
                <a:gd name="T46" fmla="*/ 261 w 383"/>
                <a:gd name="T47" fmla="*/ 260 h 501"/>
                <a:gd name="T48" fmla="*/ 378 w 383"/>
                <a:gd name="T49" fmla="*/ 143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83" h="501">
                  <a:moveTo>
                    <a:pt x="378" y="143"/>
                  </a:moveTo>
                  <a:lnTo>
                    <a:pt x="378" y="143"/>
                  </a:lnTo>
                  <a:cubicBezTo>
                    <a:pt x="379" y="142"/>
                    <a:pt x="381" y="140"/>
                    <a:pt x="381" y="139"/>
                  </a:cubicBezTo>
                  <a:cubicBezTo>
                    <a:pt x="382" y="135"/>
                    <a:pt x="382" y="131"/>
                    <a:pt x="381" y="127"/>
                  </a:cubicBezTo>
                  <a:cubicBezTo>
                    <a:pt x="381" y="125"/>
                    <a:pt x="379" y="124"/>
                    <a:pt x="378" y="123"/>
                  </a:cubicBezTo>
                  <a:lnTo>
                    <a:pt x="378" y="123"/>
                  </a:lnTo>
                  <a:cubicBezTo>
                    <a:pt x="261" y="6"/>
                    <a:pt x="261" y="6"/>
                    <a:pt x="261" y="6"/>
                  </a:cubicBezTo>
                  <a:cubicBezTo>
                    <a:pt x="254" y="0"/>
                    <a:pt x="246" y="0"/>
                    <a:pt x="241" y="6"/>
                  </a:cubicBezTo>
                  <a:cubicBezTo>
                    <a:pt x="234" y="11"/>
                    <a:pt x="234" y="21"/>
                    <a:pt x="241" y="27"/>
                  </a:cubicBezTo>
                  <a:cubicBezTo>
                    <a:pt x="333" y="119"/>
                    <a:pt x="333" y="119"/>
                    <a:pt x="333" y="119"/>
                  </a:cubicBezTo>
                  <a:cubicBezTo>
                    <a:pt x="280" y="119"/>
                    <a:pt x="280" y="119"/>
                    <a:pt x="280" y="119"/>
                  </a:cubicBezTo>
                  <a:cubicBezTo>
                    <a:pt x="216" y="119"/>
                    <a:pt x="157" y="140"/>
                    <a:pt x="109" y="178"/>
                  </a:cubicBezTo>
                  <a:cubicBezTo>
                    <a:pt x="46" y="227"/>
                    <a:pt x="11" y="302"/>
                    <a:pt x="7" y="381"/>
                  </a:cubicBezTo>
                  <a:cubicBezTo>
                    <a:pt x="2" y="484"/>
                    <a:pt x="2" y="484"/>
                    <a:pt x="2" y="484"/>
                  </a:cubicBezTo>
                  <a:cubicBezTo>
                    <a:pt x="0" y="492"/>
                    <a:pt x="7" y="499"/>
                    <a:pt x="15" y="499"/>
                  </a:cubicBezTo>
                  <a:cubicBezTo>
                    <a:pt x="24" y="500"/>
                    <a:pt x="31" y="493"/>
                    <a:pt x="31" y="485"/>
                  </a:cubicBezTo>
                  <a:lnTo>
                    <a:pt x="31" y="485"/>
                  </a:lnTo>
                  <a:cubicBezTo>
                    <a:pt x="36" y="383"/>
                    <a:pt x="36" y="383"/>
                    <a:pt x="36" y="383"/>
                  </a:cubicBezTo>
                  <a:cubicBezTo>
                    <a:pt x="40" y="312"/>
                    <a:pt x="72" y="243"/>
                    <a:pt x="127" y="201"/>
                  </a:cubicBezTo>
                  <a:cubicBezTo>
                    <a:pt x="169" y="167"/>
                    <a:pt x="223" y="147"/>
                    <a:pt x="280" y="147"/>
                  </a:cubicBezTo>
                  <a:cubicBezTo>
                    <a:pt x="333" y="147"/>
                    <a:pt x="333" y="147"/>
                    <a:pt x="333" y="147"/>
                  </a:cubicBezTo>
                  <a:cubicBezTo>
                    <a:pt x="241" y="239"/>
                    <a:pt x="241" y="239"/>
                    <a:pt x="241" y="239"/>
                  </a:cubicBezTo>
                  <a:cubicBezTo>
                    <a:pt x="234" y="246"/>
                    <a:pt x="234" y="254"/>
                    <a:pt x="241" y="260"/>
                  </a:cubicBezTo>
                  <a:cubicBezTo>
                    <a:pt x="246" y="267"/>
                    <a:pt x="254" y="267"/>
                    <a:pt x="261" y="260"/>
                  </a:cubicBezTo>
                  <a:cubicBezTo>
                    <a:pt x="378" y="143"/>
                    <a:pt x="378" y="143"/>
                    <a:pt x="378" y="14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3" name="Group 76">
            <a:extLst>
              <a:ext uri="{FF2B5EF4-FFF2-40B4-BE49-F238E27FC236}">
                <a16:creationId xmlns:a16="http://schemas.microsoft.com/office/drawing/2014/main" id="{9D92DFDA-9DB5-92B7-1261-EEE390079071}"/>
              </a:ext>
            </a:extLst>
          </p:cNvPr>
          <p:cNvGrpSpPr/>
          <p:nvPr/>
        </p:nvGrpSpPr>
        <p:grpSpPr>
          <a:xfrm>
            <a:off x="2197224" y="866403"/>
            <a:ext cx="254000" cy="254000"/>
            <a:chOff x="1055688" y="1203325"/>
            <a:chExt cx="254000" cy="254000"/>
          </a:xfrm>
          <a:solidFill>
            <a:schemeClr val="accent4"/>
          </a:solidFill>
        </p:grpSpPr>
        <p:sp>
          <p:nvSpPr>
            <p:cNvPr id="74" name="Freeform 59">
              <a:extLst>
                <a:ext uri="{FF2B5EF4-FFF2-40B4-BE49-F238E27FC236}">
                  <a16:creationId xmlns:a16="http://schemas.microsoft.com/office/drawing/2014/main" id="{3CD9AA07-88F8-3DEE-0F0C-58967D745E1A}"/>
                </a:ext>
              </a:extLst>
            </p:cNvPr>
            <p:cNvSpPr>
              <a:spLocks noChangeArrowheads="1"/>
            </p:cNvSpPr>
            <p:nvPr/>
          </p:nvSpPr>
          <p:spPr bwMode="auto">
            <a:xfrm>
              <a:off x="1055688" y="1203325"/>
              <a:ext cx="254000" cy="254000"/>
            </a:xfrm>
            <a:custGeom>
              <a:avLst/>
              <a:gdLst>
                <a:gd name="T0" fmla="*/ 352 w 704"/>
                <a:gd name="T1" fmla="*/ 0 h 704"/>
                <a:gd name="T2" fmla="*/ 352 w 704"/>
                <a:gd name="T3" fmla="*/ 0 h 704"/>
                <a:gd name="T4" fmla="*/ 88 w 704"/>
                <a:gd name="T5" fmla="*/ 118 h 704"/>
                <a:gd name="T6" fmla="*/ 88 w 704"/>
                <a:gd name="T7" fmla="*/ 14 h 704"/>
                <a:gd name="T8" fmla="*/ 74 w 704"/>
                <a:gd name="T9" fmla="*/ 0 h 704"/>
                <a:gd name="T10" fmla="*/ 59 w 704"/>
                <a:gd name="T11" fmla="*/ 14 h 704"/>
                <a:gd name="T12" fmla="*/ 59 w 704"/>
                <a:gd name="T13" fmla="*/ 161 h 704"/>
                <a:gd name="T14" fmla="*/ 70 w 704"/>
                <a:gd name="T15" fmla="*/ 175 h 704"/>
                <a:gd name="T16" fmla="*/ 73 w 704"/>
                <a:gd name="T17" fmla="*/ 175 h 704"/>
                <a:gd name="T18" fmla="*/ 74 w 704"/>
                <a:gd name="T19" fmla="*/ 176 h 704"/>
                <a:gd name="T20" fmla="*/ 220 w 704"/>
                <a:gd name="T21" fmla="*/ 176 h 704"/>
                <a:gd name="T22" fmla="*/ 235 w 704"/>
                <a:gd name="T23" fmla="*/ 161 h 704"/>
                <a:gd name="T24" fmla="*/ 220 w 704"/>
                <a:gd name="T25" fmla="*/ 146 h 704"/>
                <a:gd name="T26" fmla="*/ 104 w 704"/>
                <a:gd name="T27" fmla="*/ 146 h 704"/>
                <a:gd name="T28" fmla="*/ 352 w 704"/>
                <a:gd name="T29" fmla="*/ 29 h 704"/>
                <a:gd name="T30" fmla="*/ 352 w 704"/>
                <a:gd name="T31" fmla="*/ 29 h 704"/>
                <a:gd name="T32" fmla="*/ 352 w 704"/>
                <a:gd name="T33" fmla="*/ 29 h 704"/>
                <a:gd name="T34" fmla="*/ 579 w 704"/>
                <a:gd name="T35" fmla="*/ 124 h 704"/>
                <a:gd name="T36" fmla="*/ 674 w 704"/>
                <a:gd name="T37" fmla="*/ 352 h 704"/>
                <a:gd name="T38" fmla="*/ 579 w 704"/>
                <a:gd name="T39" fmla="*/ 578 h 704"/>
                <a:gd name="T40" fmla="*/ 352 w 704"/>
                <a:gd name="T41" fmla="*/ 673 h 704"/>
                <a:gd name="T42" fmla="*/ 124 w 704"/>
                <a:gd name="T43" fmla="*/ 578 h 704"/>
                <a:gd name="T44" fmla="*/ 30 w 704"/>
                <a:gd name="T45" fmla="*/ 352 h 704"/>
                <a:gd name="T46" fmla="*/ 15 w 704"/>
                <a:gd name="T47" fmla="*/ 337 h 704"/>
                <a:gd name="T48" fmla="*/ 0 w 704"/>
                <a:gd name="T49" fmla="*/ 352 h 704"/>
                <a:gd name="T50" fmla="*/ 352 w 704"/>
                <a:gd name="T51" fmla="*/ 703 h 704"/>
                <a:gd name="T52" fmla="*/ 703 w 704"/>
                <a:gd name="T53" fmla="*/ 352 h 704"/>
                <a:gd name="T54" fmla="*/ 352 w 704"/>
                <a:gd name="T55" fmla="*/ 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704">
                  <a:moveTo>
                    <a:pt x="352" y="0"/>
                  </a:moveTo>
                  <a:lnTo>
                    <a:pt x="352" y="0"/>
                  </a:lnTo>
                  <a:cubicBezTo>
                    <a:pt x="247" y="0"/>
                    <a:pt x="153" y="46"/>
                    <a:pt x="88" y="118"/>
                  </a:cubicBezTo>
                  <a:cubicBezTo>
                    <a:pt x="88" y="14"/>
                    <a:pt x="88" y="14"/>
                    <a:pt x="88" y="14"/>
                  </a:cubicBezTo>
                  <a:cubicBezTo>
                    <a:pt x="88" y="6"/>
                    <a:pt x="83" y="0"/>
                    <a:pt x="74" y="0"/>
                  </a:cubicBezTo>
                  <a:cubicBezTo>
                    <a:pt x="66" y="0"/>
                    <a:pt x="59" y="6"/>
                    <a:pt x="59" y="14"/>
                  </a:cubicBezTo>
                  <a:cubicBezTo>
                    <a:pt x="59" y="161"/>
                    <a:pt x="59" y="161"/>
                    <a:pt x="59" y="161"/>
                  </a:cubicBezTo>
                  <a:cubicBezTo>
                    <a:pt x="59" y="168"/>
                    <a:pt x="65" y="173"/>
                    <a:pt x="70" y="175"/>
                  </a:cubicBezTo>
                  <a:cubicBezTo>
                    <a:pt x="72" y="175"/>
                    <a:pt x="72" y="175"/>
                    <a:pt x="73" y="175"/>
                  </a:cubicBezTo>
                  <a:cubicBezTo>
                    <a:pt x="73" y="175"/>
                    <a:pt x="73" y="176"/>
                    <a:pt x="74" y="176"/>
                  </a:cubicBezTo>
                  <a:cubicBezTo>
                    <a:pt x="220" y="176"/>
                    <a:pt x="220" y="176"/>
                    <a:pt x="220" y="176"/>
                  </a:cubicBezTo>
                  <a:cubicBezTo>
                    <a:pt x="228" y="176"/>
                    <a:pt x="235" y="169"/>
                    <a:pt x="235" y="161"/>
                  </a:cubicBezTo>
                  <a:cubicBezTo>
                    <a:pt x="235" y="153"/>
                    <a:pt x="228" y="146"/>
                    <a:pt x="220" y="146"/>
                  </a:cubicBezTo>
                  <a:cubicBezTo>
                    <a:pt x="104" y="146"/>
                    <a:pt x="104" y="146"/>
                    <a:pt x="104" y="146"/>
                  </a:cubicBezTo>
                  <a:cubicBezTo>
                    <a:pt x="164" y="74"/>
                    <a:pt x="253" y="29"/>
                    <a:pt x="352" y="29"/>
                  </a:cubicBezTo>
                  <a:lnTo>
                    <a:pt x="352" y="29"/>
                  </a:lnTo>
                  <a:lnTo>
                    <a:pt x="352" y="29"/>
                  </a:lnTo>
                  <a:cubicBezTo>
                    <a:pt x="441" y="29"/>
                    <a:pt x="522" y="65"/>
                    <a:pt x="579" y="124"/>
                  </a:cubicBezTo>
                  <a:cubicBezTo>
                    <a:pt x="639" y="181"/>
                    <a:pt x="674" y="262"/>
                    <a:pt x="674" y="352"/>
                  </a:cubicBezTo>
                  <a:cubicBezTo>
                    <a:pt x="674" y="440"/>
                    <a:pt x="639" y="521"/>
                    <a:pt x="579" y="578"/>
                  </a:cubicBezTo>
                  <a:cubicBezTo>
                    <a:pt x="522" y="637"/>
                    <a:pt x="441" y="673"/>
                    <a:pt x="352" y="673"/>
                  </a:cubicBezTo>
                  <a:cubicBezTo>
                    <a:pt x="264" y="673"/>
                    <a:pt x="183" y="637"/>
                    <a:pt x="124" y="578"/>
                  </a:cubicBezTo>
                  <a:cubicBezTo>
                    <a:pt x="66" y="521"/>
                    <a:pt x="30" y="440"/>
                    <a:pt x="30" y="352"/>
                  </a:cubicBezTo>
                  <a:cubicBezTo>
                    <a:pt x="30" y="343"/>
                    <a:pt x="24" y="337"/>
                    <a:pt x="15" y="337"/>
                  </a:cubicBezTo>
                  <a:cubicBezTo>
                    <a:pt x="7" y="337"/>
                    <a:pt x="0" y="343"/>
                    <a:pt x="0" y="352"/>
                  </a:cubicBezTo>
                  <a:cubicBezTo>
                    <a:pt x="0" y="545"/>
                    <a:pt x="158" y="703"/>
                    <a:pt x="352" y="703"/>
                  </a:cubicBezTo>
                  <a:cubicBezTo>
                    <a:pt x="547" y="703"/>
                    <a:pt x="703" y="545"/>
                    <a:pt x="703" y="352"/>
                  </a:cubicBezTo>
                  <a:cubicBezTo>
                    <a:pt x="703" y="157"/>
                    <a:pt x="547" y="0"/>
                    <a:pt x="3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0">
              <a:extLst>
                <a:ext uri="{FF2B5EF4-FFF2-40B4-BE49-F238E27FC236}">
                  <a16:creationId xmlns:a16="http://schemas.microsoft.com/office/drawing/2014/main" id="{1273EB11-629E-8BB6-72D2-9AD36D46051A}"/>
                </a:ext>
              </a:extLst>
            </p:cNvPr>
            <p:cNvSpPr>
              <a:spLocks noChangeArrowheads="1"/>
            </p:cNvSpPr>
            <p:nvPr/>
          </p:nvSpPr>
          <p:spPr bwMode="auto">
            <a:xfrm>
              <a:off x="1182688" y="1255713"/>
              <a:ext cx="74612" cy="84137"/>
            </a:xfrm>
            <a:custGeom>
              <a:avLst/>
              <a:gdLst>
                <a:gd name="T0" fmla="*/ 15 w 207"/>
                <a:gd name="T1" fmla="*/ 0 h 235"/>
                <a:gd name="T2" fmla="*/ 15 w 207"/>
                <a:gd name="T3" fmla="*/ 0 h 235"/>
                <a:gd name="T4" fmla="*/ 0 w 207"/>
                <a:gd name="T5" fmla="*/ 15 h 235"/>
                <a:gd name="T6" fmla="*/ 0 w 207"/>
                <a:gd name="T7" fmla="*/ 219 h 235"/>
                <a:gd name="T8" fmla="*/ 15 w 207"/>
                <a:gd name="T9" fmla="*/ 234 h 235"/>
                <a:gd name="T10" fmla="*/ 190 w 207"/>
                <a:gd name="T11" fmla="*/ 234 h 235"/>
                <a:gd name="T12" fmla="*/ 206 w 207"/>
                <a:gd name="T13" fmla="*/ 219 h 235"/>
                <a:gd name="T14" fmla="*/ 190 w 207"/>
                <a:gd name="T15" fmla="*/ 206 h 235"/>
                <a:gd name="T16" fmla="*/ 30 w 207"/>
                <a:gd name="T17" fmla="*/ 206 h 235"/>
                <a:gd name="T18" fmla="*/ 30 w 207"/>
                <a:gd name="T19" fmla="*/ 15 h 235"/>
                <a:gd name="T20" fmla="*/ 15 w 207"/>
                <a:gd name="T21" fmla="*/ 0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07" h="235">
                  <a:moveTo>
                    <a:pt x="15" y="0"/>
                  </a:moveTo>
                  <a:lnTo>
                    <a:pt x="15" y="0"/>
                  </a:lnTo>
                  <a:cubicBezTo>
                    <a:pt x="6" y="0"/>
                    <a:pt x="0" y="7"/>
                    <a:pt x="0" y="15"/>
                  </a:cubicBezTo>
                  <a:cubicBezTo>
                    <a:pt x="0" y="219"/>
                    <a:pt x="0" y="219"/>
                    <a:pt x="0" y="219"/>
                  </a:cubicBezTo>
                  <a:cubicBezTo>
                    <a:pt x="0" y="228"/>
                    <a:pt x="6" y="234"/>
                    <a:pt x="15" y="234"/>
                  </a:cubicBezTo>
                  <a:cubicBezTo>
                    <a:pt x="190" y="234"/>
                    <a:pt x="190" y="234"/>
                    <a:pt x="190" y="234"/>
                  </a:cubicBezTo>
                  <a:cubicBezTo>
                    <a:pt x="199" y="234"/>
                    <a:pt x="206" y="228"/>
                    <a:pt x="206" y="219"/>
                  </a:cubicBezTo>
                  <a:cubicBezTo>
                    <a:pt x="206" y="211"/>
                    <a:pt x="199" y="206"/>
                    <a:pt x="190" y="206"/>
                  </a:cubicBezTo>
                  <a:cubicBezTo>
                    <a:pt x="30" y="206"/>
                    <a:pt x="30" y="206"/>
                    <a:pt x="30" y="206"/>
                  </a:cubicBezTo>
                  <a:cubicBezTo>
                    <a:pt x="30" y="15"/>
                    <a:pt x="30" y="15"/>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76" name="Freeform 61">
            <a:extLst>
              <a:ext uri="{FF2B5EF4-FFF2-40B4-BE49-F238E27FC236}">
                <a16:creationId xmlns:a16="http://schemas.microsoft.com/office/drawing/2014/main" id="{DCDE1E66-3FA0-3143-5155-80BCF00B534B}"/>
              </a:ext>
            </a:extLst>
          </p:cNvPr>
          <p:cNvSpPr>
            <a:spLocks noChangeArrowheads="1"/>
          </p:cNvSpPr>
          <p:nvPr/>
        </p:nvSpPr>
        <p:spPr bwMode="auto">
          <a:xfrm>
            <a:off x="2703636" y="866403"/>
            <a:ext cx="254000" cy="254000"/>
          </a:xfrm>
          <a:custGeom>
            <a:avLst/>
            <a:gdLst>
              <a:gd name="T0" fmla="*/ 88 w 704"/>
              <a:gd name="T1" fmla="*/ 118 h 704"/>
              <a:gd name="T2" fmla="*/ 88 w 704"/>
              <a:gd name="T3" fmla="*/ 118 h 704"/>
              <a:gd name="T4" fmla="*/ 88 w 704"/>
              <a:gd name="T5" fmla="*/ 14 h 704"/>
              <a:gd name="T6" fmla="*/ 74 w 704"/>
              <a:gd name="T7" fmla="*/ 0 h 704"/>
              <a:gd name="T8" fmla="*/ 59 w 704"/>
              <a:gd name="T9" fmla="*/ 14 h 704"/>
              <a:gd name="T10" fmla="*/ 59 w 704"/>
              <a:gd name="T11" fmla="*/ 161 h 704"/>
              <a:gd name="T12" fmla="*/ 70 w 704"/>
              <a:gd name="T13" fmla="*/ 175 h 704"/>
              <a:gd name="T14" fmla="*/ 73 w 704"/>
              <a:gd name="T15" fmla="*/ 175 h 704"/>
              <a:gd name="T16" fmla="*/ 74 w 704"/>
              <a:gd name="T17" fmla="*/ 176 h 704"/>
              <a:gd name="T18" fmla="*/ 219 w 704"/>
              <a:gd name="T19" fmla="*/ 176 h 704"/>
              <a:gd name="T20" fmla="*/ 235 w 704"/>
              <a:gd name="T21" fmla="*/ 161 h 704"/>
              <a:gd name="T22" fmla="*/ 219 w 704"/>
              <a:gd name="T23" fmla="*/ 146 h 704"/>
              <a:gd name="T24" fmla="*/ 104 w 704"/>
              <a:gd name="T25" fmla="*/ 146 h 704"/>
              <a:gd name="T26" fmla="*/ 351 w 704"/>
              <a:gd name="T27" fmla="*/ 29 h 704"/>
              <a:gd name="T28" fmla="*/ 579 w 704"/>
              <a:gd name="T29" fmla="*/ 124 h 704"/>
              <a:gd name="T30" fmla="*/ 674 w 704"/>
              <a:gd name="T31" fmla="*/ 352 h 704"/>
              <a:gd name="T32" fmla="*/ 579 w 704"/>
              <a:gd name="T33" fmla="*/ 578 h 704"/>
              <a:gd name="T34" fmla="*/ 351 w 704"/>
              <a:gd name="T35" fmla="*/ 673 h 704"/>
              <a:gd name="T36" fmla="*/ 123 w 704"/>
              <a:gd name="T37" fmla="*/ 578 h 704"/>
              <a:gd name="T38" fmla="*/ 30 w 704"/>
              <a:gd name="T39" fmla="*/ 352 h 704"/>
              <a:gd name="T40" fmla="*/ 15 w 704"/>
              <a:gd name="T41" fmla="*/ 337 h 704"/>
              <a:gd name="T42" fmla="*/ 0 w 704"/>
              <a:gd name="T43" fmla="*/ 352 h 704"/>
              <a:gd name="T44" fmla="*/ 351 w 704"/>
              <a:gd name="T45" fmla="*/ 703 h 704"/>
              <a:gd name="T46" fmla="*/ 703 w 704"/>
              <a:gd name="T47" fmla="*/ 352 h 704"/>
              <a:gd name="T48" fmla="*/ 351 w 704"/>
              <a:gd name="T49" fmla="*/ 0 h 704"/>
              <a:gd name="T50" fmla="*/ 88 w 704"/>
              <a:gd name="T51" fmla="*/ 11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88" y="118"/>
                </a:moveTo>
                <a:lnTo>
                  <a:pt x="88" y="118"/>
                </a:lnTo>
                <a:cubicBezTo>
                  <a:pt x="88" y="14"/>
                  <a:pt x="88" y="14"/>
                  <a:pt x="88" y="14"/>
                </a:cubicBezTo>
                <a:cubicBezTo>
                  <a:pt x="88" y="6"/>
                  <a:pt x="82" y="0"/>
                  <a:pt x="74" y="0"/>
                </a:cubicBezTo>
                <a:cubicBezTo>
                  <a:pt x="66" y="0"/>
                  <a:pt x="59" y="6"/>
                  <a:pt x="59" y="14"/>
                </a:cubicBezTo>
                <a:cubicBezTo>
                  <a:pt x="59" y="161"/>
                  <a:pt x="59" y="161"/>
                  <a:pt x="59" y="161"/>
                </a:cubicBezTo>
                <a:cubicBezTo>
                  <a:pt x="59" y="168"/>
                  <a:pt x="64" y="173"/>
                  <a:pt x="70" y="175"/>
                </a:cubicBezTo>
                <a:cubicBezTo>
                  <a:pt x="71" y="175"/>
                  <a:pt x="71" y="175"/>
                  <a:pt x="73" y="175"/>
                </a:cubicBezTo>
                <a:cubicBezTo>
                  <a:pt x="73" y="175"/>
                  <a:pt x="73" y="176"/>
                  <a:pt x="74" y="176"/>
                </a:cubicBezTo>
                <a:cubicBezTo>
                  <a:pt x="219" y="176"/>
                  <a:pt x="219" y="176"/>
                  <a:pt x="219" y="176"/>
                </a:cubicBezTo>
                <a:cubicBezTo>
                  <a:pt x="228" y="176"/>
                  <a:pt x="235" y="169"/>
                  <a:pt x="235" y="161"/>
                </a:cubicBezTo>
                <a:cubicBezTo>
                  <a:pt x="235" y="153"/>
                  <a:pt x="228" y="146"/>
                  <a:pt x="219" y="146"/>
                </a:cubicBezTo>
                <a:cubicBezTo>
                  <a:pt x="104" y="146"/>
                  <a:pt x="104" y="146"/>
                  <a:pt x="104" y="146"/>
                </a:cubicBezTo>
                <a:cubicBezTo>
                  <a:pt x="163" y="74"/>
                  <a:pt x="252" y="29"/>
                  <a:pt x="351" y="29"/>
                </a:cubicBezTo>
                <a:cubicBezTo>
                  <a:pt x="440" y="29"/>
                  <a:pt x="521" y="65"/>
                  <a:pt x="579" y="124"/>
                </a:cubicBezTo>
                <a:cubicBezTo>
                  <a:pt x="638" y="181"/>
                  <a:pt x="674" y="262"/>
                  <a:pt x="674" y="352"/>
                </a:cubicBezTo>
                <a:cubicBezTo>
                  <a:pt x="674" y="440"/>
                  <a:pt x="638" y="521"/>
                  <a:pt x="579" y="578"/>
                </a:cubicBezTo>
                <a:cubicBezTo>
                  <a:pt x="521" y="637"/>
                  <a:pt x="440" y="673"/>
                  <a:pt x="351" y="673"/>
                </a:cubicBezTo>
                <a:cubicBezTo>
                  <a:pt x="263" y="673"/>
                  <a:pt x="182" y="637"/>
                  <a:pt x="123" y="578"/>
                </a:cubicBezTo>
                <a:cubicBezTo>
                  <a:pt x="66" y="521"/>
                  <a:pt x="30" y="440"/>
                  <a:pt x="30" y="352"/>
                </a:cubicBezTo>
                <a:cubicBezTo>
                  <a:pt x="30" y="343"/>
                  <a:pt x="23" y="337"/>
                  <a:pt x="15" y="337"/>
                </a:cubicBezTo>
                <a:cubicBezTo>
                  <a:pt x="7" y="337"/>
                  <a:pt x="0" y="343"/>
                  <a:pt x="0" y="352"/>
                </a:cubicBezTo>
                <a:cubicBezTo>
                  <a:pt x="0" y="545"/>
                  <a:pt x="158" y="703"/>
                  <a:pt x="351" y="703"/>
                </a:cubicBezTo>
                <a:cubicBezTo>
                  <a:pt x="546" y="703"/>
                  <a:pt x="703" y="545"/>
                  <a:pt x="703" y="352"/>
                </a:cubicBezTo>
                <a:cubicBezTo>
                  <a:pt x="703" y="157"/>
                  <a:pt x="546" y="0"/>
                  <a:pt x="351" y="0"/>
                </a:cubicBezTo>
                <a:cubicBezTo>
                  <a:pt x="247" y="0"/>
                  <a:pt x="152" y="46"/>
                  <a:pt x="88" y="118"/>
                </a:cubicBezTo>
              </a:path>
            </a:pathLst>
          </a:custGeom>
          <a:solidFill>
            <a:schemeClr val="accent4"/>
          </a:solidFill>
          <a:ln>
            <a:noFill/>
          </a:ln>
          <a:effectLst/>
        </p:spPr>
        <p:txBody>
          <a:bodyPr wrap="none" anchor="ctr"/>
          <a:lstStyle/>
          <a:p>
            <a:endParaRPr lang="da-DK"/>
          </a:p>
        </p:txBody>
      </p:sp>
      <p:grpSp>
        <p:nvGrpSpPr>
          <p:cNvPr id="77" name="Group 80">
            <a:extLst>
              <a:ext uri="{FF2B5EF4-FFF2-40B4-BE49-F238E27FC236}">
                <a16:creationId xmlns:a16="http://schemas.microsoft.com/office/drawing/2014/main" id="{25DACB63-E15D-5963-0C6C-E19161A79A04}"/>
              </a:ext>
            </a:extLst>
          </p:cNvPr>
          <p:cNvGrpSpPr/>
          <p:nvPr/>
        </p:nvGrpSpPr>
        <p:grpSpPr>
          <a:xfrm>
            <a:off x="3210049" y="867197"/>
            <a:ext cx="254000" cy="252413"/>
            <a:chOff x="2068513" y="1203325"/>
            <a:chExt cx="254000" cy="252413"/>
          </a:xfrm>
          <a:solidFill>
            <a:schemeClr val="accent4"/>
          </a:solidFill>
        </p:grpSpPr>
        <p:sp>
          <p:nvSpPr>
            <p:cNvPr id="78" name="Freeform 62">
              <a:extLst>
                <a:ext uri="{FF2B5EF4-FFF2-40B4-BE49-F238E27FC236}">
                  <a16:creationId xmlns:a16="http://schemas.microsoft.com/office/drawing/2014/main" id="{A534A47E-E021-0C7D-9E58-499AC84BEAE4}"/>
                </a:ext>
              </a:extLst>
            </p:cNvPr>
            <p:cNvSpPr>
              <a:spLocks noChangeArrowheads="1"/>
            </p:cNvSpPr>
            <p:nvPr/>
          </p:nvSpPr>
          <p:spPr bwMode="auto">
            <a:xfrm>
              <a:off x="2068513" y="1203325"/>
              <a:ext cx="242887" cy="131763"/>
            </a:xfrm>
            <a:custGeom>
              <a:avLst/>
              <a:gdLst>
                <a:gd name="T0" fmla="*/ 16 w 675"/>
                <a:gd name="T1" fmla="*/ 365 h 366"/>
                <a:gd name="T2" fmla="*/ 16 w 675"/>
                <a:gd name="T3" fmla="*/ 365 h 366"/>
                <a:gd name="T4" fmla="*/ 31 w 675"/>
                <a:gd name="T5" fmla="*/ 352 h 366"/>
                <a:gd name="T6" fmla="*/ 31 w 675"/>
                <a:gd name="T7" fmla="*/ 352 h 366"/>
                <a:gd name="T8" fmla="*/ 124 w 675"/>
                <a:gd name="T9" fmla="*/ 124 h 366"/>
                <a:gd name="T10" fmla="*/ 352 w 675"/>
                <a:gd name="T11" fmla="*/ 29 h 366"/>
                <a:gd name="T12" fmla="*/ 639 w 675"/>
                <a:gd name="T13" fmla="*/ 205 h 366"/>
                <a:gd name="T14" fmla="*/ 514 w 675"/>
                <a:gd name="T15" fmla="*/ 205 h 366"/>
                <a:gd name="T16" fmla="*/ 499 w 675"/>
                <a:gd name="T17" fmla="*/ 220 h 366"/>
                <a:gd name="T18" fmla="*/ 514 w 675"/>
                <a:gd name="T19" fmla="*/ 234 h 366"/>
                <a:gd name="T20" fmla="*/ 659 w 675"/>
                <a:gd name="T21" fmla="*/ 234 h 366"/>
                <a:gd name="T22" fmla="*/ 674 w 675"/>
                <a:gd name="T23" fmla="*/ 220 h 366"/>
                <a:gd name="T24" fmla="*/ 674 w 675"/>
                <a:gd name="T25" fmla="*/ 213 h 366"/>
                <a:gd name="T26" fmla="*/ 674 w 675"/>
                <a:gd name="T27" fmla="*/ 213 h 366"/>
                <a:gd name="T28" fmla="*/ 674 w 675"/>
                <a:gd name="T29" fmla="*/ 73 h 366"/>
                <a:gd name="T30" fmla="*/ 659 w 675"/>
                <a:gd name="T31" fmla="*/ 58 h 366"/>
                <a:gd name="T32" fmla="*/ 646 w 675"/>
                <a:gd name="T33" fmla="*/ 73 h 366"/>
                <a:gd name="T34" fmla="*/ 646 w 675"/>
                <a:gd name="T35" fmla="*/ 157 h 366"/>
                <a:gd name="T36" fmla="*/ 352 w 675"/>
                <a:gd name="T37" fmla="*/ 0 h 366"/>
                <a:gd name="T38" fmla="*/ 0 w 675"/>
                <a:gd name="T39" fmla="*/ 352 h 366"/>
                <a:gd name="T40" fmla="*/ 16 w 675"/>
                <a:gd name="T41" fmla="*/ 365 h 3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5" h="366">
                  <a:moveTo>
                    <a:pt x="16" y="365"/>
                  </a:moveTo>
                  <a:lnTo>
                    <a:pt x="16" y="365"/>
                  </a:lnTo>
                  <a:cubicBezTo>
                    <a:pt x="24" y="365"/>
                    <a:pt x="31" y="359"/>
                    <a:pt x="31" y="352"/>
                  </a:cubicBezTo>
                  <a:lnTo>
                    <a:pt x="31" y="352"/>
                  </a:lnTo>
                  <a:cubicBezTo>
                    <a:pt x="31" y="262"/>
                    <a:pt x="66" y="181"/>
                    <a:pt x="124" y="124"/>
                  </a:cubicBezTo>
                  <a:cubicBezTo>
                    <a:pt x="183" y="65"/>
                    <a:pt x="264" y="29"/>
                    <a:pt x="352" y="29"/>
                  </a:cubicBezTo>
                  <a:cubicBezTo>
                    <a:pt x="478" y="29"/>
                    <a:pt x="585" y="100"/>
                    <a:pt x="639" y="205"/>
                  </a:cubicBezTo>
                  <a:cubicBezTo>
                    <a:pt x="514" y="205"/>
                    <a:pt x="514" y="205"/>
                    <a:pt x="514" y="205"/>
                  </a:cubicBezTo>
                  <a:cubicBezTo>
                    <a:pt x="506" y="205"/>
                    <a:pt x="499" y="212"/>
                    <a:pt x="499" y="220"/>
                  </a:cubicBezTo>
                  <a:cubicBezTo>
                    <a:pt x="499" y="227"/>
                    <a:pt x="506" y="234"/>
                    <a:pt x="514" y="234"/>
                  </a:cubicBezTo>
                  <a:cubicBezTo>
                    <a:pt x="659" y="234"/>
                    <a:pt x="659" y="234"/>
                    <a:pt x="659" y="234"/>
                  </a:cubicBezTo>
                  <a:cubicBezTo>
                    <a:pt x="668" y="234"/>
                    <a:pt x="674" y="227"/>
                    <a:pt x="674" y="220"/>
                  </a:cubicBezTo>
                  <a:cubicBezTo>
                    <a:pt x="674" y="213"/>
                    <a:pt x="674" y="213"/>
                    <a:pt x="674" y="213"/>
                  </a:cubicBezTo>
                  <a:lnTo>
                    <a:pt x="674" y="213"/>
                  </a:lnTo>
                  <a:cubicBezTo>
                    <a:pt x="674" y="73"/>
                    <a:pt x="674" y="73"/>
                    <a:pt x="674" y="73"/>
                  </a:cubicBezTo>
                  <a:cubicBezTo>
                    <a:pt x="674" y="65"/>
                    <a:pt x="668" y="58"/>
                    <a:pt x="659" y="58"/>
                  </a:cubicBezTo>
                  <a:cubicBezTo>
                    <a:pt x="651" y="58"/>
                    <a:pt x="646" y="65"/>
                    <a:pt x="646" y="73"/>
                  </a:cubicBezTo>
                  <a:cubicBezTo>
                    <a:pt x="646" y="157"/>
                    <a:pt x="646" y="157"/>
                    <a:pt x="646" y="157"/>
                  </a:cubicBezTo>
                  <a:cubicBezTo>
                    <a:pt x="582" y="62"/>
                    <a:pt x="475" y="0"/>
                    <a:pt x="352" y="0"/>
                  </a:cubicBezTo>
                  <a:cubicBezTo>
                    <a:pt x="158" y="0"/>
                    <a:pt x="0" y="157"/>
                    <a:pt x="0" y="352"/>
                  </a:cubicBezTo>
                  <a:cubicBezTo>
                    <a:pt x="0" y="359"/>
                    <a:pt x="7" y="365"/>
                    <a:pt x="16" y="3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3">
              <a:extLst>
                <a:ext uri="{FF2B5EF4-FFF2-40B4-BE49-F238E27FC236}">
                  <a16:creationId xmlns:a16="http://schemas.microsoft.com/office/drawing/2014/main" id="{DA8B2E5D-0F23-7DD2-C8B9-2E03FB1DD7C4}"/>
                </a:ext>
              </a:extLst>
            </p:cNvPr>
            <p:cNvSpPr>
              <a:spLocks noChangeArrowheads="1"/>
            </p:cNvSpPr>
            <p:nvPr/>
          </p:nvSpPr>
          <p:spPr bwMode="auto">
            <a:xfrm>
              <a:off x="2079625" y="1323975"/>
              <a:ext cx="242888" cy="131763"/>
            </a:xfrm>
            <a:custGeom>
              <a:avLst/>
              <a:gdLst>
                <a:gd name="T0" fmla="*/ 643 w 673"/>
                <a:gd name="T1" fmla="*/ 15 h 367"/>
                <a:gd name="T2" fmla="*/ 643 w 673"/>
                <a:gd name="T3" fmla="*/ 15 h 367"/>
                <a:gd name="T4" fmla="*/ 549 w 673"/>
                <a:gd name="T5" fmla="*/ 241 h 367"/>
                <a:gd name="T6" fmla="*/ 321 w 673"/>
                <a:gd name="T7" fmla="*/ 336 h 367"/>
                <a:gd name="T8" fmla="*/ 35 w 673"/>
                <a:gd name="T9" fmla="*/ 160 h 367"/>
                <a:gd name="T10" fmla="*/ 160 w 673"/>
                <a:gd name="T11" fmla="*/ 160 h 367"/>
                <a:gd name="T12" fmla="*/ 175 w 673"/>
                <a:gd name="T13" fmla="*/ 146 h 367"/>
                <a:gd name="T14" fmla="*/ 160 w 673"/>
                <a:gd name="T15" fmla="*/ 131 h 367"/>
                <a:gd name="T16" fmla="*/ 13 w 673"/>
                <a:gd name="T17" fmla="*/ 131 h 367"/>
                <a:gd name="T18" fmla="*/ 0 w 673"/>
                <a:gd name="T19" fmla="*/ 146 h 367"/>
                <a:gd name="T20" fmla="*/ 0 w 673"/>
                <a:gd name="T21" fmla="*/ 152 h 367"/>
                <a:gd name="T22" fmla="*/ 0 w 673"/>
                <a:gd name="T23" fmla="*/ 152 h 367"/>
                <a:gd name="T24" fmla="*/ 0 w 673"/>
                <a:gd name="T25" fmla="*/ 292 h 367"/>
                <a:gd name="T26" fmla="*/ 13 w 673"/>
                <a:gd name="T27" fmla="*/ 307 h 367"/>
                <a:gd name="T28" fmla="*/ 28 w 673"/>
                <a:gd name="T29" fmla="*/ 292 h 367"/>
                <a:gd name="T30" fmla="*/ 28 w 673"/>
                <a:gd name="T31" fmla="*/ 208 h 367"/>
                <a:gd name="T32" fmla="*/ 321 w 673"/>
                <a:gd name="T33" fmla="*/ 366 h 367"/>
                <a:gd name="T34" fmla="*/ 672 w 673"/>
                <a:gd name="T35" fmla="*/ 15 h 367"/>
                <a:gd name="T36" fmla="*/ 659 w 673"/>
                <a:gd name="T37" fmla="*/ 0 h 367"/>
                <a:gd name="T38" fmla="*/ 643 w 673"/>
                <a:gd name="T39" fmla="*/ 15 h 3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73" h="367">
                  <a:moveTo>
                    <a:pt x="643" y="15"/>
                  </a:moveTo>
                  <a:lnTo>
                    <a:pt x="643" y="15"/>
                  </a:lnTo>
                  <a:cubicBezTo>
                    <a:pt x="643" y="103"/>
                    <a:pt x="608" y="184"/>
                    <a:pt x="549" y="241"/>
                  </a:cubicBezTo>
                  <a:cubicBezTo>
                    <a:pt x="491" y="300"/>
                    <a:pt x="410" y="336"/>
                    <a:pt x="321" y="336"/>
                  </a:cubicBezTo>
                  <a:cubicBezTo>
                    <a:pt x="196" y="336"/>
                    <a:pt x="87" y="264"/>
                    <a:pt x="35" y="160"/>
                  </a:cubicBezTo>
                  <a:cubicBezTo>
                    <a:pt x="160" y="160"/>
                    <a:pt x="160" y="160"/>
                    <a:pt x="160" y="160"/>
                  </a:cubicBezTo>
                  <a:cubicBezTo>
                    <a:pt x="168" y="160"/>
                    <a:pt x="175" y="153"/>
                    <a:pt x="175" y="146"/>
                  </a:cubicBezTo>
                  <a:cubicBezTo>
                    <a:pt x="175" y="138"/>
                    <a:pt x="168" y="131"/>
                    <a:pt x="160" y="131"/>
                  </a:cubicBezTo>
                  <a:cubicBezTo>
                    <a:pt x="13" y="131"/>
                    <a:pt x="13" y="131"/>
                    <a:pt x="13" y="131"/>
                  </a:cubicBezTo>
                  <a:cubicBezTo>
                    <a:pt x="5" y="131"/>
                    <a:pt x="0" y="138"/>
                    <a:pt x="0" y="146"/>
                  </a:cubicBezTo>
                  <a:cubicBezTo>
                    <a:pt x="0" y="152"/>
                    <a:pt x="0" y="152"/>
                    <a:pt x="0" y="152"/>
                  </a:cubicBezTo>
                  <a:lnTo>
                    <a:pt x="0" y="152"/>
                  </a:lnTo>
                  <a:cubicBezTo>
                    <a:pt x="0" y="292"/>
                    <a:pt x="0" y="292"/>
                    <a:pt x="0" y="292"/>
                  </a:cubicBezTo>
                  <a:cubicBezTo>
                    <a:pt x="0" y="300"/>
                    <a:pt x="5" y="307"/>
                    <a:pt x="13" y="307"/>
                  </a:cubicBezTo>
                  <a:cubicBezTo>
                    <a:pt x="22" y="307"/>
                    <a:pt x="28" y="300"/>
                    <a:pt x="28" y="292"/>
                  </a:cubicBezTo>
                  <a:cubicBezTo>
                    <a:pt x="28" y="208"/>
                    <a:pt x="28" y="208"/>
                    <a:pt x="28" y="208"/>
                  </a:cubicBezTo>
                  <a:cubicBezTo>
                    <a:pt x="92" y="303"/>
                    <a:pt x="199" y="366"/>
                    <a:pt x="321" y="366"/>
                  </a:cubicBezTo>
                  <a:cubicBezTo>
                    <a:pt x="516" y="366"/>
                    <a:pt x="672" y="208"/>
                    <a:pt x="672" y="15"/>
                  </a:cubicBezTo>
                  <a:cubicBezTo>
                    <a:pt x="672" y="6"/>
                    <a:pt x="667" y="0"/>
                    <a:pt x="659" y="0"/>
                  </a:cubicBezTo>
                  <a:cubicBezTo>
                    <a:pt x="650" y="0"/>
                    <a:pt x="643" y="6"/>
                    <a:pt x="643"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0" name="Group 83">
            <a:extLst>
              <a:ext uri="{FF2B5EF4-FFF2-40B4-BE49-F238E27FC236}">
                <a16:creationId xmlns:a16="http://schemas.microsoft.com/office/drawing/2014/main" id="{29ADFB70-EC87-20BA-992F-F3705E7EC85B}"/>
              </a:ext>
            </a:extLst>
          </p:cNvPr>
          <p:cNvGrpSpPr/>
          <p:nvPr/>
        </p:nvGrpSpPr>
        <p:grpSpPr>
          <a:xfrm>
            <a:off x="2724274" y="2873103"/>
            <a:ext cx="242887" cy="242887"/>
            <a:chOff x="1582738" y="3227388"/>
            <a:chExt cx="242887" cy="242887"/>
          </a:xfrm>
          <a:solidFill>
            <a:schemeClr val="accent4"/>
          </a:solidFill>
        </p:grpSpPr>
        <p:sp>
          <p:nvSpPr>
            <p:cNvPr id="81" name="Freeform 64">
              <a:extLst>
                <a:ext uri="{FF2B5EF4-FFF2-40B4-BE49-F238E27FC236}">
                  <a16:creationId xmlns:a16="http://schemas.microsoft.com/office/drawing/2014/main" id="{BCFF0D06-827C-3B9A-A1A5-E7CA274D1092}"/>
                </a:ext>
              </a:extLst>
            </p:cNvPr>
            <p:cNvSpPr>
              <a:spLocks noChangeArrowheads="1"/>
            </p:cNvSpPr>
            <p:nvPr/>
          </p:nvSpPr>
          <p:spPr bwMode="auto">
            <a:xfrm>
              <a:off x="1582738" y="3227388"/>
              <a:ext cx="242887" cy="242887"/>
            </a:xfrm>
            <a:custGeom>
              <a:avLst/>
              <a:gdLst>
                <a:gd name="T0" fmla="*/ 674 w 675"/>
                <a:gd name="T1" fmla="*/ 336 h 673"/>
                <a:gd name="T2" fmla="*/ 674 w 675"/>
                <a:gd name="T3" fmla="*/ 336 h 673"/>
                <a:gd name="T4" fmla="*/ 336 w 675"/>
                <a:gd name="T5" fmla="*/ 0 h 673"/>
                <a:gd name="T6" fmla="*/ 0 w 675"/>
                <a:gd name="T7" fmla="*/ 336 h 673"/>
                <a:gd name="T8" fmla="*/ 336 w 675"/>
                <a:gd name="T9" fmla="*/ 672 h 673"/>
                <a:gd name="T10" fmla="*/ 674 w 675"/>
                <a:gd name="T11" fmla="*/ 336 h 673"/>
                <a:gd name="T12" fmla="*/ 336 w 675"/>
                <a:gd name="T13" fmla="*/ 643 h 673"/>
                <a:gd name="T14" fmla="*/ 336 w 675"/>
                <a:gd name="T15" fmla="*/ 643 h 673"/>
                <a:gd name="T16" fmla="*/ 119 w 675"/>
                <a:gd name="T17" fmla="*/ 553 h 673"/>
                <a:gd name="T18" fmla="*/ 29 w 675"/>
                <a:gd name="T19" fmla="*/ 336 h 673"/>
                <a:gd name="T20" fmla="*/ 119 w 675"/>
                <a:gd name="T21" fmla="*/ 118 h 673"/>
                <a:gd name="T22" fmla="*/ 336 w 675"/>
                <a:gd name="T23" fmla="*/ 28 h 673"/>
                <a:gd name="T24" fmla="*/ 554 w 675"/>
                <a:gd name="T25" fmla="*/ 118 h 673"/>
                <a:gd name="T26" fmla="*/ 644 w 675"/>
                <a:gd name="T27" fmla="*/ 336 h 673"/>
                <a:gd name="T28" fmla="*/ 554 w 675"/>
                <a:gd name="T29" fmla="*/ 553 h 673"/>
                <a:gd name="T30" fmla="*/ 336 w 675"/>
                <a:gd name="T31" fmla="*/ 643 h 6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5" h="673">
                  <a:moveTo>
                    <a:pt x="674" y="336"/>
                  </a:moveTo>
                  <a:lnTo>
                    <a:pt x="674" y="336"/>
                  </a:lnTo>
                  <a:cubicBezTo>
                    <a:pt x="674" y="149"/>
                    <a:pt x="523" y="0"/>
                    <a:pt x="336" y="0"/>
                  </a:cubicBezTo>
                  <a:cubicBezTo>
                    <a:pt x="151" y="0"/>
                    <a:pt x="0" y="149"/>
                    <a:pt x="0" y="336"/>
                  </a:cubicBezTo>
                  <a:cubicBezTo>
                    <a:pt x="0" y="521"/>
                    <a:pt x="151" y="672"/>
                    <a:pt x="336" y="672"/>
                  </a:cubicBezTo>
                  <a:cubicBezTo>
                    <a:pt x="523" y="672"/>
                    <a:pt x="674" y="521"/>
                    <a:pt x="674" y="336"/>
                  </a:cubicBezTo>
                  <a:close/>
                  <a:moveTo>
                    <a:pt x="336" y="643"/>
                  </a:moveTo>
                  <a:lnTo>
                    <a:pt x="336" y="643"/>
                  </a:lnTo>
                  <a:cubicBezTo>
                    <a:pt x="251" y="643"/>
                    <a:pt x="176" y="609"/>
                    <a:pt x="119" y="553"/>
                  </a:cubicBezTo>
                  <a:cubicBezTo>
                    <a:pt x="63" y="498"/>
                    <a:pt x="29" y="421"/>
                    <a:pt x="29" y="336"/>
                  </a:cubicBezTo>
                  <a:cubicBezTo>
                    <a:pt x="29" y="251"/>
                    <a:pt x="63" y="174"/>
                    <a:pt x="119" y="118"/>
                  </a:cubicBezTo>
                  <a:cubicBezTo>
                    <a:pt x="176" y="63"/>
                    <a:pt x="251" y="28"/>
                    <a:pt x="336" y="28"/>
                  </a:cubicBezTo>
                  <a:cubicBezTo>
                    <a:pt x="421" y="28"/>
                    <a:pt x="498" y="63"/>
                    <a:pt x="554" y="118"/>
                  </a:cubicBezTo>
                  <a:cubicBezTo>
                    <a:pt x="609" y="174"/>
                    <a:pt x="644" y="251"/>
                    <a:pt x="644" y="336"/>
                  </a:cubicBezTo>
                  <a:cubicBezTo>
                    <a:pt x="644" y="421"/>
                    <a:pt x="609" y="498"/>
                    <a:pt x="554" y="553"/>
                  </a:cubicBezTo>
                  <a:cubicBezTo>
                    <a:pt x="498" y="609"/>
                    <a:pt x="421" y="643"/>
                    <a:pt x="336"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C0141A3C-C616-07E0-0AAE-9BF5996B9D1D}"/>
                </a:ext>
              </a:extLst>
            </p:cNvPr>
            <p:cNvSpPr>
              <a:spLocks noChangeArrowheads="1"/>
            </p:cNvSpPr>
            <p:nvPr/>
          </p:nvSpPr>
          <p:spPr bwMode="auto">
            <a:xfrm>
              <a:off x="1625600" y="3278188"/>
              <a:ext cx="158750" cy="138112"/>
            </a:xfrm>
            <a:custGeom>
              <a:avLst/>
              <a:gdLst>
                <a:gd name="T0" fmla="*/ 439 w 440"/>
                <a:gd name="T1" fmla="*/ 192 h 385"/>
                <a:gd name="T2" fmla="*/ 439 w 440"/>
                <a:gd name="T3" fmla="*/ 192 h 385"/>
                <a:gd name="T4" fmla="*/ 439 w 440"/>
                <a:gd name="T5" fmla="*/ 192 h 385"/>
                <a:gd name="T6" fmla="*/ 439 w 440"/>
                <a:gd name="T7" fmla="*/ 192 h 385"/>
                <a:gd name="T8" fmla="*/ 439 w 440"/>
                <a:gd name="T9" fmla="*/ 186 h 385"/>
                <a:gd name="T10" fmla="*/ 435 w 440"/>
                <a:gd name="T11" fmla="*/ 181 h 385"/>
                <a:gd name="T12" fmla="*/ 259 w 440"/>
                <a:gd name="T13" fmla="*/ 5 h 385"/>
                <a:gd name="T14" fmla="*/ 238 w 440"/>
                <a:gd name="T15" fmla="*/ 5 h 385"/>
                <a:gd name="T16" fmla="*/ 238 w 440"/>
                <a:gd name="T17" fmla="*/ 26 h 385"/>
                <a:gd name="T18" fmla="*/ 389 w 440"/>
                <a:gd name="T19" fmla="*/ 177 h 385"/>
                <a:gd name="T20" fmla="*/ 15 w 440"/>
                <a:gd name="T21" fmla="*/ 177 h 385"/>
                <a:gd name="T22" fmla="*/ 0 w 440"/>
                <a:gd name="T23" fmla="*/ 192 h 385"/>
                <a:gd name="T24" fmla="*/ 15 w 440"/>
                <a:gd name="T25" fmla="*/ 207 h 385"/>
                <a:gd name="T26" fmla="*/ 389 w 440"/>
                <a:gd name="T27" fmla="*/ 207 h 385"/>
                <a:gd name="T28" fmla="*/ 238 w 440"/>
                <a:gd name="T29" fmla="*/ 357 h 385"/>
                <a:gd name="T30" fmla="*/ 238 w 440"/>
                <a:gd name="T31" fmla="*/ 377 h 385"/>
                <a:gd name="T32" fmla="*/ 259 w 440"/>
                <a:gd name="T33" fmla="*/ 377 h 385"/>
                <a:gd name="T34" fmla="*/ 435 w 440"/>
                <a:gd name="T35" fmla="*/ 202 h 385"/>
                <a:gd name="T36" fmla="*/ 439 w 440"/>
                <a:gd name="T37" fmla="*/ 197 h 385"/>
                <a:gd name="T38" fmla="*/ 439 w 440"/>
                <a:gd name="T39" fmla="*/ 192 h 3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0" h="385">
                  <a:moveTo>
                    <a:pt x="439" y="192"/>
                  </a:moveTo>
                  <a:lnTo>
                    <a:pt x="439" y="192"/>
                  </a:lnTo>
                  <a:lnTo>
                    <a:pt x="439" y="192"/>
                  </a:lnTo>
                  <a:lnTo>
                    <a:pt x="439" y="192"/>
                  </a:lnTo>
                  <a:cubicBezTo>
                    <a:pt x="439" y="189"/>
                    <a:pt x="439" y="188"/>
                    <a:pt x="439" y="186"/>
                  </a:cubicBezTo>
                  <a:cubicBezTo>
                    <a:pt x="437" y="184"/>
                    <a:pt x="436" y="182"/>
                    <a:pt x="435" y="181"/>
                  </a:cubicBezTo>
                  <a:cubicBezTo>
                    <a:pt x="259" y="5"/>
                    <a:pt x="259" y="5"/>
                    <a:pt x="259" y="5"/>
                  </a:cubicBezTo>
                  <a:cubicBezTo>
                    <a:pt x="253" y="0"/>
                    <a:pt x="244" y="0"/>
                    <a:pt x="238" y="5"/>
                  </a:cubicBezTo>
                  <a:cubicBezTo>
                    <a:pt x="233" y="12"/>
                    <a:pt x="233" y="20"/>
                    <a:pt x="238" y="26"/>
                  </a:cubicBezTo>
                  <a:cubicBezTo>
                    <a:pt x="389" y="177"/>
                    <a:pt x="389" y="177"/>
                    <a:pt x="389" y="177"/>
                  </a:cubicBezTo>
                  <a:cubicBezTo>
                    <a:pt x="15" y="177"/>
                    <a:pt x="15" y="177"/>
                    <a:pt x="15" y="177"/>
                  </a:cubicBezTo>
                  <a:cubicBezTo>
                    <a:pt x="6" y="177"/>
                    <a:pt x="0" y="184"/>
                    <a:pt x="0" y="192"/>
                  </a:cubicBezTo>
                  <a:cubicBezTo>
                    <a:pt x="0" y="200"/>
                    <a:pt x="6" y="207"/>
                    <a:pt x="15" y="207"/>
                  </a:cubicBezTo>
                  <a:cubicBezTo>
                    <a:pt x="389" y="207"/>
                    <a:pt x="389" y="207"/>
                    <a:pt x="389" y="207"/>
                  </a:cubicBezTo>
                  <a:cubicBezTo>
                    <a:pt x="238" y="357"/>
                    <a:pt x="238" y="357"/>
                    <a:pt x="238" y="357"/>
                  </a:cubicBezTo>
                  <a:cubicBezTo>
                    <a:pt x="233" y="364"/>
                    <a:pt x="233" y="372"/>
                    <a:pt x="238" y="377"/>
                  </a:cubicBezTo>
                  <a:cubicBezTo>
                    <a:pt x="244" y="384"/>
                    <a:pt x="253" y="384"/>
                    <a:pt x="259" y="377"/>
                  </a:cubicBezTo>
                  <a:cubicBezTo>
                    <a:pt x="435" y="202"/>
                    <a:pt x="435" y="202"/>
                    <a:pt x="435" y="202"/>
                  </a:cubicBezTo>
                  <a:cubicBezTo>
                    <a:pt x="436" y="200"/>
                    <a:pt x="437" y="199"/>
                    <a:pt x="439" y="197"/>
                  </a:cubicBezTo>
                  <a:cubicBezTo>
                    <a:pt x="439" y="196"/>
                    <a:pt x="439" y="193"/>
                    <a:pt x="439" y="1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3" name="Freeform 66">
            <a:extLst>
              <a:ext uri="{FF2B5EF4-FFF2-40B4-BE49-F238E27FC236}">
                <a16:creationId xmlns:a16="http://schemas.microsoft.com/office/drawing/2014/main" id="{81F7701E-CAD7-4B71-7A44-CF0B0B2A4835}"/>
              </a:ext>
            </a:extLst>
          </p:cNvPr>
          <p:cNvSpPr>
            <a:spLocks noChangeArrowheads="1"/>
          </p:cNvSpPr>
          <p:nvPr/>
        </p:nvSpPr>
        <p:spPr bwMode="auto">
          <a:xfrm>
            <a:off x="1184399" y="1878434"/>
            <a:ext cx="255587" cy="254000"/>
          </a:xfrm>
          <a:custGeom>
            <a:avLst/>
            <a:gdLst>
              <a:gd name="T0" fmla="*/ 299 w 708"/>
              <a:gd name="T1" fmla="*/ 696 h 705"/>
              <a:gd name="T2" fmla="*/ 299 w 708"/>
              <a:gd name="T3" fmla="*/ 696 h 705"/>
              <a:gd name="T4" fmla="*/ 299 w 708"/>
              <a:gd name="T5" fmla="*/ 697 h 705"/>
              <a:gd name="T6" fmla="*/ 302 w 708"/>
              <a:gd name="T7" fmla="*/ 700 h 705"/>
              <a:gd name="T8" fmla="*/ 303 w 708"/>
              <a:gd name="T9" fmla="*/ 701 h 705"/>
              <a:gd name="T10" fmla="*/ 306 w 708"/>
              <a:gd name="T11" fmla="*/ 703 h 705"/>
              <a:gd name="T12" fmla="*/ 309 w 708"/>
              <a:gd name="T13" fmla="*/ 704 h 705"/>
              <a:gd name="T14" fmla="*/ 311 w 708"/>
              <a:gd name="T15" fmla="*/ 704 h 705"/>
              <a:gd name="T16" fmla="*/ 311 w 708"/>
              <a:gd name="T17" fmla="*/ 704 h 705"/>
              <a:gd name="T18" fmla="*/ 314 w 708"/>
              <a:gd name="T19" fmla="*/ 704 h 705"/>
              <a:gd name="T20" fmla="*/ 317 w 708"/>
              <a:gd name="T21" fmla="*/ 703 h 705"/>
              <a:gd name="T22" fmla="*/ 318 w 708"/>
              <a:gd name="T23" fmla="*/ 703 h 705"/>
              <a:gd name="T24" fmla="*/ 320 w 708"/>
              <a:gd name="T25" fmla="*/ 701 h 705"/>
              <a:gd name="T26" fmla="*/ 322 w 708"/>
              <a:gd name="T27" fmla="*/ 700 h 705"/>
              <a:gd name="T28" fmla="*/ 324 w 708"/>
              <a:gd name="T29" fmla="*/ 699 h 705"/>
              <a:gd name="T30" fmla="*/ 325 w 708"/>
              <a:gd name="T31" fmla="*/ 696 h 705"/>
              <a:gd name="T32" fmla="*/ 327 w 708"/>
              <a:gd name="T33" fmla="*/ 693 h 705"/>
              <a:gd name="T34" fmla="*/ 327 w 708"/>
              <a:gd name="T35" fmla="*/ 690 h 705"/>
              <a:gd name="T36" fmla="*/ 355 w 708"/>
              <a:gd name="T37" fmla="*/ 351 h 705"/>
              <a:gd name="T38" fmla="*/ 694 w 708"/>
              <a:gd name="T39" fmla="*/ 324 h 705"/>
              <a:gd name="T40" fmla="*/ 696 w 708"/>
              <a:gd name="T41" fmla="*/ 322 h 705"/>
              <a:gd name="T42" fmla="*/ 699 w 708"/>
              <a:gd name="T43" fmla="*/ 322 h 705"/>
              <a:gd name="T44" fmla="*/ 701 w 708"/>
              <a:gd name="T45" fmla="*/ 321 h 705"/>
              <a:gd name="T46" fmla="*/ 703 w 708"/>
              <a:gd name="T47" fmla="*/ 318 h 705"/>
              <a:gd name="T48" fmla="*/ 705 w 708"/>
              <a:gd name="T49" fmla="*/ 317 h 705"/>
              <a:gd name="T50" fmla="*/ 707 w 708"/>
              <a:gd name="T51" fmla="*/ 314 h 705"/>
              <a:gd name="T52" fmla="*/ 707 w 708"/>
              <a:gd name="T53" fmla="*/ 314 h 705"/>
              <a:gd name="T54" fmla="*/ 707 w 708"/>
              <a:gd name="T55" fmla="*/ 311 h 705"/>
              <a:gd name="T56" fmla="*/ 707 w 708"/>
              <a:gd name="T57" fmla="*/ 309 h 705"/>
              <a:gd name="T58" fmla="*/ 707 w 708"/>
              <a:gd name="T59" fmla="*/ 307 h 705"/>
              <a:gd name="T60" fmla="*/ 707 w 708"/>
              <a:gd name="T61" fmla="*/ 306 h 705"/>
              <a:gd name="T62" fmla="*/ 705 w 708"/>
              <a:gd name="T63" fmla="*/ 303 h 705"/>
              <a:gd name="T64" fmla="*/ 704 w 708"/>
              <a:gd name="T65" fmla="*/ 300 h 705"/>
              <a:gd name="T66" fmla="*/ 703 w 708"/>
              <a:gd name="T67" fmla="*/ 299 h 705"/>
              <a:gd name="T68" fmla="*/ 700 w 708"/>
              <a:gd name="T69" fmla="*/ 296 h 705"/>
              <a:gd name="T70" fmla="*/ 699 w 708"/>
              <a:gd name="T71" fmla="*/ 295 h 705"/>
              <a:gd name="T72" fmla="*/ 25 w 708"/>
              <a:gd name="T73" fmla="*/ 3 h 705"/>
              <a:gd name="T74" fmla="*/ 8 w 708"/>
              <a:gd name="T75" fmla="*/ 7 h 705"/>
              <a:gd name="T76" fmla="*/ 3 w 708"/>
              <a:gd name="T77" fmla="*/ 25 h 705"/>
              <a:gd name="T78" fmla="*/ 299 w 708"/>
              <a:gd name="T79" fmla="*/ 696 h 705"/>
              <a:gd name="T80" fmla="*/ 340 w 708"/>
              <a:gd name="T81" fmla="*/ 324 h 705"/>
              <a:gd name="T82" fmla="*/ 340 w 708"/>
              <a:gd name="T83" fmla="*/ 324 h 705"/>
              <a:gd name="T84" fmla="*/ 327 w 708"/>
              <a:gd name="T85" fmla="*/ 338 h 705"/>
              <a:gd name="T86" fmla="*/ 302 w 708"/>
              <a:gd name="T87" fmla="*/ 631 h 705"/>
              <a:gd name="T88" fmla="*/ 42 w 708"/>
              <a:gd name="T89" fmla="*/ 42 h 705"/>
              <a:gd name="T90" fmla="*/ 634 w 708"/>
              <a:gd name="T91" fmla="*/ 299 h 705"/>
              <a:gd name="T92" fmla="*/ 340 w 708"/>
              <a:gd name="T93" fmla="*/ 32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08" h="705">
                <a:moveTo>
                  <a:pt x="299" y="696"/>
                </a:moveTo>
                <a:lnTo>
                  <a:pt x="299" y="696"/>
                </a:lnTo>
                <a:lnTo>
                  <a:pt x="299" y="697"/>
                </a:lnTo>
                <a:cubicBezTo>
                  <a:pt x="300" y="699"/>
                  <a:pt x="300" y="699"/>
                  <a:pt x="302" y="700"/>
                </a:cubicBezTo>
                <a:lnTo>
                  <a:pt x="303" y="701"/>
                </a:lnTo>
                <a:cubicBezTo>
                  <a:pt x="305" y="701"/>
                  <a:pt x="305" y="703"/>
                  <a:pt x="306" y="703"/>
                </a:cubicBezTo>
                <a:cubicBezTo>
                  <a:pt x="307" y="703"/>
                  <a:pt x="307" y="704"/>
                  <a:pt x="309" y="704"/>
                </a:cubicBezTo>
                <a:cubicBezTo>
                  <a:pt x="310" y="704"/>
                  <a:pt x="310" y="704"/>
                  <a:pt x="311" y="704"/>
                </a:cubicBezTo>
                <a:lnTo>
                  <a:pt x="311" y="704"/>
                </a:lnTo>
                <a:cubicBezTo>
                  <a:pt x="313" y="704"/>
                  <a:pt x="313" y="704"/>
                  <a:pt x="314" y="704"/>
                </a:cubicBezTo>
                <a:cubicBezTo>
                  <a:pt x="316" y="704"/>
                  <a:pt x="317" y="704"/>
                  <a:pt x="317" y="703"/>
                </a:cubicBezTo>
                <a:lnTo>
                  <a:pt x="318" y="703"/>
                </a:lnTo>
                <a:cubicBezTo>
                  <a:pt x="318" y="703"/>
                  <a:pt x="318" y="703"/>
                  <a:pt x="320" y="701"/>
                </a:cubicBezTo>
                <a:cubicBezTo>
                  <a:pt x="320" y="701"/>
                  <a:pt x="321" y="701"/>
                  <a:pt x="322" y="700"/>
                </a:cubicBezTo>
                <a:lnTo>
                  <a:pt x="324" y="699"/>
                </a:lnTo>
                <a:cubicBezTo>
                  <a:pt x="324" y="697"/>
                  <a:pt x="325" y="697"/>
                  <a:pt x="325" y="696"/>
                </a:cubicBezTo>
                <a:cubicBezTo>
                  <a:pt x="325" y="694"/>
                  <a:pt x="325" y="694"/>
                  <a:pt x="327" y="693"/>
                </a:cubicBezTo>
                <a:cubicBezTo>
                  <a:pt x="327" y="692"/>
                  <a:pt x="327" y="692"/>
                  <a:pt x="327" y="690"/>
                </a:cubicBezTo>
                <a:cubicBezTo>
                  <a:pt x="355" y="351"/>
                  <a:pt x="355" y="351"/>
                  <a:pt x="355" y="351"/>
                </a:cubicBezTo>
                <a:cubicBezTo>
                  <a:pt x="694" y="324"/>
                  <a:pt x="694" y="324"/>
                  <a:pt x="694" y="324"/>
                </a:cubicBezTo>
                <a:cubicBezTo>
                  <a:pt x="694" y="324"/>
                  <a:pt x="696" y="324"/>
                  <a:pt x="696" y="322"/>
                </a:cubicBezTo>
                <a:cubicBezTo>
                  <a:pt x="697" y="322"/>
                  <a:pt x="697" y="322"/>
                  <a:pt x="699" y="322"/>
                </a:cubicBezTo>
                <a:cubicBezTo>
                  <a:pt x="700" y="322"/>
                  <a:pt x="700" y="321"/>
                  <a:pt x="701" y="321"/>
                </a:cubicBezTo>
                <a:cubicBezTo>
                  <a:pt x="701" y="320"/>
                  <a:pt x="703" y="320"/>
                  <a:pt x="703" y="318"/>
                </a:cubicBezTo>
                <a:cubicBezTo>
                  <a:pt x="704" y="318"/>
                  <a:pt x="704" y="317"/>
                  <a:pt x="705" y="317"/>
                </a:cubicBezTo>
                <a:cubicBezTo>
                  <a:pt x="705" y="316"/>
                  <a:pt x="705" y="316"/>
                  <a:pt x="707" y="314"/>
                </a:cubicBezTo>
                <a:lnTo>
                  <a:pt x="707" y="314"/>
                </a:lnTo>
                <a:cubicBezTo>
                  <a:pt x="707" y="313"/>
                  <a:pt x="707" y="313"/>
                  <a:pt x="707" y="311"/>
                </a:cubicBezTo>
                <a:cubicBezTo>
                  <a:pt x="707" y="310"/>
                  <a:pt x="707" y="310"/>
                  <a:pt x="707" y="309"/>
                </a:cubicBezTo>
                <a:lnTo>
                  <a:pt x="707" y="307"/>
                </a:lnTo>
                <a:lnTo>
                  <a:pt x="707" y="306"/>
                </a:lnTo>
                <a:cubicBezTo>
                  <a:pt x="707" y="305"/>
                  <a:pt x="707" y="303"/>
                  <a:pt x="705" y="303"/>
                </a:cubicBezTo>
                <a:cubicBezTo>
                  <a:pt x="705" y="302"/>
                  <a:pt x="705" y="302"/>
                  <a:pt x="704" y="300"/>
                </a:cubicBezTo>
                <a:lnTo>
                  <a:pt x="703" y="299"/>
                </a:lnTo>
                <a:cubicBezTo>
                  <a:pt x="701" y="298"/>
                  <a:pt x="701" y="298"/>
                  <a:pt x="700" y="296"/>
                </a:cubicBezTo>
                <a:cubicBezTo>
                  <a:pt x="700" y="296"/>
                  <a:pt x="699" y="296"/>
                  <a:pt x="699" y="295"/>
                </a:cubicBezTo>
                <a:cubicBezTo>
                  <a:pt x="25" y="3"/>
                  <a:pt x="25" y="3"/>
                  <a:pt x="25" y="3"/>
                </a:cubicBezTo>
                <a:cubicBezTo>
                  <a:pt x="19" y="0"/>
                  <a:pt x="12" y="1"/>
                  <a:pt x="8" y="7"/>
                </a:cubicBezTo>
                <a:cubicBezTo>
                  <a:pt x="3" y="9"/>
                  <a:pt x="0" y="18"/>
                  <a:pt x="3" y="25"/>
                </a:cubicBezTo>
                <a:lnTo>
                  <a:pt x="299" y="696"/>
                </a:lnTo>
                <a:close/>
                <a:moveTo>
                  <a:pt x="340" y="324"/>
                </a:moveTo>
                <a:lnTo>
                  <a:pt x="340" y="324"/>
                </a:lnTo>
                <a:cubicBezTo>
                  <a:pt x="333" y="324"/>
                  <a:pt x="328" y="329"/>
                  <a:pt x="327" y="338"/>
                </a:cubicBezTo>
                <a:cubicBezTo>
                  <a:pt x="302" y="631"/>
                  <a:pt x="302" y="631"/>
                  <a:pt x="302" y="631"/>
                </a:cubicBezTo>
                <a:cubicBezTo>
                  <a:pt x="42" y="42"/>
                  <a:pt x="42" y="42"/>
                  <a:pt x="42" y="42"/>
                </a:cubicBezTo>
                <a:cubicBezTo>
                  <a:pt x="634" y="299"/>
                  <a:pt x="634" y="299"/>
                  <a:pt x="634" y="299"/>
                </a:cubicBezTo>
                <a:lnTo>
                  <a:pt x="340" y="324"/>
                </a:lnTo>
                <a:close/>
              </a:path>
            </a:pathLst>
          </a:custGeom>
          <a:solidFill>
            <a:schemeClr val="accent4"/>
          </a:solidFill>
          <a:ln>
            <a:noFill/>
          </a:ln>
          <a:effectLst/>
        </p:spPr>
        <p:txBody>
          <a:bodyPr wrap="none" anchor="ctr"/>
          <a:lstStyle/>
          <a:p>
            <a:endParaRPr lang="da-DK"/>
          </a:p>
        </p:txBody>
      </p:sp>
      <p:sp>
        <p:nvSpPr>
          <p:cNvPr id="84" name="Freeform 67">
            <a:extLst>
              <a:ext uri="{FF2B5EF4-FFF2-40B4-BE49-F238E27FC236}">
                <a16:creationId xmlns:a16="http://schemas.microsoft.com/office/drawing/2014/main" id="{44A51227-6F86-719A-FDD9-84BD4E16E177}"/>
              </a:ext>
            </a:extLst>
          </p:cNvPr>
          <p:cNvSpPr>
            <a:spLocks noChangeArrowheads="1"/>
          </p:cNvSpPr>
          <p:nvPr/>
        </p:nvSpPr>
        <p:spPr bwMode="auto">
          <a:xfrm>
            <a:off x="10996736" y="892597"/>
            <a:ext cx="254000" cy="201612"/>
          </a:xfrm>
          <a:custGeom>
            <a:avLst/>
            <a:gdLst>
              <a:gd name="T0" fmla="*/ 10 w 705"/>
              <a:gd name="T1" fmla="*/ 204 h 558"/>
              <a:gd name="T2" fmla="*/ 88 w 705"/>
              <a:gd name="T3" fmla="*/ 454 h 558"/>
              <a:gd name="T4" fmla="*/ 332 w 705"/>
              <a:gd name="T5" fmla="*/ 556 h 558"/>
              <a:gd name="T6" fmla="*/ 335 w 705"/>
              <a:gd name="T7" fmla="*/ 557 h 558"/>
              <a:gd name="T8" fmla="*/ 339 w 705"/>
              <a:gd name="T9" fmla="*/ 557 h 558"/>
              <a:gd name="T10" fmla="*/ 342 w 705"/>
              <a:gd name="T11" fmla="*/ 556 h 558"/>
              <a:gd name="T12" fmla="*/ 615 w 705"/>
              <a:gd name="T13" fmla="*/ 454 h 558"/>
              <a:gd name="T14" fmla="*/ 693 w 705"/>
              <a:gd name="T15" fmla="*/ 204 h 558"/>
              <a:gd name="T16" fmla="*/ 699 w 705"/>
              <a:gd name="T17" fmla="*/ 181 h 558"/>
              <a:gd name="T18" fmla="*/ 611 w 705"/>
              <a:gd name="T19" fmla="*/ 92 h 558"/>
              <a:gd name="T20" fmla="*/ 608 w 705"/>
              <a:gd name="T21" fmla="*/ 90 h 558"/>
              <a:gd name="T22" fmla="*/ 607 w 705"/>
              <a:gd name="T23" fmla="*/ 89 h 558"/>
              <a:gd name="T24" fmla="*/ 342 w 705"/>
              <a:gd name="T25" fmla="*/ 1 h 558"/>
              <a:gd name="T26" fmla="*/ 98 w 705"/>
              <a:gd name="T27" fmla="*/ 89 h 558"/>
              <a:gd name="T28" fmla="*/ 96 w 705"/>
              <a:gd name="T29" fmla="*/ 90 h 558"/>
              <a:gd name="T30" fmla="*/ 93 w 705"/>
              <a:gd name="T31" fmla="*/ 92 h 558"/>
              <a:gd name="T32" fmla="*/ 4 w 705"/>
              <a:gd name="T33" fmla="*/ 181 h 558"/>
              <a:gd name="T34" fmla="*/ 10 w 705"/>
              <a:gd name="T35" fmla="*/ 204 h 558"/>
              <a:gd name="T36" fmla="*/ 118 w 705"/>
              <a:gd name="T37" fmla="*/ 444 h 558"/>
              <a:gd name="T38" fmla="*/ 245 w 705"/>
              <a:gd name="T39" fmla="*/ 292 h 558"/>
              <a:gd name="T40" fmla="*/ 323 w 705"/>
              <a:gd name="T41" fmla="*/ 226 h 558"/>
              <a:gd name="T42" fmla="*/ 118 w 705"/>
              <a:gd name="T43" fmla="*/ 444 h 558"/>
              <a:gd name="T44" fmla="*/ 586 w 705"/>
              <a:gd name="T45" fmla="*/ 444 h 558"/>
              <a:gd name="T46" fmla="*/ 352 w 705"/>
              <a:gd name="T47" fmla="*/ 226 h 558"/>
              <a:gd name="T48" fmla="*/ 430 w 705"/>
              <a:gd name="T49" fmla="*/ 292 h 558"/>
              <a:gd name="T50" fmla="*/ 586 w 705"/>
              <a:gd name="T51" fmla="*/ 444 h 558"/>
              <a:gd name="T52" fmla="*/ 430 w 705"/>
              <a:gd name="T53" fmla="*/ 262 h 558"/>
              <a:gd name="T54" fmla="*/ 597 w 705"/>
              <a:gd name="T55" fmla="*/ 119 h 558"/>
              <a:gd name="T56" fmla="*/ 430 w 705"/>
              <a:gd name="T57" fmla="*/ 262 h 558"/>
              <a:gd name="T58" fmla="*/ 338 w 705"/>
              <a:gd name="T59" fmla="*/ 31 h 558"/>
              <a:gd name="T60" fmla="*/ 338 w 705"/>
              <a:gd name="T61" fmla="*/ 175 h 558"/>
              <a:gd name="T62" fmla="*/ 338 w 705"/>
              <a:gd name="T63" fmla="*/ 31 h 558"/>
              <a:gd name="T64" fmla="*/ 107 w 705"/>
              <a:gd name="T65" fmla="*/ 121 h 558"/>
              <a:gd name="T66" fmla="*/ 310 w 705"/>
              <a:gd name="T67" fmla="*/ 196 h 558"/>
              <a:gd name="T68" fmla="*/ 41 w 705"/>
              <a:gd name="T69" fmla="*/ 185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558">
                <a:moveTo>
                  <a:pt x="10" y="204"/>
                </a:moveTo>
                <a:lnTo>
                  <a:pt x="10" y="204"/>
                </a:lnTo>
                <a:cubicBezTo>
                  <a:pt x="88" y="234"/>
                  <a:pt x="88" y="234"/>
                  <a:pt x="88" y="234"/>
                </a:cubicBezTo>
                <a:cubicBezTo>
                  <a:pt x="88" y="454"/>
                  <a:pt x="88" y="454"/>
                  <a:pt x="88" y="454"/>
                </a:cubicBezTo>
                <a:cubicBezTo>
                  <a:pt x="88" y="461"/>
                  <a:pt x="92" y="466"/>
                  <a:pt x="98" y="468"/>
                </a:cubicBezTo>
                <a:cubicBezTo>
                  <a:pt x="332" y="556"/>
                  <a:pt x="332" y="556"/>
                  <a:pt x="332" y="556"/>
                </a:cubicBezTo>
                <a:lnTo>
                  <a:pt x="334" y="556"/>
                </a:lnTo>
                <a:cubicBezTo>
                  <a:pt x="334" y="557"/>
                  <a:pt x="335" y="557"/>
                  <a:pt x="335" y="557"/>
                </a:cubicBezTo>
                <a:cubicBezTo>
                  <a:pt x="336" y="557"/>
                  <a:pt x="336" y="557"/>
                  <a:pt x="336" y="557"/>
                </a:cubicBezTo>
                <a:cubicBezTo>
                  <a:pt x="338" y="557"/>
                  <a:pt x="338" y="557"/>
                  <a:pt x="339" y="557"/>
                </a:cubicBezTo>
                <a:lnTo>
                  <a:pt x="341" y="557"/>
                </a:lnTo>
                <a:cubicBezTo>
                  <a:pt x="341" y="556"/>
                  <a:pt x="342" y="556"/>
                  <a:pt x="342" y="556"/>
                </a:cubicBezTo>
                <a:cubicBezTo>
                  <a:pt x="605" y="468"/>
                  <a:pt x="605" y="468"/>
                  <a:pt x="605" y="468"/>
                </a:cubicBezTo>
                <a:cubicBezTo>
                  <a:pt x="611" y="466"/>
                  <a:pt x="615" y="461"/>
                  <a:pt x="615" y="454"/>
                </a:cubicBezTo>
                <a:cubicBezTo>
                  <a:pt x="615" y="230"/>
                  <a:pt x="615" y="230"/>
                  <a:pt x="615" y="230"/>
                </a:cubicBezTo>
                <a:cubicBezTo>
                  <a:pt x="693" y="204"/>
                  <a:pt x="693" y="204"/>
                  <a:pt x="693" y="204"/>
                </a:cubicBezTo>
                <a:cubicBezTo>
                  <a:pt x="699" y="203"/>
                  <a:pt x="702" y="199"/>
                  <a:pt x="703" y="195"/>
                </a:cubicBezTo>
                <a:cubicBezTo>
                  <a:pt x="704" y="189"/>
                  <a:pt x="703" y="184"/>
                  <a:pt x="699" y="181"/>
                </a:cubicBezTo>
                <a:cubicBezTo>
                  <a:pt x="611" y="93"/>
                  <a:pt x="611" y="93"/>
                  <a:pt x="611" y="93"/>
                </a:cubicBezTo>
                <a:cubicBezTo>
                  <a:pt x="611" y="92"/>
                  <a:pt x="611" y="92"/>
                  <a:pt x="611" y="92"/>
                </a:cubicBezTo>
                <a:cubicBezTo>
                  <a:pt x="610" y="92"/>
                  <a:pt x="610" y="92"/>
                  <a:pt x="608" y="90"/>
                </a:cubicBezTo>
                <a:lnTo>
                  <a:pt x="608" y="90"/>
                </a:lnTo>
                <a:cubicBezTo>
                  <a:pt x="607" y="90"/>
                  <a:pt x="607" y="90"/>
                  <a:pt x="607" y="90"/>
                </a:cubicBezTo>
                <a:lnTo>
                  <a:pt x="607" y="89"/>
                </a:lnTo>
                <a:cubicBezTo>
                  <a:pt x="605" y="89"/>
                  <a:pt x="605" y="89"/>
                  <a:pt x="605" y="89"/>
                </a:cubicBezTo>
                <a:cubicBezTo>
                  <a:pt x="342" y="1"/>
                  <a:pt x="342" y="1"/>
                  <a:pt x="342" y="1"/>
                </a:cubicBezTo>
                <a:cubicBezTo>
                  <a:pt x="339" y="0"/>
                  <a:pt x="335" y="0"/>
                  <a:pt x="332" y="1"/>
                </a:cubicBezTo>
                <a:cubicBezTo>
                  <a:pt x="98" y="89"/>
                  <a:pt x="98" y="89"/>
                  <a:pt x="98" y="89"/>
                </a:cubicBezTo>
                <a:lnTo>
                  <a:pt x="98" y="89"/>
                </a:lnTo>
                <a:cubicBezTo>
                  <a:pt x="98" y="90"/>
                  <a:pt x="98" y="90"/>
                  <a:pt x="96" y="90"/>
                </a:cubicBezTo>
                <a:cubicBezTo>
                  <a:pt x="96" y="90"/>
                  <a:pt x="96" y="90"/>
                  <a:pt x="95" y="90"/>
                </a:cubicBezTo>
                <a:cubicBezTo>
                  <a:pt x="95" y="92"/>
                  <a:pt x="93" y="92"/>
                  <a:pt x="93" y="92"/>
                </a:cubicBezTo>
                <a:cubicBezTo>
                  <a:pt x="93" y="92"/>
                  <a:pt x="93" y="93"/>
                  <a:pt x="92" y="93"/>
                </a:cubicBezTo>
                <a:cubicBezTo>
                  <a:pt x="4" y="181"/>
                  <a:pt x="4" y="181"/>
                  <a:pt x="4" y="181"/>
                </a:cubicBezTo>
                <a:cubicBezTo>
                  <a:pt x="2" y="184"/>
                  <a:pt x="0" y="189"/>
                  <a:pt x="2" y="193"/>
                </a:cubicBezTo>
                <a:cubicBezTo>
                  <a:pt x="2" y="199"/>
                  <a:pt x="6" y="203"/>
                  <a:pt x="10" y="204"/>
                </a:cubicBezTo>
                <a:close/>
                <a:moveTo>
                  <a:pt x="118" y="444"/>
                </a:moveTo>
                <a:lnTo>
                  <a:pt x="118" y="444"/>
                </a:lnTo>
                <a:cubicBezTo>
                  <a:pt x="118" y="245"/>
                  <a:pt x="118" y="245"/>
                  <a:pt x="118" y="245"/>
                </a:cubicBezTo>
                <a:cubicBezTo>
                  <a:pt x="245" y="292"/>
                  <a:pt x="245" y="292"/>
                  <a:pt x="245" y="292"/>
                </a:cubicBezTo>
                <a:cubicBezTo>
                  <a:pt x="250" y="295"/>
                  <a:pt x="255" y="293"/>
                  <a:pt x="260" y="289"/>
                </a:cubicBezTo>
                <a:cubicBezTo>
                  <a:pt x="323" y="226"/>
                  <a:pt x="323" y="226"/>
                  <a:pt x="323" y="226"/>
                </a:cubicBezTo>
                <a:cubicBezTo>
                  <a:pt x="323" y="521"/>
                  <a:pt x="323" y="521"/>
                  <a:pt x="323" y="521"/>
                </a:cubicBezTo>
                <a:lnTo>
                  <a:pt x="118" y="444"/>
                </a:lnTo>
                <a:close/>
                <a:moveTo>
                  <a:pt x="586" y="444"/>
                </a:moveTo>
                <a:lnTo>
                  <a:pt x="586" y="444"/>
                </a:lnTo>
                <a:cubicBezTo>
                  <a:pt x="352" y="521"/>
                  <a:pt x="352" y="521"/>
                  <a:pt x="352" y="521"/>
                </a:cubicBezTo>
                <a:cubicBezTo>
                  <a:pt x="352" y="226"/>
                  <a:pt x="352" y="226"/>
                  <a:pt x="352" y="226"/>
                </a:cubicBezTo>
                <a:cubicBezTo>
                  <a:pt x="415" y="289"/>
                  <a:pt x="415" y="289"/>
                  <a:pt x="415" y="289"/>
                </a:cubicBezTo>
                <a:cubicBezTo>
                  <a:pt x="419" y="293"/>
                  <a:pt x="424" y="295"/>
                  <a:pt x="430" y="292"/>
                </a:cubicBezTo>
                <a:cubicBezTo>
                  <a:pt x="586" y="240"/>
                  <a:pt x="586" y="240"/>
                  <a:pt x="586" y="240"/>
                </a:cubicBezTo>
                <a:lnTo>
                  <a:pt x="586" y="444"/>
                </a:lnTo>
                <a:close/>
                <a:moveTo>
                  <a:pt x="430" y="262"/>
                </a:moveTo>
                <a:lnTo>
                  <a:pt x="430" y="262"/>
                </a:lnTo>
                <a:cubicBezTo>
                  <a:pt x="364" y="197"/>
                  <a:pt x="364" y="197"/>
                  <a:pt x="364" y="197"/>
                </a:cubicBezTo>
                <a:cubicBezTo>
                  <a:pt x="597" y="119"/>
                  <a:pt x="597" y="119"/>
                  <a:pt x="597" y="119"/>
                </a:cubicBezTo>
                <a:cubicBezTo>
                  <a:pt x="662" y="185"/>
                  <a:pt x="662" y="185"/>
                  <a:pt x="662" y="185"/>
                </a:cubicBezTo>
                <a:lnTo>
                  <a:pt x="430" y="262"/>
                </a:lnTo>
                <a:close/>
                <a:moveTo>
                  <a:pt x="338" y="31"/>
                </a:moveTo>
                <a:lnTo>
                  <a:pt x="338" y="31"/>
                </a:lnTo>
                <a:cubicBezTo>
                  <a:pt x="555" y="103"/>
                  <a:pt x="555" y="103"/>
                  <a:pt x="555" y="103"/>
                </a:cubicBezTo>
                <a:cubicBezTo>
                  <a:pt x="338" y="175"/>
                  <a:pt x="338" y="175"/>
                  <a:pt x="338" y="175"/>
                </a:cubicBezTo>
                <a:cubicBezTo>
                  <a:pt x="144" y="103"/>
                  <a:pt x="144" y="103"/>
                  <a:pt x="144" y="103"/>
                </a:cubicBezTo>
                <a:lnTo>
                  <a:pt x="338" y="31"/>
                </a:lnTo>
                <a:close/>
                <a:moveTo>
                  <a:pt x="107" y="121"/>
                </a:moveTo>
                <a:lnTo>
                  <a:pt x="107" y="121"/>
                </a:lnTo>
                <a:cubicBezTo>
                  <a:pt x="253" y="174"/>
                  <a:pt x="253" y="174"/>
                  <a:pt x="253" y="174"/>
                </a:cubicBezTo>
                <a:cubicBezTo>
                  <a:pt x="310" y="196"/>
                  <a:pt x="310" y="196"/>
                  <a:pt x="310" y="196"/>
                </a:cubicBezTo>
                <a:cubicBezTo>
                  <a:pt x="246" y="262"/>
                  <a:pt x="246" y="262"/>
                  <a:pt x="246" y="262"/>
                </a:cubicBezTo>
                <a:cubicBezTo>
                  <a:pt x="41" y="185"/>
                  <a:pt x="41" y="185"/>
                  <a:pt x="41" y="185"/>
                </a:cubicBezTo>
                <a:lnTo>
                  <a:pt x="107" y="121"/>
                </a:lnTo>
                <a:close/>
              </a:path>
            </a:pathLst>
          </a:custGeom>
          <a:solidFill>
            <a:schemeClr val="accent4"/>
          </a:solidFill>
          <a:ln>
            <a:noFill/>
          </a:ln>
          <a:effectLst/>
        </p:spPr>
        <p:txBody>
          <a:bodyPr wrap="none" anchor="ctr"/>
          <a:lstStyle/>
          <a:p>
            <a:endParaRPr lang="da-DK"/>
          </a:p>
        </p:txBody>
      </p:sp>
      <p:grpSp>
        <p:nvGrpSpPr>
          <p:cNvPr id="85" name="Group 88">
            <a:extLst>
              <a:ext uri="{FF2B5EF4-FFF2-40B4-BE49-F238E27FC236}">
                <a16:creationId xmlns:a16="http://schemas.microsoft.com/office/drawing/2014/main" id="{F37FE11B-8812-5E4B-7693-F5868794D271}"/>
              </a:ext>
            </a:extLst>
          </p:cNvPr>
          <p:cNvGrpSpPr/>
          <p:nvPr/>
        </p:nvGrpSpPr>
        <p:grpSpPr>
          <a:xfrm>
            <a:off x="8466261" y="1371228"/>
            <a:ext cx="254000" cy="254000"/>
            <a:chOff x="7324725" y="1708150"/>
            <a:chExt cx="254000" cy="254000"/>
          </a:xfrm>
          <a:solidFill>
            <a:schemeClr val="accent4"/>
          </a:solidFill>
        </p:grpSpPr>
        <p:sp>
          <p:nvSpPr>
            <p:cNvPr id="86" name="Freeform 68">
              <a:extLst>
                <a:ext uri="{FF2B5EF4-FFF2-40B4-BE49-F238E27FC236}">
                  <a16:creationId xmlns:a16="http://schemas.microsoft.com/office/drawing/2014/main" id="{E570D289-5A17-B3D6-C9EE-9DBCBA5F77D3}"/>
                </a:ext>
              </a:extLst>
            </p:cNvPr>
            <p:cNvSpPr>
              <a:spLocks noChangeArrowheads="1"/>
            </p:cNvSpPr>
            <p:nvPr/>
          </p:nvSpPr>
          <p:spPr bwMode="auto">
            <a:xfrm>
              <a:off x="7324725" y="1708150"/>
              <a:ext cx="254000" cy="254000"/>
            </a:xfrm>
            <a:custGeom>
              <a:avLst/>
              <a:gdLst>
                <a:gd name="T0" fmla="*/ 74 w 704"/>
                <a:gd name="T1" fmla="*/ 703 h 704"/>
                <a:gd name="T2" fmla="*/ 74 w 704"/>
                <a:gd name="T3" fmla="*/ 703 h 704"/>
                <a:gd name="T4" fmla="*/ 630 w 704"/>
                <a:gd name="T5" fmla="*/ 703 h 704"/>
                <a:gd name="T6" fmla="*/ 703 w 704"/>
                <a:gd name="T7" fmla="*/ 629 h 704"/>
                <a:gd name="T8" fmla="*/ 703 w 704"/>
                <a:gd name="T9" fmla="*/ 73 h 704"/>
                <a:gd name="T10" fmla="*/ 630 w 704"/>
                <a:gd name="T11" fmla="*/ 0 h 704"/>
                <a:gd name="T12" fmla="*/ 74 w 704"/>
                <a:gd name="T13" fmla="*/ 0 h 704"/>
                <a:gd name="T14" fmla="*/ 0 w 704"/>
                <a:gd name="T15" fmla="*/ 73 h 704"/>
                <a:gd name="T16" fmla="*/ 0 w 704"/>
                <a:gd name="T17" fmla="*/ 629 h 704"/>
                <a:gd name="T18" fmla="*/ 74 w 704"/>
                <a:gd name="T19" fmla="*/ 703 h 704"/>
                <a:gd name="T20" fmla="*/ 630 w 704"/>
                <a:gd name="T21" fmla="*/ 29 h 704"/>
                <a:gd name="T22" fmla="*/ 630 w 704"/>
                <a:gd name="T23" fmla="*/ 29 h 704"/>
                <a:gd name="T24" fmla="*/ 674 w 704"/>
                <a:gd name="T25" fmla="*/ 73 h 704"/>
                <a:gd name="T26" fmla="*/ 674 w 704"/>
                <a:gd name="T27" fmla="*/ 629 h 704"/>
                <a:gd name="T28" fmla="*/ 670 w 704"/>
                <a:gd name="T29" fmla="*/ 648 h 704"/>
                <a:gd name="T30" fmla="*/ 55 w 704"/>
                <a:gd name="T31" fmla="*/ 33 h 704"/>
                <a:gd name="T32" fmla="*/ 74 w 704"/>
                <a:gd name="T33" fmla="*/ 29 h 704"/>
                <a:gd name="T34" fmla="*/ 630 w 704"/>
                <a:gd name="T35" fmla="*/ 29 h 704"/>
                <a:gd name="T36" fmla="*/ 30 w 704"/>
                <a:gd name="T37" fmla="*/ 73 h 704"/>
                <a:gd name="T38" fmla="*/ 30 w 704"/>
                <a:gd name="T39" fmla="*/ 73 h 704"/>
                <a:gd name="T40" fmla="*/ 34 w 704"/>
                <a:gd name="T41" fmla="*/ 53 h 704"/>
                <a:gd name="T42" fmla="*/ 649 w 704"/>
                <a:gd name="T43" fmla="*/ 668 h 704"/>
                <a:gd name="T44" fmla="*/ 630 w 704"/>
                <a:gd name="T45" fmla="*/ 672 h 704"/>
                <a:gd name="T46" fmla="*/ 74 w 704"/>
                <a:gd name="T47" fmla="*/ 672 h 704"/>
                <a:gd name="T48" fmla="*/ 30 w 704"/>
                <a:gd name="T49" fmla="*/ 629 h 704"/>
                <a:gd name="T50" fmla="*/ 30 w 704"/>
                <a:gd name="T51"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74" y="703"/>
                  </a:moveTo>
                  <a:lnTo>
                    <a:pt x="74" y="703"/>
                  </a:lnTo>
                  <a:cubicBezTo>
                    <a:pt x="630" y="703"/>
                    <a:pt x="630" y="703"/>
                    <a:pt x="630" y="703"/>
                  </a:cubicBezTo>
                  <a:cubicBezTo>
                    <a:pt x="670" y="703"/>
                    <a:pt x="703" y="670"/>
                    <a:pt x="703" y="629"/>
                  </a:cubicBezTo>
                  <a:cubicBezTo>
                    <a:pt x="703" y="73"/>
                    <a:pt x="703" y="73"/>
                    <a:pt x="703" y="73"/>
                  </a:cubicBezTo>
                  <a:cubicBezTo>
                    <a:pt x="703" y="31"/>
                    <a:pt x="670" y="0"/>
                    <a:pt x="630" y="0"/>
                  </a:cubicBezTo>
                  <a:cubicBezTo>
                    <a:pt x="74" y="0"/>
                    <a:pt x="74" y="0"/>
                    <a:pt x="74" y="0"/>
                  </a:cubicBezTo>
                  <a:cubicBezTo>
                    <a:pt x="33" y="0"/>
                    <a:pt x="0" y="31"/>
                    <a:pt x="0" y="73"/>
                  </a:cubicBezTo>
                  <a:cubicBezTo>
                    <a:pt x="0" y="629"/>
                    <a:pt x="0" y="629"/>
                    <a:pt x="0" y="629"/>
                  </a:cubicBezTo>
                  <a:cubicBezTo>
                    <a:pt x="0" y="670"/>
                    <a:pt x="33" y="703"/>
                    <a:pt x="74" y="703"/>
                  </a:cubicBezTo>
                  <a:close/>
                  <a:moveTo>
                    <a:pt x="630" y="29"/>
                  </a:moveTo>
                  <a:lnTo>
                    <a:pt x="630" y="29"/>
                  </a:lnTo>
                  <a:cubicBezTo>
                    <a:pt x="655" y="29"/>
                    <a:pt x="674" y="48"/>
                    <a:pt x="674" y="73"/>
                  </a:cubicBezTo>
                  <a:cubicBezTo>
                    <a:pt x="674" y="629"/>
                    <a:pt x="674" y="629"/>
                    <a:pt x="674" y="629"/>
                  </a:cubicBezTo>
                  <a:cubicBezTo>
                    <a:pt x="674" y="635"/>
                    <a:pt x="673" y="642"/>
                    <a:pt x="670" y="648"/>
                  </a:cubicBezTo>
                  <a:cubicBezTo>
                    <a:pt x="55" y="33"/>
                    <a:pt x="55" y="33"/>
                    <a:pt x="55" y="33"/>
                  </a:cubicBezTo>
                  <a:cubicBezTo>
                    <a:pt x="60" y="30"/>
                    <a:pt x="67" y="29"/>
                    <a:pt x="74" y="29"/>
                  </a:cubicBezTo>
                  <a:lnTo>
                    <a:pt x="630" y="29"/>
                  </a:lnTo>
                  <a:close/>
                  <a:moveTo>
                    <a:pt x="30" y="73"/>
                  </a:moveTo>
                  <a:lnTo>
                    <a:pt x="30" y="73"/>
                  </a:lnTo>
                  <a:cubicBezTo>
                    <a:pt x="30" y="66"/>
                    <a:pt x="32" y="59"/>
                    <a:pt x="34" y="53"/>
                  </a:cubicBezTo>
                  <a:cubicBezTo>
                    <a:pt x="649" y="668"/>
                    <a:pt x="649" y="668"/>
                    <a:pt x="649" y="668"/>
                  </a:cubicBezTo>
                  <a:cubicBezTo>
                    <a:pt x="644" y="671"/>
                    <a:pt x="637" y="672"/>
                    <a:pt x="630" y="672"/>
                  </a:cubicBezTo>
                  <a:cubicBezTo>
                    <a:pt x="74" y="672"/>
                    <a:pt x="74" y="672"/>
                    <a:pt x="74" y="672"/>
                  </a:cubicBezTo>
                  <a:cubicBezTo>
                    <a:pt x="49" y="672"/>
                    <a:pt x="30" y="653"/>
                    <a:pt x="30" y="629"/>
                  </a:cubicBezTo>
                  <a:lnTo>
                    <a:pt x="30"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69">
              <a:extLst>
                <a:ext uri="{FF2B5EF4-FFF2-40B4-BE49-F238E27FC236}">
                  <a16:creationId xmlns:a16="http://schemas.microsoft.com/office/drawing/2014/main" id="{553ED933-DFCD-1BA6-503E-0C531D2DB9FF}"/>
                </a:ext>
              </a:extLst>
            </p:cNvPr>
            <p:cNvSpPr>
              <a:spLocks noChangeArrowheads="1"/>
            </p:cNvSpPr>
            <p:nvPr/>
          </p:nvSpPr>
          <p:spPr bwMode="auto">
            <a:xfrm>
              <a:off x="7472363" y="1751013"/>
              <a:ext cx="74612" cy="73025"/>
            </a:xfrm>
            <a:custGeom>
              <a:avLst/>
              <a:gdLst>
                <a:gd name="T0" fmla="*/ 16 w 206"/>
                <a:gd name="T1" fmla="*/ 116 h 205"/>
                <a:gd name="T2" fmla="*/ 16 w 206"/>
                <a:gd name="T3" fmla="*/ 116 h 205"/>
                <a:gd name="T4" fmla="*/ 88 w 206"/>
                <a:gd name="T5" fmla="*/ 116 h 205"/>
                <a:gd name="T6" fmla="*/ 88 w 206"/>
                <a:gd name="T7" fmla="*/ 190 h 205"/>
                <a:gd name="T8" fmla="*/ 103 w 206"/>
                <a:gd name="T9" fmla="*/ 204 h 205"/>
                <a:gd name="T10" fmla="*/ 117 w 206"/>
                <a:gd name="T11" fmla="*/ 190 h 205"/>
                <a:gd name="T12" fmla="*/ 117 w 206"/>
                <a:gd name="T13" fmla="*/ 116 h 205"/>
                <a:gd name="T14" fmla="*/ 191 w 206"/>
                <a:gd name="T15" fmla="*/ 116 h 205"/>
                <a:gd name="T16" fmla="*/ 205 w 206"/>
                <a:gd name="T17" fmla="*/ 102 h 205"/>
                <a:gd name="T18" fmla="*/ 191 w 206"/>
                <a:gd name="T19" fmla="*/ 87 h 205"/>
                <a:gd name="T20" fmla="*/ 117 w 206"/>
                <a:gd name="T21" fmla="*/ 87 h 205"/>
                <a:gd name="T22" fmla="*/ 117 w 206"/>
                <a:gd name="T23" fmla="*/ 15 h 205"/>
                <a:gd name="T24" fmla="*/ 103 w 206"/>
                <a:gd name="T25" fmla="*/ 0 h 205"/>
                <a:gd name="T26" fmla="*/ 88 w 206"/>
                <a:gd name="T27" fmla="*/ 15 h 205"/>
                <a:gd name="T28" fmla="*/ 88 w 206"/>
                <a:gd name="T29" fmla="*/ 87 h 205"/>
                <a:gd name="T30" fmla="*/ 16 w 206"/>
                <a:gd name="T31" fmla="*/ 87 h 205"/>
                <a:gd name="T32" fmla="*/ 0 w 206"/>
                <a:gd name="T33" fmla="*/ 102 h 205"/>
                <a:gd name="T34" fmla="*/ 16 w 206"/>
                <a:gd name="T35" fmla="*/ 116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6" h="205">
                  <a:moveTo>
                    <a:pt x="16" y="116"/>
                  </a:moveTo>
                  <a:lnTo>
                    <a:pt x="16" y="116"/>
                  </a:lnTo>
                  <a:cubicBezTo>
                    <a:pt x="88" y="116"/>
                    <a:pt x="88" y="116"/>
                    <a:pt x="88" y="116"/>
                  </a:cubicBezTo>
                  <a:cubicBezTo>
                    <a:pt x="88" y="190"/>
                    <a:pt x="88" y="190"/>
                    <a:pt x="88" y="190"/>
                  </a:cubicBezTo>
                  <a:cubicBezTo>
                    <a:pt x="88" y="197"/>
                    <a:pt x="95" y="204"/>
                    <a:pt x="103" y="204"/>
                  </a:cubicBezTo>
                  <a:cubicBezTo>
                    <a:pt x="112" y="204"/>
                    <a:pt x="117" y="197"/>
                    <a:pt x="117" y="190"/>
                  </a:cubicBezTo>
                  <a:cubicBezTo>
                    <a:pt x="117" y="116"/>
                    <a:pt x="117" y="116"/>
                    <a:pt x="117" y="116"/>
                  </a:cubicBezTo>
                  <a:cubicBezTo>
                    <a:pt x="191" y="116"/>
                    <a:pt x="191" y="116"/>
                    <a:pt x="191" y="116"/>
                  </a:cubicBezTo>
                  <a:cubicBezTo>
                    <a:pt x="199" y="116"/>
                    <a:pt x="205" y="109"/>
                    <a:pt x="205" y="102"/>
                  </a:cubicBezTo>
                  <a:cubicBezTo>
                    <a:pt x="205" y="94"/>
                    <a:pt x="199" y="87"/>
                    <a:pt x="191" y="87"/>
                  </a:cubicBezTo>
                  <a:cubicBezTo>
                    <a:pt x="117" y="87"/>
                    <a:pt x="117" y="87"/>
                    <a:pt x="117" y="87"/>
                  </a:cubicBezTo>
                  <a:cubicBezTo>
                    <a:pt x="117" y="15"/>
                    <a:pt x="117" y="15"/>
                    <a:pt x="117" y="15"/>
                  </a:cubicBezTo>
                  <a:cubicBezTo>
                    <a:pt x="117" y="6"/>
                    <a:pt x="112" y="0"/>
                    <a:pt x="103" y="0"/>
                  </a:cubicBezTo>
                  <a:cubicBezTo>
                    <a:pt x="95" y="0"/>
                    <a:pt x="88" y="6"/>
                    <a:pt x="88" y="15"/>
                  </a:cubicBezTo>
                  <a:cubicBezTo>
                    <a:pt x="88" y="87"/>
                    <a:pt x="88" y="87"/>
                    <a:pt x="88" y="87"/>
                  </a:cubicBezTo>
                  <a:cubicBezTo>
                    <a:pt x="16" y="87"/>
                    <a:pt x="16" y="87"/>
                    <a:pt x="16" y="87"/>
                  </a:cubicBezTo>
                  <a:cubicBezTo>
                    <a:pt x="7" y="87"/>
                    <a:pt x="0" y="94"/>
                    <a:pt x="0" y="102"/>
                  </a:cubicBezTo>
                  <a:cubicBezTo>
                    <a:pt x="0" y="109"/>
                    <a:pt x="7" y="116"/>
                    <a:pt x="16"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0">
              <a:extLst>
                <a:ext uri="{FF2B5EF4-FFF2-40B4-BE49-F238E27FC236}">
                  <a16:creationId xmlns:a16="http://schemas.microsoft.com/office/drawing/2014/main" id="{9124E67C-3827-A749-F12C-FA32C2F4E1E9}"/>
                </a:ext>
              </a:extLst>
            </p:cNvPr>
            <p:cNvSpPr>
              <a:spLocks noChangeArrowheads="1"/>
            </p:cNvSpPr>
            <p:nvPr/>
          </p:nvSpPr>
          <p:spPr bwMode="auto">
            <a:xfrm>
              <a:off x="7356475" y="1887538"/>
              <a:ext cx="74613" cy="11112"/>
            </a:xfrm>
            <a:custGeom>
              <a:avLst/>
              <a:gdLst>
                <a:gd name="T0" fmla="*/ 15 w 207"/>
                <a:gd name="T1" fmla="*/ 30 h 31"/>
                <a:gd name="T2" fmla="*/ 15 w 207"/>
                <a:gd name="T3" fmla="*/ 30 h 31"/>
                <a:gd name="T4" fmla="*/ 191 w 207"/>
                <a:gd name="T5" fmla="*/ 30 h 31"/>
                <a:gd name="T6" fmla="*/ 206 w 207"/>
                <a:gd name="T7" fmla="*/ 15 h 31"/>
                <a:gd name="T8" fmla="*/ 191 w 207"/>
                <a:gd name="T9" fmla="*/ 0 h 31"/>
                <a:gd name="T10" fmla="*/ 15 w 207"/>
                <a:gd name="T11" fmla="*/ 0 h 31"/>
                <a:gd name="T12" fmla="*/ 0 w 207"/>
                <a:gd name="T13" fmla="*/ 15 h 31"/>
                <a:gd name="T14" fmla="*/ 15 w 207"/>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1">
                  <a:moveTo>
                    <a:pt x="15" y="30"/>
                  </a:moveTo>
                  <a:lnTo>
                    <a:pt x="15" y="30"/>
                  </a:lnTo>
                  <a:cubicBezTo>
                    <a:pt x="191" y="30"/>
                    <a:pt x="191" y="30"/>
                    <a:pt x="191" y="30"/>
                  </a:cubicBezTo>
                  <a:cubicBezTo>
                    <a:pt x="199" y="30"/>
                    <a:pt x="206" y="23"/>
                    <a:pt x="206" y="15"/>
                  </a:cubicBezTo>
                  <a:cubicBezTo>
                    <a:pt x="206" y="7"/>
                    <a:pt x="199" y="0"/>
                    <a:pt x="191"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9" name="Group 92">
            <a:extLst>
              <a:ext uri="{FF2B5EF4-FFF2-40B4-BE49-F238E27FC236}">
                <a16:creationId xmlns:a16="http://schemas.microsoft.com/office/drawing/2014/main" id="{875E4E33-FE05-5A8D-E4AA-89C43359879B}"/>
              </a:ext>
            </a:extLst>
          </p:cNvPr>
          <p:cNvGrpSpPr/>
          <p:nvPr/>
        </p:nvGrpSpPr>
        <p:grpSpPr>
          <a:xfrm>
            <a:off x="10996736" y="1376784"/>
            <a:ext cx="242888" cy="242888"/>
            <a:chOff x="9855200" y="1708150"/>
            <a:chExt cx="242888" cy="242888"/>
          </a:xfrm>
          <a:solidFill>
            <a:schemeClr val="accent4"/>
          </a:solidFill>
        </p:grpSpPr>
        <p:sp>
          <p:nvSpPr>
            <p:cNvPr id="90" name="Freeform 71">
              <a:extLst>
                <a:ext uri="{FF2B5EF4-FFF2-40B4-BE49-F238E27FC236}">
                  <a16:creationId xmlns:a16="http://schemas.microsoft.com/office/drawing/2014/main" id="{05C4E6CC-B609-6228-8FBC-E4CF86A831E8}"/>
                </a:ext>
              </a:extLst>
            </p:cNvPr>
            <p:cNvSpPr>
              <a:spLocks noChangeArrowheads="1"/>
            </p:cNvSpPr>
            <p:nvPr/>
          </p:nvSpPr>
          <p:spPr bwMode="auto">
            <a:xfrm>
              <a:off x="9855200" y="1708150"/>
              <a:ext cx="242888" cy="179388"/>
            </a:xfrm>
            <a:custGeom>
              <a:avLst/>
              <a:gdLst>
                <a:gd name="T0" fmla="*/ 15 w 675"/>
                <a:gd name="T1" fmla="*/ 439 h 498"/>
                <a:gd name="T2" fmla="*/ 15 w 675"/>
                <a:gd name="T3" fmla="*/ 439 h 498"/>
                <a:gd name="T4" fmla="*/ 235 w 675"/>
                <a:gd name="T5" fmla="*/ 439 h 498"/>
                <a:gd name="T6" fmla="*/ 235 w 675"/>
                <a:gd name="T7" fmla="*/ 483 h 498"/>
                <a:gd name="T8" fmla="*/ 239 w 675"/>
                <a:gd name="T9" fmla="*/ 493 h 498"/>
                <a:gd name="T10" fmla="*/ 250 w 675"/>
                <a:gd name="T11" fmla="*/ 497 h 498"/>
                <a:gd name="T12" fmla="*/ 426 w 675"/>
                <a:gd name="T13" fmla="*/ 497 h 498"/>
                <a:gd name="T14" fmla="*/ 435 w 675"/>
                <a:gd name="T15" fmla="*/ 493 h 498"/>
                <a:gd name="T16" fmla="*/ 439 w 675"/>
                <a:gd name="T17" fmla="*/ 483 h 498"/>
                <a:gd name="T18" fmla="*/ 439 w 675"/>
                <a:gd name="T19" fmla="*/ 439 h 498"/>
                <a:gd name="T20" fmla="*/ 659 w 675"/>
                <a:gd name="T21" fmla="*/ 439 h 498"/>
                <a:gd name="T22" fmla="*/ 670 w 675"/>
                <a:gd name="T23" fmla="*/ 434 h 498"/>
                <a:gd name="T24" fmla="*/ 674 w 675"/>
                <a:gd name="T25" fmla="*/ 424 h 498"/>
                <a:gd name="T26" fmla="*/ 674 w 675"/>
                <a:gd name="T27" fmla="*/ 160 h 498"/>
                <a:gd name="T28" fmla="*/ 630 w 675"/>
                <a:gd name="T29" fmla="*/ 117 h 498"/>
                <a:gd name="T30" fmla="*/ 470 w 675"/>
                <a:gd name="T31" fmla="*/ 117 h 498"/>
                <a:gd name="T32" fmla="*/ 470 w 675"/>
                <a:gd name="T33" fmla="*/ 44 h 498"/>
                <a:gd name="T34" fmla="*/ 426 w 675"/>
                <a:gd name="T35" fmla="*/ 0 h 498"/>
                <a:gd name="T36" fmla="*/ 250 w 675"/>
                <a:gd name="T37" fmla="*/ 0 h 498"/>
                <a:gd name="T38" fmla="*/ 206 w 675"/>
                <a:gd name="T39" fmla="*/ 44 h 498"/>
                <a:gd name="T40" fmla="*/ 206 w 675"/>
                <a:gd name="T41" fmla="*/ 117 h 498"/>
                <a:gd name="T42" fmla="*/ 44 w 675"/>
                <a:gd name="T43" fmla="*/ 117 h 498"/>
                <a:gd name="T44" fmla="*/ 0 w 675"/>
                <a:gd name="T45" fmla="*/ 160 h 498"/>
                <a:gd name="T46" fmla="*/ 0 w 675"/>
                <a:gd name="T47" fmla="*/ 424 h 498"/>
                <a:gd name="T48" fmla="*/ 4 w 675"/>
                <a:gd name="T49" fmla="*/ 434 h 498"/>
                <a:gd name="T50" fmla="*/ 15 w 675"/>
                <a:gd name="T51" fmla="*/ 439 h 498"/>
                <a:gd name="T52" fmla="*/ 411 w 675"/>
                <a:gd name="T53" fmla="*/ 468 h 498"/>
                <a:gd name="T54" fmla="*/ 411 w 675"/>
                <a:gd name="T55" fmla="*/ 468 h 498"/>
                <a:gd name="T56" fmla="*/ 264 w 675"/>
                <a:gd name="T57" fmla="*/ 468 h 498"/>
                <a:gd name="T58" fmla="*/ 264 w 675"/>
                <a:gd name="T59" fmla="*/ 380 h 498"/>
                <a:gd name="T60" fmla="*/ 411 w 675"/>
                <a:gd name="T61" fmla="*/ 380 h 498"/>
                <a:gd name="T62" fmla="*/ 411 w 675"/>
                <a:gd name="T63" fmla="*/ 468 h 498"/>
                <a:gd name="T64" fmla="*/ 235 w 675"/>
                <a:gd name="T65" fmla="*/ 44 h 498"/>
                <a:gd name="T66" fmla="*/ 235 w 675"/>
                <a:gd name="T67" fmla="*/ 44 h 498"/>
                <a:gd name="T68" fmla="*/ 250 w 675"/>
                <a:gd name="T69" fmla="*/ 29 h 498"/>
                <a:gd name="T70" fmla="*/ 426 w 675"/>
                <a:gd name="T71" fmla="*/ 29 h 498"/>
                <a:gd name="T72" fmla="*/ 439 w 675"/>
                <a:gd name="T73" fmla="*/ 44 h 498"/>
                <a:gd name="T74" fmla="*/ 439 w 675"/>
                <a:gd name="T75" fmla="*/ 117 h 498"/>
                <a:gd name="T76" fmla="*/ 235 w 675"/>
                <a:gd name="T77" fmla="*/ 117 h 498"/>
                <a:gd name="T78" fmla="*/ 235 w 675"/>
                <a:gd name="T79" fmla="*/ 44 h 498"/>
                <a:gd name="T80" fmla="*/ 30 w 675"/>
                <a:gd name="T81" fmla="*/ 160 h 498"/>
                <a:gd name="T82" fmla="*/ 30 w 675"/>
                <a:gd name="T83" fmla="*/ 160 h 498"/>
                <a:gd name="T84" fmla="*/ 44 w 675"/>
                <a:gd name="T85" fmla="*/ 145 h 498"/>
                <a:gd name="T86" fmla="*/ 220 w 675"/>
                <a:gd name="T87" fmla="*/ 145 h 498"/>
                <a:gd name="T88" fmla="*/ 220 w 675"/>
                <a:gd name="T89" fmla="*/ 145 h 498"/>
                <a:gd name="T90" fmla="*/ 220 w 675"/>
                <a:gd name="T91" fmla="*/ 145 h 498"/>
                <a:gd name="T92" fmla="*/ 455 w 675"/>
                <a:gd name="T93" fmla="*/ 145 h 498"/>
                <a:gd name="T94" fmla="*/ 455 w 675"/>
                <a:gd name="T95" fmla="*/ 145 h 498"/>
                <a:gd name="T96" fmla="*/ 455 w 675"/>
                <a:gd name="T97" fmla="*/ 145 h 498"/>
                <a:gd name="T98" fmla="*/ 630 w 675"/>
                <a:gd name="T99" fmla="*/ 145 h 498"/>
                <a:gd name="T100" fmla="*/ 645 w 675"/>
                <a:gd name="T101" fmla="*/ 160 h 498"/>
                <a:gd name="T102" fmla="*/ 645 w 675"/>
                <a:gd name="T103" fmla="*/ 409 h 498"/>
                <a:gd name="T104" fmla="*/ 439 w 675"/>
                <a:gd name="T105" fmla="*/ 409 h 498"/>
                <a:gd name="T106" fmla="*/ 439 w 675"/>
                <a:gd name="T107" fmla="*/ 365 h 498"/>
                <a:gd name="T108" fmla="*/ 435 w 675"/>
                <a:gd name="T109" fmla="*/ 355 h 498"/>
                <a:gd name="T110" fmla="*/ 426 w 675"/>
                <a:gd name="T111" fmla="*/ 351 h 498"/>
                <a:gd name="T112" fmla="*/ 250 w 675"/>
                <a:gd name="T113" fmla="*/ 351 h 498"/>
                <a:gd name="T114" fmla="*/ 239 w 675"/>
                <a:gd name="T115" fmla="*/ 355 h 498"/>
                <a:gd name="T116" fmla="*/ 235 w 675"/>
                <a:gd name="T117" fmla="*/ 365 h 498"/>
                <a:gd name="T118" fmla="*/ 235 w 675"/>
                <a:gd name="T119" fmla="*/ 409 h 498"/>
                <a:gd name="T120" fmla="*/ 30 w 675"/>
                <a:gd name="T121" fmla="*/ 409 h 498"/>
                <a:gd name="T122" fmla="*/ 30 w 675"/>
                <a:gd name="T123" fmla="*/ 160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5" h="498">
                  <a:moveTo>
                    <a:pt x="15" y="439"/>
                  </a:moveTo>
                  <a:lnTo>
                    <a:pt x="15" y="439"/>
                  </a:lnTo>
                  <a:cubicBezTo>
                    <a:pt x="235" y="439"/>
                    <a:pt x="235" y="439"/>
                    <a:pt x="235" y="439"/>
                  </a:cubicBezTo>
                  <a:cubicBezTo>
                    <a:pt x="235" y="483"/>
                    <a:pt x="235" y="483"/>
                    <a:pt x="235" y="483"/>
                  </a:cubicBezTo>
                  <a:cubicBezTo>
                    <a:pt x="235" y="486"/>
                    <a:pt x="236" y="490"/>
                    <a:pt x="239" y="493"/>
                  </a:cubicBezTo>
                  <a:cubicBezTo>
                    <a:pt x="242" y="495"/>
                    <a:pt x="246" y="497"/>
                    <a:pt x="250" y="497"/>
                  </a:cubicBezTo>
                  <a:cubicBezTo>
                    <a:pt x="426" y="497"/>
                    <a:pt x="426" y="497"/>
                    <a:pt x="426" y="497"/>
                  </a:cubicBezTo>
                  <a:cubicBezTo>
                    <a:pt x="428" y="497"/>
                    <a:pt x="433" y="495"/>
                    <a:pt x="435" y="493"/>
                  </a:cubicBezTo>
                  <a:cubicBezTo>
                    <a:pt x="438" y="490"/>
                    <a:pt x="439" y="486"/>
                    <a:pt x="439" y="483"/>
                  </a:cubicBezTo>
                  <a:cubicBezTo>
                    <a:pt x="439" y="439"/>
                    <a:pt x="439" y="439"/>
                    <a:pt x="439" y="439"/>
                  </a:cubicBezTo>
                  <a:cubicBezTo>
                    <a:pt x="659" y="439"/>
                    <a:pt x="659" y="439"/>
                    <a:pt x="659" y="439"/>
                  </a:cubicBezTo>
                  <a:cubicBezTo>
                    <a:pt x="663" y="439"/>
                    <a:pt x="667" y="436"/>
                    <a:pt x="670" y="434"/>
                  </a:cubicBezTo>
                  <a:cubicBezTo>
                    <a:pt x="673" y="431"/>
                    <a:pt x="674" y="428"/>
                    <a:pt x="674" y="424"/>
                  </a:cubicBezTo>
                  <a:cubicBezTo>
                    <a:pt x="674" y="160"/>
                    <a:pt x="674" y="160"/>
                    <a:pt x="674" y="160"/>
                  </a:cubicBezTo>
                  <a:cubicBezTo>
                    <a:pt x="674" y="136"/>
                    <a:pt x="655" y="117"/>
                    <a:pt x="630" y="117"/>
                  </a:cubicBezTo>
                  <a:cubicBezTo>
                    <a:pt x="470" y="117"/>
                    <a:pt x="470" y="117"/>
                    <a:pt x="470" y="117"/>
                  </a:cubicBezTo>
                  <a:cubicBezTo>
                    <a:pt x="470" y="44"/>
                    <a:pt x="470" y="44"/>
                    <a:pt x="470" y="44"/>
                  </a:cubicBezTo>
                  <a:cubicBezTo>
                    <a:pt x="470" y="19"/>
                    <a:pt x="449" y="0"/>
                    <a:pt x="426" y="0"/>
                  </a:cubicBezTo>
                  <a:cubicBezTo>
                    <a:pt x="250" y="0"/>
                    <a:pt x="250" y="0"/>
                    <a:pt x="250" y="0"/>
                  </a:cubicBezTo>
                  <a:cubicBezTo>
                    <a:pt x="225" y="0"/>
                    <a:pt x="206" y="19"/>
                    <a:pt x="206" y="44"/>
                  </a:cubicBezTo>
                  <a:cubicBezTo>
                    <a:pt x="206" y="117"/>
                    <a:pt x="206" y="117"/>
                    <a:pt x="206" y="117"/>
                  </a:cubicBezTo>
                  <a:cubicBezTo>
                    <a:pt x="44" y="117"/>
                    <a:pt x="44" y="117"/>
                    <a:pt x="44" y="117"/>
                  </a:cubicBezTo>
                  <a:cubicBezTo>
                    <a:pt x="21" y="117"/>
                    <a:pt x="0" y="136"/>
                    <a:pt x="0" y="160"/>
                  </a:cubicBezTo>
                  <a:cubicBezTo>
                    <a:pt x="0" y="424"/>
                    <a:pt x="0" y="424"/>
                    <a:pt x="0" y="424"/>
                  </a:cubicBezTo>
                  <a:cubicBezTo>
                    <a:pt x="0" y="428"/>
                    <a:pt x="2" y="431"/>
                    <a:pt x="4" y="434"/>
                  </a:cubicBezTo>
                  <a:cubicBezTo>
                    <a:pt x="7" y="436"/>
                    <a:pt x="11" y="439"/>
                    <a:pt x="15" y="439"/>
                  </a:cubicBezTo>
                  <a:close/>
                  <a:moveTo>
                    <a:pt x="411" y="468"/>
                  </a:moveTo>
                  <a:lnTo>
                    <a:pt x="411" y="468"/>
                  </a:lnTo>
                  <a:cubicBezTo>
                    <a:pt x="264" y="468"/>
                    <a:pt x="264" y="468"/>
                    <a:pt x="264" y="468"/>
                  </a:cubicBezTo>
                  <a:cubicBezTo>
                    <a:pt x="264" y="380"/>
                    <a:pt x="264" y="380"/>
                    <a:pt x="264" y="380"/>
                  </a:cubicBezTo>
                  <a:cubicBezTo>
                    <a:pt x="411" y="380"/>
                    <a:pt x="411" y="380"/>
                    <a:pt x="411" y="380"/>
                  </a:cubicBezTo>
                  <a:lnTo>
                    <a:pt x="411" y="468"/>
                  </a:lnTo>
                  <a:close/>
                  <a:moveTo>
                    <a:pt x="235" y="44"/>
                  </a:moveTo>
                  <a:lnTo>
                    <a:pt x="235" y="44"/>
                  </a:lnTo>
                  <a:cubicBezTo>
                    <a:pt x="235" y="36"/>
                    <a:pt x="242" y="29"/>
                    <a:pt x="250" y="29"/>
                  </a:cubicBezTo>
                  <a:cubicBezTo>
                    <a:pt x="426" y="29"/>
                    <a:pt x="426" y="29"/>
                    <a:pt x="426" y="29"/>
                  </a:cubicBezTo>
                  <a:cubicBezTo>
                    <a:pt x="434" y="29"/>
                    <a:pt x="439" y="36"/>
                    <a:pt x="439" y="44"/>
                  </a:cubicBezTo>
                  <a:cubicBezTo>
                    <a:pt x="439" y="117"/>
                    <a:pt x="439" y="117"/>
                    <a:pt x="439" y="117"/>
                  </a:cubicBezTo>
                  <a:cubicBezTo>
                    <a:pt x="235" y="117"/>
                    <a:pt x="235" y="117"/>
                    <a:pt x="235" y="117"/>
                  </a:cubicBezTo>
                  <a:lnTo>
                    <a:pt x="235" y="44"/>
                  </a:lnTo>
                  <a:close/>
                  <a:moveTo>
                    <a:pt x="30" y="160"/>
                  </a:moveTo>
                  <a:lnTo>
                    <a:pt x="30" y="160"/>
                  </a:lnTo>
                  <a:cubicBezTo>
                    <a:pt x="30" y="152"/>
                    <a:pt x="36" y="145"/>
                    <a:pt x="44" y="145"/>
                  </a:cubicBezTo>
                  <a:cubicBezTo>
                    <a:pt x="220" y="145"/>
                    <a:pt x="220" y="145"/>
                    <a:pt x="220" y="145"/>
                  </a:cubicBezTo>
                  <a:lnTo>
                    <a:pt x="220" y="145"/>
                  </a:lnTo>
                  <a:lnTo>
                    <a:pt x="220" y="145"/>
                  </a:lnTo>
                  <a:cubicBezTo>
                    <a:pt x="455" y="145"/>
                    <a:pt x="455" y="145"/>
                    <a:pt x="455" y="145"/>
                  </a:cubicBezTo>
                  <a:lnTo>
                    <a:pt x="455" y="145"/>
                  </a:lnTo>
                  <a:lnTo>
                    <a:pt x="455" y="145"/>
                  </a:lnTo>
                  <a:cubicBezTo>
                    <a:pt x="630" y="145"/>
                    <a:pt x="630" y="145"/>
                    <a:pt x="630" y="145"/>
                  </a:cubicBezTo>
                  <a:cubicBezTo>
                    <a:pt x="638" y="145"/>
                    <a:pt x="645" y="152"/>
                    <a:pt x="645" y="160"/>
                  </a:cubicBezTo>
                  <a:cubicBezTo>
                    <a:pt x="645" y="409"/>
                    <a:pt x="645" y="409"/>
                    <a:pt x="645" y="409"/>
                  </a:cubicBezTo>
                  <a:cubicBezTo>
                    <a:pt x="439" y="409"/>
                    <a:pt x="439" y="409"/>
                    <a:pt x="439" y="409"/>
                  </a:cubicBezTo>
                  <a:cubicBezTo>
                    <a:pt x="439" y="365"/>
                    <a:pt x="439" y="365"/>
                    <a:pt x="439" y="365"/>
                  </a:cubicBezTo>
                  <a:cubicBezTo>
                    <a:pt x="439" y="361"/>
                    <a:pt x="438" y="358"/>
                    <a:pt x="435" y="355"/>
                  </a:cubicBezTo>
                  <a:cubicBezTo>
                    <a:pt x="433" y="353"/>
                    <a:pt x="428" y="351"/>
                    <a:pt x="426" y="351"/>
                  </a:cubicBezTo>
                  <a:cubicBezTo>
                    <a:pt x="250" y="351"/>
                    <a:pt x="250" y="351"/>
                    <a:pt x="250" y="351"/>
                  </a:cubicBezTo>
                  <a:cubicBezTo>
                    <a:pt x="246" y="351"/>
                    <a:pt x="242" y="353"/>
                    <a:pt x="239" y="355"/>
                  </a:cubicBezTo>
                  <a:cubicBezTo>
                    <a:pt x="236" y="358"/>
                    <a:pt x="235" y="361"/>
                    <a:pt x="235" y="365"/>
                  </a:cubicBezTo>
                  <a:cubicBezTo>
                    <a:pt x="235" y="409"/>
                    <a:pt x="235" y="409"/>
                    <a:pt x="235" y="409"/>
                  </a:cubicBezTo>
                  <a:cubicBezTo>
                    <a:pt x="30" y="409"/>
                    <a:pt x="30" y="409"/>
                    <a:pt x="30" y="409"/>
                  </a:cubicBezTo>
                  <a:lnTo>
                    <a:pt x="30" y="1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1" name="Freeform 72">
              <a:extLst>
                <a:ext uri="{FF2B5EF4-FFF2-40B4-BE49-F238E27FC236}">
                  <a16:creationId xmlns:a16="http://schemas.microsoft.com/office/drawing/2014/main" id="{43634D17-30A1-6F5F-3AE4-26063CD9B7C8}"/>
                </a:ext>
              </a:extLst>
            </p:cNvPr>
            <p:cNvSpPr>
              <a:spLocks noChangeArrowheads="1"/>
            </p:cNvSpPr>
            <p:nvPr/>
          </p:nvSpPr>
          <p:spPr bwMode="auto">
            <a:xfrm>
              <a:off x="9864725" y="1887538"/>
              <a:ext cx="222250" cy="63500"/>
            </a:xfrm>
            <a:custGeom>
              <a:avLst/>
              <a:gdLst>
                <a:gd name="T0" fmla="*/ 615 w 616"/>
                <a:gd name="T1" fmla="*/ 132 h 176"/>
                <a:gd name="T2" fmla="*/ 615 w 616"/>
                <a:gd name="T3" fmla="*/ 132 h 176"/>
                <a:gd name="T4" fmla="*/ 615 w 616"/>
                <a:gd name="T5" fmla="*/ 15 h 176"/>
                <a:gd name="T6" fmla="*/ 600 w 616"/>
                <a:gd name="T7" fmla="*/ 0 h 176"/>
                <a:gd name="T8" fmla="*/ 585 w 616"/>
                <a:gd name="T9" fmla="*/ 15 h 176"/>
                <a:gd name="T10" fmla="*/ 585 w 616"/>
                <a:gd name="T11" fmla="*/ 132 h 176"/>
                <a:gd name="T12" fmla="*/ 571 w 616"/>
                <a:gd name="T13" fmla="*/ 147 h 176"/>
                <a:gd name="T14" fmla="*/ 44 w 616"/>
                <a:gd name="T15" fmla="*/ 147 h 176"/>
                <a:gd name="T16" fmla="*/ 29 w 616"/>
                <a:gd name="T17" fmla="*/ 132 h 176"/>
                <a:gd name="T18" fmla="*/ 29 w 616"/>
                <a:gd name="T19" fmla="*/ 15 h 176"/>
                <a:gd name="T20" fmla="*/ 14 w 616"/>
                <a:gd name="T21" fmla="*/ 0 h 176"/>
                <a:gd name="T22" fmla="*/ 0 w 616"/>
                <a:gd name="T23" fmla="*/ 15 h 176"/>
                <a:gd name="T24" fmla="*/ 0 w 616"/>
                <a:gd name="T25" fmla="*/ 132 h 176"/>
                <a:gd name="T26" fmla="*/ 44 w 616"/>
                <a:gd name="T27" fmla="*/ 175 h 176"/>
                <a:gd name="T28" fmla="*/ 571 w 616"/>
                <a:gd name="T29" fmla="*/ 175 h 176"/>
                <a:gd name="T30" fmla="*/ 615 w 616"/>
                <a:gd name="T31" fmla="*/ 132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16" h="176">
                  <a:moveTo>
                    <a:pt x="615" y="132"/>
                  </a:moveTo>
                  <a:lnTo>
                    <a:pt x="615" y="132"/>
                  </a:lnTo>
                  <a:cubicBezTo>
                    <a:pt x="615" y="15"/>
                    <a:pt x="615" y="15"/>
                    <a:pt x="615" y="15"/>
                  </a:cubicBezTo>
                  <a:cubicBezTo>
                    <a:pt x="615" y="7"/>
                    <a:pt x="608" y="0"/>
                    <a:pt x="600" y="0"/>
                  </a:cubicBezTo>
                  <a:cubicBezTo>
                    <a:pt x="592" y="0"/>
                    <a:pt x="585" y="7"/>
                    <a:pt x="585" y="15"/>
                  </a:cubicBezTo>
                  <a:cubicBezTo>
                    <a:pt x="585" y="132"/>
                    <a:pt x="585" y="132"/>
                    <a:pt x="585" y="132"/>
                  </a:cubicBezTo>
                  <a:cubicBezTo>
                    <a:pt x="585" y="140"/>
                    <a:pt x="580" y="147"/>
                    <a:pt x="571" y="147"/>
                  </a:cubicBezTo>
                  <a:cubicBezTo>
                    <a:pt x="44" y="147"/>
                    <a:pt x="44" y="147"/>
                    <a:pt x="44" y="147"/>
                  </a:cubicBezTo>
                  <a:cubicBezTo>
                    <a:pt x="36" y="147"/>
                    <a:pt x="29" y="140"/>
                    <a:pt x="29" y="132"/>
                  </a:cubicBezTo>
                  <a:cubicBezTo>
                    <a:pt x="29" y="15"/>
                    <a:pt x="29" y="15"/>
                    <a:pt x="29" y="15"/>
                  </a:cubicBezTo>
                  <a:cubicBezTo>
                    <a:pt x="29" y="7"/>
                    <a:pt x="22" y="0"/>
                    <a:pt x="14" y="0"/>
                  </a:cubicBezTo>
                  <a:cubicBezTo>
                    <a:pt x="6" y="0"/>
                    <a:pt x="0" y="7"/>
                    <a:pt x="0" y="15"/>
                  </a:cubicBezTo>
                  <a:cubicBezTo>
                    <a:pt x="0" y="132"/>
                    <a:pt x="0" y="132"/>
                    <a:pt x="0" y="132"/>
                  </a:cubicBezTo>
                  <a:cubicBezTo>
                    <a:pt x="0" y="156"/>
                    <a:pt x="20" y="175"/>
                    <a:pt x="44" y="175"/>
                  </a:cubicBezTo>
                  <a:cubicBezTo>
                    <a:pt x="571" y="175"/>
                    <a:pt x="571" y="175"/>
                    <a:pt x="571" y="175"/>
                  </a:cubicBezTo>
                  <a:cubicBezTo>
                    <a:pt x="595" y="175"/>
                    <a:pt x="615" y="156"/>
                    <a:pt x="615"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2" name="Group 95">
            <a:extLst>
              <a:ext uri="{FF2B5EF4-FFF2-40B4-BE49-F238E27FC236}">
                <a16:creationId xmlns:a16="http://schemas.microsoft.com/office/drawing/2014/main" id="{8B0B725A-027E-1ACF-9A64-4A0B42EDA61F}"/>
              </a:ext>
            </a:extLst>
          </p:cNvPr>
          <p:cNvGrpSpPr/>
          <p:nvPr/>
        </p:nvGrpSpPr>
        <p:grpSpPr>
          <a:xfrm>
            <a:off x="8972674" y="2430264"/>
            <a:ext cx="252412" cy="231775"/>
            <a:chOff x="7831138" y="2741613"/>
            <a:chExt cx="252412" cy="231775"/>
          </a:xfrm>
          <a:solidFill>
            <a:schemeClr val="accent4"/>
          </a:solidFill>
        </p:grpSpPr>
        <p:sp>
          <p:nvSpPr>
            <p:cNvPr id="93" name="Freeform 73">
              <a:extLst>
                <a:ext uri="{FF2B5EF4-FFF2-40B4-BE49-F238E27FC236}">
                  <a16:creationId xmlns:a16="http://schemas.microsoft.com/office/drawing/2014/main" id="{1E53A588-1027-04C5-7CC0-7E32E73F1723}"/>
                </a:ext>
              </a:extLst>
            </p:cNvPr>
            <p:cNvSpPr>
              <a:spLocks noChangeArrowheads="1"/>
            </p:cNvSpPr>
            <p:nvPr/>
          </p:nvSpPr>
          <p:spPr bwMode="auto">
            <a:xfrm>
              <a:off x="7831138" y="2741613"/>
              <a:ext cx="252412" cy="231775"/>
            </a:xfrm>
            <a:custGeom>
              <a:avLst/>
              <a:gdLst>
                <a:gd name="T0" fmla="*/ 641 w 703"/>
                <a:gd name="T1" fmla="*/ 639 h 646"/>
                <a:gd name="T2" fmla="*/ 641 w 703"/>
                <a:gd name="T3" fmla="*/ 639 h 646"/>
                <a:gd name="T4" fmla="*/ 645 w 703"/>
                <a:gd name="T5" fmla="*/ 630 h 646"/>
                <a:gd name="T6" fmla="*/ 645 w 703"/>
                <a:gd name="T7" fmla="*/ 586 h 646"/>
                <a:gd name="T8" fmla="*/ 659 w 703"/>
                <a:gd name="T9" fmla="*/ 586 h 646"/>
                <a:gd name="T10" fmla="*/ 702 w 703"/>
                <a:gd name="T11" fmla="*/ 542 h 646"/>
                <a:gd name="T12" fmla="*/ 702 w 703"/>
                <a:gd name="T13" fmla="*/ 44 h 646"/>
                <a:gd name="T14" fmla="*/ 659 w 703"/>
                <a:gd name="T15" fmla="*/ 0 h 646"/>
                <a:gd name="T16" fmla="*/ 44 w 703"/>
                <a:gd name="T17" fmla="*/ 0 h 646"/>
                <a:gd name="T18" fmla="*/ 0 w 703"/>
                <a:gd name="T19" fmla="*/ 44 h 646"/>
                <a:gd name="T20" fmla="*/ 0 w 703"/>
                <a:gd name="T21" fmla="*/ 542 h 646"/>
                <a:gd name="T22" fmla="*/ 44 w 703"/>
                <a:gd name="T23" fmla="*/ 586 h 646"/>
                <a:gd name="T24" fmla="*/ 87 w 703"/>
                <a:gd name="T25" fmla="*/ 586 h 646"/>
                <a:gd name="T26" fmla="*/ 87 w 703"/>
                <a:gd name="T27" fmla="*/ 630 h 646"/>
                <a:gd name="T28" fmla="*/ 92 w 703"/>
                <a:gd name="T29" fmla="*/ 639 h 646"/>
                <a:gd name="T30" fmla="*/ 103 w 703"/>
                <a:gd name="T31" fmla="*/ 645 h 646"/>
                <a:gd name="T32" fmla="*/ 219 w 703"/>
                <a:gd name="T33" fmla="*/ 645 h 646"/>
                <a:gd name="T34" fmla="*/ 230 w 703"/>
                <a:gd name="T35" fmla="*/ 639 h 646"/>
                <a:gd name="T36" fmla="*/ 234 w 703"/>
                <a:gd name="T37" fmla="*/ 630 h 646"/>
                <a:gd name="T38" fmla="*/ 234 w 703"/>
                <a:gd name="T39" fmla="*/ 586 h 646"/>
                <a:gd name="T40" fmla="*/ 498 w 703"/>
                <a:gd name="T41" fmla="*/ 586 h 646"/>
                <a:gd name="T42" fmla="*/ 498 w 703"/>
                <a:gd name="T43" fmla="*/ 630 h 646"/>
                <a:gd name="T44" fmla="*/ 502 w 703"/>
                <a:gd name="T45" fmla="*/ 639 h 646"/>
                <a:gd name="T46" fmla="*/ 513 w 703"/>
                <a:gd name="T47" fmla="*/ 645 h 646"/>
                <a:gd name="T48" fmla="*/ 630 w 703"/>
                <a:gd name="T49" fmla="*/ 645 h 646"/>
                <a:gd name="T50" fmla="*/ 641 w 703"/>
                <a:gd name="T51" fmla="*/ 639 h 646"/>
                <a:gd name="T52" fmla="*/ 30 w 703"/>
                <a:gd name="T53" fmla="*/ 542 h 646"/>
                <a:gd name="T54" fmla="*/ 30 w 703"/>
                <a:gd name="T55" fmla="*/ 542 h 646"/>
                <a:gd name="T56" fmla="*/ 30 w 703"/>
                <a:gd name="T57" fmla="*/ 44 h 646"/>
                <a:gd name="T58" fmla="*/ 44 w 703"/>
                <a:gd name="T59" fmla="*/ 30 h 646"/>
                <a:gd name="T60" fmla="*/ 659 w 703"/>
                <a:gd name="T61" fmla="*/ 30 h 646"/>
                <a:gd name="T62" fmla="*/ 674 w 703"/>
                <a:gd name="T63" fmla="*/ 44 h 646"/>
                <a:gd name="T64" fmla="*/ 674 w 703"/>
                <a:gd name="T65" fmla="*/ 542 h 646"/>
                <a:gd name="T66" fmla="*/ 659 w 703"/>
                <a:gd name="T67" fmla="*/ 557 h 646"/>
                <a:gd name="T68" fmla="*/ 630 w 703"/>
                <a:gd name="T69" fmla="*/ 557 h 646"/>
                <a:gd name="T70" fmla="*/ 513 w 703"/>
                <a:gd name="T71" fmla="*/ 557 h 646"/>
                <a:gd name="T72" fmla="*/ 219 w 703"/>
                <a:gd name="T73" fmla="*/ 557 h 646"/>
                <a:gd name="T74" fmla="*/ 103 w 703"/>
                <a:gd name="T75" fmla="*/ 557 h 646"/>
                <a:gd name="T76" fmla="*/ 44 w 703"/>
                <a:gd name="T77" fmla="*/ 557 h 646"/>
                <a:gd name="T78" fmla="*/ 30 w 703"/>
                <a:gd name="T79" fmla="*/ 542 h 646"/>
                <a:gd name="T80" fmla="*/ 206 w 703"/>
                <a:gd name="T81" fmla="*/ 615 h 646"/>
                <a:gd name="T82" fmla="*/ 206 w 703"/>
                <a:gd name="T83" fmla="*/ 615 h 646"/>
                <a:gd name="T84" fmla="*/ 118 w 703"/>
                <a:gd name="T85" fmla="*/ 615 h 646"/>
                <a:gd name="T86" fmla="*/ 118 w 703"/>
                <a:gd name="T87" fmla="*/ 586 h 646"/>
                <a:gd name="T88" fmla="*/ 206 w 703"/>
                <a:gd name="T89" fmla="*/ 586 h 646"/>
                <a:gd name="T90" fmla="*/ 206 w 703"/>
                <a:gd name="T91" fmla="*/ 615 h 646"/>
                <a:gd name="T92" fmla="*/ 527 w 703"/>
                <a:gd name="T93" fmla="*/ 586 h 646"/>
                <a:gd name="T94" fmla="*/ 527 w 703"/>
                <a:gd name="T95" fmla="*/ 586 h 646"/>
                <a:gd name="T96" fmla="*/ 615 w 703"/>
                <a:gd name="T97" fmla="*/ 586 h 646"/>
                <a:gd name="T98" fmla="*/ 615 w 703"/>
                <a:gd name="T99" fmla="*/ 615 h 646"/>
                <a:gd name="T100" fmla="*/ 527 w 703"/>
                <a:gd name="T101" fmla="*/ 615 h 646"/>
                <a:gd name="T102" fmla="*/ 527 w 703"/>
                <a:gd name="T103" fmla="*/ 586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3" h="646">
                  <a:moveTo>
                    <a:pt x="641" y="639"/>
                  </a:moveTo>
                  <a:lnTo>
                    <a:pt x="641" y="639"/>
                  </a:lnTo>
                  <a:cubicBezTo>
                    <a:pt x="643" y="637"/>
                    <a:pt x="645" y="634"/>
                    <a:pt x="645" y="630"/>
                  </a:cubicBezTo>
                  <a:cubicBezTo>
                    <a:pt x="645" y="586"/>
                    <a:pt x="645" y="586"/>
                    <a:pt x="645" y="586"/>
                  </a:cubicBezTo>
                  <a:cubicBezTo>
                    <a:pt x="659" y="586"/>
                    <a:pt x="659" y="586"/>
                    <a:pt x="659" y="586"/>
                  </a:cubicBezTo>
                  <a:cubicBezTo>
                    <a:pt x="683" y="586"/>
                    <a:pt x="702" y="567"/>
                    <a:pt x="702" y="542"/>
                  </a:cubicBezTo>
                  <a:cubicBezTo>
                    <a:pt x="702" y="44"/>
                    <a:pt x="702" y="44"/>
                    <a:pt x="702" y="44"/>
                  </a:cubicBezTo>
                  <a:cubicBezTo>
                    <a:pt x="702" y="20"/>
                    <a:pt x="683" y="0"/>
                    <a:pt x="659" y="0"/>
                  </a:cubicBezTo>
                  <a:cubicBezTo>
                    <a:pt x="44" y="0"/>
                    <a:pt x="44" y="0"/>
                    <a:pt x="44" y="0"/>
                  </a:cubicBezTo>
                  <a:cubicBezTo>
                    <a:pt x="20" y="0"/>
                    <a:pt x="0" y="20"/>
                    <a:pt x="0" y="44"/>
                  </a:cubicBezTo>
                  <a:cubicBezTo>
                    <a:pt x="0" y="542"/>
                    <a:pt x="0" y="542"/>
                    <a:pt x="0" y="542"/>
                  </a:cubicBezTo>
                  <a:cubicBezTo>
                    <a:pt x="0" y="567"/>
                    <a:pt x="20" y="586"/>
                    <a:pt x="44" y="586"/>
                  </a:cubicBezTo>
                  <a:cubicBezTo>
                    <a:pt x="87" y="586"/>
                    <a:pt x="87" y="586"/>
                    <a:pt x="87" y="586"/>
                  </a:cubicBezTo>
                  <a:cubicBezTo>
                    <a:pt x="87" y="630"/>
                    <a:pt x="87" y="630"/>
                    <a:pt x="87" y="630"/>
                  </a:cubicBezTo>
                  <a:cubicBezTo>
                    <a:pt x="87" y="634"/>
                    <a:pt x="89" y="637"/>
                    <a:pt x="92" y="639"/>
                  </a:cubicBezTo>
                  <a:cubicBezTo>
                    <a:pt x="94" y="642"/>
                    <a:pt x="98" y="645"/>
                    <a:pt x="103" y="645"/>
                  </a:cubicBezTo>
                  <a:cubicBezTo>
                    <a:pt x="219" y="645"/>
                    <a:pt x="219" y="645"/>
                    <a:pt x="219" y="645"/>
                  </a:cubicBezTo>
                  <a:cubicBezTo>
                    <a:pt x="223" y="645"/>
                    <a:pt x="228" y="642"/>
                    <a:pt x="230" y="639"/>
                  </a:cubicBezTo>
                  <a:cubicBezTo>
                    <a:pt x="233" y="637"/>
                    <a:pt x="234" y="634"/>
                    <a:pt x="234" y="630"/>
                  </a:cubicBezTo>
                  <a:cubicBezTo>
                    <a:pt x="234" y="586"/>
                    <a:pt x="234" y="586"/>
                    <a:pt x="234" y="586"/>
                  </a:cubicBezTo>
                  <a:cubicBezTo>
                    <a:pt x="498" y="586"/>
                    <a:pt x="498" y="586"/>
                    <a:pt x="498" y="586"/>
                  </a:cubicBezTo>
                  <a:cubicBezTo>
                    <a:pt x="498" y="630"/>
                    <a:pt x="498" y="630"/>
                    <a:pt x="498" y="630"/>
                  </a:cubicBezTo>
                  <a:cubicBezTo>
                    <a:pt x="498" y="634"/>
                    <a:pt x="499" y="637"/>
                    <a:pt x="502" y="639"/>
                  </a:cubicBezTo>
                  <a:cubicBezTo>
                    <a:pt x="505" y="642"/>
                    <a:pt x="509" y="645"/>
                    <a:pt x="513" y="645"/>
                  </a:cubicBezTo>
                  <a:cubicBezTo>
                    <a:pt x="630" y="645"/>
                    <a:pt x="630" y="645"/>
                    <a:pt x="630" y="645"/>
                  </a:cubicBezTo>
                  <a:cubicBezTo>
                    <a:pt x="634" y="645"/>
                    <a:pt x="638" y="642"/>
                    <a:pt x="641" y="639"/>
                  </a:cubicBezTo>
                  <a:close/>
                  <a:moveTo>
                    <a:pt x="30" y="542"/>
                  </a:moveTo>
                  <a:lnTo>
                    <a:pt x="30" y="542"/>
                  </a:lnTo>
                  <a:cubicBezTo>
                    <a:pt x="30" y="44"/>
                    <a:pt x="30" y="44"/>
                    <a:pt x="30" y="44"/>
                  </a:cubicBezTo>
                  <a:cubicBezTo>
                    <a:pt x="30" y="35"/>
                    <a:pt x="35" y="30"/>
                    <a:pt x="44" y="30"/>
                  </a:cubicBezTo>
                  <a:cubicBezTo>
                    <a:pt x="659" y="30"/>
                    <a:pt x="659" y="30"/>
                    <a:pt x="659" y="30"/>
                  </a:cubicBezTo>
                  <a:cubicBezTo>
                    <a:pt x="667" y="30"/>
                    <a:pt x="674" y="35"/>
                    <a:pt x="674" y="44"/>
                  </a:cubicBezTo>
                  <a:cubicBezTo>
                    <a:pt x="674" y="542"/>
                    <a:pt x="674" y="542"/>
                    <a:pt x="674" y="542"/>
                  </a:cubicBezTo>
                  <a:cubicBezTo>
                    <a:pt x="674" y="550"/>
                    <a:pt x="667" y="557"/>
                    <a:pt x="659" y="557"/>
                  </a:cubicBezTo>
                  <a:cubicBezTo>
                    <a:pt x="630" y="557"/>
                    <a:pt x="630" y="557"/>
                    <a:pt x="630" y="557"/>
                  </a:cubicBezTo>
                  <a:cubicBezTo>
                    <a:pt x="513" y="557"/>
                    <a:pt x="513" y="557"/>
                    <a:pt x="513" y="557"/>
                  </a:cubicBezTo>
                  <a:cubicBezTo>
                    <a:pt x="219" y="557"/>
                    <a:pt x="219" y="557"/>
                    <a:pt x="219" y="557"/>
                  </a:cubicBezTo>
                  <a:cubicBezTo>
                    <a:pt x="103" y="557"/>
                    <a:pt x="103" y="557"/>
                    <a:pt x="103" y="557"/>
                  </a:cubicBezTo>
                  <a:cubicBezTo>
                    <a:pt x="44" y="557"/>
                    <a:pt x="44" y="557"/>
                    <a:pt x="44" y="557"/>
                  </a:cubicBezTo>
                  <a:cubicBezTo>
                    <a:pt x="35" y="557"/>
                    <a:pt x="30" y="550"/>
                    <a:pt x="30" y="542"/>
                  </a:cubicBezTo>
                  <a:close/>
                  <a:moveTo>
                    <a:pt x="206" y="615"/>
                  </a:moveTo>
                  <a:lnTo>
                    <a:pt x="206" y="615"/>
                  </a:lnTo>
                  <a:cubicBezTo>
                    <a:pt x="118" y="615"/>
                    <a:pt x="118" y="615"/>
                    <a:pt x="118" y="615"/>
                  </a:cubicBezTo>
                  <a:cubicBezTo>
                    <a:pt x="118" y="586"/>
                    <a:pt x="118" y="586"/>
                    <a:pt x="118" y="586"/>
                  </a:cubicBezTo>
                  <a:cubicBezTo>
                    <a:pt x="206" y="586"/>
                    <a:pt x="206" y="586"/>
                    <a:pt x="206" y="586"/>
                  </a:cubicBezTo>
                  <a:lnTo>
                    <a:pt x="206" y="615"/>
                  </a:lnTo>
                  <a:close/>
                  <a:moveTo>
                    <a:pt x="527" y="586"/>
                  </a:moveTo>
                  <a:lnTo>
                    <a:pt x="527" y="586"/>
                  </a:lnTo>
                  <a:cubicBezTo>
                    <a:pt x="615" y="586"/>
                    <a:pt x="615" y="586"/>
                    <a:pt x="615" y="586"/>
                  </a:cubicBezTo>
                  <a:cubicBezTo>
                    <a:pt x="615" y="615"/>
                    <a:pt x="615" y="615"/>
                    <a:pt x="615" y="615"/>
                  </a:cubicBezTo>
                  <a:cubicBezTo>
                    <a:pt x="527" y="615"/>
                    <a:pt x="527" y="615"/>
                    <a:pt x="527" y="615"/>
                  </a:cubicBezTo>
                  <a:lnTo>
                    <a:pt x="527" y="5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4">
              <a:extLst>
                <a:ext uri="{FF2B5EF4-FFF2-40B4-BE49-F238E27FC236}">
                  <a16:creationId xmlns:a16="http://schemas.microsoft.com/office/drawing/2014/main" id="{E6546A0E-2B32-3C70-7C3E-D1231833EDDE}"/>
                </a:ext>
              </a:extLst>
            </p:cNvPr>
            <p:cNvSpPr>
              <a:spLocks noChangeArrowheads="1"/>
            </p:cNvSpPr>
            <p:nvPr/>
          </p:nvSpPr>
          <p:spPr bwMode="auto">
            <a:xfrm>
              <a:off x="7924800" y="2794000"/>
              <a:ext cx="42863" cy="42863"/>
            </a:xfrm>
            <a:custGeom>
              <a:avLst/>
              <a:gdLst>
                <a:gd name="T0" fmla="*/ 15 w 119"/>
                <a:gd name="T1" fmla="*/ 116 h 117"/>
                <a:gd name="T2" fmla="*/ 15 w 119"/>
                <a:gd name="T3" fmla="*/ 116 h 117"/>
                <a:gd name="T4" fmla="*/ 74 w 119"/>
                <a:gd name="T5" fmla="*/ 116 h 117"/>
                <a:gd name="T6" fmla="*/ 118 w 119"/>
                <a:gd name="T7" fmla="*/ 72 h 117"/>
                <a:gd name="T8" fmla="*/ 118 w 119"/>
                <a:gd name="T9" fmla="*/ 15 h 117"/>
                <a:gd name="T10" fmla="*/ 103 w 119"/>
                <a:gd name="T11" fmla="*/ 0 h 117"/>
                <a:gd name="T12" fmla="*/ 88 w 119"/>
                <a:gd name="T13" fmla="*/ 15 h 117"/>
                <a:gd name="T14" fmla="*/ 88 w 119"/>
                <a:gd name="T15" fmla="*/ 72 h 117"/>
                <a:gd name="T16" fmla="*/ 74 w 119"/>
                <a:gd name="T17" fmla="*/ 87 h 117"/>
                <a:gd name="T18" fmla="*/ 15 w 119"/>
                <a:gd name="T19" fmla="*/ 87 h 117"/>
                <a:gd name="T20" fmla="*/ 0 w 119"/>
                <a:gd name="T21" fmla="*/ 103 h 117"/>
                <a:gd name="T22" fmla="*/ 15 w 119"/>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7">
                  <a:moveTo>
                    <a:pt x="15" y="116"/>
                  </a:moveTo>
                  <a:lnTo>
                    <a:pt x="15" y="116"/>
                  </a:lnTo>
                  <a:cubicBezTo>
                    <a:pt x="74" y="116"/>
                    <a:pt x="74" y="116"/>
                    <a:pt x="74" y="116"/>
                  </a:cubicBezTo>
                  <a:cubicBezTo>
                    <a:pt x="98" y="116"/>
                    <a:pt x="118" y="97"/>
                    <a:pt x="118" y="72"/>
                  </a:cubicBezTo>
                  <a:cubicBezTo>
                    <a:pt x="118" y="15"/>
                    <a:pt x="118" y="15"/>
                    <a:pt x="118" y="15"/>
                  </a:cubicBezTo>
                  <a:cubicBezTo>
                    <a:pt x="118" y="6"/>
                    <a:pt x="111" y="0"/>
                    <a:pt x="103" y="0"/>
                  </a:cubicBezTo>
                  <a:cubicBezTo>
                    <a:pt x="95" y="0"/>
                    <a:pt x="88" y="6"/>
                    <a:pt x="88" y="15"/>
                  </a:cubicBezTo>
                  <a:cubicBezTo>
                    <a:pt x="88" y="72"/>
                    <a:pt x="88" y="72"/>
                    <a:pt x="88" y="72"/>
                  </a:cubicBezTo>
                  <a:cubicBezTo>
                    <a:pt x="88" y="81"/>
                    <a:pt x="83" y="87"/>
                    <a:pt x="74"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5">
              <a:extLst>
                <a:ext uri="{FF2B5EF4-FFF2-40B4-BE49-F238E27FC236}">
                  <a16:creationId xmlns:a16="http://schemas.microsoft.com/office/drawing/2014/main" id="{B5E6B1FA-16D9-5A89-CFC0-17BFD1246AEB}"/>
                </a:ext>
              </a:extLst>
            </p:cNvPr>
            <p:cNvSpPr>
              <a:spLocks noChangeArrowheads="1"/>
            </p:cNvSpPr>
            <p:nvPr/>
          </p:nvSpPr>
          <p:spPr bwMode="auto">
            <a:xfrm>
              <a:off x="8010525" y="2794000"/>
              <a:ext cx="42863" cy="42863"/>
            </a:xfrm>
            <a:custGeom>
              <a:avLst/>
              <a:gdLst>
                <a:gd name="T0" fmla="*/ 15 w 118"/>
                <a:gd name="T1" fmla="*/ 116 h 117"/>
                <a:gd name="T2" fmla="*/ 15 w 118"/>
                <a:gd name="T3" fmla="*/ 116 h 117"/>
                <a:gd name="T4" fmla="*/ 73 w 118"/>
                <a:gd name="T5" fmla="*/ 116 h 117"/>
                <a:gd name="T6" fmla="*/ 117 w 118"/>
                <a:gd name="T7" fmla="*/ 72 h 117"/>
                <a:gd name="T8" fmla="*/ 117 w 118"/>
                <a:gd name="T9" fmla="*/ 15 h 117"/>
                <a:gd name="T10" fmla="*/ 103 w 118"/>
                <a:gd name="T11" fmla="*/ 0 h 117"/>
                <a:gd name="T12" fmla="*/ 88 w 118"/>
                <a:gd name="T13" fmla="*/ 15 h 117"/>
                <a:gd name="T14" fmla="*/ 88 w 118"/>
                <a:gd name="T15" fmla="*/ 72 h 117"/>
                <a:gd name="T16" fmla="*/ 73 w 118"/>
                <a:gd name="T17" fmla="*/ 87 h 117"/>
                <a:gd name="T18" fmla="*/ 15 w 118"/>
                <a:gd name="T19" fmla="*/ 87 h 117"/>
                <a:gd name="T20" fmla="*/ 0 w 118"/>
                <a:gd name="T21" fmla="*/ 103 h 117"/>
                <a:gd name="T22" fmla="*/ 15 w 118"/>
                <a:gd name="T23" fmla="*/ 116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7">
                  <a:moveTo>
                    <a:pt x="15" y="116"/>
                  </a:moveTo>
                  <a:lnTo>
                    <a:pt x="15" y="116"/>
                  </a:lnTo>
                  <a:cubicBezTo>
                    <a:pt x="73" y="116"/>
                    <a:pt x="73" y="116"/>
                    <a:pt x="73" y="116"/>
                  </a:cubicBezTo>
                  <a:cubicBezTo>
                    <a:pt x="97" y="116"/>
                    <a:pt x="117" y="97"/>
                    <a:pt x="117" y="72"/>
                  </a:cubicBezTo>
                  <a:cubicBezTo>
                    <a:pt x="117" y="15"/>
                    <a:pt x="117" y="15"/>
                    <a:pt x="117" y="15"/>
                  </a:cubicBezTo>
                  <a:cubicBezTo>
                    <a:pt x="117" y="6"/>
                    <a:pt x="111" y="0"/>
                    <a:pt x="103" y="0"/>
                  </a:cubicBezTo>
                  <a:cubicBezTo>
                    <a:pt x="95" y="0"/>
                    <a:pt x="88" y="6"/>
                    <a:pt x="88" y="15"/>
                  </a:cubicBezTo>
                  <a:cubicBezTo>
                    <a:pt x="88" y="72"/>
                    <a:pt x="88" y="72"/>
                    <a:pt x="88" y="72"/>
                  </a:cubicBezTo>
                  <a:cubicBezTo>
                    <a:pt x="88" y="81"/>
                    <a:pt x="81" y="87"/>
                    <a:pt x="73" y="87"/>
                  </a:cubicBezTo>
                  <a:cubicBezTo>
                    <a:pt x="15" y="87"/>
                    <a:pt x="15" y="87"/>
                    <a:pt x="15" y="87"/>
                  </a:cubicBezTo>
                  <a:cubicBezTo>
                    <a:pt x="7" y="87"/>
                    <a:pt x="0" y="94"/>
                    <a:pt x="0" y="103"/>
                  </a:cubicBezTo>
                  <a:cubicBezTo>
                    <a:pt x="0" y="109"/>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6">
              <a:extLst>
                <a:ext uri="{FF2B5EF4-FFF2-40B4-BE49-F238E27FC236}">
                  <a16:creationId xmlns:a16="http://schemas.microsoft.com/office/drawing/2014/main" id="{9A3DD069-0B6C-AC86-428E-FBBE8E48FC38}"/>
                </a:ext>
              </a:extLst>
            </p:cNvPr>
            <p:cNvSpPr>
              <a:spLocks noChangeArrowheads="1"/>
            </p:cNvSpPr>
            <p:nvPr/>
          </p:nvSpPr>
          <p:spPr bwMode="auto">
            <a:xfrm>
              <a:off x="7924800" y="2868613"/>
              <a:ext cx="42863" cy="42862"/>
            </a:xfrm>
            <a:custGeom>
              <a:avLst/>
              <a:gdLst>
                <a:gd name="T0" fmla="*/ 15 w 119"/>
                <a:gd name="T1" fmla="*/ 118 h 119"/>
                <a:gd name="T2" fmla="*/ 15 w 119"/>
                <a:gd name="T3" fmla="*/ 118 h 119"/>
                <a:gd name="T4" fmla="*/ 74 w 119"/>
                <a:gd name="T5" fmla="*/ 118 h 119"/>
                <a:gd name="T6" fmla="*/ 118 w 119"/>
                <a:gd name="T7" fmla="*/ 74 h 119"/>
                <a:gd name="T8" fmla="*/ 118 w 119"/>
                <a:gd name="T9" fmla="*/ 15 h 119"/>
                <a:gd name="T10" fmla="*/ 103 w 119"/>
                <a:gd name="T11" fmla="*/ 0 h 119"/>
                <a:gd name="T12" fmla="*/ 88 w 119"/>
                <a:gd name="T13" fmla="*/ 15 h 119"/>
                <a:gd name="T14" fmla="*/ 88 w 119"/>
                <a:gd name="T15" fmla="*/ 74 h 119"/>
                <a:gd name="T16" fmla="*/ 74 w 119"/>
                <a:gd name="T17" fmla="*/ 88 h 119"/>
                <a:gd name="T18" fmla="*/ 15 w 119"/>
                <a:gd name="T19" fmla="*/ 88 h 119"/>
                <a:gd name="T20" fmla="*/ 0 w 119"/>
                <a:gd name="T21" fmla="*/ 103 h 119"/>
                <a:gd name="T22" fmla="*/ 15 w 119"/>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9" h="119">
                  <a:moveTo>
                    <a:pt x="15" y="118"/>
                  </a:moveTo>
                  <a:lnTo>
                    <a:pt x="15" y="118"/>
                  </a:lnTo>
                  <a:cubicBezTo>
                    <a:pt x="74" y="118"/>
                    <a:pt x="74" y="118"/>
                    <a:pt x="74" y="118"/>
                  </a:cubicBezTo>
                  <a:cubicBezTo>
                    <a:pt x="98" y="118"/>
                    <a:pt x="118" y="98"/>
                    <a:pt x="118" y="74"/>
                  </a:cubicBezTo>
                  <a:cubicBezTo>
                    <a:pt x="118" y="15"/>
                    <a:pt x="118" y="15"/>
                    <a:pt x="118" y="15"/>
                  </a:cubicBezTo>
                  <a:cubicBezTo>
                    <a:pt x="118" y="7"/>
                    <a:pt x="111" y="0"/>
                    <a:pt x="103" y="0"/>
                  </a:cubicBezTo>
                  <a:cubicBezTo>
                    <a:pt x="95" y="0"/>
                    <a:pt x="88" y="7"/>
                    <a:pt x="88" y="15"/>
                  </a:cubicBezTo>
                  <a:cubicBezTo>
                    <a:pt x="88" y="74"/>
                    <a:pt x="88" y="74"/>
                    <a:pt x="88" y="74"/>
                  </a:cubicBezTo>
                  <a:cubicBezTo>
                    <a:pt x="88" y="81"/>
                    <a:pt x="83" y="88"/>
                    <a:pt x="74"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7">
              <a:extLst>
                <a:ext uri="{FF2B5EF4-FFF2-40B4-BE49-F238E27FC236}">
                  <a16:creationId xmlns:a16="http://schemas.microsoft.com/office/drawing/2014/main" id="{CCD2E85A-54A6-67A4-1559-28708A7912F7}"/>
                </a:ext>
              </a:extLst>
            </p:cNvPr>
            <p:cNvSpPr>
              <a:spLocks noChangeArrowheads="1"/>
            </p:cNvSpPr>
            <p:nvPr/>
          </p:nvSpPr>
          <p:spPr bwMode="auto">
            <a:xfrm>
              <a:off x="8010525" y="2868613"/>
              <a:ext cx="42863" cy="42862"/>
            </a:xfrm>
            <a:custGeom>
              <a:avLst/>
              <a:gdLst>
                <a:gd name="T0" fmla="*/ 15 w 118"/>
                <a:gd name="T1" fmla="*/ 118 h 119"/>
                <a:gd name="T2" fmla="*/ 15 w 118"/>
                <a:gd name="T3" fmla="*/ 118 h 119"/>
                <a:gd name="T4" fmla="*/ 73 w 118"/>
                <a:gd name="T5" fmla="*/ 118 h 119"/>
                <a:gd name="T6" fmla="*/ 117 w 118"/>
                <a:gd name="T7" fmla="*/ 74 h 119"/>
                <a:gd name="T8" fmla="*/ 117 w 118"/>
                <a:gd name="T9" fmla="*/ 15 h 119"/>
                <a:gd name="T10" fmla="*/ 103 w 118"/>
                <a:gd name="T11" fmla="*/ 0 h 119"/>
                <a:gd name="T12" fmla="*/ 88 w 118"/>
                <a:gd name="T13" fmla="*/ 15 h 119"/>
                <a:gd name="T14" fmla="*/ 88 w 118"/>
                <a:gd name="T15" fmla="*/ 74 h 119"/>
                <a:gd name="T16" fmla="*/ 73 w 118"/>
                <a:gd name="T17" fmla="*/ 88 h 119"/>
                <a:gd name="T18" fmla="*/ 15 w 118"/>
                <a:gd name="T19" fmla="*/ 88 h 119"/>
                <a:gd name="T20" fmla="*/ 0 w 118"/>
                <a:gd name="T21" fmla="*/ 103 h 119"/>
                <a:gd name="T22" fmla="*/ 15 w 118"/>
                <a:gd name="T23" fmla="*/ 11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15" y="118"/>
                  </a:moveTo>
                  <a:lnTo>
                    <a:pt x="15" y="118"/>
                  </a:lnTo>
                  <a:cubicBezTo>
                    <a:pt x="73" y="118"/>
                    <a:pt x="73" y="118"/>
                    <a:pt x="73" y="118"/>
                  </a:cubicBezTo>
                  <a:cubicBezTo>
                    <a:pt x="97" y="118"/>
                    <a:pt x="117" y="98"/>
                    <a:pt x="117" y="74"/>
                  </a:cubicBezTo>
                  <a:cubicBezTo>
                    <a:pt x="117" y="15"/>
                    <a:pt x="117" y="15"/>
                    <a:pt x="117" y="15"/>
                  </a:cubicBezTo>
                  <a:cubicBezTo>
                    <a:pt x="117" y="7"/>
                    <a:pt x="111" y="0"/>
                    <a:pt x="103" y="0"/>
                  </a:cubicBezTo>
                  <a:cubicBezTo>
                    <a:pt x="95" y="0"/>
                    <a:pt x="88" y="7"/>
                    <a:pt x="88" y="15"/>
                  </a:cubicBezTo>
                  <a:cubicBezTo>
                    <a:pt x="88" y="74"/>
                    <a:pt x="88" y="74"/>
                    <a:pt x="88" y="74"/>
                  </a:cubicBezTo>
                  <a:cubicBezTo>
                    <a:pt x="88" y="81"/>
                    <a:pt x="81" y="88"/>
                    <a:pt x="73" y="88"/>
                  </a:cubicBezTo>
                  <a:cubicBezTo>
                    <a:pt x="15" y="88"/>
                    <a:pt x="15" y="88"/>
                    <a:pt x="15" y="88"/>
                  </a:cubicBezTo>
                  <a:cubicBezTo>
                    <a:pt x="7" y="88"/>
                    <a:pt x="0" y="95"/>
                    <a:pt x="0" y="103"/>
                  </a:cubicBezTo>
                  <a:cubicBezTo>
                    <a:pt x="0" y="111"/>
                    <a:pt x="7" y="118"/>
                    <a:pt x="15"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78">
              <a:extLst>
                <a:ext uri="{FF2B5EF4-FFF2-40B4-BE49-F238E27FC236}">
                  <a16:creationId xmlns:a16="http://schemas.microsoft.com/office/drawing/2014/main" id="{30C1C739-D9DF-45E3-F6B0-7E0FA9CCD35C}"/>
                </a:ext>
              </a:extLst>
            </p:cNvPr>
            <p:cNvSpPr>
              <a:spLocks noChangeArrowheads="1"/>
            </p:cNvSpPr>
            <p:nvPr/>
          </p:nvSpPr>
          <p:spPr bwMode="auto">
            <a:xfrm>
              <a:off x="7872413" y="2782888"/>
              <a:ext cx="22225" cy="138112"/>
            </a:xfrm>
            <a:custGeom>
              <a:avLst/>
              <a:gdLst>
                <a:gd name="T0" fmla="*/ 0 w 60"/>
                <a:gd name="T1" fmla="*/ 344 h 384"/>
                <a:gd name="T2" fmla="*/ 0 w 60"/>
                <a:gd name="T3" fmla="*/ 344 h 384"/>
                <a:gd name="T4" fmla="*/ 4 w 60"/>
                <a:gd name="T5" fmla="*/ 348 h 384"/>
                <a:gd name="T6" fmla="*/ 4 w 60"/>
                <a:gd name="T7" fmla="*/ 348 h 384"/>
                <a:gd name="T8" fmla="*/ 33 w 60"/>
                <a:gd name="T9" fmla="*/ 378 h 384"/>
                <a:gd name="T10" fmla="*/ 53 w 60"/>
                <a:gd name="T11" fmla="*/ 378 h 384"/>
                <a:gd name="T12" fmla="*/ 53 w 60"/>
                <a:gd name="T13" fmla="*/ 357 h 384"/>
                <a:gd name="T14" fmla="*/ 29 w 60"/>
                <a:gd name="T15" fmla="*/ 331 h 384"/>
                <a:gd name="T16" fmla="*/ 29 w 60"/>
                <a:gd name="T17" fmla="*/ 51 h 384"/>
                <a:gd name="T18" fmla="*/ 53 w 60"/>
                <a:gd name="T19" fmla="*/ 26 h 384"/>
                <a:gd name="T20" fmla="*/ 53 w 60"/>
                <a:gd name="T21" fmla="*/ 6 h 384"/>
                <a:gd name="T22" fmla="*/ 33 w 60"/>
                <a:gd name="T23" fmla="*/ 6 h 384"/>
                <a:gd name="T24" fmla="*/ 4 w 60"/>
                <a:gd name="T25" fmla="*/ 35 h 384"/>
                <a:gd name="T26" fmla="*/ 4 w 60"/>
                <a:gd name="T27" fmla="*/ 35 h 384"/>
                <a:gd name="T28" fmla="*/ 0 w 60"/>
                <a:gd name="T29" fmla="*/ 39 h 384"/>
                <a:gd name="T30" fmla="*/ 0 w 60"/>
                <a:gd name="T31" fmla="*/ 46 h 384"/>
                <a:gd name="T32" fmla="*/ 0 w 60"/>
                <a:gd name="T33" fmla="*/ 338 h 384"/>
                <a:gd name="T34" fmla="*/ 0 w 60"/>
                <a:gd name="T35" fmla="*/ 34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0" h="384">
                  <a:moveTo>
                    <a:pt x="0" y="344"/>
                  </a:moveTo>
                  <a:lnTo>
                    <a:pt x="0" y="344"/>
                  </a:lnTo>
                  <a:cubicBezTo>
                    <a:pt x="1" y="345"/>
                    <a:pt x="2" y="346"/>
                    <a:pt x="4" y="348"/>
                  </a:cubicBezTo>
                  <a:lnTo>
                    <a:pt x="4" y="348"/>
                  </a:lnTo>
                  <a:cubicBezTo>
                    <a:pt x="33" y="378"/>
                    <a:pt x="33" y="378"/>
                    <a:pt x="33" y="378"/>
                  </a:cubicBezTo>
                  <a:cubicBezTo>
                    <a:pt x="38" y="383"/>
                    <a:pt x="48" y="383"/>
                    <a:pt x="53" y="378"/>
                  </a:cubicBezTo>
                  <a:cubicBezTo>
                    <a:pt x="59" y="372"/>
                    <a:pt x="59" y="363"/>
                    <a:pt x="53" y="357"/>
                  </a:cubicBezTo>
                  <a:cubicBezTo>
                    <a:pt x="29" y="331"/>
                    <a:pt x="29" y="331"/>
                    <a:pt x="29" y="331"/>
                  </a:cubicBezTo>
                  <a:cubicBezTo>
                    <a:pt x="29" y="51"/>
                    <a:pt x="29" y="51"/>
                    <a:pt x="29" y="51"/>
                  </a:cubicBezTo>
                  <a:cubicBezTo>
                    <a:pt x="53" y="26"/>
                    <a:pt x="53" y="26"/>
                    <a:pt x="53" y="26"/>
                  </a:cubicBezTo>
                  <a:cubicBezTo>
                    <a:pt x="59" y="21"/>
                    <a:pt x="59" y="11"/>
                    <a:pt x="53" y="6"/>
                  </a:cubicBezTo>
                  <a:cubicBezTo>
                    <a:pt x="48" y="0"/>
                    <a:pt x="38" y="0"/>
                    <a:pt x="33" y="6"/>
                  </a:cubicBezTo>
                  <a:cubicBezTo>
                    <a:pt x="4" y="35"/>
                    <a:pt x="4" y="35"/>
                    <a:pt x="4" y="35"/>
                  </a:cubicBezTo>
                  <a:lnTo>
                    <a:pt x="4" y="35"/>
                  </a:lnTo>
                  <a:cubicBezTo>
                    <a:pt x="2" y="36"/>
                    <a:pt x="1" y="37"/>
                    <a:pt x="0" y="39"/>
                  </a:cubicBezTo>
                  <a:cubicBezTo>
                    <a:pt x="0" y="42"/>
                    <a:pt x="0" y="43"/>
                    <a:pt x="0" y="46"/>
                  </a:cubicBezTo>
                  <a:cubicBezTo>
                    <a:pt x="0" y="338"/>
                    <a:pt x="0" y="338"/>
                    <a:pt x="0" y="338"/>
                  </a:cubicBezTo>
                  <a:cubicBezTo>
                    <a:pt x="0" y="339"/>
                    <a:pt x="0" y="342"/>
                    <a:pt x="0" y="3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9" name="Group 102">
            <a:extLst>
              <a:ext uri="{FF2B5EF4-FFF2-40B4-BE49-F238E27FC236}">
                <a16:creationId xmlns:a16="http://schemas.microsoft.com/office/drawing/2014/main" id="{F18B609D-C4E7-1ACD-612C-C25523B06888}"/>
              </a:ext>
            </a:extLst>
          </p:cNvPr>
          <p:cNvGrpSpPr/>
          <p:nvPr/>
        </p:nvGrpSpPr>
        <p:grpSpPr>
          <a:xfrm>
            <a:off x="9477499" y="877516"/>
            <a:ext cx="254000" cy="231775"/>
            <a:chOff x="8335963" y="1223963"/>
            <a:chExt cx="254000" cy="231775"/>
          </a:xfrm>
          <a:solidFill>
            <a:schemeClr val="accent4"/>
          </a:solidFill>
        </p:grpSpPr>
        <p:sp>
          <p:nvSpPr>
            <p:cNvPr id="100" name="Freeform 79">
              <a:extLst>
                <a:ext uri="{FF2B5EF4-FFF2-40B4-BE49-F238E27FC236}">
                  <a16:creationId xmlns:a16="http://schemas.microsoft.com/office/drawing/2014/main" id="{5E0C4837-396B-FBFF-34D1-B5AF2BF8D74F}"/>
                </a:ext>
              </a:extLst>
            </p:cNvPr>
            <p:cNvSpPr>
              <a:spLocks noChangeArrowheads="1"/>
            </p:cNvSpPr>
            <p:nvPr/>
          </p:nvSpPr>
          <p:spPr bwMode="auto">
            <a:xfrm>
              <a:off x="8335963" y="1223963"/>
              <a:ext cx="254000" cy="231775"/>
            </a:xfrm>
            <a:custGeom>
              <a:avLst/>
              <a:gdLst>
                <a:gd name="T0" fmla="*/ 44 w 704"/>
                <a:gd name="T1" fmla="*/ 586 h 646"/>
                <a:gd name="T2" fmla="*/ 44 w 704"/>
                <a:gd name="T3" fmla="*/ 586 h 646"/>
                <a:gd name="T4" fmla="*/ 147 w 704"/>
                <a:gd name="T5" fmla="*/ 586 h 646"/>
                <a:gd name="T6" fmla="*/ 147 w 704"/>
                <a:gd name="T7" fmla="*/ 630 h 646"/>
                <a:gd name="T8" fmla="*/ 151 w 704"/>
                <a:gd name="T9" fmla="*/ 640 h 646"/>
                <a:gd name="T10" fmla="*/ 162 w 704"/>
                <a:gd name="T11" fmla="*/ 645 h 646"/>
                <a:gd name="T12" fmla="*/ 162 w 704"/>
                <a:gd name="T13" fmla="*/ 645 h 646"/>
                <a:gd name="T14" fmla="*/ 172 w 704"/>
                <a:gd name="T15" fmla="*/ 640 h 646"/>
                <a:gd name="T16" fmla="*/ 176 w 704"/>
                <a:gd name="T17" fmla="*/ 630 h 646"/>
                <a:gd name="T18" fmla="*/ 176 w 704"/>
                <a:gd name="T19" fmla="*/ 586 h 646"/>
                <a:gd name="T20" fmla="*/ 558 w 704"/>
                <a:gd name="T21" fmla="*/ 586 h 646"/>
                <a:gd name="T22" fmla="*/ 558 w 704"/>
                <a:gd name="T23" fmla="*/ 630 h 646"/>
                <a:gd name="T24" fmla="*/ 562 w 704"/>
                <a:gd name="T25" fmla="*/ 640 h 646"/>
                <a:gd name="T26" fmla="*/ 571 w 704"/>
                <a:gd name="T27" fmla="*/ 645 h 646"/>
                <a:gd name="T28" fmla="*/ 571 w 704"/>
                <a:gd name="T29" fmla="*/ 645 h 646"/>
                <a:gd name="T30" fmla="*/ 582 w 704"/>
                <a:gd name="T31" fmla="*/ 640 h 646"/>
                <a:gd name="T32" fmla="*/ 586 w 704"/>
                <a:gd name="T33" fmla="*/ 630 h 646"/>
                <a:gd name="T34" fmla="*/ 586 w 704"/>
                <a:gd name="T35" fmla="*/ 586 h 646"/>
                <a:gd name="T36" fmla="*/ 659 w 704"/>
                <a:gd name="T37" fmla="*/ 586 h 646"/>
                <a:gd name="T38" fmla="*/ 703 w 704"/>
                <a:gd name="T39" fmla="*/ 542 h 646"/>
                <a:gd name="T40" fmla="*/ 703 w 704"/>
                <a:gd name="T41" fmla="*/ 44 h 646"/>
                <a:gd name="T42" fmla="*/ 659 w 704"/>
                <a:gd name="T43" fmla="*/ 0 h 646"/>
                <a:gd name="T44" fmla="*/ 44 w 704"/>
                <a:gd name="T45" fmla="*/ 0 h 646"/>
                <a:gd name="T46" fmla="*/ 0 w 704"/>
                <a:gd name="T47" fmla="*/ 44 h 646"/>
                <a:gd name="T48" fmla="*/ 0 w 704"/>
                <a:gd name="T49" fmla="*/ 542 h 646"/>
                <a:gd name="T50" fmla="*/ 44 w 704"/>
                <a:gd name="T51" fmla="*/ 586 h 646"/>
                <a:gd name="T52" fmla="*/ 30 w 704"/>
                <a:gd name="T53" fmla="*/ 44 h 646"/>
                <a:gd name="T54" fmla="*/ 30 w 704"/>
                <a:gd name="T55" fmla="*/ 44 h 646"/>
                <a:gd name="T56" fmla="*/ 44 w 704"/>
                <a:gd name="T57" fmla="*/ 30 h 646"/>
                <a:gd name="T58" fmla="*/ 659 w 704"/>
                <a:gd name="T59" fmla="*/ 30 h 646"/>
                <a:gd name="T60" fmla="*/ 674 w 704"/>
                <a:gd name="T61" fmla="*/ 44 h 646"/>
                <a:gd name="T62" fmla="*/ 674 w 704"/>
                <a:gd name="T63" fmla="*/ 542 h 646"/>
                <a:gd name="T64" fmla="*/ 659 w 704"/>
                <a:gd name="T65" fmla="*/ 557 h 646"/>
                <a:gd name="T66" fmla="*/ 571 w 704"/>
                <a:gd name="T67" fmla="*/ 557 h 646"/>
                <a:gd name="T68" fmla="*/ 571 w 704"/>
                <a:gd name="T69" fmla="*/ 557 h 646"/>
                <a:gd name="T70" fmla="*/ 162 w 704"/>
                <a:gd name="T71" fmla="*/ 557 h 646"/>
                <a:gd name="T72" fmla="*/ 162 w 704"/>
                <a:gd name="T73" fmla="*/ 557 h 646"/>
                <a:gd name="T74" fmla="*/ 44 w 704"/>
                <a:gd name="T75" fmla="*/ 557 h 646"/>
                <a:gd name="T76" fmla="*/ 30 w 704"/>
                <a:gd name="T77" fmla="*/ 542 h 646"/>
                <a:gd name="T78" fmla="*/ 30 w 704"/>
                <a:gd name="T79" fmla="*/ 44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46">
                  <a:moveTo>
                    <a:pt x="44" y="586"/>
                  </a:moveTo>
                  <a:lnTo>
                    <a:pt x="44" y="586"/>
                  </a:lnTo>
                  <a:cubicBezTo>
                    <a:pt x="147" y="586"/>
                    <a:pt x="147" y="586"/>
                    <a:pt x="147" y="586"/>
                  </a:cubicBezTo>
                  <a:cubicBezTo>
                    <a:pt x="147" y="630"/>
                    <a:pt x="147" y="630"/>
                    <a:pt x="147" y="630"/>
                  </a:cubicBezTo>
                  <a:cubicBezTo>
                    <a:pt x="147" y="634"/>
                    <a:pt x="149" y="637"/>
                    <a:pt x="151" y="640"/>
                  </a:cubicBezTo>
                  <a:cubicBezTo>
                    <a:pt x="154" y="642"/>
                    <a:pt x="158" y="645"/>
                    <a:pt x="162" y="645"/>
                  </a:cubicBezTo>
                  <a:lnTo>
                    <a:pt x="162" y="645"/>
                  </a:lnTo>
                  <a:cubicBezTo>
                    <a:pt x="166" y="645"/>
                    <a:pt x="169" y="642"/>
                    <a:pt x="172" y="640"/>
                  </a:cubicBezTo>
                  <a:cubicBezTo>
                    <a:pt x="175" y="637"/>
                    <a:pt x="176" y="634"/>
                    <a:pt x="176" y="630"/>
                  </a:cubicBezTo>
                  <a:cubicBezTo>
                    <a:pt x="176" y="586"/>
                    <a:pt x="176" y="586"/>
                    <a:pt x="176" y="586"/>
                  </a:cubicBezTo>
                  <a:cubicBezTo>
                    <a:pt x="558" y="586"/>
                    <a:pt x="558" y="586"/>
                    <a:pt x="558" y="586"/>
                  </a:cubicBezTo>
                  <a:cubicBezTo>
                    <a:pt x="558" y="630"/>
                    <a:pt x="558" y="630"/>
                    <a:pt x="558" y="630"/>
                  </a:cubicBezTo>
                  <a:cubicBezTo>
                    <a:pt x="558" y="634"/>
                    <a:pt x="559" y="637"/>
                    <a:pt x="562" y="640"/>
                  </a:cubicBezTo>
                  <a:cubicBezTo>
                    <a:pt x="564" y="642"/>
                    <a:pt x="567" y="645"/>
                    <a:pt x="571" y="645"/>
                  </a:cubicBezTo>
                  <a:lnTo>
                    <a:pt x="571" y="645"/>
                  </a:lnTo>
                  <a:cubicBezTo>
                    <a:pt x="575" y="645"/>
                    <a:pt x="580" y="642"/>
                    <a:pt x="582" y="640"/>
                  </a:cubicBezTo>
                  <a:cubicBezTo>
                    <a:pt x="585" y="637"/>
                    <a:pt x="586" y="634"/>
                    <a:pt x="586" y="630"/>
                  </a:cubicBezTo>
                  <a:cubicBezTo>
                    <a:pt x="586" y="586"/>
                    <a:pt x="586" y="586"/>
                    <a:pt x="586" y="586"/>
                  </a:cubicBezTo>
                  <a:cubicBezTo>
                    <a:pt x="659" y="586"/>
                    <a:pt x="659" y="586"/>
                    <a:pt x="659" y="586"/>
                  </a:cubicBezTo>
                  <a:cubicBezTo>
                    <a:pt x="684" y="586"/>
                    <a:pt x="703" y="567"/>
                    <a:pt x="703" y="542"/>
                  </a:cubicBezTo>
                  <a:cubicBezTo>
                    <a:pt x="703" y="44"/>
                    <a:pt x="703" y="44"/>
                    <a:pt x="703" y="44"/>
                  </a:cubicBezTo>
                  <a:cubicBezTo>
                    <a:pt x="703" y="20"/>
                    <a:pt x="684" y="0"/>
                    <a:pt x="659" y="0"/>
                  </a:cubicBezTo>
                  <a:cubicBezTo>
                    <a:pt x="44" y="0"/>
                    <a:pt x="44" y="0"/>
                    <a:pt x="44" y="0"/>
                  </a:cubicBezTo>
                  <a:cubicBezTo>
                    <a:pt x="21" y="0"/>
                    <a:pt x="0" y="20"/>
                    <a:pt x="0" y="44"/>
                  </a:cubicBezTo>
                  <a:cubicBezTo>
                    <a:pt x="0" y="542"/>
                    <a:pt x="0" y="542"/>
                    <a:pt x="0" y="542"/>
                  </a:cubicBezTo>
                  <a:cubicBezTo>
                    <a:pt x="0" y="567"/>
                    <a:pt x="21" y="586"/>
                    <a:pt x="44" y="586"/>
                  </a:cubicBezTo>
                  <a:close/>
                  <a:moveTo>
                    <a:pt x="30" y="44"/>
                  </a:moveTo>
                  <a:lnTo>
                    <a:pt x="30" y="44"/>
                  </a:lnTo>
                  <a:cubicBezTo>
                    <a:pt x="30" y="36"/>
                    <a:pt x="36" y="30"/>
                    <a:pt x="44" y="30"/>
                  </a:cubicBezTo>
                  <a:cubicBezTo>
                    <a:pt x="659" y="30"/>
                    <a:pt x="659" y="30"/>
                    <a:pt x="659" y="30"/>
                  </a:cubicBezTo>
                  <a:cubicBezTo>
                    <a:pt x="667" y="30"/>
                    <a:pt x="674" y="36"/>
                    <a:pt x="674" y="44"/>
                  </a:cubicBezTo>
                  <a:cubicBezTo>
                    <a:pt x="674" y="542"/>
                    <a:pt x="674" y="542"/>
                    <a:pt x="674" y="542"/>
                  </a:cubicBezTo>
                  <a:cubicBezTo>
                    <a:pt x="674" y="550"/>
                    <a:pt x="667" y="557"/>
                    <a:pt x="659" y="557"/>
                  </a:cubicBezTo>
                  <a:cubicBezTo>
                    <a:pt x="571" y="557"/>
                    <a:pt x="571" y="557"/>
                    <a:pt x="571" y="557"/>
                  </a:cubicBezTo>
                  <a:lnTo>
                    <a:pt x="571" y="557"/>
                  </a:lnTo>
                  <a:cubicBezTo>
                    <a:pt x="162" y="557"/>
                    <a:pt x="162" y="557"/>
                    <a:pt x="162" y="557"/>
                  </a:cubicBezTo>
                  <a:lnTo>
                    <a:pt x="162" y="557"/>
                  </a:lnTo>
                  <a:cubicBezTo>
                    <a:pt x="44" y="557"/>
                    <a:pt x="44" y="557"/>
                    <a:pt x="44" y="557"/>
                  </a:cubicBezTo>
                  <a:cubicBezTo>
                    <a:pt x="36" y="557"/>
                    <a:pt x="30" y="550"/>
                    <a:pt x="30" y="542"/>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0">
              <a:extLst>
                <a:ext uri="{FF2B5EF4-FFF2-40B4-BE49-F238E27FC236}">
                  <a16:creationId xmlns:a16="http://schemas.microsoft.com/office/drawing/2014/main" id="{142957A2-0482-E184-44BA-A9B78CFD21D7}"/>
                </a:ext>
              </a:extLst>
            </p:cNvPr>
            <p:cNvSpPr>
              <a:spLocks noChangeArrowheads="1"/>
            </p:cNvSpPr>
            <p:nvPr/>
          </p:nvSpPr>
          <p:spPr bwMode="auto">
            <a:xfrm>
              <a:off x="8378825" y="1276350"/>
              <a:ext cx="11113" cy="115888"/>
            </a:xfrm>
            <a:custGeom>
              <a:avLst/>
              <a:gdLst>
                <a:gd name="T0" fmla="*/ 14 w 30"/>
                <a:gd name="T1" fmla="*/ 322 h 323"/>
                <a:gd name="T2" fmla="*/ 14 w 30"/>
                <a:gd name="T3" fmla="*/ 322 h 323"/>
                <a:gd name="T4" fmla="*/ 29 w 30"/>
                <a:gd name="T5" fmla="*/ 307 h 323"/>
                <a:gd name="T6" fmla="*/ 29 w 30"/>
                <a:gd name="T7" fmla="*/ 15 h 323"/>
                <a:gd name="T8" fmla="*/ 14 w 30"/>
                <a:gd name="T9" fmla="*/ 0 h 323"/>
                <a:gd name="T10" fmla="*/ 0 w 30"/>
                <a:gd name="T11" fmla="*/ 15 h 323"/>
                <a:gd name="T12" fmla="*/ 0 w 30"/>
                <a:gd name="T13" fmla="*/ 307 h 323"/>
                <a:gd name="T14" fmla="*/ 14 w 30"/>
                <a:gd name="T15" fmla="*/ 322 h 32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323">
                  <a:moveTo>
                    <a:pt x="14" y="322"/>
                  </a:moveTo>
                  <a:lnTo>
                    <a:pt x="14" y="322"/>
                  </a:lnTo>
                  <a:cubicBezTo>
                    <a:pt x="22" y="322"/>
                    <a:pt x="29" y="316"/>
                    <a:pt x="29" y="307"/>
                  </a:cubicBezTo>
                  <a:cubicBezTo>
                    <a:pt x="29" y="15"/>
                    <a:pt x="29" y="15"/>
                    <a:pt x="29" y="15"/>
                  </a:cubicBezTo>
                  <a:cubicBezTo>
                    <a:pt x="29" y="7"/>
                    <a:pt x="22" y="0"/>
                    <a:pt x="14" y="0"/>
                  </a:cubicBezTo>
                  <a:cubicBezTo>
                    <a:pt x="6" y="0"/>
                    <a:pt x="0" y="7"/>
                    <a:pt x="0" y="15"/>
                  </a:cubicBezTo>
                  <a:cubicBezTo>
                    <a:pt x="0" y="307"/>
                    <a:pt x="0" y="307"/>
                    <a:pt x="0" y="307"/>
                  </a:cubicBezTo>
                  <a:cubicBezTo>
                    <a:pt x="0" y="316"/>
                    <a:pt x="6" y="322"/>
                    <a:pt x="14" y="3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1">
              <a:extLst>
                <a:ext uri="{FF2B5EF4-FFF2-40B4-BE49-F238E27FC236}">
                  <a16:creationId xmlns:a16="http://schemas.microsoft.com/office/drawing/2014/main" id="{83687241-455D-1BC0-E312-6ADE77239ECF}"/>
                </a:ext>
              </a:extLst>
            </p:cNvPr>
            <p:cNvSpPr>
              <a:spLocks noChangeArrowheads="1"/>
            </p:cNvSpPr>
            <p:nvPr/>
          </p:nvSpPr>
          <p:spPr bwMode="auto">
            <a:xfrm>
              <a:off x="8442325" y="1287463"/>
              <a:ext cx="95250" cy="95250"/>
            </a:xfrm>
            <a:custGeom>
              <a:avLst/>
              <a:gdLst>
                <a:gd name="T0" fmla="*/ 132 w 265"/>
                <a:gd name="T1" fmla="*/ 263 h 264"/>
                <a:gd name="T2" fmla="*/ 132 w 265"/>
                <a:gd name="T3" fmla="*/ 263 h 264"/>
                <a:gd name="T4" fmla="*/ 264 w 265"/>
                <a:gd name="T5" fmla="*/ 131 h 264"/>
                <a:gd name="T6" fmla="*/ 132 w 265"/>
                <a:gd name="T7" fmla="*/ 0 h 264"/>
                <a:gd name="T8" fmla="*/ 0 w 265"/>
                <a:gd name="T9" fmla="*/ 131 h 264"/>
                <a:gd name="T10" fmla="*/ 132 w 265"/>
                <a:gd name="T11" fmla="*/ 263 h 264"/>
                <a:gd name="T12" fmla="*/ 59 w 265"/>
                <a:gd name="T13" fmla="*/ 59 h 264"/>
                <a:gd name="T14" fmla="*/ 59 w 265"/>
                <a:gd name="T15" fmla="*/ 59 h 264"/>
                <a:gd name="T16" fmla="*/ 132 w 265"/>
                <a:gd name="T17" fmla="*/ 30 h 264"/>
                <a:gd name="T18" fmla="*/ 203 w 265"/>
                <a:gd name="T19" fmla="*/ 59 h 264"/>
                <a:gd name="T20" fmla="*/ 233 w 265"/>
                <a:gd name="T21" fmla="*/ 131 h 264"/>
                <a:gd name="T22" fmla="*/ 203 w 265"/>
                <a:gd name="T23" fmla="*/ 204 h 264"/>
                <a:gd name="T24" fmla="*/ 132 w 265"/>
                <a:gd name="T25" fmla="*/ 234 h 264"/>
                <a:gd name="T26" fmla="*/ 59 w 265"/>
                <a:gd name="T27" fmla="*/ 204 h 264"/>
                <a:gd name="T28" fmla="*/ 29 w 265"/>
                <a:gd name="T29" fmla="*/ 131 h 264"/>
                <a:gd name="T30" fmla="*/ 59 w 265"/>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4">
                  <a:moveTo>
                    <a:pt x="132" y="263"/>
                  </a:moveTo>
                  <a:lnTo>
                    <a:pt x="132" y="263"/>
                  </a:lnTo>
                  <a:cubicBezTo>
                    <a:pt x="205" y="263"/>
                    <a:pt x="264" y="204"/>
                    <a:pt x="264" y="131"/>
                  </a:cubicBezTo>
                  <a:cubicBezTo>
                    <a:pt x="264" y="59"/>
                    <a:pt x="205" y="0"/>
                    <a:pt x="132" y="0"/>
                  </a:cubicBezTo>
                  <a:cubicBezTo>
                    <a:pt x="59" y="0"/>
                    <a:pt x="0" y="59"/>
                    <a:pt x="0" y="131"/>
                  </a:cubicBezTo>
                  <a:cubicBezTo>
                    <a:pt x="0" y="204"/>
                    <a:pt x="59" y="263"/>
                    <a:pt x="132" y="263"/>
                  </a:cubicBezTo>
                  <a:close/>
                  <a:moveTo>
                    <a:pt x="59" y="59"/>
                  </a:moveTo>
                  <a:lnTo>
                    <a:pt x="59" y="59"/>
                  </a:lnTo>
                  <a:cubicBezTo>
                    <a:pt x="77" y="41"/>
                    <a:pt x="103" y="30"/>
                    <a:pt x="132" y="30"/>
                  </a:cubicBezTo>
                  <a:cubicBezTo>
                    <a:pt x="159" y="30"/>
                    <a:pt x="185" y="41"/>
                    <a:pt x="203" y="59"/>
                  </a:cubicBezTo>
                  <a:cubicBezTo>
                    <a:pt x="222" y="78"/>
                    <a:pt x="233" y="104"/>
                    <a:pt x="233" y="131"/>
                  </a:cubicBezTo>
                  <a:cubicBezTo>
                    <a:pt x="233" y="160"/>
                    <a:pt x="222" y="185"/>
                    <a:pt x="203" y="204"/>
                  </a:cubicBezTo>
                  <a:cubicBezTo>
                    <a:pt x="185" y="223"/>
                    <a:pt x="159" y="234"/>
                    <a:pt x="132" y="234"/>
                  </a:cubicBezTo>
                  <a:cubicBezTo>
                    <a:pt x="103" y="234"/>
                    <a:pt x="77" y="223"/>
                    <a:pt x="59" y="204"/>
                  </a:cubicBezTo>
                  <a:cubicBezTo>
                    <a:pt x="40" y="185"/>
                    <a:pt x="29" y="160"/>
                    <a:pt x="29" y="131"/>
                  </a:cubicBezTo>
                  <a:cubicBezTo>
                    <a:pt x="29" y="104"/>
                    <a:pt x="40" y="78"/>
                    <a:pt x="59"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3" name="Group 106">
            <a:extLst>
              <a:ext uri="{FF2B5EF4-FFF2-40B4-BE49-F238E27FC236}">
                <a16:creationId xmlns:a16="http://schemas.microsoft.com/office/drawing/2014/main" id="{49CC8A2F-BFB5-30C3-C4BA-75F3BA912164}"/>
              </a:ext>
            </a:extLst>
          </p:cNvPr>
          <p:cNvGrpSpPr/>
          <p:nvPr/>
        </p:nvGrpSpPr>
        <p:grpSpPr>
          <a:xfrm>
            <a:off x="8466261" y="2419151"/>
            <a:ext cx="254000" cy="254000"/>
            <a:chOff x="7324725" y="2700338"/>
            <a:chExt cx="254000" cy="254000"/>
          </a:xfrm>
          <a:solidFill>
            <a:schemeClr val="accent4"/>
          </a:solidFill>
        </p:grpSpPr>
        <p:sp>
          <p:nvSpPr>
            <p:cNvPr id="104" name="Freeform 82">
              <a:extLst>
                <a:ext uri="{FF2B5EF4-FFF2-40B4-BE49-F238E27FC236}">
                  <a16:creationId xmlns:a16="http://schemas.microsoft.com/office/drawing/2014/main" id="{E5A73B64-55E0-E8BF-F1E9-C9A42E5C72DC}"/>
                </a:ext>
              </a:extLst>
            </p:cNvPr>
            <p:cNvSpPr>
              <a:spLocks noChangeArrowheads="1"/>
            </p:cNvSpPr>
            <p:nvPr/>
          </p:nvSpPr>
          <p:spPr bwMode="auto">
            <a:xfrm>
              <a:off x="7324725" y="2732088"/>
              <a:ext cx="222250" cy="222250"/>
            </a:xfrm>
            <a:custGeom>
              <a:avLst/>
              <a:gdLst>
                <a:gd name="T0" fmla="*/ 3 w 616"/>
                <a:gd name="T1" fmla="*/ 342 h 616"/>
                <a:gd name="T2" fmla="*/ 3 w 616"/>
                <a:gd name="T3" fmla="*/ 342 h 616"/>
                <a:gd name="T4" fmla="*/ 273 w 616"/>
                <a:gd name="T5" fmla="*/ 612 h 616"/>
                <a:gd name="T6" fmla="*/ 308 w 616"/>
                <a:gd name="T7" fmla="*/ 615 h 616"/>
                <a:gd name="T8" fmla="*/ 615 w 616"/>
                <a:gd name="T9" fmla="*/ 307 h 616"/>
                <a:gd name="T10" fmla="*/ 611 w 616"/>
                <a:gd name="T11" fmla="*/ 296 h 616"/>
                <a:gd name="T12" fmla="*/ 601 w 616"/>
                <a:gd name="T13" fmla="*/ 292 h 616"/>
                <a:gd name="T14" fmla="*/ 323 w 616"/>
                <a:gd name="T15" fmla="*/ 292 h 616"/>
                <a:gd name="T16" fmla="*/ 323 w 616"/>
                <a:gd name="T17" fmla="*/ 15 h 616"/>
                <a:gd name="T18" fmla="*/ 318 w 616"/>
                <a:gd name="T19" fmla="*/ 4 h 616"/>
                <a:gd name="T20" fmla="*/ 308 w 616"/>
                <a:gd name="T21" fmla="*/ 0 h 616"/>
                <a:gd name="T22" fmla="*/ 0 w 616"/>
                <a:gd name="T23" fmla="*/ 307 h 616"/>
                <a:gd name="T24" fmla="*/ 3 w 616"/>
                <a:gd name="T25" fmla="*/ 342 h 616"/>
                <a:gd name="T26" fmla="*/ 111 w 616"/>
                <a:gd name="T27" fmla="*/ 111 h 616"/>
                <a:gd name="T28" fmla="*/ 111 w 616"/>
                <a:gd name="T29" fmla="*/ 111 h 616"/>
                <a:gd name="T30" fmla="*/ 294 w 616"/>
                <a:gd name="T31" fmla="*/ 30 h 616"/>
                <a:gd name="T32" fmla="*/ 294 w 616"/>
                <a:gd name="T33" fmla="*/ 307 h 616"/>
                <a:gd name="T34" fmla="*/ 298 w 616"/>
                <a:gd name="T35" fmla="*/ 317 h 616"/>
                <a:gd name="T36" fmla="*/ 308 w 616"/>
                <a:gd name="T37" fmla="*/ 322 h 616"/>
                <a:gd name="T38" fmla="*/ 585 w 616"/>
                <a:gd name="T39" fmla="*/ 322 h 616"/>
                <a:gd name="T40" fmla="*/ 505 w 616"/>
                <a:gd name="T41" fmla="*/ 504 h 616"/>
                <a:gd name="T42" fmla="*/ 308 w 616"/>
                <a:gd name="T43" fmla="*/ 586 h 616"/>
                <a:gd name="T44" fmla="*/ 276 w 616"/>
                <a:gd name="T45" fmla="*/ 583 h 616"/>
                <a:gd name="T46" fmla="*/ 32 w 616"/>
                <a:gd name="T47" fmla="*/ 339 h 616"/>
                <a:gd name="T48" fmla="*/ 32 w 616"/>
                <a:gd name="T49" fmla="*/ 339 h 616"/>
                <a:gd name="T50" fmla="*/ 30 w 616"/>
                <a:gd name="T51" fmla="*/ 307 h 616"/>
                <a:gd name="T52" fmla="*/ 111 w 616"/>
                <a:gd name="T53" fmla="*/ 11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16" h="616">
                  <a:moveTo>
                    <a:pt x="3" y="342"/>
                  </a:moveTo>
                  <a:lnTo>
                    <a:pt x="3" y="342"/>
                  </a:lnTo>
                  <a:cubicBezTo>
                    <a:pt x="18" y="483"/>
                    <a:pt x="132" y="597"/>
                    <a:pt x="273" y="612"/>
                  </a:cubicBezTo>
                  <a:cubicBezTo>
                    <a:pt x="284" y="613"/>
                    <a:pt x="297" y="615"/>
                    <a:pt x="308" y="615"/>
                  </a:cubicBezTo>
                  <a:cubicBezTo>
                    <a:pt x="478" y="615"/>
                    <a:pt x="615" y="478"/>
                    <a:pt x="615" y="307"/>
                  </a:cubicBezTo>
                  <a:cubicBezTo>
                    <a:pt x="615" y="303"/>
                    <a:pt x="614" y="299"/>
                    <a:pt x="611" y="296"/>
                  </a:cubicBezTo>
                  <a:cubicBezTo>
                    <a:pt x="608" y="294"/>
                    <a:pt x="605" y="292"/>
                    <a:pt x="601" y="292"/>
                  </a:cubicBezTo>
                  <a:cubicBezTo>
                    <a:pt x="323" y="292"/>
                    <a:pt x="323" y="292"/>
                    <a:pt x="323" y="292"/>
                  </a:cubicBezTo>
                  <a:cubicBezTo>
                    <a:pt x="323" y="15"/>
                    <a:pt x="323" y="15"/>
                    <a:pt x="323" y="15"/>
                  </a:cubicBezTo>
                  <a:cubicBezTo>
                    <a:pt x="323" y="11"/>
                    <a:pt x="321" y="7"/>
                    <a:pt x="318" y="4"/>
                  </a:cubicBezTo>
                  <a:cubicBezTo>
                    <a:pt x="316" y="1"/>
                    <a:pt x="312" y="0"/>
                    <a:pt x="308" y="0"/>
                  </a:cubicBezTo>
                  <a:cubicBezTo>
                    <a:pt x="139" y="0"/>
                    <a:pt x="0" y="137"/>
                    <a:pt x="0" y="307"/>
                  </a:cubicBezTo>
                  <a:cubicBezTo>
                    <a:pt x="0" y="318"/>
                    <a:pt x="1" y="331"/>
                    <a:pt x="3" y="342"/>
                  </a:cubicBezTo>
                  <a:close/>
                  <a:moveTo>
                    <a:pt x="111" y="111"/>
                  </a:moveTo>
                  <a:lnTo>
                    <a:pt x="111" y="111"/>
                  </a:lnTo>
                  <a:cubicBezTo>
                    <a:pt x="158" y="63"/>
                    <a:pt x="222" y="33"/>
                    <a:pt x="294" y="30"/>
                  </a:cubicBezTo>
                  <a:cubicBezTo>
                    <a:pt x="294" y="307"/>
                    <a:pt x="294" y="307"/>
                    <a:pt x="294" y="307"/>
                  </a:cubicBezTo>
                  <a:cubicBezTo>
                    <a:pt x="294" y="311"/>
                    <a:pt x="295" y="314"/>
                    <a:pt x="298" y="317"/>
                  </a:cubicBezTo>
                  <a:cubicBezTo>
                    <a:pt x="301" y="320"/>
                    <a:pt x="305" y="322"/>
                    <a:pt x="308" y="322"/>
                  </a:cubicBezTo>
                  <a:cubicBezTo>
                    <a:pt x="585" y="322"/>
                    <a:pt x="585" y="322"/>
                    <a:pt x="585" y="322"/>
                  </a:cubicBezTo>
                  <a:cubicBezTo>
                    <a:pt x="582" y="392"/>
                    <a:pt x="552" y="457"/>
                    <a:pt x="505" y="504"/>
                  </a:cubicBezTo>
                  <a:cubicBezTo>
                    <a:pt x="454" y="554"/>
                    <a:pt x="384" y="586"/>
                    <a:pt x="308" y="586"/>
                  </a:cubicBezTo>
                  <a:cubicBezTo>
                    <a:pt x="298" y="586"/>
                    <a:pt x="287" y="585"/>
                    <a:pt x="276" y="583"/>
                  </a:cubicBezTo>
                  <a:cubicBezTo>
                    <a:pt x="150" y="570"/>
                    <a:pt x="45" y="467"/>
                    <a:pt x="32" y="339"/>
                  </a:cubicBezTo>
                  <a:lnTo>
                    <a:pt x="32" y="339"/>
                  </a:lnTo>
                  <a:cubicBezTo>
                    <a:pt x="30" y="328"/>
                    <a:pt x="30" y="317"/>
                    <a:pt x="30" y="307"/>
                  </a:cubicBezTo>
                  <a:cubicBezTo>
                    <a:pt x="30" y="230"/>
                    <a:pt x="60" y="160"/>
                    <a:pt x="111"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3">
              <a:extLst>
                <a:ext uri="{FF2B5EF4-FFF2-40B4-BE49-F238E27FC236}">
                  <a16:creationId xmlns:a16="http://schemas.microsoft.com/office/drawing/2014/main" id="{B29DC341-4899-9B71-9C8E-54100A749C0A}"/>
                </a:ext>
              </a:extLst>
            </p:cNvPr>
            <p:cNvSpPr>
              <a:spLocks noChangeArrowheads="1"/>
            </p:cNvSpPr>
            <p:nvPr/>
          </p:nvSpPr>
          <p:spPr bwMode="auto">
            <a:xfrm>
              <a:off x="7462838" y="2700338"/>
              <a:ext cx="115887" cy="115887"/>
            </a:xfrm>
            <a:custGeom>
              <a:avLst/>
              <a:gdLst>
                <a:gd name="T0" fmla="*/ 321 w 322"/>
                <a:gd name="T1" fmla="*/ 307 h 324"/>
                <a:gd name="T2" fmla="*/ 321 w 322"/>
                <a:gd name="T3" fmla="*/ 307 h 324"/>
                <a:gd name="T4" fmla="*/ 13 w 322"/>
                <a:gd name="T5" fmla="*/ 0 h 324"/>
                <a:gd name="T6" fmla="*/ 4 w 322"/>
                <a:gd name="T7" fmla="*/ 4 h 324"/>
                <a:gd name="T8" fmla="*/ 0 w 322"/>
                <a:gd name="T9" fmla="*/ 15 h 324"/>
                <a:gd name="T10" fmla="*/ 0 w 322"/>
                <a:gd name="T11" fmla="*/ 307 h 324"/>
                <a:gd name="T12" fmla="*/ 4 w 322"/>
                <a:gd name="T13" fmla="*/ 317 h 324"/>
                <a:gd name="T14" fmla="*/ 13 w 322"/>
                <a:gd name="T15" fmla="*/ 323 h 324"/>
                <a:gd name="T16" fmla="*/ 307 w 322"/>
                <a:gd name="T17" fmla="*/ 323 h 324"/>
                <a:gd name="T18" fmla="*/ 317 w 322"/>
                <a:gd name="T19" fmla="*/ 317 h 324"/>
                <a:gd name="T20" fmla="*/ 321 w 322"/>
                <a:gd name="T21" fmla="*/ 307 h 324"/>
                <a:gd name="T22" fmla="*/ 291 w 322"/>
                <a:gd name="T23" fmla="*/ 292 h 324"/>
                <a:gd name="T24" fmla="*/ 291 w 322"/>
                <a:gd name="T25" fmla="*/ 292 h 324"/>
                <a:gd name="T26" fmla="*/ 28 w 322"/>
                <a:gd name="T27" fmla="*/ 292 h 324"/>
                <a:gd name="T28" fmla="*/ 28 w 322"/>
                <a:gd name="T29" fmla="*/ 30 h 324"/>
                <a:gd name="T30" fmla="*/ 211 w 322"/>
                <a:gd name="T31" fmla="*/ 111 h 324"/>
                <a:gd name="T32" fmla="*/ 291 w 322"/>
                <a:gd name="T33" fmla="*/ 292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322" h="324">
                  <a:moveTo>
                    <a:pt x="321" y="307"/>
                  </a:moveTo>
                  <a:lnTo>
                    <a:pt x="321" y="307"/>
                  </a:lnTo>
                  <a:cubicBezTo>
                    <a:pt x="321" y="137"/>
                    <a:pt x="184" y="0"/>
                    <a:pt x="13" y="0"/>
                  </a:cubicBezTo>
                  <a:cubicBezTo>
                    <a:pt x="11" y="0"/>
                    <a:pt x="6" y="1"/>
                    <a:pt x="4" y="4"/>
                  </a:cubicBezTo>
                  <a:cubicBezTo>
                    <a:pt x="1" y="7"/>
                    <a:pt x="0" y="11"/>
                    <a:pt x="0" y="15"/>
                  </a:cubicBezTo>
                  <a:cubicBezTo>
                    <a:pt x="0" y="307"/>
                    <a:pt x="0" y="307"/>
                    <a:pt x="0" y="307"/>
                  </a:cubicBezTo>
                  <a:cubicBezTo>
                    <a:pt x="0" y="312"/>
                    <a:pt x="1" y="314"/>
                    <a:pt x="4" y="317"/>
                  </a:cubicBezTo>
                  <a:cubicBezTo>
                    <a:pt x="6" y="320"/>
                    <a:pt x="11" y="323"/>
                    <a:pt x="13" y="323"/>
                  </a:cubicBezTo>
                  <a:cubicBezTo>
                    <a:pt x="307" y="323"/>
                    <a:pt x="307" y="323"/>
                    <a:pt x="307" y="323"/>
                  </a:cubicBezTo>
                  <a:cubicBezTo>
                    <a:pt x="311" y="323"/>
                    <a:pt x="314" y="320"/>
                    <a:pt x="317" y="317"/>
                  </a:cubicBezTo>
                  <a:cubicBezTo>
                    <a:pt x="319" y="314"/>
                    <a:pt x="321" y="312"/>
                    <a:pt x="321" y="307"/>
                  </a:cubicBezTo>
                  <a:close/>
                  <a:moveTo>
                    <a:pt x="291" y="292"/>
                  </a:moveTo>
                  <a:lnTo>
                    <a:pt x="291" y="292"/>
                  </a:lnTo>
                  <a:cubicBezTo>
                    <a:pt x="28" y="292"/>
                    <a:pt x="28" y="292"/>
                    <a:pt x="28" y="292"/>
                  </a:cubicBezTo>
                  <a:cubicBezTo>
                    <a:pt x="28" y="30"/>
                    <a:pt x="28" y="30"/>
                    <a:pt x="28" y="30"/>
                  </a:cubicBezTo>
                  <a:cubicBezTo>
                    <a:pt x="100" y="33"/>
                    <a:pt x="163" y="63"/>
                    <a:pt x="211" y="111"/>
                  </a:cubicBezTo>
                  <a:cubicBezTo>
                    <a:pt x="258" y="158"/>
                    <a:pt x="288" y="221"/>
                    <a:pt x="291" y="2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6" name="Group 109">
            <a:extLst>
              <a:ext uri="{FF2B5EF4-FFF2-40B4-BE49-F238E27FC236}">
                <a16:creationId xmlns:a16="http://schemas.microsoft.com/office/drawing/2014/main" id="{2F46949E-FF89-C582-32B2-400DEB601EBD}"/>
              </a:ext>
            </a:extLst>
          </p:cNvPr>
          <p:cNvGrpSpPr/>
          <p:nvPr/>
        </p:nvGrpSpPr>
        <p:grpSpPr>
          <a:xfrm>
            <a:off x="10996736" y="1878434"/>
            <a:ext cx="252413" cy="254000"/>
            <a:chOff x="9855200" y="2214563"/>
            <a:chExt cx="252413" cy="254000"/>
          </a:xfrm>
          <a:solidFill>
            <a:schemeClr val="accent4"/>
          </a:solidFill>
        </p:grpSpPr>
        <p:sp>
          <p:nvSpPr>
            <p:cNvPr id="107" name="Freeform 84">
              <a:extLst>
                <a:ext uri="{FF2B5EF4-FFF2-40B4-BE49-F238E27FC236}">
                  <a16:creationId xmlns:a16="http://schemas.microsoft.com/office/drawing/2014/main" id="{4FD3B1BD-B19B-2B5A-1C2E-1DAF3A72093A}"/>
                </a:ext>
              </a:extLst>
            </p:cNvPr>
            <p:cNvSpPr>
              <a:spLocks noChangeArrowheads="1"/>
            </p:cNvSpPr>
            <p:nvPr/>
          </p:nvSpPr>
          <p:spPr bwMode="auto">
            <a:xfrm>
              <a:off x="9855200" y="2341563"/>
              <a:ext cx="63500" cy="127000"/>
            </a:xfrm>
            <a:custGeom>
              <a:avLst/>
              <a:gdLst>
                <a:gd name="T0" fmla="*/ 15 w 177"/>
                <a:gd name="T1" fmla="*/ 351 h 352"/>
                <a:gd name="T2" fmla="*/ 15 w 177"/>
                <a:gd name="T3" fmla="*/ 351 h 352"/>
                <a:gd name="T4" fmla="*/ 162 w 177"/>
                <a:gd name="T5" fmla="*/ 351 h 352"/>
                <a:gd name="T6" fmla="*/ 172 w 177"/>
                <a:gd name="T7" fmla="*/ 346 h 352"/>
                <a:gd name="T8" fmla="*/ 176 w 177"/>
                <a:gd name="T9" fmla="*/ 336 h 352"/>
                <a:gd name="T10" fmla="*/ 176 w 177"/>
                <a:gd name="T11" fmla="*/ 14 h 352"/>
                <a:gd name="T12" fmla="*/ 172 w 177"/>
                <a:gd name="T13" fmla="*/ 4 h 352"/>
                <a:gd name="T14" fmla="*/ 162 w 177"/>
                <a:gd name="T15" fmla="*/ 0 h 352"/>
                <a:gd name="T16" fmla="*/ 15 w 177"/>
                <a:gd name="T17" fmla="*/ 0 h 352"/>
                <a:gd name="T18" fmla="*/ 4 w 177"/>
                <a:gd name="T19" fmla="*/ 4 h 352"/>
                <a:gd name="T20" fmla="*/ 0 w 177"/>
                <a:gd name="T21" fmla="*/ 14 h 352"/>
                <a:gd name="T22" fmla="*/ 0 w 177"/>
                <a:gd name="T23" fmla="*/ 336 h 352"/>
                <a:gd name="T24" fmla="*/ 4 w 177"/>
                <a:gd name="T25" fmla="*/ 346 h 352"/>
                <a:gd name="T26" fmla="*/ 15 w 177"/>
                <a:gd name="T27" fmla="*/ 351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351"/>
                  </a:moveTo>
                  <a:lnTo>
                    <a:pt x="15" y="351"/>
                  </a:ln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cubicBezTo>
                    <a:pt x="15" y="0"/>
                    <a:pt x="15" y="0"/>
                    <a:pt x="15" y="0"/>
                  </a:cubicBezTo>
                  <a:cubicBezTo>
                    <a:pt x="11" y="0"/>
                    <a:pt x="7" y="1"/>
                    <a:pt x="4" y="4"/>
                  </a:cubicBezTo>
                  <a:cubicBezTo>
                    <a:pt x="2" y="7"/>
                    <a:pt x="0" y="9"/>
                    <a:pt x="0" y="14"/>
                  </a:cubicBezTo>
                  <a:cubicBezTo>
                    <a:pt x="0" y="336"/>
                    <a:pt x="0" y="336"/>
                    <a:pt x="0" y="336"/>
                  </a:cubicBezTo>
                  <a:cubicBezTo>
                    <a:pt x="0" y="340"/>
                    <a:pt x="2" y="343"/>
                    <a:pt x="4" y="346"/>
                  </a:cubicBezTo>
                  <a:cubicBezTo>
                    <a:pt x="7" y="348"/>
                    <a:pt x="11" y="351"/>
                    <a:pt x="15" y="351"/>
                  </a:cubicBez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85">
              <a:extLst>
                <a:ext uri="{FF2B5EF4-FFF2-40B4-BE49-F238E27FC236}">
                  <a16:creationId xmlns:a16="http://schemas.microsoft.com/office/drawing/2014/main" id="{C2CD8C7C-4FD8-DB07-68A7-E2809EBA0CC2}"/>
                </a:ext>
              </a:extLst>
            </p:cNvPr>
            <p:cNvSpPr>
              <a:spLocks noChangeArrowheads="1"/>
            </p:cNvSpPr>
            <p:nvPr/>
          </p:nvSpPr>
          <p:spPr bwMode="auto">
            <a:xfrm>
              <a:off x="9950450" y="2282825"/>
              <a:ext cx="63500" cy="185738"/>
            </a:xfrm>
            <a:custGeom>
              <a:avLst/>
              <a:gdLst>
                <a:gd name="T0" fmla="*/ 162 w 176"/>
                <a:gd name="T1" fmla="*/ 0 h 514"/>
                <a:gd name="T2" fmla="*/ 162 w 176"/>
                <a:gd name="T3" fmla="*/ 0 h 514"/>
                <a:gd name="T4" fmla="*/ 15 w 176"/>
                <a:gd name="T5" fmla="*/ 0 h 514"/>
                <a:gd name="T6" fmla="*/ 4 w 176"/>
                <a:gd name="T7" fmla="*/ 4 h 514"/>
                <a:gd name="T8" fmla="*/ 0 w 176"/>
                <a:gd name="T9" fmla="*/ 15 h 514"/>
                <a:gd name="T10" fmla="*/ 0 w 176"/>
                <a:gd name="T11" fmla="*/ 498 h 514"/>
                <a:gd name="T12" fmla="*/ 4 w 176"/>
                <a:gd name="T13" fmla="*/ 508 h 514"/>
                <a:gd name="T14" fmla="*/ 15 w 176"/>
                <a:gd name="T15" fmla="*/ 513 h 514"/>
                <a:gd name="T16" fmla="*/ 162 w 176"/>
                <a:gd name="T17" fmla="*/ 513 h 514"/>
                <a:gd name="T18" fmla="*/ 171 w 176"/>
                <a:gd name="T19" fmla="*/ 508 h 514"/>
                <a:gd name="T20" fmla="*/ 175 w 176"/>
                <a:gd name="T21" fmla="*/ 498 h 514"/>
                <a:gd name="T22" fmla="*/ 175 w 176"/>
                <a:gd name="T23" fmla="*/ 15 h 514"/>
                <a:gd name="T24" fmla="*/ 171 w 176"/>
                <a:gd name="T25" fmla="*/ 4 h 514"/>
                <a:gd name="T26" fmla="*/ 162 w 176"/>
                <a:gd name="T27" fmla="*/ 0 h 514"/>
                <a:gd name="T28" fmla="*/ 30 w 176"/>
                <a:gd name="T29" fmla="*/ 30 h 514"/>
                <a:gd name="T30" fmla="*/ 30 w 176"/>
                <a:gd name="T31" fmla="*/ 30 h 514"/>
                <a:gd name="T32" fmla="*/ 147 w 176"/>
                <a:gd name="T33" fmla="*/ 30 h 514"/>
                <a:gd name="T34" fmla="*/ 147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162" y="0"/>
                  </a:moveTo>
                  <a:lnTo>
                    <a:pt x="162" y="0"/>
                  </a:lnTo>
                  <a:cubicBezTo>
                    <a:pt x="15" y="0"/>
                    <a:pt x="15" y="0"/>
                    <a:pt x="15" y="0"/>
                  </a:cubicBezTo>
                  <a:cubicBezTo>
                    <a:pt x="11" y="0"/>
                    <a:pt x="7" y="1"/>
                    <a:pt x="4" y="4"/>
                  </a:cubicBezTo>
                  <a:cubicBezTo>
                    <a:pt x="1" y="7"/>
                    <a:pt x="0" y="11"/>
                    <a:pt x="0" y="15"/>
                  </a:cubicBezTo>
                  <a:cubicBezTo>
                    <a:pt x="0" y="498"/>
                    <a:pt x="0" y="498"/>
                    <a:pt x="0" y="498"/>
                  </a:cubicBezTo>
                  <a:cubicBezTo>
                    <a:pt x="0" y="502"/>
                    <a:pt x="1" y="505"/>
                    <a:pt x="4" y="508"/>
                  </a:cubicBezTo>
                  <a:cubicBezTo>
                    <a:pt x="7" y="510"/>
                    <a:pt x="11" y="513"/>
                    <a:pt x="15" y="513"/>
                  </a:cubicBezTo>
                  <a:cubicBezTo>
                    <a:pt x="162" y="513"/>
                    <a:pt x="162" y="513"/>
                    <a:pt x="162" y="513"/>
                  </a:cubicBezTo>
                  <a:cubicBezTo>
                    <a:pt x="166" y="513"/>
                    <a:pt x="169" y="510"/>
                    <a:pt x="171" y="508"/>
                  </a:cubicBezTo>
                  <a:cubicBezTo>
                    <a:pt x="174" y="505"/>
                    <a:pt x="175" y="502"/>
                    <a:pt x="175" y="498"/>
                  </a:cubicBezTo>
                  <a:cubicBezTo>
                    <a:pt x="175" y="15"/>
                    <a:pt x="175" y="15"/>
                    <a:pt x="175" y="15"/>
                  </a:cubicBezTo>
                  <a:cubicBezTo>
                    <a:pt x="175" y="11"/>
                    <a:pt x="174" y="7"/>
                    <a:pt x="171" y="4"/>
                  </a:cubicBezTo>
                  <a:cubicBezTo>
                    <a:pt x="169" y="1"/>
                    <a:pt x="166" y="0"/>
                    <a:pt x="162" y="0"/>
                  </a:cubicBezTo>
                  <a:close/>
                  <a:moveTo>
                    <a:pt x="30" y="30"/>
                  </a:moveTo>
                  <a:lnTo>
                    <a:pt x="30" y="30"/>
                  </a:lnTo>
                  <a:cubicBezTo>
                    <a:pt x="147" y="30"/>
                    <a:pt x="147" y="30"/>
                    <a:pt x="147" y="30"/>
                  </a:cubicBezTo>
                  <a:cubicBezTo>
                    <a:pt x="147" y="483"/>
                    <a:pt x="147" y="483"/>
                    <a:pt x="147"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6">
              <a:extLst>
                <a:ext uri="{FF2B5EF4-FFF2-40B4-BE49-F238E27FC236}">
                  <a16:creationId xmlns:a16="http://schemas.microsoft.com/office/drawing/2014/main" id="{D2E08A59-2CA7-EA84-6EA7-521718EE84F2}"/>
                </a:ext>
              </a:extLst>
            </p:cNvPr>
            <p:cNvSpPr>
              <a:spLocks noChangeArrowheads="1"/>
            </p:cNvSpPr>
            <p:nvPr/>
          </p:nvSpPr>
          <p:spPr bwMode="auto">
            <a:xfrm>
              <a:off x="10044113" y="2214563"/>
              <a:ext cx="63500" cy="254000"/>
            </a:xfrm>
            <a:custGeom>
              <a:avLst/>
              <a:gdLst>
                <a:gd name="T0" fmla="*/ 162 w 177"/>
                <a:gd name="T1" fmla="*/ 0 h 704"/>
                <a:gd name="T2" fmla="*/ 162 w 177"/>
                <a:gd name="T3" fmla="*/ 0 h 704"/>
                <a:gd name="T4" fmla="*/ 15 w 177"/>
                <a:gd name="T5" fmla="*/ 0 h 704"/>
                <a:gd name="T6" fmla="*/ 4 w 177"/>
                <a:gd name="T7" fmla="*/ 5 h 704"/>
                <a:gd name="T8" fmla="*/ 0 w 177"/>
                <a:gd name="T9" fmla="*/ 14 h 704"/>
                <a:gd name="T10" fmla="*/ 0 w 177"/>
                <a:gd name="T11" fmla="*/ 688 h 704"/>
                <a:gd name="T12" fmla="*/ 4 w 177"/>
                <a:gd name="T13" fmla="*/ 698 h 704"/>
                <a:gd name="T14" fmla="*/ 15 w 177"/>
                <a:gd name="T15" fmla="*/ 703 h 704"/>
                <a:gd name="T16" fmla="*/ 162 w 177"/>
                <a:gd name="T17" fmla="*/ 703 h 704"/>
                <a:gd name="T18" fmla="*/ 172 w 177"/>
                <a:gd name="T19" fmla="*/ 698 h 704"/>
                <a:gd name="T20" fmla="*/ 176 w 177"/>
                <a:gd name="T21" fmla="*/ 688 h 704"/>
                <a:gd name="T22" fmla="*/ 176 w 177"/>
                <a:gd name="T23" fmla="*/ 14 h 704"/>
                <a:gd name="T24" fmla="*/ 172 w 177"/>
                <a:gd name="T25" fmla="*/ 5 h 704"/>
                <a:gd name="T26" fmla="*/ 162 w 177"/>
                <a:gd name="T27" fmla="*/ 0 h 704"/>
                <a:gd name="T28" fmla="*/ 30 w 177"/>
                <a:gd name="T29" fmla="*/ 29 h 704"/>
                <a:gd name="T30" fmla="*/ 30 w 177"/>
                <a:gd name="T31" fmla="*/ 29 h 704"/>
                <a:gd name="T32" fmla="*/ 147 w 177"/>
                <a:gd name="T33" fmla="*/ 29 h 704"/>
                <a:gd name="T34" fmla="*/ 147 w 177"/>
                <a:gd name="T35" fmla="*/ 673 h 704"/>
                <a:gd name="T36" fmla="*/ 30 w 177"/>
                <a:gd name="T37" fmla="*/ 673 h 704"/>
                <a:gd name="T38" fmla="*/ 30 w 177"/>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704">
                  <a:moveTo>
                    <a:pt x="162" y="0"/>
                  </a:moveTo>
                  <a:lnTo>
                    <a:pt x="162" y="0"/>
                  </a:lnTo>
                  <a:cubicBezTo>
                    <a:pt x="15" y="0"/>
                    <a:pt x="15" y="0"/>
                    <a:pt x="15" y="0"/>
                  </a:cubicBezTo>
                  <a:cubicBezTo>
                    <a:pt x="11" y="0"/>
                    <a:pt x="7" y="2"/>
                    <a:pt x="4" y="5"/>
                  </a:cubicBezTo>
                  <a:cubicBezTo>
                    <a:pt x="2" y="7"/>
                    <a:pt x="0" y="10"/>
                    <a:pt x="0" y="14"/>
                  </a:cubicBezTo>
                  <a:cubicBezTo>
                    <a:pt x="0" y="688"/>
                    <a:pt x="0" y="688"/>
                    <a:pt x="0" y="688"/>
                  </a:cubicBezTo>
                  <a:cubicBezTo>
                    <a:pt x="0" y="692"/>
                    <a:pt x="2" y="695"/>
                    <a:pt x="4" y="698"/>
                  </a:cubicBezTo>
                  <a:cubicBezTo>
                    <a:pt x="7" y="700"/>
                    <a:pt x="11" y="703"/>
                    <a:pt x="15" y="703"/>
                  </a:cubicBezTo>
                  <a:cubicBezTo>
                    <a:pt x="162" y="703"/>
                    <a:pt x="162" y="703"/>
                    <a:pt x="162" y="703"/>
                  </a:cubicBezTo>
                  <a:cubicBezTo>
                    <a:pt x="166" y="703"/>
                    <a:pt x="169" y="700"/>
                    <a:pt x="172" y="698"/>
                  </a:cubicBezTo>
                  <a:cubicBezTo>
                    <a:pt x="175" y="695"/>
                    <a:pt x="176" y="692"/>
                    <a:pt x="176" y="688"/>
                  </a:cubicBezTo>
                  <a:cubicBezTo>
                    <a:pt x="176" y="14"/>
                    <a:pt x="176" y="14"/>
                    <a:pt x="176" y="14"/>
                  </a:cubicBezTo>
                  <a:cubicBezTo>
                    <a:pt x="176" y="10"/>
                    <a:pt x="175" y="7"/>
                    <a:pt x="172" y="5"/>
                  </a:cubicBezTo>
                  <a:cubicBezTo>
                    <a:pt x="169" y="2"/>
                    <a:pt x="166" y="0"/>
                    <a:pt x="162" y="0"/>
                  </a:cubicBez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0" name="Group 113">
            <a:extLst>
              <a:ext uri="{FF2B5EF4-FFF2-40B4-BE49-F238E27FC236}">
                <a16:creationId xmlns:a16="http://schemas.microsoft.com/office/drawing/2014/main" id="{5B51A6E1-7CBC-5C0B-956C-DF86C0FFC5C8}"/>
              </a:ext>
            </a:extLst>
          </p:cNvPr>
          <p:cNvGrpSpPr/>
          <p:nvPr/>
        </p:nvGrpSpPr>
        <p:grpSpPr>
          <a:xfrm>
            <a:off x="10490324" y="1878434"/>
            <a:ext cx="254000" cy="254000"/>
            <a:chOff x="9348788" y="2214563"/>
            <a:chExt cx="254000" cy="254000"/>
          </a:xfrm>
          <a:solidFill>
            <a:schemeClr val="accent4"/>
          </a:solidFill>
        </p:grpSpPr>
        <p:sp>
          <p:nvSpPr>
            <p:cNvPr id="111" name="Freeform 87">
              <a:extLst>
                <a:ext uri="{FF2B5EF4-FFF2-40B4-BE49-F238E27FC236}">
                  <a16:creationId xmlns:a16="http://schemas.microsoft.com/office/drawing/2014/main" id="{377D7F3D-CFB5-8F96-1CE4-17C1FF613DD5}"/>
                </a:ext>
              </a:extLst>
            </p:cNvPr>
            <p:cNvSpPr>
              <a:spLocks noChangeArrowheads="1"/>
            </p:cNvSpPr>
            <p:nvPr/>
          </p:nvSpPr>
          <p:spPr bwMode="auto">
            <a:xfrm>
              <a:off x="9444038" y="2341563"/>
              <a:ext cx="63500" cy="127000"/>
            </a:xfrm>
            <a:custGeom>
              <a:avLst/>
              <a:gdLst>
                <a:gd name="T0" fmla="*/ 15 w 177"/>
                <a:gd name="T1" fmla="*/ 0 h 352"/>
                <a:gd name="T2" fmla="*/ 15 w 177"/>
                <a:gd name="T3" fmla="*/ 0 h 352"/>
                <a:gd name="T4" fmla="*/ 4 w 177"/>
                <a:gd name="T5" fmla="*/ 4 h 352"/>
                <a:gd name="T6" fmla="*/ 0 w 177"/>
                <a:gd name="T7" fmla="*/ 14 h 352"/>
                <a:gd name="T8" fmla="*/ 0 w 177"/>
                <a:gd name="T9" fmla="*/ 336 h 352"/>
                <a:gd name="T10" fmla="*/ 4 w 177"/>
                <a:gd name="T11" fmla="*/ 346 h 352"/>
                <a:gd name="T12" fmla="*/ 15 w 177"/>
                <a:gd name="T13" fmla="*/ 351 h 352"/>
                <a:gd name="T14" fmla="*/ 162 w 177"/>
                <a:gd name="T15" fmla="*/ 351 h 352"/>
                <a:gd name="T16" fmla="*/ 172 w 177"/>
                <a:gd name="T17" fmla="*/ 346 h 352"/>
                <a:gd name="T18" fmla="*/ 176 w 177"/>
                <a:gd name="T19" fmla="*/ 336 h 352"/>
                <a:gd name="T20" fmla="*/ 176 w 177"/>
                <a:gd name="T21" fmla="*/ 14 h 352"/>
                <a:gd name="T22" fmla="*/ 172 w 177"/>
                <a:gd name="T23" fmla="*/ 4 h 352"/>
                <a:gd name="T24" fmla="*/ 162 w 177"/>
                <a:gd name="T25" fmla="*/ 0 h 352"/>
                <a:gd name="T26" fmla="*/ 15 w 177"/>
                <a:gd name="T27" fmla="*/ 0 h 352"/>
                <a:gd name="T28" fmla="*/ 30 w 177"/>
                <a:gd name="T29" fmla="*/ 29 h 352"/>
                <a:gd name="T30" fmla="*/ 30 w 177"/>
                <a:gd name="T31" fmla="*/ 29 h 352"/>
                <a:gd name="T32" fmla="*/ 147 w 177"/>
                <a:gd name="T33" fmla="*/ 29 h 352"/>
                <a:gd name="T34" fmla="*/ 147 w 177"/>
                <a:gd name="T35" fmla="*/ 321 h 352"/>
                <a:gd name="T36" fmla="*/ 30 w 177"/>
                <a:gd name="T37" fmla="*/ 321 h 352"/>
                <a:gd name="T38" fmla="*/ 30 w 177"/>
                <a:gd name="T39" fmla="*/ 29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7" h="352">
                  <a:moveTo>
                    <a:pt x="15" y="0"/>
                  </a:moveTo>
                  <a:lnTo>
                    <a:pt x="15" y="0"/>
                  </a:lnTo>
                  <a:cubicBezTo>
                    <a:pt x="11" y="0"/>
                    <a:pt x="7" y="1"/>
                    <a:pt x="4" y="4"/>
                  </a:cubicBezTo>
                  <a:cubicBezTo>
                    <a:pt x="1" y="7"/>
                    <a:pt x="0" y="9"/>
                    <a:pt x="0" y="14"/>
                  </a:cubicBezTo>
                  <a:cubicBezTo>
                    <a:pt x="0" y="336"/>
                    <a:pt x="0" y="336"/>
                    <a:pt x="0" y="336"/>
                  </a:cubicBezTo>
                  <a:cubicBezTo>
                    <a:pt x="0" y="340"/>
                    <a:pt x="1" y="343"/>
                    <a:pt x="4" y="346"/>
                  </a:cubicBezTo>
                  <a:cubicBezTo>
                    <a:pt x="7" y="348"/>
                    <a:pt x="11" y="351"/>
                    <a:pt x="15" y="351"/>
                  </a:cubicBezTo>
                  <a:cubicBezTo>
                    <a:pt x="162" y="351"/>
                    <a:pt x="162" y="351"/>
                    <a:pt x="162" y="351"/>
                  </a:cubicBezTo>
                  <a:cubicBezTo>
                    <a:pt x="166" y="351"/>
                    <a:pt x="169" y="348"/>
                    <a:pt x="172" y="346"/>
                  </a:cubicBezTo>
                  <a:cubicBezTo>
                    <a:pt x="174" y="343"/>
                    <a:pt x="176" y="340"/>
                    <a:pt x="176" y="336"/>
                  </a:cubicBezTo>
                  <a:cubicBezTo>
                    <a:pt x="176" y="14"/>
                    <a:pt x="176" y="14"/>
                    <a:pt x="176" y="14"/>
                  </a:cubicBezTo>
                  <a:cubicBezTo>
                    <a:pt x="176" y="9"/>
                    <a:pt x="174" y="7"/>
                    <a:pt x="172" y="4"/>
                  </a:cubicBezTo>
                  <a:cubicBezTo>
                    <a:pt x="169" y="1"/>
                    <a:pt x="166" y="0"/>
                    <a:pt x="162" y="0"/>
                  </a:cubicBezTo>
                  <a:lnTo>
                    <a:pt x="15" y="0"/>
                  </a:lnTo>
                  <a:close/>
                  <a:moveTo>
                    <a:pt x="30" y="29"/>
                  </a:moveTo>
                  <a:lnTo>
                    <a:pt x="30" y="29"/>
                  </a:lnTo>
                  <a:cubicBezTo>
                    <a:pt x="147" y="29"/>
                    <a:pt x="147" y="29"/>
                    <a:pt x="147" y="29"/>
                  </a:cubicBezTo>
                  <a:cubicBezTo>
                    <a:pt x="147" y="321"/>
                    <a:pt x="147" y="321"/>
                    <a:pt x="147" y="321"/>
                  </a:cubicBezTo>
                  <a:cubicBezTo>
                    <a:pt x="30" y="321"/>
                    <a:pt x="30" y="321"/>
                    <a:pt x="30" y="321"/>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88">
              <a:extLst>
                <a:ext uri="{FF2B5EF4-FFF2-40B4-BE49-F238E27FC236}">
                  <a16:creationId xmlns:a16="http://schemas.microsoft.com/office/drawing/2014/main" id="{BBCAACB2-8D1D-0DC8-D512-3F5924AA4E5E}"/>
                </a:ext>
              </a:extLst>
            </p:cNvPr>
            <p:cNvSpPr>
              <a:spLocks noChangeArrowheads="1"/>
            </p:cNvSpPr>
            <p:nvPr/>
          </p:nvSpPr>
          <p:spPr bwMode="auto">
            <a:xfrm>
              <a:off x="9348788" y="2282825"/>
              <a:ext cx="63500" cy="185738"/>
            </a:xfrm>
            <a:custGeom>
              <a:avLst/>
              <a:gdLst>
                <a:gd name="T0" fmla="*/ 0 w 176"/>
                <a:gd name="T1" fmla="*/ 498 h 514"/>
                <a:gd name="T2" fmla="*/ 0 w 176"/>
                <a:gd name="T3" fmla="*/ 498 h 514"/>
                <a:gd name="T4" fmla="*/ 4 w 176"/>
                <a:gd name="T5" fmla="*/ 508 h 514"/>
                <a:gd name="T6" fmla="*/ 15 w 176"/>
                <a:gd name="T7" fmla="*/ 513 h 514"/>
                <a:gd name="T8" fmla="*/ 162 w 176"/>
                <a:gd name="T9" fmla="*/ 513 h 514"/>
                <a:gd name="T10" fmla="*/ 171 w 176"/>
                <a:gd name="T11" fmla="*/ 508 h 514"/>
                <a:gd name="T12" fmla="*/ 175 w 176"/>
                <a:gd name="T13" fmla="*/ 498 h 514"/>
                <a:gd name="T14" fmla="*/ 175 w 176"/>
                <a:gd name="T15" fmla="*/ 15 h 514"/>
                <a:gd name="T16" fmla="*/ 171 w 176"/>
                <a:gd name="T17" fmla="*/ 4 h 514"/>
                <a:gd name="T18" fmla="*/ 162 w 176"/>
                <a:gd name="T19" fmla="*/ 0 h 514"/>
                <a:gd name="T20" fmla="*/ 15 w 176"/>
                <a:gd name="T21" fmla="*/ 0 h 514"/>
                <a:gd name="T22" fmla="*/ 4 w 176"/>
                <a:gd name="T23" fmla="*/ 4 h 514"/>
                <a:gd name="T24" fmla="*/ 0 w 176"/>
                <a:gd name="T25" fmla="*/ 15 h 514"/>
                <a:gd name="T26" fmla="*/ 0 w 176"/>
                <a:gd name="T27" fmla="*/ 498 h 514"/>
                <a:gd name="T28" fmla="*/ 30 w 176"/>
                <a:gd name="T29" fmla="*/ 30 h 514"/>
                <a:gd name="T30" fmla="*/ 30 w 176"/>
                <a:gd name="T31" fmla="*/ 30 h 514"/>
                <a:gd name="T32" fmla="*/ 146 w 176"/>
                <a:gd name="T33" fmla="*/ 30 h 514"/>
                <a:gd name="T34" fmla="*/ 146 w 176"/>
                <a:gd name="T35" fmla="*/ 483 h 514"/>
                <a:gd name="T36" fmla="*/ 30 w 176"/>
                <a:gd name="T37" fmla="*/ 483 h 514"/>
                <a:gd name="T38" fmla="*/ 30 w 176"/>
                <a:gd name="T39" fmla="*/ 30 h 5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514">
                  <a:moveTo>
                    <a:pt x="0" y="498"/>
                  </a:moveTo>
                  <a:lnTo>
                    <a:pt x="0" y="498"/>
                  </a:lnTo>
                  <a:cubicBezTo>
                    <a:pt x="0" y="502"/>
                    <a:pt x="1" y="505"/>
                    <a:pt x="4" y="508"/>
                  </a:cubicBezTo>
                  <a:cubicBezTo>
                    <a:pt x="6" y="510"/>
                    <a:pt x="11" y="513"/>
                    <a:pt x="15" y="513"/>
                  </a:cubicBezTo>
                  <a:cubicBezTo>
                    <a:pt x="162" y="513"/>
                    <a:pt x="162" y="513"/>
                    <a:pt x="162" y="513"/>
                  </a:cubicBezTo>
                  <a:cubicBezTo>
                    <a:pt x="166" y="513"/>
                    <a:pt x="168" y="510"/>
                    <a:pt x="171" y="508"/>
                  </a:cubicBezTo>
                  <a:cubicBezTo>
                    <a:pt x="174" y="505"/>
                    <a:pt x="175" y="502"/>
                    <a:pt x="175" y="498"/>
                  </a:cubicBezTo>
                  <a:cubicBezTo>
                    <a:pt x="175" y="15"/>
                    <a:pt x="175" y="15"/>
                    <a:pt x="175" y="15"/>
                  </a:cubicBezTo>
                  <a:cubicBezTo>
                    <a:pt x="175" y="11"/>
                    <a:pt x="174" y="7"/>
                    <a:pt x="171" y="4"/>
                  </a:cubicBezTo>
                  <a:cubicBezTo>
                    <a:pt x="168" y="1"/>
                    <a:pt x="166" y="0"/>
                    <a:pt x="162" y="0"/>
                  </a:cubicBezTo>
                  <a:cubicBezTo>
                    <a:pt x="15" y="0"/>
                    <a:pt x="15" y="0"/>
                    <a:pt x="15" y="0"/>
                  </a:cubicBezTo>
                  <a:cubicBezTo>
                    <a:pt x="11" y="0"/>
                    <a:pt x="6" y="1"/>
                    <a:pt x="4" y="4"/>
                  </a:cubicBezTo>
                  <a:cubicBezTo>
                    <a:pt x="1" y="7"/>
                    <a:pt x="0" y="11"/>
                    <a:pt x="0" y="15"/>
                  </a:cubicBezTo>
                  <a:lnTo>
                    <a:pt x="0" y="498"/>
                  </a:lnTo>
                  <a:close/>
                  <a:moveTo>
                    <a:pt x="30" y="30"/>
                  </a:moveTo>
                  <a:lnTo>
                    <a:pt x="30" y="30"/>
                  </a:lnTo>
                  <a:cubicBezTo>
                    <a:pt x="146" y="30"/>
                    <a:pt x="146" y="30"/>
                    <a:pt x="146" y="30"/>
                  </a:cubicBezTo>
                  <a:cubicBezTo>
                    <a:pt x="146" y="483"/>
                    <a:pt x="146" y="483"/>
                    <a:pt x="146" y="483"/>
                  </a:cubicBezTo>
                  <a:cubicBezTo>
                    <a:pt x="30" y="483"/>
                    <a:pt x="30" y="483"/>
                    <a:pt x="30" y="483"/>
                  </a:cubicBezTo>
                  <a:lnTo>
                    <a:pt x="30"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3" name="Freeform 89">
              <a:extLst>
                <a:ext uri="{FF2B5EF4-FFF2-40B4-BE49-F238E27FC236}">
                  <a16:creationId xmlns:a16="http://schemas.microsoft.com/office/drawing/2014/main" id="{5C6DB21C-546B-5D1E-A881-E77F9A75AC81}"/>
                </a:ext>
              </a:extLst>
            </p:cNvPr>
            <p:cNvSpPr>
              <a:spLocks noChangeArrowheads="1"/>
            </p:cNvSpPr>
            <p:nvPr/>
          </p:nvSpPr>
          <p:spPr bwMode="auto">
            <a:xfrm>
              <a:off x="9539288" y="2214563"/>
              <a:ext cx="63500" cy="254000"/>
            </a:xfrm>
            <a:custGeom>
              <a:avLst/>
              <a:gdLst>
                <a:gd name="T0" fmla="*/ 15 w 176"/>
                <a:gd name="T1" fmla="*/ 0 h 704"/>
                <a:gd name="T2" fmla="*/ 15 w 176"/>
                <a:gd name="T3" fmla="*/ 0 h 704"/>
                <a:gd name="T4" fmla="*/ 4 w 176"/>
                <a:gd name="T5" fmla="*/ 5 h 704"/>
                <a:gd name="T6" fmla="*/ 0 w 176"/>
                <a:gd name="T7" fmla="*/ 14 h 704"/>
                <a:gd name="T8" fmla="*/ 0 w 176"/>
                <a:gd name="T9" fmla="*/ 688 h 704"/>
                <a:gd name="T10" fmla="*/ 4 w 176"/>
                <a:gd name="T11" fmla="*/ 698 h 704"/>
                <a:gd name="T12" fmla="*/ 15 w 176"/>
                <a:gd name="T13" fmla="*/ 703 h 704"/>
                <a:gd name="T14" fmla="*/ 162 w 176"/>
                <a:gd name="T15" fmla="*/ 703 h 704"/>
                <a:gd name="T16" fmla="*/ 171 w 176"/>
                <a:gd name="T17" fmla="*/ 698 h 704"/>
                <a:gd name="T18" fmla="*/ 175 w 176"/>
                <a:gd name="T19" fmla="*/ 688 h 704"/>
                <a:gd name="T20" fmla="*/ 175 w 176"/>
                <a:gd name="T21" fmla="*/ 14 h 704"/>
                <a:gd name="T22" fmla="*/ 171 w 176"/>
                <a:gd name="T23" fmla="*/ 5 h 704"/>
                <a:gd name="T24" fmla="*/ 162 w 176"/>
                <a:gd name="T25" fmla="*/ 0 h 704"/>
                <a:gd name="T26" fmla="*/ 15 w 176"/>
                <a:gd name="T27" fmla="*/ 0 h 704"/>
                <a:gd name="T28" fmla="*/ 30 w 176"/>
                <a:gd name="T29" fmla="*/ 29 h 704"/>
                <a:gd name="T30" fmla="*/ 30 w 176"/>
                <a:gd name="T31" fmla="*/ 29 h 704"/>
                <a:gd name="T32" fmla="*/ 147 w 176"/>
                <a:gd name="T33" fmla="*/ 29 h 704"/>
                <a:gd name="T34" fmla="*/ 147 w 176"/>
                <a:gd name="T35" fmla="*/ 673 h 704"/>
                <a:gd name="T36" fmla="*/ 30 w 176"/>
                <a:gd name="T37" fmla="*/ 673 h 704"/>
                <a:gd name="T38" fmla="*/ 30 w 176"/>
                <a:gd name="T39" fmla="*/ 2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704">
                  <a:moveTo>
                    <a:pt x="15" y="0"/>
                  </a:moveTo>
                  <a:lnTo>
                    <a:pt x="15" y="0"/>
                  </a:lnTo>
                  <a:cubicBezTo>
                    <a:pt x="11" y="0"/>
                    <a:pt x="6" y="2"/>
                    <a:pt x="4" y="5"/>
                  </a:cubicBezTo>
                  <a:cubicBezTo>
                    <a:pt x="1" y="7"/>
                    <a:pt x="0" y="10"/>
                    <a:pt x="0" y="14"/>
                  </a:cubicBezTo>
                  <a:cubicBezTo>
                    <a:pt x="0" y="688"/>
                    <a:pt x="0" y="688"/>
                    <a:pt x="0" y="688"/>
                  </a:cubicBezTo>
                  <a:cubicBezTo>
                    <a:pt x="0" y="692"/>
                    <a:pt x="1" y="695"/>
                    <a:pt x="4" y="698"/>
                  </a:cubicBezTo>
                  <a:cubicBezTo>
                    <a:pt x="6" y="700"/>
                    <a:pt x="11" y="703"/>
                    <a:pt x="15" y="703"/>
                  </a:cubicBezTo>
                  <a:cubicBezTo>
                    <a:pt x="162" y="703"/>
                    <a:pt x="162" y="703"/>
                    <a:pt x="162" y="703"/>
                  </a:cubicBezTo>
                  <a:cubicBezTo>
                    <a:pt x="166" y="703"/>
                    <a:pt x="168" y="700"/>
                    <a:pt x="171" y="698"/>
                  </a:cubicBezTo>
                  <a:cubicBezTo>
                    <a:pt x="174" y="695"/>
                    <a:pt x="175" y="692"/>
                    <a:pt x="175" y="688"/>
                  </a:cubicBezTo>
                  <a:cubicBezTo>
                    <a:pt x="175" y="14"/>
                    <a:pt x="175" y="14"/>
                    <a:pt x="175" y="14"/>
                  </a:cubicBezTo>
                  <a:cubicBezTo>
                    <a:pt x="175" y="10"/>
                    <a:pt x="174" y="7"/>
                    <a:pt x="171" y="5"/>
                  </a:cubicBezTo>
                  <a:cubicBezTo>
                    <a:pt x="168" y="2"/>
                    <a:pt x="166" y="0"/>
                    <a:pt x="162" y="0"/>
                  </a:cubicBezTo>
                  <a:lnTo>
                    <a:pt x="15" y="0"/>
                  </a:lnTo>
                  <a:close/>
                  <a:moveTo>
                    <a:pt x="30" y="29"/>
                  </a:moveTo>
                  <a:lnTo>
                    <a:pt x="30" y="29"/>
                  </a:lnTo>
                  <a:cubicBezTo>
                    <a:pt x="147" y="29"/>
                    <a:pt x="147" y="29"/>
                    <a:pt x="147" y="29"/>
                  </a:cubicBezTo>
                  <a:cubicBezTo>
                    <a:pt x="147" y="673"/>
                    <a:pt x="147" y="673"/>
                    <a:pt x="147" y="673"/>
                  </a:cubicBezTo>
                  <a:cubicBezTo>
                    <a:pt x="30" y="673"/>
                    <a:pt x="30" y="673"/>
                    <a:pt x="30" y="67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4" name="Group 117">
            <a:extLst>
              <a:ext uri="{FF2B5EF4-FFF2-40B4-BE49-F238E27FC236}">
                <a16:creationId xmlns:a16="http://schemas.microsoft.com/office/drawing/2014/main" id="{BF9A4AA7-8D3E-2709-BE9C-4FB61BC23EF3}"/>
              </a:ext>
            </a:extLst>
          </p:cNvPr>
          <p:cNvGrpSpPr/>
          <p:nvPr/>
        </p:nvGrpSpPr>
        <p:grpSpPr>
          <a:xfrm>
            <a:off x="9983911" y="2429470"/>
            <a:ext cx="254000" cy="233362"/>
            <a:chOff x="8842375" y="2732088"/>
            <a:chExt cx="254000" cy="233362"/>
          </a:xfrm>
          <a:solidFill>
            <a:schemeClr val="accent4"/>
          </a:solidFill>
        </p:grpSpPr>
        <p:sp>
          <p:nvSpPr>
            <p:cNvPr id="115" name="Freeform 90">
              <a:extLst>
                <a:ext uri="{FF2B5EF4-FFF2-40B4-BE49-F238E27FC236}">
                  <a16:creationId xmlns:a16="http://schemas.microsoft.com/office/drawing/2014/main" id="{2982DBD6-11A1-930A-4FC2-1A8C0AD51811}"/>
                </a:ext>
              </a:extLst>
            </p:cNvPr>
            <p:cNvSpPr>
              <a:spLocks noChangeArrowheads="1"/>
            </p:cNvSpPr>
            <p:nvPr/>
          </p:nvSpPr>
          <p:spPr bwMode="auto">
            <a:xfrm>
              <a:off x="8883650" y="2762250"/>
              <a:ext cx="169863" cy="117475"/>
            </a:xfrm>
            <a:custGeom>
              <a:avLst/>
              <a:gdLst>
                <a:gd name="T0" fmla="*/ 29 w 473"/>
                <a:gd name="T1" fmla="*/ 320 h 328"/>
                <a:gd name="T2" fmla="*/ 29 w 473"/>
                <a:gd name="T3" fmla="*/ 320 h 328"/>
                <a:gd name="T4" fmla="*/ 29 w 473"/>
                <a:gd name="T5" fmla="*/ 320 h 328"/>
                <a:gd name="T6" fmla="*/ 136 w 473"/>
                <a:gd name="T7" fmla="*/ 184 h 328"/>
                <a:gd name="T8" fmla="*/ 272 w 473"/>
                <a:gd name="T9" fmla="*/ 292 h 328"/>
                <a:gd name="T10" fmla="*/ 283 w 473"/>
                <a:gd name="T11" fmla="*/ 295 h 328"/>
                <a:gd name="T12" fmla="*/ 293 w 473"/>
                <a:gd name="T13" fmla="*/ 288 h 328"/>
                <a:gd name="T14" fmla="*/ 468 w 473"/>
                <a:gd name="T15" fmla="*/ 25 h 328"/>
                <a:gd name="T16" fmla="*/ 464 w 473"/>
                <a:gd name="T17" fmla="*/ 5 h 328"/>
                <a:gd name="T18" fmla="*/ 444 w 473"/>
                <a:gd name="T19" fmla="*/ 10 h 328"/>
                <a:gd name="T20" fmla="*/ 278 w 473"/>
                <a:gd name="T21" fmla="*/ 259 h 328"/>
                <a:gd name="T22" fmla="*/ 143 w 473"/>
                <a:gd name="T23" fmla="*/ 152 h 328"/>
                <a:gd name="T24" fmla="*/ 122 w 473"/>
                <a:gd name="T25" fmla="*/ 155 h 328"/>
                <a:gd name="T26" fmla="*/ 6 w 473"/>
                <a:gd name="T27" fmla="*/ 301 h 328"/>
                <a:gd name="T28" fmla="*/ 8 w 473"/>
                <a:gd name="T29" fmla="*/ 321 h 328"/>
                <a:gd name="T30" fmla="*/ 29 w 473"/>
                <a:gd name="T31" fmla="*/ 320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73" h="328">
                  <a:moveTo>
                    <a:pt x="29" y="320"/>
                  </a:moveTo>
                  <a:lnTo>
                    <a:pt x="29" y="320"/>
                  </a:lnTo>
                  <a:lnTo>
                    <a:pt x="29" y="320"/>
                  </a:lnTo>
                  <a:cubicBezTo>
                    <a:pt x="136" y="184"/>
                    <a:pt x="136" y="184"/>
                    <a:pt x="136" y="184"/>
                  </a:cubicBezTo>
                  <a:cubicBezTo>
                    <a:pt x="272" y="292"/>
                    <a:pt x="272" y="292"/>
                    <a:pt x="272" y="292"/>
                  </a:cubicBezTo>
                  <a:cubicBezTo>
                    <a:pt x="275" y="295"/>
                    <a:pt x="279" y="296"/>
                    <a:pt x="283" y="295"/>
                  </a:cubicBezTo>
                  <a:cubicBezTo>
                    <a:pt x="287" y="295"/>
                    <a:pt x="291" y="292"/>
                    <a:pt x="293" y="288"/>
                  </a:cubicBezTo>
                  <a:cubicBezTo>
                    <a:pt x="468" y="25"/>
                    <a:pt x="468" y="25"/>
                    <a:pt x="468" y="25"/>
                  </a:cubicBezTo>
                  <a:cubicBezTo>
                    <a:pt x="472" y="19"/>
                    <a:pt x="471" y="10"/>
                    <a:pt x="464" y="5"/>
                  </a:cubicBezTo>
                  <a:cubicBezTo>
                    <a:pt x="457" y="0"/>
                    <a:pt x="449" y="3"/>
                    <a:pt x="444" y="10"/>
                  </a:cubicBezTo>
                  <a:cubicBezTo>
                    <a:pt x="278" y="259"/>
                    <a:pt x="278" y="259"/>
                    <a:pt x="278" y="259"/>
                  </a:cubicBezTo>
                  <a:cubicBezTo>
                    <a:pt x="143" y="152"/>
                    <a:pt x="143" y="152"/>
                    <a:pt x="143" y="152"/>
                  </a:cubicBezTo>
                  <a:cubicBezTo>
                    <a:pt x="137" y="147"/>
                    <a:pt x="128" y="148"/>
                    <a:pt x="122" y="155"/>
                  </a:cubicBezTo>
                  <a:cubicBezTo>
                    <a:pt x="6" y="301"/>
                    <a:pt x="6" y="301"/>
                    <a:pt x="6" y="301"/>
                  </a:cubicBezTo>
                  <a:cubicBezTo>
                    <a:pt x="0" y="307"/>
                    <a:pt x="2" y="317"/>
                    <a:pt x="8" y="321"/>
                  </a:cubicBezTo>
                  <a:cubicBezTo>
                    <a:pt x="14" y="327"/>
                    <a:pt x="24" y="325"/>
                    <a:pt x="29" y="3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6" name="Freeform 91">
              <a:extLst>
                <a:ext uri="{FF2B5EF4-FFF2-40B4-BE49-F238E27FC236}">
                  <a16:creationId xmlns:a16="http://schemas.microsoft.com/office/drawing/2014/main" id="{2BE688C8-31E9-A687-16AB-DF84F171E9E8}"/>
                </a:ext>
              </a:extLst>
            </p:cNvPr>
            <p:cNvSpPr>
              <a:spLocks noChangeArrowheads="1"/>
            </p:cNvSpPr>
            <p:nvPr/>
          </p:nvSpPr>
          <p:spPr bwMode="auto">
            <a:xfrm>
              <a:off x="8842375" y="2732088"/>
              <a:ext cx="254000" cy="233362"/>
            </a:xfrm>
            <a:custGeom>
              <a:avLst/>
              <a:gdLst>
                <a:gd name="T0" fmla="*/ 15 w 704"/>
                <a:gd name="T1" fmla="*/ 29 h 647"/>
                <a:gd name="T2" fmla="*/ 15 w 704"/>
                <a:gd name="T3" fmla="*/ 29 h 647"/>
                <a:gd name="T4" fmla="*/ 30 w 704"/>
                <a:gd name="T5" fmla="*/ 29 h 647"/>
                <a:gd name="T6" fmla="*/ 30 w 704"/>
                <a:gd name="T7" fmla="*/ 454 h 647"/>
                <a:gd name="T8" fmla="*/ 74 w 704"/>
                <a:gd name="T9" fmla="*/ 498 h 647"/>
                <a:gd name="T10" fmla="*/ 277 w 704"/>
                <a:gd name="T11" fmla="*/ 498 h 647"/>
                <a:gd name="T12" fmla="*/ 180 w 704"/>
                <a:gd name="T13" fmla="*/ 620 h 647"/>
                <a:gd name="T14" fmla="*/ 181 w 704"/>
                <a:gd name="T15" fmla="*/ 641 h 647"/>
                <a:gd name="T16" fmla="*/ 202 w 704"/>
                <a:gd name="T17" fmla="*/ 638 h 647"/>
                <a:gd name="T18" fmla="*/ 314 w 704"/>
                <a:gd name="T19" fmla="*/ 498 h 647"/>
                <a:gd name="T20" fmla="*/ 388 w 704"/>
                <a:gd name="T21" fmla="*/ 498 h 647"/>
                <a:gd name="T22" fmla="*/ 501 w 704"/>
                <a:gd name="T23" fmla="*/ 638 h 647"/>
                <a:gd name="T24" fmla="*/ 522 w 704"/>
                <a:gd name="T25" fmla="*/ 641 h 647"/>
                <a:gd name="T26" fmla="*/ 524 w 704"/>
                <a:gd name="T27" fmla="*/ 620 h 647"/>
                <a:gd name="T28" fmla="*/ 427 w 704"/>
                <a:gd name="T29" fmla="*/ 498 h 647"/>
                <a:gd name="T30" fmla="*/ 630 w 704"/>
                <a:gd name="T31" fmla="*/ 498 h 647"/>
                <a:gd name="T32" fmla="*/ 674 w 704"/>
                <a:gd name="T33" fmla="*/ 454 h 647"/>
                <a:gd name="T34" fmla="*/ 674 w 704"/>
                <a:gd name="T35" fmla="*/ 29 h 647"/>
                <a:gd name="T36" fmla="*/ 689 w 704"/>
                <a:gd name="T37" fmla="*/ 29 h 647"/>
                <a:gd name="T38" fmla="*/ 703 w 704"/>
                <a:gd name="T39" fmla="*/ 15 h 647"/>
                <a:gd name="T40" fmla="*/ 689 w 704"/>
                <a:gd name="T41" fmla="*/ 0 h 647"/>
                <a:gd name="T42" fmla="*/ 659 w 704"/>
                <a:gd name="T43" fmla="*/ 0 h 647"/>
                <a:gd name="T44" fmla="*/ 44 w 704"/>
                <a:gd name="T45" fmla="*/ 0 h 647"/>
                <a:gd name="T46" fmla="*/ 15 w 704"/>
                <a:gd name="T47" fmla="*/ 0 h 647"/>
                <a:gd name="T48" fmla="*/ 0 w 704"/>
                <a:gd name="T49" fmla="*/ 15 h 647"/>
                <a:gd name="T50" fmla="*/ 15 w 704"/>
                <a:gd name="T51" fmla="*/ 29 h 647"/>
                <a:gd name="T52" fmla="*/ 645 w 704"/>
                <a:gd name="T53" fmla="*/ 454 h 647"/>
                <a:gd name="T54" fmla="*/ 645 w 704"/>
                <a:gd name="T55" fmla="*/ 454 h 647"/>
                <a:gd name="T56" fmla="*/ 630 w 704"/>
                <a:gd name="T57" fmla="*/ 468 h 647"/>
                <a:gd name="T58" fmla="*/ 74 w 704"/>
                <a:gd name="T59" fmla="*/ 468 h 647"/>
                <a:gd name="T60" fmla="*/ 59 w 704"/>
                <a:gd name="T61" fmla="*/ 454 h 647"/>
                <a:gd name="T62" fmla="*/ 59 w 704"/>
                <a:gd name="T63" fmla="*/ 29 h 647"/>
                <a:gd name="T64" fmla="*/ 645 w 704"/>
                <a:gd name="T65" fmla="*/ 29 h 647"/>
                <a:gd name="T66" fmla="*/ 645 w 704"/>
                <a:gd name="T67" fmla="*/ 454 h 6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04" h="647">
                  <a:moveTo>
                    <a:pt x="15" y="29"/>
                  </a:moveTo>
                  <a:lnTo>
                    <a:pt x="15" y="29"/>
                  </a:lnTo>
                  <a:cubicBezTo>
                    <a:pt x="30" y="29"/>
                    <a:pt x="30" y="29"/>
                    <a:pt x="30" y="29"/>
                  </a:cubicBezTo>
                  <a:cubicBezTo>
                    <a:pt x="30" y="454"/>
                    <a:pt x="30" y="454"/>
                    <a:pt x="30" y="454"/>
                  </a:cubicBezTo>
                  <a:cubicBezTo>
                    <a:pt x="30" y="478"/>
                    <a:pt x="49" y="498"/>
                    <a:pt x="74" y="498"/>
                  </a:cubicBezTo>
                  <a:cubicBezTo>
                    <a:pt x="277" y="498"/>
                    <a:pt x="277" y="498"/>
                    <a:pt x="277" y="498"/>
                  </a:cubicBezTo>
                  <a:cubicBezTo>
                    <a:pt x="180" y="620"/>
                    <a:pt x="180" y="620"/>
                    <a:pt x="180" y="620"/>
                  </a:cubicBezTo>
                  <a:cubicBezTo>
                    <a:pt x="174" y="626"/>
                    <a:pt x="176" y="635"/>
                    <a:pt x="181" y="641"/>
                  </a:cubicBezTo>
                  <a:cubicBezTo>
                    <a:pt x="188" y="646"/>
                    <a:pt x="198" y="645"/>
                    <a:pt x="202" y="638"/>
                  </a:cubicBezTo>
                  <a:cubicBezTo>
                    <a:pt x="314" y="498"/>
                    <a:pt x="314" y="498"/>
                    <a:pt x="314" y="498"/>
                  </a:cubicBezTo>
                  <a:cubicBezTo>
                    <a:pt x="388" y="498"/>
                    <a:pt x="388" y="498"/>
                    <a:pt x="388" y="498"/>
                  </a:cubicBezTo>
                  <a:cubicBezTo>
                    <a:pt x="501" y="638"/>
                    <a:pt x="501" y="638"/>
                    <a:pt x="501" y="638"/>
                  </a:cubicBezTo>
                  <a:cubicBezTo>
                    <a:pt x="506" y="645"/>
                    <a:pt x="516" y="646"/>
                    <a:pt x="522" y="641"/>
                  </a:cubicBezTo>
                  <a:cubicBezTo>
                    <a:pt x="528" y="635"/>
                    <a:pt x="530" y="626"/>
                    <a:pt x="524" y="620"/>
                  </a:cubicBezTo>
                  <a:cubicBezTo>
                    <a:pt x="427" y="498"/>
                    <a:pt x="427" y="498"/>
                    <a:pt x="427" y="498"/>
                  </a:cubicBezTo>
                  <a:cubicBezTo>
                    <a:pt x="630" y="498"/>
                    <a:pt x="630" y="498"/>
                    <a:pt x="630" y="498"/>
                  </a:cubicBezTo>
                  <a:cubicBezTo>
                    <a:pt x="655" y="498"/>
                    <a:pt x="674" y="478"/>
                    <a:pt x="674" y="454"/>
                  </a:cubicBezTo>
                  <a:cubicBezTo>
                    <a:pt x="674" y="29"/>
                    <a:pt x="674" y="29"/>
                    <a:pt x="674" y="29"/>
                  </a:cubicBezTo>
                  <a:cubicBezTo>
                    <a:pt x="689" y="29"/>
                    <a:pt x="689" y="29"/>
                    <a:pt x="689" y="29"/>
                  </a:cubicBezTo>
                  <a:cubicBezTo>
                    <a:pt x="697" y="29"/>
                    <a:pt x="703" y="22"/>
                    <a:pt x="703" y="15"/>
                  </a:cubicBezTo>
                  <a:cubicBezTo>
                    <a:pt x="703" y="7"/>
                    <a:pt x="697" y="0"/>
                    <a:pt x="689" y="0"/>
                  </a:cubicBezTo>
                  <a:cubicBezTo>
                    <a:pt x="659" y="0"/>
                    <a:pt x="659" y="0"/>
                    <a:pt x="659" y="0"/>
                  </a:cubicBezTo>
                  <a:cubicBezTo>
                    <a:pt x="44" y="0"/>
                    <a:pt x="44" y="0"/>
                    <a:pt x="44" y="0"/>
                  </a:cubicBezTo>
                  <a:cubicBezTo>
                    <a:pt x="15" y="0"/>
                    <a:pt x="15" y="0"/>
                    <a:pt x="15" y="0"/>
                  </a:cubicBezTo>
                  <a:cubicBezTo>
                    <a:pt x="7" y="0"/>
                    <a:pt x="0" y="7"/>
                    <a:pt x="0" y="15"/>
                  </a:cubicBezTo>
                  <a:cubicBezTo>
                    <a:pt x="0" y="22"/>
                    <a:pt x="7" y="29"/>
                    <a:pt x="15" y="29"/>
                  </a:cubicBezTo>
                  <a:close/>
                  <a:moveTo>
                    <a:pt x="645" y="454"/>
                  </a:moveTo>
                  <a:lnTo>
                    <a:pt x="645" y="454"/>
                  </a:lnTo>
                  <a:cubicBezTo>
                    <a:pt x="645" y="461"/>
                    <a:pt x="638" y="468"/>
                    <a:pt x="630" y="468"/>
                  </a:cubicBezTo>
                  <a:cubicBezTo>
                    <a:pt x="74" y="468"/>
                    <a:pt x="74" y="468"/>
                    <a:pt x="74" y="468"/>
                  </a:cubicBezTo>
                  <a:cubicBezTo>
                    <a:pt x="66" y="468"/>
                    <a:pt x="59" y="461"/>
                    <a:pt x="59" y="454"/>
                  </a:cubicBezTo>
                  <a:cubicBezTo>
                    <a:pt x="59" y="29"/>
                    <a:pt x="59" y="29"/>
                    <a:pt x="59" y="29"/>
                  </a:cubicBezTo>
                  <a:cubicBezTo>
                    <a:pt x="645" y="29"/>
                    <a:pt x="645" y="29"/>
                    <a:pt x="645" y="29"/>
                  </a:cubicBezTo>
                  <a:lnTo>
                    <a:pt x="645" y="4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7" name="Group 120">
            <a:extLst>
              <a:ext uri="{FF2B5EF4-FFF2-40B4-BE49-F238E27FC236}">
                <a16:creationId xmlns:a16="http://schemas.microsoft.com/office/drawing/2014/main" id="{796F873E-3D7E-DE0E-25E2-091146D0154C}"/>
              </a:ext>
            </a:extLst>
          </p:cNvPr>
          <p:cNvGrpSpPr/>
          <p:nvPr/>
        </p:nvGrpSpPr>
        <p:grpSpPr>
          <a:xfrm>
            <a:off x="9983911" y="866403"/>
            <a:ext cx="254000" cy="254000"/>
            <a:chOff x="8842375" y="1203325"/>
            <a:chExt cx="254000" cy="254000"/>
          </a:xfrm>
          <a:solidFill>
            <a:schemeClr val="accent4"/>
          </a:solidFill>
        </p:grpSpPr>
        <p:sp>
          <p:nvSpPr>
            <p:cNvPr id="118" name="Freeform 92">
              <a:extLst>
                <a:ext uri="{FF2B5EF4-FFF2-40B4-BE49-F238E27FC236}">
                  <a16:creationId xmlns:a16="http://schemas.microsoft.com/office/drawing/2014/main" id="{FB48726E-6A1C-7CE7-98C5-EB61E295BDC9}"/>
                </a:ext>
              </a:extLst>
            </p:cNvPr>
            <p:cNvSpPr>
              <a:spLocks noChangeArrowheads="1"/>
            </p:cNvSpPr>
            <p:nvPr/>
          </p:nvSpPr>
          <p:spPr bwMode="auto">
            <a:xfrm>
              <a:off x="8842375" y="1203325"/>
              <a:ext cx="115888" cy="115888"/>
            </a:xfrm>
            <a:custGeom>
              <a:avLst/>
              <a:gdLst>
                <a:gd name="T0" fmla="*/ 4 w 323"/>
                <a:gd name="T1" fmla="*/ 4 h 322"/>
                <a:gd name="T2" fmla="*/ 4 w 323"/>
                <a:gd name="T3" fmla="*/ 4 h 322"/>
                <a:gd name="T4" fmla="*/ 0 w 323"/>
                <a:gd name="T5" fmla="*/ 14 h 322"/>
                <a:gd name="T6" fmla="*/ 0 w 323"/>
                <a:gd name="T7" fmla="*/ 308 h 322"/>
                <a:gd name="T8" fmla="*/ 4 w 323"/>
                <a:gd name="T9" fmla="*/ 317 h 322"/>
                <a:gd name="T10" fmla="*/ 15 w 323"/>
                <a:gd name="T11" fmla="*/ 321 h 322"/>
                <a:gd name="T12" fmla="*/ 307 w 323"/>
                <a:gd name="T13" fmla="*/ 321 h 322"/>
                <a:gd name="T14" fmla="*/ 318 w 323"/>
                <a:gd name="T15" fmla="*/ 317 h 322"/>
                <a:gd name="T16" fmla="*/ 322 w 323"/>
                <a:gd name="T17" fmla="*/ 308 h 322"/>
                <a:gd name="T18" fmla="*/ 322 w 323"/>
                <a:gd name="T19" fmla="*/ 14 h 322"/>
                <a:gd name="T20" fmla="*/ 318 w 323"/>
                <a:gd name="T21" fmla="*/ 4 h 322"/>
                <a:gd name="T22" fmla="*/ 307 w 323"/>
                <a:gd name="T23" fmla="*/ 0 h 322"/>
                <a:gd name="T24" fmla="*/ 15 w 323"/>
                <a:gd name="T25" fmla="*/ 0 h 322"/>
                <a:gd name="T26" fmla="*/ 4 w 323"/>
                <a:gd name="T27" fmla="*/ 4 h 322"/>
                <a:gd name="T28" fmla="*/ 30 w 323"/>
                <a:gd name="T29" fmla="*/ 29 h 322"/>
                <a:gd name="T30" fmla="*/ 30 w 323"/>
                <a:gd name="T31" fmla="*/ 29 h 322"/>
                <a:gd name="T32" fmla="*/ 294 w 323"/>
                <a:gd name="T33" fmla="*/ 29 h 322"/>
                <a:gd name="T34" fmla="*/ 294 w 323"/>
                <a:gd name="T35" fmla="*/ 293 h 322"/>
                <a:gd name="T36" fmla="*/ 30 w 323"/>
                <a:gd name="T37" fmla="*/ 293 h 322"/>
                <a:gd name="T38" fmla="*/ 30 w 323"/>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2">
                  <a:moveTo>
                    <a:pt x="4" y="4"/>
                  </a:moveTo>
                  <a:lnTo>
                    <a:pt x="4" y="4"/>
                  </a:lnTo>
                  <a:cubicBezTo>
                    <a:pt x="1" y="7"/>
                    <a:pt x="0" y="10"/>
                    <a:pt x="0" y="14"/>
                  </a:cubicBezTo>
                  <a:cubicBezTo>
                    <a:pt x="0" y="308"/>
                    <a:pt x="0" y="308"/>
                    <a:pt x="0" y="308"/>
                  </a:cubicBezTo>
                  <a:cubicBezTo>
                    <a:pt x="0" y="310"/>
                    <a:pt x="1" y="315"/>
                    <a:pt x="4" y="317"/>
                  </a:cubicBezTo>
                  <a:cubicBezTo>
                    <a:pt x="7" y="320"/>
                    <a:pt x="11" y="321"/>
                    <a:pt x="15" y="321"/>
                  </a:cubicBezTo>
                  <a:cubicBezTo>
                    <a:pt x="307" y="321"/>
                    <a:pt x="307" y="321"/>
                    <a:pt x="307" y="321"/>
                  </a:cubicBezTo>
                  <a:cubicBezTo>
                    <a:pt x="312" y="321"/>
                    <a:pt x="316" y="320"/>
                    <a:pt x="318" y="317"/>
                  </a:cubicBezTo>
                  <a:cubicBezTo>
                    <a:pt x="321" y="315"/>
                    <a:pt x="322" y="310"/>
                    <a:pt x="322" y="308"/>
                  </a:cubicBezTo>
                  <a:cubicBezTo>
                    <a:pt x="322" y="14"/>
                    <a:pt x="322" y="14"/>
                    <a:pt x="322" y="14"/>
                  </a:cubicBezTo>
                  <a:cubicBezTo>
                    <a:pt x="322" y="10"/>
                    <a:pt x="321" y="7"/>
                    <a:pt x="318" y="4"/>
                  </a:cubicBezTo>
                  <a:cubicBezTo>
                    <a:pt x="316" y="2"/>
                    <a:pt x="312" y="0"/>
                    <a:pt x="307" y="0"/>
                  </a:cubicBezTo>
                  <a:cubicBezTo>
                    <a:pt x="15" y="0"/>
                    <a:pt x="15" y="0"/>
                    <a:pt x="15" y="0"/>
                  </a:cubicBezTo>
                  <a:cubicBezTo>
                    <a:pt x="11" y="0"/>
                    <a:pt x="7" y="2"/>
                    <a:pt x="4" y="4"/>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9" name="Freeform 93">
              <a:extLst>
                <a:ext uri="{FF2B5EF4-FFF2-40B4-BE49-F238E27FC236}">
                  <a16:creationId xmlns:a16="http://schemas.microsoft.com/office/drawing/2014/main" id="{5B09BAEE-C070-78E7-2AA8-32EAE7307AEE}"/>
                </a:ext>
              </a:extLst>
            </p:cNvPr>
            <p:cNvSpPr>
              <a:spLocks noChangeArrowheads="1"/>
            </p:cNvSpPr>
            <p:nvPr/>
          </p:nvSpPr>
          <p:spPr bwMode="auto">
            <a:xfrm>
              <a:off x="8874125" y="1235075"/>
              <a:ext cx="53975" cy="52388"/>
            </a:xfrm>
            <a:custGeom>
              <a:avLst/>
              <a:gdLst>
                <a:gd name="T0" fmla="*/ 132 w 148"/>
                <a:gd name="T1" fmla="*/ 0 h 147"/>
                <a:gd name="T2" fmla="*/ 132 w 148"/>
                <a:gd name="T3" fmla="*/ 0 h 147"/>
                <a:gd name="T4" fmla="*/ 15 w 148"/>
                <a:gd name="T5" fmla="*/ 0 h 147"/>
                <a:gd name="T6" fmla="*/ 4 w 148"/>
                <a:gd name="T7" fmla="*/ 4 h 147"/>
                <a:gd name="T8" fmla="*/ 0 w 148"/>
                <a:gd name="T9" fmla="*/ 14 h 147"/>
                <a:gd name="T10" fmla="*/ 0 w 148"/>
                <a:gd name="T11" fmla="*/ 132 h 147"/>
                <a:gd name="T12" fmla="*/ 4 w 148"/>
                <a:gd name="T13" fmla="*/ 142 h 147"/>
                <a:gd name="T14" fmla="*/ 15 w 148"/>
                <a:gd name="T15" fmla="*/ 146 h 147"/>
                <a:gd name="T16" fmla="*/ 132 w 148"/>
                <a:gd name="T17" fmla="*/ 146 h 147"/>
                <a:gd name="T18" fmla="*/ 143 w 148"/>
                <a:gd name="T19" fmla="*/ 142 h 147"/>
                <a:gd name="T20" fmla="*/ 147 w 148"/>
                <a:gd name="T21" fmla="*/ 132 h 147"/>
                <a:gd name="T22" fmla="*/ 147 w 148"/>
                <a:gd name="T23" fmla="*/ 14 h 147"/>
                <a:gd name="T24" fmla="*/ 143 w 148"/>
                <a:gd name="T25" fmla="*/ 4 h 147"/>
                <a:gd name="T26" fmla="*/ 132 w 148"/>
                <a:gd name="T27" fmla="*/ 0 h 147"/>
                <a:gd name="T28" fmla="*/ 30 w 148"/>
                <a:gd name="T29" fmla="*/ 29 h 147"/>
                <a:gd name="T30" fmla="*/ 30 w 148"/>
                <a:gd name="T31" fmla="*/ 29 h 147"/>
                <a:gd name="T32" fmla="*/ 118 w 148"/>
                <a:gd name="T33" fmla="*/ 29 h 147"/>
                <a:gd name="T34" fmla="*/ 118 w 148"/>
                <a:gd name="T35" fmla="*/ 117 h 147"/>
                <a:gd name="T36" fmla="*/ 30 w 148"/>
                <a:gd name="T37" fmla="*/ 117 h 147"/>
                <a:gd name="T38" fmla="*/ 30 w 148"/>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7">
                  <a:moveTo>
                    <a:pt x="132" y="0"/>
                  </a:moveTo>
                  <a:lnTo>
                    <a:pt x="132" y="0"/>
                  </a:lnTo>
                  <a:cubicBezTo>
                    <a:pt x="15" y="0"/>
                    <a:pt x="15" y="0"/>
                    <a:pt x="15" y="0"/>
                  </a:cubicBezTo>
                  <a:cubicBezTo>
                    <a:pt x="11" y="0"/>
                    <a:pt x="7" y="1"/>
                    <a:pt x="4" y="4"/>
                  </a:cubicBezTo>
                  <a:cubicBezTo>
                    <a:pt x="1" y="7"/>
                    <a:pt x="0" y="10"/>
                    <a:pt x="0" y="14"/>
                  </a:cubicBezTo>
                  <a:cubicBezTo>
                    <a:pt x="0" y="132"/>
                    <a:pt x="0" y="132"/>
                    <a:pt x="0" y="132"/>
                  </a:cubicBezTo>
                  <a:cubicBezTo>
                    <a:pt x="0" y="135"/>
                    <a:pt x="1" y="139"/>
                    <a:pt x="4" y="142"/>
                  </a:cubicBezTo>
                  <a:cubicBezTo>
                    <a:pt x="7" y="144"/>
                    <a:pt x="11" y="146"/>
                    <a:pt x="15" y="146"/>
                  </a:cubicBezTo>
                  <a:cubicBezTo>
                    <a:pt x="132" y="146"/>
                    <a:pt x="132" y="146"/>
                    <a:pt x="132" y="146"/>
                  </a:cubicBezTo>
                  <a:cubicBezTo>
                    <a:pt x="136" y="146"/>
                    <a:pt x="140" y="144"/>
                    <a:pt x="143" y="142"/>
                  </a:cubicBezTo>
                  <a:cubicBezTo>
                    <a:pt x="145" y="139"/>
                    <a:pt x="147" y="135"/>
                    <a:pt x="147" y="132"/>
                  </a:cubicBezTo>
                  <a:cubicBezTo>
                    <a:pt x="147" y="14"/>
                    <a:pt x="147" y="14"/>
                    <a:pt x="147" y="14"/>
                  </a:cubicBezTo>
                  <a:cubicBezTo>
                    <a:pt x="147" y="10"/>
                    <a:pt x="145" y="7"/>
                    <a:pt x="143" y="4"/>
                  </a:cubicBezTo>
                  <a:cubicBezTo>
                    <a:pt x="140" y="1"/>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0" name="Freeform 94">
              <a:extLst>
                <a:ext uri="{FF2B5EF4-FFF2-40B4-BE49-F238E27FC236}">
                  <a16:creationId xmlns:a16="http://schemas.microsoft.com/office/drawing/2014/main" id="{0C0AF068-B6EC-6DBB-005D-4801E7C46D54}"/>
                </a:ext>
              </a:extLst>
            </p:cNvPr>
            <p:cNvSpPr>
              <a:spLocks noChangeArrowheads="1"/>
            </p:cNvSpPr>
            <p:nvPr/>
          </p:nvSpPr>
          <p:spPr bwMode="auto">
            <a:xfrm>
              <a:off x="8874125" y="1371600"/>
              <a:ext cx="53975" cy="53975"/>
            </a:xfrm>
            <a:custGeom>
              <a:avLst/>
              <a:gdLst>
                <a:gd name="T0" fmla="*/ 132 w 148"/>
                <a:gd name="T1" fmla="*/ 0 h 148"/>
                <a:gd name="T2" fmla="*/ 132 w 148"/>
                <a:gd name="T3" fmla="*/ 0 h 148"/>
                <a:gd name="T4" fmla="*/ 15 w 148"/>
                <a:gd name="T5" fmla="*/ 0 h 148"/>
                <a:gd name="T6" fmla="*/ 4 w 148"/>
                <a:gd name="T7" fmla="*/ 4 h 148"/>
                <a:gd name="T8" fmla="*/ 0 w 148"/>
                <a:gd name="T9" fmla="*/ 15 h 148"/>
                <a:gd name="T10" fmla="*/ 0 w 148"/>
                <a:gd name="T11" fmla="*/ 132 h 148"/>
                <a:gd name="T12" fmla="*/ 4 w 148"/>
                <a:gd name="T13" fmla="*/ 142 h 148"/>
                <a:gd name="T14" fmla="*/ 15 w 148"/>
                <a:gd name="T15" fmla="*/ 147 h 148"/>
                <a:gd name="T16" fmla="*/ 132 w 148"/>
                <a:gd name="T17" fmla="*/ 147 h 148"/>
                <a:gd name="T18" fmla="*/ 143 w 148"/>
                <a:gd name="T19" fmla="*/ 142 h 148"/>
                <a:gd name="T20" fmla="*/ 147 w 148"/>
                <a:gd name="T21" fmla="*/ 132 h 148"/>
                <a:gd name="T22" fmla="*/ 147 w 148"/>
                <a:gd name="T23" fmla="*/ 15 h 148"/>
                <a:gd name="T24" fmla="*/ 143 w 148"/>
                <a:gd name="T25" fmla="*/ 4 h 148"/>
                <a:gd name="T26" fmla="*/ 132 w 148"/>
                <a:gd name="T27" fmla="*/ 0 h 148"/>
                <a:gd name="T28" fmla="*/ 30 w 148"/>
                <a:gd name="T29" fmla="*/ 29 h 148"/>
                <a:gd name="T30" fmla="*/ 30 w 148"/>
                <a:gd name="T31" fmla="*/ 29 h 148"/>
                <a:gd name="T32" fmla="*/ 118 w 148"/>
                <a:gd name="T33" fmla="*/ 29 h 148"/>
                <a:gd name="T34" fmla="*/ 118 w 148"/>
                <a:gd name="T35" fmla="*/ 117 h 148"/>
                <a:gd name="T36" fmla="*/ 30 w 148"/>
                <a:gd name="T37" fmla="*/ 117 h 148"/>
                <a:gd name="T38" fmla="*/ 30 w 148"/>
                <a:gd name="T39"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8" h="148">
                  <a:moveTo>
                    <a:pt x="132" y="0"/>
                  </a:moveTo>
                  <a:lnTo>
                    <a:pt x="132" y="0"/>
                  </a:lnTo>
                  <a:cubicBezTo>
                    <a:pt x="15" y="0"/>
                    <a:pt x="15" y="0"/>
                    <a:pt x="15" y="0"/>
                  </a:cubicBezTo>
                  <a:cubicBezTo>
                    <a:pt x="11" y="0"/>
                    <a:pt x="7" y="2"/>
                    <a:pt x="4" y="4"/>
                  </a:cubicBezTo>
                  <a:cubicBezTo>
                    <a:pt x="1" y="7"/>
                    <a:pt x="0" y="11"/>
                    <a:pt x="0" y="15"/>
                  </a:cubicBezTo>
                  <a:cubicBezTo>
                    <a:pt x="0" y="132"/>
                    <a:pt x="0" y="132"/>
                    <a:pt x="0" y="132"/>
                  </a:cubicBezTo>
                  <a:cubicBezTo>
                    <a:pt x="0" y="136"/>
                    <a:pt x="1" y="139"/>
                    <a:pt x="4" y="142"/>
                  </a:cubicBezTo>
                  <a:cubicBezTo>
                    <a:pt x="7" y="144"/>
                    <a:pt x="11" y="147"/>
                    <a:pt x="15" y="147"/>
                  </a:cubicBezTo>
                  <a:cubicBezTo>
                    <a:pt x="132" y="147"/>
                    <a:pt x="132" y="147"/>
                    <a:pt x="132" y="147"/>
                  </a:cubicBezTo>
                  <a:cubicBezTo>
                    <a:pt x="136" y="147"/>
                    <a:pt x="140" y="144"/>
                    <a:pt x="143" y="142"/>
                  </a:cubicBezTo>
                  <a:cubicBezTo>
                    <a:pt x="145" y="139"/>
                    <a:pt x="147" y="136"/>
                    <a:pt x="147" y="132"/>
                  </a:cubicBezTo>
                  <a:cubicBezTo>
                    <a:pt x="147" y="15"/>
                    <a:pt x="147" y="15"/>
                    <a:pt x="147" y="15"/>
                  </a:cubicBezTo>
                  <a:cubicBezTo>
                    <a:pt x="147" y="11"/>
                    <a:pt x="145" y="7"/>
                    <a:pt x="143" y="4"/>
                  </a:cubicBezTo>
                  <a:cubicBezTo>
                    <a:pt x="140" y="2"/>
                    <a:pt x="136" y="0"/>
                    <a:pt x="132" y="0"/>
                  </a:cubicBezTo>
                  <a:close/>
                  <a:moveTo>
                    <a:pt x="30" y="29"/>
                  </a:moveTo>
                  <a:lnTo>
                    <a:pt x="30" y="29"/>
                  </a:lnTo>
                  <a:cubicBezTo>
                    <a:pt x="118" y="29"/>
                    <a:pt x="118" y="29"/>
                    <a:pt x="118" y="29"/>
                  </a:cubicBezTo>
                  <a:cubicBezTo>
                    <a:pt x="118" y="117"/>
                    <a:pt x="118" y="117"/>
                    <a:pt x="118" y="117"/>
                  </a:cubicBezTo>
                  <a:cubicBezTo>
                    <a:pt x="30" y="117"/>
                    <a:pt x="30" y="117"/>
                    <a:pt x="30" y="117"/>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5">
              <a:extLst>
                <a:ext uri="{FF2B5EF4-FFF2-40B4-BE49-F238E27FC236}">
                  <a16:creationId xmlns:a16="http://schemas.microsoft.com/office/drawing/2014/main" id="{D3EC351F-1C38-ADC1-E326-84173840DFB6}"/>
                </a:ext>
              </a:extLst>
            </p:cNvPr>
            <p:cNvSpPr>
              <a:spLocks noChangeArrowheads="1"/>
            </p:cNvSpPr>
            <p:nvPr/>
          </p:nvSpPr>
          <p:spPr bwMode="auto">
            <a:xfrm>
              <a:off x="9012238" y="1235075"/>
              <a:ext cx="52387" cy="52388"/>
            </a:xfrm>
            <a:custGeom>
              <a:avLst/>
              <a:gdLst>
                <a:gd name="T0" fmla="*/ 132 w 147"/>
                <a:gd name="T1" fmla="*/ 0 h 147"/>
                <a:gd name="T2" fmla="*/ 132 w 147"/>
                <a:gd name="T3" fmla="*/ 0 h 147"/>
                <a:gd name="T4" fmla="*/ 14 w 147"/>
                <a:gd name="T5" fmla="*/ 0 h 147"/>
                <a:gd name="T6" fmla="*/ 4 w 147"/>
                <a:gd name="T7" fmla="*/ 4 h 147"/>
                <a:gd name="T8" fmla="*/ 0 w 147"/>
                <a:gd name="T9" fmla="*/ 14 h 147"/>
                <a:gd name="T10" fmla="*/ 0 w 147"/>
                <a:gd name="T11" fmla="*/ 132 h 147"/>
                <a:gd name="T12" fmla="*/ 4 w 147"/>
                <a:gd name="T13" fmla="*/ 142 h 147"/>
                <a:gd name="T14" fmla="*/ 14 w 147"/>
                <a:gd name="T15" fmla="*/ 146 h 147"/>
                <a:gd name="T16" fmla="*/ 132 w 147"/>
                <a:gd name="T17" fmla="*/ 146 h 147"/>
                <a:gd name="T18" fmla="*/ 142 w 147"/>
                <a:gd name="T19" fmla="*/ 142 h 147"/>
                <a:gd name="T20" fmla="*/ 146 w 147"/>
                <a:gd name="T21" fmla="*/ 132 h 147"/>
                <a:gd name="T22" fmla="*/ 146 w 147"/>
                <a:gd name="T23" fmla="*/ 14 h 147"/>
                <a:gd name="T24" fmla="*/ 142 w 147"/>
                <a:gd name="T25" fmla="*/ 4 h 147"/>
                <a:gd name="T26" fmla="*/ 132 w 147"/>
                <a:gd name="T27" fmla="*/ 0 h 147"/>
                <a:gd name="T28" fmla="*/ 29 w 147"/>
                <a:gd name="T29" fmla="*/ 29 h 147"/>
                <a:gd name="T30" fmla="*/ 29 w 147"/>
                <a:gd name="T31" fmla="*/ 29 h 147"/>
                <a:gd name="T32" fmla="*/ 117 w 147"/>
                <a:gd name="T33" fmla="*/ 29 h 147"/>
                <a:gd name="T34" fmla="*/ 117 w 147"/>
                <a:gd name="T35" fmla="*/ 117 h 147"/>
                <a:gd name="T36" fmla="*/ 29 w 147"/>
                <a:gd name="T37" fmla="*/ 117 h 147"/>
                <a:gd name="T38" fmla="*/ 29 w 147"/>
                <a:gd name="T39" fmla="*/ 29 h 1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47" h="147">
                  <a:moveTo>
                    <a:pt x="132" y="0"/>
                  </a:moveTo>
                  <a:lnTo>
                    <a:pt x="132" y="0"/>
                  </a:lnTo>
                  <a:cubicBezTo>
                    <a:pt x="14" y="0"/>
                    <a:pt x="14" y="0"/>
                    <a:pt x="14" y="0"/>
                  </a:cubicBezTo>
                  <a:cubicBezTo>
                    <a:pt x="11" y="0"/>
                    <a:pt x="7" y="1"/>
                    <a:pt x="4" y="4"/>
                  </a:cubicBezTo>
                  <a:cubicBezTo>
                    <a:pt x="2" y="7"/>
                    <a:pt x="0" y="10"/>
                    <a:pt x="0" y="14"/>
                  </a:cubicBezTo>
                  <a:cubicBezTo>
                    <a:pt x="0" y="132"/>
                    <a:pt x="0" y="132"/>
                    <a:pt x="0" y="132"/>
                  </a:cubicBezTo>
                  <a:cubicBezTo>
                    <a:pt x="0" y="135"/>
                    <a:pt x="2" y="139"/>
                    <a:pt x="4" y="142"/>
                  </a:cubicBezTo>
                  <a:cubicBezTo>
                    <a:pt x="7" y="144"/>
                    <a:pt x="11" y="146"/>
                    <a:pt x="14" y="146"/>
                  </a:cubicBezTo>
                  <a:cubicBezTo>
                    <a:pt x="132" y="146"/>
                    <a:pt x="132" y="146"/>
                    <a:pt x="132" y="146"/>
                  </a:cubicBezTo>
                  <a:cubicBezTo>
                    <a:pt x="135" y="146"/>
                    <a:pt x="139" y="144"/>
                    <a:pt x="142" y="142"/>
                  </a:cubicBezTo>
                  <a:cubicBezTo>
                    <a:pt x="144" y="139"/>
                    <a:pt x="146" y="135"/>
                    <a:pt x="146" y="132"/>
                  </a:cubicBezTo>
                  <a:cubicBezTo>
                    <a:pt x="146" y="14"/>
                    <a:pt x="146" y="14"/>
                    <a:pt x="146" y="14"/>
                  </a:cubicBezTo>
                  <a:cubicBezTo>
                    <a:pt x="146" y="10"/>
                    <a:pt x="144" y="7"/>
                    <a:pt x="142" y="4"/>
                  </a:cubicBezTo>
                  <a:cubicBezTo>
                    <a:pt x="139" y="1"/>
                    <a:pt x="135" y="0"/>
                    <a:pt x="132" y="0"/>
                  </a:cubicBezTo>
                  <a:close/>
                  <a:moveTo>
                    <a:pt x="29" y="29"/>
                  </a:moveTo>
                  <a:lnTo>
                    <a:pt x="29" y="29"/>
                  </a:lnTo>
                  <a:cubicBezTo>
                    <a:pt x="117" y="29"/>
                    <a:pt x="117" y="29"/>
                    <a:pt x="117" y="29"/>
                  </a:cubicBezTo>
                  <a:cubicBezTo>
                    <a:pt x="117" y="117"/>
                    <a:pt x="117" y="117"/>
                    <a:pt x="117" y="117"/>
                  </a:cubicBezTo>
                  <a:cubicBezTo>
                    <a:pt x="29" y="117"/>
                    <a:pt x="29" y="117"/>
                    <a:pt x="29" y="117"/>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96">
              <a:extLst>
                <a:ext uri="{FF2B5EF4-FFF2-40B4-BE49-F238E27FC236}">
                  <a16:creationId xmlns:a16="http://schemas.microsoft.com/office/drawing/2014/main" id="{3CD333EF-4E47-FE8B-5D52-2A2CE35B8037}"/>
                </a:ext>
              </a:extLst>
            </p:cNvPr>
            <p:cNvSpPr>
              <a:spLocks noChangeArrowheads="1"/>
            </p:cNvSpPr>
            <p:nvPr/>
          </p:nvSpPr>
          <p:spPr bwMode="auto">
            <a:xfrm>
              <a:off x="8842375" y="1339850"/>
              <a:ext cx="115888" cy="115888"/>
            </a:xfrm>
            <a:custGeom>
              <a:avLst/>
              <a:gdLst>
                <a:gd name="T0" fmla="*/ 318 w 323"/>
                <a:gd name="T1" fmla="*/ 318 h 324"/>
                <a:gd name="T2" fmla="*/ 318 w 323"/>
                <a:gd name="T3" fmla="*/ 318 h 324"/>
                <a:gd name="T4" fmla="*/ 322 w 323"/>
                <a:gd name="T5" fmla="*/ 308 h 324"/>
                <a:gd name="T6" fmla="*/ 322 w 323"/>
                <a:gd name="T7" fmla="*/ 16 h 324"/>
                <a:gd name="T8" fmla="*/ 318 w 323"/>
                <a:gd name="T9" fmla="*/ 5 h 324"/>
                <a:gd name="T10" fmla="*/ 307 w 323"/>
                <a:gd name="T11" fmla="*/ 0 h 324"/>
                <a:gd name="T12" fmla="*/ 15 w 323"/>
                <a:gd name="T13" fmla="*/ 0 h 324"/>
                <a:gd name="T14" fmla="*/ 4 w 323"/>
                <a:gd name="T15" fmla="*/ 5 h 324"/>
                <a:gd name="T16" fmla="*/ 0 w 323"/>
                <a:gd name="T17" fmla="*/ 16 h 324"/>
                <a:gd name="T18" fmla="*/ 0 w 323"/>
                <a:gd name="T19" fmla="*/ 308 h 324"/>
                <a:gd name="T20" fmla="*/ 4 w 323"/>
                <a:gd name="T21" fmla="*/ 318 h 324"/>
                <a:gd name="T22" fmla="*/ 15 w 323"/>
                <a:gd name="T23" fmla="*/ 323 h 324"/>
                <a:gd name="T24" fmla="*/ 307 w 323"/>
                <a:gd name="T25" fmla="*/ 323 h 324"/>
                <a:gd name="T26" fmla="*/ 318 w 323"/>
                <a:gd name="T27" fmla="*/ 318 h 324"/>
                <a:gd name="T28" fmla="*/ 30 w 323"/>
                <a:gd name="T29" fmla="*/ 29 h 324"/>
                <a:gd name="T30" fmla="*/ 30 w 323"/>
                <a:gd name="T31" fmla="*/ 29 h 324"/>
                <a:gd name="T32" fmla="*/ 294 w 323"/>
                <a:gd name="T33" fmla="*/ 29 h 324"/>
                <a:gd name="T34" fmla="*/ 294 w 323"/>
                <a:gd name="T35" fmla="*/ 293 h 324"/>
                <a:gd name="T36" fmla="*/ 30 w 323"/>
                <a:gd name="T37" fmla="*/ 293 h 324"/>
                <a:gd name="T38" fmla="*/ 30 w 323"/>
                <a:gd name="T39" fmla="*/ 29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3" h="324">
                  <a:moveTo>
                    <a:pt x="318" y="318"/>
                  </a:moveTo>
                  <a:lnTo>
                    <a:pt x="318" y="318"/>
                  </a:lnTo>
                  <a:cubicBezTo>
                    <a:pt x="321" y="315"/>
                    <a:pt x="322" y="312"/>
                    <a:pt x="322" y="308"/>
                  </a:cubicBezTo>
                  <a:cubicBezTo>
                    <a:pt x="322" y="16"/>
                    <a:pt x="322" y="16"/>
                    <a:pt x="322" y="16"/>
                  </a:cubicBezTo>
                  <a:cubicBezTo>
                    <a:pt x="322" y="11"/>
                    <a:pt x="321" y="7"/>
                    <a:pt x="318" y="5"/>
                  </a:cubicBezTo>
                  <a:cubicBezTo>
                    <a:pt x="316" y="2"/>
                    <a:pt x="312" y="0"/>
                    <a:pt x="307" y="0"/>
                  </a:cubicBezTo>
                  <a:cubicBezTo>
                    <a:pt x="15" y="0"/>
                    <a:pt x="15" y="0"/>
                    <a:pt x="15" y="0"/>
                  </a:cubicBezTo>
                  <a:cubicBezTo>
                    <a:pt x="11" y="0"/>
                    <a:pt x="7" y="2"/>
                    <a:pt x="4" y="5"/>
                  </a:cubicBezTo>
                  <a:cubicBezTo>
                    <a:pt x="1" y="7"/>
                    <a:pt x="0" y="11"/>
                    <a:pt x="0" y="16"/>
                  </a:cubicBezTo>
                  <a:cubicBezTo>
                    <a:pt x="0" y="308"/>
                    <a:pt x="0" y="308"/>
                    <a:pt x="0" y="308"/>
                  </a:cubicBezTo>
                  <a:cubicBezTo>
                    <a:pt x="0" y="312"/>
                    <a:pt x="1" y="315"/>
                    <a:pt x="4" y="318"/>
                  </a:cubicBezTo>
                  <a:cubicBezTo>
                    <a:pt x="7" y="320"/>
                    <a:pt x="11" y="323"/>
                    <a:pt x="15" y="323"/>
                  </a:cubicBezTo>
                  <a:cubicBezTo>
                    <a:pt x="307" y="323"/>
                    <a:pt x="307" y="323"/>
                    <a:pt x="307" y="323"/>
                  </a:cubicBezTo>
                  <a:cubicBezTo>
                    <a:pt x="312" y="323"/>
                    <a:pt x="316" y="320"/>
                    <a:pt x="318" y="318"/>
                  </a:cubicBezTo>
                  <a:close/>
                  <a:moveTo>
                    <a:pt x="30" y="29"/>
                  </a:moveTo>
                  <a:lnTo>
                    <a:pt x="30" y="29"/>
                  </a:lnTo>
                  <a:cubicBezTo>
                    <a:pt x="294" y="29"/>
                    <a:pt x="294" y="29"/>
                    <a:pt x="294" y="29"/>
                  </a:cubicBezTo>
                  <a:cubicBezTo>
                    <a:pt x="294" y="293"/>
                    <a:pt x="294" y="293"/>
                    <a:pt x="294" y="293"/>
                  </a:cubicBezTo>
                  <a:cubicBezTo>
                    <a:pt x="30" y="293"/>
                    <a:pt x="30" y="293"/>
                    <a:pt x="30" y="293"/>
                  </a:cubicBezTo>
                  <a:lnTo>
                    <a:pt x="30"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97">
              <a:extLst>
                <a:ext uri="{FF2B5EF4-FFF2-40B4-BE49-F238E27FC236}">
                  <a16:creationId xmlns:a16="http://schemas.microsoft.com/office/drawing/2014/main" id="{45920AA5-563C-5A0B-A419-DCBA857BD53F}"/>
                </a:ext>
              </a:extLst>
            </p:cNvPr>
            <p:cNvSpPr>
              <a:spLocks noChangeArrowheads="1"/>
            </p:cNvSpPr>
            <p:nvPr/>
          </p:nvSpPr>
          <p:spPr bwMode="auto">
            <a:xfrm>
              <a:off x="8980488" y="1339850"/>
              <a:ext cx="104775" cy="115888"/>
            </a:xfrm>
            <a:custGeom>
              <a:avLst/>
              <a:gdLst>
                <a:gd name="T0" fmla="*/ 145 w 293"/>
                <a:gd name="T1" fmla="*/ 103 h 324"/>
                <a:gd name="T2" fmla="*/ 145 w 293"/>
                <a:gd name="T3" fmla="*/ 103 h 324"/>
                <a:gd name="T4" fmla="*/ 145 w 293"/>
                <a:gd name="T5" fmla="*/ 16 h 324"/>
                <a:gd name="T6" fmla="*/ 141 w 293"/>
                <a:gd name="T7" fmla="*/ 5 h 324"/>
                <a:gd name="T8" fmla="*/ 131 w 293"/>
                <a:gd name="T9" fmla="*/ 0 h 324"/>
                <a:gd name="T10" fmla="*/ 13 w 293"/>
                <a:gd name="T11" fmla="*/ 0 h 324"/>
                <a:gd name="T12" fmla="*/ 0 w 293"/>
                <a:gd name="T13" fmla="*/ 16 h 324"/>
                <a:gd name="T14" fmla="*/ 13 w 293"/>
                <a:gd name="T15" fmla="*/ 29 h 324"/>
                <a:gd name="T16" fmla="*/ 116 w 293"/>
                <a:gd name="T17" fmla="*/ 29 h 324"/>
                <a:gd name="T18" fmla="*/ 116 w 293"/>
                <a:gd name="T19" fmla="*/ 103 h 324"/>
                <a:gd name="T20" fmla="*/ 116 w 293"/>
                <a:gd name="T21" fmla="*/ 132 h 324"/>
                <a:gd name="T22" fmla="*/ 116 w 293"/>
                <a:gd name="T23" fmla="*/ 220 h 324"/>
                <a:gd name="T24" fmla="*/ 120 w 293"/>
                <a:gd name="T25" fmla="*/ 230 h 324"/>
                <a:gd name="T26" fmla="*/ 131 w 293"/>
                <a:gd name="T27" fmla="*/ 235 h 324"/>
                <a:gd name="T28" fmla="*/ 263 w 293"/>
                <a:gd name="T29" fmla="*/ 235 h 324"/>
                <a:gd name="T30" fmla="*/ 263 w 293"/>
                <a:gd name="T31" fmla="*/ 308 h 324"/>
                <a:gd name="T32" fmla="*/ 277 w 293"/>
                <a:gd name="T33" fmla="*/ 323 h 324"/>
                <a:gd name="T34" fmla="*/ 292 w 293"/>
                <a:gd name="T35" fmla="*/ 308 h 324"/>
                <a:gd name="T36" fmla="*/ 292 w 293"/>
                <a:gd name="T37" fmla="*/ 220 h 324"/>
                <a:gd name="T38" fmla="*/ 282 w 293"/>
                <a:gd name="T39" fmla="*/ 206 h 324"/>
                <a:gd name="T40" fmla="*/ 277 w 293"/>
                <a:gd name="T41" fmla="*/ 205 h 324"/>
                <a:gd name="T42" fmla="*/ 145 w 293"/>
                <a:gd name="T43" fmla="*/ 205 h 324"/>
                <a:gd name="T44" fmla="*/ 145 w 293"/>
                <a:gd name="T45" fmla="*/ 132 h 324"/>
                <a:gd name="T46" fmla="*/ 145 w 293"/>
                <a:gd name="T47" fmla="*/ 103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93" h="324">
                  <a:moveTo>
                    <a:pt x="145" y="103"/>
                  </a:moveTo>
                  <a:lnTo>
                    <a:pt x="145" y="103"/>
                  </a:lnTo>
                  <a:cubicBezTo>
                    <a:pt x="145" y="16"/>
                    <a:pt x="145" y="16"/>
                    <a:pt x="145" y="16"/>
                  </a:cubicBezTo>
                  <a:cubicBezTo>
                    <a:pt x="145" y="11"/>
                    <a:pt x="144" y="7"/>
                    <a:pt x="141" y="5"/>
                  </a:cubicBezTo>
                  <a:cubicBezTo>
                    <a:pt x="138" y="2"/>
                    <a:pt x="134" y="0"/>
                    <a:pt x="131" y="0"/>
                  </a:cubicBezTo>
                  <a:cubicBezTo>
                    <a:pt x="13" y="0"/>
                    <a:pt x="13" y="0"/>
                    <a:pt x="13" y="0"/>
                  </a:cubicBezTo>
                  <a:cubicBezTo>
                    <a:pt x="5" y="0"/>
                    <a:pt x="0" y="7"/>
                    <a:pt x="0" y="16"/>
                  </a:cubicBezTo>
                  <a:cubicBezTo>
                    <a:pt x="0" y="22"/>
                    <a:pt x="5" y="29"/>
                    <a:pt x="13" y="29"/>
                  </a:cubicBezTo>
                  <a:cubicBezTo>
                    <a:pt x="116" y="29"/>
                    <a:pt x="116" y="29"/>
                    <a:pt x="116" y="29"/>
                  </a:cubicBezTo>
                  <a:cubicBezTo>
                    <a:pt x="116" y="103"/>
                    <a:pt x="116" y="103"/>
                    <a:pt x="116" y="103"/>
                  </a:cubicBezTo>
                  <a:cubicBezTo>
                    <a:pt x="116" y="132"/>
                    <a:pt x="116" y="132"/>
                    <a:pt x="116" y="132"/>
                  </a:cubicBezTo>
                  <a:cubicBezTo>
                    <a:pt x="116" y="220"/>
                    <a:pt x="116" y="220"/>
                    <a:pt x="116" y="220"/>
                  </a:cubicBezTo>
                  <a:cubicBezTo>
                    <a:pt x="116" y="224"/>
                    <a:pt x="118" y="227"/>
                    <a:pt x="120" y="230"/>
                  </a:cubicBezTo>
                  <a:cubicBezTo>
                    <a:pt x="123" y="232"/>
                    <a:pt x="127" y="235"/>
                    <a:pt x="131" y="235"/>
                  </a:cubicBezTo>
                  <a:cubicBezTo>
                    <a:pt x="263" y="235"/>
                    <a:pt x="263" y="235"/>
                    <a:pt x="263" y="235"/>
                  </a:cubicBezTo>
                  <a:cubicBezTo>
                    <a:pt x="263" y="308"/>
                    <a:pt x="263" y="308"/>
                    <a:pt x="263" y="308"/>
                  </a:cubicBezTo>
                  <a:cubicBezTo>
                    <a:pt x="263" y="316"/>
                    <a:pt x="269" y="323"/>
                    <a:pt x="277" y="323"/>
                  </a:cubicBezTo>
                  <a:cubicBezTo>
                    <a:pt x="285" y="323"/>
                    <a:pt x="292" y="316"/>
                    <a:pt x="292" y="308"/>
                  </a:cubicBezTo>
                  <a:cubicBezTo>
                    <a:pt x="292" y="220"/>
                    <a:pt x="292" y="220"/>
                    <a:pt x="292" y="220"/>
                  </a:cubicBezTo>
                  <a:cubicBezTo>
                    <a:pt x="292" y="213"/>
                    <a:pt x="288" y="209"/>
                    <a:pt x="282" y="206"/>
                  </a:cubicBezTo>
                  <a:cubicBezTo>
                    <a:pt x="281" y="206"/>
                    <a:pt x="280" y="205"/>
                    <a:pt x="277" y="205"/>
                  </a:cubicBezTo>
                  <a:cubicBezTo>
                    <a:pt x="145" y="205"/>
                    <a:pt x="145" y="205"/>
                    <a:pt x="145" y="205"/>
                  </a:cubicBezTo>
                  <a:cubicBezTo>
                    <a:pt x="145" y="132"/>
                    <a:pt x="145" y="132"/>
                    <a:pt x="145" y="132"/>
                  </a:cubicBezTo>
                  <a:lnTo>
                    <a:pt x="145" y="10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4" name="Freeform 98">
              <a:extLst>
                <a:ext uri="{FF2B5EF4-FFF2-40B4-BE49-F238E27FC236}">
                  <a16:creationId xmlns:a16="http://schemas.microsoft.com/office/drawing/2014/main" id="{CE8452E3-028D-0E29-37B6-A58F2AAF8471}"/>
                </a:ext>
              </a:extLst>
            </p:cNvPr>
            <p:cNvSpPr>
              <a:spLocks noChangeArrowheads="1"/>
            </p:cNvSpPr>
            <p:nvPr/>
          </p:nvSpPr>
          <p:spPr bwMode="auto">
            <a:xfrm>
              <a:off x="8980488" y="1203325"/>
              <a:ext cx="115887" cy="115888"/>
            </a:xfrm>
            <a:custGeom>
              <a:avLst/>
              <a:gdLst>
                <a:gd name="T0" fmla="*/ 4 w 322"/>
                <a:gd name="T1" fmla="*/ 4 h 322"/>
                <a:gd name="T2" fmla="*/ 4 w 322"/>
                <a:gd name="T3" fmla="*/ 4 h 322"/>
                <a:gd name="T4" fmla="*/ 0 w 322"/>
                <a:gd name="T5" fmla="*/ 14 h 322"/>
                <a:gd name="T6" fmla="*/ 0 w 322"/>
                <a:gd name="T7" fmla="*/ 308 h 322"/>
                <a:gd name="T8" fmla="*/ 4 w 322"/>
                <a:gd name="T9" fmla="*/ 317 h 322"/>
                <a:gd name="T10" fmla="*/ 13 w 322"/>
                <a:gd name="T11" fmla="*/ 321 h 322"/>
                <a:gd name="T12" fmla="*/ 307 w 322"/>
                <a:gd name="T13" fmla="*/ 321 h 322"/>
                <a:gd name="T14" fmla="*/ 317 w 322"/>
                <a:gd name="T15" fmla="*/ 317 h 322"/>
                <a:gd name="T16" fmla="*/ 321 w 322"/>
                <a:gd name="T17" fmla="*/ 308 h 322"/>
                <a:gd name="T18" fmla="*/ 321 w 322"/>
                <a:gd name="T19" fmla="*/ 14 h 322"/>
                <a:gd name="T20" fmla="*/ 317 w 322"/>
                <a:gd name="T21" fmla="*/ 4 h 322"/>
                <a:gd name="T22" fmla="*/ 307 w 322"/>
                <a:gd name="T23" fmla="*/ 0 h 322"/>
                <a:gd name="T24" fmla="*/ 13 w 322"/>
                <a:gd name="T25" fmla="*/ 0 h 322"/>
                <a:gd name="T26" fmla="*/ 4 w 322"/>
                <a:gd name="T27" fmla="*/ 4 h 322"/>
                <a:gd name="T28" fmla="*/ 28 w 322"/>
                <a:gd name="T29" fmla="*/ 29 h 322"/>
                <a:gd name="T30" fmla="*/ 28 w 322"/>
                <a:gd name="T31" fmla="*/ 29 h 322"/>
                <a:gd name="T32" fmla="*/ 292 w 322"/>
                <a:gd name="T33" fmla="*/ 29 h 322"/>
                <a:gd name="T34" fmla="*/ 292 w 322"/>
                <a:gd name="T35" fmla="*/ 293 h 322"/>
                <a:gd name="T36" fmla="*/ 28 w 322"/>
                <a:gd name="T37" fmla="*/ 293 h 322"/>
                <a:gd name="T38" fmla="*/ 28 w 322"/>
                <a:gd name="T39" fmla="*/ 29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22">
                  <a:moveTo>
                    <a:pt x="4" y="4"/>
                  </a:moveTo>
                  <a:lnTo>
                    <a:pt x="4" y="4"/>
                  </a:lnTo>
                  <a:cubicBezTo>
                    <a:pt x="1" y="7"/>
                    <a:pt x="0" y="10"/>
                    <a:pt x="0" y="14"/>
                  </a:cubicBezTo>
                  <a:cubicBezTo>
                    <a:pt x="0" y="308"/>
                    <a:pt x="0" y="308"/>
                    <a:pt x="0" y="308"/>
                  </a:cubicBezTo>
                  <a:cubicBezTo>
                    <a:pt x="0" y="310"/>
                    <a:pt x="1" y="315"/>
                    <a:pt x="4" y="317"/>
                  </a:cubicBezTo>
                  <a:cubicBezTo>
                    <a:pt x="6" y="320"/>
                    <a:pt x="11" y="321"/>
                    <a:pt x="13" y="321"/>
                  </a:cubicBezTo>
                  <a:cubicBezTo>
                    <a:pt x="307" y="321"/>
                    <a:pt x="307" y="321"/>
                    <a:pt x="307" y="321"/>
                  </a:cubicBezTo>
                  <a:cubicBezTo>
                    <a:pt x="311" y="321"/>
                    <a:pt x="314" y="320"/>
                    <a:pt x="317" y="317"/>
                  </a:cubicBezTo>
                  <a:cubicBezTo>
                    <a:pt x="319" y="315"/>
                    <a:pt x="321" y="310"/>
                    <a:pt x="321" y="308"/>
                  </a:cubicBezTo>
                  <a:cubicBezTo>
                    <a:pt x="321" y="14"/>
                    <a:pt x="321" y="14"/>
                    <a:pt x="321" y="14"/>
                  </a:cubicBezTo>
                  <a:cubicBezTo>
                    <a:pt x="321" y="10"/>
                    <a:pt x="319" y="7"/>
                    <a:pt x="317" y="4"/>
                  </a:cubicBezTo>
                  <a:cubicBezTo>
                    <a:pt x="314" y="2"/>
                    <a:pt x="311" y="0"/>
                    <a:pt x="307" y="0"/>
                  </a:cubicBezTo>
                  <a:cubicBezTo>
                    <a:pt x="13" y="0"/>
                    <a:pt x="13" y="0"/>
                    <a:pt x="13" y="0"/>
                  </a:cubicBezTo>
                  <a:cubicBezTo>
                    <a:pt x="11" y="0"/>
                    <a:pt x="6" y="2"/>
                    <a:pt x="4" y="4"/>
                  </a:cubicBezTo>
                  <a:close/>
                  <a:moveTo>
                    <a:pt x="28" y="29"/>
                  </a:moveTo>
                  <a:lnTo>
                    <a:pt x="28" y="29"/>
                  </a:lnTo>
                  <a:cubicBezTo>
                    <a:pt x="292" y="29"/>
                    <a:pt x="292" y="29"/>
                    <a:pt x="292" y="29"/>
                  </a:cubicBezTo>
                  <a:cubicBezTo>
                    <a:pt x="292" y="293"/>
                    <a:pt x="292" y="293"/>
                    <a:pt x="292" y="293"/>
                  </a:cubicBezTo>
                  <a:cubicBezTo>
                    <a:pt x="28" y="293"/>
                    <a:pt x="28" y="293"/>
                    <a:pt x="28" y="293"/>
                  </a:cubicBezTo>
                  <a:lnTo>
                    <a:pt x="2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5" name="Freeform 99">
              <a:extLst>
                <a:ext uri="{FF2B5EF4-FFF2-40B4-BE49-F238E27FC236}">
                  <a16:creationId xmlns:a16="http://schemas.microsoft.com/office/drawing/2014/main" id="{C09D6532-2061-49A4-A098-AEC4CF91565D}"/>
                </a:ext>
              </a:extLst>
            </p:cNvPr>
            <p:cNvSpPr>
              <a:spLocks noChangeArrowheads="1"/>
            </p:cNvSpPr>
            <p:nvPr/>
          </p:nvSpPr>
          <p:spPr bwMode="auto">
            <a:xfrm>
              <a:off x="9064625" y="1339850"/>
              <a:ext cx="31750" cy="42863"/>
            </a:xfrm>
            <a:custGeom>
              <a:avLst/>
              <a:gdLst>
                <a:gd name="T0" fmla="*/ 74 w 89"/>
                <a:gd name="T1" fmla="*/ 88 h 118"/>
                <a:gd name="T2" fmla="*/ 74 w 89"/>
                <a:gd name="T3" fmla="*/ 88 h 118"/>
                <a:gd name="T4" fmla="*/ 30 w 89"/>
                <a:gd name="T5" fmla="*/ 88 h 118"/>
                <a:gd name="T6" fmla="*/ 30 w 89"/>
                <a:gd name="T7" fmla="*/ 16 h 118"/>
                <a:gd name="T8" fmla="*/ 15 w 89"/>
                <a:gd name="T9" fmla="*/ 0 h 118"/>
                <a:gd name="T10" fmla="*/ 0 w 89"/>
                <a:gd name="T11" fmla="*/ 16 h 118"/>
                <a:gd name="T12" fmla="*/ 0 w 89"/>
                <a:gd name="T13" fmla="*/ 103 h 118"/>
                <a:gd name="T14" fmla="*/ 15 w 89"/>
                <a:gd name="T15" fmla="*/ 117 h 118"/>
                <a:gd name="T16" fmla="*/ 74 w 89"/>
                <a:gd name="T17" fmla="*/ 117 h 118"/>
                <a:gd name="T18" fmla="*/ 88 w 89"/>
                <a:gd name="T19" fmla="*/ 103 h 118"/>
                <a:gd name="T20" fmla="*/ 74 w 89"/>
                <a:gd name="T21" fmla="*/ 88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9" h="118">
                  <a:moveTo>
                    <a:pt x="74" y="88"/>
                  </a:moveTo>
                  <a:lnTo>
                    <a:pt x="74" y="88"/>
                  </a:lnTo>
                  <a:cubicBezTo>
                    <a:pt x="30" y="88"/>
                    <a:pt x="30" y="88"/>
                    <a:pt x="30" y="88"/>
                  </a:cubicBezTo>
                  <a:cubicBezTo>
                    <a:pt x="30" y="16"/>
                    <a:pt x="30" y="16"/>
                    <a:pt x="30" y="16"/>
                  </a:cubicBezTo>
                  <a:cubicBezTo>
                    <a:pt x="30" y="7"/>
                    <a:pt x="23" y="0"/>
                    <a:pt x="15" y="0"/>
                  </a:cubicBezTo>
                  <a:cubicBezTo>
                    <a:pt x="7" y="0"/>
                    <a:pt x="0" y="7"/>
                    <a:pt x="0" y="16"/>
                  </a:cubicBezTo>
                  <a:cubicBezTo>
                    <a:pt x="0" y="103"/>
                    <a:pt x="0" y="103"/>
                    <a:pt x="0" y="103"/>
                  </a:cubicBezTo>
                  <a:cubicBezTo>
                    <a:pt x="0" y="110"/>
                    <a:pt x="7" y="117"/>
                    <a:pt x="15" y="117"/>
                  </a:cubicBezTo>
                  <a:cubicBezTo>
                    <a:pt x="74" y="117"/>
                    <a:pt x="74" y="117"/>
                    <a:pt x="74" y="117"/>
                  </a:cubicBezTo>
                  <a:cubicBezTo>
                    <a:pt x="82" y="117"/>
                    <a:pt x="88" y="110"/>
                    <a:pt x="88" y="103"/>
                  </a:cubicBezTo>
                  <a:cubicBezTo>
                    <a:pt x="88" y="95"/>
                    <a:pt x="82" y="88"/>
                    <a:pt x="74"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0">
              <a:extLst>
                <a:ext uri="{FF2B5EF4-FFF2-40B4-BE49-F238E27FC236}">
                  <a16:creationId xmlns:a16="http://schemas.microsoft.com/office/drawing/2014/main" id="{33769389-B6F0-9B2E-D480-4AF69E3A6286}"/>
                </a:ext>
              </a:extLst>
            </p:cNvPr>
            <p:cNvSpPr>
              <a:spLocks noChangeArrowheads="1"/>
            </p:cNvSpPr>
            <p:nvPr/>
          </p:nvSpPr>
          <p:spPr bwMode="auto">
            <a:xfrm>
              <a:off x="8980488" y="1371600"/>
              <a:ext cx="52387" cy="85725"/>
            </a:xfrm>
            <a:custGeom>
              <a:avLst/>
              <a:gdLst>
                <a:gd name="T0" fmla="*/ 0 w 146"/>
                <a:gd name="T1" fmla="*/ 220 h 236"/>
                <a:gd name="T2" fmla="*/ 0 w 146"/>
                <a:gd name="T3" fmla="*/ 220 h 236"/>
                <a:gd name="T4" fmla="*/ 13 w 146"/>
                <a:gd name="T5" fmla="*/ 235 h 236"/>
                <a:gd name="T6" fmla="*/ 131 w 146"/>
                <a:gd name="T7" fmla="*/ 235 h 236"/>
                <a:gd name="T8" fmla="*/ 145 w 146"/>
                <a:gd name="T9" fmla="*/ 220 h 236"/>
                <a:gd name="T10" fmla="*/ 131 w 146"/>
                <a:gd name="T11" fmla="*/ 205 h 236"/>
                <a:gd name="T12" fmla="*/ 28 w 146"/>
                <a:gd name="T13" fmla="*/ 205 h 236"/>
                <a:gd name="T14" fmla="*/ 28 w 146"/>
                <a:gd name="T15" fmla="*/ 15 h 236"/>
                <a:gd name="T16" fmla="*/ 13 w 146"/>
                <a:gd name="T17" fmla="*/ 0 h 236"/>
                <a:gd name="T18" fmla="*/ 0 w 146"/>
                <a:gd name="T19" fmla="*/ 15 h 236"/>
                <a:gd name="T20" fmla="*/ 0 w 146"/>
                <a:gd name="T21" fmla="*/ 220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46" h="236">
                  <a:moveTo>
                    <a:pt x="0" y="220"/>
                  </a:moveTo>
                  <a:lnTo>
                    <a:pt x="0" y="220"/>
                  </a:lnTo>
                  <a:cubicBezTo>
                    <a:pt x="0" y="228"/>
                    <a:pt x="5" y="235"/>
                    <a:pt x="13" y="235"/>
                  </a:cubicBezTo>
                  <a:cubicBezTo>
                    <a:pt x="131" y="235"/>
                    <a:pt x="131" y="235"/>
                    <a:pt x="131" y="235"/>
                  </a:cubicBezTo>
                  <a:cubicBezTo>
                    <a:pt x="140" y="235"/>
                    <a:pt x="145" y="228"/>
                    <a:pt x="145" y="220"/>
                  </a:cubicBezTo>
                  <a:cubicBezTo>
                    <a:pt x="145" y="212"/>
                    <a:pt x="140" y="205"/>
                    <a:pt x="131" y="205"/>
                  </a:cubicBezTo>
                  <a:cubicBezTo>
                    <a:pt x="28" y="205"/>
                    <a:pt x="28" y="205"/>
                    <a:pt x="28" y="205"/>
                  </a:cubicBezTo>
                  <a:cubicBezTo>
                    <a:pt x="28" y="15"/>
                    <a:pt x="28" y="15"/>
                    <a:pt x="28" y="15"/>
                  </a:cubicBezTo>
                  <a:cubicBezTo>
                    <a:pt x="28" y="7"/>
                    <a:pt x="21" y="0"/>
                    <a:pt x="13" y="0"/>
                  </a:cubicBezTo>
                  <a:cubicBezTo>
                    <a:pt x="5" y="0"/>
                    <a:pt x="0" y="7"/>
                    <a:pt x="0" y="15"/>
                  </a:cubicBezTo>
                  <a:lnTo>
                    <a:pt x="0" y="22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107FFA4F-2550-C2EB-7759-FF87C8A6D867}"/>
              </a:ext>
            </a:extLst>
          </p:cNvPr>
          <p:cNvGrpSpPr/>
          <p:nvPr/>
        </p:nvGrpSpPr>
        <p:grpSpPr>
          <a:xfrm>
            <a:off x="9983911" y="1382341"/>
            <a:ext cx="254000" cy="231775"/>
            <a:chOff x="8842375" y="1719263"/>
            <a:chExt cx="254000" cy="231775"/>
          </a:xfrm>
          <a:solidFill>
            <a:schemeClr val="accent4"/>
          </a:solidFill>
        </p:grpSpPr>
        <p:sp>
          <p:nvSpPr>
            <p:cNvPr id="128" name="Freeform 101">
              <a:extLst>
                <a:ext uri="{FF2B5EF4-FFF2-40B4-BE49-F238E27FC236}">
                  <a16:creationId xmlns:a16="http://schemas.microsoft.com/office/drawing/2014/main" id="{94ABCC83-03BB-556F-0A8E-BA1CEDACFD04}"/>
                </a:ext>
              </a:extLst>
            </p:cNvPr>
            <p:cNvSpPr>
              <a:spLocks noChangeArrowheads="1"/>
            </p:cNvSpPr>
            <p:nvPr/>
          </p:nvSpPr>
          <p:spPr bwMode="auto">
            <a:xfrm>
              <a:off x="8853488" y="1719263"/>
              <a:ext cx="71437" cy="71437"/>
            </a:xfrm>
            <a:custGeom>
              <a:avLst/>
              <a:gdLst>
                <a:gd name="T0" fmla="*/ 73 w 199"/>
                <a:gd name="T1" fmla="*/ 28 h 198"/>
                <a:gd name="T2" fmla="*/ 73 w 199"/>
                <a:gd name="T3" fmla="*/ 28 h 198"/>
                <a:gd name="T4" fmla="*/ 183 w 199"/>
                <a:gd name="T5" fmla="*/ 28 h 198"/>
                <a:gd name="T6" fmla="*/ 198 w 199"/>
                <a:gd name="T7" fmla="*/ 15 h 198"/>
                <a:gd name="T8" fmla="*/ 183 w 199"/>
                <a:gd name="T9" fmla="*/ 0 h 198"/>
                <a:gd name="T10" fmla="*/ 73 w 199"/>
                <a:gd name="T11" fmla="*/ 0 h 198"/>
                <a:gd name="T12" fmla="*/ 0 w 199"/>
                <a:gd name="T13" fmla="*/ 72 h 198"/>
                <a:gd name="T14" fmla="*/ 0 w 199"/>
                <a:gd name="T15" fmla="*/ 182 h 198"/>
                <a:gd name="T16" fmla="*/ 14 w 199"/>
                <a:gd name="T17" fmla="*/ 197 h 198"/>
                <a:gd name="T18" fmla="*/ 29 w 199"/>
                <a:gd name="T19" fmla="*/ 182 h 198"/>
                <a:gd name="T20" fmla="*/ 29 w 199"/>
                <a:gd name="T21" fmla="*/ 182 h 198"/>
                <a:gd name="T22" fmla="*/ 29 w 199"/>
                <a:gd name="T23" fmla="*/ 72 h 198"/>
                <a:gd name="T24" fmla="*/ 73 w 199"/>
                <a:gd name="T25" fmla="*/ 28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73" y="28"/>
                  </a:moveTo>
                  <a:lnTo>
                    <a:pt x="73" y="28"/>
                  </a:lnTo>
                  <a:cubicBezTo>
                    <a:pt x="183" y="28"/>
                    <a:pt x="183" y="28"/>
                    <a:pt x="183" y="28"/>
                  </a:cubicBezTo>
                  <a:cubicBezTo>
                    <a:pt x="191" y="28"/>
                    <a:pt x="198" y="22"/>
                    <a:pt x="198" y="15"/>
                  </a:cubicBezTo>
                  <a:cubicBezTo>
                    <a:pt x="198" y="7"/>
                    <a:pt x="191" y="0"/>
                    <a:pt x="183" y="0"/>
                  </a:cubicBezTo>
                  <a:cubicBezTo>
                    <a:pt x="73" y="0"/>
                    <a:pt x="73" y="0"/>
                    <a:pt x="73" y="0"/>
                  </a:cubicBezTo>
                  <a:cubicBezTo>
                    <a:pt x="33" y="0"/>
                    <a:pt x="0" y="33"/>
                    <a:pt x="0" y="72"/>
                  </a:cubicBezTo>
                  <a:cubicBezTo>
                    <a:pt x="0" y="182"/>
                    <a:pt x="0" y="182"/>
                    <a:pt x="0" y="182"/>
                  </a:cubicBezTo>
                  <a:cubicBezTo>
                    <a:pt x="0" y="190"/>
                    <a:pt x="6" y="197"/>
                    <a:pt x="14" y="197"/>
                  </a:cubicBezTo>
                  <a:cubicBezTo>
                    <a:pt x="22" y="197"/>
                    <a:pt x="29" y="190"/>
                    <a:pt x="29" y="182"/>
                  </a:cubicBezTo>
                  <a:lnTo>
                    <a:pt x="29" y="182"/>
                  </a:lnTo>
                  <a:cubicBezTo>
                    <a:pt x="29" y="72"/>
                    <a:pt x="29" y="72"/>
                    <a:pt x="29" y="72"/>
                  </a:cubicBezTo>
                  <a:cubicBezTo>
                    <a:pt x="29" y="49"/>
                    <a:pt x="48" y="28"/>
                    <a:pt x="73"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2">
              <a:extLst>
                <a:ext uri="{FF2B5EF4-FFF2-40B4-BE49-F238E27FC236}">
                  <a16:creationId xmlns:a16="http://schemas.microsoft.com/office/drawing/2014/main" id="{F9BF6559-22E0-A793-7292-6D01FC4689A9}"/>
                </a:ext>
              </a:extLst>
            </p:cNvPr>
            <p:cNvSpPr>
              <a:spLocks noChangeArrowheads="1"/>
            </p:cNvSpPr>
            <p:nvPr/>
          </p:nvSpPr>
          <p:spPr bwMode="auto">
            <a:xfrm>
              <a:off x="8853488" y="1879600"/>
              <a:ext cx="71437" cy="71438"/>
            </a:xfrm>
            <a:custGeom>
              <a:avLst/>
              <a:gdLst>
                <a:gd name="T0" fmla="*/ 14 w 199"/>
                <a:gd name="T1" fmla="*/ 0 h 198"/>
                <a:gd name="T2" fmla="*/ 14 w 199"/>
                <a:gd name="T3" fmla="*/ 0 h 198"/>
                <a:gd name="T4" fmla="*/ 0 w 199"/>
                <a:gd name="T5" fmla="*/ 15 h 198"/>
                <a:gd name="T6" fmla="*/ 0 w 199"/>
                <a:gd name="T7" fmla="*/ 125 h 198"/>
                <a:gd name="T8" fmla="*/ 73 w 199"/>
                <a:gd name="T9" fmla="*/ 197 h 198"/>
                <a:gd name="T10" fmla="*/ 183 w 199"/>
                <a:gd name="T11" fmla="*/ 197 h 198"/>
                <a:gd name="T12" fmla="*/ 198 w 199"/>
                <a:gd name="T13" fmla="*/ 184 h 198"/>
                <a:gd name="T14" fmla="*/ 183 w 199"/>
                <a:gd name="T15" fmla="*/ 169 h 198"/>
                <a:gd name="T16" fmla="*/ 73 w 199"/>
                <a:gd name="T17" fmla="*/ 169 h 198"/>
                <a:gd name="T18" fmla="*/ 29 w 199"/>
                <a:gd name="T19" fmla="*/ 125 h 198"/>
                <a:gd name="T20" fmla="*/ 29 w 199"/>
                <a:gd name="T21" fmla="*/ 15 h 198"/>
                <a:gd name="T22" fmla="*/ 14 w 199"/>
                <a:gd name="T23" fmla="*/ 0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99" h="198">
                  <a:moveTo>
                    <a:pt x="14" y="0"/>
                  </a:moveTo>
                  <a:lnTo>
                    <a:pt x="14" y="0"/>
                  </a:lnTo>
                  <a:cubicBezTo>
                    <a:pt x="6" y="0"/>
                    <a:pt x="0" y="7"/>
                    <a:pt x="0" y="15"/>
                  </a:cubicBezTo>
                  <a:cubicBezTo>
                    <a:pt x="0" y="125"/>
                    <a:pt x="0" y="125"/>
                    <a:pt x="0" y="125"/>
                  </a:cubicBezTo>
                  <a:cubicBezTo>
                    <a:pt x="0" y="164"/>
                    <a:pt x="33" y="197"/>
                    <a:pt x="73" y="197"/>
                  </a:cubicBezTo>
                  <a:cubicBezTo>
                    <a:pt x="183" y="197"/>
                    <a:pt x="183" y="197"/>
                    <a:pt x="183" y="197"/>
                  </a:cubicBezTo>
                  <a:cubicBezTo>
                    <a:pt x="191" y="197"/>
                    <a:pt x="198" y="191"/>
                    <a:pt x="198" y="184"/>
                  </a:cubicBezTo>
                  <a:cubicBezTo>
                    <a:pt x="198" y="175"/>
                    <a:pt x="191" y="169"/>
                    <a:pt x="183" y="169"/>
                  </a:cubicBezTo>
                  <a:cubicBezTo>
                    <a:pt x="73" y="169"/>
                    <a:pt x="73" y="169"/>
                    <a:pt x="73" y="169"/>
                  </a:cubicBezTo>
                  <a:cubicBezTo>
                    <a:pt x="48" y="169"/>
                    <a:pt x="29" y="149"/>
                    <a:pt x="29" y="125"/>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3">
              <a:extLst>
                <a:ext uri="{FF2B5EF4-FFF2-40B4-BE49-F238E27FC236}">
                  <a16:creationId xmlns:a16="http://schemas.microsoft.com/office/drawing/2014/main" id="{39FE539C-B0DD-A3CC-E254-1EF5B5ED51FB}"/>
                </a:ext>
              </a:extLst>
            </p:cNvPr>
            <p:cNvSpPr>
              <a:spLocks noChangeArrowheads="1"/>
            </p:cNvSpPr>
            <p:nvPr/>
          </p:nvSpPr>
          <p:spPr bwMode="auto">
            <a:xfrm>
              <a:off x="9013825" y="1879600"/>
              <a:ext cx="71438" cy="71438"/>
            </a:xfrm>
            <a:custGeom>
              <a:avLst/>
              <a:gdLst>
                <a:gd name="T0" fmla="*/ 169 w 199"/>
                <a:gd name="T1" fmla="*/ 15 h 198"/>
                <a:gd name="T2" fmla="*/ 169 w 199"/>
                <a:gd name="T3" fmla="*/ 15 h 198"/>
                <a:gd name="T4" fmla="*/ 169 w 199"/>
                <a:gd name="T5" fmla="*/ 15 h 198"/>
                <a:gd name="T6" fmla="*/ 169 w 199"/>
                <a:gd name="T7" fmla="*/ 125 h 198"/>
                <a:gd name="T8" fmla="*/ 125 w 199"/>
                <a:gd name="T9" fmla="*/ 169 h 198"/>
                <a:gd name="T10" fmla="*/ 15 w 199"/>
                <a:gd name="T11" fmla="*/ 169 h 198"/>
                <a:gd name="T12" fmla="*/ 0 w 199"/>
                <a:gd name="T13" fmla="*/ 184 h 198"/>
                <a:gd name="T14" fmla="*/ 15 w 199"/>
                <a:gd name="T15" fmla="*/ 197 h 198"/>
                <a:gd name="T16" fmla="*/ 125 w 199"/>
                <a:gd name="T17" fmla="*/ 197 h 198"/>
                <a:gd name="T18" fmla="*/ 198 w 199"/>
                <a:gd name="T19" fmla="*/ 125 h 198"/>
                <a:gd name="T20" fmla="*/ 198 w 199"/>
                <a:gd name="T21" fmla="*/ 15 h 198"/>
                <a:gd name="T22" fmla="*/ 183 w 199"/>
                <a:gd name="T23" fmla="*/ 0 h 198"/>
                <a:gd name="T24" fmla="*/ 169 w 199"/>
                <a:gd name="T25" fmla="*/ 15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69" y="15"/>
                  </a:moveTo>
                  <a:lnTo>
                    <a:pt x="169" y="15"/>
                  </a:lnTo>
                  <a:lnTo>
                    <a:pt x="169" y="15"/>
                  </a:lnTo>
                  <a:cubicBezTo>
                    <a:pt x="169" y="125"/>
                    <a:pt x="169" y="125"/>
                    <a:pt x="169" y="125"/>
                  </a:cubicBezTo>
                  <a:cubicBezTo>
                    <a:pt x="169" y="149"/>
                    <a:pt x="148" y="169"/>
                    <a:pt x="125" y="169"/>
                  </a:cubicBezTo>
                  <a:cubicBezTo>
                    <a:pt x="15" y="169"/>
                    <a:pt x="15" y="169"/>
                    <a:pt x="15" y="169"/>
                  </a:cubicBezTo>
                  <a:cubicBezTo>
                    <a:pt x="7" y="169"/>
                    <a:pt x="0" y="175"/>
                    <a:pt x="0" y="184"/>
                  </a:cubicBezTo>
                  <a:cubicBezTo>
                    <a:pt x="0" y="191"/>
                    <a:pt x="7" y="197"/>
                    <a:pt x="15" y="197"/>
                  </a:cubicBezTo>
                  <a:cubicBezTo>
                    <a:pt x="125" y="197"/>
                    <a:pt x="125" y="197"/>
                    <a:pt x="125" y="197"/>
                  </a:cubicBezTo>
                  <a:cubicBezTo>
                    <a:pt x="165" y="197"/>
                    <a:pt x="198" y="164"/>
                    <a:pt x="198" y="125"/>
                  </a:cubicBezTo>
                  <a:cubicBezTo>
                    <a:pt x="198" y="15"/>
                    <a:pt x="198" y="15"/>
                    <a:pt x="198" y="15"/>
                  </a:cubicBezTo>
                  <a:cubicBezTo>
                    <a:pt x="198" y="7"/>
                    <a:pt x="191" y="0"/>
                    <a:pt x="183" y="0"/>
                  </a:cubicBezTo>
                  <a:cubicBezTo>
                    <a:pt x="175" y="0"/>
                    <a:pt x="169" y="7"/>
                    <a:pt x="16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4">
              <a:extLst>
                <a:ext uri="{FF2B5EF4-FFF2-40B4-BE49-F238E27FC236}">
                  <a16:creationId xmlns:a16="http://schemas.microsoft.com/office/drawing/2014/main" id="{C1A0B661-1650-8201-8036-5990BE7D5988}"/>
                </a:ext>
              </a:extLst>
            </p:cNvPr>
            <p:cNvSpPr>
              <a:spLocks noChangeArrowheads="1"/>
            </p:cNvSpPr>
            <p:nvPr/>
          </p:nvSpPr>
          <p:spPr bwMode="auto">
            <a:xfrm>
              <a:off x="9013825" y="1719263"/>
              <a:ext cx="71438" cy="71437"/>
            </a:xfrm>
            <a:custGeom>
              <a:avLst/>
              <a:gdLst>
                <a:gd name="T0" fmla="*/ 183 w 199"/>
                <a:gd name="T1" fmla="*/ 197 h 198"/>
                <a:gd name="T2" fmla="*/ 183 w 199"/>
                <a:gd name="T3" fmla="*/ 197 h 198"/>
                <a:gd name="T4" fmla="*/ 198 w 199"/>
                <a:gd name="T5" fmla="*/ 182 h 198"/>
                <a:gd name="T6" fmla="*/ 198 w 199"/>
                <a:gd name="T7" fmla="*/ 72 h 198"/>
                <a:gd name="T8" fmla="*/ 125 w 199"/>
                <a:gd name="T9" fmla="*/ 0 h 198"/>
                <a:gd name="T10" fmla="*/ 15 w 199"/>
                <a:gd name="T11" fmla="*/ 0 h 198"/>
                <a:gd name="T12" fmla="*/ 0 w 199"/>
                <a:gd name="T13" fmla="*/ 15 h 198"/>
                <a:gd name="T14" fmla="*/ 15 w 199"/>
                <a:gd name="T15" fmla="*/ 28 h 198"/>
                <a:gd name="T16" fmla="*/ 15 w 199"/>
                <a:gd name="T17" fmla="*/ 28 h 198"/>
                <a:gd name="T18" fmla="*/ 125 w 199"/>
                <a:gd name="T19" fmla="*/ 28 h 198"/>
                <a:gd name="T20" fmla="*/ 169 w 199"/>
                <a:gd name="T21" fmla="*/ 72 h 198"/>
                <a:gd name="T22" fmla="*/ 169 w 199"/>
                <a:gd name="T23" fmla="*/ 182 h 198"/>
                <a:gd name="T24" fmla="*/ 183 w 199"/>
                <a:gd name="T25" fmla="*/ 19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9" h="198">
                  <a:moveTo>
                    <a:pt x="183" y="197"/>
                  </a:moveTo>
                  <a:lnTo>
                    <a:pt x="183" y="197"/>
                  </a:lnTo>
                  <a:cubicBezTo>
                    <a:pt x="191" y="197"/>
                    <a:pt x="198" y="190"/>
                    <a:pt x="198" y="182"/>
                  </a:cubicBezTo>
                  <a:cubicBezTo>
                    <a:pt x="198" y="72"/>
                    <a:pt x="198" y="72"/>
                    <a:pt x="198" y="72"/>
                  </a:cubicBezTo>
                  <a:cubicBezTo>
                    <a:pt x="198" y="33"/>
                    <a:pt x="165" y="0"/>
                    <a:pt x="125" y="0"/>
                  </a:cubicBezTo>
                  <a:cubicBezTo>
                    <a:pt x="15" y="0"/>
                    <a:pt x="15" y="0"/>
                    <a:pt x="15" y="0"/>
                  </a:cubicBezTo>
                  <a:cubicBezTo>
                    <a:pt x="7" y="0"/>
                    <a:pt x="0" y="7"/>
                    <a:pt x="0" y="15"/>
                  </a:cubicBezTo>
                  <a:cubicBezTo>
                    <a:pt x="0" y="22"/>
                    <a:pt x="7" y="28"/>
                    <a:pt x="15" y="28"/>
                  </a:cubicBezTo>
                  <a:lnTo>
                    <a:pt x="15" y="28"/>
                  </a:lnTo>
                  <a:cubicBezTo>
                    <a:pt x="125" y="28"/>
                    <a:pt x="125" y="28"/>
                    <a:pt x="125" y="28"/>
                  </a:cubicBezTo>
                  <a:cubicBezTo>
                    <a:pt x="148" y="28"/>
                    <a:pt x="169" y="49"/>
                    <a:pt x="169" y="72"/>
                  </a:cubicBezTo>
                  <a:cubicBezTo>
                    <a:pt x="169" y="182"/>
                    <a:pt x="169" y="182"/>
                    <a:pt x="169" y="182"/>
                  </a:cubicBezTo>
                  <a:cubicBezTo>
                    <a:pt x="169" y="190"/>
                    <a:pt x="175" y="197"/>
                    <a:pt x="183" y="19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2" name="Freeform 105">
              <a:extLst>
                <a:ext uri="{FF2B5EF4-FFF2-40B4-BE49-F238E27FC236}">
                  <a16:creationId xmlns:a16="http://schemas.microsoft.com/office/drawing/2014/main" id="{14B78EA2-B77E-D048-4717-36A395C7F270}"/>
                </a:ext>
              </a:extLst>
            </p:cNvPr>
            <p:cNvSpPr>
              <a:spLocks noChangeArrowheads="1"/>
            </p:cNvSpPr>
            <p:nvPr/>
          </p:nvSpPr>
          <p:spPr bwMode="auto">
            <a:xfrm>
              <a:off x="8842375" y="1824038"/>
              <a:ext cx="254000" cy="11112"/>
            </a:xfrm>
            <a:custGeom>
              <a:avLst/>
              <a:gdLst>
                <a:gd name="T0" fmla="*/ 15 w 704"/>
                <a:gd name="T1" fmla="*/ 30 h 31"/>
                <a:gd name="T2" fmla="*/ 15 w 704"/>
                <a:gd name="T3" fmla="*/ 30 h 31"/>
                <a:gd name="T4" fmla="*/ 689 w 704"/>
                <a:gd name="T5" fmla="*/ 30 h 31"/>
                <a:gd name="T6" fmla="*/ 703 w 704"/>
                <a:gd name="T7" fmla="*/ 15 h 31"/>
                <a:gd name="T8" fmla="*/ 689 w 704"/>
                <a:gd name="T9" fmla="*/ 0 h 31"/>
                <a:gd name="T10" fmla="*/ 15 w 704"/>
                <a:gd name="T11" fmla="*/ 0 h 31"/>
                <a:gd name="T12" fmla="*/ 0 w 704"/>
                <a:gd name="T13" fmla="*/ 15 h 31"/>
                <a:gd name="T14" fmla="*/ 15 w 704"/>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04" h="31">
                  <a:moveTo>
                    <a:pt x="15" y="30"/>
                  </a:moveTo>
                  <a:lnTo>
                    <a:pt x="15" y="30"/>
                  </a:lnTo>
                  <a:cubicBezTo>
                    <a:pt x="689" y="30"/>
                    <a:pt x="689" y="30"/>
                    <a:pt x="689" y="30"/>
                  </a:cubicBezTo>
                  <a:cubicBezTo>
                    <a:pt x="697" y="30"/>
                    <a:pt x="703" y="23"/>
                    <a:pt x="703" y="15"/>
                  </a:cubicBezTo>
                  <a:cubicBezTo>
                    <a:pt x="703" y="7"/>
                    <a:pt x="697" y="0"/>
                    <a:pt x="689"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3" name="Group 136">
            <a:extLst>
              <a:ext uri="{FF2B5EF4-FFF2-40B4-BE49-F238E27FC236}">
                <a16:creationId xmlns:a16="http://schemas.microsoft.com/office/drawing/2014/main" id="{B3A438A1-15FD-D5CD-7FBE-6BD4DE9A0439}"/>
              </a:ext>
            </a:extLst>
          </p:cNvPr>
          <p:cNvGrpSpPr/>
          <p:nvPr/>
        </p:nvGrpSpPr>
        <p:grpSpPr>
          <a:xfrm>
            <a:off x="9004424" y="1371228"/>
            <a:ext cx="177800" cy="254000"/>
            <a:chOff x="7862888" y="1708150"/>
            <a:chExt cx="177800" cy="254000"/>
          </a:xfrm>
          <a:solidFill>
            <a:schemeClr val="accent4"/>
          </a:solidFill>
        </p:grpSpPr>
        <p:sp>
          <p:nvSpPr>
            <p:cNvPr id="134" name="Freeform 106">
              <a:extLst>
                <a:ext uri="{FF2B5EF4-FFF2-40B4-BE49-F238E27FC236}">
                  <a16:creationId xmlns:a16="http://schemas.microsoft.com/office/drawing/2014/main" id="{211656D0-1F85-6C6C-06D4-97F341980B20}"/>
                </a:ext>
              </a:extLst>
            </p:cNvPr>
            <p:cNvSpPr>
              <a:spLocks noChangeArrowheads="1"/>
            </p:cNvSpPr>
            <p:nvPr/>
          </p:nvSpPr>
          <p:spPr bwMode="auto">
            <a:xfrm>
              <a:off x="7862888" y="1708150"/>
              <a:ext cx="177800" cy="254000"/>
            </a:xfrm>
            <a:custGeom>
              <a:avLst/>
              <a:gdLst>
                <a:gd name="T0" fmla="*/ 44 w 495"/>
                <a:gd name="T1" fmla="*/ 703 h 704"/>
                <a:gd name="T2" fmla="*/ 44 w 495"/>
                <a:gd name="T3" fmla="*/ 703 h 704"/>
                <a:gd name="T4" fmla="*/ 451 w 495"/>
                <a:gd name="T5" fmla="*/ 703 h 704"/>
                <a:gd name="T6" fmla="*/ 494 w 495"/>
                <a:gd name="T7" fmla="*/ 659 h 704"/>
                <a:gd name="T8" fmla="*/ 494 w 495"/>
                <a:gd name="T9" fmla="*/ 656 h 704"/>
                <a:gd name="T10" fmla="*/ 494 w 495"/>
                <a:gd name="T11" fmla="*/ 656 h 704"/>
                <a:gd name="T12" fmla="*/ 468 w 495"/>
                <a:gd name="T13" fmla="*/ 217 h 704"/>
                <a:gd name="T14" fmla="*/ 424 w 495"/>
                <a:gd name="T15" fmla="*/ 176 h 704"/>
                <a:gd name="T16" fmla="*/ 379 w 495"/>
                <a:gd name="T17" fmla="*/ 176 h 704"/>
                <a:gd name="T18" fmla="*/ 379 w 495"/>
                <a:gd name="T19" fmla="*/ 132 h 704"/>
                <a:gd name="T20" fmla="*/ 247 w 495"/>
                <a:gd name="T21" fmla="*/ 0 h 704"/>
                <a:gd name="T22" fmla="*/ 116 w 495"/>
                <a:gd name="T23" fmla="*/ 132 h 704"/>
                <a:gd name="T24" fmla="*/ 116 w 495"/>
                <a:gd name="T25" fmla="*/ 176 h 704"/>
                <a:gd name="T26" fmla="*/ 69 w 495"/>
                <a:gd name="T27" fmla="*/ 176 h 704"/>
                <a:gd name="T28" fmla="*/ 25 w 495"/>
                <a:gd name="T29" fmla="*/ 217 h 704"/>
                <a:gd name="T30" fmla="*/ 0 w 495"/>
                <a:gd name="T31" fmla="*/ 656 h 704"/>
                <a:gd name="T32" fmla="*/ 0 w 495"/>
                <a:gd name="T33" fmla="*/ 656 h 704"/>
                <a:gd name="T34" fmla="*/ 0 w 495"/>
                <a:gd name="T35" fmla="*/ 659 h 704"/>
                <a:gd name="T36" fmla="*/ 44 w 495"/>
                <a:gd name="T37" fmla="*/ 703 h 704"/>
                <a:gd name="T38" fmla="*/ 144 w 495"/>
                <a:gd name="T39" fmla="*/ 132 h 704"/>
                <a:gd name="T40" fmla="*/ 144 w 495"/>
                <a:gd name="T41" fmla="*/ 132 h 704"/>
                <a:gd name="T42" fmla="*/ 175 w 495"/>
                <a:gd name="T43" fmla="*/ 59 h 704"/>
                <a:gd name="T44" fmla="*/ 247 w 495"/>
                <a:gd name="T45" fmla="*/ 29 h 704"/>
                <a:gd name="T46" fmla="*/ 319 w 495"/>
                <a:gd name="T47" fmla="*/ 59 h 704"/>
                <a:gd name="T48" fmla="*/ 349 w 495"/>
                <a:gd name="T49" fmla="*/ 132 h 704"/>
                <a:gd name="T50" fmla="*/ 349 w 495"/>
                <a:gd name="T51" fmla="*/ 176 h 704"/>
                <a:gd name="T52" fmla="*/ 144 w 495"/>
                <a:gd name="T53" fmla="*/ 176 h 704"/>
                <a:gd name="T54" fmla="*/ 144 w 495"/>
                <a:gd name="T55" fmla="*/ 132 h 704"/>
                <a:gd name="T56" fmla="*/ 29 w 495"/>
                <a:gd name="T57" fmla="*/ 657 h 704"/>
                <a:gd name="T58" fmla="*/ 29 w 495"/>
                <a:gd name="T59" fmla="*/ 657 h 704"/>
                <a:gd name="T60" fmla="*/ 29 w 495"/>
                <a:gd name="T61" fmla="*/ 657 h 704"/>
                <a:gd name="T62" fmla="*/ 55 w 495"/>
                <a:gd name="T63" fmla="*/ 218 h 704"/>
                <a:gd name="T64" fmla="*/ 69 w 495"/>
                <a:gd name="T65" fmla="*/ 204 h 704"/>
                <a:gd name="T66" fmla="*/ 129 w 495"/>
                <a:gd name="T67" fmla="*/ 204 h 704"/>
                <a:gd name="T68" fmla="*/ 129 w 495"/>
                <a:gd name="T69" fmla="*/ 204 h 704"/>
                <a:gd name="T70" fmla="*/ 364 w 495"/>
                <a:gd name="T71" fmla="*/ 204 h 704"/>
                <a:gd name="T72" fmla="*/ 364 w 495"/>
                <a:gd name="T73" fmla="*/ 204 h 704"/>
                <a:gd name="T74" fmla="*/ 424 w 495"/>
                <a:gd name="T75" fmla="*/ 204 h 704"/>
                <a:gd name="T76" fmla="*/ 440 w 495"/>
                <a:gd name="T77" fmla="*/ 218 h 704"/>
                <a:gd name="T78" fmla="*/ 464 w 495"/>
                <a:gd name="T79" fmla="*/ 657 h 704"/>
                <a:gd name="T80" fmla="*/ 464 w 495"/>
                <a:gd name="T81" fmla="*/ 657 h 704"/>
                <a:gd name="T82" fmla="*/ 464 w 495"/>
                <a:gd name="T83" fmla="*/ 659 h 704"/>
                <a:gd name="T84" fmla="*/ 451 w 495"/>
                <a:gd name="T85" fmla="*/ 672 h 704"/>
                <a:gd name="T86" fmla="*/ 44 w 495"/>
                <a:gd name="T87" fmla="*/ 672 h 704"/>
                <a:gd name="T88" fmla="*/ 29 w 495"/>
                <a:gd name="T89" fmla="*/ 659 h 704"/>
                <a:gd name="T90" fmla="*/ 29 w 495"/>
                <a:gd name="T91" fmla="*/ 657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95" h="704">
                  <a:moveTo>
                    <a:pt x="44" y="703"/>
                  </a:moveTo>
                  <a:lnTo>
                    <a:pt x="44" y="703"/>
                  </a:lnTo>
                  <a:cubicBezTo>
                    <a:pt x="451" y="703"/>
                    <a:pt x="451" y="703"/>
                    <a:pt x="451" y="703"/>
                  </a:cubicBezTo>
                  <a:cubicBezTo>
                    <a:pt x="474" y="703"/>
                    <a:pt x="494" y="682"/>
                    <a:pt x="494" y="659"/>
                  </a:cubicBezTo>
                  <a:cubicBezTo>
                    <a:pt x="494" y="656"/>
                    <a:pt x="494" y="656"/>
                    <a:pt x="494" y="656"/>
                  </a:cubicBezTo>
                  <a:lnTo>
                    <a:pt x="494" y="656"/>
                  </a:lnTo>
                  <a:cubicBezTo>
                    <a:pt x="468" y="217"/>
                    <a:pt x="468" y="217"/>
                    <a:pt x="468" y="217"/>
                  </a:cubicBezTo>
                  <a:cubicBezTo>
                    <a:pt x="467" y="193"/>
                    <a:pt x="448" y="176"/>
                    <a:pt x="424" y="176"/>
                  </a:cubicBezTo>
                  <a:cubicBezTo>
                    <a:pt x="379" y="176"/>
                    <a:pt x="379" y="176"/>
                    <a:pt x="379" y="176"/>
                  </a:cubicBezTo>
                  <a:cubicBezTo>
                    <a:pt x="379" y="132"/>
                    <a:pt x="379" y="132"/>
                    <a:pt x="379" y="132"/>
                  </a:cubicBezTo>
                  <a:cubicBezTo>
                    <a:pt x="379" y="59"/>
                    <a:pt x="320" y="0"/>
                    <a:pt x="247" y="0"/>
                  </a:cubicBezTo>
                  <a:cubicBezTo>
                    <a:pt x="175" y="0"/>
                    <a:pt x="116" y="59"/>
                    <a:pt x="116" y="132"/>
                  </a:cubicBezTo>
                  <a:cubicBezTo>
                    <a:pt x="116" y="176"/>
                    <a:pt x="116" y="176"/>
                    <a:pt x="116" y="176"/>
                  </a:cubicBezTo>
                  <a:cubicBezTo>
                    <a:pt x="69" y="176"/>
                    <a:pt x="69" y="176"/>
                    <a:pt x="69" y="176"/>
                  </a:cubicBezTo>
                  <a:cubicBezTo>
                    <a:pt x="46" y="176"/>
                    <a:pt x="26" y="193"/>
                    <a:pt x="25" y="217"/>
                  </a:cubicBezTo>
                  <a:cubicBezTo>
                    <a:pt x="0" y="656"/>
                    <a:pt x="0" y="656"/>
                    <a:pt x="0" y="656"/>
                  </a:cubicBezTo>
                  <a:lnTo>
                    <a:pt x="0" y="656"/>
                  </a:lnTo>
                  <a:cubicBezTo>
                    <a:pt x="0" y="659"/>
                    <a:pt x="0" y="659"/>
                    <a:pt x="0" y="659"/>
                  </a:cubicBezTo>
                  <a:cubicBezTo>
                    <a:pt x="0" y="682"/>
                    <a:pt x="19" y="703"/>
                    <a:pt x="44" y="703"/>
                  </a:cubicBezTo>
                  <a:close/>
                  <a:moveTo>
                    <a:pt x="144" y="132"/>
                  </a:moveTo>
                  <a:lnTo>
                    <a:pt x="144" y="132"/>
                  </a:lnTo>
                  <a:cubicBezTo>
                    <a:pt x="144" y="103"/>
                    <a:pt x="155" y="77"/>
                    <a:pt x="175" y="59"/>
                  </a:cubicBezTo>
                  <a:cubicBezTo>
                    <a:pt x="192" y="40"/>
                    <a:pt x="218" y="29"/>
                    <a:pt x="247" y="29"/>
                  </a:cubicBezTo>
                  <a:cubicBezTo>
                    <a:pt x="275" y="29"/>
                    <a:pt x="301" y="40"/>
                    <a:pt x="319" y="59"/>
                  </a:cubicBezTo>
                  <a:cubicBezTo>
                    <a:pt x="338" y="77"/>
                    <a:pt x="349" y="103"/>
                    <a:pt x="349" y="132"/>
                  </a:cubicBezTo>
                  <a:cubicBezTo>
                    <a:pt x="349" y="176"/>
                    <a:pt x="349" y="176"/>
                    <a:pt x="349" y="176"/>
                  </a:cubicBezTo>
                  <a:cubicBezTo>
                    <a:pt x="144" y="176"/>
                    <a:pt x="144" y="176"/>
                    <a:pt x="144" y="176"/>
                  </a:cubicBezTo>
                  <a:lnTo>
                    <a:pt x="144" y="132"/>
                  </a:lnTo>
                  <a:close/>
                  <a:moveTo>
                    <a:pt x="29" y="657"/>
                  </a:moveTo>
                  <a:lnTo>
                    <a:pt x="29" y="657"/>
                  </a:lnTo>
                  <a:lnTo>
                    <a:pt x="29" y="657"/>
                  </a:lnTo>
                  <a:cubicBezTo>
                    <a:pt x="55" y="218"/>
                    <a:pt x="55" y="218"/>
                    <a:pt x="55" y="218"/>
                  </a:cubicBezTo>
                  <a:cubicBezTo>
                    <a:pt x="55" y="210"/>
                    <a:pt x="62" y="204"/>
                    <a:pt x="69" y="204"/>
                  </a:cubicBezTo>
                  <a:cubicBezTo>
                    <a:pt x="129" y="204"/>
                    <a:pt x="129" y="204"/>
                    <a:pt x="129" y="204"/>
                  </a:cubicBezTo>
                  <a:lnTo>
                    <a:pt x="129" y="204"/>
                  </a:lnTo>
                  <a:cubicBezTo>
                    <a:pt x="364" y="204"/>
                    <a:pt x="364" y="204"/>
                    <a:pt x="364" y="204"/>
                  </a:cubicBezTo>
                  <a:lnTo>
                    <a:pt x="364" y="204"/>
                  </a:lnTo>
                  <a:cubicBezTo>
                    <a:pt x="424" y="204"/>
                    <a:pt x="424" y="204"/>
                    <a:pt x="424" y="204"/>
                  </a:cubicBezTo>
                  <a:cubicBezTo>
                    <a:pt x="433" y="204"/>
                    <a:pt x="438" y="210"/>
                    <a:pt x="440" y="218"/>
                  </a:cubicBezTo>
                  <a:cubicBezTo>
                    <a:pt x="464" y="657"/>
                    <a:pt x="464" y="657"/>
                    <a:pt x="464" y="657"/>
                  </a:cubicBezTo>
                  <a:lnTo>
                    <a:pt x="464" y="657"/>
                  </a:lnTo>
                  <a:cubicBezTo>
                    <a:pt x="464" y="659"/>
                    <a:pt x="464" y="659"/>
                    <a:pt x="464" y="659"/>
                  </a:cubicBezTo>
                  <a:cubicBezTo>
                    <a:pt x="464" y="666"/>
                    <a:pt x="459" y="672"/>
                    <a:pt x="451" y="672"/>
                  </a:cubicBezTo>
                  <a:cubicBezTo>
                    <a:pt x="44" y="672"/>
                    <a:pt x="44" y="672"/>
                    <a:pt x="44" y="672"/>
                  </a:cubicBezTo>
                  <a:cubicBezTo>
                    <a:pt x="36" y="672"/>
                    <a:pt x="29" y="666"/>
                    <a:pt x="29" y="659"/>
                  </a:cubicBezTo>
                  <a:lnTo>
                    <a:pt x="29"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07">
              <a:extLst>
                <a:ext uri="{FF2B5EF4-FFF2-40B4-BE49-F238E27FC236}">
                  <a16:creationId xmlns:a16="http://schemas.microsoft.com/office/drawing/2014/main" id="{E766318E-E5EC-D6FE-AD88-6FE8DF5A347B}"/>
                </a:ext>
              </a:extLst>
            </p:cNvPr>
            <p:cNvSpPr>
              <a:spLocks noChangeArrowheads="1"/>
            </p:cNvSpPr>
            <p:nvPr/>
          </p:nvSpPr>
          <p:spPr bwMode="auto">
            <a:xfrm>
              <a:off x="7904163" y="1824038"/>
              <a:ext cx="96837" cy="96837"/>
            </a:xfrm>
            <a:custGeom>
              <a:avLst/>
              <a:gdLst>
                <a:gd name="T0" fmla="*/ 26 w 267"/>
                <a:gd name="T1" fmla="*/ 261 h 267"/>
                <a:gd name="T2" fmla="*/ 26 w 267"/>
                <a:gd name="T3" fmla="*/ 261 h 267"/>
                <a:gd name="T4" fmla="*/ 261 w 267"/>
                <a:gd name="T5" fmla="*/ 26 h 267"/>
                <a:gd name="T6" fmla="*/ 261 w 267"/>
                <a:gd name="T7" fmla="*/ 5 h 267"/>
                <a:gd name="T8" fmla="*/ 239 w 267"/>
                <a:gd name="T9" fmla="*/ 5 h 267"/>
                <a:gd name="T10" fmla="*/ 6 w 267"/>
                <a:gd name="T11" fmla="*/ 240 h 267"/>
                <a:gd name="T12" fmla="*/ 6 w 267"/>
                <a:gd name="T13" fmla="*/ 261 h 267"/>
                <a:gd name="T14" fmla="*/ 26 w 267"/>
                <a:gd name="T15" fmla="*/ 261 h 26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7" h="267">
                  <a:moveTo>
                    <a:pt x="26" y="261"/>
                  </a:moveTo>
                  <a:lnTo>
                    <a:pt x="26" y="261"/>
                  </a:lnTo>
                  <a:cubicBezTo>
                    <a:pt x="261" y="26"/>
                    <a:pt x="261" y="26"/>
                    <a:pt x="261" y="26"/>
                  </a:cubicBezTo>
                  <a:cubicBezTo>
                    <a:pt x="266" y="20"/>
                    <a:pt x="266" y="12"/>
                    <a:pt x="261" y="5"/>
                  </a:cubicBezTo>
                  <a:cubicBezTo>
                    <a:pt x="254" y="0"/>
                    <a:pt x="246" y="0"/>
                    <a:pt x="239" y="5"/>
                  </a:cubicBezTo>
                  <a:cubicBezTo>
                    <a:pt x="6" y="240"/>
                    <a:pt x="6" y="240"/>
                    <a:pt x="6" y="240"/>
                  </a:cubicBezTo>
                  <a:cubicBezTo>
                    <a:pt x="0" y="245"/>
                    <a:pt x="0" y="255"/>
                    <a:pt x="6" y="261"/>
                  </a:cubicBezTo>
                  <a:cubicBezTo>
                    <a:pt x="11" y="266"/>
                    <a:pt x="21" y="266"/>
                    <a:pt x="26" y="2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6" name="Freeform 108">
              <a:extLst>
                <a:ext uri="{FF2B5EF4-FFF2-40B4-BE49-F238E27FC236}">
                  <a16:creationId xmlns:a16="http://schemas.microsoft.com/office/drawing/2014/main" id="{29CCAB6A-24F9-019A-F5C5-A20F6935AF2C}"/>
                </a:ext>
              </a:extLst>
            </p:cNvPr>
            <p:cNvSpPr>
              <a:spLocks noChangeArrowheads="1"/>
            </p:cNvSpPr>
            <p:nvPr/>
          </p:nvSpPr>
          <p:spPr bwMode="auto">
            <a:xfrm>
              <a:off x="7904163" y="1814513"/>
              <a:ext cx="42862" cy="42862"/>
            </a:xfrm>
            <a:custGeom>
              <a:avLst/>
              <a:gdLst>
                <a:gd name="T0" fmla="*/ 57 w 117"/>
                <a:gd name="T1" fmla="*/ 117 h 118"/>
                <a:gd name="T2" fmla="*/ 57 w 117"/>
                <a:gd name="T3" fmla="*/ 117 h 118"/>
                <a:gd name="T4" fmla="*/ 116 w 117"/>
                <a:gd name="T5" fmla="*/ 59 h 118"/>
                <a:gd name="T6" fmla="*/ 57 w 117"/>
                <a:gd name="T7" fmla="*/ 0 h 118"/>
                <a:gd name="T8" fmla="*/ 0 w 117"/>
                <a:gd name="T9" fmla="*/ 59 h 118"/>
                <a:gd name="T10" fmla="*/ 57 w 117"/>
                <a:gd name="T11" fmla="*/ 117 h 118"/>
                <a:gd name="T12" fmla="*/ 57 w 117"/>
                <a:gd name="T13" fmla="*/ 29 h 118"/>
                <a:gd name="T14" fmla="*/ 57 w 117"/>
                <a:gd name="T15" fmla="*/ 29 h 118"/>
                <a:gd name="T16" fmla="*/ 87 w 117"/>
                <a:gd name="T17" fmla="*/ 59 h 118"/>
                <a:gd name="T18" fmla="*/ 57 w 117"/>
                <a:gd name="T19" fmla="*/ 88 h 118"/>
                <a:gd name="T20" fmla="*/ 28 w 117"/>
                <a:gd name="T21" fmla="*/ 59 h 118"/>
                <a:gd name="T22" fmla="*/ 57 w 117"/>
                <a:gd name="T23" fmla="*/ 2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7" h="118">
                  <a:moveTo>
                    <a:pt x="57" y="117"/>
                  </a:moveTo>
                  <a:lnTo>
                    <a:pt x="57" y="117"/>
                  </a:lnTo>
                  <a:cubicBezTo>
                    <a:pt x="90" y="117"/>
                    <a:pt x="116" y="91"/>
                    <a:pt x="116" y="59"/>
                  </a:cubicBezTo>
                  <a:cubicBezTo>
                    <a:pt x="116" y="26"/>
                    <a:pt x="90" y="0"/>
                    <a:pt x="57" y="0"/>
                  </a:cubicBezTo>
                  <a:cubicBezTo>
                    <a:pt x="26" y="0"/>
                    <a:pt x="0" y="26"/>
                    <a:pt x="0" y="59"/>
                  </a:cubicBezTo>
                  <a:cubicBezTo>
                    <a:pt x="0" y="91"/>
                    <a:pt x="26" y="117"/>
                    <a:pt x="57" y="117"/>
                  </a:cubicBezTo>
                  <a:close/>
                  <a:moveTo>
                    <a:pt x="57" y="29"/>
                  </a:moveTo>
                  <a:lnTo>
                    <a:pt x="57" y="29"/>
                  </a:lnTo>
                  <a:cubicBezTo>
                    <a:pt x="74" y="29"/>
                    <a:pt x="87" y="43"/>
                    <a:pt x="87" y="59"/>
                  </a:cubicBezTo>
                  <a:cubicBezTo>
                    <a:pt x="87" y="74"/>
                    <a:pt x="74" y="88"/>
                    <a:pt x="57" y="88"/>
                  </a:cubicBezTo>
                  <a:cubicBezTo>
                    <a:pt x="42" y="88"/>
                    <a:pt x="28" y="74"/>
                    <a:pt x="28" y="59"/>
                  </a:cubicBezTo>
                  <a:cubicBezTo>
                    <a:pt x="28" y="43"/>
                    <a:pt x="42" y="29"/>
                    <a:pt x="57"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7" name="Freeform 109">
              <a:extLst>
                <a:ext uri="{FF2B5EF4-FFF2-40B4-BE49-F238E27FC236}">
                  <a16:creationId xmlns:a16="http://schemas.microsoft.com/office/drawing/2014/main" id="{715ECF5E-B366-931F-EC9E-461DDE68B750}"/>
                </a:ext>
              </a:extLst>
            </p:cNvPr>
            <p:cNvSpPr>
              <a:spLocks noChangeArrowheads="1"/>
            </p:cNvSpPr>
            <p:nvPr/>
          </p:nvSpPr>
          <p:spPr bwMode="auto">
            <a:xfrm>
              <a:off x="7967663" y="1878013"/>
              <a:ext cx="42862" cy="42862"/>
            </a:xfrm>
            <a:custGeom>
              <a:avLst/>
              <a:gdLst>
                <a:gd name="T0" fmla="*/ 0 w 118"/>
                <a:gd name="T1" fmla="*/ 59 h 118"/>
                <a:gd name="T2" fmla="*/ 0 w 118"/>
                <a:gd name="T3" fmla="*/ 59 h 118"/>
                <a:gd name="T4" fmla="*/ 58 w 118"/>
                <a:gd name="T5" fmla="*/ 117 h 118"/>
                <a:gd name="T6" fmla="*/ 117 w 118"/>
                <a:gd name="T7" fmla="*/ 59 h 118"/>
                <a:gd name="T8" fmla="*/ 58 w 118"/>
                <a:gd name="T9" fmla="*/ 0 h 118"/>
                <a:gd name="T10" fmla="*/ 0 w 118"/>
                <a:gd name="T11" fmla="*/ 59 h 118"/>
                <a:gd name="T12" fmla="*/ 88 w 118"/>
                <a:gd name="T13" fmla="*/ 59 h 118"/>
                <a:gd name="T14" fmla="*/ 88 w 118"/>
                <a:gd name="T15" fmla="*/ 59 h 118"/>
                <a:gd name="T16" fmla="*/ 58 w 118"/>
                <a:gd name="T17" fmla="*/ 88 h 118"/>
                <a:gd name="T18" fmla="*/ 29 w 118"/>
                <a:gd name="T19" fmla="*/ 59 h 118"/>
                <a:gd name="T20" fmla="*/ 58 w 118"/>
                <a:gd name="T21" fmla="*/ 29 h 118"/>
                <a:gd name="T22" fmla="*/ 88 w 118"/>
                <a:gd name="T23" fmla="*/ 59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8">
                  <a:moveTo>
                    <a:pt x="0" y="59"/>
                  </a:moveTo>
                  <a:lnTo>
                    <a:pt x="0" y="59"/>
                  </a:lnTo>
                  <a:cubicBezTo>
                    <a:pt x="0" y="91"/>
                    <a:pt x="26" y="117"/>
                    <a:pt x="58" y="117"/>
                  </a:cubicBezTo>
                  <a:cubicBezTo>
                    <a:pt x="91" y="117"/>
                    <a:pt x="117" y="91"/>
                    <a:pt x="117" y="59"/>
                  </a:cubicBezTo>
                  <a:cubicBezTo>
                    <a:pt x="117" y="26"/>
                    <a:pt x="91" y="0"/>
                    <a:pt x="58" y="0"/>
                  </a:cubicBezTo>
                  <a:cubicBezTo>
                    <a:pt x="26" y="0"/>
                    <a:pt x="0" y="26"/>
                    <a:pt x="0" y="59"/>
                  </a:cubicBezTo>
                  <a:close/>
                  <a:moveTo>
                    <a:pt x="88" y="59"/>
                  </a:moveTo>
                  <a:lnTo>
                    <a:pt x="88" y="59"/>
                  </a:lnTo>
                  <a:cubicBezTo>
                    <a:pt x="88" y="74"/>
                    <a:pt x="74" y="88"/>
                    <a:pt x="58" y="88"/>
                  </a:cubicBezTo>
                  <a:cubicBezTo>
                    <a:pt x="43" y="88"/>
                    <a:pt x="29" y="74"/>
                    <a:pt x="29" y="59"/>
                  </a:cubicBezTo>
                  <a:cubicBezTo>
                    <a:pt x="29" y="42"/>
                    <a:pt x="43" y="29"/>
                    <a:pt x="58" y="29"/>
                  </a:cubicBezTo>
                  <a:cubicBezTo>
                    <a:pt x="74" y="29"/>
                    <a:pt x="88" y="42"/>
                    <a:pt x="88"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8" name="Freeform 110">
            <a:extLst>
              <a:ext uri="{FF2B5EF4-FFF2-40B4-BE49-F238E27FC236}">
                <a16:creationId xmlns:a16="http://schemas.microsoft.com/office/drawing/2014/main" id="{DFB092E5-6FE7-5779-F27B-1FC5303D69D9}"/>
              </a:ext>
            </a:extLst>
          </p:cNvPr>
          <p:cNvSpPr>
            <a:spLocks noChangeArrowheads="1"/>
          </p:cNvSpPr>
          <p:nvPr/>
        </p:nvSpPr>
        <p:spPr bwMode="auto">
          <a:xfrm>
            <a:off x="9477499" y="1878434"/>
            <a:ext cx="254000" cy="254000"/>
          </a:xfrm>
          <a:custGeom>
            <a:avLst/>
            <a:gdLst>
              <a:gd name="T0" fmla="*/ 2 w 705"/>
              <a:gd name="T1" fmla="*/ 692 h 704"/>
              <a:gd name="T2" fmla="*/ 4 w 705"/>
              <a:gd name="T3" fmla="*/ 696 h 704"/>
              <a:gd name="T4" fmla="*/ 6 w 705"/>
              <a:gd name="T5" fmla="*/ 699 h 704"/>
              <a:gd name="T6" fmla="*/ 11 w 705"/>
              <a:gd name="T7" fmla="*/ 702 h 704"/>
              <a:gd name="T8" fmla="*/ 15 w 705"/>
              <a:gd name="T9" fmla="*/ 703 h 704"/>
              <a:gd name="T10" fmla="*/ 703 w 705"/>
              <a:gd name="T11" fmla="*/ 688 h 704"/>
              <a:gd name="T12" fmla="*/ 46 w 705"/>
              <a:gd name="T13" fmla="*/ 673 h 704"/>
              <a:gd name="T14" fmla="*/ 250 w 705"/>
              <a:gd name="T15" fmla="*/ 469 h 704"/>
              <a:gd name="T16" fmla="*/ 413 w 705"/>
              <a:gd name="T17" fmla="*/ 493 h 704"/>
              <a:gd name="T18" fmla="*/ 483 w 705"/>
              <a:gd name="T19" fmla="*/ 585 h 704"/>
              <a:gd name="T20" fmla="*/ 532 w 705"/>
              <a:gd name="T21" fmla="*/ 458 h 704"/>
              <a:gd name="T22" fmla="*/ 674 w 705"/>
              <a:gd name="T23" fmla="*/ 370 h 704"/>
              <a:gd name="T24" fmla="*/ 703 w 705"/>
              <a:gd name="T25" fmla="*/ 363 h 704"/>
              <a:gd name="T26" fmla="*/ 673 w 705"/>
              <a:gd name="T27" fmla="*/ 243 h 704"/>
              <a:gd name="T28" fmla="*/ 670 w 705"/>
              <a:gd name="T29" fmla="*/ 238 h 704"/>
              <a:gd name="T30" fmla="*/ 667 w 705"/>
              <a:gd name="T31" fmla="*/ 237 h 704"/>
              <a:gd name="T32" fmla="*/ 665 w 705"/>
              <a:gd name="T33" fmla="*/ 235 h 704"/>
              <a:gd name="T34" fmla="*/ 659 w 705"/>
              <a:gd name="T35" fmla="*/ 234 h 704"/>
              <a:gd name="T36" fmla="*/ 656 w 705"/>
              <a:gd name="T37" fmla="*/ 235 h 704"/>
              <a:gd name="T38" fmla="*/ 529 w 705"/>
              <a:gd name="T39" fmla="*/ 282 h 704"/>
              <a:gd name="T40" fmla="*/ 547 w 705"/>
              <a:gd name="T41" fmla="*/ 293 h 704"/>
              <a:gd name="T42" fmla="*/ 507 w 705"/>
              <a:gd name="T43" fmla="*/ 442 h 704"/>
              <a:gd name="T44" fmla="*/ 427 w 705"/>
              <a:gd name="T45" fmla="*/ 467 h 704"/>
              <a:gd name="T46" fmla="*/ 323 w 705"/>
              <a:gd name="T47" fmla="*/ 396 h 704"/>
              <a:gd name="T48" fmla="*/ 176 w 705"/>
              <a:gd name="T49" fmla="*/ 396 h 704"/>
              <a:gd name="T50" fmla="*/ 30 w 705"/>
              <a:gd name="T51" fmla="*/ 646 h 704"/>
              <a:gd name="T52" fmla="*/ 15 w 705"/>
              <a:gd name="T53" fmla="*/ 0 h 704"/>
              <a:gd name="T54" fmla="*/ 0 w 705"/>
              <a:gd name="T55" fmla="*/ 688 h 704"/>
              <a:gd name="T56" fmla="*/ 2 w 705"/>
              <a:gd name="T57" fmla="*/ 692 h 704"/>
              <a:gd name="T58" fmla="*/ 483 w 705"/>
              <a:gd name="T59" fmla="*/ 469 h 704"/>
              <a:gd name="T60" fmla="*/ 483 w 705"/>
              <a:gd name="T61" fmla="*/ 556 h 704"/>
              <a:gd name="T62" fmla="*/ 483 w 705"/>
              <a:gd name="T63" fmla="*/ 469 h 704"/>
              <a:gd name="T64" fmla="*/ 250 w 705"/>
              <a:gd name="T65" fmla="*/ 352 h 704"/>
              <a:gd name="T66" fmla="*/ 250 w 705"/>
              <a:gd name="T67" fmla="*/ 440 h 704"/>
              <a:gd name="T68" fmla="*/ 250 w 705"/>
              <a:gd name="T69" fmla="*/ 35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05" h="704">
                <a:moveTo>
                  <a:pt x="2" y="692"/>
                </a:moveTo>
                <a:lnTo>
                  <a:pt x="2" y="692"/>
                </a:lnTo>
                <a:lnTo>
                  <a:pt x="2" y="694"/>
                </a:lnTo>
                <a:cubicBezTo>
                  <a:pt x="3" y="695"/>
                  <a:pt x="3" y="696"/>
                  <a:pt x="4" y="696"/>
                </a:cubicBezTo>
                <a:cubicBezTo>
                  <a:pt x="4" y="698"/>
                  <a:pt x="4" y="698"/>
                  <a:pt x="6" y="699"/>
                </a:cubicBezTo>
                <a:lnTo>
                  <a:pt x="6" y="699"/>
                </a:lnTo>
                <a:cubicBezTo>
                  <a:pt x="7" y="700"/>
                  <a:pt x="7" y="700"/>
                  <a:pt x="9" y="700"/>
                </a:cubicBezTo>
                <a:cubicBezTo>
                  <a:pt x="9" y="700"/>
                  <a:pt x="10" y="702"/>
                  <a:pt x="11" y="702"/>
                </a:cubicBezTo>
                <a:cubicBezTo>
                  <a:pt x="11" y="702"/>
                  <a:pt x="13" y="702"/>
                  <a:pt x="14" y="702"/>
                </a:cubicBezTo>
                <a:lnTo>
                  <a:pt x="15" y="703"/>
                </a:lnTo>
                <a:cubicBezTo>
                  <a:pt x="689" y="703"/>
                  <a:pt x="689" y="703"/>
                  <a:pt x="689" y="703"/>
                </a:cubicBezTo>
                <a:cubicBezTo>
                  <a:pt x="698" y="703"/>
                  <a:pt x="703" y="696"/>
                  <a:pt x="703" y="688"/>
                </a:cubicBezTo>
                <a:cubicBezTo>
                  <a:pt x="703" y="680"/>
                  <a:pt x="698" y="673"/>
                  <a:pt x="689" y="673"/>
                </a:cubicBezTo>
                <a:cubicBezTo>
                  <a:pt x="46" y="673"/>
                  <a:pt x="46" y="673"/>
                  <a:pt x="46" y="673"/>
                </a:cubicBezTo>
                <a:cubicBezTo>
                  <a:pt x="216" y="460"/>
                  <a:pt x="216" y="460"/>
                  <a:pt x="216" y="460"/>
                </a:cubicBezTo>
                <a:cubicBezTo>
                  <a:pt x="227" y="466"/>
                  <a:pt x="238" y="469"/>
                  <a:pt x="250" y="469"/>
                </a:cubicBezTo>
                <a:cubicBezTo>
                  <a:pt x="273" y="469"/>
                  <a:pt x="294" y="458"/>
                  <a:pt x="306" y="440"/>
                </a:cubicBezTo>
                <a:cubicBezTo>
                  <a:pt x="413" y="493"/>
                  <a:pt x="413" y="493"/>
                  <a:pt x="413" y="493"/>
                </a:cubicBezTo>
                <a:cubicBezTo>
                  <a:pt x="412" y="500"/>
                  <a:pt x="411" y="506"/>
                  <a:pt x="411" y="512"/>
                </a:cubicBezTo>
                <a:cubicBezTo>
                  <a:pt x="411" y="552"/>
                  <a:pt x="444" y="585"/>
                  <a:pt x="483" y="585"/>
                </a:cubicBezTo>
                <a:cubicBezTo>
                  <a:pt x="525" y="585"/>
                  <a:pt x="558" y="552"/>
                  <a:pt x="558" y="512"/>
                </a:cubicBezTo>
                <a:cubicBezTo>
                  <a:pt x="558" y="490"/>
                  <a:pt x="548" y="471"/>
                  <a:pt x="532" y="458"/>
                </a:cubicBezTo>
                <a:cubicBezTo>
                  <a:pt x="654" y="283"/>
                  <a:pt x="654" y="283"/>
                  <a:pt x="654" y="283"/>
                </a:cubicBezTo>
                <a:cubicBezTo>
                  <a:pt x="674" y="370"/>
                  <a:pt x="674" y="370"/>
                  <a:pt x="674" y="370"/>
                </a:cubicBezTo>
                <a:cubicBezTo>
                  <a:pt x="677" y="378"/>
                  <a:pt x="685" y="382"/>
                  <a:pt x="692" y="381"/>
                </a:cubicBezTo>
                <a:cubicBezTo>
                  <a:pt x="700" y="378"/>
                  <a:pt x="704" y="370"/>
                  <a:pt x="703" y="363"/>
                </a:cubicBezTo>
                <a:cubicBezTo>
                  <a:pt x="674" y="245"/>
                  <a:pt x="674" y="245"/>
                  <a:pt x="674" y="245"/>
                </a:cubicBezTo>
                <a:lnTo>
                  <a:pt x="673" y="243"/>
                </a:lnTo>
                <a:cubicBezTo>
                  <a:pt x="673" y="242"/>
                  <a:pt x="671" y="242"/>
                  <a:pt x="671" y="241"/>
                </a:cubicBezTo>
                <a:cubicBezTo>
                  <a:pt x="671" y="239"/>
                  <a:pt x="670" y="239"/>
                  <a:pt x="670" y="238"/>
                </a:cubicBezTo>
                <a:cubicBezTo>
                  <a:pt x="669" y="238"/>
                  <a:pt x="669" y="237"/>
                  <a:pt x="667" y="237"/>
                </a:cubicBezTo>
                <a:lnTo>
                  <a:pt x="667" y="237"/>
                </a:lnTo>
                <a:lnTo>
                  <a:pt x="667" y="237"/>
                </a:lnTo>
                <a:cubicBezTo>
                  <a:pt x="666" y="235"/>
                  <a:pt x="666" y="235"/>
                  <a:pt x="665" y="235"/>
                </a:cubicBezTo>
                <a:cubicBezTo>
                  <a:pt x="663" y="235"/>
                  <a:pt x="663" y="235"/>
                  <a:pt x="662" y="234"/>
                </a:cubicBezTo>
                <a:cubicBezTo>
                  <a:pt x="662" y="234"/>
                  <a:pt x="661" y="234"/>
                  <a:pt x="659" y="234"/>
                </a:cubicBezTo>
                <a:cubicBezTo>
                  <a:pt x="659" y="234"/>
                  <a:pt x="658" y="234"/>
                  <a:pt x="656" y="235"/>
                </a:cubicBezTo>
                <a:cubicBezTo>
                  <a:pt x="656" y="235"/>
                  <a:pt x="656" y="234"/>
                  <a:pt x="656" y="235"/>
                </a:cubicBezTo>
                <a:cubicBezTo>
                  <a:pt x="538" y="264"/>
                  <a:pt x="538" y="264"/>
                  <a:pt x="538" y="264"/>
                </a:cubicBezTo>
                <a:cubicBezTo>
                  <a:pt x="532" y="265"/>
                  <a:pt x="526" y="274"/>
                  <a:pt x="529" y="282"/>
                </a:cubicBezTo>
                <a:cubicBezTo>
                  <a:pt x="530" y="290"/>
                  <a:pt x="538" y="294"/>
                  <a:pt x="547" y="293"/>
                </a:cubicBezTo>
                <a:lnTo>
                  <a:pt x="547" y="293"/>
                </a:lnTo>
                <a:cubicBezTo>
                  <a:pt x="625" y="272"/>
                  <a:pt x="625" y="272"/>
                  <a:pt x="625" y="272"/>
                </a:cubicBezTo>
                <a:cubicBezTo>
                  <a:pt x="507" y="442"/>
                  <a:pt x="507" y="442"/>
                  <a:pt x="507" y="442"/>
                </a:cubicBezTo>
                <a:cubicBezTo>
                  <a:pt x="500" y="441"/>
                  <a:pt x="492" y="440"/>
                  <a:pt x="483" y="440"/>
                </a:cubicBezTo>
                <a:cubicBezTo>
                  <a:pt x="460" y="440"/>
                  <a:pt x="440" y="451"/>
                  <a:pt x="427" y="467"/>
                </a:cubicBezTo>
                <a:cubicBezTo>
                  <a:pt x="320" y="414"/>
                  <a:pt x="320" y="414"/>
                  <a:pt x="320" y="414"/>
                </a:cubicBezTo>
                <a:cubicBezTo>
                  <a:pt x="321" y="408"/>
                  <a:pt x="323" y="401"/>
                  <a:pt x="323" y="396"/>
                </a:cubicBezTo>
                <a:cubicBezTo>
                  <a:pt x="323" y="355"/>
                  <a:pt x="290" y="322"/>
                  <a:pt x="250" y="322"/>
                </a:cubicBezTo>
                <a:cubicBezTo>
                  <a:pt x="209" y="322"/>
                  <a:pt x="176" y="355"/>
                  <a:pt x="176" y="396"/>
                </a:cubicBezTo>
                <a:cubicBezTo>
                  <a:pt x="176" y="414"/>
                  <a:pt x="183" y="429"/>
                  <a:pt x="194" y="441"/>
                </a:cubicBezTo>
                <a:cubicBezTo>
                  <a:pt x="30" y="646"/>
                  <a:pt x="30" y="646"/>
                  <a:pt x="30" y="646"/>
                </a:cubicBezTo>
                <a:cubicBezTo>
                  <a:pt x="30" y="14"/>
                  <a:pt x="30" y="14"/>
                  <a:pt x="30" y="14"/>
                </a:cubicBezTo>
                <a:cubicBezTo>
                  <a:pt x="30" y="6"/>
                  <a:pt x="24" y="0"/>
                  <a:pt x="15" y="0"/>
                </a:cubicBezTo>
                <a:cubicBezTo>
                  <a:pt x="7" y="0"/>
                  <a:pt x="0" y="6"/>
                  <a:pt x="0" y="14"/>
                </a:cubicBezTo>
                <a:cubicBezTo>
                  <a:pt x="0" y="688"/>
                  <a:pt x="0" y="688"/>
                  <a:pt x="0" y="688"/>
                </a:cubicBezTo>
                <a:lnTo>
                  <a:pt x="0" y="688"/>
                </a:lnTo>
                <a:cubicBezTo>
                  <a:pt x="0" y="690"/>
                  <a:pt x="2" y="691"/>
                  <a:pt x="2" y="692"/>
                </a:cubicBezTo>
                <a:close/>
                <a:moveTo>
                  <a:pt x="483" y="469"/>
                </a:moveTo>
                <a:lnTo>
                  <a:pt x="483" y="469"/>
                </a:lnTo>
                <a:cubicBezTo>
                  <a:pt x="508" y="469"/>
                  <a:pt x="527" y="488"/>
                  <a:pt x="527" y="512"/>
                </a:cubicBezTo>
                <a:cubicBezTo>
                  <a:pt x="527" y="537"/>
                  <a:pt x="508" y="556"/>
                  <a:pt x="483" y="556"/>
                </a:cubicBezTo>
                <a:cubicBezTo>
                  <a:pt x="460" y="556"/>
                  <a:pt x="440" y="537"/>
                  <a:pt x="440" y="512"/>
                </a:cubicBezTo>
                <a:cubicBezTo>
                  <a:pt x="440" y="488"/>
                  <a:pt x="460" y="469"/>
                  <a:pt x="483" y="469"/>
                </a:cubicBezTo>
                <a:close/>
                <a:moveTo>
                  <a:pt x="250" y="352"/>
                </a:moveTo>
                <a:lnTo>
                  <a:pt x="250" y="352"/>
                </a:lnTo>
                <a:cubicBezTo>
                  <a:pt x="273" y="352"/>
                  <a:pt x="294" y="371"/>
                  <a:pt x="294" y="396"/>
                </a:cubicBezTo>
                <a:cubicBezTo>
                  <a:pt x="294" y="419"/>
                  <a:pt x="273" y="440"/>
                  <a:pt x="250" y="440"/>
                </a:cubicBezTo>
                <a:cubicBezTo>
                  <a:pt x="225" y="440"/>
                  <a:pt x="206" y="419"/>
                  <a:pt x="206" y="396"/>
                </a:cubicBezTo>
                <a:cubicBezTo>
                  <a:pt x="206" y="371"/>
                  <a:pt x="225" y="352"/>
                  <a:pt x="250" y="352"/>
                </a:cubicBezTo>
                <a:close/>
              </a:path>
            </a:pathLst>
          </a:custGeom>
          <a:solidFill>
            <a:schemeClr val="accent4"/>
          </a:solidFill>
          <a:ln>
            <a:noFill/>
          </a:ln>
          <a:effectLst/>
        </p:spPr>
        <p:txBody>
          <a:bodyPr wrap="none" anchor="ctr"/>
          <a:lstStyle/>
          <a:p>
            <a:endParaRPr lang="da-DK"/>
          </a:p>
        </p:txBody>
      </p:sp>
      <p:sp>
        <p:nvSpPr>
          <p:cNvPr id="139" name="Freeform 111">
            <a:extLst>
              <a:ext uri="{FF2B5EF4-FFF2-40B4-BE49-F238E27FC236}">
                <a16:creationId xmlns:a16="http://schemas.microsoft.com/office/drawing/2014/main" id="{A049BE62-5CF5-49B8-1AE2-DD77B0EF4E1A}"/>
              </a:ext>
            </a:extLst>
          </p:cNvPr>
          <p:cNvSpPr>
            <a:spLocks noChangeArrowheads="1"/>
          </p:cNvSpPr>
          <p:nvPr/>
        </p:nvSpPr>
        <p:spPr bwMode="auto">
          <a:xfrm>
            <a:off x="9983911" y="1878434"/>
            <a:ext cx="254000" cy="254000"/>
          </a:xfrm>
          <a:custGeom>
            <a:avLst/>
            <a:gdLst>
              <a:gd name="T0" fmla="*/ 0 w 706"/>
              <a:gd name="T1" fmla="*/ 688 h 704"/>
              <a:gd name="T2" fmla="*/ 0 w 706"/>
              <a:gd name="T3" fmla="*/ 688 h 704"/>
              <a:gd name="T4" fmla="*/ 0 w 706"/>
              <a:gd name="T5" fmla="*/ 688 h 704"/>
              <a:gd name="T6" fmla="*/ 1 w 706"/>
              <a:gd name="T7" fmla="*/ 692 h 704"/>
              <a:gd name="T8" fmla="*/ 1 w 706"/>
              <a:gd name="T9" fmla="*/ 694 h 704"/>
              <a:gd name="T10" fmla="*/ 3 w 706"/>
              <a:gd name="T11" fmla="*/ 696 h 704"/>
              <a:gd name="T12" fmla="*/ 5 w 706"/>
              <a:gd name="T13" fmla="*/ 699 h 704"/>
              <a:gd name="T14" fmla="*/ 5 w 706"/>
              <a:gd name="T15" fmla="*/ 699 h 704"/>
              <a:gd name="T16" fmla="*/ 7 w 706"/>
              <a:gd name="T17" fmla="*/ 700 h 704"/>
              <a:gd name="T18" fmla="*/ 10 w 706"/>
              <a:gd name="T19" fmla="*/ 702 h 704"/>
              <a:gd name="T20" fmla="*/ 14 w 706"/>
              <a:gd name="T21" fmla="*/ 702 h 704"/>
              <a:gd name="T22" fmla="*/ 15 w 706"/>
              <a:gd name="T23" fmla="*/ 703 h 704"/>
              <a:gd name="T24" fmla="*/ 689 w 706"/>
              <a:gd name="T25" fmla="*/ 703 h 704"/>
              <a:gd name="T26" fmla="*/ 703 w 706"/>
              <a:gd name="T27" fmla="*/ 688 h 704"/>
              <a:gd name="T28" fmla="*/ 689 w 706"/>
              <a:gd name="T29" fmla="*/ 673 h 704"/>
              <a:gd name="T30" fmla="*/ 47 w 706"/>
              <a:gd name="T31" fmla="*/ 673 h 704"/>
              <a:gd name="T32" fmla="*/ 313 w 706"/>
              <a:gd name="T33" fmla="*/ 353 h 704"/>
              <a:gd name="T34" fmla="*/ 479 w 706"/>
              <a:gd name="T35" fmla="*/ 409 h 704"/>
              <a:gd name="T36" fmla="*/ 495 w 706"/>
              <a:gd name="T37" fmla="*/ 403 h 704"/>
              <a:gd name="T38" fmla="*/ 701 w 706"/>
              <a:gd name="T39" fmla="*/ 81 h 704"/>
              <a:gd name="T40" fmla="*/ 696 w 706"/>
              <a:gd name="T41" fmla="*/ 61 h 704"/>
              <a:gd name="T42" fmla="*/ 677 w 706"/>
              <a:gd name="T43" fmla="*/ 65 h 704"/>
              <a:gd name="T44" fmla="*/ 677 w 706"/>
              <a:gd name="T45" fmla="*/ 65 h 704"/>
              <a:gd name="T46" fmla="*/ 478 w 706"/>
              <a:gd name="T47" fmla="*/ 378 h 704"/>
              <a:gd name="T48" fmla="*/ 313 w 706"/>
              <a:gd name="T49" fmla="*/ 323 h 704"/>
              <a:gd name="T50" fmla="*/ 296 w 706"/>
              <a:gd name="T51" fmla="*/ 327 h 704"/>
              <a:gd name="T52" fmla="*/ 30 w 706"/>
              <a:gd name="T53" fmla="*/ 647 h 704"/>
              <a:gd name="T54" fmla="*/ 30 w 706"/>
              <a:gd name="T55" fmla="*/ 14 h 704"/>
              <a:gd name="T56" fmla="*/ 15 w 706"/>
              <a:gd name="T57" fmla="*/ 0 h 704"/>
              <a:gd name="T58" fmla="*/ 0 w 706"/>
              <a:gd name="T59" fmla="*/ 14 h 704"/>
              <a:gd name="T60" fmla="*/ 0 w 706"/>
              <a:gd name="T61" fmla="*/ 68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6" h="704">
                <a:moveTo>
                  <a:pt x="0" y="688"/>
                </a:moveTo>
                <a:lnTo>
                  <a:pt x="0" y="688"/>
                </a:lnTo>
                <a:lnTo>
                  <a:pt x="0" y="688"/>
                </a:lnTo>
                <a:cubicBezTo>
                  <a:pt x="0" y="690"/>
                  <a:pt x="1" y="691"/>
                  <a:pt x="1" y="692"/>
                </a:cubicBezTo>
                <a:lnTo>
                  <a:pt x="1" y="694"/>
                </a:lnTo>
                <a:cubicBezTo>
                  <a:pt x="3" y="695"/>
                  <a:pt x="3" y="695"/>
                  <a:pt x="3" y="696"/>
                </a:cubicBezTo>
                <a:cubicBezTo>
                  <a:pt x="4" y="698"/>
                  <a:pt x="4" y="698"/>
                  <a:pt x="5" y="699"/>
                </a:cubicBezTo>
                <a:lnTo>
                  <a:pt x="5" y="699"/>
                </a:lnTo>
                <a:cubicBezTo>
                  <a:pt x="7" y="699"/>
                  <a:pt x="7" y="700"/>
                  <a:pt x="7" y="700"/>
                </a:cubicBezTo>
                <a:cubicBezTo>
                  <a:pt x="8" y="700"/>
                  <a:pt x="10" y="702"/>
                  <a:pt x="10" y="702"/>
                </a:cubicBezTo>
                <a:cubicBezTo>
                  <a:pt x="11" y="702"/>
                  <a:pt x="12" y="702"/>
                  <a:pt x="14" y="702"/>
                </a:cubicBezTo>
                <a:cubicBezTo>
                  <a:pt x="14" y="702"/>
                  <a:pt x="14" y="703"/>
                  <a:pt x="15" y="703"/>
                </a:cubicBezTo>
                <a:cubicBezTo>
                  <a:pt x="689" y="703"/>
                  <a:pt x="689" y="703"/>
                  <a:pt x="689" y="703"/>
                </a:cubicBezTo>
                <a:cubicBezTo>
                  <a:pt x="697" y="703"/>
                  <a:pt x="703" y="696"/>
                  <a:pt x="703" y="688"/>
                </a:cubicBezTo>
                <a:cubicBezTo>
                  <a:pt x="703" y="680"/>
                  <a:pt x="697" y="673"/>
                  <a:pt x="689" y="673"/>
                </a:cubicBezTo>
                <a:cubicBezTo>
                  <a:pt x="47" y="673"/>
                  <a:pt x="47" y="673"/>
                  <a:pt x="47" y="673"/>
                </a:cubicBezTo>
                <a:cubicBezTo>
                  <a:pt x="313" y="353"/>
                  <a:pt x="313" y="353"/>
                  <a:pt x="313" y="353"/>
                </a:cubicBezTo>
                <a:cubicBezTo>
                  <a:pt x="479" y="409"/>
                  <a:pt x="479" y="409"/>
                  <a:pt x="479" y="409"/>
                </a:cubicBezTo>
                <a:cubicBezTo>
                  <a:pt x="486" y="411"/>
                  <a:pt x="493" y="408"/>
                  <a:pt x="495" y="403"/>
                </a:cubicBezTo>
                <a:cubicBezTo>
                  <a:pt x="701" y="81"/>
                  <a:pt x="701" y="81"/>
                  <a:pt x="701" y="81"/>
                </a:cubicBezTo>
                <a:cubicBezTo>
                  <a:pt x="705" y="75"/>
                  <a:pt x="703" y="65"/>
                  <a:pt x="696" y="61"/>
                </a:cubicBezTo>
                <a:cubicBezTo>
                  <a:pt x="689" y="57"/>
                  <a:pt x="681" y="58"/>
                  <a:pt x="677" y="65"/>
                </a:cubicBezTo>
                <a:lnTo>
                  <a:pt x="677" y="65"/>
                </a:lnTo>
                <a:cubicBezTo>
                  <a:pt x="478" y="378"/>
                  <a:pt x="478" y="378"/>
                  <a:pt x="478" y="378"/>
                </a:cubicBezTo>
                <a:cubicBezTo>
                  <a:pt x="313" y="323"/>
                  <a:pt x="313" y="323"/>
                  <a:pt x="313" y="323"/>
                </a:cubicBezTo>
                <a:cubicBezTo>
                  <a:pt x="307" y="320"/>
                  <a:pt x="301" y="323"/>
                  <a:pt x="296" y="327"/>
                </a:cubicBezTo>
                <a:cubicBezTo>
                  <a:pt x="30" y="647"/>
                  <a:pt x="30" y="647"/>
                  <a:pt x="30" y="647"/>
                </a:cubicBezTo>
                <a:cubicBezTo>
                  <a:pt x="30" y="14"/>
                  <a:pt x="30" y="14"/>
                  <a:pt x="30" y="14"/>
                </a:cubicBezTo>
                <a:cubicBezTo>
                  <a:pt x="30" y="6"/>
                  <a:pt x="23" y="0"/>
                  <a:pt x="15" y="0"/>
                </a:cubicBezTo>
                <a:cubicBezTo>
                  <a:pt x="7" y="0"/>
                  <a:pt x="0" y="6"/>
                  <a:pt x="0" y="14"/>
                </a:cubicBezTo>
                <a:lnTo>
                  <a:pt x="0" y="688"/>
                </a:lnTo>
              </a:path>
            </a:pathLst>
          </a:custGeom>
          <a:solidFill>
            <a:schemeClr val="accent4"/>
          </a:solidFill>
          <a:ln>
            <a:noFill/>
          </a:ln>
          <a:effectLst/>
        </p:spPr>
        <p:txBody>
          <a:bodyPr wrap="none" anchor="ctr"/>
          <a:lstStyle/>
          <a:p>
            <a:endParaRPr lang="da-DK"/>
          </a:p>
        </p:txBody>
      </p:sp>
      <p:grpSp>
        <p:nvGrpSpPr>
          <p:cNvPr id="140" name="Group 143">
            <a:extLst>
              <a:ext uri="{FF2B5EF4-FFF2-40B4-BE49-F238E27FC236}">
                <a16:creationId xmlns:a16="http://schemas.microsoft.com/office/drawing/2014/main" id="{F7D4A818-EE28-F476-FA99-84281F3FE841}"/>
              </a:ext>
            </a:extLst>
          </p:cNvPr>
          <p:cNvGrpSpPr/>
          <p:nvPr/>
        </p:nvGrpSpPr>
        <p:grpSpPr>
          <a:xfrm>
            <a:off x="9477499" y="1371228"/>
            <a:ext cx="254000" cy="254000"/>
            <a:chOff x="8335963" y="1708150"/>
            <a:chExt cx="254000" cy="254000"/>
          </a:xfrm>
          <a:solidFill>
            <a:schemeClr val="accent4"/>
          </a:solidFill>
        </p:grpSpPr>
        <p:sp>
          <p:nvSpPr>
            <p:cNvPr id="141" name="Freeform 112">
              <a:extLst>
                <a:ext uri="{FF2B5EF4-FFF2-40B4-BE49-F238E27FC236}">
                  <a16:creationId xmlns:a16="http://schemas.microsoft.com/office/drawing/2014/main" id="{0D469E91-DFE4-23B1-96B1-58953E6F313F}"/>
                </a:ext>
              </a:extLst>
            </p:cNvPr>
            <p:cNvSpPr>
              <a:spLocks noChangeArrowheads="1"/>
            </p:cNvSpPr>
            <p:nvPr/>
          </p:nvSpPr>
          <p:spPr bwMode="auto">
            <a:xfrm>
              <a:off x="8335963" y="1708150"/>
              <a:ext cx="254000" cy="254000"/>
            </a:xfrm>
            <a:custGeom>
              <a:avLst/>
              <a:gdLst>
                <a:gd name="T0" fmla="*/ 44 w 704"/>
                <a:gd name="T1" fmla="*/ 703 h 704"/>
                <a:gd name="T2" fmla="*/ 44 w 704"/>
                <a:gd name="T3" fmla="*/ 703 h 704"/>
                <a:gd name="T4" fmla="*/ 455 w 704"/>
                <a:gd name="T5" fmla="*/ 703 h 704"/>
                <a:gd name="T6" fmla="*/ 499 w 704"/>
                <a:gd name="T7" fmla="*/ 659 h 704"/>
                <a:gd name="T8" fmla="*/ 499 w 704"/>
                <a:gd name="T9" fmla="*/ 556 h 704"/>
                <a:gd name="T10" fmla="*/ 602 w 704"/>
                <a:gd name="T11" fmla="*/ 556 h 704"/>
                <a:gd name="T12" fmla="*/ 602 w 704"/>
                <a:gd name="T13" fmla="*/ 556 h 704"/>
                <a:gd name="T14" fmla="*/ 602 w 704"/>
                <a:gd name="T15" fmla="*/ 556 h 704"/>
                <a:gd name="T16" fmla="*/ 659 w 704"/>
                <a:gd name="T17" fmla="*/ 556 h 704"/>
                <a:gd name="T18" fmla="*/ 703 w 704"/>
                <a:gd name="T19" fmla="*/ 512 h 704"/>
                <a:gd name="T20" fmla="*/ 703 w 704"/>
                <a:gd name="T21" fmla="*/ 101 h 704"/>
                <a:gd name="T22" fmla="*/ 659 w 704"/>
                <a:gd name="T23" fmla="*/ 57 h 704"/>
                <a:gd name="T24" fmla="*/ 499 w 704"/>
                <a:gd name="T25" fmla="*/ 57 h 704"/>
                <a:gd name="T26" fmla="*/ 499 w 704"/>
                <a:gd name="T27" fmla="*/ 44 h 704"/>
                <a:gd name="T28" fmla="*/ 455 w 704"/>
                <a:gd name="T29" fmla="*/ 0 h 704"/>
                <a:gd name="T30" fmla="*/ 44 w 704"/>
                <a:gd name="T31" fmla="*/ 0 h 704"/>
                <a:gd name="T32" fmla="*/ 0 w 704"/>
                <a:gd name="T33" fmla="*/ 44 h 704"/>
                <a:gd name="T34" fmla="*/ 0 w 704"/>
                <a:gd name="T35" fmla="*/ 659 h 704"/>
                <a:gd name="T36" fmla="*/ 44 w 704"/>
                <a:gd name="T37" fmla="*/ 703 h 704"/>
                <a:gd name="T38" fmla="*/ 674 w 704"/>
                <a:gd name="T39" fmla="*/ 101 h 704"/>
                <a:gd name="T40" fmla="*/ 674 w 704"/>
                <a:gd name="T41" fmla="*/ 101 h 704"/>
                <a:gd name="T42" fmla="*/ 674 w 704"/>
                <a:gd name="T43" fmla="*/ 512 h 704"/>
                <a:gd name="T44" fmla="*/ 659 w 704"/>
                <a:gd name="T45" fmla="*/ 527 h 704"/>
                <a:gd name="T46" fmla="*/ 615 w 704"/>
                <a:gd name="T47" fmla="*/ 527 h 704"/>
                <a:gd name="T48" fmla="*/ 615 w 704"/>
                <a:gd name="T49" fmla="*/ 88 h 704"/>
                <a:gd name="T50" fmla="*/ 659 w 704"/>
                <a:gd name="T51" fmla="*/ 88 h 704"/>
                <a:gd name="T52" fmla="*/ 674 w 704"/>
                <a:gd name="T53" fmla="*/ 101 h 704"/>
                <a:gd name="T54" fmla="*/ 499 w 704"/>
                <a:gd name="T55" fmla="*/ 88 h 704"/>
                <a:gd name="T56" fmla="*/ 499 w 704"/>
                <a:gd name="T57" fmla="*/ 88 h 704"/>
                <a:gd name="T58" fmla="*/ 586 w 704"/>
                <a:gd name="T59" fmla="*/ 88 h 704"/>
                <a:gd name="T60" fmla="*/ 586 w 704"/>
                <a:gd name="T61" fmla="*/ 527 h 704"/>
                <a:gd name="T62" fmla="*/ 499 w 704"/>
                <a:gd name="T63" fmla="*/ 527 h 704"/>
                <a:gd name="T64" fmla="*/ 499 w 704"/>
                <a:gd name="T65" fmla="*/ 88 h 704"/>
                <a:gd name="T66" fmla="*/ 30 w 704"/>
                <a:gd name="T67" fmla="*/ 44 h 704"/>
                <a:gd name="T68" fmla="*/ 30 w 704"/>
                <a:gd name="T69" fmla="*/ 44 h 704"/>
                <a:gd name="T70" fmla="*/ 44 w 704"/>
                <a:gd name="T71" fmla="*/ 29 h 704"/>
                <a:gd name="T72" fmla="*/ 455 w 704"/>
                <a:gd name="T73" fmla="*/ 29 h 704"/>
                <a:gd name="T74" fmla="*/ 470 w 704"/>
                <a:gd name="T75" fmla="*/ 44 h 704"/>
                <a:gd name="T76" fmla="*/ 470 w 704"/>
                <a:gd name="T77" fmla="*/ 73 h 704"/>
                <a:gd name="T78" fmla="*/ 470 w 704"/>
                <a:gd name="T79" fmla="*/ 541 h 704"/>
                <a:gd name="T80" fmla="*/ 470 w 704"/>
                <a:gd name="T81" fmla="*/ 659 h 704"/>
                <a:gd name="T82" fmla="*/ 455 w 704"/>
                <a:gd name="T83" fmla="*/ 672 h 704"/>
                <a:gd name="T84" fmla="*/ 44 w 704"/>
                <a:gd name="T85" fmla="*/ 672 h 704"/>
                <a:gd name="T86" fmla="*/ 30 w 704"/>
                <a:gd name="T87" fmla="*/ 659 h 704"/>
                <a:gd name="T88" fmla="*/ 30 w 704"/>
                <a:gd name="T89"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704">
                  <a:moveTo>
                    <a:pt x="44" y="703"/>
                  </a:moveTo>
                  <a:lnTo>
                    <a:pt x="44" y="703"/>
                  </a:lnTo>
                  <a:cubicBezTo>
                    <a:pt x="455" y="703"/>
                    <a:pt x="455" y="703"/>
                    <a:pt x="455" y="703"/>
                  </a:cubicBezTo>
                  <a:cubicBezTo>
                    <a:pt x="479" y="703"/>
                    <a:pt x="499" y="682"/>
                    <a:pt x="499" y="659"/>
                  </a:cubicBezTo>
                  <a:cubicBezTo>
                    <a:pt x="499" y="556"/>
                    <a:pt x="499" y="556"/>
                    <a:pt x="499" y="556"/>
                  </a:cubicBezTo>
                  <a:cubicBezTo>
                    <a:pt x="602" y="556"/>
                    <a:pt x="602" y="556"/>
                    <a:pt x="602" y="556"/>
                  </a:cubicBezTo>
                  <a:lnTo>
                    <a:pt x="602" y="556"/>
                  </a:lnTo>
                  <a:lnTo>
                    <a:pt x="602" y="556"/>
                  </a:lnTo>
                  <a:cubicBezTo>
                    <a:pt x="659" y="556"/>
                    <a:pt x="659" y="556"/>
                    <a:pt x="659" y="556"/>
                  </a:cubicBezTo>
                  <a:cubicBezTo>
                    <a:pt x="684" y="556"/>
                    <a:pt x="703" y="537"/>
                    <a:pt x="703" y="512"/>
                  </a:cubicBezTo>
                  <a:cubicBezTo>
                    <a:pt x="703" y="101"/>
                    <a:pt x="703" y="101"/>
                    <a:pt x="703" y="101"/>
                  </a:cubicBezTo>
                  <a:cubicBezTo>
                    <a:pt x="703" y="78"/>
                    <a:pt x="684" y="57"/>
                    <a:pt x="659" y="57"/>
                  </a:cubicBezTo>
                  <a:cubicBezTo>
                    <a:pt x="499" y="57"/>
                    <a:pt x="499" y="57"/>
                    <a:pt x="499" y="57"/>
                  </a:cubicBezTo>
                  <a:cubicBezTo>
                    <a:pt x="499" y="44"/>
                    <a:pt x="499" y="44"/>
                    <a:pt x="499" y="44"/>
                  </a:cubicBezTo>
                  <a:cubicBezTo>
                    <a:pt x="499" y="19"/>
                    <a:pt x="479" y="0"/>
                    <a:pt x="455" y="0"/>
                  </a:cubicBezTo>
                  <a:cubicBezTo>
                    <a:pt x="44" y="0"/>
                    <a:pt x="44" y="0"/>
                    <a:pt x="44" y="0"/>
                  </a:cubicBezTo>
                  <a:cubicBezTo>
                    <a:pt x="21" y="0"/>
                    <a:pt x="0" y="19"/>
                    <a:pt x="0" y="44"/>
                  </a:cubicBezTo>
                  <a:cubicBezTo>
                    <a:pt x="0" y="659"/>
                    <a:pt x="0" y="659"/>
                    <a:pt x="0" y="659"/>
                  </a:cubicBezTo>
                  <a:cubicBezTo>
                    <a:pt x="0" y="682"/>
                    <a:pt x="21" y="703"/>
                    <a:pt x="44" y="703"/>
                  </a:cubicBezTo>
                  <a:close/>
                  <a:moveTo>
                    <a:pt x="674" y="101"/>
                  </a:moveTo>
                  <a:lnTo>
                    <a:pt x="674" y="101"/>
                  </a:lnTo>
                  <a:cubicBezTo>
                    <a:pt x="674" y="512"/>
                    <a:pt x="674" y="512"/>
                    <a:pt x="674" y="512"/>
                  </a:cubicBezTo>
                  <a:cubicBezTo>
                    <a:pt x="674" y="520"/>
                    <a:pt x="667" y="527"/>
                    <a:pt x="659" y="527"/>
                  </a:cubicBezTo>
                  <a:cubicBezTo>
                    <a:pt x="615" y="527"/>
                    <a:pt x="615" y="527"/>
                    <a:pt x="615" y="527"/>
                  </a:cubicBezTo>
                  <a:cubicBezTo>
                    <a:pt x="615" y="88"/>
                    <a:pt x="615" y="88"/>
                    <a:pt x="615" y="88"/>
                  </a:cubicBezTo>
                  <a:cubicBezTo>
                    <a:pt x="659" y="88"/>
                    <a:pt x="659" y="88"/>
                    <a:pt x="659" y="88"/>
                  </a:cubicBezTo>
                  <a:cubicBezTo>
                    <a:pt x="667" y="88"/>
                    <a:pt x="674" y="93"/>
                    <a:pt x="674" y="101"/>
                  </a:cubicBezTo>
                  <a:close/>
                  <a:moveTo>
                    <a:pt x="499" y="88"/>
                  </a:moveTo>
                  <a:lnTo>
                    <a:pt x="499" y="88"/>
                  </a:lnTo>
                  <a:cubicBezTo>
                    <a:pt x="586" y="88"/>
                    <a:pt x="586" y="88"/>
                    <a:pt x="586" y="88"/>
                  </a:cubicBezTo>
                  <a:cubicBezTo>
                    <a:pt x="586" y="527"/>
                    <a:pt x="586" y="527"/>
                    <a:pt x="586" y="527"/>
                  </a:cubicBezTo>
                  <a:cubicBezTo>
                    <a:pt x="499" y="527"/>
                    <a:pt x="499" y="527"/>
                    <a:pt x="499" y="527"/>
                  </a:cubicBezTo>
                  <a:lnTo>
                    <a:pt x="499" y="88"/>
                  </a:lnTo>
                  <a:close/>
                  <a:moveTo>
                    <a:pt x="30" y="44"/>
                  </a:moveTo>
                  <a:lnTo>
                    <a:pt x="30" y="44"/>
                  </a:lnTo>
                  <a:cubicBezTo>
                    <a:pt x="30" y="36"/>
                    <a:pt x="36" y="29"/>
                    <a:pt x="44" y="29"/>
                  </a:cubicBezTo>
                  <a:cubicBezTo>
                    <a:pt x="455" y="29"/>
                    <a:pt x="455" y="29"/>
                    <a:pt x="455" y="29"/>
                  </a:cubicBezTo>
                  <a:cubicBezTo>
                    <a:pt x="463" y="29"/>
                    <a:pt x="470" y="36"/>
                    <a:pt x="470" y="44"/>
                  </a:cubicBezTo>
                  <a:cubicBezTo>
                    <a:pt x="470" y="73"/>
                    <a:pt x="470" y="73"/>
                    <a:pt x="470" y="73"/>
                  </a:cubicBezTo>
                  <a:cubicBezTo>
                    <a:pt x="470" y="541"/>
                    <a:pt x="470" y="541"/>
                    <a:pt x="470" y="541"/>
                  </a:cubicBezTo>
                  <a:cubicBezTo>
                    <a:pt x="470" y="659"/>
                    <a:pt x="470" y="659"/>
                    <a:pt x="470" y="659"/>
                  </a:cubicBezTo>
                  <a:cubicBezTo>
                    <a:pt x="470" y="666"/>
                    <a:pt x="463" y="672"/>
                    <a:pt x="455" y="672"/>
                  </a:cubicBezTo>
                  <a:cubicBezTo>
                    <a:pt x="44" y="672"/>
                    <a:pt x="44" y="672"/>
                    <a:pt x="44" y="672"/>
                  </a:cubicBezTo>
                  <a:cubicBezTo>
                    <a:pt x="36" y="672"/>
                    <a:pt x="30" y="666"/>
                    <a:pt x="30" y="659"/>
                  </a:cubicBezTo>
                  <a:lnTo>
                    <a:pt x="30"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3">
              <a:extLst>
                <a:ext uri="{FF2B5EF4-FFF2-40B4-BE49-F238E27FC236}">
                  <a16:creationId xmlns:a16="http://schemas.microsoft.com/office/drawing/2014/main" id="{5517A7CF-4293-7839-3FE9-C9AC2F4E03D3}"/>
                </a:ext>
              </a:extLst>
            </p:cNvPr>
            <p:cNvSpPr>
              <a:spLocks noChangeArrowheads="1"/>
            </p:cNvSpPr>
            <p:nvPr/>
          </p:nvSpPr>
          <p:spPr bwMode="auto">
            <a:xfrm>
              <a:off x="8367713" y="1728788"/>
              <a:ext cx="115887" cy="85725"/>
            </a:xfrm>
            <a:custGeom>
              <a:avLst/>
              <a:gdLst>
                <a:gd name="T0" fmla="*/ 15 w 324"/>
                <a:gd name="T1" fmla="*/ 235 h 236"/>
                <a:gd name="T2" fmla="*/ 15 w 324"/>
                <a:gd name="T3" fmla="*/ 235 h 236"/>
                <a:gd name="T4" fmla="*/ 308 w 324"/>
                <a:gd name="T5" fmla="*/ 235 h 236"/>
                <a:gd name="T6" fmla="*/ 319 w 324"/>
                <a:gd name="T7" fmla="*/ 231 h 236"/>
                <a:gd name="T8" fmla="*/ 323 w 324"/>
                <a:gd name="T9" fmla="*/ 220 h 236"/>
                <a:gd name="T10" fmla="*/ 323 w 324"/>
                <a:gd name="T11" fmla="*/ 16 h 236"/>
                <a:gd name="T12" fmla="*/ 319 w 324"/>
                <a:gd name="T13" fmla="*/ 5 h 236"/>
                <a:gd name="T14" fmla="*/ 308 w 324"/>
                <a:gd name="T15" fmla="*/ 0 h 236"/>
                <a:gd name="T16" fmla="*/ 15 w 324"/>
                <a:gd name="T17" fmla="*/ 0 h 236"/>
                <a:gd name="T18" fmla="*/ 4 w 324"/>
                <a:gd name="T19" fmla="*/ 5 h 236"/>
                <a:gd name="T20" fmla="*/ 0 w 324"/>
                <a:gd name="T21" fmla="*/ 16 h 236"/>
                <a:gd name="T22" fmla="*/ 0 w 324"/>
                <a:gd name="T23" fmla="*/ 220 h 236"/>
                <a:gd name="T24" fmla="*/ 4 w 324"/>
                <a:gd name="T25" fmla="*/ 231 h 236"/>
                <a:gd name="T26" fmla="*/ 15 w 324"/>
                <a:gd name="T27" fmla="*/ 235 h 236"/>
                <a:gd name="T28" fmla="*/ 30 w 324"/>
                <a:gd name="T29" fmla="*/ 31 h 236"/>
                <a:gd name="T30" fmla="*/ 30 w 324"/>
                <a:gd name="T31" fmla="*/ 31 h 236"/>
                <a:gd name="T32" fmla="*/ 294 w 324"/>
                <a:gd name="T33" fmla="*/ 31 h 236"/>
                <a:gd name="T34" fmla="*/ 294 w 324"/>
                <a:gd name="T35" fmla="*/ 206 h 236"/>
                <a:gd name="T36" fmla="*/ 30 w 324"/>
                <a:gd name="T37" fmla="*/ 206 h 236"/>
                <a:gd name="T38" fmla="*/ 30 w 324"/>
                <a:gd name="T39" fmla="*/ 31 h 2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4" h="236">
                  <a:moveTo>
                    <a:pt x="15" y="235"/>
                  </a:moveTo>
                  <a:lnTo>
                    <a:pt x="15" y="235"/>
                  </a:lnTo>
                  <a:cubicBezTo>
                    <a:pt x="308" y="235"/>
                    <a:pt x="308" y="235"/>
                    <a:pt x="308" y="235"/>
                  </a:cubicBezTo>
                  <a:cubicBezTo>
                    <a:pt x="312" y="235"/>
                    <a:pt x="316" y="234"/>
                    <a:pt x="319" y="231"/>
                  </a:cubicBezTo>
                  <a:cubicBezTo>
                    <a:pt x="321" y="228"/>
                    <a:pt x="323" y="224"/>
                    <a:pt x="323" y="220"/>
                  </a:cubicBezTo>
                  <a:cubicBezTo>
                    <a:pt x="323" y="16"/>
                    <a:pt x="323" y="16"/>
                    <a:pt x="323" y="16"/>
                  </a:cubicBezTo>
                  <a:cubicBezTo>
                    <a:pt x="323" y="11"/>
                    <a:pt x="321" y="7"/>
                    <a:pt x="319" y="5"/>
                  </a:cubicBezTo>
                  <a:cubicBezTo>
                    <a:pt x="316" y="2"/>
                    <a:pt x="312" y="0"/>
                    <a:pt x="308" y="0"/>
                  </a:cubicBezTo>
                  <a:cubicBezTo>
                    <a:pt x="15" y="0"/>
                    <a:pt x="15" y="0"/>
                    <a:pt x="15" y="0"/>
                  </a:cubicBezTo>
                  <a:cubicBezTo>
                    <a:pt x="11" y="0"/>
                    <a:pt x="7" y="2"/>
                    <a:pt x="4" y="5"/>
                  </a:cubicBezTo>
                  <a:cubicBezTo>
                    <a:pt x="1" y="7"/>
                    <a:pt x="0" y="11"/>
                    <a:pt x="0" y="16"/>
                  </a:cubicBezTo>
                  <a:cubicBezTo>
                    <a:pt x="0" y="220"/>
                    <a:pt x="0" y="220"/>
                    <a:pt x="0" y="220"/>
                  </a:cubicBezTo>
                  <a:cubicBezTo>
                    <a:pt x="0" y="224"/>
                    <a:pt x="1" y="228"/>
                    <a:pt x="4" y="231"/>
                  </a:cubicBezTo>
                  <a:cubicBezTo>
                    <a:pt x="7" y="234"/>
                    <a:pt x="11" y="235"/>
                    <a:pt x="15" y="235"/>
                  </a:cubicBezTo>
                  <a:close/>
                  <a:moveTo>
                    <a:pt x="30" y="31"/>
                  </a:moveTo>
                  <a:lnTo>
                    <a:pt x="30" y="31"/>
                  </a:lnTo>
                  <a:cubicBezTo>
                    <a:pt x="294" y="31"/>
                    <a:pt x="294" y="31"/>
                    <a:pt x="294" y="31"/>
                  </a:cubicBezTo>
                  <a:cubicBezTo>
                    <a:pt x="294" y="206"/>
                    <a:pt x="294" y="206"/>
                    <a:pt x="294" y="206"/>
                  </a:cubicBezTo>
                  <a:cubicBezTo>
                    <a:pt x="30" y="206"/>
                    <a:pt x="30" y="206"/>
                    <a:pt x="30" y="206"/>
                  </a:cubicBezTo>
                  <a:lnTo>
                    <a:pt x="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4">
              <a:extLst>
                <a:ext uri="{FF2B5EF4-FFF2-40B4-BE49-F238E27FC236}">
                  <a16:creationId xmlns:a16="http://schemas.microsoft.com/office/drawing/2014/main" id="{93F28703-1417-CBD2-D387-714916157829}"/>
                </a:ext>
              </a:extLst>
            </p:cNvPr>
            <p:cNvSpPr>
              <a:spLocks noChangeArrowheads="1"/>
            </p:cNvSpPr>
            <p:nvPr/>
          </p:nvSpPr>
          <p:spPr bwMode="auto">
            <a:xfrm>
              <a:off x="8358188" y="18351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2"/>
                    <a:pt x="77" y="0"/>
                    <a:pt x="73" y="0"/>
                  </a:cubicBezTo>
                  <a:cubicBezTo>
                    <a:pt x="15" y="0"/>
                    <a:pt x="15" y="0"/>
                    <a:pt x="15" y="0"/>
                  </a:cubicBezTo>
                  <a:cubicBezTo>
                    <a:pt x="7" y="0"/>
                    <a:pt x="0" y="6"/>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5">
              <a:extLst>
                <a:ext uri="{FF2B5EF4-FFF2-40B4-BE49-F238E27FC236}">
                  <a16:creationId xmlns:a16="http://schemas.microsoft.com/office/drawing/2014/main" id="{FBFD196B-00DD-87E0-52B2-C15634ED8863}"/>
                </a:ext>
              </a:extLst>
            </p:cNvPr>
            <p:cNvSpPr>
              <a:spLocks noChangeArrowheads="1"/>
            </p:cNvSpPr>
            <p:nvPr/>
          </p:nvSpPr>
          <p:spPr bwMode="auto">
            <a:xfrm>
              <a:off x="8410575" y="18351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6">
              <a:extLst>
                <a:ext uri="{FF2B5EF4-FFF2-40B4-BE49-F238E27FC236}">
                  <a16:creationId xmlns:a16="http://schemas.microsoft.com/office/drawing/2014/main" id="{47FB2FD9-C730-3868-720D-04BF2788E345}"/>
                </a:ext>
              </a:extLst>
            </p:cNvPr>
            <p:cNvSpPr>
              <a:spLocks noChangeArrowheads="1"/>
            </p:cNvSpPr>
            <p:nvPr/>
          </p:nvSpPr>
          <p:spPr bwMode="auto">
            <a:xfrm>
              <a:off x="8462963" y="1835150"/>
              <a:ext cx="31750" cy="31750"/>
            </a:xfrm>
            <a:custGeom>
              <a:avLst/>
              <a:gdLst>
                <a:gd name="T0" fmla="*/ 0 w 89"/>
                <a:gd name="T1" fmla="*/ 14 h 89"/>
                <a:gd name="T2" fmla="*/ 0 w 89"/>
                <a:gd name="T3" fmla="*/ 14 h 89"/>
                <a:gd name="T4" fmla="*/ 15 w 89"/>
                <a:gd name="T5" fmla="*/ 29 h 89"/>
                <a:gd name="T6" fmla="*/ 59 w 89"/>
                <a:gd name="T7" fmla="*/ 29 h 89"/>
                <a:gd name="T8" fmla="*/ 59 w 89"/>
                <a:gd name="T9" fmla="*/ 73 h 89"/>
                <a:gd name="T10" fmla="*/ 74 w 89"/>
                <a:gd name="T11" fmla="*/ 88 h 89"/>
                <a:gd name="T12" fmla="*/ 88 w 89"/>
                <a:gd name="T13" fmla="*/ 73 h 89"/>
                <a:gd name="T14" fmla="*/ 88 w 89"/>
                <a:gd name="T15" fmla="*/ 14 h 89"/>
                <a:gd name="T16" fmla="*/ 83 w 89"/>
                <a:gd name="T17" fmla="*/ 4 h 89"/>
                <a:gd name="T18" fmla="*/ 74 w 89"/>
                <a:gd name="T19" fmla="*/ 0 h 89"/>
                <a:gd name="T20" fmla="*/ 15 w 89"/>
                <a:gd name="T21" fmla="*/ 0 h 89"/>
                <a:gd name="T22" fmla="*/ 0 w 89"/>
                <a:gd name="T23" fmla="*/ 14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0" y="14"/>
                  </a:moveTo>
                  <a:lnTo>
                    <a:pt x="0" y="14"/>
                  </a:ln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2"/>
                    <a:pt x="77" y="0"/>
                    <a:pt x="74" y="0"/>
                  </a:cubicBezTo>
                  <a:cubicBezTo>
                    <a:pt x="15" y="0"/>
                    <a:pt x="15"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6" name="Freeform 117">
              <a:extLst>
                <a:ext uri="{FF2B5EF4-FFF2-40B4-BE49-F238E27FC236}">
                  <a16:creationId xmlns:a16="http://schemas.microsoft.com/office/drawing/2014/main" id="{FEC925C9-89E5-49DE-7827-053042B39ECE}"/>
                </a:ext>
              </a:extLst>
            </p:cNvPr>
            <p:cNvSpPr>
              <a:spLocks noChangeArrowheads="1"/>
            </p:cNvSpPr>
            <p:nvPr/>
          </p:nvSpPr>
          <p:spPr bwMode="auto">
            <a:xfrm>
              <a:off x="8358188" y="1898650"/>
              <a:ext cx="31750" cy="31750"/>
            </a:xfrm>
            <a:custGeom>
              <a:avLst/>
              <a:gdLst>
                <a:gd name="T0" fmla="*/ 15 w 89"/>
                <a:gd name="T1" fmla="*/ 29 h 89"/>
                <a:gd name="T2" fmla="*/ 15 w 89"/>
                <a:gd name="T3" fmla="*/ 29 h 89"/>
                <a:gd name="T4" fmla="*/ 59 w 89"/>
                <a:gd name="T5" fmla="*/ 29 h 89"/>
                <a:gd name="T6" fmla="*/ 59 w 89"/>
                <a:gd name="T7" fmla="*/ 73 h 89"/>
                <a:gd name="T8" fmla="*/ 73 w 89"/>
                <a:gd name="T9" fmla="*/ 88 h 89"/>
                <a:gd name="T10" fmla="*/ 88 w 89"/>
                <a:gd name="T11" fmla="*/ 73 h 89"/>
                <a:gd name="T12" fmla="*/ 88 w 89"/>
                <a:gd name="T13" fmla="*/ 14 h 89"/>
                <a:gd name="T14" fmla="*/ 84 w 89"/>
                <a:gd name="T15" fmla="*/ 4 h 89"/>
                <a:gd name="T16" fmla="*/ 73 w 89"/>
                <a:gd name="T17" fmla="*/ 0 h 89"/>
                <a:gd name="T18" fmla="*/ 15 w 89"/>
                <a:gd name="T19" fmla="*/ 0 h 89"/>
                <a:gd name="T20" fmla="*/ 0 w 89"/>
                <a:gd name="T21" fmla="*/ 14 h 89"/>
                <a:gd name="T22" fmla="*/ 15 w 89"/>
                <a:gd name="T23" fmla="*/ 2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15" y="29"/>
                  </a:moveTo>
                  <a:lnTo>
                    <a:pt x="15" y="29"/>
                  </a:lnTo>
                  <a:cubicBezTo>
                    <a:pt x="59" y="29"/>
                    <a:pt x="59" y="29"/>
                    <a:pt x="59" y="29"/>
                  </a:cubicBezTo>
                  <a:cubicBezTo>
                    <a:pt x="59" y="73"/>
                    <a:pt x="59" y="73"/>
                    <a:pt x="59" y="73"/>
                  </a:cubicBezTo>
                  <a:cubicBezTo>
                    <a:pt x="59" y="81"/>
                    <a:pt x="65" y="88"/>
                    <a:pt x="73" y="88"/>
                  </a:cubicBezTo>
                  <a:cubicBezTo>
                    <a:pt x="81" y="88"/>
                    <a:pt x="88" y="81"/>
                    <a:pt x="88" y="73"/>
                  </a:cubicBezTo>
                  <a:cubicBezTo>
                    <a:pt x="88" y="14"/>
                    <a:pt x="88" y="14"/>
                    <a:pt x="88" y="14"/>
                  </a:cubicBezTo>
                  <a:cubicBezTo>
                    <a:pt x="88" y="10"/>
                    <a:pt x="87" y="7"/>
                    <a:pt x="84" y="4"/>
                  </a:cubicBezTo>
                  <a:cubicBezTo>
                    <a:pt x="81" y="1"/>
                    <a:pt x="77" y="0"/>
                    <a:pt x="73" y="0"/>
                  </a:cubicBezTo>
                  <a:cubicBezTo>
                    <a:pt x="15" y="0"/>
                    <a:pt x="15" y="0"/>
                    <a:pt x="15" y="0"/>
                  </a:cubicBezTo>
                  <a:cubicBezTo>
                    <a:pt x="7" y="0"/>
                    <a:pt x="0" y="5"/>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8">
              <a:extLst>
                <a:ext uri="{FF2B5EF4-FFF2-40B4-BE49-F238E27FC236}">
                  <a16:creationId xmlns:a16="http://schemas.microsoft.com/office/drawing/2014/main" id="{6674B261-73DC-A4AA-D0CB-69DBE225C571}"/>
                </a:ext>
              </a:extLst>
            </p:cNvPr>
            <p:cNvSpPr>
              <a:spLocks noChangeArrowheads="1"/>
            </p:cNvSpPr>
            <p:nvPr/>
          </p:nvSpPr>
          <p:spPr bwMode="auto">
            <a:xfrm>
              <a:off x="8410575" y="1898650"/>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19">
              <a:extLst>
                <a:ext uri="{FF2B5EF4-FFF2-40B4-BE49-F238E27FC236}">
                  <a16:creationId xmlns:a16="http://schemas.microsoft.com/office/drawing/2014/main" id="{BF3A0F15-85A8-FCDA-0D5F-869E7E913AA0}"/>
                </a:ext>
              </a:extLst>
            </p:cNvPr>
            <p:cNvSpPr>
              <a:spLocks noChangeArrowheads="1"/>
            </p:cNvSpPr>
            <p:nvPr/>
          </p:nvSpPr>
          <p:spPr bwMode="auto">
            <a:xfrm>
              <a:off x="8462963" y="1898650"/>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3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3"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FC34CBE7-0FD4-C4FF-DD3F-ABC707A3FDCB}"/>
              </a:ext>
            </a:extLst>
          </p:cNvPr>
          <p:cNvGrpSpPr/>
          <p:nvPr/>
        </p:nvGrpSpPr>
        <p:grpSpPr>
          <a:xfrm>
            <a:off x="8982199" y="866403"/>
            <a:ext cx="223837" cy="254000"/>
            <a:chOff x="7840663" y="1201738"/>
            <a:chExt cx="223837" cy="254000"/>
          </a:xfrm>
          <a:solidFill>
            <a:schemeClr val="accent4"/>
          </a:solidFill>
        </p:grpSpPr>
        <p:sp>
          <p:nvSpPr>
            <p:cNvPr id="150" name="Freeform 120">
              <a:extLst>
                <a:ext uri="{FF2B5EF4-FFF2-40B4-BE49-F238E27FC236}">
                  <a16:creationId xmlns:a16="http://schemas.microsoft.com/office/drawing/2014/main" id="{568BAE3E-6F91-B89F-5DE8-3C9BE610743E}"/>
                </a:ext>
              </a:extLst>
            </p:cNvPr>
            <p:cNvSpPr>
              <a:spLocks noChangeArrowheads="1"/>
            </p:cNvSpPr>
            <p:nvPr/>
          </p:nvSpPr>
          <p:spPr bwMode="auto">
            <a:xfrm>
              <a:off x="7840663" y="1201738"/>
              <a:ext cx="223837" cy="254000"/>
            </a:xfrm>
            <a:custGeom>
              <a:avLst/>
              <a:gdLst>
                <a:gd name="T0" fmla="*/ 570 w 620"/>
                <a:gd name="T1" fmla="*/ 0 h 707"/>
                <a:gd name="T2" fmla="*/ 570 w 620"/>
                <a:gd name="T3" fmla="*/ 0 h 707"/>
                <a:gd name="T4" fmla="*/ 50 w 620"/>
                <a:gd name="T5" fmla="*/ 0 h 707"/>
                <a:gd name="T6" fmla="*/ 0 w 620"/>
                <a:gd name="T7" fmla="*/ 49 h 707"/>
                <a:gd name="T8" fmla="*/ 0 w 620"/>
                <a:gd name="T9" fmla="*/ 657 h 707"/>
                <a:gd name="T10" fmla="*/ 50 w 620"/>
                <a:gd name="T11" fmla="*/ 706 h 707"/>
                <a:gd name="T12" fmla="*/ 570 w 620"/>
                <a:gd name="T13" fmla="*/ 706 h 707"/>
                <a:gd name="T14" fmla="*/ 619 w 620"/>
                <a:gd name="T15" fmla="*/ 657 h 707"/>
                <a:gd name="T16" fmla="*/ 619 w 620"/>
                <a:gd name="T17" fmla="*/ 49 h 707"/>
                <a:gd name="T18" fmla="*/ 570 w 620"/>
                <a:gd name="T19" fmla="*/ 0 h 707"/>
                <a:gd name="T20" fmla="*/ 586 w 620"/>
                <a:gd name="T21" fmla="*/ 657 h 707"/>
                <a:gd name="T22" fmla="*/ 586 w 620"/>
                <a:gd name="T23" fmla="*/ 657 h 707"/>
                <a:gd name="T24" fmla="*/ 570 w 620"/>
                <a:gd name="T25" fmla="*/ 673 h 707"/>
                <a:gd name="T26" fmla="*/ 50 w 620"/>
                <a:gd name="T27" fmla="*/ 673 h 707"/>
                <a:gd name="T28" fmla="*/ 33 w 620"/>
                <a:gd name="T29" fmla="*/ 657 h 707"/>
                <a:gd name="T30" fmla="*/ 33 w 620"/>
                <a:gd name="T31" fmla="*/ 49 h 707"/>
                <a:gd name="T32" fmla="*/ 50 w 620"/>
                <a:gd name="T33" fmla="*/ 32 h 707"/>
                <a:gd name="T34" fmla="*/ 570 w 620"/>
                <a:gd name="T35" fmla="*/ 32 h 707"/>
                <a:gd name="T36" fmla="*/ 586 w 620"/>
                <a:gd name="T37" fmla="*/ 49 h 707"/>
                <a:gd name="T38" fmla="*/ 586 w 620"/>
                <a:gd name="T39" fmla="*/ 657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0" h="707">
                  <a:moveTo>
                    <a:pt x="570" y="0"/>
                  </a:moveTo>
                  <a:lnTo>
                    <a:pt x="570" y="0"/>
                  </a:lnTo>
                  <a:cubicBezTo>
                    <a:pt x="50" y="0"/>
                    <a:pt x="50" y="0"/>
                    <a:pt x="50" y="0"/>
                  </a:cubicBezTo>
                  <a:cubicBezTo>
                    <a:pt x="22" y="0"/>
                    <a:pt x="0" y="21"/>
                    <a:pt x="0" y="49"/>
                  </a:cubicBezTo>
                  <a:cubicBezTo>
                    <a:pt x="0" y="657"/>
                    <a:pt x="0" y="657"/>
                    <a:pt x="0" y="657"/>
                  </a:cubicBezTo>
                  <a:cubicBezTo>
                    <a:pt x="0" y="684"/>
                    <a:pt x="22" y="706"/>
                    <a:pt x="50" y="706"/>
                  </a:cubicBezTo>
                  <a:cubicBezTo>
                    <a:pt x="570" y="706"/>
                    <a:pt x="570" y="706"/>
                    <a:pt x="570" y="706"/>
                  </a:cubicBezTo>
                  <a:cubicBezTo>
                    <a:pt x="597" y="706"/>
                    <a:pt x="619" y="684"/>
                    <a:pt x="619" y="657"/>
                  </a:cubicBezTo>
                  <a:cubicBezTo>
                    <a:pt x="619" y="49"/>
                    <a:pt x="619" y="49"/>
                    <a:pt x="619" y="49"/>
                  </a:cubicBezTo>
                  <a:cubicBezTo>
                    <a:pt x="619" y="21"/>
                    <a:pt x="597" y="0"/>
                    <a:pt x="570" y="0"/>
                  </a:cubicBezTo>
                  <a:close/>
                  <a:moveTo>
                    <a:pt x="586" y="657"/>
                  </a:moveTo>
                  <a:lnTo>
                    <a:pt x="586" y="657"/>
                  </a:lnTo>
                  <a:cubicBezTo>
                    <a:pt x="586" y="667"/>
                    <a:pt x="579" y="673"/>
                    <a:pt x="570" y="673"/>
                  </a:cubicBezTo>
                  <a:cubicBezTo>
                    <a:pt x="50" y="673"/>
                    <a:pt x="50" y="673"/>
                    <a:pt x="50" y="673"/>
                  </a:cubicBezTo>
                  <a:cubicBezTo>
                    <a:pt x="41" y="673"/>
                    <a:pt x="33" y="667"/>
                    <a:pt x="33" y="657"/>
                  </a:cubicBezTo>
                  <a:cubicBezTo>
                    <a:pt x="33" y="49"/>
                    <a:pt x="33" y="49"/>
                    <a:pt x="33" y="49"/>
                  </a:cubicBezTo>
                  <a:cubicBezTo>
                    <a:pt x="33" y="39"/>
                    <a:pt x="41" y="32"/>
                    <a:pt x="50" y="32"/>
                  </a:cubicBezTo>
                  <a:cubicBezTo>
                    <a:pt x="570" y="32"/>
                    <a:pt x="570" y="32"/>
                    <a:pt x="570" y="32"/>
                  </a:cubicBezTo>
                  <a:cubicBezTo>
                    <a:pt x="579" y="32"/>
                    <a:pt x="586" y="39"/>
                    <a:pt x="586" y="49"/>
                  </a:cubicBezTo>
                  <a:lnTo>
                    <a:pt x="586" y="65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1">
              <a:extLst>
                <a:ext uri="{FF2B5EF4-FFF2-40B4-BE49-F238E27FC236}">
                  <a16:creationId xmlns:a16="http://schemas.microsoft.com/office/drawing/2014/main" id="{806B2ACE-1B05-BA4E-DA2F-D4C25404BAB5}"/>
                </a:ext>
              </a:extLst>
            </p:cNvPr>
            <p:cNvSpPr>
              <a:spLocks noChangeArrowheads="1"/>
            </p:cNvSpPr>
            <p:nvPr/>
          </p:nvSpPr>
          <p:spPr bwMode="auto">
            <a:xfrm>
              <a:off x="7872413" y="1233488"/>
              <a:ext cx="158750" cy="74612"/>
            </a:xfrm>
            <a:custGeom>
              <a:avLst/>
              <a:gdLst>
                <a:gd name="T0" fmla="*/ 426 w 443"/>
                <a:gd name="T1" fmla="*/ 0 h 208"/>
                <a:gd name="T2" fmla="*/ 426 w 443"/>
                <a:gd name="T3" fmla="*/ 0 h 208"/>
                <a:gd name="T4" fmla="*/ 15 w 443"/>
                <a:gd name="T5" fmla="*/ 0 h 208"/>
                <a:gd name="T6" fmla="*/ 4 w 443"/>
                <a:gd name="T7" fmla="*/ 4 h 208"/>
                <a:gd name="T8" fmla="*/ 0 w 443"/>
                <a:gd name="T9" fmla="*/ 15 h 208"/>
                <a:gd name="T10" fmla="*/ 0 w 443"/>
                <a:gd name="T11" fmla="*/ 191 h 208"/>
                <a:gd name="T12" fmla="*/ 4 w 443"/>
                <a:gd name="T13" fmla="*/ 202 h 208"/>
                <a:gd name="T14" fmla="*/ 15 w 443"/>
                <a:gd name="T15" fmla="*/ 207 h 208"/>
                <a:gd name="T16" fmla="*/ 426 w 443"/>
                <a:gd name="T17" fmla="*/ 207 h 208"/>
                <a:gd name="T18" fmla="*/ 437 w 443"/>
                <a:gd name="T19" fmla="*/ 202 h 208"/>
                <a:gd name="T20" fmla="*/ 442 w 443"/>
                <a:gd name="T21" fmla="*/ 191 h 208"/>
                <a:gd name="T22" fmla="*/ 442 w 443"/>
                <a:gd name="T23" fmla="*/ 15 h 208"/>
                <a:gd name="T24" fmla="*/ 437 w 443"/>
                <a:gd name="T25" fmla="*/ 4 h 208"/>
                <a:gd name="T26" fmla="*/ 426 w 443"/>
                <a:gd name="T27" fmla="*/ 0 h 208"/>
                <a:gd name="T28" fmla="*/ 32 w 443"/>
                <a:gd name="T29" fmla="*/ 31 h 208"/>
                <a:gd name="T30" fmla="*/ 32 w 443"/>
                <a:gd name="T31" fmla="*/ 31 h 208"/>
                <a:gd name="T32" fmla="*/ 409 w 443"/>
                <a:gd name="T33" fmla="*/ 31 h 208"/>
                <a:gd name="T34" fmla="*/ 409 w 443"/>
                <a:gd name="T35" fmla="*/ 175 h 208"/>
                <a:gd name="T36" fmla="*/ 32 w 443"/>
                <a:gd name="T37" fmla="*/ 175 h 208"/>
                <a:gd name="T38" fmla="*/ 32 w 443"/>
                <a:gd name="T39" fmla="*/ 31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43" h="208">
                  <a:moveTo>
                    <a:pt x="426" y="0"/>
                  </a:moveTo>
                  <a:lnTo>
                    <a:pt x="426" y="0"/>
                  </a:lnTo>
                  <a:cubicBezTo>
                    <a:pt x="15" y="0"/>
                    <a:pt x="15" y="0"/>
                    <a:pt x="15" y="0"/>
                  </a:cubicBezTo>
                  <a:cubicBezTo>
                    <a:pt x="11" y="0"/>
                    <a:pt x="7" y="1"/>
                    <a:pt x="4" y="4"/>
                  </a:cubicBezTo>
                  <a:cubicBezTo>
                    <a:pt x="2" y="7"/>
                    <a:pt x="0" y="11"/>
                    <a:pt x="0" y="15"/>
                  </a:cubicBezTo>
                  <a:cubicBezTo>
                    <a:pt x="0" y="191"/>
                    <a:pt x="0" y="191"/>
                    <a:pt x="0" y="191"/>
                  </a:cubicBezTo>
                  <a:cubicBezTo>
                    <a:pt x="0" y="195"/>
                    <a:pt x="2" y="199"/>
                    <a:pt x="4" y="202"/>
                  </a:cubicBezTo>
                  <a:cubicBezTo>
                    <a:pt x="7" y="206"/>
                    <a:pt x="11" y="207"/>
                    <a:pt x="15" y="207"/>
                  </a:cubicBezTo>
                  <a:cubicBezTo>
                    <a:pt x="426" y="207"/>
                    <a:pt x="426" y="207"/>
                    <a:pt x="426" y="207"/>
                  </a:cubicBezTo>
                  <a:cubicBezTo>
                    <a:pt x="430" y="207"/>
                    <a:pt x="434" y="206"/>
                    <a:pt x="437" y="202"/>
                  </a:cubicBezTo>
                  <a:cubicBezTo>
                    <a:pt x="440" y="199"/>
                    <a:pt x="442" y="195"/>
                    <a:pt x="442" y="191"/>
                  </a:cubicBezTo>
                  <a:cubicBezTo>
                    <a:pt x="442" y="15"/>
                    <a:pt x="442" y="15"/>
                    <a:pt x="442" y="15"/>
                  </a:cubicBezTo>
                  <a:cubicBezTo>
                    <a:pt x="442" y="11"/>
                    <a:pt x="440" y="7"/>
                    <a:pt x="437" y="4"/>
                  </a:cubicBezTo>
                  <a:cubicBezTo>
                    <a:pt x="434" y="1"/>
                    <a:pt x="430" y="0"/>
                    <a:pt x="426" y="0"/>
                  </a:cubicBezTo>
                  <a:close/>
                  <a:moveTo>
                    <a:pt x="32" y="31"/>
                  </a:moveTo>
                  <a:lnTo>
                    <a:pt x="32" y="31"/>
                  </a:lnTo>
                  <a:cubicBezTo>
                    <a:pt x="409" y="31"/>
                    <a:pt x="409" y="31"/>
                    <a:pt x="409" y="31"/>
                  </a:cubicBezTo>
                  <a:cubicBezTo>
                    <a:pt x="409" y="175"/>
                    <a:pt x="409" y="175"/>
                    <a:pt x="409" y="175"/>
                  </a:cubicBezTo>
                  <a:cubicBezTo>
                    <a:pt x="32" y="175"/>
                    <a:pt x="32" y="175"/>
                    <a:pt x="32" y="175"/>
                  </a:cubicBezTo>
                  <a:lnTo>
                    <a:pt x="32"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2">
              <a:extLst>
                <a:ext uri="{FF2B5EF4-FFF2-40B4-BE49-F238E27FC236}">
                  <a16:creationId xmlns:a16="http://schemas.microsoft.com/office/drawing/2014/main" id="{D014DFDB-357B-D541-2653-287CEF8095DF}"/>
                </a:ext>
              </a:extLst>
            </p:cNvPr>
            <p:cNvSpPr>
              <a:spLocks noChangeArrowheads="1"/>
            </p:cNvSpPr>
            <p:nvPr/>
          </p:nvSpPr>
          <p:spPr bwMode="auto">
            <a:xfrm>
              <a:off x="7883525" y="1328738"/>
              <a:ext cx="31750" cy="31750"/>
            </a:xfrm>
            <a:custGeom>
              <a:avLst/>
              <a:gdLst>
                <a:gd name="T0" fmla="*/ 72 w 88"/>
                <a:gd name="T1" fmla="*/ 0 h 89"/>
                <a:gd name="T2" fmla="*/ 72 w 88"/>
                <a:gd name="T3" fmla="*/ 0 h 89"/>
                <a:gd name="T4" fmla="*/ 15 w 88"/>
                <a:gd name="T5" fmla="*/ 0 h 89"/>
                <a:gd name="T6" fmla="*/ 0 w 88"/>
                <a:gd name="T7" fmla="*/ 13 h 89"/>
                <a:gd name="T8" fmla="*/ 15 w 88"/>
                <a:gd name="T9" fmla="*/ 28 h 89"/>
                <a:gd name="T10" fmla="*/ 59 w 88"/>
                <a:gd name="T11" fmla="*/ 28 h 89"/>
                <a:gd name="T12" fmla="*/ 59 w 88"/>
                <a:gd name="T13" fmla="*/ 72 h 89"/>
                <a:gd name="T14" fmla="*/ 72 w 88"/>
                <a:gd name="T15" fmla="*/ 88 h 89"/>
                <a:gd name="T16" fmla="*/ 87 w 88"/>
                <a:gd name="T17" fmla="*/ 72 h 89"/>
                <a:gd name="T18" fmla="*/ 87 w 88"/>
                <a:gd name="T19" fmla="*/ 13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5"/>
                    <a:pt x="0" y="13"/>
                  </a:cubicBezTo>
                  <a:cubicBezTo>
                    <a:pt x="0" y="22"/>
                    <a:pt x="6" y="28"/>
                    <a:pt x="15" y="28"/>
                  </a:cubicBezTo>
                  <a:cubicBezTo>
                    <a:pt x="59" y="28"/>
                    <a:pt x="59" y="28"/>
                    <a:pt x="59" y="28"/>
                  </a:cubicBezTo>
                  <a:cubicBezTo>
                    <a:pt x="59" y="72"/>
                    <a:pt x="59" y="72"/>
                    <a:pt x="59" y="72"/>
                  </a:cubicBezTo>
                  <a:cubicBezTo>
                    <a:pt x="59" y="81"/>
                    <a:pt x="64" y="88"/>
                    <a:pt x="72" y="88"/>
                  </a:cubicBezTo>
                  <a:cubicBezTo>
                    <a:pt x="81" y="88"/>
                    <a:pt x="87" y="81"/>
                    <a:pt x="87" y="72"/>
                  </a:cubicBezTo>
                  <a:cubicBezTo>
                    <a:pt x="87" y="13"/>
                    <a:pt x="87" y="13"/>
                    <a:pt x="87" y="13"/>
                  </a:cubicBezTo>
                  <a:cubicBezTo>
                    <a:pt x="87" y="9"/>
                    <a:pt x="86" y="7"/>
                    <a:pt x="83" y="4"/>
                  </a:cubicBezTo>
                  <a:cubicBezTo>
                    <a:pt x="81" y="1"/>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3">
              <a:extLst>
                <a:ext uri="{FF2B5EF4-FFF2-40B4-BE49-F238E27FC236}">
                  <a16:creationId xmlns:a16="http://schemas.microsoft.com/office/drawing/2014/main" id="{381D4C09-5E63-69BB-AEEE-9EF1024E24E3}"/>
                </a:ext>
              </a:extLst>
            </p:cNvPr>
            <p:cNvSpPr>
              <a:spLocks noChangeArrowheads="1"/>
            </p:cNvSpPr>
            <p:nvPr/>
          </p:nvSpPr>
          <p:spPr bwMode="auto">
            <a:xfrm>
              <a:off x="7935913" y="1328738"/>
              <a:ext cx="31750" cy="31750"/>
            </a:xfrm>
            <a:custGeom>
              <a:avLst/>
              <a:gdLst>
                <a:gd name="T0" fmla="*/ 73 w 89"/>
                <a:gd name="T1" fmla="*/ 0 h 89"/>
                <a:gd name="T2" fmla="*/ 73 w 89"/>
                <a:gd name="T3" fmla="*/ 0 h 89"/>
                <a:gd name="T4" fmla="*/ 14 w 89"/>
                <a:gd name="T5" fmla="*/ 0 h 89"/>
                <a:gd name="T6" fmla="*/ 0 w 89"/>
                <a:gd name="T7" fmla="*/ 13 h 89"/>
                <a:gd name="T8" fmla="*/ 14 w 89"/>
                <a:gd name="T9" fmla="*/ 28 h 89"/>
                <a:gd name="T10" fmla="*/ 58 w 89"/>
                <a:gd name="T11" fmla="*/ 28 h 89"/>
                <a:gd name="T12" fmla="*/ 58 w 89"/>
                <a:gd name="T13" fmla="*/ 72 h 89"/>
                <a:gd name="T14" fmla="*/ 73 w 89"/>
                <a:gd name="T15" fmla="*/ 88 h 89"/>
                <a:gd name="T16" fmla="*/ 88 w 89"/>
                <a:gd name="T17" fmla="*/ 72 h 89"/>
                <a:gd name="T18" fmla="*/ 88 w 89"/>
                <a:gd name="T19" fmla="*/ 13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5"/>
                    <a:pt x="0" y="13"/>
                  </a:cubicBezTo>
                  <a:cubicBezTo>
                    <a:pt x="0" y="22"/>
                    <a:pt x="6" y="28"/>
                    <a:pt x="14" y="28"/>
                  </a:cubicBezTo>
                  <a:cubicBezTo>
                    <a:pt x="58" y="28"/>
                    <a:pt x="58" y="28"/>
                    <a:pt x="58" y="28"/>
                  </a:cubicBezTo>
                  <a:cubicBezTo>
                    <a:pt x="58" y="72"/>
                    <a:pt x="58" y="72"/>
                    <a:pt x="58" y="72"/>
                  </a:cubicBezTo>
                  <a:cubicBezTo>
                    <a:pt x="58" y="81"/>
                    <a:pt x="65" y="88"/>
                    <a:pt x="73" y="88"/>
                  </a:cubicBezTo>
                  <a:cubicBezTo>
                    <a:pt x="81" y="88"/>
                    <a:pt x="88" y="81"/>
                    <a:pt x="88" y="72"/>
                  </a:cubicBezTo>
                  <a:cubicBezTo>
                    <a:pt x="88" y="13"/>
                    <a:pt x="88" y="13"/>
                    <a:pt x="88" y="13"/>
                  </a:cubicBezTo>
                  <a:cubicBezTo>
                    <a:pt x="88" y="9"/>
                    <a:pt x="87" y="7"/>
                    <a:pt x="84" y="4"/>
                  </a:cubicBezTo>
                  <a:cubicBezTo>
                    <a:pt x="81" y="1"/>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4">
              <a:extLst>
                <a:ext uri="{FF2B5EF4-FFF2-40B4-BE49-F238E27FC236}">
                  <a16:creationId xmlns:a16="http://schemas.microsoft.com/office/drawing/2014/main" id="{9760235B-5BA7-4D5A-DF89-F05D979B3A21}"/>
                </a:ext>
              </a:extLst>
            </p:cNvPr>
            <p:cNvSpPr>
              <a:spLocks noChangeArrowheads="1"/>
            </p:cNvSpPr>
            <p:nvPr/>
          </p:nvSpPr>
          <p:spPr bwMode="auto">
            <a:xfrm>
              <a:off x="7988300" y="1328738"/>
              <a:ext cx="31750" cy="31750"/>
            </a:xfrm>
            <a:custGeom>
              <a:avLst/>
              <a:gdLst>
                <a:gd name="T0" fmla="*/ 74 w 89"/>
                <a:gd name="T1" fmla="*/ 0 h 89"/>
                <a:gd name="T2" fmla="*/ 74 w 89"/>
                <a:gd name="T3" fmla="*/ 0 h 89"/>
                <a:gd name="T4" fmla="*/ 15 w 89"/>
                <a:gd name="T5" fmla="*/ 0 h 89"/>
                <a:gd name="T6" fmla="*/ 0 w 89"/>
                <a:gd name="T7" fmla="*/ 13 h 89"/>
                <a:gd name="T8" fmla="*/ 15 w 89"/>
                <a:gd name="T9" fmla="*/ 28 h 89"/>
                <a:gd name="T10" fmla="*/ 59 w 89"/>
                <a:gd name="T11" fmla="*/ 28 h 89"/>
                <a:gd name="T12" fmla="*/ 59 w 89"/>
                <a:gd name="T13" fmla="*/ 72 h 89"/>
                <a:gd name="T14" fmla="*/ 74 w 89"/>
                <a:gd name="T15" fmla="*/ 88 h 89"/>
                <a:gd name="T16" fmla="*/ 88 w 89"/>
                <a:gd name="T17" fmla="*/ 72 h 89"/>
                <a:gd name="T18" fmla="*/ 88 w 89"/>
                <a:gd name="T19" fmla="*/ 13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5"/>
                    <a:pt x="0" y="13"/>
                  </a:cubicBezTo>
                  <a:cubicBezTo>
                    <a:pt x="0" y="22"/>
                    <a:pt x="7" y="28"/>
                    <a:pt x="15" y="28"/>
                  </a:cubicBezTo>
                  <a:cubicBezTo>
                    <a:pt x="59" y="28"/>
                    <a:pt x="59" y="28"/>
                    <a:pt x="59" y="28"/>
                  </a:cubicBezTo>
                  <a:cubicBezTo>
                    <a:pt x="59" y="72"/>
                    <a:pt x="59" y="72"/>
                    <a:pt x="59" y="72"/>
                  </a:cubicBezTo>
                  <a:cubicBezTo>
                    <a:pt x="59" y="81"/>
                    <a:pt x="66" y="88"/>
                    <a:pt x="74" y="88"/>
                  </a:cubicBezTo>
                  <a:cubicBezTo>
                    <a:pt x="82" y="88"/>
                    <a:pt x="88" y="81"/>
                    <a:pt x="88" y="72"/>
                  </a:cubicBezTo>
                  <a:cubicBezTo>
                    <a:pt x="88" y="13"/>
                    <a:pt x="88" y="13"/>
                    <a:pt x="88" y="13"/>
                  </a:cubicBezTo>
                  <a:cubicBezTo>
                    <a:pt x="88" y="9"/>
                    <a:pt x="86" y="7"/>
                    <a:pt x="84" y="4"/>
                  </a:cubicBezTo>
                  <a:cubicBezTo>
                    <a:pt x="81" y="1"/>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A55EDC6A-73CF-40C5-B6B9-21AE08F525DE}"/>
                </a:ext>
              </a:extLst>
            </p:cNvPr>
            <p:cNvSpPr>
              <a:spLocks noChangeArrowheads="1"/>
            </p:cNvSpPr>
            <p:nvPr/>
          </p:nvSpPr>
          <p:spPr bwMode="auto">
            <a:xfrm>
              <a:off x="7883525" y="1392238"/>
              <a:ext cx="31750" cy="31750"/>
            </a:xfrm>
            <a:custGeom>
              <a:avLst/>
              <a:gdLst>
                <a:gd name="T0" fmla="*/ 72 w 88"/>
                <a:gd name="T1" fmla="*/ 0 h 89"/>
                <a:gd name="T2" fmla="*/ 72 w 88"/>
                <a:gd name="T3" fmla="*/ 0 h 89"/>
                <a:gd name="T4" fmla="*/ 15 w 88"/>
                <a:gd name="T5" fmla="*/ 0 h 89"/>
                <a:gd name="T6" fmla="*/ 0 w 88"/>
                <a:gd name="T7" fmla="*/ 14 h 89"/>
                <a:gd name="T8" fmla="*/ 15 w 88"/>
                <a:gd name="T9" fmla="*/ 29 h 89"/>
                <a:gd name="T10" fmla="*/ 59 w 88"/>
                <a:gd name="T11" fmla="*/ 29 h 89"/>
                <a:gd name="T12" fmla="*/ 59 w 88"/>
                <a:gd name="T13" fmla="*/ 73 h 89"/>
                <a:gd name="T14" fmla="*/ 72 w 88"/>
                <a:gd name="T15" fmla="*/ 88 h 89"/>
                <a:gd name="T16" fmla="*/ 87 w 88"/>
                <a:gd name="T17" fmla="*/ 73 h 89"/>
                <a:gd name="T18" fmla="*/ 87 w 88"/>
                <a:gd name="T19" fmla="*/ 14 h 89"/>
                <a:gd name="T20" fmla="*/ 83 w 88"/>
                <a:gd name="T21" fmla="*/ 4 h 89"/>
                <a:gd name="T22" fmla="*/ 72 w 88"/>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8" h="89">
                  <a:moveTo>
                    <a:pt x="72" y="0"/>
                  </a:moveTo>
                  <a:lnTo>
                    <a:pt x="72" y="0"/>
                  </a:lnTo>
                  <a:cubicBezTo>
                    <a:pt x="15" y="0"/>
                    <a:pt x="15" y="0"/>
                    <a:pt x="15" y="0"/>
                  </a:cubicBezTo>
                  <a:cubicBezTo>
                    <a:pt x="6" y="0"/>
                    <a:pt x="0" y="6"/>
                    <a:pt x="0" y="14"/>
                  </a:cubicBezTo>
                  <a:cubicBezTo>
                    <a:pt x="0" y="22"/>
                    <a:pt x="6" y="29"/>
                    <a:pt x="15" y="29"/>
                  </a:cubicBezTo>
                  <a:cubicBezTo>
                    <a:pt x="59" y="29"/>
                    <a:pt x="59" y="29"/>
                    <a:pt x="59" y="29"/>
                  </a:cubicBezTo>
                  <a:cubicBezTo>
                    <a:pt x="59" y="73"/>
                    <a:pt x="59" y="73"/>
                    <a:pt x="59" y="73"/>
                  </a:cubicBezTo>
                  <a:cubicBezTo>
                    <a:pt x="59" y="81"/>
                    <a:pt x="64" y="88"/>
                    <a:pt x="72" y="88"/>
                  </a:cubicBezTo>
                  <a:cubicBezTo>
                    <a:pt x="81" y="88"/>
                    <a:pt x="87" y="81"/>
                    <a:pt x="87" y="73"/>
                  </a:cubicBezTo>
                  <a:cubicBezTo>
                    <a:pt x="87" y="14"/>
                    <a:pt x="87" y="14"/>
                    <a:pt x="87" y="14"/>
                  </a:cubicBezTo>
                  <a:cubicBezTo>
                    <a:pt x="87" y="10"/>
                    <a:pt x="86" y="7"/>
                    <a:pt x="83" y="4"/>
                  </a:cubicBezTo>
                  <a:cubicBezTo>
                    <a:pt x="81" y="2"/>
                    <a:pt x="76"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04632162-E4BD-6274-3057-4D062A365C0C}"/>
                </a:ext>
              </a:extLst>
            </p:cNvPr>
            <p:cNvSpPr>
              <a:spLocks noChangeArrowheads="1"/>
            </p:cNvSpPr>
            <p:nvPr/>
          </p:nvSpPr>
          <p:spPr bwMode="auto">
            <a:xfrm>
              <a:off x="7935913" y="1392238"/>
              <a:ext cx="31750" cy="31750"/>
            </a:xfrm>
            <a:custGeom>
              <a:avLst/>
              <a:gdLst>
                <a:gd name="T0" fmla="*/ 73 w 89"/>
                <a:gd name="T1" fmla="*/ 0 h 89"/>
                <a:gd name="T2" fmla="*/ 73 w 89"/>
                <a:gd name="T3" fmla="*/ 0 h 89"/>
                <a:gd name="T4" fmla="*/ 14 w 89"/>
                <a:gd name="T5" fmla="*/ 0 h 89"/>
                <a:gd name="T6" fmla="*/ 0 w 89"/>
                <a:gd name="T7" fmla="*/ 14 h 89"/>
                <a:gd name="T8" fmla="*/ 14 w 89"/>
                <a:gd name="T9" fmla="*/ 29 h 89"/>
                <a:gd name="T10" fmla="*/ 58 w 89"/>
                <a:gd name="T11" fmla="*/ 29 h 89"/>
                <a:gd name="T12" fmla="*/ 58 w 89"/>
                <a:gd name="T13" fmla="*/ 73 h 89"/>
                <a:gd name="T14" fmla="*/ 73 w 89"/>
                <a:gd name="T15" fmla="*/ 88 h 89"/>
                <a:gd name="T16" fmla="*/ 88 w 89"/>
                <a:gd name="T17" fmla="*/ 73 h 89"/>
                <a:gd name="T18" fmla="*/ 88 w 89"/>
                <a:gd name="T19" fmla="*/ 14 h 89"/>
                <a:gd name="T20" fmla="*/ 84 w 89"/>
                <a:gd name="T21" fmla="*/ 4 h 89"/>
                <a:gd name="T22" fmla="*/ 73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3" y="0"/>
                  </a:moveTo>
                  <a:lnTo>
                    <a:pt x="73" y="0"/>
                  </a:lnTo>
                  <a:cubicBezTo>
                    <a:pt x="14" y="0"/>
                    <a:pt x="14" y="0"/>
                    <a:pt x="14" y="0"/>
                  </a:cubicBezTo>
                  <a:cubicBezTo>
                    <a:pt x="6" y="0"/>
                    <a:pt x="0" y="6"/>
                    <a:pt x="0" y="14"/>
                  </a:cubicBezTo>
                  <a:cubicBezTo>
                    <a:pt x="0" y="22"/>
                    <a:pt x="6" y="29"/>
                    <a:pt x="14" y="29"/>
                  </a:cubicBezTo>
                  <a:cubicBezTo>
                    <a:pt x="58" y="29"/>
                    <a:pt x="58" y="29"/>
                    <a:pt x="58" y="29"/>
                  </a:cubicBezTo>
                  <a:cubicBezTo>
                    <a:pt x="58" y="73"/>
                    <a:pt x="58" y="73"/>
                    <a:pt x="58" y="73"/>
                  </a:cubicBezTo>
                  <a:cubicBezTo>
                    <a:pt x="58" y="81"/>
                    <a:pt x="65" y="88"/>
                    <a:pt x="73" y="88"/>
                  </a:cubicBezTo>
                  <a:cubicBezTo>
                    <a:pt x="81" y="88"/>
                    <a:pt x="88" y="81"/>
                    <a:pt x="88" y="73"/>
                  </a:cubicBezTo>
                  <a:cubicBezTo>
                    <a:pt x="88" y="14"/>
                    <a:pt x="88" y="14"/>
                    <a:pt x="88" y="14"/>
                  </a:cubicBezTo>
                  <a:cubicBezTo>
                    <a:pt x="88" y="10"/>
                    <a:pt x="87" y="7"/>
                    <a:pt x="84" y="4"/>
                  </a:cubicBezTo>
                  <a:cubicBezTo>
                    <a:pt x="81" y="2"/>
                    <a:pt x="77"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588A7E54-3638-543C-8595-9C7B26097EDD}"/>
                </a:ext>
              </a:extLst>
            </p:cNvPr>
            <p:cNvSpPr>
              <a:spLocks noChangeArrowheads="1"/>
            </p:cNvSpPr>
            <p:nvPr/>
          </p:nvSpPr>
          <p:spPr bwMode="auto">
            <a:xfrm>
              <a:off x="7988300" y="1392238"/>
              <a:ext cx="31750" cy="31750"/>
            </a:xfrm>
            <a:custGeom>
              <a:avLst/>
              <a:gdLst>
                <a:gd name="T0" fmla="*/ 74 w 89"/>
                <a:gd name="T1" fmla="*/ 0 h 89"/>
                <a:gd name="T2" fmla="*/ 74 w 89"/>
                <a:gd name="T3" fmla="*/ 0 h 89"/>
                <a:gd name="T4" fmla="*/ 15 w 89"/>
                <a:gd name="T5" fmla="*/ 0 h 89"/>
                <a:gd name="T6" fmla="*/ 0 w 89"/>
                <a:gd name="T7" fmla="*/ 14 h 89"/>
                <a:gd name="T8" fmla="*/ 15 w 89"/>
                <a:gd name="T9" fmla="*/ 29 h 89"/>
                <a:gd name="T10" fmla="*/ 59 w 89"/>
                <a:gd name="T11" fmla="*/ 29 h 89"/>
                <a:gd name="T12" fmla="*/ 59 w 89"/>
                <a:gd name="T13" fmla="*/ 73 h 89"/>
                <a:gd name="T14" fmla="*/ 74 w 89"/>
                <a:gd name="T15" fmla="*/ 88 h 89"/>
                <a:gd name="T16" fmla="*/ 88 w 89"/>
                <a:gd name="T17" fmla="*/ 73 h 89"/>
                <a:gd name="T18" fmla="*/ 88 w 89"/>
                <a:gd name="T19" fmla="*/ 14 h 89"/>
                <a:gd name="T20" fmla="*/ 84 w 89"/>
                <a:gd name="T21" fmla="*/ 4 h 89"/>
                <a:gd name="T22" fmla="*/ 74 w 89"/>
                <a:gd name="T23"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74" y="0"/>
                  </a:moveTo>
                  <a:lnTo>
                    <a:pt x="74" y="0"/>
                  </a:lnTo>
                  <a:cubicBezTo>
                    <a:pt x="15" y="0"/>
                    <a:pt x="15" y="0"/>
                    <a:pt x="15" y="0"/>
                  </a:cubicBezTo>
                  <a:cubicBezTo>
                    <a:pt x="7" y="0"/>
                    <a:pt x="0" y="6"/>
                    <a:pt x="0" y="14"/>
                  </a:cubicBezTo>
                  <a:cubicBezTo>
                    <a:pt x="0" y="22"/>
                    <a:pt x="7" y="29"/>
                    <a:pt x="15" y="29"/>
                  </a:cubicBezTo>
                  <a:cubicBezTo>
                    <a:pt x="59" y="29"/>
                    <a:pt x="59" y="29"/>
                    <a:pt x="59" y="29"/>
                  </a:cubicBezTo>
                  <a:cubicBezTo>
                    <a:pt x="59" y="73"/>
                    <a:pt x="59" y="73"/>
                    <a:pt x="59" y="73"/>
                  </a:cubicBezTo>
                  <a:cubicBezTo>
                    <a:pt x="59" y="81"/>
                    <a:pt x="66" y="88"/>
                    <a:pt x="74" y="88"/>
                  </a:cubicBezTo>
                  <a:cubicBezTo>
                    <a:pt x="82" y="88"/>
                    <a:pt x="88" y="81"/>
                    <a:pt x="88" y="73"/>
                  </a:cubicBezTo>
                  <a:cubicBezTo>
                    <a:pt x="88" y="14"/>
                    <a:pt x="88" y="14"/>
                    <a:pt x="88" y="14"/>
                  </a:cubicBezTo>
                  <a:cubicBezTo>
                    <a:pt x="88" y="10"/>
                    <a:pt x="86" y="7"/>
                    <a:pt x="84" y="4"/>
                  </a:cubicBezTo>
                  <a:cubicBezTo>
                    <a:pt x="81" y="2"/>
                    <a:pt x="77"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8C31F9AF-1694-DFE1-7985-70914842502B}"/>
              </a:ext>
            </a:extLst>
          </p:cNvPr>
          <p:cNvSpPr>
            <a:spLocks noChangeArrowheads="1"/>
          </p:cNvSpPr>
          <p:nvPr/>
        </p:nvSpPr>
        <p:spPr bwMode="auto">
          <a:xfrm>
            <a:off x="10490324" y="866403"/>
            <a:ext cx="254000" cy="254000"/>
          </a:xfrm>
          <a:custGeom>
            <a:avLst/>
            <a:gdLst>
              <a:gd name="T0" fmla="*/ 351 w 705"/>
              <a:gd name="T1" fmla="*/ 14 h 704"/>
              <a:gd name="T2" fmla="*/ 351 w 705"/>
              <a:gd name="T3" fmla="*/ 14 h 704"/>
              <a:gd name="T4" fmla="*/ 337 w 705"/>
              <a:gd name="T5" fmla="*/ 0 h 704"/>
              <a:gd name="T6" fmla="*/ 322 w 705"/>
              <a:gd name="T7" fmla="*/ 14 h 704"/>
              <a:gd name="T8" fmla="*/ 322 w 705"/>
              <a:gd name="T9" fmla="*/ 44 h 704"/>
              <a:gd name="T10" fmla="*/ 322 w 705"/>
              <a:gd name="T11" fmla="*/ 132 h 704"/>
              <a:gd name="T12" fmla="*/ 322 w 705"/>
              <a:gd name="T13" fmla="*/ 186 h 704"/>
              <a:gd name="T14" fmla="*/ 2 w 705"/>
              <a:gd name="T15" fmla="*/ 680 h 704"/>
              <a:gd name="T16" fmla="*/ 2 w 705"/>
              <a:gd name="T17" fmla="*/ 695 h 704"/>
              <a:gd name="T18" fmla="*/ 15 w 705"/>
              <a:gd name="T19" fmla="*/ 703 h 704"/>
              <a:gd name="T20" fmla="*/ 689 w 705"/>
              <a:gd name="T21" fmla="*/ 703 h 704"/>
              <a:gd name="T22" fmla="*/ 701 w 705"/>
              <a:gd name="T23" fmla="*/ 695 h 704"/>
              <a:gd name="T24" fmla="*/ 700 w 705"/>
              <a:gd name="T25" fmla="*/ 680 h 704"/>
              <a:gd name="T26" fmla="*/ 351 w 705"/>
              <a:gd name="T27" fmla="*/ 186 h 704"/>
              <a:gd name="T28" fmla="*/ 351 w 705"/>
              <a:gd name="T29" fmla="*/ 146 h 704"/>
              <a:gd name="T30" fmla="*/ 513 w 705"/>
              <a:gd name="T31" fmla="*/ 146 h 704"/>
              <a:gd name="T32" fmla="*/ 525 w 705"/>
              <a:gd name="T33" fmla="*/ 139 h 704"/>
              <a:gd name="T34" fmla="*/ 525 w 705"/>
              <a:gd name="T35" fmla="*/ 124 h 704"/>
              <a:gd name="T36" fmla="*/ 501 w 705"/>
              <a:gd name="T37" fmla="*/ 88 h 704"/>
              <a:gd name="T38" fmla="*/ 525 w 705"/>
              <a:gd name="T39" fmla="*/ 51 h 704"/>
              <a:gd name="T40" fmla="*/ 525 w 705"/>
              <a:gd name="T41" fmla="*/ 37 h 704"/>
              <a:gd name="T42" fmla="*/ 513 w 705"/>
              <a:gd name="T43" fmla="*/ 29 h 704"/>
              <a:gd name="T44" fmla="*/ 351 w 705"/>
              <a:gd name="T45" fmla="*/ 29 h 704"/>
              <a:gd name="T46" fmla="*/ 351 w 705"/>
              <a:gd name="T47" fmla="*/ 14 h 704"/>
              <a:gd name="T48" fmla="*/ 337 w 705"/>
              <a:gd name="T49" fmla="*/ 216 h 704"/>
              <a:gd name="T50" fmla="*/ 337 w 705"/>
              <a:gd name="T51" fmla="*/ 216 h 704"/>
              <a:gd name="T52" fmla="*/ 477 w 705"/>
              <a:gd name="T53" fmla="*/ 415 h 704"/>
              <a:gd name="T54" fmla="*/ 454 w 705"/>
              <a:gd name="T55" fmla="*/ 456 h 704"/>
              <a:gd name="T56" fmla="*/ 407 w 705"/>
              <a:gd name="T57" fmla="*/ 387 h 704"/>
              <a:gd name="T58" fmla="*/ 395 w 705"/>
              <a:gd name="T59" fmla="*/ 380 h 704"/>
              <a:gd name="T60" fmla="*/ 383 w 705"/>
              <a:gd name="T61" fmla="*/ 387 h 704"/>
              <a:gd name="T62" fmla="*/ 337 w 705"/>
              <a:gd name="T63" fmla="*/ 456 h 704"/>
              <a:gd name="T64" fmla="*/ 291 w 705"/>
              <a:gd name="T65" fmla="*/ 387 h 704"/>
              <a:gd name="T66" fmla="*/ 278 w 705"/>
              <a:gd name="T67" fmla="*/ 380 h 704"/>
              <a:gd name="T68" fmla="*/ 266 w 705"/>
              <a:gd name="T69" fmla="*/ 387 h 704"/>
              <a:gd name="T70" fmla="*/ 222 w 705"/>
              <a:gd name="T71" fmla="*/ 453 h 704"/>
              <a:gd name="T72" fmla="*/ 205 w 705"/>
              <a:gd name="T73" fmla="*/ 420 h 704"/>
              <a:gd name="T74" fmla="*/ 337 w 705"/>
              <a:gd name="T75" fmla="*/ 216 h 704"/>
              <a:gd name="T76" fmla="*/ 42 w 705"/>
              <a:gd name="T77" fmla="*/ 673 h 704"/>
              <a:gd name="T78" fmla="*/ 42 w 705"/>
              <a:gd name="T79" fmla="*/ 673 h 704"/>
              <a:gd name="T80" fmla="*/ 186 w 705"/>
              <a:gd name="T81" fmla="*/ 449 h 704"/>
              <a:gd name="T82" fmla="*/ 207 w 705"/>
              <a:gd name="T83" fmla="*/ 489 h 704"/>
              <a:gd name="T84" fmla="*/ 219 w 705"/>
              <a:gd name="T85" fmla="*/ 497 h 704"/>
              <a:gd name="T86" fmla="*/ 231 w 705"/>
              <a:gd name="T87" fmla="*/ 490 h 704"/>
              <a:gd name="T88" fmla="*/ 278 w 705"/>
              <a:gd name="T89" fmla="*/ 422 h 704"/>
              <a:gd name="T90" fmla="*/ 325 w 705"/>
              <a:gd name="T91" fmla="*/ 490 h 704"/>
              <a:gd name="T92" fmla="*/ 337 w 705"/>
              <a:gd name="T93" fmla="*/ 497 h 704"/>
              <a:gd name="T94" fmla="*/ 350 w 705"/>
              <a:gd name="T95" fmla="*/ 490 h 704"/>
              <a:gd name="T96" fmla="*/ 395 w 705"/>
              <a:gd name="T97" fmla="*/ 422 h 704"/>
              <a:gd name="T98" fmla="*/ 442 w 705"/>
              <a:gd name="T99" fmla="*/ 490 h 704"/>
              <a:gd name="T100" fmla="*/ 454 w 705"/>
              <a:gd name="T101" fmla="*/ 497 h 704"/>
              <a:gd name="T102" fmla="*/ 466 w 705"/>
              <a:gd name="T103" fmla="*/ 490 h 704"/>
              <a:gd name="T104" fmla="*/ 496 w 705"/>
              <a:gd name="T105" fmla="*/ 441 h 704"/>
              <a:gd name="T106" fmla="*/ 660 w 705"/>
              <a:gd name="T107" fmla="*/ 673 h 704"/>
              <a:gd name="T108" fmla="*/ 42 w 705"/>
              <a:gd name="T109" fmla="*/ 673 h 704"/>
              <a:gd name="T110" fmla="*/ 485 w 705"/>
              <a:gd name="T111" fmla="*/ 58 h 704"/>
              <a:gd name="T112" fmla="*/ 485 w 705"/>
              <a:gd name="T113" fmla="*/ 58 h 704"/>
              <a:gd name="T114" fmla="*/ 470 w 705"/>
              <a:gd name="T115" fmla="*/ 80 h 704"/>
              <a:gd name="T116" fmla="*/ 470 w 705"/>
              <a:gd name="T117" fmla="*/ 95 h 704"/>
              <a:gd name="T118" fmla="*/ 485 w 705"/>
              <a:gd name="T119" fmla="*/ 117 h 704"/>
              <a:gd name="T120" fmla="*/ 351 w 705"/>
              <a:gd name="T121" fmla="*/ 117 h 704"/>
              <a:gd name="T122" fmla="*/ 351 w 705"/>
              <a:gd name="T123" fmla="*/ 58 h 704"/>
              <a:gd name="T124" fmla="*/ 485 w 705"/>
              <a:gd name="T125" fmla="*/ 5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5" h="704">
                <a:moveTo>
                  <a:pt x="351" y="14"/>
                </a:moveTo>
                <a:lnTo>
                  <a:pt x="351" y="14"/>
                </a:lnTo>
                <a:cubicBezTo>
                  <a:pt x="351" y="6"/>
                  <a:pt x="345" y="0"/>
                  <a:pt x="337" y="0"/>
                </a:cubicBezTo>
                <a:cubicBezTo>
                  <a:pt x="329" y="0"/>
                  <a:pt x="322" y="6"/>
                  <a:pt x="322" y="14"/>
                </a:cubicBezTo>
                <a:cubicBezTo>
                  <a:pt x="322" y="44"/>
                  <a:pt x="322" y="44"/>
                  <a:pt x="322" y="44"/>
                </a:cubicBezTo>
                <a:cubicBezTo>
                  <a:pt x="322" y="132"/>
                  <a:pt x="322" y="132"/>
                  <a:pt x="322" y="132"/>
                </a:cubicBezTo>
                <a:cubicBezTo>
                  <a:pt x="322" y="186"/>
                  <a:pt x="322" y="186"/>
                  <a:pt x="322" y="186"/>
                </a:cubicBezTo>
                <a:cubicBezTo>
                  <a:pt x="2" y="680"/>
                  <a:pt x="2" y="680"/>
                  <a:pt x="2" y="680"/>
                </a:cubicBezTo>
                <a:cubicBezTo>
                  <a:pt x="0" y="684"/>
                  <a:pt x="0" y="691"/>
                  <a:pt x="2" y="695"/>
                </a:cubicBezTo>
                <a:cubicBezTo>
                  <a:pt x="5" y="699"/>
                  <a:pt x="9" y="703"/>
                  <a:pt x="15" y="703"/>
                </a:cubicBezTo>
                <a:cubicBezTo>
                  <a:pt x="689" y="703"/>
                  <a:pt x="689" y="703"/>
                  <a:pt x="689" y="703"/>
                </a:cubicBezTo>
                <a:cubicBezTo>
                  <a:pt x="694" y="703"/>
                  <a:pt x="698" y="699"/>
                  <a:pt x="701" y="695"/>
                </a:cubicBezTo>
                <a:cubicBezTo>
                  <a:pt x="704" y="689"/>
                  <a:pt x="704" y="684"/>
                  <a:pt x="700" y="680"/>
                </a:cubicBezTo>
                <a:cubicBezTo>
                  <a:pt x="351" y="186"/>
                  <a:pt x="351" y="186"/>
                  <a:pt x="351" y="186"/>
                </a:cubicBezTo>
                <a:cubicBezTo>
                  <a:pt x="351" y="146"/>
                  <a:pt x="351" y="146"/>
                  <a:pt x="351" y="146"/>
                </a:cubicBezTo>
                <a:cubicBezTo>
                  <a:pt x="513" y="146"/>
                  <a:pt x="513" y="146"/>
                  <a:pt x="513" y="146"/>
                </a:cubicBezTo>
                <a:cubicBezTo>
                  <a:pt x="518" y="146"/>
                  <a:pt x="522" y="143"/>
                  <a:pt x="525" y="139"/>
                </a:cubicBezTo>
                <a:cubicBezTo>
                  <a:pt x="528" y="133"/>
                  <a:pt x="528" y="128"/>
                  <a:pt x="525" y="124"/>
                </a:cubicBezTo>
                <a:cubicBezTo>
                  <a:pt x="501" y="88"/>
                  <a:pt x="501" y="88"/>
                  <a:pt x="501" y="88"/>
                </a:cubicBezTo>
                <a:cubicBezTo>
                  <a:pt x="525" y="51"/>
                  <a:pt x="525" y="51"/>
                  <a:pt x="525" y="51"/>
                </a:cubicBezTo>
                <a:cubicBezTo>
                  <a:pt x="528" y="47"/>
                  <a:pt x="528" y="41"/>
                  <a:pt x="525" y="37"/>
                </a:cubicBezTo>
                <a:cubicBezTo>
                  <a:pt x="522" y="32"/>
                  <a:pt x="518" y="29"/>
                  <a:pt x="513" y="29"/>
                </a:cubicBezTo>
                <a:cubicBezTo>
                  <a:pt x="351" y="29"/>
                  <a:pt x="351" y="29"/>
                  <a:pt x="351" y="29"/>
                </a:cubicBezTo>
                <a:lnTo>
                  <a:pt x="351" y="14"/>
                </a:lnTo>
                <a:close/>
                <a:moveTo>
                  <a:pt x="337" y="216"/>
                </a:moveTo>
                <a:lnTo>
                  <a:pt x="337" y="216"/>
                </a:lnTo>
                <a:cubicBezTo>
                  <a:pt x="477" y="415"/>
                  <a:pt x="477" y="415"/>
                  <a:pt x="477" y="415"/>
                </a:cubicBezTo>
                <a:cubicBezTo>
                  <a:pt x="454" y="456"/>
                  <a:pt x="454" y="456"/>
                  <a:pt x="454" y="456"/>
                </a:cubicBezTo>
                <a:cubicBezTo>
                  <a:pt x="407" y="387"/>
                  <a:pt x="407" y="387"/>
                  <a:pt x="407" y="387"/>
                </a:cubicBezTo>
                <a:cubicBezTo>
                  <a:pt x="404" y="383"/>
                  <a:pt x="400" y="380"/>
                  <a:pt x="395" y="380"/>
                </a:cubicBezTo>
                <a:cubicBezTo>
                  <a:pt x="391" y="380"/>
                  <a:pt x="385" y="383"/>
                  <a:pt x="383" y="387"/>
                </a:cubicBezTo>
                <a:cubicBezTo>
                  <a:pt x="337" y="456"/>
                  <a:pt x="337" y="456"/>
                  <a:pt x="337" y="456"/>
                </a:cubicBezTo>
                <a:cubicBezTo>
                  <a:pt x="291" y="387"/>
                  <a:pt x="291" y="387"/>
                  <a:pt x="291" y="387"/>
                </a:cubicBezTo>
                <a:cubicBezTo>
                  <a:pt x="288" y="383"/>
                  <a:pt x="284" y="380"/>
                  <a:pt x="278" y="380"/>
                </a:cubicBezTo>
                <a:cubicBezTo>
                  <a:pt x="273" y="380"/>
                  <a:pt x="269" y="383"/>
                  <a:pt x="266" y="387"/>
                </a:cubicBezTo>
                <a:cubicBezTo>
                  <a:pt x="222" y="453"/>
                  <a:pt x="222" y="453"/>
                  <a:pt x="222" y="453"/>
                </a:cubicBezTo>
                <a:cubicBezTo>
                  <a:pt x="205" y="420"/>
                  <a:pt x="205" y="420"/>
                  <a:pt x="205" y="420"/>
                </a:cubicBezTo>
                <a:lnTo>
                  <a:pt x="337" y="216"/>
                </a:lnTo>
                <a:close/>
                <a:moveTo>
                  <a:pt x="42" y="673"/>
                </a:moveTo>
                <a:lnTo>
                  <a:pt x="42" y="673"/>
                </a:lnTo>
                <a:cubicBezTo>
                  <a:pt x="186" y="449"/>
                  <a:pt x="186" y="449"/>
                  <a:pt x="186" y="449"/>
                </a:cubicBezTo>
                <a:cubicBezTo>
                  <a:pt x="207" y="489"/>
                  <a:pt x="207" y="489"/>
                  <a:pt x="207" y="489"/>
                </a:cubicBezTo>
                <a:cubicBezTo>
                  <a:pt x="208" y="494"/>
                  <a:pt x="214" y="497"/>
                  <a:pt x="219" y="497"/>
                </a:cubicBezTo>
                <a:cubicBezTo>
                  <a:pt x="223" y="497"/>
                  <a:pt x="229" y="496"/>
                  <a:pt x="231" y="490"/>
                </a:cubicBezTo>
                <a:cubicBezTo>
                  <a:pt x="278" y="422"/>
                  <a:pt x="278" y="422"/>
                  <a:pt x="278" y="422"/>
                </a:cubicBezTo>
                <a:cubicBezTo>
                  <a:pt x="325" y="490"/>
                  <a:pt x="325" y="490"/>
                  <a:pt x="325" y="490"/>
                </a:cubicBezTo>
                <a:cubicBezTo>
                  <a:pt x="328" y="494"/>
                  <a:pt x="332" y="497"/>
                  <a:pt x="337" y="497"/>
                </a:cubicBezTo>
                <a:cubicBezTo>
                  <a:pt x="341" y="497"/>
                  <a:pt x="347" y="494"/>
                  <a:pt x="350" y="490"/>
                </a:cubicBezTo>
                <a:cubicBezTo>
                  <a:pt x="395" y="422"/>
                  <a:pt x="395" y="422"/>
                  <a:pt x="395" y="422"/>
                </a:cubicBezTo>
                <a:cubicBezTo>
                  <a:pt x="442" y="490"/>
                  <a:pt x="442" y="490"/>
                  <a:pt x="442" y="490"/>
                </a:cubicBezTo>
                <a:cubicBezTo>
                  <a:pt x="444" y="494"/>
                  <a:pt x="450" y="497"/>
                  <a:pt x="454" y="497"/>
                </a:cubicBezTo>
                <a:cubicBezTo>
                  <a:pt x="459" y="497"/>
                  <a:pt x="464" y="494"/>
                  <a:pt x="466" y="490"/>
                </a:cubicBezTo>
                <a:cubicBezTo>
                  <a:pt x="496" y="441"/>
                  <a:pt x="496" y="441"/>
                  <a:pt x="496" y="441"/>
                </a:cubicBezTo>
                <a:cubicBezTo>
                  <a:pt x="660" y="673"/>
                  <a:pt x="660" y="673"/>
                  <a:pt x="660" y="673"/>
                </a:cubicBezTo>
                <a:lnTo>
                  <a:pt x="42" y="673"/>
                </a:lnTo>
                <a:close/>
                <a:moveTo>
                  <a:pt x="485" y="58"/>
                </a:moveTo>
                <a:lnTo>
                  <a:pt x="485" y="58"/>
                </a:lnTo>
                <a:cubicBezTo>
                  <a:pt x="470" y="80"/>
                  <a:pt x="470" y="80"/>
                  <a:pt x="470" y="80"/>
                </a:cubicBezTo>
                <a:cubicBezTo>
                  <a:pt x="468" y="84"/>
                  <a:pt x="468" y="91"/>
                  <a:pt x="470" y="95"/>
                </a:cubicBezTo>
                <a:cubicBezTo>
                  <a:pt x="485" y="117"/>
                  <a:pt x="485" y="117"/>
                  <a:pt x="485" y="117"/>
                </a:cubicBezTo>
                <a:cubicBezTo>
                  <a:pt x="351" y="117"/>
                  <a:pt x="351" y="117"/>
                  <a:pt x="351" y="117"/>
                </a:cubicBezTo>
                <a:cubicBezTo>
                  <a:pt x="351" y="58"/>
                  <a:pt x="351" y="58"/>
                  <a:pt x="351" y="58"/>
                </a:cubicBezTo>
                <a:lnTo>
                  <a:pt x="485" y="58"/>
                </a:lnTo>
                <a:close/>
              </a:path>
            </a:pathLst>
          </a:custGeom>
          <a:solidFill>
            <a:schemeClr val="accent4"/>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E73A3A4A-902D-58BB-7D4F-9C00414AACCA}"/>
              </a:ext>
            </a:extLst>
          </p:cNvPr>
          <p:cNvGrpSpPr/>
          <p:nvPr/>
        </p:nvGrpSpPr>
        <p:grpSpPr>
          <a:xfrm>
            <a:off x="8461499" y="2910409"/>
            <a:ext cx="254000" cy="168275"/>
            <a:chOff x="7319963" y="3271838"/>
            <a:chExt cx="254000" cy="168275"/>
          </a:xfrm>
          <a:solidFill>
            <a:schemeClr val="accent4"/>
          </a:solidFill>
        </p:grpSpPr>
        <p:sp>
          <p:nvSpPr>
            <p:cNvPr id="160" name="Freeform 129">
              <a:extLst>
                <a:ext uri="{FF2B5EF4-FFF2-40B4-BE49-F238E27FC236}">
                  <a16:creationId xmlns:a16="http://schemas.microsoft.com/office/drawing/2014/main" id="{A76EDF36-7E11-7CA4-E3AE-7E17C4B2C45F}"/>
                </a:ext>
              </a:extLst>
            </p:cNvPr>
            <p:cNvSpPr>
              <a:spLocks noChangeArrowheads="1"/>
            </p:cNvSpPr>
            <p:nvPr/>
          </p:nvSpPr>
          <p:spPr bwMode="auto">
            <a:xfrm>
              <a:off x="7319963" y="3271838"/>
              <a:ext cx="254000" cy="168275"/>
            </a:xfrm>
            <a:custGeom>
              <a:avLst/>
              <a:gdLst>
                <a:gd name="T0" fmla="*/ 44 w 704"/>
                <a:gd name="T1" fmla="*/ 468 h 469"/>
                <a:gd name="T2" fmla="*/ 44 w 704"/>
                <a:gd name="T3" fmla="*/ 468 h 469"/>
                <a:gd name="T4" fmla="*/ 659 w 704"/>
                <a:gd name="T5" fmla="*/ 468 h 469"/>
                <a:gd name="T6" fmla="*/ 703 w 704"/>
                <a:gd name="T7" fmla="*/ 424 h 469"/>
                <a:gd name="T8" fmla="*/ 703 w 704"/>
                <a:gd name="T9" fmla="*/ 190 h 469"/>
                <a:gd name="T10" fmla="*/ 703 w 704"/>
                <a:gd name="T11" fmla="*/ 102 h 469"/>
                <a:gd name="T12" fmla="*/ 703 w 704"/>
                <a:gd name="T13" fmla="*/ 43 h 469"/>
                <a:gd name="T14" fmla="*/ 659 w 704"/>
                <a:gd name="T15" fmla="*/ 0 h 469"/>
                <a:gd name="T16" fmla="*/ 44 w 704"/>
                <a:gd name="T17" fmla="*/ 0 h 469"/>
                <a:gd name="T18" fmla="*/ 0 w 704"/>
                <a:gd name="T19" fmla="*/ 43 h 469"/>
                <a:gd name="T20" fmla="*/ 0 w 704"/>
                <a:gd name="T21" fmla="*/ 102 h 469"/>
                <a:gd name="T22" fmla="*/ 0 w 704"/>
                <a:gd name="T23" fmla="*/ 190 h 469"/>
                <a:gd name="T24" fmla="*/ 0 w 704"/>
                <a:gd name="T25" fmla="*/ 424 h 469"/>
                <a:gd name="T26" fmla="*/ 44 w 704"/>
                <a:gd name="T27" fmla="*/ 468 h 469"/>
                <a:gd name="T28" fmla="*/ 29 w 704"/>
                <a:gd name="T29" fmla="*/ 116 h 469"/>
                <a:gd name="T30" fmla="*/ 29 w 704"/>
                <a:gd name="T31" fmla="*/ 116 h 469"/>
                <a:gd name="T32" fmla="*/ 673 w 704"/>
                <a:gd name="T33" fmla="*/ 116 h 469"/>
                <a:gd name="T34" fmla="*/ 673 w 704"/>
                <a:gd name="T35" fmla="*/ 175 h 469"/>
                <a:gd name="T36" fmla="*/ 29 w 704"/>
                <a:gd name="T37" fmla="*/ 175 h 469"/>
                <a:gd name="T38" fmla="*/ 29 w 704"/>
                <a:gd name="T39" fmla="*/ 116 h 469"/>
                <a:gd name="T40" fmla="*/ 659 w 704"/>
                <a:gd name="T41" fmla="*/ 439 h 469"/>
                <a:gd name="T42" fmla="*/ 659 w 704"/>
                <a:gd name="T43" fmla="*/ 439 h 469"/>
                <a:gd name="T44" fmla="*/ 44 w 704"/>
                <a:gd name="T45" fmla="*/ 439 h 469"/>
                <a:gd name="T46" fmla="*/ 29 w 704"/>
                <a:gd name="T47" fmla="*/ 424 h 469"/>
                <a:gd name="T48" fmla="*/ 29 w 704"/>
                <a:gd name="T49" fmla="*/ 204 h 469"/>
                <a:gd name="T50" fmla="*/ 673 w 704"/>
                <a:gd name="T51" fmla="*/ 204 h 469"/>
                <a:gd name="T52" fmla="*/ 673 w 704"/>
                <a:gd name="T53" fmla="*/ 424 h 469"/>
                <a:gd name="T54" fmla="*/ 659 w 704"/>
                <a:gd name="T55" fmla="*/ 439 h 469"/>
                <a:gd name="T56" fmla="*/ 44 w 704"/>
                <a:gd name="T57" fmla="*/ 28 h 469"/>
                <a:gd name="T58" fmla="*/ 44 w 704"/>
                <a:gd name="T59" fmla="*/ 28 h 469"/>
                <a:gd name="T60" fmla="*/ 659 w 704"/>
                <a:gd name="T61" fmla="*/ 28 h 469"/>
                <a:gd name="T62" fmla="*/ 673 w 704"/>
                <a:gd name="T63" fmla="*/ 43 h 469"/>
                <a:gd name="T64" fmla="*/ 673 w 704"/>
                <a:gd name="T65" fmla="*/ 87 h 469"/>
                <a:gd name="T66" fmla="*/ 29 w 704"/>
                <a:gd name="T67" fmla="*/ 87 h 469"/>
                <a:gd name="T68" fmla="*/ 29 w 704"/>
                <a:gd name="T69" fmla="*/ 43 h 469"/>
                <a:gd name="T70" fmla="*/ 44 w 704"/>
                <a:gd name="T71" fmla="*/ 28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04" h="469">
                  <a:moveTo>
                    <a:pt x="44" y="468"/>
                  </a:moveTo>
                  <a:lnTo>
                    <a:pt x="44" y="468"/>
                  </a:lnTo>
                  <a:cubicBezTo>
                    <a:pt x="659" y="468"/>
                    <a:pt x="659" y="468"/>
                    <a:pt x="659" y="468"/>
                  </a:cubicBezTo>
                  <a:cubicBezTo>
                    <a:pt x="683" y="468"/>
                    <a:pt x="703" y="448"/>
                    <a:pt x="703" y="424"/>
                  </a:cubicBezTo>
                  <a:cubicBezTo>
                    <a:pt x="703" y="190"/>
                    <a:pt x="703" y="190"/>
                    <a:pt x="703" y="190"/>
                  </a:cubicBezTo>
                  <a:cubicBezTo>
                    <a:pt x="703" y="102"/>
                    <a:pt x="703" y="102"/>
                    <a:pt x="703" y="102"/>
                  </a:cubicBezTo>
                  <a:cubicBezTo>
                    <a:pt x="703" y="43"/>
                    <a:pt x="703" y="43"/>
                    <a:pt x="703" y="43"/>
                  </a:cubicBezTo>
                  <a:cubicBezTo>
                    <a:pt x="703" y="19"/>
                    <a:pt x="683" y="0"/>
                    <a:pt x="659" y="0"/>
                  </a:cubicBezTo>
                  <a:cubicBezTo>
                    <a:pt x="44" y="0"/>
                    <a:pt x="44" y="0"/>
                    <a:pt x="44" y="0"/>
                  </a:cubicBezTo>
                  <a:cubicBezTo>
                    <a:pt x="20" y="0"/>
                    <a:pt x="0" y="19"/>
                    <a:pt x="0" y="43"/>
                  </a:cubicBezTo>
                  <a:cubicBezTo>
                    <a:pt x="0" y="102"/>
                    <a:pt x="0" y="102"/>
                    <a:pt x="0" y="102"/>
                  </a:cubicBezTo>
                  <a:cubicBezTo>
                    <a:pt x="0" y="190"/>
                    <a:pt x="0" y="190"/>
                    <a:pt x="0" y="190"/>
                  </a:cubicBezTo>
                  <a:cubicBezTo>
                    <a:pt x="0" y="424"/>
                    <a:pt x="0" y="424"/>
                    <a:pt x="0" y="424"/>
                  </a:cubicBezTo>
                  <a:cubicBezTo>
                    <a:pt x="0" y="448"/>
                    <a:pt x="20" y="468"/>
                    <a:pt x="44" y="468"/>
                  </a:cubicBezTo>
                  <a:close/>
                  <a:moveTo>
                    <a:pt x="29" y="116"/>
                  </a:moveTo>
                  <a:lnTo>
                    <a:pt x="29" y="116"/>
                  </a:lnTo>
                  <a:cubicBezTo>
                    <a:pt x="673" y="116"/>
                    <a:pt x="673" y="116"/>
                    <a:pt x="673" y="116"/>
                  </a:cubicBezTo>
                  <a:cubicBezTo>
                    <a:pt x="673" y="175"/>
                    <a:pt x="673" y="175"/>
                    <a:pt x="673" y="175"/>
                  </a:cubicBezTo>
                  <a:cubicBezTo>
                    <a:pt x="29" y="175"/>
                    <a:pt x="29" y="175"/>
                    <a:pt x="29" y="175"/>
                  </a:cubicBezTo>
                  <a:lnTo>
                    <a:pt x="29" y="116"/>
                  </a:lnTo>
                  <a:close/>
                  <a:moveTo>
                    <a:pt x="659" y="439"/>
                  </a:moveTo>
                  <a:lnTo>
                    <a:pt x="659" y="439"/>
                  </a:lnTo>
                  <a:cubicBezTo>
                    <a:pt x="44" y="439"/>
                    <a:pt x="44" y="439"/>
                    <a:pt x="44" y="439"/>
                  </a:cubicBezTo>
                  <a:cubicBezTo>
                    <a:pt x="36" y="439"/>
                    <a:pt x="29" y="432"/>
                    <a:pt x="29" y="424"/>
                  </a:cubicBezTo>
                  <a:cubicBezTo>
                    <a:pt x="29" y="204"/>
                    <a:pt x="29" y="204"/>
                    <a:pt x="29" y="204"/>
                  </a:cubicBezTo>
                  <a:cubicBezTo>
                    <a:pt x="673" y="204"/>
                    <a:pt x="673" y="204"/>
                    <a:pt x="673" y="204"/>
                  </a:cubicBezTo>
                  <a:cubicBezTo>
                    <a:pt x="673" y="424"/>
                    <a:pt x="673" y="424"/>
                    <a:pt x="673" y="424"/>
                  </a:cubicBezTo>
                  <a:cubicBezTo>
                    <a:pt x="673" y="432"/>
                    <a:pt x="667" y="439"/>
                    <a:pt x="659" y="439"/>
                  </a:cubicBezTo>
                  <a:close/>
                  <a:moveTo>
                    <a:pt x="44" y="28"/>
                  </a:moveTo>
                  <a:lnTo>
                    <a:pt x="44" y="28"/>
                  </a:lnTo>
                  <a:cubicBezTo>
                    <a:pt x="659" y="28"/>
                    <a:pt x="659" y="28"/>
                    <a:pt x="659" y="28"/>
                  </a:cubicBezTo>
                  <a:cubicBezTo>
                    <a:pt x="667" y="28"/>
                    <a:pt x="673" y="35"/>
                    <a:pt x="673" y="43"/>
                  </a:cubicBezTo>
                  <a:cubicBezTo>
                    <a:pt x="673" y="87"/>
                    <a:pt x="673" y="87"/>
                    <a:pt x="673" y="87"/>
                  </a:cubicBezTo>
                  <a:cubicBezTo>
                    <a:pt x="29" y="87"/>
                    <a:pt x="29" y="87"/>
                    <a:pt x="29" y="87"/>
                  </a:cubicBezTo>
                  <a:cubicBezTo>
                    <a:pt x="29" y="43"/>
                    <a:pt x="29" y="43"/>
                    <a:pt x="29" y="43"/>
                  </a:cubicBezTo>
                  <a:cubicBezTo>
                    <a:pt x="29" y="35"/>
                    <a:pt x="36"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1D504AB2-790F-C4C3-B227-00C7D5855EE9}"/>
                </a:ext>
              </a:extLst>
            </p:cNvPr>
            <p:cNvSpPr>
              <a:spLocks noChangeArrowheads="1"/>
            </p:cNvSpPr>
            <p:nvPr/>
          </p:nvSpPr>
          <p:spPr bwMode="auto">
            <a:xfrm>
              <a:off x="7478713" y="3398838"/>
              <a:ext cx="63500" cy="11112"/>
            </a:xfrm>
            <a:custGeom>
              <a:avLst/>
              <a:gdLst>
                <a:gd name="T0" fmla="*/ 160 w 176"/>
                <a:gd name="T1" fmla="*/ 0 h 30"/>
                <a:gd name="T2" fmla="*/ 160 w 176"/>
                <a:gd name="T3" fmla="*/ 0 h 30"/>
                <a:gd name="T4" fmla="*/ 13 w 176"/>
                <a:gd name="T5" fmla="*/ 0 h 30"/>
                <a:gd name="T6" fmla="*/ 0 w 176"/>
                <a:gd name="T7" fmla="*/ 15 h 30"/>
                <a:gd name="T8" fmla="*/ 13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3" y="0"/>
                    <a:pt x="13" y="0"/>
                    <a:pt x="13" y="0"/>
                  </a:cubicBezTo>
                  <a:cubicBezTo>
                    <a:pt x="5" y="0"/>
                    <a:pt x="0" y="7"/>
                    <a:pt x="0" y="15"/>
                  </a:cubicBezTo>
                  <a:cubicBezTo>
                    <a:pt x="0" y="22"/>
                    <a:pt x="5" y="29"/>
                    <a:pt x="13" y="29"/>
                  </a:cubicBezTo>
                  <a:cubicBezTo>
                    <a:pt x="160" y="29"/>
                    <a:pt x="160" y="29"/>
                    <a:pt x="160" y="29"/>
                  </a:cubicBezTo>
                  <a:cubicBezTo>
                    <a:pt x="168" y="29"/>
                    <a:pt x="175" y="22"/>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6F484CD-30FE-E50A-7659-AD15037A2CF6}"/>
              </a:ext>
            </a:extLst>
          </p:cNvPr>
          <p:cNvGrpSpPr/>
          <p:nvPr/>
        </p:nvGrpSpPr>
        <p:grpSpPr>
          <a:xfrm>
            <a:off x="8972674" y="1878434"/>
            <a:ext cx="254000" cy="254000"/>
            <a:chOff x="7831138" y="2214563"/>
            <a:chExt cx="254000" cy="254000"/>
          </a:xfrm>
          <a:solidFill>
            <a:schemeClr val="accent4"/>
          </a:solidFill>
        </p:grpSpPr>
        <p:sp>
          <p:nvSpPr>
            <p:cNvPr id="163" name="Freeform 131">
              <a:extLst>
                <a:ext uri="{FF2B5EF4-FFF2-40B4-BE49-F238E27FC236}">
                  <a16:creationId xmlns:a16="http://schemas.microsoft.com/office/drawing/2014/main" id="{989E7BE9-1426-9057-9D79-452A743D2B0C}"/>
                </a:ext>
              </a:extLst>
            </p:cNvPr>
            <p:cNvSpPr>
              <a:spLocks noChangeArrowheads="1"/>
            </p:cNvSpPr>
            <p:nvPr/>
          </p:nvSpPr>
          <p:spPr bwMode="auto">
            <a:xfrm>
              <a:off x="7947025" y="2214563"/>
              <a:ext cx="138113" cy="138112"/>
            </a:xfrm>
            <a:custGeom>
              <a:avLst/>
              <a:gdLst>
                <a:gd name="T0" fmla="*/ 368 w 384"/>
                <a:gd name="T1" fmla="*/ 89 h 384"/>
                <a:gd name="T2" fmla="*/ 368 w 384"/>
                <a:gd name="T3" fmla="*/ 89 h 384"/>
                <a:gd name="T4" fmla="*/ 294 w 384"/>
                <a:gd name="T5" fmla="*/ 89 h 384"/>
                <a:gd name="T6" fmla="*/ 294 w 384"/>
                <a:gd name="T7" fmla="*/ 15 h 384"/>
                <a:gd name="T8" fmla="*/ 285 w 384"/>
                <a:gd name="T9" fmla="*/ 1 h 384"/>
                <a:gd name="T10" fmla="*/ 269 w 384"/>
                <a:gd name="T11" fmla="*/ 6 h 384"/>
                <a:gd name="T12" fmla="*/ 152 w 384"/>
                <a:gd name="T13" fmla="*/ 122 h 384"/>
                <a:gd name="T14" fmla="*/ 148 w 384"/>
                <a:gd name="T15" fmla="*/ 133 h 384"/>
                <a:gd name="T16" fmla="*/ 148 w 384"/>
                <a:gd name="T17" fmla="*/ 214 h 384"/>
                <a:gd name="T18" fmla="*/ 5 w 384"/>
                <a:gd name="T19" fmla="*/ 357 h 384"/>
                <a:gd name="T20" fmla="*/ 5 w 384"/>
                <a:gd name="T21" fmla="*/ 378 h 384"/>
                <a:gd name="T22" fmla="*/ 26 w 384"/>
                <a:gd name="T23" fmla="*/ 378 h 384"/>
                <a:gd name="T24" fmla="*/ 169 w 384"/>
                <a:gd name="T25" fmla="*/ 235 h 384"/>
                <a:gd name="T26" fmla="*/ 250 w 384"/>
                <a:gd name="T27" fmla="*/ 235 h 384"/>
                <a:gd name="T28" fmla="*/ 261 w 384"/>
                <a:gd name="T29" fmla="*/ 231 h 384"/>
                <a:gd name="T30" fmla="*/ 377 w 384"/>
                <a:gd name="T31" fmla="*/ 114 h 384"/>
                <a:gd name="T32" fmla="*/ 381 w 384"/>
                <a:gd name="T33" fmla="*/ 98 h 384"/>
                <a:gd name="T34" fmla="*/ 368 w 384"/>
                <a:gd name="T35" fmla="*/ 89 h 384"/>
                <a:gd name="T36" fmla="*/ 244 w 384"/>
                <a:gd name="T37" fmla="*/ 206 h 384"/>
                <a:gd name="T38" fmla="*/ 244 w 384"/>
                <a:gd name="T39" fmla="*/ 206 h 384"/>
                <a:gd name="T40" fmla="*/ 177 w 384"/>
                <a:gd name="T41" fmla="*/ 206 h 384"/>
                <a:gd name="T42" fmla="*/ 177 w 384"/>
                <a:gd name="T43" fmla="*/ 139 h 384"/>
                <a:gd name="T44" fmla="*/ 265 w 384"/>
                <a:gd name="T45" fmla="*/ 51 h 384"/>
                <a:gd name="T46" fmla="*/ 265 w 384"/>
                <a:gd name="T47" fmla="*/ 103 h 384"/>
                <a:gd name="T48" fmla="*/ 269 w 384"/>
                <a:gd name="T49" fmla="*/ 114 h 384"/>
                <a:gd name="T50" fmla="*/ 280 w 384"/>
                <a:gd name="T51" fmla="*/ 118 h 384"/>
                <a:gd name="T52" fmla="*/ 332 w 384"/>
                <a:gd name="T53" fmla="*/ 118 h 384"/>
                <a:gd name="T54" fmla="*/ 244 w 384"/>
                <a:gd name="T55" fmla="*/ 206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84" h="384">
                  <a:moveTo>
                    <a:pt x="368" y="89"/>
                  </a:moveTo>
                  <a:lnTo>
                    <a:pt x="368" y="89"/>
                  </a:lnTo>
                  <a:cubicBezTo>
                    <a:pt x="294" y="89"/>
                    <a:pt x="294" y="89"/>
                    <a:pt x="294" y="89"/>
                  </a:cubicBezTo>
                  <a:cubicBezTo>
                    <a:pt x="294" y="15"/>
                    <a:pt x="294" y="15"/>
                    <a:pt x="294" y="15"/>
                  </a:cubicBezTo>
                  <a:cubicBezTo>
                    <a:pt x="294" y="10"/>
                    <a:pt x="291" y="4"/>
                    <a:pt x="285" y="1"/>
                  </a:cubicBezTo>
                  <a:cubicBezTo>
                    <a:pt x="280" y="0"/>
                    <a:pt x="273" y="1"/>
                    <a:pt x="269" y="6"/>
                  </a:cubicBezTo>
                  <a:cubicBezTo>
                    <a:pt x="152" y="122"/>
                    <a:pt x="152" y="122"/>
                    <a:pt x="152" y="122"/>
                  </a:cubicBezTo>
                  <a:cubicBezTo>
                    <a:pt x="149" y="125"/>
                    <a:pt x="148" y="129"/>
                    <a:pt x="148" y="133"/>
                  </a:cubicBezTo>
                  <a:cubicBezTo>
                    <a:pt x="148" y="214"/>
                    <a:pt x="148" y="214"/>
                    <a:pt x="148" y="214"/>
                  </a:cubicBezTo>
                  <a:cubicBezTo>
                    <a:pt x="5" y="357"/>
                    <a:pt x="5" y="357"/>
                    <a:pt x="5" y="357"/>
                  </a:cubicBezTo>
                  <a:cubicBezTo>
                    <a:pt x="0" y="362"/>
                    <a:pt x="0" y="372"/>
                    <a:pt x="5" y="378"/>
                  </a:cubicBezTo>
                  <a:cubicBezTo>
                    <a:pt x="11" y="383"/>
                    <a:pt x="20" y="383"/>
                    <a:pt x="26" y="378"/>
                  </a:cubicBezTo>
                  <a:cubicBezTo>
                    <a:pt x="169" y="235"/>
                    <a:pt x="169" y="235"/>
                    <a:pt x="169" y="235"/>
                  </a:cubicBezTo>
                  <a:cubicBezTo>
                    <a:pt x="250" y="235"/>
                    <a:pt x="250" y="235"/>
                    <a:pt x="250" y="235"/>
                  </a:cubicBezTo>
                  <a:cubicBezTo>
                    <a:pt x="254" y="235"/>
                    <a:pt x="258" y="233"/>
                    <a:pt x="261" y="231"/>
                  </a:cubicBezTo>
                  <a:cubicBezTo>
                    <a:pt x="377" y="114"/>
                    <a:pt x="377" y="114"/>
                    <a:pt x="377" y="114"/>
                  </a:cubicBezTo>
                  <a:cubicBezTo>
                    <a:pt x="381" y="110"/>
                    <a:pt x="383" y="103"/>
                    <a:pt x="381" y="98"/>
                  </a:cubicBezTo>
                  <a:cubicBezTo>
                    <a:pt x="379" y="92"/>
                    <a:pt x="373" y="89"/>
                    <a:pt x="368" y="89"/>
                  </a:cubicBezTo>
                  <a:close/>
                  <a:moveTo>
                    <a:pt x="244" y="206"/>
                  </a:moveTo>
                  <a:lnTo>
                    <a:pt x="244" y="206"/>
                  </a:lnTo>
                  <a:cubicBezTo>
                    <a:pt x="177" y="206"/>
                    <a:pt x="177" y="206"/>
                    <a:pt x="177" y="206"/>
                  </a:cubicBezTo>
                  <a:cubicBezTo>
                    <a:pt x="177" y="139"/>
                    <a:pt x="177" y="139"/>
                    <a:pt x="177" y="139"/>
                  </a:cubicBezTo>
                  <a:cubicBezTo>
                    <a:pt x="265" y="51"/>
                    <a:pt x="265" y="51"/>
                    <a:pt x="265" y="51"/>
                  </a:cubicBezTo>
                  <a:cubicBezTo>
                    <a:pt x="265" y="103"/>
                    <a:pt x="265" y="103"/>
                    <a:pt x="265" y="103"/>
                  </a:cubicBezTo>
                  <a:cubicBezTo>
                    <a:pt x="265" y="107"/>
                    <a:pt x="266" y="111"/>
                    <a:pt x="269" y="114"/>
                  </a:cubicBezTo>
                  <a:cubicBezTo>
                    <a:pt x="272" y="117"/>
                    <a:pt x="276" y="118"/>
                    <a:pt x="280" y="118"/>
                  </a:cubicBezTo>
                  <a:cubicBezTo>
                    <a:pt x="332" y="118"/>
                    <a:pt x="332" y="118"/>
                    <a:pt x="332" y="118"/>
                  </a:cubicBezTo>
                  <a:lnTo>
                    <a:pt x="244" y="20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2C979482-F6F8-2759-D101-7830CE361E5E}"/>
                </a:ext>
              </a:extLst>
            </p:cNvPr>
            <p:cNvSpPr>
              <a:spLocks noChangeArrowheads="1"/>
            </p:cNvSpPr>
            <p:nvPr/>
          </p:nvSpPr>
          <p:spPr bwMode="auto">
            <a:xfrm>
              <a:off x="7831138" y="2225675"/>
              <a:ext cx="242887" cy="242888"/>
            </a:xfrm>
            <a:custGeom>
              <a:avLst/>
              <a:gdLst>
                <a:gd name="T0" fmla="*/ 77 w 675"/>
                <a:gd name="T1" fmla="*/ 122 h 675"/>
                <a:gd name="T2" fmla="*/ 57 w 675"/>
                <a:gd name="T3" fmla="*/ 149 h 675"/>
                <a:gd name="T4" fmla="*/ 41 w 675"/>
                <a:gd name="T5" fmla="*/ 176 h 675"/>
                <a:gd name="T6" fmla="*/ 27 w 675"/>
                <a:gd name="T7" fmla="*/ 206 h 675"/>
                <a:gd name="T8" fmla="*/ 27 w 675"/>
                <a:gd name="T9" fmla="*/ 468 h 675"/>
                <a:gd name="T10" fmla="*/ 41 w 675"/>
                <a:gd name="T11" fmla="*/ 497 h 675"/>
                <a:gd name="T12" fmla="*/ 57 w 675"/>
                <a:gd name="T13" fmla="*/ 525 h 675"/>
                <a:gd name="T14" fmla="*/ 77 w 675"/>
                <a:gd name="T15" fmla="*/ 551 h 675"/>
                <a:gd name="T16" fmla="*/ 98 w 675"/>
                <a:gd name="T17" fmla="*/ 575 h 675"/>
                <a:gd name="T18" fmla="*/ 98 w 675"/>
                <a:gd name="T19" fmla="*/ 575 h 675"/>
                <a:gd name="T20" fmla="*/ 123 w 675"/>
                <a:gd name="T21" fmla="*/ 597 h 675"/>
                <a:gd name="T22" fmla="*/ 148 w 675"/>
                <a:gd name="T23" fmla="*/ 617 h 675"/>
                <a:gd name="T24" fmla="*/ 337 w 675"/>
                <a:gd name="T25" fmla="*/ 674 h 675"/>
                <a:gd name="T26" fmla="*/ 361 w 675"/>
                <a:gd name="T27" fmla="*/ 673 h 675"/>
                <a:gd name="T28" fmla="*/ 468 w 675"/>
                <a:gd name="T29" fmla="*/ 647 h 675"/>
                <a:gd name="T30" fmla="*/ 468 w 675"/>
                <a:gd name="T31" fmla="*/ 647 h 675"/>
                <a:gd name="T32" fmla="*/ 498 w 675"/>
                <a:gd name="T33" fmla="*/ 633 h 675"/>
                <a:gd name="T34" fmla="*/ 525 w 675"/>
                <a:gd name="T35" fmla="*/ 617 h 675"/>
                <a:gd name="T36" fmla="*/ 674 w 675"/>
                <a:gd name="T37" fmla="*/ 337 h 675"/>
                <a:gd name="T38" fmla="*/ 628 w 675"/>
                <a:gd name="T39" fmla="*/ 198 h 675"/>
                <a:gd name="T40" fmla="*/ 620 w 675"/>
                <a:gd name="T41" fmla="*/ 217 h 675"/>
                <a:gd name="T42" fmla="*/ 620 w 675"/>
                <a:gd name="T43" fmla="*/ 456 h 675"/>
                <a:gd name="T44" fmla="*/ 572 w 675"/>
                <a:gd name="T45" fmla="*/ 536 h 675"/>
                <a:gd name="T46" fmla="*/ 521 w 675"/>
                <a:gd name="T47" fmla="*/ 582 h 675"/>
                <a:gd name="T48" fmla="*/ 457 w 675"/>
                <a:gd name="T49" fmla="*/ 621 h 675"/>
                <a:gd name="T50" fmla="*/ 337 w 675"/>
                <a:gd name="T51" fmla="*/ 644 h 675"/>
                <a:gd name="T52" fmla="*/ 276 w 675"/>
                <a:gd name="T53" fmla="*/ 639 h 675"/>
                <a:gd name="T54" fmla="*/ 217 w 675"/>
                <a:gd name="T55" fmla="*/ 621 h 675"/>
                <a:gd name="T56" fmla="*/ 119 w 675"/>
                <a:gd name="T57" fmla="*/ 555 h 675"/>
                <a:gd name="T58" fmla="*/ 119 w 675"/>
                <a:gd name="T59" fmla="*/ 120 h 675"/>
                <a:gd name="T60" fmla="*/ 217 w 675"/>
                <a:gd name="T61" fmla="*/ 54 h 675"/>
                <a:gd name="T62" fmla="*/ 337 w 675"/>
                <a:gd name="T63" fmla="*/ 29 h 675"/>
                <a:gd name="T64" fmla="*/ 476 w 675"/>
                <a:gd name="T65" fmla="*/ 46 h 675"/>
                <a:gd name="T66" fmla="*/ 337 w 675"/>
                <a:gd name="T67" fmla="*/ 0 h 675"/>
                <a:gd name="T68" fmla="*/ 149 w 675"/>
                <a:gd name="T69" fmla="*/ 58 h 675"/>
                <a:gd name="T70" fmla="*/ 123 w 675"/>
                <a:gd name="T71" fmla="*/ 77 h 675"/>
                <a:gd name="T72" fmla="*/ 98 w 675"/>
                <a:gd name="T73" fmla="*/ 99 h 675"/>
                <a:gd name="T74" fmla="*/ 98 w 675"/>
                <a:gd name="T75" fmla="*/ 99 h 675"/>
                <a:gd name="T76" fmla="*/ 77 w 675"/>
                <a:gd name="T77" fmla="*/ 122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5" h="675">
                  <a:moveTo>
                    <a:pt x="77" y="122"/>
                  </a:moveTo>
                  <a:lnTo>
                    <a:pt x="77" y="122"/>
                  </a:lnTo>
                  <a:cubicBezTo>
                    <a:pt x="70" y="131"/>
                    <a:pt x="64" y="139"/>
                    <a:pt x="57" y="149"/>
                  </a:cubicBezTo>
                  <a:lnTo>
                    <a:pt x="57" y="149"/>
                  </a:lnTo>
                  <a:cubicBezTo>
                    <a:pt x="52" y="158"/>
                    <a:pt x="46" y="166"/>
                    <a:pt x="41" y="176"/>
                  </a:cubicBezTo>
                  <a:lnTo>
                    <a:pt x="41" y="176"/>
                  </a:lnTo>
                  <a:cubicBezTo>
                    <a:pt x="35" y="186"/>
                    <a:pt x="31" y="195"/>
                    <a:pt x="27" y="206"/>
                  </a:cubicBezTo>
                  <a:lnTo>
                    <a:pt x="27" y="206"/>
                  </a:lnTo>
                  <a:cubicBezTo>
                    <a:pt x="9" y="246"/>
                    <a:pt x="0" y="290"/>
                    <a:pt x="0" y="337"/>
                  </a:cubicBezTo>
                  <a:cubicBezTo>
                    <a:pt x="0" y="383"/>
                    <a:pt x="9" y="427"/>
                    <a:pt x="27" y="468"/>
                  </a:cubicBezTo>
                  <a:lnTo>
                    <a:pt x="27" y="468"/>
                  </a:lnTo>
                  <a:cubicBezTo>
                    <a:pt x="31" y="478"/>
                    <a:pt x="35" y="488"/>
                    <a:pt x="41" y="497"/>
                  </a:cubicBezTo>
                  <a:lnTo>
                    <a:pt x="41" y="497"/>
                  </a:lnTo>
                  <a:cubicBezTo>
                    <a:pt x="46" y="507"/>
                    <a:pt x="52" y="516"/>
                    <a:pt x="57" y="525"/>
                  </a:cubicBezTo>
                  <a:cubicBezTo>
                    <a:pt x="57" y="525"/>
                    <a:pt x="57" y="525"/>
                    <a:pt x="57" y="526"/>
                  </a:cubicBezTo>
                  <a:cubicBezTo>
                    <a:pt x="64" y="534"/>
                    <a:pt x="70" y="542"/>
                    <a:pt x="77" y="551"/>
                  </a:cubicBezTo>
                  <a:lnTo>
                    <a:pt x="77" y="551"/>
                  </a:lnTo>
                  <a:cubicBezTo>
                    <a:pt x="83" y="559"/>
                    <a:pt x="92" y="567"/>
                    <a:pt x="98" y="575"/>
                  </a:cubicBezTo>
                  <a:lnTo>
                    <a:pt x="98" y="575"/>
                  </a:lnTo>
                  <a:lnTo>
                    <a:pt x="98" y="575"/>
                  </a:lnTo>
                  <a:cubicBezTo>
                    <a:pt x="107" y="582"/>
                    <a:pt x="115" y="589"/>
                    <a:pt x="123" y="596"/>
                  </a:cubicBezTo>
                  <a:lnTo>
                    <a:pt x="123" y="597"/>
                  </a:lnTo>
                  <a:cubicBezTo>
                    <a:pt x="131" y="604"/>
                    <a:pt x="140" y="610"/>
                    <a:pt x="148" y="617"/>
                  </a:cubicBezTo>
                  <a:lnTo>
                    <a:pt x="148" y="617"/>
                  </a:lnTo>
                  <a:cubicBezTo>
                    <a:pt x="188" y="643"/>
                    <a:pt x="232" y="661"/>
                    <a:pt x="281" y="669"/>
                  </a:cubicBezTo>
                  <a:cubicBezTo>
                    <a:pt x="299" y="671"/>
                    <a:pt x="318" y="674"/>
                    <a:pt x="337" y="674"/>
                  </a:cubicBezTo>
                  <a:cubicBezTo>
                    <a:pt x="343" y="674"/>
                    <a:pt x="348" y="673"/>
                    <a:pt x="354" y="673"/>
                  </a:cubicBezTo>
                  <a:cubicBezTo>
                    <a:pt x="357" y="673"/>
                    <a:pt x="358" y="673"/>
                    <a:pt x="361" y="673"/>
                  </a:cubicBezTo>
                  <a:cubicBezTo>
                    <a:pt x="363" y="673"/>
                    <a:pt x="368" y="673"/>
                    <a:pt x="372" y="671"/>
                  </a:cubicBezTo>
                  <a:cubicBezTo>
                    <a:pt x="405" y="669"/>
                    <a:pt x="438" y="661"/>
                    <a:pt x="468" y="647"/>
                  </a:cubicBezTo>
                  <a:lnTo>
                    <a:pt x="468" y="647"/>
                  </a:lnTo>
                  <a:lnTo>
                    <a:pt x="468" y="647"/>
                  </a:lnTo>
                  <a:cubicBezTo>
                    <a:pt x="479" y="643"/>
                    <a:pt x="488" y="639"/>
                    <a:pt x="498" y="633"/>
                  </a:cubicBezTo>
                  <a:lnTo>
                    <a:pt x="498" y="633"/>
                  </a:lnTo>
                  <a:cubicBezTo>
                    <a:pt x="508" y="628"/>
                    <a:pt x="516" y="622"/>
                    <a:pt x="525" y="617"/>
                  </a:cubicBezTo>
                  <a:lnTo>
                    <a:pt x="525" y="617"/>
                  </a:lnTo>
                  <a:cubicBezTo>
                    <a:pt x="606" y="562"/>
                    <a:pt x="661" y="474"/>
                    <a:pt x="672" y="371"/>
                  </a:cubicBezTo>
                  <a:cubicBezTo>
                    <a:pt x="674" y="360"/>
                    <a:pt x="674" y="349"/>
                    <a:pt x="674" y="337"/>
                  </a:cubicBezTo>
                  <a:cubicBezTo>
                    <a:pt x="674" y="290"/>
                    <a:pt x="664" y="246"/>
                    <a:pt x="648" y="206"/>
                  </a:cubicBezTo>
                  <a:cubicBezTo>
                    <a:pt x="643" y="198"/>
                    <a:pt x="635" y="195"/>
                    <a:pt x="628" y="198"/>
                  </a:cubicBezTo>
                  <a:cubicBezTo>
                    <a:pt x="620" y="201"/>
                    <a:pt x="617" y="210"/>
                    <a:pt x="620" y="217"/>
                  </a:cubicBezTo>
                  <a:lnTo>
                    <a:pt x="620" y="217"/>
                  </a:lnTo>
                  <a:cubicBezTo>
                    <a:pt x="635" y="254"/>
                    <a:pt x="645" y="294"/>
                    <a:pt x="645" y="337"/>
                  </a:cubicBezTo>
                  <a:cubicBezTo>
                    <a:pt x="645" y="379"/>
                    <a:pt x="635" y="420"/>
                    <a:pt x="620" y="456"/>
                  </a:cubicBezTo>
                  <a:cubicBezTo>
                    <a:pt x="610" y="479"/>
                    <a:pt x="598" y="500"/>
                    <a:pt x="584" y="519"/>
                  </a:cubicBezTo>
                  <a:cubicBezTo>
                    <a:pt x="580" y="525"/>
                    <a:pt x="576" y="530"/>
                    <a:pt x="572" y="536"/>
                  </a:cubicBezTo>
                  <a:cubicBezTo>
                    <a:pt x="567" y="542"/>
                    <a:pt x="560" y="548"/>
                    <a:pt x="554" y="555"/>
                  </a:cubicBezTo>
                  <a:cubicBezTo>
                    <a:pt x="545" y="564"/>
                    <a:pt x="534" y="574"/>
                    <a:pt x="521" y="582"/>
                  </a:cubicBezTo>
                  <a:cubicBezTo>
                    <a:pt x="512" y="591"/>
                    <a:pt x="501" y="597"/>
                    <a:pt x="488" y="604"/>
                  </a:cubicBezTo>
                  <a:cubicBezTo>
                    <a:pt x="479" y="610"/>
                    <a:pt x="468" y="615"/>
                    <a:pt x="457" y="621"/>
                  </a:cubicBezTo>
                  <a:cubicBezTo>
                    <a:pt x="431" y="630"/>
                    <a:pt x="405" y="639"/>
                    <a:pt x="376" y="641"/>
                  </a:cubicBezTo>
                  <a:cubicBezTo>
                    <a:pt x="363" y="643"/>
                    <a:pt x="350" y="644"/>
                    <a:pt x="337" y="644"/>
                  </a:cubicBezTo>
                  <a:cubicBezTo>
                    <a:pt x="318" y="644"/>
                    <a:pt x="300" y="643"/>
                    <a:pt x="284" y="640"/>
                  </a:cubicBezTo>
                  <a:cubicBezTo>
                    <a:pt x="281" y="639"/>
                    <a:pt x="277" y="639"/>
                    <a:pt x="276" y="639"/>
                  </a:cubicBezTo>
                  <a:cubicBezTo>
                    <a:pt x="273" y="637"/>
                    <a:pt x="271" y="637"/>
                    <a:pt x="270" y="637"/>
                  </a:cubicBezTo>
                  <a:cubicBezTo>
                    <a:pt x="252" y="633"/>
                    <a:pt x="234" y="628"/>
                    <a:pt x="217" y="621"/>
                  </a:cubicBezTo>
                  <a:cubicBezTo>
                    <a:pt x="206" y="615"/>
                    <a:pt x="193" y="608"/>
                    <a:pt x="182" y="603"/>
                  </a:cubicBezTo>
                  <a:cubicBezTo>
                    <a:pt x="159" y="589"/>
                    <a:pt x="138" y="573"/>
                    <a:pt x="119" y="555"/>
                  </a:cubicBezTo>
                  <a:cubicBezTo>
                    <a:pt x="64" y="499"/>
                    <a:pt x="30" y="422"/>
                    <a:pt x="30" y="337"/>
                  </a:cubicBezTo>
                  <a:cubicBezTo>
                    <a:pt x="30" y="251"/>
                    <a:pt x="64" y="175"/>
                    <a:pt x="119" y="120"/>
                  </a:cubicBezTo>
                  <a:cubicBezTo>
                    <a:pt x="137" y="102"/>
                    <a:pt x="158" y="87"/>
                    <a:pt x="179" y="73"/>
                  </a:cubicBezTo>
                  <a:cubicBezTo>
                    <a:pt x="192" y="66"/>
                    <a:pt x="204" y="59"/>
                    <a:pt x="217" y="54"/>
                  </a:cubicBezTo>
                  <a:cubicBezTo>
                    <a:pt x="239" y="44"/>
                    <a:pt x="262" y="37"/>
                    <a:pt x="287" y="33"/>
                  </a:cubicBezTo>
                  <a:cubicBezTo>
                    <a:pt x="303" y="30"/>
                    <a:pt x="319" y="29"/>
                    <a:pt x="337" y="29"/>
                  </a:cubicBezTo>
                  <a:cubicBezTo>
                    <a:pt x="380" y="29"/>
                    <a:pt x="420" y="37"/>
                    <a:pt x="457" y="54"/>
                  </a:cubicBezTo>
                  <a:cubicBezTo>
                    <a:pt x="464" y="57"/>
                    <a:pt x="473" y="54"/>
                    <a:pt x="476" y="46"/>
                  </a:cubicBezTo>
                  <a:cubicBezTo>
                    <a:pt x="479" y="39"/>
                    <a:pt x="476" y="29"/>
                    <a:pt x="468" y="26"/>
                  </a:cubicBezTo>
                  <a:cubicBezTo>
                    <a:pt x="428" y="10"/>
                    <a:pt x="384" y="0"/>
                    <a:pt x="337" y="0"/>
                  </a:cubicBezTo>
                  <a:cubicBezTo>
                    <a:pt x="318" y="0"/>
                    <a:pt x="299" y="2"/>
                    <a:pt x="281" y="4"/>
                  </a:cubicBezTo>
                  <a:cubicBezTo>
                    <a:pt x="232" y="13"/>
                    <a:pt x="188" y="32"/>
                    <a:pt x="149" y="58"/>
                  </a:cubicBezTo>
                  <a:cubicBezTo>
                    <a:pt x="148" y="58"/>
                    <a:pt x="148" y="58"/>
                    <a:pt x="148" y="58"/>
                  </a:cubicBezTo>
                  <a:cubicBezTo>
                    <a:pt x="140" y="63"/>
                    <a:pt x="131" y="70"/>
                    <a:pt x="123" y="77"/>
                  </a:cubicBezTo>
                  <a:cubicBezTo>
                    <a:pt x="123" y="77"/>
                    <a:pt x="123" y="77"/>
                    <a:pt x="122" y="77"/>
                  </a:cubicBezTo>
                  <a:cubicBezTo>
                    <a:pt x="115" y="84"/>
                    <a:pt x="107" y="91"/>
                    <a:pt x="98" y="99"/>
                  </a:cubicBezTo>
                  <a:lnTo>
                    <a:pt x="98" y="99"/>
                  </a:lnTo>
                  <a:lnTo>
                    <a:pt x="98" y="99"/>
                  </a:lnTo>
                  <a:cubicBezTo>
                    <a:pt x="92" y="106"/>
                    <a:pt x="83" y="114"/>
                    <a:pt x="78" y="122"/>
                  </a:cubicBezTo>
                  <a:cubicBezTo>
                    <a:pt x="77" y="122"/>
                    <a:pt x="77" y="122"/>
                    <a:pt x="77"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3">
              <a:extLst>
                <a:ext uri="{FF2B5EF4-FFF2-40B4-BE49-F238E27FC236}">
                  <a16:creationId xmlns:a16="http://schemas.microsoft.com/office/drawing/2014/main" id="{5418B249-F4FD-0D4E-94A2-22A26FD079B7}"/>
                </a:ext>
              </a:extLst>
            </p:cNvPr>
            <p:cNvSpPr>
              <a:spLocks noChangeArrowheads="1"/>
            </p:cNvSpPr>
            <p:nvPr/>
          </p:nvSpPr>
          <p:spPr bwMode="auto">
            <a:xfrm>
              <a:off x="7888288" y="2282825"/>
              <a:ext cx="127000" cy="127000"/>
            </a:xfrm>
            <a:custGeom>
              <a:avLst/>
              <a:gdLst>
                <a:gd name="T0" fmla="*/ 71 w 352"/>
                <a:gd name="T1" fmla="*/ 73 h 352"/>
                <a:gd name="T2" fmla="*/ 71 w 352"/>
                <a:gd name="T3" fmla="*/ 73 h 352"/>
                <a:gd name="T4" fmla="*/ 118 w 352"/>
                <a:gd name="T5" fmla="*/ 41 h 352"/>
                <a:gd name="T6" fmla="*/ 175 w 352"/>
                <a:gd name="T7" fmla="*/ 30 h 352"/>
                <a:gd name="T8" fmla="*/ 232 w 352"/>
                <a:gd name="T9" fmla="*/ 41 h 352"/>
                <a:gd name="T10" fmla="*/ 251 w 352"/>
                <a:gd name="T11" fmla="*/ 33 h 352"/>
                <a:gd name="T12" fmla="*/ 243 w 352"/>
                <a:gd name="T13" fmla="*/ 14 h 352"/>
                <a:gd name="T14" fmla="*/ 175 w 352"/>
                <a:gd name="T15" fmla="*/ 0 h 352"/>
                <a:gd name="T16" fmla="*/ 107 w 352"/>
                <a:gd name="T17" fmla="*/ 14 h 352"/>
                <a:gd name="T18" fmla="*/ 50 w 352"/>
                <a:gd name="T19" fmla="*/ 52 h 352"/>
                <a:gd name="T20" fmla="*/ 13 w 352"/>
                <a:gd name="T21" fmla="*/ 107 h 352"/>
                <a:gd name="T22" fmla="*/ 0 w 352"/>
                <a:gd name="T23" fmla="*/ 176 h 352"/>
                <a:gd name="T24" fmla="*/ 13 w 352"/>
                <a:gd name="T25" fmla="*/ 244 h 352"/>
                <a:gd name="T26" fmla="*/ 50 w 352"/>
                <a:gd name="T27" fmla="*/ 300 h 352"/>
                <a:gd name="T28" fmla="*/ 107 w 352"/>
                <a:gd name="T29" fmla="*/ 338 h 352"/>
                <a:gd name="T30" fmla="*/ 175 w 352"/>
                <a:gd name="T31" fmla="*/ 351 h 352"/>
                <a:gd name="T32" fmla="*/ 243 w 352"/>
                <a:gd name="T33" fmla="*/ 338 h 352"/>
                <a:gd name="T34" fmla="*/ 299 w 352"/>
                <a:gd name="T35" fmla="*/ 300 h 352"/>
                <a:gd name="T36" fmla="*/ 337 w 352"/>
                <a:gd name="T37" fmla="*/ 244 h 352"/>
                <a:gd name="T38" fmla="*/ 351 w 352"/>
                <a:gd name="T39" fmla="*/ 176 h 352"/>
                <a:gd name="T40" fmla="*/ 337 w 352"/>
                <a:gd name="T41" fmla="*/ 107 h 352"/>
                <a:gd name="T42" fmla="*/ 318 w 352"/>
                <a:gd name="T43" fmla="*/ 100 h 352"/>
                <a:gd name="T44" fmla="*/ 310 w 352"/>
                <a:gd name="T45" fmla="*/ 119 h 352"/>
                <a:gd name="T46" fmla="*/ 310 w 352"/>
                <a:gd name="T47" fmla="*/ 119 h 352"/>
                <a:gd name="T48" fmla="*/ 321 w 352"/>
                <a:gd name="T49" fmla="*/ 176 h 352"/>
                <a:gd name="T50" fmla="*/ 310 w 352"/>
                <a:gd name="T51" fmla="*/ 233 h 352"/>
                <a:gd name="T52" fmla="*/ 278 w 352"/>
                <a:gd name="T53" fmla="*/ 280 h 352"/>
                <a:gd name="T54" fmla="*/ 232 w 352"/>
                <a:gd name="T55" fmla="*/ 311 h 352"/>
                <a:gd name="T56" fmla="*/ 175 w 352"/>
                <a:gd name="T57" fmla="*/ 322 h 352"/>
                <a:gd name="T58" fmla="*/ 118 w 352"/>
                <a:gd name="T59" fmla="*/ 311 h 352"/>
                <a:gd name="T60" fmla="*/ 71 w 352"/>
                <a:gd name="T61" fmla="*/ 280 h 352"/>
                <a:gd name="T62" fmla="*/ 39 w 352"/>
                <a:gd name="T63" fmla="*/ 233 h 352"/>
                <a:gd name="T64" fmla="*/ 28 w 352"/>
                <a:gd name="T65" fmla="*/ 176 h 352"/>
                <a:gd name="T66" fmla="*/ 39 w 352"/>
                <a:gd name="T67" fmla="*/ 119 h 352"/>
                <a:gd name="T68" fmla="*/ 71 w 352"/>
                <a:gd name="T69" fmla="*/ 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52" h="352">
                  <a:moveTo>
                    <a:pt x="71" y="73"/>
                  </a:moveTo>
                  <a:lnTo>
                    <a:pt x="71" y="73"/>
                  </a:lnTo>
                  <a:cubicBezTo>
                    <a:pt x="85" y="59"/>
                    <a:pt x="100" y="48"/>
                    <a:pt x="118" y="41"/>
                  </a:cubicBezTo>
                  <a:cubicBezTo>
                    <a:pt x="136" y="34"/>
                    <a:pt x="155" y="30"/>
                    <a:pt x="175" y="30"/>
                  </a:cubicBezTo>
                  <a:cubicBezTo>
                    <a:pt x="195" y="30"/>
                    <a:pt x="214" y="34"/>
                    <a:pt x="232" y="41"/>
                  </a:cubicBezTo>
                  <a:cubicBezTo>
                    <a:pt x="240" y="44"/>
                    <a:pt x="248" y="41"/>
                    <a:pt x="251" y="33"/>
                  </a:cubicBezTo>
                  <a:cubicBezTo>
                    <a:pt x="254" y="26"/>
                    <a:pt x="251" y="18"/>
                    <a:pt x="243" y="14"/>
                  </a:cubicBezTo>
                  <a:cubicBezTo>
                    <a:pt x="222" y="5"/>
                    <a:pt x="199" y="0"/>
                    <a:pt x="175" y="0"/>
                  </a:cubicBezTo>
                  <a:cubicBezTo>
                    <a:pt x="151" y="0"/>
                    <a:pt x="127" y="5"/>
                    <a:pt x="107" y="14"/>
                  </a:cubicBezTo>
                  <a:cubicBezTo>
                    <a:pt x="86" y="23"/>
                    <a:pt x="67" y="36"/>
                    <a:pt x="50" y="52"/>
                  </a:cubicBezTo>
                  <a:cubicBezTo>
                    <a:pt x="35" y="67"/>
                    <a:pt x="22" y="86"/>
                    <a:pt x="13" y="107"/>
                  </a:cubicBezTo>
                  <a:cubicBezTo>
                    <a:pt x="4" y="129"/>
                    <a:pt x="0" y="152"/>
                    <a:pt x="0" y="176"/>
                  </a:cubicBezTo>
                  <a:cubicBezTo>
                    <a:pt x="0" y="200"/>
                    <a:pt x="4" y="224"/>
                    <a:pt x="13" y="244"/>
                  </a:cubicBezTo>
                  <a:cubicBezTo>
                    <a:pt x="22" y="265"/>
                    <a:pt x="35" y="284"/>
                    <a:pt x="50" y="300"/>
                  </a:cubicBezTo>
                  <a:cubicBezTo>
                    <a:pt x="67" y="316"/>
                    <a:pt x="86" y="329"/>
                    <a:pt x="107" y="338"/>
                  </a:cubicBezTo>
                  <a:cubicBezTo>
                    <a:pt x="127" y="347"/>
                    <a:pt x="151" y="351"/>
                    <a:pt x="175" y="351"/>
                  </a:cubicBezTo>
                  <a:cubicBezTo>
                    <a:pt x="199" y="351"/>
                    <a:pt x="222" y="347"/>
                    <a:pt x="243" y="338"/>
                  </a:cubicBezTo>
                  <a:cubicBezTo>
                    <a:pt x="265" y="329"/>
                    <a:pt x="284" y="316"/>
                    <a:pt x="299" y="300"/>
                  </a:cubicBezTo>
                  <a:cubicBezTo>
                    <a:pt x="315" y="284"/>
                    <a:pt x="328" y="265"/>
                    <a:pt x="337" y="244"/>
                  </a:cubicBezTo>
                  <a:cubicBezTo>
                    <a:pt x="346" y="224"/>
                    <a:pt x="351" y="200"/>
                    <a:pt x="351" y="176"/>
                  </a:cubicBezTo>
                  <a:cubicBezTo>
                    <a:pt x="351" y="152"/>
                    <a:pt x="346" y="129"/>
                    <a:pt x="337" y="107"/>
                  </a:cubicBezTo>
                  <a:cubicBezTo>
                    <a:pt x="333" y="100"/>
                    <a:pt x="325" y="96"/>
                    <a:pt x="318" y="100"/>
                  </a:cubicBezTo>
                  <a:cubicBezTo>
                    <a:pt x="310" y="103"/>
                    <a:pt x="307" y="111"/>
                    <a:pt x="310" y="119"/>
                  </a:cubicBezTo>
                  <a:lnTo>
                    <a:pt x="310" y="119"/>
                  </a:lnTo>
                  <a:cubicBezTo>
                    <a:pt x="317" y="136"/>
                    <a:pt x="321" y="155"/>
                    <a:pt x="321" y="176"/>
                  </a:cubicBezTo>
                  <a:cubicBezTo>
                    <a:pt x="321" y="196"/>
                    <a:pt x="317" y="215"/>
                    <a:pt x="310" y="233"/>
                  </a:cubicBezTo>
                  <a:cubicBezTo>
                    <a:pt x="303" y="250"/>
                    <a:pt x="292" y="266"/>
                    <a:pt x="278" y="280"/>
                  </a:cubicBezTo>
                  <a:cubicBezTo>
                    <a:pt x="265" y="292"/>
                    <a:pt x="249" y="303"/>
                    <a:pt x="232" y="311"/>
                  </a:cubicBezTo>
                  <a:cubicBezTo>
                    <a:pt x="214" y="318"/>
                    <a:pt x="195" y="322"/>
                    <a:pt x="175" y="322"/>
                  </a:cubicBezTo>
                  <a:cubicBezTo>
                    <a:pt x="155" y="322"/>
                    <a:pt x="136" y="318"/>
                    <a:pt x="118" y="311"/>
                  </a:cubicBezTo>
                  <a:cubicBezTo>
                    <a:pt x="100" y="303"/>
                    <a:pt x="85" y="292"/>
                    <a:pt x="71" y="280"/>
                  </a:cubicBezTo>
                  <a:cubicBezTo>
                    <a:pt x="59" y="266"/>
                    <a:pt x="48" y="250"/>
                    <a:pt x="39" y="233"/>
                  </a:cubicBezTo>
                  <a:cubicBezTo>
                    <a:pt x="33" y="215"/>
                    <a:pt x="28" y="196"/>
                    <a:pt x="28" y="176"/>
                  </a:cubicBezTo>
                  <a:cubicBezTo>
                    <a:pt x="28" y="155"/>
                    <a:pt x="33" y="136"/>
                    <a:pt x="39" y="119"/>
                  </a:cubicBezTo>
                  <a:cubicBezTo>
                    <a:pt x="48" y="101"/>
                    <a:pt x="59" y="85"/>
                    <a:pt x="71"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66" name="Freeform 134">
            <a:extLst>
              <a:ext uri="{FF2B5EF4-FFF2-40B4-BE49-F238E27FC236}">
                <a16:creationId xmlns:a16="http://schemas.microsoft.com/office/drawing/2014/main" id="{8D00C252-0863-9C53-95C4-F4F53A5B3014}"/>
              </a:ext>
            </a:extLst>
          </p:cNvPr>
          <p:cNvSpPr>
            <a:spLocks noChangeArrowheads="1"/>
          </p:cNvSpPr>
          <p:nvPr/>
        </p:nvSpPr>
        <p:spPr bwMode="auto">
          <a:xfrm>
            <a:off x="8466261" y="1879228"/>
            <a:ext cx="254000" cy="252413"/>
          </a:xfrm>
          <a:custGeom>
            <a:avLst/>
            <a:gdLst>
              <a:gd name="T0" fmla="*/ 44 w 704"/>
              <a:gd name="T1" fmla="*/ 701 h 702"/>
              <a:gd name="T2" fmla="*/ 703 w 704"/>
              <a:gd name="T3" fmla="*/ 657 h 702"/>
              <a:gd name="T4" fmla="*/ 699 w 704"/>
              <a:gd name="T5" fmla="*/ 589 h 702"/>
              <a:gd name="T6" fmla="*/ 645 w 704"/>
              <a:gd name="T7" fmla="*/ 585 h 702"/>
              <a:gd name="T8" fmla="*/ 689 w 704"/>
              <a:gd name="T9" fmla="*/ 262 h 702"/>
              <a:gd name="T10" fmla="*/ 703 w 704"/>
              <a:gd name="T11" fmla="*/ 247 h 702"/>
              <a:gd name="T12" fmla="*/ 673 w 704"/>
              <a:gd name="T13" fmla="*/ 170 h 702"/>
              <a:gd name="T14" fmla="*/ 367 w 704"/>
              <a:gd name="T15" fmla="*/ 3 h 702"/>
              <a:gd name="T16" fmla="*/ 338 w 704"/>
              <a:gd name="T17" fmla="*/ 3 h 702"/>
              <a:gd name="T18" fmla="*/ 30 w 704"/>
              <a:gd name="T19" fmla="*/ 170 h 702"/>
              <a:gd name="T20" fmla="*/ 0 w 704"/>
              <a:gd name="T21" fmla="*/ 247 h 702"/>
              <a:gd name="T22" fmla="*/ 15 w 704"/>
              <a:gd name="T23" fmla="*/ 262 h 702"/>
              <a:gd name="T24" fmla="*/ 59 w 704"/>
              <a:gd name="T25" fmla="*/ 585 h 702"/>
              <a:gd name="T26" fmla="*/ 4 w 704"/>
              <a:gd name="T27" fmla="*/ 589 h 702"/>
              <a:gd name="T28" fmla="*/ 0 w 704"/>
              <a:gd name="T29" fmla="*/ 657 h 702"/>
              <a:gd name="T30" fmla="*/ 615 w 704"/>
              <a:gd name="T31" fmla="*/ 585 h 702"/>
              <a:gd name="T32" fmla="*/ 557 w 704"/>
              <a:gd name="T33" fmla="*/ 585 h 702"/>
              <a:gd name="T34" fmla="*/ 615 w 704"/>
              <a:gd name="T35" fmla="*/ 262 h 702"/>
              <a:gd name="T36" fmla="*/ 176 w 704"/>
              <a:gd name="T37" fmla="*/ 262 h 702"/>
              <a:gd name="T38" fmla="*/ 294 w 704"/>
              <a:gd name="T39" fmla="*/ 262 h 702"/>
              <a:gd name="T40" fmla="*/ 176 w 704"/>
              <a:gd name="T41" fmla="*/ 585 h 702"/>
              <a:gd name="T42" fmla="*/ 323 w 704"/>
              <a:gd name="T43" fmla="*/ 262 h 702"/>
              <a:gd name="T44" fmla="*/ 382 w 704"/>
              <a:gd name="T45" fmla="*/ 262 h 702"/>
              <a:gd name="T46" fmla="*/ 323 w 704"/>
              <a:gd name="T47" fmla="*/ 585 h 702"/>
              <a:gd name="T48" fmla="*/ 410 w 704"/>
              <a:gd name="T49" fmla="*/ 262 h 702"/>
              <a:gd name="T50" fmla="*/ 527 w 704"/>
              <a:gd name="T51" fmla="*/ 262 h 702"/>
              <a:gd name="T52" fmla="*/ 410 w 704"/>
              <a:gd name="T53" fmla="*/ 585 h 702"/>
              <a:gd name="T54" fmla="*/ 30 w 704"/>
              <a:gd name="T55" fmla="*/ 211 h 702"/>
              <a:gd name="T56" fmla="*/ 41 w 704"/>
              <a:gd name="T57" fmla="*/ 197 h 702"/>
              <a:gd name="T58" fmla="*/ 347 w 704"/>
              <a:gd name="T59" fmla="*/ 30 h 702"/>
              <a:gd name="T60" fmla="*/ 356 w 704"/>
              <a:gd name="T61" fmla="*/ 30 h 702"/>
              <a:gd name="T62" fmla="*/ 663 w 704"/>
              <a:gd name="T63" fmla="*/ 197 h 702"/>
              <a:gd name="T64" fmla="*/ 674 w 704"/>
              <a:gd name="T65" fmla="*/ 233 h 702"/>
              <a:gd name="T66" fmla="*/ 30 w 704"/>
              <a:gd name="T67" fmla="*/ 211 h 702"/>
              <a:gd name="T68" fmla="*/ 88 w 704"/>
              <a:gd name="T69" fmla="*/ 262 h 702"/>
              <a:gd name="T70" fmla="*/ 147 w 704"/>
              <a:gd name="T71" fmla="*/ 585 h 702"/>
              <a:gd name="T72" fmla="*/ 88 w 704"/>
              <a:gd name="T73" fmla="*/ 262 h 702"/>
              <a:gd name="T74" fmla="*/ 30 w 704"/>
              <a:gd name="T75" fmla="*/ 613 h 702"/>
              <a:gd name="T76" fmla="*/ 674 w 704"/>
              <a:gd name="T77" fmla="*/ 657 h 702"/>
              <a:gd name="T78" fmla="*/ 44 w 704"/>
              <a:gd name="T79" fmla="*/ 672 h 702"/>
              <a:gd name="T80" fmla="*/ 30 w 704"/>
              <a:gd name="T81" fmla="*/ 613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04" h="702">
                <a:moveTo>
                  <a:pt x="44" y="701"/>
                </a:moveTo>
                <a:lnTo>
                  <a:pt x="44" y="701"/>
                </a:lnTo>
                <a:cubicBezTo>
                  <a:pt x="659" y="701"/>
                  <a:pt x="659" y="701"/>
                  <a:pt x="659" y="701"/>
                </a:cubicBezTo>
                <a:cubicBezTo>
                  <a:pt x="684" y="701"/>
                  <a:pt x="703" y="682"/>
                  <a:pt x="703" y="657"/>
                </a:cubicBezTo>
                <a:cubicBezTo>
                  <a:pt x="703" y="598"/>
                  <a:pt x="703" y="598"/>
                  <a:pt x="703" y="598"/>
                </a:cubicBezTo>
                <a:cubicBezTo>
                  <a:pt x="703" y="594"/>
                  <a:pt x="701" y="591"/>
                  <a:pt x="699" y="589"/>
                </a:cubicBezTo>
                <a:cubicBezTo>
                  <a:pt x="696" y="586"/>
                  <a:pt x="692" y="585"/>
                  <a:pt x="689" y="585"/>
                </a:cubicBezTo>
                <a:cubicBezTo>
                  <a:pt x="645" y="585"/>
                  <a:pt x="645" y="585"/>
                  <a:pt x="645" y="585"/>
                </a:cubicBezTo>
                <a:cubicBezTo>
                  <a:pt x="645" y="262"/>
                  <a:pt x="645" y="262"/>
                  <a:pt x="645" y="262"/>
                </a:cubicBezTo>
                <a:cubicBezTo>
                  <a:pt x="689" y="262"/>
                  <a:pt x="689" y="262"/>
                  <a:pt x="689" y="262"/>
                </a:cubicBezTo>
                <a:cubicBezTo>
                  <a:pt x="693" y="262"/>
                  <a:pt x="696" y="261"/>
                  <a:pt x="699" y="258"/>
                </a:cubicBezTo>
                <a:cubicBezTo>
                  <a:pt x="701" y="255"/>
                  <a:pt x="703" y="251"/>
                  <a:pt x="703" y="247"/>
                </a:cubicBezTo>
                <a:cubicBezTo>
                  <a:pt x="703" y="211"/>
                  <a:pt x="703" y="211"/>
                  <a:pt x="703" y="211"/>
                </a:cubicBezTo>
                <a:cubicBezTo>
                  <a:pt x="703" y="192"/>
                  <a:pt x="690" y="175"/>
                  <a:pt x="673" y="170"/>
                </a:cubicBezTo>
                <a:cubicBezTo>
                  <a:pt x="369" y="4"/>
                  <a:pt x="369" y="4"/>
                  <a:pt x="369" y="4"/>
                </a:cubicBezTo>
                <a:cubicBezTo>
                  <a:pt x="367" y="3"/>
                  <a:pt x="367" y="3"/>
                  <a:pt x="367" y="3"/>
                </a:cubicBezTo>
                <a:cubicBezTo>
                  <a:pt x="362" y="1"/>
                  <a:pt x="357" y="0"/>
                  <a:pt x="351" y="0"/>
                </a:cubicBezTo>
                <a:cubicBezTo>
                  <a:pt x="347" y="0"/>
                  <a:pt x="342" y="1"/>
                  <a:pt x="338" y="3"/>
                </a:cubicBezTo>
                <a:cubicBezTo>
                  <a:pt x="335" y="4"/>
                  <a:pt x="335" y="4"/>
                  <a:pt x="335" y="4"/>
                </a:cubicBezTo>
                <a:cubicBezTo>
                  <a:pt x="30" y="170"/>
                  <a:pt x="30" y="170"/>
                  <a:pt x="30" y="170"/>
                </a:cubicBezTo>
                <a:cubicBezTo>
                  <a:pt x="12" y="175"/>
                  <a:pt x="0" y="192"/>
                  <a:pt x="0" y="211"/>
                </a:cubicBezTo>
                <a:cubicBezTo>
                  <a:pt x="0" y="247"/>
                  <a:pt x="0" y="247"/>
                  <a:pt x="0" y="247"/>
                </a:cubicBezTo>
                <a:cubicBezTo>
                  <a:pt x="0" y="251"/>
                  <a:pt x="1" y="255"/>
                  <a:pt x="4" y="258"/>
                </a:cubicBezTo>
                <a:cubicBezTo>
                  <a:pt x="7" y="261"/>
                  <a:pt x="11" y="262"/>
                  <a:pt x="15" y="262"/>
                </a:cubicBezTo>
                <a:cubicBezTo>
                  <a:pt x="59" y="262"/>
                  <a:pt x="59" y="262"/>
                  <a:pt x="59" y="262"/>
                </a:cubicBezTo>
                <a:cubicBezTo>
                  <a:pt x="59" y="585"/>
                  <a:pt x="59" y="585"/>
                  <a:pt x="59" y="585"/>
                </a:cubicBezTo>
                <a:cubicBezTo>
                  <a:pt x="15" y="585"/>
                  <a:pt x="15" y="585"/>
                  <a:pt x="15" y="585"/>
                </a:cubicBezTo>
                <a:cubicBezTo>
                  <a:pt x="11" y="585"/>
                  <a:pt x="7" y="586"/>
                  <a:pt x="4" y="589"/>
                </a:cubicBezTo>
                <a:cubicBezTo>
                  <a:pt x="1" y="591"/>
                  <a:pt x="0" y="594"/>
                  <a:pt x="0" y="598"/>
                </a:cubicBezTo>
                <a:cubicBezTo>
                  <a:pt x="0" y="657"/>
                  <a:pt x="0" y="657"/>
                  <a:pt x="0" y="657"/>
                </a:cubicBezTo>
                <a:cubicBezTo>
                  <a:pt x="0" y="682"/>
                  <a:pt x="21" y="701"/>
                  <a:pt x="44" y="701"/>
                </a:cubicBezTo>
                <a:close/>
                <a:moveTo>
                  <a:pt x="615" y="585"/>
                </a:moveTo>
                <a:lnTo>
                  <a:pt x="615" y="585"/>
                </a:lnTo>
                <a:cubicBezTo>
                  <a:pt x="557" y="585"/>
                  <a:pt x="557" y="585"/>
                  <a:pt x="557" y="585"/>
                </a:cubicBezTo>
                <a:cubicBezTo>
                  <a:pt x="557" y="262"/>
                  <a:pt x="557" y="262"/>
                  <a:pt x="557" y="262"/>
                </a:cubicBezTo>
                <a:cubicBezTo>
                  <a:pt x="615" y="262"/>
                  <a:pt x="615" y="262"/>
                  <a:pt x="615" y="262"/>
                </a:cubicBezTo>
                <a:lnTo>
                  <a:pt x="615" y="585"/>
                </a:lnTo>
                <a:close/>
                <a:moveTo>
                  <a:pt x="176" y="262"/>
                </a:moveTo>
                <a:lnTo>
                  <a:pt x="176" y="262"/>
                </a:lnTo>
                <a:cubicBezTo>
                  <a:pt x="294" y="262"/>
                  <a:pt x="294" y="262"/>
                  <a:pt x="294" y="262"/>
                </a:cubicBezTo>
                <a:cubicBezTo>
                  <a:pt x="294" y="585"/>
                  <a:pt x="294" y="585"/>
                  <a:pt x="294" y="585"/>
                </a:cubicBezTo>
                <a:cubicBezTo>
                  <a:pt x="176" y="585"/>
                  <a:pt x="176" y="585"/>
                  <a:pt x="176" y="585"/>
                </a:cubicBezTo>
                <a:lnTo>
                  <a:pt x="176" y="262"/>
                </a:lnTo>
                <a:close/>
                <a:moveTo>
                  <a:pt x="323" y="262"/>
                </a:moveTo>
                <a:lnTo>
                  <a:pt x="323" y="262"/>
                </a:lnTo>
                <a:cubicBezTo>
                  <a:pt x="382" y="262"/>
                  <a:pt x="382" y="262"/>
                  <a:pt x="382" y="262"/>
                </a:cubicBezTo>
                <a:cubicBezTo>
                  <a:pt x="382" y="585"/>
                  <a:pt x="382" y="585"/>
                  <a:pt x="382" y="585"/>
                </a:cubicBezTo>
                <a:cubicBezTo>
                  <a:pt x="323" y="585"/>
                  <a:pt x="323" y="585"/>
                  <a:pt x="323" y="585"/>
                </a:cubicBezTo>
                <a:lnTo>
                  <a:pt x="323" y="262"/>
                </a:lnTo>
                <a:close/>
                <a:moveTo>
                  <a:pt x="410" y="262"/>
                </a:moveTo>
                <a:lnTo>
                  <a:pt x="410" y="262"/>
                </a:lnTo>
                <a:cubicBezTo>
                  <a:pt x="527" y="262"/>
                  <a:pt x="527" y="262"/>
                  <a:pt x="527" y="262"/>
                </a:cubicBezTo>
                <a:cubicBezTo>
                  <a:pt x="527" y="585"/>
                  <a:pt x="527" y="585"/>
                  <a:pt x="527" y="585"/>
                </a:cubicBezTo>
                <a:cubicBezTo>
                  <a:pt x="410" y="585"/>
                  <a:pt x="410" y="585"/>
                  <a:pt x="410" y="585"/>
                </a:cubicBezTo>
                <a:lnTo>
                  <a:pt x="410" y="262"/>
                </a:lnTo>
                <a:close/>
                <a:moveTo>
                  <a:pt x="30" y="211"/>
                </a:moveTo>
                <a:lnTo>
                  <a:pt x="30" y="211"/>
                </a:lnTo>
                <a:cubicBezTo>
                  <a:pt x="30" y="204"/>
                  <a:pt x="34" y="199"/>
                  <a:pt x="41" y="197"/>
                </a:cubicBezTo>
                <a:cubicBezTo>
                  <a:pt x="44" y="196"/>
                  <a:pt x="44" y="196"/>
                  <a:pt x="44" y="196"/>
                </a:cubicBezTo>
                <a:cubicBezTo>
                  <a:pt x="347" y="30"/>
                  <a:pt x="347" y="30"/>
                  <a:pt x="347" y="30"/>
                </a:cubicBezTo>
                <a:cubicBezTo>
                  <a:pt x="349" y="30"/>
                  <a:pt x="350" y="30"/>
                  <a:pt x="351" y="30"/>
                </a:cubicBezTo>
                <a:cubicBezTo>
                  <a:pt x="353" y="30"/>
                  <a:pt x="354" y="30"/>
                  <a:pt x="356" y="30"/>
                </a:cubicBezTo>
                <a:cubicBezTo>
                  <a:pt x="660" y="196"/>
                  <a:pt x="660" y="196"/>
                  <a:pt x="660" y="196"/>
                </a:cubicBezTo>
                <a:cubicBezTo>
                  <a:pt x="663" y="197"/>
                  <a:pt x="663" y="197"/>
                  <a:pt x="663" y="197"/>
                </a:cubicBezTo>
                <a:cubicBezTo>
                  <a:pt x="670" y="199"/>
                  <a:pt x="674" y="204"/>
                  <a:pt x="674" y="211"/>
                </a:cubicBezTo>
                <a:cubicBezTo>
                  <a:pt x="674" y="233"/>
                  <a:pt x="674" y="233"/>
                  <a:pt x="674" y="233"/>
                </a:cubicBezTo>
                <a:cubicBezTo>
                  <a:pt x="30" y="233"/>
                  <a:pt x="30" y="233"/>
                  <a:pt x="30" y="233"/>
                </a:cubicBezTo>
                <a:lnTo>
                  <a:pt x="30" y="211"/>
                </a:lnTo>
                <a:close/>
                <a:moveTo>
                  <a:pt x="88" y="262"/>
                </a:moveTo>
                <a:lnTo>
                  <a:pt x="88" y="262"/>
                </a:lnTo>
                <a:cubicBezTo>
                  <a:pt x="147" y="262"/>
                  <a:pt x="147" y="262"/>
                  <a:pt x="147" y="262"/>
                </a:cubicBezTo>
                <a:cubicBezTo>
                  <a:pt x="147" y="585"/>
                  <a:pt x="147" y="585"/>
                  <a:pt x="147" y="585"/>
                </a:cubicBezTo>
                <a:cubicBezTo>
                  <a:pt x="88" y="585"/>
                  <a:pt x="88" y="585"/>
                  <a:pt x="88" y="585"/>
                </a:cubicBezTo>
                <a:lnTo>
                  <a:pt x="88" y="262"/>
                </a:lnTo>
                <a:close/>
                <a:moveTo>
                  <a:pt x="30" y="613"/>
                </a:moveTo>
                <a:lnTo>
                  <a:pt x="30" y="613"/>
                </a:lnTo>
                <a:cubicBezTo>
                  <a:pt x="674" y="613"/>
                  <a:pt x="674" y="613"/>
                  <a:pt x="674" y="613"/>
                </a:cubicBezTo>
                <a:cubicBezTo>
                  <a:pt x="674" y="657"/>
                  <a:pt x="674" y="657"/>
                  <a:pt x="674" y="657"/>
                </a:cubicBezTo>
                <a:cubicBezTo>
                  <a:pt x="674" y="666"/>
                  <a:pt x="667" y="672"/>
                  <a:pt x="659" y="672"/>
                </a:cubicBezTo>
                <a:cubicBezTo>
                  <a:pt x="44" y="672"/>
                  <a:pt x="44" y="672"/>
                  <a:pt x="44" y="672"/>
                </a:cubicBezTo>
                <a:cubicBezTo>
                  <a:pt x="36" y="672"/>
                  <a:pt x="30" y="666"/>
                  <a:pt x="30" y="657"/>
                </a:cubicBezTo>
                <a:lnTo>
                  <a:pt x="30" y="613"/>
                </a:lnTo>
                <a:close/>
              </a:path>
            </a:pathLst>
          </a:custGeom>
          <a:solidFill>
            <a:schemeClr val="accent4"/>
          </a:solidFill>
          <a:ln>
            <a:noFill/>
          </a:ln>
          <a:effectLst/>
        </p:spPr>
        <p:txBody>
          <a:bodyPr wrap="none" anchor="ctr"/>
          <a:lstStyle/>
          <a:p>
            <a:endParaRPr lang="da-DK"/>
          </a:p>
        </p:txBody>
      </p:sp>
      <p:grpSp>
        <p:nvGrpSpPr>
          <p:cNvPr id="167" name="Group 170">
            <a:extLst>
              <a:ext uri="{FF2B5EF4-FFF2-40B4-BE49-F238E27FC236}">
                <a16:creationId xmlns:a16="http://schemas.microsoft.com/office/drawing/2014/main" id="{59074E08-2443-69EE-3581-A247816537EE}"/>
              </a:ext>
            </a:extLst>
          </p:cNvPr>
          <p:cNvGrpSpPr/>
          <p:nvPr/>
        </p:nvGrpSpPr>
        <p:grpSpPr>
          <a:xfrm>
            <a:off x="8967911" y="2876277"/>
            <a:ext cx="249238" cy="236538"/>
            <a:chOff x="7826375" y="3238500"/>
            <a:chExt cx="249238" cy="236538"/>
          </a:xfrm>
          <a:solidFill>
            <a:schemeClr val="accent4"/>
          </a:solidFill>
        </p:grpSpPr>
        <p:sp>
          <p:nvSpPr>
            <p:cNvPr id="168" name="Freeform 135">
              <a:extLst>
                <a:ext uri="{FF2B5EF4-FFF2-40B4-BE49-F238E27FC236}">
                  <a16:creationId xmlns:a16="http://schemas.microsoft.com/office/drawing/2014/main" id="{4AEC3017-8E88-B711-B3B0-8AD1587B0257}"/>
                </a:ext>
              </a:extLst>
            </p:cNvPr>
            <p:cNvSpPr>
              <a:spLocks noChangeArrowheads="1"/>
            </p:cNvSpPr>
            <p:nvPr/>
          </p:nvSpPr>
          <p:spPr bwMode="auto">
            <a:xfrm>
              <a:off x="7978775" y="33020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5 h 177"/>
                <a:gd name="T22" fmla="*/ 47 w 177"/>
                <a:gd name="T23" fmla="*/ 129 h 177"/>
                <a:gd name="T24" fmla="*/ 29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6" y="176"/>
                    <a:pt x="176" y="136"/>
                    <a:pt x="176" y="88"/>
                  </a:cubicBezTo>
                  <a:cubicBezTo>
                    <a:pt x="176" y="38"/>
                    <a:pt x="136" y="0"/>
                    <a:pt x="88" y="0"/>
                  </a:cubicBezTo>
                  <a:cubicBezTo>
                    <a:pt x="40" y="0"/>
                    <a:pt x="0" y="38"/>
                    <a:pt x="0" y="88"/>
                  </a:cubicBezTo>
                  <a:close/>
                  <a:moveTo>
                    <a:pt x="129" y="47"/>
                  </a:moveTo>
                  <a:lnTo>
                    <a:pt x="129" y="47"/>
                  </a:lnTo>
                  <a:cubicBezTo>
                    <a:pt x="140" y="56"/>
                    <a:pt x="147" y="71"/>
                    <a:pt x="147" y="88"/>
                  </a:cubicBezTo>
                  <a:cubicBezTo>
                    <a:pt x="147" y="103"/>
                    <a:pt x="140" y="118"/>
                    <a:pt x="129" y="129"/>
                  </a:cubicBezTo>
                  <a:cubicBezTo>
                    <a:pt x="118" y="140"/>
                    <a:pt x="104" y="145"/>
                    <a:pt x="88" y="145"/>
                  </a:cubicBezTo>
                  <a:cubicBezTo>
                    <a:pt x="71" y="145"/>
                    <a:pt x="58" y="140"/>
                    <a:pt x="47" y="129"/>
                  </a:cubicBezTo>
                  <a:cubicBezTo>
                    <a:pt x="36" y="118"/>
                    <a:pt x="29" y="103"/>
                    <a:pt x="29" y="88"/>
                  </a:cubicBezTo>
                  <a:cubicBezTo>
                    <a:pt x="29" y="71"/>
                    <a:pt x="36" y="56"/>
                    <a:pt x="47" y="47"/>
                  </a:cubicBezTo>
                  <a:cubicBezTo>
                    <a:pt x="58" y="36"/>
                    <a:pt x="71" y="29"/>
                    <a:pt x="88" y="29"/>
                  </a:cubicBezTo>
                  <a:cubicBezTo>
                    <a:pt x="104" y="29"/>
                    <a:pt x="118"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6">
              <a:extLst>
                <a:ext uri="{FF2B5EF4-FFF2-40B4-BE49-F238E27FC236}">
                  <a16:creationId xmlns:a16="http://schemas.microsoft.com/office/drawing/2014/main" id="{898E00CA-7C8D-05B8-A71E-C7807A6F7ABA}"/>
                </a:ext>
              </a:extLst>
            </p:cNvPr>
            <p:cNvSpPr>
              <a:spLocks noChangeArrowheads="1"/>
            </p:cNvSpPr>
            <p:nvPr/>
          </p:nvSpPr>
          <p:spPr bwMode="auto">
            <a:xfrm>
              <a:off x="7893050" y="3238500"/>
              <a:ext cx="63500" cy="63500"/>
            </a:xfrm>
            <a:custGeom>
              <a:avLst/>
              <a:gdLst>
                <a:gd name="T0" fmla="*/ 0 w 177"/>
                <a:gd name="T1" fmla="*/ 88 h 177"/>
                <a:gd name="T2" fmla="*/ 0 w 177"/>
                <a:gd name="T3" fmla="*/ 88 h 177"/>
                <a:gd name="T4" fmla="*/ 88 w 177"/>
                <a:gd name="T5" fmla="*/ 176 h 177"/>
                <a:gd name="T6" fmla="*/ 176 w 177"/>
                <a:gd name="T7" fmla="*/ 88 h 177"/>
                <a:gd name="T8" fmla="*/ 88 w 177"/>
                <a:gd name="T9" fmla="*/ 0 h 177"/>
                <a:gd name="T10" fmla="*/ 0 w 177"/>
                <a:gd name="T11" fmla="*/ 88 h 177"/>
                <a:gd name="T12" fmla="*/ 129 w 177"/>
                <a:gd name="T13" fmla="*/ 47 h 177"/>
                <a:gd name="T14" fmla="*/ 129 w 177"/>
                <a:gd name="T15" fmla="*/ 47 h 177"/>
                <a:gd name="T16" fmla="*/ 147 w 177"/>
                <a:gd name="T17" fmla="*/ 88 h 177"/>
                <a:gd name="T18" fmla="*/ 129 w 177"/>
                <a:gd name="T19" fmla="*/ 129 h 177"/>
                <a:gd name="T20" fmla="*/ 88 w 177"/>
                <a:gd name="T21" fmla="*/ 146 h 177"/>
                <a:gd name="T22" fmla="*/ 47 w 177"/>
                <a:gd name="T23" fmla="*/ 129 h 177"/>
                <a:gd name="T24" fmla="*/ 31 w 177"/>
                <a:gd name="T25" fmla="*/ 88 h 177"/>
                <a:gd name="T26" fmla="*/ 47 w 177"/>
                <a:gd name="T27" fmla="*/ 47 h 177"/>
                <a:gd name="T28" fmla="*/ 88 w 177"/>
                <a:gd name="T29" fmla="*/ 29 h 177"/>
                <a:gd name="T30" fmla="*/ 129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0" y="88"/>
                  </a:moveTo>
                  <a:lnTo>
                    <a:pt x="0" y="88"/>
                  </a:lnTo>
                  <a:cubicBezTo>
                    <a:pt x="0" y="136"/>
                    <a:pt x="40" y="176"/>
                    <a:pt x="88" y="176"/>
                  </a:cubicBezTo>
                  <a:cubicBezTo>
                    <a:pt x="138" y="176"/>
                    <a:pt x="176" y="136"/>
                    <a:pt x="176" y="88"/>
                  </a:cubicBezTo>
                  <a:cubicBezTo>
                    <a:pt x="176" y="39"/>
                    <a:pt x="138" y="0"/>
                    <a:pt x="88" y="0"/>
                  </a:cubicBezTo>
                  <a:cubicBezTo>
                    <a:pt x="40" y="0"/>
                    <a:pt x="0" y="39"/>
                    <a:pt x="0" y="88"/>
                  </a:cubicBezTo>
                  <a:close/>
                  <a:moveTo>
                    <a:pt x="129" y="47"/>
                  </a:moveTo>
                  <a:lnTo>
                    <a:pt x="129" y="47"/>
                  </a:lnTo>
                  <a:cubicBezTo>
                    <a:pt x="140" y="56"/>
                    <a:pt x="147" y="72"/>
                    <a:pt x="147" y="88"/>
                  </a:cubicBezTo>
                  <a:cubicBezTo>
                    <a:pt x="147" y="103"/>
                    <a:pt x="140" y="118"/>
                    <a:pt x="129" y="129"/>
                  </a:cubicBezTo>
                  <a:cubicBezTo>
                    <a:pt x="120" y="140"/>
                    <a:pt x="105" y="146"/>
                    <a:pt x="88" y="146"/>
                  </a:cubicBezTo>
                  <a:cubicBezTo>
                    <a:pt x="73" y="146"/>
                    <a:pt x="58" y="140"/>
                    <a:pt x="47" y="129"/>
                  </a:cubicBezTo>
                  <a:cubicBezTo>
                    <a:pt x="36" y="118"/>
                    <a:pt x="31" y="103"/>
                    <a:pt x="31" y="88"/>
                  </a:cubicBezTo>
                  <a:cubicBezTo>
                    <a:pt x="31" y="72"/>
                    <a:pt x="36" y="56"/>
                    <a:pt x="47" y="47"/>
                  </a:cubicBezTo>
                  <a:cubicBezTo>
                    <a:pt x="58" y="36"/>
                    <a:pt x="73" y="29"/>
                    <a:pt x="88" y="29"/>
                  </a:cubicBezTo>
                  <a:cubicBezTo>
                    <a:pt x="105" y="29"/>
                    <a:pt x="120" y="36"/>
                    <a:pt x="129"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7">
              <a:extLst>
                <a:ext uri="{FF2B5EF4-FFF2-40B4-BE49-F238E27FC236}">
                  <a16:creationId xmlns:a16="http://schemas.microsoft.com/office/drawing/2014/main" id="{DDBB8B82-6FF8-2BA1-5AA5-1ADC9E31EB86}"/>
                </a:ext>
              </a:extLst>
            </p:cNvPr>
            <p:cNvSpPr>
              <a:spLocks noChangeArrowheads="1"/>
            </p:cNvSpPr>
            <p:nvPr/>
          </p:nvSpPr>
          <p:spPr bwMode="auto">
            <a:xfrm>
              <a:off x="7826375" y="3349625"/>
              <a:ext cx="249238" cy="125413"/>
            </a:xfrm>
            <a:custGeom>
              <a:avLst/>
              <a:gdLst>
                <a:gd name="T0" fmla="*/ 276 w 691"/>
                <a:gd name="T1" fmla="*/ 348 h 349"/>
                <a:gd name="T2" fmla="*/ 276 w 691"/>
                <a:gd name="T3" fmla="*/ 348 h 349"/>
                <a:gd name="T4" fmla="*/ 316 w 691"/>
                <a:gd name="T5" fmla="*/ 340 h 349"/>
                <a:gd name="T6" fmla="*/ 660 w 691"/>
                <a:gd name="T7" fmla="*/ 217 h 349"/>
                <a:gd name="T8" fmla="*/ 682 w 691"/>
                <a:gd name="T9" fmla="*/ 200 h 349"/>
                <a:gd name="T10" fmla="*/ 690 w 691"/>
                <a:gd name="T11" fmla="*/ 174 h 349"/>
                <a:gd name="T12" fmla="*/ 674 w 691"/>
                <a:gd name="T13" fmla="*/ 141 h 349"/>
                <a:gd name="T14" fmla="*/ 674 w 691"/>
                <a:gd name="T15" fmla="*/ 141 h 349"/>
                <a:gd name="T16" fmla="*/ 607 w 691"/>
                <a:gd name="T17" fmla="*/ 115 h 349"/>
                <a:gd name="T18" fmla="*/ 589 w 691"/>
                <a:gd name="T19" fmla="*/ 116 h 349"/>
                <a:gd name="T20" fmla="*/ 542 w 691"/>
                <a:gd name="T21" fmla="*/ 129 h 349"/>
                <a:gd name="T22" fmla="*/ 438 w 691"/>
                <a:gd name="T23" fmla="*/ 169 h 349"/>
                <a:gd name="T24" fmla="*/ 408 w 691"/>
                <a:gd name="T25" fmla="*/ 97 h 349"/>
                <a:gd name="T26" fmla="*/ 318 w 691"/>
                <a:gd name="T27" fmla="*/ 57 h 349"/>
                <a:gd name="T28" fmla="*/ 195 w 691"/>
                <a:gd name="T29" fmla="*/ 57 h 349"/>
                <a:gd name="T30" fmla="*/ 193 w 691"/>
                <a:gd name="T31" fmla="*/ 57 h 349"/>
                <a:gd name="T32" fmla="*/ 48 w 691"/>
                <a:gd name="T33" fmla="*/ 1 h 349"/>
                <a:gd name="T34" fmla="*/ 44 w 691"/>
                <a:gd name="T35" fmla="*/ 0 h 349"/>
                <a:gd name="T36" fmla="*/ 12 w 691"/>
                <a:gd name="T37" fmla="*/ 13 h 349"/>
                <a:gd name="T38" fmla="*/ 0 w 691"/>
                <a:gd name="T39" fmla="*/ 44 h 349"/>
                <a:gd name="T40" fmla="*/ 0 w 691"/>
                <a:gd name="T41" fmla="*/ 203 h 349"/>
                <a:gd name="T42" fmla="*/ 25 w 691"/>
                <a:gd name="T43" fmla="*/ 243 h 349"/>
                <a:gd name="T44" fmla="*/ 226 w 691"/>
                <a:gd name="T45" fmla="*/ 336 h 349"/>
                <a:gd name="T46" fmla="*/ 276 w 691"/>
                <a:gd name="T47" fmla="*/ 348 h 349"/>
                <a:gd name="T48" fmla="*/ 29 w 691"/>
                <a:gd name="T49" fmla="*/ 203 h 349"/>
                <a:gd name="T50" fmla="*/ 29 w 691"/>
                <a:gd name="T51" fmla="*/ 203 h 349"/>
                <a:gd name="T52" fmla="*/ 29 w 691"/>
                <a:gd name="T53" fmla="*/ 44 h 349"/>
                <a:gd name="T54" fmla="*/ 44 w 691"/>
                <a:gd name="T55" fmla="*/ 30 h 349"/>
                <a:gd name="T56" fmla="*/ 45 w 691"/>
                <a:gd name="T57" fmla="*/ 30 h 349"/>
                <a:gd name="T58" fmla="*/ 181 w 691"/>
                <a:gd name="T59" fmla="*/ 85 h 349"/>
                <a:gd name="T60" fmla="*/ 189 w 691"/>
                <a:gd name="T61" fmla="*/ 88 h 349"/>
                <a:gd name="T62" fmla="*/ 195 w 691"/>
                <a:gd name="T63" fmla="*/ 88 h 349"/>
                <a:gd name="T64" fmla="*/ 318 w 691"/>
                <a:gd name="T65" fmla="*/ 88 h 349"/>
                <a:gd name="T66" fmla="*/ 386 w 691"/>
                <a:gd name="T67" fmla="*/ 116 h 349"/>
                <a:gd name="T68" fmla="*/ 409 w 691"/>
                <a:gd name="T69" fmla="*/ 175 h 349"/>
                <a:gd name="T70" fmla="*/ 189 w 691"/>
                <a:gd name="T71" fmla="*/ 175 h 349"/>
                <a:gd name="T72" fmla="*/ 176 w 691"/>
                <a:gd name="T73" fmla="*/ 189 h 349"/>
                <a:gd name="T74" fmla="*/ 189 w 691"/>
                <a:gd name="T75" fmla="*/ 204 h 349"/>
                <a:gd name="T76" fmla="*/ 413 w 691"/>
                <a:gd name="T77" fmla="*/ 204 h 349"/>
                <a:gd name="T78" fmla="*/ 424 w 691"/>
                <a:gd name="T79" fmla="*/ 204 h 349"/>
                <a:gd name="T80" fmla="*/ 424 w 691"/>
                <a:gd name="T81" fmla="*/ 204 h 349"/>
                <a:gd name="T82" fmla="*/ 424 w 691"/>
                <a:gd name="T83" fmla="*/ 204 h 349"/>
                <a:gd name="T84" fmla="*/ 430 w 691"/>
                <a:gd name="T85" fmla="*/ 203 h 349"/>
                <a:gd name="T86" fmla="*/ 450 w 691"/>
                <a:gd name="T87" fmla="*/ 195 h 349"/>
                <a:gd name="T88" fmla="*/ 524 w 691"/>
                <a:gd name="T89" fmla="*/ 167 h 349"/>
                <a:gd name="T90" fmla="*/ 594 w 691"/>
                <a:gd name="T91" fmla="*/ 145 h 349"/>
                <a:gd name="T92" fmla="*/ 607 w 691"/>
                <a:gd name="T93" fmla="*/ 144 h 349"/>
                <a:gd name="T94" fmla="*/ 656 w 691"/>
                <a:gd name="T95" fmla="*/ 164 h 349"/>
                <a:gd name="T96" fmla="*/ 656 w 691"/>
                <a:gd name="T97" fmla="*/ 164 h 349"/>
                <a:gd name="T98" fmla="*/ 660 w 691"/>
                <a:gd name="T99" fmla="*/ 174 h 349"/>
                <a:gd name="T100" fmla="*/ 657 w 691"/>
                <a:gd name="T101" fmla="*/ 184 h 349"/>
                <a:gd name="T102" fmla="*/ 651 w 691"/>
                <a:gd name="T103" fmla="*/ 189 h 349"/>
                <a:gd name="T104" fmla="*/ 305 w 691"/>
                <a:gd name="T105" fmla="*/ 313 h 349"/>
                <a:gd name="T106" fmla="*/ 276 w 691"/>
                <a:gd name="T107" fmla="*/ 318 h 349"/>
                <a:gd name="T108" fmla="*/ 239 w 691"/>
                <a:gd name="T109" fmla="*/ 310 h 349"/>
                <a:gd name="T110" fmla="*/ 37 w 691"/>
                <a:gd name="T111" fmla="*/ 215 h 349"/>
                <a:gd name="T112" fmla="*/ 29 w 691"/>
                <a:gd name="T113" fmla="*/ 203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91" h="349">
                  <a:moveTo>
                    <a:pt x="276" y="348"/>
                  </a:moveTo>
                  <a:lnTo>
                    <a:pt x="276" y="348"/>
                  </a:lnTo>
                  <a:cubicBezTo>
                    <a:pt x="290" y="348"/>
                    <a:pt x="302" y="346"/>
                    <a:pt x="316" y="340"/>
                  </a:cubicBezTo>
                  <a:cubicBezTo>
                    <a:pt x="660" y="217"/>
                    <a:pt x="660" y="217"/>
                    <a:pt x="660" y="217"/>
                  </a:cubicBezTo>
                  <a:cubicBezTo>
                    <a:pt x="670" y="212"/>
                    <a:pt x="678" y="207"/>
                    <a:pt x="682" y="200"/>
                  </a:cubicBezTo>
                  <a:cubicBezTo>
                    <a:pt x="688" y="192"/>
                    <a:pt x="690" y="184"/>
                    <a:pt x="690" y="174"/>
                  </a:cubicBezTo>
                  <a:cubicBezTo>
                    <a:pt x="690" y="163"/>
                    <a:pt x="685" y="151"/>
                    <a:pt x="674" y="141"/>
                  </a:cubicBezTo>
                  <a:lnTo>
                    <a:pt x="674" y="141"/>
                  </a:lnTo>
                  <a:cubicBezTo>
                    <a:pt x="662" y="131"/>
                    <a:pt x="640" y="115"/>
                    <a:pt x="607" y="115"/>
                  </a:cubicBezTo>
                  <a:cubicBezTo>
                    <a:pt x="601" y="115"/>
                    <a:pt x="596" y="115"/>
                    <a:pt x="589" y="116"/>
                  </a:cubicBezTo>
                  <a:cubicBezTo>
                    <a:pt x="576" y="119"/>
                    <a:pt x="560" y="123"/>
                    <a:pt x="542" y="129"/>
                  </a:cubicBezTo>
                  <a:cubicBezTo>
                    <a:pt x="505" y="141"/>
                    <a:pt x="461" y="159"/>
                    <a:pt x="438" y="169"/>
                  </a:cubicBezTo>
                  <a:cubicBezTo>
                    <a:pt x="434" y="141"/>
                    <a:pt x="424" y="116"/>
                    <a:pt x="408" y="97"/>
                  </a:cubicBezTo>
                  <a:cubicBezTo>
                    <a:pt x="387" y="72"/>
                    <a:pt x="355" y="57"/>
                    <a:pt x="318" y="57"/>
                  </a:cubicBezTo>
                  <a:cubicBezTo>
                    <a:pt x="195" y="57"/>
                    <a:pt x="195" y="57"/>
                    <a:pt x="195" y="57"/>
                  </a:cubicBezTo>
                  <a:cubicBezTo>
                    <a:pt x="193" y="57"/>
                    <a:pt x="193" y="57"/>
                    <a:pt x="193" y="57"/>
                  </a:cubicBezTo>
                  <a:cubicBezTo>
                    <a:pt x="130" y="16"/>
                    <a:pt x="82" y="4"/>
                    <a:pt x="48" y="1"/>
                  </a:cubicBezTo>
                  <a:cubicBezTo>
                    <a:pt x="47" y="0"/>
                    <a:pt x="45" y="0"/>
                    <a:pt x="44" y="0"/>
                  </a:cubicBezTo>
                  <a:cubicBezTo>
                    <a:pt x="31" y="0"/>
                    <a:pt x="20" y="5"/>
                    <a:pt x="12" y="13"/>
                  </a:cubicBezTo>
                  <a:cubicBezTo>
                    <a:pt x="4" y="20"/>
                    <a:pt x="0" y="33"/>
                    <a:pt x="0" y="44"/>
                  </a:cubicBezTo>
                  <a:cubicBezTo>
                    <a:pt x="0" y="203"/>
                    <a:pt x="0" y="203"/>
                    <a:pt x="0" y="203"/>
                  </a:cubicBezTo>
                  <a:cubicBezTo>
                    <a:pt x="0" y="219"/>
                    <a:pt x="10" y="234"/>
                    <a:pt x="25" y="243"/>
                  </a:cubicBezTo>
                  <a:cubicBezTo>
                    <a:pt x="226" y="336"/>
                    <a:pt x="226" y="336"/>
                    <a:pt x="226" y="336"/>
                  </a:cubicBezTo>
                  <a:cubicBezTo>
                    <a:pt x="242" y="344"/>
                    <a:pt x="259" y="348"/>
                    <a:pt x="276" y="348"/>
                  </a:cubicBezTo>
                  <a:close/>
                  <a:moveTo>
                    <a:pt x="29" y="203"/>
                  </a:moveTo>
                  <a:lnTo>
                    <a:pt x="29" y="203"/>
                  </a:lnTo>
                  <a:cubicBezTo>
                    <a:pt x="29" y="44"/>
                    <a:pt x="29" y="44"/>
                    <a:pt x="29" y="44"/>
                  </a:cubicBezTo>
                  <a:cubicBezTo>
                    <a:pt x="29" y="35"/>
                    <a:pt x="36" y="30"/>
                    <a:pt x="44" y="30"/>
                  </a:cubicBezTo>
                  <a:cubicBezTo>
                    <a:pt x="45" y="30"/>
                    <a:pt x="45" y="30"/>
                    <a:pt x="45" y="30"/>
                  </a:cubicBezTo>
                  <a:cubicBezTo>
                    <a:pt x="77" y="33"/>
                    <a:pt x="119" y="44"/>
                    <a:pt x="181" y="85"/>
                  </a:cubicBezTo>
                  <a:cubicBezTo>
                    <a:pt x="184" y="86"/>
                    <a:pt x="187" y="88"/>
                    <a:pt x="189" y="88"/>
                  </a:cubicBezTo>
                  <a:cubicBezTo>
                    <a:pt x="195" y="88"/>
                    <a:pt x="195" y="88"/>
                    <a:pt x="195" y="88"/>
                  </a:cubicBezTo>
                  <a:cubicBezTo>
                    <a:pt x="318" y="88"/>
                    <a:pt x="318" y="88"/>
                    <a:pt x="318" y="88"/>
                  </a:cubicBezTo>
                  <a:cubicBezTo>
                    <a:pt x="349" y="88"/>
                    <a:pt x="371" y="99"/>
                    <a:pt x="386" y="116"/>
                  </a:cubicBezTo>
                  <a:cubicBezTo>
                    <a:pt x="398" y="131"/>
                    <a:pt x="406" y="152"/>
                    <a:pt x="409" y="175"/>
                  </a:cubicBezTo>
                  <a:cubicBezTo>
                    <a:pt x="189" y="175"/>
                    <a:pt x="189" y="175"/>
                    <a:pt x="189" y="175"/>
                  </a:cubicBezTo>
                  <a:cubicBezTo>
                    <a:pt x="181" y="175"/>
                    <a:pt x="176" y="181"/>
                    <a:pt x="176" y="189"/>
                  </a:cubicBezTo>
                  <a:cubicBezTo>
                    <a:pt x="176" y="197"/>
                    <a:pt x="181" y="204"/>
                    <a:pt x="189" y="204"/>
                  </a:cubicBezTo>
                  <a:cubicBezTo>
                    <a:pt x="413" y="204"/>
                    <a:pt x="413" y="204"/>
                    <a:pt x="413" y="204"/>
                  </a:cubicBezTo>
                  <a:cubicBezTo>
                    <a:pt x="424" y="204"/>
                    <a:pt x="424" y="204"/>
                    <a:pt x="424" y="204"/>
                  </a:cubicBezTo>
                  <a:lnTo>
                    <a:pt x="424" y="204"/>
                  </a:lnTo>
                  <a:lnTo>
                    <a:pt x="424" y="204"/>
                  </a:lnTo>
                  <a:cubicBezTo>
                    <a:pt x="425" y="204"/>
                    <a:pt x="428" y="204"/>
                    <a:pt x="430" y="203"/>
                  </a:cubicBezTo>
                  <a:cubicBezTo>
                    <a:pt x="430" y="203"/>
                    <a:pt x="438" y="200"/>
                    <a:pt x="450" y="195"/>
                  </a:cubicBezTo>
                  <a:cubicBezTo>
                    <a:pt x="468" y="188"/>
                    <a:pt x="497" y="177"/>
                    <a:pt x="524" y="167"/>
                  </a:cubicBezTo>
                  <a:cubicBezTo>
                    <a:pt x="552" y="156"/>
                    <a:pt x="579" y="148"/>
                    <a:pt x="594" y="145"/>
                  </a:cubicBezTo>
                  <a:cubicBezTo>
                    <a:pt x="598" y="145"/>
                    <a:pt x="603" y="144"/>
                    <a:pt x="607" y="144"/>
                  </a:cubicBezTo>
                  <a:cubicBezTo>
                    <a:pt x="630" y="144"/>
                    <a:pt x="645" y="155"/>
                    <a:pt x="656" y="164"/>
                  </a:cubicBezTo>
                  <a:lnTo>
                    <a:pt x="656" y="164"/>
                  </a:lnTo>
                  <a:cubicBezTo>
                    <a:pt x="659" y="167"/>
                    <a:pt x="660" y="171"/>
                    <a:pt x="660" y="174"/>
                  </a:cubicBezTo>
                  <a:cubicBezTo>
                    <a:pt x="660" y="178"/>
                    <a:pt x="660" y="181"/>
                    <a:pt x="657" y="184"/>
                  </a:cubicBezTo>
                  <a:cubicBezTo>
                    <a:pt x="656" y="185"/>
                    <a:pt x="655" y="188"/>
                    <a:pt x="651" y="189"/>
                  </a:cubicBezTo>
                  <a:cubicBezTo>
                    <a:pt x="305" y="313"/>
                    <a:pt x="305" y="313"/>
                    <a:pt x="305" y="313"/>
                  </a:cubicBezTo>
                  <a:cubicBezTo>
                    <a:pt x="296" y="317"/>
                    <a:pt x="285" y="318"/>
                    <a:pt x="276" y="318"/>
                  </a:cubicBezTo>
                  <a:cubicBezTo>
                    <a:pt x="263" y="318"/>
                    <a:pt x="251" y="315"/>
                    <a:pt x="239" y="310"/>
                  </a:cubicBezTo>
                  <a:cubicBezTo>
                    <a:pt x="37" y="215"/>
                    <a:pt x="37" y="215"/>
                    <a:pt x="37" y="215"/>
                  </a:cubicBezTo>
                  <a:cubicBezTo>
                    <a:pt x="31" y="214"/>
                    <a:pt x="29" y="208"/>
                    <a:pt x="29" y="2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1" name="Freeform 138">
            <a:extLst>
              <a:ext uri="{FF2B5EF4-FFF2-40B4-BE49-F238E27FC236}">
                <a16:creationId xmlns:a16="http://schemas.microsoft.com/office/drawing/2014/main" id="{541D5DC4-5507-76F9-FC50-B9593C6981FF}"/>
              </a:ext>
            </a:extLst>
          </p:cNvPr>
          <p:cNvSpPr>
            <a:spLocks noChangeArrowheads="1"/>
          </p:cNvSpPr>
          <p:nvPr/>
        </p:nvSpPr>
        <p:spPr bwMode="auto">
          <a:xfrm>
            <a:off x="8482136" y="866403"/>
            <a:ext cx="206375" cy="254000"/>
          </a:xfrm>
          <a:custGeom>
            <a:avLst/>
            <a:gdLst>
              <a:gd name="T0" fmla="*/ 103 w 572"/>
              <a:gd name="T1" fmla="*/ 703 h 704"/>
              <a:gd name="T2" fmla="*/ 103 w 572"/>
              <a:gd name="T3" fmla="*/ 703 h 704"/>
              <a:gd name="T4" fmla="*/ 498 w 572"/>
              <a:gd name="T5" fmla="*/ 703 h 704"/>
              <a:gd name="T6" fmla="*/ 571 w 572"/>
              <a:gd name="T7" fmla="*/ 629 h 704"/>
              <a:gd name="T8" fmla="*/ 571 w 572"/>
              <a:gd name="T9" fmla="*/ 161 h 704"/>
              <a:gd name="T10" fmla="*/ 567 w 572"/>
              <a:gd name="T11" fmla="*/ 150 h 704"/>
              <a:gd name="T12" fmla="*/ 557 w 572"/>
              <a:gd name="T13" fmla="*/ 146 h 704"/>
              <a:gd name="T14" fmla="*/ 483 w 572"/>
              <a:gd name="T15" fmla="*/ 146 h 704"/>
              <a:gd name="T16" fmla="*/ 483 w 572"/>
              <a:gd name="T17" fmla="*/ 102 h 704"/>
              <a:gd name="T18" fmla="*/ 453 w 572"/>
              <a:gd name="T19" fmla="*/ 29 h 704"/>
              <a:gd name="T20" fmla="*/ 382 w 572"/>
              <a:gd name="T21" fmla="*/ 0 h 704"/>
              <a:gd name="T22" fmla="*/ 351 w 572"/>
              <a:gd name="T23" fmla="*/ 0 h 704"/>
              <a:gd name="T24" fmla="*/ 307 w 572"/>
              <a:gd name="T25" fmla="*/ 10 h 704"/>
              <a:gd name="T26" fmla="*/ 264 w 572"/>
              <a:gd name="T27" fmla="*/ 0 h 704"/>
              <a:gd name="T28" fmla="*/ 235 w 572"/>
              <a:gd name="T29" fmla="*/ 0 h 704"/>
              <a:gd name="T30" fmla="*/ 132 w 572"/>
              <a:gd name="T31" fmla="*/ 102 h 704"/>
              <a:gd name="T32" fmla="*/ 132 w 572"/>
              <a:gd name="T33" fmla="*/ 146 h 704"/>
              <a:gd name="T34" fmla="*/ 15 w 572"/>
              <a:gd name="T35" fmla="*/ 146 h 704"/>
              <a:gd name="T36" fmla="*/ 4 w 572"/>
              <a:gd name="T37" fmla="*/ 150 h 704"/>
              <a:gd name="T38" fmla="*/ 0 w 572"/>
              <a:gd name="T39" fmla="*/ 161 h 704"/>
              <a:gd name="T40" fmla="*/ 0 w 572"/>
              <a:gd name="T41" fmla="*/ 600 h 704"/>
              <a:gd name="T42" fmla="*/ 103 w 572"/>
              <a:gd name="T43" fmla="*/ 703 h 704"/>
              <a:gd name="T44" fmla="*/ 542 w 572"/>
              <a:gd name="T45" fmla="*/ 629 h 704"/>
              <a:gd name="T46" fmla="*/ 542 w 572"/>
              <a:gd name="T47" fmla="*/ 629 h 704"/>
              <a:gd name="T48" fmla="*/ 498 w 572"/>
              <a:gd name="T49" fmla="*/ 673 h 704"/>
              <a:gd name="T50" fmla="*/ 454 w 572"/>
              <a:gd name="T51" fmla="*/ 629 h 704"/>
              <a:gd name="T52" fmla="*/ 454 w 572"/>
              <a:gd name="T53" fmla="*/ 176 h 704"/>
              <a:gd name="T54" fmla="*/ 542 w 572"/>
              <a:gd name="T55" fmla="*/ 176 h 704"/>
              <a:gd name="T56" fmla="*/ 542 w 572"/>
              <a:gd name="T57" fmla="*/ 629 h 704"/>
              <a:gd name="T58" fmla="*/ 382 w 572"/>
              <a:gd name="T59" fmla="*/ 29 h 704"/>
              <a:gd name="T60" fmla="*/ 382 w 572"/>
              <a:gd name="T61" fmla="*/ 29 h 704"/>
              <a:gd name="T62" fmla="*/ 454 w 572"/>
              <a:gd name="T63" fmla="*/ 102 h 704"/>
              <a:gd name="T64" fmla="*/ 454 w 572"/>
              <a:gd name="T65" fmla="*/ 146 h 704"/>
              <a:gd name="T66" fmla="*/ 439 w 572"/>
              <a:gd name="T67" fmla="*/ 146 h 704"/>
              <a:gd name="T68" fmla="*/ 366 w 572"/>
              <a:gd name="T69" fmla="*/ 146 h 704"/>
              <a:gd name="T70" fmla="*/ 366 w 572"/>
              <a:gd name="T71" fmla="*/ 102 h 704"/>
              <a:gd name="T72" fmla="*/ 338 w 572"/>
              <a:gd name="T73" fmla="*/ 30 h 704"/>
              <a:gd name="T74" fmla="*/ 351 w 572"/>
              <a:gd name="T75" fmla="*/ 29 h 704"/>
              <a:gd name="T76" fmla="*/ 382 w 572"/>
              <a:gd name="T77" fmla="*/ 29 h 704"/>
              <a:gd name="T78" fmla="*/ 162 w 572"/>
              <a:gd name="T79" fmla="*/ 102 h 704"/>
              <a:gd name="T80" fmla="*/ 162 w 572"/>
              <a:gd name="T81" fmla="*/ 102 h 704"/>
              <a:gd name="T82" fmla="*/ 183 w 572"/>
              <a:gd name="T83" fmla="*/ 50 h 704"/>
              <a:gd name="T84" fmla="*/ 235 w 572"/>
              <a:gd name="T85" fmla="*/ 29 h 704"/>
              <a:gd name="T86" fmla="*/ 264 w 572"/>
              <a:gd name="T87" fmla="*/ 29 h 704"/>
              <a:gd name="T88" fmla="*/ 316 w 572"/>
              <a:gd name="T89" fmla="*/ 50 h 704"/>
              <a:gd name="T90" fmla="*/ 338 w 572"/>
              <a:gd name="T91" fmla="*/ 102 h 704"/>
              <a:gd name="T92" fmla="*/ 338 w 572"/>
              <a:gd name="T93" fmla="*/ 146 h 704"/>
              <a:gd name="T94" fmla="*/ 264 w 572"/>
              <a:gd name="T95" fmla="*/ 146 h 704"/>
              <a:gd name="T96" fmla="*/ 162 w 572"/>
              <a:gd name="T97" fmla="*/ 146 h 704"/>
              <a:gd name="T98" fmla="*/ 162 w 572"/>
              <a:gd name="T99" fmla="*/ 102 h 704"/>
              <a:gd name="T100" fmla="*/ 30 w 572"/>
              <a:gd name="T101" fmla="*/ 176 h 704"/>
              <a:gd name="T102" fmla="*/ 30 w 572"/>
              <a:gd name="T103" fmla="*/ 176 h 704"/>
              <a:gd name="T104" fmla="*/ 147 w 572"/>
              <a:gd name="T105" fmla="*/ 176 h 704"/>
              <a:gd name="T106" fmla="*/ 264 w 572"/>
              <a:gd name="T107" fmla="*/ 176 h 704"/>
              <a:gd name="T108" fmla="*/ 351 w 572"/>
              <a:gd name="T109" fmla="*/ 176 h 704"/>
              <a:gd name="T110" fmla="*/ 425 w 572"/>
              <a:gd name="T111" fmla="*/ 176 h 704"/>
              <a:gd name="T112" fmla="*/ 425 w 572"/>
              <a:gd name="T113" fmla="*/ 629 h 704"/>
              <a:gd name="T114" fmla="*/ 441 w 572"/>
              <a:gd name="T115" fmla="*/ 673 h 704"/>
              <a:gd name="T116" fmla="*/ 103 w 572"/>
              <a:gd name="T117" fmla="*/ 673 h 704"/>
              <a:gd name="T118" fmla="*/ 51 w 572"/>
              <a:gd name="T119" fmla="*/ 652 h 704"/>
              <a:gd name="T120" fmla="*/ 30 w 572"/>
              <a:gd name="T121" fmla="*/ 600 h 704"/>
              <a:gd name="T122" fmla="*/ 30 w 572"/>
              <a:gd name="T123" fmla="*/ 17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72" h="704">
                <a:moveTo>
                  <a:pt x="103" y="703"/>
                </a:moveTo>
                <a:lnTo>
                  <a:pt x="103" y="703"/>
                </a:lnTo>
                <a:cubicBezTo>
                  <a:pt x="498" y="703"/>
                  <a:pt x="498" y="703"/>
                  <a:pt x="498" y="703"/>
                </a:cubicBezTo>
                <a:cubicBezTo>
                  <a:pt x="538" y="703"/>
                  <a:pt x="571" y="670"/>
                  <a:pt x="571" y="629"/>
                </a:cubicBezTo>
                <a:cubicBezTo>
                  <a:pt x="571" y="161"/>
                  <a:pt x="571" y="161"/>
                  <a:pt x="571" y="161"/>
                </a:cubicBezTo>
                <a:cubicBezTo>
                  <a:pt x="571" y="157"/>
                  <a:pt x="570" y="153"/>
                  <a:pt x="567" y="150"/>
                </a:cubicBezTo>
                <a:cubicBezTo>
                  <a:pt x="564" y="147"/>
                  <a:pt x="560" y="146"/>
                  <a:pt x="557" y="146"/>
                </a:cubicBezTo>
                <a:cubicBezTo>
                  <a:pt x="483" y="146"/>
                  <a:pt x="483" y="146"/>
                  <a:pt x="483" y="146"/>
                </a:cubicBezTo>
                <a:cubicBezTo>
                  <a:pt x="483" y="102"/>
                  <a:pt x="483" y="102"/>
                  <a:pt x="483" y="102"/>
                </a:cubicBezTo>
                <a:cubicBezTo>
                  <a:pt x="483" y="74"/>
                  <a:pt x="472" y="48"/>
                  <a:pt x="453" y="29"/>
                </a:cubicBezTo>
                <a:cubicBezTo>
                  <a:pt x="435" y="11"/>
                  <a:pt x="409" y="0"/>
                  <a:pt x="382" y="0"/>
                </a:cubicBezTo>
                <a:cubicBezTo>
                  <a:pt x="351" y="0"/>
                  <a:pt x="351" y="0"/>
                  <a:pt x="351" y="0"/>
                </a:cubicBezTo>
                <a:cubicBezTo>
                  <a:pt x="336" y="0"/>
                  <a:pt x="321" y="3"/>
                  <a:pt x="307" y="10"/>
                </a:cubicBezTo>
                <a:cubicBezTo>
                  <a:pt x="295" y="3"/>
                  <a:pt x="280" y="0"/>
                  <a:pt x="264" y="0"/>
                </a:cubicBezTo>
                <a:cubicBezTo>
                  <a:pt x="235" y="0"/>
                  <a:pt x="235" y="0"/>
                  <a:pt x="235" y="0"/>
                </a:cubicBezTo>
                <a:cubicBezTo>
                  <a:pt x="178" y="0"/>
                  <a:pt x="132" y="46"/>
                  <a:pt x="132" y="102"/>
                </a:cubicBezTo>
                <a:cubicBezTo>
                  <a:pt x="132" y="146"/>
                  <a:pt x="132" y="146"/>
                  <a:pt x="132" y="146"/>
                </a:cubicBezTo>
                <a:cubicBezTo>
                  <a:pt x="15" y="146"/>
                  <a:pt x="15" y="146"/>
                  <a:pt x="15" y="146"/>
                </a:cubicBezTo>
                <a:cubicBezTo>
                  <a:pt x="11" y="146"/>
                  <a:pt x="7" y="147"/>
                  <a:pt x="4" y="150"/>
                </a:cubicBezTo>
                <a:cubicBezTo>
                  <a:pt x="1" y="153"/>
                  <a:pt x="0" y="157"/>
                  <a:pt x="0" y="161"/>
                </a:cubicBezTo>
                <a:cubicBezTo>
                  <a:pt x="0" y="600"/>
                  <a:pt x="0" y="600"/>
                  <a:pt x="0" y="600"/>
                </a:cubicBezTo>
                <a:cubicBezTo>
                  <a:pt x="0" y="656"/>
                  <a:pt x="47" y="703"/>
                  <a:pt x="103" y="703"/>
                </a:cubicBezTo>
                <a:close/>
                <a:moveTo>
                  <a:pt x="542" y="629"/>
                </a:moveTo>
                <a:lnTo>
                  <a:pt x="542" y="629"/>
                </a:lnTo>
                <a:cubicBezTo>
                  <a:pt x="542" y="654"/>
                  <a:pt x="523" y="673"/>
                  <a:pt x="498" y="673"/>
                </a:cubicBezTo>
                <a:cubicBezTo>
                  <a:pt x="474" y="673"/>
                  <a:pt x="454" y="654"/>
                  <a:pt x="454" y="629"/>
                </a:cubicBezTo>
                <a:cubicBezTo>
                  <a:pt x="454" y="176"/>
                  <a:pt x="454" y="176"/>
                  <a:pt x="454" y="176"/>
                </a:cubicBezTo>
                <a:cubicBezTo>
                  <a:pt x="542" y="176"/>
                  <a:pt x="542" y="176"/>
                  <a:pt x="542" y="176"/>
                </a:cubicBezTo>
                <a:lnTo>
                  <a:pt x="542" y="629"/>
                </a:lnTo>
                <a:close/>
                <a:moveTo>
                  <a:pt x="382" y="29"/>
                </a:moveTo>
                <a:lnTo>
                  <a:pt x="382" y="29"/>
                </a:lnTo>
                <a:cubicBezTo>
                  <a:pt x="421" y="29"/>
                  <a:pt x="454" y="62"/>
                  <a:pt x="454" y="102"/>
                </a:cubicBezTo>
                <a:cubicBezTo>
                  <a:pt x="454" y="146"/>
                  <a:pt x="454" y="146"/>
                  <a:pt x="454" y="146"/>
                </a:cubicBezTo>
                <a:cubicBezTo>
                  <a:pt x="439" y="146"/>
                  <a:pt x="439" y="146"/>
                  <a:pt x="439" y="146"/>
                </a:cubicBezTo>
                <a:cubicBezTo>
                  <a:pt x="366" y="146"/>
                  <a:pt x="366" y="146"/>
                  <a:pt x="366" y="146"/>
                </a:cubicBezTo>
                <a:cubicBezTo>
                  <a:pt x="366" y="102"/>
                  <a:pt x="366" y="102"/>
                  <a:pt x="366" y="102"/>
                </a:cubicBezTo>
                <a:cubicBezTo>
                  <a:pt x="366" y="74"/>
                  <a:pt x="355" y="50"/>
                  <a:pt x="338" y="30"/>
                </a:cubicBezTo>
                <a:cubicBezTo>
                  <a:pt x="342" y="29"/>
                  <a:pt x="347" y="29"/>
                  <a:pt x="351" y="29"/>
                </a:cubicBezTo>
                <a:lnTo>
                  <a:pt x="382" y="29"/>
                </a:lnTo>
                <a:close/>
                <a:moveTo>
                  <a:pt x="162" y="102"/>
                </a:moveTo>
                <a:lnTo>
                  <a:pt x="162" y="102"/>
                </a:lnTo>
                <a:cubicBezTo>
                  <a:pt x="162" y="81"/>
                  <a:pt x="170" y="63"/>
                  <a:pt x="183" y="50"/>
                </a:cubicBezTo>
                <a:cubicBezTo>
                  <a:pt x="196" y="37"/>
                  <a:pt x="214" y="29"/>
                  <a:pt x="235" y="29"/>
                </a:cubicBezTo>
                <a:cubicBezTo>
                  <a:pt x="264" y="29"/>
                  <a:pt x="264" y="29"/>
                  <a:pt x="264" y="29"/>
                </a:cubicBezTo>
                <a:cubicBezTo>
                  <a:pt x="284" y="29"/>
                  <a:pt x="302" y="37"/>
                  <a:pt x="316" y="50"/>
                </a:cubicBezTo>
                <a:cubicBezTo>
                  <a:pt x="329" y="63"/>
                  <a:pt x="338" y="81"/>
                  <a:pt x="338" y="102"/>
                </a:cubicBezTo>
                <a:cubicBezTo>
                  <a:pt x="338" y="146"/>
                  <a:pt x="338" y="146"/>
                  <a:pt x="338" y="146"/>
                </a:cubicBezTo>
                <a:cubicBezTo>
                  <a:pt x="264" y="146"/>
                  <a:pt x="264" y="146"/>
                  <a:pt x="264" y="146"/>
                </a:cubicBezTo>
                <a:cubicBezTo>
                  <a:pt x="162" y="146"/>
                  <a:pt x="162" y="146"/>
                  <a:pt x="162" y="146"/>
                </a:cubicBezTo>
                <a:lnTo>
                  <a:pt x="162" y="102"/>
                </a:lnTo>
                <a:close/>
                <a:moveTo>
                  <a:pt x="30" y="176"/>
                </a:moveTo>
                <a:lnTo>
                  <a:pt x="30" y="176"/>
                </a:lnTo>
                <a:cubicBezTo>
                  <a:pt x="147" y="176"/>
                  <a:pt x="147" y="176"/>
                  <a:pt x="147" y="176"/>
                </a:cubicBezTo>
                <a:cubicBezTo>
                  <a:pt x="264" y="176"/>
                  <a:pt x="264" y="176"/>
                  <a:pt x="264" y="176"/>
                </a:cubicBezTo>
                <a:cubicBezTo>
                  <a:pt x="351" y="176"/>
                  <a:pt x="351" y="176"/>
                  <a:pt x="351" y="176"/>
                </a:cubicBezTo>
                <a:cubicBezTo>
                  <a:pt x="425" y="176"/>
                  <a:pt x="425" y="176"/>
                  <a:pt x="425" y="176"/>
                </a:cubicBezTo>
                <a:cubicBezTo>
                  <a:pt x="425" y="629"/>
                  <a:pt x="425" y="629"/>
                  <a:pt x="425" y="629"/>
                </a:cubicBezTo>
                <a:cubicBezTo>
                  <a:pt x="425" y="645"/>
                  <a:pt x="431" y="661"/>
                  <a:pt x="441" y="673"/>
                </a:cubicBezTo>
                <a:cubicBezTo>
                  <a:pt x="103" y="673"/>
                  <a:pt x="103" y="673"/>
                  <a:pt x="103" y="673"/>
                </a:cubicBezTo>
                <a:cubicBezTo>
                  <a:pt x="82" y="673"/>
                  <a:pt x="64" y="665"/>
                  <a:pt x="51" y="652"/>
                </a:cubicBezTo>
                <a:cubicBezTo>
                  <a:pt x="38" y="639"/>
                  <a:pt x="30" y="621"/>
                  <a:pt x="30" y="600"/>
                </a:cubicBezTo>
                <a:lnTo>
                  <a:pt x="30" y="176"/>
                </a:lnTo>
                <a:close/>
              </a:path>
            </a:pathLst>
          </a:custGeom>
          <a:solidFill>
            <a:schemeClr val="accent4"/>
          </a:solidFill>
          <a:ln>
            <a:noFill/>
          </a:ln>
          <a:effectLst/>
        </p:spPr>
        <p:txBody>
          <a:bodyPr wrap="none" anchor="ctr"/>
          <a:lstStyle/>
          <a:p>
            <a:endParaRPr lang="da-DK"/>
          </a:p>
        </p:txBody>
      </p:sp>
      <p:grpSp>
        <p:nvGrpSpPr>
          <p:cNvPr id="172" name="Group 175">
            <a:extLst>
              <a:ext uri="{FF2B5EF4-FFF2-40B4-BE49-F238E27FC236}">
                <a16:creationId xmlns:a16="http://schemas.microsoft.com/office/drawing/2014/main" id="{4D2E203A-972D-34D8-78F5-E13FC62665D0}"/>
              </a:ext>
            </a:extLst>
          </p:cNvPr>
          <p:cNvGrpSpPr/>
          <p:nvPr/>
        </p:nvGrpSpPr>
        <p:grpSpPr>
          <a:xfrm>
            <a:off x="9472736" y="2910409"/>
            <a:ext cx="252413" cy="168275"/>
            <a:chOff x="8331200" y="3271838"/>
            <a:chExt cx="252413" cy="168275"/>
          </a:xfrm>
          <a:solidFill>
            <a:schemeClr val="accent4"/>
          </a:solidFill>
        </p:grpSpPr>
        <p:sp>
          <p:nvSpPr>
            <p:cNvPr id="173" name="Freeform 139">
              <a:extLst>
                <a:ext uri="{FF2B5EF4-FFF2-40B4-BE49-F238E27FC236}">
                  <a16:creationId xmlns:a16="http://schemas.microsoft.com/office/drawing/2014/main" id="{69567D85-C3FC-1A4A-F86F-5A12F5133F8B}"/>
                </a:ext>
              </a:extLst>
            </p:cNvPr>
            <p:cNvSpPr>
              <a:spLocks noChangeArrowheads="1"/>
            </p:cNvSpPr>
            <p:nvPr/>
          </p:nvSpPr>
          <p:spPr bwMode="auto">
            <a:xfrm>
              <a:off x="8331200" y="3271838"/>
              <a:ext cx="252413" cy="168275"/>
            </a:xfrm>
            <a:custGeom>
              <a:avLst/>
              <a:gdLst>
                <a:gd name="T0" fmla="*/ 43 w 703"/>
                <a:gd name="T1" fmla="*/ 468 h 469"/>
                <a:gd name="T2" fmla="*/ 43 w 703"/>
                <a:gd name="T3" fmla="*/ 468 h 469"/>
                <a:gd name="T4" fmla="*/ 571 w 703"/>
                <a:gd name="T5" fmla="*/ 468 h 469"/>
                <a:gd name="T6" fmla="*/ 615 w 703"/>
                <a:gd name="T7" fmla="*/ 424 h 469"/>
                <a:gd name="T8" fmla="*/ 615 w 703"/>
                <a:gd name="T9" fmla="*/ 380 h 469"/>
                <a:gd name="T10" fmla="*/ 658 w 703"/>
                <a:gd name="T11" fmla="*/ 380 h 469"/>
                <a:gd name="T12" fmla="*/ 702 w 703"/>
                <a:gd name="T13" fmla="*/ 336 h 469"/>
                <a:gd name="T14" fmla="*/ 702 w 703"/>
                <a:gd name="T15" fmla="*/ 43 h 469"/>
                <a:gd name="T16" fmla="*/ 658 w 703"/>
                <a:gd name="T17" fmla="*/ 0 h 469"/>
                <a:gd name="T18" fmla="*/ 131 w 703"/>
                <a:gd name="T19" fmla="*/ 0 h 469"/>
                <a:gd name="T20" fmla="*/ 87 w 703"/>
                <a:gd name="T21" fmla="*/ 43 h 469"/>
                <a:gd name="T22" fmla="*/ 87 w 703"/>
                <a:gd name="T23" fmla="*/ 87 h 469"/>
                <a:gd name="T24" fmla="*/ 43 w 703"/>
                <a:gd name="T25" fmla="*/ 87 h 469"/>
                <a:gd name="T26" fmla="*/ 0 w 703"/>
                <a:gd name="T27" fmla="*/ 131 h 469"/>
                <a:gd name="T28" fmla="*/ 0 w 703"/>
                <a:gd name="T29" fmla="*/ 424 h 469"/>
                <a:gd name="T30" fmla="*/ 43 w 703"/>
                <a:gd name="T31" fmla="*/ 468 h 469"/>
                <a:gd name="T32" fmla="*/ 116 w 703"/>
                <a:gd name="T33" fmla="*/ 43 h 469"/>
                <a:gd name="T34" fmla="*/ 116 w 703"/>
                <a:gd name="T35" fmla="*/ 43 h 469"/>
                <a:gd name="T36" fmla="*/ 131 w 703"/>
                <a:gd name="T37" fmla="*/ 28 h 469"/>
                <a:gd name="T38" fmla="*/ 658 w 703"/>
                <a:gd name="T39" fmla="*/ 28 h 469"/>
                <a:gd name="T40" fmla="*/ 672 w 703"/>
                <a:gd name="T41" fmla="*/ 43 h 469"/>
                <a:gd name="T42" fmla="*/ 672 w 703"/>
                <a:gd name="T43" fmla="*/ 336 h 469"/>
                <a:gd name="T44" fmla="*/ 658 w 703"/>
                <a:gd name="T45" fmla="*/ 351 h 469"/>
                <a:gd name="T46" fmla="*/ 615 w 703"/>
                <a:gd name="T47" fmla="*/ 351 h 469"/>
                <a:gd name="T48" fmla="*/ 615 w 703"/>
                <a:gd name="T49" fmla="*/ 131 h 469"/>
                <a:gd name="T50" fmla="*/ 571 w 703"/>
                <a:gd name="T51" fmla="*/ 87 h 469"/>
                <a:gd name="T52" fmla="*/ 116 w 703"/>
                <a:gd name="T53" fmla="*/ 87 h 469"/>
                <a:gd name="T54" fmla="*/ 116 w 703"/>
                <a:gd name="T55" fmla="*/ 43 h 469"/>
                <a:gd name="T56" fmla="*/ 28 w 703"/>
                <a:gd name="T57" fmla="*/ 131 h 469"/>
                <a:gd name="T58" fmla="*/ 28 w 703"/>
                <a:gd name="T59" fmla="*/ 131 h 469"/>
                <a:gd name="T60" fmla="*/ 43 w 703"/>
                <a:gd name="T61" fmla="*/ 116 h 469"/>
                <a:gd name="T62" fmla="*/ 571 w 703"/>
                <a:gd name="T63" fmla="*/ 116 h 469"/>
                <a:gd name="T64" fmla="*/ 584 w 703"/>
                <a:gd name="T65" fmla="*/ 131 h 469"/>
                <a:gd name="T66" fmla="*/ 584 w 703"/>
                <a:gd name="T67" fmla="*/ 424 h 469"/>
                <a:gd name="T68" fmla="*/ 571 w 703"/>
                <a:gd name="T69" fmla="*/ 439 h 469"/>
                <a:gd name="T70" fmla="*/ 43 w 703"/>
                <a:gd name="T71" fmla="*/ 439 h 469"/>
                <a:gd name="T72" fmla="*/ 28 w 703"/>
                <a:gd name="T73" fmla="*/ 424 h 469"/>
                <a:gd name="T74" fmla="*/ 28 w 703"/>
                <a:gd name="T75" fmla="*/ 131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469">
                  <a:moveTo>
                    <a:pt x="43" y="468"/>
                  </a:moveTo>
                  <a:lnTo>
                    <a:pt x="43" y="468"/>
                  </a:lnTo>
                  <a:cubicBezTo>
                    <a:pt x="571" y="468"/>
                    <a:pt x="571" y="468"/>
                    <a:pt x="571" y="468"/>
                  </a:cubicBezTo>
                  <a:cubicBezTo>
                    <a:pt x="594" y="468"/>
                    <a:pt x="615" y="448"/>
                    <a:pt x="615" y="424"/>
                  </a:cubicBezTo>
                  <a:cubicBezTo>
                    <a:pt x="615" y="380"/>
                    <a:pt x="615" y="380"/>
                    <a:pt x="615" y="380"/>
                  </a:cubicBezTo>
                  <a:cubicBezTo>
                    <a:pt x="658" y="380"/>
                    <a:pt x="658" y="380"/>
                    <a:pt x="658" y="380"/>
                  </a:cubicBezTo>
                  <a:cubicBezTo>
                    <a:pt x="682" y="380"/>
                    <a:pt x="702" y="361"/>
                    <a:pt x="702" y="336"/>
                  </a:cubicBezTo>
                  <a:cubicBezTo>
                    <a:pt x="702" y="43"/>
                    <a:pt x="702" y="43"/>
                    <a:pt x="702" y="43"/>
                  </a:cubicBezTo>
                  <a:cubicBezTo>
                    <a:pt x="702" y="19"/>
                    <a:pt x="682" y="0"/>
                    <a:pt x="658" y="0"/>
                  </a:cubicBezTo>
                  <a:cubicBezTo>
                    <a:pt x="131" y="0"/>
                    <a:pt x="131" y="0"/>
                    <a:pt x="131" y="0"/>
                  </a:cubicBezTo>
                  <a:cubicBezTo>
                    <a:pt x="107" y="0"/>
                    <a:pt x="87" y="19"/>
                    <a:pt x="87" y="43"/>
                  </a:cubicBezTo>
                  <a:cubicBezTo>
                    <a:pt x="87" y="87"/>
                    <a:pt x="87" y="87"/>
                    <a:pt x="87" y="87"/>
                  </a:cubicBezTo>
                  <a:cubicBezTo>
                    <a:pt x="43" y="87"/>
                    <a:pt x="43" y="87"/>
                    <a:pt x="43" y="87"/>
                  </a:cubicBezTo>
                  <a:cubicBezTo>
                    <a:pt x="19" y="87"/>
                    <a:pt x="0" y="107"/>
                    <a:pt x="0" y="131"/>
                  </a:cubicBezTo>
                  <a:cubicBezTo>
                    <a:pt x="0" y="424"/>
                    <a:pt x="0" y="424"/>
                    <a:pt x="0" y="424"/>
                  </a:cubicBezTo>
                  <a:cubicBezTo>
                    <a:pt x="0" y="448"/>
                    <a:pt x="19" y="468"/>
                    <a:pt x="43" y="468"/>
                  </a:cubicBezTo>
                  <a:close/>
                  <a:moveTo>
                    <a:pt x="116" y="43"/>
                  </a:moveTo>
                  <a:lnTo>
                    <a:pt x="116" y="43"/>
                  </a:lnTo>
                  <a:cubicBezTo>
                    <a:pt x="116" y="35"/>
                    <a:pt x="123" y="28"/>
                    <a:pt x="131" y="28"/>
                  </a:cubicBezTo>
                  <a:cubicBezTo>
                    <a:pt x="658" y="28"/>
                    <a:pt x="658" y="28"/>
                    <a:pt x="658" y="28"/>
                  </a:cubicBezTo>
                  <a:cubicBezTo>
                    <a:pt x="667" y="28"/>
                    <a:pt x="672" y="35"/>
                    <a:pt x="672" y="43"/>
                  </a:cubicBezTo>
                  <a:cubicBezTo>
                    <a:pt x="672" y="336"/>
                    <a:pt x="672" y="336"/>
                    <a:pt x="672" y="336"/>
                  </a:cubicBezTo>
                  <a:cubicBezTo>
                    <a:pt x="672" y="344"/>
                    <a:pt x="667" y="351"/>
                    <a:pt x="658" y="351"/>
                  </a:cubicBezTo>
                  <a:cubicBezTo>
                    <a:pt x="615" y="351"/>
                    <a:pt x="615" y="351"/>
                    <a:pt x="615" y="351"/>
                  </a:cubicBezTo>
                  <a:cubicBezTo>
                    <a:pt x="615" y="131"/>
                    <a:pt x="615" y="131"/>
                    <a:pt x="615" y="131"/>
                  </a:cubicBezTo>
                  <a:cubicBezTo>
                    <a:pt x="615" y="107"/>
                    <a:pt x="594" y="87"/>
                    <a:pt x="571" y="87"/>
                  </a:cubicBezTo>
                  <a:cubicBezTo>
                    <a:pt x="116" y="87"/>
                    <a:pt x="116" y="87"/>
                    <a:pt x="116" y="87"/>
                  </a:cubicBezTo>
                  <a:lnTo>
                    <a:pt x="116" y="43"/>
                  </a:lnTo>
                  <a:close/>
                  <a:moveTo>
                    <a:pt x="28" y="131"/>
                  </a:moveTo>
                  <a:lnTo>
                    <a:pt x="28" y="131"/>
                  </a:lnTo>
                  <a:cubicBezTo>
                    <a:pt x="28" y="123"/>
                    <a:pt x="35" y="116"/>
                    <a:pt x="43" y="116"/>
                  </a:cubicBezTo>
                  <a:cubicBezTo>
                    <a:pt x="571" y="116"/>
                    <a:pt x="571" y="116"/>
                    <a:pt x="571" y="116"/>
                  </a:cubicBezTo>
                  <a:cubicBezTo>
                    <a:pt x="579" y="116"/>
                    <a:pt x="584" y="123"/>
                    <a:pt x="584" y="131"/>
                  </a:cubicBezTo>
                  <a:cubicBezTo>
                    <a:pt x="584" y="424"/>
                    <a:pt x="584" y="424"/>
                    <a:pt x="584" y="424"/>
                  </a:cubicBezTo>
                  <a:cubicBezTo>
                    <a:pt x="584" y="432"/>
                    <a:pt x="579" y="439"/>
                    <a:pt x="571" y="439"/>
                  </a:cubicBezTo>
                  <a:cubicBezTo>
                    <a:pt x="43" y="439"/>
                    <a:pt x="43" y="439"/>
                    <a:pt x="43" y="439"/>
                  </a:cubicBezTo>
                  <a:cubicBezTo>
                    <a:pt x="35" y="439"/>
                    <a:pt x="28" y="432"/>
                    <a:pt x="28" y="424"/>
                  </a:cubicBezTo>
                  <a:lnTo>
                    <a:pt x="28"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0">
              <a:extLst>
                <a:ext uri="{FF2B5EF4-FFF2-40B4-BE49-F238E27FC236}">
                  <a16:creationId xmlns:a16="http://schemas.microsoft.com/office/drawing/2014/main" id="{32D3B4FC-4931-0124-5A85-5E2069A82833}"/>
                </a:ext>
              </a:extLst>
            </p:cNvPr>
            <p:cNvSpPr>
              <a:spLocks noChangeArrowheads="1"/>
            </p:cNvSpPr>
            <p:nvPr/>
          </p:nvSpPr>
          <p:spPr bwMode="auto">
            <a:xfrm>
              <a:off x="8405813" y="3335338"/>
              <a:ext cx="74612" cy="74612"/>
            </a:xfrm>
            <a:custGeom>
              <a:avLst/>
              <a:gdLst>
                <a:gd name="T0" fmla="*/ 103 w 206"/>
                <a:gd name="T1" fmla="*/ 205 h 206"/>
                <a:gd name="T2" fmla="*/ 103 w 206"/>
                <a:gd name="T3" fmla="*/ 205 h 206"/>
                <a:gd name="T4" fmla="*/ 205 w 206"/>
                <a:gd name="T5" fmla="*/ 103 h 206"/>
                <a:gd name="T6" fmla="*/ 103 w 206"/>
                <a:gd name="T7" fmla="*/ 0 h 206"/>
                <a:gd name="T8" fmla="*/ 0 w 206"/>
                <a:gd name="T9" fmla="*/ 103 h 206"/>
                <a:gd name="T10" fmla="*/ 103 w 206"/>
                <a:gd name="T11" fmla="*/ 205 h 206"/>
                <a:gd name="T12" fmla="*/ 51 w 206"/>
                <a:gd name="T13" fmla="*/ 51 h 206"/>
                <a:gd name="T14" fmla="*/ 51 w 206"/>
                <a:gd name="T15" fmla="*/ 51 h 206"/>
                <a:gd name="T16" fmla="*/ 103 w 206"/>
                <a:gd name="T17" fmla="*/ 29 h 206"/>
                <a:gd name="T18" fmla="*/ 154 w 206"/>
                <a:gd name="T19" fmla="*/ 51 h 206"/>
                <a:gd name="T20" fmla="*/ 176 w 206"/>
                <a:gd name="T21" fmla="*/ 103 h 206"/>
                <a:gd name="T22" fmla="*/ 154 w 206"/>
                <a:gd name="T23" fmla="*/ 154 h 206"/>
                <a:gd name="T24" fmla="*/ 103 w 206"/>
                <a:gd name="T25" fmla="*/ 176 h 206"/>
                <a:gd name="T26" fmla="*/ 51 w 206"/>
                <a:gd name="T27" fmla="*/ 154 h 206"/>
                <a:gd name="T28" fmla="*/ 29 w 206"/>
                <a:gd name="T29" fmla="*/ 103 h 206"/>
                <a:gd name="T30" fmla="*/ 51 w 206"/>
                <a:gd name="T31" fmla="*/ 51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6">
                  <a:moveTo>
                    <a:pt x="103" y="205"/>
                  </a:moveTo>
                  <a:lnTo>
                    <a:pt x="103" y="205"/>
                  </a:lnTo>
                  <a:cubicBezTo>
                    <a:pt x="159" y="205"/>
                    <a:pt x="205" y="159"/>
                    <a:pt x="205" y="103"/>
                  </a:cubicBezTo>
                  <a:cubicBezTo>
                    <a:pt x="205" y="46"/>
                    <a:pt x="159" y="0"/>
                    <a:pt x="103" y="0"/>
                  </a:cubicBezTo>
                  <a:cubicBezTo>
                    <a:pt x="45" y="0"/>
                    <a:pt x="0" y="46"/>
                    <a:pt x="0" y="103"/>
                  </a:cubicBezTo>
                  <a:cubicBezTo>
                    <a:pt x="0" y="159"/>
                    <a:pt x="45" y="205"/>
                    <a:pt x="103" y="205"/>
                  </a:cubicBezTo>
                  <a:close/>
                  <a:moveTo>
                    <a:pt x="51" y="51"/>
                  </a:moveTo>
                  <a:lnTo>
                    <a:pt x="51" y="51"/>
                  </a:lnTo>
                  <a:cubicBezTo>
                    <a:pt x="65" y="37"/>
                    <a:pt x="82" y="29"/>
                    <a:pt x="103" y="29"/>
                  </a:cubicBezTo>
                  <a:cubicBezTo>
                    <a:pt x="122" y="29"/>
                    <a:pt x="141" y="37"/>
                    <a:pt x="154" y="51"/>
                  </a:cubicBezTo>
                  <a:cubicBezTo>
                    <a:pt x="168" y="65"/>
                    <a:pt x="176" y="83"/>
                    <a:pt x="176" y="103"/>
                  </a:cubicBezTo>
                  <a:cubicBezTo>
                    <a:pt x="176" y="122"/>
                    <a:pt x="168" y="142"/>
                    <a:pt x="154" y="154"/>
                  </a:cubicBezTo>
                  <a:cubicBezTo>
                    <a:pt x="141" y="168"/>
                    <a:pt x="122" y="176"/>
                    <a:pt x="103" y="176"/>
                  </a:cubicBezTo>
                  <a:cubicBezTo>
                    <a:pt x="82" y="176"/>
                    <a:pt x="65" y="168"/>
                    <a:pt x="51" y="154"/>
                  </a:cubicBezTo>
                  <a:cubicBezTo>
                    <a:pt x="37" y="142"/>
                    <a:pt x="29" y="122"/>
                    <a:pt x="29" y="103"/>
                  </a:cubicBezTo>
                  <a:cubicBezTo>
                    <a:pt x="29" y="83"/>
                    <a:pt x="37" y="65"/>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5" name="Group 178">
            <a:extLst>
              <a:ext uri="{FF2B5EF4-FFF2-40B4-BE49-F238E27FC236}">
                <a16:creationId xmlns:a16="http://schemas.microsoft.com/office/drawing/2014/main" id="{BA9536EA-F64C-D897-4089-0A13234DEC4E}"/>
              </a:ext>
            </a:extLst>
          </p:cNvPr>
          <p:cNvGrpSpPr/>
          <p:nvPr/>
        </p:nvGrpSpPr>
        <p:grpSpPr>
          <a:xfrm>
            <a:off x="11028486" y="2419151"/>
            <a:ext cx="190500" cy="254000"/>
            <a:chOff x="9886950" y="2720975"/>
            <a:chExt cx="190500" cy="254000"/>
          </a:xfrm>
          <a:solidFill>
            <a:schemeClr val="accent4"/>
          </a:solidFill>
        </p:grpSpPr>
        <p:sp>
          <p:nvSpPr>
            <p:cNvPr id="176" name="Freeform 141">
              <a:extLst>
                <a:ext uri="{FF2B5EF4-FFF2-40B4-BE49-F238E27FC236}">
                  <a16:creationId xmlns:a16="http://schemas.microsoft.com/office/drawing/2014/main" id="{3EF82C8D-4FE8-C34B-F35F-97EC97CE5203}"/>
                </a:ext>
              </a:extLst>
            </p:cNvPr>
            <p:cNvSpPr>
              <a:spLocks noChangeArrowheads="1"/>
            </p:cNvSpPr>
            <p:nvPr/>
          </p:nvSpPr>
          <p:spPr bwMode="auto">
            <a:xfrm>
              <a:off x="9886950" y="2720975"/>
              <a:ext cx="190500" cy="254000"/>
            </a:xfrm>
            <a:custGeom>
              <a:avLst/>
              <a:gdLst>
                <a:gd name="T0" fmla="*/ 161 w 528"/>
                <a:gd name="T1" fmla="*/ 0 h 704"/>
                <a:gd name="T2" fmla="*/ 161 w 528"/>
                <a:gd name="T3" fmla="*/ 0 h 704"/>
                <a:gd name="T4" fmla="*/ 157 w 528"/>
                <a:gd name="T5" fmla="*/ 0 h 704"/>
                <a:gd name="T6" fmla="*/ 155 w 528"/>
                <a:gd name="T7" fmla="*/ 1 h 704"/>
                <a:gd name="T8" fmla="*/ 151 w 528"/>
                <a:gd name="T9" fmla="*/ 4 h 704"/>
                <a:gd name="T10" fmla="*/ 4 w 528"/>
                <a:gd name="T11" fmla="*/ 150 h 704"/>
                <a:gd name="T12" fmla="*/ 1 w 528"/>
                <a:gd name="T13" fmla="*/ 154 h 704"/>
                <a:gd name="T14" fmla="*/ 1 w 528"/>
                <a:gd name="T15" fmla="*/ 155 h 704"/>
                <a:gd name="T16" fmla="*/ 0 w 528"/>
                <a:gd name="T17" fmla="*/ 159 h 704"/>
                <a:gd name="T18" fmla="*/ 0 w 528"/>
                <a:gd name="T19" fmla="*/ 161 h 704"/>
                <a:gd name="T20" fmla="*/ 0 w 528"/>
                <a:gd name="T21" fmla="*/ 659 h 704"/>
                <a:gd name="T22" fmla="*/ 44 w 528"/>
                <a:gd name="T23" fmla="*/ 703 h 704"/>
                <a:gd name="T24" fmla="*/ 483 w 528"/>
                <a:gd name="T25" fmla="*/ 703 h 704"/>
                <a:gd name="T26" fmla="*/ 527 w 528"/>
                <a:gd name="T27" fmla="*/ 659 h 704"/>
                <a:gd name="T28" fmla="*/ 527 w 528"/>
                <a:gd name="T29" fmla="*/ 44 h 704"/>
                <a:gd name="T30" fmla="*/ 483 w 528"/>
                <a:gd name="T31" fmla="*/ 0 h 704"/>
                <a:gd name="T32" fmla="*/ 162 w 528"/>
                <a:gd name="T33" fmla="*/ 0 h 704"/>
                <a:gd name="T34" fmla="*/ 161 w 528"/>
                <a:gd name="T35" fmla="*/ 0 h 704"/>
                <a:gd name="T36" fmla="*/ 147 w 528"/>
                <a:gd name="T37" fmla="*/ 49 h 704"/>
                <a:gd name="T38" fmla="*/ 147 w 528"/>
                <a:gd name="T39" fmla="*/ 49 h 704"/>
                <a:gd name="T40" fmla="*/ 147 w 528"/>
                <a:gd name="T41" fmla="*/ 132 h 704"/>
                <a:gd name="T42" fmla="*/ 132 w 528"/>
                <a:gd name="T43" fmla="*/ 146 h 704"/>
                <a:gd name="T44" fmla="*/ 51 w 528"/>
                <a:gd name="T45" fmla="*/ 146 h 704"/>
                <a:gd name="T46" fmla="*/ 125 w 528"/>
                <a:gd name="T47" fmla="*/ 71 h 704"/>
                <a:gd name="T48" fmla="*/ 147 w 528"/>
                <a:gd name="T49" fmla="*/ 49 h 704"/>
                <a:gd name="T50" fmla="*/ 498 w 528"/>
                <a:gd name="T51" fmla="*/ 44 h 704"/>
                <a:gd name="T52" fmla="*/ 498 w 528"/>
                <a:gd name="T53" fmla="*/ 44 h 704"/>
                <a:gd name="T54" fmla="*/ 498 w 528"/>
                <a:gd name="T55" fmla="*/ 659 h 704"/>
                <a:gd name="T56" fmla="*/ 483 w 528"/>
                <a:gd name="T57" fmla="*/ 673 h 704"/>
                <a:gd name="T58" fmla="*/ 44 w 528"/>
                <a:gd name="T59" fmla="*/ 673 h 704"/>
                <a:gd name="T60" fmla="*/ 30 w 528"/>
                <a:gd name="T61" fmla="*/ 659 h 704"/>
                <a:gd name="T62" fmla="*/ 30 w 528"/>
                <a:gd name="T63" fmla="*/ 176 h 704"/>
                <a:gd name="T64" fmla="*/ 132 w 528"/>
                <a:gd name="T65" fmla="*/ 176 h 704"/>
                <a:gd name="T66" fmla="*/ 176 w 528"/>
                <a:gd name="T67" fmla="*/ 132 h 704"/>
                <a:gd name="T68" fmla="*/ 176 w 528"/>
                <a:gd name="T69" fmla="*/ 29 h 704"/>
                <a:gd name="T70" fmla="*/ 483 w 528"/>
                <a:gd name="T71" fmla="*/ 29 h 704"/>
                <a:gd name="T72" fmla="*/ 498 w 528"/>
                <a:gd name="T73" fmla="*/ 4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28" h="704">
                  <a:moveTo>
                    <a:pt x="161" y="0"/>
                  </a:moveTo>
                  <a:lnTo>
                    <a:pt x="161" y="0"/>
                  </a:lnTo>
                  <a:cubicBezTo>
                    <a:pt x="159" y="0"/>
                    <a:pt x="158" y="0"/>
                    <a:pt x="157" y="0"/>
                  </a:cubicBezTo>
                  <a:cubicBezTo>
                    <a:pt x="157" y="0"/>
                    <a:pt x="157" y="0"/>
                    <a:pt x="155" y="1"/>
                  </a:cubicBezTo>
                  <a:cubicBezTo>
                    <a:pt x="154" y="1"/>
                    <a:pt x="152" y="3"/>
                    <a:pt x="151" y="4"/>
                  </a:cubicBezTo>
                  <a:cubicBezTo>
                    <a:pt x="4" y="150"/>
                    <a:pt x="4" y="150"/>
                    <a:pt x="4" y="150"/>
                  </a:cubicBezTo>
                  <a:cubicBezTo>
                    <a:pt x="4" y="151"/>
                    <a:pt x="3" y="152"/>
                    <a:pt x="1" y="154"/>
                  </a:cubicBezTo>
                  <a:cubicBezTo>
                    <a:pt x="1" y="155"/>
                    <a:pt x="1" y="155"/>
                    <a:pt x="1" y="155"/>
                  </a:cubicBezTo>
                  <a:cubicBezTo>
                    <a:pt x="1" y="157"/>
                    <a:pt x="1" y="158"/>
                    <a:pt x="0" y="159"/>
                  </a:cubicBezTo>
                  <a:lnTo>
                    <a:pt x="0" y="161"/>
                  </a:lnTo>
                  <a:cubicBezTo>
                    <a:pt x="0" y="659"/>
                    <a:pt x="0" y="659"/>
                    <a:pt x="0" y="659"/>
                  </a:cubicBezTo>
                  <a:cubicBezTo>
                    <a:pt x="0" y="682"/>
                    <a:pt x="21" y="703"/>
                    <a:pt x="44" y="703"/>
                  </a:cubicBezTo>
                  <a:cubicBezTo>
                    <a:pt x="483" y="703"/>
                    <a:pt x="483" y="703"/>
                    <a:pt x="483" y="703"/>
                  </a:cubicBezTo>
                  <a:cubicBezTo>
                    <a:pt x="508" y="703"/>
                    <a:pt x="527" y="682"/>
                    <a:pt x="527" y="659"/>
                  </a:cubicBezTo>
                  <a:cubicBezTo>
                    <a:pt x="527" y="44"/>
                    <a:pt x="527" y="44"/>
                    <a:pt x="527" y="44"/>
                  </a:cubicBezTo>
                  <a:cubicBezTo>
                    <a:pt x="527" y="19"/>
                    <a:pt x="508" y="0"/>
                    <a:pt x="483" y="0"/>
                  </a:cubicBezTo>
                  <a:cubicBezTo>
                    <a:pt x="162" y="0"/>
                    <a:pt x="162" y="0"/>
                    <a:pt x="162" y="0"/>
                  </a:cubicBezTo>
                  <a:cubicBezTo>
                    <a:pt x="161" y="0"/>
                    <a:pt x="161" y="0"/>
                    <a:pt x="161" y="0"/>
                  </a:cubicBezTo>
                  <a:close/>
                  <a:moveTo>
                    <a:pt x="147" y="49"/>
                  </a:moveTo>
                  <a:lnTo>
                    <a:pt x="147" y="49"/>
                  </a:lnTo>
                  <a:cubicBezTo>
                    <a:pt x="147" y="132"/>
                    <a:pt x="147" y="132"/>
                    <a:pt x="147" y="132"/>
                  </a:cubicBezTo>
                  <a:cubicBezTo>
                    <a:pt x="147" y="139"/>
                    <a:pt x="140" y="146"/>
                    <a:pt x="132" y="146"/>
                  </a:cubicBezTo>
                  <a:cubicBezTo>
                    <a:pt x="51" y="146"/>
                    <a:pt x="51" y="146"/>
                    <a:pt x="51" y="146"/>
                  </a:cubicBezTo>
                  <a:cubicBezTo>
                    <a:pt x="125" y="71"/>
                    <a:pt x="125" y="71"/>
                    <a:pt x="125" y="71"/>
                  </a:cubicBezTo>
                  <a:lnTo>
                    <a:pt x="147" y="49"/>
                  </a:lnTo>
                  <a:close/>
                  <a:moveTo>
                    <a:pt x="498" y="44"/>
                  </a:moveTo>
                  <a:lnTo>
                    <a:pt x="498" y="44"/>
                  </a:lnTo>
                  <a:cubicBezTo>
                    <a:pt x="498" y="659"/>
                    <a:pt x="498" y="659"/>
                    <a:pt x="498" y="659"/>
                  </a:cubicBezTo>
                  <a:cubicBezTo>
                    <a:pt x="498" y="666"/>
                    <a:pt x="491" y="673"/>
                    <a:pt x="483" y="673"/>
                  </a:cubicBezTo>
                  <a:cubicBezTo>
                    <a:pt x="44" y="673"/>
                    <a:pt x="44" y="673"/>
                    <a:pt x="44" y="673"/>
                  </a:cubicBezTo>
                  <a:cubicBezTo>
                    <a:pt x="36" y="673"/>
                    <a:pt x="30" y="666"/>
                    <a:pt x="30" y="659"/>
                  </a:cubicBezTo>
                  <a:cubicBezTo>
                    <a:pt x="30" y="176"/>
                    <a:pt x="30" y="176"/>
                    <a:pt x="30" y="176"/>
                  </a:cubicBezTo>
                  <a:cubicBezTo>
                    <a:pt x="132" y="176"/>
                    <a:pt x="132" y="176"/>
                    <a:pt x="132" y="176"/>
                  </a:cubicBezTo>
                  <a:cubicBezTo>
                    <a:pt x="157" y="176"/>
                    <a:pt x="176" y="155"/>
                    <a:pt x="176" y="132"/>
                  </a:cubicBezTo>
                  <a:cubicBezTo>
                    <a:pt x="176" y="29"/>
                    <a:pt x="176" y="29"/>
                    <a:pt x="176" y="29"/>
                  </a:cubicBezTo>
                  <a:cubicBezTo>
                    <a:pt x="483" y="29"/>
                    <a:pt x="483" y="29"/>
                    <a:pt x="483" y="29"/>
                  </a:cubicBezTo>
                  <a:cubicBezTo>
                    <a:pt x="491" y="29"/>
                    <a:pt x="498" y="36"/>
                    <a:pt x="498" y="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8465107D-2FF9-3B43-0776-2B85F2FC846B}"/>
                </a:ext>
              </a:extLst>
            </p:cNvPr>
            <p:cNvSpPr>
              <a:spLocks noChangeArrowheads="1"/>
            </p:cNvSpPr>
            <p:nvPr/>
          </p:nvSpPr>
          <p:spPr bwMode="auto">
            <a:xfrm>
              <a:off x="9939338" y="2847975"/>
              <a:ext cx="95250" cy="11113"/>
            </a:xfrm>
            <a:custGeom>
              <a:avLst/>
              <a:gdLst>
                <a:gd name="T0" fmla="*/ 15 w 264"/>
                <a:gd name="T1" fmla="*/ 0 h 30"/>
                <a:gd name="T2" fmla="*/ 15 w 264"/>
                <a:gd name="T3" fmla="*/ 0 h 30"/>
                <a:gd name="T4" fmla="*/ 0 w 264"/>
                <a:gd name="T5" fmla="*/ 14 h 30"/>
                <a:gd name="T6" fmla="*/ 15 w 264"/>
                <a:gd name="T7" fmla="*/ 29 h 30"/>
                <a:gd name="T8" fmla="*/ 248 w 264"/>
                <a:gd name="T9" fmla="*/ 29 h 30"/>
                <a:gd name="T10" fmla="*/ 263 w 264"/>
                <a:gd name="T11" fmla="*/ 14 h 30"/>
                <a:gd name="T12" fmla="*/ 248 w 264"/>
                <a:gd name="T13" fmla="*/ 0 h 30"/>
                <a:gd name="T14" fmla="*/ 15 w 264"/>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0">
                  <a:moveTo>
                    <a:pt x="15" y="0"/>
                  </a:moveTo>
                  <a:lnTo>
                    <a:pt x="15" y="0"/>
                  </a:lnTo>
                  <a:cubicBezTo>
                    <a:pt x="7" y="0"/>
                    <a:pt x="0" y="6"/>
                    <a:pt x="0" y="14"/>
                  </a:cubicBezTo>
                  <a:cubicBezTo>
                    <a:pt x="0" y="22"/>
                    <a:pt x="7" y="29"/>
                    <a:pt x="15" y="29"/>
                  </a:cubicBezTo>
                  <a:cubicBezTo>
                    <a:pt x="248" y="29"/>
                    <a:pt x="248" y="29"/>
                    <a:pt x="248" y="29"/>
                  </a:cubicBezTo>
                  <a:cubicBezTo>
                    <a:pt x="257" y="29"/>
                    <a:pt x="263" y="22"/>
                    <a:pt x="263" y="14"/>
                  </a:cubicBezTo>
                  <a:cubicBezTo>
                    <a:pt x="263" y="6"/>
                    <a:pt x="257" y="0"/>
                    <a:pt x="248"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E53D178A-BCA8-9810-63C3-AAC9E4B2269D}"/>
                </a:ext>
              </a:extLst>
            </p:cNvPr>
            <p:cNvSpPr>
              <a:spLocks noChangeArrowheads="1"/>
            </p:cNvSpPr>
            <p:nvPr/>
          </p:nvSpPr>
          <p:spPr bwMode="auto">
            <a:xfrm>
              <a:off x="9939338" y="2900363"/>
              <a:ext cx="95250" cy="11112"/>
            </a:xfrm>
            <a:custGeom>
              <a:avLst/>
              <a:gdLst>
                <a:gd name="T0" fmla="*/ 248 w 264"/>
                <a:gd name="T1" fmla="*/ 0 h 31"/>
                <a:gd name="T2" fmla="*/ 248 w 264"/>
                <a:gd name="T3" fmla="*/ 0 h 31"/>
                <a:gd name="T4" fmla="*/ 15 w 264"/>
                <a:gd name="T5" fmla="*/ 0 h 31"/>
                <a:gd name="T6" fmla="*/ 0 w 264"/>
                <a:gd name="T7" fmla="*/ 15 h 31"/>
                <a:gd name="T8" fmla="*/ 15 w 264"/>
                <a:gd name="T9" fmla="*/ 30 h 31"/>
                <a:gd name="T10" fmla="*/ 248 w 264"/>
                <a:gd name="T11" fmla="*/ 30 h 31"/>
                <a:gd name="T12" fmla="*/ 263 w 264"/>
                <a:gd name="T13" fmla="*/ 15 h 31"/>
                <a:gd name="T14" fmla="*/ 248 w 264"/>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4" h="31">
                  <a:moveTo>
                    <a:pt x="248" y="0"/>
                  </a:moveTo>
                  <a:lnTo>
                    <a:pt x="248" y="0"/>
                  </a:lnTo>
                  <a:cubicBezTo>
                    <a:pt x="15" y="0"/>
                    <a:pt x="15" y="0"/>
                    <a:pt x="15" y="0"/>
                  </a:cubicBezTo>
                  <a:cubicBezTo>
                    <a:pt x="7" y="0"/>
                    <a:pt x="0" y="7"/>
                    <a:pt x="0" y="15"/>
                  </a:cubicBezTo>
                  <a:cubicBezTo>
                    <a:pt x="0" y="23"/>
                    <a:pt x="7" y="30"/>
                    <a:pt x="15" y="30"/>
                  </a:cubicBezTo>
                  <a:cubicBezTo>
                    <a:pt x="248" y="30"/>
                    <a:pt x="248" y="30"/>
                    <a:pt x="248" y="30"/>
                  </a:cubicBezTo>
                  <a:cubicBezTo>
                    <a:pt x="257" y="30"/>
                    <a:pt x="263" y="23"/>
                    <a:pt x="263" y="15"/>
                  </a:cubicBezTo>
                  <a:cubicBezTo>
                    <a:pt x="263" y="7"/>
                    <a:pt x="257" y="0"/>
                    <a:pt x="2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9" name="Freeform 144">
            <a:extLst>
              <a:ext uri="{FF2B5EF4-FFF2-40B4-BE49-F238E27FC236}">
                <a16:creationId xmlns:a16="http://schemas.microsoft.com/office/drawing/2014/main" id="{05A06538-A312-3CA3-D5CE-B6A84255DB66}"/>
              </a:ext>
            </a:extLst>
          </p:cNvPr>
          <p:cNvSpPr>
            <a:spLocks noChangeArrowheads="1"/>
          </p:cNvSpPr>
          <p:nvPr/>
        </p:nvSpPr>
        <p:spPr bwMode="auto">
          <a:xfrm>
            <a:off x="10510961" y="2421532"/>
            <a:ext cx="220663" cy="249238"/>
          </a:xfrm>
          <a:custGeom>
            <a:avLst/>
            <a:gdLst>
              <a:gd name="T0" fmla="*/ 207 w 615"/>
              <a:gd name="T1" fmla="*/ 679 h 691"/>
              <a:gd name="T2" fmla="*/ 207 w 615"/>
              <a:gd name="T3" fmla="*/ 679 h 691"/>
              <a:gd name="T4" fmla="*/ 227 w 615"/>
              <a:gd name="T5" fmla="*/ 687 h 691"/>
              <a:gd name="T6" fmla="*/ 235 w 615"/>
              <a:gd name="T7" fmla="*/ 668 h 691"/>
              <a:gd name="T8" fmla="*/ 148 w 615"/>
              <a:gd name="T9" fmla="*/ 445 h 691"/>
              <a:gd name="T10" fmla="*/ 240 w 615"/>
              <a:gd name="T11" fmla="*/ 384 h 691"/>
              <a:gd name="T12" fmla="*/ 434 w 615"/>
              <a:gd name="T13" fmla="*/ 364 h 691"/>
              <a:gd name="T14" fmla="*/ 531 w 615"/>
              <a:gd name="T15" fmla="*/ 340 h 691"/>
              <a:gd name="T16" fmla="*/ 611 w 615"/>
              <a:gd name="T17" fmla="*/ 276 h 691"/>
              <a:gd name="T18" fmla="*/ 612 w 615"/>
              <a:gd name="T19" fmla="*/ 262 h 691"/>
              <a:gd name="T20" fmla="*/ 514 w 615"/>
              <a:gd name="T21" fmla="*/ 9 h 691"/>
              <a:gd name="T22" fmla="*/ 503 w 615"/>
              <a:gd name="T23" fmla="*/ 1 h 691"/>
              <a:gd name="T24" fmla="*/ 489 w 615"/>
              <a:gd name="T25" fmla="*/ 7 h 691"/>
              <a:gd name="T26" fmla="*/ 394 w 615"/>
              <a:gd name="T27" fmla="*/ 74 h 691"/>
              <a:gd name="T28" fmla="*/ 206 w 615"/>
              <a:gd name="T29" fmla="*/ 104 h 691"/>
              <a:gd name="T30" fmla="*/ 111 w 615"/>
              <a:gd name="T31" fmla="*/ 132 h 691"/>
              <a:gd name="T32" fmla="*/ 45 w 615"/>
              <a:gd name="T33" fmla="*/ 182 h 691"/>
              <a:gd name="T34" fmla="*/ 30 w 615"/>
              <a:gd name="T35" fmla="*/ 141 h 691"/>
              <a:gd name="T36" fmla="*/ 11 w 615"/>
              <a:gd name="T37" fmla="*/ 133 h 691"/>
              <a:gd name="T38" fmla="*/ 3 w 615"/>
              <a:gd name="T39" fmla="*/ 152 h 691"/>
              <a:gd name="T40" fmla="*/ 207 w 615"/>
              <a:gd name="T41" fmla="*/ 679 h 691"/>
              <a:gd name="T42" fmla="*/ 151 w 615"/>
              <a:gd name="T43" fmla="*/ 147 h 691"/>
              <a:gd name="T44" fmla="*/ 151 w 615"/>
              <a:gd name="T45" fmla="*/ 147 h 691"/>
              <a:gd name="T46" fmla="*/ 339 w 615"/>
              <a:gd name="T47" fmla="*/ 116 h 691"/>
              <a:gd name="T48" fmla="*/ 434 w 615"/>
              <a:gd name="T49" fmla="*/ 89 h 691"/>
              <a:gd name="T50" fmla="*/ 496 w 615"/>
              <a:gd name="T51" fmla="*/ 44 h 691"/>
              <a:gd name="T52" fmla="*/ 582 w 615"/>
              <a:gd name="T53" fmla="*/ 265 h 691"/>
              <a:gd name="T54" fmla="*/ 492 w 615"/>
              <a:gd name="T55" fmla="*/ 322 h 691"/>
              <a:gd name="T56" fmla="*/ 298 w 615"/>
              <a:gd name="T57" fmla="*/ 344 h 691"/>
              <a:gd name="T58" fmla="*/ 201 w 615"/>
              <a:gd name="T59" fmla="*/ 366 h 691"/>
              <a:gd name="T60" fmla="*/ 137 w 615"/>
              <a:gd name="T61" fmla="*/ 412 h 691"/>
              <a:gd name="T62" fmla="*/ 62 w 615"/>
              <a:gd name="T63" fmla="*/ 208 h 691"/>
              <a:gd name="T64" fmla="*/ 151 w 615"/>
              <a:gd name="T65" fmla="*/ 147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15" h="691">
                <a:moveTo>
                  <a:pt x="207" y="679"/>
                </a:moveTo>
                <a:lnTo>
                  <a:pt x="207" y="679"/>
                </a:lnTo>
                <a:cubicBezTo>
                  <a:pt x="210" y="687"/>
                  <a:pt x="218" y="690"/>
                  <a:pt x="227" y="687"/>
                </a:cubicBezTo>
                <a:cubicBezTo>
                  <a:pt x="234" y="685"/>
                  <a:pt x="238" y="676"/>
                  <a:pt x="235" y="668"/>
                </a:cubicBezTo>
                <a:cubicBezTo>
                  <a:pt x="148" y="445"/>
                  <a:pt x="148" y="445"/>
                  <a:pt x="148" y="445"/>
                </a:cubicBezTo>
                <a:cubicBezTo>
                  <a:pt x="172" y="412"/>
                  <a:pt x="203" y="395"/>
                  <a:pt x="240" y="384"/>
                </a:cubicBezTo>
                <a:cubicBezTo>
                  <a:pt x="298" y="368"/>
                  <a:pt x="367" y="370"/>
                  <a:pt x="434" y="364"/>
                </a:cubicBezTo>
                <a:cubicBezTo>
                  <a:pt x="467" y="359"/>
                  <a:pt x="500" y="354"/>
                  <a:pt x="531" y="340"/>
                </a:cubicBezTo>
                <a:cubicBezTo>
                  <a:pt x="562" y="326"/>
                  <a:pt x="589" y="307"/>
                  <a:pt x="611" y="276"/>
                </a:cubicBezTo>
                <a:cubicBezTo>
                  <a:pt x="614" y="272"/>
                  <a:pt x="614" y="266"/>
                  <a:pt x="612" y="262"/>
                </a:cubicBezTo>
                <a:cubicBezTo>
                  <a:pt x="579" y="178"/>
                  <a:pt x="546" y="94"/>
                  <a:pt x="514" y="9"/>
                </a:cubicBezTo>
                <a:cubicBezTo>
                  <a:pt x="512" y="5"/>
                  <a:pt x="508" y="1"/>
                  <a:pt x="503" y="1"/>
                </a:cubicBezTo>
                <a:cubicBezTo>
                  <a:pt x="497" y="0"/>
                  <a:pt x="492" y="2"/>
                  <a:pt x="489" y="7"/>
                </a:cubicBezTo>
                <a:cubicBezTo>
                  <a:pt x="464" y="42"/>
                  <a:pt x="431" y="62"/>
                  <a:pt x="394" y="74"/>
                </a:cubicBezTo>
                <a:cubicBezTo>
                  <a:pt x="339" y="93"/>
                  <a:pt x="271" y="93"/>
                  <a:pt x="206" y="104"/>
                </a:cubicBezTo>
                <a:cubicBezTo>
                  <a:pt x="173" y="110"/>
                  <a:pt x="142" y="116"/>
                  <a:pt x="111" y="132"/>
                </a:cubicBezTo>
                <a:cubicBezTo>
                  <a:pt x="88" y="143"/>
                  <a:pt x="65" y="159"/>
                  <a:pt x="45" y="182"/>
                </a:cubicBezTo>
                <a:cubicBezTo>
                  <a:pt x="30" y="141"/>
                  <a:pt x="30" y="141"/>
                  <a:pt x="30" y="141"/>
                </a:cubicBezTo>
                <a:cubicBezTo>
                  <a:pt x="26" y="134"/>
                  <a:pt x="18" y="130"/>
                  <a:pt x="11" y="133"/>
                </a:cubicBezTo>
                <a:cubicBezTo>
                  <a:pt x="3" y="136"/>
                  <a:pt x="0" y="145"/>
                  <a:pt x="3" y="152"/>
                </a:cubicBezTo>
                <a:lnTo>
                  <a:pt x="207" y="679"/>
                </a:lnTo>
                <a:close/>
                <a:moveTo>
                  <a:pt x="151" y="147"/>
                </a:moveTo>
                <a:lnTo>
                  <a:pt x="151" y="147"/>
                </a:lnTo>
                <a:cubicBezTo>
                  <a:pt x="207" y="127"/>
                  <a:pt x="275" y="127"/>
                  <a:pt x="339" y="116"/>
                </a:cubicBezTo>
                <a:cubicBezTo>
                  <a:pt x="372" y="111"/>
                  <a:pt x="404" y="104"/>
                  <a:pt x="434" y="89"/>
                </a:cubicBezTo>
                <a:cubicBezTo>
                  <a:pt x="456" y="78"/>
                  <a:pt x="478" y="64"/>
                  <a:pt x="496" y="44"/>
                </a:cubicBezTo>
                <a:cubicBezTo>
                  <a:pt x="525" y="118"/>
                  <a:pt x="553" y="191"/>
                  <a:pt x="582" y="265"/>
                </a:cubicBezTo>
                <a:cubicBezTo>
                  <a:pt x="557" y="296"/>
                  <a:pt x="527" y="313"/>
                  <a:pt x="492" y="322"/>
                </a:cubicBezTo>
                <a:cubicBezTo>
                  <a:pt x="434" y="339"/>
                  <a:pt x="365" y="336"/>
                  <a:pt x="298" y="344"/>
                </a:cubicBezTo>
                <a:cubicBezTo>
                  <a:pt x="265" y="347"/>
                  <a:pt x="232" y="354"/>
                  <a:pt x="201" y="366"/>
                </a:cubicBezTo>
                <a:cubicBezTo>
                  <a:pt x="179" y="377"/>
                  <a:pt x="157" y="391"/>
                  <a:pt x="137" y="412"/>
                </a:cubicBezTo>
                <a:cubicBezTo>
                  <a:pt x="111" y="340"/>
                  <a:pt x="91" y="281"/>
                  <a:pt x="62" y="208"/>
                </a:cubicBezTo>
                <a:cubicBezTo>
                  <a:pt x="87" y="177"/>
                  <a:pt x="117" y="159"/>
                  <a:pt x="151" y="147"/>
                </a:cubicBezTo>
                <a:close/>
              </a:path>
            </a:pathLst>
          </a:custGeom>
          <a:solidFill>
            <a:schemeClr val="accent4"/>
          </a:solidFill>
          <a:ln>
            <a:noFill/>
          </a:ln>
          <a:effectLst/>
        </p:spPr>
        <p:txBody>
          <a:bodyPr wrap="none" anchor="ctr"/>
          <a:lstStyle/>
          <a:p>
            <a:endParaRPr lang="da-DK"/>
          </a:p>
        </p:txBody>
      </p:sp>
      <p:grpSp>
        <p:nvGrpSpPr>
          <p:cNvPr id="180" name="Group 183">
            <a:extLst>
              <a:ext uri="{FF2B5EF4-FFF2-40B4-BE49-F238E27FC236}">
                <a16:creationId xmlns:a16="http://schemas.microsoft.com/office/drawing/2014/main" id="{ECECEBE7-9009-68DB-2532-0DEF7FAF7C63}"/>
              </a:ext>
            </a:extLst>
          </p:cNvPr>
          <p:cNvGrpSpPr/>
          <p:nvPr/>
        </p:nvGrpSpPr>
        <p:grpSpPr>
          <a:xfrm>
            <a:off x="8964736" y="476672"/>
            <a:ext cx="1793875" cy="138112"/>
            <a:chOff x="7823200" y="811213"/>
            <a:chExt cx="1793875" cy="138112"/>
          </a:xfrm>
          <a:solidFill>
            <a:schemeClr val="accent4"/>
          </a:solidFill>
        </p:grpSpPr>
        <p:sp>
          <p:nvSpPr>
            <p:cNvPr id="181" name="Freeform 145">
              <a:extLst>
                <a:ext uri="{FF2B5EF4-FFF2-40B4-BE49-F238E27FC236}">
                  <a16:creationId xmlns:a16="http://schemas.microsoft.com/office/drawing/2014/main" id="{423100A4-321B-1F3A-FC66-D6B61C8B2FD2}"/>
                </a:ext>
              </a:extLst>
            </p:cNvPr>
            <p:cNvSpPr>
              <a:spLocks noChangeArrowheads="1"/>
            </p:cNvSpPr>
            <p:nvPr/>
          </p:nvSpPr>
          <p:spPr bwMode="auto">
            <a:xfrm>
              <a:off x="7823200" y="814388"/>
              <a:ext cx="79375" cy="131762"/>
            </a:xfrm>
            <a:custGeom>
              <a:avLst/>
              <a:gdLst>
                <a:gd name="T0" fmla="*/ 151 w 221"/>
                <a:gd name="T1" fmla="*/ 361 h 368"/>
                <a:gd name="T2" fmla="*/ 151 w 221"/>
                <a:gd name="T3" fmla="*/ 361 h 368"/>
                <a:gd name="T4" fmla="*/ 187 w 221"/>
                <a:gd name="T5" fmla="*/ 339 h 368"/>
                <a:gd name="T6" fmla="*/ 210 w 221"/>
                <a:gd name="T7" fmla="*/ 306 h 368"/>
                <a:gd name="T8" fmla="*/ 220 w 221"/>
                <a:gd name="T9" fmla="*/ 262 h 368"/>
                <a:gd name="T10" fmla="*/ 213 w 221"/>
                <a:gd name="T11" fmla="*/ 229 h 368"/>
                <a:gd name="T12" fmla="*/ 196 w 221"/>
                <a:gd name="T13" fmla="*/ 201 h 368"/>
                <a:gd name="T14" fmla="*/ 170 w 221"/>
                <a:gd name="T15" fmla="*/ 182 h 368"/>
                <a:gd name="T16" fmla="*/ 137 w 221"/>
                <a:gd name="T17" fmla="*/ 173 h 368"/>
                <a:gd name="T18" fmla="*/ 137 w 221"/>
                <a:gd name="T19" fmla="*/ 173 h 368"/>
                <a:gd name="T20" fmla="*/ 163 w 221"/>
                <a:gd name="T21" fmla="*/ 159 h 368"/>
                <a:gd name="T22" fmla="*/ 184 w 221"/>
                <a:gd name="T23" fmla="*/ 140 h 368"/>
                <a:gd name="T24" fmla="*/ 196 w 221"/>
                <a:gd name="T25" fmla="*/ 114 h 368"/>
                <a:gd name="T26" fmla="*/ 200 w 221"/>
                <a:gd name="T27" fmla="*/ 83 h 368"/>
                <a:gd name="T28" fmla="*/ 194 w 221"/>
                <a:gd name="T29" fmla="*/ 49 h 368"/>
                <a:gd name="T30" fmla="*/ 174 w 221"/>
                <a:gd name="T31" fmla="*/ 23 h 368"/>
                <a:gd name="T32" fmla="*/ 143 w 221"/>
                <a:gd name="T33" fmla="*/ 5 h 368"/>
                <a:gd name="T34" fmla="*/ 102 w 221"/>
                <a:gd name="T35" fmla="*/ 0 h 368"/>
                <a:gd name="T36" fmla="*/ 0 w 221"/>
                <a:gd name="T37" fmla="*/ 0 h 368"/>
                <a:gd name="T38" fmla="*/ 0 w 221"/>
                <a:gd name="T39" fmla="*/ 367 h 368"/>
                <a:gd name="T40" fmla="*/ 104 w 221"/>
                <a:gd name="T41" fmla="*/ 367 h 368"/>
                <a:gd name="T42" fmla="*/ 151 w 221"/>
                <a:gd name="T43" fmla="*/ 361 h 368"/>
                <a:gd name="T44" fmla="*/ 34 w 221"/>
                <a:gd name="T45" fmla="*/ 30 h 368"/>
                <a:gd name="T46" fmla="*/ 34 w 221"/>
                <a:gd name="T47" fmla="*/ 30 h 368"/>
                <a:gd name="T48" fmla="*/ 91 w 221"/>
                <a:gd name="T49" fmla="*/ 30 h 368"/>
                <a:gd name="T50" fmla="*/ 165 w 221"/>
                <a:gd name="T51" fmla="*/ 90 h 368"/>
                <a:gd name="T52" fmla="*/ 159 w 221"/>
                <a:gd name="T53" fmla="*/ 120 h 368"/>
                <a:gd name="T54" fmla="*/ 143 w 221"/>
                <a:gd name="T55" fmla="*/ 142 h 368"/>
                <a:gd name="T56" fmla="*/ 117 w 221"/>
                <a:gd name="T57" fmla="*/ 156 h 368"/>
                <a:gd name="T58" fmla="*/ 82 w 221"/>
                <a:gd name="T59" fmla="*/ 162 h 368"/>
                <a:gd name="T60" fmla="*/ 34 w 221"/>
                <a:gd name="T61" fmla="*/ 162 h 368"/>
                <a:gd name="T62" fmla="*/ 34 w 221"/>
                <a:gd name="T63" fmla="*/ 30 h 368"/>
                <a:gd name="T64" fmla="*/ 34 w 221"/>
                <a:gd name="T65" fmla="*/ 337 h 368"/>
                <a:gd name="T66" fmla="*/ 34 w 221"/>
                <a:gd name="T67" fmla="*/ 337 h 368"/>
                <a:gd name="T68" fmla="*/ 34 w 221"/>
                <a:gd name="T69" fmla="*/ 192 h 368"/>
                <a:gd name="T70" fmla="*/ 87 w 221"/>
                <a:gd name="T71" fmla="*/ 192 h 368"/>
                <a:gd name="T72" fmla="*/ 184 w 221"/>
                <a:gd name="T73" fmla="*/ 263 h 368"/>
                <a:gd name="T74" fmla="*/ 162 w 221"/>
                <a:gd name="T75" fmla="*/ 318 h 368"/>
                <a:gd name="T76" fmla="*/ 99 w 221"/>
                <a:gd name="T77" fmla="*/ 337 h 368"/>
                <a:gd name="T78" fmla="*/ 34 w 221"/>
                <a:gd name="T79"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21" h="368">
                  <a:moveTo>
                    <a:pt x="151" y="361"/>
                  </a:moveTo>
                  <a:lnTo>
                    <a:pt x="151" y="361"/>
                  </a:lnTo>
                  <a:cubicBezTo>
                    <a:pt x="165" y="355"/>
                    <a:pt x="177" y="348"/>
                    <a:pt x="187" y="339"/>
                  </a:cubicBezTo>
                  <a:cubicBezTo>
                    <a:pt x="198" y="329"/>
                    <a:pt x="205" y="318"/>
                    <a:pt x="210" y="306"/>
                  </a:cubicBezTo>
                  <a:cubicBezTo>
                    <a:pt x="217" y="292"/>
                    <a:pt x="220" y="278"/>
                    <a:pt x="220" y="262"/>
                  </a:cubicBezTo>
                  <a:cubicBezTo>
                    <a:pt x="220" y="249"/>
                    <a:pt x="217" y="238"/>
                    <a:pt x="213" y="229"/>
                  </a:cubicBezTo>
                  <a:cubicBezTo>
                    <a:pt x="209" y="218"/>
                    <a:pt x="203" y="208"/>
                    <a:pt x="196" y="201"/>
                  </a:cubicBezTo>
                  <a:cubicBezTo>
                    <a:pt x="189" y="193"/>
                    <a:pt x="181" y="188"/>
                    <a:pt x="170" y="182"/>
                  </a:cubicBezTo>
                  <a:cubicBezTo>
                    <a:pt x="161" y="178"/>
                    <a:pt x="150" y="174"/>
                    <a:pt x="137" y="173"/>
                  </a:cubicBezTo>
                  <a:lnTo>
                    <a:pt x="137" y="173"/>
                  </a:lnTo>
                  <a:cubicBezTo>
                    <a:pt x="147" y="168"/>
                    <a:pt x="157" y="164"/>
                    <a:pt x="163" y="159"/>
                  </a:cubicBezTo>
                  <a:cubicBezTo>
                    <a:pt x="172" y="153"/>
                    <a:pt x="179" y="147"/>
                    <a:pt x="184" y="140"/>
                  </a:cubicBezTo>
                  <a:cubicBezTo>
                    <a:pt x="189" y="131"/>
                    <a:pt x="194" y="123"/>
                    <a:pt x="196" y="114"/>
                  </a:cubicBezTo>
                  <a:cubicBezTo>
                    <a:pt x="199" y="104"/>
                    <a:pt x="200" y="94"/>
                    <a:pt x="200" y="83"/>
                  </a:cubicBezTo>
                  <a:cubicBezTo>
                    <a:pt x="200" y="71"/>
                    <a:pt x="199" y="60"/>
                    <a:pt x="194" y="49"/>
                  </a:cubicBezTo>
                  <a:cubicBezTo>
                    <a:pt x="189" y="39"/>
                    <a:pt x="183" y="30"/>
                    <a:pt x="174" y="23"/>
                  </a:cubicBezTo>
                  <a:cubicBezTo>
                    <a:pt x="166" y="15"/>
                    <a:pt x="155" y="9"/>
                    <a:pt x="143" y="5"/>
                  </a:cubicBezTo>
                  <a:cubicBezTo>
                    <a:pt x="130" y="1"/>
                    <a:pt x="117" y="0"/>
                    <a:pt x="102" y="0"/>
                  </a:cubicBezTo>
                  <a:cubicBezTo>
                    <a:pt x="0" y="0"/>
                    <a:pt x="0" y="0"/>
                    <a:pt x="0" y="0"/>
                  </a:cubicBezTo>
                  <a:cubicBezTo>
                    <a:pt x="0" y="367"/>
                    <a:pt x="0" y="367"/>
                    <a:pt x="0" y="367"/>
                  </a:cubicBezTo>
                  <a:cubicBezTo>
                    <a:pt x="104" y="367"/>
                    <a:pt x="104" y="367"/>
                    <a:pt x="104" y="367"/>
                  </a:cubicBezTo>
                  <a:cubicBezTo>
                    <a:pt x="121" y="367"/>
                    <a:pt x="136" y="366"/>
                    <a:pt x="151" y="361"/>
                  </a:cubicBezTo>
                  <a:close/>
                  <a:moveTo>
                    <a:pt x="34" y="30"/>
                  </a:moveTo>
                  <a:lnTo>
                    <a:pt x="34" y="30"/>
                  </a:lnTo>
                  <a:cubicBezTo>
                    <a:pt x="91" y="30"/>
                    <a:pt x="91" y="30"/>
                    <a:pt x="91" y="30"/>
                  </a:cubicBezTo>
                  <a:cubicBezTo>
                    <a:pt x="140" y="30"/>
                    <a:pt x="165" y="50"/>
                    <a:pt x="165" y="90"/>
                  </a:cubicBezTo>
                  <a:cubicBezTo>
                    <a:pt x="165" y="101"/>
                    <a:pt x="163" y="111"/>
                    <a:pt x="159" y="120"/>
                  </a:cubicBezTo>
                  <a:cubicBezTo>
                    <a:pt x="155" y="129"/>
                    <a:pt x="150" y="136"/>
                    <a:pt x="143" y="142"/>
                  </a:cubicBezTo>
                  <a:cubicBezTo>
                    <a:pt x="136" y="148"/>
                    <a:pt x="126" y="153"/>
                    <a:pt x="117" y="156"/>
                  </a:cubicBezTo>
                  <a:cubicBezTo>
                    <a:pt x="107" y="160"/>
                    <a:pt x="95" y="162"/>
                    <a:pt x="82" y="162"/>
                  </a:cubicBezTo>
                  <a:cubicBezTo>
                    <a:pt x="34" y="162"/>
                    <a:pt x="34" y="162"/>
                    <a:pt x="34" y="162"/>
                  </a:cubicBezTo>
                  <a:lnTo>
                    <a:pt x="34" y="30"/>
                  </a:lnTo>
                  <a:close/>
                  <a:moveTo>
                    <a:pt x="34" y="337"/>
                  </a:moveTo>
                  <a:lnTo>
                    <a:pt x="34" y="337"/>
                  </a:lnTo>
                  <a:cubicBezTo>
                    <a:pt x="34" y="192"/>
                    <a:pt x="34" y="192"/>
                    <a:pt x="34" y="192"/>
                  </a:cubicBezTo>
                  <a:cubicBezTo>
                    <a:pt x="87" y="192"/>
                    <a:pt x="87" y="192"/>
                    <a:pt x="87" y="192"/>
                  </a:cubicBezTo>
                  <a:cubicBezTo>
                    <a:pt x="151" y="192"/>
                    <a:pt x="184" y="216"/>
                    <a:pt x="184" y="263"/>
                  </a:cubicBezTo>
                  <a:cubicBezTo>
                    <a:pt x="184" y="286"/>
                    <a:pt x="176" y="304"/>
                    <a:pt x="162" y="318"/>
                  </a:cubicBezTo>
                  <a:cubicBezTo>
                    <a:pt x="147" y="330"/>
                    <a:pt x="126" y="337"/>
                    <a:pt x="99" y="337"/>
                  </a:cubicBezTo>
                  <a:lnTo>
                    <a:pt x="34"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717A7FEC-5116-2BFF-DD56-1F4532BE1B50}"/>
                </a:ext>
              </a:extLst>
            </p:cNvPr>
            <p:cNvSpPr>
              <a:spLocks noChangeArrowheads="1"/>
            </p:cNvSpPr>
            <p:nvPr/>
          </p:nvSpPr>
          <p:spPr bwMode="auto">
            <a:xfrm>
              <a:off x="7927975" y="814388"/>
              <a:ext cx="95250" cy="134937"/>
            </a:xfrm>
            <a:custGeom>
              <a:avLst/>
              <a:gdLst>
                <a:gd name="T0" fmla="*/ 129 w 266"/>
                <a:gd name="T1" fmla="*/ 374 h 375"/>
                <a:gd name="T2" fmla="*/ 129 w 266"/>
                <a:gd name="T3" fmla="*/ 374 h 375"/>
                <a:gd name="T4" fmla="*/ 265 w 266"/>
                <a:gd name="T5" fmla="*/ 219 h 375"/>
                <a:gd name="T6" fmla="*/ 265 w 266"/>
                <a:gd name="T7" fmla="*/ 0 h 375"/>
                <a:gd name="T8" fmla="*/ 231 w 266"/>
                <a:gd name="T9" fmla="*/ 0 h 375"/>
                <a:gd name="T10" fmla="*/ 231 w 266"/>
                <a:gd name="T11" fmla="*/ 226 h 375"/>
                <a:gd name="T12" fmla="*/ 133 w 266"/>
                <a:gd name="T13" fmla="*/ 343 h 375"/>
                <a:gd name="T14" fmla="*/ 58 w 266"/>
                <a:gd name="T15" fmla="*/ 313 h 375"/>
                <a:gd name="T16" fmla="*/ 33 w 266"/>
                <a:gd name="T17" fmla="*/ 222 h 375"/>
                <a:gd name="T18" fmla="*/ 33 w 266"/>
                <a:gd name="T19" fmla="*/ 0 h 375"/>
                <a:gd name="T20" fmla="*/ 0 w 266"/>
                <a:gd name="T21" fmla="*/ 0 h 375"/>
                <a:gd name="T22" fmla="*/ 0 w 266"/>
                <a:gd name="T23" fmla="*/ 226 h 375"/>
                <a:gd name="T24" fmla="*/ 129 w 266"/>
                <a:gd name="T25" fmla="*/ 374 h 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66" h="375">
                  <a:moveTo>
                    <a:pt x="129" y="374"/>
                  </a:moveTo>
                  <a:lnTo>
                    <a:pt x="129" y="374"/>
                  </a:lnTo>
                  <a:cubicBezTo>
                    <a:pt x="220" y="374"/>
                    <a:pt x="265" y="324"/>
                    <a:pt x="265" y="219"/>
                  </a:cubicBezTo>
                  <a:cubicBezTo>
                    <a:pt x="265" y="0"/>
                    <a:pt x="265" y="0"/>
                    <a:pt x="265" y="0"/>
                  </a:cubicBezTo>
                  <a:cubicBezTo>
                    <a:pt x="231" y="0"/>
                    <a:pt x="231" y="0"/>
                    <a:pt x="231" y="0"/>
                  </a:cubicBezTo>
                  <a:cubicBezTo>
                    <a:pt x="231" y="226"/>
                    <a:pt x="231" y="226"/>
                    <a:pt x="231" y="226"/>
                  </a:cubicBezTo>
                  <a:cubicBezTo>
                    <a:pt x="231" y="304"/>
                    <a:pt x="198" y="343"/>
                    <a:pt x="133" y="343"/>
                  </a:cubicBezTo>
                  <a:cubicBezTo>
                    <a:pt x="100" y="343"/>
                    <a:pt x="74" y="333"/>
                    <a:pt x="58" y="313"/>
                  </a:cubicBezTo>
                  <a:cubicBezTo>
                    <a:pt x="41" y="293"/>
                    <a:pt x="33" y="263"/>
                    <a:pt x="33" y="222"/>
                  </a:cubicBezTo>
                  <a:cubicBezTo>
                    <a:pt x="33" y="0"/>
                    <a:pt x="33" y="0"/>
                    <a:pt x="33" y="0"/>
                  </a:cubicBezTo>
                  <a:cubicBezTo>
                    <a:pt x="0" y="0"/>
                    <a:pt x="0" y="0"/>
                    <a:pt x="0" y="0"/>
                  </a:cubicBezTo>
                  <a:cubicBezTo>
                    <a:pt x="0" y="226"/>
                    <a:pt x="0" y="226"/>
                    <a:pt x="0" y="226"/>
                  </a:cubicBezTo>
                  <a:cubicBezTo>
                    <a:pt x="0" y="325"/>
                    <a:pt x="43" y="374"/>
                    <a:pt x="129"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93988E8B-8D9D-622F-C198-8005C3A8D2D4}"/>
                </a:ext>
              </a:extLst>
            </p:cNvPr>
            <p:cNvSpPr>
              <a:spLocks noChangeArrowheads="1"/>
            </p:cNvSpPr>
            <p:nvPr/>
          </p:nvSpPr>
          <p:spPr bwMode="auto">
            <a:xfrm>
              <a:off x="8051800" y="811213"/>
              <a:ext cx="76200" cy="138112"/>
            </a:xfrm>
            <a:custGeom>
              <a:avLst/>
              <a:gdLst>
                <a:gd name="T0" fmla="*/ 185 w 210"/>
                <a:gd name="T1" fmla="*/ 225 h 382"/>
                <a:gd name="T2" fmla="*/ 185 w 210"/>
                <a:gd name="T3" fmla="*/ 225 h 382"/>
                <a:gd name="T4" fmla="*/ 156 w 210"/>
                <a:gd name="T5" fmla="*/ 200 h 382"/>
                <a:gd name="T6" fmla="*/ 117 w 210"/>
                <a:gd name="T7" fmla="*/ 177 h 382"/>
                <a:gd name="T8" fmla="*/ 79 w 210"/>
                <a:gd name="T9" fmla="*/ 155 h 382"/>
                <a:gd name="T10" fmla="*/ 55 w 210"/>
                <a:gd name="T11" fmla="*/ 137 h 382"/>
                <a:gd name="T12" fmla="*/ 41 w 210"/>
                <a:gd name="T13" fmla="*/ 118 h 382"/>
                <a:gd name="T14" fmla="*/ 37 w 210"/>
                <a:gd name="T15" fmla="*/ 93 h 382"/>
                <a:gd name="T16" fmla="*/ 42 w 210"/>
                <a:gd name="T17" fmla="*/ 66 h 382"/>
                <a:gd name="T18" fmla="*/ 60 w 210"/>
                <a:gd name="T19" fmla="*/ 46 h 382"/>
                <a:gd name="T20" fmla="*/ 85 w 210"/>
                <a:gd name="T21" fmla="*/ 35 h 382"/>
                <a:gd name="T22" fmla="*/ 117 w 210"/>
                <a:gd name="T23" fmla="*/ 31 h 382"/>
                <a:gd name="T24" fmla="*/ 193 w 210"/>
                <a:gd name="T25" fmla="*/ 49 h 382"/>
                <a:gd name="T26" fmla="*/ 193 w 210"/>
                <a:gd name="T27" fmla="*/ 12 h 382"/>
                <a:gd name="T28" fmla="*/ 121 w 210"/>
                <a:gd name="T29" fmla="*/ 0 h 382"/>
                <a:gd name="T30" fmla="*/ 74 w 210"/>
                <a:gd name="T31" fmla="*/ 7 h 382"/>
                <a:gd name="T32" fmla="*/ 36 w 210"/>
                <a:gd name="T33" fmla="*/ 26 h 382"/>
                <a:gd name="T34" fmla="*/ 11 w 210"/>
                <a:gd name="T35" fmla="*/ 56 h 382"/>
                <a:gd name="T36" fmla="*/ 1 w 210"/>
                <a:gd name="T37" fmla="*/ 96 h 382"/>
                <a:gd name="T38" fmla="*/ 5 w 210"/>
                <a:gd name="T39" fmla="*/ 127 h 382"/>
                <a:gd name="T40" fmla="*/ 22 w 210"/>
                <a:gd name="T41" fmla="*/ 154 h 382"/>
                <a:gd name="T42" fmla="*/ 49 w 210"/>
                <a:gd name="T43" fmla="*/ 177 h 382"/>
                <a:gd name="T44" fmla="*/ 89 w 210"/>
                <a:gd name="T45" fmla="*/ 202 h 382"/>
                <a:gd name="T46" fmla="*/ 126 w 210"/>
                <a:gd name="T47" fmla="*/ 222 h 382"/>
                <a:gd name="T48" fmla="*/ 152 w 210"/>
                <a:gd name="T49" fmla="*/ 241 h 382"/>
                <a:gd name="T50" fmla="*/ 167 w 210"/>
                <a:gd name="T51" fmla="*/ 262 h 382"/>
                <a:gd name="T52" fmla="*/ 173 w 210"/>
                <a:gd name="T53" fmla="*/ 288 h 382"/>
                <a:gd name="T54" fmla="*/ 152 w 210"/>
                <a:gd name="T55" fmla="*/ 335 h 382"/>
                <a:gd name="T56" fmla="*/ 89 w 210"/>
                <a:gd name="T57" fmla="*/ 350 h 382"/>
                <a:gd name="T58" fmla="*/ 66 w 210"/>
                <a:gd name="T59" fmla="*/ 348 h 382"/>
                <a:gd name="T60" fmla="*/ 42 w 210"/>
                <a:gd name="T61" fmla="*/ 343 h 382"/>
                <a:gd name="T62" fmla="*/ 20 w 210"/>
                <a:gd name="T63" fmla="*/ 333 h 382"/>
                <a:gd name="T64" fmla="*/ 0 w 210"/>
                <a:gd name="T65" fmla="*/ 321 h 382"/>
                <a:gd name="T66" fmla="*/ 0 w 210"/>
                <a:gd name="T67" fmla="*/ 361 h 382"/>
                <a:gd name="T68" fmla="*/ 18 w 210"/>
                <a:gd name="T69" fmla="*/ 369 h 382"/>
                <a:gd name="T70" fmla="*/ 41 w 210"/>
                <a:gd name="T71" fmla="*/ 376 h 382"/>
                <a:gd name="T72" fmla="*/ 66 w 210"/>
                <a:gd name="T73" fmla="*/ 380 h 382"/>
                <a:gd name="T74" fmla="*/ 86 w 210"/>
                <a:gd name="T75" fmla="*/ 381 h 382"/>
                <a:gd name="T76" fmla="*/ 136 w 210"/>
                <a:gd name="T77" fmla="*/ 374 h 382"/>
                <a:gd name="T78" fmla="*/ 174 w 210"/>
                <a:gd name="T79" fmla="*/ 357 h 382"/>
                <a:gd name="T80" fmla="*/ 199 w 210"/>
                <a:gd name="T81" fmla="*/ 326 h 382"/>
                <a:gd name="T82" fmla="*/ 209 w 210"/>
                <a:gd name="T83" fmla="*/ 284 h 382"/>
                <a:gd name="T84" fmla="*/ 203 w 210"/>
                <a:gd name="T85" fmla="*/ 252 h 382"/>
                <a:gd name="T86" fmla="*/ 185 w 210"/>
                <a:gd name="T87" fmla="*/ 22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185" y="225"/>
                  </a:moveTo>
                  <a:lnTo>
                    <a:pt x="185" y="225"/>
                  </a:lnTo>
                  <a:cubicBezTo>
                    <a:pt x="178" y="217"/>
                    <a:pt x="169" y="208"/>
                    <a:pt x="156" y="200"/>
                  </a:cubicBezTo>
                  <a:cubicBezTo>
                    <a:pt x="145" y="193"/>
                    <a:pt x="132" y="185"/>
                    <a:pt x="117" y="177"/>
                  </a:cubicBezTo>
                  <a:cubicBezTo>
                    <a:pt x="101" y="169"/>
                    <a:pt x="89" y="162"/>
                    <a:pt x="79" y="155"/>
                  </a:cubicBezTo>
                  <a:cubicBezTo>
                    <a:pt x="68" y="149"/>
                    <a:pt x="60" y="143"/>
                    <a:pt x="55" y="137"/>
                  </a:cubicBezTo>
                  <a:cubicBezTo>
                    <a:pt x="48" y="130"/>
                    <a:pt x="44" y="125"/>
                    <a:pt x="41" y="118"/>
                  </a:cubicBezTo>
                  <a:cubicBezTo>
                    <a:pt x="38" y="111"/>
                    <a:pt x="37" y="103"/>
                    <a:pt x="37" y="93"/>
                  </a:cubicBezTo>
                  <a:cubicBezTo>
                    <a:pt x="37" y="82"/>
                    <a:pt x="38" y="74"/>
                    <a:pt x="42" y="66"/>
                  </a:cubicBezTo>
                  <a:cubicBezTo>
                    <a:pt x="47" y="59"/>
                    <a:pt x="53" y="52"/>
                    <a:pt x="60" y="46"/>
                  </a:cubicBezTo>
                  <a:cubicBezTo>
                    <a:pt x="67" y="41"/>
                    <a:pt x="75" y="38"/>
                    <a:pt x="85" y="35"/>
                  </a:cubicBezTo>
                  <a:cubicBezTo>
                    <a:pt x="96" y="33"/>
                    <a:pt x="106" y="31"/>
                    <a:pt x="117" y="31"/>
                  </a:cubicBezTo>
                  <a:cubicBezTo>
                    <a:pt x="145" y="31"/>
                    <a:pt x="171" y="37"/>
                    <a:pt x="193" y="49"/>
                  </a:cubicBezTo>
                  <a:cubicBezTo>
                    <a:pt x="193" y="12"/>
                    <a:pt x="193" y="12"/>
                    <a:pt x="193" y="12"/>
                  </a:cubicBezTo>
                  <a:cubicBezTo>
                    <a:pt x="174" y="4"/>
                    <a:pt x="149" y="0"/>
                    <a:pt x="121" y="0"/>
                  </a:cubicBezTo>
                  <a:cubicBezTo>
                    <a:pt x="104" y="0"/>
                    <a:pt x="89" y="2"/>
                    <a:pt x="74" y="7"/>
                  </a:cubicBezTo>
                  <a:cubicBezTo>
                    <a:pt x="59" y="11"/>
                    <a:pt x="47" y="18"/>
                    <a:pt x="36" y="26"/>
                  </a:cubicBezTo>
                  <a:cubicBezTo>
                    <a:pt x="25" y="34"/>
                    <a:pt x="16" y="44"/>
                    <a:pt x="11" y="56"/>
                  </a:cubicBezTo>
                  <a:cubicBezTo>
                    <a:pt x="4" y="68"/>
                    <a:pt x="1" y="81"/>
                    <a:pt x="1" y="96"/>
                  </a:cubicBezTo>
                  <a:cubicBezTo>
                    <a:pt x="1" y="108"/>
                    <a:pt x="3" y="118"/>
                    <a:pt x="5" y="127"/>
                  </a:cubicBezTo>
                  <a:cubicBezTo>
                    <a:pt x="9" y="137"/>
                    <a:pt x="15" y="145"/>
                    <a:pt x="22" y="154"/>
                  </a:cubicBezTo>
                  <a:cubicBezTo>
                    <a:pt x="29" y="162"/>
                    <a:pt x="38" y="170"/>
                    <a:pt x="49" y="177"/>
                  </a:cubicBezTo>
                  <a:cubicBezTo>
                    <a:pt x="60" y="185"/>
                    <a:pt x="74" y="193"/>
                    <a:pt x="89" y="202"/>
                  </a:cubicBezTo>
                  <a:cubicBezTo>
                    <a:pt x="104" y="210"/>
                    <a:pt x="117" y="217"/>
                    <a:pt x="126" y="222"/>
                  </a:cubicBezTo>
                  <a:cubicBezTo>
                    <a:pt x="137" y="229"/>
                    <a:pt x="145" y="234"/>
                    <a:pt x="152" y="241"/>
                  </a:cubicBezTo>
                  <a:cubicBezTo>
                    <a:pt x="159" y="248"/>
                    <a:pt x="165" y="255"/>
                    <a:pt x="167" y="262"/>
                  </a:cubicBezTo>
                  <a:cubicBezTo>
                    <a:pt x="171" y="269"/>
                    <a:pt x="173" y="278"/>
                    <a:pt x="173" y="288"/>
                  </a:cubicBezTo>
                  <a:cubicBezTo>
                    <a:pt x="173" y="307"/>
                    <a:pt x="166" y="324"/>
                    <a:pt x="152" y="335"/>
                  </a:cubicBezTo>
                  <a:cubicBezTo>
                    <a:pt x="139" y="344"/>
                    <a:pt x="117" y="350"/>
                    <a:pt x="89" y="350"/>
                  </a:cubicBezTo>
                  <a:cubicBezTo>
                    <a:pt x="82" y="350"/>
                    <a:pt x="74" y="350"/>
                    <a:pt x="66" y="348"/>
                  </a:cubicBezTo>
                  <a:cubicBezTo>
                    <a:pt x="59" y="347"/>
                    <a:pt x="51" y="346"/>
                    <a:pt x="42" y="343"/>
                  </a:cubicBezTo>
                  <a:cubicBezTo>
                    <a:pt x="36" y="340"/>
                    <a:pt x="27" y="337"/>
                    <a:pt x="20" y="333"/>
                  </a:cubicBezTo>
                  <a:cubicBezTo>
                    <a:pt x="12" y="329"/>
                    <a:pt x="5" y="325"/>
                    <a:pt x="0" y="321"/>
                  </a:cubicBezTo>
                  <a:cubicBezTo>
                    <a:pt x="0" y="361"/>
                    <a:pt x="0" y="361"/>
                    <a:pt x="0" y="361"/>
                  </a:cubicBezTo>
                  <a:cubicBezTo>
                    <a:pt x="4" y="364"/>
                    <a:pt x="11" y="366"/>
                    <a:pt x="18" y="369"/>
                  </a:cubicBezTo>
                  <a:cubicBezTo>
                    <a:pt x="25" y="372"/>
                    <a:pt x="33" y="374"/>
                    <a:pt x="41" y="376"/>
                  </a:cubicBez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3" y="339"/>
                    <a:pt x="199" y="326"/>
                  </a:cubicBezTo>
                  <a:cubicBezTo>
                    <a:pt x="206" y="314"/>
                    <a:pt x="209" y="300"/>
                    <a:pt x="209" y="284"/>
                  </a:cubicBezTo>
                  <a:cubicBezTo>
                    <a:pt x="209" y="272"/>
                    <a:pt x="207" y="262"/>
                    <a:pt x="203" y="252"/>
                  </a:cubicBezTo>
                  <a:cubicBezTo>
                    <a:pt x="199" y="243"/>
                    <a:pt x="193" y="233"/>
                    <a:pt x="185"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9192D999-5398-C401-CCEF-A6C54EC71CC5}"/>
                </a:ext>
              </a:extLst>
            </p:cNvPr>
            <p:cNvSpPr>
              <a:spLocks noChangeArrowheads="1"/>
            </p:cNvSpPr>
            <p:nvPr/>
          </p:nvSpPr>
          <p:spPr bwMode="auto">
            <a:xfrm>
              <a:off x="8153400" y="814388"/>
              <a:ext cx="12700" cy="131762"/>
            </a:xfrm>
            <a:custGeom>
              <a:avLst/>
              <a:gdLst>
                <a:gd name="T0" fmla="*/ 35 w 36"/>
                <a:gd name="T1" fmla="*/ 0 h 368"/>
                <a:gd name="T2" fmla="*/ 0 w 36"/>
                <a:gd name="T3" fmla="*/ 0 h 368"/>
                <a:gd name="T4" fmla="*/ 0 w 36"/>
                <a:gd name="T5" fmla="*/ 367 h 368"/>
                <a:gd name="T6" fmla="*/ 35 w 36"/>
                <a:gd name="T7" fmla="*/ 367 h 368"/>
                <a:gd name="T8" fmla="*/ 35 w 36"/>
                <a:gd name="T9" fmla="*/ 0 h 368"/>
              </a:gdLst>
              <a:ahLst/>
              <a:cxnLst>
                <a:cxn ang="0">
                  <a:pos x="T0" y="T1"/>
                </a:cxn>
                <a:cxn ang="0">
                  <a:pos x="T2" y="T3"/>
                </a:cxn>
                <a:cxn ang="0">
                  <a:pos x="T4" y="T5"/>
                </a:cxn>
                <a:cxn ang="0">
                  <a:pos x="T6" y="T7"/>
                </a:cxn>
                <a:cxn ang="0">
                  <a:pos x="T8" y="T9"/>
                </a:cxn>
              </a:cxnLst>
              <a:rect l="0" t="0" r="r" b="b"/>
              <a:pathLst>
                <a:path w="36" h="368">
                  <a:moveTo>
                    <a:pt x="35" y="0"/>
                  </a:moveTo>
                  <a:lnTo>
                    <a:pt x="0" y="0"/>
                  </a:lnTo>
                  <a:lnTo>
                    <a:pt x="0" y="367"/>
                  </a:lnTo>
                  <a:lnTo>
                    <a:pt x="35" y="36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78BC91F8-64EA-F3E9-F76D-D3DE8E54EB25}"/>
                </a:ext>
              </a:extLst>
            </p:cNvPr>
            <p:cNvSpPr>
              <a:spLocks noChangeArrowheads="1"/>
            </p:cNvSpPr>
            <p:nvPr/>
          </p:nvSpPr>
          <p:spPr bwMode="auto">
            <a:xfrm>
              <a:off x="8201025" y="814388"/>
              <a:ext cx="104775" cy="131762"/>
            </a:xfrm>
            <a:custGeom>
              <a:avLst/>
              <a:gdLst>
                <a:gd name="T0" fmla="*/ 288 w 289"/>
                <a:gd name="T1" fmla="*/ 0 h 368"/>
                <a:gd name="T2" fmla="*/ 288 w 289"/>
                <a:gd name="T3" fmla="*/ 0 h 368"/>
                <a:gd name="T4" fmla="*/ 252 w 289"/>
                <a:gd name="T5" fmla="*/ 0 h 368"/>
                <a:gd name="T6" fmla="*/ 252 w 289"/>
                <a:gd name="T7" fmla="*/ 273 h 368"/>
                <a:gd name="T8" fmla="*/ 254 w 289"/>
                <a:gd name="T9" fmla="*/ 296 h 368"/>
                <a:gd name="T10" fmla="*/ 255 w 289"/>
                <a:gd name="T11" fmla="*/ 315 h 368"/>
                <a:gd name="T12" fmla="*/ 254 w 289"/>
                <a:gd name="T13" fmla="*/ 315 h 368"/>
                <a:gd name="T14" fmla="*/ 247 w 289"/>
                <a:gd name="T15" fmla="*/ 304 h 368"/>
                <a:gd name="T16" fmla="*/ 239 w 289"/>
                <a:gd name="T17" fmla="*/ 292 h 368"/>
                <a:gd name="T18" fmla="*/ 37 w 289"/>
                <a:gd name="T19" fmla="*/ 0 h 368"/>
                <a:gd name="T20" fmla="*/ 0 w 289"/>
                <a:gd name="T21" fmla="*/ 0 h 368"/>
                <a:gd name="T22" fmla="*/ 0 w 289"/>
                <a:gd name="T23" fmla="*/ 367 h 368"/>
                <a:gd name="T24" fmla="*/ 33 w 289"/>
                <a:gd name="T25" fmla="*/ 367 h 368"/>
                <a:gd name="T26" fmla="*/ 33 w 289"/>
                <a:gd name="T27" fmla="*/ 82 h 368"/>
                <a:gd name="T28" fmla="*/ 33 w 289"/>
                <a:gd name="T29" fmla="*/ 61 h 368"/>
                <a:gd name="T30" fmla="*/ 33 w 289"/>
                <a:gd name="T31" fmla="*/ 49 h 368"/>
                <a:gd name="T32" fmla="*/ 33 w 289"/>
                <a:gd name="T33" fmla="*/ 49 h 368"/>
                <a:gd name="T34" fmla="*/ 40 w 289"/>
                <a:gd name="T35" fmla="*/ 60 h 368"/>
                <a:gd name="T36" fmla="*/ 46 w 289"/>
                <a:gd name="T37" fmla="*/ 72 h 368"/>
                <a:gd name="T38" fmla="*/ 252 w 289"/>
                <a:gd name="T39" fmla="*/ 367 h 368"/>
                <a:gd name="T40" fmla="*/ 288 w 289"/>
                <a:gd name="T41" fmla="*/ 367 h 368"/>
                <a:gd name="T42" fmla="*/ 288 w 289"/>
                <a:gd name="T43" fmla="*/ 0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288" y="0"/>
                  </a:moveTo>
                  <a:lnTo>
                    <a:pt x="288" y="0"/>
                  </a:lnTo>
                  <a:cubicBezTo>
                    <a:pt x="252" y="0"/>
                    <a:pt x="252" y="0"/>
                    <a:pt x="252" y="0"/>
                  </a:cubicBezTo>
                  <a:cubicBezTo>
                    <a:pt x="252" y="273"/>
                    <a:pt x="252" y="273"/>
                    <a:pt x="252" y="273"/>
                  </a:cubicBezTo>
                  <a:cubicBezTo>
                    <a:pt x="252" y="282"/>
                    <a:pt x="254" y="289"/>
                    <a:pt x="254" y="296"/>
                  </a:cubicBezTo>
                  <a:cubicBezTo>
                    <a:pt x="254" y="304"/>
                    <a:pt x="254" y="310"/>
                    <a:pt x="255" y="315"/>
                  </a:cubicBezTo>
                  <a:cubicBezTo>
                    <a:pt x="254" y="315"/>
                    <a:pt x="254" y="315"/>
                    <a:pt x="254" y="315"/>
                  </a:cubicBezTo>
                  <a:cubicBezTo>
                    <a:pt x="251" y="313"/>
                    <a:pt x="250" y="308"/>
                    <a:pt x="247" y="304"/>
                  </a:cubicBezTo>
                  <a:cubicBezTo>
                    <a:pt x="244" y="300"/>
                    <a:pt x="241" y="296"/>
                    <a:pt x="239" y="292"/>
                  </a:cubicBezTo>
                  <a:cubicBezTo>
                    <a:pt x="37" y="0"/>
                    <a:pt x="37" y="0"/>
                    <a:pt x="37" y="0"/>
                  </a:cubicBezTo>
                  <a:cubicBezTo>
                    <a:pt x="0" y="0"/>
                    <a:pt x="0" y="0"/>
                    <a:pt x="0" y="0"/>
                  </a:cubicBezTo>
                  <a:cubicBezTo>
                    <a:pt x="0" y="367"/>
                    <a:pt x="0" y="367"/>
                    <a:pt x="0" y="367"/>
                  </a:cubicBezTo>
                  <a:cubicBezTo>
                    <a:pt x="33" y="367"/>
                    <a:pt x="33" y="367"/>
                    <a:pt x="33" y="367"/>
                  </a:cubicBezTo>
                  <a:cubicBezTo>
                    <a:pt x="33" y="82"/>
                    <a:pt x="33" y="82"/>
                    <a:pt x="33" y="82"/>
                  </a:cubicBezTo>
                  <a:cubicBezTo>
                    <a:pt x="33" y="74"/>
                    <a:pt x="33" y="67"/>
                    <a:pt x="33" y="61"/>
                  </a:cubicBezTo>
                  <a:cubicBezTo>
                    <a:pt x="33" y="56"/>
                    <a:pt x="33" y="52"/>
                    <a:pt x="33" y="49"/>
                  </a:cubicBezTo>
                  <a:lnTo>
                    <a:pt x="33" y="49"/>
                  </a:lnTo>
                  <a:cubicBezTo>
                    <a:pt x="35" y="52"/>
                    <a:pt x="37" y="56"/>
                    <a:pt x="40" y="60"/>
                  </a:cubicBezTo>
                  <a:cubicBezTo>
                    <a:pt x="42" y="64"/>
                    <a:pt x="45" y="68"/>
                    <a:pt x="46" y="72"/>
                  </a:cubicBezTo>
                  <a:cubicBezTo>
                    <a:pt x="252" y="367"/>
                    <a:pt x="252" y="367"/>
                    <a:pt x="252" y="367"/>
                  </a:cubicBezTo>
                  <a:cubicBezTo>
                    <a:pt x="288" y="367"/>
                    <a:pt x="288" y="367"/>
                    <a:pt x="288" y="367"/>
                  </a:cubicBezTo>
                  <a:lnTo>
                    <a:pt x="288"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1456B24B-D4C5-1551-DBF0-EE6852AB9876}"/>
                </a:ext>
              </a:extLst>
            </p:cNvPr>
            <p:cNvSpPr>
              <a:spLocks noChangeArrowheads="1"/>
            </p:cNvSpPr>
            <p:nvPr/>
          </p:nvSpPr>
          <p:spPr bwMode="auto">
            <a:xfrm>
              <a:off x="8339138" y="814388"/>
              <a:ext cx="68262" cy="131762"/>
            </a:xfrm>
            <a:custGeom>
              <a:avLst/>
              <a:gdLst>
                <a:gd name="T0" fmla="*/ 188 w 189"/>
                <a:gd name="T1" fmla="*/ 337 h 368"/>
                <a:gd name="T2" fmla="*/ 34 w 189"/>
                <a:gd name="T3" fmla="*/ 337 h 368"/>
                <a:gd name="T4" fmla="*/ 34 w 189"/>
                <a:gd name="T5" fmla="*/ 197 h 368"/>
                <a:gd name="T6" fmla="*/ 169 w 189"/>
                <a:gd name="T7" fmla="*/ 197 h 368"/>
                <a:gd name="T8" fmla="*/ 169 w 189"/>
                <a:gd name="T9" fmla="*/ 166 h 368"/>
                <a:gd name="T10" fmla="*/ 34 w 189"/>
                <a:gd name="T11" fmla="*/ 166 h 368"/>
                <a:gd name="T12" fmla="*/ 34 w 189"/>
                <a:gd name="T13" fmla="*/ 30 h 368"/>
                <a:gd name="T14" fmla="*/ 180 w 189"/>
                <a:gd name="T15" fmla="*/ 30 h 368"/>
                <a:gd name="T16" fmla="*/ 180 w 189"/>
                <a:gd name="T17" fmla="*/ 0 h 368"/>
                <a:gd name="T18" fmla="*/ 0 w 189"/>
                <a:gd name="T19" fmla="*/ 0 h 368"/>
                <a:gd name="T20" fmla="*/ 0 w 189"/>
                <a:gd name="T21" fmla="*/ 367 h 368"/>
                <a:gd name="T22" fmla="*/ 188 w 189"/>
                <a:gd name="T23" fmla="*/ 367 h 368"/>
                <a:gd name="T24" fmla="*/ 188 w 189"/>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8">
                  <a:moveTo>
                    <a:pt x="188" y="337"/>
                  </a:moveTo>
                  <a:lnTo>
                    <a:pt x="34" y="337"/>
                  </a:lnTo>
                  <a:lnTo>
                    <a:pt x="34" y="197"/>
                  </a:lnTo>
                  <a:lnTo>
                    <a:pt x="169" y="197"/>
                  </a:lnTo>
                  <a:lnTo>
                    <a:pt x="169" y="166"/>
                  </a:lnTo>
                  <a:lnTo>
                    <a:pt x="34" y="166"/>
                  </a:lnTo>
                  <a:lnTo>
                    <a:pt x="34" y="30"/>
                  </a:lnTo>
                  <a:lnTo>
                    <a:pt x="180" y="30"/>
                  </a:lnTo>
                  <a:lnTo>
                    <a:pt x="180" y="0"/>
                  </a:lnTo>
                  <a:lnTo>
                    <a:pt x="0" y="0"/>
                  </a:lnTo>
                  <a:lnTo>
                    <a:pt x="0" y="367"/>
                  </a:lnTo>
                  <a:lnTo>
                    <a:pt x="188" y="367"/>
                  </a:lnTo>
                  <a:lnTo>
                    <a:pt x="188"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1">
              <a:extLst>
                <a:ext uri="{FF2B5EF4-FFF2-40B4-BE49-F238E27FC236}">
                  <a16:creationId xmlns:a16="http://schemas.microsoft.com/office/drawing/2014/main" id="{C82B325A-B908-5137-F09D-F4C782A9B957}"/>
                </a:ext>
              </a:extLst>
            </p:cNvPr>
            <p:cNvSpPr>
              <a:spLocks noChangeArrowheads="1"/>
            </p:cNvSpPr>
            <p:nvPr/>
          </p:nvSpPr>
          <p:spPr bwMode="auto">
            <a:xfrm>
              <a:off x="8429625" y="811213"/>
              <a:ext cx="76200" cy="138112"/>
            </a:xfrm>
            <a:custGeom>
              <a:avLst/>
              <a:gdLst>
                <a:gd name="T0" fmla="*/ 41 w 210"/>
                <a:gd name="T1" fmla="*/ 376 h 382"/>
                <a:gd name="T2" fmla="*/ 41 w 210"/>
                <a:gd name="T3" fmla="*/ 376 h 382"/>
                <a:gd name="T4" fmla="*/ 66 w 210"/>
                <a:gd name="T5" fmla="*/ 380 h 382"/>
                <a:gd name="T6" fmla="*/ 86 w 210"/>
                <a:gd name="T7" fmla="*/ 381 h 382"/>
                <a:gd name="T8" fmla="*/ 136 w 210"/>
                <a:gd name="T9" fmla="*/ 374 h 382"/>
                <a:gd name="T10" fmla="*/ 174 w 210"/>
                <a:gd name="T11" fmla="*/ 357 h 382"/>
                <a:gd name="T12" fmla="*/ 200 w 210"/>
                <a:gd name="T13" fmla="*/ 326 h 382"/>
                <a:gd name="T14" fmla="*/ 209 w 210"/>
                <a:gd name="T15" fmla="*/ 284 h 382"/>
                <a:gd name="T16" fmla="*/ 203 w 210"/>
                <a:gd name="T17" fmla="*/ 252 h 382"/>
                <a:gd name="T18" fmla="*/ 187 w 210"/>
                <a:gd name="T19" fmla="*/ 225 h 382"/>
                <a:gd name="T20" fmla="*/ 158 w 210"/>
                <a:gd name="T21" fmla="*/ 200 h 382"/>
                <a:gd name="T22" fmla="*/ 117 w 210"/>
                <a:gd name="T23" fmla="*/ 177 h 382"/>
                <a:gd name="T24" fmla="*/ 80 w 210"/>
                <a:gd name="T25" fmla="*/ 155 h 382"/>
                <a:gd name="T26" fmla="*/ 55 w 210"/>
                <a:gd name="T27" fmla="*/ 137 h 382"/>
                <a:gd name="T28" fmla="*/ 41 w 210"/>
                <a:gd name="T29" fmla="*/ 118 h 382"/>
                <a:gd name="T30" fmla="*/ 37 w 210"/>
                <a:gd name="T31" fmla="*/ 93 h 382"/>
                <a:gd name="T32" fmla="*/ 44 w 210"/>
                <a:gd name="T33" fmla="*/ 66 h 382"/>
                <a:gd name="T34" fmla="*/ 60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4 w 210"/>
                <a:gd name="T47" fmla="*/ 7 h 382"/>
                <a:gd name="T48" fmla="*/ 37 w 210"/>
                <a:gd name="T49" fmla="*/ 26 h 382"/>
                <a:gd name="T50" fmla="*/ 11 w 210"/>
                <a:gd name="T51" fmla="*/ 56 h 382"/>
                <a:gd name="T52" fmla="*/ 1 w 210"/>
                <a:gd name="T53" fmla="*/ 96 h 382"/>
                <a:gd name="T54" fmla="*/ 7 w 210"/>
                <a:gd name="T55" fmla="*/ 127 h 382"/>
                <a:gd name="T56" fmla="*/ 22 w 210"/>
                <a:gd name="T57" fmla="*/ 154 h 382"/>
                <a:gd name="T58" fmla="*/ 49 w 210"/>
                <a:gd name="T59" fmla="*/ 177 h 382"/>
                <a:gd name="T60" fmla="*/ 91 w 210"/>
                <a:gd name="T61" fmla="*/ 202 h 382"/>
                <a:gd name="T62" fmla="*/ 128 w 210"/>
                <a:gd name="T63" fmla="*/ 222 h 382"/>
                <a:gd name="T64" fmla="*/ 152 w 210"/>
                <a:gd name="T65" fmla="*/ 241 h 382"/>
                <a:gd name="T66" fmla="*/ 169 w 210"/>
                <a:gd name="T67" fmla="*/ 262 h 382"/>
                <a:gd name="T68" fmla="*/ 173 w 210"/>
                <a:gd name="T69" fmla="*/ 288 h 382"/>
                <a:gd name="T70" fmla="*/ 152 w 210"/>
                <a:gd name="T71" fmla="*/ 335 h 382"/>
                <a:gd name="T72" fmla="*/ 89 w 210"/>
                <a:gd name="T73" fmla="*/ 350 h 382"/>
                <a:gd name="T74" fmla="*/ 67 w 210"/>
                <a:gd name="T75" fmla="*/ 348 h 382"/>
                <a:gd name="T76" fmla="*/ 44 w 210"/>
                <a:gd name="T77" fmla="*/ 343 h 382"/>
                <a:gd name="T78" fmla="*/ 21 w 210"/>
                <a:gd name="T79" fmla="*/ 333 h 382"/>
                <a:gd name="T80" fmla="*/ 0 w 210"/>
                <a:gd name="T81" fmla="*/ 321 h 382"/>
                <a:gd name="T82" fmla="*/ 0 w 210"/>
                <a:gd name="T83" fmla="*/ 361 h 382"/>
                <a:gd name="T84" fmla="*/ 18 w 210"/>
                <a:gd name="T85" fmla="*/ 369 h 382"/>
                <a:gd name="T86" fmla="*/ 41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1" y="376"/>
                  </a:moveTo>
                  <a:lnTo>
                    <a:pt x="41" y="376"/>
                  </a:lnTo>
                  <a:cubicBezTo>
                    <a:pt x="49" y="377"/>
                    <a:pt x="58" y="379"/>
                    <a:pt x="66" y="380"/>
                  </a:cubicBezTo>
                  <a:cubicBezTo>
                    <a:pt x="74" y="381"/>
                    <a:pt x="81" y="381"/>
                    <a:pt x="86" y="381"/>
                  </a:cubicBezTo>
                  <a:cubicBezTo>
                    <a:pt x="104" y="381"/>
                    <a:pt x="121" y="379"/>
                    <a:pt x="136" y="374"/>
                  </a:cubicBezTo>
                  <a:cubicBezTo>
                    <a:pt x="151" y="370"/>
                    <a:pt x="163" y="365"/>
                    <a:pt x="174" y="357"/>
                  </a:cubicBezTo>
                  <a:cubicBezTo>
                    <a:pt x="185" y="348"/>
                    <a:pt x="194" y="339"/>
                    <a:pt x="200" y="326"/>
                  </a:cubicBezTo>
                  <a:cubicBezTo>
                    <a:pt x="206" y="314"/>
                    <a:pt x="209" y="300"/>
                    <a:pt x="209" y="284"/>
                  </a:cubicBezTo>
                  <a:cubicBezTo>
                    <a:pt x="209" y="272"/>
                    <a:pt x="207" y="262"/>
                    <a:pt x="203" y="252"/>
                  </a:cubicBezTo>
                  <a:cubicBezTo>
                    <a:pt x="199" y="243"/>
                    <a:pt x="194" y="233"/>
                    <a:pt x="187" y="225"/>
                  </a:cubicBezTo>
                  <a:cubicBezTo>
                    <a:pt x="178" y="217"/>
                    <a:pt x="169" y="208"/>
                    <a:pt x="158" y="200"/>
                  </a:cubicBezTo>
                  <a:cubicBezTo>
                    <a:pt x="145" y="193"/>
                    <a:pt x="132" y="185"/>
                    <a:pt x="117" y="177"/>
                  </a:cubicBezTo>
                  <a:cubicBezTo>
                    <a:pt x="102" y="169"/>
                    <a:pt x="89" y="162"/>
                    <a:pt x="80" y="155"/>
                  </a:cubicBezTo>
                  <a:cubicBezTo>
                    <a:pt x="70" y="149"/>
                    <a:pt x="62" y="143"/>
                    <a:pt x="55" y="137"/>
                  </a:cubicBezTo>
                  <a:cubicBezTo>
                    <a:pt x="48" y="130"/>
                    <a:pt x="44" y="125"/>
                    <a:pt x="41" y="118"/>
                  </a:cubicBezTo>
                  <a:cubicBezTo>
                    <a:pt x="38" y="111"/>
                    <a:pt x="37" y="103"/>
                    <a:pt x="37" y="93"/>
                  </a:cubicBezTo>
                  <a:cubicBezTo>
                    <a:pt x="37" y="82"/>
                    <a:pt x="38" y="74"/>
                    <a:pt x="44" y="66"/>
                  </a:cubicBezTo>
                  <a:cubicBezTo>
                    <a:pt x="48" y="59"/>
                    <a:pt x="54" y="52"/>
                    <a:pt x="60" y="46"/>
                  </a:cubicBezTo>
                  <a:cubicBezTo>
                    <a:pt x="67" y="41"/>
                    <a:pt x="77" y="38"/>
                    <a:pt x="86" y="35"/>
                  </a:cubicBezTo>
                  <a:cubicBezTo>
                    <a:pt x="96" y="33"/>
                    <a:pt x="106" y="31"/>
                    <a:pt x="117" y="31"/>
                  </a:cubicBezTo>
                  <a:cubicBezTo>
                    <a:pt x="147" y="31"/>
                    <a:pt x="172" y="37"/>
                    <a:pt x="194" y="49"/>
                  </a:cubicBezTo>
                  <a:cubicBezTo>
                    <a:pt x="194" y="12"/>
                    <a:pt x="194" y="12"/>
                    <a:pt x="194" y="12"/>
                  </a:cubicBezTo>
                  <a:cubicBezTo>
                    <a:pt x="174" y="4"/>
                    <a:pt x="150" y="0"/>
                    <a:pt x="121" y="0"/>
                  </a:cubicBezTo>
                  <a:cubicBezTo>
                    <a:pt x="104" y="0"/>
                    <a:pt x="89" y="2"/>
                    <a:pt x="74" y="7"/>
                  </a:cubicBezTo>
                  <a:cubicBezTo>
                    <a:pt x="60" y="11"/>
                    <a:pt x="47" y="18"/>
                    <a:pt x="37" y="26"/>
                  </a:cubicBezTo>
                  <a:cubicBezTo>
                    <a:pt x="26" y="34"/>
                    <a:pt x="16" y="44"/>
                    <a:pt x="11" y="56"/>
                  </a:cubicBezTo>
                  <a:cubicBezTo>
                    <a:pt x="4" y="68"/>
                    <a:pt x="1" y="81"/>
                    <a:pt x="1" y="96"/>
                  </a:cubicBezTo>
                  <a:cubicBezTo>
                    <a:pt x="1" y="108"/>
                    <a:pt x="3" y="118"/>
                    <a:pt x="7" y="127"/>
                  </a:cubicBezTo>
                  <a:cubicBezTo>
                    <a:pt x="10" y="137"/>
                    <a:pt x="15" y="145"/>
                    <a:pt x="22" y="154"/>
                  </a:cubicBezTo>
                  <a:cubicBezTo>
                    <a:pt x="29" y="162"/>
                    <a:pt x="38" y="170"/>
                    <a:pt x="49" y="177"/>
                  </a:cubicBezTo>
                  <a:cubicBezTo>
                    <a:pt x="60" y="185"/>
                    <a:pt x="74" y="193"/>
                    <a:pt x="91" y="202"/>
                  </a:cubicBezTo>
                  <a:cubicBezTo>
                    <a:pt x="104" y="210"/>
                    <a:pt x="117" y="217"/>
                    <a:pt x="128" y="222"/>
                  </a:cubicBezTo>
                  <a:cubicBezTo>
                    <a:pt x="137" y="229"/>
                    <a:pt x="145" y="234"/>
                    <a:pt x="152" y="241"/>
                  </a:cubicBezTo>
                  <a:cubicBezTo>
                    <a:pt x="159" y="248"/>
                    <a:pt x="165" y="255"/>
                    <a:pt x="169" y="262"/>
                  </a:cubicBezTo>
                  <a:cubicBezTo>
                    <a:pt x="172" y="269"/>
                    <a:pt x="173" y="278"/>
                    <a:pt x="173" y="288"/>
                  </a:cubicBezTo>
                  <a:cubicBezTo>
                    <a:pt x="173" y="307"/>
                    <a:pt x="166" y="324"/>
                    <a:pt x="152" y="335"/>
                  </a:cubicBezTo>
                  <a:cubicBezTo>
                    <a:pt x="139" y="344"/>
                    <a:pt x="118" y="350"/>
                    <a:pt x="89" y="350"/>
                  </a:cubicBezTo>
                  <a:cubicBezTo>
                    <a:pt x="82" y="350"/>
                    <a:pt x="74" y="350"/>
                    <a:pt x="67" y="348"/>
                  </a:cubicBezTo>
                  <a:cubicBezTo>
                    <a:pt x="59" y="347"/>
                    <a:pt x="51" y="346"/>
                    <a:pt x="44" y="343"/>
                  </a:cubicBezTo>
                  <a:cubicBezTo>
                    <a:pt x="36" y="340"/>
                    <a:pt x="27" y="337"/>
                    <a:pt x="21" y="333"/>
                  </a:cubicBezTo>
                  <a:cubicBezTo>
                    <a:pt x="12" y="329"/>
                    <a:pt x="5" y="325"/>
                    <a:pt x="0" y="321"/>
                  </a:cubicBezTo>
                  <a:cubicBezTo>
                    <a:pt x="0" y="361"/>
                    <a:pt x="0" y="361"/>
                    <a:pt x="0" y="361"/>
                  </a:cubicBezTo>
                  <a:cubicBezTo>
                    <a:pt x="4" y="364"/>
                    <a:pt x="11" y="366"/>
                    <a:pt x="18" y="369"/>
                  </a:cubicBezTo>
                  <a:cubicBezTo>
                    <a:pt x="26" y="372"/>
                    <a:pt x="33" y="374"/>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8" name="Freeform 152">
              <a:extLst>
                <a:ext uri="{FF2B5EF4-FFF2-40B4-BE49-F238E27FC236}">
                  <a16:creationId xmlns:a16="http://schemas.microsoft.com/office/drawing/2014/main" id="{9CAAE926-C8DC-1A99-A719-172E0390B8E9}"/>
                </a:ext>
              </a:extLst>
            </p:cNvPr>
            <p:cNvSpPr>
              <a:spLocks noChangeArrowheads="1"/>
            </p:cNvSpPr>
            <p:nvPr/>
          </p:nvSpPr>
          <p:spPr bwMode="auto">
            <a:xfrm>
              <a:off x="8526463" y="811213"/>
              <a:ext cx="76200" cy="138112"/>
            </a:xfrm>
            <a:custGeom>
              <a:avLst/>
              <a:gdLst>
                <a:gd name="T0" fmla="*/ 43 w 211"/>
                <a:gd name="T1" fmla="*/ 376 h 382"/>
                <a:gd name="T2" fmla="*/ 43 w 211"/>
                <a:gd name="T3" fmla="*/ 376 h 382"/>
                <a:gd name="T4" fmla="*/ 68 w 211"/>
                <a:gd name="T5" fmla="*/ 380 h 382"/>
                <a:gd name="T6" fmla="*/ 88 w 211"/>
                <a:gd name="T7" fmla="*/ 381 h 382"/>
                <a:gd name="T8" fmla="*/ 138 w 211"/>
                <a:gd name="T9" fmla="*/ 374 h 382"/>
                <a:gd name="T10" fmla="*/ 176 w 211"/>
                <a:gd name="T11" fmla="*/ 357 h 382"/>
                <a:gd name="T12" fmla="*/ 201 w 211"/>
                <a:gd name="T13" fmla="*/ 326 h 382"/>
                <a:gd name="T14" fmla="*/ 210 w 211"/>
                <a:gd name="T15" fmla="*/ 284 h 382"/>
                <a:gd name="T16" fmla="*/ 204 w 211"/>
                <a:gd name="T17" fmla="*/ 252 h 382"/>
                <a:gd name="T18" fmla="*/ 187 w 211"/>
                <a:gd name="T19" fmla="*/ 225 h 382"/>
                <a:gd name="T20" fmla="*/ 158 w 211"/>
                <a:gd name="T21" fmla="*/ 200 h 382"/>
                <a:gd name="T22" fmla="*/ 118 w 211"/>
                <a:gd name="T23" fmla="*/ 177 h 382"/>
                <a:gd name="T24" fmla="*/ 80 w 211"/>
                <a:gd name="T25" fmla="*/ 155 h 382"/>
                <a:gd name="T26" fmla="*/ 55 w 211"/>
                <a:gd name="T27" fmla="*/ 137 h 382"/>
                <a:gd name="T28" fmla="*/ 42 w 211"/>
                <a:gd name="T29" fmla="*/ 118 h 382"/>
                <a:gd name="T30" fmla="*/ 37 w 211"/>
                <a:gd name="T31" fmla="*/ 93 h 382"/>
                <a:gd name="T32" fmla="*/ 44 w 211"/>
                <a:gd name="T33" fmla="*/ 66 h 382"/>
                <a:gd name="T34" fmla="*/ 62 w 211"/>
                <a:gd name="T35" fmla="*/ 46 h 382"/>
                <a:gd name="T36" fmla="*/ 87 w 211"/>
                <a:gd name="T37" fmla="*/ 35 h 382"/>
                <a:gd name="T38" fmla="*/ 118 w 211"/>
                <a:gd name="T39" fmla="*/ 31 h 382"/>
                <a:gd name="T40" fmla="*/ 195 w 211"/>
                <a:gd name="T41" fmla="*/ 49 h 382"/>
                <a:gd name="T42" fmla="*/ 195 w 211"/>
                <a:gd name="T43" fmla="*/ 12 h 382"/>
                <a:gd name="T44" fmla="*/ 121 w 211"/>
                <a:gd name="T45" fmla="*/ 0 h 382"/>
                <a:gd name="T46" fmla="*/ 76 w 211"/>
                <a:gd name="T47" fmla="*/ 7 h 382"/>
                <a:gd name="T48" fmla="*/ 37 w 211"/>
                <a:gd name="T49" fmla="*/ 26 h 382"/>
                <a:gd name="T50" fmla="*/ 11 w 211"/>
                <a:gd name="T51" fmla="*/ 56 h 382"/>
                <a:gd name="T52" fmla="*/ 2 w 211"/>
                <a:gd name="T53" fmla="*/ 96 h 382"/>
                <a:gd name="T54" fmla="*/ 7 w 211"/>
                <a:gd name="T55" fmla="*/ 127 h 382"/>
                <a:gd name="T56" fmla="*/ 22 w 211"/>
                <a:gd name="T57" fmla="*/ 154 h 382"/>
                <a:gd name="T58" fmla="*/ 50 w 211"/>
                <a:gd name="T59" fmla="*/ 177 h 382"/>
                <a:gd name="T60" fmla="*/ 91 w 211"/>
                <a:gd name="T61" fmla="*/ 202 h 382"/>
                <a:gd name="T62" fmla="*/ 128 w 211"/>
                <a:gd name="T63" fmla="*/ 222 h 382"/>
                <a:gd name="T64" fmla="*/ 154 w 211"/>
                <a:gd name="T65" fmla="*/ 241 h 382"/>
                <a:gd name="T66" fmla="*/ 169 w 211"/>
                <a:gd name="T67" fmla="*/ 262 h 382"/>
                <a:gd name="T68" fmla="*/ 175 w 211"/>
                <a:gd name="T69" fmla="*/ 288 h 382"/>
                <a:gd name="T70" fmla="*/ 153 w 211"/>
                <a:gd name="T71" fmla="*/ 335 h 382"/>
                <a:gd name="T72" fmla="*/ 91 w 211"/>
                <a:gd name="T73" fmla="*/ 350 h 382"/>
                <a:gd name="T74" fmla="*/ 68 w 211"/>
                <a:gd name="T75" fmla="*/ 348 h 382"/>
                <a:gd name="T76" fmla="*/ 44 w 211"/>
                <a:gd name="T77" fmla="*/ 343 h 382"/>
                <a:gd name="T78" fmla="*/ 21 w 211"/>
                <a:gd name="T79" fmla="*/ 333 h 382"/>
                <a:gd name="T80" fmla="*/ 0 w 211"/>
                <a:gd name="T81" fmla="*/ 321 h 382"/>
                <a:gd name="T82" fmla="*/ 0 w 211"/>
                <a:gd name="T83" fmla="*/ 361 h 382"/>
                <a:gd name="T84" fmla="*/ 20 w 211"/>
                <a:gd name="T85" fmla="*/ 369 h 382"/>
                <a:gd name="T86" fmla="*/ 43 w 211"/>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2">
                  <a:moveTo>
                    <a:pt x="43" y="376"/>
                  </a:moveTo>
                  <a:lnTo>
                    <a:pt x="43" y="376"/>
                  </a:lnTo>
                  <a:cubicBezTo>
                    <a:pt x="51" y="377"/>
                    <a:pt x="59" y="379"/>
                    <a:pt x="68" y="380"/>
                  </a:cubicBezTo>
                  <a:cubicBezTo>
                    <a:pt x="75" y="381"/>
                    <a:pt x="81" y="381"/>
                    <a:pt x="88" y="381"/>
                  </a:cubicBezTo>
                  <a:cubicBezTo>
                    <a:pt x="106" y="381"/>
                    <a:pt x="123" y="379"/>
                    <a:pt x="138" y="374"/>
                  </a:cubicBezTo>
                  <a:cubicBezTo>
                    <a:pt x="151" y="370"/>
                    <a:pt x="165" y="365"/>
                    <a:pt x="176" y="357"/>
                  </a:cubicBezTo>
                  <a:cubicBezTo>
                    <a:pt x="187" y="348"/>
                    <a:pt x="195" y="339"/>
                    <a:pt x="201" y="326"/>
                  </a:cubicBezTo>
                  <a:cubicBezTo>
                    <a:pt x="206" y="314"/>
                    <a:pt x="210" y="300"/>
                    <a:pt x="210" y="284"/>
                  </a:cubicBezTo>
                  <a:cubicBezTo>
                    <a:pt x="210" y="272"/>
                    <a:pt x="208" y="262"/>
                    <a:pt x="204" y="252"/>
                  </a:cubicBezTo>
                  <a:cubicBezTo>
                    <a:pt x="201" y="243"/>
                    <a:pt x="195" y="233"/>
                    <a:pt x="187" y="225"/>
                  </a:cubicBezTo>
                  <a:cubicBezTo>
                    <a:pt x="179" y="217"/>
                    <a:pt x="169" y="208"/>
                    <a:pt x="158" y="200"/>
                  </a:cubicBezTo>
                  <a:cubicBezTo>
                    <a:pt x="147" y="193"/>
                    <a:pt x="134" y="185"/>
                    <a:pt x="118" y="177"/>
                  </a:cubicBezTo>
                  <a:cubicBezTo>
                    <a:pt x="103" y="169"/>
                    <a:pt x="91" y="162"/>
                    <a:pt x="80" y="155"/>
                  </a:cubicBezTo>
                  <a:cubicBezTo>
                    <a:pt x="70" y="149"/>
                    <a:pt x="62" y="143"/>
                    <a:pt x="55" y="137"/>
                  </a:cubicBezTo>
                  <a:cubicBezTo>
                    <a:pt x="50" y="130"/>
                    <a:pt x="46" y="125"/>
                    <a:pt x="42" y="118"/>
                  </a:cubicBezTo>
                  <a:cubicBezTo>
                    <a:pt x="39" y="111"/>
                    <a:pt x="37" y="103"/>
                    <a:pt x="37" y="93"/>
                  </a:cubicBezTo>
                  <a:cubicBezTo>
                    <a:pt x="37" y="82"/>
                    <a:pt x="40" y="74"/>
                    <a:pt x="44" y="66"/>
                  </a:cubicBezTo>
                  <a:cubicBezTo>
                    <a:pt x="48" y="59"/>
                    <a:pt x="54" y="52"/>
                    <a:pt x="62" y="46"/>
                  </a:cubicBezTo>
                  <a:cubicBezTo>
                    <a:pt x="69" y="41"/>
                    <a:pt x="77" y="38"/>
                    <a:pt x="87" y="35"/>
                  </a:cubicBezTo>
                  <a:cubicBezTo>
                    <a:pt x="96" y="33"/>
                    <a:pt x="107" y="31"/>
                    <a:pt x="118" y="31"/>
                  </a:cubicBezTo>
                  <a:cubicBezTo>
                    <a:pt x="147" y="31"/>
                    <a:pt x="173" y="37"/>
                    <a:pt x="195" y="49"/>
                  </a:cubicBezTo>
                  <a:cubicBezTo>
                    <a:pt x="195" y="12"/>
                    <a:pt x="195" y="12"/>
                    <a:pt x="195" y="12"/>
                  </a:cubicBezTo>
                  <a:cubicBezTo>
                    <a:pt x="175" y="4"/>
                    <a:pt x="151" y="0"/>
                    <a:pt x="121" y="0"/>
                  </a:cubicBezTo>
                  <a:cubicBezTo>
                    <a:pt x="105" y="0"/>
                    <a:pt x="90" y="2"/>
                    <a:pt x="76" y="7"/>
                  </a:cubicBezTo>
                  <a:cubicBezTo>
                    <a:pt x="61" y="11"/>
                    <a:pt x="48" y="18"/>
                    <a:pt x="37" y="26"/>
                  </a:cubicBezTo>
                  <a:cubicBezTo>
                    <a:pt x="26" y="34"/>
                    <a:pt x="18" y="44"/>
                    <a:pt x="11" y="56"/>
                  </a:cubicBezTo>
                  <a:cubicBezTo>
                    <a:pt x="6" y="68"/>
                    <a:pt x="2" y="81"/>
                    <a:pt x="2" y="96"/>
                  </a:cubicBezTo>
                  <a:cubicBezTo>
                    <a:pt x="2" y="108"/>
                    <a:pt x="5" y="118"/>
                    <a:pt x="7" y="127"/>
                  </a:cubicBezTo>
                  <a:cubicBezTo>
                    <a:pt x="10" y="137"/>
                    <a:pt x="15" y="145"/>
                    <a:pt x="22" y="154"/>
                  </a:cubicBezTo>
                  <a:cubicBezTo>
                    <a:pt x="31" y="162"/>
                    <a:pt x="39" y="170"/>
                    <a:pt x="50" y="177"/>
                  </a:cubicBezTo>
                  <a:cubicBezTo>
                    <a:pt x="62" y="185"/>
                    <a:pt x="75" y="193"/>
                    <a:pt x="91" y="202"/>
                  </a:cubicBezTo>
                  <a:cubicBezTo>
                    <a:pt x="105" y="210"/>
                    <a:pt x="117" y="217"/>
                    <a:pt x="128" y="222"/>
                  </a:cubicBezTo>
                  <a:cubicBezTo>
                    <a:pt x="139" y="229"/>
                    <a:pt x="147" y="234"/>
                    <a:pt x="154" y="241"/>
                  </a:cubicBezTo>
                  <a:cubicBezTo>
                    <a:pt x="161" y="248"/>
                    <a:pt x="166" y="255"/>
                    <a:pt x="169" y="262"/>
                  </a:cubicBezTo>
                  <a:cubicBezTo>
                    <a:pt x="172" y="269"/>
                    <a:pt x="175" y="278"/>
                    <a:pt x="175" y="288"/>
                  </a:cubicBezTo>
                  <a:cubicBezTo>
                    <a:pt x="175" y="307"/>
                    <a:pt x="166" y="324"/>
                    <a:pt x="153" y="335"/>
                  </a:cubicBezTo>
                  <a:cubicBezTo>
                    <a:pt x="139" y="344"/>
                    <a:pt x="118" y="350"/>
                    <a:pt x="91" y="350"/>
                  </a:cubicBezTo>
                  <a:cubicBezTo>
                    <a:pt x="83" y="350"/>
                    <a:pt x="76" y="350"/>
                    <a:pt x="68" y="348"/>
                  </a:cubicBezTo>
                  <a:cubicBezTo>
                    <a:pt x="59" y="347"/>
                    <a:pt x="53" y="346"/>
                    <a:pt x="44" y="343"/>
                  </a:cubicBezTo>
                  <a:cubicBezTo>
                    <a:pt x="36" y="340"/>
                    <a:pt x="29" y="337"/>
                    <a:pt x="21" y="333"/>
                  </a:cubicBezTo>
                  <a:cubicBezTo>
                    <a:pt x="14" y="329"/>
                    <a:pt x="7" y="325"/>
                    <a:pt x="0" y="321"/>
                  </a:cubicBezTo>
                  <a:cubicBezTo>
                    <a:pt x="0" y="361"/>
                    <a:pt x="0" y="361"/>
                    <a:pt x="0" y="361"/>
                  </a:cubicBezTo>
                  <a:cubicBezTo>
                    <a:pt x="6" y="364"/>
                    <a:pt x="11" y="366"/>
                    <a:pt x="20" y="369"/>
                  </a:cubicBezTo>
                  <a:cubicBezTo>
                    <a:pt x="26" y="372"/>
                    <a:pt x="35" y="374"/>
                    <a:pt x="43"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3">
              <a:extLst>
                <a:ext uri="{FF2B5EF4-FFF2-40B4-BE49-F238E27FC236}">
                  <a16:creationId xmlns:a16="http://schemas.microsoft.com/office/drawing/2014/main" id="{4F0F08F5-5E0B-D31F-8D7D-188D8744F065}"/>
                </a:ext>
              </a:extLst>
            </p:cNvPr>
            <p:cNvSpPr>
              <a:spLocks noChangeArrowheads="1"/>
            </p:cNvSpPr>
            <p:nvPr/>
          </p:nvSpPr>
          <p:spPr bwMode="auto">
            <a:xfrm>
              <a:off x="8680450" y="814388"/>
              <a:ext cx="66675" cy="131762"/>
            </a:xfrm>
            <a:custGeom>
              <a:avLst/>
              <a:gdLst>
                <a:gd name="T0" fmla="*/ 34 w 184"/>
                <a:gd name="T1" fmla="*/ 0 h 368"/>
                <a:gd name="T2" fmla="*/ 0 w 184"/>
                <a:gd name="T3" fmla="*/ 0 h 368"/>
                <a:gd name="T4" fmla="*/ 0 w 184"/>
                <a:gd name="T5" fmla="*/ 367 h 368"/>
                <a:gd name="T6" fmla="*/ 183 w 184"/>
                <a:gd name="T7" fmla="*/ 367 h 368"/>
                <a:gd name="T8" fmla="*/ 183 w 184"/>
                <a:gd name="T9" fmla="*/ 337 h 368"/>
                <a:gd name="T10" fmla="*/ 34 w 184"/>
                <a:gd name="T11" fmla="*/ 337 h 368"/>
                <a:gd name="T12" fmla="*/ 34 w 184"/>
                <a:gd name="T13" fmla="*/ 0 h 368"/>
              </a:gdLst>
              <a:ahLst/>
              <a:cxnLst>
                <a:cxn ang="0">
                  <a:pos x="T0" y="T1"/>
                </a:cxn>
                <a:cxn ang="0">
                  <a:pos x="T2" y="T3"/>
                </a:cxn>
                <a:cxn ang="0">
                  <a:pos x="T4" y="T5"/>
                </a:cxn>
                <a:cxn ang="0">
                  <a:pos x="T6" y="T7"/>
                </a:cxn>
                <a:cxn ang="0">
                  <a:pos x="T8" y="T9"/>
                </a:cxn>
                <a:cxn ang="0">
                  <a:pos x="T10" y="T11"/>
                </a:cxn>
                <a:cxn ang="0">
                  <a:pos x="T12" y="T13"/>
                </a:cxn>
              </a:cxnLst>
              <a:rect l="0" t="0" r="r" b="b"/>
              <a:pathLst>
                <a:path w="184" h="368">
                  <a:moveTo>
                    <a:pt x="34" y="0"/>
                  </a:moveTo>
                  <a:lnTo>
                    <a:pt x="0" y="0"/>
                  </a:lnTo>
                  <a:lnTo>
                    <a:pt x="0" y="367"/>
                  </a:lnTo>
                  <a:lnTo>
                    <a:pt x="183" y="367"/>
                  </a:lnTo>
                  <a:lnTo>
                    <a:pt x="183"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4">
              <a:extLst>
                <a:ext uri="{FF2B5EF4-FFF2-40B4-BE49-F238E27FC236}">
                  <a16:creationId xmlns:a16="http://schemas.microsoft.com/office/drawing/2014/main" id="{D6F99348-0D28-C10C-66E4-CC0A5DA17399}"/>
                </a:ext>
              </a:extLst>
            </p:cNvPr>
            <p:cNvSpPr>
              <a:spLocks noChangeArrowheads="1"/>
            </p:cNvSpPr>
            <p:nvPr/>
          </p:nvSpPr>
          <p:spPr bwMode="auto">
            <a:xfrm>
              <a:off x="8769350" y="814388"/>
              <a:ext cx="12700" cy="131762"/>
            </a:xfrm>
            <a:custGeom>
              <a:avLst/>
              <a:gdLst>
                <a:gd name="T0" fmla="*/ 0 w 35"/>
                <a:gd name="T1" fmla="*/ 367 h 368"/>
                <a:gd name="T2" fmla="*/ 34 w 35"/>
                <a:gd name="T3" fmla="*/ 367 h 368"/>
                <a:gd name="T4" fmla="*/ 34 w 35"/>
                <a:gd name="T5" fmla="*/ 0 h 368"/>
                <a:gd name="T6" fmla="*/ 0 w 35"/>
                <a:gd name="T7" fmla="*/ 0 h 368"/>
                <a:gd name="T8" fmla="*/ 0 w 35"/>
                <a:gd name="T9" fmla="*/ 367 h 368"/>
              </a:gdLst>
              <a:ahLst/>
              <a:cxnLst>
                <a:cxn ang="0">
                  <a:pos x="T0" y="T1"/>
                </a:cxn>
                <a:cxn ang="0">
                  <a:pos x="T2" y="T3"/>
                </a:cxn>
                <a:cxn ang="0">
                  <a:pos x="T4" y="T5"/>
                </a:cxn>
                <a:cxn ang="0">
                  <a:pos x="T6" y="T7"/>
                </a:cxn>
                <a:cxn ang="0">
                  <a:pos x="T8" y="T9"/>
                </a:cxn>
              </a:cxnLst>
              <a:rect l="0" t="0" r="r" b="b"/>
              <a:pathLst>
                <a:path w="35" h="368">
                  <a:moveTo>
                    <a:pt x="0" y="367"/>
                  </a:moveTo>
                  <a:lnTo>
                    <a:pt x="34" y="367"/>
                  </a:lnTo>
                  <a:lnTo>
                    <a:pt x="34" y="0"/>
                  </a:lnTo>
                  <a:lnTo>
                    <a:pt x="0" y="0"/>
                  </a:lnTo>
                  <a:lnTo>
                    <a:pt x="0" y="36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5">
              <a:extLst>
                <a:ext uri="{FF2B5EF4-FFF2-40B4-BE49-F238E27FC236}">
                  <a16:creationId xmlns:a16="http://schemas.microsoft.com/office/drawing/2014/main" id="{7A98516E-71FF-D26B-0872-247D0AF101EF}"/>
                </a:ext>
              </a:extLst>
            </p:cNvPr>
            <p:cNvSpPr>
              <a:spLocks noChangeArrowheads="1"/>
            </p:cNvSpPr>
            <p:nvPr/>
          </p:nvSpPr>
          <p:spPr bwMode="auto">
            <a:xfrm>
              <a:off x="8816975" y="814388"/>
              <a:ext cx="104775" cy="131762"/>
            </a:xfrm>
            <a:custGeom>
              <a:avLst/>
              <a:gdLst>
                <a:gd name="T0" fmla="*/ 34 w 289"/>
                <a:gd name="T1" fmla="*/ 82 h 368"/>
                <a:gd name="T2" fmla="*/ 34 w 289"/>
                <a:gd name="T3" fmla="*/ 82 h 368"/>
                <a:gd name="T4" fmla="*/ 33 w 289"/>
                <a:gd name="T5" fmla="*/ 61 h 368"/>
                <a:gd name="T6" fmla="*/ 33 w 289"/>
                <a:gd name="T7" fmla="*/ 49 h 368"/>
                <a:gd name="T8" fmla="*/ 34 w 289"/>
                <a:gd name="T9" fmla="*/ 49 h 368"/>
                <a:gd name="T10" fmla="*/ 40 w 289"/>
                <a:gd name="T11" fmla="*/ 60 h 368"/>
                <a:gd name="T12" fmla="*/ 48 w 289"/>
                <a:gd name="T13" fmla="*/ 72 h 368"/>
                <a:gd name="T14" fmla="*/ 253 w 289"/>
                <a:gd name="T15" fmla="*/ 367 h 368"/>
                <a:gd name="T16" fmla="*/ 288 w 289"/>
                <a:gd name="T17" fmla="*/ 367 h 368"/>
                <a:gd name="T18" fmla="*/ 288 w 289"/>
                <a:gd name="T19" fmla="*/ 0 h 368"/>
                <a:gd name="T20" fmla="*/ 254 w 289"/>
                <a:gd name="T21" fmla="*/ 0 h 368"/>
                <a:gd name="T22" fmla="*/ 254 w 289"/>
                <a:gd name="T23" fmla="*/ 273 h 368"/>
                <a:gd name="T24" fmla="*/ 254 w 289"/>
                <a:gd name="T25" fmla="*/ 296 h 368"/>
                <a:gd name="T26" fmla="*/ 255 w 289"/>
                <a:gd name="T27" fmla="*/ 315 h 368"/>
                <a:gd name="T28" fmla="*/ 254 w 289"/>
                <a:gd name="T29" fmla="*/ 315 h 368"/>
                <a:gd name="T30" fmla="*/ 247 w 289"/>
                <a:gd name="T31" fmla="*/ 304 h 368"/>
                <a:gd name="T32" fmla="*/ 239 w 289"/>
                <a:gd name="T33" fmla="*/ 292 h 368"/>
                <a:gd name="T34" fmla="*/ 37 w 289"/>
                <a:gd name="T35" fmla="*/ 0 h 368"/>
                <a:gd name="T36" fmla="*/ 0 w 289"/>
                <a:gd name="T37" fmla="*/ 0 h 368"/>
                <a:gd name="T38" fmla="*/ 0 w 289"/>
                <a:gd name="T39" fmla="*/ 367 h 368"/>
                <a:gd name="T40" fmla="*/ 34 w 289"/>
                <a:gd name="T41" fmla="*/ 367 h 368"/>
                <a:gd name="T42" fmla="*/ 34 w 289"/>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8">
                  <a:moveTo>
                    <a:pt x="34" y="82"/>
                  </a:moveTo>
                  <a:lnTo>
                    <a:pt x="34" y="82"/>
                  </a:lnTo>
                  <a:cubicBezTo>
                    <a:pt x="34" y="74"/>
                    <a:pt x="34" y="67"/>
                    <a:pt x="33" y="61"/>
                  </a:cubicBezTo>
                  <a:cubicBezTo>
                    <a:pt x="33" y="56"/>
                    <a:pt x="33" y="52"/>
                    <a:pt x="33" y="49"/>
                  </a:cubicBezTo>
                  <a:cubicBezTo>
                    <a:pt x="34" y="49"/>
                    <a:pt x="34" y="49"/>
                    <a:pt x="34" y="49"/>
                  </a:cubicBezTo>
                  <a:cubicBezTo>
                    <a:pt x="36" y="52"/>
                    <a:pt x="37" y="56"/>
                    <a:pt x="40" y="60"/>
                  </a:cubicBezTo>
                  <a:cubicBezTo>
                    <a:pt x="43" y="64"/>
                    <a:pt x="45" y="68"/>
                    <a:pt x="48" y="72"/>
                  </a:cubicBezTo>
                  <a:cubicBezTo>
                    <a:pt x="253" y="367"/>
                    <a:pt x="253" y="367"/>
                    <a:pt x="253" y="367"/>
                  </a:cubicBezTo>
                  <a:cubicBezTo>
                    <a:pt x="288" y="367"/>
                    <a:pt x="288" y="367"/>
                    <a:pt x="288" y="367"/>
                  </a:cubicBezTo>
                  <a:cubicBezTo>
                    <a:pt x="288" y="0"/>
                    <a:pt x="288" y="0"/>
                    <a:pt x="288" y="0"/>
                  </a:cubicBezTo>
                  <a:cubicBezTo>
                    <a:pt x="254" y="0"/>
                    <a:pt x="254" y="0"/>
                    <a:pt x="254" y="0"/>
                  </a:cubicBezTo>
                  <a:cubicBezTo>
                    <a:pt x="254" y="273"/>
                    <a:pt x="254" y="273"/>
                    <a:pt x="254" y="273"/>
                  </a:cubicBezTo>
                  <a:cubicBezTo>
                    <a:pt x="254" y="282"/>
                    <a:pt x="254" y="289"/>
                    <a:pt x="254" y="296"/>
                  </a:cubicBezTo>
                  <a:cubicBezTo>
                    <a:pt x="254" y="304"/>
                    <a:pt x="255" y="310"/>
                    <a:pt x="255" y="315"/>
                  </a:cubicBezTo>
                  <a:cubicBezTo>
                    <a:pt x="254" y="315"/>
                    <a:pt x="254" y="315"/>
                    <a:pt x="254" y="315"/>
                  </a:cubicBezTo>
                  <a:cubicBezTo>
                    <a:pt x="253" y="313"/>
                    <a:pt x="250" y="308"/>
                    <a:pt x="247" y="304"/>
                  </a:cubicBezTo>
                  <a:cubicBezTo>
                    <a:pt x="244" y="300"/>
                    <a:pt x="242" y="296"/>
                    <a:pt x="239" y="292"/>
                  </a:cubicBezTo>
                  <a:cubicBezTo>
                    <a:pt x="37" y="0"/>
                    <a:pt x="37" y="0"/>
                    <a:pt x="37" y="0"/>
                  </a:cubicBezTo>
                  <a:cubicBezTo>
                    <a:pt x="0" y="0"/>
                    <a:pt x="0" y="0"/>
                    <a:pt x="0" y="0"/>
                  </a:cubicBezTo>
                  <a:cubicBezTo>
                    <a:pt x="0" y="367"/>
                    <a:pt x="0" y="367"/>
                    <a:pt x="0" y="367"/>
                  </a:cubicBezTo>
                  <a:cubicBezTo>
                    <a:pt x="34" y="367"/>
                    <a:pt x="34" y="367"/>
                    <a:pt x="34" y="367"/>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2" name="Freeform 156">
              <a:extLst>
                <a:ext uri="{FF2B5EF4-FFF2-40B4-BE49-F238E27FC236}">
                  <a16:creationId xmlns:a16="http://schemas.microsoft.com/office/drawing/2014/main" id="{9DCB20D6-F0E2-6BBC-7302-6E5736100023}"/>
                </a:ext>
              </a:extLst>
            </p:cNvPr>
            <p:cNvSpPr>
              <a:spLocks noChangeArrowheads="1"/>
            </p:cNvSpPr>
            <p:nvPr/>
          </p:nvSpPr>
          <p:spPr bwMode="auto">
            <a:xfrm>
              <a:off x="8953500" y="814388"/>
              <a:ext cx="68263" cy="131762"/>
            </a:xfrm>
            <a:custGeom>
              <a:avLst/>
              <a:gdLst>
                <a:gd name="T0" fmla="*/ 190 w 191"/>
                <a:gd name="T1" fmla="*/ 337 h 368"/>
                <a:gd name="T2" fmla="*/ 34 w 191"/>
                <a:gd name="T3" fmla="*/ 337 h 368"/>
                <a:gd name="T4" fmla="*/ 34 w 191"/>
                <a:gd name="T5" fmla="*/ 197 h 368"/>
                <a:gd name="T6" fmla="*/ 170 w 191"/>
                <a:gd name="T7" fmla="*/ 197 h 368"/>
                <a:gd name="T8" fmla="*/ 170 w 191"/>
                <a:gd name="T9" fmla="*/ 166 h 368"/>
                <a:gd name="T10" fmla="*/ 34 w 191"/>
                <a:gd name="T11" fmla="*/ 166 h 368"/>
                <a:gd name="T12" fmla="*/ 34 w 191"/>
                <a:gd name="T13" fmla="*/ 30 h 368"/>
                <a:gd name="T14" fmla="*/ 181 w 191"/>
                <a:gd name="T15" fmla="*/ 30 h 368"/>
                <a:gd name="T16" fmla="*/ 181 w 191"/>
                <a:gd name="T17" fmla="*/ 0 h 368"/>
                <a:gd name="T18" fmla="*/ 0 w 191"/>
                <a:gd name="T19" fmla="*/ 0 h 368"/>
                <a:gd name="T20" fmla="*/ 0 w 191"/>
                <a:gd name="T21" fmla="*/ 367 h 368"/>
                <a:gd name="T22" fmla="*/ 190 w 191"/>
                <a:gd name="T23" fmla="*/ 367 h 368"/>
                <a:gd name="T24" fmla="*/ 190 w 191"/>
                <a:gd name="T25" fmla="*/ 337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1" h="368">
                  <a:moveTo>
                    <a:pt x="190" y="337"/>
                  </a:moveTo>
                  <a:lnTo>
                    <a:pt x="34" y="337"/>
                  </a:lnTo>
                  <a:lnTo>
                    <a:pt x="34" y="197"/>
                  </a:lnTo>
                  <a:lnTo>
                    <a:pt x="170" y="197"/>
                  </a:lnTo>
                  <a:lnTo>
                    <a:pt x="170" y="166"/>
                  </a:lnTo>
                  <a:lnTo>
                    <a:pt x="34" y="166"/>
                  </a:lnTo>
                  <a:lnTo>
                    <a:pt x="34" y="30"/>
                  </a:lnTo>
                  <a:lnTo>
                    <a:pt x="181" y="30"/>
                  </a:lnTo>
                  <a:lnTo>
                    <a:pt x="181" y="0"/>
                  </a:lnTo>
                  <a:lnTo>
                    <a:pt x="0" y="0"/>
                  </a:lnTo>
                  <a:lnTo>
                    <a:pt x="0" y="367"/>
                  </a:lnTo>
                  <a:lnTo>
                    <a:pt x="190" y="367"/>
                  </a:lnTo>
                  <a:lnTo>
                    <a:pt x="190" y="33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7">
              <a:extLst>
                <a:ext uri="{FF2B5EF4-FFF2-40B4-BE49-F238E27FC236}">
                  <a16:creationId xmlns:a16="http://schemas.microsoft.com/office/drawing/2014/main" id="{E517A192-5BB7-21F5-371D-FF2C932EE7B8}"/>
                </a:ext>
              </a:extLst>
            </p:cNvPr>
            <p:cNvSpPr>
              <a:spLocks noChangeArrowheads="1"/>
            </p:cNvSpPr>
            <p:nvPr/>
          </p:nvSpPr>
          <p:spPr bwMode="auto">
            <a:xfrm>
              <a:off x="9102725" y="814388"/>
              <a:ext cx="12700" cy="131762"/>
            </a:xfrm>
            <a:custGeom>
              <a:avLst/>
              <a:gdLst>
                <a:gd name="T0" fmla="*/ 34 w 35"/>
                <a:gd name="T1" fmla="*/ 0 h 368"/>
                <a:gd name="T2" fmla="*/ 0 w 35"/>
                <a:gd name="T3" fmla="*/ 0 h 368"/>
                <a:gd name="T4" fmla="*/ 0 w 35"/>
                <a:gd name="T5" fmla="*/ 367 h 368"/>
                <a:gd name="T6" fmla="*/ 34 w 35"/>
                <a:gd name="T7" fmla="*/ 367 h 368"/>
                <a:gd name="T8" fmla="*/ 34 w 35"/>
                <a:gd name="T9" fmla="*/ 0 h 368"/>
              </a:gdLst>
              <a:ahLst/>
              <a:cxnLst>
                <a:cxn ang="0">
                  <a:pos x="T0" y="T1"/>
                </a:cxn>
                <a:cxn ang="0">
                  <a:pos x="T2" y="T3"/>
                </a:cxn>
                <a:cxn ang="0">
                  <a:pos x="T4" y="T5"/>
                </a:cxn>
                <a:cxn ang="0">
                  <a:pos x="T6" y="T7"/>
                </a:cxn>
                <a:cxn ang="0">
                  <a:pos x="T8" y="T9"/>
                </a:cxn>
              </a:cxnLst>
              <a:rect l="0" t="0" r="r" b="b"/>
              <a:pathLst>
                <a:path w="35" h="368">
                  <a:moveTo>
                    <a:pt x="34" y="0"/>
                  </a:moveTo>
                  <a:lnTo>
                    <a:pt x="0" y="0"/>
                  </a:lnTo>
                  <a:lnTo>
                    <a:pt x="0" y="367"/>
                  </a:lnTo>
                  <a:lnTo>
                    <a:pt x="34" y="36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8">
              <a:extLst>
                <a:ext uri="{FF2B5EF4-FFF2-40B4-BE49-F238E27FC236}">
                  <a16:creationId xmlns:a16="http://schemas.microsoft.com/office/drawing/2014/main" id="{F81FF4D2-E5D8-7061-FCA1-F8E663F664F1}"/>
                </a:ext>
              </a:extLst>
            </p:cNvPr>
            <p:cNvSpPr>
              <a:spLocks noChangeArrowheads="1"/>
            </p:cNvSpPr>
            <p:nvPr/>
          </p:nvSpPr>
          <p:spPr bwMode="auto">
            <a:xfrm>
              <a:off x="9140825" y="811213"/>
              <a:ext cx="96838" cy="138112"/>
            </a:xfrm>
            <a:custGeom>
              <a:avLst/>
              <a:gdLst>
                <a:gd name="T0" fmla="*/ 108 w 270"/>
                <a:gd name="T1" fmla="*/ 15 h 382"/>
                <a:gd name="T2" fmla="*/ 108 w 270"/>
                <a:gd name="T3" fmla="*/ 15 h 382"/>
                <a:gd name="T4" fmla="*/ 49 w 270"/>
                <a:gd name="T5" fmla="*/ 57 h 382"/>
                <a:gd name="T6" fmla="*/ 12 w 270"/>
                <a:gd name="T7" fmla="*/ 119 h 382"/>
                <a:gd name="T8" fmla="*/ 0 w 270"/>
                <a:gd name="T9" fmla="*/ 197 h 382"/>
                <a:gd name="T10" fmla="*/ 12 w 270"/>
                <a:gd name="T11" fmla="*/ 272 h 382"/>
                <a:gd name="T12" fmla="*/ 47 w 270"/>
                <a:gd name="T13" fmla="*/ 329 h 382"/>
                <a:gd name="T14" fmla="*/ 102 w 270"/>
                <a:gd name="T15" fmla="*/ 368 h 382"/>
                <a:gd name="T16" fmla="*/ 172 w 270"/>
                <a:gd name="T17" fmla="*/ 381 h 382"/>
                <a:gd name="T18" fmla="*/ 269 w 270"/>
                <a:gd name="T19" fmla="*/ 361 h 382"/>
                <a:gd name="T20" fmla="*/ 269 w 270"/>
                <a:gd name="T21" fmla="*/ 328 h 382"/>
                <a:gd name="T22" fmla="*/ 176 w 270"/>
                <a:gd name="T23" fmla="*/ 350 h 382"/>
                <a:gd name="T24" fmla="*/ 115 w 270"/>
                <a:gd name="T25" fmla="*/ 337 h 382"/>
                <a:gd name="T26" fmla="*/ 71 w 270"/>
                <a:gd name="T27" fmla="*/ 304 h 382"/>
                <a:gd name="T28" fmla="*/ 44 w 270"/>
                <a:gd name="T29" fmla="*/ 255 h 382"/>
                <a:gd name="T30" fmla="*/ 36 w 270"/>
                <a:gd name="T31" fmla="*/ 195 h 382"/>
                <a:gd name="T32" fmla="*/ 45 w 270"/>
                <a:gd name="T33" fmla="*/ 130 h 382"/>
                <a:gd name="T34" fmla="*/ 74 w 270"/>
                <a:gd name="T35" fmla="*/ 78 h 382"/>
                <a:gd name="T36" fmla="*/ 121 w 270"/>
                <a:gd name="T37" fmla="*/ 44 h 382"/>
                <a:gd name="T38" fmla="*/ 185 w 270"/>
                <a:gd name="T39" fmla="*/ 31 h 382"/>
                <a:gd name="T40" fmla="*/ 269 w 270"/>
                <a:gd name="T41" fmla="*/ 51 h 382"/>
                <a:gd name="T42" fmla="*/ 269 w 270"/>
                <a:gd name="T43" fmla="*/ 15 h 382"/>
                <a:gd name="T44" fmla="*/ 185 w 270"/>
                <a:gd name="T45" fmla="*/ 0 h 382"/>
                <a:gd name="T46" fmla="*/ 108 w 270"/>
                <a:gd name="T47" fmla="*/ 15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2">
                  <a:moveTo>
                    <a:pt x="108" y="15"/>
                  </a:moveTo>
                  <a:lnTo>
                    <a:pt x="108" y="15"/>
                  </a:lnTo>
                  <a:cubicBezTo>
                    <a:pt x="85" y="24"/>
                    <a:pt x="66" y="40"/>
                    <a:pt x="49" y="57"/>
                  </a:cubicBezTo>
                  <a:cubicBezTo>
                    <a:pt x="34" y="75"/>
                    <a:pt x="21" y="96"/>
                    <a:pt x="12" y="119"/>
                  </a:cubicBezTo>
                  <a:cubicBezTo>
                    <a:pt x="4" y="144"/>
                    <a:pt x="0" y="170"/>
                    <a:pt x="0" y="197"/>
                  </a:cubicBezTo>
                  <a:cubicBezTo>
                    <a:pt x="0" y="225"/>
                    <a:pt x="4" y="248"/>
                    <a:pt x="12" y="272"/>
                  </a:cubicBezTo>
                  <a:cubicBezTo>
                    <a:pt x="21" y="293"/>
                    <a:pt x="32" y="313"/>
                    <a:pt x="47" y="329"/>
                  </a:cubicBezTo>
                  <a:cubicBezTo>
                    <a:pt x="62" y="346"/>
                    <a:pt x="80" y="358"/>
                    <a:pt x="102" y="368"/>
                  </a:cubicBezTo>
                  <a:cubicBezTo>
                    <a:pt x="122" y="377"/>
                    <a:pt x="146" y="381"/>
                    <a:pt x="172" y="381"/>
                  </a:cubicBezTo>
                  <a:cubicBezTo>
                    <a:pt x="209" y="381"/>
                    <a:pt x="242" y="374"/>
                    <a:pt x="269" y="361"/>
                  </a:cubicBezTo>
                  <a:cubicBezTo>
                    <a:pt x="269" y="328"/>
                    <a:pt x="269" y="328"/>
                    <a:pt x="269" y="328"/>
                  </a:cubicBezTo>
                  <a:cubicBezTo>
                    <a:pt x="243" y="343"/>
                    <a:pt x="211" y="350"/>
                    <a:pt x="176" y="350"/>
                  </a:cubicBezTo>
                  <a:cubicBezTo>
                    <a:pt x="152" y="350"/>
                    <a:pt x="132" y="346"/>
                    <a:pt x="115" y="337"/>
                  </a:cubicBezTo>
                  <a:cubicBezTo>
                    <a:pt x="97" y="329"/>
                    <a:pt x="82" y="318"/>
                    <a:pt x="71" y="304"/>
                  </a:cubicBezTo>
                  <a:cubicBezTo>
                    <a:pt x="59" y="291"/>
                    <a:pt x="51" y="274"/>
                    <a:pt x="44" y="255"/>
                  </a:cubicBezTo>
                  <a:cubicBezTo>
                    <a:pt x="38" y="236"/>
                    <a:pt x="36" y="217"/>
                    <a:pt x="36" y="195"/>
                  </a:cubicBezTo>
                  <a:cubicBezTo>
                    <a:pt x="36" y="171"/>
                    <a:pt x="38" y="149"/>
                    <a:pt x="45" y="130"/>
                  </a:cubicBezTo>
                  <a:cubicBezTo>
                    <a:pt x="52" y="110"/>
                    <a:pt x="62" y="92"/>
                    <a:pt x="74" y="78"/>
                  </a:cubicBezTo>
                  <a:cubicBezTo>
                    <a:pt x="88" y="63"/>
                    <a:pt x="103" y="52"/>
                    <a:pt x="121" y="44"/>
                  </a:cubicBezTo>
                  <a:cubicBezTo>
                    <a:pt x="140" y="35"/>
                    <a:pt x="161" y="31"/>
                    <a:pt x="185" y="31"/>
                  </a:cubicBezTo>
                  <a:cubicBezTo>
                    <a:pt x="215" y="31"/>
                    <a:pt x="243" y="38"/>
                    <a:pt x="269" y="51"/>
                  </a:cubicBezTo>
                  <a:cubicBezTo>
                    <a:pt x="269" y="15"/>
                    <a:pt x="269" y="15"/>
                    <a:pt x="269" y="15"/>
                  </a:cubicBezTo>
                  <a:cubicBezTo>
                    <a:pt x="244" y="5"/>
                    <a:pt x="217" y="0"/>
                    <a:pt x="185" y="0"/>
                  </a:cubicBezTo>
                  <a:cubicBezTo>
                    <a:pt x="157" y="0"/>
                    <a:pt x="132" y="5"/>
                    <a:pt x="108"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9">
              <a:extLst>
                <a:ext uri="{FF2B5EF4-FFF2-40B4-BE49-F238E27FC236}">
                  <a16:creationId xmlns:a16="http://schemas.microsoft.com/office/drawing/2014/main" id="{3BD3433F-1BE6-191A-EAF4-3DE2A192DBF4}"/>
                </a:ext>
              </a:extLst>
            </p:cNvPr>
            <p:cNvSpPr>
              <a:spLocks noChangeArrowheads="1"/>
            </p:cNvSpPr>
            <p:nvPr/>
          </p:nvSpPr>
          <p:spPr bwMode="auto">
            <a:xfrm>
              <a:off x="9256713" y="811213"/>
              <a:ext cx="125412" cy="138112"/>
            </a:xfrm>
            <a:custGeom>
              <a:avLst/>
              <a:gdLst>
                <a:gd name="T0" fmla="*/ 45 w 348"/>
                <a:gd name="T1" fmla="*/ 328 h 382"/>
                <a:gd name="T2" fmla="*/ 45 w 348"/>
                <a:gd name="T3" fmla="*/ 328 h 382"/>
                <a:gd name="T4" fmla="*/ 100 w 348"/>
                <a:gd name="T5" fmla="*/ 368 h 382"/>
                <a:gd name="T6" fmla="*/ 171 w 348"/>
                <a:gd name="T7" fmla="*/ 381 h 382"/>
                <a:gd name="T8" fmla="*/ 247 w 348"/>
                <a:gd name="T9" fmla="*/ 366 h 382"/>
                <a:gd name="T10" fmla="*/ 302 w 348"/>
                <a:gd name="T11" fmla="*/ 325 h 382"/>
                <a:gd name="T12" fmla="*/ 335 w 348"/>
                <a:gd name="T13" fmla="*/ 263 h 382"/>
                <a:gd name="T14" fmla="*/ 347 w 348"/>
                <a:gd name="T15" fmla="*/ 185 h 382"/>
                <a:gd name="T16" fmla="*/ 335 w 348"/>
                <a:gd name="T17" fmla="*/ 111 h 382"/>
                <a:gd name="T18" fmla="*/ 302 w 348"/>
                <a:gd name="T19" fmla="*/ 53 h 382"/>
                <a:gd name="T20" fmla="*/ 248 w 348"/>
                <a:gd name="T21" fmla="*/ 13 h 382"/>
                <a:gd name="T22" fmla="*/ 178 w 348"/>
                <a:gd name="T23" fmla="*/ 0 h 382"/>
                <a:gd name="T24" fmla="*/ 103 w 348"/>
                <a:gd name="T25" fmla="*/ 13 h 382"/>
                <a:gd name="T26" fmla="*/ 47 w 348"/>
                <a:gd name="T27" fmla="*/ 55 h 382"/>
                <a:gd name="T28" fmla="*/ 11 w 348"/>
                <a:gd name="T29" fmla="*/ 115 h 382"/>
                <a:gd name="T30" fmla="*/ 0 w 348"/>
                <a:gd name="T31" fmla="*/ 195 h 382"/>
                <a:gd name="T32" fmla="*/ 11 w 348"/>
                <a:gd name="T33" fmla="*/ 267 h 382"/>
                <a:gd name="T34" fmla="*/ 45 w 348"/>
                <a:gd name="T35" fmla="*/ 328 h 382"/>
                <a:gd name="T36" fmla="*/ 45 w 348"/>
                <a:gd name="T37" fmla="*/ 129 h 382"/>
                <a:gd name="T38" fmla="*/ 45 w 348"/>
                <a:gd name="T39" fmla="*/ 129 h 382"/>
                <a:gd name="T40" fmla="*/ 71 w 348"/>
                <a:gd name="T41" fmla="*/ 78 h 382"/>
                <a:gd name="T42" fmla="*/ 115 w 348"/>
                <a:gd name="T43" fmla="*/ 44 h 382"/>
                <a:gd name="T44" fmla="*/ 174 w 348"/>
                <a:gd name="T45" fmla="*/ 31 h 382"/>
                <a:gd name="T46" fmla="*/ 236 w 348"/>
                <a:gd name="T47" fmla="*/ 44 h 382"/>
                <a:gd name="T48" fmla="*/ 278 w 348"/>
                <a:gd name="T49" fmla="*/ 78 h 382"/>
                <a:gd name="T50" fmla="*/ 303 w 348"/>
                <a:gd name="T51" fmla="*/ 129 h 382"/>
                <a:gd name="T52" fmla="*/ 311 w 348"/>
                <a:gd name="T53" fmla="*/ 191 h 382"/>
                <a:gd name="T54" fmla="*/ 302 w 348"/>
                <a:gd name="T55" fmla="*/ 255 h 382"/>
                <a:gd name="T56" fmla="*/ 276 w 348"/>
                <a:gd name="T57" fmla="*/ 306 h 382"/>
                <a:gd name="T58" fmla="*/ 232 w 348"/>
                <a:gd name="T59" fmla="*/ 339 h 382"/>
                <a:gd name="T60" fmla="*/ 171 w 348"/>
                <a:gd name="T61" fmla="*/ 350 h 382"/>
                <a:gd name="T62" fmla="*/ 111 w 348"/>
                <a:gd name="T63" fmla="*/ 337 h 382"/>
                <a:gd name="T64" fmla="*/ 68 w 348"/>
                <a:gd name="T65" fmla="*/ 302 h 382"/>
                <a:gd name="T66" fmla="*/ 44 w 348"/>
                <a:gd name="T67" fmla="*/ 251 h 382"/>
                <a:gd name="T68" fmla="*/ 36 w 348"/>
                <a:gd name="T69" fmla="*/ 192 h 382"/>
                <a:gd name="T70" fmla="*/ 45 w 348"/>
                <a:gd name="T71" fmla="*/ 129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2">
                  <a:moveTo>
                    <a:pt x="45" y="328"/>
                  </a:moveTo>
                  <a:lnTo>
                    <a:pt x="45" y="328"/>
                  </a:lnTo>
                  <a:cubicBezTo>
                    <a:pt x="60" y="344"/>
                    <a:pt x="78" y="357"/>
                    <a:pt x="100" y="368"/>
                  </a:cubicBezTo>
                  <a:cubicBezTo>
                    <a:pt x="121" y="377"/>
                    <a:pt x="145" y="381"/>
                    <a:pt x="171" y="381"/>
                  </a:cubicBezTo>
                  <a:cubicBezTo>
                    <a:pt x="200" y="381"/>
                    <a:pt x="225" y="376"/>
                    <a:pt x="247" y="366"/>
                  </a:cubicBezTo>
                  <a:cubicBezTo>
                    <a:pt x="269" y="357"/>
                    <a:pt x="287" y="343"/>
                    <a:pt x="302" y="325"/>
                  </a:cubicBezTo>
                  <a:cubicBezTo>
                    <a:pt x="317" y="307"/>
                    <a:pt x="328" y="287"/>
                    <a:pt x="335" y="263"/>
                  </a:cubicBezTo>
                  <a:cubicBezTo>
                    <a:pt x="343" y="240"/>
                    <a:pt x="347" y="214"/>
                    <a:pt x="347" y="185"/>
                  </a:cubicBezTo>
                  <a:cubicBezTo>
                    <a:pt x="347" y="159"/>
                    <a:pt x="343" y="134"/>
                    <a:pt x="335" y="111"/>
                  </a:cubicBezTo>
                  <a:cubicBezTo>
                    <a:pt x="327" y="89"/>
                    <a:pt x="316" y="70"/>
                    <a:pt x="302" y="53"/>
                  </a:cubicBezTo>
                  <a:cubicBezTo>
                    <a:pt x="287" y="37"/>
                    <a:pt x="269" y="23"/>
                    <a:pt x="248" y="13"/>
                  </a:cubicBezTo>
                  <a:cubicBezTo>
                    <a:pt x="228" y="4"/>
                    <a:pt x="204" y="0"/>
                    <a:pt x="178" y="0"/>
                  </a:cubicBezTo>
                  <a:cubicBezTo>
                    <a:pt x="149" y="0"/>
                    <a:pt x="125" y="5"/>
                    <a:pt x="103" y="13"/>
                  </a:cubicBezTo>
                  <a:cubicBezTo>
                    <a:pt x="81" y="23"/>
                    <a:pt x="62" y="37"/>
                    <a:pt x="47" y="55"/>
                  </a:cubicBezTo>
                  <a:cubicBezTo>
                    <a:pt x="31" y="71"/>
                    <a:pt x="19" y="92"/>
                    <a:pt x="11" y="115"/>
                  </a:cubicBezTo>
                  <a:cubicBezTo>
                    <a:pt x="4" y="140"/>
                    <a:pt x="0" y="166"/>
                    <a:pt x="0" y="195"/>
                  </a:cubicBezTo>
                  <a:cubicBezTo>
                    <a:pt x="0" y="221"/>
                    <a:pt x="4" y="245"/>
                    <a:pt x="11" y="267"/>
                  </a:cubicBezTo>
                  <a:cubicBezTo>
                    <a:pt x="19" y="291"/>
                    <a:pt x="31" y="310"/>
                    <a:pt x="45" y="328"/>
                  </a:cubicBezTo>
                  <a:close/>
                  <a:moveTo>
                    <a:pt x="45" y="129"/>
                  </a:moveTo>
                  <a:lnTo>
                    <a:pt x="45" y="129"/>
                  </a:lnTo>
                  <a:cubicBezTo>
                    <a:pt x="51" y="110"/>
                    <a:pt x="60" y="93"/>
                    <a:pt x="71" y="78"/>
                  </a:cubicBezTo>
                  <a:cubicBezTo>
                    <a:pt x="84" y="64"/>
                    <a:pt x="97" y="52"/>
                    <a:pt x="115" y="44"/>
                  </a:cubicBezTo>
                  <a:cubicBezTo>
                    <a:pt x="133" y="35"/>
                    <a:pt x="152" y="31"/>
                    <a:pt x="174" y="31"/>
                  </a:cubicBezTo>
                  <a:cubicBezTo>
                    <a:pt x="199" y="31"/>
                    <a:pt x="219" y="35"/>
                    <a:pt x="236" y="44"/>
                  </a:cubicBezTo>
                  <a:cubicBezTo>
                    <a:pt x="254" y="52"/>
                    <a:pt x="268" y="64"/>
                    <a:pt x="278" y="78"/>
                  </a:cubicBezTo>
                  <a:cubicBezTo>
                    <a:pt x="289" y="93"/>
                    <a:pt x="298" y="110"/>
                    <a:pt x="303" y="129"/>
                  </a:cubicBezTo>
                  <a:cubicBezTo>
                    <a:pt x="309" y="148"/>
                    <a:pt x="311" y="169"/>
                    <a:pt x="311" y="191"/>
                  </a:cubicBezTo>
                  <a:cubicBezTo>
                    <a:pt x="311" y="214"/>
                    <a:pt x="307" y="234"/>
                    <a:pt x="302" y="255"/>
                  </a:cubicBezTo>
                  <a:cubicBezTo>
                    <a:pt x="296" y="274"/>
                    <a:pt x="287" y="291"/>
                    <a:pt x="276" y="306"/>
                  </a:cubicBezTo>
                  <a:cubicBezTo>
                    <a:pt x="263" y="320"/>
                    <a:pt x="250" y="331"/>
                    <a:pt x="232" y="339"/>
                  </a:cubicBezTo>
                  <a:cubicBezTo>
                    <a:pt x="214" y="347"/>
                    <a:pt x="195" y="350"/>
                    <a:pt x="171" y="350"/>
                  </a:cubicBezTo>
                  <a:cubicBezTo>
                    <a:pt x="148" y="350"/>
                    <a:pt x="129" y="346"/>
                    <a:pt x="111" y="337"/>
                  </a:cubicBezTo>
                  <a:cubicBezTo>
                    <a:pt x="95" y="328"/>
                    <a:pt x="79" y="317"/>
                    <a:pt x="68" y="302"/>
                  </a:cubicBezTo>
                  <a:cubicBezTo>
                    <a:pt x="57" y="288"/>
                    <a:pt x="49" y="270"/>
                    <a:pt x="44" y="251"/>
                  </a:cubicBezTo>
                  <a:cubicBezTo>
                    <a:pt x="38" y="232"/>
                    <a:pt x="36" y="212"/>
                    <a:pt x="36" y="192"/>
                  </a:cubicBezTo>
                  <a:cubicBezTo>
                    <a:pt x="36" y="170"/>
                    <a:pt x="38" y="148"/>
                    <a:pt x="45"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60">
              <a:extLst>
                <a:ext uri="{FF2B5EF4-FFF2-40B4-BE49-F238E27FC236}">
                  <a16:creationId xmlns:a16="http://schemas.microsoft.com/office/drawing/2014/main" id="{50DAD426-B656-D4B4-6042-74680C080AE1}"/>
                </a:ext>
              </a:extLst>
            </p:cNvPr>
            <p:cNvSpPr>
              <a:spLocks noChangeArrowheads="1"/>
            </p:cNvSpPr>
            <p:nvPr/>
          </p:nvSpPr>
          <p:spPr bwMode="auto">
            <a:xfrm>
              <a:off x="9407525" y="814388"/>
              <a:ext cx="104775" cy="131762"/>
            </a:xfrm>
            <a:custGeom>
              <a:avLst/>
              <a:gdLst>
                <a:gd name="T0" fmla="*/ 33 w 290"/>
                <a:gd name="T1" fmla="*/ 82 h 368"/>
                <a:gd name="T2" fmla="*/ 33 w 290"/>
                <a:gd name="T3" fmla="*/ 82 h 368"/>
                <a:gd name="T4" fmla="*/ 33 w 290"/>
                <a:gd name="T5" fmla="*/ 61 h 368"/>
                <a:gd name="T6" fmla="*/ 33 w 290"/>
                <a:gd name="T7" fmla="*/ 49 h 368"/>
                <a:gd name="T8" fmla="*/ 33 w 290"/>
                <a:gd name="T9" fmla="*/ 49 h 368"/>
                <a:gd name="T10" fmla="*/ 40 w 290"/>
                <a:gd name="T11" fmla="*/ 60 h 368"/>
                <a:gd name="T12" fmla="*/ 47 w 290"/>
                <a:gd name="T13" fmla="*/ 72 h 368"/>
                <a:gd name="T14" fmla="*/ 253 w 290"/>
                <a:gd name="T15" fmla="*/ 367 h 368"/>
                <a:gd name="T16" fmla="*/ 289 w 290"/>
                <a:gd name="T17" fmla="*/ 367 h 368"/>
                <a:gd name="T18" fmla="*/ 289 w 290"/>
                <a:gd name="T19" fmla="*/ 0 h 368"/>
                <a:gd name="T20" fmla="*/ 253 w 290"/>
                <a:gd name="T21" fmla="*/ 0 h 368"/>
                <a:gd name="T22" fmla="*/ 253 w 290"/>
                <a:gd name="T23" fmla="*/ 273 h 368"/>
                <a:gd name="T24" fmla="*/ 254 w 290"/>
                <a:gd name="T25" fmla="*/ 296 h 368"/>
                <a:gd name="T26" fmla="*/ 256 w 290"/>
                <a:gd name="T27" fmla="*/ 315 h 368"/>
                <a:gd name="T28" fmla="*/ 254 w 290"/>
                <a:gd name="T29" fmla="*/ 315 h 368"/>
                <a:gd name="T30" fmla="*/ 247 w 290"/>
                <a:gd name="T31" fmla="*/ 304 h 368"/>
                <a:gd name="T32" fmla="*/ 239 w 290"/>
                <a:gd name="T33" fmla="*/ 292 h 368"/>
                <a:gd name="T34" fmla="*/ 37 w 290"/>
                <a:gd name="T35" fmla="*/ 0 h 368"/>
                <a:gd name="T36" fmla="*/ 0 w 290"/>
                <a:gd name="T37" fmla="*/ 0 h 368"/>
                <a:gd name="T38" fmla="*/ 0 w 290"/>
                <a:gd name="T39" fmla="*/ 367 h 368"/>
                <a:gd name="T40" fmla="*/ 33 w 290"/>
                <a:gd name="T41" fmla="*/ 367 h 368"/>
                <a:gd name="T42" fmla="*/ 33 w 290"/>
                <a:gd name="T43" fmla="*/ 82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8">
                  <a:moveTo>
                    <a:pt x="33" y="82"/>
                  </a:moveTo>
                  <a:lnTo>
                    <a:pt x="33" y="82"/>
                  </a:lnTo>
                  <a:cubicBezTo>
                    <a:pt x="33" y="74"/>
                    <a:pt x="33" y="67"/>
                    <a:pt x="33" y="61"/>
                  </a:cubicBezTo>
                  <a:cubicBezTo>
                    <a:pt x="33" y="56"/>
                    <a:pt x="33" y="52"/>
                    <a:pt x="33" y="49"/>
                  </a:cubicBezTo>
                  <a:lnTo>
                    <a:pt x="33" y="49"/>
                  </a:lnTo>
                  <a:cubicBezTo>
                    <a:pt x="36" y="52"/>
                    <a:pt x="37" y="56"/>
                    <a:pt x="40" y="60"/>
                  </a:cubicBezTo>
                  <a:cubicBezTo>
                    <a:pt x="43" y="64"/>
                    <a:pt x="46" y="68"/>
                    <a:pt x="47" y="72"/>
                  </a:cubicBezTo>
                  <a:cubicBezTo>
                    <a:pt x="253" y="367"/>
                    <a:pt x="253" y="367"/>
                    <a:pt x="253" y="367"/>
                  </a:cubicBezTo>
                  <a:cubicBezTo>
                    <a:pt x="289" y="367"/>
                    <a:pt x="289" y="367"/>
                    <a:pt x="289" y="367"/>
                  </a:cubicBezTo>
                  <a:cubicBezTo>
                    <a:pt x="289" y="0"/>
                    <a:pt x="289" y="0"/>
                    <a:pt x="289" y="0"/>
                  </a:cubicBezTo>
                  <a:cubicBezTo>
                    <a:pt x="253" y="0"/>
                    <a:pt x="253" y="0"/>
                    <a:pt x="253" y="0"/>
                  </a:cubicBezTo>
                  <a:cubicBezTo>
                    <a:pt x="253" y="273"/>
                    <a:pt x="253" y="273"/>
                    <a:pt x="253" y="273"/>
                  </a:cubicBezTo>
                  <a:cubicBezTo>
                    <a:pt x="253" y="282"/>
                    <a:pt x="254" y="289"/>
                    <a:pt x="254" y="296"/>
                  </a:cubicBezTo>
                  <a:cubicBezTo>
                    <a:pt x="254" y="304"/>
                    <a:pt x="254" y="310"/>
                    <a:pt x="256" y="315"/>
                  </a:cubicBezTo>
                  <a:cubicBezTo>
                    <a:pt x="254" y="315"/>
                    <a:pt x="254" y="315"/>
                    <a:pt x="254" y="315"/>
                  </a:cubicBezTo>
                  <a:cubicBezTo>
                    <a:pt x="251" y="313"/>
                    <a:pt x="250" y="308"/>
                    <a:pt x="247" y="304"/>
                  </a:cubicBezTo>
                  <a:cubicBezTo>
                    <a:pt x="245" y="300"/>
                    <a:pt x="242" y="296"/>
                    <a:pt x="239" y="292"/>
                  </a:cubicBezTo>
                  <a:cubicBezTo>
                    <a:pt x="37" y="0"/>
                    <a:pt x="37" y="0"/>
                    <a:pt x="37" y="0"/>
                  </a:cubicBezTo>
                  <a:cubicBezTo>
                    <a:pt x="0" y="0"/>
                    <a:pt x="0" y="0"/>
                    <a:pt x="0" y="0"/>
                  </a:cubicBezTo>
                  <a:cubicBezTo>
                    <a:pt x="0" y="367"/>
                    <a:pt x="0" y="367"/>
                    <a:pt x="0" y="367"/>
                  </a:cubicBezTo>
                  <a:cubicBezTo>
                    <a:pt x="33" y="367"/>
                    <a:pt x="33" y="367"/>
                    <a:pt x="33" y="367"/>
                  </a:cubicBezTo>
                  <a:lnTo>
                    <a:pt x="33"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1">
              <a:extLst>
                <a:ext uri="{FF2B5EF4-FFF2-40B4-BE49-F238E27FC236}">
                  <a16:creationId xmlns:a16="http://schemas.microsoft.com/office/drawing/2014/main" id="{ACDD3259-3564-98A0-22B2-555B6F7102EE}"/>
                </a:ext>
              </a:extLst>
            </p:cNvPr>
            <p:cNvSpPr>
              <a:spLocks noChangeArrowheads="1"/>
            </p:cNvSpPr>
            <p:nvPr/>
          </p:nvSpPr>
          <p:spPr bwMode="auto">
            <a:xfrm>
              <a:off x="9540875" y="811213"/>
              <a:ext cx="76200" cy="138112"/>
            </a:xfrm>
            <a:custGeom>
              <a:avLst/>
              <a:gdLst>
                <a:gd name="T0" fmla="*/ 42 w 210"/>
                <a:gd name="T1" fmla="*/ 376 h 382"/>
                <a:gd name="T2" fmla="*/ 42 w 210"/>
                <a:gd name="T3" fmla="*/ 376 h 382"/>
                <a:gd name="T4" fmla="*/ 66 w 210"/>
                <a:gd name="T5" fmla="*/ 380 h 382"/>
                <a:gd name="T6" fmla="*/ 87 w 210"/>
                <a:gd name="T7" fmla="*/ 381 h 382"/>
                <a:gd name="T8" fmla="*/ 136 w 210"/>
                <a:gd name="T9" fmla="*/ 374 h 382"/>
                <a:gd name="T10" fmla="*/ 175 w 210"/>
                <a:gd name="T11" fmla="*/ 357 h 382"/>
                <a:gd name="T12" fmla="*/ 200 w 210"/>
                <a:gd name="T13" fmla="*/ 326 h 382"/>
                <a:gd name="T14" fmla="*/ 209 w 210"/>
                <a:gd name="T15" fmla="*/ 284 h 382"/>
                <a:gd name="T16" fmla="*/ 204 w 210"/>
                <a:gd name="T17" fmla="*/ 252 h 382"/>
                <a:gd name="T18" fmla="*/ 186 w 210"/>
                <a:gd name="T19" fmla="*/ 225 h 382"/>
                <a:gd name="T20" fmla="*/ 158 w 210"/>
                <a:gd name="T21" fmla="*/ 200 h 382"/>
                <a:gd name="T22" fmla="*/ 117 w 210"/>
                <a:gd name="T23" fmla="*/ 177 h 382"/>
                <a:gd name="T24" fmla="*/ 80 w 210"/>
                <a:gd name="T25" fmla="*/ 155 h 382"/>
                <a:gd name="T26" fmla="*/ 55 w 210"/>
                <a:gd name="T27" fmla="*/ 137 h 382"/>
                <a:gd name="T28" fmla="*/ 42 w 210"/>
                <a:gd name="T29" fmla="*/ 118 h 382"/>
                <a:gd name="T30" fmla="*/ 38 w 210"/>
                <a:gd name="T31" fmla="*/ 93 h 382"/>
                <a:gd name="T32" fmla="*/ 43 w 210"/>
                <a:gd name="T33" fmla="*/ 66 h 382"/>
                <a:gd name="T34" fmla="*/ 61 w 210"/>
                <a:gd name="T35" fmla="*/ 46 h 382"/>
                <a:gd name="T36" fmla="*/ 86 w 210"/>
                <a:gd name="T37" fmla="*/ 35 h 382"/>
                <a:gd name="T38" fmla="*/ 117 w 210"/>
                <a:gd name="T39" fmla="*/ 31 h 382"/>
                <a:gd name="T40" fmla="*/ 194 w 210"/>
                <a:gd name="T41" fmla="*/ 49 h 382"/>
                <a:gd name="T42" fmla="*/ 194 w 210"/>
                <a:gd name="T43" fmla="*/ 12 h 382"/>
                <a:gd name="T44" fmla="*/ 121 w 210"/>
                <a:gd name="T45" fmla="*/ 0 h 382"/>
                <a:gd name="T46" fmla="*/ 75 w 210"/>
                <a:gd name="T47" fmla="*/ 7 h 382"/>
                <a:gd name="T48" fmla="*/ 36 w 210"/>
                <a:gd name="T49" fmla="*/ 26 h 382"/>
                <a:gd name="T50" fmla="*/ 11 w 210"/>
                <a:gd name="T51" fmla="*/ 56 h 382"/>
                <a:gd name="T52" fmla="*/ 2 w 210"/>
                <a:gd name="T53" fmla="*/ 96 h 382"/>
                <a:gd name="T54" fmla="*/ 6 w 210"/>
                <a:gd name="T55" fmla="*/ 127 h 382"/>
                <a:gd name="T56" fmla="*/ 22 w 210"/>
                <a:gd name="T57" fmla="*/ 154 h 382"/>
                <a:gd name="T58" fmla="*/ 50 w 210"/>
                <a:gd name="T59" fmla="*/ 177 h 382"/>
                <a:gd name="T60" fmla="*/ 90 w 210"/>
                <a:gd name="T61" fmla="*/ 202 h 382"/>
                <a:gd name="T62" fmla="*/ 127 w 210"/>
                <a:gd name="T63" fmla="*/ 222 h 382"/>
                <a:gd name="T64" fmla="*/ 153 w 210"/>
                <a:gd name="T65" fmla="*/ 241 h 382"/>
                <a:gd name="T66" fmla="*/ 168 w 210"/>
                <a:gd name="T67" fmla="*/ 262 h 382"/>
                <a:gd name="T68" fmla="*/ 173 w 210"/>
                <a:gd name="T69" fmla="*/ 288 h 382"/>
                <a:gd name="T70" fmla="*/ 153 w 210"/>
                <a:gd name="T71" fmla="*/ 335 h 382"/>
                <a:gd name="T72" fmla="*/ 90 w 210"/>
                <a:gd name="T73" fmla="*/ 350 h 382"/>
                <a:gd name="T74" fmla="*/ 68 w 210"/>
                <a:gd name="T75" fmla="*/ 348 h 382"/>
                <a:gd name="T76" fmla="*/ 43 w 210"/>
                <a:gd name="T77" fmla="*/ 343 h 382"/>
                <a:gd name="T78" fmla="*/ 21 w 210"/>
                <a:gd name="T79" fmla="*/ 333 h 382"/>
                <a:gd name="T80" fmla="*/ 0 w 210"/>
                <a:gd name="T81" fmla="*/ 321 h 382"/>
                <a:gd name="T82" fmla="*/ 0 w 210"/>
                <a:gd name="T83" fmla="*/ 361 h 382"/>
                <a:gd name="T84" fmla="*/ 18 w 210"/>
                <a:gd name="T85" fmla="*/ 369 h 382"/>
                <a:gd name="T86" fmla="*/ 42 w 210"/>
                <a:gd name="T87" fmla="*/ 376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2">
                  <a:moveTo>
                    <a:pt x="42" y="376"/>
                  </a:moveTo>
                  <a:lnTo>
                    <a:pt x="42" y="376"/>
                  </a:lnTo>
                  <a:cubicBezTo>
                    <a:pt x="50" y="377"/>
                    <a:pt x="58" y="379"/>
                    <a:pt x="66" y="380"/>
                  </a:cubicBezTo>
                  <a:cubicBezTo>
                    <a:pt x="75" y="381"/>
                    <a:pt x="81" y="381"/>
                    <a:pt x="87" y="381"/>
                  </a:cubicBezTo>
                  <a:cubicBezTo>
                    <a:pt x="105" y="381"/>
                    <a:pt x="121" y="379"/>
                    <a:pt x="136" y="374"/>
                  </a:cubicBezTo>
                  <a:cubicBezTo>
                    <a:pt x="151" y="370"/>
                    <a:pt x="164" y="365"/>
                    <a:pt x="175" y="357"/>
                  </a:cubicBezTo>
                  <a:cubicBezTo>
                    <a:pt x="186" y="348"/>
                    <a:pt x="194" y="339"/>
                    <a:pt x="200" y="326"/>
                  </a:cubicBezTo>
                  <a:cubicBezTo>
                    <a:pt x="206" y="314"/>
                    <a:pt x="209" y="300"/>
                    <a:pt x="209" y="284"/>
                  </a:cubicBezTo>
                  <a:cubicBezTo>
                    <a:pt x="209" y="272"/>
                    <a:pt x="208" y="262"/>
                    <a:pt x="204" y="252"/>
                  </a:cubicBezTo>
                  <a:cubicBezTo>
                    <a:pt x="200" y="243"/>
                    <a:pt x="194" y="233"/>
                    <a:pt x="186" y="225"/>
                  </a:cubicBezTo>
                  <a:cubicBezTo>
                    <a:pt x="179" y="217"/>
                    <a:pt x="169" y="208"/>
                    <a:pt x="158" y="200"/>
                  </a:cubicBezTo>
                  <a:cubicBezTo>
                    <a:pt x="146" y="193"/>
                    <a:pt x="132" y="185"/>
                    <a:pt x="117" y="177"/>
                  </a:cubicBezTo>
                  <a:cubicBezTo>
                    <a:pt x="102" y="169"/>
                    <a:pt x="90" y="162"/>
                    <a:pt x="80" y="155"/>
                  </a:cubicBezTo>
                  <a:cubicBezTo>
                    <a:pt x="69" y="149"/>
                    <a:pt x="61" y="143"/>
                    <a:pt x="55" y="137"/>
                  </a:cubicBezTo>
                  <a:cubicBezTo>
                    <a:pt x="49" y="130"/>
                    <a:pt x="44" y="125"/>
                    <a:pt x="42" y="118"/>
                  </a:cubicBezTo>
                  <a:cubicBezTo>
                    <a:pt x="39" y="111"/>
                    <a:pt x="38" y="103"/>
                    <a:pt x="38" y="93"/>
                  </a:cubicBezTo>
                  <a:cubicBezTo>
                    <a:pt x="38" y="82"/>
                    <a:pt x="39" y="74"/>
                    <a:pt x="43" y="66"/>
                  </a:cubicBezTo>
                  <a:cubicBezTo>
                    <a:pt x="47" y="59"/>
                    <a:pt x="54" y="52"/>
                    <a:pt x="61" y="46"/>
                  </a:cubicBezTo>
                  <a:cubicBezTo>
                    <a:pt x="68" y="41"/>
                    <a:pt x="76" y="38"/>
                    <a:pt x="86" y="35"/>
                  </a:cubicBezTo>
                  <a:cubicBezTo>
                    <a:pt x="97" y="33"/>
                    <a:pt x="106" y="31"/>
                    <a:pt x="117" y="31"/>
                  </a:cubicBezTo>
                  <a:cubicBezTo>
                    <a:pt x="146" y="31"/>
                    <a:pt x="172" y="37"/>
                    <a:pt x="194" y="49"/>
                  </a:cubicBezTo>
                  <a:cubicBezTo>
                    <a:pt x="194" y="12"/>
                    <a:pt x="194" y="12"/>
                    <a:pt x="194" y="12"/>
                  </a:cubicBezTo>
                  <a:cubicBezTo>
                    <a:pt x="175" y="4"/>
                    <a:pt x="150" y="0"/>
                    <a:pt x="121" y="0"/>
                  </a:cubicBezTo>
                  <a:cubicBezTo>
                    <a:pt x="105" y="0"/>
                    <a:pt x="90" y="2"/>
                    <a:pt x="75" y="7"/>
                  </a:cubicBezTo>
                  <a:cubicBezTo>
                    <a:pt x="60" y="11"/>
                    <a:pt x="47" y="18"/>
                    <a:pt x="36" y="26"/>
                  </a:cubicBezTo>
                  <a:cubicBezTo>
                    <a:pt x="27" y="34"/>
                    <a:pt x="17" y="44"/>
                    <a:pt x="11" y="56"/>
                  </a:cubicBezTo>
                  <a:cubicBezTo>
                    <a:pt x="5" y="68"/>
                    <a:pt x="2" y="81"/>
                    <a:pt x="2" y="96"/>
                  </a:cubicBezTo>
                  <a:cubicBezTo>
                    <a:pt x="2" y="108"/>
                    <a:pt x="3" y="118"/>
                    <a:pt x="6" y="127"/>
                  </a:cubicBezTo>
                  <a:cubicBezTo>
                    <a:pt x="10" y="137"/>
                    <a:pt x="16" y="145"/>
                    <a:pt x="22" y="154"/>
                  </a:cubicBezTo>
                  <a:cubicBezTo>
                    <a:pt x="29" y="162"/>
                    <a:pt x="39" y="170"/>
                    <a:pt x="50" y="177"/>
                  </a:cubicBezTo>
                  <a:cubicBezTo>
                    <a:pt x="61" y="185"/>
                    <a:pt x="75" y="193"/>
                    <a:pt x="90" y="202"/>
                  </a:cubicBezTo>
                  <a:cubicBezTo>
                    <a:pt x="105" y="210"/>
                    <a:pt x="117" y="217"/>
                    <a:pt x="127" y="222"/>
                  </a:cubicBezTo>
                  <a:cubicBezTo>
                    <a:pt x="138" y="229"/>
                    <a:pt x="146" y="234"/>
                    <a:pt x="153" y="241"/>
                  </a:cubicBezTo>
                  <a:cubicBezTo>
                    <a:pt x="160" y="248"/>
                    <a:pt x="165" y="255"/>
                    <a:pt x="168" y="262"/>
                  </a:cubicBezTo>
                  <a:cubicBezTo>
                    <a:pt x="172" y="269"/>
                    <a:pt x="173" y="278"/>
                    <a:pt x="173" y="288"/>
                  </a:cubicBezTo>
                  <a:cubicBezTo>
                    <a:pt x="173" y="307"/>
                    <a:pt x="167" y="324"/>
                    <a:pt x="153" y="335"/>
                  </a:cubicBezTo>
                  <a:cubicBezTo>
                    <a:pt x="139" y="344"/>
                    <a:pt x="117" y="350"/>
                    <a:pt x="90" y="350"/>
                  </a:cubicBezTo>
                  <a:cubicBezTo>
                    <a:pt x="83" y="350"/>
                    <a:pt x="75" y="350"/>
                    <a:pt x="68" y="348"/>
                  </a:cubicBezTo>
                  <a:cubicBezTo>
                    <a:pt x="60" y="347"/>
                    <a:pt x="51" y="346"/>
                    <a:pt x="43" y="343"/>
                  </a:cubicBezTo>
                  <a:cubicBezTo>
                    <a:pt x="36" y="340"/>
                    <a:pt x="28" y="337"/>
                    <a:pt x="21" y="333"/>
                  </a:cubicBezTo>
                  <a:cubicBezTo>
                    <a:pt x="13" y="329"/>
                    <a:pt x="6" y="325"/>
                    <a:pt x="0" y="321"/>
                  </a:cubicBezTo>
                  <a:cubicBezTo>
                    <a:pt x="0" y="361"/>
                    <a:pt x="0" y="361"/>
                    <a:pt x="0" y="361"/>
                  </a:cubicBezTo>
                  <a:cubicBezTo>
                    <a:pt x="5" y="364"/>
                    <a:pt x="11" y="366"/>
                    <a:pt x="18" y="369"/>
                  </a:cubicBezTo>
                  <a:cubicBezTo>
                    <a:pt x="25" y="372"/>
                    <a:pt x="33" y="374"/>
                    <a:pt x="42"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8" name="Group 201">
            <a:extLst>
              <a:ext uri="{FF2B5EF4-FFF2-40B4-BE49-F238E27FC236}">
                <a16:creationId xmlns:a16="http://schemas.microsoft.com/office/drawing/2014/main" id="{3F009ABC-FD6A-D7EC-1C5A-0F571676C10F}"/>
              </a:ext>
            </a:extLst>
          </p:cNvPr>
          <p:cNvGrpSpPr/>
          <p:nvPr/>
        </p:nvGrpSpPr>
        <p:grpSpPr>
          <a:xfrm>
            <a:off x="9477499" y="2450901"/>
            <a:ext cx="254000" cy="190500"/>
            <a:chOff x="8335963" y="2773363"/>
            <a:chExt cx="254000" cy="190500"/>
          </a:xfrm>
          <a:solidFill>
            <a:schemeClr val="accent4"/>
          </a:solidFill>
        </p:grpSpPr>
        <p:sp>
          <p:nvSpPr>
            <p:cNvPr id="199" name="Freeform 162">
              <a:extLst>
                <a:ext uri="{FF2B5EF4-FFF2-40B4-BE49-F238E27FC236}">
                  <a16:creationId xmlns:a16="http://schemas.microsoft.com/office/drawing/2014/main" id="{B5A34CA9-9511-5AE3-767D-6F8FC8C1900C}"/>
                </a:ext>
              </a:extLst>
            </p:cNvPr>
            <p:cNvSpPr>
              <a:spLocks noChangeArrowheads="1"/>
            </p:cNvSpPr>
            <p:nvPr/>
          </p:nvSpPr>
          <p:spPr bwMode="auto">
            <a:xfrm>
              <a:off x="8335963" y="2773363"/>
              <a:ext cx="254000" cy="190500"/>
            </a:xfrm>
            <a:custGeom>
              <a:avLst/>
              <a:gdLst>
                <a:gd name="T0" fmla="*/ 44 w 704"/>
                <a:gd name="T1" fmla="*/ 527 h 528"/>
                <a:gd name="T2" fmla="*/ 44 w 704"/>
                <a:gd name="T3" fmla="*/ 527 h 528"/>
                <a:gd name="T4" fmla="*/ 659 w 704"/>
                <a:gd name="T5" fmla="*/ 527 h 528"/>
                <a:gd name="T6" fmla="*/ 703 w 704"/>
                <a:gd name="T7" fmla="*/ 483 h 528"/>
                <a:gd name="T8" fmla="*/ 703 w 704"/>
                <a:gd name="T9" fmla="*/ 43 h 528"/>
                <a:gd name="T10" fmla="*/ 659 w 704"/>
                <a:gd name="T11" fmla="*/ 0 h 528"/>
                <a:gd name="T12" fmla="*/ 571 w 704"/>
                <a:gd name="T13" fmla="*/ 0 h 528"/>
                <a:gd name="T14" fmla="*/ 558 w 704"/>
                <a:gd name="T15" fmla="*/ 15 h 528"/>
                <a:gd name="T16" fmla="*/ 558 w 704"/>
                <a:gd name="T17" fmla="*/ 30 h 528"/>
                <a:gd name="T18" fmla="*/ 527 w 704"/>
                <a:gd name="T19" fmla="*/ 59 h 528"/>
                <a:gd name="T20" fmla="*/ 499 w 704"/>
                <a:gd name="T21" fmla="*/ 30 h 528"/>
                <a:gd name="T22" fmla="*/ 499 w 704"/>
                <a:gd name="T23" fmla="*/ 15 h 528"/>
                <a:gd name="T24" fmla="*/ 483 w 704"/>
                <a:gd name="T25" fmla="*/ 0 h 528"/>
                <a:gd name="T26" fmla="*/ 250 w 704"/>
                <a:gd name="T27" fmla="*/ 0 h 528"/>
                <a:gd name="T28" fmla="*/ 235 w 704"/>
                <a:gd name="T29" fmla="*/ 15 h 528"/>
                <a:gd name="T30" fmla="*/ 235 w 704"/>
                <a:gd name="T31" fmla="*/ 30 h 528"/>
                <a:gd name="T32" fmla="*/ 206 w 704"/>
                <a:gd name="T33" fmla="*/ 59 h 528"/>
                <a:gd name="T34" fmla="*/ 176 w 704"/>
                <a:gd name="T35" fmla="*/ 30 h 528"/>
                <a:gd name="T36" fmla="*/ 176 w 704"/>
                <a:gd name="T37" fmla="*/ 15 h 528"/>
                <a:gd name="T38" fmla="*/ 162 w 704"/>
                <a:gd name="T39" fmla="*/ 0 h 528"/>
                <a:gd name="T40" fmla="*/ 44 w 704"/>
                <a:gd name="T41" fmla="*/ 0 h 528"/>
                <a:gd name="T42" fmla="*/ 0 w 704"/>
                <a:gd name="T43" fmla="*/ 43 h 528"/>
                <a:gd name="T44" fmla="*/ 0 w 704"/>
                <a:gd name="T45" fmla="*/ 483 h 528"/>
                <a:gd name="T46" fmla="*/ 44 w 704"/>
                <a:gd name="T47" fmla="*/ 527 h 528"/>
                <a:gd name="T48" fmla="*/ 30 w 704"/>
                <a:gd name="T49" fmla="*/ 43 h 528"/>
                <a:gd name="T50" fmla="*/ 30 w 704"/>
                <a:gd name="T51" fmla="*/ 43 h 528"/>
                <a:gd name="T52" fmla="*/ 35 w 704"/>
                <a:gd name="T53" fmla="*/ 34 h 528"/>
                <a:gd name="T54" fmla="*/ 44 w 704"/>
                <a:gd name="T55" fmla="*/ 30 h 528"/>
                <a:gd name="T56" fmla="*/ 147 w 704"/>
                <a:gd name="T57" fmla="*/ 30 h 528"/>
                <a:gd name="T58" fmla="*/ 164 w 704"/>
                <a:gd name="T59" fmla="*/ 71 h 528"/>
                <a:gd name="T60" fmla="*/ 206 w 704"/>
                <a:gd name="T61" fmla="*/ 87 h 528"/>
                <a:gd name="T62" fmla="*/ 247 w 704"/>
                <a:gd name="T63" fmla="*/ 71 h 528"/>
                <a:gd name="T64" fmla="*/ 264 w 704"/>
                <a:gd name="T65" fmla="*/ 30 h 528"/>
                <a:gd name="T66" fmla="*/ 470 w 704"/>
                <a:gd name="T67" fmla="*/ 30 h 528"/>
                <a:gd name="T68" fmla="*/ 486 w 704"/>
                <a:gd name="T69" fmla="*/ 71 h 528"/>
                <a:gd name="T70" fmla="*/ 527 w 704"/>
                <a:gd name="T71" fmla="*/ 87 h 528"/>
                <a:gd name="T72" fmla="*/ 570 w 704"/>
                <a:gd name="T73" fmla="*/ 71 h 528"/>
                <a:gd name="T74" fmla="*/ 586 w 704"/>
                <a:gd name="T75" fmla="*/ 30 h 528"/>
                <a:gd name="T76" fmla="*/ 659 w 704"/>
                <a:gd name="T77" fmla="*/ 30 h 528"/>
                <a:gd name="T78" fmla="*/ 670 w 704"/>
                <a:gd name="T79" fmla="*/ 34 h 528"/>
                <a:gd name="T80" fmla="*/ 674 w 704"/>
                <a:gd name="T81" fmla="*/ 43 h 528"/>
                <a:gd name="T82" fmla="*/ 674 w 704"/>
                <a:gd name="T83" fmla="*/ 483 h 528"/>
                <a:gd name="T84" fmla="*/ 670 w 704"/>
                <a:gd name="T85" fmla="*/ 494 h 528"/>
                <a:gd name="T86" fmla="*/ 659 w 704"/>
                <a:gd name="T87" fmla="*/ 498 h 528"/>
                <a:gd name="T88" fmla="*/ 44 w 704"/>
                <a:gd name="T89" fmla="*/ 498 h 528"/>
                <a:gd name="T90" fmla="*/ 35 w 704"/>
                <a:gd name="T91" fmla="*/ 494 h 528"/>
                <a:gd name="T92" fmla="*/ 30 w 704"/>
                <a:gd name="T93" fmla="*/ 483 h 528"/>
                <a:gd name="T94" fmla="*/ 30 w 704"/>
                <a:gd name="T95" fmla="*/ 43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528">
                  <a:moveTo>
                    <a:pt x="44" y="527"/>
                  </a:moveTo>
                  <a:lnTo>
                    <a:pt x="44" y="527"/>
                  </a:lnTo>
                  <a:cubicBezTo>
                    <a:pt x="659" y="527"/>
                    <a:pt x="659" y="527"/>
                    <a:pt x="659" y="527"/>
                  </a:cubicBezTo>
                  <a:cubicBezTo>
                    <a:pt x="684" y="527"/>
                    <a:pt x="703" y="507"/>
                    <a:pt x="703" y="483"/>
                  </a:cubicBezTo>
                  <a:cubicBezTo>
                    <a:pt x="703" y="43"/>
                    <a:pt x="703" y="43"/>
                    <a:pt x="703" y="43"/>
                  </a:cubicBezTo>
                  <a:cubicBezTo>
                    <a:pt x="703" y="20"/>
                    <a:pt x="684" y="0"/>
                    <a:pt x="659" y="0"/>
                  </a:cubicBezTo>
                  <a:cubicBezTo>
                    <a:pt x="571" y="0"/>
                    <a:pt x="571" y="0"/>
                    <a:pt x="571" y="0"/>
                  </a:cubicBezTo>
                  <a:cubicBezTo>
                    <a:pt x="563" y="0"/>
                    <a:pt x="558" y="6"/>
                    <a:pt x="558" y="15"/>
                  </a:cubicBezTo>
                  <a:cubicBezTo>
                    <a:pt x="558" y="30"/>
                    <a:pt x="558" y="30"/>
                    <a:pt x="558" y="30"/>
                  </a:cubicBezTo>
                  <a:cubicBezTo>
                    <a:pt x="558" y="45"/>
                    <a:pt x="544" y="59"/>
                    <a:pt x="527" y="59"/>
                  </a:cubicBezTo>
                  <a:cubicBezTo>
                    <a:pt x="511" y="59"/>
                    <a:pt x="499" y="45"/>
                    <a:pt x="499" y="30"/>
                  </a:cubicBezTo>
                  <a:cubicBezTo>
                    <a:pt x="499" y="15"/>
                    <a:pt x="499" y="15"/>
                    <a:pt x="499" y="15"/>
                  </a:cubicBezTo>
                  <a:cubicBezTo>
                    <a:pt x="499" y="6"/>
                    <a:pt x="492" y="0"/>
                    <a:pt x="483" y="0"/>
                  </a:cubicBezTo>
                  <a:cubicBezTo>
                    <a:pt x="250" y="0"/>
                    <a:pt x="250" y="0"/>
                    <a:pt x="250" y="0"/>
                  </a:cubicBezTo>
                  <a:cubicBezTo>
                    <a:pt x="242" y="0"/>
                    <a:pt x="235" y="6"/>
                    <a:pt x="235" y="15"/>
                  </a:cubicBezTo>
                  <a:cubicBezTo>
                    <a:pt x="235" y="30"/>
                    <a:pt x="235" y="30"/>
                    <a:pt x="235" y="30"/>
                  </a:cubicBezTo>
                  <a:cubicBezTo>
                    <a:pt x="235" y="45"/>
                    <a:pt x="221" y="59"/>
                    <a:pt x="206" y="59"/>
                  </a:cubicBezTo>
                  <a:cubicBezTo>
                    <a:pt x="190" y="59"/>
                    <a:pt x="176" y="45"/>
                    <a:pt x="176" y="30"/>
                  </a:cubicBezTo>
                  <a:cubicBezTo>
                    <a:pt x="176" y="15"/>
                    <a:pt x="176" y="15"/>
                    <a:pt x="176" y="15"/>
                  </a:cubicBezTo>
                  <a:cubicBezTo>
                    <a:pt x="176" y="6"/>
                    <a:pt x="170" y="0"/>
                    <a:pt x="162" y="0"/>
                  </a:cubicBezTo>
                  <a:cubicBezTo>
                    <a:pt x="44" y="0"/>
                    <a:pt x="44" y="0"/>
                    <a:pt x="44" y="0"/>
                  </a:cubicBezTo>
                  <a:cubicBezTo>
                    <a:pt x="21" y="0"/>
                    <a:pt x="0" y="20"/>
                    <a:pt x="0" y="43"/>
                  </a:cubicBezTo>
                  <a:cubicBezTo>
                    <a:pt x="0" y="483"/>
                    <a:pt x="0" y="483"/>
                    <a:pt x="0" y="483"/>
                  </a:cubicBezTo>
                  <a:cubicBezTo>
                    <a:pt x="0" y="507"/>
                    <a:pt x="21" y="527"/>
                    <a:pt x="44" y="527"/>
                  </a:cubicBezTo>
                  <a:close/>
                  <a:moveTo>
                    <a:pt x="30" y="43"/>
                  </a:moveTo>
                  <a:lnTo>
                    <a:pt x="30" y="43"/>
                  </a:lnTo>
                  <a:cubicBezTo>
                    <a:pt x="30" y="39"/>
                    <a:pt x="32" y="37"/>
                    <a:pt x="35" y="34"/>
                  </a:cubicBezTo>
                  <a:cubicBezTo>
                    <a:pt x="37" y="31"/>
                    <a:pt x="40" y="30"/>
                    <a:pt x="44" y="30"/>
                  </a:cubicBezTo>
                  <a:cubicBezTo>
                    <a:pt x="147" y="30"/>
                    <a:pt x="147" y="30"/>
                    <a:pt x="147" y="30"/>
                  </a:cubicBezTo>
                  <a:cubicBezTo>
                    <a:pt x="147" y="45"/>
                    <a:pt x="154" y="60"/>
                    <a:pt x="164" y="71"/>
                  </a:cubicBezTo>
                  <a:cubicBezTo>
                    <a:pt x="175" y="81"/>
                    <a:pt x="190" y="87"/>
                    <a:pt x="206" y="87"/>
                  </a:cubicBezTo>
                  <a:cubicBezTo>
                    <a:pt x="221" y="87"/>
                    <a:pt x="236" y="81"/>
                    <a:pt x="247" y="71"/>
                  </a:cubicBezTo>
                  <a:cubicBezTo>
                    <a:pt x="258" y="60"/>
                    <a:pt x="264" y="45"/>
                    <a:pt x="264" y="30"/>
                  </a:cubicBezTo>
                  <a:cubicBezTo>
                    <a:pt x="470" y="30"/>
                    <a:pt x="470" y="30"/>
                    <a:pt x="470" y="30"/>
                  </a:cubicBezTo>
                  <a:cubicBezTo>
                    <a:pt x="470" y="45"/>
                    <a:pt x="475" y="60"/>
                    <a:pt x="486" y="71"/>
                  </a:cubicBezTo>
                  <a:cubicBezTo>
                    <a:pt x="497" y="81"/>
                    <a:pt x="512" y="87"/>
                    <a:pt x="527" y="87"/>
                  </a:cubicBezTo>
                  <a:cubicBezTo>
                    <a:pt x="544" y="87"/>
                    <a:pt x="559" y="81"/>
                    <a:pt x="570" y="71"/>
                  </a:cubicBezTo>
                  <a:cubicBezTo>
                    <a:pt x="580" y="60"/>
                    <a:pt x="586" y="45"/>
                    <a:pt x="586" y="30"/>
                  </a:cubicBezTo>
                  <a:cubicBezTo>
                    <a:pt x="659" y="30"/>
                    <a:pt x="659" y="30"/>
                    <a:pt x="659" y="30"/>
                  </a:cubicBezTo>
                  <a:cubicBezTo>
                    <a:pt x="663" y="30"/>
                    <a:pt x="667" y="31"/>
                    <a:pt x="670" y="34"/>
                  </a:cubicBezTo>
                  <a:cubicBezTo>
                    <a:pt x="673" y="37"/>
                    <a:pt x="674" y="39"/>
                    <a:pt x="674" y="43"/>
                  </a:cubicBezTo>
                  <a:cubicBezTo>
                    <a:pt x="674" y="483"/>
                    <a:pt x="674" y="483"/>
                    <a:pt x="674" y="483"/>
                  </a:cubicBezTo>
                  <a:cubicBezTo>
                    <a:pt x="674" y="487"/>
                    <a:pt x="673" y="491"/>
                    <a:pt x="670" y="494"/>
                  </a:cubicBezTo>
                  <a:cubicBezTo>
                    <a:pt x="667" y="496"/>
                    <a:pt x="663" y="498"/>
                    <a:pt x="659" y="498"/>
                  </a:cubicBezTo>
                  <a:cubicBezTo>
                    <a:pt x="44" y="498"/>
                    <a:pt x="44" y="498"/>
                    <a:pt x="44" y="498"/>
                  </a:cubicBezTo>
                  <a:cubicBezTo>
                    <a:pt x="40" y="498"/>
                    <a:pt x="37" y="496"/>
                    <a:pt x="35" y="494"/>
                  </a:cubicBezTo>
                  <a:cubicBezTo>
                    <a:pt x="32" y="491"/>
                    <a:pt x="30" y="487"/>
                    <a:pt x="30" y="483"/>
                  </a:cubicBezTo>
                  <a:lnTo>
                    <a:pt x="30"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3">
              <a:extLst>
                <a:ext uri="{FF2B5EF4-FFF2-40B4-BE49-F238E27FC236}">
                  <a16:creationId xmlns:a16="http://schemas.microsoft.com/office/drawing/2014/main" id="{33A29ED5-8C62-62C4-58BD-33871C97EBC4}"/>
                </a:ext>
              </a:extLst>
            </p:cNvPr>
            <p:cNvSpPr>
              <a:spLocks noChangeArrowheads="1"/>
            </p:cNvSpPr>
            <p:nvPr/>
          </p:nvSpPr>
          <p:spPr bwMode="auto">
            <a:xfrm>
              <a:off x="8389938" y="2825750"/>
              <a:ext cx="53975" cy="53975"/>
            </a:xfrm>
            <a:custGeom>
              <a:avLst/>
              <a:gdLst>
                <a:gd name="T0" fmla="*/ 73 w 148"/>
                <a:gd name="T1" fmla="*/ 147 h 148"/>
                <a:gd name="T2" fmla="*/ 73 w 148"/>
                <a:gd name="T3" fmla="*/ 147 h 148"/>
                <a:gd name="T4" fmla="*/ 147 w 148"/>
                <a:gd name="T5" fmla="*/ 73 h 148"/>
                <a:gd name="T6" fmla="*/ 73 w 148"/>
                <a:gd name="T7" fmla="*/ 0 h 148"/>
                <a:gd name="T8" fmla="*/ 0 w 148"/>
                <a:gd name="T9" fmla="*/ 73 h 148"/>
                <a:gd name="T10" fmla="*/ 73 w 148"/>
                <a:gd name="T11" fmla="*/ 147 h 148"/>
                <a:gd name="T12" fmla="*/ 73 w 148"/>
                <a:gd name="T13" fmla="*/ 29 h 148"/>
                <a:gd name="T14" fmla="*/ 73 w 148"/>
                <a:gd name="T15" fmla="*/ 29 h 148"/>
                <a:gd name="T16" fmla="*/ 117 w 148"/>
                <a:gd name="T17" fmla="*/ 73 h 148"/>
                <a:gd name="T18" fmla="*/ 73 w 148"/>
                <a:gd name="T19" fmla="*/ 117 h 148"/>
                <a:gd name="T20" fmla="*/ 29 w 148"/>
                <a:gd name="T21" fmla="*/ 73 h 148"/>
                <a:gd name="T22" fmla="*/ 73 w 148"/>
                <a:gd name="T23" fmla="*/ 2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8" h="148">
                  <a:moveTo>
                    <a:pt x="73" y="147"/>
                  </a:moveTo>
                  <a:lnTo>
                    <a:pt x="73" y="147"/>
                  </a:lnTo>
                  <a:cubicBezTo>
                    <a:pt x="114" y="147"/>
                    <a:pt x="147" y="114"/>
                    <a:pt x="147" y="73"/>
                  </a:cubicBezTo>
                  <a:cubicBezTo>
                    <a:pt x="147" y="33"/>
                    <a:pt x="114" y="0"/>
                    <a:pt x="73" y="0"/>
                  </a:cubicBezTo>
                  <a:cubicBezTo>
                    <a:pt x="33" y="0"/>
                    <a:pt x="0" y="33"/>
                    <a:pt x="0" y="73"/>
                  </a:cubicBezTo>
                  <a:cubicBezTo>
                    <a:pt x="0" y="114"/>
                    <a:pt x="33" y="147"/>
                    <a:pt x="73" y="147"/>
                  </a:cubicBezTo>
                  <a:close/>
                  <a:moveTo>
                    <a:pt x="73" y="29"/>
                  </a:moveTo>
                  <a:lnTo>
                    <a:pt x="73" y="29"/>
                  </a:lnTo>
                  <a:cubicBezTo>
                    <a:pt x="98" y="29"/>
                    <a:pt x="117" y="50"/>
                    <a:pt x="117" y="73"/>
                  </a:cubicBezTo>
                  <a:cubicBezTo>
                    <a:pt x="117" y="98"/>
                    <a:pt x="98" y="117"/>
                    <a:pt x="73" y="117"/>
                  </a:cubicBezTo>
                  <a:cubicBezTo>
                    <a:pt x="50" y="117"/>
                    <a:pt x="29" y="98"/>
                    <a:pt x="29" y="73"/>
                  </a:cubicBezTo>
                  <a:cubicBezTo>
                    <a:pt x="29" y="50"/>
                    <a:pt x="50" y="29"/>
                    <a:pt x="7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4">
              <a:extLst>
                <a:ext uri="{FF2B5EF4-FFF2-40B4-BE49-F238E27FC236}">
                  <a16:creationId xmlns:a16="http://schemas.microsoft.com/office/drawing/2014/main" id="{684CC45C-4068-9EE4-B0D9-69EBEC059416}"/>
                </a:ext>
              </a:extLst>
            </p:cNvPr>
            <p:cNvSpPr>
              <a:spLocks noChangeArrowheads="1"/>
            </p:cNvSpPr>
            <p:nvPr/>
          </p:nvSpPr>
          <p:spPr bwMode="auto">
            <a:xfrm>
              <a:off x="8367713" y="2889250"/>
              <a:ext cx="95250" cy="42863"/>
            </a:xfrm>
            <a:custGeom>
              <a:avLst/>
              <a:gdLst>
                <a:gd name="T0" fmla="*/ 15 w 266"/>
                <a:gd name="T1" fmla="*/ 117 h 118"/>
                <a:gd name="T2" fmla="*/ 15 w 266"/>
                <a:gd name="T3" fmla="*/ 117 h 118"/>
                <a:gd name="T4" fmla="*/ 250 w 266"/>
                <a:gd name="T5" fmla="*/ 117 h 118"/>
                <a:gd name="T6" fmla="*/ 261 w 266"/>
                <a:gd name="T7" fmla="*/ 111 h 118"/>
                <a:gd name="T8" fmla="*/ 264 w 266"/>
                <a:gd name="T9" fmla="*/ 98 h 118"/>
                <a:gd name="T10" fmla="*/ 240 w 266"/>
                <a:gd name="T11" fmla="*/ 30 h 118"/>
                <a:gd name="T12" fmla="*/ 240 w 266"/>
                <a:gd name="T13" fmla="*/ 30 h 118"/>
                <a:gd name="T14" fmla="*/ 199 w 266"/>
                <a:gd name="T15" fmla="*/ 0 h 118"/>
                <a:gd name="T16" fmla="*/ 66 w 266"/>
                <a:gd name="T17" fmla="*/ 0 h 118"/>
                <a:gd name="T18" fmla="*/ 23 w 266"/>
                <a:gd name="T19" fmla="*/ 30 h 118"/>
                <a:gd name="T20" fmla="*/ 1 w 266"/>
                <a:gd name="T21" fmla="*/ 98 h 118"/>
                <a:gd name="T22" fmla="*/ 3 w 266"/>
                <a:gd name="T23" fmla="*/ 111 h 118"/>
                <a:gd name="T24" fmla="*/ 15 w 266"/>
                <a:gd name="T25" fmla="*/ 117 h 118"/>
                <a:gd name="T26" fmla="*/ 52 w 266"/>
                <a:gd name="T27" fmla="*/ 40 h 118"/>
                <a:gd name="T28" fmla="*/ 52 w 266"/>
                <a:gd name="T29" fmla="*/ 40 h 118"/>
                <a:gd name="T30" fmla="*/ 66 w 266"/>
                <a:gd name="T31" fmla="*/ 29 h 118"/>
                <a:gd name="T32" fmla="*/ 199 w 266"/>
                <a:gd name="T33" fmla="*/ 29 h 118"/>
                <a:gd name="T34" fmla="*/ 213 w 266"/>
                <a:gd name="T35" fmla="*/ 39 h 118"/>
                <a:gd name="T36" fmla="*/ 213 w 266"/>
                <a:gd name="T37" fmla="*/ 40 h 118"/>
                <a:gd name="T38" fmla="*/ 229 w 266"/>
                <a:gd name="T39" fmla="*/ 88 h 118"/>
                <a:gd name="T40" fmla="*/ 36 w 266"/>
                <a:gd name="T41" fmla="*/ 88 h 118"/>
                <a:gd name="T42" fmla="*/ 52 w 266"/>
                <a:gd name="T43" fmla="*/ 4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66" h="118">
                  <a:moveTo>
                    <a:pt x="15" y="117"/>
                  </a:moveTo>
                  <a:lnTo>
                    <a:pt x="15" y="117"/>
                  </a:lnTo>
                  <a:cubicBezTo>
                    <a:pt x="250" y="117"/>
                    <a:pt x="250" y="117"/>
                    <a:pt x="250" y="117"/>
                  </a:cubicBezTo>
                  <a:cubicBezTo>
                    <a:pt x="254" y="117"/>
                    <a:pt x="258" y="115"/>
                    <a:pt x="261" y="111"/>
                  </a:cubicBezTo>
                  <a:cubicBezTo>
                    <a:pt x="264" y="107"/>
                    <a:pt x="265" y="102"/>
                    <a:pt x="264" y="98"/>
                  </a:cubicBezTo>
                  <a:cubicBezTo>
                    <a:pt x="240" y="30"/>
                    <a:pt x="240" y="30"/>
                    <a:pt x="240" y="30"/>
                  </a:cubicBezTo>
                  <a:lnTo>
                    <a:pt x="240" y="30"/>
                  </a:lnTo>
                  <a:cubicBezTo>
                    <a:pt x="235" y="12"/>
                    <a:pt x="218" y="0"/>
                    <a:pt x="199" y="0"/>
                  </a:cubicBezTo>
                  <a:cubicBezTo>
                    <a:pt x="66" y="0"/>
                    <a:pt x="66" y="0"/>
                    <a:pt x="66" y="0"/>
                  </a:cubicBezTo>
                  <a:cubicBezTo>
                    <a:pt x="47" y="0"/>
                    <a:pt x="30" y="12"/>
                    <a:pt x="23" y="30"/>
                  </a:cubicBezTo>
                  <a:cubicBezTo>
                    <a:pt x="1" y="98"/>
                    <a:pt x="1" y="98"/>
                    <a:pt x="1" y="98"/>
                  </a:cubicBezTo>
                  <a:cubicBezTo>
                    <a:pt x="0" y="102"/>
                    <a:pt x="0" y="107"/>
                    <a:pt x="3" y="111"/>
                  </a:cubicBezTo>
                  <a:cubicBezTo>
                    <a:pt x="6" y="115"/>
                    <a:pt x="11" y="117"/>
                    <a:pt x="15" y="117"/>
                  </a:cubicBezTo>
                  <a:close/>
                  <a:moveTo>
                    <a:pt x="52" y="40"/>
                  </a:moveTo>
                  <a:lnTo>
                    <a:pt x="52" y="40"/>
                  </a:lnTo>
                  <a:cubicBezTo>
                    <a:pt x="54" y="33"/>
                    <a:pt x="59" y="29"/>
                    <a:pt x="66" y="29"/>
                  </a:cubicBezTo>
                  <a:cubicBezTo>
                    <a:pt x="199" y="29"/>
                    <a:pt x="199" y="29"/>
                    <a:pt x="199" y="29"/>
                  </a:cubicBezTo>
                  <a:cubicBezTo>
                    <a:pt x="206" y="29"/>
                    <a:pt x="212" y="33"/>
                    <a:pt x="213" y="39"/>
                  </a:cubicBezTo>
                  <a:cubicBezTo>
                    <a:pt x="213" y="40"/>
                    <a:pt x="213" y="40"/>
                    <a:pt x="213" y="40"/>
                  </a:cubicBezTo>
                  <a:cubicBezTo>
                    <a:pt x="229" y="88"/>
                    <a:pt x="229" y="88"/>
                    <a:pt x="229" y="88"/>
                  </a:cubicBezTo>
                  <a:cubicBezTo>
                    <a:pt x="36" y="88"/>
                    <a:pt x="36" y="88"/>
                    <a:pt x="36" y="88"/>
                  </a:cubicBezTo>
                  <a:lnTo>
                    <a:pt x="52" y="4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5">
              <a:extLst>
                <a:ext uri="{FF2B5EF4-FFF2-40B4-BE49-F238E27FC236}">
                  <a16:creationId xmlns:a16="http://schemas.microsoft.com/office/drawing/2014/main" id="{83031B89-E568-704D-B925-EE9B898E1ABF}"/>
                </a:ext>
              </a:extLst>
            </p:cNvPr>
            <p:cNvSpPr>
              <a:spLocks noChangeArrowheads="1"/>
            </p:cNvSpPr>
            <p:nvPr/>
          </p:nvSpPr>
          <p:spPr bwMode="auto">
            <a:xfrm>
              <a:off x="8494713" y="2825750"/>
              <a:ext cx="63500" cy="11113"/>
            </a:xfrm>
            <a:custGeom>
              <a:avLst/>
              <a:gdLst>
                <a:gd name="T0" fmla="*/ 15 w 176"/>
                <a:gd name="T1" fmla="*/ 29 h 30"/>
                <a:gd name="T2" fmla="*/ 15 w 176"/>
                <a:gd name="T3" fmla="*/ 29 h 30"/>
                <a:gd name="T4" fmla="*/ 162 w 176"/>
                <a:gd name="T5" fmla="*/ 29 h 30"/>
                <a:gd name="T6" fmla="*/ 175 w 176"/>
                <a:gd name="T7" fmla="*/ 16 h 30"/>
                <a:gd name="T8" fmla="*/ 162 w 176"/>
                <a:gd name="T9" fmla="*/ 0 h 30"/>
                <a:gd name="T10" fmla="*/ 15 w 176"/>
                <a:gd name="T11" fmla="*/ 0 h 30"/>
                <a:gd name="T12" fmla="*/ 0 w 176"/>
                <a:gd name="T13" fmla="*/ 16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6"/>
                  </a:cubicBezTo>
                  <a:cubicBezTo>
                    <a:pt x="175" y="7"/>
                    <a:pt x="170" y="0"/>
                    <a:pt x="162" y="0"/>
                  </a:cubicBezTo>
                  <a:cubicBezTo>
                    <a:pt x="15" y="0"/>
                    <a:pt x="15" y="0"/>
                    <a:pt x="15" y="0"/>
                  </a:cubicBezTo>
                  <a:cubicBezTo>
                    <a:pt x="6" y="0"/>
                    <a:pt x="0" y="7"/>
                    <a:pt x="0" y="16"/>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6">
              <a:extLst>
                <a:ext uri="{FF2B5EF4-FFF2-40B4-BE49-F238E27FC236}">
                  <a16:creationId xmlns:a16="http://schemas.microsoft.com/office/drawing/2014/main" id="{097C1042-DC24-C2B2-4828-9F3A9F671CDD}"/>
                </a:ext>
              </a:extLst>
            </p:cNvPr>
            <p:cNvSpPr>
              <a:spLocks noChangeArrowheads="1"/>
            </p:cNvSpPr>
            <p:nvPr/>
          </p:nvSpPr>
          <p:spPr bwMode="auto">
            <a:xfrm>
              <a:off x="8494713" y="2868613"/>
              <a:ext cx="63500" cy="11112"/>
            </a:xfrm>
            <a:custGeom>
              <a:avLst/>
              <a:gdLst>
                <a:gd name="T0" fmla="*/ 15 w 176"/>
                <a:gd name="T1" fmla="*/ 30 h 31"/>
                <a:gd name="T2" fmla="*/ 15 w 176"/>
                <a:gd name="T3" fmla="*/ 30 h 31"/>
                <a:gd name="T4" fmla="*/ 162 w 176"/>
                <a:gd name="T5" fmla="*/ 30 h 31"/>
                <a:gd name="T6" fmla="*/ 175 w 176"/>
                <a:gd name="T7" fmla="*/ 15 h 31"/>
                <a:gd name="T8" fmla="*/ 162 w 176"/>
                <a:gd name="T9" fmla="*/ 0 h 31"/>
                <a:gd name="T10" fmla="*/ 15 w 176"/>
                <a:gd name="T11" fmla="*/ 0 h 31"/>
                <a:gd name="T12" fmla="*/ 0 w 176"/>
                <a:gd name="T13" fmla="*/ 15 h 31"/>
                <a:gd name="T14" fmla="*/ 15 w 176"/>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1">
                  <a:moveTo>
                    <a:pt x="15" y="30"/>
                  </a:moveTo>
                  <a:lnTo>
                    <a:pt x="15" y="30"/>
                  </a:lnTo>
                  <a:cubicBezTo>
                    <a:pt x="162" y="30"/>
                    <a:pt x="162" y="30"/>
                    <a:pt x="162" y="30"/>
                  </a:cubicBezTo>
                  <a:cubicBezTo>
                    <a:pt x="170" y="30"/>
                    <a:pt x="175" y="23"/>
                    <a:pt x="175" y="15"/>
                  </a:cubicBezTo>
                  <a:cubicBezTo>
                    <a:pt x="175" y="7"/>
                    <a:pt x="170" y="0"/>
                    <a:pt x="162" y="0"/>
                  </a:cubicBezTo>
                  <a:cubicBezTo>
                    <a:pt x="15" y="0"/>
                    <a:pt x="15" y="0"/>
                    <a:pt x="15" y="0"/>
                  </a:cubicBezTo>
                  <a:cubicBezTo>
                    <a:pt x="6" y="0"/>
                    <a:pt x="0" y="7"/>
                    <a:pt x="0" y="15"/>
                  </a:cubicBezTo>
                  <a:cubicBezTo>
                    <a:pt x="0" y="23"/>
                    <a:pt x="6"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7">
              <a:extLst>
                <a:ext uri="{FF2B5EF4-FFF2-40B4-BE49-F238E27FC236}">
                  <a16:creationId xmlns:a16="http://schemas.microsoft.com/office/drawing/2014/main" id="{941F711A-F3F6-2A50-D7DE-9B66E90925D7}"/>
                </a:ext>
              </a:extLst>
            </p:cNvPr>
            <p:cNvSpPr>
              <a:spLocks noChangeArrowheads="1"/>
            </p:cNvSpPr>
            <p:nvPr/>
          </p:nvSpPr>
          <p:spPr bwMode="auto">
            <a:xfrm>
              <a:off x="8494713" y="2909888"/>
              <a:ext cx="63500" cy="11112"/>
            </a:xfrm>
            <a:custGeom>
              <a:avLst/>
              <a:gdLst>
                <a:gd name="T0" fmla="*/ 15 w 176"/>
                <a:gd name="T1" fmla="*/ 29 h 30"/>
                <a:gd name="T2" fmla="*/ 15 w 176"/>
                <a:gd name="T3" fmla="*/ 29 h 30"/>
                <a:gd name="T4" fmla="*/ 162 w 176"/>
                <a:gd name="T5" fmla="*/ 29 h 30"/>
                <a:gd name="T6" fmla="*/ 175 w 176"/>
                <a:gd name="T7" fmla="*/ 14 h 30"/>
                <a:gd name="T8" fmla="*/ 162 w 176"/>
                <a:gd name="T9" fmla="*/ 0 h 30"/>
                <a:gd name="T10" fmla="*/ 15 w 176"/>
                <a:gd name="T11" fmla="*/ 0 h 30"/>
                <a:gd name="T12" fmla="*/ 0 w 176"/>
                <a:gd name="T13" fmla="*/ 14 h 30"/>
                <a:gd name="T14" fmla="*/ 15 w 176"/>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5" y="29"/>
                  </a:moveTo>
                  <a:lnTo>
                    <a:pt x="15" y="29"/>
                  </a:lnTo>
                  <a:cubicBezTo>
                    <a:pt x="162" y="29"/>
                    <a:pt x="162" y="29"/>
                    <a:pt x="162" y="29"/>
                  </a:cubicBezTo>
                  <a:cubicBezTo>
                    <a:pt x="170" y="29"/>
                    <a:pt x="175" y="22"/>
                    <a:pt x="175" y="14"/>
                  </a:cubicBezTo>
                  <a:cubicBezTo>
                    <a:pt x="175" y="6"/>
                    <a:pt x="170" y="0"/>
                    <a:pt x="162" y="0"/>
                  </a:cubicBezTo>
                  <a:cubicBezTo>
                    <a:pt x="15" y="0"/>
                    <a:pt x="15" y="0"/>
                    <a:pt x="15" y="0"/>
                  </a:cubicBezTo>
                  <a:cubicBezTo>
                    <a:pt x="6" y="0"/>
                    <a:pt x="0" y="6"/>
                    <a:pt x="0" y="14"/>
                  </a:cubicBezTo>
                  <a:cubicBezTo>
                    <a:pt x="0" y="22"/>
                    <a:pt x="6"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9D53D2FA-A62A-2E38-7487-4F0EFDFDB493}"/>
              </a:ext>
            </a:extLst>
          </p:cNvPr>
          <p:cNvGrpSpPr/>
          <p:nvPr/>
        </p:nvGrpSpPr>
        <p:grpSpPr>
          <a:xfrm>
            <a:off x="1201861" y="4166022"/>
            <a:ext cx="254000" cy="252412"/>
            <a:chOff x="60325" y="4491038"/>
            <a:chExt cx="254000" cy="252412"/>
          </a:xfrm>
          <a:solidFill>
            <a:schemeClr val="accent4"/>
          </a:solidFill>
        </p:grpSpPr>
        <p:sp>
          <p:nvSpPr>
            <p:cNvPr id="206" name="Freeform 168">
              <a:extLst>
                <a:ext uri="{FF2B5EF4-FFF2-40B4-BE49-F238E27FC236}">
                  <a16:creationId xmlns:a16="http://schemas.microsoft.com/office/drawing/2014/main" id="{58DB9EA9-A8D6-17C9-41DE-CC425051AE63}"/>
                </a:ext>
              </a:extLst>
            </p:cNvPr>
            <p:cNvSpPr>
              <a:spLocks noChangeArrowheads="1"/>
            </p:cNvSpPr>
            <p:nvPr/>
          </p:nvSpPr>
          <p:spPr bwMode="auto">
            <a:xfrm>
              <a:off x="60325" y="4491038"/>
              <a:ext cx="254000" cy="252412"/>
            </a:xfrm>
            <a:custGeom>
              <a:avLst/>
              <a:gdLst>
                <a:gd name="T0" fmla="*/ 351 w 704"/>
                <a:gd name="T1" fmla="*/ 0 h 703"/>
                <a:gd name="T2" fmla="*/ 351 w 704"/>
                <a:gd name="T3" fmla="*/ 702 h 703"/>
                <a:gd name="T4" fmla="*/ 351 w 704"/>
                <a:gd name="T5" fmla="*/ 0 h 703"/>
                <a:gd name="T6" fmla="*/ 648 w 704"/>
                <a:gd name="T7" fmla="*/ 225 h 703"/>
                <a:gd name="T8" fmla="*/ 646 w 704"/>
                <a:gd name="T9" fmla="*/ 226 h 703"/>
                <a:gd name="T10" fmla="*/ 640 w 704"/>
                <a:gd name="T11" fmla="*/ 207 h 703"/>
                <a:gd name="T12" fmla="*/ 618 w 704"/>
                <a:gd name="T13" fmla="*/ 215 h 703"/>
                <a:gd name="T14" fmla="*/ 567 w 704"/>
                <a:gd name="T15" fmla="*/ 234 h 703"/>
                <a:gd name="T16" fmla="*/ 564 w 704"/>
                <a:gd name="T17" fmla="*/ 233 h 703"/>
                <a:gd name="T18" fmla="*/ 523 w 704"/>
                <a:gd name="T19" fmla="*/ 149 h 703"/>
                <a:gd name="T20" fmla="*/ 471 w 704"/>
                <a:gd name="T21" fmla="*/ 59 h 703"/>
                <a:gd name="T22" fmla="*/ 579 w 704"/>
                <a:gd name="T23" fmla="*/ 123 h 703"/>
                <a:gd name="T24" fmla="*/ 232 w 704"/>
                <a:gd name="T25" fmla="*/ 52 h 703"/>
                <a:gd name="T26" fmla="*/ 123 w 704"/>
                <a:gd name="T27" fmla="*/ 123 h 703"/>
                <a:gd name="T28" fmla="*/ 210 w 704"/>
                <a:gd name="T29" fmla="*/ 61 h 703"/>
                <a:gd name="T30" fmla="*/ 244 w 704"/>
                <a:gd name="T31" fmla="*/ 81 h 703"/>
                <a:gd name="T32" fmla="*/ 324 w 704"/>
                <a:gd name="T33" fmla="*/ 137 h 703"/>
                <a:gd name="T34" fmla="*/ 324 w 704"/>
                <a:gd name="T35" fmla="*/ 138 h 703"/>
                <a:gd name="T36" fmla="*/ 305 w 704"/>
                <a:gd name="T37" fmla="*/ 155 h 703"/>
                <a:gd name="T38" fmla="*/ 210 w 704"/>
                <a:gd name="T39" fmla="*/ 208 h 703"/>
                <a:gd name="T40" fmla="*/ 133 w 704"/>
                <a:gd name="T41" fmla="*/ 236 h 703"/>
                <a:gd name="T42" fmla="*/ 123 w 704"/>
                <a:gd name="T43" fmla="*/ 123 h 703"/>
                <a:gd name="T44" fmla="*/ 123 w 704"/>
                <a:gd name="T45" fmla="*/ 578 h 703"/>
                <a:gd name="T46" fmla="*/ 49 w 704"/>
                <a:gd name="T47" fmla="*/ 240 h 703"/>
                <a:gd name="T48" fmla="*/ 189 w 704"/>
                <a:gd name="T49" fmla="*/ 255 h 703"/>
                <a:gd name="T50" fmla="*/ 259 w 704"/>
                <a:gd name="T51" fmla="*/ 210 h 703"/>
                <a:gd name="T52" fmla="*/ 340 w 704"/>
                <a:gd name="T53" fmla="*/ 164 h 703"/>
                <a:gd name="T54" fmla="*/ 354 w 704"/>
                <a:gd name="T55" fmla="*/ 138 h 703"/>
                <a:gd name="T56" fmla="*/ 350 w 704"/>
                <a:gd name="T57" fmla="*/ 125 h 703"/>
                <a:gd name="T58" fmla="*/ 254 w 704"/>
                <a:gd name="T59" fmla="*/ 53 h 703"/>
                <a:gd name="T60" fmla="*/ 351 w 704"/>
                <a:gd name="T61" fmla="*/ 28 h 703"/>
                <a:gd name="T62" fmla="*/ 442 w 704"/>
                <a:gd name="T63" fmla="*/ 59 h 703"/>
                <a:gd name="T64" fmla="*/ 502 w 704"/>
                <a:gd name="T65" fmla="*/ 170 h 703"/>
                <a:gd name="T66" fmla="*/ 538 w 704"/>
                <a:gd name="T67" fmla="*/ 248 h 703"/>
                <a:gd name="T68" fmla="*/ 564 w 704"/>
                <a:gd name="T69" fmla="*/ 265 h 703"/>
                <a:gd name="T70" fmla="*/ 634 w 704"/>
                <a:gd name="T71" fmla="*/ 241 h 703"/>
                <a:gd name="T72" fmla="*/ 652 w 704"/>
                <a:gd name="T73" fmla="*/ 234 h 703"/>
                <a:gd name="T74" fmla="*/ 620 w 704"/>
                <a:gd name="T75" fmla="*/ 332 h 703"/>
                <a:gd name="T76" fmla="*/ 491 w 704"/>
                <a:gd name="T77" fmla="*/ 329 h 703"/>
                <a:gd name="T78" fmla="*/ 469 w 704"/>
                <a:gd name="T79" fmla="*/ 365 h 703"/>
                <a:gd name="T80" fmla="*/ 450 w 704"/>
                <a:gd name="T81" fmla="*/ 400 h 703"/>
                <a:gd name="T82" fmla="*/ 441 w 704"/>
                <a:gd name="T83" fmla="*/ 457 h 703"/>
                <a:gd name="T84" fmla="*/ 511 w 704"/>
                <a:gd name="T85" fmla="*/ 525 h 703"/>
                <a:gd name="T86" fmla="*/ 527 w 704"/>
                <a:gd name="T87" fmla="*/ 539 h 703"/>
                <a:gd name="T88" fmla="*/ 527 w 704"/>
                <a:gd name="T89" fmla="*/ 540 h 703"/>
                <a:gd name="T90" fmla="*/ 509 w 704"/>
                <a:gd name="T91" fmla="*/ 580 h 703"/>
                <a:gd name="T92" fmla="*/ 498 w 704"/>
                <a:gd name="T93" fmla="*/ 612 h 703"/>
                <a:gd name="T94" fmla="*/ 508 w 704"/>
                <a:gd name="T95" fmla="*/ 632 h 703"/>
                <a:gd name="T96" fmla="*/ 123 w 704"/>
                <a:gd name="T97" fmla="*/ 578 h 703"/>
                <a:gd name="T98" fmla="*/ 579 w 704"/>
                <a:gd name="T99" fmla="*/ 578 h 703"/>
                <a:gd name="T100" fmla="*/ 527 w 704"/>
                <a:gd name="T101" fmla="*/ 610 h 703"/>
                <a:gd name="T102" fmla="*/ 534 w 704"/>
                <a:gd name="T103" fmla="*/ 598 h 703"/>
                <a:gd name="T104" fmla="*/ 557 w 704"/>
                <a:gd name="T105" fmla="*/ 540 h 703"/>
                <a:gd name="T106" fmla="*/ 557 w 704"/>
                <a:gd name="T107" fmla="*/ 540 h 703"/>
                <a:gd name="T108" fmla="*/ 552 w 704"/>
                <a:gd name="T109" fmla="*/ 523 h 703"/>
                <a:gd name="T110" fmla="*/ 491 w 704"/>
                <a:gd name="T111" fmla="*/ 480 h 703"/>
                <a:gd name="T112" fmla="*/ 468 w 704"/>
                <a:gd name="T113" fmla="*/ 450 h 703"/>
                <a:gd name="T114" fmla="*/ 471 w 704"/>
                <a:gd name="T115" fmla="*/ 424 h 703"/>
                <a:gd name="T116" fmla="*/ 494 w 704"/>
                <a:gd name="T117" fmla="*/ 384 h 703"/>
                <a:gd name="T118" fmla="*/ 500 w 704"/>
                <a:gd name="T119" fmla="*/ 359 h 703"/>
                <a:gd name="T120" fmla="*/ 534 w 704"/>
                <a:gd name="T121" fmla="*/ 350 h 703"/>
                <a:gd name="T122" fmla="*/ 666 w 704"/>
                <a:gd name="T123" fmla="*/ 374 h 703"/>
                <a:gd name="T124" fmla="*/ 579 w 704"/>
                <a:gd name="T125" fmla="*/ 57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04" h="703">
                  <a:moveTo>
                    <a:pt x="351" y="0"/>
                  </a:moveTo>
                  <a:lnTo>
                    <a:pt x="351" y="0"/>
                  </a:lnTo>
                  <a:cubicBezTo>
                    <a:pt x="158" y="0"/>
                    <a:pt x="0" y="156"/>
                    <a:pt x="0" y="351"/>
                  </a:cubicBezTo>
                  <a:cubicBezTo>
                    <a:pt x="0" y="545"/>
                    <a:pt x="158" y="702"/>
                    <a:pt x="351" y="702"/>
                  </a:cubicBezTo>
                  <a:cubicBezTo>
                    <a:pt x="546" y="702"/>
                    <a:pt x="703" y="545"/>
                    <a:pt x="703" y="351"/>
                  </a:cubicBezTo>
                  <a:cubicBezTo>
                    <a:pt x="703" y="156"/>
                    <a:pt x="546" y="0"/>
                    <a:pt x="351" y="0"/>
                  </a:cubicBezTo>
                  <a:close/>
                  <a:moveTo>
                    <a:pt x="648" y="225"/>
                  </a:moveTo>
                  <a:lnTo>
                    <a:pt x="648" y="225"/>
                  </a:lnTo>
                  <a:lnTo>
                    <a:pt x="648" y="225"/>
                  </a:lnTo>
                  <a:cubicBezTo>
                    <a:pt x="646" y="226"/>
                    <a:pt x="646" y="226"/>
                    <a:pt x="646" y="226"/>
                  </a:cubicBezTo>
                  <a:lnTo>
                    <a:pt x="648" y="225"/>
                  </a:lnTo>
                  <a:close/>
                  <a:moveTo>
                    <a:pt x="640" y="207"/>
                  </a:moveTo>
                  <a:lnTo>
                    <a:pt x="640" y="207"/>
                  </a:lnTo>
                  <a:cubicBezTo>
                    <a:pt x="634" y="210"/>
                    <a:pt x="626" y="212"/>
                    <a:pt x="618" y="215"/>
                  </a:cubicBezTo>
                  <a:cubicBezTo>
                    <a:pt x="604" y="221"/>
                    <a:pt x="586" y="227"/>
                    <a:pt x="567" y="234"/>
                  </a:cubicBezTo>
                  <a:lnTo>
                    <a:pt x="567" y="234"/>
                  </a:lnTo>
                  <a:cubicBezTo>
                    <a:pt x="565" y="234"/>
                    <a:pt x="565" y="234"/>
                    <a:pt x="565" y="234"/>
                  </a:cubicBezTo>
                  <a:cubicBezTo>
                    <a:pt x="564" y="234"/>
                    <a:pt x="564" y="234"/>
                    <a:pt x="564" y="233"/>
                  </a:cubicBezTo>
                  <a:cubicBezTo>
                    <a:pt x="563" y="230"/>
                    <a:pt x="561" y="226"/>
                    <a:pt x="560" y="221"/>
                  </a:cubicBezTo>
                  <a:cubicBezTo>
                    <a:pt x="554" y="203"/>
                    <a:pt x="548" y="174"/>
                    <a:pt x="523" y="149"/>
                  </a:cubicBezTo>
                  <a:cubicBezTo>
                    <a:pt x="509" y="136"/>
                    <a:pt x="495" y="122"/>
                    <a:pt x="486" y="107"/>
                  </a:cubicBezTo>
                  <a:cubicBezTo>
                    <a:pt x="476" y="92"/>
                    <a:pt x="471" y="76"/>
                    <a:pt x="471" y="59"/>
                  </a:cubicBezTo>
                  <a:cubicBezTo>
                    <a:pt x="471" y="56"/>
                    <a:pt x="471" y="53"/>
                    <a:pt x="471" y="52"/>
                  </a:cubicBezTo>
                  <a:cubicBezTo>
                    <a:pt x="512" y="67"/>
                    <a:pt x="549" y="92"/>
                    <a:pt x="579" y="123"/>
                  </a:cubicBezTo>
                  <a:cubicBezTo>
                    <a:pt x="604" y="147"/>
                    <a:pt x="624" y="175"/>
                    <a:pt x="640" y="207"/>
                  </a:cubicBezTo>
                  <a:close/>
                  <a:moveTo>
                    <a:pt x="232" y="52"/>
                  </a:moveTo>
                  <a:lnTo>
                    <a:pt x="232" y="52"/>
                  </a:lnTo>
                  <a:close/>
                  <a:moveTo>
                    <a:pt x="123" y="123"/>
                  </a:moveTo>
                  <a:lnTo>
                    <a:pt x="123" y="123"/>
                  </a:lnTo>
                  <a:cubicBezTo>
                    <a:pt x="150" y="98"/>
                    <a:pt x="178" y="76"/>
                    <a:pt x="210" y="61"/>
                  </a:cubicBezTo>
                  <a:cubicBezTo>
                    <a:pt x="213" y="64"/>
                    <a:pt x="215" y="67"/>
                    <a:pt x="218" y="68"/>
                  </a:cubicBezTo>
                  <a:cubicBezTo>
                    <a:pt x="225" y="72"/>
                    <a:pt x="235" y="76"/>
                    <a:pt x="244" y="81"/>
                  </a:cubicBezTo>
                  <a:cubicBezTo>
                    <a:pt x="259" y="87"/>
                    <a:pt x="276" y="94"/>
                    <a:pt x="291" y="104"/>
                  </a:cubicBezTo>
                  <a:cubicBezTo>
                    <a:pt x="306" y="114"/>
                    <a:pt x="317" y="125"/>
                    <a:pt x="324" y="137"/>
                  </a:cubicBezTo>
                  <a:cubicBezTo>
                    <a:pt x="324" y="138"/>
                    <a:pt x="324" y="138"/>
                    <a:pt x="324" y="138"/>
                  </a:cubicBezTo>
                  <a:lnTo>
                    <a:pt x="324" y="138"/>
                  </a:lnTo>
                  <a:cubicBezTo>
                    <a:pt x="324" y="138"/>
                    <a:pt x="324" y="140"/>
                    <a:pt x="322" y="141"/>
                  </a:cubicBezTo>
                  <a:cubicBezTo>
                    <a:pt x="320" y="144"/>
                    <a:pt x="313" y="149"/>
                    <a:pt x="305" y="155"/>
                  </a:cubicBezTo>
                  <a:cubicBezTo>
                    <a:pt x="291" y="162"/>
                    <a:pt x="273" y="170"/>
                    <a:pt x="257" y="178"/>
                  </a:cubicBezTo>
                  <a:cubicBezTo>
                    <a:pt x="239" y="186"/>
                    <a:pt x="222" y="196"/>
                    <a:pt x="210" y="208"/>
                  </a:cubicBezTo>
                  <a:cubicBezTo>
                    <a:pt x="203" y="215"/>
                    <a:pt x="192" y="222"/>
                    <a:pt x="180" y="227"/>
                  </a:cubicBezTo>
                  <a:cubicBezTo>
                    <a:pt x="166" y="232"/>
                    <a:pt x="150" y="236"/>
                    <a:pt x="133" y="236"/>
                  </a:cubicBezTo>
                  <a:cubicBezTo>
                    <a:pt x="110" y="236"/>
                    <a:pt x="85" y="229"/>
                    <a:pt x="60" y="212"/>
                  </a:cubicBezTo>
                  <a:cubicBezTo>
                    <a:pt x="77" y="179"/>
                    <a:pt x="99" y="149"/>
                    <a:pt x="123" y="123"/>
                  </a:cubicBezTo>
                  <a:close/>
                  <a:moveTo>
                    <a:pt x="123" y="578"/>
                  </a:moveTo>
                  <a:lnTo>
                    <a:pt x="123" y="578"/>
                  </a:lnTo>
                  <a:cubicBezTo>
                    <a:pt x="66" y="520"/>
                    <a:pt x="30" y="439"/>
                    <a:pt x="30" y="351"/>
                  </a:cubicBezTo>
                  <a:cubicBezTo>
                    <a:pt x="30" y="311"/>
                    <a:pt x="37" y="274"/>
                    <a:pt x="49" y="240"/>
                  </a:cubicBezTo>
                  <a:cubicBezTo>
                    <a:pt x="77" y="258"/>
                    <a:pt x="107" y="265"/>
                    <a:pt x="133" y="265"/>
                  </a:cubicBezTo>
                  <a:cubicBezTo>
                    <a:pt x="154" y="265"/>
                    <a:pt x="173" y="260"/>
                    <a:pt x="189" y="255"/>
                  </a:cubicBezTo>
                  <a:cubicBezTo>
                    <a:pt x="206" y="248"/>
                    <a:pt x="221" y="238"/>
                    <a:pt x="231" y="229"/>
                  </a:cubicBezTo>
                  <a:cubicBezTo>
                    <a:pt x="236" y="222"/>
                    <a:pt x="247" y="216"/>
                    <a:pt x="259" y="210"/>
                  </a:cubicBezTo>
                  <a:cubicBezTo>
                    <a:pt x="277" y="200"/>
                    <a:pt x="299" y="190"/>
                    <a:pt x="317" y="181"/>
                  </a:cubicBezTo>
                  <a:cubicBezTo>
                    <a:pt x="327" y="175"/>
                    <a:pt x="333" y="170"/>
                    <a:pt x="340" y="164"/>
                  </a:cubicBezTo>
                  <a:cubicBezTo>
                    <a:pt x="344" y="160"/>
                    <a:pt x="347" y="157"/>
                    <a:pt x="350" y="153"/>
                  </a:cubicBezTo>
                  <a:cubicBezTo>
                    <a:pt x="353" y="149"/>
                    <a:pt x="354" y="144"/>
                    <a:pt x="354" y="138"/>
                  </a:cubicBezTo>
                  <a:cubicBezTo>
                    <a:pt x="354" y="133"/>
                    <a:pt x="353" y="129"/>
                    <a:pt x="350" y="125"/>
                  </a:cubicBezTo>
                  <a:lnTo>
                    <a:pt x="350" y="125"/>
                  </a:lnTo>
                  <a:cubicBezTo>
                    <a:pt x="342" y="108"/>
                    <a:pt x="329" y="96"/>
                    <a:pt x="316" y="85"/>
                  </a:cubicBezTo>
                  <a:cubicBezTo>
                    <a:pt x="295" y="71"/>
                    <a:pt x="272" y="60"/>
                    <a:pt x="254" y="53"/>
                  </a:cubicBezTo>
                  <a:cubicBezTo>
                    <a:pt x="250" y="50"/>
                    <a:pt x="246" y="49"/>
                    <a:pt x="241" y="48"/>
                  </a:cubicBezTo>
                  <a:cubicBezTo>
                    <a:pt x="276" y="35"/>
                    <a:pt x="313" y="28"/>
                    <a:pt x="351" y="28"/>
                  </a:cubicBezTo>
                  <a:cubicBezTo>
                    <a:pt x="383" y="28"/>
                    <a:pt x="414" y="33"/>
                    <a:pt x="443" y="41"/>
                  </a:cubicBezTo>
                  <a:cubicBezTo>
                    <a:pt x="442" y="48"/>
                    <a:pt x="442" y="53"/>
                    <a:pt x="442" y="59"/>
                  </a:cubicBezTo>
                  <a:cubicBezTo>
                    <a:pt x="442" y="83"/>
                    <a:pt x="450" y="104"/>
                    <a:pt x="461" y="123"/>
                  </a:cubicBezTo>
                  <a:cubicBezTo>
                    <a:pt x="473" y="141"/>
                    <a:pt x="489" y="156"/>
                    <a:pt x="502" y="170"/>
                  </a:cubicBezTo>
                  <a:cubicBezTo>
                    <a:pt x="519" y="186"/>
                    <a:pt x="524" y="206"/>
                    <a:pt x="530" y="223"/>
                  </a:cubicBezTo>
                  <a:cubicBezTo>
                    <a:pt x="532" y="232"/>
                    <a:pt x="534" y="240"/>
                    <a:pt x="538" y="248"/>
                  </a:cubicBezTo>
                  <a:cubicBezTo>
                    <a:pt x="541" y="252"/>
                    <a:pt x="543" y="255"/>
                    <a:pt x="548" y="259"/>
                  </a:cubicBezTo>
                  <a:cubicBezTo>
                    <a:pt x="553" y="262"/>
                    <a:pt x="559" y="265"/>
                    <a:pt x="564" y="265"/>
                  </a:cubicBezTo>
                  <a:cubicBezTo>
                    <a:pt x="568" y="265"/>
                    <a:pt x="572" y="263"/>
                    <a:pt x="576" y="262"/>
                  </a:cubicBezTo>
                  <a:cubicBezTo>
                    <a:pt x="600" y="255"/>
                    <a:pt x="619" y="247"/>
                    <a:pt x="634" y="241"/>
                  </a:cubicBezTo>
                  <a:cubicBezTo>
                    <a:pt x="641" y="238"/>
                    <a:pt x="648" y="236"/>
                    <a:pt x="652" y="234"/>
                  </a:cubicBezTo>
                  <a:lnTo>
                    <a:pt x="652" y="234"/>
                  </a:lnTo>
                  <a:cubicBezTo>
                    <a:pt x="666" y="269"/>
                    <a:pt x="674" y="307"/>
                    <a:pt x="674" y="347"/>
                  </a:cubicBezTo>
                  <a:cubicBezTo>
                    <a:pt x="660" y="343"/>
                    <a:pt x="641" y="337"/>
                    <a:pt x="620" y="332"/>
                  </a:cubicBezTo>
                  <a:cubicBezTo>
                    <a:pt x="591" y="326"/>
                    <a:pt x="561" y="321"/>
                    <a:pt x="534" y="321"/>
                  </a:cubicBezTo>
                  <a:cubicBezTo>
                    <a:pt x="519" y="321"/>
                    <a:pt x="504" y="322"/>
                    <a:pt x="491" y="329"/>
                  </a:cubicBezTo>
                  <a:cubicBezTo>
                    <a:pt x="484" y="332"/>
                    <a:pt x="479" y="337"/>
                    <a:pt x="475" y="343"/>
                  </a:cubicBezTo>
                  <a:cubicBezTo>
                    <a:pt x="471" y="350"/>
                    <a:pt x="469" y="357"/>
                    <a:pt x="469" y="365"/>
                  </a:cubicBezTo>
                  <a:cubicBezTo>
                    <a:pt x="469" y="369"/>
                    <a:pt x="468" y="372"/>
                    <a:pt x="465" y="376"/>
                  </a:cubicBezTo>
                  <a:cubicBezTo>
                    <a:pt x="462" y="383"/>
                    <a:pt x="456" y="391"/>
                    <a:pt x="450" y="400"/>
                  </a:cubicBezTo>
                  <a:cubicBezTo>
                    <a:pt x="443" y="411"/>
                    <a:pt x="438" y="424"/>
                    <a:pt x="438" y="439"/>
                  </a:cubicBezTo>
                  <a:cubicBezTo>
                    <a:pt x="438" y="444"/>
                    <a:pt x="439" y="451"/>
                    <a:pt x="441" y="457"/>
                  </a:cubicBezTo>
                  <a:cubicBezTo>
                    <a:pt x="445" y="473"/>
                    <a:pt x="453" y="486"/>
                    <a:pt x="464" y="495"/>
                  </a:cubicBezTo>
                  <a:cubicBezTo>
                    <a:pt x="479" y="509"/>
                    <a:pt x="497" y="517"/>
                    <a:pt x="511" y="525"/>
                  </a:cubicBezTo>
                  <a:cubicBezTo>
                    <a:pt x="517" y="529"/>
                    <a:pt x="522" y="532"/>
                    <a:pt x="524" y="535"/>
                  </a:cubicBezTo>
                  <a:cubicBezTo>
                    <a:pt x="526" y="536"/>
                    <a:pt x="527" y="538"/>
                    <a:pt x="527" y="539"/>
                  </a:cubicBezTo>
                  <a:cubicBezTo>
                    <a:pt x="527" y="540"/>
                    <a:pt x="527" y="540"/>
                    <a:pt x="527" y="540"/>
                  </a:cubicBezTo>
                  <a:lnTo>
                    <a:pt x="527" y="540"/>
                  </a:lnTo>
                  <a:cubicBezTo>
                    <a:pt x="527" y="545"/>
                    <a:pt x="527" y="550"/>
                    <a:pt x="524" y="556"/>
                  </a:cubicBezTo>
                  <a:cubicBezTo>
                    <a:pt x="520" y="562"/>
                    <a:pt x="515" y="572"/>
                    <a:pt x="509" y="580"/>
                  </a:cubicBezTo>
                  <a:cubicBezTo>
                    <a:pt x="506" y="586"/>
                    <a:pt x="504" y="590"/>
                    <a:pt x="502" y="595"/>
                  </a:cubicBezTo>
                  <a:cubicBezTo>
                    <a:pt x="500" y="599"/>
                    <a:pt x="498" y="605"/>
                    <a:pt x="498" y="612"/>
                  </a:cubicBezTo>
                  <a:cubicBezTo>
                    <a:pt x="498" y="616"/>
                    <a:pt x="500" y="620"/>
                    <a:pt x="501" y="624"/>
                  </a:cubicBezTo>
                  <a:cubicBezTo>
                    <a:pt x="504" y="627"/>
                    <a:pt x="505" y="630"/>
                    <a:pt x="508" y="632"/>
                  </a:cubicBezTo>
                  <a:cubicBezTo>
                    <a:pt x="461" y="658"/>
                    <a:pt x="409" y="672"/>
                    <a:pt x="351" y="672"/>
                  </a:cubicBezTo>
                  <a:cubicBezTo>
                    <a:pt x="263" y="672"/>
                    <a:pt x="182" y="637"/>
                    <a:pt x="123" y="578"/>
                  </a:cubicBezTo>
                  <a:close/>
                  <a:moveTo>
                    <a:pt x="579" y="578"/>
                  </a:moveTo>
                  <a:lnTo>
                    <a:pt x="579" y="578"/>
                  </a:lnTo>
                  <a:cubicBezTo>
                    <a:pt x="567" y="591"/>
                    <a:pt x="553" y="602"/>
                    <a:pt x="538" y="613"/>
                  </a:cubicBezTo>
                  <a:cubicBezTo>
                    <a:pt x="532" y="612"/>
                    <a:pt x="528" y="610"/>
                    <a:pt x="527" y="610"/>
                  </a:cubicBezTo>
                  <a:cubicBezTo>
                    <a:pt x="527" y="609"/>
                    <a:pt x="527" y="609"/>
                    <a:pt x="528" y="609"/>
                  </a:cubicBezTo>
                  <a:cubicBezTo>
                    <a:pt x="528" y="606"/>
                    <a:pt x="531" y="602"/>
                    <a:pt x="534" y="598"/>
                  </a:cubicBezTo>
                  <a:cubicBezTo>
                    <a:pt x="538" y="591"/>
                    <a:pt x="543" y="583"/>
                    <a:pt x="548" y="573"/>
                  </a:cubicBezTo>
                  <a:cubicBezTo>
                    <a:pt x="553" y="564"/>
                    <a:pt x="557" y="553"/>
                    <a:pt x="557" y="540"/>
                  </a:cubicBezTo>
                  <a:lnTo>
                    <a:pt x="557" y="540"/>
                  </a:lnTo>
                  <a:lnTo>
                    <a:pt x="557" y="540"/>
                  </a:lnTo>
                  <a:lnTo>
                    <a:pt x="557" y="540"/>
                  </a:lnTo>
                  <a:cubicBezTo>
                    <a:pt x="557" y="534"/>
                    <a:pt x="554" y="527"/>
                    <a:pt x="552" y="523"/>
                  </a:cubicBezTo>
                  <a:cubicBezTo>
                    <a:pt x="545" y="513"/>
                    <a:pt x="537" y="507"/>
                    <a:pt x="528" y="502"/>
                  </a:cubicBezTo>
                  <a:cubicBezTo>
                    <a:pt x="516" y="495"/>
                    <a:pt x="502" y="488"/>
                    <a:pt x="491" y="480"/>
                  </a:cubicBezTo>
                  <a:cubicBezTo>
                    <a:pt x="480" y="472"/>
                    <a:pt x="472" y="462"/>
                    <a:pt x="468" y="450"/>
                  </a:cubicBezTo>
                  <a:lnTo>
                    <a:pt x="468" y="450"/>
                  </a:lnTo>
                  <a:cubicBezTo>
                    <a:pt x="468" y="446"/>
                    <a:pt x="467" y="442"/>
                    <a:pt x="467" y="439"/>
                  </a:cubicBezTo>
                  <a:cubicBezTo>
                    <a:pt x="467" y="433"/>
                    <a:pt x="468" y="429"/>
                    <a:pt x="471" y="424"/>
                  </a:cubicBezTo>
                  <a:cubicBezTo>
                    <a:pt x="473" y="417"/>
                    <a:pt x="480" y="409"/>
                    <a:pt x="486" y="399"/>
                  </a:cubicBezTo>
                  <a:cubicBezTo>
                    <a:pt x="489" y="395"/>
                    <a:pt x="491" y="389"/>
                    <a:pt x="494" y="384"/>
                  </a:cubicBezTo>
                  <a:cubicBezTo>
                    <a:pt x="497" y="378"/>
                    <a:pt x="498" y="372"/>
                    <a:pt x="498" y="365"/>
                  </a:cubicBezTo>
                  <a:cubicBezTo>
                    <a:pt x="498" y="362"/>
                    <a:pt x="500" y="361"/>
                    <a:pt x="500" y="359"/>
                  </a:cubicBezTo>
                  <a:cubicBezTo>
                    <a:pt x="501" y="357"/>
                    <a:pt x="504" y="355"/>
                    <a:pt x="509" y="352"/>
                  </a:cubicBezTo>
                  <a:cubicBezTo>
                    <a:pt x="516" y="351"/>
                    <a:pt x="524" y="350"/>
                    <a:pt x="534" y="350"/>
                  </a:cubicBezTo>
                  <a:cubicBezTo>
                    <a:pt x="561" y="350"/>
                    <a:pt x="597" y="357"/>
                    <a:pt x="627" y="365"/>
                  </a:cubicBezTo>
                  <a:cubicBezTo>
                    <a:pt x="642" y="367"/>
                    <a:pt x="656" y="372"/>
                    <a:pt x="666" y="374"/>
                  </a:cubicBezTo>
                  <a:cubicBezTo>
                    <a:pt x="668" y="376"/>
                    <a:pt x="671" y="376"/>
                    <a:pt x="672" y="376"/>
                  </a:cubicBezTo>
                  <a:cubicBezTo>
                    <a:pt x="667" y="455"/>
                    <a:pt x="633" y="525"/>
                    <a:pt x="579" y="5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9">
              <a:extLst>
                <a:ext uri="{FF2B5EF4-FFF2-40B4-BE49-F238E27FC236}">
                  <a16:creationId xmlns:a16="http://schemas.microsoft.com/office/drawing/2014/main" id="{643A4965-F4F0-E79A-2900-CD61E76D331D}"/>
                </a:ext>
              </a:extLst>
            </p:cNvPr>
            <p:cNvSpPr>
              <a:spLocks noChangeArrowheads="1"/>
            </p:cNvSpPr>
            <p:nvPr/>
          </p:nvSpPr>
          <p:spPr bwMode="auto">
            <a:xfrm>
              <a:off x="107950" y="4603750"/>
              <a:ext cx="90488" cy="120650"/>
            </a:xfrm>
            <a:custGeom>
              <a:avLst/>
              <a:gdLst>
                <a:gd name="T0" fmla="*/ 196 w 253"/>
                <a:gd name="T1" fmla="*/ 11 h 333"/>
                <a:gd name="T2" fmla="*/ 196 w 253"/>
                <a:gd name="T3" fmla="*/ 11 h 333"/>
                <a:gd name="T4" fmla="*/ 129 w 253"/>
                <a:gd name="T5" fmla="*/ 0 h 333"/>
                <a:gd name="T6" fmla="*/ 63 w 253"/>
                <a:gd name="T7" fmla="*/ 10 h 333"/>
                <a:gd name="T8" fmla="*/ 14 w 253"/>
                <a:gd name="T9" fmla="*/ 46 h 333"/>
                <a:gd name="T10" fmla="*/ 14 w 253"/>
                <a:gd name="T11" fmla="*/ 46 h 333"/>
                <a:gd name="T12" fmla="*/ 14 w 253"/>
                <a:gd name="T13" fmla="*/ 46 h 333"/>
                <a:gd name="T14" fmla="*/ 14 w 253"/>
                <a:gd name="T15" fmla="*/ 46 h 333"/>
                <a:gd name="T16" fmla="*/ 14 w 253"/>
                <a:gd name="T17" fmla="*/ 46 h 333"/>
                <a:gd name="T18" fmla="*/ 0 w 253"/>
                <a:gd name="T19" fmla="*/ 85 h 333"/>
                <a:gd name="T20" fmla="*/ 14 w 253"/>
                <a:gd name="T21" fmla="*/ 129 h 333"/>
                <a:gd name="T22" fmla="*/ 42 w 253"/>
                <a:gd name="T23" fmla="*/ 179 h 333"/>
                <a:gd name="T24" fmla="*/ 82 w 253"/>
                <a:gd name="T25" fmla="*/ 275 h 333"/>
                <a:gd name="T26" fmla="*/ 114 w 253"/>
                <a:gd name="T27" fmla="*/ 316 h 333"/>
                <a:gd name="T28" fmla="*/ 171 w 253"/>
                <a:gd name="T29" fmla="*/ 332 h 333"/>
                <a:gd name="T30" fmla="*/ 178 w 253"/>
                <a:gd name="T31" fmla="*/ 331 h 333"/>
                <a:gd name="T32" fmla="*/ 189 w 253"/>
                <a:gd name="T33" fmla="*/ 323 h 333"/>
                <a:gd name="T34" fmla="*/ 192 w 253"/>
                <a:gd name="T35" fmla="*/ 313 h 333"/>
                <a:gd name="T36" fmla="*/ 189 w 253"/>
                <a:gd name="T37" fmla="*/ 298 h 333"/>
                <a:gd name="T38" fmla="*/ 178 w 253"/>
                <a:gd name="T39" fmla="*/ 232 h 333"/>
                <a:gd name="T40" fmla="*/ 186 w 253"/>
                <a:gd name="T41" fmla="*/ 175 h 333"/>
                <a:gd name="T42" fmla="*/ 202 w 253"/>
                <a:gd name="T43" fmla="*/ 143 h 333"/>
                <a:gd name="T44" fmla="*/ 230 w 253"/>
                <a:gd name="T45" fmla="*/ 116 h 333"/>
                <a:gd name="T46" fmla="*/ 245 w 253"/>
                <a:gd name="T47" fmla="*/ 102 h 333"/>
                <a:gd name="T48" fmla="*/ 252 w 253"/>
                <a:gd name="T49" fmla="*/ 78 h 333"/>
                <a:gd name="T50" fmla="*/ 244 w 253"/>
                <a:gd name="T51" fmla="*/ 47 h 333"/>
                <a:gd name="T52" fmla="*/ 196 w 253"/>
                <a:gd name="T53" fmla="*/ 11 h 333"/>
                <a:gd name="T54" fmla="*/ 222 w 253"/>
                <a:gd name="T55" fmla="*/ 83 h 333"/>
                <a:gd name="T56" fmla="*/ 222 w 253"/>
                <a:gd name="T57" fmla="*/ 83 h 333"/>
                <a:gd name="T58" fmla="*/ 214 w 253"/>
                <a:gd name="T59" fmla="*/ 92 h 333"/>
                <a:gd name="T60" fmla="*/ 185 w 253"/>
                <a:gd name="T61" fmla="*/ 117 h 333"/>
                <a:gd name="T62" fmla="*/ 158 w 253"/>
                <a:gd name="T63" fmla="*/ 168 h 333"/>
                <a:gd name="T64" fmla="*/ 149 w 253"/>
                <a:gd name="T65" fmla="*/ 232 h 333"/>
                <a:gd name="T66" fmla="*/ 156 w 253"/>
                <a:gd name="T67" fmla="*/ 288 h 333"/>
                <a:gd name="T68" fmla="*/ 159 w 253"/>
                <a:gd name="T69" fmla="*/ 302 h 333"/>
                <a:gd name="T70" fmla="*/ 130 w 253"/>
                <a:gd name="T71" fmla="*/ 291 h 333"/>
                <a:gd name="T72" fmla="*/ 112 w 253"/>
                <a:gd name="T73" fmla="*/ 272 h 333"/>
                <a:gd name="T74" fmla="*/ 93 w 253"/>
                <a:gd name="T75" fmla="*/ 223 h 333"/>
                <a:gd name="T76" fmla="*/ 67 w 253"/>
                <a:gd name="T77" fmla="*/ 164 h 333"/>
                <a:gd name="T78" fmla="*/ 40 w 253"/>
                <a:gd name="T79" fmla="*/ 116 h 333"/>
                <a:gd name="T80" fmla="*/ 30 w 253"/>
                <a:gd name="T81" fmla="*/ 85 h 333"/>
                <a:gd name="T82" fmla="*/ 38 w 253"/>
                <a:gd name="T83" fmla="*/ 62 h 333"/>
                <a:gd name="T84" fmla="*/ 26 w 253"/>
                <a:gd name="T85" fmla="*/ 54 h 333"/>
                <a:gd name="T86" fmla="*/ 38 w 253"/>
                <a:gd name="T87" fmla="*/ 62 h 333"/>
                <a:gd name="T88" fmla="*/ 73 w 253"/>
                <a:gd name="T89" fmla="*/ 37 h 333"/>
                <a:gd name="T90" fmla="*/ 129 w 253"/>
                <a:gd name="T91" fmla="*/ 29 h 333"/>
                <a:gd name="T92" fmla="*/ 186 w 253"/>
                <a:gd name="T93" fmla="*/ 39 h 333"/>
                <a:gd name="T94" fmla="*/ 218 w 253"/>
                <a:gd name="T95" fmla="*/ 61 h 333"/>
                <a:gd name="T96" fmla="*/ 224 w 253"/>
                <a:gd name="T97" fmla="*/ 78 h 333"/>
                <a:gd name="T98" fmla="*/ 222 w 253"/>
                <a:gd name="T99" fmla="*/ 83 h 3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53" h="333">
                  <a:moveTo>
                    <a:pt x="196" y="11"/>
                  </a:moveTo>
                  <a:lnTo>
                    <a:pt x="196" y="11"/>
                  </a:lnTo>
                  <a:cubicBezTo>
                    <a:pt x="177" y="3"/>
                    <a:pt x="152" y="0"/>
                    <a:pt x="129" y="0"/>
                  </a:cubicBezTo>
                  <a:cubicBezTo>
                    <a:pt x="105" y="0"/>
                    <a:pt x="84" y="3"/>
                    <a:pt x="63" y="10"/>
                  </a:cubicBezTo>
                  <a:cubicBezTo>
                    <a:pt x="44" y="18"/>
                    <a:pt x="24" y="29"/>
                    <a:pt x="14" y="46"/>
                  </a:cubicBezTo>
                  <a:lnTo>
                    <a:pt x="14" y="46"/>
                  </a:lnTo>
                  <a:lnTo>
                    <a:pt x="14" y="46"/>
                  </a:lnTo>
                  <a:lnTo>
                    <a:pt x="14" y="46"/>
                  </a:lnTo>
                  <a:lnTo>
                    <a:pt x="14" y="46"/>
                  </a:lnTo>
                  <a:cubicBezTo>
                    <a:pt x="5" y="59"/>
                    <a:pt x="0" y="72"/>
                    <a:pt x="0" y="85"/>
                  </a:cubicBezTo>
                  <a:cubicBezTo>
                    <a:pt x="0" y="100"/>
                    <a:pt x="5" y="116"/>
                    <a:pt x="14" y="129"/>
                  </a:cubicBezTo>
                  <a:cubicBezTo>
                    <a:pt x="20" y="144"/>
                    <a:pt x="31" y="159"/>
                    <a:pt x="42" y="179"/>
                  </a:cubicBezTo>
                  <a:cubicBezTo>
                    <a:pt x="60" y="207"/>
                    <a:pt x="67" y="243"/>
                    <a:pt x="82" y="275"/>
                  </a:cubicBezTo>
                  <a:cubicBezTo>
                    <a:pt x="89" y="290"/>
                    <a:pt x="99" y="305"/>
                    <a:pt x="114" y="316"/>
                  </a:cubicBezTo>
                  <a:cubicBezTo>
                    <a:pt x="129" y="327"/>
                    <a:pt x="148" y="332"/>
                    <a:pt x="171" y="332"/>
                  </a:cubicBezTo>
                  <a:cubicBezTo>
                    <a:pt x="174" y="332"/>
                    <a:pt x="175" y="332"/>
                    <a:pt x="178" y="331"/>
                  </a:cubicBezTo>
                  <a:cubicBezTo>
                    <a:pt x="182" y="330"/>
                    <a:pt x="186" y="327"/>
                    <a:pt x="189" y="323"/>
                  </a:cubicBezTo>
                  <a:cubicBezTo>
                    <a:pt x="191" y="319"/>
                    <a:pt x="192" y="316"/>
                    <a:pt x="192" y="313"/>
                  </a:cubicBezTo>
                  <a:cubicBezTo>
                    <a:pt x="191" y="308"/>
                    <a:pt x="191" y="304"/>
                    <a:pt x="189" y="298"/>
                  </a:cubicBezTo>
                  <a:cubicBezTo>
                    <a:pt x="185" y="284"/>
                    <a:pt x="178" y="264"/>
                    <a:pt x="178" y="232"/>
                  </a:cubicBezTo>
                  <a:cubicBezTo>
                    <a:pt x="178" y="216"/>
                    <a:pt x="180" y="196"/>
                    <a:pt x="186" y="175"/>
                  </a:cubicBezTo>
                  <a:cubicBezTo>
                    <a:pt x="189" y="161"/>
                    <a:pt x="195" y="151"/>
                    <a:pt x="202" y="143"/>
                  </a:cubicBezTo>
                  <a:cubicBezTo>
                    <a:pt x="210" y="132"/>
                    <a:pt x="221" y="124"/>
                    <a:pt x="230" y="116"/>
                  </a:cubicBezTo>
                  <a:cubicBezTo>
                    <a:pt x="236" y="111"/>
                    <a:pt x="241" y="107"/>
                    <a:pt x="245" y="102"/>
                  </a:cubicBezTo>
                  <a:cubicBezTo>
                    <a:pt x="250" y="95"/>
                    <a:pt x="252" y="87"/>
                    <a:pt x="252" y="78"/>
                  </a:cubicBezTo>
                  <a:cubicBezTo>
                    <a:pt x="252" y="69"/>
                    <a:pt x="250" y="59"/>
                    <a:pt x="244" y="47"/>
                  </a:cubicBezTo>
                  <a:cubicBezTo>
                    <a:pt x="234" y="29"/>
                    <a:pt x="217" y="18"/>
                    <a:pt x="196" y="11"/>
                  </a:cubicBezTo>
                  <a:close/>
                  <a:moveTo>
                    <a:pt x="222" y="83"/>
                  </a:moveTo>
                  <a:lnTo>
                    <a:pt x="222" y="83"/>
                  </a:lnTo>
                  <a:cubicBezTo>
                    <a:pt x="221" y="85"/>
                    <a:pt x="219" y="88"/>
                    <a:pt x="214" y="92"/>
                  </a:cubicBezTo>
                  <a:cubicBezTo>
                    <a:pt x="207" y="98"/>
                    <a:pt x="196" y="105"/>
                    <a:pt x="185" y="117"/>
                  </a:cubicBezTo>
                  <a:cubicBezTo>
                    <a:pt x="174" y="128"/>
                    <a:pt x="164" y="144"/>
                    <a:pt x="158" y="168"/>
                  </a:cubicBezTo>
                  <a:cubicBezTo>
                    <a:pt x="151" y="192"/>
                    <a:pt x="149" y="214"/>
                    <a:pt x="149" y="232"/>
                  </a:cubicBezTo>
                  <a:cubicBezTo>
                    <a:pt x="149" y="256"/>
                    <a:pt x="152" y="275"/>
                    <a:pt x="156" y="288"/>
                  </a:cubicBezTo>
                  <a:cubicBezTo>
                    <a:pt x="158" y="294"/>
                    <a:pt x="159" y="298"/>
                    <a:pt x="159" y="302"/>
                  </a:cubicBezTo>
                  <a:cubicBezTo>
                    <a:pt x="147" y="301"/>
                    <a:pt x="137" y="297"/>
                    <a:pt x="130" y="291"/>
                  </a:cubicBezTo>
                  <a:cubicBezTo>
                    <a:pt x="123" y="287"/>
                    <a:pt x="118" y="280"/>
                    <a:pt x="112" y="272"/>
                  </a:cubicBezTo>
                  <a:cubicBezTo>
                    <a:pt x="105" y="258"/>
                    <a:pt x="100" y="242"/>
                    <a:pt x="93" y="223"/>
                  </a:cubicBezTo>
                  <a:cubicBezTo>
                    <a:pt x="86" y="203"/>
                    <a:pt x="79" y="183"/>
                    <a:pt x="67" y="164"/>
                  </a:cubicBezTo>
                  <a:cubicBezTo>
                    <a:pt x="56" y="144"/>
                    <a:pt x="46" y="129"/>
                    <a:pt x="40" y="116"/>
                  </a:cubicBezTo>
                  <a:cubicBezTo>
                    <a:pt x="33" y="103"/>
                    <a:pt x="29" y="94"/>
                    <a:pt x="30" y="85"/>
                  </a:cubicBezTo>
                  <a:cubicBezTo>
                    <a:pt x="30" y="78"/>
                    <a:pt x="31" y="72"/>
                    <a:pt x="38" y="62"/>
                  </a:cubicBezTo>
                  <a:cubicBezTo>
                    <a:pt x="26" y="54"/>
                    <a:pt x="26" y="54"/>
                    <a:pt x="26" y="54"/>
                  </a:cubicBezTo>
                  <a:cubicBezTo>
                    <a:pt x="38" y="62"/>
                    <a:pt x="38" y="62"/>
                    <a:pt x="38" y="62"/>
                  </a:cubicBezTo>
                  <a:cubicBezTo>
                    <a:pt x="44" y="52"/>
                    <a:pt x="57" y="44"/>
                    <a:pt x="73" y="37"/>
                  </a:cubicBezTo>
                  <a:cubicBezTo>
                    <a:pt x="89" y="32"/>
                    <a:pt x="110" y="29"/>
                    <a:pt x="129" y="29"/>
                  </a:cubicBezTo>
                  <a:cubicBezTo>
                    <a:pt x="149" y="29"/>
                    <a:pt x="170" y="32"/>
                    <a:pt x="186" y="39"/>
                  </a:cubicBezTo>
                  <a:cubicBezTo>
                    <a:pt x="203" y="44"/>
                    <a:pt x="214" y="54"/>
                    <a:pt x="218" y="61"/>
                  </a:cubicBezTo>
                  <a:cubicBezTo>
                    <a:pt x="222" y="70"/>
                    <a:pt x="224" y="76"/>
                    <a:pt x="224" y="78"/>
                  </a:cubicBezTo>
                  <a:cubicBezTo>
                    <a:pt x="224" y="80"/>
                    <a:pt x="222" y="81"/>
                    <a:pt x="222" y="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8" name="Freeform 170">
              <a:extLst>
                <a:ext uri="{FF2B5EF4-FFF2-40B4-BE49-F238E27FC236}">
                  <a16:creationId xmlns:a16="http://schemas.microsoft.com/office/drawing/2014/main" id="{97C274C0-14ED-F88E-4A49-D7CF07D8C999}"/>
                </a:ext>
              </a:extLst>
            </p:cNvPr>
            <p:cNvSpPr>
              <a:spLocks noChangeArrowheads="1"/>
            </p:cNvSpPr>
            <p:nvPr/>
          </p:nvSpPr>
          <p:spPr bwMode="auto">
            <a:xfrm>
              <a:off x="219075" y="46561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9" name="Freeform 171">
              <a:extLst>
                <a:ext uri="{FF2B5EF4-FFF2-40B4-BE49-F238E27FC236}">
                  <a16:creationId xmlns:a16="http://schemas.microsoft.com/office/drawing/2014/main" id="{B6E156DA-FD73-8842-DF7F-DD2632CA1EF6}"/>
                </a:ext>
              </a:extLst>
            </p:cNvPr>
            <p:cNvSpPr>
              <a:spLocks noChangeArrowheads="1"/>
            </p:cNvSpPr>
            <p:nvPr/>
          </p:nvSpPr>
          <p:spPr bwMode="auto">
            <a:xfrm>
              <a:off x="266700" y="45862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0" name="Freeform 172">
            <a:extLst>
              <a:ext uri="{FF2B5EF4-FFF2-40B4-BE49-F238E27FC236}">
                <a16:creationId xmlns:a16="http://schemas.microsoft.com/office/drawing/2014/main" id="{8D7A14D4-3110-FFF1-41D4-6072895F2ECD}"/>
              </a:ext>
            </a:extLst>
          </p:cNvPr>
          <p:cNvSpPr>
            <a:spLocks noChangeArrowheads="1"/>
          </p:cNvSpPr>
          <p:nvPr/>
        </p:nvSpPr>
        <p:spPr bwMode="auto">
          <a:xfrm>
            <a:off x="1706686" y="4169991"/>
            <a:ext cx="252413" cy="244475"/>
          </a:xfrm>
          <a:custGeom>
            <a:avLst/>
            <a:gdLst>
              <a:gd name="T0" fmla="*/ 517 w 703"/>
              <a:gd name="T1" fmla="*/ 147 h 679"/>
              <a:gd name="T2" fmla="*/ 499 w 703"/>
              <a:gd name="T3" fmla="*/ 156 h 679"/>
              <a:gd name="T4" fmla="*/ 483 w 703"/>
              <a:gd name="T5" fmla="*/ 186 h 679"/>
              <a:gd name="T6" fmla="*/ 366 w 703"/>
              <a:gd name="T7" fmla="*/ 145 h 679"/>
              <a:gd name="T8" fmla="*/ 146 w 703"/>
              <a:gd name="T9" fmla="*/ 365 h 679"/>
              <a:gd name="T10" fmla="*/ 336 w 703"/>
              <a:gd name="T11" fmla="*/ 561 h 679"/>
              <a:gd name="T12" fmla="*/ 454 w 703"/>
              <a:gd name="T13" fmla="*/ 518 h 679"/>
              <a:gd name="T14" fmla="*/ 506 w 703"/>
              <a:gd name="T15" fmla="*/ 545 h 679"/>
              <a:gd name="T16" fmla="*/ 560 w 703"/>
              <a:gd name="T17" fmla="*/ 572 h 679"/>
              <a:gd name="T18" fmla="*/ 675 w 703"/>
              <a:gd name="T19" fmla="*/ 488 h 679"/>
              <a:gd name="T20" fmla="*/ 675 w 703"/>
              <a:gd name="T21" fmla="*/ 214 h 679"/>
              <a:gd name="T22" fmla="*/ 599 w 703"/>
              <a:gd name="T23" fmla="*/ 103 h 679"/>
              <a:gd name="T24" fmla="*/ 488 w 703"/>
              <a:gd name="T25" fmla="*/ 27 h 679"/>
              <a:gd name="T26" fmla="*/ 215 w 703"/>
              <a:gd name="T27" fmla="*/ 27 h 679"/>
              <a:gd name="T28" fmla="*/ 102 w 703"/>
              <a:gd name="T29" fmla="*/ 103 h 679"/>
              <a:gd name="T30" fmla="*/ 27 w 703"/>
              <a:gd name="T31" fmla="*/ 214 h 679"/>
              <a:gd name="T32" fmla="*/ 27 w 703"/>
              <a:gd name="T33" fmla="*/ 487 h 679"/>
              <a:gd name="T34" fmla="*/ 102 w 703"/>
              <a:gd name="T35" fmla="*/ 599 h 679"/>
              <a:gd name="T36" fmla="*/ 234 w 703"/>
              <a:gd name="T37" fmla="*/ 667 h 679"/>
              <a:gd name="T38" fmla="*/ 123 w 703"/>
              <a:gd name="T39" fmla="*/ 578 h 679"/>
              <a:gd name="T40" fmla="*/ 30 w 703"/>
              <a:gd name="T41" fmla="*/ 351 h 679"/>
              <a:gd name="T42" fmla="*/ 123 w 703"/>
              <a:gd name="T43" fmla="*/ 123 h 679"/>
              <a:gd name="T44" fmla="*/ 351 w 703"/>
              <a:gd name="T45" fmla="*/ 28 h 679"/>
              <a:gd name="T46" fmla="*/ 579 w 703"/>
              <a:gd name="T47" fmla="*/ 123 h 679"/>
              <a:gd name="T48" fmla="*/ 673 w 703"/>
              <a:gd name="T49" fmla="*/ 351 h 679"/>
              <a:gd name="T50" fmla="*/ 609 w 703"/>
              <a:gd name="T51" fmla="*/ 521 h 679"/>
              <a:gd name="T52" fmla="*/ 544 w 703"/>
              <a:gd name="T53" fmla="*/ 539 h 679"/>
              <a:gd name="T54" fmla="*/ 509 w 703"/>
              <a:gd name="T55" fmla="*/ 458 h 679"/>
              <a:gd name="T56" fmla="*/ 527 w 703"/>
              <a:gd name="T57" fmla="*/ 164 h 679"/>
              <a:gd name="T58" fmla="*/ 436 w 703"/>
              <a:gd name="T59" fmla="*/ 495 h 679"/>
              <a:gd name="T60" fmla="*/ 370 w 703"/>
              <a:gd name="T61" fmla="*/ 527 h 679"/>
              <a:gd name="T62" fmla="*/ 226 w 703"/>
              <a:gd name="T63" fmla="*/ 484 h 679"/>
              <a:gd name="T64" fmla="*/ 240 w 703"/>
              <a:gd name="T65" fmla="*/ 219 h 679"/>
              <a:gd name="T66" fmla="*/ 446 w 703"/>
              <a:gd name="T67" fmla="*/ 197 h 679"/>
              <a:gd name="T68" fmla="*/ 479 w 703"/>
              <a:gd name="T69" fmla="*/ 225 h 679"/>
              <a:gd name="T70" fmla="*/ 481 w 703"/>
              <a:gd name="T71" fmla="*/ 233 h 679"/>
              <a:gd name="T72" fmla="*/ 479 w 703"/>
              <a:gd name="T73" fmla="*/ 444 h 679"/>
              <a:gd name="T74" fmla="*/ 436 w 703"/>
              <a:gd name="T75" fmla="*/ 495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03" h="679">
                <a:moveTo>
                  <a:pt x="517" y="147"/>
                </a:moveTo>
                <a:lnTo>
                  <a:pt x="517" y="147"/>
                </a:lnTo>
                <a:cubicBezTo>
                  <a:pt x="510" y="144"/>
                  <a:pt x="501" y="148"/>
                  <a:pt x="499" y="156"/>
                </a:cubicBezTo>
                <a:lnTo>
                  <a:pt x="499" y="156"/>
                </a:lnTo>
                <a:cubicBezTo>
                  <a:pt x="495" y="167"/>
                  <a:pt x="491" y="179"/>
                  <a:pt x="488" y="192"/>
                </a:cubicBezTo>
                <a:cubicBezTo>
                  <a:pt x="487" y="190"/>
                  <a:pt x="484" y="188"/>
                  <a:pt x="483" y="186"/>
                </a:cubicBezTo>
                <a:cubicBezTo>
                  <a:pt x="468" y="175"/>
                  <a:pt x="450" y="166"/>
                  <a:pt x="429" y="157"/>
                </a:cubicBezTo>
                <a:cubicBezTo>
                  <a:pt x="410" y="151"/>
                  <a:pt x="388" y="145"/>
                  <a:pt x="366" y="145"/>
                </a:cubicBezTo>
                <a:cubicBezTo>
                  <a:pt x="319" y="145"/>
                  <a:pt x="264" y="160"/>
                  <a:pt x="222" y="196"/>
                </a:cubicBezTo>
                <a:cubicBezTo>
                  <a:pt x="178" y="232"/>
                  <a:pt x="146" y="288"/>
                  <a:pt x="146" y="365"/>
                </a:cubicBezTo>
                <a:cubicBezTo>
                  <a:pt x="146" y="421"/>
                  <a:pt x="170" y="469"/>
                  <a:pt x="205" y="505"/>
                </a:cubicBezTo>
                <a:cubicBezTo>
                  <a:pt x="241" y="539"/>
                  <a:pt x="288" y="561"/>
                  <a:pt x="336" y="561"/>
                </a:cubicBezTo>
                <a:cubicBezTo>
                  <a:pt x="351" y="561"/>
                  <a:pt x="365" y="560"/>
                  <a:pt x="380" y="554"/>
                </a:cubicBezTo>
                <a:cubicBezTo>
                  <a:pt x="409" y="546"/>
                  <a:pt x="433" y="535"/>
                  <a:pt x="454" y="518"/>
                </a:cubicBezTo>
                <a:cubicBezTo>
                  <a:pt x="465" y="510"/>
                  <a:pt x="476" y="501"/>
                  <a:pt x="484" y="488"/>
                </a:cubicBezTo>
                <a:cubicBezTo>
                  <a:pt x="490" y="513"/>
                  <a:pt x="496" y="531"/>
                  <a:pt x="506" y="545"/>
                </a:cubicBezTo>
                <a:cubicBezTo>
                  <a:pt x="513" y="554"/>
                  <a:pt x="521" y="561"/>
                  <a:pt x="531" y="565"/>
                </a:cubicBezTo>
                <a:cubicBezTo>
                  <a:pt x="539" y="571"/>
                  <a:pt x="550" y="572"/>
                  <a:pt x="560" y="572"/>
                </a:cubicBezTo>
                <a:cubicBezTo>
                  <a:pt x="584" y="572"/>
                  <a:pt x="608" y="560"/>
                  <a:pt x="627" y="543"/>
                </a:cubicBezTo>
                <a:cubicBezTo>
                  <a:pt x="647" y="528"/>
                  <a:pt x="664" y="507"/>
                  <a:pt x="675" y="488"/>
                </a:cubicBezTo>
                <a:cubicBezTo>
                  <a:pt x="697" y="447"/>
                  <a:pt x="702" y="398"/>
                  <a:pt x="702" y="351"/>
                </a:cubicBezTo>
                <a:cubicBezTo>
                  <a:pt x="702" y="302"/>
                  <a:pt x="693" y="256"/>
                  <a:pt x="675" y="214"/>
                </a:cubicBezTo>
                <a:lnTo>
                  <a:pt x="675" y="214"/>
                </a:lnTo>
                <a:cubicBezTo>
                  <a:pt x="657" y="171"/>
                  <a:pt x="632" y="134"/>
                  <a:pt x="599" y="103"/>
                </a:cubicBezTo>
                <a:cubicBezTo>
                  <a:pt x="568" y="70"/>
                  <a:pt x="531" y="45"/>
                  <a:pt x="488" y="27"/>
                </a:cubicBezTo>
                <a:lnTo>
                  <a:pt x="488" y="27"/>
                </a:lnTo>
                <a:cubicBezTo>
                  <a:pt x="446" y="9"/>
                  <a:pt x="400" y="0"/>
                  <a:pt x="351" y="0"/>
                </a:cubicBezTo>
                <a:cubicBezTo>
                  <a:pt x="303" y="0"/>
                  <a:pt x="256" y="9"/>
                  <a:pt x="215" y="27"/>
                </a:cubicBezTo>
                <a:lnTo>
                  <a:pt x="215" y="27"/>
                </a:lnTo>
                <a:cubicBezTo>
                  <a:pt x="172" y="45"/>
                  <a:pt x="135" y="70"/>
                  <a:pt x="102" y="103"/>
                </a:cubicBezTo>
                <a:cubicBezTo>
                  <a:pt x="71" y="134"/>
                  <a:pt x="46" y="171"/>
                  <a:pt x="27" y="214"/>
                </a:cubicBezTo>
                <a:lnTo>
                  <a:pt x="27" y="214"/>
                </a:lnTo>
                <a:cubicBezTo>
                  <a:pt x="11" y="256"/>
                  <a:pt x="0" y="302"/>
                  <a:pt x="0" y="351"/>
                </a:cubicBezTo>
                <a:cubicBezTo>
                  <a:pt x="0" y="399"/>
                  <a:pt x="11" y="446"/>
                  <a:pt x="27" y="487"/>
                </a:cubicBezTo>
                <a:lnTo>
                  <a:pt x="27" y="487"/>
                </a:lnTo>
                <a:cubicBezTo>
                  <a:pt x="46" y="529"/>
                  <a:pt x="71" y="567"/>
                  <a:pt x="102" y="599"/>
                </a:cubicBezTo>
                <a:cubicBezTo>
                  <a:pt x="135" y="631"/>
                  <a:pt x="172" y="656"/>
                  <a:pt x="215" y="674"/>
                </a:cubicBezTo>
                <a:cubicBezTo>
                  <a:pt x="222" y="678"/>
                  <a:pt x="230" y="674"/>
                  <a:pt x="234" y="667"/>
                </a:cubicBezTo>
                <a:cubicBezTo>
                  <a:pt x="237" y="658"/>
                  <a:pt x="233" y="650"/>
                  <a:pt x="226" y="648"/>
                </a:cubicBezTo>
                <a:cubicBezTo>
                  <a:pt x="188" y="631"/>
                  <a:pt x="153" y="608"/>
                  <a:pt x="123" y="578"/>
                </a:cubicBezTo>
                <a:cubicBezTo>
                  <a:pt x="94" y="549"/>
                  <a:pt x="71" y="514"/>
                  <a:pt x="54" y="476"/>
                </a:cubicBezTo>
                <a:cubicBezTo>
                  <a:pt x="38" y="438"/>
                  <a:pt x="30" y="395"/>
                  <a:pt x="30" y="351"/>
                </a:cubicBezTo>
                <a:cubicBezTo>
                  <a:pt x="30" y="306"/>
                  <a:pt x="38" y="263"/>
                  <a:pt x="54" y="225"/>
                </a:cubicBezTo>
                <a:cubicBezTo>
                  <a:pt x="71" y="186"/>
                  <a:pt x="94" y="152"/>
                  <a:pt x="123" y="123"/>
                </a:cubicBezTo>
                <a:cubicBezTo>
                  <a:pt x="153" y="93"/>
                  <a:pt x="188" y="70"/>
                  <a:pt x="226" y="53"/>
                </a:cubicBezTo>
                <a:cubicBezTo>
                  <a:pt x="264" y="37"/>
                  <a:pt x="307" y="28"/>
                  <a:pt x="351" y="28"/>
                </a:cubicBezTo>
                <a:cubicBezTo>
                  <a:pt x="396" y="28"/>
                  <a:pt x="439" y="37"/>
                  <a:pt x="477" y="53"/>
                </a:cubicBezTo>
                <a:cubicBezTo>
                  <a:pt x="516" y="70"/>
                  <a:pt x="550" y="93"/>
                  <a:pt x="579" y="123"/>
                </a:cubicBezTo>
                <a:cubicBezTo>
                  <a:pt x="608" y="152"/>
                  <a:pt x="632" y="186"/>
                  <a:pt x="649" y="225"/>
                </a:cubicBezTo>
                <a:cubicBezTo>
                  <a:pt x="665" y="263"/>
                  <a:pt x="673" y="306"/>
                  <a:pt x="673" y="351"/>
                </a:cubicBezTo>
                <a:cubicBezTo>
                  <a:pt x="673" y="396"/>
                  <a:pt x="668" y="440"/>
                  <a:pt x="649" y="475"/>
                </a:cubicBezTo>
                <a:cubicBezTo>
                  <a:pt x="641" y="490"/>
                  <a:pt x="625" y="507"/>
                  <a:pt x="609" y="521"/>
                </a:cubicBezTo>
                <a:cubicBezTo>
                  <a:pt x="593" y="535"/>
                  <a:pt x="573" y="543"/>
                  <a:pt x="560" y="543"/>
                </a:cubicBezTo>
                <a:cubicBezTo>
                  <a:pt x="554" y="543"/>
                  <a:pt x="549" y="542"/>
                  <a:pt x="544" y="539"/>
                </a:cubicBezTo>
                <a:cubicBezTo>
                  <a:pt x="538" y="536"/>
                  <a:pt x="531" y="529"/>
                  <a:pt x="524" y="516"/>
                </a:cubicBezTo>
                <a:cubicBezTo>
                  <a:pt x="517" y="503"/>
                  <a:pt x="512" y="484"/>
                  <a:pt x="509" y="458"/>
                </a:cubicBezTo>
                <a:cubicBezTo>
                  <a:pt x="506" y="421"/>
                  <a:pt x="503" y="381"/>
                  <a:pt x="503" y="341"/>
                </a:cubicBezTo>
                <a:cubicBezTo>
                  <a:pt x="503" y="278"/>
                  <a:pt x="509" y="215"/>
                  <a:pt x="527" y="164"/>
                </a:cubicBezTo>
                <a:cubicBezTo>
                  <a:pt x="529" y="157"/>
                  <a:pt x="525" y="149"/>
                  <a:pt x="517" y="147"/>
                </a:cubicBezTo>
                <a:close/>
                <a:moveTo>
                  <a:pt x="436" y="495"/>
                </a:moveTo>
                <a:lnTo>
                  <a:pt x="436" y="495"/>
                </a:lnTo>
                <a:cubicBezTo>
                  <a:pt x="418" y="509"/>
                  <a:pt x="398" y="518"/>
                  <a:pt x="370" y="527"/>
                </a:cubicBezTo>
                <a:cubicBezTo>
                  <a:pt x="359" y="531"/>
                  <a:pt x="348" y="532"/>
                  <a:pt x="336" y="532"/>
                </a:cubicBezTo>
                <a:cubicBezTo>
                  <a:pt x="297" y="532"/>
                  <a:pt x="256" y="514"/>
                  <a:pt x="226" y="484"/>
                </a:cubicBezTo>
                <a:cubicBezTo>
                  <a:pt x="196" y="454"/>
                  <a:pt x="175" y="411"/>
                  <a:pt x="175" y="365"/>
                </a:cubicBezTo>
                <a:cubicBezTo>
                  <a:pt x="177" y="296"/>
                  <a:pt x="203" y="249"/>
                  <a:pt x="240" y="219"/>
                </a:cubicBezTo>
                <a:cubicBezTo>
                  <a:pt x="277" y="189"/>
                  <a:pt x="325" y="175"/>
                  <a:pt x="366" y="175"/>
                </a:cubicBezTo>
                <a:cubicBezTo>
                  <a:pt x="392" y="174"/>
                  <a:pt x="422" y="184"/>
                  <a:pt x="446" y="197"/>
                </a:cubicBezTo>
                <a:cubicBezTo>
                  <a:pt x="457" y="203"/>
                  <a:pt x="466" y="210"/>
                  <a:pt x="473" y="216"/>
                </a:cubicBezTo>
                <a:cubicBezTo>
                  <a:pt x="476" y="221"/>
                  <a:pt x="477" y="223"/>
                  <a:pt x="479" y="225"/>
                </a:cubicBezTo>
                <a:cubicBezTo>
                  <a:pt x="480" y="227"/>
                  <a:pt x="480" y="229"/>
                  <a:pt x="480" y="230"/>
                </a:cubicBezTo>
                <a:cubicBezTo>
                  <a:pt x="480" y="232"/>
                  <a:pt x="481" y="232"/>
                  <a:pt x="481" y="233"/>
                </a:cubicBezTo>
                <a:cubicBezTo>
                  <a:pt x="476" y="269"/>
                  <a:pt x="474" y="304"/>
                  <a:pt x="474" y="341"/>
                </a:cubicBezTo>
                <a:cubicBezTo>
                  <a:pt x="474" y="377"/>
                  <a:pt x="476" y="411"/>
                  <a:pt x="479" y="444"/>
                </a:cubicBezTo>
                <a:cubicBezTo>
                  <a:pt x="479" y="446"/>
                  <a:pt x="477" y="446"/>
                  <a:pt x="477" y="446"/>
                </a:cubicBezTo>
                <a:cubicBezTo>
                  <a:pt x="468" y="466"/>
                  <a:pt x="454" y="483"/>
                  <a:pt x="436" y="495"/>
                </a:cubicBezTo>
                <a:close/>
              </a:path>
            </a:pathLst>
          </a:custGeom>
          <a:solidFill>
            <a:schemeClr val="accent4"/>
          </a:solidFill>
          <a:ln>
            <a:noFill/>
          </a:ln>
          <a:effectLst/>
        </p:spPr>
        <p:txBody>
          <a:bodyPr wrap="none" anchor="ctr"/>
          <a:lstStyle/>
          <a:p>
            <a:endParaRPr lang="da-DK"/>
          </a:p>
        </p:txBody>
      </p:sp>
      <p:grpSp>
        <p:nvGrpSpPr>
          <p:cNvPr id="211" name="Group 214">
            <a:extLst>
              <a:ext uri="{FF2B5EF4-FFF2-40B4-BE49-F238E27FC236}">
                <a16:creationId xmlns:a16="http://schemas.microsoft.com/office/drawing/2014/main" id="{039DBE83-4092-6ECA-65A8-DBCE59A51C5C}"/>
              </a:ext>
            </a:extLst>
          </p:cNvPr>
          <p:cNvGrpSpPr/>
          <p:nvPr/>
        </p:nvGrpSpPr>
        <p:grpSpPr>
          <a:xfrm>
            <a:off x="2244849" y="4168403"/>
            <a:ext cx="190500" cy="247650"/>
            <a:chOff x="1103313" y="4491038"/>
            <a:chExt cx="190500" cy="247650"/>
          </a:xfrm>
          <a:solidFill>
            <a:schemeClr val="accent4"/>
          </a:solidFill>
        </p:grpSpPr>
        <p:sp>
          <p:nvSpPr>
            <p:cNvPr id="212" name="Freeform 173">
              <a:extLst>
                <a:ext uri="{FF2B5EF4-FFF2-40B4-BE49-F238E27FC236}">
                  <a16:creationId xmlns:a16="http://schemas.microsoft.com/office/drawing/2014/main" id="{4F656268-A1D0-F208-7F0C-74F660220552}"/>
                </a:ext>
              </a:extLst>
            </p:cNvPr>
            <p:cNvSpPr>
              <a:spLocks noChangeArrowheads="1"/>
            </p:cNvSpPr>
            <p:nvPr/>
          </p:nvSpPr>
          <p:spPr bwMode="auto">
            <a:xfrm>
              <a:off x="1103313" y="4491038"/>
              <a:ext cx="190500" cy="247650"/>
            </a:xfrm>
            <a:custGeom>
              <a:avLst/>
              <a:gdLst>
                <a:gd name="T0" fmla="*/ 29 w 528"/>
                <a:gd name="T1" fmla="*/ 383 h 690"/>
                <a:gd name="T2" fmla="*/ 29 w 528"/>
                <a:gd name="T3" fmla="*/ 383 h 690"/>
                <a:gd name="T4" fmla="*/ 232 w 528"/>
                <a:gd name="T5" fmla="*/ 675 h 690"/>
                <a:gd name="T6" fmla="*/ 264 w 528"/>
                <a:gd name="T7" fmla="*/ 689 h 690"/>
                <a:gd name="T8" fmla="*/ 296 w 528"/>
                <a:gd name="T9" fmla="*/ 675 h 690"/>
                <a:gd name="T10" fmla="*/ 434 w 528"/>
                <a:gd name="T11" fmla="*/ 501 h 690"/>
                <a:gd name="T12" fmla="*/ 500 w 528"/>
                <a:gd name="T13" fmla="*/ 383 h 690"/>
                <a:gd name="T14" fmla="*/ 527 w 528"/>
                <a:gd name="T15" fmla="*/ 260 h 690"/>
                <a:gd name="T16" fmla="*/ 450 w 528"/>
                <a:gd name="T17" fmla="*/ 75 h 690"/>
                <a:gd name="T18" fmla="*/ 264 w 528"/>
                <a:gd name="T19" fmla="*/ 0 h 690"/>
                <a:gd name="T20" fmla="*/ 78 w 528"/>
                <a:gd name="T21" fmla="*/ 75 h 690"/>
                <a:gd name="T22" fmla="*/ 0 w 528"/>
                <a:gd name="T23" fmla="*/ 260 h 690"/>
                <a:gd name="T24" fmla="*/ 0 w 528"/>
                <a:gd name="T25" fmla="*/ 260 h 690"/>
                <a:gd name="T26" fmla="*/ 0 w 528"/>
                <a:gd name="T27" fmla="*/ 260 h 690"/>
                <a:gd name="T28" fmla="*/ 0 w 528"/>
                <a:gd name="T29" fmla="*/ 260 h 690"/>
                <a:gd name="T30" fmla="*/ 0 w 528"/>
                <a:gd name="T31" fmla="*/ 260 h 690"/>
                <a:gd name="T32" fmla="*/ 0 w 528"/>
                <a:gd name="T33" fmla="*/ 260 h 690"/>
                <a:gd name="T34" fmla="*/ 29 w 528"/>
                <a:gd name="T35" fmla="*/ 383 h 690"/>
                <a:gd name="T36" fmla="*/ 99 w 528"/>
                <a:gd name="T37" fmla="*/ 96 h 690"/>
                <a:gd name="T38" fmla="*/ 99 w 528"/>
                <a:gd name="T39" fmla="*/ 96 h 690"/>
                <a:gd name="T40" fmla="*/ 264 w 528"/>
                <a:gd name="T41" fmla="*/ 28 h 690"/>
                <a:gd name="T42" fmla="*/ 430 w 528"/>
                <a:gd name="T43" fmla="*/ 96 h 690"/>
                <a:gd name="T44" fmla="*/ 498 w 528"/>
                <a:gd name="T45" fmla="*/ 260 h 690"/>
                <a:gd name="T46" fmla="*/ 472 w 528"/>
                <a:gd name="T47" fmla="*/ 370 h 690"/>
                <a:gd name="T48" fmla="*/ 275 w 528"/>
                <a:gd name="T49" fmla="*/ 654 h 690"/>
                <a:gd name="T50" fmla="*/ 264 w 528"/>
                <a:gd name="T51" fmla="*/ 660 h 690"/>
                <a:gd name="T52" fmla="*/ 254 w 528"/>
                <a:gd name="T53" fmla="*/ 654 h 690"/>
                <a:gd name="T54" fmla="*/ 118 w 528"/>
                <a:gd name="T55" fmla="*/ 486 h 690"/>
                <a:gd name="T56" fmla="*/ 56 w 528"/>
                <a:gd name="T57" fmla="*/ 372 h 690"/>
                <a:gd name="T58" fmla="*/ 30 w 528"/>
                <a:gd name="T59" fmla="*/ 260 h 690"/>
                <a:gd name="T60" fmla="*/ 30 w 528"/>
                <a:gd name="T61" fmla="*/ 260 h 690"/>
                <a:gd name="T62" fmla="*/ 30 w 528"/>
                <a:gd name="T63" fmla="*/ 260 h 690"/>
                <a:gd name="T64" fmla="*/ 99 w 528"/>
                <a:gd name="T65" fmla="*/ 96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690">
                  <a:moveTo>
                    <a:pt x="29" y="383"/>
                  </a:moveTo>
                  <a:lnTo>
                    <a:pt x="29" y="383"/>
                  </a:lnTo>
                  <a:cubicBezTo>
                    <a:pt x="80" y="505"/>
                    <a:pt x="187" y="626"/>
                    <a:pt x="232" y="675"/>
                  </a:cubicBezTo>
                  <a:cubicBezTo>
                    <a:pt x="240" y="685"/>
                    <a:pt x="253" y="689"/>
                    <a:pt x="264" y="689"/>
                  </a:cubicBezTo>
                  <a:cubicBezTo>
                    <a:pt x="276" y="689"/>
                    <a:pt x="287" y="685"/>
                    <a:pt x="296" y="675"/>
                  </a:cubicBezTo>
                  <a:cubicBezTo>
                    <a:pt x="327" y="642"/>
                    <a:pt x="384" y="578"/>
                    <a:pt x="434" y="501"/>
                  </a:cubicBezTo>
                  <a:cubicBezTo>
                    <a:pt x="458" y="464"/>
                    <a:pt x="482" y="422"/>
                    <a:pt x="500" y="383"/>
                  </a:cubicBezTo>
                  <a:cubicBezTo>
                    <a:pt x="516" y="341"/>
                    <a:pt x="527" y="300"/>
                    <a:pt x="527" y="260"/>
                  </a:cubicBezTo>
                  <a:cubicBezTo>
                    <a:pt x="527" y="189"/>
                    <a:pt x="498" y="123"/>
                    <a:pt x="450" y="75"/>
                  </a:cubicBezTo>
                  <a:cubicBezTo>
                    <a:pt x="402" y="28"/>
                    <a:pt x="336" y="0"/>
                    <a:pt x="264" y="0"/>
                  </a:cubicBezTo>
                  <a:cubicBezTo>
                    <a:pt x="191" y="0"/>
                    <a:pt x="125" y="28"/>
                    <a:pt x="78" y="75"/>
                  </a:cubicBezTo>
                  <a:cubicBezTo>
                    <a:pt x="30" y="123"/>
                    <a:pt x="0" y="188"/>
                    <a:pt x="0" y="260"/>
                  </a:cubicBezTo>
                  <a:lnTo>
                    <a:pt x="0" y="260"/>
                  </a:lnTo>
                  <a:lnTo>
                    <a:pt x="0" y="260"/>
                  </a:lnTo>
                  <a:lnTo>
                    <a:pt x="0" y="260"/>
                  </a:lnTo>
                  <a:lnTo>
                    <a:pt x="0" y="260"/>
                  </a:lnTo>
                  <a:lnTo>
                    <a:pt x="0" y="260"/>
                  </a:lnTo>
                  <a:cubicBezTo>
                    <a:pt x="0" y="300"/>
                    <a:pt x="11" y="341"/>
                    <a:pt x="29" y="383"/>
                  </a:cubicBezTo>
                  <a:close/>
                  <a:moveTo>
                    <a:pt x="99" y="96"/>
                  </a:moveTo>
                  <a:lnTo>
                    <a:pt x="99" y="96"/>
                  </a:lnTo>
                  <a:cubicBezTo>
                    <a:pt x="141" y="55"/>
                    <a:pt x="199" y="28"/>
                    <a:pt x="264" y="28"/>
                  </a:cubicBezTo>
                  <a:cubicBezTo>
                    <a:pt x="329" y="28"/>
                    <a:pt x="387" y="55"/>
                    <a:pt x="430" y="96"/>
                  </a:cubicBezTo>
                  <a:cubicBezTo>
                    <a:pt x="472" y="138"/>
                    <a:pt x="498" y="196"/>
                    <a:pt x="498" y="260"/>
                  </a:cubicBezTo>
                  <a:cubicBezTo>
                    <a:pt x="498" y="295"/>
                    <a:pt x="489" y="332"/>
                    <a:pt x="472" y="370"/>
                  </a:cubicBezTo>
                  <a:cubicBezTo>
                    <a:pt x="424" y="487"/>
                    <a:pt x="320" y="606"/>
                    <a:pt x="275" y="654"/>
                  </a:cubicBezTo>
                  <a:cubicBezTo>
                    <a:pt x="272" y="658"/>
                    <a:pt x="268" y="660"/>
                    <a:pt x="264" y="660"/>
                  </a:cubicBezTo>
                  <a:cubicBezTo>
                    <a:pt x="261" y="660"/>
                    <a:pt x="257" y="658"/>
                    <a:pt x="254" y="654"/>
                  </a:cubicBezTo>
                  <a:cubicBezTo>
                    <a:pt x="224" y="623"/>
                    <a:pt x="167" y="560"/>
                    <a:pt x="118" y="486"/>
                  </a:cubicBezTo>
                  <a:cubicBezTo>
                    <a:pt x="95" y="448"/>
                    <a:pt x="71" y="410"/>
                    <a:pt x="56" y="372"/>
                  </a:cubicBezTo>
                  <a:cubicBezTo>
                    <a:pt x="40" y="333"/>
                    <a:pt x="30" y="295"/>
                    <a:pt x="30" y="260"/>
                  </a:cubicBezTo>
                  <a:lnTo>
                    <a:pt x="30" y="260"/>
                  </a:lnTo>
                  <a:lnTo>
                    <a:pt x="30" y="260"/>
                  </a:lnTo>
                  <a:cubicBezTo>
                    <a:pt x="30" y="196"/>
                    <a:pt x="56" y="138"/>
                    <a:pt x="99"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3" name="Freeform 174">
              <a:extLst>
                <a:ext uri="{FF2B5EF4-FFF2-40B4-BE49-F238E27FC236}">
                  <a16:creationId xmlns:a16="http://schemas.microsoft.com/office/drawing/2014/main" id="{E3811959-B096-0DBF-6777-C9850D6AA33B}"/>
                </a:ext>
              </a:extLst>
            </p:cNvPr>
            <p:cNvSpPr>
              <a:spLocks noChangeArrowheads="1"/>
            </p:cNvSpPr>
            <p:nvPr/>
          </p:nvSpPr>
          <p:spPr bwMode="auto">
            <a:xfrm>
              <a:off x="1150938" y="4540250"/>
              <a:ext cx="95250" cy="95250"/>
            </a:xfrm>
            <a:custGeom>
              <a:avLst/>
              <a:gdLst>
                <a:gd name="T0" fmla="*/ 132 w 264"/>
                <a:gd name="T1" fmla="*/ 263 h 264"/>
                <a:gd name="T2" fmla="*/ 132 w 264"/>
                <a:gd name="T3" fmla="*/ 263 h 264"/>
                <a:gd name="T4" fmla="*/ 263 w 264"/>
                <a:gd name="T5" fmla="*/ 132 h 264"/>
                <a:gd name="T6" fmla="*/ 132 w 264"/>
                <a:gd name="T7" fmla="*/ 0 h 264"/>
                <a:gd name="T8" fmla="*/ 0 w 264"/>
                <a:gd name="T9" fmla="*/ 132 h 264"/>
                <a:gd name="T10" fmla="*/ 132 w 264"/>
                <a:gd name="T11" fmla="*/ 263 h 264"/>
                <a:gd name="T12" fmla="*/ 60 w 264"/>
                <a:gd name="T13" fmla="*/ 59 h 264"/>
                <a:gd name="T14" fmla="*/ 60 w 264"/>
                <a:gd name="T15" fmla="*/ 59 h 264"/>
                <a:gd name="T16" fmla="*/ 132 w 264"/>
                <a:gd name="T17" fmla="*/ 29 h 264"/>
                <a:gd name="T18" fmla="*/ 204 w 264"/>
                <a:gd name="T19" fmla="*/ 59 h 264"/>
                <a:gd name="T20" fmla="*/ 234 w 264"/>
                <a:gd name="T21" fmla="*/ 132 h 264"/>
                <a:gd name="T22" fmla="*/ 204 w 264"/>
                <a:gd name="T23" fmla="*/ 204 h 264"/>
                <a:gd name="T24" fmla="*/ 132 w 264"/>
                <a:gd name="T25" fmla="*/ 234 h 264"/>
                <a:gd name="T26" fmla="*/ 60 w 264"/>
                <a:gd name="T27" fmla="*/ 204 h 264"/>
                <a:gd name="T28" fmla="*/ 30 w 264"/>
                <a:gd name="T29" fmla="*/ 132 h 264"/>
                <a:gd name="T30" fmla="*/ 60 w 264"/>
                <a:gd name="T31" fmla="*/ 59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2"/>
                  </a:cubicBezTo>
                  <a:cubicBezTo>
                    <a:pt x="263" y="59"/>
                    <a:pt x="204" y="0"/>
                    <a:pt x="132" y="0"/>
                  </a:cubicBezTo>
                  <a:cubicBezTo>
                    <a:pt x="59" y="0"/>
                    <a:pt x="0" y="59"/>
                    <a:pt x="0" y="132"/>
                  </a:cubicBezTo>
                  <a:cubicBezTo>
                    <a:pt x="0" y="204"/>
                    <a:pt x="59" y="263"/>
                    <a:pt x="132" y="263"/>
                  </a:cubicBezTo>
                  <a:close/>
                  <a:moveTo>
                    <a:pt x="60" y="59"/>
                  </a:moveTo>
                  <a:lnTo>
                    <a:pt x="60" y="59"/>
                  </a:lnTo>
                  <a:cubicBezTo>
                    <a:pt x="78" y="41"/>
                    <a:pt x="104" y="29"/>
                    <a:pt x="132" y="29"/>
                  </a:cubicBezTo>
                  <a:cubicBezTo>
                    <a:pt x="160" y="29"/>
                    <a:pt x="186" y="41"/>
                    <a:pt x="204" y="59"/>
                  </a:cubicBezTo>
                  <a:cubicBezTo>
                    <a:pt x="223" y="78"/>
                    <a:pt x="234" y="103"/>
                    <a:pt x="234" y="132"/>
                  </a:cubicBezTo>
                  <a:cubicBezTo>
                    <a:pt x="234" y="160"/>
                    <a:pt x="223" y="185"/>
                    <a:pt x="204" y="204"/>
                  </a:cubicBezTo>
                  <a:cubicBezTo>
                    <a:pt x="186" y="222"/>
                    <a:pt x="160" y="234"/>
                    <a:pt x="132" y="234"/>
                  </a:cubicBezTo>
                  <a:cubicBezTo>
                    <a:pt x="104" y="234"/>
                    <a:pt x="78" y="222"/>
                    <a:pt x="60" y="204"/>
                  </a:cubicBezTo>
                  <a:cubicBezTo>
                    <a:pt x="41" y="185"/>
                    <a:pt x="30" y="160"/>
                    <a:pt x="30" y="132"/>
                  </a:cubicBezTo>
                  <a:cubicBezTo>
                    <a:pt x="30" y="103"/>
                    <a:pt x="41" y="78"/>
                    <a:pt x="60"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4" name="Freeform 175">
            <a:extLst>
              <a:ext uri="{FF2B5EF4-FFF2-40B4-BE49-F238E27FC236}">
                <a16:creationId xmlns:a16="http://schemas.microsoft.com/office/drawing/2014/main" id="{D3555E87-3EEF-05C4-0943-0BE7A009C705}"/>
              </a:ext>
            </a:extLst>
          </p:cNvPr>
          <p:cNvSpPr>
            <a:spLocks noChangeArrowheads="1"/>
          </p:cNvSpPr>
          <p:nvPr/>
        </p:nvSpPr>
        <p:spPr bwMode="auto">
          <a:xfrm>
            <a:off x="3721224" y="4166022"/>
            <a:ext cx="254000" cy="252412"/>
          </a:xfrm>
          <a:custGeom>
            <a:avLst/>
            <a:gdLst>
              <a:gd name="T0" fmla="*/ 0 w 704"/>
              <a:gd name="T1" fmla="*/ 367 h 703"/>
              <a:gd name="T2" fmla="*/ 703 w 704"/>
              <a:gd name="T3" fmla="*/ 367 h 703"/>
              <a:gd name="T4" fmla="*/ 703 w 704"/>
              <a:gd name="T5" fmla="*/ 363 h 703"/>
              <a:gd name="T6" fmla="*/ 352 w 704"/>
              <a:gd name="T7" fmla="*/ 0 h 703"/>
              <a:gd name="T8" fmla="*/ 0 w 704"/>
              <a:gd name="T9" fmla="*/ 363 h 703"/>
              <a:gd name="T10" fmla="*/ 0 w 704"/>
              <a:gd name="T11" fmla="*/ 367 h 703"/>
              <a:gd name="T12" fmla="*/ 224 w 704"/>
              <a:gd name="T13" fmla="*/ 225 h 703"/>
              <a:gd name="T14" fmla="*/ 479 w 704"/>
              <a:gd name="T15" fmla="*/ 225 h 703"/>
              <a:gd name="T16" fmla="*/ 205 w 704"/>
              <a:gd name="T17" fmla="*/ 351 h 703"/>
              <a:gd name="T18" fmla="*/ 339 w 704"/>
              <a:gd name="T19" fmla="*/ 33 h 703"/>
              <a:gd name="T20" fmla="*/ 352 w 704"/>
              <a:gd name="T21" fmla="*/ 28 h 703"/>
              <a:gd name="T22" fmla="*/ 404 w 704"/>
              <a:gd name="T23" fmla="*/ 71 h 703"/>
              <a:gd name="T24" fmla="*/ 471 w 704"/>
              <a:gd name="T25" fmla="*/ 196 h 703"/>
              <a:gd name="T26" fmla="*/ 232 w 704"/>
              <a:gd name="T27" fmla="*/ 196 h 703"/>
              <a:gd name="T28" fmla="*/ 319 w 704"/>
              <a:gd name="T29" fmla="*/ 50 h 703"/>
              <a:gd name="T30" fmla="*/ 626 w 704"/>
              <a:gd name="T31" fmla="*/ 520 h 703"/>
              <a:gd name="T32" fmla="*/ 619 w 704"/>
              <a:gd name="T33" fmla="*/ 518 h 703"/>
              <a:gd name="T34" fmla="*/ 503 w 704"/>
              <a:gd name="T35" fmla="*/ 501 h 703"/>
              <a:gd name="T36" fmla="*/ 673 w 704"/>
              <a:gd name="T37" fmla="*/ 380 h 703"/>
              <a:gd name="T38" fmla="*/ 497 w 704"/>
              <a:gd name="T39" fmla="*/ 380 h 703"/>
              <a:gd name="T40" fmla="*/ 472 w 704"/>
              <a:gd name="T41" fmla="*/ 499 h 703"/>
              <a:gd name="T42" fmla="*/ 231 w 704"/>
              <a:gd name="T43" fmla="*/ 499 h 703"/>
              <a:gd name="T44" fmla="*/ 497 w 704"/>
              <a:gd name="T45" fmla="*/ 380 h 703"/>
              <a:gd name="T46" fmla="*/ 364 w 704"/>
              <a:gd name="T47" fmla="*/ 668 h 703"/>
              <a:gd name="T48" fmla="*/ 339 w 704"/>
              <a:gd name="T49" fmla="*/ 668 h 703"/>
              <a:gd name="T50" fmla="*/ 242 w 704"/>
              <a:gd name="T51" fmla="*/ 528 h 703"/>
              <a:gd name="T52" fmla="*/ 461 w 704"/>
              <a:gd name="T53" fmla="*/ 528 h 703"/>
              <a:gd name="T54" fmla="*/ 385 w 704"/>
              <a:gd name="T55" fmla="*/ 650 h 703"/>
              <a:gd name="T56" fmla="*/ 201 w 704"/>
              <a:gd name="T57" fmla="*/ 501 h 703"/>
              <a:gd name="T58" fmla="*/ 176 w 704"/>
              <a:gd name="T59" fmla="*/ 503 h 703"/>
              <a:gd name="T60" fmla="*/ 84 w 704"/>
              <a:gd name="T61" fmla="*/ 518 h 703"/>
              <a:gd name="T62" fmla="*/ 30 w 704"/>
              <a:gd name="T63" fmla="*/ 380 h 703"/>
              <a:gd name="T64" fmla="*/ 201 w 704"/>
              <a:gd name="T65" fmla="*/ 501 h 703"/>
              <a:gd name="T66" fmla="*/ 95 w 704"/>
              <a:gd name="T67" fmla="*/ 545 h 703"/>
              <a:gd name="T68" fmla="*/ 210 w 704"/>
              <a:gd name="T69" fmla="*/ 529 h 703"/>
              <a:gd name="T70" fmla="*/ 294 w 704"/>
              <a:gd name="T71" fmla="*/ 667 h 703"/>
              <a:gd name="T72" fmla="*/ 95 w 704"/>
              <a:gd name="T73" fmla="*/ 545 h 703"/>
              <a:gd name="T74" fmla="*/ 579 w 704"/>
              <a:gd name="T75" fmla="*/ 578 h 703"/>
              <a:gd name="T76" fmla="*/ 427 w 704"/>
              <a:gd name="T77" fmla="*/ 648 h 703"/>
              <a:gd name="T78" fmla="*/ 526 w 704"/>
              <a:gd name="T79" fmla="*/ 532 h 703"/>
              <a:gd name="T80" fmla="*/ 608 w 704"/>
              <a:gd name="T81" fmla="*/ 545 h 703"/>
              <a:gd name="T82" fmla="*/ 527 w 704"/>
              <a:gd name="T83" fmla="*/ 351 h 703"/>
              <a:gd name="T84" fmla="*/ 509 w 704"/>
              <a:gd name="T85" fmla="*/ 222 h 703"/>
              <a:gd name="T86" fmla="*/ 607 w 704"/>
              <a:gd name="T87" fmla="*/ 211 h 703"/>
              <a:gd name="T88" fmla="*/ 638 w 704"/>
              <a:gd name="T89" fmla="*/ 203 h 703"/>
              <a:gd name="T90" fmla="*/ 527 w 704"/>
              <a:gd name="T91" fmla="*/ 351 h 703"/>
              <a:gd name="T92" fmla="*/ 623 w 704"/>
              <a:gd name="T93" fmla="*/ 177 h 703"/>
              <a:gd name="T94" fmla="*/ 501 w 704"/>
              <a:gd name="T95" fmla="*/ 193 h 703"/>
              <a:gd name="T96" fmla="*/ 409 w 704"/>
              <a:gd name="T97" fmla="*/ 34 h 703"/>
              <a:gd name="T98" fmla="*/ 623 w 704"/>
              <a:gd name="T99" fmla="*/ 177 h 703"/>
              <a:gd name="T100" fmla="*/ 124 w 704"/>
              <a:gd name="T101" fmla="*/ 123 h 703"/>
              <a:gd name="T102" fmla="*/ 276 w 704"/>
              <a:gd name="T103" fmla="*/ 53 h 703"/>
              <a:gd name="T104" fmla="*/ 202 w 704"/>
              <a:gd name="T105" fmla="*/ 193 h 703"/>
              <a:gd name="T106" fmla="*/ 102 w 704"/>
              <a:gd name="T107" fmla="*/ 182 h 703"/>
              <a:gd name="T108" fmla="*/ 124 w 704"/>
              <a:gd name="T109" fmla="*/ 123 h 703"/>
              <a:gd name="T110" fmla="*/ 66 w 704"/>
              <a:gd name="T111" fmla="*/ 203 h 703"/>
              <a:gd name="T112" fmla="*/ 120 w 704"/>
              <a:gd name="T113" fmla="*/ 215 h 703"/>
              <a:gd name="T114" fmla="*/ 176 w 704"/>
              <a:gd name="T115" fmla="*/ 351 h 703"/>
              <a:gd name="T116" fmla="*/ 66 w 704"/>
              <a:gd name="T117" fmla="*/ 203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3">
                <a:moveTo>
                  <a:pt x="0" y="367"/>
                </a:moveTo>
                <a:lnTo>
                  <a:pt x="0" y="367"/>
                </a:lnTo>
                <a:cubicBezTo>
                  <a:pt x="10" y="553"/>
                  <a:pt x="164" y="702"/>
                  <a:pt x="352" y="702"/>
                </a:cubicBezTo>
                <a:cubicBezTo>
                  <a:pt x="540" y="702"/>
                  <a:pt x="693" y="553"/>
                  <a:pt x="703" y="367"/>
                </a:cubicBezTo>
                <a:cubicBezTo>
                  <a:pt x="703" y="366"/>
                  <a:pt x="703" y="366"/>
                  <a:pt x="703" y="365"/>
                </a:cubicBezTo>
                <a:lnTo>
                  <a:pt x="703" y="363"/>
                </a:lnTo>
                <a:cubicBezTo>
                  <a:pt x="703" y="359"/>
                  <a:pt x="703" y="355"/>
                  <a:pt x="703" y="351"/>
                </a:cubicBezTo>
                <a:cubicBezTo>
                  <a:pt x="703" y="156"/>
                  <a:pt x="545" y="0"/>
                  <a:pt x="352" y="0"/>
                </a:cubicBezTo>
                <a:cubicBezTo>
                  <a:pt x="158" y="0"/>
                  <a:pt x="0" y="156"/>
                  <a:pt x="0" y="351"/>
                </a:cubicBezTo>
                <a:cubicBezTo>
                  <a:pt x="0" y="355"/>
                  <a:pt x="0" y="359"/>
                  <a:pt x="0" y="363"/>
                </a:cubicBezTo>
                <a:lnTo>
                  <a:pt x="0" y="365"/>
                </a:lnTo>
                <a:cubicBezTo>
                  <a:pt x="0" y="366"/>
                  <a:pt x="0" y="366"/>
                  <a:pt x="0" y="367"/>
                </a:cubicBezTo>
                <a:close/>
                <a:moveTo>
                  <a:pt x="224" y="225"/>
                </a:moveTo>
                <a:lnTo>
                  <a:pt x="224" y="225"/>
                </a:lnTo>
                <a:cubicBezTo>
                  <a:pt x="264" y="226"/>
                  <a:pt x="308" y="227"/>
                  <a:pt x="352" y="227"/>
                </a:cubicBezTo>
                <a:cubicBezTo>
                  <a:pt x="395" y="227"/>
                  <a:pt x="439" y="226"/>
                  <a:pt x="479" y="225"/>
                </a:cubicBezTo>
                <a:cubicBezTo>
                  <a:pt x="492" y="263"/>
                  <a:pt x="498" y="306"/>
                  <a:pt x="498" y="351"/>
                </a:cubicBezTo>
                <a:cubicBezTo>
                  <a:pt x="205" y="351"/>
                  <a:pt x="205" y="351"/>
                  <a:pt x="205" y="351"/>
                </a:cubicBezTo>
                <a:cubicBezTo>
                  <a:pt x="205" y="306"/>
                  <a:pt x="212" y="263"/>
                  <a:pt x="224" y="225"/>
                </a:cubicBezTo>
                <a:close/>
                <a:moveTo>
                  <a:pt x="339" y="33"/>
                </a:moveTo>
                <a:lnTo>
                  <a:pt x="339" y="33"/>
                </a:lnTo>
                <a:cubicBezTo>
                  <a:pt x="346" y="30"/>
                  <a:pt x="350" y="28"/>
                  <a:pt x="352" y="28"/>
                </a:cubicBezTo>
                <a:cubicBezTo>
                  <a:pt x="353" y="28"/>
                  <a:pt x="357" y="30"/>
                  <a:pt x="364" y="33"/>
                </a:cubicBezTo>
                <a:cubicBezTo>
                  <a:pt x="375" y="39"/>
                  <a:pt x="389" y="53"/>
                  <a:pt x="404" y="71"/>
                </a:cubicBezTo>
                <a:cubicBezTo>
                  <a:pt x="426" y="100"/>
                  <a:pt x="450" y="140"/>
                  <a:pt x="468" y="188"/>
                </a:cubicBezTo>
                <a:cubicBezTo>
                  <a:pt x="468" y="190"/>
                  <a:pt x="470" y="193"/>
                  <a:pt x="471" y="196"/>
                </a:cubicBezTo>
                <a:cubicBezTo>
                  <a:pt x="433" y="197"/>
                  <a:pt x="393" y="199"/>
                  <a:pt x="352" y="199"/>
                </a:cubicBezTo>
                <a:cubicBezTo>
                  <a:pt x="310" y="199"/>
                  <a:pt x="271" y="197"/>
                  <a:pt x="232" y="196"/>
                </a:cubicBezTo>
                <a:cubicBezTo>
                  <a:pt x="243" y="167"/>
                  <a:pt x="254" y="142"/>
                  <a:pt x="268" y="119"/>
                </a:cubicBezTo>
                <a:cubicBezTo>
                  <a:pt x="284" y="90"/>
                  <a:pt x="302" y="67"/>
                  <a:pt x="319" y="50"/>
                </a:cubicBezTo>
                <a:cubicBezTo>
                  <a:pt x="327" y="42"/>
                  <a:pt x="334" y="37"/>
                  <a:pt x="339" y="33"/>
                </a:cubicBezTo>
                <a:close/>
                <a:moveTo>
                  <a:pt x="626" y="520"/>
                </a:moveTo>
                <a:lnTo>
                  <a:pt x="626" y="520"/>
                </a:lnTo>
                <a:cubicBezTo>
                  <a:pt x="623" y="520"/>
                  <a:pt x="622" y="518"/>
                  <a:pt x="619" y="518"/>
                </a:cubicBezTo>
                <a:cubicBezTo>
                  <a:pt x="595" y="510"/>
                  <a:pt x="555" y="505"/>
                  <a:pt x="508" y="502"/>
                </a:cubicBezTo>
                <a:cubicBezTo>
                  <a:pt x="507" y="502"/>
                  <a:pt x="505" y="502"/>
                  <a:pt x="503" y="501"/>
                </a:cubicBezTo>
                <a:cubicBezTo>
                  <a:pt x="515" y="464"/>
                  <a:pt x="523" y="422"/>
                  <a:pt x="526" y="380"/>
                </a:cubicBezTo>
                <a:cubicBezTo>
                  <a:pt x="673" y="380"/>
                  <a:pt x="673" y="380"/>
                  <a:pt x="673" y="380"/>
                </a:cubicBezTo>
                <a:cubicBezTo>
                  <a:pt x="667" y="431"/>
                  <a:pt x="651" y="479"/>
                  <a:pt x="626" y="520"/>
                </a:cubicBezTo>
                <a:close/>
                <a:moveTo>
                  <a:pt x="497" y="380"/>
                </a:moveTo>
                <a:lnTo>
                  <a:pt x="497" y="380"/>
                </a:lnTo>
                <a:cubicBezTo>
                  <a:pt x="494" y="422"/>
                  <a:pt x="485" y="462"/>
                  <a:pt x="472" y="499"/>
                </a:cubicBezTo>
                <a:cubicBezTo>
                  <a:pt x="434" y="498"/>
                  <a:pt x="393" y="497"/>
                  <a:pt x="352" y="497"/>
                </a:cubicBezTo>
                <a:cubicBezTo>
                  <a:pt x="310" y="497"/>
                  <a:pt x="269" y="498"/>
                  <a:pt x="231" y="499"/>
                </a:cubicBezTo>
                <a:cubicBezTo>
                  <a:pt x="218" y="462"/>
                  <a:pt x="209" y="422"/>
                  <a:pt x="206" y="380"/>
                </a:cubicBezTo>
                <a:lnTo>
                  <a:pt x="497" y="380"/>
                </a:lnTo>
                <a:close/>
                <a:moveTo>
                  <a:pt x="364" y="668"/>
                </a:moveTo>
                <a:lnTo>
                  <a:pt x="364" y="668"/>
                </a:lnTo>
                <a:cubicBezTo>
                  <a:pt x="357" y="671"/>
                  <a:pt x="353" y="672"/>
                  <a:pt x="352" y="672"/>
                </a:cubicBezTo>
                <a:cubicBezTo>
                  <a:pt x="350" y="672"/>
                  <a:pt x="346" y="671"/>
                  <a:pt x="339" y="668"/>
                </a:cubicBezTo>
                <a:cubicBezTo>
                  <a:pt x="330" y="661"/>
                  <a:pt x="315" y="648"/>
                  <a:pt x="299" y="630"/>
                </a:cubicBezTo>
                <a:cubicBezTo>
                  <a:pt x="280" y="604"/>
                  <a:pt x="258" y="569"/>
                  <a:pt x="242" y="528"/>
                </a:cubicBezTo>
                <a:cubicBezTo>
                  <a:pt x="276" y="527"/>
                  <a:pt x="315" y="525"/>
                  <a:pt x="352" y="525"/>
                </a:cubicBezTo>
                <a:cubicBezTo>
                  <a:pt x="389" y="525"/>
                  <a:pt x="427" y="527"/>
                  <a:pt x="461" y="528"/>
                </a:cubicBezTo>
                <a:cubicBezTo>
                  <a:pt x="453" y="547"/>
                  <a:pt x="445" y="565"/>
                  <a:pt x="435" y="582"/>
                </a:cubicBezTo>
                <a:cubicBezTo>
                  <a:pt x="419" y="610"/>
                  <a:pt x="401" y="634"/>
                  <a:pt x="385" y="650"/>
                </a:cubicBezTo>
                <a:cubicBezTo>
                  <a:pt x="378" y="658"/>
                  <a:pt x="369" y="664"/>
                  <a:pt x="364" y="668"/>
                </a:cubicBezTo>
                <a:close/>
                <a:moveTo>
                  <a:pt x="201" y="501"/>
                </a:moveTo>
                <a:lnTo>
                  <a:pt x="201" y="501"/>
                </a:lnTo>
                <a:cubicBezTo>
                  <a:pt x="192" y="502"/>
                  <a:pt x="184" y="502"/>
                  <a:pt x="176" y="503"/>
                </a:cubicBezTo>
                <a:cubicBezTo>
                  <a:pt x="150" y="506"/>
                  <a:pt x="128" y="509"/>
                  <a:pt x="109" y="512"/>
                </a:cubicBezTo>
                <a:cubicBezTo>
                  <a:pt x="99" y="514"/>
                  <a:pt x="91" y="516"/>
                  <a:pt x="84" y="518"/>
                </a:cubicBezTo>
                <a:cubicBezTo>
                  <a:pt x="81" y="518"/>
                  <a:pt x="80" y="520"/>
                  <a:pt x="78" y="520"/>
                </a:cubicBezTo>
                <a:cubicBezTo>
                  <a:pt x="52" y="479"/>
                  <a:pt x="36" y="431"/>
                  <a:pt x="30" y="380"/>
                </a:cubicBezTo>
                <a:cubicBezTo>
                  <a:pt x="177" y="380"/>
                  <a:pt x="177" y="380"/>
                  <a:pt x="177" y="380"/>
                </a:cubicBezTo>
                <a:cubicBezTo>
                  <a:pt x="180" y="422"/>
                  <a:pt x="188" y="464"/>
                  <a:pt x="201" y="501"/>
                </a:cubicBezTo>
                <a:close/>
                <a:moveTo>
                  <a:pt x="95" y="545"/>
                </a:moveTo>
                <a:lnTo>
                  <a:pt x="95" y="545"/>
                </a:lnTo>
                <a:cubicBezTo>
                  <a:pt x="117" y="539"/>
                  <a:pt x="153" y="534"/>
                  <a:pt x="198" y="531"/>
                </a:cubicBezTo>
                <a:cubicBezTo>
                  <a:pt x="202" y="531"/>
                  <a:pt x="206" y="531"/>
                  <a:pt x="210" y="529"/>
                </a:cubicBezTo>
                <a:cubicBezTo>
                  <a:pt x="220" y="554"/>
                  <a:pt x="231" y="576"/>
                  <a:pt x="242" y="595"/>
                </a:cubicBezTo>
                <a:cubicBezTo>
                  <a:pt x="258" y="626"/>
                  <a:pt x="277" y="649"/>
                  <a:pt x="294" y="667"/>
                </a:cubicBezTo>
                <a:cubicBezTo>
                  <a:pt x="228" y="656"/>
                  <a:pt x="169" y="624"/>
                  <a:pt x="124" y="578"/>
                </a:cubicBezTo>
                <a:cubicBezTo>
                  <a:pt x="114" y="568"/>
                  <a:pt x="104" y="557"/>
                  <a:pt x="95" y="545"/>
                </a:cubicBezTo>
                <a:close/>
                <a:moveTo>
                  <a:pt x="579" y="578"/>
                </a:moveTo>
                <a:lnTo>
                  <a:pt x="579" y="578"/>
                </a:lnTo>
                <a:cubicBezTo>
                  <a:pt x="534" y="624"/>
                  <a:pt x="475" y="656"/>
                  <a:pt x="409" y="667"/>
                </a:cubicBezTo>
                <a:cubicBezTo>
                  <a:pt x="415" y="661"/>
                  <a:pt x="420" y="654"/>
                  <a:pt x="427" y="648"/>
                </a:cubicBezTo>
                <a:cubicBezTo>
                  <a:pt x="450" y="619"/>
                  <a:pt x="474" y="578"/>
                  <a:pt x="493" y="529"/>
                </a:cubicBezTo>
                <a:cubicBezTo>
                  <a:pt x="504" y="531"/>
                  <a:pt x="515" y="531"/>
                  <a:pt x="526" y="532"/>
                </a:cubicBezTo>
                <a:cubicBezTo>
                  <a:pt x="551" y="535"/>
                  <a:pt x="573" y="538"/>
                  <a:pt x="589" y="540"/>
                </a:cubicBezTo>
                <a:cubicBezTo>
                  <a:pt x="596" y="542"/>
                  <a:pt x="603" y="543"/>
                  <a:pt x="608" y="545"/>
                </a:cubicBezTo>
                <a:cubicBezTo>
                  <a:pt x="599" y="557"/>
                  <a:pt x="589" y="568"/>
                  <a:pt x="579" y="578"/>
                </a:cubicBezTo>
                <a:close/>
                <a:moveTo>
                  <a:pt x="527" y="351"/>
                </a:moveTo>
                <a:lnTo>
                  <a:pt x="527" y="351"/>
                </a:lnTo>
                <a:cubicBezTo>
                  <a:pt x="527" y="304"/>
                  <a:pt x="520" y="262"/>
                  <a:pt x="509" y="222"/>
                </a:cubicBezTo>
                <a:cubicBezTo>
                  <a:pt x="519" y="222"/>
                  <a:pt x="529" y="221"/>
                  <a:pt x="538" y="221"/>
                </a:cubicBezTo>
                <a:cubicBezTo>
                  <a:pt x="564" y="218"/>
                  <a:pt x="588" y="215"/>
                  <a:pt x="607" y="211"/>
                </a:cubicBezTo>
                <a:cubicBezTo>
                  <a:pt x="617" y="208"/>
                  <a:pt x="626" y="207"/>
                  <a:pt x="633" y="204"/>
                </a:cubicBezTo>
                <a:cubicBezTo>
                  <a:pt x="634" y="204"/>
                  <a:pt x="636" y="203"/>
                  <a:pt x="638" y="203"/>
                </a:cubicBezTo>
                <a:cubicBezTo>
                  <a:pt x="660" y="247"/>
                  <a:pt x="674" y="297"/>
                  <a:pt x="674" y="351"/>
                </a:cubicBezTo>
                <a:lnTo>
                  <a:pt x="527" y="351"/>
                </a:lnTo>
                <a:close/>
                <a:moveTo>
                  <a:pt x="623" y="177"/>
                </a:moveTo>
                <a:lnTo>
                  <a:pt x="623" y="177"/>
                </a:lnTo>
                <a:cubicBezTo>
                  <a:pt x="612" y="179"/>
                  <a:pt x="597" y="184"/>
                  <a:pt x="579" y="186"/>
                </a:cubicBezTo>
                <a:cubicBezTo>
                  <a:pt x="557" y="189"/>
                  <a:pt x="530" y="192"/>
                  <a:pt x="501" y="193"/>
                </a:cubicBezTo>
                <a:cubicBezTo>
                  <a:pt x="490" y="160"/>
                  <a:pt x="476" y="131"/>
                  <a:pt x="461" y="105"/>
                </a:cubicBezTo>
                <a:cubicBezTo>
                  <a:pt x="445" y="75"/>
                  <a:pt x="427" y="52"/>
                  <a:pt x="409" y="34"/>
                </a:cubicBezTo>
                <a:cubicBezTo>
                  <a:pt x="475" y="45"/>
                  <a:pt x="534" y="78"/>
                  <a:pt x="579" y="123"/>
                </a:cubicBezTo>
                <a:cubicBezTo>
                  <a:pt x="596" y="140"/>
                  <a:pt x="611" y="157"/>
                  <a:pt x="623" y="177"/>
                </a:cubicBezTo>
                <a:close/>
                <a:moveTo>
                  <a:pt x="124" y="123"/>
                </a:moveTo>
                <a:lnTo>
                  <a:pt x="124" y="123"/>
                </a:lnTo>
                <a:cubicBezTo>
                  <a:pt x="169" y="78"/>
                  <a:pt x="228" y="45"/>
                  <a:pt x="294" y="34"/>
                </a:cubicBezTo>
                <a:cubicBezTo>
                  <a:pt x="288" y="39"/>
                  <a:pt x="283" y="46"/>
                  <a:pt x="276" y="53"/>
                </a:cubicBezTo>
                <a:cubicBezTo>
                  <a:pt x="253" y="85"/>
                  <a:pt x="227" y="127"/>
                  <a:pt x="207" y="178"/>
                </a:cubicBezTo>
                <a:cubicBezTo>
                  <a:pt x="206" y="182"/>
                  <a:pt x="205" y="188"/>
                  <a:pt x="202" y="193"/>
                </a:cubicBezTo>
                <a:cubicBezTo>
                  <a:pt x="191" y="193"/>
                  <a:pt x="179" y="192"/>
                  <a:pt x="169" y="190"/>
                </a:cubicBezTo>
                <a:cubicBezTo>
                  <a:pt x="142" y="189"/>
                  <a:pt x="120" y="185"/>
                  <a:pt x="102" y="182"/>
                </a:cubicBezTo>
                <a:cubicBezTo>
                  <a:pt x="94" y="181"/>
                  <a:pt x="87" y="178"/>
                  <a:pt x="80" y="177"/>
                </a:cubicBezTo>
                <a:cubicBezTo>
                  <a:pt x="94" y="157"/>
                  <a:pt x="107" y="140"/>
                  <a:pt x="124" y="123"/>
                </a:cubicBezTo>
                <a:close/>
                <a:moveTo>
                  <a:pt x="66" y="203"/>
                </a:moveTo>
                <a:lnTo>
                  <a:pt x="66" y="203"/>
                </a:lnTo>
                <a:cubicBezTo>
                  <a:pt x="67" y="203"/>
                  <a:pt x="69" y="204"/>
                  <a:pt x="70" y="204"/>
                </a:cubicBezTo>
                <a:cubicBezTo>
                  <a:pt x="84" y="208"/>
                  <a:pt x="100" y="212"/>
                  <a:pt x="120" y="215"/>
                </a:cubicBezTo>
                <a:cubicBezTo>
                  <a:pt x="140" y="218"/>
                  <a:pt x="166" y="221"/>
                  <a:pt x="194" y="222"/>
                </a:cubicBezTo>
                <a:cubicBezTo>
                  <a:pt x="183" y="262"/>
                  <a:pt x="176" y="306"/>
                  <a:pt x="176" y="351"/>
                </a:cubicBezTo>
                <a:cubicBezTo>
                  <a:pt x="29" y="351"/>
                  <a:pt x="29" y="351"/>
                  <a:pt x="29" y="351"/>
                </a:cubicBezTo>
                <a:cubicBezTo>
                  <a:pt x="29" y="297"/>
                  <a:pt x="43" y="247"/>
                  <a:pt x="66" y="203"/>
                </a:cubicBezTo>
                <a:close/>
              </a:path>
            </a:pathLst>
          </a:custGeom>
          <a:solidFill>
            <a:schemeClr val="accent4"/>
          </a:solidFill>
          <a:ln>
            <a:noFill/>
          </a:ln>
          <a:effectLst/>
        </p:spPr>
        <p:txBody>
          <a:bodyPr wrap="none" anchor="ctr"/>
          <a:lstStyle/>
          <a:p>
            <a:endParaRPr lang="da-DK"/>
          </a:p>
        </p:txBody>
      </p:sp>
      <p:grpSp>
        <p:nvGrpSpPr>
          <p:cNvPr id="215" name="Group 218">
            <a:extLst>
              <a:ext uri="{FF2B5EF4-FFF2-40B4-BE49-F238E27FC236}">
                <a16:creationId xmlns:a16="http://schemas.microsoft.com/office/drawing/2014/main" id="{39BCBA30-70FB-5C5D-FA46-BEE738C151E0}"/>
              </a:ext>
            </a:extLst>
          </p:cNvPr>
          <p:cNvGrpSpPr/>
          <p:nvPr/>
        </p:nvGrpSpPr>
        <p:grpSpPr>
          <a:xfrm>
            <a:off x="1203449" y="5687641"/>
            <a:ext cx="254000" cy="252412"/>
            <a:chOff x="61913" y="6037263"/>
            <a:chExt cx="254000" cy="252412"/>
          </a:xfrm>
          <a:solidFill>
            <a:schemeClr val="accent4"/>
          </a:solidFill>
        </p:grpSpPr>
        <p:sp>
          <p:nvSpPr>
            <p:cNvPr id="216" name="Freeform 176">
              <a:extLst>
                <a:ext uri="{FF2B5EF4-FFF2-40B4-BE49-F238E27FC236}">
                  <a16:creationId xmlns:a16="http://schemas.microsoft.com/office/drawing/2014/main" id="{B64150C7-ED71-4588-5B33-3A7CBF1F1096}"/>
                </a:ext>
              </a:extLst>
            </p:cNvPr>
            <p:cNvSpPr>
              <a:spLocks noChangeArrowheads="1"/>
            </p:cNvSpPr>
            <p:nvPr/>
          </p:nvSpPr>
          <p:spPr bwMode="auto">
            <a:xfrm>
              <a:off x="61913" y="6130925"/>
              <a:ext cx="254000" cy="158750"/>
            </a:xfrm>
            <a:custGeom>
              <a:avLst/>
              <a:gdLst>
                <a:gd name="T0" fmla="*/ 645 w 705"/>
                <a:gd name="T1" fmla="*/ 13 h 441"/>
                <a:gd name="T2" fmla="*/ 645 w 705"/>
                <a:gd name="T3" fmla="*/ 13 h 441"/>
                <a:gd name="T4" fmla="*/ 630 w 705"/>
                <a:gd name="T5" fmla="*/ 0 h 441"/>
                <a:gd name="T6" fmla="*/ 601 w 705"/>
                <a:gd name="T7" fmla="*/ 0 h 441"/>
                <a:gd name="T8" fmla="*/ 586 w 705"/>
                <a:gd name="T9" fmla="*/ 14 h 441"/>
                <a:gd name="T10" fmla="*/ 601 w 705"/>
                <a:gd name="T11" fmla="*/ 29 h 441"/>
                <a:gd name="T12" fmla="*/ 617 w 705"/>
                <a:gd name="T13" fmla="*/ 29 h 441"/>
                <a:gd name="T14" fmla="*/ 671 w 705"/>
                <a:gd name="T15" fmla="*/ 399 h 441"/>
                <a:gd name="T16" fmla="*/ 520 w 705"/>
                <a:gd name="T17" fmla="*/ 324 h 441"/>
                <a:gd name="T18" fmla="*/ 508 w 705"/>
                <a:gd name="T19" fmla="*/ 323 h 441"/>
                <a:gd name="T20" fmla="*/ 353 w 705"/>
                <a:gd name="T21" fmla="*/ 392 h 441"/>
                <a:gd name="T22" fmla="*/ 197 w 705"/>
                <a:gd name="T23" fmla="*/ 323 h 441"/>
                <a:gd name="T24" fmla="*/ 185 w 705"/>
                <a:gd name="T25" fmla="*/ 324 h 441"/>
                <a:gd name="T26" fmla="*/ 34 w 705"/>
                <a:gd name="T27" fmla="*/ 399 h 441"/>
                <a:gd name="T28" fmla="*/ 86 w 705"/>
                <a:gd name="T29" fmla="*/ 29 h 441"/>
                <a:gd name="T30" fmla="*/ 103 w 705"/>
                <a:gd name="T31" fmla="*/ 29 h 441"/>
                <a:gd name="T32" fmla="*/ 118 w 705"/>
                <a:gd name="T33" fmla="*/ 14 h 441"/>
                <a:gd name="T34" fmla="*/ 103 w 705"/>
                <a:gd name="T35" fmla="*/ 0 h 441"/>
                <a:gd name="T36" fmla="*/ 74 w 705"/>
                <a:gd name="T37" fmla="*/ 0 h 441"/>
                <a:gd name="T38" fmla="*/ 59 w 705"/>
                <a:gd name="T39" fmla="*/ 13 h 441"/>
                <a:gd name="T40" fmla="*/ 1 w 705"/>
                <a:gd name="T41" fmla="*/ 423 h 441"/>
                <a:gd name="T42" fmla="*/ 7 w 705"/>
                <a:gd name="T43" fmla="*/ 437 h 441"/>
                <a:gd name="T44" fmla="*/ 22 w 705"/>
                <a:gd name="T45" fmla="*/ 438 h 441"/>
                <a:gd name="T46" fmla="*/ 192 w 705"/>
                <a:gd name="T47" fmla="*/ 353 h 441"/>
                <a:gd name="T48" fmla="*/ 346 w 705"/>
                <a:gd name="T49" fmla="*/ 422 h 441"/>
                <a:gd name="T50" fmla="*/ 358 w 705"/>
                <a:gd name="T51" fmla="*/ 422 h 441"/>
                <a:gd name="T52" fmla="*/ 513 w 705"/>
                <a:gd name="T53" fmla="*/ 353 h 441"/>
                <a:gd name="T54" fmla="*/ 682 w 705"/>
                <a:gd name="T55" fmla="*/ 438 h 441"/>
                <a:gd name="T56" fmla="*/ 697 w 705"/>
                <a:gd name="T57" fmla="*/ 437 h 441"/>
                <a:gd name="T58" fmla="*/ 704 w 705"/>
                <a:gd name="T59" fmla="*/ 423 h 441"/>
                <a:gd name="T60" fmla="*/ 645 w 705"/>
                <a:gd name="T61" fmla="*/ 13 h 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05" h="441">
                  <a:moveTo>
                    <a:pt x="645" y="13"/>
                  </a:moveTo>
                  <a:lnTo>
                    <a:pt x="645" y="13"/>
                  </a:lnTo>
                  <a:cubicBezTo>
                    <a:pt x="644" y="6"/>
                    <a:pt x="638" y="0"/>
                    <a:pt x="630" y="0"/>
                  </a:cubicBezTo>
                  <a:cubicBezTo>
                    <a:pt x="601" y="0"/>
                    <a:pt x="601" y="0"/>
                    <a:pt x="601" y="0"/>
                  </a:cubicBezTo>
                  <a:cubicBezTo>
                    <a:pt x="593" y="0"/>
                    <a:pt x="586" y="7"/>
                    <a:pt x="586" y="14"/>
                  </a:cubicBezTo>
                  <a:cubicBezTo>
                    <a:pt x="586" y="22"/>
                    <a:pt x="593" y="29"/>
                    <a:pt x="601" y="29"/>
                  </a:cubicBezTo>
                  <a:cubicBezTo>
                    <a:pt x="617" y="29"/>
                    <a:pt x="617" y="29"/>
                    <a:pt x="617" y="29"/>
                  </a:cubicBezTo>
                  <a:cubicBezTo>
                    <a:pt x="671" y="399"/>
                    <a:pt x="671" y="399"/>
                    <a:pt x="671" y="399"/>
                  </a:cubicBezTo>
                  <a:cubicBezTo>
                    <a:pt x="520" y="324"/>
                    <a:pt x="520" y="324"/>
                    <a:pt x="520" y="324"/>
                  </a:cubicBezTo>
                  <a:cubicBezTo>
                    <a:pt x="516" y="322"/>
                    <a:pt x="512" y="322"/>
                    <a:pt x="508" y="323"/>
                  </a:cubicBezTo>
                  <a:cubicBezTo>
                    <a:pt x="353" y="392"/>
                    <a:pt x="353" y="392"/>
                    <a:pt x="353" y="392"/>
                  </a:cubicBezTo>
                  <a:cubicBezTo>
                    <a:pt x="197" y="323"/>
                    <a:pt x="197" y="323"/>
                    <a:pt x="197" y="323"/>
                  </a:cubicBezTo>
                  <a:cubicBezTo>
                    <a:pt x="193" y="322"/>
                    <a:pt x="188" y="322"/>
                    <a:pt x="185" y="324"/>
                  </a:cubicBezTo>
                  <a:cubicBezTo>
                    <a:pt x="34" y="399"/>
                    <a:pt x="34" y="399"/>
                    <a:pt x="34" y="399"/>
                  </a:cubicBezTo>
                  <a:cubicBezTo>
                    <a:pt x="86" y="29"/>
                    <a:pt x="86" y="29"/>
                    <a:pt x="86" y="29"/>
                  </a:cubicBezTo>
                  <a:cubicBezTo>
                    <a:pt x="103" y="29"/>
                    <a:pt x="103" y="29"/>
                    <a:pt x="103" y="29"/>
                  </a:cubicBezTo>
                  <a:cubicBezTo>
                    <a:pt x="111" y="29"/>
                    <a:pt x="118" y="22"/>
                    <a:pt x="118" y="14"/>
                  </a:cubicBezTo>
                  <a:cubicBezTo>
                    <a:pt x="118" y="7"/>
                    <a:pt x="111" y="0"/>
                    <a:pt x="103" y="0"/>
                  </a:cubicBezTo>
                  <a:cubicBezTo>
                    <a:pt x="74" y="0"/>
                    <a:pt x="74" y="0"/>
                    <a:pt x="74" y="0"/>
                  </a:cubicBezTo>
                  <a:cubicBezTo>
                    <a:pt x="67" y="0"/>
                    <a:pt x="60" y="6"/>
                    <a:pt x="59" y="13"/>
                  </a:cubicBezTo>
                  <a:cubicBezTo>
                    <a:pt x="1" y="423"/>
                    <a:pt x="1" y="423"/>
                    <a:pt x="1" y="423"/>
                  </a:cubicBezTo>
                  <a:cubicBezTo>
                    <a:pt x="0" y="429"/>
                    <a:pt x="2" y="433"/>
                    <a:pt x="7" y="437"/>
                  </a:cubicBezTo>
                  <a:cubicBezTo>
                    <a:pt x="11" y="440"/>
                    <a:pt x="18" y="440"/>
                    <a:pt x="22" y="438"/>
                  </a:cubicBezTo>
                  <a:cubicBezTo>
                    <a:pt x="192" y="353"/>
                    <a:pt x="192" y="353"/>
                    <a:pt x="192" y="353"/>
                  </a:cubicBezTo>
                  <a:cubicBezTo>
                    <a:pt x="346" y="422"/>
                    <a:pt x="346" y="422"/>
                    <a:pt x="346" y="422"/>
                  </a:cubicBezTo>
                  <a:cubicBezTo>
                    <a:pt x="350" y="423"/>
                    <a:pt x="354" y="423"/>
                    <a:pt x="358" y="422"/>
                  </a:cubicBezTo>
                  <a:cubicBezTo>
                    <a:pt x="513" y="353"/>
                    <a:pt x="513" y="353"/>
                    <a:pt x="513" y="353"/>
                  </a:cubicBezTo>
                  <a:cubicBezTo>
                    <a:pt x="682" y="438"/>
                    <a:pt x="682" y="438"/>
                    <a:pt x="682" y="438"/>
                  </a:cubicBezTo>
                  <a:cubicBezTo>
                    <a:pt x="687" y="440"/>
                    <a:pt x="693" y="440"/>
                    <a:pt x="697" y="437"/>
                  </a:cubicBezTo>
                  <a:cubicBezTo>
                    <a:pt x="703" y="433"/>
                    <a:pt x="704" y="429"/>
                    <a:pt x="704" y="423"/>
                  </a:cubicBezTo>
                  <a:lnTo>
                    <a:pt x="645" y="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7">
              <a:extLst>
                <a:ext uri="{FF2B5EF4-FFF2-40B4-BE49-F238E27FC236}">
                  <a16:creationId xmlns:a16="http://schemas.microsoft.com/office/drawing/2014/main" id="{4D8D445C-FF14-89DD-22D9-A03C985A024D}"/>
                </a:ext>
              </a:extLst>
            </p:cNvPr>
            <p:cNvSpPr>
              <a:spLocks noChangeArrowheads="1"/>
            </p:cNvSpPr>
            <p:nvPr/>
          </p:nvSpPr>
          <p:spPr bwMode="auto">
            <a:xfrm>
              <a:off x="111125" y="6037263"/>
              <a:ext cx="155575" cy="209550"/>
            </a:xfrm>
            <a:custGeom>
              <a:avLst/>
              <a:gdLst>
                <a:gd name="T0" fmla="*/ 33 w 431"/>
                <a:gd name="T1" fmla="*/ 336 h 582"/>
                <a:gd name="T2" fmla="*/ 33 w 431"/>
                <a:gd name="T3" fmla="*/ 336 h 582"/>
                <a:gd name="T4" fmla="*/ 205 w 431"/>
                <a:gd name="T5" fmla="*/ 571 h 582"/>
                <a:gd name="T6" fmla="*/ 216 w 431"/>
                <a:gd name="T7" fmla="*/ 581 h 582"/>
                <a:gd name="T8" fmla="*/ 225 w 431"/>
                <a:gd name="T9" fmla="*/ 571 h 582"/>
                <a:gd name="T10" fmla="*/ 327 w 431"/>
                <a:gd name="T11" fmla="*/ 450 h 582"/>
                <a:gd name="T12" fmla="*/ 397 w 431"/>
                <a:gd name="T13" fmla="*/ 336 h 582"/>
                <a:gd name="T14" fmla="*/ 430 w 431"/>
                <a:gd name="T15" fmla="*/ 215 h 582"/>
                <a:gd name="T16" fmla="*/ 216 w 431"/>
                <a:gd name="T17" fmla="*/ 0 h 582"/>
                <a:gd name="T18" fmla="*/ 0 w 431"/>
                <a:gd name="T19" fmla="*/ 214 h 582"/>
                <a:gd name="T20" fmla="*/ 0 w 431"/>
                <a:gd name="T21" fmla="*/ 214 h 582"/>
                <a:gd name="T22" fmla="*/ 0 w 431"/>
                <a:gd name="T23" fmla="*/ 215 h 582"/>
                <a:gd name="T24" fmla="*/ 0 w 431"/>
                <a:gd name="T25" fmla="*/ 215 h 582"/>
                <a:gd name="T26" fmla="*/ 0 w 431"/>
                <a:gd name="T27" fmla="*/ 215 h 582"/>
                <a:gd name="T28" fmla="*/ 0 w 431"/>
                <a:gd name="T29" fmla="*/ 215 h 582"/>
                <a:gd name="T30" fmla="*/ 33 w 431"/>
                <a:gd name="T31" fmla="*/ 336 h 582"/>
                <a:gd name="T32" fmla="*/ 30 w 431"/>
                <a:gd name="T33" fmla="*/ 215 h 582"/>
                <a:gd name="T34" fmla="*/ 30 w 431"/>
                <a:gd name="T35" fmla="*/ 215 h 582"/>
                <a:gd name="T36" fmla="*/ 30 w 431"/>
                <a:gd name="T37" fmla="*/ 215 h 582"/>
                <a:gd name="T38" fmla="*/ 84 w 431"/>
                <a:gd name="T39" fmla="*/ 84 h 582"/>
                <a:gd name="T40" fmla="*/ 216 w 431"/>
                <a:gd name="T41" fmla="*/ 30 h 582"/>
                <a:gd name="T42" fmla="*/ 346 w 431"/>
                <a:gd name="T43" fmla="*/ 84 h 582"/>
                <a:gd name="T44" fmla="*/ 401 w 431"/>
                <a:gd name="T45" fmla="*/ 215 h 582"/>
                <a:gd name="T46" fmla="*/ 371 w 431"/>
                <a:gd name="T47" fmla="*/ 324 h 582"/>
                <a:gd name="T48" fmla="*/ 268 w 431"/>
                <a:gd name="T49" fmla="*/ 480 h 582"/>
                <a:gd name="T50" fmla="*/ 222 w 431"/>
                <a:gd name="T51" fmla="*/ 531 h 582"/>
                <a:gd name="T52" fmla="*/ 216 w 431"/>
                <a:gd name="T53" fmla="*/ 539 h 582"/>
                <a:gd name="T54" fmla="*/ 118 w 431"/>
                <a:gd name="T55" fmla="*/ 421 h 582"/>
                <a:gd name="T56" fmla="*/ 56 w 431"/>
                <a:gd name="T57" fmla="*/ 317 h 582"/>
                <a:gd name="T58" fmla="*/ 30 w 431"/>
                <a:gd name="T59" fmla="*/ 215 h 5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31" h="582">
                  <a:moveTo>
                    <a:pt x="33" y="336"/>
                  </a:moveTo>
                  <a:lnTo>
                    <a:pt x="33" y="336"/>
                  </a:lnTo>
                  <a:cubicBezTo>
                    <a:pt x="91" y="457"/>
                    <a:pt x="205" y="570"/>
                    <a:pt x="205" y="571"/>
                  </a:cubicBezTo>
                  <a:cubicBezTo>
                    <a:pt x="216" y="581"/>
                    <a:pt x="216" y="581"/>
                    <a:pt x="216" y="581"/>
                  </a:cubicBezTo>
                  <a:cubicBezTo>
                    <a:pt x="225" y="571"/>
                    <a:pt x="225" y="571"/>
                    <a:pt x="225" y="571"/>
                  </a:cubicBezTo>
                  <a:cubicBezTo>
                    <a:pt x="226" y="571"/>
                    <a:pt x="276" y="520"/>
                    <a:pt x="327" y="450"/>
                  </a:cubicBezTo>
                  <a:cubicBezTo>
                    <a:pt x="353" y="416"/>
                    <a:pt x="378" y="376"/>
                    <a:pt x="397" y="336"/>
                  </a:cubicBezTo>
                  <a:cubicBezTo>
                    <a:pt x="416" y="296"/>
                    <a:pt x="430" y="254"/>
                    <a:pt x="430" y="215"/>
                  </a:cubicBezTo>
                  <a:cubicBezTo>
                    <a:pt x="430" y="96"/>
                    <a:pt x="334" y="0"/>
                    <a:pt x="216" y="0"/>
                  </a:cubicBezTo>
                  <a:cubicBezTo>
                    <a:pt x="96" y="0"/>
                    <a:pt x="0" y="96"/>
                    <a:pt x="0" y="214"/>
                  </a:cubicBezTo>
                  <a:lnTo>
                    <a:pt x="0" y="214"/>
                  </a:lnTo>
                  <a:cubicBezTo>
                    <a:pt x="0" y="215"/>
                    <a:pt x="0" y="215"/>
                    <a:pt x="0" y="215"/>
                  </a:cubicBezTo>
                  <a:lnTo>
                    <a:pt x="0" y="215"/>
                  </a:lnTo>
                  <a:lnTo>
                    <a:pt x="0" y="215"/>
                  </a:lnTo>
                  <a:lnTo>
                    <a:pt x="0" y="215"/>
                  </a:lnTo>
                  <a:cubicBezTo>
                    <a:pt x="0" y="255"/>
                    <a:pt x="14" y="296"/>
                    <a:pt x="33" y="336"/>
                  </a:cubicBezTo>
                  <a:close/>
                  <a:moveTo>
                    <a:pt x="30" y="215"/>
                  </a:moveTo>
                  <a:lnTo>
                    <a:pt x="30" y="215"/>
                  </a:lnTo>
                  <a:lnTo>
                    <a:pt x="30" y="215"/>
                  </a:lnTo>
                  <a:cubicBezTo>
                    <a:pt x="30" y="163"/>
                    <a:pt x="51" y="118"/>
                    <a:pt x="84" y="84"/>
                  </a:cubicBezTo>
                  <a:cubicBezTo>
                    <a:pt x="118" y="51"/>
                    <a:pt x="163" y="30"/>
                    <a:pt x="216" y="30"/>
                  </a:cubicBezTo>
                  <a:cubicBezTo>
                    <a:pt x="266" y="30"/>
                    <a:pt x="313" y="51"/>
                    <a:pt x="346" y="84"/>
                  </a:cubicBezTo>
                  <a:cubicBezTo>
                    <a:pt x="380" y="118"/>
                    <a:pt x="401" y="163"/>
                    <a:pt x="401" y="215"/>
                  </a:cubicBezTo>
                  <a:cubicBezTo>
                    <a:pt x="401" y="247"/>
                    <a:pt x="388" y="285"/>
                    <a:pt x="371" y="324"/>
                  </a:cubicBezTo>
                  <a:cubicBezTo>
                    <a:pt x="343" y="380"/>
                    <a:pt x="302" y="438"/>
                    <a:pt x="268" y="480"/>
                  </a:cubicBezTo>
                  <a:cubicBezTo>
                    <a:pt x="250" y="501"/>
                    <a:pt x="235" y="519"/>
                    <a:pt x="222" y="531"/>
                  </a:cubicBezTo>
                  <a:cubicBezTo>
                    <a:pt x="220" y="534"/>
                    <a:pt x="217" y="537"/>
                    <a:pt x="216" y="539"/>
                  </a:cubicBezTo>
                  <a:cubicBezTo>
                    <a:pt x="196" y="520"/>
                    <a:pt x="156" y="475"/>
                    <a:pt x="118" y="421"/>
                  </a:cubicBezTo>
                  <a:cubicBezTo>
                    <a:pt x="95" y="388"/>
                    <a:pt x="73" y="353"/>
                    <a:pt x="56" y="317"/>
                  </a:cubicBezTo>
                  <a:cubicBezTo>
                    <a:pt x="40" y="281"/>
                    <a:pt x="30" y="246"/>
                    <a:pt x="30"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8">
              <a:extLst>
                <a:ext uri="{FF2B5EF4-FFF2-40B4-BE49-F238E27FC236}">
                  <a16:creationId xmlns:a16="http://schemas.microsoft.com/office/drawing/2014/main" id="{F5620C7E-5623-DCAA-0B71-33576A13077A}"/>
                </a:ext>
              </a:extLst>
            </p:cNvPr>
            <p:cNvSpPr>
              <a:spLocks noChangeArrowheads="1"/>
            </p:cNvSpPr>
            <p:nvPr/>
          </p:nvSpPr>
          <p:spPr bwMode="auto">
            <a:xfrm>
              <a:off x="150813" y="6073775"/>
              <a:ext cx="76200" cy="76200"/>
            </a:xfrm>
            <a:custGeom>
              <a:avLst/>
              <a:gdLst>
                <a:gd name="T0" fmla="*/ 106 w 212"/>
                <a:gd name="T1" fmla="*/ 211 h 212"/>
                <a:gd name="T2" fmla="*/ 106 w 212"/>
                <a:gd name="T3" fmla="*/ 211 h 212"/>
                <a:gd name="T4" fmla="*/ 211 w 212"/>
                <a:gd name="T5" fmla="*/ 106 h 212"/>
                <a:gd name="T6" fmla="*/ 106 w 212"/>
                <a:gd name="T7" fmla="*/ 0 h 212"/>
                <a:gd name="T8" fmla="*/ 0 w 212"/>
                <a:gd name="T9" fmla="*/ 106 h 212"/>
                <a:gd name="T10" fmla="*/ 106 w 212"/>
                <a:gd name="T11" fmla="*/ 211 h 212"/>
                <a:gd name="T12" fmla="*/ 51 w 212"/>
                <a:gd name="T13" fmla="*/ 51 h 212"/>
                <a:gd name="T14" fmla="*/ 51 w 212"/>
                <a:gd name="T15" fmla="*/ 51 h 212"/>
                <a:gd name="T16" fmla="*/ 106 w 212"/>
                <a:gd name="T17" fmla="*/ 29 h 212"/>
                <a:gd name="T18" fmla="*/ 159 w 212"/>
                <a:gd name="T19" fmla="*/ 51 h 212"/>
                <a:gd name="T20" fmla="*/ 181 w 212"/>
                <a:gd name="T21" fmla="*/ 106 h 212"/>
                <a:gd name="T22" fmla="*/ 159 w 212"/>
                <a:gd name="T23" fmla="*/ 159 h 212"/>
                <a:gd name="T24" fmla="*/ 106 w 212"/>
                <a:gd name="T25" fmla="*/ 181 h 212"/>
                <a:gd name="T26" fmla="*/ 51 w 212"/>
                <a:gd name="T27" fmla="*/ 159 h 212"/>
                <a:gd name="T28" fmla="*/ 29 w 212"/>
                <a:gd name="T29" fmla="*/ 106 h 212"/>
                <a:gd name="T30" fmla="*/ 51 w 212"/>
                <a:gd name="T31" fmla="*/ 51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2" h="212">
                  <a:moveTo>
                    <a:pt x="106" y="211"/>
                  </a:moveTo>
                  <a:lnTo>
                    <a:pt x="106" y="211"/>
                  </a:lnTo>
                  <a:cubicBezTo>
                    <a:pt x="163" y="211"/>
                    <a:pt x="211" y="163"/>
                    <a:pt x="211" y="106"/>
                  </a:cubicBezTo>
                  <a:cubicBezTo>
                    <a:pt x="211" y="47"/>
                    <a:pt x="163" y="0"/>
                    <a:pt x="106" y="0"/>
                  </a:cubicBezTo>
                  <a:cubicBezTo>
                    <a:pt x="46" y="0"/>
                    <a:pt x="0" y="47"/>
                    <a:pt x="0" y="106"/>
                  </a:cubicBezTo>
                  <a:cubicBezTo>
                    <a:pt x="0" y="163"/>
                    <a:pt x="46" y="211"/>
                    <a:pt x="106" y="211"/>
                  </a:cubicBezTo>
                  <a:close/>
                  <a:moveTo>
                    <a:pt x="51" y="51"/>
                  </a:moveTo>
                  <a:lnTo>
                    <a:pt x="51" y="51"/>
                  </a:lnTo>
                  <a:cubicBezTo>
                    <a:pt x="66" y="37"/>
                    <a:pt x="84" y="29"/>
                    <a:pt x="106" y="29"/>
                  </a:cubicBezTo>
                  <a:cubicBezTo>
                    <a:pt x="126" y="29"/>
                    <a:pt x="145" y="37"/>
                    <a:pt x="159" y="51"/>
                  </a:cubicBezTo>
                  <a:cubicBezTo>
                    <a:pt x="173" y="66"/>
                    <a:pt x="181" y="84"/>
                    <a:pt x="181" y="106"/>
                  </a:cubicBezTo>
                  <a:cubicBezTo>
                    <a:pt x="181" y="126"/>
                    <a:pt x="173" y="145"/>
                    <a:pt x="159" y="159"/>
                  </a:cubicBezTo>
                  <a:cubicBezTo>
                    <a:pt x="145" y="173"/>
                    <a:pt x="126" y="181"/>
                    <a:pt x="106" y="181"/>
                  </a:cubicBezTo>
                  <a:cubicBezTo>
                    <a:pt x="84" y="181"/>
                    <a:pt x="66" y="173"/>
                    <a:pt x="51" y="159"/>
                  </a:cubicBezTo>
                  <a:cubicBezTo>
                    <a:pt x="37" y="145"/>
                    <a:pt x="29" y="126"/>
                    <a:pt x="29" y="106"/>
                  </a:cubicBezTo>
                  <a:cubicBezTo>
                    <a:pt x="29" y="84"/>
                    <a:pt x="37" y="66"/>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9" name="Group 222">
            <a:extLst>
              <a:ext uri="{FF2B5EF4-FFF2-40B4-BE49-F238E27FC236}">
                <a16:creationId xmlns:a16="http://schemas.microsoft.com/office/drawing/2014/main" id="{671CAD89-9A50-6711-183C-0160DE1CDC70}"/>
              </a:ext>
            </a:extLst>
          </p:cNvPr>
          <p:cNvGrpSpPr/>
          <p:nvPr/>
        </p:nvGrpSpPr>
        <p:grpSpPr>
          <a:xfrm>
            <a:off x="2211511" y="6175004"/>
            <a:ext cx="254000" cy="211137"/>
            <a:chOff x="1069975" y="6469063"/>
            <a:chExt cx="254000" cy="211137"/>
          </a:xfrm>
          <a:solidFill>
            <a:schemeClr val="accent4"/>
          </a:solidFill>
        </p:grpSpPr>
        <p:sp>
          <p:nvSpPr>
            <p:cNvPr id="220" name="Freeform 179">
              <a:extLst>
                <a:ext uri="{FF2B5EF4-FFF2-40B4-BE49-F238E27FC236}">
                  <a16:creationId xmlns:a16="http://schemas.microsoft.com/office/drawing/2014/main" id="{7CB9F95B-5DEC-FC0B-9F78-EC15282A227A}"/>
                </a:ext>
              </a:extLst>
            </p:cNvPr>
            <p:cNvSpPr>
              <a:spLocks noChangeArrowheads="1"/>
            </p:cNvSpPr>
            <p:nvPr/>
          </p:nvSpPr>
          <p:spPr bwMode="auto">
            <a:xfrm>
              <a:off x="1069975" y="6469063"/>
              <a:ext cx="254000" cy="211137"/>
            </a:xfrm>
            <a:custGeom>
              <a:avLst/>
              <a:gdLst>
                <a:gd name="T0" fmla="*/ 600 w 704"/>
                <a:gd name="T1" fmla="*/ 0 h 587"/>
                <a:gd name="T2" fmla="*/ 600 w 704"/>
                <a:gd name="T3" fmla="*/ 0 h 587"/>
                <a:gd name="T4" fmla="*/ 586 w 704"/>
                <a:gd name="T5" fmla="*/ 15 h 587"/>
                <a:gd name="T6" fmla="*/ 586 w 704"/>
                <a:gd name="T7" fmla="*/ 87 h 587"/>
                <a:gd name="T8" fmla="*/ 117 w 704"/>
                <a:gd name="T9" fmla="*/ 87 h 587"/>
                <a:gd name="T10" fmla="*/ 117 w 704"/>
                <a:gd name="T11" fmla="*/ 15 h 587"/>
                <a:gd name="T12" fmla="*/ 109 w 704"/>
                <a:gd name="T13" fmla="*/ 1 h 587"/>
                <a:gd name="T14" fmla="*/ 103 w 704"/>
                <a:gd name="T15" fmla="*/ 0 h 587"/>
                <a:gd name="T16" fmla="*/ 30 w 704"/>
                <a:gd name="T17" fmla="*/ 30 h 587"/>
                <a:gd name="T18" fmla="*/ 0 w 704"/>
                <a:gd name="T19" fmla="*/ 103 h 587"/>
                <a:gd name="T20" fmla="*/ 0 w 704"/>
                <a:gd name="T21" fmla="*/ 483 h 587"/>
                <a:gd name="T22" fmla="*/ 103 w 704"/>
                <a:gd name="T23" fmla="*/ 586 h 587"/>
                <a:gd name="T24" fmla="*/ 103 w 704"/>
                <a:gd name="T25" fmla="*/ 586 h 587"/>
                <a:gd name="T26" fmla="*/ 600 w 704"/>
                <a:gd name="T27" fmla="*/ 586 h 587"/>
                <a:gd name="T28" fmla="*/ 600 w 704"/>
                <a:gd name="T29" fmla="*/ 586 h 587"/>
                <a:gd name="T30" fmla="*/ 703 w 704"/>
                <a:gd name="T31" fmla="*/ 483 h 587"/>
                <a:gd name="T32" fmla="*/ 703 w 704"/>
                <a:gd name="T33" fmla="*/ 483 h 587"/>
                <a:gd name="T34" fmla="*/ 703 w 704"/>
                <a:gd name="T35" fmla="*/ 103 h 587"/>
                <a:gd name="T36" fmla="*/ 673 w 704"/>
                <a:gd name="T37" fmla="*/ 30 h 587"/>
                <a:gd name="T38" fmla="*/ 600 w 704"/>
                <a:gd name="T39" fmla="*/ 0 h 587"/>
                <a:gd name="T40" fmla="*/ 29 w 704"/>
                <a:gd name="T41" fmla="*/ 103 h 587"/>
                <a:gd name="T42" fmla="*/ 29 w 704"/>
                <a:gd name="T43" fmla="*/ 103 h 587"/>
                <a:gd name="T44" fmla="*/ 29 w 704"/>
                <a:gd name="T45" fmla="*/ 103 h 587"/>
                <a:gd name="T46" fmla="*/ 88 w 704"/>
                <a:gd name="T47" fmla="*/ 31 h 587"/>
                <a:gd name="T48" fmla="*/ 88 w 704"/>
                <a:gd name="T49" fmla="*/ 383 h 587"/>
                <a:gd name="T50" fmla="*/ 29 w 704"/>
                <a:gd name="T51" fmla="*/ 411 h 587"/>
                <a:gd name="T52" fmla="*/ 29 w 704"/>
                <a:gd name="T53" fmla="*/ 103 h 587"/>
                <a:gd name="T54" fmla="*/ 652 w 704"/>
                <a:gd name="T55" fmla="*/ 535 h 587"/>
                <a:gd name="T56" fmla="*/ 652 w 704"/>
                <a:gd name="T57" fmla="*/ 535 h 587"/>
                <a:gd name="T58" fmla="*/ 600 w 704"/>
                <a:gd name="T59" fmla="*/ 557 h 587"/>
                <a:gd name="T60" fmla="*/ 103 w 704"/>
                <a:gd name="T61" fmla="*/ 557 h 587"/>
                <a:gd name="T62" fmla="*/ 51 w 704"/>
                <a:gd name="T63" fmla="*/ 535 h 587"/>
                <a:gd name="T64" fmla="*/ 29 w 704"/>
                <a:gd name="T65" fmla="*/ 483 h 587"/>
                <a:gd name="T66" fmla="*/ 29 w 704"/>
                <a:gd name="T67" fmla="*/ 483 h 587"/>
                <a:gd name="T68" fmla="*/ 29 w 704"/>
                <a:gd name="T69" fmla="*/ 483 h 587"/>
                <a:gd name="T70" fmla="*/ 51 w 704"/>
                <a:gd name="T71" fmla="*/ 432 h 587"/>
                <a:gd name="T72" fmla="*/ 103 w 704"/>
                <a:gd name="T73" fmla="*/ 410 h 587"/>
                <a:gd name="T74" fmla="*/ 103 w 704"/>
                <a:gd name="T75" fmla="*/ 410 h 587"/>
                <a:gd name="T76" fmla="*/ 117 w 704"/>
                <a:gd name="T77" fmla="*/ 395 h 587"/>
                <a:gd name="T78" fmla="*/ 117 w 704"/>
                <a:gd name="T79" fmla="*/ 118 h 587"/>
                <a:gd name="T80" fmla="*/ 586 w 704"/>
                <a:gd name="T81" fmla="*/ 118 h 587"/>
                <a:gd name="T82" fmla="*/ 586 w 704"/>
                <a:gd name="T83" fmla="*/ 395 h 587"/>
                <a:gd name="T84" fmla="*/ 600 w 704"/>
                <a:gd name="T85" fmla="*/ 410 h 587"/>
                <a:gd name="T86" fmla="*/ 652 w 704"/>
                <a:gd name="T87" fmla="*/ 432 h 587"/>
                <a:gd name="T88" fmla="*/ 674 w 704"/>
                <a:gd name="T89" fmla="*/ 483 h 587"/>
                <a:gd name="T90" fmla="*/ 652 w 704"/>
                <a:gd name="T91" fmla="*/ 535 h 587"/>
                <a:gd name="T92" fmla="*/ 674 w 704"/>
                <a:gd name="T93" fmla="*/ 411 h 587"/>
                <a:gd name="T94" fmla="*/ 674 w 704"/>
                <a:gd name="T95" fmla="*/ 411 h 587"/>
                <a:gd name="T96" fmla="*/ 615 w 704"/>
                <a:gd name="T97" fmla="*/ 383 h 587"/>
                <a:gd name="T98" fmla="*/ 615 w 704"/>
                <a:gd name="T99" fmla="*/ 31 h 587"/>
                <a:gd name="T100" fmla="*/ 674 w 704"/>
                <a:gd name="T101" fmla="*/ 103 h 587"/>
                <a:gd name="T102" fmla="*/ 674 w 704"/>
                <a:gd name="T103" fmla="*/ 411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587">
                  <a:moveTo>
                    <a:pt x="600" y="0"/>
                  </a:moveTo>
                  <a:lnTo>
                    <a:pt x="600" y="0"/>
                  </a:lnTo>
                  <a:cubicBezTo>
                    <a:pt x="592" y="0"/>
                    <a:pt x="586" y="6"/>
                    <a:pt x="586" y="15"/>
                  </a:cubicBezTo>
                  <a:cubicBezTo>
                    <a:pt x="586" y="87"/>
                    <a:pt x="586" y="87"/>
                    <a:pt x="586" y="87"/>
                  </a:cubicBezTo>
                  <a:cubicBezTo>
                    <a:pt x="117" y="87"/>
                    <a:pt x="117" y="87"/>
                    <a:pt x="117" y="87"/>
                  </a:cubicBezTo>
                  <a:cubicBezTo>
                    <a:pt x="117" y="15"/>
                    <a:pt x="117" y="15"/>
                    <a:pt x="117" y="15"/>
                  </a:cubicBezTo>
                  <a:cubicBezTo>
                    <a:pt x="117" y="9"/>
                    <a:pt x="114" y="4"/>
                    <a:pt x="109" y="1"/>
                  </a:cubicBezTo>
                  <a:cubicBezTo>
                    <a:pt x="107" y="1"/>
                    <a:pt x="105" y="0"/>
                    <a:pt x="103" y="0"/>
                  </a:cubicBezTo>
                  <a:cubicBezTo>
                    <a:pt x="74" y="0"/>
                    <a:pt x="48" y="12"/>
                    <a:pt x="30" y="30"/>
                  </a:cubicBezTo>
                  <a:cubicBezTo>
                    <a:pt x="11" y="49"/>
                    <a:pt x="0" y="74"/>
                    <a:pt x="0" y="103"/>
                  </a:cubicBezTo>
                  <a:cubicBezTo>
                    <a:pt x="0" y="483"/>
                    <a:pt x="0" y="483"/>
                    <a:pt x="0" y="483"/>
                  </a:cubicBezTo>
                  <a:cubicBezTo>
                    <a:pt x="0" y="540"/>
                    <a:pt x="46" y="586"/>
                    <a:pt x="103" y="586"/>
                  </a:cubicBezTo>
                  <a:lnTo>
                    <a:pt x="103" y="586"/>
                  </a:lnTo>
                  <a:cubicBezTo>
                    <a:pt x="600" y="586"/>
                    <a:pt x="600" y="586"/>
                    <a:pt x="600" y="586"/>
                  </a:cubicBezTo>
                  <a:lnTo>
                    <a:pt x="600" y="586"/>
                  </a:lnTo>
                  <a:cubicBezTo>
                    <a:pt x="658" y="586"/>
                    <a:pt x="703" y="540"/>
                    <a:pt x="703" y="483"/>
                  </a:cubicBezTo>
                  <a:lnTo>
                    <a:pt x="703" y="483"/>
                  </a:lnTo>
                  <a:cubicBezTo>
                    <a:pt x="703" y="103"/>
                    <a:pt x="703" y="103"/>
                    <a:pt x="703" y="103"/>
                  </a:cubicBezTo>
                  <a:cubicBezTo>
                    <a:pt x="703" y="74"/>
                    <a:pt x="692" y="49"/>
                    <a:pt x="673" y="30"/>
                  </a:cubicBezTo>
                  <a:cubicBezTo>
                    <a:pt x="655" y="12"/>
                    <a:pt x="629" y="0"/>
                    <a:pt x="600" y="0"/>
                  </a:cubicBezTo>
                  <a:close/>
                  <a:moveTo>
                    <a:pt x="29" y="103"/>
                  </a:moveTo>
                  <a:lnTo>
                    <a:pt x="29" y="103"/>
                  </a:lnTo>
                  <a:lnTo>
                    <a:pt x="29" y="103"/>
                  </a:lnTo>
                  <a:cubicBezTo>
                    <a:pt x="29" y="67"/>
                    <a:pt x="55" y="38"/>
                    <a:pt x="88" y="31"/>
                  </a:cubicBezTo>
                  <a:cubicBezTo>
                    <a:pt x="88" y="383"/>
                    <a:pt x="88" y="383"/>
                    <a:pt x="88" y="383"/>
                  </a:cubicBezTo>
                  <a:cubicBezTo>
                    <a:pt x="65" y="385"/>
                    <a:pt x="46" y="396"/>
                    <a:pt x="29" y="411"/>
                  </a:cubicBezTo>
                  <a:lnTo>
                    <a:pt x="29" y="103"/>
                  </a:lnTo>
                  <a:close/>
                  <a:moveTo>
                    <a:pt x="652" y="535"/>
                  </a:moveTo>
                  <a:lnTo>
                    <a:pt x="652" y="535"/>
                  </a:lnTo>
                  <a:cubicBezTo>
                    <a:pt x="639" y="549"/>
                    <a:pt x="621" y="557"/>
                    <a:pt x="600" y="557"/>
                  </a:cubicBezTo>
                  <a:cubicBezTo>
                    <a:pt x="103" y="557"/>
                    <a:pt x="103" y="557"/>
                    <a:pt x="103" y="557"/>
                  </a:cubicBezTo>
                  <a:cubicBezTo>
                    <a:pt x="83" y="557"/>
                    <a:pt x="65" y="549"/>
                    <a:pt x="51" y="535"/>
                  </a:cubicBezTo>
                  <a:cubicBezTo>
                    <a:pt x="37" y="521"/>
                    <a:pt x="29" y="503"/>
                    <a:pt x="29" y="483"/>
                  </a:cubicBezTo>
                  <a:lnTo>
                    <a:pt x="29" y="483"/>
                  </a:lnTo>
                  <a:lnTo>
                    <a:pt x="29" y="483"/>
                  </a:lnTo>
                  <a:cubicBezTo>
                    <a:pt x="29" y="464"/>
                    <a:pt x="37" y="444"/>
                    <a:pt x="51" y="432"/>
                  </a:cubicBezTo>
                  <a:cubicBezTo>
                    <a:pt x="65" y="418"/>
                    <a:pt x="83" y="410"/>
                    <a:pt x="103" y="410"/>
                  </a:cubicBezTo>
                  <a:lnTo>
                    <a:pt x="103" y="410"/>
                  </a:lnTo>
                  <a:cubicBezTo>
                    <a:pt x="111" y="410"/>
                    <a:pt x="117" y="403"/>
                    <a:pt x="117" y="395"/>
                  </a:cubicBezTo>
                  <a:cubicBezTo>
                    <a:pt x="117" y="118"/>
                    <a:pt x="117" y="118"/>
                    <a:pt x="117" y="118"/>
                  </a:cubicBezTo>
                  <a:cubicBezTo>
                    <a:pt x="586" y="118"/>
                    <a:pt x="586" y="118"/>
                    <a:pt x="586" y="118"/>
                  </a:cubicBezTo>
                  <a:cubicBezTo>
                    <a:pt x="586" y="395"/>
                    <a:pt x="586" y="395"/>
                    <a:pt x="586" y="395"/>
                  </a:cubicBezTo>
                  <a:cubicBezTo>
                    <a:pt x="586" y="403"/>
                    <a:pt x="592" y="410"/>
                    <a:pt x="600" y="410"/>
                  </a:cubicBezTo>
                  <a:cubicBezTo>
                    <a:pt x="621" y="410"/>
                    <a:pt x="639" y="418"/>
                    <a:pt x="652" y="432"/>
                  </a:cubicBezTo>
                  <a:cubicBezTo>
                    <a:pt x="666" y="444"/>
                    <a:pt x="674" y="464"/>
                    <a:pt x="674" y="483"/>
                  </a:cubicBezTo>
                  <a:cubicBezTo>
                    <a:pt x="674" y="503"/>
                    <a:pt x="666" y="521"/>
                    <a:pt x="652" y="535"/>
                  </a:cubicBezTo>
                  <a:close/>
                  <a:moveTo>
                    <a:pt x="674" y="411"/>
                  </a:moveTo>
                  <a:lnTo>
                    <a:pt x="674" y="411"/>
                  </a:lnTo>
                  <a:cubicBezTo>
                    <a:pt x="659" y="396"/>
                    <a:pt x="639" y="385"/>
                    <a:pt x="615" y="383"/>
                  </a:cubicBezTo>
                  <a:cubicBezTo>
                    <a:pt x="615" y="31"/>
                    <a:pt x="615" y="31"/>
                    <a:pt x="615" y="31"/>
                  </a:cubicBezTo>
                  <a:cubicBezTo>
                    <a:pt x="648" y="38"/>
                    <a:pt x="674" y="67"/>
                    <a:pt x="674" y="103"/>
                  </a:cubicBezTo>
                  <a:lnTo>
                    <a:pt x="674" y="41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0">
              <a:extLst>
                <a:ext uri="{FF2B5EF4-FFF2-40B4-BE49-F238E27FC236}">
                  <a16:creationId xmlns:a16="http://schemas.microsoft.com/office/drawing/2014/main" id="{473952DA-1B29-911D-8B33-6A34FF6D90A4}"/>
                </a:ext>
              </a:extLst>
            </p:cNvPr>
            <p:cNvSpPr>
              <a:spLocks noChangeArrowheads="1"/>
            </p:cNvSpPr>
            <p:nvPr/>
          </p:nvSpPr>
          <p:spPr bwMode="auto">
            <a:xfrm>
              <a:off x="1163638" y="6553200"/>
              <a:ext cx="53975" cy="53975"/>
            </a:xfrm>
            <a:custGeom>
              <a:avLst/>
              <a:gdLst>
                <a:gd name="T0" fmla="*/ 145 w 151"/>
                <a:gd name="T1" fmla="*/ 5 h 151"/>
                <a:gd name="T2" fmla="*/ 145 w 151"/>
                <a:gd name="T3" fmla="*/ 5 h 151"/>
                <a:gd name="T4" fmla="*/ 124 w 151"/>
                <a:gd name="T5" fmla="*/ 5 h 151"/>
                <a:gd name="T6" fmla="*/ 75 w 151"/>
                <a:gd name="T7" fmla="*/ 53 h 151"/>
                <a:gd name="T8" fmla="*/ 27 w 151"/>
                <a:gd name="T9" fmla="*/ 5 h 151"/>
                <a:gd name="T10" fmla="*/ 6 w 151"/>
                <a:gd name="T11" fmla="*/ 5 h 151"/>
                <a:gd name="T12" fmla="*/ 6 w 151"/>
                <a:gd name="T13" fmla="*/ 26 h 151"/>
                <a:gd name="T14" fmla="*/ 54 w 151"/>
                <a:gd name="T15" fmla="*/ 74 h 151"/>
                <a:gd name="T16" fmla="*/ 6 w 151"/>
                <a:gd name="T17" fmla="*/ 123 h 151"/>
                <a:gd name="T18" fmla="*/ 6 w 151"/>
                <a:gd name="T19" fmla="*/ 144 h 151"/>
                <a:gd name="T20" fmla="*/ 27 w 151"/>
                <a:gd name="T21" fmla="*/ 144 h 151"/>
                <a:gd name="T22" fmla="*/ 75 w 151"/>
                <a:gd name="T23" fmla="*/ 96 h 151"/>
                <a:gd name="T24" fmla="*/ 124 w 151"/>
                <a:gd name="T25" fmla="*/ 144 h 151"/>
                <a:gd name="T26" fmla="*/ 145 w 151"/>
                <a:gd name="T27" fmla="*/ 144 h 151"/>
                <a:gd name="T28" fmla="*/ 145 w 151"/>
                <a:gd name="T29" fmla="*/ 123 h 151"/>
                <a:gd name="T30" fmla="*/ 95 w 151"/>
                <a:gd name="T31" fmla="*/ 74 h 151"/>
                <a:gd name="T32" fmla="*/ 145 w 151"/>
                <a:gd name="T33" fmla="*/ 26 h 151"/>
                <a:gd name="T34" fmla="*/ 145 w 151"/>
                <a:gd name="T35" fmla="*/ 5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1" h="151">
                  <a:moveTo>
                    <a:pt x="145" y="5"/>
                  </a:moveTo>
                  <a:lnTo>
                    <a:pt x="145" y="5"/>
                  </a:lnTo>
                  <a:cubicBezTo>
                    <a:pt x="138" y="0"/>
                    <a:pt x="129" y="0"/>
                    <a:pt x="124" y="5"/>
                  </a:cubicBezTo>
                  <a:cubicBezTo>
                    <a:pt x="75" y="53"/>
                    <a:pt x="75" y="53"/>
                    <a:pt x="75" y="53"/>
                  </a:cubicBezTo>
                  <a:cubicBezTo>
                    <a:pt x="27" y="5"/>
                    <a:pt x="27" y="5"/>
                    <a:pt x="27" y="5"/>
                  </a:cubicBezTo>
                  <a:cubicBezTo>
                    <a:pt x="21" y="0"/>
                    <a:pt x="11" y="0"/>
                    <a:pt x="6" y="5"/>
                  </a:cubicBezTo>
                  <a:cubicBezTo>
                    <a:pt x="0" y="11"/>
                    <a:pt x="0" y="21"/>
                    <a:pt x="6" y="26"/>
                  </a:cubicBezTo>
                  <a:cubicBezTo>
                    <a:pt x="54" y="74"/>
                    <a:pt x="54" y="74"/>
                    <a:pt x="54" y="74"/>
                  </a:cubicBezTo>
                  <a:cubicBezTo>
                    <a:pt x="6" y="123"/>
                    <a:pt x="6" y="123"/>
                    <a:pt x="6" y="123"/>
                  </a:cubicBezTo>
                  <a:cubicBezTo>
                    <a:pt x="0" y="129"/>
                    <a:pt x="0" y="137"/>
                    <a:pt x="6" y="144"/>
                  </a:cubicBezTo>
                  <a:cubicBezTo>
                    <a:pt x="11" y="150"/>
                    <a:pt x="21" y="150"/>
                    <a:pt x="27" y="144"/>
                  </a:cubicBezTo>
                  <a:cubicBezTo>
                    <a:pt x="75" y="96"/>
                    <a:pt x="75" y="96"/>
                    <a:pt x="75" y="96"/>
                  </a:cubicBezTo>
                  <a:cubicBezTo>
                    <a:pt x="124" y="144"/>
                    <a:pt x="124" y="144"/>
                    <a:pt x="124" y="144"/>
                  </a:cubicBezTo>
                  <a:cubicBezTo>
                    <a:pt x="129" y="150"/>
                    <a:pt x="138" y="150"/>
                    <a:pt x="145" y="144"/>
                  </a:cubicBezTo>
                  <a:cubicBezTo>
                    <a:pt x="150" y="137"/>
                    <a:pt x="150" y="129"/>
                    <a:pt x="145" y="123"/>
                  </a:cubicBezTo>
                  <a:cubicBezTo>
                    <a:pt x="95" y="74"/>
                    <a:pt x="95" y="74"/>
                    <a:pt x="95" y="74"/>
                  </a:cubicBezTo>
                  <a:cubicBezTo>
                    <a:pt x="145" y="26"/>
                    <a:pt x="145" y="26"/>
                    <a:pt x="145" y="26"/>
                  </a:cubicBezTo>
                  <a:cubicBezTo>
                    <a:pt x="150" y="21"/>
                    <a:pt x="150" y="11"/>
                    <a:pt x="145"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2" name="Group 225">
            <a:extLst>
              <a:ext uri="{FF2B5EF4-FFF2-40B4-BE49-F238E27FC236}">
                <a16:creationId xmlns:a16="http://schemas.microsoft.com/office/drawing/2014/main" id="{523D94A6-A356-B99B-AE93-E708C0B338A5}"/>
              </a:ext>
            </a:extLst>
          </p:cNvPr>
          <p:cNvGrpSpPr/>
          <p:nvPr/>
        </p:nvGrpSpPr>
        <p:grpSpPr>
          <a:xfrm>
            <a:off x="2711574" y="6154366"/>
            <a:ext cx="254000" cy="252412"/>
            <a:chOff x="1570038" y="6469063"/>
            <a:chExt cx="254000" cy="252412"/>
          </a:xfrm>
          <a:solidFill>
            <a:schemeClr val="accent4"/>
          </a:solidFill>
        </p:grpSpPr>
        <p:sp>
          <p:nvSpPr>
            <p:cNvPr id="223" name="Freeform 181">
              <a:extLst>
                <a:ext uri="{FF2B5EF4-FFF2-40B4-BE49-F238E27FC236}">
                  <a16:creationId xmlns:a16="http://schemas.microsoft.com/office/drawing/2014/main" id="{9279B2FB-24AC-5843-B5C0-C0A4F971286F}"/>
                </a:ext>
              </a:extLst>
            </p:cNvPr>
            <p:cNvSpPr>
              <a:spLocks noChangeArrowheads="1"/>
            </p:cNvSpPr>
            <p:nvPr/>
          </p:nvSpPr>
          <p:spPr bwMode="auto">
            <a:xfrm>
              <a:off x="1570038" y="6469063"/>
              <a:ext cx="254000" cy="252412"/>
            </a:xfrm>
            <a:custGeom>
              <a:avLst/>
              <a:gdLst>
                <a:gd name="T0" fmla="*/ 642 w 704"/>
                <a:gd name="T1" fmla="*/ 153 h 703"/>
                <a:gd name="T2" fmla="*/ 557 w 704"/>
                <a:gd name="T3" fmla="*/ 146 h 703"/>
                <a:gd name="T4" fmla="*/ 553 w 704"/>
                <a:gd name="T5" fmla="*/ 5 h 703"/>
                <a:gd name="T6" fmla="*/ 162 w 704"/>
                <a:gd name="T7" fmla="*/ 0 h 703"/>
                <a:gd name="T8" fmla="*/ 147 w 704"/>
                <a:gd name="T9" fmla="*/ 15 h 703"/>
                <a:gd name="T10" fmla="*/ 74 w 704"/>
                <a:gd name="T11" fmla="*/ 146 h 703"/>
                <a:gd name="T12" fmla="*/ 12 w 704"/>
                <a:gd name="T13" fmla="*/ 226 h 703"/>
                <a:gd name="T14" fmla="*/ 0 w 704"/>
                <a:gd name="T15" fmla="*/ 483 h 703"/>
                <a:gd name="T16" fmla="*/ 44 w 704"/>
                <a:gd name="T17" fmla="*/ 527 h 703"/>
                <a:gd name="T18" fmla="*/ 147 w 704"/>
                <a:gd name="T19" fmla="*/ 689 h 703"/>
                <a:gd name="T20" fmla="*/ 162 w 704"/>
                <a:gd name="T21" fmla="*/ 702 h 703"/>
                <a:gd name="T22" fmla="*/ 553 w 704"/>
                <a:gd name="T23" fmla="*/ 698 h 703"/>
                <a:gd name="T24" fmla="*/ 557 w 704"/>
                <a:gd name="T25" fmla="*/ 527 h 703"/>
                <a:gd name="T26" fmla="*/ 690 w 704"/>
                <a:gd name="T27" fmla="*/ 514 h 703"/>
                <a:gd name="T28" fmla="*/ 703 w 704"/>
                <a:gd name="T29" fmla="*/ 267 h 703"/>
                <a:gd name="T30" fmla="*/ 642 w 704"/>
                <a:gd name="T31" fmla="*/ 153 h 703"/>
                <a:gd name="T32" fmla="*/ 175 w 704"/>
                <a:gd name="T33" fmla="*/ 30 h 703"/>
                <a:gd name="T34" fmla="*/ 527 w 704"/>
                <a:gd name="T35" fmla="*/ 146 h 703"/>
                <a:gd name="T36" fmla="*/ 175 w 704"/>
                <a:gd name="T37" fmla="*/ 30 h 703"/>
                <a:gd name="T38" fmla="*/ 175 w 704"/>
                <a:gd name="T39" fmla="*/ 513 h 703"/>
                <a:gd name="T40" fmla="*/ 175 w 704"/>
                <a:gd name="T41" fmla="*/ 513 h 703"/>
                <a:gd name="T42" fmla="*/ 527 w 704"/>
                <a:gd name="T43" fmla="*/ 439 h 703"/>
                <a:gd name="T44" fmla="*/ 175 w 704"/>
                <a:gd name="T45" fmla="*/ 674 h 703"/>
                <a:gd name="T46" fmla="*/ 674 w 704"/>
                <a:gd name="T47" fmla="*/ 483 h 703"/>
                <a:gd name="T48" fmla="*/ 670 w 704"/>
                <a:gd name="T49" fmla="*/ 494 h 703"/>
                <a:gd name="T50" fmla="*/ 557 w 704"/>
                <a:gd name="T51" fmla="*/ 498 h 703"/>
                <a:gd name="T52" fmla="*/ 601 w 704"/>
                <a:gd name="T53" fmla="*/ 439 h 703"/>
                <a:gd name="T54" fmla="*/ 601 w 704"/>
                <a:gd name="T55" fmla="*/ 410 h 703"/>
                <a:gd name="T56" fmla="*/ 162 w 704"/>
                <a:gd name="T57" fmla="*/ 410 h 703"/>
                <a:gd name="T58" fmla="*/ 88 w 704"/>
                <a:gd name="T59" fmla="*/ 425 h 703"/>
                <a:gd name="T60" fmla="*/ 147 w 704"/>
                <a:gd name="T61" fmla="*/ 439 h 703"/>
                <a:gd name="T62" fmla="*/ 44 w 704"/>
                <a:gd name="T63" fmla="*/ 498 h 703"/>
                <a:gd name="T64" fmla="*/ 30 w 704"/>
                <a:gd name="T65" fmla="*/ 483 h 703"/>
                <a:gd name="T66" fmla="*/ 37 w 704"/>
                <a:gd name="T67" fmla="*/ 243 h 703"/>
                <a:gd name="T68" fmla="*/ 162 w 704"/>
                <a:gd name="T69" fmla="*/ 175 h 703"/>
                <a:gd name="T70" fmla="*/ 622 w 704"/>
                <a:gd name="T71" fmla="*/ 175 h 703"/>
                <a:gd name="T72" fmla="*/ 674 w 704"/>
                <a:gd name="T73" fmla="*/ 267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3">
                  <a:moveTo>
                    <a:pt x="642" y="153"/>
                  </a:moveTo>
                  <a:lnTo>
                    <a:pt x="642" y="153"/>
                  </a:lnTo>
                  <a:cubicBezTo>
                    <a:pt x="639" y="149"/>
                    <a:pt x="635" y="146"/>
                    <a:pt x="630" y="146"/>
                  </a:cubicBezTo>
                  <a:cubicBezTo>
                    <a:pt x="557" y="146"/>
                    <a:pt x="557" y="146"/>
                    <a:pt x="557" y="146"/>
                  </a:cubicBezTo>
                  <a:cubicBezTo>
                    <a:pt x="557" y="15"/>
                    <a:pt x="557" y="15"/>
                    <a:pt x="557" y="15"/>
                  </a:cubicBezTo>
                  <a:cubicBezTo>
                    <a:pt x="557" y="11"/>
                    <a:pt x="556" y="8"/>
                    <a:pt x="553" y="5"/>
                  </a:cubicBezTo>
                  <a:cubicBezTo>
                    <a:pt x="550" y="2"/>
                    <a:pt x="546" y="0"/>
                    <a:pt x="542" y="0"/>
                  </a:cubicBezTo>
                  <a:cubicBezTo>
                    <a:pt x="162" y="0"/>
                    <a:pt x="162" y="0"/>
                    <a:pt x="162" y="0"/>
                  </a:cubicBezTo>
                  <a:cubicBezTo>
                    <a:pt x="158" y="0"/>
                    <a:pt x="154" y="2"/>
                    <a:pt x="151" y="5"/>
                  </a:cubicBezTo>
                  <a:cubicBezTo>
                    <a:pt x="148" y="8"/>
                    <a:pt x="147" y="11"/>
                    <a:pt x="147" y="15"/>
                  </a:cubicBezTo>
                  <a:cubicBezTo>
                    <a:pt x="147" y="146"/>
                    <a:pt x="147" y="146"/>
                    <a:pt x="147" y="146"/>
                  </a:cubicBezTo>
                  <a:cubicBezTo>
                    <a:pt x="74" y="146"/>
                    <a:pt x="74" y="146"/>
                    <a:pt x="74" y="146"/>
                  </a:cubicBezTo>
                  <a:cubicBezTo>
                    <a:pt x="68" y="146"/>
                    <a:pt x="64" y="149"/>
                    <a:pt x="62" y="153"/>
                  </a:cubicBezTo>
                  <a:cubicBezTo>
                    <a:pt x="12" y="226"/>
                    <a:pt x="12" y="226"/>
                    <a:pt x="12" y="226"/>
                  </a:cubicBezTo>
                  <a:cubicBezTo>
                    <a:pt x="4" y="238"/>
                    <a:pt x="0" y="252"/>
                    <a:pt x="0" y="267"/>
                  </a:cubicBezTo>
                  <a:cubicBezTo>
                    <a:pt x="0" y="483"/>
                    <a:pt x="0" y="483"/>
                    <a:pt x="0" y="483"/>
                  </a:cubicBezTo>
                  <a:cubicBezTo>
                    <a:pt x="0" y="494"/>
                    <a:pt x="5" y="506"/>
                    <a:pt x="14" y="514"/>
                  </a:cubicBezTo>
                  <a:cubicBezTo>
                    <a:pt x="20" y="523"/>
                    <a:pt x="31" y="527"/>
                    <a:pt x="44" y="527"/>
                  </a:cubicBezTo>
                  <a:cubicBezTo>
                    <a:pt x="147" y="527"/>
                    <a:pt x="147" y="527"/>
                    <a:pt x="147" y="527"/>
                  </a:cubicBezTo>
                  <a:cubicBezTo>
                    <a:pt x="147" y="689"/>
                    <a:pt x="147" y="689"/>
                    <a:pt x="147" y="689"/>
                  </a:cubicBezTo>
                  <a:cubicBezTo>
                    <a:pt x="147" y="693"/>
                    <a:pt x="148" y="696"/>
                    <a:pt x="151" y="698"/>
                  </a:cubicBezTo>
                  <a:cubicBezTo>
                    <a:pt x="154" y="701"/>
                    <a:pt x="158" y="702"/>
                    <a:pt x="162" y="702"/>
                  </a:cubicBezTo>
                  <a:cubicBezTo>
                    <a:pt x="542" y="702"/>
                    <a:pt x="542" y="702"/>
                    <a:pt x="542" y="702"/>
                  </a:cubicBezTo>
                  <a:cubicBezTo>
                    <a:pt x="546" y="702"/>
                    <a:pt x="550" y="701"/>
                    <a:pt x="553" y="698"/>
                  </a:cubicBezTo>
                  <a:cubicBezTo>
                    <a:pt x="556" y="696"/>
                    <a:pt x="557" y="693"/>
                    <a:pt x="557" y="689"/>
                  </a:cubicBezTo>
                  <a:cubicBezTo>
                    <a:pt x="557" y="527"/>
                    <a:pt x="557" y="527"/>
                    <a:pt x="557" y="527"/>
                  </a:cubicBezTo>
                  <a:cubicBezTo>
                    <a:pt x="659" y="527"/>
                    <a:pt x="659" y="527"/>
                    <a:pt x="659" y="527"/>
                  </a:cubicBezTo>
                  <a:cubicBezTo>
                    <a:pt x="671" y="527"/>
                    <a:pt x="683" y="523"/>
                    <a:pt x="690" y="514"/>
                  </a:cubicBezTo>
                  <a:cubicBezTo>
                    <a:pt x="698" y="506"/>
                    <a:pt x="703" y="494"/>
                    <a:pt x="703" y="483"/>
                  </a:cubicBezTo>
                  <a:cubicBezTo>
                    <a:pt x="703" y="267"/>
                    <a:pt x="703" y="267"/>
                    <a:pt x="703" y="267"/>
                  </a:cubicBezTo>
                  <a:cubicBezTo>
                    <a:pt x="703" y="252"/>
                    <a:pt x="698" y="238"/>
                    <a:pt x="690" y="226"/>
                  </a:cubicBezTo>
                  <a:lnTo>
                    <a:pt x="642" y="153"/>
                  </a:lnTo>
                  <a:close/>
                  <a:moveTo>
                    <a:pt x="175" y="30"/>
                  </a:moveTo>
                  <a:lnTo>
                    <a:pt x="175" y="30"/>
                  </a:lnTo>
                  <a:cubicBezTo>
                    <a:pt x="527" y="30"/>
                    <a:pt x="527" y="30"/>
                    <a:pt x="527" y="30"/>
                  </a:cubicBezTo>
                  <a:cubicBezTo>
                    <a:pt x="527" y="146"/>
                    <a:pt x="527" y="146"/>
                    <a:pt x="527" y="146"/>
                  </a:cubicBezTo>
                  <a:cubicBezTo>
                    <a:pt x="175" y="146"/>
                    <a:pt x="175" y="146"/>
                    <a:pt x="175" y="146"/>
                  </a:cubicBezTo>
                  <a:lnTo>
                    <a:pt x="175" y="30"/>
                  </a:lnTo>
                  <a:close/>
                  <a:moveTo>
                    <a:pt x="175" y="513"/>
                  </a:moveTo>
                  <a:lnTo>
                    <a:pt x="175" y="513"/>
                  </a:lnTo>
                  <a:lnTo>
                    <a:pt x="175" y="513"/>
                  </a:lnTo>
                  <a:lnTo>
                    <a:pt x="175" y="513"/>
                  </a:lnTo>
                  <a:cubicBezTo>
                    <a:pt x="175" y="439"/>
                    <a:pt x="175" y="439"/>
                    <a:pt x="175" y="439"/>
                  </a:cubicBezTo>
                  <a:cubicBezTo>
                    <a:pt x="527" y="439"/>
                    <a:pt x="527" y="439"/>
                    <a:pt x="527" y="439"/>
                  </a:cubicBezTo>
                  <a:cubicBezTo>
                    <a:pt x="527" y="674"/>
                    <a:pt x="527" y="674"/>
                    <a:pt x="527" y="674"/>
                  </a:cubicBezTo>
                  <a:cubicBezTo>
                    <a:pt x="175" y="674"/>
                    <a:pt x="175" y="674"/>
                    <a:pt x="175" y="674"/>
                  </a:cubicBezTo>
                  <a:lnTo>
                    <a:pt x="175" y="513"/>
                  </a:lnTo>
                  <a:close/>
                  <a:moveTo>
                    <a:pt x="674" y="483"/>
                  </a:moveTo>
                  <a:lnTo>
                    <a:pt x="674" y="483"/>
                  </a:lnTo>
                  <a:cubicBezTo>
                    <a:pt x="674" y="487"/>
                    <a:pt x="672" y="491"/>
                    <a:pt x="670" y="494"/>
                  </a:cubicBezTo>
                  <a:cubicBezTo>
                    <a:pt x="667" y="497"/>
                    <a:pt x="663" y="498"/>
                    <a:pt x="659" y="498"/>
                  </a:cubicBezTo>
                  <a:cubicBezTo>
                    <a:pt x="557" y="498"/>
                    <a:pt x="557" y="498"/>
                    <a:pt x="557" y="498"/>
                  </a:cubicBezTo>
                  <a:cubicBezTo>
                    <a:pt x="557" y="439"/>
                    <a:pt x="557" y="439"/>
                    <a:pt x="557" y="439"/>
                  </a:cubicBezTo>
                  <a:cubicBezTo>
                    <a:pt x="601" y="439"/>
                    <a:pt x="601" y="439"/>
                    <a:pt x="601" y="439"/>
                  </a:cubicBezTo>
                  <a:cubicBezTo>
                    <a:pt x="609" y="439"/>
                    <a:pt x="615" y="433"/>
                    <a:pt x="615" y="425"/>
                  </a:cubicBezTo>
                  <a:cubicBezTo>
                    <a:pt x="615" y="417"/>
                    <a:pt x="609" y="410"/>
                    <a:pt x="601" y="410"/>
                  </a:cubicBezTo>
                  <a:cubicBezTo>
                    <a:pt x="542" y="410"/>
                    <a:pt x="542" y="410"/>
                    <a:pt x="542" y="410"/>
                  </a:cubicBezTo>
                  <a:cubicBezTo>
                    <a:pt x="162" y="410"/>
                    <a:pt x="162" y="410"/>
                    <a:pt x="162" y="410"/>
                  </a:cubicBezTo>
                  <a:cubicBezTo>
                    <a:pt x="103" y="410"/>
                    <a:pt x="103" y="410"/>
                    <a:pt x="103" y="410"/>
                  </a:cubicBezTo>
                  <a:cubicBezTo>
                    <a:pt x="95" y="410"/>
                    <a:pt x="88" y="417"/>
                    <a:pt x="88" y="425"/>
                  </a:cubicBezTo>
                  <a:cubicBezTo>
                    <a:pt x="88" y="433"/>
                    <a:pt x="95" y="439"/>
                    <a:pt x="103" y="439"/>
                  </a:cubicBezTo>
                  <a:cubicBezTo>
                    <a:pt x="147" y="439"/>
                    <a:pt x="147" y="439"/>
                    <a:pt x="147" y="439"/>
                  </a:cubicBezTo>
                  <a:cubicBezTo>
                    <a:pt x="147" y="498"/>
                    <a:pt x="147" y="498"/>
                    <a:pt x="147" y="498"/>
                  </a:cubicBezTo>
                  <a:cubicBezTo>
                    <a:pt x="44" y="498"/>
                    <a:pt x="44" y="498"/>
                    <a:pt x="44" y="498"/>
                  </a:cubicBezTo>
                  <a:cubicBezTo>
                    <a:pt x="41" y="498"/>
                    <a:pt x="37" y="497"/>
                    <a:pt x="34" y="494"/>
                  </a:cubicBezTo>
                  <a:cubicBezTo>
                    <a:pt x="31" y="491"/>
                    <a:pt x="30" y="487"/>
                    <a:pt x="30" y="483"/>
                  </a:cubicBezTo>
                  <a:cubicBezTo>
                    <a:pt x="30" y="267"/>
                    <a:pt x="30" y="267"/>
                    <a:pt x="30" y="267"/>
                  </a:cubicBezTo>
                  <a:cubicBezTo>
                    <a:pt x="30" y="258"/>
                    <a:pt x="33" y="249"/>
                    <a:pt x="37" y="243"/>
                  </a:cubicBezTo>
                  <a:cubicBezTo>
                    <a:pt x="81" y="175"/>
                    <a:pt x="81" y="175"/>
                    <a:pt x="81" y="175"/>
                  </a:cubicBezTo>
                  <a:cubicBezTo>
                    <a:pt x="162" y="175"/>
                    <a:pt x="162" y="175"/>
                    <a:pt x="162" y="175"/>
                  </a:cubicBezTo>
                  <a:cubicBezTo>
                    <a:pt x="542" y="175"/>
                    <a:pt x="542" y="175"/>
                    <a:pt x="542" y="175"/>
                  </a:cubicBezTo>
                  <a:cubicBezTo>
                    <a:pt x="622" y="175"/>
                    <a:pt x="622" y="175"/>
                    <a:pt x="622" y="175"/>
                  </a:cubicBezTo>
                  <a:cubicBezTo>
                    <a:pt x="667" y="243"/>
                    <a:pt x="667" y="243"/>
                    <a:pt x="667" y="243"/>
                  </a:cubicBezTo>
                  <a:cubicBezTo>
                    <a:pt x="671" y="249"/>
                    <a:pt x="674" y="258"/>
                    <a:pt x="674" y="267"/>
                  </a:cubicBezTo>
                  <a:lnTo>
                    <a:pt x="674" y="48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DBF7CEAB-D869-D209-160A-4FD2B3C06179}"/>
                </a:ext>
              </a:extLst>
            </p:cNvPr>
            <p:cNvSpPr>
              <a:spLocks noChangeArrowheads="1"/>
            </p:cNvSpPr>
            <p:nvPr/>
          </p:nvSpPr>
          <p:spPr bwMode="auto">
            <a:xfrm>
              <a:off x="1654175" y="6648450"/>
              <a:ext cx="84138" cy="11113"/>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6" y="0"/>
                    <a:pt x="0" y="7"/>
                    <a:pt x="0" y="15"/>
                  </a:cubicBezTo>
                  <a:cubicBezTo>
                    <a:pt x="0" y="23"/>
                    <a:pt x="6" y="29"/>
                    <a:pt x="15" y="29"/>
                  </a:cubicBezTo>
                  <a:cubicBezTo>
                    <a:pt x="219" y="29"/>
                    <a:pt x="219" y="29"/>
                    <a:pt x="219" y="29"/>
                  </a:cubicBezTo>
                  <a:cubicBezTo>
                    <a:pt x="227" y="29"/>
                    <a:pt x="234" y="23"/>
                    <a:pt x="234" y="15"/>
                  </a:cubicBezTo>
                  <a:cubicBezTo>
                    <a:pt x="234" y="7"/>
                    <a:pt x="227"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3">
              <a:extLst>
                <a:ext uri="{FF2B5EF4-FFF2-40B4-BE49-F238E27FC236}">
                  <a16:creationId xmlns:a16="http://schemas.microsoft.com/office/drawing/2014/main" id="{93278533-C30E-F669-7D18-A674346AF9D8}"/>
                </a:ext>
              </a:extLst>
            </p:cNvPr>
            <p:cNvSpPr>
              <a:spLocks noChangeArrowheads="1"/>
            </p:cNvSpPr>
            <p:nvPr/>
          </p:nvSpPr>
          <p:spPr bwMode="auto">
            <a:xfrm>
              <a:off x="1654175" y="6680200"/>
              <a:ext cx="63500" cy="11113"/>
            </a:xfrm>
            <a:custGeom>
              <a:avLst/>
              <a:gdLst>
                <a:gd name="T0" fmla="*/ 160 w 176"/>
                <a:gd name="T1" fmla="*/ 0 h 30"/>
                <a:gd name="T2" fmla="*/ 160 w 176"/>
                <a:gd name="T3" fmla="*/ 0 h 30"/>
                <a:gd name="T4" fmla="*/ 15 w 176"/>
                <a:gd name="T5" fmla="*/ 0 h 30"/>
                <a:gd name="T6" fmla="*/ 0 w 176"/>
                <a:gd name="T7" fmla="*/ 15 h 30"/>
                <a:gd name="T8" fmla="*/ 15 w 176"/>
                <a:gd name="T9" fmla="*/ 29 h 30"/>
                <a:gd name="T10" fmla="*/ 160 w 176"/>
                <a:gd name="T11" fmla="*/ 29 h 30"/>
                <a:gd name="T12" fmla="*/ 175 w 176"/>
                <a:gd name="T13" fmla="*/ 15 h 30"/>
                <a:gd name="T14" fmla="*/ 160 w 17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6" h="30">
                  <a:moveTo>
                    <a:pt x="160" y="0"/>
                  </a:moveTo>
                  <a:lnTo>
                    <a:pt x="160" y="0"/>
                  </a:lnTo>
                  <a:cubicBezTo>
                    <a:pt x="15" y="0"/>
                    <a:pt x="15" y="0"/>
                    <a:pt x="15" y="0"/>
                  </a:cubicBezTo>
                  <a:cubicBezTo>
                    <a:pt x="6" y="0"/>
                    <a:pt x="0" y="7"/>
                    <a:pt x="0" y="15"/>
                  </a:cubicBezTo>
                  <a:cubicBezTo>
                    <a:pt x="0" y="23"/>
                    <a:pt x="6" y="29"/>
                    <a:pt x="15" y="29"/>
                  </a:cubicBezTo>
                  <a:cubicBezTo>
                    <a:pt x="160" y="29"/>
                    <a:pt x="160" y="29"/>
                    <a:pt x="160" y="29"/>
                  </a:cubicBezTo>
                  <a:cubicBezTo>
                    <a:pt x="168" y="29"/>
                    <a:pt x="175" y="23"/>
                    <a:pt x="175" y="15"/>
                  </a:cubicBezTo>
                  <a:cubicBezTo>
                    <a:pt x="175" y="7"/>
                    <a:pt x="168"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4">
              <a:extLst>
                <a:ext uri="{FF2B5EF4-FFF2-40B4-BE49-F238E27FC236}">
                  <a16:creationId xmlns:a16="http://schemas.microsoft.com/office/drawing/2014/main" id="{6EADCA39-4CF4-87B7-BD07-B8195CA39878}"/>
                </a:ext>
              </a:extLst>
            </p:cNvPr>
            <p:cNvSpPr>
              <a:spLocks noChangeArrowheads="1"/>
            </p:cNvSpPr>
            <p:nvPr/>
          </p:nvSpPr>
          <p:spPr bwMode="auto">
            <a:xfrm>
              <a:off x="174942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5">
              <a:extLst>
                <a:ext uri="{FF2B5EF4-FFF2-40B4-BE49-F238E27FC236}">
                  <a16:creationId xmlns:a16="http://schemas.microsoft.com/office/drawing/2014/main" id="{CA2C3CB6-551B-E5B5-DA82-5B500B16763C}"/>
                </a:ext>
              </a:extLst>
            </p:cNvPr>
            <p:cNvSpPr>
              <a:spLocks noChangeArrowheads="1"/>
            </p:cNvSpPr>
            <p:nvPr/>
          </p:nvSpPr>
          <p:spPr bwMode="auto">
            <a:xfrm>
              <a:off x="1781175" y="6564313"/>
              <a:ext cx="11113"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3" y="30"/>
                    <a:pt x="29" y="23"/>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8" name="Freeform 186">
            <a:extLst>
              <a:ext uri="{FF2B5EF4-FFF2-40B4-BE49-F238E27FC236}">
                <a16:creationId xmlns:a16="http://schemas.microsoft.com/office/drawing/2014/main" id="{2420B46E-875B-25B2-F8FE-D904CD62F5BA}"/>
              </a:ext>
            </a:extLst>
          </p:cNvPr>
          <p:cNvSpPr>
            <a:spLocks noChangeArrowheads="1"/>
          </p:cNvSpPr>
          <p:nvPr/>
        </p:nvSpPr>
        <p:spPr bwMode="auto">
          <a:xfrm>
            <a:off x="2700461" y="5686847"/>
            <a:ext cx="254000" cy="254000"/>
          </a:xfrm>
          <a:custGeom>
            <a:avLst/>
            <a:gdLst>
              <a:gd name="T0" fmla="*/ 161 w 704"/>
              <a:gd name="T1" fmla="*/ 527 h 704"/>
              <a:gd name="T2" fmla="*/ 161 w 704"/>
              <a:gd name="T3" fmla="*/ 527 h 704"/>
              <a:gd name="T4" fmla="*/ 323 w 704"/>
              <a:gd name="T5" fmla="*/ 527 h 704"/>
              <a:gd name="T6" fmla="*/ 351 w 704"/>
              <a:gd name="T7" fmla="*/ 703 h 704"/>
              <a:gd name="T8" fmla="*/ 395 w 704"/>
              <a:gd name="T9" fmla="*/ 527 h 704"/>
              <a:gd name="T10" fmla="*/ 410 w 704"/>
              <a:gd name="T11" fmla="*/ 703 h 704"/>
              <a:gd name="T12" fmla="*/ 439 w 704"/>
              <a:gd name="T13" fmla="*/ 527 h 704"/>
              <a:gd name="T14" fmla="*/ 703 w 704"/>
              <a:gd name="T15" fmla="*/ 483 h 704"/>
              <a:gd name="T16" fmla="*/ 542 w 704"/>
              <a:gd name="T17" fmla="*/ 147 h 704"/>
              <a:gd name="T18" fmla="*/ 410 w 704"/>
              <a:gd name="T19" fmla="*/ 117 h 704"/>
              <a:gd name="T20" fmla="*/ 552 w 704"/>
              <a:gd name="T21" fmla="*/ 112 h 704"/>
              <a:gd name="T22" fmla="*/ 556 w 704"/>
              <a:gd name="T23" fmla="*/ 15 h 704"/>
              <a:gd name="T24" fmla="*/ 542 w 704"/>
              <a:gd name="T25" fmla="*/ 0 h 704"/>
              <a:gd name="T26" fmla="*/ 390 w 704"/>
              <a:gd name="T27" fmla="*/ 1 h 704"/>
              <a:gd name="T28" fmla="*/ 386 w 704"/>
              <a:gd name="T29" fmla="*/ 4 h 704"/>
              <a:gd name="T30" fmla="*/ 382 w 704"/>
              <a:gd name="T31" fmla="*/ 9 h 704"/>
              <a:gd name="T32" fmla="*/ 380 w 704"/>
              <a:gd name="T33" fmla="*/ 103 h 704"/>
              <a:gd name="T34" fmla="*/ 161 w 704"/>
              <a:gd name="T35" fmla="*/ 147 h 704"/>
              <a:gd name="T36" fmla="*/ 0 w 704"/>
              <a:gd name="T37" fmla="*/ 483 h 704"/>
              <a:gd name="T38" fmla="*/ 161 w 704"/>
              <a:gd name="T39" fmla="*/ 527 h 704"/>
              <a:gd name="T40" fmla="*/ 527 w 704"/>
              <a:gd name="T41" fmla="*/ 88 h 704"/>
              <a:gd name="T42" fmla="*/ 410 w 704"/>
              <a:gd name="T43" fmla="*/ 29 h 704"/>
              <a:gd name="T44" fmla="*/ 527 w 704"/>
              <a:gd name="T45" fmla="*/ 88 h 704"/>
              <a:gd name="T46" fmla="*/ 380 w 704"/>
              <a:gd name="T47" fmla="*/ 176 h 704"/>
              <a:gd name="T48" fmla="*/ 395 w 704"/>
              <a:gd name="T49" fmla="*/ 322 h 704"/>
              <a:gd name="T50" fmla="*/ 410 w 704"/>
              <a:gd name="T51" fmla="*/ 176 h 704"/>
              <a:gd name="T52" fmla="*/ 636 w 704"/>
              <a:gd name="T53" fmla="*/ 214 h 704"/>
              <a:gd name="T54" fmla="*/ 674 w 704"/>
              <a:gd name="T55" fmla="*/ 483 h 704"/>
              <a:gd name="T56" fmla="*/ 395 w 704"/>
              <a:gd name="T57" fmla="*/ 498 h 704"/>
              <a:gd name="T58" fmla="*/ 323 w 704"/>
              <a:gd name="T59" fmla="*/ 307 h 704"/>
              <a:gd name="T60" fmla="*/ 380 w 704"/>
              <a:gd name="T61" fmla="*/ 176 h 704"/>
              <a:gd name="T62" fmla="*/ 29 w 704"/>
              <a:gd name="T63" fmla="*/ 483 h 704"/>
              <a:gd name="T64" fmla="*/ 69 w 704"/>
              <a:gd name="T65" fmla="*/ 214 h 704"/>
              <a:gd name="T66" fmla="*/ 161 w 704"/>
              <a:gd name="T67" fmla="*/ 176 h 704"/>
              <a:gd name="T68" fmla="*/ 254 w 704"/>
              <a:gd name="T69" fmla="*/ 214 h 704"/>
              <a:gd name="T70" fmla="*/ 292 w 704"/>
              <a:gd name="T71" fmla="*/ 498 h 704"/>
              <a:gd name="T72" fmla="*/ 44 w 704"/>
              <a:gd name="T73" fmla="*/ 498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4" h="704">
                <a:moveTo>
                  <a:pt x="161" y="527"/>
                </a:moveTo>
                <a:lnTo>
                  <a:pt x="161" y="527"/>
                </a:lnTo>
                <a:lnTo>
                  <a:pt x="161" y="527"/>
                </a:lnTo>
                <a:lnTo>
                  <a:pt x="161" y="527"/>
                </a:lnTo>
                <a:cubicBezTo>
                  <a:pt x="307" y="527"/>
                  <a:pt x="307" y="527"/>
                  <a:pt x="307" y="527"/>
                </a:cubicBezTo>
                <a:cubicBezTo>
                  <a:pt x="323" y="527"/>
                  <a:pt x="323" y="527"/>
                  <a:pt x="323" y="527"/>
                </a:cubicBezTo>
                <a:cubicBezTo>
                  <a:pt x="323" y="703"/>
                  <a:pt x="323" y="703"/>
                  <a:pt x="323" y="703"/>
                </a:cubicBezTo>
                <a:cubicBezTo>
                  <a:pt x="351" y="703"/>
                  <a:pt x="351" y="703"/>
                  <a:pt x="351" y="703"/>
                </a:cubicBezTo>
                <a:cubicBezTo>
                  <a:pt x="351" y="527"/>
                  <a:pt x="351" y="527"/>
                  <a:pt x="351" y="527"/>
                </a:cubicBezTo>
                <a:cubicBezTo>
                  <a:pt x="395" y="527"/>
                  <a:pt x="395" y="527"/>
                  <a:pt x="395" y="527"/>
                </a:cubicBezTo>
                <a:cubicBezTo>
                  <a:pt x="410" y="527"/>
                  <a:pt x="410" y="527"/>
                  <a:pt x="410" y="527"/>
                </a:cubicBezTo>
                <a:cubicBezTo>
                  <a:pt x="410" y="703"/>
                  <a:pt x="410" y="703"/>
                  <a:pt x="410" y="703"/>
                </a:cubicBezTo>
                <a:cubicBezTo>
                  <a:pt x="439" y="703"/>
                  <a:pt x="439" y="703"/>
                  <a:pt x="439" y="703"/>
                </a:cubicBezTo>
                <a:cubicBezTo>
                  <a:pt x="439" y="527"/>
                  <a:pt x="439" y="527"/>
                  <a:pt x="439" y="527"/>
                </a:cubicBezTo>
                <a:cubicBezTo>
                  <a:pt x="659" y="527"/>
                  <a:pt x="659" y="527"/>
                  <a:pt x="659" y="527"/>
                </a:cubicBezTo>
                <a:cubicBezTo>
                  <a:pt x="684" y="527"/>
                  <a:pt x="703" y="508"/>
                  <a:pt x="703" y="483"/>
                </a:cubicBezTo>
                <a:cubicBezTo>
                  <a:pt x="703" y="307"/>
                  <a:pt x="703" y="307"/>
                  <a:pt x="703" y="307"/>
                </a:cubicBezTo>
                <a:cubicBezTo>
                  <a:pt x="703" y="218"/>
                  <a:pt x="631" y="147"/>
                  <a:pt x="542" y="147"/>
                </a:cubicBezTo>
                <a:cubicBezTo>
                  <a:pt x="410" y="147"/>
                  <a:pt x="410" y="147"/>
                  <a:pt x="410" y="147"/>
                </a:cubicBezTo>
                <a:cubicBezTo>
                  <a:pt x="410" y="117"/>
                  <a:pt x="410" y="117"/>
                  <a:pt x="410" y="117"/>
                </a:cubicBezTo>
                <a:cubicBezTo>
                  <a:pt x="542" y="117"/>
                  <a:pt x="542" y="117"/>
                  <a:pt x="542" y="117"/>
                </a:cubicBezTo>
                <a:cubicBezTo>
                  <a:pt x="546" y="117"/>
                  <a:pt x="549" y="115"/>
                  <a:pt x="552" y="112"/>
                </a:cubicBezTo>
                <a:cubicBezTo>
                  <a:pt x="555" y="110"/>
                  <a:pt x="556" y="107"/>
                  <a:pt x="556" y="103"/>
                </a:cubicBezTo>
                <a:cubicBezTo>
                  <a:pt x="556" y="15"/>
                  <a:pt x="556" y="15"/>
                  <a:pt x="556" y="15"/>
                </a:cubicBezTo>
                <a:cubicBezTo>
                  <a:pt x="556" y="11"/>
                  <a:pt x="555" y="7"/>
                  <a:pt x="552" y="4"/>
                </a:cubicBezTo>
                <a:cubicBezTo>
                  <a:pt x="549" y="1"/>
                  <a:pt x="546" y="0"/>
                  <a:pt x="542" y="0"/>
                </a:cubicBezTo>
                <a:cubicBezTo>
                  <a:pt x="395" y="0"/>
                  <a:pt x="395" y="0"/>
                  <a:pt x="395" y="0"/>
                </a:cubicBezTo>
                <a:cubicBezTo>
                  <a:pt x="394" y="0"/>
                  <a:pt x="391" y="0"/>
                  <a:pt x="390" y="1"/>
                </a:cubicBezTo>
                <a:cubicBezTo>
                  <a:pt x="388" y="1"/>
                  <a:pt x="387" y="3"/>
                  <a:pt x="386" y="4"/>
                </a:cubicBezTo>
                <a:lnTo>
                  <a:pt x="386" y="4"/>
                </a:lnTo>
                <a:cubicBezTo>
                  <a:pt x="384" y="4"/>
                  <a:pt x="384" y="4"/>
                  <a:pt x="384" y="4"/>
                </a:cubicBezTo>
                <a:cubicBezTo>
                  <a:pt x="384" y="5"/>
                  <a:pt x="383" y="7"/>
                  <a:pt x="382" y="9"/>
                </a:cubicBezTo>
                <a:cubicBezTo>
                  <a:pt x="382" y="11"/>
                  <a:pt x="380" y="12"/>
                  <a:pt x="380" y="15"/>
                </a:cubicBezTo>
                <a:cubicBezTo>
                  <a:pt x="380" y="103"/>
                  <a:pt x="380" y="103"/>
                  <a:pt x="380" y="103"/>
                </a:cubicBezTo>
                <a:cubicBezTo>
                  <a:pt x="380" y="147"/>
                  <a:pt x="380" y="147"/>
                  <a:pt x="380" y="147"/>
                </a:cubicBezTo>
                <a:cubicBezTo>
                  <a:pt x="161" y="147"/>
                  <a:pt x="161" y="147"/>
                  <a:pt x="161" y="147"/>
                </a:cubicBezTo>
                <a:cubicBezTo>
                  <a:pt x="73" y="147"/>
                  <a:pt x="0" y="218"/>
                  <a:pt x="0" y="307"/>
                </a:cubicBezTo>
                <a:cubicBezTo>
                  <a:pt x="0" y="483"/>
                  <a:pt x="0" y="483"/>
                  <a:pt x="0" y="483"/>
                </a:cubicBezTo>
                <a:cubicBezTo>
                  <a:pt x="0" y="508"/>
                  <a:pt x="19" y="527"/>
                  <a:pt x="44" y="527"/>
                </a:cubicBezTo>
                <a:lnTo>
                  <a:pt x="161" y="527"/>
                </a:lnTo>
                <a:close/>
                <a:moveTo>
                  <a:pt x="527" y="88"/>
                </a:moveTo>
                <a:lnTo>
                  <a:pt x="527" y="88"/>
                </a:lnTo>
                <a:cubicBezTo>
                  <a:pt x="410" y="88"/>
                  <a:pt x="410" y="88"/>
                  <a:pt x="410" y="88"/>
                </a:cubicBezTo>
                <a:cubicBezTo>
                  <a:pt x="410" y="29"/>
                  <a:pt x="410" y="29"/>
                  <a:pt x="410" y="29"/>
                </a:cubicBezTo>
                <a:cubicBezTo>
                  <a:pt x="527" y="29"/>
                  <a:pt x="527" y="29"/>
                  <a:pt x="527" y="29"/>
                </a:cubicBezTo>
                <a:lnTo>
                  <a:pt x="527" y="88"/>
                </a:lnTo>
                <a:close/>
                <a:moveTo>
                  <a:pt x="380" y="176"/>
                </a:moveTo>
                <a:lnTo>
                  <a:pt x="380" y="176"/>
                </a:lnTo>
                <a:cubicBezTo>
                  <a:pt x="380" y="307"/>
                  <a:pt x="380" y="307"/>
                  <a:pt x="380" y="307"/>
                </a:cubicBezTo>
                <a:cubicBezTo>
                  <a:pt x="380" y="316"/>
                  <a:pt x="387" y="322"/>
                  <a:pt x="395" y="322"/>
                </a:cubicBezTo>
                <a:cubicBezTo>
                  <a:pt x="404" y="322"/>
                  <a:pt x="410" y="316"/>
                  <a:pt x="410" y="307"/>
                </a:cubicBezTo>
                <a:cubicBezTo>
                  <a:pt x="410" y="176"/>
                  <a:pt x="410" y="176"/>
                  <a:pt x="410" y="176"/>
                </a:cubicBezTo>
                <a:cubicBezTo>
                  <a:pt x="542" y="176"/>
                  <a:pt x="542" y="176"/>
                  <a:pt x="542" y="176"/>
                </a:cubicBezTo>
                <a:cubicBezTo>
                  <a:pt x="578" y="176"/>
                  <a:pt x="611" y="191"/>
                  <a:pt x="636" y="214"/>
                </a:cubicBezTo>
                <a:cubicBezTo>
                  <a:pt x="659" y="239"/>
                  <a:pt x="674" y="272"/>
                  <a:pt x="674" y="307"/>
                </a:cubicBezTo>
                <a:cubicBezTo>
                  <a:pt x="674" y="483"/>
                  <a:pt x="674" y="483"/>
                  <a:pt x="674" y="483"/>
                </a:cubicBezTo>
                <a:cubicBezTo>
                  <a:pt x="674" y="491"/>
                  <a:pt x="667" y="498"/>
                  <a:pt x="659" y="498"/>
                </a:cubicBezTo>
                <a:cubicBezTo>
                  <a:pt x="395" y="498"/>
                  <a:pt x="395" y="498"/>
                  <a:pt x="395" y="498"/>
                </a:cubicBezTo>
                <a:cubicBezTo>
                  <a:pt x="323" y="498"/>
                  <a:pt x="323" y="498"/>
                  <a:pt x="323" y="498"/>
                </a:cubicBezTo>
                <a:cubicBezTo>
                  <a:pt x="323" y="307"/>
                  <a:pt x="323" y="307"/>
                  <a:pt x="323" y="307"/>
                </a:cubicBezTo>
                <a:cubicBezTo>
                  <a:pt x="323" y="252"/>
                  <a:pt x="295" y="204"/>
                  <a:pt x="254" y="176"/>
                </a:cubicBezTo>
                <a:lnTo>
                  <a:pt x="380" y="176"/>
                </a:lnTo>
                <a:close/>
                <a:moveTo>
                  <a:pt x="29" y="483"/>
                </a:moveTo>
                <a:lnTo>
                  <a:pt x="29" y="483"/>
                </a:lnTo>
                <a:cubicBezTo>
                  <a:pt x="29" y="307"/>
                  <a:pt x="29" y="307"/>
                  <a:pt x="29" y="307"/>
                </a:cubicBezTo>
                <a:cubicBezTo>
                  <a:pt x="29" y="272"/>
                  <a:pt x="44" y="239"/>
                  <a:pt x="69" y="214"/>
                </a:cubicBezTo>
                <a:cubicBezTo>
                  <a:pt x="92" y="191"/>
                  <a:pt x="125" y="176"/>
                  <a:pt x="161" y="176"/>
                </a:cubicBezTo>
                <a:lnTo>
                  <a:pt x="161" y="176"/>
                </a:lnTo>
                <a:lnTo>
                  <a:pt x="161" y="176"/>
                </a:lnTo>
                <a:cubicBezTo>
                  <a:pt x="198" y="176"/>
                  <a:pt x="231" y="191"/>
                  <a:pt x="254" y="214"/>
                </a:cubicBezTo>
                <a:cubicBezTo>
                  <a:pt x="279" y="239"/>
                  <a:pt x="292" y="272"/>
                  <a:pt x="292" y="307"/>
                </a:cubicBezTo>
                <a:cubicBezTo>
                  <a:pt x="292" y="498"/>
                  <a:pt x="292" y="498"/>
                  <a:pt x="292" y="498"/>
                </a:cubicBezTo>
                <a:cubicBezTo>
                  <a:pt x="161" y="498"/>
                  <a:pt x="161" y="498"/>
                  <a:pt x="161" y="498"/>
                </a:cubicBezTo>
                <a:cubicBezTo>
                  <a:pt x="44" y="498"/>
                  <a:pt x="44" y="498"/>
                  <a:pt x="44" y="498"/>
                </a:cubicBezTo>
                <a:cubicBezTo>
                  <a:pt x="36" y="498"/>
                  <a:pt x="29" y="491"/>
                  <a:pt x="29" y="483"/>
                </a:cubicBezTo>
                <a:close/>
              </a:path>
            </a:pathLst>
          </a:custGeom>
          <a:solidFill>
            <a:schemeClr val="accent4"/>
          </a:solidFill>
          <a:ln>
            <a:noFill/>
          </a:ln>
          <a:effectLst/>
        </p:spPr>
        <p:txBody>
          <a:bodyPr wrap="none" anchor="ctr"/>
          <a:lstStyle/>
          <a:p>
            <a:endParaRPr lang="da-DK"/>
          </a:p>
        </p:txBody>
      </p:sp>
      <p:grpSp>
        <p:nvGrpSpPr>
          <p:cNvPr id="229" name="Group 232">
            <a:extLst>
              <a:ext uri="{FF2B5EF4-FFF2-40B4-BE49-F238E27FC236}">
                <a16:creationId xmlns:a16="http://schemas.microsoft.com/office/drawing/2014/main" id="{71E7C761-6488-E00B-71C4-EEFE0AA244C7}"/>
              </a:ext>
            </a:extLst>
          </p:cNvPr>
          <p:cNvGrpSpPr/>
          <p:nvPr/>
        </p:nvGrpSpPr>
        <p:grpSpPr>
          <a:xfrm>
            <a:off x="1673349" y="4664497"/>
            <a:ext cx="254000" cy="252413"/>
            <a:chOff x="531813" y="4997450"/>
            <a:chExt cx="254000" cy="252413"/>
          </a:xfrm>
          <a:solidFill>
            <a:schemeClr val="accent4"/>
          </a:solidFill>
        </p:grpSpPr>
        <p:sp>
          <p:nvSpPr>
            <p:cNvPr id="230" name="Freeform 187">
              <a:extLst>
                <a:ext uri="{FF2B5EF4-FFF2-40B4-BE49-F238E27FC236}">
                  <a16:creationId xmlns:a16="http://schemas.microsoft.com/office/drawing/2014/main" id="{9027E586-8551-21F2-2323-4022E4954628}"/>
                </a:ext>
              </a:extLst>
            </p:cNvPr>
            <p:cNvSpPr>
              <a:spLocks noChangeArrowheads="1"/>
            </p:cNvSpPr>
            <p:nvPr/>
          </p:nvSpPr>
          <p:spPr bwMode="auto">
            <a:xfrm>
              <a:off x="531813" y="4997450"/>
              <a:ext cx="254000" cy="252413"/>
            </a:xfrm>
            <a:custGeom>
              <a:avLst/>
              <a:gdLst>
                <a:gd name="T0" fmla="*/ 351 w 704"/>
                <a:gd name="T1" fmla="*/ 702 h 703"/>
                <a:gd name="T2" fmla="*/ 351 w 704"/>
                <a:gd name="T3" fmla="*/ 702 h 703"/>
                <a:gd name="T4" fmla="*/ 703 w 704"/>
                <a:gd name="T5" fmla="*/ 351 h 703"/>
                <a:gd name="T6" fmla="*/ 351 w 704"/>
                <a:gd name="T7" fmla="*/ 0 h 703"/>
                <a:gd name="T8" fmla="*/ 0 w 704"/>
                <a:gd name="T9" fmla="*/ 351 h 703"/>
                <a:gd name="T10" fmla="*/ 46 w 704"/>
                <a:gd name="T11" fmla="*/ 525 h 703"/>
                <a:gd name="T12" fmla="*/ 5 w 704"/>
                <a:gd name="T13" fmla="*/ 679 h 703"/>
                <a:gd name="T14" fmla="*/ 9 w 704"/>
                <a:gd name="T15" fmla="*/ 694 h 703"/>
                <a:gd name="T16" fmla="*/ 23 w 704"/>
                <a:gd name="T17" fmla="*/ 697 h 703"/>
                <a:gd name="T18" fmla="*/ 177 w 704"/>
                <a:gd name="T19" fmla="*/ 656 h 703"/>
                <a:gd name="T20" fmla="*/ 351 w 704"/>
                <a:gd name="T21" fmla="*/ 702 h 703"/>
                <a:gd name="T22" fmla="*/ 77 w 704"/>
                <a:gd name="T23" fmla="*/ 528 h 703"/>
                <a:gd name="T24" fmla="*/ 77 w 704"/>
                <a:gd name="T25" fmla="*/ 528 h 703"/>
                <a:gd name="T26" fmla="*/ 75 w 704"/>
                <a:gd name="T27" fmla="*/ 516 h 703"/>
                <a:gd name="T28" fmla="*/ 29 w 704"/>
                <a:gd name="T29" fmla="*/ 351 h 703"/>
                <a:gd name="T30" fmla="*/ 123 w 704"/>
                <a:gd name="T31" fmla="*/ 123 h 703"/>
                <a:gd name="T32" fmla="*/ 351 w 704"/>
                <a:gd name="T33" fmla="*/ 30 h 703"/>
                <a:gd name="T34" fmla="*/ 579 w 704"/>
                <a:gd name="T35" fmla="*/ 123 h 703"/>
                <a:gd name="T36" fmla="*/ 674 w 704"/>
                <a:gd name="T37" fmla="*/ 351 h 703"/>
                <a:gd name="T38" fmla="*/ 579 w 704"/>
                <a:gd name="T39" fmla="*/ 579 h 703"/>
                <a:gd name="T40" fmla="*/ 351 w 704"/>
                <a:gd name="T41" fmla="*/ 674 h 703"/>
                <a:gd name="T42" fmla="*/ 186 w 704"/>
                <a:gd name="T43" fmla="*/ 628 h 703"/>
                <a:gd name="T44" fmla="*/ 175 w 704"/>
                <a:gd name="T45" fmla="*/ 627 h 703"/>
                <a:gd name="T46" fmla="*/ 40 w 704"/>
                <a:gd name="T47" fmla="*/ 663 h 703"/>
                <a:gd name="T48" fmla="*/ 77 w 704"/>
                <a:gd name="T49" fmla="*/ 52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3">
                  <a:moveTo>
                    <a:pt x="351" y="702"/>
                  </a:moveTo>
                  <a:lnTo>
                    <a:pt x="351" y="702"/>
                  </a:lnTo>
                  <a:cubicBezTo>
                    <a:pt x="545" y="702"/>
                    <a:pt x="703" y="546"/>
                    <a:pt x="703" y="351"/>
                  </a:cubicBezTo>
                  <a:cubicBezTo>
                    <a:pt x="703" y="157"/>
                    <a:pt x="545" y="0"/>
                    <a:pt x="351" y="0"/>
                  </a:cubicBezTo>
                  <a:cubicBezTo>
                    <a:pt x="158" y="0"/>
                    <a:pt x="0" y="157"/>
                    <a:pt x="0" y="351"/>
                  </a:cubicBezTo>
                  <a:cubicBezTo>
                    <a:pt x="0" y="416"/>
                    <a:pt x="18" y="475"/>
                    <a:pt x="46" y="525"/>
                  </a:cubicBezTo>
                  <a:cubicBezTo>
                    <a:pt x="5" y="679"/>
                    <a:pt x="5" y="679"/>
                    <a:pt x="5" y="679"/>
                  </a:cubicBezTo>
                  <a:cubicBezTo>
                    <a:pt x="4" y="685"/>
                    <a:pt x="5" y="690"/>
                    <a:pt x="9" y="694"/>
                  </a:cubicBezTo>
                  <a:cubicBezTo>
                    <a:pt x="14" y="697"/>
                    <a:pt x="18" y="698"/>
                    <a:pt x="23" y="697"/>
                  </a:cubicBezTo>
                  <a:cubicBezTo>
                    <a:pt x="177" y="656"/>
                    <a:pt x="177" y="656"/>
                    <a:pt x="177" y="656"/>
                  </a:cubicBezTo>
                  <a:cubicBezTo>
                    <a:pt x="229" y="686"/>
                    <a:pt x="288" y="702"/>
                    <a:pt x="351" y="702"/>
                  </a:cubicBezTo>
                  <a:close/>
                  <a:moveTo>
                    <a:pt x="77" y="528"/>
                  </a:moveTo>
                  <a:lnTo>
                    <a:pt x="77" y="528"/>
                  </a:lnTo>
                  <a:cubicBezTo>
                    <a:pt x="78" y="524"/>
                    <a:pt x="77" y="520"/>
                    <a:pt x="75" y="516"/>
                  </a:cubicBezTo>
                  <a:cubicBezTo>
                    <a:pt x="46" y="468"/>
                    <a:pt x="29" y="411"/>
                    <a:pt x="29" y="351"/>
                  </a:cubicBezTo>
                  <a:cubicBezTo>
                    <a:pt x="29" y="263"/>
                    <a:pt x="66" y="182"/>
                    <a:pt x="123" y="123"/>
                  </a:cubicBezTo>
                  <a:cubicBezTo>
                    <a:pt x="182" y="65"/>
                    <a:pt x="262" y="30"/>
                    <a:pt x="351" y="30"/>
                  </a:cubicBezTo>
                  <a:cubicBezTo>
                    <a:pt x="440" y="30"/>
                    <a:pt x="520" y="65"/>
                    <a:pt x="579" y="123"/>
                  </a:cubicBezTo>
                  <a:cubicBezTo>
                    <a:pt x="637" y="182"/>
                    <a:pt x="674" y="263"/>
                    <a:pt x="674" y="351"/>
                  </a:cubicBezTo>
                  <a:cubicBezTo>
                    <a:pt x="674" y="440"/>
                    <a:pt x="637" y="521"/>
                    <a:pt x="579" y="579"/>
                  </a:cubicBezTo>
                  <a:cubicBezTo>
                    <a:pt x="520" y="638"/>
                    <a:pt x="440" y="674"/>
                    <a:pt x="351" y="674"/>
                  </a:cubicBezTo>
                  <a:cubicBezTo>
                    <a:pt x="291" y="674"/>
                    <a:pt x="235" y="657"/>
                    <a:pt x="186" y="628"/>
                  </a:cubicBezTo>
                  <a:cubicBezTo>
                    <a:pt x="184" y="626"/>
                    <a:pt x="180" y="626"/>
                    <a:pt x="175" y="627"/>
                  </a:cubicBezTo>
                  <a:cubicBezTo>
                    <a:pt x="40" y="663"/>
                    <a:pt x="40" y="663"/>
                    <a:pt x="40" y="663"/>
                  </a:cubicBezTo>
                  <a:lnTo>
                    <a:pt x="77" y="5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8">
              <a:extLst>
                <a:ext uri="{FF2B5EF4-FFF2-40B4-BE49-F238E27FC236}">
                  <a16:creationId xmlns:a16="http://schemas.microsoft.com/office/drawing/2014/main" id="{CFCA7BE9-3E9D-7663-4666-7F7B70EE69E8}"/>
                </a:ext>
              </a:extLst>
            </p:cNvPr>
            <p:cNvSpPr>
              <a:spLocks noChangeArrowheads="1"/>
            </p:cNvSpPr>
            <p:nvPr/>
          </p:nvSpPr>
          <p:spPr bwMode="auto">
            <a:xfrm>
              <a:off x="595313" y="50927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9">
              <a:extLst>
                <a:ext uri="{FF2B5EF4-FFF2-40B4-BE49-F238E27FC236}">
                  <a16:creationId xmlns:a16="http://schemas.microsoft.com/office/drawing/2014/main" id="{A3B8FD8D-3733-6887-A287-8831834EA4BF}"/>
                </a:ext>
              </a:extLst>
            </p:cNvPr>
            <p:cNvSpPr>
              <a:spLocks noChangeArrowheads="1"/>
            </p:cNvSpPr>
            <p:nvPr/>
          </p:nvSpPr>
          <p:spPr bwMode="auto">
            <a:xfrm>
              <a:off x="595313" y="512445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0">
              <a:extLst>
                <a:ext uri="{FF2B5EF4-FFF2-40B4-BE49-F238E27FC236}">
                  <a16:creationId xmlns:a16="http://schemas.microsoft.com/office/drawing/2014/main" id="{6E1AF749-3CB9-3611-7F88-4B861D527A88}"/>
                </a:ext>
              </a:extLst>
            </p:cNvPr>
            <p:cNvSpPr>
              <a:spLocks noChangeArrowheads="1"/>
            </p:cNvSpPr>
            <p:nvPr/>
          </p:nvSpPr>
          <p:spPr bwMode="auto">
            <a:xfrm>
              <a:off x="595313" y="5156200"/>
              <a:ext cx="127000" cy="11113"/>
            </a:xfrm>
            <a:custGeom>
              <a:avLst/>
              <a:gdLst>
                <a:gd name="T0" fmla="*/ 16 w 353"/>
                <a:gd name="T1" fmla="*/ 30 h 31"/>
                <a:gd name="T2" fmla="*/ 16 w 353"/>
                <a:gd name="T3" fmla="*/ 30 h 31"/>
                <a:gd name="T4" fmla="*/ 337 w 353"/>
                <a:gd name="T5" fmla="*/ 30 h 31"/>
                <a:gd name="T6" fmla="*/ 352 w 353"/>
                <a:gd name="T7" fmla="*/ 15 h 31"/>
                <a:gd name="T8" fmla="*/ 337 w 353"/>
                <a:gd name="T9" fmla="*/ 0 h 31"/>
                <a:gd name="T10" fmla="*/ 16 w 353"/>
                <a:gd name="T11" fmla="*/ 0 h 31"/>
                <a:gd name="T12" fmla="*/ 0 w 353"/>
                <a:gd name="T13" fmla="*/ 15 h 31"/>
                <a:gd name="T14" fmla="*/ 16 w 353"/>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3" h="31">
                  <a:moveTo>
                    <a:pt x="16" y="30"/>
                  </a:moveTo>
                  <a:lnTo>
                    <a:pt x="16" y="30"/>
                  </a:lnTo>
                  <a:cubicBezTo>
                    <a:pt x="337" y="30"/>
                    <a:pt x="337" y="30"/>
                    <a:pt x="337" y="30"/>
                  </a:cubicBezTo>
                  <a:cubicBezTo>
                    <a:pt x="345" y="30"/>
                    <a:pt x="352" y="23"/>
                    <a:pt x="352" y="15"/>
                  </a:cubicBezTo>
                  <a:cubicBezTo>
                    <a:pt x="352" y="7"/>
                    <a:pt x="345" y="0"/>
                    <a:pt x="337" y="0"/>
                  </a:cubicBezTo>
                  <a:cubicBezTo>
                    <a:pt x="16" y="0"/>
                    <a:pt x="16" y="0"/>
                    <a:pt x="16" y="0"/>
                  </a:cubicBezTo>
                  <a:cubicBezTo>
                    <a:pt x="7" y="0"/>
                    <a:pt x="0" y="7"/>
                    <a:pt x="0" y="15"/>
                  </a:cubicBezTo>
                  <a:cubicBezTo>
                    <a:pt x="0" y="23"/>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4" name="Freeform 191">
            <a:extLst>
              <a:ext uri="{FF2B5EF4-FFF2-40B4-BE49-F238E27FC236}">
                <a16:creationId xmlns:a16="http://schemas.microsoft.com/office/drawing/2014/main" id="{06C86317-1CA5-6908-9AFB-4EE445A86EFE}"/>
              </a:ext>
            </a:extLst>
          </p:cNvPr>
          <p:cNvSpPr>
            <a:spLocks noChangeArrowheads="1"/>
          </p:cNvSpPr>
          <p:nvPr/>
        </p:nvSpPr>
        <p:spPr bwMode="auto">
          <a:xfrm>
            <a:off x="1701924" y="5158210"/>
            <a:ext cx="254000" cy="252412"/>
          </a:xfrm>
          <a:custGeom>
            <a:avLst/>
            <a:gdLst>
              <a:gd name="T0" fmla="*/ 237 w 704"/>
              <a:gd name="T1" fmla="*/ 696 h 703"/>
              <a:gd name="T2" fmla="*/ 237 w 704"/>
              <a:gd name="T3" fmla="*/ 696 h 703"/>
              <a:gd name="T4" fmla="*/ 248 w 704"/>
              <a:gd name="T5" fmla="*/ 702 h 703"/>
              <a:gd name="T6" fmla="*/ 259 w 704"/>
              <a:gd name="T7" fmla="*/ 695 h 703"/>
              <a:gd name="T8" fmla="*/ 269 w 704"/>
              <a:gd name="T9" fmla="*/ 691 h 703"/>
              <a:gd name="T10" fmla="*/ 447 w 704"/>
              <a:gd name="T11" fmla="*/ 589 h 703"/>
              <a:gd name="T12" fmla="*/ 454 w 704"/>
              <a:gd name="T13" fmla="*/ 588 h 703"/>
              <a:gd name="T14" fmla="*/ 461 w 704"/>
              <a:gd name="T15" fmla="*/ 589 h 703"/>
              <a:gd name="T16" fmla="*/ 638 w 704"/>
              <a:gd name="T17" fmla="*/ 678 h 703"/>
              <a:gd name="T18" fmla="*/ 659 w 704"/>
              <a:gd name="T19" fmla="*/ 682 h 703"/>
              <a:gd name="T20" fmla="*/ 689 w 704"/>
              <a:gd name="T21" fmla="*/ 670 h 703"/>
              <a:gd name="T22" fmla="*/ 703 w 704"/>
              <a:gd name="T23" fmla="*/ 638 h 703"/>
              <a:gd name="T24" fmla="*/ 703 w 704"/>
              <a:gd name="T25" fmla="*/ 121 h 703"/>
              <a:gd name="T26" fmla="*/ 674 w 704"/>
              <a:gd name="T27" fmla="*/ 80 h 703"/>
              <a:gd name="T28" fmla="*/ 469 w 704"/>
              <a:gd name="T29" fmla="*/ 3 h 703"/>
              <a:gd name="T30" fmla="*/ 454 w 704"/>
              <a:gd name="T31" fmla="*/ 0 h 703"/>
              <a:gd name="T32" fmla="*/ 436 w 704"/>
              <a:gd name="T33" fmla="*/ 4 h 703"/>
              <a:gd name="T34" fmla="*/ 254 w 704"/>
              <a:gd name="T35" fmla="*/ 83 h 703"/>
              <a:gd name="T36" fmla="*/ 248 w 704"/>
              <a:gd name="T37" fmla="*/ 84 h 703"/>
              <a:gd name="T38" fmla="*/ 243 w 704"/>
              <a:gd name="T39" fmla="*/ 83 h 703"/>
              <a:gd name="T40" fmla="*/ 59 w 704"/>
              <a:gd name="T41" fmla="*/ 14 h 703"/>
              <a:gd name="T42" fmla="*/ 44 w 704"/>
              <a:gd name="T43" fmla="*/ 11 h 703"/>
              <a:gd name="T44" fmla="*/ 12 w 704"/>
              <a:gd name="T45" fmla="*/ 24 h 703"/>
              <a:gd name="T46" fmla="*/ 0 w 704"/>
              <a:gd name="T47" fmla="*/ 55 h 703"/>
              <a:gd name="T48" fmla="*/ 0 w 704"/>
              <a:gd name="T49" fmla="*/ 551 h 703"/>
              <a:gd name="T50" fmla="*/ 23 w 704"/>
              <a:gd name="T51" fmla="*/ 590 h 703"/>
              <a:gd name="T52" fmla="*/ 228 w 704"/>
              <a:gd name="T53" fmla="*/ 692 h 703"/>
              <a:gd name="T54" fmla="*/ 237 w 704"/>
              <a:gd name="T55" fmla="*/ 696 h 703"/>
              <a:gd name="T56" fmla="*/ 663 w 704"/>
              <a:gd name="T57" fmla="*/ 107 h 703"/>
              <a:gd name="T58" fmla="*/ 663 w 704"/>
              <a:gd name="T59" fmla="*/ 107 h 703"/>
              <a:gd name="T60" fmla="*/ 672 w 704"/>
              <a:gd name="T61" fmla="*/ 121 h 703"/>
              <a:gd name="T62" fmla="*/ 672 w 704"/>
              <a:gd name="T63" fmla="*/ 638 h 703"/>
              <a:gd name="T64" fmla="*/ 668 w 704"/>
              <a:gd name="T65" fmla="*/ 649 h 703"/>
              <a:gd name="T66" fmla="*/ 659 w 704"/>
              <a:gd name="T67" fmla="*/ 654 h 703"/>
              <a:gd name="T68" fmla="*/ 652 w 704"/>
              <a:gd name="T69" fmla="*/ 652 h 703"/>
              <a:gd name="T70" fmla="*/ 473 w 704"/>
              <a:gd name="T71" fmla="*/ 563 h 703"/>
              <a:gd name="T72" fmla="*/ 468 w 704"/>
              <a:gd name="T73" fmla="*/ 562 h 703"/>
              <a:gd name="T74" fmla="*/ 468 w 704"/>
              <a:gd name="T75" fmla="*/ 34 h 703"/>
              <a:gd name="T76" fmla="*/ 663 w 704"/>
              <a:gd name="T77" fmla="*/ 107 h 703"/>
              <a:gd name="T78" fmla="*/ 439 w 704"/>
              <a:gd name="T79" fmla="*/ 34 h 703"/>
              <a:gd name="T80" fmla="*/ 439 w 704"/>
              <a:gd name="T81" fmla="*/ 34 h 703"/>
              <a:gd name="T82" fmla="*/ 439 w 704"/>
              <a:gd name="T83" fmla="*/ 562 h 703"/>
              <a:gd name="T84" fmla="*/ 432 w 704"/>
              <a:gd name="T85" fmla="*/ 564 h 703"/>
              <a:gd name="T86" fmla="*/ 263 w 704"/>
              <a:gd name="T87" fmla="*/ 660 h 703"/>
              <a:gd name="T88" fmla="*/ 263 w 704"/>
              <a:gd name="T89" fmla="*/ 110 h 703"/>
              <a:gd name="T90" fmla="*/ 265 w 704"/>
              <a:gd name="T91" fmla="*/ 110 h 703"/>
              <a:gd name="T92" fmla="*/ 439 w 704"/>
              <a:gd name="T93" fmla="*/ 34 h 703"/>
              <a:gd name="T94" fmla="*/ 29 w 704"/>
              <a:gd name="T95" fmla="*/ 551 h 703"/>
              <a:gd name="T96" fmla="*/ 29 w 704"/>
              <a:gd name="T97" fmla="*/ 551 h 703"/>
              <a:gd name="T98" fmla="*/ 29 w 704"/>
              <a:gd name="T99" fmla="*/ 55 h 703"/>
              <a:gd name="T100" fmla="*/ 33 w 704"/>
              <a:gd name="T101" fmla="*/ 44 h 703"/>
              <a:gd name="T102" fmla="*/ 44 w 704"/>
              <a:gd name="T103" fmla="*/ 40 h 703"/>
              <a:gd name="T104" fmla="*/ 48 w 704"/>
              <a:gd name="T105" fmla="*/ 41 h 703"/>
              <a:gd name="T106" fmla="*/ 232 w 704"/>
              <a:gd name="T107" fmla="*/ 110 h 703"/>
              <a:gd name="T108" fmla="*/ 233 w 704"/>
              <a:gd name="T109" fmla="*/ 110 h 703"/>
              <a:gd name="T110" fmla="*/ 233 w 704"/>
              <a:gd name="T111" fmla="*/ 663 h 703"/>
              <a:gd name="T112" fmla="*/ 37 w 704"/>
              <a:gd name="T113" fmla="*/ 564 h 703"/>
              <a:gd name="T114" fmla="*/ 29 w 704"/>
              <a:gd name="T115" fmla="*/ 551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4" h="703">
                <a:moveTo>
                  <a:pt x="237" y="696"/>
                </a:moveTo>
                <a:lnTo>
                  <a:pt x="237" y="696"/>
                </a:lnTo>
                <a:cubicBezTo>
                  <a:pt x="240" y="699"/>
                  <a:pt x="244" y="702"/>
                  <a:pt x="248" y="702"/>
                </a:cubicBezTo>
                <a:cubicBezTo>
                  <a:pt x="252" y="702"/>
                  <a:pt x="256" y="699"/>
                  <a:pt x="259" y="695"/>
                </a:cubicBezTo>
                <a:cubicBezTo>
                  <a:pt x="263" y="695"/>
                  <a:pt x="266" y="693"/>
                  <a:pt x="269" y="691"/>
                </a:cubicBezTo>
                <a:cubicBezTo>
                  <a:pt x="447" y="589"/>
                  <a:pt x="447" y="589"/>
                  <a:pt x="447" y="589"/>
                </a:cubicBezTo>
                <a:cubicBezTo>
                  <a:pt x="449" y="589"/>
                  <a:pt x="451" y="588"/>
                  <a:pt x="454" y="588"/>
                </a:cubicBezTo>
                <a:cubicBezTo>
                  <a:pt x="457" y="588"/>
                  <a:pt x="458" y="588"/>
                  <a:pt x="461" y="589"/>
                </a:cubicBezTo>
                <a:cubicBezTo>
                  <a:pt x="638" y="678"/>
                  <a:pt x="638" y="678"/>
                  <a:pt x="638" y="678"/>
                </a:cubicBezTo>
                <a:cubicBezTo>
                  <a:pt x="645" y="681"/>
                  <a:pt x="652" y="682"/>
                  <a:pt x="659" y="682"/>
                </a:cubicBezTo>
                <a:cubicBezTo>
                  <a:pt x="670" y="682"/>
                  <a:pt x="681" y="678"/>
                  <a:pt x="689" y="670"/>
                </a:cubicBezTo>
                <a:cubicBezTo>
                  <a:pt x="697" y="663"/>
                  <a:pt x="703" y="652"/>
                  <a:pt x="703" y="638"/>
                </a:cubicBezTo>
                <a:cubicBezTo>
                  <a:pt x="703" y="121"/>
                  <a:pt x="703" y="121"/>
                  <a:pt x="703" y="121"/>
                </a:cubicBezTo>
                <a:cubicBezTo>
                  <a:pt x="703" y="103"/>
                  <a:pt x="690" y="87"/>
                  <a:pt x="674" y="80"/>
                </a:cubicBezTo>
                <a:cubicBezTo>
                  <a:pt x="469" y="3"/>
                  <a:pt x="469" y="3"/>
                  <a:pt x="469" y="3"/>
                </a:cubicBezTo>
                <a:cubicBezTo>
                  <a:pt x="465" y="2"/>
                  <a:pt x="460" y="0"/>
                  <a:pt x="454" y="0"/>
                </a:cubicBezTo>
                <a:cubicBezTo>
                  <a:pt x="449" y="0"/>
                  <a:pt x="442" y="2"/>
                  <a:pt x="436" y="4"/>
                </a:cubicBezTo>
                <a:cubicBezTo>
                  <a:pt x="254" y="83"/>
                  <a:pt x="254" y="83"/>
                  <a:pt x="254" y="83"/>
                </a:cubicBezTo>
                <a:cubicBezTo>
                  <a:pt x="251" y="84"/>
                  <a:pt x="250" y="84"/>
                  <a:pt x="248" y="84"/>
                </a:cubicBezTo>
                <a:cubicBezTo>
                  <a:pt x="245" y="84"/>
                  <a:pt x="244" y="84"/>
                  <a:pt x="243" y="83"/>
                </a:cubicBezTo>
                <a:cubicBezTo>
                  <a:pt x="59" y="14"/>
                  <a:pt x="59" y="14"/>
                  <a:pt x="59" y="14"/>
                </a:cubicBezTo>
                <a:cubicBezTo>
                  <a:pt x="53" y="13"/>
                  <a:pt x="48" y="11"/>
                  <a:pt x="44" y="11"/>
                </a:cubicBezTo>
                <a:cubicBezTo>
                  <a:pt x="31" y="11"/>
                  <a:pt x="20" y="15"/>
                  <a:pt x="12" y="24"/>
                </a:cubicBezTo>
                <a:cubicBezTo>
                  <a:pt x="5" y="32"/>
                  <a:pt x="0" y="43"/>
                  <a:pt x="0" y="55"/>
                </a:cubicBezTo>
                <a:cubicBezTo>
                  <a:pt x="0" y="551"/>
                  <a:pt x="0" y="551"/>
                  <a:pt x="0" y="551"/>
                </a:cubicBezTo>
                <a:cubicBezTo>
                  <a:pt x="0" y="567"/>
                  <a:pt x="9" y="584"/>
                  <a:pt x="23" y="590"/>
                </a:cubicBezTo>
                <a:cubicBezTo>
                  <a:pt x="228" y="692"/>
                  <a:pt x="228" y="692"/>
                  <a:pt x="228" y="692"/>
                </a:cubicBezTo>
                <a:cubicBezTo>
                  <a:pt x="230" y="693"/>
                  <a:pt x="235" y="695"/>
                  <a:pt x="237" y="696"/>
                </a:cubicBezTo>
                <a:close/>
                <a:moveTo>
                  <a:pt x="663" y="107"/>
                </a:moveTo>
                <a:lnTo>
                  <a:pt x="663" y="107"/>
                </a:lnTo>
                <a:cubicBezTo>
                  <a:pt x="670" y="110"/>
                  <a:pt x="672" y="115"/>
                  <a:pt x="672" y="121"/>
                </a:cubicBezTo>
                <a:cubicBezTo>
                  <a:pt x="672" y="638"/>
                  <a:pt x="672" y="638"/>
                  <a:pt x="672" y="638"/>
                </a:cubicBezTo>
                <a:cubicBezTo>
                  <a:pt x="672" y="644"/>
                  <a:pt x="671" y="647"/>
                  <a:pt x="668" y="649"/>
                </a:cubicBezTo>
                <a:cubicBezTo>
                  <a:pt x="666" y="652"/>
                  <a:pt x="661" y="654"/>
                  <a:pt x="659" y="654"/>
                </a:cubicBezTo>
                <a:cubicBezTo>
                  <a:pt x="656" y="654"/>
                  <a:pt x="655" y="654"/>
                  <a:pt x="652" y="652"/>
                </a:cubicBezTo>
                <a:cubicBezTo>
                  <a:pt x="473" y="563"/>
                  <a:pt x="473" y="563"/>
                  <a:pt x="473" y="563"/>
                </a:cubicBezTo>
                <a:cubicBezTo>
                  <a:pt x="472" y="562"/>
                  <a:pt x="471" y="562"/>
                  <a:pt x="468" y="562"/>
                </a:cubicBezTo>
                <a:cubicBezTo>
                  <a:pt x="468" y="34"/>
                  <a:pt x="468" y="34"/>
                  <a:pt x="468" y="34"/>
                </a:cubicBezTo>
                <a:lnTo>
                  <a:pt x="663" y="107"/>
                </a:lnTo>
                <a:close/>
                <a:moveTo>
                  <a:pt x="439" y="34"/>
                </a:moveTo>
                <a:lnTo>
                  <a:pt x="439" y="34"/>
                </a:lnTo>
                <a:cubicBezTo>
                  <a:pt x="439" y="562"/>
                  <a:pt x="439" y="562"/>
                  <a:pt x="439" y="562"/>
                </a:cubicBezTo>
                <a:cubicBezTo>
                  <a:pt x="436" y="563"/>
                  <a:pt x="435" y="563"/>
                  <a:pt x="432" y="564"/>
                </a:cubicBezTo>
                <a:cubicBezTo>
                  <a:pt x="263" y="660"/>
                  <a:pt x="263" y="660"/>
                  <a:pt x="263" y="660"/>
                </a:cubicBezTo>
                <a:cubicBezTo>
                  <a:pt x="263" y="110"/>
                  <a:pt x="263" y="110"/>
                  <a:pt x="263" y="110"/>
                </a:cubicBezTo>
                <a:lnTo>
                  <a:pt x="265" y="110"/>
                </a:lnTo>
                <a:lnTo>
                  <a:pt x="439" y="34"/>
                </a:lnTo>
                <a:close/>
                <a:moveTo>
                  <a:pt x="29" y="551"/>
                </a:moveTo>
                <a:lnTo>
                  <a:pt x="29" y="551"/>
                </a:lnTo>
                <a:cubicBezTo>
                  <a:pt x="29" y="55"/>
                  <a:pt x="29" y="55"/>
                  <a:pt x="29" y="55"/>
                </a:cubicBezTo>
                <a:cubicBezTo>
                  <a:pt x="29" y="51"/>
                  <a:pt x="30" y="47"/>
                  <a:pt x="33" y="44"/>
                </a:cubicBezTo>
                <a:cubicBezTo>
                  <a:pt x="35" y="41"/>
                  <a:pt x="40" y="40"/>
                  <a:pt x="44" y="40"/>
                </a:cubicBezTo>
                <a:cubicBezTo>
                  <a:pt x="45" y="40"/>
                  <a:pt x="46" y="41"/>
                  <a:pt x="48" y="41"/>
                </a:cubicBezTo>
                <a:cubicBezTo>
                  <a:pt x="232" y="110"/>
                  <a:pt x="232" y="110"/>
                  <a:pt x="232" y="110"/>
                </a:cubicBezTo>
                <a:cubicBezTo>
                  <a:pt x="233" y="110"/>
                  <a:pt x="233" y="110"/>
                  <a:pt x="233" y="110"/>
                </a:cubicBezTo>
                <a:cubicBezTo>
                  <a:pt x="233" y="663"/>
                  <a:pt x="233" y="663"/>
                  <a:pt x="233" y="663"/>
                </a:cubicBezTo>
                <a:cubicBezTo>
                  <a:pt x="37" y="564"/>
                  <a:pt x="37" y="564"/>
                  <a:pt x="37" y="564"/>
                </a:cubicBezTo>
                <a:cubicBezTo>
                  <a:pt x="31" y="562"/>
                  <a:pt x="29" y="556"/>
                  <a:pt x="29" y="551"/>
                </a:cubicBezTo>
                <a:close/>
              </a:path>
            </a:pathLst>
          </a:custGeom>
          <a:solidFill>
            <a:schemeClr val="accent4"/>
          </a:solidFill>
          <a:ln>
            <a:noFill/>
          </a:ln>
          <a:effectLst/>
        </p:spPr>
        <p:txBody>
          <a:bodyPr wrap="none" anchor="ctr"/>
          <a:lstStyle/>
          <a:p>
            <a:endParaRPr lang="da-DK"/>
          </a:p>
        </p:txBody>
      </p:sp>
      <p:sp>
        <p:nvSpPr>
          <p:cNvPr id="235" name="Freeform 192">
            <a:extLst>
              <a:ext uri="{FF2B5EF4-FFF2-40B4-BE49-F238E27FC236}">
                <a16:creationId xmlns:a16="http://schemas.microsoft.com/office/drawing/2014/main" id="{28827B12-3AB5-1F8A-2B30-A0E8A5A51190}"/>
              </a:ext>
            </a:extLst>
          </p:cNvPr>
          <p:cNvSpPr>
            <a:spLocks noChangeArrowheads="1"/>
          </p:cNvSpPr>
          <p:nvPr/>
        </p:nvSpPr>
        <p:spPr bwMode="auto">
          <a:xfrm>
            <a:off x="2179761" y="4689897"/>
            <a:ext cx="254000" cy="201613"/>
          </a:xfrm>
          <a:custGeom>
            <a:avLst/>
            <a:gdLst>
              <a:gd name="T0" fmla="*/ 680 w 704"/>
              <a:gd name="T1" fmla="*/ 554 h 559"/>
              <a:gd name="T2" fmla="*/ 680 w 704"/>
              <a:gd name="T3" fmla="*/ 554 h 559"/>
              <a:gd name="T4" fmla="*/ 695 w 704"/>
              <a:gd name="T5" fmla="*/ 556 h 559"/>
              <a:gd name="T6" fmla="*/ 703 w 704"/>
              <a:gd name="T7" fmla="*/ 543 h 559"/>
              <a:gd name="T8" fmla="*/ 703 w 704"/>
              <a:gd name="T9" fmla="*/ 426 h 559"/>
              <a:gd name="T10" fmla="*/ 703 w 704"/>
              <a:gd name="T11" fmla="*/ 75 h 559"/>
              <a:gd name="T12" fmla="*/ 630 w 704"/>
              <a:gd name="T13" fmla="*/ 0 h 559"/>
              <a:gd name="T14" fmla="*/ 73 w 704"/>
              <a:gd name="T15" fmla="*/ 0 h 559"/>
              <a:gd name="T16" fmla="*/ 0 w 704"/>
              <a:gd name="T17" fmla="*/ 75 h 559"/>
              <a:gd name="T18" fmla="*/ 0 w 704"/>
              <a:gd name="T19" fmla="*/ 367 h 559"/>
              <a:gd name="T20" fmla="*/ 73 w 704"/>
              <a:gd name="T21" fmla="*/ 440 h 559"/>
              <a:gd name="T22" fmla="*/ 537 w 704"/>
              <a:gd name="T23" fmla="*/ 440 h 559"/>
              <a:gd name="T24" fmla="*/ 680 w 704"/>
              <a:gd name="T25" fmla="*/ 554 h 559"/>
              <a:gd name="T26" fmla="*/ 29 w 704"/>
              <a:gd name="T27" fmla="*/ 367 h 559"/>
              <a:gd name="T28" fmla="*/ 29 w 704"/>
              <a:gd name="T29" fmla="*/ 367 h 559"/>
              <a:gd name="T30" fmla="*/ 29 w 704"/>
              <a:gd name="T31" fmla="*/ 75 h 559"/>
              <a:gd name="T32" fmla="*/ 73 w 704"/>
              <a:gd name="T33" fmla="*/ 31 h 559"/>
              <a:gd name="T34" fmla="*/ 630 w 704"/>
              <a:gd name="T35" fmla="*/ 31 h 559"/>
              <a:gd name="T36" fmla="*/ 674 w 704"/>
              <a:gd name="T37" fmla="*/ 75 h 559"/>
              <a:gd name="T38" fmla="*/ 674 w 704"/>
              <a:gd name="T39" fmla="*/ 426 h 559"/>
              <a:gd name="T40" fmla="*/ 674 w 704"/>
              <a:gd name="T41" fmla="*/ 512 h 559"/>
              <a:gd name="T42" fmla="*/ 551 w 704"/>
              <a:gd name="T43" fmla="*/ 414 h 559"/>
              <a:gd name="T44" fmla="*/ 543 w 704"/>
              <a:gd name="T45" fmla="*/ 411 h 559"/>
              <a:gd name="T46" fmla="*/ 73 w 704"/>
              <a:gd name="T47" fmla="*/ 411 h 559"/>
              <a:gd name="T48" fmla="*/ 29 w 704"/>
              <a:gd name="T49" fmla="*/ 367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680" y="554"/>
                </a:moveTo>
                <a:lnTo>
                  <a:pt x="680" y="554"/>
                </a:lnTo>
                <a:cubicBezTo>
                  <a:pt x="684" y="558"/>
                  <a:pt x="690" y="558"/>
                  <a:pt x="695" y="556"/>
                </a:cubicBezTo>
                <a:cubicBezTo>
                  <a:pt x="700" y="554"/>
                  <a:pt x="703" y="548"/>
                  <a:pt x="703" y="543"/>
                </a:cubicBezTo>
                <a:cubicBezTo>
                  <a:pt x="703" y="426"/>
                  <a:pt x="703" y="426"/>
                  <a:pt x="703" y="426"/>
                </a:cubicBezTo>
                <a:cubicBezTo>
                  <a:pt x="703" y="75"/>
                  <a:pt x="703" y="75"/>
                  <a:pt x="703" y="75"/>
                </a:cubicBezTo>
                <a:cubicBezTo>
                  <a:pt x="703" y="33"/>
                  <a:pt x="670" y="0"/>
                  <a:pt x="630" y="0"/>
                </a:cubicBezTo>
                <a:cubicBezTo>
                  <a:pt x="73" y="0"/>
                  <a:pt x="73" y="0"/>
                  <a:pt x="73" y="0"/>
                </a:cubicBezTo>
                <a:cubicBezTo>
                  <a:pt x="33" y="0"/>
                  <a:pt x="0" y="33"/>
                  <a:pt x="0" y="75"/>
                </a:cubicBezTo>
                <a:cubicBezTo>
                  <a:pt x="0" y="367"/>
                  <a:pt x="0" y="367"/>
                  <a:pt x="0" y="367"/>
                </a:cubicBezTo>
                <a:cubicBezTo>
                  <a:pt x="0" y="408"/>
                  <a:pt x="33" y="440"/>
                  <a:pt x="73" y="440"/>
                </a:cubicBezTo>
                <a:cubicBezTo>
                  <a:pt x="537" y="440"/>
                  <a:pt x="537" y="440"/>
                  <a:pt x="537" y="440"/>
                </a:cubicBezTo>
                <a:lnTo>
                  <a:pt x="680" y="554"/>
                </a:lnTo>
                <a:close/>
                <a:moveTo>
                  <a:pt x="29" y="367"/>
                </a:moveTo>
                <a:lnTo>
                  <a:pt x="29" y="367"/>
                </a:lnTo>
                <a:cubicBezTo>
                  <a:pt x="29" y="75"/>
                  <a:pt x="29" y="75"/>
                  <a:pt x="29" y="75"/>
                </a:cubicBezTo>
                <a:cubicBezTo>
                  <a:pt x="29" y="50"/>
                  <a:pt x="50" y="31"/>
                  <a:pt x="73" y="31"/>
                </a:cubicBezTo>
                <a:cubicBezTo>
                  <a:pt x="630" y="31"/>
                  <a:pt x="630" y="31"/>
                  <a:pt x="630" y="31"/>
                </a:cubicBezTo>
                <a:cubicBezTo>
                  <a:pt x="654" y="31"/>
                  <a:pt x="674" y="50"/>
                  <a:pt x="674" y="75"/>
                </a:cubicBezTo>
                <a:cubicBezTo>
                  <a:pt x="674" y="426"/>
                  <a:pt x="674" y="426"/>
                  <a:pt x="674" y="426"/>
                </a:cubicBezTo>
                <a:cubicBezTo>
                  <a:pt x="674" y="512"/>
                  <a:pt x="674" y="512"/>
                  <a:pt x="674" y="512"/>
                </a:cubicBezTo>
                <a:cubicBezTo>
                  <a:pt x="551" y="414"/>
                  <a:pt x="551" y="414"/>
                  <a:pt x="551" y="414"/>
                </a:cubicBezTo>
                <a:cubicBezTo>
                  <a:pt x="548" y="412"/>
                  <a:pt x="545" y="411"/>
                  <a:pt x="543" y="411"/>
                </a:cubicBezTo>
                <a:cubicBezTo>
                  <a:pt x="73" y="411"/>
                  <a:pt x="73" y="411"/>
                  <a:pt x="73" y="411"/>
                </a:cubicBezTo>
                <a:cubicBezTo>
                  <a:pt x="50" y="411"/>
                  <a:pt x="29" y="392"/>
                  <a:pt x="29" y="367"/>
                </a:cubicBezTo>
                <a:close/>
              </a:path>
            </a:pathLst>
          </a:custGeom>
          <a:solidFill>
            <a:schemeClr val="accent4"/>
          </a:solidFill>
          <a:ln>
            <a:noFill/>
          </a:ln>
          <a:effectLst/>
        </p:spPr>
        <p:txBody>
          <a:bodyPr wrap="none" anchor="ctr"/>
          <a:lstStyle/>
          <a:p>
            <a:endParaRPr lang="da-DK"/>
          </a:p>
        </p:txBody>
      </p:sp>
      <p:grpSp>
        <p:nvGrpSpPr>
          <p:cNvPr id="236" name="Group 239">
            <a:extLst>
              <a:ext uri="{FF2B5EF4-FFF2-40B4-BE49-F238E27FC236}">
                <a16:creationId xmlns:a16="http://schemas.microsoft.com/office/drawing/2014/main" id="{A6ED1EDB-F489-E8EF-B2CA-DE952F15ECC2}"/>
              </a:ext>
            </a:extLst>
          </p:cNvPr>
          <p:cNvGrpSpPr/>
          <p:nvPr/>
        </p:nvGrpSpPr>
        <p:grpSpPr>
          <a:xfrm>
            <a:off x="2208336" y="5157416"/>
            <a:ext cx="254000" cy="254000"/>
            <a:chOff x="1066800" y="5503863"/>
            <a:chExt cx="254000" cy="254000"/>
          </a:xfrm>
          <a:solidFill>
            <a:schemeClr val="accent4"/>
          </a:solidFill>
        </p:grpSpPr>
        <p:sp>
          <p:nvSpPr>
            <p:cNvPr id="237" name="Freeform 193">
              <a:extLst>
                <a:ext uri="{FF2B5EF4-FFF2-40B4-BE49-F238E27FC236}">
                  <a16:creationId xmlns:a16="http://schemas.microsoft.com/office/drawing/2014/main" id="{2DB48D4B-EB29-3DB6-27F7-454F898E379D}"/>
                </a:ext>
              </a:extLst>
            </p:cNvPr>
            <p:cNvSpPr>
              <a:spLocks noChangeArrowheads="1"/>
            </p:cNvSpPr>
            <p:nvPr/>
          </p:nvSpPr>
          <p:spPr bwMode="auto">
            <a:xfrm>
              <a:off x="1066800" y="5503863"/>
              <a:ext cx="254000" cy="254000"/>
            </a:xfrm>
            <a:custGeom>
              <a:avLst/>
              <a:gdLst>
                <a:gd name="T0" fmla="*/ 352 w 704"/>
                <a:gd name="T1" fmla="*/ 703 h 704"/>
                <a:gd name="T2" fmla="*/ 352 w 704"/>
                <a:gd name="T3" fmla="*/ 703 h 704"/>
                <a:gd name="T4" fmla="*/ 703 w 704"/>
                <a:gd name="T5" fmla="*/ 351 h 704"/>
                <a:gd name="T6" fmla="*/ 352 w 704"/>
                <a:gd name="T7" fmla="*/ 0 h 704"/>
                <a:gd name="T8" fmla="*/ 0 w 704"/>
                <a:gd name="T9" fmla="*/ 351 h 704"/>
                <a:gd name="T10" fmla="*/ 352 w 704"/>
                <a:gd name="T11" fmla="*/ 703 h 704"/>
                <a:gd name="T12" fmla="*/ 124 w 704"/>
                <a:gd name="T13" fmla="*/ 123 h 704"/>
                <a:gd name="T14" fmla="*/ 124 w 704"/>
                <a:gd name="T15" fmla="*/ 123 h 704"/>
                <a:gd name="T16" fmla="*/ 352 w 704"/>
                <a:gd name="T17" fmla="*/ 29 h 704"/>
                <a:gd name="T18" fmla="*/ 580 w 704"/>
                <a:gd name="T19" fmla="*/ 123 h 704"/>
                <a:gd name="T20" fmla="*/ 673 w 704"/>
                <a:gd name="T21" fmla="*/ 351 h 704"/>
                <a:gd name="T22" fmla="*/ 580 w 704"/>
                <a:gd name="T23" fmla="*/ 578 h 704"/>
                <a:gd name="T24" fmla="*/ 352 w 704"/>
                <a:gd name="T25" fmla="*/ 672 h 704"/>
                <a:gd name="T26" fmla="*/ 124 w 704"/>
                <a:gd name="T27" fmla="*/ 578 h 704"/>
                <a:gd name="T28" fmla="*/ 29 w 704"/>
                <a:gd name="T29" fmla="*/ 351 h 704"/>
                <a:gd name="T30" fmla="*/ 124 w 704"/>
                <a:gd name="T31" fmla="*/ 12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2" y="703"/>
                  </a:moveTo>
                  <a:lnTo>
                    <a:pt x="352" y="703"/>
                  </a:lnTo>
                  <a:cubicBezTo>
                    <a:pt x="545" y="703"/>
                    <a:pt x="703" y="545"/>
                    <a:pt x="703" y="351"/>
                  </a:cubicBezTo>
                  <a:cubicBezTo>
                    <a:pt x="703" y="156"/>
                    <a:pt x="545" y="0"/>
                    <a:pt x="352" y="0"/>
                  </a:cubicBezTo>
                  <a:cubicBezTo>
                    <a:pt x="157" y="0"/>
                    <a:pt x="0" y="156"/>
                    <a:pt x="0" y="351"/>
                  </a:cubicBezTo>
                  <a:cubicBezTo>
                    <a:pt x="0" y="545"/>
                    <a:pt x="157" y="703"/>
                    <a:pt x="352" y="703"/>
                  </a:cubicBezTo>
                  <a:close/>
                  <a:moveTo>
                    <a:pt x="124" y="123"/>
                  </a:moveTo>
                  <a:lnTo>
                    <a:pt x="124" y="123"/>
                  </a:lnTo>
                  <a:cubicBezTo>
                    <a:pt x="182" y="64"/>
                    <a:pt x="263" y="29"/>
                    <a:pt x="352" y="29"/>
                  </a:cubicBezTo>
                  <a:cubicBezTo>
                    <a:pt x="441" y="29"/>
                    <a:pt x="521" y="64"/>
                    <a:pt x="580" y="123"/>
                  </a:cubicBezTo>
                  <a:cubicBezTo>
                    <a:pt x="637" y="181"/>
                    <a:pt x="673" y="262"/>
                    <a:pt x="673" y="351"/>
                  </a:cubicBezTo>
                  <a:cubicBezTo>
                    <a:pt x="673" y="439"/>
                    <a:pt x="637" y="520"/>
                    <a:pt x="580" y="578"/>
                  </a:cubicBezTo>
                  <a:cubicBezTo>
                    <a:pt x="521" y="637"/>
                    <a:pt x="441" y="672"/>
                    <a:pt x="352" y="672"/>
                  </a:cubicBezTo>
                  <a:cubicBezTo>
                    <a:pt x="263" y="672"/>
                    <a:pt x="182" y="637"/>
                    <a:pt x="124" y="578"/>
                  </a:cubicBezTo>
                  <a:cubicBezTo>
                    <a:pt x="65" y="520"/>
                    <a:pt x="29" y="439"/>
                    <a:pt x="29" y="351"/>
                  </a:cubicBezTo>
                  <a:cubicBezTo>
                    <a:pt x="29" y="262"/>
                    <a:pt x="65" y="181"/>
                    <a:pt x="124" y="12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8" name="Freeform 194">
              <a:extLst>
                <a:ext uri="{FF2B5EF4-FFF2-40B4-BE49-F238E27FC236}">
                  <a16:creationId xmlns:a16="http://schemas.microsoft.com/office/drawing/2014/main" id="{F6DFEFF4-A967-A26E-08DE-BC4D2F37D1E3}"/>
                </a:ext>
              </a:extLst>
            </p:cNvPr>
            <p:cNvSpPr>
              <a:spLocks noChangeArrowheads="1"/>
            </p:cNvSpPr>
            <p:nvPr/>
          </p:nvSpPr>
          <p:spPr bwMode="auto">
            <a:xfrm>
              <a:off x="1119188" y="5556250"/>
              <a:ext cx="149225" cy="149225"/>
            </a:xfrm>
            <a:custGeom>
              <a:avLst/>
              <a:gdLst>
                <a:gd name="T0" fmla="*/ 23 w 414"/>
                <a:gd name="T1" fmla="*/ 410 h 414"/>
                <a:gd name="T2" fmla="*/ 23 w 414"/>
                <a:gd name="T3" fmla="*/ 410 h 414"/>
                <a:gd name="T4" fmla="*/ 207 w 414"/>
                <a:gd name="T5" fmla="*/ 313 h 414"/>
                <a:gd name="T6" fmla="*/ 207 w 414"/>
                <a:gd name="T7" fmla="*/ 313 h 414"/>
                <a:gd name="T8" fmla="*/ 314 w 414"/>
                <a:gd name="T9" fmla="*/ 207 h 414"/>
                <a:gd name="T10" fmla="*/ 314 w 414"/>
                <a:gd name="T11" fmla="*/ 207 h 414"/>
                <a:gd name="T12" fmla="*/ 410 w 414"/>
                <a:gd name="T13" fmla="*/ 23 h 414"/>
                <a:gd name="T14" fmla="*/ 407 w 414"/>
                <a:gd name="T15" fmla="*/ 5 h 414"/>
                <a:gd name="T16" fmla="*/ 389 w 414"/>
                <a:gd name="T17" fmla="*/ 3 h 414"/>
                <a:gd name="T18" fmla="*/ 208 w 414"/>
                <a:gd name="T19" fmla="*/ 99 h 414"/>
                <a:gd name="T20" fmla="*/ 208 w 414"/>
                <a:gd name="T21" fmla="*/ 99 h 414"/>
                <a:gd name="T22" fmla="*/ 98 w 414"/>
                <a:gd name="T23" fmla="*/ 207 h 414"/>
                <a:gd name="T24" fmla="*/ 98 w 414"/>
                <a:gd name="T25" fmla="*/ 207 h 414"/>
                <a:gd name="T26" fmla="*/ 4 w 414"/>
                <a:gd name="T27" fmla="*/ 390 h 414"/>
                <a:gd name="T28" fmla="*/ 6 w 414"/>
                <a:gd name="T29" fmla="*/ 408 h 414"/>
                <a:gd name="T30" fmla="*/ 23 w 414"/>
                <a:gd name="T31" fmla="*/ 410 h 414"/>
                <a:gd name="T32" fmla="*/ 124 w 414"/>
                <a:gd name="T33" fmla="*/ 222 h 414"/>
                <a:gd name="T34" fmla="*/ 124 w 414"/>
                <a:gd name="T35" fmla="*/ 222 h 414"/>
                <a:gd name="T36" fmla="*/ 222 w 414"/>
                <a:gd name="T37" fmla="*/ 125 h 414"/>
                <a:gd name="T38" fmla="*/ 362 w 414"/>
                <a:gd name="T39" fmla="*/ 51 h 414"/>
                <a:gd name="T40" fmla="*/ 288 w 414"/>
                <a:gd name="T41" fmla="*/ 193 h 414"/>
                <a:gd name="T42" fmla="*/ 193 w 414"/>
                <a:gd name="T43" fmla="*/ 288 h 414"/>
                <a:gd name="T44" fmla="*/ 50 w 414"/>
                <a:gd name="T45" fmla="*/ 362 h 414"/>
                <a:gd name="T46" fmla="*/ 124 w 414"/>
                <a:gd name="T47" fmla="*/ 222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14" h="414">
                  <a:moveTo>
                    <a:pt x="23" y="410"/>
                  </a:moveTo>
                  <a:lnTo>
                    <a:pt x="23" y="410"/>
                  </a:lnTo>
                  <a:cubicBezTo>
                    <a:pt x="207" y="313"/>
                    <a:pt x="207" y="313"/>
                    <a:pt x="207" y="313"/>
                  </a:cubicBezTo>
                  <a:lnTo>
                    <a:pt x="207" y="313"/>
                  </a:lnTo>
                  <a:cubicBezTo>
                    <a:pt x="252" y="288"/>
                    <a:pt x="288" y="252"/>
                    <a:pt x="314" y="207"/>
                  </a:cubicBezTo>
                  <a:lnTo>
                    <a:pt x="314" y="207"/>
                  </a:lnTo>
                  <a:cubicBezTo>
                    <a:pt x="410" y="23"/>
                    <a:pt x="410" y="23"/>
                    <a:pt x="410" y="23"/>
                  </a:cubicBezTo>
                  <a:cubicBezTo>
                    <a:pt x="413" y="18"/>
                    <a:pt x="411" y="11"/>
                    <a:pt x="407" y="5"/>
                  </a:cubicBezTo>
                  <a:cubicBezTo>
                    <a:pt x="403" y="1"/>
                    <a:pt x="396" y="0"/>
                    <a:pt x="389" y="3"/>
                  </a:cubicBezTo>
                  <a:cubicBezTo>
                    <a:pt x="208" y="99"/>
                    <a:pt x="208" y="99"/>
                    <a:pt x="208" y="99"/>
                  </a:cubicBezTo>
                  <a:lnTo>
                    <a:pt x="208" y="99"/>
                  </a:lnTo>
                  <a:cubicBezTo>
                    <a:pt x="162" y="123"/>
                    <a:pt x="124" y="162"/>
                    <a:pt x="98" y="207"/>
                  </a:cubicBezTo>
                  <a:lnTo>
                    <a:pt x="98" y="207"/>
                  </a:lnTo>
                  <a:cubicBezTo>
                    <a:pt x="4" y="390"/>
                    <a:pt x="4" y="390"/>
                    <a:pt x="4" y="390"/>
                  </a:cubicBezTo>
                  <a:cubicBezTo>
                    <a:pt x="0" y="395"/>
                    <a:pt x="1" y="402"/>
                    <a:pt x="6" y="408"/>
                  </a:cubicBezTo>
                  <a:cubicBezTo>
                    <a:pt x="10" y="412"/>
                    <a:pt x="17" y="413"/>
                    <a:pt x="23" y="410"/>
                  </a:cubicBezTo>
                  <a:close/>
                  <a:moveTo>
                    <a:pt x="124" y="222"/>
                  </a:moveTo>
                  <a:lnTo>
                    <a:pt x="124" y="222"/>
                  </a:lnTo>
                  <a:cubicBezTo>
                    <a:pt x="146" y="181"/>
                    <a:pt x="181" y="147"/>
                    <a:pt x="222" y="125"/>
                  </a:cubicBezTo>
                  <a:cubicBezTo>
                    <a:pt x="362" y="51"/>
                    <a:pt x="362" y="51"/>
                    <a:pt x="362" y="51"/>
                  </a:cubicBezTo>
                  <a:cubicBezTo>
                    <a:pt x="288" y="193"/>
                    <a:pt x="288" y="193"/>
                    <a:pt x="288" y="193"/>
                  </a:cubicBezTo>
                  <a:cubicBezTo>
                    <a:pt x="266" y="233"/>
                    <a:pt x="233" y="265"/>
                    <a:pt x="193" y="288"/>
                  </a:cubicBezTo>
                  <a:cubicBezTo>
                    <a:pt x="50" y="362"/>
                    <a:pt x="50" y="362"/>
                    <a:pt x="50" y="362"/>
                  </a:cubicBezTo>
                  <a:lnTo>
                    <a:pt x="124" y="22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9" name="Freeform 195">
              <a:extLst>
                <a:ext uri="{FF2B5EF4-FFF2-40B4-BE49-F238E27FC236}">
                  <a16:creationId xmlns:a16="http://schemas.microsoft.com/office/drawing/2014/main" id="{7EFCA16F-2436-6C05-3C66-951216881944}"/>
                </a:ext>
              </a:extLst>
            </p:cNvPr>
            <p:cNvSpPr>
              <a:spLocks noChangeArrowheads="1"/>
            </p:cNvSpPr>
            <p:nvPr/>
          </p:nvSpPr>
          <p:spPr bwMode="auto">
            <a:xfrm>
              <a:off x="1187450" y="5529263"/>
              <a:ext cx="11113" cy="11112"/>
            </a:xfrm>
            <a:custGeom>
              <a:avLst/>
              <a:gdLst>
                <a:gd name="T0" fmla="*/ 15 w 30"/>
                <a:gd name="T1" fmla="*/ 28 h 29"/>
                <a:gd name="T2" fmla="*/ 15 w 30"/>
                <a:gd name="T3" fmla="*/ 28 h 29"/>
                <a:gd name="T4" fmla="*/ 29 w 30"/>
                <a:gd name="T5" fmla="*/ 15 h 29"/>
                <a:gd name="T6" fmla="*/ 15 w 30"/>
                <a:gd name="T7" fmla="*/ 0 h 29"/>
                <a:gd name="T8" fmla="*/ 0 w 30"/>
                <a:gd name="T9" fmla="*/ 15 h 29"/>
                <a:gd name="T10" fmla="*/ 15 w 30"/>
                <a:gd name="T11" fmla="*/ 28 h 29"/>
              </a:gdLst>
              <a:ahLst/>
              <a:cxnLst>
                <a:cxn ang="0">
                  <a:pos x="T0" y="T1"/>
                </a:cxn>
                <a:cxn ang="0">
                  <a:pos x="T2" y="T3"/>
                </a:cxn>
                <a:cxn ang="0">
                  <a:pos x="T4" y="T5"/>
                </a:cxn>
                <a:cxn ang="0">
                  <a:pos x="T6" y="T7"/>
                </a:cxn>
                <a:cxn ang="0">
                  <a:pos x="T8" y="T9"/>
                </a:cxn>
                <a:cxn ang="0">
                  <a:pos x="T10" y="T11"/>
                </a:cxn>
              </a:cxnLst>
              <a:rect l="0" t="0" r="r" b="b"/>
              <a:pathLst>
                <a:path w="30" h="29">
                  <a:moveTo>
                    <a:pt x="15" y="28"/>
                  </a:moveTo>
                  <a:lnTo>
                    <a:pt x="15" y="28"/>
                  </a:lnTo>
                  <a:cubicBezTo>
                    <a:pt x="23" y="28"/>
                    <a:pt x="29" y="22"/>
                    <a:pt x="29" y="15"/>
                  </a:cubicBezTo>
                  <a:cubicBezTo>
                    <a:pt x="29" y="6"/>
                    <a:pt x="23" y="0"/>
                    <a:pt x="15" y="0"/>
                  </a:cubicBezTo>
                  <a:cubicBezTo>
                    <a:pt x="7" y="0"/>
                    <a:pt x="0" y="6"/>
                    <a:pt x="0" y="15"/>
                  </a:cubicBezTo>
                  <a:cubicBezTo>
                    <a:pt x="0" y="22"/>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6EC5A6D7-E8D0-A86F-D97F-0C3636976022}"/>
                </a:ext>
              </a:extLst>
            </p:cNvPr>
            <p:cNvSpPr>
              <a:spLocks noChangeArrowheads="1"/>
            </p:cNvSpPr>
            <p:nvPr/>
          </p:nvSpPr>
          <p:spPr bwMode="auto">
            <a:xfrm>
              <a:off x="1092200" y="5624513"/>
              <a:ext cx="11113" cy="11112"/>
            </a:xfrm>
            <a:custGeom>
              <a:avLst/>
              <a:gdLst>
                <a:gd name="T0" fmla="*/ 15 w 30"/>
                <a:gd name="T1" fmla="*/ 0 h 30"/>
                <a:gd name="T2" fmla="*/ 15 w 30"/>
                <a:gd name="T3" fmla="*/ 0 h 30"/>
                <a:gd name="T4" fmla="*/ 0 w 30"/>
                <a:gd name="T5" fmla="*/ 15 h 30"/>
                <a:gd name="T6" fmla="*/ 15 w 30"/>
                <a:gd name="T7" fmla="*/ 29 h 30"/>
                <a:gd name="T8" fmla="*/ 29 w 30"/>
                <a:gd name="T9" fmla="*/ 15 h 30"/>
                <a:gd name="T10" fmla="*/ 15 w 30"/>
                <a:gd name="T11" fmla="*/ 0 h 30"/>
              </a:gdLst>
              <a:ahLst/>
              <a:cxnLst>
                <a:cxn ang="0">
                  <a:pos x="T0" y="T1"/>
                </a:cxn>
                <a:cxn ang="0">
                  <a:pos x="T2" y="T3"/>
                </a:cxn>
                <a:cxn ang="0">
                  <a:pos x="T4" y="T5"/>
                </a:cxn>
                <a:cxn ang="0">
                  <a:pos x="T6" y="T7"/>
                </a:cxn>
                <a:cxn ang="0">
                  <a:pos x="T8" y="T9"/>
                </a:cxn>
                <a:cxn ang="0">
                  <a:pos x="T10" y="T11"/>
                </a:cxn>
              </a:cxnLst>
              <a:rect l="0" t="0" r="r" b="b"/>
              <a:pathLst>
                <a:path w="30" h="30">
                  <a:moveTo>
                    <a:pt x="15" y="0"/>
                  </a:moveTo>
                  <a:lnTo>
                    <a:pt x="15" y="0"/>
                  </a:lnTo>
                  <a:cubicBezTo>
                    <a:pt x="7" y="0"/>
                    <a:pt x="0" y="7"/>
                    <a:pt x="0" y="15"/>
                  </a:cubicBezTo>
                  <a:cubicBezTo>
                    <a:pt x="0" y="22"/>
                    <a:pt x="7" y="29"/>
                    <a:pt x="15" y="29"/>
                  </a:cubicBezTo>
                  <a:cubicBezTo>
                    <a:pt x="23" y="29"/>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7">
              <a:extLst>
                <a:ext uri="{FF2B5EF4-FFF2-40B4-BE49-F238E27FC236}">
                  <a16:creationId xmlns:a16="http://schemas.microsoft.com/office/drawing/2014/main" id="{4629A13F-DDF7-BB0E-A672-C16E2B4CB07E}"/>
                </a:ext>
              </a:extLst>
            </p:cNvPr>
            <p:cNvSpPr>
              <a:spLocks noChangeArrowheads="1"/>
            </p:cNvSpPr>
            <p:nvPr/>
          </p:nvSpPr>
          <p:spPr bwMode="auto">
            <a:xfrm>
              <a:off x="1187450" y="5719763"/>
              <a:ext cx="11113" cy="11112"/>
            </a:xfrm>
            <a:custGeom>
              <a:avLst/>
              <a:gdLst>
                <a:gd name="T0" fmla="*/ 15 w 30"/>
                <a:gd name="T1" fmla="*/ 0 h 29"/>
                <a:gd name="T2" fmla="*/ 15 w 30"/>
                <a:gd name="T3" fmla="*/ 0 h 29"/>
                <a:gd name="T4" fmla="*/ 0 w 30"/>
                <a:gd name="T5" fmla="*/ 15 h 29"/>
                <a:gd name="T6" fmla="*/ 15 w 30"/>
                <a:gd name="T7" fmla="*/ 28 h 29"/>
                <a:gd name="T8" fmla="*/ 29 w 30"/>
                <a:gd name="T9" fmla="*/ 15 h 29"/>
                <a:gd name="T10" fmla="*/ 15 w 30"/>
                <a:gd name="T11" fmla="*/ 0 h 29"/>
              </a:gdLst>
              <a:ahLst/>
              <a:cxnLst>
                <a:cxn ang="0">
                  <a:pos x="T0" y="T1"/>
                </a:cxn>
                <a:cxn ang="0">
                  <a:pos x="T2" y="T3"/>
                </a:cxn>
                <a:cxn ang="0">
                  <a:pos x="T4" y="T5"/>
                </a:cxn>
                <a:cxn ang="0">
                  <a:pos x="T6" y="T7"/>
                </a:cxn>
                <a:cxn ang="0">
                  <a:pos x="T8" y="T9"/>
                </a:cxn>
                <a:cxn ang="0">
                  <a:pos x="T10" y="T11"/>
                </a:cxn>
              </a:cxnLst>
              <a:rect l="0" t="0" r="r" b="b"/>
              <a:pathLst>
                <a:path w="30" h="29">
                  <a:moveTo>
                    <a:pt x="15" y="0"/>
                  </a:moveTo>
                  <a:lnTo>
                    <a:pt x="15" y="0"/>
                  </a:lnTo>
                  <a:cubicBezTo>
                    <a:pt x="7" y="0"/>
                    <a:pt x="0" y="7"/>
                    <a:pt x="0" y="15"/>
                  </a:cubicBezTo>
                  <a:cubicBezTo>
                    <a:pt x="0" y="22"/>
                    <a:pt x="7" y="28"/>
                    <a:pt x="15" y="28"/>
                  </a:cubicBezTo>
                  <a:cubicBezTo>
                    <a:pt x="23" y="28"/>
                    <a:pt x="29" y="22"/>
                    <a:pt x="29" y="15"/>
                  </a:cubicBezTo>
                  <a:cubicBezTo>
                    <a:pt x="29"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2" name="Freeform 198">
              <a:extLst>
                <a:ext uri="{FF2B5EF4-FFF2-40B4-BE49-F238E27FC236}">
                  <a16:creationId xmlns:a16="http://schemas.microsoft.com/office/drawing/2014/main" id="{67FD1EED-450D-59C6-7388-9BF8823D3F3F}"/>
                </a:ext>
              </a:extLst>
            </p:cNvPr>
            <p:cNvSpPr>
              <a:spLocks noChangeArrowheads="1"/>
            </p:cNvSpPr>
            <p:nvPr/>
          </p:nvSpPr>
          <p:spPr bwMode="auto">
            <a:xfrm>
              <a:off x="1282700" y="5624513"/>
              <a:ext cx="11113"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5"/>
                  </a:cubicBezTo>
                  <a:cubicBezTo>
                    <a:pt x="29" y="7"/>
                    <a:pt x="24"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3" name="Group 246">
            <a:extLst>
              <a:ext uri="{FF2B5EF4-FFF2-40B4-BE49-F238E27FC236}">
                <a16:creationId xmlns:a16="http://schemas.microsoft.com/office/drawing/2014/main" id="{9933A709-60C8-9F39-53AC-5B7A952E86F2}"/>
              </a:ext>
            </a:extLst>
          </p:cNvPr>
          <p:cNvGrpSpPr/>
          <p:nvPr/>
        </p:nvGrpSpPr>
        <p:grpSpPr>
          <a:xfrm>
            <a:off x="1746374" y="5686847"/>
            <a:ext cx="179387" cy="254000"/>
            <a:chOff x="604838" y="6008688"/>
            <a:chExt cx="179387" cy="254000"/>
          </a:xfrm>
          <a:solidFill>
            <a:schemeClr val="accent4"/>
          </a:solidFill>
        </p:grpSpPr>
        <p:sp>
          <p:nvSpPr>
            <p:cNvPr id="244" name="Freeform 199">
              <a:extLst>
                <a:ext uri="{FF2B5EF4-FFF2-40B4-BE49-F238E27FC236}">
                  <a16:creationId xmlns:a16="http://schemas.microsoft.com/office/drawing/2014/main" id="{2F32E1E9-BD1B-6AF9-A665-0E2138F36B70}"/>
                </a:ext>
              </a:extLst>
            </p:cNvPr>
            <p:cNvSpPr>
              <a:spLocks noChangeArrowheads="1"/>
            </p:cNvSpPr>
            <p:nvPr/>
          </p:nvSpPr>
          <p:spPr bwMode="auto">
            <a:xfrm>
              <a:off x="646113"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D17E5C41-6655-216A-F819-DD3B308C3D67}"/>
                </a:ext>
              </a:extLst>
            </p:cNvPr>
            <p:cNvSpPr>
              <a:spLocks noChangeArrowheads="1"/>
            </p:cNvSpPr>
            <p:nvPr/>
          </p:nvSpPr>
          <p:spPr bwMode="auto">
            <a:xfrm>
              <a:off x="604838" y="6008688"/>
              <a:ext cx="179387" cy="254000"/>
            </a:xfrm>
            <a:custGeom>
              <a:avLst/>
              <a:gdLst>
                <a:gd name="T0" fmla="*/ 196 w 499"/>
                <a:gd name="T1" fmla="*/ 88 h 704"/>
                <a:gd name="T2" fmla="*/ 192 w 499"/>
                <a:gd name="T3" fmla="*/ 37 h 704"/>
                <a:gd name="T4" fmla="*/ 188 w 499"/>
                <a:gd name="T5" fmla="*/ 28 h 704"/>
                <a:gd name="T6" fmla="*/ 155 w 499"/>
                <a:gd name="T7" fmla="*/ 6 h 704"/>
                <a:gd name="T8" fmla="*/ 60 w 499"/>
                <a:gd name="T9" fmla="*/ 0 h 704"/>
                <a:gd name="T10" fmla="*/ 31 w 499"/>
                <a:gd name="T11" fmla="*/ 13 h 704"/>
                <a:gd name="T12" fmla="*/ 0 w 499"/>
                <a:gd name="T13" fmla="*/ 121 h 704"/>
                <a:gd name="T14" fmla="*/ 90 w 499"/>
                <a:gd name="T15" fmla="*/ 431 h 704"/>
                <a:gd name="T16" fmla="*/ 92 w 499"/>
                <a:gd name="T17" fmla="*/ 434 h 704"/>
                <a:gd name="T18" fmla="*/ 93 w 499"/>
                <a:gd name="T19" fmla="*/ 438 h 704"/>
                <a:gd name="T20" fmla="*/ 336 w 499"/>
                <a:gd name="T21" fmla="*/ 684 h 704"/>
                <a:gd name="T22" fmla="*/ 431 w 499"/>
                <a:gd name="T23" fmla="*/ 699 h 704"/>
                <a:gd name="T24" fmla="*/ 450 w 499"/>
                <a:gd name="T25" fmla="*/ 681 h 704"/>
                <a:gd name="T26" fmla="*/ 494 w 499"/>
                <a:gd name="T27" fmla="*/ 598 h 704"/>
                <a:gd name="T28" fmla="*/ 492 w 499"/>
                <a:gd name="T29" fmla="*/ 559 h 704"/>
                <a:gd name="T30" fmla="*/ 491 w 499"/>
                <a:gd name="T31" fmla="*/ 558 h 704"/>
                <a:gd name="T32" fmla="*/ 469 w 499"/>
                <a:gd name="T33" fmla="*/ 537 h 704"/>
                <a:gd name="T34" fmla="*/ 399 w 499"/>
                <a:gd name="T35" fmla="*/ 485 h 704"/>
                <a:gd name="T36" fmla="*/ 369 w 499"/>
                <a:gd name="T37" fmla="*/ 474 h 704"/>
                <a:gd name="T38" fmla="*/ 324 w 499"/>
                <a:gd name="T39" fmla="*/ 501 h 704"/>
                <a:gd name="T40" fmla="*/ 311 w 499"/>
                <a:gd name="T41" fmla="*/ 507 h 704"/>
                <a:gd name="T42" fmla="*/ 307 w 499"/>
                <a:gd name="T43" fmla="*/ 506 h 704"/>
                <a:gd name="T44" fmla="*/ 219 w 499"/>
                <a:gd name="T45" fmla="*/ 400 h 704"/>
                <a:gd name="T46" fmla="*/ 186 w 499"/>
                <a:gd name="T47" fmla="*/ 342 h 704"/>
                <a:gd name="T48" fmla="*/ 144 w 499"/>
                <a:gd name="T49" fmla="*/ 239 h 704"/>
                <a:gd name="T50" fmla="*/ 140 w 499"/>
                <a:gd name="T51" fmla="*/ 210 h 704"/>
                <a:gd name="T52" fmla="*/ 141 w 499"/>
                <a:gd name="T53" fmla="*/ 209 h 704"/>
                <a:gd name="T54" fmla="*/ 175 w 499"/>
                <a:gd name="T55" fmla="*/ 194 h 704"/>
                <a:gd name="T56" fmla="*/ 197 w 499"/>
                <a:gd name="T57" fmla="*/ 177 h 704"/>
                <a:gd name="T58" fmla="*/ 204 w 499"/>
                <a:gd name="T59" fmla="*/ 145 h 704"/>
                <a:gd name="T60" fmla="*/ 204 w 499"/>
                <a:gd name="T61" fmla="*/ 145 h 704"/>
                <a:gd name="T62" fmla="*/ 173 w 499"/>
                <a:gd name="T63" fmla="*/ 162 h 704"/>
                <a:gd name="T64" fmla="*/ 168 w 499"/>
                <a:gd name="T65" fmla="*/ 165 h 704"/>
                <a:gd name="T66" fmla="*/ 144 w 499"/>
                <a:gd name="T67" fmla="*/ 172 h 704"/>
                <a:gd name="T68" fmla="*/ 111 w 499"/>
                <a:gd name="T69" fmla="*/ 215 h 704"/>
                <a:gd name="T70" fmla="*/ 160 w 499"/>
                <a:gd name="T71" fmla="*/ 356 h 704"/>
                <a:gd name="T72" fmla="*/ 177 w 499"/>
                <a:gd name="T73" fmla="*/ 386 h 704"/>
                <a:gd name="T74" fmla="*/ 177 w 499"/>
                <a:gd name="T75" fmla="*/ 386 h 704"/>
                <a:gd name="T76" fmla="*/ 248 w 499"/>
                <a:gd name="T77" fmla="*/ 490 h 704"/>
                <a:gd name="T78" fmla="*/ 293 w 499"/>
                <a:gd name="T79" fmla="*/ 532 h 704"/>
                <a:gd name="T80" fmla="*/ 311 w 499"/>
                <a:gd name="T81" fmla="*/ 536 h 704"/>
                <a:gd name="T82" fmla="*/ 362 w 499"/>
                <a:gd name="T83" fmla="*/ 506 h 704"/>
                <a:gd name="T84" fmla="*/ 380 w 499"/>
                <a:gd name="T85" fmla="*/ 507 h 704"/>
                <a:gd name="T86" fmla="*/ 426 w 499"/>
                <a:gd name="T87" fmla="*/ 544 h 704"/>
                <a:gd name="T88" fmla="*/ 428 w 499"/>
                <a:gd name="T89" fmla="*/ 544 h 704"/>
                <a:gd name="T90" fmla="*/ 464 w 499"/>
                <a:gd name="T91" fmla="*/ 569 h 704"/>
                <a:gd name="T92" fmla="*/ 468 w 499"/>
                <a:gd name="T93" fmla="*/ 574 h 704"/>
                <a:gd name="T94" fmla="*/ 469 w 499"/>
                <a:gd name="T95" fmla="*/ 580 h 704"/>
                <a:gd name="T96" fmla="*/ 425 w 499"/>
                <a:gd name="T97" fmla="*/ 666 h 704"/>
                <a:gd name="T98" fmla="*/ 405 w 499"/>
                <a:gd name="T99" fmla="*/ 674 h 704"/>
                <a:gd name="T100" fmla="*/ 119 w 499"/>
                <a:gd name="T101" fmla="*/ 423 h 704"/>
                <a:gd name="T102" fmla="*/ 118 w 499"/>
                <a:gd name="T103" fmla="*/ 420 h 704"/>
                <a:gd name="T104" fmla="*/ 28 w 499"/>
                <a:gd name="T105" fmla="*/ 121 h 704"/>
                <a:gd name="T106" fmla="*/ 50 w 499"/>
                <a:gd name="T107" fmla="*/ 35 h 704"/>
                <a:gd name="T108" fmla="*/ 153 w 499"/>
                <a:gd name="T109" fmla="*/ 35 h 704"/>
                <a:gd name="T110" fmla="*/ 162 w 499"/>
                <a:gd name="T111" fmla="*/ 40 h 704"/>
                <a:gd name="T112" fmla="*/ 164 w 499"/>
                <a:gd name="T113" fmla="*/ 46 h 704"/>
                <a:gd name="T114" fmla="*/ 167 w 499"/>
                <a:gd name="T115" fmla="*/ 90 h 704"/>
                <a:gd name="T116" fmla="*/ 167 w 499"/>
                <a:gd name="T117" fmla="*/ 91 h 704"/>
                <a:gd name="T118" fmla="*/ 175 w 499"/>
                <a:gd name="T119" fmla="*/ 150 h 704"/>
                <a:gd name="T120" fmla="*/ 173 w 499"/>
                <a:gd name="T121" fmla="*/ 16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499" h="704">
                  <a:moveTo>
                    <a:pt x="196" y="88"/>
                  </a:moveTo>
                  <a:lnTo>
                    <a:pt x="196" y="88"/>
                  </a:lnTo>
                  <a:cubicBezTo>
                    <a:pt x="195" y="69"/>
                    <a:pt x="195" y="58"/>
                    <a:pt x="195" y="50"/>
                  </a:cubicBezTo>
                  <a:cubicBezTo>
                    <a:pt x="195" y="46"/>
                    <a:pt x="193" y="42"/>
                    <a:pt x="192" y="37"/>
                  </a:cubicBezTo>
                  <a:cubicBezTo>
                    <a:pt x="192" y="35"/>
                    <a:pt x="190" y="31"/>
                    <a:pt x="188" y="28"/>
                  </a:cubicBezTo>
                  <a:lnTo>
                    <a:pt x="188" y="28"/>
                  </a:lnTo>
                  <a:cubicBezTo>
                    <a:pt x="188" y="26"/>
                    <a:pt x="188" y="26"/>
                    <a:pt x="188" y="26"/>
                  </a:cubicBezTo>
                  <a:cubicBezTo>
                    <a:pt x="181" y="14"/>
                    <a:pt x="168" y="6"/>
                    <a:pt x="155" y="6"/>
                  </a:cubicBezTo>
                  <a:lnTo>
                    <a:pt x="155" y="6"/>
                  </a:lnTo>
                  <a:cubicBezTo>
                    <a:pt x="60" y="0"/>
                    <a:pt x="60" y="0"/>
                    <a:pt x="60" y="0"/>
                  </a:cubicBezTo>
                  <a:lnTo>
                    <a:pt x="60" y="0"/>
                  </a:lnTo>
                  <a:cubicBezTo>
                    <a:pt x="49" y="0"/>
                    <a:pt x="39" y="6"/>
                    <a:pt x="31" y="13"/>
                  </a:cubicBezTo>
                  <a:cubicBezTo>
                    <a:pt x="19" y="22"/>
                    <a:pt x="12" y="37"/>
                    <a:pt x="6" y="57"/>
                  </a:cubicBezTo>
                  <a:cubicBezTo>
                    <a:pt x="2" y="75"/>
                    <a:pt x="0" y="96"/>
                    <a:pt x="0" y="121"/>
                  </a:cubicBezTo>
                  <a:cubicBezTo>
                    <a:pt x="0" y="205"/>
                    <a:pt x="27" y="323"/>
                    <a:pt x="90" y="431"/>
                  </a:cubicBezTo>
                  <a:lnTo>
                    <a:pt x="90" y="431"/>
                  </a:lnTo>
                  <a:lnTo>
                    <a:pt x="90" y="431"/>
                  </a:lnTo>
                  <a:cubicBezTo>
                    <a:pt x="92" y="434"/>
                    <a:pt x="92" y="434"/>
                    <a:pt x="92" y="434"/>
                  </a:cubicBezTo>
                  <a:cubicBezTo>
                    <a:pt x="93" y="438"/>
                    <a:pt x="93" y="438"/>
                    <a:pt x="93" y="438"/>
                  </a:cubicBezTo>
                  <a:lnTo>
                    <a:pt x="93" y="438"/>
                  </a:lnTo>
                  <a:cubicBezTo>
                    <a:pt x="138" y="518"/>
                    <a:pt x="197" y="584"/>
                    <a:pt x="255" y="629"/>
                  </a:cubicBezTo>
                  <a:cubicBezTo>
                    <a:pt x="282" y="652"/>
                    <a:pt x="310" y="672"/>
                    <a:pt x="336" y="684"/>
                  </a:cubicBezTo>
                  <a:cubicBezTo>
                    <a:pt x="361" y="696"/>
                    <a:pt x="384" y="703"/>
                    <a:pt x="405" y="703"/>
                  </a:cubicBezTo>
                  <a:cubicBezTo>
                    <a:pt x="414" y="703"/>
                    <a:pt x="422" y="702"/>
                    <a:pt x="431" y="699"/>
                  </a:cubicBezTo>
                  <a:cubicBezTo>
                    <a:pt x="439" y="695"/>
                    <a:pt x="446" y="689"/>
                    <a:pt x="450" y="681"/>
                  </a:cubicBezTo>
                  <a:lnTo>
                    <a:pt x="450" y="681"/>
                  </a:lnTo>
                  <a:cubicBezTo>
                    <a:pt x="494" y="598"/>
                    <a:pt x="494" y="598"/>
                    <a:pt x="494" y="598"/>
                  </a:cubicBezTo>
                  <a:lnTo>
                    <a:pt x="494" y="598"/>
                  </a:lnTo>
                  <a:cubicBezTo>
                    <a:pt x="496" y="592"/>
                    <a:pt x="498" y="587"/>
                    <a:pt x="498" y="580"/>
                  </a:cubicBezTo>
                  <a:cubicBezTo>
                    <a:pt x="498" y="573"/>
                    <a:pt x="496" y="566"/>
                    <a:pt x="492" y="559"/>
                  </a:cubicBezTo>
                  <a:cubicBezTo>
                    <a:pt x="491" y="558"/>
                    <a:pt x="491" y="558"/>
                    <a:pt x="491" y="558"/>
                  </a:cubicBezTo>
                  <a:lnTo>
                    <a:pt x="491" y="558"/>
                  </a:lnTo>
                  <a:cubicBezTo>
                    <a:pt x="490" y="554"/>
                    <a:pt x="487" y="551"/>
                    <a:pt x="486" y="548"/>
                  </a:cubicBezTo>
                  <a:cubicBezTo>
                    <a:pt x="480" y="544"/>
                    <a:pt x="476" y="541"/>
                    <a:pt x="469" y="537"/>
                  </a:cubicBezTo>
                  <a:cubicBezTo>
                    <a:pt x="464" y="533"/>
                    <a:pt x="455" y="528"/>
                    <a:pt x="444" y="521"/>
                  </a:cubicBezTo>
                  <a:cubicBezTo>
                    <a:pt x="428" y="508"/>
                    <a:pt x="410" y="495"/>
                    <a:pt x="399" y="485"/>
                  </a:cubicBezTo>
                  <a:lnTo>
                    <a:pt x="399" y="485"/>
                  </a:lnTo>
                  <a:cubicBezTo>
                    <a:pt x="391" y="477"/>
                    <a:pt x="380" y="474"/>
                    <a:pt x="369" y="474"/>
                  </a:cubicBezTo>
                  <a:cubicBezTo>
                    <a:pt x="359" y="474"/>
                    <a:pt x="350" y="477"/>
                    <a:pt x="343" y="484"/>
                  </a:cubicBezTo>
                  <a:cubicBezTo>
                    <a:pt x="324" y="501"/>
                    <a:pt x="324" y="501"/>
                    <a:pt x="324" y="501"/>
                  </a:cubicBezTo>
                  <a:lnTo>
                    <a:pt x="324" y="501"/>
                  </a:lnTo>
                  <a:cubicBezTo>
                    <a:pt x="321" y="506"/>
                    <a:pt x="317" y="507"/>
                    <a:pt x="311" y="507"/>
                  </a:cubicBezTo>
                  <a:lnTo>
                    <a:pt x="311" y="507"/>
                  </a:lnTo>
                  <a:cubicBezTo>
                    <a:pt x="311" y="507"/>
                    <a:pt x="310" y="507"/>
                    <a:pt x="307" y="506"/>
                  </a:cubicBezTo>
                  <a:cubicBezTo>
                    <a:pt x="303" y="503"/>
                    <a:pt x="295" y="497"/>
                    <a:pt x="288" y="490"/>
                  </a:cubicBezTo>
                  <a:cubicBezTo>
                    <a:pt x="264" y="467"/>
                    <a:pt x="237" y="427"/>
                    <a:pt x="219" y="400"/>
                  </a:cubicBezTo>
                  <a:cubicBezTo>
                    <a:pt x="212" y="387"/>
                    <a:pt x="205" y="378"/>
                    <a:pt x="203" y="371"/>
                  </a:cubicBezTo>
                  <a:cubicBezTo>
                    <a:pt x="199" y="366"/>
                    <a:pt x="193" y="355"/>
                    <a:pt x="186" y="342"/>
                  </a:cubicBezTo>
                  <a:cubicBezTo>
                    <a:pt x="177" y="323"/>
                    <a:pt x="164" y="297"/>
                    <a:pt x="155" y="274"/>
                  </a:cubicBezTo>
                  <a:cubicBezTo>
                    <a:pt x="151" y="261"/>
                    <a:pt x="146" y="250"/>
                    <a:pt x="144" y="239"/>
                  </a:cubicBezTo>
                  <a:cubicBezTo>
                    <a:pt x="141" y="230"/>
                    <a:pt x="140" y="220"/>
                    <a:pt x="140" y="215"/>
                  </a:cubicBezTo>
                  <a:cubicBezTo>
                    <a:pt x="140" y="213"/>
                    <a:pt x="140" y="212"/>
                    <a:pt x="140" y="210"/>
                  </a:cubicBezTo>
                  <a:cubicBezTo>
                    <a:pt x="141" y="209"/>
                    <a:pt x="141" y="209"/>
                    <a:pt x="141" y="209"/>
                  </a:cubicBezTo>
                  <a:lnTo>
                    <a:pt x="141" y="209"/>
                  </a:lnTo>
                  <a:cubicBezTo>
                    <a:pt x="142" y="205"/>
                    <a:pt x="146" y="202"/>
                    <a:pt x="151" y="201"/>
                  </a:cubicBezTo>
                  <a:cubicBezTo>
                    <a:pt x="175" y="194"/>
                    <a:pt x="175" y="194"/>
                    <a:pt x="175" y="194"/>
                  </a:cubicBezTo>
                  <a:lnTo>
                    <a:pt x="175" y="194"/>
                  </a:lnTo>
                  <a:cubicBezTo>
                    <a:pt x="185" y="191"/>
                    <a:pt x="192" y="186"/>
                    <a:pt x="197" y="177"/>
                  </a:cubicBezTo>
                  <a:cubicBezTo>
                    <a:pt x="201" y="171"/>
                    <a:pt x="204" y="162"/>
                    <a:pt x="204" y="153"/>
                  </a:cubicBezTo>
                  <a:cubicBezTo>
                    <a:pt x="204" y="150"/>
                    <a:pt x="204" y="147"/>
                    <a:pt x="204" y="145"/>
                  </a:cubicBezTo>
                  <a:cubicBezTo>
                    <a:pt x="204" y="143"/>
                    <a:pt x="204" y="143"/>
                    <a:pt x="204" y="143"/>
                  </a:cubicBezTo>
                  <a:cubicBezTo>
                    <a:pt x="204" y="145"/>
                    <a:pt x="204" y="145"/>
                    <a:pt x="204" y="145"/>
                  </a:cubicBezTo>
                  <a:cubicBezTo>
                    <a:pt x="201" y="129"/>
                    <a:pt x="199" y="107"/>
                    <a:pt x="196" y="88"/>
                  </a:cubicBezTo>
                  <a:close/>
                  <a:moveTo>
                    <a:pt x="173" y="162"/>
                  </a:moveTo>
                  <a:lnTo>
                    <a:pt x="173" y="162"/>
                  </a:lnTo>
                  <a:cubicBezTo>
                    <a:pt x="171" y="164"/>
                    <a:pt x="170" y="165"/>
                    <a:pt x="168" y="165"/>
                  </a:cubicBezTo>
                  <a:cubicBezTo>
                    <a:pt x="144" y="172"/>
                    <a:pt x="144" y="172"/>
                    <a:pt x="144" y="172"/>
                  </a:cubicBezTo>
                  <a:lnTo>
                    <a:pt x="144" y="172"/>
                  </a:lnTo>
                  <a:cubicBezTo>
                    <a:pt x="131" y="175"/>
                    <a:pt x="120" y="183"/>
                    <a:pt x="115" y="194"/>
                  </a:cubicBezTo>
                  <a:cubicBezTo>
                    <a:pt x="111" y="201"/>
                    <a:pt x="111" y="208"/>
                    <a:pt x="111" y="215"/>
                  </a:cubicBezTo>
                  <a:cubicBezTo>
                    <a:pt x="111" y="226"/>
                    <a:pt x="112" y="235"/>
                    <a:pt x="115" y="247"/>
                  </a:cubicBezTo>
                  <a:cubicBezTo>
                    <a:pt x="126" y="282"/>
                    <a:pt x="145" y="326"/>
                    <a:pt x="160" y="356"/>
                  </a:cubicBezTo>
                  <a:lnTo>
                    <a:pt x="160" y="356"/>
                  </a:lnTo>
                  <a:cubicBezTo>
                    <a:pt x="167" y="368"/>
                    <a:pt x="173" y="379"/>
                    <a:pt x="177" y="386"/>
                  </a:cubicBezTo>
                  <a:lnTo>
                    <a:pt x="177" y="386"/>
                  </a:lnTo>
                  <a:lnTo>
                    <a:pt x="177" y="386"/>
                  </a:lnTo>
                  <a:cubicBezTo>
                    <a:pt x="181" y="393"/>
                    <a:pt x="188" y="403"/>
                    <a:pt x="195" y="415"/>
                  </a:cubicBezTo>
                  <a:cubicBezTo>
                    <a:pt x="210" y="437"/>
                    <a:pt x="229" y="466"/>
                    <a:pt x="248" y="490"/>
                  </a:cubicBezTo>
                  <a:cubicBezTo>
                    <a:pt x="259" y="501"/>
                    <a:pt x="269" y="512"/>
                    <a:pt x="278" y="521"/>
                  </a:cubicBezTo>
                  <a:cubicBezTo>
                    <a:pt x="284" y="525"/>
                    <a:pt x="288" y="529"/>
                    <a:pt x="293" y="532"/>
                  </a:cubicBezTo>
                  <a:cubicBezTo>
                    <a:pt x="299" y="534"/>
                    <a:pt x="304" y="536"/>
                    <a:pt x="311" y="536"/>
                  </a:cubicBezTo>
                  <a:lnTo>
                    <a:pt x="311" y="536"/>
                  </a:lnTo>
                  <a:cubicBezTo>
                    <a:pt x="324" y="536"/>
                    <a:pt x="336" y="532"/>
                    <a:pt x="344" y="523"/>
                  </a:cubicBezTo>
                  <a:cubicBezTo>
                    <a:pt x="362" y="506"/>
                    <a:pt x="362" y="506"/>
                    <a:pt x="362" y="506"/>
                  </a:cubicBezTo>
                  <a:cubicBezTo>
                    <a:pt x="363" y="504"/>
                    <a:pt x="366" y="503"/>
                    <a:pt x="369" y="503"/>
                  </a:cubicBezTo>
                  <a:cubicBezTo>
                    <a:pt x="372" y="503"/>
                    <a:pt x="376" y="504"/>
                    <a:pt x="380" y="507"/>
                  </a:cubicBezTo>
                  <a:lnTo>
                    <a:pt x="380" y="507"/>
                  </a:lnTo>
                  <a:cubicBezTo>
                    <a:pt x="392" y="518"/>
                    <a:pt x="410" y="532"/>
                    <a:pt x="426" y="544"/>
                  </a:cubicBezTo>
                  <a:lnTo>
                    <a:pt x="426" y="544"/>
                  </a:lnTo>
                  <a:cubicBezTo>
                    <a:pt x="428" y="544"/>
                    <a:pt x="428" y="544"/>
                    <a:pt x="428" y="544"/>
                  </a:cubicBezTo>
                  <a:cubicBezTo>
                    <a:pt x="443" y="555"/>
                    <a:pt x="454" y="560"/>
                    <a:pt x="459" y="565"/>
                  </a:cubicBezTo>
                  <a:cubicBezTo>
                    <a:pt x="461" y="566"/>
                    <a:pt x="462" y="567"/>
                    <a:pt x="464" y="569"/>
                  </a:cubicBezTo>
                  <a:cubicBezTo>
                    <a:pt x="465" y="569"/>
                    <a:pt x="465" y="570"/>
                    <a:pt x="466" y="573"/>
                  </a:cubicBezTo>
                  <a:cubicBezTo>
                    <a:pt x="468" y="574"/>
                    <a:pt x="468" y="574"/>
                    <a:pt x="468" y="574"/>
                  </a:cubicBezTo>
                  <a:lnTo>
                    <a:pt x="468" y="574"/>
                  </a:lnTo>
                  <a:cubicBezTo>
                    <a:pt x="469" y="577"/>
                    <a:pt x="469" y="578"/>
                    <a:pt x="469" y="580"/>
                  </a:cubicBezTo>
                  <a:cubicBezTo>
                    <a:pt x="469" y="581"/>
                    <a:pt x="469" y="582"/>
                    <a:pt x="468" y="584"/>
                  </a:cubicBezTo>
                  <a:cubicBezTo>
                    <a:pt x="425" y="666"/>
                    <a:pt x="425" y="666"/>
                    <a:pt x="425" y="666"/>
                  </a:cubicBezTo>
                  <a:cubicBezTo>
                    <a:pt x="422" y="669"/>
                    <a:pt x="421" y="670"/>
                    <a:pt x="418" y="672"/>
                  </a:cubicBezTo>
                  <a:cubicBezTo>
                    <a:pt x="416" y="673"/>
                    <a:pt x="411" y="674"/>
                    <a:pt x="405" y="674"/>
                  </a:cubicBezTo>
                  <a:cubicBezTo>
                    <a:pt x="392" y="674"/>
                    <a:pt x="372" y="669"/>
                    <a:pt x="348" y="658"/>
                  </a:cubicBezTo>
                  <a:cubicBezTo>
                    <a:pt x="280" y="624"/>
                    <a:pt x="184" y="537"/>
                    <a:pt x="119" y="423"/>
                  </a:cubicBezTo>
                  <a:cubicBezTo>
                    <a:pt x="118" y="420"/>
                    <a:pt x="118" y="420"/>
                    <a:pt x="118" y="420"/>
                  </a:cubicBezTo>
                  <a:lnTo>
                    <a:pt x="118" y="420"/>
                  </a:lnTo>
                  <a:cubicBezTo>
                    <a:pt x="115" y="418"/>
                    <a:pt x="115" y="418"/>
                    <a:pt x="115" y="418"/>
                  </a:cubicBezTo>
                  <a:cubicBezTo>
                    <a:pt x="56" y="313"/>
                    <a:pt x="28" y="198"/>
                    <a:pt x="28" y="121"/>
                  </a:cubicBezTo>
                  <a:cubicBezTo>
                    <a:pt x="28" y="91"/>
                    <a:pt x="33" y="66"/>
                    <a:pt x="39" y="50"/>
                  </a:cubicBezTo>
                  <a:cubicBezTo>
                    <a:pt x="42" y="43"/>
                    <a:pt x="46" y="37"/>
                    <a:pt x="50" y="35"/>
                  </a:cubicBezTo>
                  <a:cubicBezTo>
                    <a:pt x="53" y="32"/>
                    <a:pt x="56" y="31"/>
                    <a:pt x="60" y="31"/>
                  </a:cubicBezTo>
                  <a:cubicBezTo>
                    <a:pt x="153" y="35"/>
                    <a:pt x="153" y="35"/>
                    <a:pt x="153" y="35"/>
                  </a:cubicBezTo>
                  <a:cubicBezTo>
                    <a:pt x="156" y="35"/>
                    <a:pt x="159" y="36"/>
                    <a:pt x="162" y="40"/>
                  </a:cubicBezTo>
                  <a:lnTo>
                    <a:pt x="162" y="40"/>
                  </a:lnTo>
                  <a:cubicBezTo>
                    <a:pt x="162" y="42"/>
                    <a:pt x="162" y="42"/>
                    <a:pt x="162" y="42"/>
                  </a:cubicBezTo>
                  <a:cubicBezTo>
                    <a:pt x="163" y="44"/>
                    <a:pt x="164" y="46"/>
                    <a:pt x="164" y="46"/>
                  </a:cubicBezTo>
                  <a:cubicBezTo>
                    <a:pt x="164" y="48"/>
                    <a:pt x="166" y="51"/>
                    <a:pt x="166" y="58"/>
                  </a:cubicBezTo>
                  <a:cubicBezTo>
                    <a:pt x="166" y="65"/>
                    <a:pt x="166" y="75"/>
                    <a:pt x="167" y="90"/>
                  </a:cubicBezTo>
                  <a:lnTo>
                    <a:pt x="167" y="90"/>
                  </a:lnTo>
                  <a:cubicBezTo>
                    <a:pt x="167" y="91"/>
                    <a:pt x="167" y="91"/>
                    <a:pt x="167" y="91"/>
                  </a:cubicBezTo>
                  <a:cubicBezTo>
                    <a:pt x="170" y="112"/>
                    <a:pt x="173" y="134"/>
                    <a:pt x="175" y="150"/>
                  </a:cubicBezTo>
                  <a:lnTo>
                    <a:pt x="175" y="150"/>
                  </a:lnTo>
                  <a:cubicBezTo>
                    <a:pt x="175" y="153"/>
                    <a:pt x="175" y="153"/>
                    <a:pt x="175" y="153"/>
                  </a:cubicBezTo>
                  <a:cubicBezTo>
                    <a:pt x="175" y="157"/>
                    <a:pt x="174" y="160"/>
                    <a:pt x="173"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6" name="Group 249">
            <a:extLst>
              <a:ext uri="{FF2B5EF4-FFF2-40B4-BE49-F238E27FC236}">
                <a16:creationId xmlns:a16="http://schemas.microsoft.com/office/drawing/2014/main" id="{EB5727CF-67C2-3222-08D7-711B52FDEEB5}"/>
              </a:ext>
            </a:extLst>
          </p:cNvPr>
          <p:cNvGrpSpPr/>
          <p:nvPr/>
        </p:nvGrpSpPr>
        <p:grpSpPr>
          <a:xfrm>
            <a:off x="1170111" y="5157416"/>
            <a:ext cx="254000" cy="254000"/>
            <a:chOff x="28575" y="5483225"/>
            <a:chExt cx="254000" cy="254000"/>
          </a:xfrm>
          <a:solidFill>
            <a:schemeClr val="accent4"/>
          </a:solidFill>
        </p:grpSpPr>
        <p:sp>
          <p:nvSpPr>
            <p:cNvPr id="247" name="Freeform 205">
              <a:extLst>
                <a:ext uri="{FF2B5EF4-FFF2-40B4-BE49-F238E27FC236}">
                  <a16:creationId xmlns:a16="http://schemas.microsoft.com/office/drawing/2014/main" id="{B71EEA59-F98C-0B15-8216-4ECBBCE49C4F}"/>
                </a:ext>
              </a:extLst>
            </p:cNvPr>
            <p:cNvSpPr>
              <a:spLocks noChangeArrowheads="1"/>
            </p:cNvSpPr>
            <p:nvPr/>
          </p:nvSpPr>
          <p:spPr bwMode="auto">
            <a:xfrm>
              <a:off x="92075" y="5532438"/>
              <a:ext cx="139700" cy="141287"/>
            </a:xfrm>
            <a:custGeom>
              <a:avLst/>
              <a:gdLst>
                <a:gd name="T0" fmla="*/ 105 w 386"/>
                <a:gd name="T1" fmla="*/ 274 h 394"/>
                <a:gd name="T2" fmla="*/ 322 w 386"/>
                <a:gd name="T3" fmla="*/ 393 h 394"/>
                <a:gd name="T4" fmla="*/ 362 w 386"/>
                <a:gd name="T5" fmla="*/ 372 h 394"/>
                <a:gd name="T6" fmla="*/ 374 w 386"/>
                <a:gd name="T7" fmla="*/ 349 h 394"/>
                <a:gd name="T8" fmla="*/ 385 w 386"/>
                <a:gd name="T9" fmla="*/ 317 h 394"/>
                <a:gd name="T10" fmla="*/ 374 w 386"/>
                <a:gd name="T11" fmla="*/ 280 h 394"/>
                <a:gd name="T12" fmla="*/ 321 w 386"/>
                <a:gd name="T13" fmla="*/ 249 h 394"/>
                <a:gd name="T14" fmla="*/ 269 w 386"/>
                <a:gd name="T15" fmla="*/ 261 h 394"/>
                <a:gd name="T16" fmla="*/ 265 w 386"/>
                <a:gd name="T17" fmla="*/ 264 h 394"/>
                <a:gd name="T18" fmla="*/ 258 w 386"/>
                <a:gd name="T19" fmla="*/ 267 h 394"/>
                <a:gd name="T20" fmla="*/ 178 w 386"/>
                <a:gd name="T21" fmla="*/ 212 h 394"/>
                <a:gd name="T22" fmla="*/ 129 w 386"/>
                <a:gd name="T23" fmla="*/ 123 h 394"/>
                <a:gd name="T24" fmla="*/ 130 w 386"/>
                <a:gd name="T25" fmla="*/ 118 h 394"/>
                <a:gd name="T26" fmla="*/ 133 w 386"/>
                <a:gd name="T27" fmla="*/ 116 h 394"/>
                <a:gd name="T28" fmla="*/ 143 w 386"/>
                <a:gd name="T29" fmla="*/ 59 h 394"/>
                <a:gd name="T30" fmla="*/ 132 w 386"/>
                <a:gd name="T31" fmla="*/ 33 h 394"/>
                <a:gd name="T32" fmla="*/ 78 w 386"/>
                <a:gd name="T33" fmla="*/ 0 h 394"/>
                <a:gd name="T34" fmla="*/ 40 w 386"/>
                <a:gd name="T35" fmla="*/ 11 h 394"/>
                <a:gd name="T36" fmla="*/ 19 w 386"/>
                <a:gd name="T37" fmla="*/ 24 h 394"/>
                <a:gd name="T38" fmla="*/ 0 w 386"/>
                <a:gd name="T39" fmla="*/ 64 h 394"/>
                <a:gd name="T40" fmla="*/ 105 w 386"/>
                <a:gd name="T41" fmla="*/ 274 h 394"/>
                <a:gd name="T42" fmla="*/ 31 w 386"/>
                <a:gd name="T43" fmla="*/ 53 h 394"/>
                <a:gd name="T44" fmla="*/ 34 w 386"/>
                <a:gd name="T45" fmla="*/ 50 h 394"/>
                <a:gd name="T46" fmla="*/ 53 w 386"/>
                <a:gd name="T47" fmla="*/ 36 h 394"/>
                <a:gd name="T48" fmla="*/ 78 w 386"/>
                <a:gd name="T49" fmla="*/ 29 h 394"/>
                <a:gd name="T50" fmla="*/ 105 w 386"/>
                <a:gd name="T51" fmla="*/ 47 h 394"/>
                <a:gd name="T52" fmla="*/ 116 w 386"/>
                <a:gd name="T53" fmla="*/ 72 h 394"/>
                <a:gd name="T54" fmla="*/ 111 w 386"/>
                <a:gd name="T55" fmla="*/ 97 h 394"/>
                <a:gd name="T56" fmla="*/ 108 w 386"/>
                <a:gd name="T57" fmla="*/ 99 h 394"/>
                <a:gd name="T58" fmla="*/ 107 w 386"/>
                <a:gd name="T59" fmla="*/ 154 h 394"/>
                <a:gd name="T60" fmla="*/ 228 w 386"/>
                <a:gd name="T61" fmla="*/ 287 h 394"/>
                <a:gd name="T62" fmla="*/ 285 w 386"/>
                <a:gd name="T63" fmla="*/ 286 h 394"/>
                <a:gd name="T64" fmla="*/ 306 w 386"/>
                <a:gd name="T65" fmla="*/ 275 h 394"/>
                <a:gd name="T66" fmla="*/ 337 w 386"/>
                <a:gd name="T67" fmla="*/ 287 h 394"/>
                <a:gd name="T68" fmla="*/ 357 w 386"/>
                <a:gd name="T69" fmla="*/ 311 h 394"/>
                <a:gd name="T70" fmla="*/ 348 w 386"/>
                <a:gd name="T71" fmla="*/ 338 h 394"/>
                <a:gd name="T72" fmla="*/ 337 w 386"/>
                <a:gd name="T73" fmla="*/ 359 h 394"/>
                <a:gd name="T74" fmla="*/ 333 w 386"/>
                <a:gd name="T75" fmla="*/ 361 h 394"/>
                <a:gd name="T76" fmla="*/ 307 w 386"/>
                <a:gd name="T77" fmla="*/ 361 h 394"/>
                <a:gd name="T78" fmla="*/ 31 w 386"/>
                <a:gd name="T79" fmla="*/ 79 h 394"/>
                <a:gd name="T80" fmla="*/ 31 w 386"/>
                <a:gd name="T81" fmla="*/ 53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386" h="394">
                  <a:moveTo>
                    <a:pt x="105" y="274"/>
                  </a:moveTo>
                  <a:lnTo>
                    <a:pt x="105" y="274"/>
                  </a:lnTo>
                  <a:cubicBezTo>
                    <a:pt x="152" y="326"/>
                    <a:pt x="215" y="364"/>
                    <a:pt x="299" y="389"/>
                  </a:cubicBezTo>
                  <a:cubicBezTo>
                    <a:pt x="307" y="392"/>
                    <a:pt x="314" y="393"/>
                    <a:pt x="322" y="393"/>
                  </a:cubicBezTo>
                  <a:cubicBezTo>
                    <a:pt x="331" y="393"/>
                    <a:pt x="337" y="392"/>
                    <a:pt x="344" y="389"/>
                  </a:cubicBezTo>
                  <a:cubicBezTo>
                    <a:pt x="353" y="385"/>
                    <a:pt x="358" y="379"/>
                    <a:pt x="362" y="372"/>
                  </a:cubicBezTo>
                  <a:lnTo>
                    <a:pt x="362" y="372"/>
                  </a:lnTo>
                  <a:cubicBezTo>
                    <a:pt x="366" y="367"/>
                    <a:pt x="370" y="359"/>
                    <a:pt x="374" y="349"/>
                  </a:cubicBezTo>
                  <a:cubicBezTo>
                    <a:pt x="379" y="339"/>
                    <a:pt x="383" y="330"/>
                    <a:pt x="385" y="317"/>
                  </a:cubicBezTo>
                  <a:lnTo>
                    <a:pt x="385" y="317"/>
                  </a:lnTo>
                  <a:cubicBezTo>
                    <a:pt x="385" y="315"/>
                    <a:pt x="385" y="313"/>
                    <a:pt x="385" y="311"/>
                  </a:cubicBezTo>
                  <a:cubicBezTo>
                    <a:pt x="385" y="300"/>
                    <a:pt x="381" y="289"/>
                    <a:pt x="374" y="280"/>
                  </a:cubicBezTo>
                  <a:cubicBezTo>
                    <a:pt x="368" y="271"/>
                    <a:pt x="359" y="264"/>
                    <a:pt x="348" y="260"/>
                  </a:cubicBezTo>
                  <a:cubicBezTo>
                    <a:pt x="337" y="256"/>
                    <a:pt x="331" y="252"/>
                    <a:pt x="321" y="249"/>
                  </a:cubicBezTo>
                  <a:cubicBezTo>
                    <a:pt x="317" y="246"/>
                    <a:pt x="311" y="245"/>
                    <a:pt x="306" y="245"/>
                  </a:cubicBezTo>
                  <a:cubicBezTo>
                    <a:pt x="291" y="245"/>
                    <a:pt x="277" y="253"/>
                    <a:pt x="269" y="261"/>
                  </a:cubicBezTo>
                  <a:lnTo>
                    <a:pt x="269" y="261"/>
                  </a:lnTo>
                  <a:cubicBezTo>
                    <a:pt x="265" y="264"/>
                    <a:pt x="265" y="264"/>
                    <a:pt x="265" y="264"/>
                  </a:cubicBezTo>
                  <a:lnTo>
                    <a:pt x="265" y="264"/>
                  </a:lnTo>
                  <a:cubicBezTo>
                    <a:pt x="263" y="265"/>
                    <a:pt x="262" y="267"/>
                    <a:pt x="258" y="267"/>
                  </a:cubicBezTo>
                  <a:cubicBezTo>
                    <a:pt x="254" y="267"/>
                    <a:pt x="247" y="265"/>
                    <a:pt x="241" y="261"/>
                  </a:cubicBezTo>
                  <a:cubicBezTo>
                    <a:pt x="221" y="250"/>
                    <a:pt x="197" y="232"/>
                    <a:pt x="178" y="212"/>
                  </a:cubicBezTo>
                  <a:cubicBezTo>
                    <a:pt x="159" y="191"/>
                    <a:pt x="143" y="168"/>
                    <a:pt x="134" y="145"/>
                  </a:cubicBezTo>
                  <a:cubicBezTo>
                    <a:pt x="132" y="135"/>
                    <a:pt x="129" y="128"/>
                    <a:pt x="129" y="123"/>
                  </a:cubicBezTo>
                  <a:cubicBezTo>
                    <a:pt x="129" y="120"/>
                    <a:pt x="129" y="120"/>
                    <a:pt x="130" y="118"/>
                  </a:cubicBezTo>
                  <a:lnTo>
                    <a:pt x="130" y="118"/>
                  </a:lnTo>
                  <a:cubicBezTo>
                    <a:pt x="133" y="116"/>
                    <a:pt x="133" y="116"/>
                    <a:pt x="133" y="116"/>
                  </a:cubicBezTo>
                  <a:lnTo>
                    <a:pt x="133" y="116"/>
                  </a:lnTo>
                  <a:cubicBezTo>
                    <a:pt x="141" y="106"/>
                    <a:pt x="147" y="92"/>
                    <a:pt x="147" y="79"/>
                  </a:cubicBezTo>
                  <a:cubicBezTo>
                    <a:pt x="147" y="73"/>
                    <a:pt x="145" y="66"/>
                    <a:pt x="143" y="59"/>
                  </a:cubicBezTo>
                  <a:lnTo>
                    <a:pt x="143" y="59"/>
                  </a:lnTo>
                  <a:cubicBezTo>
                    <a:pt x="140" y="53"/>
                    <a:pt x="137" y="43"/>
                    <a:pt x="132" y="33"/>
                  </a:cubicBezTo>
                  <a:cubicBezTo>
                    <a:pt x="126" y="22"/>
                    <a:pt x="118" y="14"/>
                    <a:pt x="108" y="9"/>
                  </a:cubicBezTo>
                  <a:cubicBezTo>
                    <a:pt x="99" y="2"/>
                    <a:pt x="88" y="0"/>
                    <a:pt x="78" y="0"/>
                  </a:cubicBezTo>
                  <a:cubicBezTo>
                    <a:pt x="75" y="0"/>
                    <a:pt x="75" y="0"/>
                    <a:pt x="75" y="0"/>
                  </a:cubicBezTo>
                  <a:cubicBezTo>
                    <a:pt x="60" y="0"/>
                    <a:pt x="49" y="6"/>
                    <a:pt x="40" y="11"/>
                  </a:cubicBezTo>
                  <a:cubicBezTo>
                    <a:pt x="30" y="16"/>
                    <a:pt x="23" y="22"/>
                    <a:pt x="19" y="24"/>
                  </a:cubicBezTo>
                  <a:lnTo>
                    <a:pt x="19" y="24"/>
                  </a:lnTo>
                  <a:cubicBezTo>
                    <a:pt x="12" y="28"/>
                    <a:pt x="7" y="35"/>
                    <a:pt x="4" y="42"/>
                  </a:cubicBezTo>
                  <a:cubicBezTo>
                    <a:pt x="1" y="48"/>
                    <a:pt x="0" y="55"/>
                    <a:pt x="0" y="64"/>
                  </a:cubicBezTo>
                  <a:cubicBezTo>
                    <a:pt x="0" y="72"/>
                    <a:pt x="1" y="80"/>
                    <a:pt x="4" y="88"/>
                  </a:cubicBezTo>
                  <a:cubicBezTo>
                    <a:pt x="27" y="160"/>
                    <a:pt x="57" y="223"/>
                    <a:pt x="105" y="274"/>
                  </a:cubicBezTo>
                  <a:close/>
                  <a:moveTo>
                    <a:pt x="31" y="53"/>
                  </a:moveTo>
                  <a:lnTo>
                    <a:pt x="31" y="53"/>
                  </a:lnTo>
                  <a:cubicBezTo>
                    <a:pt x="31" y="51"/>
                    <a:pt x="33" y="50"/>
                    <a:pt x="34" y="50"/>
                  </a:cubicBezTo>
                  <a:lnTo>
                    <a:pt x="34" y="50"/>
                  </a:lnTo>
                  <a:lnTo>
                    <a:pt x="34" y="50"/>
                  </a:lnTo>
                  <a:cubicBezTo>
                    <a:pt x="40" y="46"/>
                    <a:pt x="46" y="40"/>
                    <a:pt x="53" y="36"/>
                  </a:cubicBezTo>
                  <a:cubicBezTo>
                    <a:pt x="60" y="32"/>
                    <a:pt x="68" y="29"/>
                    <a:pt x="77" y="29"/>
                  </a:cubicBezTo>
                  <a:cubicBezTo>
                    <a:pt x="78" y="29"/>
                    <a:pt x="78" y="29"/>
                    <a:pt x="78" y="29"/>
                  </a:cubicBezTo>
                  <a:cubicBezTo>
                    <a:pt x="83" y="29"/>
                    <a:pt x="89" y="31"/>
                    <a:pt x="93" y="33"/>
                  </a:cubicBezTo>
                  <a:cubicBezTo>
                    <a:pt x="97" y="36"/>
                    <a:pt x="101" y="40"/>
                    <a:pt x="105" y="47"/>
                  </a:cubicBezTo>
                  <a:cubicBezTo>
                    <a:pt x="110" y="54"/>
                    <a:pt x="112" y="62"/>
                    <a:pt x="116" y="72"/>
                  </a:cubicBezTo>
                  <a:lnTo>
                    <a:pt x="116" y="72"/>
                  </a:lnTo>
                  <a:cubicBezTo>
                    <a:pt x="116" y="73"/>
                    <a:pt x="118" y="76"/>
                    <a:pt x="118" y="79"/>
                  </a:cubicBezTo>
                  <a:cubicBezTo>
                    <a:pt x="118" y="84"/>
                    <a:pt x="115" y="92"/>
                    <a:pt x="111" y="97"/>
                  </a:cubicBezTo>
                  <a:cubicBezTo>
                    <a:pt x="108" y="99"/>
                    <a:pt x="108" y="99"/>
                    <a:pt x="108" y="99"/>
                  </a:cubicBezTo>
                  <a:lnTo>
                    <a:pt x="108" y="99"/>
                  </a:lnTo>
                  <a:cubicBezTo>
                    <a:pt x="101" y="106"/>
                    <a:pt x="100" y="116"/>
                    <a:pt x="100" y="123"/>
                  </a:cubicBezTo>
                  <a:cubicBezTo>
                    <a:pt x="100" y="135"/>
                    <a:pt x="103" y="145"/>
                    <a:pt x="107" y="154"/>
                  </a:cubicBezTo>
                  <a:cubicBezTo>
                    <a:pt x="116" y="183"/>
                    <a:pt x="136" y="209"/>
                    <a:pt x="156" y="232"/>
                  </a:cubicBezTo>
                  <a:cubicBezTo>
                    <a:pt x="178" y="254"/>
                    <a:pt x="203" y="275"/>
                    <a:pt x="228" y="287"/>
                  </a:cubicBezTo>
                  <a:cubicBezTo>
                    <a:pt x="237" y="293"/>
                    <a:pt x="247" y="296"/>
                    <a:pt x="258" y="296"/>
                  </a:cubicBezTo>
                  <a:cubicBezTo>
                    <a:pt x="267" y="296"/>
                    <a:pt x="277" y="293"/>
                    <a:pt x="285" y="286"/>
                  </a:cubicBezTo>
                  <a:cubicBezTo>
                    <a:pt x="288" y="283"/>
                    <a:pt x="288" y="283"/>
                    <a:pt x="288" y="283"/>
                  </a:cubicBezTo>
                  <a:cubicBezTo>
                    <a:pt x="293" y="278"/>
                    <a:pt x="300" y="274"/>
                    <a:pt x="306" y="275"/>
                  </a:cubicBezTo>
                  <a:cubicBezTo>
                    <a:pt x="307" y="275"/>
                    <a:pt x="309" y="275"/>
                    <a:pt x="310" y="275"/>
                  </a:cubicBezTo>
                  <a:cubicBezTo>
                    <a:pt x="318" y="279"/>
                    <a:pt x="325" y="282"/>
                    <a:pt x="337" y="287"/>
                  </a:cubicBezTo>
                  <a:cubicBezTo>
                    <a:pt x="343" y="289"/>
                    <a:pt x="348" y="293"/>
                    <a:pt x="351" y="297"/>
                  </a:cubicBezTo>
                  <a:cubicBezTo>
                    <a:pt x="354" y="302"/>
                    <a:pt x="357" y="307"/>
                    <a:pt x="357" y="311"/>
                  </a:cubicBezTo>
                  <a:cubicBezTo>
                    <a:pt x="357" y="313"/>
                    <a:pt x="357" y="313"/>
                    <a:pt x="357" y="313"/>
                  </a:cubicBezTo>
                  <a:cubicBezTo>
                    <a:pt x="355" y="320"/>
                    <a:pt x="351" y="330"/>
                    <a:pt x="348" y="338"/>
                  </a:cubicBezTo>
                  <a:cubicBezTo>
                    <a:pt x="344" y="346"/>
                    <a:pt x="340" y="353"/>
                    <a:pt x="337" y="359"/>
                  </a:cubicBezTo>
                  <a:lnTo>
                    <a:pt x="337" y="359"/>
                  </a:lnTo>
                  <a:lnTo>
                    <a:pt x="337" y="359"/>
                  </a:lnTo>
                  <a:cubicBezTo>
                    <a:pt x="336" y="359"/>
                    <a:pt x="336" y="360"/>
                    <a:pt x="333" y="361"/>
                  </a:cubicBezTo>
                  <a:cubicBezTo>
                    <a:pt x="331" y="363"/>
                    <a:pt x="326" y="364"/>
                    <a:pt x="322" y="364"/>
                  </a:cubicBezTo>
                  <a:cubicBezTo>
                    <a:pt x="317" y="364"/>
                    <a:pt x="313" y="363"/>
                    <a:pt x="307" y="361"/>
                  </a:cubicBezTo>
                  <a:cubicBezTo>
                    <a:pt x="228" y="337"/>
                    <a:pt x="170" y="301"/>
                    <a:pt x="126" y="254"/>
                  </a:cubicBezTo>
                  <a:cubicBezTo>
                    <a:pt x="83" y="208"/>
                    <a:pt x="53" y="149"/>
                    <a:pt x="31" y="79"/>
                  </a:cubicBezTo>
                  <a:cubicBezTo>
                    <a:pt x="30" y="73"/>
                    <a:pt x="29" y="68"/>
                    <a:pt x="29" y="64"/>
                  </a:cubicBezTo>
                  <a:cubicBezTo>
                    <a:pt x="29" y="59"/>
                    <a:pt x="30" y="55"/>
                    <a:pt x="31" y="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6">
              <a:extLst>
                <a:ext uri="{FF2B5EF4-FFF2-40B4-BE49-F238E27FC236}">
                  <a16:creationId xmlns:a16="http://schemas.microsoft.com/office/drawing/2014/main" id="{D0EB860E-01AD-167A-A3E2-D5637D50CDBF}"/>
                </a:ext>
              </a:extLst>
            </p:cNvPr>
            <p:cNvSpPr>
              <a:spLocks noChangeArrowheads="1"/>
            </p:cNvSpPr>
            <p:nvPr/>
          </p:nvSpPr>
          <p:spPr bwMode="auto">
            <a:xfrm>
              <a:off x="28575" y="5483225"/>
              <a:ext cx="254000" cy="254000"/>
            </a:xfrm>
            <a:custGeom>
              <a:avLst/>
              <a:gdLst>
                <a:gd name="T0" fmla="*/ 351 w 704"/>
                <a:gd name="T1" fmla="*/ 703 h 705"/>
                <a:gd name="T2" fmla="*/ 351 w 704"/>
                <a:gd name="T3" fmla="*/ 703 h 705"/>
                <a:gd name="T4" fmla="*/ 703 w 704"/>
                <a:gd name="T5" fmla="*/ 351 h 705"/>
                <a:gd name="T6" fmla="*/ 351 w 704"/>
                <a:gd name="T7" fmla="*/ 0 h 705"/>
                <a:gd name="T8" fmla="*/ 0 w 704"/>
                <a:gd name="T9" fmla="*/ 351 h 705"/>
                <a:gd name="T10" fmla="*/ 47 w 704"/>
                <a:gd name="T11" fmla="*/ 524 h 705"/>
                <a:gd name="T12" fmla="*/ 1 w 704"/>
                <a:gd name="T13" fmla="*/ 683 h 705"/>
                <a:gd name="T14" fmla="*/ 6 w 704"/>
                <a:gd name="T15" fmla="*/ 698 h 705"/>
                <a:gd name="T16" fmla="*/ 19 w 704"/>
                <a:gd name="T17" fmla="*/ 701 h 705"/>
                <a:gd name="T18" fmla="*/ 178 w 704"/>
                <a:gd name="T19" fmla="*/ 656 h 705"/>
                <a:gd name="T20" fmla="*/ 351 w 704"/>
                <a:gd name="T21" fmla="*/ 703 h 705"/>
                <a:gd name="T22" fmla="*/ 77 w 704"/>
                <a:gd name="T23" fmla="*/ 527 h 705"/>
                <a:gd name="T24" fmla="*/ 77 w 704"/>
                <a:gd name="T25" fmla="*/ 527 h 705"/>
                <a:gd name="T26" fmla="*/ 76 w 704"/>
                <a:gd name="T27" fmla="*/ 515 h 705"/>
                <a:gd name="T28" fmla="*/ 30 w 704"/>
                <a:gd name="T29" fmla="*/ 351 h 705"/>
                <a:gd name="T30" fmla="*/ 124 w 704"/>
                <a:gd name="T31" fmla="*/ 123 h 705"/>
                <a:gd name="T32" fmla="*/ 351 w 704"/>
                <a:gd name="T33" fmla="*/ 29 h 705"/>
                <a:gd name="T34" fmla="*/ 579 w 704"/>
                <a:gd name="T35" fmla="*/ 123 h 705"/>
                <a:gd name="T36" fmla="*/ 674 w 704"/>
                <a:gd name="T37" fmla="*/ 351 h 705"/>
                <a:gd name="T38" fmla="*/ 579 w 704"/>
                <a:gd name="T39" fmla="*/ 579 h 705"/>
                <a:gd name="T40" fmla="*/ 351 w 704"/>
                <a:gd name="T41" fmla="*/ 674 h 705"/>
                <a:gd name="T42" fmla="*/ 188 w 704"/>
                <a:gd name="T43" fmla="*/ 628 h 705"/>
                <a:gd name="T44" fmla="*/ 176 w 704"/>
                <a:gd name="T45" fmla="*/ 627 h 705"/>
                <a:gd name="T46" fmla="*/ 37 w 704"/>
                <a:gd name="T47" fmla="*/ 667 h 705"/>
                <a:gd name="T48" fmla="*/ 77 w 704"/>
                <a:gd name="T49" fmla="*/ 527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705">
                  <a:moveTo>
                    <a:pt x="351" y="703"/>
                  </a:moveTo>
                  <a:lnTo>
                    <a:pt x="351" y="703"/>
                  </a:lnTo>
                  <a:cubicBezTo>
                    <a:pt x="546" y="703"/>
                    <a:pt x="703" y="545"/>
                    <a:pt x="703" y="351"/>
                  </a:cubicBezTo>
                  <a:cubicBezTo>
                    <a:pt x="703" y="158"/>
                    <a:pt x="546" y="0"/>
                    <a:pt x="351" y="0"/>
                  </a:cubicBezTo>
                  <a:cubicBezTo>
                    <a:pt x="158" y="0"/>
                    <a:pt x="0" y="158"/>
                    <a:pt x="0" y="351"/>
                  </a:cubicBezTo>
                  <a:cubicBezTo>
                    <a:pt x="0" y="414"/>
                    <a:pt x="18" y="473"/>
                    <a:pt x="47" y="524"/>
                  </a:cubicBezTo>
                  <a:cubicBezTo>
                    <a:pt x="1" y="683"/>
                    <a:pt x="1" y="683"/>
                    <a:pt x="1" y="683"/>
                  </a:cubicBezTo>
                  <a:cubicBezTo>
                    <a:pt x="0" y="689"/>
                    <a:pt x="1" y="694"/>
                    <a:pt x="6" y="698"/>
                  </a:cubicBezTo>
                  <a:cubicBezTo>
                    <a:pt x="8" y="701"/>
                    <a:pt x="14" y="704"/>
                    <a:pt x="19" y="701"/>
                  </a:cubicBezTo>
                  <a:cubicBezTo>
                    <a:pt x="178" y="656"/>
                    <a:pt x="178" y="656"/>
                    <a:pt x="178" y="656"/>
                  </a:cubicBezTo>
                  <a:cubicBezTo>
                    <a:pt x="229" y="686"/>
                    <a:pt x="288" y="703"/>
                    <a:pt x="351" y="703"/>
                  </a:cubicBezTo>
                  <a:close/>
                  <a:moveTo>
                    <a:pt x="77" y="527"/>
                  </a:moveTo>
                  <a:lnTo>
                    <a:pt x="77" y="527"/>
                  </a:lnTo>
                  <a:cubicBezTo>
                    <a:pt x="77" y="523"/>
                    <a:pt x="77" y="519"/>
                    <a:pt x="76" y="515"/>
                  </a:cubicBezTo>
                  <a:cubicBezTo>
                    <a:pt x="47" y="468"/>
                    <a:pt x="30" y="412"/>
                    <a:pt x="30" y="351"/>
                  </a:cubicBezTo>
                  <a:cubicBezTo>
                    <a:pt x="30" y="262"/>
                    <a:pt x="66" y="181"/>
                    <a:pt x="124" y="123"/>
                  </a:cubicBezTo>
                  <a:cubicBezTo>
                    <a:pt x="183" y="64"/>
                    <a:pt x="264" y="29"/>
                    <a:pt x="351" y="29"/>
                  </a:cubicBezTo>
                  <a:cubicBezTo>
                    <a:pt x="441" y="29"/>
                    <a:pt x="522" y="64"/>
                    <a:pt x="579" y="123"/>
                  </a:cubicBezTo>
                  <a:cubicBezTo>
                    <a:pt x="638" y="181"/>
                    <a:pt x="674" y="262"/>
                    <a:pt x="674" y="351"/>
                  </a:cubicBezTo>
                  <a:cubicBezTo>
                    <a:pt x="674" y="440"/>
                    <a:pt x="638" y="520"/>
                    <a:pt x="579" y="579"/>
                  </a:cubicBezTo>
                  <a:cubicBezTo>
                    <a:pt x="522" y="637"/>
                    <a:pt x="441" y="674"/>
                    <a:pt x="351" y="674"/>
                  </a:cubicBezTo>
                  <a:cubicBezTo>
                    <a:pt x="292" y="674"/>
                    <a:pt x="236" y="657"/>
                    <a:pt x="188" y="628"/>
                  </a:cubicBezTo>
                  <a:cubicBezTo>
                    <a:pt x="184" y="626"/>
                    <a:pt x="180" y="626"/>
                    <a:pt x="176" y="627"/>
                  </a:cubicBezTo>
                  <a:cubicBezTo>
                    <a:pt x="37" y="667"/>
                    <a:pt x="37" y="667"/>
                    <a:pt x="37" y="667"/>
                  </a:cubicBezTo>
                  <a:lnTo>
                    <a:pt x="77" y="5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9" name="Group 252">
            <a:extLst>
              <a:ext uri="{FF2B5EF4-FFF2-40B4-BE49-F238E27FC236}">
                <a16:creationId xmlns:a16="http://schemas.microsoft.com/office/drawing/2014/main" id="{3B9FA634-3CB5-8308-4B12-BB81B445E5ED}"/>
              </a:ext>
            </a:extLst>
          </p:cNvPr>
          <p:cNvGrpSpPr/>
          <p:nvPr/>
        </p:nvGrpSpPr>
        <p:grpSpPr>
          <a:xfrm>
            <a:off x="2225799" y="5686847"/>
            <a:ext cx="203200" cy="254000"/>
            <a:chOff x="1084263" y="6008688"/>
            <a:chExt cx="203200" cy="254000"/>
          </a:xfrm>
          <a:solidFill>
            <a:schemeClr val="accent4"/>
          </a:solidFill>
        </p:grpSpPr>
        <p:sp>
          <p:nvSpPr>
            <p:cNvPr id="250" name="Freeform 201">
              <a:extLst>
                <a:ext uri="{FF2B5EF4-FFF2-40B4-BE49-F238E27FC236}">
                  <a16:creationId xmlns:a16="http://schemas.microsoft.com/office/drawing/2014/main" id="{FCE0477E-2CBD-665C-599C-29B950991866}"/>
                </a:ext>
              </a:extLst>
            </p:cNvPr>
            <p:cNvSpPr>
              <a:spLocks noChangeArrowheads="1"/>
            </p:cNvSpPr>
            <p:nvPr/>
          </p:nvSpPr>
          <p:spPr bwMode="auto">
            <a:xfrm>
              <a:off x="1227138" y="6183313"/>
              <a:ext cx="1587" cy="1587"/>
            </a:xfrm>
            <a:custGeom>
              <a:avLst/>
              <a:gdLst>
                <a:gd name="T0" fmla="*/ 0 w 2"/>
                <a:gd name="T1" fmla="*/ 0 h 1"/>
                <a:gd name="T2" fmla="*/ 0 w 2"/>
                <a:gd name="T3" fmla="*/ 0 h 1"/>
                <a:gd name="T4" fmla="*/ 1 w 2"/>
                <a:gd name="T5" fmla="*/ 0 h 1"/>
                <a:gd name="T6" fmla="*/ 1 w 2"/>
                <a:gd name="T7" fmla="*/ 0 h 1"/>
                <a:gd name="T8" fmla="*/ 0 w 2"/>
                <a:gd name="T9" fmla="*/ 0 h 1"/>
              </a:gdLst>
              <a:ahLst/>
              <a:cxnLst>
                <a:cxn ang="0">
                  <a:pos x="T0" y="T1"/>
                </a:cxn>
                <a:cxn ang="0">
                  <a:pos x="T2" y="T3"/>
                </a:cxn>
                <a:cxn ang="0">
                  <a:pos x="T4" y="T5"/>
                </a:cxn>
                <a:cxn ang="0">
                  <a:pos x="T6" y="T7"/>
                </a:cxn>
                <a:cxn ang="0">
                  <a:pos x="T8" y="T9"/>
                </a:cxn>
              </a:cxnLst>
              <a:rect l="0" t="0" r="r" b="b"/>
              <a:pathLst>
                <a:path w="2" h="1">
                  <a:moveTo>
                    <a:pt x="0" y="0"/>
                  </a:moveTo>
                  <a:lnTo>
                    <a:pt x="0" y="0"/>
                  </a:lnTo>
                  <a:cubicBezTo>
                    <a:pt x="1" y="0"/>
                    <a:pt x="1" y="0"/>
                    <a:pt x="1" y="0"/>
                  </a:cubicBezTo>
                  <a:lnTo>
                    <a:pt x="1"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2">
              <a:extLst>
                <a:ext uri="{FF2B5EF4-FFF2-40B4-BE49-F238E27FC236}">
                  <a16:creationId xmlns:a16="http://schemas.microsoft.com/office/drawing/2014/main" id="{995BB2D2-82B2-B2F7-48EF-03E46C59355C}"/>
                </a:ext>
              </a:extLst>
            </p:cNvPr>
            <p:cNvSpPr>
              <a:spLocks noChangeArrowheads="1"/>
            </p:cNvSpPr>
            <p:nvPr/>
          </p:nvSpPr>
          <p:spPr bwMode="auto">
            <a:xfrm>
              <a:off x="1084263" y="6008688"/>
              <a:ext cx="179387" cy="254000"/>
            </a:xfrm>
            <a:custGeom>
              <a:avLst/>
              <a:gdLst>
                <a:gd name="T0" fmla="*/ 140 w 500"/>
                <a:gd name="T1" fmla="*/ 209 h 704"/>
                <a:gd name="T2" fmla="*/ 151 w 500"/>
                <a:gd name="T3" fmla="*/ 201 h 704"/>
                <a:gd name="T4" fmla="*/ 176 w 500"/>
                <a:gd name="T5" fmla="*/ 194 h 704"/>
                <a:gd name="T6" fmla="*/ 205 w 500"/>
                <a:gd name="T7" fmla="*/ 153 h 704"/>
                <a:gd name="T8" fmla="*/ 204 w 500"/>
                <a:gd name="T9" fmla="*/ 145 h 704"/>
                <a:gd name="T10" fmla="*/ 195 w 500"/>
                <a:gd name="T11" fmla="*/ 50 h 704"/>
                <a:gd name="T12" fmla="*/ 188 w 500"/>
                <a:gd name="T13" fmla="*/ 28 h 704"/>
                <a:gd name="T14" fmla="*/ 187 w 500"/>
                <a:gd name="T15" fmla="*/ 26 h 704"/>
                <a:gd name="T16" fmla="*/ 156 w 500"/>
                <a:gd name="T17" fmla="*/ 6 h 704"/>
                <a:gd name="T18" fmla="*/ 61 w 500"/>
                <a:gd name="T19" fmla="*/ 0 h 704"/>
                <a:gd name="T20" fmla="*/ 7 w 500"/>
                <a:gd name="T21" fmla="*/ 57 h 704"/>
                <a:gd name="T22" fmla="*/ 90 w 500"/>
                <a:gd name="T23" fmla="*/ 431 h 704"/>
                <a:gd name="T24" fmla="*/ 90 w 500"/>
                <a:gd name="T25" fmla="*/ 431 h 704"/>
                <a:gd name="T26" fmla="*/ 94 w 500"/>
                <a:gd name="T27" fmla="*/ 438 h 704"/>
                <a:gd name="T28" fmla="*/ 94 w 500"/>
                <a:gd name="T29" fmla="*/ 438 h 704"/>
                <a:gd name="T30" fmla="*/ 337 w 500"/>
                <a:gd name="T31" fmla="*/ 684 h 704"/>
                <a:gd name="T32" fmla="*/ 431 w 500"/>
                <a:gd name="T33" fmla="*/ 699 h 704"/>
                <a:gd name="T34" fmla="*/ 451 w 500"/>
                <a:gd name="T35" fmla="*/ 681 h 704"/>
                <a:gd name="T36" fmla="*/ 495 w 500"/>
                <a:gd name="T37" fmla="*/ 598 h 704"/>
                <a:gd name="T38" fmla="*/ 493 w 500"/>
                <a:gd name="T39" fmla="*/ 559 h 704"/>
                <a:gd name="T40" fmla="*/ 492 w 500"/>
                <a:gd name="T41" fmla="*/ 558 h 704"/>
                <a:gd name="T42" fmla="*/ 470 w 500"/>
                <a:gd name="T43" fmla="*/ 537 h 704"/>
                <a:gd name="T44" fmla="*/ 400 w 500"/>
                <a:gd name="T45" fmla="*/ 485 h 704"/>
                <a:gd name="T46" fmla="*/ 370 w 500"/>
                <a:gd name="T47" fmla="*/ 474 h 704"/>
                <a:gd name="T48" fmla="*/ 342 w 500"/>
                <a:gd name="T49" fmla="*/ 484 h 704"/>
                <a:gd name="T50" fmla="*/ 312 w 500"/>
                <a:gd name="T51" fmla="*/ 507 h 704"/>
                <a:gd name="T52" fmla="*/ 308 w 500"/>
                <a:gd name="T53" fmla="*/ 506 h 704"/>
                <a:gd name="T54" fmla="*/ 220 w 500"/>
                <a:gd name="T55" fmla="*/ 400 h 704"/>
                <a:gd name="T56" fmla="*/ 187 w 500"/>
                <a:gd name="T57" fmla="*/ 342 h 704"/>
                <a:gd name="T58" fmla="*/ 156 w 500"/>
                <a:gd name="T59" fmla="*/ 274 h 704"/>
                <a:gd name="T60" fmla="*/ 140 w 500"/>
                <a:gd name="T61" fmla="*/ 215 h 704"/>
                <a:gd name="T62" fmla="*/ 140 w 500"/>
                <a:gd name="T63" fmla="*/ 209 h 704"/>
                <a:gd name="T64" fmla="*/ 116 w 500"/>
                <a:gd name="T65" fmla="*/ 247 h 704"/>
                <a:gd name="T66" fmla="*/ 161 w 500"/>
                <a:gd name="T67" fmla="*/ 356 h 704"/>
                <a:gd name="T68" fmla="*/ 178 w 500"/>
                <a:gd name="T69" fmla="*/ 386 h 704"/>
                <a:gd name="T70" fmla="*/ 195 w 500"/>
                <a:gd name="T71" fmla="*/ 415 h 704"/>
                <a:gd name="T72" fmla="*/ 279 w 500"/>
                <a:gd name="T73" fmla="*/ 521 h 704"/>
                <a:gd name="T74" fmla="*/ 311 w 500"/>
                <a:gd name="T75" fmla="*/ 536 h 704"/>
                <a:gd name="T76" fmla="*/ 345 w 500"/>
                <a:gd name="T77" fmla="*/ 523 h 704"/>
                <a:gd name="T78" fmla="*/ 370 w 500"/>
                <a:gd name="T79" fmla="*/ 503 h 704"/>
                <a:gd name="T80" fmla="*/ 381 w 500"/>
                <a:gd name="T81" fmla="*/ 507 h 704"/>
                <a:gd name="T82" fmla="*/ 427 w 500"/>
                <a:gd name="T83" fmla="*/ 544 h 704"/>
                <a:gd name="T84" fmla="*/ 459 w 500"/>
                <a:gd name="T85" fmla="*/ 565 h 704"/>
                <a:gd name="T86" fmla="*/ 467 w 500"/>
                <a:gd name="T87" fmla="*/ 573 h 704"/>
                <a:gd name="T88" fmla="*/ 467 w 500"/>
                <a:gd name="T89" fmla="*/ 574 h 704"/>
                <a:gd name="T90" fmla="*/ 469 w 500"/>
                <a:gd name="T91" fmla="*/ 584 h 704"/>
                <a:gd name="T92" fmla="*/ 419 w 500"/>
                <a:gd name="T93" fmla="*/ 672 h 704"/>
                <a:gd name="T94" fmla="*/ 349 w 500"/>
                <a:gd name="T95" fmla="*/ 658 h 704"/>
                <a:gd name="T96" fmla="*/ 117 w 500"/>
                <a:gd name="T97" fmla="*/ 420 h 704"/>
                <a:gd name="T98" fmla="*/ 116 w 500"/>
                <a:gd name="T99" fmla="*/ 418 h 704"/>
                <a:gd name="T100" fmla="*/ 40 w 500"/>
                <a:gd name="T101" fmla="*/ 50 h 704"/>
                <a:gd name="T102" fmla="*/ 61 w 500"/>
                <a:gd name="T103" fmla="*/ 31 h 704"/>
                <a:gd name="T104" fmla="*/ 161 w 500"/>
                <a:gd name="T105" fmla="*/ 40 h 704"/>
                <a:gd name="T106" fmla="*/ 162 w 500"/>
                <a:gd name="T107" fmla="*/ 42 h 704"/>
                <a:gd name="T108" fmla="*/ 167 w 500"/>
                <a:gd name="T109" fmla="*/ 58 h 704"/>
                <a:gd name="T110" fmla="*/ 167 w 500"/>
                <a:gd name="T111" fmla="*/ 90 h 704"/>
                <a:gd name="T112" fmla="*/ 175 w 500"/>
                <a:gd name="T113" fmla="*/ 150 h 704"/>
                <a:gd name="T114" fmla="*/ 176 w 500"/>
                <a:gd name="T115" fmla="*/ 153 h 704"/>
                <a:gd name="T116" fmla="*/ 168 w 500"/>
                <a:gd name="T117" fmla="*/ 165 h 704"/>
                <a:gd name="T118" fmla="*/ 145 w 500"/>
                <a:gd name="T119" fmla="*/ 172 h 704"/>
                <a:gd name="T120" fmla="*/ 110 w 500"/>
                <a:gd name="T121" fmla="*/ 21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00" h="704">
                  <a:moveTo>
                    <a:pt x="140" y="209"/>
                  </a:moveTo>
                  <a:lnTo>
                    <a:pt x="140" y="209"/>
                  </a:lnTo>
                  <a:lnTo>
                    <a:pt x="140" y="209"/>
                  </a:lnTo>
                  <a:cubicBezTo>
                    <a:pt x="143" y="205"/>
                    <a:pt x="147" y="202"/>
                    <a:pt x="151" y="201"/>
                  </a:cubicBezTo>
                  <a:cubicBezTo>
                    <a:pt x="176" y="194"/>
                    <a:pt x="176" y="194"/>
                    <a:pt x="176" y="194"/>
                  </a:cubicBezTo>
                  <a:lnTo>
                    <a:pt x="176" y="194"/>
                  </a:lnTo>
                  <a:cubicBezTo>
                    <a:pt x="186" y="191"/>
                    <a:pt x="193" y="186"/>
                    <a:pt x="198" y="177"/>
                  </a:cubicBezTo>
                  <a:cubicBezTo>
                    <a:pt x="202" y="171"/>
                    <a:pt x="205" y="162"/>
                    <a:pt x="205" y="153"/>
                  </a:cubicBezTo>
                  <a:cubicBezTo>
                    <a:pt x="205" y="150"/>
                    <a:pt x="205" y="147"/>
                    <a:pt x="204" y="145"/>
                  </a:cubicBezTo>
                  <a:lnTo>
                    <a:pt x="204" y="145"/>
                  </a:lnTo>
                  <a:cubicBezTo>
                    <a:pt x="201" y="129"/>
                    <a:pt x="198" y="107"/>
                    <a:pt x="197" y="88"/>
                  </a:cubicBezTo>
                  <a:cubicBezTo>
                    <a:pt x="195" y="69"/>
                    <a:pt x="195" y="58"/>
                    <a:pt x="195" y="50"/>
                  </a:cubicBezTo>
                  <a:cubicBezTo>
                    <a:pt x="194" y="46"/>
                    <a:pt x="194" y="42"/>
                    <a:pt x="193" y="37"/>
                  </a:cubicBezTo>
                  <a:cubicBezTo>
                    <a:pt x="191" y="35"/>
                    <a:pt x="190" y="31"/>
                    <a:pt x="188" y="28"/>
                  </a:cubicBezTo>
                  <a:lnTo>
                    <a:pt x="188" y="28"/>
                  </a:lnTo>
                  <a:cubicBezTo>
                    <a:pt x="187" y="26"/>
                    <a:pt x="187" y="26"/>
                    <a:pt x="187" y="26"/>
                  </a:cubicBezTo>
                  <a:cubicBezTo>
                    <a:pt x="182" y="14"/>
                    <a:pt x="169" y="6"/>
                    <a:pt x="156" y="6"/>
                  </a:cubicBezTo>
                  <a:lnTo>
                    <a:pt x="156" y="6"/>
                  </a:lnTo>
                  <a:cubicBezTo>
                    <a:pt x="61" y="0"/>
                    <a:pt x="61" y="0"/>
                    <a:pt x="61" y="0"/>
                  </a:cubicBezTo>
                  <a:lnTo>
                    <a:pt x="61" y="0"/>
                  </a:lnTo>
                  <a:cubicBezTo>
                    <a:pt x="50" y="0"/>
                    <a:pt x="39" y="6"/>
                    <a:pt x="32" y="13"/>
                  </a:cubicBezTo>
                  <a:cubicBezTo>
                    <a:pt x="20" y="22"/>
                    <a:pt x="13" y="37"/>
                    <a:pt x="7" y="57"/>
                  </a:cubicBezTo>
                  <a:cubicBezTo>
                    <a:pt x="2" y="75"/>
                    <a:pt x="0" y="96"/>
                    <a:pt x="0" y="121"/>
                  </a:cubicBezTo>
                  <a:cubicBezTo>
                    <a:pt x="0" y="205"/>
                    <a:pt x="28" y="323"/>
                    <a:pt x="90" y="431"/>
                  </a:cubicBezTo>
                  <a:lnTo>
                    <a:pt x="90" y="431"/>
                  </a:lnTo>
                  <a:lnTo>
                    <a:pt x="90" y="431"/>
                  </a:lnTo>
                  <a:cubicBezTo>
                    <a:pt x="92" y="434"/>
                    <a:pt x="92" y="434"/>
                    <a:pt x="92" y="434"/>
                  </a:cubicBezTo>
                  <a:cubicBezTo>
                    <a:pt x="94" y="438"/>
                    <a:pt x="94" y="438"/>
                    <a:pt x="94" y="438"/>
                  </a:cubicBezTo>
                  <a:lnTo>
                    <a:pt x="94" y="438"/>
                  </a:lnTo>
                  <a:lnTo>
                    <a:pt x="94" y="438"/>
                  </a:lnTo>
                  <a:cubicBezTo>
                    <a:pt x="139" y="518"/>
                    <a:pt x="198" y="584"/>
                    <a:pt x="254" y="629"/>
                  </a:cubicBezTo>
                  <a:cubicBezTo>
                    <a:pt x="283" y="652"/>
                    <a:pt x="311" y="672"/>
                    <a:pt x="337" y="684"/>
                  </a:cubicBezTo>
                  <a:cubicBezTo>
                    <a:pt x="361" y="696"/>
                    <a:pt x="385" y="703"/>
                    <a:pt x="405" y="703"/>
                  </a:cubicBezTo>
                  <a:cubicBezTo>
                    <a:pt x="415" y="703"/>
                    <a:pt x="423" y="702"/>
                    <a:pt x="431" y="699"/>
                  </a:cubicBezTo>
                  <a:cubicBezTo>
                    <a:pt x="438" y="695"/>
                    <a:pt x="445" y="689"/>
                    <a:pt x="451" y="681"/>
                  </a:cubicBezTo>
                  <a:lnTo>
                    <a:pt x="451" y="681"/>
                  </a:lnTo>
                  <a:cubicBezTo>
                    <a:pt x="495" y="598"/>
                    <a:pt x="495" y="598"/>
                    <a:pt x="495" y="598"/>
                  </a:cubicBezTo>
                  <a:lnTo>
                    <a:pt x="495" y="598"/>
                  </a:lnTo>
                  <a:cubicBezTo>
                    <a:pt x="497" y="592"/>
                    <a:pt x="499" y="587"/>
                    <a:pt x="499" y="580"/>
                  </a:cubicBezTo>
                  <a:cubicBezTo>
                    <a:pt x="499" y="573"/>
                    <a:pt x="496" y="566"/>
                    <a:pt x="493" y="559"/>
                  </a:cubicBezTo>
                  <a:cubicBezTo>
                    <a:pt x="492" y="558"/>
                    <a:pt x="492" y="558"/>
                    <a:pt x="492" y="558"/>
                  </a:cubicBezTo>
                  <a:lnTo>
                    <a:pt x="492" y="558"/>
                  </a:lnTo>
                  <a:cubicBezTo>
                    <a:pt x="489" y="554"/>
                    <a:pt x="488" y="551"/>
                    <a:pt x="485" y="548"/>
                  </a:cubicBezTo>
                  <a:cubicBezTo>
                    <a:pt x="481" y="544"/>
                    <a:pt x="477" y="541"/>
                    <a:pt x="470" y="537"/>
                  </a:cubicBezTo>
                  <a:cubicBezTo>
                    <a:pt x="464" y="533"/>
                    <a:pt x="456" y="528"/>
                    <a:pt x="444" y="521"/>
                  </a:cubicBezTo>
                  <a:cubicBezTo>
                    <a:pt x="427" y="508"/>
                    <a:pt x="411" y="495"/>
                    <a:pt x="400" y="485"/>
                  </a:cubicBezTo>
                  <a:lnTo>
                    <a:pt x="400" y="485"/>
                  </a:lnTo>
                  <a:cubicBezTo>
                    <a:pt x="390" y="477"/>
                    <a:pt x="379" y="474"/>
                    <a:pt x="370" y="474"/>
                  </a:cubicBezTo>
                  <a:cubicBezTo>
                    <a:pt x="360" y="474"/>
                    <a:pt x="350" y="477"/>
                    <a:pt x="342" y="484"/>
                  </a:cubicBezTo>
                  <a:lnTo>
                    <a:pt x="342" y="484"/>
                  </a:lnTo>
                  <a:cubicBezTo>
                    <a:pt x="324" y="501"/>
                    <a:pt x="324" y="501"/>
                    <a:pt x="324" y="501"/>
                  </a:cubicBezTo>
                  <a:cubicBezTo>
                    <a:pt x="322" y="506"/>
                    <a:pt x="316" y="507"/>
                    <a:pt x="312" y="507"/>
                  </a:cubicBezTo>
                  <a:lnTo>
                    <a:pt x="312" y="507"/>
                  </a:lnTo>
                  <a:cubicBezTo>
                    <a:pt x="312" y="507"/>
                    <a:pt x="309" y="507"/>
                    <a:pt x="308" y="506"/>
                  </a:cubicBezTo>
                  <a:cubicBezTo>
                    <a:pt x="302" y="503"/>
                    <a:pt x="296" y="497"/>
                    <a:pt x="289" y="490"/>
                  </a:cubicBezTo>
                  <a:cubicBezTo>
                    <a:pt x="265" y="467"/>
                    <a:pt x="238" y="427"/>
                    <a:pt x="220" y="400"/>
                  </a:cubicBezTo>
                  <a:cubicBezTo>
                    <a:pt x="212" y="387"/>
                    <a:pt x="206" y="378"/>
                    <a:pt x="202" y="371"/>
                  </a:cubicBezTo>
                  <a:cubicBezTo>
                    <a:pt x="199" y="366"/>
                    <a:pt x="194" y="355"/>
                    <a:pt x="187" y="342"/>
                  </a:cubicBezTo>
                  <a:lnTo>
                    <a:pt x="187" y="342"/>
                  </a:lnTo>
                  <a:cubicBezTo>
                    <a:pt x="178" y="323"/>
                    <a:pt x="165" y="297"/>
                    <a:pt x="156" y="274"/>
                  </a:cubicBezTo>
                  <a:cubicBezTo>
                    <a:pt x="151" y="261"/>
                    <a:pt x="147" y="250"/>
                    <a:pt x="145" y="239"/>
                  </a:cubicBezTo>
                  <a:cubicBezTo>
                    <a:pt x="142" y="230"/>
                    <a:pt x="140" y="220"/>
                    <a:pt x="140" y="215"/>
                  </a:cubicBezTo>
                  <a:cubicBezTo>
                    <a:pt x="140" y="213"/>
                    <a:pt x="140" y="212"/>
                    <a:pt x="140" y="210"/>
                  </a:cubicBezTo>
                  <a:lnTo>
                    <a:pt x="140" y="209"/>
                  </a:lnTo>
                  <a:close/>
                  <a:moveTo>
                    <a:pt x="116" y="247"/>
                  </a:moveTo>
                  <a:lnTo>
                    <a:pt x="116" y="247"/>
                  </a:lnTo>
                  <a:cubicBezTo>
                    <a:pt x="125" y="282"/>
                    <a:pt x="146" y="326"/>
                    <a:pt x="161" y="356"/>
                  </a:cubicBezTo>
                  <a:lnTo>
                    <a:pt x="161" y="356"/>
                  </a:lnTo>
                  <a:cubicBezTo>
                    <a:pt x="168" y="368"/>
                    <a:pt x="173" y="379"/>
                    <a:pt x="178" y="386"/>
                  </a:cubicBezTo>
                  <a:lnTo>
                    <a:pt x="178" y="386"/>
                  </a:lnTo>
                  <a:lnTo>
                    <a:pt x="178" y="386"/>
                  </a:lnTo>
                  <a:cubicBezTo>
                    <a:pt x="182" y="393"/>
                    <a:pt x="187" y="403"/>
                    <a:pt x="195" y="415"/>
                  </a:cubicBezTo>
                  <a:cubicBezTo>
                    <a:pt x="209" y="437"/>
                    <a:pt x="230" y="466"/>
                    <a:pt x="249" y="490"/>
                  </a:cubicBezTo>
                  <a:cubicBezTo>
                    <a:pt x="259" y="501"/>
                    <a:pt x="268" y="512"/>
                    <a:pt x="279" y="521"/>
                  </a:cubicBezTo>
                  <a:cubicBezTo>
                    <a:pt x="283" y="525"/>
                    <a:pt x="289" y="529"/>
                    <a:pt x="294" y="532"/>
                  </a:cubicBezTo>
                  <a:cubicBezTo>
                    <a:pt x="298" y="534"/>
                    <a:pt x="305" y="536"/>
                    <a:pt x="311" y="536"/>
                  </a:cubicBezTo>
                  <a:cubicBezTo>
                    <a:pt x="312" y="536"/>
                    <a:pt x="312" y="536"/>
                    <a:pt x="312" y="536"/>
                  </a:cubicBezTo>
                  <a:cubicBezTo>
                    <a:pt x="324" y="536"/>
                    <a:pt x="337" y="532"/>
                    <a:pt x="345" y="523"/>
                  </a:cubicBezTo>
                  <a:cubicBezTo>
                    <a:pt x="363" y="506"/>
                    <a:pt x="363" y="506"/>
                    <a:pt x="363" y="506"/>
                  </a:cubicBezTo>
                  <a:cubicBezTo>
                    <a:pt x="364" y="504"/>
                    <a:pt x="367" y="503"/>
                    <a:pt x="370" y="503"/>
                  </a:cubicBezTo>
                  <a:cubicBezTo>
                    <a:pt x="372" y="503"/>
                    <a:pt x="377" y="504"/>
                    <a:pt x="381" y="507"/>
                  </a:cubicBezTo>
                  <a:lnTo>
                    <a:pt x="381" y="507"/>
                  </a:lnTo>
                  <a:cubicBezTo>
                    <a:pt x="393" y="518"/>
                    <a:pt x="411" y="532"/>
                    <a:pt x="427" y="544"/>
                  </a:cubicBezTo>
                  <a:lnTo>
                    <a:pt x="427" y="544"/>
                  </a:lnTo>
                  <a:lnTo>
                    <a:pt x="427" y="544"/>
                  </a:lnTo>
                  <a:cubicBezTo>
                    <a:pt x="444" y="555"/>
                    <a:pt x="453" y="560"/>
                    <a:pt x="459" y="565"/>
                  </a:cubicBezTo>
                  <a:cubicBezTo>
                    <a:pt x="462" y="566"/>
                    <a:pt x="463" y="567"/>
                    <a:pt x="464" y="569"/>
                  </a:cubicBezTo>
                  <a:cubicBezTo>
                    <a:pt x="464" y="569"/>
                    <a:pt x="466" y="570"/>
                    <a:pt x="467" y="573"/>
                  </a:cubicBezTo>
                  <a:cubicBezTo>
                    <a:pt x="467" y="574"/>
                    <a:pt x="467" y="574"/>
                    <a:pt x="467" y="574"/>
                  </a:cubicBezTo>
                  <a:lnTo>
                    <a:pt x="467" y="574"/>
                  </a:lnTo>
                  <a:cubicBezTo>
                    <a:pt x="469" y="577"/>
                    <a:pt x="470" y="578"/>
                    <a:pt x="470" y="580"/>
                  </a:cubicBezTo>
                  <a:cubicBezTo>
                    <a:pt x="470" y="581"/>
                    <a:pt x="469" y="582"/>
                    <a:pt x="469" y="584"/>
                  </a:cubicBezTo>
                  <a:cubicBezTo>
                    <a:pt x="425" y="666"/>
                    <a:pt x="425" y="666"/>
                    <a:pt x="425" y="666"/>
                  </a:cubicBezTo>
                  <a:cubicBezTo>
                    <a:pt x="423" y="669"/>
                    <a:pt x="422" y="670"/>
                    <a:pt x="419" y="672"/>
                  </a:cubicBezTo>
                  <a:cubicBezTo>
                    <a:pt x="415" y="673"/>
                    <a:pt x="411" y="674"/>
                    <a:pt x="405" y="674"/>
                  </a:cubicBezTo>
                  <a:cubicBezTo>
                    <a:pt x="392" y="674"/>
                    <a:pt x="372" y="669"/>
                    <a:pt x="349" y="658"/>
                  </a:cubicBezTo>
                  <a:cubicBezTo>
                    <a:pt x="280" y="624"/>
                    <a:pt x="184" y="537"/>
                    <a:pt x="118" y="423"/>
                  </a:cubicBezTo>
                  <a:cubicBezTo>
                    <a:pt x="117" y="420"/>
                    <a:pt x="117" y="420"/>
                    <a:pt x="117" y="420"/>
                  </a:cubicBezTo>
                  <a:lnTo>
                    <a:pt x="117" y="420"/>
                  </a:lnTo>
                  <a:cubicBezTo>
                    <a:pt x="116" y="418"/>
                    <a:pt x="116" y="418"/>
                    <a:pt x="116" y="418"/>
                  </a:cubicBezTo>
                  <a:cubicBezTo>
                    <a:pt x="55" y="313"/>
                    <a:pt x="29" y="198"/>
                    <a:pt x="29" y="121"/>
                  </a:cubicBezTo>
                  <a:cubicBezTo>
                    <a:pt x="29" y="91"/>
                    <a:pt x="33" y="66"/>
                    <a:pt x="40" y="50"/>
                  </a:cubicBezTo>
                  <a:cubicBezTo>
                    <a:pt x="43" y="43"/>
                    <a:pt x="47" y="37"/>
                    <a:pt x="50" y="35"/>
                  </a:cubicBezTo>
                  <a:cubicBezTo>
                    <a:pt x="54" y="32"/>
                    <a:pt x="57" y="31"/>
                    <a:pt x="61" y="31"/>
                  </a:cubicBezTo>
                  <a:cubicBezTo>
                    <a:pt x="154" y="35"/>
                    <a:pt x="154" y="35"/>
                    <a:pt x="154" y="35"/>
                  </a:cubicBezTo>
                  <a:cubicBezTo>
                    <a:pt x="157" y="35"/>
                    <a:pt x="158" y="36"/>
                    <a:pt x="161" y="40"/>
                  </a:cubicBezTo>
                  <a:lnTo>
                    <a:pt x="161" y="40"/>
                  </a:lnTo>
                  <a:cubicBezTo>
                    <a:pt x="162" y="42"/>
                    <a:pt x="162" y="42"/>
                    <a:pt x="162" y="42"/>
                  </a:cubicBezTo>
                  <a:cubicBezTo>
                    <a:pt x="164" y="44"/>
                    <a:pt x="164" y="46"/>
                    <a:pt x="165" y="46"/>
                  </a:cubicBezTo>
                  <a:cubicBezTo>
                    <a:pt x="165" y="48"/>
                    <a:pt x="165" y="51"/>
                    <a:pt x="167" y="58"/>
                  </a:cubicBezTo>
                  <a:cubicBezTo>
                    <a:pt x="167" y="65"/>
                    <a:pt x="167" y="75"/>
                    <a:pt x="167" y="90"/>
                  </a:cubicBezTo>
                  <a:lnTo>
                    <a:pt x="167" y="90"/>
                  </a:lnTo>
                  <a:cubicBezTo>
                    <a:pt x="167" y="91"/>
                    <a:pt x="167" y="91"/>
                    <a:pt x="167" y="91"/>
                  </a:cubicBezTo>
                  <a:cubicBezTo>
                    <a:pt x="169" y="112"/>
                    <a:pt x="172" y="134"/>
                    <a:pt x="175" y="150"/>
                  </a:cubicBezTo>
                  <a:lnTo>
                    <a:pt x="175" y="150"/>
                  </a:lnTo>
                  <a:cubicBezTo>
                    <a:pt x="176" y="153"/>
                    <a:pt x="176" y="153"/>
                    <a:pt x="176" y="153"/>
                  </a:cubicBezTo>
                  <a:cubicBezTo>
                    <a:pt x="176" y="157"/>
                    <a:pt x="175" y="160"/>
                    <a:pt x="173" y="162"/>
                  </a:cubicBezTo>
                  <a:cubicBezTo>
                    <a:pt x="172" y="164"/>
                    <a:pt x="171" y="165"/>
                    <a:pt x="168" y="165"/>
                  </a:cubicBezTo>
                  <a:cubicBezTo>
                    <a:pt x="145" y="172"/>
                    <a:pt x="145" y="172"/>
                    <a:pt x="145" y="172"/>
                  </a:cubicBezTo>
                  <a:lnTo>
                    <a:pt x="145" y="172"/>
                  </a:lnTo>
                  <a:cubicBezTo>
                    <a:pt x="132" y="175"/>
                    <a:pt x="121" y="183"/>
                    <a:pt x="116" y="194"/>
                  </a:cubicBezTo>
                  <a:cubicBezTo>
                    <a:pt x="112" y="201"/>
                    <a:pt x="110" y="208"/>
                    <a:pt x="110" y="215"/>
                  </a:cubicBezTo>
                  <a:cubicBezTo>
                    <a:pt x="110" y="226"/>
                    <a:pt x="113" y="235"/>
                    <a:pt x="116" y="2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5735AFEF-753C-5FE1-5B5A-38B1C29F783A}"/>
                </a:ext>
              </a:extLst>
            </p:cNvPr>
            <p:cNvSpPr>
              <a:spLocks noChangeArrowheads="1"/>
            </p:cNvSpPr>
            <p:nvPr/>
          </p:nvSpPr>
          <p:spPr bwMode="auto">
            <a:xfrm>
              <a:off x="1125538" y="6078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4">
              <a:extLst>
                <a:ext uri="{FF2B5EF4-FFF2-40B4-BE49-F238E27FC236}">
                  <a16:creationId xmlns:a16="http://schemas.microsoft.com/office/drawing/2014/main" id="{313F534E-C8EF-634A-2FE1-BE8B0A76D9BD}"/>
                </a:ext>
              </a:extLst>
            </p:cNvPr>
            <p:cNvSpPr>
              <a:spLocks noChangeArrowheads="1"/>
            </p:cNvSpPr>
            <p:nvPr/>
          </p:nvSpPr>
          <p:spPr bwMode="auto">
            <a:xfrm>
              <a:off x="1141413" y="61372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7">
              <a:extLst>
                <a:ext uri="{FF2B5EF4-FFF2-40B4-BE49-F238E27FC236}">
                  <a16:creationId xmlns:a16="http://schemas.microsoft.com/office/drawing/2014/main" id="{5DA0669B-15FD-27F7-ADA7-622BD0E43846}"/>
                </a:ext>
              </a:extLst>
            </p:cNvPr>
            <p:cNvSpPr>
              <a:spLocks noChangeArrowheads="1"/>
            </p:cNvSpPr>
            <p:nvPr/>
          </p:nvSpPr>
          <p:spPr bwMode="auto">
            <a:xfrm>
              <a:off x="1185863" y="6053138"/>
              <a:ext cx="69850" cy="103187"/>
            </a:xfrm>
            <a:custGeom>
              <a:avLst/>
              <a:gdLst>
                <a:gd name="T0" fmla="*/ 166 w 192"/>
                <a:gd name="T1" fmla="*/ 281 h 285"/>
                <a:gd name="T2" fmla="*/ 166 w 192"/>
                <a:gd name="T3" fmla="*/ 281 h 285"/>
                <a:gd name="T4" fmla="*/ 184 w 192"/>
                <a:gd name="T5" fmla="*/ 272 h 285"/>
                <a:gd name="T6" fmla="*/ 191 w 192"/>
                <a:gd name="T7" fmla="*/ 218 h 285"/>
                <a:gd name="T8" fmla="*/ 19 w 192"/>
                <a:gd name="T9" fmla="*/ 3 h 285"/>
                <a:gd name="T10" fmla="*/ 3 w 192"/>
                <a:gd name="T11" fmla="*/ 14 h 285"/>
                <a:gd name="T12" fmla="*/ 13 w 192"/>
                <a:gd name="T13" fmla="*/ 30 h 285"/>
                <a:gd name="T14" fmla="*/ 13 w 192"/>
                <a:gd name="T15" fmla="*/ 30 h 285"/>
                <a:gd name="T16" fmla="*/ 161 w 192"/>
                <a:gd name="T17" fmla="*/ 218 h 285"/>
                <a:gd name="T18" fmla="*/ 157 w 192"/>
                <a:gd name="T19" fmla="*/ 265 h 285"/>
                <a:gd name="T20" fmla="*/ 166 w 192"/>
                <a:gd name="T21" fmla="*/ 281 h 2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92" h="285">
                  <a:moveTo>
                    <a:pt x="166" y="281"/>
                  </a:moveTo>
                  <a:lnTo>
                    <a:pt x="166" y="281"/>
                  </a:lnTo>
                  <a:cubicBezTo>
                    <a:pt x="175" y="284"/>
                    <a:pt x="183" y="278"/>
                    <a:pt x="184" y="272"/>
                  </a:cubicBezTo>
                  <a:cubicBezTo>
                    <a:pt x="188" y="254"/>
                    <a:pt x="191" y="236"/>
                    <a:pt x="191" y="218"/>
                  </a:cubicBezTo>
                  <a:cubicBezTo>
                    <a:pt x="191" y="118"/>
                    <a:pt x="122" y="27"/>
                    <a:pt x="19" y="3"/>
                  </a:cubicBezTo>
                  <a:cubicBezTo>
                    <a:pt x="13" y="0"/>
                    <a:pt x="4" y="5"/>
                    <a:pt x="3" y="14"/>
                  </a:cubicBezTo>
                  <a:cubicBezTo>
                    <a:pt x="0" y="20"/>
                    <a:pt x="6" y="29"/>
                    <a:pt x="13" y="30"/>
                  </a:cubicBezTo>
                  <a:lnTo>
                    <a:pt x="13" y="30"/>
                  </a:lnTo>
                  <a:cubicBezTo>
                    <a:pt x="102" y="52"/>
                    <a:pt x="161" y="132"/>
                    <a:pt x="161" y="218"/>
                  </a:cubicBezTo>
                  <a:cubicBezTo>
                    <a:pt x="161" y="233"/>
                    <a:pt x="159" y="248"/>
                    <a:pt x="157" y="265"/>
                  </a:cubicBezTo>
                  <a:cubicBezTo>
                    <a:pt x="154" y="272"/>
                    <a:pt x="159" y="280"/>
                    <a:pt x="166" y="2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8">
              <a:extLst>
                <a:ext uri="{FF2B5EF4-FFF2-40B4-BE49-F238E27FC236}">
                  <a16:creationId xmlns:a16="http://schemas.microsoft.com/office/drawing/2014/main" id="{C16835FC-5A67-607D-A5B4-AA07181529A3}"/>
                </a:ext>
              </a:extLst>
            </p:cNvPr>
            <p:cNvSpPr>
              <a:spLocks noChangeArrowheads="1"/>
            </p:cNvSpPr>
            <p:nvPr/>
          </p:nvSpPr>
          <p:spPr bwMode="auto">
            <a:xfrm>
              <a:off x="1193800" y="6021388"/>
              <a:ext cx="93663" cy="141287"/>
            </a:xfrm>
            <a:custGeom>
              <a:avLst/>
              <a:gdLst>
                <a:gd name="T0" fmla="*/ 232 w 259"/>
                <a:gd name="T1" fmla="*/ 388 h 391"/>
                <a:gd name="T2" fmla="*/ 232 w 259"/>
                <a:gd name="T3" fmla="*/ 388 h 391"/>
                <a:gd name="T4" fmla="*/ 250 w 259"/>
                <a:gd name="T5" fmla="*/ 377 h 391"/>
                <a:gd name="T6" fmla="*/ 258 w 259"/>
                <a:gd name="T7" fmla="*/ 303 h 391"/>
                <a:gd name="T8" fmla="*/ 20 w 259"/>
                <a:gd name="T9" fmla="*/ 1 h 391"/>
                <a:gd name="T10" fmla="*/ 3 w 259"/>
                <a:gd name="T11" fmla="*/ 12 h 391"/>
                <a:gd name="T12" fmla="*/ 14 w 259"/>
                <a:gd name="T13" fmla="*/ 30 h 391"/>
                <a:gd name="T14" fmla="*/ 14 w 259"/>
                <a:gd name="T15" fmla="*/ 30 h 391"/>
                <a:gd name="T16" fmla="*/ 229 w 259"/>
                <a:gd name="T17" fmla="*/ 303 h 391"/>
                <a:gd name="T18" fmla="*/ 221 w 259"/>
                <a:gd name="T19" fmla="*/ 370 h 391"/>
                <a:gd name="T20" fmla="*/ 232 w 259"/>
                <a:gd name="T21" fmla="*/ 388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9" h="391">
                  <a:moveTo>
                    <a:pt x="232" y="388"/>
                  </a:moveTo>
                  <a:lnTo>
                    <a:pt x="232" y="388"/>
                  </a:lnTo>
                  <a:cubicBezTo>
                    <a:pt x="240" y="390"/>
                    <a:pt x="247" y="384"/>
                    <a:pt x="250" y="377"/>
                  </a:cubicBezTo>
                  <a:cubicBezTo>
                    <a:pt x="255" y="352"/>
                    <a:pt x="258" y="328"/>
                    <a:pt x="258" y="303"/>
                  </a:cubicBezTo>
                  <a:cubicBezTo>
                    <a:pt x="258" y="163"/>
                    <a:pt x="162" y="35"/>
                    <a:pt x="20" y="1"/>
                  </a:cubicBezTo>
                  <a:cubicBezTo>
                    <a:pt x="12" y="0"/>
                    <a:pt x="4" y="4"/>
                    <a:pt x="3" y="12"/>
                  </a:cubicBezTo>
                  <a:cubicBezTo>
                    <a:pt x="0" y="20"/>
                    <a:pt x="5" y="29"/>
                    <a:pt x="14" y="30"/>
                  </a:cubicBezTo>
                  <a:lnTo>
                    <a:pt x="14" y="30"/>
                  </a:lnTo>
                  <a:cubicBezTo>
                    <a:pt x="143" y="61"/>
                    <a:pt x="229" y="177"/>
                    <a:pt x="229" y="303"/>
                  </a:cubicBezTo>
                  <a:cubicBezTo>
                    <a:pt x="229" y="325"/>
                    <a:pt x="226" y="347"/>
                    <a:pt x="221" y="370"/>
                  </a:cubicBezTo>
                  <a:cubicBezTo>
                    <a:pt x="219" y="377"/>
                    <a:pt x="224" y="385"/>
                    <a:pt x="232" y="3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56" name="Freeform 209">
            <a:extLst>
              <a:ext uri="{FF2B5EF4-FFF2-40B4-BE49-F238E27FC236}">
                <a16:creationId xmlns:a16="http://schemas.microsoft.com/office/drawing/2014/main" id="{139EF796-35F6-96A4-9481-96E5E80B84C1}"/>
              </a:ext>
            </a:extLst>
          </p:cNvPr>
          <p:cNvSpPr>
            <a:spLocks noChangeArrowheads="1"/>
          </p:cNvSpPr>
          <p:nvPr/>
        </p:nvSpPr>
        <p:spPr bwMode="auto">
          <a:xfrm>
            <a:off x="3737099" y="5666210"/>
            <a:ext cx="258762" cy="295275"/>
          </a:xfrm>
          <a:custGeom>
            <a:avLst/>
            <a:gdLst>
              <a:gd name="T0" fmla="*/ 715 w 717"/>
              <a:gd name="T1" fmla="*/ 14 h 820"/>
              <a:gd name="T2" fmla="*/ 715 w 717"/>
              <a:gd name="T3" fmla="*/ 14 h 820"/>
              <a:gd name="T4" fmla="*/ 715 w 717"/>
              <a:gd name="T5" fmla="*/ 11 h 820"/>
              <a:gd name="T6" fmla="*/ 715 w 717"/>
              <a:gd name="T7" fmla="*/ 10 h 820"/>
              <a:gd name="T8" fmla="*/ 714 w 717"/>
              <a:gd name="T9" fmla="*/ 8 h 820"/>
              <a:gd name="T10" fmla="*/ 712 w 717"/>
              <a:gd name="T11" fmla="*/ 5 h 820"/>
              <a:gd name="T12" fmla="*/ 711 w 717"/>
              <a:gd name="T13" fmla="*/ 4 h 820"/>
              <a:gd name="T14" fmla="*/ 708 w 717"/>
              <a:gd name="T15" fmla="*/ 3 h 820"/>
              <a:gd name="T16" fmla="*/ 705 w 717"/>
              <a:gd name="T17" fmla="*/ 1 h 820"/>
              <a:gd name="T18" fmla="*/ 704 w 717"/>
              <a:gd name="T19" fmla="*/ 0 h 820"/>
              <a:gd name="T20" fmla="*/ 703 w 717"/>
              <a:gd name="T21" fmla="*/ 0 h 820"/>
              <a:gd name="T22" fmla="*/ 700 w 717"/>
              <a:gd name="T23" fmla="*/ 0 h 820"/>
              <a:gd name="T24" fmla="*/ 697 w 717"/>
              <a:gd name="T25" fmla="*/ 1 h 820"/>
              <a:gd name="T26" fmla="*/ 696 w 717"/>
              <a:gd name="T27" fmla="*/ 1 h 820"/>
              <a:gd name="T28" fmla="*/ 696 w 717"/>
              <a:gd name="T29" fmla="*/ 1 h 820"/>
              <a:gd name="T30" fmla="*/ 427 w 717"/>
              <a:gd name="T31" fmla="*/ 166 h 820"/>
              <a:gd name="T32" fmla="*/ 2 w 717"/>
              <a:gd name="T33" fmla="*/ 799 h 820"/>
              <a:gd name="T34" fmla="*/ 11 w 717"/>
              <a:gd name="T35" fmla="*/ 817 h 820"/>
              <a:gd name="T36" fmla="*/ 30 w 717"/>
              <a:gd name="T37" fmla="*/ 807 h 820"/>
              <a:gd name="T38" fmla="*/ 138 w 717"/>
              <a:gd name="T39" fmla="*/ 560 h 820"/>
              <a:gd name="T40" fmla="*/ 546 w 717"/>
              <a:gd name="T41" fmla="*/ 372 h 820"/>
              <a:gd name="T42" fmla="*/ 715 w 717"/>
              <a:gd name="T43" fmla="*/ 18 h 820"/>
              <a:gd name="T44" fmla="*/ 715 w 717"/>
              <a:gd name="T45" fmla="*/ 16 h 820"/>
              <a:gd name="T46" fmla="*/ 715 w 717"/>
              <a:gd name="T47" fmla="*/ 14 h 820"/>
              <a:gd name="T48" fmla="*/ 525 w 717"/>
              <a:gd name="T49" fmla="*/ 351 h 820"/>
              <a:gd name="T50" fmla="*/ 525 w 717"/>
              <a:gd name="T51" fmla="*/ 351 h 820"/>
              <a:gd name="T52" fmla="*/ 501 w 717"/>
              <a:gd name="T53" fmla="*/ 373 h 820"/>
              <a:gd name="T54" fmla="*/ 486 w 717"/>
              <a:gd name="T55" fmla="*/ 358 h 820"/>
              <a:gd name="T56" fmla="*/ 412 w 717"/>
              <a:gd name="T57" fmla="*/ 334 h 820"/>
              <a:gd name="T58" fmla="*/ 354 w 717"/>
              <a:gd name="T59" fmla="*/ 343 h 820"/>
              <a:gd name="T60" fmla="*/ 344 w 717"/>
              <a:gd name="T61" fmla="*/ 362 h 820"/>
              <a:gd name="T62" fmla="*/ 363 w 717"/>
              <a:gd name="T63" fmla="*/ 371 h 820"/>
              <a:gd name="T64" fmla="*/ 412 w 717"/>
              <a:gd name="T65" fmla="*/ 362 h 820"/>
              <a:gd name="T66" fmla="*/ 468 w 717"/>
              <a:gd name="T67" fmla="*/ 382 h 820"/>
              <a:gd name="T68" fmla="*/ 479 w 717"/>
              <a:gd name="T69" fmla="*/ 393 h 820"/>
              <a:gd name="T70" fmla="*/ 156 w 717"/>
              <a:gd name="T71" fmla="*/ 527 h 820"/>
              <a:gd name="T72" fmla="*/ 444 w 717"/>
              <a:gd name="T73" fmla="*/ 189 h 820"/>
              <a:gd name="T74" fmla="*/ 630 w 717"/>
              <a:gd name="T75" fmla="*/ 64 h 820"/>
              <a:gd name="T76" fmla="*/ 682 w 717"/>
              <a:gd name="T77" fmla="*/ 38 h 820"/>
              <a:gd name="T78" fmla="*/ 630 w 717"/>
              <a:gd name="T79" fmla="*/ 199 h 820"/>
              <a:gd name="T80" fmla="*/ 613 w 717"/>
              <a:gd name="T81" fmla="*/ 191 h 820"/>
              <a:gd name="T82" fmla="*/ 530 w 717"/>
              <a:gd name="T83" fmla="*/ 172 h 820"/>
              <a:gd name="T84" fmla="*/ 514 w 717"/>
              <a:gd name="T85" fmla="*/ 187 h 820"/>
              <a:gd name="T86" fmla="*/ 530 w 717"/>
              <a:gd name="T87" fmla="*/ 200 h 820"/>
              <a:gd name="T88" fmla="*/ 601 w 717"/>
              <a:gd name="T89" fmla="*/ 217 h 820"/>
              <a:gd name="T90" fmla="*/ 616 w 717"/>
              <a:gd name="T91" fmla="*/ 226 h 820"/>
              <a:gd name="T92" fmla="*/ 525 w 717"/>
              <a:gd name="T93" fmla="*/ 351 h 8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7" h="820">
                <a:moveTo>
                  <a:pt x="715" y="14"/>
                </a:moveTo>
                <a:lnTo>
                  <a:pt x="715" y="14"/>
                </a:lnTo>
                <a:cubicBezTo>
                  <a:pt x="715" y="12"/>
                  <a:pt x="715" y="11"/>
                  <a:pt x="715" y="11"/>
                </a:cubicBezTo>
                <a:lnTo>
                  <a:pt x="715" y="10"/>
                </a:lnTo>
                <a:cubicBezTo>
                  <a:pt x="715" y="10"/>
                  <a:pt x="715" y="8"/>
                  <a:pt x="714" y="8"/>
                </a:cubicBezTo>
                <a:cubicBezTo>
                  <a:pt x="714" y="7"/>
                  <a:pt x="714" y="7"/>
                  <a:pt x="712" y="5"/>
                </a:cubicBezTo>
                <a:lnTo>
                  <a:pt x="711" y="4"/>
                </a:lnTo>
                <a:cubicBezTo>
                  <a:pt x="709" y="3"/>
                  <a:pt x="709" y="3"/>
                  <a:pt x="708" y="3"/>
                </a:cubicBezTo>
                <a:cubicBezTo>
                  <a:pt x="707" y="1"/>
                  <a:pt x="707" y="1"/>
                  <a:pt x="705" y="1"/>
                </a:cubicBezTo>
                <a:lnTo>
                  <a:pt x="704" y="0"/>
                </a:lnTo>
                <a:lnTo>
                  <a:pt x="703" y="0"/>
                </a:lnTo>
                <a:cubicBezTo>
                  <a:pt x="701" y="0"/>
                  <a:pt x="701" y="0"/>
                  <a:pt x="700" y="0"/>
                </a:cubicBezTo>
                <a:cubicBezTo>
                  <a:pt x="698" y="0"/>
                  <a:pt x="698" y="0"/>
                  <a:pt x="697" y="1"/>
                </a:cubicBezTo>
                <a:cubicBezTo>
                  <a:pt x="697" y="1"/>
                  <a:pt x="697" y="1"/>
                  <a:pt x="696" y="1"/>
                </a:cubicBezTo>
                <a:lnTo>
                  <a:pt x="696" y="1"/>
                </a:lnTo>
                <a:cubicBezTo>
                  <a:pt x="696" y="1"/>
                  <a:pt x="574" y="45"/>
                  <a:pt x="427" y="166"/>
                </a:cubicBezTo>
                <a:cubicBezTo>
                  <a:pt x="278" y="287"/>
                  <a:pt x="105" y="487"/>
                  <a:pt x="2" y="799"/>
                </a:cubicBezTo>
                <a:cubicBezTo>
                  <a:pt x="0" y="806"/>
                  <a:pt x="4" y="814"/>
                  <a:pt x="11" y="817"/>
                </a:cubicBezTo>
                <a:cubicBezTo>
                  <a:pt x="19" y="819"/>
                  <a:pt x="27" y="815"/>
                  <a:pt x="30" y="807"/>
                </a:cubicBezTo>
                <a:cubicBezTo>
                  <a:pt x="60" y="715"/>
                  <a:pt x="97" y="633"/>
                  <a:pt x="138" y="560"/>
                </a:cubicBezTo>
                <a:cubicBezTo>
                  <a:pt x="320" y="534"/>
                  <a:pt x="454" y="467"/>
                  <a:pt x="546" y="372"/>
                </a:cubicBezTo>
                <a:cubicBezTo>
                  <a:pt x="639" y="276"/>
                  <a:pt x="692" y="152"/>
                  <a:pt x="715" y="18"/>
                </a:cubicBezTo>
                <a:cubicBezTo>
                  <a:pt x="715" y="16"/>
                  <a:pt x="715" y="16"/>
                  <a:pt x="715" y="16"/>
                </a:cubicBezTo>
                <a:cubicBezTo>
                  <a:pt x="716" y="15"/>
                  <a:pt x="715" y="15"/>
                  <a:pt x="715" y="14"/>
                </a:cubicBezTo>
                <a:close/>
                <a:moveTo>
                  <a:pt x="525" y="351"/>
                </a:moveTo>
                <a:lnTo>
                  <a:pt x="525" y="351"/>
                </a:lnTo>
                <a:cubicBezTo>
                  <a:pt x="517" y="358"/>
                  <a:pt x="509" y="366"/>
                  <a:pt x="501" y="373"/>
                </a:cubicBezTo>
                <a:cubicBezTo>
                  <a:pt x="498" y="369"/>
                  <a:pt x="493" y="364"/>
                  <a:pt x="486" y="358"/>
                </a:cubicBezTo>
                <a:cubicBezTo>
                  <a:pt x="471" y="346"/>
                  <a:pt x="446" y="334"/>
                  <a:pt x="412" y="334"/>
                </a:cubicBezTo>
                <a:cubicBezTo>
                  <a:pt x="395" y="334"/>
                  <a:pt x="376" y="336"/>
                  <a:pt x="354" y="343"/>
                </a:cubicBezTo>
                <a:cubicBezTo>
                  <a:pt x="346" y="346"/>
                  <a:pt x="342" y="354"/>
                  <a:pt x="344" y="362"/>
                </a:cubicBezTo>
                <a:cubicBezTo>
                  <a:pt x="347" y="369"/>
                  <a:pt x="355" y="373"/>
                  <a:pt x="363" y="371"/>
                </a:cubicBezTo>
                <a:cubicBezTo>
                  <a:pt x="383" y="365"/>
                  <a:pt x="399" y="362"/>
                  <a:pt x="412" y="362"/>
                </a:cubicBezTo>
                <a:cubicBezTo>
                  <a:pt x="439" y="362"/>
                  <a:pt x="457" y="372"/>
                  <a:pt x="468" y="382"/>
                </a:cubicBezTo>
                <a:cubicBezTo>
                  <a:pt x="473" y="386"/>
                  <a:pt x="476" y="390"/>
                  <a:pt x="479" y="393"/>
                </a:cubicBezTo>
                <a:cubicBezTo>
                  <a:pt x="399" y="457"/>
                  <a:pt x="293" y="505"/>
                  <a:pt x="156" y="527"/>
                </a:cubicBezTo>
                <a:cubicBezTo>
                  <a:pt x="247" y="376"/>
                  <a:pt x="351" y="266"/>
                  <a:pt x="444" y="189"/>
                </a:cubicBezTo>
                <a:cubicBezTo>
                  <a:pt x="517" y="129"/>
                  <a:pt x="582" y="89"/>
                  <a:pt x="630" y="64"/>
                </a:cubicBezTo>
                <a:cubicBezTo>
                  <a:pt x="652" y="52"/>
                  <a:pt x="668" y="44"/>
                  <a:pt x="682" y="38"/>
                </a:cubicBezTo>
                <a:cubicBezTo>
                  <a:pt x="670" y="96"/>
                  <a:pt x="653" y="150"/>
                  <a:pt x="630" y="199"/>
                </a:cubicBezTo>
                <a:cubicBezTo>
                  <a:pt x="626" y="196"/>
                  <a:pt x="620" y="193"/>
                  <a:pt x="613" y="191"/>
                </a:cubicBezTo>
                <a:cubicBezTo>
                  <a:pt x="594" y="181"/>
                  <a:pt x="567" y="172"/>
                  <a:pt x="530" y="172"/>
                </a:cubicBezTo>
                <a:cubicBezTo>
                  <a:pt x="521" y="172"/>
                  <a:pt x="514" y="178"/>
                  <a:pt x="514" y="187"/>
                </a:cubicBezTo>
                <a:cubicBezTo>
                  <a:pt x="514" y="193"/>
                  <a:pt x="521" y="200"/>
                  <a:pt x="530" y="200"/>
                </a:cubicBezTo>
                <a:cubicBezTo>
                  <a:pt x="561" y="200"/>
                  <a:pt x="585" y="209"/>
                  <a:pt x="601" y="217"/>
                </a:cubicBezTo>
                <a:cubicBezTo>
                  <a:pt x="608" y="220"/>
                  <a:pt x="612" y="224"/>
                  <a:pt x="616" y="226"/>
                </a:cubicBezTo>
                <a:cubicBezTo>
                  <a:pt x="591" y="272"/>
                  <a:pt x="563" y="313"/>
                  <a:pt x="525" y="351"/>
                </a:cubicBezTo>
                <a:close/>
              </a:path>
            </a:pathLst>
          </a:custGeom>
          <a:solidFill>
            <a:schemeClr val="accent4"/>
          </a:solidFill>
          <a:ln>
            <a:noFill/>
          </a:ln>
          <a:effectLst/>
        </p:spPr>
        <p:txBody>
          <a:bodyPr wrap="none" anchor="ctr"/>
          <a:lstStyle/>
          <a:p>
            <a:endParaRPr lang="da-DK"/>
          </a:p>
        </p:txBody>
      </p:sp>
      <p:sp>
        <p:nvSpPr>
          <p:cNvPr id="257" name="Freeform 210">
            <a:extLst>
              <a:ext uri="{FF2B5EF4-FFF2-40B4-BE49-F238E27FC236}">
                <a16:creationId xmlns:a16="http://schemas.microsoft.com/office/drawing/2014/main" id="{CD2EA138-A47A-B74B-B979-7089F174604D}"/>
              </a:ext>
            </a:extLst>
          </p:cNvPr>
          <p:cNvSpPr>
            <a:spLocks noChangeArrowheads="1"/>
          </p:cNvSpPr>
          <p:nvPr/>
        </p:nvSpPr>
        <p:spPr bwMode="auto">
          <a:xfrm>
            <a:off x="2719511" y="4166022"/>
            <a:ext cx="254000" cy="252412"/>
          </a:xfrm>
          <a:custGeom>
            <a:avLst/>
            <a:gdLst>
              <a:gd name="T0" fmla="*/ 631 w 704"/>
              <a:gd name="T1" fmla="*/ 266 h 703"/>
              <a:gd name="T2" fmla="*/ 615 w 704"/>
              <a:gd name="T3" fmla="*/ 263 h 703"/>
              <a:gd name="T4" fmla="*/ 88 w 704"/>
              <a:gd name="T5" fmla="*/ 263 h 703"/>
              <a:gd name="T6" fmla="*/ 55 w 704"/>
              <a:gd name="T7" fmla="*/ 270 h 703"/>
              <a:gd name="T8" fmla="*/ 0 w 704"/>
              <a:gd name="T9" fmla="*/ 336 h 703"/>
              <a:gd name="T10" fmla="*/ 7 w 704"/>
              <a:gd name="T11" fmla="*/ 443 h 703"/>
              <a:gd name="T12" fmla="*/ 75 w 704"/>
              <a:gd name="T13" fmla="*/ 488 h 703"/>
              <a:gd name="T14" fmla="*/ 111 w 704"/>
              <a:gd name="T15" fmla="*/ 494 h 703"/>
              <a:gd name="T16" fmla="*/ 118 w 704"/>
              <a:gd name="T17" fmla="*/ 277 h 703"/>
              <a:gd name="T18" fmla="*/ 118 w 704"/>
              <a:gd name="T19" fmla="*/ 263 h 703"/>
              <a:gd name="T20" fmla="*/ 351 w 704"/>
              <a:gd name="T21" fmla="*/ 29 h 703"/>
              <a:gd name="T22" fmla="*/ 586 w 704"/>
              <a:gd name="T23" fmla="*/ 263 h 703"/>
              <a:gd name="T24" fmla="*/ 586 w 704"/>
              <a:gd name="T25" fmla="*/ 483 h 703"/>
              <a:gd name="T26" fmla="*/ 605 w 704"/>
              <a:gd name="T27" fmla="*/ 497 h 703"/>
              <a:gd name="T28" fmla="*/ 600 w 704"/>
              <a:gd name="T29" fmla="*/ 553 h 703"/>
              <a:gd name="T30" fmla="*/ 436 w 704"/>
              <a:gd name="T31" fmla="*/ 642 h 703"/>
              <a:gd name="T32" fmla="*/ 307 w 704"/>
              <a:gd name="T33" fmla="*/ 615 h 703"/>
              <a:gd name="T34" fmla="*/ 307 w 704"/>
              <a:gd name="T35" fmla="*/ 702 h 703"/>
              <a:gd name="T36" fmla="*/ 438 w 704"/>
              <a:gd name="T37" fmla="*/ 672 h 703"/>
              <a:gd name="T38" fmla="*/ 626 w 704"/>
              <a:gd name="T39" fmla="*/ 565 h 703"/>
              <a:gd name="T40" fmla="*/ 645 w 704"/>
              <a:gd name="T41" fmla="*/ 482 h 703"/>
              <a:gd name="T42" fmla="*/ 685 w 704"/>
              <a:gd name="T43" fmla="*/ 458 h 703"/>
              <a:gd name="T44" fmla="*/ 703 w 704"/>
              <a:gd name="T45" fmla="*/ 424 h 703"/>
              <a:gd name="T46" fmla="*/ 685 w 704"/>
              <a:gd name="T47" fmla="*/ 292 h 703"/>
              <a:gd name="T48" fmla="*/ 62 w 704"/>
              <a:gd name="T49" fmla="*/ 450 h 703"/>
              <a:gd name="T50" fmla="*/ 37 w 704"/>
              <a:gd name="T51" fmla="*/ 435 h 703"/>
              <a:gd name="T52" fmla="*/ 30 w 704"/>
              <a:gd name="T53" fmla="*/ 424 h 703"/>
              <a:gd name="T54" fmla="*/ 40 w 704"/>
              <a:gd name="T55" fmla="*/ 313 h 703"/>
              <a:gd name="T56" fmla="*/ 88 w 704"/>
              <a:gd name="T57" fmla="*/ 293 h 703"/>
              <a:gd name="T58" fmla="*/ 62 w 704"/>
              <a:gd name="T59" fmla="*/ 450 h 703"/>
              <a:gd name="T60" fmla="*/ 395 w 704"/>
              <a:gd name="T61" fmla="*/ 672 h 703"/>
              <a:gd name="T62" fmla="*/ 294 w 704"/>
              <a:gd name="T63" fmla="*/ 659 h 703"/>
              <a:gd name="T64" fmla="*/ 395 w 704"/>
              <a:gd name="T65" fmla="*/ 643 h 703"/>
              <a:gd name="T66" fmla="*/ 395 w 704"/>
              <a:gd name="T67" fmla="*/ 672 h 703"/>
              <a:gd name="T68" fmla="*/ 674 w 704"/>
              <a:gd name="T69" fmla="*/ 424 h 703"/>
              <a:gd name="T70" fmla="*/ 656 w 704"/>
              <a:gd name="T71" fmla="*/ 442 h 703"/>
              <a:gd name="T72" fmla="*/ 615 w 704"/>
              <a:gd name="T73" fmla="*/ 462 h 703"/>
              <a:gd name="T74" fmla="*/ 642 w 704"/>
              <a:gd name="T75" fmla="*/ 299 h 703"/>
              <a:gd name="T76" fmla="*/ 674 w 704"/>
              <a:gd name="T77" fmla="*/ 336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4" h="703">
                <a:moveTo>
                  <a:pt x="631" y="266"/>
                </a:moveTo>
                <a:lnTo>
                  <a:pt x="631" y="266"/>
                </a:lnTo>
                <a:cubicBezTo>
                  <a:pt x="626" y="265"/>
                  <a:pt x="620" y="265"/>
                  <a:pt x="615" y="263"/>
                </a:cubicBezTo>
                <a:lnTo>
                  <a:pt x="615" y="263"/>
                </a:lnTo>
                <a:cubicBezTo>
                  <a:pt x="615" y="118"/>
                  <a:pt x="497" y="0"/>
                  <a:pt x="351" y="0"/>
                </a:cubicBezTo>
                <a:cubicBezTo>
                  <a:pt x="206" y="0"/>
                  <a:pt x="88" y="118"/>
                  <a:pt x="88" y="263"/>
                </a:cubicBezTo>
                <a:lnTo>
                  <a:pt x="88" y="263"/>
                </a:lnTo>
                <a:cubicBezTo>
                  <a:pt x="79" y="265"/>
                  <a:pt x="67" y="266"/>
                  <a:pt x="55" y="270"/>
                </a:cubicBezTo>
                <a:cubicBezTo>
                  <a:pt x="42" y="274"/>
                  <a:pt x="29" y="281"/>
                  <a:pt x="19" y="292"/>
                </a:cubicBezTo>
                <a:cubicBezTo>
                  <a:pt x="8" y="302"/>
                  <a:pt x="0" y="318"/>
                  <a:pt x="0" y="336"/>
                </a:cubicBezTo>
                <a:cubicBezTo>
                  <a:pt x="0" y="424"/>
                  <a:pt x="0" y="424"/>
                  <a:pt x="0" y="424"/>
                </a:cubicBezTo>
                <a:cubicBezTo>
                  <a:pt x="0" y="431"/>
                  <a:pt x="2" y="438"/>
                  <a:pt x="7" y="443"/>
                </a:cubicBezTo>
                <a:cubicBezTo>
                  <a:pt x="12" y="453"/>
                  <a:pt x="22" y="460"/>
                  <a:pt x="31" y="466"/>
                </a:cubicBezTo>
                <a:cubicBezTo>
                  <a:pt x="45" y="476"/>
                  <a:pt x="62" y="483"/>
                  <a:pt x="75" y="488"/>
                </a:cubicBezTo>
                <a:cubicBezTo>
                  <a:pt x="89" y="494"/>
                  <a:pt x="99" y="497"/>
                  <a:pt x="99" y="497"/>
                </a:cubicBezTo>
                <a:cubicBezTo>
                  <a:pt x="103" y="498"/>
                  <a:pt x="108" y="497"/>
                  <a:pt x="111" y="494"/>
                </a:cubicBezTo>
                <a:cubicBezTo>
                  <a:pt x="115" y="491"/>
                  <a:pt x="118" y="487"/>
                  <a:pt x="118" y="483"/>
                </a:cubicBezTo>
                <a:cubicBezTo>
                  <a:pt x="118" y="277"/>
                  <a:pt x="118" y="277"/>
                  <a:pt x="118" y="277"/>
                </a:cubicBezTo>
                <a:lnTo>
                  <a:pt x="118" y="277"/>
                </a:lnTo>
                <a:cubicBezTo>
                  <a:pt x="118" y="263"/>
                  <a:pt x="118" y="263"/>
                  <a:pt x="118" y="263"/>
                </a:cubicBezTo>
                <a:cubicBezTo>
                  <a:pt x="118" y="197"/>
                  <a:pt x="144" y="140"/>
                  <a:pt x="186" y="97"/>
                </a:cubicBezTo>
                <a:cubicBezTo>
                  <a:pt x="229" y="55"/>
                  <a:pt x="287" y="29"/>
                  <a:pt x="351" y="29"/>
                </a:cubicBezTo>
                <a:cubicBezTo>
                  <a:pt x="417" y="29"/>
                  <a:pt x="475" y="55"/>
                  <a:pt x="517" y="97"/>
                </a:cubicBezTo>
                <a:cubicBezTo>
                  <a:pt x="560" y="140"/>
                  <a:pt x="586" y="197"/>
                  <a:pt x="586" y="263"/>
                </a:cubicBezTo>
                <a:cubicBezTo>
                  <a:pt x="586" y="277"/>
                  <a:pt x="586" y="277"/>
                  <a:pt x="586" y="277"/>
                </a:cubicBezTo>
                <a:cubicBezTo>
                  <a:pt x="586" y="483"/>
                  <a:pt x="586" y="483"/>
                  <a:pt x="586" y="483"/>
                </a:cubicBezTo>
                <a:cubicBezTo>
                  <a:pt x="586" y="487"/>
                  <a:pt x="589" y="491"/>
                  <a:pt x="591" y="494"/>
                </a:cubicBezTo>
                <a:cubicBezTo>
                  <a:pt x="595" y="497"/>
                  <a:pt x="601" y="498"/>
                  <a:pt x="605" y="497"/>
                </a:cubicBezTo>
                <a:cubicBezTo>
                  <a:pt x="605" y="497"/>
                  <a:pt x="609" y="495"/>
                  <a:pt x="615" y="492"/>
                </a:cubicBezTo>
                <a:cubicBezTo>
                  <a:pt x="613" y="516"/>
                  <a:pt x="608" y="535"/>
                  <a:pt x="600" y="553"/>
                </a:cubicBezTo>
                <a:cubicBezTo>
                  <a:pt x="585" y="582"/>
                  <a:pt x="560" y="604"/>
                  <a:pt x="528" y="620"/>
                </a:cubicBezTo>
                <a:cubicBezTo>
                  <a:pt x="501" y="634"/>
                  <a:pt x="469" y="641"/>
                  <a:pt x="436" y="642"/>
                </a:cubicBezTo>
                <a:cubicBezTo>
                  <a:pt x="431" y="626"/>
                  <a:pt x="414" y="615"/>
                  <a:pt x="395" y="615"/>
                </a:cubicBezTo>
                <a:cubicBezTo>
                  <a:pt x="307" y="615"/>
                  <a:pt x="307" y="615"/>
                  <a:pt x="307" y="615"/>
                </a:cubicBezTo>
                <a:cubicBezTo>
                  <a:pt x="284" y="615"/>
                  <a:pt x="263" y="634"/>
                  <a:pt x="263" y="659"/>
                </a:cubicBezTo>
                <a:cubicBezTo>
                  <a:pt x="263" y="682"/>
                  <a:pt x="284" y="702"/>
                  <a:pt x="307" y="702"/>
                </a:cubicBezTo>
                <a:cubicBezTo>
                  <a:pt x="395" y="702"/>
                  <a:pt x="395" y="702"/>
                  <a:pt x="395" y="702"/>
                </a:cubicBezTo>
                <a:cubicBezTo>
                  <a:pt x="414" y="702"/>
                  <a:pt x="431" y="689"/>
                  <a:pt x="438" y="672"/>
                </a:cubicBezTo>
                <a:cubicBezTo>
                  <a:pt x="487" y="670"/>
                  <a:pt x="536" y="654"/>
                  <a:pt x="575" y="626"/>
                </a:cubicBezTo>
                <a:cubicBezTo>
                  <a:pt x="595" y="609"/>
                  <a:pt x="613" y="590"/>
                  <a:pt x="626" y="565"/>
                </a:cubicBezTo>
                <a:cubicBezTo>
                  <a:pt x="638" y="542"/>
                  <a:pt x="645" y="513"/>
                  <a:pt x="645" y="483"/>
                </a:cubicBezTo>
                <a:cubicBezTo>
                  <a:pt x="645" y="482"/>
                  <a:pt x="645" y="482"/>
                  <a:pt x="645" y="482"/>
                </a:cubicBezTo>
                <a:cubicBezTo>
                  <a:pt x="646" y="480"/>
                  <a:pt x="649" y="479"/>
                  <a:pt x="650" y="479"/>
                </a:cubicBezTo>
                <a:cubicBezTo>
                  <a:pt x="663" y="473"/>
                  <a:pt x="674" y="466"/>
                  <a:pt x="685" y="458"/>
                </a:cubicBezTo>
                <a:cubicBezTo>
                  <a:pt x="689" y="454"/>
                  <a:pt x="693" y="449"/>
                  <a:pt x="697" y="443"/>
                </a:cubicBezTo>
                <a:cubicBezTo>
                  <a:pt x="701" y="438"/>
                  <a:pt x="703" y="431"/>
                  <a:pt x="703" y="424"/>
                </a:cubicBezTo>
                <a:cubicBezTo>
                  <a:pt x="703" y="336"/>
                  <a:pt x="703" y="336"/>
                  <a:pt x="703" y="336"/>
                </a:cubicBezTo>
                <a:cubicBezTo>
                  <a:pt x="703" y="318"/>
                  <a:pt x="696" y="302"/>
                  <a:pt x="685" y="292"/>
                </a:cubicBezTo>
                <a:cubicBezTo>
                  <a:pt x="670" y="276"/>
                  <a:pt x="648" y="270"/>
                  <a:pt x="631" y="266"/>
                </a:cubicBezTo>
                <a:close/>
                <a:moveTo>
                  <a:pt x="62" y="450"/>
                </a:moveTo>
                <a:lnTo>
                  <a:pt x="62" y="450"/>
                </a:lnTo>
                <a:cubicBezTo>
                  <a:pt x="52" y="446"/>
                  <a:pt x="42" y="439"/>
                  <a:pt x="37" y="435"/>
                </a:cubicBezTo>
                <a:cubicBezTo>
                  <a:pt x="34" y="432"/>
                  <a:pt x="31" y="429"/>
                  <a:pt x="31" y="428"/>
                </a:cubicBezTo>
                <a:cubicBezTo>
                  <a:pt x="30" y="425"/>
                  <a:pt x="30" y="424"/>
                  <a:pt x="30" y="424"/>
                </a:cubicBezTo>
                <a:cubicBezTo>
                  <a:pt x="30" y="336"/>
                  <a:pt x="30" y="336"/>
                  <a:pt x="30" y="336"/>
                </a:cubicBezTo>
                <a:cubicBezTo>
                  <a:pt x="30" y="325"/>
                  <a:pt x="33" y="318"/>
                  <a:pt x="40" y="313"/>
                </a:cubicBezTo>
                <a:cubicBezTo>
                  <a:pt x="48" y="303"/>
                  <a:pt x="64" y="298"/>
                  <a:pt x="78" y="295"/>
                </a:cubicBezTo>
                <a:cubicBezTo>
                  <a:pt x="82" y="293"/>
                  <a:pt x="85" y="293"/>
                  <a:pt x="88" y="293"/>
                </a:cubicBezTo>
                <a:cubicBezTo>
                  <a:pt x="88" y="462"/>
                  <a:pt x="88" y="462"/>
                  <a:pt x="88" y="462"/>
                </a:cubicBezTo>
                <a:cubicBezTo>
                  <a:pt x="81" y="458"/>
                  <a:pt x="71" y="454"/>
                  <a:pt x="62" y="450"/>
                </a:cubicBezTo>
                <a:close/>
                <a:moveTo>
                  <a:pt x="395" y="672"/>
                </a:moveTo>
                <a:lnTo>
                  <a:pt x="395" y="672"/>
                </a:lnTo>
                <a:cubicBezTo>
                  <a:pt x="307" y="672"/>
                  <a:pt x="307" y="672"/>
                  <a:pt x="307" y="672"/>
                </a:cubicBezTo>
                <a:cubicBezTo>
                  <a:pt x="300" y="672"/>
                  <a:pt x="294" y="665"/>
                  <a:pt x="294" y="659"/>
                </a:cubicBezTo>
                <a:cubicBezTo>
                  <a:pt x="294" y="650"/>
                  <a:pt x="300" y="643"/>
                  <a:pt x="307" y="643"/>
                </a:cubicBezTo>
                <a:cubicBezTo>
                  <a:pt x="395" y="643"/>
                  <a:pt x="395" y="643"/>
                  <a:pt x="395" y="643"/>
                </a:cubicBezTo>
                <a:cubicBezTo>
                  <a:pt x="403" y="643"/>
                  <a:pt x="410" y="650"/>
                  <a:pt x="410" y="659"/>
                </a:cubicBezTo>
                <a:cubicBezTo>
                  <a:pt x="410" y="665"/>
                  <a:pt x="403" y="672"/>
                  <a:pt x="395" y="672"/>
                </a:cubicBezTo>
                <a:close/>
                <a:moveTo>
                  <a:pt x="674" y="424"/>
                </a:moveTo>
                <a:lnTo>
                  <a:pt x="674" y="424"/>
                </a:lnTo>
                <a:cubicBezTo>
                  <a:pt x="674" y="424"/>
                  <a:pt x="674" y="425"/>
                  <a:pt x="672" y="428"/>
                </a:cubicBezTo>
                <a:cubicBezTo>
                  <a:pt x="670" y="431"/>
                  <a:pt x="664" y="436"/>
                  <a:pt x="656" y="442"/>
                </a:cubicBezTo>
                <a:cubicBezTo>
                  <a:pt x="645" y="450"/>
                  <a:pt x="630" y="457"/>
                  <a:pt x="617" y="461"/>
                </a:cubicBezTo>
                <a:cubicBezTo>
                  <a:pt x="616" y="461"/>
                  <a:pt x="616" y="461"/>
                  <a:pt x="615" y="462"/>
                </a:cubicBezTo>
                <a:cubicBezTo>
                  <a:pt x="615" y="293"/>
                  <a:pt x="615" y="293"/>
                  <a:pt x="615" y="293"/>
                </a:cubicBezTo>
                <a:cubicBezTo>
                  <a:pt x="623" y="293"/>
                  <a:pt x="633" y="296"/>
                  <a:pt x="642" y="299"/>
                </a:cubicBezTo>
                <a:cubicBezTo>
                  <a:pt x="650" y="302"/>
                  <a:pt x="660" y="307"/>
                  <a:pt x="666" y="313"/>
                </a:cubicBezTo>
                <a:cubicBezTo>
                  <a:pt x="671" y="318"/>
                  <a:pt x="674" y="325"/>
                  <a:pt x="674" y="336"/>
                </a:cubicBezTo>
                <a:lnTo>
                  <a:pt x="674" y="424"/>
                </a:lnTo>
                <a:close/>
              </a:path>
            </a:pathLst>
          </a:custGeom>
          <a:solidFill>
            <a:schemeClr val="accent4"/>
          </a:solidFill>
          <a:ln>
            <a:noFill/>
          </a:ln>
          <a:effectLst/>
        </p:spPr>
        <p:txBody>
          <a:bodyPr wrap="none" anchor="ctr"/>
          <a:lstStyle/>
          <a:p>
            <a:endParaRPr lang="da-DK"/>
          </a:p>
        </p:txBody>
      </p:sp>
      <p:grpSp>
        <p:nvGrpSpPr>
          <p:cNvPr id="258" name="Group 261">
            <a:extLst>
              <a:ext uri="{FF2B5EF4-FFF2-40B4-BE49-F238E27FC236}">
                <a16:creationId xmlns:a16="http://schemas.microsoft.com/office/drawing/2014/main" id="{93E63CED-BB70-48E6-B469-CE4D1A41FD82}"/>
              </a:ext>
            </a:extLst>
          </p:cNvPr>
          <p:cNvGrpSpPr/>
          <p:nvPr/>
        </p:nvGrpSpPr>
        <p:grpSpPr>
          <a:xfrm>
            <a:off x="3217986" y="4689897"/>
            <a:ext cx="254000" cy="201613"/>
            <a:chOff x="2076450" y="5029200"/>
            <a:chExt cx="254000" cy="201613"/>
          </a:xfrm>
          <a:solidFill>
            <a:schemeClr val="accent4"/>
          </a:solidFill>
        </p:grpSpPr>
        <p:sp>
          <p:nvSpPr>
            <p:cNvPr id="259" name="Freeform 211">
              <a:extLst>
                <a:ext uri="{FF2B5EF4-FFF2-40B4-BE49-F238E27FC236}">
                  <a16:creationId xmlns:a16="http://schemas.microsoft.com/office/drawing/2014/main" id="{C37F9395-980E-202C-1816-08941CE1E452}"/>
                </a:ext>
              </a:extLst>
            </p:cNvPr>
            <p:cNvSpPr>
              <a:spLocks noChangeArrowheads="1"/>
            </p:cNvSpPr>
            <p:nvPr/>
          </p:nvSpPr>
          <p:spPr bwMode="auto">
            <a:xfrm>
              <a:off x="2076450" y="5029200"/>
              <a:ext cx="254000" cy="201613"/>
            </a:xfrm>
            <a:custGeom>
              <a:avLst/>
              <a:gdLst>
                <a:gd name="T0" fmla="*/ 191 w 704"/>
                <a:gd name="T1" fmla="*/ 0 h 559"/>
                <a:gd name="T2" fmla="*/ 191 w 704"/>
                <a:gd name="T3" fmla="*/ 0 h 559"/>
                <a:gd name="T4" fmla="*/ 0 w 704"/>
                <a:gd name="T5" fmla="*/ 191 h 559"/>
                <a:gd name="T6" fmla="*/ 0 w 704"/>
                <a:gd name="T7" fmla="*/ 426 h 559"/>
                <a:gd name="T8" fmla="*/ 0 w 704"/>
                <a:gd name="T9" fmla="*/ 543 h 559"/>
                <a:gd name="T10" fmla="*/ 9 w 704"/>
                <a:gd name="T11" fmla="*/ 555 h 559"/>
                <a:gd name="T12" fmla="*/ 24 w 704"/>
                <a:gd name="T13" fmla="*/ 555 h 559"/>
                <a:gd name="T14" fmla="*/ 195 w 704"/>
                <a:gd name="T15" fmla="*/ 440 h 559"/>
                <a:gd name="T16" fmla="*/ 514 w 704"/>
                <a:gd name="T17" fmla="*/ 440 h 559"/>
                <a:gd name="T18" fmla="*/ 703 w 704"/>
                <a:gd name="T19" fmla="*/ 250 h 559"/>
                <a:gd name="T20" fmla="*/ 703 w 704"/>
                <a:gd name="T21" fmla="*/ 191 h 559"/>
                <a:gd name="T22" fmla="*/ 514 w 704"/>
                <a:gd name="T23" fmla="*/ 0 h 559"/>
                <a:gd name="T24" fmla="*/ 191 w 704"/>
                <a:gd name="T25" fmla="*/ 0 h 559"/>
                <a:gd name="T26" fmla="*/ 674 w 704"/>
                <a:gd name="T27" fmla="*/ 191 h 559"/>
                <a:gd name="T28" fmla="*/ 674 w 704"/>
                <a:gd name="T29" fmla="*/ 191 h 559"/>
                <a:gd name="T30" fmla="*/ 674 w 704"/>
                <a:gd name="T31" fmla="*/ 250 h 559"/>
                <a:gd name="T32" fmla="*/ 628 w 704"/>
                <a:gd name="T33" fmla="*/ 364 h 559"/>
                <a:gd name="T34" fmla="*/ 514 w 704"/>
                <a:gd name="T35" fmla="*/ 411 h 559"/>
                <a:gd name="T36" fmla="*/ 191 w 704"/>
                <a:gd name="T37" fmla="*/ 411 h 559"/>
                <a:gd name="T38" fmla="*/ 183 w 704"/>
                <a:gd name="T39" fmla="*/ 414 h 559"/>
                <a:gd name="T40" fmla="*/ 31 w 704"/>
                <a:gd name="T41" fmla="*/ 515 h 559"/>
                <a:gd name="T42" fmla="*/ 31 w 704"/>
                <a:gd name="T43" fmla="*/ 426 h 559"/>
                <a:gd name="T44" fmla="*/ 31 w 704"/>
                <a:gd name="T45" fmla="*/ 191 h 559"/>
                <a:gd name="T46" fmla="*/ 77 w 704"/>
                <a:gd name="T47" fmla="*/ 77 h 559"/>
                <a:gd name="T48" fmla="*/ 191 w 704"/>
                <a:gd name="T49" fmla="*/ 31 h 559"/>
                <a:gd name="T50" fmla="*/ 514 w 704"/>
                <a:gd name="T51" fmla="*/ 31 h 559"/>
                <a:gd name="T52" fmla="*/ 628 w 704"/>
                <a:gd name="T53" fmla="*/ 77 h 559"/>
                <a:gd name="T54" fmla="*/ 674 w 704"/>
                <a:gd name="T55" fmla="*/ 191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559">
                  <a:moveTo>
                    <a:pt x="191" y="0"/>
                  </a:moveTo>
                  <a:lnTo>
                    <a:pt x="191" y="0"/>
                  </a:lnTo>
                  <a:cubicBezTo>
                    <a:pt x="86" y="0"/>
                    <a:pt x="0" y="87"/>
                    <a:pt x="0" y="191"/>
                  </a:cubicBezTo>
                  <a:cubicBezTo>
                    <a:pt x="0" y="426"/>
                    <a:pt x="0" y="426"/>
                    <a:pt x="0" y="426"/>
                  </a:cubicBezTo>
                  <a:cubicBezTo>
                    <a:pt x="0" y="543"/>
                    <a:pt x="0" y="543"/>
                    <a:pt x="0" y="543"/>
                  </a:cubicBezTo>
                  <a:cubicBezTo>
                    <a:pt x="0" y="548"/>
                    <a:pt x="5" y="554"/>
                    <a:pt x="9" y="555"/>
                  </a:cubicBezTo>
                  <a:cubicBezTo>
                    <a:pt x="14" y="558"/>
                    <a:pt x="20" y="558"/>
                    <a:pt x="24" y="555"/>
                  </a:cubicBezTo>
                  <a:cubicBezTo>
                    <a:pt x="195" y="440"/>
                    <a:pt x="195" y="440"/>
                    <a:pt x="195" y="440"/>
                  </a:cubicBezTo>
                  <a:cubicBezTo>
                    <a:pt x="514" y="440"/>
                    <a:pt x="514" y="440"/>
                    <a:pt x="514" y="440"/>
                  </a:cubicBezTo>
                  <a:cubicBezTo>
                    <a:pt x="618" y="440"/>
                    <a:pt x="703" y="355"/>
                    <a:pt x="703" y="250"/>
                  </a:cubicBezTo>
                  <a:cubicBezTo>
                    <a:pt x="703" y="191"/>
                    <a:pt x="703" y="191"/>
                    <a:pt x="703" y="191"/>
                  </a:cubicBezTo>
                  <a:cubicBezTo>
                    <a:pt x="703" y="87"/>
                    <a:pt x="618" y="0"/>
                    <a:pt x="514" y="0"/>
                  </a:cubicBezTo>
                  <a:lnTo>
                    <a:pt x="191" y="0"/>
                  </a:lnTo>
                  <a:close/>
                  <a:moveTo>
                    <a:pt x="674" y="191"/>
                  </a:moveTo>
                  <a:lnTo>
                    <a:pt x="674" y="191"/>
                  </a:lnTo>
                  <a:cubicBezTo>
                    <a:pt x="674" y="250"/>
                    <a:pt x="674" y="250"/>
                    <a:pt x="674" y="250"/>
                  </a:cubicBezTo>
                  <a:cubicBezTo>
                    <a:pt x="674" y="294"/>
                    <a:pt x="657" y="334"/>
                    <a:pt x="628" y="364"/>
                  </a:cubicBezTo>
                  <a:cubicBezTo>
                    <a:pt x="598" y="393"/>
                    <a:pt x="558" y="411"/>
                    <a:pt x="514" y="411"/>
                  </a:cubicBezTo>
                  <a:cubicBezTo>
                    <a:pt x="191" y="411"/>
                    <a:pt x="191" y="411"/>
                    <a:pt x="191" y="411"/>
                  </a:cubicBezTo>
                  <a:cubicBezTo>
                    <a:pt x="188" y="411"/>
                    <a:pt x="186" y="412"/>
                    <a:pt x="183" y="414"/>
                  </a:cubicBezTo>
                  <a:cubicBezTo>
                    <a:pt x="31" y="515"/>
                    <a:pt x="31" y="515"/>
                    <a:pt x="31" y="515"/>
                  </a:cubicBezTo>
                  <a:cubicBezTo>
                    <a:pt x="31" y="426"/>
                    <a:pt x="31" y="426"/>
                    <a:pt x="31" y="426"/>
                  </a:cubicBezTo>
                  <a:cubicBezTo>
                    <a:pt x="31" y="191"/>
                    <a:pt x="31" y="191"/>
                    <a:pt x="31" y="191"/>
                  </a:cubicBezTo>
                  <a:cubicBezTo>
                    <a:pt x="31" y="147"/>
                    <a:pt x="48" y="106"/>
                    <a:pt x="77" y="77"/>
                  </a:cubicBezTo>
                  <a:cubicBezTo>
                    <a:pt x="106" y="48"/>
                    <a:pt x="147" y="31"/>
                    <a:pt x="191" y="31"/>
                  </a:cubicBezTo>
                  <a:cubicBezTo>
                    <a:pt x="514" y="31"/>
                    <a:pt x="514" y="31"/>
                    <a:pt x="514" y="31"/>
                  </a:cubicBezTo>
                  <a:cubicBezTo>
                    <a:pt x="558" y="31"/>
                    <a:pt x="598" y="48"/>
                    <a:pt x="628" y="77"/>
                  </a:cubicBezTo>
                  <a:cubicBezTo>
                    <a:pt x="657" y="106"/>
                    <a:pt x="674" y="147"/>
                    <a:pt x="674"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2">
              <a:extLst>
                <a:ext uri="{FF2B5EF4-FFF2-40B4-BE49-F238E27FC236}">
                  <a16:creationId xmlns:a16="http://schemas.microsoft.com/office/drawing/2014/main" id="{FCB2FB53-C7DB-2AD9-B53E-159FBC6E7403}"/>
                </a:ext>
              </a:extLst>
            </p:cNvPr>
            <p:cNvSpPr>
              <a:spLocks noChangeArrowheads="1"/>
            </p:cNvSpPr>
            <p:nvPr/>
          </p:nvSpPr>
          <p:spPr bwMode="auto">
            <a:xfrm>
              <a:off x="2138363" y="5083175"/>
              <a:ext cx="138112" cy="11113"/>
            </a:xfrm>
            <a:custGeom>
              <a:avLst/>
              <a:gdLst>
                <a:gd name="T0" fmla="*/ 0 w 383"/>
                <a:gd name="T1" fmla="*/ 15 h 30"/>
                <a:gd name="T2" fmla="*/ 0 w 383"/>
                <a:gd name="T3" fmla="*/ 15 h 30"/>
                <a:gd name="T4" fmla="*/ 15 w 383"/>
                <a:gd name="T5" fmla="*/ 29 h 30"/>
                <a:gd name="T6" fmla="*/ 367 w 383"/>
                <a:gd name="T7" fmla="*/ 29 h 30"/>
                <a:gd name="T8" fmla="*/ 382 w 383"/>
                <a:gd name="T9" fmla="*/ 15 h 30"/>
                <a:gd name="T10" fmla="*/ 367 w 383"/>
                <a:gd name="T11" fmla="*/ 0 h 30"/>
                <a:gd name="T12" fmla="*/ 15 w 383"/>
                <a:gd name="T13" fmla="*/ 0 h 30"/>
                <a:gd name="T14" fmla="*/ 0 w 383"/>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0">
                  <a:moveTo>
                    <a:pt x="0" y="15"/>
                  </a:moveTo>
                  <a:lnTo>
                    <a:pt x="0" y="15"/>
                  </a:lnTo>
                  <a:cubicBezTo>
                    <a:pt x="0" y="24"/>
                    <a:pt x="7" y="29"/>
                    <a:pt x="15" y="29"/>
                  </a:cubicBezTo>
                  <a:cubicBezTo>
                    <a:pt x="367" y="29"/>
                    <a:pt x="367" y="29"/>
                    <a:pt x="367" y="29"/>
                  </a:cubicBezTo>
                  <a:cubicBezTo>
                    <a:pt x="375" y="29"/>
                    <a:pt x="382" y="24"/>
                    <a:pt x="382" y="15"/>
                  </a:cubicBezTo>
                  <a:cubicBezTo>
                    <a:pt x="382" y="7"/>
                    <a:pt x="375" y="0"/>
                    <a:pt x="367" y="0"/>
                  </a:cubicBezTo>
                  <a:cubicBezTo>
                    <a:pt x="15" y="0"/>
                    <a:pt x="15"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3">
              <a:extLst>
                <a:ext uri="{FF2B5EF4-FFF2-40B4-BE49-F238E27FC236}">
                  <a16:creationId xmlns:a16="http://schemas.microsoft.com/office/drawing/2014/main" id="{D67C1EA4-2CFD-F571-3CD0-9A82F6C1C8E1}"/>
                </a:ext>
              </a:extLst>
            </p:cNvPr>
            <p:cNvSpPr>
              <a:spLocks noChangeArrowheads="1"/>
            </p:cNvSpPr>
            <p:nvPr/>
          </p:nvSpPr>
          <p:spPr bwMode="auto">
            <a:xfrm>
              <a:off x="2138363" y="5124450"/>
              <a:ext cx="138112" cy="11113"/>
            </a:xfrm>
            <a:custGeom>
              <a:avLst/>
              <a:gdLst>
                <a:gd name="T0" fmla="*/ 367 w 383"/>
                <a:gd name="T1" fmla="*/ 0 h 31"/>
                <a:gd name="T2" fmla="*/ 367 w 383"/>
                <a:gd name="T3" fmla="*/ 0 h 31"/>
                <a:gd name="T4" fmla="*/ 15 w 383"/>
                <a:gd name="T5" fmla="*/ 0 h 31"/>
                <a:gd name="T6" fmla="*/ 0 w 383"/>
                <a:gd name="T7" fmla="*/ 15 h 31"/>
                <a:gd name="T8" fmla="*/ 15 w 383"/>
                <a:gd name="T9" fmla="*/ 30 h 31"/>
                <a:gd name="T10" fmla="*/ 367 w 383"/>
                <a:gd name="T11" fmla="*/ 30 h 31"/>
                <a:gd name="T12" fmla="*/ 382 w 383"/>
                <a:gd name="T13" fmla="*/ 15 h 31"/>
                <a:gd name="T14" fmla="*/ 367 w 383"/>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83" h="31">
                  <a:moveTo>
                    <a:pt x="367" y="0"/>
                  </a:moveTo>
                  <a:lnTo>
                    <a:pt x="367" y="0"/>
                  </a:lnTo>
                  <a:cubicBezTo>
                    <a:pt x="15" y="0"/>
                    <a:pt x="15" y="0"/>
                    <a:pt x="15" y="0"/>
                  </a:cubicBezTo>
                  <a:cubicBezTo>
                    <a:pt x="7" y="0"/>
                    <a:pt x="0" y="7"/>
                    <a:pt x="0" y="15"/>
                  </a:cubicBezTo>
                  <a:cubicBezTo>
                    <a:pt x="0" y="23"/>
                    <a:pt x="7" y="30"/>
                    <a:pt x="15" y="30"/>
                  </a:cubicBezTo>
                  <a:cubicBezTo>
                    <a:pt x="367" y="30"/>
                    <a:pt x="367" y="30"/>
                    <a:pt x="367" y="30"/>
                  </a:cubicBezTo>
                  <a:cubicBezTo>
                    <a:pt x="375" y="30"/>
                    <a:pt x="382" y="23"/>
                    <a:pt x="382" y="15"/>
                  </a:cubicBezTo>
                  <a:cubicBezTo>
                    <a:pt x="382" y="7"/>
                    <a:pt x="375" y="0"/>
                    <a:pt x="3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2" name="Freeform 214">
            <a:extLst>
              <a:ext uri="{FF2B5EF4-FFF2-40B4-BE49-F238E27FC236}">
                <a16:creationId xmlns:a16="http://schemas.microsoft.com/office/drawing/2014/main" id="{98662AED-47A0-3743-455F-4765876069BA}"/>
              </a:ext>
            </a:extLst>
          </p:cNvPr>
          <p:cNvSpPr>
            <a:spLocks noChangeArrowheads="1"/>
          </p:cNvSpPr>
          <p:nvPr/>
        </p:nvSpPr>
        <p:spPr bwMode="auto">
          <a:xfrm>
            <a:off x="3206874" y="6153572"/>
            <a:ext cx="242887" cy="254000"/>
          </a:xfrm>
          <a:custGeom>
            <a:avLst/>
            <a:gdLst>
              <a:gd name="T0" fmla="*/ 599 w 675"/>
              <a:gd name="T1" fmla="*/ 0 h 704"/>
              <a:gd name="T2" fmla="*/ 59 w 675"/>
              <a:gd name="T3" fmla="*/ 44 h 704"/>
              <a:gd name="T4" fmla="*/ 15 w 675"/>
              <a:gd name="T5" fmla="*/ 117 h 704"/>
              <a:gd name="T6" fmla="*/ 15 w 675"/>
              <a:gd name="T7" fmla="*/ 147 h 704"/>
              <a:gd name="T8" fmla="*/ 59 w 675"/>
              <a:gd name="T9" fmla="*/ 263 h 704"/>
              <a:gd name="T10" fmla="*/ 0 w 675"/>
              <a:gd name="T11" fmla="*/ 279 h 704"/>
              <a:gd name="T12" fmla="*/ 59 w 675"/>
              <a:gd name="T13" fmla="*/ 292 h 704"/>
              <a:gd name="T14" fmla="*/ 15 w 675"/>
              <a:gd name="T15" fmla="*/ 410 h 704"/>
              <a:gd name="T16" fmla="*/ 15 w 675"/>
              <a:gd name="T17" fmla="*/ 439 h 704"/>
              <a:gd name="T18" fmla="*/ 59 w 675"/>
              <a:gd name="T19" fmla="*/ 556 h 704"/>
              <a:gd name="T20" fmla="*/ 0 w 675"/>
              <a:gd name="T21" fmla="*/ 571 h 704"/>
              <a:gd name="T22" fmla="*/ 59 w 675"/>
              <a:gd name="T23" fmla="*/ 586 h 704"/>
              <a:gd name="T24" fmla="*/ 103 w 675"/>
              <a:gd name="T25" fmla="*/ 703 h 704"/>
              <a:gd name="T26" fmla="*/ 674 w 675"/>
              <a:gd name="T27" fmla="*/ 630 h 704"/>
              <a:gd name="T28" fmla="*/ 599 w 675"/>
              <a:gd name="T29" fmla="*/ 0 h 704"/>
              <a:gd name="T30" fmla="*/ 87 w 675"/>
              <a:gd name="T31" fmla="*/ 659 h 704"/>
              <a:gd name="T32" fmla="*/ 131 w 675"/>
              <a:gd name="T33" fmla="*/ 586 h 704"/>
              <a:gd name="T34" fmla="*/ 131 w 675"/>
              <a:gd name="T35" fmla="*/ 556 h 704"/>
              <a:gd name="T36" fmla="*/ 87 w 675"/>
              <a:gd name="T37" fmla="*/ 439 h 704"/>
              <a:gd name="T38" fmla="*/ 146 w 675"/>
              <a:gd name="T39" fmla="*/ 424 h 704"/>
              <a:gd name="T40" fmla="*/ 87 w 675"/>
              <a:gd name="T41" fmla="*/ 410 h 704"/>
              <a:gd name="T42" fmla="*/ 131 w 675"/>
              <a:gd name="T43" fmla="*/ 292 h 704"/>
              <a:gd name="T44" fmla="*/ 131 w 675"/>
              <a:gd name="T45" fmla="*/ 263 h 704"/>
              <a:gd name="T46" fmla="*/ 87 w 675"/>
              <a:gd name="T47" fmla="*/ 147 h 704"/>
              <a:gd name="T48" fmla="*/ 146 w 675"/>
              <a:gd name="T49" fmla="*/ 132 h 704"/>
              <a:gd name="T50" fmla="*/ 87 w 675"/>
              <a:gd name="T51" fmla="*/ 117 h 704"/>
              <a:gd name="T52" fmla="*/ 103 w 675"/>
              <a:gd name="T53" fmla="*/ 29 h 704"/>
              <a:gd name="T54" fmla="*/ 175 w 675"/>
              <a:gd name="T55" fmla="*/ 674 h 704"/>
              <a:gd name="T56" fmla="*/ 87 w 675"/>
              <a:gd name="T57" fmla="*/ 659 h 704"/>
              <a:gd name="T58" fmla="*/ 643 w 675"/>
              <a:gd name="T59" fmla="*/ 630 h 704"/>
              <a:gd name="T60" fmla="*/ 204 w 675"/>
              <a:gd name="T61" fmla="*/ 674 h 704"/>
              <a:gd name="T62" fmla="*/ 599 w 675"/>
              <a:gd name="T63" fmla="*/ 29 h 704"/>
              <a:gd name="T64" fmla="*/ 643 w 675"/>
              <a:gd name="T65"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75" h="704">
                <a:moveTo>
                  <a:pt x="599" y="0"/>
                </a:moveTo>
                <a:lnTo>
                  <a:pt x="599" y="0"/>
                </a:lnTo>
                <a:cubicBezTo>
                  <a:pt x="103" y="0"/>
                  <a:pt x="103" y="0"/>
                  <a:pt x="103" y="0"/>
                </a:cubicBezTo>
                <a:cubicBezTo>
                  <a:pt x="78" y="0"/>
                  <a:pt x="59" y="19"/>
                  <a:pt x="59" y="44"/>
                </a:cubicBezTo>
                <a:cubicBezTo>
                  <a:pt x="59" y="117"/>
                  <a:pt x="59" y="117"/>
                  <a:pt x="59" y="117"/>
                </a:cubicBezTo>
                <a:cubicBezTo>
                  <a:pt x="15" y="117"/>
                  <a:pt x="15" y="117"/>
                  <a:pt x="15" y="117"/>
                </a:cubicBezTo>
                <a:cubicBezTo>
                  <a:pt x="6" y="117"/>
                  <a:pt x="0" y="123"/>
                  <a:pt x="0" y="132"/>
                </a:cubicBezTo>
                <a:cubicBezTo>
                  <a:pt x="0" y="140"/>
                  <a:pt x="6" y="147"/>
                  <a:pt x="15" y="147"/>
                </a:cubicBezTo>
                <a:cubicBezTo>
                  <a:pt x="59" y="147"/>
                  <a:pt x="59" y="147"/>
                  <a:pt x="59" y="147"/>
                </a:cubicBezTo>
                <a:cubicBezTo>
                  <a:pt x="59" y="263"/>
                  <a:pt x="59" y="263"/>
                  <a:pt x="59" y="263"/>
                </a:cubicBezTo>
                <a:cubicBezTo>
                  <a:pt x="15" y="263"/>
                  <a:pt x="15" y="263"/>
                  <a:pt x="15" y="263"/>
                </a:cubicBezTo>
                <a:cubicBezTo>
                  <a:pt x="6" y="263"/>
                  <a:pt x="0" y="270"/>
                  <a:pt x="0" y="279"/>
                </a:cubicBezTo>
                <a:cubicBezTo>
                  <a:pt x="0" y="287"/>
                  <a:pt x="6" y="292"/>
                  <a:pt x="15" y="292"/>
                </a:cubicBezTo>
                <a:cubicBezTo>
                  <a:pt x="59" y="292"/>
                  <a:pt x="59" y="292"/>
                  <a:pt x="59" y="292"/>
                </a:cubicBezTo>
                <a:cubicBezTo>
                  <a:pt x="59" y="410"/>
                  <a:pt x="59" y="410"/>
                  <a:pt x="59" y="410"/>
                </a:cubicBezTo>
                <a:cubicBezTo>
                  <a:pt x="15" y="410"/>
                  <a:pt x="15" y="410"/>
                  <a:pt x="15" y="410"/>
                </a:cubicBezTo>
                <a:cubicBezTo>
                  <a:pt x="6" y="410"/>
                  <a:pt x="0" y="417"/>
                  <a:pt x="0" y="424"/>
                </a:cubicBezTo>
                <a:cubicBezTo>
                  <a:pt x="0" y="432"/>
                  <a:pt x="6" y="439"/>
                  <a:pt x="15" y="439"/>
                </a:cubicBezTo>
                <a:cubicBezTo>
                  <a:pt x="59" y="439"/>
                  <a:pt x="59" y="439"/>
                  <a:pt x="59" y="439"/>
                </a:cubicBezTo>
                <a:cubicBezTo>
                  <a:pt x="59" y="556"/>
                  <a:pt x="59" y="556"/>
                  <a:pt x="59" y="556"/>
                </a:cubicBezTo>
                <a:cubicBezTo>
                  <a:pt x="15" y="556"/>
                  <a:pt x="15" y="556"/>
                  <a:pt x="15" y="556"/>
                </a:cubicBezTo>
                <a:cubicBezTo>
                  <a:pt x="6" y="556"/>
                  <a:pt x="0" y="563"/>
                  <a:pt x="0" y="571"/>
                </a:cubicBezTo>
                <a:cubicBezTo>
                  <a:pt x="0" y="579"/>
                  <a:pt x="6" y="586"/>
                  <a:pt x="15" y="586"/>
                </a:cubicBezTo>
                <a:cubicBezTo>
                  <a:pt x="59" y="586"/>
                  <a:pt x="59" y="586"/>
                  <a:pt x="59" y="586"/>
                </a:cubicBezTo>
                <a:cubicBezTo>
                  <a:pt x="59" y="659"/>
                  <a:pt x="59" y="659"/>
                  <a:pt x="59" y="659"/>
                </a:cubicBezTo>
                <a:cubicBezTo>
                  <a:pt x="59" y="683"/>
                  <a:pt x="78" y="703"/>
                  <a:pt x="103" y="703"/>
                </a:cubicBezTo>
                <a:cubicBezTo>
                  <a:pt x="599" y="703"/>
                  <a:pt x="599" y="703"/>
                  <a:pt x="599" y="703"/>
                </a:cubicBezTo>
                <a:cubicBezTo>
                  <a:pt x="641" y="703"/>
                  <a:pt x="674" y="670"/>
                  <a:pt x="674" y="630"/>
                </a:cubicBezTo>
                <a:cubicBezTo>
                  <a:pt x="674" y="73"/>
                  <a:pt x="674" y="73"/>
                  <a:pt x="674" y="73"/>
                </a:cubicBezTo>
                <a:cubicBezTo>
                  <a:pt x="674" y="33"/>
                  <a:pt x="641" y="0"/>
                  <a:pt x="599" y="0"/>
                </a:cubicBezTo>
                <a:close/>
                <a:moveTo>
                  <a:pt x="87" y="659"/>
                </a:moveTo>
                <a:lnTo>
                  <a:pt x="87" y="659"/>
                </a:lnTo>
                <a:cubicBezTo>
                  <a:pt x="87" y="586"/>
                  <a:pt x="87" y="586"/>
                  <a:pt x="87" y="586"/>
                </a:cubicBezTo>
                <a:cubicBezTo>
                  <a:pt x="131" y="586"/>
                  <a:pt x="131" y="586"/>
                  <a:pt x="131" y="586"/>
                </a:cubicBezTo>
                <a:cubicBezTo>
                  <a:pt x="140" y="586"/>
                  <a:pt x="146" y="579"/>
                  <a:pt x="146" y="571"/>
                </a:cubicBezTo>
                <a:cubicBezTo>
                  <a:pt x="146" y="563"/>
                  <a:pt x="140" y="556"/>
                  <a:pt x="131" y="556"/>
                </a:cubicBezTo>
                <a:cubicBezTo>
                  <a:pt x="87" y="556"/>
                  <a:pt x="87" y="556"/>
                  <a:pt x="87" y="556"/>
                </a:cubicBezTo>
                <a:cubicBezTo>
                  <a:pt x="87" y="439"/>
                  <a:pt x="87" y="439"/>
                  <a:pt x="87" y="439"/>
                </a:cubicBezTo>
                <a:cubicBezTo>
                  <a:pt x="131" y="439"/>
                  <a:pt x="131" y="439"/>
                  <a:pt x="131" y="439"/>
                </a:cubicBezTo>
                <a:cubicBezTo>
                  <a:pt x="140" y="439"/>
                  <a:pt x="146" y="432"/>
                  <a:pt x="146" y="424"/>
                </a:cubicBezTo>
                <a:cubicBezTo>
                  <a:pt x="146" y="417"/>
                  <a:pt x="140" y="410"/>
                  <a:pt x="131" y="410"/>
                </a:cubicBezTo>
                <a:cubicBezTo>
                  <a:pt x="87" y="410"/>
                  <a:pt x="87" y="410"/>
                  <a:pt x="87" y="410"/>
                </a:cubicBezTo>
                <a:cubicBezTo>
                  <a:pt x="87" y="292"/>
                  <a:pt x="87" y="292"/>
                  <a:pt x="87" y="292"/>
                </a:cubicBezTo>
                <a:cubicBezTo>
                  <a:pt x="131" y="292"/>
                  <a:pt x="131" y="292"/>
                  <a:pt x="131" y="292"/>
                </a:cubicBezTo>
                <a:cubicBezTo>
                  <a:pt x="140" y="292"/>
                  <a:pt x="146" y="287"/>
                  <a:pt x="146" y="279"/>
                </a:cubicBezTo>
                <a:cubicBezTo>
                  <a:pt x="146" y="270"/>
                  <a:pt x="140" y="263"/>
                  <a:pt x="131" y="263"/>
                </a:cubicBezTo>
                <a:cubicBezTo>
                  <a:pt x="87" y="263"/>
                  <a:pt x="87" y="263"/>
                  <a:pt x="87" y="263"/>
                </a:cubicBezTo>
                <a:cubicBezTo>
                  <a:pt x="87" y="147"/>
                  <a:pt x="87" y="147"/>
                  <a:pt x="87" y="147"/>
                </a:cubicBezTo>
                <a:cubicBezTo>
                  <a:pt x="131" y="147"/>
                  <a:pt x="131" y="147"/>
                  <a:pt x="131" y="147"/>
                </a:cubicBezTo>
                <a:cubicBezTo>
                  <a:pt x="140" y="147"/>
                  <a:pt x="146" y="140"/>
                  <a:pt x="146" y="132"/>
                </a:cubicBezTo>
                <a:cubicBezTo>
                  <a:pt x="146" y="123"/>
                  <a:pt x="140" y="117"/>
                  <a:pt x="131" y="117"/>
                </a:cubicBezTo>
                <a:cubicBezTo>
                  <a:pt x="87" y="117"/>
                  <a:pt x="87" y="117"/>
                  <a:pt x="87" y="117"/>
                </a:cubicBezTo>
                <a:cubicBezTo>
                  <a:pt x="87" y="44"/>
                  <a:pt x="87" y="44"/>
                  <a:pt x="87" y="44"/>
                </a:cubicBezTo>
                <a:cubicBezTo>
                  <a:pt x="87" y="36"/>
                  <a:pt x="94" y="29"/>
                  <a:pt x="103" y="29"/>
                </a:cubicBezTo>
                <a:cubicBezTo>
                  <a:pt x="175" y="29"/>
                  <a:pt x="175" y="29"/>
                  <a:pt x="175" y="29"/>
                </a:cubicBezTo>
                <a:cubicBezTo>
                  <a:pt x="175" y="674"/>
                  <a:pt x="175" y="674"/>
                  <a:pt x="175" y="674"/>
                </a:cubicBezTo>
                <a:cubicBezTo>
                  <a:pt x="103" y="674"/>
                  <a:pt x="103" y="674"/>
                  <a:pt x="103" y="674"/>
                </a:cubicBezTo>
                <a:cubicBezTo>
                  <a:pt x="94" y="674"/>
                  <a:pt x="87" y="667"/>
                  <a:pt x="87" y="659"/>
                </a:cubicBezTo>
                <a:close/>
                <a:moveTo>
                  <a:pt x="643" y="630"/>
                </a:moveTo>
                <a:lnTo>
                  <a:pt x="643" y="630"/>
                </a:lnTo>
                <a:cubicBezTo>
                  <a:pt x="643" y="653"/>
                  <a:pt x="624" y="674"/>
                  <a:pt x="599" y="674"/>
                </a:cubicBezTo>
                <a:cubicBezTo>
                  <a:pt x="204" y="674"/>
                  <a:pt x="204" y="674"/>
                  <a:pt x="204" y="674"/>
                </a:cubicBezTo>
                <a:cubicBezTo>
                  <a:pt x="204" y="29"/>
                  <a:pt x="204" y="29"/>
                  <a:pt x="204" y="29"/>
                </a:cubicBezTo>
                <a:cubicBezTo>
                  <a:pt x="599" y="29"/>
                  <a:pt x="599" y="29"/>
                  <a:pt x="599" y="29"/>
                </a:cubicBezTo>
                <a:cubicBezTo>
                  <a:pt x="624" y="29"/>
                  <a:pt x="643" y="49"/>
                  <a:pt x="643" y="73"/>
                </a:cubicBezTo>
                <a:lnTo>
                  <a:pt x="643" y="630"/>
                </a:lnTo>
                <a:close/>
              </a:path>
            </a:pathLst>
          </a:custGeom>
          <a:solidFill>
            <a:schemeClr val="accent4"/>
          </a:solidFill>
          <a:ln>
            <a:noFill/>
          </a:ln>
          <a:effectLst/>
        </p:spPr>
        <p:txBody>
          <a:bodyPr wrap="none" anchor="ctr"/>
          <a:lstStyle/>
          <a:p>
            <a:endParaRPr lang="da-DK"/>
          </a:p>
        </p:txBody>
      </p:sp>
      <p:sp>
        <p:nvSpPr>
          <p:cNvPr id="263" name="Freeform 215">
            <a:extLst>
              <a:ext uri="{FF2B5EF4-FFF2-40B4-BE49-F238E27FC236}">
                <a16:creationId xmlns:a16="http://schemas.microsoft.com/office/drawing/2014/main" id="{9D6FEC2F-596C-591F-065A-C5549C303AE3}"/>
              </a:ext>
            </a:extLst>
          </p:cNvPr>
          <p:cNvSpPr>
            <a:spLocks noChangeArrowheads="1"/>
          </p:cNvSpPr>
          <p:nvPr/>
        </p:nvSpPr>
        <p:spPr bwMode="auto">
          <a:xfrm>
            <a:off x="1725736" y="6154366"/>
            <a:ext cx="252413" cy="252412"/>
          </a:xfrm>
          <a:custGeom>
            <a:avLst/>
            <a:gdLst>
              <a:gd name="T0" fmla="*/ 702 w 703"/>
              <a:gd name="T1" fmla="*/ 213 h 699"/>
              <a:gd name="T2" fmla="*/ 702 w 703"/>
              <a:gd name="T3" fmla="*/ 213 h 699"/>
              <a:gd name="T4" fmla="*/ 701 w 703"/>
              <a:gd name="T5" fmla="*/ 209 h 699"/>
              <a:gd name="T6" fmla="*/ 701 w 703"/>
              <a:gd name="T7" fmla="*/ 209 h 699"/>
              <a:gd name="T8" fmla="*/ 698 w 703"/>
              <a:gd name="T9" fmla="*/ 205 h 699"/>
              <a:gd name="T10" fmla="*/ 698 w 703"/>
              <a:gd name="T11" fmla="*/ 205 h 699"/>
              <a:gd name="T12" fmla="*/ 696 w 703"/>
              <a:gd name="T13" fmla="*/ 202 h 699"/>
              <a:gd name="T14" fmla="*/ 373 w 703"/>
              <a:gd name="T15" fmla="*/ 6 h 699"/>
              <a:gd name="T16" fmla="*/ 351 w 703"/>
              <a:gd name="T17" fmla="*/ 0 h 699"/>
              <a:gd name="T18" fmla="*/ 328 w 703"/>
              <a:gd name="T19" fmla="*/ 6 h 699"/>
              <a:gd name="T20" fmla="*/ 7 w 703"/>
              <a:gd name="T21" fmla="*/ 202 h 699"/>
              <a:gd name="T22" fmla="*/ 4 w 703"/>
              <a:gd name="T23" fmla="*/ 205 h 699"/>
              <a:gd name="T24" fmla="*/ 4 w 703"/>
              <a:gd name="T25" fmla="*/ 205 h 699"/>
              <a:gd name="T26" fmla="*/ 1 w 703"/>
              <a:gd name="T27" fmla="*/ 209 h 699"/>
              <a:gd name="T28" fmla="*/ 0 w 703"/>
              <a:gd name="T29" fmla="*/ 209 h 699"/>
              <a:gd name="T30" fmla="*/ 0 w 703"/>
              <a:gd name="T31" fmla="*/ 213 h 699"/>
              <a:gd name="T32" fmla="*/ 0 w 703"/>
              <a:gd name="T33" fmla="*/ 214 h 699"/>
              <a:gd name="T34" fmla="*/ 0 w 703"/>
              <a:gd name="T35" fmla="*/ 214 h 699"/>
              <a:gd name="T36" fmla="*/ 0 w 703"/>
              <a:gd name="T37" fmla="*/ 654 h 699"/>
              <a:gd name="T38" fmla="*/ 44 w 703"/>
              <a:gd name="T39" fmla="*/ 698 h 699"/>
              <a:gd name="T40" fmla="*/ 659 w 703"/>
              <a:gd name="T41" fmla="*/ 698 h 699"/>
              <a:gd name="T42" fmla="*/ 702 w 703"/>
              <a:gd name="T43" fmla="*/ 654 h 699"/>
              <a:gd name="T44" fmla="*/ 702 w 703"/>
              <a:gd name="T45" fmla="*/ 214 h 699"/>
              <a:gd name="T46" fmla="*/ 702 w 703"/>
              <a:gd name="T47" fmla="*/ 214 h 699"/>
              <a:gd name="T48" fmla="*/ 702 w 703"/>
              <a:gd name="T49" fmla="*/ 213 h 699"/>
              <a:gd name="T50" fmla="*/ 343 w 703"/>
              <a:gd name="T51" fmla="*/ 32 h 699"/>
              <a:gd name="T52" fmla="*/ 343 w 703"/>
              <a:gd name="T53" fmla="*/ 32 h 699"/>
              <a:gd name="T54" fmla="*/ 351 w 703"/>
              <a:gd name="T55" fmla="*/ 29 h 699"/>
              <a:gd name="T56" fmla="*/ 358 w 703"/>
              <a:gd name="T57" fmla="*/ 32 h 699"/>
              <a:gd name="T58" fmla="*/ 661 w 703"/>
              <a:gd name="T59" fmla="*/ 216 h 699"/>
              <a:gd name="T60" fmla="*/ 359 w 703"/>
              <a:gd name="T61" fmla="*/ 452 h 699"/>
              <a:gd name="T62" fmla="*/ 351 w 703"/>
              <a:gd name="T63" fmla="*/ 456 h 699"/>
              <a:gd name="T64" fmla="*/ 341 w 703"/>
              <a:gd name="T65" fmla="*/ 452 h 699"/>
              <a:gd name="T66" fmla="*/ 39 w 703"/>
              <a:gd name="T67" fmla="*/ 216 h 699"/>
              <a:gd name="T68" fmla="*/ 343 w 703"/>
              <a:gd name="T69" fmla="*/ 32 h 699"/>
              <a:gd name="T70" fmla="*/ 668 w 703"/>
              <a:gd name="T71" fmla="*/ 665 h 699"/>
              <a:gd name="T72" fmla="*/ 668 w 703"/>
              <a:gd name="T73" fmla="*/ 665 h 699"/>
              <a:gd name="T74" fmla="*/ 659 w 703"/>
              <a:gd name="T75" fmla="*/ 669 h 699"/>
              <a:gd name="T76" fmla="*/ 44 w 703"/>
              <a:gd name="T77" fmla="*/ 669 h 699"/>
              <a:gd name="T78" fmla="*/ 33 w 703"/>
              <a:gd name="T79" fmla="*/ 665 h 699"/>
              <a:gd name="T80" fmla="*/ 28 w 703"/>
              <a:gd name="T81" fmla="*/ 654 h 699"/>
              <a:gd name="T82" fmla="*/ 28 w 703"/>
              <a:gd name="T83" fmla="*/ 245 h 699"/>
              <a:gd name="T84" fmla="*/ 324 w 703"/>
              <a:gd name="T85" fmla="*/ 475 h 699"/>
              <a:gd name="T86" fmla="*/ 351 w 703"/>
              <a:gd name="T87" fmla="*/ 485 h 699"/>
              <a:gd name="T88" fmla="*/ 377 w 703"/>
              <a:gd name="T89" fmla="*/ 475 h 699"/>
              <a:gd name="T90" fmla="*/ 672 w 703"/>
              <a:gd name="T91" fmla="*/ 245 h 699"/>
              <a:gd name="T92" fmla="*/ 672 w 703"/>
              <a:gd name="T93" fmla="*/ 654 h 699"/>
              <a:gd name="T94" fmla="*/ 668 w 703"/>
              <a:gd name="T95" fmla="*/ 665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3" h="699">
                <a:moveTo>
                  <a:pt x="702" y="213"/>
                </a:moveTo>
                <a:lnTo>
                  <a:pt x="702" y="213"/>
                </a:lnTo>
                <a:cubicBezTo>
                  <a:pt x="702" y="212"/>
                  <a:pt x="701" y="210"/>
                  <a:pt x="701" y="209"/>
                </a:cubicBezTo>
                <a:lnTo>
                  <a:pt x="701" y="209"/>
                </a:lnTo>
                <a:cubicBezTo>
                  <a:pt x="700" y="206"/>
                  <a:pt x="698" y="205"/>
                  <a:pt x="698" y="205"/>
                </a:cubicBezTo>
                <a:lnTo>
                  <a:pt x="698" y="205"/>
                </a:lnTo>
                <a:cubicBezTo>
                  <a:pt x="697" y="203"/>
                  <a:pt x="696" y="202"/>
                  <a:pt x="696" y="202"/>
                </a:cubicBezTo>
                <a:cubicBezTo>
                  <a:pt x="373" y="6"/>
                  <a:pt x="373" y="6"/>
                  <a:pt x="373" y="6"/>
                </a:cubicBezTo>
                <a:cubicBezTo>
                  <a:pt x="366" y="2"/>
                  <a:pt x="358" y="0"/>
                  <a:pt x="351" y="0"/>
                </a:cubicBezTo>
                <a:cubicBezTo>
                  <a:pt x="343" y="0"/>
                  <a:pt x="335" y="2"/>
                  <a:pt x="328" y="6"/>
                </a:cubicBezTo>
                <a:cubicBezTo>
                  <a:pt x="7" y="202"/>
                  <a:pt x="7" y="202"/>
                  <a:pt x="7" y="202"/>
                </a:cubicBezTo>
                <a:cubicBezTo>
                  <a:pt x="5" y="202"/>
                  <a:pt x="4" y="203"/>
                  <a:pt x="4" y="205"/>
                </a:cubicBezTo>
                <a:lnTo>
                  <a:pt x="4" y="205"/>
                </a:lnTo>
                <a:cubicBezTo>
                  <a:pt x="2" y="205"/>
                  <a:pt x="1" y="206"/>
                  <a:pt x="1" y="209"/>
                </a:cubicBezTo>
                <a:cubicBezTo>
                  <a:pt x="1" y="209"/>
                  <a:pt x="1" y="209"/>
                  <a:pt x="0" y="209"/>
                </a:cubicBezTo>
                <a:cubicBezTo>
                  <a:pt x="0" y="210"/>
                  <a:pt x="0" y="212"/>
                  <a:pt x="0" y="213"/>
                </a:cubicBezTo>
                <a:cubicBezTo>
                  <a:pt x="0" y="214"/>
                  <a:pt x="0" y="214"/>
                  <a:pt x="0" y="214"/>
                </a:cubicBezTo>
                <a:lnTo>
                  <a:pt x="0" y="214"/>
                </a:lnTo>
                <a:cubicBezTo>
                  <a:pt x="0" y="654"/>
                  <a:pt x="0" y="654"/>
                  <a:pt x="0" y="654"/>
                </a:cubicBezTo>
                <a:cubicBezTo>
                  <a:pt x="0" y="678"/>
                  <a:pt x="19" y="698"/>
                  <a:pt x="44" y="698"/>
                </a:cubicBezTo>
                <a:cubicBezTo>
                  <a:pt x="659" y="698"/>
                  <a:pt x="659" y="698"/>
                  <a:pt x="659" y="698"/>
                </a:cubicBezTo>
                <a:cubicBezTo>
                  <a:pt x="682" y="698"/>
                  <a:pt x="702" y="678"/>
                  <a:pt x="702" y="654"/>
                </a:cubicBezTo>
                <a:cubicBezTo>
                  <a:pt x="702" y="214"/>
                  <a:pt x="702" y="214"/>
                  <a:pt x="702" y="214"/>
                </a:cubicBezTo>
                <a:lnTo>
                  <a:pt x="702" y="214"/>
                </a:lnTo>
                <a:cubicBezTo>
                  <a:pt x="702" y="214"/>
                  <a:pt x="702" y="214"/>
                  <a:pt x="702" y="213"/>
                </a:cubicBezTo>
                <a:close/>
                <a:moveTo>
                  <a:pt x="343" y="32"/>
                </a:moveTo>
                <a:lnTo>
                  <a:pt x="343" y="32"/>
                </a:lnTo>
                <a:cubicBezTo>
                  <a:pt x="346" y="31"/>
                  <a:pt x="348" y="29"/>
                  <a:pt x="351" y="29"/>
                </a:cubicBezTo>
                <a:cubicBezTo>
                  <a:pt x="354" y="29"/>
                  <a:pt x="357" y="31"/>
                  <a:pt x="358" y="32"/>
                </a:cubicBezTo>
                <a:cubicBezTo>
                  <a:pt x="661" y="216"/>
                  <a:pt x="661" y="216"/>
                  <a:pt x="661" y="216"/>
                </a:cubicBezTo>
                <a:cubicBezTo>
                  <a:pt x="359" y="452"/>
                  <a:pt x="359" y="452"/>
                  <a:pt x="359" y="452"/>
                </a:cubicBezTo>
                <a:cubicBezTo>
                  <a:pt x="357" y="455"/>
                  <a:pt x="354" y="456"/>
                  <a:pt x="351" y="456"/>
                </a:cubicBezTo>
                <a:cubicBezTo>
                  <a:pt x="347" y="456"/>
                  <a:pt x="344" y="455"/>
                  <a:pt x="341" y="452"/>
                </a:cubicBezTo>
                <a:cubicBezTo>
                  <a:pt x="39" y="216"/>
                  <a:pt x="39" y="216"/>
                  <a:pt x="39" y="216"/>
                </a:cubicBezTo>
                <a:lnTo>
                  <a:pt x="343" y="32"/>
                </a:lnTo>
                <a:close/>
                <a:moveTo>
                  <a:pt x="668" y="665"/>
                </a:moveTo>
                <a:lnTo>
                  <a:pt x="668" y="665"/>
                </a:lnTo>
                <a:cubicBezTo>
                  <a:pt x="665" y="667"/>
                  <a:pt x="663" y="669"/>
                  <a:pt x="659" y="669"/>
                </a:cubicBezTo>
                <a:cubicBezTo>
                  <a:pt x="44" y="669"/>
                  <a:pt x="44" y="669"/>
                  <a:pt x="44" y="669"/>
                </a:cubicBezTo>
                <a:cubicBezTo>
                  <a:pt x="39" y="669"/>
                  <a:pt x="35" y="667"/>
                  <a:pt x="33" y="665"/>
                </a:cubicBezTo>
                <a:cubicBezTo>
                  <a:pt x="30" y="662"/>
                  <a:pt x="28" y="658"/>
                  <a:pt x="28" y="654"/>
                </a:cubicBezTo>
                <a:cubicBezTo>
                  <a:pt x="28" y="245"/>
                  <a:pt x="28" y="245"/>
                  <a:pt x="28" y="245"/>
                </a:cubicBezTo>
                <a:cubicBezTo>
                  <a:pt x="324" y="475"/>
                  <a:pt x="324" y="475"/>
                  <a:pt x="324" y="475"/>
                </a:cubicBezTo>
                <a:cubicBezTo>
                  <a:pt x="332" y="482"/>
                  <a:pt x="341" y="485"/>
                  <a:pt x="351" y="485"/>
                </a:cubicBezTo>
                <a:cubicBezTo>
                  <a:pt x="361" y="485"/>
                  <a:pt x="370" y="482"/>
                  <a:pt x="377" y="475"/>
                </a:cubicBezTo>
                <a:cubicBezTo>
                  <a:pt x="672" y="245"/>
                  <a:pt x="672" y="245"/>
                  <a:pt x="672" y="245"/>
                </a:cubicBezTo>
                <a:cubicBezTo>
                  <a:pt x="672" y="654"/>
                  <a:pt x="672" y="654"/>
                  <a:pt x="672" y="654"/>
                </a:cubicBezTo>
                <a:cubicBezTo>
                  <a:pt x="672" y="658"/>
                  <a:pt x="671" y="662"/>
                  <a:pt x="668" y="665"/>
                </a:cubicBezTo>
                <a:close/>
              </a:path>
            </a:pathLst>
          </a:custGeom>
          <a:solidFill>
            <a:schemeClr val="accent4"/>
          </a:solidFill>
          <a:ln>
            <a:noFill/>
          </a:ln>
          <a:effectLst/>
        </p:spPr>
        <p:txBody>
          <a:bodyPr wrap="none" anchor="ctr"/>
          <a:lstStyle/>
          <a:p>
            <a:endParaRPr lang="da-DK"/>
          </a:p>
        </p:txBody>
      </p:sp>
      <p:sp>
        <p:nvSpPr>
          <p:cNvPr id="264" name="Freeform 216">
            <a:extLst>
              <a:ext uri="{FF2B5EF4-FFF2-40B4-BE49-F238E27FC236}">
                <a16:creationId xmlns:a16="http://schemas.microsoft.com/office/drawing/2014/main" id="{DB7F276C-2544-F004-0231-6E092BB9B4CE}"/>
              </a:ext>
            </a:extLst>
          </p:cNvPr>
          <p:cNvSpPr>
            <a:spLocks noChangeArrowheads="1"/>
          </p:cNvSpPr>
          <p:nvPr/>
        </p:nvSpPr>
        <p:spPr bwMode="auto">
          <a:xfrm>
            <a:off x="2724274" y="5162179"/>
            <a:ext cx="236537" cy="244475"/>
          </a:xfrm>
          <a:custGeom>
            <a:avLst/>
            <a:gdLst>
              <a:gd name="T0" fmla="*/ 656 w 658"/>
              <a:gd name="T1" fmla="*/ 55 h 678"/>
              <a:gd name="T2" fmla="*/ 656 w 658"/>
              <a:gd name="T3" fmla="*/ 55 h 678"/>
              <a:gd name="T4" fmla="*/ 657 w 658"/>
              <a:gd name="T5" fmla="*/ 44 h 678"/>
              <a:gd name="T6" fmla="*/ 645 w 658"/>
              <a:gd name="T7" fmla="*/ 14 h 678"/>
              <a:gd name="T8" fmla="*/ 613 w 658"/>
              <a:gd name="T9" fmla="*/ 0 h 678"/>
              <a:gd name="T10" fmla="*/ 593 w 658"/>
              <a:gd name="T11" fmla="*/ 5 h 678"/>
              <a:gd name="T12" fmla="*/ 23 w 658"/>
              <a:gd name="T13" fmla="*/ 303 h 678"/>
              <a:gd name="T14" fmla="*/ 0 w 658"/>
              <a:gd name="T15" fmla="*/ 342 h 678"/>
              <a:gd name="T16" fmla="*/ 19 w 658"/>
              <a:gd name="T17" fmla="*/ 379 h 678"/>
              <a:gd name="T18" fmla="*/ 204 w 658"/>
              <a:gd name="T19" fmla="*/ 498 h 678"/>
              <a:gd name="T20" fmla="*/ 204 w 658"/>
              <a:gd name="T21" fmla="*/ 662 h 678"/>
              <a:gd name="T22" fmla="*/ 213 w 658"/>
              <a:gd name="T23" fmla="*/ 674 h 678"/>
              <a:gd name="T24" fmla="*/ 228 w 658"/>
              <a:gd name="T25" fmla="*/ 672 h 678"/>
              <a:gd name="T26" fmla="*/ 342 w 658"/>
              <a:gd name="T27" fmla="*/ 587 h 678"/>
              <a:gd name="T28" fmla="*/ 440 w 658"/>
              <a:gd name="T29" fmla="*/ 652 h 678"/>
              <a:gd name="T30" fmla="*/ 465 w 658"/>
              <a:gd name="T31" fmla="*/ 659 h 678"/>
              <a:gd name="T32" fmla="*/ 491 w 658"/>
              <a:gd name="T33" fmla="*/ 651 h 678"/>
              <a:gd name="T34" fmla="*/ 508 w 658"/>
              <a:gd name="T35" fmla="*/ 626 h 678"/>
              <a:gd name="T36" fmla="*/ 494 w 658"/>
              <a:gd name="T37" fmla="*/ 622 h 678"/>
              <a:gd name="T38" fmla="*/ 508 w 658"/>
              <a:gd name="T39" fmla="*/ 626 h 678"/>
              <a:gd name="T40" fmla="*/ 656 w 658"/>
              <a:gd name="T41" fmla="*/ 55 h 678"/>
              <a:gd name="T42" fmla="*/ 235 w 658"/>
              <a:gd name="T43" fmla="*/ 633 h 678"/>
              <a:gd name="T44" fmla="*/ 235 w 658"/>
              <a:gd name="T45" fmla="*/ 633 h 678"/>
              <a:gd name="T46" fmla="*/ 235 w 658"/>
              <a:gd name="T47" fmla="*/ 517 h 678"/>
              <a:gd name="T48" fmla="*/ 316 w 658"/>
              <a:gd name="T49" fmla="*/ 571 h 678"/>
              <a:gd name="T50" fmla="*/ 235 w 658"/>
              <a:gd name="T51" fmla="*/ 633 h 678"/>
              <a:gd name="T52" fmla="*/ 479 w 658"/>
              <a:gd name="T53" fmla="*/ 619 h 678"/>
              <a:gd name="T54" fmla="*/ 479 w 658"/>
              <a:gd name="T55" fmla="*/ 619 h 678"/>
              <a:gd name="T56" fmla="*/ 479 w 658"/>
              <a:gd name="T57" fmla="*/ 619 h 678"/>
              <a:gd name="T58" fmla="*/ 473 w 658"/>
              <a:gd name="T59" fmla="*/ 626 h 678"/>
              <a:gd name="T60" fmla="*/ 465 w 658"/>
              <a:gd name="T61" fmla="*/ 630 h 678"/>
              <a:gd name="T62" fmla="*/ 457 w 658"/>
              <a:gd name="T63" fmla="*/ 627 h 678"/>
              <a:gd name="T64" fmla="*/ 240 w 658"/>
              <a:gd name="T65" fmla="*/ 487 h 678"/>
              <a:gd name="T66" fmla="*/ 523 w 658"/>
              <a:gd name="T67" fmla="*/ 173 h 678"/>
              <a:gd name="T68" fmla="*/ 523 w 658"/>
              <a:gd name="T69" fmla="*/ 152 h 678"/>
              <a:gd name="T70" fmla="*/ 501 w 658"/>
              <a:gd name="T71" fmla="*/ 154 h 678"/>
              <a:gd name="T72" fmla="*/ 215 w 658"/>
              <a:gd name="T73" fmla="*/ 471 h 678"/>
              <a:gd name="T74" fmla="*/ 36 w 658"/>
              <a:gd name="T75" fmla="*/ 354 h 678"/>
              <a:gd name="T76" fmla="*/ 29 w 658"/>
              <a:gd name="T77" fmla="*/ 342 h 678"/>
              <a:gd name="T78" fmla="*/ 37 w 658"/>
              <a:gd name="T79" fmla="*/ 329 h 678"/>
              <a:gd name="T80" fmla="*/ 607 w 658"/>
              <a:gd name="T81" fmla="*/ 31 h 678"/>
              <a:gd name="T82" fmla="*/ 613 w 658"/>
              <a:gd name="T83" fmla="*/ 30 h 678"/>
              <a:gd name="T84" fmla="*/ 624 w 658"/>
              <a:gd name="T85" fmla="*/ 34 h 678"/>
              <a:gd name="T86" fmla="*/ 629 w 658"/>
              <a:gd name="T87" fmla="*/ 44 h 678"/>
              <a:gd name="T88" fmla="*/ 629 w 658"/>
              <a:gd name="T89" fmla="*/ 48 h 678"/>
              <a:gd name="T90" fmla="*/ 479 w 658"/>
              <a:gd name="T91" fmla="*/ 619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8" h="678">
                <a:moveTo>
                  <a:pt x="656" y="55"/>
                </a:moveTo>
                <a:lnTo>
                  <a:pt x="656" y="55"/>
                </a:lnTo>
                <a:cubicBezTo>
                  <a:pt x="657" y="52"/>
                  <a:pt x="657" y="48"/>
                  <a:pt x="657" y="44"/>
                </a:cubicBezTo>
                <a:cubicBezTo>
                  <a:pt x="657" y="31"/>
                  <a:pt x="652" y="20"/>
                  <a:pt x="645" y="14"/>
                </a:cubicBezTo>
                <a:cubicBezTo>
                  <a:pt x="637" y="5"/>
                  <a:pt x="626" y="0"/>
                  <a:pt x="613" y="0"/>
                </a:cubicBezTo>
                <a:cubicBezTo>
                  <a:pt x="607" y="0"/>
                  <a:pt x="600" y="3"/>
                  <a:pt x="593" y="5"/>
                </a:cubicBezTo>
                <a:cubicBezTo>
                  <a:pt x="23" y="303"/>
                  <a:pt x="23" y="303"/>
                  <a:pt x="23" y="303"/>
                </a:cubicBezTo>
                <a:cubicBezTo>
                  <a:pt x="8" y="311"/>
                  <a:pt x="0" y="327"/>
                  <a:pt x="0" y="342"/>
                </a:cubicBezTo>
                <a:cubicBezTo>
                  <a:pt x="0" y="355"/>
                  <a:pt x="7" y="370"/>
                  <a:pt x="19" y="379"/>
                </a:cubicBezTo>
                <a:cubicBezTo>
                  <a:pt x="204" y="498"/>
                  <a:pt x="204" y="498"/>
                  <a:pt x="204" y="498"/>
                </a:cubicBezTo>
                <a:cubicBezTo>
                  <a:pt x="204" y="662"/>
                  <a:pt x="204" y="662"/>
                  <a:pt x="204" y="662"/>
                </a:cubicBezTo>
                <a:cubicBezTo>
                  <a:pt x="204" y="667"/>
                  <a:pt x="208" y="672"/>
                  <a:pt x="213" y="674"/>
                </a:cubicBezTo>
                <a:cubicBezTo>
                  <a:pt x="218" y="677"/>
                  <a:pt x="224" y="677"/>
                  <a:pt x="228" y="672"/>
                </a:cubicBezTo>
                <a:cubicBezTo>
                  <a:pt x="342" y="587"/>
                  <a:pt x="342" y="587"/>
                  <a:pt x="342" y="587"/>
                </a:cubicBezTo>
                <a:cubicBezTo>
                  <a:pt x="440" y="652"/>
                  <a:pt x="440" y="652"/>
                  <a:pt x="440" y="652"/>
                </a:cubicBezTo>
                <a:cubicBezTo>
                  <a:pt x="449" y="656"/>
                  <a:pt x="457" y="659"/>
                  <a:pt x="465" y="659"/>
                </a:cubicBezTo>
                <a:cubicBezTo>
                  <a:pt x="475" y="659"/>
                  <a:pt x="484" y="656"/>
                  <a:pt x="491" y="651"/>
                </a:cubicBezTo>
                <a:cubicBezTo>
                  <a:pt x="499" y="644"/>
                  <a:pt x="505" y="635"/>
                  <a:pt x="508" y="626"/>
                </a:cubicBezTo>
                <a:cubicBezTo>
                  <a:pt x="494" y="622"/>
                  <a:pt x="494" y="622"/>
                  <a:pt x="494" y="622"/>
                </a:cubicBezTo>
                <a:cubicBezTo>
                  <a:pt x="508" y="626"/>
                  <a:pt x="508" y="626"/>
                  <a:pt x="508" y="626"/>
                </a:cubicBezTo>
                <a:lnTo>
                  <a:pt x="656" y="55"/>
                </a:lnTo>
                <a:close/>
                <a:moveTo>
                  <a:pt x="235" y="633"/>
                </a:moveTo>
                <a:lnTo>
                  <a:pt x="235" y="633"/>
                </a:lnTo>
                <a:cubicBezTo>
                  <a:pt x="235" y="517"/>
                  <a:pt x="235" y="517"/>
                  <a:pt x="235" y="517"/>
                </a:cubicBezTo>
                <a:cubicBezTo>
                  <a:pt x="316" y="571"/>
                  <a:pt x="316" y="571"/>
                  <a:pt x="316" y="571"/>
                </a:cubicBezTo>
                <a:lnTo>
                  <a:pt x="235" y="633"/>
                </a:lnTo>
                <a:close/>
                <a:moveTo>
                  <a:pt x="479" y="619"/>
                </a:moveTo>
                <a:lnTo>
                  <a:pt x="479" y="619"/>
                </a:lnTo>
                <a:lnTo>
                  <a:pt x="479" y="619"/>
                </a:lnTo>
                <a:cubicBezTo>
                  <a:pt x="479" y="622"/>
                  <a:pt x="476" y="624"/>
                  <a:pt x="473" y="626"/>
                </a:cubicBezTo>
                <a:cubicBezTo>
                  <a:pt x="471" y="629"/>
                  <a:pt x="468" y="630"/>
                  <a:pt x="465" y="630"/>
                </a:cubicBezTo>
                <a:cubicBezTo>
                  <a:pt x="462" y="630"/>
                  <a:pt x="460" y="629"/>
                  <a:pt x="457" y="627"/>
                </a:cubicBezTo>
                <a:cubicBezTo>
                  <a:pt x="240" y="487"/>
                  <a:pt x="240" y="487"/>
                  <a:pt x="240" y="487"/>
                </a:cubicBezTo>
                <a:cubicBezTo>
                  <a:pt x="523" y="173"/>
                  <a:pt x="523" y="173"/>
                  <a:pt x="523" y="173"/>
                </a:cubicBezTo>
                <a:cubicBezTo>
                  <a:pt x="528" y="167"/>
                  <a:pt x="528" y="158"/>
                  <a:pt x="523" y="152"/>
                </a:cubicBezTo>
                <a:cubicBezTo>
                  <a:pt x="516" y="147"/>
                  <a:pt x="506" y="148"/>
                  <a:pt x="501" y="154"/>
                </a:cubicBezTo>
                <a:cubicBezTo>
                  <a:pt x="215" y="471"/>
                  <a:pt x="215" y="471"/>
                  <a:pt x="215" y="471"/>
                </a:cubicBezTo>
                <a:cubicBezTo>
                  <a:pt x="36" y="354"/>
                  <a:pt x="36" y="354"/>
                  <a:pt x="36" y="354"/>
                </a:cubicBezTo>
                <a:cubicBezTo>
                  <a:pt x="31" y="351"/>
                  <a:pt x="29" y="347"/>
                  <a:pt x="29" y="342"/>
                </a:cubicBezTo>
                <a:cubicBezTo>
                  <a:pt x="29" y="336"/>
                  <a:pt x="31" y="332"/>
                  <a:pt x="37" y="329"/>
                </a:cubicBezTo>
                <a:cubicBezTo>
                  <a:pt x="607" y="31"/>
                  <a:pt x="607" y="31"/>
                  <a:pt x="607" y="31"/>
                </a:cubicBezTo>
                <a:cubicBezTo>
                  <a:pt x="609" y="30"/>
                  <a:pt x="612" y="30"/>
                  <a:pt x="613" y="30"/>
                </a:cubicBezTo>
                <a:cubicBezTo>
                  <a:pt x="618" y="30"/>
                  <a:pt x="622" y="31"/>
                  <a:pt x="624" y="34"/>
                </a:cubicBezTo>
                <a:cubicBezTo>
                  <a:pt x="627" y="37"/>
                  <a:pt x="629" y="40"/>
                  <a:pt x="629" y="44"/>
                </a:cubicBezTo>
                <a:cubicBezTo>
                  <a:pt x="629" y="45"/>
                  <a:pt x="629" y="47"/>
                  <a:pt x="629" y="48"/>
                </a:cubicBezTo>
                <a:lnTo>
                  <a:pt x="479" y="619"/>
                </a:lnTo>
                <a:close/>
              </a:path>
            </a:pathLst>
          </a:custGeom>
          <a:solidFill>
            <a:schemeClr val="accent4"/>
          </a:solidFill>
          <a:ln>
            <a:noFill/>
          </a:ln>
          <a:effectLst/>
        </p:spPr>
        <p:txBody>
          <a:bodyPr wrap="none" anchor="ctr"/>
          <a:lstStyle/>
          <a:p>
            <a:endParaRPr lang="da-DK"/>
          </a:p>
        </p:txBody>
      </p:sp>
      <p:grpSp>
        <p:nvGrpSpPr>
          <p:cNvPr id="265" name="Group 268">
            <a:extLst>
              <a:ext uri="{FF2B5EF4-FFF2-40B4-BE49-F238E27FC236}">
                <a16:creationId xmlns:a16="http://schemas.microsoft.com/office/drawing/2014/main" id="{2A885C5B-D4B5-B582-D40C-6938CB8EF4A5}"/>
              </a:ext>
            </a:extLst>
          </p:cNvPr>
          <p:cNvGrpSpPr/>
          <p:nvPr/>
        </p:nvGrpSpPr>
        <p:grpSpPr>
          <a:xfrm>
            <a:off x="3221161" y="5178847"/>
            <a:ext cx="252413" cy="211138"/>
            <a:chOff x="2079625" y="5524500"/>
            <a:chExt cx="252413" cy="211138"/>
          </a:xfrm>
          <a:solidFill>
            <a:schemeClr val="accent4"/>
          </a:solidFill>
        </p:grpSpPr>
        <p:sp>
          <p:nvSpPr>
            <p:cNvPr id="266" name="Freeform 217">
              <a:extLst>
                <a:ext uri="{FF2B5EF4-FFF2-40B4-BE49-F238E27FC236}">
                  <a16:creationId xmlns:a16="http://schemas.microsoft.com/office/drawing/2014/main" id="{17387652-0680-CF65-FC18-C9CF55AC708B}"/>
                </a:ext>
              </a:extLst>
            </p:cNvPr>
            <p:cNvSpPr>
              <a:spLocks noChangeArrowheads="1"/>
            </p:cNvSpPr>
            <p:nvPr/>
          </p:nvSpPr>
          <p:spPr bwMode="auto">
            <a:xfrm>
              <a:off x="2116138" y="5588000"/>
              <a:ext cx="180975" cy="147638"/>
            </a:xfrm>
            <a:custGeom>
              <a:avLst/>
              <a:gdLst>
                <a:gd name="T0" fmla="*/ 0 w 503"/>
                <a:gd name="T1" fmla="*/ 280 h 412"/>
                <a:gd name="T2" fmla="*/ 5 w 503"/>
                <a:gd name="T3" fmla="*/ 336 h 412"/>
                <a:gd name="T4" fmla="*/ 15 w 503"/>
                <a:gd name="T5" fmla="*/ 378 h 412"/>
                <a:gd name="T6" fmla="*/ 38 w 503"/>
                <a:gd name="T7" fmla="*/ 393 h 412"/>
                <a:gd name="T8" fmla="*/ 75 w 503"/>
                <a:gd name="T9" fmla="*/ 408 h 412"/>
                <a:gd name="T10" fmla="*/ 81 w 503"/>
                <a:gd name="T11" fmla="*/ 409 h 412"/>
                <a:gd name="T12" fmla="*/ 85 w 503"/>
                <a:gd name="T13" fmla="*/ 411 h 412"/>
                <a:gd name="T14" fmla="*/ 410 w 503"/>
                <a:gd name="T15" fmla="*/ 411 h 412"/>
                <a:gd name="T16" fmla="*/ 426 w 503"/>
                <a:gd name="T17" fmla="*/ 405 h 412"/>
                <a:gd name="T18" fmla="*/ 471 w 503"/>
                <a:gd name="T19" fmla="*/ 391 h 412"/>
                <a:gd name="T20" fmla="*/ 486 w 503"/>
                <a:gd name="T21" fmla="*/ 380 h 412"/>
                <a:gd name="T22" fmla="*/ 491 w 503"/>
                <a:gd name="T23" fmla="*/ 369 h 412"/>
                <a:gd name="T24" fmla="*/ 502 w 503"/>
                <a:gd name="T25" fmla="*/ 291 h 412"/>
                <a:gd name="T26" fmla="*/ 500 w 503"/>
                <a:gd name="T27" fmla="*/ 272 h 412"/>
                <a:gd name="T28" fmla="*/ 421 w 503"/>
                <a:gd name="T29" fmla="*/ 69 h 412"/>
                <a:gd name="T30" fmla="*/ 364 w 503"/>
                <a:gd name="T31" fmla="*/ 59 h 412"/>
                <a:gd name="T32" fmla="*/ 349 w 503"/>
                <a:gd name="T33" fmla="*/ 0 h 412"/>
                <a:gd name="T34" fmla="*/ 335 w 503"/>
                <a:gd name="T35" fmla="*/ 59 h 412"/>
                <a:gd name="T36" fmla="*/ 188 w 503"/>
                <a:gd name="T37" fmla="*/ 15 h 412"/>
                <a:gd name="T38" fmla="*/ 159 w 503"/>
                <a:gd name="T39" fmla="*/ 15 h 412"/>
                <a:gd name="T40" fmla="*/ 85 w 503"/>
                <a:gd name="T41" fmla="*/ 59 h 412"/>
                <a:gd name="T42" fmla="*/ 1 w 503"/>
                <a:gd name="T43" fmla="*/ 273 h 412"/>
                <a:gd name="T44" fmla="*/ 1 w 503"/>
                <a:gd name="T45" fmla="*/ 275 h 412"/>
                <a:gd name="T46" fmla="*/ 96 w 503"/>
                <a:gd name="T47" fmla="*/ 88 h 412"/>
                <a:gd name="T48" fmla="*/ 173 w 503"/>
                <a:gd name="T49" fmla="*/ 88 h 412"/>
                <a:gd name="T50" fmla="*/ 173 w 503"/>
                <a:gd name="T51" fmla="*/ 88 h 412"/>
                <a:gd name="T52" fmla="*/ 349 w 503"/>
                <a:gd name="T53" fmla="*/ 88 h 412"/>
                <a:gd name="T54" fmla="*/ 398 w 503"/>
                <a:gd name="T55" fmla="*/ 88 h 412"/>
                <a:gd name="T56" fmla="*/ 472 w 503"/>
                <a:gd name="T57" fmla="*/ 283 h 412"/>
                <a:gd name="T58" fmla="*/ 474 w 503"/>
                <a:gd name="T59" fmla="*/ 288 h 412"/>
                <a:gd name="T60" fmla="*/ 461 w 503"/>
                <a:gd name="T61" fmla="*/ 364 h 412"/>
                <a:gd name="T62" fmla="*/ 432 w 503"/>
                <a:gd name="T63" fmla="*/ 374 h 412"/>
                <a:gd name="T64" fmla="*/ 406 w 503"/>
                <a:gd name="T65" fmla="*/ 380 h 412"/>
                <a:gd name="T66" fmla="*/ 88 w 503"/>
                <a:gd name="T67" fmla="*/ 382 h 412"/>
                <a:gd name="T68" fmla="*/ 54 w 503"/>
                <a:gd name="T69" fmla="*/ 367 h 412"/>
                <a:gd name="T70" fmla="*/ 38 w 503"/>
                <a:gd name="T71" fmla="*/ 358 h 412"/>
                <a:gd name="T72" fmla="*/ 30 w 503"/>
                <a:gd name="T73" fmla="*/ 295 h 412"/>
                <a:gd name="T74" fmla="*/ 96 w 503"/>
                <a:gd name="T75" fmla="*/ 88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03" h="412">
                  <a:moveTo>
                    <a:pt x="0" y="280"/>
                  </a:moveTo>
                  <a:lnTo>
                    <a:pt x="0" y="280"/>
                  </a:lnTo>
                  <a:cubicBezTo>
                    <a:pt x="0" y="284"/>
                    <a:pt x="1" y="291"/>
                    <a:pt x="1" y="298"/>
                  </a:cubicBezTo>
                  <a:cubicBezTo>
                    <a:pt x="3" y="310"/>
                    <a:pt x="4" y="324"/>
                    <a:pt x="5" y="336"/>
                  </a:cubicBezTo>
                  <a:cubicBezTo>
                    <a:pt x="8" y="350"/>
                    <a:pt x="10" y="363"/>
                    <a:pt x="11" y="369"/>
                  </a:cubicBezTo>
                  <a:cubicBezTo>
                    <a:pt x="11" y="374"/>
                    <a:pt x="14" y="376"/>
                    <a:pt x="15" y="378"/>
                  </a:cubicBezTo>
                  <a:cubicBezTo>
                    <a:pt x="18" y="380"/>
                    <a:pt x="19" y="382"/>
                    <a:pt x="22" y="383"/>
                  </a:cubicBezTo>
                  <a:cubicBezTo>
                    <a:pt x="27" y="386"/>
                    <a:pt x="33" y="389"/>
                    <a:pt x="38" y="393"/>
                  </a:cubicBezTo>
                  <a:cubicBezTo>
                    <a:pt x="48" y="397"/>
                    <a:pt x="58" y="401"/>
                    <a:pt x="66" y="404"/>
                  </a:cubicBezTo>
                  <a:cubicBezTo>
                    <a:pt x="70" y="405"/>
                    <a:pt x="73" y="406"/>
                    <a:pt x="75" y="408"/>
                  </a:cubicBezTo>
                  <a:cubicBezTo>
                    <a:pt x="77" y="409"/>
                    <a:pt x="78" y="409"/>
                    <a:pt x="80" y="409"/>
                  </a:cubicBezTo>
                  <a:cubicBezTo>
                    <a:pt x="81" y="409"/>
                    <a:pt x="81" y="409"/>
                    <a:pt x="81" y="409"/>
                  </a:cubicBezTo>
                  <a:cubicBezTo>
                    <a:pt x="82" y="411"/>
                    <a:pt x="82" y="411"/>
                    <a:pt x="82" y="411"/>
                  </a:cubicBezTo>
                  <a:cubicBezTo>
                    <a:pt x="84" y="411"/>
                    <a:pt x="84" y="411"/>
                    <a:pt x="85" y="411"/>
                  </a:cubicBezTo>
                  <a:cubicBezTo>
                    <a:pt x="408" y="411"/>
                    <a:pt x="408" y="411"/>
                    <a:pt x="408" y="411"/>
                  </a:cubicBezTo>
                  <a:cubicBezTo>
                    <a:pt x="409" y="411"/>
                    <a:pt x="409" y="411"/>
                    <a:pt x="410" y="411"/>
                  </a:cubicBezTo>
                  <a:cubicBezTo>
                    <a:pt x="412" y="411"/>
                    <a:pt x="412" y="409"/>
                    <a:pt x="413" y="409"/>
                  </a:cubicBezTo>
                  <a:cubicBezTo>
                    <a:pt x="416" y="409"/>
                    <a:pt x="420" y="408"/>
                    <a:pt x="426" y="405"/>
                  </a:cubicBezTo>
                  <a:cubicBezTo>
                    <a:pt x="443" y="401"/>
                    <a:pt x="469" y="391"/>
                    <a:pt x="469" y="391"/>
                  </a:cubicBezTo>
                  <a:cubicBezTo>
                    <a:pt x="471" y="391"/>
                    <a:pt x="471" y="391"/>
                    <a:pt x="471" y="391"/>
                  </a:cubicBezTo>
                  <a:cubicBezTo>
                    <a:pt x="472" y="391"/>
                    <a:pt x="475" y="390"/>
                    <a:pt x="479" y="386"/>
                  </a:cubicBezTo>
                  <a:cubicBezTo>
                    <a:pt x="482" y="384"/>
                    <a:pt x="483" y="383"/>
                    <a:pt x="486" y="380"/>
                  </a:cubicBezTo>
                  <a:cubicBezTo>
                    <a:pt x="487" y="378"/>
                    <a:pt x="490" y="374"/>
                    <a:pt x="491" y="369"/>
                  </a:cubicBezTo>
                  <a:lnTo>
                    <a:pt x="491" y="369"/>
                  </a:lnTo>
                  <a:cubicBezTo>
                    <a:pt x="497" y="336"/>
                    <a:pt x="501" y="305"/>
                    <a:pt x="502" y="291"/>
                  </a:cubicBezTo>
                  <a:lnTo>
                    <a:pt x="502" y="291"/>
                  </a:lnTo>
                  <a:cubicBezTo>
                    <a:pt x="502" y="290"/>
                    <a:pt x="502" y="288"/>
                    <a:pt x="502" y="287"/>
                  </a:cubicBezTo>
                  <a:cubicBezTo>
                    <a:pt x="502" y="282"/>
                    <a:pt x="502" y="276"/>
                    <a:pt x="500" y="272"/>
                  </a:cubicBezTo>
                  <a:lnTo>
                    <a:pt x="500" y="272"/>
                  </a:lnTo>
                  <a:cubicBezTo>
                    <a:pt x="421" y="69"/>
                    <a:pt x="421" y="69"/>
                    <a:pt x="421" y="69"/>
                  </a:cubicBezTo>
                  <a:cubicBezTo>
                    <a:pt x="419" y="63"/>
                    <a:pt x="413" y="59"/>
                    <a:pt x="408" y="59"/>
                  </a:cubicBezTo>
                  <a:cubicBezTo>
                    <a:pt x="364" y="59"/>
                    <a:pt x="364" y="59"/>
                    <a:pt x="364" y="59"/>
                  </a:cubicBezTo>
                  <a:cubicBezTo>
                    <a:pt x="364" y="15"/>
                    <a:pt x="364" y="15"/>
                    <a:pt x="364" y="15"/>
                  </a:cubicBezTo>
                  <a:cubicBezTo>
                    <a:pt x="364" y="7"/>
                    <a:pt x="357" y="0"/>
                    <a:pt x="349" y="0"/>
                  </a:cubicBezTo>
                  <a:cubicBezTo>
                    <a:pt x="340" y="0"/>
                    <a:pt x="335" y="7"/>
                    <a:pt x="335" y="15"/>
                  </a:cubicBezTo>
                  <a:cubicBezTo>
                    <a:pt x="335" y="59"/>
                    <a:pt x="335" y="59"/>
                    <a:pt x="335" y="59"/>
                  </a:cubicBezTo>
                  <a:cubicBezTo>
                    <a:pt x="188" y="59"/>
                    <a:pt x="188" y="59"/>
                    <a:pt x="188" y="59"/>
                  </a:cubicBezTo>
                  <a:cubicBezTo>
                    <a:pt x="188" y="15"/>
                    <a:pt x="188" y="15"/>
                    <a:pt x="188" y="15"/>
                  </a:cubicBezTo>
                  <a:cubicBezTo>
                    <a:pt x="188" y="7"/>
                    <a:pt x="181" y="0"/>
                    <a:pt x="173" y="0"/>
                  </a:cubicBezTo>
                  <a:cubicBezTo>
                    <a:pt x="165" y="0"/>
                    <a:pt x="159" y="7"/>
                    <a:pt x="159" y="15"/>
                  </a:cubicBezTo>
                  <a:cubicBezTo>
                    <a:pt x="159" y="59"/>
                    <a:pt x="159" y="59"/>
                    <a:pt x="159" y="59"/>
                  </a:cubicBezTo>
                  <a:cubicBezTo>
                    <a:pt x="85" y="59"/>
                    <a:pt x="85" y="59"/>
                    <a:pt x="85" y="59"/>
                  </a:cubicBezTo>
                  <a:cubicBezTo>
                    <a:pt x="80" y="59"/>
                    <a:pt x="74" y="63"/>
                    <a:pt x="71" y="69"/>
                  </a:cubicBezTo>
                  <a:cubicBezTo>
                    <a:pt x="1" y="273"/>
                    <a:pt x="1" y="273"/>
                    <a:pt x="1" y="273"/>
                  </a:cubicBezTo>
                  <a:lnTo>
                    <a:pt x="1" y="273"/>
                  </a:lnTo>
                  <a:lnTo>
                    <a:pt x="1" y="275"/>
                  </a:lnTo>
                  <a:cubicBezTo>
                    <a:pt x="0" y="277"/>
                    <a:pt x="0" y="279"/>
                    <a:pt x="0" y="280"/>
                  </a:cubicBezTo>
                  <a:close/>
                  <a:moveTo>
                    <a:pt x="96" y="88"/>
                  </a:moveTo>
                  <a:lnTo>
                    <a:pt x="96" y="88"/>
                  </a:lnTo>
                  <a:cubicBezTo>
                    <a:pt x="173" y="88"/>
                    <a:pt x="173" y="88"/>
                    <a:pt x="173" y="88"/>
                  </a:cubicBezTo>
                  <a:lnTo>
                    <a:pt x="173" y="88"/>
                  </a:lnTo>
                  <a:lnTo>
                    <a:pt x="173" y="88"/>
                  </a:lnTo>
                  <a:cubicBezTo>
                    <a:pt x="349" y="88"/>
                    <a:pt x="349" y="88"/>
                    <a:pt x="349" y="88"/>
                  </a:cubicBezTo>
                  <a:lnTo>
                    <a:pt x="349" y="88"/>
                  </a:lnTo>
                  <a:lnTo>
                    <a:pt x="349" y="88"/>
                  </a:lnTo>
                  <a:cubicBezTo>
                    <a:pt x="398" y="88"/>
                    <a:pt x="398" y="88"/>
                    <a:pt x="398" y="88"/>
                  </a:cubicBezTo>
                  <a:cubicBezTo>
                    <a:pt x="472" y="283"/>
                    <a:pt x="472" y="283"/>
                    <a:pt x="472" y="283"/>
                  </a:cubicBezTo>
                  <a:lnTo>
                    <a:pt x="472" y="283"/>
                  </a:lnTo>
                  <a:cubicBezTo>
                    <a:pt x="474" y="287"/>
                    <a:pt x="474" y="287"/>
                    <a:pt x="474" y="287"/>
                  </a:cubicBezTo>
                  <a:cubicBezTo>
                    <a:pt x="474" y="288"/>
                    <a:pt x="474" y="288"/>
                    <a:pt x="474" y="288"/>
                  </a:cubicBezTo>
                  <a:cubicBezTo>
                    <a:pt x="472" y="301"/>
                    <a:pt x="468" y="331"/>
                    <a:pt x="463" y="363"/>
                  </a:cubicBezTo>
                  <a:cubicBezTo>
                    <a:pt x="461" y="364"/>
                    <a:pt x="461" y="364"/>
                    <a:pt x="461" y="364"/>
                  </a:cubicBezTo>
                  <a:cubicBezTo>
                    <a:pt x="460" y="364"/>
                    <a:pt x="460" y="364"/>
                    <a:pt x="460" y="364"/>
                  </a:cubicBezTo>
                  <a:cubicBezTo>
                    <a:pt x="456" y="365"/>
                    <a:pt x="445" y="369"/>
                    <a:pt x="432" y="374"/>
                  </a:cubicBezTo>
                  <a:cubicBezTo>
                    <a:pt x="426" y="375"/>
                    <a:pt x="419" y="378"/>
                    <a:pt x="413" y="379"/>
                  </a:cubicBezTo>
                  <a:cubicBezTo>
                    <a:pt x="410" y="380"/>
                    <a:pt x="408" y="380"/>
                    <a:pt x="406" y="380"/>
                  </a:cubicBezTo>
                  <a:cubicBezTo>
                    <a:pt x="406" y="382"/>
                    <a:pt x="406" y="382"/>
                    <a:pt x="406" y="382"/>
                  </a:cubicBezTo>
                  <a:cubicBezTo>
                    <a:pt x="88" y="382"/>
                    <a:pt x="88" y="382"/>
                    <a:pt x="88" y="382"/>
                  </a:cubicBezTo>
                  <a:cubicBezTo>
                    <a:pt x="86" y="380"/>
                    <a:pt x="86" y="380"/>
                    <a:pt x="85" y="380"/>
                  </a:cubicBezTo>
                  <a:cubicBezTo>
                    <a:pt x="78" y="378"/>
                    <a:pt x="64" y="372"/>
                    <a:pt x="54" y="367"/>
                  </a:cubicBezTo>
                  <a:cubicBezTo>
                    <a:pt x="48" y="364"/>
                    <a:pt x="43" y="361"/>
                    <a:pt x="40" y="360"/>
                  </a:cubicBezTo>
                  <a:cubicBezTo>
                    <a:pt x="40" y="360"/>
                    <a:pt x="38" y="360"/>
                    <a:pt x="38" y="358"/>
                  </a:cubicBezTo>
                  <a:cubicBezTo>
                    <a:pt x="37" y="350"/>
                    <a:pt x="36" y="335"/>
                    <a:pt x="33" y="320"/>
                  </a:cubicBezTo>
                  <a:cubicBezTo>
                    <a:pt x="33" y="312"/>
                    <a:pt x="32" y="304"/>
                    <a:pt x="30" y="295"/>
                  </a:cubicBezTo>
                  <a:cubicBezTo>
                    <a:pt x="30" y="288"/>
                    <a:pt x="30" y="283"/>
                    <a:pt x="30" y="280"/>
                  </a:cubicBezTo>
                  <a:lnTo>
                    <a:pt x="96"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8">
              <a:extLst>
                <a:ext uri="{FF2B5EF4-FFF2-40B4-BE49-F238E27FC236}">
                  <a16:creationId xmlns:a16="http://schemas.microsoft.com/office/drawing/2014/main" id="{C7DF8DF1-ACD2-0736-1B4B-C843939A1B2B}"/>
                </a:ext>
              </a:extLst>
            </p:cNvPr>
            <p:cNvSpPr>
              <a:spLocks noChangeArrowheads="1"/>
            </p:cNvSpPr>
            <p:nvPr/>
          </p:nvSpPr>
          <p:spPr bwMode="auto">
            <a:xfrm>
              <a:off x="2162175" y="5635625"/>
              <a:ext cx="88900" cy="76200"/>
            </a:xfrm>
            <a:custGeom>
              <a:avLst/>
              <a:gdLst>
                <a:gd name="T0" fmla="*/ 37 w 249"/>
                <a:gd name="T1" fmla="*/ 181 h 212"/>
                <a:gd name="T2" fmla="*/ 37 w 249"/>
                <a:gd name="T3" fmla="*/ 181 h 212"/>
                <a:gd name="T4" fmla="*/ 123 w 249"/>
                <a:gd name="T5" fmla="*/ 211 h 212"/>
                <a:gd name="T6" fmla="*/ 211 w 249"/>
                <a:gd name="T7" fmla="*/ 181 h 212"/>
                <a:gd name="T8" fmla="*/ 248 w 249"/>
                <a:gd name="T9" fmla="*/ 106 h 212"/>
                <a:gd name="T10" fmla="*/ 211 w 249"/>
                <a:gd name="T11" fmla="*/ 30 h 212"/>
                <a:gd name="T12" fmla="*/ 123 w 249"/>
                <a:gd name="T13" fmla="*/ 0 h 212"/>
                <a:gd name="T14" fmla="*/ 37 w 249"/>
                <a:gd name="T15" fmla="*/ 30 h 212"/>
                <a:gd name="T16" fmla="*/ 0 w 249"/>
                <a:gd name="T17" fmla="*/ 106 h 212"/>
                <a:gd name="T18" fmla="*/ 37 w 249"/>
                <a:gd name="T19" fmla="*/ 181 h 212"/>
                <a:gd name="T20" fmla="*/ 55 w 249"/>
                <a:gd name="T21" fmla="*/ 52 h 212"/>
                <a:gd name="T22" fmla="*/ 55 w 249"/>
                <a:gd name="T23" fmla="*/ 52 h 212"/>
                <a:gd name="T24" fmla="*/ 123 w 249"/>
                <a:gd name="T25" fmla="*/ 29 h 212"/>
                <a:gd name="T26" fmla="*/ 192 w 249"/>
                <a:gd name="T27" fmla="*/ 52 h 212"/>
                <a:gd name="T28" fmla="*/ 219 w 249"/>
                <a:gd name="T29" fmla="*/ 106 h 212"/>
                <a:gd name="T30" fmla="*/ 192 w 249"/>
                <a:gd name="T31" fmla="*/ 158 h 212"/>
                <a:gd name="T32" fmla="*/ 123 w 249"/>
                <a:gd name="T33" fmla="*/ 181 h 212"/>
                <a:gd name="T34" fmla="*/ 55 w 249"/>
                <a:gd name="T35" fmla="*/ 158 h 212"/>
                <a:gd name="T36" fmla="*/ 28 w 249"/>
                <a:gd name="T37" fmla="*/ 106 h 212"/>
                <a:gd name="T38" fmla="*/ 55 w 249"/>
                <a:gd name="T39" fmla="*/ 52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2">
                  <a:moveTo>
                    <a:pt x="37" y="181"/>
                  </a:moveTo>
                  <a:lnTo>
                    <a:pt x="37" y="181"/>
                  </a:lnTo>
                  <a:cubicBezTo>
                    <a:pt x="59" y="200"/>
                    <a:pt x="90" y="211"/>
                    <a:pt x="123" y="211"/>
                  </a:cubicBezTo>
                  <a:cubicBezTo>
                    <a:pt x="157" y="211"/>
                    <a:pt x="188" y="200"/>
                    <a:pt x="211" y="181"/>
                  </a:cubicBezTo>
                  <a:cubicBezTo>
                    <a:pt x="233" y="162"/>
                    <a:pt x="248" y="136"/>
                    <a:pt x="248" y="106"/>
                  </a:cubicBezTo>
                  <a:cubicBezTo>
                    <a:pt x="248" y="75"/>
                    <a:pt x="233" y="48"/>
                    <a:pt x="211" y="30"/>
                  </a:cubicBezTo>
                  <a:cubicBezTo>
                    <a:pt x="188" y="11"/>
                    <a:pt x="157" y="0"/>
                    <a:pt x="123" y="0"/>
                  </a:cubicBezTo>
                  <a:cubicBezTo>
                    <a:pt x="90" y="0"/>
                    <a:pt x="59" y="11"/>
                    <a:pt x="37" y="30"/>
                  </a:cubicBezTo>
                  <a:cubicBezTo>
                    <a:pt x="13" y="48"/>
                    <a:pt x="0" y="75"/>
                    <a:pt x="0" y="106"/>
                  </a:cubicBezTo>
                  <a:cubicBezTo>
                    <a:pt x="0" y="136"/>
                    <a:pt x="13" y="162"/>
                    <a:pt x="37" y="181"/>
                  </a:cubicBezTo>
                  <a:close/>
                  <a:moveTo>
                    <a:pt x="55" y="52"/>
                  </a:moveTo>
                  <a:lnTo>
                    <a:pt x="55" y="52"/>
                  </a:lnTo>
                  <a:cubicBezTo>
                    <a:pt x="72" y="38"/>
                    <a:pt x="97" y="29"/>
                    <a:pt x="123" y="29"/>
                  </a:cubicBezTo>
                  <a:cubicBezTo>
                    <a:pt x="151" y="29"/>
                    <a:pt x="175" y="38"/>
                    <a:pt x="192" y="52"/>
                  </a:cubicBezTo>
                  <a:cubicBezTo>
                    <a:pt x="210" y="67"/>
                    <a:pt x="219" y="85"/>
                    <a:pt x="219" y="106"/>
                  </a:cubicBezTo>
                  <a:cubicBezTo>
                    <a:pt x="219" y="126"/>
                    <a:pt x="210" y="144"/>
                    <a:pt x="192" y="158"/>
                  </a:cubicBezTo>
                  <a:cubicBezTo>
                    <a:pt x="175" y="173"/>
                    <a:pt x="151" y="181"/>
                    <a:pt x="123" y="181"/>
                  </a:cubicBezTo>
                  <a:cubicBezTo>
                    <a:pt x="97" y="181"/>
                    <a:pt x="72" y="173"/>
                    <a:pt x="55" y="158"/>
                  </a:cubicBezTo>
                  <a:cubicBezTo>
                    <a:pt x="38" y="144"/>
                    <a:pt x="28" y="126"/>
                    <a:pt x="28" y="106"/>
                  </a:cubicBezTo>
                  <a:cubicBezTo>
                    <a:pt x="28" y="85"/>
                    <a:pt x="38" y="67"/>
                    <a:pt x="55"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A727DC8B-04CA-112C-C591-303B4100DA5C}"/>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77254A8A-4D8A-EE0F-7DB3-9E3DCF64E73C}"/>
                </a:ext>
              </a:extLst>
            </p:cNvPr>
            <p:cNvSpPr>
              <a:spLocks noChangeArrowheads="1"/>
            </p:cNvSpPr>
            <p:nvPr/>
          </p:nvSpPr>
          <p:spPr bwMode="auto">
            <a:xfrm>
              <a:off x="2270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A0CCBAD1-B481-6EB5-6CE0-136965D49CCD}"/>
                </a:ext>
              </a:extLst>
            </p:cNvPr>
            <p:cNvSpPr>
              <a:spLocks noChangeArrowheads="1"/>
            </p:cNvSpPr>
            <p:nvPr/>
          </p:nvSpPr>
          <p:spPr bwMode="auto">
            <a:xfrm>
              <a:off x="2143125" y="55657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21EEAA37-E881-1CF9-16EC-79F8E872CD95}"/>
                </a:ext>
              </a:extLst>
            </p:cNvPr>
            <p:cNvSpPr>
              <a:spLocks noChangeArrowheads="1"/>
            </p:cNvSpPr>
            <p:nvPr/>
          </p:nvSpPr>
          <p:spPr bwMode="auto">
            <a:xfrm>
              <a:off x="2079625" y="5524500"/>
              <a:ext cx="252413" cy="88900"/>
            </a:xfrm>
            <a:custGeom>
              <a:avLst/>
              <a:gdLst>
                <a:gd name="T0" fmla="*/ 701 w 703"/>
                <a:gd name="T1" fmla="*/ 136 h 247"/>
                <a:gd name="T2" fmla="*/ 701 w 703"/>
                <a:gd name="T3" fmla="*/ 136 h 247"/>
                <a:gd name="T4" fmla="*/ 676 w 703"/>
                <a:gd name="T5" fmla="*/ 106 h 247"/>
                <a:gd name="T6" fmla="*/ 26 w 703"/>
                <a:gd name="T7" fmla="*/ 106 h 247"/>
                <a:gd name="T8" fmla="*/ 1 w 703"/>
                <a:gd name="T9" fmla="*/ 136 h 247"/>
                <a:gd name="T10" fmla="*/ 0 w 703"/>
                <a:gd name="T11" fmla="*/ 145 h 247"/>
                <a:gd name="T12" fmla="*/ 4 w 703"/>
                <a:gd name="T13" fmla="*/ 160 h 247"/>
                <a:gd name="T14" fmla="*/ 49 w 703"/>
                <a:gd name="T15" fmla="*/ 230 h 247"/>
                <a:gd name="T16" fmla="*/ 83 w 703"/>
                <a:gd name="T17" fmla="*/ 246 h 247"/>
                <a:gd name="T18" fmla="*/ 131 w 703"/>
                <a:gd name="T19" fmla="*/ 226 h 247"/>
                <a:gd name="T20" fmla="*/ 179 w 703"/>
                <a:gd name="T21" fmla="*/ 208 h 247"/>
                <a:gd name="T22" fmla="*/ 206 w 703"/>
                <a:gd name="T23" fmla="*/ 162 h 247"/>
                <a:gd name="T24" fmla="*/ 200 w 703"/>
                <a:gd name="T25" fmla="*/ 140 h 247"/>
                <a:gd name="T26" fmla="*/ 201 w 703"/>
                <a:gd name="T27" fmla="*/ 129 h 247"/>
                <a:gd name="T28" fmla="*/ 207 w 703"/>
                <a:gd name="T29" fmla="*/ 125 h 247"/>
                <a:gd name="T30" fmla="*/ 351 w 703"/>
                <a:gd name="T31" fmla="*/ 106 h 247"/>
                <a:gd name="T32" fmla="*/ 486 w 703"/>
                <a:gd name="T33" fmla="*/ 120 h 247"/>
                <a:gd name="T34" fmla="*/ 505 w 703"/>
                <a:gd name="T35" fmla="*/ 128 h 247"/>
                <a:gd name="T36" fmla="*/ 505 w 703"/>
                <a:gd name="T37" fmla="*/ 129 h 247"/>
                <a:gd name="T38" fmla="*/ 508 w 703"/>
                <a:gd name="T39" fmla="*/ 136 h 247"/>
                <a:gd name="T40" fmla="*/ 506 w 703"/>
                <a:gd name="T41" fmla="*/ 139 h 247"/>
                <a:gd name="T42" fmla="*/ 501 w 703"/>
                <a:gd name="T43" fmla="*/ 161 h 247"/>
                <a:gd name="T44" fmla="*/ 528 w 703"/>
                <a:gd name="T45" fmla="*/ 206 h 247"/>
                <a:gd name="T46" fmla="*/ 601 w 703"/>
                <a:gd name="T47" fmla="*/ 241 h 247"/>
                <a:gd name="T48" fmla="*/ 639 w 703"/>
                <a:gd name="T49" fmla="*/ 242 h 247"/>
                <a:gd name="T50" fmla="*/ 653 w 703"/>
                <a:gd name="T51" fmla="*/ 231 h 247"/>
                <a:gd name="T52" fmla="*/ 653 w 703"/>
                <a:gd name="T53" fmla="*/ 230 h 247"/>
                <a:gd name="T54" fmla="*/ 702 w 703"/>
                <a:gd name="T55" fmla="*/ 145 h 247"/>
                <a:gd name="T56" fmla="*/ 628 w 703"/>
                <a:gd name="T57" fmla="*/ 215 h 247"/>
                <a:gd name="T58" fmla="*/ 627 w 703"/>
                <a:gd name="T59" fmla="*/ 216 h 247"/>
                <a:gd name="T60" fmla="*/ 615 w 703"/>
                <a:gd name="T61" fmla="*/ 215 h 247"/>
                <a:gd name="T62" fmla="*/ 538 w 703"/>
                <a:gd name="T63" fmla="*/ 179 h 247"/>
                <a:gd name="T64" fmla="*/ 530 w 703"/>
                <a:gd name="T65" fmla="*/ 168 h 247"/>
                <a:gd name="T66" fmla="*/ 535 w 703"/>
                <a:gd name="T67" fmla="*/ 147 h 247"/>
                <a:gd name="T68" fmla="*/ 531 w 703"/>
                <a:gd name="T69" fmla="*/ 114 h 247"/>
                <a:gd name="T70" fmla="*/ 475 w 703"/>
                <a:gd name="T71" fmla="*/ 88 h 247"/>
                <a:gd name="T72" fmla="*/ 263 w 703"/>
                <a:gd name="T73" fmla="*/ 83 h 247"/>
                <a:gd name="T74" fmla="*/ 192 w 703"/>
                <a:gd name="T75" fmla="*/ 101 h 247"/>
                <a:gd name="T76" fmla="*/ 170 w 703"/>
                <a:gd name="T77" fmla="*/ 136 h 247"/>
                <a:gd name="T78" fmla="*/ 171 w 703"/>
                <a:gd name="T79" fmla="*/ 147 h 247"/>
                <a:gd name="T80" fmla="*/ 177 w 703"/>
                <a:gd name="T81" fmla="*/ 171 h 247"/>
                <a:gd name="T82" fmla="*/ 170 w 703"/>
                <a:gd name="T83" fmla="*/ 179 h 247"/>
                <a:gd name="T84" fmla="*/ 86 w 703"/>
                <a:gd name="T85" fmla="*/ 213 h 247"/>
                <a:gd name="T86" fmla="*/ 78 w 703"/>
                <a:gd name="T87" fmla="*/ 217 h 247"/>
                <a:gd name="T88" fmla="*/ 28 w 703"/>
                <a:gd name="T89" fmla="*/ 145 h 247"/>
                <a:gd name="T90" fmla="*/ 33 w 703"/>
                <a:gd name="T91" fmla="*/ 138 h 247"/>
                <a:gd name="T92" fmla="*/ 351 w 703"/>
                <a:gd name="T93" fmla="*/ 29 h 247"/>
                <a:gd name="T94" fmla="*/ 670 w 703"/>
                <a:gd name="T95" fmla="*/ 138 h 247"/>
                <a:gd name="T96" fmla="*/ 674 w 703"/>
                <a:gd name="T97" fmla="*/ 145 h 2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3" h="247">
                  <a:moveTo>
                    <a:pt x="701" y="136"/>
                  </a:moveTo>
                  <a:lnTo>
                    <a:pt x="701" y="136"/>
                  </a:lnTo>
                  <a:lnTo>
                    <a:pt x="701" y="136"/>
                  </a:lnTo>
                  <a:lnTo>
                    <a:pt x="701" y="136"/>
                  </a:lnTo>
                  <a:cubicBezTo>
                    <a:pt x="700" y="129"/>
                    <a:pt x="696" y="123"/>
                    <a:pt x="690" y="119"/>
                  </a:cubicBezTo>
                  <a:cubicBezTo>
                    <a:pt x="686" y="113"/>
                    <a:pt x="680" y="109"/>
                    <a:pt x="676" y="106"/>
                  </a:cubicBezTo>
                  <a:cubicBezTo>
                    <a:pt x="589" y="46"/>
                    <a:pt x="465" y="0"/>
                    <a:pt x="351" y="0"/>
                  </a:cubicBezTo>
                  <a:cubicBezTo>
                    <a:pt x="237" y="0"/>
                    <a:pt x="114" y="43"/>
                    <a:pt x="26" y="106"/>
                  </a:cubicBezTo>
                  <a:cubicBezTo>
                    <a:pt x="22" y="109"/>
                    <a:pt x="16" y="113"/>
                    <a:pt x="12" y="119"/>
                  </a:cubicBezTo>
                  <a:cubicBezTo>
                    <a:pt x="6" y="123"/>
                    <a:pt x="2" y="129"/>
                    <a:pt x="1" y="136"/>
                  </a:cubicBezTo>
                  <a:lnTo>
                    <a:pt x="1" y="136"/>
                  </a:lnTo>
                  <a:cubicBezTo>
                    <a:pt x="0" y="139"/>
                    <a:pt x="0" y="142"/>
                    <a:pt x="0" y="145"/>
                  </a:cubicBezTo>
                  <a:cubicBezTo>
                    <a:pt x="0" y="149"/>
                    <a:pt x="1" y="154"/>
                    <a:pt x="4" y="160"/>
                  </a:cubicBezTo>
                  <a:lnTo>
                    <a:pt x="4" y="160"/>
                  </a:lnTo>
                  <a:cubicBezTo>
                    <a:pt x="49" y="230"/>
                    <a:pt x="49" y="230"/>
                    <a:pt x="49" y="230"/>
                  </a:cubicBezTo>
                  <a:lnTo>
                    <a:pt x="49" y="230"/>
                  </a:lnTo>
                  <a:cubicBezTo>
                    <a:pt x="56" y="241"/>
                    <a:pt x="68" y="246"/>
                    <a:pt x="81" y="246"/>
                  </a:cubicBezTo>
                  <a:cubicBezTo>
                    <a:pt x="82" y="246"/>
                    <a:pt x="83" y="246"/>
                    <a:pt x="83" y="246"/>
                  </a:cubicBezTo>
                  <a:cubicBezTo>
                    <a:pt x="86" y="245"/>
                    <a:pt x="87" y="245"/>
                    <a:pt x="90" y="243"/>
                  </a:cubicBezTo>
                  <a:cubicBezTo>
                    <a:pt x="100" y="241"/>
                    <a:pt x="115" y="234"/>
                    <a:pt x="131" y="226"/>
                  </a:cubicBezTo>
                  <a:cubicBezTo>
                    <a:pt x="148" y="219"/>
                    <a:pt x="167" y="212"/>
                    <a:pt x="179" y="208"/>
                  </a:cubicBezTo>
                  <a:lnTo>
                    <a:pt x="179" y="208"/>
                  </a:lnTo>
                  <a:cubicBezTo>
                    <a:pt x="195" y="201"/>
                    <a:pt x="207" y="187"/>
                    <a:pt x="207" y="171"/>
                  </a:cubicBezTo>
                  <a:cubicBezTo>
                    <a:pt x="207" y="168"/>
                    <a:pt x="207" y="165"/>
                    <a:pt x="206" y="162"/>
                  </a:cubicBezTo>
                  <a:lnTo>
                    <a:pt x="206" y="162"/>
                  </a:lnTo>
                  <a:cubicBezTo>
                    <a:pt x="200" y="140"/>
                    <a:pt x="200" y="140"/>
                    <a:pt x="200" y="140"/>
                  </a:cubicBezTo>
                  <a:cubicBezTo>
                    <a:pt x="200" y="136"/>
                    <a:pt x="200" y="136"/>
                    <a:pt x="200" y="136"/>
                  </a:cubicBezTo>
                  <a:cubicBezTo>
                    <a:pt x="200" y="134"/>
                    <a:pt x="200" y="132"/>
                    <a:pt x="201" y="129"/>
                  </a:cubicBezTo>
                  <a:lnTo>
                    <a:pt x="201" y="129"/>
                  </a:lnTo>
                  <a:cubicBezTo>
                    <a:pt x="201" y="129"/>
                    <a:pt x="203" y="128"/>
                    <a:pt x="207" y="125"/>
                  </a:cubicBezTo>
                  <a:cubicBezTo>
                    <a:pt x="214" y="123"/>
                    <a:pt x="225" y="119"/>
                    <a:pt x="238" y="116"/>
                  </a:cubicBezTo>
                  <a:cubicBezTo>
                    <a:pt x="278" y="109"/>
                    <a:pt x="335" y="106"/>
                    <a:pt x="351" y="106"/>
                  </a:cubicBezTo>
                  <a:cubicBezTo>
                    <a:pt x="365" y="106"/>
                    <a:pt x="402" y="108"/>
                    <a:pt x="438" y="112"/>
                  </a:cubicBezTo>
                  <a:cubicBezTo>
                    <a:pt x="455" y="114"/>
                    <a:pt x="472" y="117"/>
                    <a:pt x="486" y="120"/>
                  </a:cubicBezTo>
                  <a:cubicBezTo>
                    <a:pt x="492" y="123"/>
                    <a:pt x="497" y="124"/>
                    <a:pt x="501" y="125"/>
                  </a:cubicBezTo>
                  <a:cubicBezTo>
                    <a:pt x="502" y="127"/>
                    <a:pt x="503" y="128"/>
                    <a:pt x="505" y="128"/>
                  </a:cubicBezTo>
                  <a:cubicBezTo>
                    <a:pt x="505" y="129"/>
                    <a:pt x="505" y="129"/>
                    <a:pt x="505" y="129"/>
                  </a:cubicBezTo>
                  <a:lnTo>
                    <a:pt x="505" y="129"/>
                  </a:lnTo>
                  <a:lnTo>
                    <a:pt x="505" y="129"/>
                  </a:lnTo>
                  <a:cubicBezTo>
                    <a:pt x="506" y="131"/>
                    <a:pt x="508" y="134"/>
                    <a:pt x="508" y="136"/>
                  </a:cubicBezTo>
                  <a:cubicBezTo>
                    <a:pt x="506" y="139"/>
                    <a:pt x="506" y="139"/>
                    <a:pt x="506" y="139"/>
                  </a:cubicBezTo>
                  <a:lnTo>
                    <a:pt x="506" y="139"/>
                  </a:lnTo>
                  <a:cubicBezTo>
                    <a:pt x="502" y="158"/>
                    <a:pt x="503" y="154"/>
                    <a:pt x="501" y="161"/>
                  </a:cubicBezTo>
                  <a:lnTo>
                    <a:pt x="501" y="161"/>
                  </a:lnTo>
                  <a:cubicBezTo>
                    <a:pt x="501" y="164"/>
                    <a:pt x="499" y="167"/>
                    <a:pt x="499" y="169"/>
                  </a:cubicBezTo>
                  <a:cubicBezTo>
                    <a:pt x="501" y="187"/>
                    <a:pt x="512" y="201"/>
                    <a:pt x="528" y="206"/>
                  </a:cubicBezTo>
                  <a:lnTo>
                    <a:pt x="528" y="206"/>
                  </a:lnTo>
                  <a:cubicBezTo>
                    <a:pt x="554" y="216"/>
                    <a:pt x="575" y="227"/>
                    <a:pt x="601" y="241"/>
                  </a:cubicBezTo>
                  <a:cubicBezTo>
                    <a:pt x="608" y="245"/>
                    <a:pt x="615" y="246"/>
                    <a:pt x="623" y="246"/>
                  </a:cubicBezTo>
                  <a:cubicBezTo>
                    <a:pt x="628" y="246"/>
                    <a:pt x="634" y="245"/>
                    <a:pt x="639" y="242"/>
                  </a:cubicBezTo>
                  <a:cubicBezTo>
                    <a:pt x="645" y="241"/>
                    <a:pt x="650" y="237"/>
                    <a:pt x="653" y="231"/>
                  </a:cubicBezTo>
                  <a:lnTo>
                    <a:pt x="653" y="231"/>
                  </a:lnTo>
                  <a:cubicBezTo>
                    <a:pt x="653" y="230"/>
                    <a:pt x="653" y="230"/>
                    <a:pt x="653" y="230"/>
                  </a:cubicBezTo>
                  <a:lnTo>
                    <a:pt x="653" y="230"/>
                  </a:lnTo>
                  <a:cubicBezTo>
                    <a:pt x="654" y="228"/>
                    <a:pt x="660" y="220"/>
                    <a:pt x="698" y="160"/>
                  </a:cubicBezTo>
                  <a:cubicBezTo>
                    <a:pt x="701" y="154"/>
                    <a:pt x="702" y="149"/>
                    <a:pt x="702" y="145"/>
                  </a:cubicBezTo>
                  <a:cubicBezTo>
                    <a:pt x="702" y="142"/>
                    <a:pt x="702" y="139"/>
                    <a:pt x="701" y="136"/>
                  </a:cubicBezTo>
                  <a:close/>
                  <a:moveTo>
                    <a:pt x="628" y="215"/>
                  </a:moveTo>
                  <a:lnTo>
                    <a:pt x="628" y="215"/>
                  </a:lnTo>
                  <a:cubicBezTo>
                    <a:pt x="627" y="216"/>
                    <a:pt x="627" y="216"/>
                    <a:pt x="627" y="216"/>
                  </a:cubicBezTo>
                  <a:cubicBezTo>
                    <a:pt x="626" y="216"/>
                    <a:pt x="624" y="217"/>
                    <a:pt x="623" y="217"/>
                  </a:cubicBezTo>
                  <a:cubicBezTo>
                    <a:pt x="620" y="217"/>
                    <a:pt x="617" y="216"/>
                    <a:pt x="615" y="215"/>
                  </a:cubicBezTo>
                  <a:cubicBezTo>
                    <a:pt x="590" y="201"/>
                    <a:pt x="567" y="189"/>
                    <a:pt x="538" y="179"/>
                  </a:cubicBezTo>
                  <a:lnTo>
                    <a:pt x="538" y="179"/>
                  </a:lnTo>
                  <a:cubicBezTo>
                    <a:pt x="532" y="178"/>
                    <a:pt x="530" y="172"/>
                    <a:pt x="530" y="169"/>
                  </a:cubicBezTo>
                  <a:cubicBezTo>
                    <a:pt x="530" y="168"/>
                    <a:pt x="530" y="168"/>
                    <a:pt x="530" y="168"/>
                  </a:cubicBezTo>
                  <a:cubicBezTo>
                    <a:pt x="531" y="161"/>
                    <a:pt x="530" y="167"/>
                    <a:pt x="535" y="147"/>
                  </a:cubicBezTo>
                  <a:lnTo>
                    <a:pt x="535" y="147"/>
                  </a:lnTo>
                  <a:cubicBezTo>
                    <a:pt x="536" y="143"/>
                    <a:pt x="536" y="140"/>
                    <a:pt x="536" y="136"/>
                  </a:cubicBezTo>
                  <a:cubicBezTo>
                    <a:pt x="536" y="128"/>
                    <a:pt x="535" y="121"/>
                    <a:pt x="531" y="114"/>
                  </a:cubicBezTo>
                  <a:cubicBezTo>
                    <a:pt x="527" y="108"/>
                    <a:pt x="520" y="103"/>
                    <a:pt x="514" y="101"/>
                  </a:cubicBezTo>
                  <a:cubicBezTo>
                    <a:pt x="503" y="94"/>
                    <a:pt x="490" y="91"/>
                    <a:pt x="475" y="88"/>
                  </a:cubicBezTo>
                  <a:cubicBezTo>
                    <a:pt x="429" y="79"/>
                    <a:pt x="370" y="77"/>
                    <a:pt x="351" y="77"/>
                  </a:cubicBezTo>
                  <a:cubicBezTo>
                    <a:pt x="337" y="77"/>
                    <a:pt x="300" y="79"/>
                    <a:pt x="263" y="83"/>
                  </a:cubicBezTo>
                  <a:cubicBezTo>
                    <a:pt x="245" y="86"/>
                    <a:pt x="227" y="88"/>
                    <a:pt x="212" y="92"/>
                  </a:cubicBezTo>
                  <a:cubicBezTo>
                    <a:pt x="206" y="95"/>
                    <a:pt x="199" y="97"/>
                    <a:pt x="192" y="101"/>
                  </a:cubicBezTo>
                  <a:cubicBezTo>
                    <a:pt x="186" y="103"/>
                    <a:pt x="181" y="108"/>
                    <a:pt x="177" y="114"/>
                  </a:cubicBezTo>
                  <a:cubicBezTo>
                    <a:pt x="173" y="121"/>
                    <a:pt x="170" y="129"/>
                    <a:pt x="170" y="136"/>
                  </a:cubicBezTo>
                  <a:cubicBezTo>
                    <a:pt x="170" y="140"/>
                    <a:pt x="171" y="145"/>
                    <a:pt x="171" y="147"/>
                  </a:cubicBezTo>
                  <a:lnTo>
                    <a:pt x="171" y="147"/>
                  </a:lnTo>
                  <a:cubicBezTo>
                    <a:pt x="177" y="169"/>
                    <a:pt x="177" y="169"/>
                    <a:pt x="177" y="169"/>
                  </a:cubicBezTo>
                  <a:cubicBezTo>
                    <a:pt x="177" y="171"/>
                    <a:pt x="177" y="171"/>
                    <a:pt x="177" y="171"/>
                  </a:cubicBezTo>
                  <a:cubicBezTo>
                    <a:pt x="178" y="172"/>
                    <a:pt x="175" y="178"/>
                    <a:pt x="170" y="179"/>
                  </a:cubicBezTo>
                  <a:lnTo>
                    <a:pt x="170" y="179"/>
                  </a:lnTo>
                  <a:cubicBezTo>
                    <a:pt x="153" y="184"/>
                    <a:pt x="130" y="194"/>
                    <a:pt x="111" y="202"/>
                  </a:cubicBezTo>
                  <a:cubicBezTo>
                    <a:pt x="101" y="206"/>
                    <a:pt x="93" y="210"/>
                    <a:pt x="86" y="213"/>
                  </a:cubicBezTo>
                  <a:cubicBezTo>
                    <a:pt x="83" y="215"/>
                    <a:pt x="81" y="216"/>
                    <a:pt x="79" y="217"/>
                  </a:cubicBezTo>
                  <a:cubicBezTo>
                    <a:pt x="78" y="217"/>
                    <a:pt x="78" y="217"/>
                    <a:pt x="78" y="217"/>
                  </a:cubicBezTo>
                  <a:cubicBezTo>
                    <a:pt x="75" y="216"/>
                    <a:pt x="74" y="215"/>
                    <a:pt x="74" y="215"/>
                  </a:cubicBezTo>
                  <a:cubicBezTo>
                    <a:pt x="28" y="145"/>
                    <a:pt x="28" y="145"/>
                    <a:pt x="28" y="145"/>
                  </a:cubicBezTo>
                  <a:lnTo>
                    <a:pt x="28" y="145"/>
                  </a:lnTo>
                  <a:cubicBezTo>
                    <a:pt x="30" y="143"/>
                    <a:pt x="30" y="140"/>
                    <a:pt x="33" y="138"/>
                  </a:cubicBezTo>
                  <a:cubicBezTo>
                    <a:pt x="35" y="136"/>
                    <a:pt x="39" y="132"/>
                    <a:pt x="44" y="129"/>
                  </a:cubicBezTo>
                  <a:cubicBezTo>
                    <a:pt x="125" y="70"/>
                    <a:pt x="245" y="29"/>
                    <a:pt x="351" y="29"/>
                  </a:cubicBezTo>
                  <a:cubicBezTo>
                    <a:pt x="457" y="29"/>
                    <a:pt x="578" y="73"/>
                    <a:pt x="659" y="129"/>
                  </a:cubicBezTo>
                  <a:cubicBezTo>
                    <a:pt x="663" y="132"/>
                    <a:pt x="667" y="135"/>
                    <a:pt x="670" y="138"/>
                  </a:cubicBezTo>
                  <a:cubicBezTo>
                    <a:pt x="672" y="140"/>
                    <a:pt x="672" y="143"/>
                    <a:pt x="674" y="145"/>
                  </a:cubicBezTo>
                  <a:lnTo>
                    <a:pt x="674" y="145"/>
                  </a:lnTo>
                  <a:cubicBezTo>
                    <a:pt x="635" y="205"/>
                    <a:pt x="630" y="213"/>
                    <a:pt x="628" y="21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3">
              <a:extLst>
                <a:ext uri="{FF2B5EF4-FFF2-40B4-BE49-F238E27FC236}">
                  <a16:creationId xmlns:a16="http://schemas.microsoft.com/office/drawing/2014/main" id="{3208F3E0-CF99-F356-9C6D-07B2A3D61C4D}"/>
                </a:ext>
              </a:extLst>
            </p:cNvPr>
            <p:cNvSpPr>
              <a:spLocks noChangeArrowheads="1"/>
            </p:cNvSpPr>
            <p:nvPr/>
          </p:nvSpPr>
          <p:spPr bwMode="auto">
            <a:xfrm>
              <a:off x="2330450" y="55816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3" name="Group 276">
            <a:extLst>
              <a:ext uri="{FF2B5EF4-FFF2-40B4-BE49-F238E27FC236}">
                <a16:creationId xmlns:a16="http://schemas.microsoft.com/office/drawing/2014/main" id="{29AD1630-A0AA-3BE8-365E-716B8BCBF53C}"/>
              </a:ext>
            </a:extLst>
          </p:cNvPr>
          <p:cNvGrpSpPr/>
          <p:nvPr/>
        </p:nvGrpSpPr>
        <p:grpSpPr>
          <a:xfrm>
            <a:off x="10022011" y="4685134"/>
            <a:ext cx="254000" cy="211138"/>
            <a:chOff x="8880475" y="5029200"/>
            <a:chExt cx="254000" cy="211138"/>
          </a:xfrm>
          <a:solidFill>
            <a:schemeClr val="accent4"/>
          </a:solidFill>
        </p:grpSpPr>
        <p:sp>
          <p:nvSpPr>
            <p:cNvPr id="274" name="Freeform 224">
              <a:extLst>
                <a:ext uri="{FF2B5EF4-FFF2-40B4-BE49-F238E27FC236}">
                  <a16:creationId xmlns:a16="http://schemas.microsoft.com/office/drawing/2014/main" id="{33F7669D-BEE7-9DDD-29EC-FC568DBE8A2C}"/>
                </a:ext>
              </a:extLst>
            </p:cNvPr>
            <p:cNvSpPr>
              <a:spLocks noChangeArrowheads="1"/>
            </p:cNvSpPr>
            <p:nvPr/>
          </p:nvSpPr>
          <p:spPr bwMode="auto">
            <a:xfrm>
              <a:off x="8918575" y="5092700"/>
              <a:ext cx="180975" cy="147638"/>
            </a:xfrm>
            <a:custGeom>
              <a:avLst/>
              <a:gdLst>
                <a:gd name="T0" fmla="*/ 498 w 503"/>
                <a:gd name="T1" fmla="*/ 270 h 410"/>
                <a:gd name="T2" fmla="*/ 406 w 503"/>
                <a:gd name="T3" fmla="*/ 57 h 410"/>
                <a:gd name="T4" fmla="*/ 362 w 503"/>
                <a:gd name="T5" fmla="*/ 13 h 410"/>
                <a:gd name="T6" fmla="*/ 333 w 503"/>
                <a:gd name="T7" fmla="*/ 13 h 410"/>
                <a:gd name="T8" fmla="*/ 186 w 503"/>
                <a:gd name="T9" fmla="*/ 57 h 410"/>
                <a:gd name="T10" fmla="*/ 173 w 503"/>
                <a:gd name="T11" fmla="*/ 0 h 410"/>
                <a:gd name="T12" fmla="*/ 157 w 503"/>
                <a:gd name="T13" fmla="*/ 57 h 410"/>
                <a:gd name="T14" fmla="*/ 71 w 503"/>
                <a:gd name="T15" fmla="*/ 67 h 410"/>
                <a:gd name="T16" fmla="*/ 0 w 503"/>
                <a:gd name="T17" fmla="*/ 272 h 410"/>
                <a:gd name="T18" fmla="*/ 0 w 503"/>
                <a:gd name="T19" fmla="*/ 278 h 410"/>
                <a:gd name="T20" fmla="*/ 5 w 503"/>
                <a:gd name="T21" fmla="*/ 336 h 410"/>
                <a:gd name="T22" fmla="*/ 13 w 503"/>
                <a:gd name="T23" fmla="*/ 376 h 410"/>
                <a:gd name="T24" fmla="*/ 37 w 503"/>
                <a:gd name="T25" fmla="*/ 391 h 410"/>
                <a:gd name="T26" fmla="*/ 75 w 503"/>
                <a:gd name="T27" fmla="*/ 406 h 410"/>
                <a:gd name="T28" fmla="*/ 81 w 503"/>
                <a:gd name="T29" fmla="*/ 409 h 410"/>
                <a:gd name="T30" fmla="*/ 85 w 503"/>
                <a:gd name="T31" fmla="*/ 409 h 410"/>
                <a:gd name="T32" fmla="*/ 409 w 503"/>
                <a:gd name="T33" fmla="*/ 409 h 410"/>
                <a:gd name="T34" fmla="*/ 425 w 503"/>
                <a:gd name="T35" fmla="*/ 405 h 410"/>
                <a:gd name="T36" fmla="*/ 469 w 503"/>
                <a:gd name="T37" fmla="*/ 390 h 410"/>
                <a:gd name="T38" fmla="*/ 484 w 503"/>
                <a:gd name="T39" fmla="*/ 379 h 410"/>
                <a:gd name="T40" fmla="*/ 490 w 503"/>
                <a:gd name="T41" fmla="*/ 368 h 410"/>
                <a:gd name="T42" fmla="*/ 501 w 503"/>
                <a:gd name="T43" fmla="*/ 289 h 410"/>
                <a:gd name="T44" fmla="*/ 498 w 503"/>
                <a:gd name="T45" fmla="*/ 270 h 410"/>
                <a:gd name="T46" fmla="*/ 472 w 503"/>
                <a:gd name="T47" fmla="*/ 287 h 410"/>
                <a:gd name="T48" fmla="*/ 459 w 503"/>
                <a:gd name="T49" fmla="*/ 362 h 410"/>
                <a:gd name="T50" fmla="*/ 431 w 503"/>
                <a:gd name="T51" fmla="*/ 372 h 410"/>
                <a:gd name="T52" fmla="*/ 406 w 503"/>
                <a:gd name="T53" fmla="*/ 380 h 410"/>
                <a:gd name="T54" fmla="*/ 86 w 503"/>
                <a:gd name="T55" fmla="*/ 380 h 410"/>
                <a:gd name="T56" fmla="*/ 52 w 503"/>
                <a:gd name="T57" fmla="*/ 366 h 410"/>
                <a:gd name="T58" fmla="*/ 37 w 503"/>
                <a:gd name="T59" fmla="*/ 358 h 410"/>
                <a:gd name="T60" fmla="*/ 30 w 503"/>
                <a:gd name="T61" fmla="*/ 295 h 410"/>
                <a:gd name="T62" fmla="*/ 94 w 503"/>
                <a:gd name="T63" fmla="*/ 88 h 410"/>
                <a:gd name="T64" fmla="*/ 173 w 503"/>
                <a:gd name="T65" fmla="*/ 88 h 410"/>
                <a:gd name="T66" fmla="*/ 348 w 503"/>
                <a:gd name="T67" fmla="*/ 88 h 410"/>
                <a:gd name="T68" fmla="*/ 348 w 503"/>
                <a:gd name="T69" fmla="*/ 88 h 410"/>
                <a:gd name="T70" fmla="*/ 472 w 503"/>
                <a:gd name="T71" fmla="*/ 281 h 410"/>
                <a:gd name="T72" fmla="*/ 472 w 503"/>
                <a:gd name="T73" fmla="*/ 285 h 4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03" h="410">
                  <a:moveTo>
                    <a:pt x="498" y="270"/>
                  </a:moveTo>
                  <a:lnTo>
                    <a:pt x="498" y="270"/>
                  </a:lnTo>
                  <a:cubicBezTo>
                    <a:pt x="420" y="67"/>
                    <a:pt x="420" y="67"/>
                    <a:pt x="420" y="67"/>
                  </a:cubicBezTo>
                  <a:cubicBezTo>
                    <a:pt x="418" y="62"/>
                    <a:pt x="413" y="57"/>
                    <a:pt x="406" y="57"/>
                  </a:cubicBezTo>
                  <a:cubicBezTo>
                    <a:pt x="362" y="57"/>
                    <a:pt x="362" y="57"/>
                    <a:pt x="362" y="57"/>
                  </a:cubicBezTo>
                  <a:cubicBezTo>
                    <a:pt x="362" y="13"/>
                    <a:pt x="362" y="13"/>
                    <a:pt x="362" y="13"/>
                  </a:cubicBezTo>
                  <a:cubicBezTo>
                    <a:pt x="362" y="5"/>
                    <a:pt x="356" y="0"/>
                    <a:pt x="348" y="0"/>
                  </a:cubicBezTo>
                  <a:cubicBezTo>
                    <a:pt x="340" y="0"/>
                    <a:pt x="333" y="5"/>
                    <a:pt x="333" y="13"/>
                  </a:cubicBezTo>
                  <a:cubicBezTo>
                    <a:pt x="333" y="57"/>
                    <a:pt x="333" y="57"/>
                    <a:pt x="333" y="57"/>
                  </a:cubicBezTo>
                  <a:cubicBezTo>
                    <a:pt x="186" y="57"/>
                    <a:pt x="186" y="57"/>
                    <a:pt x="186" y="57"/>
                  </a:cubicBezTo>
                  <a:cubicBezTo>
                    <a:pt x="186" y="13"/>
                    <a:pt x="186" y="13"/>
                    <a:pt x="186" y="13"/>
                  </a:cubicBezTo>
                  <a:cubicBezTo>
                    <a:pt x="186" y="5"/>
                    <a:pt x="181" y="0"/>
                    <a:pt x="173" y="0"/>
                  </a:cubicBezTo>
                  <a:cubicBezTo>
                    <a:pt x="164" y="0"/>
                    <a:pt x="157" y="5"/>
                    <a:pt x="157" y="13"/>
                  </a:cubicBezTo>
                  <a:cubicBezTo>
                    <a:pt x="157" y="57"/>
                    <a:pt x="157" y="57"/>
                    <a:pt x="157" y="57"/>
                  </a:cubicBezTo>
                  <a:cubicBezTo>
                    <a:pt x="85" y="57"/>
                    <a:pt x="85" y="57"/>
                    <a:pt x="85" y="57"/>
                  </a:cubicBezTo>
                  <a:cubicBezTo>
                    <a:pt x="78" y="57"/>
                    <a:pt x="72" y="62"/>
                    <a:pt x="71" y="67"/>
                  </a:cubicBezTo>
                  <a:cubicBezTo>
                    <a:pt x="0" y="272"/>
                    <a:pt x="0" y="272"/>
                    <a:pt x="0" y="272"/>
                  </a:cubicBezTo>
                  <a:lnTo>
                    <a:pt x="0" y="272"/>
                  </a:lnTo>
                  <a:cubicBezTo>
                    <a:pt x="0" y="273"/>
                    <a:pt x="0" y="273"/>
                    <a:pt x="0" y="274"/>
                  </a:cubicBezTo>
                  <a:cubicBezTo>
                    <a:pt x="0" y="276"/>
                    <a:pt x="0" y="277"/>
                    <a:pt x="0" y="278"/>
                  </a:cubicBezTo>
                  <a:cubicBezTo>
                    <a:pt x="0" y="284"/>
                    <a:pt x="0" y="289"/>
                    <a:pt x="0" y="298"/>
                  </a:cubicBezTo>
                  <a:cubicBezTo>
                    <a:pt x="1" y="309"/>
                    <a:pt x="2" y="322"/>
                    <a:pt x="5" y="336"/>
                  </a:cubicBezTo>
                  <a:cubicBezTo>
                    <a:pt x="6" y="348"/>
                    <a:pt x="8" y="361"/>
                    <a:pt x="9" y="368"/>
                  </a:cubicBezTo>
                  <a:cubicBezTo>
                    <a:pt x="11" y="372"/>
                    <a:pt x="12" y="374"/>
                    <a:pt x="13" y="376"/>
                  </a:cubicBezTo>
                  <a:cubicBezTo>
                    <a:pt x="16" y="379"/>
                    <a:pt x="19" y="380"/>
                    <a:pt x="22" y="383"/>
                  </a:cubicBezTo>
                  <a:cubicBezTo>
                    <a:pt x="26" y="385"/>
                    <a:pt x="31" y="388"/>
                    <a:pt x="37" y="391"/>
                  </a:cubicBezTo>
                  <a:cubicBezTo>
                    <a:pt x="46" y="395"/>
                    <a:pt x="56" y="399"/>
                    <a:pt x="64" y="403"/>
                  </a:cubicBezTo>
                  <a:cubicBezTo>
                    <a:pt x="68" y="405"/>
                    <a:pt x="72" y="406"/>
                    <a:pt x="75" y="406"/>
                  </a:cubicBezTo>
                  <a:cubicBezTo>
                    <a:pt x="76" y="407"/>
                    <a:pt x="78" y="407"/>
                    <a:pt x="78" y="407"/>
                  </a:cubicBezTo>
                  <a:cubicBezTo>
                    <a:pt x="81" y="409"/>
                    <a:pt x="81" y="409"/>
                    <a:pt x="81" y="409"/>
                  </a:cubicBezTo>
                  <a:cubicBezTo>
                    <a:pt x="82" y="409"/>
                    <a:pt x="82" y="409"/>
                    <a:pt x="82" y="409"/>
                  </a:cubicBezTo>
                  <a:cubicBezTo>
                    <a:pt x="82" y="409"/>
                    <a:pt x="82" y="409"/>
                    <a:pt x="85" y="409"/>
                  </a:cubicBezTo>
                  <a:cubicBezTo>
                    <a:pt x="406" y="409"/>
                    <a:pt x="406" y="409"/>
                    <a:pt x="406" y="409"/>
                  </a:cubicBezTo>
                  <a:cubicBezTo>
                    <a:pt x="407" y="409"/>
                    <a:pt x="409" y="409"/>
                    <a:pt x="409" y="409"/>
                  </a:cubicBezTo>
                  <a:cubicBezTo>
                    <a:pt x="410" y="409"/>
                    <a:pt x="410" y="409"/>
                    <a:pt x="411" y="409"/>
                  </a:cubicBezTo>
                  <a:cubicBezTo>
                    <a:pt x="414" y="407"/>
                    <a:pt x="418" y="406"/>
                    <a:pt x="425" y="405"/>
                  </a:cubicBezTo>
                  <a:cubicBezTo>
                    <a:pt x="442" y="399"/>
                    <a:pt x="468" y="391"/>
                    <a:pt x="468" y="391"/>
                  </a:cubicBezTo>
                  <a:cubicBezTo>
                    <a:pt x="469" y="390"/>
                    <a:pt x="469" y="390"/>
                    <a:pt x="469" y="390"/>
                  </a:cubicBezTo>
                  <a:cubicBezTo>
                    <a:pt x="470" y="390"/>
                    <a:pt x="473" y="388"/>
                    <a:pt x="477" y="385"/>
                  </a:cubicBezTo>
                  <a:cubicBezTo>
                    <a:pt x="480" y="384"/>
                    <a:pt x="483" y="381"/>
                    <a:pt x="484" y="379"/>
                  </a:cubicBezTo>
                  <a:cubicBezTo>
                    <a:pt x="487" y="376"/>
                    <a:pt x="488" y="372"/>
                    <a:pt x="490" y="368"/>
                  </a:cubicBezTo>
                  <a:lnTo>
                    <a:pt x="490" y="368"/>
                  </a:lnTo>
                  <a:cubicBezTo>
                    <a:pt x="496" y="335"/>
                    <a:pt x="499" y="303"/>
                    <a:pt x="501" y="289"/>
                  </a:cubicBezTo>
                  <a:lnTo>
                    <a:pt x="501" y="289"/>
                  </a:lnTo>
                  <a:cubicBezTo>
                    <a:pt x="502" y="288"/>
                    <a:pt x="502" y="287"/>
                    <a:pt x="502" y="285"/>
                  </a:cubicBezTo>
                  <a:cubicBezTo>
                    <a:pt x="502" y="280"/>
                    <a:pt x="501" y="276"/>
                    <a:pt x="498" y="270"/>
                  </a:cubicBezTo>
                  <a:close/>
                  <a:moveTo>
                    <a:pt x="472" y="287"/>
                  </a:moveTo>
                  <a:lnTo>
                    <a:pt x="472" y="287"/>
                  </a:lnTo>
                  <a:cubicBezTo>
                    <a:pt x="470" y="299"/>
                    <a:pt x="468" y="331"/>
                    <a:pt x="461" y="361"/>
                  </a:cubicBezTo>
                  <a:cubicBezTo>
                    <a:pt x="459" y="362"/>
                    <a:pt x="459" y="362"/>
                    <a:pt x="459" y="362"/>
                  </a:cubicBezTo>
                  <a:cubicBezTo>
                    <a:pt x="458" y="364"/>
                    <a:pt x="458" y="364"/>
                    <a:pt x="458" y="364"/>
                  </a:cubicBezTo>
                  <a:cubicBezTo>
                    <a:pt x="454" y="364"/>
                    <a:pt x="443" y="368"/>
                    <a:pt x="431" y="372"/>
                  </a:cubicBezTo>
                  <a:cubicBezTo>
                    <a:pt x="424" y="373"/>
                    <a:pt x="417" y="376"/>
                    <a:pt x="411" y="377"/>
                  </a:cubicBezTo>
                  <a:cubicBezTo>
                    <a:pt x="409" y="379"/>
                    <a:pt x="407" y="379"/>
                    <a:pt x="406" y="380"/>
                  </a:cubicBezTo>
                  <a:cubicBezTo>
                    <a:pt x="404" y="380"/>
                    <a:pt x="404" y="380"/>
                    <a:pt x="404" y="380"/>
                  </a:cubicBezTo>
                  <a:cubicBezTo>
                    <a:pt x="86" y="380"/>
                    <a:pt x="86" y="380"/>
                    <a:pt x="86" y="380"/>
                  </a:cubicBezTo>
                  <a:cubicBezTo>
                    <a:pt x="86" y="380"/>
                    <a:pt x="85" y="380"/>
                    <a:pt x="85" y="379"/>
                  </a:cubicBezTo>
                  <a:cubicBezTo>
                    <a:pt x="78" y="376"/>
                    <a:pt x="64" y="370"/>
                    <a:pt x="52" y="366"/>
                  </a:cubicBezTo>
                  <a:cubicBezTo>
                    <a:pt x="46" y="364"/>
                    <a:pt x="42" y="361"/>
                    <a:pt x="38" y="358"/>
                  </a:cubicBezTo>
                  <a:cubicBezTo>
                    <a:pt x="38" y="358"/>
                    <a:pt x="38" y="358"/>
                    <a:pt x="37" y="358"/>
                  </a:cubicBezTo>
                  <a:cubicBezTo>
                    <a:pt x="35" y="348"/>
                    <a:pt x="34" y="333"/>
                    <a:pt x="32" y="320"/>
                  </a:cubicBezTo>
                  <a:cubicBezTo>
                    <a:pt x="31" y="310"/>
                    <a:pt x="30" y="302"/>
                    <a:pt x="30" y="295"/>
                  </a:cubicBezTo>
                  <a:cubicBezTo>
                    <a:pt x="28" y="288"/>
                    <a:pt x="28" y="283"/>
                    <a:pt x="28" y="280"/>
                  </a:cubicBezTo>
                  <a:cubicBezTo>
                    <a:pt x="94" y="88"/>
                    <a:pt x="94" y="88"/>
                    <a:pt x="94" y="88"/>
                  </a:cubicBezTo>
                  <a:cubicBezTo>
                    <a:pt x="173" y="88"/>
                    <a:pt x="173" y="88"/>
                    <a:pt x="173" y="88"/>
                  </a:cubicBezTo>
                  <a:lnTo>
                    <a:pt x="173" y="88"/>
                  </a:lnTo>
                  <a:lnTo>
                    <a:pt x="173" y="88"/>
                  </a:lnTo>
                  <a:cubicBezTo>
                    <a:pt x="348" y="88"/>
                    <a:pt x="348" y="88"/>
                    <a:pt x="348" y="88"/>
                  </a:cubicBezTo>
                  <a:lnTo>
                    <a:pt x="348" y="88"/>
                  </a:lnTo>
                  <a:lnTo>
                    <a:pt x="348" y="88"/>
                  </a:lnTo>
                  <a:cubicBezTo>
                    <a:pt x="396" y="88"/>
                    <a:pt x="396" y="88"/>
                    <a:pt x="396" y="88"/>
                  </a:cubicBezTo>
                  <a:cubicBezTo>
                    <a:pt x="472" y="281"/>
                    <a:pt x="472" y="281"/>
                    <a:pt x="472" y="281"/>
                  </a:cubicBezTo>
                  <a:lnTo>
                    <a:pt x="472" y="281"/>
                  </a:lnTo>
                  <a:cubicBezTo>
                    <a:pt x="472" y="285"/>
                    <a:pt x="472" y="285"/>
                    <a:pt x="472" y="285"/>
                  </a:cubicBezTo>
                  <a:cubicBezTo>
                    <a:pt x="472" y="287"/>
                    <a:pt x="472" y="287"/>
                    <a:pt x="472"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5">
              <a:extLst>
                <a:ext uri="{FF2B5EF4-FFF2-40B4-BE49-F238E27FC236}">
                  <a16:creationId xmlns:a16="http://schemas.microsoft.com/office/drawing/2014/main" id="{8975EE99-BFF9-6A7A-21EE-E56A340CC705}"/>
                </a:ext>
              </a:extLst>
            </p:cNvPr>
            <p:cNvSpPr>
              <a:spLocks noChangeArrowheads="1"/>
            </p:cNvSpPr>
            <p:nvPr/>
          </p:nvSpPr>
          <p:spPr bwMode="auto">
            <a:xfrm>
              <a:off x="8963025" y="5138738"/>
              <a:ext cx="88900" cy="76200"/>
            </a:xfrm>
            <a:custGeom>
              <a:avLst/>
              <a:gdLst>
                <a:gd name="T0" fmla="*/ 211 w 249"/>
                <a:gd name="T1" fmla="*/ 30 h 213"/>
                <a:gd name="T2" fmla="*/ 211 w 249"/>
                <a:gd name="T3" fmla="*/ 30 h 213"/>
                <a:gd name="T4" fmla="*/ 125 w 249"/>
                <a:gd name="T5" fmla="*/ 0 h 213"/>
                <a:gd name="T6" fmla="*/ 37 w 249"/>
                <a:gd name="T7" fmla="*/ 30 h 213"/>
                <a:gd name="T8" fmla="*/ 0 w 249"/>
                <a:gd name="T9" fmla="*/ 106 h 213"/>
                <a:gd name="T10" fmla="*/ 37 w 249"/>
                <a:gd name="T11" fmla="*/ 181 h 213"/>
                <a:gd name="T12" fmla="*/ 125 w 249"/>
                <a:gd name="T13" fmla="*/ 212 h 213"/>
                <a:gd name="T14" fmla="*/ 211 w 249"/>
                <a:gd name="T15" fmla="*/ 181 h 213"/>
                <a:gd name="T16" fmla="*/ 248 w 249"/>
                <a:gd name="T17" fmla="*/ 106 h 213"/>
                <a:gd name="T18" fmla="*/ 211 w 249"/>
                <a:gd name="T19" fmla="*/ 30 h 213"/>
                <a:gd name="T20" fmla="*/ 192 w 249"/>
                <a:gd name="T21" fmla="*/ 159 h 213"/>
                <a:gd name="T22" fmla="*/ 192 w 249"/>
                <a:gd name="T23" fmla="*/ 159 h 213"/>
                <a:gd name="T24" fmla="*/ 125 w 249"/>
                <a:gd name="T25" fmla="*/ 183 h 213"/>
                <a:gd name="T26" fmla="*/ 56 w 249"/>
                <a:gd name="T27" fmla="*/ 159 h 213"/>
                <a:gd name="T28" fmla="*/ 29 w 249"/>
                <a:gd name="T29" fmla="*/ 106 h 213"/>
                <a:gd name="T30" fmla="*/ 56 w 249"/>
                <a:gd name="T31" fmla="*/ 54 h 213"/>
                <a:gd name="T32" fmla="*/ 125 w 249"/>
                <a:gd name="T33" fmla="*/ 30 h 213"/>
                <a:gd name="T34" fmla="*/ 192 w 249"/>
                <a:gd name="T35" fmla="*/ 54 h 213"/>
                <a:gd name="T36" fmla="*/ 219 w 249"/>
                <a:gd name="T37" fmla="*/ 106 h 213"/>
                <a:gd name="T38" fmla="*/ 192 w 249"/>
                <a:gd name="T39" fmla="*/ 159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9" h="213">
                  <a:moveTo>
                    <a:pt x="211" y="30"/>
                  </a:moveTo>
                  <a:lnTo>
                    <a:pt x="211" y="30"/>
                  </a:lnTo>
                  <a:cubicBezTo>
                    <a:pt x="189" y="11"/>
                    <a:pt x="158" y="0"/>
                    <a:pt x="125" y="0"/>
                  </a:cubicBezTo>
                  <a:cubicBezTo>
                    <a:pt x="90" y="0"/>
                    <a:pt x="60" y="11"/>
                    <a:pt x="37" y="30"/>
                  </a:cubicBezTo>
                  <a:cubicBezTo>
                    <a:pt x="15" y="50"/>
                    <a:pt x="0" y="76"/>
                    <a:pt x="0" y="106"/>
                  </a:cubicBezTo>
                  <a:cubicBezTo>
                    <a:pt x="0" y="136"/>
                    <a:pt x="15" y="163"/>
                    <a:pt x="37" y="181"/>
                  </a:cubicBezTo>
                  <a:cubicBezTo>
                    <a:pt x="60" y="201"/>
                    <a:pt x="90" y="212"/>
                    <a:pt x="125" y="212"/>
                  </a:cubicBezTo>
                  <a:cubicBezTo>
                    <a:pt x="158" y="212"/>
                    <a:pt x="189" y="201"/>
                    <a:pt x="211" y="181"/>
                  </a:cubicBezTo>
                  <a:cubicBezTo>
                    <a:pt x="235" y="163"/>
                    <a:pt x="248" y="136"/>
                    <a:pt x="248" y="106"/>
                  </a:cubicBezTo>
                  <a:cubicBezTo>
                    <a:pt x="248" y="76"/>
                    <a:pt x="235" y="50"/>
                    <a:pt x="211" y="30"/>
                  </a:cubicBezTo>
                  <a:close/>
                  <a:moveTo>
                    <a:pt x="192" y="159"/>
                  </a:moveTo>
                  <a:lnTo>
                    <a:pt x="192" y="159"/>
                  </a:lnTo>
                  <a:cubicBezTo>
                    <a:pt x="176" y="173"/>
                    <a:pt x="151" y="183"/>
                    <a:pt x="125" y="183"/>
                  </a:cubicBezTo>
                  <a:cubicBezTo>
                    <a:pt x="97" y="183"/>
                    <a:pt x="73" y="173"/>
                    <a:pt x="56" y="159"/>
                  </a:cubicBezTo>
                  <a:cubicBezTo>
                    <a:pt x="38" y="144"/>
                    <a:pt x="29" y="126"/>
                    <a:pt x="29" y="106"/>
                  </a:cubicBezTo>
                  <a:cubicBezTo>
                    <a:pt x="29" y="85"/>
                    <a:pt x="38" y="67"/>
                    <a:pt x="56" y="54"/>
                  </a:cubicBezTo>
                  <a:cubicBezTo>
                    <a:pt x="73" y="39"/>
                    <a:pt x="97" y="30"/>
                    <a:pt x="125" y="30"/>
                  </a:cubicBezTo>
                  <a:cubicBezTo>
                    <a:pt x="151" y="30"/>
                    <a:pt x="176" y="39"/>
                    <a:pt x="192" y="54"/>
                  </a:cubicBezTo>
                  <a:cubicBezTo>
                    <a:pt x="210" y="67"/>
                    <a:pt x="219" y="85"/>
                    <a:pt x="219" y="106"/>
                  </a:cubicBezTo>
                  <a:cubicBezTo>
                    <a:pt x="219" y="126"/>
                    <a:pt x="210" y="144"/>
                    <a:pt x="192" y="1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6">
              <a:extLst>
                <a:ext uri="{FF2B5EF4-FFF2-40B4-BE49-F238E27FC236}">
                  <a16:creationId xmlns:a16="http://schemas.microsoft.com/office/drawing/2014/main" id="{A0D59B22-2F48-2201-75AC-BD8A7385D981}"/>
                </a:ext>
              </a:extLst>
            </p:cNvPr>
            <p:cNvSpPr>
              <a:spLocks noChangeArrowheads="1"/>
            </p:cNvSpPr>
            <p:nvPr/>
          </p:nvSpPr>
          <p:spPr bwMode="auto">
            <a:xfrm>
              <a:off x="8880475" y="5029200"/>
              <a:ext cx="254000" cy="88900"/>
            </a:xfrm>
            <a:custGeom>
              <a:avLst/>
              <a:gdLst>
                <a:gd name="T0" fmla="*/ 703 w 704"/>
                <a:gd name="T1" fmla="*/ 137 h 246"/>
                <a:gd name="T2" fmla="*/ 692 w 704"/>
                <a:gd name="T3" fmla="*/ 118 h 246"/>
                <a:gd name="T4" fmla="*/ 351 w 704"/>
                <a:gd name="T5" fmla="*/ 0 h 246"/>
                <a:gd name="T6" fmla="*/ 12 w 704"/>
                <a:gd name="T7" fmla="*/ 118 h 246"/>
                <a:gd name="T8" fmla="*/ 1 w 704"/>
                <a:gd name="T9" fmla="*/ 137 h 246"/>
                <a:gd name="T10" fmla="*/ 4 w 704"/>
                <a:gd name="T11" fmla="*/ 159 h 246"/>
                <a:gd name="T12" fmla="*/ 49 w 704"/>
                <a:gd name="T13" fmla="*/ 230 h 246"/>
                <a:gd name="T14" fmla="*/ 81 w 704"/>
                <a:gd name="T15" fmla="*/ 245 h 246"/>
                <a:gd name="T16" fmla="*/ 92 w 704"/>
                <a:gd name="T17" fmla="*/ 243 h 246"/>
                <a:gd name="T18" fmla="*/ 180 w 704"/>
                <a:gd name="T19" fmla="*/ 207 h 246"/>
                <a:gd name="T20" fmla="*/ 207 w 704"/>
                <a:gd name="T21" fmla="*/ 170 h 246"/>
                <a:gd name="T22" fmla="*/ 206 w 704"/>
                <a:gd name="T23" fmla="*/ 162 h 246"/>
                <a:gd name="T24" fmla="*/ 200 w 704"/>
                <a:gd name="T25" fmla="*/ 140 h 246"/>
                <a:gd name="T26" fmla="*/ 202 w 704"/>
                <a:gd name="T27" fmla="*/ 129 h 246"/>
                <a:gd name="T28" fmla="*/ 207 w 704"/>
                <a:gd name="T29" fmla="*/ 126 h 246"/>
                <a:gd name="T30" fmla="*/ 351 w 704"/>
                <a:gd name="T31" fmla="*/ 105 h 246"/>
                <a:gd name="T32" fmla="*/ 486 w 704"/>
                <a:gd name="T33" fmla="*/ 121 h 246"/>
                <a:gd name="T34" fmla="*/ 505 w 704"/>
                <a:gd name="T35" fmla="*/ 129 h 246"/>
                <a:gd name="T36" fmla="*/ 506 w 704"/>
                <a:gd name="T37" fmla="*/ 129 h 246"/>
                <a:gd name="T38" fmla="*/ 508 w 704"/>
                <a:gd name="T39" fmla="*/ 136 h 246"/>
                <a:gd name="T40" fmla="*/ 502 w 704"/>
                <a:gd name="T41" fmla="*/ 160 h 246"/>
                <a:gd name="T42" fmla="*/ 501 w 704"/>
                <a:gd name="T43" fmla="*/ 162 h 246"/>
                <a:gd name="T44" fmla="*/ 528 w 704"/>
                <a:gd name="T45" fmla="*/ 207 h 246"/>
                <a:gd name="T46" fmla="*/ 601 w 704"/>
                <a:gd name="T47" fmla="*/ 241 h 246"/>
                <a:gd name="T48" fmla="*/ 640 w 704"/>
                <a:gd name="T49" fmla="*/ 243 h 246"/>
                <a:gd name="T50" fmla="*/ 655 w 704"/>
                <a:gd name="T51" fmla="*/ 230 h 246"/>
                <a:gd name="T52" fmla="*/ 655 w 704"/>
                <a:gd name="T53" fmla="*/ 230 h 246"/>
                <a:gd name="T54" fmla="*/ 703 w 704"/>
                <a:gd name="T55" fmla="*/ 145 h 246"/>
                <a:gd name="T56" fmla="*/ 630 w 704"/>
                <a:gd name="T57" fmla="*/ 214 h 246"/>
                <a:gd name="T58" fmla="*/ 627 w 704"/>
                <a:gd name="T59" fmla="*/ 215 h 246"/>
                <a:gd name="T60" fmla="*/ 615 w 704"/>
                <a:gd name="T61" fmla="*/ 215 h 246"/>
                <a:gd name="T62" fmla="*/ 538 w 704"/>
                <a:gd name="T63" fmla="*/ 178 h 246"/>
                <a:gd name="T64" fmla="*/ 530 w 704"/>
                <a:gd name="T65" fmla="*/ 169 h 246"/>
                <a:gd name="T66" fmla="*/ 535 w 704"/>
                <a:gd name="T67" fmla="*/ 147 h 246"/>
                <a:gd name="T68" fmla="*/ 531 w 704"/>
                <a:gd name="T69" fmla="*/ 114 h 246"/>
                <a:gd name="T70" fmla="*/ 476 w 704"/>
                <a:gd name="T71" fmla="*/ 88 h 246"/>
                <a:gd name="T72" fmla="*/ 265 w 704"/>
                <a:gd name="T73" fmla="*/ 82 h 246"/>
                <a:gd name="T74" fmla="*/ 192 w 704"/>
                <a:gd name="T75" fmla="*/ 100 h 246"/>
                <a:gd name="T76" fmla="*/ 170 w 704"/>
                <a:gd name="T77" fmla="*/ 137 h 246"/>
                <a:gd name="T78" fmla="*/ 178 w 704"/>
                <a:gd name="T79" fmla="*/ 169 h 246"/>
                <a:gd name="T80" fmla="*/ 176 w 704"/>
                <a:gd name="T81" fmla="*/ 174 h 246"/>
                <a:gd name="T82" fmla="*/ 170 w 704"/>
                <a:gd name="T83" fmla="*/ 179 h 246"/>
                <a:gd name="T84" fmla="*/ 86 w 704"/>
                <a:gd name="T85" fmla="*/ 214 h 246"/>
                <a:gd name="T86" fmla="*/ 79 w 704"/>
                <a:gd name="T87" fmla="*/ 217 h 246"/>
                <a:gd name="T88" fmla="*/ 30 w 704"/>
                <a:gd name="T89" fmla="*/ 144 h 246"/>
                <a:gd name="T90" fmla="*/ 33 w 704"/>
                <a:gd name="T91" fmla="*/ 138 h 246"/>
                <a:gd name="T92" fmla="*/ 351 w 704"/>
                <a:gd name="T93" fmla="*/ 29 h 246"/>
                <a:gd name="T94" fmla="*/ 670 w 704"/>
                <a:gd name="T95" fmla="*/ 138 h 246"/>
                <a:gd name="T96" fmla="*/ 674 w 704"/>
                <a:gd name="T97" fmla="*/ 144 h 2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246">
                  <a:moveTo>
                    <a:pt x="703" y="137"/>
                  </a:moveTo>
                  <a:lnTo>
                    <a:pt x="703" y="137"/>
                  </a:lnTo>
                  <a:lnTo>
                    <a:pt x="703" y="137"/>
                  </a:lnTo>
                  <a:cubicBezTo>
                    <a:pt x="700" y="129"/>
                    <a:pt x="696" y="123"/>
                    <a:pt x="692" y="118"/>
                  </a:cubicBezTo>
                  <a:cubicBezTo>
                    <a:pt x="686" y="114"/>
                    <a:pt x="682" y="110"/>
                    <a:pt x="677" y="105"/>
                  </a:cubicBezTo>
                  <a:cubicBezTo>
                    <a:pt x="590" y="45"/>
                    <a:pt x="465" y="0"/>
                    <a:pt x="351" y="0"/>
                  </a:cubicBezTo>
                  <a:cubicBezTo>
                    <a:pt x="237" y="0"/>
                    <a:pt x="114" y="42"/>
                    <a:pt x="27" y="105"/>
                  </a:cubicBezTo>
                  <a:cubicBezTo>
                    <a:pt x="22" y="110"/>
                    <a:pt x="16" y="114"/>
                    <a:pt x="12" y="118"/>
                  </a:cubicBezTo>
                  <a:cubicBezTo>
                    <a:pt x="8" y="123"/>
                    <a:pt x="4" y="129"/>
                    <a:pt x="1" y="137"/>
                  </a:cubicBezTo>
                  <a:lnTo>
                    <a:pt x="1" y="137"/>
                  </a:lnTo>
                  <a:cubicBezTo>
                    <a:pt x="1" y="138"/>
                    <a:pt x="0" y="141"/>
                    <a:pt x="0" y="145"/>
                  </a:cubicBezTo>
                  <a:cubicBezTo>
                    <a:pt x="0" y="149"/>
                    <a:pt x="1" y="155"/>
                    <a:pt x="4" y="159"/>
                  </a:cubicBezTo>
                  <a:lnTo>
                    <a:pt x="4" y="159"/>
                  </a:lnTo>
                  <a:cubicBezTo>
                    <a:pt x="49" y="230"/>
                    <a:pt x="49" y="230"/>
                    <a:pt x="49" y="230"/>
                  </a:cubicBezTo>
                  <a:lnTo>
                    <a:pt x="49" y="230"/>
                  </a:lnTo>
                  <a:cubicBezTo>
                    <a:pt x="56" y="241"/>
                    <a:pt x="68" y="245"/>
                    <a:pt x="81" y="245"/>
                  </a:cubicBezTo>
                  <a:cubicBezTo>
                    <a:pt x="82" y="245"/>
                    <a:pt x="84" y="245"/>
                    <a:pt x="85" y="245"/>
                  </a:cubicBezTo>
                  <a:cubicBezTo>
                    <a:pt x="88" y="245"/>
                    <a:pt x="89" y="244"/>
                    <a:pt x="92" y="243"/>
                  </a:cubicBezTo>
                  <a:cubicBezTo>
                    <a:pt x="100" y="240"/>
                    <a:pt x="115" y="233"/>
                    <a:pt x="132" y="226"/>
                  </a:cubicBezTo>
                  <a:cubicBezTo>
                    <a:pt x="149" y="218"/>
                    <a:pt x="167" y="211"/>
                    <a:pt x="180" y="207"/>
                  </a:cubicBezTo>
                  <a:lnTo>
                    <a:pt x="180" y="207"/>
                  </a:lnTo>
                  <a:cubicBezTo>
                    <a:pt x="196" y="201"/>
                    <a:pt x="207" y="186"/>
                    <a:pt x="207" y="170"/>
                  </a:cubicBezTo>
                  <a:cubicBezTo>
                    <a:pt x="207" y="167"/>
                    <a:pt x="207" y="164"/>
                    <a:pt x="206" y="162"/>
                  </a:cubicBezTo>
                  <a:lnTo>
                    <a:pt x="206" y="162"/>
                  </a:lnTo>
                  <a:cubicBezTo>
                    <a:pt x="200" y="140"/>
                    <a:pt x="200" y="140"/>
                    <a:pt x="200" y="140"/>
                  </a:cubicBezTo>
                  <a:lnTo>
                    <a:pt x="200" y="140"/>
                  </a:lnTo>
                  <a:cubicBezTo>
                    <a:pt x="200" y="137"/>
                    <a:pt x="200" y="137"/>
                    <a:pt x="200" y="137"/>
                  </a:cubicBezTo>
                  <a:cubicBezTo>
                    <a:pt x="200" y="134"/>
                    <a:pt x="200" y="131"/>
                    <a:pt x="202" y="129"/>
                  </a:cubicBezTo>
                  <a:lnTo>
                    <a:pt x="202" y="129"/>
                  </a:lnTo>
                  <a:cubicBezTo>
                    <a:pt x="202" y="129"/>
                    <a:pt x="204" y="127"/>
                    <a:pt x="207" y="126"/>
                  </a:cubicBezTo>
                  <a:cubicBezTo>
                    <a:pt x="214" y="122"/>
                    <a:pt x="226" y="119"/>
                    <a:pt x="239" y="116"/>
                  </a:cubicBezTo>
                  <a:cubicBezTo>
                    <a:pt x="279" y="108"/>
                    <a:pt x="335" y="105"/>
                    <a:pt x="351" y="105"/>
                  </a:cubicBezTo>
                  <a:cubicBezTo>
                    <a:pt x="365" y="105"/>
                    <a:pt x="403" y="107"/>
                    <a:pt x="438" y="111"/>
                  </a:cubicBezTo>
                  <a:cubicBezTo>
                    <a:pt x="456" y="114"/>
                    <a:pt x="473" y="116"/>
                    <a:pt x="486" y="121"/>
                  </a:cubicBezTo>
                  <a:cubicBezTo>
                    <a:pt x="493" y="122"/>
                    <a:pt x="498" y="123"/>
                    <a:pt x="501" y="126"/>
                  </a:cubicBezTo>
                  <a:cubicBezTo>
                    <a:pt x="504" y="126"/>
                    <a:pt x="505" y="127"/>
                    <a:pt x="505" y="129"/>
                  </a:cubicBezTo>
                  <a:cubicBezTo>
                    <a:pt x="506" y="129"/>
                    <a:pt x="506" y="129"/>
                    <a:pt x="506" y="129"/>
                  </a:cubicBezTo>
                  <a:lnTo>
                    <a:pt x="506" y="129"/>
                  </a:lnTo>
                  <a:lnTo>
                    <a:pt x="506" y="129"/>
                  </a:lnTo>
                  <a:cubicBezTo>
                    <a:pt x="508" y="131"/>
                    <a:pt x="508" y="133"/>
                    <a:pt x="508" y="136"/>
                  </a:cubicBezTo>
                  <a:cubicBezTo>
                    <a:pt x="508" y="140"/>
                    <a:pt x="508" y="140"/>
                    <a:pt x="508" y="140"/>
                  </a:cubicBezTo>
                  <a:cubicBezTo>
                    <a:pt x="502" y="159"/>
                    <a:pt x="504" y="153"/>
                    <a:pt x="502" y="160"/>
                  </a:cubicBezTo>
                  <a:cubicBezTo>
                    <a:pt x="501" y="162"/>
                    <a:pt x="501" y="162"/>
                    <a:pt x="501" y="162"/>
                  </a:cubicBezTo>
                  <a:lnTo>
                    <a:pt x="501" y="162"/>
                  </a:lnTo>
                  <a:cubicBezTo>
                    <a:pt x="501" y="164"/>
                    <a:pt x="501" y="167"/>
                    <a:pt x="501" y="170"/>
                  </a:cubicBezTo>
                  <a:cubicBezTo>
                    <a:pt x="501" y="186"/>
                    <a:pt x="512" y="200"/>
                    <a:pt x="528" y="207"/>
                  </a:cubicBezTo>
                  <a:cubicBezTo>
                    <a:pt x="554" y="215"/>
                    <a:pt x="576" y="228"/>
                    <a:pt x="601" y="241"/>
                  </a:cubicBezTo>
                  <a:lnTo>
                    <a:pt x="601" y="241"/>
                  </a:lnTo>
                  <a:cubicBezTo>
                    <a:pt x="608" y="244"/>
                    <a:pt x="616" y="245"/>
                    <a:pt x="623" y="245"/>
                  </a:cubicBezTo>
                  <a:cubicBezTo>
                    <a:pt x="629" y="245"/>
                    <a:pt x="634" y="245"/>
                    <a:pt x="640" y="243"/>
                  </a:cubicBezTo>
                  <a:cubicBezTo>
                    <a:pt x="645" y="240"/>
                    <a:pt x="650" y="236"/>
                    <a:pt x="653" y="230"/>
                  </a:cubicBezTo>
                  <a:cubicBezTo>
                    <a:pt x="655" y="230"/>
                    <a:pt x="655" y="230"/>
                    <a:pt x="655" y="230"/>
                  </a:cubicBezTo>
                  <a:lnTo>
                    <a:pt x="655" y="230"/>
                  </a:lnTo>
                  <a:lnTo>
                    <a:pt x="655" y="230"/>
                  </a:lnTo>
                  <a:cubicBezTo>
                    <a:pt x="655" y="229"/>
                    <a:pt x="660" y="221"/>
                    <a:pt x="699" y="159"/>
                  </a:cubicBezTo>
                  <a:cubicBezTo>
                    <a:pt x="703" y="155"/>
                    <a:pt x="703" y="149"/>
                    <a:pt x="703" y="145"/>
                  </a:cubicBezTo>
                  <a:cubicBezTo>
                    <a:pt x="703" y="141"/>
                    <a:pt x="703" y="138"/>
                    <a:pt x="703" y="137"/>
                  </a:cubicBezTo>
                  <a:close/>
                  <a:moveTo>
                    <a:pt x="630" y="214"/>
                  </a:moveTo>
                  <a:lnTo>
                    <a:pt x="630" y="214"/>
                  </a:lnTo>
                  <a:cubicBezTo>
                    <a:pt x="627" y="215"/>
                    <a:pt x="627" y="215"/>
                    <a:pt x="627" y="215"/>
                  </a:cubicBezTo>
                  <a:cubicBezTo>
                    <a:pt x="626" y="217"/>
                    <a:pt x="624" y="217"/>
                    <a:pt x="623" y="217"/>
                  </a:cubicBezTo>
                  <a:cubicBezTo>
                    <a:pt x="620" y="217"/>
                    <a:pt x="618" y="217"/>
                    <a:pt x="615" y="215"/>
                  </a:cubicBezTo>
                  <a:cubicBezTo>
                    <a:pt x="616" y="215"/>
                    <a:pt x="616" y="215"/>
                    <a:pt x="616" y="215"/>
                  </a:cubicBezTo>
                  <a:cubicBezTo>
                    <a:pt x="590" y="201"/>
                    <a:pt x="567" y="189"/>
                    <a:pt x="538" y="178"/>
                  </a:cubicBezTo>
                  <a:cubicBezTo>
                    <a:pt x="532" y="177"/>
                    <a:pt x="530" y="173"/>
                    <a:pt x="530" y="170"/>
                  </a:cubicBezTo>
                  <a:cubicBezTo>
                    <a:pt x="530" y="169"/>
                    <a:pt x="530" y="169"/>
                    <a:pt x="530" y="169"/>
                  </a:cubicBezTo>
                  <a:cubicBezTo>
                    <a:pt x="532" y="160"/>
                    <a:pt x="531" y="166"/>
                    <a:pt x="535" y="147"/>
                  </a:cubicBezTo>
                  <a:lnTo>
                    <a:pt x="535" y="147"/>
                  </a:lnTo>
                  <a:cubicBezTo>
                    <a:pt x="537" y="144"/>
                    <a:pt x="537" y="140"/>
                    <a:pt x="537" y="136"/>
                  </a:cubicBezTo>
                  <a:cubicBezTo>
                    <a:pt x="537" y="129"/>
                    <a:pt x="535" y="121"/>
                    <a:pt x="531" y="114"/>
                  </a:cubicBezTo>
                  <a:cubicBezTo>
                    <a:pt x="527" y="107"/>
                    <a:pt x="521" y="103"/>
                    <a:pt x="515" y="100"/>
                  </a:cubicBezTo>
                  <a:cubicBezTo>
                    <a:pt x="504" y="94"/>
                    <a:pt x="491" y="90"/>
                    <a:pt x="476" y="88"/>
                  </a:cubicBezTo>
                  <a:cubicBezTo>
                    <a:pt x="431" y="79"/>
                    <a:pt x="370" y="77"/>
                    <a:pt x="351" y="77"/>
                  </a:cubicBezTo>
                  <a:cubicBezTo>
                    <a:pt x="338" y="77"/>
                    <a:pt x="300" y="78"/>
                    <a:pt x="265" y="82"/>
                  </a:cubicBezTo>
                  <a:cubicBezTo>
                    <a:pt x="246" y="85"/>
                    <a:pt x="228" y="88"/>
                    <a:pt x="213" y="92"/>
                  </a:cubicBezTo>
                  <a:cubicBezTo>
                    <a:pt x="206" y="94"/>
                    <a:pt x="199" y="97"/>
                    <a:pt x="192" y="100"/>
                  </a:cubicBezTo>
                  <a:cubicBezTo>
                    <a:pt x="187" y="104"/>
                    <a:pt x="181" y="107"/>
                    <a:pt x="177" y="114"/>
                  </a:cubicBezTo>
                  <a:cubicBezTo>
                    <a:pt x="173" y="121"/>
                    <a:pt x="170" y="129"/>
                    <a:pt x="170" y="137"/>
                  </a:cubicBezTo>
                  <a:cubicBezTo>
                    <a:pt x="170" y="140"/>
                    <a:pt x="171" y="144"/>
                    <a:pt x="171" y="148"/>
                  </a:cubicBezTo>
                  <a:cubicBezTo>
                    <a:pt x="178" y="169"/>
                    <a:pt x="178" y="169"/>
                    <a:pt x="178" y="169"/>
                  </a:cubicBezTo>
                  <a:cubicBezTo>
                    <a:pt x="178" y="170"/>
                    <a:pt x="178" y="170"/>
                    <a:pt x="178" y="170"/>
                  </a:cubicBezTo>
                  <a:cubicBezTo>
                    <a:pt x="178" y="171"/>
                    <a:pt x="177" y="173"/>
                    <a:pt x="176" y="174"/>
                  </a:cubicBezTo>
                  <a:cubicBezTo>
                    <a:pt x="174" y="177"/>
                    <a:pt x="173" y="178"/>
                    <a:pt x="170" y="179"/>
                  </a:cubicBezTo>
                  <a:lnTo>
                    <a:pt x="170" y="179"/>
                  </a:lnTo>
                  <a:cubicBezTo>
                    <a:pt x="154" y="185"/>
                    <a:pt x="132" y="195"/>
                    <a:pt x="112" y="203"/>
                  </a:cubicBezTo>
                  <a:cubicBezTo>
                    <a:pt x="103" y="207"/>
                    <a:pt x="93" y="211"/>
                    <a:pt x="86" y="214"/>
                  </a:cubicBezTo>
                  <a:cubicBezTo>
                    <a:pt x="84" y="215"/>
                    <a:pt x="81" y="215"/>
                    <a:pt x="79" y="217"/>
                  </a:cubicBezTo>
                  <a:lnTo>
                    <a:pt x="79" y="217"/>
                  </a:lnTo>
                  <a:cubicBezTo>
                    <a:pt x="75" y="217"/>
                    <a:pt x="74" y="215"/>
                    <a:pt x="74" y="214"/>
                  </a:cubicBezTo>
                  <a:cubicBezTo>
                    <a:pt x="30" y="144"/>
                    <a:pt x="30" y="144"/>
                    <a:pt x="30" y="144"/>
                  </a:cubicBezTo>
                  <a:lnTo>
                    <a:pt x="30" y="144"/>
                  </a:lnTo>
                  <a:cubicBezTo>
                    <a:pt x="30" y="142"/>
                    <a:pt x="31" y="141"/>
                    <a:pt x="33" y="138"/>
                  </a:cubicBezTo>
                  <a:cubicBezTo>
                    <a:pt x="36" y="136"/>
                    <a:pt x="40" y="133"/>
                    <a:pt x="44" y="129"/>
                  </a:cubicBezTo>
                  <a:cubicBezTo>
                    <a:pt x="125" y="70"/>
                    <a:pt x="246" y="29"/>
                    <a:pt x="351" y="29"/>
                  </a:cubicBezTo>
                  <a:cubicBezTo>
                    <a:pt x="458" y="29"/>
                    <a:pt x="578" y="72"/>
                    <a:pt x="660" y="130"/>
                  </a:cubicBezTo>
                  <a:cubicBezTo>
                    <a:pt x="664" y="133"/>
                    <a:pt x="667" y="136"/>
                    <a:pt x="670" y="138"/>
                  </a:cubicBezTo>
                  <a:cubicBezTo>
                    <a:pt x="672" y="141"/>
                    <a:pt x="674" y="142"/>
                    <a:pt x="674" y="144"/>
                  </a:cubicBezTo>
                  <a:lnTo>
                    <a:pt x="674" y="144"/>
                  </a:lnTo>
                  <a:cubicBezTo>
                    <a:pt x="635" y="204"/>
                    <a:pt x="630" y="212"/>
                    <a:pt x="630" y="2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7" name="Freeform 227">
              <a:extLst>
                <a:ext uri="{FF2B5EF4-FFF2-40B4-BE49-F238E27FC236}">
                  <a16:creationId xmlns:a16="http://schemas.microsoft.com/office/drawing/2014/main" id="{13698E62-71DD-FEBB-7AF4-B9200CC79DE2}"/>
                </a:ext>
              </a:extLst>
            </p:cNvPr>
            <p:cNvSpPr>
              <a:spLocks noChangeArrowheads="1"/>
            </p:cNvSpPr>
            <p:nvPr/>
          </p:nvSpPr>
          <p:spPr bwMode="auto">
            <a:xfrm>
              <a:off x="8943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8" name="Freeform 228">
              <a:extLst>
                <a:ext uri="{FF2B5EF4-FFF2-40B4-BE49-F238E27FC236}">
                  <a16:creationId xmlns:a16="http://schemas.microsoft.com/office/drawing/2014/main" id="{DBA14D17-500F-4849-30F6-ECB137C5051F}"/>
                </a:ext>
              </a:extLst>
            </p:cNvPr>
            <p:cNvSpPr>
              <a:spLocks noChangeArrowheads="1"/>
            </p:cNvSpPr>
            <p:nvPr/>
          </p:nvSpPr>
          <p:spPr bwMode="auto">
            <a:xfrm>
              <a:off x="9131300" y="508635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9" name="Freeform 229">
              <a:extLst>
                <a:ext uri="{FF2B5EF4-FFF2-40B4-BE49-F238E27FC236}">
                  <a16:creationId xmlns:a16="http://schemas.microsoft.com/office/drawing/2014/main" id="{10F6B5A1-E951-B675-66E6-360106BDC839}"/>
                </a:ext>
              </a:extLst>
            </p:cNvPr>
            <p:cNvSpPr>
              <a:spLocks noChangeArrowheads="1"/>
            </p:cNvSpPr>
            <p:nvPr/>
          </p:nvSpPr>
          <p:spPr bwMode="auto">
            <a:xfrm>
              <a:off x="9070975" y="50704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0" name="Group 283">
            <a:extLst>
              <a:ext uri="{FF2B5EF4-FFF2-40B4-BE49-F238E27FC236}">
                <a16:creationId xmlns:a16="http://schemas.microsoft.com/office/drawing/2014/main" id="{9AA0C257-9064-E7A8-8DC4-D5FD65B4DBFE}"/>
              </a:ext>
            </a:extLst>
          </p:cNvPr>
          <p:cNvGrpSpPr/>
          <p:nvPr/>
        </p:nvGrpSpPr>
        <p:grpSpPr>
          <a:xfrm>
            <a:off x="1692399" y="3754860"/>
            <a:ext cx="1811337" cy="138113"/>
            <a:chOff x="550863" y="4098925"/>
            <a:chExt cx="1811337" cy="138113"/>
          </a:xfrm>
          <a:solidFill>
            <a:schemeClr val="accent4"/>
          </a:solidFill>
        </p:grpSpPr>
        <p:sp>
          <p:nvSpPr>
            <p:cNvPr id="281" name="Freeform 230">
              <a:extLst>
                <a:ext uri="{FF2B5EF4-FFF2-40B4-BE49-F238E27FC236}">
                  <a16:creationId xmlns:a16="http://schemas.microsoft.com/office/drawing/2014/main" id="{2C963AD0-D586-D48E-E72C-C55DC65DF4A3}"/>
                </a:ext>
              </a:extLst>
            </p:cNvPr>
            <p:cNvSpPr>
              <a:spLocks noChangeArrowheads="1"/>
            </p:cNvSpPr>
            <p:nvPr/>
          </p:nvSpPr>
          <p:spPr bwMode="auto">
            <a:xfrm>
              <a:off x="550863" y="4098925"/>
              <a:ext cx="96837" cy="138113"/>
            </a:xfrm>
            <a:custGeom>
              <a:avLst/>
              <a:gdLst>
                <a:gd name="T0" fmla="*/ 13 w 270"/>
                <a:gd name="T1" fmla="*/ 120 h 383"/>
                <a:gd name="T2" fmla="*/ 13 w 270"/>
                <a:gd name="T3" fmla="*/ 120 h 383"/>
                <a:gd name="T4" fmla="*/ 0 w 270"/>
                <a:gd name="T5" fmla="*/ 198 h 383"/>
                <a:gd name="T6" fmla="*/ 11 w 270"/>
                <a:gd name="T7" fmla="*/ 272 h 383"/>
                <a:gd name="T8" fmla="*/ 47 w 270"/>
                <a:gd name="T9" fmla="*/ 330 h 383"/>
                <a:gd name="T10" fmla="*/ 101 w 270"/>
                <a:gd name="T11" fmla="*/ 368 h 383"/>
                <a:gd name="T12" fmla="*/ 172 w 270"/>
                <a:gd name="T13" fmla="*/ 382 h 383"/>
                <a:gd name="T14" fmla="*/ 269 w 270"/>
                <a:gd name="T15" fmla="*/ 361 h 383"/>
                <a:gd name="T16" fmla="*/ 269 w 270"/>
                <a:gd name="T17" fmla="*/ 328 h 383"/>
                <a:gd name="T18" fmla="*/ 176 w 270"/>
                <a:gd name="T19" fmla="*/ 350 h 383"/>
                <a:gd name="T20" fmla="*/ 116 w 270"/>
                <a:gd name="T21" fmla="*/ 338 h 383"/>
                <a:gd name="T22" fmla="*/ 72 w 270"/>
                <a:gd name="T23" fmla="*/ 305 h 383"/>
                <a:gd name="T24" fmla="*/ 44 w 270"/>
                <a:gd name="T25" fmla="*/ 255 h 383"/>
                <a:gd name="T26" fmla="*/ 36 w 270"/>
                <a:gd name="T27" fmla="*/ 195 h 383"/>
                <a:gd name="T28" fmla="*/ 46 w 270"/>
                <a:gd name="T29" fmla="*/ 130 h 383"/>
                <a:gd name="T30" fmla="*/ 74 w 270"/>
                <a:gd name="T31" fmla="*/ 78 h 383"/>
                <a:gd name="T32" fmla="*/ 121 w 270"/>
                <a:gd name="T33" fmla="*/ 44 h 383"/>
                <a:gd name="T34" fmla="*/ 186 w 270"/>
                <a:gd name="T35" fmla="*/ 32 h 383"/>
                <a:gd name="T36" fmla="*/ 269 w 270"/>
                <a:gd name="T37" fmla="*/ 51 h 383"/>
                <a:gd name="T38" fmla="*/ 269 w 270"/>
                <a:gd name="T39" fmla="*/ 15 h 383"/>
                <a:gd name="T40" fmla="*/ 186 w 270"/>
                <a:gd name="T41" fmla="*/ 0 h 383"/>
                <a:gd name="T42" fmla="*/ 109 w 270"/>
                <a:gd name="T43" fmla="*/ 15 h 383"/>
                <a:gd name="T44" fmla="*/ 50 w 270"/>
                <a:gd name="T45" fmla="*/ 58 h 383"/>
                <a:gd name="T46" fmla="*/ 13 w 270"/>
                <a:gd name="T47" fmla="*/ 12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3" y="120"/>
                  </a:moveTo>
                  <a:lnTo>
                    <a:pt x="13" y="120"/>
                  </a:lnTo>
                  <a:cubicBezTo>
                    <a:pt x="4" y="144"/>
                    <a:pt x="0" y="170"/>
                    <a:pt x="0" y="198"/>
                  </a:cubicBezTo>
                  <a:cubicBezTo>
                    <a:pt x="0" y="225"/>
                    <a:pt x="4" y="249"/>
                    <a:pt x="11" y="272"/>
                  </a:cubicBezTo>
                  <a:cubicBezTo>
                    <a:pt x="20" y="294"/>
                    <a:pt x="32" y="313"/>
                    <a:pt x="47" y="330"/>
                  </a:cubicBezTo>
                  <a:cubicBezTo>
                    <a:pt x="62" y="346"/>
                    <a:pt x="80" y="358"/>
                    <a:pt x="101" y="368"/>
                  </a:cubicBezTo>
                  <a:cubicBezTo>
                    <a:pt x="122" y="378"/>
                    <a:pt x="146" y="382"/>
                    <a:pt x="172" y="382"/>
                  </a:cubicBezTo>
                  <a:cubicBezTo>
                    <a:pt x="209" y="382"/>
                    <a:pt x="241"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1" y="6"/>
                    <a:pt x="109" y="15"/>
                  </a:cubicBezTo>
                  <a:cubicBezTo>
                    <a:pt x="85" y="25"/>
                    <a:pt x="66" y="40"/>
                    <a:pt x="50" y="58"/>
                  </a:cubicBezTo>
                  <a:cubicBezTo>
                    <a:pt x="33" y="76"/>
                    <a:pt x="21" y="96"/>
                    <a:pt x="13" y="1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1">
              <a:extLst>
                <a:ext uri="{FF2B5EF4-FFF2-40B4-BE49-F238E27FC236}">
                  <a16:creationId xmlns:a16="http://schemas.microsoft.com/office/drawing/2014/main" id="{A82B1A67-A3F9-8282-6C11-93C52B458FCD}"/>
                </a:ext>
              </a:extLst>
            </p:cNvPr>
            <p:cNvSpPr>
              <a:spLocks noChangeArrowheads="1"/>
            </p:cNvSpPr>
            <p:nvPr/>
          </p:nvSpPr>
          <p:spPr bwMode="auto">
            <a:xfrm>
              <a:off x="666750" y="4098925"/>
              <a:ext cx="125413" cy="138113"/>
            </a:xfrm>
            <a:custGeom>
              <a:avLst/>
              <a:gdLst>
                <a:gd name="T0" fmla="*/ 249 w 348"/>
                <a:gd name="T1" fmla="*/ 14 h 383"/>
                <a:gd name="T2" fmla="*/ 249 w 348"/>
                <a:gd name="T3" fmla="*/ 14 h 383"/>
                <a:gd name="T4" fmla="*/ 179 w 348"/>
                <a:gd name="T5" fmla="*/ 0 h 383"/>
                <a:gd name="T6" fmla="*/ 103 w 348"/>
                <a:gd name="T7" fmla="*/ 14 h 383"/>
                <a:gd name="T8" fmla="*/ 47 w 348"/>
                <a:gd name="T9" fmla="*/ 55 h 383"/>
                <a:gd name="T10" fmla="*/ 11 w 348"/>
                <a:gd name="T11" fmla="*/ 115 h 383"/>
                <a:gd name="T12" fmla="*/ 0 w 348"/>
                <a:gd name="T13" fmla="*/ 195 h 383"/>
                <a:gd name="T14" fmla="*/ 11 w 348"/>
                <a:gd name="T15" fmla="*/ 268 h 383"/>
                <a:gd name="T16" fmla="*/ 45 w 348"/>
                <a:gd name="T17" fmla="*/ 328 h 383"/>
                <a:gd name="T18" fmla="*/ 100 w 348"/>
                <a:gd name="T19" fmla="*/ 368 h 383"/>
                <a:gd name="T20" fmla="*/ 172 w 348"/>
                <a:gd name="T21" fmla="*/ 382 h 383"/>
                <a:gd name="T22" fmla="*/ 247 w 348"/>
                <a:gd name="T23" fmla="*/ 367 h 383"/>
                <a:gd name="T24" fmla="*/ 302 w 348"/>
                <a:gd name="T25" fmla="*/ 325 h 383"/>
                <a:gd name="T26" fmla="*/ 335 w 348"/>
                <a:gd name="T27" fmla="*/ 264 h 383"/>
                <a:gd name="T28" fmla="*/ 347 w 348"/>
                <a:gd name="T29" fmla="*/ 185 h 383"/>
                <a:gd name="T30" fmla="*/ 335 w 348"/>
                <a:gd name="T31" fmla="*/ 111 h 383"/>
                <a:gd name="T32" fmla="*/ 302 w 348"/>
                <a:gd name="T33" fmla="*/ 54 h 383"/>
                <a:gd name="T34" fmla="*/ 249 w 348"/>
                <a:gd name="T35" fmla="*/ 14 h 383"/>
                <a:gd name="T36" fmla="*/ 310 w 348"/>
                <a:gd name="T37" fmla="*/ 191 h 383"/>
                <a:gd name="T38" fmla="*/ 310 w 348"/>
                <a:gd name="T39" fmla="*/ 191 h 383"/>
                <a:gd name="T40" fmla="*/ 302 w 348"/>
                <a:gd name="T41" fmla="*/ 255 h 383"/>
                <a:gd name="T42" fmla="*/ 276 w 348"/>
                <a:gd name="T43" fmla="*/ 306 h 383"/>
                <a:gd name="T44" fmla="*/ 232 w 348"/>
                <a:gd name="T45" fmla="*/ 339 h 383"/>
                <a:gd name="T46" fmla="*/ 172 w 348"/>
                <a:gd name="T47" fmla="*/ 350 h 383"/>
                <a:gd name="T48" fmla="*/ 111 w 348"/>
                <a:gd name="T49" fmla="*/ 338 h 383"/>
                <a:gd name="T50" fmla="*/ 69 w 348"/>
                <a:gd name="T51" fmla="*/ 302 h 383"/>
                <a:gd name="T52" fmla="*/ 44 w 348"/>
                <a:gd name="T53" fmla="*/ 251 h 383"/>
                <a:gd name="T54" fmla="*/ 36 w 348"/>
                <a:gd name="T55" fmla="*/ 192 h 383"/>
                <a:gd name="T56" fmla="*/ 45 w 348"/>
                <a:gd name="T57" fmla="*/ 129 h 383"/>
                <a:gd name="T58" fmla="*/ 72 w 348"/>
                <a:gd name="T59" fmla="*/ 78 h 383"/>
                <a:gd name="T60" fmla="*/ 115 w 348"/>
                <a:gd name="T61" fmla="*/ 44 h 383"/>
                <a:gd name="T62" fmla="*/ 174 w 348"/>
                <a:gd name="T63" fmla="*/ 32 h 383"/>
                <a:gd name="T64" fmla="*/ 236 w 348"/>
                <a:gd name="T65" fmla="*/ 44 h 383"/>
                <a:gd name="T66" fmla="*/ 279 w 348"/>
                <a:gd name="T67" fmla="*/ 78 h 383"/>
                <a:gd name="T68" fmla="*/ 304 w 348"/>
                <a:gd name="T69" fmla="*/ 129 h 383"/>
                <a:gd name="T70" fmla="*/ 310 w 348"/>
                <a:gd name="T71" fmla="*/ 191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3">
                  <a:moveTo>
                    <a:pt x="249" y="14"/>
                  </a:moveTo>
                  <a:lnTo>
                    <a:pt x="249" y="14"/>
                  </a:lnTo>
                  <a:cubicBezTo>
                    <a:pt x="228" y="4"/>
                    <a:pt x="205" y="0"/>
                    <a:pt x="179" y="0"/>
                  </a:cubicBezTo>
                  <a:cubicBezTo>
                    <a:pt x="150" y="0"/>
                    <a:pt x="125" y="6"/>
                    <a:pt x="103" y="14"/>
                  </a:cubicBezTo>
                  <a:cubicBezTo>
                    <a:pt x="80" y="23"/>
                    <a:pt x="62" y="37"/>
                    <a:pt x="47" y="55"/>
                  </a:cubicBezTo>
                  <a:cubicBezTo>
                    <a:pt x="32" y="72"/>
                    <a:pt x="19" y="92"/>
                    <a:pt x="11" y="115"/>
                  </a:cubicBezTo>
                  <a:cubicBezTo>
                    <a:pt x="4" y="140"/>
                    <a:pt x="0" y="166"/>
                    <a:pt x="0" y="195"/>
                  </a:cubicBezTo>
                  <a:cubicBezTo>
                    <a:pt x="0" y="221"/>
                    <a:pt x="4" y="246"/>
                    <a:pt x="11" y="268"/>
                  </a:cubicBezTo>
                  <a:cubicBezTo>
                    <a:pt x="19" y="291"/>
                    <a:pt x="30" y="310"/>
                    <a:pt x="45" y="328"/>
                  </a:cubicBezTo>
                  <a:cubicBezTo>
                    <a:pt x="61" y="345"/>
                    <a:pt x="78" y="357"/>
                    <a:pt x="100" y="368"/>
                  </a:cubicBezTo>
                  <a:cubicBezTo>
                    <a:pt x="121" y="378"/>
                    <a:pt x="146" y="382"/>
                    <a:pt x="172" y="382"/>
                  </a:cubicBezTo>
                  <a:cubicBezTo>
                    <a:pt x="201" y="382"/>
                    <a:pt x="225" y="376"/>
                    <a:pt x="247" y="367"/>
                  </a:cubicBezTo>
                  <a:cubicBezTo>
                    <a:pt x="269" y="357"/>
                    <a:pt x="287" y="343"/>
                    <a:pt x="302" y="325"/>
                  </a:cubicBezTo>
                  <a:cubicBezTo>
                    <a:pt x="316" y="308"/>
                    <a:pt x="328" y="287"/>
                    <a:pt x="335" y="264"/>
                  </a:cubicBezTo>
                  <a:cubicBezTo>
                    <a:pt x="343" y="240"/>
                    <a:pt x="347" y="214"/>
                    <a:pt x="347" y="185"/>
                  </a:cubicBezTo>
                  <a:cubicBezTo>
                    <a:pt x="347" y="159"/>
                    <a:pt x="343" y="135"/>
                    <a:pt x="335" y="111"/>
                  </a:cubicBezTo>
                  <a:cubicBezTo>
                    <a:pt x="327" y="89"/>
                    <a:pt x="316" y="70"/>
                    <a:pt x="302" y="54"/>
                  </a:cubicBezTo>
                  <a:cubicBezTo>
                    <a:pt x="287" y="37"/>
                    <a:pt x="269" y="23"/>
                    <a:pt x="249" y="14"/>
                  </a:cubicBezTo>
                  <a:close/>
                  <a:moveTo>
                    <a:pt x="310" y="191"/>
                  </a:moveTo>
                  <a:lnTo>
                    <a:pt x="310" y="191"/>
                  </a:lnTo>
                  <a:cubicBezTo>
                    <a:pt x="310" y="214"/>
                    <a:pt x="308" y="235"/>
                    <a:pt x="302" y="255"/>
                  </a:cubicBezTo>
                  <a:cubicBezTo>
                    <a:pt x="297" y="275"/>
                    <a:pt x="287" y="291"/>
                    <a:pt x="276" y="306"/>
                  </a:cubicBezTo>
                  <a:cubicBezTo>
                    <a:pt x="264" y="320"/>
                    <a:pt x="250" y="331"/>
                    <a:pt x="232" y="339"/>
                  </a:cubicBezTo>
                  <a:cubicBezTo>
                    <a:pt x="214" y="347"/>
                    <a:pt x="195" y="350"/>
                    <a:pt x="172" y="350"/>
                  </a:cubicBezTo>
                  <a:cubicBezTo>
                    <a:pt x="148" y="350"/>
                    <a:pt x="128" y="346"/>
                    <a:pt x="111" y="338"/>
                  </a:cubicBezTo>
                  <a:cubicBezTo>
                    <a:pt x="93" y="328"/>
                    <a:pt x="80" y="317"/>
                    <a:pt x="69" y="302"/>
                  </a:cubicBezTo>
                  <a:cubicBezTo>
                    <a:pt x="58" y="288"/>
                    <a:pt x="50" y="271"/>
                    <a:pt x="44" y="251"/>
                  </a:cubicBezTo>
                  <a:cubicBezTo>
                    <a:pt x="39" y="232"/>
                    <a:pt x="36" y="213"/>
                    <a:pt x="36" y="192"/>
                  </a:cubicBezTo>
                  <a:cubicBezTo>
                    <a:pt x="36" y="170"/>
                    <a:pt x="39" y="148"/>
                    <a:pt x="45" y="129"/>
                  </a:cubicBezTo>
                  <a:cubicBezTo>
                    <a:pt x="51" y="110"/>
                    <a:pt x="59" y="93"/>
                    <a:pt x="72" y="78"/>
                  </a:cubicBezTo>
                  <a:cubicBezTo>
                    <a:pt x="84" y="65"/>
                    <a:pt x="98" y="52"/>
                    <a:pt x="115" y="44"/>
                  </a:cubicBezTo>
                  <a:cubicBezTo>
                    <a:pt x="132" y="36"/>
                    <a:pt x="153" y="32"/>
                    <a:pt x="174" y="32"/>
                  </a:cubicBezTo>
                  <a:cubicBezTo>
                    <a:pt x="199" y="32"/>
                    <a:pt x="220" y="36"/>
                    <a:pt x="236" y="44"/>
                  </a:cubicBezTo>
                  <a:cubicBezTo>
                    <a:pt x="254" y="52"/>
                    <a:pt x="268" y="65"/>
                    <a:pt x="279" y="78"/>
                  </a:cubicBezTo>
                  <a:cubicBezTo>
                    <a:pt x="290" y="93"/>
                    <a:pt x="298" y="110"/>
                    <a:pt x="304" y="129"/>
                  </a:cubicBezTo>
                  <a:cubicBezTo>
                    <a:pt x="309" y="148"/>
                    <a:pt x="310" y="169"/>
                    <a:pt x="31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2">
              <a:extLst>
                <a:ext uri="{FF2B5EF4-FFF2-40B4-BE49-F238E27FC236}">
                  <a16:creationId xmlns:a16="http://schemas.microsoft.com/office/drawing/2014/main" id="{A4CD3009-E92C-430D-FD51-5B5AF2E5FB1F}"/>
                </a:ext>
              </a:extLst>
            </p:cNvPr>
            <p:cNvSpPr>
              <a:spLocks noChangeArrowheads="1"/>
            </p:cNvSpPr>
            <p:nvPr/>
          </p:nvSpPr>
          <p:spPr bwMode="auto">
            <a:xfrm>
              <a:off x="817563" y="4102100"/>
              <a:ext cx="104775" cy="133350"/>
            </a:xfrm>
            <a:custGeom>
              <a:avLst/>
              <a:gdLst>
                <a:gd name="T0" fmla="*/ 254 w 289"/>
                <a:gd name="T1" fmla="*/ 273 h 369"/>
                <a:gd name="T2" fmla="*/ 254 w 289"/>
                <a:gd name="T3" fmla="*/ 273 h 369"/>
                <a:gd name="T4" fmla="*/ 256 w 289"/>
                <a:gd name="T5" fmla="*/ 296 h 369"/>
                <a:gd name="T6" fmla="*/ 257 w 289"/>
                <a:gd name="T7" fmla="*/ 316 h 369"/>
                <a:gd name="T8" fmla="*/ 256 w 289"/>
                <a:gd name="T9" fmla="*/ 316 h 369"/>
                <a:gd name="T10" fmla="*/ 249 w 289"/>
                <a:gd name="T11" fmla="*/ 305 h 369"/>
                <a:gd name="T12" fmla="*/ 240 w 289"/>
                <a:gd name="T13" fmla="*/ 292 h 369"/>
                <a:gd name="T14" fmla="*/ 39 w 289"/>
                <a:gd name="T15" fmla="*/ 0 h 369"/>
                <a:gd name="T16" fmla="*/ 0 w 289"/>
                <a:gd name="T17" fmla="*/ 0 h 369"/>
                <a:gd name="T18" fmla="*/ 0 w 289"/>
                <a:gd name="T19" fmla="*/ 368 h 369"/>
                <a:gd name="T20" fmla="*/ 35 w 289"/>
                <a:gd name="T21" fmla="*/ 368 h 369"/>
                <a:gd name="T22" fmla="*/ 35 w 289"/>
                <a:gd name="T23" fmla="*/ 82 h 369"/>
                <a:gd name="T24" fmla="*/ 35 w 289"/>
                <a:gd name="T25" fmla="*/ 62 h 369"/>
                <a:gd name="T26" fmla="*/ 33 w 289"/>
                <a:gd name="T27" fmla="*/ 49 h 369"/>
                <a:gd name="T28" fmla="*/ 35 w 289"/>
                <a:gd name="T29" fmla="*/ 49 h 369"/>
                <a:gd name="T30" fmla="*/ 41 w 289"/>
                <a:gd name="T31" fmla="*/ 60 h 369"/>
                <a:gd name="T32" fmla="*/ 48 w 289"/>
                <a:gd name="T33" fmla="*/ 73 h 369"/>
                <a:gd name="T34" fmla="*/ 253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3"/>
                    <a:pt x="254" y="290"/>
                    <a:pt x="256" y="296"/>
                  </a:cubicBezTo>
                  <a:cubicBezTo>
                    <a:pt x="256" y="305"/>
                    <a:pt x="256" y="310"/>
                    <a:pt x="257" y="316"/>
                  </a:cubicBezTo>
                  <a:cubicBezTo>
                    <a:pt x="256" y="316"/>
                    <a:pt x="256" y="316"/>
                    <a:pt x="256" y="316"/>
                  </a:cubicBezTo>
                  <a:cubicBezTo>
                    <a:pt x="253" y="313"/>
                    <a:pt x="251" y="309"/>
                    <a:pt x="249" y="305"/>
                  </a:cubicBezTo>
                  <a:cubicBezTo>
                    <a:pt x="246" y="301"/>
                    <a:pt x="243" y="296"/>
                    <a:pt x="240"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6" y="52"/>
                    <a:pt x="39" y="56"/>
                    <a:pt x="41" y="60"/>
                  </a:cubicBezTo>
                  <a:cubicBezTo>
                    <a:pt x="44" y="65"/>
                    <a:pt x="45" y="69"/>
                    <a:pt x="48" y="73"/>
                  </a:cubicBezTo>
                  <a:cubicBezTo>
                    <a:pt x="253" y="368"/>
                    <a:pt x="253" y="368"/>
                    <a:pt x="253"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4" name="Freeform 233">
              <a:extLst>
                <a:ext uri="{FF2B5EF4-FFF2-40B4-BE49-F238E27FC236}">
                  <a16:creationId xmlns:a16="http://schemas.microsoft.com/office/drawing/2014/main" id="{8AD1E83C-2066-B9E8-BB45-9BE77DA51F6B}"/>
                </a:ext>
              </a:extLst>
            </p:cNvPr>
            <p:cNvSpPr>
              <a:spLocks noChangeArrowheads="1"/>
            </p:cNvSpPr>
            <p:nvPr/>
          </p:nvSpPr>
          <p:spPr bwMode="auto">
            <a:xfrm>
              <a:off x="942975" y="4102100"/>
              <a:ext cx="88900" cy="133350"/>
            </a:xfrm>
            <a:custGeom>
              <a:avLst/>
              <a:gdLst>
                <a:gd name="T0" fmla="*/ 247 w 248"/>
                <a:gd name="T1" fmla="*/ 0 h 369"/>
                <a:gd name="T2" fmla="*/ 0 w 248"/>
                <a:gd name="T3" fmla="*/ 0 h 369"/>
                <a:gd name="T4" fmla="*/ 0 w 248"/>
                <a:gd name="T5" fmla="*/ 30 h 369"/>
                <a:gd name="T6" fmla="*/ 106 w 248"/>
                <a:gd name="T7" fmla="*/ 30 h 369"/>
                <a:gd name="T8" fmla="*/ 106 w 248"/>
                <a:gd name="T9" fmla="*/ 368 h 369"/>
                <a:gd name="T10" fmla="*/ 140 w 248"/>
                <a:gd name="T11" fmla="*/ 368 h 369"/>
                <a:gd name="T12" fmla="*/ 140 w 248"/>
                <a:gd name="T13" fmla="*/ 30 h 369"/>
                <a:gd name="T14" fmla="*/ 247 w 248"/>
                <a:gd name="T15" fmla="*/ 30 h 369"/>
                <a:gd name="T16" fmla="*/ 247 w 248"/>
                <a:gd name="T17" fmla="*/ 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247" y="0"/>
                  </a:moveTo>
                  <a:lnTo>
                    <a:pt x="0" y="0"/>
                  </a:lnTo>
                  <a:lnTo>
                    <a:pt x="0" y="30"/>
                  </a:lnTo>
                  <a:lnTo>
                    <a:pt x="106" y="30"/>
                  </a:lnTo>
                  <a:lnTo>
                    <a:pt x="106" y="368"/>
                  </a:lnTo>
                  <a:lnTo>
                    <a:pt x="140" y="368"/>
                  </a:lnTo>
                  <a:lnTo>
                    <a:pt x="140" y="30"/>
                  </a:lnTo>
                  <a:lnTo>
                    <a:pt x="247" y="30"/>
                  </a:lnTo>
                  <a:lnTo>
                    <a:pt x="247"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5" name="Freeform 234">
              <a:extLst>
                <a:ext uri="{FF2B5EF4-FFF2-40B4-BE49-F238E27FC236}">
                  <a16:creationId xmlns:a16="http://schemas.microsoft.com/office/drawing/2014/main" id="{59B6B0C4-EA56-8072-3B09-420266484A56}"/>
                </a:ext>
              </a:extLst>
            </p:cNvPr>
            <p:cNvSpPr>
              <a:spLocks noChangeArrowheads="1"/>
            </p:cNvSpPr>
            <p:nvPr/>
          </p:nvSpPr>
          <p:spPr bwMode="auto">
            <a:xfrm>
              <a:off x="1027113" y="4102100"/>
              <a:ext cx="112712" cy="133350"/>
            </a:xfrm>
            <a:custGeom>
              <a:avLst/>
              <a:gdLst>
                <a:gd name="T0" fmla="*/ 77 w 315"/>
                <a:gd name="T1" fmla="*/ 259 h 369"/>
                <a:gd name="T2" fmla="*/ 77 w 315"/>
                <a:gd name="T3" fmla="*/ 259 h 369"/>
                <a:gd name="T4" fmla="*/ 236 w 315"/>
                <a:gd name="T5" fmla="*/ 259 h 369"/>
                <a:gd name="T6" fmla="*/ 276 w 315"/>
                <a:gd name="T7" fmla="*/ 368 h 369"/>
                <a:gd name="T8" fmla="*/ 314 w 315"/>
                <a:gd name="T9" fmla="*/ 368 h 369"/>
                <a:gd name="T10" fmla="*/ 174 w 315"/>
                <a:gd name="T11" fmla="*/ 0 h 369"/>
                <a:gd name="T12" fmla="*/ 140 w 315"/>
                <a:gd name="T13" fmla="*/ 0 h 369"/>
                <a:gd name="T14" fmla="*/ 0 w 315"/>
                <a:gd name="T15" fmla="*/ 368 h 369"/>
                <a:gd name="T16" fmla="*/ 37 w 315"/>
                <a:gd name="T17" fmla="*/ 368 h 369"/>
                <a:gd name="T18" fmla="*/ 77 w 315"/>
                <a:gd name="T19" fmla="*/ 259 h 369"/>
                <a:gd name="T20" fmla="*/ 148 w 315"/>
                <a:gd name="T21" fmla="*/ 65 h 369"/>
                <a:gd name="T22" fmla="*/ 148 w 315"/>
                <a:gd name="T23" fmla="*/ 65 h 369"/>
                <a:gd name="T24" fmla="*/ 152 w 315"/>
                <a:gd name="T25" fmla="*/ 52 h 369"/>
                <a:gd name="T26" fmla="*/ 155 w 315"/>
                <a:gd name="T27" fmla="*/ 38 h 369"/>
                <a:gd name="T28" fmla="*/ 156 w 315"/>
                <a:gd name="T29" fmla="*/ 38 h 369"/>
                <a:gd name="T30" fmla="*/ 160 w 315"/>
                <a:gd name="T31" fmla="*/ 52 h 369"/>
                <a:gd name="T32" fmla="*/ 163 w 315"/>
                <a:gd name="T33" fmla="*/ 65 h 369"/>
                <a:gd name="T34" fmla="*/ 224 w 315"/>
                <a:gd name="T35" fmla="*/ 228 h 369"/>
                <a:gd name="T36" fmla="*/ 89 w 315"/>
                <a:gd name="T37" fmla="*/ 228 h 369"/>
                <a:gd name="T38" fmla="*/ 148 w 315"/>
                <a:gd name="T39" fmla="*/ 6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77" y="259"/>
                  </a:moveTo>
                  <a:lnTo>
                    <a:pt x="77" y="259"/>
                  </a:lnTo>
                  <a:cubicBezTo>
                    <a:pt x="236" y="259"/>
                    <a:pt x="236" y="259"/>
                    <a:pt x="236" y="259"/>
                  </a:cubicBezTo>
                  <a:cubicBezTo>
                    <a:pt x="276" y="368"/>
                    <a:pt x="276" y="368"/>
                    <a:pt x="276" y="368"/>
                  </a:cubicBezTo>
                  <a:cubicBezTo>
                    <a:pt x="314" y="368"/>
                    <a:pt x="314" y="368"/>
                    <a:pt x="314" y="368"/>
                  </a:cubicBezTo>
                  <a:cubicBezTo>
                    <a:pt x="174" y="0"/>
                    <a:pt x="174" y="0"/>
                    <a:pt x="174" y="0"/>
                  </a:cubicBezTo>
                  <a:cubicBezTo>
                    <a:pt x="140" y="0"/>
                    <a:pt x="140" y="0"/>
                    <a:pt x="140" y="0"/>
                  </a:cubicBezTo>
                  <a:cubicBezTo>
                    <a:pt x="0" y="368"/>
                    <a:pt x="0" y="368"/>
                    <a:pt x="0" y="368"/>
                  </a:cubicBezTo>
                  <a:cubicBezTo>
                    <a:pt x="37" y="368"/>
                    <a:pt x="37" y="368"/>
                    <a:pt x="37" y="368"/>
                  </a:cubicBezTo>
                  <a:lnTo>
                    <a:pt x="77" y="259"/>
                  </a:lnTo>
                  <a:close/>
                  <a:moveTo>
                    <a:pt x="148" y="65"/>
                  </a:moveTo>
                  <a:lnTo>
                    <a:pt x="148" y="65"/>
                  </a:lnTo>
                  <a:cubicBezTo>
                    <a:pt x="149" y="60"/>
                    <a:pt x="151" y="56"/>
                    <a:pt x="152" y="52"/>
                  </a:cubicBezTo>
                  <a:cubicBezTo>
                    <a:pt x="154" y="48"/>
                    <a:pt x="155" y="44"/>
                    <a:pt x="155" y="38"/>
                  </a:cubicBezTo>
                  <a:cubicBezTo>
                    <a:pt x="156" y="38"/>
                    <a:pt x="156" y="38"/>
                    <a:pt x="156" y="38"/>
                  </a:cubicBezTo>
                  <a:cubicBezTo>
                    <a:pt x="158" y="44"/>
                    <a:pt x="159" y="48"/>
                    <a:pt x="160" y="52"/>
                  </a:cubicBezTo>
                  <a:cubicBezTo>
                    <a:pt x="160" y="56"/>
                    <a:pt x="162" y="60"/>
                    <a:pt x="163" y="65"/>
                  </a:cubicBezTo>
                  <a:cubicBezTo>
                    <a:pt x="224" y="228"/>
                    <a:pt x="224" y="228"/>
                    <a:pt x="224" y="228"/>
                  </a:cubicBezTo>
                  <a:cubicBezTo>
                    <a:pt x="89" y="228"/>
                    <a:pt x="89" y="228"/>
                    <a:pt x="89" y="228"/>
                  </a:cubicBezTo>
                  <a:lnTo>
                    <a:pt x="148" y="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5">
              <a:extLst>
                <a:ext uri="{FF2B5EF4-FFF2-40B4-BE49-F238E27FC236}">
                  <a16:creationId xmlns:a16="http://schemas.microsoft.com/office/drawing/2014/main" id="{291DFE64-BEDD-0B76-9B94-5ADFA306D9CB}"/>
                </a:ext>
              </a:extLst>
            </p:cNvPr>
            <p:cNvSpPr>
              <a:spLocks noChangeArrowheads="1"/>
            </p:cNvSpPr>
            <p:nvPr/>
          </p:nvSpPr>
          <p:spPr bwMode="auto">
            <a:xfrm>
              <a:off x="1149350" y="4098925"/>
              <a:ext cx="96838" cy="138113"/>
            </a:xfrm>
            <a:custGeom>
              <a:avLst/>
              <a:gdLst>
                <a:gd name="T0" fmla="*/ 110 w 271"/>
                <a:gd name="T1" fmla="*/ 15 h 383"/>
                <a:gd name="T2" fmla="*/ 110 w 271"/>
                <a:gd name="T3" fmla="*/ 15 h 383"/>
                <a:gd name="T4" fmla="*/ 51 w 271"/>
                <a:gd name="T5" fmla="*/ 58 h 383"/>
                <a:gd name="T6" fmla="*/ 14 w 271"/>
                <a:gd name="T7" fmla="*/ 120 h 383"/>
                <a:gd name="T8" fmla="*/ 0 w 271"/>
                <a:gd name="T9" fmla="*/ 198 h 383"/>
                <a:gd name="T10" fmla="*/ 12 w 271"/>
                <a:gd name="T11" fmla="*/ 272 h 383"/>
                <a:gd name="T12" fmla="*/ 48 w 271"/>
                <a:gd name="T13" fmla="*/ 330 h 383"/>
                <a:gd name="T14" fmla="*/ 102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1 w 271"/>
                <a:gd name="T27" fmla="*/ 305 h 383"/>
                <a:gd name="T28" fmla="*/ 45 w 271"/>
                <a:gd name="T29" fmla="*/ 255 h 383"/>
                <a:gd name="T30" fmla="*/ 36 w 271"/>
                <a:gd name="T31" fmla="*/ 195 h 383"/>
                <a:gd name="T32" fmla="*/ 47 w 271"/>
                <a:gd name="T33" fmla="*/ 130 h 383"/>
                <a:gd name="T34" fmla="*/ 76 w 271"/>
                <a:gd name="T35" fmla="*/ 78 h 383"/>
                <a:gd name="T36" fmla="*/ 122 w 271"/>
                <a:gd name="T37" fmla="*/ 44 h 383"/>
                <a:gd name="T38" fmla="*/ 185 w 271"/>
                <a:gd name="T39" fmla="*/ 32 h 383"/>
                <a:gd name="T40" fmla="*/ 270 w 271"/>
                <a:gd name="T41" fmla="*/ 51 h 383"/>
                <a:gd name="T42" fmla="*/ 270 w 271"/>
                <a:gd name="T43" fmla="*/ 15 h 383"/>
                <a:gd name="T44" fmla="*/ 187 w 271"/>
                <a:gd name="T45" fmla="*/ 0 h 383"/>
                <a:gd name="T46" fmla="*/ 110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10" y="15"/>
                  </a:moveTo>
                  <a:lnTo>
                    <a:pt x="110" y="15"/>
                  </a:lnTo>
                  <a:cubicBezTo>
                    <a:pt x="86" y="25"/>
                    <a:pt x="67" y="40"/>
                    <a:pt x="51" y="58"/>
                  </a:cubicBezTo>
                  <a:cubicBezTo>
                    <a:pt x="34" y="76"/>
                    <a:pt x="22" y="96"/>
                    <a:pt x="14" y="120"/>
                  </a:cubicBezTo>
                  <a:cubicBezTo>
                    <a:pt x="4" y="144"/>
                    <a:pt x="0" y="170"/>
                    <a:pt x="0" y="198"/>
                  </a:cubicBezTo>
                  <a:cubicBezTo>
                    <a:pt x="0" y="225"/>
                    <a:pt x="4" y="249"/>
                    <a:pt x="12" y="272"/>
                  </a:cubicBezTo>
                  <a:cubicBezTo>
                    <a:pt x="21" y="294"/>
                    <a:pt x="33" y="313"/>
                    <a:pt x="48" y="330"/>
                  </a:cubicBezTo>
                  <a:cubicBezTo>
                    <a:pt x="62" y="346"/>
                    <a:pt x="81" y="358"/>
                    <a:pt x="102" y="368"/>
                  </a:cubicBezTo>
                  <a:cubicBezTo>
                    <a:pt x="124" y="378"/>
                    <a:pt x="147" y="382"/>
                    <a:pt x="173" y="382"/>
                  </a:cubicBezTo>
                  <a:cubicBezTo>
                    <a:pt x="210" y="382"/>
                    <a:pt x="242" y="375"/>
                    <a:pt x="270" y="361"/>
                  </a:cubicBezTo>
                  <a:cubicBezTo>
                    <a:pt x="270" y="328"/>
                    <a:pt x="270" y="328"/>
                    <a:pt x="270" y="328"/>
                  </a:cubicBezTo>
                  <a:cubicBezTo>
                    <a:pt x="243" y="343"/>
                    <a:pt x="213" y="350"/>
                    <a:pt x="177" y="350"/>
                  </a:cubicBezTo>
                  <a:cubicBezTo>
                    <a:pt x="154" y="350"/>
                    <a:pt x="133" y="346"/>
                    <a:pt x="115" y="338"/>
                  </a:cubicBezTo>
                  <a:cubicBezTo>
                    <a:pt x="99" y="330"/>
                    <a:pt x="84" y="319"/>
                    <a:pt x="71" y="305"/>
                  </a:cubicBezTo>
                  <a:cubicBezTo>
                    <a:pt x="60" y="291"/>
                    <a:pt x="51" y="275"/>
                    <a:pt x="45" y="255"/>
                  </a:cubicBezTo>
                  <a:cubicBezTo>
                    <a:pt x="40" y="236"/>
                    <a:pt x="36" y="217"/>
                    <a:pt x="36" y="195"/>
                  </a:cubicBezTo>
                  <a:cubicBezTo>
                    <a:pt x="36" y="172"/>
                    <a:pt x="40" y="150"/>
                    <a:pt x="47" y="130"/>
                  </a:cubicBezTo>
                  <a:cubicBezTo>
                    <a:pt x="54" y="110"/>
                    <a:pt x="63" y="92"/>
                    <a:pt x="76" y="78"/>
                  </a:cubicBezTo>
                  <a:cubicBezTo>
                    <a:pt x="88" y="63"/>
                    <a:pt x="103" y="52"/>
                    <a:pt x="122" y="44"/>
                  </a:cubicBezTo>
                  <a:cubicBezTo>
                    <a:pt x="140" y="36"/>
                    <a:pt x="162" y="32"/>
                    <a:pt x="185" y="32"/>
                  </a:cubicBezTo>
                  <a:cubicBezTo>
                    <a:pt x="216" y="32"/>
                    <a:pt x="244" y="39"/>
                    <a:pt x="270" y="51"/>
                  </a:cubicBezTo>
                  <a:cubicBezTo>
                    <a:pt x="270" y="15"/>
                    <a:pt x="270" y="15"/>
                    <a:pt x="270" y="15"/>
                  </a:cubicBezTo>
                  <a:cubicBezTo>
                    <a:pt x="246" y="6"/>
                    <a:pt x="218" y="0"/>
                    <a:pt x="187" y="0"/>
                  </a:cubicBezTo>
                  <a:cubicBezTo>
                    <a:pt x="158" y="0"/>
                    <a:pt x="132" y="6"/>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6">
              <a:extLst>
                <a:ext uri="{FF2B5EF4-FFF2-40B4-BE49-F238E27FC236}">
                  <a16:creationId xmlns:a16="http://schemas.microsoft.com/office/drawing/2014/main" id="{72C5C460-25A8-1C06-DF7F-55A441296752}"/>
                </a:ext>
              </a:extLst>
            </p:cNvPr>
            <p:cNvSpPr>
              <a:spLocks noChangeArrowheads="1"/>
            </p:cNvSpPr>
            <p:nvPr/>
          </p:nvSpPr>
          <p:spPr bwMode="auto">
            <a:xfrm>
              <a:off x="1263650" y="4102100"/>
              <a:ext cx="88900" cy="133350"/>
            </a:xfrm>
            <a:custGeom>
              <a:avLst/>
              <a:gdLst>
                <a:gd name="T0" fmla="*/ 0 w 248"/>
                <a:gd name="T1" fmla="*/ 30 h 369"/>
                <a:gd name="T2" fmla="*/ 106 w 248"/>
                <a:gd name="T3" fmla="*/ 30 h 369"/>
                <a:gd name="T4" fmla="*/ 106 w 248"/>
                <a:gd name="T5" fmla="*/ 368 h 369"/>
                <a:gd name="T6" fmla="*/ 140 w 248"/>
                <a:gd name="T7" fmla="*/ 368 h 369"/>
                <a:gd name="T8" fmla="*/ 140 w 248"/>
                <a:gd name="T9" fmla="*/ 30 h 369"/>
                <a:gd name="T10" fmla="*/ 247 w 248"/>
                <a:gd name="T11" fmla="*/ 30 h 369"/>
                <a:gd name="T12" fmla="*/ 247 w 248"/>
                <a:gd name="T13" fmla="*/ 0 h 369"/>
                <a:gd name="T14" fmla="*/ 0 w 248"/>
                <a:gd name="T15" fmla="*/ 0 h 369"/>
                <a:gd name="T16" fmla="*/ 0 w 248"/>
                <a:gd name="T17"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48" h="369">
                  <a:moveTo>
                    <a:pt x="0" y="30"/>
                  </a:moveTo>
                  <a:lnTo>
                    <a:pt x="106" y="30"/>
                  </a:lnTo>
                  <a:lnTo>
                    <a:pt x="106" y="368"/>
                  </a:lnTo>
                  <a:lnTo>
                    <a:pt x="140" y="368"/>
                  </a:lnTo>
                  <a:lnTo>
                    <a:pt x="140" y="30"/>
                  </a:lnTo>
                  <a:lnTo>
                    <a:pt x="247" y="30"/>
                  </a:lnTo>
                  <a:lnTo>
                    <a:pt x="247"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8" name="Freeform 237">
              <a:extLst>
                <a:ext uri="{FF2B5EF4-FFF2-40B4-BE49-F238E27FC236}">
                  <a16:creationId xmlns:a16="http://schemas.microsoft.com/office/drawing/2014/main" id="{AF29FAA1-1361-55C5-B6D5-F5FFE4DE7EFD}"/>
                </a:ext>
              </a:extLst>
            </p:cNvPr>
            <p:cNvSpPr>
              <a:spLocks noChangeArrowheads="1"/>
            </p:cNvSpPr>
            <p:nvPr/>
          </p:nvSpPr>
          <p:spPr bwMode="auto">
            <a:xfrm>
              <a:off x="1425575" y="4102100"/>
              <a:ext cx="66675" cy="133350"/>
            </a:xfrm>
            <a:custGeom>
              <a:avLst/>
              <a:gdLst>
                <a:gd name="T0" fmla="*/ 34 w 184"/>
                <a:gd name="T1" fmla="*/ 0 h 369"/>
                <a:gd name="T2" fmla="*/ 0 w 184"/>
                <a:gd name="T3" fmla="*/ 0 h 369"/>
                <a:gd name="T4" fmla="*/ 0 w 184"/>
                <a:gd name="T5" fmla="*/ 368 h 369"/>
                <a:gd name="T6" fmla="*/ 183 w 184"/>
                <a:gd name="T7" fmla="*/ 368 h 369"/>
                <a:gd name="T8" fmla="*/ 183 w 184"/>
                <a:gd name="T9" fmla="*/ 338 h 369"/>
                <a:gd name="T10" fmla="*/ 34 w 184"/>
                <a:gd name="T11" fmla="*/ 338 h 369"/>
                <a:gd name="T12" fmla="*/ 34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4" y="0"/>
                  </a:moveTo>
                  <a:lnTo>
                    <a:pt x="0" y="0"/>
                  </a:lnTo>
                  <a:lnTo>
                    <a:pt x="0" y="368"/>
                  </a:lnTo>
                  <a:lnTo>
                    <a:pt x="183" y="368"/>
                  </a:lnTo>
                  <a:lnTo>
                    <a:pt x="183" y="338"/>
                  </a:lnTo>
                  <a:lnTo>
                    <a:pt x="34" y="33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9" name="Freeform 238">
              <a:extLst>
                <a:ext uri="{FF2B5EF4-FFF2-40B4-BE49-F238E27FC236}">
                  <a16:creationId xmlns:a16="http://schemas.microsoft.com/office/drawing/2014/main" id="{CC28947F-E38F-FC5E-7E77-7E49B15B1192}"/>
                </a:ext>
              </a:extLst>
            </p:cNvPr>
            <p:cNvSpPr>
              <a:spLocks noChangeArrowheads="1"/>
            </p:cNvSpPr>
            <p:nvPr/>
          </p:nvSpPr>
          <p:spPr bwMode="auto">
            <a:xfrm>
              <a:off x="1514475"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9">
              <a:extLst>
                <a:ext uri="{FF2B5EF4-FFF2-40B4-BE49-F238E27FC236}">
                  <a16:creationId xmlns:a16="http://schemas.microsoft.com/office/drawing/2014/main" id="{8D796C94-10C1-25EE-EA86-D14C3AA63422}"/>
                </a:ext>
              </a:extLst>
            </p:cNvPr>
            <p:cNvSpPr>
              <a:spLocks noChangeArrowheads="1"/>
            </p:cNvSpPr>
            <p:nvPr/>
          </p:nvSpPr>
          <p:spPr bwMode="auto">
            <a:xfrm>
              <a:off x="1560513" y="4102100"/>
              <a:ext cx="104775" cy="133350"/>
            </a:xfrm>
            <a:custGeom>
              <a:avLst/>
              <a:gdLst>
                <a:gd name="T0" fmla="*/ 41 w 289"/>
                <a:gd name="T1" fmla="*/ 60 h 369"/>
                <a:gd name="T2" fmla="*/ 41 w 289"/>
                <a:gd name="T3" fmla="*/ 60 h 369"/>
                <a:gd name="T4" fmla="*/ 48 w 289"/>
                <a:gd name="T5" fmla="*/ 73 h 369"/>
                <a:gd name="T6" fmla="*/ 254 w 289"/>
                <a:gd name="T7" fmla="*/ 368 h 369"/>
                <a:gd name="T8" fmla="*/ 288 w 289"/>
                <a:gd name="T9" fmla="*/ 368 h 369"/>
                <a:gd name="T10" fmla="*/ 288 w 289"/>
                <a:gd name="T11" fmla="*/ 0 h 369"/>
                <a:gd name="T12" fmla="*/ 254 w 289"/>
                <a:gd name="T13" fmla="*/ 0 h 369"/>
                <a:gd name="T14" fmla="*/ 254 w 289"/>
                <a:gd name="T15" fmla="*/ 273 h 369"/>
                <a:gd name="T16" fmla="*/ 255 w 289"/>
                <a:gd name="T17" fmla="*/ 296 h 369"/>
                <a:gd name="T18" fmla="*/ 256 w 289"/>
                <a:gd name="T19" fmla="*/ 316 h 369"/>
                <a:gd name="T20" fmla="*/ 255 w 289"/>
                <a:gd name="T21" fmla="*/ 316 h 369"/>
                <a:gd name="T22" fmla="*/ 248 w 289"/>
                <a:gd name="T23" fmla="*/ 305 h 369"/>
                <a:gd name="T24" fmla="*/ 240 w 289"/>
                <a:gd name="T25" fmla="*/ 292 h 369"/>
                <a:gd name="T26" fmla="*/ 38 w 289"/>
                <a:gd name="T27" fmla="*/ 0 h 369"/>
                <a:gd name="T28" fmla="*/ 0 w 289"/>
                <a:gd name="T29" fmla="*/ 0 h 369"/>
                <a:gd name="T30" fmla="*/ 0 w 289"/>
                <a:gd name="T31" fmla="*/ 368 h 369"/>
                <a:gd name="T32" fmla="*/ 34 w 289"/>
                <a:gd name="T33" fmla="*/ 368 h 369"/>
                <a:gd name="T34" fmla="*/ 34 w 289"/>
                <a:gd name="T35" fmla="*/ 82 h 369"/>
                <a:gd name="T36" fmla="*/ 34 w 289"/>
                <a:gd name="T37" fmla="*/ 62 h 369"/>
                <a:gd name="T38" fmla="*/ 33 w 289"/>
                <a:gd name="T39" fmla="*/ 49 h 369"/>
                <a:gd name="T40" fmla="*/ 34 w 289"/>
                <a:gd name="T41" fmla="*/ 49 h 369"/>
                <a:gd name="T42" fmla="*/ 41 w 289"/>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1" y="60"/>
                  </a:moveTo>
                  <a:lnTo>
                    <a:pt x="41" y="60"/>
                  </a:lnTo>
                  <a:cubicBezTo>
                    <a:pt x="44" y="65"/>
                    <a:pt x="45" y="69"/>
                    <a:pt x="48" y="73"/>
                  </a:cubicBezTo>
                  <a:cubicBezTo>
                    <a:pt x="254" y="368"/>
                    <a:pt x="254" y="368"/>
                    <a:pt x="254"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6" y="316"/>
                  </a:cubicBezTo>
                  <a:cubicBezTo>
                    <a:pt x="255" y="316"/>
                    <a:pt x="255" y="316"/>
                    <a:pt x="255" y="316"/>
                  </a:cubicBezTo>
                  <a:cubicBezTo>
                    <a:pt x="252" y="313"/>
                    <a:pt x="251" y="309"/>
                    <a:pt x="248" y="305"/>
                  </a:cubicBezTo>
                  <a:cubicBezTo>
                    <a:pt x="245"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7" y="52"/>
                    <a:pt x="38"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40">
              <a:extLst>
                <a:ext uri="{FF2B5EF4-FFF2-40B4-BE49-F238E27FC236}">
                  <a16:creationId xmlns:a16="http://schemas.microsoft.com/office/drawing/2014/main" id="{4BAF4DE5-A6A6-872D-11D4-FB140AC47AA4}"/>
                </a:ext>
              </a:extLst>
            </p:cNvPr>
            <p:cNvSpPr>
              <a:spLocks noChangeArrowheads="1"/>
            </p:cNvSpPr>
            <p:nvPr/>
          </p:nvSpPr>
          <p:spPr bwMode="auto">
            <a:xfrm>
              <a:off x="1698625" y="4102100"/>
              <a:ext cx="68263"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2" name="Freeform 241">
              <a:extLst>
                <a:ext uri="{FF2B5EF4-FFF2-40B4-BE49-F238E27FC236}">
                  <a16:creationId xmlns:a16="http://schemas.microsoft.com/office/drawing/2014/main" id="{B0871242-BE5B-530F-B06F-B304F3E30E68}"/>
                </a:ext>
              </a:extLst>
            </p:cNvPr>
            <p:cNvSpPr>
              <a:spLocks noChangeArrowheads="1"/>
            </p:cNvSpPr>
            <p:nvPr/>
          </p:nvSpPr>
          <p:spPr bwMode="auto">
            <a:xfrm>
              <a:off x="1846263" y="4102100"/>
              <a:ext cx="11112" cy="133350"/>
            </a:xfrm>
            <a:custGeom>
              <a:avLst/>
              <a:gdLst>
                <a:gd name="T0" fmla="*/ 0 w 33"/>
                <a:gd name="T1" fmla="*/ 368 h 369"/>
                <a:gd name="T2" fmla="*/ 32 w 33"/>
                <a:gd name="T3" fmla="*/ 368 h 369"/>
                <a:gd name="T4" fmla="*/ 32 w 33"/>
                <a:gd name="T5" fmla="*/ 0 h 369"/>
                <a:gd name="T6" fmla="*/ 0 w 33"/>
                <a:gd name="T7" fmla="*/ 0 h 369"/>
                <a:gd name="T8" fmla="*/ 0 w 33"/>
                <a:gd name="T9" fmla="*/ 368 h 369"/>
              </a:gdLst>
              <a:ahLst/>
              <a:cxnLst>
                <a:cxn ang="0">
                  <a:pos x="T0" y="T1"/>
                </a:cxn>
                <a:cxn ang="0">
                  <a:pos x="T2" y="T3"/>
                </a:cxn>
                <a:cxn ang="0">
                  <a:pos x="T4" y="T5"/>
                </a:cxn>
                <a:cxn ang="0">
                  <a:pos x="T6" y="T7"/>
                </a:cxn>
                <a:cxn ang="0">
                  <a:pos x="T8" y="T9"/>
                </a:cxn>
              </a:cxnLst>
              <a:rect l="0" t="0" r="r" b="b"/>
              <a:pathLst>
                <a:path w="33" h="369">
                  <a:moveTo>
                    <a:pt x="0" y="368"/>
                  </a:moveTo>
                  <a:lnTo>
                    <a:pt x="32" y="368"/>
                  </a:lnTo>
                  <a:lnTo>
                    <a:pt x="32"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3" name="Freeform 242">
              <a:extLst>
                <a:ext uri="{FF2B5EF4-FFF2-40B4-BE49-F238E27FC236}">
                  <a16:creationId xmlns:a16="http://schemas.microsoft.com/office/drawing/2014/main" id="{9D1CE021-B21D-C75D-22E0-4FFF9F28875B}"/>
                </a:ext>
              </a:extLst>
            </p:cNvPr>
            <p:cNvSpPr>
              <a:spLocks noChangeArrowheads="1"/>
            </p:cNvSpPr>
            <p:nvPr/>
          </p:nvSpPr>
          <p:spPr bwMode="auto">
            <a:xfrm>
              <a:off x="1885950" y="4098925"/>
              <a:ext cx="96838" cy="138113"/>
            </a:xfrm>
            <a:custGeom>
              <a:avLst/>
              <a:gdLst>
                <a:gd name="T0" fmla="*/ 109 w 271"/>
                <a:gd name="T1" fmla="*/ 15 h 383"/>
                <a:gd name="T2" fmla="*/ 109 w 271"/>
                <a:gd name="T3" fmla="*/ 15 h 383"/>
                <a:gd name="T4" fmla="*/ 50 w 271"/>
                <a:gd name="T5" fmla="*/ 58 h 383"/>
                <a:gd name="T6" fmla="*/ 13 w 271"/>
                <a:gd name="T7" fmla="*/ 120 h 383"/>
                <a:gd name="T8" fmla="*/ 0 w 271"/>
                <a:gd name="T9" fmla="*/ 198 h 383"/>
                <a:gd name="T10" fmla="*/ 12 w 271"/>
                <a:gd name="T11" fmla="*/ 272 h 383"/>
                <a:gd name="T12" fmla="*/ 48 w 271"/>
                <a:gd name="T13" fmla="*/ 330 h 383"/>
                <a:gd name="T14" fmla="*/ 101 w 271"/>
                <a:gd name="T15" fmla="*/ 368 h 383"/>
                <a:gd name="T16" fmla="*/ 173 w 271"/>
                <a:gd name="T17" fmla="*/ 382 h 383"/>
                <a:gd name="T18" fmla="*/ 270 w 271"/>
                <a:gd name="T19" fmla="*/ 361 h 383"/>
                <a:gd name="T20" fmla="*/ 270 w 271"/>
                <a:gd name="T21" fmla="*/ 328 h 383"/>
                <a:gd name="T22" fmla="*/ 177 w 271"/>
                <a:gd name="T23" fmla="*/ 350 h 383"/>
                <a:gd name="T24" fmla="*/ 115 w 271"/>
                <a:gd name="T25" fmla="*/ 338 h 383"/>
                <a:gd name="T26" fmla="*/ 72 w 271"/>
                <a:gd name="T27" fmla="*/ 305 h 383"/>
                <a:gd name="T28" fmla="*/ 45 w 271"/>
                <a:gd name="T29" fmla="*/ 255 h 383"/>
                <a:gd name="T30" fmla="*/ 37 w 271"/>
                <a:gd name="T31" fmla="*/ 195 h 383"/>
                <a:gd name="T32" fmla="*/ 46 w 271"/>
                <a:gd name="T33" fmla="*/ 130 h 383"/>
                <a:gd name="T34" fmla="*/ 75 w 271"/>
                <a:gd name="T35" fmla="*/ 78 h 383"/>
                <a:gd name="T36" fmla="*/ 122 w 271"/>
                <a:gd name="T37" fmla="*/ 44 h 383"/>
                <a:gd name="T38" fmla="*/ 185 w 271"/>
                <a:gd name="T39" fmla="*/ 32 h 383"/>
                <a:gd name="T40" fmla="*/ 270 w 271"/>
                <a:gd name="T41" fmla="*/ 51 h 383"/>
                <a:gd name="T42" fmla="*/ 270 w 271"/>
                <a:gd name="T43" fmla="*/ 15 h 383"/>
                <a:gd name="T44" fmla="*/ 186 w 271"/>
                <a:gd name="T45" fmla="*/ 0 h 383"/>
                <a:gd name="T46" fmla="*/ 109 w 271"/>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109" y="15"/>
                  </a:moveTo>
                  <a:lnTo>
                    <a:pt x="109" y="15"/>
                  </a:lnTo>
                  <a:cubicBezTo>
                    <a:pt x="86" y="25"/>
                    <a:pt x="67" y="40"/>
                    <a:pt x="50" y="58"/>
                  </a:cubicBezTo>
                  <a:cubicBezTo>
                    <a:pt x="34" y="76"/>
                    <a:pt x="22" y="96"/>
                    <a:pt x="13" y="120"/>
                  </a:cubicBezTo>
                  <a:cubicBezTo>
                    <a:pt x="5" y="144"/>
                    <a:pt x="0" y="170"/>
                    <a:pt x="0" y="198"/>
                  </a:cubicBezTo>
                  <a:cubicBezTo>
                    <a:pt x="0" y="225"/>
                    <a:pt x="4" y="249"/>
                    <a:pt x="12" y="272"/>
                  </a:cubicBezTo>
                  <a:cubicBezTo>
                    <a:pt x="20" y="294"/>
                    <a:pt x="32" y="313"/>
                    <a:pt x="48" y="330"/>
                  </a:cubicBezTo>
                  <a:cubicBezTo>
                    <a:pt x="63" y="346"/>
                    <a:pt x="81" y="358"/>
                    <a:pt x="101" y="368"/>
                  </a:cubicBezTo>
                  <a:cubicBezTo>
                    <a:pt x="123" y="378"/>
                    <a:pt x="146" y="382"/>
                    <a:pt x="173" y="382"/>
                  </a:cubicBezTo>
                  <a:cubicBezTo>
                    <a:pt x="210" y="382"/>
                    <a:pt x="241" y="375"/>
                    <a:pt x="270" y="361"/>
                  </a:cubicBezTo>
                  <a:cubicBezTo>
                    <a:pt x="270" y="328"/>
                    <a:pt x="270" y="328"/>
                    <a:pt x="270" y="328"/>
                  </a:cubicBezTo>
                  <a:cubicBezTo>
                    <a:pt x="244" y="343"/>
                    <a:pt x="212" y="350"/>
                    <a:pt x="177" y="350"/>
                  </a:cubicBezTo>
                  <a:cubicBezTo>
                    <a:pt x="153" y="350"/>
                    <a:pt x="133" y="346"/>
                    <a:pt x="115" y="338"/>
                  </a:cubicBezTo>
                  <a:cubicBezTo>
                    <a:pt x="98" y="330"/>
                    <a:pt x="83" y="319"/>
                    <a:pt x="72" y="305"/>
                  </a:cubicBezTo>
                  <a:cubicBezTo>
                    <a:pt x="60" y="291"/>
                    <a:pt x="50" y="275"/>
                    <a:pt x="45" y="255"/>
                  </a:cubicBezTo>
                  <a:cubicBezTo>
                    <a:pt x="39" y="236"/>
                    <a:pt x="37" y="217"/>
                    <a:pt x="37" y="195"/>
                  </a:cubicBezTo>
                  <a:cubicBezTo>
                    <a:pt x="37" y="172"/>
                    <a:pt x="39" y="150"/>
                    <a:pt x="46" y="130"/>
                  </a:cubicBezTo>
                  <a:cubicBezTo>
                    <a:pt x="53" y="110"/>
                    <a:pt x="63" y="92"/>
                    <a:pt x="75" y="78"/>
                  </a:cubicBezTo>
                  <a:cubicBezTo>
                    <a:pt x="87" y="63"/>
                    <a:pt x="104" y="52"/>
                    <a:pt x="122" y="44"/>
                  </a:cubicBezTo>
                  <a:cubicBezTo>
                    <a:pt x="141" y="36"/>
                    <a:pt x="162" y="32"/>
                    <a:pt x="185" y="32"/>
                  </a:cubicBezTo>
                  <a:cubicBezTo>
                    <a:pt x="215" y="32"/>
                    <a:pt x="244" y="39"/>
                    <a:pt x="270" y="51"/>
                  </a:cubicBezTo>
                  <a:cubicBezTo>
                    <a:pt x="270" y="15"/>
                    <a:pt x="270" y="15"/>
                    <a:pt x="270" y="15"/>
                  </a:cubicBezTo>
                  <a:cubicBezTo>
                    <a:pt x="245" y="6"/>
                    <a:pt x="218" y="0"/>
                    <a:pt x="186" y="0"/>
                  </a:cubicBezTo>
                  <a:cubicBezTo>
                    <a:pt x="157" y="0"/>
                    <a:pt x="131"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43">
              <a:extLst>
                <a:ext uri="{FF2B5EF4-FFF2-40B4-BE49-F238E27FC236}">
                  <a16:creationId xmlns:a16="http://schemas.microsoft.com/office/drawing/2014/main" id="{4C08A58D-BFFD-E5DB-F740-067E1193092D}"/>
                </a:ext>
              </a:extLst>
            </p:cNvPr>
            <p:cNvSpPr>
              <a:spLocks noChangeArrowheads="1"/>
            </p:cNvSpPr>
            <p:nvPr/>
          </p:nvSpPr>
          <p:spPr bwMode="auto">
            <a:xfrm>
              <a:off x="2000250" y="4098925"/>
              <a:ext cx="125413" cy="138113"/>
            </a:xfrm>
            <a:custGeom>
              <a:avLst/>
              <a:gdLst>
                <a:gd name="T0" fmla="*/ 302 w 347"/>
                <a:gd name="T1" fmla="*/ 325 h 383"/>
                <a:gd name="T2" fmla="*/ 302 w 347"/>
                <a:gd name="T3" fmla="*/ 325 h 383"/>
                <a:gd name="T4" fmla="*/ 335 w 347"/>
                <a:gd name="T5" fmla="*/ 264 h 383"/>
                <a:gd name="T6" fmla="*/ 346 w 347"/>
                <a:gd name="T7" fmla="*/ 185 h 383"/>
                <a:gd name="T8" fmla="*/ 335 w 347"/>
                <a:gd name="T9" fmla="*/ 111 h 383"/>
                <a:gd name="T10" fmla="*/ 300 w 347"/>
                <a:gd name="T11" fmla="*/ 54 h 383"/>
                <a:gd name="T12" fmla="*/ 248 w 347"/>
                <a:gd name="T13" fmla="*/ 14 h 383"/>
                <a:gd name="T14" fmla="*/ 178 w 347"/>
                <a:gd name="T15" fmla="*/ 0 h 383"/>
                <a:gd name="T16" fmla="*/ 103 w 347"/>
                <a:gd name="T17" fmla="*/ 14 h 383"/>
                <a:gd name="T18" fmla="*/ 46 w 347"/>
                <a:gd name="T19" fmla="*/ 55 h 383"/>
                <a:gd name="T20" fmla="*/ 11 w 347"/>
                <a:gd name="T21" fmla="*/ 115 h 383"/>
                <a:gd name="T22" fmla="*/ 0 w 347"/>
                <a:gd name="T23" fmla="*/ 195 h 383"/>
                <a:gd name="T24" fmla="*/ 11 w 347"/>
                <a:gd name="T25" fmla="*/ 268 h 383"/>
                <a:gd name="T26" fmla="*/ 45 w 347"/>
                <a:gd name="T27" fmla="*/ 328 h 383"/>
                <a:gd name="T28" fmla="*/ 100 w 347"/>
                <a:gd name="T29" fmla="*/ 368 h 383"/>
                <a:gd name="T30" fmla="*/ 171 w 347"/>
                <a:gd name="T31" fmla="*/ 382 h 383"/>
                <a:gd name="T32" fmla="*/ 247 w 347"/>
                <a:gd name="T33" fmla="*/ 367 h 383"/>
                <a:gd name="T34" fmla="*/ 302 w 347"/>
                <a:gd name="T35" fmla="*/ 325 h 383"/>
                <a:gd name="T36" fmla="*/ 171 w 347"/>
                <a:gd name="T37" fmla="*/ 350 h 383"/>
                <a:gd name="T38" fmla="*/ 171 w 347"/>
                <a:gd name="T39" fmla="*/ 350 h 383"/>
                <a:gd name="T40" fmla="*/ 111 w 347"/>
                <a:gd name="T41" fmla="*/ 338 h 383"/>
                <a:gd name="T42" fmla="*/ 68 w 347"/>
                <a:gd name="T43" fmla="*/ 302 h 383"/>
                <a:gd name="T44" fmla="*/ 44 w 347"/>
                <a:gd name="T45" fmla="*/ 251 h 383"/>
                <a:gd name="T46" fmla="*/ 35 w 347"/>
                <a:gd name="T47" fmla="*/ 192 h 383"/>
                <a:gd name="T48" fmla="*/ 44 w 347"/>
                <a:gd name="T49" fmla="*/ 129 h 383"/>
                <a:gd name="T50" fmla="*/ 71 w 347"/>
                <a:gd name="T51" fmla="*/ 78 h 383"/>
                <a:gd name="T52" fmla="*/ 115 w 347"/>
                <a:gd name="T53" fmla="*/ 44 h 383"/>
                <a:gd name="T54" fmla="*/ 174 w 347"/>
                <a:gd name="T55" fmla="*/ 32 h 383"/>
                <a:gd name="T56" fmla="*/ 236 w 347"/>
                <a:gd name="T57" fmla="*/ 44 h 383"/>
                <a:gd name="T58" fmla="*/ 278 w 347"/>
                <a:gd name="T59" fmla="*/ 78 h 383"/>
                <a:gd name="T60" fmla="*/ 303 w 347"/>
                <a:gd name="T61" fmla="*/ 129 h 383"/>
                <a:gd name="T62" fmla="*/ 310 w 347"/>
                <a:gd name="T63" fmla="*/ 191 h 383"/>
                <a:gd name="T64" fmla="*/ 302 w 347"/>
                <a:gd name="T65" fmla="*/ 255 h 383"/>
                <a:gd name="T66" fmla="*/ 276 w 347"/>
                <a:gd name="T67" fmla="*/ 306 h 383"/>
                <a:gd name="T68" fmla="*/ 232 w 347"/>
                <a:gd name="T69" fmla="*/ 339 h 383"/>
                <a:gd name="T70" fmla="*/ 171 w 347"/>
                <a:gd name="T71" fmla="*/ 35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02" y="325"/>
                  </a:moveTo>
                  <a:lnTo>
                    <a:pt x="302" y="325"/>
                  </a:lnTo>
                  <a:cubicBezTo>
                    <a:pt x="315" y="308"/>
                    <a:pt x="328" y="287"/>
                    <a:pt x="335" y="264"/>
                  </a:cubicBezTo>
                  <a:cubicBezTo>
                    <a:pt x="343" y="240"/>
                    <a:pt x="346" y="214"/>
                    <a:pt x="346" y="185"/>
                  </a:cubicBezTo>
                  <a:cubicBezTo>
                    <a:pt x="346" y="159"/>
                    <a:pt x="343" y="135"/>
                    <a:pt x="335" y="111"/>
                  </a:cubicBezTo>
                  <a:cubicBezTo>
                    <a:pt x="326" y="89"/>
                    <a:pt x="315" y="70"/>
                    <a:pt x="300" y="54"/>
                  </a:cubicBezTo>
                  <a:cubicBezTo>
                    <a:pt x="287" y="37"/>
                    <a:pt x="269" y="23"/>
                    <a:pt x="248" y="14"/>
                  </a:cubicBezTo>
                  <a:cubicBezTo>
                    <a:pt x="228" y="4"/>
                    <a:pt x="204" y="0"/>
                    <a:pt x="178" y="0"/>
                  </a:cubicBezTo>
                  <a:cubicBezTo>
                    <a:pt x="149" y="0"/>
                    <a:pt x="125" y="6"/>
                    <a:pt x="103" y="14"/>
                  </a:cubicBezTo>
                  <a:cubicBezTo>
                    <a:pt x="79" y="23"/>
                    <a:pt x="62" y="37"/>
                    <a:pt x="46" y="55"/>
                  </a:cubicBezTo>
                  <a:cubicBezTo>
                    <a:pt x="31" y="72"/>
                    <a:pt x="19" y="92"/>
                    <a:pt x="11" y="115"/>
                  </a:cubicBezTo>
                  <a:cubicBezTo>
                    <a:pt x="3" y="140"/>
                    <a:pt x="0" y="166"/>
                    <a:pt x="0" y="195"/>
                  </a:cubicBezTo>
                  <a:cubicBezTo>
                    <a:pt x="0" y="221"/>
                    <a:pt x="3" y="246"/>
                    <a:pt x="11" y="268"/>
                  </a:cubicBezTo>
                  <a:cubicBezTo>
                    <a:pt x="19" y="291"/>
                    <a:pt x="30" y="310"/>
                    <a:pt x="45" y="328"/>
                  </a:cubicBezTo>
                  <a:cubicBezTo>
                    <a:pt x="60" y="345"/>
                    <a:pt x="78" y="357"/>
                    <a:pt x="100" y="368"/>
                  </a:cubicBezTo>
                  <a:cubicBezTo>
                    <a:pt x="121" y="378"/>
                    <a:pt x="145" y="382"/>
                    <a:pt x="171" y="382"/>
                  </a:cubicBezTo>
                  <a:cubicBezTo>
                    <a:pt x="200" y="382"/>
                    <a:pt x="225" y="376"/>
                    <a:pt x="247" y="367"/>
                  </a:cubicBezTo>
                  <a:cubicBezTo>
                    <a:pt x="267" y="357"/>
                    <a:pt x="287" y="343"/>
                    <a:pt x="302" y="325"/>
                  </a:cubicBezTo>
                  <a:close/>
                  <a:moveTo>
                    <a:pt x="171" y="350"/>
                  </a:moveTo>
                  <a:lnTo>
                    <a:pt x="171" y="350"/>
                  </a:lnTo>
                  <a:cubicBezTo>
                    <a:pt x="148" y="350"/>
                    <a:pt x="127" y="346"/>
                    <a:pt x="111" y="338"/>
                  </a:cubicBezTo>
                  <a:cubicBezTo>
                    <a:pt x="93" y="328"/>
                    <a:pt x="79" y="317"/>
                    <a:pt x="68" y="302"/>
                  </a:cubicBezTo>
                  <a:cubicBezTo>
                    <a:pt x="57" y="288"/>
                    <a:pt x="49" y="271"/>
                    <a:pt x="44" y="251"/>
                  </a:cubicBezTo>
                  <a:cubicBezTo>
                    <a:pt x="37" y="232"/>
                    <a:pt x="34" y="213"/>
                    <a:pt x="35" y="192"/>
                  </a:cubicBezTo>
                  <a:cubicBezTo>
                    <a:pt x="35" y="170"/>
                    <a:pt x="38" y="148"/>
                    <a:pt x="44" y="129"/>
                  </a:cubicBezTo>
                  <a:cubicBezTo>
                    <a:pt x="51" y="110"/>
                    <a:pt x="59" y="93"/>
                    <a:pt x="71" y="78"/>
                  </a:cubicBezTo>
                  <a:cubicBezTo>
                    <a:pt x="84" y="65"/>
                    <a:pt x="97" y="52"/>
                    <a:pt x="115" y="44"/>
                  </a:cubicBezTo>
                  <a:cubicBezTo>
                    <a:pt x="132" y="36"/>
                    <a:pt x="152" y="32"/>
                    <a:pt x="174" y="32"/>
                  </a:cubicBezTo>
                  <a:cubicBezTo>
                    <a:pt x="199" y="32"/>
                    <a:pt x="219" y="36"/>
                    <a:pt x="236" y="44"/>
                  </a:cubicBezTo>
                  <a:cubicBezTo>
                    <a:pt x="254" y="52"/>
                    <a:pt x="267" y="65"/>
                    <a:pt x="278" y="78"/>
                  </a:cubicBezTo>
                  <a:cubicBezTo>
                    <a:pt x="289" y="93"/>
                    <a:pt x="298" y="110"/>
                    <a:pt x="303" y="129"/>
                  </a:cubicBezTo>
                  <a:cubicBezTo>
                    <a:pt x="309" y="148"/>
                    <a:pt x="310" y="169"/>
                    <a:pt x="310" y="191"/>
                  </a:cubicBezTo>
                  <a:cubicBezTo>
                    <a:pt x="310" y="214"/>
                    <a:pt x="307" y="235"/>
                    <a:pt x="302" y="255"/>
                  </a:cubicBezTo>
                  <a:cubicBezTo>
                    <a:pt x="296" y="275"/>
                    <a:pt x="287" y="291"/>
                    <a:pt x="276" y="306"/>
                  </a:cubicBezTo>
                  <a:cubicBezTo>
                    <a:pt x="263" y="320"/>
                    <a:pt x="250" y="331"/>
                    <a:pt x="232" y="339"/>
                  </a:cubicBezTo>
                  <a:cubicBezTo>
                    <a:pt x="214" y="347"/>
                    <a:pt x="195" y="350"/>
                    <a:pt x="171" y="3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5" name="Freeform 244">
              <a:extLst>
                <a:ext uri="{FF2B5EF4-FFF2-40B4-BE49-F238E27FC236}">
                  <a16:creationId xmlns:a16="http://schemas.microsoft.com/office/drawing/2014/main" id="{9E0315DD-040A-8A6D-AE5F-A24FC446D56B}"/>
                </a:ext>
              </a:extLst>
            </p:cNvPr>
            <p:cNvSpPr>
              <a:spLocks noChangeArrowheads="1"/>
            </p:cNvSpPr>
            <p:nvPr/>
          </p:nvSpPr>
          <p:spPr bwMode="auto">
            <a:xfrm>
              <a:off x="2152650" y="4102100"/>
              <a:ext cx="104775" cy="133350"/>
            </a:xfrm>
            <a:custGeom>
              <a:avLst/>
              <a:gdLst>
                <a:gd name="T0" fmla="*/ 248 w 289"/>
                <a:gd name="T1" fmla="*/ 305 h 369"/>
                <a:gd name="T2" fmla="*/ 248 w 289"/>
                <a:gd name="T3" fmla="*/ 305 h 369"/>
                <a:gd name="T4" fmla="*/ 240 w 289"/>
                <a:gd name="T5" fmla="*/ 292 h 369"/>
                <a:gd name="T6" fmla="*/ 38 w 289"/>
                <a:gd name="T7" fmla="*/ 0 h 369"/>
                <a:gd name="T8" fmla="*/ 0 w 289"/>
                <a:gd name="T9" fmla="*/ 0 h 369"/>
                <a:gd name="T10" fmla="*/ 0 w 289"/>
                <a:gd name="T11" fmla="*/ 368 h 369"/>
                <a:gd name="T12" fmla="*/ 34 w 289"/>
                <a:gd name="T13" fmla="*/ 368 h 369"/>
                <a:gd name="T14" fmla="*/ 34 w 289"/>
                <a:gd name="T15" fmla="*/ 82 h 369"/>
                <a:gd name="T16" fmla="*/ 34 w 289"/>
                <a:gd name="T17" fmla="*/ 62 h 369"/>
                <a:gd name="T18" fmla="*/ 33 w 289"/>
                <a:gd name="T19" fmla="*/ 49 h 369"/>
                <a:gd name="T20" fmla="*/ 34 w 289"/>
                <a:gd name="T21" fmla="*/ 49 h 369"/>
                <a:gd name="T22" fmla="*/ 41 w 289"/>
                <a:gd name="T23" fmla="*/ 60 h 369"/>
                <a:gd name="T24" fmla="*/ 48 w 289"/>
                <a:gd name="T25" fmla="*/ 73 h 369"/>
                <a:gd name="T26" fmla="*/ 252 w 289"/>
                <a:gd name="T27" fmla="*/ 368 h 369"/>
                <a:gd name="T28" fmla="*/ 288 w 289"/>
                <a:gd name="T29" fmla="*/ 368 h 369"/>
                <a:gd name="T30" fmla="*/ 288 w 289"/>
                <a:gd name="T31" fmla="*/ 0 h 369"/>
                <a:gd name="T32" fmla="*/ 254 w 289"/>
                <a:gd name="T33" fmla="*/ 0 h 369"/>
                <a:gd name="T34" fmla="*/ 254 w 289"/>
                <a:gd name="T35" fmla="*/ 273 h 369"/>
                <a:gd name="T36" fmla="*/ 255 w 289"/>
                <a:gd name="T37" fmla="*/ 296 h 369"/>
                <a:gd name="T38" fmla="*/ 257 w 289"/>
                <a:gd name="T39" fmla="*/ 316 h 369"/>
                <a:gd name="T40" fmla="*/ 255 w 289"/>
                <a:gd name="T41" fmla="*/ 316 h 369"/>
                <a:gd name="T42" fmla="*/ 248 w 289"/>
                <a:gd name="T43" fmla="*/ 305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48" y="305"/>
                  </a:moveTo>
                  <a:lnTo>
                    <a:pt x="248" y="305"/>
                  </a:lnTo>
                  <a:cubicBezTo>
                    <a:pt x="246" y="301"/>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4"/>
                    <a:pt x="34" y="67"/>
                    <a:pt x="34" y="62"/>
                  </a:cubicBezTo>
                  <a:cubicBezTo>
                    <a:pt x="34" y="56"/>
                    <a:pt x="34" y="52"/>
                    <a:pt x="33" y="49"/>
                  </a:cubicBezTo>
                  <a:cubicBezTo>
                    <a:pt x="34" y="49"/>
                    <a:pt x="34" y="49"/>
                    <a:pt x="34" y="49"/>
                  </a:cubicBezTo>
                  <a:cubicBezTo>
                    <a:pt x="35" y="52"/>
                    <a:pt x="38" y="56"/>
                    <a:pt x="41"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5" y="296"/>
                  </a:cubicBezTo>
                  <a:cubicBezTo>
                    <a:pt x="255" y="305"/>
                    <a:pt x="255" y="310"/>
                    <a:pt x="257" y="316"/>
                  </a:cubicBezTo>
                  <a:cubicBezTo>
                    <a:pt x="255" y="316"/>
                    <a:pt x="255" y="316"/>
                    <a:pt x="255" y="316"/>
                  </a:cubicBezTo>
                  <a:cubicBezTo>
                    <a:pt x="252" y="313"/>
                    <a:pt x="251" y="309"/>
                    <a:pt x="248" y="3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6" name="Freeform 245">
              <a:extLst>
                <a:ext uri="{FF2B5EF4-FFF2-40B4-BE49-F238E27FC236}">
                  <a16:creationId xmlns:a16="http://schemas.microsoft.com/office/drawing/2014/main" id="{518A05B2-DACF-2731-E8FF-B5820BFE8722}"/>
                </a:ext>
              </a:extLst>
            </p:cNvPr>
            <p:cNvSpPr>
              <a:spLocks noChangeArrowheads="1"/>
            </p:cNvSpPr>
            <p:nvPr/>
          </p:nvSpPr>
          <p:spPr bwMode="auto">
            <a:xfrm>
              <a:off x="2286000" y="4098925"/>
              <a:ext cx="76200" cy="138113"/>
            </a:xfrm>
            <a:custGeom>
              <a:avLst/>
              <a:gdLst>
                <a:gd name="T0" fmla="*/ 186 w 210"/>
                <a:gd name="T1" fmla="*/ 225 h 383"/>
                <a:gd name="T2" fmla="*/ 186 w 210"/>
                <a:gd name="T3" fmla="*/ 225 h 383"/>
                <a:gd name="T4" fmla="*/ 157 w 210"/>
                <a:gd name="T5" fmla="*/ 201 h 383"/>
                <a:gd name="T6" fmla="*/ 117 w 210"/>
                <a:gd name="T7" fmla="*/ 177 h 383"/>
                <a:gd name="T8" fmla="*/ 80 w 210"/>
                <a:gd name="T9" fmla="*/ 155 h 383"/>
                <a:gd name="T10" fmla="*/ 55 w 210"/>
                <a:gd name="T11" fmla="*/ 137 h 383"/>
                <a:gd name="T12" fmla="*/ 42 w 210"/>
                <a:gd name="T13" fmla="*/ 118 h 383"/>
                <a:gd name="T14" fmla="*/ 37 w 210"/>
                <a:gd name="T15" fmla="*/ 93 h 383"/>
                <a:gd name="T16" fmla="*/ 43 w 210"/>
                <a:gd name="T17" fmla="*/ 66 h 383"/>
                <a:gd name="T18" fmla="*/ 61 w 210"/>
                <a:gd name="T19" fmla="*/ 47 h 383"/>
                <a:gd name="T20" fmla="*/ 86 w 210"/>
                <a:gd name="T21" fmla="*/ 36 h 383"/>
                <a:gd name="T22" fmla="*/ 117 w 210"/>
                <a:gd name="T23" fmla="*/ 32 h 383"/>
                <a:gd name="T24" fmla="*/ 194 w 210"/>
                <a:gd name="T25" fmla="*/ 50 h 383"/>
                <a:gd name="T26" fmla="*/ 194 w 210"/>
                <a:gd name="T27" fmla="*/ 12 h 383"/>
                <a:gd name="T28" fmla="*/ 121 w 210"/>
                <a:gd name="T29" fmla="*/ 0 h 383"/>
                <a:gd name="T30" fmla="*/ 75 w 210"/>
                <a:gd name="T31" fmla="*/ 7 h 383"/>
                <a:gd name="T32" fmla="*/ 36 w 210"/>
                <a:gd name="T33" fmla="*/ 26 h 383"/>
                <a:gd name="T34" fmla="*/ 10 w 210"/>
                <a:gd name="T35" fmla="*/ 56 h 383"/>
                <a:gd name="T36" fmla="*/ 0 w 210"/>
                <a:gd name="T37" fmla="*/ 96 h 383"/>
                <a:gd name="T38" fmla="*/ 6 w 210"/>
                <a:gd name="T39" fmla="*/ 128 h 383"/>
                <a:gd name="T40" fmla="*/ 22 w 210"/>
                <a:gd name="T41" fmla="*/ 154 h 383"/>
                <a:gd name="T42" fmla="*/ 50 w 210"/>
                <a:gd name="T43" fmla="*/ 177 h 383"/>
                <a:gd name="T44" fmla="*/ 90 w 210"/>
                <a:gd name="T45" fmla="*/ 202 h 383"/>
                <a:gd name="T46" fmla="*/ 127 w 210"/>
                <a:gd name="T47" fmla="*/ 222 h 383"/>
                <a:gd name="T48" fmla="*/ 153 w 210"/>
                <a:gd name="T49" fmla="*/ 242 h 383"/>
                <a:gd name="T50" fmla="*/ 168 w 210"/>
                <a:gd name="T51" fmla="*/ 262 h 383"/>
                <a:gd name="T52" fmla="*/ 173 w 210"/>
                <a:gd name="T53" fmla="*/ 288 h 383"/>
                <a:gd name="T54" fmla="*/ 153 w 210"/>
                <a:gd name="T55" fmla="*/ 335 h 383"/>
                <a:gd name="T56" fmla="*/ 90 w 210"/>
                <a:gd name="T57" fmla="*/ 350 h 383"/>
                <a:gd name="T58" fmla="*/ 66 w 210"/>
                <a:gd name="T59" fmla="*/ 349 h 383"/>
                <a:gd name="T60" fmla="*/ 43 w 210"/>
                <a:gd name="T61" fmla="*/ 343 h 383"/>
                <a:gd name="T62" fmla="*/ 20 w 210"/>
                <a:gd name="T63" fmla="*/ 334 h 383"/>
                <a:gd name="T64" fmla="*/ 0 w 210"/>
                <a:gd name="T65" fmla="*/ 321 h 383"/>
                <a:gd name="T66" fmla="*/ 0 w 210"/>
                <a:gd name="T67" fmla="*/ 361 h 383"/>
                <a:gd name="T68" fmla="*/ 18 w 210"/>
                <a:gd name="T69" fmla="*/ 369 h 383"/>
                <a:gd name="T70" fmla="*/ 42 w 210"/>
                <a:gd name="T71" fmla="*/ 376 h 383"/>
                <a:gd name="T72" fmla="*/ 66 w 210"/>
                <a:gd name="T73" fmla="*/ 380 h 383"/>
                <a:gd name="T74" fmla="*/ 87 w 210"/>
                <a:gd name="T75" fmla="*/ 382 h 383"/>
                <a:gd name="T76" fmla="*/ 136 w 210"/>
                <a:gd name="T77" fmla="*/ 375 h 383"/>
                <a:gd name="T78" fmla="*/ 175 w 210"/>
                <a:gd name="T79" fmla="*/ 357 h 383"/>
                <a:gd name="T80" fmla="*/ 199 w 210"/>
                <a:gd name="T81" fmla="*/ 327 h 383"/>
                <a:gd name="T82" fmla="*/ 209 w 210"/>
                <a:gd name="T83" fmla="*/ 284 h 383"/>
                <a:gd name="T84" fmla="*/ 204 w 210"/>
                <a:gd name="T85" fmla="*/ 253 h 383"/>
                <a:gd name="T86" fmla="*/ 186 w 210"/>
                <a:gd name="T87" fmla="*/ 22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186" y="225"/>
                  </a:moveTo>
                  <a:lnTo>
                    <a:pt x="186" y="225"/>
                  </a:lnTo>
                  <a:cubicBezTo>
                    <a:pt x="179" y="217"/>
                    <a:pt x="169" y="209"/>
                    <a:pt x="157" y="201"/>
                  </a:cubicBezTo>
                  <a:cubicBezTo>
                    <a:pt x="146" y="194"/>
                    <a:pt x="132" y="185"/>
                    <a:pt x="117" y="177"/>
                  </a:cubicBezTo>
                  <a:cubicBezTo>
                    <a:pt x="102" y="169"/>
                    <a:pt x="90" y="162"/>
                    <a:pt x="80" y="155"/>
                  </a:cubicBezTo>
                  <a:cubicBezTo>
                    <a:pt x="69" y="150"/>
                    <a:pt x="61" y="143"/>
                    <a:pt x="55" y="137"/>
                  </a:cubicBezTo>
                  <a:cubicBezTo>
                    <a:pt x="48" y="130"/>
                    <a:pt x="44" y="125"/>
                    <a:pt x="42" y="118"/>
                  </a:cubicBezTo>
                  <a:cubicBezTo>
                    <a:pt x="39" y="111"/>
                    <a:pt x="37" y="103"/>
                    <a:pt x="37" y="93"/>
                  </a:cubicBezTo>
                  <a:cubicBezTo>
                    <a:pt x="37" y="82"/>
                    <a:pt x="39" y="74"/>
                    <a:pt x="43" y="66"/>
                  </a:cubicBezTo>
                  <a:cubicBezTo>
                    <a:pt x="47" y="59"/>
                    <a:pt x="53" y="52"/>
                    <a:pt x="61" y="47"/>
                  </a:cubicBezTo>
                  <a:cubicBezTo>
                    <a:pt x="68" y="41"/>
                    <a:pt x="76" y="39"/>
                    <a:pt x="86" y="36"/>
                  </a:cubicBezTo>
                  <a:cubicBezTo>
                    <a:pt x="95" y="33"/>
                    <a:pt x="106" y="32"/>
                    <a:pt x="117" y="32"/>
                  </a:cubicBezTo>
                  <a:cubicBezTo>
                    <a:pt x="146" y="32"/>
                    <a:pt x="172" y="37"/>
                    <a:pt x="194" y="50"/>
                  </a:cubicBezTo>
                  <a:cubicBezTo>
                    <a:pt x="194" y="12"/>
                    <a:pt x="194" y="12"/>
                    <a:pt x="194" y="12"/>
                  </a:cubicBezTo>
                  <a:cubicBezTo>
                    <a:pt x="173" y="4"/>
                    <a:pt x="150" y="0"/>
                    <a:pt x="121" y="0"/>
                  </a:cubicBezTo>
                  <a:cubicBezTo>
                    <a:pt x="105" y="0"/>
                    <a:pt x="88" y="3"/>
                    <a:pt x="75" y="7"/>
                  </a:cubicBezTo>
                  <a:cubicBezTo>
                    <a:pt x="59" y="11"/>
                    <a:pt x="47" y="18"/>
                    <a:pt x="36" y="26"/>
                  </a:cubicBezTo>
                  <a:cubicBezTo>
                    <a:pt x="25" y="34"/>
                    <a:pt x="17" y="44"/>
                    <a:pt x="10" y="56"/>
                  </a:cubicBezTo>
                  <a:cubicBezTo>
                    <a:pt x="5" y="69"/>
                    <a:pt x="0" y="81"/>
                    <a:pt x="0" y="96"/>
                  </a:cubicBezTo>
                  <a:cubicBezTo>
                    <a:pt x="0" y="109"/>
                    <a:pt x="3" y="118"/>
                    <a:pt x="6" y="128"/>
                  </a:cubicBezTo>
                  <a:cubicBezTo>
                    <a:pt x="10" y="137"/>
                    <a:pt x="14" y="146"/>
                    <a:pt x="22" y="154"/>
                  </a:cubicBezTo>
                  <a:cubicBezTo>
                    <a:pt x="29" y="162"/>
                    <a:pt x="37" y="170"/>
                    <a:pt x="50" y="177"/>
                  </a:cubicBezTo>
                  <a:cubicBezTo>
                    <a:pt x="61" y="185"/>
                    <a:pt x="75" y="194"/>
                    <a:pt x="90" y="202"/>
                  </a:cubicBezTo>
                  <a:cubicBezTo>
                    <a:pt x="105" y="210"/>
                    <a:pt x="117" y="217"/>
                    <a:pt x="127" y="222"/>
                  </a:cubicBezTo>
                  <a:cubicBezTo>
                    <a:pt x="138" y="229"/>
                    <a:pt x="146" y="235"/>
                    <a:pt x="153" y="242"/>
                  </a:cubicBezTo>
                  <a:cubicBezTo>
                    <a:pt x="160" y="249"/>
                    <a:pt x="165" y="255"/>
                    <a:pt x="168" y="262"/>
                  </a:cubicBezTo>
                  <a:cubicBezTo>
                    <a:pt x="172" y="269"/>
                    <a:pt x="173" y="279"/>
                    <a:pt x="173" y="288"/>
                  </a:cubicBezTo>
                  <a:cubicBezTo>
                    <a:pt x="173" y="308"/>
                    <a:pt x="167" y="324"/>
                    <a:pt x="153" y="335"/>
                  </a:cubicBezTo>
                  <a:cubicBezTo>
                    <a:pt x="138" y="345"/>
                    <a:pt x="117" y="350"/>
                    <a:pt x="90" y="350"/>
                  </a:cubicBezTo>
                  <a:cubicBezTo>
                    <a:pt x="83" y="350"/>
                    <a:pt x="75" y="350"/>
                    <a:pt x="66" y="349"/>
                  </a:cubicBezTo>
                  <a:cubicBezTo>
                    <a:pt x="59" y="347"/>
                    <a:pt x="51" y="346"/>
                    <a:pt x="43" y="343"/>
                  </a:cubicBezTo>
                  <a:cubicBezTo>
                    <a:pt x="35" y="341"/>
                    <a:pt x="28" y="338"/>
                    <a:pt x="20" y="334"/>
                  </a:cubicBezTo>
                  <a:cubicBezTo>
                    <a:pt x="13" y="330"/>
                    <a:pt x="6" y="325"/>
                    <a:pt x="0" y="321"/>
                  </a:cubicBezTo>
                  <a:cubicBezTo>
                    <a:pt x="0" y="361"/>
                    <a:pt x="0" y="361"/>
                    <a:pt x="0" y="361"/>
                  </a:cubicBezTo>
                  <a:cubicBezTo>
                    <a:pt x="5" y="364"/>
                    <a:pt x="10" y="367"/>
                    <a:pt x="18" y="369"/>
                  </a:cubicBezTo>
                  <a:cubicBezTo>
                    <a:pt x="25" y="372"/>
                    <a:pt x="33" y="375"/>
                    <a:pt x="42" y="376"/>
                  </a:cubicBezTo>
                  <a:cubicBezTo>
                    <a:pt x="50" y="378"/>
                    <a:pt x="58" y="379"/>
                    <a:pt x="66" y="380"/>
                  </a:cubicBezTo>
                  <a:cubicBezTo>
                    <a:pt x="75" y="382"/>
                    <a:pt x="81" y="382"/>
                    <a:pt x="87" y="382"/>
                  </a:cubicBezTo>
                  <a:cubicBezTo>
                    <a:pt x="105" y="382"/>
                    <a:pt x="121" y="379"/>
                    <a:pt x="136" y="375"/>
                  </a:cubicBezTo>
                  <a:cubicBezTo>
                    <a:pt x="151" y="371"/>
                    <a:pt x="164" y="365"/>
                    <a:pt x="175" y="357"/>
                  </a:cubicBezTo>
                  <a:cubicBezTo>
                    <a:pt x="186" y="349"/>
                    <a:pt x="194" y="339"/>
                    <a:pt x="199" y="327"/>
                  </a:cubicBezTo>
                  <a:cubicBezTo>
                    <a:pt x="206" y="314"/>
                    <a:pt x="209" y="301"/>
                    <a:pt x="209" y="284"/>
                  </a:cubicBezTo>
                  <a:cubicBezTo>
                    <a:pt x="209" y="272"/>
                    <a:pt x="206" y="262"/>
                    <a:pt x="204" y="253"/>
                  </a:cubicBezTo>
                  <a:cubicBezTo>
                    <a:pt x="199" y="243"/>
                    <a:pt x="194" y="233"/>
                    <a:pt x="186"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7" name="Group 300">
            <a:extLst>
              <a:ext uri="{FF2B5EF4-FFF2-40B4-BE49-F238E27FC236}">
                <a16:creationId xmlns:a16="http://schemas.microsoft.com/office/drawing/2014/main" id="{5B385CD7-72C6-D8A7-8BC6-D9871978BC6F}"/>
              </a:ext>
            </a:extLst>
          </p:cNvPr>
          <p:cNvGrpSpPr/>
          <p:nvPr/>
        </p:nvGrpSpPr>
        <p:grpSpPr>
          <a:xfrm>
            <a:off x="9059986" y="3754860"/>
            <a:ext cx="1687513" cy="138113"/>
            <a:chOff x="7918450" y="4098925"/>
            <a:chExt cx="1687513" cy="138113"/>
          </a:xfrm>
          <a:solidFill>
            <a:schemeClr val="accent4"/>
          </a:solidFill>
        </p:grpSpPr>
        <p:sp>
          <p:nvSpPr>
            <p:cNvPr id="298" name="Freeform 246">
              <a:extLst>
                <a:ext uri="{FF2B5EF4-FFF2-40B4-BE49-F238E27FC236}">
                  <a16:creationId xmlns:a16="http://schemas.microsoft.com/office/drawing/2014/main" id="{4FE44461-33B9-218B-ACF8-AD6F7DCA4F25}"/>
                </a:ext>
              </a:extLst>
            </p:cNvPr>
            <p:cNvSpPr>
              <a:spLocks noChangeArrowheads="1"/>
            </p:cNvSpPr>
            <p:nvPr/>
          </p:nvSpPr>
          <p:spPr bwMode="auto">
            <a:xfrm>
              <a:off x="7918450" y="4102100"/>
              <a:ext cx="104775" cy="133350"/>
            </a:xfrm>
            <a:custGeom>
              <a:avLst/>
              <a:gdLst>
                <a:gd name="T0" fmla="*/ 174 w 290"/>
                <a:gd name="T1" fmla="*/ 356 h 369"/>
                <a:gd name="T2" fmla="*/ 174 w 290"/>
                <a:gd name="T3" fmla="*/ 356 h 369"/>
                <a:gd name="T4" fmla="*/ 236 w 290"/>
                <a:gd name="T5" fmla="*/ 317 h 369"/>
                <a:gd name="T6" fmla="*/ 276 w 290"/>
                <a:gd name="T7" fmla="*/ 257 h 369"/>
                <a:gd name="T8" fmla="*/ 289 w 290"/>
                <a:gd name="T9" fmla="*/ 178 h 369"/>
                <a:gd name="T10" fmla="*/ 240 w 290"/>
                <a:gd name="T11" fmla="*/ 45 h 369"/>
                <a:gd name="T12" fmla="*/ 97 w 290"/>
                <a:gd name="T13" fmla="*/ 0 h 369"/>
                <a:gd name="T14" fmla="*/ 0 w 290"/>
                <a:gd name="T15" fmla="*/ 0 h 369"/>
                <a:gd name="T16" fmla="*/ 0 w 290"/>
                <a:gd name="T17" fmla="*/ 368 h 369"/>
                <a:gd name="T18" fmla="*/ 93 w 290"/>
                <a:gd name="T19" fmla="*/ 368 h 369"/>
                <a:gd name="T20" fmla="*/ 174 w 290"/>
                <a:gd name="T21" fmla="*/ 356 h 369"/>
                <a:gd name="T22" fmla="*/ 34 w 290"/>
                <a:gd name="T23" fmla="*/ 338 h 369"/>
                <a:gd name="T24" fmla="*/ 34 w 290"/>
                <a:gd name="T25" fmla="*/ 338 h 369"/>
                <a:gd name="T26" fmla="*/ 34 w 290"/>
                <a:gd name="T27" fmla="*/ 30 h 369"/>
                <a:gd name="T28" fmla="*/ 94 w 290"/>
                <a:gd name="T29" fmla="*/ 30 h 369"/>
                <a:gd name="T30" fmla="*/ 252 w 290"/>
                <a:gd name="T31" fmla="*/ 180 h 369"/>
                <a:gd name="T32" fmla="*/ 241 w 290"/>
                <a:gd name="T33" fmla="*/ 247 h 369"/>
                <a:gd name="T34" fmla="*/ 210 w 290"/>
                <a:gd name="T35" fmla="*/ 296 h 369"/>
                <a:gd name="T36" fmla="*/ 159 w 290"/>
                <a:gd name="T37" fmla="*/ 327 h 369"/>
                <a:gd name="T38" fmla="*/ 92 w 290"/>
                <a:gd name="T39" fmla="*/ 338 h 369"/>
                <a:gd name="T40" fmla="*/ 34 w 290"/>
                <a:gd name="T41" fmla="*/ 33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0" h="369">
                  <a:moveTo>
                    <a:pt x="174" y="356"/>
                  </a:moveTo>
                  <a:lnTo>
                    <a:pt x="174" y="356"/>
                  </a:lnTo>
                  <a:cubicBezTo>
                    <a:pt x="199" y="346"/>
                    <a:pt x="219" y="334"/>
                    <a:pt x="236" y="317"/>
                  </a:cubicBezTo>
                  <a:cubicBezTo>
                    <a:pt x="254" y="301"/>
                    <a:pt x="266" y="280"/>
                    <a:pt x="276" y="257"/>
                  </a:cubicBezTo>
                  <a:cubicBezTo>
                    <a:pt x="284" y="233"/>
                    <a:pt x="289" y="207"/>
                    <a:pt x="289" y="178"/>
                  </a:cubicBezTo>
                  <a:cubicBezTo>
                    <a:pt x="289" y="119"/>
                    <a:pt x="273" y="75"/>
                    <a:pt x="240" y="45"/>
                  </a:cubicBezTo>
                  <a:cubicBezTo>
                    <a:pt x="208" y="15"/>
                    <a:pt x="160" y="0"/>
                    <a:pt x="97" y="0"/>
                  </a:cubicBezTo>
                  <a:cubicBezTo>
                    <a:pt x="0" y="0"/>
                    <a:pt x="0" y="0"/>
                    <a:pt x="0" y="0"/>
                  </a:cubicBezTo>
                  <a:cubicBezTo>
                    <a:pt x="0" y="368"/>
                    <a:pt x="0" y="368"/>
                    <a:pt x="0" y="368"/>
                  </a:cubicBezTo>
                  <a:cubicBezTo>
                    <a:pt x="93" y="368"/>
                    <a:pt x="93" y="368"/>
                    <a:pt x="93" y="368"/>
                  </a:cubicBezTo>
                  <a:cubicBezTo>
                    <a:pt x="123" y="368"/>
                    <a:pt x="151" y="364"/>
                    <a:pt x="174" y="356"/>
                  </a:cubicBezTo>
                  <a:close/>
                  <a:moveTo>
                    <a:pt x="34" y="338"/>
                  </a:moveTo>
                  <a:lnTo>
                    <a:pt x="34" y="338"/>
                  </a:lnTo>
                  <a:cubicBezTo>
                    <a:pt x="34" y="30"/>
                    <a:pt x="34" y="30"/>
                    <a:pt x="34" y="30"/>
                  </a:cubicBezTo>
                  <a:cubicBezTo>
                    <a:pt x="94" y="30"/>
                    <a:pt x="94" y="30"/>
                    <a:pt x="94" y="30"/>
                  </a:cubicBezTo>
                  <a:cubicBezTo>
                    <a:pt x="200" y="30"/>
                    <a:pt x="252" y="81"/>
                    <a:pt x="252" y="180"/>
                  </a:cubicBezTo>
                  <a:cubicBezTo>
                    <a:pt x="252" y="206"/>
                    <a:pt x="249" y="228"/>
                    <a:pt x="241" y="247"/>
                  </a:cubicBezTo>
                  <a:cubicBezTo>
                    <a:pt x="234" y="268"/>
                    <a:pt x="223" y="284"/>
                    <a:pt x="210" y="296"/>
                  </a:cubicBezTo>
                  <a:cubicBezTo>
                    <a:pt x="196" y="310"/>
                    <a:pt x="179" y="320"/>
                    <a:pt x="159" y="327"/>
                  </a:cubicBezTo>
                  <a:cubicBezTo>
                    <a:pt x="140" y="334"/>
                    <a:pt x="116" y="338"/>
                    <a:pt x="92"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9" name="Freeform 247">
              <a:extLst>
                <a:ext uri="{FF2B5EF4-FFF2-40B4-BE49-F238E27FC236}">
                  <a16:creationId xmlns:a16="http://schemas.microsoft.com/office/drawing/2014/main" id="{101AB7DB-0CE2-8B92-8F0F-376849704082}"/>
                </a:ext>
              </a:extLst>
            </p:cNvPr>
            <p:cNvSpPr>
              <a:spLocks noChangeArrowheads="1"/>
            </p:cNvSpPr>
            <p:nvPr/>
          </p:nvSpPr>
          <p:spPr bwMode="auto">
            <a:xfrm>
              <a:off x="8048625" y="4102100"/>
              <a:ext cx="68263" cy="133350"/>
            </a:xfrm>
            <a:custGeom>
              <a:avLst/>
              <a:gdLst>
                <a:gd name="T0" fmla="*/ 34 w 189"/>
                <a:gd name="T1" fmla="*/ 198 h 369"/>
                <a:gd name="T2" fmla="*/ 170 w 189"/>
                <a:gd name="T3" fmla="*/ 198 h 369"/>
                <a:gd name="T4" fmla="*/ 170 w 189"/>
                <a:gd name="T5" fmla="*/ 166 h 369"/>
                <a:gd name="T6" fmla="*/ 34 w 189"/>
                <a:gd name="T7" fmla="*/ 166 h 369"/>
                <a:gd name="T8" fmla="*/ 34 w 189"/>
                <a:gd name="T9" fmla="*/ 30 h 369"/>
                <a:gd name="T10" fmla="*/ 180 w 189"/>
                <a:gd name="T11" fmla="*/ 30 h 369"/>
                <a:gd name="T12" fmla="*/ 180 w 189"/>
                <a:gd name="T13" fmla="*/ 0 h 369"/>
                <a:gd name="T14" fmla="*/ 0 w 189"/>
                <a:gd name="T15" fmla="*/ 0 h 369"/>
                <a:gd name="T16" fmla="*/ 0 w 189"/>
                <a:gd name="T17" fmla="*/ 368 h 369"/>
                <a:gd name="T18" fmla="*/ 188 w 189"/>
                <a:gd name="T19" fmla="*/ 368 h 369"/>
                <a:gd name="T20" fmla="*/ 188 w 189"/>
                <a:gd name="T21" fmla="*/ 338 h 369"/>
                <a:gd name="T22" fmla="*/ 34 w 189"/>
                <a:gd name="T23" fmla="*/ 338 h 369"/>
                <a:gd name="T24" fmla="*/ 34 w 189"/>
                <a:gd name="T25" fmla="*/ 19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8"/>
                  </a:moveTo>
                  <a:lnTo>
                    <a:pt x="170" y="198"/>
                  </a:lnTo>
                  <a:lnTo>
                    <a:pt x="170" y="166"/>
                  </a:lnTo>
                  <a:lnTo>
                    <a:pt x="34" y="166"/>
                  </a:lnTo>
                  <a:lnTo>
                    <a:pt x="34" y="30"/>
                  </a:lnTo>
                  <a:lnTo>
                    <a:pt x="180" y="30"/>
                  </a:lnTo>
                  <a:lnTo>
                    <a:pt x="180" y="0"/>
                  </a:lnTo>
                  <a:lnTo>
                    <a:pt x="0" y="0"/>
                  </a:lnTo>
                  <a:lnTo>
                    <a:pt x="0" y="368"/>
                  </a:lnTo>
                  <a:lnTo>
                    <a:pt x="188" y="368"/>
                  </a:lnTo>
                  <a:lnTo>
                    <a:pt x="188" y="338"/>
                  </a:lnTo>
                  <a:lnTo>
                    <a:pt x="34" y="338"/>
                  </a:lnTo>
                  <a:lnTo>
                    <a:pt x="34" y="19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0" name="Freeform 248">
              <a:extLst>
                <a:ext uri="{FF2B5EF4-FFF2-40B4-BE49-F238E27FC236}">
                  <a16:creationId xmlns:a16="http://schemas.microsoft.com/office/drawing/2014/main" id="{301DEDB5-4C86-4479-86BA-1E765C9812B2}"/>
                </a:ext>
              </a:extLst>
            </p:cNvPr>
            <p:cNvSpPr>
              <a:spLocks noChangeArrowheads="1"/>
            </p:cNvSpPr>
            <p:nvPr/>
          </p:nvSpPr>
          <p:spPr bwMode="auto">
            <a:xfrm>
              <a:off x="8129588" y="4102100"/>
              <a:ext cx="111125" cy="133350"/>
            </a:xfrm>
            <a:custGeom>
              <a:avLst/>
              <a:gdLst>
                <a:gd name="T0" fmla="*/ 162 w 309"/>
                <a:gd name="T1" fmla="*/ 294 h 369"/>
                <a:gd name="T2" fmla="*/ 162 w 309"/>
                <a:gd name="T3" fmla="*/ 294 h 369"/>
                <a:gd name="T4" fmla="*/ 157 w 309"/>
                <a:gd name="T5" fmla="*/ 313 h 369"/>
                <a:gd name="T6" fmla="*/ 152 w 309"/>
                <a:gd name="T7" fmla="*/ 328 h 369"/>
                <a:gd name="T8" fmla="*/ 151 w 309"/>
                <a:gd name="T9" fmla="*/ 328 h 369"/>
                <a:gd name="T10" fmla="*/ 148 w 309"/>
                <a:gd name="T11" fmla="*/ 312 h 369"/>
                <a:gd name="T12" fmla="*/ 143 w 309"/>
                <a:gd name="T13" fmla="*/ 294 h 369"/>
                <a:gd name="T14" fmla="*/ 39 w 309"/>
                <a:gd name="T15" fmla="*/ 0 h 369"/>
                <a:gd name="T16" fmla="*/ 0 w 309"/>
                <a:gd name="T17" fmla="*/ 0 h 369"/>
                <a:gd name="T18" fmla="*/ 135 w 309"/>
                <a:gd name="T19" fmla="*/ 368 h 369"/>
                <a:gd name="T20" fmla="*/ 168 w 309"/>
                <a:gd name="T21" fmla="*/ 368 h 369"/>
                <a:gd name="T22" fmla="*/ 308 w 309"/>
                <a:gd name="T23" fmla="*/ 0 h 369"/>
                <a:gd name="T24" fmla="*/ 271 w 309"/>
                <a:gd name="T25" fmla="*/ 0 h 369"/>
                <a:gd name="T26" fmla="*/ 162 w 309"/>
                <a:gd name="T27" fmla="*/ 294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09" h="369">
                  <a:moveTo>
                    <a:pt x="162" y="294"/>
                  </a:moveTo>
                  <a:lnTo>
                    <a:pt x="162" y="294"/>
                  </a:lnTo>
                  <a:cubicBezTo>
                    <a:pt x="159" y="301"/>
                    <a:pt x="158" y="306"/>
                    <a:pt x="157" y="313"/>
                  </a:cubicBezTo>
                  <a:cubicBezTo>
                    <a:pt x="155" y="318"/>
                    <a:pt x="154" y="324"/>
                    <a:pt x="152" y="328"/>
                  </a:cubicBezTo>
                  <a:cubicBezTo>
                    <a:pt x="151" y="328"/>
                    <a:pt x="151" y="328"/>
                    <a:pt x="151" y="328"/>
                  </a:cubicBezTo>
                  <a:cubicBezTo>
                    <a:pt x="151" y="323"/>
                    <a:pt x="150" y="317"/>
                    <a:pt x="148" y="312"/>
                  </a:cubicBezTo>
                  <a:cubicBezTo>
                    <a:pt x="147" y="305"/>
                    <a:pt x="146" y="299"/>
                    <a:pt x="143" y="294"/>
                  </a:cubicBezTo>
                  <a:cubicBezTo>
                    <a:pt x="39" y="0"/>
                    <a:pt x="39" y="0"/>
                    <a:pt x="39" y="0"/>
                  </a:cubicBezTo>
                  <a:cubicBezTo>
                    <a:pt x="0" y="0"/>
                    <a:pt x="0" y="0"/>
                    <a:pt x="0" y="0"/>
                  </a:cubicBezTo>
                  <a:cubicBezTo>
                    <a:pt x="135" y="368"/>
                    <a:pt x="135" y="368"/>
                    <a:pt x="135" y="368"/>
                  </a:cubicBezTo>
                  <a:cubicBezTo>
                    <a:pt x="168" y="368"/>
                    <a:pt x="168" y="368"/>
                    <a:pt x="168" y="368"/>
                  </a:cubicBezTo>
                  <a:cubicBezTo>
                    <a:pt x="308" y="0"/>
                    <a:pt x="308" y="0"/>
                    <a:pt x="308" y="0"/>
                  </a:cubicBezTo>
                  <a:cubicBezTo>
                    <a:pt x="271" y="0"/>
                    <a:pt x="271" y="0"/>
                    <a:pt x="271" y="0"/>
                  </a:cubicBezTo>
                  <a:lnTo>
                    <a:pt x="162" y="29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1" name="Freeform 249">
              <a:extLst>
                <a:ext uri="{FF2B5EF4-FFF2-40B4-BE49-F238E27FC236}">
                  <a16:creationId xmlns:a16="http://schemas.microsoft.com/office/drawing/2014/main" id="{818C839A-9949-480F-BCCC-381A6C1D93C3}"/>
                </a:ext>
              </a:extLst>
            </p:cNvPr>
            <p:cNvSpPr>
              <a:spLocks noChangeArrowheads="1"/>
            </p:cNvSpPr>
            <p:nvPr/>
          </p:nvSpPr>
          <p:spPr bwMode="auto">
            <a:xfrm>
              <a:off x="8261350" y="41021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50">
              <a:extLst>
                <a:ext uri="{FF2B5EF4-FFF2-40B4-BE49-F238E27FC236}">
                  <a16:creationId xmlns:a16="http://schemas.microsoft.com/office/drawing/2014/main" id="{EA2607EF-F268-A986-5BE9-98AD8FC33DC7}"/>
                </a:ext>
              </a:extLst>
            </p:cNvPr>
            <p:cNvSpPr>
              <a:spLocks noChangeArrowheads="1"/>
            </p:cNvSpPr>
            <p:nvPr/>
          </p:nvSpPr>
          <p:spPr bwMode="auto">
            <a:xfrm>
              <a:off x="8299450" y="4098925"/>
              <a:ext cx="96838" cy="138113"/>
            </a:xfrm>
            <a:custGeom>
              <a:avLst/>
              <a:gdLst>
                <a:gd name="T0" fmla="*/ 101 w 270"/>
                <a:gd name="T1" fmla="*/ 368 h 383"/>
                <a:gd name="T2" fmla="*/ 101 w 270"/>
                <a:gd name="T3" fmla="*/ 368 h 383"/>
                <a:gd name="T4" fmla="*/ 172 w 270"/>
                <a:gd name="T5" fmla="*/ 382 h 383"/>
                <a:gd name="T6" fmla="*/ 269 w 270"/>
                <a:gd name="T7" fmla="*/ 361 h 383"/>
                <a:gd name="T8" fmla="*/ 269 w 270"/>
                <a:gd name="T9" fmla="*/ 328 h 383"/>
                <a:gd name="T10" fmla="*/ 176 w 270"/>
                <a:gd name="T11" fmla="*/ 350 h 383"/>
                <a:gd name="T12" fmla="*/ 116 w 270"/>
                <a:gd name="T13" fmla="*/ 338 h 383"/>
                <a:gd name="T14" fmla="*/ 72 w 270"/>
                <a:gd name="T15" fmla="*/ 305 h 383"/>
                <a:gd name="T16" fmla="*/ 44 w 270"/>
                <a:gd name="T17" fmla="*/ 255 h 383"/>
                <a:gd name="T18" fmla="*/ 36 w 270"/>
                <a:gd name="T19" fmla="*/ 195 h 383"/>
                <a:gd name="T20" fmla="*/ 46 w 270"/>
                <a:gd name="T21" fmla="*/ 130 h 383"/>
                <a:gd name="T22" fmla="*/ 74 w 270"/>
                <a:gd name="T23" fmla="*/ 78 h 383"/>
                <a:gd name="T24" fmla="*/ 121 w 270"/>
                <a:gd name="T25" fmla="*/ 44 h 383"/>
                <a:gd name="T26" fmla="*/ 186 w 270"/>
                <a:gd name="T27" fmla="*/ 32 h 383"/>
                <a:gd name="T28" fmla="*/ 269 w 270"/>
                <a:gd name="T29" fmla="*/ 51 h 383"/>
                <a:gd name="T30" fmla="*/ 269 w 270"/>
                <a:gd name="T31" fmla="*/ 15 h 383"/>
                <a:gd name="T32" fmla="*/ 186 w 270"/>
                <a:gd name="T33" fmla="*/ 0 h 383"/>
                <a:gd name="T34" fmla="*/ 109 w 270"/>
                <a:gd name="T35" fmla="*/ 15 h 383"/>
                <a:gd name="T36" fmla="*/ 50 w 270"/>
                <a:gd name="T37" fmla="*/ 58 h 383"/>
                <a:gd name="T38" fmla="*/ 13 w 270"/>
                <a:gd name="T39" fmla="*/ 120 h 383"/>
                <a:gd name="T40" fmla="*/ 0 w 270"/>
                <a:gd name="T41" fmla="*/ 198 h 383"/>
                <a:gd name="T42" fmla="*/ 13 w 270"/>
                <a:gd name="T43" fmla="*/ 272 h 383"/>
                <a:gd name="T44" fmla="*/ 47 w 270"/>
                <a:gd name="T45" fmla="*/ 330 h 383"/>
                <a:gd name="T46" fmla="*/ 101 w 270"/>
                <a:gd name="T47" fmla="*/ 368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1" y="368"/>
                  </a:moveTo>
                  <a:lnTo>
                    <a:pt x="101" y="368"/>
                  </a:ln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2" y="110"/>
                    <a:pt x="62" y="92"/>
                    <a:pt x="74" y="78"/>
                  </a:cubicBezTo>
                  <a:cubicBezTo>
                    <a:pt x="87" y="63"/>
                    <a:pt x="103" y="52"/>
                    <a:pt x="121" y="44"/>
                  </a:cubicBezTo>
                  <a:cubicBezTo>
                    <a:pt x="140" y="36"/>
                    <a:pt x="161" y="32"/>
                    <a:pt x="186" y="32"/>
                  </a:cubicBezTo>
                  <a:cubicBezTo>
                    <a:pt x="214" y="32"/>
                    <a:pt x="243" y="39"/>
                    <a:pt x="269" y="51"/>
                  </a:cubicBezTo>
                  <a:cubicBezTo>
                    <a:pt x="269" y="15"/>
                    <a:pt x="269" y="15"/>
                    <a:pt x="269" y="15"/>
                  </a:cubicBezTo>
                  <a:cubicBezTo>
                    <a:pt x="245" y="6"/>
                    <a:pt x="217" y="0"/>
                    <a:pt x="186" y="0"/>
                  </a:cubicBezTo>
                  <a:cubicBezTo>
                    <a:pt x="157" y="0"/>
                    <a:pt x="132" y="6"/>
                    <a:pt x="109" y="15"/>
                  </a:cubicBezTo>
                  <a:cubicBezTo>
                    <a:pt x="85" y="25"/>
                    <a:pt x="66" y="40"/>
                    <a:pt x="50" y="58"/>
                  </a:cubicBezTo>
                  <a:cubicBezTo>
                    <a:pt x="33" y="76"/>
                    <a:pt x="21" y="96"/>
                    <a:pt x="13" y="120"/>
                  </a:cubicBezTo>
                  <a:cubicBezTo>
                    <a:pt x="4" y="144"/>
                    <a:pt x="0" y="170"/>
                    <a:pt x="0" y="198"/>
                  </a:cubicBezTo>
                  <a:cubicBezTo>
                    <a:pt x="0" y="225"/>
                    <a:pt x="4" y="249"/>
                    <a:pt x="13" y="272"/>
                  </a:cubicBezTo>
                  <a:cubicBezTo>
                    <a:pt x="20" y="294"/>
                    <a:pt x="32" y="313"/>
                    <a:pt x="47" y="330"/>
                  </a:cubicBezTo>
                  <a:cubicBezTo>
                    <a:pt x="62" y="346"/>
                    <a:pt x="80" y="358"/>
                    <a:pt x="101"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51">
              <a:extLst>
                <a:ext uri="{FF2B5EF4-FFF2-40B4-BE49-F238E27FC236}">
                  <a16:creationId xmlns:a16="http://schemas.microsoft.com/office/drawing/2014/main" id="{41F00BC6-A652-05A2-676E-53C8C412DDF4}"/>
                </a:ext>
              </a:extLst>
            </p:cNvPr>
            <p:cNvSpPr>
              <a:spLocks noChangeArrowheads="1"/>
            </p:cNvSpPr>
            <p:nvPr/>
          </p:nvSpPr>
          <p:spPr bwMode="auto">
            <a:xfrm>
              <a:off x="8424863" y="4102100"/>
              <a:ext cx="68262" cy="133350"/>
            </a:xfrm>
            <a:custGeom>
              <a:avLst/>
              <a:gdLst>
                <a:gd name="T0" fmla="*/ 180 w 189"/>
                <a:gd name="T1" fmla="*/ 30 h 369"/>
                <a:gd name="T2" fmla="*/ 180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69 w 189"/>
                <a:gd name="T17" fmla="*/ 198 h 369"/>
                <a:gd name="T18" fmla="*/ 169 w 189"/>
                <a:gd name="T19" fmla="*/ 166 h 369"/>
                <a:gd name="T20" fmla="*/ 34 w 189"/>
                <a:gd name="T21" fmla="*/ 166 h 369"/>
                <a:gd name="T22" fmla="*/ 34 w 189"/>
                <a:gd name="T23" fmla="*/ 30 h 369"/>
                <a:gd name="T24" fmla="*/ 180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0"/>
                  </a:moveTo>
                  <a:lnTo>
                    <a:pt x="180" y="0"/>
                  </a:lnTo>
                  <a:lnTo>
                    <a:pt x="0" y="0"/>
                  </a:lnTo>
                  <a:lnTo>
                    <a:pt x="0" y="368"/>
                  </a:lnTo>
                  <a:lnTo>
                    <a:pt x="188" y="368"/>
                  </a:lnTo>
                  <a:lnTo>
                    <a:pt x="188" y="338"/>
                  </a:lnTo>
                  <a:lnTo>
                    <a:pt x="34" y="338"/>
                  </a:lnTo>
                  <a:lnTo>
                    <a:pt x="34" y="198"/>
                  </a:lnTo>
                  <a:lnTo>
                    <a:pt x="169" y="198"/>
                  </a:lnTo>
                  <a:lnTo>
                    <a:pt x="169" y="166"/>
                  </a:lnTo>
                  <a:lnTo>
                    <a:pt x="34" y="166"/>
                  </a:lnTo>
                  <a:lnTo>
                    <a:pt x="34" y="30"/>
                  </a:lnTo>
                  <a:lnTo>
                    <a:pt x="18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4" name="Freeform 252">
              <a:extLst>
                <a:ext uri="{FF2B5EF4-FFF2-40B4-BE49-F238E27FC236}">
                  <a16:creationId xmlns:a16="http://schemas.microsoft.com/office/drawing/2014/main" id="{8F750E77-F892-4959-F8A1-4A12C6327B90}"/>
                </a:ext>
              </a:extLst>
            </p:cNvPr>
            <p:cNvSpPr>
              <a:spLocks noChangeArrowheads="1"/>
            </p:cNvSpPr>
            <p:nvPr/>
          </p:nvSpPr>
          <p:spPr bwMode="auto">
            <a:xfrm>
              <a:off x="8515350" y="4098925"/>
              <a:ext cx="76200" cy="138113"/>
            </a:xfrm>
            <a:custGeom>
              <a:avLst/>
              <a:gdLst>
                <a:gd name="T0" fmla="*/ 152 w 211"/>
                <a:gd name="T1" fmla="*/ 335 h 383"/>
                <a:gd name="T2" fmla="*/ 152 w 211"/>
                <a:gd name="T3" fmla="*/ 335 h 383"/>
                <a:gd name="T4" fmla="*/ 90 w 211"/>
                <a:gd name="T5" fmla="*/ 350 h 383"/>
                <a:gd name="T6" fmla="*/ 67 w 211"/>
                <a:gd name="T7" fmla="*/ 349 h 383"/>
                <a:gd name="T8" fmla="*/ 44 w 211"/>
                <a:gd name="T9" fmla="*/ 343 h 383"/>
                <a:gd name="T10" fmla="*/ 20 w 211"/>
                <a:gd name="T11" fmla="*/ 334 h 383"/>
                <a:gd name="T12" fmla="*/ 0 w 211"/>
                <a:gd name="T13" fmla="*/ 321 h 383"/>
                <a:gd name="T14" fmla="*/ 0 w 211"/>
                <a:gd name="T15" fmla="*/ 361 h 383"/>
                <a:gd name="T16" fmla="*/ 19 w 211"/>
                <a:gd name="T17" fmla="*/ 369 h 383"/>
                <a:gd name="T18" fmla="*/ 42 w 211"/>
                <a:gd name="T19" fmla="*/ 376 h 383"/>
                <a:gd name="T20" fmla="*/ 66 w 211"/>
                <a:gd name="T21" fmla="*/ 380 h 383"/>
                <a:gd name="T22" fmla="*/ 88 w 211"/>
                <a:gd name="T23" fmla="*/ 382 h 383"/>
                <a:gd name="T24" fmla="*/ 136 w 211"/>
                <a:gd name="T25" fmla="*/ 375 h 383"/>
                <a:gd name="T26" fmla="*/ 175 w 211"/>
                <a:gd name="T27" fmla="*/ 357 h 383"/>
                <a:gd name="T28" fmla="*/ 200 w 211"/>
                <a:gd name="T29" fmla="*/ 327 h 383"/>
                <a:gd name="T30" fmla="*/ 210 w 211"/>
                <a:gd name="T31" fmla="*/ 284 h 383"/>
                <a:gd name="T32" fmla="*/ 203 w 211"/>
                <a:gd name="T33" fmla="*/ 253 h 383"/>
                <a:gd name="T34" fmla="*/ 186 w 211"/>
                <a:gd name="T35" fmla="*/ 225 h 383"/>
                <a:gd name="T36" fmla="*/ 158 w 211"/>
                <a:gd name="T37" fmla="*/ 201 h 383"/>
                <a:gd name="T38" fmla="*/ 118 w 211"/>
                <a:gd name="T39" fmla="*/ 177 h 383"/>
                <a:gd name="T40" fmla="*/ 79 w 211"/>
                <a:gd name="T41" fmla="*/ 155 h 383"/>
                <a:gd name="T42" fmla="*/ 55 w 211"/>
                <a:gd name="T43" fmla="*/ 137 h 383"/>
                <a:gd name="T44" fmla="*/ 41 w 211"/>
                <a:gd name="T45" fmla="*/ 118 h 383"/>
                <a:gd name="T46" fmla="*/ 37 w 211"/>
                <a:gd name="T47" fmla="*/ 93 h 383"/>
                <a:gd name="T48" fmla="*/ 44 w 211"/>
                <a:gd name="T49" fmla="*/ 66 h 383"/>
                <a:gd name="T50" fmla="*/ 60 w 211"/>
                <a:gd name="T51" fmla="*/ 47 h 383"/>
                <a:gd name="T52" fmla="*/ 86 w 211"/>
                <a:gd name="T53" fmla="*/ 36 h 383"/>
                <a:gd name="T54" fmla="*/ 118 w 211"/>
                <a:gd name="T55" fmla="*/ 32 h 383"/>
                <a:gd name="T56" fmla="*/ 193 w 211"/>
                <a:gd name="T57" fmla="*/ 50 h 383"/>
                <a:gd name="T58" fmla="*/ 193 w 211"/>
                <a:gd name="T59" fmla="*/ 12 h 383"/>
                <a:gd name="T60" fmla="*/ 121 w 211"/>
                <a:gd name="T61" fmla="*/ 0 h 383"/>
                <a:gd name="T62" fmla="*/ 75 w 211"/>
                <a:gd name="T63" fmla="*/ 7 h 383"/>
                <a:gd name="T64" fmla="*/ 37 w 211"/>
                <a:gd name="T65" fmla="*/ 26 h 383"/>
                <a:gd name="T66" fmla="*/ 11 w 211"/>
                <a:gd name="T67" fmla="*/ 56 h 383"/>
                <a:gd name="T68" fmla="*/ 1 w 211"/>
                <a:gd name="T69" fmla="*/ 96 h 383"/>
                <a:gd name="T70" fmla="*/ 7 w 211"/>
                <a:gd name="T71" fmla="*/ 128 h 383"/>
                <a:gd name="T72" fmla="*/ 22 w 211"/>
                <a:gd name="T73" fmla="*/ 154 h 383"/>
                <a:gd name="T74" fmla="*/ 49 w 211"/>
                <a:gd name="T75" fmla="*/ 177 h 383"/>
                <a:gd name="T76" fmla="*/ 90 w 211"/>
                <a:gd name="T77" fmla="*/ 202 h 383"/>
                <a:gd name="T78" fmla="*/ 127 w 211"/>
                <a:gd name="T79" fmla="*/ 222 h 383"/>
                <a:gd name="T80" fmla="*/ 154 w 211"/>
                <a:gd name="T81" fmla="*/ 242 h 383"/>
                <a:gd name="T82" fmla="*/ 169 w 211"/>
                <a:gd name="T83" fmla="*/ 262 h 383"/>
                <a:gd name="T84" fmla="*/ 173 w 211"/>
                <a:gd name="T85" fmla="*/ 288 h 383"/>
                <a:gd name="T86" fmla="*/ 152 w 211"/>
                <a:gd name="T87" fmla="*/ 33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1" h="383">
                  <a:moveTo>
                    <a:pt x="152" y="335"/>
                  </a:moveTo>
                  <a:lnTo>
                    <a:pt x="152" y="335"/>
                  </a:lnTo>
                  <a:cubicBezTo>
                    <a:pt x="138" y="345"/>
                    <a:pt x="118" y="350"/>
                    <a:pt x="90" y="350"/>
                  </a:cubicBezTo>
                  <a:cubicBezTo>
                    <a:pt x="82" y="350"/>
                    <a:pt x="75" y="350"/>
                    <a:pt x="67" y="349"/>
                  </a:cubicBezTo>
                  <a:cubicBezTo>
                    <a:pt x="59" y="347"/>
                    <a:pt x="52" y="346"/>
                    <a:pt x="44" y="343"/>
                  </a:cubicBezTo>
                  <a:cubicBezTo>
                    <a:pt x="36" y="341"/>
                    <a:pt x="29" y="338"/>
                    <a:pt x="20" y="334"/>
                  </a:cubicBezTo>
                  <a:cubicBezTo>
                    <a:pt x="14" y="330"/>
                    <a:pt x="7" y="325"/>
                    <a:pt x="0" y="321"/>
                  </a:cubicBezTo>
                  <a:cubicBezTo>
                    <a:pt x="0" y="361"/>
                    <a:pt x="0" y="361"/>
                    <a:pt x="0" y="361"/>
                  </a:cubicBezTo>
                  <a:cubicBezTo>
                    <a:pt x="5" y="364"/>
                    <a:pt x="11" y="367"/>
                    <a:pt x="19" y="369"/>
                  </a:cubicBezTo>
                  <a:cubicBezTo>
                    <a:pt x="26" y="372"/>
                    <a:pt x="34" y="375"/>
                    <a:pt x="42" y="376"/>
                  </a:cubicBezTo>
                  <a:cubicBezTo>
                    <a:pt x="51" y="378"/>
                    <a:pt x="59" y="379"/>
                    <a:pt x="66" y="380"/>
                  </a:cubicBezTo>
                  <a:cubicBezTo>
                    <a:pt x="74" y="382"/>
                    <a:pt x="81" y="382"/>
                    <a:pt x="88" y="382"/>
                  </a:cubicBezTo>
                  <a:cubicBezTo>
                    <a:pt x="106" y="382"/>
                    <a:pt x="122" y="379"/>
                    <a:pt x="136" y="375"/>
                  </a:cubicBezTo>
                  <a:cubicBezTo>
                    <a:pt x="151" y="371"/>
                    <a:pt x="165" y="365"/>
                    <a:pt x="175" y="357"/>
                  </a:cubicBezTo>
                  <a:cubicBezTo>
                    <a:pt x="185" y="349"/>
                    <a:pt x="195" y="339"/>
                    <a:pt x="200" y="327"/>
                  </a:cubicBezTo>
                  <a:cubicBezTo>
                    <a:pt x="206" y="314"/>
                    <a:pt x="210" y="301"/>
                    <a:pt x="210" y="284"/>
                  </a:cubicBezTo>
                  <a:cubicBezTo>
                    <a:pt x="210" y="272"/>
                    <a:pt x="207" y="262"/>
                    <a:pt x="203" y="253"/>
                  </a:cubicBezTo>
                  <a:cubicBezTo>
                    <a:pt x="200" y="243"/>
                    <a:pt x="195" y="233"/>
                    <a:pt x="186" y="225"/>
                  </a:cubicBezTo>
                  <a:cubicBezTo>
                    <a:pt x="178" y="217"/>
                    <a:pt x="169" y="209"/>
                    <a:pt x="158" y="201"/>
                  </a:cubicBezTo>
                  <a:cubicBezTo>
                    <a:pt x="147" y="194"/>
                    <a:pt x="133" y="185"/>
                    <a:pt x="118" y="177"/>
                  </a:cubicBezTo>
                  <a:cubicBezTo>
                    <a:pt x="103" y="169"/>
                    <a:pt x="90" y="162"/>
                    <a:pt x="79" y="155"/>
                  </a:cubicBezTo>
                  <a:cubicBezTo>
                    <a:pt x="70" y="150"/>
                    <a:pt x="62" y="143"/>
                    <a:pt x="55" y="137"/>
                  </a:cubicBezTo>
                  <a:cubicBezTo>
                    <a:pt x="49" y="130"/>
                    <a:pt x="44" y="125"/>
                    <a:pt x="41" y="118"/>
                  </a:cubicBezTo>
                  <a:cubicBezTo>
                    <a:pt x="38" y="111"/>
                    <a:pt x="37" y="103"/>
                    <a:pt x="37" y="93"/>
                  </a:cubicBezTo>
                  <a:cubicBezTo>
                    <a:pt x="37" y="82"/>
                    <a:pt x="40" y="74"/>
                    <a:pt x="44" y="66"/>
                  </a:cubicBezTo>
                  <a:cubicBezTo>
                    <a:pt x="48" y="59"/>
                    <a:pt x="53" y="52"/>
                    <a:pt x="60" y="47"/>
                  </a:cubicBezTo>
                  <a:cubicBezTo>
                    <a:pt x="68" y="41"/>
                    <a:pt x="77" y="39"/>
                    <a:pt x="86" y="36"/>
                  </a:cubicBezTo>
                  <a:cubicBezTo>
                    <a:pt x="96" y="33"/>
                    <a:pt x="107" y="32"/>
                    <a:pt x="118" y="32"/>
                  </a:cubicBezTo>
                  <a:cubicBezTo>
                    <a:pt x="147" y="32"/>
                    <a:pt x="173" y="37"/>
                    <a:pt x="193" y="50"/>
                  </a:cubicBezTo>
                  <a:cubicBezTo>
                    <a:pt x="193" y="12"/>
                    <a:pt x="193" y="12"/>
                    <a:pt x="193" y="12"/>
                  </a:cubicBezTo>
                  <a:cubicBezTo>
                    <a:pt x="174" y="4"/>
                    <a:pt x="151" y="0"/>
                    <a:pt x="121" y="0"/>
                  </a:cubicBezTo>
                  <a:cubicBezTo>
                    <a:pt x="104" y="0"/>
                    <a:pt x="89" y="3"/>
                    <a:pt x="75" y="7"/>
                  </a:cubicBezTo>
                  <a:cubicBezTo>
                    <a:pt x="60" y="11"/>
                    <a:pt x="48" y="18"/>
                    <a:pt x="37" y="26"/>
                  </a:cubicBezTo>
                  <a:cubicBezTo>
                    <a:pt x="26" y="34"/>
                    <a:pt x="18" y="44"/>
                    <a:pt x="11" y="56"/>
                  </a:cubicBezTo>
                  <a:cubicBezTo>
                    <a:pt x="5" y="69"/>
                    <a:pt x="1" y="81"/>
                    <a:pt x="1" y="96"/>
                  </a:cubicBezTo>
                  <a:cubicBezTo>
                    <a:pt x="1" y="109"/>
                    <a:pt x="3" y="118"/>
                    <a:pt x="7" y="128"/>
                  </a:cubicBezTo>
                  <a:cubicBezTo>
                    <a:pt x="9" y="137"/>
                    <a:pt x="15" y="146"/>
                    <a:pt x="22" y="154"/>
                  </a:cubicBezTo>
                  <a:cubicBezTo>
                    <a:pt x="30" y="162"/>
                    <a:pt x="38" y="170"/>
                    <a:pt x="49" y="177"/>
                  </a:cubicBezTo>
                  <a:cubicBezTo>
                    <a:pt x="62" y="185"/>
                    <a:pt x="74" y="194"/>
                    <a:pt x="90" y="202"/>
                  </a:cubicBezTo>
                  <a:cubicBezTo>
                    <a:pt x="104" y="210"/>
                    <a:pt x="117" y="217"/>
                    <a:pt x="127" y="222"/>
                  </a:cubicBezTo>
                  <a:cubicBezTo>
                    <a:pt x="138" y="229"/>
                    <a:pt x="147" y="235"/>
                    <a:pt x="154" y="242"/>
                  </a:cubicBezTo>
                  <a:cubicBezTo>
                    <a:pt x="160" y="249"/>
                    <a:pt x="166" y="255"/>
                    <a:pt x="169" y="262"/>
                  </a:cubicBezTo>
                  <a:cubicBezTo>
                    <a:pt x="171" y="269"/>
                    <a:pt x="173" y="279"/>
                    <a:pt x="173" y="288"/>
                  </a:cubicBezTo>
                  <a:cubicBezTo>
                    <a:pt x="173" y="308"/>
                    <a:pt x="166" y="324"/>
                    <a:pt x="152" y="3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5" name="Freeform 253">
              <a:extLst>
                <a:ext uri="{FF2B5EF4-FFF2-40B4-BE49-F238E27FC236}">
                  <a16:creationId xmlns:a16="http://schemas.microsoft.com/office/drawing/2014/main" id="{7508BC1A-3F39-BF03-EA8C-AAA344A9D3FD}"/>
                </a:ext>
              </a:extLst>
            </p:cNvPr>
            <p:cNvSpPr>
              <a:spLocks noChangeArrowheads="1"/>
            </p:cNvSpPr>
            <p:nvPr/>
          </p:nvSpPr>
          <p:spPr bwMode="auto">
            <a:xfrm>
              <a:off x="8669338" y="4102100"/>
              <a:ext cx="66675" cy="133350"/>
            </a:xfrm>
            <a:custGeom>
              <a:avLst/>
              <a:gdLst>
                <a:gd name="T0" fmla="*/ 35 w 184"/>
                <a:gd name="T1" fmla="*/ 0 h 369"/>
                <a:gd name="T2" fmla="*/ 0 w 184"/>
                <a:gd name="T3" fmla="*/ 0 h 369"/>
                <a:gd name="T4" fmla="*/ 0 w 184"/>
                <a:gd name="T5" fmla="*/ 368 h 369"/>
                <a:gd name="T6" fmla="*/ 183 w 184"/>
                <a:gd name="T7" fmla="*/ 368 h 369"/>
                <a:gd name="T8" fmla="*/ 183 w 184"/>
                <a:gd name="T9" fmla="*/ 338 h 369"/>
                <a:gd name="T10" fmla="*/ 35 w 184"/>
                <a:gd name="T11" fmla="*/ 338 h 369"/>
                <a:gd name="T12" fmla="*/ 35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35" y="0"/>
                  </a:moveTo>
                  <a:lnTo>
                    <a:pt x="0" y="0"/>
                  </a:lnTo>
                  <a:lnTo>
                    <a:pt x="0" y="368"/>
                  </a:lnTo>
                  <a:lnTo>
                    <a:pt x="183" y="368"/>
                  </a:lnTo>
                  <a:lnTo>
                    <a:pt x="183" y="338"/>
                  </a:lnTo>
                  <a:lnTo>
                    <a:pt x="35" y="338"/>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54">
              <a:extLst>
                <a:ext uri="{FF2B5EF4-FFF2-40B4-BE49-F238E27FC236}">
                  <a16:creationId xmlns:a16="http://schemas.microsoft.com/office/drawing/2014/main" id="{1B8230F8-47EB-CB51-1749-C0C5FBE6C72E}"/>
                </a:ext>
              </a:extLst>
            </p:cNvPr>
            <p:cNvSpPr>
              <a:spLocks noChangeArrowheads="1"/>
            </p:cNvSpPr>
            <p:nvPr/>
          </p:nvSpPr>
          <p:spPr bwMode="auto">
            <a:xfrm>
              <a:off x="8758238" y="4102100"/>
              <a:ext cx="12700" cy="133350"/>
            </a:xfrm>
            <a:custGeom>
              <a:avLst/>
              <a:gdLst>
                <a:gd name="T0" fmla="*/ 0 w 36"/>
                <a:gd name="T1" fmla="*/ 368 h 369"/>
                <a:gd name="T2" fmla="*/ 35 w 36"/>
                <a:gd name="T3" fmla="*/ 368 h 369"/>
                <a:gd name="T4" fmla="*/ 35 w 36"/>
                <a:gd name="T5" fmla="*/ 0 h 369"/>
                <a:gd name="T6" fmla="*/ 0 w 36"/>
                <a:gd name="T7" fmla="*/ 0 h 369"/>
                <a:gd name="T8" fmla="*/ 0 w 36"/>
                <a:gd name="T9" fmla="*/ 368 h 369"/>
              </a:gdLst>
              <a:ahLst/>
              <a:cxnLst>
                <a:cxn ang="0">
                  <a:pos x="T0" y="T1"/>
                </a:cxn>
                <a:cxn ang="0">
                  <a:pos x="T2" y="T3"/>
                </a:cxn>
                <a:cxn ang="0">
                  <a:pos x="T4" y="T5"/>
                </a:cxn>
                <a:cxn ang="0">
                  <a:pos x="T6" y="T7"/>
                </a:cxn>
                <a:cxn ang="0">
                  <a:pos x="T8" y="T9"/>
                </a:cxn>
              </a:cxnLst>
              <a:rect l="0" t="0" r="r" b="b"/>
              <a:pathLst>
                <a:path w="36" h="369">
                  <a:moveTo>
                    <a:pt x="0" y="368"/>
                  </a:moveTo>
                  <a:lnTo>
                    <a:pt x="35" y="368"/>
                  </a:lnTo>
                  <a:lnTo>
                    <a:pt x="35"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5">
              <a:extLst>
                <a:ext uri="{FF2B5EF4-FFF2-40B4-BE49-F238E27FC236}">
                  <a16:creationId xmlns:a16="http://schemas.microsoft.com/office/drawing/2014/main" id="{51D45946-01BE-1083-1D11-8D9AE57583B0}"/>
                </a:ext>
              </a:extLst>
            </p:cNvPr>
            <p:cNvSpPr>
              <a:spLocks noChangeArrowheads="1"/>
            </p:cNvSpPr>
            <p:nvPr/>
          </p:nvSpPr>
          <p:spPr bwMode="auto">
            <a:xfrm>
              <a:off x="8805863" y="4102100"/>
              <a:ext cx="104775" cy="133350"/>
            </a:xfrm>
            <a:custGeom>
              <a:avLst/>
              <a:gdLst>
                <a:gd name="T0" fmla="*/ 34 w 289"/>
                <a:gd name="T1" fmla="*/ 82 h 369"/>
                <a:gd name="T2" fmla="*/ 34 w 289"/>
                <a:gd name="T3" fmla="*/ 82 h 369"/>
                <a:gd name="T4" fmla="*/ 33 w 289"/>
                <a:gd name="T5" fmla="*/ 62 h 369"/>
                <a:gd name="T6" fmla="*/ 33 w 289"/>
                <a:gd name="T7" fmla="*/ 49 h 369"/>
                <a:gd name="T8" fmla="*/ 34 w 289"/>
                <a:gd name="T9" fmla="*/ 49 h 369"/>
                <a:gd name="T10" fmla="*/ 39 w 289"/>
                <a:gd name="T11" fmla="*/ 60 h 369"/>
                <a:gd name="T12" fmla="*/ 48 w 289"/>
                <a:gd name="T13" fmla="*/ 73 h 369"/>
                <a:gd name="T14" fmla="*/ 252 w 289"/>
                <a:gd name="T15" fmla="*/ 368 h 369"/>
                <a:gd name="T16" fmla="*/ 288 w 289"/>
                <a:gd name="T17" fmla="*/ 368 h 369"/>
                <a:gd name="T18" fmla="*/ 288 w 289"/>
                <a:gd name="T19" fmla="*/ 0 h 369"/>
                <a:gd name="T20" fmla="*/ 254 w 289"/>
                <a:gd name="T21" fmla="*/ 0 h 369"/>
                <a:gd name="T22" fmla="*/ 254 w 289"/>
                <a:gd name="T23" fmla="*/ 273 h 369"/>
                <a:gd name="T24" fmla="*/ 254 w 289"/>
                <a:gd name="T25" fmla="*/ 296 h 369"/>
                <a:gd name="T26" fmla="*/ 255 w 289"/>
                <a:gd name="T27" fmla="*/ 316 h 369"/>
                <a:gd name="T28" fmla="*/ 254 w 289"/>
                <a:gd name="T29" fmla="*/ 316 h 369"/>
                <a:gd name="T30" fmla="*/ 247 w 289"/>
                <a:gd name="T31" fmla="*/ 305 h 369"/>
                <a:gd name="T32" fmla="*/ 238 w 289"/>
                <a:gd name="T33" fmla="*/ 292 h 369"/>
                <a:gd name="T34" fmla="*/ 37 w 289"/>
                <a:gd name="T35" fmla="*/ 0 h 369"/>
                <a:gd name="T36" fmla="*/ 0 w 289"/>
                <a:gd name="T37" fmla="*/ 0 h 369"/>
                <a:gd name="T38" fmla="*/ 0 w 289"/>
                <a:gd name="T39" fmla="*/ 368 h 369"/>
                <a:gd name="T40" fmla="*/ 34 w 289"/>
                <a:gd name="T41" fmla="*/ 368 h 369"/>
                <a:gd name="T42" fmla="*/ 34 w 289"/>
                <a:gd name="T43" fmla="*/ 82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34" y="82"/>
                  </a:moveTo>
                  <a:lnTo>
                    <a:pt x="34" y="82"/>
                  </a:lnTo>
                  <a:cubicBezTo>
                    <a:pt x="34" y="74"/>
                    <a:pt x="33" y="67"/>
                    <a:pt x="33" y="62"/>
                  </a:cubicBezTo>
                  <a:cubicBezTo>
                    <a:pt x="33" y="56"/>
                    <a:pt x="33" y="52"/>
                    <a:pt x="33" y="49"/>
                  </a:cubicBezTo>
                  <a:cubicBezTo>
                    <a:pt x="34" y="49"/>
                    <a:pt x="34" y="49"/>
                    <a:pt x="34" y="49"/>
                  </a:cubicBezTo>
                  <a:cubicBezTo>
                    <a:pt x="35" y="52"/>
                    <a:pt x="37" y="56"/>
                    <a:pt x="39" y="60"/>
                  </a:cubicBezTo>
                  <a:cubicBezTo>
                    <a:pt x="42" y="65"/>
                    <a:pt x="45" y="69"/>
                    <a:pt x="48" y="73"/>
                  </a:cubicBezTo>
                  <a:cubicBezTo>
                    <a:pt x="252" y="368"/>
                    <a:pt x="252" y="368"/>
                    <a:pt x="252" y="368"/>
                  </a:cubicBezTo>
                  <a:cubicBezTo>
                    <a:pt x="288" y="368"/>
                    <a:pt x="288" y="368"/>
                    <a:pt x="288" y="368"/>
                  </a:cubicBezTo>
                  <a:cubicBezTo>
                    <a:pt x="288" y="0"/>
                    <a:pt x="288" y="0"/>
                    <a:pt x="288" y="0"/>
                  </a:cubicBezTo>
                  <a:cubicBezTo>
                    <a:pt x="254" y="0"/>
                    <a:pt x="254" y="0"/>
                    <a:pt x="254" y="0"/>
                  </a:cubicBezTo>
                  <a:cubicBezTo>
                    <a:pt x="254" y="273"/>
                    <a:pt x="254" y="273"/>
                    <a:pt x="254" y="273"/>
                  </a:cubicBezTo>
                  <a:cubicBezTo>
                    <a:pt x="254" y="283"/>
                    <a:pt x="254" y="290"/>
                    <a:pt x="254" y="296"/>
                  </a:cubicBezTo>
                  <a:cubicBezTo>
                    <a:pt x="254" y="305"/>
                    <a:pt x="255" y="310"/>
                    <a:pt x="255" y="316"/>
                  </a:cubicBezTo>
                  <a:cubicBezTo>
                    <a:pt x="254" y="316"/>
                    <a:pt x="254" y="316"/>
                    <a:pt x="254" y="316"/>
                  </a:cubicBezTo>
                  <a:cubicBezTo>
                    <a:pt x="252" y="313"/>
                    <a:pt x="249" y="309"/>
                    <a:pt x="247" y="305"/>
                  </a:cubicBezTo>
                  <a:cubicBezTo>
                    <a:pt x="244" y="301"/>
                    <a:pt x="241" y="296"/>
                    <a:pt x="238" y="292"/>
                  </a:cubicBezTo>
                  <a:cubicBezTo>
                    <a:pt x="37" y="0"/>
                    <a:pt x="37" y="0"/>
                    <a:pt x="37" y="0"/>
                  </a:cubicBezTo>
                  <a:cubicBezTo>
                    <a:pt x="0" y="0"/>
                    <a:pt x="0" y="0"/>
                    <a:pt x="0" y="0"/>
                  </a:cubicBezTo>
                  <a:cubicBezTo>
                    <a:pt x="0" y="368"/>
                    <a:pt x="0" y="368"/>
                    <a:pt x="0" y="368"/>
                  </a:cubicBezTo>
                  <a:cubicBezTo>
                    <a:pt x="34" y="368"/>
                    <a:pt x="34" y="368"/>
                    <a:pt x="34" y="368"/>
                  </a:cubicBezTo>
                  <a:lnTo>
                    <a:pt x="34" y="8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6">
              <a:extLst>
                <a:ext uri="{FF2B5EF4-FFF2-40B4-BE49-F238E27FC236}">
                  <a16:creationId xmlns:a16="http://schemas.microsoft.com/office/drawing/2014/main" id="{5B357609-B90B-95CF-FA83-0EF824D8353E}"/>
                </a:ext>
              </a:extLst>
            </p:cNvPr>
            <p:cNvSpPr>
              <a:spLocks noChangeArrowheads="1"/>
            </p:cNvSpPr>
            <p:nvPr/>
          </p:nvSpPr>
          <p:spPr bwMode="auto">
            <a:xfrm>
              <a:off x="8942388" y="4102100"/>
              <a:ext cx="68262" cy="133350"/>
            </a:xfrm>
            <a:custGeom>
              <a:avLst/>
              <a:gdLst>
                <a:gd name="T0" fmla="*/ 179 w 189"/>
                <a:gd name="T1" fmla="*/ 30 h 369"/>
                <a:gd name="T2" fmla="*/ 179 w 189"/>
                <a:gd name="T3" fmla="*/ 0 h 369"/>
                <a:gd name="T4" fmla="*/ 0 w 189"/>
                <a:gd name="T5" fmla="*/ 0 h 369"/>
                <a:gd name="T6" fmla="*/ 0 w 189"/>
                <a:gd name="T7" fmla="*/ 368 h 369"/>
                <a:gd name="T8" fmla="*/ 188 w 189"/>
                <a:gd name="T9" fmla="*/ 368 h 369"/>
                <a:gd name="T10" fmla="*/ 188 w 189"/>
                <a:gd name="T11" fmla="*/ 338 h 369"/>
                <a:gd name="T12" fmla="*/ 34 w 189"/>
                <a:gd name="T13" fmla="*/ 338 h 369"/>
                <a:gd name="T14" fmla="*/ 34 w 189"/>
                <a:gd name="T15" fmla="*/ 198 h 369"/>
                <a:gd name="T16" fmla="*/ 170 w 189"/>
                <a:gd name="T17" fmla="*/ 198 h 369"/>
                <a:gd name="T18" fmla="*/ 170 w 189"/>
                <a:gd name="T19" fmla="*/ 166 h 369"/>
                <a:gd name="T20" fmla="*/ 34 w 189"/>
                <a:gd name="T21" fmla="*/ 166 h 369"/>
                <a:gd name="T22" fmla="*/ 34 w 189"/>
                <a:gd name="T23" fmla="*/ 30 h 369"/>
                <a:gd name="T24" fmla="*/ 179 w 189"/>
                <a:gd name="T25" fmla="*/ 3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79" y="30"/>
                  </a:moveTo>
                  <a:lnTo>
                    <a:pt x="179" y="0"/>
                  </a:lnTo>
                  <a:lnTo>
                    <a:pt x="0" y="0"/>
                  </a:lnTo>
                  <a:lnTo>
                    <a:pt x="0" y="368"/>
                  </a:lnTo>
                  <a:lnTo>
                    <a:pt x="188" y="368"/>
                  </a:lnTo>
                  <a:lnTo>
                    <a:pt x="188" y="338"/>
                  </a:lnTo>
                  <a:lnTo>
                    <a:pt x="34" y="338"/>
                  </a:lnTo>
                  <a:lnTo>
                    <a:pt x="34" y="198"/>
                  </a:lnTo>
                  <a:lnTo>
                    <a:pt x="170" y="198"/>
                  </a:lnTo>
                  <a:lnTo>
                    <a:pt x="170" y="166"/>
                  </a:lnTo>
                  <a:lnTo>
                    <a:pt x="34" y="166"/>
                  </a:lnTo>
                  <a:lnTo>
                    <a:pt x="34" y="30"/>
                  </a:lnTo>
                  <a:lnTo>
                    <a:pt x="179"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9" name="Freeform 257">
              <a:extLst>
                <a:ext uri="{FF2B5EF4-FFF2-40B4-BE49-F238E27FC236}">
                  <a16:creationId xmlns:a16="http://schemas.microsoft.com/office/drawing/2014/main" id="{B2F8F340-1D99-99A9-BA20-31EDB523F167}"/>
                </a:ext>
              </a:extLst>
            </p:cNvPr>
            <p:cNvSpPr>
              <a:spLocks noChangeArrowheads="1"/>
            </p:cNvSpPr>
            <p:nvPr/>
          </p:nvSpPr>
          <p:spPr bwMode="auto">
            <a:xfrm>
              <a:off x="9090025" y="4102100"/>
              <a:ext cx="12700" cy="133350"/>
            </a:xfrm>
            <a:custGeom>
              <a:avLst/>
              <a:gdLst>
                <a:gd name="T0" fmla="*/ 34 w 35"/>
                <a:gd name="T1" fmla="*/ 0 h 369"/>
                <a:gd name="T2" fmla="*/ 0 w 35"/>
                <a:gd name="T3" fmla="*/ 0 h 369"/>
                <a:gd name="T4" fmla="*/ 0 w 35"/>
                <a:gd name="T5" fmla="*/ 368 h 369"/>
                <a:gd name="T6" fmla="*/ 34 w 35"/>
                <a:gd name="T7" fmla="*/ 368 h 369"/>
                <a:gd name="T8" fmla="*/ 34 w 35"/>
                <a:gd name="T9" fmla="*/ 0 h 369"/>
              </a:gdLst>
              <a:ahLst/>
              <a:cxnLst>
                <a:cxn ang="0">
                  <a:pos x="T0" y="T1"/>
                </a:cxn>
                <a:cxn ang="0">
                  <a:pos x="T2" y="T3"/>
                </a:cxn>
                <a:cxn ang="0">
                  <a:pos x="T4" y="T5"/>
                </a:cxn>
                <a:cxn ang="0">
                  <a:pos x="T6" y="T7"/>
                </a:cxn>
                <a:cxn ang="0">
                  <a:pos x="T8" y="T9"/>
                </a:cxn>
              </a:cxnLst>
              <a:rect l="0" t="0" r="r" b="b"/>
              <a:pathLst>
                <a:path w="35" h="369">
                  <a:moveTo>
                    <a:pt x="34" y="0"/>
                  </a:moveTo>
                  <a:lnTo>
                    <a:pt x="0" y="0"/>
                  </a:lnTo>
                  <a:lnTo>
                    <a:pt x="0" y="368"/>
                  </a:lnTo>
                  <a:lnTo>
                    <a:pt x="34" y="368"/>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0" name="Freeform 258">
              <a:extLst>
                <a:ext uri="{FF2B5EF4-FFF2-40B4-BE49-F238E27FC236}">
                  <a16:creationId xmlns:a16="http://schemas.microsoft.com/office/drawing/2014/main" id="{8AA2679E-E416-BB22-7B87-BC5AC5A9A810}"/>
                </a:ext>
              </a:extLst>
            </p:cNvPr>
            <p:cNvSpPr>
              <a:spLocks noChangeArrowheads="1"/>
            </p:cNvSpPr>
            <p:nvPr/>
          </p:nvSpPr>
          <p:spPr bwMode="auto">
            <a:xfrm>
              <a:off x="9129713" y="4098925"/>
              <a:ext cx="96837" cy="138113"/>
            </a:xfrm>
            <a:custGeom>
              <a:avLst/>
              <a:gdLst>
                <a:gd name="T0" fmla="*/ 109 w 270"/>
                <a:gd name="T1" fmla="*/ 15 h 383"/>
                <a:gd name="T2" fmla="*/ 109 w 270"/>
                <a:gd name="T3" fmla="*/ 15 h 383"/>
                <a:gd name="T4" fmla="*/ 50 w 270"/>
                <a:gd name="T5" fmla="*/ 58 h 383"/>
                <a:gd name="T6" fmla="*/ 13 w 270"/>
                <a:gd name="T7" fmla="*/ 120 h 383"/>
                <a:gd name="T8" fmla="*/ 0 w 270"/>
                <a:gd name="T9" fmla="*/ 198 h 383"/>
                <a:gd name="T10" fmla="*/ 13 w 270"/>
                <a:gd name="T11" fmla="*/ 272 h 383"/>
                <a:gd name="T12" fmla="*/ 47 w 270"/>
                <a:gd name="T13" fmla="*/ 330 h 383"/>
                <a:gd name="T14" fmla="*/ 102 w 270"/>
                <a:gd name="T15" fmla="*/ 368 h 383"/>
                <a:gd name="T16" fmla="*/ 172 w 270"/>
                <a:gd name="T17" fmla="*/ 382 h 383"/>
                <a:gd name="T18" fmla="*/ 269 w 270"/>
                <a:gd name="T19" fmla="*/ 361 h 383"/>
                <a:gd name="T20" fmla="*/ 269 w 270"/>
                <a:gd name="T21" fmla="*/ 328 h 383"/>
                <a:gd name="T22" fmla="*/ 176 w 270"/>
                <a:gd name="T23" fmla="*/ 350 h 383"/>
                <a:gd name="T24" fmla="*/ 116 w 270"/>
                <a:gd name="T25" fmla="*/ 338 h 383"/>
                <a:gd name="T26" fmla="*/ 72 w 270"/>
                <a:gd name="T27" fmla="*/ 305 h 383"/>
                <a:gd name="T28" fmla="*/ 44 w 270"/>
                <a:gd name="T29" fmla="*/ 255 h 383"/>
                <a:gd name="T30" fmla="*/ 36 w 270"/>
                <a:gd name="T31" fmla="*/ 195 h 383"/>
                <a:gd name="T32" fmla="*/ 46 w 270"/>
                <a:gd name="T33" fmla="*/ 130 h 383"/>
                <a:gd name="T34" fmla="*/ 75 w 270"/>
                <a:gd name="T35" fmla="*/ 78 h 383"/>
                <a:gd name="T36" fmla="*/ 121 w 270"/>
                <a:gd name="T37" fmla="*/ 44 h 383"/>
                <a:gd name="T38" fmla="*/ 186 w 270"/>
                <a:gd name="T39" fmla="*/ 32 h 383"/>
                <a:gd name="T40" fmla="*/ 269 w 270"/>
                <a:gd name="T41" fmla="*/ 51 h 383"/>
                <a:gd name="T42" fmla="*/ 269 w 270"/>
                <a:gd name="T43" fmla="*/ 15 h 383"/>
                <a:gd name="T44" fmla="*/ 186 w 270"/>
                <a:gd name="T45" fmla="*/ 0 h 383"/>
                <a:gd name="T46" fmla="*/ 109 w 270"/>
                <a:gd name="T47" fmla="*/ 1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3">
                  <a:moveTo>
                    <a:pt x="109" y="15"/>
                  </a:moveTo>
                  <a:lnTo>
                    <a:pt x="109" y="15"/>
                  </a:lnTo>
                  <a:cubicBezTo>
                    <a:pt x="86" y="25"/>
                    <a:pt x="66" y="40"/>
                    <a:pt x="50" y="58"/>
                  </a:cubicBezTo>
                  <a:cubicBezTo>
                    <a:pt x="33" y="76"/>
                    <a:pt x="21" y="96"/>
                    <a:pt x="13" y="120"/>
                  </a:cubicBezTo>
                  <a:cubicBezTo>
                    <a:pt x="5" y="144"/>
                    <a:pt x="0" y="170"/>
                    <a:pt x="0" y="198"/>
                  </a:cubicBezTo>
                  <a:cubicBezTo>
                    <a:pt x="0" y="225"/>
                    <a:pt x="5" y="249"/>
                    <a:pt x="13" y="272"/>
                  </a:cubicBezTo>
                  <a:cubicBezTo>
                    <a:pt x="20" y="294"/>
                    <a:pt x="32" y="313"/>
                    <a:pt x="47" y="330"/>
                  </a:cubicBezTo>
                  <a:cubicBezTo>
                    <a:pt x="62" y="346"/>
                    <a:pt x="80" y="358"/>
                    <a:pt x="102" y="368"/>
                  </a:cubicBezTo>
                  <a:cubicBezTo>
                    <a:pt x="123" y="378"/>
                    <a:pt x="146" y="382"/>
                    <a:pt x="172" y="382"/>
                  </a:cubicBezTo>
                  <a:cubicBezTo>
                    <a:pt x="209" y="382"/>
                    <a:pt x="242" y="375"/>
                    <a:pt x="269" y="361"/>
                  </a:cubicBezTo>
                  <a:cubicBezTo>
                    <a:pt x="269" y="328"/>
                    <a:pt x="269" y="328"/>
                    <a:pt x="269" y="328"/>
                  </a:cubicBezTo>
                  <a:cubicBezTo>
                    <a:pt x="243" y="343"/>
                    <a:pt x="212" y="350"/>
                    <a:pt x="176" y="350"/>
                  </a:cubicBezTo>
                  <a:cubicBezTo>
                    <a:pt x="153" y="350"/>
                    <a:pt x="132" y="346"/>
                    <a:pt x="116" y="338"/>
                  </a:cubicBezTo>
                  <a:cubicBezTo>
                    <a:pt x="98" y="330"/>
                    <a:pt x="83" y="319"/>
                    <a:pt x="72" y="305"/>
                  </a:cubicBezTo>
                  <a:cubicBezTo>
                    <a:pt x="59" y="291"/>
                    <a:pt x="51" y="275"/>
                    <a:pt x="44" y="255"/>
                  </a:cubicBezTo>
                  <a:cubicBezTo>
                    <a:pt x="39" y="236"/>
                    <a:pt x="36" y="217"/>
                    <a:pt x="36" y="195"/>
                  </a:cubicBezTo>
                  <a:cubicBezTo>
                    <a:pt x="36" y="172"/>
                    <a:pt x="39" y="150"/>
                    <a:pt x="46" y="130"/>
                  </a:cubicBezTo>
                  <a:cubicBezTo>
                    <a:pt x="53" y="110"/>
                    <a:pt x="62" y="92"/>
                    <a:pt x="75" y="78"/>
                  </a:cubicBezTo>
                  <a:cubicBezTo>
                    <a:pt x="87" y="63"/>
                    <a:pt x="103" y="52"/>
                    <a:pt x="121" y="44"/>
                  </a:cubicBezTo>
                  <a:cubicBezTo>
                    <a:pt x="140" y="36"/>
                    <a:pt x="161" y="32"/>
                    <a:pt x="186" y="32"/>
                  </a:cubicBezTo>
                  <a:cubicBezTo>
                    <a:pt x="216" y="32"/>
                    <a:pt x="243" y="39"/>
                    <a:pt x="269" y="51"/>
                  </a:cubicBezTo>
                  <a:cubicBezTo>
                    <a:pt x="269" y="15"/>
                    <a:pt x="269" y="15"/>
                    <a:pt x="269" y="15"/>
                  </a:cubicBezTo>
                  <a:cubicBezTo>
                    <a:pt x="245" y="6"/>
                    <a:pt x="217" y="0"/>
                    <a:pt x="186" y="0"/>
                  </a:cubicBezTo>
                  <a:cubicBezTo>
                    <a:pt x="157" y="0"/>
                    <a:pt x="132" y="6"/>
                    <a:pt x="109"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1" name="Freeform 259">
              <a:extLst>
                <a:ext uri="{FF2B5EF4-FFF2-40B4-BE49-F238E27FC236}">
                  <a16:creationId xmlns:a16="http://schemas.microsoft.com/office/drawing/2014/main" id="{FFF6C7E6-9B1E-6B13-DDF1-96B2BE5197EB}"/>
                </a:ext>
              </a:extLst>
            </p:cNvPr>
            <p:cNvSpPr>
              <a:spLocks noChangeArrowheads="1"/>
            </p:cNvSpPr>
            <p:nvPr/>
          </p:nvSpPr>
          <p:spPr bwMode="auto">
            <a:xfrm>
              <a:off x="9244013" y="4098925"/>
              <a:ext cx="125412" cy="138113"/>
            </a:xfrm>
            <a:custGeom>
              <a:avLst/>
              <a:gdLst>
                <a:gd name="T0" fmla="*/ 348 w 349"/>
                <a:gd name="T1" fmla="*/ 185 h 383"/>
                <a:gd name="T2" fmla="*/ 348 w 349"/>
                <a:gd name="T3" fmla="*/ 185 h 383"/>
                <a:gd name="T4" fmla="*/ 335 w 349"/>
                <a:gd name="T5" fmla="*/ 111 h 383"/>
                <a:gd name="T6" fmla="*/ 302 w 349"/>
                <a:gd name="T7" fmla="*/ 54 h 383"/>
                <a:gd name="T8" fmla="*/ 249 w 349"/>
                <a:gd name="T9" fmla="*/ 14 h 383"/>
                <a:gd name="T10" fmla="*/ 179 w 349"/>
                <a:gd name="T11" fmla="*/ 0 h 383"/>
                <a:gd name="T12" fmla="*/ 103 w 349"/>
                <a:gd name="T13" fmla="*/ 14 h 383"/>
                <a:gd name="T14" fmla="*/ 47 w 349"/>
                <a:gd name="T15" fmla="*/ 55 h 383"/>
                <a:gd name="T16" fmla="*/ 11 w 349"/>
                <a:gd name="T17" fmla="*/ 115 h 383"/>
                <a:gd name="T18" fmla="*/ 0 w 349"/>
                <a:gd name="T19" fmla="*/ 195 h 383"/>
                <a:gd name="T20" fmla="*/ 11 w 349"/>
                <a:gd name="T21" fmla="*/ 268 h 383"/>
                <a:gd name="T22" fmla="*/ 46 w 349"/>
                <a:gd name="T23" fmla="*/ 328 h 383"/>
                <a:gd name="T24" fmla="*/ 100 w 349"/>
                <a:gd name="T25" fmla="*/ 368 h 383"/>
                <a:gd name="T26" fmla="*/ 172 w 349"/>
                <a:gd name="T27" fmla="*/ 382 h 383"/>
                <a:gd name="T28" fmla="*/ 247 w 349"/>
                <a:gd name="T29" fmla="*/ 367 h 383"/>
                <a:gd name="T30" fmla="*/ 302 w 349"/>
                <a:gd name="T31" fmla="*/ 325 h 383"/>
                <a:gd name="T32" fmla="*/ 335 w 349"/>
                <a:gd name="T33" fmla="*/ 264 h 383"/>
                <a:gd name="T34" fmla="*/ 348 w 349"/>
                <a:gd name="T35" fmla="*/ 185 h 383"/>
                <a:gd name="T36" fmla="*/ 302 w 349"/>
                <a:gd name="T37" fmla="*/ 255 h 383"/>
                <a:gd name="T38" fmla="*/ 302 w 349"/>
                <a:gd name="T39" fmla="*/ 255 h 383"/>
                <a:gd name="T40" fmla="*/ 276 w 349"/>
                <a:gd name="T41" fmla="*/ 306 h 383"/>
                <a:gd name="T42" fmla="*/ 232 w 349"/>
                <a:gd name="T43" fmla="*/ 339 h 383"/>
                <a:gd name="T44" fmla="*/ 172 w 349"/>
                <a:gd name="T45" fmla="*/ 350 h 383"/>
                <a:gd name="T46" fmla="*/ 111 w 349"/>
                <a:gd name="T47" fmla="*/ 338 h 383"/>
                <a:gd name="T48" fmla="*/ 69 w 349"/>
                <a:gd name="T49" fmla="*/ 302 h 383"/>
                <a:gd name="T50" fmla="*/ 44 w 349"/>
                <a:gd name="T51" fmla="*/ 251 h 383"/>
                <a:gd name="T52" fmla="*/ 36 w 349"/>
                <a:gd name="T53" fmla="*/ 192 h 383"/>
                <a:gd name="T54" fmla="*/ 46 w 349"/>
                <a:gd name="T55" fmla="*/ 129 h 383"/>
                <a:gd name="T56" fmla="*/ 72 w 349"/>
                <a:gd name="T57" fmla="*/ 78 h 383"/>
                <a:gd name="T58" fmla="*/ 116 w 349"/>
                <a:gd name="T59" fmla="*/ 44 h 383"/>
                <a:gd name="T60" fmla="*/ 175 w 349"/>
                <a:gd name="T61" fmla="*/ 32 h 383"/>
                <a:gd name="T62" fmla="*/ 236 w 349"/>
                <a:gd name="T63" fmla="*/ 44 h 383"/>
                <a:gd name="T64" fmla="*/ 279 w 349"/>
                <a:gd name="T65" fmla="*/ 78 h 383"/>
                <a:gd name="T66" fmla="*/ 304 w 349"/>
                <a:gd name="T67" fmla="*/ 129 h 383"/>
                <a:gd name="T68" fmla="*/ 312 w 349"/>
                <a:gd name="T69" fmla="*/ 191 h 383"/>
                <a:gd name="T70" fmla="*/ 302 w 349"/>
                <a:gd name="T71" fmla="*/ 255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9" h="383">
                  <a:moveTo>
                    <a:pt x="348" y="185"/>
                  </a:moveTo>
                  <a:lnTo>
                    <a:pt x="348" y="185"/>
                  </a:lnTo>
                  <a:cubicBezTo>
                    <a:pt x="348" y="159"/>
                    <a:pt x="343" y="135"/>
                    <a:pt x="335" y="111"/>
                  </a:cubicBezTo>
                  <a:cubicBezTo>
                    <a:pt x="327" y="89"/>
                    <a:pt x="316" y="70"/>
                    <a:pt x="302" y="54"/>
                  </a:cubicBezTo>
                  <a:cubicBezTo>
                    <a:pt x="287" y="37"/>
                    <a:pt x="269" y="23"/>
                    <a:pt x="249" y="14"/>
                  </a:cubicBezTo>
                  <a:cubicBezTo>
                    <a:pt x="228" y="4"/>
                    <a:pt x="205" y="0"/>
                    <a:pt x="179" y="0"/>
                  </a:cubicBezTo>
                  <a:cubicBezTo>
                    <a:pt x="150" y="0"/>
                    <a:pt x="125" y="6"/>
                    <a:pt x="103" y="14"/>
                  </a:cubicBezTo>
                  <a:cubicBezTo>
                    <a:pt x="81" y="23"/>
                    <a:pt x="62" y="37"/>
                    <a:pt x="47" y="55"/>
                  </a:cubicBezTo>
                  <a:cubicBezTo>
                    <a:pt x="32" y="72"/>
                    <a:pt x="19" y="92"/>
                    <a:pt x="11" y="115"/>
                  </a:cubicBezTo>
                  <a:cubicBezTo>
                    <a:pt x="4" y="140"/>
                    <a:pt x="0" y="166"/>
                    <a:pt x="0" y="195"/>
                  </a:cubicBezTo>
                  <a:cubicBezTo>
                    <a:pt x="0" y="221"/>
                    <a:pt x="4" y="246"/>
                    <a:pt x="11" y="268"/>
                  </a:cubicBezTo>
                  <a:cubicBezTo>
                    <a:pt x="19" y="291"/>
                    <a:pt x="32" y="310"/>
                    <a:pt x="46" y="328"/>
                  </a:cubicBezTo>
                  <a:cubicBezTo>
                    <a:pt x="61" y="345"/>
                    <a:pt x="79" y="357"/>
                    <a:pt x="100" y="368"/>
                  </a:cubicBezTo>
                  <a:cubicBezTo>
                    <a:pt x="121" y="378"/>
                    <a:pt x="146" y="382"/>
                    <a:pt x="172" y="382"/>
                  </a:cubicBezTo>
                  <a:cubicBezTo>
                    <a:pt x="201" y="382"/>
                    <a:pt x="225" y="376"/>
                    <a:pt x="247" y="367"/>
                  </a:cubicBezTo>
                  <a:cubicBezTo>
                    <a:pt x="269" y="357"/>
                    <a:pt x="287" y="343"/>
                    <a:pt x="302" y="325"/>
                  </a:cubicBezTo>
                  <a:cubicBezTo>
                    <a:pt x="317" y="308"/>
                    <a:pt x="328" y="287"/>
                    <a:pt x="335" y="264"/>
                  </a:cubicBezTo>
                  <a:cubicBezTo>
                    <a:pt x="343" y="240"/>
                    <a:pt x="348" y="214"/>
                    <a:pt x="348" y="185"/>
                  </a:cubicBezTo>
                  <a:close/>
                  <a:moveTo>
                    <a:pt x="302" y="255"/>
                  </a:moveTo>
                  <a:lnTo>
                    <a:pt x="302" y="255"/>
                  </a:lnTo>
                  <a:cubicBezTo>
                    <a:pt x="297" y="275"/>
                    <a:pt x="287" y="291"/>
                    <a:pt x="276" y="306"/>
                  </a:cubicBezTo>
                  <a:cubicBezTo>
                    <a:pt x="264" y="320"/>
                    <a:pt x="250" y="331"/>
                    <a:pt x="232" y="339"/>
                  </a:cubicBezTo>
                  <a:cubicBezTo>
                    <a:pt x="214" y="347"/>
                    <a:pt x="195" y="350"/>
                    <a:pt x="172" y="350"/>
                  </a:cubicBezTo>
                  <a:cubicBezTo>
                    <a:pt x="149" y="350"/>
                    <a:pt x="129" y="346"/>
                    <a:pt x="111" y="338"/>
                  </a:cubicBezTo>
                  <a:cubicBezTo>
                    <a:pt x="95" y="328"/>
                    <a:pt x="80" y="317"/>
                    <a:pt x="69" y="302"/>
                  </a:cubicBezTo>
                  <a:cubicBezTo>
                    <a:pt x="58" y="288"/>
                    <a:pt x="50" y="271"/>
                    <a:pt x="44" y="251"/>
                  </a:cubicBezTo>
                  <a:cubicBezTo>
                    <a:pt x="39" y="232"/>
                    <a:pt x="36" y="213"/>
                    <a:pt x="36" y="192"/>
                  </a:cubicBezTo>
                  <a:cubicBezTo>
                    <a:pt x="36" y="170"/>
                    <a:pt x="39" y="148"/>
                    <a:pt x="46" y="129"/>
                  </a:cubicBezTo>
                  <a:cubicBezTo>
                    <a:pt x="51" y="110"/>
                    <a:pt x="61" y="93"/>
                    <a:pt x="72" y="78"/>
                  </a:cubicBezTo>
                  <a:cubicBezTo>
                    <a:pt x="84" y="65"/>
                    <a:pt x="98" y="52"/>
                    <a:pt x="116" y="44"/>
                  </a:cubicBezTo>
                  <a:cubicBezTo>
                    <a:pt x="133" y="36"/>
                    <a:pt x="153" y="32"/>
                    <a:pt x="175" y="32"/>
                  </a:cubicBezTo>
                  <a:cubicBezTo>
                    <a:pt x="199" y="32"/>
                    <a:pt x="220" y="36"/>
                    <a:pt x="236" y="44"/>
                  </a:cubicBezTo>
                  <a:cubicBezTo>
                    <a:pt x="254" y="52"/>
                    <a:pt x="268" y="65"/>
                    <a:pt x="279" y="78"/>
                  </a:cubicBezTo>
                  <a:cubicBezTo>
                    <a:pt x="290" y="93"/>
                    <a:pt x="298" y="110"/>
                    <a:pt x="304" y="129"/>
                  </a:cubicBezTo>
                  <a:cubicBezTo>
                    <a:pt x="309" y="148"/>
                    <a:pt x="312" y="169"/>
                    <a:pt x="312" y="191"/>
                  </a:cubicBezTo>
                  <a:cubicBezTo>
                    <a:pt x="312" y="214"/>
                    <a:pt x="308" y="235"/>
                    <a:pt x="302"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60">
              <a:extLst>
                <a:ext uri="{FF2B5EF4-FFF2-40B4-BE49-F238E27FC236}">
                  <a16:creationId xmlns:a16="http://schemas.microsoft.com/office/drawing/2014/main" id="{3F5F7AE8-2968-60C0-37CC-F54E60FFD509}"/>
                </a:ext>
              </a:extLst>
            </p:cNvPr>
            <p:cNvSpPr>
              <a:spLocks noChangeArrowheads="1"/>
            </p:cNvSpPr>
            <p:nvPr/>
          </p:nvSpPr>
          <p:spPr bwMode="auto">
            <a:xfrm>
              <a:off x="9396413" y="4102100"/>
              <a:ext cx="104775" cy="133350"/>
            </a:xfrm>
            <a:custGeom>
              <a:avLst/>
              <a:gdLst>
                <a:gd name="T0" fmla="*/ 41 w 290"/>
                <a:gd name="T1" fmla="*/ 60 h 369"/>
                <a:gd name="T2" fmla="*/ 41 w 290"/>
                <a:gd name="T3" fmla="*/ 60 h 369"/>
                <a:gd name="T4" fmla="*/ 48 w 290"/>
                <a:gd name="T5" fmla="*/ 73 h 369"/>
                <a:gd name="T6" fmla="*/ 254 w 290"/>
                <a:gd name="T7" fmla="*/ 368 h 369"/>
                <a:gd name="T8" fmla="*/ 289 w 290"/>
                <a:gd name="T9" fmla="*/ 368 h 369"/>
                <a:gd name="T10" fmla="*/ 289 w 290"/>
                <a:gd name="T11" fmla="*/ 0 h 369"/>
                <a:gd name="T12" fmla="*/ 254 w 290"/>
                <a:gd name="T13" fmla="*/ 0 h 369"/>
                <a:gd name="T14" fmla="*/ 254 w 290"/>
                <a:gd name="T15" fmla="*/ 273 h 369"/>
                <a:gd name="T16" fmla="*/ 256 w 290"/>
                <a:gd name="T17" fmla="*/ 296 h 369"/>
                <a:gd name="T18" fmla="*/ 257 w 290"/>
                <a:gd name="T19" fmla="*/ 316 h 369"/>
                <a:gd name="T20" fmla="*/ 256 w 290"/>
                <a:gd name="T21" fmla="*/ 316 h 369"/>
                <a:gd name="T22" fmla="*/ 249 w 290"/>
                <a:gd name="T23" fmla="*/ 305 h 369"/>
                <a:gd name="T24" fmla="*/ 241 w 290"/>
                <a:gd name="T25" fmla="*/ 292 h 369"/>
                <a:gd name="T26" fmla="*/ 39 w 290"/>
                <a:gd name="T27" fmla="*/ 0 h 369"/>
                <a:gd name="T28" fmla="*/ 0 w 290"/>
                <a:gd name="T29" fmla="*/ 0 h 369"/>
                <a:gd name="T30" fmla="*/ 0 w 290"/>
                <a:gd name="T31" fmla="*/ 368 h 369"/>
                <a:gd name="T32" fmla="*/ 35 w 290"/>
                <a:gd name="T33" fmla="*/ 368 h 369"/>
                <a:gd name="T34" fmla="*/ 35 w 290"/>
                <a:gd name="T35" fmla="*/ 82 h 369"/>
                <a:gd name="T36" fmla="*/ 35 w 290"/>
                <a:gd name="T37" fmla="*/ 62 h 369"/>
                <a:gd name="T38" fmla="*/ 33 w 290"/>
                <a:gd name="T39" fmla="*/ 49 h 369"/>
                <a:gd name="T40" fmla="*/ 35 w 290"/>
                <a:gd name="T41" fmla="*/ 49 h 369"/>
                <a:gd name="T42" fmla="*/ 41 w 290"/>
                <a:gd name="T43" fmla="*/ 60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69">
                  <a:moveTo>
                    <a:pt x="41" y="60"/>
                  </a:moveTo>
                  <a:lnTo>
                    <a:pt x="41" y="60"/>
                  </a:lnTo>
                  <a:cubicBezTo>
                    <a:pt x="44" y="65"/>
                    <a:pt x="46" y="69"/>
                    <a:pt x="48" y="73"/>
                  </a:cubicBezTo>
                  <a:cubicBezTo>
                    <a:pt x="254" y="368"/>
                    <a:pt x="254" y="368"/>
                    <a:pt x="254" y="368"/>
                  </a:cubicBezTo>
                  <a:cubicBezTo>
                    <a:pt x="289" y="368"/>
                    <a:pt x="289" y="368"/>
                    <a:pt x="289" y="368"/>
                  </a:cubicBezTo>
                  <a:cubicBezTo>
                    <a:pt x="289" y="0"/>
                    <a:pt x="289" y="0"/>
                    <a:pt x="289" y="0"/>
                  </a:cubicBezTo>
                  <a:cubicBezTo>
                    <a:pt x="254" y="0"/>
                    <a:pt x="254" y="0"/>
                    <a:pt x="254" y="0"/>
                  </a:cubicBezTo>
                  <a:cubicBezTo>
                    <a:pt x="254" y="273"/>
                    <a:pt x="254" y="273"/>
                    <a:pt x="254" y="273"/>
                  </a:cubicBezTo>
                  <a:cubicBezTo>
                    <a:pt x="254" y="283"/>
                    <a:pt x="254" y="290"/>
                    <a:pt x="256" y="296"/>
                  </a:cubicBezTo>
                  <a:cubicBezTo>
                    <a:pt x="256" y="305"/>
                    <a:pt x="256" y="310"/>
                    <a:pt x="257" y="316"/>
                  </a:cubicBezTo>
                  <a:cubicBezTo>
                    <a:pt x="256" y="316"/>
                    <a:pt x="256" y="316"/>
                    <a:pt x="256" y="316"/>
                  </a:cubicBezTo>
                  <a:cubicBezTo>
                    <a:pt x="253" y="313"/>
                    <a:pt x="252" y="309"/>
                    <a:pt x="249" y="305"/>
                  </a:cubicBezTo>
                  <a:cubicBezTo>
                    <a:pt x="246" y="301"/>
                    <a:pt x="243" y="296"/>
                    <a:pt x="241" y="292"/>
                  </a:cubicBezTo>
                  <a:cubicBezTo>
                    <a:pt x="39" y="0"/>
                    <a:pt x="39" y="0"/>
                    <a:pt x="39" y="0"/>
                  </a:cubicBezTo>
                  <a:cubicBezTo>
                    <a:pt x="0" y="0"/>
                    <a:pt x="0" y="0"/>
                    <a:pt x="0" y="0"/>
                  </a:cubicBezTo>
                  <a:cubicBezTo>
                    <a:pt x="0" y="368"/>
                    <a:pt x="0" y="368"/>
                    <a:pt x="0" y="368"/>
                  </a:cubicBezTo>
                  <a:cubicBezTo>
                    <a:pt x="35" y="368"/>
                    <a:pt x="35" y="368"/>
                    <a:pt x="35" y="368"/>
                  </a:cubicBezTo>
                  <a:cubicBezTo>
                    <a:pt x="35" y="82"/>
                    <a:pt x="35" y="82"/>
                    <a:pt x="35" y="82"/>
                  </a:cubicBezTo>
                  <a:cubicBezTo>
                    <a:pt x="35" y="74"/>
                    <a:pt x="35" y="67"/>
                    <a:pt x="35" y="62"/>
                  </a:cubicBezTo>
                  <a:cubicBezTo>
                    <a:pt x="35" y="56"/>
                    <a:pt x="35" y="52"/>
                    <a:pt x="33" y="49"/>
                  </a:cubicBezTo>
                  <a:cubicBezTo>
                    <a:pt x="35" y="49"/>
                    <a:pt x="35" y="49"/>
                    <a:pt x="35" y="49"/>
                  </a:cubicBezTo>
                  <a:cubicBezTo>
                    <a:pt x="37" y="52"/>
                    <a:pt x="39" y="56"/>
                    <a:pt x="4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3" name="Freeform 261">
              <a:extLst>
                <a:ext uri="{FF2B5EF4-FFF2-40B4-BE49-F238E27FC236}">
                  <a16:creationId xmlns:a16="http://schemas.microsoft.com/office/drawing/2014/main" id="{E97896EA-8F10-D035-5C13-C7CBA50779D1}"/>
                </a:ext>
              </a:extLst>
            </p:cNvPr>
            <p:cNvSpPr>
              <a:spLocks noChangeArrowheads="1"/>
            </p:cNvSpPr>
            <p:nvPr/>
          </p:nvSpPr>
          <p:spPr bwMode="auto">
            <a:xfrm>
              <a:off x="9529763" y="4098925"/>
              <a:ext cx="76200" cy="138113"/>
            </a:xfrm>
            <a:custGeom>
              <a:avLst/>
              <a:gdLst>
                <a:gd name="T0" fmla="*/ 41 w 210"/>
                <a:gd name="T1" fmla="*/ 376 h 383"/>
                <a:gd name="T2" fmla="*/ 41 w 210"/>
                <a:gd name="T3" fmla="*/ 376 h 383"/>
                <a:gd name="T4" fmla="*/ 66 w 210"/>
                <a:gd name="T5" fmla="*/ 380 h 383"/>
                <a:gd name="T6" fmla="*/ 86 w 210"/>
                <a:gd name="T7" fmla="*/ 382 h 383"/>
                <a:gd name="T8" fmla="*/ 136 w 210"/>
                <a:gd name="T9" fmla="*/ 375 h 383"/>
                <a:gd name="T10" fmla="*/ 174 w 210"/>
                <a:gd name="T11" fmla="*/ 357 h 383"/>
                <a:gd name="T12" fmla="*/ 199 w 210"/>
                <a:gd name="T13" fmla="*/ 327 h 383"/>
                <a:gd name="T14" fmla="*/ 209 w 210"/>
                <a:gd name="T15" fmla="*/ 284 h 383"/>
                <a:gd name="T16" fmla="*/ 203 w 210"/>
                <a:gd name="T17" fmla="*/ 253 h 383"/>
                <a:gd name="T18" fmla="*/ 185 w 210"/>
                <a:gd name="T19" fmla="*/ 225 h 383"/>
                <a:gd name="T20" fmla="*/ 156 w 210"/>
                <a:gd name="T21" fmla="*/ 201 h 383"/>
                <a:gd name="T22" fmla="*/ 117 w 210"/>
                <a:gd name="T23" fmla="*/ 177 h 383"/>
                <a:gd name="T24" fmla="*/ 80 w 210"/>
                <a:gd name="T25" fmla="*/ 155 h 383"/>
                <a:gd name="T26" fmla="*/ 55 w 210"/>
                <a:gd name="T27" fmla="*/ 137 h 383"/>
                <a:gd name="T28" fmla="*/ 41 w 210"/>
                <a:gd name="T29" fmla="*/ 118 h 383"/>
                <a:gd name="T30" fmla="*/ 37 w 210"/>
                <a:gd name="T31" fmla="*/ 93 h 383"/>
                <a:gd name="T32" fmla="*/ 42 w 210"/>
                <a:gd name="T33" fmla="*/ 66 h 383"/>
                <a:gd name="T34" fmla="*/ 60 w 210"/>
                <a:gd name="T35" fmla="*/ 47 h 383"/>
                <a:gd name="T36" fmla="*/ 85 w 210"/>
                <a:gd name="T37" fmla="*/ 36 h 383"/>
                <a:gd name="T38" fmla="*/ 117 w 210"/>
                <a:gd name="T39" fmla="*/ 32 h 383"/>
                <a:gd name="T40" fmla="*/ 193 w 210"/>
                <a:gd name="T41" fmla="*/ 50 h 383"/>
                <a:gd name="T42" fmla="*/ 193 w 210"/>
                <a:gd name="T43" fmla="*/ 12 h 383"/>
                <a:gd name="T44" fmla="*/ 121 w 210"/>
                <a:gd name="T45" fmla="*/ 0 h 383"/>
                <a:gd name="T46" fmla="*/ 74 w 210"/>
                <a:gd name="T47" fmla="*/ 7 h 383"/>
                <a:gd name="T48" fmla="*/ 36 w 210"/>
                <a:gd name="T49" fmla="*/ 26 h 383"/>
                <a:gd name="T50" fmla="*/ 11 w 210"/>
                <a:gd name="T51" fmla="*/ 56 h 383"/>
                <a:gd name="T52" fmla="*/ 1 w 210"/>
                <a:gd name="T53" fmla="*/ 96 h 383"/>
                <a:gd name="T54" fmla="*/ 5 w 210"/>
                <a:gd name="T55" fmla="*/ 128 h 383"/>
                <a:gd name="T56" fmla="*/ 22 w 210"/>
                <a:gd name="T57" fmla="*/ 154 h 383"/>
                <a:gd name="T58" fmla="*/ 49 w 210"/>
                <a:gd name="T59" fmla="*/ 177 h 383"/>
                <a:gd name="T60" fmla="*/ 89 w 210"/>
                <a:gd name="T61" fmla="*/ 202 h 383"/>
                <a:gd name="T62" fmla="*/ 126 w 210"/>
                <a:gd name="T63" fmla="*/ 222 h 383"/>
                <a:gd name="T64" fmla="*/ 152 w 210"/>
                <a:gd name="T65" fmla="*/ 242 h 383"/>
                <a:gd name="T66" fmla="*/ 167 w 210"/>
                <a:gd name="T67" fmla="*/ 262 h 383"/>
                <a:gd name="T68" fmla="*/ 173 w 210"/>
                <a:gd name="T69" fmla="*/ 288 h 383"/>
                <a:gd name="T70" fmla="*/ 152 w 210"/>
                <a:gd name="T71" fmla="*/ 335 h 383"/>
                <a:gd name="T72" fmla="*/ 89 w 210"/>
                <a:gd name="T73" fmla="*/ 350 h 383"/>
                <a:gd name="T74" fmla="*/ 66 w 210"/>
                <a:gd name="T75" fmla="*/ 349 h 383"/>
                <a:gd name="T76" fmla="*/ 42 w 210"/>
                <a:gd name="T77" fmla="*/ 343 h 383"/>
                <a:gd name="T78" fmla="*/ 20 w 210"/>
                <a:gd name="T79" fmla="*/ 334 h 383"/>
                <a:gd name="T80" fmla="*/ 0 w 210"/>
                <a:gd name="T81" fmla="*/ 321 h 383"/>
                <a:gd name="T82" fmla="*/ 0 w 210"/>
                <a:gd name="T83" fmla="*/ 361 h 383"/>
                <a:gd name="T84" fmla="*/ 18 w 210"/>
                <a:gd name="T85" fmla="*/ 369 h 383"/>
                <a:gd name="T86" fmla="*/ 41 w 210"/>
                <a:gd name="T87" fmla="*/ 376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3">
                  <a:moveTo>
                    <a:pt x="41" y="376"/>
                  </a:moveTo>
                  <a:lnTo>
                    <a:pt x="41" y="376"/>
                  </a:lnTo>
                  <a:cubicBezTo>
                    <a:pt x="49" y="378"/>
                    <a:pt x="58" y="379"/>
                    <a:pt x="66" y="380"/>
                  </a:cubicBezTo>
                  <a:cubicBezTo>
                    <a:pt x="74" y="382"/>
                    <a:pt x="81" y="382"/>
                    <a:pt x="86" y="382"/>
                  </a:cubicBezTo>
                  <a:cubicBezTo>
                    <a:pt x="104" y="382"/>
                    <a:pt x="121" y="379"/>
                    <a:pt x="136" y="375"/>
                  </a:cubicBezTo>
                  <a:cubicBezTo>
                    <a:pt x="151" y="371"/>
                    <a:pt x="163" y="365"/>
                    <a:pt x="174" y="357"/>
                  </a:cubicBezTo>
                  <a:cubicBezTo>
                    <a:pt x="185" y="349"/>
                    <a:pt x="193" y="339"/>
                    <a:pt x="199" y="327"/>
                  </a:cubicBezTo>
                  <a:cubicBezTo>
                    <a:pt x="206" y="314"/>
                    <a:pt x="209" y="301"/>
                    <a:pt x="209" y="284"/>
                  </a:cubicBezTo>
                  <a:cubicBezTo>
                    <a:pt x="209" y="272"/>
                    <a:pt x="207" y="262"/>
                    <a:pt x="203" y="253"/>
                  </a:cubicBezTo>
                  <a:cubicBezTo>
                    <a:pt x="199" y="243"/>
                    <a:pt x="193" y="233"/>
                    <a:pt x="185" y="225"/>
                  </a:cubicBezTo>
                  <a:cubicBezTo>
                    <a:pt x="178" y="217"/>
                    <a:pt x="169" y="209"/>
                    <a:pt x="156" y="201"/>
                  </a:cubicBezTo>
                  <a:cubicBezTo>
                    <a:pt x="145" y="194"/>
                    <a:pt x="132" y="185"/>
                    <a:pt x="117" y="177"/>
                  </a:cubicBezTo>
                  <a:cubicBezTo>
                    <a:pt x="101" y="169"/>
                    <a:pt x="89" y="162"/>
                    <a:pt x="80" y="155"/>
                  </a:cubicBezTo>
                  <a:cubicBezTo>
                    <a:pt x="69" y="150"/>
                    <a:pt x="60" y="143"/>
                    <a:pt x="55" y="137"/>
                  </a:cubicBezTo>
                  <a:cubicBezTo>
                    <a:pt x="48" y="130"/>
                    <a:pt x="44" y="125"/>
                    <a:pt x="41" y="118"/>
                  </a:cubicBezTo>
                  <a:cubicBezTo>
                    <a:pt x="38" y="111"/>
                    <a:pt x="37" y="103"/>
                    <a:pt x="37" y="93"/>
                  </a:cubicBezTo>
                  <a:cubicBezTo>
                    <a:pt x="37" y="82"/>
                    <a:pt x="38" y="74"/>
                    <a:pt x="42" y="66"/>
                  </a:cubicBezTo>
                  <a:cubicBezTo>
                    <a:pt x="47" y="59"/>
                    <a:pt x="53" y="52"/>
                    <a:pt x="60" y="47"/>
                  </a:cubicBezTo>
                  <a:cubicBezTo>
                    <a:pt x="67" y="41"/>
                    <a:pt x="75" y="39"/>
                    <a:pt x="85" y="36"/>
                  </a:cubicBezTo>
                  <a:cubicBezTo>
                    <a:pt x="95" y="33"/>
                    <a:pt x="106" y="32"/>
                    <a:pt x="117" y="32"/>
                  </a:cubicBezTo>
                  <a:cubicBezTo>
                    <a:pt x="145" y="32"/>
                    <a:pt x="172" y="37"/>
                    <a:pt x="193" y="50"/>
                  </a:cubicBezTo>
                  <a:cubicBezTo>
                    <a:pt x="193" y="12"/>
                    <a:pt x="193" y="12"/>
                    <a:pt x="193" y="12"/>
                  </a:cubicBezTo>
                  <a:cubicBezTo>
                    <a:pt x="174" y="4"/>
                    <a:pt x="150" y="0"/>
                    <a:pt x="121" y="0"/>
                  </a:cubicBezTo>
                  <a:cubicBezTo>
                    <a:pt x="104" y="0"/>
                    <a:pt x="89" y="3"/>
                    <a:pt x="74" y="7"/>
                  </a:cubicBezTo>
                  <a:cubicBezTo>
                    <a:pt x="59" y="11"/>
                    <a:pt x="47" y="18"/>
                    <a:pt x="36" y="26"/>
                  </a:cubicBezTo>
                  <a:cubicBezTo>
                    <a:pt x="25" y="34"/>
                    <a:pt x="16" y="44"/>
                    <a:pt x="11" y="56"/>
                  </a:cubicBezTo>
                  <a:cubicBezTo>
                    <a:pt x="4" y="69"/>
                    <a:pt x="1" y="81"/>
                    <a:pt x="1" y="96"/>
                  </a:cubicBezTo>
                  <a:cubicBezTo>
                    <a:pt x="1" y="109"/>
                    <a:pt x="3" y="118"/>
                    <a:pt x="5" y="128"/>
                  </a:cubicBezTo>
                  <a:cubicBezTo>
                    <a:pt x="10" y="137"/>
                    <a:pt x="15" y="146"/>
                    <a:pt x="22" y="154"/>
                  </a:cubicBezTo>
                  <a:cubicBezTo>
                    <a:pt x="29" y="162"/>
                    <a:pt x="38" y="170"/>
                    <a:pt x="49" y="177"/>
                  </a:cubicBezTo>
                  <a:cubicBezTo>
                    <a:pt x="60" y="185"/>
                    <a:pt x="74" y="194"/>
                    <a:pt x="89" y="202"/>
                  </a:cubicBezTo>
                  <a:cubicBezTo>
                    <a:pt x="104" y="210"/>
                    <a:pt x="117" y="217"/>
                    <a:pt x="126" y="222"/>
                  </a:cubicBezTo>
                  <a:cubicBezTo>
                    <a:pt x="137" y="229"/>
                    <a:pt x="145" y="235"/>
                    <a:pt x="152" y="242"/>
                  </a:cubicBezTo>
                  <a:cubicBezTo>
                    <a:pt x="159" y="249"/>
                    <a:pt x="165" y="255"/>
                    <a:pt x="167" y="262"/>
                  </a:cubicBezTo>
                  <a:cubicBezTo>
                    <a:pt x="172" y="269"/>
                    <a:pt x="173" y="279"/>
                    <a:pt x="173" y="288"/>
                  </a:cubicBezTo>
                  <a:cubicBezTo>
                    <a:pt x="173" y="308"/>
                    <a:pt x="166" y="324"/>
                    <a:pt x="152" y="335"/>
                  </a:cubicBezTo>
                  <a:cubicBezTo>
                    <a:pt x="139" y="345"/>
                    <a:pt x="117" y="350"/>
                    <a:pt x="89" y="350"/>
                  </a:cubicBezTo>
                  <a:cubicBezTo>
                    <a:pt x="82" y="350"/>
                    <a:pt x="74" y="350"/>
                    <a:pt x="66" y="349"/>
                  </a:cubicBezTo>
                  <a:cubicBezTo>
                    <a:pt x="59" y="347"/>
                    <a:pt x="51" y="346"/>
                    <a:pt x="42" y="343"/>
                  </a:cubicBezTo>
                  <a:cubicBezTo>
                    <a:pt x="36" y="341"/>
                    <a:pt x="27" y="338"/>
                    <a:pt x="20" y="334"/>
                  </a:cubicBezTo>
                  <a:cubicBezTo>
                    <a:pt x="12" y="330"/>
                    <a:pt x="5" y="325"/>
                    <a:pt x="0" y="321"/>
                  </a:cubicBezTo>
                  <a:cubicBezTo>
                    <a:pt x="0" y="361"/>
                    <a:pt x="0" y="361"/>
                    <a:pt x="0" y="361"/>
                  </a:cubicBezTo>
                  <a:cubicBezTo>
                    <a:pt x="4" y="364"/>
                    <a:pt x="10" y="367"/>
                    <a:pt x="18" y="369"/>
                  </a:cubicBezTo>
                  <a:cubicBezTo>
                    <a:pt x="25" y="372"/>
                    <a:pt x="33" y="375"/>
                    <a:pt x="41"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4" name="Group 317">
            <a:extLst>
              <a:ext uri="{FF2B5EF4-FFF2-40B4-BE49-F238E27FC236}">
                <a16:creationId xmlns:a16="http://schemas.microsoft.com/office/drawing/2014/main" id="{57C6E8A9-9E73-76D2-5121-B7102BBB1D3B}"/>
              </a:ext>
            </a:extLst>
          </p:cNvPr>
          <p:cNvGrpSpPr/>
          <p:nvPr/>
        </p:nvGrpSpPr>
        <p:grpSpPr>
          <a:xfrm>
            <a:off x="8496424" y="4663703"/>
            <a:ext cx="150812" cy="254000"/>
            <a:chOff x="7354888" y="4984750"/>
            <a:chExt cx="150812" cy="254000"/>
          </a:xfrm>
          <a:solidFill>
            <a:schemeClr val="accent4"/>
          </a:solidFill>
        </p:grpSpPr>
        <p:sp>
          <p:nvSpPr>
            <p:cNvPr id="315" name="Freeform 262">
              <a:extLst>
                <a:ext uri="{FF2B5EF4-FFF2-40B4-BE49-F238E27FC236}">
                  <a16:creationId xmlns:a16="http://schemas.microsoft.com/office/drawing/2014/main" id="{53124B39-B04A-2E67-E8C3-E9090AFF5316}"/>
                </a:ext>
              </a:extLst>
            </p:cNvPr>
            <p:cNvSpPr>
              <a:spLocks noChangeArrowheads="1"/>
            </p:cNvSpPr>
            <p:nvPr/>
          </p:nvSpPr>
          <p:spPr bwMode="auto">
            <a:xfrm>
              <a:off x="7424738" y="5016500"/>
              <a:ext cx="11112" cy="42863"/>
            </a:xfrm>
            <a:custGeom>
              <a:avLst/>
              <a:gdLst>
                <a:gd name="T0" fmla="*/ 15 w 30"/>
                <a:gd name="T1" fmla="*/ 116 h 117"/>
                <a:gd name="T2" fmla="*/ 15 w 30"/>
                <a:gd name="T3" fmla="*/ 116 h 117"/>
                <a:gd name="T4" fmla="*/ 29 w 30"/>
                <a:gd name="T5" fmla="*/ 101 h 117"/>
                <a:gd name="T6" fmla="*/ 29 w 30"/>
                <a:gd name="T7" fmla="*/ 13 h 117"/>
                <a:gd name="T8" fmla="*/ 15 w 30"/>
                <a:gd name="T9" fmla="*/ 0 h 117"/>
                <a:gd name="T10" fmla="*/ 0 w 30"/>
                <a:gd name="T11" fmla="*/ 13 h 117"/>
                <a:gd name="T12" fmla="*/ 0 w 30"/>
                <a:gd name="T13" fmla="*/ 101 h 117"/>
                <a:gd name="T14" fmla="*/ 15 w 30"/>
                <a:gd name="T15" fmla="*/ 116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15" y="116"/>
                  </a:moveTo>
                  <a:lnTo>
                    <a:pt x="15" y="116"/>
                  </a:lnTo>
                  <a:cubicBezTo>
                    <a:pt x="23" y="116"/>
                    <a:pt x="29" y="110"/>
                    <a:pt x="29" y="101"/>
                  </a:cubicBezTo>
                  <a:cubicBezTo>
                    <a:pt x="29" y="13"/>
                    <a:pt x="29" y="13"/>
                    <a:pt x="29" y="13"/>
                  </a:cubicBezTo>
                  <a:cubicBezTo>
                    <a:pt x="29" y="5"/>
                    <a:pt x="23" y="0"/>
                    <a:pt x="15" y="0"/>
                  </a:cubicBezTo>
                  <a:cubicBezTo>
                    <a:pt x="7" y="0"/>
                    <a:pt x="0" y="5"/>
                    <a:pt x="0" y="13"/>
                  </a:cubicBezTo>
                  <a:cubicBezTo>
                    <a:pt x="0" y="101"/>
                    <a:pt x="0" y="101"/>
                    <a:pt x="0" y="101"/>
                  </a:cubicBezTo>
                  <a:cubicBezTo>
                    <a:pt x="0" y="110"/>
                    <a:pt x="7" y="116"/>
                    <a:pt x="15" y="1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6" name="Freeform 263">
              <a:extLst>
                <a:ext uri="{FF2B5EF4-FFF2-40B4-BE49-F238E27FC236}">
                  <a16:creationId xmlns:a16="http://schemas.microsoft.com/office/drawing/2014/main" id="{8C6846FB-377E-2D28-75E2-E23B0EE86617}"/>
                </a:ext>
              </a:extLst>
            </p:cNvPr>
            <p:cNvSpPr>
              <a:spLocks noChangeArrowheads="1"/>
            </p:cNvSpPr>
            <p:nvPr/>
          </p:nvSpPr>
          <p:spPr bwMode="auto">
            <a:xfrm>
              <a:off x="7354888" y="4984750"/>
              <a:ext cx="150812" cy="254000"/>
            </a:xfrm>
            <a:custGeom>
              <a:avLst/>
              <a:gdLst>
                <a:gd name="T0" fmla="*/ 51 w 417"/>
                <a:gd name="T1" fmla="*/ 651 h 704"/>
                <a:gd name="T2" fmla="*/ 51 w 417"/>
                <a:gd name="T3" fmla="*/ 651 h 704"/>
                <a:gd name="T4" fmla="*/ 179 w 417"/>
                <a:gd name="T5" fmla="*/ 703 h 704"/>
                <a:gd name="T6" fmla="*/ 238 w 417"/>
                <a:gd name="T7" fmla="*/ 703 h 704"/>
                <a:gd name="T8" fmla="*/ 365 w 417"/>
                <a:gd name="T9" fmla="*/ 651 h 704"/>
                <a:gd name="T10" fmla="*/ 416 w 417"/>
                <a:gd name="T11" fmla="*/ 523 h 704"/>
                <a:gd name="T12" fmla="*/ 416 w 417"/>
                <a:gd name="T13" fmla="*/ 512 h 704"/>
                <a:gd name="T14" fmla="*/ 416 w 417"/>
                <a:gd name="T15" fmla="*/ 512 h 704"/>
                <a:gd name="T16" fmla="*/ 412 w 417"/>
                <a:gd name="T17" fmla="*/ 351 h 704"/>
                <a:gd name="T18" fmla="*/ 416 w 417"/>
                <a:gd name="T19" fmla="*/ 191 h 704"/>
                <a:gd name="T20" fmla="*/ 416 w 417"/>
                <a:gd name="T21" fmla="*/ 191 h 704"/>
                <a:gd name="T22" fmla="*/ 416 w 417"/>
                <a:gd name="T23" fmla="*/ 180 h 704"/>
                <a:gd name="T24" fmla="*/ 365 w 417"/>
                <a:gd name="T25" fmla="*/ 52 h 704"/>
                <a:gd name="T26" fmla="*/ 238 w 417"/>
                <a:gd name="T27" fmla="*/ 0 h 704"/>
                <a:gd name="T28" fmla="*/ 179 w 417"/>
                <a:gd name="T29" fmla="*/ 0 h 704"/>
                <a:gd name="T30" fmla="*/ 51 w 417"/>
                <a:gd name="T31" fmla="*/ 52 h 704"/>
                <a:gd name="T32" fmla="*/ 0 w 417"/>
                <a:gd name="T33" fmla="*/ 180 h 704"/>
                <a:gd name="T34" fmla="*/ 2 w 417"/>
                <a:gd name="T35" fmla="*/ 191 h 704"/>
                <a:gd name="T36" fmla="*/ 2 w 417"/>
                <a:gd name="T37" fmla="*/ 191 h 704"/>
                <a:gd name="T38" fmla="*/ 4 w 417"/>
                <a:gd name="T39" fmla="*/ 351 h 704"/>
                <a:gd name="T40" fmla="*/ 2 w 417"/>
                <a:gd name="T41" fmla="*/ 512 h 704"/>
                <a:gd name="T42" fmla="*/ 2 w 417"/>
                <a:gd name="T43" fmla="*/ 512 h 704"/>
                <a:gd name="T44" fmla="*/ 0 w 417"/>
                <a:gd name="T45" fmla="*/ 523 h 704"/>
                <a:gd name="T46" fmla="*/ 51 w 417"/>
                <a:gd name="T47" fmla="*/ 651 h 704"/>
                <a:gd name="T48" fmla="*/ 345 w 417"/>
                <a:gd name="T49" fmla="*/ 630 h 704"/>
                <a:gd name="T50" fmla="*/ 345 w 417"/>
                <a:gd name="T51" fmla="*/ 630 h 704"/>
                <a:gd name="T52" fmla="*/ 238 w 417"/>
                <a:gd name="T53" fmla="*/ 672 h 704"/>
                <a:gd name="T54" fmla="*/ 179 w 417"/>
                <a:gd name="T55" fmla="*/ 672 h 704"/>
                <a:gd name="T56" fmla="*/ 72 w 417"/>
                <a:gd name="T57" fmla="*/ 630 h 704"/>
                <a:gd name="T58" fmla="*/ 30 w 417"/>
                <a:gd name="T59" fmla="*/ 523 h 704"/>
                <a:gd name="T60" fmla="*/ 30 w 417"/>
                <a:gd name="T61" fmla="*/ 513 h 704"/>
                <a:gd name="T62" fmla="*/ 30 w 417"/>
                <a:gd name="T63" fmla="*/ 513 h 704"/>
                <a:gd name="T64" fmla="*/ 34 w 417"/>
                <a:gd name="T65" fmla="*/ 351 h 704"/>
                <a:gd name="T66" fmla="*/ 33 w 417"/>
                <a:gd name="T67" fmla="*/ 292 h 704"/>
                <a:gd name="T68" fmla="*/ 383 w 417"/>
                <a:gd name="T69" fmla="*/ 292 h 704"/>
                <a:gd name="T70" fmla="*/ 383 w 417"/>
                <a:gd name="T71" fmla="*/ 351 h 704"/>
                <a:gd name="T72" fmla="*/ 386 w 417"/>
                <a:gd name="T73" fmla="*/ 513 h 704"/>
                <a:gd name="T74" fmla="*/ 386 w 417"/>
                <a:gd name="T75" fmla="*/ 513 h 704"/>
                <a:gd name="T76" fmla="*/ 387 w 417"/>
                <a:gd name="T77" fmla="*/ 523 h 704"/>
                <a:gd name="T78" fmla="*/ 345 w 417"/>
                <a:gd name="T79" fmla="*/ 630 h 704"/>
                <a:gd name="T80" fmla="*/ 72 w 417"/>
                <a:gd name="T81" fmla="*/ 73 h 704"/>
                <a:gd name="T82" fmla="*/ 72 w 417"/>
                <a:gd name="T83" fmla="*/ 73 h 704"/>
                <a:gd name="T84" fmla="*/ 179 w 417"/>
                <a:gd name="T85" fmla="*/ 29 h 704"/>
                <a:gd name="T86" fmla="*/ 238 w 417"/>
                <a:gd name="T87" fmla="*/ 29 h 704"/>
                <a:gd name="T88" fmla="*/ 345 w 417"/>
                <a:gd name="T89" fmla="*/ 73 h 704"/>
                <a:gd name="T90" fmla="*/ 387 w 417"/>
                <a:gd name="T91" fmla="*/ 180 h 704"/>
                <a:gd name="T92" fmla="*/ 386 w 417"/>
                <a:gd name="T93" fmla="*/ 189 h 704"/>
                <a:gd name="T94" fmla="*/ 386 w 417"/>
                <a:gd name="T95" fmla="*/ 189 h 704"/>
                <a:gd name="T96" fmla="*/ 384 w 417"/>
                <a:gd name="T97" fmla="*/ 263 h 704"/>
                <a:gd name="T98" fmla="*/ 33 w 417"/>
                <a:gd name="T99" fmla="*/ 263 h 704"/>
                <a:gd name="T100" fmla="*/ 30 w 417"/>
                <a:gd name="T101" fmla="*/ 189 h 704"/>
                <a:gd name="T102" fmla="*/ 30 w 417"/>
                <a:gd name="T103" fmla="*/ 189 h 704"/>
                <a:gd name="T104" fmla="*/ 30 w 417"/>
                <a:gd name="T105" fmla="*/ 180 h 704"/>
                <a:gd name="T106" fmla="*/ 72 w 417"/>
                <a:gd name="T107"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417" h="704">
                  <a:moveTo>
                    <a:pt x="51" y="651"/>
                  </a:moveTo>
                  <a:lnTo>
                    <a:pt x="51" y="651"/>
                  </a:lnTo>
                  <a:cubicBezTo>
                    <a:pt x="83" y="682"/>
                    <a:pt x="128" y="703"/>
                    <a:pt x="179" y="703"/>
                  </a:cubicBezTo>
                  <a:cubicBezTo>
                    <a:pt x="199" y="703"/>
                    <a:pt x="218" y="703"/>
                    <a:pt x="238" y="703"/>
                  </a:cubicBezTo>
                  <a:cubicBezTo>
                    <a:pt x="288" y="703"/>
                    <a:pt x="334" y="682"/>
                    <a:pt x="365" y="651"/>
                  </a:cubicBezTo>
                  <a:cubicBezTo>
                    <a:pt x="397" y="618"/>
                    <a:pt x="416" y="572"/>
                    <a:pt x="416" y="523"/>
                  </a:cubicBezTo>
                  <a:cubicBezTo>
                    <a:pt x="416" y="519"/>
                    <a:pt x="416" y="515"/>
                    <a:pt x="416" y="512"/>
                  </a:cubicBezTo>
                  <a:lnTo>
                    <a:pt x="416" y="512"/>
                  </a:lnTo>
                  <a:cubicBezTo>
                    <a:pt x="413" y="458"/>
                    <a:pt x="412" y="405"/>
                    <a:pt x="412" y="351"/>
                  </a:cubicBezTo>
                  <a:cubicBezTo>
                    <a:pt x="412" y="298"/>
                    <a:pt x="413" y="244"/>
                    <a:pt x="416" y="191"/>
                  </a:cubicBezTo>
                  <a:lnTo>
                    <a:pt x="416" y="191"/>
                  </a:lnTo>
                  <a:cubicBezTo>
                    <a:pt x="416" y="187"/>
                    <a:pt x="416" y="182"/>
                    <a:pt x="416" y="180"/>
                  </a:cubicBezTo>
                  <a:cubicBezTo>
                    <a:pt x="416" y="129"/>
                    <a:pt x="397" y="84"/>
                    <a:pt x="365" y="52"/>
                  </a:cubicBezTo>
                  <a:cubicBezTo>
                    <a:pt x="334" y="19"/>
                    <a:pt x="288" y="0"/>
                    <a:pt x="238" y="0"/>
                  </a:cubicBezTo>
                  <a:cubicBezTo>
                    <a:pt x="218" y="0"/>
                    <a:pt x="199" y="0"/>
                    <a:pt x="179" y="0"/>
                  </a:cubicBezTo>
                  <a:cubicBezTo>
                    <a:pt x="128" y="0"/>
                    <a:pt x="83" y="19"/>
                    <a:pt x="51" y="52"/>
                  </a:cubicBezTo>
                  <a:cubicBezTo>
                    <a:pt x="19" y="84"/>
                    <a:pt x="0" y="129"/>
                    <a:pt x="0" y="180"/>
                  </a:cubicBezTo>
                  <a:cubicBezTo>
                    <a:pt x="0" y="182"/>
                    <a:pt x="0" y="187"/>
                    <a:pt x="2" y="191"/>
                  </a:cubicBezTo>
                  <a:lnTo>
                    <a:pt x="2" y="191"/>
                  </a:lnTo>
                  <a:cubicBezTo>
                    <a:pt x="3" y="244"/>
                    <a:pt x="4" y="298"/>
                    <a:pt x="4" y="351"/>
                  </a:cubicBezTo>
                  <a:cubicBezTo>
                    <a:pt x="4" y="405"/>
                    <a:pt x="3" y="458"/>
                    <a:pt x="2" y="512"/>
                  </a:cubicBezTo>
                  <a:lnTo>
                    <a:pt x="2" y="512"/>
                  </a:lnTo>
                  <a:cubicBezTo>
                    <a:pt x="0" y="515"/>
                    <a:pt x="0" y="519"/>
                    <a:pt x="0" y="523"/>
                  </a:cubicBezTo>
                  <a:cubicBezTo>
                    <a:pt x="0" y="572"/>
                    <a:pt x="19" y="618"/>
                    <a:pt x="51" y="651"/>
                  </a:cubicBezTo>
                  <a:close/>
                  <a:moveTo>
                    <a:pt x="345" y="630"/>
                  </a:moveTo>
                  <a:lnTo>
                    <a:pt x="345" y="630"/>
                  </a:lnTo>
                  <a:cubicBezTo>
                    <a:pt x="319" y="656"/>
                    <a:pt x="282" y="672"/>
                    <a:pt x="238" y="672"/>
                  </a:cubicBezTo>
                  <a:cubicBezTo>
                    <a:pt x="218" y="672"/>
                    <a:pt x="199" y="672"/>
                    <a:pt x="179" y="672"/>
                  </a:cubicBezTo>
                  <a:cubicBezTo>
                    <a:pt x="135" y="672"/>
                    <a:pt x="99" y="656"/>
                    <a:pt x="72" y="630"/>
                  </a:cubicBezTo>
                  <a:cubicBezTo>
                    <a:pt x="45" y="602"/>
                    <a:pt x="30" y="565"/>
                    <a:pt x="30" y="523"/>
                  </a:cubicBezTo>
                  <a:cubicBezTo>
                    <a:pt x="30" y="519"/>
                    <a:pt x="30" y="516"/>
                    <a:pt x="30" y="513"/>
                  </a:cubicBezTo>
                  <a:lnTo>
                    <a:pt x="30" y="513"/>
                  </a:lnTo>
                  <a:cubicBezTo>
                    <a:pt x="33" y="458"/>
                    <a:pt x="34" y="405"/>
                    <a:pt x="34" y="351"/>
                  </a:cubicBezTo>
                  <a:cubicBezTo>
                    <a:pt x="34" y="331"/>
                    <a:pt x="33" y="311"/>
                    <a:pt x="33" y="292"/>
                  </a:cubicBezTo>
                  <a:cubicBezTo>
                    <a:pt x="383" y="292"/>
                    <a:pt x="383" y="292"/>
                    <a:pt x="383" y="292"/>
                  </a:cubicBezTo>
                  <a:cubicBezTo>
                    <a:pt x="383" y="311"/>
                    <a:pt x="383" y="331"/>
                    <a:pt x="383" y="351"/>
                  </a:cubicBezTo>
                  <a:cubicBezTo>
                    <a:pt x="383" y="405"/>
                    <a:pt x="384" y="458"/>
                    <a:pt x="386" y="513"/>
                  </a:cubicBezTo>
                  <a:lnTo>
                    <a:pt x="386" y="513"/>
                  </a:lnTo>
                  <a:cubicBezTo>
                    <a:pt x="387" y="516"/>
                    <a:pt x="387" y="519"/>
                    <a:pt x="387" y="523"/>
                  </a:cubicBezTo>
                  <a:cubicBezTo>
                    <a:pt x="387" y="565"/>
                    <a:pt x="371" y="602"/>
                    <a:pt x="345" y="630"/>
                  </a:cubicBezTo>
                  <a:close/>
                  <a:moveTo>
                    <a:pt x="72" y="73"/>
                  </a:moveTo>
                  <a:lnTo>
                    <a:pt x="72" y="73"/>
                  </a:lnTo>
                  <a:cubicBezTo>
                    <a:pt x="99" y="45"/>
                    <a:pt x="135" y="29"/>
                    <a:pt x="179" y="29"/>
                  </a:cubicBezTo>
                  <a:cubicBezTo>
                    <a:pt x="199" y="29"/>
                    <a:pt x="218" y="29"/>
                    <a:pt x="238" y="29"/>
                  </a:cubicBezTo>
                  <a:cubicBezTo>
                    <a:pt x="282" y="29"/>
                    <a:pt x="319" y="45"/>
                    <a:pt x="345" y="73"/>
                  </a:cubicBezTo>
                  <a:cubicBezTo>
                    <a:pt x="371" y="99"/>
                    <a:pt x="387" y="137"/>
                    <a:pt x="387" y="180"/>
                  </a:cubicBezTo>
                  <a:cubicBezTo>
                    <a:pt x="387" y="182"/>
                    <a:pt x="387" y="185"/>
                    <a:pt x="386" y="189"/>
                  </a:cubicBezTo>
                  <a:lnTo>
                    <a:pt x="386" y="189"/>
                  </a:lnTo>
                  <a:cubicBezTo>
                    <a:pt x="386" y="214"/>
                    <a:pt x="384" y="239"/>
                    <a:pt x="384" y="263"/>
                  </a:cubicBezTo>
                  <a:cubicBezTo>
                    <a:pt x="33" y="263"/>
                    <a:pt x="33" y="263"/>
                    <a:pt x="33" y="263"/>
                  </a:cubicBezTo>
                  <a:cubicBezTo>
                    <a:pt x="32" y="239"/>
                    <a:pt x="32" y="214"/>
                    <a:pt x="30" y="189"/>
                  </a:cubicBezTo>
                  <a:lnTo>
                    <a:pt x="30" y="189"/>
                  </a:lnTo>
                  <a:cubicBezTo>
                    <a:pt x="30" y="185"/>
                    <a:pt x="30" y="182"/>
                    <a:pt x="30" y="180"/>
                  </a:cubicBezTo>
                  <a:cubicBezTo>
                    <a:pt x="30" y="137"/>
                    <a:pt x="45" y="99"/>
                    <a:pt x="72" y="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219C6D51-9BEE-B937-0C8C-694E23D21EAC}"/>
              </a:ext>
            </a:extLst>
          </p:cNvPr>
          <p:cNvGrpSpPr/>
          <p:nvPr/>
        </p:nvGrpSpPr>
        <p:grpSpPr>
          <a:xfrm>
            <a:off x="10066461" y="5157416"/>
            <a:ext cx="136525" cy="254000"/>
            <a:chOff x="8924925" y="5483225"/>
            <a:chExt cx="136525" cy="254000"/>
          </a:xfrm>
          <a:solidFill>
            <a:schemeClr val="accent4"/>
          </a:solidFill>
        </p:grpSpPr>
        <p:sp>
          <p:nvSpPr>
            <p:cNvPr id="318" name="Freeform 264">
              <a:extLst>
                <a:ext uri="{FF2B5EF4-FFF2-40B4-BE49-F238E27FC236}">
                  <a16:creationId xmlns:a16="http://schemas.microsoft.com/office/drawing/2014/main" id="{E100A7F0-E5E5-9724-8FB2-B6E96367B1F8}"/>
                </a:ext>
              </a:extLst>
            </p:cNvPr>
            <p:cNvSpPr>
              <a:spLocks noChangeArrowheads="1"/>
            </p:cNvSpPr>
            <p:nvPr/>
          </p:nvSpPr>
          <p:spPr bwMode="auto">
            <a:xfrm>
              <a:off x="8945563" y="5492750"/>
              <a:ext cx="23812" cy="33338"/>
            </a:xfrm>
            <a:custGeom>
              <a:avLst/>
              <a:gdLst>
                <a:gd name="T0" fmla="*/ 52 w 64"/>
                <a:gd name="T1" fmla="*/ 88 h 93"/>
                <a:gd name="T2" fmla="*/ 52 w 64"/>
                <a:gd name="T3" fmla="*/ 88 h 93"/>
                <a:gd name="T4" fmla="*/ 59 w 64"/>
                <a:gd name="T5" fmla="*/ 69 h 93"/>
                <a:gd name="T6" fmla="*/ 30 w 64"/>
                <a:gd name="T7" fmla="*/ 10 h 93"/>
                <a:gd name="T8" fmla="*/ 10 w 64"/>
                <a:gd name="T9" fmla="*/ 3 h 93"/>
                <a:gd name="T10" fmla="*/ 3 w 64"/>
                <a:gd name="T11" fmla="*/ 23 h 93"/>
                <a:gd name="T12" fmla="*/ 33 w 64"/>
                <a:gd name="T13" fmla="*/ 81 h 93"/>
                <a:gd name="T14" fmla="*/ 52 w 64"/>
                <a:gd name="T15" fmla="*/ 88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52" y="88"/>
                  </a:moveTo>
                  <a:lnTo>
                    <a:pt x="52" y="88"/>
                  </a:lnTo>
                  <a:cubicBezTo>
                    <a:pt x="59" y="84"/>
                    <a:pt x="63" y="75"/>
                    <a:pt x="59" y="69"/>
                  </a:cubicBezTo>
                  <a:cubicBezTo>
                    <a:pt x="30" y="10"/>
                    <a:pt x="30" y="10"/>
                    <a:pt x="30" y="10"/>
                  </a:cubicBezTo>
                  <a:cubicBezTo>
                    <a:pt x="26" y="3"/>
                    <a:pt x="17" y="0"/>
                    <a:pt x="10" y="3"/>
                  </a:cubicBezTo>
                  <a:cubicBezTo>
                    <a:pt x="3" y="7"/>
                    <a:pt x="0" y="15"/>
                    <a:pt x="3" y="23"/>
                  </a:cubicBezTo>
                  <a:cubicBezTo>
                    <a:pt x="33" y="81"/>
                    <a:pt x="33" y="81"/>
                    <a:pt x="33" y="81"/>
                  </a:cubicBezTo>
                  <a:cubicBezTo>
                    <a:pt x="36" y="88"/>
                    <a:pt x="45" y="92"/>
                    <a:pt x="52"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65">
              <a:extLst>
                <a:ext uri="{FF2B5EF4-FFF2-40B4-BE49-F238E27FC236}">
                  <a16:creationId xmlns:a16="http://schemas.microsoft.com/office/drawing/2014/main" id="{ABEBBD04-E257-BF1D-9798-37E358F1AB56}"/>
                </a:ext>
              </a:extLst>
            </p:cNvPr>
            <p:cNvSpPr>
              <a:spLocks noChangeArrowheads="1"/>
            </p:cNvSpPr>
            <p:nvPr/>
          </p:nvSpPr>
          <p:spPr bwMode="auto">
            <a:xfrm>
              <a:off x="9018588" y="5492750"/>
              <a:ext cx="23812" cy="33338"/>
            </a:xfrm>
            <a:custGeom>
              <a:avLst/>
              <a:gdLst>
                <a:gd name="T0" fmla="*/ 30 w 64"/>
                <a:gd name="T1" fmla="*/ 81 h 93"/>
                <a:gd name="T2" fmla="*/ 30 w 64"/>
                <a:gd name="T3" fmla="*/ 81 h 93"/>
                <a:gd name="T4" fmla="*/ 59 w 64"/>
                <a:gd name="T5" fmla="*/ 23 h 93"/>
                <a:gd name="T6" fmla="*/ 52 w 64"/>
                <a:gd name="T7" fmla="*/ 3 h 93"/>
                <a:gd name="T8" fmla="*/ 33 w 64"/>
                <a:gd name="T9" fmla="*/ 10 h 93"/>
                <a:gd name="T10" fmla="*/ 4 w 64"/>
                <a:gd name="T11" fmla="*/ 69 h 93"/>
                <a:gd name="T12" fmla="*/ 11 w 64"/>
                <a:gd name="T13" fmla="*/ 88 h 93"/>
                <a:gd name="T14" fmla="*/ 30 w 64"/>
                <a:gd name="T15" fmla="*/ 81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93">
                  <a:moveTo>
                    <a:pt x="30" y="81"/>
                  </a:moveTo>
                  <a:lnTo>
                    <a:pt x="30" y="81"/>
                  </a:lnTo>
                  <a:cubicBezTo>
                    <a:pt x="59" y="23"/>
                    <a:pt x="59" y="23"/>
                    <a:pt x="59" y="23"/>
                  </a:cubicBezTo>
                  <a:cubicBezTo>
                    <a:pt x="63" y="15"/>
                    <a:pt x="60" y="7"/>
                    <a:pt x="52" y="3"/>
                  </a:cubicBezTo>
                  <a:cubicBezTo>
                    <a:pt x="45" y="0"/>
                    <a:pt x="37" y="3"/>
                    <a:pt x="33" y="10"/>
                  </a:cubicBezTo>
                  <a:cubicBezTo>
                    <a:pt x="4" y="69"/>
                    <a:pt x="4" y="69"/>
                    <a:pt x="4" y="69"/>
                  </a:cubicBezTo>
                  <a:cubicBezTo>
                    <a:pt x="0" y="75"/>
                    <a:pt x="2" y="84"/>
                    <a:pt x="11" y="88"/>
                  </a:cubicBezTo>
                  <a:cubicBezTo>
                    <a:pt x="17" y="92"/>
                    <a:pt x="26" y="88"/>
                    <a:pt x="30"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6">
              <a:extLst>
                <a:ext uri="{FF2B5EF4-FFF2-40B4-BE49-F238E27FC236}">
                  <a16:creationId xmlns:a16="http://schemas.microsoft.com/office/drawing/2014/main" id="{A90AC251-99B3-979B-94DA-D1B3FF55A129}"/>
                </a:ext>
              </a:extLst>
            </p:cNvPr>
            <p:cNvSpPr>
              <a:spLocks noChangeArrowheads="1"/>
            </p:cNvSpPr>
            <p:nvPr/>
          </p:nvSpPr>
          <p:spPr bwMode="auto">
            <a:xfrm>
              <a:off x="8988425" y="5483225"/>
              <a:ext cx="11113" cy="42863"/>
            </a:xfrm>
            <a:custGeom>
              <a:avLst/>
              <a:gdLst>
                <a:gd name="T0" fmla="*/ 29 w 30"/>
                <a:gd name="T1" fmla="*/ 101 h 117"/>
                <a:gd name="T2" fmla="*/ 29 w 30"/>
                <a:gd name="T3" fmla="*/ 101 h 117"/>
                <a:gd name="T4" fmla="*/ 29 w 30"/>
                <a:gd name="T5" fmla="*/ 13 h 117"/>
                <a:gd name="T6" fmla="*/ 14 w 30"/>
                <a:gd name="T7" fmla="*/ 0 h 117"/>
                <a:gd name="T8" fmla="*/ 0 w 30"/>
                <a:gd name="T9" fmla="*/ 13 h 117"/>
                <a:gd name="T10" fmla="*/ 0 w 30"/>
                <a:gd name="T11" fmla="*/ 101 h 117"/>
                <a:gd name="T12" fmla="*/ 14 w 30"/>
                <a:gd name="T13" fmla="*/ 116 h 117"/>
                <a:gd name="T14" fmla="*/ 29 w 30"/>
                <a:gd name="T15" fmla="*/ 101 h 11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7">
                  <a:moveTo>
                    <a:pt x="29" y="101"/>
                  </a:moveTo>
                  <a:lnTo>
                    <a:pt x="29" y="101"/>
                  </a:lnTo>
                  <a:cubicBezTo>
                    <a:pt x="29" y="13"/>
                    <a:pt x="29" y="13"/>
                    <a:pt x="29" y="13"/>
                  </a:cubicBezTo>
                  <a:cubicBezTo>
                    <a:pt x="29" y="6"/>
                    <a:pt x="22" y="0"/>
                    <a:pt x="14" y="0"/>
                  </a:cubicBezTo>
                  <a:cubicBezTo>
                    <a:pt x="6" y="0"/>
                    <a:pt x="0" y="6"/>
                    <a:pt x="0" y="13"/>
                  </a:cubicBezTo>
                  <a:cubicBezTo>
                    <a:pt x="0" y="101"/>
                    <a:pt x="0" y="101"/>
                    <a:pt x="0" y="101"/>
                  </a:cubicBezTo>
                  <a:cubicBezTo>
                    <a:pt x="0" y="109"/>
                    <a:pt x="6" y="116"/>
                    <a:pt x="14" y="116"/>
                  </a:cubicBezTo>
                  <a:cubicBezTo>
                    <a:pt x="22" y="116"/>
                    <a:pt x="29" y="109"/>
                    <a:pt x="29" y="1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7">
              <a:extLst>
                <a:ext uri="{FF2B5EF4-FFF2-40B4-BE49-F238E27FC236}">
                  <a16:creationId xmlns:a16="http://schemas.microsoft.com/office/drawing/2014/main" id="{728B0412-5260-CDD3-FA7B-E7BBA2BF1BA4}"/>
                </a:ext>
              </a:extLst>
            </p:cNvPr>
            <p:cNvSpPr>
              <a:spLocks noChangeArrowheads="1"/>
            </p:cNvSpPr>
            <p:nvPr/>
          </p:nvSpPr>
          <p:spPr bwMode="auto">
            <a:xfrm>
              <a:off x="8924925" y="5535613"/>
              <a:ext cx="136525" cy="201612"/>
            </a:xfrm>
            <a:custGeom>
              <a:avLst/>
              <a:gdLst>
                <a:gd name="T0" fmla="*/ 380 w 381"/>
                <a:gd name="T1" fmla="*/ 103 h 558"/>
                <a:gd name="T2" fmla="*/ 380 w 381"/>
                <a:gd name="T3" fmla="*/ 103 h 558"/>
                <a:gd name="T4" fmla="*/ 380 w 381"/>
                <a:gd name="T5" fmla="*/ 99 h 558"/>
                <a:gd name="T6" fmla="*/ 380 w 381"/>
                <a:gd name="T7" fmla="*/ 15 h 558"/>
                <a:gd name="T8" fmla="*/ 376 w 381"/>
                <a:gd name="T9" fmla="*/ 6 h 558"/>
                <a:gd name="T10" fmla="*/ 365 w 381"/>
                <a:gd name="T11" fmla="*/ 0 h 558"/>
                <a:gd name="T12" fmla="*/ 13 w 381"/>
                <a:gd name="T13" fmla="*/ 0 h 558"/>
                <a:gd name="T14" fmla="*/ 4 w 381"/>
                <a:gd name="T15" fmla="*/ 6 h 558"/>
                <a:gd name="T16" fmla="*/ 0 w 381"/>
                <a:gd name="T17" fmla="*/ 15 h 558"/>
                <a:gd name="T18" fmla="*/ 0 w 381"/>
                <a:gd name="T19" fmla="*/ 99 h 558"/>
                <a:gd name="T20" fmla="*/ 0 w 381"/>
                <a:gd name="T21" fmla="*/ 103 h 558"/>
                <a:gd name="T22" fmla="*/ 0 w 381"/>
                <a:gd name="T23" fmla="*/ 103 h 558"/>
                <a:gd name="T24" fmla="*/ 0 w 381"/>
                <a:gd name="T25" fmla="*/ 104 h 558"/>
                <a:gd name="T26" fmla="*/ 88 w 381"/>
                <a:gd name="T27" fmla="*/ 231 h 558"/>
                <a:gd name="T28" fmla="*/ 88 w 381"/>
                <a:gd name="T29" fmla="*/ 513 h 558"/>
                <a:gd name="T30" fmla="*/ 132 w 381"/>
                <a:gd name="T31" fmla="*/ 557 h 558"/>
                <a:gd name="T32" fmla="*/ 248 w 381"/>
                <a:gd name="T33" fmla="*/ 557 h 558"/>
                <a:gd name="T34" fmla="*/ 292 w 381"/>
                <a:gd name="T35" fmla="*/ 513 h 558"/>
                <a:gd name="T36" fmla="*/ 292 w 381"/>
                <a:gd name="T37" fmla="*/ 231 h 558"/>
                <a:gd name="T38" fmla="*/ 380 w 381"/>
                <a:gd name="T39" fmla="*/ 104 h 558"/>
                <a:gd name="T40" fmla="*/ 380 w 381"/>
                <a:gd name="T41" fmla="*/ 103 h 558"/>
                <a:gd name="T42" fmla="*/ 351 w 381"/>
                <a:gd name="T43" fmla="*/ 88 h 558"/>
                <a:gd name="T44" fmla="*/ 351 w 381"/>
                <a:gd name="T45" fmla="*/ 88 h 558"/>
                <a:gd name="T46" fmla="*/ 29 w 381"/>
                <a:gd name="T47" fmla="*/ 88 h 558"/>
                <a:gd name="T48" fmla="*/ 29 w 381"/>
                <a:gd name="T49" fmla="*/ 30 h 558"/>
                <a:gd name="T50" fmla="*/ 351 w 381"/>
                <a:gd name="T51" fmla="*/ 30 h 558"/>
                <a:gd name="T52" fmla="*/ 351 w 381"/>
                <a:gd name="T53" fmla="*/ 88 h 558"/>
                <a:gd name="T54" fmla="*/ 273 w 381"/>
                <a:gd name="T55" fmla="*/ 206 h 558"/>
                <a:gd name="T56" fmla="*/ 273 w 381"/>
                <a:gd name="T57" fmla="*/ 206 h 558"/>
                <a:gd name="T58" fmla="*/ 263 w 381"/>
                <a:gd name="T59" fmla="*/ 220 h 558"/>
                <a:gd name="T60" fmla="*/ 263 w 381"/>
                <a:gd name="T61" fmla="*/ 513 h 558"/>
                <a:gd name="T62" fmla="*/ 248 w 381"/>
                <a:gd name="T63" fmla="*/ 527 h 558"/>
                <a:gd name="T64" fmla="*/ 132 w 381"/>
                <a:gd name="T65" fmla="*/ 527 h 558"/>
                <a:gd name="T66" fmla="*/ 116 w 381"/>
                <a:gd name="T67" fmla="*/ 513 h 558"/>
                <a:gd name="T68" fmla="*/ 116 w 381"/>
                <a:gd name="T69" fmla="*/ 220 h 558"/>
                <a:gd name="T70" fmla="*/ 107 w 381"/>
                <a:gd name="T71" fmla="*/ 206 h 558"/>
                <a:gd name="T72" fmla="*/ 30 w 381"/>
                <a:gd name="T73" fmla="*/ 118 h 558"/>
                <a:gd name="T74" fmla="*/ 348 w 381"/>
                <a:gd name="T75" fmla="*/ 118 h 558"/>
                <a:gd name="T76" fmla="*/ 273 w 381"/>
                <a:gd name="T77" fmla="*/ 206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81" h="558">
                  <a:moveTo>
                    <a:pt x="380" y="103"/>
                  </a:moveTo>
                  <a:lnTo>
                    <a:pt x="380" y="103"/>
                  </a:lnTo>
                  <a:cubicBezTo>
                    <a:pt x="380" y="102"/>
                    <a:pt x="380" y="100"/>
                    <a:pt x="380" y="99"/>
                  </a:cubicBezTo>
                  <a:cubicBezTo>
                    <a:pt x="380" y="15"/>
                    <a:pt x="380" y="15"/>
                    <a:pt x="380" y="15"/>
                  </a:cubicBezTo>
                  <a:cubicBezTo>
                    <a:pt x="380" y="11"/>
                    <a:pt x="379" y="8"/>
                    <a:pt x="376" y="6"/>
                  </a:cubicBezTo>
                  <a:cubicBezTo>
                    <a:pt x="373" y="3"/>
                    <a:pt x="369" y="0"/>
                    <a:pt x="365" y="0"/>
                  </a:cubicBezTo>
                  <a:cubicBezTo>
                    <a:pt x="13" y="0"/>
                    <a:pt x="13" y="0"/>
                    <a:pt x="13" y="0"/>
                  </a:cubicBezTo>
                  <a:cubicBezTo>
                    <a:pt x="11" y="0"/>
                    <a:pt x="7" y="3"/>
                    <a:pt x="4" y="6"/>
                  </a:cubicBezTo>
                  <a:cubicBezTo>
                    <a:pt x="1" y="8"/>
                    <a:pt x="0" y="11"/>
                    <a:pt x="0" y="15"/>
                  </a:cubicBezTo>
                  <a:cubicBezTo>
                    <a:pt x="0" y="99"/>
                    <a:pt x="0" y="99"/>
                    <a:pt x="0" y="99"/>
                  </a:cubicBezTo>
                  <a:cubicBezTo>
                    <a:pt x="0" y="100"/>
                    <a:pt x="0" y="102"/>
                    <a:pt x="0" y="103"/>
                  </a:cubicBezTo>
                  <a:lnTo>
                    <a:pt x="0" y="103"/>
                  </a:lnTo>
                  <a:lnTo>
                    <a:pt x="0" y="104"/>
                  </a:lnTo>
                  <a:cubicBezTo>
                    <a:pt x="3" y="159"/>
                    <a:pt x="35" y="209"/>
                    <a:pt x="88" y="231"/>
                  </a:cubicBezTo>
                  <a:cubicBezTo>
                    <a:pt x="88" y="513"/>
                    <a:pt x="88" y="513"/>
                    <a:pt x="88" y="513"/>
                  </a:cubicBezTo>
                  <a:cubicBezTo>
                    <a:pt x="88" y="537"/>
                    <a:pt x="107" y="557"/>
                    <a:pt x="132" y="557"/>
                  </a:cubicBezTo>
                  <a:cubicBezTo>
                    <a:pt x="248" y="557"/>
                    <a:pt x="248" y="557"/>
                    <a:pt x="248" y="557"/>
                  </a:cubicBezTo>
                  <a:cubicBezTo>
                    <a:pt x="273" y="557"/>
                    <a:pt x="292" y="537"/>
                    <a:pt x="292" y="513"/>
                  </a:cubicBezTo>
                  <a:cubicBezTo>
                    <a:pt x="292" y="231"/>
                    <a:pt x="292" y="231"/>
                    <a:pt x="292" y="231"/>
                  </a:cubicBezTo>
                  <a:cubicBezTo>
                    <a:pt x="343" y="209"/>
                    <a:pt x="377" y="159"/>
                    <a:pt x="380" y="104"/>
                  </a:cubicBezTo>
                  <a:lnTo>
                    <a:pt x="380" y="103"/>
                  </a:lnTo>
                  <a:close/>
                  <a:moveTo>
                    <a:pt x="351" y="88"/>
                  </a:moveTo>
                  <a:lnTo>
                    <a:pt x="351" y="88"/>
                  </a:lnTo>
                  <a:cubicBezTo>
                    <a:pt x="29" y="88"/>
                    <a:pt x="29" y="88"/>
                    <a:pt x="29" y="88"/>
                  </a:cubicBezTo>
                  <a:cubicBezTo>
                    <a:pt x="29" y="30"/>
                    <a:pt x="29" y="30"/>
                    <a:pt x="29" y="30"/>
                  </a:cubicBezTo>
                  <a:cubicBezTo>
                    <a:pt x="351" y="30"/>
                    <a:pt x="351" y="30"/>
                    <a:pt x="351" y="30"/>
                  </a:cubicBezTo>
                  <a:lnTo>
                    <a:pt x="351" y="88"/>
                  </a:lnTo>
                  <a:close/>
                  <a:moveTo>
                    <a:pt x="273" y="206"/>
                  </a:moveTo>
                  <a:lnTo>
                    <a:pt x="273" y="206"/>
                  </a:lnTo>
                  <a:cubicBezTo>
                    <a:pt x="267" y="209"/>
                    <a:pt x="263" y="214"/>
                    <a:pt x="263" y="220"/>
                  </a:cubicBezTo>
                  <a:cubicBezTo>
                    <a:pt x="263" y="513"/>
                    <a:pt x="263" y="513"/>
                    <a:pt x="263" y="513"/>
                  </a:cubicBezTo>
                  <a:cubicBezTo>
                    <a:pt x="263" y="522"/>
                    <a:pt x="256" y="527"/>
                    <a:pt x="248" y="527"/>
                  </a:cubicBezTo>
                  <a:cubicBezTo>
                    <a:pt x="132" y="527"/>
                    <a:pt x="132" y="527"/>
                    <a:pt x="132" y="527"/>
                  </a:cubicBezTo>
                  <a:cubicBezTo>
                    <a:pt x="123" y="527"/>
                    <a:pt x="116" y="522"/>
                    <a:pt x="116" y="513"/>
                  </a:cubicBezTo>
                  <a:cubicBezTo>
                    <a:pt x="116" y="220"/>
                    <a:pt x="116" y="220"/>
                    <a:pt x="116" y="220"/>
                  </a:cubicBezTo>
                  <a:cubicBezTo>
                    <a:pt x="116" y="214"/>
                    <a:pt x="112" y="209"/>
                    <a:pt x="107" y="206"/>
                  </a:cubicBezTo>
                  <a:cubicBezTo>
                    <a:pt x="66" y="194"/>
                    <a:pt x="37" y="158"/>
                    <a:pt x="30" y="118"/>
                  </a:cubicBezTo>
                  <a:cubicBezTo>
                    <a:pt x="348" y="118"/>
                    <a:pt x="348" y="118"/>
                    <a:pt x="348" y="118"/>
                  </a:cubicBezTo>
                  <a:cubicBezTo>
                    <a:pt x="342" y="158"/>
                    <a:pt x="313" y="194"/>
                    <a:pt x="273" y="2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8">
              <a:extLst>
                <a:ext uri="{FF2B5EF4-FFF2-40B4-BE49-F238E27FC236}">
                  <a16:creationId xmlns:a16="http://schemas.microsoft.com/office/drawing/2014/main" id="{C82EDEF3-61F0-2594-E62B-E8DEADDBF4C8}"/>
                </a:ext>
              </a:extLst>
            </p:cNvPr>
            <p:cNvSpPr>
              <a:spLocks noChangeArrowheads="1"/>
            </p:cNvSpPr>
            <p:nvPr/>
          </p:nvSpPr>
          <p:spPr bwMode="auto">
            <a:xfrm>
              <a:off x="8988425" y="561022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6" y="0"/>
                    <a:pt x="0" y="7"/>
                    <a:pt x="0" y="14"/>
                  </a:cubicBezTo>
                  <a:cubicBezTo>
                    <a:pt x="0" y="73"/>
                    <a:pt x="0" y="73"/>
                    <a:pt x="0" y="73"/>
                  </a:cubicBezTo>
                  <a:cubicBezTo>
                    <a:pt x="0" y="81"/>
                    <a:pt x="6"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3" name="Group 326">
            <a:extLst>
              <a:ext uri="{FF2B5EF4-FFF2-40B4-BE49-F238E27FC236}">
                <a16:creationId xmlns:a16="http://schemas.microsoft.com/office/drawing/2014/main" id="{3B3885D0-484D-6961-BADC-C5F75FFDBA2D}"/>
              </a:ext>
            </a:extLst>
          </p:cNvPr>
          <p:cNvGrpSpPr/>
          <p:nvPr/>
        </p:nvGrpSpPr>
        <p:grpSpPr>
          <a:xfrm>
            <a:off x="11041429" y="5686847"/>
            <a:ext cx="168275" cy="254000"/>
            <a:chOff x="9899650" y="4508500"/>
            <a:chExt cx="168275" cy="254000"/>
          </a:xfrm>
          <a:solidFill>
            <a:schemeClr val="accent4"/>
          </a:solidFill>
        </p:grpSpPr>
        <p:sp>
          <p:nvSpPr>
            <p:cNvPr id="324" name="Freeform 269">
              <a:extLst>
                <a:ext uri="{FF2B5EF4-FFF2-40B4-BE49-F238E27FC236}">
                  <a16:creationId xmlns:a16="http://schemas.microsoft.com/office/drawing/2014/main" id="{CE52D50A-DB83-8B68-50DB-726127335089}"/>
                </a:ext>
              </a:extLst>
            </p:cNvPr>
            <p:cNvSpPr>
              <a:spLocks noChangeArrowheads="1"/>
            </p:cNvSpPr>
            <p:nvPr/>
          </p:nvSpPr>
          <p:spPr bwMode="auto">
            <a:xfrm>
              <a:off x="9899650" y="4508500"/>
              <a:ext cx="168275" cy="254000"/>
            </a:xfrm>
            <a:custGeom>
              <a:avLst/>
              <a:gdLst>
                <a:gd name="T0" fmla="*/ 468 w 469"/>
                <a:gd name="T1" fmla="*/ 659 h 704"/>
                <a:gd name="T2" fmla="*/ 468 w 469"/>
                <a:gd name="T3" fmla="*/ 659 h 704"/>
                <a:gd name="T4" fmla="*/ 468 w 469"/>
                <a:gd name="T5" fmla="*/ 44 h 704"/>
                <a:gd name="T6" fmla="*/ 424 w 469"/>
                <a:gd name="T7" fmla="*/ 0 h 704"/>
                <a:gd name="T8" fmla="*/ 44 w 469"/>
                <a:gd name="T9" fmla="*/ 0 h 704"/>
                <a:gd name="T10" fmla="*/ 0 w 469"/>
                <a:gd name="T11" fmla="*/ 44 h 704"/>
                <a:gd name="T12" fmla="*/ 0 w 469"/>
                <a:gd name="T13" fmla="*/ 659 h 704"/>
                <a:gd name="T14" fmla="*/ 44 w 469"/>
                <a:gd name="T15" fmla="*/ 703 h 704"/>
                <a:gd name="T16" fmla="*/ 424 w 469"/>
                <a:gd name="T17" fmla="*/ 703 h 704"/>
                <a:gd name="T18" fmla="*/ 468 w 469"/>
                <a:gd name="T19" fmla="*/ 659 h 704"/>
                <a:gd name="T20" fmla="*/ 44 w 469"/>
                <a:gd name="T21" fmla="*/ 674 h 704"/>
                <a:gd name="T22" fmla="*/ 44 w 469"/>
                <a:gd name="T23" fmla="*/ 674 h 704"/>
                <a:gd name="T24" fmla="*/ 29 w 469"/>
                <a:gd name="T25" fmla="*/ 659 h 704"/>
                <a:gd name="T26" fmla="*/ 29 w 469"/>
                <a:gd name="T27" fmla="*/ 44 h 704"/>
                <a:gd name="T28" fmla="*/ 44 w 469"/>
                <a:gd name="T29" fmla="*/ 30 h 704"/>
                <a:gd name="T30" fmla="*/ 424 w 469"/>
                <a:gd name="T31" fmla="*/ 30 h 704"/>
                <a:gd name="T32" fmla="*/ 439 w 469"/>
                <a:gd name="T33" fmla="*/ 44 h 704"/>
                <a:gd name="T34" fmla="*/ 439 w 469"/>
                <a:gd name="T35" fmla="*/ 659 h 704"/>
                <a:gd name="T36" fmla="*/ 424 w 469"/>
                <a:gd name="T37" fmla="*/ 674 h 704"/>
                <a:gd name="T38" fmla="*/ 44 w 469"/>
                <a:gd name="T39"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704">
                  <a:moveTo>
                    <a:pt x="468" y="659"/>
                  </a:moveTo>
                  <a:lnTo>
                    <a:pt x="468" y="659"/>
                  </a:lnTo>
                  <a:cubicBezTo>
                    <a:pt x="468" y="44"/>
                    <a:pt x="468" y="44"/>
                    <a:pt x="468" y="44"/>
                  </a:cubicBezTo>
                  <a:cubicBezTo>
                    <a:pt x="468" y="21"/>
                    <a:pt x="449" y="0"/>
                    <a:pt x="424" y="0"/>
                  </a:cubicBezTo>
                  <a:cubicBezTo>
                    <a:pt x="44" y="0"/>
                    <a:pt x="44" y="0"/>
                    <a:pt x="44" y="0"/>
                  </a:cubicBezTo>
                  <a:cubicBezTo>
                    <a:pt x="19" y="0"/>
                    <a:pt x="0" y="21"/>
                    <a:pt x="0" y="44"/>
                  </a:cubicBezTo>
                  <a:cubicBezTo>
                    <a:pt x="0" y="659"/>
                    <a:pt x="0" y="659"/>
                    <a:pt x="0" y="659"/>
                  </a:cubicBezTo>
                  <a:cubicBezTo>
                    <a:pt x="0" y="684"/>
                    <a:pt x="19" y="703"/>
                    <a:pt x="44" y="703"/>
                  </a:cubicBezTo>
                  <a:cubicBezTo>
                    <a:pt x="424" y="703"/>
                    <a:pt x="424" y="703"/>
                    <a:pt x="424" y="703"/>
                  </a:cubicBezTo>
                  <a:cubicBezTo>
                    <a:pt x="449" y="703"/>
                    <a:pt x="468" y="684"/>
                    <a:pt x="468" y="659"/>
                  </a:cubicBezTo>
                  <a:close/>
                  <a:moveTo>
                    <a:pt x="44" y="674"/>
                  </a:moveTo>
                  <a:lnTo>
                    <a:pt x="44" y="674"/>
                  </a:lnTo>
                  <a:cubicBezTo>
                    <a:pt x="36" y="674"/>
                    <a:pt x="29" y="667"/>
                    <a:pt x="29" y="659"/>
                  </a:cubicBezTo>
                  <a:cubicBezTo>
                    <a:pt x="29" y="44"/>
                    <a:pt x="29" y="44"/>
                    <a:pt x="29" y="44"/>
                  </a:cubicBezTo>
                  <a:cubicBezTo>
                    <a:pt x="29" y="37"/>
                    <a:pt x="36" y="30"/>
                    <a:pt x="44" y="30"/>
                  </a:cubicBezTo>
                  <a:cubicBezTo>
                    <a:pt x="424" y="30"/>
                    <a:pt x="424" y="30"/>
                    <a:pt x="424" y="30"/>
                  </a:cubicBezTo>
                  <a:cubicBezTo>
                    <a:pt x="432" y="30"/>
                    <a:pt x="439" y="37"/>
                    <a:pt x="439" y="44"/>
                  </a:cubicBezTo>
                  <a:cubicBezTo>
                    <a:pt x="439" y="659"/>
                    <a:pt x="439" y="659"/>
                    <a:pt x="439" y="659"/>
                  </a:cubicBezTo>
                  <a:cubicBezTo>
                    <a:pt x="439" y="667"/>
                    <a:pt x="432" y="674"/>
                    <a:pt x="424" y="674"/>
                  </a:cubicBezTo>
                  <a:lnTo>
                    <a:pt x="44" y="6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70">
              <a:extLst>
                <a:ext uri="{FF2B5EF4-FFF2-40B4-BE49-F238E27FC236}">
                  <a16:creationId xmlns:a16="http://schemas.microsoft.com/office/drawing/2014/main" id="{4056615A-25BD-BEC8-8ECE-5339024CC21B}"/>
                </a:ext>
              </a:extLst>
            </p:cNvPr>
            <p:cNvSpPr>
              <a:spLocks noChangeArrowheads="1"/>
            </p:cNvSpPr>
            <p:nvPr/>
          </p:nvSpPr>
          <p:spPr bwMode="auto">
            <a:xfrm>
              <a:off x="9952038" y="4549775"/>
              <a:ext cx="63500" cy="63500"/>
            </a:xfrm>
            <a:custGeom>
              <a:avLst/>
              <a:gdLst>
                <a:gd name="T0" fmla="*/ 88 w 177"/>
                <a:gd name="T1" fmla="*/ 176 h 177"/>
                <a:gd name="T2" fmla="*/ 88 w 177"/>
                <a:gd name="T3" fmla="*/ 176 h 177"/>
                <a:gd name="T4" fmla="*/ 176 w 177"/>
                <a:gd name="T5" fmla="*/ 88 h 177"/>
                <a:gd name="T6" fmla="*/ 88 w 177"/>
                <a:gd name="T7" fmla="*/ 0 h 177"/>
                <a:gd name="T8" fmla="*/ 0 w 177"/>
                <a:gd name="T9" fmla="*/ 88 h 177"/>
                <a:gd name="T10" fmla="*/ 88 w 177"/>
                <a:gd name="T11" fmla="*/ 176 h 177"/>
                <a:gd name="T12" fmla="*/ 45 w 177"/>
                <a:gd name="T13" fmla="*/ 47 h 177"/>
                <a:gd name="T14" fmla="*/ 45 w 177"/>
                <a:gd name="T15" fmla="*/ 47 h 177"/>
                <a:gd name="T16" fmla="*/ 88 w 177"/>
                <a:gd name="T17" fmla="*/ 29 h 177"/>
                <a:gd name="T18" fmla="*/ 129 w 177"/>
                <a:gd name="T19" fmla="*/ 47 h 177"/>
                <a:gd name="T20" fmla="*/ 145 w 177"/>
                <a:gd name="T21" fmla="*/ 88 h 177"/>
                <a:gd name="T22" fmla="*/ 129 w 177"/>
                <a:gd name="T23" fmla="*/ 129 h 177"/>
                <a:gd name="T24" fmla="*/ 88 w 177"/>
                <a:gd name="T25" fmla="*/ 145 h 177"/>
                <a:gd name="T26" fmla="*/ 45 w 177"/>
                <a:gd name="T27" fmla="*/ 129 h 177"/>
                <a:gd name="T28" fmla="*/ 29 w 177"/>
                <a:gd name="T29" fmla="*/ 88 h 177"/>
                <a:gd name="T30" fmla="*/ 45 w 177"/>
                <a:gd name="T31" fmla="*/ 47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176"/>
                  </a:moveTo>
                  <a:lnTo>
                    <a:pt x="88" y="176"/>
                  </a:lnTo>
                  <a:cubicBezTo>
                    <a:pt x="136" y="176"/>
                    <a:pt x="176" y="136"/>
                    <a:pt x="176" y="88"/>
                  </a:cubicBezTo>
                  <a:cubicBezTo>
                    <a:pt x="176" y="38"/>
                    <a:pt x="136" y="0"/>
                    <a:pt x="88" y="0"/>
                  </a:cubicBezTo>
                  <a:cubicBezTo>
                    <a:pt x="38" y="0"/>
                    <a:pt x="0" y="38"/>
                    <a:pt x="0" y="88"/>
                  </a:cubicBezTo>
                  <a:cubicBezTo>
                    <a:pt x="0" y="136"/>
                    <a:pt x="38" y="176"/>
                    <a:pt x="88" y="176"/>
                  </a:cubicBezTo>
                  <a:close/>
                  <a:moveTo>
                    <a:pt x="45" y="47"/>
                  </a:moveTo>
                  <a:lnTo>
                    <a:pt x="45" y="47"/>
                  </a:lnTo>
                  <a:cubicBezTo>
                    <a:pt x="56" y="36"/>
                    <a:pt x="71" y="29"/>
                    <a:pt x="88" y="29"/>
                  </a:cubicBezTo>
                  <a:cubicBezTo>
                    <a:pt x="103" y="29"/>
                    <a:pt x="118" y="36"/>
                    <a:pt x="129" y="47"/>
                  </a:cubicBezTo>
                  <a:cubicBezTo>
                    <a:pt x="140" y="56"/>
                    <a:pt x="145" y="71"/>
                    <a:pt x="145" y="88"/>
                  </a:cubicBezTo>
                  <a:cubicBezTo>
                    <a:pt x="145" y="104"/>
                    <a:pt x="140" y="118"/>
                    <a:pt x="129" y="129"/>
                  </a:cubicBezTo>
                  <a:cubicBezTo>
                    <a:pt x="118" y="140"/>
                    <a:pt x="103" y="145"/>
                    <a:pt x="88" y="145"/>
                  </a:cubicBezTo>
                  <a:cubicBezTo>
                    <a:pt x="71" y="145"/>
                    <a:pt x="56" y="140"/>
                    <a:pt x="45" y="129"/>
                  </a:cubicBezTo>
                  <a:cubicBezTo>
                    <a:pt x="36" y="118"/>
                    <a:pt x="29" y="104"/>
                    <a:pt x="29" y="88"/>
                  </a:cubicBezTo>
                  <a:cubicBezTo>
                    <a:pt x="29" y="71"/>
                    <a:pt x="36" y="56"/>
                    <a:pt x="45" y="4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71">
              <a:extLst>
                <a:ext uri="{FF2B5EF4-FFF2-40B4-BE49-F238E27FC236}">
                  <a16:creationId xmlns:a16="http://schemas.microsoft.com/office/drawing/2014/main" id="{8790F459-C853-431D-EDFA-60A41B78E70E}"/>
                </a:ext>
              </a:extLst>
            </p:cNvPr>
            <p:cNvSpPr>
              <a:spLocks noChangeArrowheads="1"/>
            </p:cNvSpPr>
            <p:nvPr/>
          </p:nvSpPr>
          <p:spPr bwMode="auto">
            <a:xfrm>
              <a:off x="9931400" y="4633913"/>
              <a:ext cx="104775" cy="106362"/>
            </a:xfrm>
            <a:custGeom>
              <a:avLst/>
              <a:gdLst>
                <a:gd name="T0" fmla="*/ 147 w 293"/>
                <a:gd name="T1" fmla="*/ 0 h 295"/>
                <a:gd name="T2" fmla="*/ 147 w 293"/>
                <a:gd name="T3" fmla="*/ 0 h 295"/>
                <a:gd name="T4" fmla="*/ 0 w 293"/>
                <a:gd name="T5" fmla="*/ 147 h 295"/>
                <a:gd name="T6" fmla="*/ 147 w 293"/>
                <a:gd name="T7" fmla="*/ 294 h 295"/>
                <a:gd name="T8" fmla="*/ 292 w 293"/>
                <a:gd name="T9" fmla="*/ 147 h 295"/>
                <a:gd name="T10" fmla="*/ 147 w 293"/>
                <a:gd name="T11" fmla="*/ 0 h 295"/>
                <a:gd name="T12" fmla="*/ 229 w 293"/>
                <a:gd name="T13" fmla="*/ 230 h 295"/>
                <a:gd name="T14" fmla="*/ 229 w 293"/>
                <a:gd name="T15" fmla="*/ 230 h 295"/>
                <a:gd name="T16" fmla="*/ 147 w 293"/>
                <a:gd name="T17" fmla="*/ 264 h 295"/>
                <a:gd name="T18" fmla="*/ 63 w 293"/>
                <a:gd name="T19" fmla="*/ 230 h 295"/>
                <a:gd name="T20" fmla="*/ 29 w 293"/>
                <a:gd name="T21" fmla="*/ 147 h 295"/>
                <a:gd name="T22" fmla="*/ 63 w 293"/>
                <a:gd name="T23" fmla="*/ 65 h 295"/>
                <a:gd name="T24" fmla="*/ 147 w 293"/>
                <a:gd name="T25" fmla="*/ 31 h 295"/>
                <a:gd name="T26" fmla="*/ 229 w 293"/>
                <a:gd name="T27" fmla="*/ 65 h 295"/>
                <a:gd name="T28" fmla="*/ 263 w 293"/>
                <a:gd name="T29" fmla="*/ 147 h 295"/>
                <a:gd name="T30" fmla="*/ 229 w 293"/>
                <a:gd name="T31" fmla="*/ 230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93" h="295">
                  <a:moveTo>
                    <a:pt x="147" y="0"/>
                  </a:moveTo>
                  <a:lnTo>
                    <a:pt x="147" y="0"/>
                  </a:lnTo>
                  <a:cubicBezTo>
                    <a:pt x="66" y="0"/>
                    <a:pt x="0" y="66"/>
                    <a:pt x="0" y="147"/>
                  </a:cubicBezTo>
                  <a:cubicBezTo>
                    <a:pt x="0" y="228"/>
                    <a:pt x="66" y="294"/>
                    <a:pt x="147" y="294"/>
                  </a:cubicBezTo>
                  <a:cubicBezTo>
                    <a:pt x="228" y="294"/>
                    <a:pt x="292" y="228"/>
                    <a:pt x="292" y="147"/>
                  </a:cubicBezTo>
                  <a:cubicBezTo>
                    <a:pt x="292" y="66"/>
                    <a:pt x="228" y="0"/>
                    <a:pt x="147" y="0"/>
                  </a:cubicBezTo>
                  <a:close/>
                  <a:moveTo>
                    <a:pt x="229" y="230"/>
                  </a:moveTo>
                  <a:lnTo>
                    <a:pt x="229" y="230"/>
                  </a:lnTo>
                  <a:cubicBezTo>
                    <a:pt x="209" y="252"/>
                    <a:pt x="178" y="264"/>
                    <a:pt x="147" y="264"/>
                  </a:cubicBezTo>
                  <a:cubicBezTo>
                    <a:pt x="114" y="264"/>
                    <a:pt x="85" y="252"/>
                    <a:pt x="63" y="230"/>
                  </a:cubicBezTo>
                  <a:cubicBezTo>
                    <a:pt x="42" y="209"/>
                    <a:pt x="29" y="180"/>
                    <a:pt x="29" y="147"/>
                  </a:cubicBezTo>
                  <a:cubicBezTo>
                    <a:pt x="29" y="114"/>
                    <a:pt x="42" y="85"/>
                    <a:pt x="63" y="65"/>
                  </a:cubicBezTo>
                  <a:cubicBezTo>
                    <a:pt x="85" y="43"/>
                    <a:pt x="114" y="31"/>
                    <a:pt x="147" y="31"/>
                  </a:cubicBezTo>
                  <a:cubicBezTo>
                    <a:pt x="178" y="31"/>
                    <a:pt x="209" y="43"/>
                    <a:pt x="229" y="65"/>
                  </a:cubicBezTo>
                  <a:cubicBezTo>
                    <a:pt x="250" y="85"/>
                    <a:pt x="263" y="114"/>
                    <a:pt x="263" y="147"/>
                  </a:cubicBezTo>
                  <a:cubicBezTo>
                    <a:pt x="263" y="180"/>
                    <a:pt x="250" y="209"/>
                    <a:pt x="229" y="2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7" name="Group 330">
            <a:extLst>
              <a:ext uri="{FF2B5EF4-FFF2-40B4-BE49-F238E27FC236}">
                <a16:creationId xmlns:a16="http://schemas.microsoft.com/office/drawing/2014/main" id="{0FBB4A50-C9E0-1021-C5DA-18878C4014BB}"/>
              </a:ext>
            </a:extLst>
          </p:cNvPr>
          <p:cNvGrpSpPr/>
          <p:nvPr/>
        </p:nvGrpSpPr>
        <p:grpSpPr>
          <a:xfrm>
            <a:off x="8486899" y="5712247"/>
            <a:ext cx="271462" cy="203200"/>
            <a:chOff x="7345363" y="6046788"/>
            <a:chExt cx="271462" cy="203200"/>
          </a:xfrm>
          <a:solidFill>
            <a:schemeClr val="accent4"/>
          </a:solidFill>
        </p:grpSpPr>
        <p:sp>
          <p:nvSpPr>
            <p:cNvPr id="328" name="Freeform 272">
              <a:extLst>
                <a:ext uri="{FF2B5EF4-FFF2-40B4-BE49-F238E27FC236}">
                  <a16:creationId xmlns:a16="http://schemas.microsoft.com/office/drawing/2014/main" id="{5F60BEB6-867C-8A18-A791-C82E4A24AB4B}"/>
                </a:ext>
              </a:extLst>
            </p:cNvPr>
            <p:cNvSpPr>
              <a:spLocks noChangeArrowheads="1"/>
            </p:cNvSpPr>
            <p:nvPr/>
          </p:nvSpPr>
          <p:spPr bwMode="auto">
            <a:xfrm>
              <a:off x="7345363" y="6046788"/>
              <a:ext cx="271462" cy="203200"/>
            </a:xfrm>
            <a:custGeom>
              <a:avLst/>
              <a:gdLst>
                <a:gd name="T0" fmla="*/ 581 w 753"/>
                <a:gd name="T1" fmla="*/ 219 h 565"/>
                <a:gd name="T2" fmla="*/ 581 w 753"/>
                <a:gd name="T3" fmla="*/ 219 h 565"/>
                <a:gd name="T4" fmla="*/ 343 w 753"/>
                <a:gd name="T5" fmla="*/ 219 h 565"/>
                <a:gd name="T6" fmla="*/ 343 w 753"/>
                <a:gd name="T7" fmla="*/ 219 h 565"/>
                <a:gd name="T8" fmla="*/ 343 w 753"/>
                <a:gd name="T9" fmla="*/ 203 h 565"/>
                <a:gd name="T10" fmla="*/ 367 w 753"/>
                <a:gd name="T11" fmla="*/ 147 h 565"/>
                <a:gd name="T12" fmla="*/ 423 w 753"/>
                <a:gd name="T13" fmla="*/ 123 h 565"/>
                <a:gd name="T14" fmla="*/ 549 w 753"/>
                <a:gd name="T15" fmla="*/ 123 h 565"/>
                <a:gd name="T16" fmla="*/ 658 w 753"/>
                <a:gd name="T17" fmla="*/ 15 h 565"/>
                <a:gd name="T18" fmla="*/ 644 w 753"/>
                <a:gd name="T19" fmla="*/ 0 h 565"/>
                <a:gd name="T20" fmla="*/ 629 w 753"/>
                <a:gd name="T21" fmla="*/ 15 h 565"/>
                <a:gd name="T22" fmla="*/ 629 w 753"/>
                <a:gd name="T23" fmla="*/ 15 h 565"/>
                <a:gd name="T24" fmla="*/ 605 w 753"/>
                <a:gd name="T25" fmla="*/ 71 h 565"/>
                <a:gd name="T26" fmla="*/ 549 w 753"/>
                <a:gd name="T27" fmla="*/ 94 h 565"/>
                <a:gd name="T28" fmla="*/ 423 w 753"/>
                <a:gd name="T29" fmla="*/ 94 h 565"/>
                <a:gd name="T30" fmla="*/ 314 w 753"/>
                <a:gd name="T31" fmla="*/ 203 h 565"/>
                <a:gd name="T32" fmla="*/ 314 w 753"/>
                <a:gd name="T33" fmla="*/ 219 h 565"/>
                <a:gd name="T34" fmla="*/ 314 w 753"/>
                <a:gd name="T35" fmla="*/ 219 h 565"/>
                <a:gd name="T36" fmla="*/ 176 w 753"/>
                <a:gd name="T37" fmla="*/ 219 h 565"/>
                <a:gd name="T38" fmla="*/ 66 w 753"/>
                <a:gd name="T39" fmla="*/ 256 h 565"/>
                <a:gd name="T40" fmla="*/ 4 w 753"/>
                <a:gd name="T41" fmla="*/ 354 h 565"/>
                <a:gd name="T42" fmla="*/ 0 w 753"/>
                <a:gd name="T43" fmla="*/ 392 h 565"/>
                <a:gd name="T44" fmla="*/ 172 w 753"/>
                <a:gd name="T45" fmla="*/ 564 h 565"/>
                <a:gd name="T46" fmla="*/ 324 w 753"/>
                <a:gd name="T47" fmla="*/ 471 h 565"/>
                <a:gd name="T48" fmla="*/ 376 w 753"/>
                <a:gd name="T49" fmla="*/ 438 h 565"/>
                <a:gd name="T50" fmla="*/ 376 w 753"/>
                <a:gd name="T51" fmla="*/ 438 h 565"/>
                <a:gd name="T52" fmla="*/ 427 w 753"/>
                <a:gd name="T53" fmla="*/ 469 h 565"/>
                <a:gd name="T54" fmla="*/ 581 w 753"/>
                <a:gd name="T55" fmla="*/ 564 h 565"/>
                <a:gd name="T56" fmla="*/ 630 w 753"/>
                <a:gd name="T57" fmla="*/ 557 h 565"/>
                <a:gd name="T58" fmla="*/ 744 w 753"/>
                <a:gd name="T59" fmla="*/ 446 h 565"/>
                <a:gd name="T60" fmla="*/ 752 w 753"/>
                <a:gd name="T61" fmla="*/ 391 h 565"/>
                <a:gd name="T62" fmla="*/ 581 w 753"/>
                <a:gd name="T63" fmla="*/ 219 h 565"/>
                <a:gd name="T64" fmla="*/ 715 w 753"/>
                <a:gd name="T65" fmla="*/ 438 h 565"/>
                <a:gd name="T66" fmla="*/ 715 w 753"/>
                <a:gd name="T67" fmla="*/ 438 h 565"/>
                <a:gd name="T68" fmla="*/ 622 w 753"/>
                <a:gd name="T69" fmla="*/ 528 h 565"/>
                <a:gd name="T70" fmla="*/ 581 w 753"/>
                <a:gd name="T71" fmla="*/ 534 h 565"/>
                <a:gd name="T72" fmla="*/ 453 w 753"/>
                <a:gd name="T73" fmla="*/ 457 h 565"/>
                <a:gd name="T74" fmla="*/ 376 w 753"/>
                <a:gd name="T75" fmla="*/ 409 h 565"/>
                <a:gd name="T76" fmla="*/ 376 w 753"/>
                <a:gd name="T77" fmla="*/ 409 h 565"/>
                <a:gd name="T78" fmla="*/ 299 w 753"/>
                <a:gd name="T79" fmla="*/ 457 h 565"/>
                <a:gd name="T80" fmla="*/ 172 w 753"/>
                <a:gd name="T81" fmla="*/ 534 h 565"/>
                <a:gd name="T82" fmla="*/ 71 w 753"/>
                <a:gd name="T83" fmla="*/ 493 h 565"/>
                <a:gd name="T84" fmla="*/ 29 w 753"/>
                <a:gd name="T85" fmla="*/ 392 h 565"/>
                <a:gd name="T86" fmla="*/ 33 w 753"/>
                <a:gd name="T87" fmla="*/ 361 h 565"/>
                <a:gd name="T88" fmla="*/ 84 w 753"/>
                <a:gd name="T89" fmla="*/ 280 h 565"/>
                <a:gd name="T90" fmla="*/ 176 w 753"/>
                <a:gd name="T91" fmla="*/ 250 h 565"/>
                <a:gd name="T92" fmla="*/ 581 w 753"/>
                <a:gd name="T93" fmla="*/ 250 h 565"/>
                <a:gd name="T94" fmla="*/ 681 w 753"/>
                <a:gd name="T95" fmla="*/ 291 h 565"/>
                <a:gd name="T96" fmla="*/ 723 w 753"/>
                <a:gd name="T97" fmla="*/ 391 h 565"/>
                <a:gd name="T98" fmla="*/ 715 w 753"/>
                <a:gd name="T99" fmla="*/ 438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53" h="565">
                  <a:moveTo>
                    <a:pt x="581" y="219"/>
                  </a:moveTo>
                  <a:lnTo>
                    <a:pt x="581" y="219"/>
                  </a:lnTo>
                  <a:cubicBezTo>
                    <a:pt x="343" y="219"/>
                    <a:pt x="343" y="219"/>
                    <a:pt x="343" y="219"/>
                  </a:cubicBezTo>
                  <a:lnTo>
                    <a:pt x="343" y="219"/>
                  </a:lnTo>
                  <a:cubicBezTo>
                    <a:pt x="343" y="203"/>
                    <a:pt x="343" y="203"/>
                    <a:pt x="343" y="203"/>
                  </a:cubicBezTo>
                  <a:cubicBezTo>
                    <a:pt x="343" y="181"/>
                    <a:pt x="353" y="162"/>
                    <a:pt x="367" y="147"/>
                  </a:cubicBezTo>
                  <a:cubicBezTo>
                    <a:pt x="382" y="133"/>
                    <a:pt x="401" y="123"/>
                    <a:pt x="423" y="123"/>
                  </a:cubicBezTo>
                  <a:cubicBezTo>
                    <a:pt x="549" y="123"/>
                    <a:pt x="549" y="123"/>
                    <a:pt x="549" y="123"/>
                  </a:cubicBezTo>
                  <a:cubicBezTo>
                    <a:pt x="610" y="123"/>
                    <a:pt x="658" y="75"/>
                    <a:pt x="658" y="15"/>
                  </a:cubicBezTo>
                  <a:cubicBezTo>
                    <a:pt x="658" y="7"/>
                    <a:pt x="651" y="0"/>
                    <a:pt x="644" y="0"/>
                  </a:cubicBezTo>
                  <a:cubicBezTo>
                    <a:pt x="636" y="0"/>
                    <a:pt x="629" y="7"/>
                    <a:pt x="629" y="15"/>
                  </a:cubicBezTo>
                  <a:lnTo>
                    <a:pt x="629" y="15"/>
                  </a:lnTo>
                  <a:cubicBezTo>
                    <a:pt x="629" y="37"/>
                    <a:pt x="619" y="56"/>
                    <a:pt x="605" y="71"/>
                  </a:cubicBezTo>
                  <a:cubicBezTo>
                    <a:pt x="590" y="85"/>
                    <a:pt x="571" y="94"/>
                    <a:pt x="549" y="94"/>
                  </a:cubicBezTo>
                  <a:cubicBezTo>
                    <a:pt x="423" y="94"/>
                    <a:pt x="423" y="94"/>
                    <a:pt x="423" y="94"/>
                  </a:cubicBezTo>
                  <a:cubicBezTo>
                    <a:pt x="362" y="94"/>
                    <a:pt x="314" y="142"/>
                    <a:pt x="314" y="203"/>
                  </a:cubicBezTo>
                  <a:cubicBezTo>
                    <a:pt x="314" y="219"/>
                    <a:pt x="314" y="219"/>
                    <a:pt x="314" y="219"/>
                  </a:cubicBezTo>
                  <a:lnTo>
                    <a:pt x="314" y="219"/>
                  </a:lnTo>
                  <a:cubicBezTo>
                    <a:pt x="176" y="219"/>
                    <a:pt x="176" y="219"/>
                    <a:pt x="176" y="219"/>
                  </a:cubicBezTo>
                  <a:cubicBezTo>
                    <a:pt x="136" y="219"/>
                    <a:pt x="98" y="233"/>
                    <a:pt x="66" y="256"/>
                  </a:cubicBezTo>
                  <a:cubicBezTo>
                    <a:pt x="36" y="281"/>
                    <a:pt x="12" y="314"/>
                    <a:pt x="4" y="354"/>
                  </a:cubicBezTo>
                  <a:cubicBezTo>
                    <a:pt x="1" y="368"/>
                    <a:pt x="0" y="380"/>
                    <a:pt x="0" y="392"/>
                  </a:cubicBezTo>
                  <a:cubicBezTo>
                    <a:pt x="0" y="487"/>
                    <a:pt x="77" y="564"/>
                    <a:pt x="172" y="564"/>
                  </a:cubicBezTo>
                  <a:cubicBezTo>
                    <a:pt x="239" y="564"/>
                    <a:pt x="297" y="525"/>
                    <a:pt x="324" y="471"/>
                  </a:cubicBezTo>
                  <a:cubicBezTo>
                    <a:pt x="335" y="450"/>
                    <a:pt x="354" y="438"/>
                    <a:pt x="376" y="438"/>
                  </a:cubicBezTo>
                  <a:lnTo>
                    <a:pt x="376" y="438"/>
                  </a:lnTo>
                  <a:cubicBezTo>
                    <a:pt x="398" y="438"/>
                    <a:pt x="417" y="450"/>
                    <a:pt x="427" y="469"/>
                  </a:cubicBezTo>
                  <a:cubicBezTo>
                    <a:pt x="456" y="525"/>
                    <a:pt x="513" y="564"/>
                    <a:pt x="581" y="564"/>
                  </a:cubicBezTo>
                  <a:cubicBezTo>
                    <a:pt x="597" y="564"/>
                    <a:pt x="614" y="561"/>
                    <a:pt x="630" y="557"/>
                  </a:cubicBezTo>
                  <a:cubicBezTo>
                    <a:pt x="684" y="541"/>
                    <a:pt x="728" y="499"/>
                    <a:pt x="744" y="446"/>
                  </a:cubicBezTo>
                  <a:cubicBezTo>
                    <a:pt x="750" y="428"/>
                    <a:pt x="752" y="409"/>
                    <a:pt x="752" y="391"/>
                  </a:cubicBezTo>
                  <a:cubicBezTo>
                    <a:pt x="752" y="296"/>
                    <a:pt x="675" y="219"/>
                    <a:pt x="581" y="219"/>
                  </a:cubicBezTo>
                  <a:close/>
                  <a:moveTo>
                    <a:pt x="715" y="438"/>
                  </a:moveTo>
                  <a:lnTo>
                    <a:pt x="715" y="438"/>
                  </a:lnTo>
                  <a:cubicBezTo>
                    <a:pt x="703" y="482"/>
                    <a:pt x="666" y="516"/>
                    <a:pt x="622" y="528"/>
                  </a:cubicBezTo>
                  <a:cubicBezTo>
                    <a:pt x="608" y="532"/>
                    <a:pt x="594" y="534"/>
                    <a:pt x="581" y="534"/>
                  </a:cubicBezTo>
                  <a:cubicBezTo>
                    <a:pt x="524" y="534"/>
                    <a:pt x="476" y="502"/>
                    <a:pt x="453" y="457"/>
                  </a:cubicBezTo>
                  <a:cubicBezTo>
                    <a:pt x="439" y="428"/>
                    <a:pt x="409" y="409"/>
                    <a:pt x="376" y="409"/>
                  </a:cubicBezTo>
                  <a:lnTo>
                    <a:pt x="376" y="409"/>
                  </a:lnTo>
                  <a:cubicBezTo>
                    <a:pt x="342" y="409"/>
                    <a:pt x="313" y="428"/>
                    <a:pt x="299" y="457"/>
                  </a:cubicBezTo>
                  <a:cubicBezTo>
                    <a:pt x="275" y="502"/>
                    <a:pt x="227" y="534"/>
                    <a:pt x="172" y="534"/>
                  </a:cubicBezTo>
                  <a:cubicBezTo>
                    <a:pt x="132" y="534"/>
                    <a:pt x="98" y="519"/>
                    <a:pt x="71" y="493"/>
                  </a:cubicBezTo>
                  <a:cubicBezTo>
                    <a:pt x="45" y="466"/>
                    <a:pt x="29" y="431"/>
                    <a:pt x="29" y="392"/>
                  </a:cubicBezTo>
                  <a:cubicBezTo>
                    <a:pt x="29" y="381"/>
                    <a:pt x="30" y="372"/>
                    <a:pt x="33" y="361"/>
                  </a:cubicBezTo>
                  <a:cubicBezTo>
                    <a:pt x="40" y="328"/>
                    <a:pt x="58" y="300"/>
                    <a:pt x="84" y="280"/>
                  </a:cubicBezTo>
                  <a:cubicBezTo>
                    <a:pt x="110" y="261"/>
                    <a:pt x="141" y="250"/>
                    <a:pt x="176" y="250"/>
                  </a:cubicBezTo>
                  <a:cubicBezTo>
                    <a:pt x="581" y="250"/>
                    <a:pt x="581" y="250"/>
                    <a:pt x="581" y="250"/>
                  </a:cubicBezTo>
                  <a:cubicBezTo>
                    <a:pt x="619" y="250"/>
                    <a:pt x="655" y="265"/>
                    <a:pt x="681" y="291"/>
                  </a:cubicBezTo>
                  <a:cubicBezTo>
                    <a:pt x="707" y="317"/>
                    <a:pt x="723" y="352"/>
                    <a:pt x="723" y="391"/>
                  </a:cubicBezTo>
                  <a:cubicBezTo>
                    <a:pt x="723" y="406"/>
                    <a:pt x="721" y="423"/>
                    <a:pt x="715" y="4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73">
              <a:extLst>
                <a:ext uri="{FF2B5EF4-FFF2-40B4-BE49-F238E27FC236}">
                  <a16:creationId xmlns:a16="http://schemas.microsoft.com/office/drawing/2014/main" id="{8142E90B-0226-8D85-417F-394423A85C67}"/>
                </a:ext>
              </a:extLst>
            </p:cNvPr>
            <p:cNvSpPr>
              <a:spLocks noChangeArrowheads="1"/>
            </p:cNvSpPr>
            <p:nvPr/>
          </p:nvSpPr>
          <p:spPr bwMode="auto">
            <a:xfrm>
              <a:off x="7380288" y="6161088"/>
              <a:ext cx="55562" cy="55562"/>
            </a:xfrm>
            <a:custGeom>
              <a:avLst/>
              <a:gdLst>
                <a:gd name="T0" fmla="*/ 140 w 156"/>
                <a:gd name="T1" fmla="*/ 63 h 156"/>
                <a:gd name="T2" fmla="*/ 140 w 156"/>
                <a:gd name="T3" fmla="*/ 63 h 156"/>
                <a:gd name="T4" fmla="*/ 92 w 156"/>
                <a:gd name="T5" fmla="*/ 63 h 156"/>
                <a:gd name="T6" fmla="*/ 92 w 156"/>
                <a:gd name="T7" fmla="*/ 15 h 156"/>
                <a:gd name="T8" fmla="*/ 77 w 156"/>
                <a:gd name="T9" fmla="*/ 0 h 156"/>
                <a:gd name="T10" fmla="*/ 62 w 156"/>
                <a:gd name="T11" fmla="*/ 15 h 156"/>
                <a:gd name="T12" fmla="*/ 62 w 156"/>
                <a:gd name="T13" fmla="*/ 63 h 156"/>
                <a:gd name="T14" fmla="*/ 14 w 156"/>
                <a:gd name="T15" fmla="*/ 63 h 156"/>
                <a:gd name="T16" fmla="*/ 0 w 156"/>
                <a:gd name="T17" fmla="*/ 78 h 156"/>
                <a:gd name="T18" fmla="*/ 14 w 156"/>
                <a:gd name="T19" fmla="*/ 92 h 156"/>
                <a:gd name="T20" fmla="*/ 62 w 156"/>
                <a:gd name="T21" fmla="*/ 92 h 156"/>
                <a:gd name="T22" fmla="*/ 62 w 156"/>
                <a:gd name="T23" fmla="*/ 140 h 156"/>
                <a:gd name="T24" fmla="*/ 77 w 156"/>
                <a:gd name="T25" fmla="*/ 155 h 156"/>
                <a:gd name="T26" fmla="*/ 92 w 156"/>
                <a:gd name="T27" fmla="*/ 140 h 156"/>
                <a:gd name="T28" fmla="*/ 92 w 156"/>
                <a:gd name="T29" fmla="*/ 92 h 156"/>
                <a:gd name="T30" fmla="*/ 140 w 156"/>
                <a:gd name="T31" fmla="*/ 92 h 156"/>
                <a:gd name="T32" fmla="*/ 155 w 156"/>
                <a:gd name="T33" fmla="*/ 78 h 156"/>
                <a:gd name="T34" fmla="*/ 140 w 156"/>
                <a:gd name="T35" fmla="*/ 63 h 1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6" h="156">
                  <a:moveTo>
                    <a:pt x="140" y="63"/>
                  </a:moveTo>
                  <a:lnTo>
                    <a:pt x="140" y="63"/>
                  </a:lnTo>
                  <a:cubicBezTo>
                    <a:pt x="92" y="63"/>
                    <a:pt x="92" y="63"/>
                    <a:pt x="92" y="63"/>
                  </a:cubicBezTo>
                  <a:cubicBezTo>
                    <a:pt x="92" y="15"/>
                    <a:pt x="92" y="15"/>
                    <a:pt x="92" y="15"/>
                  </a:cubicBezTo>
                  <a:cubicBezTo>
                    <a:pt x="92" y="7"/>
                    <a:pt x="85" y="0"/>
                    <a:pt x="77" y="0"/>
                  </a:cubicBezTo>
                  <a:cubicBezTo>
                    <a:pt x="68" y="0"/>
                    <a:pt x="62" y="7"/>
                    <a:pt x="62" y="15"/>
                  </a:cubicBezTo>
                  <a:cubicBezTo>
                    <a:pt x="62" y="63"/>
                    <a:pt x="62" y="63"/>
                    <a:pt x="62" y="63"/>
                  </a:cubicBezTo>
                  <a:cubicBezTo>
                    <a:pt x="14" y="63"/>
                    <a:pt x="14" y="63"/>
                    <a:pt x="14" y="63"/>
                  </a:cubicBezTo>
                  <a:cubicBezTo>
                    <a:pt x="5" y="63"/>
                    <a:pt x="0" y="70"/>
                    <a:pt x="0" y="78"/>
                  </a:cubicBezTo>
                  <a:cubicBezTo>
                    <a:pt x="0" y="85"/>
                    <a:pt x="5" y="92"/>
                    <a:pt x="14" y="92"/>
                  </a:cubicBezTo>
                  <a:cubicBezTo>
                    <a:pt x="62" y="92"/>
                    <a:pt x="62" y="92"/>
                    <a:pt x="62" y="92"/>
                  </a:cubicBezTo>
                  <a:cubicBezTo>
                    <a:pt x="62" y="140"/>
                    <a:pt x="62" y="140"/>
                    <a:pt x="62" y="140"/>
                  </a:cubicBezTo>
                  <a:cubicBezTo>
                    <a:pt x="62" y="148"/>
                    <a:pt x="68" y="155"/>
                    <a:pt x="77" y="155"/>
                  </a:cubicBezTo>
                  <a:cubicBezTo>
                    <a:pt x="85" y="155"/>
                    <a:pt x="92" y="148"/>
                    <a:pt x="92" y="140"/>
                  </a:cubicBezTo>
                  <a:cubicBezTo>
                    <a:pt x="92" y="92"/>
                    <a:pt x="92" y="92"/>
                    <a:pt x="92" y="92"/>
                  </a:cubicBezTo>
                  <a:cubicBezTo>
                    <a:pt x="140" y="92"/>
                    <a:pt x="140" y="92"/>
                    <a:pt x="140" y="92"/>
                  </a:cubicBezTo>
                  <a:cubicBezTo>
                    <a:pt x="148" y="92"/>
                    <a:pt x="155" y="85"/>
                    <a:pt x="155" y="78"/>
                  </a:cubicBezTo>
                  <a:cubicBezTo>
                    <a:pt x="155" y="70"/>
                    <a:pt x="148" y="63"/>
                    <a:pt x="14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4">
              <a:extLst>
                <a:ext uri="{FF2B5EF4-FFF2-40B4-BE49-F238E27FC236}">
                  <a16:creationId xmlns:a16="http://schemas.microsoft.com/office/drawing/2014/main" id="{E399FE0B-24E9-D3F0-93B6-A61072169CE4}"/>
                </a:ext>
              </a:extLst>
            </p:cNvPr>
            <p:cNvSpPr>
              <a:spLocks noChangeArrowheads="1"/>
            </p:cNvSpPr>
            <p:nvPr/>
          </p:nvSpPr>
          <p:spPr bwMode="auto">
            <a:xfrm>
              <a:off x="7548563" y="6159500"/>
              <a:ext cx="11112" cy="11113"/>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4"/>
                    <a:pt x="7" y="31"/>
                    <a:pt x="17" y="31"/>
                  </a:cubicBezTo>
                  <a:cubicBezTo>
                    <a:pt x="25" y="31"/>
                    <a:pt x="32" y="24"/>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5">
              <a:extLst>
                <a:ext uri="{FF2B5EF4-FFF2-40B4-BE49-F238E27FC236}">
                  <a16:creationId xmlns:a16="http://schemas.microsoft.com/office/drawing/2014/main" id="{9A24C53E-FF5F-E03A-B7D6-3FE4DDFA4D1B}"/>
                </a:ext>
              </a:extLst>
            </p:cNvPr>
            <p:cNvSpPr>
              <a:spLocks noChangeArrowheads="1"/>
            </p:cNvSpPr>
            <p:nvPr/>
          </p:nvSpPr>
          <p:spPr bwMode="auto">
            <a:xfrm>
              <a:off x="7548563" y="6205538"/>
              <a:ext cx="11112" cy="11112"/>
            </a:xfrm>
            <a:custGeom>
              <a:avLst/>
              <a:gdLst>
                <a:gd name="T0" fmla="*/ 17 w 33"/>
                <a:gd name="T1" fmla="*/ 0 h 33"/>
                <a:gd name="T2" fmla="*/ 17 w 33"/>
                <a:gd name="T3" fmla="*/ 0 h 33"/>
                <a:gd name="T4" fmla="*/ 0 w 33"/>
                <a:gd name="T5" fmla="*/ 15 h 33"/>
                <a:gd name="T6" fmla="*/ 17 w 33"/>
                <a:gd name="T7" fmla="*/ 32 h 33"/>
                <a:gd name="T8" fmla="*/ 32 w 33"/>
                <a:gd name="T9" fmla="*/ 15 h 33"/>
                <a:gd name="T10" fmla="*/ 17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7" y="0"/>
                  </a:moveTo>
                  <a:lnTo>
                    <a:pt x="17" y="0"/>
                  </a:lnTo>
                  <a:cubicBezTo>
                    <a:pt x="7" y="0"/>
                    <a:pt x="0" y="7"/>
                    <a:pt x="0" y="15"/>
                  </a:cubicBezTo>
                  <a:cubicBezTo>
                    <a:pt x="0" y="25"/>
                    <a:pt x="7" y="32"/>
                    <a:pt x="17" y="32"/>
                  </a:cubicBezTo>
                  <a:cubicBezTo>
                    <a:pt x="25" y="32"/>
                    <a:pt x="32" y="25"/>
                    <a:pt x="32" y="15"/>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6">
              <a:extLst>
                <a:ext uri="{FF2B5EF4-FFF2-40B4-BE49-F238E27FC236}">
                  <a16:creationId xmlns:a16="http://schemas.microsoft.com/office/drawing/2014/main" id="{C64E0E20-DB9B-CD01-CAC9-0F45EA4E9C7F}"/>
                </a:ext>
              </a:extLst>
            </p:cNvPr>
            <p:cNvSpPr>
              <a:spLocks noChangeArrowheads="1"/>
            </p:cNvSpPr>
            <p:nvPr/>
          </p:nvSpPr>
          <p:spPr bwMode="auto">
            <a:xfrm>
              <a:off x="7570788" y="6183313"/>
              <a:ext cx="11112" cy="11112"/>
            </a:xfrm>
            <a:custGeom>
              <a:avLst/>
              <a:gdLst>
                <a:gd name="T0" fmla="*/ 17 w 33"/>
                <a:gd name="T1" fmla="*/ 0 h 32"/>
                <a:gd name="T2" fmla="*/ 17 w 33"/>
                <a:gd name="T3" fmla="*/ 0 h 32"/>
                <a:gd name="T4" fmla="*/ 0 w 33"/>
                <a:gd name="T5" fmla="*/ 16 h 32"/>
                <a:gd name="T6" fmla="*/ 17 w 33"/>
                <a:gd name="T7" fmla="*/ 31 h 32"/>
                <a:gd name="T8" fmla="*/ 32 w 33"/>
                <a:gd name="T9" fmla="*/ 16 h 32"/>
                <a:gd name="T10" fmla="*/ 17 w 33"/>
                <a:gd name="T11" fmla="*/ 0 h 32"/>
              </a:gdLst>
              <a:ahLst/>
              <a:cxnLst>
                <a:cxn ang="0">
                  <a:pos x="T0" y="T1"/>
                </a:cxn>
                <a:cxn ang="0">
                  <a:pos x="T2" y="T3"/>
                </a:cxn>
                <a:cxn ang="0">
                  <a:pos x="T4" y="T5"/>
                </a:cxn>
                <a:cxn ang="0">
                  <a:pos x="T6" y="T7"/>
                </a:cxn>
                <a:cxn ang="0">
                  <a:pos x="T8" y="T9"/>
                </a:cxn>
                <a:cxn ang="0">
                  <a:pos x="T10" y="T11"/>
                </a:cxn>
              </a:cxnLst>
              <a:rect l="0" t="0" r="r" b="b"/>
              <a:pathLst>
                <a:path w="33" h="32">
                  <a:moveTo>
                    <a:pt x="17" y="0"/>
                  </a:moveTo>
                  <a:lnTo>
                    <a:pt x="17" y="0"/>
                  </a:lnTo>
                  <a:cubicBezTo>
                    <a:pt x="7" y="0"/>
                    <a:pt x="0" y="7"/>
                    <a:pt x="0" y="16"/>
                  </a:cubicBezTo>
                  <a:cubicBezTo>
                    <a:pt x="0" y="25"/>
                    <a:pt x="7" y="31"/>
                    <a:pt x="17" y="31"/>
                  </a:cubicBezTo>
                  <a:cubicBezTo>
                    <a:pt x="25" y="31"/>
                    <a:pt x="32" y="25"/>
                    <a:pt x="32" y="16"/>
                  </a:cubicBezTo>
                  <a:cubicBezTo>
                    <a:pt x="32" y="7"/>
                    <a:pt x="25" y="0"/>
                    <a:pt x="1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7">
              <a:extLst>
                <a:ext uri="{FF2B5EF4-FFF2-40B4-BE49-F238E27FC236}">
                  <a16:creationId xmlns:a16="http://schemas.microsoft.com/office/drawing/2014/main" id="{03F2D75D-14DE-9D03-C0AC-3BEFB2CE8669}"/>
                </a:ext>
              </a:extLst>
            </p:cNvPr>
            <p:cNvSpPr>
              <a:spLocks noChangeArrowheads="1"/>
            </p:cNvSpPr>
            <p:nvPr/>
          </p:nvSpPr>
          <p:spPr bwMode="auto">
            <a:xfrm>
              <a:off x="7526338" y="6183313"/>
              <a:ext cx="11112" cy="11112"/>
            </a:xfrm>
            <a:custGeom>
              <a:avLst/>
              <a:gdLst>
                <a:gd name="T0" fmla="*/ 16 w 32"/>
                <a:gd name="T1" fmla="*/ 0 h 32"/>
                <a:gd name="T2" fmla="*/ 16 w 32"/>
                <a:gd name="T3" fmla="*/ 0 h 32"/>
                <a:gd name="T4" fmla="*/ 0 w 32"/>
                <a:gd name="T5" fmla="*/ 16 h 32"/>
                <a:gd name="T6" fmla="*/ 16 w 32"/>
                <a:gd name="T7" fmla="*/ 31 h 32"/>
                <a:gd name="T8" fmla="*/ 31 w 32"/>
                <a:gd name="T9" fmla="*/ 16 h 32"/>
                <a:gd name="T10" fmla="*/ 16 w 32"/>
                <a:gd name="T11" fmla="*/ 0 h 32"/>
              </a:gdLst>
              <a:ahLst/>
              <a:cxnLst>
                <a:cxn ang="0">
                  <a:pos x="T0" y="T1"/>
                </a:cxn>
                <a:cxn ang="0">
                  <a:pos x="T2" y="T3"/>
                </a:cxn>
                <a:cxn ang="0">
                  <a:pos x="T4" y="T5"/>
                </a:cxn>
                <a:cxn ang="0">
                  <a:pos x="T6" y="T7"/>
                </a:cxn>
                <a:cxn ang="0">
                  <a:pos x="T8" y="T9"/>
                </a:cxn>
                <a:cxn ang="0">
                  <a:pos x="T10" y="T11"/>
                </a:cxn>
              </a:cxnLst>
              <a:rect l="0" t="0" r="r" b="b"/>
              <a:pathLst>
                <a:path w="32" h="32">
                  <a:moveTo>
                    <a:pt x="16" y="0"/>
                  </a:moveTo>
                  <a:lnTo>
                    <a:pt x="16" y="0"/>
                  </a:lnTo>
                  <a:cubicBezTo>
                    <a:pt x="7" y="0"/>
                    <a:pt x="0" y="7"/>
                    <a:pt x="0" y="16"/>
                  </a:cubicBezTo>
                  <a:cubicBezTo>
                    <a:pt x="0" y="25"/>
                    <a:pt x="7" y="31"/>
                    <a:pt x="16" y="31"/>
                  </a:cubicBezTo>
                  <a:cubicBezTo>
                    <a:pt x="24" y="31"/>
                    <a:pt x="31" y="25"/>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8">
            <a:extLst>
              <a:ext uri="{FF2B5EF4-FFF2-40B4-BE49-F238E27FC236}">
                <a16:creationId xmlns:a16="http://schemas.microsoft.com/office/drawing/2014/main" id="{270A1EB7-2CF1-7284-9B87-E88D6C58B1F7}"/>
              </a:ext>
            </a:extLst>
          </p:cNvPr>
          <p:cNvSpPr>
            <a:spLocks noChangeArrowheads="1"/>
          </p:cNvSpPr>
          <p:nvPr/>
        </p:nvSpPr>
        <p:spPr bwMode="auto">
          <a:xfrm>
            <a:off x="9018711" y="5686847"/>
            <a:ext cx="190500" cy="254000"/>
          </a:xfrm>
          <a:custGeom>
            <a:avLst/>
            <a:gdLst>
              <a:gd name="T0" fmla="*/ 329 w 531"/>
              <a:gd name="T1" fmla="*/ 222 h 706"/>
              <a:gd name="T2" fmla="*/ 329 w 531"/>
              <a:gd name="T3" fmla="*/ 222 h 706"/>
              <a:gd name="T4" fmla="*/ 407 w 531"/>
              <a:gd name="T5" fmla="*/ 144 h 706"/>
              <a:gd name="T6" fmla="*/ 407 w 531"/>
              <a:gd name="T7" fmla="*/ 123 h 706"/>
              <a:gd name="T8" fmla="*/ 386 w 531"/>
              <a:gd name="T9" fmla="*/ 123 h 706"/>
              <a:gd name="T10" fmla="*/ 308 w 531"/>
              <a:gd name="T11" fmla="*/ 201 h 706"/>
              <a:gd name="T12" fmla="*/ 112 w 531"/>
              <a:gd name="T13" fmla="*/ 4 h 706"/>
              <a:gd name="T14" fmla="*/ 101 w 531"/>
              <a:gd name="T15" fmla="*/ 0 h 706"/>
              <a:gd name="T16" fmla="*/ 91 w 531"/>
              <a:gd name="T17" fmla="*/ 4 h 706"/>
              <a:gd name="T18" fmla="*/ 0 w 531"/>
              <a:gd name="T19" fmla="*/ 222 h 706"/>
              <a:gd name="T20" fmla="*/ 91 w 531"/>
              <a:gd name="T21" fmla="*/ 439 h 706"/>
              <a:gd name="T22" fmla="*/ 147 w 531"/>
              <a:gd name="T23" fmla="*/ 484 h 706"/>
              <a:gd name="T24" fmla="*/ 147 w 531"/>
              <a:gd name="T25" fmla="*/ 485 h 706"/>
              <a:gd name="T26" fmla="*/ 147 w 531"/>
              <a:gd name="T27" fmla="*/ 588 h 706"/>
              <a:gd name="T28" fmla="*/ 59 w 531"/>
              <a:gd name="T29" fmla="*/ 690 h 706"/>
              <a:gd name="T30" fmla="*/ 64 w 531"/>
              <a:gd name="T31" fmla="*/ 701 h 706"/>
              <a:gd name="T32" fmla="*/ 75 w 531"/>
              <a:gd name="T33" fmla="*/ 705 h 706"/>
              <a:gd name="T34" fmla="*/ 250 w 531"/>
              <a:gd name="T35" fmla="*/ 705 h 706"/>
              <a:gd name="T36" fmla="*/ 260 w 531"/>
              <a:gd name="T37" fmla="*/ 701 h 706"/>
              <a:gd name="T38" fmla="*/ 264 w 531"/>
              <a:gd name="T39" fmla="*/ 690 h 706"/>
              <a:gd name="T40" fmla="*/ 197 w 531"/>
              <a:gd name="T41" fmla="*/ 594 h 706"/>
              <a:gd name="T42" fmla="*/ 286 w 531"/>
              <a:gd name="T43" fmla="*/ 528 h 706"/>
              <a:gd name="T44" fmla="*/ 308 w 531"/>
              <a:gd name="T45" fmla="*/ 529 h 706"/>
              <a:gd name="T46" fmla="*/ 526 w 531"/>
              <a:gd name="T47" fmla="*/ 439 h 706"/>
              <a:gd name="T48" fmla="*/ 530 w 531"/>
              <a:gd name="T49" fmla="*/ 429 h 706"/>
              <a:gd name="T50" fmla="*/ 526 w 531"/>
              <a:gd name="T51" fmla="*/ 418 h 706"/>
              <a:gd name="T52" fmla="*/ 329 w 531"/>
              <a:gd name="T53" fmla="*/ 222 h 706"/>
              <a:gd name="T54" fmla="*/ 234 w 531"/>
              <a:gd name="T55" fmla="*/ 676 h 706"/>
              <a:gd name="T56" fmla="*/ 234 w 531"/>
              <a:gd name="T57" fmla="*/ 676 h 706"/>
              <a:gd name="T58" fmla="*/ 90 w 531"/>
              <a:gd name="T59" fmla="*/ 676 h 706"/>
              <a:gd name="T60" fmla="*/ 110 w 531"/>
              <a:gd name="T61" fmla="*/ 638 h 706"/>
              <a:gd name="T62" fmla="*/ 162 w 531"/>
              <a:gd name="T63" fmla="*/ 617 h 706"/>
              <a:gd name="T64" fmla="*/ 213 w 531"/>
              <a:gd name="T65" fmla="*/ 638 h 706"/>
              <a:gd name="T66" fmla="*/ 234 w 531"/>
              <a:gd name="T67" fmla="*/ 676 h 706"/>
              <a:gd name="T68" fmla="*/ 176 w 531"/>
              <a:gd name="T69" fmla="*/ 573 h 706"/>
              <a:gd name="T70" fmla="*/ 176 w 531"/>
              <a:gd name="T71" fmla="*/ 573 h 706"/>
              <a:gd name="T72" fmla="*/ 176 w 531"/>
              <a:gd name="T73" fmla="*/ 499 h 706"/>
              <a:gd name="T74" fmla="*/ 245 w 531"/>
              <a:gd name="T75" fmla="*/ 523 h 706"/>
              <a:gd name="T76" fmla="*/ 176 w 531"/>
              <a:gd name="T77" fmla="*/ 573 h 706"/>
              <a:gd name="T78" fmla="*/ 112 w 531"/>
              <a:gd name="T79" fmla="*/ 418 h 706"/>
              <a:gd name="T80" fmla="*/ 112 w 531"/>
              <a:gd name="T81" fmla="*/ 418 h 706"/>
              <a:gd name="T82" fmla="*/ 31 w 531"/>
              <a:gd name="T83" fmla="*/ 222 h 706"/>
              <a:gd name="T84" fmla="*/ 102 w 531"/>
              <a:gd name="T85" fmla="*/ 35 h 706"/>
              <a:gd name="T86" fmla="*/ 495 w 531"/>
              <a:gd name="T87" fmla="*/ 428 h 706"/>
              <a:gd name="T88" fmla="*/ 308 w 531"/>
              <a:gd name="T89" fmla="*/ 501 h 706"/>
              <a:gd name="T90" fmla="*/ 112 w 531"/>
              <a:gd name="T91" fmla="*/ 418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1" h="706">
                <a:moveTo>
                  <a:pt x="329" y="222"/>
                </a:moveTo>
                <a:lnTo>
                  <a:pt x="329" y="222"/>
                </a:lnTo>
                <a:cubicBezTo>
                  <a:pt x="407" y="144"/>
                  <a:pt x="407" y="144"/>
                  <a:pt x="407" y="144"/>
                </a:cubicBezTo>
                <a:cubicBezTo>
                  <a:pt x="412" y="138"/>
                  <a:pt x="412" y="130"/>
                  <a:pt x="407" y="123"/>
                </a:cubicBezTo>
                <a:cubicBezTo>
                  <a:pt x="401" y="118"/>
                  <a:pt x="392" y="118"/>
                  <a:pt x="386" y="123"/>
                </a:cubicBezTo>
                <a:cubicBezTo>
                  <a:pt x="308" y="201"/>
                  <a:pt x="308" y="201"/>
                  <a:pt x="308" y="201"/>
                </a:cubicBezTo>
                <a:cubicBezTo>
                  <a:pt x="112" y="4"/>
                  <a:pt x="112" y="4"/>
                  <a:pt x="112" y="4"/>
                </a:cubicBezTo>
                <a:cubicBezTo>
                  <a:pt x="109" y="2"/>
                  <a:pt x="105" y="0"/>
                  <a:pt x="101" y="0"/>
                </a:cubicBezTo>
                <a:cubicBezTo>
                  <a:pt x="98" y="0"/>
                  <a:pt x="94" y="1"/>
                  <a:pt x="91" y="4"/>
                </a:cubicBezTo>
                <a:cubicBezTo>
                  <a:pt x="31" y="64"/>
                  <a:pt x="0" y="144"/>
                  <a:pt x="0" y="222"/>
                </a:cubicBezTo>
                <a:cubicBezTo>
                  <a:pt x="0" y="300"/>
                  <a:pt x="31" y="380"/>
                  <a:pt x="91" y="439"/>
                </a:cubicBezTo>
                <a:cubicBezTo>
                  <a:pt x="109" y="457"/>
                  <a:pt x="128" y="472"/>
                  <a:pt x="147" y="484"/>
                </a:cubicBezTo>
                <a:cubicBezTo>
                  <a:pt x="147" y="484"/>
                  <a:pt x="147" y="484"/>
                  <a:pt x="147" y="485"/>
                </a:cubicBezTo>
                <a:cubicBezTo>
                  <a:pt x="147" y="588"/>
                  <a:pt x="147" y="588"/>
                  <a:pt x="147" y="588"/>
                </a:cubicBezTo>
                <a:cubicBezTo>
                  <a:pt x="98" y="597"/>
                  <a:pt x="59" y="639"/>
                  <a:pt x="59" y="690"/>
                </a:cubicBezTo>
                <a:cubicBezTo>
                  <a:pt x="59" y="694"/>
                  <a:pt x="61" y="698"/>
                  <a:pt x="64" y="701"/>
                </a:cubicBezTo>
                <a:cubicBezTo>
                  <a:pt x="66" y="704"/>
                  <a:pt x="70" y="705"/>
                  <a:pt x="75" y="705"/>
                </a:cubicBezTo>
                <a:cubicBezTo>
                  <a:pt x="250" y="705"/>
                  <a:pt x="250" y="705"/>
                  <a:pt x="250" y="705"/>
                </a:cubicBezTo>
                <a:cubicBezTo>
                  <a:pt x="254" y="705"/>
                  <a:pt x="257" y="704"/>
                  <a:pt x="260" y="701"/>
                </a:cubicBezTo>
                <a:cubicBezTo>
                  <a:pt x="263" y="698"/>
                  <a:pt x="264" y="694"/>
                  <a:pt x="264" y="690"/>
                </a:cubicBezTo>
                <a:cubicBezTo>
                  <a:pt x="264" y="646"/>
                  <a:pt x="237" y="609"/>
                  <a:pt x="197" y="594"/>
                </a:cubicBezTo>
                <a:cubicBezTo>
                  <a:pt x="286" y="528"/>
                  <a:pt x="286" y="528"/>
                  <a:pt x="286" y="528"/>
                </a:cubicBezTo>
                <a:cubicBezTo>
                  <a:pt x="293" y="528"/>
                  <a:pt x="301" y="529"/>
                  <a:pt x="308" y="529"/>
                </a:cubicBezTo>
                <a:cubicBezTo>
                  <a:pt x="388" y="529"/>
                  <a:pt x="466" y="499"/>
                  <a:pt x="526" y="439"/>
                </a:cubicBezTo>
                <a:cubicBezTo>
                  <a:pt x="529" y="436"/>
                  <a:pt x="530" y="433"/>
                  <a:pt x="530" y="429"/>
                </a:cubicBezTo>
                <a:cubicBezTo>
                  <a:pt x="530" y="425"/>
                  <a:pt x="529" y="421"/>
                  <a:pt x="526" y="418"/>
                </a:cubicBezTo>
                <a:lnTo>
                  <a:pt x="329" y="222"/>
                </a:lnTo>
                <a:close/>
                <a:moveTo>
                  <a:pt x="234" y="676"/>
                </a:moveTo>
                <a:lnTo>
                  <a:pt x="234" y="676"/>
                </a:lnTo>
                <a:cubicBezTo>
                  <a:pt x="90" y="676"/>
                  <a:pt x="90" y="676"/>
                  <a:pt x="90" y="676"/>
                </a:cubicBezTo>
                <a:cubicBezTo>
                  <a:pt x="94" y="661"/>
                  <a:pt x="101" y="649"/>
                  <a:pt x="110" y="638"/>
                </a:cubicBezTo>
                <a:cubicBezTo>
                  <a:pt x="124" y="626"/>
                  <a:pt x="142" y="617"/>
                  <a:pt x="162" y="617"/>
                </a:cubicBezTo>
                <a:cubicBezTo>
                  <a:pt x="182" y="617"/>
                  <a:pt x="201" y="626"/>
                  <a:pt x="213" y="638"/>
                </a:cubicBezTo>
                <a:cubicBezTo>
                  <a:pt x="224" y="649"/>
                  <a:pt x="231" y="661"/>
                  <a:pt x="234" y="676"/>
                </a:cubicBezTo>
                <a:close/>
                <a:moveTo>
                  <a:pt x="176" y="573"/>
                </a:moveTo>
                <a:lnTo>
                  <a:pt x="176" y="573"/>
                </a:lnTo>
                <a:cubicBezTo>
                  <a:pt x="176" y="499"/>
                  <a:pt x="176" y="499"/>
                  <a:pt x="176" y="499"/>
                </a:cubicBezTo>
                <a:cubicBezTo>
                  <a:pt x="198" y="510"/>
                  <a:pt x="221" y="517"/>
                  <a:pt x="245" y="523"/>
                </a:cubicBezTo>
                <a:lnTo>
                  <a:pt x="176" y="573"/>
                </a:lnTo>
                <a:close/>
                <a:moveTo>
                  <a:pt x="112" y="418"/>
                </a:moveTo>
                <a:lnTo>
                  <a:pt x="112" y="418"/>
                </a:lnTo>
                <a:cubicBezTo>
                  <a:pt x="57" y="365"/>
                  <a:pt x="31" y="293"/>
                  <a:pt x="31" y="222"/>
                </a:cubicBezTo>
                <a:cubicBezTo>
                  <a:pt x="31" y="155"/>
                  <a:pt x="54" y="89"/>
                  <a:pt x="102" y="35"/>
                </a:cubicBezTo>
                <a:cubicBezTo>
                  <a:pt x="495" y="428"/>
                  <a:pt x="495" y="428"/>
                  <a:pt x="495" y="428"/>
                </a:cubicBezTo>
                <a:cubicBezTo>
                  <a:pt x="441" y="476"/>
                  <a:pt x="375" y="501"/>
                  <a:pt x="308" y="501"/>
                </a:cubicBezTo>
                <a:cubicBezTo>
                  <a:pt x="237" y="501"/>
                  <a:pt x="167" y="473"/>
                  <a:pt x="112" y="418"/>
                </a:cubicBezTo>
                <a:close/>
              </a:path>
            </a:pathLst>
          </a:custGeom>
          <a:solidFill>
            <a:schemeClr val="accent4"/>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3FA024FC-5033-735A-83FD-5865CC9F7A61}"/>
              </a:ext>
            </a:extLst>
          </p:cNvPr>
          <p:cNvGrpSpPr/>
          <p:nvPr/>
        </p:nvGrpSpPr>
        <p:grpSpPr>
          <a:xfrm>
            <a:off x="11012611" y="5157416"/>
            <a:ext cx="231775" cy="254000"/>
            <a:chOff x="9871075" y="5503863"/>
            <a:chExt cx="231775" cy="254000"/>
          </a:xfrm>
          <a:solidFill>
            <a:schemeClr val="accent4"/>
          </a:solidFill>
        </p:grpSpPr>
        <p:sp>
          <p:nvSpPr>
            <p:cNvPr id="336" name="Freeform 279">
              <a:extLst>
                <a:ext uri="{FF2B5EF4-FFF2-40B4-BE49-F238E27FC236}">
                  <a16:creationId xmlns:a16="http://schemas.microsoft.com/office/drawing/2014/main" id="{321E35E1-CE99-0F76-1DAB-431395F4000A}"/>
                </a:ext>
              </a:extLst>
            </p:cNvPr>
            <p:cNvSpPr>
              <a:spLocks noChangeArrowheads="1"/>
            </p:cNvSpPr>
            <p:nvPr/>
          </p:nvSpPr>
          <p:spPr bwMode="auto">
            <a:xfrm>
              <a:off x="9871075" y="5503863"/>
              <a:ext cx="231775" cy="254000"/>
            </a:xfrm>
            <a:custGeom>
              <a:avLst/>
              <a:gdLst>
                <a:gd name="T0" fmla="*/ 645 w 646"/>
                <a:gd name="T1" fmla="*/ 160 h 704"/>
                <a:gd name="T2" fmla="*/ 645 w 646"/>
                <a:gd name="T3" fmla="*/ 160 h 704"/>
                <a:gd name="T4" fmla="*/ 645 w 646"/>
                <a:gd name="T5" fmla="*/ 160 h 704"/>
                <a:gd name="T6" fmla="*/ 645 w 646"/>
                <a:gd name="T7" fmla="*/ 160 h 704"/>
                <a:gd name="T8" fmla="*/ 644 w 646"/>
                <a:gd name="T9" fmla="*/ 155 h 704"/>
                <a:gd name="T10" fmla="*/ 644 w 646"/>
                <a:gd name="T11" fmla="*/ 154 h 704"/>
                <a:gd name="T12" fmla="*/ 642 w 646"/>
                <a:gd name="T13" fmla="*/ 154 h 704"/>
                <a:gd name="T14" fmla="*/ 577 w 646"/>
                <a:gd name="T15" fmla="*/ 35 h 704"/>
                <a:gd name="T16" fmla="*/ 512 w 646"/>
                <a:gd name="T17" fmla="*/ 0 h 704"/>
                <a:gd name="T18" fmla="*/ 133 w 646"/>
                <a:gd name="T19" fmla="*/ 0 h 704"/>
                <a:gd name="T20" fmla="*/ 69 w 646"/>
                <a:gd name="T21" fmla="*/ 35 h 704"/>
                <a:gd name="T22" fmla="*/ 3 w 646"/>
                <a:gd name="T23" fmla="*/ 154 h 704"/>
                <a:gd name="T24" fmla="*/ 1 w 646"/>
                <a:gd name="T25" fmla="*/ 154 h 704"/>
                <a:gd name="T26" fmla="*/ 1 w 646"/>
                <a:gd name="T27" fmla="*/ 155 h 704"/>
                <a:gd name="T28" fmla="*/ 0 w 646"/>
                <a:gd name="T29" fmla="*/ 160 h 704"/>
                <a:gd name="T30" fmla="*/ 0 w 646"/>
                <a:gd name="T31" fmla="*/ 160 h 704"/>
                <a:gd name="T32" fmla="*/ 0 w 646"/>
                <a:gd name="T33" fmla="*/ 160 h 704"/>
                <a:gd name="T34" fmla="*/ 0 w 646"/>
                <a:gd name="T35" fmla="*/ 160 h 704"/>
                <a:gd name="T36" fmla="*/ 0 w 646"/>
                <a:gd name="T37" fmla="*/ 365 h 704"/>
                <a:gd name="T38" fmla="*/ 0 w 646"/>
                <a:gd name="T39" fmla="*/ 541 h 704"/>
                <a:gd name="T40" fmla="*/ 44 w 646"/>
                <a:gd name="T41" fmla="*/ 585 h 704"/>
                <a:gd name="T42" fmla="*/ 294 w 646"/>
                <a:gd name="T43" fmla="*/ 585 h 704"/>
                <a:gd name="T44" fmla="*/ 294 w 646"/>
                <a:gd name="T45" fmla="*/ 672 h 704"/>
                <a:gd name="T46" fmla="*/ 74 w 646"/>
                <a:gd name="T47" fmla="*/ 672 h 704"/>
                <a:gd name="T48" fmla="*/ 59 w 646"/>
                <a:gd name="T49" fmla="*/ 688 h 704"/>
                <a:gd name="T50" fmla="*/ 74 w 646"/>
                <a:gd name="T51" fmla="*/ 703 h 704"/>
                <a:gd name="T52" fmla="*/ 542 w 646"/>
                <a:gd name="T53" fmla="*/ 703 h 704"/>
                <a:gd name="T54" fmla="*/ 557 w 646"/>
                <a:gd name="T55" fmla="*/ 688 h 704"/>
                <a:gd name="T56" fmla="*/ 542 w 646"/>
                <a:gd name="T57" fmla="*/ 672 h 704"/>
                <a:gd name="T58" fmla="*/ 323 w 646"/>
                <a:gd name="T59" fmla="*/ 672 h 704"/>
                <a:gd name="T60" fmla="*/ 323 w 646"/>
                <a:gd name="T61" fmla="*/ 585 h 704"/>
                <a:gd name="T62" fmla="*/ 601 w 646"/>
                <a:gd name="T63" fmla="*/ 585 h 704"/>
                <a:gd name="T64" fmla="*/ 645 w 646"/>
                <a:gd name="T65" fmla="*/ 541 h 704"/>
                <a:gd name="T66" fmla="*/ 645 w 646"/>
                <a:gd name="T67" fmla="*/ 365 h 704"/>
                <a:gd name="T68" fmla="*/ 645 w 646"/>
                <a:gd name="T69" fmla="*/ 160 h 704"/>
                <a:gd name="T70" fmla="*/ 30 w 646"/>
                <a:gd name="T71" fmla="*/ 176 h 704"/>
                <a:gd name="T72" fmla="*/ 30 w 646"/>
                <a:gd name="T73" fmla="*/ 176 h 704"/>
                <a:gd name="T74" fmla="*/ 615 w 646"/>
                <a:gd name="T75" fmla="*/ 176 h 704"/>
                <a:gd name="T76" fmla="*/ 615 w 646"/>
                <a:gd name="T77" fmla="*/ 351 h 704"/>
                <a:gd name="T78" fmla="*/ 30 w 646"/>
                <a:gd name="T79" fmla="*/ 351 h 704"/>
                <a:gd name="T80" fmla="*/ 30 w 646"/>
                <a:gd name="T81" fmla="*/ 176 h 704"/>
                <a:gd name="T82" fmla="*/ 95 w 646"/>
                <a:gd name="T83" fmla="*/ 51 h 704"/>
                <a:gd name="T84" fmla="*/ 95 w 646"/>
                <a:gd name="T85" fmla="*/ 51 h 704"/>
                <a:gd name="T86" fmla="*/ 133 w 646"/>
                <a:gd name="T87" fmla="*/ 29 h 704"/>
                <a:gd name="T88" fmla="*/ 512 w 646"/>
                <a:gd name="T89" fmla="*/ 29 h 704"/>
                <a:gd name="T90" fmla="*/ 551 w 646"/>
                <a:gd name="T91" fmla="*/ 51 h 704"/>
                <a:gd name="T92" fmla="*/ 605 w 646"/>
                <a:gd name="T93" fmla="*/ 145 h 704"/>
                <a:gd name="T94" fmla="*/ 40 w 646"/>
                <a:gd name="T95" fmla="*/ 145 h 704"/>
                <a:gd name="T96" fmla="*/ 95 w 646"/>
                <a:gd name="T97" fmla="*/ 51 h 704"/>
                <a:gd name="T98" fmla="*/ 601 w 646"/>
                <a:gd name="T99" fmla="*/ 556 h 704"/>
                <a:gd name="T100" fmla="*/ 601 w 646"/>
                <a:gd name="T101" fmla="*/ 556 h 704"/>
                <a:gd name="T102" fmla="*/ 44 w 646"/>
                <a:gd name="T103" fmla="*/ 556 h 704"/>
                <a:gd name="T104" fmla="*/ 30 w 646"/>
                <a:gd name="T105" fmla="*/ 541 h 704"/>
                <a:gd name="T106" fmla="*/ 30 w 646"/>
                <a:gd name="T107" fmla="*/ 380 h 704"/>
                <a:gd name="T108" fmla="*/ 615 w 646"/>
                <a:gd name="T109" fmla="*/ 380 h 704"/>
                <a:gd name="T110" fmla="*/ 615 w 646"/>
                <a:gd name="T111" fmla="*/ 541 h 704"/>
                <a:gd name="T112" fmla="*/ 601 w 646"/>
                <a:gd name="T113" fmla="*/ 55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46" h="704">
                  <a:moveTo>
                    <a:pt x="645" y="160"/>
                  </a:moveTo>
                  <a:lnTo>
                    <a:pt x="645" y="160"/>
                  </a:lnTo>
                  <a:lnTo>
                    <a:pt x="645" y="160"/>
                  </a:lnTo>
                  <a:lnTo>
                    <a:pt x="645" y="160"/>
                  </a:lnTo>
                  <a:cubicBezTo>
                    <a:pt x="645" y="159"/>
                    <a:pt x="644" y="156"/>
                    <a:pt x="644" y="155"/>
                  </a:cubicBezTo>
                  <a:cubicBezTo>
                    <a:pt x="644" y="155"/>
                    <a:pt x="644" y="155"/>
                    <a:pt x="644" y="154"/>
                  </a:cubicBezTo>
                  <a:cubicBezTo>
                    <a:pt x="642" y="154"/>
                    <a:pt x="642" y="154"/>
                    <a:pt x="642" y="154"/>
                  </a:cubicBezTo>
                  <a:cubicBezTo>
                    <a:pt x="577" y="35"/>
                    <a:pt x="577" y="35"/>
                    <a:pt x="577" y="35"/>
                  </a:cubicBezTo>
                  <a:cubicBezTo>
                    <a:pt x="563" y="14"/>
                    <a:pt x="540" y="0"/>
                    <a:pt x="512" y="0"/>
                  </a:cubicBezTo>
                  <a:cubicBezTo>
                    <a:pt x="133" y="0"/>
                    <a:pt x="133" y="0"/>
                    <a:pt x="133" y="0"/>
                  </a:cubicBezTo>
                  <a:cubicBezTo>
                    <a:pt x="106" y="0"/>
                    <a:pt x="82" y="14"/>
                    <a:pt x="69" y="35"/>
                  </a:cubicBezTo>
                  <a:cubicBezTo>
                    <a:pt x="3" y="154"/>
                    <a:pt x="3" y="154"/>
                    <a:pt x="3" y="154"/>
                  </a:cubicBezTo>
                  <a:cubicBezTo>
                    <a:pt x="3" y="154"/>
                    <a:pt x="3" y="154"/>
                    <a:pt x="1" y="154"/>
                  </a:cubicBezTo>
                  <a:cubicBezTo>
                    <a:pt x="1" y="155"/>
                    <a:pt x="1" y="155"/>
                    <a:pt x="1" y="155"/>
                  </a:cubicBezTo>
                  <a:cubicBezTo>
                    <a:pt x="1" y="156"/>
                    <a:pt x="0" y="159"/>
                    <a:pt x="0" y="160"/>
                  </a:cubicBezTo>
                  <a:lnTo>
                    <a:pt x="0" y="160"/>
                  </a:lnTo>
                  <a:lnTo>
                    <a:pt x="0" y="160"/>
                  </a:lnTo>
                  <a:lnTo>
                    <a:pt x="0" y="160"/>
                  </a:lnTo>
                  <a:cubicBezTo>
                    <a:pt x="0" y="365"/>
                    <a:pt x="0" y="365"/>
                    <a:pt x="0" y="365"/>
                  </a:cubicBezTo>
                  <a:cubicBezTo>
                    <a:pt x="0" y="541"/>
                    <a:pt x="0" y="541"/>
                    <a:pt x="0" y="541"/>
                  </a:cubicBezTo>
                  <a:cubicBezTo>
                    <a:pt x="0" y="565"/>
                    <a:pt x="21" y="585"/>
                    <a:pt x="44" y="585"/>
                  </a:cubicBezTo>
                  <a:cubicBezTo>
                    <a:pt x="294" y="585"/>
                    <a:pt x="294" y="585"/>
                    <a:pt x="294" y="585"/>
                  </a:cubicBezTo>
                  <a:cubicBezTo>
                    <a:pt x="294" y="672"/>
                    <a:pt x="294" y="672"/>
                    <a:pt x="294" y="672"/>
                  </a:cubicBezTo>
                  <a:cubicBezTo>
                    <a:pt x="74" y="672"/>
                    <a:pt x="74" y="672"/>
                    <a:pt x="74" y="672"/>
                  </a:cubicBezTo>
                  <a:cubicBezTo>
                    <a:pt x="66" y="672"/>
                    <a:pt x="59" y="679"/>
                    <a:pt x="59" y="688"/>
                  </a:cubicBezTo>
                  <a:cubicBezTo>
                    <a:pt x="59" y="696"/>
                    <a:pt x="66" y="703"/>
                    <a:pt x="74" y="703"/>
                  </a:cubicBezTo>
                  <a:cubicBezTo>
                    <a:pt x="542" y="703"/>
                    <a:pt x="542" y="703"/>
                    <a:pt x="542" y="703"/>
                  </a:cubicBezTo>
                  <a:cubicBezTo>
                    <a:pt x="551" y="703"/>
                    <a:pt x="557" y="696"/>
                    <a:pt x="557" y="688"/>
                  </a:cubicBezTo>
                  <a:cubicBezTo>
                    <a:pt x="557" y="679"/>
                    <a:pt x="551" y="672"/>
                    <a:pt x="542" y="672"/>
                  </a:cubicBezTo>
                  <a:cubicBezTo>
                    <a:pt x="323" y="672"/>
                    <a:pt x="323" y="672"/>
                    <a:pt x="323" y="672"/>
                  </a:cubicBezTo>
                  <a:cubicBezTo>
                    <a:pt x="323" y="585"/>
                    <a:pt x="323" y="585"/>
                    <a:pt x="323" y="585"/>
                  </a:cubicBezTo>
                  <a:cubicBezTo>
                    <a:pt x="601" y="585"/>
                    <a:pt x="601" y="585"/>
                    <a:pt x="601" y="585"/>
                  </a:cubicBezTo>
                  <a:cubicBezTo>
                    <a:pt x="625" y="585"/>
                    <a:pt x="645" y="565"/>
                    <a:pt x="645" y="541"/>
                  </a:cubicBezTo>
                  <a:cubicBezTo>
                    <a:pt x="645" y="365"/>
                    <a:pt x="645" y="365"/>
                    <a:pt x="645" y="365"/>
                  </a:cubicBezTo>
                  <a:cubicBezTo>
                    <a:pt x="645" y="160"/>
                    <a:pt x="645" y="160"/>
                    <a:pt x="645" y="160"/>
                  </a:cubicBezTo>
                  <a:close/>
                  <a:moveTo>
                    <a:pt x="30" y="176"/>
                  </a:moveTo>
                  <a:lnTo>
                    <a:pt x="30" y="176"/>
                  </a:lnTo>
                  <a:cubicBezTo>
                    <a:pt x="615" y="176"/>
                    <a:pt x="615" y="176"/>
                    <a:pt x="615" y="176"/>
                  </a:cubicBezTo>
                  <a:cubicBezTo>
                    <a:pt x="615" y="351"/>
                    <a:pt x="615" y="351"/>
                    <a:pt x="615" y="351"/>
                  </a:cubicBezTo>
                  <a:cubicBezTo>
                    <a:pt x="30" y="351"/>
                    <a:pt x="30" y="351"/>
                    <a:pt x="30" y="351"/>
                  </a:cubicBezTo>
                  <a:lnTo>
                    <a:pt x="30" y="176"/>
                  </a:lnTo>
                  <a:close/>
                  <a:moveTo>
                    <a:pt x="95" y="51"/>
                  </a:moveTo>
                  <a:lnTo>
                    <a:pt x="95" y="51"/>
                  </a:lnTo>
                  <a:cubicBezTo>
                    <a:pt x="102" y="37"/>
                    <a:pt x="117" y="29"/>
                    <a:pt x="133" y="29"/>
                  </a:cubicBezTo>
                  <a:cubicBezTo>
                    <a:pt x="512" y="29"/>
                    <a:pt x="512" y="29"/>
                    <a:pt x="512" y="29"/>
                  </a:cubicBezTo>
                  <a:cubicBezTo>
                    <a:pt x="529" y="29"/>
                    <a:pt x="544" y="37"/>
                    <a:pt x="551" y="51"/>
                  </a:cubicBezTo>
                  <a:cubicBezTo>
                    <a:pt x="605" y="145"/>
                    <a:pt x="605" y="145"/>
                    <a:pt x="605" y="145"/>
                  </a:cubicBezTo>
                  <a:cubicBezTo>
                    <a:pt x="40" y="145"/>
                    <a:pt x="40" y="145"/>
                    <a:pt x="40" y="145"/>
                  </a:cubicBezTo>
                  <a:lnTo>
                    <a:pt x="95" y="51"/>
                  </a:lnTo>
                  <a:close/>
                  <a:moveTo>
                    <a:pt x="601" y="556"/>
                  </a:moveTo>
                  <a:lnTo>
                    <a:pt x="601" y="556"/>
                  </a:lnTo>
                  <a:cubicBezTo>
                    <a:pt x="44" y="556"/>
                    <a:pt x="44" y="556"/>
                    <a:pt x="44" y="556"/>
                  </a:cubicBezTo>
                  <a:cubicBezTo>
                    <a:pt x="36" y="556"/>
                    <a:pt x="30" y="549"/>
                    <a:pt x="30" y="541"/>
                  </a:cubicBezTo>
                  <a:cubicBezTo>
                    <a:pt x="30" y="380"/>
                    <a:pt x="30" y="380"/>
                    <a:pt x="30" y="380"/>
                  </a:cubicBezTo>
                  <a:cubicBezTo>
                    <a:pt x="615" y="380"/>
                    <a:pt x="615" y="380"/>
                    <a:pt x="615" y="380"/>
                  </a:cubicBezTo>
                  <a:cubicBezTo>
                    <a:pt x="615" y="541"/>
                    <a:pt x="615" y="541"/>
                    <a:pt x="615" y="541"/>
                  </a:cubicBezTo>
                  <a:cubicBezTo>
                    <a:pt x="615" y="549"/>
                    <a:pt x="610" y="556"/>
                    <a:pt x="601" y="5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80">
              <a:extLst>
                <a:ext uri="{FF2B5EF4-FFF2-40B4-BE49-F238E27FC236}">
                  <a16:creationId xmlns:a16="http://schemas.microsoft.com/office/drawing/2014/main" id="{4B94BBF1-5E34-4697-8613-0D02291BB473}"/>
                </a:ext>
              </a:extLst>
            </p:cNvPr>
            <p:cNvSpPr>
              <a:spLocks noChangeArrowheads="1"/>
            </p:cNvSpPr>
            <p:nvPr/>
          </p:nvSpPr>
          <p:spPr bwMode="auto">
            <a:xfrm>
              <a:off x="9902825" y="5588000"/>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4"/>
                    <a:pt x="0" y="30"/>
                  </a:cubicBezTo>
                  <a:cubicBezTo>
                    <a:pt x="0" y="45"/>
                    <a:pt x="14" y="59"/>
                    <a:pt x="30" y="59"/>
                  </a:cubicBezTo>
                  <a:cubicBezTo>
                    <a:pt x="45" y="59"/>
                    <a:pt x="59" y="45"/>
                    <a:pt x="59" y="30"/>
                  </a:cubicBezTo>
                  <a:cubicBezTo>
                    <a:pt x="59" y="14"/>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81">
              <a:extLst>
                <a:ext uri="{FF2B5EF4-FFF2-40B4-BE49-F238E27FC236}">
                  <a16:creationId xmlns:a16="http://schemas.microsoft.com/office/drawing/2014/main" id="{E6596BF2-1C54-FACE-6B6B-4267F3517CB7}"/>
                </a:ext>
              </a:extLst>
            </p:cNvPr>
            <p:cNvSpPr>
              <a:spLocks noChangeArrowheads="1"/>
            </p:cNvSpPr>
            <p:nvPr/>
          </p:nvSpPr>
          <p:spPr bwMode="auto">
            <a:xfrm>
              <a:off x="9902825" y="5661025"/>
              <a:ext cx="22225" cy="20638"/>
            </a:xfrm>
            <a:custGeom>
              <a:avLst/>
              <a:gdLst>
                <a:gd name="T0" fmla="*/ 30 w 60"/>
                <a:gd name="T1" fmla="*/ 0 h 59"/>
                <a:gd name="T2" fmla="*/ 30 w 60"/>
                <a:gd name="T3" fmla="*/ 0 h 59"/>
                <a:gd name="T4" fmla="*/ 0 w 60"/>
                <a:gd name="T5" fmla="*/ 29 h 59"/>
                <a:gd name="T6" fmla="*/ 30 w 60"/>
                <a:gd name="T7" fmla="*/ 58 h 59"/>
                <a:gd name="T8" fmla="*/ 59 w 60"/>
                <a:gd name="T9" fmla="*/ 29 h 59"/>
                <a:gd name="T10" fmla="*/ 30 w 60"/>
                <a:gd name="T11" fmla="*/ 0 h 59"/>
              </a:gdLst>
              <a:ahLst/>
              <a:cxnLst>
                <a:cxn ang="0">
                  <a:pos x="T0" y="T1"/>
                </a:cxn>
                <a:cxn ang="0">
                  <a:pos x="T2" y="T3"/>
                </a:cxn>
                <a:cxn ang="0">
                  <a:pos x="T4" y="T5"/>
                </a:cxn>
                <a:cxn ang="0">
                  <a:pos x="T6" y="T7"/>
                </a:cxn>
                <a:cxn ang="0">
                  <a:pos x="T8" y="T9"/>
                </a:cxn>
                <a:cxn ang="0">
                  <a:pos x="T10" y="T11"/>
                </a:cxn>
              </a:cxnLst>
              <a:rect l="0" t="0" r="r" b="b"/>
              <a:pathLst>
                <a:path w="60" h="59">
                  <a:moveTo>
                    <a:pt x="30" y="0"/>
                  </a:moveTo>
                  <a:lnTo>
                    <a:pt x="30" y="0"/>
                  </a:lnTo>
                  <a:cubicBezTo>
                    <a:pt x="14" y="0"/>
                    <a:pt x="0" y="12"/>
                    <a:pt x="0" y="29"/>
                  </a:cubicBezTo>
                  <a:cubicBezTo>
                    <a:pt x="0" y="45"/>
                    <a:pt x="14" y="58"/>
                    <a:pt x="30" y="58"/>
                  </a:cubicBezTo>
                  <a:cubicBezTo>
                    <a:pt x="45" y="58"/>
                    <a:pt x="59" y="45"/>
                    <a:pt x="59" y="29"/>
                  </a:cubicBezTo>
                  <a:cubicBezTo>
                    <a:pt x="59" y="12"/>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82">
              <a:extLst>
                <a:ext uri="{FF2B5EF4-FFF2-40B4-BE49-F238E27FC236}">
                  <a16:creationId xmlns:a16="http://schemas.microsoft.com/office/drawing/2014/main" id="{CCCD4BDA-EEB6-C75B-0AEC-8B9B9F80043D}"/>
                </a:ext>
              </a:extLst>
            </p:cNvPr>
            <p:cNvSpPr>
              <a:spLocks noChangeArrowheads="1"/>
            </p:cNvSpPr>
            <p:nvPr/>
          </p:nvSpPr>
          <p:spPr bwMode="auto">
            <a:xfrm>
              <a:off x="9986963" y="5599113"/>
              <a:ext cx="84137" cy="11112"/>
            </a:xfrm>
            <a:custGeom>
              <a:avLst/>
              <a:gdLst>
                <a:gd name="T0" fmla="*/ 219 w 235"/>
                <a:gd name="T1" fmla="*/ 0 h 30"/>
                <a:gd name="T2" fmla="*/ 219 w 235"/>
                <a:gd name="T3" fmla="*/ 0 h 30"/>
                <a:gd name="T4" fmla="*/ 15 w 235"/>
                <a:gd name="T5" fmla="*/ 0 h 30"/>
                <a:gd name="T6" fmla="*/ 0 w 235"/>
                <a:gd name="T7" fmla="*/ 14 h 30"/>
                <a:gd name="T8" fmla="*/ 15 w 235"/>
                <a:gd name="T9" fmla="*/ 29 h 30"/>
                <a:gd name="T10" fmla="*/ 219 w 235"/>
                <a:gd name="T11" fmla="*/ 29 h 30"/>
                <a:gd name="T12" fmla="*/ 234 w 235"/>
                <a:gd name="T13" fmla="*/ 14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6"/>
                    <a:pt x="0" y="14"/>
                  </a:cubicBezTo>
                  <a:cubicBezTo>
                    <a:pt x="0" y="22"/>
                    <a:pt x="7" y="29"/>
                    <a:pt x="15" y="29"/>
                  </a:cubicBezTo>
                  <a:cubicBezTo>
                    <a:pt x="219" y="29"/>
                    <a:pt x="219" y="29"/>
                    <a:pt x="219" y="29"/>
                  </a:cubicBezTo>
                  <a:cubicBezTo>
                    <a:pt x="228" y="29"/>
                    <a:pt x="234" y="22"/>
                    <a:pt x="234" y="14"/>
                  </a:cubicBezTo>
                  <a:cubicBezTo>
                    <a:pt x="234" y="6"/>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83">
              <a:extLst>
                <a:ext uri="{FF2B5EF4-FFF2-40B4-BE49-F238E27FC236}">
                  <a16:creationId xmlns:a16="http://schemas.microsoft.com/office/drawing/2014/main" id="{B5AEF579-D9CB-135A-9C7C-00DCC03716A3}"/>
                </a:ext>
              </a:extLst>
            </p:cNvPr>
            <p:cNvSpPr>
              <a:spLocks noChangeArrowheads="1"/>
            </p:cNvSpPr>
            <p:nvPr/>
          </p:nvSpPr>
          <p:spPr bwMode="auto">
            <a:xfrm>
              <a:off x="9986963" y="5672138"/>
              <a:ext cx="84137" cy="11112"/>
            </a:xfrm>
            <a:custGeom>
              <a:avLst/>
              <a:gdLst>
                <a:gd name="T0" fmla="*/ 219 w 235"/>
                <a:gd name="T1" fmla="*/ 0 h 30"/>
                <a:gd name="T2" fmla="*/ 219 w 235"/>
                <a:gd name="T3" fmla="*/ 0 h 30"/>
                <a:gd name="T4" fmla="*/ 15 w 235"/>
                <a:gd name="T5" fmla="*/ 0 h 30"/>
                <a:gd name="T6" fmla="*/ 0 w 235"/>
                <a:gd name="T7" fmla="*/ 15 h 30"/>
                <a:gd name="T8" fmla="*/ 15 w 235"/>
                <a:gd name="T9" fmla="*/ 29 h 30"/>
                <a:gd name="T10" fmla="*/ 219 w 235"/>
                <a:gd name="T11" fmla="*/ 29 h 30"/>
                <a:gd name="T12" fmla="*/ 234 w 235"/>
                <a:gd name="T13" fmla="*/ 15 h 30"/>
                <a:gd name="T14" fmla="*/ 219 w 23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5" h="30">
                  <a:moveTo>
                    <a:pt x="219" y="0"/>
                  </a:moveTo>
                  <a:lnTo>
                    <a:pt x="219" y="0"/>
                  </a:lnTo>
                  <a:cubicBezTo>
                    <a:pt x="15" y="0"/>
                    <a:pt x="15" y="0"/>
                    <a:pt x="15" y="0"/>
                  </a:cubicBezTo>
                  <a:cubicBezTo>
                    <a:pt x="7" y="0"/>
                    <a:pt x="0" y="7"/>
                    <a:pt x="0" y="15"/>
                  </a:cubicBezTo>
                  <a:cubicBezTo>
                    <a:pt x="0" y="22"/>
                    <a:pt x="7" y="29"/>
                    <a:pt x="15" y="29"/>
                  </a:cubicBezTo>
                  <a:cubicBezTo>
                    <a:pt x="219" y="29"/>
                    <a:pt x="219" y="29"/>
                    <a:pt x="219" y="29"/>
                  </a:cubicBezTo>
                  <a:cubicBezTo>
                    <a:pt x="228" y="29"/>
                    <a:pt x="234" y="22"/>
                    <a:pt x="234" y="15"/>
                  </a:cubicBezTo>
                  <a:cubicBezTo>
                    <a:pt x="234"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41" name="Freeform 284">
            <a:extLst>
              <a:ext uri="{FF2B5EF4-FFF2-40B4-BE49-F238E27FC236}">
                <a16:creationId xmlns:a16="http://schemas.microsoft.com/office/drawing/2014/main" id="{CCC39AD3-B626-7F5B-D468-74B19F2F1E7D}"/>
              </a:ext>
            </a:extLst>
          </p:cNvPr>
          <p:cNvSpPr>
            <a:spLocks noChangeArrowheads="1"/>
          </p:cNvSpPr>
          <p:nvPr/>
        </p:nvSpPr>
        <p:spPr bwMode="auto">
          <a:xfrm>
            <a:off x="9453686" y="5690022"/>
            <a:ext cx="227013" cy="247650"/>
          </a:xfrm>
          <a:custGeom>
            <a:avLst/>
            <a:gdLst>
              <a:gd name="T0" fmla="*/ 630 w 631"/>
              <a:gd name="T1" fmla="*/ 376 h 686"/>
              <a:gd name="T2" fmla="*/ 629 w 631"/>
              <a:gd name="T3" fmla="*/ 372 h 686"/>
              <a:gd name="T4" fmla="*/ 626 w 631"/>
              <a:gd name="T5" fmla="*/ 368 h 686"/>
              <a:gd name="T6" fmla="*/ 420 w 631"/>
              <a:gd name="T7" fmla="*/ 74 h 686"/>
              <a:gd name="T8" fmla="*/ 420 w 631"/>
              <a:gd name="T9" fmla="*/ 72 h 686"/>
              <a:gd name="T10" fmla="*/ 386 w 631"/>
              <a:gd name="T11" fmla="*/ 11 h 686"/>
              <a:gd name="T12" fmla="*/ 293 w 631"/>
              <a:gd name="T13" fmla="*/ 23 h 686"/>
              <a:gd name="T14" fmla="*/ 161 w 631"/>
              <a:gd name="T15" fmla="*/ 40 h 686"/>
              <a:gd name="T16" fmla="*/ 6 w 631"/>
              <a:gd name="T17" fmla="*/ 125 h 686"/>
              <a:gd name="T18" fmla="*/ 35 w 631"/>
              <a:gd name="T19" fmla="*/ 259 h 686"/>
              <a:gd name="T20" fmla="*/ 161 w 631"/>
              <a:gd name="T21" fmla="*/ 385 h 686"/>
              <a:gd name="T22" fmla="*/ 296 w 631"/>
              <a:gd name="T23" fmla="*/ 414 h 686"/>
              <a:gd name="T24" fmla="*/ 316 w 631"/>
              <a:gd name="T25" fmla="*/ 414 h 686"/>
              <a:gd name="T26" fmla="*/ 359 w 631"/>
              <a:gd name="T27" fmla="*/ 164 h 686"/>
              <a:gd name="T28" fmla="*/ 598 w 631"/>
              <a:gd name="T29" fmla="*/ 380 h 686"/>
              <a:gd name="T30" fmla="*/ 264 w 631"/>
              <a:gd name="T31" fmla="*/ 656 h 686"/>
              <a:gd name="T32" fmla="*/ 264 w 631"/>
              <a:gd name="T33" fmla="*/ 685 h 686"/>
              <a:gd name="T34" fmla="*/ 602 w 631"/>
              <a:gd name="T35" fmla="*/ 671 h 686"/>
              <a:gd name="T36" fmla="*/ 466 w 631"/>
              <a:gd name="T37" fmla="*/ 656 h 686"/>
              <a:gd name="T38" fmla="*/ 629 w 631"/>
              <a:gd name="T39" fmla="*/ 384 h 686"/>
              <a:gd name="T40" fmla="*/ 630 w 631"/>
              <a:gd name="T41" fmla="*/ 379 h 686"/>
              <a:gd name="T42" fmla="*/ 161 w 631"/>
              <a:gd name="T43" fmla="*/ 357 h 686"/>
              <a:gd name="T44" fmla="*/ 92 w 631"/>
              <a:gd name="T45" fmla="*/ 328 h 686"/>
              <a:gd name="T46" fmla="*/ 83 w 631"/>
              <a:gd name="T47" fmla="*/ 201 h 686"/>
              <a:gd name="T48" fmla="*/ 219 w 631"/>
              <a:gd name="T49" fmla="*/ 337 h 686"/>
              <a:gd name="T50" fmla="*/ 305 w 631"/>
              <a:gd name="T51" fmla="*/ 383 h 686"/>
              <a:gd name="T52" fmla="*/ 258 w 631"/>
              <a:gd name="T53" fmla="*/ 336 h 686"/>
              <a:gd name="T54" fmla="*/ 220 w 631"/>
              <a:gd name="T55" fmla="*/ 298 h 686"/>
              <a:gd name="T56" fmla="*/ 161 w 631"/>
              <a:gd name="T57" fmla="*/ 68 h 686"/>
              <a:gd name="T58" fmla="*/ 350 w 631"/>
              <a:gd name="T59" fmla="*/ 259 h 686"/>
              <a:gd name="T60" fmla="*/ 316 w 631"/>
              <a:gd name="T61" fmla="*/ 104 h 686"/>
              <a:gd name="T62" fmla="*/ 282 w 631"/>
              <a:gd name="T63" fmla="*/ 75 h 686"/>
              <a:gd name="T64" fmla="*/ 349 w 631"/>
              <a:gd name="T65" fmla="*/ 29 h 686"/>
              <a:gd name="T66" fmla="*/ 390 w 631"/>
              <a:gd name="T67" fmla="*/ 72 h 686"/>
              <a:gd name="T68" fmla="*/ 390 w 631"/>
              <a:gd name="T69" fmla="*/ 72 h 686"/>
              <a:gd name="T70" fmla="*/ 378 w 631"/>
              <a:gd name="T71" fmla="*/ 104 h 686"/>
              <a:gd name="T72" fmla="*/ 316 w 631"/>
              <a:gd name="T73" fmla="*/ 10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31" h="686">
                <a:moveTo>
                  <a:pt x="630" y="376"/>
                </a:moveTo>
                <a:lnTo>
                  <a:pt x="630" y="376"/>
                </a:lnTo>
                <a:cubicBezTo>
                  <a:pt x="630" y="376"/>
                  <a:pt x="630" y="374"/>
                  <a:pt x="629" y="373"/>
                </a:cubicBezTo>
                <a:lnTo>
                  <a:pt x="629" y="372"/>
                </a:lnTo>
                <a:cubicBezTo>
                  <a:pt x="628" y="370"/>
                  <a:pt x="628" y="369"/>
                  <a:pt x="628" y="369"/>
                </a:cubicBezTo>
                <a:cubicBezTo>
                  <a:pt x="626" y="369"/>
                  <a:pt x="626" y="368"/>
                  <a:pt x="626" y="368"/>
                </a:cubicBezTo>
                <a:cubicBezTo>
                  <a:pt x="404" y="118"/>
                  <a:pt x="404" y="118"/>
                  <a:pt x="404" y="118"/>
                </a:cubicBezTo>
                <a:cubicBezTo>
                  <a:pt x="415" y="105"/>
                  <a:pt x="420" y="89"/>
                  <a:pt x="420" y="74"/>
                </a:cubicBezTo>
                <a:cubicBezTo>
                  <a:pt x="420" y="72"/>
                  <a:pt x="420" y="72"/>
                  <a:pt x="420" y="72"/>
                </a:cubicBezTo>
                <a:lnTo>
                  <a:pt x="420" y="72"/>
                </a:lnTo>
                <a:lnTo>
                  <a:pt x="420" y="72"/>
                </a:lnTo>
                <a:cubicBezTo>
                  <a:pt x="420" y="48"/>
                  <a:pt x="408" y="24"/>
                  <a:pt x="386" y="11"/>
                </a:cubicBezTo>
                <a:cubicBezTo>
                  <a:pt x="374" y="2"/>
                  <a:pt x="361" y="0"/>
                  <a:pt x="349" y="0"/>
                </a:cubicBezTo>
                <a:cubicBezTo>
                  <a:pt x="328" y="0"/>
                  <a:pt x="308" y="8"/>
                  <a:pt x="293" y="23"/>
                </a:cubicBezTo>
                <a:cubicBezTo>
                  <a:pt x="256" y="61"/>
                  <a:pt x="256" y="61"/>
                  <a:pt x="256" y="61"/>
                </a:cubicBezTo>
                <a:cubicBezTo>
                  <a:pt x="226" y="46"/>
                  <a:pt x="193" y="40"/>
                  <a:pt x="161" y="40"/>
                </a:cubicBezTo>
                <a:cubicBezTo>
                  <a:pt x="105" y="40"/>
                  <a:pt x="48" y="61"/>
                  <a:pt x="6" y="104"/>
                </a:cubicBezTo>
                <a:cubicBezTo>
                  <a:pt x="0" y="109"/>
                  <a:pt x="0" y="119"/>
                  <a:pt x="6" y="125"/>
                </a:cubicBezTo>
                <a:cubicBezTo>
                  <a:pt x="62" y="181"/>
                  <a:pt x="62" y="181"/>
                  <a:pt x="62" y="181"/>
                </a:cubicBezTo>
                <a:cubicBezTo>
                  <a:pt x="43" y="204"/>
                  <a:pt x="35" y="232"/>
                  <a:pt x="35" y="259"/>
                </a:cubicBezTo>
                <a:cubicBezTo>
                  <a:pt x="35" y="292"/>
                  <a:pt x="47" y="324"/>
                  <a:pt x="72" y="348"/>
                </a:cubicBezTo>
                <a:cubicBezTo>
                  <a:pt x="96" y="373"/>
                  <a:pt x="128" y="385"/>
                  <a:pt x="161" y="385"/>
                </a:cubicBezTo>
                <a:cubicBezTo>
                  <a:pt x="188" y="385"/>
                  <a:pt x="216" y="376"/>
                  <a:pt x="239" y="358"/>
                </a:cubicBezTo>
                <a:cubicBezTo>
                  <a:pt x="296" y="414"/>
                  <a:pt x="296" y="414"/>
                  <a:pt x="296" y="414"/>
                </a:cubicBezTo>
                <a:cubicBezTo>
                  <a:pt x="298" y="417"/>
                  <a:pt x="302" y="418"/>
                  <a:pt x="305" y="418"/>
                </a:cubicBezTo>
                <a:cubicBezTo>
                  <a:pt x="309" y="418"/>
                  <a:pt x="313" y="417"/>
                  <a:pt x="316" y="414"/>
                </a:cubicBezTo>
                <a:cubicBezTo>
                  <a:pt x="359" y="372"/>
                  <a:pt x="381" y="315"/>
                  <a:pt x="381" y="259"/>
                </a:cubicBezTo>
                <a:cubicBezTo>
                  <a:pt x="381" y="226"/>
                  <a:pt x="372" y="195"/>
                  <a:pt x="359" y="164"/>
                </a:cubicBezTo>
                <a:cubicBezTo>
                  <a:pt x="385" y="140"/>
                  <a:pt x="385" y="140"/>
                  <a:pt x="385" y="140"/>
                </a:cubicBezTo>
                <a:cubicBezTo>
                  <a:pt x="598" y="380"/>
                  <a:pt x="598" y="380"/>
                  <a:pt x="598" y="380"/>
                </a:cubicBezTo>
                <a:cubicBezTo>
                  <a:pt x="431" y="656"/>
                  <a:pt x="431" y="656"/>
                  <a:pt x="431" y="656"/>
                </a:cubicBezTo>
                <a:cubicBezTo>
                  <a:pt x="264" y="656"/>
                  <a:pt x="264" y="656"/>
                  <a:pt x="264" y="656"/>
                </a:cubicBezTo>
                <a:cubicBezTo>
                  <a:pt x="256" y="656"/>
                  <a:pt x="250" y="663"/>
                  <a:pt x="250" y="671"/>
                </a:cubicBezTo>
                <a:cubicBezTo>
                  <a:pt x="250" y="679"/>
                  <a:pt x="256" y="685"/>
                  <a:pt x="264" y="685"/>
                </a:cubicBezTo>
                <a:cubicBezTo>
                  <a:pt x="587" y="685"/>
                  <a:pt x="587" y="685"/>
                  <a:pt x="587" y="685"/>
                </a:cubicBezTo>
                <a:cubicBezTo>
                  <a:pt x="595" y="685"/>
                  <a:pt x="602" y="679"/>
                  <a:pt x="602" y="671"/>
                </a:cubicBezTo>
                <a:cubicBezTo>
                  <a:pt x="602" y="663"/>
                  <a:pt x="595" y="656"/>
                  <a:pt x="587" y="656"/>
                </a:cubicBezTo>
                <a:cubicBezTo>
                  <a:pt x="466" y="656"/>
                  <a:pt x="466" y="656"/>
                  <a:pt x="466" y="656"/>
                </a:cubicBezTo>
                <a:cubicBezTo>
                  <a:pt x="628" y="385"/>
                  <a:pt x="628" y="385"/>
                  <a:pt x="628" y="385"/>
                </a:cubicBezTo>
                <a:cubicBezTo>
                  <a:pt x="629" y="385"/>
                  <a:pt x="629" y="385"/>
                  <a:pt x="629" y="384"/>
                </a:cubicBezTo>
                <a:cubicBezTo>
                  <a:pt x="629" y="384"/>
                  <a:pt x="629" y="383"/>
                  <a:pt x="629" y="381"/>
                </a:cubicBezTo>
                <a:cubicBezTo>
                  <a:pt x="630" y="381"/>
                  <a:pt x="630" y="380"/>
                  <a:pt x="630" y="379"/>
                </a:cubicBezTo>
                <a:cubicBezTo>
                  <a:pt x="630" y="379"/>
                  <a:pt x="630" y="377"/>
                  <a:pt x="630" y="376"/>
                </a:cubicBezTo>
                <a:close/>
                <a:moveTo>
                  <a:pt x="161" y="357"/>
                </a:moveTo>
                <a:lnTo>
                  <a:pt x="161" y="357"/>
                </a:lnTo>
                <a:cubicBezTo>
                  <a:pt x="136" y="357"/>
                  <a:pt x="112" y="347"/>
                  <a:pt x="92" y="328"/>
                </a:cubicBezTo>
                <a:cubicBezTo>
                  <a:pt x="73" y="309"/>
                  <a:pt x="64" y="284"/>
                  <a:pt x="64" y="259"/>
                </a:cubicBezTo>
                <a:cubicBezTo>
                  <a:pt x="64" y="239"/>
                  <a:pt x="70" y="219"/>
                  <a:pt x="83" y="201"/>
                </a:cubicBezTo>
                <a:cubicBezTo>
                  <a:pt x="150" y="270"/>
                  <a:pt x="150" y="270"/>
                  <a:pt x="150" y="270"/>
                </a:cubicBezTo>
                <a:cubicBezTo>
                  <a:pt x="219" y="337"/>
                  <a:pt x="219" y="337"/>
                  <a:pt x="219" y="337"/>
                </a:cubicBezTo>
                <a:cubicBezTo>
                  <a:pt x="201" y="350"/>
                  <a:pt x="182" y="357"/>
                  <a:pt x="161" y="357"/>
                </a:cubicBezTo>
                <a:close/>
                <a:moveTo>
                  <a:pt x="305" y="383"/>
                </a:moveTo>
                <a:lnTo>
                  <a:pt x="305" y="383"/>
                </a:lnTo>
                <a:cubicBezTo>
                  <a:pt x="258" y="336"/>
                  <a:pt x="258" y="336"/>
                  <a:pt x="258" y="336"/>
                </a:cubicBezTo>
                <a:cubicBezTo>
                  <a:pt x="250" y="328"/>
                  <a:pt x="250" y="328"/>
                  <a:pt x="250" y="328"/>
                </a:cubicBezTo>
                <a:cubicBezTo>
                  <a:pt x="220" y="298"/>
                  <a:pt x="220" y="298"/>
                  <a:pt x="220" y="298"/>
                </a:cubicBezTo>
                <a:cubicBezTo>
                  <a:pt x="37" y="115"/>
                  <a:pt x="37" y="115"/>
                  <a:pt x="37" y="115"/>
                </a:cubicBezTo>
                <a:cubicBezTo>
                  <a:pt x="73" y="85"/>
                  <a:pt x="117" y="68"/>
                  <a:pt x="161" y="68"/>
                </a:cubicBezTo>
                <a:cubicBezTo>
                  <a:pt x="209" y="68"/>
                  <a:pt x="258" y="88"/>
                  <a:pt x="296" y="125"/>
                </a:cubicBezTo>
                <a:cubicBezTo>
                  <a:pt x="333" y="162"/>
                  <a:pt x="350" y="210"/>
                  <a:pt x="350" y="259"/>
                </a:cubicBezTo>
                <a:cubicBezTo>
                  <a:pt x="350" y="303"/>
                  <a:pt x="335" y="347"/>
                  <a:pt x="305" y="383"/>
                </a:cubicBezTo>
                <a:close/>
                <a:moveTo>
                  <a:pt x="316" y="104"/>
                </a:moveTo>
                <a:lnTo>
                  <a:pt x="316" y="104"/>
                </a:lnTo>
                <a:cubicBezTo>
                  <a:pt x="305" y="93"/>
                  <a:pt x="294" y="83"/>
                  <a:pt x="282" y="75"/>
                </a:cubicBezTo>
                <a:cubicBezTo>
                  <a:pt x="315" y="44"/>
                  <a:pt x="315" y="44"/>
                  <a:pt x="315" y="44"/>
                </a:cubicBezTo>
                <a:cubicBezTo>
                  <a:pt x="323" y="34"/>
                  <a:pt x="337" y="29"/>
                  <a:pt x="349" y="29"/>
                </a:cubicBezTo>
                <a:cubicBezTo>
                  <a:pt x="356" y="29"/>
                  <a:pt x="363" y="31"/>
                  <a:pt x="370" y="35"/>
                </a:cubicBezTo>
                <a:cubicBezTo>
                  <a:pt x="383" y="44"/>
                  <a:pt x="390" y="57"/>
                  <a:pt x="390" y="72"/>
                </a:cubicBezTo>
                <a:lnTo>
                  <a:pt x="390" y="72"/>
                </a:lnTo>
                <a:lnTo>
                  <a:pt x="390" y="72"/>
                </a:lnTo>
                <a:cubicBezTo>
                  <a:pt x="390" y="74"/>
                  <a:pt x="390" y="74"/>
                  <a:pt x="390" y="74"/>
                </a:cubicBezTo>
                <a:cubicBezTo>
                  <a:pt x="390" y="85"/>
                  <a:pt x="386" y="96"/>
                  <a:pt x="378" y="104"/>
                </a:cubicBezTo>
                <a:cubicBezTo>
                  <a:pt x="344" y="138"/>
                  <a:pt x="344" y="138"/>
                  <a:pt x="344" y="138"/>
                </a:cubicBezTo>
                <a:cubicBezTo>
                  <a:pt x="335" y="126"/>
                  <a:pt x="327" y="115"/>
                  <a:pt x="316" y="104"/>
                </a:cubicBezTo>
                <a:close/>
              </a:path>
            </a:pathLst>
          </a:custGeom>
          <a:solidFill>
            <a:schemeClr val="accent4"/>
          </a:solidFill>
          <a:ln>
            <a:noFill/>
          </a:ln>
          <a:effectLst/>
        </p:spPr>
        <p:txBody>
          <a:bodyPr wrap="none" anchor="ctr"/>
          <a:lstStyle/>
          <a:p>
            <a:endParaRPr lang="da-DK"/>
          </a:p>
        </p:txBody>
      </p:sp>
      <p:grpSp>
        <p:nvGrpSpPr>
          <p:cNvPr id="342" name="Group 345">
            <a:extLst>
              <a:ext uri="{FF2B5EF4-FFF2-40B4-BE49-F238E27FC236}">
                <a16:creationId xmlns:a16="http://schemas.microsoft.com/office/drawing/2014/main" id="{F19F34CF-AE2C-7F74-8946-823607FC6B32}"/>
              </a:ext>
            </a:extLst>
          </p:cNvPr>
          <p:cNvGrpSpPr/>
          <p:nvPr/>
        </p:nvGrpSpPr>
        <p:grpSpPr>
          <a:xfrm>
            <a:off x="8486899" y="5156623"/>
            <a:ext cx="254000" cy="255587"/>
            <a:chOff x="7345363" y="5497513"/>
            <a:chExt cx="254000" cy="255587"/>
          </a:xfrm>
          <a:solidFill>
            <a:schemeClr val="accent4"/>
          </a:solidFill>
        </p:grpSpPr>
        <p:sp>
          <p:nvSpPr>
            <p:cNvPr id="343" name="Freeform 285">
              <a:extLst>
                <a:ext uri="{FF2B5EF4-FFF2-40B4-BE49-F238E27FC236}">
                  <a16:creationId xmlns:a16="http://schemas.microsoft.com/office/drawing/2014/main" id="{A980B05C-E492-32F5-02A2-6A83FDA7C48C}"/>
                </a:ext>
              </a:extLst>
            </p:cNvPr>
            <p:cNvSpPr>
              <a:spLocks noChangeArrowheads="1"/>
            </p:cNvSpPr>
            <p:nvPr/>
          </p:nvSpPr>
          <p:spPr bwMode="auto">
            <a:xfrm>
              <a:off x="7345363" y="5583238"/>
              <a:ext cx="254000" cy="169862"/>
            </a:xfrm>
            <a:custGeom>
              <a:avLst/>
              <a:gdLst>
                <a:gd name="T0" fmla="*/ 117 w 704"/>
                <a:gd name="T1" fmla="*/ 205 h 470"/>
                <a:gd name="T2" fmla="*/ 117 w 704"/>
                <a:gd name="T3" fmla="*/ 205 h 470"/>
                <a:gd name="T4" fmla="*/ 117 w 704"/>
                <a:gd name="T5" fmla="*/ 14 h 470"/>
                <a:gd name="T6" fmla="*/ 103 w 704"/>
                <a:gd name="T7" fmla="*/ 0 h 470"/>
                <a:gd name="T8" fmla="*/ 88 w 704"/>
                <a:gd name="T9" fmla="*/ 14 h 470"/>
                <a:gd name="T10" fmla="*/ 88 w 704"/>
                <a:gd name="T11" fmla="*/ 205 h 470"/>
                <a:gd name="T12" fmla="*/ 73 w 704"/>
                <a:gd name="T13" fmla="*/ 205 h 470"/>
                <a:gd name="T14" fmla="*/ 0 w 704"/>
                <a:gd name="T15" fmla="*/ 278 h 470"/>
                <a:gd name="T16" fmla="*/ 0 w 704"/>
                <a:gd name="T17" fmla="*/ 396 h 470"/>
                <a:gd name="T18" fmla="*/ 73 w 704"/>
                <a:gd name="T19" fmla="*/ 469 h 470"/>
                <a:gd name="T20" fmla="*/ 630 w 704"/>
                <a:gd name="T21" fmla="*/ 469 h 470"/>
                <a:gd name="T22" fmla="*/ 703 w 704"/>
                <a:gd name="T23" fmla="*/ 396 h 470"/>
                <a:gd name="T24" fmla="*/ 703 w 704"/>
                <a:gd name="T25" fmla="*/ 278 h 470"/>
                <a:gd name="T26" fmla="*/ 630 w 704"/>
                <a:gd name="T27" fmla="*/ 205 h 470"/>
                <a:gd name="T28" fmla="*/ 117 w 704"/>
                <a:gd name="T29" fmla="*/ 205 h 470"/>
                <a:gd name="T30" fmla="*/ 674 w 704"/>
                <a:gd name="T31" fmla="*/ 278 h 470"/>
                <a:gd name="T32" fmla="*/ 674 w 704"/>
                <a:gd name="T33" fmla="*/ 278 h 470"/>
                <a:gd name="T34" fmla="*/ 674 w 704"/>
                <a:gd name="T35" fmla="*/ 396 h 470"/>
                <a:gd name="T36" fmla="*/ 630 w 704"/>
                <a:gd name="T37" fmla="*/ 440 h 470"/>
                <a:gd name="T38" fmla="*/ 73 w 704"/>
                <a:gd name="T39" fmla="*/ 440 h 470"/>
                <a:gd name="T40" fmla="*/ 29 w 704"/>
                <a:gd name="T41" fmla="*/ 396 h 470"/>
                <a:gd name="T42" fmla="*/ 29 w 704"/>
                <a:gd name="T43" fmla="*/ 278 h 470"/>
                <a:gd name="T44" fmla="*/ 73 w 704"/>
                <a:gd name="T45" fmla="*/ 234 h 470"/>
                <a:gd name="T46" fmla="*/ 103 w 704"/>
                <a:gd name="T47" fmla="*/ 234 h 470"/>
                <a:gd name="T48" fmla="*/ 103 w 704"/>
                <a:gd name="T49" fmla="*/ 234 h 470"/>
                <a:gd name="T50" fmla="*/ 103 w 704"/>
                <a:gd name="T51" fmla="*/ 234 h 470"/>
                <a:gd name="T52" fmla="*/ 630 w 704"/>
                <a:gd name="T53" fmla="*/ 234 h 470"/>
                <a:gd name="T54" fmla="*/ 674 w 704"/>
                <a:gd name="T55" fmla="*/ 278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4" h="470">
                  <a:moveTo>
                    <a:pt x="117" y="205"/>
                  </a:moveTo>
                  <a:lnTo>
                    <a:pt x="117" y="205"/>
                  </a:lnTo>
                  <a:cubicBezTo>
                    <a:pt x="117" y="14"/>
                    <a:pt x="117" y="14"/>
                    <a:pt x="117" y="14"/>
                  </a:cubicBezTo>
                  <a:cubicBezTo>
                    <a:pt x="117" y="6"/>
                    <a:pt x="111" y="0"/>
                    <a:pt x="103" y="0"/>
                  </a:cubicBezTo>
                  <a:cubicBezTo>
                    <a:pt x="95" y="0"/>
                    <a:pt x="88" y="6"/>
                    <a:pt x="88" y="14"/>
                  </a:cubicBezTo>
                  <a:cubicBezTo>
                    <a:pt x="88" y="205"/>
                    <a:pt x="88" y="205"/>
                    <a:pt x="88" y="205"/>
                  </a:cubicBezTo>
                  <a:cubicBezTo>
                    <a:pt x="73" y="205"/>
                    <a:pt x="73" y="205"/>
                    <a:pt x="73" y="205"/>
                  </a:cubicBezTo>
                  <a:cubicBezTo>
                    <a:pt x="33" y="205"/>
                    <a:pt x="0" y="238"/>
                    <a:pt x="0" y="278"/>
                  </a:cubicBezTo>
                  <a:cubicBezTo>
                    <a:pt x="0" y="396"/>
                    <a:pt x="0" y="396"/>
                    <a:pt x="0" y="396"/>
                  </a:cubicBezTo>
                  <a:cubicBezTo>
                    <a:pt x="0" y="436"/>
                    <a:pt x="33" y="469"/>
                    <a:pt x="73" y="469"/>
                  </a:cubicBezTo>
                  <a:cubicBezTo>
                    <a:pt x="630" y="469"/>
                    <a:pt x="630" y="469"/>
                    <a:pt x="630" y="469"/>
                  </a:cubicBezTo>
                  <a:cubicBezTo>
                    <a:pt x="670" y="469"/>
                    <a:pt x="703" y="436"/>
                    <a:pt x="703" y="396"/>
                  </a:cubicBezTo>
                  <a:cubicBezTo>
                    <a:pt x="703" y="278"/>
                    <a:pt x="703" y="278"/>
                    <a:pt x="703" y="278"/>
                  </a:cubicBezTo>
                  <a:cubicBezTo>
                    <a:pt x="703" y="238"/>
                    <a:pt x="670" y="205"/>
                    <a:pt x="630" y="205"/>
                  </a:cubicBezTo>
                  <a:lnTo>
                    <a:pt x="117" y="205"/>
                  </a:lnTo>
                  <a:close/>
                  <a:moveTo>
                    <a:pt x="674" y="278"/>
                  </a:moveTo>
                  <a:lnTo>
                    <a:pt x="674" y="278"/>
                  </a:lnTo>
                  <a:cubicBezTo>
                    <a:pt x="674" y="396"/>
                    <a:pt x="674" y="396"/>
                    <a:pt x="674" y="396"/>
                  </a:cubicBezTo>
                  <a:cubicBezTo>
                    <a:pt x="674" y="419"/>
                    <a:pt x="653" y="440"/>
                    <a:pt x="630" y="440"/>
                  </a:cubicBezTo>
                  <a:cubicBezTo>
                    <a:pt x="73" y="440"/>
                    <a:pt x="73" y="440"/>
                    <a:pt x="73" y="440"/>
                  </a:cubicBezTo>
                  <a:cubicBezTo>
                    <a:pt x="49" y="440"/>
                    <a:pt x="29" y="419"/>
                    <a:pt x="29" y="396"/>
                  </a:cubicBezTo>
                  <a:cubicBezTo>
                    <a:pt x="29" y="278"/>
                    <a:pt x="29" y="278"/>
                    <a:pt x="29" y="278"/>
                  </a:cubicBezTo>
                  <a:cubicBezTo>
                    <a:pt x="29" y="254"/>
                    <a:pt x="49" y="234"/>
                    <a:pt x="73" y="234"/>
                  </a:cubicBezTo>
                  <a:cubicBezTo>
                    <a:pt x="103" y="234"/>
                    <a:pt x="103" y="234"/>
                    <a:pt x="103" y="234"/>
                  </a:cubicBezTo>
                  <a:lnTo>
                    <a:pt x="103" y="234"/>
                  </a:lnTo>
                  <a:lnTo>
                    <a:pt x="103" y="234"/>
                  </a:lnTo>
                  <a:cubicBezTo>
                    <a:pt x="630" y="234"/>
                    <a:pt x="630" y="234"/>
                    <a:pt x="630" y="234"/>
                  </a:cubicBezTo>
                  <a:cubicBezTo>
                    <a:pt x="653" y="234"/>
                    <a:pt x="674" y="254"/>
                    <a:pt x="674" y="2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6">
              <a:extLst>
                <a:ext uri="{FF2B5EF4-FFF2-40B4-BE49-F238E27FC236}">
                  <a16:creationId xmlns:a16="http://schemas.microsoft.com/office/drawing/2014/main" id="{ED85D181-AE5B-E2E9-D490-C11C87F4967B}"/>
                </a:ext>
              </a:extLst>
            </p:cNvPr>
            <p:cNvSpPr>
              <a:spLocks noChangeArrowheads="1"/>
            </p:cNvSpPr>
            <p:nvPr/>
          </p:nvSpPr>
          <p:spPr bwMode="auto">
            <a:xfrm>
              <a:off x="7377113" y="5551488"/>
              <a:ext cx="42862" cy="42862"/>
            </a:xfrm>
            <a:custGeom>
              <a:avLst/>
              <a:gdLst>
                <a:gd name="T0" fmla="*/ 0 w 118"/>
                <a:gd name="T1" fmla="*/ 13 h 117"/>
                <a:gd name="T2" fmla="*/ 0 w 118"/>
                <a:gd name="T3" fmla="*/ 13 h 117"/>
                <a:gd name="T4" fmla="*/ 15 w 118"/>
                <a:gd name="T5" fmla="*/ 28 h 117"/>
                <a:gd name="T6" fmla="*/ 15 w 118"/>
                <a:gd name="T7" fmla="*/ 28 h 117"/>
                <a:gd name="T8" fmla="*/ 66 w 118"/>
                <a:gd name="T9" fmla="*/ 49 h 117"/>
                <a:gd name="T10" fmla="*/ 88 w 118"/>
                <a:gd name="T11" fmla="*/ 101 h 117"/>
                <a:gd name="T12" fmla="*/ 103 w 118"/>
                <a:gd name="T13" fmla="*/ 116 h 117"/>
                <a:gd name="T14" fmla="*/ 117 w 118"/>
                <a:gd name="T15" fmla="*/ 101 h 117"/>
                <a:gd name="T16" fmla="*/ 15 w 118"/>
                <a:gd name="T17" fmla="*/ 0 h 117"/>
                <a:gd name="T18" fmla="*/ 0 w 118"/>
                <a:gd name="T19" fmla="*/ 13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18" h="117">
                  <a:moveTo>
                    <a:pt x="0" y="13"/>
                  </a:moveTo>
                  <a:lnTo>
                    <a:pt x="0" y="13"/>
                  </a:lnTo>
                  <a:cubicBezTo>
                    <a:pt x="0" y="22"/>
                    <a:pt x="7" y="28"/>
                    <a:pt x="15" y="28"/>
                  </a:cubicBezTo>
                  <a:lnTo>
                    <a:pt x="15" y="28"/>
                  </a:lnTo>
                  <a:cubicBezTo>
                    <a:pt x="34" y="28"/>
                    <a:pt x="53" y="37"/>
                    <a:pt x="66" y="49"/>
                  </a:cubicBezTo>
                  <a:cubicBezTo>
                    <a:pt x="80" y="63"/>
                    <a:pt x="88" y="81"/>
                    <a:pt x="88" y="101"/>
                  </a:cubicBezTo>
                  <a:cubicBezTo>
                    <a:pt x="88" y="109"/>
                    <a:pt x="95" y="116"/>
                    <a:pt x="103" y="116"/>
                  </a:cubicBezTo>
                  <a:cubicBezTo>
                    <a:pt x="111" y="116"/>
                    <a:pt x="117" y="109"/>
                    <a:pt x="117" y="101"/>
                  </a:cubicBezTo>
                  <a:cubicBezTo>
                    <a:pt x="117" y="45"/>
                    <a:pt x="71" y="0"/>
                    <a:pt x="15" y="0"/>
                  </a:cubicBezTo>
                  <a:cubicBezTo>
                    <a:pt x="7" y="0"/>
                    <a:pt x="0" y="5"/>
                    <a:pt x="0"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7">
              <a:extLst>
                <a:ext uri="{FF2B5EF4-FFF2-40B4-BE49-F238E27FC236}">
                  <a16:creationId xmlns:a16="http://schemas.microsoft.com/office/drawing/2014/main" id="{03CBA441-4B9C-8F24-C937-6E97557C392C}"/>
                </a:ext>
              </a:extLst>
            </p:cNvPr>
            <p:cNvSpPr>
              <a:spLocks noChangeArrowheads="1"/>
            </p:cNvSpPr>
            <p:nvPr/>
          </p:nvSpPr>
          <p:spPr bwMode="auto">
            <a:xfrm>
              <a:off x="7377113" y="5524500"/>
              <a:ext cx="69850" cy="69850"/>
            </a:xfrm>
            <a:custGeom>
              <a:avLst/>
              <a:gdLst>
                <a:gd name="T0" fmla="*/ 161 w 192"/>
                <a:gd name="T1" fmla="*/ 176 h 192"/>
                <a:gd name="T2" fmla="*/ 161 w 192"/>
                <a:gd name="T3" fmla="*/ 176 h 192"/>
                <a:gd name="T4" fmla="*/ 176 w 192"/>
                <a:gd name="T5" fmla="*/ 191 h 192"/>
                <a:gd name="T6" fmla="*/ 191 w 192"/>
                <a:gd name="T7" fmla="*/ 176 h 192"/>
                <a:gd name="T8" fmla="*/ 15 w 192"/>
                <a:gd name="T9" fmla="*/ 0 h 192"/>
                <a:gd name="T10" fmla="*/ 0 w 192"/>
                <a:gd name="T11" fmla="*/ 16 h 192"/>
                <a:gd name="T12" fmla="*/ 15 w 192"/>
                <a:gd name="T13" fmla="*/ 31 h 192"/>
                <a:gd name="T14" fmla="*/ 15 w 192"/>
                <a:gd name="T15" fmla="*/ 31 h 192"/>
                <a:gd name="T16" fmla="*/ 118 w 192"/>
                <a:gd name="T17" fmla="*/ 73 h 192"/>
                <a:gd name="T18" fmla="*/ 161 w 192"/>
                <a:gd name="T19" fmla="*/ 176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92" h="192">
                  <a:moveTo>
                    <a:pt x="161" y="176"/>
                  </a:moveTo>
                  <a:lnTo>
                    <a:pt x="161" y="176"/>
                  </a:lnTo>
                  <a:cubicBezTo>
                    <a:pt x="161" y="184"/>
                    <a:pt x="167" y="191"/>
                    <a:pt x="176" y="191"/>
                  </a:cubicBezTo>
                  <a:cubicBezTo>
                    <a:pt x="184" y="191"/>
                    <a:pt x="191" y="184"/>
                    <a:pt x="191" y="176"/>
                  </a:cubicBezTo>
                  <a:cubicBezTo>
                    <a:pt x="191" y="80"/>
                    <a:pt x="111" y="0"/>
                    <a:pt x="15" y="0"/>
                  </a:cubicBezTo>
                  <a:cubicBezTo>
                    <a:pt x="7" y="0"/>
                    <a:pt x="0" y="7"/>
                    <a:pt x="0" y="16"/>
                  </a:cubicBezTo>
                  <a:cubicBezTo>
                    <a:pt x="0" y="24"/>
                    <a:pt x="7" y="31"/>
                    <a:pt x="15" y="31"/>
                  </a:cubicBezTo>
                  <a:lnTo>
                    <a:pt x="15" y="31"/>
                  </a:lnTo>
                  <a:cubicBezTo>
                    <a:pt x="55" y="31"/>
                    <a:pt x="92" y="46"/>
                    <a:pt x="118" y="73"/>
                  </a:cubicBezTo>
                  <a:cubicBezTo>
                    <a:pt x="144" y="99"/>
                    <a:pt x="161" y="136"/>
                    <a:pt x="161"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8">
              <a:extLst>
                <a:ext uri="{FF2B5EF4-FFF2-40B4-BE49-F238E27FC236}">
                  <a16:creationId xmlns:a16="http://schemas.microsoft.com/office/drawing/2014/main" id="{19FF843E-CB7F-03D1-6443-26F1A4B677ED}"/>
                </a:ext>
              </a:extLst>
            </p:cNvPr>
            <p:cNvSpPr>
              <a:spLocks noChangeArrowheads="1"/>
            </p:cNvSpPr>
            <p:nvPr/>
          </p:nvSpPr>
          <p:spPr bwMode="auto">
            <a:xfrm>
              <a:off x="7377113" y="5497513"/>
              <a:ext cx="95250" cy="95250"/>
            </a:xfrm>
            <a:custGeom>
              <a:avLst/>
              <a:gdLst>
                <a:gd name="T0" fmla="*/ 248 w 264"/>
                <a:gd name="T1" fmla="*/ 263 h 264"/>
                <a:gd name="T2" fmla="*/ 248 w 264"/>
                <a:gd name="T3" fmla="*/ 263 h 264"/>
                <a:gd name="T4" fmla="*/ 263 w 264"/>
                <a:gd name="T5" fmla="*/ 248 h 264"/>
                <a:gd name="T6" fmla="*/ 15 w 264"/>
                <a:gd name="T7" fmla="*/ 0 h 264"/>
                <a:gd name="T8" fmla="*/ 0 w 264"/>
                <a:gd name="T9" fmla="*/ 15 h 264"/>
                <a:gd name="T10" fmla="*/ 15 w 264"/>
                <a:gd name="T11" fmla="*/ 29 h 264"/>
                <a:gd name="T12" fmla="*/ 15 w 264"/>
                <a:gd name="T13" fmla="*/ 29 h 264"/>
                <a:gd name="T14" fmla="*/ 170 w 264"/>
                <a:gd name="T15" fmla="*/ 93 h 264"/>
                <a:gd name="T16" fmla="*/ 235 w 264"/>
                <a:gd name="T17" fmla="*/ 248 h 264"/>
                <a:gd name="T18" fmla="*/ 248 w 264"/>
                <a:gd name="T19" fmla="*/ 263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64" h="264">
                  <a:moveTo>
                    <a:pt x="248" y="263"/>
                  </a:moveTo>
                  <a:lnTo>
                    <a:pt x="248" y="263"/>
                  </a:lnTo>
                  <a:cubicBezTo>
                    <a:pt x="257" y="263"/>
                    <a:pt x="263" y="256"/>
                    <a:pt x="263" y="248"/>
                  </a:cubicBezTo>
                  <a:cubicBezTo>
                    <a:pt x="263" y="111"/>
                    <a:pt x="152" y="0"/>
                    <a:pt x="15" y="0"/>
                  </a:cubicBezTo>
                  <a:cubicBezTo>
                    <a:pt x="7" y="0"/>
                    <a:pt x="0" y="7"/>
                    <a:pt x="0" y="15"/>
                  </a:cubicBezTo>
                  <a:cubicBezTo>
                    <a:pt x="0" y="22"/>
                    <a:pt x="7" y="29"/>
                    <a:pt x="15" y="29"/>
                  </a:cubicBezTo>
                  <a:lnTo>
                    <a:pt x="15" y="29"/>
                  </a:lnTo>
                  <a:cubicBezTo>
                    <a:pt x="75" y="29"/>
                    <a:pt x="130" y="53"/>
                    <a:pt x="170" y="93"/>
                  </a:cubicBezTo>
                  <a:cubicBezTo>
                    <a:pt x="210" y="133"/>
                    <a:pt x="235" y="188"/>
                    <a:pt x="235" y="248"/>
                  </a:cubicBezTo>
                  <a:cubicBezTo>
                    <a:pt x="235" y="256"/>
                    <a:pt x="240" y="263"/>
                    <a:pt x="248" y="2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9">
              <a:extLst>
                <a:ext uri="{FF2B5EF4-FFF2-40B4-BE49-F238E27FC236}">
                  <a16:creationId xmlns:a16="http://schemas.microsoft.com/office/drawing/2014/main" id="{DD1022EC-3B34-88E8-2CD9-3EE215607983}"/>
                </a:ext>
              </a:extLst>
            </p:cNvPr>
            <p:cNvSpPr>
              <a:spLocks noChangeArrowheads="1"/>
            </p:cNvSpPr>
            <p:nvPr/>
          </p:nvSpPr>
          <p:spPr bwMode="auto">
            <a:xfrm>
              <a:off x="7408863" y="5699125"/>
              <a:ext cx="22225" cy="22225"/>
            </a:xfrm>
            <a:custGeom>
              <a:avLst/>
              <a:gdLst>
                <a:gd name="T0" fmla="*/ 29 w 60"/>
                <a:gd name="T1" fmla="*/ 0 h 60"/>
                <a:gd name="T2" fmla="*/ 29 w 60"/>
                <a:gd name="T3" fmla="*/ 0 h 60"/>
                <a:gd name="T4" fmla="*/ 0 w 60"/>
                <a:gd name="T5" fmla="*/ 30 h 60"/>
                <a:gd name="T6" fmla="*/ 29 w 60"/>
                <a:gd name="T7" fmla="*/ 59 h 60"/>
                <a:gd name="T8" fmla="*/ 59 w 60"/>
                <a:gd name="T9" fmla="*/ 30 h 60"/>
                <a:gd name="T10" fmla="*/ 29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29" y="0"/>
                  </a:moveTo>
                  <a:lnTo>
                    <a:pt x="29" y="0"/>
                  </a:lnTo>
                  <a:cubicBezTo>
                    <a:pt x="13" y="0"/>
                    <a:pt x="0" y="13"/>
                    <a:pt x="0" y="30"/>
                  </a:cubicBezTo>
                  <a:cubicBezTo>
                    <a:pt x="0" y="45"/>
                    <a:pt x="13" y="59"/>
                    <a:pt x="29" y="59"/>
                  </a:cubicBezTo>
                  <a:cubicBezTo>
                    <a:pt x="45" y="59"/>
                    <a:pt x="59" y="45"/>
                    <a:pt x="59" y="30"/>
                  </a:cubicBezTo>
                  <a:cubicBezTo>
                    <a:pt x="59" y="13"/>
                    <a:pt x="45"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90">
              <a:extLst>
                <a:ext uri="{FF2B5EF4-FFF2-40B4-BE49-F238E27FC236}">
                  <a16:creationId xmlns:a16="http://schemas.microsoft.com/office/drawing/2014/main" id="{06232498-FCFE-8BC6-2D28-D584A98874D2}"/>
                </a:ext>
              </a:extLst>
            </p:cNvPr>
            <p:cNvSpPr>
              <a:spLocks noChangeArrowheads="1"/>
            </p:cNvSpPr>
            <p:nvPr/>
          </p:nvSpPr>
          <p:spPr bwMode="auto">
            <a:xfrm>
              <a:off x="7462838" y="5699125"/>
              <a:ext cx="20637" cy="22225"/>
            </a:xfrm>
            <a:custGeom>
              <a:avLst/>
              <a:gdLst>
                <a:gd name="T0" fmla="*/ 28 w 58"/>
                <a:gd name="T1" fmla="*/ 0 h 60"/>
                <a:gd name="T2" fmla="*/ 28 w 58"/>
                <a:gd name="T3" fmla="*/ 0 h 60"/>
                <a:gd name="T4" fmla="*/ 0 w 58"/>
                <a:gd name="T5" fmla="*/ 30 h 60"/>
                <a:gd name="T6" fmla="*/ 28 w 58"/>
                <a:gd name="T7" fmla="*/ 59 h 60"/>
                <a:gd name="T8" fmla="*/ 57 w 58"/>
                <a:gd name="T9" fmla="*/ 30 h 60"/>
                <a:gd name="T10" fmla="*/ 28 w 58"/>
                <a:gd name="T11" fmla="*/ 0 h 60"/>
              </a:gdLst>
              <a:ahLst/>
              <a:cxnLst>
                <a:cxn ang="0">
                  <a:pos x="T0" y="T1"/>
                </a:cxn>
                <a:cxn ang="0">
                  <a:pos x="T2" y="T3"/>
                </a:cxn>
                <a:cxn ang="0">
                  <a:pos x="T4" y="T5"/>
                </a:cxn>
                <a:cxn ang="0">
                  <a:pos x="T6" y="T7"/>
                </a:cxn>
                <a:cxn ang="0">
                  <a:pos x="T8" y="T9"/>
                </a:cxn>
                <a:cxn ang="0">
                  <a:pos x="T10" y="T11"/>
                </a:cxn>
              </a:cxnLst>
              <a:rect l="0" t="0" r="r" b="b"/>
              <a:pathLst>
                <a:path w="58" h="60">
                  <a:moveTo>
                    <a:pt x="28" y="0"/>
                  </a:moveTo>
                  <a:lnTo>
                    <a:pt x="28" y="0"/>
                  </a:lnTo>
                  <a:cubicBezTo>
                    <a:pt x="12" y="0"/>
                    <a:pt x="0" y="13"/>
                    <a:pt x="0" y="30"/>
                  </a:cubicBezTo>
                  <a:cubicBezTo>
                    <a:pt x="0" y="45"/>
                    <a:pt x="12" y="59"/>
                    <a:pt x="28" y="59"/>
                  </a:cubicBezTo>
                  <a:cubicBezTo>
                    <a:pt x="45" y="59"/>
                    <a:pt x="57" y="45"/>
                    <a:pt x="57" y="30"/>
                  </a:cubicBezTo>
                  <a:cubicBezTo>
                    <a:pt x="57" y="13"/>
                    <a:pt x="45" y="0"/>
                    <a:pt x="2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91">
              <a:extLst>
                <a:ext uri="{FF2B5EF4-FFF2-40B4-BE49-F238E27FC236}">
                  <a16:creationId xmlns:a16="http://schemas.microsoft.com/office/drawing/2014/main" id="{8169C08F-43A4-EF09-CF7B-07D42164E826}"/>
                </a:ext>
              </a:extLst>
            </p:cNvPr>
            <p:cNvSpPr>
              <a:spLocks noChangeArrowheads="1"/>
            </p:cNvSpPr>
            <p:nvPr/>
          </p:nvSpPr>
          <p:spPr bwMode="auto">
            <a:xfrm>
              <a:off x="7513638" y="5699125"/>
              <a:ext cx="22225" cy="22225"/>
            </a:xfrm>
            <a:custGeom>
              <a:avLst/>
              <a:gdLst>
                <a:gd name="T0" fmla="*/ 30 w 60"/>
                <a:gd name="T1" fmla="*/ 0 h 60"/>
                <a:gd name="T2" fmla="*/ 30 w 60"/>
                <a:gd name="T3" fmla="*/ 0 h 60"/>
                <a:gd name="T4" fmla="*/ 0 w 60"/>
                <a:gd name="T5" fmla="*/ 30 h 60"/>
                <a:gd name="T6" fmla="*/ 30 w 60"/>
                <a:gd name="T7" fmla="*/ 59 h 60"/>
                <a:gd name="T8" fmla="*/ 59 w 60"/>
                <a:gd name="T9" fmla="*/ 30 h 60"/>
                <a:gd name="T10" fmla="*/ 30 w 60"/>
                <a:gd name="T11" fmla="*/ 0 h 60"/>
              </a:gdLst>
              <a:ahLst/>
              <a:cxnLst>
                <a:cxn ang="0">
                  <a:pos x="T0" y="T1"/>
                </a:cxn>
                <a:cxn ang="0">
                  <a:pos x="T2" y="T3"/>
                </a:cxn>
                <a:cxn ang="0">
                  <a:pos x="T4" y="T5"/>
                </a:cxn>
                <a:cxn ang="0">
                  <a:pos x="T6" y="T7"/>
                </a:cxn>
                <a:cxn ang="0">
                  <a:pos x="T8" y="T9"/>
                </a:cxn>
                <a:cxn ang="0">
                  <a:pos x="T10" y="T11"/>
                </a:cxn>
              </a:cxnLst>
              <a:rect l="0" t="0" r="r" b="b"/>
              <a:pathLst>
                <a:path w="60" h="60">
                  <a:moveTo>
                    <a:pt x="30" y="0"/>
                  </a:moveTo>
                  <a:lnTo>
                    <a:pt x="30" y="0"/>
                  </a:lnTo>
                  <a:cubicBezTo>
                    <a:pt x="14" y="0"/>
                    <a:pt x="0" y="13"/>
                    <a:pt x="0" y="30"/>
                  </a:cubicBezTo>
                  <a:cubicBezTo>
                    <a:pt x="0" y="45"/>
                    <a:pt x="14" y="59"/>
                    <a:pt x="30" y="59"/>
                  </a:cubicBezTo>
                  <a:cubicBezTo>
                    <a:pt x="45" y="59"/>
                    <a:pt x="59" y="45"/>
                    <a:pt x="59" y="30"/>
                  </a:cubicBezTo>
                  <a:cubicBezTo>
                    <a:pt x="59" y="13"/>
                    <a:pt x="45"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2774DD3E-697D-19CC-5DD0-0B7ABB4CE28F}"/>
              </a:ext>
            </a:extLst>
          </p:cNvPr>
          <p:cNvGrpSpPr/>
          <p:nvPr/>
        </p:nvGrpSpPr>
        <p:grpSpPr>
          <a:xfrm>
            <a:off x="8448799" y="4186660"/>
            <a:ext cx="244475" cy="211137"/>
            <a:chOff x="7307263" y="4538663"/>
            <a:chExt cx="244475" cy="211137"/>
          </a:xfrm>
          <a:solidFill>
            <a:schemeClr val="accent4"/>
          </a:solidFill>
        </p:grpSpPr>
        <p:sp>
          <p:nvSpPr>
            <p:cNvPr id="351" name="Freeform 292">
              <a:extLst>
                <a:ext uri="{FF2B5EF4-FFF2-40B4-BE49-F238E27FC236}">
                  <a16:creationId xmlns:a16="http://schemas.microsoft.com/office/drawing/2014/main" id="{D33FC8D9-0DFB-69BB-AB0B-ACDC0D87BC9C}"/>
                </a:ext>
              </a:extLst>
            </p:cNvPr>
            <p:cNvSpPr>
              <a:spLocks noChangeArrowheads="1"/>
            </p:cNvSpPr>
            <p:nvPr/>
          </p:nvSpPr>
          <p:spPr bwMode="auto">
            <a:xfrm>
              <a:off x="7307263" y="4538663"/>
              <a:ext cx="244475" cy="211137"/>
            </a:xfrm>
            <a:custGeom>
              <a:avLst/>
              <a:gdLst>
                <a:gd name="T0" fmla="*/ 667 w 681"/>
                <a:gd name="T1" fmla="*/ 573 h 586"/>
                <a:gd name="T2" fmla="*/ 667 w 681"/>
                <a:gd name="T3" fmla="*/ 573 h 586"/>
                <a:gd name="T4" fmla="*/ 680 w 681"/>
                <a:gd name="T5" fmla="*/ 541 h 586"/>
                <a:gd name="T6" fmla="*/ 678 w 681"/>
                <a:gd name="T7" fmla="*/ 527 h 586"/>
                <a:gd name="T8" fmla="*/ 678 w 681"/>
                <a:gd name="T9" fmla="*/ 527 h 586"/>
                <a:gd name="T10" fmla="*/ 633 w 681"/>
                <a:gd name="T11" fmla="*/ 393 h 586"/>
                <a:gd name="T12" fmla="*/ 633 w 681"/>
                <a:gd name="T13" fmla="*/ 44 h 586"/>
                <a:gd name="T14" fmla="*/ 589 w 681"/>
                <a:gd name="T15" fmla="*/ 0 h 586"/>
                <a:gd name="T16" fmla="*/ 91 w 681"/>
                <a:gd name="T17" fmla="*/ 0 h 586"/>
                <a:gd name="T18" fmla="*/ 47 w 681"/>
                <a:gd name="T19" fmla="*/ 44 h 586"/>
                <a:gd name="T20" fmla="*/ 47 w 681"/>
                <a:gd name="T21" fmla="*/ 393 h 586"/>
                <a:gd name="T22" fmla="*/ 3 w 681"/>
                <a:gd name="T23" fmla="*/ 527 h 586"/>
                <a:gd name="T24" fmla="*/ 0 w 681"/>
                <a:gd name="T25" fmla="*/ 541 h 586"/>
                <a:gd name="T26" fmla="*/ 13 w 681"/>
                <a:gd name="T27" fmla="*/ 573 h 586"/>
                <a:gd name="T28" fmla="*/ 44 w 681"/>
                <a:gd name="T29" fmla="*/ 585 h 586"/>
                <a:gd name="T30" fmla="*/ 636 w 681"/>
                <a:gd name="T31" fmla="*/ 585 h 586"/>
                <a:gd name="T32" fmla="*/ 667 w 681"/>
                <a:gd name="T33" fmla="*/ 573 h 586"/>
                <a:gd name="T34" fmla="*/ 77 w 681"/>
                <a:gd name="T35" fmla="*/ 44 h 586"/>
                <a:gd name="T36" fmla="*/ 77 w 681"/>
                <a:gd name="T37" fmla="*/ 44 h 586"/>
                <a:gd name="T38" fmla="*/ 91 w 681"/>
                <a:gd name="T39" fmla="*/ 29 h 586"/>
                <a:gd name="T40" fmla="*/ 589 w 681"/>
                <a:gd name="T41" fmla="*/ 29 h 586"/>
                <a:gd name="T42" fmla="*/ 604 w 681"/>
                <a:gd name="T43" fmla="*/ 44 h 586"/>
                <a:gd name="T44" fmla="*/ 604 w 681"/>
                <a:gd name="T45" fmla="*/ 381 h 586"/>
                <a:gd name="T46" fmla="*/ 77 w 681"/>
                <a:gd name="T47" fmla="*/ 381 h 586"/>
                <a:gd name="T48" fmla="*/ 77 w 681"/>
                <a:gd name="T49" fmla="*/ 44 h 586"/>
                <a:gd name="T50" fmla="*/ 33 w 681"/>
                <a:gd name="T51" fmla="*/ 552 h 586"/>
                <a:gd name="T52" fmla="*/ 33 w 681"/>
                <a:gd name="T53" fmla="*/ 552 h 586"/>
                <a:gd name="T54" fmla="*/ 29 w 681"/>
                <a:gd name="T55" fmla="*/ 541 h 586"/>
                <a:gd name="T56" fmla="*/ 31 w 681"/>
                <a:gd name="T57" fmla="*/ 537 h 586"/>
                <a:gd name="T58" fmla="*/ 73 w 681"/>
                <a:gd name="T59" fmla="*/ 409 h 586"/>
                <a:gd name="T60" fmla="*/ 608 w 681"/>
                <a:gd name="T61" fmla="*/ 409 h 586"/>
                <a:gd name="T62" fmla="*/ 651 w 681"/>
                <a:gd name="T63" fmla="*/ 537 h 586"/>
                <a:gd name="T64" fmla="*/ 651 w 681"/>
                <a:gd name="T65" fmla="*/ 537 h 586"/>
                <a:gd name="T66" fmla="*/ 651 w 681"/>
                <a:gd name="T67" fmla="*/ 541 h 586"/>
                <a:gd name="T68" fmla="*/ 647 w 681"/>
                <a:gd name="T69" fmla="*/ 552 h 586"/>
                <a:gd name="T70" fmla="*/ 636 w 681"/>
                <a:gd name="T71" fmla="*/ 556 h 586"/>
                <a:gd name="T72" fmla="*/ 44 w 681"/>
                <a:gd name="T73" fmla="*/ 556 h 586"/>
                <a:gd name="T74" fmla="*/ 33 w 681"/>
                <a:gd name="T75" fmla="*/ 55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681" h="586">
                  <a:moveTo>
                    <a:pt x="667" y="573"/>
                  </a:moveTo>
                  <a:lnTo>
                    <a:pt x="667" y="573"/>
                  </a:lnTo>
                  <a:cubicBezTo>
                    <a:pt x="676" y="565"/>
                    <a:pt x="680" y="554"/>
                    <a:pt x="680" y="541"/>
                  </a:cubicBezTo>
                  <a:cubicBezTo>
                    <a:pt x="680" y="537"/>
                    <a:pt x="680" y="532"/>
                    <a:pt x="678" y="527"/>
                  </a:cubicBezTo>
                  <a:lnTo>
                    <a:pt x="678" y="527"/>
                  </a:lnTo>
                  <a:cubicBezTo>
                    <a:pt x="633" y="393"/>
                    <a:pt x="633" y="393"/>
                    <a:pt x="633" y="393"/>
                  </a:cubicBezTo>
                  <a:cubicBezTo>
                    <a:pt x="633" y="44"/>
                    <a:pt x="633" y="44"/>
                    <a:pt x="633" y="44"/>
                  </a:cubicBezTo>
                  <a:cubicBezTo>
                    <a:pt x="633" y="20"/>
                    <a:pt x="614" y="0"/>
                    <a:pt x="589" y="0"/>
                  </a:cubicBezTo>
                  <a:cubicBezTo>
                    <a:pt x="91" y="0"/>
                    <a:pt x="91" y="0"/>
                    <a:pt x="91" y="0"/>
                  </a:cubicBezTo>
                  <a:cubicBezTo>
                    <a:pt x="68" y="0"/>
                    <a:pt x="47" y="20"/>
                    <a:pt x="47" y="44"/>
                  </a:cubicBezTo>
                  <a:cubicBezTo>
                    <a:pt x="47" y="393"/>
                    <a:pt x="47" y="393"/>
                    <a:pt x="47" y="393"/>
                  </a:cubicBezTo>
                  <a:cubicBezTo>
                    <a:pt x="3" y="527"/>
                    <a:pt x="3" y="527"/>
                    <a:pt x="3" y="527"/>
                  </a:cubicBezTo>
                  <a:cubicBezTo>
                    <a:pt x="0" y="532"/>
                    <a:pt x="0" y="537"/>
                    <a:pt x="0" y="541"/>
                  </a:cubicBezTo>
                  <a:cubicBezTo>
                    <a:pt x="0" y="554"/>
                    <a:pt x="4" y="565"/>
                    <a:pt x="13" y="573"/>
                  </a:cubicBezTo>
                  <a:cubicBezTo>
                    <a:pt x="21" y="580"/>
                    <a:pt x="32" y="585"/>
                    <a:pt x="44" y="585"/>
                  </a:cubicBezTo>
                  <a:cubicBezTo>
                    <a:pt x="636" y="585"/>
                    <a:pt x="636" y="585"/>
                    <a:pt x="636" y="585"/>
                  </a:cubicBezTo>
                  <a:cubicBezTo>
                    <a:pt x="648" y="585"/>
                    <a:pt x="661" y="580"/>
                    <a:pt x="667" y="573"/>
                  </a:cubicBezTo>
                  <a:close/>
                  <a:moveTo>
                    <a:pt x="77" y="44"/>
                  </a:moveTo>
                  <a:lnTo>
                    <a:pt x="77" y="44"/>
                  </a:lnTo>
                  <a:cubicBezTo>
                    <a:pt x="77" y="36"/>
                    <a:pt x="83" y="29"/>
                    <a:pt x="91" y="29"/>
                  </a:cubicBezTo>
                  <a:cubicBezTo>
                    <a:pt x="589" y="29"/>
                    <a:pt x="589" y="29"/>
                    <a:pt x="589" y="29"/>
                  </a:cubicBezTo>
                  <a:cubicBezTo>
                    <a:pt x="597" y="29"/>
                    <a:pt x="604" y="36"/>
                    <a:pt x="604" y="44"/>
                  </a:cubicBezTo>
                  <a:cubicBezTo>
                    <a:pt x="604" y="381"/>
                    <a:pt x="604" y="381"/>
                    <a:pt x="604" y="381"/>
                  </a:cubicBezTo>
                  <a:cubicBezTo>
                    <a:pt x="77" y="381"/>
                    <a:pt x="77" y="381"/>
                    <a:pt x="77" y="381"/>
                  </a:cubicBezTo>
                  <a:lnTo>
                    <a:pt x="77" y="44"/>
                  </a:lnTo>
                  <a:close/>
                  <a:moveTo>
                    <a:pt x="33" y="552"/>
                  </a:moveTo>
                  <a:lnTo>
                    <a:pt x="33" y="552"/>
                  </a:lnTo>
                  <a:cubicBezTo>
                    <a:pt x="31" y="549"/>
                    <a:pt x="29" y="545"/>
                    <a:pt x="29" y="541"/>
                  </a:cubicBezTo>
                  <a:cubicBezTo>
                    <a:pt x="29" y="540"/>
                    <a:pt x="29" y="538"/>
                    <a:pt x="31" y="537"/>
                  </a:cubicBezTo>
                  <a:cubicBezTo>
                    <a:pt x="73" y="409"/>
                    <a:pt x="73" y="409"/>
                    <a:pt x="73" y="409"/>
                  </a:cubicBezTo>
                  <a:cubicBezTo>
                    <a:pt x="608" y="409"/>
                    <a:pt x="608" y="409"/>
                    <a:pt x="608" y="409"/>
                  </a:cubicBezTo>
                  <a:cubicBezTo>
                    <a:pt x="651" y="537"/>
                    <a:pt x="651" y="537"/>
                    <a:pt x="651" y="537"/>
                  </a:cubicBezTo>
                  <a:lnTo>
                    <a:pt x="651" y="537"/>
                  </a:lnTo>
                  <a:cubicBezTo>
                    <a:pt x="651" y="538"/>
                    <a:pt x="651" y="540"/>
                    <a:pt x="651" y="541"/>
                  </a:cubicBezTo>
                  <a:cubicBezTo>
                    <a:pt x="651" y="545"/>
                    <a:pt x="650" y="549"/>
                    <a:pt x="647" y="552"/>
                  </a:cubicBezTo>
                  <a:cubicBezTo>
                    <a:pt x="644" y="555"/>
                    <a:pt x="641" y="556"/>
                    <a:pt x="636" y="556"/>
                  </a:cubicBezTo>
                  <a:cubicBezTo>
                    <a:pt x="44" y="556"/>
                    <a:pt x="44" y="556"/>
                    <a:pt x="44" y="556"/>
                  </a:cubicBezTo>
                  <a:cubicBezTo>
                    <a:pt x="40" y="556"/>
                    <a:pt x="36" y="555"/>
                    <a:pt x="33" y="5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3">
              <a:extLst>
                <a:ext uri="{FF2B5EF4-FFF2-40B4-BE49-F238E27FC236}">
                  <a16:creationId xmlns:a16="http://schemas.microsoft.com/office/drawing/2014/main" id="{85DE1C81-7266-C5BA-AC55-1E635FCD3326}"/>
                </a:ext>
              </a:extLst>
            </p:cNvPr>
            <p:cNvSpPr>
              <a:spLocks noChangeArrowheads="1"/>
            </p:cNvSpPr>
            <p:nvPr/>
          </p:nvSpPr>
          <p:spPr bwMode="auto">
            <a:xfrm>
              <a:off x="7408863" y="4718050"/>
              <a:ext cx="42862" cy="11113"/>
            </a:xfrm>
            <a:custGeom>
              <a:avLst/>
              <a:gdLst>
                <a:gd name="T0" fmla="*/ 103 w 117"/>
                <a:gd name="T1" fmla="*/ 0 h 31"/>
                <a:gd name="T2" fmla="*/ 103 w 117"/>
                <a:gd name="T3" fmla="*/ 0 h 31"/>
                <a:gd name="T4" fmla="*/ 15 w 117"/>
                <a:gd name="T5" fmla="*/ 0 h 31"/>
                <a:gd name="T6" fmla="*/ 0 w 117"/>
                <a:gd name="T7" fmla="*/ 15 h 31"/>
                <a:gd name="T8" fmla="*/ 15 w 117"/>
                <a:gd name="T9" fmla="*/ 30 h 31"/>
                <a:gd name="T10" fmla="*/ 103 w 117"/>
                <a:gd name="T11" fmla="*/ 30 h 31"/>
                <a:gd name="T12" fmla="*/ 116 w 117"/>
                <a:gd name="T13" fmla="*/ 15 h 31"/>
                <a:gd name="T14" fmla="*/ 103 w 11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1">
                  <a:moveTo>
                    <a:pt x="103" y="0"/>
                  </a:moveTo>
                  <a:lnTo>
                    <a:pt x="103" y="0"/>
                  </a:lnTo>
                  <a:cubicBezTo>
                    <a:pt x="15" y="0"/>
                    <a:pt x="15" y="0"/>
                    <a:pt x="15" y="0"/>
                  </a:cubicBezTo>
                  <a:cubicBezTo>
                    <a:pt x="7" y="0"/>
                    <a:pt x="0" y="7"/>
                    <a:pt x="0" y="15"/>
                  </a:cubicBezTo>
                  <a:cubicBezTo>
                    <a:pt x="0" y="24"/>
                    <a:pt x="7" y="30"/>
                    <a:pt x="15" y="30"/>
                  </a:cubicBezTo>
                  <a:cubicBezTo>
                    <a:pt x="103" y="30"/>
                    <a:pt x="103" y="30"/>
                    <a:pt x="103" y="30"/>
                  </a:cubicBezTo>
                  <a:cubicBezTo>
                    <a:pt x="111" y="30"/>
                    <a:pt x="116" y="24"/>
                    <a:pt x="116" y="15"/>
                  </a:cubicBezTo>
                  <a:cubicBezTo>
                    <a:pt x="116"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3" name="Group 356">
            <a:extLst>
              <a:ext uri="{FF2B5EF4-FFF2-40B4-BE49-F238E27FC236}">
                <a16:creationId xmlns:a16="http://schemas.microsoft.com/office/drawing/2014/main" id="{2B9A31AD-1FDF-F1B4-AD62-DDEC3FE7637E}"/>
              </a:ext>
            </a:extLst>
          </p:cNvPr>
          <p:cNvGrpSpPr/>
          <p:nvPr/>
        </p:nvGrpSpPr>
        <p:grpSpPr>
          <a:xfrm>
            <a:off x="9037761" y="4165228"/>
            <a:ext cx="158750" cy="254000"/>
            <a:chOff x="7896225" y="4508500"/>
            <a:chExt cx="158750" cy="254000"/>
          </a:xfrm>
          <a:solidFill>
            <a:schemeClr val="accent4"/>
          </a:solidFill>
        </p:grpSpPr>
        <p:sp>
          <p:nvSpPr>
            <p:cNvPr id="354" name="Freeform 294">
              <a:extLst>
                <a:ext uri="{FF2B5EF4-FFF2-40B4-BE49-F238E27FC236}">
                  <a16:creationId xmlns:a16="http://schemas.microsoft.com/office/drawing/2014/main" id="{83163F9C-1426-B670-6784-9B7205357A73}"/>
                </a:ext>
              </a:extLst>
            </p:cNvPr>
            <p:cNvSpPr>
              <a:spLocks noChangeArrowheads="1"/>
            </p:cNvSpPr>
            <p:nvPr/>
          </p:nvSpPr>
          <p:spPr bwMode="auto">
            <a:xfrm>
              <a:off x="7896225" y="4508500"/>
              <a:ext cx="158750" cy="254000"/>
            </a:xfrm>
            <a:custGeom>
              <a:avLst/>
              <a:gdLst>
                <a:gd name="T0" fmla="*/ 365 w 440"/>
                <a:gd name="T1" fmla="*/ 0 h 704"/>
                <a:gd name="T2" fmla="*/ 365 w 440"/>
                <a:gd name="T3" fmla="*/ 0 h 704"/>
                <a:gd name="T4" fmla="*/ 72 w 440"/>
                <a:gd name="T5" fmla="*/ 0 h 704"/>
                <a:gd name="T6" fmla="*/ 0 w 440"/>
                <a:gd name="T7" fmla="*/ 74 h 704"/>
                <a:gd name="T8" fmla="*/ 0 w 440"/>
                <a:gd name="T9" fmla="*/ 630 h 704"/>
                <a:gd name="T10" fmla="*/ 72 w 440"/>
                <a:gd name="T11" fmla="*/ 703 h 704"/>
                <a:gd name="T12" fmla="*/ 365 w 440"/>
                <a:gd name="T13" fmla="*/ 703 h 704"/>
                <a:gd name="T14" fmla="*/ 439 w 440"/>
                <a:gd name="T15" fmla="*/ 630 h 704"/>
                <a:gd name="T16" fmla="*/ 439 w 440"/>
                <a:gd name="T17" fmla="*/ 571 h 704"/>
                <a:gd name="T18" fmla="*/ 439 w 440"/>
                <a:gd name="T19" fmla="*/ 571 h 704"/>
                <a:gd name="T20" fmla="*/ 439 w 440"/>
                <a:gd name="T21" fmla="*/ 571 h 704"/>
                <a:gd name="T22" fmla="*/ 439 w 440"/>
                <a:gd name="T23" fmla="*/ 74 h 704"/>
                <a:gd name="T24" fmla="*/ 365 w 440"/>
                <a:gd name="T25" fmla="*/ 0 h 704"/>
                <a:gd name="T26" fmla="*/ 72 w 440"/>
                <a:gd name="T27" fmla="*/ 30 h 704"/>
                <a:gd name="T28" fmla="*/ 72 w 440"/>
                <a:gd name="T29" fmla="*/ 30 h 704"/>
                <a:gd name="T30" fmla="*/ 365 w 440"/>
                <a:gd name="T31" fmla="*/ 30 h 704"/>
                <a:gd name="T32" fmla="*/ 409 w 440"/>
                <a:gd name="T33" fmla="*/ 74 h 704"/>
                <a:gd name="T34" fmla="*/ 409 w 440"/>
                <a:gd name="T35" fmla="*/ 557 h 704"/>
                <a:gd name="T36" fmla="*/ 28 w 440"/>
                <a:gd name="T37" fmla="*/ 557 h 704"/>
                <a:gd name="T38" fmla="*/ 28 w 440"/>
                <a:gd name="T39" fmla="*/ 74 h 704"/>
                <a:gd name="T40" fmla="*/ 72 w 440"/>
                <a:gd name="T41" fmla="*/ 30 h 704"/>
                <a:gd name="T42" fmla="*/ 365 w 440"/>
                <a:gd name="T43" fmla="*/ 674 h 704"/>
                <a:gd name="T44" fmla="*/ 365 w 440"/>
                <a:gd name="T45" fmla="*/ 674 h 704"/>
                <a:gd name="T46" fmla="*/ 72 w 440"/>
                <a:gd name="T47" fmla="*/ 674 h 704"/>
                <a:gd name="T48" fmla="*/ 28 w 440"/>
                <a:gd name="T49" fmla="*/ 630 h 704"/>
                <a:gd name="T50" fmla="*/ 28 w 440"/>
                <a:gd name="T51" fmla="*/ 586 h 704"/>
                <a:gd name="T52" fmla="*/ 409 w 440"/>
                <a:gd name="T53" fmla="*/ 586 h 704"/>
                <a:gd name="T54" fmla="*/ 409 w 440"/>
                <a:gd name="T55" fmla="*/ 630 h 704"/>
                <a:gd name="T56" fmla="*/ 365 w 440"/>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0" h="704">
                  <a:moveTo>
                    <a:pt x="365" y="0"/>
                  </a:moveTo>
                  <a:lnTo>
                    <a:pt x="365" y="0"/>
                  </a:lnTo>
                  <a:cubicBezTo>
                    <a:pt x="72" y="0"/>
                    <a:pt x="72" y="0"/>
                    <a:pt x="72" y="0"/>
                  </a:cubicBezTo>
                  <a:cubicBezTo>
                    <a:pt x="33" y="0"/>
                    <a:pt x="0" y="33"/>
                    <a:pt x="0" y="74"/>
                  </a:cubicBezTo>
                  <a:cubicBezTo>
                    <a:pt x="0" y="630"/>
                    <a:pt x="0" y="630"/>
                    <a:pt x="0" y="630"/>
                  </a:cubicBezTo>
                  <a:cubicBezTo>
                    <a:pt x="0" y="671"/>
                    <a:pt x="33" y="703"/>
                    <a:pt x="72" y="703"/>
                  </a:cubicBezTo>
                  <a:cubicBezTo>
                    <a:pt x="365" y="703"/>
                    <a:pt x="365" y="703"/>
                    <a:pt x="365" y="703"/>
                  </a:cubicBezTo>
                  <a:cubicBezTo>
                    <a:pt x="406" y="703"/>
                    <a:pt x="439" y="671"/>
                    <a:pt x="439" y="630"/>
                  </a:cubicBezTo>
                  <a:cubicBezTo>
                    <a:pt x="439" y="571"/>
                    <a:pt x="439" y="571"/>
                    <a:pt x="439" y="571"/>
                  </a:cubicBezTo>
                  <a:lnTo>
                    <a:pt x="439" y="571"/>
                  </a:lnTo>
                  <a:lnTo>
                    <a:pt x="439" y="571"/>
                  </a:lnTo>
                  <a:cubicBezTo>
                    <a:pt x="439" y="74"/>
                    <a:pt x="439" y="74"/>
                    <a:pt x="439" y="74"/>
                  </a:cubicBezTo>
                  <a:cubicBezTo>
                    <a:pt x="439" y="33"/>
                    <a:pt x="406" y="0"/>
                    <a:pt x="365" y="0"/>
                  </a:cubicBezTo>
                  <a:close/>
                  <a:moveTo>
                    <a:pt x="72" y="30"/>
                  </a:moveTo>
                  <a:lnTo>
                    <a:pt x="72" y="30"/>
                  </a:lnTo>
                  <a:cubicBezTo>
                    <a:pt x="365" y="30"/>
                    <a:pt x="365" y="30"/>
                    <a:pt x="365" y="30"/>
                  </a:cubicBezTo>
                  <a:cubicBezTo>
                    <a:pt x="389" y="30"/>
                    <a:pt x="409" y="49"/>
                    <a:pt x="409" y="74"/>
                  </a:cubicBezTo>
                  <a:cubicBezTo>
                    <a:pt x="409" y="557"/>
                    <a:pt x="409" y="557"/>
                    <a:pt x="409" y="557"/>
                  </a:cubicBezTo>
                  <a:cubicBezTo>
                    <a:pt x="28" y="557"/>
                    <a:pt x="28" y="557"/>
                    <a:pt x="28" y="557"/>
                  </a:cubicBezTo>
                  <a:cubicBezTo>
                    <a:pt x="28" y="74"/>
                    <a:pt x="28" y="74"/>
                    <a:pt x="28" y="74"/>
                  </a:cubicBezTo>
                  <a:cubicBezTo>
                    <a:pt x="28" y="49"/>
                    <a:pt x="48" y="30"/>
                    <a:pt x="72" y="30"/>
                  </a:cubicBezTo>
                  <a:close/>
                  <a:moveTo>
                    <a:pt x="365" y="674"/>
                  </a:moveTo>
                  <a:lnTo>
                    <a:pt x="365" y="674"/>
                  </a:lnTo>
                  <a:cubicBezTo>
                    <a:pt x="72" y="674"/>
                    <a:pt x="72" y="674"/>
                    <a:pt x="72" y="674"/>
                  </a:cubicBezTo>
                  <a:cubicBezTo>
                    <a:pt x="48" y="674"/>
                    <a:pt x="28" y="655"/>
                    <a:pt x="28" y="630"/>
                  </a:cubicBezTo>
                  <a:cubicBezTo>
                    <a:pt x="28" y="586"/>
                    <a:pt x="28" y="586"/>
                    <a:pt x="28" y="586"/>
                  </a:cubicBezTo>
                  <a:cubicBezTo>
                    <a:pt x="409" y="586"/>
                    <a:pt x="409" y="586"/>
                    <a:pt x="409" y="586"/>
                  </a:cubicBezTo>
                  <a:cubicBezTo>
                    <a:pt x="409" y="630"/>
                    <a:pt x="409" y="630"/>
                    <a:pt x="409" y="630"/>
                  </a:cubicBezTo>
                  <a:cubicBezTo>
                    <a:pt x="409" y="655"/>
                    <a:pt x="389" y="674"/>
                    <a:pt x="365"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5" name="Freeform 295">
              <a:extLst>
                <a:ext uri="{FF2B5EF4-FFF2-40B4-BE49-F238E27FC236}">
                  <a16:creationId xmlns:a16="http://schemas.microsoft.com/office/drawing/2014/main" id="{2779A388-B010-22A8-73B2-4D2FFE54AED1}"/>
                </a:ext>
              </a:extLst>
            </p:cNvPr>
            <p:cNvSpPr>
              <a:spLocks noChangeArrowheads="1"/>
            </p:cNvSpPr>
            <p:nvPr/>
          </p:nvSpPr>
          <p:spPr bwMode="auto">
            <a:xfrm>
              <a:off x="7959725" y="4729163"/>
              <a:ext cx="31750" cy="11112"/>
            </a:xfrm>
            <a:custGeom>
              <a:avLst/>
              <a:gdLst>
                <a:gd name="T0" fmla="*/ 73 w 89"/>
                <a:gd name="T1" fmla="*/ 0 h 31"/>
                <a:gd name="T2" fmla="*/ 73 w 89"/>
                <a:gd name="T3" fmla="*/ 0 h 31"/>
                <a:gd name="T4" fmla="*/ 14 w 89"/>
                <a:gd name="T5" fmla="*/ 0 h 31"/>
                <a:gd name="T6" fmla="*/ 0 w 89"/>
                <a:gd name="T7" fmla="*/ 15 h 31"/>
                <a:gd name="T8" fmla="*/ 14 w 89"/>
                <a:gd name="T9" fmla="*/ 30 h 31"/>
                <a:gd name="T10" fmla="*/ 73 w 89"/>
                <a:gd name="T11" fmla="*/ 30 h 31"/>
                <a:gd name="T12" fmla="*/ 88 w 89"/>
                <a:gd name="T13" fmla="*/ 15 h 31"/>
                <a:gd name="T14" fmla="*/ 73 w 8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1">
                  <a:moveTo>
                    <a:pt x="73" y="0"/>
                  </a:moveTo>
                  <a:lnTo>
                    <a:pt x="73" y="0"/>
                  </a:lnTo>
                  <a:cubicBezTo>
                    <a:pt x="14" y="0"/>
                    <a:pt x="14" y="0"/>
                    <a:pt x="14" y="0"/>
                  </a:cubicBezTo>
                  <a:cubicBezTo>
                    <a:pt x="6" y="0"/>
                    <a:pt x="0" y="7"/>
                    <a:pt x="0" y="15"/>
                  </a:cubicBezTo>
                  <a:cubicBezTo>
                    <a:pt x="0" y="23"/>
                    <a:pt x="6" y="30"/>
                    <a:pt x="14" y="30"/>
                  </a:cubicBezTo>
                  <a:cubicBezTo>
                    <a:pt x="73" y="30"/>
                    <a:pt x="73" y="30"/>
                    <a:pt x="73" y="30"/>
                  </a:cubicBezTo>
                  <a:cubicBezTo>
                    <a:pt x="81" y="30"/>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6" name="Group 359">
            <a:extLst>
              <a:ext uri="{FF2B5EF4-FFF2-40B4-BE49-F238E27FC236}">
                <a16:creationId xmlns:a16="http://schemas.microsoft.com/office/drawing/2014/main" id="{0D5451B5-4C5D-4ABC-748F-B55008EE1DA1}"/>
              </a:ext>
            </a:extLst>
          </p:cNvPr>
          <p:cNvGrpSpPr/>
          <p:nvPr/>
        </p:nvGrpSpPr>
        <p:grpSpPr>
          <a:xfrm>
            <a:off x="9488611" y="5158210"/>
            <a:ext cx="254000" cy="252412"/>
            <a:chOff x="8347075" y="5503863"/>
            <a:chExt cx="254000" cy="252412"/>
          </a:xfrm>
          <a:solidFill>
            <a:schemeClr val="accent4"/>
          </a:solidFill>
        </p:grpSpPr>
        <p:sp>
          <p:nvSpPr>
            <p:cNvPr id="357" name="Freeform 296">
              <a:extLst>
                <a:ext uri="{FF2B5EF4-FFF2-40B4-BE49-F238E27FC236}">
                  <a16:creationId xmlns:a16="http://schemas.microsoft.com/office/drawing/2014/main" id="{207F27DF-F22A-9FAD-EA83-6B5C1D8F3BC9}"/>
                </a:ext>
              </a:extLst>
            </p:cNvPr>
            <p:cNvSpPr>
              <a:spLocks noChangeArrowheads="1"/>
            </p:cNvSpPr>
            <p:nvPr/>
          </p:nvSpPr>
          <p:spPr bwMode="auto">
            <a:xfrm>
              <a:off x="8389938" y="5545138"/>
              <a:ext cx="168275" cy="169862"/>
            </a:xfrm>
            <a:custGeom>
              <a:avLst/>
              <a:gdLst>
                <a:gd name="T0" fmla="*/ 455 w 469"/>
                <a:gd name="T1" fmla="*/ 0 h 470"/>
                <a:gd name="T2" fmla="*/ 455 w 469"/>
                <a:gd name="T3" fmla="*/ 0 h 470"/>
                <a:gd name="T4" fmla="*/ 15 w 469"/>
                <a:gd name="T5" fmla="*/ 0 h 470"/>
                <a:gd name="T6" fmla="*/ 4 w 469"/>
                <a:gd name="T7" fmla="*/ 5 h 470"/>
                <a:gd name="T8" fmla="*/ 0 w 469"/>
                <a:gd name="T9" fmla="*/ 16 h 470"/>
                <a:gd name="T10" fmla="*/ 0 w 469"/>
                <a:gd name="T11" fmla="*/ 455 h 470"/>
                <a:gd name="T12" fmla="*/ 4 w 469"/>
                <a:gd name="T13" fmla="*/ 464 h 470"/>
                <a:gd name="T14" fmla="*/ 15 w 469"/>
                <a:gd name="T15" fmla="*/ 469 h 470"/>
                <a:gd name="T16" fmla="*/ 455 w 469"/>
                <a:gd name="T17" fmla="*/ 469 h 470"/>
                <a:gd name="T18" fmla="*/ 464 w 469"/>
                <a:gd name="T19" fmla="*/ 464 h 470"/>
                <a:gd name="T20" fmla="*/ 468 w 469"/>
                <a:gd name="T21" fmla="*/ 455 h 470"/>
                <a:gd name="T22" fmla="*/ 468 w 469"/>
                <a:gd name="T23" fmla="*/ 16 h 470"/>
                <a:gd name="T24" fmla="*/ 464 w 469"/>
                <a:gd name="T25" fmla="*/ 5 h 470"/>
                <a:gd name="T26" fmla="*/ 455 w 469"/>
                <a:gd name="T27" fmla="*/ 0 h 470"/>
                <a:gd name="T28" fmla="*/ 29 w 469"/>
                <a:gd name="T29" fmla="*/ 29 h 470"/>
                <a:gd name="T30" fmla="*/ 29 w 469"/>
                <a:gd name="T31" fmla="*/ 29 h 470"/>
                <a:gd name="T32" fmla="*/ 439 w 469"/>
                <a:gd name="T33" fmla="*/ 29 h 470"/>
                <a:gd name="T34" fmla="*/ 439 w 469"/>
                <a:gd name="T35" fmla="*/ 440 h 470"/>
                <a:gd name="T36" fmla="*/ 29 w 469"/>
                <a:gd name="T37" fmla="*/ 440 h 470"/>
                <a:gd name="T38" fmla="*/ 29 w 469"/>
                <a:gd name="T39" fmla="*/ 29 h 4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69" h="470">
                  <a:moveTo>
                    <a:pt x="455" y="0"/>
                  </a:moveTo>
                  <a:lnTo>
                    <a:pt x="455" y="0"/>
                  </a:lnTo>
                  <a:cubicBezTo>
                    <a:pt x="15" y="0"/>
                    <a:pt x="15" y="0"/>
                    <a:pt x="15" y="0"/>
                  </a:cubicBezTo>
                  <a:cubicBezTo>
                    <a:pt x="11" y="0"/>
                    <a:pt x="7" y="2"/>
                    <a:pt x="4" y="5"/>
                  </a:cubicBezTo>
                  <a:cubicBezTo>
                    <a:pt x="2" y="7"/>
                    <a:pt x="0" y="11"/>
                    <a:pt x="0" y="16"/>
                  </a:cubicBezTo>
                  <a:cubicBezTo>
                    <a:pt x="0" y="455"/>
                    <a:pt x="0" y="455"/>
                    <a:pt x="0" y="455"/>
                  </a:cubicBezTo>
                  <a:cubicBezTo>
                    <a:pt x="0" y="458"/>
                    <a:pt x="2" y="462"/>
                    <a:pt x="4" y="464"/>
                  </a:cubicBezTo>
                  <a:cubicBezTo>
                    <a:pt x="7" y="467"/>
                    <a:pt x="11" y="469"/>
                    <a:pt x="15" y="469"/>
                  </a:cubicBezTo>
                  <a:cubicBezTo>
                    <a:pt x="455" y="469"/>
                    <a:pt x="455" y="469"/>
                    <a:pt x="455" y="469"/>
                  </a:cubicBezTo>
                  <a:cubicBezTo>
                    <a:pt x="459" y="469"/>
                    <a:pt x="461" y="467"/>
                    <a:pt x="464" y="464"/>
                  </a:cubicBezTo>
                  <a:cubicBezTo>
                    <a:pt x="467" y="462"/>
                    <a:pt x="468" y="458"/>
                    <a:pt x="468" y="455"/>
                  </a:cubicBezTo>
                  <a:cubicBezTo>
                    <a:pt x="468" y="16"/>
                    <a:pt x="468" y="16"/>
                    <a:pt x="468" y="16"/>
                  </a:cubicBezTo>
                  <a:cubicBezTo>
                    <a:pt x="468" y="11"/>
                    <a:pt x="467" y="7"/>
                    <a:pt x="464" y="5"/>
                  </a:cubicBezTo>
                  <a:cubicBezTo>
                    <a:pt x="461" y="2"/>
                    <a:pt x="459" y="0"/>
                    <a:pt x="455" y="0"/>
                  </a:cubicBezTo>
                  <a:close/>
                  <a:moveTo>
                    <a:pt x="29" y="29"/>
                  </a:moveTo>
                  <a:lnTo>
                    <a:pt x="29" y="29"/>
                  </a:lnTo>
                  <a:cubicBezTo>
                    <a:pt x="439" y="29"/>
                    <a:pt x="439" y="29"/>
                    <a:pt x="439" y="29"/>
                  </a:cubicBezTo>
                  <a:cubicBezTo>
                    <a:pt x="439" y="440"/>
                    <a:pt x="439" y="440"/>
                    <a:pt x="439" y="440"/>
                  </a:cubicBezTo>
                  <a:cubicBezTo>
                    <a:pt x="29" y="440"/>
                    <a:pt x="29" y="440"/>
                    <a:pt x="29" y="44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8" name="Freeform 297">
              <a:extLst>
                <a:ext uri="{FF2B5EF4-FFF2-40B4-BE49-F238E27FC236}">
                  <a16:creationId xmlns:a16="http://schemas.microsoft.com/office/drawing/2014/main" id="{7DA8C46F-6580-B4D8-C112-685F80F4616B}"/>
                </a:ext>
              </a:extLst>
            </p:cNvPr>
            <p:cNvSpPr>
              <a:spLocks noChangeArrowheads="1"/>
            </p:cNvSpPr>
            <p:nvPr/>
          </p:nvSpPr>
          <p:spPr bwMode="auto">
            <a:xfrm>
              <a:off x="8410575" y="5503863"/>
              <a:ext cx="11113" cy="31750"/>
            </a:xfrm>
            <a:custGeom>
              <a:avLst/>
              <a:gdLst>
                <a:gd name="T0" fmla="*/ 29 w 30"/>
                <a:gd name="T1" fmla="*/ 73 h 89"/>
                <a:gd name="T2" fmla="*/ 29 w 30"/>
                <a:gd name="T3" fmla="*/ 73 h 89"/>
                <a:gd name="T4" fmla="*/ 29 w 30"/>
                <a:gd name="T5" fmla="*/ 14 h 89"/>
                <a:gd name="T6" fmla="*/ 14 w 30"/>
                <a:gd name="T7" fmla="*/ 0 h 89"/>
                <a:gd name="T8" fmla="*/ 0 w 30"/>
                <a:gd name="T9" fmla="*/ 14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4"/>
                    <a:pt x="29" y="14"/>
                    <a:pt x="29" y="14"/>
                  </a:cubicBezTo>
                  <a:cubicBezTo>
                    <a:pt x="29" y="5"/>
                    <a:pt x="22" y="0"/>
                    <a:pt x="14" y="0"/>
                  </a:cubicBezTo>
                  <a:cubicBezTo>
                    <a:pt x="6" y="0"/>
                    <a:pt x="0" y="5"/>
                    <a:pt x="0" y="14"/>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9" name="Freeform 298">
              <a:extLst>
                <a:ext uri="{FF2B5EF4-FFF2-40B4-BE49-F238E27FC236}">
                  <a16:creationId xmlns:a16="http://schemas.microsoft.com/office/drawing/2014/main" id="{83CC21FB-D889-66BF-4DC5-7A310E4F8818}"/>
                </a:ext>
              </a:extLst>
            </p:cNvPr>
            <p:cNvSpPr>
              <a:spLocks noChangeArrowheads="1"/>
            </p:cNvSpPr>
            <p:nvPr/>
          </p:nvSpPr>
          <p:spPr bwMode="auto">
            <a:xfrm>
              <a:off x="844232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6" y="88"/>
                    <a:pt x="14" y="88"/>
                  </a:cubicBezTo>
                  <a:cubicBezTo>
                    <a:pt x="22" y="88"/>
                    <a:pt x="29" y="81"/>
                    <a:pt x="29" y="73"/>
                  </a:cubicBezTo>
                  <a:cubicBezTo>
                    <a:pt x="29" y="14"/>
                    <a:pt x="29" y="14"/>
                    <a:pt x="29" y="14"/>
                  </a:cubicBezTo>
                  <a:cubicBezTo>
                    <a:pt x="29" y="5"/>
                    <a:pt x="22" y="0"/>
                    <a:pt x="14" y="0"/>
                  </a:cubicBezTo>
                  <a:cubicBezTo>
                    <a:pt x="6"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9">
              <a:extLst>
                <a:ext uri="{FF2B5EF4-FFF2-40B4-BE49-F238E27FC236}">
                  <a16:creationId xmlns:a16="http://schemas.microsoft.com/office/drawing/2014/main" id="{D255DA55-D11E-E450-DA49-0E6CC08E0ED4}"/>
                </a:ext>
              </a:extLst>
            </p:cNvPr>
            <p:cNvSpPr>
              <a:spLocks noChangeArrowheads="1"/>
            </p:cNvSpPr>
            <p:nvPr/>
          </p:nvSpPr>
          <p:spPr bwMode="auto">
            <a:xfrm>
              <a:off x="8474075" y="5503863"/>
              <a:ext cx="11113" cy="31750"/>
            </a:xfrm>
            <a:custGeom>
              <a:avLst/>
              <a:gdLst>
                <a:gd name="T0" fmla="*/ 0 w 30"/>
                <a:gd name="T1" fmla="*/ 14 h 89"/>
                <a:gd name="T2" fmla="*/ 0 w 30"/>
                <a:gd name="T3" fmla="*/ 14 h 89"/>
                <a:gd name="T4" fmla="*/ 0 w 30"/>
                <a:gd name="T5" fmla="*/ 73 h 89"/>
                <a:gd name="T6" fmla="*/ 14 w 30"/>
                <a:gd name="T7" fmla="*/ 88 h 89"/>
                <a:gd name="T8" fmla="*/ 29 w 30"/>
                <a:gd name="T9" fmla="*/ 73 h 89"/>
                <a:gd name="T10" fmla="*/ 29 w 30"/>
                <a:gd name="T11" fmla="*/ 14 h 89"/>
                <a:gd name="T12" fmla="*/ 14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4" y="88"/>
                  </a:cubicBezTo>
                  <a:cubicBezTo>
                    <a:pt x="22" y="88"/>
                    <a:pt x="29" y="81"/>
                    <a:pt x="29" y="73"/>
                  </a:cubicBezTo>
                  <a:cubicBezTo>
                    <a:pt x="29" y="14"/>
                    <a:pt x="29" y="14"/>
                    <a:pt x="29" y="14"/>
                  </a:cubicBezTo>
                  <a:cubicBezTo>
                    <a:pt x="29" y="5"/>
                    <a:pt x="22" y="0"/>
                    <a:pt x="14"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1" name="Freeform 300">
              <a:extLst>
                <a:ext uri="{FF2B5EF4-FFF2-40B4-BE49-F238E27FC236}">
                  <a16:creationId xmlns:a16="http://schemas.microsoft.com/office/drawing/2014/main" id="{71BE3818-1241-1826-503A-3FE6BB5EA9F0}"/>
                </a:ext>
              </a:extLst>
            </p:cNvPr>
            <p:cNvSpPr>
              <a:spLocks noChangeArrowheads="1"/>
            </p:cNvSpPr>
            <p:nvPr/>
          </p:nvSpPr>
          <p:spPr bwMode="auto">
            <a:xfrm>
              <a:off x="8505825" y="5503863"/>
              <a:ext cx="11113" cy="31750"/>
            </a:xfrm>
            <a:custGeom>
              <a:avLst/>
              <a:gdLst>
                <a:gd name="T0" fmla="*/ 0 w 30"/>
                <a:gd name="T1" fmla="*/ 14 h 89"/>
                <a:gd name="T2" fmla="*/ 0 w 30"/>
                <a:gd name="T3" fmla="*/ 14 h 89"/>
                <a:gd name="T4" fmla="*/ 0 w 30"/>
                <a:gd name="T5" fmla="*/ 73 h 89"/>
                <a:gd name="T6" fmla="*/ 13 w 30"/>
                <a:gd name="T7" fmla="*/ 88 h 89"/>
                <a:gd name="T8" fmla="*/ 29 w 30"/>
                <a:gd name="T9" fmla="*/ 73 h 89"/>
                <a:gd name="T10" fmla="*/ 29 w 30"/>
                <a:gd name="T11" fmla="*/ 14 h 89"/>
                <a:gd name="T12" fmla="*/ 13 w 30"/>
                <a:gd name="T13" fmla="*/ 0 h 89"/>
                <a:gd name="T14" fmla="*/ 0 w 30"/>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14"/>
                  </a:moveTo>
                  <a:lnTo>
                    <a:pt x="0" y="14"/>
                  </a:lnTo>
                  <a:cubicBezTo>
                    <a:pt x="0" y="73"/>
                    <a:pt x="0" y="73"/>
                    <a:pt x="0" y="73"/>
                  </a:cubicBezTo>
                  <a:cubicBezTo>
                    <a:pt x="0" y="81"/>
                    <a:pt x="5" y="88"/>
                    <a:pt x="13" y="88"/>
                  </a:cubicBezTo>
                  <a:cubicBezTo>
                    <a:pt x="22" y="88"/>
                    <a:pt x="29" y="81"/>
                    <a:pt x="29" y="73"/>
                  </a:cubicBezTo>
                  <a:cubicBezTo>
                    <a:pt x="29" y="14"/>
                    <a:pt x="29" y="14"/>
                    <a:pt x="29" y="14"/>
                  </a:cubicBezTo>
                  <a:cubicBezTo>
                    <a:pt x="29"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2" name="Freeform 301">
              <a:extLst>
                <a:ext uri="{FF2B5EF4-FFF2-40B4-BE49-F238E27FC236}">
                  <a16:creationId xmlns:a16="http://schemas.microsoft.com/office/drawing/2014/main" id="{D3049BDA-B0FA-B217-1FB1-F963B0DC3651}"/>
                </a:ext>
              </a:extLst>
            </p:cNvPr>
            <p:cNvSpPr>
              <a:spLocks noChangeArrowheads="1"/>
            </p:cNvSpPr>
            <p:nvPr/>
          </p:nvSpPr>
          <p:spPr bwMode="auto">
            <a:xfrm>
              <a:off x="8537575" y="5503863"/>
              <a:ext cx="11113" cy="31750"/>
            </a:xfrm>
            <a:custGeom>
              <a:avLst/>
              <a:gdLst>
                <a:gd name="T0" fmla="*/ 0 w 29"/>
                <a:gd name="T1" fmla="*/ 14 h 89"/>
                <a:gd name="T2" fmla="*/ 0 w 29"/>
                <a:gd name="T3" fmla="*/ 14 h 89"/>
                <a:gd name="T4" fmla="*/ 0 w 29"/>
                <a:gd name="T5" fmla="*/ 73 h 89"/>
                <a:gd name="T6" fmla="*/ 13 w 29"/>
                <a:gd name="T7" fmla="*/ 88 h 89"/>
                <a:gd name="T8" fmla="*/ 28 w 29"/>
                <a:gd name="T9" fmla="*/ 73 h 89"/>
                <a:gd name="T10" fmla="*/ 28 w 29"/>
                <a:gd name="T11" fmla="*/ 14 h 89"/>
                <a:gd name="T12" fmla="*/ 13 w 29"/>
                <a:gd name="T13" fmla="*/ 0 h 89"/>
                <a:gd name="T14" fmla="*/ 0 w 29"/>
                <a:gd name="T15" fmla="*/ 1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0" y="14"/>
                  </a:moveTo>
                  <a:lnTo>
                    <a:pt x="0" y="14"/>
                  </a:lnTo>
                  <a:cubicBezTo>
                    <a:pt x="0" y="73"/>
                    <a:pt x="0" y="73"/>
                    <a:pt x="0" y="73"/>
                  </a:cubicBezTo>
                  <a:cubicBezTo>
                    <a:pt x="0" y="81"/>
                    <a:pt x="5" y="88"/>
                    <a:pt x="13" y="88"/>
                  </a:cubicBezTo>
                  <a:cubicBezTo>
                    <a:pt x="22" y="88"/>
                    <a:pt x="28" y="81"/>
                    <a:pt x="28" y="73"/>
                  </a:cubicBezTo>
                  <a:cubicBezTo>
                    <a:pt x="28" y="14"/>
                    <a:pt x="28" y="14"/>
                    <a:pt x="28" y="14"/>
                  </a:cubicBezTo>
                  <a:cubicBezTo>
                    <a:pt x="28" y="5"/>
                    <a:pt x="22" y="0"/>
                    <a:pt x="13" y="0"/>
                  </a:cubicBezTo>
                  <a:cubicBezTo>
                    <a:pt x="5"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3" name="Freeform 302">
              <a:extLst>
                <a:ext uri="{FF2B5EF4-FFF2-40B4-BE49-F238E27FC236}">
                  <a16:creationId xmlns:a16="http://schemas.microsoft.com/office/drawing/2014/main" id="{5CCD3588-A7BD-38B6-4F95-EFE9D963D2B6}"/>
                </a:ext>
              </a:extLst>
            </p:cNvPr>
            <p:cNvSpPr>
              <a:spLocks noChangeArrowheads="1"/>
            </p:cNvSpPr>
            <p:nvPr/>
          </p:nvSpPr>
          <p:spPr bwMode="auto">
            <a:xfrm>
              <a:off x="84105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4" name="Freeform 303">
              <a:extLst>
                <a:ext uri="{FF2B5EF4-FFF2-40B4-BE49-F238E27FC236}">
                  <a16:creationId xmlns:a16="http://schemas.microsoft.com/office/drawing/2014/main" id="{5BD6B7C4-20FA-255E-1F80-D9ED9BD928E2}"/>
                </a:ext>
              </a:extLst>
            </p:cNvPr>
            <p:cNvSpPr>
              <a:spLocks noChangeArrowheads="1"/>
            </p:cNvSpPr>
            <p:nvPr/>
          </p:nvSpPr>
          <p:spPr bwMode="auto">
            <a:xfrm>
              <a:off x="844232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6" y="0"/>
                    <a:pt x="0" y="5"/>
                    <a:pt x="0" y="13"/>
                  </a:cubicBezTo>
                  <a:cubicBezTo>
                    <a:pt x="0" y="73"/>
                    <a:pt x="0" y="73"/>
                    <a:pt x="0" y="73"/>
                  </a:cubicBezTo>
                  <a:cubicBezTo>
                    <a:pt x="0" y="81"/>
                    <a:pt x="6"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5" name="Freeform 304">
              <a:extLst>
                <a:ext uri="{FF2B5EF4-FFF2-40B4-BE49-F238E27FC236}">
                  <a16:creationId xmlns:a16="http://schemas.microsoft.com/office/drawing/2014/main" id="{B1498882-400B-A358-52DD-32CC4A1103DB}"/>
                </a:ext>
              </a:extLst>
            </p:cNvPr>
            <p:cNvSpPr>
              <a:spLocks noChangeArrowheads="1"/>
            </p:cNvSpPr>
            <p:nvPr/>
          </p:nvSpPr>
          <p:spPr bwMode="auto">
            <a:xfrm>
              <a:off x="8474075" y="5724525"/>
              <a:ext cx="11113" cy="31750"/>
            </a:xfrm>
            <a:custGeom>
              <a:avLst/>
              <a:gdLst>
                <a:gd name="T0" fmla="*/ 29 w 30"/>
                <a:gd name="T1" fmla="*/ 73 h 89"/>
                <a:gd name="T2" fmla="*/ 29 w 30"/>
                <a:gd name="T3" fmla="*/ 73 h 89"/>
                <a:gd name="T4" fmla="*/ 29 w 30"/>
                <a:gd name="T5" fmla="*/ 13 h 89"/>
                <a:gd name="T6" fmla="*/ 14 w 30"/>
                <a:gd name="T7" fmla="*/ 0 h 89"/>
                <a:gd name="T8" fmla="*/ 0 w 30"/>
                <a:gd name="T9" fmla="*/ 13 h 89"/>
                <a:gd name="T10" fmla="*/ 0 w 30"/>
                <a:gd name="T11" fmla="*/ 73 h 89"/>
                <a:gd name="T12" fmla="*/ 14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4" y="0"/>
                  </a:cubicBezTo>
                  <a:cubicBezTo>
                    <a:pt x="5" y="0"/>
                    <a:pt x="0" y="5"/>
                    <a:pt x="0" y="13"/>
                  </a:cubicBezTo>
                  <a:cubicBezTo>
                    <a:pt x="0" y="73"/>
                    <a:pt x="0" y="73"/>
                    <a:pt x="0" y="73"/>
                  </a:cubicBezTo>
                  <a:cubicBezTo>
                    <a:pt x="0" y="81"/>
                    <a:pt x="5" y="88"/>
                    <a:pt x="14"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5">
              <a:extLst>
                <a:ext uri="{FF2B5EF4-FFF2-40B4-BE49-F238E27FC236}">
                  <a16:creationId xmlns:a16="http://schemas.microsoft.com/office/drawing/2014/main" id="{3EFCA7C0-9DE1-31E6-A7A7-BF2CDE2DD2BB}"/>
                </a:ext>
              </a:extLst>
            </p:cNvPr>
            <p:cNvSpPr>
              <a:spLocks noChangeArrowheads="1"/>
            </p:cNvSpPr>
            <p:nvPr/>
          </p:nvSpPr>
          <p:spPr bwMode="auto">
            <a:xfrm>
              <a:off x="8505825" y="5724525"/>
              <a:ext cx="11113" cy="31750"/>
            </a:xfrm>
            <a:custGeom>
              <a:avLst/>
              <a:gdLst>
                <a:gd name="T0" fmla="*/ 29 w 30"/>
                <a:gd name="T1" fmla="*/ 73 h 89"/>
                <a:gd name="T2" fmla="*/ 29 w 30"/>
                <a:gd name="T3" fmla="*/ 73 h 89"/>
                <a:gd name="T4" fmla="*/ 29 w 30"/>
                <a:gd name="T5" fmla="*/ 13 h 89"/>
                <a:gd name="T6" fmla="*/ 13 w 30"/>
                <a:gd name="T7" fmla="*/ 0 h 89"/>
                <a:gd name="T8" fmla="*/ 0 w 30"/>
                <a:gd name="T9" fmla="*/ 13 h 89"/>
                <a:gd name="T10" fmla="*/ 0 w 30"/>
                <a:gd name="T11" fmla="*/ 73 h 89"/>
                <a:gd name="T12" fmla="*/ 13 w 30"/>
                <a:gd name="T13" fmla="*/ 88 h 89"/>
                <a:gd name="T14" fmla="*/ 29 w 30"/>
                <a:gd name="T15" fmla="*/ 73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29" y="73"/>
                  </a:moveTo>
                  <a:lnTo>
                    <a:pt x="29" y="73"/>
                  </a:lnTo>
                  <a:cubicBezTo>
                    <a:pt x="29" y="13"/>
                    <a:pt x="29" y="13"/>
                    <a:pt x="29" y="13"/>
                  </a:cubicBezTo>
                  <a:cubicBezTo>
                    <a:pt x="29" y="5"/>
                    <a:pt x="22" y="0"/>
                    <a:pt x="13" y="0"/>
                  </a:cubicBezTo>
                  <a:cubicBezTo>
                    <a:pt x="5" y="0"/>
                    <a:pt x="0" y="5"/>
                    <a:pt x="0" y="13"/>
                  </a:cubicBezTo>
                  <a:cubicBezTo>
                    <a:pt x="0" y="73"/>
                    <a:pt x="0" y="73"/>
                    <a:pt x="0" y="73"/>
                  </a:cubicBezTo>
                  <a:cubicBezTo>
                    <a:pt x="0" y="81"/>
                    <a:pt x="5" y="88"/>
                    <a:pt x="13" y="88"/>
                  </a:cubicBezTo>
                  <a:cubicBezTo>
                    <a:pt x="22" y="88"/>
                    <a:pt x="29" y="81"/>
                    <a:pt x="29"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6">
              <a:extLst>
                <a:ext uri="{FF2B5EF4-FFF2-40B4-BE49-F238E27FC236}">
                  <a16:creationId xmlns:a16="http://schemas.microsoft.com/office/drawing/2014/main" id="{D032C836-1607-2578-F081-DFE857D05DC6}"/>
                </a:ext>
              </a:extLst>
            </p:cNvPr>
            <p:cNvSpPr>
              <a:spLocks noChangeArrowheads="1"/>
            </p:cNvSpPr>
            <p:nvPr/>
          </p:nvSpPr>
          <p:spPr bwMode="auto">
            <a:xfrm>
              <a:off x="8537575" y="5724525"/>
              <a:ext cx="11113" cy="31750"/>
            </a:xfrm>
            <a:custGeom>
              <a:avLst/>
              <a:gdLst>
                <a:gd name="T0" fmla="*/ 13 w 29"/>
                <a:gd name="T1" fmla="*/ 0 h 89"/>
                <a:gd name="T2" fmla="*/ 13 w 29"/>
                <a:gd name="T3" fmla="*/ 0 h 89"/>
                <a:gd name="T4" fmla="*/ 0 w 29"/>
                <a:gd name="T5" fmla="*/ 13 h 89"/>
                <a:gd name="T6" fmla="*/ 0 w 29"/>
                <a:gd name="T7" fmla="*/ 73 h 89"/>
                <a:gd name="T8" fmla="*/ 13 w 29"/>
                <a:gd name="T9" fmla="*/ 88 h 89"/>
                <a:gd name="T10" fmla="*/ 28 w 29"/>
                <a:gd name="T11" fmla="*/ 73 h 89"/>
                <a:gd name="T12" fmla="*/ 28 w 29"/>
                <a:gd name="T13" fmla="*/ 13 h 89"/>
                <a:gd name="T14" fmla="*/ 13 w 29"/>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 h="89">
                  <a:moveTo>
                    <a:pt x="13" y="0"/>
                  </a:moveTo>
                  <a:lnTo>
                    <a:pt x="13" y="0"/>
                  </a:lnTo>
                  <a:cubicBezTo>
                    <a:pt x="5" y="0"/>
                    <a:pt x="0" y="5"/>
                    <a:pt x="0" y="13"/>
                  </a:cubicBezTo>
                  <a:cubicBezTo>
                    <a:pt x="0" y="73"/>
                    <a:pt x="0" y="73"/>
                    <a:pt x="0" y="73"/>
                  </a:cubicBezTo>
                  <a:cubicBezTo>
                    <a:pt x="0" y="81"/>
                    <a:pt x="5" y="88"/>
                    <a:pt x="13" y="88"/>
                  </a:cubicBezTo>
                  <a:cubicBezTo>
                    <a:pt x="22" y="88"/>
                    <a:pt x="28" y="81"/>
                    <a:pt x="28" y="73"/>
                  </a:cubicBezTo>
                  <a:cubicBezTo>
                    <a:pt x="28" y="13"/>
                    <a:pt x="28" y="13"/>
                    <a:pt x="28" y="13"/>
                  </a:cubicBezTo>
                  <a:cubicBezTo>
                    <a:pt x="28" y="5"/>
                    <a:pt x="22" y="0"/>
                    <a:pt x="1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7">
              <a:extLst>
                <a:ext uri="{FF2B5EF4-FFF2-40B4-BE49-F238E27FC236}">
                  <a16:creationId xmlns:a16="http://schemas.microsoft.com/office/drawing/2014/main" id="{772A6FAE-8A05-FEFC-5254-CEFA5D645E80}"/>
                </a:ext>
              </a:extLst>
            </p:cNvPr>
            <p:cNvSpPr>
              <a:spLocks noChangeArrowheads="1"/>
            </p:cNvSpPr>
            <p:nvPr/>
          </p:nvSpPr>
          <p:spPr bwMode="auto">
            <a:xfrm>
              <a:off x="834707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9" name="Freeform 308">
              <a:extLst>
                <a:ext uri="{FF2B5EF4-FFF2-40B4-BE49-F238E27FC236}">
                  <a16:creationId xmlns:a16="http://schemas.microsoft.com/office/drawing/2014/main" id="{E26DBD10-09B2-A057-B90B-147F7A134DE4}"/>
                </a:ext>
              </a:extLst>
            </p:cNvPr>
            <p:cNvSpPr>
              <a:spLocks noChangeArrowheads="1"/>
            </p:cNvSpPr>
            <p:nvPr/>
          </p:nvSpPr>
          <p:spPr bwMode="auto">
            <a:xfrm>
              <a:off x="834707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0" name="Freeform 309">
              <a:extLst>
                <a:ext uri="{FF2B5EF4-FFF2-40B4-BE49-F238E27FC236}">
                  <a16:creationId xmlns:a16="http://schemas.microsoft.com/office/drawing/2014/main" id="{285CA62F-DE91-868F-105A-DE47E47A0499}"/>
                </a:ext>
              </a:extLst>
            </p:cNvPr>
            <p:cNvSpPr>
              <a:spLocks noChangeArrowheads="1"/>
            </p:cNvSpPr>
            <p:nvPr/>
          </p:nvSpPr>
          <p:spPr bwMode="auto">
            <a:xfrm>
              <a:off x="834707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10">
              <a:extLst>
                <a:ext uri="{FF2B5EF4-FFF2-40B4-BE49-F238E27FC236}">
                  <a16:creationId xmlns:a16="http://schemas.microsoft.com/office/drawing/2014/main" id="{16767631-D475-1652-6F20-66564E4D0DBA}"/>
                </a:ext>
              </a:extLst>
            </p:cNvPr>
            <p:cNvSpPr>
              <a:spLocks noChangeArrowheads="1"/>
            </p:cNvSpPr>
            <p:nvPr/>
          </p:nvSpPr>
          <p:spPr bwMode="auto">
            <a:xfrm>
              <a:off x="834707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11">
              <a:extLst>
                <a:ext uri="{FF2B5EF4-FFF2-40B4-BE49-F238E27FC236}">
                  <a16:creationId xmlns:a16="http://schemas.microsoft.com/office/drawing/2014/main" id="{6EFA3115-7F66-470B-8AF2-53C40473587F}"/>
                </a:ext>
              </a:extLst>
            </p:cNvPr>
            <p:cNvSpPr>
              <a:spLocks noChangeArrowheads="1"/>
            </p:cNvSpPr>
            <p:nvPr/>
          </p:nvSpPr>
          <p:spPr bwMode="auto">
            <a:xfrm>
              <a:off x="834707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12">
              <a:extLst>
                <a:ext uri="{FF2B5EF4-FFF2-40B4-BE49-F238E27FC236}">
                  <a16:creationId xmlns:a16="http://schemas.microsoft.com/office/drawing/2014/main" id="{E564FE11-D65C-6BB6-7791-154B2262DF75}"/>
                </a:ext>
              </a:extLst>
            </p:cNvPr>
            <p:cNvSpPr>
              <a:spLocks noChangeArrowheads="1"/>
            </p:cNvSpPr>
            <p:nvPr/>
          </p:nvSpPr>
          <p:spPr bwMode="auto">
            <a:xfrm>
              <a:off x="8569325" y="56927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5"/>
                    <a:pt x="0" y="14"/>
                  </a:cubicBezTo>
                  <a:cubicBezTo>
                    <a:pt x="0" y="22"/>
                    <a:pt x="6" y="29"/>
                    <a:pt x="14" y="29"/>
                  </a:cubicBezTo>
                  <a:cubicBezTo>
                    <a:pt x="73" y="29"/>
                    <a:pt x="73" y="29"/>
                    <a:pt x="73" y="29"/>
                  </a:cubicBezTo>
                  <a:cubicBezTo>
                    <a:pt x="81" y="29"/>
                    <a:pt x="88" y="22"/>
                    <a:pt x="88" y="14"/>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4" name="Freeform 313">
              <a:extLst>
                <a:ext uri="{FF2B5EF4-FFF2-40B4-BE49-F238E27FC236}">
                  <a16:creationId xmlns:a16="http://schemas.microsoft.com/office/drawing/2014/main" id="{F2D232A1-5C9B-AC88-39CE-34CCB2884893}"/>
                </a:ext>
              </a:extLst>
            </p:cNvPr>
            <p:cNvSpPr>
              <a:spLocks noChangeArrowheads="1"/>
            </p:cNvSpPr>
            <p:nvPr/>
          </p:nvSpPr>
          <p:spPr bwMode="auto">
            <a:xfrm>
              <a:off x="8569325" y="566102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5" name="Freeform 314">
              <a:extLst>
                <a:ext uri="{FF2B5EF4-FFF2-40B4-BE49-F238E27FC236}">
                  <a16:creationId xmlns:a16="http://schemas.microsoft.com/office/drawing/2014/main" id="{5E5F0F50-30C3-5E95-4245-74CD04BA1A14}"/>
                </a:ext>
              </a:extLst>
            </p:cNvPr>
            <p:cNvSpPr>
              <a:spLocks noChangeArrowheads="1"/>
            </p:cNvSpPr>
            <p:nvPr/>
          </p:nvSpPr>
          <p:spPr bwMode="auto">
            <a:xfrm>
              <a:off x="8569325" y="5629275"/>
              <a:ext cx="31750" cy="11113"/>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15">
              <a:extLst>
                <a:ext uri="{FF2B5EF4-FFF2-40B4-BE49-F238E27FC236}">
                  <a16:creationId xmlns:a16="http://schemas.microsoft.com/office/drawing/2014/main" id="{2F9522B6-DC95-55CD-1864-A89A539AA926}"/>
                </a:ext>
              </a:extLst>
            </p:cNvPr>
            <p:cNvSpPr>
              <a:spLocks noChangeArrowheads="1"/>
            </p:cNvSpPr>
            <p:nvPr/>
          </p:nvSpPr>
          <p:spPr bwMode="auto">
            <a:xfrm>
              <a:off x="8569325" y="5599113"/>
              <a:ext cx="31750" cy="11112"/>
            </a:xfrm>
            <a:custGeom>
              <a:avLst/>
              <a:gdLst>
                <a:gd name="T0" fmla="*/ 73 w 89"/>
                <a:gd name="T1" fmla="*/ 0 h 30"/>
                <a:gd name="T2" fmla="*/ 73 w 89"/>
                <a:gd name="T3" fmla="*/ 0 h 30"/>
                <a:gd name="T4" fmla="*/ 14 w 89"/>
                <a:gd name="T5" fmla="*/ 0 h 30"/>
                <a:gd name="T6" fmla="*/ 0 w 89"/>
                <a:gd name="T7" fmla="*/ 14 h 30"/>
                <a:gd name="T8" fmla="*/ 14 w 89"/>
                <a:gd name="T9" fmla="*/ 29 h 30"/>
                <a:gd name="T10" fmla="*/ 73 w 89"/>
                <a:gd name="T11" fmla="*/ 29 h 30"/>
                <a:gd name="T12" fmla="*/ 88 w 89"/>
                <a:gd name="T13" fmla="*/ 14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6"/>
                    <a:pt x="0" y="14"/>
                  </a:cubicBezTo>
                  <a:cubicBezTo>
                    <a:pt x="0" y="22"/>
                    <a:pt x="6" y="29"/>
                    <a:pt x="14" y="29"/>
                  </a:cubicBezTo>
                  <a:cubicBezTo>
                    <a:pt x="73" y="29"/>
                    <a:pt x="73" y="29"/>
                    <a:pt x="73" y="29"/>
                  </a:cubicBezTo>
                  <a:cubicBezTo>
                    <a:pt x="81" y="29"/>
                    <a:pt x="88" y="22"/>
                    <a:pt x="88" y="14"/>
                  </a:cubicBezTo>
                  <a:cubicBezTo>
                    <a:pt x="88" y="6"/>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7" name="Freeform 316">
              <a:extLst>
                <a:ext uri="{FF2B5EF4-FFF2-40B4-BE49-F238E27FC236}">
                  <a16:creationId xmlns:a16="http://schemas.microsoft.com/office/drawing/2014/main" id="{7464DC05-2E98-BDF3-CE6E-8541C9BDAB28}"/>
                </a:ext>
              </a:extLst>
            </p:cNvPr>
            <p:cNvSpPr>
              <a:spLocks noChangeArrowheads="1"/>
            </p:cNvSpPr>
            <p:nvPr/>
          </p:nvSpPr>
          <p:spPr bwMode="auto">
            <a:xfrm>
              <a:off x="8569325" y="5567363"/>
              <a:ext cx="31750" cy="11112"/>
            </a:xfrm>
            <a:custGeom>
              <a:avLst/>
              <a:gdLst>
                <a:gd name="T0" fmla="*/ 73 w 89"/>
                <a:gd name="T1" fmla="*/ 0 h 29"/>
                <a:gd name="T2" fmla="*/ 73 w 89"/>
                <a:gd name="T3" fmla="*/ 0 h 29"/>
                <a:gd name="T4" fmla="*/ 14 w 89"/>
                <a:gd name="T5" fmla="*/ 0 h 29"/>
                <a:gd name="T6" fmla="*/ 0 w 89"/>
                <a:gd name="T7" fmla="*/ 13 h 29"/>
                <a:gd name="T8" fmla="*/ 14 w 89"/>
                <a:gd name="T9" fmla="*/ 28 h 29"/>
                <a:gd name="T10" fmla="*/ 73 w 89"/>
                <a:gd name="T11" fmla="*/ 28 h 29"/>
                <a:gd name="T12" fmla="*/ 88 w 89"/>
                <a:gd name="T13" fmla="*/ 13 h 29"/>
                <a:gd name="T14" fmla="*/ 73 w 89"/>
                <a:gd name="T15" fmla="*/ 0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29">
                  <a:moveTo>
                    <a:pt x="73" y="0"/>
                  </a:moveTo>
                  <a:lnTo>
                    <a:pt x="73" y="0"/>
                  </a:lnTo>
                  <a:cubicBezTo>
                    <a:pt x="14" y="0"/>
                    <a:pt x="14" y="0"/>
                    <a:pt x="14" y="0"/>
                  </a:cubicBezTo>
                  <a:cubicBezTo>
                    <a:pt x="6" y="0"/>
                    <a:pt x="0" y="5"/>
                    <a:pt x="0" y="13"/>
                  </a:cubicBezTo>
                  <a:cubicBezTo>
                    <a:pt x="0" y="21"/>
                    <a:pt x="6" y="28"/>
                    <a:pt x="14" y="28"/>
                  </a:cubicBezTo>
                  <a:cubicBezTo>
                    <a:pt x="73" y="28"/>
                    <a:pt x="73" y="28"/>
                    <a:pt x="73" y="28"/>
                  </a:cubicBezTo>
                  <a:cubicBezTo>
                    <a:pt x="81" y="28"/>
                    <a:pt x="88" y="21"/>
                    <a:pt x="88" y="13"/>
                  </a:cubicBezTo>
                  <a:cubicBezTo>
                    <a:pt x="88" y="5"/>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8" name="Freeform 317">
              <a:extLst>
                <a:ext uri="{FF2B5EF4-FFF2-40B4-BE49-F238E27FC236}">
                  <a16:creationId xmlns:a16="http://schemas.microsoft.com/office/drawing/2014/main" id="{1D9BC060-893D-7529-13D9-3077EECA4095}"/>
                </a:ext>
              </a:extLst>
            </p:cNvPr>
            <p:cNvSpPr>
              <a:spLocks noChangeArrowheads="1"/>
            </p:cNvSpPr>
            <p:nvPr/>
          </p:nvSpPr>
          <p:spPr bwMode="auto">
            <a:xfrm>
              <a:off x="8421688" y="5576888"/>
              <a:ext cx="104775" cy="106362"/>
            </a:xfrm>
            <a:custGeom>
              <a:avLst/>
              <a:gdLst>
                <a:gd name="T0" fmla="*/ 279 w 293"/>
                <a:gd name="T1" fmla="*/ 0 h 294"/>
                <a:gd name="T2" fmla="*/ 279 w 293"/>
                <a:gd name="T3" fmla="*/ 0 h 294"/>
                <a:gd name="T4" fmla="*/ 15 w 293"/>
                <a:gd name="T5" fmla="*/ 0 h 294"/>
                <a:gd name="T6" fmla="*/ 4 w 293"/>
                <a:gd name="T7" fmla="*/ 4 h 294"/>
                <a:gd name="T8" fmla="*/ 0 w 293"/>
                <a:gd name="T9" fmla="*/ 15 h 294"/>
                <a:gd name="T10" fmla="*/ 0 w 293"/>
                <a:gd name="T11" fmla="*/ 279 h 294"/>
                <a:gd name="T12" fmla="*/ 4 w 293"/>
                <a:gd name="T13" fmla="*/ 289 h 294"/>
                <a:gd name="T14" fmla="*/ 15 w 293"/>
                <a:gd name="T15" fmla="*/ 293 h 294"/>
                <a:gd name="T16" fmla="*/ 279 w 293"/>
                <a:gd name="T17" fmla="*/ 293 h 294"/>
                <a:gd name="T18" fmla="*/ 288 w 293"/>
                <a:gd name="T19" fmla="*/ 289 h 294"/>
                <a:gd name="T20" fmla="*/ 292 w 293"/>
                <a:gd name="T21" fmla="*/ 279 h 294"/>
                <a:gd name="T22" fmla="*/ 292 w 293"/>
                <a:gd name="T23" fmla="*/ 15 h 294"/>
                <a:gd name="T24" fmla="*/ 288 w 293"/>
                <a:gd name="T25" fmla="*/ 4 h 294"/>
                <a:gd name="T26" fmla="*/ 279 w 293"/>
                <a:gd name="T27" fmla="*/ 0 h 294"/>
                <a:gd name="T28" fmla="*/ 29 w 293"/>
                <a:gd name="T29" fmla="*/ 29 h 294"/>
                <a:gd name="T30" fmla="*/ 29 w 293"/>
                <a:gd name="T31" fmla="*/ 29 h 294"/>
                <a:gd name="T32" fmla="*/ 264 w 293"/>
                <a:gd name="T33" fmla="*/ 29 h 294"/>
                <a:gd name="T34" fmla="*/ 264 w 293"/>
                <a:gd name="T35" fmla="*/ 264 h 294"/>
                <a:gd name="T36" fmla="*/ 29 w 293"/>
                <a:gd name="T37" fmla="*/ 264 h 294"/>
                <a:gd name="T38" fmla="*/ 29 w 293"/>
                <a:gd name="T39" fmla="*/ 29 h 2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93" h="294">
                  <a:moveTo>
                    <a:pt x="279" y="0"/>
                  </a:moveTo>
                  <a:lnTo>
                    <a:pt x="279" y="0"/>
                  </a:lnTo>
                  <a:cubicBezTo>
                    <a:pt x="15" y="0"/>
                    <a:pt x="15" y="0"/>
                    <a:pt x="15" y="0"/>
                  </a:cubicBezTo>
                  <a:cubicBezTo>
                    <a:pt x="11" y="0"/>
                    <a:pt x="7" y="2"/>
                    <a:pt x="4" y="4"/>
                  </a:cubicBezTo>
                  <a:cubicBezTo>
                    <a:pt x="1" y="7"/>
                    <a:pt x="0" y="11"/>
                    <a:pt x="0" y="15"/>
                  </a:cubicBezTo>
                  <a:cubicBezTo>
                    <a:pt x="0" y="279"/>
                    <a:pt x="0" y="279"/>
                    <a:pt x="0" y="279"/>
                  </a:cubicBezTo>
                  <a:cubicBezTo>
                    <a:pt x="0" y="282"/>
                    <a:pt x="1" y="286"/>
                    <a:pt x="4" y="289"/>
                  </a:cubicBezTo>
                  <a:cubicBezTo>
                    <a:pt x="7" y="291"/>
                    <a:pt x="11" y="293"/>
                    <a:pt x="15" y="293"/>
                  </a:cubicBezTo>
                  <a:cubicBezTo>
                    <a:pt x="279" y="293"/>
                    <a:pt x="279" y="293"/>
                    <a:pt x="279" y="293"/>
                  </a:cubicBezTo>
                  <a:cubicBezTo>
                    <a:pt x="283" y="293"/>
                    <a:pt x="286" y="291"/>
                    <a:pt x="288" y="289"/>
                  </a:cubicBezTo>
                  <a:cubicBezTo>
                    <a:pt x="291" y="286"/>
                    <a:pt x="292" y="282"/>
                    <a:pt x="292" y="279"/>
                  </a:cubicBezTo>
                  <a:cubicBezTo>
                    <a:pt x="292" y="15"/>
                    <a:pt x="292" y="15"/>
                    <a:pt x="292" y="15"/>
                  </a:cubicBezTo>
                  <a:cubicBezTo>
                    <a:pt x="292" y="11"/>
                    <a:pt x="291" y="7"/>
                    <a:pt x="288" y="4"/>
                  </a:cubicBezTo>
                  <a:cubicBezTo>
                    <a:pt x="286" y="2"/>
                    <a:pt x="283" y="0"/>
                    <a:pt x="279" y="0"/>
                  </a:cubicBezTo>
                  <a:close/>
                  <a:moveTo>
                    <a:pt x="29" y="29"/>
                  </a:moveTo>
                  <a:lnTo>
                    <a:pt x="29" y="29"/>
                  </a:lnTo>
                  <a:cubicBezTo>
                    <a:pt x="264" y="29"/>
                    <a:pt x="264" y="29"/>
                    <a:pt x="264" y="29"/>
                  </a:cubicBezTo>
                  <a:cubicBezTo>
                    <a:pt x="264" y="264"/>
                    <a:pt x="264" y="264"/>
                    <a:pt x="264" y="264"/>
                  </a:cubicBezTo>
                  <a:cubicBezTo>
                    <a:pt x="29" y="264"/>
                    <a:pt x="29" y="264"/>
                    <a:pt x="29" y="264"/>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9" name="Group 382">
            <a:extLst>
              <a:ext uri="{FF2B5EF4-FFF2-40B4-BE49-F238E27FC236}">
                <a16:creationId xmlns:a16="http://schemas.microsoft.com/office/drawing/2014/main" id="{5AF2838E-D5FD-3565-A3A6-C0560282C687}"/>
              </a:ext>
            </a:extLst>
          </p:cNvPr>
          <p:cNvGrpSpPr/>
          <p:nvPr/>
        </p:nvGrpSpPr>
        <p:grpSpPr>
          <a:xfrm>
            <a:off x="9947399" y="5750347"/>
            <a:ext cx="254000" cy="127000"/>
            <a:chOff x="8805863" y="6130925"/>
            <a:chExt cx="254000" cy="127000"/>
          </a:xfrm>
          <a:solidFill>
            <a:schemeClr val="accent4"/>
          </a:solidFill>
        </p:grpSpPr>
        <p:sp>
          <p:nvSpPr>
            <p:cNvPr id="380" name="Freeform 318">
              <a:extLst>
                <a:ext uri="{FF2B5EF4-FFF2-40B4-BE49-F238E27FC236}">
                  <a16:creationId xmlns:a16="http://schemas.microsoft.com/office/drawing/2014/main" id="{31D0FD4D-6BBB-5B56-2DAE-EAE9BE8675F0}"/>
                </a:ext>
              </a:extLst>
            </p:cNvPr>
            <p:cNvSpPr>
              <a:spLocks noChangeArrowheads="1"/>
            </p:cNvSpPr>
            <p:nvPr/>
          </p:nvSpPr>
          <p:spPr bwMode="auto">
            <a:xfrm>
              <a:off x="8805863" y="6130925"/>
              <a:ext cx="254000" cy="127000"/>
            </a:xfrm>
            <a:custGeom>
              <a:avLst/>
              <a:gdLst>
                <a:gd name="T0" fmla="*/ 659 w 704"/>
                <a:gd name="T1" fmla="*/ 0 h 352"/>
                <a:gd name="T2" fmla="*/ 0 w 704"/>
                <a:gd name="T3" fmla="*/ 44 h 352"/>
                <a:gd name="T4" fmla="*/ 14 w 704"/>
                <a:gd name="T5" fmla="*/ 116 h 352"/>
                <a:gd name="T6" fmla="*/ 29 w 704"/>
                <a:gd name="T7" fmla="*/ 131 h 352"/>
                <a:gd name="T8" fmla="*/ 14 w 704"/>
                <a:gd name="T9" fmla="*/ 147 h 352"/>
                <a:gd name="T10" fmla="*/ 0 w 704"/>
                <a:gd name="T11" fmla="*/ 160 h 352"/>
                <a:gd name="T12" fmla="*/ 14 w 704"/>
                <a:gd name="T13" fmla="*/ 291 h 352"/>
                <a:gd name="T14" fmla="*/ 29 w 704"/>
                <a:gd name="T15" fmla="*/ 336 h 352"/>
                <a:gd name="T16" fmla="*/ 44 w 704"/>
                <a:gd name="T17" fmla="*/ 351 h 352"/>
                <a:gd name="T18" fmla="*/ 132 w 704"/>
                <a:gd name="T19" fmla="*/ 351 h 352"/>
                <a:gd name="T20" fmla="*/ 220 w 704"/>
                <a:gd name="T21" fmla="*/ 351 h 352"/>
                <a:gd name="T22" fmla="*/ 220 w 704"/>
                <a:gd name="T23" fmla="*/ 351 h 352"/>
                <a:gd name="T24" fmla="*/ 308 w 704"/>
                <a:gd name="T25" fmla="*/ 351 h 352"/>
                <a:gd name="T26" fmla="*/ 396 w 704"/>
                <a:gd name="T27" fmla="*/ 351 h 352"/>
                <a:gd name="T28" fmla="*/ 396 w 704"/>
                <a:gd name="T29" fmla="*/ 351 h 352"/>
                <a:gd name="T30" fmla="*/ 484 w 704"/>
                <a:gd name="T31" fmla="*/ 351 h 352"/>
                <a:gd name="T32" fmla="*/ 571 w 704"/>
                <a:gd name="T33" fmla="*/ 351 h 352"/>
                <a:gd name="T34" fmla="*/ 571 w 704"/>
                <a:gd name="T35" fmla="*/ 351 h 352"/>
                <a:gd name="T36" fmla="*/ 669 w 704"/>
                <a:gd name="T37" fmla="*/ 347 h 352"/>
                <a:gd name="T38" fmla="*/ 673 w 704"/>
                <a:gd name="T39" fmla="*/ 293 h 352"/>
                <a:gd name="T40" fmla="*/ 698 w 704"/>
                <a:gd name="T41" fmla="*/ 289 h 352"/>
                <a:gd name="T42" fmla="*/ 703 w 704"/>
                <a:gd name="T43" fmla="*/ 160 h 352"/>
                <a:gd name="T44" fmla="*/ 677 w 704"/>
                <a:gd name="T45" fmla="*/ 141 h 352"/>
                <a:gd name="T46" fmla="*/ 677 w 704"/>
                <a:gd name="T47" fmla="*/ 120 h 352"/>
                <a:gd name="T48" fmla="*/ 688 w 704"/>
                <a:gd name="T49" fmla="*/ 116 h 352"/>
                <a:gd name="T50" fmla="*/ 703 w 704"/>
                <a:gd name="T51" fmla="*/ 44 h 352"/>
                <a:gd name="T52" fmla="*/ 673 w 704"/>
                <a:gd name="T53" fmla="*/ 173 h 352"/>
                <a:gd name="T54" fmla="*/ 673 w 704"/>
                <a:gd name="T55" fmla="*/ 263 h 352"/>
                <a:gd name="T56" fmla="*/ 648 w 704"/>
                <a:gd name="T57" fmla="*/ 267 h 352"/>
                <a:gd name="T58" fmla="*/ 644 w 704"/>
                <a:gd name="T59" fmla="*/ 322 h 352"/>
                <a:gd name="T60" fmla="*/ 585 w 704"/>
                <a:gd name="T61" fmla="*/ 278 h 352"/>
                <a:gd name="T62" fmla="*/ 556 w 704"/>
                <a:gd name="T63" fmla="*/ 278 h 352"/>
                <a:gd name="T64" fmla="*/ 497 w 704"/>
                <a:gd name="T65" fmla="*/ 322 h 352"/>
                <a:gd name="T66" fmla="*/ 484 w 704"/>
                <a:gd name="T67" fmla="*/ 263 h 352"/>
                <a:gd name="T68" fmla="*/ 468 w 704"/>
                <a:gd name="T69" fmla="*/ 322 h 352"/>
                <a:gd name="T70" fmla="*/ 409 w 704"/>
                <a:gd name="T71" fmla="*/ 278 h 352"/>
                <a:gd name="T72" fmla="*/ 381 w 704"/>
                <a:gd name="T73" fmla="*/ 278 h 352"/>
                <a:gd name="T74" fmla="*/ 322 w 704"/>
                <a:gd name="T75" fmla="*/ 322 h 352"/>
                <a:gd name="T76" fmla="*/ 308 w 704"/>
                <a:gd name="T77" fmla="*/ 263 h 352"/>
                <a:gd name="T78" fmla="*/ 293 w 704"/>
                <a:gd name="T79" fmla="*/ 322 h 352"/>
                <a:gd name="T80" fmla="*/ 234 w 704"/>
                <a:gd name="T81" fmla="*/ 278 h 352"/>
                <a:gd name="T82" fmla="*/ 205 w 704"/>
                <a:gd name="T83" fmla="*/ 278 h 352"/>
                <a:gd name="T84" fmla="*/ 146 w 704"/>
                <a:gd name="T85" fmla="*/ 322 h 352"/>
                <a:gd name="T86" fmla="*/ 132 w 704"/>
                <a:gd name="T87" fmla="*/ 263 h 352"/>
                <a:gd name="T88" fmla="*/ 117 w 704"/>
                <a:gd name="T89" fmla="*/ 322 h 352"/>
                <a:gd name="T90" fmla="*/ 58 w 704"/>
                <a:gd name="T91" fmla="*/ 278 h 352"/>
                <a:gd name="T92" fmla="*/ 29 w 704"/>
                <a:gd name="T93" fmla="*/ 262 h 352"/>
                <a:gd name="T94" fmla="*/ 58 w 704"/>
                <a:gd name="T95" fmla="*/ 131 h 352"/>
                <a:gd name="T96" fmla="*/ 29 w 704"/>
                <a:gd name="T97" fmla="*/ 44 h 352"/>
                <a:gd name="T98" fmla="*/ 659 w 704"/>
                <a:gd name="T99" fmla="*/ 29 h 352"/>
                <a:gd name="T100" fmla="*/ 673 w 704"/>
                <a:gd name="T101" fmla="*/ 90 h 352"/>
                <a:gd name="T102" fmla="*/ 673 w 704"/>
                <a:gd name="T103" fmla="*/ 173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4" h="352">
                  <a:moveTo>
                    <a:pt x="659" y="0"/>
                  </a:moveTo>
                  <a:lnTo>
                    <a:pt x="659" y="0"/>
                  </a:lnTo>
                  <a:cubicBezTo>
                    <a:pt x="44" y="0"/>
                    <a:pt x="44" y="0"/>
                    <a:pt x="44" y="0"/>
                  </a:cubicBezTo>
                  <a:cubicBezTo>
                    <a:pt x="20" y="0"/>
                    <a:pt x="0" y="19"/>
                    <a:pt x="0" y="44"/>
                  </a:cubicBezTo>
                  <a:cubicBezTo>
                    <a:pt x="0" y="103"/>
                    <a:pt x="0" y="103"/>
                    <a:pt x="0" y="103"/>
                  </a:cubicBezTo>
                  <a:cubicBezTo>
                    <a:pt x="0" y="110"/>
                    <a:pt x="6" y="116"/>
                    <a:pt x="14" y="116"/>
                  </a:cubicBezTo>
                  <a:cubicBezTo>
                    <a:pt x="18" y="116"/>
                    <a:pt x="22" y="118"/>
                    <a:pt x="25" y="120"/>
                  </a:cubicBezTo>
                  <a:cubicBezTo>
                    <a:pt x="28" y="123"/>
                    <a:pt x="29" y="127"/>
                    <a:pt x="29" y="131"/>
                  </a:cubicBezTo>
                  <a:cubicBezTo>
                    <a:pt x="29" y="136"/>
                    <a:pt x="28" y="138"/>
                    <a:pt x="25" y="141"/>
                  </a:cubicBezTo>
                  <a:cubicBezTo>
                    <a:pt x="22" y="144"/>
                    <a:pt x="18" y="147"/>
                    <a:pt x="14" y="147"/>
                  </a:cubicBezTo>
                  <a:cubicBezTo>
                    <a:pt x="6" y="147"/>
                    <a:pt x="0" y="152"/>
                    <a:pt x="0" y="160"/>
                  </a:cubicBezTo>
                  <a:lnTo>
                    <a:pt x="0" y="160"/>
                  </a:lnTo>
                  <a:cubicBezTo>
                    <a:pt x="0" y="277"/>
                    <a:pt x="0" y="277"/>
                    <a:pt x="0" y="277"/>
                  </a:cubicBezTo>
                  <a:cubicBezTo>
                    <a:pt x="0" y="284"/>
                    <a:pt x="6" y="291"/>
                    <a:pt x="14" y="291"/>
                  </a:cubicBezTo>
                  <a:cubicBezTo>
                    <a:pt x="29" y="292"/>
                    <a:pt x="29" y="292"/>
                    <a:pt x="29" y="292"/>
                  </a:cubicBezTo>
                  <a:cubicBezTo>
                    <a:pt x="29" y="336"/>
                    <a:pt x="29" y="336"/>
                    <a:pt x="29" y="336"/>
                  </a:cubicBezTo>
                  <a:cubicBezTo>
                    <a:pt x="29" y="340"/>
                    <a:pt x="31" y="344"/>
                    <a:pt x="33" y="347"/>
                  </a:cubicBezTo>
                  <a:cubicBezTo>
                    <a:pt x="36" y="350"/>
                    <a:pt x="40" y="351"/>
                    <a:pt x="44" y="351"/>
                  </a:cubicBezTo>
                  <a:cubicBezTo>
                    <a:pt x="132" y="351"/>
                    <a:pt x="132" y="351"/>
                    <a:pt x="132" y="351"/>
                  </a:cubicBezTo>
                  <a:lnTo>
                    <a:pt x="132" y="351"/>
                  </a:lnTo>
                  <a:lnTo>
                    <a:pt x="132" y="351"/>
                  </a:lnTo>
                  <a:cubicBezTo>
                    <a:pt x="220" y="351"/>
                    <a:pt x="220" y="351"/>
                    <a:pt x="220" y="351"/>
                  </a:cubicBezTo>
                  <a:lnTo>
                    <a:pt x="220" y="351"/>
                  </a:lnTo>
                  <a:lnTo>
                    <a:pt x="220" y="351"/>
                  </a:lnTo>
                  <a:cubicBezTo>
                    <a:pt x="308" y="351"/>
                    <a:pt x="308" y="351"/>
                    <a:pt x="308" y="351"/>
                  </a:cubicBezTo>
                  <a:lnTo>
                    <a:pt x="308" y="351"/>
                  </a:lnTo>
                  <a:lnTo>
                    <a:pt x="308" y="351"/>
                  </a:lnTo>
                  <a:cubicBezTo>
                    <a:pt x="396" y="351"/>
                    <a:pt x="396" y="351"/>
                    <a:pt x="396" y="351"/>
                  </a:cubicBezTo>
                  <a:lnTo>
                    <a:pt x="396" y="351"/>
                  </a:lnTo>
                  <a:lnTo>
                    <a:pt x="396" y="351"/>
                  </a:lnTo>
                  <a:cubicBezTo>
                    <a:pt x="484" y="351"/>
                    <a:pt x="484" y="351"/>
                    <a:pt x="484" y="351"/>
                  </a:cubicBezTo>
                  <a:lnTo>
                    <a:pt x="484" y="351"/>
                  </a:lnTo>
                  <a:lnTo>
                    <a:pt x="484" y="351"/>
                  </a:lnTo>
                  <a:cubicBezTo>
                    <a:pt x="571" y="351"/>
                    <a:pt x="571" y="351"/>
                    <a:pt x="571" y="351"/>
                  </a:cubicBezTo>
                  <a:lnTo>
                    <a:pt x="571" y="351"/>
                  </a:lnTo>
                  <a:lnTo>
                    <a:pt x="571" y="351"/>
                  </a:lnTo>
                  <a:cubicBezTo>
                    <a:pt x="659" y="351"/>
                    <a:pt x="659" y="351"/>
                    <a:pt x="659" y="351"/>
                  </a:cubicBezTo>
                  <a:cubicBezTo>
                    <a:pt x="662" y="351"/>
                    <a:pt x="666" y="350"/>
                    <a:pt x="669" y="347"/>
                  </a:cubicBezTo>
                  <a:cubicBezTo>
                    <a:pt x="672" y="344"/>
                    <a:pt x="673" y="340"/>
                    <a:pt x="673" y="336"/>
                  </a:cubicBezTo>
                  <a:cubicBezTo>
                    <a:pt x="673" y="293"/>
                    <a:pt x="673" y="293"/>
                    <a:pt x="673" y="293"/>
                  </a:cubicBezTo>
                  <a:cubicBezTo>
                    <a:pt x="688" y="293"/>
                    <a:pt x="688" y="293"/>
                    <a:pt x="688" y="293"/>
                  </a:cubicBezTo>
                  <a:cubicBezTo>
                    <a:pt x="691" y="293"/>
                    <a:pt x="695" y="292"/>
                    <a:pt x="698" y="289"/>
                  </a:cubicBezTo>
                  <a:cubicBezTo>
                    <a:pt x="700" y="287"/>
                    <a:pt x="703" y="282"/>
                    <a:pt x="703" y="278"/>
                  </a:cubicBezTo>
                  <a:cubicBezTo>
                    <a:pt x="703" y="160"/>
                    <a:pt x="703" y="160"/>
                    <a:pt x="703" y="160"/>
                  </a:cubicBezTo>
                  <a:cubicBezTo>
                    <a:pt x="703" y="152"/>
                    <a:pt x="696" y="147"/>
                    <a:pt x="688" y="147"/>
                  </a:cubicBezTo>
                  <a:cubicBezTo>
                    <a:pt x="684" y="147"/>
                    <a:pt x="680" y="144"/>
                    <a:pt x="677" y="141"/>
                  </a:cubicBezTo>
                  <a:cubicBezTo>
                    <a:pt x="676" y="138"/>
                    <a:pt x="673" y="136"/>
                    <a:pt x="673" y="131"/>
                  </a:cubicBezTo>
                  <a:cubicBezTo>
                    <a:pt x="673" y="127"/>
                    <a:pt x="676" y="123"/>
                    <a:pt x="677" y="120"/>
                  </a:cubicBezTo>
                  <a:cubicBezTo>
                    <a:pt x="680" y="118"/>
                    <a:pt x="684" y="116"/>
                    <a:pt x="688" y="116"/>
                  </a:cubicBezTo>
                  <a:lnTo>
                    <a:pt x="688" y="116"/>
                  </a:lnTo>
                  <a:cubicBezTo>
                    <a:pt x="696" y="116"/>
                    <a:pt x="703" y="110"/>
                    <a:pt x="703" y="103"/>
                  </a:cubicBezTo>
                  <a:cubicBezTo>
                    <a:pt x="703" y="44"/>
                    <a:pt x="703" y="44"/>
                    <a:pt x="703" y="44"/>
                  </a:cubicBezTo>
                  <a:cubicBezTo>
                    <a:pt x="703" y="19"/>
                    <a:pt x="683" y="0"/>
                    <a:pt x="659" y="0"/>
                  </a:cubicBezTo>
                  <a:close/>
                  <a:moveTo>
                    <a:pt x="673" y="173"/>
                  </a:moveTo>
                  <a:lnTo>
                    <a:pt x="673" y="173"/>
                  </a:lnTo>
                  <a:cubicBezTo>
                    <a:pt x="673" y="263"/>
                    <a:pt x="673" y="263"/>
                    <a:pt x="673" y="263"/>
                  </a:cubicBezTo>
                  <a:cubicBezTo>
                    <a:pt x="659" y="263"/>
                    <a:pt x="659" y="263"/>
                    <a:pt x="659" y="263"/>
                  </a:cubicBezTo>
                  <a:cubicBezTo>
                    <a:pt x="655" y="263"/>
                    <a:pt x="651" y="265"/>
                    <a:pt x="648" y="267"/>
                  </a:cubicBezTo>
                  <a:cubicBezTo>
                    <a:pt x="645" y="270"/>
                    <a:pt x="644" y="274"/>
                    <a:pt x="644" y="278"/>
                  </a:cubicBezTo>
                  <a:cubicBezTo>
                    <a:pt x="644" y="322"/>
                    <a:pt x="644" y="322"/>
                    <a:pt x="644" y="322"/>
                  </a:cubicBezTo>
                  <a:cubicBezTo>
                    <a:pt x="585" y="322"/>
                    <a:pt x="585" y="322"/>
                    <a:pt x="585" y="322"/>
                  </a:cubicBezTo>
                  <a:cubicBezTo>
                    <a:pt x="585" y="278"/>
                    <a:pt x="585" y="278"/>
                    <a:pt x="585" y="278"/>
                  </a:cubicBezTo>
                  <a:cubicBezTo>
                    <a:pt x="585" y="270"/>
                    <a:pt x="580" y="263"/>
                    <a:pt x="571" y="263"/>
                  </a:cubicBezTo>
                  <a:cubicBezTo>
                    <a:pt x="563" y="263"/>
                    <a:pt x="556" y="270"/>
                    <a:pt x="556" y="278"/>
                  </a:cubicBezTo>
                  <a:cubicBezTo>
                    <a:pt x="556" y="322"/>
                    <a:pt x="556" y="322"/>
                    <a:pt x="556" y="322"/>
                  </a:cubicBezTo>
                  <a:cubicBezTo>
                    <a:pt x="497" y="322"/>
                    <a:pt x="497" y="322"/>
                    <a:pt x="497" y="322"/>
                  </a:cubicBezTo>
                  <a:cubicBezTo>
                    <a:pt x="497" y="278"/>
                    <a:pt x="497" y="278"/>
                    <a:pt x="497" y="278"/>
                  </a:cubicBezTo>
                  <a:cubicBezTo>
                    <a:pt x="497" y="270"/>
                    <a:pt x="492" y="263"/>
                    <a:pt x="484" y="263"/>
                  </a:cubicBezTo>
                  <a:cubicBezTo>
                    <a:pt x="475" y="263"/>
                    <a:pt x="468" y="270"/>
                    <a:pt x="468" y="278"/>
                  </a:cubicBezTo>
                  <a:cubicBezTo>
                    <a:pt x="468" y="322"/>
                    <a:pt x="468" y="322"/>
                    <a:pt x="468" y="322"/>
                  </a:cubicBezTo>
                  <a:cubicBezTo>
                    <a:pt x="409" y="322"/>
                    <a:pt x="409" y="322"/>
                    <a:pt x="409" y="322"/>
                  </a:cubicBezTo>
                  <a:cubicBezTo>
                    <a:pt x="409" y="278"/>
                    <a:pt x="409" y="278"/>
                    <a:pt x="409" y="278"/>
                  </a:cubicBezTo>
                  <a:cubicBezTo>
                    <a:pt x="409" y="270"/>
                    <a:pt x="404" y="263"/>
                    <a:pt x="396" y="263"/>
                  </a:cubicBezTo>
                  <a:cubicBezTo>
                    <a:pt x="387" y="263"/>
                    <a:pt x="381" y="270"/>
                    <a:pt x="381" y="278"/>
                  </a:cubicBezTo>
                  <a:cubicBezTo>
                    <a:pt x="381" y="322"/>
                    <a:pt x="381" y="322"/>
                    <a:pt x="381" y="322"/>
                  </a:cubicBezTo>
                  <a:cubicBezTo>
                    <a:pt x="322" y="322"/>
                    <a:pt x="322" y="322"/>
                    <a:pt x="322" y="322"/>
                  </a:cubicBezTo>
                  <a:cubicBezTo>
                    <a:pt x="322" y="278"/>
                    <a:pt x="322" y="278"/>
                    <a:pt x="322" y="278"/>
                  </a:cubicBezTo>
                  <a:cubicBezTo>
                    <a:pt x="322" y="270"/>
                    <a:pt x="316" y="263"/>
                    <a:pt x="308" y="263"/>
                  </a:cubicBezTo>
                  <a:cubicBezTo>
                    <a:pt x="300" y="263"/>
                    <a:pt x="293" y="270"/>
                    <a:pt x="293" y="278"/>
                  </a:cubicBezTo>
                  <a:cubicBezTo>
                    <a:pt x="293" y="322"/>
                    <a:pt x="293" y="322"/>
                    <a:pt x="293" y="322"/>
                  </a:cubicBezTo>
                  <a:cubicBezTo>
                    <a:pt x="234" y="322"/>
                    <a:pt x="234" y="322"/>
                    <a:pt x="234" y="322"/>
                  </a:cubicBezTo>
                  <a:cubicBezTo>
                    <a:pt x="234" y="278"/>
                    <a:pt x="234" y="278"/>
                    <a:pt x="234" y="278"/>
                  </a:cubicBezTo>
                  <a:cubicBezTo>
                    <a:pt x="234" y="270"/>
                    <a:pt x="228" y="263"/>
                    <a:pt x="220" y="263"/>
                  </a:cubicBezTo>
                  <a:cubicBezTo>
                    <a:pt x="212" y="263"/>
                    <a:pt x="205" y="270"/>
                    <a:pt x="205" y="278"/>
                  </a:cubicBezTo>
                  <a:cubicBezTo>
                    <a:pt x="205" y="322"/>
                    <a:pt x="205" y="322"/>
                    <a:pt x="205" y="322"/>
                  </a:cubicBezTo>
                  <a:cubicBezTo>
                    <a:pt x="146" y="322"/>
                    <a:pt x="146" y="322"/>
                    <a:pt x="146" y="322"/>
                  </a:cubicBezTo>
                  <a:cubicBezTo>
                    <a:pt x="146" y="278"/>
                    <a:pt x="146" y="278"/>
                    <a:pt x="146" y="278"/>
                  </a:cubicBezTo>
                  <a:cubicBezTo>
                    <a:pt x="146" y="270"/>
                    <a:pt x="140" y="263"/>
                    <a:pt x="132" y="263"/>
                  </a:cubicBezTo>
                  <a:cubicBezTo>
                    <a:pt x="124" y="263"/>
                    <a:pt x="117" y="270"/>
                    <a:pt x="117" y="278"/>
                  </a:cubicBezTo>
                  <a:cubicBezTo>
                    <a:pt x="117" y="322"/>
                    <a:pt x="117" y="322"/>
                    <a:pt x="117" y="322"/>
                  </a:cubicBezTo>
                  <a:cubicBezTo>
                    <a:pt x="58" y="322"/>
                    <a:pt x="58" y="322"/>
                    <a:pt x="58" y="322"/>
                  </a:cubicBezTo>
                  <a:cubicBezTo>
                    <a:pt x="58" y="278"/>
                    <a:pt x="58" y="278"/>
                    <a:pt x="58" y="278"/>
                  </a:cubicBezTo>
                  <a:cubicBezTo>
                    <a:pt x="58" y="270"/>
                    <a:pt x="52" y="263"/>
                    <a:pt x="44" y="263"/>
                  </a:cubicBezTo>
                  <a:cubicBezTo>
                    <a:pt x="29" y="262"/>
                    <a:pt x="29" y="262"/>
                    <a:pt x="29" y="262"/>
                  </a:cubicBezTo>
                  <a:cubicBezTo>
                    <a:pt x="29" y="173"/>
                    <a:pt x="29" y="173"/>
                    <a:pt x="29" y="173"/>
                  </a:cubicBezTo>
                  <a:cubicBezTo>
                    <a:pt x="46" y="166"/>
                    <a:pt x="58" y="151"/>
                    <a:pt x="58" y="131"/>
                  </a:cubicBezTo>
                  <a:cubicBezTo>
                    <a:pt x="58" y="112"/>
                    <a:pt x="46" y="96"/>
                    <a:pt x="29" y="90"/>
                  </a:cubicBezTo>
                  <a:cubicBezTo>
                    <a:pt x="29" y="44"/>
                    <a:pt x="29" y="44"/>
                    <a:pt x="29" y="44"/>
                  </a:cubicBezTo>
                  <a:cubicBezTo>
                    <a:pt x="29" y="35"/>
                    <a:pt x="36" y="29"/>
                    <a:pt x="44" y="29"/>
                  </a:cubicBezTo>
                  <a:cubicBezTo>
                    <a:pt x="659" y="29"/>
                    <a:pt x="659" y="29"/>
                    <a:pt x="659" y="29"/>
                  </a:cubicBezTo>
                  <a:cubicBezTo>
                    <a:pt x="667" y="29"/>
                    <a:pt x="673" y="35"/>
                    <a:pt x="673" y="44"/>
                  </a:cubicBezTo>
                  <a:cubicBezTo>
                    <a:pt x="673" y="90"/>
                    <a:pt x="673" y="90"/>
                    <a:pt x="673" y="90"/>
                  </a:cubicBezTo>
                  <a:cubicBezTo>
                    <a:pt x="656" y="96"/>
                    <a:pt x="644" y="112"/>
                    <a:pt x="644" y="131"/>
                  </a:cubicBezTo>
                  <a:cubicBezTo>
                    <a:pt x="644" y="151"/>
                    <a:pt x="656" y="166"/>
                    <a:pt x="673"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9">
              <a:extLst>
                <a:ext uri="{FF2B5EF4-FFF2-40B4-BE49-F238E27FC236}">
                  <a16:creationId xmlns:a16="http://schemas.microsoft.com/office/drawing/2014/main" id="{E239CBB0-C701-5E92-CF5C-97C08D418E3E}"/>
                </a:ext>
              </a:extLst>
            </p:cNvPr>
            <p:cNvSpPr>
              <a:spLocks noChangeArrowheads="1"/>
            </p:cNvSpPr>
            <p:nvPr/>
          </p:nvSpPr>
          <p:spPr bwMode="auto">
            <a:xfrm>
              <a:off x="8848725" y="6162675"/>
              <a:ext cx="42863" cy="42863"/>
            </a:xfrm>
            <a:custGeom>
              <a:avLst/>
              <a:gdLst>
                <a:gd name="T0" fmla="*/ 103 w 118"/>
                <a:gd name="T1" fmla="*/ 0 h 117"/>
                <a:gd name="T2" fmla="*/ 103 w 118"/>
                <a:gd name="T3" fmla="*/ 0 h 117"/>
                <a:gd name="T4" fmla="*/ 15 w 118"/>
                <a:gd name="T5" fmla="*/ 0 h 117"/>
                <a:gd name="T6" fmla="*/ 4 w 118"/>
                <a:gd name="T7" fmla="*/ 4 h 117"/>
                <a:gd name="T8" fmla="*/ 0 w 118"/>
                <a:gd name="T9" fmla="*/ 15 h 117"/>
                <a:gd name="T10" fmla="*/ 0 w 118"/>
                <a:gd name="T11" fmla="*/ 103 h 117"/>
                <a:gd name="T12" fmla="*/ 4 w 118"/>
                <a:gd name="T13" fmla="*/ 112 h 117"/>
                <a:gd name="T14" fmla="*/ 15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3" y="112"/>
                  </a:cubicBezTo>
                  <a:cubicBezTo>
                    <a:pt x="115" y="109"/>
                    <a:pt x="117" y="105"/>
                    <a:pt x="117" y="103"/>
                  </a:cubicBezTo>
                  <a:cubicBezTo>
                    <a:pt x="117" y="15"/>
                    <a:pt x="117" y="15"/>
                    <a:pt x="117" y="15"/>
                  </a:cubicBezTo>
                  <a:cubicBezTo>
                    <a:pt x="117" y="11"/>
                    <a:pt x="115"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20">
              <a:extLst>
                <a:ext uri="{FF2B5EF4-FFF2-40B4-BE49-F238E27FC236}">
                  <a16:creationId xmlns:a16="http://schemas.microsoft.com/office/drawing/2014/main" id="{D6D54CDB-BC49-B41C-5E36-B0CDFC7D09A4}"/>
                </a:ext>
              </a:extLst>
            </p:cNvPr>
            <p:cNvSpPr>
              <a:spLocks noChangeArrowheads="1"/>
            </p:cNvSpPr>
            <p:nvPr/>
          </p:nvSpPr>
          <p:spPr bwMode="auto">
            <a:xfrm>
              <a:off x="8912225" y="6162675"/>
              <a:ext cx="42863" cy="42863"/>
            </a:xfrm>
            <a:custGeom>
              <a:avLst/>
              <a:gdLst>
                <a:gd name="T0" fmla="*/ 103 w 117"/>
                <a:gd name="T1" fmla="*/ 0 h 117"/>
                <a:gd name="T2" fmla="*/ 103 w 117"/>
                <a:gd name="T3" fmla="*/ 0 h 117"/>
                <a:gd name="T4" fmla="*/ 15 w 117"/>
                <a:gd name="T5" fmla="*/ 0 h 117"/>
                <a:gd name="T6" fmla="*/ 4 w 117"/>
                <a:gd name="T7" fmla="*/ 4 h 117"/>
                <a:gd name="T8" fmla="*/ 0 w 117"/>
                <a:gd name="T9" fmla="*/ 15 h 117"/>
                <a:gd name="T10" fmla="*/ 0 w 117"/>
                <a:gd name="T11" fmla="*/ 103 h 117"/>
                <a:gd name="T12" fmla="*/ 4 w 117"/>
                <a:gd name="T13" fmla="*/ 112 h 117"/>
                <a:gd name="T14" fmla="*/ 15 w 117"/>
                <a:gd name="T15" fmla="*/ 116 h 117"/>
                <a:gd name="T16" fmla="*/ 103 w 117"/>
                <a:gd name="T17" fmla="*/ 116 h 117"/>
                <a:gd name="T18" fmla="*/ 112 w 117"/>
                <a:gd name="T19" fmla="*/ 112 h 117"/>
                <a:gd name="T20" fmla="*/ 116 w 117"/>
                <a:gd name="T21" fmla="*/ 103 h 117"/>
                <a:gd name="T22" fmla="*/ 116 w 117"/>
                <a:gd name="T23" fmla="*/ 15 h 117"/>
                <a:gd name="T24" fmla="*/ 112 w 117"/>
                <a:gd name="T25" fmla="*/ 4 h 117"/>
                <a:gd name="T26" fmla="*/ 103 w 117"/>
                <a:gd name="T27" fmla="*/ 0 h 117"/>
                <a:gd name="T28" fmla="*/ 29 w 117"/>
                <a:gd name="T29" fmla="*/ 28 h 117"/>
                <a:gd name="T30" fmla="*/ 29 w 117"/>
                <a:gd name="T31" fmla="*/ 28 h 117"/>
                <a:gd name="T32" fmla="*/ 88 w 117"/>
                <a:gd name="T33" fmla="*/ 28 h 117"/>
                <a:gd name="T34" fmla="*/ 88 w 117"/>
                <a:gd name="T35" fmla="*/ 87 h 117"/>
                <a:gd name="T36" fmla="*/ 29 w 117"/>
                <a:gd name="T37" fmla="*/ 87 h 117"/>
                <a:gd name="T38" fmla="*/ 29 w 117"/>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7" h="117">
                  <a:moveTo>
                    <a:pt x="103" y="0"/>
                  </a:moveTo>
                  <a:lnTo>
                    <a:pt x="103" y="0"/>
                  </a:lnTo>
                  <a:cubicBezTo>
                    <a:pt x="15" y="0"/>
                    <a:pt x="15" y="0"/>
                    <a:pt x="15" y="0"/>
                  </a:cubicBezTo>
                  <a:cubicBezTo>
                    <a:pt x="11" y="0"/>
                    <a:pt x="7" y="1"/>
                    <a:pt x="4" y="4"/>
                  </a:cubicBezTo>
                  <a:cubicBezTo>
                    <a:pt x="1" y="6"/>
                    <a:pt x="0" y="11"/>
                    <a:pt x="0" y="15"/>
                  </a:cubicBezTo>
                  <a:cubicBezTo>
                    <a:pt x="0" y="103"/>
                    <a:pt x="0" y="103"/>
                    <a:pt x="0" y="103"/>
                  </a:cubicBezTo>
                  <a:cubicBezTo>
                    <a:pt x="0" y="105"/>
                    <a:pt x="1" y="109"/>
                    <a:pt x="4" y="112"/>
                  </a:cubicBezTo>
                  <a:cubicBezTo>
                    <a:pt x="7" y="115"/>
                    <a:pt x="11" y="116"/>
                    <a:pt x="15" y="116"/>
                  </a:cubicBezTo>
                  <a:cubicBezTo>
                    <a:pt x="103" y="116"/>
                    <a:pt x="103" y="116"/>
                    <a:pt x="103" y="116"/>
                  </a:cubicBezTo>
                  <a:cubicBezTo>
                    <a:pt x="107" y="116"/>
                    <a:pt x="110" y="115"/>
                    <a:pt x="112" y="112"/>
                  </a:cubicBezTo>
                  <a:cubicBezTo>
                    <a:pt x="115" y="109"/>
                    <a:pt x="116" y="105"/>
                    <a:pt x="116" y="103"/>
                  </a:cubicBezTo>
                  <a:cubicBezTo>
                    <a:pt x="116" y="15"/>
                    <a:pt x="116" y="15"/>
                    <a:pt x="116" y="15"/>
                  </a:cubicBezTo>
                  <a:cubicBezTo>
                    <a:pt x="116" y="11"/>
                    <a:pt x="115" y="6"/>
                    <a:pt x="112"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3" name="Freeform 321">
              <a:extLst>
                <a:ext uri="{FF2B5EF4-FFF2-40B4-BE49-F238E27FC236}">
                  <a16:creationId xmlns:a16="http://schemas.microsoft.com/office/drawing/2014/main" id="{B5B1BDCD-84E6-2673-816B-AFB54DDA54A1}"/>
                </a:ext>
              </a:extLst>
            </p:cNvPr>
            <p:cNvSpPr>
              <a:spLocks noChangeArrowheads="1"/>
            </p:cNvSpPr>
            <p:nvPr/>
          </p:nvSpPr>
          <p:spPr bwMode="auto">
            <a:xfrm>
              <a:off x="8974138" y="6162675"/>
              <a:ext cx="42862" cy="42863"/>
            </a:xfrm>
            <a:custGeom>
              <a:avLst/>
              <a:gdLst>
                <a:gd name="T0" fmla="*/ 103 w 118"/>
                <a:gd name="T1" fmla="*/ 0 h 117"/>
                <a:gd name="T2" fmla="*/ 103 w 118"/>
                <a:gd name="T3" fmla="*/ 0 h 117"/>
                <a:gd name="T4" fmla="*/ 16 w 118"/>
                <a:gd name="T5" fmla="*/ 0 h 117"/>
                <a:gd name="T6" fmla="*/ 5 w 118"/>
                <a:gd name="T7" fmla="*/ 4 h 117"/>
                <a:gd name="T8" fmla="*/ 0 w 118"/>
                <a:gd name="T9" fmla="*/ 15 h 117"/>
                <a:gd name="T10" fmla="*/ 0 w 118"/>
                <a:gd name="T11" fmla="*/ 103 h 117"/>
                <a:gd name="T12" fmla="*/ 5 w 118"/>
                <a:gd name="T13" fmla="*/ 112 h 117"/>
                <a:gd name="T14" fmla="*/ 16 w 118"/>
                <a:gd name="T15" fmla="*/ 116 h 117"/>
                <a:gd name="T16" fmla="*/ 103 w 118"/>
                <a:gd name="T17" fmla="*/ 116 h 117"/>
                <a:gd name="T18" fmla="*/ 113 w 118"/>
                <a:gd name="T19" fmla="*/ 112 h 117"/>
                <a:gd name="T20" fmla="*/ 117 w 118"/>
                <a:gd name="T21" fmla="*/ 103 h 117"/>
                <a:gd name="T22" fmla="*/ 117 w 118"/>
                <a:gd name="T23" fmla="*/ 15 h 117"/>
                <a:gd name="T24" fmla="*/ 113 w 118"/>
                <a:gd name="T25" fmla="*/ 4 h 117"/>
                <a:gd name="T26" fmla="*/ 103 w 118"/>
                <a:gd name="T27" fmla="*/ 0 h 117"/>
                <a:gd name="T28" fmla="*/ 29 w 118"/>
                <a:gd name="T29" fmla="*/ 28 h 117"/>
                <a:gd name="T30" fmla="*/ 29 w 118"/>
                <a:gd name="T31" fmla="*/ 28 h 117"/>
                <a:gd name="T32" fmla="*/ 88 w 118"/>
                <a:gd name="T33" fmla="*/ 28 h 117"/>
                <a:gd name="T34" fmla="*/ 88 w 118"/>
                <a:gd name="T35" fmla="*/ 87 h 117"/>
                <a:gd name="T36" fmla="*/ 29 w 118"/>
                <a:gd name="T37" fmla="*/ 87 h 117"/>
                <a:gd name="T38" fmla="*/ 29 w 118"/>
                <a:gd name="T39" fmla="*/ 28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8" h="117">
                  <a:moveTo>
                    <a:pt x="103" y="0"/>
                  </a:moveTo>
                  <a:lnTo>
                    <a:pt x="103" y="0"/>
                  </a:lnTo>
                  <a:cubicBezTo>
                    <a:pt x="16" y="0"/>
                    <a:pt x="16" y="0"/>
                    <a:pt x="16" y="0"/>
                  </a:cubicBezTo>
                  <a:cubicBezTo>
                    <a:pt x="11" y="0"/>
                    <a:pt x="7" y="1"/>
                    <a:pt x="5" y="4"/>
                  </a:cubicBezTo>
                  <a:cubicBezTo>
                    <a:pt x="2" y="6"/>
                    <a:pt x="0" y="11"/>
                    <a:pt x="0" y="15"/>
                  </a:cubicBezTo>
                  <a:cubicBezTo>
                    <a:pt x="0" y="103"/>
                    <a:pt x="0" y="103"/>
                    <a:pt x="0" y="103"/>
                  </a:cubicBezTo>
                  <a:cubicBezTo>
                    <a:pt x="0" y="105"/>
                    <a:pt x="2" y="109"/>
                    <a:pt x="5" y="112"/>
                  </a:cubicBezTo>
                  <a:cubicBezTo>
                    <a:pt x="7" y="115"/>
                    <a:pt x="11" y="116"/>
                    <a:pt x="16" y="116"/>
                  </a:cubicBezTo>
                  <a:cubicBezTo>
                    <a:pt x="103" y="116"/>
                    <a:pt x="103" y="116"/>
                    <a:pt x="103" y="116"/>
                  </a:cubicBezTo>
                  <a:cubicBezTo>
                    <a:pt x="107" y="116"/>
                    <a:pt x="110" y="115"/>
                    <a:pt x="113" y="112"/>
                  </a:cubicBezTo>
                  <a:cubicBezTo>
                    <a:pt x="116" y="109"/>
                    <a:pt x="117" y="105"/>
                    <a:pt x="117" y="103"/>
                  </a:cubicBezTo>
                  <a:cubicBezTo>
                    <a:pt x="117" y="15"/>
                    <a:pt x="117" y="15"/>
                    <a:pt x="117" y="15"/>
                  </a:cubicBezTo>
                  <a:cubicBezTo>
                    <a:pt x="117" y="11"/>
                    <a:pt x="116" y="6"/>
                    <a:pt x="113" y="4"/>
                  </a:cubicBezTo>
                  <a:cubicBezTo>
                    <a:pt x="110" y="1"/>
                    <a:pt x="107" y="0"/>
                    <a:pt x="103" y="0"/>
                  </a:cubicBezTo>
                  <a:close/>
                  <a:moveTo>
                    <a:pt x="29" y="28"/>
                  </a:moveTo>
                  <a:lnTo>
                    <a:pt x="29" y="28"/>
                  </a:lnTo>
                  <a:cubicBezTo>
                    <a:pt x="88" y="28"/>
                    <a:pt x="88" y="28"/>
                    <a:pt x="88" y="28"/>
                  </a:cubicBezTo>
                  <a:cubicBezTo>
                    <a:pt x="88" y="87"/>
                    <a:pt x="88" y="87"/>
                    <a:pt x="88" y="87"/>
                  </a:cubicBezTo>
                  <a:cubicBezTo>
                    <a:pt x="29" y="87"/>
                    <a:pt x="29" y="87"/>
                    <a:pt x="29" y="87"/>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4" name="Group 387">
            <a:extLst>
              <a:ext uri="{FF2B5EF4-FFF2-40B4-BE49-F238E27FC236}">
                <a16:creationId xmlns:a16="http://schemas.microsoft.com/office/drawing/2014/main" id="{419CAD0D-A016-11C2-7C0B-5E178A6E4770}"/>
              </a:ext>
            </a:extLst>
          </p:cNvPr>
          <p:cNvGrpSpPr/>
          <p:nvPr/>
        </p:nvGrpSpPr>
        <p:grpSpPr>
          <a:xfrm>
            <a:off x="8996486" y="4668466"/>
            <a:ext cx="252413" cy="244475"/>
            <a:chOff x="7854950" y="4997450"/>
            <a:chExt cx="252413" cy="244475"/>
          </a:xfrm>
          <a:solidFill>
            <a:schemeClr val="accent4"/>
          </a:solidFill>
        </p:grpSpPr>
        <p:sp>
          <p:nvSpPr>
            <p:cNvPr id="385" name="Freeform 322">
              <a:extLst>
                <a:ext uri="{FF2B5EF4-FFF2-40B4-BE49-F238E27FC236}">
                  <a16:creationId xmlns:a16="http://schemas.microsoft.com/office/drawing/2014/main" id="{82D61E24-5A50-833D-CA5F-479EF558F3C2}"/>
                </a:ext>
              </a:extLst>
            </p:cNvPr>
            <p:cNvSpPr>
              <a:spLocks noChangeArrowheads="1"/>
            </p:cNvSpPr>
            <p:nvPr/>
          </p:nvSpPr>
          <p:spPr bwMode="auto">
            <a:xfrm>
              <a:off x="7854950" y="4997450"/>
              <a:ext cx="252413" cy="244475"/>
            </a:xfrm>
            <a:custGeom>
              <a:avLst/>
              <a:gdLst>
                <a:gd name="T0" fmla="*/ 630 w 703"/>
                <a:gd name="T1" fmla="*/ 177 h 677"/>
                <a:gd name="T2" fmla="*/ 630 w 703"/>
                <a:gd name="T3" fmla="*/ 177 h 677"/>
                <a:gd name="T4" fmla="*/ 546 w 703"/>
                <a:gd name="T5" fmla="*/ 177 h 677"/>
                <a:gd name="T6" fmla="*/ 226 w 703"/>
                <a:gd name="T7" fmla="*/ 4 h 677"/>
                <a:gd name="T8" fmla="*/ 207 w 703"/>
                <a:gd name="T9" fmla="*/ 10 h 677"/>
                <a:gd name="T10" fmla="*/ 212 w 703"/>
                <a:gd name="T11" fmla="*/ 29 h 677"/>
                <a:gd name="T12" fmla="*/ 484 w 703"/>
                <a:gd name="T13" fmla="*/ 177 h 677"/>
                <a:gd name="T14" fmla="*/ 74 w 703"/>
                <a:gd name="T15" fmla="*/ 177 h 677"/>
                <a:gd name="T16" fmla="*/ 0 w 703"/>
                <a:gd name="T17" fmla="*/ 251 h 677"/>
                <a:gd name="T18" fmla="*/ 0 w 703"/>
                <a:gd name="T19" fmla="*/ 603 h 677"/>
                <a:gd name="T20" fmla="*/ 74 w 703"/>
                <a:gd name="T21" fmla="*/ 676 h 677"/>
                <a:gd name="T22" fmla="*/ 630 w 703"/>
                <a:gd name="T23" fmla="*/ 676 h 677"/>
                <a:gd name="T24" fmla="*/ 702 w 703"/>
                <a:gd name="T25" fmla="*/ 603 h 677"/>
                <a:gd name="T26" fmla="*/ 702 w 703"/>
                <a:gd name="T27" fmla="*/ 251 h 677"/>
                <a:gd name="T28" fmla="*/ 630 w 703"/>
                <a:gd name="T29" fmla="*/ 177 h 677"/>
                <a:gd name="T30" fmla="*/ 674 w 703"/>
                <a:gd name="T31" fmla="*/ 603 h 677"/>
                <a:gd name="T32" fmla="*/ 674 w 703"/>
                <a:gd name="T33" fmla="*/ 603 h 677"/>
                <a:gd name="T34" fmla="*/ 630 w 703"/>
                <a:gd name="T35" fmla="*/ 647 h 677"/>
                <a:gd name="T36" fmla="*/ 74 w 703"/>
                <a:gd name="T37" fmla="*/ 647 h 677"/>
                <a:gd name="T38" fmla="*/ 30 w 703"/>
                <a:gd name="T39" fmla="*/ 603 h 677"/>
                <a:gd name="T40" fmla="*/ 30 w 703"/>
                <a:gd name="T41" fmla="*/ 251 h 677"/>
                <a:gd name="T42" fmla="*/ 74 w 703"/>
                <a:gd name="T43" fmla="*/ 208 h 677"/>
                <a:gd name="T44" fmla="*/ 630 w 703"/>
                <a:gd name="T45" fmla="*/ 208 h 677"/>
                <a:gd name="T46" fmla="*/ 674 w 703"/>
                <a:gd name="T47" fmla="*/ 251 h 677"/>
                <a:gd name="T48" fmla="*/ 674 w 703"/>
                <a:gd name="T49" fmla="*/ 603 h 6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3" h="677">
                  <a:moveTo>
                    <a:pt x="630" y="177"/>
                  </a:moveTo>
                  <a:lnTo>
                    <a:pt x="630" y="177"/>
                  </a:lnTo>
                  <a:cubicBezTo>
                    <a:pt x="546" y="177"/>
                    <a:pt x="546" y="177"/>
                    <a:pt x="546" y="177"/>
                  </a:cubicBezTo>
                  <a:cubicBezTo>
                    <a:pt x="226" y="4"/>
                    <a:pt x="226" y="4"/>
                    <a:pt x="226" y="4"/>
                  </a:cubicBezTo>
                  <a:cubicBezTo>
                    <a:pt x="219" y="0"/>
                    <a:pt x="211" y="3"/>
                    <a:pt x="207" y="10"/>
                  </a:cubicBezTo>
                  <a:cubicBezTo>
                    <a:pt x="203" y="17"/>
                    <a:pt x="205" y="26"/>
                    <a:pt x="212" y="29"/>
                  </a:cubicBezTo>
                  <a:cubicBezTo>
                    <a:pt x="484" y="177"/>
                    <a:pt x="484" y="177"/>
                    <a:pt x="484" y="177"/>
                  </a:cubicBezTo>
                  <a:cubicBezTo>
                    <a:pt x="74" y="177"/>
                    <a:pt x="74" y="177"/>
                    <a:pt x="74" y="177"/>
                  </a:cubicBezTo>
                  <a:cubicBezTo>
                    <a:pt x="32" y="177"/>
                    <a:pt x="0" y="210"/>
                    <a:pt x="0" y="251"/>
                  </a:cubicBezTo>
                  <a:cubicBezTo>
                    <a:pt x="0" y="603"/>
                    <a:pt x="0" y="603"/>
                    <a:pt x="0" y="603"/>
                  </a:cubicBezTo>
                  <a:cubicBezTo>
                    <a:pt x="0" y="643"/>
                    <a:pt x="32" y="676"/>
                    <a:pt x="74" y="676"/>
                  </a:cubicBezTo>
                  <a:cubicBezTo>
                    <a:pt x="630" y="676"/>
                    <a:pt x="630" y="676"/>
                    <a:pt x="630" y="676"/>
                  </a:cubicBezTo>
                  <a:cubicBezTo>
                    <a:pt x="669" y="676"/>
                    <a:pt x="702" y="643"/>
                    <a:pt x="702" y="603"/>
                  </a:cubicBezTo>
                  <a:cubicBezTo>
                    <a:pt x="702" y="251"/>
                    <a:pt x="702" y="251"/>
                    <a:pt x="702" y="251"/>
                  </a:cubicBezTo>
                  <a:cubicBezTo>
                    <a:pt x="702" y="210"/>
                    <a:pt x="669" y="177"/>
                    <a:pt x="630" y="177"/>
                  </a:cubicBezTo>
                  <a:close/>
                  <a:moveTo>
                    <a:pt x="674" y="603"/>
                  </a:moveTo>
                  <a:lnTo>
                    <a:pt x="674" y="603"/>
                  </a:lnTo>
                  <a:cubicBezTo>
                    <a:pt x="674" y="626"/>
                    <a:pt x="654" y="647"/>
                    <a:pt x="630" y="647"/>
                  </a:cubicBezTo>
                  <a:cubicBezTo>
                    <a:pt x="74" y="647"/>
                    <a:pt x="74" y="647"/>
                    <a:pt x="74" y="647"/>
                  </a:cubicBezTo>
                  <a:cubicBezTo>
                    <a:pt x="49" y="647"/>
                    <a:pt x="30" y="626"/>
                    <a:pt x="30" y="603"/>
                  </a:cubicBezTo>
                  <a:cubicBezTo>
                    <a:pt x="30" y="251"/>
                    <a:pt x="30" y="251"/>
                    <a:pt x="30" y="251"/>
                  </a:cubicBezTo>
                  <a:cubicBezTo>
                    <a:pt x="30" y="227"/>
                    <a:pt x="49" y="208"/>
                    <a:pt x="74" y="208"/>
                  </a:cubicBezTo>
                  <a:cubicBezTo>
                    <a:pt x="630" y="208"/>
                    <a:pt x="630" y="208"/>
                    <a:pt x="630" y="208"/>
                  </a:cubicBezTo>
                  <a:cubicBezTo>
                    <a:pt x="654" y="208"/>
                    <a:pt x="674" y="227"/>
                    <a:pt x="674" y="251"/>
                  </a:cubicBezTo>
                  <a:lnTo>
                    <a:pt x="674" y="60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23">
              <a:extLst>
                <a:ext uri="{FF2B5EF4-FFF2-40B4-BE49-F238E27FC236}">
                  <a16:creationId xmlns:a16="http://schemas.microsoft.com/office/drawing/2014/main" id="{E8200964-D545-F151-7C23-ECBA94E865B0}"/>
                </a:ext>
              </a:extLst>
            </p:cNvPr>
            <p:cNvSpPr>
              <a:spLocks noChangeArrowheads="1"/>
            </p:cNvSpPr>
            <p:nvPr/>
          </p:nvSpPr>
          <p:spPr bwMode="auto">
            <a:xfrm>
              <a:off x="7885113" y="5103813"/>
              <a:ext cx="95250" cy="95250"/>
            </a:xfrm>
            <a:custGeom>
              <a:avLst/>
              <a:gdLst>
                <a:gd name="T0" fmla="*/ 132 w 265"/>
                <a:gd name="T1" fmla="*/ 0 h 265"/>
                <a:gd name="T2" fmla="*/ 132 w 265"/>
                <a:gd name="T3" fmla="*/ 0 h 265"/>
                <a:gd name="T4" fmla="*/ 0 w 265"/>
                <a:gd name="T5" fmla="*/ 132 h 265"/>
                <a:gd name="T6" fmla="*/ 132 w 265"/>
                <a:gd name="T7" fmla="*/ 264 h 265"/>
                <a:gd name="T8" fmla="*/ 264 w 265"/>
                <a:gd name="T9" fmla="*/ 132 h 265"/>
                <a:gd name="T10" fmla="*/ 132 w 265"/>
                <a:gd name="T11" fmla="*/ 0 h 265"/>
                <a:gd name="T12" fmla="*/ 205 w 265"/>
                <a:gd name="T13" fmla="*/ 205 h 265"/>
                <a:gd name="T14" fmla="*/ 205 w 265"/>
                <a:gd name="T15" fmla="*/ 205 h 265"/>
                <a:gd name="T16" fmla="*/ 132 w 265"/>
                <a:gd name="T17" fmla="*/ 234 h 265"/>
                <a:gd name="T18" fmla="*/ 61 w 265"/>
                <a:gd name="T19" fmla="*/ 205 h 265"/>
                <a:gd name="T20" fmla="*/ 31 w 265"/>
                <a:gd name="T21" fmla="*/ 132 h 265"/>
                <a:gd name="T22" fmla="*/ 61 w 265"/>
                <a:gd name="T23" fmla="*/ 59 h 265"/>
                <a:gd name="T24" fmla="*/ 132 w 265"/>
                <a:gd name="T25" fmla="*/ 29 h 265"/>
                <a:gd name="T26" fmla="*/ 205 w 265"/>
                <a:gd name="T27" fmla="*/ 59 h 265"/>
                <a:gd name="T28" fmla="*/ 235 w 265"/>
                <a:gd name="T29" fmla="*/ 132 h 265"/>
                <a:gd name="T30" fmla="*/ 205 w 265"/>
                <a:gd name="T31" fmla="*/ 205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5" h="265">
                  <a:moveTo>
                    <a:pt x="132" y="0"/>
                  </a:moveTo>
                  <a:lnTo>
                    <a:pt x="132" y="0"/>
                  </a:lnTo>
                  <a:cubicBezTo>
                    <a:pt x="59" y="0"/>
                    <a:pt x="0" y="59"/>
                    <a:pt x="0" y="132"/>
                  </a:cubicBezTo>
                  <a:cubicBezTo>
                    <a:pt x="0" y="205"/>
                    <a:pt x="59" y="264"/>
                    <a:pt x="132" y="264"/>
                  </a:cubicBezTo>
                  <a:cubicBezTo>
                    <a:pt x="205" y="264"/>
                    <a:pt x="264" y="205"/>
                    <a:pt x="264" y="132"/>
                  </a:cubicBezTo>
                  <a:cubicBezTo>
                    <a:pt x="264" y="59"/>
                    <a:pt x="205" y="0"/>
                    <a:pt x="132" y="0"/>
                  </a:cubicBezTo>
                  <a:close/>
                  <a:moveTo>
                    <a:pt x="205" y="205"/>
                  </a:moveTo>
                  <a:lnTo>
                    <a:pt x="205" y="205"/>
                  </a:lnTo>
                  <a:cubicBezTo>
                    <a:pt x="187" y="223"/>
                    <a:pt x="161" y="234"/>
                    <a:pt x="132" y="234"/>
                  </a:cubicBezTo>
                  <a:cubicBezTo>
                    <a:pt x="105" y="234"/>
                    <a:pt x="79" y="223"/>
                    <a:pt x="61" y="205"/>
                  </a:cubicBezTo>
                  <a:cubicBezTo>
                    <a:pt x="42" y="186"/>
                    <a:pt x="31" y="160"/>
                    <a:pt x="31" y="132"/>
                  </a:cubicBezTo>
                  <a:cubicBezTo>
                    <a:pt x="31" y="103"/>
                    <a:pt x="42" y="79"/>
                    <a:pt x="61" y="59"/>
                  </a:cubicBezTo>
                  <a:cubicBezTo>
                    <a:pt x="79" y="40"/>
                    <a:pt x="105" y="29"/>
                    <a:pt x="132" y="29"/>
                  </a:cubicBezTo>
                  <a:cubicBezTo>
                    <a:pt x="161" y="29"/>
                    <a:pt x="187" y="40"/>
                    <a:pt x="205" y="59"/>
                  </a:cubicBezTo>
                  <a:cubicBezTo>
                    <a:pt x="224" y="79"/>
                    <a:pt x="235" y="103"/>
                    <a:pt x="235" y="132"/>
                  </a:cubicBezTo>
                  <a:cubicBezTo>
                    <a:pt x="235" y="160"/>
                    <a:pt x="224" y="186"/>
                    <a:pt x="205" y="20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24">
              <a:extLst>
                <a:ext uri="{FF2B5EF4-FFF2-40B4-BE49-F238E27FC236}">
                  <a16:creationId xmlns:a16="http://schemas.microsoft.com/office/drawing/2014/main" id="{B1DCF7E8-E461-D2D6-9482-5C4F5C207DA1}"/>
                </a:ext>
              </a:extLst>
            </p:cNvPr>
            <p:cNvSpPr>
              <a:spLocks noChangeArrowheads="1"/>
            </p:cNvSpPr>
            <p:nvPr/>
          </p:nvSpPr>
          <p:spPr bwMode="auto">
            <a:xfrm>
              <a:off x="8002588" y="5103813"/>
              <a:ext cx="73025" cy="11112"/>
            </a:xfrm>
            <a:custGeom>
              <a:avLst/>
              <a:gdLst>
                <a:gd name="T0" fmla="*/ 191 w 205"/>
                <a:gd name="T1" fmla="*/ 0 h 30"/>
                <a:gd name="T2" fmla="*/ 191 w 205"/>
                <a:gd name="T3" fmla="*/ 0 h 30"/>
                <a:gd name="T4" fmla="*/ 15 w 205"/>
                <a:gd name="T5" fmla="*/ 0 h 30"/>
                <a:gd name="T6" fmla="*/ 0 w 205"/>
                <a:gd name="T7" fmla="*/ 14 h 30"/>
                <a:gd name="T8" fmla="*/ 15 w 205"/>
                <a:gd name="T9" fmla="*/ 29 h 30"/>
                <a:gd name="T10" fmla="*/ 191 w 205"/>
                <a:gd name="T11" fmla="*/ 29 h 30"/>
                <a:gd name="T12" fmla="*/ 204 w 205"/>
                <a:gd name="T13" fmla="*/ 14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4"/>
                  </a:cubicBezTo>
                  <a:cubicBezTo>
                    <a:pt x="0" y="22"/>
                    <a:pt x="7" y="29"/>
                    <a:pt x="15" y="29"/>
                  </a:cubicBezTo>
                  <a:cubicBezTo>
                    <a:pt x="191" y="29"/>
                    <a:pt x="191" y="29"/>
                    <a:pt x="191" y="29"/>
                  </a:cubicBezTo>
                  <a:cubicBezTo>
                    <a:pt x="199" y="29"/>
                    <a:pt x="204" y="22"/>
                    <a:pt x="204" y="14"/>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25">
              <a:extLst>
                <a:ext uri="{FF2B5EF4-FFF2-40B4-BE49-F238E27FC236}">
                  <a16:creationId xmlns:a16="http://schemas.microsoft.com/office/drawing/2014/main" id="{C04A3A01-3510-16C3-CEF4-975F095D39AA}"/>
                </a:ext>
              </a:extLst>
            </p:cNvPr>
            <p:cNvSpPr>
              <a:spLocks noChangeArrowheads="1"/>
            </p:cNvSpPr>
            <p:nvPr/>
          </p:nvSpPr>
          <p:spPr bwMode="auto">
            <a:xfrm>
              <a:off x="8002588" y="5145088"/>
              <a:ext cx="73025" cy="11112"/>
            </a:xfrm>
            <a:custGeom>
              <a:avLst/>
              <a:gdLst>
                <a:gd name="T0" fmla="*/ 191 w 205"/>
                <a:gd name="T1" fmla="*/ 0 h 30"/>
                <a:gd name="T2" fmla="*/ 191 w 205"/>
                <a:gd name="T3" fmla="*/ 0 h 30"/>
                <a:gd name="T4" fmla="*/ 15 w 205"/>
                <a:gd name="T5" fmla="*/ 0 h 30"/>
                <a:gd name="T6" fmla="*/ 0 w 205"/>
                <a:gd name="T7" fmla="*/ 15 h 30"/>
                <a:gd name="T8" fmla="*/ 15 w 205"/>
                <a:gd name="T9" fmla="*/ 29 h 30"/>
                <a:gd name="T10" fmla="*/ 191 w 205"/>
                <a:gd name="T11" fmla="*/ 29 h 30"/>
                <a:gd name="T12" fmla="*/ 204 w 205"/>
                <a:gd name="T13" fmla="*/ 15 h 30"/>
                <a:gd name="T14" fmla="*/ 191 w 20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0">
                  <a:moveTo>
                    <a:pt x="191" y="0"/>
                  </a:moveTo>
                  <a:lnTo>
                    <a:pt x="191" y="0"/>
                  </a:lnTo>
                  <a:cubicBezTo>
                    <a:pt x="15" y="0"/>
                    <a:pt x="15" y="0"/>
                    <a:pt x="15" y="0"/>
                  </a:cubicBezTo>
                  <a:cubicBezTo>
                    <a:pt x="7" y="0"/>
                    <a:pt x="0" y="7"/>
                    <a:pt x="0" y="15"/>
                  </a:cubicBezTo>
                  <a:cubicBezTo>
                    <a:pt x="0" y="23"/>
                    <a:pt x="7" y="29"/>
                    <a:pt x="15" y="29"/>
                  </a:cubicBezTo>
                  <a:cubicBezTo>
                    <a:pt x="191" y="29"/>
                    <a:pt x="191" y="29"/>
                    <a:pt x="191" y="29"/>
                  </a:cubicBezTo>
                  <a:cubicBezTo>
                    <a:pt x="199" y="29"/>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9" name="Freeform 326">
              <a:extLst>
                <a:ext uri="{FF2B5EF4-FFF2-40B4-BE49-F238E27FC236}">
                  <a16:creationId xmlns:a16="http://schemas.microsoft.com/office/drawing/2014/main" id="{7C724491-E529-6FD8-EB76-DAB818B99489}"/>
                </a:ext>
              </a:extLst>
            </p:cNvPr>
            <p:cNvSpPr>
              <a:spLocks noChangeArrowheads="1"/>
            </p:cNvSpPr>
            <p:nvPr/>
          </p:nvSpPr>
          <p:spPr bwMode="auto">
            <a:xfrm>
              <a:off x="8002588" y="5187950"/>
              <a:ext cx="73025" cy="11113"/>
            </a:xfrm>
            <a:custGeom>
              <a:avLst/>
              <a:gdLst>
                <a:gd name="T0" fmla="*/ 191 w 205"/>
                <a:gd name="T1" fmla="*/ 0 h 31"/>
                <a:gd name="T2" fmla="*/ 191 w 205"/>
                <a:gd name="T3" fmla="*/ 0 h 31"/>
                <a:gd name="T4" fmla="*/ 15 w 205"/>
                <a:gd name="T5" fmla="*/ 0 h 31"/>
                <a:gd name="T6" fmla="*/ 0 w 205"/>
                <a:gd name="T7" fmla="*/ 15 h 31"/>
                <a:gd name="T8" fmla="*/ 15 w 205"/>
                <a:gd name="T9" fmla="*/ 30 h 31"/>
                <a:gd name="T10" fmla="*/ 191 w 205"/>
                <a:gd name="T11" fmla="*/ 30 h 31"/>
                <a:gd name="T12" fmla="*/ 204 w 205"/>
                <a:gd name="T13" fmla="*/ 15 h 31"/>
                <a:gd name="T14" fmla="*/ 191 w 20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5" h="31">
                  <a:moveTo>
                    <a:pt x="191" y="0"/>
                  </a:moveTo>
                  <a:lnTo>
                    <a:pt x="191" y="0"/>
                  </a:lnTo>
                  <a:cubicBezTo>
                    <a:pt x="15" y="0"/>
                    <a:pt x="15" y="0"/>
                    <a:pt x="15" y="0"/>
                  </a:cubicBezTo>
                  <a:cubicBezTo>
                    <a:pt x="7" y="0"/>
                    <a:pt x="0" y="7"/>
                    <a:pt x="0" y="15"/>
                  </a:cubicBezTo>
                  <a:cubicBezTo>
                    <a:pt x="0" y="23"/>
                    <a:pt x="7" y="30"/>
                    <a:pt x="15" y="30"/>
                  </a:cubicBezTo>
                  <a:cubicBezTo>
                    <a:pt x="191" y="30"/>
                    <a:pt x="191" y="30"/>
                    <a:pt x="191" y="30"/>
                  </a:cubicBezTo>
                  <a:cubicBezTo>
                    <a:pt x="199" y="30"/>
                    <a:pt x="204" y="23"/>
                    <a:pt x="204" y="15"/>
                  </a:cubicBezTo>
                  <a:cubicBezTo>
                    <a:pt x="204"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0" name="Group 393">
            <a:extLst>
              <a:ext uri="{FF2B5EF4-FFF2-40B4-BE49-F238E27FC236}">
                <a16:creationId xmlns:a16="http://schemas.microsoft.com/office/drawing/2014/main" id="{6D40337F-B188-EFFE-0A9A-20A620450428}"/>
              </a:ext>
            </a:extLst>
          </p:cNvPr>
          <p:cNvGrpSpPr/>
          <p:nvPr/>
        </p:nvGrpSpPr>
        <p:grpSpPr>
          <a:xfrm>
            <a:off x="10520486" y="4179515"/>
            <a:ext cx="282575" cy="225425"/>
            <a:chOff x="8864600" y="4549775"/>
            <a:chExt cx="282575" cy="225425"/>
          </a:xfrm>
          <a:solidFill>
            <a:schemeClr val="accent4"/>
          </a:solidFill>
        </p:grpSpPr>
        <p:sp>
          <p:nvSpPr>
            <p:cNvPr id="391" name="Freeform 327">
              <a:extLst>
                <a:ext uri="{FF2B5EF4-FFF2-40B4-BE49-F238E27FC236}">
                  <a16:creationId xmlns:a16="http://schemas.microsoft.com/office/drawing/2014/main" id="{E76657C3-F56B-A690-B9FB-F98EF4A69E68}"/>
                </a:ext>
              </a:extLst>
            </p:cNvPr>
            <p:cNvSpPr>
              <a:spLocks noChangeArrowheads="1"/>
            </p:cNvSpPr>
            <p:nvPr/>
          </p:nvSpPr>
          <p:spPr bwMode="auto">
            <a:xfrm>
              <a:off x="8864600" y="4549775"/>
              <a:ext cx="282575" cy="225425"/>
            </a:xfrm>
            <a:custGeom>
              <a:avLst/>
              <a:gdLst>
                <a:gd name="T0" fmla="*/ 740 w 787"/>
                <a:gd name="T1" fmla="*/ 0 h 624"/>
                <a:gd name="T2" fmla="*/ 740 w 787"/>
                <a:gd name="T3" fmla="*/ 0 h 624"/>
                <a:gd name="T4" fmla="*/ 48 w 787"/>
                <a:gd name="T5" fmla="*/ 0 h 624"/>
                <a:gd name="T6" fmla="*/ 0 w 787"/>
                <a:gd name="T7" fmla="*/ 47 h 624"/>
                <a:gd name="T8" fmla="*/ 0 w 787"/>
                <a:gd name="T9" fmla="*/ 475 h 624"/>
                <a:gd name="T10" fmla="*/ 48 w 787"/>
                <a:gd name="T11" fmla="*/ 523 h 624"/>
                <a:gd name="T12" fmla="*/ 185 w 787"/>
                <a:gd name="T13" fmla="*/ 523 h 624"/>
                <a:gd name="T14" fmla="*/ 134 w 787"/>
                <a:gd name="T15" fmla="*/ 598 h 624"/>
                <a:gd name="T16" fmla="*/ 139 w 787"/>
                <a:gd name="T17" fmla="*/ 619 h 624"/>
                <a:gd name="T18" fmla="*/ 159 w 787"/>
                <a:gd name="T19" fmla="*/ 615 h 624"/>
                <a:gd name="T20" fmla="*/ 220 w 787"/>
                <a:gd name="T21" fmla="*/ 523 h 624"/>
                <a:gd name="T22" fmla="*/ 567 w 787"/>
                <a:gd name="T23" fmla="*/ 523 h 624"/>
                <a:gd name="T24" fmla="*/ 629 w 787"/>
                <a:gd name="T25" fmla="*/ 615 h 624"/>
                <a:gd name="T26" fmla="*/ 648 w 787"/>
                <a:gd name="T27" fmla="*/ 619 h 624"/>
                <a:gd name="T28" fmla="*/ 652 w 787"/>
                <a:gd name="T29" fmla="*/ 598 h 624"/>
                <a:gd name="T30" fmla="*/ 652 w 787"/>
                <a:gd name="T31" fmla="*/ 598 h 624"/>
                <a:gd name="T32" fmla="*/ 603 w 787"/>
                <a:gd name="T33" fmla="*/ 523 h 624"/>
                <a:gd name="T34" fmla="*/ 740 w 787"/>
                <a:gd name="T35" fmla="*/ 523 h 624"/>
                <a:gd name="T36" fmla="*/ 786 w 787"/>
                <a:gd name="T37" fmla="*/ 475 h 624"/>
                <a:gd name="T38" fmla="*/ 786 w 787"/>
                <a:gd name="T39" fmla="*/ 47 h 624"/>
                <a:gd name="T40" fmla="*/ 740 w 787"/>
                <a:gd name="T41" fmla="*/ 0 h 624"/>
                <a:gd name="T42" fmla="*/ 758 w 787"/>
                <a:gd name="T43" fmla="*/ 475 h 624"/>
                <a:gd name="T44" fmla="*/ 758 w 787"/>
                <a:gd name="T45" fmla="*/ 475 h 624"/>
                <a:gd name="T46" fmla="*/ 740 w 787"/>
                <a:gd name="T47" fmla="*/ 494 h 624"/>
                <a:gd name="T48" fmla="*/ 575 w 787"/>
                <a:gd name="T49" fmla="*/ 494 h 624"/>
                <a:gd name="T50" fmla="*/ 213 w 787"/>
                <a:gd name="T51" fmla="*/ 494 h 624"/>
                <a:gd name="T52" fmla="*/ 48 w 787"/>
                <a:gd name="T53" fmla="*/ 494 h 624"/>
                <a:gd name="T54" fmla="*/ 29 w 787"/>
                <a:gd name="T55" fmla="*/ 475 h 624"/>
                <a:gd name="T56" fmla="*/ 29 w 787"/>
                <a:gd name="T57" fmla="*/ 47 h 624"/>
                <a:gd name="T58" fmla="*/ 48 w 787"/>
                <a:gd name="T59" fmla="*/ 29 h 624"/>
                <a:gd name="T60" fmla="*/ 740 w 787"/>
                <a:gd name="T61" fmla="*/ 29 h 624"/>
                <a:gd name="T62" fmla="*/ 758 w 787"/>
                <a:gd name="T63" fmla="*/ 47 h 624"/>
                <a:gd name="T64" fmla="*/ 758 w 787"/>
                <a:gd name="T65" fmla="*/ 475 h 6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87" h="624">
                  <a:moveTo>
                    <a:pt x="740" y="0"/>
                  </a:moveTo>
                  <a:lnTo>
                    <a:pt x="740" y="0"/>
                  </a:lnTo>
                  <a:cubicBezTo>
                    <a:pt x="48" y="0"/>
                    <a:pt x="48" y="0"/>
                    <a:pt x="48" y="0"/>
                  </a:cubicBezTo>
                  <a:cubicBezTo>
                    <a:pt x="22" y="0"/>
                    <a:pt x="0" y="21"/>
                    <a:pt x="0" y="47"/>
                  </a:cubicBezTo>
                  <a:cubicBezTo>
                    <a:pt x="0" y="475"/>
                    <a:pt x="0" y="475"/>
                    <a:pt x="0" y="475"/>
                  </a:cubicBezTo>
                  <a:cubicBezTo>
                    <a:pt x="0" y="501"/>
                    <a:pt x="22" y="523"/>
                    <a:pt x="48" y="523"/>
                  </a:cubicBezTo>
                  <a:cubicBezTo>
                    <a:pt x="185" y="523"/>
                    <a:pt x="185" y="523"/>
                    <a:pt x="185" y="523"/>
                  </a:cubicBezTo>
                  <a:cubicBezTo>
                    <a:pt x="134" y="598"/>
                    <a:pt x="134" y="598"/>
                    <a:pt x="134" y="598"/>
                  </a:cubicBezTo>
                  <a:cubicBezTo>
                    <a:pt x="129" y="605"/>
                    <a:pt x="132" y="615"/>
                    <a:pt x="139" y="619"/>
                  </a:cubicBezTo>
                  <a:cubicBezTo>
                    <a:pt x="145" y="623"/>
                    <a:pt x="154" y="622"/>
                    <a:pt x="159" y="615"/>
                  </a:cubicBezTo>
                  <a:cubicBezTo>
                    <a:pt x="220" y="523"/>
                    <a:pt x="220" y="523"/>
                    <a:pt x="220" y="523"/>
                  </a:cubicBezTo>
                  <a:cubicBezTo>
                    <a:pt x="567" y="523"/>
                    <a:pt x="567" y="523"/>
                    <a:pt x="567" y="523"/>
                  </a:cubicBezTo>
                  <a:cubicBezTo>
                    <a:pt x="629" y="615"/>
                    <a:pt x="629" y="615"/>
                    <a:pt x="629" y="615"/>
                  </a:cubicBezTo>
                  <a:cubicBezTo>
                    <a:pt x="633" y="622"/>
                    <a:pt x="642" y="623"/>
                    <a:pt x="648" y="619"/>
                  </a:cubicBezTo>
                  <a:cubicBezTo>
                    <a:pt x="655" y="615"/>
                    <a:pt x="657" y="605"/>
                    <a:pt x="652" y="598"/>
                  </a:cubicBezTo>
                  <a:lnTo>
                    <a:pt x="652" y="598"/>
                  </a:lnTo>
                  <a:cubicBezTo>
                    <a:pt x="603" y="523"/>
                    <a:pt x="603" y="523"/>
                    <a:pt x="603" y="523"/>
                  </a:cubicBezTo>
                  <a:cubicBezTo>
                    <a:pt x="740" y="523"/>
                    <a:pt x="740" y="523"/>
                    <a:pt x="740" y="523"/>
                  </a:cubicBezTo>
                  <a:cubicBezTo>
                    <a:pt x="766" y="523"/>
                    <a:pt x="786" y="501"/>
                    <a:pt x="786" y="475"/>
                  </a:cubicBezTo>
                  <a:cubicBezTo>
                    <a:pt x="786" y="47"/>
                    <a:pt x="786" y="47"/>
                    <a:pt x="786" y="47"/>
                  </a:cubicBezTo>
                  <a:cubicBezTo>
                    <a:pt x="786" y="21"/>
                    <a:pt x="766" y="0"/>
                    <a:pt x="740" y="0"/>
                  </a:cubicBezTo>
                  <a:close/>
                  <a:moveTo>
                    <a:pt x="758" y="475"/>
                  </a:moveTo>
                  <a:lnTo>
                    <a:pt x="758" y="475"/>
                  </a:lnTo>
                  <a:cubicBezTo>
                    <a:pt x="758" y="486"/>
                    <a:pt x="749" y="494"/>
                    <a:pt x="740" y="494"/>
                  </a:cubicBezTo>
                  <a:cubicBezTo>
                    <a:pt x="575" y="494"/>
                    <a:pt x="575" y="494"/>
                    <a:pt x="575" y="494"/>
                  </a:cubicBezTo>
                  <a:cubicBezTo>
                    <a:pt x="213" y="494"/>
                    <a:pt x="213" y="494"/>
                    <a:pt x="213" y="494"/>
                  </a:cubicBezTo>
                  <a:cubicBezTo>
                    <a:pt x="48" y="494"/>
                    <a:pt x="48" y="494"/>
                    <a:pt x="48" y="494"/>
                  </a:cubicBezTo>
                  <a:cubicBezTo>
                    <a:pt x="37" y="494"/>
                    <a:pt x="29" y="486"/>
                    <a:pt x="29" y="475"/>
                  </a:cubicBezTo>
                  <a:cubicBezTo>
                    <a:pt x="29" y="47"/>
                    <a:pt x="29" y="47"/>
                    <a:pt x="29" y="47"/>
                  </a:cubicBezTo>
                  <a:cubicBezTo>
                    <a:pt x="29" y="37"/>
                    <a:pt x="37" y="29"/>
                    <a:pt x="48" y="29"/>
                  </a:cubicBezTo>
                  <a:cubicBezTo>
                    <a:pt x="740" y="29"/>
                    <a:pt x="740" y="29"/>
                    <a:pt x="740" y="29"/>
                  </a:cubicBezTo>
                  <a:cubicBezTo>
                    <a:pt x="749" y="29"/>
                    <a:pt x="758" y="37"/>
                    <a:pt x="758" y="47"/>
                  </a:cubicBezTo>
                  <a:lnTo>
                    <a:pt x="758" y="4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8">
              <a:extLst>
                <a:ext uri="{FF2B5EF4-FFF2-40B4-BE49-F238E27FC236}">
                  <a16:creationId xmlns:a16="http://schemas.microsoft.com/office/drawing/2014/main" id="{1DFB38F5-82C0-3AC5-4AC4-4B120D535E98}"/>
                </a:ext>
              </a:extLst>
            </p:cNvPr>
            <p:cNvSpPr>
              <a:spLocks noChangeArrowheads="1"/>
            </p:cNvSpPr>
            <p:nvPr/>
          </p:nvSpPr>
          <p:spPr bwMode="auto">
            <a:xfrm>
              <a:off x="8886825" y="4584700"/>
              <a:ext cx="34925" cy="34925"/>
            </a:xfrm>
            <a:custGeom>
              <a:avLst/>
              <a:gdLst>
                <a:gd name="T0" fmla="*/ 27 w 99"/>
                <a:gd name="T1" fmla="*/ 92 h 99"/>
                <a:gd name="T2" fmla="*/ 27 w 99"/>
                <a:gd name="T3" fmla="*/ 92 h 99"/>
                <a:gd name="T4" fmla="*/ 92 w 99"/>
                <a:gd name="T5" fmla="*/ 26 h 99"/>
                <a:gd name="T6" fmla="*/ 92 w 99"/>
                <a:gd name="T7" fmla="*/ 6 h 99"/>
                <a:gd name="T8" fmla="*/ 72 w 99"/>
                <a:gd name="T9" fmla="*/ 6 h 99"/>
                <a:gd name="T10" fmla="*/ 6 w 99"/>
                <a:gd name="T11" fmla="*/ 72 h 99"/>
                <a:gd name="T12" fmla="*/ 6 w 99"/>
                <a:gd name="T13" fmla="*/ 92 h 99"/>
                <a:gd name="T14" fmla="*/ 27 w 99"/>
                <a:gd name="T15" fmla="*/ 92 h 9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9" h="99">
                  <a:moveTo>
                    <a:pt x="27" y="92"/>
                  </a:moveTo>
                  <a:lnTo>
                    <a:pt x="27" y="92"/>
                  </a:lnTo>
                  <a:cubicBezTo>
                    <a:pt x="92" y="26"/>
                    <a:pt x="92" y="26"/>
                    <a:pt x="92" y="26"/>
                  </a:cubicBezTo>
                  <a:cubicBezTo>
                    <a:pt x="98" y="21"/>
                    <a:pt x="98" y="11"/>
                    <a:pt x="92" y="6"/>
                  </a:cubicBezTo>
                  <a:cubicBezTo>
                    <a:pt x="87" y="0"/>
                    <a:pt x="77" y="0"/>
                    <a:pt x="72" y="6"/>
                  </a:cubicBezTo>
                  <a:cubicBezTo>
                    <a:pt x="6" y="72"/>
                    <a:pt x="6" y="72"/>
                    <a:pt x="6" y="72"/>
                  </a:cubicBezTo>
                  <a:cubicBezTo>
                    <a:pt x="0" y="77"/>
                    <a:pt x="0" y="87"/>
                    <a:pt x="6" y="92"/>
                  </a:cubicBezTo>
                  <a:cubicBezTo>
                    <a:pt x="11" y="98"/>
                    <a:pt x="21" y="98"/>
                    <a:pt x="27" y="9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3" name="Freeform 329">
              <a:extLst>
                <a:ext uri="{FF2B5EF4-FFF2-40B4-BE49-F238E27FC236}">
                  <a16:creationId xmlns:a16="http://schemas.microsoft.com/office/drawing/2014/main" id="{FAB986A8-7F4D-5243-8E78-A71161A87CD6}"/>
                </a:ext>
              </a:extLst>
            </p:cNvPr>
            <p:cNvSpPr>
              <a:spLocks noChangeArrowheads="1"/>
            </p:cNvSpPr>
            <p:nvPr/>
          </p:nvSpPr>
          <p:spPr bwMode="auto">
            <a:xfrm>
              <a:off x="8886825" y="4584700"/>
              <a:ext cx="82550" cy="82550"/>
            </a:xfrm>
            <a:custGeom>
              <a:avLst/>
              <a:gdLst>
                <a:gd name="T0" fmla="*/ 204 w 231"/>
                <a:gd name="T1" fmla="*/ 6 h 231"/>
                <a:gd name="T2" fmla="*/ 204 w 231"/>
                <a:gd name="T3" fmla="*/ 6 h 231"/>
                <a:gd name="T4" fmla="*/ 6 w 231"/>
                <a:gd name="T5" fmla="*/ 204 h 231"/>
                <a:gd name="T6" fmla="*/ 6 w 231"/>
                <a:gd name="T7" fmla="*/ 224 h 231"/>
                <a:gd name="T8" fmla="*/ 27 w 231"/>
                <a:gd name="T9" fmla="*/ 224 h 231"/>
                <a:gd name="T10" fmla="*/ 224 w 231"/>
                <a:gd name="T11" fmla="*/ 26 h 231"/>
                <a:gd name="T12" fmla="*/ 224 w 231"/>
                <a:gd name="T13" fmla="*/ 6 h 231"/>
                <a:gd name="T14" fmla="*/ 204 w 231"/>
                <a:gd name="T15" fmla="*/ 6 h 2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1" h="231">
                  <a:moveTo>
                    <a:pt x="204" y="6"/>
                  </a:moveTo>
                  <a:lnTo>
                    <a:pt x="204" y="6"/>
                  </a:lnTo>
                  <a:cubicBezTo>
                    <a:pt x="6" y="204"/>
                    <a:pt x="6" y="204"/>
                    <a:pt x="6" y="204"/>
                  </a:cubicBezTo>
                  <a:cubicBezTo>
                    <a:pt x="0" y="209"/>
                    <a:pt x="0" y="219"/>
                    <a:pt x="6" y="224"/>
                  </a:cubicBezTo>
                  <a:cubicBezTo>
                    <a:pt x="11" y="230"/>
                    <a:pt x="21" y="230"/>
                    <a:pt x="27" y="224"/>
                  </a:cubicBezTo>
                  <a:cubicBezTo>
                    <a:pt x="224" y="26"/>
                    <a:pt x="224" y="26"/>
                    <a:pt x="224" y="26"/>
                  </a:cubicBezTo>
                  <a:cubicBezTo>
                    <a:pt x="230" y="21"/>
                    <a:pt x="230" y="11"/>
                    <a:pt x="224" y="6"/>
                  </a:cubicBezTo>
                  <a:cubicBezTo>
                    <a:pt x="219" y="0"/>
                    <a:pt x="209" y="0"/>
                    <a:pt x="2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4" name="Group 397">
            <a:extLst>
              <a:ext uri="{FF2B5EF4-FFF2-40B4-BE49-F238E27FC236}">
                <a16:creationId xmlns:a16="http://schemas.microsoft.com/office/drawing/2014/main" id="{32E07D54-111A-696C-DE5E-1491936D3B37}"/>
              </a:ext>
            </a:extLst>
          </p:cNvPr>
          <p:cNvGrpSpPr/>
          <p:nvPr/>
        </p:nvGrpSpPr>
        <p:grpSpPr>
          <a:xfrm>
            <a:off x="9040936" y="5149479"/>
            <a:ext cx="146050" cy="269875"/>
            <a:chOff x="7899400" y="5497513"/>
            <a:chExt cx="146050" cy="269875"/>
          </a:xfrm>
          <a:solidFill>
            <a:schemeClr val="accent4"/>
          </a:solidFill>
        </p:grpSpPr>
        <p:sp>
          <p:nvSpPr>
            <p:cNvPr id="395" name="Freeform 330">
              <a:extLst>
                <a:ext uri="{FF2B5EF4-FFF2-40B4-BE49-F238E27FC236}">
                  <a16:creationId xmlns:a16="http://schemas.microsoft.com/office/drawing/2014/main" id="{671590B8-724E-BAA9-670A-C0CAE96C1E7D}"/>
                </a:ext>
              </a:extLst>
            </p:cNvPr>
            <p:cNvSpPr>
              <a:spLocks noChangeArrowheads="1"/>
            </p:cNvSpPr>
            <p:nvPr/>
          </p:nvSpPr>
          <p:spPr bwMode="auto">
            <a:xfrm>
              <a:off x="7899400" y="5497513"/>
              <a:ext cx="146050" cy="269875"/>
            </a:xfrm>
            <a:custGeom>
              <a:avLst/>
              <a:gdLst>
                <a:gd name="T0" fmla="*/ 70 w 406"/>
                <a:gd name="T1" fmla="*/ 635 h 750"/>
                <a:gd name="T2" fmla="*/ 70 w 406"/>
                <a:gd name="T3" fmla="*/ 635 h 750"/>
                <a:gd name="T4" fmla="*/ 92 w 406"/>
                <a:gd name="T5" fmla="*/ 709 h 750"/>
                <a:gd name="T6" fmla="*/ 138 w 406"/>
                <a:gd name="T7" fmla="*/ 749 h 750"/>
                <a:gd name="T8" fmla="*/ 268 w 406"/>
                <a:gd name="T9" fmla="*/ 749 h 750"/>
                <a:gd name="T10" fmla="*/ 313 w 406"/>
                <a:gd name="T11" fmla="*/ 711 h 750"/>
                <a:gd name="T12" fmla="*/ 337 w 406"/>
                <a:gd name="T13" fmla="*/ 635 h 750"/>
                <a:gd name="T14" fmla="*/ 366 w 406"/>
                <a:gd name="T15" fmla="*/ 591 h 750"/>
                <a:gd name="T16" fmla="*/ 405 w 406"/>
                <a:gd name="T17" fmla="*/ 546 h 750"/>
                <a:gd name="T18" fmla="*/ 405 w 406"/>
                <a:gd name="T19" fmla="*/ 201 h 750"/>
                <a:gd name="T20" fmla="*/ 366 w 406"/>
                <a:gd name="T21" fmla="*/ 156 h 750"/>
                <a:gd name="T22" fmla="*/ 335 w 406"/>
                <a:gd name="T23" fmla="*/ 112 h 750"/>
                <a:gd name="T24" fmla="*/ 313 w 406"/>
                <a:gd name="T25" fmla="*/ 38 h 750"/>
                <a:gd name="T26" fmla="*/ 268 w 406"/>
                <a:gd name="T27" fmla="*/ 0 h 750"/>
                <a:gd name="T28" fmla="*/ 138 w 406"/>
                <a:gd name="T29" fmla="*/ 0 h 750"/>
                <a:gd name="T30" fmla="*/ 92 w 406"/>
                <a:gd name="T31" fmla="*/ 38 h 750"/>
                <a:gd name="T32" fmla="*/ 69 w 406"/>
                <a:gd name="T33" fmla="*/ 112 h 750"/>
                <a:gd name="T34" fmla="*/ 40 w 406"/>
                <a:gd name="T35" fmla="*/ 156 h 750"/>
                <a:gd name="T36" fmla="*/ 0 w 406"/>
                <a:gd name="T37" fmla="*/ 201 h 750"/>
                <a:gd name="T38" fmla="*/ 0 w 406"/>
                <a:gd name="T39" fmla="*/ 546 h 750"/>
                <a:gd name="T40" fmla="*/ 40 w 406"/>
                <a:gd name="T41" fmla="*/ 591 h 750"/>
                <a:gd name="T42" fmla="*/ 70 w 406"/>
                <a:gd name="T43" fmla="*/ 635 h 750"/>
                <a:gd name="T44" fmla="*/ 311 w 406"/>
                <a:gd name="T45" fmla="*/ 623 h 750"/>
                <a:gd name="T46" fmla="*/ 311 w 406"/>
                <a:gd name="T47" fmla="*/ 623 h 750"/>
                <a:gd name="T48" fmla="*/ 285 w 406"/>
                <a:gd name="T49" fmla="*/ 705 h 750"/>
                <a:gd name="T50" fmla="*/ 268 w 406"/>
                <a:gd name="T51" fmla="*/ 719 h 750"/>
                <a:gd name="T52" fmla="*/ 138 w 406"/>
                <a:gd name="T53" fmla="*/ 719 h 750"/>
                <a:gd name="T54" fmla="*/ 121 w 406"/>
                <a:gd name="T55" fmla="*/ 705 h 750"/>
                <a:gd name="T56" fmla="*/ 97 w 406"/>
                <a:gd name="T57" fmla="*/ 623 h 750"/>
                <a:gd name="T58" fmla="*/ 79 w 406"/>
                <a:gd name="T59" fmla="*/ 593 h 750"/>
                <a:gd name="T60" fmla="*/ 329 w 406"/>
                <a:gd name="T61" fmla="*/ 593 h 750"/>
                <a:gd name="T62" fmla="*/ 311 w 406"/>
                <a:gd name="T63" fmla="*/ 623 h 750"/>
                <a:gd name="T64" fmla="*/ 95 w 406"/>
                <a:gd name="T65" fmla="*/ 125 h 750"/>
                <a:gd name="T66" fmla="*/ 95 w 406"/>
                <a:gd name="T67" fmla="*/ 125 h 750"/>
                <a:gd name="T68" fmla="*/ 121 w 406"/>
                <a:gd name="T69" fmla="*/ 42 h 750"/>
                <a:gd name="T70" fmla="*/ 138 w 406"/>
                <a:gd name="T71" fmla="*/ 29 h 750"/>
                <a:gd name="T72" fmla="*/ 268 w 406"/>
                <a:gd name="T73" fmla="*/ 29 h 750"/>
                <a:gd name="T74" fmla="*/ 285 w 406"/>
                <a:gd name="T75" fmla="*/ 42 h 750"/>
                <a:gd name="T76" fmla="*/ 309 w 406"/>
                <a:gd name="T77" fmla="*/ 125 h 750"/>
                <a:gd name="T78" fmla="*/ 327 w 406"/>
                <a:gd name="T79" fmla="*/ 156 h 750"/>
                <a:gd name="T80" fmla="*/ 77 w 406"/>
                <a:gd name="T81" fmla="*/ 156 h 750"/>
                <a:gd name="T82" fmla="*/ 95 w 406"/>
                <a:gd name="T83" fmla="*/ 125 h 750"/>
                <a:gd name="T84" fmla="*/ 29 w 406"/>
                <a:gd name="T85" fmla="*/ 201 h 750"/>
                <a:gd name="T86" fmla="*/ 29 w 406"/>
                <a:gd name="T87" fmla="*/ 201 h 750"/>
                <a:gd name="T88" fmla="*/ 46 w 406"/>
                <a:gd name="T89" fmla="*/ 185 h 750"/>
                <a:gd name="T90" fmla="*/ 360 w 406"/>
                <a:gd name="T91" fmla="*/ 185 h 750"/>
                <a:gd name="T92" fmla="*/ 377 w 406"/>
                <a:gd name="T93" fmla="*/ 201 h 750"/>
                <a:gd name="T94" fmla="*/ 377 w 406"/>
                <a:gd name="T95" fmla="*/ 546 h 750"/>
                <a:gd name="T96" fmla="*/ 360 w 406"/>
                <a:gd name="T97" fmla="*/ 563 h 750"/>
                <a:gd name="T98" fmla="*/ 46 w 406"/>
                <a:gd name="T99" fmla="*/ 563 h 750"/>
                <a:gd name="T100" fmla="*/ 29 w 406"/>
                <a:gd name="T101" fmla="*/ 546 h 750"/>
                <a:gd name="T102" fmla="*/ 29 w 406"/>
                <a:gd name="T103" fmla="*/ 201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406" h="750">
                  <a:moveTo>
                    <a:pt x="70" y="635"/>
                  </a:moveTo>
                  <a:lnTo>
                    <a:pt x="70" y="635"/>
                  </a:lnTo>
                  <a:cubicBezTo>
                    <a:pt x="80" y="657"/>
                    <a:pt x="88" y="683"/>
                    <a:pt x="92" y="709"/>
                  </a:cubicBezTo>
                  <a:cubicBezTo>
                    <a:pt x="95" y="733"/>
                    <a:pt x="114" y="749"/>
                    <a:pt x="138" y="749"/>
                  </a:cubicBezTo>
                  <a:cubicBezTo>
                    <a:pt x="268" y="749"/>
                    <a:pt x="268" y="749"/>
                    <a:pt x="268" y="749"/>
                  </a:cubicBezTo>
                  <a:cubicBezTo>
                    <a:pt x="291" y="749"/>
                    <a:pt x="311" y="733"/>
                    <a:pt x="313" y="711"/>
                  </a:cubicBezTo>
                  <a:cubicBezTo>
                    <a:pt x="318" y="683"/>
                    <a:pt x="327" y="657"/>
                    <a:pt x="337" y="635"/>
                  </a:cubicBezTo>
                  <a:cubicBezTo>
                    <a:pt x="346" y="616"/>
                    <a:pt x="357" y="601"/>
                    <a:pt x="366" y="591"/>
                  </a:cubicBezTo>
                  <a:cubicBezTo>
                    <a:pt x="388" y="589"/>
                    <a:pt x="405" y="569"/>
                    <a:pt x="405" y="546"/>
                  </a:cubicBezTo>
                  <a:cubicBezTo>
                    <a:pt x="405" y="201"/>
                    <a:pt x="405" y="201"/>
                    <a:pt x="405" y="201"/>
                  </a:cubicBezTo>
                  <a:cubicBezTo>
                    <a:pt x="405" y="178"/>
                    <a:pt x="388" y="160"/>
                    <a:pt x="366" y="156"/>
                  </a:cubicBezTo>
                  <a:cubicBezTo>
                    <a:pt x="356" y="148"/>
                    <a:pt x="345" y="133"/>
                    <a:pt x="335" y="112"/>
                  </a:cubicBezTo>
                  <a:cubicBezTo>
                    <a:pt x="326" y="92"/>
                    <a:pt x="318" y="66"/>
                    <a:pt x="313" y="38"/>
                  </a:cubicBezTo>
                  <a:cubicBezTo>
                    <a:pt x="311" y="16"/>
                    <a:pt x="291" y="0"/>
                    <a:pt x="268" y="0"/>
                  </a:cubicBezTo>
                  <a:cubicBezTo>
                    <a:pt x="138" y="0"/>
                    <a:pt x="138" y="0"/>
                    <a:pt x="138" y="0"/>
                  </a:cubicBezTo>
                  <a:cubicBezTo>
                    <a:pt x="114" y="0"/>
                    <a:pt x="95" y="16"/>
                    <a:pt x="92" y="38"/>
                  </a:cubicBezTo>
                  <a:cubicBezTo>
                    <a:pt x="88" y="64"/>
                    <a:pt x="79" y="90"/>
                    <a:pt x="69" y="112"/>
                  </a:cubicBezTo>
                  <a:cubicBezTo>
                    <a:pt x="59" y="133"/>
                    <a:pt x="49" y="148"/>
                    <a:pt x="40" y="156"/>
                  </a:cubicBezTo>
                  <a:cubicBezTo>
                    <a:pt x="18" y="160"/>
                    <a:pt x="0" y="178"/>
                    <a:pt x="0" y="201"/>
                  </a:cubicBezTo>
                  <a:cubicBezTo>
                    <a:pt x="0" y="546"/>
                    <a:pt x="0" y="546"/>
                    <a:pt x="0" y="546"/>
                  </a:cubicBezTo>
                  <a:cubicBezTo>
                    <a:pt x="0" y="569"/>
                    <a:pt x="18" y="589"/>
                    <a:pt x="40" y="591"/>
                  </a:cubicBezTo>
                  <a:cubicBezTo>
                    <a:pt x="50" y="601"/>
                    <a:pt x="61" y="616"/>
                    <a:pt x="70" y="635"/>
                  </a:cubicBezTo>
                  <a:close/>
                  <a:moveTo>
                    <a:pt x="311" y="623"/>
                  </a:moveTo>
                  <a:lnTo>
                    <a:pt x="311" y="623"/>
                  </a:lnTo>
                  <a:cubicBezTo>
                    <a:pt x="300" y="648"/>
                    <a:pt x="290" y="676"/>
                    <a:pt x="285" y="705"/>
                  </a:cubicBezTo>
                  <a:cubicBezTo>
                    <a:pt x="283" y="713"/>
                    <a:pt x="276" y="719"/>
                    <a:pt x="268" y="719"/>
                  </a:cubicBezTo>
                  <a:cubicBezTo>
                    <a:pt x="138" y="719"/>
                    <a:pt x="138" y="719"/>
                    <a:pt x="138" y="719"/>
                  </a:cubicBezTo>
                  <a:cubicBezTo>
                    <a:pt x="129" y="719"/>
                    <a:pt x="123" y="713"/>
                    <a:pt x="121" y="705"/>
                  </a:cubicBezTo>
                  <a:cubicBezTo>
                    <a:pt x="117" y="676"/>
                    <a:pt x="108" y="648"/>
                    <a:pt x="97" y="623"/>
                  </a:cubicBezTo>
                  <a:cubicBezTo>
                    <a:pt x="91" y="612"/>
                    <a:pt x="86" y="601"/>
                    <a:pt x="79" y="593"/>
                  </a:cubicBezTo>
                  <a:cubicBezTo>
                    <a:pt x="329" y="593"/>
                    <a:pt x="329" y="593"/>
                    <a:pt x="329" y="593"/>
                  </a:cubicBezTo>
                  <a:cubicBezTo>
                    <a:pt x="322" y="601"/>
                    <a:pt x="316" y="612"/>
                    <a:pt x="311" y="623"/>
                  </a:cubicBezTo>
                  <a:close/>
                  <a:moveTo>
                    <a:pt x="95" y="125"/>
                  </a:moveTo>
                  <a:lnTo>
                    <a:pt x="95" y="125"/>
                  </a:lnTo>
                  <a:cubicBezTo>
                    <a:pt x="106" y="101"/>
                    <a:pt x="116" y="72"/>
                    <a:pt x="121" y="42"/>
                  </a:cubicBezTo>
                  <a:cubicBezTo>
                    <a:pt x="123" y="34"/>
                    <a:pt x="129" y="29"/>
                    <a:pt x="138" y="29"/>
                  </a:cubicBezTo>
                  <a:cubicBezTo>
                    <a:pt x="268" y="29"/>
                    <a:pt x="268" y="29"/>
                    <a:pt x="268" y="29"/>
                  </a:cubicBezTo>
                  <a:cubicBezTo>
                    <a:pt x="276" y="29"/>
                    <a:pt x="283" y="35"/>
                    <a:pt x="285" y="42"/>
                  </a:cubicBezTo>
                  <a:cubicBezTo>
                    <a:pt x="289" y="72"/>
                    <a:pt x="298" y="101"/>
                    <a:pt x="309" y="125"/>
                  </a:cubicBezTo>
                  <a:cubicBezTo>
                    <a:pt x="315" y="137"/>
                    <a:pt x="320" y="147"/>
                    <a:pt x="327" y="156"/>
                  </a:cubicBezTo>
                  <a:cubicBezTo>
                    <a:pt x="77" y="156"/>
                    <a:pt x="77" y="156"/>
                    <a:pt x="77" y="156"/>
                  </a:cubicBezTo>
                  <a:cubicBezTo>
                    <a:pt x="84" y="147"/>
                    <a:pt x="90" y="137"/>
                    <a:pt x="95" y="125"/>
                  </a:cubicBezTo>
                  <a:close/>
                  <a:moveTo>
                    <a:pt x="29" y="201"/>
                  </a:moveTo>
                  <a:lnTo>
                    <a:pt x="29" y="201"/>
                  </a:lnTo>
                  <a:cubicBezTo>
                    <a:pt x="29" y="193"/>
                    <a:pt x="38" y="185"/>
                    <a:pt x="46" y="185"/>
                  </a:cubicBezTo>
                  <a:cubicBezTo>
                    <a:pt x="360" y="185"/>
                    <a:pt x="360" y="185"/>
                    <a:pt x="360" y="185"/>
                  </a:cubicBezTo>
                  <a:cubicBezTo>
                    <a:pt x="368" y="185"/>
                    <a:pt x="377" y="193"/>
                    <a:pt x="377" y="201"/>
                  </a:cubicBezTo>
                  <a:cubicBezTo>
                    <a:pt x="377" y="546"/>
                    <a:pt x="377" y="546"/>
                    <a:pt x="377" y="546"/>
                  </a:cubicBezTo>
                  <a:cubicBezTo>
                    <a:pt x="377" y="556"/>
                    <a:pt x="368" y="563"/>
                    <a:pt x="360" y="563"/>
                  </a:cubicBezTo>
                  <a:cubicBezTo>
                    <a:pt x="46" y="563"/>
                    <a:pt x="46" y="563"/>
                    <a:pt x="46" y="563"/>
                  </a:cubicBezTo>
                  <a:cubicBezTo>
                    <a:pt x="38" y="563"/>
                    <a:pt x="29" y="556"/>
                    <a:pt x="29" y="546"/>
                  </a:cubicBezTo>
                  <a:lnTo>
                    <a:pt x="29" y="20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31">
              <a:extLst>
                <a:ext uri="{FF2B5EF4-FFF2-40B4-BE49-F238E27FC236}">
                  <a16:creationId xmlns:a16="http://schemas.microsoft.com/office/drawing/2014/main" id="{A815E0DF-39CA-8599-73D6-A808C0AEFE69}"/>
                </a:ext>
              </a:extLst>
            </p:cNvPr>
            <p:cNvSpPr>
              <a:spLocks noChangeArrowheads="1"/>
            </p:cNvSpPr>
            <p:nvPr/>
          </p:nvSpPr>
          <p:spPr bwMode="auto">
            <a:xfrm>
              <a:off x="7967663" y="5588000"/>
              <a:ext cx="44450" cy="90488"/>
            </a:xfrm>
            <a:custGeom>
              <a:avLst/>
              <a:gdLst>
                <a:gd name="T0" fmla="*/ 1 w 125"/>
                <a:gd name="T1" fmla="*/ 145 h 250"/>
                <a:gd name="T2" fmla="*/ 1 w 125"/>
                <a:gd name="T3" fmla="*/ 145 h 250"/>
                <a:gd name="T4" fmla="*/ 4 w 125"/>
                <a:gd name="T5" fmla="*/ 151 h 250"/>
                <a:gd name="T6" fmla="*/ 4 w 125"/>
                <a:gd name="T7" fmla="*/ 151 h 250"/>
                <a:gd name="T8" fmla="*/ 97 w 125"/>
                <a:gd name="T9" fmla="*/ 244 h 250"/>
                <a:gd name="T10" fmla="*/ 118 w 125"/>
                <a:gd name="T11" fmla="*/ 244 h 250"/>
                <a:gd name="T12" fmla="*/ 118 w 125"/>
                <a:gd name="T13" fmla="*/ 223 h 250"/>
                <a:gd name="T14" fmla="*/ 28 w 125"/>
                <a:gd name="T15" fmla="*/ 134 h 250"/>
                <a:gd name="T16" fmla="*/ 28 w 125"/>
                <a:gd name="T17" fmla="*/ 15 h 250"/>
                <a:gd name="T18" fmla="*/ 13 w 125"/>
                <a:gd name="T19" fmla="*/ 0 h 250"/>
                <a:gd name="T20" fmla="*/ 0 w 125"/>
                <a:gd name="T21" fmla="*/ 15 h 250"/>
                <a:gd name="T22" fmla="*/ 0 w 125"/>
                <a:gd name="T23" fmla="*/ 140 h 250"/>
                <a:gd name="T24" fmla="*/ 1 w 125"/>
                <a:gd name="T25" fmla="*/ 145 h 2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25" h="250">
                  <a:moveTo>
                    <a:pt x="1" y="145"/>
                  </a:moveTo>
                  <a:lnTo>
                    <a:pt x="1" y="145"/>
                  </a:lnTo>
                  <a:cubicBezTo>
                    <a:pt x="1" y="148"/>
                    <a:pt x="2" y="149"/>
                    <a:pt x="4" y="151"/>
                  </a:cubicBezTo>
                  <a:lnTo>
                    <a:pt x="4" y="151"/>
                  </a:lnTo>
                  <a:cubicBezTo>
                    <a:pt x="97" y="244"/>
                    <a:pt x="97" y="244"/>
                    <a:pt x="97" y="244"/>
                  </a:cubicBezTo>
                  <a:cubicBezTo>
                    <a:pt x="104" y="249"/>
                    <a:pt x="112" y="249"/>
                    <a:pt x="118" y="244"/>
                  </a:cubicBezTo>
                  <a:cubicBezTo>
                    <a:pt x="124" y="238"/>
                    <a:pt x="124" y="229"/>
                    <a:pt x="118" y="223"/>
                  </a:cubicBezTo>
                  <a:cubicBezTo>
                    <a:pt x="28" y="134"/>
                    <a:pt x="28" y="134"/>
                    <a:pt x="28" y="134"/>
                  </a:cubicBezTo>
                  <a:cubicBezTo>
                    <a:pt x="28" y="15"/>
                    <a:pt x="28" y="15"/>
                    <a:pt x="28" y="15"/>
                  </a:cubicBezTo>
                  <a:cubicBezTo>
                    <a:pt x="28" y="6"/>
                    <a:pt x="21" y="0"/>
                    <a:pt x="13" y="0"/>
                  </a:cubicBezTo>
                  <a:cubicBezTo>
                    <a:pt x="6" y="0"/>
                    <a:pt x="0" y="6"/>
                    <a:pt x="0" y="15"/>
                  </a:cubicBezTo>
                  <a:cubicBezTo>
                    <a:pt x="0" y="140"/>
                    <a:pt x="0" y="140"/>
                    <a:pt x="0" y="140"/>
                  </a:cubicBezTo>
                  <a:cubicBezTo>
                    <a:pt x="0" y="142"/>
                    <a:pt x="0" y="144"/>
                    <a:pt x="1" y="1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ABF7664E-B191-DD7D-63D4-49245B8E7835}"/>
              </a:ext>
            </a:extLst>
          </p:cNvPr>
          <p:cNvGrpSpPr/>
          <p:nvPr/>
        </p:nvGrpSpPr>
        <p:grpSpPr>
          <a:xfrm>
            <a:off x="11064999" y="4663703"/>
            <a:ext cx="115887" cy="254000"/>
            <a:chOff x="9923463" y="4997450"/>
            <a:chExt cx="115887" cy="254000"/>
          </a:xfrm>
          <a:solidFill>
            <a:schemeClr val="accent4"/>
          </a:solidFill>
        </p:grpSpPr>
        <p:sp>
          <p:nvSpPr>
            <p:cNvPr id="398" name="Freeform 332">
              <a:extLst>
                <a:ext uri="{FF2B5EF4-FFF2-40B4-BE49-F238E27FC236}">
                  <a16:creationId xmlns:a16="http://schemas.microsoft.com/office/drawing/2014/main" id="{D2323AA0-A397-A340-70F5-FC2F3B15CEFD}"/>
                </a:ext>
              </a:extLst>
            </p:cNvPr>
            <p:cNvSpPr>
              <a:spLocks noChangeArrowheads="1"/>
            </p:cNvSpPr>
            <p:nvPr/>
          </p:nvSpPr>
          <p:spPr bwMode="auto">
            <a:xfrm>
              <a:off x="9923463" y="4997450"/>
              <a:ext cx="115887" cy="254000"/>
            </a:xfrm>
            <a:custGeom>
              <a:avLst/>
              <a:gdLst>
                <a:gd name="T0" fmla="*/ 258 w 324"/>
                <a:gd name="T1" fmla="*/ 4 h 704"/>
                <a:gd name="T2" fmla="*/ 258 w 324"/>
                <a:gd name="T3" fmla="*/ 4 h 704"/>
                <a:gd name="T4" fmla="*/ 247 w 324"/>
                <a:gd name="T5" fmla="*/ 0 h 704"/>
                <a:gd name="T6" fmla="*/ 73 w 324"/>
                <a:gd name="T7" fmla="*/ 0 h 704"/>
                <a:gd name="T8" fmla="*/ 63 w 324"/>
                <a:gd name="T9" fmla="*/ 4 h 704"/>
                <a:gd name="T10" fmla="*/ 59 w 324"/>
                <a:gd name="T11" fmla="*/ 14 h 704"/>
                <a:gd name="T12" fmla="*/ 59 w 324"/>
                <a:gd name="T13" fmla="*/ 146 h 704"/>
                <a:gd name="T14" fmla="*/ 47 w 324"/>
                <a:gd name="T15" fmla="*/ 146 h 704"/>
                <a:gd name="T16" fmla="*/ 0 w 324"/>
                <a:gd name="T17" fmla="*/ 192 h 704"/>
                <a:gd name="T18" fmla="*/ 0 w 324"/>
                <a:gd name="T19" fmla="*/ 656 h 704"/>
                <a:gd name="T20" fmla="*/ 47 w 324"/>
                <a:gd name="T21" fmla="*/ 703 h 704"/>
                <a:gd name="T22" fmla="*/ 276 w 324"/>
                <a:gd name="T23" fmla="*/ 703 h 704"/>
                <a:gd name="T24" fmla="*/ 323 w 324"/>
                <a:gd name="T25" fmla="*/ 656 h 704"/>
                <a:gd name="T26" fmla="*/ 323 w 324"/>
                <a:gd name="T27" fmla="*/ 192 h 704"/>
                <a:gd name="T28" fmla="*/ 276 w 324"/>
                <a:gd name="T29" fmla="*/ 146 h 704"/>
                <a:gd name="T30" fmla="*/ 262 w 324"/>
                <a:gd name="T31" fmla="*/ 146 h 704"/>
                <a:gd name="T32" fmla="*/ 262 w 324"/>
                <a:gd name="T33" fmla="*/ 14 h 704"/>
                <a:gd name="T34" fmla="*/ 258 w 324"/>
                <a:gd name="T35" fmla="*/ 4 h 704"/>
                <a:gd name="T36" fmla="*/ 88 w 324"/>
                <a:gd name="T37" fmla="*/ 29 h 704"/>
                <a:gd name="T38" fmla="*/ 88 w 324"/>
                <a:gd name="T39" fmla="*/ 29 h 704"/>
                <a:gd name="T40" fmla="*/ 232 w 324"/>
                <a:gd name="T41" fmla="*/ 29 h 704"/>
                <a:gd name="T42" fmla="*/ 232 w 324"/>
                <a:gd name="T43" fmla="*/ 140 h 704"/>
                <a:gd name="T44" fmla="*/ 88 w 324"/>
                <a:gd name="T45" fmla="*/ 140 h 704"/>
                <a:gd name="T46" fmla="*/ 88 w 324"/>
                <a:gd name="T47" fmla="*/ 29 h 704"/>
                <a:gd name="T48" fmla="*/ 292 w 324"/>
                <a:gd name="T49" fmla="*/ 192 h 704"/>
                <a:gd name="T50" fmla="*/ 292 w 324"/>
                <a:gd name="T51" fmla="*/ 192 h 704"/>
                <a:gd name="T52" fmla="*/ 292 w 324"/>
                <a:gd name="T53" fmla="*/ 656 h 704"/>
                <a:gd name="T54" fmla="*/ 276 w 324"/>
                <a:gd name="T55" fmla="*/ 673 h 704"/>
                <a:gd name="T56" fmla="*/ 47 w 324"/>
                <a:gd name="T57" fmla="*/ 673 h 704"/>
                <a:gd name="T58" fmla="*/ 29 w 324"/>
                <a:gd name="T59" fmla="*/ 656 h 704"/>
                <a:gd name="T60" fmla="*/ 29 w 324"/>
                <a:gd name="T61" fmla="*/ 192 h 704"/>
                <a:gd name="T62" fmla="*/ 47 w 324"/>
                <a:gd name="T63" fmla="*/ 176 h 704"/>
                <a:gd name="T64" fmla="*/ 276 w 324"/>
                <a:gd name="T65" fmla="*/ 176 h 704"/>
                <a:gd name="T66" fmla="*/ 292 w 324"/>
                <a:gd name="T67" fmla="*/ 19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324" h="704">
                  <a:moveTo>
                    <a:pt x="258" y="4"/>
                  </a:moveTo>
                  <a:lnTo>
                    <a:pt x="258" y="4"/>
                  </a:lnTo>
                  <a:cubicBezTo>
                    <a:pt x="255" y="2"/>
                    <a:pt x="251" y="0"/>
                    <a:pt x="247" y="0"/>
                  </a:cubicBezTo>
                  <a:cubicBezTo>
                    <a:pt x="73" y="0"/>
                    <a:pt x="73" y="0"/>
                    <a:pt x="73" y="0"/>
                  </a:cubicBezTo>
                  <a:cubicBezTo>
                    <a:pt x="70" y="0"/>
                    <a:pt x="66" y="2"/>
                    <a:pt x="63" y="4"/>
                  </a:cubicBezTo>
                  <a:cubicBezTo>
                    <a:pt x="60" y="7"/>
                    <a:pt x="59" y="10"/>
                    <a:pt x="59" y="14"/>
                  </a:cubicBezTo>
                  <a:cubicBezTo>
                    <a:pt x="59" y="146"/>
                    <a:pt x="59" y="146"/>
                    <a:pt x="59" y="146"/>
                  </a:cubicBezTo>
                  <a:cubicBezTo>
                    <a:pt x="47" y="146"/>
                    <a:pt x="47" y="146"/>
                    <a:pt x="47" y="146"/>
                  </a:cubicBezTo>
                  <a:cubicBezTo>
                    <a:pt x="21" y="146"/>
                    <a:pt x="0" y="166"/>
                    <a:pt x="0" y="192"/>
                  </a:cubicBezTo>
                  <a:cubicBezTo>
                    <a:pt x="0" y="656"/>
                    <a:pt x="0" y="656"/>
                    <a:pt x="0" y="656"/>
                  </a:cubicBezTo>
                  <a:cubicBezTo>
                    <a:pt x="0" y="681"/>
                    <a:pt x="21" y="703"/>
                    <a:pt x="47" y="703"/>
                  </a:cubicBezTo>
                  <a:cubicBezTo>
                    <a:pt x="276" y="703"/>
                    <a:pt x="276" y="703"/>
                    <a:pt x="276" y="703"/>
                  </a:cubicBezTo>
                  <a:cubicBezTo>
                    <a:pt x="302" y="703"/>
                    <a:pt x="323" y="681"/>
                    <a:pt x="323" y="656"/>
                  </a:cubicBezTo>
                  <a:cubicBezTo>
                    <a:pt x="323" y="192"/>
                    <a:pt x="323" y="192"/>
                    <a:pt x="323" y="192"/>
                  </a:cubicBezTo>
                  <a:cubicBezTo>
                    <a:pt x="323" y="166"/>
                    <a:pt x="302" y="146"/>
                    <a:pt x="276" y="146"/>
                  </a:cubicBezTo>
                  <a:cubicBezTo>
                    <a:pt x="262" y="146"/>
                    <a:pt x="262" y="146"/>
                    <a:pt x="262" y="146"/>
                  </a:cubicBezTo>
                  <a:cubicBezTo>
                    <a:pt x="262" y="14"/>
                    <a:pt x="262" y="14"/>
                    <a:pt x="262" y="14"/>
                  </a:cubicBezTo>
                  <a:cubicBezTo>
                    <a:pt x="262" y="10"/>
                    <a:pt x="261" y="7"/>
                    <a:pt x="258" y="4"/>
                  </a:cubicBezTo>
                  <a:close/>
                  <a:moveTo>
                    <a:pt x="88" y="29"/>
                  </a:moveTo>
                  <a:lnTo>
                    <a:pt x="88" y="29"/>
                  </a:lnTo>
                  <a:cubicBezTo>
                    <a:pt x="232" y="29"/>
                    <a:pt x="232" y="29"/>
                    <a:pt x="232" y="29"/>
                  </a:cubicBezTo>
                  <a:cubicBezTo>
                    <a:pt x="232" y="140"/>
                    <a:pt x="232" y="140"/>
                    <a:pt x="232" y="140"/>
                  </a:cubicBezTo>
                  <a:cubicBezTo>
                    <a:pt x="88" y="140"/>
                    <a:pt x="88" y="140"/>
                    <a:pt x="88" y="140"/>
                  </a:cubicBezTo>
                  <a:lnTo>
                    <a:pt x="88" y="29"/>
                  </a:lnTo>
                  <a:close/>
                  <a:moveTo>
                    <a:pt x="292" y="192"/>
                  </a:moveTo>
                  <a:lnTo>
                    <a:pt x="292" y="192"/>
                  </a:lnTo>
                  <a:cubicBezTo>
                    <a:pt x="292" y="656"/>
                    <a:pt x="292" y="656"/>
                    <a:pt x="292" y="656"/>
                  </a:cubicBezTo>
                  <a:cubicBezTo>
                    <a:pt x="292" y="666"/>
                    <a:pt x="285" y="673"/>
                    <a:pt x="276" y="673"/>
                  </a:cubicBezTo>
                  <a:cubicBezTo>
                    <a:pt x="47" y="673"/>
                    <a:pt x="47" y="673"/>
                    <a:pt x="47" y="673"/>
                  </a:cubicBezTo>
                  <a:cubicBezTo>
                    <a:pt x="37" y="673"/>
                    <a:pt x="29" y="666"/>
                    <a:pt x="29" y="656"/>
                  </a:cubicBezTo>
                  <a:cubicBezTo>
                    <a:pt x="29" y="192"/>
                    <a:pt x="29" y="192"/>
                    <a:pt x="29" y="192"/>
                  </a:cubicBezTo>
                  <a:cubicBezTo>
                    <a:pt x="29" y="183"/>
                    <a:pt x="37" y="176"/>
                    <a:pt x="47" y="176"/>
                  </a:cubicBezTo>
                  <a:cubicBezTo>
                    <a:pt x="276" y="176"/>
                    <a:pt x="276" y="176"/>
                    <a:pt x="276" y="176"/>
                  </a:cubicBezTo>
                  <a:cubicBezTo>
                    <a:pt x="285" y="176"/>
                    <a:pt x="292" y="183"/>
                    <a:pt x="292" y="19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33">
              <a:extLst>
                <a:ext uri="{FF2B5EF4-FFF2-40B4-BE49-F238E27FC236}">
                  <a16:creationId xmlns:a16="http://schemas.microsoft.com/office/drawing/2014/main" id="{95490E24-B390-2F1A-00E3-4D24194FC246}"/>
                </a:ext>
              </a:extLst>
            </p:cNvPr>
            <p:cNvSpPr>
              <a:spLocks noChangeArrowheads="1"/>
            </p:cNvSpPr>
            <p:nvPr/>
          </p:nvSpPr>
          <p:spPr bwMode="auto">
            <a:xfrm>
              <a:off x="9964738" y="5018088"/>
              <a:ext cx="11112" cy="11112"/>
            </a:xfrm>
            <a:custGeom>
              <a:avLst/>
              <a:gdLst>
                <a:gd name="T0" fmla="*/ 0 w 31"/>
                <a:gd name="T1" fmla="*/ 30 h 31"/>
                <a:gd name="T2" fmla="*/ 30 w 31"/>
                <a:gd name="T3" fmla="*/ 30 h 31"/>
                <a:gd name="T4" fmla="*/ 30 w 31"/>
                <a:gd name="T5" fmla="*/ 0 h 31"/>
                <a:gd name="T6" fmla="*/ 0 w 31"/>
                <a:gd name="T7" fmla="*/ 0 h 31"/>
                <a:gd name="T8" fmla="*/ 0 w 31"/>
                <a:gd name="T9" fmla="*/ 30 h 31"/>
              </a:gdLst>
              <a:ahLst/>
              <a:cxnLst>
                <a:cxn ang="0">
                  <a:pos x="T0" y="T1"/>
                </a:cxn>
                <a:cxn ang="0">
                  <a:pos x="T2" y="T3"/>
                </a:cxn>
                <a:cxn ang="0">
                  <a:pos x="T4" y="T5"/>
                </a:cxn>
                <a:cxn ang="0">
                  <a:pos x="T6" y="T7"/>
                </a:cxn>
                <a:cxn ang="0">
                  <a:pos x="T8" y="T9"/>
                </a:cxn>
              </a:cxnLst>
              <a:rect l="0" t="0" r="r" b="b"/>
              <a:pathLst>
                <a:path w="31" h="31">
                  <a:moveTo>
                    <a:pt x="0" y="30"/>
                  </a:moveTo>
                  <a:lnTo>
                    <a:pt x="30" y="30"/>
                  </a:lnTo>
                  <a:lnTo>
                    <a:pt x="30"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34">
              <a:extLst>
                <a:ext uri="{FF2B5EF4-FFF2-40B4-BE49-F238E27FC236}">
                  <a16:creationId xmlns:a16="http://schemas.microsoft.com/office/drawing/2014/main" id="{E5A7AEA5-6A26-F068-51BB-B4AA245A43B0}"/>
                </a:ext>
              </a:extLst>
            </p:cNvPr>
            <p:cNvSpPr>
              <a:spLocks noChangeArrowheads="1"/>
            </p:cNvSpPr>
            <p:nvPr/>
          </p:nvSpPr>
          <p:spPr bwMode="auto">
            <a:xfrm>
              <a:off x="9986963" y="5018088"/>
              <a:ext cx="11112" cy="11112"/>
            </a:xfrm>
            <a:custGeom>
              <a:avLst/>
              <a:gdLst>
                <a:gd name="T0" fmla="*/ 0 w 29"/>
                <a:gd name="T1" fmla="*/ 30 h 31"/>
                <a:gd name="T2" fmla="*/ 28 w 29"/>
                <a:gd name="T3" fmla="*/ 30 h 31"/>
                <a:gd name="T4" fmla="*/ 28 w 29"/>
                <a:gd name="T5" fmla="*/ 0 h 31"/>
                <a:gd name="T6" fmla="*/ 0 w 29"/>
                <a:gd name="T7" fmla="*/ 0 h 31"/>
                <a:gd name="T8" fmla="*/ 0 w 29"/>
                <a:gd name="T9" fmla="*/ 30 h 31"/>
              </a:gdLst>
              <a:ahLst/>
              <a:cxnLst>
                <a:cxn ang="0">
                  <a:pos x="T0" y="T1"/>
                </a:cxn>
                <a:cxn ang="0">
                  <a:pos x="T2" y="T3"/>
                </a:cxn>
                <a:cxn ang="0">
                  <a:pos x="T4" y="T5"/>
                </a:cxn>
                <a:cxn ang="0">
                  <a:pos x="T6" y="T7"/>
                </a:cxn>
                <a:cxn ang="0">
                  <a:pos x="T8" y="T9"/>
                </a:cxn>
              </a:cxnLst>
              <a:rect l="0" t="0" r="r" b="b"/>
              <a:pathLst>
                <a:path w="29" h="31">
                  <a:moveTo>
                    <a:pt x="0" y="30"/>
                  </a:moveTo>
                  <a:lnTo>
                    <a:pt x="28" y="30"/>
                  </a:lnTo>
                  <a:lnTo>
                    <a:pt x="28" y="0"/>
                  </a:lnTo>
                  <a:lnTo>
                    <a:pt x="0" y="0"/>
                  </a:lnTo>
                  <a:lnTo>
                    <a:pt x="0"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1" name="Group 404">
            <a:extLst>
              <a:ext uri="{FF2B5EF4-FFF2-40B4-BE49-F238E27FC236}">
                <a16:creationId xmlns:a16="http://schemas.microsoft.com/office/drawing/2014/main" id="{9AA83E8F-2E68-4B69-B9B3-5776C39029B4}"/>
              </a:ext>
            </a:extLst>
          </p:cNvPr>
          <p:cNvGrpSpPr/>
          <p:nvPr/>
        </p:nvGrpSpPr>
        <p:grpSpPr>
          <a:xfrm>
            <a:off x="10595099" y="4651003"/>
            <a:ext cx="139700" cy="279400"/>
            <a:chOff x="9453563" y="4972050"/>
            <a:chExt cx="139700" cy="279400"/>
          </a:xfrm>
          <a:solidFill>
            <a:schemeClr val="accent4"/>
          </a:solidFill>
        </p:grpSpPr>
        <p:sp>
          <p:nvSpPr>
            <p:cNvPr id="402" name="Freeform 335">
              <a:extLst>
                <a:ext uri="{FF2B5EF4-FFF2-40B4-BE49-F238E27FC236}">
                  <a16:creationId xmlns:a16="http://schemas.microsoft.com/office/drawing/2014/main" id="{5C7A22CE-0649-1CEC-70C8-32FCEC8290E5}"/>
                </a:ext>
              </a:extLst>
            </p:cNvPr>
            <p:cNvSpPr>
              <a:spLocks noChangeArrowheads="1"/>
            </p:cNvSpPr>
            <p:nvPr/>
          </p:nvSpPr>
          <p:spPr bwMode="auto">
            <a:xfrm>
              <a:off x="9453563" y="4972050"/>
              <a:ext cx="139700" cy="279400"/>
            </a:xfrm>
            <a:custGeom>
              <a:avLst/>
              <a:gdLst>
                <a:gd name="T0" fmla="*/ 79 w 386"/>
                <a:gd name="T1" fmla="*/ 0 h 775"/>
                <a:gd name="T2" fmla="*/ 79 w 386"/>
                <a:gd name="T3" fmla="*/ 0 h 775"/>
                <a:gd name="T4" fmla="*/ 65 w 386"/>
                <a:gd name="T5" fmla="*/ 15 h 775"/>
                <a:gd name="T6" fmla="*/ 65 w 386"/>
                <a:gd name="T7" fmla="*/ 130 h 775"/>
                <a:gd name="T8" fmla="*/ 0 w 386"/>
                <a:gd name="T9" fmla="*/ 208 h 775"/>
                <a:gd name="T10" fmla="*/ 0 w 386"/>
                <a:gd name="T11" fmla="*/ 694 h 775"/>
                <a:gd name="T12" fmla="*/ 79 w 386"/>
                <a:gd name="T13" fmla="*/ 774 h 775"/>
                <a:gd name="T14" fmla="*/ 305 w 386"/>
                <a:gd name="T15" fmla="*/ 774 h 775"/>
                <a:gd name="T16" fmla="*/ 385 w 386"/>
                <a:gd name="T17" fmla="*/ 694 h 775"/>
                <a:gd name="T18" fmla="*/ 385 w 386"/>
                <a:gd name="T19" fmla="*/ 208 h 775"/>
                <a:gd name="T20" fmla="*/ 305 w 386"/>
                <a:gd name="T21" fmla="*/ 129 h 775"/>
                <a:gd name="T22" fmla="*/ 94 w 386"/>
                <a:gd name="T23" fmla="*/ 129 h 775"/>
                <a:gd name="T24" fmla="*/ 94 w 386"/>
                <a:gd name="T25" fmla="*/ 15 h 775"/>
                <a:gd name="T26" fmla="*/ 79 w 386"/>
                <a:gd name="T27" fmla="*/ 0 h 775"/>
                <a:gd name="T28" fmla="*/ 356 w 386"/>
                <a:gd name="T29" fmla="*/ 208 h 775"/>
                <a:gd name="T30" fmla="*/ 356 w 386"/>
                <a:gd name="T31" fmla="*/ 208 h 775"/>
                <a:gd name="T32" fmla="*/ 356 w 386"/>
                <a:gd name="T33" fmla="*/ 694 h 775"/>
                <a:gd name="T34" fmla="*/ 305 w 386"/>
                <a:gd name="T35" fmla="*/ 744 h 775"/>
                <a:gd name="T36" fmla="*/ 79 w 386"/>
                <a:gd name="T37" fmla="*/ 744 h 775"/>
                <a:gd name="T38" fmla="*/ 29 w 386"/>
                <a:gd name="T39" fmla="*/ 694 h 775"/>
                <a:gd name="T40" fmla="*/ 29 w 386"/>
                <a:gd name="T41" fmla="*/ 208 h 775"/>
                <a:gd name="T42" fmla="*/ 79 w 386"/>
                <a:gd name="T43" fmla="*/ 159 h 775"/>
                <a:gd name="T44" fmla="*/ 305 w 386"/>
                <a:gd name="T45" fmla="*/ 159 h 775"/>
                <a:gd name="T46" fmla="*/ 356 w 386"/>
                <a:gd name="T47" fmla="*/ 208 h 7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86" h="775">
                  <a:moveTo>
                    <a:pt x="79" y="0"/>
                  </a:moveTo>
                  <a:lnTo>
                    <a:pt x="79" y="0"/>
                  </a:lnTo>
                  <a:cubicBezTo>
                    <a:pt x="72" y="0"/>
                    <a:pt x="65" y="7"/>
                    <a:pt x="65" y="15"/>
                  </a:cubicBezTo>
                  <a:cubicBezTo>
                    <a:pt x="65" y="130"/>
                    <a:pt x="65" y="130"/>
                    <a:pt x="65" y="130"/>
                  </a:cubicBezTo>
                  <a:cubicBezTo>
                    <a:pt x="28" y="137"/>
                    <a:pt x="0" y="170"/>
                    <a:pt x="0" y="208"/>
                  </a:cubicBezTo>
                  <a:cubicBezTo>
                    <a:pt x="0" y="694"/>
                    <a:pt x="0" y="694"/>
                    <a:pt x="0" y="694"/>
                  </a:cubicBezTo>
                  <a:cubicBezTo>
                    <a:pt x="0" y="738"/>
                    <a:pt x="36" y="774"/>
                    <a:pt x="79" y="774"/>
                  </a:cubicBezTo>
                  <a:cubicBezTo>
                    <a:pt x="305" y="774"/>
                    <a:pt x="305" y="774"/>
                    <a:pt x="305" y="774"/>
                  </a:cubicBezTo>
                  <a:cubicBezTo>
                    <a:pt x="349" y="774"/>
                    <a:pt x="385" y="738"/>
                    <a:pt x="385" y="694"/>
                  </a:cubicBezTo>
                  <a:cubicBezTo>
                    <a:pt x="385" y="208"/>
                    <a:pt x="385" y="208"/>
                    <a:pt x="385" y="208"/>
                  </a:cubicBezTo>
                  <a:cubicBezTo>
                    <a:pt x="385" y="165"/>
                    <a:pt x="349" y="129"/>
                    <a:pt x="305" y="129"/>
                  </a:cubicBezTo>
                  <a:cubicBezTo>
                    <a:pt x="94" y="129"/>
                    <a:pt x="94" y="129"/>
                    <a:pt x="94" y="129"/>
                  </a:cubicBezTo>
                  <a:cubicBezTo>
                    <a:pt x="94" y="15"/>
                    <a:pt x="94" y="15"/>
                    <a:pt x="94" y="15"/>
                  </a:cubicBezTo>
                  <a:cubicBezTo>
                    <a:pt x="94" y="7"/>
                    <a:pt x="87" y="0"/>
                    <a:pt x="79" y="0"/>
                  </a:cubicBezTo>
                  <a:close/>
                  <a:moveTo>
                    <a:pt x="356" y="208"/>
                  </a:moveTo>
                  <a:lnTo>
                    <a:pt x="356" y="208"/>
                  </a:lnTo>
                  <a:cubicBezTo>
                    <a:pt x="356" y="694"/>
                    <a:pt x="356" y="694"/>
                    <a:pt x="356" y="694"/>
                  </a:cubicBezTo>
                  <a:cubicBezTo>
                    <a:pt x="356" y="722"/>
                    <a:pt x="334" y="744"/>
                    <a:pt x="305" y="744"/>
                  </a:cubicBezTo>
                  <a:cubicBezTo>
                    <a:pt x="79" y="744"/>
                    <a:pt x="79" y="744"/>
                    <a:pt x="79" y="744"/>
                  </a:cubicBezTo>
                  <a:cubicBezTo>
                    <a:pt x="51" y="744"/>
                    <a:pt x="29" y="722"/>
                    <a:pt x="29" y="694"/>
                  </a:cubicBezTo>
                  <a:cubicBezTo>
                    <a:pt x="29" y="208"/>
                    <a:pt x="29" y="208"/>
                    <a:pt x="29" y="208"/>
                  </a:cubicBezTo>
                  <a:cubicBezTo>
                    <a:pt x="29" y="181"/>
                    <a:pt x="51" y="159"/>
                    <a:pt x="79" y="159"/>
                  </a:cubicBezTo>
                  <a:cubicBezTo>
                    <a:pt x="305" y="159"/>
                    <a:pt x="305" y="159"/>
                    <a:pt x="305" y="159"/>
                  </a:cubicBezTo>
                  <a:cubicBezTo>
                    <a:pt x="334" y="159"/>
                    <a:pt x="356" y="181"/>
                    <a:pt x="356"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3" name="Freeform 336">
              <a:extLst>
                <a:ext uri="{FF2B5EF4-FFF2-40B4-BE49-F238E27FC236}">
                  <a16:creationId xmlns:a16="http://schemas.microsoft.com/office/drawing/2014/main" id="{ECC21E11-2EDB-368B-CEE1-A1D8B62C1F4E}"/>
                </a:ext>
              </a:extLst>
            </p:cNvPr>
            <p:cNvSpPr>
              <a:spLocks noChangeArrowheads="1"/>
            </p:cNvSpPr>
            <p:nvPr/>
          </p:nvSpPr>
          <p:spPr bwMode="auto">
            <a:xfrm>
              <a:off x="9477375" y="5041900"/>
              <a:ext cx="92075" cy="69850"/>
            </a:xfrm>
            <a:custGeom>
              <a:avLst/>
              <a:gdLst>
                <a:gd name="T0" fmla="*/ 4 w 256"/>
                <a:gd name="T1" fmla="*/ 4 h 192"/>
                <a:gd name="T2" fmla="*/ 4 w 256"/>
                <a:gd name="T3" fmla="*/ 4 h 192"/>
                <a:gd name="T4" fmla="*/ 0 w 256"/>
                <a:gd name="T5" fmla="*/ 13 h 192"/>
                <a:gd name="T6" fmla="*/ 0 w 256"/>
                <a:gd name="T7" fmla="*/ 175 h 192"/>
                <a:gd name="T8" fmla="*/ 4 w 256"/>
                <a:gd name="T9" fmla="*/ 186 h 192"/>
                <a:gd name="T10" fmla="*/ 14 w 256"/>
                <a:gd name="T11" fmla="*/ 191 h 192"/>
                <a:gd name="T12" fmla="*/ 240 w 256"/>
                <a:gd name="T13" fmla="*/ 191 h 192"/>
                <a:gd name="T14" fmla="*/ 251 w 256"/>
                <a:gd name="T15" fmla="*/ 186 h 192"/>
                <a:gd name="T16" fmla="*/ 255 w 256"/>
                <a:gd name="T17" fmla="*/ 175 h 192"/>
                <a:gd name="T18" fmla="*/ 255 w 256"/>
                <a:gd name="T19" fmla="*/ 13 h 192"/>
                <a:gd name="T20" fmla="*/ 251 w 256"/>
                <a:gd name="T21" fmla="*/ 4 h 192"/>
                <a:gd name="T22" fmla="*/ 240 w 256"/>
                <a:gd name="T23" fmla="*/ 0 h 192"/>
                <a:gd name="T24" fmla="*/ 14 w 256"/>
                <a:gd name="T25" fmla="*/ 0 h 192"/>
                <a:gd name="T26" fmla="*/ 4 w 256"/>
                <a:gd name="T27" fmla="*/ 4 h 192"/>
                <a:gd name="T28" fmla="*/ 29 w 256"/>
                <a:gd name="T29" fmla="*/ 29 h 192"/>
                <a:gd name="T30" fmla="*/ 29 w 256"/>
                <a:gd name="T31" fmla="*/ 29 h 192"/>
                <a:gd name="T32" fmla="*/ 226 w 256"/>
                <a:gd name="T33" fmla="*/ 29 h 192"/>
                <a:gd name="T34" fmla="*/ 226 w 256"/>
                <a:gd name="T35" fmla="*/ 160 h 192"/>
                <a:gd name="T36" fmla="*/ 29 w 256"/>
                <a:gd name="T37" fmla="*/ 160 h 192"/>
                <a:gd name="T38" fmla="*/ 29 w 256"/>
                <a:gd name="T39" fmla="*/ 29 h 1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56" h="192">
                  <a:moveTo>
                    <a:pt x="4" y="4"/>
                  </a:moveTo>
                  <a:lnTo>
                    <a:pt x="4" y="4"/>
                  </a:lnTo>
                  <a:cubicBezTo>
                    <a:pt x="1" y="7"/>
                    <a:pt x="0" y="9"/>
                    <a:pt x="0" y="13"/>
                  </a:cubicBezTo>
                  <a:cubicBezTo>
                    <a:pt x="0" y="175"/>
                    <a:pt x="0" y="175"/>
                    <a:pt x="0" y="175"/>
                  </a:cubicBezTo>
                  <a:cubicBezTo>
                    <a:pt x="0" y="180"/>
                    <a:pt x="1" y="184"/>
                    <a:pt x="4" y="186"/>
                  </a:cubicBezTo>
                  <a:cubicBezTo>
                    <a:pt x="7" y="189"/>
                    <a:pt x="11" y="191"/>
                    <a:pt x="14" y="191"/>
                  </a:cubicBezTo>
                  <a:cubicBezTo>
                    <a:pt x="240" y="191"/>
                    <a:pt x="240" y="191"/>
                    <a:pt x="240" y="191"/>
                  </a:cubicBezTo>
                  <a:cubicBezTo>
                    <a:pt x="244" y="191"/>
                    <a:pt x="248" y="189"/>
                    <a:pt x="251" y="186"/>
                  </a:cubicBezTo>
                  <a:cubicBezTo>
                    <a:pt x="254" y="184"/>
                    <a:pt x="255" y="180"/>
                    <a:pt x="255" y="175"/>
                  </a:cubicBezTo>
                  <a:cubicBezTo>
                    <a:pt x="255" y="13"/>
                    <a:pt x="255" y="13"/>
                    <a:pt x="255" y="13"/>
                  </a:cubicBezTo>
                  <a:cubicBezTo>
                    <a:pt x="255" y="9"/>
                    <a:pt x="254" y="7"/>
                    <a:pt x="251" y="4"/>
                  </a:cubicBezTo>
                  <a:cubicBezTo>
                    <a:pt x="248" y="1"/>
                    <a:pt x="244" y="0"/>
                    <a:pt x="240" y="0"/>
                  </a:cubicBezTo>
                  <a:cubicBezTo>
                    <a:pt x="14" y="0"/>
                    <a:pt x="14" y="0"/>
                    <a:pt x="14" y="0"/>
                  </a:cubicBezTo>
                  <a:cubicBezTo>
                    <a:pt x="11" y="0"/>
                    <a:pt x="7" y="1"/>
                    <a:pt x="4" y="4"/>
                  </a:cubicBezTo>
                  <a:close/>
                  <a:moveTo>
                    <a:pt x="29" y="29"/>
                  </a:moveTo>
                  <a:lnTo>
                    <a:pt x="29" y="29"/>
                  </a:lnTo>
                  <a:cubicBezTo>
                    <a:pt x="226" y="29"/>
                    <a:pt x="226" y="29"/>
                    <a:pt x="226" y="29"/>
                  </a:cubicBezTo>
                  <a:cubicBezTo>
                    <a:pt x="226" y="160"/>
                    <a:pt x="226" y="160"/>
                    <a:pt x="226" y="160"/>
                  </a:cubicBezTo>
                  <a:cubicBezTo>
                    <a:pt x="29" y="160"/>
                    <a:pt x="29" y="160"/>
                    <a:pt x="29" y="160"/>
                  </a:cubicBezTo>
                  <a:lnTo>
                    <a:pt x="29"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4" name="Freeform 337">
              <a:extLst>
                <a:ext uri="{FF2B5EF4-FFF2-40B4-BE49-F238E27FC236}">
                  <a16:creationId xmlns:a16="http://schemas.microsoft.com/office/drawing/2014/main" id="{49DACB1A-A22E-B7A0-0AA8-B88B9AB5D1BE}"/>
                </a:ext>
              </a:extLst>
            </p:cNvPr>
            <p:cNvSpPr>
              <a:spLocks noChangeArrowheads="1"/>
            </p:cNvSpPr>
            <p:nvPr/>
          </p:nvSpPr>
          <p:spPr bwMode="auto">
            <a:xfrm>
              <a:off x="9488488" y="5135563"/>
              <a:ext cx="22225" cy="11112"/>
            </a:xfrm>
            <a:custGeom>
              <a:avLst/>
              <a:gdLst>
                <a:gd name="T0" fmla="*/ 48 w 63"/>
                <a:gd name="T1" fmla="*/ 0 h 30"/>
                <a:gd name="T2" fmla="*/ 48 w 63"/>
                <a:gd name="T3" fmla="*/ 0 h 30"/>
                <a:gd name="T4" fmla="*/ 15 w 63"/>
                <a:gd name="T5" fmla="*/ 0 h 30"/>
                <a:gd name="T6" fmla="*/ 0 w 63"/>
                <a:gd name="T7" fmla="*/ 15 h 30"/>
                <a:gd name="T8" fmla="*/ 15 w 63"/>
                <a:gd name="T9" fmla="*/ 29 h 30"/>
                <a:gd name="T10" fmla="*/ 48 w 63"/>
                <a:gd name="T11" fmla="*/ 29 h 30"/>
                <a:gd name="T12" fmla="*/ 62 w 63"/>
                <a:gd name="T13" fmla="*/ 15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5"/>
                  </a:cubicBezTo>
                  <a:cubicBezTo>
                    <a:pt x="0" y="23"/>
                    <a:pt x="7" y="29"/>
                    <a:pt x="15" y="29"/>
                  </a:cubicBezTo>
                  <a:cubicBezTo>
                    <a:pt x="48" y="29"/>
                    <a:pt x="48" y="29"/>
                    <a:pt x="48" y="29"/>
                  </a:cubicBezTo>
                  <a:cubicBezTo>
                    <a:pt x="57" y="29"/>
                    <a:pt x="62" y="23"/>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8">
              <a:extLst>
                <a:ext uri="{FF2B5EF4-FFF2-40B4-BE49-F238E27FC236}">
                  <a16:creationId xmlns:a16="http://schemas.microsoft.com/office/drawing/2014/main" id="{6EFD5837-B367-EFE1-69D7-6E84F41A82CD}"/>
                </a:ext>
              </a:extLst>
            </p:cNvPr>
            <p:cNvSpPr>
              <a:spLocks noChangeArrowheads="1"/>
            </p:cNvSpPr>
            <p:nvPr/>
          </p:nvSpPr>
          <p:spPr bwMode="auto">
            <a:xfrm>
              <a:off x="9536113" y="5135563"/>
              <a:ext cx="22225" cy="11112"/>
            </a:xfrm>
            <a:custGeom>
              <a:avLst/>
              <a:gdLst>
                <a:gd name="T0" fmla="*/ 46 w 63"/>
                <a:gd name="T1" fmla="*/ 0 h 30"/>
                <a:gd name="T2" fmla="*/ 46 w 63"/>
                <a:gd name="T3" fmla="*/ 0 h 30"/>
                <a:gd name="T4" fmla="*/ 13 w 63"/>
                <a:gd name="T5" fmla="*/ 0 h 30"/>
                <a:gd name="T6" fmla="*/ 0 w 63"/>
                <a:gd name="T7" fmla="*/ 15 h 30"/>
                <a:gd name="T8" fmla="*/ 13 w 63"/>
                <a:gd name="T9" fmla="*/ 29 h 30"/>
                <a:gd name="T10" fmla="*/ 46 w 63"/>
                <a:gd name="T11" fmla="*/ 29 h 30"/>
                <a:gd name="T12" fmla="*/ 62 w 63"/>
                <a:gd name="T13" fmla="*/ 15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5"/>
                  </a:cubicBezTo>
                  <a:cubicBezTo>
                    <a:pt x="0" y="23"/>
                    <a:pt x="5" y="29"/>
                    <a:pt x="13" y="29"/>
                  </a:cubicBezTo>
                  <a:cubicBezTo>
                    <a:pt x="46" y="29"/>
                    <a:pt x="46" y="29"/>
                    <a:pt x="46" y="29"/>
                  </a:cubicBezTo>
                  <a:cubicBezTo>
                    <a:pt x="55" y="29"/>
                    <a:pt x="62" y="23"/>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9">
              <a:extLst>
                <a:ext uri="{FF2B5EF4-FFF2-40B4-BE49-F238E27FC236}">
                  <a16:creationId xmlns:a16="http://schemas.microsoft.com/office/drawing/2014/main" id="{827FBAE6-4F51-4851-9738-41E6A4935012}"/>
                </a:ext>
              </a:extLst>
            </p:cNvPr>
            <p:cNvSpPr>
              <a:spLocks noChangeArrowheads="1"/>
            </p:cNvSpPr>
            <p:nvPr/>
          </p:nvSpPr>
          <p:spPr bwMode="auto">
            <a:xfrm>
              <a:off x="9488488" y="5170488"/>
              <a:ext cx="22225" cy="11112"/>
            </a:xfrm>
            <a:custGeom>
              <a:avLst/>
              <a:gdLst>
                <a:gd name="T0" fmla="*/ 48 w 63"/>
                <a:gd name="T1" fmla="*/ 0 h 30"/>
                <a:gd name="T2" fmla="*/ 48 w 63"/>
                <a:gd name="T3" fmla="*/ 0 h 30"/>
                <a:gd name="T4" fmla="*/ 15 w 63"/>
                <a:gd name="T5" fmla="*/ 0 h 30"/>
                <a:gd name="T6" fmla="*/ 0 w 63"/>
                <a:gd name="T7" fmla="*/ 14 h 30"/>
                <a:gd name="T8" fmla="*/ 15 w 63"/>
                <a:gd name="T9" fmla="*/ 29 h 30"/>
                <a:gd name="T10" fmla="*/ 48 w 63"/>
                <a:gd name="T11" fmla="*/ 29 h 30"/>
                <a:gd name="T12" fmla="*/ 62 w 63"/>
                <a:gd name="T13" fmla="*/ 14 h 30"/>
                <a:gd name="T14" fmla="*/ 48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8" y="0"/>
                  </a:moveTo>
                  <a:lnTo>
                    <a:pt x="48" y="0"/>
                  </a:lnTo>
                  <a:cubicBezTo>
                    <a:pt x="15" y="0"/>
                    <a:pt x="15" y="0"/>
                    <a:pt x="15" y="0"/>
                  </a:cubicBezTo>
                  <a:cubicBezTo>
                    <a:pt x="7" y="0"/>
                    <a:pt x="0" y="7"/>
                    <a:pt x="0" y="14"/>
                  </a:cubicBezTo>
                  <a:cubicBezTo>
                    <a:pt x="0" y="22"/>
                    <a:pt x="7" y="29"/>
                    <a:pt x="15" y="29"/>
                  </a:cubicBezTo>
                  <a:cubicBezTo>
                    <a:pt x="48" y="29"/>
                    <a:pt x="48" y="29"/>
                    <a:pt x="48" y="29"/>
                  </a:cubicBezTo>
                  <a:cubicBezTo>
                    <a:pt x="57" y="29"/>
                    <a:pt x="62" y="22"/>
                    <a:pt x="62" y="14"/>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40">
              <a:extLst>
                <a:ext uri="{FF2B5EF4-FFF2-40B4-BE49-F238E27FC236}">
                  <a16:creationId xmlns:a16="http://schemas.microsoft.com/office/drawing/2014/main" id="{81B22892-C19D-5525-ADDF-2A595205ED01}"/>
                </a:ext>
              </a:extLst>
            </p:cNvPr>
            <p:cNvSpPr>
              <a:spLocks noChangeArrowheads="1"/>
            </p:cNvSpPr>
            <p:nvPr/>
          </p:nvSpPr>
          <p:spPr bwMode="auto">
            <a:xfrm>
              <a:off x="9536113" y="5170488"/>
              <a:ext cx="22225" cy="11112"/>
            </a:xfrm>
            <a:custGeom>
              <a:avLst/>
              <a:gdLst>
                <a:gd name="T0" fmla="*/ 46 w 63"/>
                <a:gd name="T1" fmla="*/ 0 h 30"/>
                <a:gd name="T2" fmla="*/ 46 w 63"/>
                <a:gd name="T3" fmla="*/ 0 h 30"/>
                <a:gd name="T4" fmla="*/ 13 w 63"/>
                <a:gd name="T5" fmla="*/ 0 h 30"/>
                <a:gd name="T6" fmla="*/ 0 w 63"/>
                <a:gd name="T7" fmla="*/ 14 h 30"/>
                <a:gd name="T8" fmla="*/ 13 w 63"/>
                <a:gd name="T9" fmla="*/ 29 h 30"/>
                <a:gd name="T10" fmla="*/ 46 w 63"/>
                <a:gd name="T11" fmla="*/ 29 h 30"/>
                <a:gd name="T12" fmla="*/ 62 w 63"/>
                <a:gd name="T13" fmla="*/ 14 h 30"/>
                <a:gd name="T14" fmla="*/ 46 w 63"/>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0">
                  <a:moveTo>
                    <a:pt x="46" y="0"/>
                  </a:moveTo>
                  <a:lnTo>
                    <a:pt x="46" y="0"/>
                  </a:lnTo>
                  <a:cubicBezTo>
                    <a:pt x="13" y="0"/>
                    <a:pt x="13" y="0"/>
                    <a:pt x="13" y="0"/>
                  </a:cubicBezTo>
                  <a:cubicBezTo>
                    <a:pt x="5" y="0"/>
                    <a:pt x="0" y="7"/>
                    <a:pt x="0" y="14"/>
                  </a:cubicBezTo>
                  <a:cubicBezTo>
                    <a:pt x="0" y="22"/>
                    <a:pt x="5" y="29"/>
                    <a:pt x="13" y="29"/>
                  </a:cubicBezTo>
                  <a:cubicBezTo>
                    <a:pt x="46" y="29"/>
                    <a:pt x="46" y="29"/>
                    <a:pt x="46" y="29"/>
                  </a:cubicBezTo>
                  <a:cubicBezTo>
                    <a:pt x="55" y="29"/>
                    <a:pt x="62" y="22"/>
                    <a:pt x="62" y="14"/>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41">
              <a:extLst>
                <a:ext uri="{FF2B5EF4-FFF2-40B4-BE49-F238E27FC236}">
                  <a16:creationId xmlns:a16="http://schemas.microsoft.com/office/drawing/2014/main" id="{963BA49D-F49E-9146-5E55-E35217B506D8}"/>
                </a:ext>
              </a:extLst>
            </p:cNvPr>
            <p:cNvSpPr>
              <a:spLocks noChangeArrowheads="1"/>
            </p:cNvSpPr>
            <p:nvPr/>
          </p:nvSpPr>
          <p:spPr bwMode="auto">
            <a:xfrm>
              <a:off x="9488488" y="5203825"/>
              <a:ext cx="22225" cy="11113"/>
            </a:xfrm>
            <a:custGeom>
              <a:avLst/>
              <a:gdLst>
                <a:gd name="T0" fmla="*/ 48 w 63"/>
                <a:gd name="T1" fmla="*/ 0 h 32"/>
                <a:gd name="T2" fmla="*/ 48 w 63"/>
                <a:gd name="T3" fmla="*/ 0 h 32"/>
                <a:gd name="T4" fmla="*/ 15 w 63"/>
                <a:gd name="T5" fmla="*/ 0 h 32"/>
                <a:gd name="T6" fmla="*/ 0 w 63"/>
                <a:gd name="T7" fmla="*/ 15 h 32"/>
                <a:gd name="T8" fmla="*/ 15 w 63"/>
                <a:gd name="T9" fmla="*/ 31 h 32"/>
                <a:gd name="T10" fmla="*/ 48 w 63"/>
                <a:gd name="T11" fmla="*/ 31 h 32"/>
                <a:gd name="T12" fmla="*/ 62 w 63"/>
                <a:gd name="T13" fmla="*/ 15 h 32"/>
                <a:gd name="T14" fmla="*/ 48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8" y="0"/>
                  </a:moveTo>
                  <a:lnTo>
                    <a:pt x="48" y="0"/>
                  </a:lnTo>
                  <a:cubicBezTo>
                    <a:pt x="15" y="0"/>
                    <a:pt x="15" y="0"/>
                    <a:pt x="15" y="0"/>
                  </a:cubicBezTo>
                  <a:cubicBezTo>
                    <a:pt x="7" y="0"/>
                    <a:pt x="0" y="7"/>
                    <a:pt x="0" y="15"/>
                  </a:cubicBezTo>
                  <a:cubicBezTo>
                    <a:pt x="0" y="24"/>
                    <a:pt x="7" y="31"/>
                    <a:pt x="15" y="31"/>
                  </a:cubicBezTo>
                  <a:cubicBezTo>
                    <a:pt x="48" y="31"/>
                    <a:pt x="48" y="31"/>
                    <a:pt x="48" y="31"/>
                  </a:cubicBezTo>
                  <a:cubicBezTo>
                    <a:pt x="57" y="31"/>
                    <a:pt x="62" y="24"/>
                    <a:pt x="62" y="15"/>
                  </a:cubicBezTo>
                  <a:cubicBezTo>
                    <a:pt x="62" y="7"/>
                    <a:pt x="57" y="0"/>
                    <a:pt x="4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42">
              <a:extLst>
                <a:ext uri="{FF2B5EF4-FFF2-40B4-BE49-F238E27FC236}">
                  <a16:creationId xmlns:a16="http://schemas.microsoft.com/office/drawing/2014/main" id="{4DA4BA68-F381-ED18-EE17-00E6C6A9E058}"/>
                </a:ext>
              </a:extLst>
            </p:cNvPr>
            <p:cNvSpPr>
              <a:spLocks noChangeArrowheads="1"/>
            </p:cNvSpPr>
            <p:nvPr/>
          </p:nvSpPr>
          <p:spPr bwMode="auto">
            <a:xfrm>
              <a:off x="9536113" y="5203825"/>
              <a:ext cx="22225" cy="11113"/>
            </a:xfrm>
            <a:custGeom>
              <a:avLst/>
              <a:gdLst>
                <a:gd name="T0" fmla="*/ 46 w 63"/>
                <a:gd name="T1" fmla="*/ 0 h 32"/>
                <a:gd name="T2" fmla="*/ 46 w 63"/>
                <a:gd name="T3" fmla="*/ 0 h 32"/>
                <a:gd name="T4" fmla="*/ 13 w 63"/>
                <a:gd name="T5" fmla="*/ 0 h 32"/>
                <a:gd name="T6" fmla="*/ 0 w 63"/>
                <a:gd name="T7" fmla="*/ 15 h 32"/>
                <a:gd name="T8" fmla="*/ 13 w 63"/>
                <a:gd name="T9" fmla="*/ 31 h 32"/>
                <a:gd name="T10" fmla="*/ 46 w 63"/>
                <a:gd name="T11" fmla="*/ 31 h 32"/>
                <a:gd name="T12" fmla="*/ 62 w 63"/>
                <a:gd name="T13" fmla="*/ 15 h 32"/>
                <a:gd name="T14" fmla="*/ 46 w 63"/>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32">
                  <a:moveTo>
                    <a:pt x="46" y="0"/>
                  </a:moveTo>
                  <a:lnTo>
                    <a:pt x="46" y="0"/>
                  </a:lnTo>
                  <a:cubicBezTo>
                    <a:pt x="13" y="0"/>
                    <a:pt x="13" y="0"/>
                    <a:pt x="13" y="0"/>
                  </a:cubicBezTo>
                  <a:cubicBezTo>
                    <a:pt x="5" y="0"/>
                    <a:pt x="0" y="7"/>
                    <a:pt x="0" y="15"/>
                  </a:cubicBezTo>
                  <a:cubicBezTo>
                    <a:pt x="0" y="24"/>
                    <a:pt x="5" y="31"/>
                    <a:pt x="13" y="31"/>
                  </a:cubicBezTo>
                  <a:cubicBezTo>
                    <a:pt x="46" y="31"/>
                    <a:pt x="46" y="31"/>
                    <a:pt x="46" y="31"/>
                  </a:cubicBezTo>
                  <a:cubicBezTo>
                    <a:pt x="55" y="31"/>
                    <a:pt x="62" y="24"/>
                    <a:pt x="62" y="15"/>
                  </a:cubicBezTo>
                  <a:cubicBezTo>
                    <a:pt x="62" y="7"/>
                    <a:pt x="55" y="0"/>
                    <a:pt x="4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0" name="Group 413">
            <a:extLst>
              <a:ext uri="{FF2B5EF4-FFF2-40B4-BE49-F238E27FC236}">
                <a16:creationId xmlns:a16="http://schemas.microsoft.com/office/drawing/2014/main" id="{1E96E1D1-BAD6-63D5-BBF1-2AAC0C3CFDD4}"/>
              </a:ext>
            </a:extLst>
          </p:cNvPr>
          <p:cNvGrpSpPr/>
          <p:nvPr/>
        </p:nvGrpSpPr>
        <p:grpSpPr>
          <a:xfrm>
            <a:off x="10542711" y="5686847"/>
            <a:ext cx="158750" cy="254000"/>
            <a:chOff x="9401175" y="6002338"/>
            <a:chExt cx="158750" cy="254000"/>
          </a:xfrm>
          <a:solidFill>
            <a:schemeClr val="accent4"/>
          </a:solidFill>
        </p:grpSpPr>
        <p:sp>
          <p:nvSpPr>
            <p:cNvPr id="411" name="Freeform 343">
              <a:extLst>
                <a:ext uri="{FF2B5EF4-FFF2-40B4-BE49-F238E27FC236}">
                  <a16:creationId xmlns:a16="http://schemas.microsoft.com/office/drawing/2014/main" id="{470E100B-4A54-6B83-7EF4-AD74486EECE0}"/>
                </a:ext>
              </a:extLst>
            </p:cNvPr>
            <p:cNvSpPr>
              <a:spLocks noChangeArrowheads="1"/>
            </p:cNvSpPr>
            <p:nvPr/>
          </p:nvSpPr>
          <p:spPr bwMode="auto">
            <a:xfrm>
              <a:off x="9439275" y="6019800"/>
              <a:ext cx="80963" cy="173038"/>
            </a:xfrm>
            <a:custGeom>
              <a:avLst/>
              <a:gdLst>
                <a:gd name="T0" fmla="*/ 16 w 227"/>
                <a:gd name="T1" fmla="*/ 303 h 481"/>
                <a:gd name="T2" fmla="*/ 16 w 227"/>
                <a:gd name="T3" fmla="*/ 303 h 481"/>
                <a:gd name="T4" fmla="*/ 98 w 227"/>
                <a:gd name="T5" fmla="*/ 303 h 481"/>
                <a:gd name="T6" fmla="*/ 98 w 227"/>
                <a:gd name="T7" fmla="*/ 465 h 481"/>
                <a:gd name="T8" fmla="*/ 110 w 227"/>
                <a:gd name="T9" fmla="*/ 479 h 481"/>
                <a:gd name="T10" fmla="*/ 127 w 227"/>
                <a:gd name="T11" fmla="*/ 471 h 481"/>
                <a:gd name="T12" fmla="*/ 224 w 227"/>
                <a:gd name="T13" fmla="*/ 236 h 481"/>
                <a:gd name="T14" fmla="*/ 223 w 227"/>
                <a:gd name="T15" fmla="*/ 222 h 481"/>
                <a:gd name="T16" fmla="*/ 211 w 227"/>
                <a:gd name="T17" fmla="*/ 215 h 481"/>
                <a:gd name="T18" fmla="*/ 131 w 227"/>
                <a:gd name="T19" fmla="*/ 215 h 481"/>
                <a:gd name="T20" fmla="*/ 167 w 227"/>
                <a:gd name="T21" fmla="*/ 18 h 481"/>
                <a:gd name="T22" fmla="*/ 157 w 227"/>
                <a:gd name="T23" fmla="*/ 1 h 481"/>
                <a:gd name="T24" fmla="*/ 139 w 227"/>
                <a:gd name="T25" fmla="*/ 9 h 481"/>
                <a:gd name="T26" fmla="*/ 2 w 227"/>
                <a:gd name="T27" fmla="*/ 283 h 481"/>
                <a:gd name="T28" fmla="*/ 3 w 227"/>
                <a:gd name="T29" fmla="*/ 296 h 481"/>
                <a:gd name="T30" fmla="*/ 16 w 227"/>
                <a:gd name="T31" fmla="*/ 303 h 481"/>
                <a:gd name="T32" fmla="*/ 120 w 227"/>
                <a:gd name="T33" fmla="*/ 114 h 481"/>
                <a:gd name="T34" fmla="*/ 120 w 227"/>
                <a:gd name="T35" fmla="*/ 114 h 481"/>
                <a:gd name="T36" fmla="*/ 99 w 227"/>
                <a:gd name="T37" fmla="*/ 228 h 481"/>
                <a:gd name="T38" fmla="*/ 102 w 227"/>
                <a:gd name="T39" fmla="*/ 240 h 481"/>
                <a:gd name="T40" fmla="*/ 113 w 227"/>
                <a:gd name="T41" fmla="*/ 246 h 481"/>
                <a:gd name="T42" fmla="*/ 189 w 227"/>
                <a:gd name="T43" fmla="*/ 246 h 481"/>
                <a:gd name="T44" fmla="*/ 128 w 227"/>
                <a:gd name="T45" fmla="*/ 391 h 481"/>
                <a:gd name="T46" fmla="*/ 128 w 227"/>
                <a:gd name="T47" fmla="*/ 290 h 481"/>
                <a:gd name="T48" fmla="*/ 124 w 227"/>
                <a:gd name="T49" fmla="*/ 279 h 481"/>
                <a:gd name="T50" fmla="*/ 113 w 227"/>
                <a:gd name="T51" fmla="*/ 274 h 481"/>
                <a:gd name="T52" fmla="*/ 39 w 227"/>
                <a:gd name="T53" fmla="*/ 274 h 481"/>
                <a:gd name="T54" fmla="*/ 120 w 227"/>
                <a:gd name="T55" fmla="*/ 114 h 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7" h="481">
                  <a:moveTo>
                    <a:pt x="16" y="303"/>
                  </a:moveTo>
                  <a:lnTo>
                    <a:pt x="16" y="303"/>
                  </a:lnTo>
                  <a:cubicBezTo>
                    <a:pt x="98" y="303"/>
                    <a:pt x="98" y="303"/>
                    <a:pt x="98" y="303"/>
                  </a:cubicBezTo>
                  <a:cubicBezTo>
                    <a:pt x="98" y="465"/>
                    <a:pt x="98" y="465"/>
                    <a:pt x="98" y="465"/>
                  </a:cubicBezTo>
                  <a:cubicBezTo>
                    <a:pt x="98" y="472"/>
                    <a:pt x="103" y="478"/>
                    <a:pt x="110" y="479"/>
                  </a:cubicBezTo>
                  <a:cubicBezTo>
                    <a:pt x="117" y="480"/>
                    <a:pt x="124" y="476"/>
                    <a:pt x="127" y="471"/>
                  </a:cubicBezTo>
                  <a:cubicBezTo>
                    <a:pt x="224" y="236"/>
                    <a:pt x="224" y="236"/>
                    <a:pt x="224" y="236"/>
                  </a:cubicBezTo>
                  <a:cubicBezTo>
                    <a:pt x="226" y="232"/>
                    <a:pt x="226" y="226"/>
                    <a:pt x="223" y="222"/>
                  </a:cubicBezTo>
                  <a:cubicBezTo>
                    <a:pt x="220" y="218"/>
                    <a:pt x="216" y="215"/>
                    <a:pt x="211" y="215"/>
                  </a:cubicBezTo>
                  <a:cubicBezTo>
                    <a:pt x="131" y="215"/>
                    <a:pt x="131" y="215"/>
                    <a:pt x="131" y="215"/>
                  </a:cubicBezTo>
                  <a:cubicBezTo>
                    <a:pt x="167" y="18"/>
                    <a:pt x="167" y="18"/>
                    <a:pt x="167" y="18"/>
                  </a:cubicBezTo>
                  <a:cubicBezTo>
                    <a:pt x="168" y="11"/>
                    <a:pt x="164" y="4"/>
                    <a:pt x="157" y="1"/>
                  </a:cubicBezTo>
                  <a:cubicBezTo>
                    <a:pt x="150" y="0"/>
                    <a:pt x="142" y="3"/>
                    <a:pt x="139" y="9"/>
                  </a:cubicBezTo>
                  <a:cubicBezTo>
                    <a:pt x="2" y="283"/>
                    <a:pt x="2" y="283"/>
                    <a:pt x="2" y="283"/>
                  </a:cubicBezTo>
                  <a:cubicBezTo>
                    <a:pt x="0" y="287"/>
                    <a:pt x="0" y="292"/>
                    <a:pt x="3" y="296"/>
                  </a:cubicBezTo>
                  <a:cubicBezTo>
                    <a:pt x="6" y="300"/>
                    <a:pt x="10" y="303"/>
                    <a:pt x="16" y="303"/>
                  </a:cubicBezTo>
                  <a:close/>
                  <a:moveTo>
                    <a:pt x="120" y="114"/>
                  </a:moveTo>
                  <a:lnTo>
                    <a:pt x="120" y="114"/>
                  </a:lnTo>
                  <a:cubicBezTo>
                    <a:pt x="99" y="228"/>
                    <a:pt x="99" y="228"/>
                    <a:pt x="99" y="228"/>
                  </a:cubicBezTo>
                  <a:cubicBezTo>
                    <a:pt x="98" y="232"/>
                    <a:pt x="99" y="236"/>
                    <a:pt x="102" y="240"/>
                  </a:cubicBezTo>
                  <a:cubicBezTo>
                    <a:pt x="105" y="243"/>
                    <a:pt x="109" y="246"/>
                    <a:pt x="113" y="246"/>
                  </a:cubicBezTo>
                  <a:cubicBezTo>
                    <a:pt x="189" y="246"/>
                    <a:pt x="189" y="246"/>
                    <a:pt x="189" y="246"/>
                  </a:cubicBezTo>
                  <a:cubicBezTo>
                    <a:pt x="128" y="391"/>
                    <a:pt x="128" y="391"/>
                    <a:pt x="128" y="391"/>
                  </a:cubicBezTo>
                  <a:cubicBezTo>
                    <a:pt x="128" y="290"/>
                    <a:pt x="128" y="290"/>
                    <a:pt x="128" y="290"/>
                  </a:cubicBezTo>
                  <a:cubicBezTo>
                    <a:pt x="128" y="285"/>
                    <a:pt x="127" y="281"/>
                    <a:pt x="124" y="279"/>
                  </a:cubicBezTo>
                  <a:cubicBezTo>
                    <a:pt x="121" y="276"/>
                    <a:pt x="117" y="274"/>
                    <a:pt x="113" y="274"/>
                  </a:cubicBezTo>
                  <a:cubicBezTo>
                    <a:pt x="39" y="274"/>
                    <a:pt x="39" y="274"/>
                    <a:pt x="39" y="274"/>
                  </a:cubicBezTo>
                  <a:lnTo>
                    <a:pt x="120"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2" name="Freeform 344">
              <a:extLst>
                <a:ext uri="{FF2B5EF4-FFF2-40B4-BE49-F238E27FC236}">
                  <a16:creationId xmlns:a16="http://schemas.microsoft.com/office/drawing/2014/main" id="{FE2ABDA4-2798-72B5-7541-E004F51A5FDB}"/>
                </a:ext>
              </a:extLst>
            </p:cNvPr>
            <p:cNvSpPr>
              <a:spLocks noChangeArrowheads="1"/>
            </p:cNvSpPr>
            <p:nvPr/>
          </p:nvSpPr>
          <p:spPr bwMode="auto">
            <a:xfrm>
              <a:off x="9401175" y="6002338"/>
              <a:ext cx="158750" cy="254000"/>
            </a:xfrm>
            <a:custGeom>
              <a:avLst/>
              <a:gdLst>
                <a:gd name="T0" fmla="*/ 440 w 441"/>
                <a:gd name="T1" fmla="*/ 74 h 704"/>
                <a:gd name="T2" fmla="*/ 440 w 441"/>
                <a:gd name="T3" fmla="*/ 74 h 704"/>
                <a:gd name="T4" fmla="*/ 367 w 441"/>
                <a:gd name="T5" fmla="*/ 0 h 704"/>
                <a:gd name="T6" fmla="*/ 73 w 441"/>
                <a:gd name="T7" fmla="*/ 0 h 704"/>
                <a:gd name="T8" fmla="*/ 0 w 441"/>
                <a:gd name="T9" fmla="*/ 74 h 704"/>
                <a:gd name="T10" fmla="*/ 0 w 441"/>
                <a:gd name="T11" fmla="*/ 645 h 704"/>
                <a:gd name="T12" fmla="*/ 59 w 441"/>
                <a:gd name="T13" fmla="*/ 703 h 704"/>
                <a:gd name="T14" fmla="*/ 381 w 441"/>
                <a:gd name="T15" fmla="*/ 703 h 704"/>
                <a:gd name="T16" fmla="*/ 440 w 441"/>
                <a:gd name="T17" fmla="*/ 645 h 704"/>
                <a:gd name="T18" fmla="*/ 440 w 441"/>
                <a:gd name="T19" fmla="*/ 645 h 704"/>
                <a:gd name="T20" fmla="*/ 440 w 441"/>
                <a:gd name="T21" fmla="*/ 74 h 704"/>
                <a:gd name="T22" fmla="*/ 73 w 441"/>
                <a:gd name="T23" fmla="*/ 30 h 704"/>
                <a:gd name="T24" fmla="*/ 73 w 441"/>
                <a:gd name="T25" fmla="*/ 30 h 704"/>
                <a:gd name="T26" fmla="*/ 367 w 441"/>
                <a:gd name="T27" fmla="*/ 30 h 704"/>
                <a:gd name="T28" fmla="*/ 411 w 441"/>
                <a:gd name="T29" fmla="*/ 74 h 704"/>
                <a:gd name="T30" fmla="*/ 411 w 441"/>
                <a:gd name="T31" fmla="*/ 594 h 704"/>
                <a:gd name="T32" fmla="*/ 381 w 441"/>
                <a:gd name="T33" fmla="*/ 586 h 704"/>
                <a:gd name="T34" fmla="*/ 59 w 441"/>
                <a:gd name="T35" fmla="*/ 586 h 704"/>
                <a:gd name="T36" fmla="*/ 29 w 441"/>
                <a:gd name="T37" fmla="*/ 594 h 704"/>
                <a:gd name="T38" fmla="*/ 29 w 441"/>
                <a:gd name="T39" fmla="*/ 74 h 704"/>
                <a:gd name="T40" fmla="*/ 73 w 441"/>
                <a:gd name="T41" fmla="*/ 30 h 704"/>
                <a:gd name="T42" fmla="*/ 381 w 441"/>
                <a:gd name="T43" fmla="*/ 674 h 704"/>
                <a:gd name="T44" fmla="*/ 381 w 441"/>
                <a:gd name="T45" fmla="*/ 674 h 704"/>
                <a:gd name="T46" fmla="*/ 59 w 441"/>
                <a:gd name="T47" fmla="*/ 674 h 704"/>
                <a:gd name="T48" fmla="*/ 29 w 441"/>
                <a:gd name="T49" fmla="*/ 645 h 704"/>
                <a:gd name="T50" fmla="*/ 29 w 441"/>
                <a:gd name="T51" fmla="*/ 645 h 704"/>
                <a:gd name="T52" fmla="*/ 29 w 441"/>
                <a:gd name="T53" fmla="*/ 645 h 704"/>
                <a:gd name="T54" fmla="*/ 59 w 441"/>
                <a:gd name="T55" fmla="*/ 615 h 704"/>
                <a:gd name="T56" fmla="*/ 381 w 441"/>
                <a:gd name="T57" fmla="*/ 615 h 704"/>
                <a:gd name="T58" fmla="*/ 411 w 441"/>
                <a:gd name="T59" fmla="*/ 645 h 704"/>
                <a:gd name="T60" fmla="*/ 381 w 441"/>
                <a:gd name="T61"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41" h="704">
                  <a:moveTo>
                    <a:pt x="440" y="74"/>
                  </a:moveTo>
                  <a:lnTo>
                    <a:pt x="440" y="74"/>
                  </a:lnTo>
                  <a:cubicBezTo>
                    <a:pt x="440" y="33"/>
                    <a:pt x="407" y="0"/>
                    <a:pt x="367" y="0"/>
                  </a:cubicBezTo>
                  <a:cubicBezTo>
                    <a:pt x="73" y="0"/>
                    <a:pt x="73" y="0"/>
                    <a:pt x="73" y="0"/>
                  </a:cubicBezTo>
                  <a:cubicBezTo>
                    <a:pt x="33" y="0"/>
                    <a:pt x="0" y="33"/>
                    <a:pt x="0" y="74"/>
                  </a:cubicBezTo>
                  <a:cubicBezTo>
                    <a:pt x="0" y="645"/>
                    <a:pt x="0" y="645"/>
                    <a:pt x="0" y="645"/>
                  </a:cubicBezTo>
                  <a:cubicBezTo>
                    <a:pt x="0" y="677"/>
                    <a:pt x="26" y="703"/>
                    <a:pt x="59" y="703"/>
                  </a:cubicBezTo>
                  <a:cubicBezTo>
                    <a:pt x="381" y="703"/>
                    <a:pt x="381" y="703"/>
                    <a:pt x="381" y="703"/>
                  </a:cubicBezTo>
                  <a:cubicBezTo>
                    <a:pt x="414" y="703"/>
                    <a:pt x="440" y="677"/>
                    <a:pt x="440" y="645"/>
                  </a:cubicBezTo>
                  <a:lnTo>
                    <a:pt x="440" y="645"/>
                  </a:lnTo>
                  <a:lnTo>
                    <a:pt x="440" y="74"/>
                  </a:lnTo>
                  <a:close/>
                  <a:moveTo>
                    <a:pt x="73" y="30"/>
                  </a:moveTo>
                  <a:lnTo>
                    <a:pt x="73" y="30"/>
                  </a:lnTo>
                  <a:cubicBezTo>
                    <a:pt x="367" y="30"/>
                    <a:pt x="367" y="30"/>
                    <a:pt x="367" y="30"/>
                  </a:cubicBezTo>
                  <a:cubicBezTo>
                    <a:pt x="390" y="30"/>
                    <a:pt x="411" y="49"/>
                    <a:pt x="411" y="74"/>
                  </a:cubicBezTo>
                  <a:cubicBezTo>
                    <a:pt x="411" y="594"/>
                    <a:pt x="411" y="594"/>
                    <a:pt x="411" y="594"/>
                  </a:cubicBezTo>
                  <a:cubicBezTo>
                    <a:pt x="401" y="589"/>
                    <a:pt x="392" y="586"/>
                    <a:pt x="381" y="586"/>
                  </a:cubicBezTo>
                  <a:cubicBezTo>
                    <a:pt x="59" y="586"/>
                    <a:pt x="59" y="586"/>
                    <a:pt x="59" y="586"/>
                  </a:cubicBezTo>
                  <a:cubicBezTo>
                    <a:pt x="48" y="586"/>
                    <a:pt x="39" y="589"/>
                    <a:pt x="29" y="594"/>
                  </a:cubicBezTo>
                  <a:cubicBezTo>
                    <a:pt x="29" y="74"/>
                    <a:pt x="29" y="74"/>
                    <a:pt x="29" y="74"/>
                  </a:cubicBezTo>
                  <a:cubicBezTo>
                    <a:pt x="29" y="49"/>
                    <a:pt x="50" y="30"/>
                    <a:pt x="73" y="30"/>
                  </a:cubicBezTo>
                  <a:close/>
                  <a:moveTo>
                    <a:pt x="381" y="674"/>
                  </a:moveTo>
                  <a:lnTo>
                    <a:pt x="381" y="674"/>
                  </a:lnTo>
                  <a:cubicBezTo>
                    <a:pt x="59" y="674"/>
                    <a:pt x="59" y="674"/>
                    <a:pt x="59" y="674"/>
                  </a:cubicBezTo>
                  <a:cubicBezTo>
                    <a:pt x="43" y="674"/>
                    <a:pt x="29" y="660"/>
                    <a:pt x="29" y="645"/>
                  </a:cubicBezTo>
                  <a:lnTo>
                    <a:pt x="29" y="645"/>
                  </a:lnTo>
                  <a:lnTo>
                    <a:pt x="29" y="645"/>
                  </a:lnTo>
                  <a:cubicBezTo>
                    <a:pt x="29" y="629"/>
                    <a:pt x="43" y="615"/>
                    <a:pt x="59" y="615"/>
                  </a:cubicBezTo>
                  <a:cubicBezTo>
                    <a:pt x="381" y="615"/>
                    <a:pt x="381" y="615"/>
                    <a:pt x="381" y="615"/>
                  </a:cubicBezTo>
                  <a:cubicBezTo>
                    <a:pt x="397" y="615"/>
                    <a:pt x="411" y="629"/>
                    <a:pt x="411" y="645"/>
                  </a:cubicBezTo>
                  <a:cubicBezTo>
                    <a:pt x="411" y="660"/>
                    <a:pt x="397" y="674"/>
                    <a:pt x="381"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3" name="Freeform 345">
            <a:extLst>
              <a:ext uri="{FF2B5EF4-FFF2-40B4-BE49-F238E27FC236}">
                <a16:creationId xmlns:a16="http://schemas.microsoft.com/office/drawing/2014/main" id="{6396AC0A-BBF2-0654-3F1B-73E17D2DB2A7}"/>
              </a:ext>
            </a:extLst>
          </p:cNvPr>
          <p:cNvSpPr>
            <a:spLocks noChangeArrowheads="1"/>
          </p:cNvSpPr>
          <p:nvPr/>
        </p:nvSpPr>
        <p:spPr bwMode="auto">
          <a:xfrm>
            <a:off x="6804149" y="2419151"/>
            <a:ext cx="242887" cy="254000"/>
          </a:xfrm>
          <a:custGeom>
            <a:avLst/>
            <a:gdLst>
              <a:gd name="T0" fmla="*/ 674 w 676"/>
              <a:gd name="T1" fmla="*/ 273 h 705"/>
              <a:gd name="T2" fmla="*/ 674 w 676"/>
              <a:gd name="T3" fmla="*/ 273 h 705"/>
              <a:gd name="T4" fmla="*/ 660 w 676"/>
              <a:gd name="T5" fmla="*/ 263 h 705"/>
              <a:gd name="T6" fmla="*/ 436 w 676"/>
              <a:gd name="T7" fmla="*/ 263 h 705"/>
              <a:gd name="T8" fmla="*/ 351 w 676"/>
              <a:gd name="T9" fmla="*/ 11 h 705"/>
              <a:gd name="T10" fmla="*/ 337 w 676"/>
              <a:gd name="T11" fmla="*/ 0 h 705"/>
              <a:gd name="T12" fmla="*/ 324 w 676"/>
              <a:gd name="T13" fmla="*/ 11 h 705"/>
              <a:gd name="T14" fmla="*/ 239 w 676"/>
              <a:gd name="T15" fmla="*/ 263 h 705"/>
              <a:gd name="T16" fmla="*/ 15 w 676"/>
              <a:gd name="T17" fmla="*/ 263 h 705"/>
              <a:gd name="T18" fmla="*/ 1 w 676"/>
              <a:gd name="T19" fmla="*/ 273 h 705"/>
              <a:gd name="T20" fmla="*/ 7 w 676"/>
              <a:gd name="T21" fmla="*/ 289 h 705"/>
              <a:gd name="T22" fmla="*/ 174 w 676"/>
              <a:gd name="T23" fmla="*/ 429 h 705"/>
              <a:gd name="T24" fmla="*/ 89 w 676"/>
              <a:gd name="T25" fmla="*/ 683 h 705"/>
              <a:gd name="T26" fmla="*/ 94 w 676"/>
              <a:gd name="T27" fmla="*/ 700 h 705"/>
              <a:gd name="T28" fmla="*/ 112 w 676"/>
              <a:gd name="T29" fmla="*/ 700 h 705"/>
              <a:gd name="T30" fmla="*/ 337 w 676"/>
              <a:gd name="T31" fmla="*/ 531 h 705"/>
              <a:gd name="T32" fmla="*/ 563 w 676"/>
              <a:gd name="T33" fmla="*/ 700 h 705"/>
              <a:gd name="T34" fmla="*/ 580 w 676"/>
              <a:gd name="T35" fmla="*/ 700 h 705"/>
              <a:gd name="T36" fmla="*/ 586 w 676"/>
              <a:gd name="T37" fmla="*/ 683 h 705"/>
              <a:gd name="T38" fmla="*/ 501 w 676"/>
              <a:gd name="T39" fmla="*/ 429 h 705"/>
              <a:gd name="T40" fmla="*/ 670 w 676"/>
              <a:gd name="T41" fmla="*/ 289 h 705"/>
              <a:gd name="T42" fmla="*/ 674 w 676"/>
              <a:gd name="T43" fmla="*/ 273 h 705"/>
              <a:gd name="T44" fmla="*/ 475 w 676"/>
              <a:gd name="T45" fmla="*/ 413 h 705"/>
              <a:gd name="T46" fmla="*/ 475 w 676"/>
              <a:gd name="T47" fmla="*/ 413 h 705"/>
              <a:gd name="T48" fmla="*/ 471 w 676"/>
              <a:gd name="T49" fmla="*/ 429 h 705"/>
              <a:gd name="T50" fmla="*/ 543 w 676"/>
              <a:gd name="T51" fmla="*/ 649 h 705"/>
              <a:gd name="T52" fmla="*/ 347 w 676"/>
              <a:gd name="T53" fmla="*/ 501 h 705"/>
              <a:gd name="T54" fmla="*/ 329 w 676"/>
              <a:gd name="T55" fmla="*/ 501 h 705"/>
              <a:gd name="T56" fmla="*/ 131 w 676"/>
              <a:gd name="T57" fmla="*/ 649 h 705"/>
              <a:gd name="T58" fmla="*/ 206 w 676"/>
              <a:gd name="T59" fmla="*/ 429 h 705"/>
              <a:gd name="T60" fmla="*/ 200 w 676"/>
              <a:gd name="T61" fmla="*/ 413 h 705"/>
              <a:gd name="T62" fmla="*/ 56 w 676"/>
              <a:gd name="T63" fmla="*/ 293 h 705"/>
              <a:gd name="T64" fmla="*/ 250 w 676"/>
              <a:gd name="T65" fmla="*/ 293 h 705"/>
              <a:gd name="T66" fmla="*/ 263 w 676"/>
              <a:gd name="T67" fmla="*/ 283 h 705"/>
              <a:gd name="T68" fmla="*/ 337 w 676"/>
              <a:gd name="T69" fmla="*/ 61 h 705"/>
              <a:gd name="T70" fmla="*/ 411 w 676"/>
              <a:gd name="T71" fmla="*/ 283 h 705"/>
              <a:gd name="T72" fmla="*/ 425 w 676"/>
              <a:gd name="T73" fmla="*/ 293 h 705"/>
              <a:gd name="T74" fmla="*/ 619 w 676"/>
              <a:gd name="T75" fmla="*/ 293 h 705"/>
              <a:gd name="T76" fmla="*/ 475 w 676"/>
              <a:gd name="T77" fmla="*/ 413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76" h="705">
                <a:moveTo>
                  <a:pt x="674" y="273"/>
                </a:moveTo>
                <a:lnTo>
                  <a:pt x="674" y="273"/>
                </a:lnTo>
                <a:cubicBezTo>
                  <a:pt x="671" y="267"/>
                  <a:pt x="665" y="263"/>
                  <a:pt x="660" y="263"/>
                </a:cubicBezTo>
                <a:cubicBezTo>
                  <a:pt x="436" y="263"/>
                  <a:pt x="436" y="263"/>
                  <a:pt x="436" y="263"/>
                </a:cubicBezTo>
                <a:cubicBezTo>
                  <a:pt x="351" y="11"/>
                  <a:pt x="351" y="11"/>
                  <a:pt x="351" y="11"/>
                </a:cubicBezTo>
                <a:cubicBezTo>
                  <a:pt x="350" y="4"/>
                  <a:pt x="344" y="0"/>
                  <a:pt x="337" y="0"/>
                </a:cubicBezTo>
                <a:cubicBezTo>
                  <a:pt x="331" y="0"/>
                  <a:pt x="325" y="4"/>
                  <a:pt x="324" y="11"/>
                </a:cubicBezTo>
                <a:cubicBezTo>
                  <a:pt x="239" y="263"/>
                  <a:pt x="239" y="263"/>
                  <a:pt x="239" y="263"/>
                </a:cubicBezTo>
                <a:cubicBezTo>
                  <a:pt x="15" y="263"/>
                  <a:pt x="15" y="263"/>
                  <a:pt x="15" y="263"/>
                </a:cubicBezTo>
                <a:cubicBezTo>
                  <a:pt x="9" y="263"/>
                  <a:pt x="4" y="267"/>
                  <a:pt x="1" y="273"/>
                </a:cubicBezTo>
                <a:cubicBezTo>
                  <a:pt x="0" y="280"/>
                  <a:pt x="1" y="285"/>
                  <a:pt x="7" y="289"/>
                </a:cubicBezTo>
                <a:cubicBezTo>
                  <a:pt x="174" y="429"/>
                  <a:pt x="174" y="429"/>
                  <a:pt x="174" y="429"/>
                </a:cubicBezTo>
                <a:cubicBezTo>
                  <a:pt x="89" y="683"/>
                  <a:pt x="89" y="683"/>
                  <a:pt x="89" y="683"/>
                </a:cubicBezTo>
                <a:cubicBezTo>
                  <a:pt x="88" y="690"/>
                  <a:pt x="89" y="697"/>
                  <a:pt x="94" y="700"/>
                </a:cubicBezTo>
                <a:cubicBezTo>
                  <a:pt x="100" y="704"/>
                  <a:pt x="107" y="704"/>
                  <a:pt x="112" y="700"/>
                </a:cubicBezTo>
                <a:cubicBezTo>
                  <a:pt x="337" y="531"/>
                  <a:pt x="337" y="531"/>
                  <a:pt x="337" y="531"/>
                </a:cubicBezTo>
                <a:cubicBezTo>
                  <a:pt x="563" y="700"/>
                  <a:pt x="563" y="700"/>
                  <a:pt x="563" y="700"/>
                </a:cubicBezTo>
                <a:cubicBezTo>
                  <a:pt x="568" y="704"/>
                  <a:pt x="575" y="704"/>
                  <a:pt x="580" y="700"/>
                </a:cubicBezTo>
                <a:cubicBezTo>
                  <a:pt x="586" y="697"/>
                  <a:pt x="587" y="690"/>
                  <a:pt x="586" y="683"/>
                </a:cubicBezTo>
                <a:cubicBezTo>
                  <a:pt x="501" y="429"/>
                  <a:pt x="501" y="429"/>
                  <a:pt x="501" y="429"/>
                </a:cubicBezTo>
                <a:cubicBezTo>
                  <a:pt x="670" y="289"/>
                  <a:pt x="670" y="289"/>
                  <a:pt x="670" y="289"/>
                </a:cubicBezTo>
                <a:cubicBezTo>
                  <a:pt x="674" y="285"/>
                  <a:pt x="675" y="280"/>
                  <a:pt x="674" y="273"/>
                </a:cubicBezTo>
                <a:close/>
                <a:moveTo>
                  <a:pt x="475" y="413"/>
                </a:moveTo>
                <a:lnTo>
                  <a:pt x="475" y="413"/>
                </a:lnTo>
                <a:cubicBezTo>
                  <a:pt x="471" y="417"/>
                  <a:pt x="468" y="424"/>
                  <a:pt x="471" y="429"/>
                </a:cubicBezTo>
                <a:cubicBezTo>
                  <a:pt x="543" y="649"/>
                  <a:pt x="543" y="649"/>
                  <a:pt x="543" y="649"/>
                </a:cubicBezTo>
                <a:cubicBezTo>
                  <a:pt x="347" y="501"/>
                  <a:pt x="347" y="501"/>
                  <a:pt x="347" y="501"/>
                </a:cubicBezTo>
                <a:cubicBezTo>
                  <a:pt x="342" y="497"/>
                  <a:pt x="333" y="497"/>
                  <a:pt x="329" y="501"/>
                </a:cubicBezTo>
                <a:cubicBezTo>
                  <a:pt x="131" y="649"/>
                  <a:pt x="131" y="649"/>
                  <a:pt x="131" y="649"/>
                </a:cubicBezTo>
                <a:cubicBezTo>
                  <a:pt x="206" y="429"/>
                  <a:pt x="206" y="429"/>
                  <a:pt x="206" y="429"/>
                </a:cubicBezTo>
                <a:cubicBezTo>
                  <a:pt x="207" y="424"/>
                  <a:pt x="206" y="417"/>
                  <a:pt x="200" y="413"/>
                </a:cubicBezTo>
                <a:cubicBezTo>
                  <a:pt x="56" y="293"/>
                  <a:pt x="56" y="293"/>
                  <a:pt x="56" y="293"/>
                </a:cubicBezTo>
                <a:cubicBezTo>
                  <a:pt x="250" y="293"/>
                  <a:pt x="250" y="293"/>
                  <a:pt x="250" y="293"/>
                </a:cubicBezTo>
                <a:cubicBezTo>
                  <a:pt x="256" y="293"/>
                  <a:pt x="262" y="289"/>
                  <a:pt x="263" y="283"/>
                </a:cubicBezTo>
                <a:cubicBezTo>
                  <a:pt x="337" y="61"/>
                  <a:pt x="337" y="61"/>
                  <a:pt x="337" y="61"/>
                </a:cubicBezTo>
                <a:cubicBezTo>
                  <a:pt x="411" y="283"/>
                  <a:pt x="411" y="283"/>
                  <a:pt x="411" y="283"/>
                </a:cubicBezTo>
                <a:cubicBezTo>
                  <a:pt x="413" y="289"/>
                  <a:pt x="418" y="293"/>
                  <a:pt x="425" y="293"/>
                </a:cubicBezTo>
                <a:cubicBezTo>
                  <a:pt x="619" y="293"/>
                  <a:pt x="619" y="293"/>
                  <a:pt x="619" y="293"/>
                </a:cubicBezTo>
                <a:lnTo>
                  <a:pt x="475" y="413"/>
                </a:lnTo>
                <a:close/>
              </a:path>
            </a:pathLst>
          </a:custGeom>
          <a:solidFill>
            <a:schemeClr val="accent4"/>
          </a:solidFill>
          <a:ln>
            <a:noFill/>
          </a:ln>
          <a:effectLst/>
        </p:spPr>
        <p:txBody>
          <a:bodyPr wrap="none" anchor="ctr"/>
          <a:lstStyle/>
          <a:p>
            <a:endParaRPr lang="da-DK"/>
          </a:p>
        </p:txBody>
      </p:sp>
      <p:grpSp>
        <p:nvGrpSpPr>
          <p:cNvPr id="414" name="Group 417">
            <a:extLst>
              <a:ext uri="{FF2B5EF4-FFF2-40B4-BE49-F238E27FC236}">
                <a16:creationId xmlns:a16="http://schemas.microsoft.com/office/drawing/2014/main" id="{A52036EE-63EF-64AC-E958-EB07E0D716B9}"/>
              </a:ext>
            </a:extLst>
          </p:cNvPr>
          <p:cNvGrpSpPr/>
          <p:nvPr/>
        </p:nvGrpSpPr>
        <p:grpSpPr>
          <a:xfrm>
            <a:off x="5270624" y="871960"/>
            <a:ext cx="242887" cy="242887"/>
            <a:chOff x="4129088" y="1201738"/>
            <a:chExt cx="242887" cy="242887"/>
          </a:xfrm>
          <a:solidFill>
            <a:schemeClr val="accent4"/>
          </a:solidFill>
        </p:grpSpPr>
        <p:sp>
          <p:nvSpPr>
            <p:cNvPr id="415" name="Freeform 346">
              <a:extLst>
                <a:ext uri="{FF2B5EF4-FFF2-40B4-BE49-F238E27FC236}">
                  <a16:creationId xmlns:a16="http://schemas.microsoft.com/office/drawing/2014/main" id="{8DD9DC98-80FC-0C62-46AA-650E34078552}"/>
                </a:ext>
              </a:extLst>
            </p:cNvPr>
            <p:cNvSpPr>
              <a:spLocks noChangeArrowheads="1"/>
            </p:cNvSpPr>
            <p:nvPr/>
          </p:nvSpPr>
          <p:spPr bwMode="auto">
            <a:xfrm>
              <a:off x="4129088" y="1201738"/>
              <a:ext cx="242887" cy="242887"/>
            </a:xfrm>
            <a:custGeom>
              <a:avLst/>
              <a:gdLst>
                <a:gd name="T0" fmla="*/ 73 w 674"/>
                <a:gd name="T1" fmla="*/ 411 h 675"/>
                <a:gd name="T2" fmla="*/ 102 w 674"/>
                <a:gd name="T3" fmla="*/ 456 h 675"/>
                <a:gd name="T4" fmla="*/ 79 w 674"/>
                <a:gd name="T5" fmla="*/ 492 h 675"/>
                <a:gd name="T6" fmla="*/ 120 w 674"/>
                <a:gd name="T7" fmla="*/ 596 h 675"/>
                <a:gd name="T8" fmla="*/ 202 w 674"/>
                <a:gd name="T9" fmla="*/ 575 h 675"/>
                <a:gd name="T10" fmla="*/ 254 w 674"/>
                <a:gd name="T11" fmla="*/ 588 h 675"/>
                <a:gd name="T12" fmla="*/ 264 w 674"/>
                <a:gd name="T13" fmla="*/ 630 h 675"/>
                <a:gd name="T14" fmla="*/ 409 w 674"/>
                <a:gd name="T15" fmla="*/ 630 h 675"/>
                <a:gd name="T16" fmla="*/ 419 w 674"/>
                <a:gd name="T17" fmla="*/ 588 h 675"/>
                <a:gd name="T18" fmla="*/ 471 w 674"/>
                <a:gd name="T19" fmla="*/ 575 h 675"/>
                <a:gd name="T20" fmla="*/ 553 w 674"/>
                <a:gd name="T21" fmla="*/ 596 h 675"/>
                <a:gd name="T22" fmla="*/ 596 w 674"/>
                <a:gd name="T23" fmla="*/ 492 h 675"/>
                <a:gd name="T24" fmla="*/ 571 w 674"/>
                <a:gd name="T25" fmla="*/ 456 h 675"/>
                <a:gd name="T26" fmla="*/ 600 w 674"/>
                <a:gd name="T27" fmla="*/ 411 h 675"/>
                <a:gd name="T28" fmla="*/ 673 w 674"/>
                <a:gd name="T29" fmla="*/ 308 h 675"/>
                <a:gd name="T30" fmla="*/ 592 w 674"/>
                <a:gd name="T31" fmla="*/ 261 h 675"/>
                <a:gd name="T32" fmla="*/ 570 w 674"/>
                <a:gd name="T33" fmla="*/ 213 h 675"/>
                <a:gd name="T34" fmla="*/ 608 w 674"/>
                <a:gd name="T35" fmla="*/ 151 h 675"/>
                <a:gd name="T36" fmla="*/ 523 w 674"/>
                <a:gd name="T37" fmla="*/ 66 h 675"/>
                <a:gd name="T38" fmla="*/ 462 w 674"/>
                <a:gd name="T39" fmla="*/ 103 h 675"/>
                <a:gd name="T40" fmla="*/ 412 w 674"/>
                <a:gd name="T41" fmla="*/ 81 h 675"/>
                <a:gd name="T42" fmla="*/ 365 w 674"/>
                <a:gd name="T43" fmla="*/ 0 h 675"/>
                <a:gd name="T44" fmla="*/ 264 w 674"/>
                <a:gd name="T45" fmla="*/ 73 h 675"/>
                <a:gd name="T46" fmla="*/ 219 w 674"/>
                <a:gd name="T47" fmla="*/ 102 h 675"/>
                <a:gd name="T48" fmla="*/ 181 w 674"/>
                <a:gd name="T49" fmla="*/ 78 h 675"/>
                <a:gd name="T50" fmla="*/ 79 w 674"/>
                <a:gd name="T51" fmla="*/ 120 h 675"/>
                <a:gd name="T52" fmla="*/ 98 w 674"/>
                <a:gd name="T53" fmla="*/ 202 h 675"/>
                <a:gd name="T54" fmla="*/ 87 w 674"/>
                <a:gd name="T55" fmla="*/ 255 h 675"/>
                <a:gd name="T56" fmla="*/ 73 w 674"/>
                <a:gd name="T57" fmla="*/ 264 h 675"/>
                <a:gd name="T58" fmla="*/ 0 w 674"/>
                <a:gd name="T59" fmla="*/ 367 h 675"/>
                <a:gd name="T60" fmla="*/ 29 w 674"/>
                <a:gd name="T61" fmla="*/ 308 h 675"/>
                <a:gd name="T62" fmla="*/ 98 w 674"/>
                <a:gd name="T63" fmla="*/ 286 h 675"/>
                <a:gd name="T64" fmla="*/ 128 w 674"/>
                <a:gd name="T65" fmla="*/ 232 h 675"/>
                <a:gd name="T66" fmla="*/ 99 w 674"/>
                <a:gd name="T67" fmla="*/ 161 h 675"/>
                <a:gd name="T68" fmla="*/ 140 w 674"/>
                <a:gd name="T69" fmla="*/ 99 h 675"/>
                <a:gd name="T70" fmla="*/ 181 w 674"/>
                <a:gd name="T71" fmla="*/ 120 h 675"/>
                <a:gd name="T72" fmla="*/ 264 w 674"/>
                <a:gd name="T73" fmla="*/ 114 h 675"/>
                <a:gd name="T74" fmla="*/ 293 w 674"/>
                <a:gd name="T75" fmla="*/ 44 h 675"/>
                <a:gd name="T76" fmla="*/ 381 w 674"/>
                <a:gd name="T77" fmla="*/ 44 h 675"/>
                <a:gd name="T78" fmla="*/ 409 w 674"/>
                <a:gd name="T79" fmla="*/ 114 h 675"/>
                <a:gd name="T80" fmla="*/ 492 w 674"/>
                <a:gd name="T81" fmla="*/ 120 h 675"/>
                <a:gd name="T82" fmla="*/ 533 w 674"/>
                <a:gd name="T83" fmla="*/ 99 h 675"/>
                <a:gd name="T84" fmla="*/ 575 w 674"/>
                <a:gd name="T85" fmla="*/ 161 h 675"/>
                <a:gd name="T86" fmla="*/ 545 w 674"/>
                <a:gd name="T87" fmla="*/ 232 h 675"/>
                <a:gd name="T88" fmla="*/ 600 w 674"/>
                <a:gd name="T89" fmla="*/ 293 h 675"/>
                <a:gd name="T90" fmla="*/ 644 w 674"/>
                <a:gd name="T91" fmla="*/ 367 h 675"/>
                <a:gd name="T92" fmla="*/ 575 w 674"/>
                <a:gd name="T93" fmla="*/ 389 h 675"/>
                <a:gd name="T94" fmla="*/ 541 w 674"/>
                <a:gd name="T95" fmla="*/ 461 h 675"/>
                <a:gd name="T96" fmla="*/ 580 w 674"/>
                <a:gd name="T97" fmla="*/ 523 h 675"/>
                <a:gd name="T98" fmla="*/ 523 w 674"/>
                <a:gd name="T99" fmla="*/ 579 h 675"/>
                <a:gd name="T100" fmla="*/ 462 w 674"/>
                <a:gd name="T101" fmla="*/ 541 h 675"/>
                <a:gd name="T102" fmla="*/ 389 w 674"/>
                <a:gd name="T103" fmla="*/ 575 h 675"/>
                <a:gd name="T104" fmla="*/ 365 w 674"/>
                <a:gd name="T105" fmla="*/ 644 h 675"/>
                <a:gd name="T106" fmla="*/ 293 w 674"/>
                <a:gd name="T107" fmla="*/ 601 h 675"/>
                <a:gd name="T108" fmla="*/ 231 w 674"/>
                <a:gd name="T109" fmla="*/ 546 h 675"/>
                <a:gd name="T110" fmla="*/ 161 w 674"/>
                <a:gd name="T111" fmla="*/ 575 h 675"/>
                <a:gd name="T112" fmla="*/ 99 w 674"/>
                <a:gd name="T113" fmla="*/ 534 h 675"/>
                <a:gd name="T114" fmla="*/ 120 w 674"/>
                <a:gd name="T115" fmla="*/ 493 h 675"/>
                <a:gd name="T116" fmla="*/ 114 w 674"/>
                <a:gd name="T117" fmla="*/ 411 h 675"/>
                <a:gd name="T118" fmla="*/ 44 w 674"/>
                <a:gd name="T119" fmla="*/ 380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74" h="675">
                  <a:moveTo>
                    <a:pt x="44" y="411"/>
                  </a:moveTo>
                  <a:lnTo>
                    <a:pt x="44" y="411"/>
                  </a:lnTo>
                  <a:cubicBezTo>
                    <a:pt x="73" y="411"/>
                    <a:pt x="73" y="411"/>
                    <a:pt x="73" y="411"/>
                  </a:cubicBezTo>
                  <a:cubicBezTo>
                    <a:pt x="76" y="411"/>
                    <a:pt x="79" y="411"/>
                    <a:pt x="81" y="413"/>
                  </a:cubicBezTo>
                  <a:cubicBezTo>
                    <a:pt x="84" y="415"/>
                    <a:pt x="85" y="416"/>
                    <a:pt x="87" y="419"/>
                  </a:cubicBezTo>
                  <a:cubicBezTo>
                    <a:pt x="91" y="433"/>
                    <a:pt x="95" y="444"/>
                    <a:pt x="102" y="456"/>
                  </a:cubicBezTo>
                  <a:cubicBezTo>
                    <a:pt x="102" y="457"/>
                    <a:pt x="103" y="460"/>
                    <a:pt x="103" y="461"/>
                  </a:cubicBezTo>
                  <a:cubicBezTo>
                    <a:pt x="103" y="465"/>
                    <a:pt x="102" y="468"/>
                    <a:pt x="98" y="472"/>
                  </a:cubicBezTo>
                  <a:cubicBezTo>
                    <a:pt x="79" y="492"/>
                    <a:pt x="79" y="492"/>
                    <a:pt x="79" y="492"/>
                  </a:cubicBezTo>
                  <a:cubicBezTo>
                    <a:pt x="69" y="501"/>
                    <a:pt x="65" y="512"/>
                    <a:pt x="65" y="523"/>
                  </a:cubicBezTo>
                  <a:cubicBezTo>
                    <a:pt x="65" y="534"/>
                    <a:pt x="69" y="546"/>
                    <a:pt x="79" y="555"/>
                  </a:cubicBezTo>
                  <a:cubicBezTo>
                    <a:pt x="120" y="596"/>
                    <a:pt x="120" y="596"/>
                    <a:pt x="120" y="596"/>
                  </a:cubicBezTo>
                  <a:cubicBezTo>
                    <a:pt x="128" y="604"/>
                    <a:pt x="139" y="608"/>
                    <a:pt x="150" y="608"/>
                  </a:cubicBezTo>
                  <a:cubicBezTo>
                    <a:pt x="162" y="608"/>
                    <a:pt x="173" y="604"/>
                    <a:pt x="181" y="596"/>
                  </a:cubicBezTo>
                  <a:cubicBezTo>
                    <a:pt x="202" y="575"/>
                    <a:pt x="202" y="575"/>
                    <a:pt x="202" y="575"/>
                  </a:cubicBezTo>
                  <a:cubicBezTo>
                    <a:pt x="205" y="573"/>
                    <a:pt x="209" y="571"/>
                    <a:pt x="213" y="571"/>
                  </a:cubicBezTo>
                  <a:cubicBezTo>
                    <a:pt x="214" y="571"/>
                    <a:pt x="216" y="571"/>
                    <a:pt x="219" y="573"/>
                  </a:cubicBezTo>
                  <a:cubicBezTo>
                    <a:pt x="229" y="578"/>
                    <a:pt x="242" y="584"/>
                    <a:pt x="254" y="588"/>
                  </a:cubicBezTo>
                  <a:cubicBezTo>
                    <a:pt x="257" y="588"/>
                    <a:pt x="260" y="590"/>
                    <a:pt x="261" y="592"/>
                  </a:cubicBezTo>
                  <a:cubicBezTo>
                    <a:pt x="262" y="594"/>
                    <a:pt x="264" y="597"/>
                    <a:pt x="264" y="601"/>
                  </a:cubicBezTo>
                  <a:cubicBezTo>
                    <a:pt x="264" y="630"/>
                    <a:pt x="264" y="630"/>
                    <a:pt x="264" y="630"/>
                  </a:cubicBezTo>
                  <a:cubicBezTo>
                    <a:pt x="264" y="654"/>
                    <a:pt x="283" y="674"/>
                    <a:pt x="308" y="674"/>
                  </a:cubicBezTo>
                  <a:cubicBezTo>
                    <a:pt x="365" y="674"/>
                    <a:pt x="365" y="674"/>
                    <a:pt x="365" y="674"/>
                  </a:cubicBezTo>
                  <a:cubicBezTo>
                    <a:pt x="390" y="674"/>
                    <a:pt x="409" y="654"/>
                    <a:pt x="409" y="630"/>
                  </a:cubicBezTo>
                  <a:cubicBezTo>
                    <a:pt x="409" y="601"/>
                    <a:pt x="409" y="601"/>
                    <a:pt x="409" y="601"/>
                  </a:cubicBezTo>
                  <a:cubicBezTo>
                    <a:pt x="409" y="597"/>
                    <a:pt x="411" y="594"/>
                    <a:pt x="412" y="592"/>
                  </a:cubicBezTo>
                  <a:cubicBezTo>
                    <a:pt x="415" y="590"/>
                    <a:pt x="416" y="588"/>
                    <a:pt x="419" y="588"/>
                  </a:cubicBezTo>
                  <a:cubicBezTo>
                    <a:pt x="431" y="584"/>
                    <a:pt x="444" y="578"/>
                    <a:pt x="456" y="573"/>
                  </a:cubicBezTo>
                  <a:cubicBezTo>
                    <a:pt x="457" y="571"/>
                    <a:pt x="459" y="571"/>
                    <a:pt x="462" y="571"/>
                  </a:cubicBezTo>
                  <a:cubicBezTo>
                    <a:pt x="464" y="571"/>
                    <a:pt x="468" y="573"/>
                    <a:pt x="471" y="575"/>
                  </a:cubicBezTo>
                  <a:cubicBezTo>
                    <a:pt x="492" y="596"/>
                    <a:pt x="492" y="596"/>
                    <a:pt x="492" y="596"/>
                  </a:cubicBezTo>
                  <a:cubicBezTo>
                    <a:pt x="500" y="604"/>
                    <a:pt x="512" y="608"/>
                    <a:pt x="523" y="608"/>
                  </a:cubicBezTo>
                  <a:cubicBezTo>
                    <a:pt x="534" y="608"/>
                    <a:pt x="545" y="604"/>
                    <a:pt x="553" y="596"/>
                  </a:cubicBezTo>
                  <a:cubicBezTo>
                    <a:pt x="596" y="555"/>
                    <a:pt x="596" y="555"/>
                    <a:pt x="596" y="555"/>
                  </a:cubicBezTo>
                  <a:cubicBezTo>
                    <a:pt x="604" y="546"/>
                    <a:pt x="608" y="534"/>
                    <a:pt x="608" y="523"/>
                  </a:cubicBezTo>
                  <a:cubicBezTo>
                    <a:pt x="608" y="512"/>
                    <a:pt x="604" y="501"/>
                    <a:pt x="596" y="492"/>
                  </a:cubicBezTo>
                  <a:cubicBezTo>
                    <a:pt x="575" y="472"/>
                    <a:pt x="575" y="472"/>
                    <a:pt x="575" y="472"/>
                  </a:cubicBezTo>
                  <a:cubicBezTo>
                    <a:pt x="573" y="468"/>
                    <a:pt x="570" y="465"/>
                    <a:pt x="570" y="461"/>
                  </a:cubicBezTo>
                  <a:cubicBezTo>
                    <a:pt x="570" y="460"/>
                    <a:pt x="571" y="457"/>
                    <a:pt x="571" y="456"/>
                  </a:cubicBezTo>
                  <a:cubicBezTo>
                    <a:pt x="578" y="444"/>
                    <a:pt x="582" y="433"/>
                    <a:pt x="586" y="419"/>
                  </a:cubicBezTo>
                  <a:cubicBezTo>
                    <a:pt x="588" y="416"/>
                    <a:pt x="589" y="415"/>
                    <a:pt x="592" y="413"/>
                  </a:cubicBezTo>
                  <a:cubicBezTo>
                    <a:pt x="595" y="411"/>
                    <a:pt x="597" y="411"/>
                    <a:pt x="600" y="411"/>
                  </a:cubicBezTo>
                  <a:cubicBezTo>
                    <a:pt x="629" y="411"/>
                    <a:pt x="629" y="411"/>
                    <a:pt x="629" y="411"/>
                  </a:cubicBezTo>
                  <a:cubicBezTo>
                    <a:pt x="654" y="411"/>
                    <a:pt x="673" y="390"/>
                    <a:pt x="673" y="367"/>
                  </a:cubicBezTo>
                  <a:cubicBezTo>
                    <a:pt x="673" y="308"/>
                    <a:pt x="673" y="308"/>
                    <a:pt x="673" y="308"/>
                  </a:cubicBezTo>
                  <a:cubicBezTo>
                    <a:pt x="673" y="283"/>
                    <a:pt x="654" y="264"/>
                    <a:pt x="629" y="264"/>
                  </a:cubicBezTo>
                  <a:cubicBezTo>
                    <a:pt x="600" y="264"/>
                    <a:pt x="600" y="264"/>
                    <a:pt x="600" y="264"/>
                  </a:cubicBezTo>
                  <a:cubicBezTo>
                    <a:pt x="597" y="264"/>
                    <a:pt x="595" y="262"/>
                    <a:pt x="592" y="261"/>
                  </a:cubicBezTo>
                  <a:cubicBezTo>
                    <a:pt x="589" y="260"/>
                    <a:pt x="588" y="257"/>
                    <a:pt x="586" y="255"/>
                  </a:cubicBezTo>
                  <a:cubicBezTo>
                    <a:pt x="582" y="242"/>
                    <a:pt x="578" y="229"/>
                    <a:pt x="571" y="218"/>
                  </a:cubicBezTo>
                  <a:cubicBezTo>
                    <a:pt x="571" y="217"/>
                    <a:pt x="570" y="214"/>
                    <a:pt x="570" y="213"/>
                  </a:cubicBezTo>
                  <a:cubicBezTo>
                    <a:pt x="570" y="209"/>
                    <a:pt x="573" y="205"/>
                    <a:pt x="575" y="202"/>
                  </a:cubicBezTo>
                  <a:cubicBezTo>
                    <a:pt x="596" y="181"/>
                    <a:pt x="596" y="181"/>
                    <a:pt x="596" y="181"/>
                  </a:cubicBezTo>
                  <a:cubicBezTo>
                    <a:pt x="604" y="173"/>
                    <a:pt x="608" y="162"/>
                    <a:pt x="608" y="151"/>
                  </a:cubicBezTo>
                  <a:cubicBezTo>
                    <a:pt x="608" y="140"/>
                    <a:pt x="604" y="128"/>
                    <a:pt x="596" y="120"/>
                  </a:cubicBezTo>
                  <a:cubicBezTo>
                    <a:pt x="553" y="78"/>
                    <a:pt x="553" y="78"/>
                    <a:pt x="553" y="78"/>
                  </a:cubicBezTo>
                  <a:cubicBezTo>
                    <a:pt x="545" y="70"/>
                    <a:pt x="534" y="66"/>
                    <a:pt x="523" y="66"/>
                  </a:cubicBezTo>
                  <a:cubicBezTo>
                    <a:pt x="512" y="66"/>
                    <a:pt x="500" y="70"/>
                    <a:pt x="492" y="78"/>
                  </a:cubicBezTo>
                  <a:cubicBezTo>
                    <a:pt x="471" y="99"/>
                    <a:pt x="471" y="99"/>
                    <a:pt x="471" y="99"/>
                  </a:cubicBezTo>
                  <a:cubicBezTo>
                    <a:pt x="468" y="102"/>
                    <a:pt x="464" y="103"/>
                    <a:pt x="462" y="103"/>
                  </a:cubicBezTo>
                  <a:cubicBezTo>
                    <a:pt x="459" y="103"/>
                    <a:pt x="457" y="103"/>
                    <a:pt x="456" y="102"/>
                  </a:cubicBezTo>
                  <a:cubicBezTo>
                    <a:pt x="444" y="96"/>
                    <a:pt x="431" y="91"/>
                    <a:pt x="419" y="87"/>
                  </a:cubicBezTo>
                  <a:cubicBezTo>
                    <a:pt x="416" y="85"/>
                    <a:pt x="415" y="84"/>
                    <a:pt x="412" y="81"/>
                  </a:cubicBezTo>
                  <a:cubicBezTo>
                    <a:pt x="411" y="80"/>
                    <a:pt x="409" y="76"/>
                    <a:pt x="409" y="73"/>
                  </a:cubicBezTo>
                  <a:cubicBezTo>
                    <a:pt x="409" y="44"/>
                    <a:pt x="409" y="44"/>
                    <a:pt x="409" y="44"/>
                  </a:cubicBezTo>
                  <a:cubicBezTo>
                    <a:pt x="409" y="19"/>
                    <a:pt x="390" y="0"/>
                    <a:pt x="365" y="0"/>
                  </a:cubicBezTo>
                  <a:cubicBezTo>
                    <a:pt x="308" y="0"/>
                    <a:pt x="308" y="0"/>
                    <a:pt x="308" y="0"/>
                  </a:cubicBezTo>
                  <a:cubicBezTo>
                    <a:pt x="283" y="0"/>
                    <a:pt x="264" y="19"/>
                    <a:pt x="264" y="44"/>
                  </a:cubicBezTo>
                  <a:cubicBezTo>
                    <a:pt x="264" y="73"/>
                    <a:pt x="264" y="73"/>
                    <a:pt x="264" y="73"/>
                  </a:cubicBezTo>
                  <a:cubicBezTo>
                    <a:pt x="264" y="76"/>
                    <a:pt x="262" y="80"/>
                    <a:pt x="261" y="81"/>
                  </a:cubicBezTo>
                  <a:cubicBezTo>
                    <a:pt x="260" y="84"/>
                    <a:pt x="257" y="85"/>
                    <a:pt x="254" y="87"/>
                  </a:cubicBezTo>
                  <a:cubicBezTo>
                    <a:pt x="242" y="91"/>
                    <a:pt x="229" y="96"/>
                    <a:pt x="219" y="102"/>
                  </a:cubicBezTo>
                  <a:cubicBezTo>
                    <a:pt x="216" y="103"/>
                    <a:pt x="214" y="103"/>
                    <a:pt x="213" y="103"/>
                  </a:cubicBezTo>
                  <a:cubicBezTo>
                    <a:pt x="209" y="103"/>
                    <a:pt x="205" y="102"/>
                    <a:pt x="202" y="99"/>
                  </a:cubicBezTo>
                  <a:cubicBezTo>
                    <a:pt x="181" y="78"/>
                    <a:pt x="181" y="78"/>
                    <a:pt x="181" y="78"/>
                  </a:cubicBezTo>
                  <a:cubicBezTo>
                    <a:pt x="173" y="70"/>
                    <a:pt x="162" y="66"/>
                    <a:pt x="150" y="66"/>
                  </a:cubicBezTo>
                  <a:cubicBezTo>
                    <a:pt x="139" y="66"/>
                    <a:pt x="128" y="70"/>
                    <a:pt x="120" y="78"/>
                  </a:cubicBezTo>
                  <a:cubicBezTo>
                    <a:pt x="79" y="120"/>
                    <a:pt x="79" y="120"/>
                    <a:pt x="79" y="120"/>
                  </a:cubicBezTo>
                  <a:cubicBezTo>
                    <a:pt x="69" y="128"/>
                    <a:pt x="65" y="140"/>
                    <a:pt x="65" y="151"/>
                  </a:cubicBezTo>
                  <a:cubicBezTo>
                    <a:pt x="65" y="162"/>
                    <a:pt x="69" y="173"/>
                    <a:pt x="79" y="181"/>
                  </a:cubicBezTo>
                  <a:cubicBezTo>
                    <a:pt x="98" y="202"/>
                    <a:pt x="98" y="202"/>
                    <a:pt x="98" y="202"/>
                  </a:cubicBezTo>
                  <a:cubicBezTo>
                    <a:pt x="102" y="205"/>
                    <a:pt x="103" y="209"/>
                    <a:pt x="103" y="213"/>
                  </a:cubicBezTo>
                  <a:cubicBezTo>
                    <a:pt x="103" y="214"/>
                    <a:pt x="102" y="217"/>
                    <a:pt x="102" y="218"/>
                  </a:cubicBezTo>
                  <a:cubicBezTo>
                    <a:pt x="95" y="229"/>
                    <a:pt x="91" y="242"/>
                    <a:pt x="87" y="255"/>
                  </a:cubicBezTo>
                  <a:lnTo>
                    <a:pt x="87" y="255"/>
                  </a:lnTo>
                  <a:cubicBezTo>
                    <a:pt x="85" y="257"/>
                    <a:pt x="84" y="260"/>
                    <a:pt x="81" y="261"/>
                  </a:cubicBezTo>
                  <a:cubicBezTo>
                    <a:pt x="79" y="262"/>
                    <a:pt x="76" y="264"/>
                    <a:pt x="73" y="264"/>
                  </a:cubicBezTo>
                  <a:cubicBezTo>
                    <a:pt x="44" y="264"/>
                    <a:pt x="44" y="264"/>
                    <a:pt x="44" y="264"/>
                  </a:cubicBezTo>
                  <a:cubicBezTo>
                    <a:pt x="19" y="264"/>
                    <a:pt x="0" y="283"/>
                    <a:pt x="0" y="308"/>
                  </a:cubicBezTo>
                  <a:cubicBezTo>
                    <a:pt x="0" y="367"/>
                    <a:pt x="0" y="367"/>
                    <a:pt x="0" y="367"/>
                  </a:cubicBezTo>
                  <a:cubicBezTo>
                    <a:pt x="0" y="390"/>
                    <a:pt x="19" y="411"/>
                    <a:pt x="44" y="411"/>
                  </a:cubicBezTo>
                  <a:close/>
                  <a:moveTo>
                    <a:pt x="29" y="308"/>
                  </a:moveTo>
                  <a:lnTo>
                    <a:pt x="29" y="308"/>
                  </a:lnTo>
                  <a:cubicBezTo>
                    <a:pt x="29" y="299"/>
                    <a:pt x="36" y="293"/>
                    <a:pt x="44" y="293"/>
                  </a:cubicBezTo>
                  <a:cubicBezTo>
                    <a:pt x="73" y="293"/>
                    <a:pt x="73" y="293"/>
                    <a:pt x="73" y="293"/>
                  </a:cubicBezTo>
                  <a:cubicBezTo>
                    <a:pt x="81" y="293"/>
                    <a:pt x="91" y="290"/>
                    <a:pt x="98" y="286"/>
                  </a:cubicBezTo>
                  <a:cubicBezTo>
                    <a:pt x="105" y="280"/>
                    <a:pt x="111" y="273"/>
                    <a:pt x="114" y="264"/>
                  </a:cubicBezTo>
                  <a:lnTo>
                    <a:pt x="114" y="264"/>
                  </a:lnTo>
                  <a:cubicBezTo>
                    <a:pt x="118" y="253"/>
                    <a:pt x="122" y="242"/>
                    <a:pt x="128" y="232"/>
                  </a:cubicBezTo>
                  <a:cubicBezTo>
                    <a:pt x="131" y="225"/>
                    <a:pt x="132" y="220"/>
                    <a:pt x="132" y="213"/>
                  </a:cubicBezTo>
                  <a:cubicBezTo>
                    <a:pt x="132" y="201"/>
                    <a:pt x="128" y="190"/>
                    <a:pt x="120" y="181"/>
                  </a:cubicBezTo>
                  <a:cubicBezTo>
                    <a:pt x="99" y="161"/>
                    <a:pt x="99" y="161"/>
                    <a:pt x="99" y="161"/>
                  </a:cubicBezTo>
                  <a:cubicBezTo>
                    <a:pt x="96" y="158"/>
                    <a:pt x="95" y="155"/>
                    <a:pt x="95" y="151"/>
                  </a:cubicBezTo>
                  <a:cubicBezTo>
                    <a:pt x="95" y="147"/>
                    <a:pt x="96" y="143"/>
                    <a:pt x="99" y="140"/>
                  </a:cubicBezTo>
                  <a:cubicBezTo>
                    <a:pt x="140" y="99"/>
                    <a:pt x="140" y="99"/>
                    <a:pt x="140" y="99"/>
                  </a:cubicBezTo>
                  <a:cubicBezTo>
                    <a:pt x="143" y="96"/>
                    <a:pt x="147" y="95"/>
                    <a:pt x="150" y="95"/>
                  </a:cubicBezTo>
                  <a:cubicBezTo>
                    <a:pt x="154" y="95"/>
                    <a:pt x="158" y="96"/>
                    <a:pt x="161" y="99"/>
                  </a:cubicBezTo>
                  <a:cubicBezTo>
                    <a:pt x="181" y="120"/>
                    <a:pt x="181" y="120"/>
                    <a:pt x="181" y="120"/>
                  </a:cubicBezTo>
                  <a:cubicBezTo>
                    <a:pt x="190" y="128"/>
                    <a:pt x="201" y="132"/>
                    <a:pt x="213" y="132"/>
                  </a:cubicBezTo>
                  <a:cubicBezTo>
                    <a:pt x="219" y="132"/>
                    <a:pt x="225" y="131"/>
                    <a:pt x="231" y="128"/>
                  </a:cubicBezTo>
                  <a:cubicBezTo>
                    <a:pt x="242" y="122"/>
                    <a:pt x="253" y="118"/>
                    <a:pt x="264" y="114"/>
                  </a:cubicBezTo>
                  <a:cubicBezTo>
                    <a:pt x="272" y="111"/>
                    <a:pt x="280" y="106"/>
                    <a:pt x="284" y="99"/>
                  </a:cubicBezTo>
                  <a:cubicBezTo>
                    <a:pt x="290" y="91"/>
                    <a:pt x="293" y="82"/>
                    <a:pt x="293" y="73"/>
                  </a:cubicBezTo>
                  <a:cubicBezTo>
                    <a:pt x="293" y="44"/>
                    <a:pt x="293" y="44"/>
                    <a:pt x="293" y="44"/>
                  </a:cubicBezTo>
                  <a:cubicBezTo>
                    <a:pt x="293" y="36"/>
                    <a:pt x="300" y="29"/>
                    <a:pt x="308" y="29"/>
                  </a:cubicBezTo>
                  <a:cubicBezTo>
                    <a:pt x="365" y="29"/>
                    <a:pt x="365" y="29"/>
                    <a:pt x="365" y="29"/>
                  </a:cubicBezTo>
                  <a:cubicBezTo>
                    <a:pt x="374" y="29"/>
                    <a:pt x="381" y="36"/>
                    <a:pt x="381" y="44"/>
                  </a:cubicBezTo>
                  <a:cubicBezTo>
                    <a:pt x="381" y="73"/>
                    <a:pt x="381" y="73"/>
                    <a:pt x="381" y="73"/>
                  </a:cubicBezTo>
                  <a:cubicBezTo>
                    <a:pt x="381" y="82"/>
                    <a:pt x="383" y="91"/>
                    <a:pt x="389" y="98"/>
                  </a:cubicBezTo>
                  <a:cubicBezTo>
                    <a:pt x="393" y="106"/>
                    <a:pt x="401" y="111"/>
                    <a:pt x="409" y="114"/>
                  </a:cubicBezTo>
                  <a:cubicBezTo>
                    <a:pt x="420" y="118"/>
                    <a:pt x="431" y="122"/>
                    <a:pt x="442" y="128"/>
                  </a:cubicBezTo>
                  <a:cubicBezTo>
                    <a:pt x="448" y="131"/>
                    <a:pt x="455" y="132"/>
                    <a:pt x="462" y="132"/>
                  </a:cubicBezTo>
                  <a:cubicBezTo>
                    <a:pt x="472" y="132"/>
                    <a:pt x="483" y="128"/>
                    <a:pt x="492" y="120"/>
                  </a:cubicBezTo>
                  <a:cubicBezTo>
                    <a:pt x="512" y="99"/>
                    <a:pt x="512" y="99"/>
                    <a:pt x="512" y="99"/>
                  </a:cubicBezTo>
                  <a:cubicBezTo>
                    <a:pt x="515" y="96"/>
                    <a:pt x="519" y="95"/>
                    <a:pt x="523" y="95"/>
                  </a:cubicBezTo>
                  <a:cubicBezTo>
                    <a:pt x="527" y="95"/>
                    <a:pt x="530" y="96"/>
                    <a:pt x="533" y="99"/>
                  </a:cubicBezTo>
                  <a:cubicBezTo>
                    <a:pt x="575" y="140"/>
                    <a:pt x="575" y="140"/>
                    <a:pt x="575" y="140"/>
                  </a:cubicBezTo>
                  <a:cubicBezTo>
                    <a:pt x="578" y="143"/>
                    <a:pt x="580" y="147"/>
                    <a:pt x="580" y="151"/>
                  </a:cubicBezTo>
                  <a:cubicBezTo>
                    <a:pt x="580" y="155"/>
                    <a:pt x="578" y="158"/>
                    <a:pt x="575" y="161"/>
                  </a:cubicBezTo>
                  <a:cubicBezTo>
                    <a:pt x="555" y="181"/>
                    <a:pt x="555" y="181"/>
                    <a:pt x="555" y="181"/>
                  </a:cubicBezTo>
                  <a:cubicBezTo>
                    <a:pt x="547" y="190"/>
                    <a:pt x="541" y="201"/>
                    <a:pt x="541" y="213"/>
                  </a:cubicBezTo>
                  <a:cubicBezTo>
                    <a:pt x="541" y="220"/>
                    <a:pt x="542" y="225"/>
                    <a:pt x="545" y="232"/>
                  </a:cubicBezTo>
                  <a:cubicBezTo>
                    <a:pt x="551" y="242"/>
                    <a:pt x="556" y="253"/>
                    <a:pt x="559" y="264"/>
                  </a:cubicBezTo>
                  <a:cubicBezTo>
                    <a:pt x="562" y="273"/>
                    <a:pt x="569" y="280"/>
                    <a:pt x="575" y="286"/>
                  </a:cubicBezTo>
                  <a:cubicBezTo>
                    <a:pt x="582" y="290"/>
                    <a:pt x="592" y="293"/>
                    <a:pt x="600" y="293"/>
                  </a:cubicBezTo>
                  <a:cubicBezTo>
                    <a:pt x="629" y="293"/>
                    <a:pt x="629" y="293"/>
                    <a:pt x="629" y="293"/>
                  </a:cubicBezTo>
                  <a:cubicBezTo>
                    <a:pt x="637" y="293"/>
                    <a:pt x="644" y="299"/>
                    <a:pt x="644" y="308"/>
                  </a:cubicBezTo>
                  <a:cubicBezTo>
                    <a:pt x="644" y="367"/>
                    <a:pt x="644" y="367"/>
                    <a:pt x="644" y="367"/>
                  </a:cubicBezTo>
                  <a:cubicBezTo>
                    <a:pt x="644" y="375"/>
                    <a:pt x="637" y="380"/>
                    <a:pt x="629" y="380"/>
                  </a:cubicBezTo>
                  <a:cubicBezTo>
                    <a:pt x="600" y="380"/>
                    <a:pt x="600" y="380"/>
                    <a:pt x="600" y="380"/>
                  </a:cubicBezTo>
                  <a:cubicBezTo>
                    <a:pt x="592" y="380"/>
                    <a:pt x="582" y="383"/>
                    <a:pt x="575" y="389"/>
                  </a:cubicBezTo>
                  <a:cubicBezTo>
                    <a:pt x="569" y="394"/>
                    <a:pt x="562" y="401"/>
                    <a:pt x="559" y="411"/>
                  </a:cubicBezTo>
                  <a:cubicBezTo>
                    <a:pt x="556" y="422"/>
                    <a:pt x="551" y="433"/>
                    <a:pt x="545" y="442"/>
                  </a:cubicBezTo>
                  <a:cubicBezTo>
                    <a:pt x="542" y="449"/>
                    <a:pt x="541" y="454"/>
                    <a:pt x="541" y="461"/>
                  </a:cubicBezTo>
                  <a:cubicBezTo>
                    <a:pt x="541" y="472"/>
                    <a:pt x="547" y="485"/>
                    <a:pt x="555" y="493"/>
                  </a:cubicBezTo>
                  <a:cubicBezTo>
                    <a:pt x="575" y="514"/>
                    <a:pt x="575" y="514"/>
                    <a:pt x="575" y="514"/>
                  </a:cubicBezTo>
                  <a:cubicBezTo>
                    <a:pt x="578" y="516"/>
                    <a:pt x="580" y="519"/>
                    <a:pt x="580" y="523"/>
                  </a:cubicBezTo>
                  <a:cubicBezTo>
                    <a:pt x="580" y="527"/>
                    <a:pt x="578" y="531"/>
                    <a:pt x="575" y="534"/>
                  </a:cubicBezTo>
                  <a:cubicBezTo>
                    <a:pt x="533" y="575"/>
                    <a:pt x="533" y="575"/>
                    <a:pt x="533" y="575"/>
                  </a:cubicBezTo>
                  <a:cubicBezTo>
                    <a:pt x="530" y="578"/>
                    <a:pt x="527" y="579"/>
                    <a:pt x="523" y="579"/>
                  </a:cubicBezTo>
                  <a:cubicBezTo>
                    <a:pt x="519" y="579"/>
                    <a:pt x="515" y="578"/>
                    <a:pt x="512" y="575"/>
                  </a:cubicBezTo>
                  <a:cubicBezTo>
                    <a:pt x="492" y="555"/>
                    <a:pt x="492" y="555"/>
                    <a:pt x="492" y="555"/>
                  </a:cubicBezTo>
                  <a:cubicBezTo>
                    <a:pt x="483" y="546"/>
                    <a:pt x="472" y="541"/>
                    <a:pt x="462" y="541"/>
                  </a:cubicBezTo>
                  <a:cubicBezTo>
                    <a:pt x="455" y="541"/>
                    <a:pt x="448" y="544"/>
                    <a:pt x="442" y="546"/>
                  </a:cubicBezTo>
                  <a:cubicBezTo>
                    <a:pt x="431" y="552"/>
                    <a:pt x="420" y="556"/>
                    <a:pt x="409" y="560"/>
                  </a:cubicBezTo>
                  <a:cubicBezTo>
                    <a:pt x="401" y="563"/>
                    <a:pt x="393" y="568"/>
                    <a:pt x="389" y="575"/>
                  </a:cubicBezTo>
                  <a:cubicBezTo>
                    <a:pt x="383" y="584"/>
                    <a:pt x="381" y="592"/>
                    <a:pt x="381" y="601"/>
                  </a:cubicBezTo>
                  <a:cubicBezTo>
                    <a:pt x="381" y="630"/>
                    <a:pt x="381" y="630"/>
                    <a:pt x="381" y="630"/>
                  </a:cubicBezTo>
                  <a:cubicBezTo>
                    <a:pt x="381" y="638"/>
                    <a:pt x="374" y="644"/>
                    <a:pt x="365" y="644"/>
                  </a:cubicBezTo>
                  <a:cubicBezTo>
                    <a:pt x="308" y="644"/>
                    <a:pt x="308" y="644"/>
                    <a:pt x="308" y="644"/>
                  </a:cubicBezTo>
                  <a:cubicBezTo>
                    <a:pt x="300" y="644"/>
                    <a:pt x="293" y="638"/>
                    <a:pt x="293" y="630"/>
                  </a:cubicBezTo>
                  <a:cubicBezTo>
                    <a:pt x="293" y="601"/>
                    <a:pt x="293" y="601"/>
                    <a:pt x="293" y="601"/>
                  </a:cubicBezTo>
                  <a:cubicBezTo>
                    <a:pt x="293" y="592"/>
                    <a:pt x="290" y="584"/>
                    <a:pt x="284" y="575"/>
                  </a:cubicBezTo>
                  <a:cubicBezTo>
                    <a:pt x="280" y="568"/>
                    <a:pt x="272" y="563"/>
                    <a:pt x="264" y="560"/>
                  </a:cubicBezTo>
                  <a:cubicBezTo>
                    <a:pt x="253" y="556"/>
                    <a:pt x="242" y="552"/>
                    <a:pt x="231" y="546"/>
                  </a:cubicBezTo>
                  <a:cubicBezTo>
                    <a:pt x="225" y="544"/>
                    <a:pt x="219" y="541"/>
                    <a:pt x="213" y="541"/>
                  </a:cubicBezTo>
                  <a:cubicBezTo>
                    <a:pt x="201" y="541"/>
                    <a:pt x="190" y="546"/>
                    <a:pt x="181" y="555"/>
                  </a:cubicBezTo>
                  <a:cubicBezTo>
                    <a:pt x="161" y="575"/>
                    <a:pt x="161" y="575"/>
                    <a:pt x="161" y="575"/>
                  </a:cubicBezTo>
                  <a:cubicBezTo>
                    <a:pt x="158" y="578"/>
                    <a:pt x="154" y="579"/>
                    <a:pt x="150" y="579"/>
                  </a:cubicBezTo>
                  <a:cubicBezTo>
                    <a:pt x="147" y="579"/>
                    <a:pt x="143" y="578"/>
                    <a:pt x="140" y="575"/>
                  </a:cubicBezTo>
                  <a:cubicBezTo>
                    <a:pt x="99" y="534"/>
                    <a:pt x="99" y="534"/>
                    <a:pt x="99" y="534"/>
                  </a:cubicBezTo>
                  <a:cubicBezTo>
                    <a:pt x="96" y="531"/>
                    <a:pt x="95" y="527"/>
                    <a:pt x="95" y="523"/>
                  </a:cubicBezTo>
                  <a:cubicBezTo>
                    <a:pt x="95" y="519"/>
                    <a:pt x="96" y="516"/>
                    <a:pt x="99" y="514"/>
                  </a:cubicBezTo>
                  <a:cubicBezTo>
                    <a:pt x="120" y="493"/>
                    <a:pt x="120" y="493"/>
                    <a:pt x="120" y="493"/>
                  </a:cubicBezTo>
                  <a:cubicBezTo>
                    <a:pt x="128" y="485"/>
                    <a:pt x="132" y="472"/>
                    <a:pt x="132" y="461"/>
                  </a:cubicBezTo>
                  <a:cubicBezTo>
                    <a:pt x="132" y="454"/>
                    <a:pt x="131" y="449"/>
                    <a:pt x="128" y="442"/>
                  </a:cubicBezTo>
                  <a:cubicBezTo>
                    <a:pt x="122" y="433"/>
                    <a:pt x="118" y="422"/>
                    <a:pt x="114" y="411"/>
                  </a:cubicBezTo>
                  <a:cubicBezTo>
                    <a:pt x="111" y="401"/>
                    <a:pt x="105" y="394"/>
                    <a:pt x="98" y="389"/>
                  </a:cubicBezTo>
                  <a:cubicBezTo>
                    <a:pt x="91" y="383"/>
                    <a:pt x="81" y="380"/>
                    <a:pt x="73" y="380"/>
                  </a:cubicBezTo>
                  <a:cubicBezTo>
                    <a:pt x="44" y="380"/>
                    <a:pt x="44" y="380"/>
                    <a:pt x="44" y="380"/>
                  </a:cubicBezTo>
                  <a:cubicBezTo>
                    <a:pt x="36" y="380"/>
                    <a:pt x="29" y="375"/>
                    <a:pt x="29" y="367"/>
                  </a:cubicBezTo>
                  <a:lnTo>
                    <a:pt x="29" y="30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7">
              <a:extLst>
                <a:ext uri="{FF2B5EF4-FFF2-40B4-BE49-F238E27FC236}">
                  <a16:creationId xmlns:a16="http://schemas.microsoft.com/office/drawing/2014/main" id="{5C4EA681-EC2C-D52C-19CB-E2F482EA9D30}"/>
                </a:ext>
              </a:extLst>
            </p:cNvPr>
            <p:cNvSpPr>
              <a:spLocks noChangeArrowheads="1"/>
            </p:cNvSpPr>
            <p:nvPr/>
          </p:nvSpPr>
          <p:spPr bwMode="auto">
            <a:xfrm>
              <a:off x="4203700" y="1274763"/>
              <a:ext cx="95250" cy="95250"/>
            </a:xfrm>
            <a:custGeom>
              <a:avLst/>
              <a:gdLst>
                <a:gd name="T0" fmla="*/ 132 w 264"/>
                <a:gd name="T1" fmla="*/ 263 h 264"/>
                <a:gd name="T2" fmla="*/ 132 w 264"/>
                <a:gd name="T3" fmla="*/ 263 h 264"/>
                <a:gd name="T4" fmla="*/ 263 w 264"/>
                <a:gd name="T5" fmla="*/ 131 h 264"/>
                <a:gd name="T6" fmla="*/ 132 w 264"/>
                <a:gd name="T7" fmla="*/ 0 h 264"/>
                <a:gd name="T8" fmla="*/ 0 w 264"/>
                <a:gd name="T9" fmla="*/ 131 h 264"/>
                <a:gd name="T10" fmla="*/ 132 w 264"/>
                <a:gd name="T11" fmla="*/ 263 h 264"/>
                <a:gd name="T12" fmla="*/ 59 w 264"/>
                <a:gd name="T13" fmla="*/ 60 h 264"/>
                <a:gd name="T14" fmla="*/ 59 w 264"/>
                <a:gd name="T15" fmla="*/ 60 h 264"/>
                <a:gd name="T16" fmla="*/ 132 w 264"/>
                <a:gd name="T17" fmla="*/ 30 h 264"/>
                <a:gd name="T18" fmla="*/ 204 w 264"/>
                <a:gd name="T19" fmla="*/ 60 h 264"/>
                <a:gd name="T20" fmla="*/ 235 w 264"/>
                <a:gd name="T21" fmla="*/ 131 h 264"/>
                <a:gd name="T22" fmla="*/ 204 w 264"/>
                <a:gd name="T23" fmla="*/ 204 h 264"/>
                <a:gd name="T24" fmla="*/ 132 w 264"/>
                <a:gd name="T25" fmla="*/ 234 h 264"/>
                <a:gd name="T26" fmla="*/ 59 w 264"/>
                <a:gd name="T27" fmla="*/ 204 h 264"/>
                <a:gd name="T28" fmla="*/ 29 w 264"/>
                <a:gd name="T29" fmla="*/ 131 h 264"/>
                <a:gd name="T30" fmla="*/ 59 w 264"/>
                <a:gd name="T31" fmla="*/ 6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4" h="264">
                  <a:moveTo>
                    <a:pt x="132" y="263"/>
                  </a:moveTo>
                  <a:lnTo>
                    <a:pt x="132" y="263"/>
                  </a:lnTo>
                  <a:cubicBezTo>
                    <a:pt x="204" y="263"/>
                    <a:pt x="263" y="204"/>
                    <a:pt x="263" y="131"/>
                  </a:cubicBezTo>
                  <a:cubicBezTo>
                    <a:pt x="263" y="59"/>
                    <a:pt x="204" y="0"/>
                    <a:pt x="132" y="0"/>
                  </a:cubicBezTo>
                  <a:cubicBezTo>
                    <a:pt x="59" y="0"/>
                    <a:pt x="0" y="59"/>
                    <a:pt x="0" y="131"/>
                  </a:cubicBezTo>
                  <a:cubicBezTo>
                    <a:pt x="0" y="204"/>
                    <a:pt x="59" y="263"/>
                    <a:pt x="132" y="263"/>
                  </a:cubicBezTo>
                  <a:close/>
                  <a:moveTo>
                    <a:pt x="59" y="60"/>
                  </a:moveTo>
                  <a:lnTo>
                    <a:pt x="59" y="60"/>
                  </a:lnTo>
                  <a:cubicBezTo>
                    <a:pt x="78" y="41"/>
                    <a:pt x="103" y="30"/>
                    <a:pt x="132" y="30"/>
                  </a:cubicBezTo>
                  <a:cubicBezTo>
                    <a:pt x="160" y="30"/>
                    <a:pt x="185" y="41"/>
                    <a:pt x="204" y="60"/>
                  </a:cubicBezTo>
                  <a:cubicBezTo>
                    <a:pt x="222" y="78"/>
                    <a:pt x="235" y="104"/>
                    <a:pt x="235" y="131"/>
                  </a:cubicBezTo>
                  <a:cubicBezTo>
                    <a:pt x="235" y="160"/>
                    <a:pt x="222" y="186"/>
                    <a:pt x="204" y="204"/>
                  </a:cubicBezTo>
                  <a:cubicBezTo>
                    <a:pt x="185" y="223"/>
                    <a:pt x="160" y="234"/>
                    <a:pt x="132" y="234"/>
                  </a:cubicBezTo>
                  <a:cubicBezTo>
                    <a:pt x="103" y="234"/>
                    <a:pt x="78" y="223"/>
                    <a:pt x="59" y="204"/>
                  </a:cubicBezTo>
                  <a:cubicBezTo>
                    <a:pt x="41" y="186"/>
                    <a:pt x="29" y="160"/>
                    <a:pt x="29" y="131"/>
                  </a:cubicBezTo>
                  <a:cubicBezTo>
                    <a:pt x="29" y="104"/>
                    <a:pt x="41" y="78"/>
                    <a:pt x="5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048765BB-928B-0105-D7D2-911704B33EA1}"/>
              </a:ext>
            </a:extLst>
          </p:cNvPr>
          <p:cNvGrpSpPr/>
          <p:nvPr/>
        </p:nvGrpSpPr>
        <p:grpSpPr>
          <a:xfrm>
            <a:off x="4765799" y="867197"/>
            <a:ext cx="254000" cy="252412"/>
            <a:chOff x="3624263" y="1201738"/>
            <a:chExt cx="254000" cy="252412"/>
          </a:xfrm>
          <a:solidFill>
            <a:schemeClr val="accent4"/>
          </a:solidFill>
        </p:grpSpPr>
        <p:sp>
          <p:nvSpPr>
            <p:cNvPr id="418" name="Freeform 348">
              <a:extLst>
                <a:ext uri="{FF2B5EF4-FFF2-40B4-BE49-F238E27FC236}">
                  <a16:creationId xmlns:a16="http://schemas.microsoft.com/office/drawing/2014/main" id="{3059BDCB-5C7E-378F-C40D-FF071D9166CA}"/>
                </a:ext>
              </a:extLst>
            </p:cNvPr>
            <p:cNvSpPr>
              <a:spLocks noChangeArrowheads="1"/>
            </p:cNvSpPr>
            <p:nvPr/>
          </p:nvSpPr>
          <p:spPr bwMode="auto">
            <a:xfrm>
              <a:off x="3624263" y="1201738"/>
              <a:ext cx="200025" cy="200025"/>
            </a:xfrm>
            <a:custGeom>
              <a:avLst/>
              <a:gdLst>
                <a:gd name="T0" fmla="*/ 71 w 557"/>
                <a:gd name="T1" fmla="*/ 352 h 557"/>
                <a:gd name="T2" fmla="*/ 39 w 557"/>
                <a:gd name="T3" fmla="*/ 413 h 557"/>
                <a:gd name="T4" fmla="*/ 142 w 557"/>
                <a:gd name="T5" fmla="*/ 516 h 557"/>
                <a:gd name="T6" fmla="*/ 204 w 557"/>
                <a:gd name="T7" fmla="*/ 542 h 557"/>
                <a:gd name="T8" fmla="*/ 336 w 557"/>
                <a:gd name="T9" fmla="*/ 556 h 557"/>
                <a:gd name="T10" fmla="*/ 351 w 557"/>
                <a:gd name="T11" fmla="*/ 485 h 557"/>
                <a:gd name="T12" fmla="*/ 433 w 557"/>
                <a:gd name="T13" fmla="*/ 516 h 557"/>
                <a:gd name="T14" fmla="*/ 516 w 557"/>
                <a:gd name="T15" fmla="*/ 413 h 557"/>
                <a:gd name="T16" fmla="*/ 540 w 557"/>
                <a:gd name="T17" fmla="*/ 352 h 557"/>
                <a:gd name="T18" fmla="*/ 556 w 557"/>
                <a:gd name="T19" fmla="*/ 220 h 557"/>
                <a:gd name="T20" fmla="*/ 484 w 557"/>
                <a:gd name="T21" fmla="*/ 205 h 557"/>
                <a:gd name="T22" fmla="*/ 520 w 557"/>
                <a:gd name="T23" fmla="*/ 133 h 557"/>
                <a:gd name="T24" fmla="*/ 422 w 557"/>
                <a:gd name="T25" fmla="*/ 36 h 557"/>
                <a:gd name="T26" fmla="*/ 351 w 557"/>
                <a:gd name="T27" fmla="*/ 72 h 557"/>
                <a:gd name="T28" fmla="*/ 336 w 557"/>
                <a:gd name="T29" fmla="*/ 0 h 557"/>
                <a:gd name="T30" fmla="*/ 204 w 557"/>
                <a:gd name="T31" fmla="*/ 15 h 557"/>
                <a:gd name="T32" fmla="*/ 142 w 557"/>
                <a:gd name="T33" fmla="*/ 40 h 557"/>
                <a:gd name="T34" fmla="*/ 39 w 557"/>
                <a:gd name="T35" fmla="*/ 124 h 557"/>
                <a:gd name="T36" fmla="*/ 71 w 557"/>
                <a:gd name="T37" fmla="*/ 205 h 557"/>
                <a:gd name="T38" fmla="*/ 0 w 557"/>
                <a:gd name="T39" fmla="*/ 220 h 557"/>
                <a:gd name="T40" fmla="*/ 13 w 557"/>
                <a:gd name="T41" fmla="*/ 352 h 557"/>
                <a:gd name="T42" fmla="*/ 81 w 557"/>
                <a:gd name="T43" fmla="*/ 235 h 557"/>
                <a:gd name="T44" fmla="*/ 108 w 557"/>
                <a:gd name="T45" fmla="*/ 170 h 557"/>
                <a:gd name="T46" fmla="*/ 170 w 557"/>
                <a:gd name="T47" fmla="*/ 109 h 557"/>
                <a:gd name="T48" fmla="*/ 179 w 557"/>
                <a:gd name="T49" fmla="*/ 113 h 557"/>
                <a:gd name="T50" fmla="*/ 185 w 557"/>
                <a:gd name="T51" fmla="*/ 111 h 557"/>
                <a:gd name="T52" fmla="*/ 223 w 557"/>
                <a:gd name="T53" fmla="*/ 96 h 557"/>
                <a:gd name="T54" fmla="*/ 321 w 557"/>
                <a:gd name="T55" fmla="*/ 29 h 557"/>
                <a:gd name="T56" fmla="*/ 368 w 557"/>
                <a:gd name="T57" fmla="*/ 111 h 557"/>
                <a:gd name="T58" fmla="*/ 374 w 557"/>
                <a:gd name="T59" fmla="*/ 113 h 557"/>
                <a:gd name="T60" fmla="*/ 385 w 557"/>
                <a:gd name="T61" fmla="*/ 109 h 557"/>
                <a:gd name="T62" fmla="*/ 422 w 557"/>
                <a:gd name="T63" fmla="*/ 72 h 557"/>
                <a:gd name="T64" fmla="*/ 444 w 557"/>
                <a:gd name="T65" fmla="*/ 188 h 557"/>
                <a:gd name="T66" fmla="*/ 527 w 557"/>
                <a:gd name="T67" fmla="*/ 235 h 557"/>
                <a:gd name="T68" fmla="*/ 459 w 557"/>
                <a:gd name="T69" fmla="*/ 332 h 557"/>
                <a:gd name="T70" fmla="*/ 444 w 557"/>
                <a:gd name="T71" fmla="*/ 371 h 557"/>
                <a:gd name="T72" fmla="*/ 447 w 557"/>
                <a:gd name="T73" fmla="*/ 384 h 557"/>
                <a:gd name="T74" fmla="*/ 447 w 557"/>
                <a:gd name="T75" fmla="*/ 387 h 557"/>
                <a:gd name="T76" fmla="*/ 385 w 557"/>
                <a:gd name="T77" fmla="*/ 449 h 557"/>
                <a:gd name="T78" fmla="*/ 321 w 557"/>
                <a:gd name="T79" fmla="*/ 475 h 557"/>
                <a:gd name="T80" fmla="*/ 233 w 557"/>
                <a:gd name="T81" fmla="*/ 475 h 557"/>
                <a:gd name="T82" fmla="*/ 170 w 557"/>
                <a:gd name="T83" fmla="*/ 449 h 557"/>
                <a:gd name="T84" fmla="*/ 108 w 557"/>
                <a:gd name="T85" fmla="*/ 386 h 557"/>
                <a:gd name="T86" fmla="*/ 101 w 557"/>
                <a:gd name="T87" fmla="*/ 350 h 557"/>
                <a:gd name="T88" fmla="*/ 28 w 557"/>
                <a:gd name="T89" fmla="*/ 323 h 5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57" h="557">
                  <a:moveTo>
                    <a:pt x="13" y="352"/>
                  </a:moveTo>
                  <a:lnTo>
                    <a:pt x="13" y="352"/>
                  </a:lnTo>
                  <a:cubicBezTo>
                    <a:pt x="71" y="352"/>
                    <a:pt x="71" y="352"/>
                    <a:pt x="71" y="352"/>
                  </a:cubicBezTo>
                  <a:cubicBezTo>
                    <a:pt x="72" y="357"/>
                    <a:pt x="75" y="363"/>
                    <a:pt x="77" y="368"/>
                  </a:cubicBezTo>
                  <a:cubicBezTo>
                    <a:pt x="78" y="369"/>
                    <a:pt x="79" y="371"/>
                    <a:pt x="79" y="373"/>
                  </a:cubicBezTo>
                  <a:cubicBezTo>
                    <a:pt x="39" y="413"/>
                    <a:pt x="39" y="413"/>
                    <a:pt x="39" y="413"/>
                  </a:cubicBezTo>
                  <a:cubicBezTo>
                    <a:pt x="34" y="419"/>
                    <a:pt x="34" y="428"/>
                    <a:pt x="39" y="434"/>
                  </a:cubicBezTo>
                  <a:cubicBezTo>
                    <a:pt x="122" y="516"/>
                    <a:pt x="122" y="516"/>
                    <a:pt x="122" y="516"/>
                  </a:cubicBezTo>
                  <a:cubicBezTo>
                    <a:pt x="127" y="522"/>
                    <a:pt x="137" y="522"/>
                    <a:pt x="142" y="516"/>
                  </a:cubicBezTo>
                  <a:cubicBezTo>
                    <a:pt x="184" y="476"/>
                    <a:pt x="184" y="476"/>
                    <a:pt x="184" y="476"/>
                  </a:cubicBezTo>
                  <a:cubicBezTo>
                    <a:pt x="190" y="479"/>
                    <a:pt x="197" y="483"/>
                    <a:pt x="204" y="485"/>
                  </a:cubicBezTo>
                  <a:cubicBezTo>
                    <a:pt x="204" y="542"/>
                    <a:pt x="204" y="542"/>
                    <a:pt x="204" y="542"/>
                  </a:cubicBezTo>
                  <a:cubicBezTo>
                    <a:pt x="204" y="546"/>
                    <a:pt x="206" y="549"/>
                    <a:pt x="208" y="552"/>
                  </a:cubicBezTo>
                  <a:cubicBezTo>
                    <a:pt x="211" y="555"/>
                    <a:pt x="215" y="556"/>
                    <a:pt x="219" y="556"/>
                  </a:cubicBezTo>
                  <a:cubicBezTo>
                    <a:pt x="336" y="556"/>
                    <a:pt x="336" y="556"/>
                    <a:pt x="336" y="556"/>
                  </a:cubicBezTo>
                  <a:cubicBezTo>
                    <a:pt x="340" y="556"/>
                    <a:pt x="344" y="555"/>
                    <a:pt x="347" y="552"/>
                  </a:cubicBezTo>
                  <a:cubicBezTo>
                    <a:pt x="350" y="549"/>
                    <a:pt x="351" y="546"/>
                    <a:pt x="351" y="542"/>
                  </a:cubicBezTo>
                  <a:cubicBezTo>
                    <a:pt x="351" y="485"/>
                    <a:pt x="351" y="485"/>
                    <a:pt x="351" y="485"/>
                  </a:cubicBezTo>
                  <a:cubicBezTo>
                    <a:pt x="358" y="483"/>
                    <a:pt x="365" y="479"/>
                    <a:pt x="372" y="476"/>
                  </a:cubicBezTo>
                  <a:cubicBezTo>
                    <a:pt x="411" y="516"/>
                    <a:pt x="411" y="516"/>
                    <a:pt x="411" y="516"/>
                  </a:cubicBezTo>
                  <a:cubicBezTo>
                    <a:pt x="418" y="522"/>
                    <a:pt x="427" y="522"/>
                    <a:pt x="433" y="516"/>
                  </a:cubicBezTo>
                  <a:cubicBezTo>
                    <a:pt x="516" y="434"/>
                    <a:pt x="516" y="434"/>
                    <a:pt x="516" y="434"/>
                  </a:cubicBezTo>
                  <a:cubicBezTo>
                    <a:pt x="519" y="431"/>
                    <a:pt x="520" y="427"/>
                    <a:pt x="520" y="423"/>
                  </a:cubicBezTo>
                  <a:cubicBezTo>
                    <a:pt x="520" y="420"/>
                    <a:pt x="519" y="416"/>
                    <a:pt x="516" y="413"/>
                  </a:cubicBezTo>
                  <a:cubicBezTo>
                    <a:pt x="476" y="373"/>
                    <a:pt x="476" y="373"/>
                    <a:pt x="476" y="373"/>
                  </a:cubicBezTo>
                  <a:cubicBezTo>
                    <a:pt x="479" y="367"/>
                    <a:pt x="481" y="358"/>
                    <a:pt x="484" y="352"/>
                  </a:cubicBezTo>
                  <a:cubicBezTo>
                    <a:pt x="540" y="352"/>
                    <a:pt x="540" y="352"/>
                    <a:pt x="540" y="352"/>
                  </a:cubicBezTo>
                  <a:cubicBezTo>
                    <a:pt x="545" y="352"/>
                    <a:pt x="549" y="350"/>
                    <a:pt x="551" y="347"/>
                  </a:cubicBezTo>
                  <a:cubicBezTo>
                    <a:pt x="554" y="345"/>
                    <a:pt x="556" y="341"/>
                    <a:pt x="556" y="336"/>
                  </a:cubicBezTo>
                  <a:cubicBezTo>
                    <a:pt x="556" y="220"/>
                    <a:pt x="556" y="220"/>
                    <a:pt x="556" y="220"/>
                  </a:cubicBezTo>
                  <a:cubicBezTo>
                    <a:pt x="556" y="216"/>
                    <a:pt x="554" y="213"/>
                    <a:pt x="551" y="210"/>
                  </a:cubicBezTo>
                  <a:cubicBezTo>
                    <a:pt x="549" y="207"/>
                    <a:pt x="545" y="205"/>
                    <a:pt x="540" y="205"/>
                  </a:cubicBezTo>
                  <a:cubicBezTo>
                    <a:pt x="484" y="205"/>
                    <a:pt x="484" y="205"/>
                    <a:pt x="484" y="205"/>
                  </a:cubicBezTo>
                  <a:cubicBezTo>
                    <a:pt x="481" y="198"/>
                    <a:pt x="479" y="191"/>
                    <a:pt x="476" y="184"/>
                  </a:cubicBezTo>
                  <a:cubicBezTo>
                    <a:pt x="516" y="144"/>
                    <a:pt x="516" y="144"/>
                    <a:pt x="516" y="144"/>
                  </a:cubicBezTo>
                  <a:cubicBezTo>
                    <a:pt x="519" y="142"/>
                    <a:pt x="520" y="137"/>
                    <a:pt x="520" y="133"/>
                  </a:cubicBezTo>
                  <a:cubicBezTo>
                    <a:pt x="520" y="129"/>
                    <a:pt x="519" y="126"/>
                    <a:pt x="516" y="124"/>
                  </a:cubicBezTo>
                  <a:cubicBezTo>
                    <a:pt x="433" y="40"/>
                    <a:pt x="433" y="40"/>
                    <a:pt x="433" y="40"/>
                  </a:cubicBezTo>
                  <a:cubicBezTo>
                    <a:pt x="431" y="37"/>
                    <a:pt x="427" y="36"/>
                    <a:pt x="422" y="36"/>
                  </a:cubicBezTo>
                  <a:cubicBezTo>
                    <a:pt x="418" y="36"/>
                    <a:pt x="414" y="37"/>
                    <a:pt x="411" y="40"/>
                  </a:cubicBezTo>
                  <a:cubicBezTo>
                    <a:pt x="372" y="81"/>
                    <a:pt x="372" y="81"/>
                    <a:pt x="372" y="81"/>
                  </a:cubicBezTo>
                  <a:cubicBezTo>
                    <a:pt x="365" y="77"/>
                    <a:pt x="358" y="74"/>
                    <a:pt x="351" y="72"/>
                  </a:cubicBezTo>
                  <a:cubicBezTo>
                    <a:pt x="351" y="15"/>
                    <a:pt x="351" y="15"/>
                    <a:pt x="351" y="15"/>
                  </a:cubicBezTo>
                  <a:cubicBezTo>
                    <a:pt x="351" y="11"/>
                    <a:pt x="350" y="7"/>
                    <a:pt x="347" y="4"/>
                  </a:cubicBezTo>
                  <a:cubicBezTo>
                    <a:pt x="344" y="2"/>
                    <a:pt x="340" y="0"/>
                    <a:pt x="336" y="0"/>
                  </a:cubicBezTo>
                  <a:cubicBezTo>
                    <a:pt x="219" y="0"/>
                    <a:pt x="219" y="0"/>
                    <a:pt x="219" y="0"/>
                  </a:cubicBezTo>
                  <a:cubicBezTo>
                    <a:pt x="215" y="0"/>
                    <a:pt x="211" y="2"/>
                    <a:pt x="208" y="4"/>
                  </a:cubicBezTo>
                  <a:cubicBezTo>
                    <a:pt x="206" y="7"/>
                    <a:pt x="204" y="11"/>
                    <a:pt x="204" y="15"/>
                  </a:cubicBezTo>
                  <a:cubicBezTo>
                    <a:pt x="204" y="72"/>
                    <a:pt x="204" y="72"/>
                    <a:pt x="204" y="72"/>
                  </a:cubicBezTo>
                  <a:cubicBezTo>
                    <a:pt x="197" y="74"/>
                    <a:pt x="190" y="77"/>
                    <a:pt x="184" y="81"/>
                  </a:cubicBezTo>
                  <a:cubicBezTo>
                    <a:pt x="142" y="40"/>
                    <a:pt x="142" y="40"/>
                    <a:pt x="142" y="40"/>
                  </a:cubicBezTo>
                  <a:cubicBezTo>
                    <a:pt x="140" y="37"/>
                    <a:pt x="137" y="36"/>
                    <a:pt x="133" y="36"/>
                  </a:cubicBezTo>
                  <a:cubicBezTo>
                    <a:pt x="129" y="36"/>
                    <a:pt x="125" y="37"/>
                    <a:pt x="122" y="40"/>
                  </a:cubicBezTo>
                  <a:cubicBezTo>
                    <a:pt x="39" y="124"/>
                    <a:pt x="39" y="124"/>
                    <a:pt x="39" y="124"/>
                  </a:cubicBezTo>
                  <a:cubicBezTo>
                    <a:pt x="34" y="129"/>
                    <a:pt x="34" y="139"/>
                    <a:pt x="39" y="144"/>
                  </a:cubicBezTo>
                  <a:cubicBezTo>
                    <a:pt x="79" y="184"/>
                    <a:pt x="79" y="184"/>
                    <a:pt x="79" y="184"/>
                  </a:cubicBezTo>
                  <a:cubicBezTo>
                    <a:pt x="77" y="191"/>
                    <a:pt x="74" y="198"/>
                    <a:pt x="71" y="205"/>
                  </a:cubicBezTo>
                  <a:cubicBezTo>
                    <a:pt x="13" y="205"/>
                    <a:pt x="13" y="205"/>
                    <a:pt x="13" y="205"/>
                  </a:cubicBezTo>
                  <a:cubicBezTo>
                    <a:pt x="11" y="205"/>
                    <a:pt x="7" y="207"/>
                    <a:pt x="4" y="210"/>
                  </a:cubicBezTo>
                  <a:cubicBezTo>
                    <a:pt x="1" y="213"/>
                    <a:pt x="0" y="216"/>
                    <a:pt x="0" y="220"/>
                  </a:cubicBezTo>
                  <a:cubicBezTo>
                    <a:pt x="0" y="336"/>
                    <a:pt x="0" y="336"/>
                    <a:pt x="0" y="336"/>
                  </a:cubicBezTo>
                  <a:cubicBezTo>
                    <a:pt x="0" y="341"/>
                    <a:pt x="1" y="345"/>
                    <a:pt x="4" y="347"/>
                  </a:cubicBezTo>
                  <a:cubicBezTo>
                    <a:pt x="7" y="350"/>
                    <a:pt x="11" y="352"/>
                    <a:pt x="13" y="352"/>
                  </a:cubicBezTo>
                  <a:close/>
                  <a:moveTo>
                    <a:pt x="28" y="235"/>
                  </a:moveTo>
                  <a:lnTo>
                    <a:pt x="28" y="235"/>
                  </a:lnTo>
                  <a:cubicBezTo>
                    <a:pt x="81" y="235"/>
                    <a:pt x="81" y="235"/>
                    <a:pt x="81" y="235"/>
                  </a:cubicBezTo>
                  <a:cubicBezTo>
                    <a:pt x="88" y="235"/>
                    <a:pt x="93" y="231"/>
                    <a:pt x="94" y="224"/>
                  </a:cubicBezTo>
                  <a:cubicBezTo>
                    <a:pt x="98" y="212"/>
                    <a:pt x="104" y="199"/>
                    <a:pt x="109" y="188"/>
                  </a:cubicBezTo>
                  <a:cubicBezTo>
                    <a:pt x="114" y="183"/>
                    <a:pt x="112" y="176"/>
                    <a:pt x="108" y="170"/>
                  </a:cubicBezTo>
                  <a:cubicBezTo>
                    <a:pt x="71" y="133"/>
                    <a:pt x="71" y="133"/>
                    <a:pt x="71" y="133"/>
                  </a:cubicBezTo>
                  <a:cubicBezTo>
                    <a:pt x="133" y="72"/>
                    <a:pt x="133" y="72"/>
                    <a:pt x="133" y="72"/>
                  </a:cubicBezTo>
                  <a:cubicBezTo>
                    <a:pt x="170" y="109"/>
                    <a:pt x="170" y="109"/>
                    <a:pt x="170" y="109"/>
                  </a:cubicBezTo>
                  <a:lnTo>
                    <a:pt x="170" y="109"/>
                  </a:lnTo>
                  <a:cubicBezTo>
                    <a:pt x="171" y="110"/>
                    <a:pt x="173" y="111"/>
                    <a:pt x="174" y="111"/>
                  </a:cubicBezTo>
                  <a:cubicBezTo>
                    <a:pt x="175" y="113"/>
                    <a:pt x="178" y="113"/>
                    <a:pt x="179" y="113"/>
                  </a:cubicBezTo>
                  <a:lnTo>
                    <a:pt x="179" y="113"/>
                  </a:lnTo>
                  <a:lnTo>
                    <a:pt x="179" y="113"/>
                  </a:lnTo>
                  <a:cubicBezTo>
                    <a:pt x="182" y="113"/>
                    <a:pt x="184" y="113"/>
                    <a:pt x="185" y="111"/>
                  </a:cubicBezTo>
                  <a:lnTo>
                    <a:pt x="186" y="111"/>
                  </a:lnTo>
                  <a:cubicBezTo>
                    <a:pt x="186" y="111"/>
                    <a:pt x="186" y="111"/>
                    <a:pt x="188" y="111"/>
                  </a:cubicBezTo>
                  <a:cubicBezTo>
                    <a:pt x="199" y="104"/>
                    <a:pt x="211" y="100"/>
                    <a:pt x="223" y="96"/>
                  </a:cubicBezTo>
                  <a:cubicBezTo>
                    <a:pt x="229" y="93"/>
                    <a:pt x="233" y="88"/>
                    <a:pt x="233" y="82"/>
                  </a:cubicBezTo>
                  <a:cubicBezTo>
                    <a:pt x="233" y="29"/>
                    <a:pt x="233" y="29"/>
                    <a:pt x="233" y="29"/>
                  </a:cubicBezTo>
                  <a:cubicBezTo>
                    <a:pt x="321" y="29"/>
                    <a:pt x="321" y="29"/>
                    <a:pt x="321" y="29"/>
                  </a:cubicBezTo>
                  <a:cubicBezTo>
                    <a:pt x="321" y="82"/>
                    <a:pt x="321" y="82"/>
                    <a:pt x="321" y="82"/>
                  </a:cubicBezTo>
                  <a:cubicBezTo>
                    <a:pt x="321" y="88"/>
                    <a:pt x="325" y="93"/>
                    <a:pt x="332" y="96"/>
                  </a:cubicBezTo>
                  <a:cubicBezTo>
                    <a:pt x="344" y="100"/>
                    <a:pt x="357" y="104"/>
                    <a:pt x="368" y="111"/>
                  </a:cubicBezTo>
                  <a:cubicBezTo>
                    <a:pt x="369" y="111"/>
                    <a:pt x="369" y="111"/>
                    <a:pt x="369" y="111"/>
                  </a:cubicBezTo>
                  <a:lnTo>
                    <a:pt x="370" y="111"/>
                  </a:lnTo>
                  <a:cubicBezTo>
                    <a:pt x="372" y="113"/>
                    <a:pt x="373" y="113"/>
                    <a:pt x="374" y="113"/>
                  </a:cubicBezTo>
                  <a:cubicBezTo>
                    <a:pt x="376" y="113"/>
                    <a:pt x="376" y="113"/>
                    <a:pt x="376" y="113"/>
                  </a:cubicBezTo>
                  <a:cubicBezTo>
                    <a:pt x="379" y="113"/>
                    <a:pt x="381" y="111"/>
                    <a:pt x="384" y="110"/>
                  </a:cubicBezTo>
                  <a:cubicBezTo>
                    <a:pt x="384" y="109"/>
                    <a:pt x="385" y="109"/>
                    <a:pt x="385" y="109"/>
                  </a:cubicBezTo>
                  <a:lnTo>
                    <a:pt x="385" y="109"/>
                  </a:lnTo>
                  <a:lnTo>
                    <a:pt x="385" y="109"/>
                  </a:lnTo>
                  <a:cubicBezTo>
                    <a:pt x="422" y="72"/>
                    <a:pt x="422" y="72"/>
                    <a:pt x="422" y="72"/>
                  </a:cubicBezTo>
                  <a:cubicBezTo>
                    <a:pt x="484" y="133"/>
                    <a:pt x="484" y="133"/>
                    <a:pt x="484" y="133"/>
                  </a:cubicBezTo>
                  <a:cubicBezTo>
                    <a:pt x="447" y="170"/>
                    <a:pt x="447" y="170"/>
                    <a:pt x="447" y="170"/>
                  </a:cubicBezTo>
                  <a:cubicBezTo>
                    <a:pt x="443" y="176"/>
                    <a:pt x="442" y="183"/>
                    <a:pt x="444" y="188"/>
                  </a:cubicBezTo>
                  <a:cubicBezTo>
                    <a:pt x="451" y="199"/>
                    <a:pt x="457" y="212"/>
                    <a:pt x="459" y="224"/>
                  </a:cubicBezTo>
                  <a:cubicBezTo>
                    <a:pt x="462" y="231"/>
                    <a:pt x="468" y="235"/>
                    <a:pt x="475" y="235"/>
                  </a:cubicBezTo>
                  <a:cubicBezTo>
                    <a:pt x="527" y="235"/>
                    <a:pt x="527" y="235"/>
                    <a:pt x="527" y="235"/>
                  </a:cubicBezTo>
                  <a:cubicBezTo>
                    <a:pt x="527" y="323"/>
                    <a:pt x="527" y="323"/>
                    <a:pt x="527" y="323"/>
                  </a:cubicBezTo>
                  <a:cubicBezTo>
                    <a:pt x="475" y="323"/>
                    <a:pt x="475" y="323"/>
                    <a:pt x="475" y="323"/>
                  </a:cubicBezTo>
                  <a:cubicBezTo>
                    <a:pt x="468" y="323"/>
                    <a:pt x="462" y="327"/>
                    <a:pt x="459" y="332"/>
                  </a:cubicBezTo>
                  <a:cubicBezTo>
                    <a:pt x="457" y="346"/>
                    <a:pt x="451" y="357"/>
                    <a:pt x="444" y="369"/>
                  </a:cubicBezTo>
                  <a:lnTo>
                    <a:pt x="444" y="369"/>
                  </a:lnTo>
                  <a:cubicBezTo>
                    <a:pt x="444" y="371"/>
                    <a:pt x="444" y="371"/>
                    <a:pt x="444" y="371"/>
                  </a:cubicBezTo>
                  <a:cubicBezTo>
                    <a:pt x="443" y="372"/>
                    <a:pt x="443" y="375"/>
                    <a:pt x="443" y="376"/>
                  </a:cubicBezTo>
                  <a:lnTo>
                    <a:pt x="443" y="376"/>
                  </a:lnTo>
                  <a:cubicBezTo>
                    <a:pt x="443" y="379"/>
                    <a:pt x="444" y="383"/>
                    <a:pt x="447" y="384"/>
                  </a:cubicBezTo>
                  <a:cubicBezTo>
                    <a:pt x="447" y="386"/>
                    <a:pt x="447" y="386"/>
                    <a:pt x="447" y="387"/>
                  </a:cubicBezTo>
                  <a:lnTo>
                    <a:pt x="447" y="387"/>
                  </a:lnTo>
                  <a:lnTo>
                    <a:pt x="447" y="387"/>
                  </a:lnTo>
                  <a:cubicBezTo>
                    <a:pt x="484" y="423"/>
                    <a:pt x="484" y="423"/>
                    <a:pt x="484" y="423"/>
                  </a:cubicBezTo>
                  <a:cubicBezTo>
                    <a:pt x="422" y="486"/>
                    <a:pt x="422" y="486"/>
                    <a:pt x="422" y="486"/>
                  </a:cubicBezTo>
                  <a:cubicBezTo>
                    <a:pt x="385" y="449"/>
                    <a:pt x="385" y="449"/>
                    <a:pt x="385" y="449"/>
                  </a:cubicBezTo>
                  <a:cubicBezTo>
                    <a:pt x="381" y="444"/>
                    <a:pt x="373" y="444"/>
                    <a:pt x="368" y="446"/>
                  </a:cubicBezTo>
                  <a:cubicBezTo>
                    <a:pt x="357" y="452"/>
                    <a:pt x="344" y="457"/>
                    <a:pt x="332" y="461"/>
                  </a:cubicBezTo>
                  <a:cubicBezTo>
                    <a:pt x="325" y="463"/>
                    <a:pt x="321" y="468"/>
                    <a:pt x="321" y="475"/>
                  </a:cubicBezTo>
                  <a:cubicBezTo>
                    <a:pt x="321" y="527"/>
                    <a:pt x="321" y="527"/>
                    <a:pt x="321" y="527"/>
                  </a:cubicBezTo>
                  <a:cubicBezTo>
                    <a:pt x="233" y="527"/>
                    <a:pt x="233" y="527"/>
                    <a:pt x="233" y="527"/>
                  </a:cubicBezTo>
                  <a:cubicBezTo>
                    <a:pt x="233" y="475"/>
                    <a:pt x="233" y="475"/>
                    <a:pt x="233" y="475"/>
                  </a:cubicBezTo>
                  <a:cubicBezTo>
                    <a:pt x="233" y="468"/>
                    <a:pt x="229" y="463"/>
                    <a:pt x="223" y="461"/>
                  </a:cubicBezTo>
                  <a:cubicBezTo>
                    <a:pt x="211" y="457"/>
                    <a:pt x="199" y="452"/>
                    <a:pt x="188" y="446"/>
                  </a:cubicBezTo>
                  <a:cubicBezTo>
                    <a:pt x="181" y="444"/>
                    <a:pt x="174" y="444"/>
                    <a:pt x="170" y="449"/>
                  </a:cubicBezTo>
                  <a:cubicBezTo>
                    <a:pt x="133" y="486"/>
                    <a:pt x="133" y="486"/>
                    <a:pt x="133" y="486"/>
                  </a:cubicBezTo>
                  <a:cubicBezTo>
                    <a:pt x="71" y="423"/>
                    <a:pt x="71" y="423"/>
                    <a:pt x="71" y="423"/>
                  </a:cubicBezTo>
                  <a:cubicBezTo>
                    <a:pt x="108" y="386"/>
                    <a:pt x="108" y="386"/>
                    <a:pt x="108" y="386"/>
                  </a:cubicBezTo>
                  <a:cubicBezTo>
                    <a:pt x="112" y="382"/>
                    <a:pt x="114" y="375"/>
                    <a:pt x="111" y="369"/>
                  </a:cubicBezTo>
                  <a:cubicBezTo>
                    <a:pt x="111" y="369"/>
                    <a:pt x="109" y="368"/>
                    <a:pt x="108" y="365"/>
                  </a:cubicBezTo>
                  <a:cubicBezTo>
                    <a:pt x="107" y="363"/>
                    <a:pt x="104" y="356"/>
                    <a:pt x="101" y="350"/>
                  </a:cubicBezTo>
                  <a:cubicBezTo>
                    <a:pt x="98" y="343"/>
                    <a:pt x="96" y="336"/>
                    <a:pt x="94" y="332"/>
                  </a:cubicBezTo>
                  <a:cubicBezTo>
                    <a:pt x="93" y="327"/>
                    <a:pt x="88" y="323"/>
                    <a:pt x="81" y="323"/>
                  </a:cubicBezTo>
                  <a:cubicBezTo>
                    <a:pt x="28" y="323"/>
                    <a:pt x="28" y="323"/>
                    <a:pt x="28" y="323"/>
                  </a:cubicBezTo>
                  <a:lnTo>
                    <a:pt x="28" y="23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9">
              <a:extLst>
                <a:ext uri="{FF2B5EF4-FFF2-40B4-BE49-F238E27FC236}">
                  <a16:creationId xmlns:a16="http://schemas.microsoft.com/office/drawing/2014/main" id="{259753C1-F538-8BE4-23FD-9CB7C27F690C}"/>
                </a:ext>
              </a:extLst>
            </p:cNvPr>
            <p:cNvSpPr>
              <a:spLocks noChangeArrowheads="1"/>
            </p:cNvSpPr>
            <p:nvPr/>
          </p:nvSpPr>
          <p:spPr bwMode="auto">
            <a:xfrm>
              <a:off x="3708400" y="1279525"/>
              <a:ext cx="169863" cy="174625"/>
            </a:xfrm>
            <a:custGeom>
              <a:avLst/>
              <a:gdLst>
                <a:gd name="T0" fmla="*/ 331 w 470"/>
                <a:gd name="T1" fmla="*/ 26 h 487"/>
                <a:gd name="T2" fmla="*/ 331 w 470"/>
                <a:gd name="T3" fmla="*/ 26 h 487"/>
                <a:gd name="T4" fmla="*/ 399 w 470"/>
                <a:gd name="T5" fmla="*/ 96 h 487"/>
                <a:gd name="T6" fmla="*/ 364 w 470"/>
                <a:gd name="T7" fmla="*/ 130 h 487"/>
                <a:gd name="T8" fmla="*/ 362 w 470"/>
                <a:gd name="T9" fmla="*/ 148 h 487"/>
                <a:gd name="T10" fmla="*/ 376 w 470"/>
                <a:gd name="T11" fmla="*/ 183 h 487"/>
                <a:gd name="T12" fmla="*/ 390 w 470"/>
                <a:gd name="T13" fmla="*/ 194 h 487"/>
                <a:gd name="T14" fmla="*/ 439 w 470"/>
                <a:gd name="T15" fmla="*/ 194 h 487"/>
                <a:gd name="T16" fmla="*/ 439 w 470"/>
                <a:gd name="T17" fmla="*/ 268 h 487"/>
                <a:gd name="T18" fmla="*/ 393 w 470"/>
                <a:gd name="T19" fmla="*/ 270 h 487"/>
                <a:gd name="T20" fmla="*/ 380 w 470"/>
                <a:gd name="T21" fmla="*/ 279 h 487"/>
                <a:gd name="T22" fmla="*/ 364 w 470"/>
                <a:gd name="T23" fmla="*/ 313 h 487"/>
                <a:gd name="T24" fmla="*/ 368 w 470"/>
                <a:gd name="T25" fmla="*/ 331 h 487"/>
                <a:gd name="T26" fmla="*/ 410 w 470"/>
                <a:gd name="T27" fmla="*/ 367 h 487"/>
                <a:gd name="T28" fmla="*/ 361 w 470"/>
                <a:gd name="T29" fmla="*/ 419 h 487"/>
                <a:gd name="T30" fmla="*/ 327 w 470"/>
                <a:gd name="T31" fmla="*/ 387 h 487"/>
                <a:gd name="T32" fmla="*/ 310 w 470"/>
                <a:gd name="T33" fmla="*/ 384 h 487"/>
                <a:gd name="T34" fmla="*/ 275 w 470"/>
                <a:gd name="T35" fmla="*/ 398 h 487"/>
                <a:gd name="T36" fmla="*/ 264 w 470"/>
                <a:gd name="T37" fmla="*/ 412 h 487"/>
                <a:gd name="T38" fmla="*/ 264 w 470"/>
                <a:gd name="T39" fmla="*/ 457 h 487"/>
                <a:gd name="T40" fmla="*/ 176 w 470"/>
                <a:gd name="T41" fmla="*/ 457 h 487"/>
                <a:gd name="T42" fmla="*/ 176 w 470"/>
                <a:gd name="T43" fmla="*/ 415 h 487"/>
                <a:gd name="T44" fmla="*/ 166 w 470"/>
                <a:gd name="T45" fmla="*/ 399 h 487"/>
                <a:gd name="T46" fmla="*/ 135 w 470"/>
                <a:gd name="T47" fmla="*/ 387 h 487"/>
                <a:gd name="T48" fmla="*/ 118 w 470"/>
                <a:gd name="T49" fmla="*/ 390 h 487"/>
                <a:gd name="T50" fmla="*/ 88 w 470"/>
                <a:gd name="T51" fmla="*/ 420 h 487"/>
                <a:gd name="T52" fmla="*/ 27 w 470"/>
                <a:gd name="T53" fmla="*/ 360 h 487"/>
                <a:gd name="T54" fmla="*/ 7 w 470"/>
                <a:gd name="T55" fmla="*/ 360 h 487"/>
                <a:gd name="T56" fmla="*/ 7 w 470"/>
                <a:gd name="T57" fmla="*/ 380 h 487"/>
                <a:gd name="T58" fmla="*/ 77 w 470"/>
                <a:gd name="T59" fmla="*/ 452 h 487"/>
                <a:gd name="T60" fmla="*/ 97 w 470"/>
                <a:gd name="T61" fmla="*/ 452 h 487"/>
                <a:gd name="T62" fmla="*/ 132 w 470"/>
                <a:gd name="T63" fmla="*/ 417 h 487"/>
                <a:gd name="T64" fmla="*/ 147 w 470"/>
                <a:gd name="T65" fmla="*/ 424 h 487"/>
                <a:gd name="T66" fmla="*/ 147 w 470"/>
                <a:gd name="T67" fmla="*/ 471 h 487"/>
                <a:gd name="T68" fmla="*/ 151 w 470"/>
                <a:gd name="T69" fmla="*/ 482 h 487"/>
                <a:gd name="T70" fmla="*/ 162 w 470"/>
                <a:gd name="T71" fmla="*/ 486 h 487"/>
                <a:gd name="T72" fmla="*/ 279 w 470"/>
                <a:gd name="T73" fmla="*/ 486 h 487"/>
                <a:gd name="T74" fmla="*/ 290 w 470"/>
                <a:gd name="T75" fmla="*/ 482 h 487"/>
                <a:gd name="T76" fmla="*/ 294 w 470"/>
                <a:gd name="T77" fmla="*/ 471 h 487"/>
                <a:gd name="T78" fmla="*/ 294 w 470"/>
                <a:gd name="T79" fmla="*/ 423 h 487"/>
                <a:gd name="T80" fmla="*/ 313 w 470"/>
                <a:gd name="T81" fmla="*/ 415 h 487"/>
                <a:gd name="T82" fmla="*/ 351 w 470"/>
                <a:gd name="T83" fmla="*/ 450 h 487"/>
                <a:gd name="T84" fmla="*/ 372 w 470"/>
                <a:gd name="T85" fmla="*/ 450 h 487"/>
                <a:gd name="T86" fmla="*/ 443 w 470"/>
                <a:gd name="T87" fmla="*/ 375 h 487"/>
                <a:gd name="T88" fmla="*/ 448 w 470"/>
                <a:gd name="T89" fmla="*/ 364 h 487"/>
                <a:gd name="T90" fmla="*/ 442 w 470"/>
                <a:gd name="T91" fmla="*/ 353 h 487"/>
                <a:gd name="T92" fmla="*/ 395 w 470"/>
                <a:gd name="T93" fmla="*/ 316 h 487"/>
                <a:gd name="T94" fmla="*/ 402 w 470"/>
                <a:gd name="T95" fmla="*/ 299 h 487"/>
                <a:gd name="T96" fmla="*/ 456 w 470"/>
                <a:gd name="T97" fmla="*/ 297 h 487"/>
                <a:gd name="T98" fmla="*/ 469 w 470"/>
                <a:gd name="T99" fmla="*/ 281 h 487"/>
                <a:gd name="T100" fmla="*/ 469 w 470"/>
                <a:gd name="T101" fmla="*/ 178 h 487"/>
                <a:gd name="T102" fmla="*/ 465 w 470"/>
                <a:gd name="T103" fmla="*/ 169 h 487"/>
                <a:gd name="T104" fmla="*/ 454 w 470"/>
                <a:gd name="T105" fmla="*/ 163 h 487"/>
                <a:gd name="T106" fmla="*/ 401 w 470"/>
                <a:gd name="T107" fmla="*/ 163 h 487"/>
                <a:gd name="T108" fmla="*/ 393 w 470"/>
                <a:gd name="T109" fmla="*/ 144 h 487"/>
                <a:gd name="T110" fmla="*/ 431 w 470"/>
                <a:gd name="T111" fmla="*/ 106 h 487"/>
                <a:gd name="T112" fmla="*/ 431 w 470"/>
                <a:gd name="T113" fmla="*/ 85 h 487"/>
                <a:gd name="T114" fmla="*/ 351 w 470"/>
                <a:gd name="T115" fmla="*/ 6 h 487"/>
                <a:gd name="T116" fmla="*/ 331 w 470"/>
                <a:gd name="T117" fmla="*/ 6 h 487"/>
                <a:gd name="T118" fmla="*/ 331 w 470"/>
                <a:gd name="T119" fmla="*/ 26 h 4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70" h="487">
                  <a:moveTo>
                    <a:pt x="331" y="26"/>
                  </a:moveTo>
                  <a:lnTo>
                    <a:pt x="331" y="26"/>
                  </a:lnTo>
                  <a:cubicBezTo>
                    <a:pt x="399" y="96"/>
                    <a:pt x="399" y="96"/>
                    <a:pt x="399" y="96"/>
                  </a:cubicBezTo>
                  <a:cubicBezTo>
                    <a:pt x="364" y="130"/>
                    <a:pt x="364" y="130"/>
                    <a:pt x="364" y="130"/>
                  </a:cubicBezTo>
                  <a:cubicBezTo>
                    <a:pt x="360" y="136"/>
                    <a:pt x="358" y="143"/>
                    <a:pt x="362" y="148"/>
                  </a:cubicBezTo>
                  <a:cubicBezTo>
                    <a:pt x="368" y="159"/>
                    <a:pt x="372" y="170"/>
                    <a:pt x="376" y="183"/>
                  </a:cubicBezTo>
                  <a:cubicBezTo>
                    <a:pt x="377" y="189"/>
                    <a:pt x="384" y="194"/>
                    <a:pt x="390" y="194"/>
                  </a:cubicBezTo>
                  <a:cubicBezTo>
                    <a:pt x="439" y="194"/>
                    <a:pt x="439" y="194"/>
                    <a:pt x="439" y="194"/>
                  </a:cubicBezTo>
                  <a:cubicBezTo>
                    <a:pt x="439" y="268"/>
                    <a:pt x="439" y="268"/>
                    <a:pt x="439" y="268"/>
                  </a:cubicBezTo>
                  <a:cubicBezTo>
                    <a:pt x="393" y="270"/>
                    <a:pt x="393" y="270"/>
                    <a:pt x="393" y="270"/>
                  </a:cubicBezTo>
                  <a:cubicBezTo>
                    <a:pt x="387" y="270"/>
                    <a:pt x="382" y="275"/>
                    <a:pt x="380" y="279"/>
                  </a:cubicBezTo>
                  <a:cubicBezTo>
                    <a:pt x="364" y="313"/>
                    <a:pt x="364" y="313"/>
                    <a:pt x="364" y="313"/>
                  </a:cubicBezTo>
                  <a:cubicBezTo>
                    <a:pt x="361" y="320"/>
                    <a:pt x="362" y="327"/>
                    <a:pt x="368" y="331"/>
                  </a:cubicBezTo>
                  <a:cubicBezTo>
                    <a:pt x="410" y="367"/>
                    <a:pt x="410" y="367"/>
                    <a:pt x="410" y="367"/>
                  </a:cubicBezTo>
                  <a:cubicBezTo>
                    <a:pt x="361" y="419"/>
                    <a:pt x="361" y="419"/>
                    <a:pt x="361" y="419"/>
                  </a:cubicBezTo>
                  <a:cubicBezTo>
                    <a:pt x="327" y="387"/>
                    <a:pt x="327" y="387"/>
                    <a:pt x="327" y="387"/>
                  </a:cubicBezTo>
                  <a:cubicBezTo>
                    <a:pt x="321" y="383"/>
                    <a:pt x="316" y="382"/>
                    <a:pt x="310" y="384"/>
                  </a:cubicBezTo>
                  <a:cubicBezTo>
                    <a:pt x="299" y="390"/>
                    <a:pt x="287" y="394"/>
                    <a:pt x="275" y="398"/>
                  </a:cubicBezTo>
                  <a:cubicBezTo>
                    <a:pt x="269" y="399"/>
                    <a:pt x="264" y="405"/>
                    <a:pt x="264" y="412"/>
                  </a:cubicBezTo>
                  <a:cubicBezTo>
                    <a:pt x="264" y="457"/>
                    <a:pt x="264" y="457"/>
                    <a:pt x="264" y="457"/>
                  </a:cubicBezTo>
                  <a:cubicBezTo>
                    <a:pt x="176" y="457"/>
                    <a:pt x="176" y="457"/>
                    <a:pt x="176" y="457"/>
                  </a:cubicBezTo>
                  <a:cubicBezTo>
                    <a:pt x="176" y="415"/>
                    <a:pt x="176" y="415"/>
                    <a:pt x="176" y="415"/>
                  </a:cubicBezTo>
                  <a:cubicBezTo>
                    <a:pt x="176" y="408"/>
                    <a:pt x="172" y="402"/>
                    <a:pt x="166" y="399"/>
                  </a:cubicBezTo>
                  <a:cubicBezTo>
                    <a:pt x="155" y="397"/>
                    <a:pt x="144" y="393"/>
                    <a:pt x="135" y="387"/>
                  </a:cubicBezTo>
                  <a:cubicBezTo>
                    <a:pt x="129" y="384"/>
                    <a:pt x="122" y="386"/>
                    <a:pt x="118" y="390"/>
                  </a:cubicBezTo>
                  <a:cubicBezTo>
                    <a:pt x="88" y="420"/>
                    <a:pt x="88" y="420"/>
                    <a:pt x="88" y="420"/>
                  </a:cubicBezTo>
                  <a:cubicBezTo>
                    <a:pt x="27" y="360"/>
                    <a:pt x="27" y="360"/>
                    <a:pt x="27" y="360"/>
                  </a:cubicBezTo>
                  <a:cubicBezTo>
                    <a:pt x="22" y="354"/>
                    <a:pt x="12" y="354"/>
                    <a:pt x="7" y="360"/>
                  </a:cubicBezTo>
                  <a:cubicBezTo>
                    <a:pt x="0" y="365"/>
                    <a:pt x="0" y="375"/>
                    <a:pt x="7" y="380"/>
                  </a:cubicBezTo>
                  <a:cubicBezTo>
                    <a:pt x="77" y="452"/>
                    <a:pt x="77" y="452"/>
                    <a:pt x="77" y="452"/>
                  </a:cubicBezTo>
                  <a:cubicBezTo>
                    <a:pt x="82" y="457"/>
                    <a:pt x="92" y="457"/>
                    <a:pt x="97" y="452"/>
                  </a:cubicBezTo>
                  <a:cubicBezTo>
                    <a:pt x="132" y="417"/>
                    <a:pt x="132" y="417"/>
                    <a:pt x="132" y="417"/>
                  </a:cubicBezTo>
                  <a:cubicBezTo>
                    <a:pt x="136" y="420"/>
                    <a:pt x="141" y="423"/>
                    <a:pt x="147" y="424"/>
                  </a:cubicBezTo>
                  <a:cubicBezTo>
                    <a:pt x="147" y="471"/>
                    <a:pt x="147" y="471"/>
                    <a:pt x="147" y="471"/>
                  </a:cubicBezTo>
                  <a:cubicBezTo>
                    <a:pt x="147" y="475"/>
                    <a:pt x="148" y="479"/>
                    <a:pt x="151" y="482"/>
                  </a:cubicBezTo>
                  <a:cubicBezTo>
                    <a:pt x="154" y="485"/>
                    <a:pt x="158" y="486"/>
                    <a:pt x="162" y="486"/>
                  </a:cubicBezTo>
                  <a:cubicBezTo>
                    <a:pt x="279" y="486"/>
                    <a:pt x="279" y="486"/>
                    <a:pt x="279" y="486"/>
                  </a:cubicBezTo>
                  <a:cubicBezTo>
                    <a:pt x="283" y="486"/>
                    <a:pt x="287" y="485"/>
                    <a:pt x="290" y="482"/>
                  </a:cubicBezTo>
                  <a:cubicBezTo>
                    <a:pt x="292" y="479"/>
                    <a:pt x="294" y="475"/>
                    <a:pt x="294" y="471"/>
                  </a:cubicBezTo>
                  <a:cubicBezTo>
                    <a:pt x="294" y="423"/>
                    <a:pt x="294" y="423"/>
                    <a:pt x="294" y="423"/>
                  </a:cubicBezTo>
                  <a:cubicBezTo>
                    <a:pt x="301" y="420"/>
                    <a:pt x="306" y="417"/>
                    <a:pt x="313" y="415"/>
                  </a:cubicBezTo>
                  <a:cubicBezTo>
                    <a:pt x="351" y="450"/>
                    <a:pt x="351" y="450"/>
                    <a:pt x="351" y="450"/>
                  </a:cubicBezTo>
                  <a:cubicBezTo>
                    <a:pt x="358" y="456"/>
                    <a:pt x="367" y="456"/>
                    <a:pt x="372" y="450"/>
                  </a:cubicBezTo>
                  <a:cubicBezTo>
                    <a:pt x="443" y="375"/>
                    <a:pt x="443" y="375"/>
                    <a:pt x="443" y="375"/>
                  </a:cubicBezTo>
                  <a:cubicBezTo>
                    <a:pt x="446" y="372"/>
                    <a:pt x="448" y="368"/>
                    <a:pt x="448" y="364"/>
                  </a:cubicBezTo>
                  <a:cubicBezTo>
                    <a:pt x="448" y="360"/>
                    <a:pt x="445" y="356"/>
                    <a:pt x="442" y="353"/>
                  </a:cubicBezTo>
                  <a:cubicBezTo>
                    <a:pt x="395" y="316"/>
                    <a:pt x="395" y="316"/>
                    <a:pt x="395" y="316"/>
                  </a:cubicBezTo>
                  <a:cubicBezTo>
                    <a:pt x="402" y="299"/>
                    <a:pt x="402" y="299"/>
                    <a:pt x="402" y="299"/>
                  </a:cubicBezTo>
                  <a:cubicBezTo>
                    <a:pt x="456" y="297"/>
                    <a:pt x="456" y="297"/>
                    <a:pt x="456" y="297"/>
                  </a:cubicBezTo>
                  <a:cubicBezTo>
                    <a:pt x="463" y="295"/>
                    <a:pt x="469" y="290"/>
                    <a:pt x="469" y="281"/>
                  </a:cubicBezTo>
                  <a:cubicBezTo>
                    <a:pt x="469" y="178"/>
                    <a:pt x="469" y="178"/>
                    <a:pt x="469" y="178"/>
                  </a:cubicBezTo>
                  <a:cubicBezTo>
                    <a:pt x="469" y="174"/>
                    <a:pt x="468" y="172"/>
                    <a:pt x="465" y="169"/>
                  </a:cubicBezTo>
                  <a:cubicBezTo>
                    <a:pt x="463" y="166"/>
                    <a:pt x="458" y="163"/>
                    <a:pt x="454" y="163"/>
                  </a:cubicBezTo>
                  <a:cubicBezTo>
                    <a:pt x="401" y="163"/>
                    <a:pt x="401" y="163"/>
                    <a:pt x="401" y="163"/>
                  </a:cubicBezTo>
                  <a:cubicBezTo>
                    <a:pt x="398" y="158"/>
                    <a:pt x="395" y="151"/>
                    <a:pt x="393" y="144"/>
                  </a:cubicBezTo>
                  <a:cubicBezTo>
                    <a:pt x="431" y="106"/>
                    <a:pt x="431" y="106"/>
                    <a:pt x="431" y="106"/>
                  </a:cubicBezTo>
                  <a:cubicBezTo>
                    <a:pt x="437" y="100"/>
                    <a:pt x="437" y="91"/>
                    <a:pt x="431" y="85"/>
                  </a:cubicBezTo>
                  <a:cubicBezTo>
                    <a:pt x="351" y="6"/>
                    <a:pt x="351" y="6"/>
                    <a:pt x="351" y="6"/>
                  </a:cubicBezTo>
                  <a:cubicBezTo>
                    <a:pt x="345" y="0"/>
                    <a:pt x="336" y="0"/>
                    <a:pt x="331" y="6"/>
                  </a:cubicBezTo>
                  <a:cubicBezTo>
                    <a:pt x="324" y="11"/>
                    <a:pt x="324" y="21"/>
                    <a:pt x="331" y="2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50">
              <a:extLst>
                <a:ext uri="{FF2B5EF4-FFF2-40B4-BE49-F238E27FC236}">
                  <a16:creationId xmlns:a16="http://schemas.microsoft.com/office/drawing/2014/main" id="{950E1335-748A-E59C-B077-7BDC2CABDE97}"/>
                </a:ext>
              </a:extLst>
            </p:cNvPr>
            <p:cNvSpPr>
              <a:spLocks noChangeArrowheads="1"/>
            </p:cNvSpPr>
            <p:nvPr/>
          </p:nvSpPr>
          <p:spPr bwMode="auto">
            <a:xfrm>
              <a:off x="3686175" y="1265238"/>
              <a:ext cx="74613" cy="73025"/>
            </a:xfrm>
            <a:custGeom>
              <a:avLst/>
              <a:gdLst>
                <a:gd name="T0" fmla="*/ 102 w 206"/>
                <a:gd name="T1" fmla="*/ 204 h 205"/>
                <a:gd name="T2" fmla="*/ 102 w 206"/>
                <a:gd name="T3" fmla="*/ 204 h 205"/>
                <a:gd name="T4" fmla="*/ 205 w 206"/>
                <a:gd name="T5" fmla="*/ 103 h 205"/>
                <a:gd name="T6" fmla="*/ 102 w 206"/>
                <a:gd name="T7" fmla="*/ 0 h 205"/>
                <a:gd name="T8" fmla="*/ 0 w 206"/>
                <a:gd name="T9" fmla="*/ 103 h 205"/>
                <a:gd name="T10" fmla="*/ 102 w 206"/>
                <a:gd name="T11" fmla="*/ 204 h 205"/>
                <a:gd name="T12" fmla="*/ 51 w 206"/>
                <a:gd name="T13" fmla="*/ 51 h 205"/>
                <a:gd name="T14" fmla="*/ 51 w 206"/>
                <a:gd name="T15" fmla="*/ 51 h 205"/>
                <a:gd name="T16" fmla="*/ 102 w 206"/>
                <a:gd name="T17" fmla="*/ 29 h 205"/>
                <a:gd name="T18" fmla="*/ 154 w 206"/>
                <a:gd name="T19" fmla="*/ 51 h 205"/>
                <a:gd name="T20" fmla="*/ 176 w 206"/>
                <a:gd name="T21" fmla="*/ 103 h 205"/>
                <a:gd name="T22" fmla="*/ 154 w 206"/>
                <a:gd name="T23" fmla="*/ 154 h 205"/>
                <a:gd name="T24" fmla="*/ 102 w 206"/>
                <a:gd name="T25" fmla="*/ 176 h 205"/>
                <a:gd name="T26" fmla="*/ 51 w 206"/>
                <a:gd name="T27" fmla="*/ 154 h 205"/>
                <a:gd name="T28" fmla="*/ 29 w 206"/>
                <a:gd name="T29" fmla="*/ 103 h 205"/>
                <a:gd name="T30" fmla="*/ 51 w 206"/>
                <a:gd name="T31" fmla="*/ 51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6" h="205">
                  <a:moveTo>
                    <a:pt x="102" y="204"/>
                  </a:moveTo>
                  <a:lnTo>
                    <a:pt x="102" y="204"/>
                  </a:lnTo>
                  <a:cubicBezTo>
                    <a:pt x="160" y="204"/>
                    <a:pt x="205" y="159"/>
                    <a:pt x="205" y="103"/>
                  </a:cubicBezTo>
                  <a:cubicBezTo>
                    <a:pt x="205" y="47"/>
                    <a:pt x="160" y="0"/>
                    <a:pt x="102" y="0"/>
                  </a:cubicBezTo>
                  <a:cubicBezTo>
                    <a:pt x="46" y="0"/>
                    <a:pt x="0" y="47"/>
                    <a:pt x="0" y="103"/>
                  </a:cubicBezTo>
                  <a:cubicBezTo>
                    <a:pt x="0" y="159"/>
                    <a:pt x="46" y="204"/>
                    <a:pt x="102" y="204"/>
                  </a:cubicBezTo>
                  <a:close/>
                  <a:moveTo>
                    <a:pt x="51" y="51"/>
                  </a:moveTo>
                  <a:lnTo>
                    <a:pt x="51" y="51"/>
                  </a:lnTo>
                  <a:cubicBezTo>
                    <a:pt x="63" y="37"/>
                    <a:pt x="83" y="29"/>
                    <a:pt x="102" y="29"/>
                  </a:cubicBezTo>
                  <a:cubicBezTo>
                    <a:pt x="123" y="29"/>
                    <a:pt x="140" y="37"/>
                    <a:pt x="154" y="51"/>
                  </a:cubicBezTo>
                  <a:cubicBezTo>
                    <a:pt x="168" y="64"/>
                    <a:pt x="176" y="82"/>
                    <a:pt x="176" y="103"/>
                  </a:cubicBezTo>
                  <a:cubicBezTo>
                    <a:pt x="176" y="123"/>
                    <a:pt x="168" y="141"/>
                    <a:pt x="154" y="154"/>
                  </a:cubicBezTo>
                  <a:cubicBezTo>
                    <a:pt x="140" y="167"/>
                    <a:pt x="123" y="176"/>
                    <a:pt x="102" y="176"/>
                  </a:cubicBezTo>
                  <a:cubicBezTo>
                    <a:pt x="83" y="176"/>
                    <a:pt x="63" y="167"/>
                    <a:pt x="51" y="154"/>
                  </a:cubicBezTo>
                  <a:cubicBezTo>
                    <a:pt x="37" y="141"/>
                    <a:pt x="29" y="123"/>
                    <a:pt x="29" y="103"/>
                  </a:cubicBezTo>
                  <a:cubicBezTo>
                    <a:pt x="29" y="82"/>
                    <a:pt x="37" y="64"/>
                    <a:pt x="51" y="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1" name="Group 424">
            <a:extLst>
              <a:ext uri="{FF2B5EF4-FFF2-40B4-BE49-F238E27FC236}">
                <a16:creationId xmlns:a16="http://schemas.microsoft.com/office/drawing/2014/main" id="{AC9B0833-40DD-F6D4-04DB-69ABE6EDF2CD}"/>
              </a:ext>
            </a:extLst>
          </p:cNvPr>
          <p:cNvGrpSpPr/>
          <p:nvPr/>
        </p:nvGrpSpPr>
        <p:grpSpPr>
          <a:xfrm>
            <a:off x="4765799" y="1899865"/>
            <a:ext cx="252412" cy="211138"/>
            <a:chOff x="3624263" y="2235200"/>
            <a:chExt cx="252412" cy="211138"/>
          </a:xfrm>
          <a:solidFill>
            <a:schemeClr val="accent4"/>
          </a:solidFill>
        </p:grpSpPr>
        <p:sp>
          <p:nvSpPr>
            <p:cNvPr id="422" name="Freeform 351">
              <a:extLst>
                <a:ext uri="{FF2B5EF4-FFF2-40B4-BE49-F238E27FC236}">
                  <a16:creationId xmlns:a16="http://schemas.microsoft.com/office/drawing/2014/main" id="{6BC666E1-CE8A-F467-DF35-18B5DBCF942F}"/>
                </a:ext>
              </a:extLst>
            </p:cNvPr>
            <p:cNvSpPr>
              <a:spLocks noChangeArrowheads="1"/>
            </p:cNvSpPr>
            <p:nvPr/>
          </p:nvSpPr>
          <p:spPr bwMode="auto">
            <a:xfrm>
              <a:off x="3749675" y="2235200"/>
              <a:ext cx="74613" cy="95250"/>
            </a:xfrm>
            <a:custGeom>
              <a:avLst/>
              <a:gdLst>
                <a:gd name="T0" fmla="*/ 29 w 206"/>
                <a:gd name="T1" fmla="*/ 31 h 265"/>
                <a:gd name="T2" fmla="*/ 29 w 206"/>
                <a:gd name="T3" fmla="*/ 31 h 265"/>
                <a:gd name="T4" fmla="*/ 0 w 206"/>
                <a:gd name="T5" fmla="*/ 106 h 265"/>
                <a:gd name="T6" fmla="*/ 0 w 206"/>
                <a:gd name="T7" fmla="*/ 158 h 265"/>
                <a:gd name="T8" fmla="*/ 29 w 206"/>
                <a:gd name="T9" fmla="*/ 232 h 265"/>
                <a:gd name="T10" fmla="*/ 102 w 206"/>
                <a:gd name="T11" fmla="*/ 264 h 265"/>
                <a:gd name="T12" fmla="*/ 174 w 206"/>
                <a:gd name="T13" fmla="*/ 232 h 265"/>
                <a:gd name="T14" fmla="*/ 205 w 206"/>
                <a:gd name="T15" fmla="*/ 158 h 265"/>
                <a:gd name="T16" fmla="*/ 205 w 206"/>
                <a:gd name="T17" fmla="*/ 106 h 265"/>
                <a:gd name="T18" fmla="*/ 174 w 206"/>
                <a:gd name="T19" fmla="*/ 31 h 265"/>
                <a:gd name="T20" fmla="*/ 102 w 206"/>
                <a:gd name="T21" fmla="*/ 0 h 265"/>
                <a:gd name="T22" fmla="*/ 29 w 206"/>
                <a:gd name="T23" fmla="*/ 31 h 265"/>
                <a:gd name="T24" fmla="*/ 176 w 206"/>
                <a:gd name="T25" fmla="*/ 106 h 265"/>
                <a:gd name="T26" fmla="*/ 176 w 206"/>
                <a:gd name="T27" fmla="*/ 106 h 265"/>
                <a:gd name="T28" fmla="*/ 176 w 206"/>
                <a:gd name="T29" fmla="*/ 158 h 265"/>
                <a:gd name="T30" fmla="*/ 154 w 206"/>
                <a:gd name="T31" fmla="*/ 212 h 265"/>
                <a:gd name="T32" fmla="*/ 102 w 206"/>
                <a:gd name="T33" fmla="*/ 234 h 265"/>
                <a:gd name="T34" fmla="*/ 51 w 206"/>
                <a:gd name="T35" fmla="*/ 212 h 265"/>
                <a:gd name="T36" fmla="*/ 29 w 206"/>
                <a:gd name="T37" fmla="*/ 158 h 265"/>
                <a:gd name="T38" fmla="*/ 29 w 206"/>
                <a:gd name="T39" fmla="*/ 106 h 265"/>
                <a:gd name="T40" fmla="*/ 51 w 206"/>
                <a:gd name="T41" fmla="*/ 51 h 265"/>
                <a:gd name="T42" fmla="*/ 102 w 206"/>
                <a:gd name="T43" fmla="*/ 29 h 265"/>
                <a:gd name="T44" fmla="*/ 154 w 206"/>
                <a:gd name="T45" fmla="*/ 51 h 265"/>
                <a:gd name="T46" fmla="*/ 176 w 206"/>
                <a:gd name="T47" fmla="*/ 106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6" h="265">
                  <a:moveTo>
                    <a:pt x="29" y="31"/>
                  </a:moveTo>
                  <a:lnTo>
                    <a:pt x="29" y="31"/>
                  </a:lnTo>
                  <a:cubicBezTo>
                    <a:pt x="11" y="50"/>
                    <a:pt x="0" y="77"/>
                    <a:pt x="0" y="106"/>
                  </a:cubicBezTo>
                  <a:cubicBezTo>
                    <a:pt x="0" y="158"/>
                    <a:pt x="0" y="158"/>
                    <a:pt x="0" y="158"/>
                  </a:cubicBezTo>
                  <a:cubicBezTo>
                    <a:pt x="0" y="187"/>
                    <a:pt x="11" y="213"/>
                    <a:pt x="29" y="232"/>
                  </a:cubicBezTo>
                  <a:cubicBezTo>
                    <a:pt x="48" y="252"/>
                    <a:pt x="74" y="264"/>
                    <a:pt x="102" y="264"/>
                  </a:cubicBezTo>
                  <a:cubicBezTo>
                    <a:pt x="130" y="264"/>
                    <a:pt x="157" y="252"/>
                    <a:pt x="174" y="232"/>
                  </a:cubicBezTo>
                  <a:cubicBezTo>
                    <a:pt x="194" y="213"/>
                    <a:pt x="205" y="187"/>
                    <a:pt x="205" y="158"/>
                  </a:cubicBezTo>
                  <a:cubicBezTo>
                    <a:pt x="205" y="106"/>
                    <a:pt x="205" y="106"/>
                    <a:pt x="205" y="106"/>
                  </a:cubicBezTo>
                  <a:cubicBezTo>
                    <a:pt x="205" y="77"/>
                    <a:pt x="194" y="50"/>
                    <a:pt x="174" y="31"/>
                  </a:cubicBezTo>
                  <a:cubicBezTo>
                    <a:pt x="157" y="13"/>
                    <a:pt x="130" y="0"/>
                    <a:pt x="102" y="0"/>
                  </a:cubicBezTo>
                  <a:cubicBezTo>
                    <a:pt x="74" y="0"/>
                    <a:pt x="48" y="13"/>
                    <a:pt x="29" y="31"/>
                  </a:cubicBezTo>
                  <a:close/>
                  <a:moveTo>
                    <a:pt x="176" y="106"/>
                  </a:moveTo>
                  <a:lnTo>
                    <a:pt x="176" y="106"/>
                  </a:lnTo>
                  <a:cubicBezTo>
                    <a:pt x="176" y="158"/>
                    <a:pt x="176" y="158"/>
                    <a:pt x="176" y="158"/>
                  </a:cubicBezTo>
                  <a:cubicBezTo>
                    <a:pt x="176" y="179"/>
                    <a:pt x="168" y="198"/>
                    <a:pt x="154" y="212"/>
                  </a:cubicBezTo>
                  <a:cubicBezTo>
                    <a:pt x="140" y="225"/>
                    <a:pt x="122" y="234"/>
                    <a:pt x="102" y="234"/>
                  </a:cubicBezTo>
                  <a:cubicBezTo>
                    <a:pt x="82" y="234"/>
                    <a:pt x="65" y="225"/>
                    <a:pt x="51" y="212"/>
                  </a:cubicBezTo>
                  <a:cubicBezTo>
                    <a:pt x="37" y="198"/>
                    <a:pt x="29" y="179"/>
                    <a:pt x="29" y="158"/>
                  </a:cubicBezTo>
                  <a:cubicBezTo>
                    <a:pt x="29" y="106"/>
                    <a:pt x="29" y="106"/>
                    <a:pt x="29" y="106"/>
                  </a:cubicBezTo>
                  <a:cubicBezTo>
                    <a:pt x="29" y="84"/>
                    <a:pt x="37" y="65"/>
                    <a:pt x="51" y="51"/>
                  </a:cubicBezTo>
                  <a:cubicBezTo>
                    <a:pt x="65" y="37"/>
                    <a:pt x="82" y="29"/>
                    <a:pt x="102" y="29"/>
                  </a:cubicBezTo>
                  <a:cubicBezTo>
                    <a:pt x="122" y="29"/>
                    <a:pt x="140" y="37"/>
                    <a:pt x="154" y="51"/>
                  </a:cubicBezTo>
                  <a:cubicBezTo>
                    <a:pt x="168" y="65"/>
                    <a:pt x="176" y="84"/>
                    <a:pt x="176" y="1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3" name="Freeform 352">
              <a:extLst>
                <a:ext uri="{FF2B5EF4-FFF2-40B4-BE49-F238E27FC236}">
                  <a16:creationId xmlns:a16="http://schemas.microsoft.com/office/drawing/2014/main" id="{F43E2BD9-E6A6-9F13-731A-357F2FA153CD}"/>
                </a:ext>
              </a:extLst>
            </p:cNvPr>
            <p:cNvSpPr>
              <a:spLocks noChangeArrowheads="1"/>
            </p:cNvSpPr>
            <p:nvPr/>
          </p:nvSpPr>
          <p:spPr bwMode="auto">
            <a:xfrm>
              <a:off x="3670300" y="2239963"/>
              <a:ext cx="63500" cy="63500"/>
            </a:xfrm>
            <a:custGeom>
              <a:avLst/>
              <a:gdLst>
                <a:gd name="T0" fmla="*/ 88 w 177"/>
                <a:gd name="T1" fmla="*/ 0 h 177"/>
                <a:gd name="T2" fmla="*/ 88 w 177"/>
                <a:gd name="T3" fmla="*/ 0 h 177"/>
                <a:gd name="T4" fmla="*/ 0 w 177"/>
                <a:gd name="T5" fmla="*/ 88 h 177"/>
                <a:gd name="T6" fmla="*/ 88 w 177"/>
                <a:gd name="T7" fmla="*/ 176 h 177"/>
                <a:gd name="T8" fmla="*/ 176 w 177"/>
                <a:gd name="T9" fmla="*/ 88 h 177"/>
                <a:gd name="T10" fmla="*/ 88 w 177"/>
                <a:gd name="T11" fmla="*/ 0 h 177"/>
                <a:gd name="T12" fmla="*/ 129 w 177"/>
                <a:gd name="T13" fmla="*/ 130 h 177"/>
                <a:gd name="T14" fmla="*/ 129 w 177"/>
                <a:gd name="T15" fmla="*/ 130 h 177"/>
                <a:gd name="T16" fmla="*/ 88 w 177"/>
                <a:gd name="T17" fmla="*/ 147 h 177"/>
                <a:gd name="T18" fmla="*/ 47 w 177"/>
                <a:gd name="T19" fmla="*/ 130 h 177"/>
                <a:gd name="T20" fmla="*/ 29 w 177"/>
                <a:gd name="T21" fmla="*/ 88 h 177"/>
                <a:gd name="T22" fmla="*/ 47 w 177"/>
                <a:gd name="T23" fmla="*/ 47 h 177"/>
                <a:gd name="T24" fmla="*/ 88 w 177"/>
                <a:gd name="T25" fmla="*/ 30 h 177"/>
                <a:gd name="T26" fmla="*/ 129 w 177"/>
                <a:gd name="T27" fmla="*/ 47 h 177"/>
                <a:gd name="T28" fmla="*/ 146 w 177"/>
                <a:gd name="T29" fmla="*/ 88 h 177"/>
                <a:gd name="T30" fmla="*/ 129 w 177"/>
                <a:gd name="T31" fmla="*/ 13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7" h="177">
                  <a:moveTo>
                    <a:pt x="88" y="0"/>
                  </a:moveTo>
                  <a:lnTo>
                    <a:pt x="88" y="0"/>
                  </a:lnTo>
                  <a:cubicBezTo>
                    <a:pt x="39" y="0"/>
                    <a:pt x="0" y="40"/>
                    <a:pt x="0" y="88"/>
                  </a:cubicBezTo>
                  <a:cubicBezTo>
                    <a:pt x="0" y="137"/>
                    <a:pt x="39" y="176"/>
                    <a:pt x="88" y="176"/>
                  </a:cubicBezTo>
                  <a:cubicBezTo>
                    <a:pt x="136" y="176"/>
                    <a:pt x="176" y="137"/>
                    <a:pt x="176" y="88"/>
                  </a:cubicBezTo>
                  <a:cubicBezTo>
                    <a:pt x="176" y="40"/>
                    <a:pt x="136" y="0"/>
                    <a:pt x="88" y="0"/>
                  </a:cubicBezTo>
                  <a:close/>
                  <a:moveTo>
                    <a:pt x="129" y="130"/>
                  </a:moveTo>
                  <a:lnTo>
                    <a:pt x="129" y="130"/>
                  </a:lnTo>
                  <a:cubicBezTo>
                    <a:pt x="118" y="140"/>
                    <a:pt x="105" y="147"/>
                    <a:pt x="88" y="147"/>
                  </a:cubicBezTo>
                  <a:cubicBezTo>
                    <a:pt x="72" y="147"/>
                    <a:pt x="57" y="140"/>
                    <a:pt x="47" y="130"/>
                  </a:cubicBezTo>
                  <a:cubicBezTo>
                    <a:pt x="36" y="119"/>
                    <a:pt x="29" y="104"/>
                    <a:pt x="29" y="88"/>
                  </a:cubicBezTo>
                  <a:cubicBezTo>
                    <a:pt x="29" y="73"/>
                    <a:pt x="36" y="58"/>
                    <a:pt x="47" y="47"/>
                  </a:cubicBezTo>
                  <a:cubicBezTo>
                    <a:pt x="57" y="37"/>
                    <a:pt x="72" y="30"/>
                    <a:pt x="88" y="30"/>
                  </a:cubicBezTo>
                  <a:cubicBezTo>
                    <a:pt x="105" y="30"/>
                    <a:pt x="118" y="37"/>
                    <a:pt x="129" y="47"/>
                  </a:cubicBezTo>
                  <a:cubicBezTo>
                    <a:pt x="140" y="58"/>
                    <a:pt x="146" y="73"/>
                    <a:pt x="146" y="88"/>
                  </a:cubicBezTo>
                  <a:cubicBezTo>
                    <a:pt x="146" y="104"/>
                    <a:pt x="140" y="119"/>
                    <a:pt x="129" y="1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53">
              <a:extLst>
                <a:ext uri="{FF2B5EF4-FFF2-40B4-BE49-F238E27FC236}">
                  <a16:creationId xmlns:a16="http://schemas.microsoft.com/office/drawing/2014/main" id="{A1D386D8-E2E4-6153-C56C-D4F1BC947E5A}"/>
                </a:ext>
              </a:extLst>
            </p:cNvPr>
            <p:cNvSpPr>
              <a:spLocks noChangeArrowheads="1"/>
            </p:cNvSpPr>
            <p:nvPr/>
          </p:nvSpPr>
          <p:spPr bwMode="auto">
            <a:xfrm>
              <a:off x="3624263" y="2339975"/>
              <a:ext cx="111125" cy="73025"/>
            </a:xfrm>
            <a:custGeom>
              <a:avLst/>
              <a:gdLst>
                <a:gd name="T0" fmla="*/ 187 w 309"/>
                <a:gd name="T1" fmla="*/ 204 h 205"/>
                <a:gd name="T2" fmla="*/ 187 w 309"/>
                <a:gd name="T3" fmla="*/ 204 h 205"/>
                <a:gd name="T4" fmla="*/ 202 w 309"/>
                <a:gd name="T5" fmla="*/ 191 h 205"/>
                <a:gd name="T6" fmla="*/ 187 w 309"/>
                <a:gd name="T7" fmla="*/ 175 h 205"/>
                <a:gd name="T8" fmla="*/ 44 w 309"/>
                <a:gd name="T9" fmla="*/ 175 h 205"/>
                <a:gd name="T10" fmla="*/ 33 w 309"/>
                <a:gd name="T11" fmla="*/ 171 h 205"/>
                <a:gd name="T12" fmla="*/ 29 w 309"/>
                <a:gd name="T13" fmla="*/ 162 h 205"/>
                <a:gd name="T14" fmla="*/ 29 w 309"/>
                <a:gd name="T15" fmla="*/ 159 h 205"/>
                <a:gd name="T16" fmla="*/ 29 w 309"/>
                <a:gd name="T17" fmla="*/ 159 h 205"/>
                <a:gd name="T18" fmla="*/ 187 w 309"/>
                <a:gd name="T19" fmla="*/ 29 h 205"/>
                <a:gd name="T20" fmla="*/ 282 w 309"/>
                <a:gd name="T21" fmla="*/ 60 h 205"/>
                <a:gd name="T22" fmla="*/ 302 w 309"/>
                <a:gd name="T23" fmla="*/ 56 h 205"/>
                <a:gd name="T24" fmla="*/ 300 w 309"/>
                <a:gd name="T25" fmla="*/ 35 h 205"/>
                <a:gd name="T26" fmla="*/ 300 w 309"/>
                <a:gd name="T27" fmla="*/ 35 h 205"/>
                <a:gd name="T28" fmla="*/ 187 w 309"/>
                <a:gd name="T29" fmla="*/ 0 h 205"/>
                <a:gd name="T30" fmla="*/ 0 w 309"/>
                <a:gd name="T31" fmla="*/ 153 h 205"/>
                <a:gd name="T32" fmla="*/ 0 w 309"/>
                <a:gd name="T33" fmla="*/ 162 h 205"/>
                <a:gd name="T34" fmla="*/ 13 w 309"/>
                <a:gd name="T35" fmla="*/ 192 h 205"/>
                <a:gd name="T36" fmla="*/ 44 w 309"/>
                <a:gd name="T37" fmla="*/ 204 h 205"/>
                <a:gd name="T38" fmla="*/ 187 w 309"/>
                <a:gd name="T39" fmla="*/ 204 h 2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09" h="205">
                  <a:moveTo>
                    <a:pt x="187" y="204"/>
                  </a:moveTo>
                  <a:lnTo>
                    <a:pt x="187" y="204"/>
                  </a:lnTo>
                  <a:cubicBezTo>
                    <a:pt x="195" y="204"/>
                    <a:pt x="202" y="199"/>
                    <a:pt x="202" y="191"/>
                  </a:cubicBezTo>
                  <a:cubicBezTo>
                    <a:pt x="202" y="182"/>
                    <a:pt x="195" y="175"/>
                    <a:pt x="187" y="175"/>
                  </a:cubicBezTo>
                  <a:cubicBezTo>
                    <a:pt x="44" y="175"/>
                    <a:pt x="44" y="175"/>
                    <a:pt x="44" y="175"/>
                  </a:cubicBezTo>
                  <a:cubicBezTo>
                    <a:pt x="40" y="175"/>
                    <a:pt x="36" y="174"/>
                    <a:pt x="33" y="171"/>
                  </a:cubicBezTo>
                  <a:cubicBezTo>
                    <a:pt x="31" y="169"/>
                    <a:pt x="29" y="166"/>
                    <a:pt x="29" y="162"/>
                  </a:cubicBezTo>
                  <a:cubicBezTo>
                    <a:pt x="29" y="159"/>
                    <a:pt x="29" y="159"/>
                    <a:pt x="29" y="159"/>
                  </a:cubicBezTo>
                  <a:lnTo>
                    <a:pt x="29" y="159"/>
                  </a:lnTo>
                  <a:cubicBezTo>
                    <a:pt x="44" y="85"/>
                    <a:pt x="109" y="29"/>
                    <a:pt x="187" y="29"/>
                  </a:cubicBezTo>
                  <a:cubicBezTo>
                    <a:pt x="223" y="29"/>
                    <a:pt x="256" y="41"/>
                    <a:pt x="282" y="60"/>
                  </a:cubicBezTo>
                  <a:cubicBezTo>
                    <a:pt x="289" y="64"/>
                    <a:pt x="298" y="63"/>
                    <a:pt x="302" y="56"/>
                  </a:cubicBezTo>
                  <a:cubicBezTo>
                    <a:pt x="308" y="51"/>
                    <a:pt x="307" y="41"/>
                    <a:pt x="300" y="35"/>
                  </a:cubicBezTo>
                  <a:lnTo>
                    <a:pt x="300" y="35"/>
                  </a:lnTo>
                  <a:cubicBezTo>
                    <a:pt x="268" y="13"/>
                    <a:pt x="230" y="0"/>
                    <a:pt x="187" y="0"/>
                  </a:cubicBezTo>
                  <a:cubicBezTo>
                    <a:pt x="95" y="0"/>
                    <a:pt x="18" y="66"/>
                    <a:pt x="0" y="153"/>
                  </a:cubicBezTo>
                  <a:cubicBezTo>
                    <a:pt x="0" y="156"/>
                    <a:pt x="0" y="159"/>
                    <a:pt x="0" y="162"/>
                  </a:cubicBezTo>
                  <a:cubicBezTo>
                    <a:pt x="0" y="174"/>
                    <a:pt x="6" y="185"/>
                    <a:pt x="13" y="192"/>
                  </a:cubicBezTo>
                  <a:cubicBezTo>
                    <a:pt x="21" y="200"/>
                    <a:pt x="32" y="204"/>
                    <a:pt x="44" y="204"/>
                  </a:cubicBezTo>
                  <a:lnTo>
                    <a:pt x="187" y="20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54">
              <a:extLst>
                <a:ext uri="{FF2B5EF4-FFF2-40B4-BE49-F238E27FC236}">
                  <a16:creationId xmlns:a16="http://schemas.microsoft.com/office/drawing/2014/main" id="{86333B65-1DBD-F386-4236-03F4747AF325}"/>
                </a:ext>
              </a:extLst>
            </p:cNvPr>
            <p:cNvSpPr>
              <a:spLocks noChangeArrowheads="1"/>
            </p:cNvSpPr>
            <p:nvPr/>
          </p:nvSpPr>
          <p:spPr bwMode="auto">
            <a:xfrm>
              <a:off x="3624263" y="23955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6" name="Freeform 355">
              <a:extLst>
                <a:ext uri="{FF2B5EF4-FFF2-40B4-BE49-F238E27FC236}">
                  <a16:creationId xmlns:a16="http://schemas.microsoft.com/office/drawing/2014/main" id="{1EEF8402-0F72-A4B1-5847-22BCDB1A2681}"/>
                </a:ext>
              </a:extLst>
            </p:cNvPr>
            <p:cNvSpPr>
              <a:spLocks noChangeArrowheads="1"/>
            </p:cNvSpPr>
            <p:nvPr/>
          </p:nvSpPr>
          <p:spPr bwMode="auto">
            <a:xfrm>
              <a:off x="3698875" y="2351088"/>
              <a:ext cx="177800" cy="95250"/>
            </a:xfrm>
            <a:custGeom>
              <a:avLst/>
              <a:gdLst>
                <a:gd name="T0" fmla="*/ 0 w 494"/>
                <a:gd name="T1" fmla="*/ 214 h 264"/>
                <a:gd name="T2" fmla="*/ 0 w 494"/>
                <a:gd name="T3" fmla="*/ 214 h 264"/>
                <a:gd name="T4" fmla="*/ 0 w 494"/>
                <a:gd name="T5" fmla="*/ 219 h 264"/>
                <a:gd name="T6" fmla="*/ 44 w 494"/>
                <a:gd name="T7" fmla="*/ 263 h 264"/>
                <a:gd name="T8" fmla="*/ 449 w 494"/>
                <a:gd name="T9" fmla="*/ 263 h 264"/>
                <a:gd name="T10" fmla="*/ 493 w 494"/>
                <a:gd name="T11" fmla="*/ 219 h 264"/>
                <a:gd name="T12" fmla="*/ 493 w 494"/>
                <a:gd name="T13" fmla="*/ 214 h 264"/>
                <a:gd name="T14" fmla="*/ 493 w 494"/>
                <a:gd name="T15" fmla="*/ 214 h 264"/>
                <a:gd name="T16" fmla="*/ 246 w 494"/>
                <a:gd name="T17" fmla="*/ 0 h 264"/>
                <a:gd name="T18" fmla="*/ 0 w 494"/>
                <a:gd name="T19" fmla="*/ 214 h 264"/>
                <a:gd name="T20" fmla="*/ 246 w 494"/>
                <a:gd name="T21" fmla="*/ 30 h 264"/>
                <a:gd name="T22" fmla="*/ 246 w 494"/>
                <a:gd name="T23" fmla="*/ 30 h 264"/>
                <a:gd name="T24" fmla="*/ 464 w 494"/>
                <a:gd name="T25" fmla="*/ 218 h 264"/>
                <a:gd name="T26" fmla="*/ 464 w 494"/>
                <a:gd name="T27" fmla="*/ 219 h 264"/>
                <a:gd name="T28" fmla="*/ 460 w 494"/>
                <a:gd name="T29" fmla="*/ 230 h 264"/>
                <a:gd name="T30" fmla="*/ 449 w 494"/>
                <a:gd name="T31" fmla="*/ 234 h 264"/>
                <a:gd name="T32" fmla="*/ 44 w 494"/>
                <a:gd name="T33" fmla="*/ 234 h 264"/>
                <a:gd name="T34" fmla="*/ 33 w 494"/>
                <a:gd name="T35" fmla="*/ 230 h 264"/>
                <a:gd name="T36" fmla="*/ 29 w 494"/>
                <a:gd name="T37" fmla="*/ 219 h 264"/>
                <a:gd name="T38" fmla="*/ 29 w 494"/>
                <a:gd name="T39" fmla="*/ 218 h 264"/>
                <a:gd name="T40" fmla="*/ 246 w 494"/>
                <a:gd name="T41" fmla="*/ 30 h 2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94" h="264">
                  <a:moveTo>
                    <a:pt x="0" y="214"/>
                  </a:moveTo>
                  <a:lnTo>
                    <a:pt x="0" y="214"/>
                  </a:lnTo>
                  <a:cubicBezTo>
                    <a:pt x="0" y="216"/>
                    <a:pt x="0" y="218"/>
                    <a:pt x="0" y="219"/>
                  </a:cubicBezTo>
                  <a:cubicBezTo>
                    <a:pt x="0" y="244"/>
                    <a:pt x="19" y="263"/>
                    <a:pt x="44" y="263"/>
                  </a:cubicBezTo>
                  <a:cubicBezTo>
                    <a:pt x="449" y="263"/>
                    <a:pt x="449" y="263"/>
                    <a:pt x="449" y="263"/>
                  </a:cubicBezTo>
                  <a:cubicBezTo>
                    <a:pt x="474" y="263"/>
                    <a:pt x="493" y="244"/>
                    <a:pt x="493" y="219"/>
                  </a:cubicBezTo>
                  <a:cubicBezTo>
                    <a:pt x="493" y="218"/>
                    <a:pt x="493" y="216"/>
                    <a:pt x="493" y="214"/>
                  </a:cubicBezTo>
                  <a:lnTo>
                    <a:pt x="493" y="214"/>
                  </a:lnTo>
                  <a:cubicBezTo>
                    <a:pt x="475" y="93"/>
                    <a:pt x="372" y="0"/>
                    <a:pt x="246" y="0"/>
                  </a:cubicBezTo>
                  <a:cubicBezTo>
                    <a:pt x="121" y="0"/>
                    <a:pt x="16" y="93"/>
                    <a:pt x="0" y="214"/>
                  </a:cubicBezTo>
                  <a:close/>
                  <a:moveTo>
                    <a:pt x="246" y="30"/>
                  </a:moveTo>
                  <a:lnTo>
                    <a:pt x="246" y="30"/>
                  </a:lnTo>
                  <a:cubicBezTo>
                    <a:pt x="357" y="30"/>
                    <a:pt x="449" y="111"/>
                    <a:pt x="464" y="218"/>
                  </a:cubicBezTo>
                  <a:cubicBezTo>
                    <a:pt x="464" y="219"/>
                    <a:pt x="464" y="219"/>
                    <a:pt x="464" y="219"/>
                  </a:cubicBezTo>
                  <a:cubicBezTo>
                    <a:pt x="464" y="223"/>
                    <a:pt x="463" y="227"/>
                    <a:pt x="460" y="230"/>
                  </a:cubicBezTo>
                  <a:cubicBezTo>
                    <a:pt x="457" y="233"/>
                    <a:pt x="453" y="234"/>
                    <a:pt x="449" y="234"/>
                  </a:cubicBezTo>
                  <a:cubicBezTo>
                    <a:pt x="44" y="234"/>
                    <a:pt x="44" y="234"/>
                    <a:pt x="44" y="234"/>
                  </a:cubicBezTo>
                  <a:cubicBezTo>
                    <a:pt x="40" y="234"/>
                    <a:pt x="36" y="233"/>
                    <a:pt x="33" y="230"/>
                  </a:cubicBezTo>
                  <a:cubicBezTo>
                    <a:pt x="30" y="227"/>
                    <a:pt x="29" y="223"/>
                    <a:pt x="29" y="219"/>
                  </a:cubicBezTo>
                  <a:cubicBezTo>
                    <a:pt x="29" y="218"/>
                    <a:pt x="29" y="218"/>
                    <a:pt x="29" y="218"/>
                  </a:cubicBezTo>
                  <a:cubicBezTo>
                    <a:pt x="44" y="111"/>
                    <a:pt x="136" y="30"/>
                    <a:pt x="24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27" name="Freeform 356">
            <a:extLst>
              <a:ext uri="{FF2B5EF4-FFF2-40B4-BE49-F238E27FC236}">
                <a16:creationId xmlns:a16="http://schemas.microsoft.com/office/drawing/2014/main" id="{D54961EB-5BAD-AFF1-099E-569F4BE31A6E}"/>
              </a:ext>
            </a:extLst>
          </p:cNvPr>
          <p:cNvSpPr>
            <a:spLocks noChangeArrowheads="1"/>
          </p:cNvSpPr>
          <p:nvPr/>
        </p:nvSpPr>
        <p:spPr bwMode="auto">
          <a:xfrm>
            <a:off x="6794624" y="1371228"/>
            <a:ext cx="254000" cy="254000"/>
          </a:xfrm>
          <a:custGeom>
            <a:avLst/>
            <a:gdLst>
              <a:gd name="T0" fmla="*/ 541 w 705"/>
              <a:gd name="T1" fmla="*/ 483 h 704"/>
              <a:gd name="T2" fmla="*/ 541 w 705"/>
              <a:gd name="T3" fmla="*/ 483 h 704"/>
              <a:gd name="T4" fmla="*/ 512 w 705"/>
              <a:gd name="T5" fmla="*/ 492 h 704"/>
              <a:gd name="T6" fmla="*/ 486 w 705"/>
              <a:gd name="T7" fmla="*/ 464 h 704"/>
              <a:gd name="T8" fmla="*/ 557 w 705"/>
              <a:gd name="T9" fmla="*/ 279 h 704"/>
              <a:gd name="T10" fmla="*/ 279 w 705"/>
              <a:gd name="T11" fmla="*/ 0 h 704"/>
              <a:gd name="T12" fmla="*/ 0 w 705"/>
              <a:gd name="T13" fmla="*/ 279 h 704"/>
              <a:gd name="T14" fmla="*/ 279 w 705"/>
              <a:gd name="T15" fmla="*/ 558 h 704"/>
              <a:gd name="T16" fmla="*/ 465 w 705"/>
              <a:gd name="T17" fmla="*/ 486 h 704"/>
              <a:gd name="T18" fmla="*/ 491 w 705"/>
              <a:gd name="T19" fmla="*/ 512 h 704"/>
              <a:gd name="T20" fmla="*/ 483 w 705"/>
              <a:gd name="T21" fmla="*/ 541 h 704"/>
              <a:gd name="T22" fmla="*/ 500 w 705"/>
              <a:gd name="T23" fmla="*/ 582 h 704"/>
              <a:gd name="T24" fmla="*/ 604 w 705"/>
              <a:gd name="T25" fmla="*/ 687 h 704"/>
              <a:gd name="T26" fmla="*/ 645 w 705"/>
              <a:gd name="T27" fmla="*/ 703 h 704"/>
              <a:gd name="T28" fmla="*/ 686 w 705"/>
              <a:gd name="T29" fmla="*/ 687 h 704"/>
              <a:gd name="T30" fmla="*/ 675 w 705"/>
              <a:gd name="T31" fmla="*/ 676 h 704"/>
              <a:gd name="T32" fmla="*/ 686 w 705"/>
              <a:gd name="T33" fmla="*/ 687 h 704"/>
              <a:gd name="T34" fmla="*/ 704 w 705"/>
              <a:gd name="T35" fmla="*/ 645 h 704"/>
              <a:gd name="T36" fmla="*/ 686 w 705"/>
              <a:gd name="T37" fmla="*/ 603 h 704"/>
              <a:gd name="T38" fmla="*/ 583 w 705"/>
              <a:gd name="T39" fmla="*/ 500 h 704"/>
              <a:gd name="T40" fmla="*/ 541 w 705"/>
              <a:gd name="T41" fmla="*/ 483 h 704"/>
              <a:gd name="T42" fmla="*/ 103 w 705"/>
              <a:gd name="T43" fmla="*/ 455 h 704"/>
              <a:gd name="T44" fmla="*/ 103 w 705"/>
              <a:gd name="T45" fmla="*/ 455 h 704"/>
              <a:gd name="T46" fmla="*/ 30 w 705"/>
              <a:gd name="T47" fmla="*/ 279 h 704"/>
              <a:gd name="T48" fmla="*/ 103 w 705"/>
              <a:gd name="T49" fmla="*/ 103 h 704"/>
              <a:gd name="T50" fmla="*/ 279 w 705"/>
              <a:gd name="T51" fmla="*/ 30 h 704"/>
              <a:gd name="T52" fmla="*/ 454 w 705"/>
              <a:gd name="T53" fmla="*/ 103 h 704"/>
              <a:gd name="T54" fmla="*/ 527 w 705"/>
              <a:gd name="T55" fmla="*/ 279 h 704"/>
              <a:gd name="T56" fmla="*/ 461 w 705"/>
              <a:gd name="T57" fmla="*/ 448 h 704"/>
              <a:gd name="T58" fmla="*/ 449 w 705"/>
              <a:gd name="T59" fmla="*/ 461 h 704"/>
              <a:gd name="T60" fmla="*/ 279 w 705"/>
              <a:gd name="T61" fmla="*/ 527 h 704"/>
              <a:gd name="T62" fmla="*/ 103 w 705"/>
              <a:gd name="T63" fmla="*/ 455 h 704"/>
              <a:gd name="T64" fmla="*/ 674 w 705"/>
              <a:gd name="T65" fmla="*/ 645 h 704"/>
              <a:gd name="T66" fmla="*/ 674 w 705"/>
              <a:gd name="T67" fmla="*/ 645 h 704"/>
              <a:gd name="T68" fmla="*/ 666 w 705"/>
              <a:gd name="T69" fmla="*/ 666 h 704"/>
              <a:gd name="T70" fmla="*/ 645 w 705"/>
              <a:gd name="T71" fmla="*/ 674 h 704"/>
              <a:gd name="T72" fmla="*/ 624 w 705"/>
              <a:gd name="T73" fmla="*/ 666 h 704"/>
              <a:gd name="T74" fmla="*/ 520 w 705"/>
              <a:gd name="T75" fmla="*/ 562 h 704"/>
              <a:gd name="T76" fmla="*/ 512 w 705"/>
              <a:gd name="T77" fmla="*/ 541 h 704"/>
              <a:gd name="T78" fmla="*/ 520 w 705"/>
              <a:gd name="T79" fmla="*/ 520 h 704"/>
              <a:gd name="T80" fmla="*/ 541 w 705"/>
              <a:gd name="T81" fmla="*/ 512 h 704"/>
              <a:gd name="T82" fmla="*/ 563 w 705"/>
              <a:gd name="T83" fmla="*/ 520 h 704"/>
              <a:gd name="T84" fmla="*/ 666 w 705"/>
              <a:gd name="T85" fmla="*/ 625 h 704"/>
              <a:gd name="T86" fmla="*/ 674 w 705"/>
              <a:gd name="T87" fmla="*/ 645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5" h="704">
                <a:moveTo>
                  <a:pt x="541" y="483"/>
                </a:moveTo>
                <a:lnTo>
                  <a:pt x="541" y="483"/>
                </a:lnTo>
                <a:cubicBezTo>
                  <a:pt x="531" y="483"/>
                  <a:pt x="520" y="486"/>
                  <a:pt x="512" y="492"/>
                </a:cubicBezTo>
                <a:cubicBezTo>
                  <a:pt x="486" y="464"/>
                  <a:pt x="486" y="464"/>
                  <a:pt x="486" y="464"/>
                </a:cubicBezTo>
                <a:cubicBezTo>
                  <a:pt x="530" y="416"/>
                  <a:pt x="557" y="350"/>
                  <a:pt x="557" y="279"/>
                </a:cubicBezTo>
                <a:cubicBezTo>
                  <a:pt x="557" y="125"/>
                  <a:pt x="432" y="0"/>
                  <a:pt x="279" y="0"/>
                </a:cubicBezTo>
                <a:cubicBezTo>
                  <a:pt x="125" y="0"/>
                  <a:pt x="0" y="125"/>
                  <a:pt x="0" y="279"/>
                </a:cubicBezTo>
                <a:cubicBezTo>
                  <a:pt x="0" y="433"/>
                  <a:pt x="125" y="558"/>
                  <a:pt x="279" y="558"/>
                </a:cubicBezTo>
                <a:cubicBezTo>
                  <a:pt x="350" y="558"/>
                  <a:pt x="416" y="530"/>
                  <a:pt x="465" y="486"/>
                </a:cubicBezTo>
                <a:cubicBezTo>
                  <a:pt x="491" y="512"/>
                  <a:pt x="491" y="512"/>
                  <a:pt x="491" y="512"/>
                </a:cubicBezTo>
                <a:cubicBezTo>
                  <a:pt x="486" y="520"/>
                  <a:pt x="483" y="531"/>
                  <a:pt x="483" y="541"/>
                </a:cubicBezTo>
                <a:cubicBezTo>
                  <a:pt x="483" y="556"/>
                  <a:pt x="489" y="571"/>
                  <a:pt x="500" y="582"/>
                </a:cubicBezTo>
                <a:cubicBezTo>
                  <a:pt x="604" y="687"/>
                  <a:pt x="604" y="687"/>
                  <a:pt x="604" y="687"/>
                </a:cubicBezTo>
                <a:cubicBezTo>
                  <a:pt x="615" y="698"/>
                  <a:pt x="630" y="703"/>
                  <a:pt x="645" y="703"/>
                </a:cubicBezTo>
                <a:cubicBezTo>
                  <a:pt x="660" y="703"/>
                  <a:pt x="675" y="698"/>
                  <a:pt x="686" y="687"/>
                </a:cubicBezTo>
                <a:cubicBezTo>
                  <a:pt x="675" y="676"/>
                  <a:pt x="675" y="676"/>
                  <a:pt x="675" y="676"/>
                </a:cubicBezTo>
                <a:cubicBezTo>
                  <a:pt x="686" y="687"/>
                  <a:pt x="686" y="687"/>
                  <a:pt x="686" y="687"/>
                </a:cubicBezTo>
                <a:cubicBezTo>
                  <a:pt x="697" y="676"/>
                  <a:pt x="704" y="660"/>
                  <a:pt x="704" y="645"/>
                </a:cubicBezTo>
                <a:cubicBezTo>
                  <a:pt x="704" y="630"/>
                  <a:pt x="697" y="615"/>
                  <a:pt x="686" y="603"/>
                </a:cubicBezTo>
                <a:cubicBezTo>
                  <a:pt x="583" y="500"/>
                  <a:pt x="583" y="500"/>
                  <a:pt x="583" y="500"/>
                </a:cubicBezTo>
                <a:cubicBezTo>
                  <a:pt x="571" y="489"/>
                  <a:pt x="556" y="483"/>
                  <a:pt x="541" y="483"/>
                </a:cubicBezTo>
                <a:close/>
                <a:moveTo>
                  <a:pt x="103" y="455"/>
                </a:moveTo>
                <a:lnTo>
                  <a:pt x="103" y="455"/>
                </a:lnTo>
                <a:cubicBezTo>
                  <a:pt x="58" y="409"/>
                  <a:pt x="30" y="347"/>
                  <a:pt x="30" y="279"/>
                </a:cubicBezTo>
                <a:cubicBezTo>
                  <a:pt x="30" y="210"/>
                  <a:pt x="58" y="148"/>
                  <a:pt x="103" y="103"/>
                </a:cubicBezTo>
                <a:cubicBezTo>
                  <a:pt x="148" y="58"/>
                  <a:pt x="210" y="30"/>
                  <a:pt x="279" y="30"/>
                </a:cubicBezTo>
                <a:cubicBezTo>
                  <a:pt x="347" y="30"/>
                  <a:pt x="409" y="58"/>
                  <a:pt x="454" y="103"/>
                </a:cubicBezTo>
                <a:cubicBezTo>
                  <a:pt x="500" y="148"/>
                  <a:pt x="527" y="210"/>
                  <a:pt x="527" y="279"/>
                </a:cubicBezTo>
                <a:cubicBezTo>
                  <a:pt x="527" y="345"/>
                  <a:pt x="502" y="404"/>
                  <a:pt x="461" y="448"/>
                </a:cubicBezTo>
                <a:cubicBezTo>
                  <a:pt x="449" y="461"/>
                  <a:pt x="449" y="461"/>
                  <a:pt x="449" y="461"/>
                </a:cubicBezTo>
                <a:cubicBezTo>
                  <a:pt x="403" y="503"/>
                  <a:pt x="344" y="527"/>
                  <a:pt x="279" y="527"/>
                </a:cubicBezTo>
                <a:cubicBezTo>
                  <a:pt x="210" y="527"/>
                  <a:pt x="148" y="500"/>
                  <a:pt x="103" y="455"/>
                </a:cubicBezTo>
                <a:close/>
                <a:moveTo>
                  <a:pt x="674" y="645"/>
                </a:moveTo>
                <a:lnTo>
                  <a:pt x="674" y="645"/>
                </a:lnTo>
                <a:cubicBezTo>
                  <a:pt x="674" y="652"/>
                  <a:pt x="671" y="660"/>
                  <a:pt x="666" y="666"/>
                </a:cubicBezTo>
                <a:cubicBezTo>
                  <a:pt x="660" y="671"/>
                  <a:pt x="652" y="674"/>
                  <a:pt x="645" y="674"/>
                </a:cubicBezTo>
                <a:cubicBezTo>
                  <a:pt x="637" y="674"/>
                  <a:pt x="630" y="671"/>
                  <a:pt x="624" y="666"/>
                </a:cubicBezTo>
                <a:cubicBezTo>
                  <a:pt x="520" y="562"/>
                  <a:pt x="520" y="562"/>
                  <a:pt x="520" y="562"/>
                </a:cubicBezTo>
                <a:cubicBezTo>
                  <a:pt x="515" y="556"/>
                  <a:pt x="512" y="549"/>
                  <a:pt x="512" y="541"/>
                </a:cubicBezTo>
                <a:cubicBezTo>
                  <a:pt x="512" y="534"/>
                  <a:pt x="515" y="526"/>
                  <a:pt x="520" y="520"/>
                </a:cubicBezTo>
                <a:cubicBezTo>
                  <a:pt x="527" y="515"/>
                  <a:pt x="534" y="512"/>
                  <a:pt x="541" y="512"/>
                </a:cubicBezTo>
                <a:cubicBezTo>
                  <a:pt x="549" y="512"/>
                  <a:pt x="556" y="515"/>
                  <a:pt x="563" y="520"/>
                </a:cubicBezTo>
                <a:cubicBezTo>
                  <a:pt x="666" y="625"/>
                  <a:pt x="666" y="625"/>
                  <a:pt x="666" y="625"/>
                </a:cubicBezTo>
                <a:cubicBezTo>
                  <a:pt x="671" y="630"/>
                  <a:pt x="674" y="637"/>
                  <a:pt x="674" y="645"/>
                </a:cubicBezTo>
                <a:close/>
              </a:path>
            </a:pathLst>
          </a:custGeom>
          <a:solidFill>
            <a:schemeClr val="accent4"/>
          </a:solidFill>
          <a:ln>
            <a:noFill/>
          </a:ln>
          <a:effectLst/>
        </p:spPr>
        <p:txBody>
          <a:bodyPr wrap="none" anchor="ctr"/>
          <a:lstStyle/>
          <a:p>
            <a:endParaRPr lang="da-DK"/>
          </a:p>
        </p:txBody>
      </p:sp>
      <p:grpSp>
        <p:nvGrpSpPr>
          <p:cNvPr id="428" name="Group 431">
            <a:extLst>
              <a:ext uri="{FF2B5EF4-FFF2-40B4-BE49-F238E27FC236}">
                <a16:creationId xmlns:a16="http://schemas.microsoft.com/office/drawing/2014/main" id="{97745E8F-70AF-435C-0719-A97975EF173E}"/>
              </a:ext>
            </a:extLst>
          </p:cNvPr>
          <p:cNvGrpSpPr/>
          <p:nvPr/>
        </p:nvGrpSpPr>
        <p:grpSpPr>
          <a:xfrm>
            <a:off x="5777036" y="1371228"/>
            <a:ext cx="254000" cy="254000"/>
            <a:chOff x="4635500" y="1709738"/>
            <a:chExt cx="254000" cy="254000"/>
          </a:xfrm>
          <a:solidFill>
            <a:schemeClr val="accent4"/>
          </a:solidFill>
        </p:grpSpPr>
        <p:sp>
          <p:nvSpPr>
            <p:cNvPr id="429" name="Freeform 357">
              <a:extLst>
                <a:ext uri="{FF2B5EF4-FFF2-40B4-BE49-F238E27FC236}">
                  <a16:creationId xmlns:a16="http://schemas.microsoft.com/office/drawing/2014/main" id="{D9646E5D-51AD-3809-3B2B-E03DC12A53CB}"/>
                </a:ext>
              </a:extLst>
            </p:cNvPr>
            <p:cNvSpPr>
              <a:spLocks noChangeArrowheads="1"/>
            </p:cNvSpPr>
            <p:nvPr/>
          </p:nvSpPr>
          <p:spPr bwMode="auto">
            <a:xfrm>
              <a:off x="4687888" y="1762125"/>
              <a:ext cx="95250" cy="95250"/>
            </a:xfrm>
            <a:custGeom>
              <a:avLst/>
              <a:gdLst>
                <a:gd name="T0" fmla="*/ 16 w 265"/>
                <a:gd name="T1" fmla="*/ 147 h 265"/>
                <a:gd name="T2" fmla="*/ 16 w 265"/>
                <a:gd name="T3" fmla="*/ 147 h 265"/>
                <a:gd name="T4" fmla="*/ 118 w 265"/>
                <a:gd name="T5" fmla="*/ 147 h 265"/>
                <a:gd name="T6" fmla="*/ 118 w 265"/>
                <a:gd name="T7" fmla="*/ 249 h 265"/>
                <a:gd name="T8" fmla="*/ 132 w 265"/>
                <a:gd name="T9" fmla="*/ 264 h 265"/>
                <a:gd name="T10" fmla="*/ 147 w 265"/>
                <a:gd name="T11" fmla="*/ 249 h 265"/>
                <a:gd name="T12" fmla="*/ 147 w 265"/>
                <a:gd name="T13" fmla="*/ 147 h 265"/>
                <a:gd name="T14" fmla="*/ 250 w 265"/>
                <a:gd name="T15" fmla="*/ 147 h 265"/>
                <a:gd name="T16" fmla="*/ 264 w 265"/>
                <a:gd name="T17" fmla="*/ 132 h 265"/>
                <a:gd name="T18" fmla="*/ 250 w 265"/>
                <a:gd name="T19" fmla="*/ 117 h 265"/>
                <a:gd name="T20" fmla="*/ 147 w 265"/>
                <a:gd name="T21" fmla="*/ 117 h 265"/>
                <a:gd name="T22" fmla="*/ 147 w 265"/>
                <a:gd name="T23" fmla="*/ 15 h 265"/>
                <a:gd name="T24" fmla="*/ 132 w 265"/>
                <a:gd name="T25" fmla="*/ 0 h 265"/>
                <a:gd name="T26" fmla="*/ 118 w 265"/>
                <a:gd name="T27" fmla="*/ 15 h 265"/>
                <a:gd name="T28" fmla="*/ 118 w 265"/>
                <a:gd name="T29" fmla="*/ 117 h 265"/>
                <a:gd name="T30" fmla="*/ 16 w 265"/>
                <a:gd name="T31" fmla="*/ 117 h 265"/>
                <a:gd name="T32" fmla="*/ 0 w 265"/>
                <a:gd name="T33" fmla="*/ 132 h 265"/>
                <a:gd name="T34" fmla="*/ 16 w 265"/>
                <a:gd name="T35" fmla="*/ 147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65" h="265">
                  <a:moveTo>
                    <a:pt x="16" y="147"/>
                  </a:moveTo>
                  <a:lnTo>
                    <a:pt x="16" y="147"/>
                  </a:lnTo>
                  <a:cubicBezTo>
                    <a:pt x="118" y="147"/>
                    <a:pt x="118" y="147"/>
                    <a:pt x="118" y="147"/>
                  </a:cubicBezTo>
                  <a:cubicBezTo>
                    <a:pt x="118" y="249"/>
                    <a:pt x="118" y="249"/>
                    <a:pt x="118" y="249"/>
                  </a:cubicBezTo>
                  <a:cubicBezTo>
                    <a:pt x="118" y="257"/>
                    <a:pt x="125" y="264"/>
                    <a:pt x="132" y="264"/>
                  </a:cubicBezTo>
                  <a:cubicBezTo>
                    <a:pt x="140" y="264"/>
                    <a:pt x="147" y="257"/>
                    <a:pt x="147" y="249"/>
                  </a:cubicBezTo>
                  <a:cubicBezTo>
                    <a:pt x="147" y="147"/>
                    <a:pt x="147" y="147"/>
                    <a:pt x="147" y="147"/>
                  </a:cubicBezTo>
                  <a:cubicBezTo>
                    <a:pt x="250" y="147"/>
                    <a:pt x="250" y="147"/>
                    <a:pt x="250" y="147"/>
                  </a:cubicBezTo>
                  <a:cubicBezTo>
                    <a:pt x="258" y="147"/>
                    <a:pt x="264" y="140"/>
                    <a:pt x="264" y="132"/>
                  </a:cubicBezTo>
                  <a:cubicBezTo>
                    <a:pt x="264" y="124"/>
                    <a:pt x="258" y="117"/>
                    <a:pt x="250" y="117"/>
                  </a:cubicBezTo>
                  <a:cubicBezTo>
                    <a:pt x="147" y="117"/>
                    <a:pt x="147" y="117"/>
                    <a:pt x="147" y="117"/>
                  </a:cubicBezTo>
                  <a:cubicBezTo>
                    <a:pt x="147" y="15"/>
                    <a:pt x="147" y="15"/>
                    <a:pt x="147" y="15"/>
                  </a:cubicBezTo>
                  <a:cubicBezTo>
                    <a:pt x="147" y="7"/>
                    <a:pt x="140" y="0"/>
                    <a:pt x="132" y="0"/>
                  </a:cubicBezTo>
                  <a:cubicBezTo>
                    <a:pt x="125" y="0"/>
                    <a:pt x="118" y="7"/>
                    <a:pt x="118" y="15"/>
                  </a:cubicBezTo>
                  <a:cubicBezTo>
                    <a:pt x="118" y="117"/>
                    <a:pt x="118" y="117"/>
                    <a:pt x="118" y="117"/>
                  </a:cubicBezTo>
                  <a:cubicBezTo>
                    <a:pt x="16" y="117"/>
                    <a:pt x="16" y="117"/>
                    <a:pt x="16" y="117"/>
                  </a:cubicBezTo>
                  <a:cubicBezTo>
                    <a:pt x="7" y="117"/>
                    <a:pt x="0" y="124"/>
                    <a:pt x="0" y="132"/>
                  </a:cubicBezTo>
                  <a:cubicBezTo>
                    <a:pt x="0" y="140"/>
                    <a:pt x="7" y="147"/>
                    <a:pt x="16" y="1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8">
              <a:extLst>
                <a:ext uri="{FF2B5EF4-FFF2-40B4-BE49-F238E27FC236}">
                  <a16:creationId xmlns:a16="http://schemas.microsoft.com/office/drawing/2014/main" id="{6561651F-C2D3-6159-ABEF-E05404A55548}"/>
                </a:ext>
              </a:extLst>
            </p:cNvPr>
            <p:cNvSpPr>
              <a:spLocks noChangeArrowheads="1"/>
            </p:cNvSpPr>
            <p:nvPr/>
          </p:nvSpPr>
          <p:spPr bwMode="auto">
            <a:xfrm>
              <a:off x="4635500" y="1709738"/>
              <a:ext cx="254000" cy="254000"/>
            </a:xfrm>
            <a:custGeom>
              <a:avLst/>
              <a:gdLst>
                <a:gd name="T0" fmla="*/ 277 w 704"/>
                <a:gd name="T1" fmla="*/ 558 h 704"/>
                <a:gd name="T2" fmla="*/ 277 w 704"/>
                <a:gd name="T3" fmla="*/ 558 h 704"/>
                <a:gd name="T4" fmla="*/ 464 w 704"/>
                <a:gd name="T5" fmla="*/ 486 h 704"/>
                <a:gd name="T6" fmla="*/ 490 w 704"/>
                <a:gd name="T7" fmla="*/ 512 h 704"/>
                <a:gd name="T8" fmla="*/ 482 w 704"/>
                <a:gd name="T9" fmla="*/ 541 h 704"/>
                <a:gd name="T10" fmla="*/ 500 w 704"/>
                <a:gd name="T11" fmla="*/ 582 h 704"/>
                <a:gd name="T12" fmla="*/ 602 w 704"/>
                <a:gd name="T13" fmla="*/ 687 h 704"/>
                <a:gd name="T14" fmla="*/ 644 w 704"/>
                <a:gd name="T15" fmla="*/ 703 h 704"/>
                <a:gd name="T16" fmla="*/ 685 w 704"/>
                <a:gd name="T17" fmla="*/ 687 h 704"/>
                <a:gd name="T18" fmla="*/ 675 w 704"/>
                <a:gd name="T19" fmla="*/ 676 h 704"/>
                <a:gd name="T20" fmla="*/ 685 w 704"/>
                <a:gd name="T21" fmla="*/ 687 h 704"/>
                <a:gd name="T22" fmla="*/ 703 w 704"/>
                <a:gd name="T23" fmla="*/ 645 h 704"/>
                <a:gd name="T24" fmla="*/ 685 w 704"/>
                <a:gd name="T25" fmla="*/ 603 h 704"/>
                <a:gd name="T26" fmla="*/ 582 w 704"/>
                <a:gd name="T27" fmla="*/ 500 h 704"/>
                <a:gd name="T28" fmla="*/ 541 w 704"/>
                <a:gd name="T29" fmla="*/ 483 h 704"/>
                <a:gd name="T30" fmla="*/ 511 w 704"/>
                <a:gd name="T31" fmla="*/ 492 h 704"/>
                <a:gd name="T32" fmla="*/ 484 w 704"/>
                <a:gd name="T33" fmla="*/ 464 h 704"/>
                <a:gd name="T34" fmla="*/ 556 w 704"/>
                <a:gd name="T35" fmla="*/ 279 h 704"/>
                <a:gd name="T36" fmla="*/ 277 w 704"/>
                <a:gd name="T37" fmla="*/ 0 h 704"/>
                <a:gd name="T38" fmla="*/ 0 w 704"/>
                <a:gd name="T39" fmla="*/ 279 h 704"/>
                <a:gd name="T40" fmla="*/ 277 w 704"/>
                <a:gd name="T41" fmla="*/ 558 h 704"/>
                <a:gd name="T42" fmla="*/ 561 w 704"/>
                <a:gd name="T43" fmla="*/ 520 h 704"/>
                <a:gd name="T44" fmla="*/ 561 w 704"/>
                <a:gd name="T45" fmla="*/ 520 h 704"/>
                <a:gd name="T46" fmla="*/ 664 w 704"/>
                <a:gd name="T47" fmla="*/ 625 h 704"/>
                <a:gd name="T48" fmla="*/ 674 w 704"/>
                <a:gd name="T49" fmla="*/ 645 h 704"/>
                <a:gd name="T50" fmla="*/ 664 w 704"/>
                <a:gd name="T51" fmla="*/ 666 h 704"/>
                <a:gd name="T52" fmla="*/ 644 w 704"/>
                <a:gd name="T53" fmla="*/ 674 h 704"/>
                <a:gd name="T54" fmla="*/ 623 w 704"/>
                <a:gd name="T55" fmla="*/ 666 h 704"/>
                <a:gd name="T56" fmla="*/ 520 w 704"/>
                <a:gd name="T57" fmla="*/ 562 h 704"/>
                <a:gd name="T58" fmla="*/ 511 w 704"/>
                <a:gd name="T59" fmla="*/ 541 h 704"/>
                <a:gd name="T60" fmla="*/ 520 w 704"/>
                <a:gd name="T61" fmla="*/ 520 h 704"/>
                <a:gd name="T62" fmla="*/ 541 w 704"/>
                <a:gd name="T63" fmla="*/ 512 h 704"/>
                <a:gd name="T64" fmla="*/ 561 w 704"/>
                <a:gd name="T65" fmla="*/ 520 h 704"/>
                <a:gd name="T66" fmla="*/ 101 w 704"/>
                <a:gd name="T67" fmla="*/ 103 h 704"/>
                <a:gd name="T68" fmla="*/ 101 w 704"/>
                <a:gd name="T69" fmla="*/ 103 h 704"/>
                <a:gd name="T70" fmla="*/ 277 w 704"/>
                <a:gd name="T71" fmla="*/ 30 h 704"/>
                <a:gd name="T72" fmla="*/ 454 w 704"/>
                <a:gd name="T73" fmla="*/ 103 h 704"/>
                <a:gd name="T74" fmla="*/ 527 w 704"/>
                <a:gd name="T75" fmla="*/ 279 h 704"/>
                <a:gd name="T76" fmla="*/ 460 w 704"/>
                <a:gd name="T77" fmla="*/ 448 h 704"/>
                <a:gd name="T78" fmla="*/ 447 w 704"/>
                <a:gd name="T79" fmla="*/ 461 h 704"/>
                <a:gd name="T80" fmla="*/ 277 w 704"/>
                <a:gd name="T81" fmla="*/ 527 h 704"/>
                <a:gd name="T82" fmla="*/ 101 w 704"/>
                <a:gd name="T83" fmla="*/ 455 h 704"/>
                <a:gd name="T84" fmla="*/ 29 w 704"/>
                <a:gd name="T85" fmla="*/ 279 h 704"/>
                <a:gd name="T86" fmla="*/ 101 w 704"/>
                <a:gd name="T87" fmla="*/ 1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704">
                  <a:moveTo>
                    <a:pt x="277" y="558"/>
                  </a:moveTo>
                  <a:lnTo>
                    <a:pt x="277" y="558"/>
                  </a:lnTo>
                  <a:cubicBezTo>
                    <a:pt x="350" y="558"/>
                    <a:pt x="414" y="530"/>
                    <a:pt x="464" y="486"/>
                  </a:cubicBezTo>
                  <a:cubicBezTo>
                    <a:pt x="490" y="512"/>
                    <a:pt x="490" y="512"/>
                    <a:pt x="490" y="512"/>
                  </a:cubicBezTo>
                  <a:cubicBezTo>
                    <a:pt x="484" y="520"/>
                    <a:pt x="482" y="531"/>
                    <a:pt x="482" y="541"/>
                  </a:cubicBezTo>
                  <a:cubicBezTo>
                    <a:pt x="482" y="556"/>
                    <a:pt x="487" y="571"/>
                    <a:pt x="500" y="582"/>
                  </a:cubicBezTo>
                  <a:cubicBezTo>
                    <a:pt x="602" y="687"/>
                    <a:pt x="602" y="687"/>
                    <a:pt x="602" y="687"/>
                  </a:cubicBezTo>
                  <a:cubicBezTo>
                    <a:pt x="613" y="698"/>
                    <a:pt x="629" y="703"/>
                    <a:pt x="644" y="703"/>
                  </a:cubicBezTo>
                  <a:cubicBezTo>
                    <a:pt x="659" y="703"/>
                    <a:pt x="674" y="698"/>
                    <a:pt x="685" y="687"/>
                  </a:cubicBezTo>
                  <a:cubicBezTo>
                    <a:pt x="675" y="676"/>
                    <a:pt x="675" y="676"/>
                    <a:pt x="675" y="676"/>
                  </a:cubicBezTo>
                  <a:cubicBezTo>
                    <a:pt x="685" y="687"/>
                    <a:pt x="685" y="687"/>
                    <a:pt x="685" y="687"/>
                  </a:cubicBezTo>
                  <a:cubicBezTo>
                    <a:pt x="697" y="676"/>
                    <a:pt x="703" y="660"/>
                    <a:pt x="703" y="645"/>
                  </a:cubicBezTo>
                  <a:cubicBezTo>
                    <a:pt x="703" y="630"/>
                    <a:pt x="697" y="615"/>
                    <a:pt x="685" y="603"/>
                  </a:cubicBezTo>
                  <a:cubicBezTo>
                    <a:pt x="582" y="500"/>
                    <a:pt x="582" y="500"/>
                    <a:pt x="582" y="500"/>
                  </a:cubicBezTo>
                  <a:cubicBezTo>
                    <a:pt x="571" y="489"/>
                    <a:pt x="556" y="483"/>
                    <a:pt x="541" y="483"/>
                  </a:cubicBezTo>
                  <a:cubicBezTo>
                    <a:pt x="530" y="483"/>
                    <a:pt x="520" y="486"/>
                    <a:pt x="511" y="492"/>
                  </a:cubicBezTo>
                  <a:cubicBezTo>
                    <a:pt x="484" y="464"/>
                    <a:pt x="484" y="464"/>
                    <a:pt x="484" y="464"/>
                  </a:cubicBezTo>
                  <a:cubicBezTo>
                    <a:pt x="528" y="416"/>
                    <a:pt x="556" y="350"/>
                    <a:pt x="556" y="279"/>
                  </a:cubicBezTo>
                  <a:cubicBezTo>
                    <a:pt x="556" y="125"/>
                    <a:pt x="431" y="0"/>
                    <a:pt x="277" y="0"/>
                  </a:cubicBezTo>
                  <a:cubicBezTo>
                    <a:pt x="123" y="0"/>
                    <a:pt x="0" y="125"/>
                    <a:pt x="0" y="279"/>
                  </a:cubicBezTo>
                  <a:cubicBezTo>
                    <a:pt x="0" y="433"/>
                    <a:pt x="123" y="558"/>
                    <a:pt x="277" y="558"/>
                  </a:cubicBezTo>
                  <a:close/>
                  <a:moveTo>
                    <a:pt x="561" y="520"/>
                  </a:moveTo>
                  <a:lnTo>
                    <a:pt x="561" y="520"/>
                  </a:lnTo>
                  <a:cubicBezTo>
                    <a:pt x="664" y="625"/>
                    <a:pt x="664" y="625"/>
                    <a:pt x="664" y="625"/>
                  </a:cubicBezTo>
                  <a:cubicBezTo>
                    <a:pt x="670" y="630"/>
                    <a:pt x="673" y="637"/>
                    <a:pt x="674" y="645"/>
                  </a:cubicBezTo>
                  <a:cubicBezTo>
                    <a:pt x="673" y="652"/>
                    <a:pt x="670" y="660"/>
                    <a:pt x="664" y="666"/>
                  </a:cubicBezTo>
                  <a:cubicBezTo>
                    <a:pt x="659" y="671"/>
                    <a:pt x="652" y="674"/>
                    <a:pt x="644" y="674"/>
                  </a:cubicBezTo>
                  <a:cubicBezTo>
                    <a:pt x="637" y="674"/>
                    <a:pt x="629" y="671"/>
                    <a:pt x="623" y="666"/>
                  </a:cubicBezTo>
                  <a:cubicBezTo>
                    <a:pt x="520" y="562"/>
                    <a:pt x="520" y="562"/>
                    <a:pt x="520" y="562"/>
                  </a:cubicBezTo>
                  <a:cubicBezTo>
                    <a:pt x="513" y="556"/>
                    <a:pt x="511" y="549"/>
                    <a:pt x="511" y="541"/>
                  </a:cubicBezTo>
                  <a:cubicBezTo>
                    <a:pt x="511" y="534"/>
                    <a:pt x="513" y="526"/>
                    <a:pt x="520" y="520"/>
                  </a:cubicBezTo>
                  <a:cubicBezTo>
                    <a:pt x="526" y="515"/>
                    <a:pt x="533" y="512"/>
                    <a:pt x="541" y="512"/>
                  </a:cubicBezTo>
                  <a:cubicBezTo>
                    <a:pt x="548" y="512"/>
                    <a:pt x="556" y="515"/>
                    <a:pt x="561" y="520"/>
                  </a:cubicBezTo>
                  <a:close/>
                  <a:moveTo>
                    <a:pt x="101" y="103"/>
                  </a:moveTo>
                  <a:lnTo>
                    <a:pt x="101" y="103"/>
                  </a:lnTo>
                  <a:cubicBezTo>
                    <a:pt x="147" y="58"/>
                    <a:pt x="209" y="30"/>
                    <a:pt x="277" y="30"/>
                  </a:cubicBezTo>
                  <a:cubicBezTo>
                    <a:pt x="347" y="30"/>
                    <a:pt x="409" y="58"/>
                    <a:pt x="454" y="103"/>
                  </a:cubicBezTo>
                  <a:cubicBezTo>
                    <a:pt x="498" y="148"/>
                    <a:pt x="527" y="210"/>
                    <a:pt x="527" y="279"/>
                  </a:cubicBezTo>
                  <a:cubicBezTo>
                    <a:pt x="527" y="345"/>
                    <a:pt x="501" y="404"/>
                    <a:pt x="460" y="448"/>
                  </a:cubicBezTo>
                  <a:cubicBezTo>
                    <a:pt x="447" y="461"/>
                    <a:pt x="447" y="461"/>
                    <a:pt x="447" y="461"/>
                  </a:cubicBezTo>
                  <a:cubicBezTo>
                    <a:pt x="402" y="503"/>
                    <a:pt x="343" y="527"/>
                    <a:pt x="277" y="527"/>
                  </a:cubicBezTo>
                  <a:cubicBezTo>
                    <a:pt x="209" y="527"/>
                    <a:pt x="147" y="500"/>
                    <a:pt x="101" y="455"/>
                  </a:cubicBezTo>
                  <a:cubicBezTo>
                    <a:pt x="56" y="409"/>
                    <a:pt x="29" y="347"/>
                    <a:pt x="29" y="279"/>
                  </a:cubicBezTo>
                  <a:cubicBezTo>
                    <a:pt x="29" y="210"/>
                    <a:pt x="56" y="148"/>
                    <a:pt x="101" y="10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1" name="Group 434">
            <a:extLst>
              <a:ext uri="{FF2B5EF4-FFF2-40B4-BE49-F238E27FC236}">
                <a16:creationId xmlns:a16="http://schemas.microsoft.com/office/drawing/2014/main" id="{B7C4BFF8-9CA5-4B01-7394-619DFB231C89}"/>
              </a:ext>
            </a:extLst>
          </p:cNvPr>
          <p:cNvGrpSpPr/>
          <p:nvPr/>
        </p:nvGrpSpPr>
        <p:grpSpPr>
          <a:xfrm>
            <a:off x="6283449" y="1371228"/>
            <a:ext cx="252412" cy="254000"/>
            <a:chOff x="5141913" y="1709738"/>
            <a:chExt cx="252412" cy="254000"/>
          </a:xfrm>
          <a:solidFill>
            <a:schemeClr val="accent4"/>
          </a:solidFill>
        </p:grpSpPr>
        <p:sp>
          <p:nvSpPr>
            <p:cNvPr id="432" name="Freeform 359">
              <a:extLst>
                <a:ext uri="{FF2B5EF4-FFF2-40B4-BE49-F238E27FC236}">
                  <a16:creationId xmlns:a16="http://schemas.microsoft.com/office/drawing/2014/main" id="{BDE880DC-E1E4-2168-3280-43963BEA3B9B}"/>
                </a:ext>
              </a:extLst>
            </p:cNvPr>
            <p:cNvSpPr>
              <a:spLocks noChangeArrowheads="1"/>
            </p:cNvSpPr>
            <p:nvPr/>
          </p:nvSpPr>
          <p:spPr bwMode="auto">
            <a:xfrm>
              <a:off x="5194300" y="1804988"/>
              <a:ext cx="95250" cy="11112"/>
            </a:xfrm>
            <a:custGeom>
              <a:avLst/>
              <a:gdLst>
                <a:gd name="T0" fmla="*/ 250 w 265"/>
                <a:gd name="T1" fmla="*/ 0 h 31"/>
                <a:gd name="T2" fmla="*/ 250 w 265"/>
                <a:gd name="T3" fmla="*/ 0 h 31"/>
                <a:gd name="T4" fmla="*/ 15 w 265"/>
                <a:gd name="T5" fmla="*/ 0 h 31"/>
                <a:gd name="T6" fmla="*/ 0 w 265"/>
                <a:gd name="T7" fmla="*/ 15 h 31"/>
                <a:gd name="T8" fmla="*/ 15 w 265"/>
                <a:gd name="T9" fmla="*/ 30 h 31"/>
                <a:gd name="T10" fmla="*/ 250 w 265"/>
                <a:gd name="T11" fmla="*/ 30 h 31"/>
                <a:gd name="T12" fmla="*/ 264 w 265"/>
                <a:gd name="T13" fmla="*/ 15 h 31"/>
                <a:gd name="T14" fmla="*/ 250 w 26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5" h="31">
                  <a:moveTo>
                    <a:pt x="250" y="0"/>
                  </a:moveTo>
                  <a:lnTo>
                    <a:pt x="250" y="0"/>
                  </a:lnTo>
                  <a:cubicBezTo>
                    <a:pt x="15" y="0"/>
                    <a:pt x="15" y="0"/>
                    <a:pt x="15" y="0"/>
                  </a:cubicBezTo>
                  <a:cubicBezTo>
                    <a:pt x="7" y="0"/>
                    <a:pt x="0" y="7"/>
                    <a:pt x="0" y="15"/>
                  </a:cubicBezTo>
                  <a:cubicBezTo>
                    <a:pt x="0" y="23"/>
                    <a:pt x="7" y="30"/>
                    <a:pt x="15" y="30"/>
                  </a:cubicBezTo>
                  <a:cubicBezTo>
                    <a:pt x="250" y="30"/>
                    <a:pt x="250" y="30"/>
                    <a:pt x="250" y="30"/>
                  </a:cubicBezTo>
                  <a:cubicBezTo>
                    <a:pt x="258" y="30"/>
                    <a:pt x="264" y="23"/>
                    <a:pt x="264" y="15"/>
                  </a:cubicBezTo>
                  <a:cubicBezTo>
                    <a:pt x="264" y="7"/>
                    <a:pt x="258" y="0"/>
                    <a:pt x="25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60">
              <a:extLst>
                <a:ext uri="{FF2B5EF4-FFF2-40B4-BE49-F238E27FC236}">
                  <a16:creationId xmlns:a16="http://schemas.microsoft.com/office/drawing/2014/main" id="{B46517F7-F217-8A5E-9646-EF46EB4A8197}"/>
                </a:ext>
              </a:extLst>
            </p:cNvPr>
            <p:cNvSpPr>
              <a:spLocks noChangeArrowheads="1"/>
            </p:cNvSpPr>
            <p:nvPr/>
          </p:nvSpPr>
          <p:spPr bwMode="auto">
            <a:xfrm>
              <a:off x="5141913" y="1709738"/>
              <a:ext cx="252412" cy="254000"/>
            </a:xfrm>
            <a:custGeom>
              <a:avLst/>
              <a:gdLst>
                <a:gd name="T0" fmla="*/ 555 w 703"/>
                <a:gd name="T1" fmla="*/ 279 h 704"/>
                <a:gd name="T2" fmla="*/ 555 w 703"/>
                <a:gd name="T3" fmla="*/ 279 h 704"/>
                <a:gd name="T4" fmla="*/ 277 w 703"/>
                <a:gd name="T5" fmla="*/ 0 h 704"/>
                <a:gd name="T6" fmla="*/ 0 w 703"/>
                <a:gd name="T7" fmla="*/ 279 h 704"/>
                <a:gd name="T8" fmla="*/ 277 w 703"/>
                <a:gd name="T9" fmla="*/ 558 h 704"/>
                <a:gd name="T10" fmla="*/ 463 w 703"/>
                <a:gd name="T11" fmla="*/ 486 h 704"/>
                <a:gd name="T12" fmla="*/ 490 w 703"/>
                <a:gd name="T13" fmla="*/ 512 h 704"/>
                <a:gd name="T14" fmla="*/ 481 w 703"/>
                <a:gd name="T15" fmla="*/ 541 h 704"/>
                <a:gd name="T16" fmla="*/ 499 w 703"/>
                <a:gd name="T17" fmla="*/ 582 h 704"/>
                <a:gd name="T18" fmla="*/ 602 w 703"/>
                <a:gd name="T19" fmla="*/ 687 h 704"/>
                <a:gd name="T20" fmla="*/ 643 w 703"/>
                <a:gd name="T21" fmla="*/ 703 h 704"/>
                <a:gd name="T22" fmla="*/ 684 w 703"/>
                <a:gd name="T23" fmla="*/ 687 h 704"/>
                <a:gd name="T24" fmla="*/ 675 w 703"/>
                <a:gd name="T25" fmla="*/ 676 h 704"/>
                <a:gd name="T26" fmla="*/ 684 w 703"/>
                <a:gd name="T27" fmla="*/ 687 h 704"/>
                <a:gd name="T28" fmla="*/ 702 w 703"/>
                <a:gd name="T29" fmla="*/ 645 h 704"/>
                <a:gd name="T30" fmla="*/ 684 w 703"/>
                <a:gd name="T31" fmla="*/ 603 h 704"/>
                <a:gd name="T32" fmla="*/ 582 w 703"/>
                <a:gd name="T33" fmla="*/ 500 h 704"/>
                <a:gd name="T34" fmla="*/ 540 w 703"/>
                <a:gd name="T35" fmla="*/ 483 h 704"/>
                <a:gd name="T36" fmla="*/ 510 w 703"/>
                <a:gd name="T37" fmla="*/ 492 h 704"/>
                <a:gd name="T38" fmla="*/ 484 w 703"/>
                <a:gd name="T39" fmla="*/ 464 h 704"/>
                <a:gd name="T40" fmla="*/ 555 w 703"/>
                <a:gd name="T41" fmla="*/ 279 h 704"/>
                <a:gd name="T42" fmla="*/ 101 w 703"/>
                <a:gd name="T43" fmla="*/ 455 h 704"/>
                <a:gd name="T44" fmla="*/ 101 w 703"/>
                <a:gd name="T45" fmla="*/ 455 h 704"/>
                <a:gd name="T46" fmla="*/ 28 w 703"/>
                <a:gd name="T47" fmla="*/ 279 h 704"/>
                <a:gd name="T48" fmla="*/ 101 w 703"/>
                <a:gd name="T49" fmla="*/ 103 h 704"/>
                <a:gd name="T50" fmla="*/ 277 w 703"/>
                <a:gd name="T51" fmla="*/ 30 h 704"/>
                <a:gd name="T52" fmla="*/ 454 w 703"/>
                <a:gd name="T53" fmla="*/ 103 h 704"/>
                <a:gd name="T54" fmla="*/ 527 w 703"/>
                <a:gd name="T55" fmla="*/ 279 h 704"/>
                <a:gd name="T56" fmla="*/ 459 w 703"/>
                <a:gd name="T57" fmla="*/ 448 h 704"/>
                <a:gd name="T58" fmla="*/ 447 w 703"/>
                <a:gd name="T59" fmla="*/ 461 h 704"/>
                <a:gd name="T60" fmla="*/ 277 w 703"/>
                <a:gd name="T61" fmla="*/ 527 h 704"/>
                <a:gd name="T62" fmla="*/ 101 w 703"/>
                <a:gd name="T63" fmla="*/ 455 h 704"/>
                <a:gd name="T64" fmla="*/ 561 w 703"/>
                <a:gd name="T65" fmla="*/ 520 h 704"/>
                <a:gd name="T66" fmla="*/ 561 w 703"/>
                <a:gd name="T67" fmla="*/ 520 h 704"/>
                <a:gd name="T68" fmla="*/ 664 w 703"/>
                <a:gd name="T69" fmla="*/ 625 h 704"/>
                <a:gd name="T70" fmla="*/ 673 w 703"/>
                <a:gd name="T71" fmla="*/ 645 h 704"/>
                <a:gd name="T72" fmla="*/ 664 w 703"/>
                <a:gd name="T73" fmla="*/ 666 h 704"/>
                <a:gd name="T74" fmla="*/ 643 w 703"/>
                <a:gd name="T75" fmla="*/ 674 h 704"/>
                <a:gd name="T76" fmla="*/ 623 w 703"/>
                <a:gd name="T77" fmla="*/ 666 h 704"/>
                <a:gd name="T78" fmla="*/ 520 w 703"/>
                <a:gd name="T79" fmla="*/ 562 h 704"/>
                <a:gd name="T80" fmla="*/ 510 w 703"/>
                <a:gd name="T81" fmla="*/ 541 h 704"/>
                <a:gd name="T82" fmla="*/ 520 w 703"/>
                <a:gd name="T83" fmla="*/ 520 h 704"/>
                <a:gd name="T84" fmla="*/ 540 w 703"/>
                <a:gd name="T85" fmla="*/ 512 h 704"/>
                <a:gd name="T86" fmla="*/ 561 w 703"/>
                <a:gd name="T87" fmla="*/ 52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3" h="704">
                  <a:moveTo>
                    <a:pt x="555" y="279"/>
                  </a:moveTo>
                  <a:lnTo>
                    <a:pt x="555" y="279"/>
                  </a:lnTo>
                  <a:cubicBezTo>
                    <a:pt x="555" y="125"/>
                    <a:pt x="431" y="0"/>
                    <a:pt x="277" y="0"/>
                  </a:cubicBezTo>
                  <a:cubicBezTo>
                    <a:pt x="123" y="0"/>
                    <a:pt x="0" y="125"/>
                    <a:pt x="0" y="279"/>
                  </a:cubicBezTo>
                  <a:cubicBezTo>
                    <a:pt x="0" y="433"/>
                    <a:pt x="123" y="558"/>
                    <a:pt x="277" y="558"/>
                  </a:cubicBezTo>
                  <a:cubicBezTo>
                    <a:pt x="350" y="558"/>
                    <a:pt x="414" y="530"/>
                    <a:pt x="463" y="486"/>
                  </a:cubicBezTo>
                  <a:cubicBezTo>
                    <a:pt x="490" y="512"/>
                    <a:pt x="490" y="512"/>
                    <a:pt x="490" y="512"/>
                  </a:cubicBezTo>
                  <a:cubicBezTo>
                    <a:pt x="484" y="520"/>
                    <a:pt x="481" y="531"/>
                    <a:pt x="481" y="541"/>
                  </a:cubicBezTo>
                  <a:cubicBezTo>
                    <a:pt x="481" y="556"/>
                    <a:pt x="487" y="571"/>
                    <a:pt x="499" y="582"/>
                  </a:cubicBezTo>
                  <a:cubicBezTo>
                    <a:pt x="602" y="687"/>
                    <a:pt x="602" y="687"/>
                    <a:pt x="602" y="687"/>
                  </a:cubicBezTo>
                  <a:cubicBezTo>
                    <a:pt x="613" y="698"/>
                    <a:pt x="628" y="703"/>
                    <a:pt x="643" y="703"/>
                  </a:cubicBezTo>
                  <a:cubicBezTo>
                    <a:pt x="658" y="703"/>
                    <a:pt x="673" y="698"/>
                    <a:pt x="684" y="687"/>
                  </a:cubicBezTo>
                  <a:cubicBezTo>
                    <a:pt x="675" y="676"/>
                    <a:pt x="675" y="676"/>
                    <a:pt x="675" y="676"/>
                  </a:cubicBezTo>
                  <a:cubicBezTo>
                    <a:pt x="684" y="687"/>
                    <a:pt x="684" y="687"/>
                    <a:pt x="684" y="687"/>
                  </a:cubicBezTo>
                  <a:cubicBezTo>
                    <a:pt x="697" y="676"/>
                    <a:pt x="702" y="660"/>
                    <a:pt x="702" y="645"/>
                  </a:cubicBezTo>
                  <a:cubicBezTo>
                    <a:pt x="702" y="630"/>
                    <a:pt x="697" y="615"/>
                    <a:pt x="684" y="603"/>
                  </a:cubicBezTo>
                  <a:cubicBezTo>
                    <a:pt x="582" y="500"/>
                    <a:pt x="582" y="500"/>
                    <a:pt x="582" y="500"/>
                  </a:cubicBezTo>
                  <a:cubicBezTo>
                    <a:pt x="571" y="489"/>
                    <a:pt x="555" y="483"/>
                    <a:pt x="540" y="483"/>
                  </a:cubicBezTo>
                  <a:cubicBezTo>
                    <a:pt x="529" y="483"/>
                    <a:pt x="520" y="486"/>
                    <a:pt x="510" y="492"/>
                  </a:cubicBezTo>
                  <a:cubicBezTo>
                    <a:pt x="484" y="464"/>
                    <a:pt x="484" y="464"/>
                    <a:pt x="484" y="464"/>
                  </a:cubicBezTo>
                  <a:cubicBezTo>
                    <a:pt x="528" y="416"/>
                    <a:pt x="555" y="350"/>
                    <a:pt x="555" y="279"/>
                  </a:cubicBezTo>
                  <a:close/>
                  <a:moveTo>
                    <a:pt x="101" y="455"/>
                  </a:moveTo>
                  <a:lnTo>
                    <a:pt x="101" y="455"/>
                  </a:lnTo>
                  <a:cubicBezTo>
                    <a:pt x="56" y="409"/>
                    <a:pt x="28" y="347"/>
                    <a:pt x="28" y="279"/>
                  </a:cubicBezTo>
                  <a:cubicBezTo>
                    <a:pt x="28" y="210"/>
                    <a:pt x="56" y="148"/>
                    <a:pt x="101" y="103"/>
                  </a:cubicBezTo>
                  <a:cubicBezTo>
                    <a:pt x="146" y="58"/>
                    <a:pt x="208" y="30"/>
                    <a:pt x="277" y="30"/>
                  </a:cubicBezTo>
                  <a:cubicBezTo>
                    <a:pt x="347" y="30"/>
                    <a:pt x="409" y="58"/>
                    <a:pt x="454" y="103"/>
                  </a:cubicBezTo>
                  <a:cubicBezTo>
                    <a:pt x="498" y="148"/>
                    <a:pt x="527" y="210"/>
                    <a:pt x="527" y="279"/>
                  </a:cubicBezTo>
                  <a:cubicBezTo>
                    <a:pt x="527" y="345"/>
                    <a:pt x="501" y="404"/>
                    <a:pt x="459" y="448"/>
                  </a:cubicBezTo>
                  <a:cubicBezTo>
                    <a:pt x="447" y="461"/>
                    <a:pt x="447" y="461"/>
                    <a:pt x="447" y="461"/>
                  </a:cubicBezTo>
                  <a:cubicBezTo>
                    <a:pt x="402" y="503"/>
                    <a:pt x="343" y="527"/>
                    <a:pt x="277" y="527"/>
                  </a:cubicBezTo>
                  <a:cubicBezTo>
                    <a:pt x="208" y="527"/>
                    <a:pt x="146" y="500"/>
                    <a:pt x="101" y="455"/>
                  </a:cubicBezTo>
                  <a:close/>
                  <a:moveTo>
                    <a:pt x="561" y="520"/>
                  </a:moveTo>
                  <a:lnTo>
                    <a:pt x="561" y="520"/>
                  </a:lnTo>
                  <a:cubicBezTo>
                    <a:pt x="664" y="625"/>
                    <a:pt x="664" y="625"/>
                    <a:pt x="664" y="625"/>
                  </a:cubicBezTo>
                  <a:cubicBezTo>
                    <a:pt x="669" y="630"/>
                    <a:pt x="673" y="637"/>
                    <a:pt x="673" y="645"/>
                  </a:cubicBezTo>
                  <a:cubicBezTo>
                    <a:pt x="673" y="652"/>
                    <a:pt x="669" y="660"/>
                    <a:pt x="664" y="666"/>
                  </a:cubicBezTo>
                  <a:cubicBezTo>
                    <a:pt x="658" y="671"/>
                    <a:pt x="652" y="674"/>
                    <a:pt x="643" y="674"/>
                  </a:cubicBezTo>
                  <a:cubicBezTo>
                    <a:pt x="636" y="674"/>
                    <a:pt x="628" y="671"/>
                    <a:pt x="623" y="666"/>
                  </a:cubicBezTo>
                  <a:cubicBezTo>
                    <a:pt x="520" y="562"/>
                    <a:pt x="520" y="562"/>
                    <a:pt x="520" y="562"/>
                  </a:cubicBezTo>
                  <a:cubicBezTo>
                    <a:pt x="513" y="556"/>
                    <a:pt x="510" y="549"/>
                    <a:pt x="510" y="541"/>
                  </a:cubicBezTo>
                  <a:cubicBezTo>
                    <a:pt x="510" y="534"/>
                    <a:pt x="513" y="526"/>
                    <a:pt x="520" y="520"/>
                  </a:cubicBezTo>
                  <a:cubicBezTo>
                    <a:pt x="525" y="515"/>
                    <a:pt x="532" y="512"/>
                    <a:pt x="540" y="512"/>
                  </a:cubicBezTo>
                  <a:cubicBezTo>
                    <a:pt x="547" y="512"/>
                    <a:pt x="555" y="515"/>
                    <a:pt x="561" y="5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4" name="Freeform 361">
            <a:extLst>
              <a:ext uri="{FF2B5EF4-FFF2-40B4-BE49-F238E27FC236}">
                <a16:creationId xmlns:a16="http://schemas.microsoft.com/office/drawing/2014/main" id="{7DA77E52-28F5-0308-AB34-C72B5D90ECB0}"/>
              </a:ext>
            </a:extLst>
          </p:cNvPr>
          <p:cNvSpPr>
            <a:spLocks noChangeArrowheads="1"/>
          </p:cNvSpPr>
          <p:nvPr/>
        </p:nvSpPr>
        <p:spPr bwMode="auto">
          <a:xfrm>
            <a:off x="7283574" y="1371228"/>
            <a:ext cx="244475" cy="254000"/>
          </a:xfrm>
          <a:custGeom>
            <a:avLst/>
            <a:gdLst>
              <a:gd name="T0" fmla="*/ 61 w 678"/>
              <a:gd name="T1" fmla="*/ 688 h 704"/>
              <a:gd name="T2" fmla="*/ 61 w 678"/>
              <a:gd name="T3" fmla="*/ 688 h 704"/>
              <a:gd name="T4" fmla="*/ 65 w 678"/>
              <a:gd name="T5" fmla="*/ 699 h 704"/>
              <a:gd name="T6" fmla="*/ 76 w 678"/>
              <a:gd name="T7" fmla="*/ 703 h 704"/>
              <a:gd name="T8" fmla="*/ 251 w 678"/>
              <a:gd name="T9" fmla="*/ 703 h 704"/>
              <a:gd name="T10" fmla="*/ 261 w 678"/>
              <a:gd name="T11" fmla="*/ 699 h 704"/>
              <a:gd name="T12" fmla="*/ 265 w 678"/>
              <a:gd name="T13" fmla="*/ 688 h 704"/>
              <a:gd name="T14" fmla="*/ 265 w 678"/>
              <a:gd name="T15" fmla="*/ 440 h 704"/>
              <a:gd name="T16" fmla="*/ 412 w 678"/>
              <a:gd name="T17" fmla="*/ 440 h 704"/>
              <a:gd name="T18" fmla="*/ 412 w 678"/>
              <a:gd name="T19" fmla="*/ 688 h 704"/>
              <a:gd name="T20" fmla="*/ 416 w 678"/>
              <a:gd name="T21" fmla="*/ 699 h 704"/>
              <a:gd name="T22" fmla="*/ 427 w 678"/>
              <a:gd name="T23" fmla="*/ 703 h 704"/>
              <a:gd name="T24" fmla="*/ 603 w 678"/>
              <a:gd name="T25" fmla="*/ 703 h 704"/>
              <a:gd name="T26" fmla="*/ 612 w 678"/>
              <a:gd name="T27" fmla="*/ 699 h 704"/>
              <a:gd name="T28" fmla="*/ 617 w 678"/>
              <a:gd name="T29" fmla="*/ 688 h 704"/>
              <a:gd name="T30" fmla="*/ 617 w 678"/>
              <a:gd name="T31" fmla="*/ 315 h 704"/>
              <a:gd name="T32" fmla="*/ 651 w 678"/>
              <a:gd name="T33" fmla="*/ 348 h 704"/>
              <a:gd name="T34" fmla="*/ 671 w 678"/>
              <a:gd name="T35" fmla="*/ 348 h 704"/>
              <a:gd name="T36" fmla="*/ 671 w 678"/>
              <a:gd name="T37" fmla="*/ 327 h 704"/>
              <a:gd name="T38" fmla="*/ 671 w 678"/>
              <a:gd name="T39" fmla="*/ 327 h 704"/>
              <a:gd name="T40" fmla="*/ 349 w 678"/>
              <a:gd name="T41" fmla="*/ 5 h 704"/>
              <a:gd name="T42" fmla="*/ 339 w 678"/>
              <a:gd name="T43" fmla="*/ 0 h 704"/>
              <a:gd name="T44" fmla="*/ 328 w 678"/>
              <a:gd name="T45" fmla="*/ 5 h 704"/>
              <a:gd name="T46" fmla="*/ 7 w 678"/>
              <a:gd name="T47" fmla="*/ 327 h 704"/>
              <a:gd name="T48" fmla="*/ 7 w 678"/>
              <a:gd name="T49" fmla="*/ 348 h 704"/>
              <a:gd name="T50" fmla="*/ 28 w 678"/>
              <a:gd name="T51" fmla="*/ 348 h 704"/>
              <a:gd name="T52" fmla="*/ 61 w 678"/>
              <a:gd name="T53" fmla="*/ 315 h 704"/>
              <a:gd name="T54" fmla="*/ 61 w 678"/>
              <a:gd name="T55" fmla="*/ 688 h 704"/>
              <a:gd name="T56" fmla="*/ 339 w 678"/>
              <a:gd name="T57" fmla="*/ 36 h 704"/>
              <a:gd name="T58" fmla="*/ 339 w 678"/>
              <a:gd name="T59" fmla="*/ 36 h 704"/>
              <a:gd name="T60" fmla="*/ 588 w 678"/>
              <a:gd name="T61" fmla="*/ 285 h 704"/>
              <a:gd name="T62" fmla="*/ 588 w 678"/>
              <a:gd name="T63" fmla="*/ 674 h 704"/>
              <a:gd name="T64" fmla="*/ 441 w 678"/>
              <a:gd name="T65" fmla="*/ 674 h 704"/>
              <a:gd name="T66" fmla="*/ 441 w 678"/>
              <a:gd name="T67" fmla="*/ 425 h 704"/>
              <a:gd name="T68" fmla="*/ 437 w 678"/>
              <a:gd name="T69" fmla="*/ 415 h 704"/>
              <a:gd name="T70" fmla="*/ 427 w 678"/>
              <a:gd name="T71" fmla="*/ 411 h 704"/>
              <a:gd name="T72" fmla="*/ 251 w 678"/>
              <a:gd name="T73" fmla="*/ 411 h 704"/>
              <a:gd name="T74" fmla="*/ 240 w 678"/>
              <a:gd name="T75" fmla="*/ 415 h 704"/>
              <a:gd name="T76" fmla="*/ 236 w 678"/>
              <a:gd name="T77" fmla="*/ 425 h 704"/>
              <a:gd name="T78" fmla="*/ 236 w 678"/>
              <a:gd name="T79" fmla="*/ 674 h 704"/>
              <a:gd name="T80" fmla="*/ 89 w 678"/>
              <a:gd name="T81" fmla="*/ 674 h 704"/>
              <a:gd name="T82" fmla="*/ 89 w 678"/>
              <a:gd name="T83" fmla="*/ 285 h 704"/>
              <a:gd name="T84" fmla="*/ 339 w 678"/>
              <a:gd name="T85" fmla="*/ 36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8" h="704">
                <a:moveTo>
                  <a:pt x="61" y="688"/>
                </a:moveTo>
                <a:lnTo>
                  <a:pt x="61" y="688"/>
                </a:lnTo>
                <a:cubicBezTo>
                  <a:pt x="61" y="692"/>
                  <a:pt x="62" y="696"/>
                  <a:pt x="65" y="699"/>
                </a:cubicBezTo>
                <a:cubicBezTo>
                  <a:pt x="67" y="702"/>
                  <a:pt x="72" y="703"/>
                  <a:pt x="76" y="703"/>
                </a:cubicBezTo>
                <a:cubicBezTo>
                  <a:pt x="251" y="703"/>
                  <a:pt x="251" y="703"/>
                  <a:pt x="251" y="703"/>
                </a:cubicBezTo>
                <a:cubicBezTo>
                  <a:pt x="256" y="703"/>
                  <a:pt x="258" y="702"/>
                  <a:pt x="261" y="699"/>
                </a:cubicBezTo>
                <a:cubicBezTo>
                  <a:pt x="264" y="696"/>
                  <a:pt x="265" y="692"/>
                  <a:pt x="265" y="688"/>
                </a:cubicBezTo>
                <a:cubicBezTo>
                  <a:pt x="265" y="440"/>
                  <a:pt x="265" y="440"/>
                  <a:pt x="265" y="440"/>
                </a:cubicBezTo>
                <a:cubicBezTo>
                  <a:pt x="412" y="440"/>
                  <a:pt x="412" y="440"/>
                  <a:pt x="412" y="440"/>
                </a:cubicBezTo>
                <a:cubicBezTo>
                  <a:pt x="412" y="688"/>
                  <a:pt x="412" y="688"/>
                  <a:pt x="412" y="688"/>
                </a:cubicBezTo>
                <a:cubicBezTo>
                  <a:pt x="412" y="692"/>
                  <a:pt x="413" y="696"/>
                  <a:pt x="416" y="699"/>
                </a:cubicBezTo>
                <a:cubicBezTo>
                  <a:pt x="419" y="702"/>
                  <a:pt x="423" y="703"/>
                  <a:pt x="427" y="703"/>
                </a:cubicBezTo>
                <a:cubicBezTo>
                  <a:pt x="603" y="703"/>
                  <a:pt x="603" y="703"/>
                  <a:pt x="603" y="703"/>
                </a:cubicBezTo>
                <a:cubicBezTo>
                  <a:pt x="607" y="703"/>
                  <a:pt x="610" y="702"/>
                  <a:pt x="612" y="699"/>
                </a:cubicBezTo>
                <a:cubicBezTo>
                  <a:pt x="615" y="696"/>
                  <a:pt x="617" y="692"/>
                  <a:pt x="617" y="688"/>
                </a:cubicBezTo>
                <a:cubicBezTo>
                  <a:pt x="617" y="315"/>
                  <a:pt x="617" y="315"/>
                  <a:pt x="617" y="315"/>
                </a:cubicBezTo>
                <a:cubicBezTo>
                  <a:pt x="651" y="348"/>
                  <a:pt x="651" y="348"/>
                  <a:pt x="651" y="348"/>
                </a:cubicBezTo>
                <a:cubicBezTo>
                  <a:pt x="656" y="353"/>
                  <a:pt x="666" y="353"/>
                  <a:pt x="671" y="348"/>
                </a:cubicBezTo>
                <a:cubicBezTo>
                  <a:pt x="677" y="342"/>
                  <a:pt x="677" y="333"/>
                  <a:pt x="671" y="327"/>
                </a:cubicBezTo>
                <a:lnTo>
                  <a:pt x="671" y="327"/>
                </a:lnTo>
                <a:cubicBezTo>
                  <a:pt x="349" y="5"/>
                  <a:pt x="349" y="5"/>
                  <a:pt x="349" y="5"/>
                </a:cubicBezTo>
                <a:cubicBezTo>
                  <a:pt x="346" y="2"/>
                  <a:pt x="343" y="0"/>
                  <a:pt x="339" y="0"/>
                </a:cubicBezTo>
                <a:cubicBezTo>
                  <a:pt x="335" y="0"/>
                  <a:pt x="331" y="2"/>
                  <a:pt x="328" y="5"/>
                </a:cubicBezTo>
                <a:cubicBezTo>
                  <a:pt x="7" y="327"/>
                  <a:pt x="7" y="327"/>
                  <a:pt x="7" y="327"/>
                </a:cubicBezTo>
                <a:cubicBezTo>
                  <a:pt x="0" y="333"/>
                  <a:pt x="0" y="342"/>
                  <a:pt x="7" y="348"/>
                </a:cubicBezTo>
                <a:cubicBezTo>
                  <a:pt x="13" y="353"/>
                  <a:pt x="21" y="353"/>
                  <a:pt x="28" y="348"/>
                </a:cubicBezTo>
                <a:cubicBezTo>
                  <a:pt x="61" y="315"/>
                  <a:pt x="61" y="315"/>
                  <a:pt x="61" y="315"/>
                </a:cubicBezTo>
                <a:lnTo>
                  <a:pt x="61" y="688"/>
                </a:lnTo>
                <a:close/>
                <a:moveTo>
                  <a:pt x="339" y="36"/>
                </a:moveTo>
                <a:lnTo>
                  <a:pt x="339" y="36"/>
                </a:lnTo>
                <a:cubicBezTo>
                  <a:pt x="588" y="285"/>
                  <a:pt x="588" y="285"/>
                  <a:pt x="588" y="285"/>
                </a:cubicBezTo>
                <a:cubicBezTo>
                  <a:pt x="588" y="674"/>
                  <a:pt x="588" y="674"/>
                  <a:pt x="588" y="674"/>
                </a:cubicBezTo>
                <a:cubicBezTo>
                  <a:pt x="441" y="674"/>
                  <a:pt x="441" y="674"/>
                  <a:pt x="441" y="674"/>
                </a:cubicBezTo>
                <a:cubicBezTo>
                  <a:pt x="441" y="425"/>
                  <a:pt x="441" y="425"/>
                  <a:pt x="441" y="425"/>
                </a:cubicBezTo>
                <a:cubicBezTo>
                  <a:pt x="441" y="422"/>
                  <a:pt x="439" y="418"/>
                  <a:pt x="437" y="415"/>
                </a:cubicBezTo>
                <a:cubicBezTo>
                  <a:pt x="434" y="412"/>
                  <a:pt x="431" y="411"/>
                  <a:pt x="427" y="411"/>
                </a:cubicBezTo>
                <a:cubicBezTo>
                  <a:pt x="251" y="411"/>
                  <a:pt x="251" y="411"/>
                  <a:pt x="251" y="411"/>
                </a:cubicBezTo>
                <a:cubicBezTo>
                  <a:pt x="247" y="411"/>
                  <a:pt x="243" y="412"/>
                  <a:pt x="240" y="415"/>
                </a:cubicBezTo>
                <a:cubicBezTo>
                  <a:pt x="238" y="418"/>
                  <a:pt x="236" y="422"/>
                  <a:pt x="236" y="425"/>
                </a:cubicBezTo>
                <a:cubicBezTo>
                  <a:pt x="236" y="674"/>
                  <a:pt x="236" y="674"/>
                  <a:pt x="236" y="674"/>
                </a:cubicBezTo>
                <a:cubicBezTo>
                  <a:pt x="89" y="674"/>
                  <a:pt x="89" y="674"/>
                  <a:pt x="89" y="674"/>
                </a:cubicBezTo>
                <a:cubicBezTo>
                  <a:pt x="89" y="285"/>
                  <a:pt x="89" y="285"/>
                  <a:pt x="89" y="285"/>
                </a:cubicBezTo>
                <a:lnTo>
                  <a:pt x="339" y="36"/>
                </a:lnTo>
                <a:close/>
              </a:path>
            </a:pathLst>
          </a:custGeom>
          <a:solidFill>
            <a:schemeClr val="accent4"/>
          </a:solidFill>
          <a:ln>
            <a:noFill/>
          </a:ln>
          <a:effectLst/>
        </p:spPr>
        <p:txBody>
          <a:bodyPr wrap="none" anchor="ctr"/>
          <a:lstStyle/>
          <a:p>
            <a:endParaRPr lang="da-DK"/>
          </a:p>
        </p:txBody>
      </p:sp>
      <p:grpSp>
        <p:nvGrpSpPr>
          <p:cNvPr id="435" name="Group 438">
            <a:extLst>
              <a:ext uri="{FF2B5EF4-FFF2-40B4-BE49-F238E27FC236}">
                <a16:creationId xmlns:a16="http://schemas.microsoft.com/office/drawing/2014/main" id="{42572A2B-506D-16FE-4A78-6F03D17B58F5}"/>
              </a:ext>
            </a:extLst>
          </p:cNvPr>
          <p:cNvGrpSpPr/>
          <p:nvPr/>
        </p:nvGrpSpPr>
        <p:grpSpPr>
          <a:xfrm>
            <a:off x="6267574" y="866403"/>
            <a:ext cx="252412" cy="254000"/>
            <a:chOff x="5126038" y="1195388"/>
            <a:chExt cx="252412" cy="254000"/>
          </a:xfrm>
          <a:solidFill>
            <a:schemeClr val="accent4"/>
          </a:solidFill>
        </p:grpSpPr>
        <p:sp>
          <p:nvSpPr>
            <p:cNvPr id="436" name="Freeform 362">
              <a:extLst>
                <a:ext uri="{FF2B5EF4-FFF2-40B4-BE49-F238E27FC236}">
                  <a16:creationId xmlns:a16="http://schemas.microsoft.com/office/drawing/2014/main" id="{950510F5-9C39-95D0-BB4F-F14D528FD047}"/>
                </a:ext>
              </a:extLst>
            </p:cNvPr>
            <p:cNvSpPr>
              <a:spLocks noChangeArrowheads="1"/>
            </p:cNvSpPr>
            <p:nvPr/>
          </p:nvSpPr>
          <p:spPr bwMode="auto">
            <a:xfrm>
              <a:off x="5176838" y="1247775"/>
              <a:ext cx="149225" cy="149225"/>
            </a:xfrm>
            <a:custGeom>
              <a:avLst/>
              <a:gdLst>
                <a:gd name="T0" fmla="*/ 7 w 414"/>
                <a:gd name="T1" fmla="*/ 407 h 414"/>
                <a:gd name="T2" fmla="*/ 7 w 414"/>
                <a:gd name="T3" fmla="*/ 407 h 414"/>
                <a:gd name="T4" fmla="*/ 27 w 414"/>
                <a:gd name="T5" fmla="*/ 407 h 414"/>
                <a:gd name="T6" fmla="*/ 207 w 414"/>
                <a:gd name="T7" fmla="*/ 227 h 414"/>
                <a:gd name="T8" fmla="*/ 387 w 414"/>
                <a:gd name="T9" fmla="*/ 407 h 414"/>
                <a:gd name="T10" fmla="*/ 407 w 414"/>
                <a:gd name="T11" fmla="*/ 407 h 414"/>
                <a:gd name="T12" fmla="*/ 407 w 414"/>
                <a:gd name="T13" fmla="*/ 387 h 414"/>
                <a:gd name="T14" fmla="*/ 228 w 414"/>
                <a:gd name="T15" fmla="*/ 205 h 414"/>
                <a:gd name="T16" fmla="*/ 407 w 414"/>
                <a:gd name="T17" fmla="*/ 26 h 414"/>
                <a:gd name="T18" fmla="*/ 407 w 414"/>
                <a:gd name="T19" fmla="*/ 5 h 414"/>
                <a:gd name="T20" fmla="*/ 387 w 414"/>
                <a:gd name="T21" fmla="*/ 5 h 414"/>
                <a:gd name="T22" fmla="*/ 207 w 414"/>
                <a:gd name="T23" fmla="*/ 185 h 414"/>
                <a:gd name="T24" fmla="*/ 27 w 414"/>
                <a:gd name="T25" fmla="*/ 5 h 414"/>
                <a:gd name="T26" fmla="*/ 7 w 414"/>
                <a:gd name="T27" fmla="*/ 5 h 414"/>
                <a:gd name="T28" fmla="*/ 7 w 414"/>
                <a:gd name="T29" fmla="*/ 26 h 414"/>
                <a:gd name="T30" fmla="*/ 186 w 414"/>
                <a:gd name="T31" fmla="*/ 205 h 414"/>
                <a:gd name="T32" fmla="*/ 7 w 414"/>
                <a:gd name="T33" fmla="*/ 387 h 414"/>
                <a:gd name="T34" fmla="*/ 7 w 414"/>
                <a:gd name="T35" fmla="*/ 407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14" h="414">
                  <a:moveTo>
                    <a:pt x="7" y="407"/>
                  </a:moveTo>
                  <a:lnTo>
                    <a:pt x="7" y="407"/>
                  </a:lnTo>
                  <a:cubicBezTo>
                    <a:pt x="12" y="413"/>
                    <a:pt x="20" y="413"/>
                    <a:pt x="27" y="407"/>
                  </a:cubicBezTo>
                  <a:cubicBezTo>
                    <a:pt x="207" y="227"/>
                    <a:pt x="207" y="227"/>
                    <a:pt x="207" y="227"/>
                  </a:cubicBezTo>
                  <a:cubicBezTo>
                    <a:pt x="387" y="407"/>
                    <a:pt x="387" y="407"/>
                    <a:pt x="387" y="407"/>
                  </a:cubicBezTo>
                  <a:cubicBezTo>
                    <a:pt x="392" y="413"/>
                    <a:pt x="402" y="413"/>
                    <a:pt x="407" y="407"/>
                  </a:cubicBezTo>
                  <a:cubicBezTo>
                    <a:pt x="413" y="400"/>
                    <a:pt x="413" y="392"/>
                    <a:pt x="407" y="387"/>
                  </a:cubicBezTo>
                  <a:cubicBezTo>
                    <a:pt x="228" y="205"/>
                    <a:pt x="228" y="205"/>
                    <a:pt x="228" y="205"/>
                  </a:cubicBezTo>
                  <a:cubicBezTo>
                    <a:pt x="407" y="26"/>
                    <a:pt x="407" y="26"/>
                    <a:pt x="407" y="26"/>
                  </a:cubicBezTo>
                  <a:cubicBezTo>
                    <a:pt x="413" y="20"/>
                    <a:pt x="413" y="11"/>
                    <a:pt x="407" y="5"/>
                  </a:cubicBezTo>
                  <a:cubicBezTo>
                    <a:pt x="402" y="0"/>
                    <a:pt x="392" y="0"/>
                    <a:pt x="387" y="5"/>
                  </a:cubicBezTo>
                  <a:cubicBezTo>
                    <a:pt x="207" y="185"/>
                    <a:pt x="207" y="185"/>
                    <a:pt x="207" y="185"/>
                  </a:cubicBezTo>
                  <a:cubicBezTo>
                    <a:pt x="27" y="5"/>
                    <a:pt x="27" y="5"/>
                    <a:pt x="27" y="5"/>
                  </a:cubicBezTo>
                  <a:cubicBezTo>
                    <a:pt x="20" y="0"/>
                    <a:pt x="12" y="0"/>
                    <a:pt x="7" y="5"/>
                  </a:cubicBezTo>
                  <a:cubicBezTo>
                    <a:pt x="0" y="11"/>
                    <a:pt x="0" y="20"/>
                    <a:pt x="7" y="26"/>
                  </a:cubicBezTo>
                  <a:cubicBezTo>
                    <a:pt x="186" y="205"/>
                    <a:pt x="186" y="205"/>
                    <a:pt x="186" y="205"/>
                  </a:cubicBezTo>
                  <a:cubicBezTo>
                    <a:pt x="7" y="387"/>
                    <a:pt x="7" y="387"/>
                    <a:pt x="7" y="387"/>
                  </a:cubicBezTo>
                  <a:cubicBezTo>
                    <a:pt x="0" y="392"/>
                    <a:pt x="0" y="400"/>
                    <a:pt x="7" y="4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7" name="Freeform 363">
              <a:extLst>
                <a:ext uri="{FF2B5EF4-FFF2-40B4-BE49-F238E27FC236}">
                  <a16:creationId xmlns:a16="http://schemas.microsoft.com/office/drawing/2014/main" id="{634ABA57-3F88-C5B5-499C-3AA02DD32DA1}"/>
                </a:ext>
              </a:extLst>
            </p:cNvPr>
            <p:cNvSpPr>
              <a:spLocks noChangeArrowheads="1"/>
            </p:cNvSpPr>
            <p:nvPr/>
          </p:nvSpPr>
          <p:spPr bwMode="auto">
            <a:xfrm>
              <a:off x="5126038" y="1195388"/>
              <a:ext cx="252412" cy="254000"/>
            </a:xfrm>
            <a:custGeom>
              <a:avLst/>
              <a:gdLst>
                <a:gd name="T0" fmla="*/ 351 w 703"/>
                <a:gd name="T1" fmla="*/ 703 h 704"/>
                <a:gd name="T2" fmla="*/ 351 w 703"/>
                <a:gd name="T3" fmla="*/ 703 h 704"/>
                <a:gd name="T4" fmla="*/ 702 w 703"/>
                <a:gd name="T5" fmla="*/ 351 h 704"/>
                <a:gd name="T6" fmla="*/ 351 w 703"/>
                <a:gd name="T7" fmla="*/ 0 h 704"/>
                <a:gd name="T8" fmla="*/ 0 w 703"/>
                <a:gd name="T9" fmla="*/ 351 h 704"/>
                <a:gd name="T10" fmla="*/ 351 w 703"/>
                <a:gd name="T11" fmla="*/ 703 h 704"/>
                <a:gd name="T12" fmla="*/ 123 w 703"/>
                <a:gd name="T13" fmla="*/ 124 h 704"/>
                <a:gd name="T14" fmla="*/ 123 w 703"/>
                <a:gd name="T15" fmla="*/ 124 h 704"/>
                <a:gd name="T16" fmla="*/ 351 w 703"/>
                <a:gd name="T17" fmla="*/ 30 h 704"/>
                <a:gd name="T18" fmla="*/ 579 w 703"/>
                <a:gd name="T19" fmla="*/ 124 h 704"/>
                <a:gd name="T20" fmla="*/ 672 w 703"/>
                <a:gd name="T21" fmla="*/ 351 h 704"/>
                <a:gd name="T22" fmla="*/ 579 w 703"/>
                <a:gd name="T23" fmla="*/ 579 h 704"/>
                <a:gd name="T24" fmla="*/ 351 w 703"/>
                <a:gd name="T25" fmla="*/ 674 h 704"/>
                <a:gd name="T26" fmla="*/ 123 w 703"/>
                <a:gd name="T27" fmla="*/ 579 h 704"/>
                <a:gd name="T28" fmla="*/ 28 w 703"/>
                <a:gd name="T29" fmla="*/ 351 h 704"/>
                <a:gd name="T30" fmla="*/ 123 w 703"/>
                <a:gd name="T31" fmla="*/ 1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3" h="704">
                  <a:moveTo>
                    <a:pt x="351" y="703"/>
                  </a:moveTo>
                  <a:lnTo>
                    <a:pt x="351" y="703"/>
                  </a:lnTo>
                  <a:cubicBezTo>
                    <a:pt x="545" y="703"/>
                    <a:pt x="702" y="546"/>
                    <a:pt x="702" y="351"/>
                  </a:cubicBezTo>
                  <a:cubicBezTo>
                    <a:pt x="702" y="158"/>
                    <a:pt x="545" y="0"/>
                    <a:pt x="351" y="0"/>
                  </a:cubicBezTo>
                  <a:cubicBezTo>
                    <a:pt x="156" y="0"/>
                    <a:pt x="0" y="158"/>
                    <a:pt x="0" y="351"/>
                  </a:cubicBezTo>
                  <a:cubicBezTo>
                    <a:pt x="0" y="546"/>
                    <a:pt x="156" y="703"/>
                    <a:pt x="351" y="703"/>
                  </a:cubicBezTo>
                  <a:close/>
                  <a:moveTo>
                    <a:pt x="123" y="124"/>
                  </a:moveTo>
                  <a:lnTo>
                    <a:pt x="123" y="124"/>
                  </a:lnTo>
                  <a:cubicBezTo>
                    <a:pt x="181" y="66"/>
                    <a:pt x="262" y="30"/>
                    <a:pt x="351" y="30"/>
                  </a:cubicBezTo>
                  <a:cubicBezTo>
                    <a:pt x="440" y="30"/>
                    <a:pt x="520" y="66"/>
                    <a:pt x="579" y="124"/>
                  </a:cubicBezTo>
                  <a:cubicBezTo>
                    <a:pt x="637" y="183"/>
                    <a:pt x="672" y="264"/>
                    <a:pt x="672" y="351"/>
                  </a:cubicBezTo>
                  <a:cubicBezTo>
                    <a:pt x="672" y="441"/>
                    <a:pt x="637" y="522"/>
                    <a:pt x="579" y="579"/>
                  </a:cubicBezTo>
                  <a:cubicBezTo>
                    <a:pt x="520" y="638"/>
                    <a:pt x="440" y="674"/>
                    <a:pt x="351" y="674"/>
                  </a:cubicBezTo>
                  <a:cubicBezTo>
                    <a:pt x="262" y="674"/>
                    <a:pt x="181" y="638"/>
                    <a:pt x="123" y="579"/>
                  </a:cubicBezTo>
                  <a:cubicBezTo>
                    <a:pt x="64" y="522"/>
                    <a:pt x="28" y="441"/>
                    <a:pt x="28" y="351"/>
                  </a:cubicBezTo>
                  <a:cubicBezTo>
                    <a:pt x="28" y="264"/>
                    <a:pt x="64" y="183"/>
                    <a:pt x="123"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38" name="Freeform 366">
            <a:extLst>
              <a:ext uri="{FF2B5EF4-FFF2-40B4-BE49-F238E27FC236}">
                <a16:creationId xmlns:a16="http://schemas.microsoft.com/office/drawing/2014/main" id="{52A4EC9A-17A9-7E96-6CA0-4B81D895769C}"/>
              </a:ext>
            </a:extLst>
          </p:cNvPr>
          <p:cNvSpPr>
            <a:spLocks noChangeArrowheads="1"/>
          </p:cNvSpPr>
          <p:nvPr/>
        </p:nvSpPr>
        <p:spPr bwMode="auto">
          <a:xfrm>
            <a:off x="7310561" y="882278"/>
            <a:ext cx="222250" cy="222250"/>
          </a:xfrm>
          <a:custGeom>
            <a:avLst/>
            <a:gdLst>
              <a:gd name="T0" fmla="*/ 13 w 616"/>
              <a:gd name="T1" fmla="*/ 323 h 616"/>
              <a:gd name="T2" fmla="*/ 13 w 616"/>
              <a:gd name="T3" fmla="*/ 323 h 616"/>
              <a:gd name="T4" fmla="*/ 292 w 616"/>
              <a:gd name="T5" fmla="*/ 323 h 616"/>
              <a:gd name="T6" fmla="*/ 292 w 616"/>
              <a:gd name="T7" fmla="*/ 600 h 616"/>
              <a:gd name="T8" fmla="*/ 307 w 616"/>
              <a:gd name="T9" fmla="*/ 615 h 616"/>
              <a:gd name="T10" fmla="*/ 321 w 616"/>
              <a:gd name="T11" fmla="*/ 600 h 616"/>
              <a:gd name="T12" fmla="*/ 321 w 616"/>
              <a:gd name="T13" fmla="*/ 323 h 616"/>
              <a:gd name="T14" fmla="*/ 600 w 616"/>
              <a:gd name="T15" fmla="*/ 323 h 616"/>
              <a:gd name="T16" fmla="*/ 615 w 616"/>
              <a:gd name="T17" fmla="*/ 308 h 616"/>
              <a:gd name="T18" fmla="*/ 600 w 616"/>
              <a:gd name="T19" fmla="*/ 292 h 616"/>
              <a:gd name="T20" fmla="*/ 321 w 616"/>
              <a:gd name="T21" fmla="*/ 292 h 616"/>
              <a:gd name="T22" fmla="*/ 321 w 616"/>
              <a:gd name="T23" fmla="*/ 15 h 616"/>
              <a:gd name="T24" fmla="*/ 307 w 616"/>
              <a:gd name="T25" fmla="*/ 0 h 616"/>
              <a:gd name="T26" fmla="*/ 292 w 616"/>
              <a:gd name="T27" fmla="*/ 15 h 616"/>
              <a:gd name="T28" fmla="*/ 292 w 616"/>
              <a:gd name="T29" fmla="*/ 292 h 616"/>
              <a:gd name="T30" fmla="*/ 13 w 616"/>
              <a:gd name="T31" fmla="*/ 292 h 616"/>
              <a:gd name="T32" fmla="*/ 0 w 616"/>
              <a:gd name="T33" fmla="*/ 308 h 616"/>
              <a:gd name="T34" fmla="*/ 13 w 616"/>
              <a:gd name="T35" fmla="*/ 323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616" h="616">
                <a:moveTo>
                  <a:pt x="13" y="323"/>
                </a:moveTo>
                <a:lnTo>
                  <a:pt x="13" y="323"/>
                </a:lnTo>
                <a:cubicBezTo>
                  <a:pt x="292" y="323"/>
                  <a:pt x="292" y="323"/>
                  <a:pt x="292" y="323"/>
                </a:cubicBezTo>
                <a:cubicBezTo>
                  <a:pt x="292" y="600"/>
                  <a:pt x="292" y="600"/>
                  <a:pt x="292" y="600"/>
                </a:cubicBezTo>
                <a:cubicBezTo>
                  <a:pt x="292" y="608"/>
                  <a:pt x="299" y="615"/>
                  <a:pt x="307" y="615"/>
                </a:cubicBezTo>
                <a:cubicBezTo>
                  <a:pt x="315" y="615"/>
                  <a:pt x="321" y="608"/>
                  <a:pt x="321" y="600"/>
                </a:cubicBezTo>
                <a:cubicBezTo>
                  <a:pt x="321" y="323"/>
                  <a:pt x="321" y="323"/>
                  <a:pt x="321" y="323"/>
                </a:cubicBezTo>
                <a:cubicBezTo>
                  <a:pt x="600" y="323"/>
                  <a:pt x="600" y="323"/>
                  <a:pt x="600" y="323"/>
                </a:cubicBezTo>
                <a:cubicBezTo>
                  <a:pt x="608" y="323"/>
                  <a:pt x="615" y="316"/>
                  <a:pt x="615" y="308"/>
                </a:cubicBezTo>
                <a:cubicBezTo>
                  <a:pt x="615" y="299"/>
                  <a:pt x="608" y="292"/>
                  <a:pt x="600" y="292"/>
                </a:cubicBezTo>
                <a:cubicBezTo>
                  <a:pt x="321" y="292"/>
                  <a:pt x="321" y="292"/>
                  <a:pt x="321" y="292"/>
                </a:cubicBezTo>
                <a:cubicBezTo>
                  <a:pt x="321" y="15"/>
                  <a:pt x="321" y="15"/>
                  <a:pt x="321" y="15"/>
                </a:cubicBezTo>
                <a:cubicBezTo>
                  <a:pt x="321" y="7"/>
                  <a:pt x="315" y="0"/>
                  <a:pt x="307" y="0"/>
                </a:cubicBezTo>
                <a:cubicBezTo>
                  <a:pt x="299" y="0"/>
                  <a:pt x="292" y="7"/>
                  <a:pt x="292" y="15"/>
                </a:cubicBezTo>
                <a:cubicBezTo>
                  <a:pt x="292" y="292"/>
                  <a:pt x="292" y="292"/>
                  <a:pt x="292" y="292"/>
                </a:cubicBezTo>
                <a:cubicBezTo>
                  <a:pt x="13" y="292"/>
                  <a:pt x="13" y="292"/>
                  <a:pt x="13" y="292"/>
                </a:cubicBezTo>
                <a:cubicBezTo>
                  <a:pt x="7" y="292"/>
                  <a:pt x="0" y="299"/>
                  <a:pt x="0" y="308"/>
                </a:cubicBezTo>
                <a:cubicBezTo>
                  <a:pt x="0" y="316"/>
                  <a:pt x="7" y="323"/>
                  <a:pt x="13" y="323"/>
                </a:cubicBezTo>
              </a:path>
            </a:pathLst>
          </a:custGeom>
          <a:solidFill>
            <a:schemeClr val="accent4"/>
          </a:solidFill>
          <a:ln>
            <a:noFill/>
          </a:ln>
          <a:effectLst/>
        </p:spPr>
        <p:txBody>
          <a:bodyPr wrap="none" anchor="ctr"/>
          <a:lstStyle/>
          <a:p>
            <a:endParaRPr lang="da-DK"/>
          </a:p>
        </p:txBody>
      </p:sp>
      <p:grpSp>
        <p:nvGrpSpPr>
          <p:cNvPr id="439" name="Group 442">
            <a:extLst>
              <a:ext uri="{FF2B5EF4-FFF2-40B4-BE49-F238E27FC236}">
                <a16:creationId xmlns:a16="http://schemas.microsoft.com/office/drawing/2014/main" id="{B1D3B02C-5DA4-AAC9-01BE-602E2ACDA053}"/>
              </a:ext>
            </a:extLst>
          </p:cNvPr>
          <p:cNvGrpSpPr/>
          <p:nvPr/>
        </p:nvGrpSpPr>
        <p:grpSpPr>
          <a:xfrm>
            <a:off x="5270624" y="1376784"/>
            <a:ext cx="242887" cy="242888"/>
            <a:chOff x="4129088" y="1717675"/>
            <a:chExt cx="242887" cy="242888"/>
          </a:xfrm>
          <a:solidFill>
            <a:schemeClr val="accent4"/>
          </a:solidFill>
        </p:grpSpPr>
        <p:sp>
          <p:nvSpPr>
            <p:cNvPr id="440" name="Freeform 367">
              <a:extLst>
                <a:ext uri="{FF2B5EF4-FFF2-40B4-BE49-F238E27FC236}">
                  <a16:creationId xmlns:a16="http://schemas.microsoft.com/office/drawing/2014/main" id="{E27CC3AF-026E-7247-BA87-CC279439FD93}"/>
                </a:ext>
              </a:extLst>
            </p:cNvPr>
            <p:cNvSpPr>
              <a:spLocks noChangeArrowheads="1"/>
            </p:cNvSpPr>
            <p:nvPr/>
          </p:nvSpPr>
          <p:spPr bwMode="auto">
            <a:xfrm>
              <a:off x="4129088" y="1717675"/>
              <a:ext cx="242887" cy="242888"/>
            </a:xfrm>
            <a:custGeom>
              <a:avLst/>
              <a:gdLst>
                <a:gd name="T0" fmla="*/ 337 w 674"/>
                <a:gd name="T1" fmla="*/ 674 h 675"/>
                <a:gd name="T2" fmla="*/ 337 w 674"/>
                <a:gd name="T3" fmla="*/ 674 h 675"/>
                <a:gd name="T4" fmla="*/ 673 w 674"/>
                <a:gd name="T5" fmla="*/ 337 h 675"/>
                <a:gd name="T6" fmla="*/ 337 w 674"/>
                <a:gd name="T7" fmla="*/ 0 h 675"/>
                <a:gd name="T8" fmla="*/ 0 w 674"/>
                <a:gd name="T9" fmla="*/ 337 h 675"/>
                <a:gd name="T10" fmla="*/ 337 w 674"/>
                <a:gd name="T11" fmla="*/ 674 h 675"/>
                <a:gd name="T12" fmla="*/ 120 w 674"/>
                <a:gd name="T13" fmla="*/ 119 h 675"/>
                <a:gd name="T14" fmla="*/ 120 w 674"/>
                <a:gd name="T15" fmla="*/ 119 h 675"/>
                <a:gd name="T16" fmla="*/ 337 w 674"/>
                <a:gd name="T17" fmla="*/ 30 h 675"/>
                <a:gd name="T18" fmla="*/ 553 w 674"/>
                <a:gd name="T19" fmla="*/ 119 h 675"/>
                <a:gd name="T20" fmla="*/ 644 w 674"/>
                <a:gd name="T21" fmla="*/ 337 h 675"/>
                <a:gd name="T22" fmla="*/ 553 w 674"/>
                <a:gd name="T23" fmla="*/ 554 h 675"/>
                <a:gd name="T24" fmla="*/ 337 w 674"/>
                <a:gd name="T25" fmla="*/ 645 h 675"/>
                <a:gd name="T26" fmla="*/ 120 w 674"/>
                <a:gd name="T27" fmla="*/ 554 h 675"/>
                <a:gd name="T28" fmla="*/ 29 w 674"/>
                <a:gd name="T29" fmla="*/ 337 h 675"/>
                <a:gd name="T30" fmla="*/ 120 w 674"/>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4" h="675">
                  <a:moveTo>
                    <a:pt x="337" y="674"/>
                  </a:moveTo>
                  <a:lnTo>
                    <a:pt x="337" y="674"/>
                  </a:lnTo>
                  <a:cubicBezTo>
                    <a:pt x="523" y="674"/>
                    <a:pt x="673" y="523"/>
                    <a:pt x="673" y="337"/>
                  </a:cubicBezTo>
                  <a:cubicBezTo>
                    <a:pt x="673" y="151"/>
                    <a:pt x="523" y="0"/>
                    <a:pt x="337" y="0"/>
                  </a:cubicBezTo>
                  <a:cubicBezTo>
                    <a:pt x="151" y="0"/>
                    <a:pt x="0" y="151"/>
                    <a:pt x="0" y="337"/>
                  </a:cubicBezTo>
                  <a:cubicBezTo>
                    <a:pt x="0" y="523"/>
                    <a:pt x="151" y="674"/>
                    <a:pt x="337" y="674"/>
                  </a:cubicBezTo>
                  <a:close/>
                  <a:moveTo>
                    <a:pt x="120" y="119"/>
                  </a:moveTo>
                  <a:lnTo>
                    <a:pt x="120" y="119"/>
                  </a:lnTo>
                  <a:cubicBezTo>
                    <a:pt x="175" y="64"/>
                    <a:pt x="251" y="30"/>
                    <a:pt x="337" y="30"/>
                  </a:cubicBezTo>
                  <a:cubicBezTo>
                    <a:pt x="422" y="30"/>
                    <a:pt x="499" y="64"/>
                    <a:pt x="553" y="119"/>
                  </a:cubicBezTo>
                  <a:cubicBezTo>
                    <a:pt x="610" y="175"/>
                    <a:pt x="644" y="252"/>
                    <a:pt x="644" y="337"/>
                  </a:cubicBezTo>
                  <a:cubicBezTo>
                    <a:pt x="644" y="422"/>
                    <a:pt x="610" y="499"/>
                    <a:pt x="553" y="554"/>
                  </a:cubicBezTo>
                  <a:cubicBezTo>
                    <a:pt x="499" y="610"/>
                    <a:pt x="422" y="645"/>
                    <a:pt x="337" y="645"/>
                  </a:cubicBezTo>
                  <a:cubicBezTo>
                    <a:pt x="251" y="645"/>
                    <a:pt x="175" y="610"/>
                    <a:pt x="120" y="554"/>
                  </a:cubicBezTo>
                  <a:cubicBezTo>
                    <a:pt x="63" y="499"/>
                    <a:pt x="29" y="422"/>
                    <a:pt x="29" y="337"/>
                  </a:cubicBezTo>
                  <a:cubicBezTo>
                    <a:pt x="29" y="252"/>
                    <a:pt x="63" y="175"/>
                    <a:pt x="120"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1" name="Freeform 368">
              <a:extLst>
                <a:ext uri="{FF2B5EF4-FFF2-40B4-BE49-F238E27FC236}">
                  <a16:creationId xmlns:a16="http://schemas.microsoft.com/office/drawing/2014/main" id="{704569AF-0B9C-8C37-0342-48B5CCFD4AB1}"/>
                </a:ext>
              </a:extLst>
            </p:cNvPr>
            <p:cNvSpPr>
              <a:spLocks noChangeArrowheads="1"/>
            </p:cNvSpPr>
            <p:nvPr/>
          </p:nvSpPr>
          <p:spPr bwMode="auto">
            <a:xfrm>
              <a:off x="4160838" y="1749425"/>
              <a:ext cx="179387" cy="179388"/>
            </a:xfrm>
            <a:custGeom>
              <a:avLst/>
              <a:gdLst>
                <a:gd name="T0" fmla="*/ 233 w 498"/>
                <a:gd name="T1" fmla="*/ 484 h 500"/>
                <a:gd name="T2" fmla="*/ 233 w 498"/>
                <a:gd name="T3" fmla="*/ 484 h 500"/>
                <a:gd name="T4" fmla="*/ 249 w 498"/>
                <a:gd name="T5" fmla="*/ 499 h 500"/>
                <a:gd name="T6" fmla="*/ 264 w 498"/>
                <a:gd name="T7" fmla="*/ 484 h 500"/>
                <a:gd name="T8" fmla="*/ 264 w 498"/>
                <a:gd name="T9" fmla="*/ 264 h 500"/>
                <a:gd name="T10" fmla="*/ 483 w 498"/>
                <a:gd name="T11" fmla="*/ 264 h 500"/>
                <a:gd name="T12" fmla="*/ 497 w 498"/>
                <a:gd name="T13" fmla="*/ 250 h 500"/>
                <a:gd name="T14" fmla="*/ 483 w 498"/>
                <a:gd name="T15" fmla="*/ 235 h 500"/>
                <a:gd name="T16" fmla="*/ 264 w 498"/>
                <a:gd name="T17" fmla="*/ 235 h 500"/>
                <a:gd name="T18" fmla="*/ 264 w 498"/>
                <a:gd name="T19" fmla="*/ 16 h 500"/>
                <a:gd name="T20" fmla="*/ 249 w 498"/>
                <a:gd name="T21" fmla="*/ 0 h 500"/>
                <a:gd name="T22" fmla="*/ 233 w 498"/>
                <a:gd name="T23" fmla="*/ 16 h 500"/>
                <a:gd name="T24" fmla="*/ 233 w 498"/>
                <a:gd name="T25" fmla="*/ 235 h 500"/>
                <a:gd name="T26" fmla="*/ 14 w 498"/>
                <a:gd name="T27" fmla="*/ 235 h 500"/>
                <a:gd name="T28" fmla="*/ 0 w 498"/>
                <a:gd name="T29" fmla="*/ 250 h 500"/>
                <a:gd name="T30" fmla="*/ 14 w 498"/>
                <a:gd name="T31" fmla="*/ 264 h 500"/>
                <a:gd name="T32" fmla="*/ 233 w 498"/>
                <a:gd name="T33" fmla="*/ 264 h 500"/>
                <a:gd name="T34" fmla="*/ 233 w 498"/>
                <a:gd name="T35" fmla="*/ 484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98" h="500">
                  <a:moveTo>
                    <a:pt x="233" y="484"/>
                  </a:moveTo>
                  <a:lnTo>
                    <a:pt x="233" y="484"/>
                  </a:lnTo>
                  <a:cubicBezTo>
                    <a:pt x="233" y="492"/>
                    <a:pt x="240" y="499"/>
                    <a:pt x="249" y="499"/>
                  </a:cubicBezTo>
                  <a:cubicBezTo>
                    <a:pt x="257" y="499"/>
                    <a:pt x="264" y="492"/>
                    <a:pt x="264" y="484"/>
                  </a:cubicBezTo>
                  <a:cubicBezTo>
                    <a:pt x="264" y="264"/>
                    <a:pt x="264" y="264"/>
                    <a:pt x="264" y="264"/>
                  </a:cubicBezTo>
                  <a:cubicBezTo>
                    <a:pt x="483" y="264"/>
                    <a:pt x="483" y="264"/>
                    <a:pt x="483" y="264"/>
                  </a:cubicBezTo>
                  <a:cubicBezTo>
                    <a:pt x="492" y="264"/>
                    <a:pt x="497" y="258"/>
                    <a:pt x="497" y="250"/>
                  </a:cubicBezTo>
                  <a:cubicBezTo>
                    <a:pt x="497" y="242"/>
                    <a:pt x="492" y="235"/>
                    <a:pt x="483" y="235"/>
                  </a:cubicBezTo>
                  <a:cubicBezTo>
                    <a:pt x="264" y="235"/>
                    <a:pt x="264" y="235"/>
                    <a:pt x="264" y="235"/>
                  </a:cubicBezTo>
                  <a:cubicBezTo>
                    <a:pt x="264" y="16"/>
                    <a:pt x="264" y="16"/>
                    <a:pt x="264" y="16"/>
                  </a:cubicBezTo>
                  <a:cubicBezTo>
                    <a:pt x="264" y="7"/>
                    <a:pt x="257" y="0"/>
                    <a:pt x="249" y="0"/>
                  </a:cubicBezTo>
                  <a:cubicBezTo>
                    <a:pt x="240" y="0"/>
                    <a:pt x="233" y="7"/>
                    <a:pt x="233" y="16"/>
                  </a:cubicBezTo>
                  <a:cubicBezTo>
                    <a:pt x="233" y="235"/>
                    <a:pt x="233" y="235"/>
                    <a:pt x="233" y="235"/>
                  </a:cubicBezTo>
                  <a:cubicBezTo>
                    <a:pt x="14" y="235"/>
                    <a:pt x="14" y="235"/>
                    <a:pt x="14" y="235"/>
                  </a:cubicBezTo>
                  <a:cubicBezTo>
                    <a:pt x="7" y="235"/>
                    <a:pt x="0" y="242"/>
                    <a:pt x="0" y="250"/>
                  </a:cubicBezTo>
                  <a:cubicBezTo>
                    <a:pt x="0" y="258"/>
                    <a:pt x="7" y="264"/>
                    <a:pt x="14" y="264"/>
                  </a:cubicBezTo>
                  <a:cubicBezTo>
                    <a:pt x="233" y="264"/>
                    <a:pt x="233" y="264"/>
                    <a:pt x="233" y="264"/>
                  </a:cubicBezTo>
                  <a:lnTo>
                    <a:pt x="233" y="4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2" name="Group 445">
            <a:extLst>
              <a:ext uri="{FF2B5EF4-FFF2-40B4-BE49-F238E27FC236}">
                <a16:creationId xmlns:a16="http://schemas.microsoft.com/office/drawing/2014/main" id="{51B5AE6B-2F2B-CC3A-B762-D83243441C43}"/>
              </a:ext>
            </a:extLst>
          </p:cNvPr>
          <p:cNvGrpSpPr/>
          <p:nvPr/>
        </p:nvGrpSpPr>
        <p:grpSpPr>
          <a:xfrm>
            <a:off x="5453186" y="476672"/>
            <a:ext cx="1476375" cy="138113"/>
            <a:chOff x="4311650" y="809625"/>
            <a:chExt cx="1476375" cy="138113"/>
          </a:xfrm>
          <a:solidFill>
            <a:schemeClr val="accent4"/>
          </a:solidFill>
        </p:grpSpPr>
        <p:sp>
          <p:nvSpPr>
            <p:cNvPr id="443" name="Freeform 369">
              <a:extLst>
                <a:ext uri="{FF2B5EF4-FFF2-40B4-BE49-F238E27FC236}">
                  <a16:creationId xmlns:a16="http://schemas.microsoft.com/office/drawing/2014/main" id="{54024D6E-76E8-CFFD-5C71-BC856EB5B312}"/>
                </a:ext>
              </a:extLst>
            </p:cNvPr>
            <p:cNvSpPr>
              <a:spLocks noChangeArrowheads="1"/>
            </p:cNvSpPr>
            <p:nvPr/>
          </p:nvSpPr>
          <p:spPr bwMode="auto">
            <a:xfrm>
              <a:off x="4311650" y="811213"/>
              <a:ext cx="79375" cy="133350"/>
            </a:xfrm>
            <a:custGeom>
              <a:avLst/>
              <a:gdLst>
                <a:gd name="T0" fmla="*/ 149 w 219"/>
                <a:gd name="T1" fmla="*/ 362 h 371"/>
                <a:gd name="T2" fmla="*/ 149 w 219"/>
                <a:gd name="T3" fmla="*/ 362 h 371"/>
                <a:gd name="T4" fmla="*/ 186 w 219"/>
                <a:gd name="T5" fmla="*/ 341 h 371"/>
                <a:gd name="T6" fmla="*/ 210 w 219"/>
                <a:gd name="T7" fmla="*/ 307 h 371"/>
                <a:gd name="T8" fmla="*/ 218 w 219"/>
                <a:gd name="T9" fmla="*/ 264 h 371"/>
                <a:gd name="T10" fmla="*/ 213 w 219"/>
                <a:gd name="T11" fmla="*/ 230 h 371"/>
                <a:gd name="T12" fmla="*/ 196 w 219"/>
                <a:gd name="T13" fmla="*/ 202 h 371"/>
                <a:gd name="T14" fmla="*/ 170 w 219"/>
                <a:gd name="T15" fmla="*/ 184 h 371"/>
                <a:gd name="T16" fmla="*/ 136 w 219"/>
                <a:gd name="T17" fmla="*/ 175 h 371"/>
                <a:gd name="T18" fmla="*/ 136 w 219"/>
                <a:gd name="T19" fmla="*/ 173 h 371"/>
                <a:gd name="T20" fmla="*/ 163 w 219"/>
                <a:gd name="T21" fmla="*/ 161 h 371"/>
                <a:gd name="T22" fmla="*/ 184 w 219"/>
                <a:gd name="T23" fmla="*/ 141 h 371"/>
                <a:gd name="T24" fmla="*/ 196 w 219"/>
                <a:gd name="T25" fmla="*/ 116 h 371"/>
                <a:gd name="T26" fmla="*/ 200 w 219"/>
                <a:gd name="T27" fmla="*/ 86 h 371"/>
                <a:gd name="T28" fmla="*/ 193 w 219"/>
                <a:gd name="T29" fmla="*/ 51 h 371"/>
                <a:gd name="T30" fmla="*/ 173 w 219"/>
                <a:gd name="T31" fmla="*/ 24 h 371"/>
                <a:gd name="T32" fmla="*/ 141 w 219"/>
                <a:gd name="T33" fmla="*/ 7 h 371"/>
                <a:gd name="T34" fmla="*/ 100 w 219"/>
                <a:gd name="T35" fmla="*/ 0 h 371"/>
                <a:gd name="T36" fmla="*/ 0 w 219"/>
                <a:gd name="T37" fmla="*/ 0 h 371"/>
                <a:gd name="T38" fmla="*/ 0 w 219"/>
                <a:gd name="T39" fmla="*/ 370 h 371"/>
                <a:gd name="T40" fmla="*/ 103 w 219"/>
                <a:gd name="T41" fmla="*/ 370 h 371"/>
                <a:gd name="T42" fmla="*/ 149 w 219"/>
                <a:gd name="T43" fmla="*/ 362 h 371"/>
                <a:gd name="T44" fmla="*/ 34 w 219"/>
                <a:gd name="T45" fmla="*/ 32 h 371"/>
                <a:gd name="T46" fmla="*/ 34 w 219"/>
                <a:gd name="T47" fmla="*/ 32 h 371"/>
                <a:gd name="T48" fmla="*/ 89 w 219"/>
                <a:gd name="T49" fmla="*/ 32 h 371"/>
                <a:gd name="T50" fmla="*/ 165 w 219"/>
                <a:gd name="T51" fmla="*/ 92 h 371"/>
                <a:gd name="T52" fmla="*/ 158 w 219"/>
                <a:gd name="T53" fmla="*/ 121 h 371"/>
                <a:gd name="T54" fmla="*/ 141 w 219"/>
                <a:gd name="T55" fmla="*/ 145 h 371"/>
                <a:gd name="T56" fmla="*/ 115 w 219"/>
                <a:gd name="T57" fmla="*/ 158 h 371"/>
                <a:gd name="T58" fmla="*/ 82 w 219"/>
                <a:gd name="T59" fmla="*/ 162 h 371"/>
                <a:gd name="T60" fmla="*/ 34 w 219"/>
                <a:gd name="T61" fmla="*/ 162 h 371"/>
                <a:gd name="T62" fmla="*/ 34 w 219"/>
                <a:gd name="T63" fmla="*/ 32 h 371"/>
                <a:gd name="T64" fmla="*/ 34 w 219"/>
                <a:gd name="T65" fmla="*/ 338 h 371"/>
                <a:gd name="T66" fmla="*/ 34 w 219"/>
                <a:gd name="T67" fmla="*/ 338 h 371"/>
                <a:gd name="T68" fmla="*/ 34 w 219"/>
                <a:gd name="T69" fmla="*/ 194 h 371"/>
                <a:gd name="T70" fmla="*/ 86 w 219"/>
                <a:gd name="T71" fmla="*/ 194 h 371"/>
                <a:gd name="T72" fmla="*/ 182 w 219"/>
                <a:gd name="T73" fmla="*/ 265 h 371"/>
                <a:gd name="T74" fmla="*/ 160 w 219"/>
                <a:gd name="T75" fmla="*/ 319 h 371"/>
                <a:gd name="T76" fmla="*/ 97 w 219"/>
                <a:gd name="T77" fmla="*/ 338 h 371"/>
                <a:gd name="T78" fmla="*/ 34 w 219"/>
                <a:gd name="T79"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19" h="371">
                  <a:moveTo>
                    <a:pt x="149" y="362"/>
                  </a:moveTo>
                  <a:lnTo>
                    <a:pt x="149" y="362"/>
                  </a:lnTo>
                  <a:cubicBezTo>
                    <a:pt x="163" y="357"/>
                    <a:pt x="176" y="349"/>
                    <a:pt x="186" y="341"/>
                  </a:cubicBezTo>
                  <a:cubicBezTo>
                    <a:pt x="196" y="331"/>
                    <a:pt x="204" y="320"/>
                    <a:pt x="210" y="307"/>
                  </a:cubicBezTo>
                  <a:cubicBezTo>
                    <a:pt x="215" y="294"/>
                    <a:pt x="218" y="279"/>
                    <a:pt x="218" y="264"/>
                  </a:cubicBezTo>
                  <a:cubicBezTo>
                    <a:pt x="218" y="252"/>
                    <a:pt x="217" y="241"/>
                    <a:pt x="213" y="230"/>
                  </a:cubicBezTo>
                  <a:cubicBezTo>
                    <a:pt x="208" y="220"/>
                    <a:pt x="203" y="210"/>
                    <a:pt x="196" y="202"/>
                  </a:cubicBezTo>
                  <a:cubicBezTo>
                    <a:pt x="188" y="195"/>
                    <a:pt x="180" y="189"/>
                    <a:pt x="170" y="184"/>
                  </a:cubicBezTo>
                  <a:cubicBezTo>
                    <a:pt x="159" y="179"/>
                    <a:pt x="148" y="176"/>
                    <a:pt x="136" y="175"/>
                  </a:cubicBezTo>
                  <a:cubicBezTo>
                    <a:pt x="136" y="173"/>
                    <a:pt x="136" y="173"/>
                    <a:pt x="136" y="173"/>
                  </a:cubicBezTo>
                  <a:cubicBezTo>
                    <a:pt x="145" y="171"/>
                    <a:pt x="155" y="167"/>
                    <a:pt x="163" y="161"/>
                  </a:cubicBezTo>
                  <a:cubicBezTo>
                    <a:pt x="171" y="156"/>
                    <a:pt x="178" y="149"/>
                    <a:pt x="184" y="141"/>
                  </a:cubicBezTo>
                  <a:cubicBezTo>
                    <a:pt x="189" y="134"/>
                    <a:pt x="193" y="124"/>
                    <a:pt x="196" y="116"/>
                  </a:cubicBezTo>
                  <a:cubicBezTo>
                    <a:pt x="199" y="106"/>
                    <a:pt x="200" y="97"/>
                    <a:pt x="200" y="86"/>
                  </a:cubicBezTo>
                  <a:cubicBezTo>
                    <a:pt x="200" y="73"/>
                    <a:pt x="197" y="61"/>
                    <a:pt x="193" y="51"/>
                  </a:cubicBezTo>
                  <a:cubicBezTo>
                    <a:pt x="188" y="40"/>
                    <a:pt x="182" y="32"/>
                    <a:pt x="173" y="24"/>
                  </a:cubicBezTo>
                  <a:cubicBezTo>
                    <a:pt x="165" y="17"/>
                    <a:pt x="154" y="11"/>
                    <a:pt x="141" y="7"/>
                  </a:cubicBezTo>
                  <a:cubicBezTo>
                    <a:pt x="130" y="3"/>
                    <a:pt x="115" y="0"/>
                    <a:pt x="100" y="0"/>
                  </a:cubicBezTo>
                  <a:cubicBezTo>
                    <a:pt x="0" y="0"/>
                    <a:pt x="0" y="0"/>
                    <a:pt x="0" y="0"/>
                  </a:cubicBezTo>
                  <a:cubicBezTo>
                    <a:pt x="0" y="370"/>
                    <a:pt x="0" y="370"/>
                    <a:pt x="0" y="370"/>
                  </a:cubicBezTo>
                  <a:cubicBezTo>
                    <a:pt x="103" y="370"/>
                    <a:pt x="103" y="370"/>
                    <a:pt x="103" y="370"/>
                  </a:cubicBezTo>
                  <a:cubicBezTo>
                    <a:pt x="119" y="370"/>
                    <a:pt x="136" y="367"/>
                    <a:pt x="149" y="362"/>
                  </a:cubicBezTo>
                  <a:close/>
                  <a:moveTo>
                    <a:pt x="34" y="32"/>
                  </a:moveTo>
                  <a:lnTo>
                    <a:pt x="34" y="32"/>
                  </a:lnTo>
                  <a:cubicBezTo>
                    <a:pt x="89" y="32"/>
                    <a:pt x="89" y="32"/>
                    <a:pt x="89" y="32"/>
                  </a:cubicBezTo>
                  <a:cubicBezTo>
                    <a:pt x="140" y="32"/>
                    <a:pt x="165" y="53"/>
                    <a:pt x="165" y="92"/>
                  </a:cubicBezTo>
                  <a:cubicBezTo>
                    <a:pt x="165" y="103"/>
                    <a:pt x="162" y="113"/>
                    <a:pt x="158" y="121"/>
                  </a:cubicBezTo>
                  <a:cubicBezTo>
                    <a:pt x="155" y="131"/>
                    <a:pt x="149" y="138"/>
                    <a:pt x="141" y="145"/>
                  </a:cubicBezTo>
                  <a:cubicBezTo>
                    <a:pt x="134" y="150"/>
                    <a:pt x="126" y="154"/>
                    <a:pt x="115" y="158"/>
                  </a:cubicBezTo>
                  <a:cubicBezTo>
                    <a:pt x="105" y="161"/>
                    <a:pt x="95" y="162"/>
                    <a:pt x="82" y="162"/>
                  </a:cubicBezTo>
                  <a:cubicBezTo>
                    <a:pt x="34" y="162"/>
                    <a:pt x="34" y="162"/>
                    <a:pt x="34" y="162"/>
                  </a:cubicBezTo>
                  <a:lnTo>
                    <a:pt x="34" y="32"/>
                  </a:lnTo>
                  <a:close/>
                  <a:moveTo>
                    <a:pt x="34" y="338"/>
                  </a:moveTo>
                  <a:lnTo>
                    <a:pt x="34" y="338"/>
                  </a:lnTo>
                  <a:cubicBezTo>
                    <a:pt x="34" y="194"/>
                    <a:pt x="34" y="194"/>
                    <a:pt x="34" y="194"/>
                  </a:cubicBezTo>
                  <a:cubicBezTo>
                    <a:pt x="86" y="194"/>
                    <a:pt x="86" y="194"/>
                    <a:pt x="86" y="194"/>
                  </a:cubicBezTo>
                  <a:cubicBezTo>
                    <a:pt x="151" y="194"/>
                    <a:pt x="182" y="217"/>
                    <a:pt x="182" y="265"/>
                  </a:cubicBezTo>
                  <a:cubicBezTo>
                    <a:pt x="182" y="289"/>
                    <a:pt x="176" y="307"/>
                    <a:pt x="160" y="319"/>
                  </a:cubicBezTo>
                  <a:cubicBezTo>
                    <a:pt x="145" y="333"/>
                    <a:pt x="125" y="338"/>
                    <a:pt x="97" y="338"/>
                  </a:cubicBezTo>
                  <a:lnTo>
                    <a:pt x="34" y="3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4" name="Freeform 370">
              <a:extLst>
                <a:ext uri="{FF2B5EF4-FFF2-40B4-BE49-F238E27FC236}">
                  <a16:creationId xmlns:a16="http://schemas.microsoft.com/office/drawing/2014/main" id="{088A25B2-FD6E-24D0-A6E0-8AB4D3A71575}"/>
                </a:ext>
              </a:extLst>
            </p:cNvPr>
            <p:cNvSpPr>
              <a:spLocks noChangeArrowheads="1"/>
            </p:cNvSpPr>
            <p:nvPr/>
          </p:nvSpPr>
          <p:spPr bwMode="auto">
            <a:xfrm>
              <a:off x="4405313" y="811213"/>
              <a:ext cx="112712" cy="133350"/>
            </a:xfrm>
            <a:custGeom>
              <a:avLst/>
              <a:gdLst>
                <a:gd name="T0" fmla="*/ 139 w 315"/>
                <a:gd name="T1" fmla="*/ 0 h 371"/>
                <a:gd name="T2" fmla="*/ 139 w 315"/>
                <a:gd name="T3" fmla="*/ 0 h 371"/>
                <a:gd name="T4" fmla="*/ 0 w 315"/>
                <a:gd name="T5" fmla="*/ 370 h 371"/>
                <a:gd name="T6" fmla="*/ 38 w 315"/>
                <a:gd name="T7" fmla="*/ 370 h 371"/>
                <a:gd name="T8" fmla="*/ 78 w 315"/>
                <a:gd name="T9" fmla="*/ 260 h 371"/>
                <a:gd name="T10" fmla="*/ 236 w 315"/>
                <a:gd name="T11" fmla="*/ 260 h 371"/>
                <a:gd name="T12" fmla="*/ 277 w 315"/>
                <a:gd name="T13" fmla="*/ 370 h 371"/>
                <a:gd name="T14" fmla="*/ 314 w 315"/>
                <a:gd name="T15" fmla="*/ 370 h 371"/>
                <a:gd name="T16" fmla="*/ 174 w 315"/>
                <a:gd name="T17" fmla="*/ 0 h 371"/>
                <a:gd name="T18" fmla="*/ 139 w 315"/>
                <a:gd name="T19" fmla="*/ 0 h 371"/>
                <a:gd name="T20" fmla="*/ 89 w 315"/>
                <a:gd name="T21" fmla="*/ 230 h 371"/>
                <a:gd name="T22" fmla="*/ 89 w 315"/>
                <a:gd name="T23" fmla="*/ 230 h 371"/>
                <a:gd name="T24" fmla="*/ 149 w 315"/>
                <a:gd name="T25" fmla="*/ 65 h 371"/>
                <a:gd name="T26" fmla="*/ 152 w 315"/>
                <a:gd name="T27" fmla="*/ 54 h 371"/>
                <a:gd name="T28" fmla="*/ 156 w 315"/>
                <a:gd name="T29" fmla="*/ 39 h 371"/>
                <a:gd name="T30" fmla="*/ 157 w 315"/>
                <a:gd name="T31" fmla="*/ 39 h 371"/>
                <a:gd name="T32" fmla="*/ 160 w 315"/>
                <a:gd name="T33" fmla="*/ 54 h 371"/>
                <a:gd name="T34" fmla="*/ 164 w 315"/>
                <a:gd name="T35" fmla="*/ 65 h 371"/>
                <a:gd name="T36" fmla="*/ 223 w 315"/>
                <a:gd name="T37" fmla="*/ 230 h 371"/>
                <a:gd name="T38" fmla="*/ 89 w 315"/>
                <a:gd name="T39" fmla="*/ 230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71">
                  <a:moveTo>
                    <a:pt x="139" y="0"/>
                  </a:moveTo>
                  <a:lnTo>
                    <a:pt x="139" y="0"/>
                  </a:lnTo>
                  <a:cubicBezTo>
                    <a:pt x="0" y="370"/>
                    <a:pt x="0" y="370"/>
                    <a:pt x="0" y="370"/>
                  </a:cubicBezTo>
                  <a:cubicBezTo>
                    <a:pt x="38" y="370"/>
                    <a:pt x="38" y="370"/>
                    <a:pt x="38" y="370"/>
                  </a:cubicBezTo>
                  <a:cubicBezTo>
                    <a:pt x="78" y="260"/>
                    <a:pt x="78" y="260"/>
                    <a:pt x="78" y="260"/>
                  </a:cubicBezTo>
                  <a:cubicBezTo>
                    <a:pt x="236" y="260"/>
                    <a:pt x="236" y="260"/>
                    <a:pt x="236" y="260"/>
                  </a:cubicBezTo>
                  <a:cubicBezTo>
                    <a:pt x="277" y="370"/>
                    <a:pt x="277" y="370"/>
                    <a:pt x="277" y="370"/>
                  </a:cubicBezTo>
                  <a:cubicBezTo>
                    <a:pt x="314" y="370"/>
                    <a:pt x="314" y="370"/>
                    <a:pt x="314" y="370"/>
                  </a:cubicBezTo>
                  <a:cubicBezTo>
                    <a:pt x="174" y="0"/>
                    <a:pt x="174" y="0"/>
                    <a:pt x="174" y="0"/>
                  </a:cubicBezTo>
                  <a:lnTo>
                    <a:pt x="139" y="0"/>
                  </a:lnTo>
                  <a:close/>
                  <a:moveTo>
                    <a:pt x="89" y="230"/>
                  </a:moveTo>
                  <a:lnTo>
                    <a:pt x="89" y="230"/>
                  </a:lnTo>
                  <a:cubicBezTo>
                    <a:pt x="149" y="65"/>
                    <a:pt x="149" y="65"/>
                    <a:pt x="149" y="65"/>
                  </a:cubicBezTo>
                  <a:cubicBezTo>
                    <a:pt x="149" y="62"/>
                    <a:pt x="150" y="58"/>
                    <a:pt x="152" y="54"/>
                  </a:cubicBezTo>
                  <a:cubicBezTo>
                    <a:pt x="153" y="50"/>
                    <a:pt x="155" y="44"/>
                    <a:pt x="156" y="39"/>
                  </a:cubicBezTo>
                  <a:cubicBezTo>
                    <a:pt x="157" y="39"/>
                    <a:pt x="157" y="39"/>
                    <a:pt x="157" y="39"/>
                  </a:cubicBezTo>
                  <a:cubicBezTo>
                    <a:pt x="157" y="44"/>
                    <a:pt x="159" y="50"/>
                    <a:pt x="160" y="54"/>
                  </a:cubicBezTo>
                  <a:cubicBezTo>
                    <a:pt x="161" y="58"/>
                    <a:pt x="163" y="62"/>
                    <a:pt x="164" y="65"/>
                  </a:cubicBezTo>
                  <a:cubicBezTo>
                    <a:pt x="223" y="230"/>
                    <a:pt x="223" y="230"/>
                    <a:pt x="223" y="230"/>
                  </a:cubicBezTo>
                  <a:lnTo>
                    <a:pt x="89" y="2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71">
              <a:extLst>
                <a:ext uri="{FF2B5EF4-FFF2-40B4-BE49-F238E27FC236}">
                  <a16:creationId xmlns:a16="http://schemas.microsoft.com/office/drawing/2014/main" id="{0D6CCC04-2CA8-335B-F896-1C5E1724033E}"/>
                </a:ext>
              </a:extLst>
            </p:cNvPr>
            <p:cNvSpPr>
              <a:spLocks noChangeArrowheads="1"/>
            </p:cNvSpPr>
            <p:nvPr/>
          </p:nvSpPr>
          <p:spPr bwMode="auto">
            <a:xfrm>
              <a:off x="4533900" y="809625"/>
              <a:ext cx="74613" cy="136525"/>
            </a:xfrm>
            <a:custGeom>
              <a:avLst/>
              <a:gdLst>
                <a:gd name="T0" fmla="*/ 42 w 209"/>
                <a:gd name="T1" fmla="*/ 375 h 381"/>
                <a:gd name="T2" fmla="*/ 42 w 209"/>
                <a:gd name="T3" fmla="*/ 375 h 381"/>
                <a:gd name="T4" fmla="*/ 66 w 209"/>
                <a:gd name="T5" fmla="*/ 379 h 381"/>
                <a:gd name="T6" fmla="*/ 88 w 209"/>
                <a:gd name="T7" fmla="*/ 380 h 381"/>
                <a:gd name="T8" fmla="*/ 136 w 209"/>
                <a:gd name="T9" fmla="*/ 375 h 381"/>
                <a:gd name="T10" fmla="*/ 174 w 209"/>
                <a:gd name="T11" fmla="*/ 357 h 381"/>
                <a:gd name="T12" fmla="*/ 200 w 209"/>
                <a:gd name="T13" fmla="*/ 325 h 381"/>
                <a:gd name="T14" fmla="*/ 208 w 209"/>
                <a:gd name="T15" fmla="*/ 283 h 381"/>
                <a:gd name="T16" fmla="*/ 203 w 209"/>
                <a:gd name="T17" fmla="*/ 251 h 381"/>
                <a:gd name="T18" fmla="*/ 186 w 209"/>
                <a:gd name="T19" fmla="*/ 225 h 381"/>
                <a:gd name="T20" fmla="*/ 158 w 209"/>
                <a:gd name="T21" fmla="*/ 200 h 381"/>
                <a:gd name="T22" fmla="*/ 116 w 209"/>
                <a:gd name="T23" fmla="*/ 176 h 381"/>
                <a:gd name="T24" fmla="*/ 79 w 209"/>
                <a:gd name="T25" fmla="*/ 155 h 381"/>
                <a:gd name="T26" fmla="*/ 55 w 209"/>
                <a:gd name="T27" fmla="*/ 137 h 381"/>
                <a:gd name="T28" fmla="*/ 41 w 209"/>
                <a:gd name="T29" fmla="*/ 117 h 381"/>
                <a:gd name="T30" fmla="*/ 37 w 209"/>
                <a:gd name="T31" fmla="*/ 92 h 381"/>
                <a:gd name="T32" fmla="*/ 44 w 209"/>
                <a:gd name="T33" fmla="*/ 66 h 381"/>
                <a:gd name="T34" fmla="*/ 60 w 209"/>
                <a:gd name="T35" fmla="*/ 47 h 381"/>
                <a:gd name="T36" fmla="*/ 86 w 209"/>
                <a:gd name="T37" fmla="*/ 34 h 381"/>
                <a:gd name="T38" fmla="*/ 116 w 209"/>
                <a:gd name="T39" fmla="*/ 30 h 381"/>
                <a:gd name="T40" fmla="*/ 193 w 209"/>
                <a:gd name="T41" fmla="*/ 49 h 381"/>
                <a:gd name="T42" fmla="*/ 193 w 209"/>
                <a:gd name="T43" fmla="*/ 11 h 381"/>
                <a:gd name="T44" fmla="*/ 121 w 209"/>
                <a:gd name="T45" fmla="*/ 0 h 381"/>
                <a:gd name="T46" fmla="*/ 74 w 209"/>
                <a:gd name="T47" fmla="*/ 5 h 381"/>
                <a:gd name="T48" fmla="*/ 37 w 209"/>
                <a:gd name="T49" fmla="*/ 25 h 381"/>
                <a:gd name="T50" fmla="*/ 11 w 209"/>
                <a:gd name="T51" fmla="*/ 55 h 381"/>
                <a:gd name="T52" fmla="*/ 1 w 209"/>
                <a:gd name="T53" fmla="*/ 96 h 381"/>
                <a:gd name="T54" fmla="*/ 7 w 209"/>
                <a:gd name="T55" fmla="*/ 128 h 381"/>
                <a:gd name="T56" fmla="*/ 22 w 209"/>
                <a:gd name="T57" fmla="*/ 154 h 381"/>
                <a:gd name="T58" fmla="*/ 49 w 209"/>
                <a:gd name="T59" fmla="*/ 177 h 381"/>
                <a:gd name="T60" fmla="*/ 90 w 209"/>
                <a:gd name="T61" fmla="*/ 200 h 381"/>
                <a:gd name="T62" fmla="*/ 127 w 209"/>
                <a:gd name="T63" fmla="*/ 222 h 381"/>
                <a:gd name="T64" fmla="*/ 154 w 209"/>
                <a:gd name="T65" fmla="*/ 242 h 381"/>
                <a:gd name="T66" fmla="*/ 169 w 209"/>
                <a:gd name="T67" fmla="*/ 262 h 381"/>
                <a:gd name="T68" fmla="*/ 173 w 209"/>
                <a:gd name="T69" fmla="*/ 287 h 381"/>
                <a:gd name="T70" fmla="*/ 152 w 209"/>
                <a:gd name="T71" fmla="*/ 334 h 381"/>
                <a:gd name="T72" fmla="*/ 89 w 209"/>
                <a:gd name="T73" fmla="*/ 350 h 381"/>
                <a:gd name="T74" fmla="*/ 67 w 209"/>
                <a:gd name="T75" fmla="*/ 349 h 381"/>
                <a:gd name="T76" fmla="*/ 44 w 209"/>
                <a:gd name="T77" fmla="*/ 342 h 381"/>
                <a:gd name="T78" fmla="*/ 20 w 209"/>
                <a:gd name="T79" fmla="*/ 334 h 381"/>
                <a:gd name="T80" fmla="*/ 0 w 209"/>
                <a:gd name="T81" fmla="*/ 321 h 381"/>
                <a:gd name="T82" fmla="*/ 0 w 209"/>
                <a:gd name="T83" fmla="*/ 361 h 381"/>
                <a:gd name="T84" fmla="*/ 18 w 209"/>
                <a:gd name="T85" fmla="*/ 369 h 381"/>
                <a:gd name="T86" fmla="*/ 42 w 209"/>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09" h="381">
                  <a:moveTo>
                    <a:pt x="42" y="375"/>
                  </a:moveTo>
                  <a:lnTo>
                    <a:pt x="42" y="375"/>
                  </a:lnTo>
                  <a:cubicBezTo>
                    <a:pt x="51" y="377"/>
                    <a:pt x="57" y="379"/>
                    <a:pt x="66" y="379"/>
                  </a:cubicBezTo>
                  <a:cubicBezTo>
                    <a:pt x="74" y="380"/>
                    <a:pt x="81" y="380"/>
                    <a:pt x="88" y="380"/>
                  </a:cubicBezTo>
                  <a:cubicBezTo>
                    <a:pt x="105" y="380"/>
                    <a:pt x="121" y="379"/>
                    <a:pt x="136" y="375"/>
                  </a:cubicBezTo>
                  <a:cubicBezTo>
                    <a:pt x="151" y="371"/>
                    <a:pt x="164" y="365"/>
                    <a:pt x="174" y="357"/>
                  </a:cubicBezTo>
                  <a:cubicBezTo>
                    <a:pt x="185" y="349"/>
                    <a:pt x="193" y="338"/>
                    <a:pt x="200" y="325"/>
                  </a:cubicBezTo>
                  <a:cubicBezTo>
                    <a:pt x="206" y="314"/>
                    <a:pt x="208" y="299"/>
                    <a:pt x="208" y="283"/>
                  </a:cubicBezTo>
                  <a:cubicBezTo>
                    <a:pt x="208" y="272"/>
                    <a:pt x="207" y="261"/>
                    <a:pt x="203" y="251"/>
                  </a:cubicBezTo>
                  <a:cubicBezTo>
                    <a:pt x="200" y="242"/>
                    <a:pt x="193" y="233"/>
                    <a:pt x="186" y="225"/>
                  </a:cubicBezTo>
                  <a:cubicBezTo>
                    <a:pt x="178" y="215"/>
                    <a:pt x="169" y="207"/>
                    <a:pt x="158" y="200"/>
                  </a:cubicBezTo>
                  <a:cubicBezTo>
                    <a:pt x="147" y="192"/>
                    <a:pt x="133" y="184"/>
                    <a:pt x="116" y="176"/>
                  </a:cubicBezTo>
                  <a:cubicBezTo>
                    <a:pt x="103" y="167"/>
                    <a:pt x="90" y="161"/>
                    <a:pt x="79" y="155"/>
                  </a:cubicBezTo>
                  <a:cubicBezTo>
                    <a:pt x="70" y="150"/>
                    <a:pt x="62" y="143"/>
                    <a:pt x="55" y="137"/>
                  </a:cubicBezTo>
                  <a:cubicBezTo>
                    <a:pt x="49" y="130"/>
                    <a:pt x="44" y="124"/>
                    <a:pt x="41" y="117"/>
                  </a:cubicBezTo>
                  <a:cubicBezTo>
                    <a:pt x="38" y="110"/>
                    <a:pt x="37" y="102"/>
                    <a:pt x="37" y="92"/>
                  </a:cubicBezTo>
                  <a:cubicBezTo>
                    <a:pt x="37" y="82"/>
                    <a:pt x="40" y="73"/>
                    <a:pt x="44" y="66"/>
                  </a:cubicBezTo>
                  <a:cubicBezTo>
                    <a:pt x="48" y="58"/>
                    <a:pt x="53" y="51"/>
                    <a:pt x="60" y="47"/>
                  </a:cubicBezTo>
                  <a:cubicBezTo>
                    <a:pt x="68" y="41"/>
                    <a:pt x="77" y="37"/>
                    <a:pt x="86" y="34"/>
                  </a:cubicBezTo>
                  <a:cubicBezTo>
                    <a:pt x="96" y="32"/>
                    <a:pt x="105" y="30"/>
                    <a:pt x="116" y="30"/>
                  </a:cubicBezTo>
                  <a:cubicBezTo>
                    <a:pt x="147" y="30"/>
                    <a:pt x="171" y="37"/>
                    <a:pt x="193" y="49"/>
                  </a:cubicBezTo>
                  <a:cubicBezTo>
                    <a:pt x="193" y="11"/>
                    <a:pt x="193" y="11"/>
                    <a:pt x="193" y="11"/>
                  </a:cubicBezTo>
                  <a:cubicBezTo>
                    <a:pt x="174" y="4"/>
                    <a:pt x="149" y="0"/>
                    <a:pt x="121" y="0"/>
                  </a:cubicBezTo>
                  <a:cubicBezTo>
                    <a:pt x="104" y="0"/>
                    <a:pt x="89" y="1"/>
                    <a:pt x="74" y="5"/>
                  </a:cubicBezTo>
                  <a:cubicBezTo>
                    <a:pt x="60" y="11"/>
                    <a:pt x="48" y="16"/>
                    <a:pt x="37" y="25"/>
                  </a:cubicBezTo>
                  <a:cubicBezTo>
                    <a:pt x="26" y="34"/>
                    <a:pt x="18" y="44"/>
                    <a:pt x="11" y="55"/>
                  </a:cubicBezTo>
                  <a:cubicBezTo>
                    <a:pt x="4" y="67"/>
                    <a:pt x="1" y="81"/>
                    <a:pt x="1" y="96"/>
                  </a:cubicBezTo>
                  <a:cubicBezTo>
                    <a:pt x="1" y="107"/>
                    <a:pt x="2" y="118"/>
                    <a:pt x="7" y="128"/>
                  </a:cubicBezTo>
                  <a:cubicBezTo>
                    <a:pt x="9" y="137"/>
                    <a:pt x="15" y="146"/>
                    <a:pt x="22" y="154"/>
                  </a:cubicBezTo>
                  <a:cubicBezTo>
                    <a:pt x="29" y="161"/>
                    <a:pt x="38" y="169"/>
                    <a:pt x="49" y="177"/>
                  </a:cubicBezTo>
                  <a:cubicBezTo>
                    <a:pt x="60" y="184"/>
                    <a:pt x="74" y="192"/>
                    <a:pt x="90" y="200"/>
                  </a:cubicBezTo>
                  <a:cubicBezTo>
                    <a:pt x="104" y="209"/>
                    <a:pt x="116" y="215"/>
                    <a:pt x="127" y="222"/>
                  </a:cubicBezTo>
                  <a:cubicBezTo>
                    <a:pt x="137" y="228"/>
                    <a:pt x="147" y="235"/>
                    <a:pt x="154" y="242"/>
                  </a:cubicBezTo>
                  <a:cubicBezTo>
                    <a:pt x="160" y="247"/>
                    <a:pt x="164" y="254"/>
                    <a:pt x="169" y="262"/>
                  </a:cubicBezTo>
                  <a:cubicBezTo>
                    <a:pt x="171" y="269"/>
                    <a:pt x="173" y="277"/>
                    <a:pt x="173" y="287"/>
                  </a:cubicBezTo>
                  <a:cubicBezTo>
                    <a:pt x="173" y="307"/>
                    <a:pt x="166" y="323"/>
                    <a:pt x="152" y="334"/>
                  </a:cubicBezTo>
                  <a:cubicBezTo>
                    <a:pt x="138" y="345"/>
                    <a:pt x="118" y="350"/>
                    <a:pt x="89" y="350"/>
                  </a:cubicBezTo>
                  <a:cubicBezTo>
                    <a:pt x="82" y="350"/>
                    <a:pt x="75" y="350"/>
                    <a:pt x="67" y="349"/>
                  </a:cubicBezTo>
                  <a:cubicBezTo>
                    <a:pt x="59" y="347"/>
                    <a:pt x="51" y="345"/>
                    <a:pt x="44" y="342"/>
                  </a:cubicBezTo>
                  <a:cubicBezTo>
                    <a:pt x="35" y="340"/>
                    <a:pt x="29" y="336"/>
                    <a:pt x="20" y="334"/>
                  </a:cubicBezTo>
                  <a:cubicBezTo>
                    <a:pt x="13" y="329"/>
                    <a:pt x="7" y="325"/>
                    <a:pt x="0" y="321"/>
                  </a:cubicBezTo>
                  <a:cubicBezTo>
                    <a:pt x="0" y="361"/>
                    <a:pt x="0" y="361"/>
                    <a:pt x="0" y="361"/>
                  </a:cubicBezTo>
                  <a:cubicBezTo>
                    <a:pt x="5" y="364"/>
                    <a:pt x="11" y="367"/>
                    <a:pt x="18" y="369"/>
                  </a:cubicBezTo>
                  <a:cubicBezTo>
                    <a:pt x="26" y="372"/>
                    <a:pt x="34" y="373"/>
                    <a:pt x="42"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72">
              <a:extLst>
                <a:ext uri="{FF2B5EF4-FFF2-40B4-BE49-F238E27FC236}">
                  <a16:creationId xmlns:a16="http://schemas.microsoft.com/office/drawing/2014/main" id="{54EAB77C-1BE3-0359-B9F8-A77BA8728200}"/>
                </a:ext>
              </a:extLst>
            </p:cNvPr>
            <p:cNvSpPr>
              <a:spLocks noChangeArrowheads="1"/>
            </p:cNvSpPr>
            <p:nvPr/>
          </p:nvSpPr>
          <p:spPr bwMode="auto">
            <a:xfrm>
              <a:off x="46355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73">
              <a:extLst>
                <a:ext uri="{FF2B5EF4-FFF2-40B4-BE49-F238E27FC236}">
                  <a16:creationId xmlns:a16="http://schemas.microsoft.com/office/drawing/2014/main" id="{E767707A-2BC9-CB92-E268-1D2A9F954B33}"/>
                </a:ext>
              </a:extLst>
            </p:cNvPr>
            <p:cNvSpPr>
              <a:spLocks noChangeArrowheads="1"/>
            </p:cNvSpPr>
            <p:nvPr/>
          </p:nvSpPr>
          <p:spPr bwMode="auto">
            <a:xfrm>
              <a:off x="4675188" y="809625"/>
              <a:ext cx="96837" cy="138113"/>
            </a:xfrm>
            <a:custGeom>
              <a:avLst/>
              <a:gdLst>
                <a:gd name="T0" fmla="*/ 46 w 271"/>
                <a:gd name="T1" fmla="*/ 329 h 383"/>
                <a:gd name="T2" fmla="*/ 46 w 271"/>
                <a:gd name="T3" fmla="*/ 329 h 383"/>
                <a:gd name="T4" fmla="*/ 101 w 271"/>
                <a:gd name="T5" fmla="*/ 368 h 383"/>
                <a:gd name="T6" fmla="*/ 173 w 271"/>
                <a:gd name="T7" fmla="*/ 382 h 383"/>
                <a:gd name="T8" fmla="*/ 270 w 271"/>
                <a:gd name="T9" fmla="*/ 361 h 383"/>
                <a:gd name="T10" fmla="*/ 270 w 271"/>
                <a:gd name="T11" fmla="*/ 328 h 383"/>
                <a:gd name="T12" fmla="*/ 175 w 271"/>
                <a:gd name="T13" fmla="*/ 350 h 383"/>
                <a:gd name="T14" fmla="*/ 115 w 271"/>
                <a:gd name="T15" fmla="*/ 338 h 383"/>
                <a:gd name="T16" fmla="*/ 71 w 271"/>
                <a:gd name="T17" fmla="*/ 305 h 383"/>
                <a:gd name="T18" fmla="*/ 45 w 271"/>
                <a:gd name="T19" fmla="*/ 255 h 383"/>
                <a:gd name="T20" fmla="*/ 35 w 271"/>
                <a:gd name="T21" fmla="*/ 195 h 383"/>
                <a:gd name="T22" fmla="*/ 45 w 271"/>
                <a:gd name="T23" fmla="*/ 129 h 383"/>
                <a:gd name="T24" fmla="*/ 75 w 271"/>
                <a:gd name="T25" fmla="*/ 77 h 383"/>
                <a:gd name="T26" fmla="*/ 122 w 271"/>
                <a:gd name="T27" fmla="*/ 43 h 383"/>
                <a:gd name="T28" fmla="*/ 185 w 271"/>
                <a:gd name="T29" fmla="*/ 30 h 383"/>
                <a:gd name="T30" fmla="*/ 270 w 271"/>
                <a:gd name="T31" fmla="*/ 51 h 383"/>
                <a:gd name="T32" fmla="*/ 270 w 271"/>
                <a:gd name="T33" fmla="*/ 14 h 383"/>
                <a:gd name="T34" fmla="*/ 185 w 271"/>
                <a:gd name="T35" fmla="*/ 0 h 383"/>
                <a:gd name="T36" fmla="*/ 108 w 271"/>
                <a:gd name="T37" fmla="*/ 15 h 383"/>
                <a:gd name="T38" fmla="*/ 51 w 271"/>
                <a:gd name="T39" fmla="*/ 56 h 383"/>
                <a:gd name="T40" fmla="*/ 13 w 271"/>
                <a:gd name="T41" fmla="*/ 119 h 383"/>
                <a:gd name="T42" fmla="*/ 0 w 271"/>
                <a:gd name="T43" fmla="*/ 198 h 383"/>
                <a:gd name="T44" fmla="*/ 12 w 271"/>
                <a:gd name="T45" fmla="*/ 270 h 383"/>
                <a:gd name="T46" fmla="*/ 46 w 271"/>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1" h="383">
                  <a:moveTo>
                    <a:pt x="46" y="329"/>
                  </a:moveTo>
                  <a:lnTo>
                    <a:pt x="46" y="329"/>
                  </a:lnTo>
                  <a:cubicBezTo>
                    <a:pt x="61" y="346"/>
                    <a:pt x="79" y="358"/>
                    <a:pt x="101" y="368"/>
                  </a:cubicBezTo>
                  <a:cubicBezTo>
                    <a:pt x="122" y="376"/>
                    <a:pt x="147" y="382"/>
                    <a:pt x="173" y="382"/>
                  </a:cubicBezTo>
                  <a:cubicBezTo>
                    <a:pt x="208" y="382"/>
                    <a:pt x="241" y="375"/>
                    <a:pt x="270" y="361"/>
                  </a:cubicBezTo>
                  <a:cubicBezTo>
                    <a:pt x="270" y="328"/>
                    <a:pt x="270" y="328"/>
                    <a:pt x="270" y="328"/>
                  </a:cubicBezTo>
                  <a:cubicBezTo>
                    <a:pt x="243" y="343"/>
                    <a:pt x="211" y="350"/>
                    <a:pt x="175" y="350"/>
                  </a:cubicBezTo>
                  <a:cubicBezTo>
                    <a:pt x="153" y="350"/>
                    <a:pt x="133" y="346"/>
                    <a:pt x="115" y="338"/>
                  </a:cubicBezTo>
                  <a:cubicBezTo>
                    <a:pt x="97" y="329"/>
                    <a:pt x="83" y="318"/>
                    <a:pt x="71" y="305"/>
                  </a:cubicBezTo>
                  <a:cubicBezTo>
                    <a:pt x="60" y="290"/>
                    <a:pt x="51" y="273"/>
                    <a:pt x="45" y="255"/>
                  </a:cubicBezTo>
                  <a:cubicBezTo>
                    <a:pt x="38" y="236"/>
                    <a:pt x="35" y="215"/>
                    <a:pt x="35" y="195"/>
                  </a:cubicBezTo>
                  <a:cubicBezTo>
                    <a:pt x="35" y="172"/>
                    <a:pt x="40" y="150"/>
                    <a:pt x="45" y="129"/>
                  </a:cubicBezTo>
                  <a:cubicBezTo>
                    <a:pt x="52" y="110"/>
                    <a:pt x="61" y="92"/>
                    <a:pt x="75" y="77"/>
                  </a:cubicBezTo>
                  <a:cubicBezTo>
                    <a:pt x="88" y="63"/>
                    <a:pt x="103" y="51"/>
                    <a:pt x="122" y="43"/>
                  </a:cubicBezTo>
                  <a:cubicBezTo>
                    <a:pt x="140" y="34"/>
                    <a:pt x="162" y="30"/>
                    <a:pt x="185" y="30"/>
                  </a:cubicBezTo>
                  <a:cubicBezTo>
                    <a:pt x="215" y="30"/>
                    <a:pt x="243" y="37"/>
                    <a:pt x="270" y="51"/>
                  </a:cubicBezTo>
                  <a:cubicBezTo>
                    <a:pt x="270" y="14"/>
                    <a:pt x="270" y="14"/>
                    <a:pt x="270" y="14"/>
                  </a:cubicBezTo>
                  <a:cubicBezTo>
                    <a:pt x="245" y="4"/>
                    <a:pt x="217" y="0"/>
                    <a:pt x="185" y="0"/>
                  </a:cubicBezTo>
                  <a:cubicBezTo>
                    <a:pt x="158" y="0"/>
                    <a:pt x="132" y="4"/>
                    <a:pt x="108" y="15"/>
                  </a:cubicBezTo>
                  <a:cubicBezTo>
                    <a:pt x="86" y="25"/>
                    <a:pt x="66" y="38"/>
                    <a:pt x="51" y="56"/>
                  </a:cubicBezTo>
                  <a:cubicBezTo>
                    <a:pt x="34" y="74"/>
                    <a:pt x="22" y="95"/>
                    <a:pt x="13" y="119"/>
                  </a:cubicBezTo>
                  <a:cubicBezTo>
                    <a:pt x="4" y="143"/>
                    <a:pt x="0" y="169"/>
                    <a:pt x="0" y="198"/>
                  </a:cubicBezTo>
                  <a:cubicBezTo>
                    <a:pt x="0" y="224"/>
                    <a:pt x="4" y="248"/>
                    <a:pt x="12" y="270"/>
                  </a:cubicBezTo>
                  <a:cubicBezTo>
                    <a:pt x="20" y="294"/>
                    <a:pt x="31" y="313"/>
                    <a:pt x="46"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8" name="Freeform 374">
              <a:extLst>
                <a:ext uri="{FF2B5EF4-FFF2-40B4-BE49-F238E27FC236}">
                  <a16:creationId xmlns:a16="http://schemas.microsoft.com/office/drawing/2014/main" id="{CEDF9C11-ECFB-03CA-15D6-515C67C26A3F}"/>
                </a:ext>
              </a:extLst>
            </p:cNvPr>
            <p:cNvSpPr>
              <a:spLocks noChangeArrowheads="1"/>
            </p:cNvSpPr>
            <p:nvPr/>
          </p:nvSpPr>
          <p:spPr bwMode="auto">
            <a:xfrm>
              <a:off x="4852988" y="811213"/>
              <a:ext cx="66675" cy="133350"/>
            </a:xfrm>
            <a:custGeom>
              <a:avLst/>
              <a:gdLst>
                <a:gd name="T0" fmla="*/ 183 w 184"/>
                <a:gd name="T1" fmla="*/ 338 h 371"/>
                <a:gd name="T2" fmla="*/ 35 w 184"/>
                <a:gd name="T3" fmla="*/ 338 h 371"/>
                <a:gd name="T4" fmla="*/ 35 w 184"/>
                <a:gd name="T5" fmla="*/ 0 h 371"/>
                <a:gd name="T6" fmla="*/ 0 w 184"/>
                <a:gd name="T7" fmla="*/ 0 h 371"/>
                <a:gd name="T8" fmla="*/ 0 w 184"/>
                <a:gd name="T9" fmla="*/ 370 h 371"/>
                <a:gd name="T10" fmla="*/ 183 w 184"/>
                <a:gd name="T11" fmla="*/ 370 h 371"/>
                <a:gd name="T12" fmla="*/ 183 w 184"/>
                <a:gd name="T13" fmla="*/ 338 h 371"/>
              </a:gdLst>
              <a:ahLst/>
              <a:cxnLst>
                <a:cxn ang="0">
                  <a:pos x="T0" y="T1"/>
                </a:cxn>
                <a:cxn ang="0">
                  <a:pos x="T2" y="T3"/>
                </a:cxn>
                <a:cxn ang="0">
                  <a:pos x="T4" y="T5"/>
                </a:cxn>
                <a:cxn ang="0">
                  <a:pos x="T6" y="T7"/>
                </a:cxn>
                <a:cxn ang="0">
                  <a:pos x="T8" y="T9"/>
                </a:cxn>
                <a:cxn ang="0">
                  <a:pos x="T10" y="T11"/>
                </a:cxn>
                <a:cxn ang="0">
                  <a:pos x="T12" y="T13"/>
                </a:cxn>
              </a:cxnLst>
              <a:rect l="0" t="0" r="r" b="b"/>
              <a:pathLst>
                <a:path w="184" h="371">
                  <a:moveTo>
                    <a:pt x="183" y="338"/>
                  </a:moveTo>
                  <a:lnTo>
                    <a:pt x="35" y="338"/>
                  </a:lnTo>
                  <a:lnTo>
                    <a:pt x="35" y="0"/>
                  </a:lnTo>
                  <a:lnTo>
                    <a:pt x="0" y="0"/>
                  </a:lnTo>
                  <a:lnTo>
                    <a:pt x="0" y="370"/>
                  </a:lnTo>
                  <a:lnTo>
                    <a:pt x="183" y="370"/>
                  </a:lnTo>
                  <a:lnTo>
                    <a:pt x="183"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9" name="Freeform 375">
              <a:extLst>
                <a:ext uri="{FF2B5EF4-FFF2-40B4-BE49-F238E27FC236}">
                  <a16:creationId xmlns:a16="http://schemas.microsoft.com/office/drawing/2014/main" id="{0610F839-749E-9BEB-1370-44079B5A109F}"/>
                </a:ext>
              </a:extLst>
            </p:cNvPr>
            <p:cNvSpPr>
              <a:spLocks noChangeArrowheads="1"/>
            </p:cNvSpPr>
            <p:nvPr/>
          </p:nvSpPr>
          <p:spPr bwMode="auto">
            <a:xfrm>
              <a:off x="4940300" y="811213"/>
              <a:ext cx="12700" cy="133350"/>
            </a:xfrm>
            <a:custGeom>
              <a:avLst/>
              <a:gdLst>
                <a:gd name="T0" fmla="*/ 35 w 36"/>
                <a:gd name="T1" fmla="*/ 0 h 371"/>
                <a:gd name="T2" fmla="*/ 0 w 36"/>
                <a:gd name="T3" fmla="*/ 0 h 371"/>
                <a:gd name="T4" fmla="*/ 0 w 36"/>
                <a:gd name="T5" fmla="*/ 370 h 371"/>
                <a:gd name="T6" fmla="*/ 35 w 36"/>
                <a:gd name="T7" fmla="*/ 370 h 371"/>
                <a:gd name="T8" fmla="*/ 35 w 36"/>
                <a:gd name="T9" fmla="*/ 0 h 371"/>
              </a:gdLst>
              <a:ahLst/>
              <a:cxnLst>
                <a:cxn ang="0">
                  <a:pos x="T0" y="T1"/>
                </a:cxn>
                <a:cxn ang="0">
                  <a:pos x="T2" y="T3"/>
                </a:cxn>
                <a:cxn ang="0">
                  <a:pos x="T4" y="T5"/>
                </a:cxn>
                <a:cxn ang="0">
                  <a:pos x="T6" y="T7"/>
                </a:cxn>
                <a:cxn ang="0">
                  <a:pos x="T8" y="T9"/>
                </a:cxn>
              </a:cxnLst>
              <a:rect l="0" t="0" r="r" b="b"/>
              <a:pathLst>
                <a:path w="36" h="371">
                  <a:moveTo>
                    <a:pt x="35" y="0"/>
                  </a:moveTo>
                  <a:lnTo>
                    <a:pt x="0" y="0"/>
                  </a:lnTo>
                  <a:lnTo>
                    <a:pt x="0" y="370"/>
                  </a:lnTo>
                  <a:lnTo>
                    <a:pt x="35" y="370"/>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76">
              <a:extLst>
                <a:ext uri="{FF2B5EF4-FFF2-40B4-BE49-F238E27FC236}">
                  <a16:creationId xmlns:a16="http://schemas.microsoft.com/office/drawing/2014/main" id="{F9630A91-6713-4B4F-2B5D-EA0E194539B0}"/>
                </a:ext>
              </a:extLst>
            </p:cNvPr>
            <p:cNvSpPr>
              <a:spLocks noChangeArrowheads="1"/>
            </p:cNvSpPr>
            <p:nvPr/>
          </p:nvSpPr>
          <p:spPr bwMode="auto">
            <a:xfrm>
              <a:off x="4987925" y="811213"/>
              <a:ext cx="104775" cy="133350"/>
            </a:xfrm>
            <a:custGeom>
              <a:avLst/>
              <a:gdLst>
                <a:gd name="T0" fmla="*/ 253 w 289"/>
                <a:gd name="T1" fmla="*/ 275 h 371"/>
                <a:gd name="T2" fmla="*/ 253 w 289"/>
                <a:gd name="T3" fmla="*/ 275 h 371"/>
                <a:gd name="T4" fmla="*/ 255 w 289"/>
                <a:gd name="T5" fmla="*/ 298 h 371"/>
                <a:gd name="T6" fmla="*/ 256 w 289"/>
                <a:gd name="T7" fmla="*/ 318 h 371"/>
                <a:gd name="T8" fmla="*/ 255 w 289"/>
                <a:gd name="T9" fmla="*/ 318 h 371"/>
                <a:gd name="T10" fmla="*/ 248 w 289"/>
                <a:gd name="T11" fmla="*/ 307 h 371"/>
                <a:gd name="T12" fmla="*/ 239 w 289"/>
                <a:gd name="T13" fmla="*/ 293 h 371"/>
                <a:gd name="T14" fmla="*/ 39 w 289"/>
                <a:gd name="T15" fmla="*/ 0 h 371"/>
                <a:gd name="T16" fmla="*/ 0 w 289"/>
                <a:gd name="T17" fmla="*/ 0 h 371"/>
                <a:gd name="T18" fmla="*/ 0 w 289"/>
                <a:gd name="T19" fmla="*/ 370 h 371"/>
                <a:gd name="T20" fmla="*/ 35 w 289"/>
                <a:gd name="T21" fmla="*/ 370 h 371"/>
                <a:gd name="T22" fmla="*/ 35 w 289"/>
                <a:gd name="T23" fmla="*/ 84 h 371"/>
                <a:gd name="T24" fmla="*/ 35 w 289"/>
                <a:gd name="T25" fmla="*/ 64 h 371"/>
                <a:gd name="T26" fmla="*/ 33 w 289"/>
                <a:gd name="T27" fmla="*/ 50 h 371"/>
                <a:gd name="T28" fmla="*/ 35 w 289"/>
                <a:gd name="T29" fmla="*/ 50 h 371"/>
                <a:gd name="T30" fmla="*/ 41 w 289"/>
                <a:gd name="T31" fmla="*/ 62 h 371"/>
                <a:gd name="T32" fmla="*/ 48 w 289"/>
                <a:gd name="T33" fmla="*/ 73 h 371"/>
                <a:gd name="T34" fmla="*/ 253 w 289"/>
                <a:gd name="T35" fmla="*/ 370 h 371"/>
                <a:gd name="T36" fmla="*/ 288 w 289"/>
                <a:gd name="T37" fmla="*/ 370 h 371"/>
                <a:gd name="T38" fmla="*/ 288 w 289"/>
                <a:gd name="T39" fmla="*/ 0 h 371"/>
                <a:gd name="T40" fmla="*/ 253 w 289"/>
                <a:gd name="T41" fmla="*/ 0 h 371"/>
                <a:gd name="T42" fmla="*/ 253 w 289"/>
                <a:gd name="T43" fmla="*/ 275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71">
                  <a:moveTo>
                    <a:pt x="253" y="275"/>
                  </a:moveTo>
                  <a:lnTo>
                    <a:pt x="253" y="275"/>
                  </a:lnTo>
                  <a:cubicBezTo>
                    <a:pt x="253" y="283"/>
                    <a:pt x="253" y="291"/>
                    <a:pt x="255" y="298"/>
                  </a:cubicBezTo>
                  <a:cubicBezTo>
                    <a:pt x="255" y="305"/>
                    <a:pt x="255" y="312"/>
                    <a:pt x="256" y="318"/>
                  </a:cubicBezTo>
                  <a:cubicBezTo>
                    <a:pt x="255" y="318"/>
                    <a:pt x="255" y="318"/>
                    <a:pt x="255" y="318"/>
                  </a:cubicBezTo>
                  <a:cubicBezTo>
                    <a:pt x="252" y="313"/>
                    <a:pt x="250" y="311"/>
                    <a:pt x="248" y="307"/>
                  </a:cubicBezTo>
                  <a:cubicBezTo>
                    <a:pt x="245" y="302"/>
                    <a:pt x="242" y="298"/>
                    <a:pt x="239" y="293"/>
                  </a:cubicBezTo>
                  <a:cubicBezTo>
                    <a:pt x="39" y="0"/>
                    <a:pt x="39" y="0"/>
                    <a:pt x="39" y="0"/>
                  </a:cubicBezTo>
                  <a:cubicBezTo>
                    <a:pt x="0" y="0"/>
                    <a:pt x="0" y="0"/>
                    <a:pt x="0" y="0"/>
                  </a:cubicBezTo>
                  <a:cubicBezTo>
                    <a:pt x="0" y="370"/>
                    <a:pt x="0" y="370"/>
                    <a:pt x="0" y="370"/>
                  </a:cubicBezTo>
                  <a:cubicBezTo>
                    <a:pt x="35" y="370"/>
                    <a:pt x="35" y="370"/>
                    <a:pt x="35" y="370"/>
                  </a:cubicBezTo>
                  <a:cubicBezTo>
                    <a:pt x="35" y="84"/>
                    <a:pt x="35" y="84"/>
                    <a:pt x="35" y="84"/>
                  </a:cubicBezTo>
                  <a:cubicBezTo>
                    <a:pt x="35" y="76"/>
                    <a:pt x="35" y="69"/>
                    <a:pt x="35" y="64"/>
                  </a:cubicBezTo>
                  <a:cubicBezTo>
                    <a:pt x="35" y="58"/>
                    <a:pt x="35" y="54"/>
                    <a:pt x="33" y="50"/>
                  </a:cubicBezTo>
                  <a:cubicBezTo>
                    <a:pt x="35" y="50"/>
                    <a:pt x="35" y="50"/>
                    <a:pt x="35" y="50"/>
                  </a:cubicBezTo>
                  <a:cubicBezTo>
                    <a:pt x="37" y="54"/>
                    <a:pt x="39" y="58"/>
                    <a:pt x="41" y="62"/>
                  </a:cubicBezTo>
                  <a:cubicBezTo>
                    <a:pt x="44" y="66"/>
                    <a:pt x="46" y="69"/>
                    <a:pt x="48" y="73"/>
                  </a:cubicBezTo>
                  <a:cubicBezTo>
                    <a:pt x="253" y="370"/>
                    <a:pt x="253" y="370"/>
                    <a:pt x="253" y="370"/>
                  </a:cubicBezTo>
                  <a:cubicBezTo>
                    <a:pt x="288" y="370"/>
                    <a:pt x="288" y="370"/>
                    <a:pt x="288" y="370"/>
                  </a:cubicBezTo>
                  <a:cubicBezTo>
                    <a:pt x="288" y="0"/>
                    <a:pt x="288" y="0"/>
                    <a:pt x="288" y="0"/>
                  </a:cubicBezTo>
                  <a:cubicBezTo>
                    <a:pt x="253" y="0"/>
                    <a:pt x="253" y="0"/>
                    <a:pt x="253" y="0"/>
                  </a:cubicBezTo>
                  <a:lnTo>
                    <a:pt x="253" y="2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1" name="Freeform 377">
              <a:extLst>
                <a:ext uri="{FF2B5EF4-FFF2-40B4-BE49-F238E27FC236}">
                  <a16:creationId xmlns:a16="http://schemas.microsoft.com/office/drawing/2014/main" id="{D1AC9377-1C64-7893-15A5-E46624F33E8A}"/>
                </a:ext>
              </a:extLst>
            </p:cNvPr>
            <p:cNvSpPr>
              <a:spLocks noChangeArrowheads="1"/>
            </p:cNvSpPr>
            <p:nvPr/>
          </p:nvSpPr>
          <p:spPr bwMode="auto">
            <a:xfrm>
              <a:off x="5126038" y="811213"/>
              <a:ext cx="68262" cy="133350"/>
            </a:xfrm>
            <a:custGeom>
              <a:avLst/>
              <a:gdLst>
                <a:gd name="T0" fmla="*/ 188 w 189"/>
                <a:gd name="T1" fmla="*/ 338 h 371"/>
                <a:gd name="T2" fmla="*/ 34 w 189"/>
                <a:gd name="T3" fmla="*/ 338 h 371"/>
                <a:gd name="T4" fmla="*/ 34 w 189"/>
                <a:gd name="T5" fmla="*/ 198 h 371"/>
                <a:gd name="T6" fmla="*/ 168 w 189"/>
                <a:gd name="T7" fmla="*/ 198 h 371"/>
                <a:gd name="T8" fmla="*/ 168 w 189"/>
                <a:gd name="T9" fmla="*/ 168 h 371"/>
                <a:gd name="T10" fmla="*/ 34 w 189"/>
                <a:gd name="T11" fmla="*/ 168 h 371"/>
                <a:gd name="T12" fmla="*/ 34 w 189"/>
                <a:gd name="T13" fmla="*/ 32 h 371"/>
                <a:gd name="T14" fmla="*/ 179 w 189"/>
                <a:gd name="T15" fmla="*/ 32 h 371"/>
                <a:gd name="T16" fmla="*/ 179 w 189"/>
                <a:gd name="T17" fmla="*/ 0 h 371"/>
                <a:gd name="T18" fmla="*/ 0 w 189"/>
                <a:gd name="T19" fmla="*/ 0 h 371"/>
                <a:gd name="T20" fmla="*/ 0 w 189"/>
                <a:gd name="T21" fmla="*/ 370 h 371"/>
                <a:gd name="T22" fmla="*/ 188 w 189"/>
                <a:gd name="T23" fmla="*/ 370 h 371"/>
                <a:gd name="T24" fmla="*/ 188 w 189"/>
                <a:gd name="T25" fmla="*/ 338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71">
                  <a:moveTo>
                    <a:pt x="188" y="338"/>
                  </a:moveTo>
                  <a:lnTo>
                    <a:pt x="34" y="338"/>
                  </a:lnTo>
                  <a:lnTo>
                    <a:pt x="34" y="198"/>
                  </a:lnTo>
                  <a:lnTo>
                    <a:pt x="168" y="198"/>
                  </a:lnTo>
                  <a:lnTo>
                    <a:pt x="168" y="168"/>
                  </a:lnTo>
                  <a:lnTo>
                    <a:pt x="34" y="168"/>
                  </a:lnTo>
                  <a:lnTo>
                    <a:pt x="34" y="32"/>
                  </a:lnTo>
                  <a:lnTo>
                    <a:pt x="179" y="32"/>
                  </a:lnTo>
                  <a:lnTo>
                    <a:pt x="179" y="0"/>
                  </a:lnTo>
                  <a:lnTo>
                    <a:pt x="0" y="0"/>
                  </a:lnTo>
                  <a:lnTo>
                    <a:pt x="0" y="370"/>
                  </a:lnTo>
                  <a:lnTo>
                    <a:pt x="188" y="370"/>
                  </a:lnTo>
                  <a:lnTo>
                    <a:pt x="188" y="33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2" name="Freeform 378">
              <a:extLst>
                <a:ext uri="{FF2B5EF4-FFF2-40B4-BE49-F238E27FC236}">
                  <a16:creationId xmlns:a16="http://schemas.microsoft.com/office/drawing/2014/main" id="{3BE8CEDE-98B9-4DDD-415E-8C06E497F43A}"/>
                </a:ext>
              </a:extLst>
            </p:cNvPr>
            <p:cNvSpPr>
              <a:spLocks noChangeArrowheads="1"/>
            </p:cNvSpPr>
            <p:nvPr/>
          </p:nvSpPr>
          <p:spPr bwMode="auto">
            <a:xfrm>
              <a:off x="5273675" y="811213"/>
              <a:ext cx="12700" cy="133350"/>
            </a:xfrm>
            <a:custGeom>
              <a:avLst/>
              <a:gdLst>
                <a:gd name="T0" fmla="*/ 33 w 34"/>
                <a:gd name="T1" fmla="*/ 0 h 371"/>
                <a:gd name="T2" fmla="*/ 0 w 34"/>
                <a:gd name="T3" fmla="*/ 0 h 371"/>
                <a:gd name="T4" fmla="*/ 0 w 34"/>
                <a:gd name="T5" fmla="*/ 370 h 371"/>
                <a:gd name="T6" fmla="*/ 33 w 34"/>
                <a:gd name="T7" fmla="*/ 370 h 371"/>
                <a:gd name="T8" fmla="*/ 33 w 34"/>
                <a:gd name="T9" fmla="*/ 0 h 371"/>
              </a:gdLst>
              <a:ahLst/>
              <a:cxnLst>
                <a:cxn ang="0">
                  <a:pos x="T0" y="T1"/>
                </a:cxn>
                <a:cxn ang="0">
                  <a:pos x="T2" y="T3"/>
                </a:cxn>
                <a:cxn ang="0">
                  <a:pos x="T4" y="T5"/>
                </a:cxn>
                <a:cxn ang="0">
                  <a:pos x="T6" y="T7"/>
                </a:cxn>
                <a:cxn ang="0">
                  <a:pos x="T8" y="T9"/>
                </a:cxn>
              </a:cxnLst>
              <a:rect l="0" t="0" r="r" b="b"/>
              <a:pathLst>
                <a:path w="34" h="371">
                  <a:moveTo>
                    <a:pt x="33" y="0"/>
                  </a:moveTo>
                  <a:lnTo>
                    <a:pt x="0" y="0"/>
                  </a:lnTo>
                  <a:lnTo>
                    <a:pt x="0" y="370"/>
                  </a:lnTo>
                  <a:lnTo>
                    <a:pt x="33" y="370"/>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3" name="Freeform 379">
              <a:extLst>
                <a:ext uri="{FF2B5EF4-FFF2-40B4-BE49-F238E27FC236}">
                  <a16:creationId xmlns:a16="http://schemas.microsoft.com/office/drawing/2014/main" id="{F6641C2D-6A6A-A9A8-F868-F4FF96A3B27F}"/>
                </a:ext>
              </a:extLst>
            </p:cNvPr>
            <p:cNvSpPr>
              <a:spLocks noChangeArrowheads="1"/>
            </p:cNvSpPr>
            <p:nvPr/>
          </p:nvSpPr>
          <p:spPr bwMode="auto">
            <a:xfrm>
              <a:off x="5311775" y="809625"/>
              <a:ext cx="98425" cy="138113"/>
            </a:xfrm>
            <a:custGeom>
              <a:avLst/>
              <a:gdLst>
                <a:gd name="T0" fmla="*/ 48 w 272"/>
                <a:gd name="T1" fmla="*/ 329 h 383"/>
                <a:gd name="T2" fmla="*/ 48 w 272"/>
                <a:gd name="T3" fmla="*/ 329 h 383"/>
                <a:gd name="T4" fmla="*/ 102 w 272"/>
                <a:gd name="T5" fmla="*/ 368 h 383"/>
                <a:gd name="T6" fmla="*/ 173 w 272"/>
                <a:gd name="T7" fmla="*/ 382 h 383"/>
                <a:gd name="T8" fmla="*/ 271 w 272"/>
                <a:gd name="T9" fmla="*/ 361 h 383"/>
                <a:gd name="T10" fmla="*/ 271 w 272"/>
                <a:gd name="T11" fmla="*/ 328 h 383"/>
                <a:gd name="T12" fmla="*/ 177 w 272"/>
                <a:gd name="T13" fmla="*/ 350 h 383"/>
                <a:gd name="T14" fmla="*/ 115 w 272"/>
                <a:gd name="T15" fmla="*/ 338 h 383"/>
                <a:gd name="T16" fmla="*/ 73 w 272"/>
                <a:gd name="T17" fmla="*/ 305 h 383"/>
                <a:gd name="T18" fmla="*/ 45 w 272"/>
                <a:gd name="T19" fmla="*/ 255 h 383"/>
                <a:gd name="T20" fmla="*/ 37 w 272"/>
                <a:gd name="T21" fmla="*/ 195 h 383"/>
                <a:gd name="T22" fmla="*/ 47 w 272"/>
                <a:gd name="T23" fmla="*/ 129 h 383"/>
                <a:gd name="T24" fmla="*/ 76 w 272"/>
                <a:gd name="T25" fmla="*/ 77 h 383"/>
                <a:gd name="T26" fmla="*/ 122 w 272"/>
                <a:gd name="T27" fmla="*/ 43 h 383"/>
                <a:gd name="T28" fmla="*/ 185 w 272"/>
                <a:gd name="T29" fmla="*/ 30 h 383"/>
                <a:gd name="T30" fmla="*/ 271 w 272"/>
                <a:gd name="T31" fmla="*/ 51 h 383"/>
                <a:gd name="T32" fmla="*/ 271 w 272"/>
                <a:gd name="T33" fmla="*/ 14 h 383"/>
                <a:gd name="T34" fmla="*/ 187 w 272"/>
                <a:gd name="T35" fmla="*/ 0 h 383"/>
                <a:gd name="T36" fmla="*/ 110 w 272"/>
                <a:gd name="T37" fmla="*/ 15 h 383"/>
                <a:gd name="T38" fmla="*/ 51 w 272"/>
                <a:gd name="T39" fmla="*/ 56 h 383"/>
                <a:gd name="T40" fmla="*/ 14 w 272"/>
                <a:gd name="T41" fmla="*/ 119 h 383"/>
                <a:gd name="T42" fmla="*/ 0 w 272"/>
                <a:gd name="T43" fmla="*/ 198 h 383"/>
                <a:gd name="T44" fmla="*/ 12 w 272"/>
                <a:gd name="T45" fmla="*/ 270 h 383"/>
                <a:gd name="T46" fmla="*/ 48 w 272"/>
                <a:gd name="T47" fmla="*/ 329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2" h="383">
                  <a:moveTo>
                    <a:pt x="48" y="329"/>
                  </a:moveTo>
                  <a:lnTo>
                    <a:pt x="48" y="329"/>
                  </a:lnTo>
                  <a:cubicBezTo>
                    <a:pt x="63" y="346"/>
                    <a:pt x="81" y="358"/>
                    <a:pt x="102" y="368"/>
                  </a:cubicBezTo>
                  <a:cubicBezTo>
                    <a:pt x="124" y="376"/>
                    <a:pt x="147" y="382"/>
                    <a:pt x="173" y="382"/>
                  </a:cubicBezTo>
                  <a:cubicBezTo>
                    <a:pt x="210" y="382"/>
                    <a:pt x="242" y="375"/>
                    <a:pt x="271" y="361"/>
                  </a:cubicBezTo>
                  <a:cubicBezTo>
                    <a:pt x="271" y="328"/>
                    <a:pt x="271" y="328"/>
                    <a:pt x="271" y="328"/>
                  </a:cubicBezTo>
                  <a:cubicBezTo>
                    <a:pt x="244" y="343"/>
                    <a:pt x="213" y="350"/>
                    <a:pt x="177" y="350"/>
                  </a:cubicBezTo>
                  <a:cubicBezTo>
                    <a:pt x="154" y="350"/>
                    <a:pt x="133" y="346"/>
                    <a:pt x="115" y="338"/>
                  </a:cubicBezTo>
                  <a:cubicBezTo>
                    <a:pt x="99" y="329"/>
                    <a:pt x="84" y="318"/>
                    <a:pt x="73" y="305"/>
                  </a:cubicBezTo>
                  <a:cubicBezTo>
                    <a:pt x="61" y="290"/>
                    <a:pt x="51" y="273"/>
                    <a:pt x="45" y="255"/>
                  </a:cubicBezTo>
                  <a:cubicBezTo>
                    <a:pt x="40" y="236"/>
                    <a:pt x="37" y="215"/>
                    <a:pt x="37" y="195"/>
                  </a:cubicBezTo>
                  <a:cubicBezTo>
                    <a:pt x="37" y="172"/>
                    <a:pt x="40" y="150"/>
                    <a:pt x="47" y="129"/>
                  </a:cubicBezTo>
                  <a:cubicBezTo>
                    <a:pt x="54" y="110"/>
                    <a:pt x="63" y="92"/>
                    <a:pt x="76" y="77"/>
                  </a:cubicBezTo>
                  <a:cubicBezTo>
                    <a:pt x="88" y="63"/>
                    <a:pt x="104" y="51"/>
                    <a:pt x="122" y="43"/>
                  </a:cubicBezTo>
                  <a:cubicBezTo>
                    <a:pt x="142" y="34"/>
                    <a:pt x="162" y="30"/>
                    <a:pt x="185" y="30"/>
                  </a:cubicBezTo>
                  <a:cubicBezTo>
                    <a:pt x="216" y="30"/>
                    <a:pt x="244" y="37"/>
                    <a:pt x="271" y="51"/>
                  </a:cubicBezTo>
                  <a:cubicBezTo>
                    <a:pt x="271" y="14"/>
                    <a:pt x="271" y="14"/>
                    <a:pt x="271" y="14"/>
                  </a:cubicBezTo>
                  <a:cubicBezTo>
                    <a:pt x="246" y="4"/>
                    <a:pt x="218" y="0"/>
                    <a:pt x="187" y="0"/>
                  </a:cubicBezTo>
                  <a:cubicBezTo>
                    <a:pt x="158" y="0"/>
                    <a:pt x="132" y="4"/>
                    <a:pt x="110" y="15"/>
                  </a:cubicBezTo>
                  <a:cubicBezTo>
                    <a:pt x="87" y="25"/>
                    <a:pt x="67" y="38"/>
                    <a:pt x="51" y="56"/>
                  </a:cubicBezTo>
                  <a:cubicBezTo>
                    <a:pt x="34" y="74"/>
                    <a:pt x="22" y="95"/>
                    <a:pt x="14" y="119"/>
                  </a:cubicBezTo>
                  <a:cubicBezTo>
                    <a:pt x="6" y="143"/>
                    <a:pt x="0" y="169"/>
                    <a:pt x="0" y="198"/>
                  </a:cubicBezTo>
                  <a:cubicBezTo>
                    <a:pt x="0" y="224"/>
                    <a:pt x="4" y="248"/>
                    <a:pt x="12" y="270"/>
                  </a:cubicBezTo>
                  <a:cubicBezTo>
                    <a:pt x="21" y="294"/>
                    <a:pt x="33" y="313"/>
                    <a:pt x="48" y="3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80">
              <a:extLst>
                <a:ext uri="{FF2B5EF4-FFF2-40B4-BE49-F238E27FC236}">
                  <a16:creationId xmlns:a16="http://schemas.microsoft.com/office/drawing/2014/main" id="{39148CE2-DA9A-37F5-EC9F-648184EEE922}"/>
                </a:ext>
              </a:extLst>
            </p:cNvPr>
            <p:cNvSpPr>
              <a:spLocks noChangeArrowheads="1"/>
            </p:cNvSpPr>
            <p:nvPr/>
          </p:nvSpPr>
          <p:spPr bwMode="auto">
            <a:xfrm>
              <a:off x="5427663" y="809625"/>
              <a:ext cx="125412" cy="138113"/>
            </a:xfrm>
            <a:custGeom>
              <a:avLst/>
              <a:gdLst>
                <a:gd name="T0" fmla="*/ 346 w 347"/>
                <a:gd name="T1" fmla="*/ 185 h 383"/>
                <a:gd name="T2" fmla="*/ 346 w 347"/>
                <a:gd name="T3" fmla="*/ 185 h 383"/>
                <a:gd name="T4" fmla="*/ 335 w 347"/>
                <a:gd name="T5" fmla="*/ 111 h 383"/>
                <a:gd name="T6" fmla="*/ 301 w 347"/>
                <a:gd name="T7" fmla="*/ 52 h 383"/>
                <a:gd name="T8" fmla="*/ 249 w 347"/>
                <a:gd name="T9" fmla="*/ 14 h 383"/>
                <a:gd name="T10" fmla="*/ 179 w 347"/>
                <a:gd name="T11" fmla="*/ 0 h 383"/>
                <a:gd name="T12" fmla="*/ 103 w 347"/>
                <a:gd name="T13" fmla="*/ 14 h 383"/>
                <a:gd name="T14" fmla="*/ 47 w 347"/>
                <a:gd name="T15" fmla="*/ 54 h 383"/>
                <a:gd name="T16" fmla="*/ 11 w 347"/>
                <a:gd name="T17" fmla="*/ 115 h 383"/>
                <a:gd name="T18" fmla="*/ 0 w 347"/>
                <a:gd name="T19" fmla="*/ 195 h 383"/>
                <a:gd name="T20" fmla="*/ 11 w 347"/>
                <a:gd name="T21" fmla="*/ 268 h 383"/>
                <a:gd name="T22" fmla="*/ 46 w 347"/>
                <a:gd name="T23" fmla="*/ 327 h 383"/>
                <a:gd name="T24" fmla="*/ 101 w 347"/>
                <a:gd name="T25" fmla="*/ 367 h 383"/>
                <a:gd name="T26" fmla="*/ 172 w 347"/>
                <a:gd name="T27" fmla="*/ 382 h 383"/>
                <a:gd name="T28" fmla="*/ 247 w 347"/>
                <a:gd name="T29" fmla="*/ 367 h 383"/>
                <a:gd name="T30" fmla="*/ 302 w 347"/>
                <a:gd name="T31" fmla="*/ 325 h 383"/>
                <a:gd name="T32" fmla="*/ 335 w 347"/>
                <a:gd name="T33" fmla="*/ 264 h 383"/>
                <a:gd name="T34" fmla="*/ 346 w 347"/>
                <a:gd name="T35" fmla="*/ 185 h 383"/>
                <a:gd name="T36" fmla="*/ 302 w 347"/>
                <a:gd name="T37" fmla="*/ 254 h 383"/>
                <a:gd name="T38" fmla="*/ 302 w 347"/>
                <a:gd name="T39" fmla="*/ 254 h 383"/>
                <a:gd name="T40" fmla="*/ 276 w 347"/>
                <a:gd name="T41" fmla="*/ 305 h 383"/>
                <a:gd name="T42" fmla="*/ 232 w 347"/>
                <a:gd name="T43" fmla="*/ 338 h 383"/>
                <a:gd name="T44" fmla="*/ 172 w 347"/>
                <a:gd name="T45" fmla="*/ 350 h 383"/>
                <a:gd name="T46" fmla="*/ 112 w 347"/>
                <a:gd name="T47" fmla="*/ 336 h 383"/>
                <a:gd name="T48" fmla="*/ 69 w 347"/>
                <a:gd name="T49" fmla="*/ 302 h 383"/>
                <a:gd name="T50" fmla="*/ 44 w 347"/>
                <a:gd name="T51" fmla="*/ 251 h 383"/>
                <a:gd name="T52" fmla="*/ 36 w 347"/>
                <a:gd name="T53" fmla="*/ 191 h 383"/>
                <a:gd name="T54" fmla="*/ 44 w 347"/>
                <a:gd name="T55" fmla="*/ 129 h 383"/>
                <a:gd name="T56" fmla="*/ 72 w 347"/>
                <a:gd name="T57" fmla="*/ 78 h 383"/>
                <a:gd name="T58" fmla="*/ 116 w 347"/>
                <a:gd name="T59" fmla="*/ 44 h 383"/>
                <a:gd name="T60" fmla="*/ 175 w 347"/>
                <a:gd name="T61" fmla="*/ 30 h 383"/>
                <a:gd name="T62" fmla="*/ 236 w 347"/>
                <a:gd name="T63" fmla="*/ 44 h 383"/>
                <a:gd name="T64" fmla="*/ 279 w 347"/>
                <a:gd name="T65" fmla="*/ 78 h 383"/>
                <a:gd name="T66" fmla="*/ 304 w 347"/>
                <a:gd name="T67" fmla="*/ 129 h 383"/>
                <a:gd name="T68" fmla="*/ 311 w 347"/>
                <a:gd name="T69" fmla="*/ 191 h 383"/>
                <a:gd name="T70" fmla="*/ 302 w 347"/>
                <a:gd name="T71" fmla="*/ 254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7" h="383">
                  <a:moveTo>
                    <a:pt x="346" y="185"/>
                  </a:moveTo>
                  <a:lnTo>
                    <a:pt x="346" y="185"/>
                  </a:lnTo>
                  <a:cubicBezTo>
                    <a:pt x="346" y="158"/>
                    <a:pt x="343" y="133"/>
                    <a:pt x="335" y="111"/>
                  </a:cubicBezTo>
                  <a:cubicBezTo>
                    <a:pt x="327" y="88"/>
                    <a:pt x="316" y="69"/>
                    <a:pt x="301" y="52"/>
                  </a:cubicBezTo>
                  <a:cubicBezTo>
                    <a:pt x="287" y="36"/>
                    <a:pt x="269" y="23"/>
                    <a:pt x="249" y="14"/>
                  </a:cubicBezTo>
                  <a:cubicBezTo>
                    <a:pt x="228" y="4"/>
                    <a:pt x="205" y="0"/>
                    <a:pt x="179" y="0"/>
                  </a:cubicBezTo>
                  <a:cubicBezTo>
                    <a:pt x="150" y="0"/>
                    <a:pt x="125" y="4"/>
                    <a:pt x="103" y="14"/>
                  </a:cubicBezTo>
                  <a:cubicBezTo>
                    <a:pt x="80" y="23"/>
                    <a:pt x="62" y="37"/>
                    <a:pt x="47" y="54"/>
                  </a:cubicBezTo>
                  <a:cubicBezTo>
                    <a:pt x="32" y="71"/>
                    <a:pt x="20" y="91"/>
                    <a:pt x="11" y="115"/>
                  </a:cubicBezTo>
                  <a:cubicBezTo>
                    <a:pt x="3" y="139"/>
                    <a:pt x="0" y="166"/>
                    <a:pt x="0" y="195"/>
                  </a:cubicBezTo>
                  <a:cubicBezTo>
                    <a:pt x="0" y="221"/>
                    <a:pt x="3" y="244"/>
                    <a:pt x="11" y="268"/>
                  </a:cubicBezTo>
                  <a:cubicBezTo>
                    <a:pt x="20" y="290"/>
                    <a:pt x="31" y="310"/>
                    <a:pt x="46" y="327"/>
                  </a:cubicBezTo>
                  <a:cubicBezTo>
                    <a:pt x="61" y="343"/>
                    <a:pt x="79" y="357"/>
                    <a:pt x="101" y="367"/>
                  </a:cubicBezTo>
                  <a:cubicBezTo>
                    <a:pt x="121" y="376"/>
                    <a:pt x="146" y="382"/>
                    <a:pt x="172" y="382"/>
                  </a:cubicBezTo>
                  <a:cubicBezTo>
                    <a:pt x="201" y="382"/>
                    <a:pt x="225" y="376"/>
                    <a:pt x="247" y="367"/>
                  </a:cubicBezTo>
                  <a:cubicBezTo>
                    <a:pt x="268" y="357"/>
                    <a:pt x="287" y="343"/>
                    <a:pt x="302" y="325"/>
                  </a:cubicBezTo>
                  <a:cubicBezTo>
                    <a:pt x="316" y="307"/>
                    <a:pt x="328" y="287"/>
                    <a:pt x="335" y="264"/>
                  </a:cubicBezTo>
                  <a:cubicBezTo>
                    <a:pt x="343" y="239"/>
                    <a:pt x="346" y="213"/>
                    <a:pt x="346" y="185"/>
                  </a:cubicBezTo>
                  <a:close/>
                  <a:moveTo>
                    <a:pt x="302" y="254"/>
                  </a:moveTo>
                  <a:lnTo>
                    <a:pt x="302" y="254"/>
                  </a:lnTo>
                  <a:cubicBezTo>
                    <a:pt x="297" y="273"/>
                    <a:pt x="287" y="291"/>
                    <a:pt x="276" y="305"/>
                  </a:cubicBezTo>
                  <a:cubicBezTo>
                    <a:pt x="264" y="318"/>
                    <a:pt x="250" y="329"/>
                    <a:pt x="232" y="338"/>
                  </a:cubicBezTo>
                  <a:cubicBezTo>
                    <a:pt x="214" y="346"/>
                    <a:pt x="195" y="350"/>
                    <a:pt x="172" y="350"/>
                  </a:cubicBezTo>
                  <a:cubicBezTo>
                    <a:pt x="149" y="350"/>
                    <a:pt x="128" y="346"/>
                    <a:pt x="112" y="336"/>
                  </a:cubicBezTo>
                  <a:cubicBezTo>
                    <a:pt x="94" y="328"/>
                    <a:pt x="80" y="317"/>
                    <a:pt x="69" y="302"/>
                  </a:cubicBezTo>
                  <a:cubicBezTo>
                    <a:pt x="58" y="287"/>
                    <a:pt x="50" y="270"/>
                    <a:pt x="44" y="251"/>
                  </a:cubicBezTo>
                  <a:cubicBezTo>
                    <a:pt x="37" y="232"/>
                    <a:pt x="35" y="211"/>
                    <a:pt x="36" y="191"/>
                  </a:cubicBezTo>
                  <a:cubicBezTo>
                    <a:pt x="36" y="169"/>
                    <a:pt x="39" y="148"/>
                    <a:pt x="44" y="129"/>
                  </a:cubicBezTo>
                  <a:cubicBezTo>
                    <a:pt x="51" y="110"/>
                    <a:pt x="59" y="92"/>
                    <a:pt x="72" y="78"/>
                  </a:cubicBezTo>
                  <a:cubicBezTo>
                    <a:pt x="84" y="63"/>
                    <a:pt x="98" y="52"/>
                    <a:pt x="116" y="44"/>
                  </a:cubicBezTo>
                  <a:cubicBezTo>
                    <a:pt x="132" y="34"/>
                    <a:pt x="153" y="30"/>
                    <a:pt x="175" y="30"/>
                  </a:cubicBezTo>
                  <a:cubicBezTo>
                    <a:pt x="199" y="30"/>
                    <a:pt x="220" y="34"/>
                    <a:pt x="236" y="44"/>
                  </a:cubicBezTo>
                  <a:cubicBezTo>
                    <a:pt x="254" y="52"/>
                    <a:pt x="268" y="63"/>
                    <a:pt x="279" y="78"/>
                  </a:cubicBezTo>
                  <a:cubicBezTo>
                    <a:pt x="290" y="92"/>
                    <a:pt x="298" y="110"/>
                    <a:pt x="304" y="129"/>
                  </a:cubicBezTo>
                  <a:cubicBezTo>
                    <a:pt x="309" y="148"/>
                    <a:pt x="311" y="169"/>
                    <a:pt x="311" y="191"/>
                  </a:cubicBezTo>
                  <a:cubicBezTo>
                    <a:pt x="311" y="213"/>
                    <a:pt x="308" y="235"/>
                    <a:pt x="302"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81">
              <a:extLst>
                <a:ext uri="{FF2B5EF4-FFF2-40B4-BE49-F238E27FC236}">
                  <a16:creationId xmlns:a16="http://schemas.microsoft.com/office/drawing/2014/main" id="{30CB9A8C-6A9B-FF74-7F5F-7B576699B232}"/>
                </a:ext>
              </a:extLst>
            </p:cNvPr>
            <p:cNvSpPr>
              <a:spLocks noChangeArrowheads="1"/>
            </p:cNvSpPr>
            <p:nvPr/>
          </p:nvSpPr>
          <p:spPr bwMode="auto">
            <a:xfrm>
              <a:off x="5578475" y="811213"/>
              <a:ext cx="104775" cy="133350"/>
            </a:xfrm>
            <a:custGeom>
              <a:avLst/>
              <a:gdLst>
                <a:gd name="T0" fmla="*/ 35 w 290"/>
                <a:gd name="T1" fmla="*/ 84 h 371"/>
                <a:gd name="T2" fmla="*/ 35 w 290"/>
                <a:gd name="T3" fmla="*/ 84 h 371"/>
                <a:gd name="T4" fmla="*/ 35 w 290"/>
                <a:gd name="T5" fmla="*/ 64 h 371"/>
                <a:gd name="T6" fmla="*/ 33 w 290"/>
                <a:gd name="T7" fmla="*/ 50 h 371"/>
                <a:gd name="T8" fmla="*/ 35 w 290"/>
                <a:gd name="T9" fmla="*/ 50 h 371"/>
                <a:gd name="T10" fmla="*/ 42 w 290"/>
                <a:gd name="T11" fmla="*/ 62 h 371"/>
                <a:gd name="T12" fmla="*/ 48 w 290"/>
                <a:gd name="T13" fmla="*/ 73 h 371"/>
                <a:gd name="T14" fmla="*/ 253 w 290"/>
                <a:gd name="T15" fmla="*/ 370 h 371"/>
                <a:gd name="T16" fmla="*/ 289 w 290"/>
                <a:gd name="T17" fmla="*/ 370 h 371"/>
                <a:gd name="T18" fmla="*/ 289 w 290"/>
                <a:gd name="T19" fmla="*/ 0 h 371"/>
                <a:gd name="T20" fmla="*/ 254 w 290"/>
                <a:gd name="T21" fmla="*/ 0 h 371"/>
                <a:gd name="T22" fmla="*/ 254 w 290"/>
                <a:gd name="T23" fmla="*/ 275 h 371"/>
                <a:gd name="T24" fmla="*/ 256 w 290"/>
                <a:gd name="T25" fmla="*/ 298 h 371"/>
                <a:gd name="T26" fmla="*/ 257 w 290"/>
                <a:gd name="T27" fmla="*/ 318 h 371"/>
                <a:gd name="T28" fmla="*/ 256 w 290"/>
                <a:gd name="T29" fmla="*/ 318 h 371"/>
                <a:gd name="T30" fmla="*/ 249 w 290"/>
                <a:gd name="T31" fmla="*/ 307 h 371"/>
                <a:gd name="T32" fmla="*/ 241 w 290"/>
                <a:gd name="T33" fmla="*/ 293 h 371"/>
                <a:gd name="T34" fmla="*/ 39 w 290"/>
                <a:gd name="T35" fmla="*/ 0 h 371"/>
                <a:gd name="T36" fmla="*/ 0 w 290"/>
                <a:gd name="T37" fmla="*/ 0 h 371"/>
                <a:gd name="T38" fmla="*/ 0 w 290"/>
                <a:gd name="T39" fmla="*/ 370 h 371"/>
                <a:gd name="T40" fmla="*/ 35 w 290"/>
                <a:gd name="T41" fmla="*/ 370 h 371"/>
                <a:gd name="T42" fmla="*/ 35 w 290"/>
                <a:gd name="T43" fmla="*/ 84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0" h="371">
                  <a:moveTo>
                    <a:pt x="35" y="84"/>
                  </a:moveTo>
                  <a:lnTo>
                    <a:pt x="35" y="84"/>
                  </a:lnTo>
                  <a:cubicBezTo>
                    <a:pt x="35" y="76"/>
                    <a:pt x="35" y="69"/>
                    <a:pt x="35" y="64"/>
                  </a:cubicBezTo>
                  <a:cubicBezTo>
                    <a:pt x="35" y="58"/>
                    <a:pt x="35" y="54"/>
                    <a:pt x="33" y="50"/>
                  </a:cubicBezTo>
                  <a:cubicBezTo>
                    <a:pt x="35" y="50"/>
                    <a:pt x="35" y="50"/>
                    <a:pt x="35" y="50"/>
                  </a:cubicBezTo>
                  <a:cubicBezTo>
                    <a:pt x="36" y="54"/>
                    <a:pt x="39" y="58"/>
                    <a:pt x="42" y="62"/>
                  </a:cubicBezTo>
                  <a:cubicBezTo>
                    <a:pt x="43" y="66"/>
                    <a:pt x="46" y="69"/>
                    <a:pt x="48" y="73"/>
                  </a:cubicBezTo>
                  <a:cubicBezTo>
                    <a:pt x="253" y="370"/>
                    <a:pt x="253" y="370"/>
                    <a:pt x="253" y="370"/>
                  </a:cubicBezTo>
                  <a:cubicBezTo>
                    <a:pt x="289" y="370"/>
                    <a:pt x="289" y="370"/>
                    <a:pt x="289" y="370"/>
                  </a:cubicBezTo>
                  <a:cubicBezTo>
                    <a:pt x="289" y="0"/>
                    <a:pt x="289" y="0"/>
                    <a:pt x="289" y="0"/>
                  </a:cubicBezTo>
                  <a:cubicBezTo>
                    <a:pt x="254" y="0"/>
                    <a:pt x="254" y="0"/>
                    <a:pt x="254" y="0"/>
                  </a:cubicBezTo>
                  <a:cubicBezTo>
                    <a:pt x="254" y="275"/>
                    <a:pt x="254" y="275"/>
                    <a:pt x="254" y="275"/>
                  </a:cubicBezTo>
                  <a:cubicBezTo>
                    <a:pt x="254" y="283"/>
                    <a:pt x="254" y="291"/>
                    <a:pt x="256" y="298"/>
                  </a:cubicBezTo>
                  <a:cubicBezTo>
                    <a:pt x="256" y="305"/>
                    <a:pt x="256" y="312"/>
                    <a:pt x="257" y="318"/>
                  </a:cubicBezTo>
                  <a:cubicBezTo>
                    <a:pt x="256" y="318"/>
                    <a:pt x="256" y="318"/>
                    <a:pt x="256" y="318"/>
                  </a:cubicBezTo>
                  <a:cubicBezTo>
                    <a:pt x="253" y="313"/>
                    <a:pt x="252" y="311"/>
                    <a:pt x="249" y="307"/>
                  </a:cubicBezTo>
                  <a:cubicBezTo>
                    <a:pt x="246" y="302"/>
                    <a:pt x="243" y="298"/>
                    <a:pt x="241" y="293"/>
                  </a:cubicBezTo>
                  <a:cubicBezTo>
                    <a:pt x="39" y="0"/>
                    <a:pt x="39" y="0"/>
                    <a:pt x="39" y="0"/>
                  </a:cubicBezTo>
                  <a:cubicBezTo>
                    <a:pt x="0" y="0"/>
                    <a:pt x="0" y="0"/>
                    <a:pt x="0" y="0"/>
                  </a:cubicBezTo>
                  <a:cubicBezTo>
                    <a:pt x="0" y="370"/>
                    <a:pt x="0" y="370"/>
                    <a:pt x="0" y="370"/>
                  </a:cubicBezTo>
                  <a:cubicBezTo>
                    <a:pt x="35" y="370"/>
                    <a:pt x="35" y="370"/>
                    <a:pt x="35" y="370"/>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6" name="Freeform 382">
              <a:extLst>
                <a:ext uri="{FF2B5EF4-FFF2-40B4-BE49-F238E27FC236}">
                  <a16:creationId xmlns:a16="http://schemas.microsoft.com/office/drawing/2014/main" id="{D817E6F0-C1B2-611F-C173-7937810F421D}"/>
                </a:ext>
              </a:extLst>
            </p:cNvPr>
            <p:cNvSpPr>
              <a:spLocks noChangeArrowheads="1"/>
            </p:cNvSpPr>
            <p:nvPr/>
          </p:nvSpPr>
          <p:spPr bwMode="auto">
            <a:xfrm>
              <a:off x="5711825" y="809625"/>
              <a:ext cx="76200" cy="136525"/>
            </a:xfrm>
            <a:custGeom>
              <a:avLst/>
              <a:gdLst>
                <a:gd name="T0" fmla="*/ 41 w 210"/>
                <a:gd name="T1" fmla="*/ 375 h 381"/>
                <a:gd name="T2" fmla="*/ 41 w 210"/>
                <a:gd name="T3" fmla="*/ 375 h 381"/>
                <a:gd name="T4" fmla="*/ 66 w 210"/>
                <a:gd name="T5" fmla="*/ 379 h 381"/>
                <a:gd name="T6" fmla="*/ 86 w 210"/>
                <a:gd name="T7" fmla="*/ 380 h 381"/>
                <a:gd name="T8" fmla="*/ 136 w 210"/>
                <a:gd name="T9" fmla="*/ 375 h 381"/>
                <a:gd name="T10" fmla="*/ 174 w 210"/>
                <a:gd name="T11" fmla="*/ 357 h 381"/>
                <a:gd name="T12" fmla="*/ 199 w 210"/>
                <a:gd name="T13" fmla="*/ 325 h 381"/>
                <a:gd name="T14" fmla="*/ 209 w 210"/>
                <a:gd name="T15" fmla="*/ 283 h 381"/>
                <a:gd name="T16" fmla="*/ 203 w 210"/>
                <a:gd name="T17" fmla="*/ 251 h 381"/>
                <a:gd name="T18" fmla="*/ 185 w 210"/>
                <a:gd name="T19" fmla="*/ 225 h 381"/>
                <a:gd name="T20" fmla="*/ 156 w 210"/>
                <a:gd name="T21" fmla="*/ 200 h 381"/>
                <a:gd name="T22" fmla="*/ 117 w 210"/>
                <a:gd name="T23" fmla="*/ 176 h 381"/>
                <a:gd name="T24" fmla="*/ 80 w 210"/>
                <a:gd name="T25" fmla="*/ 155 h 381"/>
                <a:gd name="T26" fmla="*/ 55 w 210"/>
                <a:gd name="T27" fmla="*/ 137 h 381"/>
                <a:gd name="T28" fmla="*/ 41 w 210"/>
                <a:gd name="T29" fmla="*/ 117 h 381"/>
                <a:gd name="T30" fmla="*/ 37 w 210"/>
                <a:gd name="T31" fmla="*/ 92 h 381"/>
                <a:gd name="T32" fmla="*/ 43 w 210"/>
                <a:gd name="T33" fmla="*/ 66 h 381"/>
                <a:gd name="T34" fmla="*/ 60 w 210"/>
                <a:gd name="T35" fmla="*/ 47 h 381"/>
                <a:gd name="T36" fmla="*/ 85 w 210"/>
                <a:gd name="T37" fmla="*/ 34 h 381"/>
                <a:gd name="T38" fmla="*/ 117 w 210"/>
                <a:gd name="T39" fmla="*/ 30 h 381"/>
                <a:gd name="T40" fmla="*/ 194 w 210"/>
                <a:gd name="T41" fmla="*/ 49 h 381"/>
                <a:gd name="T42" fmla="*/ 194 w 210"/>
                <a:gd name="T43" fmla="*/ 11 h 381"/>
                <a:gd name="T44" fmla="*/ 121 w 210"/>
                <a:gd name="T45" fmla="*/ 0 h 381"/>
                <a:gd name="T46" fmla="*/ 74 w 210"/>
                <a:gd name="T47" fmla="*/ 5 h 381"/>
                <a:gd name="T48" fmla="*/ 36 w 210"/>
                <a:gd name="T49" fmla="*/ 25 h 381"/>
                <a:gd name="T50" fmla="*/ 10 w 210"/>
                <a:gd name="T51" fmla="*/ 55 h 381"/>
                <a:gd name="T52" fmla="*/ 0 w 210"/>
                <a:gd name="T53" fmla="*/ 96 h 381"/>
                <a:gd name="T54" fmla="*/ 5 w 210"/>
                <a:gd name="T55" fmla="*/ 128 h 381"/>
                <a:gd name="T56" fmla="*/ 22 w 210"/>
                <a:gd name="T57" fmla="*/ 154 h 381"/>
                <a:gd name="T58" fmla="*/ 49 w 210"/>
                <a:gd name="T59" fmla="*/ 177 h 381"/>
                <a:gd name="T60" fmla="*/ 89 w 210"/>
                <a:gd name="T61" fmla="*/ 200 h 381"/>
                <a:gd name="T62" fmla="*/ 126 w 210"/>
                <a:gd name="T63" fmla="*/ 222 h 381"/>
                <a:gd name="T64" fmla="*/ 152 w 210"/>
                <a:gd name="T65" fmla="*/ 242 h 381"/>
                <a:gd name="T66" fmla="*/ 167 w 210"/>
                <a:gd name="T67" fmla="*/ 262 h 381"/>
                <a:gd name="T68" fmla="*/ 173 w 210"/>
                <a:gd name="T69" fmla="*/ 287 h 381"/>
                <a:gd name="T70" fmla="*/ 152 w 210"/>
                <a:gd name="T71" fmla="*/ 334 h 381"/>
                <a:gd name="T72" fmla="*/ 89 w 210"/>
                <a:gd name="T73" fmla="*/ 350 h 381"/>
                <a:gd name="T74" fmla="*/ 66 w 210"/>
                <a:gd name="T75" fmla="*/ 349 h 381"/>
                <a:gd name="T76" fmla="*/ 43 w 210"/>
                <a:gd name="T77" fmla="*/ 342 h 381"/>
                <a:gd name="T78" fmla="*/ 19 w 210"/>
                <a:gd name="T79" fmla="*/ 334 h 381"/>
                <a:gd name="T80" fmla="*/ 0 w 210"/>
                <a:gd name="T81" fmla="*/ 321 h 381"/>
                <a:gd name="T82" fmla="*/ 0 w 210"/>
                <a:gd name="T83" fmla="*/ 361 h 381"/>
                <a:gd name="T84" fmla="*/ 18 w 210"/>
                <a:gd name="T85" fmla="*/ 369 h 381"/>
                <a:gd name="T86" fmla="*/ 41 w 210"/>
                <a:gd name="T87" fmla="*/ 375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41" y="375"/>
                  </a:moveTo>
                  <a:lnTo>
                    <a:pt x="41" y="375"/>
                  </a:lnTo>
                  <a:cubicBezTo>
                    <a:pt x="49" y="377"/>
                    <a:pt x="58" y="379"/>
                    <a:pt x="66" y="379"/>
                  </a:cubicBezTo>
                  <a:cubicBezTo>
                    <a:pt x="74" y="380"/>
                    <a:pt x="81" y="380"/>
                    <a:pt x="86" y="380"/>
                  </a:cubicBezTo>
                  <a:cubicBezTo>
                    <a:pt x="104" y="380"/>
                    <a:pt x="121" y="379"/>
                    <a:pt x="136" y="375"/>
                  </a:cubicBezTo>
                  <a:cubicBezTo>
                    <a:pt x="151" y="371"/>
                    <a:pt x="163" y="365"/>
                    <a:pt x="174" y="357"/>
                  </a:cubicBezTo>
                  <a:cubicBezTo>
                    <a:pt x="185" y="349"/>
                    <a:pt x="194" y="338"/>
                    <a:pt x="199" y="325"/>
                  </a:cubicBezTo>
                  <a:cubicBezTo>
                    <a:pt x="206" y="314"/>
                    <a:pt x="209" y="299"/>
                    <a:pt x="209" y="283"/>
                  </a:cubicBezTo>
                  <a:cubicBezTo>
                    <a:pt x="209" y="272"/>
                    <a:pt x="206" y="261"/>
                    <a:pt x="203" y="251"/>
                  </a:cubicBezTo>
                  <a:cubicBezTo>
                    <a:pt x="199" y="242"/>
                    <a:pt x="194" y="233"/>
                    <a:pt x="185" y="225"/>
                  </a:cubicBezTo>
                  <a:cubicBezTo>
                    <a:pt x="178" y="215"/>
                    <a:pt x="169" y="207"/>
                    <a:pt x="156" y="200"/>
                  </a:cubicBezTo>
                  <a:cubicBezTo>
                    <a:pt x="145" y="192"/>
                    <a:pt x="132" y="184"/>
                    <a:pt x="117" y="176"/>
                  </a:cubicBezTo>
                  <a:cubicBezTo>
                    <a:pt x="102" y="167"/>
                    <a:pt x="89" y="161"/>
                    <a:pt x="80" y="155"/>
                  </a:cubicBezTo>
                  <a:cubicBezTo>
                    <a:pt x="69" y="150"/>
                    <a:pt x="60" y="143"/>
                    <a:pt x="55" y="137"/>
                  </a:cubicBezTo>
                  <a:cubicBezTo>
                    <a:pt x="48" y="130"/>
                    <a:pt x="44" y="124"/>
                    <a:pt x="41" y="117"/>
                  </a:cubicBezTo>
                  <a:cubicBezTo>
                    <a:pt x="38" y="110"/>
                    <a:pt x="37" y="102"/>
                    <a:pt x="37" y="92"/>
                  </a:cubicBezTo>
                  <a:cubicBezTo>
                    <a:pt x="37" y="82"/>
                    <a:pt x="38" y="73"/>
                    <a:pt x="43" y="66"/>
                  </a:cubicBezTo>
                  <a:cubicBezTo>
                    <a:pt x="47" y="58"/>
                    <a:pt x="52" y="51"/>
                    <a:pt x="60" y="47"/>
                  </a:cubicBezTo>
                  <a:cubicBezTo>
                    <a:pt x="67" y="41"/>
                    <a:pt x="75" y="37"/>
                    <a:pt x="85" y="34"/>
                  </a:cubicBezTo>
                  <a:cubicBezTo>
                    <a:pt x="95" y="32"/>
                    <a:pt x="106" y="30"/>
                    <a:pt x="117" y="30"/>
                  </a:cubicBezTo>
                  <a:cubicBezTo>
                    <a:pt x="145" y="30"/>
                    <a:pt x="172" y="37"/>
                    <a:pt x="194" y="49"/>
                  </a:cubicBezTo>
                  <a:cubicBezTo>
                    <a:pt x="194" y="11"/>
                    <a:pt x="194" y="11"/>
                    <a:pt x="194" y="11"/>
                  </a:cubicBezTo>
                  <a:cubicBezTo>
                    <a:pt x="173" y="4"/>
                    <a:pt x="150" y="0"/>
                    <a:pt x="121" y="0"/>
                  </a:cubicBezTo>
                  <a:cubicBezTo>
                    <a:pt x="104" y="0"/>
                    <a:pt x="88" y="1"/>
                    <a:pt x="74" y="5"/>
                  </a:cubicBezTo>
                  <a:cubicBezTo>
                    <a:pt x="59" y="11"/>
                    <a:pt x="47" y="16"/>
                    <a:pt x="36" y="25"/>
                  </a:cubicBezTo>
                  <a:cubicBezTo>
                    <a:pt x="25" y="34"/>
                    <a:pt x="16" y="44"/>
                    <a:pt x="10" y="55"/>
                  </a:cubicBezTo>
                  <a:cubicBezTo>
                    <a:pt x="4" y="67"/>
                    <a:pt x="0" y="81"/>
                    <a:pt x="0" y="96"/>
                  </a:cubicBezTo>
                  <a:cubicBezTo>
                    <a:pt x="0" y="107"/>
                    <a:pt x="3" y="118"/>
                    <a:pt x="5" y="128"/>
                  </a:cubicBezTo>
                  <a:cubicBezTo>
                    <a:pt x="10" y="137"/>
                    <a:pt x="14" y="146"/>
                    <a:pt x="22" y="154"/>
                  </a:cubicBezTo>
                  <a:cubicBezTo>
                    <a:pt x="29" y="161"/>
                    <a:pt x="37" y="169"/>
                    <a:pt x="49" y="177"/>
                  </a:cubicBezTo>
                  <a:cubicBezTo>
                    <a:pt x="60" y="184"/>
                    <a:pt x="74" y="192"/>
                    <a:pt x="89" y="200"/>
                  </a:cubicBezTo>
                  <a:cubicBezTo>
                    <a:pt x="104" y="209"/>
                    <a:pt x="117" y="215"/>
                    <a:pt x="126" y="222"/>
                  </a:cubicBezTo>
                  <a:cubicBezTo>
                    <a:pt x="137" y="228"/>
                    <a:pt x="145" y="235"/>
                    <a:pt x="152" y="242"/>
                  </a:cubicBezTo>
                  <a:cubicBezTo>
                    <a:pt x="159" y="247"/>
                    <a:pt x="165" y="254"/>
                    <a:pt x="167" y="262"/>
                  </a:cubicBezTo>
                  <a:cubicBezTo>
                    <a:pt x="172" y="269"/>
                    <a:pt x="173" y="277"/>
                    <a:pt x="173" y="287"/>
                  </a:cubicBezTo>
                  <a:cubicBezTo>
                    <a:pt x="173" y="307"/>
                    <a:pt x="166" y="323"/>
                    <a:pt x="152" y="334"/>
                  </a:cubicBezTo>
                  <a:cubicBezTo>
                    <a:pt x="137" y="345"/>
                    <a:pt x="117" y="350"/>
                    <a:pt x="89" y="350"/>
                  </a:cubicBezTo>
                  <a:cubicBezTo>
                    <a:pt x="82" y="350"/>
                    <a:pt x="74" y="350"/>
                    <a:pt x="66" y="349"/>
                  </a:cubicBezTo>
                  <a:cubicBezTo>
                    <a:pt x="59" y="347"/>
                    <a:pt x="51" y="345"/>
                    <a:pt x="43" y="342"/>
                  </a:cubicBezTo>
                  <a:cubicBezTo>
                    <a:pt x="34" y="340"/>
                    <a:pt x="27" y="336"/>
                    <a:pt x="19" y="334"/>
                  </a:cubicBezTo>
                  <a:cubicBezTo>
                    <a:pt x="12" y="329"/>
                    <a:pt x="5" y="325"/>
                    <a:pt x="0" y="321"/>
                  </a:cubicBezTo>
                  <a:cubicBezTo>
                    <a:pt x="0" y="361"/>
                    <a:pt x="0" y="361"/>
                    <a:pt x="0" y="361"/>
                  </a:cubicBezTo>
                  <a:cubicBezTo>
                    <a:pt x="4" y="364"/>
                    <a:pt x="10" y="367"/>
                    <a:pt x="18" y="369"/>
                  </a:cubicBezTo>
                  <a:cubicBezTo>
                    <a:pt x="25" y="372"/>
                    <a:pt x="33" y="373"/>
                    <a:pt x="41" y="3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57" name="Group 460">
            <a:extLst>
              <a:ext uri="{FF2B5EF4-FFF2-40B4-BE49-F238E27FC236}">
                <a16:creationId xmlns:a16="http://schemas.microsoft.com/office/drawing/2014/main" id="{55518861-B3AF-4ACC-58B9-64AE53B36338}"/>
              </a:ext>
            </a:extLst>
          </p:cNvPr>
          <p:cNvGrpSpPr/>
          <p:nvPr/>
        </p:nvGrpSpPr>
        <p:grpSpPr>
          <a:xfrm>
            <a:off x="5280149" y="1879228"/>
            <a:ext cx="222250" cy="252412"/>
            <a:chOff x="4138613" y="2214563"/>
            <a:chExt cx="222250" cy="252412"/>
          </a:xfrm>
          <a:solidFill>
            <a:schemeClr val="accent4"/>
          </a:solidFill>
        </p:grpSpPr>
        <p:sp>
          <p:nvSpPr>
            <p:cNvPr id="458" name="Freeform 383">
              <a:extLst>
                <a:ext uri="{FF2B5EF4-FFF2-40B4-BE49-F238E27FC236}">
                  <a16:creationId xmlns:a16="http://schemas.microsoft.com/office/drawing/2014/main" id="{6D0EA29B-1D86-D4F1-9A9C-00AC46E6E67D}"/>
                </a:ext>
              </a:extLst>
            </p:cNvPr>
            <p:cNvSpPr>
              <a:spLocks noChangeArrowheads="1"/>
            </p:cNvSpPr>
            <p:nvPr/>
          </p:nvSpPr>
          <p:spPr bwMode="auto">
            <a:xfrm>
              <a:off x="4202113" y="2214563"/>
              <a:ext cx="95250" cy="115887"/>
            </a:xfrm>
            <a:custGeom>
              <a:avLst/>
              <a:gdLst>
                <a:gd name="T0" fmla="*/ 131 w 264"/>
                <a:gd name="T1" fmla="*/ 322 h 323"/>
                <a:gd name="T2" fmla="*/ 131 w 264"/>
                <a:gd name="T3" fmla="*/ 322 h 323"/>
                <a:gd name="T4" fmla="*/ 263 w 264"/>
                <a:gd name="T5" fmla="*/ 190 h 323"/>
                <a:gd name="T6" fmla="*/ 263 w 264"/>
                <a:gd name="T7" fmla="*/ 131 h 323"/>
                <a:gd name="T8" fmla="*/ 131 w 264"/>
                <a:gd name="T9" fmla="*/ 0 h 323"/>
                <a:gd name="T10" fmla="*/ 0 w 264"/>
                <a:gd name="T11" fmla="*/ 131 h 323"/>
                <a:gd name="T12" fmla="*/ 0 w 264"/>
                <a:gd name="T13" fmla="*/ 190 h 323"/>
                <a:gd name="T14" fmla="*/ 131 w 264"/>
                <a:gd name="T15" fmla="*/ 322 h 323"/>
                <a:gd name="T16" fmla="*/ 30 w 264"/>
                <a:gd name="T17" fmla="*/ 131 h 323"/>
                <a:gd name="T18" fmla="*/ 30 w 264"/>
                <a:gd name="T19" fmla="*/ 131 h 323"/>
                <a:gd name="T20" fmla="*/ 60 w 264"/>
                <a:gd name="T21" fmla="*/ 59 h 323"/>
                <a:gd name="T22" fmla="*/ 131 w 264"/>
                <a:gd name="T23" fmla="*/ 29 h 323"/>
                <a:gd name="T24" fmla="*/ 204 w 264"/>
                <a:gd name="T25" fmla="*/ 59 h 323"/>
                <a:gd name="T26" fmla="*/ 234 w 264"/>
                <a:gd name="T27" fmla="*/ 131 h 323"/>
                <a:gd name="T28" fmla="*/ 234 w 264"/>
                <a:gd name="T29" fmla="*/ 190 h 323"/>
                <a:gd name="T30" fmla="*/ 204 w 264"/>
                <a:gd name="T31" fmla="*/ 263 h 323"/>
                <a:gd name="T32" fmla="*/ 131 w 264"/>
                <a:gd name="T33" fmla="*/ 292 h 323"/>
                <a:gd name="T34" fmla="*/ 60 w 264"/>
                <a:gd name="T35" fmla="*/ 263 h 323"/>
                <a:gd name="T36" fmla="*/ 30 w 264"/>
                <a:gd name="T37" fmla="*/ 190 h 323"/>
                <a:gd name="T38" fmla="*/ 30 w 264"/>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4" h="323">
                  <a:moveTo>
                    <a:pt x="131" y="322"/>
                  </a:moveTo>
                  <a:lnTo>
                    <a:pt x="131" y="322"/>
                  </a:lnTo>
                  <a:cubicBezTo>
                    <a:pt x="204" y="322"/>
                    <a:pt x="263" y="263"/>
                    <a:pt x="263" y="190"/>
                  </a:cubicBezTo>
                  <a:cubicBezTo>
                    <a:pt x="263" y="131"/>
                    <a:pt x="263" y="131"/>
                    <a:pt x="263" y="131"/>
                  </a:cubicBezTo>
                  <a:cubicBezTo>
                    <a:pt x="263" y="59"/>
                    <a:pt x="204" y="0"/>
                    <a:pt x="131" y="0"/>
                  </a:cubicBezTo>
                  <a:cubicBezTo>
                    <a:pt x="59" y="0"/>
                    <a:pt x="0" y="59"/>
                    <a:pt x="0" y="131"/>
                  </a:cubicBezTo>
                  <a:cubicBezTo>
                    <a:pt x="0" y="190"/>
                    <a:pt x="0" y="190"/>
                    <a:pt x="0" y="190"/>
                  </a:cubicBezTo>
                  <a:cubicBezTo>
                    <a:pt x="0" y="263"/>
                    <a:pt x="59" y="322"/>
                    <a:pt x="131" y="322"/>
                  </a:cubicBezTo>
                  <a:close/>
                  <a:moveTo>
                    <a:pt x="30" y="131"/>
                  </a:moveTo>
                  <a:lnTo>
                    <a:pt x="30" y="131"/>
                  </a:lnTo>
                  <a:cubicBezTo>
                    <a:pt x="30" y="103"/>
                    <a:pt x="41" y="78"/>
                    <a:pt x="60" y="59"/>
                  </a:cubicBezTo>
                  <a:cubicBezTo>
                    <a:pt x="78" y="41"/>
                    <a:pt x="104" y="29"/>
                    <a:pt x="131" y="29"/>
                  </a:cubicBezTo>
                  <a:cubicBezTo>
                    <a:pt x="160" y="29"/>
                    <a:pt x="186" y="41"/>
                    <a:pt x="204" y="59"/>
                  </a:cubicBezTo>
                  <a:cubicBezTo>
                    <a:pt x="223" y="78"/>
                    <a:pt x="234" y="103"/>
                    <a:pt x="234" y="131"/>
                  </a:cubicBezTo>
                  <a:cubicBezTo>
                    <a:pt x="234" y="190"/>
                    <a:pt x="234" y="190"/>
                    <a:pt x="234" y="190"/>
                  </a:cubicBezTo>
                  <a:cubicBezTo>
                    <a:pt x="234" y="218"/>
                    <a:pt x="223" y="244"/>
                    <a:pt x="204" y="263"/>
                  </a:cubicBezTo>
                  <a:cubicBezTo>
                    <a:pt x="186" y="281"/>
                    <a:pt x="160" y="292"/>
                    <a:pt x="131" y="292"/>
                  </a:cubicBezTo>
                  <a:cubicBezTo>
                    <a:pt x="104" y="292"/>
                    <a:pt x="78" y="281"/>
                    <a:pt x="60" y="263"/>
                  </a:cubicBezTo>
                  <a:cubicBezTo>
                    <a:pt x="41" y="244"/>
                    <a:pt x="30" y="218"/>
                    <a:pt x="30" y="190"/>
                  </a:cubicBezTo>
                  <a:lnTo>
                    <a:pt x="30" y="1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9" name="Freeform 384">
              <a:extLst>
                <a:ext uri="{FF2B5EF4-FFF2-40B4-BE49-F238E27FC236}">
                  <a16:creationId xmlns:a16="http://schemas.microsoft.com/office/drawing/2014/main" id="{382E7D18-4348-CD8A-658A-86C7A23332CC}"/>
                </a:ext>
              </a:extLst>
            </p:cNvPr>
            <p:cNvSpPr>
              <a:spLocks noChangeArrowheads="1"/>
            </p:cNvSpPr>
            <p:nvPr/>
          </p:nvSpPr>
          <p:spPr bwMode="auto">
            <a:xfrm>
              <a:off x="4138613" y="2351088"/>
              <a:ext cx="222250" cy="115887"/>
            </a:xfrm>
            <a:custGeom>
              <a:avLst/>
              <a:gdLst>
                <a:gd name="T0" fmla="*/ 0 w 616"/>
                <a:gd name="T1" fmla="*/ 196 h 323"/>
                <a:gd name="T2" fmla="*/ 0 w 616"/>
                <a:gd name="T3" fmla="*/ 196 h 323"/>
                <a:gd name="T4" fmla="*/ 0 w 616"/>
                <a:gd name="T5" fmla="*/ 279 h 323"/>
                <a:gd name="T6" fmla="*/ 45 w 616"/>
                <a:gd name="T7" fmla="*/ 322 h 323"/>
                <a:gd name="T8" fmla="*/ 571 w 616"/>
                <a:gd name="T9" fmla="*/ 322 h 323"/>
                <a:gd name="T10" fmla="*/ 615 w 616"/>
                <a:gd name="T11" fmla="*/ 279 h 323"/>
                <a:gd name="T12" fmla="*/ 615 w 616"/>
                <a:gd name="T13" fmla="*/ 196 h 323"/>
                <a:gd name="T14" fmla="*/ 420 w 616"/>
                <a:gd name="T15" fmla="*/ 0 h 323"/>
                <a:gd name="T16" fmla="*/ 420 w 616"/>
                <a:gd name="T17" fmla="*/ 0 h 323"/>
                <a:gd name="T18" fmla="*/ 391 w 616"/>
                <a:gd name="T19" fmla="*/ 16 h 323"/>
                <a:gd name="T20" fmla="*/ 307 w 616"/>
                <a:gd name="T21" fmla="*/ 59 h 323"/>
                <a:gd name="T22" fmla="*/ 225 w 616"/>
                <a:gd name="T23" fmla="*/ 16 h 323"/>
                <a:gd name="T24" fmla="*/ 196 w 616"/>
                <a:gd name="T25" fmla="*/ 0 h 323"/>
                <a:gd name="T26" fmla="*/ 196 w 616"/>
                <a:gd name="T27" fmla="*/ 0 h 323"/>
                <a:gd name="T28" fmla="*/ 0 w 616"/>
                <a:gd name="T29" fmla="*/ 196 h 323"/>
                <a:gd name="T30" fmla="*/ 196 w 616"/>
                <a:gd name="T31" fmla="*/ 30 h 323"/>
                <a:gd name="T32" fmla="*/ 196 w 616"/>
                <a:gd name="T33" fmla="*/ 30 h 323"/>
                <a:gd name="T34" fmla="*/ 196 w 616"/>
                <a:gd name="T35" fmla="*/ 30 h 323"/>
                <a:gd name="T36" fmla="*/ 200 w 616"/>
                <a:gd name="T37" fmla="*/ 33 h 323"/>
                <a:gd name="T38" fmla="*/ 307 w 616"/>
                <a:gd name="T39" fmla="*/ 88 h 323"/>
                <a:gd name="T40" fmla="*/ 416 w 616"/>
                <a:gd name="T41" fmla="*/ 33 h 323"/>
                <a:gd name="T42" fmla="*/ 420 w 616"/>
                <a:gd name="T43" fmla="*/ 30 h 323"/>
                <a:gd name="T44" fmla="*/ 420 w 616"/>
                <a:gd name="T45" fmla="*/ 30 h 323"/>
                <a:gd name="T46" fmla="*/ 538 w 616"/>
                <a:gd name="T47" fmla="*/ 78 h 323"/>
                <a:gd name="T48" fmla="*/ 586 w 616"/>
                <a:gd name="T49" fmla="*/ 196 h 323"/>
                <a:gd name="T50" fmla="*/ 586 w 616"/>
                <a:gd name="T51" fmla="*/ 279 h 323"/>
                <a:gd name="T52" fmla="*/ 571 w 616"/>
                <a:gd name="T53" fmla="*/ 294 h 323"/>
                <a:gd name="T54" fmla="*/ 45 w 616"/>
                <a:gd name="T55" fmla="*/ 294 h 323"/>
                <a:gd name="T56" fmla="*/ 30 w 616"/>
                <a:gd name="T57" fmla="*/ 279 h 323"/>
                <a:gd name="T58" fmla="*/ 30 w 616"/>
                <a:gd name="T59" fmla="*/ 196 h 323"/>
                <a:gd name="T60" fmla="*/ 78 w 616"/>
                <a:gd name="T61" fmla="*/ 78 h 323"/>
                <a:gd name="T62" fmla="*/ 196 w 616"/>
                <a:gd name="T63" fmla="*/ 30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6"/>
                  </a:moveTo>
                  <a:lnTo>
                    <a:pt x="0" y="196"/>
                  </a:lnTo>
                  <a:cubicBezTo>
                    <a:pt x="0" y="279"/>
                    <a:pt x="0" y="279"/>
                    <a:pt x="0" y="279"/>
                  </a:cubicBezTo>
                  <a:cubicBezTo>
                    <a:pt x="0" y="303"/>
                    <a:pt x="21" y="322"/>
                    <a:pt x="45" y="322"/>
                  </a:cubicBezTo>
                  <a:cubicBezTo>
                    <a:pt x="571" y="322"/>
                    <a:pt x="571" y="322"/>
                    <a:pt x="571" y="322"/>
                  </a:cubicBezTo>
                  <a:cubicBezTo>
                    <a:pt x="596" y="322"/>
                    <a:pt x="615" y="303"/>
                    <a:pt x="615" y="279"/>
                  </a:cubicBezTo>
                  <a:cubicBezTo>
                    <a:pt x="615" y="196"/>
                    <a:pt x="615" y="196"/>
                    <a:pt x="615" y="196"/>
                  </a:cubicBezTo>
                  <a:cubicBezTo>
                    <a:pt x="615" y="88"/>
                    <a:pt x="528" y="0"/>
                    <a:pt x="420" y="0"/>
                  </a:cubicBezTo>
                  <a:lnTo>
                    <a:pt x="420" y="0"/>
                  </a:lnTo>
                  <a:cubicBezTo>
                    <a:pt x="408" y="0"/>
                    <a:pt x="398" y="7"/>
                    <a:pt x="391" y="16"/>
                  </a:cubicBezTo>
                  <a:cubicBezTo>
                    <a:pt x="373" y="42"/>
                    <a:pt x="343" y="59"/>
                    <a:pt x="307" y="59"/>
                  </a:cubicBezTo>
                  <a:cubicBezTo>
                    <a:pt x="273" y="59"/>
                    <a:pt x="243" y="42"/>
                    <a:pt x="225" y="16"/>
                  </a:cubicBezTo>
                  <a:cubicBezTo>
                    <a:pt x="218" y="7"/>
                    <a:pt x="209" y="0"/>
                    <a:pt x="196" y="0"/>
                  </a:cubicBezTo>
                  <a:lnTo>
                    <a:pt x="196" y="0"/>
                  </a:lnTo>
                  <a:cubicBezTo>
                    <a:pt x="88" y="0"/>
                    <a:pt x="0" y="88"/>
                    <a:pt x="0" y="196"/>
                  </a:cubicBezTo>
                  <a:close/>
                  <a:moveTo>
                    <a:pt x="196" y="30"/>
                  </a:moveTo>
                  <a:lnTo>
                    <a:pt x="196" y="30"/>
                  </a:lnTo>
                  <a:lnTo>
                    <a:pt x="196" y="30"/>
                  </a:lnTo>
                  <a:cubicBezTo>
                    <a:pt x="198" y="30"/>
                    <a:pt x="199" y="30"/>
                    <a:pt x="200" y="33"/>
                  </a:cubicBezTo>
                  <a:cubicBezTo>
                    <a:pt x="225" y="67"/>
                    <a:pt x="264" y="88"/>
                    <a:pt x="307" y="88"/>
                  </a:cubicBezTo>
                  <a:cubicBezTo>
                    <a:pt x="353" y="88"/>
                    <a:pt x="391" y="67"/>
                    <a:pt x="416" y="33"/>
                  </a:cubicBezTo>
                  <a:cubicBezTo>
                    <a:pt x="417" y="30"/>
                    <a:pt x="419" y="30"/>
                    <a:pt x="420" y="30"/>
                  </a:cubicBezTo>
                  <a:lnTo>
                    <a:pt x="420" y="30"/>
                  </a:lnTo>
                  <a:cubicBezTo>
                    <a:pt x="467" y="30"/>
                    <a:pt x="508" y="48"/>
                    <a:pt x="538" y="78"/>
                  </a:cubicBezTo>
                  <a:cubicBezTo>
                    <a:pt x="568" y="108"/>
                    <a:pt x="586" y="150"/>
                    <a:pt x="586" y="196"/>
                  </a:cubicBezTo>
                  <a:cubicBezTo>
                    <a:pt x="586" y="279"/>
                    <a:pt x="586" y="279"/>
                    <a:pt x="586" y="279"/>
                  </a:cubicBezTo>
                  <a:cubicBezTo>
                    <a:pt x="586" y="287"/>
                    <a:pt x="579" y="294"/>
                    <a:pt x="571" y="294"/>
                  </a:cubicBezTo>
                  <a:cubicBezTo>
                    <a:pt x="45" y="294"/>
                    <a:pt x="45" y="294"/>
                    <a:pt x="45" y="294"/>
                  </a:cubicBezTo>
                  <a:cubicBezTo>
                    <a:pt x="37" y="294"/>
                    <a:pt x="30" y="287"/>
                    <a:pt x="30" y="279"/>
                  </a:cubicBezTo>
                  <a:cubicBezTo>
                    <a:pt x="30" y="196"/>
                    <a:pt x="30" y="196"/>
                    <a:pt x="30" y="196"/>
                  </a:cubicBezTo>
                  <a:cubicBezTo>
                    <a:pt x="30" y="150"/>
                    <a:pt x="48" y="108"/>
                    <a:pt x="78" y="78"/>
                  </a:cubicBezTo>
                  <a:cubicBezTo>
                    <a:pt x="108" y="48"/>
                    <a:pt x="150" y="30"/>
                    <a:pt x="19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0" name="Group 463">
            <a:extLst>
              <a:ext uri="{FF2B5EF4-FFF2-40B4-BE49-F238E27FC236}">
                <a16:creationId xmlns:a16="http://schemas.microsoft.com/office/drawing/2014/main" id="{B0520FA8-DF33-696E-A574-ED9B03871ECF}"/>
              </a:ext>
            </a:extLst>
          </p:cNvPr>
          <p:cNvGrpSpPr/>
          <p:nvPr/>
        </p:nvGrpSpPr>
        <p:grpSpPr>
          <a:xfrm>
            <a:off x="6297736" y="1879228"/>
            <a:ext cx="254000" cy="252412"/>
            <a:chOff x="5156200" y="2214563"/>
            <a:chExt cx="254000" cy="252412"/>
          </a:xfrm>
          <a:solidFill>
            <a:schemeClr val="accent4"/>
          </a:solidFill>
        </p:grpSpPr>
        <p:sp>
          <p:nvSpPr>
            <p:cNvPr id="461" name="Freeform 365">
              <a:extLst>
                <a:ext uri="{FF2B5EF4-FFF2-40B4-BE49-F238E27FC236}">
                  <a16:creationId xmlns:a16="http://schemas.microsoft.com/office/drawing/2014/main" id="{030E3247-7E98-B1B8-232B-CCE0B0CD2D72}"/>
                </a:ext>
              </a:extLst>
            </p:cNvPr>
            <p:cNvSpPr>
              <a:spLocks noChangeArrowheads="1"/>
            </p:cNvSpPr>
            <p:nvPr/>
          </p:nvSpPr>
          <p:spPr bwMode="auto">
            <a:xfrm>
              <a:off x="5335588" y="2225675"/>
              <a:ext cx="74612" cy="74613"/>
            </a:xfrm>
            <a:custGeom>
              <a:avLst/>
              <a:gdLst>
                <a:gd name="T0" fmla="*/ 191 w 207"/>
                <a:gd name="T1" fmla="*/ 88 h 206"/>
                <a:gd name="T2" fmla="*/ 191 w 207"/>
                <a:gd name="T3" fmla="*/ 88 h 206"/>
                <a:gd name="T4" fmla="*/ 118 w 207"/>
                <a:gd name="T5" fmla="*/ 88 h 206"/>
                <a:gd name="T6" fmla="*/ 118 w 207"/>
                <a:gd name="T7" fmla="*/ 14 h 206"/>
                <a:gd name="T8" fmla="*/ 103 w 207"/>
                <a:gd name="T9" fmla="*/ 0 h 206"/>
                <a:gd name="T10" fmla="*/ 88 w 207"/>
                <a:gd name="T11" fmla="*/ 14 h 206"/>
                <a:gd name="T12" fmla="*/ 88 w 207"/>
                <a:gd name="T13" fmla="*/ 88 h 206"/>
                <a:gd name="T14" fmla="*/ 15 w 207"/>
                <a:gd name="T15" fmla="*/ 88 h 206"/>
                <a:gd name="T16" fmla="*/ 0 w 207"/>
                <a:gd name="T17" fmla="*/ 102 h 206"/>
                <a:gd name="T18" fmla="*/ 15 w 207"/>
                <a:gd name="T19" fmla="*/ 117 h 206"/>
                <a:gd name="T20" fmla="*/ 88 w 207"/>
                <a:gd name="T21" fmla="*/ 117 h 206"/>
                <a:gd name="T22" fmla="*/ 88 w 207"/>
                <a:gd name="T23" fmla="*/ 189 h 206"/>
                <a:gd name="T24" fmla="*/ 103 w 207"/>
                <a:gd name="T25" fmla="*/ 205 h 206"/>
                <a:gd name="T26" fmla="*/ 118 w 207"/>
                <a:gd name="T27" fmla="*/ 189 h 206"/>
                <a:gd name="T28" fmla="*/ 118 w 207"/>
                <a:gd name="T29" fmla="*/ 117 h 206"/>
                <a:gd name="T30" fmla="*/ 191 w 207"/>
                <a:gd name="T31" fmla="*/ 117 h 206"/>
                <a:gd name="T32" fmla="*/ 206 w 207"/>
                <a:gd name="T33" fmla="*/ 102 h 206"/>
                <a:gd name="T34" fmla="*/ 191 w 207"/>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7" h="206">
                  <a:moveTo>
                    <a:pt x="191" y="88"/>
                  </a:moveTo>
                  <a:lnTo>
                    <a:pt x="191" y="88"/>
                  </a:lnTo>
                  <a:cubicBezTo>
                    <a:pt x="118" y="88"/>
                    <a:pt x="118" y="88"/>
                    <a:pt x="118" y="88"/>
                  </a:cubicBezTo>
                  <a:cubicBezTo>
                    <a:pt x="118" y="14"/>
                    <a:pt x="118" y="14"/>
                    <a:pt x="118" y="14"/>
                  </a:cubicBezTo>
                  <a:cubicBezTo>
                    <a:pt x="118" y="7"/>
                    <a:pt x="112"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89"/>
                    <a:pt x="88" y="189"/>
                    <a:pt x="88" y="189"/>
                  </a:cubicBezTo>
                  <a:cubicBezTo>
                    <a:pt x="88" y="198"/>
                    <a:pt x="95" y="205"/>
                    <a:pt x="103" y="205"/>
                  </a:cubicBezTo>
                  <a:cubicBezTo>
                    <a:pt x="112" y="205"/>
                    <a:pt x="118" y="198"/>
                    <a:pt x="118" y="189"/>
                  </a:cubicBezTo>
                  <a:cubicBezTo>
                    <a:pt x="118" y="117"/>
                    <a:pt x="118" y="117"/>
                    <a:pt x="118" y="117"/>
                  </a:cubicBezTo>
                  <a:cubicBezTo>
                    <a:pt x="191" y="117"/>
                    <a:pt x="191" y="117"/>
                    <a:pt x="191" y="117"/>
                  </a:cubicBezTo>
                  <a:cubicBezTo>
                    <a:pt x="199" y="117"/>
                    <a:pt x="206" y="110"/>
                    <a:pt x="206" y="102"/>
                  </a:cubicBezTo>
                  <a:cubicBezTo>
                    <a:pt x="206"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2" name="Freeform 385">
              <a:extLst>
                <a:ext uri="{FF2B5EF4-FFF2-40B4-BE49-F238E27FC236}">
                  <a16:creationId xmlns:a16="http://schemas.microsoft.com/office/drawing/2014/main" id="{13E4DABA-AF0C-0E31-7525-C5CC0F4D96BE}"/>
                </a:ext>
              </a:extLst>
            </p:cNvPr>
            <p:cNvSpPr>
              <a:spLocks noChangeArrowheads="1"/>
            </p:cNvSpPr>
            <p:nvPr/>
          </p:nvSpPr>
          <p:spPr bwMode="auto">
            <a:xfrm>
              <a:off x="5219700" y="2214563"/>
              <a:ext cx="95250" cy="115887"/>
            </a:xfrm>
            <a:custGeom>
              <a:avLst/>
              <a:gdLst>
                <a:gd name="T0" fmla="*/ 0 w 265"/>
                <a:gd name="T1" fmla="*/ 131 h 323"/>
                <a:gd name="T2" fmla="*/ 0 w 265"/>
                <a:gd name="T3" fmla="*/ 131 h 323"/>
                <a:gd name="T4" fmla="*/ 0 w 265"/>
                <a:gd name="T5" fmla="*/ 190 h 323"/>
                <a:gd name="T6" fmla="*/ 132 w 265"/>
                <a:gd name="T7" fmla="*/ 322 h 323"/>
                <a:gd name="T8" fmla="*/ 264 w 265"/>
                <a:gd name="T9" fmla="*/ 190 h 323"/>
                <a:gd name="T10" fmla="*/ 264 w 265"/>
                <a:gd name="T11" fmla="*/ 131 h 323"/>
                <a:gd name="T12" fmla="*/ 132 w 265"/>
                <a:gd name="T13" fmla="*/ 0 h 323"/>
                <a:gd name="T14" fmla="*/ 0 w 265"/>
                <a:gd name="T15" fmla="*/ 131 h 323"/>
                <a:gd name="T16" fmla="*/ 235 w 265"/>
                <a:gd name="T17" fmla="*/ 131 h 323"/>
                <a:gd name="T18" fmla="*/ 235 w 265"/>
                <a:gd name="T19" fmla="*/ 131 h 323"/>
                <a:gd name="T20" fmla="*/ 235 w 265"/>
                <a:gd name="T21" fmla="*/ 190 h 323"/>
                <a:gd name="T22" fmla="*/ 205 w 265"/>
                <a:gd name="T23" fmla="*/ 263 h 323"/>
                <a:gd name="T24" fmla="*/ 132 w 265"/>
                <a:gd name="T25" fmla="*/ 292 h 323"/>
                <a:gd name="T26" fmla="*/ 59 w 265"/>
                <a:gd name="T27" fmla="*/ 263 h 323"/>
                <a:gd name="T28" fmla="*/ 29 w 265"/>
                <a:gd name="T29" fmla="*/ 190 h 323"/>
                <a:gd name="T30" fmla="*/ 29 w 265"/>
                <a:gd name="T31" fmla="*/ 131 h 323"/>
                <a:gd name="T32" fmla="*/ 59 w 265"/>
                <a:gd name="T33" fmla="*/ 59 h 323"/>
                <a:gd name="T34" fmla="*/ 132 w 265"/>
                <a:gd name="T35" fmla="*/ 29 h 323"/>
                <a:gd name="T36" fmla="*/ 205 w 265"/>
                <a:gd name="T37" fmla="*/ 59 h 323"/>
                <a:gd name="T38" fmla="*/ 235 w 265"/>
                <a:gd name="T39" fmla="*/ 13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65" h="323">
                  <a:moveTo>
                    <a:pt x="0" y="131"/>
                  </a:moveTo>
                  <a:lnTo>
                    <a:pt x="0" y="131"/>
                  </a:lnTo>
                  <a:cubicBezTo>
                    <a:pt x="0" y="190"/>
                    <a:pt x="0" y="190"/>
                    <a:pt x="0" y="190"/>
                  </a:cubicBezTo>
                  <a:cubicBezTo>
                    <a:pt x="0" y="263"/>
                    <a:pt x="59" y="322"/>
                    <a:pt x="132" y="322"/>
                  </a:cubicBezTo>
                  <a:cubicBezTo>
                    <a:pt x="205" y="322"/>
                    <a:pt x="264" y="263"/>
                    <a:pt x="264" y="190"/>
                  </a:cubicBezTo>
                  <a:cubicBezTo>
                    <a:pt x="264" y="131"/>
                    <a:pt x="264" y="131"/>
                    <a:pt x="264" y="131"/>
                  </a:cubicBezTo>
                  <a:cubicBezTo>
                    <a:pt x="264" y="59"/>
                    <a:pt x="205" y="0"/>
                    <a:pt x="132" y="0"/>
                  </a:cubicBezTo>
                  <a:cubicBezTo>
                    <a:pt x="59" y="0"/>
                    <a:pt x="0" y="59"/>
                    <a:pt x="0" y="131"/>
                  </a:cubicBezTo>
                  <a:close/>
                  <a:moveTo>
                    <a:pt x="235" y="131"/>
                  </a:moveTo>
                  <a:lnTo>
                    <a:pt x="235" y="131"/>
                  </a:lnTo>
                  <a:cubicBezTo>
                    <a:pt x="235" y="190"/>
                    <a:pt x="235" y="190"/>
                    <a:pt x="235" y="190"/>
                  </a:cubicBezTo>
                  <a:cubicBezTo>
                    <a:pt x="235" y="218"/>
                    <a:pt x="222" y="244"/>
                    <a:pt x="205" y="263"/>
                  </a:cubicBezTo>
                  <a:cubicBezTo>
                    <a:pt x="185" y="281"/>
                    <a:pt x="161" y="292"/>
                    <a:pt x="132" y="292"/>
                  </a:cubicBezTo>
                  <a:cubicBezTo>
                    <a:pt x="103" y="292"/>
                    <a:pt x="78" y="281"/>
                    <a:pt x="59" y="263"/>
                  </a:cubicBezTo>
                  <a:cubicBezTo>
                    <a:pt x="41" y="244"/>
                    <a:pt x="29" y="218"/>
                    <a:pt x="29" y="190"/>
                  </a:cubicBezTo>
                  <a:cubicBezTo>
                    <a:pt x="29" y="131"/>
                    <a:pt x="29" y="131"/>
                    <a:pt x="29" y="131"/>
                  </a:cubicBezTo>
                  <a:cubicBezTo>
                    <a:pt x="29" y="103"/>
                    <a:pt x="41" y="78"/>
                    <a:pt x="59" y="59"/>
                  </a:cubicBezTo>
                  <a:cubicBezTo>
                    <a:pt x="78" y="41"/>
                    <a:pt x="103" y="29"/>
                    <a:pt x="132" y="29"/>
                  </a:cubicBezTo>
                  <a:cubicBezTo>
                    <a:pt x="161" y="29"/>
                    <a:pt x="185" y="41"/>
                    <a:pt x="205" y="59"/>
                  </a:cubicBezTo>
                  <a:cubicBezTo>
                    <a:pt x="222" y="78"/>
                    <a:pt x="235" y="103"/>
                    <a:pt x="23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86">
              <a:extLst>
                <a:ext uri="{FF2B5EF4-FFF2-40B4-BE49-F238E27FC236}">
                  <a16:creationId xmlns:a16="http://schemas.microsoft.com/office/drawing/2014/main" id="{AD2E02C4-3832-C2BE-C076-71BA59999A24}"/>
                </a:ext>
              </a:extLst>
            </p:cNvPr>
            <p:cNvSpPr>
              <a:spLocks noChangeArrowheads="1"/>
            </p:cNvSpPr>
            <p:nvPr/>
          </p:nvSpPr>
          <p:spPr bwMode="auto">
            <a:xfrm>
              <a:off x="5156200" y="2351088"/>
              <a:ext cx="222250" cy="115887"/>
            </a:xfrm>
            <a:custGeom>
              <a:avLst/>
              <a:gdLst>
                <a:gd name="T0" fmla="*/ 46 w 616"/>
                <a:gd name="T1" fmla="*/ 322 h 323"/>
                <a:gd name="T2" fmla="*/ 46 w 616"/>
                <a:gd name="T3" fmla="*/ 322 h 323"/>
                <a:gd name="T4" fmla="*/ 570 w 616"/>
                <a:gd name="T5" fmla="*/ 322 h 323"/>
                <a:gd name="T6" fmla="*/ 615 w 616"/>
                <a:gd name="T7" fmla="*/ 279 h 323"/>
                <a:gd name="T8" fmla="*/ 615 w 616"/>
                <a:gd name="T9" fmla="*/ 196 h 323"/>
                <a:gd name="T10" fmla="*/ 420 w 616"/>
                <a:gd name="T11" fmla="*/ 0 h 323"/>
                <a:gd name="T12" fmla="*/ 420 w 616"/>
                <a:gd name="T13" fmla="*/ 0 h 323"/>
                <a:gd name="T14" fmla="*/ 392 w 616"/>
                <a:gd name="T15" fmla="*/ 16 h 323"/>
                <a:gd name="T16" fmla="*/ 308 w 616"/>
                <a:gd name="T17" fmla="*/ 59 h 323"/>
                <a:gd name="T18" fmla="*/ 224 w 616"/>
                <a:gd name="T19" fmla="*/ 16 h 323"/>
                <a:gd name="T20" fmla="*/ 195 w 616"/>
                <a:gd name="T21" fmla="*/ 0 h 323"/>
                <a:gd name="T22" fmla="*/ 195 w 616"/>
                <a:gd name="T23" fmla="*/ 0 h 323"/>
                <a:gd name="T24" fmla="*/ 0 w 616"/>
                <a:gd name="T25" fmla="*/ 196 h 323"/>
                <a:gd name="T26" fmla="*/ 0 w 616"/>
                <a:gd name="T27" fmla="*/ 279 h 323"/>
                <a:gd name="T28" fmla="*/ 46 w 616"/>
                <a:gd name="T29" fmla="*/ 322 h 323"/>
                <a:gd name="T30" fmla="*/ 29 w 616"/>
                <a:gd name="T31" fmla="*/ 196 h 323"/>
                <a:gd name="T32" fmla="*/ 29 w 616"/>
                <a:gd name="T33" fmla="*/ 196 h 323"/>
                <a:gd name="T34" fmla="*/ 79 w 616"/>
                <a:gd name="T35" fmla="*/ 78 h 323"/>
                <a:gd name="T36" fmla="*/ 195 w 616"/>
                <a:gd name="T37" fmla="*/ 30 h 323"/>
                <a:gd name="T38" fmla="*/ 195 w 616"/>
                <a:gd name="T39" fmla="*/ 30 h 323"/>
                <a:gd name="T40" fmla="*/ 201 w 616"/>
                <a:gd name="T41" fmla="*/ 33 h 323"/>
                <a:gd name="T42" fmla="*/ 308 w 616"/>
                <a:gd name="T43" fmla="*/ 88 h 323"/>
                <a:gd name="T44" fmla="*/ 415 w 616"/>
                <a:gd name="T45" fmla="*/ 33 h 323"/>
                <a:gd name="T46" fmla="*/ 420 w 616"/>
                <a:gd name="T47" fmla="*/ 30 h 323"/>
                <a:gd name="T48" fmla="*/ 420 w 616"/>
                <a:gd name="T49" fmla="*/ 30 h 323"/>
                <a:gd name="T50" fmla="*/ 537 w 616"/>
                <a:gd name="T51" fmla="*/ 78 h 323"/>
                <a:gd name="T52" fmla="*/ 586 w 616"/>
                <a:gd name="T53" fmla="*/ 196 h 323"/>
                <a:gd name="T54" fmla="*/ 586 w 616"/>
                <a:gd name="T55" fmla="*/ 279 h 323"/>
                <a:gd name="T56" fmla="*/ 570 w 616"/>
                <a:gd name="T57" fmla="*/ 294 h 323"/>
                <a:gd name="T58" fmla="*/ 46 w 616"/>
                <a:gd name="T59" fmla="*/ 294 h 323"/>
                <a:gd name="T60" fmla="*/ 29 w 616"/>
                <a:gd name="T61" fmla="*/ 279 h 323"/>
                <a:gd name="T62" fmla="*/ 29 w 616"/>
                <a:gd name="T63" fmla="*/ 196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46" y="322"/>
                  </a:moveTo>
                  <a:lnTo>
                    <a:pt x="46" y="322"/>
                  </a:lnTo>
                  <a:cubicBezTo>
                    <a:pt x="570" y="322"/>
                    <a:pt x="570" y="322"/>
                    <a:pt x="570" y="322"/>
                  </a:cubicBezTo>
                  <a:cubicBezTo>
                    <a:pt x="595" y="322"/>
                    <a:pt x="615" y="303"/>
                    <a:pt x="615" y="279"/>
                  </a:cubicBezTo>
                  <a:cubicBezTo>
                    <a:pt x="615" y="196"/>
                    <a:pt x="615" y="196"/>
                    <a:pt x="615" y="196"/>
                  </a:cubicBezTo>
                  <a:cubicBezTo>
                    <a:pt x="615" y="88"/>
                    <a:pt x="527" y="0"/>
                    <a:pt x="420" y="0"/>
                  </a:cubicBezTo>
                  <a:lnTo>
                    <a:pt x="420" y="0"/>
                  </a:lnTo>
                  <a:cubicBezTo>
                    <a:pt x="408" y="0"/>
                    <a:pt x="397" y="7"/>
                    <a:pt x="392" y="16"/>
                  </a:cubicBezTo>
                  <a:cubicBezTo>
                    <a:pt x="372" y="42"/>
                    <a:pt x="342" y="59"/>
                    <a:pt x="308" y="59"/>
                  </a:cubicBezTo>
                  <a:cubicBezTo>
                    <a:pt x="274" y="59"/>
                    <a:pt x="243" y="42"/>
                    <a:pt x="224" y="16"/>
                  </a:cubicBezTo>
                  <a:cubicBezTo>
                    <a:pt x="219" y="7"/>
                    <a:pt x="208" y="0"/>
                    <a:pt x="195" y="0"/>
                  </a:cubicBezTo>
                  <a:lnTo>
                    <a:pt x="195" y="0"/>
                  </a:lnTo>
                  <a:cubicBezTo>
                    <a:pt x="88" y="0"/>
                    <a:pt x="0" y="88"/>
                    <a:pt x="0" y="196"/>
                  </a:cubicBezTo>
                  <a:cubicBezTo>
                    <a:pt x="0" y="279"/>
                    <a:pt x="0" y="279"/>
                    <a:pt x="0" y="279"/>
                  </a:cubicBezTo>
                  <a:cubicBezTo>
                    <a:pt x="0" y="303"/>
                    <a:pt x="21" y="322"/>
                    <a:pt x="46" y="322"/>
                  </a:cubicBezTo>
                  <a:close/>
                  <a:moveTo>
                    <a:pt x="29" y="196"/>
                  </a:moveTo>
                  <a:lnTo>
                    <a:pt x="29" y="196"/>
                  </a:lnTo>
                  <a:cubicBezTo>
                    <a:pt x="29" y="150"/>
                    <a:pt x="48" y="108"/>
                    <a:pt x="79" y="78"/>
                  </a:cubicBezTo>
                  <a:cubicBezTo>
                    <a:pt x="109" y="48"/>
                    <a:pt x="150" y="30"/>
                    <a:pt x="195" y="30"/>
                  </a:cubicBezTo>
                  <a:lnTo>
                    <a:pt x="195" y="30"/>
                  </a:lnTo>
                  <a:cubicBezTo>
                    <a:pt x="197" y="30"/>
                    <a:pt x="199" y="30"/>
                    <a:pt x="201" y="33"/>
                  </a:cubicBezTo>
                  <a:cubicBezTo>
                    <a:pt x="224" y="67"/>
                    <a:pt x="264" y="88"/>
                    <a:pt x="308" y="88"/>
                  </a:cubicBezTo>
                  <a:cubicBezTo>
                    <a:pt x="352" y="88"/>
                    <a:pt x="392" y="67"/>
                    <a:pt x="415" y="33"/>
                  </a:cubicBezTo>
                  <a:cubicBezTo>
                    <a:pt x="418" y="30"/>
                    <a:pt x="419" y="30"/>
                    <a:pt x="420" y="30"/>
                  </a:cubicBezTo>
                  <a:lnTo>
                    <a:pt x="420" y="30"/>
                  </a:lnTo>
                  <a:cubicBezTo>
                    <a:pt x="466" y="30"/>
                    <a:pt x="508" y="48"/>
                    <a:pt x="537" y="78"/>
                  </a:cubicBezTo>
                  <a:cubicBezTo>
                    <a:pt x="567" y="108"/>
                    <a:pt x="586" y="150"/>
                    <a:pt x="586" y="196"/>
                  </a:cubicBezTo>
                  <a:cubicBezTo>
                    <a:pt x="586" y="279"/>
                    <a:pt x="586" y="279"/>
                    <a:pt x="586" y="279"/>
                  </a:cubicBezTo>
                  <a:cubicBezTo>
                    <a:pt x="586" y="287"/>
                    <a:pt x="580" y="294"/>
                    <a:pt x="570" y="294"/>
                  </a:cubicBezTo>
                  <a:cubicBezTo>
                    <a:pt x="46" y="294"/>
                    <a:pt x="46" y="294"/>
                    <a:pt x="46" y="294"/>
                  </a:cubicBezTo>
                  <a:cubicBezTo>
                    <a:pt x="36" y="294"/>
                    <a:pt x="29" y="287"/>
                    <a:pt x="29" y="279"/>
                  </a:cubicBezTo>
                  <a:lnTo>
                    <a:pt x="29" y="19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4" name="Group 467">
            <a:extLst>
              <a:ext uri="{FF2B5EF4-FFF2-40B4-BE49-F238E27FC236}">
                <a16:creationId xmlns:a16="http://schemas.microsoft.com/office/drawing/2014/main" id="{9ECBF83F-F30D-CB5E-F5D4-442B4A5E9620}"/>
              </a:ext>
            </a:extLst>
          </p:cNvPr>
          <p:cNvGrpSpPr/>
          <p:nvPr/>
        </p:nvGrpSpPr>
        <p:grpSpPr>
          <a:xfrm>
            <a:off x="6802561" y="1875259"/>
            <a:ext cx="222250" cy="260350"/>
            <a:chOff x="5661025" y="2208213"/>
            <a:chExt cx="222250" cy="260350"/>
          </a:xfrm>
          <a:solidFill>
            <a:schemeClr val="accent4"/>
          </a:solidFill>
        </p:grpSpPr>
        <p:sp>
          <p:nvSpPr>
            <p:cNvPr id="465" name="Freeform 364">
              <a:extLst>
                <a:ext uri="{FF2B5EF4-FFF2-40B4-BE49-F238E27FC236}">
                  <a16:creationId xmlns:a16="http://schemas.microsoft.com/office/drawing/2014/main" id="{90A02B3F-8FE4-3E6C-38C1-D44966368499}"/>
                </a:ext>
              </a:extLst>
            </p:cNvPr>
            <p:cNvSpPr>
              <a:spLocks noChangeArrowheads="1"/>
            </p:cNvSpPr>
            <p:nvPr/>
          </p:nvSpPr>
          <p:spPr bwMode="auto">
            <a:xfrm>
              <a:off x="5702300" y="2208213"/>
              <a:ext cx="136525" cy="127000"/>
            </a:xfrm>
            <a:custGeom>
              <a:avLst/>
              <a:gdLst>
                <a:gd name="T0" fmla="*/ 321 w 381"/>
                <a:gd name="T1" fmla="*/ 131 h 352"/>
                <a:gd name="T2" fmla="*/ 321 w 381"/>
                <a:gd name="T3" fmla="*/ 131 h 352"/>
                <a:gd name="T4" fmla="*/ 189 w 381"/>
                <a:gd name="T5" fmla="*/ 0 h 352"/>
                <a:gd name="T6" fmla="*/ 58 w 381"/>
                <a:gd name="T7" fmla="*/ 131 h 352"/>
                <a:gd name="T8" fmla="*/ 58 w 381"/>
                <a:gd name="T9" fmla="*/ 190 h 352"/>
                <a:gd name="T10" fmla="*/ 14 w 381"/>
                <a:gd name="T11" fmla="*/ 234 h 352"/>
                <a:gd name="T12" fmla="*/ 4 w 381"/>
                <a:gd name="T13" fmla="*/ 238 h 352"/>
                <a:gd name="T14" fmla="*/ 0 w 381"/>
                <a:gd name="T15" fmla="*/ 249 h 352"/>
                <a:gd name="T16" fmla="*/ 101 w 381"/>
                <a:gd name="T17" fmla="*/ 351 h 352"/>
                <a:gd name="T18" fmla="*/ 277 w 381"/>
                <a:gd name="T19" fmla="*/ 351 h 352"/>
                <a:gd name="T20" fmla="*/ 380 w 381"/>
                <a:gd name="T21" fmla="*/ 249 h 352"/>
                <a:gd name="T22" fmla="*/ 376 w 381"/>
                <a:gd name="T23" fmla="*/ 238 h 352"/>
                <a:gd name="T24" fmla="*/ 365 w 381"/>
                <a:gd name="T25" fmla="*/ 234 h 352"/>
                <a:gd name="T26" fmla="*/ 321 w 381"/>
                <a:gd name="T27" fmla="*/ 190 h 352"/>
                <a:gd name="T28" fmla="*/ 321 w 381"/>
                <a:gd name="T29" fmla="*/ 190 h 352"/>
                <a:gd name="T30" fmla="*/ 321 w 381"/>
                <a:gd name="T31" fmla="*/ 131 h 352"/>
                <a:gd name="T32" fmla="*/ 350 w 381"/>
                <a:gd name="T33" fmla="*/ 262 h 352"/>
                <a:gd name="T34" fmla="*/ 350 w 381"/>
                <a:gd name="T35" fmla="*/ 262 h 352"/>
                <a:gd name="T36" fmla="*/ 329 w 381"/>
                <a:gd name="T37" fmla="*/ 302 h 352"/>
                <a:gd name="T38" fmla="*/ 277 w 381"/>
                <a:gd name="T39" fmla="*/ 322 h 352"/>
                <a:gd name="T40" fmla="*/ 101 w 381"/>
                <a:gd name="T41" fmla="*/ 322 h 352"/>
                <a:gd name="T42" fmla="*/ 51 w 381"/>
                <a:gd name="T43" fmla="*/ 302 h 352"/>
                <a:gd name="T44" fmla="*/ 30 w 381"/>
                <a:gd name="T45" fmla="*/ 262 h 352"/>
                <a:gd name="T46" fmla="*/ 88 w 381"/>
                <a:gd name="T47" fmla="*/ 190 h 352"/>
                <a:gd name="T48" fmla="*/ 88 w 381"/>
                <a:gd name="T49" fmla="*/ 131 h 352"/>
                <a:gd name="T50" fmla="*/ 118 w 381"/>
                <a:gd name="T51" fmla="*/ 60 h 352"/>
                <a:gd name="T52" fmla="*/ 189 w 381"/>
                <a:gd name="T53" fmla="*/ 30 h 352"/>
                <a:gd name="T54" fmla="*/ 262 w 381"/>
                <a:gd name="T55" fmla="*/ 60 h 352"/>
                <a:gd name="T56" fmla="*/ 292 w 381"/>
                <a:gd name="T57" fmla="*/ 131 h 352"/>
                <a:gd name="T58" fmla="*/ 292 w 381"/>
                <a:gd name="T59" fmla="*/ 190 h 352"/>
                <a:gd name="T60" fmla="*/ 350 w 381"/>
                <a:gd name="T61" fmla="*/ 262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1" h="352">
                  <a:moveTo>
                    <a:pt x="321" y="131"/>
                  </a:moveTo>
                  <a:lnTo>
                    <a:pt x="321" y="131"/>
                  </a:lnTo>
                  <a:cubicBezTo>
                    <a:pt x="321" y="59"/>
                    <a:pt x="262" y="0"/>
                    <a:pt x="189" y="0"/>
                  </a:cubicBezTo>
                  <a:cubicBezTo>
                    <a:pt x="117" y="0"/>
                    <a:pt x="58" y="59"/>
                    <a:pt x="58" y="131"/>
                  </a:cubicBezTo>
                  <a:cubicBezTo>
                    <a:pt x="58" y="190"/>
                    <a:pt x="58" y="190"/>
                    <a:pt x="58" y="190"/>
                  </a:cubicBezTo>
                  <a:cubicBezTo>
                    <a:pt x="58" y="215"/>
                    <a:pt x="38" y="234"/>
                    <a:pt x="14" y="234"/>
                  </a:cubicBezTo>
                  <a:cubicBezTo>
                    <a:pt x="11" y="234"/>
                    <a:pt x="7" y="236"/>
                    <a:pt x="4" y="238"/>
                  </a:cubicBezTo>
                  <a:cubicBezTo>
                    <a:pt x="1" y="241"/>
                    <a:pt x="0" y="245"/>
                    <a:pt x="0" y="249"/>
                  </a:cubicBezTo>
                  <a:cubicBezTo>
                    <a:pt x="0" y="306"/>
                    <a:pt x="45" y="351"/>
                    <a:pt x="101" y="351"/>
                  </a:cubicBezTo>
                  <a:cubicBezTo>
                    <a:pt x="277" y="351"/>
                    <a:pt x="277" y="351"/>
                    <a:pt x="277" y="351"/>
                  </a:cubicBezTo>
                  <a:cubicBezTo>
                    <a:pt x="335" y="351"/>
                    <a:pt x="380" y="306"/>
                    <a:pt x="380" y="249"/>
                  </a:cubicBezTo>
                  <a:cubicBezTo>
                    <a:pt x="380" y="245"/>
                    <a:pt x="379" y="241"/>
                    <a:pt x="376" y="238"/>
                  </a:cubicBezTo>
                  <a:cubicBezTo>
                    <a:pt x="373" y="236"/>
                    <a:pt x="369" y="234"/>
                    <a:pt x="365" y="234"/>
                  </a:cubicBezTo>
                  <a:cubicBezTo>
                    <a:pt x="342" y="234"/>
                    <a:pt x="321" y="215"/>
                    <a:pt x="321" y="190"/>
                  </a:cubicBezTo>
                  <a:lnTo>
                    <a:pt x="321" y="190"/>
                  </a:lnTo>
                  <a:lnTo>
                    <a:pt x="321" y="131"/>
                  </a:lnTo>
                  <a:close/>
                  <a:moveTo>
                    <a:pt x="350" y="262"/>
                  </a:moveTo>
                  <a:lnTo>
                    <a:pt x="350" y="262"/>
                  </a:lnTo>
                  <a:cubicBezTo>
                    <a:pt x="347" y="277"/>
                    <a:pt x="340" y="291"/>
                    <a:pt x="329" y="302"/>
                  </a:cubicBezTo>
                  <a:cubicBezTo>
                    <a:pt x="316" y="314"/>
                    <a:pt x="298" y="322"/>
                    <a:pt x="277" y="322"/>
                  </a:cubicBezTo>
                  <a:cubicBezTo>
                    <a:pt x="101" y="322"/>
                    <a:pt x="101" y="322"/>
                    <a:pt x="101" y="322"/>
                  </a:cubicBezTo>
                  <a:cubicBezTo>
                    <a:pt x="82" y="322"/>
                    <a:pt x="63" y="314"/>
                    <a:pt x="51" y="302"/>
                  </a:cubicBezTo>
                  <a:cubicBezTo>
                    <a:pt x="40" y="291"/>
                    <a:pt x="33" y="277"/>
                    <a:pt x="30" y="262"/>
                  </a:cubicBezTo>
                  <a:cubicBezTo>
                    <a:pt x="63" y="255"/>
                    <a:pt x="88" y="226"/>
                    <a:pt x="88" y="190"/>
                  </a:cubicBezTo>
                  <a:cubicBezTo>
                    <a:pt x="88" y="131"/>
                    <a:pt x="88" y="131"/>
                    <a:pt x="88" y="131"/>
                  </a:cubicBezTo>
                  <a:cubicBezTo>
                    <a:pt x="88" y="104"/>
                    <a:pt x="99" y="78"/>
                    <a:pt x="118" y="60"/>
                  </a:cubicBezTo>
                  <a:cubicBezTo>
                    <a:pt x="136" y="41"/>
                    <a:pt x="162" y="30"/>
                    <a:pt x="189" y="30"/>
                  </a:cubicBezTo>
                  <a:cubicBezTo>
                    <a:pt x="218" y="30"/>
                    <a:pt x="244" y="41"/>
                    <a:pt x="262" y="60"/>
                  </a:cubicBezTo>
                  <a:cubicBezTo>
                    <a:pt x="281" y="78"/>
                    <a:pt x="292" y="104"/>
                    <a:pt x="292" y="131"/>
                  </a:cubicBezTo>
                  <a:cubicBezTo>
                    <a:pt x="292" y="190"/>
                    <a:pt x="292" y="190"/>
                    <a:pt x="292" y="190"/>
                  </a:cubicBezTo>
                  <a:cubicBezTo>
                    <a:pt x="292" y="226"/>
                    <a:pt x="317" y="255"/>
                    <a:pt x="350"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6" name="Freeform 387">
              <a:extLst>
                <a:ext uri="{FF2B5EF4-FFF2-40B4-BE49-F238E27FC236}">
                  <a16:creationId xmlns:a16="http://schemas.microsoft.com/office/drawing/2014/main" id="{210AD5C0-6CCB-A3B5-C029-F3F5A56BE768}"/>
                </a:ext>
              </a:extLst>
            </p:cNvPr>
            <p:cNvSpPr>
              <a:spLocks noChangeArrowheads="1"/>
            </p:cNvSpPr>
            <p:nvPr/>
          </p:nvSpPr>
          <p:spPr bwMode="auto">
            <a:xfrm>
              <a:off x="5661025" y="2352675"/>
              <a:ext cx="222250" cy="115888"/>
            </a:xfrm>
            <a:custGeom>
              <a:avLst/>
              <a:gdLst>
                <a:gd name="T0" fmla="*/ 0 w 616"/>
                <a:gd name="T1" fmla="*/ 195 h 323"/>
                <a:gd name="T2" fmla="*/ 0 w 616"/>
                <a:gd name="T3" fmla="*/ 195 h 323"/>
                <a:gd name="T4" fmla="*/ 0 w 616"/>
                <a:gd name="T5" fmla="*/ 278 h 323"/>
                <a:gd name="T6" fmla="*/ 45 w 616"/>
                <a:gd name="T7" fmla="*/ 322 h 323"/>
                <a:gd name="T8" fmla="*/ 571 w 616"/>
                <a:gd name="T9" fmla="*/ 322 h 323"/>
                <a:gd name="T10" fmla="*/ 615 w 616"/>
                <a:gd name="T11" fmla="*/ 278 h 323"/>
                <a:gd name="T12" fmla="*/ 615 w 616"/>
                <a:gd name="T13" fmla="*/ 195 h 323"/>
                <a:gd name="T14" fmla="*/ 420 w 616"/>
                <a:gd name="T15" fmla="*/ 0 h 323"/>
                <a:gd name="T16" fmla="*/ 420 w 616"/>
                <a:gd name="T17" fmla="*/ 0 h 323"/>
                <a:gd name="T18" fmla="*/ 391 w 616"/>
                <a:gd name="T19" fmla="*/ 16 h 323"/>
                <a:gd name="T20" fmla="*/ 307 w 616"/>
                <a:gd name="T21" fmla="*/ 58 h 323"/>
                <a:gd name="T22" fmla="*/ 225 w 616"/>
                <a:gd name="T23" fmla="*/ 16 h 323"/>
                <a:gd name="T24" fmla="*/ 196 w 616"/>
                <a:gd name="T25" fmla="*/ 0 h 323"/>
                <a:gd name="T26" fmla="*/ 196 w 616"/>
                <a:gd name="T27" fmla="*/ 0 h 323"/>
                <a:gd name="T28" fmla="*/ 0 w 616"/>
                <a:gd name="T29" fmla="*/ 195 h 323"/>
                <a:gd name="T30" fmla="*/ 196 w 616"/>
                <a:gd name="T31" fmla="*/ 29 h 323"/>
                <a:gd name="T32" fmla="*/ 196 w 616"/>
                <a:gd name="T33" fmla="*/ 29 h 323"/>
                <a:gd name="T34" fmla="*/ 196 w 616"/>
                <a:gd name="T35" fmla="*/ 29 h 323"/>
                <a:gd name="T36" fmla="*/ 200 w 616"/>
                <a:gd name="T37" fmla="*/ 32 h 323"/>
                <a:gd name="T38" fmla="*/ 307 w 616"/>
                <a:gd name="T39" fmla="*/ 88 h 323"/>
                <a:gd name="T40" fmla="*/ 416 w 616"/>
                <a:gd name="T41" fmla="*/ 32 h 323"/>
                <a:gd name="T42" fmla="*/ 420 w 616"/>
                <a:gd name="T43" fmla="*/ 29 h 323"/>
                <a:gd name="T44" fmla="*/ 420 w 616"/>
                <a:gd name="T45" fmla="*/ 29 h 323"/>
                <a:gd name="T46" fmla="*/ 538 w 616"/>
                <a:gd name="T47" fmla="*/ 77 h 323"/>
                <a:gd name="T48" fmla="*/ 586 w 616"/>
                <a:gd name="T49" fmla="*/ 195 h 323"/>
                <a:gd name="T50" fmla="*/ 586 w 616"/>
                <a:gd name="T51" fmla="*/ 278 h 323"/>
                <a:gd name="T52" fmla="*/ 571 w 616"/>
                <a:gd name="T53" fmla="*/ 293 h 323"/>
                <a:gd name="T54" fmla="*/ 45 w 616"/>
                <a:gd name="T55" fmla="*/ 293 h 323"/>
                <a:gd name="T56" fmla="*/ 30 w 616"/>
                <a:gd name="T57" fmla="*/ 278 h 323"/>
                <a:gd name="T58" fmla="*/ 30 w 616"/>
                <a:gd name="T59" fmla="*/ 195 h 323"/>
                <a:gd name="T60" fmla="*/ 78 w 616"/>
                <a:gd name="T61" fmla="*/ 77 h 323"/>
                <a:gd name="T62" fmla="*/ 196 w 616"/>
                <a:gd name="T63" fmla="*/ 29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16" h="323">
                  <a:moveTo>
                    <a:pt x="0" y="195"/>
                  </a:moveTo>
                  <a:lnTo>
                    <a:pt x="0" y="195"/>
                  </a:lnTo>
                  <a:cubicBezTo>
                    <a:pt x="0" y="278"/>
                    <a:pt x="0" y="278"/>
                    <a:pt x="0" y="278"/>
                  </a:cubicBezTo>
                  <a:cubicBezTo>
                    <a:pt x="0" y="302"/>
                    <a:pt x="20" y="322"/>
                    <a:pt x="45" y="322"/>
                  </a:cubicBezTo>
                  <a:cubicBezTo>
                    <a:pt x="571" y="322"/>
                    <a:pt x="571" y="322"/>
                    <a:pt x="571" y="322"/>
                  </a:cubicBezTo>
                  <a:cubicBezTo>
                    <a:pt x="596" y="322"/>
                    <a:pt x="615" y="302"/>
                    <a:pt x="615" y="278"/>
                  </a:cubicBezTo>
                  <a:cubicBezTo>
                    <a:pt x="615" y="195"/>
                    <a:pt x="615" y="195"/>
                    <a:pt x="615" y="195"/>
                  </a:cubicBezTo>
                  <a:cubicBezTo>
                    <a:pt x="615" y="87"/>
                    <a:pt x="528" y="0"/>
                    <a:pt x="420" y="0"/>
                  </a:cubicBezTo>
                  <a:lnTo>
                    <a:pt x="420" y="0"/>
                  </a:lnTo>
                  <a:cubicBezTo>
                    <a:pt x="408" y="0"/>
                    <a:pt x="398" y="7"/>
                    <a:pt x="391" y="16"/>
                  </a:cubicBezTo>
                  <a:cubicBezTo>
                    <a:pt x="373" y="42"/>
                    <a:pt x="343" y="58"/>
                    <a:pt x="307" y="58"/>
                  </a:cubicBezTo>
                  <a:cubicBezTo>
                    <a:pt x="273" y="58"/>
                    <a:pt x="243" y="42"/>
                    <a:pt x="225" y="16"/>
                  </a:cubicBezTo>
                  <a:cubicBezTo>
                    <a:pt x="218" y="7"/>
                    <a:pt x="208" y="0"/>
                    <a:pt x="196" y="0"/>
                  </a:cubicBezTo>
                  <a:lnTo>
                    <a:pt x="196" y="0"/>
                  </a:lnTo>
                  <a:cubicBezTo>
                    <a:pt x="88" y="0"/>
                    <a:pt x="0" y="87"/>
                    <a:pt x="0" y="195"/>
                  </a:cubicBezTo>
                  <a:close/>
                  <a:moveTo>
                    <a:pt x="196" y="29"/>
                  </a:moveTo>
                  <a:lnTo>
                    <a:pt x="196" y="29"/>
                  </a:lnTo>
                  <a:lnTo>
                    <a:pt x="196" y="29"/>
                  </a:lnTo>
                  <a:cubicBezTo>
                    <a:pt x="197" y="29"/>
                    <a:pt x="199" y="31"/>
                    <a:pt x="200" y="32"/>
                  </a:cubicBezTo>
                  <a:cubicBezTo>
                    <a:pt x="225" y="66"/>
                    <a:pt x="263" y="88"/>
                    <a:pt x="307" y="88"/>
                  </a:cubicBezTo>
                  <a:cubicBezTo>
                    <a:pt x="353" y="88"/>
                    <a:pt x="391" y="66"/>
                    <a:pt x="416" y="32"/>
                  </a:cubicBezTo>
                  <a:cubicBezTo>
                    <a:pt x="417" y="31"/>
                    <a:pt x="418" y="29"/>
                    <a:pt x="420" y="29"/>
                  </a:cubicBezTo>
                  <a:lnTo>
                    <a:pt x="420" y="29"/>
                  </a:lnTo>
                  <a:cubicBezTo>
                    <a:pt x="467" y="29"/>
                    <a:pt x="508" y="48"/>
                    <a:pt x="538" y="77"/>
                  </a:cubicBezTo>
                  <a:cubicBezTo>
                    <a:pt x="568" y="107"/>
                    <a:pt x="586" y="149"/>
                    <a:pt x="586" y="195"/>
                  </a:cubicBezTo>
                  <a:cubicBezTo>
                    <a:pt x="586" y="278"/>
                    <a:pt x="586" y="278"/>
                    <a:pt x="586" y="278"/>
                  </a:cubicBezTo>
                  <a:cubicBezTo>
                    <a:pt x="586" y="286"/>
                    <a:pt x="579" y="293"/>
                    <a:pt x="571" y="293"/>
                  </a:cubicBezTo>
                  <a:cubicBezTo>
                    <a:pt x="45" y="293"/>
                    <a:pt x="45" y="293"/>
                    <a:pt x="45" y="293"/>
                  </a:cubicBezTo>
                  <a:cubicBezTo>
                    <a:pt x="37" y="293"/>
                    <a:pt x="30" y="286"/>
                    <a:pt x="30" y="278"/>
                  </a:cubicBezTo>
                  <a:cubicBezTo>
                    <a:pt x="30" y="195"/>
                    <a:pt x="30" y="195"/>
                    <a:pt x="30" y="195"/>
                  </a:cubicBezTo>
                  <a:cubicBezTo>
                    <a:pt x="30" y="149"/>
                    <a:pt x="48" y="107"/>
                    <a:pt x="78" y="77"/>
                  </a:cubicBezTo>
                  <a:cubicBezTo>
                    <a:pt x="108" y="48"/>
                    <a:pt x="149" y="29"/>
                    <a:pt x="19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67" name="Freeform 388">
            <a:extLst>
              <a:ext uri="{FF2B5EF4-FFF2-40B4-BE49-F238E27FC236}">
                <a16:creationId xmlns:a16="http://schemas.microsoft.com/office/drawing/2014/main" id="{B565A385-8BA3-2634-ADD5-1EE148156765}"/>
              </a:ext>
            </a:extLst>
          </p:cNvPr>
          <p:cNvSpPr>
            <a:spLocks noChangeArrowheads="1"/>
          </p:cNvSpPr>
          <p:nvPr/>
        </p:nvSpPr>
        <p:spPr bwMode="auto">
          <a:xfrm>
            <a:off x="1185986" y="898153"/>
            <a:ext cx="254000" cy="190500"/>
          </a:xfrm>
          <a:custGeom>
            <a:avLst/>
            <a:gdLst>
              <a:gd name="T0" fmla="*/ 15 w 704"/>
              <a:gd name="T1" fmla="*/ 528 h 529"/>
              <a:gd name="T2" fmla="*/ 15 w 704"/>
              <a:gd name="T3" fmla="*/ 528 h 529"/>
              <a:gd name="T4" fmla="*/ 513 w 704"/>
              <a:gd name="T5" fmla="*/ 528 h 529"/>
              <a:gd name="T6" fmla="*/ 703 w 704"/>
              <a:gd name="T7" fmla="*/ 337 h 529"/>
              <a:gd name="T8" fmla="*/ 513 w 704"/>
              <a:gd name="T9" fmla="*/ 147 h 529"/>
              <a:gd name="T10" fmla="*/ 152 w 704"/>
              <a:gd name="T11" fmla="*/ 147 h 529"/>
              <a:gd name="T12" fmla="*/ 275 w 704"/>
              <a:gd name="T13" fmla="*/ 26 h 529"/>
              <a:gd name="T14" fmla="*/ 275 w 704"/>
              <a:gd name="T15" fmla="*/ 5 h 529"/>
              <a:gd name="T16" fmla="*/ 254 w 704"/>
              <a:gd name="T17" fmla="*/ 5 h 529"/>
              <a:gd name="T18" fmla="*/ 107 w 704"/>
              <a:gd name="T19" fmla="*/ 151 h 529"/>
              <a:gd name="T20" fmla="*/ 107 w 704"/>
              <a:gd name="T21" fmla="*/ 171 h 529"/>
              <a:gd name="T22" fmla="*/ 254 w 704"/>
              <a:gd name="T23" fmla="*/ 318 h 529"/>
              <a:gd name="T24" fmla="*/ 275 w 704"/>
              <a:gd name="T25" fmla="*/ 318 h 529"/>
              <a:gd name="T26" fmla="*/ 275 w 704"/>
              <a:gd name="T27" fmla="*/ 298 h 529"/>
              <a:gd name="T28" fmla="*/ 152 w 704"/>
              <a:gd name="T29" fmla="*/ 177 h 529"/>
              <a:gd name="T30" fmla="*/ 513 w 704"/>
              <a:gd name="T31" fmla="*/ 177 h 529"/>
              <a:gd name="T32" fmla="*/ 627 w 704"/>
              <a:gd name="T33" fmla="*/ 223 h 529"/>
              <a:gd name="T34" fmla="*/ 674 w 704"/>
              <a:gd name="T35" fmla="*/ 337 h 529"/>
              <a:gd name="T36" fmla="*/ 627 w 704"/>
              <a:gd name="T37" fmla="*/ 451 h 529"/>
              <a:gd name="T38" fmla="*/ 513 w 704"/>
              <a:gd name="T39" fmla="*/ 498 h 529"/>
              <a:gd name="T40" fmla="*/ 15 w 704"/>
              <a:gd name="T41" fmla="*/ 498 h 529"/>
              <a:gd name="T42" fmla="*/ 0 w 704"/>
              <a:gd name="T43" fmla="*/ 513 h 529"/>
              <a:gd name="T44" fmla="*/ 15 w 704"/>
              <a:gd name="T45" fmla="*/ 528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4" h="529">
                <a:moveTo>
                  <a:pt x="15" y="528"/>
                </a:moveTo>
                <a:lnTo>
                  <a:pt x="15" y="528"/>
                </a:lnTo>
                <a:cubicBezTo>
                  <a:pt x="513" y="528"/>
                  <a:pt x="513" y="528"/>
                  <a:pt x="513" y="528"/>
                </a:cubicBezTo>
                <a:cubicBezTo>
                  <a:pt x="618" y="528"/>
                  <a:pt x="703" y="442"/>
                  <a:pt x="703" y="337"/>
                </a:cubicBezTo>
                <a:cubicBezTo>
                  <a:pt x="703" y="232"/>
                  <a:pt x="618" y="147"/>
                  <a:pt x="513" y="147"/>
                </a:cubicBezTo>
                <a:cubicBezTo>
                  <a:pt x="152" y="147"/>
                  <a:pt x="152" y="147"/>
                  <a:pt x="152" y="147"/>
                </a:cubicBezTo>
                <a:cubicBezTo>
                  <a:pt x="275" y="26"/>
                  <a:pt x="275" y="26"/>
                  <a:pt x="275" y="26"/>
                </a:cubicBezTo>
                <a:cubicBezTo>
                  <a:pt x="280" y="20"/>
                  <a:pt x="280" y="11"/>
                  <a:pt x="275" y="5"/>
                </a:cubicBezTo>
                <a:cubicBezTo>
                  <a:pt x="269" y="0"/>
                  <a:pt x="259" y="0"/>
                  <a:pt x="254" y="5"/>
                </a:cubicBezTo>
                <a:cubicBezTo>
                  <a:pt x="107" y="151"/>
                  <a:pt x="107" y="151"/>
                  <a:pt x="107" y="151"/>
                </a:cubicBezTo>
                <a:cubicBezTo>
                  <a:pt x="102" y="158"/>
                  <a:pt x="102" y="166"/>
                  <a:pt x="107" y="171"/>
                </a:cubicBezTo>
                <a:cubicBezTo>
                  <a:pt x="254" y="318"/>
                  <a:pt x="254" y="318"/>
                  <a:pt x="254" y="318"/>
                </a:cubicBezTo>
                <a:cubicBezTo>
                  <a:pt x="259" y="324"/>
                  <a:pt x="269" y="324"/>
                  <a:pt x="275" y="318"/>
                </a:cubicBezTo>
                <a:cubicBezTo>
                  <a:pt x="280" y="313"/>
                  <a:pt x="280" y="303"/>
                  <a:pt x="275" y="298"/>
                </a:cubicBezTo>
                <a:cubicBezTo>
                  <a:pt x="152" y="177"/>
                  <a:pt x="152" y="177"/>
                  <a:pt x="152" y="177"/>
                </a:cubicBezTo>
                <a:cubicBezTo>
                  <a:pt x="513" y="177"/>
                  <a:pt x="513" y="177"/>
                  <a:pt x="513" y="177"/>
                </a:cubicBezTo>
                <a:cubicBezTo>
                  <a:pt x="557" y="177"/>
                  <a:pt x="597" y="195"/>
                  <a:pt x="627" y="223"/>
                </a:cubicBezTo>
                <a:cubicBezTo>
                  <a:pt x="656" y="252"/>
                  <a:pt x="674" y="292"/>
                  <a:pt x="674" y="337"/>
                </a:cubicBezTo>
                <a:cubicBezTo>
                  <a:pt x="674" y="381"/>
                  <a:pt x="656" y="423"/>
                  <a:pt x="627" y="451"/>
                </a:cubicBezTo>
                <a:cubicBezTo>
                  <a:pt x="597" y="480"/>
                  <a:pt x="557" y="498"/>
                  <a:pt x="513" y="498"/>
                </a:cubicBezTo>
                <a:cubicBezTo>
                  <a:pt x="15" y="498"/>
                  <a:pt x="15" y="498"/>
                  <a:pt x="15" y="498"/>
                </a:cubicBezTo>
                <a:cubicBezTo>
                  <a:pt x="7" y="498"/>
                  <a:pt x="0" y="505"/>
                  <a:pt x="0" y="513"/>
                </a:cubicBezTo>
                <a:cubicBezTo>
                  <a:pt x="0" y="521"/>
                  <a:pt x="7" y="528"/>
                  <a:pt x="15" y="528"/>
                </a:cubicBezTo>
              </a:path>
            </a:pathLst>
          </a:custGeom>
          <a:solidFill>
            <a:schemeClr val="accent4"/>
          </a:solidFill>
          <a:ln>
            <a:noFill/>
          </a:ln>
          <a:effectLst/>
        </p:spPr>
        <p:txBody>
          <a:bodyPr wrap="none" anchor="ctr"/>
          <a:lstStyle/>
          <a:p>
            <a:endParaRPr lang="da-DK"/>
          </a:p>
        </p:txBody>
      </p:sp>
      <p:sp>
        <p:nvSpPr>
          <p:cNvPr id="468" name="Freeform 389">
            <a:extLst>
              <a:ext uri="{FF2B5EF4-FFF2-40B4-BE49-F238E27FC236}">
                <a16:creationId xmlns:a16="http://schemas.microsoft.com/office/drawing/2014/main" id="{3C8317B2-98DA-CFA9-6E50-EAB572D541B2}"/>
              </a:ext>
            </a:extLst>
          </p:cNvPr>
          <p:cNvSpPr>
            <a:spLocks noChangeArrowheads="1"/>
          </p:cNvSpPr>
          <p:nvPr/>
        </p:nvSpPr>
        <p:spPr bwMode="auto">
          <a:xfrm>
            <a:off x="1698749" y="1407741"/>
            <a:ext cx="254000" cy="180975"/>
          </a:xfrm>
          <a:custGeom>
            <a:avLst/>
            <a:gdLst>
              <a:gd name="T0" fmla="*/ 391 w 705"/>
              <a:gd name="T1" fmla="*/ 498 h 502"/>
              <a:gd name="T2" fmla="*/ 391 w 705"/>
              <a:gd name="T3" fmla="*/ 498 h 502"/>
              <a:gd name="T4" fmla="*/ 406 w 705"/>
              <a:gd name="T5" fmla="*/ 495 h 502"/>
              <a:gd name="T6" fmla="*/ 699 w 705"/>
              <a:gd name="T7" fmla="*/ 262 h 502"/>
              <a:gd name="T8" fmla="*/ 704 w 705"/>
              <a:gd name="T9" fmla="*/ 249 h 502"/>
              <a:gd name="T10" fmla="*/ 699 w 705"/>
              <a:gd name="T11" fmla="*/ 238 h 502"/>
              <a:gd name="T12" fmla="*/ 406 w 705"/>
              <a:gd name="T13" fmla="*/ 4 h 502"/>
              <a:gd name="T14" fmla="*/ 391 w 705"/>
              <a:gd name="T15" fmla="*/ 2 h 502"/>
              <a:gd name="T16" fmla="*/ 383 w 705"/>
              <a:gd name="T17" fmla="*/ 16 h 502"/>
              <a:gd name="T18" fmla="*/ 383 w 705"/>
              <a:gd name="T19" fmla="*/ 148 h 502"/>
              <a:gd name="T20" fmla="*/ 159 w 705"/>
              <a:gd name="T21" fmla="*/ 214 h 502"/>
              <a:gd name="T22" fmla="*/ 3 w 705"/>
              <a:gd name="T23" fmla="*/ 421 h 502"/>
              <a:gd name="T24" fmla="*/ 8 w 705"/>
              <a:gd name="T25" fmla="*/ 437 h 502"/>
              <a:gd name="T26" fmla="*/ 26 w 705"/>
              <a:gd name="T27" fmla="*/ 437 h 502"/>
              <a:gd name="T28" fmla="*/ 283 w 705"/>
              <a:gd name="T29" fmla="*/ 336 h 502"/>
              <a:gd name="T30" fmla="*/ 383 w 705"/>
              <a:gd name="T31" fmla="*/ 350 h 502"/>
              <a:gd name="T32" fmla="*/ 383 w 705"/>
              <a:gd name="T33" fmla="*/ 484 h 502"/>
              <a:gd name="T34" fmla="*/ 391 w 705"/>
              <a:gd name="T35" fmla="*/ 498 h 502"/>
              <a:gd name="T36" fmla="*/ 54 w 705"/>
              <a:gd name="T37" fmla="*/ 380 h 502"/>
              <a:gd name="T38" fmla="*/ 54 w 705"/>
              <a:gd name="T39" fmla="*/ 380 h 502"/>
              <a:gd name="T40" fmla="*/ 176 w 705"/>
              <a:gd name="T41" fmla="*/ 238 h 502"/>
              <a:gd name="T42" fmla="*/ 398 w 705"/>
              <a:gd name="T43" fmla="*/ 177 h 502"/>
              <a:gd name="T44" fmla="*/ 412 w 705"/>
              <a:gd name="T45" fmla="*/ 162 h 502"/>
              <a:gd name="T46" fmla="*/ 412 w 705"/>
              <a:gd name="T47" fmla="*/ 46 h 502"/>
              <a:gd name="T48" fmla="*/ 667 w 705"/>
              <a:gd name="T49" fmla="*/ 249 h 502"/>
              <a:gd name="T50" fmla="*/ 412 w 705"/>
              <a:gd name="T51" fmla="*/ 454 h 502"/>
              <a:gd name="T52" fmla="*/ 412 w 705"/>
              <a:gd name="T53" fmla="*/ 337 h 502"/>
              <a:gd name="T54" fmla="*/ 401 w 705"/>
              <a:gd name="T55" fmla="*/ 324 h 502"/>
              <a:gd name="T56" fmla="*/ 283 w 705"/>
              <a:gd name="T57" fmla="*/ 306 h 502"/>
              <a:gd name="T58" fmla="*/ 54 w 705"/>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2">
                <a:moveTo>
                  <a:pt x="391" y="498"/>
                </a:moveTo>
                <a:lnTo>
                  <a:pt x="391" y="498"/>
                </a:lnTo>
                <a:cubicBezTo>
                  <a:pt x="395" y="501"/>
                  <a:pt x="402" y="499"/>
                  <a:pt x="406" y="495"/>
                </a:cubicBezTo>
                <a:cubicBezTo>
                  <a:pt x="699" y="262"/>
                  <a:pt x="699" y="262"/>
                  <a:pt x="699" y="262"/>
                </a:cubicBezTo>
                <a:cubicBezTo>
                  <a:pt x="703" y="259"/>
                  <a:pt x="704" y="255"/>
                  <a:pt x="704" y="249"/>
                </a:cubicBezTo>
                <a:cubicBezTo>
                  <a:pt x="704" y="245"/>
                  <a:pt x="703" y="241"/>
                  <a:pt x="699" y="238"/>
                </a:cubicBezTo>
                <a:cubicBezTo>
                  <a:pt x="406" y="4"/>
                  <a:pt x="406" y="4"/>
                  <a:pt x="406" y="4"/>
                </a:cubicBezTo>
                <a:cubicBezTo>
                  <a:pt x="402" y="1"/>
                  <a:pt x="395" y="0"/>
                  <a:pt x="391" y="2"/>
                </a:cubicBezTo>
                <a:cubicBezTo>
                  <a:pt x="386" y="5"/>
                  <a:pt x="383" y="11"/>
                  <a:pt x="383" y="16"/>
                </a:cubicBezTo>
                <a:cubicBezTo>
                  <a:pt x="383" y="148"/>
                  <a:pt x="383" y="148"/>
                  <a:pt x="383" y="148"/>
                </a:cubicBezTo>
                <a:cubicBezTo>
                  <a:pt x="298" y="151"/>
                  <a:pt x="223" y="171"/>
                  <a:pt x="159" y="214"/>
                </a:cubicBezTo>
                <a:cubicBezTo>
                  <a:pt x="93" y="259"/>
                  <a:pt x="40" y="326"/>
                  <a:pt x="3" y="421"/>
                </a:cubicBezTo>
                <a:cubicBezTo>
                  <a:pt x="0" y="426"/>
                  <a:pt x="3" y="433"/>
                  <a:pt x="8" y="437"/>
                </a:cubicBezTo>
                <a:cubicBezTo>
                  <a:pt x="14" y="442"/>
                  <a:pt x="21" y="442"/>
                  <a:pt x="26" y="437"/>
                </a:cubicBezTo>
                <a:cubicBezTo>
                  <a:pt x="107" y="372"/>
                  <a:pt x="191" y="336"/>
                  <a:pt x="283" y="336"/>
                </a:cubicBezTo>
                <a:cubicBezTo>
                  <a:pt x="316" y="336"/>
                  <a:pt x="349" y="340"/>
                  <a:pt x="383" y="350"/>
                </a:cubicBezTo>
                <a:cubicBezTo>
                  <a:pt x="383" y="484"/>
                  <a:pt x="383" y="484"/>
                  <a:pt x="383" y="484"/>
                </a:cubicBezTo>
                <a:cubicBezTo>
                  <a:pt x="383" y="490"/>
                  <a:pt x="386" y="495"/>
                  <a:pt x="391" y="498"/>
                </a:cubicBezTo>
                <a:close/>
                <a:moveTo>
                  <a:pt x="54" y="380"/>
                </a:moveTo>
                <a:lnTo>
                  <a:pt x="54" y="380"/>
                </a:lnTo>
                <a:cubicBezTo>
                  <a:pt x="87" y="318"/>
                  <a:pt x="128" y="271"/>
                  <a:pt x="176" y="238"/>
                </a:cubicBezTo>
                <a:cubicBezTo>
                  <a:pt x="238" y="197"/>
                  <a:pt x="312" y="178"/>
                  <a:pt x="398" y="177"/>
                </a:cubicBezTo>
                <a:cubicBezTo>
                  <a:pt x="405" y="177"/>
                  <a:pt x="412" y="170"/>
                  <a:pt x="412" y="162"/>
                </a:cubicBezTo>
                <a:cubicBezTo>
                  <a:pt x="412" y="46"/>
                  <a:pt x="412" y="46"/>
                  <a:pt x="412" y="46"/>
                </a:cubicBezTo>
                <a:cubicBezTo>
                  <a:pt x="667" y="249"/>
                  <a:pt x="667" y="249"/>
                  <a:pt x="667" y="249"/>
                </a:cubicBezTo>
                <a:cubicBezTo>
                  <a:pt x="412" y="454"/>
                  <a:pt x="412" y="454"/>
                  <a:pt x="412" y="454"/>
                </a:cubicBezTo>
                <a:cubicBezTo>
                  <a:pt x="412" y="337"/>
                  <a:pt x="412" y="337"/>
                  <a:pt x="412" y="337"/>
                </a:cubicBezTo>
                <a:cubicBezTo>
                  <a:pt x="412" y="332"/>
                  <a:pt x="408" y="326"/>
                  <a:pt x="401" y="324"/>
                </a:cubicBezTo>
                <a:cubicBezTo>
                  <a:pt x="361" y="311"/>
                  <a:pt x="321" y="306"/>
                  <a:pt x="283" y="306"/>
                </a:cubicBezTo>
                <a:cubicBezTo>
                  <a:pt x="202" y="306"/>
                  <a:pt x="125" y="333"/>
                  <a:pt x="54" y="380"/>
                </a:cubicBezTo>
                <a:close/>
              </a:path>
            </a:pathLst>
          </a:custGeom>
          <a:solidFill>
            <a:schemeClr val="accent4"/>
          </a:solidFill>
          <a:ln>
            <a:noFill/>
          </a:ln>
          <a:effectLst/>
        </p:spPr>
        <p:txBody>
          <a:bodyPr wrap="none" anchor="ctr"/>
          <a:lstStyle/>
          <a:p>
            <a:endParaRPr lang="da-DK"/>
          </a:p>
        </p:txBody>
      </p:sp>
      <p:sp>
        <p:nvSpPr>
          <p:cNvPr id="469" name="Freeform 390">
            <a:extLst>
              <a:ext uri="{FF2B5EF4-FFF2-40B4-BE49-F238E27FC236}">
                <a16:creationId xmlns:a16="http://schemas.microsoft.com/office/drawing/2014/main" id="{CE3314BB-75C2-7B3C-519F-16DDC5E77BB7}"/>
              </a:ext>
            </a:extLst>
          </p:cNvPr>
          <p:cNvSpPr>
            <a:spLocks noChangeArrowheads="1"/>
          </p:cNvSpPr>
          <p:nvPr/>
        </p:nvSpPr>
        <p:spPr bwMode="auto">
          <a:xfrm>
            <a:off x="2195636" y="1407741"/>
            <a:ext cx="254000" cy="180975"/>
          </a:xfrm>
          <a:custGeom>
            <a:avLst/>
            <a:gdLst>
              <a:gd name="T0" fmla="*/ 315 w 706"/>
              <a:gd name="T1" fmla="*/ 2 h 502"/>
              <a:gd name="T2" fmla="*/ 315 w 706"/>
              <a:gd name="T3" fmla="*/ 2 h 502"/>
              <a:gd name="T4" fmla="*/ 298 w 706"/>
              <a:gd name="T5" fmla="*/ 4 h 502"/>
              <a:gd name="T6" fmla="*/ 6 w 706"/>
              <a:gd name="T7" fmla="*/ 238 h 502"/>
              <a:gd name="T8" fmla="*/ 0 w 706"/>
              <a:gd name="T9" fmla="*/ 249 h 502"/>
              <a:gd name="T10" fmla="*/ 6 w 706"/>
              <a:gd name="T11" fmla="*/ 262 h 502"/>
              <a:gd name="T12" fmla="*/ 298 w 706"/>
              <a:gd name="T13" fmla="*/ 495 h 502"/>
              <a:gd name="T14" fmla="*/ 315 w 706"/>
              <a:gd name="T15" fmla="*/ 498 h 502"/>
              <a:gd name="T16" fmla="*/ 323 w 706"/>
              <a:gd name="T17" fmla="*/ 484 h 502"/>
              <a:gd name="T18" fmla="*/ 323 w 706"/>
              <a:gd name="T19" fmla="*/ 350 h 502"/>
              <a:gd name="T20" fmla="*/ 422 w 706"/>
              <a:gd name="T21" fmla="*/ 336 h 502"/>
              <a:gd name="T22" fmla="*/ 680 w 706"/>
              <a:gd name="T23" fmla="*/ 437 h 502"/>
              <a:gd name="T24" fmla="*/ 698 w 706"/>
              <a:gd name="T25" fmla="*/ 437 h 502"/>
              <a:gd name="T26" fmla="*/ 702 w 706"/>
              <a:gd name="T27" fmla="*/ 421 h 502"/>
              <a:gd name="T28" fmla="*/ 545 w 706"/>
              <a:gd name="T29" fmla="*/ 214 h 502"/>
              <a:gd name="T30" fmla="*/ 323 w 706"/>
              <a:gd name="T31" fmla="*/ 148 h 502"/>
              <a:gd name="T32" fmla="*/ 323 w 706"/>
              <a:gd name="T33" fmla="*/ 16 h 502"/>
              <a:gd name="T34" fmla="*/ 315 w 706"/>
              <a:gd name="T35" fmla="*/ 2 h 502"/>
              <a:gd name="T36" fmla="*/ 651 w 706"/>
              <a:gd name="T37" fmla="*/ 380 h 502"/>
              <a:gd name="T38" fmla="*/ 651 w 706"/>
              <a:gd name="T39" fmla="*/ 380 h 502"/>
              <a:gd name="T40" fmla="*/ 422 w 706"/>
              <a:gd name="T41" fmla="*/ 306 h 502"/>
              <a:gd name="T42" fmla="*/ 304 w 706"/>
              <a:gd name="T43" fmla="*/ 324 h 502"/>
              <a:gd name="T44" fmla="*/ 293 w 706"/>
              <a:gd name="T45" fmla="*/ 337 h 502"/>
              <a:gd name="T46" fmla="*/ 293 w 706"/>
              <a:gd name="T47" fmla="*/ 454 h 502"/>
              <a:gd name="T48" fmla="*/ 39 w 706"/>
              <a:gd name="T49" fmla="*/ 249 h 502"/>
              <a:gd name="T50" fmla="*/ 293 w 706"/>
              <a:gd name="T51" fmla="*/ 46 h 502"/>
              <a:gd name="T52" fmla="*/ 293 w 706"/>
              <a:gd name="T53" fmla="*/ 162 h 502"/>
              <a:gd name="T54" fmla="*/ 308 w 706"/>
              <a:gd name="T55" fmla="*/ 177 h 502"/>
              <a:gd name="T56" fmla="*/ 529 w 706"/>
              <a:gd name="T57" fmla="*/ 238 h 502"/>
              <a:gd name="T58" fmla="*/ 651 w 706"/>
              <a:gd name="T59" fmla="*/ 380 h 5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6" h="502">
                <a:moveTo>
                  <a:pt x="315" y="2"/>
                </a:moveTo>
                <a:lnTo>
                  <a:pt x="315" y="2"/>
                </a:lnTo>
                <a:cubicBezTo>
                  <a:pt x="309" y="0"/>
                  <a:pt x="304" y="1"/>
                  <a:pt x="298" y="4"/>
                </a:cubicBezTo>
                <a:cubicBezTo>
                  <a:pt x="6" y="238"/>
                  <a:pt x="6" y="238"/>
                  <a:pt x="6" y="238"/>
                </a:cubicBezTo>
                <a:cubicBezTo>
                  <a:pt x="3" y="241"/>
                  <a:pt x="0" y="245"/>
                  <a:pt x="0" y="249"/>
                </a:cubicBezTo>
                <a:cubicBezTo>
                  <a:pt x="0" y="255"/>
                  <a:pt x="3" y="259"/>
                  <a:pt x="6" y="262"/>
                </a:cubicBezTo>
                <a:cubicBezTo>
                  <a:pt x="298" y="495"/>
                  <a:pt x="298" y="495"/>
                  <a:pt x="298" y="495"/>
                </a:cubicBezTo>
                <a:cubicBezTo>
                  <a:pt x="304" y="499"/>
                  <a:pt x="309" y="501"/>
                  <a:pt x="315" y="498"/>
                </a:cubicBezTo>
                <a:cubicBezTo>
                  <a:pt x="319" y="495"/>
                  <a:pt x="323" y="490"/>
                  <a:pt x="323" y="484"/>
                </a:cubicBezTo>
                <a:cubicBezTo>
                  <a:pt x="323" y="350"/>
                  <a:pt x="323" y="350"/>
                  <a:pt x="323" y="350"/>
                </a:cubicBezTo>
                <a:cubicBezTo>
                  <a:pt x="357" y="340"/>
                  <a:pt x="390" y="336"/>
                  <a:pt x="422" y="336"/>
                </a:cubicBezTo>
                <a:cubicBezTo>
                  <a:pt x="514" y="336"/>
                  <a:pt x="599" y="372"/>
                  <a:pt x="680" y="437"/>
                </a:cubicBezTo>
                <a:cubicBezTo>
                  <a:pt x="684" y="442"/>
                  <a:pt x="692" y="442"/>
                  <a:pt x="698" y="437"/>
                </a:cubicBezTo>
                <a:cubicBezTo>
                  <a:pt x="703" y="433"/>
                  <a:pt x="705" y="426"/>
                  <a:pt x="702" y="421"/>
                </a:cubicBezTo>
                <a:cubicBezTo>
                  <a:pt x="666" y="326"/>
                  <a:pt x="613" y="259"/>
                  <a:pt x="545" y="214"/>
                </a:cubicBezTo>
                <a:cubicBezTo>
                  <a:pt x="482" y="171"/>
                  <a:pt x="407" y="151"/>
                  <a:pt x="323" y="148"/>
                </a:cubicBezTo>
                <a:cubicBezTo>
                  <a:pt x="323" y="16"/>
                  <a:pt x="323" y="16"/>
                  <a:pt x="323" y="16"/>
                </a:cubicBezTo>
                <a:cubicBezTo>
                  <a:pt x="323" y="11"/>
                  <a:pt x="319" y="5"/>
                  <a:pt x="315" y="2"/>
                </a:cubicBezTo>
                <a:close/>
                <a:moveTo>
                  <a:pt x="651" y="380"/>
                </a:moveTo>
                <a:lnTo>
                  <a:pt x="651" y="380"/>
                </a:lnTo>
                <a:cubicBezTo>
                  <a:pt x="581" y="333"/>
                  <a:pt x="504" y="306"/>
                  <a:pt x="422" y="306"/>
                </a:cubicBezTo>
                <a:cubicBezTo>
                  <a:pt x="383" y="306"/>
                  <a:pt x="345" y="311"/>
                  <a:pt x="304" y="324"/>
                </a:cubicBezTo>
                <a:cubicBezTo>
                  <a:pt x="298" y="326"/>
                  <a:pt x="293" y="332"/>
                  <a:pt x="293" y="337"/>
                </a:cubicBezTo>
                <a:cubicBezTo>
                  <a:pt x="293" y="454"/>
                  <a:pt x="293" y="454"/>
                  <a:pt x="293" y="454"/>
                </a:cubicBezTo>
                <a:cubicBezTo>
                  <a:pt x="39" y="249"/>
                  <a:pt x="39" y="249"/>
                  <a:pt x="39" y="249"/>
                </a:cubicBezTo>
                <a:cubicBezTo>
                  <a:pt x="293" y="46"/>
                  <a:pt x="293" y="46"/>
                  <a:pt x="293" y="46"/>
                </a:cubicBezTo>
                <a:cubicBezTo>
                  <a:pt x="293" y="162"/>
                  <a:pt x="293" y="162"/>
                  <a:pt x="293" y="162"/>
                </a:cubicBezTo>
                <a:cubicBezTo>
                  <a:pt x="293" y="170"/>
                  <a:pt x="300" y="177"/>
                  <a:pt x="308" y="177"/>
                </a:cubicBezTo>
                <a:cubicBezTo>
                  <a:pt x="394" y="178"/>
                  <a:pt x="468" y="197"/>
                  <a:pt x="529" y="238"/>
                </a:cubicBezTo>
                <a:cubicBezTo>
                  <a:pt x="578" y="271"/>
                  <a:pt x="619" y="318"/>
                  <a:pt x="651" y="380"/>
                </a:cubicBezTo>
                <a:close/>
              </a:path>
            </a:pathLst>
          </a:custGeom>
          <a:solidFill>
            <a:schemeClr val="accent4"/>
          </a:solidFill>
          <a:ln>
            <a:noFill/>
          </a:ln>
          <a:effectLst/>
        </p:spPr>
        <p:txBody>
          <a:bodyPr wrap="none" anchor="ctr"/>
          <a:lstStyle/>
          <a:p>
            <a:endParaRPr lang="da-DK"/>
          </a:p>
        </p:txBody>
      </p:sp>
      <p:sp>
        <p:nvSpPr>
          <p:cNvPr id="470" name="Freeform 391">
            <a:extLst>
              <a:ext uri="{FF2B5EF4-FFF2-40B4-BE49-F238E27FC236}">
                <a16:creationId xmlns:a16="http://schemas.microsoft.com/office/drawing/2014/main" id="{FD4FCF04-7987-3B7A-E7D7-473D2C94161C}"/>
              </a:ext>
            </a:extLst>
          </p:cNvPr>
          <p:cNvSpPr>
            <a:spLocks noChangeArrowheads="1"/>
          </p:cNvSpPr>
          <p:nvPr/>
        </p:nvSpPr>
        <p:spPr bwMode="auto">
          <a:xfrm>
            <a:off x="10490324" y="1372022"/>
            <a:ext cx="252412" cy="252412"/>
          </a:xfrm>
          <a:custGeom>
            <a:avLst/>
            <a:gdLst>
              <a:gd name="T0" fmla="*/ 702 w 703"/>
              <a:gd name="T1" fmla="*/ 121 h 703"/>
              <a:gd name="T2" fmla="*/ 702 w 703"/>
              <a:gd name="T3" fmla="*/ 121 h 703"/>
              <a:gd name="T4" fmla="*/ 675 w 703"/>
              <a:gd name="T5" fmla="*/ 80 h 703"/>
              <a:gd name="T6" fmla="*/ 470 w 703"/>
              <a:gd name="T7" fmla="*/ 3 h 703"/>
              <a:gd name="T8" fmla="*/ 455 w 703"/>
              <a:gd name="T9" fmla="*/ 0 h 703"/>
              <a:gd name="T10" fmla="*/ 437 w 703"/>
              <a:gd name="T11" fmla="*/ 4 h 703"/>
              <a:gd name="T12" fmla="*/ 253 w 703"/>
              <a:gd name="T13" fmla="*/ 83 h 703"/>
              <a:gd name="T14" fmla="*/ 248 w 703"/>
              <a:gd name="T15" fmla="*/ 84 h 703"/>
              <a:gd name="T16" fmla="*/ 242 w 703"/>
              <a:gd name="T17" fmla="*/ 83 h 703"/>
              <a:gd name="T18" fmla="*/ 60 w 703"/>
              <a:gd name="T19" fmla="*/ 14 h 703"/>
              <a:gd name="T20" fmla="*/ 43 w 703"/>
              <a:gd name="T21" fmla="*/ 11 h 703"/>
              <a:gd name="T22" fmla="*/ 13 w 703"/>
              <a:gd name="T23" fmla="*/ 24 h 703"/>
              <a:gd name="T24" fmla="*/ 0 w 703"/>
              <a:gd name="T25" fmla="*/ 55 h 703"/>
              <a:gd name="T26" fmla="*/ 0 w 703"/>
              <a:gd name="T27" fmla="*/ 551 h 703"/>
              <a:gd name="T28" fmla="*/ 24 w 703"/>
              <a:gd name="T29" fmla="*/ 590 h 703"/>
              <a:gd name="T30" fmla="*/ 229 w 703"/>
              <a:gd name="T31" fmla="*/ 692 h 703"/>
              <a:gd name="T32" fmla="*/ 238 w 703"/>
              <a:gd name="T33" fmla="*/ 696 h 703"/>
              <a:gd name="T34" fmla="*/ 249 w 703"/>
              <a:gd name="T35" fmla="*/ 702 h 703"/>
              <a:gd name="T36" fmla="*/ 260 w 703"/>
              <a:gd name="T37" fmla="*/ 695 h 703"/>
              <a:gd name="T38" fmla="*/ 270 w 703"/>
              <a:gd name="T39" fmla="*/ 691 h 703"/>
              <a:gd name="T40" fmla="*/ 447 w 703"/>
              <a:gd name="T41" fmla="*/ 589 h 703"/>
              <a:gd name="T42" fmla="*/ 455 w 703"/>
              <a:gd name="T43" fmla="*/ 588 h 703"/>
              <a:gd name="T44" fmla="*/ 461 w 703"/>
              <a:gd name="T45" fmla="*/ 589 h 703"/>
              <a:gd name="T46" fmla="*/ 639 w 703"/>
              <a:gd name="T47" fmla="*/ 678 h 703"/>
              <a:gd name="T48" fmla="*/ 658 w 703"/>
              <a:gd name="T49" fmla="*/ 682 h 703"/>
              <a:gd name="T50" fmla="*/ 690 w 703"/>
              <a:gd name="T51" fmla="*/ 670 h 703"/>
              <a:gd name="T52" fmla="*/ 702 w 703"/>
              <a:gd name="T53" fmla="*/ 638 h 703"/>
              <a:gd name="T54" fmla="*/ 702 w 703"/>
              <a:gd name="T55" fmla="*/ 121 h 703"/>
              <a:gd name="T56" fmla="*/ 38 w 703"/>
              <a:gd name="T57" fmla="*/ 564 h 703"/>
              <a:gd name="T58" fmla="*/ 38 w 703"/>
              <a:gd name="T59" fmla="*/ 564 h 703"/>
              <a:gd name="T60" fmla="*/ 30 w 703"/>
              <a:gd name="T61" fmla="*/ 551 h 703"/>
              <a:gd name="T62" fmla="*/ 30 w 703"/>
              <a:gd name="T63" fmla="*/ 55 h 703"/>
              <a:gd name="T64" fmla="*/ 34 w 703"/>
              <a:gd name="T65" fmla="*/ 44 h 703"/>
              <a:gd name="T66" fmla="*/ 43 w 703"/>
              <a:gd name="T67" fmla="*/ 40 h 703"/>
              <a:gd name="T68" fmla="*/ 49 w 703"/>
              <a:gd name="T69" fmla="*/ 41 h 703"/>
              <a:gd name="T70" fmla="*/ 233 w 703"/>
              <a:gd name="T71" fmla="*/ 110 h 703"/>
              <a:gd name="T72" fmla="*/ 234 w 703"/>
              <a:gd name="T73" fmla="*/ 110 h 703"/>
              <a:gd name="T74" fmla="*/ 234 w 703"/>
              <a:gd name="T75" fmla="*/ 663 h 703"/>
              <a:gd name="T76" fmla="*/ 38 w 703"/>
              <a:gd name="T77" fmla="*/ 564 h 703"/>
              <a:gd name="T78" fmla="*/ 263 w 703"/>
              <a:gd name="T79" fmla="*/ 660 h 703"/>
              <a:gd name="T80" fmla="*/ 263 w 703"/>
              <a:gd name="T81" fmla="*/ 660 h 703"/>
              <a:gd name="T82" fmla="*/ 263 w 703"/>
              <a:gd name="T83" fmla="*/ 110 h 703"/>
              <a:gd name="T84" fmla="*/ 266 w 703"/>
              <a:gd name="T85" fmla="*/ 110 h 703"/>
              <a:gd name="T86" fmla="*/ 439 w 703"/>
              <a:gd name="T87" fmla="*/ 35 h 703"/>
              <a:gd name="T88" fmla="*/ 439 w 703"/>
              <a:gd name="T89" fmla="*/ 562 h 703"/>
              <a:gd name="T90" fmla="*/ 433 w 703"/>
              <a:gd name="T91" fmla="*/ 564 h 703"/>
              <a:gd name="T92" fmla="*/ 263 w 703"/>
              <a:gd name="T93" fmla="*/ 660 h 703"/>
              <a:gd name="T94" fmla="*/ 674 w 703"/>
              <a:gd name="T95" fmla="*/ 638 h 703"/>
              <a:gd name="T96" fmla="*/ 674 w 703"/>
              <a:gd name="T97" fmla="*/ 638 h 703"/>
              <a:gd name="T98" fmla="*/ 669 w 703"/>
              <a:gd name="T99" fmla="*/ 649 h 703"/>
              <a:gd name="T100" fmla="*/ 658 w 703"/>
              <a:gd name="T101" fmla="*/ 654 h 703"/>
              <a:gd name="T102" fmla="*/ 653 w 703"/>
              <a:gd name="T103" fmla="*/ 652 h 703"/>
              <a:gd name="T104" fmla="*/ 474 w 703"/>
              <a:gd name="T105" fmla="*/ 563 h 703"/>
              <a:gd name="T106" fmla="*/ 469 w 703"/>
              <a:gd name="T107" fmla="*/ 562 h 703"/>
              <a:gd name="T108" fmla="*/ 469 w 703"/>
              <a:gd name="T109" fmla="*/ 35 h 703"/>
              <a:gd name="T110" fmla="*/ 664 w 703"/>
              <a:gd name="T111" fmla="*/ 107 h 703"/>
              <a:gd name="T112" fmla="*/ 674 w 703"/>
              <a:gd name="T113" fmla="*/ 121 h 703"/>
              <a:gd name="T114" fmla="*/ 674 w 703"/>
              <a:gd name="T115" fmla="*/ 638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03" h="703">
                <a:moveTo>
                  <a:pt x="702" y="121"/>
                </a:moveTo>
                <a:lnTo>
                  <a:pt x="702" y="121"/>
                </a:lnTo>
                <a:cubicBezTo>
                  <a:pt x="702" y="103"/>
                  <a:pt x="691" y="87"/>
                  <a:pt x="675" y="80"/>
                </a:cubicBezTo>
                <a:cubicBezTo>
                  <a:pt x="470" y="3"/>
                  <a:pt x="470" y="3"/>
                  <a:pt x="470" y="3"/>
                </a:cubicBezTo>
                <a:cubicBezTo>
                  <a:pt x="465" y="2"/>
                  <a:pt x="459" y="0"/>
                  <a:pt x="455" y="0"/>
                </a:cubicBezTo>
                <a:cubicBezTo>
                  <a:pt x="448" y="0"/>
                  <a:pt x="443" y="2"/>
                  <a:pt x="437" y="4"/>
                </a:cubicBezTo>
                <a:cubicBezTo>
                  <a:pt x="253" y="83"/>
                  <a:pt x="253" y="83"/>
                  <a:pt x="253" y="83"/>
                </a:cubicBezTo>
                <a:cubicBezTo>
                  <a:pt x="252" y="84"/>
                  <a:pt x="251" y="84"/>
                  <a:pt x="248" y="84"/>
                </a:cubicBezTo>
                <a:cubicBezTo>
                  <a:pt x="247" y="84"/>
                  <a:pt x="245" y="84"/>
                  <a:pt x="242" y="83"/>
                </a:cubicBezTo>
                <a:cubicBezTo>
                  <a:pt x="60" y="14"/>
                  <a:pt x="60" y="14"/>
                  <a:pt x="60" y="14"/>
                </a:cubicBezTo>
                <a:cubicBezTo>
                  <a:pt x="54" y="13"/>
                  <a:pt x="49" y="11"/>
                  <a:pt x="43" y="11"/>
                </a:cubicBezTo>
                <a:cubicBezTo>
                  <a:pt x="32" y="11"/>
                  <a:pt x="21" y="15"/>
                  <a:pt x="13" y="24"/>
                </a:cubicBezTo>
                <a:cubicBezTo>
                  <a:pt x="5" y="32"/>
                  <a:pt x="0" y="43"/>
                  <a:pt x="0" y="55"/>
                </a:cubicBezTo>
                <a:cubicBezTo>
                  <a:pt x="0" y="551"/>
                  <a:pt x="0" y="551"/>
                  <a:pt x="0" y="551"/>
                </a:cubicBezTo>
                <a:cubicBezTo>
                  <a:pt x="0" y="567"/>
                  <a:pt x="9" y="584"/>
                  <a:pt x="24" y="590"/>
                </a:cubicBezTo>
                <a:cubicBezTo>
                  <a:pt x="229" y="692"/>
                  <a:pt x="229" y="692"/>
                  <a:pt x="229" y="692"/>
                </a:cubicBezTo>
                <a:cubicBezTo>
                  <a:pt x="231" y="693"/>
                  <a:pt x="234" y="695"/>
                  <a:pt x="238" y="696"/>
                </a:cubicBezTo>
                <a:cubicBezTo>
                  <a:pt x="241" y="699"/>
                  <a:pt x="244" y="702"/>
                  <a:pt x="249" y="702"/>
                </a:cubicBezTo>
                <a:cubicBezTo>
                  <a:pt x="253" y="702"/>
                  <a:pt x="258" y="699"/>
                  <a:pt x="260" y="695"/>
                </a:cubicBezTo>
                <a:cubicBezTo>
                  <a:pt x="263" y="695"/>
                  <a:pt x="267" y="693"/>
                  <a:pt x="270" y="691"/>
                </a:cubicBezTo>
                <a:cubicBezTo>
                  <a:pt x="447" y="589"/>
                  <a:pt x="447" y="589"/>
                  <a:pt x="447" y="589"/>
                </a:cubicBezTo>
                <a:cubicBezTo>
                  <a:pt x="450" y="589"/>
                  <a:pt x="453" y="588"/>
                  <a:pt x="455" y="588"/>
                </a:cubicBezTo>
                <a:cubicBezTo>
                  <a:pt x="457" y="588"/>
                  <a:pt x="459" y="588"/>
                  <a:pt x="461" y="589"/>
                </a:cubicBezTo>
                <a:cubicBezTo>
                  <a:pt x="639" y="678"/>
                  <a:pt x="639" y="678"/>
                  <a:pt x="639" y="678"/>
                </a:cubicBezTo>
                <a:cubicBezTo>
                  <a:pt x="646" y="681"/>
                  <a:pt x="653" y="682"/>
                  <a:pt x="658" y="682"/>
                </a:cubicBezTo>
                <a:cubicBezTo>
                  <a:pt x="671" y="682"/>
                  <a:pt x="682" y="678"/>
                  <a:pt x="690" y="670"/>
                </a:cubicBezTo>
                <a:cubicBezTo>
                  <a:pt x="697" y="663"/>
                  <a:pt x="702" y="652"/>
                  <a:pt x="702" y="638"/>
                </a:cubicBezTo>
                <a:lnTo>
                  <a:pt x="702" y="121"/>
                </a:lnTo>
                <a:close/>
                <a:moveTo>
                  <a:pt x="38" y="564"/>
                </a:moveTo>
                <a:lnTo>
                  <a:pt x="38" y="564"/>
                </a:lnTo>
                <a:cubicBezTo>
                  <a:pt x="32" y="562"/>
                  <a:pt x="30" y="556"/>
                  <a:pt x="30" y="551"/>
                </a:cubicBezTo>
                <a:cubicBezTo>
                  <a:pt x="30" y="55"/>
                  <a:pt x="30" y="55"/>
                  <a:pt x="30" y="55"/>
                </a:cubicBezTo>
                <a:cubicBezTo>
                  <a:pt x="30" y="51"/>
                  <a:pt x="31" y="47"/>
                  <a:pt x="34" y="44"/>
                </a:cubicBezTo>
                <a:cubicBezTo>
                  <a:pt x="37" y="41"/>
                  <a:pt x="41" y="40"/>
                  <a:pt x="43" y="40"/>
                </a:cubicBezTo>
                <a:cubicBezTo>
                  <a:pt x="46" y="40"/>
                  <a:pt x="48" y="41"/>
                  <a:pt x="49" y="41"/>
                </a:cubicBezTo>
                <a:cubicBezTo>
                  <a:pt x="233" y="110"/>
                  <a:pt x="233" y="110"/>
                  <a:pt x="233" y="110"/>
                </a:cubicBezTo>
                <a:lnTo>
                  <a:pt x="234" y="110"/>
                </a:lnTo>
                <a:cubicBezTo>
                  <a:pt x="234" y="663"/>
                  <a:pt x="234" y="663"/>
                  <a:pt x="234" y="663"/>
                </a:cubicBezTo>
                <a:lnTo>
                  <a:pt x="38" y="564"/>
                </a:lnTo>
                <a:close/>
                <a:moveTo>
                  <a:pt x="263" y="660"/>
                </a:moveTo>
                <a:lnTo>
                  <a:pt x="263" y="660"/>
                </a:lnTo>
                <a:cubicBezTo>
                  <a:pt x="263" y="110"/>
                  <a:pt x="263" y="110"/>
                  <a:pt x="263" y="110"/>
                </a:cubicBezTo>
                <a:cubicBezTo>
                  <a:pt x="264" y="110"/>
                  <a:pt x="264" y="110"/>
                  <a:pt x="266" y="110"/>
                </a:cubicBezTo>
                <a:cubicBezTo>
                  <a:pt x="439" y="35"/>
                  <a:pt x="439" y="35"/>
                  <a:pt x="439" y="35"/>
                </a:cubicBezTo>
                <a:cubicBezTo>
                  <a:pt x="439" y="562"/>
                  <a:pt x="439" y="562"/>
                  <a:pt x="439" y="562"/>
                </a:cubicBezTo>
                <a:cubicBezTo>
                  <a:pt x="437" y="563"/>
                  <a:pt x="435" y="563"/>
                  <a:pt x="433" y="564"/>
                </a:cubicBezTo>
                <a:lnTo>
                  <a:pt x="263" y="660"/>
                </a:lnTo>
                <a:close/>
                <a:moveTo>
                  <a:pt x="674" y="638"/>
                </a:moveTo>
                <a:lnTo>
                  <a:pt x="674" y="638"/>
                </a:lnTo>
                <a:cubicBezTo>
                  <a:pt x="674" y="644"/>
                  <a:pt x="672" y="647"/>
                  <a:pt x="669" y="649"/>
                </a:cubicBezTo>
                <a:cubicBezTo>
                  <a:pt x="667" y="652"/>
                  <a:pt x="663" y="654"/>
                  <a:pt x="658" y="654"/>
                </a:cubicBezTo>
                <a:cubicBezTo>
                  <a:pt x="657" y="654"/>
                  <a:pt x="654" y="654"/>
                  <a:pt x="653" y="652"/>
                </a:cubicBezTo>
                <a:cubicBezTo>
                  <a:pt x="474" y="563"/>
                  <a:pt x="474" y="563"/>
                  <a:pt x="474" y="563"/>
                </a:cubicBezTo>
                <a:cubicBezTo>
                  <a:pt x="473" y="562"/>
                  <a:pt x="470" y="562"/>
                  <a:pt x="469" y="562"/>
                </a:cubicBezTo>
                <a:cubicBezTo>
                  <a:pt x="469" y="35"/>
                  <a:pt x="469" y="35"/>
                  <a:pt x="469" y="35"/>
                </a:cubicBezTo>
                <a:cubicBezTo>
                  <a:pt x="664" y="107"/>
                  <a:pt x="664" y="107"/>
                  <a:pt x="664" y="107"/>
                </a:cubicBezTo>
                <a:cubicBezTo>
                  <a:pt x="669" y="110"/>
                  <a:pt x="674" y="116"/>
                  <a:pt x="674" y="121"/>
                </a:cubicBezTo>
                <a:lnTo>
                  <a:pt x="674" y="638"/>
                </a:lnTo>
                <a:close/>
              </a:path>
            </a:pathLst>
          </a:custGeom>
          <a:solidFill>
            <a:schemeClr val="accent4"/>
          </a:solidFill>
          <a:ln>
            <a:noFill/>
          </a:ln>
          <a:effectLst/>
        </p:spPr>
        <p:txBody>
          <a:bodyPr wrap="none" anchor="ctr"/>
          <a:lstStyle/>
          <a:p>
            <a:endParaRPr lang="da-DK"/>
          </a:p>
        </p:txBody>
      </p:sp>
      <p:sp>
        <p:nvSpPr>
          <p:cNvPr id="471" name="Freeform 392">
            <a:extLst>
              <a:ext uri="{FF2B5EF4-FFF2-40B4-BE49-F238E27FC236}">
                <a16:creationId xmlns:a16="http://schemas.microsoft.com/office/drawing/2014/main" id="{8F992353-BA6D-7081-CCB3-9C6DA69433AA}"/>
              </a:ext>
            </a:extLst>
          </p:cNvPr>
          <p:cNvSpPr>
            <a:spLocks noChangeArrowheads="1"/>
          </p:cNvSpPr>
          <p:nvPr/>
        </p:nvSpPr>
        <p:spPr bwMode="auto">
          <a:xfrm>
            <a:off x="9980736" y="2904853"/>
            <a:ext cx="254000" cy="179387"/>
          </a:xfrm>
          <a:custGeom>
            <a:avLst/>
            <a:gdLst>
              <a:gd name="T0" fmla="*/ 689 w 704"/>
              <a:gd name="T1" fmla="*/ 486 h 500"/>
              <a:gd name="T2" fmla="*/ 689 w 704"/>
              <a:gd name="T3" fmla="*/ 486 h 500"/>
              <a:gd name="T4" fmla="*/ 690 w 704"/>
              <a:gd name="T5" fmla="*/ 486 h 500"/>
              <a:gd name="T6" fmla="*/ 690 w 704"/>
              <a:gd name="T7" fmla="*/ 485 h 500"/>
              <a:gd name="T8" fmla="*/ 703 w 704"/>
              <a:gd name="T9" fmla="*/ 455 h 500"/>
              <a:gd name="T10" fmla="*/ 703 w 704"/>
              <a:gd name="T11" fmla="*/ 44 h 500"/>
              <a:gd name="T12" fmla="*/ 659 w 704"/>
              <a:gd name="T13" fmla="*/ 0 h 500"/>
              <a:gd name="T14" fmla="*/ 44 w 704"/>
              <a:gd name="T15" fmla="*/ 0 h 500"/>
              <a:gd name="T16" fmla="*/ 0 w 704"/>
              <a:gd name="T17" fmla="*/ 44 h 500"/>
              <a:gd name="T18" fmla="*/ 0 w 704"/>
              <a:gd name="T19" fmla="*/ 455 h 500"/>
              <a:gd name="T20" fmla="*/ 12 w 704"/>
              <a:gd name="T21" fmla="*/ 485 h 500"/>
              <a:gd name="T22" fmla="*/ 14 w 704"/>
              <a:gd name="T23" fmla="*/ 486 h 500"/>
              <a:gd name="T24" fmla="*/ 14 w 704"/>
              <a:gd name="T25" fmla="*/ 486 h 500"/>
              <a:gd name="T26" fmla="*/ 44 w 704"/>
              <a:gd name="T27" fmla="*/ 499 h 500"/>
              <a:gd name="T28" fmla="*/ 659 w 704"/>
              <a:gd name="T29" fmla="*/ 499 h 500"/>
              <a:gd name="T30" fmla="*/ 689 w 704"/>
              <a:gd name="T31" fmla="*/ 486 h 500"/>
              <a:gd name="T32" fmla="*/ 324 w 704"/>
              <a:gd name="T33" fmla="*/ 274 h 500"/>
              <a:gd name="T34" fmla="*/ 324 w 704"/>
              <a:gd name="T35" fmla="*/ 274 h 500"/>
              <a:gd name="T36" fmla="*/ 351 w 704"/>
              <a:gd name="T37" fmla="*/ 285 h 500"/>
              <a:gd name="T38" fmla="*/ 380 w 704"/>
              <a:gd name="T39" fmla="*/ 274 h 500"/>
              <a:gd name="T40" fmla="*/ 421 w 704"/>
              <a:gd name="T41" fmla="*/ 238 h 500"/>
              <a:gd name="T42" fmla="*/ 653 w 704"/>
              <a:gd name="T43" fmla="*/ 470 h 500"/>
              <a:gd name="T44" fmla="*/ 51 w 704"/>
              <a:gd name="T45" fmla="*/ 470 h 500"/>
              <a:gd name="T46" fmla="*/ 281 w 704"/>
              <a:gd name="T47" fmla="*/ 238 h 500"/>
              <a:gd name="T48" fmla="*/ 324 w 704"/>
              <a:gd name="T49" fmla="*/ 274 h 500"/>
              <a:gd name="T50" fmla="*/ 674 w 704"/>
              <a:gd name="T51" fmla="*/ 449 h 500"/>
              <a:gd name="T52" fmla="*/ 674 w 704"/>
              <a:gd name="T53" fmla="*/ 449 h 500"/>
              <a:gd name="T54" fmla="*/ 445 w 704"/>
              <a:gd name="T55" fmla="*/ 219 h 500"/>
              <a:gd name="T56" fmla="*/ 664 w 704"/>
              <a:gd name="T57" fmla="*/ 31 h 500"/>
              <a:gd name="T58" fmla="*/ 674 w 704"/>
              <a:gd name="T59" fmla="*/ 44 h 500"/>
              <a:gd name="T60" fmla="*/ 674 w 704"/>
              <a:gd name="T61" fmla="*/ 449 h 500"/>
              <a:gd name="T62" fmla="*/ 361 w 704"/>
              <a:gd name="T63" fmla="*/ 252 h 500"/>
              <a:gd name="T64" fmla="*/ 361 w 704"/>
              <a:gd name="T65" fmla="*/ 252 h 500"/>
              <a:gd name="T66" fmla="*/ 351 w 704"/>
              <a:gd name="T67" fmla="*/ 254 h 500"/>
              <a:gd name="T68" fmla="*/ 342 w 704"/>
              <a:gd name="T69" fmla="*/ 252 h 500"/>
              <a:gd name="T70" fmla="*/ 84 w 704"/>
              <a:gd name="T71" fmla="*/ 31 h 500"/>
              <a:gd name="T72" fmla="*/ 619 w 704"/>
              <a:gd name="T73" fmla="*/ 31 h 500"/>
              <a:gd name="T74" fmla="*/ 361 w 704"/>
              <a:gd name="T75" fmla="*/ 252 h 500"/>
              <a:gd name="T76" fmla="*/ 40 w 704"/>
              <a:gd name="T77" fmla="*/ 31 h 500"/>
              <a:gd name="T78" fmla="*/ 40 w 704"/>
              <a:gd name="T79" fmla="*/ 31 h 500"/>
              <a:gd name="T80" fmla="*/ 259 w 704"/>
              <a:gd name="T81" fmla="*/ 219 h 500"/>
              <a:gd name="T82" fmla="*/ 30 w 704"/>
              <a:gd name="T83" fmla="*/ 449 h 500"/>
              <a:gd name="T84" fmla="*/ 30 w 704"/>
              <a:gd name="T85" fmla="*/ 44 h 500"/>
              <a:gd name="T86" fmla="*/ 40 w 704"/>
              <a:gd name="T87" fmla="*/ 3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689" y="486"/>
                </a:moveTo>
                <a:lnTo>
                  <a:pt x="689" y="486"/>
                </a:lnTo>
                <a:cubicBezTo>
                  <a:pt x="690" y="486"/>
                  <a:pt x="690" y="486"/>
                  <a:pt x="690" y="486"/>
                </a:cubicBezTo>
                <a:cubicBezTo>
                  <a:pt x="690" y="485"/>
                  <a:pt x="690" y="485"/>
                  <a:pt x="690" y="485"/>
                </a:cubicBezTo>
                <a:cubicBezTo>
                  <a:pt x="699" y="477"/>
                  <a:pt x="703" y="466"/>
                  <a:pt x="703" y="455"/>
                </a:cubicBezTo>
                <a:cubicBezTo>
                  <a:pt x="703" y="44"/>
                  <a:pt x="703" y="44"/>
                  <a:pt x="703" y="44"/>
                </a:cubicBezTo>
                <a:cubicBezTo>
                  <a:pt x="703" y="21"/>
                  <a:pt x="684" y="0"/>
                  <a:pt x="659" y="0"/>
                </a:cubicBezTo>
                <a:cubicBezTo>
                  <a:pt x="44" y="0"/>
                  <a:pt x="44" y="0"/>
                  <a:pt x="44" y="0"/>
                </a:cubicBezTo>
                <a:cubicBezTo>
                  <a:pt x="21" y="0"/>
                  <a:pt x="0" y="21"/>
                  <a:pt x="0" y="44"/>
                </a:cubicBezTo>
                <a:cubicBezTo>
                  <a:pt x="0" y="455"/>
                  <a:pt x="0" y="455"/>
                  <a:pt x="0" y="455"/>
                </a:cubicBezTo>
                <a:cubicBezTo>
                  <a:pt x="0" y="466"/>
                  <a:pt x="5" y="477"/>
                  <a:pt x="12" y="485"/>
                </a:cubicBezTo>
                <a:cubicBezTo>
                  <a:pt x="12" y="485"/>
                  <a:pt x="12" y="485"/>
                  <a:pt x="14" y="486"/>
                </a:cubicBezTo>
                <a:lnTo>
                  <a:pt x="14" y="486"/>
                </a:lnTo>
                <a:cubicBezTo>
                  <a:pt x="22" y="495"/>
                  <a:pt x="33" y="499"/>
                  <a:pt x="44" y="499"/>
                </a:cubicBezTo>
                <a:cubicBezTo>
                  <a:pt x="659" y="499"/>
                  <a:pt x="659" y="499"/>
                  <a:pt x="659" y="499"/>
                </a:cubicBezTo>
                <a:cubicBezTo>
                  <a:pt x="671" y="499"/>
                  <a:pt x="682" y="495"/>
                  <a:pt x="689" y="486"/>
                </a:cubicBezTo>
                <a:close/>
                <a:moveTo>
                  <a:pt x="324" y="274"/>
                </a:moveTo>
                <a:lnTo>
                  <a:pt x="324" y="274"/>
                </a:lnTo>
                <a:cubicBezTo>
                  <a:pt x="331" y="280"/>
                  <a:pt x="342" y="285"/>
                  <a:pt x="351" y="285"/>
                </a:cubicBezTo>
                <a:cubicBezTo>
                  <a:pt x="362" y="285"/>
                  <a:pt x="372" y="280"/>
                  <a:pt x="380" y="274"/>
                </a:cubicBezTo>
                <a:cubicBezTo>
                  <a:pt x="421" y="238"/>
                  <a:pt x="421" y="238"/>
                  <a:pt x="421" y="238"/>
                </a:cubicBezTo>
                <a:cubicBezTo>
                  <a:pt x="653" y="470"/>
                  <a:pt x="653" y="470"/>
                  <a:pt x="653" y="470"/>
                </a:cubicBezTo>
                <a:cubicBezTo>
                  <a:pt x="51" y="470"/>
                  <a:pt x="51" y="470"/>
                  <a:pt x="51" y="470"/>
                </a:cubicBezTo>
                <a:cubicBezTo>
                  <a:pt x="281" y="238"/>
                  <a:pt x="281" y="238"/>
                  <a:pt x="281" y="238"/>
                </a:cubicBezTo>
                <a:lnTo>
                  <a:pt x="324" y="274"/>
                </a:lnTo>
                <a:close/>
                <a:moveTo>
                  <a:pt x="674" y="449"/>
                </a:moveTo>
                <a:lnTo>
                  <a:pt x="674" y="449"/>
                </a:lnTo>
                <a:cubicBezTo>
                  <a:pt x="445" y="219"/>
                  <a:pt x="445" y="219"/>
                  <a:pt x="445" y="219"/>
                </a:cubicBezTo>
                <a:cubicBezTo>
                  <a:pt x="664" y="31"/>
                  <a:pt x="664" y="31"/>
                  <a:pt x="664" y="31"/>
                </a:cubicBezTo>
                <a:cubicBezTo>
                  <a:pt x="670" y="33"/>
                  <a:pt x="674" y="39"/>
                  <a:pt x="674" y="44"/>
                </a:cubicBezTo>
                <a:lnTo>
                  <a:pt x="674" y="449"/>
                </a:lnTo>
                <a:close/>
                <a:moveTo>
                  <a:pt x="361" y="252"/>
                </a:moveTo>
                <a:lnTo>
                  <a:pt x="361" y="252"/>
                </a:lnTo>
                <a:cubicBezTo>
                  <a:pt x="358" y="254"/>
                  <a:pt x="355" y="254"/>
                  <a:pt x="351" y="254"/>
                </a:cubicBezTo>
                <a:cubicBezTo>
                  <a:pt x="349" y="254"/>
                  <a:pt x="344" y="254"/>
                  <a:pt x="342" y="252"/>
                </a:cubicBezTo>
                <a:cubicBezTo>
                  <a:pt x="84" y="31"/>
                  <a:pt x="84" y="31"/>
                  <a:pt x="84" y="31"/>
                </a:cubicBezTo>
                <a:cubicBezTo>
                  <a:pt x="619" y="31"/>
                  <a:pt x="619" y="31"/>
                  <a:pt x="619" y="31"/>
                </a:cubicBezTo>
                <a:lnTo>
                  <a:pt x="361" y="252"/>
                </a:lnTo>
                <a:close/>
                <a:moveTo>
                  <a:pt x="40" y="31"/>
                </a:moveTo>
                <a:lnTo>
                  <a:pt x="40" y="31"/>
                </a:lnTo>
                <a:cubicBezTo>
                  <a:pt x="259" y="219"/>
                  <a:pt x="259" y="219"/>
                  <a:pt x="259" y="219"/>
                </a:cubicBezTo>
                <a:cubicBezTo>
                  <a:pt x="30" y="449"/>
                  <a:pt x="30" y="449"/>
                  <a:pt x="30" y="449"/>
                </a:cubicBezTo>
                <a:cubicBezTo>
                  <a:pt x="30" y="44"/>
                  <a:pt x="30" y="44"/>
                  <a:pt x="30" y="44"/>
                </a:cubicBezTo>
                <a:cubicBezTo>
                  <a:pt x="30" y="39"/>
                  <a:pt x="34" y="33"/>
                  <a:pt x="40" y="31"/>
                </a:cubicBezTo>
                <a:close/>
              </a:path>
            </a:pathLst>
          </a:custGeom>
          <a:solidFill>
            <a:schemeClr val="accent4"/>
          </a:solidFill>
          <a:ln>
            <a:noFill/>
          </a:ln>
          <a:effectLst/>
        </p:spPr>
        <p:txBody>
          <a:bodyPr wrap="none" anchor="ctr"/>
          <a:lstStyle/>
          <a:p>
            <a:endParaRPr lang="da-DK"/>
          </a:p>
        </p:txBody>
      </p:sp>
      <p:sp>
        <p:nvSpPr>
          <p:cNvPr id="472" name="Freeform 393">
            <a:extLst>
              <a:ext uri="{FF2B5EF4-FFF2-40B4-BE49-F238E27FC236}">
                <a16:creationId xmlns:a16="http://schemas.microsoft.com/office/drawing/2014/main" id="{306A73A0-D929-1095-A3EB-64912B1E3788}"/>
              </a:ext>
            </a:extLst>
          </p:cNvPr>
          <p:cNvSpPr>
            <a:spLocks noChangeArrowheads="1"/>
          </p:cNvSpPr>
          <p:nvPr/>
        </p:nvSpPr>
        <p:spPr bwMode="auto">
          <a:xfrm>
            <a:off x="1192336" y="6190879"/>
            <a:ext cx="254000" cy="179387"/>
          </a:xfrm>
          <a:custGeom>
            <a:avLst/>
            <a:gdLst>
              <a:gd name="T0" fmla="*/ 659 w 704"/>
              <a:gd name="T1" fmla="*/ 0 h 498"/>
              <a:gd name="T2" fmla="*/ 659 w 704"/>
              <a:gd name="T3" fmla="*/ 0 h 498"/>
              <a:gd name="T4" fmla="*/ 44 w 704"/>
              <a:gd name="T5" fmla="*/ 0 h 498"/>
              <a:gd name="T6" fmla="*/ 0 w 704"/>
              <a:gd name="T7" fmla="*/ 44 h 498"/>
              <a:gd name="T8" fmla="*/ 0 w 704"/>
              <a:gd name="T9" fmla="*/ 453 h 498"/>
              <a:gd name="T10" fmla="*/ 13 w 704"/>
              <a:gd name="T11" fmla="*/ 484 h 498"/>
              <a:gd name="T12" fmla="*/ 13 w 704"/>
              <a:gd name="T13" fmla="*/ 485 h 498"/>
              <a:gd name="T14" fmla="*/ 14 w 704"/>
              <a:gd name="T15" fmla="*/ 486 h 498"/>
              <a:gd name="T16" fmla="*/ 44 w 704"/>
              <a:gd name="T17" fmla="*/ 497 h 498"/>
              <a:gd name="T18" fmla="*/ 659 w 704"/>
              <a:gd name="T19" fmla="*/ 497 h 498"/>
              <a:gd name="T20" fmla="*/ 689 w 704"/>
              <a:gd name="T21" fmla="*/ 486 h 498"/>
              <a:gd name="T22" fmla="*/ 689 w 704"/>
              <a:gd name="T23" fmla="*/ 485 h 498"/>
              <a:gd name="T24" fmla="*/ 691 w 704"/>
              <a:gd name="T25" fmla="*/ 484 h 498"/>
              <a:gd name="T26" fmla="*/ 703 w 704"/>
              <a:gd name="T27" fmla="*/ 453 h 498"/>
              <a:gd name="T28" fmla="*/ 703 w 704"/>
              <a:gd name="T29" fmla="*/ 44 h 498"/>
              <a:gd name="T30" fmla="*/ 659 w 704"/>
              <a:gd name="T31" fmla="*/ 0 h 498"/>
              <a:gd name="T32" fmla="*/ 673 w 704"/>
              <a:gd name="T33" fmla="*/ 448 h 498"/>
              <a:gd name="T34" fmla="*/ 673 w 704"/>
              <a:gd name="T35" fmla="*/ 448 h 498"/>
              <a:gd name="T36" fmla="*/ 444 w 704"/>
              <a:gd name="T37" fmla="*/ 219 h 498"/>
              <a:gd name="T38" fmla="*/ 663 w 704"/>
              <a:gd name="T39" fmla="*/ 31 h 498"/>
              <a:gd name="T40" fmla="*/ 673 w 704"/>
              <a:gd name="T41" fmla="*/ 44 h 498"/>
              <a:gd name="T42" fmla="*/ 673 w 704"/>
              <a:gd name="T43" fmla="*/ 448 h 498"/>
              <a:gd name="T44" fmla="*/ 323 w 704"/>
              <a:gd name="T45" fmla="*/ 274 h 498"/>
              <a:gd name="T46" fmla="*/ 323 w 704"/>
              <a:gd name="T47" fmla="*/ 274 h 498"/>
              <a:gd name="T48" fmla="*/ 352 w 704"/>
              <a:gd name="T49" fmla="*/ 283 h 498"/>
              <a:gd name="T50" fmla="*/ 380 w 704"/>
              <a:gd name="T51" fmla="*/ 274 h 498"/>
              <a:gd name="T52" fmla="*/ 422 w 704"/>
              <a:gd name="T53" fmla="*/ 238 h 498"/>
              <a:gd name="T54" fmla="*/ 652 w 704"/>
              <a:gd name="T55" fmla="*/ 468 h 498"/>
              <a:gd name="T56" fmla="*/ 50 w 704"/>
              <a:gd name="T57" fmla="*/ 468 h 498"/>
              <a:gd name="T58" fmla="*/ 282 w 704"/>
              <a:gd name="T59" fmla="*/ 238 h 498"/>
              <a:gd name="T60" fmla="*/ 323 w 704"/>
              <a:gd name="T61" fmla="*/ 274 h 498"/>
              <a:gd name="T62" fmla="*/ 361 w 704"/>
              <a:gd name="T63" fmla="*/ 250 h 498"/>
              <a:gd name="T64" fmla="*/ 361 w 704"/>
              <a:gd name="T65" fmla="*/ 250 h 498"/>
              <a:gd name="T66" fmla="*/ 352 w 704"/>
              <a:gd name="T67" fmla="*/ 254 h 498"/>
              <a:gd name="T68" fmla="*/ 342 w 704"/>
              <a:gd name="T69" fmla="*/ 250 h 498"/>
              <a:gd name="T70" fmla="*/ 84 w 704"/>
              <a:gd name="T71" fmla="*/ 29 h 498"/>
              <a:gd name="T72" fmla="*/ 619 w 704"/>
              <a:gd name="T73" fmla="*/ 29 h 498"/>
              <a:gd name="T74" fmla="*/ 361 w 704"/>
              <a:gd name="T75" fmla="*/ 250 h 498"/>
              <a:gd name="T76" fmla="*/ 40 w 704"/>
              <a:gd name="T77" fmla="*/ 31 h 498"/>
              <a:gd name="T78" fmla="*/ 40 w 704"/>
              <a:gd name="T79" fmla="*/ 31 h 498"/>
              <a:gd name="T80" fmla="*/ 258 w 704"/>
              <a:gd name="T81" fmla="*/ 219 h 498"/>
              <a:gd name="T82" fmla="*/ 29 w 704"/>
              <a:gd name="T83" fmla="*/ 448 h 498"/>
              <a:gd name="T84" fmla="*/ 29 w 704"/>
              <a:gd name="T85" fmla="*/ 44 h 498"/>
              <a:gd name="T86" fmla="*/ 40 w 704"/>
              <a:gd name="T87" fmla="*/ 31 h 4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498">
                <a:moveTo>
                  <a:pt x="659" y="0"/>
                </a:moveTo>
                <a:lnTo>
                  <a:pt x="659" y="0"/>
                </a:lnTo>
                <a:cubicBezTo>
                  <a:pt x="44" y="0"/>
                  <a:pt x="44" y="0"/>
                  <a:pt x="44" y="0"/>
                </a:cubicBezTo>
                <a:cubicBezTo>
                  <a:pt x="19" y="0"/>
                  <a:pt x="0" y="20"/>
                  <a:pt x="0" y="44"/>
                </a:cubicBezTo>
                <a:cubicBezTo>
                  <a:pt x="0" y="453"/>
                  <a:pt x="0" y="453"/>
                  <a:pt x="0" y="453"/>
                </a:cubicBezTo>
                <a:cubicBezTo>
                  <a:pt x="0" y="466"/>
                  <a:pt x="4" y="477"/>
                  <a:pt x="13" y="484"/>
                </a:cubicBezTo>
                <a:cubicBezTo>
                  <a:pt x="13" y="485"/>
                  <a:pt x="13" y="485"/>
                  <a:pt x="13" y="485"/>
                </a:cubicBezTo>
                <a:cubicBezTo>
                  <a:pt x="13" y="485"/>
                  <a:pt x="14" y="485"/>
                  <a:pt x="14" y="486"/>
                </a:cubicBezTo>
                <a:cubicBezTo>
                  <a:pt x="21" y="493"/>
                  <a:pt x="32" y="497"/>
                  <a:pt x="44" y="497"/>
                </a:cubicBezTo>
                <a:cubicBezTo>
                  <a:pt x="659" y="497"/>
                  <a:pt x="659" y="497"/>
                  <a:pt x="659" y="497"/>
                </a:cubicBezTo>
                <a:cubicBezTo>
                  <a:pt x="670" y="497"/>
                  <a:pt x="681" y="493"/>
                  <a:pt x="689" y="486"/>
                </a:cubicBezTo>
                <a:cubicBezTo>
                  <a:pt x="689" y="485"/>
                  <a:pt x="689" y="485"/>
                  <a:pt x="689" y="485"/>
                </a:cubicBezTo>
                <a:cubicBezTo>
                  <a:pt x="691" y="485"/>
                  <a:pt x="691" y="485"/>
                  <a:pt x="691" y="484"/>
                </a:cubicBezTo>
                <a:cubicBezTo>
                  <a:pt x="697" y="477"/>
                  <a:pt x="703" y="466"/>
                  <a:pt x="703" y="453"/>
                </a:cubicBezTo>
                <a:cubicBezTo>
                  <a:pt x="703" y="44"/>
                  <a:pt x="703" y="44"/>
                  <a:pt x="703" y="44"/>
                </a:cubicBezTo>
                <a:cubicBezTo>
                  <a:pt x="703" y="20"/>
                  <a:pt x="682" y="0"/>
                  <a:pt x="659" y="0"/>
                </a:cubicBezTo>
                <a:close/>
                <a:moveTo>
                  <a:pt x="673" y="448"/>
                </a:moveTo>
                <a:lnTo>
                  <a:pt x="673" y="448"/>
                </a:lnTo>
                <a:cubicBezTo>
                  <a:pt x="444" y="219"/>
                  <a:pt x="444" y="219"/>
                  <a:pt x="444" y="219"/>
                </a:cubicBezTo>
                <a:cubicBezTo>
                  <a:pt x="663" y="31"/>
                  <a:pt x="663" y="31"/>
                  <a:pt x="663" y="31"/>
                </a:cubicBezTo>
                <a:cubicBezTo>
                  <a:pt x="669" y="32"/>
                  <a:pt x="673" y="37"/>
                  <a:pt x="673" y="44"/>
                </a:cubicBezTo>
                <a:lnTo>
                  <a:pt x="673" y="448"/>
                </a:lnTo>
                <a:close/>
                <a:moveTo>
                  <a:pt x="323" y="274"/>
                </a:moveTo>
                <a:lnTo>
                  <a:pt x="323" y="274"/>
                </a:lnTo>
                <a:cubicBezTo>
                  <a:pt x="331" y="280"/>
                  <a:pt x="341" y="283"/>
                  <a:pt x="352" y="283"/>
                </a:cubicBezTo>
                <a:cubicBezTo>
                  <a:pt x="361" y="283"/>
                  <a:pt x="372" y="280"/>
                  <a:pt x="380" y="274"/>
                </a:cubicBezTo>
                <a:cubicBezTo>
                  <a:pt x="422" y="238"/>
                  <a:pt x="422" y="238"/>
                  <a:pt x="422" y="238"/>
                </a:cubicBezTo>
                <a:cubicBezTo>
                  <a:pt x="652" y="468"/>
                  <a:pt x="652" y="468"/>
                  <a:pt x="652" y="468"/>
                </a:cubicBezTo>
                <a:cubicBezTo>
                  <a:pt x="50" y="468"/>
                  <a:pt x="50" y="468"/>
                  <a:pt x="50" y="468"/>
                </a:cubicBezTo>
                <a:cubicBezTo>
                  <a:pt x="282" y="238"/>
                  <a:pt x="282" y="238"/>
                  <a:pt x="282" y="238"/>
                </a:cubicBezTo>
                <a:lnTo>
                  <a:pt x="323" y="274"/>
                </a:lnTo>
                <a:close/>
                <a:moveTo>
                  <a:pt x="361" y="250"/>
                </a:moveTo>
                <a:lnTo>
                  <a:pt x="361" y="250"/>
                </a:lnTo>
                <a:cubicBezTo>
                  <a:pt x="358" y="253"/>
                  <a:pt x="354" y="254"/>
                  <a:pt x="352" y="254"/>
                </a:cubicBezTo>
                <a:cubicBezTo>
                  <a:pt x="347" y="254"/>
                  <a:pt x="345" y="253"/>
                  <a:pt x="342" y="250"/>
                </a:cubicBezTo>
                <a:cubicBezTo>
                  <a:pt x="84" y="29"/>
                  <a:pt x="84" y="29"/>
                  <a:pt x="84" y="29"/>
                </a:cubicBezTo>
                <a:cubicBezTo>
                  <a:pt x="619" y="29"/>
                  <a:pt x="619" y="29"/>
                  <a:pt x="619" y="29"/>
                </a:cubicBezTo>
                <a:lnTo>
                  <a:pt x="361" y="250"/>
                </a:lnTo>
                <a:close/>
                <a:moveTo>
                  <a:pt x="40" y="31"/>
                </a:moveTo>
                <a:lnTo>
                  <a:pt x="40" y="31"/>
                </a:lnTo>
                <a:cubicBezTo>
                  <a:pt x="258" y="219"/>
                  <a:pt x="258" y="219"/>
                  <a:pt x="258" y="219"/>
                </a:cubicBezTo>
                <a:cubicBezTo>
                  <a:pt x="29" y="448"/>
                  <a:pt x="29" y="448"/>
                  <a:pt x="29" y="448"/>
                </a:cubicBezTo>
                <a:cubicBezTo>
                  <a:pt x="29" y="44"/>
                  <a:pt x="29" y="44"/>
                  <a:pt x="29" y="44"/>
                </a:cubicBezTo>
                <a:cubicBezTo>
                  <a:pt x="29" y="37"/>
                  <a:pt x="33" y="32"/>
                  <a:pt x="40" y="31"/>
                </a:cubicBezTo>
                <a:close/>
              </a:path>
            </a:pathLst>
          </a:custGeom>
          <a:solidFill>
            <a:schemeClr val="accent4"/>
          </a:solidFill>
          <a:ln>
            <a:noFill/>
          </a:ln>
          <a:effectLst/>
        </p:spPr>
        <p:txBody>
          <a:bodyPr wrap="none" anchor="ctr"/>
          <a:lstStyle/>
          <a:p>
            <a:endParaRPr lang="da-DK"/>
          </a:p>
        </p:txBody>
      </p:sp>
      <p:grpSp>
        <p:nvGrpSpPr>
          <p:cNvPr id="473" name="Group 476">
            <a:extLst>
              <a:ext uri="{FF2B5EF4-FFF2-40B4-BE49-F238E27FC236}">
                <a16:creationId xmlns:a16="http://schemas.microsoft.com/office/drawing/2014/main" id="{285D690A-73FF-16DA-57B7-B7AA4BC8F584}"/>
              </a:ext>
            </a:extLst>
          </p:cNvPr>
          <p:cNvGrpSpPr/>
          <p:nvPr/>
        </p:nvGrpSpPr>
        <p:grpSpPr>
          <a:xfrm>
            <a:off x="3275136" y="4165228"/>
            <a:ext cx="158750" cy="254000"/>
            <a:chOff x="2133600" y="4497388"/>
            <a:chExt cx="158750" cy="254000"/>
          </a:xfrm>
          <a:solidFill>
            <a:schemeClr val="accent4"/>
          </a:solidFill>
        </p:grpSpPr>
        <p:sp>
          <p:nvSpPr>
            <p:cNvPr id="474" name="Freeform 394">
              <a:extLst>
                <a:ext uri="{FF2B5EF4-FFF2-40B4-BE49-F238E27FC236}">
                  <a16:creationId xmlns:a16="http://schemas.microsoft.com/office/drawing/2014/main" id="{148005D3-64CE-2626-F120-21E9C75C6E72}"/>
                </a:ext>
              </a:extLst>
            </p:cNvPr>
            <p:cNvSpPr>
              <a:spLocks noChangeArrowheads="1"/>
            </p:cNvSpPr>
            <p:nvPr/>
          </p:nvSpPr>
          <p:spPr bwMode="auto">
            <a:xfrm>
              <a:off x="2133600" y="4497388"/>
              <a:ext cx="158750" cy="254000"/>
            </a:xfrm>
            <a:custGeom>
              <a:avLst/>
              <a:gdLst>
                <a:gd name="T0" fmla="*/ 366 w 441"/>
                <a:gd name="T1" fmla="*/ 0 h 704"/>
                <a:gd name="T2" fmla="*/ 366 w 441"/>
                <a:gd name="T3" fmla="*/ 0 h 704"/>
                <a:gd name="T4" fmla="*/ 73 w 441"/>
                <a:gd name="T5" fmla="*/ 0 h 704"/>
                <a:gd name="T6" fmla="*/ 0 w 441"/>
                <a:gd name="T7" fmla="*/ 73 h 704"/>
                <a:gd name="T8" fmla="*/ 0 w 441"/>
                <a:gd name="T9" fmla="*/ 630 h 704"/>
                <a:gd name="T10" fmla="*/ 73 w 441"/>
                <a:gd name="T11" fmla="*/ 703 h 704"/>
                <a:gd name="T12" fmla="*/ 366 w 441"/>
                <a:gd name="T13" fmla="*/ 703 h 704"/>
                <a:gd name="T14" fmla="*/ 440 w 441"/>
                <a:gd name="T15" fmla="*/ 630 h 704"/>
                <a:gd name="T16" fmla="*/ 440 w 441"/>
                <a:gd name="T17" fmla="*/ 571 h 704"/>
                <a:gd name="T18" fmla="*/ 440 w 441"/>
                <a:gd name="T19" fmla="*/ 571 h 704"/>
                <a:gd name="T20" fmla="*/ 440 w 441"/>
                <a:gd name="T21" fmla="*/ 571 h 704"/>
                <a:gd name="T22" fmla="*/ 440 w 441"/>
                <a:gd name="T23" fmla="*/ 73 h 704"/>
                <a:gd name="T24" fmla="*/ 366 w 441"/>
                <a:gd name="T25" fmla="*/ 0 h 704"/>
                <a:gd name="T26" fmla="*/ 73 w 441"/>
                <a:gd name="T27" fmla="*/ 29 h 704"/>
                <a:gd name="T28" fmla="*/ 73 w 441"/>
                <a:gd name="T29" fmla="*/ 29 h 704"/>
                <a:gd name="T30" fmla="*/ 366 w 441"/>
                <a:gd name="T31" fmla="*/ 29 h 704"/>
                <a:gd name="T32" fmla="*/ 409 w 441"/>
                <a:gd name="T33" fmla="*/ 73 h 704"/>
                <a:gd name="T34" fmla="*/ 409 w 441"/>
                <a:gd name="T35" fmla="*/ 556 h 704"/>
                <a:gd name="T36" fmla="*/ 29 w 441"/>
                <a:gd name="T37" fmla="*/ 556 h 704"/>
                <a:gd name="T38" fmla="*/ 29 w 441"/>
                <a:gd name="T39" fmla="*/ 73 h 704"/>
                <a:gd name="T40" fmla="*/ 73 w 441"/>
                <a:gd name="T41" fmla="*/ 29 h 704"/>
                <a:gd name="T42" fmla="*/ 366 w 441"/>
                <a:gd name="T43" fmla="*/ 674 h 704"/>
                <a:gd name="T44" fmla="*/ 366 w 441"/>
                <a:gd name="T45" fmla="*/ 674 h 704"/>
                <a:gd name="T46" fmla="*/ 73 w 441"/>
                <a:gd name="T47" fmla="*/ 674 h 704"/>
                <a:gd name="T48" fmla="*/ 29 w 441"/>
                <a:gd name="T49" fmla="*/ 630 h 704"/>
                <a:gd name="T50" fmla="*/ 29 w 441"/>
                <a:gd name="T51" fmla="*/ 586 h 704"/>
                <a:gd name="T52" fmla="*/ 409 w 441"/>
                <a:gd name="T53" fmla="*/ 586 h 704"/>
                <a:gd name="T54" fmla="*/ 409 w 441"/>
                <a:gd name="T55" fmla="*/ 630 h 704"/>
                <a:gd name="T56" fmla="*/ 366 w 441"/>
                <a:gd name="T57" fmla="*/ 67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1" h="704">
                  <a:moveTo>
                    <a:pt x="366" y="0"/>
                  </a:moveTo>
                  <a:lnTo>
                    <a:pt x="366" y="0"/>
                  </a:lnTo>
                  <a:cubicBezTo>
                    <a:pt x="73" y="0"/>
                    <a:pt x="73" y="0"/>
                    <a:pt x="73" y="0"/>
                  </a:cubicBezTo>
                  <a:cubicBezTo>
                    <a:pt x="33" y="0"/>
                    <a:pt x="0" y="33"/>
                    <a:pt x="0" y="73"/>
                  </a:cubicBezTo>
                  <a:cubicBezTo>
                    <a:pt x="0" y="630"/>
                    <a:pt x="0" y="630"/>
                    <a:pt x="0" y="630"/>
                  </a:cubicBezTo>
                  <a:cubicBezTo>
                    <a:pt x="0" y="670"/>
                    <a:pt x="33" y="703"/>
                    <a:pt x="73" y="703"/>
                  </a:cubicBezTo>
                  <a:cubicBezTo>
                    <a:pt x="366" y="703"/>
                    <a:pt x="366" y="703"/>
                    <a:pt x="366" y="703"/>
                  </a:cubicBezTo>
                  <a:cubicBezTo>
                    <a:pt x="407" y="703"/>
                    <a:pt x="440" y="670"/>
                    <a:pt x="440" y="630"/>
                  </a:cubicBezTo>
                  <a:cubicBezTo>
                    <a:pt x="440" y="571"/>
                    <a:pt x="440" y="571"/>
                    <a:pt x="440" y="571"/>
                  </a:cubicBezTo>
                  <a:lnTo>
                    <a:pt x="440" y="571"/>
                  </a:lnTo>
                  <a:lnTo>
                    <a:pt x="440" y="571"/>
                  </a:lnTo>
                  <a:cubicBezTo>
                    <a:pt x="440" y="73"/>
                    <a:pt x="440" y="73"/>
                    <a:pt x="440" y="73"/>
                  </a:cubicBezTo>
                  <a:cubicBezTo>
                    <a:pt x="440" y="33"/>
                    <a:pt x="407" y="0"/>
                    <a:pt x="366" y="0"/>
                  </a:cubicBezTo>
                  <a:close/>
                  <a:moveTo>
                    <a:pt x="73" y="29"/>
                  </a:moveTo>
                  <a:lnTo>
                    <a:pt x="73" y="29"/>
                  </a:lnTo>
                  <a:cubicBezTo>
                    <a:pt x="366" y="29"/>
                    <a:pt x="366" y="29"/>
                    <a:pt x="366" y="29"/>
                  </a:cubicBezTo>
                  <a:cubicBezTo>
                    <a:pt x="390" y="29"/>
                    <a:pt x="409" y="50"/>
                    <a:pt x="409" y="73"/>
                  </a:cubicBezTo>
                  <a:cubicBezTo>
                    <a:pt x="409" y="556"/>
                    <a:pt x="409" y="556"/>
                    <a:pt x="409" y="556"/>
                  </a:cubicBezTo>
                  <a:cubicBezTo>
                    <a:pt x="29" y="556"/>
                    <a:pt x="29" y="556"/>
                    <a:pt x="29" y="556"/>
                  </a:cubicBezTo>
                  <a:cubicBezTo>
                    <a:pt x="29" y="73"/>
                    <a:pt x="29" y="73"/>
                    <a:pt x="29" y="73"/>
                  </a:cubicBezTo>
                  <a:cubicBezTo>
                    <a:pt x="29" y="50"/>
                    <a:pt x="48" y="29"/>
                    <a:pt x="73" y="29"/>
                  </a:cubicBezTo>
                  <a:close/>
                  <a:moveTo>
                    <a:pt x="366" y="674"/>
                  </a:moveTo>
                  <a:lnTo>
                    <a:pt x="366" y="674"/>
                  </a:lnTo>
                  <a:cubicBezTo>
                    <a:pt x="73" y="674"/>
                    <a:pt x="73" y="674"/>
                    <a:pt x="73" y="674"/>
                  </a:cubicBezTo>
                  <a:cubicBezTo>
                    <a:pt x="48" y="674"/>
                    <a:pt x="29" y="653"/>
                    <a:pt x="29" y="630"/>
                  </a:cubicBezTo>
                  <a:cubicBezTo>
                    <a:pt x="29" y="586"/>
                    <a:pt x="29" y="586"/>
                    <a:pt x="29" y="586"/>
                  </a:cubicBezTo>
                  <a:cubicBezTo>
                    <a:pt x="409" y="586"/>
                    <a:pt x="409" y="586"/>
                    <a:pt x="409" y="586"/>
                  </a:cubicBezTo>
                  <a:cubicBezTo>
                    <a:pt x="409" y="630"/>
                    <a:pt x="409" y="630"/>
                    <a:pt x="409" y="630"/>
                  </a:cubicBezTo>
                  <a:cubicBezTo>
                    <a:pt x="409" y="653"/>
                    <a:pt x="390" y="674"/>
                    <a:pt x="366" y="6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95">
              <a:extLst>
                <a:ext uri="{FF2B5EF4-FFF2-40B4-BE49-F238E27FC236}">
                  <a16:creationId xmlns:a16="http://schemas.microsoft.com/office/drawing/2014/main" id="{23CA39EC-4DDC-BC5A-0168-E18B3CC03EB8}"/>
                </a:ext>
              </a:extLst>
            </p:cNvPr>
            <p:cNvSpPr>
              <a:spLocks noChangeArrowheads="1"/>
            </p:cNvSpPr>
            <p:nvPr/>
          </p:nvSpPr>
          <p:spPr bwMode="auto">
            <a:xfrm>
              <a:off x="2197100" y="4719638"/>
              <a:ext cx="31750" cy="11112"/>
            </a:xfrm>
            <a:custGeom>
              <a:avLst/>
              <a:gdLst>
                <a:gd name="T0" fmla="*/ 73 w 89"/>
                <a:gd name="T1" fmla="*/ 0 h 30"/>
                <a:gd name="T2" fmla="*/ 73 w 89"/>
                <a:gd name="T3" fmla="*/ 0 h 30"/>
                <a:gd name="T4" fmla="*/ 14 w 89"/>
                <a:gd name="T5" fmla="*/ 0 h 30"/>
                <a:gd name="T6" fmla="*/ 0 w 89"/>
                <a:gd name="T7" fmla="*/ 15 h 30"/>
                <a:gd name="T8" fmla="*/ 14 w 89"/>
                <a:gd name="T9" fmla="*/ 29 h 30"/>
                <a:gd name="T10" fmla="*/ 73 w 89"/>
                <a:gd name="T11" fmla="*/ 29 h 30"/>
                <a:gd name="T12" fmla="*/ 88 w 89"/>
                <a:gd name="T13" fmla="*/ 15 h 30"/>
                <a:gd name="T14" fmla="*/ 73 w 8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9" h="30">
                  <a:moveTo>
                    <a:pt x="73" y="0"/>
                  </a:moveTo>
                  <a:lnTo>
                    <a:pt x="73" y="0"/>
                  </a:lnTo>
                  <a:cubicBezTo>
                    <a:pt x="14" y="0"/>
                    <a:pt x="14" y="0"/>
                    <a:pt x="14" y="0"/>
                  </a:cubicBezTo>
                  <a:cubicBezTo>
                    <a:pt x="6" y="0"/>
                    <a:pt x="0" y="7"/>
                    <a:pt x="0" y="15"/>
                  </a:cubicBezTo>
                  <a:cubicBezTo>
                    <a:pt x="0" y="23"/>
                    <a:pt x="6" y="29"/>
                    <a:pt x="14" y="29"/>
                  </a:cubicBezTo>
                  <a:cubicBezTo>
                    <a:pt x="73" y="29"/>
                    <a:pt x="73" y="29"/>
                    <a:pt x="73" y="29"/>
                  </a:cubicBezTo>
                  <a:cubicBezTo>
                    <a:pt x="81" y="29"/>
                    <a:pt x="88" y="23"/>
                    <a:pt x="88" y="15"/>
                  </a:cubicBezTo>
                  <a:cubicBezTo>
                    <a:pt x="88" y="7"/>
                    <a:pt x="81" y="0"/>
                    <a:pt x="7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76" name="Freeform 396">
            <a:extLst>
              <a:ext uri="{FF2B5EF4-FFF2-40B4-BE49-F238E27FC236}">
                <a16:creationId xmlns:a16="http://schemas.microsoft.com/office/drawing/2014/main" id="{B8DDA3F1-7A71-126D-285D-07849B0DCA1B}"/>
              </a:ext>
            </a:extLst>
          </p:cNvPr>
          <p:cNvSpPr>
            <a:spLocks noChangeArrowheads="1"/>
          </p:cNvSpPr>
          <p:nvPr/>
        </p:nvSpPr>
        <p:spPr bwMode="auto">
          <a:xfrm>
            <a:off x="3227511" y="5686847"/>
            <a:ext cx="244475" cy="254000"/>
          </a:xfrm>
          <a:custGeom>
            <a:avLst/>
            <a:gdLst>
              <a:gd name="T0" fmla="*/ 670 w 677"/>
              <a:gd name="T1" fmla="*/ 328 h 706"/>
              <a:gd name="T2" fmla="*/ 670 w 677"/>
              <a:gd name="T3" fmla="*/ 328 h 706"/>
              <a:gd name="T4" fmla="*/ 349 w 677"/>
              <a:gd name="T5" fmla="*/ 7 h 706"/>
              <a:gd name="T6" fmla="*/ 328 w 677"/>
              <a:gd name="T7" fmla="*/ 7 h 706"/>
              <a:gd name="T8" fmla="*/ 6 w 677"/>
              <a:gd name="T9" fmla="*/ 328 h 706"/>
              <a:gd name="T10" fmla="*/ 6 w 677"/>
              <a:gd name="T11" fmla="*/ 349 h 706"/>
              <a:gd name="T12" fmla="*/ 26 w 677"/>
              <a:gd name="T13" fmla="*/ 349 h 706"/>
              <a:gd name="T14" fmla="*/ 59 w 677"/>
              <a:gd name="T15" fmla="*/ 316 h 706"/>
              <a:gd name="T16" fmla="*/ 59 w 677"/>
              <a:gd name="T17" fmla="*/ 691 h 706"/>
              <a:gd name="T18" fmla="*/ 65 w 677"/>
              <a:gd name="T19" fmla="*/ 700 h 706"/>
              <a:gd name="T20" fmla="*/ 74 w 677"/>
              <a:gd name="T21" fmla="*/ 705 h 706"/>
              <a:gd name="T22" fmla="*/ 250 w 677"/>
              <a:gd name="T23" fmla="*/ 705 h 706"/>
              <a:gd name="T24" fmla="*/ 261 w 677"/>
              <a:gd name="T25" fmla="*/ 700 h 706"/>
              <a:gd name="T26" fmla="*/ 265 w 677"/>
              <a:gd name="T27" fmla="*/ 691 h 706"/>
              <a:gd name="T28" fmla="*/ 265 w 677"/>
              <a:gd name="T29" fmla="*/ 441 h 706"/>
              <a:gd name="T30" fmla="*/ 411 w 677"/>
              <a:gd name="T31" fmla="*/ 441 h 706"/>
              <a:gd name="T32" fmla="*/ 411 w 677"/>
              <a:gd name="T33" fmla="*/ 691 h 706"/>
              <a:gd name="T34" fmla="*/ 416 w 677"/>
              <a:gd name="T35" fmla="*/ 700 h 706"/>
              <a:gd name="T36" fmla="*/ 426 w 677"/>
              <a:gd name="T37" fmla="*/ 705 h 706"/>
              <a:gd name="T38" fmla="*/ 601 w 677"/>
              <a:gd name="T39" fmla="*/ 705 h 706"/>
              <a:gd name="T40" fmla="*/ 612 w 677"/>
              <a:gd name="T41" fmla="*/ 700 h 706"/>
              <a:gd name="T42" fmla="*/ 617 w 677"/>
              <a:gd name="T43" fmla="*/ 691 h 706"/>
              <a:gd name="T44" fmla="*/ 617 w 677"/>
              <a:gd name="T45" fmla="*/ 316 h 706"/>
              <a:gd name="T46" fmla="*/ 650 w 677"/>
              <a:gd name="T47" fmla="*/ 349 h 706"/>
              <a:gd name="T48" fmla="*/ 670 w 677"/>
              <a:gd name="T49" fmla="*/ 349 h 706"/>
              <a:gd name="T50" fmla="*/ 670 w 677"/>
              <a:gd name="T51" fmla="*/ 328 h 706"/>
              <a:gd name="T52" fmla="*/ 586 w 677"/>
              <a:gd name="T53" fmla="*/ 676 h 706"/>
              <a:gd name="T54" fmla="*/ 586 w 677"/>
              <a:gd name="T55" fmla="*/ 676 h 706"/>
              <a:gd name="T56" fmla="*/ 441 w 677"/>
              <a:gd name="T57" fmla="*/ 676 h 706"/>
              <a:gd name="T58" fmla="*/ 441 w 677"/>
              <a:gd name="T59" fmla="*/ 427 h 706"/>
              <a:gd name="T60" fmla="*/ 437 w 677"/>
              <a:gd name="T61" fmla="*/ 416 h 706"/>
              <a:gd name="T62" fmla="*/ 426 w 677"/>
              <a:gd name="T63" fmla="*/ 412 h 706"/>
              <a:gd name="T64" fmla="*/ 250 w 677"/>
              <a:gd name="T65" fmla="*/ 412 h 706"/>
              <a:gd name="T66" fmla="*/ 240 w 677"/>
              <a:gd name="T67" fmla="*/ 416 h 706"/>
              <a:gd name="T68" fmla="*/ 235 w 677"/>
              <a:gd name="T69" fmla="*/ 427 h 706"/>
              <a:gd name="T70" fmla="*/ 235 w 677"/>
              <a:gd name="T71" fmla="*/ 676 h 706"/>
              <a:gd name="T72" fmla="*/ 89 w 677"/>
              <a:gd name="T73" fmla="*/ 676 h 706"/>
              <a:gd name="T74" fmla="*/ 89 w 677"/>
              <a:gd name="T75" fmla="*/ 287 h 706"/>
              <a:gd name="T76" fmla="*/ 338 w 677"/>
              <a:gd name="T77" fmla="*/ 37 h 706"/>
              <a:gd name="T78" fmla="*/ 586 w 677"/>
              <a:gd name="T79" fmla="*/ 287 h 706"/>
              <a:gd name="T80" fmla="*/ 586 w 677"/>
              <a:gd name="T81" fmla="*/ 676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77" h="706">
                <a:moveTo>
                  <a:pt x="670" y="328"/>
                </a:moveTo>
                <a:lnTo>
                  <a:pt x="670" y="328"/>
                </a:lnTo>
                <a:cubicBezTo>
                  <a:pt x="349" y="7"/>
                  <a:pt x="349" y="7"/>
                  <a:pt x="349" y="7"/>
                </a:cubicBezTo>
                <a:cubicBezTo>
                  <a:pt x="342" y="0"/>
                  <a:pt x="334" y="0"/>
                  <a:pt x="328" y="7"/>
                </a:cubicBezTo>
                <a:cubicBezTo>
                  <a:pt x="6" y="328"/>
                  <a:pt x="6" y="328"/>
                  <a:pt x="6" y="328"/>
                </a:cubicBezTo>
                <a:cubicBezTo>
                  <a:pt x="0" y="334"/>
                  <a:pt x="0" y="344"/>
                  <a:pt x="6" y="349"/>
                </a:cubicBezTo>
                <a:cubicBezTo>
                  <a:pt x="11" y="355"/>
                  <a:pt x="21" y="355"/>
                  <a:pt x="26" y="349"/>
                </a:cubicBezTo>
                <a:cubicBezTo>
                  <a:pt x="59" y="316"/>
                  <a:pt x="59" y="316"/>
                  <a:pt x="59" y="316"/>
                </a:cubicBezTo>
                <a:cubicBezTo>
                  <a:pt x="59" y="691"/>
                  <a:pt x="59" y="691"/>
                  <a:pt x="59" y="691"/>
                </a:cubicBezTo>
                <a:cubicBezTo>
                  <a:pt x="59" y="695"/>
                  <a:pt x="62" y="698"/>
                  <a:pt x="65" y="700"/>
                </a:cubicBezTo>
                <a:cubicBezTo>
                  <a:pt x="66" y="703"/>
                  <a:pt x="70" y="705"/>
                  <a:pt x="74" y="705"/>
                </a:cubicBezTo>
                <a:cubicBezTo>
                  <a:pt x="250" y="705"/>
                  <a:pt x="250" y="705"/>
                  <a:pt x="250" y="705"/>
                </a:cubicBezTo>
                <a:cubicBezTo>
                  <a:pt x="254" y="705"/>
                  <a:pt x="258" y="703"/>
                  <a:pt x="261" y="700"/>
                </a:cubicBezTo>
                <a:cubicBezTo>
                  <a:pt x="264" y="698"/>
                  <a:pt x="265" y="695"/>
                  <a:pt x="265" y="691"/>
                </a:cubicBezTo>
                <a:cubicBezTo>
                  <a:pt x="265" y="441"/>
                  <a:pt x="265" y="441"/>
                  <a:pt x="265" y="441"/>
                </a:cubicBezTo>
                <a:cubicBezTo>
                  <a:pt x="411" y="441"/>
                  <a:pt x="411" y="441"/>
                  <a:pt x="411" y="441"/>
                </a:cubicBezTo>
                <a:cubicBezTo>
                  <a:pt x="411" y="691"/>
                  <a:pt x="411" y="691"/>
                  <a:pt x="411" y="691"/>
                </a:cubicBezTo>
                <a:cubicBezTo>
                  <a:pt x="411" y="695"/>
                  <a:pt x="413" y="698"/>
                  <a:pt x="416" y="700"/>
                </a:cubicBezTo>
                <a:cubicBezTo>
                  <a:pt x="418" y="703"/>
                  <a:pt x="422" y="705"/>
                  <a:pt x="426" y="705"/>
                </a:cubicBezTo>
                <a:cubicBezTo>
                  <a:pt x="601" y="705"/>
                  <a:pt x="601" y="705"/>
                  <a:pt x="601" y="705"/>
                </a:cubicBezTo>
                <a:cubicBezTo>
                  <a:pt x="606" y="705"/>
                  <a:pt x="610" y="703"/>
                  <a:pt x="612" y="700"/>
                </a:cubicBezTo>
                <a:cubicBezTo>
                  <a:pt x="615" y="698"/>
                  <a:pt x="617" y="695"/>
                  <a:pt x="617" y="691"/>
                </a:cubicBezTo>
                <a:cubicBezTo>
                  <a:pt x="617" y="316"/>
                  <a:pt x="617" y="316"/>
                  <a:pt x="617" y="316"/>
                </a:cubicBezTo>
                <a:cubicBezTo>
                  <a:pt x="650" y="349"/>
                  <a:pt x="650" y="349"/>
                  <a:pt x="650" y="349"/>
                </a:cubicBezTo>
                <a:cubicBezTo>
                  <a:pt x="655" y="355"/>
                  <a:pt x="665" y="355"/>
                  <a:pt x="670" y="349"/>
                </a:cubicBezTo>
                <a:cubicBezTo>
                  <a:pt x="676" y="344"/>
                  <a:pt x="676" y="334"/>
                  <a:pt x="670" y="328"/>
                </a:cubicBezTo>
                <a:close/>
                <a:moveTo>
                  <a:pt x="586" y="676"/>
                </a:moveTo>
                <a:lnTo>
                  <a:pt x="586" y="676"/>
                </a:lnTo>
                <a:cubicBezTo>
                  <a:pt x="441" y="676"/>
                  <a:pt x="441" y="676"/>
                  <a:pt x="441" y="676"/>
                </a:cubicBezTo>
                <a:cubicBezTo>
                  <a:pt x="441" y="427"/>
                  <a:pt x="441" y="427"/>
                  <a:pt x="441" y="427"/>
                </a:cubicBezTo>
                <a:cubicBezTo>
                  <a:pt x="441" y="423"/>
                  <a:pt x="440" y="419"/>
                  <a:pt x="437" y="416"/>
                </a:cubicBezTo>
                <a:cubicBezTo>
                  <a:pt x="434" y="414"/>
                  <a:pt x="430" y="412"/>
                  <a:pt x="426" y="412"/>
                </a:cubicBezTo>
                <a:cubicBezTo>
                  <a:pt x="250" y="412"/>
                  <a:pt x="250" y="412"/>
                  <a:pt x="250" y="412"/>
                </a:cubicBezTo>
                <a:cubicBezTo>
                  <a:pt x="246" y="412"/>
                  <a:pt x="242" y="414"/>
                  <a:pt x="240" y="416"/>
                </a:cubicBezTo>
                <a:cubicBezTo>
                  <a:pt x="238" y="419"/>
                  <a:pt x="235" y="423"/>
                  <a:pt x="235" y="427"/>
                </a:cubicBezTo>
                <a:cubicBezTo>
                  <a:pt x="235" y="676"/>
                  <a:pt x="235" y="676"/>
                  <a:pt x="235" y="676"/>
                </a:cubicBezTo>
                <a:cubicBezTo>
                  <a:pt x="89" y="676"/>
                  <a:pt x="89" y="676"/>
                  <a:pt x="89" y="676"/>
                </a:cubicBezTo>
                <a:cubicBezTo>
                  <a:pt x="89" y="287"/>
                  <a:pt x="89" y="287"/>
                  <a:pt x="89" y="287"/>
                </a:cubicBezTo>
                <a:cubicBezTo>
                  <a:pt x="338" y="37"/>
                  <a:pt x="338" y="37"/>
                  <a:pt x="338" y="37"/>
                </a:cubicBezTo>
                <a:cubicBezTo>
                  <a:pt x="586" y="287"/>
                  <a:pt x="586" y="287"/>
                  <a:pt x="586" y="287"/>
                </a:cubicBezTo>
                <a:lnTo>
                  <a:pt x="586" y="676"/>
                </a:lnTo>
                <a:close/>
              </a:path>
            </a:pathLst>
          </a:custGeom>
          <a:solidFill>
            <a:schemeClr val="accent4"/>
          </a:solidFill>
          <a:ln>
            <a:noFill/>
          </a:ln>
          <a:effectLst/>
        </p:spPr>
        <p:txBody>
          <a:bodyPr wrap="none" anchor="ctr"/>
          <a:lstStyle/>
          <a:p>
            <a:endParaRPr lang="da-DK"/>
          </a:p>
        </p:txBody>
      </p:sp>
      <p:sp>
        <p:nvSpPr>
          <p:cNvPr id="477" name="Freeform 397">
            <a:extLst>
              <a:ext uri="{FF2B5EF4-FFF2-40B4-BE49-F238E27FC236}">
                <a16:creationId xmlns:a16="http://schemas.microsoft.com/office/drawing/2014/main" id="{C2F4BACB-F6E6-B480-F10F-4058CB757C15}"/>
              </a:ext>
            </a:extLst>
          </p:cNvPr>
          <p:cNvSpPr>
            <a:spLocks noChangeArrowheads="1"/>
          </p:cNvSpPr>
          <p:nvPr/>
        </p:nvSpPr>
        <p:spPr bwMode="auto">
          <a:xfrm>
            <a:off x="9512424" y="4170785"/>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solidFill>
            <a:schemeClr val="accent4"/>
          </a:solidFill>
          <a:ln>
            <a:noFill/>
          </a:ln>
          <a:effectLst/>
        </p:spPr>
        <p:txBody>
          <a:bodyPr wrap="none" anchor="ctr"/>
          <a:lstStyle/>
          <a:p>
            <a:endParaRPr lang="da-DK"/>
          </a:p>
        </p:txBody>
      </p:sp>
      <p:grpSp>
        <p:nvGrpSpPr>
          <p:cNvPr id="478" name="Group 481">
            <a:extLst>
              <a:ext uri="{FF2B5EF4-FFF2-40B4-BE49-F238E27FC236}">
                <a16:creationId xmlns:a16="http://schemas.microsoft.com/office/drawing/2014/main" id="{403BDA43-A546-75A7-B871-488244C15300}"/>
              </a:ext>
            </a:extLst>
          </p:cNvPr>
          <p:cNvGrpSpPr/>
          <p:nvPr/>
        </p:nvGrpSpPr>
        <p:grpSpPr>
          <a:xfrm>
            <a:off x="9575924" y="4663703"/>
            <a:ext cx="158750" cy="254000"/>
            <a:chOff x="8434388" y="5021263"/>
            <a:chExt cx="158750" cy="254000"/>
          </a:xfrm>
          <a:solidFill>
            <a:schemeClr val="accent4"/>
          </a:solidFill>
        </p:grpSpPr>
        <p:sp>
          <p:nvSpPr>
            <p:cNvPr id="479" name="Freeform 398">
              <a:extLst>
                <a:ext uri="{FF2B5EF4-FFF2-40B4-BE49-F238E27FC236}">
                  <a16:creationId xmlns:a16="http://schemas.microsoft.com/office/drawing/2014/main" id="{C1E975DF-F2C9-E2F0-F36C-F66B87622880}"/>
                </a:ext>
              </a:extLst>
            </p:cNvPr>
            <p:cNvSpPr>
              <a:spLocks noChangeArrowheads="1"/>
            </p:cNvSpPr>
            <p:nvPr/>
          </p:nvSpPr>
          <p:spPr bwMode="auto">
            <a:xfrm>
              <a:off x="8434388" y="5148263"/>
              <a:ext cx="158750" cy="127000"/>
            </a:xfrm>
            <a:custGeom>
              <a:avLst/>
              <a:gdLst>
                <a:gd name="T0" fmla="*/ 31 w 441"/>
                <a:gd name="T1" fmla="*/ 15 h 352"/>
                <a:gd name="T2" fmla="*/ 31 w 441"/>
                <a:gd name="T3" fmla="*/ 15 h 352"/>
                <a:gd name="T4" fmla="*/ 16 w 441"/>
                <a:gd name="T5" fmla="*/ 0 h 352"/>
                <a:gd name="T6" fmla="*/ 0 w 441"/>
                <a:gd name="T7" fmla="*/ 15 h 352"/>
                <a:gd name="T8" fmla="*/ 206 w 441"/>
                <a:gd name="T9" fmla="*/ 233 h 352"/>
                <a:gd name="T10" fmla="*/ 206 w 441"/>
                <a:gd name="T11" fmla="*/ 322 h 352"/>
                <a:gd name="T12" fmla="*/ 162 w 441"/>
                <a:gd name="T13" fmla="*/ 322 h 352"/>
                <a:gd name="T14" fmla="*/ 147 w 441"/>
                <a:gd name="T15" fmla="*/ 338 h 352"/>
                <a:gd name="T16" fmla="*/ 162 w 441"/>
                <a:gd name="T17" fmla="*/ 351 h 352"/>
                <a:gd name="T18" fmla="*/ 279 w 441"/>
                <a:gd name="T19" fmla="*/ 351 h 352"/>
                <a:gd name="T20" fmla="*/ 294 w 441"/>
                <a:gd name="T21" fmla="*/ 338 h 352"/>
                <a:gd name="T22" fmla="*/ 279 w 441"/>
                <a:gd name="T23" fmla="*/ 322 h 352"/>
                <a:gd name="T24" fmla="*/ 235 w 441"/>
                <a:gd name="T25" fmla="*/ 322 h 352"/>
                <a:gd name="T26" fmla="*/ 235 w 441"/>
                <a:gd name="T27" fmla="*/ 233 h 352"/>
                <a:gd name="T28" fmla="*/ 440 w 441"/>
                <a:gd name="T29" fmla="*/ 15 h 352"/>
                <a:gd name="T30" fmla="*/ 426 w 441"/>
                <a:gd name="T31" fmla="*/ 0 h 352"/>
                <a:gd name="T32" fmla="*/ 411 w 441"/>
                <a:gd name="T33" fmla="*/ 15 h 352"/>
                <a:gd name="T34" fmla="*/ 411 w 441"/>
                <a:gd name="T35" fmla="*/ 15 h 352"/>
                <a:gd name="T36" fmla="*/ 355 w 441"/>
                <a:gd name="T37" fmla="*/ 149 h 352"/>
                <a:gd name="T38" fmla="*/ 220 w 441"/>
                <a:gd name="T39" fmla="*/ 206 h 352"/>
                <a:gd name="T40" fmla="*/ 86 w 441"/>
                <a:gd name="T41" fmla="*/ 149 h 352"/>
                <a:gd name="T42" fmla="*/ 31 w 441"/>
                <a:gd name="T43" fmla="*/ 15 h 3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1" h="352">
                  <a:moveTo>
                    <a:pt x="31" y="15"/>
                  </a:moveTo>
                  <a:lnTo>
                    <a:pt x="31" y="15"/>
                  </a:lnTo>
                  <a:cubicBezTo>
                    <a:pt x="31" y="7"/>
                    <a:pt x="24" y="0"/>
                    <a:pt x="16" y="0"/>
                  </a:cubicBezTo>
                  <a:cubicBezTo>
                    <a:pt x="7" y="0"/>
                    <a:pt x="0" y="7"/>
                    <a:pt x="0" y="15"/>
                  </a:cubicBezTo>
                  <a:cubicBezTo>
                    <a:pt x="0" y="132"/>
                    <a:pt x="91" y="226"/>
                    <a:pt x="206" y="233"/>
                  </a:cubicBezTo>
                  <a:cubicBezTo>
                    <a:pt x="206" y="322"/>
                    <a:pt x="206" y="322"/>
                    <a:pt x="206" y="322"/>
                  </a:cubicBezTo>
                  <a:cubicBezTo>
                    <a:pt x="162" y="322"/>
                    <a:pt x="162" y="322"/>
                    <a:pt x="162" y="322"/>
                  </a:cubicBezTo>
                  <a:cubicBezTo>
                    <a:pt x="154" y="322"/>
                    <a:pt x="147" y="329"/>
                    <a:pt x="147" y="338"/>
                  </a:cubicBezTo>
                  <a:cubicBezTo>
                    <a:pt x="147" y="346"/>
                    <a:pt x="154" y="351"/>
                    <a:pt x="162" y="351"/>
                  </a:cubicBezTo>
                  <a:cubicBezTo>
                    <a:pt x="279" y="351"/>
                    <a:pt x="279" y="351"/>
                    <a:pt x="279" y="351"/>
                  </a:cubicBezTo>
                  <a:cubicBezTo>
                    <a:pt x="287" y="351"/>
                    <a:pt x="294" y="346"/>
                    <a:pt x="294" y="338"/>
                  </a:cubicBezTo>
                  <a:cubicBezTo>
                    <a:pt x="294" y="329"/>
                    <a:pt x="287" y="322"/>
                    <a:pt x="279" y="322"/>
                  </a:cubicBezTo>
                  <a:cubicBezTo>
                    <a:pt x="235" y="322"/>
                    <a:pt x="235" y="322"/>
                    <a:pt x="235" y="322"/>
                  </a:cubicBezTo>
                  <a:cubicBezTo>
                    <a:pt x="235" y="233"/>
                    <a:pt x="235" y="233"/>
                    <a:pt x="235" y="233"/>
                  </a:cubicBezTo>
                  <a:cubicBezTo>
                    <a:pt x="349" y="226"/>
                    <a:pt x="440" y="132"/>
                    <a:pt x="440" y="15"/>
                  </a:cubicBezTo>
                  <a:cubicBezTo>
                    <a:pt x="440" y="7"/>
                    <a:pt x="434" y="0"/>
                    <a:pt x="426" y="0"/>
                  </a:cubicBezTo>
                  <a:cubicBezTo>
                    <a:pt x="418" y="0"/>
                    <a:pt x="411" y="7"/>
                    <a:pt x="411" y="15"/>
                  </a:cubicBezTo>
                  <a:lnTo>
                    <a:pt x="411" y="15"/>
                  </a:lnTo>
                  <a:cubicBezTo>
                    <a:pt x="411" y="67"/>
                    <a:pt x="389" y="115"/>
                    <a:pt x="355" y="149"/>
                  </a:cubicBezTo>
                  <a:cubicBezTo>
                    <a:pt x="320" y="184"/>
                    <a:pt x="274" y="206"/>
                    <a:pt x="220" y="206"/>
                  </a:cubicBezTo>
                  <a:cubicBezTo>
                    <a:pt x="168" y="206"/>
                    <a:pt x="120" y="184"/>
                    <a:pt x="86" y="149"/>
                  </a:cubicBezTo>
                  <a:cubicBezTo>
                    <a:pt x="51" y="115"/>
                    <a:pt x="31" y="67"/>
                    <a:pt x="3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9">
              <a:extLst>
                <a:ext uri="{FF2B5EF4-FFF2-40B4-BE49-F238E27FC236}">
                  <a16:creationId xmlns:a16="http://schemas.microsoft.com/office/drawing/2014/main" id="{8BE4A655-6E9F-20AF-D0E1-E00D8F8B2F38}"/>
                </a:ext>
              </a:extLst>
            </p:cNvPr>
            <p:cNvSpPr>
              <a:spLocks noChangeArrowheads="1"/>
            </p:cNvSpPr>
            <p:nvPr/>
          </p:nvSpPr>
          <p:spPr bwMode="auto">
            <a:xfrm>
              <a:off x="8466138" y="5021263"/>
              <a:ext cx="95250" cy="179387"/>
            </a:xfrm>
            <a:custGeom>
              <a:avLst/>
              <a:gdLst>
                <a:gd name="T0" fmla="*/ 132 w 265"/>
                <a:gd name="T1" fmla="*/ 0 h 500"/>
                <a:gd name="T2" fmla="*/ 132 w 265"/>
                <a:gd name="T3" fmla="*/ 0 h 500"/>
                <a:gd name="T4" fmla="*/ 0 w 265"/>
                <a:gd name="T5" fmla="*/ 132 h 500"/>
                <a:gd name="T6" fmla="*/ 0 w 265"/>
                <a:gd name="T7" fmla="*/ 367 h 500"/>
                <a:gd name="T8" fmla="*/ 132 w 265"/>
                <a:gd name="T9" fmla="*/ 499 h 500"/>
                <a:gd name="T10" fmla="*/ 264 w 265"/>
                <a:gd name="T11" fmla="*/ 367 h 500"/>
                <a:gd name="T12" fmla="*/ 264 w 265"/>
                <a:gd name="T13" fmla="*/ 338 h 500"/>
                <a:gd name="T14" fmla="*/ 264 w 265"/>
                <a:gd name="T15" fmla="*/ 338 h 500"/>
                <a:gd name="T16" fmla="*/ 264 w 265"/>
                <a:gd name="T17" fmla="*/ 338 h 500"/>
                <a:gd name="T18" fmla="*/ 264 w 265"/>
                <a:gd name="T19" fmla="*/ 250 h 500"/>
                <a:gd name="T20" fmla="*/ 264 w 265"/>
                <a:gd name="T21" fmla="*/ 250 h 500"/>
                <a:gd name="T22" fmla="*/ 264 w 265"/>
                <a:gd name="T23" fmla="*/ 250 h 500"/>
                <a:gd name="T24" fmla="*/ 264 w 265"/>
                <a:gd name="T25" fmla="*/ 162 h 500"/>
                <a:gd name="T26" fmla="*/ 264 w 265"/>
                <a:gd name="T27" fmla="*/ 162 h 500"/>
                <a:gd name="T28" fmla="*/ 264 w 265"/>
                <a:gd name="T29" fmla="*/ 162 h 500"/>
                <a:gd name="T30" fmla="*/ 264 w 265"/>
                <a:gd name="T31" fmla="*/ 132 h 500"/>
                <a:gd name="T32" fmla="*/ 132 w 265"/>
                <a:gd name="T33" fmla="*/ 0 h 500"/>
                <a:gd name="T34" fmla="*/ 205 w 265"/>
                <a:gd name="T35" fmla="*/ 440 h 500"/>
                <a:gd name="T36" fmla="*/ 205 w 265"/>
                <a:gd name="T37" fmla="*/ 440 h 500"/>
                <a:gd name="T38" fmla="*/ 132 w 265"/>
                <a:gd name="T39" fmla="*/ 470 h 500"/>
                <a:gd name="T40" fmla="*/ 61 w 265"/>
                <a:gd name="T41" fmla="*/ 440 h 500"/>
                <a:gd name="T42" fmla="*/ 30 w 265"/>
                <a:gd name="T43" fmla="*/ 367 h 500"/>
                <a:gd name="T44" fmla="*/ 30 w 265"/>
                <a:gd name="T45" fmla="*/ 352 h 500"/>
                <a:gd name="T46" fmla="*/ 44 w 265"/>
                <a:gd name="T47" fmla="*/ 352 h 500"/>
                <a:gd name="T48" fmla="*/ 59 w 265"/>
                <a:gd name="T49" fmla="*/ 338 h 500"/>
                <a:gd name="T50" fmla="*/ 44 w 265"/>
                <a:gd name="T51" fmla="*/ 323 h 500"/>
                <a:gd name="T52" fmla="*/ 30 w 265"/>
                <a:gd name="T53" fmla="*/ 323 h 500"/>
                <a:gd name="T54" fmla="*/ 30 w 265"/>
                <a:gd name="T55" fmla="*/ 264 h 500"/>
                <a:gd name="T56" fmla="*/ 44 w 265"/>
                <a:gd name="T57" fmla="*/ 264 h 500"/>
                <a:gd name="T58" fmla="*/ 59 w 265"/>
                <a:gd name="T59" fmla="*/ 250 h 500"/>
                <a:gd name="T60" fmla="*/ 44 w 265"/>
                <a:gd name="T61" fmla="*/ 235 h 500"/>
                <a:gd name="T62" fmla="*/ 30 w 265"/>
                <a:gd name="T63" fmla="*/ 235 h 500"/>
                <a:gd name="T64" fmla="*/ 30 w 265"/>
                <a:gd name="T65" fmla="*/ 176 h 500"/>
                <a:gd name="T66" fmla="*/ 44 w 265"/>
                <a:gd name="T67" fmla="*/ 176 h 500"/>
                <a:gd name="T68" fmla="*/ 59 w 265"/>
                <a:gd name="T69" fmla="*/ 162 h 500"/>
                <a:gd name="T70" fmla="*/ 44 w 265"/>
                <a:gd name="T71" fmla="*/ 147 h 500"/>
                <a:gd name="T72" fmla="*/ 30 w 265"/>
                <a:gd name="T73" fmla="*/ 147 h 500"/>
                <a:gd name="T74" fmla="*/ 30 w 265"/>
                <a:gd name="T75" fmla="*/ 132 h 500"/>
                <a:gd name="T76" fmla="*/ 61 w 265"/>
                <a:gd name="T77" fmla="*/ 61 h 500"/>
                <a:gd name="T78" fmla="*/ 132 w 265"/>
                <a:gd name="T79" fmla="*/ 31 h 500"/>
                <a:gd name="T80" fmla="*/ 205 w 265"/>
                <a:gd name="T81" fmla="*/ 61 h 500"/>
                <a:gd name="T82" fmla="*/ 235 w 265"/>
                <a:gd name="T83" fmla="*/ 132 h 500"/>
                <a:gd name="T84" fmla="*/ 235 w 265"/>
                <a:gd name="T85" fmla="*/ 147 h 500"/>
                <a:gd name="T86" fmla="*/ 220 w 265"/>
                <a:gd name="T87" fmla="*/ 147 h 500"/>
                <a:gd name="T88" fmla="*/ 206 w 265"/>
                <a:gd name="T89" fmla="*/ 162 h 500"/>
                <a:gd name="T90" fmla="*/ 220 w 265"/>
                <a:gd name="T91" fmla="*/ 176 h 500"/>
                <a:gd name="T92" fmla="*/ 235 w 265"/>
                <a:gd name="T93" fmla="*/ 176 h 500"/>
                <a:gd name="T94" fmla="*/ 235 w 265"/>
                <a:gd name="T95" fmla="*/ 235 h 500"/>
                <a:gd name="T96" fmla="*/ 220 w 265"/>
                <a:gd name="T97" fmla="*/ 235 h 500"/>
                <a:gd name="T98" fmla="*/ 206 w 265"/>
                <a:gd name="T99" fmla="*/ 250 h 500"/>
                <a:gd name="T100" fmla="*/ 220 w 265"/>
                <a:gd name="T101" fmla="*/ 264 h 500"/>
                <a:gd name="T102" fmla="*/ 235 w 265"/>
                <a:gd name="T103" fmla="*/ 264 h 500"/>
                <a:gd name="T104" fmla="*/ 235 w 265"/>
                <a:gd name="T105" fmla="*/ 323 h 500"/>
                <a:gd name="T106" fmla="*/ 220 w 265"/>
                <a:gd name="T107" fmla="*/ 323 h 500"/>
                <a:gd name="T108" fmla="*/ 206 w 265"/>
                <a:gd name="T109" fmla="*/ 338 h 500"/>
                <a:gd name="T110" fmla="*/ 220 w 265"/>
                <a:gd name="T111" fmla="*/ 352 h 500"/>
                <a:gd name="T112" fmla="*/ 235 w 265"/>
                <a:gd name="T113" fmla="*/ 352 h 500"/>
                <a:gd name="T114" fmla="*/ 235 w 265"/>
                <a:gd name="T115" fmla="*/ 367 h 500"/>
                <a:gd name="T116" fmla="*/ 205 w 265"/>
                <a:gd name="T117" fmla="*/ 440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5" h="500">
                  <a:moveTo>
                    <a:pt x="132" y="0"/>
                  </a:moveTo>
                  <a:lnTo>
                    <a:pt x="132" y="0"/>
                  </a:lnTo>
                  <a:cubicBezTo>
                    <a:pt x="59" y="0"/>
                    <a:pt x="0" y="60"/>
                    <a:pt x="0" y="132"/>
                  </a:cubicBezTo>
                  <a:cubicBezTo>
                    <a:pt x="0" y="367"/>
                    <a:pt x="0" y="367"/>
                    <a:pt x="0" y="367"/>
                  </a:cubicBezTo>
                  <a:cubicBezTo>
                    <a:pt x="0" y="440"/>
                    <a:pt x="59" y="499"/>
                    <a:pt x="132" y="499"/>
                  </a:cubicBezTo>
                  <a:cubicBezTo>
                    <a:pt x="205" y="499"/>
                    <a:pt x="264" y="440"/>
                    <a:pt x="264" y="367"/>
                  </a:cubicBezTo>
                  <a:cubicBezTo>
                    <a:pt x="264" y="338"/>
                    <a:pt x="264" y="338"/>
                    <a:pt x="264" y="338"/>
                  </a:cubicBezTo>
                  <a:lnTo>
                    <a:pt x="264" y="338"/>
                  </a:lnTo>
                  <a:lnTo>
                    <a:pt x="264" y="338"/>
                  </a:lnTo>
                  <a:cubicBezTo>
                    <a:pt x="264" y="250"/>
                    <a:pt x="264" y="250"/>
                    <a:pt x="264" y="250"/>
                  </a:cubicBezTo>
                  <a:lnTo>
                    <a:pt x="264" y="250"/>
                  </a:lnTo>
                  <a:lnTo>
                    <a:pt x="264" y="250"/>
                  </a:lnTo>
                  <a:cubicBezTo>
                    <a:pt x="264" y="162"/>
                    <a:pt x="264" y="162"/>
                    <a:pt x="264" y="162"/>
                  </a:cubicBezTo>
                  <a:lnTo>
                    <a:pt x="264" y="162"/>
                  </a:lnTo>
                  <a:lnTo>
                    <a:pt x="264" y="162"/>
                  </a:lnTo>
                  <a:cubicBezTo>
                    <a:pt x="264" y="132"/>
                    <a:pt x="264" y="132"/>
                    <a:pt x="264" y="132"/>
                  </a:cubicBezTo>
                  <a:cubicBezTo>
                    <a:pt x="264" y="60"/>
                    <a:pt x="205" y="0"/>
                    <a:pt x="132" y="0"/>
                  </a:cubicBezTo>
                  <a:close/>
                  <a:moveTo>
                    <a:pt x="205" y="440"/>
                  </a:moveTo>
                  <a:lnTo>
                    <a:pt x="205" y="440"/>
                  </a:lnTo>
                  <a:cubicBezTo>
                    <a:pt x="187" y="458"/>
                    <a:pt x="161" y="470"/>
                    <a:pt x="132" y="470"/>
                  </a:cubicBezTo>
                  <a:cubicBezTo>
                    <a:pt x="105" y="470"/>
                    <a:pt x="79" y="458"/>
                    <a:pt x="61" y="440"/>
                  </a:cubicBezTo>
                  <a:cubicBezTo>
                    <a:pt x="41" y="421"/>
                    <a:pt x="30" y="396"/>
                    <a:pt x="30" y="367"/>
                  </a:cubicBezTo>
                  <a:cubicBezTo>
                    <a:pt x="30" y="352"/>
                    <a:pt x="30" y="352"/>
                    <a:pt x="30" y="352"/>
                  </a:cubicBezTo>
                  <a:cubicBezTo>
                    <a:pt x="44" y="352"/>
                    <a:pt x="44" y="352"/>
                    <a:pt x="44" y="352"/>
                  </a:cubicBezTo>
                  <a:cubicBezTo>
                    <a:pt x="52" y="352"/>
                    <a:pt x="59" y="346"/>
                    <a:pt x="59" y="338"/>
                  </a:cubicBezTo>
                  <a:cubicBezTo>
                    <a:pt x="59" y="330"/>
                    <a:pt x="52" y="323"/>
                    <a:pt x="44" y="323"/>
                  </a:cubicBezTo>
                  <a:cubicBezTo>
                    <a:pt x="30" y="323"/>
                    <a:pt x="30" y="323"/>
                    <a:pt x="30" y="323"/>
                  </a:cubicBezTo>
                  <a:cubicBezTo>
                    <a:pt x="30" y="264"/>
                    <a:pt x="30" y="264"/>
                    <a:pt x="30" y="264"/>
                  </a:cubicBezTo>
                  <a:cubicBezTo>
                    <a:pt x="44" y="264"/>
                    <a:pt x="44" y="264"/>
                    <a:pt x="44" y="264"/>
                  </a:cubicBezTo>
                  <a:cubicBezTo>
                    <a:pt x="52" y="264"/>
                    <a:pt x="59" y="259"/>
                    <a:pt x="59" y="250"/>
                  </a:cubicBezTo>
                  <a:cubicBezTo>
                    <a:pt x="59" y="242"/>
                    <a:pt x="52" y="235"/>
                    <a:pt x="44" y="235"/>
                  </a:cubicBezTo>
                  <a:cubicBezTo>
                    <a:pt x="30" y="235"/>
                    <a:pt x="30" y="235"/>
                    <a:pt x="30" y="235"/>
                  </a:cubicBezTo>
                  <a:cubicBezTo>
                    <a:pt x="30" y="176"/>
                    <a:pt x="30" y="176"/>
                    <a:pt x="30" y="176"/>
                  </a:cubicBezTo>
                  <a:cubicBezTo>
                    <a:pt x="44" y="176"/>
                    <a:pt x="44" y="176"/>
                    <a:pt x="44" y="176"/>
                  </a:cubicBezTo>
                  <a:cubicBezTo>
                    <a:pt x="52" y="176"/>
                    <a:pt x="59" y="171"/>
                    <a:pt x="59" y="162"/>
                  </a:cubicBezTo>
                  <a:cubicBezTo>
                    <a:pt x="59" y="154"/>
                    <a:pt x="52" y="147"/>
                    <a:pt x="44" y="147"/>
                  </a:cubicBezTo>
                  <a:cubicBezTo>
                    <a:pt x="30" y="147"/>
                    <a:pt x="30" y="147"/>
                    <a:pt x="30" y="147"/>
                  </a:cubicBezTo>
                  <a:cubicBezTo>
                    <a:pt x="30" y="132"/>
                    <a:pt x="30" y="132"/>
                    <a:pt x="30" y="132"/>
                  </a:cubicBezTo>
                  <a:cubicBezTo>
                    <a:pt x="30" y="105"/>
                    <a:pt x="41" y="79"/>
                    <a:pt x="61" y="61"/>
                  </a:cubicBezTo>
                  <a:cubicBezTo>
                    <a:pt x="79" y="42"/>
                    <a:pt x="105" y="31"/>
                    <a:pt x="132" y="31"/>
                  </a:cubicBezTo>
                  <a:cubicBezTo>
                    <a:pt x="161" y="31"/>
                    <a:pt x="187" y="42"/>
                    <a:pt x="205" y="61"/>
                  </a:cubicBezTo>
                  <a:cubicBezTo>
                    <a:pt x="224" y="79"/>
                    <a:pt x="235" y="105"/>
                    <a:pt x="235" y="132"/>
                  </a:cubicBezTo>
                  <a:cubicBezTo>
                    <a:pt x="235" y="147"/>
                    <a:pt x="235" y="147"/>
                    <a:pt x="235" y="147"/>
                  </a:cubicBezTo>
                  <a:cubicBezTo>
                    <a:pt x="220" y="147"/>
                    <a:pt x="220" y="147"/>
                    <a:pt x="220" y="147"/>
                  </a:cubicBezTo>
                  <a:cubicBezTo>
                    <a:pt x="212" y="147"/>
                    <a:pt x="206" y="154"/>
                    <a:pt x="206" y="162"/>
                  </a:cubicBezTo>
                  <a:cubicBezTo>
                    <a:pt x="206" y="171"/>
                    <a:pt x="212" y="176"/>
                    <a:pt x="220" y="176"/>
                  </a:cubicBezTo>
                  <a:cubicBezTo>
                    <a:pt x="235" y="176"/>
                    <a:pt x="235" y="176"/>
                    <a:pt x="235" y="176"/>
                  </a:cubicBezTo>
                  <a:cubicBezTo>
                    <a:pt x="235" y="235"/>
                    <a:pt x="235" y="235"/>
                    <a:pt x="235" y="235"/>
                  </a:cubicBezTo>
                  <a:cubicBezTo>
                    <a:pt x="220" y="235"/>
                    <a:pt x="220" y="235"/>
                    <a:pt x="220" y="235"/>
                  </a:cubicBezTo>
                  <a:cubicBezTo>
                    <a:pt x="212" y="235"/>
                    <a:pt x="206" y="242"/>
                    <a:pt x="206" y="250"/>
                  </a:cubicBezTo>
                  <a:cubicBezTo>
                    <a:pt x="206" y="259"/>
                    <a:pt x="212" y="264"/>
                    <a:pt x="220" y="264"/>
                  </a:cubicBezTo>
                  <a:cubicBezTo>
                    <a:pt x="235" y="264"/>
                    <a:pt x="235" y="264"/>
                    <a:pt x="235" y="264"/>
                  </a:cubicBezTo>
                  <a:cubicBezTo>
                    <a:pt x="235" y="323"/>
                    <a:pt x="235" y="323"/>
                    <a:pt x="235" y="323"/>
                  </a:cubicBezTo>
                  <a:cubicBezTo>
                    <a:pt x="220" y="323"/>
                    <a:pt x="220" y="323"/>
                    <a:pt x="220" y="323"/>
                  </a:cubicBezTo>
                  <a:cubicBezTo>
                    <a:pt x="212" y="323"/>
                    <a:pt x="206" y="330"/>
                    <a:pt x="206" y="338"/>
                  </a:cubicBezTo>
                  <a:cubicBezTo>
                    <a:pt x="206" y="346"/>
                    <a:pt x="212" y="352"/>
                    <a:pt x="220" y="352"/>
                  </a:cubicBezTo>
                  <a:cubicBezTo>
                    <a:pt x="235" y="352"/>
                    <a:pt x="235" y="352"/>
                    <a:pt x="235" y="352"/>
                  </a:cubicBezTo>
                  <a:cubicBezTo>
                    <a:pt x="235" y="367"/>
                    <a:pt x="235" y="367"/>
                    <a:pt x="235" y="367"/>
                  </a:cubicBezTo>
                  <a:cubicBezTo>
                    <a:pt x="235" y="396"/>
                    <a:pt x="224" y="421"/>
                    <a:pt x="205" y="4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1" name="Group 484">
            <a:extLst>
              <a:ext uri="{FF2B5EF4-FFF2-40B4-BE49-F238E27FC236}">
                <a16:creationId xmlns:a16="http://schemas.microsoft.com/office/drawing/2014/main" id="{14F1CC6E-EBBC-30A7-5ADD-3A0434BDD608}"/>
              </a:ext>
            </a:extLst>
          </p:cNvPr>
          <p:cNvGrpSpPr/>
          <p:nvPr/>
        </p:nvGrpSpPr>
        <p:grpSpPr>
          <a:xfrm>
            <a:off x="10981927" y="4167609"/>
            <a:ext cx="254000" cy="222250"/>
            <a:chOff x="9393238" y="4529138"/>
            <a:chExt cx="254000" cy="222250"/>
          </a:xfrm>
          <a:solidFill>
            <a:schemeClr val="accent4"/>
          </a:solidFill>
        </p:grpSpPr>
        <p:sp>
          <p:nvSpPr>
            <p:cNvPr id="482" name="Freeform 400">
              <a:extLst>
                <a:ext uri="{FF2B5EF4-FFF2-40B4-BE49-F238E27FC236}">
                  <a16:creationId xmlns:a16="http://schemas.microsoft.com/office/drawing/2014/main" id="{0EF120DF-3386-1B34-758B-91CF7631E56A}"/>
                </a:ext>
              </a:extLst>
            </p:cNvPr>
            <p:cNvSpPr>
              <a:spLocks noChangeArrowheads="1"/>
            </p:cNvSpPr>
            <p:nvPr/>
          </p:nvSpPr>
          <p:spPr bwMode="auto">
            <a:xfrm>
              <a:off x="9393238" y="4529138"/>
              <a:ext cx="254000" cy="222250"/>
            </a:xfrm>
            <a:custGeom>
              <a:avLst/>
              <a:gdLst>
                <a:gd name="T0" fmla="*/ 659 w 704"/>
                <a:gd name="T1" fmla="*/ 88 h 616"/>
                <a:gd name="T2" fmla="*/ 659 w 704"/>
                <a:gd name="T3" fmla="*/ 88 h 616"/>
                <a:gd name="T4" fmla="*/ 455 w 704"/>
                <a:gd name="T5" fmla="*/ 88 h 616"/>
                <a:gd name="T6" fmla="*/ 444 w 704"/>
                <a:gd name="T7" fmla="*/ 81 h 616"/>
                <a:gd name="T8" fmla="*/ 444 w 704"/>
                <a:gd name="T9" fmla="*/ 81 h 616"/>
                <a:gd name="T10" fmla="*/ 403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4 w 704"/>
                <a:gd name="T41" fmla="*/ 571 h 616"/>
                <a:gd name="T42" fmla="*/ 674 w 704"/>
                <a:gd name="T43" fmla="*/ 571 h 616"/>
                <a:gd name="T44" fmla="*/ 659 w 704"/>
                <a:gd name="T45" fmla="*/ 586 h 616"/>
                <a:gd name="T46" fmla="*/ 44 w 704"/>
                <a:gd name="T47" fmla="*/ 586 h 616"/>
                <a:gd name="T48" fmla="*/ 29 w 704"/>
                <a:gd name="T49" fmla="*/ 571 h 616"/>
                <a:gd name="T50" fmla="*/ 29 w 704"/>
                <a:gd name="T51" fmla="*/ 132 h 616"/>
                <a:gd name="T52" fmla="*/ 44 w 704"/>
                <a:gd name="T53" fmla="*/ 117 h 616"/>
                <a:gd name="T54" fmla="*/ 131 w 704"/>
                <a:gd name="T55" fmla="*/ 117 h 616"/>
                <a:gd name="T56" fmla="*/ 168 w 704"/>
                <a:gd name="T57" fmla="*/ 97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7 h 616"/>
                <a:gd name="T70" fmla="*/ 419 w 704"/>
                <a:gd name="T71" fmla="*/ 97 h 616"/>
                <a:gd name="T72" fmla="*/ 455 w 704"/>
                <a:gd name="T73" fmla="*/ 117 h 616"/>
                <a:gd name="T74" fmla="*/ 659 w 704"/>
                <a:gd name="T75" fmla="*/ 117 h 616"/>
                <a:gd name="T76" fmla="*/ 674 w 704"/>
                <a:gd name="T77" fmla="*/ 132 h 616"/>
                <a:gd name="T78" fmla="*/ 674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7" y="85"/>
                    <a:pt x="444" y="81"/>
                  </a:cubicBezTo>
                  <a:lnTo>
                    <a:pt x="444" y="81"/>
                  </a:lnTo>
                  <a:cubicBezTo>
                    <a:pt x="403" y="19"/>
                    <a:pt x="403" y="19"/>
                    <a:pt x="403" y="19"/>
                  </a:cubicBezTo>
                  <a:cubicBezTo>
                    <a:pt x="394" y="7"/>
                    <a:pt x="381"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6"/>
                    <a:pt x="20" y="615"/>
                    <a:pt x="44" y="615"/>
                  </a:cubicBezTo>
                  <a:cubicBezTo>
                    <a:pt x="659" y="615"/>
                    <a:pt x="659" y="615"/>
                    <a:pt x="659" y="615"/>
                  </a:cubicBezTo>
                  <a:cubicBezTo>
                    <a:pt x="684" y="615"/>
                    <a:pt x="703" y="596"/>
                    <a:pt x="703" y="571"/>
                  </a:cubicBezTo>
                  <a:cubicBezTo>
                    <a:pt x="703" y="132"/>
                    <a:pt x="703" y="132"/>
                    <a:pt x="703" y="132"/>
                  </a:cubicBezTo>
                  <a:cubicBezTo>
                    <a:pt x="703" y="107"/>
                    <a:pt x="684" y="88"/>
                    <a:pt x="659" y="88"/>
                  </a:cubicBezTo>
                  <a:close/>
                  <a:moveTo>
                    <a:pt x="674" y="571"/>
                  </a:moveTo>
                  <a:lnTo>
                    <a:pt x="674" y="571"/>
                  </a:lnTo>
                  <a:cubicBezTo>
                    <a:pt x="674" y="579"/>
                    <a:pt x="668" y="586"/>
                    <a:pt x="659" y="586"/>
                  </a:cubicBezTo>
                  <a:cubicBezTo>
                    <a:pt x="44" y="586"/>
                    <a:pt x="44" y="586"/>
                    <a:pt x="44" y="586"/>
                  </a:cubicBezTo>
                  <a:cubicBezTo>
                    <a:pt x="36" y="586"/>
                    <a:pt x="29" y="579"/>
                    <a:pt x="29" y="571"/>
                  </a:cubicBezTo>
                  <a:cubicBezTo>
                    <a:pt x="29" y="132"/>
                    <a:pt x="29" y="132"/>
                    <a:pt x="29" y="132"/>
                  </a:cubicBezTo>
                  <a:cubicBezTo>
                    <a:pt x="29" y="123"/>
                    <a:pt x="36" y="117"/>
                    <a:pt x="44" y="117"/>
                  </a:cubicBezTo>
                  <a:cubicBezTo>
                    <a:pt x="131" y="117"/>
                    <a:pt x="131" y="117"/>
                    <a:pt x="131" y="117"/>
                  </a:cubicBezTo>
                  <a:cubicBezTo>
                    <a:pt x="146" y="117"/>
                    <a:pt x="160" y="110"/>
                    <a:pt x="168" y="97"/>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7"/>
                    <a:pt x="419" y="97"/>
                    <a:pt x="419" y="97"/>
                  </a:cubicBezTo>
                  <a:lnTo>
                    <a:pt x="419" y="97"/>
                  </a:lnTo>
                  <a:cubicBezTo>
                    <a:pt x="427" y="110"/>
                    <a:pt x="441" y="117"/>
                    <a:pt x="455" y="117"/>
                  </a:cubicBezTo>
                  <a:cubicBezTo>
                    <a:pt x="659" y="117"/>
                    <a:pt x="659" y="117"/>
                    <a:pt x="659" y="117"/>
                  </a:cubicBezTo>
                  <a:cubicBezTo>
                    <a:pt x="668" y="117"/>
                    <a:pt x="674" y="123"/>
                    <a:pt x="674" y="132"/>
                  </a:cubicBezTo>
                  <a:lnTo>
                    <a:pt x="674"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3" name="Freeform 401">
              <a:extLst>
                <a:ext uri="{FF2B5EF4-FFF2-40B4-BE49-F238E27FC236}">
                  <a16:creationId xmlns:a16="http://schemas.microsoft.com/office/drawing/2014/main" id="{8E0FE188-8CF3-DEBC-9DE3-A664A28EA4E0}"/>
                </a:ext>
              </a:extLst>
            </p:cNvPr>
            <p:cNvSpPr>
              <a:spLocks noChangeArrowheads="1"/>
            </p:cNvSpPr>
            <p:nvPr/>
          </p:nvSpPr>
          <p:spPr bwMode="auto">
            <a:xfrm>
              <a:off x="9440863" y="4587875"/>
              <a:ext cx="115887" cy="115888"/>
            </a:xfrm>
            <a:custGeom>
              <a:avLst/>
              <a:gdLst>
                <a:gd name="T0" fmla="*/ 161 w 324"/>
                <a:gd name="T1" fmla="*/ 0 h 323"/>
                <a:gd name="T2" fmla="*/ 161 w 324"/>
                <a:gd name="T3" fmla="*/ 0 h 323"/>
                <a:gd name="T4" fmla="*/ 0 w 324"/>
                <a:gd name="T5" fmla="*/ 162 h 323"/>
                <a:gd name="T6" fmla="*/ 161 w 324"/>
                <a:gd name="T7" fmla="*/ 322 h 323"/>
                <a:gd name="T8" fmla="*/ 323 w 324"/>
                <a:gd name="T9" fmla="*/ 162 h 323"/>
                <a:gd name="T10" fmla="*/ 161 w 324"/>
                <a:gd name="T11" fmla="*/ 0 h 323"/>
                <a:gd name="T12" fmla="*/ 254 w 324"/>
                <a:gd name="T13" fmla="*/ 255 h 323"/>
                <a:gd name="T14" fmla="*/ 254 w 324"/>
                <a:gd name="T15" fmla="*/ 255 h 323"/>
                <a:gd name="T16" fmla="*/ 161 w 324"/>
                <a:gd name="T17" fmla="*/ 293 h 323"/>
                <a:gd name="T18" fmla="*/ 67 w 324"/>
                <a:gd name="T19" fmla="*/ 255 h 323"/>
                <a:gd name="T20" fmla="*/ 29 w 324"/>
                <a:gd name="T21" fmla="*/ 162 h 323"/>
                <a:gd name="T22" fmla="*/ 67 w 324"/>
                <a:gd name="T23" fmla="*/ 68 h 323"/>
                <a:gd name="T24" fmla="*/ 161 w 324"/>
                <a:gd name="T25" fmla="*/ 30 h 323"/>
                <a:gd name="T26" fmla="*/ 254 w 324"/>
                <a:gd name="T27" fmla="*/ 68 h 323"/>
                <a:gd name="T28" fmla="*/ 293 w 324"/>
                <a:gd name="T29" fmla="*/ 162 h 323"/>
                <a:gd name="T30" fmla="*/ 254 w 324"/>
                <a:gd name="T31" fmla="*/ 255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3">
                  <a:moveTo>
                    <a:pt x="161" y="0"/>
                  </a:moveTo>
                  <a:lnTo>
                    <a:pt x="161" y="0"/>
                  </a:lnTo>
                  <a:cubicBezTo>
                    <a:pt x="73" y="0"/>
                    <a:pt x="0" y="72"/>
                    <a:pt x="0" y="162"/>
                  </a:cubicBezTo>
                  <a:cubicBezTo>
                    <a:pt x="0" y="251"/>
                    <a:pt x="73" y="322"/>
                    <a:pt x="161" y="322"/>
                  </a:cubicBezTo>
                  <a:cubicBezTo>
                    <a:pt x="250" y="322"/>
                    <a:pt x="323" y="251"/>
                    <a:pt x="323" y="162"/>
                  </a:cubicBezTo>
                  <a:cubicBezTo>
                    <a:pt x="323" y="72"/>
                    <a:pt x="250" y="0"/>
                    <a:pt x="161" y="0"/>
                  </a:cubicBezTo>
                  <a:close/>
                  <a:moveTo>
                    <a:pt x="254" y="255"/>
                  </a:moveTo>
                  <a:lnTo>
                    <a:pt x="254" y="255"/>
                  </a:lnTo>
                  <a:cubicBezTo>
                    <a:pt x="231" y="278"/>
                    <a:pt x="198" y="293"/>
                    <a:pt x="161" y="293"/>
                  </a:cubicBezTo>
                  <a:cubicBezTo>
                    <a:pt x="125" y="293"/>
                    <a:pt x="92" y="278"/>
                    <a:pt x="67" y="255"/>
                  </a:cubicBezTo>
                  <a:cubicBezTo>
                    <a:pt x="44" y="230"/>
                    <a:pt x="29" y="197"/>
                    <a:pt x="29" y="162"/>
                  </a:cubicBezTo>
                  <a:cubicBezTo>
                    <a:pt x="29" y="124"/>
                    <a:pt x="44" y="92"/>
                    <a:pt x="67" y="68"/>
                  </a:cubicBezTo>
                  <a:cubicBezTo>
                    <a:pt x="92" y="43"/>
                    <a:pt x="125" y="30"/>
                    <a:pt x="161" y="30"/>
                  </a:cubicBezTo>
                  <a:cubicBezTo>
                    <a:pt x="198" y="30"/>
                    <a:pt x="231" y="43"/>
                    <a:pt x="254" y="68"/>
                  </a:cubicBezTo>
                  <a:cubicBezTo>
                    <a:pt x="279" y="92"/>
                    <a:pt x="293" y="124"/>
                    <a:pt x="293" y="162"/>
                  </a:cubicBezTo>
                  <a:cubicBezTo>
                    <a:pt x="293" y="197"/>
                    <a:pt x="279" y="230"/>
                    <a:pt x="254" y="2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402">
              <a:extLst>
                <a:ext uri="{FF2B5EF4-FFF2-40B4-BE49-F238E27FC236}">
                  <a16:creationId xmlns:a16="http://schemas.microsoft.com/office/drawing/2014/main" id="{7CD4F499-80A2-DB20-2859-ED241AE33781}"/>
                </a:ext>
              </a:extLst>
            </p:cNvPr>
            <p:cNvSpPr>
              <a:spLocks noChangeArrowheads="1"/>
            </p:cNvSpPr>
            <p:nvPr/>
          </p:nvSpPr>
          <p:spPr bwMode="auto">
            <a:xfrm>
              <a:off x="9583738" y="4529138"/>
              <a:ext cx="42862" cy="11112"/>
            </a:xfrm>
            <a:custGeom>
              <a:avLst/>
              <a:gdLst>
                <a:gd name="T0" fmla="*/ 0 w 117"/>
                <a:gd name="T1" fmla="*/ 15 h 30"/>
                <a:gd name="T2" fmla="*/ 0 w 117"/>
                <a:gd name="T3" fmla="*/ 15 h 30"/>
                <a:gd name="T4" fmla="*/ 15 w 117"/>
                <a:gd name="T5" fmla="*/ 29 h 30"/>
                <a:gd name="T6" fmla="*/ 103 w 117"/>
                <a:gd name="T7" fmla="*/ 29 h 30"/>
                <a:gd name="T8" fmla="*/ 116 w 117"/>
                <a:gd name="T9" fmla="*/ 15 h 30"/>
                <a:gd name="T10" fmla="*/ 103 w 117"/>
                <a:gd name="T11" fmla="*/ 0 h 30"/>
                <a:gd name="T12" fmla="*/ 15 w 117"/>
                <a:gd name="T13" fmla="*/ 0 h 30"/>
                <a:gd name="T14" fmla="*/ 0 w 117"/>
                <a:gd name="T15" fmla="*/ 15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0" y="15"/>
                  </a:moveTo>
                  <a:lnTo>
                    <a:pt x="0" y="15"/>
                  </a:lnTo>
                  <a:cubicBezTo>
                    <a:pt x="0" y="23"/>
                    <a:pt x="6" y="29"/>
                    <a:pt x="15" y="29"/>
                  </a:cubicBezTo>
                  <a:cubicBezTo>
                    <a:pt x="103" y="29"/>
                    <a:pt x="103" y="29"/>
                    <a:pt x="103" y="29"/>
                  </a:cubicBezTo>
                  <a:cubicBezTo>
                    <a:pt x="111" y="29"/>
                    <a:pt x="116" y="23"/>
                    <a:pt x="116" y="15"/>
                  </a:cubicBezTo>
                  <a:cubicBezTo>
                    <a:pt x="116" y="7"/>
                    <a:pt x="111" y="0"/>
                    <a:pt x="103" y="0"/>
                  </a:cubicBezTo>
                  <a:cubicBezTo>
                    <a:pt x="15" y="0"/>
                    <a:pt x="15"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403">
              <a:extLst>
                <a:ext uri="{FF2B5EF4-FFF2-40B4-BE49-F238E27FC236}">
                  <a16:creationId xmlns:a16="http://schemas.microsoft.com/office/drawing/2014/main" id="{2EE8886C-8FB9-597D-2A85-EB51485BE93D}"/>
                </a:ext>
              </a:extLst>
            </p:cNvPr>
            <p:cNvSpPr>
              <a:spLocks noChangeArrowheads="1"/>
            </p:cNvSpPr>
            <p:nvPr/>
          </p:nvSpPr>
          <p:spPr bwMode="auto">
            <a:xfrm>
              <a:off x="9577388" y="4587875"/>
              <a:ext cx="31750" cy="31750"/>
            </a:xfrm>
            <a:custGeom>
              <a:avLst/>
              <a:gdLst>
                <a:gd name="T0" fmla="*/ 44 w 89"/>
                <a:gd name="T1" fmla="*/ 0 h 88"/>
                <a:gd name="T2" fmla="*/ 44 w 89"/>
                <a:gd name="T3" fmla="*/ 0 h 88"/>
                <a:gd name="T4" fmla="*/ 0 w 89"/>
                <a:gd name="T5" fmla="*/ 43 h 88"/>
                <a:gd name="T6" fmla="*/ 44 w 89"/>
                <a:gd name="T7" fmla="*/ 87 h 88"/>
                <a:gd name="T8" fmla="*/ 88 w 89"/>
                <a:gd name="T9" fmla="*/ 43 h 88"/>
                <a:gd name="T10" fmla="*/ 44 w 89"/>
                <a:gd name="T11" fmla="*/ 0 h 88"/>
                <a:gd name="T12" fmla="*/ 44 w 89"/>
                <a:gd name="T13" fmla="*/ 59 h 88"/>
                <a:gd name="T14" fmla="*/ 44 w 89"/>
                <a:gd name="T15" fmla="*/ 59 h 88"/>
                <a:gd name="T16" fmla="*/ 31 w 89"/>
                <a:gd name="T17" fmla="*/ 43 h 88"/>
                <a:gd name="T18" fmla="*/ 44 w 89"/>
                <a:gd name="T19" fmla="*/ 30 h 88"/>
                <a:gd name="T20" fmla="*/ 59 w 89"/>
                <a:gd name="T21" fmla="*/ 43 h 88"/>
                <a:gd name="T22" fmla="*/ 44 w 89"/>
                <a:gd name="T23" fmla="*/ 59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8">
                  <a:moveTo>
                    <a:pt x="44" y="0"/>
                  </a:moveTo>
                  <a:lnTo>
                    <a:pt x="44" y="0"/>
                  </a:lnTo>
                  <a:cubicBezTo>
                    <a:pt x="21" y="0"/>
                    <a:pt x="0" y="20"/>
                    <a:pt x="0" y="43"/>
                  </a:cubicBezTo>
                  <a:cubicBezTo>
                    <a:pt x="0" y="68"/>
                    <a:pt x="21" y="87"/>
                    <a:pt x="44" y="87"/>
                  </a:cubicBezTo>
                  <a:cubicBezTo>
                    <a:pt x="69" y="87"/>
                    <a:pt x="88" y="68"/>
                    <a:pt x="88" y="43"/>
                  </a:cubicBezTo>
                  <a:cubicBezTo>
                    <a:pt x="88" y="20"/>
                    <a:pt x="69" y="0"/>
                    <a:pt x="44" y="0"/>
                  </a:cubicBezTo>
                  <a:close/>
                  <a:moveTo>
                    <a:pt x="44" y="59"/>
                  </a:moveTo>
                  <a:lnTo>
                    <a:pt x="44" y="59"/>
                  </a:lnTo>
                  <a:cubicBezTo>
                    <a:pt x="36" y="59"/>
                    <a:pt x="31" y="52"/>
                    <a:pt x="31" y="43"/>
                  </a:cubicBezTo>
                  <a:cubicBezTo>
                    <a:pt x="31" y="37"/>
                    <a:pt x="36" y="30"/>
                    <a:pt x="44" y="30"/>
                  </a:cubicBezTo>
                  <a:cubicBezTo>
                    <a:pt x="53" y="30"/>
                    <a:pt x="59" y="37"/>
                    <a:pt x="59" y="43"/>
                  </a:cubicBezTo>
                  <a:cubicBezTo>
                    <a:pt x="59"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6" name="Group 489">
            <a:extLst>
              <a:ext uri="{FF2B5EF4-FFF2-40B4-BE49-F238E27FC236}">
                <a16:creationId xmlns:a16="http://schemas.microsoft.com/office/drawing/2014/main" id="{26E71020-9A3F-CB22-9CF4-9D832E0C483C}"/>
              </a:ext>
            </a:extLst>
          </p:cNvPr>
          <p:cNvGrpSpPr/>
          <p:nvPr/>
        </p:nvGrpSpPr>
        <p:grpSpPr>
          <a:xfrm>
            <a:off x="10498261" y="5158210"/>
            <a:ext cx="254000" cy="252413"/>
            <a:chOff x="9356725" y="5461000"/>
            <a:chExt cx="254000" cy="252413"/>
          </a:xfrm>
          <a:solidFill>
            <a:schemeClr val="accent4"/>
          </a:solidFill>
        </p:grpSpPr>
        <p:sp>
          <p:nvSpPr>
            <p:cNvPr id="487" name="Freeform 404">
              <a:extLst>
                <a:ext uri="{FF2B5EF4-FFF2-40B4-BE49-F238E27FC236}">
                  <a16:creationId xmlns:a16="http://schemas.microsoft.com/office/drawing/2014/main" id="{15ADD3FA-7974-F0A1-699B-F9230B71C067}"/>
                </a:ext>
              </a:extLst>
            </p:cNvPr>
            <p:cNvSpPr>
              <a:spLocks noChangeArrowheads="1"/>
            </p:cNvSpPr>
            <p:nvPr/>
          </p:nvSpPr>
          <p:spPr bwMode="auto">
            <a:xfrm>
              <a:off x="9356725" y="5461000"/>
              <a:ext cx="254000" cy="252413"/>
            </a:xfrm>
            <a:custGeom>
              <a:avLst/>
              <a:gdLst>
                <a:gd name="T0" fmla="*/ 630 w 704"/>
                <a:gd name="T1" fmla="*/ 146 h 703"/>
                <a:gd name="T2" fmla="*/ 630 w 704"/>
                <a:gd name="T3" fmla="*/ 146 h 703"/>
                <a:gd name="T4" fmla="*/ 466 w 704"/>
                <a:gd name="T5" fmla="*/ 146 h 703"/>
                <a:gd name="T6" fmla="*/ 456 w 704"/>
                <a:gd name="T7" fmla="*/ 128 h 703"/>
                <a:gd name="T8" fmla="*/ 426 w 704"/>
                <a:gd name="T9" fmla="*/ 106 h 703"/>
                <a:gd name="T10" fmla="*/ 578 w 704"/>
                <a:gd name="T11" fmla="*/ 29 h 703"/>
                <a:gd name="T12" fmla="*/ 585 w 704"/>
                <a:gd name="T13" fmla="*/ 10 h 703"/>
                <a:gd name="T14" fmla="*/ 564 w 704"/>
                <a:gd name="T15" fmla="*/ 3 h 703"/>
                <a:gd name="T16" fmla="*/ 389 w 704"/>
                <a:gd name="T17" fmla="*/ 91 h 703"/>
                <a:gd name="T18" fmla="*/ 387 w 704"/>
                <a:gd name="T19" fmla="*/ 92 h 703"/>
                <a:gd name="T20" fmla="*/ 337 w 704"/>
                <a:gd name="T21" fmla="*/ 87 h 703"/>
                <a:gd name="T22" fmla="*/ 287 w 704"/>
                <a:gd name="T23" fmla="*/ 92 h 703"/>
                <a:gd name="T24" fmla="*/ 284 w 704"/>
                <a:gd name="T25" fmla="*/ 91 h 703"/>
                <a:gd name="T26" fmla="*/ 109 w 704"/>
                <a:gd name="T27" fmla="*/ 3 h 703"/>
                <a:gd name="T28" fmla="*/ 89 w 704"/>
                <a:gd name="T29" fmla="*/ 10 h 703"/>
                <a:gd name="T30" fmla="*/ 96 w 704"/>
                <a:gd name="T31" fmla="*/ 29 h 703"/>
                <a:gd name="T32" fmla="*/ 249 w 704"/>
                <a:gd name="T33" fmla="*/ 106 h 703"/>
                <a:gd name="T34" fmla="*/ 247 w 704"/>
                <a:gd name="T35" fmla="*/ 106 h 703"/>
                <a:gd name="T36" fmla="*/ 218 w 704"/>
                <a:gd name="T37" fmla="*/ 128 h 703"/>
                <a:gd name="T38" fmla="*/ 207 w 704"/>
                <a:gd name="T39" fmla="*/ 146 h 703"/>
                <a:gd name="T40" fmla="*/ 73 w 704"/>
                <a:gd name="T41" fmla="*/ 146 h 703"/>
                <a:gd name="T42" fmla="*/ 0 w 704"/>
                <a:gd name="T43" fmla="*/ 218 h 703"/>
                <a:gd name="T44" fmla="*/ 0 w 704"/>
                <a:gd name="T45" fmla="*/ 629 h 703"/>
                <a:gd name="T46" fmla="*/ 73 w 704"/>
                <a:gd name="T47" fmla="*/ 702 h 703"/>
                <a:gd name="T48" fmla="*/ 630 w 704"/>
                <a:gd name="T49" fmla="*/ 702 h 703"/>
                <a:gd name="T50" fmla="*/ 703 w 704"/>
                <a:gd name="T51" fmla="*/ 629 h 703"/>
                <a:gd name="T52" fmla="*/ 703 w 704"/>
                <a:gd name="T53" fmla="*/ 218 h 703"/>
                <a:gd name="T54" fmla="*/ 630 w 704"/>
                <a:gd name="T55" fmla="*/ 146 h 703"/>
                <a:gd name="T56" fmla="*/ 276 w 704"/>
                <a:gd name="T57" fmla="*/ 125 h 703"/>
                <a:gd name="T58" fmla="*/ 276 w 704"/>
                <a:gd name="T59" fmla="*/ 125 h 703"/>
                <a:gd name="T60" fmla="*/ 337 w 704"/>
                <a:gd name="T61" fmla="*/ 117 h 703"/>
                <a:gd name="T62" fmla="*/ 413 w 704"/>
                <a:gd name="T63" fmla="*/ 132 h 703"/>
                <a:gd name="T64" fmla="*/ 433 w 704"/>
                <a:gd name="T65" fmla="*/ 146 h 703"/>
                <a:gd name="T66" fmla="*/ 242 w 704"/>
                <a:gd name="T67" fmla="*/ 146 h 703"/>
                <a:gd name="T68" fmla="*/ 276 w 704"/>
                <a:gd name="T69" fmla="*/ 125 h 703"/>
                <a:gd name="T70" fmla="*/ 674 w 704"/>
                <a:gd name="T71" fmla="*/ 629 h 703"/>
                <a:gd name="T72" fmla="*/ 674 w 704"/>
                <a:gd name="T73" fmla="*/ 629 h 703"/>
                <a:gd name="T74" fmla="*/ 630 w 704"/>
                <a:gd name="T75" fmla="*/ 673 h 703"/>
                <a:gd name="T76" fmla="*/ 73 w 704"/>
                <a:gd name="T77" fmla="*/ 673 h 703"/>
                <a:gd name="T78" fmla="*/ 29 w 704"/>
                <a:gd name="T79" fmla="*/ 629 h 703"/>
                <a:gd name="T80" fmla="*/ 29 w 704"/>
                <a:gd name="T81" fmla="*/ 218 h 703"/>
                <a:gd name="T82" fmla="*/ 73 w 704"/>
                <a:gd name="T83" fmla="*/ 174 h 703"/>
                <a:gd name="T84" fmla="*/ 220 w 704"/>
                <a:gd name="T85" fmla="*/ 174 h 703"/>
                <a:gd name="T86" fmla="*/ 220 w 704"/>
                <a:gd name="T87" fmla="*/ 174 h 703"/>
                <a:gd name="T88" fmla="*/ 455 w 704"/>
                <a:gd name="T89" fmla="*/ 174 h 703"/>
                <a:gd name="T90" fmla="*/ 455 w 704"/>
                <a:gd name="T91" fmla="*/ 174 h 703"/>
                <a:gd name="T92" fmla="*/ 630 w 704"/>
                <a:gd name="T93" fmla="*/ 174 h 703"/>
                <a:gd name="T94" fmla="*/ 674 w 704"/>
                <a:gd name="T95" fmla="*/ 218 h 703"/>
                <a:gd name="T96" fmla="*/ 674 w 704"/>
                <a:gd name="T97" fmla="*/ 62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703">
                  <a:moveTo>
                    <a:pt x="630" y="146"/>
                  </a:moveTo>
                  <a:lnTo>
                    <a:pt x="630" y="146"/>
                  </a:lnTo>
                  <a:cubicBezTo>
                    <a:pt x="466" y="146"/>
                    <a:pt x="466" y="146"/>
                    <a:pt x="466" y="146"/>
                  </a:cubicBezTo>
                  <a:cubicBezTo>
                    <a:pt x="464" y="139"/>
                    <a:pt x="460" y="133"/>
                    <a:pt x="456" y="128"/>
                  </a:cubicBezTo>
                  <a:cubicBezTo>
                    <a:pt x="448" y="118"/>
                    <a:pt x="438" y="111"/>
                    <a:pt x="426" y="106"/>
                  </a:cubicBezTo>
                  <a:cubicBezTo>
                    <a:pt x="578" y="29"/>
                    <a:pt x="578" y="29"/>
                    <a:pt x="578" y="29"/>
                  </a:cubicBezTo>
                  <a:cubicBezTo>
                    <a:pt x="585" y="26"/>
                    <a:pt x="588" y="17"/>
                    <a:pt x="585" y="10"/>
                  </a:cubicBezTo>
                  <a:cubicBezTo>
                    <a:pt x="581" y="3"/>
                    <a:pt x="571" y="0"/>
                    <a:pt x="564" y="3"/>
                  </a:cubicBezTo>
                  <a:cubicBezTo>
                    <a:pt x="389" y="91"/>
                    <a:pt x="389" y="91"/>
                    <a:pt x="389" y="91"/>
                  </a:cubicBezTo>
                  <a:lnTo>
                    <a:pt x="387" y="92"/>
                  </a:lnTo>
                  <a:cubicBezTo>
                    <a:pt x="372" y="89"/>
                    <a:pt x="354" y="87"/>
                    <a:pt x="337" y="87"/>
                  </a:cubicBezTo>
                  <a:cubicBezTo>
                    <a:pt x="319" y="87"/>
                    <a:pt x="302" y="89"/>
                    <a:pt x="287" y="92"/>
                  </a:cubicBezTo>
                  <a:cubicBezTo>
                    <a:pt x="286" y="92"/>
                    <a:pt x="286" y="91"/>
                    <a:pt x="284" y="91"/>
                  </a:cubicBezTo>
                  <a:cubicBezTo>
                    <a:pt x="109" y="3"/>
                    <a:pt x="109" y="3"/>
                    <a:pt x="109" y="3"/>
                  </a:cubicBezTo>
                  <a:cubicBezTo>
                    <a:pt x="102" y="0"/>
                    <a:pt x="94" y="3"/>
                    <a:pt x="89" y="10"/>
                  </a:cubicBezTo>
                  <a:cubicBezTo>
                    <a:pt x="85" y="17"/>
                    <a:pt x="89" y="26"/>
                    <a:pt x="96" y="29"/>
                  </a:cubicBezTo>
                  <a:cubicBezTo>
                    <a:pt x="249" y="106"/>
                    <a:pt x="249" y="106"/>
                    <a:pt x="249" y="106"/>
                  </a:cubicBezTo>
                  <a:lnTo>
                    <a:pt x="247" y="106"/>
                  </a:lnTo>
                  <a:cubicBezTo>
                    <a:pt x="236" y="111"/>
                    <a:pt x="225" y="118"/>
                    <a:pt x="218" y="128"/>
                  </a:cubicBezTo>
                  <a:cubicBezTo>
                    <a:pt x="213" y="133"/>
                    <a:pt x="210" y="139"/>
                    <a:pt x="207" y="146"/>
                  </a:cubicBezTo>
                  <a:cubicBezTo>
                    <a:pt x="73" y="146"/>
                    <a:pt x="73" y="146"/>
                    <a:pt x="73" y="146"/>
                  </a:cubicBezTo>
                  <a:cubicBezTo>
                    <a:pt x="33" y="146"/>
                    <a:pt x="0" y="179"/>
                    <a:pt x="0" y="218"/>
                  </a:cubicBezTo>
                  <a:cubicBezTo>
                    <a:pt x="0" y="629"/>
                    <a:pt x="0" y="629"/>
                    <a:pt x="0" y="629"/>
                  </a:cubicBezTo>
                  <a:cubicBezTo>
                    <a:pt x="0" y="669"/>
                    <a:pt x="33" y="702"/>
                    <a:pt x="73" y="702"/>
                  </a:cubicBezTo>
                  <a:cubicBezTo>
                    <a:pt x="630" y="702"/>
                    <a:pt x="630" y="702"/>
                    <a:pt x="630" y="702"/>
                  </a:cubicBezTo>
                  <a:cubicBezTo>
                    <a:pt x="670" y="702"/>
                    <a:pt x="703" y="669"/>
                    <a:pt x="703" y="629"/>
                  </a:cubicBezTo>
                  <a:cubicBezTo>
                    <a:pt x="703" y="218"/>
                    <a:pt x="703" y="218"/>
                    <a:pt x="703" y="218"/>
                  </a:cubicBezTo>
                  <a:cubicBezTo>
                    <a:pt x="703" y="179"/>
                    <a:pt x="670" y="146"/>
                    <a:pt x="630" y="146"/>
                  </a:cubicBezTo>
                  <a:close/>
                  <a:moveTo>
                    <a:pt x="276" y="125"/>
                  </a:moveTo>
                  <a:lnTo>
                    <a:pt x="276" y="125"/>
                  </a:lnTo>
                  <a:cubicBezTo>
                    <a:pt x="293" y="120"/>
                    <a:pt x="315" y="117"/>
                    <a:pt x="337" y="117"/>
                  </a:cubicBezTo>
                  <a:cubicBezTo>
                    <a:pt x="367" y="117"/>
                    <a:pt x="394" y="122"/>
                    <a:pt x="413" y="132"/>
                  </a:cubicBezTo>
                  <a:cubicBezTo>
                    <a:pt x="422" y="136"/>
                    <a:pt x="429" y="142"/>
                    <a:pt x="433" y="146"/>
                  </a:cubicBezTo>
                  <a:cubicBezTo>
                    <a:pt x="242" y="146"/>
                    <a:pt x="242" y="146"/>
                    <a:pt x="242" y="146"/>
                  </a:cubicBezTo>
                  <a:cubicBezTo>
                    <a:pt x="249" y="139"/>
                    <a:pt x="260" y="131"/>
                    <a:pt x="276" y="125"/>
                  </a:cubicBezTo>
                  <a:close/>
                  <a:moveTo>
                    <a:pt x="674" y="629"/>
                  </a:moveTo>
                  <a:lnTo>
                    <a:pt x="674" y="629"/>
                  </a:lnTo>
                  <a:cubicBezTo>
                    <a:pt x="674" y="654"/>
                    <a:pt x="654" y="673"/>
                    <a:pt x="630" y="673"/>
                  </a:cubicBezTo>
                  <a:cubicBezTo>
                    <a:pt x="73" y="673"/>
                    <a:pt x="73" y="673"/>
                    <a:pt x="73" y="673"/>
                  </a:cubicBezTo>
                  <a:cubicBezTo>
                    <a:pt x="50" y="673"/>
                    <a:pt x="29" y="654"/>
                    <a:pt x="29" y="629"/>
                  </a:cubicBezTo>
                  <a:cubicBezTo>
                    <a:pt x="29" y="218"/>
                    <a:pt x="29" y="218"/>
                    <a:pt x="29" y="218"/>
                  </a:cubicBezTo>
                  <a:cubicBezTo>
                    <a:pt x="29" y="195"/>
                    <a:pt x="50" y="174"/>
                    <a:pt x="73" y="174"/>
                  </a:cubicBezTo>
                  <a:cubicBezTo>
                    <a:pt x="220" y="174"/>
                    <a:pt x="220" y="174"/>
                    <a:pt x="220" y="174"/>
                  </a:cubicBezTo>
                  <a:lnTo>
                    <a:pt x="220" y="174"/>
                  </a:lnTo>
                  <a:cubicBezTo>
                    <a:pt x="455" y="174"/>
                    <a:pt x="455" y="174"/>
                    <a:pt x="455" y="174"/>
                  </a:cubicBezTo>
                  <a:lnTo>
                    <a:pt x="455" y="174"/>
                  </a:lnTo>
                  <a:cubicBezTo>
                    <a:pt x="630" y="174"/>
                    <a:pt x="630" y="174"/>
                    <a:pt x="630" y="174"/>
                  </a:cubicBezTo>
                  <a:cubicBezTo>
                    <a:pt x="654" y="174"/>
                    <a:pt x="674" y="195"/>
                    <a:pt x="674" y="218"/>
                  </a:cubicBezTo>
                  <a:lnTo>
                    <a:pt x="674" y="6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405">
              <a:extLst>
                <a:ext uri="{FF2B5EF4-FFF2-40B4-BE49-F238E27FC236}">
                  <a16:creationId xmlns:a16="http://schemas.microsoft.com/office/drawing/2014/main" id="{699B93ED-DED0-666F-765E-5A79C976E533}"/>
                </a:ext>
              </a:extLst>
            </p:cNvPr>
            <p:cNvSpPr>
              <a:spLocks noChangeArrowheads="1"/>
            </p:cNvSpPr>
            <p:nvPr/>
          </p:nvSpPr>
          <p:spPr bwMode="auto">
            <a:xfrm>
              <a:off x="9388475" y="5545138"/>
              <a:ext cx="147638" cy="138112"/>
            </a:xfrm>
            <a:custGeom>
              <a:avLst/>
              <a:gdLst>
                <a:gd name="T0" fmla="*/ 367 w 411"/>
                <a:gd name="T1" fmla="*/ 0 h 382"/>
                <a:gd name="T2" fmla="*/ 367 w 411"/>
                <a:gd name="T3" fmla="*/ 0 h 382"/>
                <a:gd name="T4" fmla="*/ 44 w 411"/>
                <a:gd name="T5" fmla="*/ 0 h 382"/>
                <a:gd name="T6" fmla="*/ 0 w 411"/>
                <a:gd name="T7" fmla="*/ 44 h 382"/>
                <a:gd name="T8" fmla="*/ 0 w 411"/>
                <a:gd name="T9" fmla="*/ 337 h 382"/>
                <a:gd name="T10" fmla="*/ 44 w 411"/>
                <a:gd name="T11" fmla="*/ 381 h 382"/>
                <a:gd name="T12" fmla="*/ 367 w 411"/>
                <a:gd name="T13" fmla="*/ 381 h 382"/>
                <a:gd name="T14" fmla="*/ 410 w 411"/>
                <a:gd name="T15" fmla="*/ 337 h 382"/>
                <a:gd name="T16" fmla="*/ 410 w 411"/>
                <a:gd name="T17" fmla="*/ 44 h 382"/>
                <a:gd name="T18" fmla="*/ 367 w 411"/>
                <a:gd name="T19" fmla="*/ 0 h 382"/>
                <a:gd name="T20" fmla="*/ 380 w 411"/>
                <a:gd name="T21" fmla="*/ 337 h 382"/>
                <a:gd name="T22" fmla="*/ 380 w 411"/>
                <a:gd name="T23" fmla="*/ 337 h 382"/>
                <a:gd name="T24" fmla="*/ 367 w 411"/>
                <a:gd name="T25" fmla="*/ 352 h 382"/>
                <a:gd name="T26" fmla="*/ 44 w 411"/>
                <a:gd name="T27" fmla="*/ 352 h 382"/>
                <a:gd name="T28" fmla="*/ 29 w 411"/>
                <a:gd name="T29" fmla="*/ 337 h 382"/>
                <a:gd name="T30" fmla="*/ 29 w 411"/>
                <a:gd name="T31" fmla="*/ 44 h 382"/>
                <a:gd name="T32" fmla="*/ 44 w 411"/>
                <a:gd name="T33" fmla="*/ 29 h 382"/>
                <a:gd name="T34" fmla="*/ 367 w 411"/>
                <a:gd name="T35" fmla="*/ 29 h 382"/>
                <a:gd name="T36" fmla="*/ 380 w 411"/>
                <a:gd name="T37" fmla="*/ 44 h 382"/>
                <a:gd name="T38" fmla="*/ 380 w 411"/>
                <a:gd name="T39" fmla="*/ 337 h 3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1" h="382">
                  <a:moveTo>
                    <a:pt x="367" y="0"/>
                  </a:moveTo>
                  <a:lnTo>
                    <a:pt x="367" y="0"/>
                  </a:lnTo>
                  <a:cubicBezTo>
                    <a:pt x="44" y="0"/>
                    <a:pt x="44" y="0"/>
                    <a:pt x="44" y="0"/>
                  </a:cubicBezTo>
                  <a:cubicBezTo>
                    <a:pt x="19" y="0"/>
                    <a:pt x="0" y="20"/>
                    <a:pt x="0" y="44"/>
                  </a:cubicBezTo>
                  <a:cubicBezTo>
                    <a:pt x="0" y="337"/>
                    <a:pt x="0" y="337"/>
                    <a:pt x="0" y="337"/>
                  </a:cubicBezTo>
                  <a:cubicBezTo>
                    <a:pt x="0" y="361"/>
                    <a:pt x="19" y="381"/>
                    <a:pt x="44" y="381"/>
                  </a:cubicBezTo>
                  <a:cubicBezTo>
                    <a:pt x="367" y="381"/>
                    <a:pt x="367" y="381"/>
                    <a:pt x="367" y="381"/>
                  </a:cubicBezTo>
                  <a:cubicBezTo>
                    <a:pt x="390" y="381"/>
                    <a:pt x="410" y="361"/>
                    <a:pt x="410" y="337"/>
                  </a:cubicBezTo>
                  <a:cubicBezTo>
                    <a:pt x="410" y="44"/>
                    <a:pt x="410" y="44"/>
                    <a:pt x="410" y="44"/>
                  </a:cubicBezTo>
                  <a:cubicBezTo>
                    <a:pt x="410" y="20"/>
                    <a:pt x="390" y="0"/>
                    <a:pt x="367" y="0"/>
                  </a:cubicBezTo>
                  <a:close/>
                  <a:moveTo>
                    <a:pt x="380" y="337"/>
                  </a:moveTo>
                  <a:lnTo>
                    <a:pt x="380" y="337"/>
                  </a:lnTo>
                  <a:cubicBezTo>
                    <a:pt x="380" y="345"/>
                    <a:pt x="375" y="352"/>
                    <a:pt x="367" y="352"/>
                  </a:cubicBezTo>
                  <a:cubicBezTo>
                    <a:pt x="44" y="352"/>
                    <a:pt x="44" y="352"/>
                    <a:pt x="44" y="352"/>
                  </a:cubicBezTo>
                  <a:cubicBezTo>
                    <a:pt x="36" y="352"/>
                    <a:pt x="29" y="345"/>
                    <a:pt x="29" y="337"/>
                  </a:cubicBezTo>
                  <a:cubicBezTo>
                    <a:pt x="29" y="44"/>
                    <a:pt x="29" y="44"/>
                    <a:pt x="29" y="44"/>
                  </a:cubicBezTo>
                  <a:cubicBezTo>
                    <a:pt x="29" y="36"/>
                    <a:pt x="36" y="29"/>
                    <a:pt x="44" y="29"/>
                  </a:cubicBezTo>
                  <a:cubicBezTo>
                    <a:pt x="367" y="29"/>
                    <a:pt x="367" y="29"/>
                    <a:pt x="367" y="29"/>
                  </a:cubicBezTo>
                  <a:cubicBezTo>
                    <a:pt x="375" y="29"/>
                    <a:pt x="380" y="36"/>
                    <a:pt x="380" y="44"/>
                  </a:cubicBezTo>
                  <a:lnTo>
                    <a:pt x="380" y="3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406">
              <a:extLst>
                <a:ext uri="{FF2B5EF4-FFF2-40B4-BE49-F238E27FC236}">
                  <a16:creationId xmlns:a16="http://schemas.microsoft.com/office/drawing/2014/main" id="{6ADE572F-3384-B155-BAF3-0FC17CE0B083}"/>
                </a:ext>
              </a:extLst>
            </p:cNvPr>
            <p:cNvSpPr>
              <a:spLocks noChangeArrowheads="1"/>
            </p:cNvSpPr>
            <p:nvPr/>
          </p:nvSpPr>
          <p:spPr bwMode="auto">
            <a:xfrm>
              <a:off x="9547225" y="55562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1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6"/>
                    <a:pt x="29" y="59"/>
                  </a:cubicBezTo>
                  <a:cubicBezTo>
                    <a:pt x="29" y="43"/>
                    <a:pt x="43" y="31"/>
                    <a:pt x="59" y="31"/>
                  </a:cubicBezTo>
                  <a:cubicBezTo>
                    <a:pt x="74" y="31"/>
                    <a:pt x="88" y="43"/>
                    <a:pt x="88" y="59"/>
                  </a:cubicBezTo>
                  <a:cubicBezTo>
                    <a:pt x="88" y="76"/>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7">
              <a:extLst>
                <a:ext uri="{FF2B5EF4-FFF2-40B4-BE49-F238E27FC236}">
                  <a16:creationId xmlns:a16="http://schemas.microsoft.com/office/drawing/2014/main" id="{AF1570BA-0C0B-0158-1DB4-36ED31106E24}"/>
                </a:ext>
              </a:extLst>
            </p:cNvPr>
            <p:cNvSpPr>
              <a:spLocks noChangeArrowheads="1"/>
            </p:cNvSpPr>
            <p:nvPr/>
          </p:nvSpPr>
          <p:spPr bwMode="auto">
            <a:xfrm>
              <a:off x="9547225" y="5619750"/>
              <a:ext cx="42863" cy="42863"/>
            </a:xfrm>
            <a:custGeom>
              <a:avLst/>
              <a:gdLst>
                <a:gd name="T0" fmla="*/ 59 w 118"/>
                <a:gd name="T1" fmla="*/ 0 h 119"/>
                <a:gd name="T2" fmla="*/ 59 w 118"/>
                <a:gd name="T3" fmla="*/ 0 h 119"/>
                <a:gd name="T4" fmla="*/ 0 w 118"/>
                <a:gd name="T5" fmla="*/ 59 h 119"/>
                <a:gd name="T6" fmla="*/ 59 w 118"/>
                <a:gd name="T7" fmla="*/ 118 h 119"/>
                <a:gd name="T8" fmla="*/ 117 w 118"/>
                <a:gd name="T9" fmla="*/ 59 h 119"/>
                <a:gd name="T10" fmla="*/ 59 w 118"/>
                <a:gd name="T11" fmla="*/ 0 h 119"/>
                <a:gd name="T12" fmla="*/ 59 w 118"/>
                <a:gd name="T13" fmla="*/ 88 h 119"/>
                <a:gd name="T14" fmla="*/ 59 w 118"/>
                <a:gd name="T15" fmla="*/ 88 h 119"/>
                <a:gd name="T16" fmla="*/ 29 w 118"/>
                <a:gd name="T17" fmla="*/ 59 h 119"/>
                <a:gd name="T18" fmla="*/ 59 w 118"/>
                <a:gd name="T19" fmla="*/ 30 h 119"/>
                <a:gd name="T20" fmla="*/ 88 w 118"/>
                <a:gd name="T21" fmla="*/ 59 h 119"/>
                <a:gd name="T22" fmla="*/ 59 w 118"/>
                <a:gd name="T23" fmla="*/ 88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18" h="119">
                  <a:moveTo>
                    <a:pt x="59" y="0"/>
                  </a:moveTo>
                  <a:lnTo>
                    <a:pt x="59" y="0"/>
                  </a:lnTo>
                  <a:cubicBezTo>
                    <a:pt x="26" y="0"/>
                    <a:pt x="0" y="26"/>
                    <a:pt x="0" y="59"/>
                  </a:cubicBezTo>
                  <a:cubicBezTo>
                    <a:pt x="0" y="91"/>
                    <a:pt x="26" y="118"/>
                    <a:pt x="59" y="118"/>
                  </a:cubicBezTo>
                  <a:cubicBezTo>
                    <a:pt x="91" y="118"/>
                    <a:pt x="117" y="91"/>
                    <a:pt x="117" y="59"/>
                  </a:cubicBezTo>
                  <a:cubicBezTo>
                    <a:pt x="117" y="26"/>
                    <a:pt x="91" y="0"/>
                    <a:pt x="59" y="0"/>
                  </a:cubicBezTo>
                  <a:close/>
                  <a:moveTo>
                    <a:pt x="59" y="88"/>
                  </a:moveTo>
                  <a:lnTo>
                    <a:pt x="59" y="88"/>
                  </a:lnTo>
                  <a:cubicBezTo>
                    <a:pt x="43" y="88"/>
                    <a:pt x="29" y="75"/>
                    <a:pt x="29" y="59"/>
                  </a:cubicBezTo>
                  <a:cubicBezTo>
                    <a:pt x="29" y="43"/>
                    <a:pt x="43" y="30"/>
                    <a:pt x="59" y="30"/>
                  </a:cubicBezTo>
                  <a:cubicBezTo>
                    <a:pt x="74" y="30"/>
                    <a:pt x="88" y="43"/>
                    <a:pt x="88" y="59"/>
                  </a:cubicBezTo>
                  <a:cubicBezTo>
                    <a:pt x="88" y="75"/>
                    <a:pt x="74" y="88"/>
                    <a:pt x="5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1" name="Freeform 408">
            <a:extLst>
              <a:ext uri="{FF2B5EF4-FFF2-40B4-BE49-F238E27FC236}">
                <a16:creationId xmlns:a16="http://schemas.microsoft.com/office/drawing/2014/main" id="{FE49C35F-BCEF-38A1-FE8B-759F861E42F2}"/>
              </a:ext>
            </a:extLst>
          </p:cNvPr>
          <p:cNvSpPr>
            <a:spLocks noChangeArrowheads="1"/>
          </p:cNvSpPr>
          <p:nvPr/>
        </p:nvSpPr>
        <p:spPr bwMode="auto">
          <a:xfrm>
            <a:off x="4786436" y="1372816"/>
            <a:ext cx="200025" cy="250825"/>
          </a:xfrm>
          <a:custGeom>
            <a:avLst/>
            <a:gdLst>
              <a:gd name="T0" fmla="*/ 349 w 554"/>
              <a:gd name="T1" fmla="*/ 624 h 698"/>
              <a:gd name="T2" fmla="*/ 508 w 554"/>
              <a:gd name="T3" fmla="*/ 609 h 698"/>
              <a:gd name="T4" fmla="*/ 553 w 554"/>
              <a:gd name="T5" fmla="*/ 530 h 698"/>
              <a:gd name="T6" fmla="*/ 520 w 554"/>
              <a:gd name="T7" fmla="*/ 439 h 698"/>
              <a:gd name="T8" fmla="*/ 520 w 554"/>
              <a:gd name="T9" fmla="*/ 439 h 698"/>
              <a:gd name="T10" fmla="*/ 467 w 554"/>
              <a:gd name="T11" fmla="*/ 332 h 698"/>
              <a:gd name="T12" fmla="*/ 419 w 554"/>
              <a:gd name="T13" fmla="*/ 81 h 698"/>
              <a:gd name="T14" fmla="*/ 276 w 554"/>
              <a:gd name="T15" fmla="*/ 0 h 698"/>
              <a:gd name="T16" fmla="*/ 137 w 554"/>
              <a:gd name="T17" fmla="*/ 64 h 698"/>
              <a:gd name="T18" fmla="*/ 85 w 554"/>
              <a:gd name="T19" fmla="*/ 332 h 698"/>
              <a:gd name="T20" fmla="*/ 32 w 554"/>
              <a:gd name="T21" fmla="*/ 439 h 698"/>
              <a:gd name="T22" fmla="*/ 0 w 554"/>
              <a:gd name="T23" fmla="*/ 530 h 698"/>
              <a:gd name="T24" fmla="*/ 44 w 554"/>
              <a:gd name="T25" fmla="*/ 609 h 698"/>
              <a:gd name="T26" fmla="*/ 203 w 554"/>
              <a:gd name="T27" fmla="*/ 624 h 698"/>
              <a:gd name="T28" fmla="*/ 349 w 554"/>
              <a:gd name="T29" fmla="*/ 624 h 698"/>
              <a:gd name="T30" fmla="*/ 30 w 554"/>
              <a:gd name="T31" fmla="*/ 567 h 698"/>
              <a:gd name="T32" fmla="*/ 33 w 554"/>
              <a:gd name="T33" fmla="*/ 488 h 698"/>
              <a:gd name="T34" fmla="*/ 102 w 554"/>
              <a:gd name="T35" fmla="*/ 391 h 698"/>
              <a:gd name="T36" fmla="*/ 115 w 554"/>
              <a:gd name="T37" fmla="*/ 202 h 698"/>
              <a:gd name="T38" fmla="*/ 268 w 554"/>
              <a:gd name="T39" fmla="*/ 29 h 698"/>
              <a:gd name="T40" fmla="*/ 343 w 554"/>
              <a:gd name="T41" fmla="*/ 48 h 698"/>
              <a:gd name="T42" fmla="*/ 437 w 554"/>
              <a:gd name="T43" fmla="*/ 244 h 698"/>
              <a:gd name="T44" fmla="*/ 450 w 554"/>
              <a:gd name="T45" fmla="*/ 391 h 698"/>
              <a:gd name="T46" fmla="*/ 500 w 554"/>
              <a:gd name="T47" fmla="*/ 460 h 698"/>
              <a:gd name="T48" fmla="*/ 523 w 554"/>
              <a:gd name="T49" fmla="*/ 530 h 698"/>
              <a:gd name="T50" fmla="*/ 508 w 554"/>
              <a:gd name="T51" fmla="*/ 580 h 698"/>
              <a:gd name="T52" fmla="*/ 276 w 554"/>
              <a:gd name="T53" fmla="*/ 580 h 698"/>
              <a:gd name="T54" fmla="*/ 44 w 554"/>
              <a:gd name="T55" fmla="*/ 580 h 698"/>
              <a:gd name="T56" fmla="*/ 232 w 554"/>
              <a:gd name="T57" fmla="*/ 624 h 698"/>
              <a:gd name="T58" fmla="*/ 232 w 554"/>
              <a:gd name="T59" fmla="*/ 609 h 698"/>
              <a:gd name="T60" fmla="*/ 320 w 554"/>
              <a:gd name="T61" fmla="*/ 624 h 698"/>
              <a:gd name="T62" fmla="*/ 232 w 554"/>
              <a:gd name="T63" fmla="*/ 62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54" h="698">
                <a:moveTo>
                  <a:pt x="349" y="624"/>
                </a:moveTo>
                <a:lnTo>
                  <a:pt x="349" y="624"/>
                </a:lnTo>
                <a:cubicBezTo>
                  <a:pt x="349" y="609"/>
                  <a:pt x="349" y="609"/>
                  <a:pt x="349" y="609"/>
                </a:cubicBezTo>
                <a:cubicBezTo>
                  <a:pt x="508" y="609"/>
                  <a:pt x="508" y="609"/>
                  <a:pt x="508" y="609"/>
                </a:cubicBezTo>
                <a:cubicBezTo>
                  <a:pt x="531" y="609"/>
                  <a:pt x="550" y="591"/>
                  <a:pt x="552" y="568"/>
                </a:cubicBezTo>
                <a:cubicBezTo>
                  <a:pt x="552" y="554"/>
                  <a:pt x="553" y="541"/>
                  <a:pt x="553" y="530"/>
                </a:cubicBezTo>
                <a:cubicBezTo>
                  <a:pt x="553" y="512"/>
                  <a:pt x="552" y="495"/>
                  <a:pt x="546" y="480"/>
                </a:cubicBezTo>
                <a:cubicBezTo>
                  <a:pt x="542" y="465"/>
                  <a:pt x="533" y="451"/>
                  <a:pt x="520" y="439"/>
                </a:cubicBezTo>
                <a:cubicBezTo>
                  <a:pt x="511" y="449"/>
                  <a:pt x="511" y="449"/>
                  <a:pt x="511" y="449"/>
                </a:cubicBezTo>
                <a:cubicBezTo>
                  <a:pt x="520" y="439"/>
                  <a:pt x="520" y="439"/>
                  <a:pt x="520" y="439"/>
                </a:cubicBezTo>
                <a:cubicBezTo>
                  <a:pt x="498" y="416"/>
                  <a:pt x="485" y="396"/>
                  <a:pt x="476" y="379"/>
                </a:cubicBezTo>
                <a:cubicBezTo>
                  <a:pt x="469" y="361"/>
                  <a:pt x="467" y="346"/>
                  <a:pt x="467" y="332"/>
                </a:cubicBezTo>
                <a:cubicBezTo>
                  <a:pt x="467" y="244"/>
                  <a:pt x="467" y="244"/>
                  <a:pt x="467" y="244"/>
                </a:cubicBezTo>
                <a:cubicBezTo>
                  <a:pt x="467" y="188"/>
                  <a:pt x="450" y="127"/>
                  <a:pt x="419" y="81"/>
                </a:cubicBezTo>
                <a:cubicBezTo>
                  <a:pt x="402" y="57"/>
                  <a:pt x="383" y="37"/>
                  <a:pt x="358" y="23"/>
                </a:cubicBezTo>
                <a:cubicBezTo>
                  <a:pt x="335" y="8"/>
                  <a:pt x="308" y="0"/>
                  <a:pt x="276" y="0"/>
                </a:cubicBezTo>
                <a:cubicBezTo>
                  <a:pt x="273" y="0"/>
                  <a:pt x="269" y="0"/>
                  <a:pt x="265" y="0"/>
                </a:cubicBezTo>
                <a:cubicBezTo>
                  <a:pt x="214" y="2"/>
                  <a:pt x="169" y="29"/>
                  <a:pt x="137" y="64"/>
                </a:cubicBezTo>
                <a:cubicBezTo>
                  <a:pt x="104" y="101"/>
                  <a:pt x="85" y="149"/>
                  <a:pt x="85" y="202"/>
                </a:cubicBezTo>
                <a:cubicBezTo>
                  <a:pt x="85" y="332"/>
                  <a:pt x="85" y="332"/>
                  <a:pt x="85" y="332"/>
                </a:cubicBezTo>
                <a:cubicBezTo>
                  <a:pt x="85" y="346"/>
                  <a:pt x="84" y="361"/>
                  <a:pt x="76" y="379"/>
                </a:cubicBezTo>
                <a:cubicBezTo>
                  <a:pt x="67" y="396"/>
                  <a:pt x="54" y="416"/>
                  <a:pt x="32" y="439"/>
                </a:cubicBezTo>
                <a:cubicBezTo>
                  <a:pt x="19" y="451"/>
                  <a:pt x="11" y="465"/>
                  <a:pt x="6" y="480"/>
                </a:cubicBezTo>
                <a:cubicBezTo>
                  <a:pt x="1" y="495"/>
                  <a:pt x="0" y="512"/>
                  <a:pt x="0" y="530"/>
                </a:cubicBezTo>
                <a:cubicBezTo>
                  <a:pt x="0" y="541"/>
                  <a:pt x="0" y="554"/>
                  <a:pt x="0" y="568"/>
                </a:cubicBezTo>
                <a:cubicBezTo>
                  <a:pt x="1" y="591"/>
                  <a:pt x="21" y="609"/>
                  <a:pt x="44" y="609"/>
                </a:cubicBezTo>
                <a:cubicBezTo>
                  <a:pt x="203" y="609"/>
                  <a:pt x="203" y="609"/>
                  <a:pt x="203" y="609"/>
                </a:cubicBezTo>
                <a:cubicBezTo>
                  <a:pt x="203" y="624"/>
                  <a:pt x="203" y="624"/>
                  <a:pt x="203" y="624"/>
                </a:cubicBezTo>
                <a:cubicBezTo>
                  <a:pt x="203" y="665"/>
                  <a:pt x="236" y="697"/>
                  <a:pt x="276" y="697"/>
                </a:cubicBezTo>
                <a:cubicBezTo>
                  <a:pt x="317" y="697"/>
                  <a:pt x="349" y="665"/>
                  <a:pt x="349" y="624"/>
                </a:cubicBezTo>
                <a:close/>
                <a:moveTo>
                  <a:pt x="30" y="567"/>
                </a:moveTo>
                <a:lnTo>
                  <a:pt x="30" y="567"/>
                </a:lnTo>
                <a:cubicBezTo>
                  <a:pt x="29" y="553"/>
                  <a:pt x="29" y="541"/>
                  <a:pt x="29" y="530"/>
                </a:cubicBezTo>
                <a:cubicBezTo>
                  <a:pt x="29" y="512"/>
                  <a:pt x="30" y="499"/>
                  <a:pt x="33" y="488"/>
                </a:cubicBezTo>
                <a:cubicBezTo>
                  <a:pt x="37" y="477"/>
                  <a:pt x="43" y="469"/>
                  <a:pt x="52" y="460"/>
                </a:cubicBezTo>
                <a:cubicBezTo>
                  <a:pt x="77" y="435"/>
                  <a:pt x="92" y="413"/>
                  <a:pt x="102" y="391"/>
                </a:cubicBezTo>
                <a:cubicBezTo>
                  <a:pt x="111" y="369"/>
                  <a:pt x="115" y="350"/>
                  <a:pt x="115" y="332"/>
                </a:cubicBezTo>
                <a:cubicBezTo>
                  <a:pt x="115" y="202"/>
                  <a:pt x="115" y="202"/>
                  <a:pt x="115" y="202"/>
                </a:cubicBezTo>
                <a:cubicBezTo>
                  <a:pt x="115" y="158"/>
                  <a:pt x="132" y="115"/>
                  <a:pt x="159" y="83"/>
                </a:cubicBezTo>
                <a:cubicBezTo>
                  <a:pt x="187" y="52"/>
                  <a:pt x="224" y="31"/>
                  <a:pt x="268" y="29"/>
                </a:cubicBezTo>
                <a:cubicBezTo>
                  <a:pt x="270" y="29"/>
                  <a:pt x="273" y="29"/>
                  <a:pt x="276" y="29"/>
                </a:cubicBezTo>
                <a:cubicBezTo>
                  <a:pt x="302" y="29"/>
                  <a:pt x="324" y="35"/>
                  <a:pt x="343" y="48"/>
                </a:cubicBezTo>
                <a:cubicBezTo>
                  <a:pt x="373" y="66"/>
                  <a:pt x="397" y="94"/>
                  <a:pt x="412" y="130"/>
                </a:cubicBezTo>
                <a:cubicBezTo>
                  <a:pt x="428" y="166"/>
                  <a:pt x="437" y="206"/>
                  <a:pt x="437" y="244"/>
                </a:cubicBezTo>
                <a:cubicBezTo>
                  <a:pt x="437" y="332"/>
                  <a:pt x="437" y="332"/>
                  <a:pt x="437" y="332"/>
                </a:cubicBezTo>
                <a:cubicBezTo>
                  <a:pt x="437" y="350"/>
                  <a:pt x="441" y="369"/>
                  <a:pt x="450" y="391"/>
                </a:cubicBezTo>
                <a:cubicBezTo>
                  <a:pt x="460" y="413"/>
                  <a:pt x="476" y="435"/>
                  <a:pt x="500" y="460"/>
                </a:cubicBezTo>
                <a:lnTo>
                  <a:pt x="500" y="460"/>
                </a:lnTo>
                <a:cubicBezTo>
                  <a:pt x="509" y="469"/>
                  <a:pt x="515" y="477"/>
                  <a:pt x="519" y="488"/>
                </a:cubicBezTo>
                <a:cubicBezTo>
                  <a:pt x="522" y="499"/>
                  <a:pt x="523" y="512"/>
                  <a:pt x="523" y="530"/>
                </a:cubicBezTo>
                <a:cubicBezTo>
                  <a:pt x="523" y="541"/>
                  <a:pt x="523" y="553"/>
                  <a:pt x="522" y="567"/>
                </a:cubicBezTo>
                <a:cubicBezTo>
                  <a:pt x="522" y="575"/>
                  <a:pt x="515" y="580"/>
                  <a:pt x="508" y="580"/>
                </a:cubicBezTo>
                <a:cubicBezTo>
                  <a:pt x="335" y="580"/>
                  <a:pt x="335" y="580"/>
                  <a:pt x="335" y="580"/>
                </a:cubicBezTo>
                <a:cubicBezTo>
                  <a:pt x="276" y="580"/>
                  <a:pt x="276" y="580"/>
                  <a:pt x="276" y="580"/>
                </a:cubicBezTo>
                <a:cubicBezTo>
                  <a:pt x="217" y="580"/>
                  <a:pt x="217" y="580"/>
                  <a:pt x="217" y="580"/>
                </a:cubicBezTo>
                <a:cubicBezTo>
                  <a:pt x="44" y="580"/>
                  <a:pt x="44" y="580"/>
                  <a:pt x="44" y="580"/>
                </a:cubicBezTo>
                <a:cubicBezTo>
                  <a:pt x="37" y="580"/>
                  <a:pt x="30" y="575"/>
                  <a:pt x="30" y="567"/>
                </a:cubicBezTo>
                <a:close/>
                <a:moveTo>
                  <a:pt x="232" y="624"/>
                </a:moveTo>
                <a:lnTo>
                  <a:pt x="232" y="624"/>
                </a:lnTo>
                <a:cubicBezTo>
                  <a:pt x="232" y="609"/>
                  <a:pt x="232" y="609"/>
                  <a:pt x="232" y="609"/>
                </a:cubicBezTo>
                <a:cubicBezTo>
                  <a:pt x="320" y="609"/>
                  <a:pt x="320" y="609"/>
                  <a:pt x="320" y="609"/>
                </a:cubicBezTo>
                <a:cubicBezTo>
                  <a:pt x="320" y="624"/>
                  <a:pt x="320" y="624"/>
                  <a:pt x="320" y="624"/>
                </a:cubicBezTo>
                <a:cubicBezTo>
                  <a:pt x="320" y="649"/>
                  <a:pt x="301" y="668"/>
                  <a:pt x="276" y="668"/>
                </a:cubicBezTo>
                <a:cubicBezTo>
                  <a:pt x="251" y="668"/>
                  <a:pt x="232" y="649"/>
                  <a:pt x="232" y="624"/>
                </a:cubicBezTo>
                <a:close/>
              </a:path>
            </a:pathLst>
          </a:custGeom>
          <a:solidFill>
            <a:schemeClr val="accent4"/>
          </a:solidFill>
          <a:ln>
            <a:noFill/>
          </a:ln>
          <a:effectLst/>
        </p:spPr>
        <p:txBody>
          <a:bodyPr wrap="none" anchor="ctr"/>
          <a:lstStyle/>
          <a:p>
            <a:endParaRPr lang="da-DK"/>
          </a:p>
        </p:txBody>
      </p:sp>
      <p:sp>
        <p:nvSpPr>
          <p:cNvPr id="492" name="Freeform 409">
            <a:extLst>
              <a:ext uri="{FF2B5EF4-FFF2-40B4-BE49-F238E27FC236}">
                <a16:creationId xmlns:a16="http://schemas.microsoft.com/office/drawing/2014/main" id="{69D9256D-669A-3F91-F197-9460B22C430B}"/>
              </a:ext>
            </a:extLst>
          </p:cNvPr>
          <p:cNvSpPr>
            <a:spLocks noChangeArrowheads="1"/>
          </p:cNvSpPr>
          <p:nvPr/>
        </p:nvSpPr>
        <p:spPr bwMode="auto">
          <a:xfrm>
            <a:off x="6772399" y="902916"/>
            <a:ext cx="254000" cy="180975"/>
          </a:xfrm>
          <a:custGeom>
            <a:avLst/>
            <a:gdLst>
              <a:gd name="T0" fmla="*/ 3 w 705"/>
              <a:gd name="T1" fmla="*/ 420 h 501"/>
              <a:gd name="T2" fmla="*/ 3 w 705"/>
              <a:gd name="T3" fmla="*/ 420 h 501"/>
              <a:gd name="T4" fmla="*/ 7 w 705"/>
              <a:gd name="T5" fmla="*/ 437 h 501"/>
              <a:gd name="T6" fmla="*/ 25 w 705"/>
              <a:gd name="T7" fmla="*/ 437 h 501"/>
              <a:gd name="T8" fmla="*/ 283 w 705"/>
              <a:gd name="T9" fmla="*/ 335 h 501"/>
              <a:gd name="T10" fmla="*/ 381 w 705"/>
              <a:gd name="T11" fmla="*/ 349 h 501"/>
              <a:gd name="T12" fmla="*/ 381 w 705"/>
              <a:gd name="T13" fmla="*/ 483 h 501"/>
              <a:gd name="T14" fmla="*/ 390 w 705"/>
              <a:gd name="T15" fmla="*/ 497 h 501"/>
              <a:gd name="T16" fmla="*/ 405 w 705"/>
              <a:gd name="T17" fmla="*/ 496 h 501"/>
              <a:gd name="T18" fmla="*/ 699 w 705"/>
              <a:gd name="T19" fmla="*/ 261 h 501"/>
              <a:gd name="T20" fmla="*/ 704 w 705"/>
              <a:gd name="T21" fmla="*/ 250 h 501"/>
              <a:gd name="T22" fmla="*/ 699 w 705"/>
              <a:gd name="T23" fmla="*/ 238 h 501"/>
              <a:gd name="T24" fmla="*/ 405 w 705"/>
              <a:gd name="T25" fmla="*/ 4 h 501"/>
              <a:gd name="T26" fmla="*/ 390 w 705"/>
              <a:gd name="T27" fmla="*/ 3 h 501"/>
              <a:gd name="T28" fmla="*/ 381 w 705"/>
              <a:gd name="T29" fmla="*/ 15 h 501"/>
              <a:gd name="T30" fmla="*/ 381 w 705"/>
              <a:gd name="T31" fmla="*/ 149 h 501"/>
              <a:gd name="T32" fmla="*/ 159 w 705"/>
              <a:gd name="T33" fmla="*/ 213 h 501"/>
              <a:gd name="T34" fmla="*/ 3 w 705"/>
              <a:gd name="T35" fmla="*/ 420 h 501"/>
              <a:gd name="T36" fmla="*/ 176 w 705"/>
              <a:gd name="T37" fmla="*/ 238 h 501"/>
              <a:gd name="T38" fmla="*/ 176 w 705"/>
              <a:gd name="T39" fmla="*/ 238 h 501"/>
              <a:gd name="T40" fmla="*/ 397 w 705"/>
              <a:gd name="T41" fmla="*/ 176 h 501"/>
              <a:gd name="T42" fmla="*/ 410 w 705"/>
              <a:gd name="T43" fmla="*/ 162 h 501"/>
              <a:gd name="T44" fmla="*/ 410 w 705"/>
              <a:gd name="T45" fmla="*/ 46 h 501"/>
              <a:gd name="T46" fmla="*/ 666 w 705"/>
              <a:gd name="T47" fmla="*/ 250 h 501"/>
              <a:gd name="T48" fmla="*/ 410 w 705"/>
              <a:gd name="T49" fmla="*/ 453 h 501"/>
              <a:gd name="T50" fmla="*/ 410 w 705"/>
              <a:gd name="T51" fmla="*/ 338 h 501"/>
              <a:gd name="T52" fmla="*/ 401 w 705"/>
              <a:gd name="T53" fmla="*/ 324 h 501"/>
              <a:gd name="T54" fmla="*/ 283 w 705"/>
              <a:gd name="T55" fmla="*/ 306 h 501"/>
              <a:gd name="T56" fmla="*/ 52 w 705"/>
              <a:gd name="T57" fmla="*/ 380 h 501"/>
              <a:gd name="T58" fmla="*/ 176 w 705"/>
              <a:gd name="T59" fmla="*/ 238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5" h="501">
                <a:moveTo>
                  <a:pt x="3" y="420"/>
                </a:moveTo>
                <a:lnTo>
                  <a:pt x="3" y="420"/>
                </a:lnTo>
                <a:cubicBezTo>
                  <a:pt x="0" y="426"/>
                  <a:pt x="1" y="434"/>
                  <a:pt x="7" y="437"/>
                </a:cubicBezTo>
                <a:cubicBezTo>
                  <a:pt x="12" y="441"/>
                  <a:pt x="19" y="441"/>
                  <a:pt x="25" y="437"/>
                </a:cubicBezTo>
                <a:cubicBezTo>
                  <a:pt x="106" y="371"/>
                  <a:pt x="191" y="335"/>
                  <a:pt x="283" y="335"/>
                </a:cubicBezTo>
                <a:cubicBezTo>
                  <a:pt x="314" y="335"/>
                  <a:pt x="347" y="339"/>
                  <a:pt x="381" y="349"/>
                </a:cubicBezTo>
                <a:cubicBezTo>
                  <a:pt x="381" y="483"/>
                  <a:pt x="381" y="483"/>
                  <a:pt x="381" y="483"/>
                </a:cubicBezTo>
                <a:cubicBezTo>
                  <a:pt x="381" y="490"/>
                  <a:pt x="384" y="494"/>
                  <a:pt x="390" y="497"/>
                </a:cubicBezTo>
                <a:cubicBezTo>
                  <a:pt x="395" y="500"/>
                  <a:pt x="401" y="499"/>
                  <a:pt x="405" y="496"/>
                </a:cubicBezTo>
                <a:cubicBezTo>
                  <a:pt x="699" y="261"/>
                  <a:pt x="699" y="261"/>
                  <a:pt x="699" y="261"/>
                </a:cubicBezTo>
                <a:cubicBezTo>
                  <a:pt x="701" y="258"/>
                  <a:pt x="704" y="254"/>
                  <a:pt x="704" y="250"/>
                </a:cubicBezTo>
                <a:cubicBezTo>
                  <a:pt x="704" y="246"/>
                  <a:pt x="701" y="242"/>
                  <a:pt x="699" y="238"/>
                </a:cubicBezTo>
                <a:cubicBezTo>
                  <a:pt x="405" y="4"/>
                  <a:pt x="405" y="4"/>
                  <a:pt x="405" y="4"/>
                </a:cubicBezTo>
                <a:cubicBezTo>
                  <a:pt x="401" y="0"/>
                  <a:pt x="395" y="0"/>
                  <a:pt x="390" y="3"/>
                </a:cubicBezTo>
                <a:cubicBezTo>
                  <a:pt x="384" y="4"/>
                  <a:pt x="381" y="10"/>
                  <a:pt x="381" y="15"/>
                </a:cubicBezTo>
                <a:cubicBezTo>
                  <a:pt x="381" y="149"/>
                  <a:pt x="381" y="149"/>
                  <a:pt x="381" y="149"/>
                </a:cubicBezTo>
                <a:cubicBezTo>
                  <a:pt x="298" y="151"/>
                  <a:pt x="222" y="172"/>
                  <a:pt x="159" y="213"/>
                </a:cubicBezTo>
                <a:cubicBezTo>
                  <a:pt x="92" y="258"/>
                  <a:pt x="38" y="327"/>
                  <a:pt x="3" y="420"/>
                </a:cubicBezTo>
                <a:close/>
                <a:moveTo>
                  <a:pt x="176" y="238"/>
                </a:moveTo>
                <a:lnTo>
                  <a:pt x="176" y="238"/>
                </a:lnTo>
                <a:cubicBezTo>
                  <a:pt x="236" y="197"/>
                  <a:pt x="310" y="177"/>
                  <a:pt x="397" y="176"/>
                </a:cubicBezTo>
                <a:cubicBezTo>
                  <a:pt x="405" y="176"/>
                  <a:pt x="410" y="170"/>
                  <a:pt x="410" y="162"/>
                </a:cubicBezTo>
                <a:cubicBezTo>
                  <a:pt x="410" y="46"/>
                  <a:pt x="410" y="46"/>
                  <a:pt x="410" y="46"/>
                </a:cubicBezTo>
                <a:cubicBezTo>
                  <a:pt x="666" y="250"/>
                  <a:pt x="666" y="250"/>
                  <a:pt x="666" y="250"/>
                </a:cubicBezTo>
                <a:cubicBezTo>
                  <a:pt x="410" y="453"/>
                  <a:pt x="410" y="453"/>
                  <a:pt x="410" y="453"/>
                </a:cubicBezTo>
                <a:cubicBezTo>
                  <a:pt x="410" y="338"/>
                  <a:pt x="410" y="338"/>
                  <a:pt x="410" y="338"/>
                </a:cubicBezTo>
                <a:cubicBezTo>
                  <a:pt x="410" y="331"/>
                  <a:pt x="406" y="326"/>
                  <a:pt x="401" y="324"/>
                </a:cubicBezTo>
                <a:cubicBezTo>
                  <a:pt x="359" y="312"/>
                  <a:pt x="321" y="306"/>
                  <a:pt x="283" y="306"/>
                </a:cubicBezTo>
                <a:cubicBezTo>
                  <a:pt x="200" y="306"/>
                  <a:pt x="123" y="332"/>
                  <a:pt x="52" y="380"/>
                </a:cubicBezTo>
                <a:cubicBezTo>
                  <a:pt x="85" y="317"/>
                  <a:pt x="126" y="271"/>
                  <a:pt x="176" y="238"/>
                </a:cubicBezTo>
                <a:close/>
              </a:path>
            </a:pathLst>
          </a:custGeom>
          <a:solidFill>
            <a:schemeClr val="accent4"/>
          </a:solidFill>
          <a:ln>
            <a:noFill/>
          </a:ln>
          <a:effectLst/>
        </p:spPr>
        <p:txBody>
          <a:bodyPr wrap="none" anchor="ctr"/>
          <a:lstStyle/>
          <a:p>
            <a:endParaRPr lang="da-DK"/>
          </a:p>
        </p:txBody>
      </p:sp>
      <p:sp>
        <p:nvSpPr>
          <p:cNvPr id="493" name="Freeform 410">
            <a:extLst>
              <a:ext uri="{FF2B5EF4-FFF2-40B4-BE49-F238E27FC236}">
                <a16:creationId xmlns:a16="http://schemas.microsoft.com/office/drawing/2014/main" id="{0941BCB5-69FF-43B5-1E43-CD34A4A0AFD6}"/>
              </a:ext>
            </a:extLst>
          </p:cNvPr>
          <p:cNvSpPr>
            <a:spLocks noChangeArrowheads="1"/>
          </p:cNvSpPr>
          <p:nvPr/>
        </p:nvSpPr>
        <p:spPr bwMode="auto">
          <a:xfrm>
            <a:off x="7299449" y="1915741"/>
            <a:ext cx="254000" cy="179387"/>
          </a:xfrm>
          <a:custGeom>
            <a:avLst/>
            <a:gdLst>
              <a:gd name="T0" fmla="*/ 0 w 704"/>
              <a:gd name="T1" fmla="*/ 44 h 500"/>
              <a:gd name="T2" fmla="*/ 0 w 704"/>
              <a:gd name="T3" fmla="*/ 44 h 500"/>
              <a:gd name="T4" fmla="*/ 0 w 704"/>
              <a:gd name="T5" fmla="*/ 455 h 500"/>
              <a:gd name="T6" fmla="*/ 12 w 704"/>
              <a:gd name="T7" fmla="*/ 485 h 500"/>
              <a:gd name="T8" fmla="*/ 12 w 704"/>
              <a:gd name="T9" fmla="*/ 486 h 500"/>
              <a:gd name="T10" fmla="*/ 13 w 704"/>
              <a:gd name="T11" fmla="*/ 486 h 500"/>
              <a:gd name="T12" fmla="*/ 44 w 704"/>
              <a:gd name="T13" fmla="*/ 499 h 500"/>
              <a:gd name="T14" fmla="*/ 659 w 704"/>
              <a:gd name="T15" fmla="*/ 499 h 500"/>
              <a:gd name="T16" fmla="*/ 689 w 704"/>
              <a:gd name="T17" fmla="*/ 486 h 500"/>
              <a:gd name="T18" fmla="*/ 689 w 704"/>
              <a:gd name="T19" fmla="*/ 486 h 500"/>
              <a:gd name="T20" fmla="*/ 690 w 704"/>
              <a:gd name="T21" fmla="*/ 485 h 500"/>
              <a:gd name="T22" fmla="*/ 703 w 704"/>
              <a:gd name="T23" fmla="*/ 455 h 500"/>
              <a:gd name="T24" fmla="*/ 703 w 704"/>
              <a:gd name="T25" fmla="*/ 44 h 500"/>
              <a:gd name="T26" fmla="*/ 659 w 704"/>
              <a:gd name="T27" fmla="*/ 0 h 500"/>
              <a:gd name="T28" fmla="*/ 44 w 704"/>
              <a:gd name="T29" fmla="*/ 0 h 500"/>
              <a:gd name="T30" fmla="*/ 0 w 704"/>
              <a:gd name="T31" fmla="*/ 44 h 500"/>
              <a:gd name="T32" fmla="*/ 40 w 704"/>
              <a:gd name="T33" fmla="*/ 30 h 500"/>
              <a:gd name="T34" fmla="*/ 40 w 704"/>
              <a:gd name="T35" fmla="*/ 30 h 500"/>
              <a:gd name="T36" fmla="*/ 258 w 704"/>
              <a:gd name="T37" fmla="*/ 219 h 500"/>
              <a:gd name="T38" fmla="*/ 29 w 704"/>
              <a:gd name="T39" fmla="*/ 449 h 500"/>
              <a:gd name="T40" fmla="*/ 29 w 704"/>
              <a:gd name="T41" fmla="*/ 44 h 500"/>
              <a:gd name="T42" fmla="*/ 40 w 704"/>
              <a:gd name="T43" fmla="*/ 30 h 500"/>
              <a:gd name="T44" fmla="*/ 421 w 704"/>
              <a:gd name="T45" fmla="*/ 238 h 500"/>
              <a:gd name="T46" fmla="*/ 421 w 704"/>
              <a:gd name="T47" fmla="*/ 238 h 500"/>
              <a:gd name="T48" fmla="*/ 652 w 704"/>
              <a:gd name="T49" fmla="*/ 470 h 500"/>
              <a:gd name="T50" fmla="*/ 49 w 704"/>
              <a:gd name="T51" fmla="*/ 470 h 500"/>
              <a:gd name="T52" fmla="*/ 281 w 704"/>
              <a:gd name="T53" fmla="*/ 238 h 500"/>
              <a:gd name="T54" fmla="*/ 322 w 704"/>
              <a:gd name="T55" fmla="*/ 273 h 500"/>
              <a:gd name="T56" fmla="*/ 351 w 704"/>
              <a:gd name="T57" fmla="*/ 284 h 500"/>
              <a:gd name="T58" fmla="*/ 380 w 704"/>
              <a:gd name="T59" fmla="*/ 273 h 500"/>
              <a:gd name="T60" fmla="*/ 421 w 704"/>
              <a:gd name="T61" fmla="*/ 238 h 500"/>
              <a:gd name="T62" fmla="*/ 672 w 704"/>
              <a:gd name="T63" fmla="*/ 449 h 500"/>
              <a:gd name="T64" fmla="*/ 672 w 704"/>
              <a:gd name="T65" fmla="*/ 449 h 500"/>
              <a:gd name="T66" fmla="*/ 443 w 704"/>
              <a:gd name="T67" fmla="*/ 219 h 500"/>
              <a:gd name="T68" fmla="*/ 663 w 704"/>
              <a:gd name="T69" fmla="*/ 30 h 500"/>
              <a:gd name="T70" fmla="*/ 672 w 704"/>
              <a:gd name="T71" fmla="*/ 44 h 500"/>
              <a:gd name="T72" fmla="*/ 672 w 704"/>
              <a:gd name="T73" fmla="*/ 449 h 500"/>
              <a:gd name="T74" fmla="*/ 361 w 704"/>
              <a:gd name="T75" fmla="*/ 251 h 500"/>
              <a:gd name="T76" fmla="*/ 361 w 704"/>
              <a:gd name="T77" fmla="*/ 251 h 500"/>
              <a:gd name="T78" fmla="*/ 351 w 704"/>
              <a:gd name="T79" fmla="*/ 256 h 500"/>
              <a:gd name="T80" fmla="*/ 342 w 704"/>
              <a:gd name="T81" fmla="*/ 251 h 500"/>
              <a:gd name="T82" fmla="*/ 83 w 704"/>
              <a:gd name="T83" fmla="*/ 30 h 500"/>
              <a:gd name="T84" fmla="*/ 619 w 704"/>
              <a:gd name="T85" fmla="*/ 30 h 500"/>
              <a:gd name="T86" fmla="*/ 361 w 704"/>
              <a:gd name="T87" fmla="*/ 251 h 5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04" h="500">
                <a:moveTo>
                  <a:pt x="0" y="44"/>
                </a:moveTo>
                <a:lnTo>
                  <a:pt x="0" y="44"/>
                </a:lnTo>
                <a:cubicBezTo>
                  <a:pt x="0" y="455"/>
                  <a:pt x="0" y="455"/>
                  <a:pt x="0" y="455"/>
                </a:cubicBezTo>
                <a:cubicBezTo>
                  <a:pt x="0" y="467"/>
                  <a:pt x="4" y="477"/>
                  <a:pt x="12" y="485"/>
                </a:cubicBezTo>
                <a:lnTo>
                  <a:pt x="12" y="486"/>
                </a:lnTo>
                <a:lnTo>
                  <a:pt x="13" y="486"/>
                </a:lnTo>
                <a:cubicBezTo>
                  <a:pt x="22" y="494"/>
                  <a:pt x="31" y="499"/>
                  <a:pt x="44" y="499"/>
                </a:cubicBezTo>
                <a:cubicBezTo>
                  <a:pt x="659" y="499"/>
                  <a:pt x="659" y="499"/>
                  <a:pt x="659" y="499"/>
                </a:cubicBezTo>
                <a:cubicBezTo>
                  <a:pt x="670" y="499"/>
                  <a:pt x="681" y="494"/>
                  <a:pt x="689" y="486"/>
                </a:cubicBezTo>
                <a:lnTo>
                  <a:pt x="689" y="486"/>
                </a:lnTo>
                <a:cubicBezTo>
                  <a:pt x="690" y="486"/>
                  <a:pt x="690" y="485"/>
                  <a:pt x="690" y="485"/>
                </a:cubicBezTo>
                <a:cubicBezTo>
                  <a:pt x="697" y="477"/>
                  <a:pt x="703" y="467"/>
                  <a:pt x="703" y="455"/>
                </a:cubicBezTo>
                <a:cubicBezTo>
                  <a:pt x="703" y="44"/>
                  <a:pt x="703" y="44"/>
                  <a:pt x="703" y="44"/>
                </a:cubicBezTo>
                <a:cubicBezTo>
                  <a:pt x="703" y="21"/>
                  <a:pt x="682" y="0"/>
                  <a:pt x="659" y="0"/>
                </a:cubicBezTo>
                <a:cubicBezTo>
                  <a:pt x="44" y="0"/>
                  <a:pt x="44" y="0"/>
                  <a:pt x="44" y="0"/>
                </a:cubicBezTo>
                <a:cubicBezTo>
                  <a:pt x="19" y="0"/>
                  <a:pt x="0" y="21"/>
                  <a:pt x="0" y="44"/>
                </a:cubicBezTo>
                <a:close/>
                <a:moveTo>
                  <a:pt x="40" y="30"/>
                </a:moveTo>
                <a:lnTo>
                  <a:pt x="40" y="30"/>
                </a:lnTo>
                <a:cubicBezTo>
                  <a:pt x="258" y="219"/>
                  <a:pt x="258" y="219"/>
                  <a:pt x="258" y="219"/>
                </a:cubicBezTo>
                <a:cubicBezTo>
                  <a:pt x="29" y="449"/>
                  <a:pt x="29" y="449"/>
                  <a:pt x="29" y="449"/>
                </a:cubicBezTo>
                <a:cubicBezTo>
                  <a:pt x="29" y="44"/>
                  <a:pt x="29" y="44"/>
                  <a:pt x="29" y="44"/>
                </a:cubicBezTo>
                <a:cubicBezTo>
                  <a:pt x="29" y="39"/>
                  <a:pt x="33" y="33"/>
                  <a:pt x="40" y="30"/>
                </a:cubicBezTo>
                <a:close/>
                <a:moveTo>
                  <a:pt x="421" y="238"/>
                </a:moveTo>
                <a:lnTo>
                  <a:pt x="421" y="238"/>
                </a:lnTo>
                <a:cubicBezTo>
                  <a:pt x="652" y="470"/>
                  <a:pt x="652" y="470"/>
                  <a:pt x="652" y="470"/>
                </a:cubicBezTo>
                <a:cubicBezTo>
                  <a:pt x="49" y="470"/>
                  <a:pt x="49" y="470"/>
                  <a:pt x="49" y="470"/>
                </a:cubicBezTo>
                <a:cubicBezTo>
                  <a:pt x="281" y="238"/>
                  <a:pt x="281" y="238"/>
                  <a:pt x="281" y="238"/>
                </a:cubicBezTo>
                <a:cubicBezTo>
                  <a:pt x="322" y="273"/>
                  <a:pt x="322" y="273"/>
                  <a:pt x="322" y="273"/>
                </a:cubicBezTo>
                <a:cubicBezTo>
                  <a:pt x="331" y="280"/>
                  <a:pt x="340" y="284"/>
                  <a:pt x="351" y="284"/>
                </a:cubicBezTo>
                <a:cubicBezTo>
                  <a:pt x="361" y="284"/>
                  <a:pt x="372" y="280"/>
                  <a:pt x="380" y="273"/>
                </a:cubicBezTo>
                <a:lnTo>
                  <a:pt x="421" y="238"/>
                </a:lnTo>
                <a:close/>
                <a:moveTo>
                  <a:pt x="672" y="449"/>
                </a:moveTo>
                <a:lnTo>
                  <a:pt x="672" y="449"/>
                </a:lnTo>
                <a:cubicBezTo>
                  <a:pt x="443" y="219"/>
                  <a:pt x="443" y="219"/>
                  <a:pt x="443" y="219"/>
                </a:cubicBezTo>
                <a:cubicBezTo>
                  <a:pt x="663" y="30"/>
                  <a:pt x="663" y="30"/>
                  <a:pt x="663" y="30"/>
                </a:cubicBezTo>
                <a:cubicBezTo>
                  <a:pt x="668" y="33"/>
                  <a:pt x="672" y="39"/>
                  <a:pt x="672" y="44"/>
                </a:cubicBezTo>
                <a:lnTo>
                  <a:pt x="672" y="449"/>
                </a:lnTo>
                <a:close/>
                <a:moveTo>
                  <a:pt x="361" y="251"/>
                </a:moveTo>
                <a:lnTo>
                  <a:pt x="361" y="251"/>
                </a:lnTo>
                <a:cubicBezTo>
                  <a:pt x="358" y="254"/>
                  <a:pt x="354" y="256"/>
                  <a:pt x="351" y="256"/>
                </a:cubicBezTo>
                <a:cubicBezTo>
                  <a:pt x="347" y="256"/>
                  <a:pt x="344" y="254"/>
                  <a:pt x="342" y="251"/>
                </a:cubicBezTo>
                <a:cubicBezTo>
                  <a:pt x="83" y="30"/>
                  <a:pt x="83" y="30"/>
                  <a:pt x="83" y="30"/>
                </a:cubicBezTo>
                <a:cubicBezTo>
                  <a:pt x="619" y="30"/>
                  <a:pt x="619" y="30"/>
                  <a:pt x="619" y="30"/>
                </a:cubicBezTo>
                <a:lnTo>
                  <a:pt x="361" y="251"/>
                </a:lnTo>
                <a:close/>
              </a:path>
            </a:pathLst>
          </a:custGeom>
          <a:solidFill>
            <a:schemeClr val="accent4"/>
          </a:solidFill>
          <a:ln>
            <a:noFill/>
          </a:ln>
          <a:effectLst/>
        </p:spPr>
        <p:txBody>
          <a:bodyPr wrap="none" anchor="ctr"/>
          <a:lstStyle/>
          <a:p>
            <a:endParaRPr lang="da-DK"/>
          </a:p>
        </p:txBody>
      </p:sp>
      <p:sp>
        <p:nvSpPr>
          <p:cNvPr id="494" name="Freeform 411">
            <a:extLst>
              <a:ext uri="{FF2B5EF4-FFF2-40B4-BE49-F238E27FC236}">
                <a16:creationId xmlns:a16="http://schemas.microsoft.com/office/drawing/2014/main" id="{DA41CE8E-5087-2447-2131-5A3AAA3C979B}"/>
              </a:ext>
            </a:extLst>
          </p:cNvPr>
          <p:cNvSpPr>
            <a:spLocks noChangeArrowheads="1"/>
          </p:cNvSpPr>
          <p:nvPr/>
        </p:nvSpPr>
        <p:spPr bwMode="auto">
          <a:xfrm>
            <a:off x="5781799" y="887041"/>
            <a:ext cx="212725" cy="212725"/>
          </a:xfrm>
          <a:custGeom>
            <a:avLst/>
            <a:gdLst>
              <a:gd name="T0" fmla="*/ 7 w 590"/>
              <a:gd name="T1" fmla="*/ 5 h 590"/>
              <a:gd name="T2" fmla="*/ 7 w 590"/>
              <a:gd name="T3" fmla="*/ 5 h 590"/>
              <a:gd name="T4" fmla="*/ 7 w 590"/>
              <a:gd name="T5" fmla="*/ 26 h 590"/>
              <a:gd name="T6" fmla="*/ 275 w 590"/>
              <a:gd name="T7" fmla="*/ 293 h 590"/>
              <a:gd name="T8" fmla="*/ 7 w 590"/>
              <a:gd name="T9" fmla="*/ 562 h 590"/>
              <a:gd name="T10" fmla="*/ 7 w 590"/>
              <a:gd name="T11" fmla="*/ 583 h 590"/>
              <a:gd name="T12" fmla="*/ 28 w 590"/>
              <a:gd name="T13" fmla="*/ 583 h 590"/>
              <a:gd name="T14" fmla="*/ 295 w 590"/>
              <a:gd name="T15" fmla="*/ 315 h 590"/>
              <a:gd name="T16" fmla="*/ 563 w 590"/>
              <a:gd name="T17" fmla="*/ 583 h 590"/>
              <a:gd name="T18" fmla="*/ 584 w 590"/>
              <a:gd name="T19" fmla="*/ 583 h 590"/>
              <a:gd name="T20" fmla="*/ 584 w 590"/>
              <a:gd name="T21" fmla="*/ 562 h 590"/>
              <a:gd name="T22" fmla="*/ 316 w 590"/>
              <a:gd name="T23" fmla="*/ 293 h 590"/>
              <a:gd name="T24" fmla="*/ 584 w 590"/>
              <a:gd name="T25" fmla="*/ 26 h 590"/>
              <a:gd name="T26" fmla="*/ 584 w 590"/>
              <a:gd name="T27" fmla="*/ 5 h 590"/>
              <a:gd name="T28" fmla="*/ 563 w 590"/>
              <a:gd name="T29" fmla="*/ 5 h 590"/>
              <a:gd name="T30" fmla="*/ 295 w 590"/>
              <a:gd name="T31" fmla="*/ 273 h 590"/>
              <a:gd name="T32" fmla="*/ 28 w 590"/>
              <a:gd name="T33" fmla="*/ 5 h 590"/>
              <a:gd name="T34" fmla="*/ 7 w 590"/>
              <a:gd name="T35" fmla="*/ 5 h 5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90" h="590">
                <a:moveTo>
                  <a:pt x="7" y="5"/>
                </a:moveTo>
                <a:lnTo>
                  <a:pt x="7" y="5"/>
                </a:lnTo>
                <a:cubicBezTo>
                  <a:pt x="0" y="11"/>
                  <a:pt x="0" y="20"/>
                  <a:pt x="7" y="26"/>
                </a:cubicBezTo>
                <a:cubicBezTo>
                  <a:pt x="275" y="293"/>
                  <a:pt x="275" y="293"/>
                  <a:pt x="275" y="293"/>
                </a:cubicBezTo>
                <a:cubicBezTo>
                  <a:pt x="7" y="562"/>
                  <a:pt x="7" y="562"/>
                  <a:pt x="7" y="562"/>
                </a:cubicBezTo>
                <a:cubicBezTo>
                  <a:pt x="0" y="568"/>
                  <a:pt x="0" y="576"/>
                  <a:pt x="7" y="583"/>
                </a:cubicBezTo>
                <a:cubicBezTo>
                  <a:pt x="13" y="589"/>
                  <a:pt x="21" y="589"/>
                  <a:pt x="28" y="583"/>
                </a:cubicBezTo>
                <a:cubicBezTo>
                  <a:pt x="295" y="315"/>
                  <a:pt x="295" y="315"/>
                  <a:pt x="295" y="315"/>
                </a:cubicBezTo>
                <a:cubicBezTo>
                  <a:pt x="563" y="583"/>
                  <a:pt x="563" y="583"/>
                  <a:pt x="563" y="583"/>
                </a:cubicBezTo>
                <a:cubicBezTo>
                  <a:pt x="569" y="589"/>
                  <a:pt x="578" y="589"/>
                  <a:pt x="584" y="583"/>
                </a:cubicBezTo>
                <a:cubicBezTo>
                  <a:pt x="589" y="576"/>
                  <a:pt x="589" y="568"/>
                  <a:pt x="584" y="562"/>
                </a:cubicBezTo>
                <a:cubicBezTo>
                  <a:pt x="316" y="293"/>
                  <a:pt x="316" y="293"/>
                  <a:pt x="316" y="293"/>
                </a:cubicBezTo>
                <a:cubicBezTo>
                  <a:pt x="584" y="26"/>
                  <a:pt x="584" y="26"/>
                  <a:pt x="584" y="26"/>
                </a:cubicBezTo>
                <a:cubicBezTo>
                  <a:pt x="589" y="20"/>
                  <a:pt x="589" y="11"/>
                  <a:pt x="584" y="5"/>
                </a:cubicBezTo>
                <a:cubicBezTo>
                  <a:pt x="578" y="0"/>
                  <a:pt x="569" y="0"/>
                  <a:pt x="563" y="5"/>
                </a:cubicBezTo>
                <a:cubicBezTo>
                  <a:pt x="295" y="273"/>
                  <a:pt x="295" y="273"/>
                  <a:pt x="295" y="273"/>
                </a:cubicBezTo>
                <a:cubicBezTo>
                  <a:pt x="28" y="5"/>
                  <a:pt x="28" y="5"/>
                  <a:pt x="28" y="5"/>
                </a:cubicBezTo>
                <a:cubicBezTo>
                  <a:pt x="21" y="0"/>
                  <a:pt x="13" y="0"/>
                  <a:pt x="7" y="5"/>
                </a:cubicBezTo>
              </a:path>
            </a:pathLst>
          </a:custGeom>
          <a:solidFill>
            <a:schemeClr val="accent4"/>
          </a:solidFill>
          <a:ln>
            <a:noFill/>
          </a:ln>
          <a:effectLst/>
        </p:spPr>
        <p:txBody>
          <a:bodyPr wrap="none" anchor="ctr"/>
          <a:lstStyle/>
          <a:p>
            <a:endParaRPr lang="da-DK"/>
          </a:p>
        </p:txBody>
      </p:sp>
      <p:grpSp>
        <p:nvGrpSpPr>
          <p:cNvPr id="495" name="Group 498">
            <a:extLst>
              <a:ext uri="{FF2B5EF4-FFF2-40B4-BE49-F238E27FC236}">
                <a16:creationId xmlns:a16="http://schemas.microsoft.com/office/drawing/2014/main" id="{00A92094-39F0-5099-0181-16E1C56C803E}"/>
              </a:ext>
            </a:extLst>
          </p:cNvPr>
          <p:cNvGrpSpPr/>
          <p:nvPr/>
        </p:nvGrpSpPr>
        <p:grpSpPr>
          <a:xfrm>
            <a:off x="1182811" y="4679578"/>
            <a:ext cx="254000" cy="222250"/>
            <a:chOff x="41275" y="5024438"/>
            <a:chExt cx="254000" cy="222250"/>
          </a:xfrm>
          <a:solidFill>
            <a:schemeClr val="accent4"/>
          </a:solidFill>
        </p:grpSpPr>
        <p:sp>
          <p:nvSpPr>
            <p:cNvPr id="496" name="Freeform 412">
              <a:extLst>
                <a:ext uri="{FF2B5EF4-FFF2-40B4-BE49-F238E27FC236}">
                  <a16:creationId xmlns:a16="http://schemas.microsoft.com/office/drawing/2014/main" id="{76EDC8D6-F692-2B9C-1222-7925D7A39072}"/>
                </a:ext>
              </a:extLst>
            </p:cNvPr>
            <p:cNvSpPr>
              <a:spLocks noChangeArrowheads="1"/>
            </p:cNvSpPr>
            <p:nvPr/>
          </p:nvSpPr>
          <p:spPr bwMode="auto">
            <a:xfrm>
              <a:off x="41275" y="5024438"/>
              <a:ext cx="200025" cy="201612"/>
            </a:xfrm>
            <a:custGeom>
              <a:avLst/>
              <a:gdLst>
                <a:gd name="T0" fmla="*/ 44 w 557"/>
                <a:gd name="T1" fmla="*/ 409 h 558"/>
                <a:gd name="T2" fmla="*/ 44 w 557"/>
                <a:gd name="T3" fmla="*/ 409 h 558"/>
                <a:gd name="T4" fmla="*/ 117 w 557"/>
                <a:gd name="T5" fmla="*/ 409 h 558"/>
                <a:gd name="T6" fmla="*/ 117 w 557"/>
                <a:gd name="T7" fmla="*/ 541 h 558"/>
                <a:gd name="T8" fmla="*/ 125 w 557"/>
                <a:gd name="T9" fmla="*/ 554 h 558"/>
                <a:gd name="T10" fmla="*/ 140 w 557"/>
                <a:gd name="T11" fmla="*/ 553 h 558"/>
                <a:gd name="T12" fmla="*/ 342 w 557"/>
                <a:gd name="T13" fmla="*/ 409 h 558"/>
                <a:gd name="T14" fmla="*/ 512 w 557"/>
                <a:gd name="T15" fmla="*/ 409 h 558"/>
                <a:gd name="T16" fmla="*/ 556 w 557"/>
                <a:gd name="T17" fmla="*/ 365 h 558"/>
                <a:gd name="T18" fmla="*/ 556 w 557"/>
                <a:gd name="T19" fmla="*/ 44 h 558"/>
                <a:gd name="T20" fmla="*/ 512 w 557"/>
                <a:gd name="T21" fmla="*/ 0 h 558"/>
                <a:gd name="T22" fmla="*/ 44 w 557"/>
                <a:gd name="T23" fmla="*/ 0 h 558"/>
                <a:gd name="T24" fmla="*/ 0 w 557"/>
                <a:gd name="T25" fmla="*/ 44 h 558"/>
                <a:gd name="T26" fmla="*/ 0 w 557"/>
                <a:gd name="T27" fmla="*/ 365 h 558"/>
                <a:gd name="T28" fmla="*/ 44 w 557"/>
                <a:gd name="T29" fmla="*/ 409 h 558"/>
                <a:gd name="T30" fmla="*/ 29 w 557"/>
                <a:gd name="T31" fmla="*/ 44 h 558"/>
                <a:gd name="T32" fmla="*/ 29 w 557"/>
                <a:gd name="T33" fmla="*/ 44 h 558"/>
                <a:gd name="T34" fmla="*/ 44 w 557"/>
                <a:gd name="T35" fmla="*/ 29 h 558"/>
                <a:gd name="T36" fmla="*/ 512 w 557"/>
                <a:gd name="T37" fmla="*/ 29 h 558"/>
                <a:gd name="T38" fmla="*/ 527 w 557"/>
                <a:gd name="T39" fmla="*/ 44 h 558"/>
                <a:gd name="T40" fmla="*/ 527 w 557"/>
                <a:gd name="T41" fmla="*/ 365 h 558"/>
                <a:gd name="T42" fmla="*/ 512 w 557"/>
                <a:gd name="T43" fmla="*/ 380 h 558"/>
                <a:gd name="T44" fmla="*/ 336 w 557"/>
                <a:gd name="T45" fmla="*/ 380 h 558"/>
                <a:gd name="T46" fmla="*/ 328 w 557"/>
                <a:gd name="T47" fmla="*/ 383 h 558"/>
                <a:gd name="T48" fmla="*/ 147 w 557"/>
                <a:gd name="T49" fmla="*/ 513 h 558"/>
                <a:gd name="T50" fmla="*/ 147 w 557"/>
                <a:gd name="T51" fmla="*/ 395 h 558"/>
                <a:gd name="T52" fmla="*/ 143 w 557"/>
                <a:gd name="T53" fmla="*/ 384 h 558"/>
                <a:gd name="T54" fmla="*/ 132 w 557"/>
                <a:gd name="T55" fmla="*/ 380 h 558"/>
                <a:gd name="T56" fmla="*/ 44 w 557"/>
                <a:gd name="T57" fmla="*/ 380 h 558"/>
                <a:gd name="T58" fmla="*/ 29 w 557"/>
                <a:gd name="T59" fmla="*/ 365 h 558"/>
                <a:gd name="T60" fmla="*/ 29 w 557"/>
                <a:gd name="T61" fmla="*/ 44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57" h="558">
                  <a:moveTo>
                    <a:pt x="44" y="409"/>
                  </a:moveTo>
                  <a:lnTo>
                    <a:pt x="44" y="409"/>
                  </a:lnTo>
                  <a:cubicBezTo>
                    <a:pt x="117" y="409"/>
                    <a:pt x="117" y="409"/>
                    <a:pt x="117" y="409"/>
                  </a:cubicBezTo>
                  <a:cubicBezTo>
                    <a:pt x="117" y="541"/>
                    <a:pt x="117" y="541"/>
                    <a:pt x="117" y="541"/>
                  </a:cubicBezTo>
                  <a:cubicBezTo>
                    <a:pt x="117" y="546"/>
                    <a:pt x="121" y="552"/>
                    <a:pt x="125" y="554"/>
                  </a:cubicBezTo>
                  <a:cubicBezTo>
                    <a:pt x="130" y="557"/>
                    <a:pt x="136" y="556"/>
                    <a:pt x="140" y="553"/>
                  </a:cubicBezTo>
                  <a:cubicBezTo>
                    <a:pt x="342" y="409"/>
                    <a:pt x="342" y="409"/>
                    <a:pt x="342" y="409"/>
                  </a:cubicBezTo>
                  <a:cubicBezTo>
                    <a:pt x="512" y="409"/>
                    <a:pt x="512" y="409"/>
                    <a:pt x="512" y="409"/>
                  </a:cubicBezTo>
                  <a:cubicBezTo>
                    <a:pt x="537" y="409"/>
                    <a:pt x="556" y="390"/>
                    <a:pt x="556" y="365"/>
                  </a:cubicBezTo>
                  <a:cubicBezTo>
                    <a:pt x="556" y="44"/>
                    <a:pt x="556" y="44"/>
                    <a:pt x="556" y="44"/>
                  </a:cubicBezTo>
                  <a:cubicBezTo>
                    <a:pt x="556" y="19"/>
                    <a:pt x="537" y="0"/>
                    <a:pt x="512" y="0"/>
                  </a:cubicBezTo>
                  <a:cubicBezTo>
                    <a:pt x="44" y="0"/>
                    <a:pt x="44" y="0"/>
                    <a:pt x="44" y="0"/>
                  </a:cubicBezTo>
                  <a:cubicBezTo>
                    <a:pt x="19" y="0"/>
                    <a:pt x="0" y="19"/>
                    <a:pt x="0" y="44"/>
                  </a:cubicBezTo>
                  <a:cubicBezTo>
                    <a:pt x="0" y="365"/>
                    <a:pt x="0" y="365"/>
                    <a:pt x="0" y="365"/>
                  </a:cubicBezTo>
                  <a:cubicBezTo>
                    <a:pt x="0" y="390"/>
                    <a:pt x="19" y="409"/>
                    <a:pt x="44" y="409"/>
                  </a:cubicBezTo>
                  <a:close/>
                  <a:moveTo>
                    <a:pt x="29" y="44"/>
                  </a:moveTo>
                  <a:lnTo>
                    <a:pt x="29" y="44"/>
                  </a:lnTo>
                  <a:cubicBezTo>
                    <a:pt x="29" y="35"/>
                    <a:pt x="36" y="29"/>
                    <a:pt x="44" y="29"/>
                  </a:cubicBezTo>
                  <a:cubicBezTo>
                    <a:pt x="512" y="29"/>
                    <a:pt x="512" y="29"/>
                    <a:pt x="512" y="29"/>
                  </a:cubicBezTo>
                  <a:cubicBezTo>
                    <a:pt x="520" y="29"/>
                    <a:pt x="527" y="35"/>
                    <a:pt x="527" y="44"/>
                  </a:cubicBezTo>
                  <a:cubicBezTo>
                    <a:pt x="527" y="365"/>
                    <a:pt x="527" y="365"/>
                    <a:pt x="527" y="365"/>
                  </a:cubicBezTo>
                  <a:cubicBezTo>
                    <a:pt x="527" y="373"/>
                    <a:pt x="520" y="380"/>
                    <a:pt x="512" y="380"/>
                  </a:cubicBezTo>
                  <a:cubicBezTo>
                    <a:pt x="336" y="380"/>
                    <a:pt x="336" y="380"/>
                    <a:pt x="336" y="380"/>
                  </a:cubicBezTo>
                  <a:cubicBezTo>
                    <a:pt x="334" y="380"/>
                    <a:pt x="331" y="381"/>
                    <a:pt x="328" y="383"/>
                  </a:cubicBezTo>
                  <a:cubicBezTo>
                    <a:pt x="147" y="513"/>
                    <a:pt x="147" y="513"/>
                    <a:pt x="147" y="513"/>
                  </a:cubicBezTo>
                  <a:cubicBezTo>
                    <a:pt x="147" y="395"/>
                    <a:pt x="147" y="395"/>
                    <a:pt x="147" y="395"/>
                  </a:cubicBezTo>
                  <a:cubicBezTo>
                    <a:pt x="147" y="391"/>
                    <a:pt x="146" y="387"/>
                    <a:pt x="143" y="384"/>
                  </a:cubicBezTo>
                  <a:cubicBezTo>
                    <a:pt x="140" y="381"/>
                    <a:pt x="136" y="380"/>
                    <a:pt x="132" y="380"/>
                  </a:cubicBezTo>
                  <a:cubicBezTo>
                    <a:pt x="44" y="380"/>
                    <a:pt x="44" y="380"/>
                    <a:pt x="44" y="380"/>
                  </a:cubicBezTo>
                  <a:cubicBezTo>
                    <a:pt x="36" y="380"/>
                    <a:pt x="29" y="373"/>
                    <a:pt x="29" y="365"/>
                  </a:cubicBezTo>
                  <a:lnTo>
                    <a:pt x="29"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13">
              <a:extLst>
                <a:ext uri="{FF2B5EF4-FFF2-40B4-BE49-F238E27FC236}">
                  <a16:creationId xmlns:a16="http://schemas.microsoft.com/office/drawing/2014/main" id="{CE718B09-8E41-A27C-D328-453AF1B9225D}"/>
                </a:ext>
              </a:extLst>
            </p:cNvPr>
            <p:cNvSpPr>
              <a:spLocks noChangeArrowheads="1"/>
            </p:cNvSpPr>
            <p:nvPr/>
          </p:nvSpPr>
          <p:spPr bwMode="auto">
            <a:xfrm>
              <a:off x="168275" y="5056188"/>
              <a:ext cx="127000" cy="190500"/>
            </a:xfrm>
            <a:custGeom>
              <a:avLst/>
              <a:gdLst>
                <a:gd name="T0" fmla="*/ 308 w 353"/>
                <a:gd name="T1" fmla="*/ 380 h 528"/>
                <a:gd name="T2" fmla="*/ 308 w 353"/>
                <a:gd name="T3" fmla="*/ 380 h 528"/>
                <a:gd name="T4" fmla="*/ 220 w 353"/>
                <a:gd name="T5" fmla="*/ 380 h 528"/>
                <a:gd name="T6" fmla="*/ 211 w 353"/>
                <a:gd name="T7" fmla="*/ 384 h 528"/>
                <a:gd name="T8" fmla="*/ 205 w 353"/>
                <a:gd name="T9" fmla="*/ 395 h 528"/>
                <a:gd name="T10" fmla="*/ 205 w 353"/>
                <a:gd name="T11" fmla="*/ 481 h 528"/>
                <a:gd name="T12" fmla="*/ 83 w 353"/>
                <a:gd name="T13" fmla="*/ 383 h 528"/>
                <a:gd name="T14" fmla="*/ 73 w 353"/>
                <a:gd name="T15" fmla="*/ 380 h 528"/>
                <a:gd name="T16" fmla="*/ 16 w 353"/>
                <a:gd name="T17" fmla="*/ 380 h 528"/>
                <a:gd name="T18" fmla="*/ 0 w 353"/>
                <a:gd name="T19" fmla="*/ 395 h 528"/>
                <a:gd name="T20" fmla="*/ 16 w 353"/>
                <a:gd name="T21" fmla="*/ 409 h 528"/>
                <a:gd name="T22" fmla="*/ 69 w 353"/>
                <a:gd name="T23" fmla="*/ 409 h 528"/>
                <a:gd name="T24" fmla="*/ 211 w 353"/>
                <a:gd name="T25" fmla="*/ 523 h 528"/>
                <a:gd name="T26" fmla="*/ 227 w 353"/>
                <a:gd name="T27" fmla="*/ 525 h 528"/>
                <a:gd name="T28" fmla="*/ 235 w 353"/>
                <a:gd name="T29" fmla="*/ 512 h 528"/>
                <a:gd name="T30" fmla="*/ 235 w 353"/>
                <a:gd name="T31" fmla="*/ 409 h 528"/>
                <a:gd name="T32" fmla="*/ 308 w 353"/>
                <a:gd name="T33" fmla="*/ 409 h 528"/>
                <a:gd name="T34" fmla="*/ 352 w 353"/>
                <a:gd name="T35" fmla="*/ 365 h 528"/>
                <a:gd name="T36" fmla="*/ 352 w 353"/>
                <a:gd name="T37" fmla="*/ 44 h 528"/>
                <a:gd name="T38" fmla="*/ 308 w 353"/>
                <a:gd name="T39" fmla="*/ 0 h 528"/>
                <a:gd name="T40" fmla="*/ 279 w 353"/>
                <a:gd name="T41" fmla="*/ 0 h 528"/>
                <a:gd name="T42" fmla="*/ 264 w 353"/>
                <a:gd name="T43" fmla="*/ 13 h 528"/>
                <a:gd name="T44" fmla="*/ 279 w 353"/>
                <a:gd name="T45" fmla="*/ 28 h 528"/>
                <a:gd name="T46" fmla="*/ 308 w 353"/>
                <a:gd name="T47" fmla="*/ 28 h 528"/>
                <a:gd name="T48" fmla="*/ 323 w 353"/>
                <a:gd name="T49" fmla="*/ 44 h 528"/>
                <a:gd name="T50" fmla="*/ 323 w 353"/>
                <a:gd name="T51" fmla="*/ 365 h 528"/>
                <a:gd name="T52" fmla="*/ 308 w 353"/>
                <a:gd name="T53" fmla="*/ 380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53" h="528">
                  <a:moveTo>
                    <a:pt x="308" y="380"/>
                  </a:moveTo>
                  <a:lnTo>
                    <a:pt x="308" y="380"/>
                  </a:lnTo>
                  <a:cubicBezTo>
                    <a:pt x="220" y="380"/>
                    <a:pt x="220" y="380"/>
                    <a:pt x="220" y="380"/>
                  </a:cubicBezTo>
                  <a:cubicBezTo>
                    <a:pt x="216" y="380"/>
                    <a:pt x="212" y="381"/>
                    <a:pt x="211" y="384"/>
                  </a:cubicBezTo>
                  <a:cubicBezTo>
                    <a:pt x="208" y="387"/>
                    <a:pt x="205" y="391"/>
                    <a:pt x="205" y="395"/>
                  </a:cubicBezTo>
                  <a:cubicBezTo>
                    <a:pt x="205" y="481"/>
                    <a:pt x="205" y="481"/>
                    <a:pt x="205" y="481"/>
                  </a:cubicBezTo>
                  <a:cubicBezTo>
                    <a:pt x="83" y="383"/>
                    <a:pt x="83" y="383"/>
                    <a:pt x="83" y="383"/>
                  </a:cubicBezTo>
                  <a:cubicBezTo>
                    <a:pt x="80" y="381"/>
                    <a:pt x="77" y="380"/>
                    <a:pt x="73" y="380"/>
                  </a:cubicBezTo>
                  <a:cubicBezTo>
                    <a:pt x="16" y="380"/>
                    <a:pt x="16" y="380"/>
                    <a:pt x="16" y="380"/>
                  </a:cubicBezTo>
                  <a:cubicBezTo>
                    <a:pt x="7" y="380"/>
                    <a:pt x="0" y="387"/>
                    <a:pt x="0" y="395"/>
                  </a:cubicBezTo>
                  <a:cubicBezTo>
                    <a:pt x="0" y="403"/>
                    <a:pt x="7" y="409"/>
                    <a:pt x="16" y="409"/>
                  </a:cubicBezTo>
                  <a:cubicBezTo>
                    <a:pt x="69" y="409"/>
                    <a:pt x="69" y="409"/>
                    <a:pt x="69" y="409"/>
                  </a:cubicBezTo>
                  <a:cubicBezTo>
                    <a:pt x="211" y="523"/>
                    <a:pt x="211" y="523"/>
                    <a:pt x="211" y="523"/>
                  </a:cubicBezTo>
                  <a:cubicBezTo>
                    <a:pt x="216" y="527"/>
                    <a:pt x="222" y="527"/>
                    <a:pt x="227" y="525"/>
                  </a:cubicBezTo>
                  <a:cubicBezTo>
                    <a:pt x="231" y="523"/>
                    <a:pt x="235" y="517"/>
                    <a:pt x="235" y="512"/>
                  </a:cubicBezTo>
                  <a:cubicBezTo>
                    <a:pt x="235" y="409"/>
                    <a:pt x="235" y="409"/>
                    <a:pt x="235" y="409"/>
                  </a:cubicBezTo>
                  <a:cubicBezTo>
                    <a:pt x="308" y="409"/>
                    <a:pt x="308" y="409"/>
                    <a:pt x="308" y="409"/>
                  </a:cubicBezTo>
                  <a:cubicBezTo>
                    <a:pt x="333" y="409"/>
                    <a:pt x="352" y="389"/>
                    <a:pt x="352" y="365"/>
                  </a:cubicBezTo>
                  <a:cubicBezTo>
                    <a:pt x="352" y="44"/>
                    <a:pt x="352" y="44"/>
                    <a:pt x="352" y="44"/>
                  </a:cubicBezTo>
                  <a:cubicBezTo>
                    <a:pt x="352" y="19"/>
                    <a:pt x="333" y="0"/>
                    <a:pt x="308" y="0"/>
                  </a:cubicBezTo>
                  <a:cubicBezTo>
                    <a:pt x="279" y="0"/>
                    <a:pt x="279" y="0"/>
                    <a:pt x="279" y="0"/>
                  </a:cubicBezTo>
                  <a:cubicBezTo>
                    <a:pt x="271" y="0"/>
                    <a:pt x="264" y="6"/>
                    <a:pt x="264" y="13"/>
                  </a:cubicBezTo>
                  <a:cubicBezTo>
                    <a:pt x="264" y="22"/>
                    <a:pt x="271" y="28"/>
                    <a:pt x="279" y="28"/>
                  </a:cubicBezTo>
                  <a:cubicBezTo>
                    <a:pt x="308" y="28"/>
                    <a:pt x="308" y="28"/>
                    <a:pt x="308" y="28"/>
                  </a:cubicBezTo>
                  <a:cubicBezTo>
                    <a:pt x="316" y="28"/>
                    <a:pt x="323" y="35"/>
                    <a:pt x="323" y="44"/>
                  </a:cubicBezTo>
                  <a:cubicBezTo>
                    <a:pt x="323" y="365"/>
                    <a:pt x="323" y="365"/>
                    <a:pt x="323" y="365"/>
                  </a:cubicBezTo>
                  <a:cubicBezTo>
                    <a:pt x="323" y="373"/>
                    <a:pt x="316" y="380"/>
                    <a:pt x="308"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98" name="Group 501">
            <a:extLst>
              <a:ext uri="{FF2B5EF4-FFF2-40B4-BE49-F238E27FC236}">
                <a16:creationId xmlns:a16="http://schemas.microsoft.com/office/drawing/2014/main" id="{E8093E11-09DD-3AA7-B728-BBDA50C71A0F}"/>
              </a:ext>
            </a:extLst>
          </p:cNvPr>
          <p:cNvGrpSpPr/>
          <p:nvPr/>
        </p:nvGrpSpPr>
        <p:grpSpPr>
          <a:xfrm>
            <a:off x="5770686" y="1883991"/>
            <a:ext cx="242888" cy="242887"/>
            <a:chOff x="4629150" y="2239963"/>
            <a:chExt cx="242888" cy="242887"/>
          </a:xfrm>
          <a:solidFill>
            <a:schemeClr val="accent4"/>
          </a:solidFill>
        </p:grpSpPr>
        <p:sp>
          <p:nvSpPr>
            <p:cNvPr id="499" name="Freeform 414">
              <a:extLst>
                <a:ext uri="{FF2B5EF4-FFF2-40B4-BE49-F238E27FC236}">
                  <a16:creationId xmlns:a16="http://schemas.microsoft.com/office/drawing/2014/main" id="{67652E4A-FE4B-5B15-13AA-7773D374774E}"/>
                </a:ext>
              </a:extLst>
            </p:cNvPr>
            <p:cNvSpPr>
              <a:spLocks noChangeArrowheads="1"/>
            </p:cNvSpPr>
            <p:nvPr/>
          </p:nvSpPr>
          <p:spPr bwMode="auto">
            <a:xfrm>
              <a:off x="4629150" y="2239963"/>
              <a:ext cx="242888" cy="242887"/>
            </a:xfrm>
            <a:custGeom>
              <a:avLst/>
              <a:gdLst>
                <a:gd name="T0" fmla="*/ 337 w 675"/>
                <a:gd name="T1" fmla="*/ 673 h 674"/>
                <a:gd name="T2" fmla="*/ 337 w 675"/>
                <a:gd name="T3" fmla="*/ 673 h 674"/>
                <a:gd name="T4" fmla="*/ 674 w 675"/>
                <a:gd name="T5" fmla="*/ 336 h 674"/>
                <a:gd name="T6" fmla="*/ 337 w 675"/>
                <a:gd name="T7" fmla="*/ 0 h 674"/>
                <a:gd name="T8" fmla="*/ 0 w 675"/>
                <a:gd name="T9" fmla="*/ 336 h 674"/>
                <a:gd name="T10" fmla="*/ 337 w 675"/>
                <a:gd name="T11" fmla="*/ 673 h 674"/>
                <a:gd name="T12" fmla="*/ 141 w 675"/>
                <a:gd name="T13" fmla="*/ 574 h 674"/>
                <a:gd name="T14" fmla="*/ 141 w 675"/>
                <a:gd name="T15" fmla="*/ 574 h 674"/>
                <a:gd name="T16" fmla="*/ 337 w 675"/>
                <a:gd name="T17" fmla="*/ 468 h 674"/>
                <a:gd name="T18" fmla="*/ 534 w 675"/>
                <a:gd name="T19" fmla="*/ 574 h 674"/>
                <a:gd name="T20" fmla="*/ 337 w 675"/>
                <a:gd name="T21" fmla="*/ 644 h 674"/>
                <a:gd name="T22" fmla="*/ 141 w 675"/>
                <a:gd name="T23" fmla="*/ 574 h 674"/>
                <a:gd name="T24" fmla="*/ 119 w 675"/>
                <a:gd name="T25" fmla="*/ 119 h 674"/>
                <a:gd name="T26" fmla="*/ 119 w 675"/>
                <a:gd name="T27" fmla="*/ 119 h 674"/>
                <a:gd name="T28" fmla="*/ 337 w 675"/>
                <a:gd name="T29" fmla="*/ 29 h 674"/>
                <a:gd name="T30" fmla="*/ 554 w 675"/>
                <a:gd name="T31" fmla="*/ 119 h 674"/>
                <a:gd name="T32" fmla="*/ 645 w 675"/>
                <a:gd name="T33" fmla="*/ 336 h 674"/>
                <a:gd name="T34" fmla="*/ 556 w 675"/>
                <a:gd name="T35" fmla="*/ 553 h 674"/>
                <a:gd name="T36" fmla="*/ 337 w 675"/>
                <a:gd name="T37" fmla="*/ 439 h 674"/>
                <a:gd name="T38" fmla="*/ 119 w 675"/>
                <a:gd name="T39" fmla="*/ 553 h 674"/>
                <a:gd name="T40" fmla="*/ 30 w 675"/>
                <a:gd name="T41" fmla="*/ 336 h 674"/>
                <a:gd name="T42" fmla="*/ 119 w 675"/>
                <a:gd name="T43" fmla="*/ 119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675" h="674">
                  <a:moveTo>
                    <a:pt x="337" y="673"/>
                  </a:moveTo>
                  <a:lnTo>
                    <a:pt x="337" y="673"/>
                  </a:lnTo>
                  <a:cubicBezTo>
                    <a:pt x="523" y="673"/>
                    <a:pt x="674" y="523"/>
                    <a:pt x="674" y="336"/>
                  </a:cubicBezTo>
                  <a:cubicBezTo>
                    <a:pt x="674" y="151"/>
                    <a:pt x="523" y="0"/>
                    <a:pt x="337" y="0"/>
                  </a:cubicBezTo>
                  <a:cubicBezTo>
                    <a:pt x="151" y="0"/>
                    <a:pt x="0" y="151"/>
                    <a:pt x="0" y="336"/>
                  </a:cubicBezTo>
                  <a:cubicBezTo>
                    <a:pt x="0" y="523"/>
                    <a:pt x="151" y="673"/>
                    <a:pt x="337" y="673"/>
                  </a:cubicBezTo>
                  <a:close/>
                  <a:moveTo>
                    <a:pt x="141" y="574"/>
                  </a:moveTo>
                  <a:lnTo>
                    <a:pt x="141" y="574"/>
                  </a:lnTo>
                  <a:cubicBezTo>
                    <a:pt x="177" y="512"/>
                    <a:pt x="251" y="468"/>
                    <a:pt x="337" y="468"/>
                  </a:cubicBezTo>
                  <a:cubicBezTo>
                    <a:pt x="424" y="468"/>
                    <a:pt x="498" y="512"/>
                    <a:pt x="534" y="574"/>
                  </a:cubicBezTo>
                  <a:cubicBezTo>
                    <a:pt x="480" y="618"/>
                    <a:pt x="411" y="644"/>
                    <a:pt x="337" y="644"/>
                  </a:cubicBezTo>
                  <a:cubicBezTo>
                    <a:pt x="262" y="644"/>
                    <a:pt x="195" y="618"/>
                    <a:pt x="141" y="574"/>
                  </a:cubicBezTo>
                  <a:close/>
                  <a:moveTo>
                    <a:pt x="119" y="119"/>
                  </a:moveTo>
                  <a:lnTo>
                    <a:pt x="119" y="119"/>
                  </a:lnTo>
                  <a:cubicBezTo>
                    <a:pt x="175" y="63"/>
                    <a:pt x="252" y="29"/>
                    <a:pt x="337" y="29"/>
                  </a:cubicBezTo>
                  <a:cubicBezTo>
                    <a:pt x="422" y="29"/>
                    <a:pt x="499" y="63"/>
                    <a:pt x="554" y="119"/>
                  </a:cubicBezTo>
                  <a:cubicBezTo>
                    <a:pt x="611" y="174"/>
                    <a:pt x="645" y="251"/>
                    <a:pt x="645" y="336"/>
                  </a:cubicBezTo>
                  <a:cubicBezTo>
                    <a:pt x="645" y="421"/>
                    <a:pt x="611" y="497"/>
                    <a:pt x="556" y="553"/>
                  </a:cubicBezTo>
                  <a:cubicBezTo>
                    <a:pt x="513" y="485"/>
                    <a:pt x="431" y="439"/>
                    <a:pt x="337" y="439"/>
                  </a:cubicBezTo>
                  <a:cubicBezTo>
                    <a:pt x="244" y="439"/>
                    <a:pt x="162" y="485"/>
                    <a:pt x="119" y="553"/>
                  </a:cubicBezTo>
                  <a:cubicBezTo>
                    <a:pt x="64" y="497"/>
                    <a:pt x="30" y="421"/>
                    <a:pt x="30" y="336"/>
                  </a:cubicBezTo>
                  <a:cubicBezTo>
                    <a:pt x="30" y="251"/>
                    <a:pt x="64" y="174"/>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0" name="Freeform 415">
              <a:extLst>
                <a:ext uri="{FF2B5EF4-FFF2-40B4-BE49-F238E27FC236}">
                  <a16:creationId xmlns:a16="http://schemas.microsoft.com/office/drawing/2014/main" id="{E61FDD67-B893-AB59-26F7-C53327FB5148}"/>
                </a:ext>
              </a:extLst>
            </p:cNvPr>
            <p:cNvSpPr>
              <a:spLocks noChangeArrowheads="1"/>
            </p:cNvSpPr>
            <p:nvPr/>
          </p:nvSpPr>
          <p:spPr bwMode="auto">
            <a:xfrm>
              <a:off x="4713288" y="2281238"/>
              <a:ext cx="74612" cy="95250"/>
            </a:xfrm>
            <a:custGeom>
              <a:avLst/>
              <a:gdLst>
                <a:gd name="T0" fmla="*/ 103 w 207"/>
                <a:gd name="T1" fmla="*/ 265 h 266"/>
                <a:gd name="T2" fmla="*/ 103 w 207"/>
                <a:gd name="T3" fmla="*/ 265 h 266"/>
                <a:gd name="T4" fmla="*/ 176 w 207"/>
                <a:gd name="T5" fmla="*/ 233 h 266"/>
                <a:gd name="T6" fmla="*/ 206 w 207"/>
                <a:gd name="T7" fmla="*/ 158 h 266"/>
                <a:gd name="T8" fmla="*/ 206 w 207"/>
                <a:gd name="T9" fmla="*/ 105 h 266"/>
                <a:gd name="T10" fmla="*/ 176 w 207"/>
                <a:gd name="T11" fmla="*/ 30 h 266"/>
                <a:gd name="T12" fmla="*/ 103 w 207"/>
                <a:gd name="T13" fmla="*/ 0 h 266"/>
                <a:gd name="T14" fmla="*/ 29 w 207"/>
                <a:gd name="T15" fmla="*/ 30 h 266"/>
                <a:gd name="T16" fmla="*/ 0 w 207"/>
                <a:gd name="T17" fmla="*/ 105 h 266"/>
                <a:gd name="T18" fmla="*/ 0 w 207"/>
                <a:gd name="T19" fmla="*/ 158 h 266"/>
                <a:gd name="T20" fmla="*/ 29 w 207"/>
                <a:gd name="T21" fmla="*/ 233 h 266"/>
                <a:gd name="T22" fmla="*/ 103 w 207"/>
                <a:gd name="T23" fmla="*/ 265 h 266"/>
                <a:gd name="T24" fmla="*/ 31 w 207"/>
                <a:gd name="T25" fmla="*/ 105 h 266"/>
                <a:gd name="T26" fmla="*/ 31 w 207"/>
                <a:gd name="T27" fmla="*/ 105 h 266"/>
                <a:gd name="T28" fmla="*/ 53 w 207"/>
                <a:gd name="T29" fmla="*/ 52 h 266"/>
                <a:gd name="T30" fmla="*/ 103 w 207"/>
                <a:gd name="T31" fmla="*/ 30 h 266"/>
                <a:gd name="T32" fmla="*/ 154 w 207"/>
                <a:gd name="T33" fmla="*/ 52 h 266"/>
                <a:gd name="T34" fmla="*/ 176 w 207"/>
                <a:gd name="T35" fmla="*/ 105 h 266"/>
                <a:gd name="T36" fmla="*/ 176 w 207"/>
                <a:gd name="T37" fmla="*/ 158 h 266"/>
                <a:gd name="T38" fmla="*/ 154 w 207"/>
                <a:gd name="T39" fmla="*/ 211 h 266"/>
                <a:gd name="T40" fmla="*/ 103 w 207"/>
                <a:gd name="T41" fmla="*/ 233 h 266"/>
                <a:gd name="T42" fmla="*/ 53 w 207"/>
                <a:gd name="T43" fmla="*/ 211 h 266"/>
                <a:gd name="T44" fmla="*/ 31 w 207"/>
                <a:gd name="T45" fmla="*/ 158 h 266"/>
                <a:gd name="T46" fmla="*/ 31 w 207"/>
                <a:gd name="T47" fmla="*/ 10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07" h="266">
                  <a:moveTo>
                    <a:pt x="103" y="265"/>
                  </a:moveTo>
                  <a:lnTo>
                    <a:pt x="103" y="265"/>
                  </a:lnTo>
                  <a:cubicBezTo>
                    <a:pt x="132" y="265"/>
                    <a:pt x="158" y="252"/>
                    <a:pt x="176" y="233"/>
                  </a:cubicBezTo>
                  <a:cubicBezTo>
                    <a:pt x="195" y="214"/>
                    <a:pt x="206" y="186"/>
                    <a:pt x="206" y="158"/>
                  </a:cubicBezTo>
                  <a:cubicBezTo>
                    <a:pt x="206" y="105"/>
                    <a:pt x="206" y="105"/>
                    <a:pt x="206" y="105"/>
                  </a:cubicBezTo>
                  <a:cubicBezTo>
                    <a:pt x="206" y="77"/>
                    <a:pt x="195" y="51"/>
                    <a:pt x="176" y="30"/>
                  </a:cubicBezTo>
                  <a:cubicBezTo>
                    <a:pt x="158" y="11"/>
                    <a:pt x="132" y="0"/>
                    <a:pt x="103" y="0"/>
                  </a:cubicBezTo>
                  <a:cubicBezTo>
                    <a:pt x="75" y="0"/>
                    <a:pt x="48" y="11"/>
                    <a:pt x="29" y="30"/>
                  </a:cubicBezTo>
                  <a:cubicBezTo>
                    <a:pt x="11" y="51"/>
                    <a:pt x="0" y="77"/>
                    <a:pt x="0" y="105"/>
                  </a:cubicBezTo>
                  <a:cubicBezTo>
                    <a:pt x="0" y="158"/>
                    <a:pt x="0" y="158"/>
                    <a:pt x="0" y="158"/>
                  </a:cubicBezTo>
                  <a:cubicBezTo>
                    <a:pt x="0" y="186"/>
                    <a:pt x="11" y="214"/>
                    <a:pt x="29" y="233"/>
                  </a:cubicBezTo>
                  <a:cubicBezTo>
                    <a:pt x="48" y="252"/>
                    <a:pt x="75" y="265"/>
                    <a:pt x="103" y="265"/>
                  </a:cubicBezTo>
                  <a:close/>
                  <a:moveTo>
                    <a:pt x="31" y="105"/>
                  </a:moveTo>
                  <a:lnTo>
                    <a:pt x="31" y="105"/>
                  </a:lnTo>
                  <a:cubicBezTo>
                    <a:pt x="31" y="85"/>
                    <a:pt x="39" y="66"/>
                    <a:pt x="53" y="52"/>
                  </a:cubicBezTo>
                  <a:cubicBezTo>
                    <a:pt x="65" y="38"/>
                    <a:pt x="83" y="30"/>
                    <a:pt x="103" y="30"/>
                  </a:cubicBezTo>
                  <a:cubicBezTo>
                    <a:pt x="123" y="30"/>
                    <a:pt x="140" y="38"/>
                    <a:pt x="154" y="52"/>
                  </a:cubicBezTo>
                  <a:cubicBezTo>
                    <a:pt x="168" y="66"/>
                    <a:pt x="176" y="85"/>
                    <a:pt x="176" y="105"/>
                  </a:cubicBezTo>
                  <a:cubicBezTo>
                    <a:pt x="176" y="158"/>
                    <a:pt x="176" y="158"/>
                    <a:pt x="176" y="158"/>
                  </a:cubicBezTo>
                  <a:cubicBezTo>
                    <a:pt x="176" y="178"/>
                    <a:pt x="168" y="197"/>
                    <a:pt x="154" y="211"/>
                  </a:cubicBezTo>
                  <a:cubicBezTo>
                    <a:pt x="140" y="225"/>
                    <a:pt x="123" y="233"/>
                    <a:pt x="103" y="233"/>
                  </a:cubicBezTo>
                  <a:cubicBezTo>
                    <a:pt x="83" y="233"/>
                    <a:pt x="65" y="225"/>
                    <a:pt x="53" y="211"/>
                  </a:cubicBezTo>
                  <a:cubicBezTo>
                    <a:pt x="39" y="197"/>
                    <a:pt x="31" y="178"/>
                    <a:pt x="31" y="158"/>
                  </a:cubicBezTo>
                  <a:lnTo>
                    <a:pt x="31" y="10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1" name="Group 504">
            <a:extLst>
              <a:ext uri="{FF2B5EF4-FFF2-40B4-BE49-F238E27FC236}">
                <a16:creationId xmlns:a16="http://schemas.microsoft.com/office/drawing/2014/main" id="{FD5DF5BB-FCC0-6F20-D745-6CB0FDA81A10}"/>
              </a:ext>
            </a:extLst>
          </p:cNvPr>
          <p:cNvGrpSpPr/>
          <p:nvPr/>
        </p:nvGrpSpPr>
        <p:grpSpPr>
          <a:xfrm>
            <a:off x="6310436" y="2436614"/>
            <a:ext cx="252413" cy="219075"/>
            <a:chOff x="5168900" y="2687638"/>
            <a:chExt cx="252413" cy="219075"/>
          </a:xfrm>
          <a:solidFill>
            <a:schemeClr val="accent4"/>
          </a:solidFill>
        </p:grpSpPr>
        <p:sp>
          <p:nvSpPr>
            <p:cNvPr id="502" name="Freeform 416">
              <a:extLst>
                <a:ext uri="{FF2B5EF4-FFF2-40B4-BE49-F238E27FC236}">
                  <a16:creationId xmlns:a16="http://schemas.microsoft.com/office/drawing/2014/main" id="{DA73BE79-379A-C115-B432-533A3B2DC952}"/>
                </a:ext>
              </a:extLst>
            </p:cNvPr>
            <p:cNvSpPr>
              <a:spLocks noChangeArrowheads="1"/>
            </p:cNvSpPr>
            <p:nvPr/>
          </p:nvSpPr>
          <p:spPr bwMode="auto">
            <a:xfrm>
              <a:off x="5168900" y="2687638"/>
              <a:ext cx="252413" cy="219075"/>
            </a:xfrm>
            <a:custGeom>
              <a:avLst/>
              <a:gdLst>
                <a:gd name="T0" fmla="*/ 419 w 700"/>
                <a:gd name="T1" fmla="*/ 42 h 608"/>
                <a:gd name="T2" fmla="*/ 419 w 700"/>
                <a:gd name="T3" fmla="*/ 42 h 608"/>
                <a:gd name="T4" fmla="*/ 349 w 700"/>
                <a:gd name="T5" fmla="*/ 0 h 608"/>
                <a:gd name="T6" fmla="*/ 280 w 700"/>
                <a:gd name="T7" fmla="*/ 42 h 608"/>
                <a:gd name="T8" fmla="*/ 4 w 700"/>
                <a:gd name="T9" fmla="*/ 539 h 608"/>
                <a:gd name="T10" fmla="*/ 4 w 700"/>
                <a:gd name="T11" fmla="*/ 540 h 608"/>
                <a:gd name="T12" fmla="*/ 0 w 700"/>
                <a:gd name="T13" fmla="*/ 560 h 608"/>
                <a:gd name="T14" fmla="*/ 13 w 700"/>
                <a:gd name="T15" fmla="*/ 593 h 608"/>
                <a:gd name="T16" fmla="*/ 47 w 700"/>
                <a:gd name="T17" fmla="*/ 607 h 608"/>
                <a:gd name="T18" fmla="*/ 652 w 700"/>
                <a:gd name="T19" fmla="*/ 607 h 608"/>
                <a:gd name="T20" fmla="*/ 685 w 700"/>
                <a:gd name="T21" fmla="*/ 593 h 608"/>
                <a:gd name="T22" fmla="*/ 699 w 700"/>
                <a:gd name="T23" fmla="*/ 560 h 608"/>
                <a:gd name="T24" fmla="*/ 694 w 700"/>
                <a:gd name="T25" fmla="*/ 540 h 608"/>
                <a:gd name="T26" fmla="*/ 694 w 700"/>
                <a:gd name="T27" fmla="*/ 539 h 608"/>
                <a:gd name="T28" fmla="*/ 419 w 700"/>
                <a:gd name="T29" fmla="*/ 42 h 608"/>
                <a:gd name="T30" fmla="*/ 665 w 700"/>
                <a:gd name="T31" fmla="*/ 573 h 608"/>
                <a:gd name="T32" fmla="*/ 665 w 700"/>
                <a:gd name="T33" fmla="*/ 573 h 608"/>
                <a:gd name="T34" fmla="*/ 652 w 700"/>
                <a:gd name="T35" fmla="*/ 578 h 608"/>
                <a:gd name="T36" fmla="*/ 47 w 700"/>
                <a:gd name="T37" fmla="*/ 578 h 608"/>
                <a:gd name="T38" fmla="*/ 35 w 700"/>
                <a:gd name="T39" fmla="*/ 573 h 608"/>
                <a:gd name="T40" fmla="*/ 29 w 700"/>
                <a:gd name="T41" fmla="*/ 560 h 608"/>
                <a:gd name="T42" fmla="*/ 31 w 700"/>
                <a:gd name="T43" fmla="*/ 552 h 608"/>
                <a:gd name="T44" fmla="*/ 306 w 700"/>
                <a:gd name="T45" fmla="*/ 57 h 608"/>
                <a:gd name="T46" fmla="*/ 349 w 700"/>
                <a:gd name="T47" fmla="*/ 31 h 608"/>
                <a:gd name="T48" fmla="*/ 393 w 700"/>
                <a:gd name="T49" fmla="*/ 57 h 608"/>
                <a:gd name="T50" fmla="*/ 405 w 700"/>
                <a:gd name="T51" fmla="*/ 48 h 608"/>
                <a:gd name="T52" fmla="*/ 393 w 700"/>
                <a:gd name="T53" fmla="*/ 57 h 608"/>
                <a:gd name="T54" fmla="*/ 668 w 700"/>
                <a:gd name="T55" fmla="*/ 552 h 608"/>
                <a:gd name="T56" fmla="*/ 670 w 700"/>
                <a:gd name="T57" fmla="*/ 560 h 608"/>
                <a:gd name="T58" fmla="*/ 665 w 700"/>
                <a:gd name="T59" fmla="*/ 573 h 6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00" h="608">
                  <a:moveTo>
                    <a:pt x="419" y="42"/>
                  </a:moveTo>
                  <a:lnTo>
                    <a:pt x="419" y="42"/>
                  </a:lnTo>
                  <a:cubicBezTo>
                    <a:pt x="404" y="16"/>
                    <a:pt x="377" y="0"/>
                    <a:pt x="349" y="0"/>
                  </a:cubicBezTo>
                  <a:cubicBezTo>
                    <a:pt x="323" y="0"/>
                    <a:pt x="296" y="16"/>
                    <a:pt x="280" y="42"/>
                  </a:cubicBezTo>
                  <a:cubicBezTo>
                    <a:pt x="4" y="539"/>
                    <a:pt x="4" y="539"/>
                    <a:pt x="4" y="539"/>
                  </a:cubicBezTo>
                  <a:cubicBezTo>
                    <a:pt x="4" y="540"/>
                    <a:pt x="4" y="540"/>
                    <a:pt x="4" y="540"/>
                  </a:cubicBezTo>
                  <a:cubicBezTo>
                    <a:pt x="2" y="545"/>
                    <a:pt x="0" y="554"/>
                    <a:pt x="0" y="560"/>
                  </a:cubicBezTo>
                  <a:cubicBezTo>
                    <a:pt x="0" y="573"/>
                    <a:pt x="4" y="584"/>
                    <a:pt x="13" y="593"/>
                  </a:cubicBezTo>
                  <a:cubicBezTo>
                    <a:pt x="21" y="602"/>
                    <a:pt x="33" y="607"/>
                    <a:pt x="47" y="607"/>
                  </a:cubicBezTo>
                  <a:cubicBezTo>
                    <a:pt x="652" y="607"/>
                    <a:pt x="652" y="607"/>
                    <a:pt x="652" y="607"/>
                  </a:cubicBezTo>
                  <a:cubicBezTo>
                    <a:pt x="666" y="607"/>
                    <a:pt x="677" y="602"/>
                    <a:pt x="685" y="593"/>
                  </a:cubicBezTo>
                  <a:cubicBezTo>
                    <a:pt x="695" y="584"/>
                    <a:pt x="699" y="573"/>
                    <a:pt x="699" y="560"/>
                  </a:cubicBezTo>
                  <a:cubicBezTo>
                    <a:pt x="699" y="554"/>
                    <a:pt x="698" y="545"/>
                    <a:pt x="694" y="540"/>
                  </a:cubicBezTo>
                  <a:cubicBezTo>
                    <a:pt x="694" y="539"/>
                    <a:pt x="694" y="539"/>
                    <a:pt x="694" y="539"/>
                  </a:cubicBezTo>
                  <a:cubicBezTo>
                    <a:pt x="419" y="42"/>
                    <a:pt x="419" y="42"/>
                    <a:pt x="419" y="42"/>
                  </a:cubicBezTo>
                  <a:close/>
                  <a:moveTo>
                    <a:pt x="665" y="573"/>
                  </a:moveTo>
                  <a:lnTo>
                    <a:pt x="665" y="573"/>
                  </a:lnTo>
                  <a:cubicBezTo>
                    <a:pt x="662" y="576"/>
                    <a:pt x="658" y="578"/>
                    <a:pt x="652" y="578"/>
                  </a:cubicBezTo>
                  <a:cubicBezTo>
                    <a:pt x="47" y="578"/>
                    <a:pt x="47" y="578"/>
                    <a:pt x="47" y="578"/>
                  </a:cubicBezTo>
                  <a:cubicBezTo>
                    <a:pt x="42" y="578"/>
                    <a:pt x="37" y="576"/>
                    <a:pt x="35" y="573"/>
                  </a:cubicBezTo>
                  <a:cubicBezTo>
                    <a:pt x="31" y="569"/>
                    <a:pt x="29" y="565"/>
                    <a:pt x="29" y="560"/>
                  </a:cubicBezTo>
                  <a:cubicBezTo>
                    <a:pt x="29" y="558"/>
                    <a:pt x="29" y="555"/>
                    <a:pt x="31" y="552"/>
                  </a:cubicBezTo>
                  <a:cubicBezTo>
                    <a:pt x="306" y="57"/>
                    <a:pt x="306" y="57"/>
                    <a:pt x="306" y="57"/>
                  </a:cubicBezTo>
                  <a:cubicBezTo>
                    <a:pt x="316" y="39"/>
                    <a:pt x="333" y="31"/>
                    <a:pt x="349" y="31"/>
                  </a:cubicBezTo>
                  <a:cubicBezTo>
                    <a:pt x="367" y="31"/>
                    <a:pt x="383" y="39"/>
                    <a:pt x="393" y="57"/>
                  </a:cubicBezTo>
                  <a:cubicBezTo>
                    <a:pt x="405" y="48"/>
                    <a:pt x="405" y="48"/>
                    <a:pt x="405" y="48"/>
                  </a:cubicBezTo>
                  <a:cubicBezTo>
                    <a:pt x="393" y="57"/>
                    <a:pt x="393" y="57"/>
                    <a:pt x="393" y="57"/>
                  </a:cubicBezTo>
                  <a:cubicBezTo>
                    <a:pt x="668" y="552"/>
                    <a:pt x="668" y="552"/>
                    <a:pt x="668" y="552"/>
                  </a:cubicBezTo>
                  <a:cubicBezTo>
                    <a:pt x="669" y="555"/>
                    <a:pt x="670" y="558"/>
                    <a:pt x="670" y="560"/>
                  </a:cubicBezTo>
                  <a:cubicBezTo>
                    <a:pt x="670" y="565"/>
                    <a:pt x="668" y="569"/>
                    <a:pt x="665" y="5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7">
              <a:extLst>
                <a:ext uri="{FF2B5EF4-FFF2-40B4-BE49-F238E27FC236}">
                  <a16:creationId xmlns:a16="http://schemas.microsoft.com/office/drawing/2014/main" id="{DB71D333-0A03-7190-EDDB-2C3CD6FB5BF1}"/>
                </a:ext>
              </a:extLst>
            </p:cNvPr>
            <p:cNvSpPr>
              <a:spLocks noChangeArrowheads="1"/>
            </p:cNvSpPr>
            <p:nvPr/>
          </p:nvSpPr>
          <p:spPr bwMode="auto">
            <a:xfrm>
              <a:off x="5289550" y="2744788"/>
              <a:ext cx="11113" cy="103187"/>
            </a:xfrm>
            <a:custGeom>
              <a:avLst/>
              <a:gdLst>
                <a:gd name="T0" fmla="*/ 14 w 30"/>
                <a:gd name="T1" fmla="*/ 287 h 288"/>
                <a:gd name="T2" fmla="*/ 14 w 30"/>
                <a:gd name="T3" fmla="*/ 287 h 288"/>
                <a:gd name="T4" fmla="*/ 29 w 30"/>
                <a:gd name="T5" fmla="*/ 273 h 288"/>
                <a:gd name="T6" fmla="*/ 29 w 30"/>
                <a:gd name="T7" fmla="*/ 15 h 288"/>
                <a:gd name="T8" fmla="*/ 14 w 30"/>
                <a:gd name="T9" fmla="*/ 0 h 288"/>
                <a:gd name="T10" fmla="*/ 0 w 30"/>
                <a:gd name="T11" fmla="*/ 15 h 288"/>
                <a:gd name="T12" fmla="*/ 0 w 30"/>
                <a:gd name="T13" fmla="*/ 273 h 288"/>
                <a:gd name="T14" fmla="*/ 14 w 30"/>
                <a:gd name="T15" fmla="*/ 287 h 2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88">
                  <a:moveTo>
                    <a:pt x="14" y="287"/>
                  </a:moveTo>
                  <a:lnTo>
                    <a:pt x="14" y="287"/>
                  </a:lnTo>
                  <a:cubicBezTo>
                    <a:pt x="22" y="287"/>
                    <a:pt x="29" y="282"/>
                    <a:pt x="29" y="273"/>
                  </a:cubicBezTo>
                  <a:cubicBezTo>
                    <a:pt x="29" y="15"/>
                    <a:pt x="29" y="15"/>
                    <a:pt x="29" y="15"/>
                  </a:cubicBezTo>
                  <a:cubicBezTo>
                    <a:pt x="29" y="7"/>
                    <a:pt x="22" y="0"/>
                    <a:pt x="14" y="0"/>
                  </a:cubicBezTo>
                  <a:cubicBezTo>
                    <a:pt x="6" y="0"/>
                    <a:pt x="0" y="7"/>
                    <a:pt x="0" y="15"/>
                  </a:cubicBezTo>
                  <a:cubicBezTo>
                    <a:pt x="0" y="273"/>
                    <a:pt x="0" y="273"/>
                    <a:pt x="0" y="273"/>
                  </a:cubicBezTo>
                  <a:cubicBezTo>
                    <a:pt x="0" y="282"/>
                    <a:pt x="6" y="287"/>
                    <a:pt x="14" y="2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4" name="Freeform 418">
              <a:extLst>
                <a:ext uri="{FF2B5EF4-FFF2-40B4-BE49-F238E27FC236}">
                  <a16:creationId xmlns:a16="http://schemas.microsoft.com/office/drawing/2014/main" id="{EDE78CDD-DF69-A15B-F09B-DC3294214626}"/>
                </a:ext>
              </a:extLst>
            </p:cNvPr>
            <p:cNvSpPr>
              <a:spLocks noChangeArrowheads="1"/>
            </p:cNvSpPr>
            <p:nvPr/>
          </p:nvSpPr>
          <p:spPr bwMode="auto">
            <a:xfrm>
              <a:off x="5289550" y="2860675"/>
              <a:ext cx="11113" cy="11113"/>
            </a:xfrm>
            <a:custGeom>
              <a:avLst/>
              <a:gdLst>
                <a:gd name="T0" fmla="*/ 15 w 33"/>
                <a:gd name="T1" fmla="*/ 0 h 33"/>
                <a:gd name="T2" fmla="*/ 15 w 33"/>
                <a:gd name="T3" fmla="*/ 0 h 33"/>
                <a:gd name="T4" fmla="*/ 0 w 33"/>
                <a:gd name="T5" fmla="*/ 16 h 33"/>
                <a:gd name="T6" fmla="*/ 15 w 33"/>
                <a:gd name="T7" fmla="*/ 32 h 33"/>
                <a:gd name="T8" fmla="*/ 32 w 33"/>
                <a:gd name="T9" fmla="*/ 16 h 33"/>
                <a:gd name="T10" fmla="*/ 15 w 33"/>
                <a:gd name="T11" fmla="*/ 0 h 33"/>
              </a:gdLst>
              <a:ahLst/>
              <a:cxnLst>
                <a:cxn ang="0">
                  <a:pos x="T0" y="T1"/>
                </a:cxn>
                <a:cxn ang="0">
                  <a:pos x="T2" y="T3"/>
                </a:cxn>
                <a:cxn ang="0">
                  <a:pos x="T4" y="T5"/>
                </a:cxn>
                <a:cxn ang="0">
                  <a:pos x="T6" y="T7"/>
                </a:cxn>
                <a:cxn ang="0">
                  <a:pos x="T8" y="T9"/>
                </a:cxn>
                <a:cxn ang="0">
                  <a:pos x="T10" y="T11"/>
                </a:cxn>
              </a:cxnLst>
              <a:rect l="0" t="0" r="r" b="b"/>
              <a:pathLst>
                <a:path w="33" h="33">
                  <a:moveTo>
                    <a:pt x="15" y="0"/>
                  </a:moveTo>
                  <a:lnTo>
                    <a:pt x="15" y="0"/>
                  </a:lnTo>
                  <a:cubicBezTo>
                    <a:pt x="7" y="0"/>
                    <a:pt x="0" y="6"/>
                    <a:pt x="0" y="16"/>
                  </a:cubicBezTo>
                  <a:cubicBezTo>
                    <a:pt x="0" y="24"/>
                    <a:pt x="7" y="32"/>
                    <a:pt x="15" y="32"/>
                  </a:cubicBezTo>
                  <a:cubicBezTo>
                    <a:pt x="25" y="32"/>
                    <a:pt x="32" y="24"/>
                    <a:pt x="32" y="16"/>
                  </a:cubicBezTo>
                  <a:cubicBezTo>
                    <a:pt x="32" y="6"/>
                    <a:pt x="25"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5" name="Group 508">
            <a:extLst>
              <a:ext uri="{FF2B5EF4-FFF2-40B4-BE49-F238E27FC236}">
                <a16:creationId xmlns:a16="http://schemas.microsoft.com/office/drawing/2014/main" id="{BA112BCA-05F8-6E9F-2C31-7B75992C8FEC}"/>
              </a:ext>
            </a:extLst>
          </p:cNvPr>
          <p:cNvGrpSpPr/>
          <p:nvPr/>
        </p:nvGrpSpPr>
        <p:grpSpPr>
          <a:xfrm>
            <a:off x="4775324" y="2424708"/>
            <a:ext cx="254000" cy="242887"/>
            <a:chOff x="3633788" y="2652713"/>
            <a:chExt cx="254000" cy="242887"/>
          </a:xfrm>
          <a:solidFill>
            <a:schemeClr val="accent4"/>
          </a:solidFill>
        </p:grpSpPr>
        <p:sp>
          <p:nvSpPr>
            <p:cNvPr id="506" name="Freeform 419">
              <a:extLst>
                <a:ext uri="{FF2B5EF4-FFF2-40B4-BE49-F238E27FC236}">
                  <a16:creationId xmlns:a16="http://schemas.microsoft.com/office/drawing/2014/main" id="{3E0F6BF2-8DF3-2D88-1263-871CED0BBA85}"/>
                </a:ext>
              </a:extLst>
            </p:cNvPr>
            <p:cNvSpPr>
              <a:spLocks noChangeArrowheads="1"/>
            </p:cNvSpPr>
            <p:nvPr/>
          </p:nvSpPr>
          <p:spPr bwMode="auto">
            <a:xfrm>
              <a:off x="3697288" y="2763838"/>
              <a:ext cx="63500" cy="95250"/>
            </a:xfrm>
            <a:custGeom>
              <a:avLst/>
              <a:gdLst>
                <a:gd name="T0" fmla="*/ 176 w 177"/>
                <a:gd name="T1" fmla="*/ 73 h 265"/>
                <a:gd name="T2" fmla="*/ 176 w 177"/>
                <a:gd name="T3" fmla="*/ 73 h 265"/>
                <a:gd name="T4" fmla="*/ 103 w 177"/>
                <a:gd name="T5" fmla="*/ 0 h 265"/>
                <a:gd name="T6" fmla="*/ 73 w 177"/>
                <a:gd name="T7" fmla="*/ 0 h 265"/>
                <a:gd name="T8" fmla="*/ 0 w 177"/>
                <a:gd name="T9" fmla="*/ 73 h 265"/>
                <a:gd name="T10" fmla="*/ 15 w 177"/>
                <a:gd name="T11" fmla="*/ 88 h 265"/>
                <a:gd name="T12" fmla="*/ 29 w 177"/>
                <a:gd name="T13" fmla="*/ 73 h 265"/>
                <a:gd name="T14" fmla="*/ 73 w 177"/>
                <a:gd name="T15" fmla="*/ 29 h 265"/>
                <a:gd name="T16" fmla="*/ 103 w 177"/>
                <a:gd name="T17" fmla="*/ 29 h 265"/>
                <a:gd name="T18" fmla="*/ 147 w 177"/>
                <a:gd name="T19" fmla="*/ 73 h 265"/>
                <a:gd name="T20" fmla="*/ 103 w 177"/>
                <a:gd name="T21" fmla="*/ 117 h 265"/>
                <a:gd name="T22" fmla="*/ 73 w 177"/>
                <a:gd name="T23" fmla="*/ 117 h 265"/>
                <a:gd name="T24" fmla="*/ 63 w 177"/>
                <a:gd name="T25" fmla="*/ 121 h 265"/>
                <a:gd name="T26" fmla="*/ 59 w 177"/>
                <a:gd name="T27" fmla="*/ 132 h 265"/>
                <a:gd name="T28" fmla="*/ 63 w 177"/>
                <a:gd name="T29" fmla="*/ 142 h 265"/>
                <a:gd name="T30" fmla="*/ 73 w 177"/>
                <a:gd name="T31" fmla="*/ 146 h 265"/>
                <a:gd name="T32" fmla="*/ 103 w 177"/>
                <a:gd name="T33" fmla="*/ 146 h 265"/>
                <a:gd name="T34" fmla="*/ 147 w 177"/>
                <a:gd name="T35" fmla="*/ 190 h 265"/>
                <a:gd name="T36" fmla="*/ 103 w 177"/>
                <a:gd name="T37" fmla="*/ 234 h 265"/>
                <a:gd name="T38" fmla="*/ 73 w 177"/>
                <a:gd name="T39" fmla="*/ 234 h 265"/>
                <a:gd name="T40" fmla="*/ 29 w 177"/>
                <a:gd name="T41" fmla="*/ 190 h 265"/>
                <a:gd name="T42" fmla="*/ 15 w 177"/>
                <a:gd name="T43" fmla="*/ 176 h 265"/>
                <a:gd name="T44" fmla="*/ 0 w 177"/>
                <a:gd name="T45" fmla="*/ 190 h 265"/>
                <a:gd name="T46" fmla="*/ 0 w 177"/>
                <a:gd name="T47" fmla="*/ 190 h 265"/>
                <a:gd name="T48" fmla="*/ 73 w 177"/>
                <a:gd name="T49" fmla="*/ 264 h 265"/>
                <a:gd name="T50" fmla="*/ 103 w 177"/>
                <a:gd name="T51" fmla="*/ 264 h 265"/>
                <a:gd name="T52" fmla="*/ 176 w 177"/>
                <a:gd name="T53" fmla="*/ 190 h 265"/>
                <a:gd name="T54" fmla="*/ 146 w 177"/>
                <a:gd name="T55" fmla="*/ 132 h 265"/>
                <a:gd name="T56" fmla="*/ 176 w 177"/>
                <a:gd name="T57" fmla="*/ 73 h 2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177" h="265">
                  <a:moveTo>
                    <a:pt x="176" y="73"/>
                  </a:moveTo>
                  <a:lnTo>
                    <a:pt x="176" y="73"/>
                  </a:lnTo>
                  <a:cubicBezTo>
                    <a:pt x="176" y="33"/>
                    <a:pt x="143" y="0"/>
                    <a:pt x="103" y="0"/>
                  </a:cubicBezTo>
                  <a:cubicBezTo>
                    <a:pt x="73" y="0"/>
                    <a:pt x="73" y="0"/>
                    <a:pt x="73" y="0"/>
                  </a:cubicBezTo>
                  <a:cubicBezTo>
                    <a:pt x="33" y="0"/>
                    <a:pt x="0" y="33"/>
                    <a:pt x="0" y="73"/>
                  </a:cubicBezTo>
                  <a:cubicBezTo>
                    <a:pt x="0" y="81"/>
                    <a:pt x="7" y="88"/>
                    <a:pt x="15" y="88"/>
                  </a:cubicBezTo>
                  <a:cubicBezTo>
                    <a:pt x="24" y="88"/>
                    <a:pt x="29" y="81"/>
                    <a:pt x="29" y="73"/>
                  </a:cubicBezTo>
                  <a:cubicBezTo>
                    <a:pt x="29" y="48"/>
                    <a:pt x="50" y="29"/>
                    <a:pt x="73" y="29"/>
                  </a:cubicBezTo>
                  <a:cubicBezTo>
                    <a:pt x="103" y="29"/>
                    <a:pt x="103" y="29"/>
                    <a:pt x="103" y="29"/>
                  </a:cubicBezTo>
                  <a:cubicBezTo>
                    <a:pt x="126" y="29"/>
                    <a:pt x="147" y="48"/>
                    <a:pt x="147" y="73"/>
                  </a:cubicBezTo>
                  <a:cubicBezTo>
                    <a:pt x="147" y="98"/>
                    <a:pt x="126" y="117"/>
                    <a:pt x="103" y="117"/>
                  </a:cubicBezTo>
                  <a:cubicBezTo>
                    <a:pt x="73" y="117"/>
                    <a:pt x="73" y="117"/>
                    <a:pt x="73" y="117"/>
                  </a:cubicBezTo>
                  <a:cubicBezTo>
                    <a:pt x="70" y="117"/>
                    <a:pt x="66" y="119"/>
                    <a:pt x="63" y="121"/>
                  </a:cubicBezTo>
                  <a:cubicBezTo>
                    <a:pt x="61" y="124"/>
                    <a:pt x="59" y="128"/>
                    <a:pt x="59" y="132"/>
                  </a:cubicBezTo>
                  <a:cubicBezTo>
                    <a:pt x="59" y="136"/>
                    <a:pt x="61" y="139"/>
                    <a:pt x="63" y="142"/>
                  </a:cubicBezTo>
                  <a:cubicBezTo>
                    <a:pt x="66" y="145"/>
                    <a:pt x="70" y="146"/>
                    <a:pt x="73" y="146"/>
                  </a:cubicBezTo>
                  <a:cubicBezTo>
                    <a:pt x="103" y="146"/>
                    <a:pt x="103" y="146"/>
                    <a:pt x="103" y="146"/>
                  </a:cubicBezTo>
                  <a:cubicBezTo>
                    <a:pt x="126" y="146"/>
                    <a:pt x="147" y="167"/>
                    <a:pt x="147" y="190"/>
                  </a:cubicBezTo>
                  <a:cubicBezTo>
                    <a:pt x="147" y="215"/>
                    <a:pt x="126" y="234"/>
                    <a:pt x="103" y="234"/>
                  </a:cubicBezTo>
                  <a:cubicBezTo>
                    <a:pt x="73" y="234"/>
                    <a:pt x="73" y="234"/>
                    <a:pt x="73" y="234"/>
                  </a:cubicBezTo>
                  <a:cubicBezTo>
                    <a:pt x="50" y="234"/>
                    <a:pt x="29" y="215"/>
                    <a:pt x="29" y="190"/>
                  </a:cubicBezTo>
                  <a:cubicBezTo>
                    <a:pt x="29" y="183"/>
                    <a:pt x="24" y="176"/>
                    <a:pt x="15" y="176"/>
                  </a:cubicBezTo>
                  <a:cubicBezTo>
                    <a:pt x="7" y="176"/>
                    <a:pt x="0" y="183"/>
                    <a:pt x="0" y="190"/>
                  </a:cubicBezTo>
                  <a:lnTo>
                    <a:pt x="0" y="190"/>
                  </a:lnTo>
                  <a:cubicBezTo>
                    <a:pt x="0" y="231"/>
                    <a:pt x="33" y="264"/>
                    <a:pt x="73" y="264"/>
                  </a:cubicBezTo>
                  <a:cubicBezTo>
                    <a:pt x="103" y="264"/>
                    <a:pt x="103" y="264"/>
                    <a:pt x="103" y="264"/>
                  </a:cubicBezTo>
                  <a:cubicBezTo>
                    <a:pt x="143" y="264"/>
                    <a:pt x="176" y="231"/>
                    <a:pt x="176" y="190"/>
                  </a:cubicBezTo>
                  <a:cubicBezTo>
                    <a:pt x="176" y="167"/>
                    <a:pt x="165" y="145"/>
                    <a:pt x="146" y="132"/>
                  </a:cubicBezTo>
                  <a:cubicBezTo>
                    <a:pt x="165" y="119"/>
                    <a:pt x="176" y="98"/>
                    <a:pt x="176"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20">
              <a:extLst>
                <a:ext uri="{FF2B5EF4-FFF2-40B4-BE49-F238E27FC236}">
                  <a16:creationId xmlns:a16="http://schemas.microsoft.com/office/drawing/2014/main" id="{A928CC66-E65F-681F-DE55-776BD9D26FB0}"/>
                </a:ext>
              </a:extLst>
            </p:cNvPr>
            <p:cNvSpPr>
              <a:spLocks noChangeArrowheads="1"/>
            </p:cNvSpPr>
            <p:nvPr/>
          </p:nvSpPr>
          <p:spPr bwMode="auto">
            <a:xfrm>
              <a:off x="3781425" y="2763838"/>
              <a:ext cx="31750" cy="95250"/>
            </a:xfrm>
            <a:custGeom>
              <a:avLst/>
              <a:gdLst>
                <a:gd name="T0" fmla="*/ 79 w 90"/>
                <a:gd name="T1" fmla="*/ 3 h 266"/>
                <a:gd name="T2" fmla="*/ 79 w 90"/>
                <a:gd name="T3" fmla="*/ 3 h 266"/>
                <a:gd name="T4" fmla="*/ 64 w 90"/>
                <a:gd name="T5" fmla="*/ 6 h 266"/>
                <a:gd name="T6" fmla="*/ 5 w 90"/>
                <a:gd name="T7" fmla="*/ 65 h 266"/>
                <a:gd name="T8" fmla="*/ 5 w 90"/>
                <a:gd name="T9" fmla="*/ 85 h 266"/>
                <a:gd name="T10" fmla="*/ 26 w 90"/>
                <a:gd name="T11" fmla="*/ 85 h 266"/>
                <a:gd name="T12" fmla="*/ 59 w 90"/>
                <a:gd name="T13" fmla="*/ 51 h 266"/>
                <a:gd name="T14" fmla="*/ 59 w 90"/>
                <a:gd name="T15" fmla="*/ 250 h 266"/>
                <a:gd name="T16" fmla="*/ 74 w 90"/>
                <a:gd name="T17" fmla="*/ 265 h 266"/>
                <a:gd name="T18" fmla="*/ 89 w 90"/>
                <a:gd name="T19" fmla="*/ 250 h 266"/>
                <a:gd name="T20" fmla="*/ 89 w 90"/>
                <a:gd name="T21" fmla="*/ 15 h 266"/>
                <a:gd name="T22" fmla="*/ 79 w 90"/>
                <a:gd name="T23" fmla="*/ 3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266">
                  <a:moveTo>
                    <a:pt x="79" y="3"/>
                  </a:moveTo>
                  <a:lnTo>
                    <a:pt x="79" y="3"/>
                  </a:lnTo>
                  <a:cubicBezTo>
                    <a:pt x="74" y="0"/>
                    <a:pt x="68" y="1"/>
                    <a:pt x="64" y="6"/>
                  </a:cubicBezTo>
                  <a:cubicBezTo>
                    <a:pt x="5" y="65"/>
                    <a:pt x="5" y="65"/>
                    <a:pt x="5" y="65"/>
                  </a:cubicBezTo>
                  <a:cubicBezTo>
                    <a:pt x="0" y="70"/>
                    <a:pt x="0" y="78"/>
                    <a:pt x="5" y="85"/>
                  </a:cubicBezTo>
                  <a:cubicBezTo>
                    <a:pt x="10" y="91"/>
                    <a:pt x="20" y="91"/>
                    <a:pt x="26" y="85"/>
                  </a:cubicBezTo>
                  <a:cubicBezTo>
                    <a:pt x="59" y="51"/>
                    <a:pt x="59" y="51"/>
                    <a:pt x="59" y="51"/>
                  </a:cubicBezTo>
                  <a:cubicBezTo>
                    <a:pt x="59" y="250"/>
                    <a:pt x="59" y="250"/>
                    <a:pt x="59" y="250"/>
                  </a:cubicBezTo>
                  <a:cubicBezTo>
                    <a:pt x="59" y="258"/>
                    <a:pt x="65" y="265"/>
                    <a:pt x="74" y="265"/>
                  </a:cubicBezTo>
                  <a:cubicBezTo>
                    <a:pt x="82" y="265"/>
                    <a:pt x="89" y="258"/>
                    <a:pt x="89" y="250"/>
                  </a:cubicBezTo>
                  <a:cubicBezTo>
                    <a:pt x="89" y="15"/>
                    <a:pt x="89" y="15"/>
                    <a:pt x="89" y="15"/>
                  </a:cubicBezTo>
                  <a:cubicBezTo>
                    <a:pt x="89" y="10"/>
                    <a:pt x="85" y="4"/>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21">
              <a:extLst>
                <a:ext uri="{FF2B5EF4-FFF2-40B4-BE49-F238E27FC236}">
                  <a16:creationId xmlns:a16="http://schemas.microsoft.com/office/drawing/2014/main" id="{E7DE4C8D-6BE9-9337-AB38-77857A57F6DD}"/>
                </a:ext>
              </a:extLst>
            </p:cNvPr>
            <p:cNvSpPr>
              <a:spLocks noChangeArrowheads="1"/>
            </p:cNvSpPr>
            <p:nvPr/>
          </p:nvSpPr>
          <p:spPr bwMode="auto">
            <a:xfrm>
              <a:off x="3633788" y="2652713"/>
              <a:ext cx="254000" cy="242887"/>
            </a:xfrm>
            <a:custGeom>
              <a:avLst/>
              <a:gdLst>
                <a:gd name="T0" fmla="*/ 572 w 704"/>
                <a:gd name="T1" fmla="*/ 58 h 674"/>
                <a:gd name="T2" fmla="*/ 572 w 704"/>
                <a:gd name="T3" fmla="*/ 58 h 674"/>
                <a:gd name="T4" fmla="*/ 528 w 704"/>
                <a:gd name="T5" fmla="*/ 58 h 674"/>
                <a:gd name="T6" fmla="*/ 528 w 704"/>
                <a:gd name="T7" fmla="*/ 14 h 674"/>
                <a:gd name="T8" fmla="*/ 512 w 704"/>
                <a:gd name="T9" fmla="*/ 0 h 674"/>
                <a:gd name="T10" fmla="*/ 499 w 704"/>
                <a:gd name="T11" fmla="*/ 14 h 674"/>
                <a:gd name="T12" fmla="*/ 499 w 704"/>
                <a:gd name="T13" fmla="*/ 58 h 674"/>
                <a:gd name="T14" fmla="*/ 205 w 704"/>
                <a:gd name="T15" fmla="*/ 58 h 674"/>
                <a:gd name="T16" fmla="*/ 205 w 704"/>
                <a:gd name="T17" fmla="*/ 14 h 674"/>
                <a:gd name="T18" fmla="*/ 191 w 704"/>
                <a:gd name="T19" fmla="*/ 0 h 674"/>
                <a:gd name="T20" fmla="*/ 176 w 704"/>
                <a:gd name="T21" fmla="*/ 14 h 674"/>
                <a:gd name="T22" fmla="*/ 176 w 704"/>
                <a:gd name="T23" fmla="*/ 58 h 674"/>
                <a:gd name="T24" fmla="*/ 132 w 704"/>
                <a:gd name="T25" fmla="*/ 58 h 674"/>
                <a:gd name="T26" fmla="*/ 44 w 704"/>
                <a:gd name="T27" fmla="*/ 58 h 674"/>
                <a:gd name="T28" fmla="*/ 0 w 704"/>
                <a:gd name="T29" fmla="*/ 102 h 674"/>
                <a:gd name="T30" fmla="*/ 0 w 704"/>
                <a:gd name="T31" fmla="*/ 629 h 674"/>
                <a:gd name="T32" fmla="*/ 44 w 704"/>
                <a:gd name="T33" fmla="*/ 673 h 674"/>
                <a:gd name="T34" fmla="*/ 659 w 704"/>
                <a:gd name="T35" fmla="*/ 673 h 674"/>
                <a:gd name="T36" fmla="*/ 703 w 704"/>
                <a:gd name="T37" fmla="*/ 629 h 674"/>
                <a:gd name="T38" fmla="*/ 703 w 704"/>
                <a:gd name="T39" fmla="*/ 220 h 674"/>
                <a:gd name="T40" fmla="*/ 703 w 704"/>
                <a:gd name="T41" fmla="*/ 220 h 674"/>
                <a:gd name="T42" fmla="*/ 703 w 704"/>
                <a:gd name="T43" fmla="*/ 220 h 674"/>
                <a:gd name="T44" fmla="*/ 703 w 704"/>
                <a:gd name="T45" fmla="*/ 102 h 674"/>
                <a:gd name="T46" fmla="*/ 659 w 704"/>
                <a:gd name="T47" fmla="*/ 58 h 674"/>
                <a:gd name="T48" fmla="*/ 572 w 704"/>
                <a:gd name="T49" fmla="*/ 58 h 674"/>
                <a:gd name="T50" fmla="*/ 670 w 704"/>
                <a:gd name="T51" fmla="*/ 640 h 674"/>
                <a:gd name="T52" fmla="*/ 670 w 704"/>
                <a:gd name="T53" fmla="*/ 640 h 674"/>
                <a:gd name="T54" fmla="*/ 659 w 704"/>
                <a:gd name="T55" fmla="*/ 644 h 674"/>
                <a:gd name="T56" fmla="*/ 44 w 704"/>
                <a:gd name="T57" fmla="*/ 644 h 674"/>
                <a:gd name="T58" fmla="*/ 35 w 704"/>
                <a:gd name="T59" fmla="*/ 640 h 674"/>
                <a:gd name="T60" fmla="*/ 29 w 704"/>
                <a:gd name="T61" fmla="*/ 629 h 674"/>
                <a:gd name="T62" fmla="*/ 29 w 704"/>
                <a:gd name="T63" fmla="*/ 233 h 674"/>
                <a:gd name="T64" fmla="*/ 674 w 704"/>
                <a:gd name="T65" fmla="*/ 233 h 674"/>
                <a:gd name="T66" fmla="*/ 674 w 704"/>
                <a:gd name="T67" fmla="*/ 629 h 674"/>
                <a:gd name="T68" fmla="*/ 670 w 704"/>
                <a:gd name="T69" fmla="*/ 640 h 674"/>
                <a:gd name="T70" fmla="*/ 674 w 704"/>
                <a:gd name="T71" fmla="*/ 102 h 674"/>
                <a:gd name="T72" fmla="*/ 674 w 704"/>
                <a:gd name="T73" fmla="*/ 102 h 674"/>
                <a:gd name="T74" fmla="*/ 674 w 704"/>
                <a:gd name="T75" fmla="*/ 205 h 674"/>
                <a:gd name="T76" fmla="*/ 29 w 704"/>
                <a:gd name="T77" fmla="*/ 205 h 674"/>
                <a:gd name="T78" fmla="*/ 29 w 704"/>
                <a:gd name="T79" fmla="*/ 102 h 674"/>
                <a:gd name="T80" fmla="*/ 35 w 704"/>
                <a:gd name="T81" fmla="*/ 92 h 674"/>
                <a:gd name="T82" fmla="*/ 44 w 704"/>
                <a:gd name="T83" fmla="*/ 88 h 674"/>
                <a:gd name="T84" fmla="*/ 132 w 704"/>
                <a:gd name="T85" fmla="*/ 88 h 674"/>
                <a:gd name="T86" fmla="*/ 176 w 704"/>
                <a:gd name="T87" fmla="*/ 88 h 674"/>
                <a:gd name="T88" fmla="*/ 176 w 704"/>
                <a:gd name="T89" fmla="*/ 132 h 674"/>
                <a:gd name="T90" fmla="*/ 191 w 704"/>
                <a:gd name="T91" fmla="*/ 145 h 674"/>
                <a:gd name="T92" fmla="*/ 205 w 704"/>
                <a:gd name="T93" fmla="*/ 132 h 674"/>
                <a:gd name="T94" fmla="*/ 205 w 704"/>
                <a:gd name="T95" fmla="*/ 88 h 674"/>
                <a:gd name="T96" fmla="*/ 499 w 704"/>
                <a:gd name="T97" fmla="*/ 88 h 674"/>
                <a:gd name="T98" fmla="*/ 499 w 704"/>
                <a:gd name="T99" fmla="*/ 132 h 674"/>
                <a:gd name="T100" fmla="*/ 512 w 704"/>
                <a:gd name="T101" fmla="*/ 145 h 674"/>
                <a:gd name="T102" fmla="*/ 528 w 704"/>
                <a:gd name="T103" fmla="*/ 132 h 674"/>
                <a:gd name="T104" fmla="*/ 528 w 704"/>
                <a:gd name="T105" fmla="*/ 88 h 674"/>
                <a:gd name="T106" fmla="*/ 572 w 704"/>
                <a:gd name="T107" fmla="*/ 88 h 674"/>
                <a:gd name="T108" fmla="*/ 659 w 704"/>
                <a:gd name="T109" fmla="*/ 88 h 674"/>
                <a:gd name="T110" fmla="*/ 670 w 704"/>
                <a:gd name="T111" fmla="*/ 92 h 674"/>
                <a:gd name="T112" fmla="*/ 674 w 704"/>
                <a:gd name="T113" fmla="*/ 102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572" y="58"/>
                  </a:moveTo>
                  <a:lnTo>
                    <a:pt x="572" y="58"/>
                  </a:lnTo>
                  <a:cubicBezTo>
                    <a:pt x="528" y="58"/>
                    <a:pt x="528" y="58"/>
                    <a:pt x="528" y="58"/>
                  </a:cubicBezTo>
                  <a:cubicBezTo>
                    <a:pt x="528" y="14"/>
                    <a:pt x="528" y="14"/>
                    <a:pt x="528" y="14"/>
                  </a:cubicBezTo>
                  <a:cubicBezTo>
                    <a:pt x="528" y="7"/>
                    <a:pt x="521" y="0"/>
                    <a:pt x="512" y="0"/>
                  </a:cubicBezTo>
                  <a:cubicBezTo>
                    <a:pt x="506" y="0"/>
                    <a:pt x="499" y="7"/>
                    <a:pt x="499" y="14"/>
                  </a:cubicBezTo>
                  <a:cubicBezTo>
                    <a:pt x="499" y="58"/>
                    <a:pt x="499" y="58"/>
                    <a:pt x="499" y="58"/>
                  </a:cubicBezTo>
                  <a:cubicBezTo>
                    <a:pt x="205" y="58"/>
                    <a:pt x="205" y="58"/>
                    <a:pt x="205" y="58"/>
                  </a:cubicBezTo>
                  <a:cubicBezTo>
                    <a:pt x="205" y="14"/>
                    <a:pt x="205" y="14"/>
                    <a:pt x="205" y="14"/>
                  </a:cubicBezTo>
                  <a:cubicBezTo>
                    <a:pt x="205" y="7"/>
                    <a:pt x="200"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20" y="58"/>
                    <a:pt x="0" y="78"/>
                    <a:pt x="0" y="102"/>
                  </a:cubicBezTo>
                  <a:cubicBezTo>
                    <a:pt x="0" y="629"/>
                    <a:pt x="0" y="629"/>
                    <a:pt x="0" y="629"/>
                  </a:cubicBezTo>
                  <a:cubicBezTo>
                    <a:pt x="0" y="653"/>
                    <a:pt x="20"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lnTo>
                    <a:pt x="572" y="58"/>
                  </a:lnTo>
                  <a:close/>
                  <a:moveTo>
                    <a:pt x="670" y="640"/>
                  </a:moveTo>
                  <a:lnTo>
                    <a:pt x="670" y="640"/>
                  </a:lnTo>
                  <a:cubicBezTo>
                    <a:pt x="668" y="642"/>
                    <a:pt x="663" y="644"/>
                    <a:pt x="659" y="644"/>
                  </a:cubicBezTo>
                  <a:cubicBezTo>
                    <a:pt x="44" y="644"/>
                    <a:pt x="44" y="644"/>
                    <a:pt x="44" y="644"/>
                  </a:cubicBezTo>
                  <a:cubicBezTo>
                    <a:pt x="40" y="644"/>
                    <a:pt x="38" y="642"/>
                    <a:pt x="35"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moveTo>
                    <a:pt x="674" y="102"/>
                  </a:moveTo>
                  <a:lnTo>
                    <a:pt x="674" y="102"/>
                  </a:lnTo>
                  <a:cubicBezTo>
                    <a:pt x="674" y="205"/>
                    <a:pt x="674" y="205"/>
                    <a:pt x="674" y="205"/>
                  </a:cubicBezTo>
                  <a:cubicBezTo>
                    <a:pt x="29" y="205"/>
                    <a:pt x="29" y="205"/>
                    <a:pt x="29" y="205"/>
                  </a:cubicBezTo>
                  <a:cubicBezTo>
                    <a:pt x="29" y="102"/>
                    <a:pt x="29" y="102"/>
                    <a:pt x="29" y="102"/>
                  </a:cubicBezTo>
                  <a:cubicBezTo>
                    <a:pt x="29" y="97"/>
                    <a:pt x="32" y="95"/>
                    <a:pt x="35" y="92"/>
                  </a:cubicBezTo>
                  <a:cubicBezTo>
                    <a:pt x="38"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200" y="145"/>
                    <a:pt x="205" y="140"/>
                    <a:pt x="205" y="132"/>
                  </a:cubicBezTo>
                  <a:cubicBezTo>
                    <a:pt x="205" y="88"/>
                    <a:pt x="205" y="88"/>
                    <a:pt x="205" y="88"/>
                  </a:cubicBezTo>
                  <a:cubicBezTo>
                    <a:pt x="499" y="88"/>
                    <a:pt x="499" y="88"/>
                    <a:pt x="499" y="88"/>
                  </a:cubicBezTo>
                  <a:cubicBezTo>
                    <a:pt x="499" y="132"/>
                    <a:pt x="499" y="132"/>
                    <a:pt x="499" y="132"/>
                  </a:cubicBezTo>
                  <a:cubicBezTo>
                    <a:pt x="499" y="140"/>
                    <a:pt x="506" y="145"/>
                    <a:pt x="512" y="145"/>
                  </a:cubicBezTo>
                  <a:cubicBezTo>
                    <a:pt x="521" y="145"/>
                    <a:pt x="528" y="140"/>
                    <a:pt x="528" y="132"/>
                  </a:cubicBezTo>
                  <a:cubicBezTo>
                    <a:pt x="528" y="88"/>
                    <a:pt x="528" y="88"/>
                    <a:pt x="528" y="88"/>
                  </a:cubicBezTo>
                  <a:cubicBezTo>
                    <a:pt x="572" y="88"/>
                    <a:pt x="572" y="88"/>
                    <a:pt x="572" y="88"/>
                  </a:cubicBezTo>
                  <a:cubicBezTo>
                    <a:pt x="659" y="88"/>
                    <a:pt x="659" y="88"/>
                    <a:pt x="659" y="88"/>
                  </a:cubicBezTo>
                  <a:cubicBezTo>
                    <a:pt x="663" y="88"/>
                    <a:pt x="668" y="89"/>
                    <a:pt x="670" y="92"/>
                  </a:cubicBezTo>
                  <a:cubicBezTo>
                    <a:pt x="673" y="95"/>
                    <a:pt x="674" y="97"/>
                    <a:pt x="674" y="10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09" name="Freeform 422">
            <a:extLst>
              <a:ext uri="{FF2B5EF4-FFF2-40B4-BE49-F238E27FC236}">
                <a16:creationId xmlns:a16="http://schemas.microsoft.com/office/drawing/2014/main" id="{4520A4E6-1DAF-F9E4-1139-3CA4C7EE5ED2}"/>
              </a:ext>
            </a:extLst>
          </p:cNvPr>
          <p:cNvSpPr>
            <a:spLocks noChangeArrowheads="1"/>
          </p:cNvSpPr>
          <p:nvPr/>
        </p:nvSpPr>
        <p:spPr bwMode="auto">
          <a:xfrm>
            <a:off x="5281736" y="2424708"/>
            <a:ext cx="254000" cy="242887"/>
          </a:xfrm>
          <a:custGeom>
            <a:avLst/>
            <a:gdLst>
              <a:gd name="T0" fmla="*/ 659 w 704"/>
              <a:gd name="T1" fmla="*/ 58 h 674"/>
              <a:gd name="T2" fmla="*/ 659 w 704"/>
              <a:gd name="T3" fmla="*/ 58 h 674"/>
              <a:gd name="T4" fmla="*/ 571 w 704"/>
              <a:gd name="T5" fmla="*/ 58 h 674"/>
              <a:gd name="T6" fmla="*/ 527 w 704"/>
              <a:gd name="T7" fmla="*/ 58 h 674"/>
              <a:gd name="T8" fmla="*/ 527 w 704"/>
              <a:gd name="T9" fmla="*/ 14 h 674"/>
              <a:gd name="T10" fmla="*/ 512 w 704"/>
              <a:gd name="T11" fmla="*/ 0 h 674"/>
              <a:gd name="T12" fmla="*/ 498 w 704"/>
              <a:gd name="T13" fmla="*/ 14 h 674"/>
              <a:gd name="T14" fmla="*/ 498 w 704"/>
              <a:gd name="T15" fmla="*/ 58 h 674"/>
              <a:gd name="T16" fmla="*/ 205 w 704"/>
              <a:gd name="T17" fmla="*/ 58 h 674"/>
              <a:gd name="T18" fmla="*/ 205 w 704"/>
              <a:gd name="T19" fmla="*/ 14 h 674"/>
              <a:gd name="T20" fmla="*/ 191 w 704"/>
              <a:gd name="T21" fmla="*/ 0 h 674"/>
              <a:gd name="T22" fmla="*/ 176 w 704"/>
              <a:gd name="T23" fmla="*/ 14 h 674"/>
              <a:gd name="T24" fmla="*/ 176 w 704"/>
              <a:gd name="T25" fmla="*/ 58 h 674"/>
              <a:gd name="T26" fmla="*/ 132 w 704"/>
              <a:gd name="T27" fmla="*/ 58 h 674"/>
              <a:gd name="T28" fmla="*/ 44 w 704"/>
              <a:gd name="T29" fmla="*/ 58 h 674"/>
              <a:gd name="T30" fmla="*/ 0 w 704"/>
              <a:gd name="T31" fmla="*/ 102 h 674"/>
              <a:gd name="T32" fmla="*/ 0 w 704"/>
              <a:gd name="T33" fmla="*/ 629 h 674"/>
              <a:gd name="T34" fmla="*/ 44 w 704"/>
              <a:gd name="T35" fmla="*/ 673 h 674"/>
              <a:gd name="T36" fmla="*/ 659 w 704"/>
              <a:gd name="T37" fmla="*/ 673 h 674"/>
              <a:gd name="T38" fmla="*/ 703 w 704"/>
              <a:gd name="T39" fmla="*/ 629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34 w 704"/>
              <a:gd name="T51" fmla="*/ 92 h 674"/>
              <a:gd name="T52" fmla="*/ 34 w 704"/>
              <a:gd name="T53" fmla="*/ 92 h 674"/>
              <a:gd name="T54" fmla="*/ 44 w 704"/>
              <a:gd name="T55" fmla="*/ 88 h 674"/>
              <a:gd name="T56" fmla="*/ 132 w 704"/>
              <a:gd name="T57" fmla="*/ 88 h 674"/>
              <a:gd name="T58" fmla="*/ 176 w 704"/>
              <a:gd name="T59" fmla="*/ 88 h 674"/>
              <a:gd name="T60" fmla="*/ 176 w 704"/>
              <a:gd name="T61" fmla="*/ 132 h 674"/>
              <a:gd name="T62" fmla="*/ 191 w 704"/>
              <a:gd name="T63" fmla="*/ 145 h 674"/>
              <a:gd name="T64" fmla="*/ 205 w 704"/>
              <a:gd name="T65" fmla="*/ 132 h 674"/>
              <a:gd name="T66" fmla="*/ 205 w 704"/>
              <a:gd name="T67" fmla="*/ 88 h 674"/>
              <a:gd name="T68" fmla="*/ 498 w 704"/>
              <a:gd name="T69" fmla="*/ 88 h 674"/>
              <a:gd name="T70" fmla="*/ 498 w 704"/>
              <a:gd name="T71" fmla="*/ 132 h 674"/>
              <a:gd name="T72" fmla="*/ 512 w 704"/>
              <a:gd name="T73" fmla="*/ 145 h 674"/>
              <a:gd name="T74" fmla="*/ 527 w 704"/>
              <a:gd name="T75" fmla="*/ 132 h 674"/>
              <a:gd name="T76" fmla="*/ 527 w 704"/>
              <a:gd name="T77" fmla="*/ 88 h 674"/>
              <a:gd name="T78" fmla="*/ 571 w 704"/>
              <a:gd name="T79" fmla="*/ 88 h 674"/>
              <a:gd name="T80" fmla="*/ 659 w 704"/>
              <a:gd name="T81" fmla="*/ 88 h 674"/>
              <a:gd name="T82" fmla="*/ 670 w 704"/>
              <a:gd name="T83" fmla="*/ 92 h 674"/>
              <a:gd name="T84" fmla="*/ 674 w 704"/>
              <a:gd name="T85" fmla="*/ 102 h 674"/>
              <a:gd name="T86" fmla="*/ 674 w 704"/>
              <a:gd name="T87" fmla="*/ 205 h 674"/>
              <a:gd name="T88" fmla="*/ 29 w 704"/>
              <a:gd name="T89" fmla="*/ 205 h 674"/>
              <a:gd name="T90" fmla="*/ 29 w 704"/>
              <a:gd name="T91" fmla="*/ 102 h 674"/>
              <a:gd name="T92" fmla="*/ 34 w 704"/>
              <a:gd name="T93" fmla="*/ 92 h 674"/>
              <a:gd name="T94" fmla="*/ 670 w 704"/>
              <a:gd name="T95" fmla="*/ 640 h 674"/>
              <a:gd name="T96" fmla="*/ 670 w 704"/>
              <a:gd name="T97" fmla="*/ 640 h 674"/>
              <a:gd name="T98" fmla="*/ 659 w 704"/>
              <a:gd name="T99" fmla="*/ 644 h 674"/>
              <a:gd name="T100" fmla="*/ 44 w 704"/>
              <a:gd name="T101" fmla="*/ 644 h 674"/>
              <a:gd name="T102" fmla="*/ 34 w 704"/>
              <a:gd name="T103" fmla="*/ 640 h 674"/>
              <a:gd name="T104" fmla="*/ 29 w 704"/>
              <a:gd name="T105" fmla="*/ 629 h 674"/>
              <a:gd name="T106" fmla="*/ 29 w 704"/>
              <a:gd name="T107" fmla="*/ 233 h 674"/>
              <a:gd name="T108" fmla="*/ 674 w 704"/>
              <a:gd name="T109" fmla="*/ 233 h 674"/>
              <a:gd name="T110" fmla="*/ 674 w 704"/>
              <a:gd name="T111" fmla="*/ 629 h 674"/>
              <a:gd name="T112" fmla="*/ 670 w 704"/>
              <a:gd name="T113" fmla="*/ 640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04" h="674">
                <a:moveTo>
                  <a:pt x="659" y="58"/>
                </a:moveTo>
                <a:lnTo>
                  <a:pt x="659" y="58"/>
                </a:lnTo>
                <a:cubicBezTo>
                  <a:pt x="571" y="58"/>
                  <a:pt x="571" y="58"/>
                  <a:pt x="571" y="58"/>
                </a:cubicBezTo>
                <a:cubicBezTo>
                  <a:pt x="527" y="58"/>
                  <a:pt x="527" y="58"/>
                  <a:pt x="527" y="58"/>
                </a:cubicBezTo>
                <a:cubicBezTo>
                  <a:pt x="527" y="14"/>
                  <a:pt x="527" y="14"/>
                  <a:pt x="527" y="14"/>
                </a:cubicBezTo>
                <a:cubicBezTo>
                  <a:pt x="527" y="7"/>
                  <a:pt x="520" y="0"/>
                  <a:pt x="512" y="0"/>
                </a:cubicBezTo>
                <a:cubicBezTo>
                  <a:pt x="505" y="0"/>
                  <a:pt x="498" y="7"/>
                  <a:pt x="498" y="14"/>
                </a:cubicBezTo>
                <a:cubicBezTo>
                  <a:pt x="498" y="58"/>
                  <a:pt x="498" y="58"/>
                  <a:pt x="498" y="58"/>
                </a:cubicBezTo>
                <a:cubicBezTo>
                  <a:pt x="205" y="58"/>
                  <a:pt x="205" y="58"/>
                  <a:pt x="205" y="58"/>
                </a:cubicBezTo>
                <a:cubicBezTo>
                  <a:pt x="205" y="14"/>
                  <a:pt x="205" y="14"/>
                  <a:pt x="205" y="14"/>
                </a:cubicBezTo>
                <a:cubicBezTo>
                  <a:pt x="205" y="7"/>
                  <a:pt x="199" y="0"/>
                  <a:pt x="191" y="0"/>
                </a:cubicBezTo>
                <a:cubicBezTo>
                  <a:pt x="183"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659" y="673"/>
                  <a:pt x="659" y="673"/>
                  <a:pt x="659" y="673"/>
                </a:cubicBezTo>
                <a:cubicBezTo>
                  <a:pt x="684" y="673"/>
                  <a:pt x="703" y="653"/>
                  <a:pt x="703" y="629"/>
                </a:cubicBezTo>
                <a:cubicBezTo>
                  <a:pt x="703" y="220"/>
                  <a:pt x="703" y="220"/>
                  <a:pt x="703" y="220"/>
                </a:cubicBezTo>
                <a:lnTo>
                  <a:pt x="703" y="220"/>
                </a:lnTo>
                <a:lnTo>
                  <a:pt x="703" y="220"/>
                </a:lnTo>
                <a:cubicBezTo>
                  <a:pt x="703" y="102"/>
                  <a:pt x="703" y="102"/>
                  <a:pt x="703" y="102"/>
                </a:cubicBezTo>
                <a:cubicBezTo>
                  <a:pt x="703" y="78"/>
                  <a:pt x="684" y="58"/>
                  <a:pt x="659" y="58"/>
                </a:cubicBezTo>
                <a:close/>
                <a:moveTo>
                  <a:pt x="34" y="92"/>
                </a:moveTo>
                <a:lnTo>
                  <a:pt x="34" y="92"/>
                </a:lnTo>
                <a:cubicBezTo>
                  <a:pt x="37" y="89"/>
                  <a:pt x="40" y="88"/>
                  <a:pt x="44" y="88"/>
                </a:cubicBezTo>
                <a:cubicBezTo>
                  <a:pt x="132" y="88"/>
                  <a:pt x="132" y="88"/>
                  <a:pt x="132" y="88"/>
                </a:cubicBezTo>
                <a:cubicBezTo>
                  <a:pt x="176" y="88"/>
                  <a:pt x="176" y="88"/>
                  <a:pt x="176" y="88"/>
                </a:cubicBezTo>
                <a:cubicBezTo>
                  <a:pt x="176" y="132"/>
                  <a:pt x="176" y="132"/>
                  <a:pt x="176" y="132"/>
                </a:cubicBezTo>
                <a:cubicBezTo>
                  <a:pt x="176" y="140"/>
                  <a:pt x="183" y="145"/>
                  <a:pt x="191" y="145"/>
                </a:cubicBezTo>
                <a:cubicBezTo>
                  <a:pt x="199" y="145"/>
                  <a:pt x="205" y="140"/>
                  <a:pt x="205" y="132"/>
                </a:cubicBezTo>
                <a:cubicBezTo>
                  <a:pt x="205" y="88"/>
                  <a:pt x="205" y="88"/>
                  <a:pt x="205" y="88"/>
                </a:cubicBezTo>
                <a:cubicBezTo>
                  <a:pt x="498" y="88"/>
                  <a:pt x="498" y="88"/>
                  <a:pt x="498" y="88"/>
                </a:cubicBezTo>
                <a:cubicBezTo>
                  <a:pt x="498" y="132"/>
                  <a:pt x="498" y="132"/>
                  <a:pt x="498" y="132"/>
                </a:cubicBezTo>
                <a:cubicBezTo>
                  <a:pt x="498" y="140"/>
                  <a:pt x="505"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7" y="89"/>
                  <a:pt x="670" y="92"/>
                </a:cubicBezTo>
                <a:cubicBezTo>
                  <a:pt x="673" y="95"/>
                  <a:pt x="674" y="97"/>
                  <a:pt x="674" y="102"/>
                </a:cubicBezTo>
                <a:cubicBezTo>
                  <a:pt x="674" y="205"/>
                  <a:pt x="674" y="205"/>
                  <a:pt x="674" y="205"/>
                </a:cubicBezTo>
                <a:cubicBezTo>
                  <a:pt x="29" y="205"/>
                  <a:pt x="29" y="205"/>
                  <a:pt x="29" y="205"/>
                </a:cubicBezTo>
                <a:cubicBezTo>
                  <a:pt x="29" y="102"/>
                  <a:pt x="29" y="102"/>
                  <a:pt x="29" y="102"/>
                </a:cubicBezTo>
                <a:cubicBezTo>
                  <a:pt x="29" y="97"/>
                  <a:pt x="32" y="95"/>
                  <a:pt x="34" y="92"/>
                </a:cubicBezTo>
                <a:close/>
                <a:moveTo>
                  <a:pt x="670" y="640"/>
                </a:moveTo>
                <a:lnTo>
                  <a:pt x="670" y="640"/>
                </a:lnTo>
                <a:cubicBezTo>
                  <a:pt x="667" y="642"/>
                  <a:pt x="663" y="644"/>
                  <a:pt x="659" y="644"/>
                </a:cubicBezTo>
                <a:cubicBezTo>
                  <a:pt x="44" y="644"/>
                  <a:pt x="44" y="644"/>
                  <a:pt x="44" y="644"/>
                </a:cubicBezTo>
                <a:cubicBezTo>
                  <a:pt x="40" y="644"/>
                  <a:pt x="37" y="642"/>
                  <a:pt x="34" y="640"/>
                </a:cubicBezTo>
                <a:cubicBezTo>
                  <a:pt x="32" y="637"/>
                  <a:pt x="29" y="633"/>
                  <a:pt x="29" y="629"/>
                </a:cubicBezTo>
                <a:cubicBezTo>
                  <a:pt x="29" y="233"/>
                  <a:pt x="29" y="233"/>
                  <a:pt x="29" y="233"/>
                </a:cubicBezTo>
                <a:cubicBezTo>
                  <a:pt x="674" y="233"/>
                  <a:pt x="674" y="233"/>
                  <a:pt x="674" y="233"/>
                </a:cubicBezTo>
                <a:cubicBezTo>
                  <a:pt x="674" y="629"/>
                  <a:pt x="674" y="629"/>
                  <a:pt x="674" y="629"/>
                </a:cubicBezTo>
                <a:cubicBezTo>
                  <a:pt x="674" y="633"/>
                  <a:pt x="673" y="637"/>
                  <a:pt x="670" y="640"/>
                </a:cubicBezTo>
                <a:close/>
              </a:path>
            </a:pathLst>
          </a:custGeom>
          <a:solidFill>
            <a:schemeClr val="accent4"/>
          </a:solidFill>
          <a:ln>
            <a:noFill/>
          </a:ln>
          <a:effectLst/>
        </p:spPr>
        <p:txBody>
          <a:bodyPr wrap="none" anchor="ctr"/>
          <a:lstStyle/>
          <a:p>
            <a:endParaRPr lang="da-DK"/>
          </a:p>
        </p:txBody>
      </p:sp>
      <p:grpSp>
        <p:nvGrpSpPr>
          <p:cNvPr id="510" name="Group 513">
            <a:extLst>
              <a:ext uri="{FF2B5EF4-FFF2-40B4-BE49-F238E27FC236}">
                <a16:creationId xmlns:a16="http://schemas.microsoft.com/office/drawing/2014/main" id="{2367AF53-554D-1B4F-C76B-6B12534E4B93}"/>
              </a:ext>
            </a:extLst>
          </p:cNvPr>
          <p:cNvGrpSpPr/>
          <p:nvPr/>
        </p:nvGrpSpPr>
        <p:grpSpPr>
          <a:xfrm>
            <a:off x="5777036" y="2414389"/>
            <a:ext cx="268288" cy="263525"/>
            <a:chOff x="4635500" y="2652713"/>
            <a:chExt cx="268288" cy="263525"/>
          </a:xfrm>
          <a:solidFill>
            <a:schemeClr val="accent4"/>
          </a:solidFill>
        </p:grpSpPr>
        <p:sp>
          <p:nvSpPr>
            <p:cNvPr id="511" name="Freeform 423">
              <a:extLst>
                <a:ext uri="{FF2B5EF4-FFF2-40B4-BE49-F238E27FC236}">
                  <a16:creationId xmlns:a16="http://schemas.microsoft.com/office/drawing/2014/main" id="{C158C2E9-D640-823B-3D46-21AA7DC9CB73}"/>
                </a:ext>
              </a:extLst>
            </p:cNvPr>
            <p:cNvSpPr>
              <a:spLocks noChangeArrowheads="1"/>
            </p:cNvSpPr>
            <p:nvPr/>
          </p:nvSpPr>
          <p:spPr bwMode="auto">
            <a:xfrm>
              <a:off x="4787900" y="2800350"/>
              <a:ext cx="115888" cy="115888"/>
            </a:xfrm>
            <a:custGeom>
              <a:avLst/>
              <a:gdLst>
                <a:gd name="T0" fmla="*/ 323 w 324"/>
                <a:gd name="T1" fmla="*/ 162 h 324"/>
                <a:gd name="T2" fmla="*/ 323 w 324"/>
                <a:gd name="T3" fmla="*/ 162 h 324"/>
                <a:gd name="T4" fmla="*/ 161 w 324"/>
                <a:gd name="T5" fmla="*/ 0 h 324"/>
                <a:gd name="T6" fmla="*/ 0 w 324"/>
                <a:gd name="T7" fmla="*/ 162 h 324"/>
                <a:gd name="T8" fmla="*/ 161 w 324"/>
                <a:gd name="T9" fmla="*/ 323 h 324"/>
                <a:gd name="T10" fmla="*/ 323 w 324"/>
                <a:gd name="T11" fmla="*/ 162 h 324"/>
                <a:gd name="T12" fmla="*/ 161 w 324"/>
                <a:gd name="T13" fmla="*/ 294 h 324"/>
                <a:gd name="T14" fmla="*/ 161 w 324"/>
                <a:gd name="T15" fmla="*/ 294 h 324"/>
                <a:gd name="T16" fmla="*/ 69 w 324"/>
                <a:gd name="T17" fmla="*/ 255 h 324"/>
                <a:gd name="T18" fmla="*/ 29 w 324"/>
                <a:gd name="T19" fmla="*/ 162 h 324"/>
                <a:gd name="T20" fmla="*/ 69 w 324"/>
                <a:gd name="T21" fmla="*/ 69 h 324"/>
                <a:gd name="T22" fmla="*/ 161 w 324"/>
                <a:gd name="T23" fmla="*/ 30 h 324"/>
                <a:gd name="T24" fmla="*/ 254 w 324"/>
                <a:gd name="T25" fmla="*/ 69 h 324"/>
                <a:gd name="T26" fmla="*/ 292 w 324"/>
                <a:gd name="T27" fmla="*/ 162 h 324"/>
                <a:gd name="T28" fmla="*/ 254 w 324"/>
                <a:gd name="T29" fmla="*/ 255 h 324"/>
                <a:gd name="T30" fmla="*/ 161 w 324"/>
                <a:gd name="T31" fmla="*/ 294 h 32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4" h="324">
                  <a:moveTo>
                    <a:pt x="323" y="162"/>
                  </a:moveTo>
                  <a:lnTo>
                    <a:pt x="323" y="162"/>
                  </a:lnTo>
                  <a:cubicBezTo>
                    <a:pt x="323" y="73"/>
                    <a:pt x="250" y="0"/>
                    <a:pt x="161" y="0"/>
                  </a:cubicBezTo>
                  <a:cubicBezTo>
                    <a:pt x="73" y="0"/>
                    <a:pt x="0" y="73"/>
                    <a:pt x="0" y="162"/>
                  </a:cubicBezTo>
                  <a:cubicBezTo>
                    <a:pt x="0" y="251"/>
                    <a:pt x="73" y="323"/>
                    <a:pt x="161" y="323"/>
                  </a:cubicBezTo>
                  <a:cubicBezTo>
                    <a:pt x="250" y="323"/>
                    <a:pt x="323" y="251"/>
                    <a:pt x="323" y="162"/>
                  </a:cubicBezTo>
                  <a:close/>
                  <a:moveTo>
                    <a:pt x="161" y="294"/>
                  </a:moveTo>
                  <a:lnTo>
                    <a:pt x="161" y="294"/>
                  </a:lnTo>
                  <a:cubicBezTo>
                    <a:pt x="125" y="294"/>
                    <a:pt x="92" y="279"/>
                    <a:pt x="69" y="255"/>
                  </a:cubicBezTo>
                  <a:cubicBezTo>
                    <a:pt x="44" y="231"/>
                    <a:pt x="29" y="198"/>
                    <a:pt x="29" y="162"/>
                  </a:cubicBezTo>
                  <a:cubicBezTo>
                    <a:pt x="29" y="125"/>
                    <a:pt x="44" y="92"/>
                    <a:pt x="69" y="69"/>
                  </a:cubicBezTo>
                  <a:cubicBezTo>
                    <a:pt x="92" y="44"/>
                    <a:pt x="125" y="30"/>
                    <a:pt x="161" y="30"/>
                  </a:cubicBezTo>
                  <a:cubicBezTo>
                    <a:pt x="198" y="30"/>
                    <a:pt x="231" y="44"/>
                    <a:pt x="254" y="69"/>
                  </a:cubicBezTo>
                  <a:cubicBezTo>
                    <a:pt x="279" y="92"/>
                    <a:pt x="292" y="125"/>
                    <a:pt x="292" y="162"/>
                  </a:cubicBezTo>
                  <a:cubicBezTo>
                    <a:pt x="292" y="198"/>
                    <a:pt x="279" y="231"/>
                    <a:pt x="254" y="255"/>
                  </a:cubicBezTo>
                  <a:cubicBezTo>
                    <a:pt x="231" y="279"/>
                    <a:pt x="198" y="294"/>
                    <a:pt x="161" y="2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2" name="Freeform 424">
              <a:extLst>
                <a:ext uri="{FF2B5EF4-FFF2-40B4-BE49-F238E27FC236}">
                  <a16:creationId xmlns:a16="http://schemas.microsoft.com/office/drawing/2014/main" id="{D0437E2A-99F8-642F-ED70-93F04DB15CBA}"/>
                </a:ext>
              </a:extLst>
            </p:cNvPr>
            <p:cNvSpPr>
              <a:spLocks noChangeArrowheads="1"/>
            </p:cNvSpPr>
            <p:nvPr/>
          </p:nvSpPr>
          <p:spPr bwMode="auto">
            <a:xfrm>
              <a:off x="4841875" y="2820988"/>
              <a:ext cx="31750" cy="63500"/>
            </a:xfrm>
            <a:custGeom>
              <a:avLst/>
              <a:gdLst>
                <a:gd name="T0" fmla="*/ 29 w 90"/>
                <a:gd name="T1" fmla="*/ 96 h 178"/>
                <a:gd name="T2" fmla="*/ 29 w 90"/>
                <a:gd name="T3" fmla="*/ 96 h 178"/>
                <a:gd name="T4" fmla="*/ 29 w 90"/>
                <a:gd name="T5" fmla="*/ 15 h 178"/>
                <a:gd name="T6" fmla="*/ 14 w 90"/>
                <a:gd name="T7" fmla="*/ 0 h 178"/>
                <a:gd name="T8" fmla="*/ 0 w 90"/>
                <a:gd name="T9" fmla="*/ 15 h 178"/>
                <a:gd name="T10" fmla="*/ 0 w 90"/>
                <a:gd name="T11" fmla="*/ 103 h 178"/>
                <a:gd name="T12" fmla="*/ 1 w 90"/>
                <a:gd name="T13" fmla="*/ 109 h 178"/>
                <a:gd name="T14" fmla="*/ 4 w 90"/>
                <a:gd name="T15" fmla="*/ 113 h 178"/>
                <a:gd name="T16" fmla="*/ 63 w 90"/>
                <a:gd name="T17" fmla="*/ 172 h 178"/>
                <a:gd name="T18" fmla="*/ 84 w 90"/>
                <a:gd name="T19" fmla="*/ 172 h 178"/>
                <a:gd name="T20" fmla="*/ 84 w 90"/>
                <a:gd name="T21" fmla="*/ 151 h 178"/>
                <a:gd name="T22" fmla="*/ 29 w 90"/>
                <a:gd name="T23" fmla="*/ 96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178">
                  <a:moveTo>
                    <a:pt x="29" y="96"/>
                  </a:moveTo>
                  <a:lnTo>
                    <a:pt x="29" y="96"/>
                  </a:lnTo>
                  <a:cubicBezTo>
                    <a:pt x="29" y="15"/>
                    <a:pt x="29" y="15"/>
                    <a:pt x="29" y="15"/>
                  </a:cubicBezTo>
                  <a:cubicBezTo>
                    <a:pt x="29" y="7"/>
                    <a:pt x="22" y="0"/>
                    <a:pt x="14" y="0"/>
                  </a:cubicBezTo>
                  <a:cubicBezTo>
                    <a:pt x="7" y="0"/>
                    <a:pt x="0" y="7"/>
                    <a:pt x="0" y="15"/>
                  </a:cubicBezTo>
                  <a:cubicBezTo>
                    <a:pt x="0" y="103"/>
                    <a:pt x="0" y="103"/>
                    <a:pt x="0" y="103"/>
                  </a:cubicBezTo>
                  <a:cubicBezTo>
                    <a:pt x="0" y="104"/>
                    <a:pt x="0" y="107"/>
                    <a:pt x="1" y="109"/>
                  </a:cubicBezTo>
                  <a:cubicBezTo>
                    <a:pt x="1" y="110"/>
                    <a:pt x="3" y="111"/>
                    <a:pt x="4" y="113"/>
                  </a:cubicBezTo>
                  <a:cubicBezTo>
                    <a:pt x="63" y="172"/>
                    <a:pt x="63" y="172"/>
                    <a:pt x="63" y="172"/>
                  </a:cubicBezTo>
                  <a:cubicBezTo>
                    <a:pt x="69" y="177"/>
                    <a:pt x="77" y="177"/>
                    <a:pt x="84" y="172"/>
                  </a:cubicBezTo>
                  <a:cubicBezTo>
                    <a:pt x="89" y="166"/>
                    <a:pt x="89" y="157"/>
                    <a:pt x="84" y="151"/>
                  </a:cubicBezTo>
                  <a:lnTo>
                    <a:pt x="29" y="9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5">
              <a:extLst>
                <a:ext uri="{FF2B5EF4-FFF2-40B4-BE49-F238E27FC236}">
                  <a16:creationId xmlns:a16="http://schemas.microsoft.com/office/drawing/2014/main" id="{C71B2550-351C-DCF0-43FA-CC3249B73F40}"/>
                </a:ext>
              </a:extLst>
            </p:cNvPr>
            <p:cNvSpPr>
              <a:spLocks noChangeArrowheads="1"/>
            </p:cNvSpPr>
            <p:nvPr/>
          </p:nvSpPr>
          <p:spPr bwMode="auto">
            <a:xfrm>
              <a:off x="4635500" y="2652713"/>
              <a:ext cx="254000" cy="242887"/>
            </a:xfrm>
            <a:custGeom>
              <a:avLst/>
              <a:gdLst>
                <a:gd name="T0" fmla="*/ 189 w 704"/>
                <a:gd name="T1" fmla="*/ 0 h 674"/>
                <a:gd name="T2" fmla="*/ 189 w 704"/>
                <a:gd name="T3" fmla="*/ 0 h 674"/>
                <a:gd name="T4" fmla="*/ 176 w 704"/>
                <a:gd name="T5" fmla="*/ 14 h 674"/>
                <a:gd name="T6" fmla="*/ 176 w 704"/>
                <a:gd name="T7" fmla="*/ 58 h 674"/>
                <a:gd name="T8" fmla="*/ 132 w 704"/>
                <a:gd name="T9" fmla="*/ 58 h 674"/>
                <a:gd name="T10" fmla="*/ 44 w 704"/>
                <a:gd name="T11" fmla="*/ 58 h 674"/>
                <a:gd name="T12" fmla="*/ 0 w 704"/>
                <a:gd name="T13" fmla="*/ 102 h 674"/>
                <a:gd name="T14" fmla="*/ 0 w 704"/>
                <a:gd name="T15" fmla="*/ 629 h 674"/>
                <a:gd name="T16" fmla="*/ 44 w 704"/>
                <a:gd name="T17" fmla="*/ 673 h 674"/>
                <a:gd name="T18" fmla="*/ 364 w 704"/>
                <a:gd name="T19" fmla="*/ 673 h 674"/>
                <a:gd name="T20" fmla="*/ 379 w 704"/>
                <a:gd name="T21" fmla="*/ 659 h 674"/>
                <a:gd name="T22" fmla="*/ 364 w 704"/>
                <a:gd name="T23" fmla="*/ 644 h 674"/>
                <a:gd name="T24" fmla="*/ 44 w 704"/>
                <a:gd name="T25" fmla="*/ 644 h 674"/>
                <a:gd name="T26" fmla="*/ 33 w 704"/>
                <a:gd name="T27" fmla="*/ 640 h 674"/>
                <a:gd name="T28" fmla="*/ 29 w 704"/>
                <a:gd name="T29" fmla="*/ 629 h 674"/>
                <a:gd name="T30" fmla="*/ 29 w 704"/>
                <a:gd name="T31" fmla="*/ 233 h 674"/>
                <a:gd name="T32" fmla="*/ 673 w 704"/>
                <a:gd name="T33" fmla="*/ 233 h 674"/>
                <a:gd name="T34" fmla="*/ 673 w 704"/>
                <a:gd name="T35" fmla="*/ 361 h 674"/>
                <a:gd name="T36" fmla="*/ 688 w 704"/>
                <a:gd name="T37" fmla="*/ 376 h 674"/>
                <a:gd name="T38" fmla="*/ 703 w 704"/>
                <a:gd name="T39" fmla="*/ 361 h 674"/>
                <a:gd name="T40" fmla="*/ 703 w 704"/>
                <a:gd name="T41" fmla="*/ 220 h 674"/>
                <a:gd name="T42" fmla="*/ 703 w 704"/>
                <a:gd name="T43" fmla="*/ 220 h 674"/>
                <a:gd name="T44" fmla="*/ 703 w 704"/>
                <a:gd name="T45" fmla="*/ 220 h 674"/>
                <a:gd name="T46" fmla="*/ 703 w 704"/>
                <a:gd name="T47" fmla="*/ 102 h 674"/>
                <a:gd name="T48" fmla="*/ 659 w 704"/>
                <a:gd name="T49" fmla="*/ 58 h 674"/>
                <a:gd name="T50" fmla="*/ 571 w 704"/>
                <a:gd name="T51" fmla="*/ 58 h 674"/>
                <a:gd name="T52" fmla="*/ 527 w 704"/>
                <a:gd name="T53" fmla="*/ 58 h 674"/>
                <a:gd name="T54" fmla="*/ 527 w 704"/>
                <a:gd name="T55" fmla="*/ 14 h 674"/>
                <a:gd name="T56" fmla="*/ 512 w 704"/>
                <a:gd name="T57" fmla="*/ 0 h 674"/>
                <a:gd name="T58" fmla="*/ 497 w 704"/>
                <a:gd name="T59" fmla="*/ 14 h 674"/>
                <a:gd name="T60" fmla="*/ 497 w 704"/>
                <a:gd name="T61" fmla="*/ 58 h 674"/>
                <a:gd name="T62" fmla="*/ 204 w 704"/>
                <a:gd name="T63" fmla="*/ 58 h 674"/>
                <a:gd name="T64" fmla="*/ 204 w 704"/>
                <a:gd name="T65" fmla="*/ 14 h 674"/>
                <a:gd name="T66" fmla="*/ 189 w 704"/>
                <a:gd name="T67" fmla="*/ 0 h 674"/>
                <a:gd name="T68" fmla="*/ 497 w 704"/>
                <a:gd name="T69" fmla="*/ 88 h 674"/>
                <a:gd name="T70" fmla="*/ 497 w 704"/>
                <a:gd name="T71" fmla="*/ 88 h 674"/>
                <a:gd name="T72" fmla="*/ 497 w 704"/>
                <a:gd name="T73" fmla="*/ 132 h 674"/>
                <a:gd name="T74" fmla="*/ 512 w 704"/>
                <a:gd name="T75" fmla="*/ 145 h 674"/>
                <a:gd name="T76" fmla="*/ 527 w 704"/>
                <a:gd name="T77" fmla="*/ 132 h 674"/>
                <a:gd name="T78" fmla="*/ 527 w 704"/>
                <a:gd name="T79" fmla="*/ 88 h 674"/>
                <a:gd name="T80" fmla="*/ 571 w 704"/>
                <a:gd name="T81" fmla="*/ 88 h 674"/>
                <a:gd name="T82" fmla="*/ 659 w 704"/>
                <a:gd name="T83" fmla="*/ 88 h 674"/>
                <a:gd name="T84" fmla="*/ 668 w 704"/>
                <a:gd name="T85" fmla="*/ 92 h 674"/>
                <a:gd name="T86" fmla="*/ 673 w 704"/>
                <a:gd name="T87" fmla="*/ 102 h 674"/>
                <a:gd name="T88" fmla="*/ 673 w 704"/>
                <a:gd name="T89" fmla="*/ 205 h 674"/>
                <a:gd name="T90" fmla="*/ 29 w 704"/>
                <a:gd name="T91" fmla="*/ 205 h 674"/>
                <a:gd name="T92" fmla="*/ 29 w 704"/>
                <a:gd name="T93" fmla="*/ 102 h 674"/>
                <a:gd name="T94" fmla="*/ 33 w 704"/>
                <a:gd name="T95" fmla="*/ 92 h 674"/>
                <a:gd name="T96" fmla="*/ 44 w 704"/>
                <a:gd name="T97" fmla="*/ 88 h 674"/>
                <a:gd name="T98" fmla="*/ 132 w 704"/>
                <a:gd name="T99" fmla="*/ 88 h 674"/>
                <a:gd name="T100" fmla="*/ 176 w 704"/>
                <a:gd name="T101" fmla="*/ 88 h 674"/>
                <a:gd name="T102" fmla="*/ 176 w 704"/>
                <a:gd name="T103" fmla="*/ 132 h 674"/>
                <a:gd name="T104" fmla="*/ 189 w 704"/>
                <a:gd name="T105" fmla="*/ 145 h 674"/>
                <a:gd name="T106" fmla="*/ 204 w 704"/>
                <a:gd name="T107" fmla="*/ 132 h 674"/>
                <a:gd name="T108" fmla="*/ 204 w 704"/>
                <a:gd name="T109" fmla="*/ 88 h 674"/>
                <a:gd name="T110" fmla="*/ 497 w 704"/>
                <a:gd name="T111" fmla="*/ 88 h 6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704" h="674">
                  <a:moveTo>
                    <a:pt x="189" y="0"/>
                  </a:moveTo>
                  <a:lnTo>
                    <a:pt x="189" y="0"/>
                  </a:lnTo>
                  <a:cubicBezTo>
                    <a:pt x="182" y="0"/>
                    <a:pt x="176" y="7"/>
                    <a:pt x="176" y="14"/>
                  </a:cubicBezTo>
                  <a:cubicBezTo>
                    <a:pt x="176" y="58"/>
                    <a:pt x="176" y="58"/>
                    <a:pt x="176" y="58"/>
                  </a:cubicBezTo>
                  <a:cubicBezTo>
                    <a:pt x="132" y="58"/>
                    <a:pt x="132" y="58"/>
                    <a:pt x="132" y="58"/>
                  </a:cubicBezTo>
                  <a:cubicBezTo>
                    <a:pt x="44" y="58"/>
                    <a:pt x="44" y="58"/>
                    <a:pt x="44" y="58"/>
                  </a:cubicBezTo>
                  <a:cubicBezTo>
                    <a:pt x="19" y="58"/>
                    <a:pt x="0" y="78"/>
                    <a:pt x="0" y="102"/>
                  </a:cubicBezTo>
                  <a:cubicBezTo>
                    <a:pt x="0" y="629"/>
                    <a:pt x="0" y="629"/>
                    <a:pt x="0" y="629"/>
                  </a:cubicBezTo>
                  <a:cubicBezTo>
                    <a:pt x="0" y="653"/>
                    <a:pt x="19" y="673"/>
                    <a:pt x="44" y="673"/>
                  </a:cubicBezTo>
                  <a:cubicBezTo>
                    <a:pt x="364" y="673"/>
                    <a:pt x="364" y="673"/>
                    <a:pt x="364" y="673"/>
                  </a:cubicBezTo>
                  <a:cubicBezTo>
                    <a:pt x="372" y="673"/>
                    <a:pt x="379" y="667"/>
                    <a:pt x="379" y="659"/>
                  </a:cubicBezTo>
                  <a:cubicBezTo>
                    <a:pt x="379" y="651"/>
                    <a:pt x="372" y="644"/>
                    <a:pt x="364" y="644"/>
                  </a:cubicBezTo>
                  <a:cubicBezTo>
                    <a:pt x="44" y="644"/>
                    <a:pt x="44" y="644"/>
                    <a:pt x="44" y="644"/>
                  </a:cubicBezTo>
                  <a:cubicBezTo>
                    <a:pt x="40" y="644"/>
                    <a:pt x="36" y="642"/>
                    <a:pt x="33" y="640"/>
                  </a:cubicBezTo>
                  <a:cubicBezTo>
                    <a:pt x="30" y="637"/>
                    <a:pt x="29" y="633"/>
                    <a:pt x="29" y="629"/>
                  </a:cubicBezTo>
                  <a:cubicBezTo>
                    <a:pt x="29" y="233"/>
                    <a:pt x="29" y="233"/>
                    <a:pt x="29" y="233"/>
                  </a:cubicBezTo>
                  <a:cubicBezTo>
                    <a:pt x="673" y="233"/>
                    <a:pt x="673" y="233"/>
                    <a:pt x="673" y="233"/>
                  </a:cubicBezTo>
                  <a:cubicBezTo>
                    <a:pt x="673" y="361"/>
                    <a:pt x="673" y="361"/>
                    <a:pt x="673" y="361"/>
                  </a:cubicBezTo>
                  <a:cubicBezTo>
                    <a:pt x="673" y="369"/>
                    <a:pt x="679" y="376"/>
                    <a:pt x="688" y="376"/>
                  </a:cubicBezTo>
                  <a:cubicBezTo>
                    <a:pt x="696" y="376"/>
                    <a:pt x="703" y="369"/>
                    <a:pt x="703" y="361"/>
                  </a:cubicBezTo>
                  <a:cubicBezTo>
                    <a:pt x="703" y="220"/>
                    <a:pt x="703" y="220"/>
                    <a:pt x="703" y="220"/>
                  </a:cubicBezTo>
                  <a:lnTo>
                    <a:pt x="703" y="220"/>
                  </a:lnTo>
                  <a:lnTo>
                    <a:pt x="703" y="220"/>
                  </a:lnTo>
                  <a:cubicBezTo>
                    <a:pt x="703" y="102"/>
                    <a:pt x="703" y="102"/>
                    <a:pt x="703" y="102"/>
                  </a:cubicBezTo>
                  <a:cubicBezTo>
                    <a:pt x="703" y="78"/>
                    <a:pt x="682" y="58"/>
                    <a:pt x="659" y="58"/>
                  </a:cubicBezTo>
                  <a:cubicBezTo>
                    <a:pt x="571" y="58"/>
                    <a:pt x="571" y="58"/>
                    <a:pt x="571" y="58"/>
                  </a:cubicBezTo>
                  <a:cubicBezTo>
                    <a:pt x="527" y="58"/>
                    <a:pt x="527" y="58"/>
                    <a:pt x="527" y="58"/>
                  </a:cubicBezTo>
                  <a:cubicBezTo>
                    <a:pt x="527" y="14"/>
                    <a:pt x="527" y="14"/>
                    <a:pt x="527" y="14"/>
                  </a:cubicBezTo>
                  <a:cubicBezTo>
                    <a:pt x="527" y="7"/>
                    <a:pt x="520" y="0"/>
                    <a:pt x="512" y="0"/>
                  </a:cubicBezTo>
                  <a:cubicBezTo>
                    <a:pt x="504" y="0"/>
                    <a:pt x="497" y="7"/>
                    <a:pt x="497" y="14"/>
                  </a:cubicBezTo>
                  <a:cubicBezTo>
                    <a:pt x="497" y="58"/>
                    <a:pt x="497" y="58"/>
                    <a:pt x="497" y="58"/>
                  </a:cubicBezTo>
                  <a:cubicBezTo>
                    <a:pt x="204" y="58"/>
                    <a:pt x="204" y="58"/>
                    <a:pt x="204" y="58"/>
                  </a:cubicBezTo>
                  <a:cubicBezTo>
                    <a:pt x="204" y="14"/>
                    <a:pt x="204" y="14"/>
                    <a:pt x="204" y="14"/>
                  </a:cubicBezTo>
                  <a:cubicBezTo>
                    <a:pt x="204" y="7"/>
                    <a:pt x="198" y="0"/>
                    <a:pt x="189" y="0"/>
                  </a:cubicBezTo>
                  <a:close/>
                  <a:moveTo>
                    <a:pt x="497" y="88"/>
                  </a:moveTo>
                  <a:lnTo>
                    <a:pt x="497" y="88"/>
                  </a:lnTo>
                  <a:cubicBezTo>
                    <a:pt x="497" y="132"/>
                    <a:pt x="497" y="132"/>
                    <a:pt x="497" y="132"/>
                  </a:cubicBezTo>
                  <a:cubicBezTo>
                    <a:pt x="497" y="140"/>
                    <a:pt x="504" y="145"/>
                    <a:pt x="512" y="145"/>
                  </a:cubicBezTo>
                  <a:cubicBezTo>
                    <a:pt x="520" y="145"/>
                    <a:pt x="527" y="140"/>
                    <a:pt x="527" y="132"/>
                  </a:cubicBezTo>
                  <a:cubicBezTo>
                    <a:pt x="527" y="88"/>
                    <a:pt x="527" y="88"/>
                    <a:pt x="527" y="88"/>
                  </a:cubicBezTo>
                  <a:cubicBezTo>
                    <a:pt x="571" y="88"/>
                    <a:pt x="571" y="88"/>
                    <a:pt x="571" y="88"/>
                  </a:cubicBezTo>
                  <a:cubicBezTo>
                    <a:pt x="659" y="88"/>
                    <a:pt x="659" y="88"/>
                    <a:pt x="659" y="88"/>
                  </a:cubicBezTo>
                  <a:cubicBezTo>
                    <a:pt x="663" y="88"/>
                    <a:pt x="666" y="89"/>
                    <a:pt x="668" y="92"/>
                  </a:cubicBezTo>
                  <a:cubicBezTo>
                    <a:pt x="671" y="95"/>
                    <a:pt x="673" y="97"/>
                    <a:pt x="673" y="102"/>
                  </a:cubicBezTo>
                  <a:cubicBezTo>
                    <a:pt x="673" y="205"/>
                    <a:pt x="673" y="205"/>
                    <a:pt x="673" y="205"/>
                  </a:cubicBezTo>
                  <a:cubicBezTo>
                    <a:pt x="29" y="205"/>
                    <a:pt x="29" y="205"/>
                    <a:pt x="29" y="205"/>
                  </a:cubicBezTo>
                  <a:cubicBezTo>
                    <a:pt x="29" y="102"/>
                    <a:pt x="29" y="102"/>
                    <a:pt x="29" y="102"/>
                  </a:cubicBezTo>
                  <a:cubicBezTo>
                    <a:pt x="29" y="97"/>
                    <a:pt x="30" y="95"/>
                    <a:pt x="33" y="92"/>
                  </a:cubicBezTo>
                  <a:cubicBezTo>
                    <a:pt x="36" y="89"/>
                    <a:pt x="40" y="88"/>
                    <a:pt x="44" y="88"/>
                  </a:cubicBezTo>
                  <a:cubicBezTo>
                    <a:pt x="132" y="88"/>
                    <a:pt x="132" y="88"/>
                    <a:pt x="132" y="88"/>
                  </a:cubicBezTo>
                  <a:cubicBezTo>
                    <a:pt x="176" y="88"/>
                    <a:pt x="176" y="88"/>
                    <a:pt x="176" y="88"/>
                  </a:cubicBezTo>
                  <a:cubicBezTo>
                    <a:pt x="176" y="132"/>
                    <a:pt x="176" y="132"/>
                    <a:pt x="176" y="132"/>
                  </a:cubicBezTo>
                  <a:cubicBezTo>
                    <a:pt x="176" y="140"/>
                    <a:pt x="182" y="145"/>
                    <a:pt x="189" y="145"/>
                  </a:cubicBezTo>
                  <a:cubicBezTo>
                    <a:pt x="198" y="145"/>
                    <a:pt x="204" y="140"/>
                    <a:pt x="204" y="132"/>
                  </a:cubicBezTo>
                  <a:cubicBezTo>
                    <a:pt x="204" y="88"/>
                    <a:pt x="204" y="88"/>
                    <a:pt x="204" y="88"/>
                  </a:cubicBezTo>
                  <a:lnTo>
                    <a:pt x="497" y="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4" name="Group 517">
            <a:extLst>
              <a:ext uri="{FF2B5EF4-FFF2-40B4-BE49-F238E27FC236}">
                <a16:creationId xmlns:a16="http://schemas.microsoft.com/office/drawing/2014/main" id="{FE8501CC-F01E-6831-2CA6-3129FF486D6F}"/>
              </a:ext>
            </a:extLst>
          </p:cNvPr>
          <p:cNvGrpSpPr/>
          <p:nvPr/>
        </p:nvGrpSpPr>
        <p:grpSpPr>
          <a:xfrm>
            <a:off x="5831011" y="2863577"/>
            <a:ext cx="169863" cy="261938"/>
            <a:chOff x="4689475" y="3140075"/>
            <a:chExt cx="169863" cy="261938"/>
          </a:xfrm>
          <a:solidFill>
            <a:schemeClr val="accent4"/>
          </a:solidFill>
        </p:grpSpPr>
        <p:sp>
          <p:nvSpPr>
            <p:cNvPr id="515" name="Freeform 426">
              <a:extLst>
                <a:ext uri="{FF2B5EF4-FFF2-40B4-BE49-F238E27FC236}">
                  <a16:creationId xmlns:a16="http://schemas.microsoft.com/office/drawing/2014/main" id="{3AD829C2-85B9-DFDA-16B4-31812ACBB3BE}"/>
                </a:ext>
              </a:extLst>
            </p:cNvPr>
            <p:cNvSpPr>
              <a:spLocks noChangeArrowheads="1"/>
            </p:cNvSpPr>
            <p:nvPr/>
          </p:nvSpPr>
          <p:spPr bwMode="auto">
            <a:xfrm>
              <a:off x="4810125" y="339248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7">
              <a:extLst>
                <a:ext uri="{FF2B5EF4-FFF2-40B4-BE49-F238E27FC236}">
                  <a16:creationId xmlns:a16="http://schemas.microsoft.com/office/drawing/2014/main" id="{F01C10C1-1F58-5BA9-070C-EF6A09348204}"/>
                </a:ext>
              </a:extLst>
            </p:cNvPr>
            <p:cNvSpPr>
              <a:spLocks noChangeArrowheads="1"/>
            </p:cNvSpPr>
            <p:nvPr/>
          </p:nvSpPr>
          <p:spPr bwMode="auto">
            <a:xfrm>
              <a:off x="4689475" y="3140075"/>
              <a:ext cx="169863" cy="261938"/>
            </a:xfrm>
            <a:custGeom>
              <a:avLst/>
              <a:gdLst>
                <a:gd name="T0" fmla="*/ 467 w 470"/>
                <a:gd name="T1" fmla="*/ 449 h 726"/>
                <a:gd name="T2" fmla="*/ 467 w 470"/>
                <a:gd name="T3" fmla="*/ 449 h 726"/>
                <a:gd name="T4" fmla="*/ 464 w 470"/>
                <a:gd name="T5" fmla="*/ 431 h 726"/>
                <a:gd name="T6" fmla="*/ 34 w 470"/>
                <a:gd name="T7" fmla="*/ 6 h 726"/>
                <a:gd name="T8" fmla="*/ 19 w 470"/>
                <a:gd name="T9" fmla="*/ 3 h 726"/>
                <a:gd name="T10" fmla="*/ 10 w 470"/>
                <a:gd name="T11" fmla="*/ 16 h 726"/>
                <a:gd name="T12" fmla="*/ 0 w 470"/>
                <a:gd name="T13" fmla="*/ 621 h 726"/>
                <a:gd name="T14" fmla="*/ 10 w 470"/>
                <a:gd name="T15" fmla="*/ 635 h 726"/>
                <a:gd name="T16" fmla="*/ 26 w 470"/>
                <a:gd name="T17" fmla="*/ 629 h 726"/>
                <a:gd name="T18" fmla="*/ 145 w 470"/>
                <a:gd name="T19" fmla="*/ 474 h 726"/>
                <a:gd name="T20" fmla="*/ 240 w 470"/>
                <a:gd name="T21" fmla="*/ 706 h 726"/>
                <a:gd name="T22" fmla="*/ 270 w 470"/>
                <a:gd name="T23" fmla="*/ 725 h 726"/>
                <a:gd name="T24" fmla="*/ 283 w 470"/>
                <a:gd name="T25" fmla="*/ 724 h 726"/>
                <a:gd name="T26" fmla="*/ 283 w 470"/>
                <a:gd name="T27" fmla="*/ 724 h 726"/>
                <a:gd name="T28" fmla="*/ 333 w 470"/>
                <a:gd name="T29" fmla="*/ 702 h 726"/>
                <a:gd name="T30" fmla="*/ 354 w 470"/>
                <a:gd name="T31" fmla="*/ 673 h 726"/>
                <a:gd name="T32" fmla="*/ 351 w 470"/>
                <a:gd name="T33" fmla="*/ 661 h 726"/>
                <a:gd name="T34" fmla="*/ 351 w 470"/>
                <a:gd name="T35" fmla="*/ 661 h 726"/>
                <a:gd name="T36" fmla="*/ 257 w 470"/>
                <a:gd name="T37" fmla="*/ 429 h 726"/>
                <a:gd name="T38" fmla="*/ 451 w 470"/>
                <a:gd name="T39" fmla="*/ 456 h 726"/>
                <a:gd name="T40" fmla="*/ 467 w 470"/>
                <a:gd name="T41" fmla="*/ 449 h 726"/>
                <a:gd name="T42" fmla="*/ 220 w 470"/>
                <a:gd name="T43" fmla="*/ 416 h 726"/>
                <a:gd name="T44" fmla="*/ 220 w 470"/>
                <a:gd name="T45" fmla="*/ 416 h 726"/>
                <a:gd name="T46" fmla="*/ 324 w 470"/>
                <a:gd name="T47" fmla="*/ 672 h 726"/>
                <a:gd name="T48" fmla="*/ 324 w 470"/>
                <a:gd name="T49" fmla="*/ 672 h 726"/>
                <a:gd name="T50" fmla="*/ 324 w 470"/>
                <a:gd name="T51" fmla="*/ 673 h 726"/>
                <a:gd name="T52" fmla="*/ 322 w 470"/>
                <a:gd name="T53" fmla="*/ 676 h 726"/>
                <a:gd name="T54" fmla="*/ 322 w 470"/>
                <a:gd name="T55" fmla="*/ 676 h 726"/>
                <a:gd name="T56" fmla="*/ 272 w 470"/>
                <a:gd name="T57" fmla="*/ 696 h 726"/>
                <a:gd name="T58" fmla="*/ 270 w 470"/>
                <a:gd name="T59" fmla="*/ 696 h 726"/>
                <a:gd name="T60" fmla="*/ 268 w 470"/>
                <a:gd name="T61" fmla="*/ 695 h 726"/>
                <a:gd name="T62" fmla="*/ 163 w 470"/>
                <a:gd name="T63" fmla="*/ 440 h 726"/>
                <a:gd name="T64" fmla="*/ 152 w 470"/>
                <a:gd name="T65" fmla="*/ 431 h 726"/>
                <a:gd name="T66" fmla="*/ 139 w 470"/>
                <a:gd name="T67" fmla="*/ 437 h 726"/>
                <a:gd name="T68" fmla="*/ 30 w 470"/>
                <a:gd name="T69" fmla="*/ 577 h 726"/>
                <a:gd name="T70" fmla="*/ 38 w 470"/>
                <a:gd name="T71" fmla="*/ 51 h 726"/>
                <a:gd name="T72" fmla="*/ 412 w 470"/>
                <a:gd name="T73" fmla="*/ 422 h 726"/>
                <a:gd name="T74" fmla="*/ 235 w 470"/>
                <a:gd name="T75" fmla="*/ 397 h 726"/>
                <a:gd name="T76" fmla="*/ 222 w 470"/>
                <a:gd name="T77" fmla="*/ 403 h 726"/>
                <a:gd name="T78" fmla="*/ 220 w 470"/>
                <a:gd name="T79" fmla="*/ 416 h 7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0" h="726">
                  <a:moveTo>
                    <a:pt x="467" y="449"/>
                  </a:moveTo>
                  <a:lnTo>
                    <a:pt x="467" y="449"/>
                  </a:lnTo>
                  <a:cubicBezTo>
                    <a:pt x="469" y="442"/>
                    <a:pt x="468" y="436"/>
                    <a:pt x="464" y="431"/>
                  </a:cubicBezTo>
                  <a:cubicBezTo>
                    <a:pt x="34" y="6"/>
                    <a:pt x="34" y="6"/>
                    <a:pt x="34" y="6"/>
                  </a:cubicBezTo>
                  <a:cubicBezTo>
                    <a:pt x="30" y="2"/>
                    <a:pt x="25" y="0"/>
                    <a:pt x="19" y="3"/>
                  </a:cubicBezTo>
                  <a:cubicBezTo>
                    <a:pt x="14" y="5"/>
                    <a:pt x="10" y="10"/>
                    <a:pt x="10" y="16"/>
                  </a:cubicBezTo>
                  <a:cubicBezTo>
                    <a:pt x="0" y="621"/>
                    <a:pt x="0" y="621"/>
                    <a:pt x="0" y="621"/>
                  </a:cubicBezTo>
                  <a:cubicBezTo>
                    <a:pt x="0" y="626"/>
                    <a:pt x="4" y="632"/>
                    <a:pt x="10" y="635"/>
                  </a:cubicBezTo>
                  <a:cubicBezTo>
                    <a:pt x="15" y="636"/>
                    <a:pt x="22" y="635"/>
                    <a:pt x="26" y="629"/>
                  </a:cubicBezTo>
                  <a:cubicBezTo>
                    <a:pt x="145" y="474"/>
                    <a:pt x="145" y="474"/>
                    <a:pt x="145" y="474"/>
                  </a:cubicBezTo>
                  <a:cubicBezTo>
                    <a:pt x="240" y="706"/>
                    <a:pt x="240" y="706"/>
                    <a:pt x="240" y="706"/>
                  </a:cubicBezTo>
                  <a:cubicBezTo>
                    <a:pt x="246" y="718"/>
                    <a:pt x="258" y="725"/>
                    <a:pt x="270" y="725"/>
                  </a:cubicBezTo>
                  <a:cubicBezTo>
                    <a:pt x="274" y="725"/>
                    <a:pt x="279" y="725"/>
                    <a:pt x="283" y="724"/>
                  </a:cubicBezTo>
                  <a:lnTo>
                    <a:pt x="283" y="724"/>
                  </a:lnTo>
                  <a:cubicBezTo>
                    <a:pt x="333" y="702"/>
                    <a:pt x="333" y="702"/>
                    <a:pt x="333" y="702"/>
                  </a:cubicBezTo>
                  <a:cubicBezTo>
                    <a:pt x="346" y="698"/>
                    <a:pt x="354" y="685"/>
                    <a:pt x="354" y="673"/>
                  </a:cubicBezTo>
                  <a:cubicBezTo>
                    <a:pt x="354" y="669"/>
                    <a:pt x="353" y="665"/>
                    <a:pt x="351" y="661"/>
                  </a:cubicBezTo>
                  <a:lnTo>
                    <a:pt x="351" y="661"/>
                  </a:lnTo>
                  <a:cubicBezTo>
                    <a:pt x="257" y="429"/>
                    <a:pt x="257" y="429"/>
                    <a:pt x="257" y="429"/>
                  </a:cubicBezTo>
                  <a:cubicBezTo>
                    <a:pt x="451" y="456"/>
                    <a:pt x="451" y="456"/>
                    <a:pt x="451" y="456"/>
                  </a:cubicBezTo>
                  <a:cubicBezTo>
                    <a:pt x="457" y="457"/>
                    <a:pt x="464" y="455"/>
                    <a:pt x="467" y="449"/>
                  </a:cubicBezTo>
                  <a:close/>
                  <a:moveTo>
                    <a:pt x="220" y="416"/>
                  </a:moveTo>
                  <a:lnTo>
                    <a:pt x="220" y="416"/>
                  </a:lnTo>
                  <a:cubicBezTo>
                    <a:pt x="324" y="672"/>
                    <a:pt x="324" y="672"/>
                    <a:pt x="324" y="672"/>
                  </a:cubicBezTo>
                  <a:lnTo>
                    <a:pt x="324" y="672"/>
                  </a:lnTo>
                  <a:cubicBezTo>
                    <a:pt x="324" y="673"/>
                    <a:pt x="324" y="673"/>
                    <a:pt x="324" y="673"/>
                  </a:cubicBezTo>
                  <a:cubicBezTo>
                    <a:pt x="322" y="676"/>
                    <a:pt x="322" y="676"/>
                    <a:pt x="322" y="676"/>
                  </a:cubicBezTo>
                  <a:lnTo>
                    <a:pt x="322" y="676"/>
                  </a:lnTo>
                  <a:cubicBezTo>
                    <a:pt x="272" y="696"/>
                    <a:pt x="272" y="696"/>
                    <a:pt x="272" y="696"/>
                  </a:cubicBezTo>
                  <a:cubicBezTo>
                    <a:pt x="270" y="696"/>
                    <a:pt x="270" y="696"/>
                    <a:pt x="270" y="696"/>
                  </a:cubicBezTo>
                  <a:cubicBezTo>
                    <a:pt x="268" y="695"/>
                    <a:pt x="268" y="695"/>
                    <a:pt x="268" y="695"/>
                  </a:cubicBezTo>
                  <a:cubicBezTo>
                    <a:pt x="163" y="440"/>
                    <a:pt x="163" y="440"/>
                    <a:pt x="163" y="440"/>
                  </a:cubicBezTo>
                  <a:cubicBezTo>
                    <a:pt x="162" y="436"/>
                    <a:pt x="158" y="431"/>
                    <a:pt x="152" y="431"/>
                  </a:cubicBezTo>
                  <a:cubicBezTo>
                    <a:pt x="147" y="430"/>
                    <a:pt x="141" y="433"/>
                    <a:pt x="139" y="437"/>
                  </a:cubicBezTo>
                  <a:cubicBezTo>
                    <a:pt x="30" y="577"/>
                    <a:pt x="30" y="577"/>
                    <a:pt x="30" y="577"/>
                  </a:cubicBezTo>
                  <a:cubicBezTo>
                    <a:pt x="38" y="51"/>
                    <a:pt x="38" y="51"/>
                    <a:pt x="38" y="51"/>
                  </a:cubicBezTo>
                  <a:cubicBezTo>
                    <a:pt x="412" y="422"/>
                    <a:pt x="412" y="422"/>
                    <a:pt x="412" y="422"/>
                  </a:cubicBezTo>
                  <a:cubicBezTo>
                    <a:pt x="235" y="397"/>
                    <a:pt x="235" y="397"/>
                    <a:pt x="235" y="397"/>
                  </a:cubicBezTo>
                  <a:cubicBezTo>
                    <a:pt x="230" y="396"/>
                    <a:pt x="225" y="399"/>
                    <a:pt x="222" y="403"/>
                  </a:cubicBezTo>
                  <a:cubicBezTo>
                    <a:pt x="218" y="407"/>
                    <a:pt x="218" y="412"/>
                    <a:pt x="220" y="4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5A8141DE-40E4-B6EA-1039-C1DAA67A91A0}"/>
              </a:ext>
            </a:extLst>
          </p:cNvPr>
          <p:cNvGrpSpPr/>
          <p:nvPr/>
        </p:nvGrpSpPr>
        <p:grpSpPr>
          <a:xfrm>
            <a:off x="5237286" y="2830240"/>
            <a:ext cx="328613" cy="328612"/>
            <a:chOff x="4095750" y="3106738"/>
            <a:chExt cx="328613" cy="328612"/>
          </a:xfrm>
          <a:solidFill>
            <a:schemeClr val="accent4"/>
          </a:solidFill>
        </p:grpSpPr>
        <p:sp>
          <p:nvSpPr>
            <p:cNvPr id="518" name="Freeform 428">
              <a:extLst>
                <a:ext uri="{FF2B5EF4-FFF2-40B4-BE49-F238E27FC236}">
                  <a16:creationId xmlns:a16="http://schemas.microsoft.com/office/drawing/2014/main" id="{017C61D1-0E9D-5DDC-17CD-966516AFD5E4}"/>
                </a:ext>
              </a:extLst>
            </p:cNvPr>
            <p:cNvSpPr>
              <a:spLocks noChangeArrowheads="1"/>
            </p:cNvSpPr>
            <p:nvPr/>
          </p:nvSpPr>
          <p:spPr bwMode="auto">
            <a:xfrm>
              <a:off x="4225925" y="3236913"/>
              <a:ext cx="68263" cy="68262"/>
            </a:xfrm>
            <a:custGeom>
              <a:avLst/>
              <a:gdLst>
                <a:gd name="T0" fmla="*/ 95 w 191"/>
                <a:gd name="T1" fmla="*/ 0 h 189"/>
                <a:gd name="T2" fmla="*/ 95 w 191"/>
                <a:gd name="T3" fmla="*/ 0 h 189"/>
                <a:gd name="T4" fmla="*/ 0 w 191"/>
                <a:gd name="T5" fmla="*/ 95 h 189"/>
                <a:gd name="T6" fmla="*/ 95 w 191"/>
                <a:gd name="T7" fmla="*/ 188 h 189"/>
                <a:gd name="T8" fmla="*/ 190 w 191"/>
                <a:gd name="T9" fmla="*/ 95 h 189"/>
                <a:gd name="T10" fmla="*/ 95 w 191"/>
                <a:gd name="T11" fmla="*/ 0 h 189"/>
                <a:gd name="T12" fmla="*/ 142 w 191"/>
                <a:gd name="T13" fmla="*/ 140 h 189"/>
                <a:gd name="T14" fmla="*/ 142 w 191"/>
                <a:gd name="T15" fmla="*/ 140 h 189"/>
                <a:gd name="T16" fmla="*/ 95 w 191"/>
                <a:gd name="T17" fmla="*/ 159 h 189"/>
                <a:gd name="T18" fmla="*/ 50 w 191"/>
                <a:gd name="T19" fmla="*/ 140 h 189"/>
                <a:gd name="T20" fmla="*/ 31 w 191"/>
                <a:gd name="T21" fmla="*/ 95 h 189"/>
                <a:gd name="T22" fmla="*/ 50 w 191"/>
                <a:gd name="T23" fmla="*/ 48 h 189"/>
                <a:gd name="T24" fmla="*/ 95 w 191"/>
                <a:gd name="T25" fmla="*/ 29 h 189"/>
                <a:gd name="T26" fmla="*/ 142 w 191"/>
                <a:gd name="T27" fmla="*/ 48 h 189"/>
                <a:gd name="T28" fmla="*/ 161 w 191"/>
                <a:gd name="T29" fmla="*/ 95 h 189"/>
                <a:gd name="T30" fmla="*/ 142 w 191"/>
                <a:gd name="T31" fmla="*/ 140 h 1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91" h="189">
                  <a:moveTo>
                    <a:pt x="95" y="0"/>
                  </a:moveTo>
                  <a:lnTo>
                    <a:pt x="95" y="0"/>
                  </a:lnTo>
                  <a:cubicBezTo>
                    <a:pt x="43" y="0"/>
                    <a:pt x="0" y="41"/>
                    <a:pt x="0" y="95"/>
                  </a:cubicBezTo>
                  <a:cubicBezTo>
                    <a:pt x="0" y="147"/>
                    <a:pt x="43" y="188"/>
                    <a:pt x="95" y="188"/>
                  </a:cubicBezTo>
                  <a:cubicBezTo>
                    <a:pt x="147" y="188"/>
                    <a:pt x="190" y="147"/>
                    <a:pt x="190" y="95"/>
                  </a:cubicBezTo>
                  <a:cubicBezTo>
                    <a:pt x="190" y="41"/>
                    <a:pt x="147" y="0"/>
                    <a:pt x="95" y="0"/>
                  </a:cubicBezTo>
                  <a:close/>
                  <a:moveTo>
                    <a:pt x="142" y="140"/>
                  </a:moveTo>
                  <a:lnTo>
                    <a:pt x="142" y="140"/>
                  </a:lnTo>
                  <a:cubicBezTo>
                    <a:pt x="129" y="152"/>
                    <a:pt x="113" y="159"/>
                    <a:pt x="95" y="159"/>
                  </a:cubicBezTo>
                  <a:cubicBezTo>
                    <a:pt x="77" y="159"/>
                    <a:pt x="61" y="152"/>
                    <a:pt x="50" y="140"/>
                  </a:cubicBezTo>
                  <a:cubicBezTo>
                    <a:pt x="37" y="129"/>
                    <a:pt x="31" y="113"/>
                    <a:pt x="31" y="95"/>
                  </a:cubicBezTo>
                  <a:cubicBezTo>
                    <a:pt x="31" y="76"/>
                    <a:pt x="37" y="60"/>
                    <a:pt x="50" y="48"/>
                  </a:cubicBezTo>
                  <a:cubicBezTo>
                    <a:pt x="61" y="36"/>
                    <a:pt x="77" y="29"/>
                    <a:pt x="95" y="29"/>
                  </a:cubicBezTo>
                  <a:cubicBezTo>
                    <a:pt x="113" y="29"/>
                    <a:pt x="129" y="36"/>
                    <a:pt x="142" y="48"/>
                  </a:cubicBezTo>
                  <a:cubicBezTo>
                    <a:pt x="154" y="60"/>
                    <a:pt x="161" y="76"/>
                    <a:pt x="161" y="95"/>
                  </a:cubicBezTo>
                  <a:cubicBezTo>
                    <a:pt x="161" y="113"/>
                    <a:pt x="154" y="129"/>
                    <a:pt x="142" y="1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9">
              <a:extLst>
                <a:ext uri="{FF2B5EF4-FFF2-40B4-BE49-F238E27FC236}">
                  <a16:creationId xmlns:a16="http://schemas.microsoft.com/office/drawing/2014/main" id="{5BCCA756-3C65-6AAF-15B1-929D004717B6}"/>
                </a:ext>
              </a:extLst>
            </p:cNvPr>
            <p:cNvSpPr>
              <a:spLocks noChangeArrowheads="1"/>
            </p:cNvSpPr>
            <p:nvPr/>
          </p:nvSpPr>
          <p:spPr bwMode="auto">
            <a:xfrm>
              <a:off x="4095750" y="3106738"/>
              <a:ext cx="328613" cy="328612"/>
            </a:xfrm>
            <a:custGeom>
              <a:avLst/>
              <a:gdLst>
                <a:gd name="T0" fmla="*/ 897 w 913"/>
                <a:gd name="T1" fmla="*/ 441 h 911"/>
                <a:gd name="T2" fmla="*/ 897 w 913"/>
                <a:gd name="T3" fmla="*/ 441 h 911"/>
                <a:gd name="T4" fmla="*/ 777 w 913"/>
                <a:gd name="T5" fmla="*/ 441 h 911"/>
                <a:gd name="T6" fmla="*/ 471 w 913"/>
                <a:gd name="T7" fmla="*/ 135 h 911"/>
                <a:gd name="T8" fmla="*/ 471 w 913"/>
                <a:gd name="T9" fmla="*/ 14 h 911"/>
                <a:gd name="T10" fmla="*/ 456 w 913"/>
                <a:gd name="T11" fmla="*/ 0 h 911"/>
                <a:gd name="T12" fmla="*/ 442 w 913"/>
                <a:gd name="T13" fmla="*/ 14 h 911"/>
                <a:gd name="T14" fmla="*/ 442 w 913"/>
                <a:gd name="T15" fmla="*/ 135 h 911"/>
                <a:gd name="T16" fmla="*/ 136 w 913"/>
                <a:gd name="T17" fmla="*/ 441 h 911"/>
                <a:gd name="T18" fmla="*/ 15 w 913"/>
                <a:gd name="T19" fmla="*/ 441 h 911"/>
                <a:gd name="T20" fmla="*/ 0 w 913"/>
                <a:gd name="T21" fmla="*/ 456 h 911"/>
                <a:gd name="T22" fmla="*/ 15 w 913"/>
                <a:gd name="T23" fmla="*/ 470 h 911"/>
                <a:gd name="T24" fmla="*/ 136 w 913"/>
                <a:gd name="T25" fmla="*/ 470 h 911"/>
                <a:gd name="T26" fmla="*/ 442 w 913"/>
                <a:gd name="T27" fmla="*/ 776 h 911"/>
                <a:gd name="T28" fmla="*/ 442 w 913"/>
                <a:gd name="T29" fmla="*/ 896 h 911"/>
                <a:gd name="T30" fmla="*/ 456 w 913"/>
                <a:gd name="T31" fmla="*/ 910 h 911"/>
                <a:gd name="T32" fmla="*/ 471 w 913"/>
                <a:gd name="T33" fmla="*/ 896 h 911"/>
                <a:gd name="T34" fmla="*/ 471 w 913"/>
                <a:gd name="T35" fmla="*/ 776 h 911"/>
                <a:gd name="T36" fmla="*/ 777 w 913"/>
                <a:gd name="T37" fmla="*/ 470 h 911"/>
                <a:gd name="T38" fmla="*/ 897 w 913"/>
                <a:gd name="T39" fmla="*/ 470 h 911"/>
                <a:gd name="T40" fmla="*/ 912 w 913"/>
                <a:gd name="T41" fmla="*/ 456 h 911"/>
                <a:gd name="T42" fmla="*/ 897 w 913"/>
                <a:gd name="T43" fmla="*/ 441 h 911"/>
                <a:gd name="T44" fmla="*/ 663 w 913"/>
                <a:gd name="T45" fmla="*/ 249 h 911"/>
                <a:gd name="T46" fmla="*/ 663 w 913"/>
                <a:gd name="T47" fmla="*/ 249 h 911"/>
                <a:gd name="T48" fmla="*/ 747 w 913"/>
                <a:gd name="T49" fmla="*/ 441 h 911"/>
                <a:gd name="T50" fmla="*/ 663 w 913"/>
                <a:gd name="T51" fmla="*/ 441 h 911"/>
                <a:gd name="T52" fmla="*/ 471 w 913"/>
                <a:gd name="T53" fmla="*/ 249 h 911"/>
                <a:gd name="T54" fmla="*/ 471 w 913"/>
                <a:gd name="T55" fmla="*/ 163 h 911"/>
                <a:gd name="T56" fmla="*/ 663 w 913"/>
                <a:gd name="T57" fmla="*/ 249 h 911"/>
                <a:gd name="T58" fmla="*/ 456 w 913"/>
                <a:gd name="T59" fmla="*/ 634 h 911"/>
                <a:gd name="T60" fmla="*/ 456 w 913"/>
                <a:gd name="T61" fmla="*/ 634 h 911"/>
                <a:gd name="T62" fmla="*/ 330 w 913"/>
                <a:gd name="T63" fmla="*/ 582 h 911"/>
                <a:gd name="T64" fmla="*/ 278 w 913"/>
                <a:gd name="T65" fmla="*/ 456 h 911"/>
                <a:gd name="T66" fmla="*/ 330 w 913"/>
                <a:gd name="T67" fmla="*/ 330 h 911"/>
                <a:gd name="T68" fmla="*/ 456 w 913"/>
                <a:gd name="T69" fmla="*/ 276 h 911"/>
                <a:gd name="T70" fmla="*/ 582 w 913"/>
                <a:gd name="T71" fmla="*/ 330 h 911"/>
                <a:gd name="T72" fmla="*/ 634 w 913"/>
                <a:gd name="T73" fmla="*/ 456 h 911"/>
                <a:gd name="T74" fmla="*/ 582 w 913"/>
                <a:gd name="T75" fmla="*/ 582 h 911"/>
                <a:gd name="T76" fmla="*/ 456 w 913"/>
                <a:gd name="T77" fmla="*/ 634 h 911"/>
                <a:gd name="T78" fmla="*/ 250 w 913"/>
                <a:gd name="T79" fmla="*/ 249 h 911"/>
                <a:gd name="T80" fmla="*/ 250 w 913"/>
                <a:gd name="T81" fmla="*/ 249 h 911"/>
                <a:gd name="T82" fmla="*/ 442 w 913"/>
                <a:gd name="T83" fmla="*/ 163 h 911"/>
                <a:gd name="T84" fmla="*/ 442 w 913"/>
                <a:gd name="T85" fmla="*/ 249 h 911"/>
                <a:gd name="T86" fmla="*/ 249 w 913"/>
                <a:gd name="T87" fmla="*/ 441 h 911"/>
                <a:gd name="T88" fmla="*/ 165 w 913"/>
                <a:gd name="T89" fmla="*/ 441 h 911"/>
                <a:gd name="T90" fmla="*/ 250 w 913"/>
                <a:gd name="T91" fmla="*/ 249 h 911"/>
                <a:gd name="T92" fmla="*/ 250 w 913"/>
                <a:gd name="T93" fmla="*/ 662 h 911"/>
                <a:gd name="T94" fmla="*/ 250 w 913"/>
                <a:gd name="T95" fmla="*/ 662 h 911"/>
                <a:gd name="T96" fmla="*/ 165 w 913"/>
                <a:gd name="T97" fmla="*/ 470 h 911"/>
                <a:gd name="T98" fmla="*/ 249 w 913"/>
                <a:gd name="T99" fmla="*/ 470 h 911"/>
                <a:gd name="T100" fmla="*/ 442 w 913"/>
                <a:gd name="T101" fmla="*/ 662 h 911"/>
                <a:gd name="T102" fmla="*/ 442 w 913"/>
                <a:gd name="T103" fmla="*/ 747 h 911"/>
                <a:gd name="T104" fmla="*/ 250 w 913"/>
                <a:gd name="T105" fmla="*/ 662 h 911"/>
                <a:gd name="T106" fmla="*/ 663 w 913"/>
                <a:gd name="T107" fmla="*/ 662 h 911"/>
                <a:gd name="T108" fmla="*/ 663 w 913"/>
                <a:gd name="T109" fmla="*/ 662 h 911"/>
                <a:gd name="T110" fmla="*/ 471 w 913"/>
                <a:gd name="T111" fmla="*/ 747 h 911"/>
                <a:gd name="T112" fmla="*/ 471 w 913"/>
                <a:gd name="T113" fmla="*/ 662 h 911"/>
                <a:gd name="T114" fmla="*/ 663 w 913"/>
                <a:gd name="T115" fmla="*/ 470 h 911"/>
                <a:gd name="T116" fmla="*/ 747 w 913"/>
                <a:gd name="T117" fmla="*/ 470 h 911"/>
                <a:gd name="T118" fmla="*/ 663 w 913"/>
                <a:gd name="T119" fmla="*/ 662 h 9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913" h="911">
                  <a:moveTo>
                    <a:pt x="897" y="441"/>
                  </a:moveTo>
                  <a:lnTo>
                    <a:pt x="897" y="441"/>
                  </a:lnTo>
                  <a:cubicBezTo>
                    <a:pt x="777" y="441"/>
                    <a:pt x="777" y="441"/>
                    <a:pt x="777" y="441"/>
                  </a:cubicBezTo>
                  <a:cubicBezTo>
                    <a:pt x="769" y="275"/>
                    <a:pt x="637" y="141"/>
                    <a:pt x="471" y="135"/>
                  </a:cubicBezTo>
                  <a:cubicBezTo>
                    <a:pt x="471" y="14"/>
                    <a:pt x="471" y="14"/>
                    <a:pt x="471" y="14"/>
                  </a:cubicBezTo>
                  <a:cubicBezTo>
                    <a:pt x="471" y="6"/>
                    <a:pt x="464" y="0"/>
                    <a:pt x="456" y="0"/>
                  </a:cubicBezTo>
                  <a:cubicBezTo>
                    <a:pt x="448" y="0"/>
                    <a:pt x="442" y="6"/>
                    <a:pt x="442" y="14"/>
                  </a:cubicBezTo>
                  <a:cubicBezTo>
                    <a:pt x="442" y="135"/>
                    <a:pt x="442" y="135"/>
                    <a:pt x="442" y="135"/>
                  </a:cubicBezTo>
                  <a:cubicBezTo>
                    <a:pt x="276" y="141"/>
                    <a:pt x="143" y="275"/>
                    <a:pt x="136" y="441"/>
                  </a:cubicBezTo>
                  <a:cubicBezTo>
                    <a:pt x="15" y="441"/>
                    <a:pt x="15" y="441"/>
                    <a:pt x="15" y="441"/>
                  </a:cubicBezTo>
                  <a:cubicBezTo>
                    <a:pt x="7" y="441"/>
                    <a:pt x="0" y="448"/>
                    <a:pt x="0" y="456"/>
                  </a:cubicBezTo>
                  <a:cubicBezTo>
                    <a:pt x="0" y="463"/>
                    <a:pt x="7" y="470"/>
                    <a:pt x="15" y="470"/>
                  </a:cubicBezTo>
                  <a:cubicBezTo>
                    <a:pt x="136" y="470"/>
                    <a:pt x="136" y="470"/>
                    <a:pt x="136" y="470"/>
                  </a:cubicBezTo>
                  <a:cubicBezTo>
                    <a:pt x="143" y="636"/>
                    <a:pt x="276" y="769"/>
                    <a:pt x="442" y="776"/>
                  </a:cubicBezTo>
                  <a:cubicBezTo>
                    <a:pt x="442" y="896"/>
                    <a:pt x="442" y="896"/>
                    <a:pt x="442" y="896"/>
                  </a:cubicBezTo>
                  <a:cubicBezTo>
                    <a:pt x="442" y="905"/>
                    <a:pt x="448" y="910"/>
                    <a:pt x="456" y="910"/>
                  </a:cubicBezTo>
                  <a:cubicBezTo>
                    <a:pt x="464" y="910"/>
                    <a:pt x="471" y="905"/>
                    <a:pt x="471" y="896"/>
                  </a:cubicBezTo>
                  <a:cubicBezTo>
                    <a:pt x="471" y="776"/>
                    <a:pt x="471" y="776"/>
                    <a:pt x="471" y="776"/>
                  </a:cubicBezTo>
                  <a:cubicBezTo>
                    <a:pt x="637" y="769"/>
                    <a:pt x="769" y="636"/>
                    <a:pt x="777" y="470"/>
                  </a:cubicBezTo>
                  <a:cubicBezTo>
                    <a:pt x="897" y="470"/>
                    <a:pt x="897" y="470"/>
                    <a:pt x="897" y="470"/>
                  </a:cubicBezTo>
                  <a:cubicBezTo>
                    <a:pt x="905" y="470"/>
                    <a:pt x="912" y="463"/>
                    <a:pt x="912" y="456"/>
                  </a:cubicBezTo>
                  <a:cubicBezTo>
                    <a:pt x="912" y="448"/>
                    <a:pt x="905" y="441"/>
                    <a:pt x="897" y="441"/>
                  </a:cubicBezTo>
                  <a:close/>
                  <a:moveTo>
                    <a:pt x="663" y="249"/>
                  </a:moveTo>
                  <a:lnTo>
                    <a:pt x="663" y="249"/>
                  </a:lnTo>
                  <a:cubicBezTo>
                    <a:pt x="713" y="298"/>
                    <a:pt x="744" y="365"/>
                    <a:pt x="747" y="441"/>
                  </a:cubicBezTo>
                  <a:cubicBezTo>
                    <a:pt x="663" y="441"/>
                    <a:pt x="663" y="441"/>
                    <a:pt x="663" y="441"/>
                  </a:cubicBezTo>
                  <a:cubicBezTo>
                    <a:pt x="656" y="338"/>
                    <a:pt x="574" y="255"/>
                    <a:pt x="471" y="249"/>
                  </a:cubicBezTo>
                  <a:cubicBezTo>
                    <a:pt x="471" y="163"/>
                    <a:pt x="471" y="163"/>
                    <a:pt x="471" y="163"/>
                  </a:cubicBezTo>
                  <a:cubicBezTo>
                    <a:pt x="545" y="168"/>
                    <a:pt x="613" y="199"/>
                    <a:pt x="663" y="249"/>
                  </a:cubicBezTo>
                  <a:close/>
                  <a:moveTo>
                    <a:pt x="456" y="634"/>
                  </a:moveTo>
                  <a:lnTo>
                    <a:pt x="456" y="634"/>
                  </a:lnTo>
                  <a:cubicBezTo>
                    <a:pt x="407" y="634"/>
                    <a:pt x="363" y="614"/>
                    <a:pt x="330" y="582"/>
                  </a:cubicBezTo>
                  <a:cubicBezTo>
                    <a:pt x="298" y="549"/>
                    <a:pt x="278" y="505"/>
                    <a:pt x="278" y="456"/>
                  </a:cubicBezTo>
                  <a:cubicBezTo>
                    <a:pt x="278" y="406"/>
                    <a:pt x="298" y="361"/>
                    <a:pt x="330" y="330"/>
                  </a:cubicBezTo>
                  <a:cubicBezTo>
                    <a:pt x="363" y="297"/>
                    <a:pt x="407" y="276"/>
                    <a:pt x="456" y="276"/>
                  </a:cubicBezTo>
                  <a:cubicBezTo>
                    <a:pt x="505" y="276"/>
                    <a:pt x="551" y="297"/>
                    <a:pt x="582" y="330"/>
                  </a:cubicBezTo>
                  <a:cubicBezTo>
                    <a:pt x="615" y="361"/>
                    <a:pt x="634" y="406"/>
                    <a:pt x="634" y="456"/>
                  </a:cubicBezTo>
                  <a:cubicBezTo>
                    <a:pt x="634" y="505"/>
                    <a:pt x="615" y="549"/>
                    <a:pt x="582" y="582"/>
                  </a:cubicBezTo>
                  <a:cubicBezTo>
                    <a:pt x="551" y="614"/>
                    <a:pt x="505" y="634"/>
                    <a:pt x="456" y="634"/>
                  </a:cubicBezTo>
                  <a:close/>
                  <a:moveTo>
                    <a:pt x="250" y="249"/>
                  </a:moveTo>
                  <a:lnTo>
                    <a:pt x="250" y="249"/>
                  </a:lnTo>
                  <a:cubicBezTo>
                    <a:pt x="300" y="199"/>
                    <a:pt x="367" y="168"/>
                    <a:pt x="442" y="163"/>
                  </a:cubicBezTo>
                  <a:cubicBezTo>
                    <a:pt x="442" y="249"/>
                    <a:pt x="442" y="249"/>
                    <a:pt x="442" y="249"/>
                  </a:cubicBezTo>
                  <a:cubicBezTo>
                    <a:pt x="338" y="255"/>
                    <a:pt x="257" y="338"/>
                    <a:pt x="249" y="441"/>
                  </a:cubicBezTo>
                  <a:cubicBezTo>
                    <a:pt x="165" y="441"/>
                    <a:pt x="165" y="441"/>
                    <a:pt x="165" y="441"/>
                  </a:cubicBezTo>
                  <a:cubicBezTo>
                    <a:pt x="169" y="365"/>
                    <a:pt x="201" y="298"/>
                    <a:pt x="250" y="249"/>
                  </a:cubicBezTo>
                  <a:close/>
                  <a:moveTo>
                    <a:pt x="250" y="662"/>
                  </a:moveTo>
                  <a:lnTo>
                    <a:pt x="250" y="662"/>
                  </a:lnTo>
                  <a:cubicBezTo>
                    <a:pt x="201" y="612"/>
                    <a:pt x="169" y="545"/>
                    <a:pt x="165" y="470"/>
                  </a:cubicBezTo>
                  <a:cubicBezTo>
                    <a:pt x="249" y="470"/>
                    <a:pt x="249" y="470"/>
                    <a:pt x="249" y="470"/>
                  </a:cubicBezTo>
                  <a:cubicBezTo>
                    <a:pt x="257" y="572"/>
                    <a:pt x="338" y="655"/>
                    <a:pt x="442" y="662"/>
                  </a:cubicBezTo>
                  <a:cubicBezTo>
                    <a:pt x="442" y="747"/>
                    <a:pt x="442" y="747"/>
                    <a:pt x="442" y="747"/>
                  </a:cubicBezTo>
                  <a:cubicBezTo>
                    <a:pt x="367" y="743"/>
                    <a:pt x="300" y="711"/>
                    <a:pt x="250" y="662"/>
                  </a:cubicBezTo>
                  <a:close/>
                  <a:moveTo>
                    <a:pt x="663" y="662"/>
                  </a:moveTo>
                  <a:lnTo>
                    <a:pt x="663" y="662"/>
                  </a:lnTo>
                  <a:cubicBezTo>
                    <a:pt x="613" y="711"/>
                    <a:pt x="545" y="743"/>
                    <a:pt x="471" y="747"/>
                  </a:cubicBezTo>
                  <a:cubicBezTo>
                    <a:pt x="471" y="662"/>
                    <a:pt x="471" y="662"/>
                    <a:pt x="471" y="662"/>
                  </a:cubicBezTo>
                  <a:cubicBezTo>
                    <a:pt x="574" y="655"/>
                    <a:pt x="656" y="572"/>
                    <a:pt x="663" y="470"/>
                  </a:cubicBezTo>
                  <a:cubicBezTo>
                    <a:pt x="747" y="470"/>
                    <a:pt x="747" y="470"/>
                    <a:pt x="747" y="470"/>
                  </a:cubicBezTo>
                  <a:cubicBezTo>
                    <a:pt x="744" y="545"/>
                    <a:pt x="713" y="612"/>
                    <a:pt x="663" y="6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0" name="Group 523">
            <a:extLst>
              <a:ext uri="{FF2B5EF4-FFF2-40B4-BE49-F238E27FC236}">
                <a16:creationId xmlns:a16="http://schemas.microsoft.com/office/drawing/2014/main" id="{3AD145A3-0264-F2FD-B6BE-FF4345AEFD3D}"/>
              </a:ext>
            </a:extLst>
          </p:cNvPr>
          <p:cNvGrpSpPr/>
          <p:nvPr/>
        </p:nvGrpSpPr>
        <p:grpSpPr>
          <a:xfrm>
            <a:off x="4772149" y="2868340"/>
            <a:ext cx="250825" cy="252412"/>
            <a:chOff x="3630613" y="3144838"/>
            <a:chExt cx="250825" cy="252412"/>
          </a:xfrm>
          <a:solidFill>
            <a:schemeClr val="accent4"/>
          </a:solidFill>
        </p:grpSpPr>
        <p:sp>
          <p:nvSpPr>
            <p:cNvPr id="521" name="Freeform 430">
              <a:extLst>
                <a:ext uri="{FF2B5EF4-FFF2-40B4-BE49-F238E27FC236}">
                  <a16:creationId xmlns:a16="http://schemas.microsoft.com/office/drawing/2014/main" id="{FE1EABF6-CFD0-DFAA-B8BE-F119B2934D74}"/>
                </a:ext>
              </a:extLst>
            </p:cNvPr>
            <p:cNvSpPr>
              <a:spLocks noChangeArrowheads="1"/>
            </p:cNvSpPr>
            <p:nvPr/>
          </p:nvSpPr>
          <p:spPr bwMode="auto">
            <a:xfrm>
              <a:off x="3630613" y="3144838"/>
              <a:ext cx="250825" cy="252412"/>
            </a:xfrm>
            <a:custGeom>
              <a:avLst/>
              <a:gdLst>
                <a:gd name="T0" fmla="*/ 346 w 697"/>
                <a:gd name="T1" fmla="*/ 702 h 703"/>
                <a:gd name="T2" fmla="*/ 346 w 697"/>
                <a:gd name="T3" fmla="*/ 702 h 703"/>
                <a:gd name="T4" fmla="*/ 346 w 697"/>
                <a:gd name="T5" fmla="*/ 686 h 703"/>
                <a:gd name="T6" fmla="*/ 346 w 697"/>
                <a:gd name="T7" fmla="*/ 702 h 703"/>
                <a:gd name="T8" fmla="*/ 347 w 697"/>
                <a:gd name="T9" fmla="*/ 702 h 703"/>
                <a:gd name="T10" fmla="*/ 696 w 697"/>
                <a:gd name="T11" fmla="*/ 353 h 703"/>
                <a:gd name="T12" fmla="*/ 696 w 697"/>
                <a:gd name="T13" fmla="*/ 353 h 703"/>
                <a:gd name="T14" fmla="*/ 696 w 697"/>
                <a:gd name="T15" fmla="*/ 350 h 703"/>
                <a:gd name="T16" fmla="*/ 349 w 697"/>
                <a:gd name="T17" fmla="*/ 0 h 703"/>
                <a:gd name="T18" fmla="*/ 347 w 697"/>
                <a:gd name="T19" fmla="*/ 0 h 703"/>
                <a:gd name="T20" fmla="*/ 0 w 697"/>
                <a:gd name="T21" fmla="*/ 349 h 703"/>
                <a:gd name="T22" fmla="*/ 0 w 697"/>
                <a:gd name="T23" fmla="*/ 349 h 703"/>
                <a:gd name="T24" fmla="*/ 0 w 697"/>
                <a:gd name="T25" fmla="*/ 352 h 703"/>
                <a:gd name="T26" fmla="*/ 346 w 697"/>
                <a:gd name="T27" fmla="*/ 702 h 703"/>
                <a:gd name="T28" fmla="*/ 29 w 697"/>
                <a:gd name="T29" fmla="*/ 349 h 703"/>
                <a:gd name="T30" fmla="*/ 29 w 697"/>
                <a:gd name="T31" fmla="*/ 349 h 703"/>
                <a:gd name="T32" fmla="*/ 29 w 697"/>
                <a:gd name="T33" fmla="*/ 349 h 703"/>
                <a:gd name="T34" fmla="*/ 347 w 697"/>
                <a:gd name="T35" fmla="*/ 29 h 703"/>
                <a:gd name="T36" fmla="*/ 349 w 697"/>
                <a:gd name="T37" fmla="*/ 29 h 703"/>
                <a:gd name="T38" fmla="*/ 666 w 697"/>
                <a:gd name="T39" fmla="*/ 350 h 703"/>
                <a:gd name="T40" fmla="*/ 666 w 697"/>
                <a:gd name="T41" fmla="*/ 353 h 703"/>
                <a:gd name="T42" fmla="*/ 666 w 697"/>
                <a:gd name="T43" fmla="*/ 353 h 703"/>
                <a:gd name="T44" fmla="*/ 347 w 697"/>
                <a:gd name="T45" fmla="*/ 673 h 703"/>
                <a:gd name="T46" fmla="*/ 346 w 697"/>
                <a:gd name="T47" fmla="*/ 673 h 703"/>
                <a:gd name="T48" fmla="*/ 346 w 697"/>
                <a:gd name="T49" fmla="*/ 673 h 703"/>
                <a:gd name="T50" fmla="*/ 29 w 697"/>
                <a:gd name="T51" fmla="*/ 352 h 703"/>
                <a:gd name="T52" fmla="*/ 29 w 697"/>
                <a:gd name="T53" fmla="*/ 349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97" h="703">
                  <a:moveTo>
                    <a:pt x="346" y="702"/>
                  </a:moveTo>
                  <a:lnTo>
                    <a:pt x="346" y="702"/>
                  </a:lnTo>
                  <a:cubicBezTo>
                    <a:pt x="346" y="686"/>
                    <a:pt x="346" y="686"/>
                    <a:pt x="346" y="686"/>
                  </a:cubicBezTo>
                  <a:cubicBezTo>
                    <a:pt x="346" y="702"/>
                    <a:pt x="346" y="702"/>
                    <a:pt x="346" y="702"/>
                  </a:cubicBezTo>
                  <a:cubicBezTo>
                    <a:pt x="347" y="702"/>
                    <a:pt x="347" y="702"/>
                    <a:pt x="347" y="702"/>
                  </a:cubicBezTo>
                  <a:cubicBezTo>
                    <a:pt x="539" y="702"/>
                    <a:pt x="694" y="545"/>
                    <a:pt x="696" y="353"/>
                  </a:cubicBezTo>
                  <a:lnTo>
                    <a:pt x="696" y="353"/>
                  </a:lnTo>
                  <a:cubicBezTo>
                    <a:pt x="696" y="350"/>
                    <a:pt x="696" y="350"/>
                    <a:pt x="696" y="350"/>
                  </a:cubicBezTo>
                  <a:cubicBezTo>
                    <a:pt x="696" y="158"/>
                    <a:pt x="541" y="2"/>
                    <a:pt x="349" y="0"/>
                  </a:cubicBezTo>
                  <a:cubicBezTo>
                    <a:pt x="347" y="0"/>
                    <a:pt x="347" y="0"/>
                    <a:pt x="347" y="0"/>
                  </a:cubicBezTo>
                  <a:cubicBezTo>
                    <a:pt x="156" y="0"/>
                    <a:pt x="0" y="157"/>
                    <a:pt x="0" y="349"/>
                  </a:cubicBezTo>
                  <a:lnTo>
                    <a:pt x="0" y="349"/>
                  </a:lnTo>
                  <a:cubicBezTo>
                    <a:pt x="0" y="352"/>
                    <a:pt x="0" y="352"/>
                    <a:pt x="0" y="352"/>
                  </a:cubicBezTo>
                  <a:cubicBezTo>
                    <a:pt x="0" y="544"/>
                    <a:pt x="154" y="700"/>
                    <a:pt x="346" y="702"/>
                  </a:cubicBezTo>
                  <a:close/>
                  <a:moveTo>
                    <a:pt x="29" y="349"/>
                  </a:moveTo>
                  <a:lnTo>
                    <a:pt x="29" y="349"/>
                  </a:lnTo>
                  <a:lnTo>
                    <a:pt x="29" y="349"/>
                  </a:lnTo>
                  <a:cubicBezTo>
                    <a:pt x="30" y="172"/>
                    <a:pt x="173" y="29"/>
                    <a:pt x="347" y="29"/>
                  </a:cubicBezTo>
                  <a:cubicBezTo>
                    <a:pt x="349" y="29"/>
                    <a:pt x="349" y="29"/>
                    <a:pt x="349" y="29"/>
                  </a:cubicBezTo>
                  <a:cubicBezTo>
                    <a:pt x="524" y="30"/>
                    <a:pt x="666" y="174"/>
                    <a:pt x="666" y="350"/>
                  </a:cubicBezTo>
                  <a:cubicBezTo>
                    <a:pt x="666" y="353"/>
                    <a:pt x="666" y="353"/>
                    <a:pt x="666" y="353"/>
                  </a:cubicBezTo>
                  <a:lnTo>
                    <a:pt x="666" y="353"/>
                  </a:lnTo>
                  <a:cubicBezTo>
                    <a:pt x="666" y="530"/>
                    <a:pt x="523" y="673"/>
                    <a:pt x="347" y="673"/>
                  </a:cubicBezTo>
                  <a:cubicBezTo>
                    <a:pt x="346" y="673"/>
                    <a:pt x="346" y="673"/>
                    <a:pt x="346" y="673"/>
                  </a:cubicBezTo>
                  <a:lnTo>
                    <a:pt x="346" y="673"/>
                  </a:lnTo>
                  <a:cubicBezTo>
                    <a:pt x="170" y="671"/>
                    <a:pt x="29" y="527"/>
                    <a:pt x="29" y="352"/>
                  </a:cubicBezTo>
                  <a:lnTo>
                    <a:pt x="29" y="3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31">
              <a:extLst>
                <a:ext uri="{FF2B5EF4-FFF2-40B4-BE49-F238E27FC236}">
                  <a16:creationId xmlns:a16="http://schemas.microsoft.com/office/drawing/2014/main" id="{2CC48750-DDEC-7073-0EC3-0D989B55ACA4}"/>
                </a:ext>
              </a:extLst>
            </p:cNvPr>
            <p:cNvSpPr>
              <a:spLocks noChangeArrowheads="1"/>
            </p:cNvSpPr>
            <p:nvPr/>
          </p:nvSpPr>
          <p:spPr bwMode="auto">
            <a:xfrm>
              <a:off x="3673475" y="3189288"/>
              <a:ext cx="165100" cy="166687"/>
            </a:xfrm>
            <a:custGeom>
              <a:avLst/>
              <a:gdLst>
                <a:gd name="T0" fmla="*/ 227 w 457"/>
                <a:gd name="T1" fmla="*/ 460 h 461"/>
                <a:gd name="T2" fmla="*/ 227 w 457"/>
                <a:gd name="T3" fmla="*/ 460 h 461"/>
                <a:gd name="T4" fmla="*/ 228 w 457"/>
                <a:gd name="T5" fmla="*/ 460 h 461"/>
                <a:gd name="T6" fmla="*/ 456 w 457"/>
                <a:gd name="T7" fmla="*/ 231 h 461"/>
                <a:gd name="T8" fmla="*/ 456 w 457"/>
                <a:gd name="T9" fmla="*/ 231 h 461"/>
                <a:gd name="T10" fmla="*/ 456 w 457"/>
                <a:gd name="T11" fmla="*/ 229 h 461"/>
                <a:gd name="T12" fmla="*/ 230 w 457"/>
                <a:gd name="T13" fmla="*/ 0 h 461"/>
                <a:gd name="T14" fmla="*/ 228 w 457"/>
                <a:gd name="T15" fmla="*/ 0 h 461"/>
                <a:gd name="T16" fmla="*/ 0 w 457"/>
                <a:gd name="T17" fmla="*/ 229 h 461"/>
                <a:gd name="T18" fmla="*/ 0 w 457"/>
                <a:gd name="T19" fmla="*/ 231 h 461"/>
                <a:gd name="T20" fmla="*/ 227 w 457"/>
                <a:gd name="T21" fmla="*/ 460 h 461"/>
                <a:gd name="T22" fmla="*/ 29 w 457"/>
                <a:gd name="T23" fmla="*/ 229 h 461"/>
                <a:gd name="T24" fmla="*/ 29 w 457"/>
                <a:gd name="T25" fmla="*/ 229 h 461"/>
                <a:gd name="T26" fmla="*/ 228 w 457"/>
                <a:gd name="T27" fmla="*/ 29 h 461"/>
                <a:gd name="T28" fmla="*/ 230 w 457"/>
                <a:gd name="T29" fmla="*/ 29 h 461"/>
                <a:gd name="T30" fmla="*/ 427 w 457"/>
                <a:gd name="T31" fmla="*/ 229 h 461"/>
                <a:gd name="T32" fmla="*/ 427 w 457"/>
                <a:gd name="T33" fmla="*/ 231 h 461"/>
                <a:gd name="T34" fmla="*/ 228 w 457"/>
                <a:gd name="T35" fmla="*/ 431 h 461"/>
                <a:gd name="T36" fmla="*/ 228 w 457"/>
                <a:gd name="T37" fmla="*/ 431 h 461"/>
                <a:gd name="T38" fmla="*/ 29 w 457"/>
                <a:gd name="T39" fmla="*/ 231 h 461"/>
                <a:gd name="T40" fmla="*/ 29 w 457"/>
                <a:gd name="T41" fmla="*/ 229 h 4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457" h="461">
                  <a:moveTo>
                    <a:pt x="227" y="460"/>
                  </a:moveTo>
                  <a:lnTo>
                    <a:pt x="227" y="460"/>
                  </a:lnTo>
                  <a:cubicBezTo>
                    <a:pt x="228" y="460"/>
                    <a:pt x="228" y="460"/>
                    <a:pt x="228" y="460"/>
                  </a:cubicBezTo>
                  <a:cubicBezTo>
                    <a:pt x="354" y="460"/>
                    <a:pt x="456" y="357"/>
                    <a:pt x="456" y="231"/>
                  </a:cubicBezTo>
                  <a:lnTo>
                    <a:pt x="456" y="231"/>
                  </a:lnTo>
                  <a:cubicBezTo>
                    <a:pt x="456" y="229"/>
                    <a:pt x="456" y="229"/>
                    <a:pt x="456" y="229"/>
                  </a:cubicBezTo>
                  <a:cubicBezTo>
                    <a:pt x="456" y="103"/>
                    <a:pt x="356" y="1"/>
                    <a:pt x="230" y="0"/>
                  </a:cubicBezTo>
                  <a:cubicBezTo>
                    <a:pt x="228" y="0"/>
                    <a:pt x="228" y="0"/>
                    <a:pt x="228" y="0"/>
                  </a:cubicBezTo>
                  <a:cubicBezTo>
                    <a:pt x="103" y="0"/>
                    <a:pt x="2" y="103"/>
                    <a:pt x="0" y="229"/>
                  </a:cubicBezTo>
                  <a:cubicBezTo>
                    <a:pt x="0" y="231"/>
                    <a:pt x="0" y="231"/>
                    <a:pt x="0" y="231"/>
                  </a:cubicBezTo>
                  <a:cubicBezTo>
                    <a:pt x="0" y="357"/>
                    <a:pt x="102" y="458"/>
                    <a:pt x="227" y="460"/>
                  </a:cubicBezTo>
                  <a:close/>
                  <a:moveTo>
                    <a:pt x="29" y="229"/>
                  </a:moveTo>
                  <a:lnTo>
                    <a:pt x="29" y="229"/>
                  </a:lnTo>
                  <a:cubicBezTo>
                    <a:pt x="30" y="118"/>
                    <a:pt x="120" y="29"/>
                    <a:pt x="228" y="29"/>
                  </a:cubicBezTo>
                  <a:cubicBezTo>
                    <a:pt x="230" y="29"/>
                    <a:pt x="230" y="29"/>
                    <a:pt x="230" y="29"/>
                  </a:cubicBezTo>
                  <a:cubicBezTo>
                    <a:pt x="339" y="30"/>
                    <a:pt x="427" y="119"/>
                    <a:pt x="427" y="229"/>
                  </a:cubicBezTo>
                  <a:cubicBezTo>
                    <a:pt x="427" y="231"/>
                    <a:pt x="427" y="231"/>
                    <a:pt x="427" y="231"/>
                  </a:cubicBezTo>
                  <a:cubicBezTo>
                    <a:pt x="427" y="342"/>
                    <a:pt x="338" y="431"/>
                    <a:pt x="228" y="431"/>
                  </a:cubicBezTo>
                  <a:lnTo>
                    <a:pt x="228" y="431"/>
                  </a:lnTo>
                  <a:cubicBezTo>
                    <a:pt x="118" y="430"/>
                    <a:pt x="29" y="340"/>
                    <a:pt x="29" y="231"/>
                  </a:cubicBezTo>
                  <a:lnTo>
                    <a:pt x="29" y="2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3" name="Freeform 432">
              <a:extLst>
                <a:ext uri="{FF2B5EF4-FFF2-40B4-BE49-F238E27FC236}">
                  <a16:creationId xmlns:a16="http://schemas.microsoft.com/office/drawing/2014/main" id="{C97EFDB9-2318-FCEB-DD10-602685BC0EEC}"/>
                </a:ext>
              </a:extLst>
            </p:cNvPr>
            <p:cNvSpPr>
              <a:spLocks noChangeArrowheads="1"/>
            </p:cNvSpPr>
            <p:nvPr/>
          </p:nvSpPr>
          <p:spPr bwMode="auto">
            <a:xfrm>
              <a:off x="3716338" y="3232150"/>
              <a:ext cx="77787" cy="79375"/>
            </a:xfrm>
            <a:custGeom>
              <a:avLst/>
              <a:gdLst>
                <a:gd name="T0" fmla="*/ 108 w 218"/>
                <a:gd name="T1" fmla="*/ 218 h 219"/>
                <a:gd name="T2" fmla="*/ 108 w 218"/>
                <a:gd name="T3" fmla="*/ 218 h 219"/>
                <a:gd name="T4" fmla="*/ 108 w 218"/>
                <a:gd name="T5" fmla="*/ 203 h 219"/>
                <a:gd name="T6" fmla="*/ 108 w 218"/>
                <a:gd name="T7" fmla="*/ 218 h 219"/>
                <a:gd name="T8" fmla="*/ 108 w 218"/>
                <a:gd name="T9" fmla="*/ 218 h 219"/>
                <a:gd name="T10" fmla="*/ 217 w 218"/>
                <a:gd name="T11" fmla="*/ 110 h 219"/>
                <a:gd name="T12" fmla="*/ 217 w 218"/>
                <a:gd name="T13" fmla="*/ 110 h 219"/>
                <a:gd name="T14" fmla="*/ 217 w 218"/>
                <a:gd name="T15" fmla="*/ 108 h 219"/>
                <a:gd name="T16" fmla="*/ 110 w 218"/>
                <a:gd name="T17" fmla="*/ 0 h 219"/>
                <a:gd name="T18" fmla="*/ 108 w 218"/>
                <a:gd name="T19" fmla="*/ 0 h 219"/>
                <a:gd name="T20" fmla="*/ 0 w 218"/>
                <a:gd name="T21" fmla="*/ 108 h 219"/>
                <a:gd name="T22" fmla="*/ 0 w 218"/>
                <a:gd name="T23" fmla="*/ 108 h 219"/>
                <a:gd name="T24" fmla="*/ 0 w 218"/>
                <a:gd name="T25" fmla="*/ 108 h 219"/>
                <a:gd name="T26" fmla="*/ 108 w 218"/>
                <a:gd name="T27" fmla="*/ 218 h 219"/>
                <a:gd name="T28" fmla="*/ 30 w 218"/>
                <a:gd name="T29" fmla="*/ 108 h 219"/>
                <a:gd name="T30" fmla="*/ 30 w 218"/>
                <a:gd name="T31" fmla="*/ 108 h 219"/>
                <a:gd name="T32" fmla="*/ 30 w 218"/>
                <a:gd name="T33" fmla="*/ 108 h 219"/>
                <a:gd name="T34" fmla="*/ 108 w 218"/>
                <a:gd name="T35" fmla="*/ 29 h 219"/>
                <a:gd name="T36" fmla="*/ 108 w 218"/>
                <a:gd name="T37" fmla="*/ 29 h 219"/>
                <a:gd name="T38" fmla="*/ 188 w 218"/>
                <a:gd name="T39" fmla="*/ 108 h 219"/>
                <a:gd name="T40" fmla="*/ 188 w 218"/>
                <a:gd name="T41" fmla="*/ 110 h 219"/>
                <a:gd name="T42" fmla="*/ 108 w 218"/>
                <a:gd name="T43" fmla="*/ 189 h 219"/>
                <a:gd name="T44" fmla="*/ 108 w 218"/>
                <a:gd name="T45" fmla="*/ 189 h 219"/>
                <a:gd name="T46" fmla="*/ 108 w 218"/>
                <a:gd name="T47" fmla="*/ 189 h 219"/>
                <a:gd name="T48" fmla="*/ 30 w 218"/>
                <a:gd name="T49" fmla="*/ 108 h 2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8" h="219">
                  <a:moveTo>
                    <a:pt x="108" y="218"/>
                  </a:moveTo>
                  <a:lnTo>
                    <a:pt x="108" y="218"/>
                  </a:lnTo>
                  <a:cubicBezTo>
                    <a:pt x="108" y="203"/>
                    <a:pt x="108" y="203"/>
                    <a:pt x="108" y="203"/>
                  </a:cubicBezTo>
                  <a:cubicBezTo>
                    <a:pt x="108" y="218"/>
                    <a:pt x="108" y="218"/>
                    <a:pt x="108" y="218"/>
                  </a:cubicBezTo>
                  <a:lnTo>
                    <a:pt x="108" y="218"/>
                  </a:lnTo>
                  <a:cubicBezTo>
                    <a:pt x="169" y="218"/>
                    <a:pt x="217" y="169"/>
                    <a:pt x="217" y="110"/>
                  </a:cubicBezTo>
                  <a:lnTo>
                    <a:pt x="217" y="110"/>
                  </a:lnTo>
                  <a:cubicBezTo>
                    <a:pt x="217" y="108"/>
                    <a:pt x="217" y="108"/>
                    <a:pt x="217" y="108"/>
                  </a:cubicBezTo>
                  <a:cubicBezTo>
                    <a:pt x="217" y="49"/>
                    <a:pt x="169" y="0"/>
                    <a:pt x="110" y="0"/>
                  </a:cubicBezTo>
                  <a:cubicBezTo>
                    <a:pt x="108" y="0"/>
                    <a:pt x="108" y="0"/>
                    <a:pt x="108" y="0"/>
                  </a:cubicBezTo>
                  <a:cubicBezTo>
                    <a:pt x="49" y="0"/>
                    <a:pt x="1" y="48"/>
                    <a:pt x="0" y="108"/>
                  </a:cubicBezTo>
                  <a:lnTo>
                    <a:pt x="0" y="108"/>
                  </a:lnTo>
                  <a:lnTo>
                    <a:pt x="0" y="108"/>
                  </a:lnTo>
                  <a:cubicBezTo>
                    <a:pt x="0" y="169"/>
                    <a:pt x="48" y="218"/>
                    <a:pt x="108" y="218"/>
                  </a:cubicBezTo>
                  <a:close/>
                  <a:moveTo>
                    <a:pt x="30" y="108"/>
                  </a:moveTo>
                  <a:lnTo>
                    <a:pt x="30" y="108"/>
                  </a:lnTo>
                  <a:lnTo>
                    <a:pt x="30" y="108"/>
                  </a:lnTo>
                  <a:cubicBezTo>
                    <a:pt x="30" y="64"/>
                    <a:pt x="66" y="29"/>
                    <a:pt x="108" y="29"/>
                  </a:cubicBezTo>
                  <a:lnTo>
                    <a:pt x="108" y="29"/>
                  </a:lnTo>
                  <a:cubicBezTo>
                    <a:pt x="152" y="30"/>
                    <a:pt x="188" y="64"/>
                    <a:pt x="188" y="108"/>
                  </a:cubicBezTo>
                  <a:cubicBezTo>
                    <a:pt x="188" y="110"/>
                    <a:pt x="188" y="110"/>
                    <a:pt x="188" y="110"/>
                  </a:cubicBezTo>
                  <a:cubicBezTo>
                    <a:pt x="186" y="153"/>
                    <a:pt x="152" y="189"/>
                    <a:pt x="108" y="189"/>
                  </a:cubicBezTo>
                  <a:lnTo>
                    <a:pt x="108" y="189"/>
                  </a:lnTo>
                  <a:lnTo>
                    <a:pt x="108" y="189"/>
                  </a:lnTo>
                  <a:cubicBezTo>
                    <a:pt x="64" y="188"/>
                    <a:pt x="30" y="152"/>
                    <a:pt x="30"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24" name="Group 527">
            <a:extLst>
              <a:ext uri="{FF2B5EF4-FFF2-40B4-BE49-F238E27FC236}">
                <a16:creationId xmlns:a16="http://schemas.microsoft.com/office/drawing/2014/main" id="{FB6DDFE8-454F-3682-0490-B7F551421013}"/>
              </a:ext>
            </a:extLst>
          </p:cNvPr>
          <p:cNvGrpSpPr/>
          <p:nvPr/>
        </p:nvGrpSpPr>
        <p:grpSpPr>
          <a:xfrm>
            <a:off x="6258049" y="2877071"/>
            <a:ext cx="338137" cy="234950"/>
            <a:chOff x="5116513" y="3149600"/>
            <a:chExt cx="338137" cy="234950"/>
          </a:xfrm>
          <a:solidFill>
            <a:schemeClr val="accent4"/>
          </a:solidFill>
        </p:grpSpPr>
        <p:sp>
          <p:nvSpPr>
            <p:cNvPr id="525" name="Freeform 433">
              <a:extLst>
                <a:ext uri="{FF2B5EF4-FFF2-40B4-BE49-F238E27FC236}">
                  <a16:creationId xmlns:a16="http://schemas.microsoft.com/office/drawing/2014/main" id="{2F72FE59-378D-BD7E-5134-ECDE1A31B1C0}"/>
                </a:ext>
              </a:extLst>
            </p:cNvPr>
            <p:cNvSpPr>
              <a:spLocks noChangeArrowheads="1"/>
            </p:cNvSpPr>
            <p:nvPr/>
          </p:nvSpPr>
          <p:spPr bwMode="auto">
            <a:xfrm>
              <a:off x="5116513" y="3149600"/>
              <a:ext cx="338137" cy="234950"/>
            </a:xfrm>
            <a:custGeom>
              <a:avLst/>
              <a:gdLst>
                <a:gd name="T0" fmla="*/ 69 w 938"/>
                <a:gd name="T1" fmla="*/ 346 h 654"/>
                <a:gd name="T2" fmla="*/ 141 w 938"/>
                <a:gd name="T3" fmla="*/ 338 h 654"/>
                <a:gd name="T4" fmla="*/ 156 w 938"/>
                <a:gd name="T5" fmla="*/ 398 h 654"/>
                <a:gd name="T6" fmla="*/ 163 w 938"/>
                <a:gd name="T7" fmla="*/ 489 h 654"/>
                <a:gd name="T8" fmla="*/ 203 w 938"/>
                <a:gd name="T9" fmla="*/ 510 h 654"/>
                <a:gd name="T10" fmla="*/ 291 w 938"/>
                <a:gd name="T11" fmla="*/ 564 h 654"/>
                <a:gd name="T12" fmla="*/ 350 w 938"/>
                <a:gd name="T13" fmla="*/ 612 h 654"/>
                <a:gd name="T14" fmla="*/ 421 w 938"/>
                <a:gd name="T15" fmla="*/ 651 h 654"/>
                <a:gd name="T16" fmla="*/ 441 w 938"/>
                <a:gd name="T17" fmla="*/ 523 h 654"/>
                <a:gd name="T18" fmla="*/ 417 w 938"/>
                <a:gd name="T19" fmla="*/ 462 h 654"/>
                <a:gd name="T20" fmla="*/ 354 w 938"/>
                <a:gd name="T21" fmla="*/ 392 h 654"/>
                <a:gd name="T22" fmla="*/ 314 w 938"/>
                <a:gd name="T23" fmla="*/ 371 h 654"/>
                <a:gd name="T24" fmla="*/ 206 w 938"/>
                <a:gd name="T25" fmla="*/ 333 h 654"/>
                <a:gd name="T26" fmla="*/ 144 w 938"/>
                <a:gd name="T27" fmla="*/ 302 h 654"/>
                <a:gd name="T28" fmla="*/ 328 w 938"/>
                <a:gd name="T29" fmla="*/ 200 h 654"/>
                <a:gd name="T30" fmla="*/ 447 w 938"/>
                <a:gd name="T31" fmla="*/ 230 h 654"/>
                <a:gd name="T32" fmla="*/ 748 w 938"/>
                <a:gd name="T33" fmla="*/ 376 h 654"/>
                <a:gd name="T34" fmla="*/ 708 w 938"/>
                <a:gd name="T35" fmla="*/ 428 h 654"/>
                <a:gd name="T36" fmla="*/ 634 w 938"/>
                <a:gd name="T37" fmla="*/ 409 h 654"/>
                <a:gd name="T38" fmla="*/ 688 w 938"/>
                <a:gd name="T39" fmla="*/ 493 h 654"/>
                <a:gd name="T40" fmla="*/ 624 w 938"/>
                <a:gd name="T41" fmla="*/ 486 h 654"/>
                <a:gd name="T42" fmla="*/ 608 w 938"/>
                <a:gd name="T43" fmla="*/ 509 h 654"/>
                <a:gd name="T44" fmla="*/ 586 w 938"/>
                <a:gd name="T45" fmla="*/ 570 h 654"/>
                <a:gd name="T46" fmla="*/ 539 w 938"/>
                <a:gd name="T47" fmla="*/ 579 h 654"/>
                <a:gd name="T48" fmla="*/ 509 w 938"/>
                <a:gd name="T49" fmla="*/ 619 h 654"/>
                <a:gd name="T50" fmla="*/ 524 w 938"/>
                <a:gd name="T51" fmla="*/ 653 h 654"/>
                <a:gd name="T52" fmla="*/ 634 w 938"/>
                <a:gd name="T53" fmla="*/ 574 h 654"/>
                <a:gd name="T54" fmla="*/ 648 w 938"/>
                <a:gd name="T55" fmla="*/ 532 h 654"/>
                <a:gd name="T56" fmla="*/ 711 w 938"/>
                <a:gd name="T57" fmla="*/ 509 h 654"/>
                <a:gd name="T58" fmla="*/ 777 w 938"/>
                <a:gd name="T59" fmla="*/ 439 h 654"/>
                <a:gd name="T60" fmla="*/ 850 w 938"/>
                <a:gd name="T61" fmla="*/ 377 h 654"/>
                <a:gd name="T62" fmla="*/ 830 w 938"/>
                <a:gd name="T63" fmla="*/ 25 h 654"/>
                <a:gd name="T64" fmla="*/ 701 w 938"/>
                <a:gd name="T65" fmla="*/ 71 h 654"/>
                <a:gd name="T66" fmla="*/ 675 w 938"/>
                <a:gd name="T67" fmla="*/ 88 h 654"/>
                <a:gd name="T68" fmla="*/ 414 w 938"/>
                <a:gd name="T69" fmla="*/ 95 h 654"/>
                <a:gd name="T70" fmla="*/ 299 w 938"/>
                <a:gd name="T71" fmla="*/ 97 h 654"/>
                <a:gd name="T72" fmla="*/ 218 w 938"/>
                <a:gd name="T73" fmla="*/ 0 h 654"/>
                <a:gd name="T74" fmla="*/ 270 w 938"/>
                <a:gd name="T75" fmla="*/ 403 h 654"/>
                <a:gd name="T76" fmla="*/ 441 w 938"/>
                <a:gd name="T77" fmla="*/ 612 h 654"/>
                <a:gd name="T78" fmla="*/ 405 w 938"/>
                <a:gd name="T79" fmla="*/ 581 h 654"/>
                <a:gd name="T80" fmla="*/ 399 w 938"/>
                <a:gd name="T81" fmla="*/ 486 h 654"/>
                <a:gd name="T82" fmla="*/ 405 w 938"/>
                <a:gd name="T83" fmla="*/ 530 h 654"/>
                <a:gd name="T84" fmla="*/ 332 w 938"/>
                <a:gd name="T85" fmla="*/ 576 h 654"/>
                <a:gd name="T86" fmla="*/ 380 w 938"/>
                <a:gd name="T87" fmla="*/ 480 h 654"/>
                <a:gd name="T88" fmla="*/ 336 w 938"/>
                <a:gd name="T89" fmla="*/ 416 h 654"/>
                <a:gd name="T90" fmla="*/ 246 w 938"/>
                <a:gd name="T91" fmla="*/ 535 h 654"/>
                <a:gd name="T92" fmla="*/ 294 w 938"/>
                <a:gd name="T93" fmla="*/ 421 h 654"/>
                <a:gd name="T94" fmla="*/ 229 w 938"/>
                <a:gd name="T95" fmla="*/ 351 h 654"/>
                <a:gd name="T96" fmla="*/ 279 w 938"/>
                <a:gd name="T97" fmla="*/ 388 h 654"/>
                <a:gd name="T98" fmla="*/ 181 w 938"/>
                <a:gd name="T99" fmla="*/ 465 h 654"/>
                <a:gd name="T100" fmla="*/ 229 w 938"/>
                <a:gd name="T101" fmla="*/ 351 h 654"/>
                <a:gd name="T102" fmla="*/ 803 w 938"/>
                <a:gd name="T103" fmla="*/ 34 h 654"/>
                <a:gd name="T104" fmla="*/ 839 w 938"/>
                <a:gd name="T105" fmla="*/ 350 h 654"/>
                <a:gd name="T106" fmla="*/ 729 w 938"/>
                <a:gd name="T107" fmla="*/ 60 h 654"/>
                <a:gd name="T108" fmla="*/ 487 w 938"/>
                <a:gd name="T109" fmla="*/ 92 h 654"/>
                <a:gd name="T110" fmla="*/ 673 w 938"/>
                <a:gd name="T111" fmla="*/ 117 h 654"/>
                <a:gd name="T112" fmla="*/ 705 w 938"/>
                <a:gd name="T113" fmla="*/ 108 h 654"/>
                <a:gd name="T114" fmla="*/ 670 w 938"/>
                <a:gd name="T115" fmla="*/ 279 h 654"/>
                <a:gd name="T116" fmla="*/ 419 w 938"/>
                <a:gd name="T117" fmla="*/ 217 h 654"/>
                <a:gd name="T118" fmla="*/ 357 w 938"/>
                <a:gd name="T119" fmla="*/ 200 h 654"/>
                <a:gd name="T120" fmla="*/ 30 w 938"/>
                <a:gd name="T121" fmla="*/ 273 h 654"/>
                <a:gd name="T122" fmla="*/ 277 w 938"/>
                <a:gd name="T123" fmla="*/ 77 h 654"/>
                <a:gd name="T124" fmla="*/ 86 w 938"/>
                <a:gd name="T125" fmla="*/ 322 h 6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938" h="654">
                  <a:moveTo>
                    <a:pt x="12" y="303"/>
                  </a:moveTo>
                  <a:lnTo>
                    <a:pt x="12" y="303"/>
                  </a:lnTo>
                  <a:cubicBezTo>
                    <a:pt x="69" y="346"/>
                    <a:pt x="69" y="346"/>
                    <a:pt x="69" y="346"/>
                  </a:cubicBezTo>
                  <a:cubicBezTo>
                    <a:pt x="77" y="333"/>
                    <a:pt x="77" y="333"/>
                    <a:pt x="77" y="333"/>
                  </a:cubicBezTo>
                  <a:cubicBezTo>
                    <a:pt x="69" y="346"/>
                    <a:pt x="69" y="346"/>
                    <a:pt x="69" y="346"/>
                  </a:cubicBezTo>
                  <a:cubicBezTo>
                    <a:pt x="74" y="350"/>
                    <a:pt x="81" y="353"/>
                    <a:pt x="88" y="353"/>
                  </a:cubicBezTo>
                  <a:cubicBezTo>
                    <a:pt x="99" y="353"/>
                    <a:pt x="108" y="347"/>
                    <a:pt x="115" y="339"/>
                  </a:cubicBezTo>
                  <a:cubicBezTo>
                    <a:pt x="126" y="325"/>
                    <a:pt x="126" y="325"/>
                    <a:pt x="126" y="325"/>
                  </a:cubicBezTo>
                  <a:cubicBezTo>
                    <a:pt x="129" y="328"/>
                    <a:pt x="134" y="332"/>
                    <a:pt x="139" y="336"/>
                  </a:cubicBezTo>
                  <a:cubicBezTo>
                    <a:pt x="141" y="338"/>
                    <a:pt x="141" y="338"/>
                    <a:pt x="141" y="338"/>
                  </a:cubicBezTo>
                  <a:cubicBezTo>
                    <a:pt x="139" y="336"/>
                    <a:pt x="139" y="336"/>
                    <a:pt x="139" y="336"/>
                  </a:cubicBezTo>
                  <a:cubicBezTo>
                    <a:pt x="144" y="339"/>
                    <a:pt x="148" y="344"/>
                    <a:pt x="151" y="351"/>
                  </a:cubicBezTo>
                  <a:cubicBezTo>
                    <a:pt x="155" y="358"/>
                    <a:pt x="158" y="366"/>
                    <a:pt x="158" y="379"/>
                  </a:cubicBezTo>
                  <a:cubicBezTo>
                    <a:pt x="158" y="384"/>
                    <a:pt x="156" y="391"/>
                    <a:pt x="155" y="398"/>
                  </a:cubicBezTo>
                  <a:cubicBezTo>
                    <a:pt x="156" y="398"/>
                    <a:pt x="156" y="398"/>
                    <a:pt x="156" y="398"/>
                  </a:cubicBezTo>
                  <a:cubicBezTo>
                    <a:pt x="152" y="403"/>
                    <a:pt x="152" y="403"/>
                    <a:pt x="152" y="403"/>
                  </a:cubicBezTo>
                  <a:lnTo>
                    <a:pt x="152" y="403"/>
                  </a:lnTo>
                  <a:cubicBezTo>
                    <a:pt x="144" y="414"/>
                    <a:pt x="140" y="428"/>
                    <a:pt x="140" y="440"/>
                  </a:cubicBezTo>
                  <a:cubicBezTo>
                    <a:pt x="140" y="458"/>
                    <a:pt x="148" y="476"/>
                    <a:pt x="163" y="489"/>
                  </a:cubicBezTo>
                  <a:lnTo>
                    <a:pt x="163" y="489"/>
                  </a:lnTo>
                  <a:cubicBezTo>
                    <a:pt x="165" y="489"/>
                    <a:pt x="165" y="489"/>
                    <a:pt x="165" y="489"/>
                  </a:cubicBezTo>
                  <a:lnTo>
                    <a:pt x="165" y="489"/>
                  </a:lnTo>
                  <a:cubicBezTo>
                    <a:pt x="174" y="497"/>
                    <a:pt x="188" y="501"/>
                    <a:pt x="200" y="501"/>
                  </a:cubicBezTo>
                  <a:cubicBezTo>
                    <a:pt x="202" y="501"/>
                    <a:pt x="203" y="501"/>
                    <a:pt x="204" y="501"/>
                  </a:cubicBezTo>
                  <a:cubicBezTo>
                    <a:pt x="203" y="504"/>
                    <a:pt x="203" y="508"/>
                    <a:pt x="203" y="510"/>
                  </a:cubicBezTo>
                  <a:cubicBezTo>
                    <a:pt x="203" y="528"/>
                    <a:pt x="211" y="546"/>
                    <a:pt x="226" y="559"/>
                  </a:cubicBezTo>
                  <a:cubicBezTo>
                    <a:pt x="228" y="559"/>
                    <a:pt x="228" y="559"/>
                    <a:pt x="228" y="559"/>
                  </a:cubicBezTo>
                  <a:lnTo>
                    <a:pt x="228" y="559"/>
                  </a:lnTo>
                  <a:cubicBezTo>
                    <a:pt x="239" y="567"/>
                    <a:pt x="251" y="571"/>
                    <a:pt x="263" y="571"/>
                  </a:cubicBezTo>
                  <a:cubicBezTo>
                    <a:pt x="273" y="571"/>
                    <a:pt x="283" y="570"/>
                    <a:pt x="291" y="564"/>
                  </a:cubicBezTo>
                  <a:cubicBezTo>
                    <a:pt x="295" y="578"/>
                    <a:pt x="302" y="590"/>
                    <a:pt x="313" y="598"/>
                  </a:cubicBezTo>
                  <a:lnTo>
                    <a:pt x="313" y="598"/>
                  </a:lnTo>
                  <a:cubicBezTo>
                    <a:pt x="314" y="600"/>
                    <a:pt x="314" y="600"/>
                    <a:pt x="314" y="600"/>
                  </a:cubicBezTo>
                  <a:lnTo>
                    <a:pt x="314" y="600"/>
                  </a:lnTo>
                  <a:cubicBezTo>
                    <a:pt x="325" y="608"/>
                    <a:pt x="338" y="612"/>
                    <a:pt x="350" y="612"/>
                  </a:cubicBezTo>
                  <a:cubicBezTo>
                    <a:pt x="357" y="612"/>
                    <a:pt x="364" y="611"/>
                    <a:pt x="371" y="608"/>
                  </a:cubicBezTo>
                  <a:cubicBezTo>
                    <a:pt x="373" y="620"/>
                    <a:pt x="379" y="631"/>
                    <a:pt x="390" y="640"/>
                  </a:cubicBezTo>
                  <a:cubicBezTo>
                    <a:pt x="399" y="627"/>
                    <a:pt x="399" y="627"/>
                    <a:pt x="399" y="627"/>
                  </a:cubicBezTo>
                  <a:cubicBezTo>
                    <a:pt x="390" y="640"/>
                    <a:pt x="390" y="640"/>
                    <a:pt x="390" y="640"/>
                  </a:cubicBezTo>
                  <a:cubicBezTo>
                    <a:pt x="399" y="646"/>
                    <a:pt x="410" y="651"/>
                    <a:pt x="421" y="651"/>
                  </a:cubicBezTo>
                  <a:cubicBezTo>
                    <a:pt x="438" y="651"/>
                    <a:pt x="454" y="644"/>
                    <a:pt x="464" y="630"/>
                  </a:cubicBezTo>
                  <a:cubicBezTo>
                    <a:pt x="480" y="608"/>
                    <a:pt x="480" y="608"/>
                    <a:pt x="480" y="608"/>
                  </a:cubicBezTo>
                  <a:cubicBezTo>
                    <a:pt x="489" y="598"/>
                    <a:pt x="491" y="586"/>
                    <a:pt x="491" y="575"/>
                  </a:cubicBezTo>
                  <a:cubicBezTo>
                    <a:pt x="491" y="560"/>
                    <a:pt x="484" y="543"/>
                    <a:pt x="471" y="534"/>
                  </a:cubicBezTo>
                  <a:cubicBezTo>
                    <a:pt x="461" y="526"/>
                    <a:pt x="451" y="523"/>
                    <a:pt x="441" y="523"/>
                  </a:cubicBezTo>
                  <a:cubicBezTo>
                    <a:pt x="441" y="519"/>
                    <a:pt x="441" y="515"/>
                    <a:pt x="441" y="512"/>
                  </a:cubicBezTo>
                  <a:cubicBezTo>
                    <a:pt x="441" y="494"/>
                    <a:pt x="434" y="476"/>
                    <a:pt x="417" y="464"/>
                  </a:cubicBezTo>
                  <a:lnTo>
                    <a:pt x="417" y="464"/>
                  </a:lnTo>
                  <a:cubicBezTo>
                    <a:pt x="417" y="462"/>
                    <a:pt x="417" y="462"/>
                    <a:pt x="417" y="462"/>
                  </a:cubicBezTo>
                  <a:lnTo>
                    <a:pt x="417" y="462"/>
                  </a:lnTo>
                  <a:cubicBezTo>
                    <a:pt x="406" y="454"/>
                    <a:pt x="392" y="450"/>
                    <a:pt x="380" y="450"/>
                  </a:cubicBezTo>
                  <a:cubicBezTo>
                    <a:pt x="379" y="450"/>
                    <a:pt x="379" y="451"/>
                    <a:pt x="377" y="451"/>
                  </a:cubicBezTo>
                  <a:cubicBezTo>
                    <a:pt x="377" y="447"/>
                    <a:pt x="377" y="445"/>
                    <a:pt x="377" y="440"/>
                  </a:cubicBezTo>
                  <a:cubicBezTo>
                    <a:pt x="377" y="423"/>
                    <a:pt x="371" y="405"/>
                    <a:pt x="354" y="392"/>
                  </a:cubicBezTo>
                  <a:lnTo>
                    <a:pt x="354" y="392"/>
                  </a:lnTo>
                  <a:lnTo>
                    <a:pt x="354" y="392"/>
                  </a:lnTo>
                  <a:lnTo>
                    <a:pt x="354" y="392"/>
                  </a:lnTo>
                  <a:cubicBezTo>
                    <a:pt x="343" y="384"/>
                    <a:pt x="329" y="380"/>
                    <a:pt x="317" y="380"/>
                  </a:cubicBezTo>
                  <a:cubicBezTo>
                    <a:pt x="316" y="380"/>
                    <a:pt x="314" y="380"/>
                    <a:pt x="313" y="380"/>
                  </a:cubicBezTo>
                  <a:cubicBezTo>
                    <a:pt x="314" y="377"/>
                    <a:pt x="314" y="373"/>
                    <a:pt x="314" y="371"/>
                  </a:cubicBezTo>
                  <a:cubicBezTo>
                    <a:pt x="314" y="353"/>
                    <a:pt x="306" y="335"/>
                    <a:pt x="291" y="322"/>
                  </a:cubicBezTo>
                  <a:cubicBezTo>
                    <a:pt x="290" y="321"/>
                    <a:pt x="290" y="321"/>
                    <a:pt x="290" y="321"/>
                  </a:cubicBezTo>
                  <a:cubicBezTo>
                    <a:pt x="290" y="322"/>
                    <a:pt x="290" y="322"/>
                    <a:pt x="290" y="322"/>
                  </a:cubicBezTo>
                  <a:cubicBezTo>
                    <a:pt x="279" y="313"/>
                    <a:pt x="266" y="310"/>
                    <a:pt x="254" y="310"/>
                  </a:cubicBezTo>
                  <a:cubicBezTo>
                    <a:pt x="236" y="310"/>
                    <a:pt x="218" y="317"/>
                    <a:pt x="206" y="333"/>
                  </a:cubicBezTo>
                  <a:cubicBezTo>
                    <a:pt x="185" y="361"/>
                    <a:pt x="185" y="361"/>
                    <a:pt x="185" y="361"/>
                  </a:cubicBezTo>
                  <a:cubicBezTo>
                    <a:pt x="184" y="353"/>
                    <a:pt x="181" y="344"/>
                    <a:pt x="177" y="338"/>
                  </a:cubicBezTo>
                  <a:cubicBezTo>
                    <a:pt x="171" y="327"/>
                    <a:pt x="165" y="318"/>
                    <a:pt x="156" y="313"/>
                  </a:cubicBezTo>
                  <a:lnTo>
                    <a:pt x="156" y="313"/>
                  </a:lnTo>
                  <a:cubicBezTo>
                    <a:pt x="152" y="309"/>
                    <a:pt x="147" y="305"/>
                    <a:pt x="144" y="302"/>
                  </a:cubicBezTo>
                  <a:cubicBezTo>
                    <a:pt x="280" y="123"/>
                    <a:pt x="280" y="123"/>
                    <a:pt x="280" y="123"/>
                  </a:cubicBezTo>
                  <a:cubicBezTo>
                    <a:pt x="281" y="123"/>
                    <a:pt x="281" y="123"/>
                    <a:pt x="283" y="125"/>
                  </a:cubicBezTo>
                  <a:cubicBezTo>
                    <a:pt x="295" y="134"/>
                    <a:pt x="318" y="149"/>
                    <a:pt x="351" y="151"/>
                  </a:cubicBezTo>
                  <a:cubicBezTo>
                    <a:pt x="344" y="158"/>
                    <a:pt x="339" y="165"/>
                    <a:pt x="335" y="171"/>
                  </a:cubicBezTo>
                  <a:cubicBezTo>
                    <a:pt x="331" y="181"/>
                    <a:pt x="328" y="191"/>
                    <a:pt x="328" y="200"/>
                  </a:cubicBezTo>
                  <a:cubicBezTo>
                    <a:pt x="328" y="209"/>
                    <a:pt x="329" y="217"/>
                    <a:pt x="333" y="224"/>
                  </a:cubicBezTo>
                  <a:cubicBezTo>
                    <a:pt x="336" y="230"/>
                    <a:pt x="342" y="237"/>
                    <a:pt x="347" y="243"/>
                  </a:cubicBezTo>
                  <a:cubicBezTo>
                    <a:pt x="360" y="255"/>
                    <a:pt x="373" y="261"/>
                    <a:pt x="387" y="261"/>
                  </a:cubicBezTo>
                  <a:cubicBezTo>
                    <a:pt x="398" y="261"/>
                    <a:pt x="406" y="258"/>
                    <a:pt x="414" y="254"/>
                  </a:cubicBezTo>
                  <a:cubicBezTo>
                    <a:pt x="427" y="248"/>
                    <a:pt x="438" y="239"/>
                    <a:pt x="447" y="230"/>
                  </a:cubicBezTo>
                  <a:cubicBezTo>
                    <a:pt x="457" y="222"/>
                    <a:pt x="464" y="214"/>
                    <a:pt x="471" y="209"/>
                  </a:cubicBezTo>
                  <a:cubicBezTo>
                    <a:pt x="482" y="199"/>
                    <a:pt x="493" y="195"/>
                    <a:pt x="502" y="195"/>
                  </a:cubicBezTo>
                  <a:cubicBezTo>
                    <a:pt x="511" y="195"/>
                    <a:pt x="517" y="198"/>
                    <a:pt x="520" y="200"/>
                  </a:cubicBezTo>
                  <a:cubicBezTo>
                    <a:pt x="535" y="213"/>
                    <a:pt x="674" y="320"/>
                    <a:pt x="674" y="320"/>
                  </a:cubicBezTo>
                  <a:cubicBezTo>
                    <a:pt x="748" y="376"/>
                    <a:pt x="748" y="376"/>
                    <a:pt x="748" y="376"/>
                  </a:cubicBezTo>
                  <a:cubicBezTo>
                    <a:pt x="756" y="381"/>
                    <a:pt x="760" y="391"/>
                    <a:pt x="760" y="401"/>
                  </a:cubicBezTo>
                  <a:cubicBezTo>
                    <a:pt x="760" y="408"/>
                    <a:pt x="758" y="414"/>
                    <a:pt x="753" y="421"/>
                  </a:cubicBezTo>
                  <a:cubicBezTo>
                    <a:pt x="752" y="421"/>
                    <a:pt x="752" y="421"/>
                    <a:pt x="752" y="421"/>
                  </a:cubicBezTo>
                  <a:cubicBezTo>
                    <a:pt x="747" y="429"/>
                    <a:pt x="737" y="434"/>
                    <a:pt x="727" y="434"/>
                  </a:cubicBezTo>
                  <a:cubicBezTo>
                    <a:pt x="721" y="434"/>
                    <a:pt x="714" y="432"/>
                    <a:pt x="708" y="428"/>
                  </a:cubicBezTo>
                  <a:cubicBezTo>
                    <a:pt x="701" y="423"/>
                    <a:pt x="701" y="423"/>
                    <a:pt x="701" y="423"/>
                  </a:cubicBezTo>
                  <a:lnTo>
                    <a:pt x="701" y="423"/>
                  </a:lnTo>
                  <a:lnTo>
                    <a:pt x="701" y="423"/>
                  </a:lnTo>
                  <a:cubicBezTo>
                    <a:pt x="652" y="386"/>
                    <a:pt x="652" y="386"/>
                    <a:pt x="652" y="386"/>
                  </a:cubicBezTo>
                  <a:cubicBezTo>
                    <a:pt x="634" y="409"/>
                    <a:pt x="634" y="409"/>
                    <a:pt x="634" y="409"/>
                  </a:cubicBezTo>
                  <a:lnTo>
                    <a:pt x="634" y="409"/>
                  </a:lnTo>
                  <a:cubicBezTo>
                    <a:pt x="684" y="446"/>
                    <a:pt x="684" y="446"/>
                    <a:pt x="684" y="446"/>
                  </a:cubicBezTo>
                  <a:cubicBezTo>
                    <a:pt x="692" y="453"/>
                    <a:pt x="694" y="461"/>
                    <a:pt x="694" y="471"/>
                  </a:cubicBezTo>
                  <a:cubicBezTo>
                    <a:pt x="694" y="478"/>
                    <a:pt x="693" y="486"/>
                    <a:pt x="688" y="491"/>
                  </a:cubicBezTo>
                  <a:cubicBezTo>
                    <a:pt x="688" y="493"/>
                    <a:pt x="688" y="493"/>
                    <a:pt x="688" y="493"/>
                  </a:cubicBezTo>
                  <a:lnTo>
                    <a:pt x="688" y="493"/>
                  </a:lnTo>
                  <a:cubicBezTo>
                    <a:pt x="681" y="501"/>
                    <a:pt x="671" y="505"/>
                    <a:pt x="662" y="505"/>
                  </a:cubicBezTo>
                  <a:cubicBezTo>
                    <a:pt x="655" y="505"/>
                    <a:pt x="648" y="504"/>
                    <a:pt x="642" y="500"/>
                  </a:cubicBezTo>
                  <a:cubicBezTo>
                    <a:pt x="626" y="486"/>
                    <a:pt x="626" y="486"/>
                    <a:pt x="626" y="486"/>
                  </a:cubicBezTo>
                  <a:lnTo>
                    <a:pt x="624" y="486"/>
                  </a:lnTo>
                  <a:lnTo>
                    <a:pt x="624" y="486"/>
                  </a:lnTo>
                  <a:cubicBezTo>
                    <a:pt x="570" y="443"/>
                    <a:pt x="570" y="443"/>
                    <a:pt x="570" y="443"/>
                  </a:cubicBezTo>
                  <a:cubicBezTo>
                    <a:pt x="552" y="465"/>
                    <a:pt x="552" y="465"/>
                    <a:pt x="552" y="465"/>
                  </a:cubicBezTo>
                  <a:lnTo>
                    <a:pt x="552" y="465"/>
                  </a:lnTo>
                  <a:cubicBezTo>
                    <a:pt x="608" y="509"/>
                    <a:pt x="608" y="509"/>
                    <a:pt x="608" y="509"/>
                  </a:cubicBezTo>
                  <a:cubicBezTo>
                    <a:pt x="615" y="515"/>
                    <a:pt x="619" y="524"/>
                    <a:pt x="619" y="534"/>
                  </a:cubicBezTo>
                  <a:cubicBezTo>
                    <a:pt x="619" y="542"/>
                    <a:pt x="616" y="549"/>
                    <a:pt x="612" y="556"/>
                  </a:cubicBezTo>
                  <a:cubicBezTo>
                    <a:pt x="611" y="556"/>
                    <a:pt x="611" y="556"/>
                    <a:pt x="611" y="556"/>
                  </a:cubicBezTo>
                  <a:lnTo>
                    <a:pt x="611" y="556"/>
                  </a:lnTo>
                  <a:cubicBezTo>
                    <a:pt x="605" y="564"/>
                    <a:pt x="596" y="570"/>
                    <a:pt x="586" y="570"/>
                  </a:cubicBezTo>
                  <a:cubicBezTo>
                    <a:pt x="579" y="570"/>
                    <a:pt x="572" y="567"/>
                    <a:pt x="567" y="563"/>
                  </a:cubicBezTo>
                  <a:cubicBezTo>
                    <a:pt x="526" y="531"/>
                    <a:pt x="526" y="531"/>
                    <a:pt x="526" y="531"/>
                  </a:cubicBezTo>
                  <a:cubicBezTo>
                    <a:pt x="508" y="553"/>
                    <a:pt x="508" y="553"/>
                    <a:pt x="508" y="553"/>
                  </a:cubicBezTo>
                  <a:lnTo>
                    <a:pt x="508" y="553"/>
                  </a:lnTo>
                  <a:cubicBezTo>
                    <a:pt x="539" y="579"/>
                    <a:pt x="539" y="579"/>
                    <a:pt x="539" y="579"/>
                  </a:cubicBezTo>
                  <a:lnTo>
                    <a:pt x="539" y="579"/>
                  </a:lnTo>
                  <a:cubicBezTo>
                    <a:pt x="546" y="585"/>
                    <a:pt x="549" y="591"/>
                    <a:pt x="549" y="600"/>
                  </a:cubicBezTo>
                  <a:cubicBezTo>
                    <a:pt x="549" y="605"/>
                    <a:pt x="548" y="611"/>
                    <a:pt x="543" y="615"/>
                  </a:cubicBezTo>
                  <a:cubicBezTo>
                    <a:pt x="539" y="622"/>
                    <a:pt x="532" y="624"/>
                    <a:pt x="524" y="624"/>
                  </a:cubicBezTo>
                  <a:cubicBezTo>
                    <a:pt x="519" y="624"/>
                    <a:pt x="513" y="623"/>
                    <a:pt x="509" y="619"/>
                  </a:cubicBezTo>
                  <a:cubicBezTo>
                    <a:pt x="487" y="602"/>
                    <a:pt x="487" y="602"/>
                    <a:pt x="487" y="602"/>
                  </a:cubicBezTo>
                  <a:cubicBezTo>
                    <a:pt x="469" y="626"/>
                    <a:pt x="469" y="626"/>
                    <a:pt x="469" y="626"/>
                  </a:cubicBezTo>
                  <a:lnTo>
                    <a:pt x="469" y="626"/>
                  </a:lnTo>
                  <a:cubicBezTo>
                    <a:pt x="491" y="642"/>
                    <a:pt x="491" y="642"/>
                    <a:pt x="491" y="642"/>
                  </a:cubicBezTo>
                  <a:cubicBezTo>
                    <a:pt x="501" y="651"/>
                    <a:pt x="513" y="653"/>
                    <a:pt x="524" y="653"/>
                  </a:cubicBezTo>
                  <a:cubicBezTo>
                    <a:pt x="541" y="653"/>
                    <a:pt x="557" y="646"/>
                    <a:pt x="567" y="633"/>
                  </a:cubicBezTo>
                  <a:cubicBezTo>
                    <a:pt x="575" y="623"/>
                    <a:pt x="578" y="611"/>
                    <a:pt x="578" y="600"/>
                  </a:cubicBezTo>
                  <a:cubicBezTo>
                    <a:pt x="578" y="598"/>
                    <a:pt x="578" y="598"/>
                    <a:pt x="578" y="597"/>
                  </a:cubicBezTo>
                  <a:cubicBezTo>
                    <a:pt x="581" y="598"/>
                    <a:pt x="583" y="598"/>
                    <a:pt x="586" y="598"/>
                  </a:cubicBezTo>
                  <a:cubicBezTo>
                    <a:pt x="604" y="598"/>
                    <a:pt x="623" y="590"/>
                    <a:pt x="634" y="574"/>
                  </a:cubicBezTo>
                  <a:lnTo>
                    <a:pt x="634" y="574"/>
                  </a:lnTo>
                  <a:cubicBezTo>
                    <a:pt x="635" y="574"/>
                    <a:pt x="635" y="574"/>
                    <a:pt x="635" y="574"/>
                  </a:cubicBezTo>
                  <a:lnTo>
                    <a:pt x="635" y="574"/>
                  </a:lnTo>
                  <a:cubicBezTo>
                    <a:pt x="644" y="561"/>
                    <a:pt x="648" y="548"/>
                    <a:pt x="648" y="534"/>
                  </a:cubicBezTo>
                  <a:cubicBezTo>
                    <a:pt x="648" y="534"/>
                    <a:pt x="648" y="534"/>
                    <a:pt x="648" y="532"/>
                  </a:cubicBezTo>
                  <a:cubicBezTo>
                    <a:pt x="653" y="534"/>
                    <a:pt x="657" y="535"/>
                    <a:pt x="662" y="535"/>
                  </a:cubicBezTo>
                  <a:cubicBezTo>
                    <a:pt x="679" y="535"/>
                    <a:pt x="699" y="527"/>
                    <a:pt x="711" y="510"/>
                  </a:cubicBezTo>
                  <a:lnTo>
                    <a:pt x="711" y="510"/>
                  </a:lnTo>
                  <a:cubicBezTo>
                    <a:pt x="711" y="509"/>
                    <a:pt x="711" y="509"/>
                    <a:pt x="711" y="509"/>
                  </a:cubicBezTo>
                  <a:lnTo>
                    <a:pt x="711" y="509"/>
                  </a:lnTo>
                  <a:cubicBezTo>
                    <a:pt x="721" y="498"/>
                    <a:pt x="725" y="484"/>
                    <a:pt x="725" y="471"/>
                  </a:cubicBezTo>
                  <a:cubicBezTo>
                    <a:pt x="725" y="468"/>
                    <a:pt x="723" y="465"/>
                    <a:pt x="723" y="464"/>
                  </a:cubicBezTo>
                  <a:cubicBezTo>
                    <a:pt x="725" y="464"/>
                    <a:pt x="726" y="464"/>
                    <a:pt x="727" y="464"/>
                  </a:cubicBezTo>
                  <a:cubicBezTo>
                    <a:pt x="745" y="464"/>
                    <a:pt x="764" y="456"/>
                    <a:pt x="775" y="439"/>
                  </a:cubicBezTo>
                  <a:cubicBezTo>
                    <a:pt x="777" y="439"/>
                    <a:pt x="777" y="439"/>
                    <a:pt x="777" y="439"/>
                  </a:cubicBezTo>
                  <a:cubicBezTo>
                    <a:pt x="785" y="427"/>
                    <a:pt x="789" y="414"/>
                    <a:pt x="789" y="401"/>
                  </a:cubicBezTo>
                  <a:cubicBezTo>
                    <a:pt x="789" y="392"/>
                    <a:pt x="788" y="384"/>
                    <a:pt x="784" y="376"/>
                  </a:cubicBezTo>
                  <a:cubicBezTo>
                    <a:pt x="810" y="364"/>
                    <a:pt x="810" y="364"/>
                    <a:pt x="810" y="364"/>
                  </a:cubicBezTo>
                  <a:cubicBezTo>
                    <a:pt x="817" y="373"/>
                    <a:pt x="826" y="380"/>
                    <a:pt x="837" y="380"/>
                  </a:cubicBezTo>
                  <a:cubicBezTo>
                    <a:pt x="841" y="380"/>
                    <a:pt x="845" y="379"/>
                    <a:pt x="850" y="377"/>
                  </a:cubicBezTo>
                  <a:cubicBezTo>
                    <a:pt x="915" y="353"/>
                    <a:pt x="915" y="353"/>
                    <a:pt x="915" y="353"/>
                  </a:cubicBezTo>
                  <a:cubicBezTo>
                    <a:pt x="929" y="349"/>
                    <a:pt x="937" y="335"/>
                    <a:pt x="937" y="321"/>
                  </a:cubicBezTo>
                  <a:cubicBezTo>
                    <a:pt x="937" y="318"/>
                    <a:pt x="936" y="314"/>
                    <a:pt x="935" y="310"/>
                  </a:cubicBezTo>
                  <a:cubicBezTo>
                    <a:pt x="925" y="284"/>
                    <a:pt x="925" y="284"/>
                    <a:pt x="925" y="284"/>
                  </a:cubicBezTo>
                  <a:cubicBezTo>
                    <a:pt x="830" y="25"/>
                    <a:pt x="830" y="25"/>
                    <a:pt x="830" y="25"/>
                  </a:cubicBezTo>
                  <a:cubicBezTo>
                    <a:pt x="825" y="11"/>
                    <a:pt x="813" y="1"/>
                    <a:pt x="799" y="1"/>
                  </a:cubicBezTo>
                  <a:cubicBezTo>
                    <a:pt x="795" y="1"/>
                    <a:pt x="791" y="3"/>
                    <a:pt x="788" y="4"/>
                  </a:cubicBezTo>
                  <a:cubicBezTo>
                    <a:pt x="722" y="29"/>
                    <a:pt x="722" y="29"/>
                    <a:pt x="722" y="29"/>
                  </a:cubicBezTo>
                  <a:cubicBezTo>
                    <a:pt x="708" y="33"/>
                    <a:pt x="700" y="47"/>
                    <a:pt x="700" y="60"/>
                  </a:cubicBezTo>
                  <a:cubicBezTo>
                    <a:pt x="700" y="63"/>
                    <a:pt x="700" y="67"/>
                    <a:pt x="701" y="71"/>
                  </a:cubicBezTo>
                  <a:cubicBezTo>
                    <a:pt x="704" y="77"/>
                    <a:pt x="704" y="77"/>
                    <a:pt x="704" y="77"/>
                  </a:cubicBezTo>
                  <a:cubicBezTo>
                    <a:pt x="701" y="78"/>
                    <a:pt x="694" y="81"/>
                    <a:pt x="689" y="84"/>
                  </a:cubicBezTo>
                  <a:cubicBezTo>
                    <a:pt x="685" y="85"/>
                    <a:pt x="682" y="85"/>
                    <a:pt x="679" y="86"/>
                  </a:cubicBezTo>
                  <a:cubicBezTo>
                    <a:pt x="677" y="88"/>
                    <a:pt x="677" y="88"/>
                    <a:pt x="677" y="88"/>
                  </a:cubicBezTo>
                  <a:cubicBezTo>
                    <a:pt x="675" y="88"/>
                    <a:pt x="675" y="88"/>
                    <a:pt x="675" y="88"/>
                  </a:cubicBezTo>
                  <a:cubicBezTo>
                    <a:pt x="675" y="88"/>
                    <a:pt x="673" y="86"/>
                    <a:pt x="668" y="86"/>
                  </a:cubicBezTo>
                  <a:cubicBezTo>
                    <a:pt x="640" y="84"/>
                    <a:pt x="546" y="71"/>
                    <a:pt x="522" y="67"/>
                  </a:cubicBezTo>
                  <a:cubicBezTo>
                    <a:pt x="511" y="66"/>
                    <a:pt x="500" y="63"/>
                    <a:pt x="487" y="62"/>
                  </a:cubicBezTo>
                  <a:cubicBezTo>
                    <a:pt x="478" y="62"/>
                    <a:pt x="467" y="64"/>
                    <a:pt x="454" y="70"/>
                  </a:cubicBezTo>
                  <a:cubicBezTo>
                    <a:pt x="443" y="74"/>
                    <a:pt x="430" y="82"/>
                    <a:pt x="414" y="95"/>
                  </a:cubicBezTo>
                  <a:cubicBezTo>
                    <a:pt x="405" y="101"/>
                    <a:pt x="397" y="108"/>
                    <a:pt x="388" y="114"/>
                  </a:cubicBezTo>
                  <a:cubicBezTo>
                    <a:pt x="375" y="119"/>
                    <a:pt x="364" y="121"/>
                    <a:pt x="354" y="121"/>
                  </a:cubicBezTo>
                  <a:cubicBezTo>
                    <a:pt x="329" y="121"/>
                    <a:pt x="311" y="110"/>
                    <a:pt x="301" y="101"/>
                  </a:cubicBezTo>
                  <a:cubicBezTo>
                    <a:pt x="299" y="101"/>
                    <a:pt x="299" y="100"/>
                    <a:pt x="298" y="100"/>
                  </a:cubicBezTo>
                  <a:cubicBezTo>
                    <a:pt x="299" y="97"/>
                    <a:pt x="299" y="97"/>
                    <a:pt x="299" y="97"/>
                  </a:cubicBezTo>
                  <a:lnTo>
                    <a:pt x="299" y="97"/>
                  </a:lnTo>
                  <a:cubicBezTo>
                    <a:pt x="305" y="92"/>
                    <a:pt x="306" y="84"/>
                    <a:pt x="306" y="77"/>
                  </a:cubicBezTo>
                  <a:cubicBezTo>
                    <a:pt x="306" y="67"/>
                    <a:pt x="302" y="56"/>
                    <a:pt x="294" y="51"/>
                  </a:cubicBezTo>
                  <a:cubicBezTo>
                    <a:pt x="239" y="7"/>
                    <a:pt x="239" y="7"/>
                    <a:pt x="239" y="7"/>
                  </a:cubicBezTo>
                  <a:cubicBezTo>
                    <a:pt x="232" y="3"/>
                    <a:pt x="225" y="0"/>
                    <a:pt x="218" y="0"/>
                  </a:cubicBezTo>
                  <a:cubicBezTo>
                    <a:pt x="207" y="0"/>
                    <a:pt x="198" y="5"/>
                    <a:pt x="191" y="14"/>
                  </a:cubicBezTo>
                  <a:cubicBezTo>
                    <a:pt x="7" y="255"/>
                    <a:pt x="7" y="255"/>
                    <a:pt x="7" y="255"/>
                  </a:cubicBezTo>
                  <a:cubicBezTo>
                    <a:pt x="1" y="262"/>
                    <a:pt x="0" y="269"/>
                    <a:pt x="0" y="276"/>
                  </a:cubicBezTo>
                  <a:cubicBezTo>
                    <a:pt x="0" y="285"/>
                    <a:pt x="4" y="296"/>
                    <a:pt x="12" y="303"/>
                  </a:cubicBezTo>
                  <a:close/>
                  <a:moveTo>
                    <a:pt x="270" y="403"/>
                  </a:moveTo>
                  <a:lnTo>
                    <a:pt x="270" y="403"/>
                  </a:lnTo>
                  <a:close/>
                  <a:moveTo>
                    <a:pt x="462" y="575"/>
                  </a:moveTo>
                  <a:lnTo>
                    <a:pt x="462" y="575"/>
                  </a:lnTo>
                  <a:cubicBezTo>
                    <a:pt x="462" y="581"/>
                    <a:pt x="461" y="586"/>
                    <a:pt x="457" y="590"/>
                  </a:cubicBezTo>
                  <a:cubicBezTo>
                    <a:pt x="441" y="612"/>
                    <a:pt x="441" y="612"/>
                    <a:pt x="441" y="612"/>
                  </a:cubicBezTo>
                  <a:cubicBezTo>
                    <a:pt x="436" y="618"/>
                    <a:pt x="430" y="622"/>
                    <a:pt x="421" y="622"/>
                  </a:cubicBezTo>
                  <a:cubicBezTo>
                    <a:pt x="417" y="622"/>
                    <a:pt x="412" y="619"/>
                    <a:pt x="408" y="616"/>
                  </a:cubicBezTo>
                  <a:cubicBezTo>
                    <a:pt x="402" y="612"/>
                    <a:pt x="398" y="605"/>
                    <a:pt x="398" y="597"/>
                  </a:cubicBezTo>
                  <a:cubicBezTo>
                    <a:pt x="398" y="591"/>
                    <a:pt x="399" y="587"/>
                    <a:pt x="403" y="583"/>
                  </a:cubicBezTo>
                  <a:cubicBezTo>
                    <a:pt x="405" y="581"/>
                    <a:pt x="405" y="581"/>
                    <a:pt x="405" y="581"/>
                  </a:cubicBezTo>
                  <a:cubicBezTo>
                    <a:pt x="420" y="561"/>
                    <a:pt x="420" y="561"/>
                    <a:pt x="420" y="561"/>
                  </a:cubicBezTo>
                  <a:cubicBezTo>
                    <a:pt x="424" y="554"/>
                    <a:pt x="432" y="552"/>
                    <a:pt x="439" y="552"/>
                  </a:cubicBezTo>
                  <a:cubicBezTo>
                    <a:pt x="443" y="552"/>
                    <a:pt x="449" y="553"/>
                    <a:pt x="453" y="556"/>
                  </a:cubicBezTo>
                  <a:cubicBezTo>
                    <a:pt x="460" y="561"/>
                    <a:pt x="462" y="568"/>
                    <a:pt x="462" y="575"/>
                  </a:cubicBezTo>
                  <a:close/>
                  <a:moveTo>
                    <a:pt x="399" y="486"/>
                  </a:moveTo>
                  <a:lnTo>
                    <a:pt x="399" y="486"/>
                  </a:lnTo>
                  <a:cubicBezTo>
                    <a:pt x="399" y="487"/>
                    <a:pt x="399" y="487"/>
                    <a:pt x="399" y="487"/>
                  </a:cubicBezTo>
                  <a:lnTo>
                    <a:pt x="399" y="487"/>
                  </a:lnTo>
                  <a:cubicBezTo>
                    <a:pt x="408" y="493"/>
                    <a:pt x="412" y="502"/>
                    <a:pt x="412" y="512"/>
                  </a:cubicBezTo>
                  <a:cubicBezTo>
                    <a:pt x="412" y="519"/>
                    <a:pt x="410" y="524"/>
                    <a:pt x="405" y="530"/>
                  </a:cubicBezTo>
                  <a:cubicBezTo>
                    <a:pt x="375" y="571"/>
                    <a:pt x="375" y="571"/>
                    <a:pt x="375" y="571"/>
                  </a:cubicBezTo>
                  <a:cubicBezTo>
                    <a:pt x="369" y="578"/>
                    <a:pt x="360" y="582"/>
                    <a:pt x="350" y="582"/>
                  </a:cubicBezTo>
                  <a:cubicBezTo>
                    <a:pt x="344" y="582"/>
                    <a:pt x="338" y="581"/>
                    <a:pt x="332" y="576"/>
                  </a:cubicBezTo>
                  <a:lnTo>
                    <a:pt x="332" y="576"/>
                  </a:lnTo>
                  <a:lnTo>
                    <a:pt x="332" y="576"/>
                  </a:lnTo>
                  <a:cubicBezTo>
                    <a:pt x="331" y="575"/>
                    <a:pt x="331" y="575"/>
                    <a:pt x="331" y="575"/>
                  </a:cubicBezTo>
                  <a:cubicBezTo>
                    <a:pt x="324" y="570"/>
                    <a:pt x="320" y="560"/>
                    <a:pt x="320" y="550"/>
                  </a:cubicBezTo>
                  <a:cubicBezTo>
                    <a:pt x="320" y="545"/>
                    <a:pt x="321" y="538"/>
                    <a:pt x="325" y="532"/>
                  </a:cubicBezTo>
                  <a:cubicBezTo>
                    <a:pt x="357" y="491"/>
                    <a:pt x="357" y="491"/>
                    <a:pt x="357" y="491"/>
                  </a:cubicBezTo>
                  <a:cubicBezTo>
                    <a:pt x="362" y="484"/>
                    <a:pt x="371" y="480"/>
                    <a:pt x="380" y="480"/>
                  </a:cubicBezTo>
                  <a:cubicBezTo>
                    <a:pt x="387" y="480"/>
                    <a:pt x="394" y="482"/>
                    <a:pt x="399" y="486"/>
                  </a:cubicBezTo>
                  <a:close/>
                  <a:moveTo>
                    <a:pt x="336" y="416"/>
                  </a:moveTo>
                  <a:lnTo>
                    <a:pt x="336" y="416"/>
                  </a:lnTo>
                  <a:lnTo>
                    <a:pt x="336" y="416"/>
                  </a:lnTo>
                  <a:lnTo>
                    <a:pt x="336" y="416"/>
                  </a:lnTo>
                  <a:cubicBezTo>
                    <a:pt x="344" y="423"/>
                    <a:pt x="349" y="431"/>
                    <a:pt x="349" y="440"/>
                  </a:cubicBezTo>
                  <a:cubicBezTo>
                    <a:pt x="349" y="447"/>
                    <a:pt x="347" y="454"/>
                    <a:pt x="343" y="460"/>
                  </a:cubicBezTo>
                  <a:cubicBezTo>
                    <a:pt x="288" y="530"/>
                    <a:pt x="288" y="530"/>
                    <a:pt x="288" y="530"/>
                  </a:cubicBezTo>
                  <a:cubicBezTo>
                    <a:pt x="283" y="538"/>
                    <a:pt x="273" y="542"/>
                    <a:pt x="263" y="542"/>
                  </a:cubicBezTo>
                  <a:cubicBezTo>
                    <a:pt x="258" y="542"/>
                    <a:pt x="251" y="541"/>
                    <a:pt x="246" y="535"/>
                  </a:cubicBezTo>
                  <a:cubicBezTo>
                    <a:pt x="244" y="535"/>
                    <a:pt x="244" y="535"/>
                    <a:pt x="244" y="535"/>
                  </a:cubicBezTo>
                  <a:lnTo>
                    <a:pt x="244" y="535"/>
                  </a:lnTo>
                  <a:cubicBezTo>
                    <a:pt x="237" y="528"/>
                    <a:pt x="233" y="520"/>
                    <a:pt x="233" y="510"/>
                  </a:cubicBezTo>
                  <a:cubicBezTo>
                    <a:pt x="233" y="504"/>
                    <a:pt x="235" y="497"/>
                    <a:pt x="239" y="491"/>
                  </a:cubicBezTo>
                  <a:cubicBezTo>
                    <a:pt x="294" y="421"/>
                    <a:pt x="294" y="421"/>
                    <a:pt x="294" y="421"/>
                  </a:cubicBezTo>
                  <a:lnTo>
                    <a:pt x="294" y="421"/>
                  </a:lnTo>
                  <a:cubicBezTo>
                    <a:pt x="299" y="413"/>
                    <a:pt x="307" y="409"/>
                    <a:pt x="317" y="409"/>
                  </a:cubicBezTo>
                  <a:cubicBezTo>
                    <a:pt x="324" y="409"/>
                    <a:pt x="331" y="412"/>
                    <a:pt x="336" y="416"/>
                  </a:cubicBezTo>
                  <a:close/>
                  <a:moveTo>
                    <a:pt x="229" y="351"/>
                  </a:moveTo>
                  <a:lnTo>
                    <a:pt x="229" y="351"/>
                  </a:lnTo>
                  <a:cubicBezTo>
                    <a:pt x="236" y="343"/>
                    <a:pt x="244" y="339"/>
                    <a:pt x="254" y="339"/>
                  </a:cubicBezTo>
                  <a:cubicBezTo>
                    <a:pt x="261" y="339"/>
                    <a:pt x="266" y="340"/>
                    <a:pt x="272" y="344"/>
                  </a:cubicBezTo>
                  <a:cubicBezTo>
                    <a:pt x="273" y="346"/>
                    <a:pt x="273" y="346"/>
                    <a:pt x="273" y="346"/>
                  </a:cubicBezTo>
                  <a:cubicBezTo>
                    <a:pt x="281" y="351"/>
                    <a:pt x="285" y="361"/>
                    <a:pt x="285" y="371"/>
                  </a:cubicBezTo>
                  <a:cubicBezTo>
                    <a:pt x="285" y="377"/>
                    <a:pt x="283" y="383"/>
                    <a:pt x="279" y="388"/>
                  </a:cubicBezTo>
                  <a:cubicBezTo>
                    <a:pt x="225" y="460"/>
                    <a:pt x="225" y="460"/>
                    <a:pt x="225" y="460"/>
                  </a:cubicBezTo>
                  <a:cubicBezTo>
                    <a:pt x="218" y="468"/>
                    <a:pt x="210" y="472"/>
                    <a:pt x="200" y="472"/>
                  </a:cubicBezTo>
                  <a:cubicBezTo>
                    <a:pt x="193" y="472"/>
                    <a:pt x="188" y="469"/>
                    <a:pt x="182" y="465"/>
                  </a:cubicBezTo>
                  <a:cubicBezTo>
                    <a:pt x="181" y="465"/>
                    <a:pt x="181" y="465"/>
                    <a:pt x="181" y="465"/>
                  </a:cubicBezTo>
                  <a:lnTo>
                    <a:pt x="181" y="465"/>
                  </a:lnTo>
                  <a:lnTo>
                    <a:pt x="181" y="465"/>
                  </a:lnTo>
                  <a:cubicBezTo>
                    <a:pt x="173" y="458"/>
                    <a:pt x="169" y="450"/>
                    <a:pt x="169" y="440"/>
                  </a:cubicBezTo>
                  <a:cubicBezTo>
                    <a:pt x="169" y="434"/>
                    <a:pt x="171" y="427"/>
                    <a:pt x="176" y="421"/>
                  </a:cubicBezTo>
                  <a:lnTo>
                    <a:pt x="176" y="421"/>
                  </a:lnTo>
                  <a:lnTo>
                    <a:pt x="229" y="351"/>
                  </a:lnTo>
                  <a:close/>
                  <a:moveTo>
                    <a:pt x="732" y="56"/>
                  </a:moveTo>
                  <a:lnTo>
                    <a:pt x="732" y="56"/>
                  </a:lnTo>
                  <a:cubicBezTo>
                    <a:pt x="797" y="31"/>
                    <a:pt x="797" y="31"/>
                    <a:pt x="797" y="31"/>
                  </a:cubicBezTo>
                  <a:cubicBezTo>
                    <a:pt x="799" y="31"/>
                    <a:pt x="799" y="31"/>
                    <a:pt x="799" y="31"/>
                  </a:cubicBezTo>
                  <a:cubicBezTo>
                    <a:pt x="800" y="31"/>
                    <a:pt x="803" y="33"/>
                    <a:pt x="803" y="34"/>
                  </a:cubicBezTo>
                  <a:cubicBezTo>
                    <a:pt x="898" y="295"/>
                    <a:pt x="898" y="295"/>
                    <a:pt x="898" y="295"/>
                  </a:cubicBezTo>
                  <a:cubicBezTo>
                    <a:pt x="907" y="320"/>
                    <a:pt x="907" y="320"/>
                    <a:pt x="907" y="320"/>
                  </a:cubicBezTo>
                  <a:cubicBezTo>
                    <a:pt x="907" y="321"/>
                    <a:pt x="907" y="321"/>
                    <a:pt x="907" y="321"/>
                  </a:cubicBezTo>
                  <a:cubicBezTo>
                    <a:pt x="907" y="324"/>
                    <a:pt x="906" y="325"/>
                    <a:pt x="904" y="325"/>
                  </a:cubicBezTo>
                  <a:cubicBezTo>
                    <a:pt x="839" y="350"/>
                    <a:pt x="839" y="350"/>
                    <a:pt x="839" y="350"/>
                  </a:cubicBezTo>
                  <a:cubicBezTo>
                    <a:pt x="837" y="350"/>
                    <a:pt x="837" y="350"/>
                    <a:pt x="837" y="350"/>
                  </a:cubicBezTo>
                  <a:cubicBezTo>
                    <a:pt x="836" y="350"/>
                    <a:pt x="834" y="349"/>
                    <a:pt x="833" y="347"/>
                  </a:cubicBezTo>
                  <a:cubicBezTo>
                    <a:pt x="833" y="346"/>
                    <a:pt x="833" y="346"/>
                    <a:pt x="833" y="346"/>
                  </a:cubicBezTo>
                  <a:cubicBezTo>
                    <a:pt x="729" y="62"/>
                    <a:pt x="729" y="62"/>
                    <a:pt x="729" y="62"/>
                  </a:cubicBezTo>
                  <a:cubicBezTo>
                    <a:pt x="729" y="60"/>
                    <a:pt x="729" y="60"/>
                    <a:pt x="729" y="60"/>
                  </a:cubicBezTo>
                  <a:cubicBezTo>
                    <a:pt x="729" y="58"/>
                    <a:pt x="730" y="56"/>
                    <a:pt x="732" y="56"/>
                  </a:cubicBezTo>
                  <a:close/>
                  <a:moveTo>
                    <a:pt x="432" y="118"/>
                  </a:moveTo>
                  <a:lnTo>
                    <a:pt x="432" y="118"/>
                  </a:lnTo>
                  <a:cubicBezTo>
                    <a:pt x="446" y="107"/>
                    <a:pt x="457" y="100"/>
                    <a:pt x="467" y="96"/>
                  </a:cubicBezTo>
                  <a:cubicBezTo>
                    <a:pt x="475" y="93"/>
                    <a:pt x="480" y="92"/>
                    <a:pt x="487" y="92"/>
                  </a:cubicBezTo>
                  <a:cubicBezTo>
                    <a:pt x="495" y="92"/>
                    <a:pt x="504" y="95"/>
                    <a:pt x="517" y="96"/>
                  </a:cubicBezTo>
                  <a:cubicBezTo>
                    <a:pt x="532" y="99"/>
                    <a:pt x="570" y="104"/>
                    <a:pt x="604" y="108"/>
                  </a:cubicBezTo>
                  <a:cubicBezTo>
                    <a:pt x="622" y="111"/>
                    <a:pt x="638" y="112"/>
                    <a:pt x="651" y="114"/>
                  </a:cubicBezTo>
                  <a:cubicBezTo>
                    <a:pt x="657" y="115"/>
                    <a:pt x="663" y="115"/>
                    <a:pt x="667" y="117"/>
                  </a:cubicBezTo>
                  <a:cubicBezTo>
                    <a:pt x="668" y="117"/>
                    <a:pt x="671" y="117"/>
                    <a:pt x="673" y="117"/>
                  </a:cubicBezTo>
                  <a:cubicBezTo>
                    <a:pt x="674" y="117"/>
                    <a:pt x="674" y="117"/>
                    <a:pt x="675" y="117"/>
                  </a:cubicBezTo>
                  <a:lnTo>
                    <a:pt x="675" y="117"/>
                  </a:lnTo>
                  <a:cubicBezTo>
                    <a:pt x="677" y="117"/>
                    <a:pt x="677" y="117"/>
                    <a:pt x="677" y="117"/>
                  </a:cubicBezTo>
                  <a:cubicBezTo>
                    <a:pt x="679" y="117"/>
                    <a:pt x="681" y="117"/>
                    <a:pt x="684" y="115"/>
                  </a:cubicBezTo>
                  <a:cubicBezTo>
                    <a:pt x="690" y="114"/>
                    <a:pt x="699" y="111"/>
                    <a:pt x="705" y="108"/>
                  </a:cubicBezTo>
                  <a:cubicBezTo>
                    <a:pt x="708" y="107"/>
                    <a:pt x="711" y="106"/>
                    <a:pt x="714" y="104"/>
                  </a:cubicBezTo>
                  <a:cubicBezTo>
                    <a:pt x="799" y="338"/>
                    <a:pt x="799" y="338"/>
                    <a:pt x="799" y="338"/>
                  </a:cubicBezTo>
                  <a:cubicBezTo>
                    <a:pt x="764" y="351"/>
                    <a:pt x="764" y="351"/>
                    <a:pt x="764" y="351"/>
                  </a:cubicBezTo>
                  <a:cubicBezTo>
                    <a:pt x="692" y="296"/>
                    <a:pt x="692" y="296"/>
                    <a:pt x="692" y="296"/>
                  </a:cubicBezTo>
                  <a:cubicBezTo>
                    <a:pt x="692" y="296"/>
                    <a:pt x="684" y="290"/>
                    <a:pt x="670" y="279"/>
                  </a:cubicBezTo>
                  <a:cubicBezTo>
                    <a:pt x="631" y="248"/>
                    <a:pt x="550" y="187"/>
                    <a:pt x="538" y="177"/>
                  </a:cubicBezTo>
                  <a:lnTo>
                    <a:pt x="538" y="177"/>
                  </a:lnTo>
                  <a:cubicBezTo>
                    <a:pt x="528" y="170"/>
                    <a:pt x="516" y="166"/>
                    <a:pt x="502" y="166"/>
                  </a:cubicBezTo>
                  <a:cubicBezTo>
                    <a:pt x="486" y="166"/>
                    <a:pt x="468" y="173"/>
                    <a:pt x="451" y="187"/>
                  </a:cubicBezTo>
                  <a:cubicBezTo>
                    <a:pt x="442" y="195"/>
                    <a:pt x="431" y="207"/>
                    <a:pt x="419" y="217"/>
                  </a:cubicBezTo>
                  <a:cubicBezTo>
                    <a:pt x="413" y="221"/>
                    <a:pt x="408" y="225"/>
                    <a:pt x="402" y="228"/>
                  </a:cubicBezTo>
                  <a:cubicBezTo>
                    <a:pt x="397" y="230"/>
                    <a:pt x="392" y="232"/>
                    <a:pt x="387" y="232"/>
                  </a:cubicBezTo>
                  <a:cubicBezTo>
                    <a:pt x="382" y="232"/>
                    <a:pt x="376" y="230"/>
                    <a:pt x="368" y="222"/>
                  </a:cubicBezTo>
                  <a:cubicBezTo>
                    <a:pt x="364" y="218"/>
                    <a:pt x="361" y="214"/>
                    <a:pt x="360" y="211"/>
                  </a:cubicBezTo>
                  <a:cubicBezTo>
                    <a:pt x="358" y="207"/>
                    <a:pt x="357" y="204"/>
                    <a:pt x="357" y="200"/>
                  </a:cubicBezTo>
                  <a:cubicBezTo>
                    <a:pt x="357" y="196"/>
                    <a:pt x="358" y="192"/>
                    <a:pt x="361" y="185"/>
                  </a:cubicBezTo>
                  <a:cubicBezTo>
                    <a:pt x="366" y="177"/>
                    <a:pt x="375" y="166"/>
                    <a:pt x="387" y="155"/>
                  </a:cubicBezTo>
                  <a:cubicBezTo>
                    <a:pt x="399" y="143"/>
                    <a:pt x="414" y="130"/>
                    <a:pt x="432" y="118"/>
                  </a:cubicBezTo>
                  <a:close/>
                  <a:moveTo>
                    <a:pt x="30" y="273"/>
                  </a:moveTo>
                  <a:lnTo>
                    <a:pt x="30" y="273"/>
                  </a:lnTo>
                  <a:cubicBezTo>
                    <a:pt x="214" y="31"/>
                    <a:pt x="214" y="31"/>
                    <a:pt x="214" y="31"/>
                  </a:cubicBezTo>
                  <a:cubicBezTo>
                    <a:pt x="215" y="30"/>
                    <a:pt x="217" y="30"/>
                    <a:pt x="218" y="30"/>
                  </a:cubicBezTo>
                  <a:cubicBezTo>
                    <a:pt x="221" y="30"/>
                    <a:pt x="221" y="30"/>
                    <a:pt x="221" y="30"/>
                  </a:cubicBezTo>
                  <a:cubicBezTo>
                    <a:pt x="276" y="73"/>
                    <a:pt x="276" y="73"/>
                    <a:pt x="276" y="73"/>
                  </a:cubicBezTo>
                  <a:cubicBezTo>
                    <a:pt x="277" y="74"/>
                    <a:pt x="277" y="75"/>
                    <a:pt x="277" y="77"/>
                  </a:cubicBezTo>
                  <a:cubicBezTo>
                    <a:pt x="276" y="80"/>
                    <a:pt x="276" y="80"/>
                    <a:pt x="276" y="80"/>
                  </a:cubicBezTo>
                  <a:cubicBezTo>
                    <a:pt x="108" y="299"/>
                    <a:pt x="108" y="299"/>
                    <a:pt x="108" y="299"/>
                  </a:cubicBezTo>
                  <a:cubicBezTo>
                    <a:pt x="92" y="321"/>
                    <a:pt x="92" y="321"/>
                    <a:pt x="92" y="321"/>
                  </a:cubicBezTo>
                  <a:cubicBezTo>
                    <a:pt x="91" y="322"/>
                    <a:pt x="91" y="322"/>
                    <a:pt x="88" y="322"/>
                  </a:cubicBezTo>
                  <a:cubicBezTo>
                    <a:pt x="86" y="322"/>
                    <a:pt x="86" y="322"/>
                    <a:pt x="86" y="322"/>
                  </a:cubicBezTo>
                  <a:lnTo>
                    <a:pt x="86" y="322"/>
                  </a:lnTo>
                  <a:cubicBezTo>
                    <a:pt x="30" y="280"/>
                    <a:pt x="30" y="280"/>
                    <a:pt x="30" y="280"/>
                  </a:cubicBezTo>
                  <a:cubicBezTo>
                    <a:pt x="29" y="279"/>
                    <a:pt x="29" y="277"/>
                    <a:pt x="29" y="276"/>
                  </a:cubicBezTo>
                  <a:lnTo>
                    <a:pt x="30" y="2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4">
              <a:extLst>
                <a:ext uri="{FF2B5EF4-FFF2-40B4-BE49-F238E27FC236}">
                  <a16:creationId xmlns:a16="http://schemas.microsoft.com/office/drawing/2014/main" id="{DDE1BC6B-35C4-30CE-E2A4-CABFF0BD1D8D}"/>
                </a:ext>
              </a:extLst>
            </p:cNvPr>
            <p:cNvSpPr>
              <a:spLocks noChangeArrowheads="1"/>
            </p:cNvSpPr>
            <p:nvPr/>
          </p:nvSpPr>
          <p:spPr bwMode="auto">
            <a:xfrm>
              <a:off x="5395913" y="3308350"/>
              <a:ext cx="1587" cy="1588"/>
            </a:xfrm>
            <a:custGeom>
              <a:avLst/>
              <a:gdLst>
                <a:gd name="T0" fmla="*/ 0 w 1"/>
                <a:gd name="T1" fmla="*/ 0 h 2"/>
                <a:gd name="T2" fmla="*/ 0 w 1"/>
                <a:gd name="T3" fmla="*/ 0 h 2"/>
                <a:gd name="T4" fmla="*/ 0 w 1"/>
                <a:gd name="T5" fmla="*/ 1 h 2"/>
                <a:gd name="T6" fmla="*/ 0 w 1"/>
                <a:gd name="T7" fmla="*/ 1 h 2"/>
                <a:gd name="T8" fmla="*/ 0 w 1"/>
                <a:gd name="T9" fmla="*/ 0 h 2"/>
              </a:gdLst>
              <a:ahLst/>
              <a:cxnLst>
                <a:cxn ang="0">
                  <a:pos x="T0" y="T1"/>
                </a:cxn>
                <a:cxn ang="0">
                  <a:pos x="T2" y="T3"/>
                </a:cxn>
                <a:cxn ang="0">
                  <a:pos x="T4" y="T5"/>
                </a:cxn>
                <a:cxn ang="0">
                  <a:pos x="T6" y="T7"/>
                </a:cxn>
                <a:cxn ang="0">
                  <a:pos x="T8" y="T9"/>
                </a:cxn>
              </a:cxnLst>
              <a:rect l="0" t="0" r="r" b="b"/>
              <a:pathLst>
                <a:path w="1" h="2">
                  <a:moveTo>
                    <a:pt x="0" y="0"/>
                  </a:moveTo>
                  <a:lnTo>
                    <a:pt x="0" y="0"/>
                  </a:lnTo>
                  <a:cubicBezTo>
                    <a:pt x="0" y="1"/>
                    <a:pt x="0" y="1"/>
                    <a:pt x="0" y="1"/>
                  </a:cubicBezTo>
                  <a:lnTo>
                    <a:pt x="0" y="1"/>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7" name="Freeform 435">
            <a:extLst>
              <a:ext uri="{FF2B5EF4-FFF2-40B4-BE49-F238E27FC236}">
                <a16:creationId xmlns:a16="http://schemas.microsoft.com/office/drawing/2014/main" id="{40BE6530-95E1-3047-3030-53A6E312ED63}"/>
              </a:ext>
            </a:extLst>
          </p:cNvPr>
          <p:cNvSpPr>
            <a:spLocks noChangeArrowheads="1"/>
          </p:cNvSpPr>
          <p:nvPr/>
        </p:nvSpPr>
        <p:spPr bwMode="auto">
          <a:xfrm>
            <a:off x="6810499" y="2867546"/>
            <a:ext cx="190500" cy="254000"/>
          </a:xfrm>
          <a:custGeom>
            <a:avLst/>
            <a:gdLst>
              <a:gd name="T0" fmla="*/ 527 w 529"/>
              <a:gd name="T1" fmla="*/ 424 h 704"/>
              <a:gd name="T2" fmla="*/ 527 w 529"/>
              <a:gd name="T3" fmla="*/ 336 h 704"/>
              <a:gd name="T4" fmla="*/ 438 w 529"/>
              <a:gd name="T5" fmla="*/ 263 h 704"/>
              <a:gd name="T6" fmla="*/ 350 w 529"/>
              <a:gd name="T7" fmla="*/ 204 h 704"/>
              <a:gd name="T8" fmla="*/ 263 w 529"/>
              <a:gd name="T9" fmla="*/ 145 h 704"/>
              <a:gd name="T10" fmla="*/ 247 w 529"/>
              <a:gd name="T11" fmla="*/ 16 h 704"/>
              <a:gd name="T12" fmla="*/ 165 w 529"/>
              <a:gd name="T13" fmla="*/ 16 h 704"/>
              <a:gd name="T14" fmla="*/ 147 w 529"/>
              <a:gd name="T15" fmla="*/ 277 h 704"/>
              <a:gd name="T16" fmla="*/ 132 w 529"/>
              <a:gd name="T17" fmla="*/ 351 h 704"/>
              <a:gd name="T18" fmla="*/ 118 w 529"/>
              <a:gd name="T19" fmla="*/ 248 h 704"/>
              <a:gd name="T20" fmla="*/ 0 w 529"/>
              <a:gd name="T21" fmla="*/ 219 h 704"/>
              <a:gd name="T22" fmla="*/ 0 w 529"/>
              <a:gd name="T23" fmla="*/ 365 h 704"/>
              <a:gd name="T24" fmla="*/ 7 w 529"/>
              <a:gd name="T25" fmla="*/ 451 h 704"/>
              <a:gd name="T26" fmla="*/ 90 w 529"/>
              <a:gd name="T27" fmla="*/ 568 h 704"/>
              <a:gd name="T28" fmla="*/ 118 w 529"/>
              <a:gd name="T29" fmla="*/ 688 h 704"/>
              <a:gd name="T30" fmla="*/ 132 w 529"/>
              <a:gd name="T31" fmla="*/ 703 h 704"/>
              <a:gd name="T32" fmla="*/ 465 w 529"/>
              <a:gd name="T33" fmla="*/ 698 h 704"/>
              <a:gd name="T34" fmla="*/ 497 w 529"/>
              <a:gd name="T35" fmla="*/ 561 h 704"/>
              <a:gd name="T36" fmla="*/ 471 w 529"/>
              <a:gd name="T37" fmla="*/ 550 h 704"/>
              <a:gd name="T38" fmla="*/ 440 w 529"/>
              <a:gd name="T39" fmla="*/ 672 h 704"/>
              <a:gd name="T40" fmla="*/ 147 w 529"/>
              <a:gd name="T41" fmla="*/ 659 h 704"/>
              <a:gd name="T42" fmla="*/ 63 w 529"/>
              <a:gd name="T43" fmla="*/ 484 h 704"/>
              <a:gd name="T44" fmla="*/ 30 w 529"/>
              <a:gd name="T45" fmla="*/ 424 h 704"/>
              <a:gd name="T46" fmla="*/ 30 w 529"/>
              <a:gd name="T47" fmla="*/ 336 h 704"/>
              <a:gd name="T48" fmla="*/ 44 w 529"/>
              <a:gd name="T49" fmla="*/ 204 h 704"/>
              <a:gd name="T50" fmla="*/ 88 w 529"/>
              <a:gd name="T51" fmla="*/ 248 h 704"/>
              <a:gd name="T52" fmla="*/ 132 w 529"/>
              <a:gd name="T53" fmla="*/ 380 h 704"/>
              <a:gd name="T54" fmla="*/ 175 w 529"/>
              <a:gd name="T55" fmla="*/ 277 h 704"/>
              <a:gd name="T56" fmla="*/ 206 w 529"/>
              <a:gd name="T57" fmla="*/ 29 h 704"/>
              <a:gd name="T58" fmla="*/ 235 w 529"/>
              <a:gd name="T59" fmla="*/ 145 h 704"/>
              <a:gd name="T60" fmla="*/ 235 w 529"/>
              <a:gd name="T61" fmla="*/ 365 h 704"/>
              <a:gd name="T62" fmla="*/ 263 w 529"/>
              <a:gd name="T63" fmla="*/ 365 h 704"/>
              <a:gd name="T64" fmla="*/ 278 w 529"/>
              <a:gd name="T65" fmla="*/ 176 h 704"/>
              <a:gd name="T66" fmla="*/ 322 w 529"/>
              <a:gd name="T67" fmla="*/ 219 h 704"/>
              <a:gd name="T68" fmla="*/ 337 w 529"/>
              <a:gd name="T69" fmla="*/ 380 h 704"/>
              <a:gd name="T70" fmla="*/ 351 w 529"/>
              <a:gd name="T71" fmla="*/ 365 h 704"/>
              <a:gd name="T72" fmla="*/ 366 w 529"/>
              <a:gd name="T73" fmla="*/ 233 h 704"/>
              <a:gd name="T74" fmla="*/ 410 w 529"/>
              <a:gd name="T75" fmla="*/ 277 h 704"/>
              <a:gd name="T76" fmla="*/ 425 w 529"/>
              <a:gd name="T77" fmla="*/ 380 h 704"/>
              <a:gd name="T78" fmla="*/ 439 w 529"/>
              <a:gd name="T79" fmla="*/ 292 h 704"/>
              <a:gd name="T80" fmla="*/ 486 w 529"/>
              <a:gd name="T81" fmla="*/ 305 h 704"/>
              <a:gd name="T82" fmla="*/ 498 w 529"/>
              <a:gd name="T83" fmla="*/ 424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529" h="704">
                <a:moveTo>
                  <a:pt x="527" y="424"/>
                </a:moveTo>
                <a:lnTo>
                  <a:pt x="527" y="424"/>
                </a:lnTo>
                <a:lnTo>
                  <a:pt x="527" y="424"/>
                </a:lnTo>
                <a:cubicBezTo>
                  <a:pt x="527" y="336"/>
                  <a:pt x="527" y="336"/>
                  <a:pt x="527" y="336"/>
                </a:cubicBezTo>
                <a:cubicBezTo>
                  <a:pt x="527" y="296"/>
                  <a:pt x="495" y="263"/>
                  <a:pt x="454" y="263"/>
                </a:cubicBezTo>
                <a:cubicBezTo>
                  <a:pt x="438" y="263"/>
                  <a:pt x="438" y="263"/>
                  <a:pt x="438" y="263"/>
                </a:cubicBezTo>
                <a:cubicBezTo>
                  <a:pt x="431" y="229"/>
                  <a:pt x="402" y="204"/>
                  <a:pt x="366" y="204"/>
                </a:cubicBezTo>
                <a:cubicBezTo>
                  <a:pt x="350" y="204"/>
                  <a:pt x="350" y="204"/>
                  <a:pt x="350" y="204"/>
                </a:cubicBezTo>
                <a:cubicBezTo>
                  <a:pt x="343" y="171"/>
                  <a:pt x="314" y="145"/>
                  <a:pt x="278" y="145"/>
                </a:cubicBezTo>
                <a:cubicBezTo>
                  <a:pt x="263" y="145"/>
                  <a:pt x="263" y="145"/>
                  <a:pt x="263" y="145"/>
                </a:cubicBezTo>
                <a:cubicBezTo>
                  <a:pt x="263" y="57"/>
                  <a:pt x="263" y="57"/>
                  <a:pt x="263" y="57"/>
                </a:cubicBezTo>
                <a:cubicBezTo>
                  <a:pt x="263" y="42"/>
                  <a:pt x="258" y="27"/>
                  <a:pt x="247" y="16"/>
                </a:cubicBezTo>
                <a:cubicBezTo>
                  <a:pt x="236" y="7"/>
                  <a:pt x="222" y="0"/>
                  <a:pt x="206" y="0"/>
                </a:cubicBezTo>
                <a:cubicBezTo>
                  <a:pt x="189" y="0"/>
                  <a:pt x="174" y="7"/>
                  <a:pt x="165" y="16"/>
                </a:cubicBezTo>
                <a:cubicBezTo>
                  <a:pt x="154" y="27"/>
                  <a:pt x="147" y="42"/>
                  <a:pt x="147" y="57"/>
                </a:cubicBezTo>
                <a:cubicBezTo>
                  <a:pt x="147" y="277"/>
                  <a:pt x="147" y="277"/>
                  <a:pt x="147" y="277"/>
                </a:cubicBezTo>
                <a:cubicBezTo>
                  <a:pt x="147" y="336"/>
                  <a:pt x="147" y="336"/>
                  <a:pt x="147" y="336"/>
                </a:cubicBezTo>
                <a:cubicBezTo>
                  <a:pt x="147" y="344"/>
                  <a:pt x="140" y="351"/>
                  <a:pt x="132" y="351"/>
                </a:cubicBezTo>
                <a:cubicBezTo>
                  <a:pt x="125" y="351"/>
                  <a:pt x="118" y="344"/>
                  <a:pt x="118" y="336"/>
                </a:cubicBezTo>
                <a:cubicBezTo>
                  <a:pt x="118" y="248"/>
                  <a:pt x="118" y="248"/>
                  <a:pt x="118" y="248"/>
                </a:cubicBezTo>
                <a:cubicBezTo>
                  <a:pt x="118" y="208"/>
                  <a:pt x="85" y="176"/>
                  <a:pt x="44" y="176"/>
                </a:cubicBezTo>
                <a:cubicBezTo>
                  <a:pt x="20" y="176"/>
                  <a:pt x="0" y="195"/>
                  <a:pt x="0" y="219"/>
                </a:cubicBezTo>
                <a:cubicBezTo>
                  <a:pt x="0" y="336"/>
                  <a:pt x="0" y="336"/>
                  <a:pt x="0" y="336"/>
                </a:cubicBezTo>
                <a:cubicBezTo>
                  <a:pt x="0" y="365"/>
                  <a:pt x="0" y="365"/>
                  <a:pt x="0" y="365"/>
                </a:cubicBezTo>
                <a:cubicBezTo>
                  <a:pt x="0" y="424"/>
                  <a:pt x="0" y="424"/>
                  <a:pt x="0" y="424"/>
                </a:cubicBezTo>
                <a:cubicBezTo>
                  <a:pt x="0" y="434"/>
                  <a:pt x="3" y="443"/>
                  <a:pt x="7" y="451"/>
                </a:cubicBezTo>
                <a:cubicBezTo>
                  <a:pt x="14" y="468"/>
                  <a:pt x="25" y="482"/>
                  <a:pt x="36" y="497"/>
                </a:cubicBezTo>
                <a:cubicBezTo>
                  <a:pt x="53" y="517"/>
                  <a:pt x="74" y="541"/>
                  <a:pt x="90" y="568"/>
                </a:cubicBezTo>
                <a:cubicBezTo>
                  <a:pt x="105" y="594"/>
                  <a:pt x="118" y="623"/>
                  <a:pt x="118" y="659"/>
                </a:cubicBezTo>
                <a:cubicBezTo>
                  <a:pt x="118" y="688"/>
                  <a:pt x="118" y="688"/>
                  <a:pt x="118" y="688"/>
                </a:cubicBezTo>
                <a:cubicBezTo>
                  <a:pt x="118" y="692"/>
                  <a:pt x="119" y="696"/>
                  <a:pt x="122" y="698"/>
                </a:cubicBezTo>
                <a:cubicBezTo>
                  <a:pt x="125" y="701"/>
                  <a:pt x="129" y="703"/>
                  <a:pt x="132" y="703"/>
                </a:cubicBezTo>
                <a:cubicBezTo>
                  <a:pt x="454" y="703"/>
                  <a:pt x="454" y="703"/>
                  <a:pt x="454" y="703"/>
                </a:cubicBezTo>
                <a:cubicBezTo>
                  <a:pt x="458" y="703"/>
                  <a:pt x="462" y="701"/>
                  <a:pt x="465" y="698"/>
                </a:cubicBezTo>
                <a:cubicBezTo>
                  <a:pt x="468" y="696"/>
                  <a:pt x="469" y="692"/>
                  <a:pt x="469" y="688"/>
                </a:cubicBezTo>
                <a:cubicBezTo>
                  <a:pt x="469" y="631"/>
                  <a:pt x="483" y="598"/>
                  <a:pt x="497" y="561"/>
                </a:cubicBezTo>
                <a:cubicBezTo>
                  <a:pt x="512" y="524"/>
                  <a:pt x="528" y="486"/>
                  <a:pt x="527" y="424"/>
                </a:cubicBezTo>
                <a:close/>
                <a:moveTo>
                  <a:pt x="471" y="550"/>
                </a:moveTo>
                <a:lnTo>
                  <a:pt x="471" y="550"/>
                </a:lnTo>
                <a:cubicBezTo>
                  <a:pt x="457" y="583"/>
                  <a:pt x="442" y="620"/>
                  <a:pt x="440" y="672"/>
                </a:cubicBezTo>
                <a:cubicBezTo>
                  <a:pt x="147" y="672"/>
                  <a:pt x="147" y="672"/>
                  <a:pt x="147" y="672"/>
                </a:cubicBezTo>
                <a:cubicBezTo>
                  <a:pt x="147" y="659"/>
                  <a:pt x="147" y="659"/>
                  <a:pt x="147" y="659"/>
                </a:cubicBezTo>
                <a:cubicBezTo>
                  <a:pt x="147" y="627"/>
                  <a:pt x="138" y="598"/>
                  <a:pt x="127" y="574"/>
                </a:cubicBezTo>
                <a:cubicBezTo>
                  <a:pt x="110" y="538"/>
                  <a:pt x="84" y="509"/>
                  <a:pt x="63" y="484"/>
                </a:cubicBezTo>
                <a:cubicBezTo>
                  <a:pt x="53" y="472"/>
                  <a:pt x="44" y="460"/>
                  <a:pt x="38" y="450"/>
                </a:cubicBezTo>
                <a:cubicBezTo>
                  <a:pt x="33" y="440"/>
                  <a:pt x="30" y="431"/>
                  <a:pt x="30" y="424"/>
                </a:cubicBezTo>
                <a:cubicBezTo>
                  <a:pt x="30" y="365"/>
                  <a:pt x="30" y="365"/>
                  <a:pt x="30" y="365"/>
                </a:cubicBezTo>
                <a:cubicBezTo>
                  <a:pt x="30" y="336"/>
                  <a:pt x="30" y="336"/>
                  <a:pt x="30" y="336"/>
                </a:cubicBezTo>
                <a:cubicBezTo>
                  <a:pt x="30" y="219"/>
                  <a:pt x="30" y="219"/>
                  <a:pt x="30" y="219"/>
                </a:cubicBezTo>
                <a:cubicBezTo>
                  <a:pt x="30" y="211"/>
                  <a:pt x="37" y="204"/>
                  <a:pt x="44" y="204"/>
                </a:cubicBezTo>
                <a:cubicBezTo>
                  <a:pt x="56" y="204"/>
                  <a:pt x="67" y="210"/>
                  <a:pt x="75" y="217"/>
                </a:cubicBezTo>
                <a:cubicBezTo>
                  <a:pt x="84" y="225"/>
                  <a:pt x="88" y="236"/>
                  <a:pt x="88" y="248"/>
                </a:cubicBezTo>
                <a:cubicBezTo>
                  <a:pt x="88" y="336"/>
                  <a:pt x="88" y="336"/>
                  <a:pt x="88" y="336"/>
                </a:cubicBezTo>
                <a:cubicBezTo>
                  <a:pt x="88" y="361"/>
                  <a:pt x="108" y="380"/>
                  <a:pt x="132" y="380"/>
                </a:cubicBezTo>
                <a:cubicBezTo>
                  <a:pt x="156" y="380"/>
                  <a:pt x="175" y="361"/>
                  <a:pt x="175" y="336"/>
                </a:cubicBezTo>
                <a:cubicBezTo>
                  <a:pt x="175" y="277"/>
                  <a:pt x="175" y="277"/>
                  <a:pt x="175" y="277"/>
                </a:cubicBezTo>
                <a:cubicBezTo>
                  <a:pt x="175" y="57"/>
                  <a:pt x="175" y="57"/>
                  <a:pt x="175" y="57"/>
                </a:cubicBezTo>
                <a:cubicBezTo>
                  <a:pt x="175" y="42"/>
                  <a:pt x="189" y="29"/>
                  <a:pt x="206" y="29"/>
                </a:cubicBezTo>
                <a:cubicBezTo>
                  <a:pt x="222" y="29"/>
                  <a:pt x="235" y="42"/>
                  <a:pt x="235" y="57"/>
                </a:cubicBezTo>
                <a:cubicBezTo>
                  <a:pt x="235" y="145"/>
                  <a:pt x="235" y="145"/>
                  <a:pt x="235" y="145"/>
                </a:cubicBezTo>
                <a:cubicBezTo>
                  <a:pt x="235" y="160"/>
                  <a:pt x="235" y="160"/>
                  <a:pt x="235" y="160"/>
                </a:cubicBezTo>
                <a:cubicBezTo>
                  <a:pt x="235" y="365"/>
                  <a:pt x="235" y="365"/>
                  <a:pt x="235" y="365"/>
                </a:cubicBezTo>
                <a:cubicBezTo>
                  <a:pt x="235" y="373"/>
                  <a:pt x="241" y="380"/>
                  <a:pt x="250" y="380"/>
                </a:cubicBezTo>
                <a:cubicBezTo>
                  <a:pt x="258" y="380"/>
                  <a:pt x="263" y="373"/>
                  <a:pt x="263" y="365"/>
                </a:cubicBezTo>
                <a:cubicBezTo>
                  <a:pt x="263" y="176"/>
                  <a:pt x="263" y="176"/>
                  <a:pt x="263" y="176"/>
                </a:cubicBezTo>
                <a:cubicBezTo>
                  <a:pt x="278" y="176"/>
                  <a:pt x="278" y="176"/>
                  <a:pt x="278" y="176"/>
                </a:cubicBezTo>
                <a:cubicBezTo>
                  <a:pt x="291" y="176"/>
                  <a:pt x="302" y="180"/>
                  <a:pt x="310" y="188"/>
                </a:cubicBezTo>
                <a:cubicBezTo>
                  <a:pt x="318" y="196"/>
                  <a:pt x="322" y="207"/>
                  <a:pt x="322" y="219"/>
                </a:cubicBezTo>
                <a:cubicBezTo>
                  <a:pt x="322" y="365"/>
                  <a:pt x="322" y="365"/>
                  <a:pt x="322" y="365"/>
                </a:cubicBezTo>
                <a:cubicBezTo>
                  <a:pt x="322" y="373"/>
                  <a:pt x="329" y="380"/>
                  <a:pt x="337" y="380"/>
                </a:cubicBezTo>
                <a:cubicBezTo>
                  <a:pt x="346" y="380"/>
                  <a:pt x="351" y="373"/>
                  <a:pt x="351" y="365"/>
                </a:cubicBezTo>
                <a:lnTo>
                  <a:pt x="351" y="365"/>
                </a:lnTo>
                <a:cubicBezTo>
                  <a:pt x="351" y="233"/>
                  <a:pt x="351" y="233"/>
                  <a:pt x="351" y="233"/>
                </a:cubicBezTo>
                <a:cubicBezTo>
                  <a:pt x="366" y="233"/>
                  <a:pt x="366" y="233"/>
                  <a:pt x="366" y="233"/>
                </a:cubicBezTo>
                <a:cubicBezTo>
                  <a:pt x="379" y="233"/>
                  <a:pt x="390" y="239"/>
                  <a:pt x="398" y="247"/>
                </a:cubicBezTo>
                <a:cubicBezTo>
                  <a:pt x="406" y="255"/>
                  <a:pt x="410" y="266"/>
                  <a:pt x="410" y="277"/>
                </a:cubicBezTo>
                <a:cubicBezTo>
                  <a:pt x="410" y="365"/>
                  <a:pt x="410" y="365"/>
                  <a:pt x="410" y="365"/>
                </a:cubicBezTo>
                <a:cubicBezTo>
                  <a:pt x="410" y="373"/>
                  <a:pt x="417" y="380"/>
                  <a:pt x="425" y="380"/>
                </a:cubicBezTo>
                <a:cubicBezTo>
                  <a:pt x="434" y="380"/>
                  <a:pt x="439" y="373"/>
                  <a:pt x="439" y="365"/>
                </a:cubicBezTo>
                <a:cubicBezTo>
                  <a:pt x="439" y="292"/>
                  <a:pt x="439" y="292"/>
                  <a:pt x="439" y="292"/>
                </a:cubicBezTo>
                <a:cubicBezTo>
                  <a:pt x="454" y="292"/>
                  <a:pt x="454" y="292"/>
                  <a:pt x="454" y="292"/>
                </a:cubicBezTo>
                <a:cubicBezTo>
                  <a:pt x="467" y="292"/>
                  <a:pt x="477" y="298"/>
                  <a:pt x="486" y="305"/>
                </a:cubicBezTo>
                <a:cubicBezTo>
                  <a:pt x="494" y="313"/>
                  <a:pt x="498" y="324"/>
                  <a:pt x="498" y="336"/>
                </a:cubicBezTo>
                <a:cubicBezTo>
                  <a:pt x="498" y="424"/>
                  <a:pt x="498" y="424"/>
                  <a:pt x="498" y="424"/>
                </a:cubicBezTo>
                <a:cubicBezTo>
                  <a:pt x="498" y="480"/>
                  <a:pt x="484" y="513"/>
                  <a:pt x="471" y="550"/>
                </a:cubicBezTo>
                <a:close/>
              </a:path>
            </a:pathLst>
          </a:custGeom>
          <a:solidFill>
            <a:schemeClr val="accent4"/>
          </a:solidFill>
          <a:ln>
            <a:noFill/>
          </a:ln>
          <a:effectLst/>
        </p:spPr>
        <p:txBody>
          <a:bodyPr wrap="none" anchor="ctr"/>
          <a:lstStyle/>
          <a:p>
            <a:endParaRPr lang="da-DK"/>
          </a:p>
        </p:txBody>
      </p:sp>
      <p:grpSp>
        <p:nvGrpSpPr>
          <p:cNvPr id="528" name="Group 531">
            <a:extLst>
              <a:ext uri="{FF2B5EF4-FFF2-40B4-BE49-F238E27FC236}">
                <a16:creationId xmlns:a16="http://schemas.microsoft.com/office/drawing/2014/main" id="{059088BB-81A8-0ADF-98AA-62A41A1CD3E0}"/>
              </a:ext>
            </a:extLst>
          </p:cNvPr>
          <p:cNvGrpSpPr/>
          <p:nvPr/>
        </p:nvGrpSpPr>
        <p:grpSpPr>
          <a:xfrm>
            <a:off x="7294686" y="2869134"/>
            <a:ext cx="239713" cy="250825"/>
            <a:chOff x="6153150" y="3113088"/>
            <a:chExt cx="239713" cy="250825"/>
          </a:xfrm>
          <a:solidFill>
            <a:schemeClr val="accent4"/>
          </a:solidFill>
        </p:grpSpPr>
        <p:sp>
          <p:nvSpPr>
            <p:cNvPr id="529" name="Freeform 436">
              <a:extLst>
                <a:ext uri="{FF2B5EF4-FFF2-40B4-BE49-F238E27FC236}">
                  <a16:creationId xmlns:a16="http://schemas.microsoft.com/office/drawing/2014/main" id="{1E944CFE-7BD9-6AA9-0ED6-3934BB7A92D1}"/>
                </a:ext>
              </a:extLst>
            </p:cNvPr>
            <p:cNvSpPr>
              <a:spLocks noChangeArrowheads="1"/>
            </p:cNvSpPr>
            <p:nvPr/>
          </p:nvSpPr>
          <p:spPr bwMode="auto">
            <a:xfrm>
              <a:off x="6202363" y="3325813"/>
              <a:ext cx="20637" cy="20637"/>
            </a:xfrm>
            <a:custGeom>
              <a:avLst/>
              <a:gdLst>
                <a:gd name="T0" fmla="*/ 28 w 56"/>
                <a:gd name="T1" fmla="*/ 56 h 57"/>
                <a:gd name="T2" fmla="*/ 28 w 56"/>
                <a:gd name="T3" fmla="*/ 56 h 57"/>
                <a:gd name="T4" fmla="*/ 55 w 56"/>
                <a:gd name="T5" fmla="*/ 28 h 57"/>
                <a:gd name="T6" fmla="*/ 28 w 56"/>
                <a:gd name="T7" fmla="*/ 0 h 57"/>
                <a:gd name="T8" fmla="*/ 0 w 56"/>
                <a:gd name="T9" fmla="*/ 28 h 57"/>
                <a:gd name="T10" fmla="*/ 28 w 56"/>
                <a:gd name="T11" fmla="*/ 56 h 57"/>
              </a:gdLst>
              <a:ahLst/>
              <a:cxnLst>
                <a:cxn ang="0">
                  <a:pos x="T0" y="T1"/>
                </a:cxn>
                <a:cxn ang="0">
                  <a:pos x="T2" y="T3"/>
                </a:cxn>
                <a:cxn ang="0">
                  <a:pos x="T4" y="T5"/>
                </a:cxn>
                <a:cxn ang="0">
                  <a:pos x="T6" y="T7"/>
                </a:cxn>
                <a:cxn ang="0">
                  <a:pos x="T8" y="T9"/>
                </a:cxn>
                <a:cxn ang="0">
                  <a:pos x="T10" y="T11"/>
                </a:cxn>
              </a:cxnLst>
              <a:rect l="0" t="0" r="r" b="b"/>
              <a:pathLst>
                <a:path w="56" h="57">
                  <a:moveTo>
                    <a:pt x="28" y="56"/>
                  </a:moveTo>
                  <a:lnTo>
                    <a:pt x="28" y="56"/>
                  </a:lnTo>
                  <a:cubicBezTo>
                    <a:pt x="43" y="55"/>
                    <a:pt x="55" y="44"/>
                    <a:pt x="55" y="28"/>
                  </a:cubicBezTo>
                  <a:cubicBezTo>
                    <a:pt x="55" y="13"/>
                    <a:pt x="43" y="0"/>
                    <a:pt x="28" y="0"/>
                  </a:cubicBezTo>
                  <a:cubicBezTo>
                    <a:pt x="11" y="0"/>
                    <a:pt x="0" y="13"/>
                    <a:pt x="0" y="28"/>
                  </a:cubicBezTo>
                  <a:cubicBezTo>
                    <a:pt x="0" y="44"/>
                    <a:pt x="11" y="55"/>
                    <a:pt x="28"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7">
              <a:extLst>
                <a:ext uri="{FF2B5EF4-FFF2-40B4-BE49-F238E27FC236}">
                  <a16:creationId xmlns:a16="http://schemas.microsoft.com/office/drawing/2014/main" id="{0F7D71DA-3CC9-2ECB-FDF4-354C0980A856}"/>
                </a:ext>
              </a:extLst>
            </p:cNvPr>
            <p:cNvSpPr>
              <a:spLocks noChangeArrowheads="1"/>
            </p:cNvSpPr>
            <p:nvPr/>
          </p:nvSpPr>
          <p:spPr bwMode="auto">
            <a:xfrm>
              <a:off x="6153150" y="3113088"/>
              <a:ext cx="239713" cy="250825"/>
            </a:xfrm>
            <a:custGeom>
              <a:avLst/>
              <a:gdLst>
                <a:gd name="T0" fmla="*/ 191 w 664"/>
                <a:gd name="T1" fmla="*/ 696 h 697"/>
                <a:gd name="T2" fmla="*/ 235 w 664"/>
                <a:gd name="T3" fmla="*/ 645 h 697"/>
                <a:gd name="T4" fmla="*/ 317 w 664"/>
                <a:gd name="T5" fmla="*/ 677 h 697"/>
                <a:gd name="T6" fmla="*/ 404 w 664"/>
                <a:gd name="T7" fmla="*/ 685 h 697"/>
                <a:gd name="T8" fmla="*/ 538 w 664"/>
                <a:gd name="T9" fmla="*/ 685 h 697"/>
                <a:gd name="T10" fmla="*/ 551 w 664"/>
                <a:gd name="T11" fmla="*/ 684 h 697"/>
                <a:gd name="T12" fmla="*/ 585 w 664"/>
                <a:gd name="T13" fmla="*/ 589 h 697"/>
                <a:gd name="T14" fmla="*/ 608 w 664"/>
                <a:gd name="T15" fmla="*/ 487 h 697"/>
                <a:gd name="T16" fmla="*/ 627 w 664"/>
                <a:gd name="T17" fmla="*/ 475 h 697"/>
                <a:gd name="T18" fmla="*/ 630 w 664"/>
                <a:gd name="T19" fmla="*/ 379 h 697"/>
                <a:gd name="T20" fmla="*/ 597 w 664"/>
                <a:gd name="T21" fmla="*/ 257 h 697"/>
                <a:gd name="T22" fmla="*/ 527 w 664"/>
                <a:gd name="T23" fmla="*/ 114 h 697"/>
                <a:gd name="T24" fmla="*/ 492 w 664"/>
                <a:gd name="T25" fmla="*/ 15 h 697"/>
                <a:gd name="T26" fmla="*/ 417 w 664"/>
                <a:gd name="T27" fmla="*/ 10 h 697"/>
                <a:gd name="T28" fmla="*/ 343 w 664"/>
                <a:gd name="T29" fmla="*/ 222 h 697"/>
                <a:gd name="T30" fmla="*/ 235 w 664"/>
                <a:gd name="T31" fmla="*/ 301 h 697"/>
                <a:gd name="T32" fmla="*/ 44 w 664"/>
                <a:gd name="T33" fmla="*/ 257 h 697"/>
                <a:gd name="T34" fmla="*/ 0 w 664"/>
                <a:gd name="T35" fmla="*/ 652 h 697"/>
                <a:gd name="T36" fmla="*/ 191 w 664"/>
                <a:gd name="T37" fmla="*/ 696 h 697"/>
                <a:gd name="T38" fmla="*/ 367 w 664"/>
                <a:gd name="T39" fmla="*/ 239 h 697"/>
                <a:gd name="T40" fmla="*/ 435 w 664"/>
                <a:gd name="T41" fmla="*/ 33 h 697"/>
                <a:gd name="T42" fmla="*/ 472 w 664"/>
                <a:gd name="T43" fmla="*/ 38 h 697"/>
                <a:gd name="T44" fmla="*/ 498 w 664"/>
                <a:gd name="T45" fmla="*/ 114 h 697"/>
                <a:gd name="T46" fmla="*/ 456 w 664"/>
                <a:gd name="T47" fmla="*/ 280 h 697"/>
                <a:gd name="T48" fmla="*/ 597 w 664"/>
                <a:gd name="T49" fmla="*/ 287 h 697"/>
                <a:gd name="T50" fmla="*/ 597 w 664"/>
                <a:gd name="T51" fmla="*/ 360 h 697"/>
                <a:gd name="T52" fmla="*/ 568 w 664"/>
                <a:gd name="T53" fmla="*/ 375 h 697"/>
                <a:gd name="T54" fmla="*/ 621 w 664"/>
                <a:gd name="T55" fmla="*/ 425 h 697"/>
                <a:gd name="T56" fmla="*/ 571 w 664"/>
                <a:gd name="T57" fmla="*/ 463 h 697"/>
                <a:gd name="T58" fmla="*/ 544 w 664"/>
                <a:gd name="T59" fmla="*/ 478 h 697"/>
                <a:gd name="T60" fmla="*/ 595 w 664"/>
                <a:gd name="T61" fmla="*/ 528 h 697"/>
                <a:gd name="T62" fmla="*/ 545 w 664"/>
                <a:gd name="T63" fmla="*/ 565 h 697"/>
                <a:gd name="T64" fmla="*/ 538 w 664"/>
                <a:gd name="T65" fmla="*/ 565 h 697"/>
                <a:gd name="T66" fmla="*/ 518 w 664"/>
                <a:gd name="T67" fmla="*/ 579 h 697"/>
                <a:gd name="T68" fmla="*/ 538 w 664"/>
                <a:gd name="T69" fmla="*/ 594 h 697"/>
                <a:gd name="T70" fmla="*/ 538 w 664"/>
                <a:gd name="T71" fmla="*/ 655 h 697"/>
                <a:gd name="T72" fmla="*/ 404 w 664"/>
                <a:gd name="T73" fmla="*/ 655 h 697"/>
                <a:gd name="T74" fmla="*/ 325 w 664"/>
                <a:gd name="T75" fmla="*/ 648 h 697"/>
                <a:gd name="T76" fmla="*/ 236 w 664"/>
                <a:gd name="T77" fmla="*/ 613 h 697"/>
                <a:gd name="T78" fmla="*/ 235 w 664"/>
                <a:gd name="T79" fmla="*/ 340 h 697"/>
                <a:gd name="T80" fmla="*/ 30 w 664"/>
                <a:gd name="T81" fmla="*/ 652 h 697"/>
                <a:gd name="T82" fmla="*/ 30 w 664"/>
                <a:gd name="T83" fmla="*/ 301 h 697"/>
                <a:gd name="T84" fmla="*/ 191 w 664"/>
                <a:gd name="T85" fmla="*/ 285 h 697"/>
                <a:gd name="T86" fmla="*/ 206 w 664"/>
                <a:gd name="T87" fmla="*/ 652 h 697"/>
                <a:gd name="T88" fmla="*/ 44 w 664"/>
                <a:gd name="T89" fmla="*/ 667 h 6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664" h="697">
                  <a:moveTo>
                    <a:pt x="191" y="696"/>
                  </a:moveTo>
                  <a:lnTo>
                    <a:pt x="191" y="696"/>
                  </a:lnTo>
                  <a:cubicBezTo>
                    <a:pt x="216" y="696"/>
                    <a:pt x="235" y="677"/>
                    <a:pt x="235" y="652"/>
                  </a:cubicBezTo>
                  <a:cubicBezTo>
                    <a:pt x="235" y="645"/>
                    <a:pt x="235" y="645"/>
                    <a:pt x="235" y="645"/>
                  </a:cubicBezTo>
                  <a:cubicBezTo>
                    <a:pt x="244" y="649"/>
                    <a:pt x="255" y="655"/>
                    <a:pt x="268" y="660"/>
                  </a:cubicBezTo>
                  <a:cubicBezTo>
                    <a:pt x="283" y="666"/>
                    <a:pt x="301" y="671"/>
                    <a:pt x="317" y="677"/>
                  </a:cubicBezTo>
                  <a:cubicBezTo>
                    <a:pt x="334" y="681"/>
                    <a:pt x="350" y="685"/>
                    <a:pt x="365" y="685"/>
                  </a:cubicBezTo>
                  <a:cubicBezTo>
                    <a:pt x="404" y="685"/>
                    <a:pt x="404" y="685"/>
                    <a:pt x="404" y="685"/>
                  </a:cubicBezTo>
                  <a:cubicBezTo>
                    <a:pt x="519" y="685"/>
                    <a:pt x="519" y="685"/>
                    <a:pt x="519" y="685"/>
                  </a:cubicBezTo>
                  <a:cubicBezTo>
                    <a:pt x="538" y="685"/>
                    <a:pt x="538" y="685"/>
                    <a:pt x="538" y="685"/>
                  </a:cubicBezTo>
                  <a:cubicBezTo>
                    <a:pt x="545" y="685"/>
                    <a:pt x="545" y="685"/>
                    <a:pt x="545" y="685"/>
                  </a:cubicBezTo>
                  <a:cubicBezTo>
                    <a:pt x="548" y="685"/>
                    <a:pt x="549" y="684"/>
                    <a:pt x="551" y="684"/>
                  </a:cubicBezTo>
                  <a:cubicBezTo>
                    <a:pt x="578" y="677"/>
                    <a:pt x="599" y="653"/>
                    <a:pt x="599" y="624"/>
                  </a:cubicBezTo>
                  <a:cubicBezTo>
                    <a:pt x="599" y="611"/>
                    <a:pt x="593" y="598"/>
                    <a:pt x="585" y="589"/>
                  </a:cubicBezTo>
                  <a:cubicBezTo>
                    <a:pt x="608" y="578"/>
                    <a:pt x="625" y="554"/>
                    <a:pt x="625" y="528"/>
                  </a:cubicBezTo>
                  <a:cubicBezTo>
                    <a:pt x="625" y="512"/>
                    <a:pt x="618" y="498"/>
                    <a:pt x="608" y="487"/>
                  </a:cubicBezTo>
                  <a:cubicBezTo>
                    <a:pt x="615" y="484"/>
                    <a:pt x="621" y="480"/>
                    <a:pt x="625" y="476"/>
                  </a:cubicBezTo>
                  <a:cubicBezTo>
                    <a:pt x="626" y="476"/>
                    <a:pt x="627" y="475"/>
                    <a:pt x="627" y="475"/>
                  </a:cubicBezTo>
                  <a:cubicBezTo>
                    <a:pt x="641" y="463"/>
                    <a:pt x="649" y="445"/>
                    <a:pt x="649" y="425"/>
                  </a:cubicBezTo>
                  <a:cubicBezTo>
                    <a:pt x="649" y="408"/>
                    <a:pt x="643" y="391"/>
                    <a:pt x="630" y="379"/>
                  </a:cubicBezTo>
                  <a:cubicBezTo>
                    <a:pt x="649" y="368"/>
                    <a:pt x="663" y="347"/>
                    <a:pt x="663" y="322"/>
                  </a:cubicBezTo>
                  <a:cubicBezTo>
                    <a:pt x="663" y="287"/>
                    <a:pt x="633" y="257"/>
                    <a:pt x="597" y="257"/>
                  </a:cubicBezTo>
                  <a:cubicBezTo>
                    <a:pt x="490" y="257"/>
                    <a:pt x="490" y="257"/>
                    <a:pt x="490" y="257"/>
                  </a:cubicBezTo>
                  <a:cubicBezTo>
                    <a:pt x="508" y="213"/>
                    <a:pt x="527" y="167"/>
                    <a:pt x="527" y="114"/>
                  </a:cubicBezTo>
                  <a:cubicBezTo>
                    <a:pt x="529" y="97"/>
                    <a:pt x="526" y="80"/>
                    <a:pt x="520" y="62"/>
                  </a:cubicBezTo>
                  <a:cubicBezTo>
                    <a:pt x="515" y="41"/>
                    <a:pt x="504" y="26"/>
                    <a:pt x="492" y="15"/>
                  </a:cubicBezTo>
                  <a:cubicBezTo>
                    <a:pt x="478" y="5"/>
                    <a:pt x="463" y="0"/>
                    <a:pt x="449" y="0"/>
                  </a:cubicBezTo>
                  <a:cubicBezTo>
                    <a:pt x="437" y="0"/>
                    <a:pt x="426" y="3"/>
                    <a:pt x="417" y="10"/>
                  </a:cubicBezTo>
                  <a:cubicBezTo>
                    <a:pt x="408" y="16"/>
                    <a:pt x="402" y="29"/>
                    <a:pt x="402" y="41"/>
                  </a:cubicBezTo>
                  <a:cubicBezTo>
                    <a:pt x="402" y="110"/>
                    <a:pt x="379" y="173"/>
                    <a:pt x="343" y="222"/>
                  </a:cubicBezTo>
                  <a:cubicBezTo>
                    <a:pt x="313" y="265"/>
                    <a:pt x="273" y="295"/>
                    <a:pt x="235" y="310"/>
                  </a:cubicBezTo>
                  <a:cubicBezTo>
                    <a:pt x="235" y="301"/>
                    <a:pt x="235" y="301"/>
                    <a:pt x="235" y="301"/>
                  </a:cubicBezTo>
                  <a:cubicBezTo>
                    <a:pt x="235" y="276"/>
                    <a:pt x="216" y="257"/>
                    <a:pt x="191" y="257"/>
                  </a:cubicBezTo>
                  <a:cubicBezTo>
                    <a:pt x="44" y="257"/>
                    <a:pt x="44" y="257"/>
                    <a:pt x="44" y="257"/>
                  </a:cubicBezTo>
                  <a:cubicBezTo>
                    <a:pt x="21" y="257"/>
                    <a:pt x="0" y="276"/>
                    <a:pt x="0" y="301"/>
                  </a:cubicBezTo>
                  <a:cubicBezTo>
                    <a:pt x="0" y="652"/>
                    <a:pt x="0" y="652"/>
                    <a:pt x="0" y="652"/>
                  </a:cubicBezTo>
                  <a:cubicBezTo>
                    <a:pt x="0" y="677"/>
                    <a:pt x="21" y="696"/>
                    <a:pt x="44" y="696"/>
                  </a:cubicBezTo>
                  <a:lnTo>
                    <a:pt x="191" y="696"/>
                  </a:lnTo>
                  <a:close/>
                  <a:moveTo>
                    <a:pt x="367" y="239"/>
                  </a:moveTo>
                  <a:lnTo>
                    <a:pt x="367" y="239"/>
                  </a:lnTo>
                  <a:cubicBezTo>
                    <a:pt x="406" y="185"/>
                    <a:pt x="431" y="117"/>
                    <a:pt x="431" y="41"/>
                  </a:cubicBezTo>
                  <a:cubicBezTo>
                    <a:pt x="431" y="37"/>
                    <a:pt x="433" y="36"/>
                    <a:pt x="435" y="33"/>
                  </a:cubicBezTo>
                  <a:cubicBezTo>
                    <a:pt x="438" y="31"/>
                    <a:pt x="442" y="29"/>
                    <a:pt x="449" y="29"/>
                  </a:cubicBezTo>
                  <a:cubicBezTo>
                    <a:pt x="456" y="29"/>
                    <a:pt x="466" y="31"/>
                    <a:pt x="472" y="38"/>
                  </a:cubicBezTo>
                  <a:cubicBezTo>
                    <a:pt x="481" y="44"/>
                    <a:pt x="489" y="55"/>
                    <a:pt x="493" y="70"/>
                  </a:cubicBezTo>
                  <a:cubicBezTo>
                    <a:pt x="497" y="85"/>
                    <a:pt x="498" y="100"/>
                    <a:pt x="498" y="114"/>
                  </a:cubicBezTo>
                  <a:cubicBezTo>
                    <a:pt x="498" y="166"/>
                    <a:pt x="475" y="215"/>
                    <a:pt x="455" y="266"/>
                  </a:cubicBezTo>
                  <a:cubicBezTo>
                    <a:pt x="453" y="270"/>
                    <a:pt x="453" y="276"/>
                    <a:pt x="456" y="280"/>
                  </a:cubicBezTo>
                  <a:cubicBezTo>
                    <a:pt x="459" y="284"/>
                    <a:pt x="463" y="287"/>
                    <a:pt x="468" y="287"/>
                  </a:cubicBezTo>
                  <a:cubicBezTo>
                    <a:pt x="597" y="287"/>
                    <a:pt x="597" y="287"/>
                    <a:pt x="597" y="287"/>
                  </a:cubicBezTo>
                  <a:cubicBezTo>
                    <a:pt x="616" y="287"/>
                    <a:pt x="633" y="303"/>
                    <a:pt x="633" y="322"/>
                  </a:cubicBezTo>
                  <a:cubicBezTo>
                    <a:pt x="633" y="343"/>
                    <a:pt x="616" y="360"/>
                    <a:pt x="597" y="360"/>
                  </a:cubicBezTo>
                  <a:cubicBezTo>
                    <a:pt x="584" y="360"/>
                    <a:pt x="584" y="360"/>
                    <a:pt x="584" y="360"/>
                  </a:cubicBezTo>
                  <a:cubicBezTo>
                    <a:pt x="575" y="360"/>
                    <a:pt x="568" y="366"/>
                    <a:pt x="568" y="375"/>
                  </a:cubicBezTo>
                  <a:cubicBezTo>
                    <a:pt x="568" y="383"/>
                    <a:pt x="575" y="388"/>
                    <a:pt x="584" y="388"/>
                  </a:cubicBezTo>
                  <a:cubicBezTo>
                    <a:pt x="604" y="388"/>
                    <a:pt x="621" y="405"/>
                    <a:pt x="621" y="425"/>
                  </a:cubicBezTo>
                  <a:cubicBezTo>
                    <a:pt x="621" y="446"/>
                    <a:pt x="604" y="463"/>
                    <a:pt x="584" y="463"/>
                  </a:cubicBezTo>
                  <a:cubicBezTo>
                    <a:pt x="571" y="463"/>
                    <a:pt x="571" y="463"/>
                    <a:pt x="571" y="463"/>
                  </a:cubicBezTo>
                  <a:cubicBezTo>
                    <a:pt x="557" y="463"/>
                    <a:pt x="557" y="463"/>
                    <a:pt x="557" y="463"/>
                  </a:cubicBezTo>
                  <a:cubicBezTo>
                    <a:pt x="551" y="463"/>
                    <a:pt x="544" y="469"/>
                    <a:pt x="544" y="478"/>
                  </a:cubicBezTo>
                  <a:cubicBezTo>
                    <a:pt x="544" y="484"/>
                    <a:pt x="551" y="491"/>
                    <a:pt x="557" y="491"/>
                  </a:cubicBezTo>
                  <a:cubicBezTo>
                    <a:pt x="578" y="491"/>
                    <a:pt x="595" y="508"/>
                    <a:pt x="595" y="528"/>
                  </a:cubicBezTo>
                  <a:cubicBezTo>
                    <a:pt x="595" y="549"/>
                    <a:pt x="578" y="565"/>
                    <a:pt x="557" y="565"/>
                  </a:cubicBezTo>
                  <a:cubicBezTo>
                    <a:pt x="545" y="565"/>
                    <a:pt x="545" y="565"/>
                    <a:pt x="545" y="565"/>
                  </a:cubicBezTo>
                  <a:lnTo>
                    <a:pt x="544" y="565"/>
                  </a:lnTo>
                  <a:cubicBezTo>
                    <a:pt x="541" y="565"/>
                    <a:pt x="540" y="565"/>
                    <a:pt x="538" y="565"/>
                  </a:cubicBezTo>
                  <a:cubicBezTo>
                    <a:pt x="533" y="565"/>
                    <a:pt x="533" y="565"/>
                    <a:pt x="533" y="565"/>
                  </a:cubicBezTo>
                  <a:cubicBezTo>
                    <a:pt x="524" y="565"/>
                    <a:pt x="518" y="572"/>
                    <a:pt x="518" y="579"/>
                  </a:cubicBezTo>
                  <a:cubicBezTo>
                    <a:pt x="518" y="587"/>
                    <a:pt x="524" y="594"/>
                    <a:pt x="533" y="594"/>
                  </a:cubicBezTo>
                  <a:cubicBezTo>
                    <a:pt x="538" y="594"/>
                    <a:pt x="538" y="594"/>
                    <a:pt x="538" y="594"/>
                  </a:cubicBezTo>
                  <a:cubicBezTo>
                    <a:pt x="556" y="594"/>
                    <a:pt x="568" y="608"/>
                    <a:pt x="568" y="624"/>
                  </a:cubicBezTo>
                  <a:cubicBezTo>
                    <a:pt x="568" y="641"/>
                    <a:pt x="556" y="655"/>
                    <a:pt x="538" y="655"/>
                  </a:cubicBezTo>
                  <a:cubicBezTo>
                    <a:pt x="519" y="655"/>
                    <a:pt x="519" y="655"/>
                    <a:pt x="519" y="655"/>
                  </a:cubicBezTo>
                  <a:cubicBezTo>
                    <a:pt x="404" y="655"/>
                    <a:pt x="404" y="655"/>
                    <a:pt x="404" y="655"/>
                  </a:cubicBezTo>
                  <a:cubicBezTo>
                    <a:pt x="365" y="655"/>
                    <a:pt x="365" y="655"/>
                    <a:pt x="365" y="655"/>
                  </a:cubicBezTo>
                  <a:cubicBezTo>
                    <a:pt x="354" y="655"/>
                    <a:pt x="341" y="652"/>
                    <a:pt x="325" y="648"/>
                  </a:cubicBezTo>
                  <a:cubicBezTo>
                    <a:pt x="302" y="642"/>
                    <a:pt x="277" y="633"/>
                    <a:pt x="258" y="624"/>
                  </a:cubicBezTo>
                  <a:cubicBezTo>
                    <a:pt x="249" y="620"/>
                    <a:pt x="242" y="616"/>
                    <a:pt x="236" y="613"/>
                  </a:cubicBezTo>
                  <a:cubicBezTo>
                    <a:pt x="235" y="613"/>
                    <a:pt x="235" y="613"/>
                    <a:pt x="235" y="613"/>
                  </a:cubicBezTo>
                  <a:cubicBezTo>
                    <a:pt x="235" y="340"/>
                    <a:pt x="235" y="340"/>
                    <a:pt x="235" y="340"/>
                  </a:cubicBezTo>
                  <a:cubicBezTo>
                    <a:pt x="284" y="325"/>
                    <a:pt x="331" y="288"/>
                    <a:pt x="367" y="239"/>
                  </a:cubicBezTo>
                  <a:close/>
                  <a:moveTo>
                    <a:pt x="30" y="652"/>
                  </a:moveTo>
                  <a:lnTo>
                    <a:pt x="30" y="652"/>
                  </a:lnTo>
                  <a:cubicBezTo>
                    <a:pt x="30" y="301"/>
                    <a:pt x="30" y="301"/>
                    <a:pt x="30" y="301"/>
                  </a:cubicBezTo>
                  <a:cubicBezTo>
                    <a:pt x="30" y="292"/>
                    <a:pt x="37" y="285"/>
                    <a:pt x="44" y="285"/>
                  </a:cubicBezTo>
                  <a:cubicBezTo>
                    <a:pt x="191" y="285"/>
                    <a:pt x="191" y="285"/>
                    <a:pt x="191" y="285"/>
                  </a:cubicBezTo>
                  <a:cubicBezTo>
                    <a:pt x="199" y="285"/>
                    <a:pt x="206" y="292"/>
                    <a:pt x="206" y="301"/>
                  </a:cubicBezTo>
                  <a:cubicBezTo>
                    <a:pt x="206" y="652"/>
                    <a:pt x="206" y="652"/>
                    <a:pt x="206" y="652"/>
                  </a:cubicBezTo>
                  <a:cubicBezTo>
                    <a:pt x="206" y="660"/>
                    <a:pt x="199" y="667"/>
                    <a:pt x="191" y="667"/>
                  </a:cubicBezTo>
                  <a:cubicBezTo>
                    <a:pt x="44" y="667"/>
                    <a:pt x="44" y="667"/>
                    <a:pt x="44" y="667"/>
                  </a:cubicBezTo>
                  <a:cubicBezTo>
                    <a:pt x="37" y="667"/>
                    <a:pt x="30" y="660"/>
                    <a:pt x="30" y="6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4706461E-FF98-D2D5-8DFD-5D0CB3B74AC7}"/>
              </a:ext>
            </a:extLst>
          </p:cNvPr>
          <p:cNvGrpSpPr/>
          <p:nvPr/>
        </p:nvGrpSpPr>
        <p:grpSpPr>
          <a:xfrm>
            <a:off x="7296274" y="2366764"/>
            <a:ext cx="209550" cy="358775"/>
            <a:chOff x="6154738" y="2589213"/>
            <a:chExt cx="209550" cy="358775"/>
          </a:xfrm>
          <a:solidFill>
            <a:schemeClr val="accent4"/>
          </a:solidFill>
        </p:grpSpPr>
        <p:sp>
          <p:nvSpPr>
            <p:cNvPr id="532" name="Freeform 438">
              <a:extLst>
                <a:ext uri="{FF2B5EF4-FFF2-40B4-BE49-F238E27FC236}">
                  <a16:creationId xmlns:a16="http://schemas.microsoft.com/office/drawing/2014/main" id="{D538E128-CFA7-35A2-A7F9-F054C04EF49A}"/>
                </a:ext>
              </a:extLst>
            </p:cNvPr>
            <p:cNvSpPr>
              <a:spLocks noChangeArrowheads="1"/>
            </p:cNvSpPr>
            <p:nvPr/>
          </p:nvSpPr>
          <p:spPr bwMode="auto">
            <a:xfrm>
              <a:off x="6154738" y="2776538"/>
              <a:ext cx="74612" cy="74612"/>
            </a:xfrm>
            <a:custGeom>
              <a:avLst/>
              <a:gdLst>
                <a:gd name="T0" fmla="*/ 184 w 206"/>
                <a:gd name="T1" fmla="*/ 9 h 207"/>
                <a:gd name="T2" fmla="*/ 184 w 206"/>
                <a:gd name="T3" fmla="*/ 9 h 207"/>
                <a:gd name="T4" fmla="*/ 30 w 206"/>
                <a:gd name="T5" fmla="*/ 0 h 207"/>
                <a:gd name="T6" fmla="*/ 15 w 206"/>
                <a:gd name="T7" fmla="*/ 9 h 207"/>
                <a:gd name="T8" fmla="*/ 0 w 206"/>
                <a:gd name="T9" fmla="*/ 94 h 207"/>
                <a:gd name="T10" fmla="*/ 19 w 206"/>
                <a:gd name="T11" fmla="*/ 166 h 207"/>
                <a:gd name="T12" fmla="*/ 50 w 206"/>
                <a:gd name="T13" fmla="*/ 193 h 207"/>
                <a:gd name="T14" fmla="*/ 96 w 206"/>
                <a:gd name="T15" fmla="*/ 206 h 207"/>
                <a:gd name="T16" fmla="*/ 106 w 206"/>
                <a:gd name="T17" fmla="*/ 206 h 207"/>
                <a:gd name="T18" fmla="*/ 155 w 206"/>
                <a:gd name="T19" fmla="*/ 195 h 207"/>
                <a:gd name="T20" fmla="*/ 195 w 206"/>
                <a:gd name="T21" fmla="*/ 144 h 207"/>
                <a:gd name="T22" fmla="*/ 205 w 206"/>
                <a:gd name="T23" fmla="*/ 85 h 207"/>
                <a:gd name="T24" fmla="*/ 198 w 206"/>
                <a:gd name="T25" fmla="*/ 22 h 207"/>
                <a:gd name="T26" fmla="*/ 184 w 206"/>
                <a:gd name="T27" fmla="*/ 9 h 207"/>
                <a:gd name="T28" fmla="*/ 161 w 206"/>
                <a:gd name="T29" fmla="*/ 148 h 207"/>
                <a:gd name="T30" fmla="*/ 161 w 206"/>
                <a:gd name="T31" fmla="*/ 148 h 207"/>
                <a:gd name="T32" fmla="*/ 142 w 206"/>
                <a:gd name="T33" fmla="*/ 169 h 207"/>
                <a:gd name="T34" fmla="*/ 106 w 206"/>
                <a:gd name="T35" fmla="*/ 177 h 207"/>
                <a:gd name="T36" fmla="*/ 98 w 206"/>
                <a:gd name="T37" fmla="*/ 177 h 207"/>
                <a:gd name="T38" fmla="*/ 63 w 206"/>
                <a:gd name="T39" fmla="*/ 167 h 207"/>
                <a:gd name="T40" fmla="*/ 37 w 206"/>
                <a:gd name="T41" fmla="*/ 138 h 207"/>
                <a:gd name="T42" fmla="*/ 30 w 206"/>
                <a:gd name="T43" fmla="*/ 94 h 207"/>
                <a:gd name="T44" fmla="*/ 36 w 206"/>
                <a:gd name="T45" fmla="*/ 42 h 207"/>
                <a:gd name="T46" fmla="*/ 40 w 206"/>
                <a:gd name="T47" fmla="*/ 30 h 207"/>
                <a:gd name="T48" fmla="*/ 170 w 206"/>
                <a:gd name="T49" fmla="*/ 38 h 207"/>
                <a:gd name="T50" fmla="*/ 175 w 206"/>
                <a:gd name="T51" fmla="*/ 85 h 207"/>
                <a:gd name="T52" fmla="*/ 161 w 206"/>
                <a:gd name="T53" fmla="*/ 148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06" h="207">
                  <a:moveTo>
                    <a:pt x="184" y="9"/>
                  </a:moveTo>
                  <a:lnTo>
                    <a:pt x="184" y="9"/>
                  </a:lnTo>
                  <a:cubicBezTo>
                    <a:pt x="30" y="0"/>
                    <a:pt x="30" y="0"/>
                    <a:pt x="30" y="0"/>
                  </a:cubicBezTo>
                  <a:cubicBezTo>
                    <a:pt x="24" y="0"/>
                    <a:pt x="17" y="4"/>
                    <a:pt x="15" y="9"/>
                  </a:cubicBezTo>
                  <a:cubicBezTo>
                    <a:pt x="15" y="11"/>
                    <a:pt x="0" y="51"/>
                    <a:pt x="0" y="94"/>
                  </a:cubicBezTo>
                  <a:cubicBezTo>
                    <a:pt x="0" y="119"/>
                    <a:pt x="4" y="144"/>
                    <a:pt x="19" y="166"/>
                  </a:cubicBezTo>
                  <a:cubicBezTo>
                    <a:pt x="26" y="177"/>
                    <a:pt x="37" y="186"/>
                    <a:pt x="50" y="193"/>
                  </a:cubicBezTo>
                  <a:cubicBezTo>
                    <a:pt x="62" y="200"/>
                    <a:pt x="79" y="204"/>
                    <a:pt x="96" y="206"/>
                  </a:cubicBezTo>
                  <a:cubicBezTo>
                    <a:pt x="99" y="206"/>
                    <a:pt x="103" y="206"/>
                    <a:pt x="106" y="206"/>
                  </a:cubicBezTo>
                  <a:cubicBezTo>
                    <a:pt x="125" y="206"/>
                    <a:pt x="142" y="202"/>
                    <a:pt x="155" y="195"/>
                  </a:cubicBezTo>
                  <a:cubicBezTo>
                    <a:pt x="176" y="182"/>
                    <a:pt x="188" y="163"/>
                    <a:pt x="195" y="144"/>
                  </a:cubicBezTo>
                  <a:cubicBezTo>
                    <a:pt x="202" y="125"/>
                    <a:pt x="205" y="104"/>
                    <a:pt x="205" y="85"/>
                  </a:cubicBezTo>
                  <a:cubicBezTo>
                    <a:pt x="205" y="51"/>
                    <a:pt x="198" y="22"/>
                    <a:pt x="198" y="22"/>
                  </a:cubicBezTo>
                  <a:cubicBezTo>
                    <a:pt x="197" y="15"/>
                    <a:pt x="191" y="11"/>
                    <a:pt x="184" y="9"/>
                  </a:cubicBezTo>
                  <a:close/>
                  <a:moveTo>
                    <a:pt x="161" y="148"/>
                  </a:moveTo>
                  <a:lnTo>
                    <a:pt x="161" y="148"/>
                  </a:lnTo>
                  <a:cubicBezTo>
                    <a:pt x="157" y="156"/>
                    <a:pt x="150" y="163"/>
                    <a:pt x="142" y="169"/>
                  </a:cubicBezTo>
                  <a:cubicBezTo>
                    <a:pt x="132" y="173"/>
                    <a:pt x="121" y="177"/>
                    <a:pt x="106" y="177"/>
                  </a:cubicBezTo>
                  <a:cubicBezTo>
                    <a:pt x="103" y="177"/>
                    <a:pt x="100" y="177"/>
                    <a:pt x="98" y="177"/>
                  </a:cubicBezTo>
                  <a:cubicBezTo>
                    <a:pt x="84" y="175"/>
                    <a:pt x="72" y="173"/>
                    <a:pt x="63" y="167"/>
                  </a:cubicBezTo>
                  <a:cubicBezTo>
                    <a:pt x="51" y="160"/>
                    <a:pt x="43" y="151"/>
                    <a:pt x="37" y="138"/>
                  </a:cubicBezTo>
                  <a:cubicBezTo>
                    <a:pt x="32" y="126"/>
                    <a:pt x="30" y="110"/>
                    <a:pt x="30" y="94"/>
                  </a:cubicBezTo>
                  <a:cubicBezTo>
                    <a:pt x="30" y="75"/>
                    <a:pt x="33" y="56"/>
                    <a:pt x="36" y="42"/>
                  </a:cubicBezTo>
                  <a:cubicBezTo>
                    <a:pt x="37" y="38"/>
                    <a:pt x="39" y="34"/>
                    <a:pt x="40" y="30"/>
                  </a:cubicBezTo>
                  <a:cubicBezTo>
                    <a:pt x="170" y="38"/>
                    <a:pt x="170" y="38"/>
                    <a:pt x="170" y="38"/>
                  </a:cubicBezTo>
                  <a:cubicBezTo>
                    <a:pt x="173" y="49"/>
                    <a:pt x="175" y="66"/>
                    <a:pt x="175" y="85"/>
                  </a:cubicBezTo>
                  <a:cubicBezTo>
                    <a:pt x="175" y="107"/>
                    <a:pt x="172" y="132"/>
                    <a:pt x="161" y="1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9">
              <a:extLst>
                <a:ext uri="{FF2B5EF4-FFF2-40B4-BE49-F238E27FC236}">
                  <a16:creationId xmlns:a16="http://schemas.microsoft.com/office/drawing/2014/main" id="{96DBF0AE-00BB-91F4-C36D-484F2B5724E1}"/>
                </a:ext>
              </a:extLst>
            </p:cNvPr>
            <p:cNvSpPr>
              <a:spLocks noChangeArrowheads="1"/>
            </p:cNvSpPr>
            <p:nvPr/>
          </p:nvSpPr>
          <p:spPr bwMode="auto">
            <a:xfrm>
              <a:off x="6234113" y="2867025"/>
              <a:ext cx="77787" cy="80963"/>
            </a:xfrm>
            <a:custGeom>
              <a:avLst/>
              <a:gdLst>
                <a:gd name="T0" fmla="*/ 68 w 217"/>
                <a:gd name="T1" fmla="*/ 216 h 226"/>
                <a:gd name="T2" fmla="*/ 68 w 217"/>
                <a:gd name="T3" fmla="*/ 216 h 226"/>
                <a:gd name="T4" fmla="*/ 107 w 217"/>
                <a:gd name="T5" fmla="*/ 223 h 226"/>
                <a:gd name="T6" fmla="*/ 170 w 217"/>
                <a:gd name="T7" fmla="*/ 197 h 226"/>
                <a:gd name="T8" fmla="*/ 210 w 217"/>
                <a:gd name="T9" fmla="*/ 115 h 226"/>
                <a:gd name="T10" fmla="*/ 216 w 217"/>
                <a:gd name="T11" fmla="*/ 67 h 226"/>
                <a:gd name="T12" fmla="*/ 207 w 217"/>
                <a:gd name="T13" fmla="*/ 52 h 226"/>
                <a:gd name="T14" fmla="*/ 60 w 217"/>
                <a:gd name="T15" fmla="*/ 2 h 226"/>
                <a:gd name="T16" fmla="*/ 43 w 217"/>
                <a:gd name="T17" fmla="*/ 8 h 226"/>
                <a:gd name="T18" fmla="*/ 21 w 217"/>
                <a:gd name="T19" fmla="*/ 45 h 226"/>
                <a:gd name="T20" fmla="*/ 0 w 217"/>
                <a:gd name="T21" fmla="*/ 127 h 226"/>
                <a:gd name="T22" fmla="*/ 15 w 217"/>
                <a:gd name="T23" fmla="*/ 179 h 226"/>
                <a:gd name="T24" fmla="*/ 68 w 217"/>
                <a:gd name="T25" fmla="*/ 216 h 226"/>
                <a:gd name="T26" fmla="*/ 48 w 217"/>
                <a:gd name="T27" fmla="*/ 57 h 226"/>
                <a:gd name="T28" fmla="*/ 48 w 217"/>
                <a:gd name="T29" fmla="*/ 57 h 226"/>
                <a:gd name="T30" fmla="*/ 61 w 217"/>
                <a:gd name="T31" fmla="*/ 34 h 226"/>
                <a:gd name="T32" fmla="*/ 61 w 217"/>
                <a:gd name="T33" fmla="*/ 34 h 226"/>
                <a:gd name="T34" fmla="*/ 186 w 217"/>
                <a:gd name="T35" fmla="*/ 76 h 226"/>
                <a:gd name="T36" fmla="*/ 172 w 217"/>
                <a:gd name="T37" fmla="*/ 135 h 226"/>
                <a:gd name="T38" fmla="*/ 148 w 217"/>
                <a:gd name="T39" fmla="*/ 178 h 226"/>
                <a:gd name="T40" fmla="*/ 107 w 217"/>
                <a:gd name="T41" fmla="*/ 195 h 226"/>
                <a:gd name="T42" fmla="*/ 78 w 217"/>
                <a:gd name="T43" fmla="*/ 189 h 226"/>
                <a:gd name="T44" fmla="*/ 38 w 217"/>
                <a:gd name="T45" fmla="*/ 163 h 226"/>
                <a:gd name="T46" fmla="*/ 28 w 217"/>
                <a:gd name="T47" fmla="*/ 127 h 226"/>
                <a:gd name="T48" fmla="*/ 48 w 217"/>
                <a:gd name="T49" fmla="*/ 57 h 2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17" h="226">
                  <a:moveTo>
                    <a:pt x="68" y="216"/>
                  </a:moveTo>
                  <a:lnTo>
                    <a:pt x="68" y="216"/>
                  </a:lnTo>
                  <a:cubicBezTo>
                    <a:pt x="82" y="222"/>
                    <a:pt x="96" y="223"/>
                    <a:pt x="107" y="223"/>
                  </a:cubicBezTo>
                  <a:cubicBezTo>
                    <a:pt x="133" y="225"/>
                    <a:pt x="155" y="212"/>
                    <a:pt x="170" y="197"/>
                  </a:cubicBezTo>
                  <a:cubicBezTo>
                    <a:pt x="192" y="174"/>
                    <a:pt x="203" y="141"/>
                    <a:pt x="210" y="115"/>
                  </a:cubicBezTo>
                  <a:cubicBezTo>
                    <a:pt x="215" y="89"/>
                    <a:pt x="216" y="67"/>
                    <a:pt x="216" y="67"/>
                  </a:cubicBezTo>
                  <a:cubicBezTo>
                    <a:pt x="216" y="60"/>
                    <a:pt x="212" y="54"/>
                    <a:pt x="207" y="52"/>
                  </a:cubicBezTo>
                  <a:cubicBezTo>
                    <a:pt x="60" y="2"/>
                    <a:pt x="60" y="2"/>
                    <a:pt x="60" y="2"/>
                  </a:cubicBezTo>
                  <a:cubicBezTo>
                    <a:pt x="54" y="0"/>
                    <a:pt x="48" y="2"/>
                    <a:pt x="43" y="8"/>
                  </a:cubicBezTo>
                  <a:cubicBezTo>
                    <a:pt x="43" y="8"/>
                    <a:pt x="32" y="23"/>
                    <a:pt x="21" y="45"/>
                  </a:cubicBezTo>
                  <a:cubicBezTo>
                    <a:pt x="10" y="67"/>
                    <a:pt x="0" y="97"/>
                    <a:pt x="0" y="127"/>
                  </a:cubicBezTo>
                  <a:cubicBezTo>
                    <a:pt x="0" y="145"/>
                    <a:pt x="4" y="163"/>
                    <a:pt x="15" y="179"/>
                  </a:cubicBezTo>
                  <a:cubicBezTo>
                    <a:pt x="26" y="196"/>
                    <a:pt x="43" y="208"/>
                    <a:pt x="68" y="216"/>
                  </a:cubicBezTo>
                  <a:close/>
                  <a:moveTo>
                    <a:pt x="48" y="57"/>
                  </a:moveTo>
                  <a:lnTo>
                    <a:pt x="48" y="57"/>
                  </a:lnTo>
                  <a:cubicBezTo>
                    <a:pt x="53" y="48"/>
                    <a:pt x="57" y="39"/>
                    <a:pt x="61" y="34"/>
                  </a:cubicBezTo>
                  <a:lnTo>
                    <a:pt x="61" y="34"/>
                  </a:lnTo>
                  <a:cubicBezTo>
                    <a:pt x="186" y="76"/>
                    <a:pt x="186" y="76"/>
                    <a:pt x="186" y="76"/>
                  </a:cubicBezTo>
                  <a:cubicBezTo>
                    <a:pt x="185" y="90"/>
                    <a:pt x="181" y="114"/>
                    <a:pt x="172" y="135"/>
                  </a:cubicBezTo>
                  <a:cubicBezTo>
                    <a:pt x="167" y="152"/>
                    <a:pt x="159" y="167"/>
                    <a:pt x="148" y="178"/>
                  </a:cubicBezTo>
                  <a:cubicBezTo>
                    <a:pt x="137" y="188"/>
                    <a:pt x="124" y="195"/>
                    <a:pt x="107" y="195"/>
                  </a:cubicBezTo>
                  <a:cubicBezTo>
                    <a:pt x="98" y="195"/>
                    <a:pt x="89" y="193"/>
                    <a:pt x="78" y="189"/>
                  </a:cubicBezTo>
                  <a:cubicBezTo>
                    <a:pt x="57" y="182"/>
                    <a:pt x="46" y="173"/>
                    <a:pt x="38" y="163"/>
                  </a:cubicBezTo>
                  <a:cubicBezTo>
                    <a:pt x="31" y="152"/>
                    <a:pt x="28" y="141"/>
                    <a:pt x="28" y="127"/>
                  </a:cubicBezTo>
                  <a:cubicBezTo>
                    <a:pt x="28" y="104"/>
                    <a:pt x="38" y="78"/>
                    <a:pt x="48" y="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40">
              <a:extLst>
                <a:ext uri="{FF2B5EF4-FFF2-40B4-BE49-F238E27FC236}">
                  <a16:creationId xmlns:a16="http://schemas.microsoft.com/office/drawing/2014/main" id="{3F44199A-F835-8D26-402E-60C768D5894B}"/>
                </a:ext>
              </a:extLst>
            </p:cNvPr>
            <p:cNvSpPr>
              <a:spLocks noChangeArrowheads="1"/>
            </p:cNvSpPr>
            <p:nvPr/>
          </p:nvSpPr>
          <p:spPr bwMode="auto">
            <a:xfrm>
              <a:off x="6154738" y="2589213"/>
              <a:ext cx="100012" cy="176212"/>
            </a:xfrm>
            <a:custGeom>
              <a:avLst/>
              <a:gdLst>
                <a:gd name="T0" fmla="*/ 249 w 280"/>
                <a:gd name="T1" fmla="*/ 328 h 490"/>
                <a:gd name="T2" fmla="*/ 249 w 280"/>
                <a:gd name="T3" fmla="*/ 328 h 490"/>
                <a:gd name="T4" fmla="*/ 279 w 280"/>
                <a:gd name="T5" fmla="*/ 217 h 490"/>
                <a:gd name="T6" fmla="*/ 268 w 280"/>
                <a:gd name="T7" fmla="*/ 129 h 490"/>
                <a:gd name="T8" fmla="*/ 234 w 280"/>
                <a:gd name="T9" fmla="*/ 43 h 490"/>
                <a:gd name="T10" fmla="*/ 202 w 280"/>
                <a:gd name="T11" fmla="*/ 13 h 490"/>
                <a:gd name="T12" fmla="*/ 160 w 280"/>
                <a:gd name="T13" fmla="*/ 0 h 490"/>
                <a:gd name="T14" fmla="*/ 154 w 280"/>
                <a:gd name="T15" fmla="*/ 0 h 490"/>
                <a:gd name="T16" fmla="*/ 106 w 280"/>
                <a:gd name="T17" fmla="*/ 14 h 490"/>
                <a:gd name="T18" fmla="*/ 50 w 280"/>
                <a:gd name="T19" fmla="*/ 76 h 490"/>
                <a:gd name="T20" fmla="*/ 11 w 280"/>
                <a:gd name="T21" fmla="*/ 176 h 490"/>
                <a:gd name="T22" fmla="*/ 0 w 280"/>
                <a:gd name="T23" fmla="*/ 279 h 490"/>
                <a:gd name="T24" fmla="*/ 19 w 280"/>
                <a:gd name="T25" fmla="*/ 467 h 490"/>
                <a:gd name="T26" fmla="*/ 32 w 280"/>
                <a:gd name="T27" fmla="*/ 479 h 490"/>
                <a:gd name="T28" fmla="*/ 180 w 280"/>
                <a:gd name="T29" fmla="*/ 489 h 490"/>
                <a:gd name="T30" fmla="*/ 192 w 280"/>
                <a:gd name="T31" fmla="*/ 483 h 490"/>
                <a:gd name="T32" fmla="*/ 197 w 280"/>
                <a:gd name="T33" fmla="*/ 472 h 490"/>
                <a:gd name="T34" fmla="*/ 195 w 280"/>
                <a:gd name="T35" fmla="*/ 455 h 490"/>
                <a:gd name="T36" fmla="*/ 208 w 280"/>
                <a:gd name="T37" fmla="*/ 401 h 490"/>
                <a:gd name="T38" fmla="*/ 249 w 280"/>
                <a:gd name="T39" fmla="*/ 328 h 490"/>
                <a:gd name="T40" fmla="*/ 181 w 280"/>
                <a:gd name="T41" fmla="*/ 389 h 490"/>
                <a:gd name="T42" fmla="*/ 181 w 280"/>
                <a:gd name="T43" fmla="*/ 389 h 490"/>
                <a:gd name="T44" fmla="*/ 166 w 280"/>
                <a:gd name="T45" fmla="*/ 455 h 490"/>
                <a:gd name="T46" fmla="*/ 166 w 280"/>
                <a:gd name="T47" fmla="*/ 459 h 490"/>
                <a:gd name="T48" fmla="*/ 46 w 280"/>
                <a:gd name="T49" fmla="*/ 451 h 490"/>
                <a:gd name="T50" fmla="*/ 29 w 280"/>
                <a:gd name="T51" fmla="*/ 279 h 490"/>
                <a:gd name="T52" fmla="*/ 39 w 280"/>
                <a:gd name="T53" fmla="*/ 183 h 490"/>
                <a:gd name="T54" fmla="*/ 91 w 280"/>
                <a:gd name="T55" fmla="*/ 68 h 490"/>
                <a:gd name="T56" fmla="*/ 121 w 280"/>
                <a:gd name="T57" fmla="*/ 39 h 490"/>
                <a:gd name="T58" fmla="*/ 154 w 280"/>
                <a:gd name="T59" fmla="*/ 29 h 490"/>
                <a:gd name="T60" fmla="*/ 158 w 280"/>
                <a:gd name="T61" fmla="*/ 29 h 490"/>
                <a:gd name="T62" fmla="*/ 187 w 280"/>
                <a:gd name="T63" fmla="*/ 39 h 490"/>
                <a:gd name="T64" fmla="*/ 220 w 280"/>
                <a:gd name="T65" fmla="*/ 76 h 490"/>
                <a:gd name="T66" fmla="*/ 239 w 280"/>
                <a:gd name="T67" fmla="*/ 133 h 490"/>
                <a:gd name="T68" fmla="*/ 249 w 280"/>
                <a:gd name="T69" fmla="*/ 217 h 490"/>
                <a:gd name="T70" fmla="*/ 223 w 280"/>
                <a:gd name="T71" fmla="*/ 315 h 490"/>
                <a:gd name="T72" fmla="*/ 181 w 280"/>
                <a:gd name="T73" fmla="*/ 389 h 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280" h="490">
                  <a:moveTo>
                    <a:pt x="249" y="328"/>
                  </a:moveTo>
                  <a:lnTo>
                    <a:pt x="249" y="328"/>
                  </a:lnTo>
                  <a:cubicBezTo>
                    <a:pt x="271" y="289"/>
                    <a:pt x="279" y="251"/>
                    <a:pt x="279" y="217"/>
                  </a:cubicBezTo>
                  <a:cubicBezTo>
                    <a:pt x="279" y="187"/>
                    <a:pt x="273" y="158"/>
                    <a:pt x="268" y="129"/>
                  </a:cubicBezTo>
                  <a:cubicBezTo>
                    <a:pt x="262" y="96"/>
                    <a:pt x="251" y="66"/>
                    <a:pt x="234" y="43"/>
                  </a:cubicBezTo>
                  <a:cubicBezTo>
                    <a:pt x="225" y="30"/>
                    <a:pt x="214" y="21"/>
                    <a:pt x="202" y="13"/>
                  </a:cubicBezTo>
                  <a:cubicBezTo>
                    <a:pt x="190" y="6"/>
                    <a:pt x="175" y="2"/>
                    <a:pt x="160" y="0"/>
                  </a:cubicBezTo>
                  <a:cubicBezTo>
                    <a:pt x="158" y="0"/>
                    <a:pt x="155" y="0"/>
                    <a:pt x="154" y="0"/>
                  </a:cubicBezTo>
                  <a:cubicBezTo>
                    <a:pt x="138" y="0"/>
                    <a:pt x="121" y="4"/>
                    <a:pt x="106" y="14"/>
                  </a:cubicBezTo>
                  <a:cubicBezTo>
                    <a:pt x="84" y="26"/>
                    <a:pt x="66" y="48"/>
                    <a:pt x="50" y="76"/>
                  </a:cubicBezTo>
                  <a:cubicBezTo>
                    <a:pt x="35" y="103"/>
                    <a:pt x="21" y="136"/>
                    <a:pt x="11" y="176"/>
                  </a:cubicBezTo>
                  <a:cubicBezTo>
                    <a:pt x="3" y="208"/>
                    <a:pt x="0" y="243"/>
                    <a:pt x="0" y="279"/>
                  </a:cubicBezTo>
                  <a:cubicBezTo>
                    <a:pt x="0" y="372"/>
                    <a:pt x="18" y="467"/>
                    <a:pt x="19" y="467"/>
                  </a:cubicBezTo>
                  <a:cubicBezTo>
                    <a:pt x="19" y="474"/>
                    <a:pt x="25" y="478"/>
                    <a:pt x="32" y="479"/>
                  </a:cubicBezTo>
                  <a:cubicBezTo>
                    <a:pt x="180" y="489"/>
                    <a:pt x="180" y="489"/>
                    <a:pt x="180" y="489"/>
                  </a:cubicBezTo>
                  <a:cubicBezTo>
                    <a:pt x="186" y="489"/>
                    <a:pt x="190" y="488"/>
                    <a:pt x="192" y="483"/>
                  </a:cubicBezTo>
                  <a:cubicBezTo>
                    <a:pt x="195" y="481"/>
                    <a:pt x="197" y="477"/>
                    <a:pt x="197" y="472"/>
                  </a:cubicBezTo>
                  <a:cubicBezTo>
                    <a:pt x="195" y="466"/>
                    <a:pt x="195" y="460"/>
                    <a:pt x="195" y="455"/>
                  </a:cubicBezTo>
                  <a:cubicBezTo>
                    <a:pt x="195" y="435"/>
                    <a:pt x="199" y="420"/>
                    <a:pt x="208" y="401"/>
                  </a:cubicBezTo>
                  <a:cubicBezTo>
                    <a:pt x="217" y="383"/>
                    <a:pt x="229" y="360"/>
                    <a:pt x="249" y="328"/>
                  </a:cubicBezTo>
                  <a:close/>
                  <a:moveTo>
                    <a:pt x="181" y="389"/>
                  </a:moveTo>
                  <a:lnTo>
                    <a:pt x="181" y="389"/>
                  </a:lnTo>
                  <a:cubicBezTo>
                    <a:pt x="172" y="411"/>
                    <a:pt x="166" y="431"/>
                    <a:pt x="166" y="455"/>
                  </a:cubicBezTo>
                  <a:cubicBezTo>
                    <a:pt x="166" y="456"/>
                    <a:pt x="166" y="457"/>
                    <a:pt x="166" y="459"/>
                  </a:cubicBezTo>
                  <a:cubicBezTo>
                    <a:pt x="46" y="451"/>
                    <a:pt x="46" y="451"/>
                    <a:pt x="46" y="451"/>
                  </a:cubicBezTo>
                  <a:cubicBezTo>
                    <a:pt x="41" y="423"/>
                    <a:pt x="29" y="350"/>
                    <a:pt x="29" y="279"/>
                  </a:cubicBezTo>
                  <a:cubicBezTo>
                    <a:pt x="29" y="245"/>
                    <a:pt x="32" y="210"/>
                    <a:pt x="39" y="183"/>
                  </a:cubicBezTo>
                  <a:cubicBezTo>
                    <a:pt x="52" y="133"/>
                    <a:pt x="70" y="94"/>
                    <a:pt x="91" y="68"/>
                  </a:cubicBezTo>
                  <a:cubicBezTo>
                    <a:pt x="100" y="55"/>
                    <a:pt x="111" y="46"/>
                    <a:pt x="121" y="39"/>
                  </a:cubicBezTo>
                  <a:cubicBezTo>
                    <a:pt x="132" y="32"/>
                    <a:pt x="143" y="29"/>
                    <a:pt x="154" y="29"/>
                  </a:cubicBezTo>
                  <a:cubicBezTo>
                    <a:pt x="158" y="29"/>
                    <a:pt x="158" y="29"/>
                    <a:pt x="158" y="29"/>
                  </a:cubicBezTo>
                  <a:cubicBezTo>
                    <a:pt x="169" y="30"/>
                    <a:pt x="179" y="33"/>
                    <a:pt x="187" y="39"/>
                  </a:cubicBezTo>
                  <a:cubicBezTo>
                    <a:pt x="201" y="46"/>
                    <a:pt x="212" y="59"/>
                    <a:pt x="220" y="76"/>
                  </a:cubicBezTo>
                  <a:cubicBezTo>
                    <a:pt x="229" y="92"/>
                    <a:pt x="236" y="111"/>
                    <a:pt x="239" y="133"/>
                  </a:cubicBezTo>
                  <a:cubicBezTo>
                    <a:pt x="245" y="164"/>
                    <a:pt x="249" y="190"/>
                    <a:pt x="249" y="217"/>
                  </a:cubicBezTo>
                  <a:cubicBezTo>
                    <a:pt x="249" y="247"/>
                    <a:pt x="243" y="278"/>
                    <a:pt x="223" y="315"/>
                  </a:cubicBezTo>
                  <a:cubicBezTo>
                    <a:pt x="205" y="345"/>
                    <a:pt x="191" y="368"/>
                    <a:pt x="181" y="3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41">
              <a:extLst>
                <a:ext uri="{FF2B5EF4-FFF2-40B4-BE49-F238E27FC236}">
                  <a16:creationId xmlns:a16="http://schemas.microsoft.com/office/drawing/2014/main" id="{6F49B1BD-12A6-40C9-03D8-DA27A168E7DD}"/>
                </a:ext>
              </a:extLst>
            </p:cNvPr>
            <p:cNvSpPr>
              <a:spLocks noChangeArrowheads="1"/>
            </p:cNvSpPr>
            <p:nvPr/>
          </p:nvSpPr>
          <p:spPr bwMode="auto">
            <a:xfrm>
              <a:off x="6259513" y="2692400"/>
              <a:ext cx="104775" cy="180975"/>
            </a:xfrm>
            <a:custGeom>
              <a:avLst/>
              <a:gdLst>
                <a:gd name="T0" fmla="*/ 169 w 289"/>
                <a:gd name="T1" fmla="*/ 492 h 501"/>
                <a:gd name="T2" fmla="*/ 169 w 289"/>
                <a:gd name="T3" fmla="*/ 492 h 501"/>
                <a:gd name="T4" fmla="*/ 221 w 289"/>
                <a:gd name="T5" fmla="*/ 400 h 501"/>
                <a:gd name="T6" fmla="*/ 284 w 289"/>
                <a:gd name="T7" fmla="*/ 224 h 501"/>
                <a:gd name="T8" fmla="*/ 288 w 289"/>
                <a:gd name="T9" fmla="*/ 164 h 501"/>
                <a:gd name="T10" fmla="*/ 270 w 289"/>
                <a:gd name="T11" fmla="*/ 62 h 501"/>
                <a:gd name="T12" fmla="*/ 211 w 289"/>
                <a:gd name="T13" fmla="*/ 4 h 501"/>
                <a:gd name="T14" fmla="*/ 181 w 289"/>
                <a:gd name="T15" fmla="*/ 0 h 501"/>
                <a:gd name="T16" fmla="*/ 114 w 289"/>
                <a:gd name="T17" fmla="*/ 24 h 501"/>
                <a:gd name="T18" fmla="*/ 63 w 289"/>
                <a:gd name="T19" fmla="*/ 83 h 501"/>
                <a:gd name="T20" fmla="*/ 23 w 289"/>
                <a:gd name="T21" fmla="*/ 153 h 501"/>
                <a:gd name="T22" fmla="*/ 5 w 289"/>
                <a:gd name="T23" fmla="*/ 240 h 501"/>
                <a:gd name="T24" fmla="*/ 8 w 289"/>
                <a:gd name="T25" fmla="*/ 275 h 501"/>
                <a:gd name="T26" fmla="*/ 8 w 289"/>
                <a:gd name="T27" fmla="*/ 275 h 501"/>
                <a:gd name="T28" fmla="*/ 18 w 289"/>
                <a:gd name="T29" fmla="*/ 368 h 501"/>
                <a:gd name="T30" fmla="*/ 3 w 289"/>
                <a:gd name="T31" fmla="*/ 427 h 501"/>
                <a:gd name="T32" fmla="*/ 1 w 289"/>
                <a:gd name="T33" fmla="*/ 439 h 501"/>
                <a:gd name="T34" fmla="*/ 11 w 289"/>
                <a:gd name="T35" fmla="*/ 449 h 501"/>
                <a:gd name="T36" fmla="*/ 151 w 289"/>
                <a:gd name="T37" fmla="*/ 497 h 501"/>
                <a:gd name="T38" fmla="*/ 169 w 289"/>
                <a:gd name="T39" fmla="*/ 492 h 501"/>
                <a:gd name="T40" fmla="*/ 51 w 289"/>
                <a:gd name="T41" fmla="*/ 165 h 501"/>
                <a:gd name="T42" fmla="*/ 51 w 289"/>
                <a:gd name="T43" fmla="*/ 165 h 501"/>
                <a:gd name="T44" fmla="*/ 88 w 289"/>
                <a:gd name="T45" fmla="*/ 98 h 501"/>
                <a:gd name="T46" fmla="*/ 132 w 289"/>
                <a:gd name="T47" fmla="*/ 47 h 501"/>
                <a:gd name="T48" fmla="*/ 181 w 289"/>
                <a:gd name="T49" fmla="*/ 29 h 501"/>
                <a:gd name="T50" fmla="*/ 203 w 289"/>
                <a:gd name="T51" fmla="*/ 33 h 501"/>
                <a:gd name="T52" fmla="*/ 243 w 289"/>
                <a:gd name="T53" fmla="*/ 74 h 501"/>
                <a:gd name="T54" fmla="*/ 258 w 289"/>
                <a:gd name="T55" fmla="*/ 164 h 501"/>
                <a:gd name="T56" fmla="*/ 255 w 289"/>
                <a:gd name="T57" fmla="*/ 221 h 501"/>
                <a:gd name="T58" fmla="*/ 195 w 289"/>
                <a:gd name="T59" fmla="*/ 386 h 501"/>
                <a:gd name="T60" fmla="*/ 159 w 289"/>
                <a:gd name="T61" fmla="*/ 450 h 501"/>
                <a:gd name="T62" fmla="*/ 150 w 289"/>
                <a:gd name="T63" fmla="*/ 466 h 501"/>
                <a:gd name="T64" fmla="*/ 36 w 289"/>
                <a:gd name="T65" fmla="*/ 426 h 501"/>
                <a:gd name="T66" fmla="*/ 48 w 289"/>
                <a:gd name="T67" fmla="*/ 368 h 501"/>
                <a:gd name="T68" fmla="*/ 37 w 289"/>
                <a:gd name="T69" fmla="*/ 271 h 501"/>
                <a:gd name="T70" fmla="*/ 37 w 289"/>
                <a:gd name="T71" fmla="*/ 271 h 501"/>
                <a:gd name="T72" fmla="*/ 34 w 289"/>
                <a:gd name="T73" fmla="*/ 240 h 501"/>
                <a:gd name="T74" fmla="*/ 51 w 289"/>
                <a:gd name="T75" fmla="*/ 165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89" h="501">
                  <a:moveTo>
                    <a:pt x="169" y="492"/>
                  </a:moveTo>
                  <a:lnTo>
                    <a:pt x="169" y="492"/>
                  </a:lnTo>
                  <a:cubicBezTo>
                    <a:pt x="169" y="490"/>
                    <a:pt x="193" y="452"/>
                    <a:pt x="221" y="400"/>
                  </a:cubicBezTo>
                  <a:cubicBezTo>
                    <a:pt x="247" y="347"/>
                    <a:pt x="277" y="282"/>
                    <a:pt x="284" y="224"/>
                  </a:cubicBezTo>
                  <a:cubicBezTo>
                    <a:pt x="287" y="203"/>
                    <a:pt x="288" y="183"/>
                    <a:pt x="288" y="164"/>
                  </a:cubicBezTo>
                  <a:cubicBezTo>
                    <a:pt x="288" y="124"/>
                    <a:pt x="283" y="89"/>
                    <a:pt x="270" y="62"/>
                  </a:cubicBezTo>
                  <a:cubicBezTo>
                    <a:pt x="258" y="34"/>
                    <a:pt x="239" y="14"/>
                    <a:pt x="211" y="4"/>
                  </a:cubicBezTo>
                  <a:cubicBezTo>
                    <a:pt x="202" y="2"/>
                    <a:pt x="191" y="0"/>
                    <a:pt x="181" y="0"/>
                  </a:cubicBezTo>
                  <a:cubicBezTo>
                    <a:pt x="156" y="0"/>
                    <a:pt x="133" y="10"/>
                    <a:pt x="114" y="24"/>
                  </a:cubicBezTo>
                  <a:cubicBezTo>
                    <a:pt x="95" y="39"/>
                    <a:pt x="77" y="59"/>
                    <a:pt x="63" y="83"/>
                  </a:cubicBezTo>
                  <a:cubicBezTo>
                    <a:pt x="49" y="106"/>
                    <a:pt x="34" y="128"/>
                    <a:pt x="23" y="153"/>
                  </a:cubicBezTo>
                  <a:cubicBezTo>
                    <a:pt x="12" y="179"/>
                    <a:pt x="5" y="207"/>
                    <a:pt x="5" y="240"/>
                  </a:cubicBezTo>
                  <a:cubicBezTo>
                    <a:pt x="5" y="251"/>
                    <a:pt x="5" y="262"/>
                    <a:pt x="8" y="275"/>
                  </a:cubicBezTo>
                  <a:lnTo>
                    <a:pt x="8" y="275"/>
                  </a:lnTo>
                  <a:cubicBezTo>
                    <a:pt x="14" y="317"/>
                    <a:pt x="18" y="345"/>
                    <a:pt x="18" y="368"/>
                  </a:cubicBezTo>
                  <a:cubicBezTo>
                    <a:pt x="18" y="389"/>
                    <a:pt x="14" y="405"/>
                    <a:pt x="3" y="427"/>
                  </a:cubicBezTo>
                  <a:cubicBezTo>
                    <a:pt x="0" y="431"/>
                    <a:pt x="0" y="435"/>
                    <a:pt x="1" y="439"/>
                  </a:cubicBezTo>
                  <a:cubicBezTo>
                    <a:pt x="3" y="444"/>
                    <a:pt x="7" y="448"/>
                    <a:pt x="11" y="449"/>
                  </a:cubicBezTo>
                  <a:cubicBezTo>
                    <a:pt x="151" y="497"/>
                    <a:pt x="151" y="497"/>
                    <a:pt x="151" y="497"/>
                  </a:cubicBezTo>
                  <a:cubicBezTo>
                    <a:pt x="158" y="500"/>
                    <a:pt x="165" y="497"/>
                    <a:pt x="169" y="492"/>
                  </a:cubicBezTo>
                  <a:close/>
                  <a:moveTo>
                    <a:pt x="51" y="165"/>
                  </a:moveTo>
                  <a:lnTo>
                    <a:pt x="51" y="165"/>
                  </a:lnTo>
                  <a:cubicBezTo>
                    <a:pt x="60" y="142"/>
                    <a:pt x="74" y="121"/>
                    <a:pt x="88" y="98"/>
                  </a:cubicBezTo>
                  <a:cubicBezTo>
                    <a:pt x="100" y="77"/>
                    <a:pt x="115" y="59"/>
                    <a:pt x="132" y="47"/>
                  </a:cubicBezTo>
                  <a:cubicBezTo>
                    <a:pt x="148" y="36"/>
                    <a:pt x="165" y="29"/>
                    <a:pt x="181" y="29"/>
                  </a:cubicBezTo>
                  <a:cubicBezTo>
                    <a:pt x="188" y="29"/>
                    <a:pt x="195" y="30"/>
                    <a:pt x="203" y="33"/>
                  </a:cubicBezTo>
                  <a:cubicBezTo>
                    <a:pt x="220" y="39"/>
                    <a:pt x="233" y="52"/>
                    <a:pt x="243" y="74"/>
                  </a:cubicBezTo>
                  <a:cubicBezTo>
                    <a:pt x="254" y="96"/>
                    <a:pt x="258" y="126"/>
                    <a:pt x="258" y="164"/>
                  </a:cubicBezTo>
                  <a:cubicBezTo>
                    <a:pt x="258" y="181"/>
                    <a:pt x="258" y="201"/>
                    <a:pt x="255" y="221"/>
                  </a:cubicBezTo>
                  <a:cubicBezTo>
                    <a:pt x="248" y="272"/>
                    <a:pt x="221" y="335"/>
                    <a:pt x="195" y="386"/>
                  </a:cubicBezTo>
                  <a:cubicBezTo>
                    <a:pt x="181" y="412"/>
                    <a:pt x="169" y="434"/>
                    <a:pt x="159" y="450"/>
                  </a:cubicBezTo>
                  <a:cubicBezTo>
                    <a:pt x="155" y="456"/>
                    <a:pt x="152" y="461"/>
                    <a:pt x="150" y="466"/>
                  </a:cubicBezTo>
                  <a:cubicBezTo>
                    <a:pt x="36" y="426"/>
                    <a:pt x="36" y="426"/>
                    <a:pt x="36" y="426"/>
                  </a:cubicBezTo>
                  <a:cubicBezTo>
                    <a:pt x="44" y="406"/>
                    <a:pt x="48" y="387"/>
                    <a:pt x="48" y="368"/>
                  </a:cubicBezTo>
                  <a:cubicBezTo>
                    <a:pt x="47" y="341"/>
                    <a:pt x="42" y="312"/>
                    <a:pt x="37" y="271"/>
                  </a:cubicBezTo>
                  <a:lnTo>
                    <a:pt x="37" y="271"/>
                  </a:lnTo>
                  <a:cubicBezTo>
                    <a:pt x="36" y="260"/>
                    <a:pt x="34" y="250"/>
                    <a:pt x="34" y="240"/>
                  </a:cubicBezTo>
                  <a:cubicBezTo>
                    <a:pt x="34" y="212"/>
                    <a:pt x="41" y="187"/>
                    <a:pt x="51"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6" name="Group 539">
            <a:extLst>
              <a:ext uri="{FF2B5EF4-FFF2-40B4-BE49-F238E27FC236}">
                <a16:creationId xmlns:a16="http://schemas.microsoft.com/office/drawing/2014/main" id="{DF9EEFCE-9A22-F3EB-01C6-CE31C324448B}"/>
              </a:ext>
            </a:extLst>
          </p:cNvPr>
          <p:cNvGrpSpPr/>
          <p:nvPr/>
        </p:nvGrpSpPr>
        <p:grpSpPr>
          <a:xfrm>
            <a:off x="4810249" y="4165228"/>
            <a:ext cx="190500" cy="254000"/>
            <a:chOff x="3668713" y="4506913"/>
            <a:chExt cx="190500" cy="254000"/>
          </a:xfrm>
          <a:solidFill>
            <a:schemeClr val="accent4"/>
          </a:solidFill>
        </p:grpSpPr>
        <p:sp>
          <p:nvSpPr>
            <p:cNvPr id="537" name="Freeform 442">
              <a:extLst>
                <a:ext uri="{FF2B5EF4-FFF2-40B4-BE49-F238E27FC236}">
                  <a16:creationId xmlns:a16="http://schemas.microsoft.com/office/drawing/2014/main" id="{9064207F-8E2D-5306-0C1E-C4E51A4BDBDC}"/>
                </a:ext>
              </a:extLst>
            </p:cNvPr>
            <p:cNvSpPr>
              <a:spLocks noChangeArrowheads="1"/>
            </p:cNvSpPr>
            <p:nvPr/>
          </p:nvSpPr>
          <p:spPr bwMode="auto">
            <a:xfrm>
              <a:off x="3668713" y="4506913"/>
              <a:ext cx="190500" cy="254000"/>
            </a:xfrm>
            <a:custGeom>
              <a:avLst/>
              <a:gdLst>
                <a:gd name="T0" fmla="*/ 527 w 528"/>
                <a:gd name="T1" fmla="*/ 659 h 704"/>
                <a:gd name="T2" fmla="*/ 527 w 528"/>
                <a:gd name="T3" fmla="*/ 659 h 704"/>
                <a:gd name="T4" fmla="*/ 527 w 528"/>
                <a:gd name="T5" fmla="*/ 44 h 704"/>
                <a:gd name="T6" fmla="*/ 483 w 528"/>
                <a:gd name="T7" fmla="*/ 0 h 704"/>
                <a:gd name="T8" fmla="*/ 44 w 528"/>
                <a:gd name="T9" fmla="*/ 0 h 704"/>
                <a:gd name="T10" fmla="*/ 0 w 528"/>
                <a:gd name="T11" fmla="*/ 44 h 704"/>
                <a:gd name="T12" fmla="*/ 0 w 528"/>
                <a:gd name="T13" fmla="*/ 659 h 704"/>
                <a:gd name="T14" fmla="*/ 44 w 528"/>
                <a:gd name="T15" fmla="*/ 703 h 704"/>
                <a:gd name="T16" fmla="*/ 483 w 528"/>
                <a:gd name="T17" fmla="*/ 703 h 704"/>
                <a:gd name="T18" fmla="*/ 527 w 528"/>
                <a:gd name="T19" fmla="*/ 659 h 704"/>
                <a:gd name="T20" fmla="*/ 499 w 528"/>
                <a:gd name="T21" fmla="*/ 659 h 704"/>
                <a:gd name="T22" fmla="*/ 499 w 528"/>
                <a:gd name="T23" fmla="*/ 659 h 704"/>
                <a:gd name="T24" fmla="*/ 483 w 528"/>
                <a:gd name="T25" fmla="*/ 674 h 704"/>
                <a:gd name="T26" fmla="*/ 44 w 528"/>
                <a:gd name="T27" fmla="*/ 674 h 704"/>
                <a:gd name="T28" fmla="*/ 29 w 528"/>
                <a:gd name="T29" fmla="*/ 659 h 704"/>
                <a:gd name="T30" fmla="*/ 29 w 528"/>
                <a:gd name="T31" fmla="*/ 44 h 704"/>
                <a:gd name="T32" fmla="*/ 44 w 528"/>
                <a:gd name="T33" fmla="*/ 29 h 704"/>
                <a:gd name="T34" fmla="*/ 483 w 528"/>
                <a:gd name="T35" fmla="*/ 29 h 704"/>
                <a:gd name="T36" fmla="*/ 499 w 528"/>
                <a:gd name="T37" fmla="*/ 44 h 704"/>
                <a:gd name="T38" fmla="*/ 499 w 528"/>
                <a:gd name="T39"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28" h="704">
                  <a:moveTo>
                    <a:pt x="527" y="659"/>
                  </a:moveTo>
                  <a:lnTo>
                    <a:pt x="527" y="659"/>
                  </a:lnTo>
                  <a:cubicBezTo>
                    <a:pt x="527" y="44"/>
                    <a:pt x="527" y="44"/>
                    <a:pt x="527" y="44"/>
                  </a:cubicBezTo>
                  <a:cubicBezTo>
                    <a:pt x="527" y="19"/>
                    <a:pt x="508" y="0"/>
                    <a:pt x="483" y="0"/>
                  </a:cubicBezTo>
                  <a:cubicBezTo>
                    <a:pt x="44" y="0"/>
                    <a:pt x="44" y="0"/>
                    <a:pt x="44" y="0"/>
                  </a:cubicBezTo>
                  <a:cubicBezTo>
                    <a:pt x="20" y="0"/>
                    <a:pt x="0" y="19"/>
                    <a:pt x="0" y="44"/>
                  </a:cubicBezTo>
                  <a:cubicBezTo>
                    <a:pt x="0" y="659"/>
                    <a:pt x="0" y="659"/>
                    <a:pt x="0" y="659"/>
                  </a:cubicBezTo>
                  <a:cubicBezTo>
                    <a:pt x="0" y="683"/>
                    <a:pt x="20" y="703"/>
                    <a:pt x="44" y="703"/>
                  </a:cubicBezTo>
                  <a:cubicBezTo>
                    <a:pt x="483" y="703"/>
                    <a:pt x="483" y="703"/>
                    <a:pt x="483" y="703"/>
                  </a:cubicBezTo>
                  <a:cubicBezTo>
                    <a:pt x="508" y="703"/>
                    <a:pt x="527" y="683"/>
                    <a:pt x="527" y="659"/>
                  </a:cubicBezTo>
                  <a:close/>
                  <a:moveTo>
                    <a:pt x="499" y="659"/>
                  </a:moveTo>
                  <a:lnTo>
                    <a:pt x="499" y="659"/>
                  </a:lnTo>
                  <a:cubicBezTo>
                    <a:pt x="499" y="667"/>
                    <a:pt x="492" y="674"/>
                    <a:pt x="483" y="674"/>
                  </a:cubicBezTo>
                  <a:cubicBezTo>
                    <a:pt x="44" y="674"/>
                    <a:pt x="44" y="674"/>
                    <a:pt x="44" y="674"/>
                  </a:cubicBezTo>
                  <a:cubicBezTo>
                    <a:pt x="36" y="674"/>
                    <a:pt x="29" y="667"/>
                    <a:pt x="29" y="659"/>
                  </a:cubicBezTo>
                  <a:cubicBezTo>
                    <a:pt x="29" y="44"/>
                    <a:pt x="29" y="44"/>
                    <a:pt x="29" y="44"/>
                  </a:cubicBezTo>
                  <a:cubicBezTo>
                    <a:pt x="29" y="35"/>
                    <a:pt x="36" y="29"/>
                    <a:pt x="44" y="29"/>
                  </a:cubicBezTo>
                  <a:cubicBezTo>
                    <a:pt x="483" y="29"/>
                    <a:pt x="483" y="29"/>
                    <a:pt x="483" y="29"/>
                  </a:cubicBezTo>
                  <a:cubicBezTo>
                    <a:pt x="492" y="29"/>
                    <a:pt x="499" y="35"/>
                    <a:pt x="499" y="44"/>
                  </a:cubicBezTo>
                  <a:lnTo>
                    <a:pt x="499"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3">
              <a:extLst>
                <a:ext uri="{FF2B5EF4-FFF2-40B4-BE49-F238E27FC236}">
                  <a16:creationId xmlns:a16="http://schemas.microsoft.com/office/drawing/2014/main" id="{3B9675DF-DC32-AD6C-4B6B-73BB6CD4078B}"/>
                </a:ext>
              </a:extLst>
            </p:cNvPr>
            <p:cNvSpPr>
              <a:spLocks noChangeArrowheads="1"/>
            </p:cNvSpPr>
            <p:nvPr/>
          </p:nvSpPr>
          <p:spPr bwMode="auto">
            <a:xfrm>
              <a:off x="3700463" y="4538663"/>
              <a:ext cx="127000" cy="53975"/>
            </a:xfrm>
            <a:custGeom>
              <a:avLst/>
              <a:gdLst>
                <a:gd name="T0" fmla="*/ 15 w 353"/>
                <a:gd name="T1" fmla="*/ 147 h 148"/>
                <a:gd name="T2" fmla="*/ 15 w 353"/>
                <a:gd name="T3" fmla="*/ 147 h 148"/>
                <a:gd name="T4" fmla="*/ 336 w 353"/>
                <a:gd name="T5" fmla="*/ 147 h 148"/>
                <a:gd name="T6" fmla="*/ 347 w 353"/>
                <a:gd name="T7" fmla="*/ 142 h 148"/>
                <a:gd name="T8" fmla="*/ 352 w 353"/>
                <a:gd name="T9" fmla="*/ 131 h 148"/>
                <a:gd name="T10" fmla="*/ 352 w 353"/>
                <a:gd name="T11" fmla="*/ 15 h 148"/>
                <a:gd name="T12" fmla="*/ 347 w 353"/>
                <a:gd name="T13" fmla="*/ 4 h 148"/>
                <a:gd name="T14" fmla="*/ 336 w 353"/>
                <a:gd name="T15" fmla="*/ 0 h 148"/>
                <a:gd name="T16" fmla="*/ 15 w 353"/>
                <a:gd name="T17" fmla="*/ 0 h 148"/>
                <a:gd name="T18" fmla="*/ 4 w 353"/>
                <a:gd name="T19" fmla="*/ 4 h 148"/>
                <a:gd name="T20" fmla="*/ 0 w 353"/>
                <a:gd name="T21" fmla="*/ 15 h 148"/>
                <a:gd name="T22" fmla="*/ 0 w 353"/>
                <a:gd name="T23" fmla="*/ 131 h 148"/>
                <a:gd name="T24" fmla="*/ 4 w 353"/>
                <a:gd name="T25" fmla="*/ 142 h 148"/>
                <a:gd name="T26" fmla="*/ 15 w 353"/>
                <a:gd name="T27" fmla="*/ 147 h 148"/>
                <a:gd name="T28" fmla="*/ 29 w 353"/>
                <a:gd name="T29" fmla="*/ 28 h 148"/>
                <a:gd name="T30" fmla="*/ 29 w 353"/>
                <a:gd name="T31" fmla="*/ 28 h 148"/>
                <a:gd name="T32" fmla="*/ 323 w 353"/>
                <a:gd name="T33" fmla="*/ 28 h 148"/>
                <a:gd name="T34" fmla="*/ 323 w 353"/>
                <a:gd name="T35" fmla="*/ 116 h 148"/>
                <a:gd name="T36" fmla="*/ 29 w 353"/>
                <a:gd name="T37" fmla="*/ 116 h 148"/>
                <a:gd name="T38" fmla="*/ 29 w 353"/>
                <a:gd name="T39" fmla="*/ 28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53" h="148">
                  <a:moveTo>
                    <a:pt x="15" y="147"/>
                  </a:moveTo>
                  <a:lnTo>
                    <a:pt x="15" y="147"/>
                  </a:lnTo>
                  <a:cubicBezTo>
                    <a:pt x="336" y="147"/>
                    <a:pt x="336" y="147"/>
                    <a:pt x="336" y="147"/>
                  </a:cubicBezTo>
                  <a:cubicBezTo>
                    <a:pt x="341" y="147"/>
                    <a:pt x="345" y="145"/>
                    <a:pt x="347" y="142"/>
                  </a:cubicBezTo>
                  <a:cubicBezTo>
                    <a:pt x="350" y="140"/>
                    <a:pt x="352" y="136"/>
                    <a:pt x="352" y="131"/>
                  </a:cubicBezTo>
                  <a:cubicBezTo>
                    <a:pt x="352" y="15"/>
                    <a:pt x="352" y="15"/>
                    <a:pt x="352" y="15"/>
                  </a:cubicBezTo>
                  <a:cubicBezTo>
                    <a:pt x="352" y="11"/>
                    <a:pt x="350" y="7"/>
                    <a:pt x="347" y="4"/>
                  </a:cubicBezTo>
                  <a:cubicBezTo>
                    <a:pt x="345" y="1"/>
                    <a:pt x="341" y="0"/>
                    <a:pt x="336" y="0"/>
                  </a:cubicBezTo>
                  <a:cubicBezTo>
                    <a:pt x="15" y="0"/>
                    <a:pt x="15" y="0"/>
                    <a:pt x="15" y="0"/>
                  </a:cubicBezTo>
                  <a:cubicBezTo>
                    <a:pt x="11" y="0"/>
                    <a:pt x="7" y="1"/>
                    <a:pt x="4" y="4"/>
                  </a:cubicBezTo>
                  <a:cubicBezTo>
                    <a:pt x="2" y="7"/>
                    <a:pt x="0" y="11"/>
                    <a:pt x="0" y="15"/>
                  </a:cubicBezTo>
                  <a:cubicBezTo>
                    <a:pt x="0" y="131"/>
                    <a:pt x="0" y="131"/>
                    <a:pt x="0" y="131"/>
                  </a:cubicBezTo>
                  <a:cubicBezTo>
                    <a:pt x="0" y="136"/>
                    <a:pt x="2" y="140"/>
                    <a:pt x="4" y="142"/>
                  </a:cubicBezTo>
                  <a:cubicBezTo>
                    <a:pt x="7" y="145"/>
                    <a:pt x="11" y="147"/>
                    <a:pt x="15" y="147"/>
                  </a:cubicBezTo>
                  <a:close/>
                  <a:moveTo>
                    <a:pt x="29" y="28"/>
                  </a:moveTo>
                  <a:lnTo>
                    <a:pt x="29" y="28"/>
                  </a:lnTo>
                  <a:cubicBezTo>
                    <a:pt x="323" y="28"/>
                    <a:pt x="323" y="28"/>
                    <a:pt x="323" y="28"/>
                  </a:cubicBezTo>
                  <a:cubicBezTo>
                    <a:pt x="323" y="116"/>
                    <a:pt x="323" y="116"/>
                    <a:pt x="323" y="116"/>
                  </a:cubicBezTo>
                  <a:cubicBezTo>
                    <a:pt x="29" y="116"/>
                    <a:pt x="29" y="116"/>
                    <a:pt x="29" y="116"/>
                  </a:cubicBezTo>
                  <a:lnTo>
                    <a:pt x="29"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4">
              <a:extLst>
                <a:ext uri="{FF2B5EF4-FFF2-40B4-BE49-F238E27FC236}">
                  <a16:creationId xmlns:a16="http://schemas.microsoft.com/office/drawing/2014/main" id="{0D4F014C-0527-AD62-526B-1AAE663FE7C1}"/>
                </a:ext>
              </a:extLst>
            </p:cNvPr>
            <p:cNvSpPr>
              <a:spLocks noChangeArrowheads="1"/>
            </p:cNvSpPr>
            <p:nvPr/>
          </p:nvSpPr>
          <p:spPr bwMode="auto">
            <a:xfrm>
              <a:off x="3690938" y="4611688"/>
              <a:ext cx="52387" cy="53975"/>
            </a:xfrm>
            <a:custGeom>
              <a:avLst/>
              <a:gdLst>
                <a:gd name="T0" fmla="*/ 132 w 147"/>
                <a:gd name="T1" fmla="*/ 59 h 148"/>
                <a:gd name="T2" fmla="*/ 132 w 147"/>
                <a:gd name="T3" fmla="*/ 59 h 148"/>
                <a:gd name="T4" fmla="*/ 88 w 147"/>
                <a:gd name="T5" fmla="*/ 59 h 148"/>
                <a:gd name="T6" fmla="*/ 88 w 147"/>
                <a:gd name="T7" fmla="*/ 15 h 148"/>
                <a:gd name="T8" fmla="*/ 73 w 147"/>
                <a:gd name="T9" fmla="*/ 0 h 148"/>
                <a:gd name="T10" fmla="*/ 58 w 147"/>
                <a:gd name="T11" fmla="*/ 15 h 148"/>
                <a:gd name="T12" fmla="*/ 58 w 147"/>
                <a:gd name="T13" fmla="*/ 59 h 148"/>
                <a:gd name="T14" fmla="*/ 14 w 147"/>
                <a:gd name="T15" fmla="*/ 59 h 148"/>
                <a:gd name="T16" fmla="*/ 0 w 147"/>
                <a:gd name="T17" fmla="*/ 74 h 148"/>
                <a:gd name="T18" fmla="*/ 14 w 147"/>
                <a:gd name="T19" fmla="*/ 88 h 148"/>
                <a:gd name="T20" fmla="*/ 58 w 147"/>
                <a:gd name="T21" fmla="*/ 88 h 148"/>
                <a:gd name="T22" fmla="*/ 58 w 147"/>
                <a:gd name="T23" fmla="*/ 132 h 148"/>
                <a:gd name="T24" fmla="*/ 73 w 147"/>
                <a:gd name="T25" fmla="*/ 147 h 148"/>
                <a:gd name="T26" fmla="*/ 88 w 147"/>
                <a:gd name="T27" fmla="*/ 132 h 148"/>
                <a:gd name="T28" fmla="*/ 88 w 147"/>
                <a:gd name="T29" fmla="*/ 88 h 148"/>
                <a:gd name="T30" fmla="*/ 132 w 147"/>
                <a:gd name="T31" fmla="*/ 88 h 148"/>
                <a:gd name="T32" fmla="*/ 146 w 147"/>
                <a:gd name="T33" fmla="*/ 74 h 148"/>
                <a:gd name="T34" fmla="*/ 132 w 147"/>
                <a:gd name="T35" fmla="*/ 59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47" h="148">
                  <a:moveTo>
                    <a:pt x="132" y="59"/>
                  </a:moveTo>
                  <a:lnTo>
                    <a:pt x="132" y="59"/>
                  </a:lnTo>
                  <a:cubicBezTo>
                    <a:pt x="88" y="59"/>
                    <a:pt x="88" y="59"/>
                    <a:pt x="88" y="59"/>
                  </a:cubicBezTo>
                  <a:cubicBezTo>
                    <a:pt x="88" y="15"/>
                    <a:pt x="88" y="15"/>
                    <a:pt x="88" y="15"/>
                  </a:cubicBezTo>
                  <a:cubicBezTo>
                    <a:pt x="88" y="7"/>
                    <a:pt x="81" y="0"/>
                    <a:pt x="73" y="0"/>
                  </a:cubicBezTo>
                  <a:cubicBezTo>
                    <a:pt x="65" y="0"/>
                    <a:pt x="58" y="7"/>
                    <a:pt x="58" y="15"/>
                  </a:cubicBezTo>
                  <a:cubicBezTo>
                    <a:pt x="58" y="59"/>
                    <a:pt x="58" y="59"/>
                    <a:pt x="58" y="59"/>
                  </a:cubicBezTo>
                  <a:cubicBezTo>
                    <a:pt x="14" y="59"/>
                    <a:pt x="14" y="59"/>
                    <a:pt x="14" y="59"/>
                  </a:cubicBezTo>
                  <a:cubicBezTo>
                    <a:pt x="7" y="59"/>
                    <a:pt x="0" y="66"/>
                    <a:pt x="0" y="74"/>
                  </a:cubicBezTo>
                  <a:cubicBezTo>
                    <a:pt x="0" y="83"/>
                    <a:pt x="7" y="88"/>
                    <a:pt x="14" y="88"/>
                  </a:cubicBezTo>
                  <a:cubicBezTo>
                    <a:pt x="58" y="88"/>
                    <a:pt x="58" y="88"/>
                    <a:pt x="58" y="88"/>
                  </a:cubicBezTo>
                  <a:cubicBezTo>
                    <a:pt x="58" y="132"/>
                    <a:pt x="58" y="132"/>
                    <a:pt x="58" y="132"/>
                  </a:cubicBezTo>
                  <a:cubicBezTo>
                    <a:pt x="58" y="140"/>
                    <a:pt x="65" y="147"/>
                    <a:pt x="73" y="147"/>
                  </a:cubicBezTo>
                  <a:cubicBezTo>
                    <a:pt x="81" y="147"/>
                    <a:pt x="88" y="140"/>
                    <a:pt x="88" y="132"/>
                  </a:cubicBezTo>
                  <a:cubicBezTo>
                    <a:pt x="88" y="88"/>
                    <a:pt x="88" y="88"/>
                    <a:pt x="88" y="88"/>
                  </a:cubicBezTo>
                  <a:cubicBezTo>
                    <a:pt x="132" y="88"/>
                    <a:pt x="132" y="88"/>
                    <a:pt x="132" y="88"/>
                  </a:cubicBezTo>
                  <a:cubicBezTo>
                    <a:pt x="140" y="88"/>
                    <a:pt x="146" y="83"/>
                    <a:pt x="146" y="74"/>
                  </a:cubicBezTo>
                  <a:cubicBezTo>
                    <a:pt x="146" y="66"/>
                    <a:pt x="140" y="59"/>
                    <a:pt x="132"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5">
              <a:extLst>
                <a:ext uri="{FF2B5EF4-FFF2-40B4-BE49-F238E27FC236}">
                  <a16:creationId xmlns:a16="http://schemas.microsoft.com/office/drawing/2014/main" id="{5B81AD95-BD28-75CF-F9DA-CE9CD2F8BE58}"/>
                </a:ext>
              </a:extLst>
            </p:cNvPr>
            <p:cNvSpPr>
              <a:spLocks noChangeArrowheads="1"/>
            </p:cNvSpPr>
            <p:nvPr/>
          </p:nvSpPr>
          <p:spPr bwMode="auto">
            <a:xfrm>
              <a:off x="3786188" y="4632325"/>
              <a:ext cx="52387" cy="11113"/>
            </a:xfrm>
            <a:custGeom>
              <a:avLst/>
              <a:gdLst>
                <a:gd name="T0" fmla="*/ 132 w 146"/>
                <a:gd name="T1" fmla="*/ 0 h 30"/>
                <a:gd name="T2" fmla="*/ 132 w 146"/>
                <a:gd name="T3" fmla="*/ 0 h 30"/>
                <a:gd name="T4" fmla="*/ 14 w 146"/>
                <a:gd name="T5" fmla="*/ 0 h 30"/>
                <a:gd name="T6" fmla="*/ 0 w 146"/>
                <a:gd name="T7" fmla="*/ 15 h 30"/>
                <a:gd name="T8" fmla="*/ 14 w 146"/>
                <a:gd name="T9" fmla="*/ 29 h 30"/>
                <a:gd name="T10" fmla="*/ 132 w 146"/>
                <a:gd name="T11" fmla="*/ 29 h 30"/>
                <a:gd name="T12" fmla="*/ 145 w 146"/>
                <a:gd name="T13" fmla="*/ 15 h 30"/>
                <a:gd name="T14" fmla="*/ 132 w 146"/>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6" h="30">
                  <a:moveTo>
                    <a:pt x="132" y="0"/>
                  </a:moveTo>
                  <a:lnTo>
                    <a:pt x="132" y="0"/>
                  </a:lnTo>
                  <a:cubicBezTo>
                    <a:pt x="14" y="0"/>
                    <a:pt x="14" y="0"/>
                    <a:pt x="14" y="0"/>
                  </a:cubicBezTo>
                  <a:cubicBezTo>
                    <a:pt x="7" y="0"/>
                    <a:pt x="0" y="7"/>
                    <a:pt x="0" y="15"/>
                  </a:cubicBezTo>
                  <a:cubicBezTo>
                    <a:pt x="0" y="24"/>
                    <a:pt x="7" y="29"/>
                    <a:pt x="14" y="29"/>
                  </a:cubicBezTo>
                  <a:cubicBezTo>
                    <a:pt x="132" y="29"/>
                    <a:pt x="132" y="29"/>
                    <a:pt x="132" y="29"/>
                  </a:cubicBezTo>
                  <a:cubicBezTo>
                    <a:pt x="140" y="29"/>
                    <a:pt x="145" y="24"/>
                    <a:pt x="145" y="15"/>
                  </a:cubicBezTo>
                  <a:cubicBezTo>
                    <a:pt x="145"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1" name="Freeform 446">
              <a:extLst>
                <a:ext uri="{FF2B5EF4-FFF2-40B4-BE49-F238E27FC236}">
                  <a16:creationId xmlns:a16="http://schemas.microsoft.com/office/drawing/2014/main" id="{A149813E-4C88-B701-8555-B3EFFCAD90D8}"/>
                </a:ext>
              </a:extLst>
            </p:cNvPr>
            <p:cNvSpPr>
              <a:spLocks noChangeArrowheads="1"/>
            </p:cNvSpPr>
            <p:nvPr/>
          </p:nvSpPr>
          <p:spPr bwMode="auto">
            <a:xfrm>
              <a:off x="3784600" y="4684713"/>
              <a:ext cx="53975" cy="53975"/>
            </a:xfrm>
            <a:custGeom>
              <a:avLst/>
              <a:gdLst>
                <a:gd name="T0" fmla="*/ 143 w 150"/>
                <a:gd name="T1" fmla="*/ 5 h 150"/>
                <a:gd name="T2" fmla="*/ 143 w 150"/>
                <a:gd name="T3" fmla="*/ 5 h 150"/>
                <a:gd name="T4" fmla="*/ 123 w 150"/>
                <a:gd name="T5" fmla="*/ 5 h 150"/>
                <a:gd name="T6" fmla="*/ 75 w 150"/>
                <a:gd name="T7" fmla="*/ 53 h 150"/>
                <a:gd name="T8" fmla="*/ 27 w 150"/>
                <a:gd name="T9" fmla="*/ 5 h 150"/>
                <a:gd name="T10" fmla="*/ 6 w 150"/>
                <a:gd name="T11" fmla="*/ 5 h 150"/>
                <a:gd name="T12" fmla="*/ 6 w 150"/>
                <a:gd name="T13" fmla="*/ 26 h 150"/>
                <a:gd name="T14" fmla="*/ 54 w 150"/>
                <a:gd name="T15" fmla="*/ 74 h 150"/>
                <a:gd name="T16" fmla="*/ 6 w 150"/>
                <a:gd name="T17" fmla="*/ 122 h 150"/>
                <a:gd name="T18" fmla="*/ 6 w 150"/>
                <a:gd name="T19" fmla="*/ 142 h 150"/>
                <a:gd name="T20" fmla="*/ 27 w 150"/>
                <a:gd name="T21" fmla="*/ 142 h 150"/>
                <a:gd name="T22" fmla="*/ 75 w 150"/>
                <a:gd name="T23" fmla="*/ 94 h 150"/>
                <a:gd name="T24" fmla="*/ 123 w 150"/>
                <a:gd name="T25" fmla="*/ 142 h 150"/>
                <a:gd name="T26" fmla="*/ 143 w 150"/>
                <a:gd name="T27" fmla="*/ 142 h 150"/>
                <a:gd name="T28" fmla="*/ 143 w 150"/>
                <a:gd name="T29" fmla="*/ 122 h 150"/>
                <a:gd name="T30" fmla="*/ 95 w 150"/>
                <a:gd name="T31" fmla="*/ 74 h 150"/>
                <a:gd name="T32" fmla="*/ 143 w 150"/>
                <a:gd name="T33" fmla="*/ 26 h 150"/>
                <a:gd name="T34" fmla="*/ 143 w 150"/>
                <a:gd name="T35" fmla="*/ 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150">
                  <a:moveTo>
                    <a:pt x="143" y="5"/>
                  </a:moveTo>
                  <a:lnTo>
                    <a:pt x="143" y="5"/>
                  </a:lnTo>
                  <a:cubicBezTo>
                    <a:pt x="138" y="0"/>
                    <a:pt x="128" y="0"/>
                    <a:pt x="123" y="5"/>
                  </a:cubicBezTo>
                  <a:cubicBezTo>
                    <a:pt x="75" y="53"/>
                    <a:pt x="75" y="53"/>
                    <a:pt x="75" y="53"/>
                  </a:cubicBezTo>
                  <a:cubicBezTo>
                    <a:pt x="27" y="5"/>
                    <a:pt x="27" y="5"/>
                    <a:pt x="27" y="5"/>
                  </a:cubicBezTo>
                  <a:cubicBezTo>
                    <a:pt x="21" y="0"/>
                    <a:pt x="11" y="0"/>
                    <a:pt x="6" y="5"/>
                  </a:cubicBezTo>
                  <a:cubicBezTo>
                    <a:pt x="0" y="11"/>
                    <a:pt x="0" y="20"/>
                    <a:pt x="6" y="26"/>
                  </a:cubicBezTo>
                  <a:cubicBezTo>
                    <a:pt x="54" y="74"/>
                    <a:pt x="54" y="74"/>
                    <a:pt x="54" y="74"/>
                  </a:cubicBezTo>
                  <a:cubicBezTo>
                    <a:pt x="6" y="122"/>
                    <a:pt x="6" y="122"/>
                    <a:pt x="6" y="122"/>
                  </a:cubicBezTo>
                  <a:cubicBezTo>
                    <a:pt x="0" y="127"/>
                    <a:pt x="0" y="137"/>
                    <a:pt x="6" y="142"/>
                  </a:cubicBezTo>
                  <a:cubicBezTo>
                    <a:pt x="11" y="149"/>
                    <a:pt x="21" y="149"/>
                    <a:pt x="27" y="142"/>
                  </a:cubicBezTo>
                  <a:cubicBezTo>
                    <a:pt x="75" y="94"/>
                    <a:pt x="75" y="94"/>
                    <a:pt x="75" y="94"/>
                  </a:cubicBezTo>
                  <a:cubicBezTo>
                    <a:pt x="123" y="142"/>
                    <a:pt x="123" y="142"/>
                    <a:pt x="123" y="142"/>
                  </a:cubicBezTo>
                  <a:cubicBezTo>
                    <a:pt x="128" y="149"/>
                    <a:pt x="138" y="149"/>
                    <a:pt x="143" y="142"/>
                  </a:cubicBezTo>
                  <a:cubicBezTo>
                    <a:pt x="149" y="137"/>
                    <a:pt x="149" y="127"/>
                    <a:pt x="143" y="122"/>
                  </a:cubicBezTo>
                  <a:cubicBezTo>
                    <a:pt x="95" y="74"/>
                    <a:pt x="95" y="74"/>
                    <a:pt x="95" y="74"/>
                  </a:cubicBezTo>
                  <a:cubicBezTo>
                    <a:pt x="143" y="26"/>
                    <a:pt x="143" y="26"/>
                    <a:pt x="143" y="26"/>
                  </a:cubicBezTo>
                  <a:cubicBezTo>
                    <a:pt x="149" y="20"/>
                    <a:pt x="149" y="11"/>
                    <a:pt x="143"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2" name="Freeform 447">
              <a:extLst>
                <a:ext uri="{FF2B5EF4-FFF2-40B4-BE49-F238E27FC236}">
                  <a16:creationId xmlns:a16="http://schemas.microsoft.com/office/drawing/2014/main" id="{5130A4C0-B621-81F3-2CC0-7308A694DA5C}"/>
                </a:ext>
              </a:extLst>
            </p:cNvPr>
            <p:cNvSpPr>
              <a:spLocks noChangeArrowheads="1"/>
            </p:cNvSpPr>
            <p:nvPr/>
          </p:nvSpPr>
          <p:spPr bwMode="auto">
            <a:xfrm>
              <a:off x="3690938" y="4706938"/>
              <a:ext cx="52387" cy="11112"/>
            </a:xfrm>
            <a:custGeom>
              <a:avLst/>
              <a:gdLst>
                <a:gd name="T0" fmla="*/ 132 w 147"/>
                <a:gd name="T1" fmla="*/ 0 h 31"/>
                <a:gd name="T2" fmla="*/ 132 w 147"/>
                <a:gd name="T3" fmla="*/ 0 h 31"/>
                <a:gd name="T4" fmla="*/ 14 w 147"/>
                <a:gd name="T5" fmla="*/ 0 h 31"/>
                <a:gd name="T6" fmla="*/ 0 w 147"/>
                <a:gd name="T7" fmla="*/ 15 h 31"/>
                <a:gd name="T8" fmla="*/ 14 w 147"/>
                <a:gd name="T9" fmla="*/ 30 h 31"/>
                <a:gd name="T10" fmla="*/ 132 w 147"/>
                <a:gd name="T11" fmla="*/ 30 h 31"/>
                <a:gd name="T12" fmla="*/ 146 w 147"/>
                <a:gd name="T13" fmla="*/ 15 h 31"/>
                <a:gd name="T14" fmla="*/ 132 w 14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 h="31">
                  <a:moveTo>
                    <a:pt x="132" y="0"/>
                  </a:moveTo>
                  <a:lnTo>
                    <a:pt x="132" y="0"/>
                  </a:lnTo>
                  <a:cubicBezTo>
                    <a:pt x="14" y="0"/>
                    <a:pt x="14" y="0"/>
                    <a:pt x="14" y="0"/>
                  </a:cubicBezTo>
                  <a:cubicBezTo>
                    <a:pt x="7" y="0"/>
                    <a:pt x="0" y="7"/>
                    <a:pt x="0" y="15"/>
                  </a:cubicBezTo>
                  <a:cubicBezTo>
                    <a:pt x="0" y="23"/>
                    <a:pt x="7" y="30"/>
                    <a:pt x="14" y="30"/>
                  </a:cubicBezTo>
                  <a:cubicBezTo>
                    <a:pt x="132" y="30"/>
                    <a:pt x="132" y="30"/>
                    <a:pt x="132" y="30"/>
                  </a:cubicBezTo>
                  <a:cubicBezTo>
                    <a:pt x="140" y="30"/>
                    <a:pt x="146" y="23"/>
                    <a:pt x="146" y="15"/>
                  </a:cubicBezTo>
                  <a:cubicBezTo>
                    <a:pt x="146" y="7"/>
                    <a:pt x="140" y="0"/>
                    <a:pt x="1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8">
              <a:extLst>
                <a:ext uri="{FF2B5EF4-FFF2-40B4-BE49-F238E27FC236}">
                  <a16:creationId xmlns:a16="http://schemas.microsoft.com/office/drawing/2014/main" id="{A963C36F-D692-4DE0-308D-7C14AF3A2B31}"/>
                </a:ext>
              </a:extLst>
            </p:cNvPr>
            <p:cNvSpPr>
              <a:spLocks noChangeArrowheads="1"/>
            </p:cNvSpPr>
            <p:nvPr/>
          </p:nvSpPr>
          <p:spPr bwMode="auto">
            <a:xfrm>
              <a:off x="3711575" y="4686300"/>
              <a:ext cx="11113" cy="11113"/>
            </a:xfrm>
            <a:custGeom>
              <a:avLst/>
              <a:gdLst>
                <a:gd name="T0" fmla="*/ 30 w 31"/>
                <a:gd name="T1" fmla="*/ 14 h 30"/>
                <a:gd name="T2" fmla="*/ 30 w 31"/>
                <a:gd name="T3" fmla="*/ 14 h 30"/>
                <a:gd name="T4" fmla="*/ 15 w 31"/>
                <a:gd name="T5" fmla="*/ 0 h 30"/>
                <a:gd name="T6" fmla="*/ 0 w 31"/>
                <a:gd name="T7" fmla="*/ 14 h 30"/>
                <a:gd name="T8" fmla="*/ 15 w 31"/>
                <a:gd name="T9" fmla="*/ 29 h 30"/>
                <a:gd name="T10" fmla="*/ 30 w 31"/>
                <a:gd name="T11" fmla="*/ 14 h 30"/>
              </a:gdLst>
              <a:ahLst/>
              <a:cxnLst>
                <a:cxn ang="0">
                  <a:pos x="T0" y="T1"/>
                </a:cxn>
                <a:cxn ang="0">
                  <a:pos x="T2" y="T3"/>
                </a:cxn>
                <a:cxn ang="0">
                  <a:pos x="T4" y="T5"/>
                </a:cxn>
                <a:cxn ang="0">
                  <a:pos x="T6" y="T7"/>
                </a:cxn>
                <a:cxn ang="0">
                  <a:pos x="T8" y="T9"/>
                </a:cxn>
                <a:cxn ang="0">
                  <a:pos x="T10" y="T11"/>
                </a:cxn>
              </a:cxnLst>
              <a:rect l="0" t="0" r="r" b="b"/>
              <a:pathLst>
                <a:path w="31" h="30">
                  <a:moveTo>
                    <a:pt x="30" y="14"/>
                  </a:moveTo>
                  <a:lnTo>
                    <a:pt x="30" y="14"/>
                  </a:lnTo>
                  <a:cubicBezTo>
                    <a:pt x="30" y="7"/>
                    <a:pt x="23" y="0"/>
                    <a:pt x="15" y="0"/>
                  </a:cubicBezTo>
                  <a:cubicBezTo>
                    <a:pt x="7" y="0"/>
                    <a:pt x="0" y="7"/>
                    <a:pt x="0" y="14"/>
                  </a:cubicBezTo>
                  <a:cubicBezTo>
                    <a:pt x="0" y="22"/>
                    <a:pt x="7" y="29"/>
                    <a:pt x="15" y="29"/>
                  </a:cubicBezTo>
                  <a:cubicBezTo>
                    <a:pt x="23" y="29"/>
                    <a:pt x="30" y="22"/>
                    <a:pt x="3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9">
              <a:extLst>
                <a:ext uri="{FF2B5EF4-FFF2-40B4-BE49-F238E27FC236}">
                  <a16:creationId xmlns:a16="http://schemas.microsoft.com/office/drawing/2014/main" id="{679AC037-37FC-1384-F4CA-02487EE970BA}"/>
                </a:ext>
              </a:extLst>
            </p:cNvPr>
            <p:cNvSpPr>
              <a:spLocks noChangeArrowheads="1"/>
            </p:cNvSpPr>
            <p:nvPr/>
          </p:nvSpPr>
          <p:spPr bwMode="auto">
            <a:xfrm>
              <a:off x="3711575" y="4727575"/>
              <a:ext cx="11113" cy="11113"/>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3"/>
                    <a:pt x="7"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5" name="Group 548">
            <a:extLst>
              <a:ext uri="{FF2B5EF4-FFF2-40B4-BE49-F238E27FC236}">
                <a16:creationId xmlns:a16="http://schemas.microsoft.com/office/drawing/2014/main" id="{F5AE198D-F09A-5FB3-7BF1-2A36C64B2B4D}"/>
              </a:ext>
            </a:extLst>
          </p:cNvPr>
          <p:cNvGrpSpPr/>
          <p:nvPr/>
        </p:nvGrpSpPr>
        <p:grpSpPr>
          <a:xfrm>
            <a:off x="5791324" y="4191422"/>
            <a:ext cx="254000" cy="201612"/>
            <a:chOff x="4649788" y="4538663"/>
            <a:chExt cx="254000" cy="201612"/>
          </a:xfrm>
          <a:solidFill>
            <a:schemeClr val="accent4"/>
          </a:solidFill>
        </p:grpSpPr>
        <p:sp>
          <p:nvSpPr>
            <p:cNvPr id="546" name="Freeform 450">
              <a:extLst>
                <a:ext uri="{FF2B5EF4-FFF2-40B4-BE49-F238E27FC236}">
                  <a16:creationId xmlns:a16="http://schemas.microsoft.com/office/drawing/2014/main" id="{47EFCF9F-6FE1-0613-A4E5-2A356FA8C9C3}"/>
                </a:ext>
              </a:extLst>
            </p:cNvPr>
            <p:cNvSpPr>
              <a:spLocks noChangeArrowheads="1"/>
            </p:cNvSpPr>
            <p:nvPr/>
          </p:nvSpPr>
          <p:spPr bwMode="auto">
            <a:xfrm>
              <a:off x="4649788" y="4538663"/>
              <a:ext cx="254000" cy="201612"/>
            </a:xfrm>
            <a:custGeom>
              <a:avLst/>
              <a:gdLst>
                <a:gd name="T0" fmla="*/ 44 w 704"/>
                <a:gd name="T1" fmla="*/ 439 h 558"/>
                <a:gd name="T2" fmla="*/ 44 w 704"/>
                <a:gd name="T3" fmla="*/ 439 h 558"/>
                <a:gd name="T4" fmla="*/ 508 w 704"/>
                <a:gd name="T5" fmla="*/ 439 h 558"/>
                <a:gd name="T6" fmla="*/ 681 w 704"/>
                <a:gd name="T7" fmla="*/ 554 h 558"/>
                <a:gd name="T8" fmla="*/ 694 w 704"/>
                <a:gd name="T9" fmla="*/ 554 h 558"/>
                <a:gd name="T10" fmla="*/ 703 w 704"/>
                <a:gd name="T11" fmla="*/ 542 h 558"/>
                <a:gd name="T12" fmla="*/ 703 w 704"/>
                <a:gd name="T13" fmla="*/ 424 h 558"/>
                <a:gd name="T14" fmla="*/ 703 w 704"/>
                <a:gd name="T15" fmla="*/ 44 h 558"/>
                <a:gd name="T16" fmla="*/ 659 w 704"/>
                <a:gd name="T17" fmla="*/ 0 h 558"/>
                <a:gd name="T18" fmla="*/ 44 w 704"/>
                <a:gd name="T19" fmla="*/ 0 h 558"/>
                <a:gd name="T20" fmla="*/ 0 w 704"/>
                <a:gd name="T21" fmla="*/ 44 h 558"/>
                <a:gd name="T22" fmla="*/ 0 w 704"/>
                <a:gd name="T23" fmla="*/ 395 h 558"/>
                <a:gd name="T24" fmla="*/ 44 w 704"/>
                <a:gd name="T25" fmla="*/ 439 h 558"/>
                <a:gd name="T26" fmla="*/ 44 w 704"/>
                <a:gd name="T27" fmla="*/ 28 h 558"/>
                <a:gd name="T28" fmla="*/ 44 w 704"/>
                <a:gd name="T29" fmla="*/ 28 h 558"/>
                <a:gd name="T30" fmla="*/ 659 w 704"/>
                <a:gd name="T31" fmla="*/ 28 h 558"/>
                <a:gd name="T32" fmla="*/ 674 w 704"/>
                <a:gd name="T33" fmla="*/ 44 h 558"/>
                <a:gd name="T34" fmla="*/ 674 w 704"/>
                <a:gd name="T35" fmla="*/ 424 h 558"/>
                <a:gd name="T36" fmla="*/ 674 w 704"/>
                <a:gd name="T37" fmla="*/ 514 h 558"/>
                <a:gd name="T38" fmla="*/ 520 w 704"/>
                <a:gd name="T39" fmla="*/ 413 h 558"/>
                <a:gd name="T40" fmla="*/ 512 w 704"/>
                <a:gd name="T41" fmla="*/ 410 h 558"/>
                <a:gd name="T42" fmla="*/ 44 w 704"/>
                <a:gd name="T43" fmla="*/ 410 h 558"/>
                <a:gd name="T44" fmla="*/ 29 w 704"/>
                <a:gd name="T45" fmla="*/ 395 h 558"/>
                <a:gd name="T46" fmla="*/ 29 w 704"/>
                <a:gd name="T47" fmla="*/ 44 h 558"/>
                <a:gd name="T48" fmla="*/ 44 w 704"/>
                <a:gd name="T49" fmla="*/ 28 h 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8">
                  <a:moveTo>
                    <a:pt x="44" y="439"/>
                  </a:moveTo>
                  <a:lnTo>
                    <a:pt x="44" y="439"/>
                  </a:lnTo>
                  <a:cubicBezTo>
                    <a:pt x="508" y="439"/>
                    <a:pt x="508" y="439"/>
                    <a:pt x="508" y="439"/>
                  </a:cubicBezTo>
                  <a:cubicBezTo>
                    <a:pt x="681" y="554"/>
                    <a:pt x="681" y="554"/>
                    <a:pt x="681" y="554"/>
                  </a:cubicBezTo>
                  <a:cubicBezTo>
                    <a:pt x="685" y="557"/>
                    <a:pt x="690" y="557"/>
                    <a:pt x="694" y="554"/>
                  </a:cubicBezTo>
                  <a:cubicBezTo>
                    <a:pt x="700" y="551"/>
                    <a:pt x="703" y="547"/>
                    <a:pt x="703" y="542"/>
                  </a:cubicBezTo>
                  <a:cubicBezTo>
                    <a:pt x="703" y="424"/>
                    <a:pt x="703" y="424"/>
                    <a:pt x="703" y="424"/>
                  </a:cubicBezTo>
                  <a:cubicBezTo>
                    <a:pt x="703" y="44"/>
                    <a:pt x="703" y="44"/>
                    <a:pt x="703" y="44"/>
                  </a:cubicBezTo>
                  <a:cubicBezTo>
                    <a:pt x="703" y="19"/>
                    <a:pt x="683" y="0"/>
                    <a:pt x="659" y="0"/>
                  </a:cubicBezTo>
                  <a:cubicBezTo>
                    <a:pt x="44" y="0"/>
                    <a:pt x="44" y="0"/>
                    <a:pt x="44" y="0"/>
                  </a:cubicBezTo>
                  <a:cubicBezTo>
                    <a:pt x="19" y="0"/>
                    <a:pt x="0" y="19"/>
                    <a:pt x="0" y="44"/>
                  </a:cubicBezTo>
                  <a:cubicBezTo>
                    <a:pt x="0" y="395"/>
                    <a:pt x="0" y="395"/>
                    <a:pt x="0" y="395"/>
                  </a:cubicBezTo>
                  <a:cubicBezTo>
                    <a:pt x="0" y="420"/>
                    <a:pt x="19" y="439"/>
                    <a:pt x="44" y="439"/>
                  </a:cubicBezTo>
                  <a:close/>
                  <a:moveTo>
                    <a:pt x="44" y="28"/>
                  </a:moveTo>
                  <a:lnTo>
                    <a:pt x="44" y="28"/>
                  </a:lnTo>
                  <a:cubicBezTo>
                    <a:pt x="659" y="28"/>
                    <a:pt x="659" y="28"/>
                    <a:pt x="659" y="28"/>
                  </a:cubicBezTo>
                  <a:cubicBezTo>
                    <a:pt x="667" y="28"/>
                    <a:pt x="674" y="35"/>
                    <a:pt x="674" y="44"/>
                  </a:cubicBezTo>
                  <a:cubicBezTo>
                    <a:pt x="674" y="424"/>
                    <a:pt x="674" y="424"/>
                    <a:pt x="674" y="424"/>
                  </a:cubicBezTo>
                  <a:cubicBezTo>
                    <a:pt x="674" y="514"/>
                    <a:pt x="674" y="514"/>
                    <a:pt x="674" y="514"/>
                  </a:cubicBezTo>
                  <a:cubicBezTo>
                    <a:pt x="520" y="413"/>
                    <a:pt x="520" y="413"/>
                    <a:pt x="520" y="413"/>
                  </a:cubicBezTo>
                  <a:cubicBezTo>
                    <a:pt x="519" y="410"/>
                    <a:pt x="516" y="410"/>
                    <a:pt x="512" y="410"/>
                  </a:cubicBezTo>
                  <a:cubicBezTo>
                    <a:pt x="44" y="410"/>
                    <a:pt x="44" y="410"/>
                    <a:pt x="44" y="410"/>
                  </a:cubicBezTo>
                  <a:cubicBezTo>
                    <a:pt x="35" y="410"/>
                    <a:pt x="29" y="403"/>
                    <a:pt x="29" y="395"/>
                  </a:cubicBezTo>
                  <a:cubicBezTo>
                    <a:pt x="29" y="44"/>
                    <a:pt x="29" y="44"/>
                    <a:pt x="29" y="44"/>
                  </a:cubicBezTo>
                  <a:cubicBezTo>
                    <a:pt x="29" y="35"/>
                    <a:pt x="35" y="28"/>
                    <a:pt x="44" y="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1">
              <a:extLst>
                <a:ext uri="{FF2B5EF4-FFF2-40B4-BE49-F238E27FC236}">
                  <a16:creationId xmlns:a16="http://schemas.microsoft.com/office/drawing/2014/main" id="{F8CA0F96-F140-3B08-B87C-CCF56CA8DB6F}"/>
                </a:ext>
              </a:extLst>
            </p:cNvPr>
            <p:cNvSpPr>
              <a:spLocks noChangeArrowheads="1"/>
            </p:cNvSpPr>
            <p:nvPr/>
          </p:nvSpPr>
          <p:spPr bwMode="auto">
            <a:xfrm>
              <a:off x="4692650" y="4591050"/>
              <a:ext cx="158750" cy="11113"/>
            </a:xfrm>
            <a:custGeom>
              <a:avLst/>
              <a:gdLst>
                <a:gd name="T0" fmla="*/ 15 w 441"/>
                <a:gd name="T1" fmla="*/ 28 h 29"/>
                <a:gd name="T2" fmla="*/ 15 w 441"/>
                <a:gd name="T3" fmla="*/ 28 h 29"/>
                <a:gd name="T4" fmla="*/ 426 w 441"/>
                <a:gd name="T5" fmla="*/ 28 h 29"/>
                <a:gd name="T6" fmla="*/ 440 w 441"/>
                <a:gd name="T7" fmla="*/ 13 h 29"/>
                <a:gd name="T8" fmla="*/ 426 w 441"/>
                <a:gd name="T9" fmla="*/ 0 h 29"/>
                <a:gd name="T10" fmla="*/ 15 w 441"/>
                <a:gd name="T11" fmla="*/ 0 h 29"/>
                <a:gd name="T12" fmla="*/ 0 w 441"/>
                <a:gd name="T13" fmla="*/ 13 h 29"/>
                <a:gd name="T14" fmla="*/ 15 w 441"/>
                <a:gd name="T15" fmla="*/ 28 h 2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29">
                  <a:moveTo>
                    <a:pt x="15" y="28"/>
                  </a:moveTo>
                  <a:lnTo>
                    <a:pt x="15" y="28"/>
                  </a:lnTo>
                  <a:cubicBezTo>
                    <a:pt x="426" y="28"/>
                    <a:pt x="426" y="28"/>
                    <a:pt x="426" y="28"/>
                  </a:cubicBezTo>
                  <a:cubicBezTo>
                    <a:pt x="434" y="28"/>
                    <a:pt x="440" y="21"/>
                    <a:pt x="440" y="13"/>
                  </a:cubicBezTo>
                  <a:cubicBezTo>
                    <a:pt x="440" y="6"/>
                    <a:pt x="434" y="0"/>
                    <a:pt x="426" y="0"/>
                  </a:cubicBezTo>
                  <a:cubicBezTo>
                    <a:pt x="15" y="0"/>
                    <a:pt x="15" y="0"/>
                    <a:pt x="15" y="0"/>
                  </a:cubicBezTo>
                  <a:cubicBezTo>
                    <a:pt x="7" y="0"/>
                    <a:pt x="0" y="6"/>
                    <a:pt x="0" y="13"/>
                  </a:cubicBezTo>
                  <a:cubicBezTo>
                    <a:pt x="0" y="21"/>
                    <a:pt x="7" y="28"/>
                    <a:pt x="15" y="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2">
              <a:extLst>
                <a:ext uri="{FF2B5EF4-FFF2-40B4-BE49-F238E27FC236}">
                  <a16:creationId xmlns:a16="http://schemas.microsoft.com/office/drawing/2014/main" id="{21AEAECF-7804-D1D2-C03F-895D6FC08DA7}"/>
                </a:ext>
              </a:extLst>
            </p:cNvPr>
            <p:cNvSpPr>
              <a:spLocks noChangeArrowheads="1"/>
            </p:cNvSpPr>
            <p:nvPr/>
          </p:nvSpPr>
          <p:spPr bwMode="auto">
            <a:xfrm>
              <a:off x="4692650" y="4632325"/>
              <a:ext cx="158750" cy="11113"/>
            </a:xfrm>
            <a:custGeom>
              <a:avLst/>
              <a:gdLst>
                <a:gd name="T0" fmla="*/ 15 w 441"/>
                <a:gd name="T1" fmla="*/ 29 h 30"/>
                <a:gd name="T2" fmla="*/ 15 w 441"/>
                <a:gd name="T3" fmla="*/ 29 h 30"/>
                <a:gd name="T4" fmla="*/ 426 w 441"/>
                <a:gd name="T5" fmla="*/ 29 h 30"/>
                <a:gd name="T6" fmla="*/ 440 w 441"/>
                <a:gd name="T7" fmla="*/ 15 h 30"/>
                <a:gd name="T8" fmla="*/ 426 w 441"/>
                <a:gd name="T9" fmla="*/ 0 h 30"/>
                <a:gd name="T10" fmla="*/ 15 w 441"/>
                <a:gd name="T11" fmla="*/ 0 h 30"/>
                <a:gd name="T12" fmla="*/ 0 w 441"/>
                <a:gd name="T13" fmla="*/ 15 h 30"/>
                <a:gd name="T14" fmla="*/ 15 w 44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1" h="30">
                  <a:moveTo>
                    <a:pt x="15" y="29"/>
                  </a:moveTo>
                  <a:lnTo>
                    <a:pt x="15" y="29"/>
                  </a:lnTo>
                  <a:cubicBezTo>
                    <a:pt x="426" y="29"/>
                    <a:pt x="426" y="29"/>
                    <a:pt x="426" y="29"/>
                  </a:cubicBezTo>
                  <a:cubicBezTo>
                    <a:pt x="434" y="29"/>
                    <a:pt x="440" y="24"/>
                    <a:pt x="440" y="15"/>
                  </a:cubicBezTo>
                  <a:cubicBezTo>
                    <a:pt x="440" y="7"/>
                    <a:pt x="434" y="0"/>
                    <a:pt x="426"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9" name="Group 552">
            <a:extLst>
              <a:ext uri="{FF2B5EF4-FFF2-40B4-BE49-F238E27FC236}">
                <a16:creationId xmlns:a16="http://schemas.microsoft.com/office/drawing/2014/main" id="{769F7205-7E00-D3B5-90A8-992083AD785A}"/>
              </a:ext>
            </a:extLst>
          </p:cNvPr>
          <p:cNvGrpSpPr/>
          <p:nvPr/>
        </p:nvGrpSpPr>
        <p:grpSpPr>
          <a:xfrm>
            <a:off x="2695699" y="4689897"/>
            <a:ext cx="254000" cy="201613"/>
            <a:chOff x="1554163" y="5029200"/>
            <a:chExt cx="254000" cy="201613"/>
          </a:xfrm>
          <a:solidFill>
            <a:schemeClr val="accent4"/>
          </a:solidFill>
        </p:grpSpPr>
        <p:sp>
          <p:nvSpPr>
            <p:cNvPr id="550" name="Freeform 453">
              <a:extLst>
                <a:ext uri="{FF2B5EF4-FFF2-40B4-BE49-F238E27FC236}">
                  <a16:creationId xmlns:a16="http://schemas.microsoft.com/office/drawing/2014/main" id="{0F0CF7BD-DD8C-FA1B-B664-A9BC3DD3C93B}"/>
                </a:ext>
              </a:extLst>
            </p:cNvPr>
            <p:cNvSpPr>
              <a:spLocks noChangeArrowheads="1"/>
            </p:cNvSpPr>
            <p:nvPr/>
          </p:nvSpPr>
          <p:spPr bwMode="auto">
            <a:xfrm>
              <a:off x="1554163" y="5029200"/>
              <a:ext cx="254000" cy="201613"/>
            </a:xfrm>
            <a:custGeom>
              <a:avLst/>
              <a:gdLst>
                <a:gd name="T0" fmla="*/ 508 w 704"/>
                <a:gd name="T1" fmla="*/ 440 h 559"/>
                <a:gd name="T2" fmla="*/ 508 w 704"/>
                <a:gd name="T3" fmla="*/ 440 h 559"/>
                <a:gd name="T4" fmla="*/ 681 w 704"/>
                <a:gd name="T5" fmla="*/ 555 h 559"/>
                <a:gd name="T6" fmla="*/ 696 w 704"/>
                <a:gd name="T7" fmla="*/ 555 h 559"/>
                <a:gd name="T8" fmla="*/ 703 w 704"/>
                <a:gd name="T9" fmla="*/ 543 h 559"/>
                <a:gd name="T10" fmla="*/ 703 w 704"/>
                <a:gd name="T11" fmla="*/ 426 h 559"/>
                <a:gd name="T12" fmla="*/ 703 w 704"/>
                <a:gd name="T13" fmla="*/ 44 h 559"/>
                <a:gd name="T14" fmla="*/ 659 w 704"/>
                <a:gd name="T15" fmla="*/ 0 h 559"/>
                <a:gd name="T16" fmla="*/ 44 w 704"/>
                <a:gd name="T17" fmla="*/ 0 h 559"/>
                <a:gd name="T18" fmla="*/ 0 w 704"/>
                <a:gd name="T19" fmla="*/ 44 h 559"/>
                <a:gd name="T20" fmla="*/ 0 w 704"/>
                <a:gd name="T21" fmla="*/ 396 h 559"/>
                <a:gd name="T22" fmla="*/ 44 w 704"/>
                <a:gd name="T23" fmla="*/ 440 h 559"/>
                <a:gd name="T24" fmla="*/ 508 w 704"/>
                <a:gd name="T25" fmla="*/ 440 h 559"/>
                <a:gd name="T26" fmla="*/ 30 w 704"/>
                <a:gd name="T27" fmla="*/ 396 h 559"/>
                <a:gd name="T28" fmla="*/ 30 w 704"/>
                <a:gd name="T29" fmla="*/ 396 h 559"/>
                <a:gd name="T30" fmla="*/ 30 w 704"/>
                <a:gd name="T31" fmla="*/ 44 h 559"/>
                <a:gd name="T32" fmla="*/ 44 w 704"/>
                <a:gd name="T33" fmla="*/ 31 h 559"/>
                <a:gd name="T34" fmla="*/ 659 w 704"/>
                <a:gd name="T35" fmla="*/ 31 h 559"/>
                <a:gd name="T36" fmla="*/ 674 w 704"/>
                <a:gd name="T37" fmla="*/ 44 h 559"/>
                <a:gd name="T38" fmla="*/ 674 w 704"/>
                <a:gd name="T39" fmla="*/ 426 h 559"/>
                <a:gd name="T40" fmla="*/ 674 w 704"/>
                <a:gd name="T41" fmla="*/ 515 h 559"/>
                <a:gd name="T42" fmla="*/ 521 w 704"/>
                <a:gd name="T43" fmla="*/ 414 h 559"/>
                <a:gd name="T44" fmla="*/ 513 w 704"/>
                <a:gd name="T45" fmla="*/ 411 h 559"/>
                <a:gd name="T46" fmla="*/ 44 w 704"/>
                <a:gd name="T47" fmla="*/ 411 h 559"/>
                <a:gd name="T48" fmla="*/ 30 w 704"/>
                <a:gd name="T49" fmla="*/ 396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04" h="559">
                  <a:moveTo>
                    <a:pt x="508" y="440"/>
                  </a:moveTo>
                  <a:lnTo>
                    <a:pt x="508" y="440"/>
                  </a:lnTo>
                  <a:cubicBezTo>
                    <a:pt x="681" y="555"/>
                    <a:pt x="681" y="555"/>
                    <a:pt x="681" y="555"/>
                  </a:cubicBezTo>
                  <a:cubicBezTo>
                    <a:pt x="685" y="558"/>
                    <a:pt x="690" y="558"/>
                    <a:pt x="696" y="555"/>
                  </a:cubicBezTo>
                  <a:cubicBezTo>
                    <a:pt x="700" y="554"/>
                    <a:pt x="703" y="548"/>
                    <a:pt x="703" y="543"/>
                  </a:cubicBezTo>
                  <a:cubicBezTo>
                    <a:pt x="703" y="426"/>
                    <a:pt x="703" y="426"/>
                    <a:pt x="703" y="426"/>
                  </a:cubicBezTo>
                  <a:cubicBezTo>
                    <a:pt x="703" y="44"/>
                    <a:pt x="703" y="44"/>
                    <a:pt x="703" y="44"/>
                  </a:cubicBezTo>
                  <a:cubicBezTo>
                    <a:pt x="703" y="21"/>
                    <a:pt x="683" y="0"/>
                    <a:pt x="659" y="0"/>
                  </a:cubicBezTo>
                  <a:cubicBezTo>
                    <a:pt x="44" y="0"/>
                    <a:pt x="44" y="0"/>
                    <a:pt x="44" y="0"/>
                  </a:cubicBezTo>
                  <a:cubicBezTo>
                    <a:pt x="20" y="0"/>
                    <a:pt x="0" y="21"/>
                    <a:pt x="0" y="44"/>
                  </a:cubicBezTo>
                  <a:cubicBezTo>
                    <a:pt x="0" y="396"/>
                    <a:pt x="0" y="396"/>
                    <a:pt x="0" y="396"/>
                  </a:cubicBezTo>
                  <a:cubicBezTo>
                    <a:pt x="0" y="420"/>
                    <a:pt x="20" y="440"/>
                    <a:pt x="44" y="440"/>
                  </a:cubicBezTo>
                  <a:lnTo>
                    <a:pt x="508" y="440"/>
                  </a:lnTo>
                  <a:close/>
                  <a:moveTo>
                    <a:pt x="30" y="396"/>
                  </a:moveTo>
                  <a:lnTo>
                    <a:pt x="30" y="396"/>
                  </a:lnTo>
                  <a:cubicBezTo>
                    <a:pt x="30" y="44"/>
                    <a:pt x="30" y="44"/>
                    <a:pt x="30" y="44"/>
                  </a:cubicBezTo>
                  <a:cubicBezTo>
                    <a:pt x="30" y="38"/>
                    <a:pt x="37" y="31"/>
                    <a:pt x="44" y="31"/>
                  </a:cubicBezTo>
                  <a:cubicBezTo>
                    <a:pt x="659" y="31"/>
                    <a:pt x="659" y="31"/>
                    <a:pt x="659" y="31"/>
                  </a:cubicBezTo>
                  <a:cubicBezTo>
                    <a:pt x="667" y="31"/>
                    <a:pt x="674" y="38"/>
                    <a:pt x="674" y="44"/>
                  </a:cubicBezTo>
                  <a:cubicBezTo>
                    <a:pt x="674" y="426"/>
                    <a:pt x="674" y="426"/>
                    <a:pt x="674" y="426"/>
                  </a:cubicBezTo>
                  <a:cubicBezTo>
                    <a:pt x="674" y="515"/>
                    <a:pt x="674" y="515"/>
                    <a:pt x="674" y="515"/>
                  </a:cubicBezTo>
                  <a:cubicBezTo>
                    <a:pt x="521" y="414"/>
                    <a:pt x="521" y="414"/>
                    <a:pt x="521" y="414"/>
                  </a:cubicBezTo>
                  <a:cubicBezTo>
                    <a:pt x="519" y="412"/>
                    <a:pt x="516" y="411"/>
                    <a:pt x="513" y="411"/>
                  </a:cubicBezTo>
                  <a:cubicBezTo>
                    <a:pt x="44" y="411"/>
                    <a:pt x="44" y="411"/>
                    <a:pt x="44" y="411"/>
                  </a:cubicBezTo>
                  <a:cubicBezTo>
                    <a:pt x="37" y="411"/>
                    <a:pt x="30" y="404"/>
                    <a:pt x="30" y="3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1" name="Freeform 454">
              <a:extLst>
                <a:ext uri="{FF2B5EF4-FFF2-40B4-BE49-F238E27FC236}">
                  <a16:creationId xmlns:a16="http://schemas.microsoft.com/office/drawing/2014/main" id="{50EFB7AA-C059-906C-751B-BE9BD640AC95}"/>
                </a:ext>
              </a:extLst>
            </p:cNvPr>
            <p:cNvSpPr>
              <a:spLocks noChangeArrowheads="1"/>
            </p:cNvSpPr>
            <p:nvPr/>
          </p:nvSpPr>
          <p:spPr bwMode="auto">
            <a:xfrm>
              <a:off x="1597025" y="5083175"/>
              <a:ext cx="158750" cy="11113"/>
            </a:xfrm>
            <a:custGeom>
              <a:avLst/>
              <a:gdLst>
                <a:gd name="T0" fmla="*/ 14 w 440"/>
                <a:gd name="T1" fmla="*/ 29 h 30"/>
                <a:gd name="T2" fmla="*/ 14 w 440"/>
                <a:gd name="T3" fmla="*/ 29 h 30"/>
                <a:gd name="T4" fmla="*/ 424 w 440"/>
                <a:gd name="T5" fmla="*/ 29 h 30"/>
                <a:gd name="T6" fmla="*/ 439 w 440"/>
                <a:gd name="T7" fmla="*/ 15 h 30"/>
                <a:gd name="T8" fmla="*/ 424 w 440"/>
                <a:gd name="T9" fmla="*/ 0 h 30"/>
                <a:gd name="T10" fmla="*/ 14 w 440"/>
                <a:gd name="T11" fmla="*/ 0 h 30"/>
                <a:gd name="T12" fmla="*/ 0 w 440"/>
                <a:gd name="T13" fmla="*/ 15 h 30"/>
                <a:gd name="T14" fmla="*/ 14 w 44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0">
                  <a:moveTo>
                    <a:pt x="14" y="29"/>
                  </a:moveTo>
                  <a:lnTo>
                    <a:pt x="14" y="29"/>
                  </a:lnTo>
                  <a:cubicBezTo>
                    <a:pt x="424" y="29"/>
                    <a:pt x="424" y="29"/>
                    <a:pt x="424" y="29"/>
                  </a:cubicBezTo>
                  <a:cubicBezTo>
                    <a:pt x="432" y="29"/>
                    <a:pt x="439" y="24"/>
                    <a:pt x="439" y="15"/>
                  </a:cubicBezTo>
                  <a:cubicBezTo>
                    <a:pt x="439" y="7"/>
                    <a:pt x="432" y="0"/>
                    <a:pt x="424" y="0"/>
                  </a:cubicBezTo>
                  <a:cubicBezTo>
                    <a:pt x="14" y="0"/>
                    <a:pt x="14" y="0"/>
                    <a:pt x="14" y="0"/>
                  </a:cubicBezTo>
                  <a:cubicBezTo>
                    <a:pt x="5" y="0"/>
                    <a:pt x="0" y="7"/>
                    <a:pt x="0" y="15"/>
                  </a:cubicBezTo>
                  <a:cubicBezTo>
                    <a:pt x="0" y="24"/>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5">
              <a:extLst>
                <a:ext uri="{FF2B5EF4-FFF2-40B4-BE49-F238E27FC236}">
                  <a16:creationId xmlns:a16="http://schemas.microsoft.com/office/drawing/2014/main" id="{0D5C2C1F-BD5F-F13F-7828-C58CBAB0D436}"/>
                </a:ext>
              </a:extLst>
            </p:cNvPr>
            <p:cNvSpPr>
              <a:spLocks noChangeArrowheads="1"/>
            </p:cNvSpPr>
            <p:nvPr/>
          </p:nvSpPr>
          <p:spPr bwMode="auto">
            <a:xfrm>
              <a:off x="1597025" y="5124450"/>
              <a:ext cx="158750" cy="11113"/>
            </a:xfrm>
            <a:custGeom>
              <a:avLst/>
              <a:gdLst>
                <a:gd name="T0" fmla="*/ 14 w 440"/>
                <a:gd name="T1" fmla="*/ 30 h 31"/>
                <a:gd name="T2" fmla="*/ 14 w 440"/>
                <a:gd name="T3" fmla="*/ 30 h 31"/>
                <a:gd name="T4" fmla="*/ 424 w 440"/>
                <a:gd name="T5" fmla="*/ 30 h 31"/>
                <a:gd name="T6" fmla="*/ 439 w 440"/>
                <a:gd name="T7" fmla="*/ 15 h 31"/>
                <a:gd name="T8" fmla="*/ 424 w 440"/>
                <a:gd name="T9" fmla="*/ 0 h 31"/>
                <a:gd name="T10" fmla="*/ 14 w 440"/>
                <a:gd name="T11" fmla="*/ 0 h 31"/>
                <a:gd name="T12" fmla="*/ 0 w 440"/>
                <a:gd name="T13" fmla="*/ 15 h 31"/>
                <a:gd name="T14" fmla="*/ 14 w 44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40" h="31">
                  <a:moveTo>
                    <a:pt x="14" y="30"/>
                  </a:moveTo>
                  <a:lnTo>
                    <a:pt x="14" y="30"/>
                  </a:lnTo>
                  <a:cubicBezTo>
                    <a:pt x="424" y="30"/>
                    <a:pt x="424" y="30"/>
                    <a:pt x="424" y="30"/>
                  </a:cubicBezTo>
                  <a:cubicBezTo>
                    <a:pt x="432" y="30"/>
                    <a:pt x="439" y="23"/>
                    <a:pt x="439" y="15"/>
                  </a:cubicBezTo>
                  <a:cubicBezTo>
                    <a:pt x="439" y="7"/>
                    <a:pt x="432" y="0"/>
                    <a:pt x="424" y="0"/>
                  </a:cubicBezTo>
                  <a:cubicBezTo>
                    <a:pt x="14" y="0"/>
                    <a:pt x="14" y="0"/>
                    <a:pt x="14" y="0"/>
                  </a:cubicBezTo>
                  <a:cubicBezTo>
                    <a:pt x="5" y="0"/>
                    <a:pt x="0" y="7"/>
                    <a:pt x="0" y="15"/>
                  </a:cubicBezTo>
                  <a:cubicBezTo>
                    <a:pt x="0" y="23"/>
                    <a:pt x="5"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3" name="Group 556">
            <a:extLst>
              <a:ext uri="{FF2B5EF4-FFF2-40B4-BE49-F238E27FC236}">
                <a16:creationId xmlns:a16="http://schemas.microsoft.com/office/drawing/2014/main" id="{E028D71E-6605-644A-FB7C-7630147C3379}"/>
              </a:ext>
            </a:extLst>
          </p:cNvPr>
          <p:cNvGrpSpPr/>
          <p:nvPr/>
        </p:nvGrpSpPr>
        <p:grpSpPr>
          <a:xfrm>
            <a:off x="6824786" y="4166022"/>
            <a:ext cx="211138" cy="252412"/>
            <a:chOff x="5683250" y="4506913"/>
            <a:chExt cx="211138" cy="252412"/>
          </a:xfrm>
          <a:solidFill>
            <a:schemeClr val="accent4"/>
          </a:solidFill>
        </p:grpSpPr>
        <p:sp>
          <p:nvSpPr>
            <p:cNvPr id="554" name="Freeform 456">
              <a:extLst>
                <a:ext uri="{FF2B5EF4-FFF2-40B4-BE49-F238E27FC236}">
                  <a16:creationId xmlns:a16="http://schemas.microsoft.com/office/drawing/2014/main" id="{3738D7DC-B4EA-62FE-D19C-C300D7AC0B9A}"/>
                </a:ext>
              </a:extLst>
            </p:cNvPr>
            <p:cNvSpPr>
              <a:spLocks noChangeArrowheads="1"/>
            </p:cNvSpPr>
            <p:nvPr/>
          </p:nvSpPr>
          <p:spPr bwMode="auto">
            <a:xfrm>
              <a:off x="5683250" y="4506913"/>
              <a:ext cx="211138" cy="31750"/>
            </a:xfrm>
            <a:custGeom>
              <a:avLst/>
              <a:gdLst>
                <a:gd name="T0" fmla="*/ 571 w 586"/>
                <a:gd name="T1" fmla="*/ 0 h 89"/>
                <a:gd name="T2" fmla="*/ 571 w 586"/>
                <a:gd name="T3" fmla="*/ 0 h 89"/>
                <a:gd name="T4" fmla="*/ 14 w 586"/>
                <a:gd name="T5" fmla="*/ 0 h 89"/>
                <a:gd name="T6" fmla="*/ 4 w 586"/>
                <a:gd name="T7" fmla="*/ 4 h 89"/>
                <a:gd name="T8" fmla="*/ 0 w 586"/>
                <a:gd name="T9" fmla="*/ 15 h 89"/>
                <a:gd name="T10" fmla="*/ 0 w 586"/>
                <a:gd name="T11" fmla="*/ 73 h 89"/>
                <a:gd name="T12" fmla="*/ 14 w 586"/>
                <a:gd name="T13" fmla="*/ 88 h 89"/>
                <a:gd name="T14" fmla="*/ 29 w 586"/>
                <a:gd name="T15" fmla="*/ 73 h 89"/>
                <a:gd name="T16" fmla="*/ 29 w 586"/>
                <a:gd name="T17" fmla="*/ 29 h 89"/>
                <a:gd name="T18" fmla="*/ 556 w 586"/>
                <a:gd name="T19" fmla="*/ 29 h 89"/>
                <a:gd name="T20" fmla="*/ 556 w 586"/>
                <a:gd name="T21" fmla="*/ 73 h 89"/>
                <a:gd name="T22" fmla="*/ 571 w 586"/>
                <a:gd name="T23" fmla="*/ 88 h 89"/>
                <a:gd name="T24" fmla="*/ 585 w 586"/>
                <a:gd name="T25" fmla="*/ 73 h 89"/>
                <a:gd name="T26" fmla="*/ 585 w 586"/>
                <a:gd name="T27" fmla="*/ 15 h 89"/>
                <a:gd name="T28" fmla="*/ 581 w 586"/>
                <a:gd name="T29" fmla="*/ 4 h 89"/>
                <a:gd name="T30" fmla="*/ 571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571" y="0"/>
                  </a:moveTo>
                  <a:lnTo>
                    <a:pt x="571" y="0"/>
                  </a:lnTo>
                  <a:cubicBezTo>
                    <a:pt x="14" y="0"/>
                    <a:pt x="14" y="0"/>
                    <a:pt x="14" y="0"/>
                  </a:cubicBezTo>
                  <a:cubicBezTo>
                    <a:pt x="11" y="0"/>
                    <a:pt x="7" y="1"/>
                    <a:pt x="4" y="4"/>
                  </a:cubicBezTo>
                  <a:cubicBezTo>
                    <a:pt x="1" y="7"/>
                    <a:pt x="0" y="11"/>
                    <a:pt x="0" y="15"/>
                  </a:cubicBezTo>
                  <a:cubicBezTo>
                    <a:pt x="0" y="73"/>
                    <a:pt x="0" y="73"/>
                    <a:pt x="0" y="73"/>
                  </a:cubicBezTo>
                  <a:cubicBezTo>
                    <a:pt x="0" y="81"/>
                    <a:pt x="7" y="88"/>
                    <a:pt x="14" y="88"/>
                  </a:cubicBezTo>
                  <a:cubicBezTo>
                    <a:pt x="22" y="88"/>
                    <a:pt x="29" y="81"/>
                    <a:pt x="29" y="73"/>
                  </a:cubicBezTo>
                  <a:cubicBezTo>
                    <a:pt x="29" y="29"/>
                    <a:pt x="29" y="29"/>
                    <a:pt x="29" y="29"/>
                  </a:cubicBezTo>
                  <a:cubicBezTo>
                    <a:pt x="556" y="29"/>
                    <a:pt x="556" y="29"/>
                    <a:pt x="556" y="29"/>
                  </a:cubicBezTo>
                  <a:cubicBezTo>
                    <a:pt x="556" y="73"/>
                    <a:pt x="556" y="73"/>
                    <a:pt x="556" y="73"/>
                  </a:cubicBezTo>
                  <a:cubicBezTo>
                    <a:pt x="556" y="81"/>
                    <a:pt x="563" y="88"/>
                    <a:pt x="571" y="88"/>
                  </a:cubicBezTo>
                  <a:cubicBezTo>
                    <a:pt x="579" y="88"/>
                    <a:pt x="585" y="81"/>
                    <a:pt x="585" y="73"/>
                  </a:cubicBezTo>
                  <a:cubicBezTo>
                    <a:pt x="585" y="15"/>
                    <a:pt x="585" y="15"/>
                    <a:pt x="585" y="15"/>
                  </a:cubicBezTo>
                  <a:cubicBezTo>
                    <a:pt x="585" y="11"/>
                    <a:pt x="583" y="7"/>
                    <a:pt x="581" y="4"/>
                  </a:cubicBezTo>
                  <a:cubicBezTo>
                    <a:pt x="578" y="1"/>
                    <a:pt x="575" y="0"/>
                    <a:pt x="57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4BC36127-3D50-7948-2C74-C59EAB4D5068}"/>
                </a:ext>
              </a:extLst>
            </p:cNvPr>
            <p:cNvSpPr>
              <a:spLocks noChangeArrowheads="1"/>
            </p:cNvSpPr>
            <p:nvPr/>
          </p:nvSpPr>
          <p:spPr bwMode="auto">
            <a:xfrm>
              <a:off x="5683250" y="4727575"/>
              <a:ext cx="211138" cy="31750"/>
            </a:xfrm>
            <a:custGeom>
              <a:avLst/>
              <a:gdLst>
                <a:gd name="T0" fmla="*/ 14 w 586"/>
                <a:gd name="T1" fmla="*/ 0 h 89"/>
                <a:gd name="T2" fmla="*/ 14 w 586"/>
                <a:gd name="T3" fmla="*/ 0 h 89"/>
                <a:gd name="T4" fmla="*/ 0 w 586"/>
                <a:gd name="T5" fmla="*/ 15 h 89"/>
                <a:gd name="T6" fmla="*/ 0 w 586"/>
                <a:gd name="T7" fmla="*/ 73 h 89"/>
                <a:gd name="T8" fmla="*/ 4 w 586"/>
                <a:gd name="T9" fmla="*/ 83 h 89"/>
                <a:gd name="T10" fmla="*/ 14 w 586"/>
                <a:gd name="T11" fmla="*/ 88 h 89"/>
                <a:gd name="T12" fmla="*/ 571 w 586"/>
                <a:gd name="T13" fmla="*/ 88 h 89"/>
                <a:gd name="T14" fmla="*/ 581 w 586"/>
                <a:gd name="T15" fmla="*/ 83 h 89"/>
                <a:gd name="T16" fmla="*/ 585 w 586"/>
                <a:gd name="T17" fmla="*/ 73 h 89"/>
                <a:gd name="T18" fmla="*/ 585 w 586"/>
                <a:gd name="T19" fmla="*/ 15 h 89"/>
                <a:gd name="T20" fmla="*/ 571 w 586"/>
                <a:gd name="T21" fmla="*/ 0 h 89"/>
                <a:gd name="T22" fmla="*/ 556 w 586"/>
                <a:gd name="T23" fmla="*/ 15 h 89"/>
                <a:gd name="T24" fmla="*/ 556 w 586"/>
                <a:gd name="T25" fmla="*/ 59 h 89"/>
                <a:gd name="T26" fmla="*/ 29 w 586"/>
                <a:gd name="T27" fmla="*/ 59 h 89"/>
                <a:gd name="T28" fmla="*/ 29 w 586"/>
                <a:gd name="T29" fmla="*/ 15 h 89"/>
                <a:gd name="T30" fmla="*/ 14 w 586"/>
                <a:gd name="T31" fmla="*/ 0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586" h="89">
                  <a:moveTo>
                    <a:pt x="14" y="0"/>
                  </a:moveTo>
                  <a:lnTo>
                    <a:pt x="14" y="0"/>
                  </a:lnTo>
                  <a:cubicBezTo>
                    <a:pt x="7" y="0"/>
                    <a:pt x="0" y="7"/>
                    <a:pt x="0" y="15"/>
                  </a:cubicBezTo>
                  <a:cubicBezTo>
                    <a:pt x="0" y="73"/>
                    <a:pt x="0" y="73"/>
                    <a:pt x="0" y="73"/>
                  </a:cubicBezTo>
                  <a:cubicBezTo>
                    <a:pt x="0" y="77"/>
                    <a:pt x="1" y="81"/>
                    <a:pt x="4" y="83"/>
                  </a:cubicBezTo>
                  <a:cubicBezTo>
                    <a:pt x="7" y="86"/>
                    <a:pt x="11" y="88"/>
                    <a:pt x="14" y="88"/>
                  </a:cubicBezTo>
                  <a:cubicBezTo>
                    <a:pt x="571" y="88"/>
                    <a:pt x="571" y="88"/>
                    <a:pt x="571" y="88"/>
                  </a:cubicBezTo>
                  <a:cubicBezTo>
                    <a:pt x="575" y="88"/>
                    <a:pt x="578" y="86"/>
                    <a:pt x="581" y="83"/>
                  </a:cubicBezTo>
                  <a:cubicBezTo>
                    <a:pt x="583" y="81"/>
                    <a:pt x="585" y="77"/>
                    <a:pt x="585" y="73"/>
                  </a:cubicBezTo>
                  <a:cubicBezTo>
                    <a:pt x="585" y="15"/>
                    <a:pt x="585" y="15"/>
                    <a:pt x="585" y="15"/>
                  </a:cubicBezTo>
                  <a:cubicBezTo>
                    <a:pt x="585" y="7"/>
                    <a:pt x="579" y="0"/>
                    <a:pt x="571" y="0"/>
                  </a:cubicBezTo>
                  <a:cubicBezTo>
                    <a:pt x="563" y="0"/>
                    <a:pt x="556" y="7"/>
                    <a:pt x="556" y="15"/>
                  </a:cubicBezTo>
                  <a:cubicBezTo>
                    <a:pt x="556" y="59"/>
                    <a:pt x="556" y="59"/>
                    <a:pt x="556" y="59"/>
                  </a:cubicBezTo>
                  <a:cubicBezTo>
                    <a:pt x="29" y="59"/>
                    <a:pt x="29" y="59"/>
                    <a:pt x="29" y="59"/>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6" name="Freeform 458">
              <a:extLst>
                <a:ext uri="{FF2B5EF4-FFF2-40B4-BE49-F238E27FC236}">
                  <a16:creationId xmlns:a16="http://schemas.microsoft.com/office/drawing/2014/main" id="{469BF0F7-E0C5-0372-2200-577088A8BC03}"/>
                </a:ext>
              </a:extLst>
            </p:cNvPr>
            <p:cNvSpPr>
              <a:spLocks noChangeArrowheads="1"/>
            </p:cNvSpPr>
            <p:nvPr/>
          </p:nvSpPr>
          <p:spPr bwMode="auto">
            <a:xfrm>
              <a:off x="5799138" y="463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7" name="Freeform 459">
              <a:extLst>
                <a:ext uri="{FF2B5EF4-FFF2-40B4-BE49-F238E27FC236}">
                  <a16:creationId xmlns:a16="http://schemas.microsoft.com/office/drawing/2014/main" id="{9D181A81-1989-19A2-9BDC-BE9D14F7DA41}"/>
                </a:ext>
              </a:extLst>
            </p:cNvPr>
            <p:cNvSpPr>
              <a:spLocks noChangeArrowheads="1"/>
            </p:cNvSpPr>
            <p:nvPr/>
          </p:nvSpPr>
          <p:spPr bwMode="auto">
            <a:xfrm>
              <a:off x="5797550" y="4527550"/>
              <a:ext cx="74613" cy="211138"/>
            </a:xfrm>
            <a:custGeom>
              <a:avLst/>
              <a:gdLst>
                <a:gd name="T0" fmla="*/ 16 w 208"/>
                <a:gd name="T1" fmla="*/ 368 h 586"/>
                <a:gd name="T2" fmla="*/ 16 w 208"/>
                <a:gd name="T3" fmla="*/ 368 h 586"/>
                <a:gd name="T4" fmla="*/ 71 w 208"/>
                <a:gd name="T5" fmla="*/ 406 h 586"/>
                <a:gd name="T6" fmla="*/ 121 w 208"/>
                <a:gd name="T7" fmla="*/ 438 h 586"/>
                <a:gd name="T8" fmla="*/ 155 w 208"/>
                <a:gd name="T9" fmla="*/ 498 h 586"/>
                <a:gd name="T10" fmla="*/ 163 w 208"/>
                <a:gd name="T11" fmla="*/ 571 h 586"/>
                <a:gd name="T12" fmla="*/ 177 w 208"/>
                <a:gd name="T13" fmla="*/ 585 h 586"/>
                <a:gd name="T14" fmla="*/ 192 w 208"/>
                <a:gd name="T15" fmla="*/ 571 h 586"/>
                <a:gd name="T16" fmla="*/ 192 w 208"/>
                <a:gd name="T17" fmla="*/ 571 h 586"/>
                <a:gd name="T18" fmla="*/ 184 w 208"/>
                <a:gd name="T19" fmla="*/ 490 h 586"/>
                <a:gd name="T20" fmla="*/ 141 w 208"/>
                <a:gd name="T21" fmla="*/ 417 h 586"/>
                <a:gd name="T22" fmla="*/ 104 w 208"/>
                <a:gd name="T23" fmla="*/ 391 h 586"/>
                <a:gd name="T24" fmla="*/ 51 w 208"/>
                <a:gd name="T25" fmla="*/ 359 h 586"/>
                <a:gd name="T26" fmla="*/ 34 w 208"/>
                <a:gd name="T27" fmla="*/ 343 h 586"/>
                <a:gd name="T28" fmla="*/ 29 w 208"/>
                <a:gd name="T29" fmla="*/ 322 h 586"/>
                <a:gd name="T30" fmla="*/ 31 w 208"/>
                <a:gd name="T31" fmla="*/ 305 h 586"/>
                <a:gd name="T32" fmla="*/ 31 w 208"/>
                <a:gd name="T33" fmla="*/ 305 h 586"/>
                <a:gd name="T34" fmla="*/ 48 w 208"/>
                <a:gd name="T35" fmla="*/ 283 h 586"/>
                <a:gd name="T36" fmla="*/ 79 w 208"/>
                <a:gd name="T37" fmla="*/ 266 h 586"/>
                <a:gd name="T38" fmla="*/ 173 w 208"/>
                <a:gd name="T39" fmla="*/ 180 h 586"/>
                <a:gd name="T40" fmla="*/ 202 w 208"/>
                <a:gd name="T41" fmla="*/ 97 h 586"/>
                <a:gd name="T42" fmla="*/ 207 w 208"/>
                <a:gd name="T43" fmla="*/ 14 h 586"/>
                <a:gd name="T44" fmla="*/ 192 w 208"/>
                <a:gd name="T45" fmla="*/ 0 h 586"/>
                <a:gd name="T46" fmla="*/ 177 w 208"/>
                <a:gd name="T47" fmla="*/ 14 h 586"/>
                <a:gd name="T48" fmla="*/ 173 w 208"/>
                <a:gd name="T49" fmla="*/ 93 h 586"/>
                <a:gd name="T50" fmla="*/ 148 w 208"/>
                <a:gd name="T51" fmla="*/ 165 h 586"/>
                <a:gd name="T52" fmla="*/ 66 w 208"/>
                <a:gd name="T53" fmla="*/ 240 h 586"/>
                <a:gd name="T54" fmla="*/ 31 w 208"/>
                <a:gd name="T55" fmla="*/ 259 h 586"/>
                <a:gd name="T56" fmla="*/ 4 w 208"/>
                <a:gd name="T57" fmla="*/ 296 h 586"/>
                <a:gd name="T58" fmla="*/ 0 w 208"/>
                <a:gd name="T59" fmla="*/ 322 h 586"/>
                <a:gd name="T60" fmla="*/ 16 w 208"/>
                <a:gd name="T61" fmla="*/ 368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208" h="586">
                  <a:moveTo>
                    <a:pt x="16" y="368"/>
                  </a:moveTo>
                  <a:lnTo>
                    <a:pt x="16" y="368"/>
                  </a:lnTo>
                  <a:cubicBezTo>
                    <a:pt x="31" y="386"/>
                    <a:pt x="52" y="395"/>
                    <a:pt x="71" y="406"/>
                  </a:cubicBezTo>
                  <a:cubicBezTo>
                    <a:pt x="90" y="417"/>
                    <a:pt x="110" y="427"/>
                    <a:pt x="121" y="438"/>
                  </a:cubicBezTo>
                  <a:cubicBezTo>
                    <a:pt x="138" y="457"/>
                    <a:pt x="149" y="476"/>
                    <a:pt x="155" y="498"/>
                  </a:cubicBezTo>
                  <a:cubicBezTo>
                    <a:pt x="162" y="520"/>
                    <a:pt x="163" y="543"/>
                    <a:pt x="163" y="571"/>
                  </a:cubicBezTo>
                  <a:cubicBezTo>
                    <a:pt x="163" y="579"/>
                    <a:pt x="170" y="585"/>
                    <a:pt x="177" y="585"/>
                  </a:cubicBezTo>
                  <a:cubicBezTo>
                    <a:pt x="185" y="585"/>
                    <a:pt x="192" y="579"/>
                    <a:pt x="192" y="571"/>
                  </a:cubicBezTo>
                  <a:lnTo>
                    <a:pt x="192" y="571"/>
                  </a:lnTo>
                  <a:cubicBezTo>
                    <a:pt x="192" y="543"/>
                    <a:pt x="191" y="516"/>
                    <a:pt x="184" y="490"/>
                  </a:cubicBezTo>
                  <a:cubicBezTo>
                    <a:pt x="176" y="464"/>
                    <a:pt x="163" y="439"/>
                    <a:pt x="141" y="417"/>
                  </a:cubicBezTo>
                  <a:cubicBezTo>
                    <a:pt x="130" y="406"/>
                    <a:pt x="118" y="398"/>
                    <a:pt x="104" y="391"/>
                  </a:cubicBezTo>
                  <a:cubicBezTo>
                    <a:pt x="85" y="380"/>
                    <a:pt x="64" y="370"/>
                    <a:pt x="51" y="359"/>
                  </a:cubicBezTo>
                  <a:cubicBezTo>
                    <a:pt x="44" y="354"/>
                    <a:pt x="38" y="348"/>
                    <a:pt x="34" y="343"/>
                  </a:cubicBezTo>
                  <a:cubicBezTo>
                    <a:pt x="31" y="336"/>
                    <a:pt x="29" y="331"/>
                    <a:pt x="29" y="322"/>
                  </a:cubicBezTo>
                  <a:cubicBezTo>
                    <a:pt x="29" y="317"/>
                    <a:pt x="30" y="311"/>
                    <a:pt x="31" y="305"/>
                  </a:cubicBezTo>
                  <a:lnTo>
                    <a:pt x="31" y="305"/>
                  </a:lnTo>
                  <a:cubicBezTo>
                    <a:pt x="35" y="294"/>
                    <a:pt x="40" y="289"/>
                    <a:pt x="48" y="283"/>
                  </a:cubicBezTo>
                  <a:cubicBezTo>
                    <a:pt x="56" y="277"/>
                    <a:pt x="67" y="273"/>
                    <a:pt x="79" y="266"/>
                  </a:cubicBezTo>
                  <a:cubicBezTo>
                    <a:pt x="118" y="247"/>
                    <a:pt x="151" y="217"/>
                    <a:pt x="173" y="180"/>
                  </a:cubicBezTo>
                  <a:cubicBezTo>
                    <a:pt x="189" y="154"/>
                    <a:pt x="197" y="126"/>
                    <a:pt x="202" y="97"/>
                  </a:cubicBezTo>
                  <a:cubicBezTo>
                    <a:pt x="206" y="70"/>
                    <a:pt x="207" y="42"/>
                    <a:pt x="207" y="14"/>
                  </a:cubicBezTo>
                  <a:cubicBezTo>
                    <a:pt x="207" y="7"/>
                    <a:pt x="200" y="0"/>
                    <a:pt x="192" y="0"/>
                  </a:cubicBezTo>
                  <a:cubicBezTo>
                    <a:pt x="184" y="0"/>
                    <a:pt x="177" y="7"/>
                    <a:pt x="177" y="14"/>
                  </a:cubicBezTo>
                  <a:cubicBezTo>
                    <a:pt x="177" y="42"/>
                    <a:pt x="177" y="68"/>
                    <a:pt x="173" y="93"/>
                  </a:cubicBezTo>
                  <a:cubicBezTo>
                    <a:pt x="169" y="118"/>
                    <a:pt x="162" y="141"/>
                    <a:pt x="148" y="165"/>
                  </a:cubicBezTo>
                  <a:cubicBezTo>
                    <a:pt x="129" y="196"/>
                    <a:pt x="100" y="224"/>
                    <a:pt x="66" y="240"/>
                  </a:cubicBezTo>
                  <a:cubicBezTo>
                    <a:pt x="55" y="246"/>
                    <a:pt x="42" y="251"/>
                    <a:pt x="31" y="259"/>
                  </a:cubicBezTo>
                  <a:cubicBezTo>
                    <a:pt x="19" y="267"/>
                    <a:pt x="8" y="280"/>
                    <a:pt x="4" y="296"/>
                  </a:cubicBezTo>
                  <a:cubicBezTo>
                    <a:pt x="1" y="306"/>
                    <a:pt x="0" y="314"/>
                    <a:pt x="0" y="322"/>
                  </a:cubicBezTo>
                  <a:cubicBezTo>
                    <a:pt x="0" y="340"/>
                    <a:pt x="7" y="355"/>
                    <a:pt x="16" y="3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60">
              <a:extLst>
                <a:ext uri="{FF2B5EF4-FFF2-40B4-BE49-F238E27FC236}">
                  <a16:creationId xmlns:a16="http://schemas.microsoft.com/office/drawing/2014/main" id="{7884D9B6-DFD4-C9C4-0DE3-380C4E1A2FA2}"/>
                </a:ext>
              </a:extLst>
            </p:cNvPr>
            <p:cNvSpPr>
              <a:spLocks noChangeArrowheads="1"/>
            </p:cNvSpPr>
            <p:nvPr/>
          </p:nvSpPr>
          <p:spPr bwMode="auto">
            <a:xfrm>
              <a:off x="5703888" y="4527550"/>
              <a:ext cx="74612" cy="211138"/>
            </a:xfrm>
            <a:custGeom>
              <a:avLst/>
              <a:gdLst>
                <a:gd name="T0" fmla="*/ 156 w 208"/>
                <a:gd name="T1" fmla="*/ 362 h 586"/>
                <a:gd name="T2" fmla="*/ 156 w 208"/>
                <a:gd name="T3" fmla="*/ 362 h 586"/>
                <a:gd name="T4" fmla="*/ 111 w 208"/>
                <a:gd name="T5" fmla="*/ 386 h 586"/>
                <a:gd name="T6" fmla="*/ 66 w 208"/>
                <a:gd name="T7" fmla="*/ 417 h 586"/>
                <a:gd name="T8" fmla="*/ 24 w 208"/>
                <a:gd name="T9" fmla="*/ 490 h 586"/>
                <a:gd name="T10" fmla="*/ 15 w 208"/>
                <a:gd name="T11" fmla="*/ 571 h 586"/>
                <a:gd name="T12" fmla="*/ 30 w 208"/>
                <a:gd name="T13" fmla="*/ 585 h 586"/>
                <a:gd name="T14" fmla="*/ 44 w 208"/>
                <a:gd name="T15" fmla="*/ 571 h 586"/>
                <a:gd name="T16" fmla="*/ 52 w 208"/>
                <a:gd name="T17" fmla="*/ 498 h 586"/>
                <a:gd name="T18" fmla="*/ 86 w 208"/>
                <a:gd name="T19" fmla="*/ 438 h 586"/>
                <a:gd name="T20" fmla="*/ 125 w 208"/>
                <a:gd name="T21" fmla="*/ 412 h 586"/>
                <a:gd name="T22" fmla="*/ 170 w 208"/>
                <a:gd name="T23" fmla="*/ 388 h 586"/>
                <a:gd name="T24" fmla="*/ 197 w 208"/>
                <a:gd name="T25" fmla="*/ 359 h 586"/>
                <a:gd name="T26" fmla="*/ 207 w 208"/>
                <a:gd name="T27" fmla="*/ 322 h 586"/>
                <a:gd name="T28" fmla="*/ 206 w 208"/>
                <a:gd name="T29" fmla="*/ 316 h 586"/>
                <a:gd name="T30" fmla="*/ 199 w 208"/>
                <a:gd name="T31" fmla="*/ 287 h 586"/>
                <a:gd name="T32" fmla="*/ 173 w 208"/>
                <a:gd name="T33" fmla="*/ 258 h 586"/>
                <a:gd name="T34" fmla="*/ 141 w 208"/>
                <a:gd name="T35" fmla="*/ 240 h 586"/>
                <a:gd name="T36" fmla="*/ 59 w 208"/>
                <a:gd name="T37" fmla="*/ 165 h 586"/>
                <a:gd name="T38" fmla="*/ 34 w 208"/>
                <a:gd name="T39" fmla="*/ 93 h 586"/>
                <a:gd name="T40" fmla="*/ 30 w 208"/>
                <a:gd name="T41" fmla="*/ 14 h 586"/>
                <a:gd name="T42" fmla="*/ 15 w 208"/>
                <a:gd name="T43" fmla="*/ 0 h 586"/>
                <a:gd name="T44" fmla="*/ 0 w 208"/>
                <a:gd name="T45" fmla="*/ 14 h 586"/>
                <a:gd name="T46" fmla="*/ 0 w 208"/>
                <a:gd name="T47" fmla="*/ 14 h 586"/>
                <a:gd name="T48" fmla="*/ 5 w 208"/>
                <a:gd name="T49" fmla="*/ 97 h 586"/>
                <a:gd name="T50" fmla="*/ 34 w 208"/>
                <a:gd name="T51" fmla="*/ 180 h 586"/>
                <a:gd name="T52" fmla="*/ 127 w 208"/>
                <a:gd name="T53" fmla="*/ 266 h 586"/>
                <a:gd name="T54" fmla="*/ 163 w 208"/>
                <a:gd name="T55" fmla="*/ 288 h 586"/>
                <a:gd name="T56" fmla="*/ 173 w 208"/>
                <a:gd name="T57" fmla="*/ 299 h 586"/>
                <a:gd name="T58" fmla="*/ 177 w 208"/>
                <a:gd name="T59" fmla="*/ 317 h 586"/>
                <a:gd name="T60" fmla="*/ 177 w 208"/>
                <a:gd name="T61" fmla="*/ 322 h 586"/>
                <a:gd name="T62" fmla="*/ 171 w 208"/>
                <a:gd name="T63" fmla="*/ 346 h 586"/>
                <a:gd name="T64" fmla="*/ 156 w 208"/>
                <a:gd name="T65" fmla="*/ 362 h 5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586">
                  <a:moveTo>
                    <a:pt x="156" y="362"/>
                  </a:moveTo>
                  <a:lnTo>
                    <a:pt x="156" y="362"/>
                  </a:lnTo>
                  <a:cubicBezTo>
                    <a:pt x="141" y="370"/>
                    <a:pt x="126" y="377"/>
                    <a:pt x="111" y="386"/>
                  </a:cubicBezTo>
                  <a:cubicBezTo>
                    <a:pt x="96" y="394"/>
                    <a:pt x="81" y="403"/>
                    <a:pt x="66" y="417"/>
                  </a:cubicBezTo>
                  <a:cubicBezTo>
                    <a:pt x="44" y="439"/>
                    <a:pt x="31" y="464"/>
                    <a:pt x="24" y="490"/>
                  </a:cubicBezTo>
                  <a:cubicBezTo>
                    <a:pt x="16" y="516"/>
                    <a:pt x="15" y="543"/>
                    <a:pt x="15" y="571"/>
                  </a:cubicBezTo>
                  <a:cubicBezTo>
                    <a:pt x="15" y="579"/>
                    <a:pt x="22" y="585"/>
                    <a:pt x="30" y="585"/>
                  </a:cubicBezTo>
                  <a:cubicBezTo>
                    <a:pt x="38" y="585"/>
                    <a:pt x="44" y="579"/>
                    <a:pt x="44" y="571"/>
                  </a:cubicBezTo>
                  <a:cubicBezTo>
                    <a:pt x="44" y="543"/>
                    <a:pt x="46" y="520"/>
                    <a:pt x="52" y="498"/>
                  </a:cubicBezTo>
                  <a:cubicBezTo>
                    <a:pt x="59" y="476"/>
                    <a:pt x="68" y="457"/>
                    <a:pt x="86" y="438"/>
                  </a:cubicBezTo>
                  <a:cubicBezTo>
                    <a:pt x="98" y="427"/>
                    <a:pt x="111" y="418"/>
                    <a:pt x="125" y="412"/>
                  </a:cubicBezTo>
                  <a:cubicBezTo>
                    <a:pt x="138" y="403"/>
                    <a:pt x="153" y="398"/>
                    <a:pt x="170" y="388"/>
                  </a:cubicBezTo>
                  <a:cubicBezTo>
                    <a:pt x="182" y="381"/>
                    <a:pt x="192" y="372"/>
                    <a:pt x="197" y="359"/>
                  </a:cubicBezTo>
                  <a:cubicBezTo>
                    <a:pt x="204" y="348"/>
                    <a:pt x="207" y="335"/>
                    <a:pt x="207" y="322"/>
                  </a:cubicBezTo>
                  <a:cubicBezTo>
                    <a:pt x="207" y="320"/>
                    <a:pt x="207" y="318"/>
                    <a:pt x="206" y="316"/>
                  </a:cubicBezTo>
                  <a:cubicBezTo>
                    <a:pt x="206" y="305"/>
                    <a:pt x="203" y="295"/>
                    <a:pt x="199" y="287"/>
                  </a:cubicBezTo>
                  <a:cubicBezTo>
                    <a:pt x="193" y="274"/>
                    <a:pt x="184" y="265"/>
                    <a:pt x="173" y="258"/>
                  </a:cubicBezTo>
                  <a:cubicBezTo>
                    <a:pt x="163" y="251"/>
                    <a:pt x="152" y="246"/>
                    <a:pt x="141" y="240"/>
                  </a:cubicBezTo>
                  <a:cubicBezTo>
                    <a:pt x="108" y="224"/>
                    <a:pt x="79" y="196"/>
                    <a:pt x="59" y="165"/>
                  </a:cubicBezTo>
                  <a:cubicBezTo>
                    <a:pt x="45" y="141"/>
                    <a:pt x="38" y="118"/>
                    <a:pt x="34" y="93"/>
                  </a:cubicBezTo>
                  <a:cubicBezTo>
                    <a:pt x="30" y="68"/>
                    <a:pt x="30" y="42"/>
                    <a:pt x="30" y="14"/>
                  </a:cubicBezTo>
                  <a:cubicBezTo>
                    <a:pt x="30" y="7"/>
                    <a:pt x="23" y="0"/>
                    <a:pt x="15" y="0"/>
                  </a:cubicBezTo>
                  <a:cubicBezTo>
                    <a:pt x="6" y="0"/>
                    <a:pt x="0" y="7"/>
                    <a:pt x="0" y="14"/>
                  </a:cubicBezTo>
                  <a:lnTo>
                    <a:pt x="0" y="14"/>
                  </a:lnTo>
                  <a:cubicBezTo>
                    <a:pt x="0" y="42"/>
                    <a:pt x="1" y="70"/>
                    <a:pt x="5" y="97"/>
                  </a:cubicBezTo>
                  <a:cubicBezTo>
                    <a:pt x="9" y="126"/>
                    <a:pt x="17" y="154"/>
                    <a:pt x="34" y="180"/>
                  </a:cubicBezTo>
                  <a:cubicBezTo>
                    <a:pt x="57" y="217"/>
                    <a:pt x="89" y="247"/>
                    <a:pt x="127" y="266"/>
                  </a:cubicBezTo>
                  <a:cubicBezTo>
                    <a:pt x="142" y="274"/>
                    <a:pt x="156" y="280"/>
                    <a:pt x="163" y="288"/>
                  </a:cubicBezTo>
                  <a:cubicBezTo>
                    <a:pt x="167" y="291"/>
                    <a:pt x="170" y="295"/>
                    <a:pt x="173" y="299"/>
                  </a:cubicBezTo>
                  <a:cubicBezTo>
                    <a:pt x="175" y="303"/>
                    <a:pt x="177" y="310"/>
                    <a:pt x="177" y="317"/>
                  </a:cubicBezTo>
                  <a:cubicBezTo>
                    <a:pt x="177" y="318"/>
                    <a:pt x="177" y="321"/>
                    <a:pt x="177" y="322"/>
                  </a:cubicBezTo>
                  <a:cubicBezTo>
                    <a:pt x="177" y="332"/>
                    <a:pt x="175" y="340"/>
                    <a:pt x="171" y="346"/>
                  </a:cubicBezTo>
                  <a:cubicBezTo>
                    <a:pt x="168" y="353"/>
                    <a:pt x="163" y="358"/>
                    <a:pt x="156" y="3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9" name="Freeform 461">
            <a:extLst>
              <a:ext uri="{FF2B5EF4-FFF2-40B4-BE49-F238E27FC236}">
                <a16:creationId xmlns:a16="http://schemas.microsoft.com/office/drawing/2014/main" id="{C64C1352-8737-3892-C247-E38807B7A772}"/>
              </a:ext>
            </a:extLst>
          </p:cNvPr>
          <p:cNvSpPr>
            <a:spLocks noChangeArrowheads="1"/>
          </p:cNvSpPr>
          <p:nvPr/>
        </p:nvSpPr>
        <p:spPr bwMode="auto">
          <a:xfrm>
            <a:off x="7308974" y="4165228"/>
            <a:ext cx="254000" cy="254000"/>
          </a:xfrm>
          <a:custGeom>
            <a:avLst/>
            <a:gdLst>
              <a:gd name="T0" fmla="*/ 689 w 707"/>
              <a:gd name="T1" fmla="*/ 258 h 705"/>
              <a:gd name="T2" fmla="*/ 689 w 707"/>
              <a:gd name="T3" fmla="*/ 258 h 705"/>
              <a:gd name="T4" fmla="*/ 444 w 707"/>
              <a:gd name="T5" fmla="*/ 258 h 705"/>
              <a:gd name="T6" fmla="*/ 367 w 707"/>
              <a:gd name="T7" fmla="*/ 11 h 705"/>
              <a:gd name="T8" fmla="*/ 353 w 707"/>
              <a:gd name="T9" fmla="*/ 0 h 705"/>
              <a:gd name="T10" fmla="*/ 339 w 707"/>
              <a:gd name="T11" fmla="*/ 11 h 705"/>
              <a:gd name="T12" fmla="*/ 262 w 707"/>
              <a:gd name="T13" fmla="*/ 258 h 705"/>
              <a:gd name="T14" fmla="*/ 17 w 707"/>
              <a:gd name="T15" fmla="*/ 258 h 705"/>
              <a:gd name="T16" fmla="*/ 3 w 707"/>
              <a:gd name="T17" fmla="*/ 267 h 705"/>
              <a:gd name="T18" fmla="*/ 7 w 707"/>
              <a:gd name="T19" fmla="*/ 284 h 705"/>
              <a:gd name="T20" fmla="*/ 207 w 707"/>
              <a:gd name="T21" fmla="*/ 436 h 705"/>
              <a:gd name="T22" fmla="*/ 131 w 707"/>
              <a:gd name="T23" fmla="*/ 685 h 705"/>
              <a:gd name="T24" fmla="*/ 136 w 707"/>
              <a:gd name="T25" fmla="*/ 701 h 705"/>
              <a:gd name="T26" fmla="*/ 154 w 707"/>
              <a:gd name="T27" fmla="*/ 700 h 705"/>
              <a:gd name="T28" fmla="*/ 353 w 707"/>
              <a:gd name="T29" fmla="*/ 547 h 705"/>
              <a:gd name="T30" fmla="*/ 552 w 707"/>
              <a:gd name="T31" fmla="*/ 700 h 705"/>
              <a:gd name="T32" fmla="*/ 570 w 707"/>
              <a:gd name="T33" fmla="*/ 701 h 705"/>
              <a:gd name="T34" fmla="*/ 575 w 707"/>
              <a:gd name="T35" fmla="*/ 685 h 705"/>
              <a:gd name="T36" fmla="*/ 498 w 707"/>
              <a:gd name="T37" fmla="*/ 436 h 705"/>
              <a:gd name="T38" fmla="*/ 699 w 707"/>
              <a:gd name="T39" fmla="*/ 284 h 705"/>
              <a:gd name="T40" fmla="*/ 704 w 707"/>
              <a:gd name="T41" fmla="*/ 267 h 705"/>
              <a:gd name="T42" fmla="*/ 689 w 707"/>
              <a:gd name="T43" fmla="*/ 258 h 705"/>
              <a:gd name="T44" fmla="*/ 472 w 707"/>
              <a:gd name="T45" fmla="*/ 420 h 705"/>
              <a:gd name="T46" fmla="*/ 472 w 707"/>
              <a:gd name="T47" fmla="*/ 420 h 705"/>
              <a:gd name="T48" fmla="*/ 468 w 707"/>
              <a:gd name="T49" fmla="*/ 436 h 705"/>
              <a:gd name="T50" fmla="*/ 534 w 707"/>
              <a:gd name="T51" fmla="*/ 649 h 705"/>
              <a:gd name="T52" fmla="*/ 363 w 707"/>
              <a:gd name="T53" fmla="*/ 517 h 705"/>
              <a:gd name="T54" fmla="*/ 345 w 707"/>
              <a:gd name="T55" fmla="*/ 517 h 705"/>
              <a:gd name="T56" fmla="*/ 173 w 707"/>
              <a:gd name="T57" fmla="*/ 649 h 705"/>
              <a:gd name="T58" fmla="*/ 239 w 707"/>
              <a:gd name="T59" fmla="*/ 436 h 705"/>
              <a:gd name="T60" fmla="*/ 234 w 707"/>
              <a:gd name="T61" fmla="*/ 420 h 705"/>
              <a:gd name="T62" fmla="*/ 59 w 707"/>
              <a:gd name="T63" fmla="*/ 287 h 705"/>
              <a:gd name="T64" fmla="*/ 273 w 707"/>
              <a:gd name="T65" fmla="*/ 287 h 705"/>
              <a:gd name="T66" fmla="*/ 287 w 707"/>
              <a:gd name="T67" fmla="*/ 277 h 705"/>
              <a:gd name="T68" fmla="*/ 353 w 707"/>
              <a:gd name="T69" fmla="*/ 64 h 705"/>
              <a:gd name="T70" fmla="*/ 419 w 707"/>
              <a:gd name="T71" fmla="*/ 277 h 705"/>
              <a:gd name="T72" fmla="*/ 433 w 707"/>
              <a:gd name="T73" fmla="*/ 287 h 705"/>
              <a:gd name="T74" fmla="*/ 647 w 707"/>
              <a:gd name="T75" fmla="*/ 287 h 705"/>
              <a:gd name="T76" fmla="*/ 472 w 707"/>
              <a:gd name="T77" fmla="*/ 420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7" h="705">
                <a:moveTo>
                  <a:pt x="689" y="258"/>
                </a:moveTo>
                <a:lnTo>
                  <a:pt x="689" y="258"/>
                </a:lnTo>
                <a:cubicBezTo>
                  <a:pt x="444" y="258"/>
                  <a:pt x="444" y="258"/>
                  <a:pt x="444" y="258"/>
                </a:cubicBezTo>
                <a:cubicBezTo>
                  <a:pt x="367" y="11"/>
                  <a:pt x="367" y="11"/>
                  <a:pt x="367" y="11"/>
                </a:cubicBezTo>
                <a:cubicBezTo>
                  <a:pt x="365" y="5"/>
                  <a:pt x="360" y="0"/>
                  <a:pt x="353" y="0"/>
                </a:cubicBezTo>
                <a:cubicBezTo>
                  <a:pt x="346" y="0"/>
                  <a:pt x="341" y="5"/>
                  <a:pt x="339" y="11"/>
                </a:cubicBezTo>
                <a:cubicBezTo>
                  <a:pt x="262" y="258"/>
                  <a:pt x="262" y="258"/>
                  <a:pt x="262" y="258"/>
                </a:cubicBezTo>
                <a:cubicBezTo>
                  <a:pt x="17" y="258"/>
                  <a:pt x="17" y="258"/>
                  <a:pt x="17" y="258"/>
                </a:cubicBezTo>
                <a:cubicBezTo>
                  <a:pt x="10" y="258"/>
                  <a:pt x="4" y="262"/>
                  <a:pt x="3" y="267"/>
                </a:cubicBezTo>
                <a:cubicBezTo>
                  <a:pt x="0" y="273"/>
                  <a:pt x="3" y="280"/>
                  <a:pt x="7" y="284"/>
                </a:cubicBezTo>
                <a:cubicBezTo>
                  <a:pt x="207" y="436"/>
                  <a:pt x="207" y="436"/>
                  <a:pt x="207" y="436"/>
                </a:cubicBezTo>
                <a:cubicBezTo>
                  <a:pt x="131" y="685"/>
                  <a:pt x="131" y="685"/>
                  <a:pt x="131" y="685"/>
                </a:cubicBezTo>
                <a:cubicBezTo>
                  <a:pt x="129" y="690"/>
                  <a:pt x="132" y="697"/>
                  <a:pt x="136" y="701"/>
                </a:cubicBezTo>
                <a:cubicBezTo>
                  <a:pt x="142" y="704"/>
                  <a:pt x="148" y="704"/>
                  <a:pt x="154" y="700"/>
                </a:cubicBezTo>
                <a:cubicBezTo>
                  <a:pt x="353" y="547"/>
                  <a:pt x="353" y="547"/>
                  <a:pt x="353" y="547"/>
                </a:cubicBezTo>
                <a:cubicBezTo>
                  <a:pt x="552" y="700"/>
                  <a:pt x="552" y="700"/>
                  <a:pt x="552" y="700"/>
                </a:cubicBezTo>
                <a:cubicBezTo>
                  <a:pt x="558" y="704"/>
                  <a:pt x="564" y="704"/>
                  <a:pt x="570" y="701"/>
                </a:cubicBezTo>
                <a:cubicBezTo>
                  <a:pt x="575" y="697"/>
                  <a:pt x="577" y="690"/>
                  <a:pt x="575" y="685"/>
                </a:cubicBezTo>
                <a:cubicBezTo>
                  <a:pt x="498" y="436"/>
                  <a:pt x="498" y="436"/>
                  <a:pt x="498" y="436"/>
                </a:cubicBezTo>
                <a:cubicBezTo>
                  <a:pt x="699" y="284"/>
                  <a:pt x="699" y="284"/>
                  <a:pt x="699" y="284"/>
                </a:cubicBezTo>
                <a:cubicBezTo>
                  <a:pt x="704" y="280"/>
                  <a:pt x="706" y="273"/>
                  <a:pt x="704" y="267"/>
                </a:cubicBezTo>
                <a:cubicBezTo>
                  <a:pt x="702" y="262"/>
                  <a:pt x="696" y="258"/>
                  <a:pt x="689" y="258"/>
                </a:cubicBezTo>
                <a:close/>
                <a:moveTo>
                  <a:pt x="472" y="420"/>
                </a:moveTo>
                <a:lnTo>
                  <a:pt x="472" y="420"/>
                </a:lnTo>
                <a:cubicBezTo>
                  <a:pt x="468" y="424"/>
                  <a:pt x="466" y="429"/>
                  <a:pt x="468" y="436"/>
                </a:cubicBezTo>
                <a:cubicBezTo>
                  <a:pt x="534" y="649"/>
                  <a:pt x="534" y="649"/>
                  <a:pt x="534" y="649"/>
                </a:cubicBezTo>
                <a:cubicBezTo>
                  <a:pt x="363" y="517"/>
                  <a:pt x="363" y="517"/>
                  <a:pt x="363" y="517"/>
                </a:cubicBezTo>
                <a:cubicBezTo>
                  <a:pt x="357" y="515"/>
                  <a:pt x="349" y="515"/>
                  <a:pt x="345" y="517"/>
                </a:cubicBezTo>
                <a:cubicBezTo>
                  <a:pt x="173" y="649"/>
                  <a:pt x="173" y="649"/>
                  <a:pt x="173" y="649"/>
                </a:cubicBezTo>
                <a:cubicBezTo>
                  <a:pt x="239" y="436"/>
                  <a:pt x="239" y="436"/>
                  <a:pt x="239" y="436"/>
                </a:cubicBezTo>
                <a:cubicBezTo>
                  <a:pt x="240" y="429"/>
                  <a:pt x="238" y="424"/>
                  <a:pt x="234" y="420"/>
                </a:cubicBezTo>
                <a:cubicBezTo>
                  <a:pt x="59" y="287"/>
                  <a:pt x="59" y="287"/>
                  <a:pt x="59" y="287"/>
                </a:cubicBezTo>
                <a:cubicBezTo>
                  <a:pt x="273" y="287"/>
                  <a:pt x="273" y="287"/>
                  <a:pt x="273" y="287"/>
                </a:cubicBezTo>
                <a:cubicBezTo>
                  <a:pt x="280" y="287"/>
                  <a:pt x="286" y="283"/>
                  <a:pt x="287" y="277"/>
                </a:cubicBezTo>
                <a:cubicBezTo>
                  <a:pt x="353" y="64"/>
                  <a:pt x="353" y="64"/>
                  <a:pt x="353" y="64"/>
                </a:cubicBezTo>
                <a:cubicBezTo>
                  <a:pt x="419" y="277"/>
                  <a:pt x="419" y="277"/>
                  <a:pt x="419" y="277"/>
                </a:cubicBezTo>
                <a:cubicBezTo>
                  <a:pt x="420" y="283"/>
                  <a:pt x="426" y="287"/>
                  <a:pt x="433" y="287"/>
                </a:cubicBezTo>
                <a:cubicBezTo>
                  <a:pt x="647" y="287"/>
                  <a:pt x="647" y="287"/>
                  <a:pt x="647" y="287"/>
                </a:cubicBezTo>
                <a:lnTo>
                  <a:pt x="472" y="420"/>
                </a:lnTo>
                <a:close/>
              </a:path>
            </a:pathLst>
          </a:custGeom>
          <a:solidFill>
            <a:schemeClr val="accent4"/>
          </a:solidFill>
          <a:ln>
            <a:noFill/>
          </a:ln>
          <a:effectLst/>
        </p:spPr>
        <p:txBody>
          <a:bodyPr wrap="none" anchor="ctr"/>
          <a:lstStyle/>
          <a:p>
            <a:endParaRPr lang="da-DK"/>
          </a:p>
        </p:txBody>
      </p:sp>
      <p:sp>
        <p:nvSpPr>
          <p:cNvPr id="560" name="Freeform 462">
            <a:extLst>
              <a:ext uri="{FF2B5EF4-FFF2-40B4-BE49-F238E27FC236}">
                <a16:creationId xmlns:a16="http://schemas.microsoft.com/office/drawing/2014/main" id="{F246C77D-C32C-27F6-C9F5-6079A4424CFD}"/>
              </a:ext>
            </a:extLst>
          </p:cNvPr>
          <p:cNvSpPr>
            <a:spLocks noChangeArrowheads="1"/>
          </p:cNvSpPr>
          <p:nvPr/>
        </p:nvSpPr>
        <p:spPr bwMode="auto">
          <a:xfrm>
            <a:off x="7310561" y="4668466"/>
            <a:ext cx="244475" cy="244475"/>
          </a:xfrm>
          <a:custGeom>
            <a:avLst/>
            <a:gdLst>
              <a:gd name="T0" fmla="*/ 649 w 679"/>
              <a:gd name="T1" fmla="*/ 29 h 679"/>
              <a:gd name="T2" fmla="*/ 649 w 679"/>
              <a:gd name="T3" fmla="*/ 29 h 679"/>
              <a:gd name="T4" fmla="*/ 581 w 679"/>
              <a:gd name="T5" fmla="*/ 0 h 679"/>
              <a:gd name="T6" fmla="*/ 511 w 679"/>
              <a:gd name="T7" fmla="*/ 29 h 679"/>
              <a:gd name="T8" fmla="*/ 380 w 679"/>
              <a:gd name="T9" fmla="*/ 159 h 679"/>
              <a:gd name="T10" fmla="*/ 351 w 679"/>
              <a:gd name="T11" fmla="*/ 228 h 679"/>
              <a:gd name="T12" fmla="*/ 371 w 679"/>
              <a:gd name="T13" fmla="*/ 285 h 679"/>
              <a:gd name="T14" fmla="*/ 287 w 679"/>
              <a:gd name="T15" fmla="*/ 371 h 679"/>
              <a:gd name="T16" fmla="*/ 229 w 679"/>
              <a:gd name="T17" fmla="*/ 351 h 679"/>
              <a:gd name="T18" fmla="*/ 159 w 679"/>
              <a:gd name="T19" fmla="*/ 380 h 679"/>
              <a:gd name="T20" fmla="*/ 29 w 679"/>
              <a:gd name="T21" fmla="*/ 511 h 679"/>
              <a:gd name="T22" fmla="*/ 0 w 679"/>
              <a:gd name="T23" fmla="*/ 579 h 679"/>
              <a:gd name="T24" fmla="*/ 29 w 679"/>
              <a:gd name="T25" fmla="*/ 649 h 679"/>
              <a:gd name="T26" fmla="*/ 29 w 679"/>
              <a:gd name="T27" fmla="*/ 649 h 679"/>
              <a:gd name="T28" fmla="*/ 29 w 679"/>
              <a:gd name="T29" fmla="*/ 649 h 679"/>
              <a:gd name="T30" fmla="*/ 98 w 679"/>
              <a:gd name="T31" fmla="*/ 678 h 679"/>
              <a:gd name="T32" fmla="*/ 168 w 679"/>
              <a:gd name="T33" fmla="*/ 649 h 679"/>
              <a:gd name="T34" fmla="*/ 298 w 679"/>
              <a:gd name="T35" fmla="*/ 517 h 679"/>
              <a:gd name="T36" fmla="*/ 327 w 679"/>
              <a:gd name="T37" fmla="*/ 449 h 679"/>
              <a:gd name="T38" fmla="*/ 308 w 679"/>
              <a:gd name="T39" fmla="*/ 391 h 679"/>
              <a:gd name="T40" fmla="*/ 391 w 679"/>
              <a:gd name="T41" fmla="*/ 306 h 679"/>
              <a:gd name="T42" fmla="*/ 449 w 679"/>
              <a:gd name="T43" fmla="*/ 327 h 679"/>
              <a:gd name="T44" fmla="*/ 519 w 679"/>
              <a:gd name="T45" fmla="*/ 298 h 679"/>
              <a:gd name="T46" fmla="*/ 649 w 679"/>
              <a:gd name="T47" fmla="*/ 166 h 679"/>
              <a:gd name="T48" fmla="*/ 678 w 679"/>
              <a:gd name="T49" fmla="*/ 97 h 679"/>
              <a:gd name="T50" fmla="*/ 649 w 679"/>
              <a:gd name="T51" fmla="*/ 29 h 679"/>
              <a:gd name="T52" fmla="*/ 298 w 679"/>
              <a:gd name="T53" fmla="*/ 449 h 679"/>
              <a:gd name="T54" fmla="*/ 298 w 679"/>
              <a:gd name="T55" fmla="*/ 449 h 679"/>
              <a:gd name="T56" fmla="*/ 277 w 679"/>
              <a:gd name="T57" fmla="*/ 497 h 679"/>
              <a:gd name="T58" fmla="*/ 147 w 679"/>
              <a:gd name="T59" fmla="*/ 629 h 679"/>
              <a:gd name="T60" fmla="*/ 98 w 679"/>
              <a:gd name="T61" fmla="*/ 648 h 679"/>
              <a:gd name="T62" fmla="*/ 49 w 679"/>
              <a:gd name="T63" fmla="*/ 629 h 679"/>
              <a:gd name="T64" fmla="*/ 39 w 679"/>
              <a:gd name="T65" fmla="*/ 638 h 679"/>
              <a:gd name="T66" fmla="*/ 49 w 679"/>
              <a:gd name="T67" fmla="*/ 629 h 679"/>
              <a:gd name="T68" fmla="*/ 49 w 679"/>
              <a:gd name="T69" fmla="*/ 629 h 679"/>
              <a:gd name="T70" fmla="*/ 29 w 679"/>
              <a:gd name="T71" fmla="*/ 579 h 679"/>
              <a:gd name="T72" fmla="*/ 49 w 679"/>
              <a:gd name="T73" fmla="*/ 531 h 679"/>
              <a:gd name="T74" fmla="*/ 180 w 679"/>
              <a:gd name="T75" fmla="*/ 401 h 679"/>
              <a:gd name="T76" fmla="*/ 229 w 679"/>
              <a:gd name="T77" fmla="*/ 380 h 679"/>
              <a:gd name="T78" fmla="*/ 265 w 679"/>
              <a:gd name="T79" fmla="*/ 391 h 679"/>
              <a:gd name="T80" fmla="*/ 233 w 679"/>
              <a:gd name="T81" fmla="*/ 423 h 679"/>
              <a:gd name="T82" fmla="*/ 233 w 679"/>
              <a:gd name="T83" fmla="*/ 443 h 679"/>
              <a:gd name="T84" fmla="*/ 254 w 679"/>
              <a:gd name="T85" fmla="*/ 443 h 679"/>
              <a:gd name="T86" fmla="*/ 286 w 679"/>
              <a:gd name="T87" fmla="*/ 412 h 679"/>
              <a:gd name="T88" fmla="*/ 298 w 679"/>
              <a:gd name="T89" fmla="*/ 449 h 679"/>
              <a:gd name="T90" fmla="*/ 629 w 679"/>
              <a:gd name="T91" fmla="*/ 146 h 679"/>
              <a:gd name="T92" fmla="*/ 629 w 679"/>
              <a:gd name="T93" fmla="*/ 146 h 679"/>
              <a:gd name="T94" fmla="*/ 498 w 679"/>
              <a:gd name="T95" fmla="*/ 277 h 679"/>
              <a:gd name="T96" fmla="*/ 449 w 679"/>
              <a:gd name="T97" fmla="*/ 296 h 679"/>
              <a:gd name="T98" fmla="*/ 412 w 679"/>
              <a:gd name="T99" fmla="*/ 285 h 679"/>
              <a:gd name="T100" fmla="*/ 459 w 679"/>
              <a:gd name="T101" fmla="*/ 239 h 679"/>
              <a:gd name="T102" fmla="*/ 459 w 679"/>
              <a:gd name="T103" fmla="*/ 218 h 679"/>
              <a:gd name="T104" fmla="*/ 438 w 679"/>
              <a:gd name="T105" fmla="*/ 218 h 679"/>
              <a:gd name="T106" fmla="*/ 391 w 679"/>
              <a:gd name="T107" fmla="*/ 265 h 679"/>
              <a:gd name="T108" fmla="*/ 380 w 679"/>
              <a:gd name="T109" fmla="*/ 228 h 679"/>
              <a:gd name="T110" fmla="*/ 401 w 679"/>
              <a:gd name="T111" fmla="*/ 180 h 679"/>
              <a:gd name="T112" fmla="*/ 531 w 679"/>
              <a:gd name="T113" fmla="*/ 49 h 679"/>
              <a:gd name="T114" fmla="*/ 581 w 679"/>
              <a:gd name="T115" fmla="*/ 29 h 679"/>
              <a:gd name="T116" fmla="*/ 629 w 679"/>
              <a:gd name="T117" fmla="*/ 49 h 679"/>
              <a:gd name="T118" fmla="*/ 629 w 679"/>
              <a:gd name="T119" fmla="*/ 49 h 679"/>
              <a:gd name="T120" fmla="*/ 649 w 679"/>
              <a:gd name="T121" fmla="*/ 97 h 679"/>
              <a:gd name="T122" fmla="*/ 629 w 679"/>
              <a:gd name="T123" fmla="*/ 146 h 6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79" h="679">
                <a:moveTo>
                  <a:pt x="649" y="29"/>
                </a:moveTo>
                <a:lnTo>
                  <a:pt x="649" y="29"/>
                </a:lnTo>
                <a:cubicBezTo>
                  <a:pt x="630" y="10"/>
                  <a:pt x="605" y="0"/>
                  <a:pt x="581" y="0"/>
                </a:cubicBezTo>
                <a:cubicBezTo>
                  <a:pt x="555" y="0"/>
                  <a:pt x="530" y="10"/>
                  <a:pt x="511" y="29"/>
                </a:cubicBezTo>
                <a:cubicBezTo>
                  <a:pt x="380" y="159"/>
                  <a:pt x="380" y="159"/>
                  <a:pt x="380" y="159"/>
                </a:cubicBezTo>
                <a:cubicBezTo>
                  <a:pt x="361" y="178"/>
                  <a:pt x="351" y="203"/>
                  <a:pt x="351" y="228"/>
                </a:cubicBezTo>
                <a:cubicBezTo>
                  <a:pt x="351" y="248"/>
                  <a:pt x="358" y="269"/>
                  <a:pt x="371" y="285"/>
                </a:cubicBezTo>
                <a:cubicBezTo>
                  <a:pt x="287" y="371"/>
                  <a:pt x="287" y="371"/>
                  <a:pt x="287" y="371"/>
                </a:cubicBezTo>
                <a:cubicBezTo>
                  <a:pt x="269" y="357"/>
                  <a:pt x="249" y="351"/>
                  <a:pt x="229" y="351"/>
                </a:cubicBezTo>
                <a:cubicBezTo>
                  <a:pt x="203" y="351"/>
                  <a:pt x="179" y="361"/>
                  <a:pt x="159" y="380"/>
                </a:cubicBezTo>
                <a:cubicBezTo>
                  <a:pt x="29" y="511"/>
                  <a:pt x="29" y="511"/>
                  <a:pt x="29" y="511"/>
                </a:cubicBezTo>
                <a:cubicBezTo>
                  <a:pt x="10" y="530"/>
                  <a:pt x="0" y="555"/>
                  <a:pt x="0" y="579"/>
                </a:cubicBezTo>
                <a:cubicBezTo>
                  <a:pt x="0" y="605"/>
                  <a:pt x="10" y="630"/>
                  <a:pt x="29" y="649"/>
                </a:cubicBezTo>
                <a:lnTo>
                  <a:pt x="29" y="649"/>
                </a:lnTo>
                <a:lnTo>
                  <a:pt x="29" y="649"/>
                </a:lnTo>
                <a:cubicBezTo>
                  <a:pt x="48" y="668"/>
                  <a:pt x="73" y="678"/>
                  <a:pt x="98" y="678"/>
                </a:cubicBezTo>
                <a:cubicBezTo>
                  <a:pt x="122" y="678"/>
                  <a:pt x="148" y="668"/>
                  <a:pt x="168" y="649"/>
                </a:cubicBezTo>
                <a:cubicBezTo>
                  <a:pt x="298" y="517"/>
                  <a:pt x="298" y="517"/>
                  <a:pt x="298" y="517"/>
                </a:cubicBezTo>
                <a:cubicBezTo>
                  <a:pt x="317" y="500"/>
                  <a:pt x="327" y="474"/>
                  <a:pt x="327" y="449"/>
                </a:cubicBezTo>
                <a:cubicBezTo>
                  <a:pt x="327" y="428"/>
                  <a:pt x="320" y="408"/>
                  <a:pt x="308" y="391"/>
                </a:cubicBezTo>
                <a:cubicBezTo>
                  <a:pt x="391" y="306"/>
                  <a:pt x="391" y="306"/>
                  <a:pt x="391" y="306"/>
                </a:cubicBezTo>
                <a:cubicBezTo>
                  <a:pt x="408" y="320"/>
                  <a:pt x="428" y="327"/>
                  <a:pt x="449" y="327"/>
                </a:cubicBezTo>
                <a:cubicBezTo>
                  <a:pt x="474" y="327"/>
                  <a:pt x="500" y="317"/>
                  <a:pt x="519" y="298"/>
                </a:cubicBezTo>
                <a:cubicBezTo>
                  <a:pt x="649" y="166"/>
                  <a:pt x="649" y="166"/>
                  <a:pt x="649" y="166"/>
                </a:cubicBezTo>
                <a:cubicBezTo>
                  <a:pt x="669" y="148"/>
                  <a:pt x="678" y="122"/>
                  <a:pt x="678" y="97"/>
                </a:cubicBezTo>
                <a:cubicBezTo>
                  <a:pt x="678" y="73"/>
                  <a:pt x="669" y="48"/>
                  <a:pt x="649" y="29"/>
                </a:cubicBezTo>
                <a:close/>
                <a:moveTo>
                  <a:pt x="298" y="449"/>
                </a:moveTo>
                <a:lnTo>
                  <a:pt x="298" y="449"/>
                </a:lnTo>
                <a:cubicBezTo>
                  <a:pt x="298" y="467"/>
                  <a:pt x="291" y="485"/>
                  <a:pt x="277" y="497"/>
                </a:cubicBezTo>
                <a:cubicBezTo>
                  <a:pt x="147" y="629"/>
                  <a:pt x="147" y="629"/>
                  <a:pt x="147" y="629"/>
                </a:cubicBezTo>
                <a:cubicBezTo>
                  <a:pt x="133" y="641"/>
                  <a:pt x="115" y="648"/>
                  <a:pt x="98" y="648"/>
                </a:cubicBezTo>
                <a:cubicBezTo>
                  <a:pt x="80" y="648"/>
                  <a:pt x="63" y="641"/>
                  <a:pt x="49" y="629"/>
                </a:cubicBezTo>
                <a:cubicBezTo>
                  <a:pt x="39" y="638"/>
                  <a:pt x="39" y="638"/>
                  <a:pt x="39" y="638"/>
                </a:cubicBezTo>
                <a:cubicBezTo>
                  <a:pt x="49" y="629"/>
                  <a:pt x="49" y="629"/>
                  <a:pt x="49" y="629"/>
                </a:cubicBezTo>
                <a:lnTo>
                  <a:pt x="49" y="629"/>
                </a:lnTo>
                <a:cubicBezTo>
                  <a:pt x="36" y="615"/>
                  <a:pt x="29" y="597"/>
                  <a:pt x="29" y="579"/>
                </a:cubicBezTo>
                <a:cubicBezTo>
                  <a:pt x="29" y="563"/>
                  <a:pt x="36" y="545"/>
                  <a:pt x="49" y="531"/>
                </a:cubicBezTo>
                <a:cubicBezTo>
                  <a:pt x="180" y="401"/>
                  <a:pt x="180" y="401"/>
                  <a:pt x="180" y="401"/>
                </a:cubicBezTo>
                <a:cubicBezTo>
                  <a:pt x="194" y="387"/>
                  <a:pt x="211" y="380"/>
                  <a:pt x="229" y="380"/>
                </a:cubicBezTo>
                <a:cubicBezTo>
                  <a:pt x="242" y="380"/>
                  <a:pt x="254" y="384"/>
                  <a:pt x="265" y="391"/>
                </a:cubicBezTo>
                <a:cubicBezTo>
                  <a:pt x="233" y="423"/>
                  <a:pt x="233" y="423"/>
                  <a:pt x="233" y="423"/>
                </a:cubicBezTo>
                <a:cubicBezTo>
                  <a:pt x="228" y="428"/>
                  <a:pt x="228" y="438"/>
                  <a:pt x="233" y="443"/>
                </a:cubicBezTo>
                <a:cubicBezTo>
                  <a:pt x="239" y="450"/>
                  <a:pt x="249" y="450"/>
                  <a:pt x="254" y="443"/>
                </a:cubicBezTo>
                <a:cubicBezTo>
                  <a:pt x="286" y="412"/>
                  <a:pt x="286" y="412"/>
                  <a:pt x="286" y="412"/>
                </a:cubicBezTo>
                <a:cubicBezTo>
                  <a:pt x="294" y="423"/>
                  <a:pt x="298" y="437"/>
                  <a:pt x="298" y="449"/>
                </a:cubicBezTo>
                <a:close/>
                <a:moveTo>
                  <a:pt x="629" y="146"/>
                </a:moveTo>
                <a:lnTo>
                  <a:pt x="629" y="146"/>
                </a:lnTo>
                <a:cubicBezTo>
                  <a:pt x="498" y="277"/>
                  <a:pt x="498" y="277"/>
                  <a:pt x="498" y="277"/>
                </a:cubicBezTo>
                <a:cubicBezTo>
                  <a:pt x="485" y="290"/>
                  <a:pt x="467" y="296"/>
                  <a:pt x="449" y="296"/>
                </a:cubicBezTo>
                <a:cubicBezTo>
                  <a:pt x="437" y="296"/>
                  <a:pt x="423" y="294"/>
                  <a:pt x="412" y="285"/>
                </a:cubicBezTo>
                <a:cubicBezTo>
                  <a:pt x="459" y="239"/>
                  <a:pt x="459" y="239"/>
                  <a:pt x="459" y="239"/>
                </a:cubicBezTo>
                <a:cubicBezTo>
                  <a:pt x="464" y="233"/>
                  <a:pt x="464" y="224"/>
                  <a:pt x="459" y="218"/>
                </a:cubicBezTo>
                <a:cubicBezTo>
                  <a:pt x="453" y="213"/>
                  <a:pt x="443" y="213"/>
                  <a:pt x="438" y="218"/>
                </a:cubicBezTo>
                <a:cubicBezTo>
                  <a:pt x="391" y="265"/>
                  <a:pt x="391" y="265"/>
                  <a:pt x="391" y="265"/>
                </a:cubicBezTo>
                <a:cubicBezTo>
                  <a:pt x="384" y="254"/>
                  <a:pt x="380" y="242"/>
                  <a:pt x="380" y="228"/>
                </a:cubicBezTo>
                <a:cubicBezTo>
                  <a:pt x="380" y="211"/>
                  <a:pt x="387" y="194"/>
                  <a:pt x="401" y="180"/>
                </a:cubicBezTo>
                <a:cubicBezTo>
                  <a:pt x="531" y="49"/>
                  <a:pt x="531" y="49"/>
                  <a:pt x="531" y="49"/>
                </a:cubicBezTo>
                <a:cubicBezTo>
                  <a:pt x="545" y="36"/>
                  <a:pt x="563" y="29"/>
                  <a:pt x="581" y="29"/>
                </a:cubicBezTo>
                <a:cubicBezTo>
                  <a:pt x="597" y="29"/>
                  <a:pt x="615" y="36"/>
                  <a:pt x="629" y="49"/>
                </a:cubicBezTo>
                <a:lnTo>
                  <a:pt x="629" y="49"/>
                </a:lnTo>
                <a:cubicBezTo>
                  <a:pt x="642" y="62"/>
                  <a:pt x="649" y="80"/>
                  <a:pt x="649" y="97"/>
                </a:cubicBezTo>
                <a:cubicBezTo>
                  <a:pt x="649" y="115"/>
                  <a:pt x="642" y="133"/>
                  <a:pt x="629" y="146"/>
                </a:cubicBezTo>
                <a:close/>
              </a:path>
            </a:pathLst>
          </a:custGeom>
          <a:solidFill>
            <a:schemeClr val="accent4"/>
          </a:solidFill>
          <a:ln>
            <a:noFill/>
          </a:ln>
          <a:effectLst/>
        </p:spPr>
        <p:txBody>
          <a:bodyPr wrap="none" anchor="ctr"/>
          <a:lstStyle/>
          <a:p>
            <a:endParaRPr lang="da-DK"/>
          </a:p>
        </p:txBody>
      </p:sp>
      <p:grpSp>
        <p:nvGrpSpPr>
          <p:cNvPr id="561" name="Group 564">
            <a:extLst>
              <a:ext uri="{FF2B5EF4-FFF2-40B4-BE49-F238E27FC236}">
                <a16:creationId xmlns:a16="http://schemas.microsoft.com/office/drawing/2014/main" id="{24C15C0C-FD19-53F3-9916-957B00844BF6}"/>
              </a:ext>
            </a:extLst>
          </p:cNvPr>
          <p:cNvGrpSpPr/>
          <p:nvPr/>
        </p:nvGrpSpPr>
        <p:grpSpPr>
          <a:xfrm>
            <a:off x="7310561" y="5162179"/>
            <a:ext cx="244475" cy="244475"/>
            <a:chOff x="6169025" y="5526088"/>
            <a:chExt cx="244475" cy="244475"/>
          </a:xfrm>
          <a:solidFill>
            <a:schemeClr val="accent4"/>
          </a:solidFill>
        </p:grpSpPr>
        <p:sp>
          <p:nvSpPr>
            <p:cNvPr id="562" name="Freeform 463">
              <a:extLst>
                <a:ext uri="{FF2B5EF4-FFF2-40B4-BE49-F238E27FC236}">
                  <a16:creationId xmlns:a16="http://schemas.microsoft.com/office/drawing/2014/main" id="{976E62A7-5131-A498-6910-EA74480CF290}"/>
                </a:ext>
              </a:extLst>
            </p:cNvPr>
            <p:cNvSpPr>
              <a:spLocks noChangeArrowheads="1"/>
            </p:cNvSpPr>
            <p:nvPr/>
          </p:nvSpPr>
          <p:spPr bwMode="auto">
            <a:xfrm>
              <a:off x="6296025" y="5526088"/>
              <a:ext cx="117475" cy="117475"/>
            </a:xfrm>
            <a:custGeom>
              <a:avLst/>
              <a:gdLst>
                <a:gd name="T0" fmla="*/ 298 w 328"/>
                <a:gd name="T1" fmla="*/ 28 h 327"/>
                <a:gd name="T2" fmla="*/ 298 w 328"/>
                <a:gd name="T3" fmla="*/ 28 h 327"/>
                <a:gd name="T4" fmla="*/ 230 w 328"/>
                <a:gd name="T5" fmla="*/ 0 h 327"/>
                <a:gd name="T6" fmla="*/ 160 w 328"/>
                <a:gd name="T7" fmla="*/ 28 h 327"/>
                <a:gd name="T8" fmla="*/ 29 w 328"/>
                <a:gd name="T9" fmla="*/ 159 h 327"/>
                <a:gd name="T10" fmla="*/ 0 w 328"/>
                <a:gd name="T11" fmla="*/ 227 h 327"/>
                <a:gd name="T12" fmla="*/ 29 w 328"/>
                <a:gd name="T13" fmla="*/ 297 h 327"/>
                <a:gd name="T14" fmla="*/ 29 w 328"/>
                <a:gd name="T15" fmla="*/ 297 h 327"/>
                <a:gd name="T16" fmla="*/ 29 w 328"/>
                <a:gd name="T17" fmla="*/ 297 h 327"/>
                <a:gd name="T18" fmla="*/ 98 w 328"/>
                <a:gd name="T19" fmla="*/ 326 h 327"/>
                <a:gd name="T20" fmla="*/ 168 w 328"/>
                <a:gd name="T21" fmla="*/ 297 h 327"/>
                <a:gd name="T22" fmla="*/ 298 w 328"/>
                <a:gd name="T23" fmla="*/ 166 h 327"/>
                <a:gd name="T24" fmla="*/ 327 w 328"/>
                <a:gd name="T25" fmla="*/ 97 h 327"/>
                <a:gd name="T26" fmla="*/ 298 w 328"/>
                <a:gd name="T27" fmla="*/ 28 h 327"/>
                <a:gd name="T28" fmla="*/ 278 w 328"/>
                <a:gd name="T29" fmla="*/ 145 h 327"/>
                <a:gd name="T30" fmla="*/ 278 w 328"/>
                <a:gd name="T31" fmla="*/ 145 h 327"/>
                <a:gd name="T32" fmla="*/ 147 w 328"/>
                <a:gd name="T33" fmla="*/ 277 h 327"/>
                <a:gd name="T34" fmla="*/ 98 w 328"/>
                <a:gd name="T35" fmla="*/ 296 h 327"/>
                <a:gd name="T36" fmla="*/ 50 w 328"/>
                <a:gd name="T37" fmla="*/ 277 h 327"/>
                <a:gd name="T38" fmla="*/ 39 w 328"/>
                <a:gd name="T39" fmla="*/ 286 h 327"/>
                <a:gd name="T40" fmla="*/ 50 w 328"/>
                <a:gd name="T41" fmla="*/ 277 h 327"/>
                <a:gd name="T42" fmla="*/ 50 w 328"/>
                <a:gd name="T43" fmla="*/ 277 h 327"/>
                <a:gd name="T44" fmla="*/ 29 w 328"/>
                <a:gd name="T45" fmla="*/ 227 h 327"/>
                <a:gd name="T46" fmla="*/ 50 w 328"/>
                <a:gd name="T47" fmla="*/ 179 h 327"/>
                <a:gd name="T48" fmla="*/ 180 w 328"/>
                <a:gd name="T49" fmla="*/ 49 h 327"/>
                <a:gd name="T50" fmla="*/ 230 w 328"/>
                <a:gd name="T51" fmla="*/ 28 h 327"/>
                <a:gd name="T52" fmla="*/ 278 w 328"/>
                <a:gd name="T53" fmla="*/ 49 h 327"/>
                <a:gd name="T54" fmla="*/ 278 w 328"/>
                <a:gd name="T55" fmla="*/ 49 h 327"/>
                <a:gd name="T56" fmla="*/ 298 w 328"/>
                <a:gd name="T57" fmla="*/ 97 h 327"/>
                <a:gd name="T58" fmla="*/ 278 w 328"/>
                <a:gd name="T59" fmla="*/ 145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28" h="327">
                  <a:moveTo>
                    <a:pt x="298" y="28"/>
                  </a:moveTo>
                  <a:lnTo>
                    <a:pt x="298" y="28"/>
                  </a:lnTo>
                  <a:cubicBezTo>
                    <a:pt x="279" y="9"/>
                    <a:pt x="254" y="0"/>
                    <a:pt x="230" y="0"/>
                  </a:cubicBezTo>
                  <a:cubicBezTo>
                    <a:pt x="204" y="0"/>
                    <a:pt x="179" y="9"/>
                    <a:pt x="160" y="28"/>
                  </a:cubicBezTo>
                  <a:cubicBezTo>
                    <a:pt x="29" y="159"/>
                    <a:pt x="29" y="159"/>
                    <a:pt x="29" y="159"/>
                  </a:cubicBezTo>
                  <a:cubicBezTo>
                    <a:pt x="10" y="178"/>
                    <a:pt x="0" y="203"/>
                    <a:pt x="0" y="227"/>
                  </a:cubicBezTo>
                  <a:cubicBezTo>
                    <a:pt x="0" y="254"/>
                    <a:pt x="10" y="278"/>
                    <a:pt x="29" y="297"/>
                  </a:cubicBezTo>
                  <a:lnTo>
                    <a:pt x="29" y="297"/>
                  </a:lnTo>
                  <a:lnTo>
                    <a:pt x="29" y="297"/>
                  </a:lnTo>
                  <a:cubicBezTo>
                    <a:pt x="49" y="317"/>
                    <a:pt x="73" y="326"/>
                    <a:pt x="98" y="326"/>
                  </a:cubicBezTo>
                  <a:cubicBezTo>
                    <a:pt x="123" y="326"/>
                    <a:pt x="149" y="317"/>
                    <a:pt x="168" y="297"/>
                  </a:cubicBezTo>
                  <a:cubicBezTo>
                    <a:pt x="298" y="166"/>
                    <a:pt x="298" y="166"/>
                    <a:pt x="298" y="166"/>
                  </a:cubicBezTo>
                  <a:cubicBezTo>
                    <a:pt x="318" y="148"/>
                    <a:pt x="327" y="122"/>
                    <a:pt x="327" y="97"/>
                  </a:cubicBezTo>
                  <a:cubicBezTo>
                    <a:pt x="327" y="72"/>
                    <a:pt x="318" y="48"/>
                    <a:pt x="298" y="28"/>
                  </a:cubicBezTo>
                  <a:close/>
                  <a:moveTo>
                    <a:pt x="278" y="145"/>
                  </a:moveTo>
                  <a:lnTo>
                    <a:pt x="278" y="145"/>
                  </a:lnTo>
                  <a:cubicBezTo>
                    <a:pt x="147" y="277"/>
                    <a:pt x="147" y="277"/>
                    <a:pt x="147" y="277"/>
                  </a:cubicBezTo>
                  <a:cubicBezTo>
                    <a:pt x="134" y="289"/>
                    <a:pt x="116" y="296"/>
                    <a:pt x="98" y="296"/>
                  </a:cubicBezTo>
                  <a:cubicBezTo>
                    <a:pt x="80" y="296"/>
                    <a:pt x="64" y="289"/>
                    <a:pt x="50" y="277"/>
                  </a:cubicBezTo>
                  <a:cubicBezTo>
                    <a:pt x="39" y="286"/>
                    <a:pt x="39" y="286"/>
                    <a:pt x="39" y="286"/>
                  </a:cubicBezTo>
                  <a:cubicBezTo>
                    <a:pt x="50" y="277"/>
                    <a:pt x="50" y="277"/>
                    <a:pt x="50" y="277"/>
                  </a:cubicBezTo>
                  <a:lnTo>
                    <a:pt x="50" y="277"/>
                  </a:lnTo>
                  <a:cubicBezTo>
                    <a:pt x="36" y="263"/>
                    <a:pt x="29" y="245"/>
                    <a:pt x="29" y="227"/>
                  </a:cubicBezTo>
                  <a:cubicBezTo>
                    <a:pt x="29" y="211"/>
                    <a:pt x="36" y="193"/>
                    <a:pt x="50" y="179"/>
                  </a:cubicBezTo>
                  <a:cubicBezTo>
                    <a:pt x="180" y="49"/>
                    <a:pt x="180" y="49"/>
                    <a:pt x="180" y="49"/>
                  </a:cubicBezTo>
                  <a:cubicBezTo>
                    <a:pt x="194" y="35"/>
                    <a:pt x="212" y="28"/>
                    <a:pt x="230" y="28"/>
                  </a:cubicBezTo>
                  <a:cubicBezTo>
                    <a:pt x="246" y="28"/>
                    <a:pt x="264" y="35"/>
                    <a:pt x="278" y="49"/>
                  </a:cubicBezTo>
                  <a:lnTo>
                    <a:pt x="278" y="49"/>
                  </a:lnTo>
                  <a:cubicBezTo>
                    <a:pt x="291" y="61"/>
                    <a:pt x="298" y="79"/>
                    <a:pt x="298" y="97"/>
                  </a:cubicBezTo>
                  <a:cubicBezTo>
                    <a:pt x="298" y="115"/>
                    <a:pt x="291" y="133"/>
                    <a:pt x="278"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3" name="Freeform 464">
              <a:extLst>
                <a:ext uri="{FF2B5EF4-FFF2-40B4-BE49-F238E27FC236}">
                  <a16:creationId xmlns:a16="http://schemas.microsoft.com/office/drawing/2014/main" id="{53D10329-FAC8-92EB-9E70-660500362644}"/>
                </a:ext>
              </a:extLst>
            </p:cNvPr>
            <p:cNvSpPr>
              <a:spLocks noChangeArrowheads="1"/>
            </p:cNvSpPr>
            <p:nvPr/>
          </p:nvSpPr>
          <p:spPr bwMode="auto">
            <a:xfrm>
              <a:off x="6169025" y="5653088"/>
              <a:ext cx="117475" cy="117475"/>
            </a:xfrm>
            <a:custGeom>
              <a:avLst/>
              <a:gdLst>
                <a:gd name="T0" fmla="*/ 327 w 328"/>
                <a:gd name="T1" fmla="*/ 97 h 328"/>
                <a:gd name="T2" fmla="*/ 327 w 328"/>
                <a:gd name="T3" fmla="*/ 97 h 328"/>
                <a:gd name="T4" fmla="*/ 298 w 328"/>
                <a:gd name="T5" fmla="*/ 29 h 328"/>
                <a:gd name="T6" fmla="*/ 298 w 328"/>
                <a:gd name="T7" fmla="*/ 29 h 328"/>
                <a:gd name="T8" fmla="*/ 229 w 328"/>
                <a:gd name="T9" fmla="*/ 0 h 328"/>
                <a:gd name="T10" fmla="*/ 159 w 328"/>
                <a:gd name="T11" fmla="*/ 29 h 328"/>
                <a:gd name="T12" fmla="*/ 29 w 328"/>
                <a:gd name="T13" fmla="*/ 159 h 328"/>
                <a:gd name="T14" fmla="*/ 0 w 328"/>
                <a:gd name="T15" fmla="*/ 228 h 328"/>
                <a:gd name="T16" fmla="*/ 29 w 328"/>
                <a:gd name="T17" fmla="*/ 298 h 328"/>
                <a:gd name="T18" fmla="*/ 29 w 328"/>
                <a:gd name="T19" fmla="*/ 298 h 328"/>
                <a:gd name="T20" fmla="*/ 29 w 328"/>
                <a:gd name="T21" fmla="*/ 298 h 328"/>
                <a:gd name="T22" fmla="*/ 98 w 328"/>
                <a:gd name="T23" fmla="*/ 327 h 328"/>
                <a:gd name="T24" fmla="*/ 168 w 328"/>
                <a:gd name="T25" fmla="*/ 298 h 328"/>
                <a:gd name="T26" fmla="*/ 298 w 328"/>
                <a:gd name="T27" fmla="*/ 166 h 328"/>
                <a:gd name="T28" fmla="*/ 327 w 328"/>
                <a:gd name="T29" fmla="*/ 97 h 328"/>
                <a:gd name="T30" fmla="*/ 277 w 328"/>
                <a:gd name="T31" fmla="*/ 145 h 328"/>
                <a:gd name="T32" fmla="*/ 277 w 328"/>
                <a:gd name="T33" fmla="*/ 145 h 328"/>
                <a:gd name="T34" fmla="*/ 147 w 328"/>
                <a:gd name="T35" fmla="*/ 277 h 328"/>
                <a:gd name="T36" fmla="*/ 98 w 328"/>
                <a:gd name="T37" fmla="*/ 296 h 328"/>
                <a:gd name="T38" fmla="*/ 49 w 328"/>
                <a:gd name="T39" fmla="*/ 277 h 328"/>
                <a:gd name="T40" fmla="*/ 39 w 328"/>
                <a:gd name="T41" fmla="*/ 287 h 328"/>
                <a:gd name="T42" fmla="*/ 49 w 328"/>
                <a:gd name="T43" fmla="*/ 277 h 328"/>
                <a:gd name="T44" fmla="*/ 49 w 328"/>
                <a:gd name="T45" fmla="*/ 277 h 328"/>
                <a:gd name="T46" fmla="*/ 29 w 328"/>
                <a:gd name="T47" fmla="*/ 228 h 328"/>
                <a:gd name="T48" fmla="*/ 49 w 328"/>
                <a:gd name="T49" fmla="*/ 180 h 328"/>
                <a:gd name="T50" fmla="*/ 180 w 328"/>
                <a:gd name="T51" fmla="*/ 49 h 328"/>
                <a:gd name="T52" fmla="*/ 229 w 328"/>
                <a:gd name="T53" fmla="*/ 29 h 328"/>
                <a:gd name="T54" fmla="*/ 277 w 328"/>
                <a:gd name="T55" fmla="*/ 49 h 328"/>
                <a:gd name="T56" fmla="*/ 277 w 328"/>
                <a:gd name="T57" fmla="*/ 49 h 328"/>
                <a:gd name="T58" fmla="*/ 298 w 328"/>
                <a:gd name="T59" fmla="*/ 97 h 328"/>
                <a:gd name="T60" fmla="*/ 277 w 328"/>
                <a:gd name="T61" fmla="*/ 145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28" h="328">
                  <a:moveTo>
                    <a:pt x="327" y="97"/>
                  </a:moveTo>
                  <a:lnTo>
                    <a:pt x="327" y="97"/>
                  </a:lnTo>
                  <a:cubicBezTo>
                    <a:pt x="327" y="73"/>
                    <a:pt x="317" y="48"/>
                    <a:pt x="298" y="29"/>
                  </a:cubicBezTo>
                  <a:lnTo>
                    <a:pt x="298" y="29"/>
                  </a:lnTo>
                  <a:cubicBezTo>
                    <a:pt x="279" y="10"/>
                    <a:pt x="254" y="0"/>
                    <a:pt x="229" y="0"/>
                  </a:cubicBezTo>
                  <a:cubicBezTo>
                    <a:pt x="203" y="0"/>
                    <a:pt x="179" y="10"/>
                    <a:pt x="159" y="29"/>
                  </a:cubicBezTo>
                  <a:cubicBezTo>
                    <a:pt x="29" y="159"/>
                    <a:pt x="29" y="159"/>
                    <a:pt x="29" y="159"/>
                  </a:cubicBezTo>
                  <a:cubicBezTo>
                    <a:pt x="10" y="178"/>
                    <a:pt x="0" y="203"/>
                    <a:pt x="0" y="228"/>
                  </a:cubicBezTo>
                  <a:cubicBezTo>
                    <a:pt x="0" y="254"/>
                    <a:pt x="10" y="279"/>
                    <a:pt x="29" y="298"/>
                  </a:cubicBezTo>
                  <a:lnTo>
                    <a:pt x="29" y="298"/>
                  </a:lnTo>
                  <a:lnTo>
                    <a:pt x="29" y="298"/>
                  </a:lnTo>
                  <a:cubicBezTo>
                    <a:pt x="48" y="317"/>
                    <a:pt x="73" y="327"/>
                    <a:pt x="98" y="327"/>
                  </a:cubicBezTo>
                  <a:cubicBezTo>
                    <a:pt x="122" y="327"/>
                    <a:pt x="148" y="317"/>
                    <a:pt x="168" y="298"/>
                  </a:cubicBezTo>
                  <a:cubicBezTo>
                    <a:pt x="298" y="166"/>
                    <a:pt x="298" y="166"/>
                    <a:pt x="298" y="166"/>
                  </a:cubicBezTo>
                  <a:cubicBezTo>
                    <a:pt x="317" y="148"/>
                    <a:pt x="327" y="122"/>
                    <a:pt x="327" y="97"/>
                  </a:cubicBezTo>
                  <a:close/>
                  <a:moveTo>
                    <a:pt x="277" y="145"/>
                  </a:moveTo>
                  <a:lnTo>
                    <a:pt x="277" y="145"/>
                  </a:lnTo>
                  <a:cubicBezTo>
                    <a:pt x="147" y="277"/>
                    <a:pt x="147" y="277"/>
                    <a:pt x="147" y="277"/>
                  </a:cubicBezTo>
                  <a:cubicBezTo>
                    <a:pt x="133" y="290"/>
                    <a:pt x="115" y="296"/>
                    <a:pt x="98" y="296"/>
                  </a:cubicBezTo>
                  <a:cubicBezTo>
                    <a:pt x="80" y="296"/>
                    <a:pt x="63" y="290"/>
                    <a:pt x="49" y="277"/>
                  </a:cubicBezTo>
                  <a:cubicBezTo>
                    <a:pt x="39" y="287"/>
                    <a:pt x="39" y="287"/>
                    <a:pt x="39" y="287"/>
                  </a:cubicBezTo>
                  <a:cubicBezTo>
                    <a:pt x="49" y="277"/>
                    <a:pt x="49" y="277"/>
                    <a:pt x="49" y="277"/>
                  </a:cubicBezTo>
                  <a:lnTo>
                    <a:pt x="49" y="277"/>
                  </a:lnTo>
                  <a:cubicBezTo>
                    <a:pt x="36" y="264"/>
                    <a:pt x="29" y="246"/>
                    <a:pt x="29" y="228"/>
                  </a:cubicBezTo>
                  <a:cubicBezTo>
                    <a:pt x="29" y="211"/>
                    <a:pt x="36" y="194"/>
                    <a:pt x="49" y="180"/>
                  </a:cubicBezTo>
                  <a:cubicBezTo>
                    <a:pt x="180" y="49"/>
                    <a:pt x="180" y="49"/>
                    <a:pt x="180" y="49"/>
                  </a:cubicBezTo>
                  <a:cubicBezTo>
                    <a:pt x="194" y="36"/>
                    <a:pt x="211" y="29"/>
                    <a:pt x="229" y="29"/>
                  </a:cubicBezTo>
                  <a:cubicBezTo>
                    <a:pt x="246" y="29"/>
                    <a:pt x="264" y="36"/>
                    <a:pt x="277" y="49"/>
                  </a:cubicBezTo>
                  <a:lnTo>
                    <a:pt x="277" y="49"/>
                  </a:lnTo>
                  <a:cubicBezTo>
                    <a:pt x="291" y="62"/>
                    <a:pt x="298" y="80"/>
                    <a:pt x="298" y="97"/>
                  </a:cubicBezTo>
                  <a:cubicBezTo>
                    <a:pt x="298" y="115"/>
                    <a:pt x="291" y="133"/>
                    <a:pt x="277" y="1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5">
              <a:extLst>
                <a:ext uri="{FF2B5EF4-FFF2-40B4-BE49-F238E27FC236}">
                  <a16:creationId xmlns:a16="http://schemas.microsoft.com/office/drawing/2014/main" id="{CDD0567C-B02C-F815-30B7-55A3CE90D677}"/>
                </a:ext>
              </a:extLst>
            </p:cNvPr>
            <p:cNvSpPr>
              <a:spLocks noChangeArrowheads="1"/>
            </p:cNvSpPr>
            <p:nvPr/>
          </p:nvSpPr>
          <p:spPr bwMode="auto">
            <a:xfrm>
              <a:off x="6283325" y="5540375"/>
              <a:ext cx="11113" cy="31750"/>
            </a:xfrm>
            <a:custGeom>
              <a:avLst/>
              <a:gdLst>
                <a:gd name="T0" fmla="*/ 14 w 30"/>
                <a:gd name="T1" fmla="*/ 0 h 89"/>
                <a:gd name="T2" fmla="*/ 14 w 30"/>
                <a:gd name="T3" fmla="*/ 0 h 89"/>
                <a:gd name="T4" fmla="*/ 0 w 30"/>
                <a:gd name="T5" fmla="*/ 14 h 89"/>
                <a:gd name="T6" fmla="*/ 0 w 30"/>
                <a:gd name="T7" fmla="*/ 73 h 89"/>
                <a:gd name="T8" fmla="*/ 14 w 30"/>
                <a:gd name="T9" fmla="*/ 88 h 89"/>
                <a:gd name="T10" fmla="*/ 29 w 30"/>
                <a:gd name="T11" fmla="*/ 73 h 89"/>
                <a:gd name="T12" fmla="*/ 29 w 30"/>
                <a:gd name="T13" fmla="*/ 14 h 89"/>
                <a:gd name="T14" fmla="*/ 14 w 30"/>
                <a:gd name="T15" fmla="*/ 0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14" y="0"/>
                  </a:moveTo>
                  <a:lnTo>
                    <a:pt x="14" y="0"/>
                  </a:lnTo>
                  <a:cubicBezTo>
                    <a:pt x="7" y="0"/>
                    <a:pt x="0" y="7"/>
                    <a:pt x="0" y="14"/>
                  </a:cubicBezTo>
                  <a:cubicBezTo>
                    <a:pt x="0" y="73"/>
                    <a:pt x="0" y="73"/>
                    <a:pt x="0" y="73"/>
                  </a:cubicBezTo>
                  <a:cubicBezTo>
                    <a:pt x="0" y="81"/>
                    <a:pt x="7" y="88"/>
                    <a:pt x="14" y="88"/>
                  </a:cubicBezTo>
                  <a:cubicBezTo>
                    <a:pt x="22" y="88"/>
                    <a:pt x="29" y="81"/>
                    <a:pt x="29" y="73"/>
                  </a:cubicBezTo>
                  <a:cubicBezTo>
                    <a:pt x="29" y="14"/>
                    <a:pt x="29" y="14"/>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6">
              <a:extLst>
                <a:ext uri="{FF2B5EF4-FFF2-40B4-BE49-F238E27FC236}">
                  <a16:creationId xmlns:a16="http://schemas.microsoft.com/office/drawing/2014/main" id="{EAA9E65F-057E-27EE-5C85-2FB9EFCF6D47}"/>
                </a:ext>
              </a:extLst>
            </p:cNvPr>
            <p:cNvSpPr>
              <a:spLocks noChangeArrowheads="1"/>
            </p:cNvSpPr>
            <p:nvPr/>
          </p:nvSpPr>
          <p:spPr bwMode="auto">
            <a:xfrm>
              <a:off x="6219825" y="5570538"/>
              <a:ext cx="33338" cy="33337"/>
            </a:xfrm>
            <a:custGeom>
              <a:avLst/>
              <a:gdLst>
                <a:gd name="T0" fmla="*/ 65 w 92"/>
                <a:gd name="T1" fmla="*/ 86 h 92"/>
                <a:gd name="T2" fmla="*/ 65 w 92"/>
                <a:gd name="T3" fmla="*/ 86 h 92"/>
                <a:gd name="T4" fmla="*/ 85 w 92"/>
                <a:gd name="T5" fmla="*/ 86 h 92"/>
                <a:gd name="T6" fmla="*/ 85 w 92"/>
                <a:gd name="T7" fmla="*/ 65 h 92"/>
                <a:gd name="T8" fmla="*/ 26 w 92"/>
                <a:gd name="T9" fmla="*/ 6 h 92"/>
                <a:gd name="T10" fmla="*/ 6 w 92"/>
                <a:gd name="T11" fmla="*/ 6 h 92"/>
                <a:gd name="T12" fmla="*/ 6 w 92"/>
                <a:gd name="T13" fmla="*/ 27 h 92"/>
                <a:gd name="T14" fmla="*/ 65 w 92"/>
                <a:gd name="T15" fmla="*/ 86 h 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2">
                  <a:moveTo>
                    <a:pt x="65" y="86"/>
                  </a:moveTo>
                  <a:lnTo>
                    <a:pt x="65" y="86"/>
                  </a:lnTo>
                  <a:cubicBezTo>
                    <a:pt x="70" y="91"/>
                    <a:pt x="78" y="91"/>
                    <a:pt x="85" y="86"/>
                  </a:cubicBezTo>
                  <a:cubicBezTo>
                    <a:pt x="91" y="80"/>
                    <a:pt x="91" y="71"/>
                    <a:pt x="85" y="65"/>
                  </a:cubicBezTo>
                  <a:cubicBezTo>
                    <a:pt x="26" y="6"/>
                    <a:pt x="26" y="6"/>
                    <a:pt x="26" y="6"/>
                  </a:cubicBezTo>
                  <a:cubicBezTo>
                    <a:pt x="21" y="0"/>
                    <a:pt x="11" y="0"/>
                    <a:pt x="6" y="6"/>
                  </a:cubicBezTo>
                  <a:cubicBezTo>
                    <a:pt x="0" y="11"/>
                    <a:pt x="0" y="21"/>
                    <a:pt x="6" y="27"/>
                  </a:cubicBezTo>
                  <a:lnTo>
                    <a:pt x="65" y="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6" name="Freeform 467">
              <a:extLst>
                <a:ext uri="{FF2B5EF4-FFF2-40B4-BE49-F238E27FC236}">
                  <a16:creationId xmlns:a16="http://schemas.microsoft.com/office/drawing/2014/main" id="{7F9A6A17-CF08-2E6A-59AE-B4D0DF00A347}"/>
                </a:ext>
              </a:extLst>
            </p:cNvPr>
            <p:cNvSpPr>
              <a:spLocks noChangeArrowheads="1"/>
            </p:cNvSpPr>
            <p:nvPr/>
          </p:nvSpPr>
          <p:spPr bwMode="auto">
            <a:xfrm>
              <a:off x="6189663" y="5645150"/>
              <a:ext cx="31750" cy="11113"/>
            </a:xfrm>
            <a:custGeom>
              <a:avLst/>
              <a:gdLst>
                <a:gd name="T0" fmla="*/ 72 w 88"/>
                <a:gd name="T1" fmla="*/ 0 h 30"/>
                <a:gd name="T2" fmla="*/ 72 w 88"/>
                <a:gd name="T3" fmla="*/ 0 h 30"/>
                <a:gd name="T4" fmla="*/ 13 w 88"/>
                <a:gd name="T5" fmla="*/ 0 h 30"/>
                <a:gd name="T6" fmla="*/ 0 w 88"/>
                <a:gd name="T7" fmla="*/ 15 h 30"/>
                <a:gd name="T8" fmla="*/ 13 w 88"/>
                <a:gd name="T9" fmla="*/ 29 h 30"/>
                <a:gd name="T10" fmla="*/ 72 w 88"/>
                <a:gd name="T11" fmla="*/ 29 h 30"/>
                <a:gd name="T12" fmla="*/ 87 w 88"/>
                <a:gd name="T13" fmla="*/ 15 h 30"/>
                <a:gd name="T14" fmla="*/ 72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2" y="0"/>
                  </a:moveTo>
                  <a:lnTo>
                    <a:pt x="72" y="0"/>
                  </a:lnTo>
                  <a:cubicBezTo>
                    <a:pt x="13" y="0"/>
                    <a:pt x="13" y="0"/>
                    <a:pt x="13" y="0"/>
                  </a:cubicBezTo>
                  <a:cubicBezTo>
                    <a:pt x="6" y="0"/>
                    <a:pt x="0" y="7"/>
                    <a:pt x="0" y="15"/>
                  </a:cubicBezTo>
                  <a:cubicBezTo>
                    <a:pt x="0" y="24"/>
                    <a:pt x="6" y="29"/>
                    <a:pt x="13" y="29"/>
                  </a:cubicBezTo>
                  <a:cubicBezTo>
                    <a:pt x="72" y="29"/>
                    <a:pt x="72" y="29"/>
                    <a:pt x="72" y="29"/>
                  </a:cubicBezTo>
                  <a:cubicBezTo>
                    <a:pt x="81" y="29"/>
                    <a:pt x="87" y="24"/>
                    <a:pt x="87" y="15"/>
                  </a:cubicBezTo>
                  <a:cubicBezTo>
                    <a:pt x="87" y="7"/>
                    <a:pt x="81" y="0"/>
                    <a:pt x="7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7" name="Freeform 468">
              <a:extLst>
                <a:ext uri="{FF2B5EF4-FFF2-40B4-BE49-F238E27FC236}">
                  <a16:creationId xmlns:a16="http://schemas.microsoft.com/office/drawing/2014/main" id="{A4B465A1-BB91-4D29-4919-EA18642D990E}"/>
                </a:ext>
              </a:extLst>
            </p:cNvPr>
            <p:cNvSpPr>
              <a:spLocks noChangeArrowheads="1"/>
            </p:cNvSpPr>
            <p:nvPr/>
          </p:nvSpPr>
          <p:spPr bwMode="auto">
            <a:xfrm>
              <a:off x="6335713" y="5686425"/>
              <a:ext cx="33337" cy="33338"/>
            </a:xfrm>
            <a:custGeom>
              <a:avLst/>
              <a:gdLst>
                <a:gd name="T0" fmla="*/ 28 w 92"/>
                <a:gd name="T1" fmla="*/ 7 h 93"/>
                <a:gd name="T2" fmla="*/ 28 w 92"/>
                <a:gd name="T3" fmla="*/ 7 h 93"/>
                <a:gd name="T4" fmla="*/ 7 w 92"/>
                <a:gd name="T5" fmla="*/ 7 h 93"/>
                <a:gd name="T6" fmla="*/ 7 w 92"/>
                <a:gd name="T7" fmla="*/ 27 h 93"/>
                <a:gd name="T8" fmla="*/ 65 w 92"/>
                <a:gd name="T9" fmla="*/ 85 h 93"/>
                <a:gd name="T10" fmla="*/ 85 w 92"/>
                <a:gd name="T11" fmla="*/ 85 h 93"/>
                <a:gd name="T12" fmla="*/ 85 w 92"/>
                <a:gd name="T13" fmla="*/ 64 h 93"/>
                <a:gd name="T14" fmla="*/ 28 w 92"/>
                <a:gd name="T15" fmla="*/ 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2" h="93">
                  <a:moveTo>
                    <a:pt x="28" y="7"/>
                  </a:moveTo>
                  <a:lnTo>
                    <a:pt x="28" y="7"/>
                  </a:lnTo>
                  <a:cubicBezTo>
                    <a:pt x="21" y="0"/>
                    <a:pt x="13" y="0"/>
                    <a:pt x="7" y="7"/>
                  </a:cubicBezTo>
                  <a:cubicBezTo>
                    <a:pt x="0" y="12"/>
                    <a:pt x="0" y="22"/>
                    <a:pt x="7" y="27"/>
                  </a:cubicBezTo>
                  <a:cubicBezTo>
                    <a:pt x="65" y="85"/>
                    <a:pt x="65" y="85"/>
                    <a:pt x="65" y="85"/>
                  </a:cubicBezTo>
                  <a:cubicBezTo>
                    <a:pt x="70" y="92"/>
                    <a:pt x="80" y="92"/>
                    <a:pt x="85" y="85"/>
                  </a:cubicBezTo>
                  <a:cubicBezTo>
                    <a:pt x="91" y="79"/>
                    <a:pt x="91" y="70"/>
                    <a:pt x="85" y="64"/>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8" name="Freeform 469">
              <a:extLst>
                <a:ext uri="{FF2B5EF4-FFF2-40B4-BE49-F238E27FC236}">
                  <a16:creationId xmlns:a16="http://schemas.microsoft.com/office/drawing/2014/main" id="{6B833038-317A-3793-EB90-E47669FE3614}"/>
                </a:ext>
              </a:extLst>
            </p:cNvPr>
            <p:cNvSpPr>
              <a:spLocks noChangeArrowheads="1"/>
            </p:cNvSpPr>
            <p:nvPr/>
          </p:nvSpPr>
          <p:spPr bwMode="auto">
            <a:xfrm>
              <a:off x="6367463" y="5645150"/>
              <a:ext cx="31750" cy="11113"/>
            </a:xfrm>
            <a:custGeom>
              <a:avLst/>
              <a:gdLst>
                <a:gd name="T0" fmla="*/ 74 w 88"/>
                <a:gd name="T1" fmla="*/ 0 h 30"/>
                <a:gd name="T2" fmla="*/ 74 w 88"/>
                <a:gd name="T3" fmla="*/ 0 h 30"/>
                <a:gd name="T4" fmla="*/ 15 w 88"/>
                <a:gd name="T5" fmla="*/ 0 h 30"/>
                <a:gd name="T6" fmla="*/ 0 w 88"/>
                <a:gd name="T7" fmla="*/ 15 h 30"/>
                <a:gd name="T8" fmla="*/ 15 w 88"/>
                <a:gd name="T9" fmla="*/ 29 h 30"/>
                <a:gd name="T10" fmla="*/ 74 w 88"/>
                <a:gd name="T11" fmla="*/ 29 h 30"/>
                <a:gd name="T12" fmla="*/ 87 w 88"/>
                <a:gd name="T13" fmla="*/ 15 h 30"/>
                <a:gd name="T14" fmla="*/ 74 w 8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8" h="30">
                  <a:moveTo>
                    <a:pt x="74" y="0"/>
                  </a:moveTo>
                  <a:lnTo>
                    <a:pt x="74" y="0"/>
                  </a:lnTo>
                  <a:cubicBezTo>
                    <a:pt x="15" y="0"/>
                    <a:pt x="15" y="0"/>
                    <a:pt x="15" y="0"/>
                  </a:cubicBezTo>
                  <a:cubicBezTo>
                    <a:pt x="6" y="0"/>
                    <a:pt x="0" y="7"/>
                    <a:pt x="0" y="15"/>
                  </a:cubicBezTo>
                  <a:cubicBezTo>
                    <a:pt x="0" y="24"/>
                    <a:pt x="6" y="29"/>
                    <a:pt x="15" y="29"/>
                  </a:cubicBezTo>
                  <a:cubicBezTo>
                    <a:pt x="74" y="29"/>
                    <a:pt x="74" y="29"/>
                    <a:pt x="74" y="29"/>
                  </a:cubicBezTo>
                  <a:cubicBezTo>
                    <a:pt x="82" y="29"/>
                    <a:pt x="87" y="24"/>
                    <a:pt x="87" y="15"/>
                  </a:cubicBezTo>
                  <a:cubicBezTo>
                    <a:pt x="87"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9" name="Freeform 470">
              <a:extLst>
                <a:ext uri="{FF2B5EF4-FFF2-40B4-BE49-F238E27FC236}">
                  <a16:creationId xmlns:a16="http://schemas.microsoft.com/office/drawing/2014/main" id="{789FAD62-0841-67AB-2AF4-9D8CBD8AC8D2}"/>
                </a:ext>
              </a:extLst>
            </p:cNvPr>
            <p:cNvSpPr>
              <a:spLocks noChangeArrowheads="1"/>
            </p:cNvSpPr>
            <p:nvPr/>
          </p:nvSpPr>
          <p:spPr bwMode="auto">
            <a:xfrm>
              <a:off x="6294438" y="5718175"/>
              <a:ext cx="11112" cy="31750"/>
            </a:xfrm>
            <a:custGeom>
              <a:avLst/>
              <a:gdLst>
                <a:gd name="T0" fmla="*/ 0 w 30"/>
                <a:gd name="T1" fmla="*/ 74 h 89"/>
                <a:gd name="T2" fmla="*/ 0 w 30"/>
                <a:gd name="T3" fmla="*/ 74 h 89"/>
                <a:gd name="T4" fmla="*/ 15 w 30"/>
                <a:gd name="T5" fmla="*/ 88 h 89"/>
                <a:gd name="T6" fmla="*/ 29 w 30"/>
                <a:gd name="T7" fmla="*/ 74 h 89"/>
                <a:gd name="T8" fmla="*/ 29 w 30"/>
                <a:gd name="T9" fmla="*/ 15 h 89"/>
                <a:gd name="T10" fmla="*/ 15 w 30"/>
                <a:gd name="T11" fmla="*/ 0 h 89"/>
                <a:gd name="T12" fmla="*/ 0 w 30"/>
                <a:gd name="T13" fmla="*/ 15 h 89"/>
                <a:gd name="T14" fmla="*/ 0 w 30"/>
                <a:gd name="T15" fmla="*/ 74 h 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89">
                  <a:moveTo>
                    <a:pt x="0" y="74"/>
                  </a:moveTo>
                  <a:lnTo>
                    <a:pt x="0" y="74"/>
                  </a:lnTo>
                  <a:cubicBezTo>
                    <a:pt x="0" y="82"/>
                    <a:pt x="7" y="88"/>
                    <a:pt x="15" y="88"/>
                  </a:cubicBezTo>
                  <a:cubicBezTo>
                    <a:pt x="23" y="88"/>
                    <a:pt x="29" y="82"/>
                    <a:pt x="29" y="74"/>
                  </a:cubicBezTo>
                  <a:cubicBezTo>
                    <a:pt x="29" y="15"/>
                    <a:pt x="29" y="15"/>
                    <a:pt x="29" y="15"/>
                  </a:cubicBezTo>
                  <a:cubicBezTo>
                    <a:pt x="29" y="7"/>
                    <a:pt x="23" y="0"/>
                    <a:pt x="15"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0" name="Freeform 471">
            <a:extLst>
              <a:ext uri="{FF2B5EF4-FFF2-40B4-BE49-F238E27FC236}">
                <a16:creationId xmlns:a16="http://schemas.microsoft.com/office/drawing/2014/main" id="{1128E843-64F2-7FC5-DA81-09A0275ECF16}"/>
              </a:ext>
            </a:extLst>
          </p:cNvPr>
          <p:cNvSpPr>
            <a:spLocks noChangeArrowheads="1"/>
          </p:cNvSpPr>
          <p:nvPr/>
        </p:nvSpPr>
        <p:spPr bwMode="auto">
          <a:xfrm>
            <a:off x="6802561" y="5164560"/>
            <a:ext cx="211138" cy="239713"/>
          </a:xfrm>
          <a:custGeom>
            <a:avLst/>
            <a:gdLst>
              <a:gd name="T0" fmla="*/ 44 w 587"/>
              <a:gd name="T1" fmla="*/ 479 h 666"/>
              <a:gd name="T2" fmla="*/ 44 w 587"/>
              <a:gd name="T3" fmla="*/ 479 h 666"/>
              <a:gd name="T4" fmla="*/ 187 w 587"/>
              <a:gd name="T5" fmla="*/ 479 h 666"/>
              <a:gd name="T6" fmla="*/ 522 w 587"/>
              <a:gd name="T7" fmla="*/ 659 h 666"/>
              <a:gd name="T8" fmla="*/ 542 w 587"/>
              <a:gd name="T9" fmla="*/ 665 h 666"/>
              <a:gd name="T10" fmla="*/ 572 w 587"/>
              <a:gd name="T11" fmla="*/ 652 h 666"/>
              <a:gd name="T12" fmla="*/ 586 w 587"/>
              <a:gd name="T13" fmla="*/ 621 h 666"/>
              <a:gd name="T14" fmla="*/ 586 w 587"/>
              <a:gd name="T15" fmla="*/ 45 h 666"/>
              <a:gd name="T16" fmla="*/ 572 w 587"/>
              <a:gd name="T17" fmla="*/ 14 h 666"/>
              <a:gd name="T18" fmla="*/ 542 w 587"/>
              <a:gd name="T19" fmla="*/ 2 h 666"/>
              <a:gd name="T20" fmla="*/ 522 w 587"/>
              <a:gd name="T21" fmla="*/ 6 h 666"/>
              <a:gd name="T22" fmla="*/ 187 w 587"/>
              <a:gd name="T23" fmla="*/ 186 h 666"/>
              <a:gd name="T24" fmla="*/ 44 w 587"/>
              <a:gd name="T25" fmla="*/ 186 h 666"/>
              <a:gd name="T26" fmla="*/ 0 w 587"/>
              <a:gd name="T27" fmla="*/ 229 h 666"/>
              <a:gd name="T28" fmla="*/ 0 w 587"/>
              <a:gd name="T29" fmla="*/ 435 h 666"/>
              <a:gd name="T30" fmla="*/ 44 w 587"/>
              <a:gd name="T31" fmla="*/ 479 h 666"/>
              <a:gd name="T32" fmla="*/ 535 w 587"/>
              <a:gd name="T33" fmla="*/ 32 h 666"/>
              <a:gd name="T34" fmla="*/ 535 w 587"/>
              <a:gd name="T35" fmla="*/ 32 h 666"/>
              <a:gd name="T36" fmla="*/ 542 w 587"/>
              <a:gd name="T37" fmla="*/ 30 h 666"/>
              <a:gd name="T38" fmla="*/ 552 w 587"/>
              <a:gd name="T39" fmla="*/ 35 h 666"/>
              <a:gd name="T40" fmla="*/ 556 w 587"/>
              <a:gd name="T41" fmla="*/ 45 h 666"/>
              <a:gd name="T42" fmla="*/ 556 w 587"/>
              <a:gd name="T43" fmla="*/ 621 h 666"/>
              <a:gd name="T44" fmla="*/ 552 w 587"/>
              <a:gd name="T45" fmla="*/ 630 h 666"/>
              <a:gd name="T46" fmla="*/ 542 w 587"/>
              <a:gd name="T47" fmla="*/ 634 h 666"/>
              <a:gd name="T48" fmla="*/ 535 w 587"/>
              <a:gd name="T49" fmla="*/ 633 h 666"/>
              <a:gd name="T50" fmla="*/ 204 w 587"/>
              <a:gd name="T51" fmla="*/ 456 h 666"/>
              <a:gd name="T52" fmla="*/ 204 w 587"/>
              <a:gd name="T53" fmla="*/ 210 h 666"/>
              <a:gd name="T54" fmla="*/ 535 w 587"/>
              <a:gd name="T55" fmla="*/ 32 h 666"/>
              <a:gd name="T56" fmla="*/ 29 w 587"/>
              <a:gd name="T57" fmla="*/ 229 h 666"/>
              <a:gd name="T58" fmla="*/ 29 w 587"/>
              <a:gd name="T59" fmla="*/ 229 h 666"/>
              <a:gd name="T60" fmla="*/ 44 w 587"/>
              <a:gd name="T61" fmla="*/ 216 h 666"/>
              <a:gd name="T62" fmla="*/ 176 w 587"/>
              <a:gd name="T63" fmla="*/ 216 h 666"/>
              <a:gd name="T64" fmla="*/ 176 w 587"/>
              <a:gd name="T65" fmla="*/ 449 h 666"/>
              <a:gd name="T66" fmla="*/ 44 w 587"/>
              <a:gd name="T67" fmla="*/ 449 h 666"/>
              <a:gd name="T68" fmla="*/ 29 w 587"/>
              <a:gd name="T69" fmla="*/ 435 h 666"/>
              <a:gd name="T70" fmla="*/ 29 w 587"/>
              <a:gd name="T71" fmla="*/ 229 h 6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87" h="666">
                <a:moveTo>
                  <a:pt x="44" y="479"/>
                </a:moveTo>
                <a:lnTo>
                  <a:pt x="44" y="479"/>
                </a:lnTo>
                <a:cubicBezTo>
                  <a:pt x="187" y="479"/>
                  <a:pt x="187" y="479"/>
                  <a:pt x="187" y="479"/>
                </a:cubicBezTo>
                <a:cubicBezTo>
                  <a:pt x="522" y="659"/>
                  <a:pt x="522" y="659"/>
                  <a:pt x="522" y="659"/>
                </a:cubicBezTo>
                <a:cubicBezTo>
                  <a:pt x="527" y="663"/>
                  <a:pt x="535" y="665"/>
                  <a:pt x="542" y="665"/>
                </a:cubicBezTo>
                <a:cubicBezTo>
                  <a:pt x="553" y="665"/>
                  <a:pt x="564" y="659"/>
                  <a:pt x="572" y="652"/>
                </a:cubicBezTo>
                <a:cubicBezTo>
                  <a:pt x="581" y="644"/>
                  <a:pt x="586" y="633"/>
                  <a:pt x="586" y="621"/>
                </a:cubicBezTo>
                <a:cubicBezTo>
                  <a:pt x="586" y="45"/>
                  <a:pt x="586" y="45"/>
                  <a:pt x="586" y="45"/>
                </a:cubicBezTo>
                <a:cubicBezTo>
                  <a:pt x="586" y="32"/>
                  <a:pt x="581" y="21"/>
                  <a:pt x="572" y="14"/>
                </a:cubicBezTo>
                <a:cubicBezTo>
                  <a:pt x="564" y="6"/>
                  <a:pt x="553" y="2"/>
                  <a:pt x="542" y="2"/>
                </a:cubicBezTo>
                <a:cubicBezTo>
                  <a:pt x="535" y="0"/>
                  <a:pt x="527" y="3"/>
                  <a:pt x="522" y="6"/>
                </a:cubicBezTo>
                <a:cubicBezTo>
                  <a:pt x="187" y="186"/>
                  <a:pt x="187" y="186"/>
                  <a:pt x="187" y="186"/>
                </a:cubicBezTo>
                <a:cubicBezTo>
                  <a:pt x="44" y="186"/>
                  <a:pt x="44" y="186"/>
                  <a:pt x="44" y="186"/>
                </a:cubicBezTo>
                <a:cubicBezTo>
                  <a:pt x="19" y="186"/>
                  <a:pt x="0" y="206"/>
                  <a:pt x="0" y="229"/>
                </a:cubicBezTo>
                <a:cubicBezTo>
                  <a:pt x="0" y="435"/>
                  <a:pt x="0" y="435"/>
                  <a:pt x="0" y="435"/>
                </a:cubicBezTo>
                <a:cubicBezTo>
                  <a:pt x="0" y="459"/>
                  <a:pt x="19" y="479"/>
                  <a:pt x="44" y="479"/>
                </a:cubicBezTo>
                <a:close/>
                <a:moveTo>
                  <a:pt x="535" y="32"/>
                </a:moveTo>
                <a:lnTo>
                  <a:pt x="535" y="32"/>
                </a:lnTo>
                <a:cubicBezTo>
                  <a:pt x="537" y="30"/>
                  <a:pt x="539" y="30"/>
                  <a:pt x="542" y="30"/>
                </a:cubicBezTo>
                <a:cubicBezTo>
                  <a:pt x="545" y="30"/>
                  <a:pt x="549" y="32"/>
                  <a:pt x="552" y="35"/>
                </a:cubicBezTo>
                <a:cubicBezTo>
                  <a:pt x="555" y="37"/>
                  <a:pt x="556" y="40"/>
                  <a:pt x="556" y="45"/>
                </a:cubicBezTo>
                <a:cubicBezTo>
                  <a:pt x="556" y="621"/>
                  <a:pt x="556" y="621"/>
                  <a:pt x="556" y="621"/>
                </a:cubicBezTo>
                <a:cubicBezTo>
                  <a:pt x="556" y="625"/>
                  <a:pt x="555" y="628"/>
                  <a:pt x="552" y="630"/>
                </a:cubicBezTo>
                <a:cubicBezTo>
                  <a:pt x="549" y="633"/>
                  <a:pt x="545" y="634"/>
                  <a:pt x="542" y="634"/>
                </a:cubicBezTo>
                <a:cubicBezTo>
                  <a:pt x="539" y="634"/>
                  <a:pt x="537" y="634"/>
                  <a:pt x="535" y="633"/>
                </a:cubicBezTo>
                <a:cubicBezTo>
                  <a:pt x="204" y="456"/>
                  <a:pt x="204" y="456"/>
                  <a:pt x="204" y="456"/>
                </a:cubicBezTo>
                <a:cubicBezTo>
                  <a:pt x="204" y="210"/>
                  <a:pt x="204" y="210"/>
                  <a:pt x="204" y="210"/>
                </a:cubicBezTo>
                <a:lnTo>
                  <a:pt x="535" y="32"/>
                </a:lnTo>
                <a:close/>
                <a:moveTo>
                  <a:pt x="29" y="229"/>
                </a:moveTo>
                <a:lnTo>
                  <a:pt x="29" y="229"/>
                </a:lnTo>
                <a:cubicBezTo>
                  <a:pt x="29" y="223"/>
                  <a:pt x="36" y="216"/>
                  <a:pt x="44" y="216"/>
                </a:cubicBezTo>
                <a:cubicBezTo>
                  <a:pt x="176" y="216"/>
                  <a:pt x="176" y="216"/>
                  <a:pt x="176" y="216"/>
                </a:cubicBezTo>
                <a:cubicBezTo>
                  <a:pt x="176" y="449"/>
                  <a:pt x="176" y="449"/>
                  <a:pt x="176" y="449"/>
                </a:cubicBezTo>
                <a:cubicBezTo>
                  <a:pt x="44" y="449"/>
                  <a:pt x="44" y="449"/>
                  <a:pt x="44" y="449"/>
                </a:cubicBezTo>
                <a:cubicBezTo>
                  <a:pt x="36" y="449"/>
                  <a:pt x="29" y="444"/>
                  <a:pt x="29" y="435"/>
                </a:cubicBezTo>
                <a:lnTo>
                  <a:pt x="29" y="229"/>
                </a:lnTo>
                <a:close/>
              </a:path>
            </a:pathLst>
          </a:custGeom>
          <a:solidFill>
            <a:schemeClr val="accent4"/>
          </a:solidFill>
          <a:ln>
            <a:noFill/>
          </a:ln>
          <a:effectLst/>
        </p:spPr>
        <p:txBody>
          <a:bodyPr wrap="none" anchor="ctr"/>
          <a:lstStyle/>
          <a:p>
            <a:endParaRPr lang="da-DK"/>
          </a:p>
        </p:txBody>
      </p:sp>
      <p:sp>
        <p:nvSpPr>
          <p:cNvPr id="571" name="Freeform 472">
            <a:extLst>
              <a:ext uri="{FF2B5EF4-FFF2-40B4-BE49-F238E27FC236}">
                <a16:creationId xmlns:a16="http://schemas.microsoft.com/office/drawing/2014/main" id="{06314DC6-199D-EC62-673A-E3669FD456B9}"/>
              </a:ext>
            </a:extLst>
          </p:cNvPr>
          <p:cNvSpPr>
            <a:spLocks noChangeArrowheads="1"/>
          </p:cNvSpPr>
          <p:nvPr/>
        </p:nvSpPr>
        <p:spPr bwMode="auto">
          <a:xfrm>
            <a:off x="6297736" y="5157416"/>
            <a:ext cx="254000" cy="254000"/>
          </a:xfrm>
          <a:custGeom>
            <a:avLst/>
            <a:gdLst>
              <a:gd name="T0" fmla="*/ 688 w 704"/>
              <a:gd name="T1" fmla="*/ 0 h 705"/>
              <a:gd name="T2" fmla="*/ 688 w 704"/>
              <a:gd name="T3" fmla="*/ 0 h 705"/>
              <a:gd name="T4" fmla="*/ 659 w 704"/>
              <a:gd name="T5" fmla="*/ 0 h 705"/>
              <a:gd name="T6" fmla="*/ 44 w 704"/>
              <a:gd name="T7" fmla="*/ 0 h 705"/>
              <a:gd name="T8" fmla="*/ 15 w 704"/>
              <a:gd name="T9" fmla="*/ 0 h 705"/>
              <a:gd name="T10" fmla="*/ 0 w 704"/>
              <a:gd name="T11" fmla="*/ 15 h 705"/>
              <a:gd name="T12" fmla="*/ 15 w 704"/>
              <a:gd name="T13" fmla="*/ 29 h 705"/>
              <a:gd name="T14" fmla="*/ 29 w 704"/>
              <a:gd name="T15" fmla="*/ 29 h 705"/>
              <a:gd name="T16" fmla="*/ 29 w 704"/>
              <a:gd name="T17" fmla="*/ 88 h 705"/>
              <a:gd name="T18" fmla="*/ 264 w 704"/>
              <a:gd name="T19" fmla="*/ 398 h 705"/>
              <a:gd name="T20" fmla="*/ 264 w 704"/>
              <a:gd name="T21" fmla="*/ 688 h 705"/>
              <a:gd name="T22" fmla="*/ 271 w 704"/>
              <a:gd name="T23" fmla="*/ 700 h 705"/>
              <a:gd name="T24" fmla="*/ 284 w 704"/>
              <a:gd name="T25" fmla="*/ 701 h 705"/>
              <a:gd name="T26" fmla="*/ 430 w 704"/>
              <a:gd name="T27" fmla="*/ 644 h 705"/>
              <a:gd name="T28" fmla="*/ 440 w 704"/>
              <a:gd name="T29" fmla="*/ 630 h 705"/>
              <a:gd name="T30" fmla="*/ 440 w 704"/>
              <a:gd name="T31" fmla="*/ 398 h 705"/>
              <a:gd name="T32" fmla="*/ 674 w 704"/>
              <a:gd name="T33" fmla="*/ 88 h 705"/>
              <a:gd name="T34" fmla="*/ 674 w 704"/>
              <a:gd name="T35" fmla="*/ 29 h 705"/>
              <a:gd name="T36" fmla="*/ 688 w 704"/>
              <a:gd name="T37" fmla="*/ 29 h 705"/>
              <a:gd name="T38" fmla="*/ 703 w 704"/>
              <a:gd name="T39" fmla="*/ 15 h 705"/>
              <a:gd name="T40" fmla="*/ 688 w 704"/>
              <a:gd name="T41" fmla="*/ 0 h 705"/>
              <a:gd name="T42" fmla="*/ 644 w 704"/>
              <a:gd name="T43" fmla="*/ 88 h 705"/>
              <a:gd name="T44" fmla="*/ 644 w 704"/>
              <a:gd name="T45" fmla="*/ 88 h 705"/>
              <a:gd name="T46" fmla="*/ 422 w 704"/>
              <a:gd name="T47" fmla="*/ 372 h 705"/>
              <a:gd name="T48" fmla="*/ 420 w 704"/>
              <a:gd name="T49" fmla="*/ 373 h 705"/>
              <a:gd name="T50" fmla="*/ 418 w 704"/>
              <a:gd name="T51" fmla="*/ 375 h 705"/>
              <a:gd name="T52" fmla="*/ 416 w 704"/>
              <a:gd name="T53" fmla="*/ 376 h 705"/>
              <a:gd name="T54" fmla="*/ 414 w 704"/>
              <a:gd name="T55" fmla="*/ 377 h 705"/>
              <a:gd name="T56" fmla="*/ 412 w 704"/>
              <a:gd name="T57" fmla="*/ 380 h 705"/>
              <a:gd name="T58" fmla="*/ 411 w 704"/>
              <a:gd name="T59" fmla="*/ 383 h 705"/>
              <a:gd name="T60" fmla="*/ 411 w 704"/>
              <a:gd name="T61" fmla="*/ 386 h 705"/>
              <a:gd name="T62" fmla="*/ 411 w 704"/>
              <a:gd name="T63" fmla="*/ 387 h 705"/>
              <a:gd name="T64" fmla="*/ 411 w 704"/>
              <a:gd name="T65" fmla="*/ 387 h 705"/>
              <a:gd name="T66" fmla="*/ 411 w 704"/>
              <a:gd name="T67" fmla="*/ 620 h 705"/>
              <a:gd name="T68" fmla="*/ 293 w 704"/>
              <a:gd name="T69" fmla="*/ 667 h 705"/>
              <a:gd name="T70" fmla="*/ 293 w 704"/>
              <a:gd name="T71" fmla="*/ 387 h 705"/>
              <a:gd name="T72" fmla="*/ 293 w 704"/>
              <a:gd name="T73" fmla="*/ 386 h 705"/>
              <a:gd name="T74" fmla="*/ 293 w 704"/>
              <a:gd name="T75" fmla="*/ 383 h 705"/>
              <a:gd name="T76" fmla="*/ 291 w 704"/>
              <a:gd name="T77" fmla="*/ 380 h 705"/>
              <a:gd name="T78" fmla="*/ 290 w 704"/>
              <a:gd name="T79" fmla="*/ 377 h 705"/>
              <a:gd name="T80" fmla="*/ 289 w 704"/>
              <a:gd name="T81" fmla="*/ 376 h 705"/>
              <a:gd name="T82" fmla="*/ 286 w 704"/>
              <a:gd name="T83" fmla="*/ 375 h 705"/>
              <a:gd name="T84" fmla="*/ 283 w 704"/>
              <a:gd name="T85" fmla="*/ 373 h 705"/>
              <a:gd name="T86" fmla="*/ 282 w 704"/>
              <a:gd name="T87" fmla="*/ 372 h 705"/>
              <a:gd name="T88" fmla="*/ 59 w 704"/>
              <a:gd name="T89" fmla="*/ 88 h 705"/>
              <a:gd name="T90" fmla="*/ 59 w 704"/>
              <a:gd name="T91" fmla="*/ 29 h 705"/>
              <a:gd name="T92" fmla="*/ 644 w 704"/>
              <a:gd name="T93" fmla="*/ 29 h 705"/>
              <a:gd name="T94" fmla="*/ 644 w 704"/>
              <a:gd name="T95" fmla="*/ 88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04" h="705">
                <a:moveTo>
                  <a:pt x="688" y="0"/>
                </a:moveTo>
                <a:lnTo>
                  <a:pt x="688" y="0"/>
                </a:lnTo>
                <a:cubicBezTo>
                  <a:pt x="659" y="0"/>
                  <a:pt x="659" y="0"/>
                  <a:pt x="659" y="0"/>
                </a:cubicBezTo>
                <a:cubicBezTo>
                  <a:pt x="44" y="0"/>
                  <a:pt x="44" y="0"/>
                  <a:pt x="44" y="0"/>
                </a:cubicBezTo>
                <a:cubicBezTo>
                  <a:pt x="15" y="0"/>
                  <a:pt x="15" y="0"/>
                  <a:pt x="15" y="0"/>
                </a:cubicBezTo>
                <a:cubicBezTo>
                  <a:pt x="7" y="0"/>
                  <a:pt x="0" y="7"/>
                  <a:pt x="0" y="15"/>
                </a:cubicBezTo>
                <a:cubicBezTo>
                  <a:pt x="0" y="23"/>
                  <a:pt x="7" y="29"/>
                  <a:pt x="15" y="29"/>
                </a:cubicBezTo>
                <a:cubicBezTo>
                  <a:pt x="29" y="29"/>
                  <a:pt x="29" y="29"/>
                  <a:pt x="29" y="29"/>
                </a:cubicBezTo>
                <a:cubicBezTo>
                  <a:pt x="29" y="88"/>
                  <a:pt x="29" y="88"/>
                  <a:pt x="29" y="88"/>
                </a:cubicBezTo>
                <a:cubicBezTo>
                  <a:pt x="29" y="236"/>
                  <a:pt x="129" y="360"/>
                  <a:pt x="264" y="398"/>
                </a:cubicBezTo>
                <a:cubicBezTo>
                  <a:pt x="264" y="688"/>
                  <a:pt x="264" y="688"/>
                  <a:pt x="264" y="688"/>
                </a:cubicBezTo>
                <a:cubicBezTo>
                  <a:pt x="264" y="693"/>
                  <a:pt x="267" y="697"/>
                  <a:pt x="271" y="700"/>
                </a:cubicBezTo>
                <a:cubicBezTo>
                  <a:pt x="275" y="703"/>
                  <a:pt x="279" y="704"/>
                  <a:pt x="284" y="701"/>
                </a:cubicBezTo>
                <a:cubicBezTo>
                  <a:pt x="430" y="644"/>
                  <a:pt x="430" y="644"/>
                  <a:pt x="430" y="644"/>
                </a:cubicBezTo>
                <a:cubicBezTo>
                  <a:pt x="435" y="641"/>
                  <a:pt x="440" y="636"/>
                  <a:pt x="440" y="630"/>
                </a:cubicBezTo>
                <a:cubicBezTo>
                  <a:pt x="440" y="398"/>
                  <a:pt x="440" y="398"/>
                  <a:pt x="440" y="398"/>
                </a:cubicBezTo>
                <a:cubicBezTo>
                  <a:pt x="576" y="360"/>
                  <a:pt x="674" y="236"/>
                  <a:pt x="674" y="88"/>
                </a:cubicBezTo>
                <a:cubicBezTo>
                  <a:pt x="674" y="29"/>
                  <a:pt x="674" y="29"/>
                  <a:pt x="674" y="29"/>
                </a:cubicBezTo>
                <a:cubicBezTo>
                  <a:pt x="688" y="29"/>
                  <a:pt x="688" y="29"/>
                  <a:pt x="688" y="29"/>
                </a:cubicBezTo>
                <a:cubicBezTo>
                  <a:pt x="696" y="29"/>
                  <a:pt x="703" y="23"/>
                  <a:pt x="703" y="15"/>
                </a:cubicBezTo>
                <a:cubicBezTo>
                  <a:pt x="703" y="7"/>
                  <a:pt x="696" y="0"/>
                  <a:pt x="688" y="0"/>
                </a:cubicBezTo>
                <a:close/>
                <a:moveTo>
                  <a:pt x="644" y="88"/>
                </a:moveTo>
                <a:lnTo>
                  <a:pt x="644" y="88"/>
                </a:lnTo>
                <a:cubicBezTo>
                  <a:pt x="644" y="226"/>
                  <a:pt x="549" y="342"/>
                  <a:pt x="422" y="372"/>
                </a:cubicBezTo>
                <a:lnTo>
                  <a:pt x="420" y="373"/>
                </a:lnTo>
                <a:cubicBezTo>
                  <a:pt x="419" y="373"/>
                  <a:pt x="419" y="373"/>
                  <a:pt x="418" y="375"/>
                </a:cubicBezTo>
                <a:cubicBezTo>
                  <a:pt x="418" y="375"/>
                  <a:pt x="416" y="375"/>
                  <a:pt x="416" y="376"/>
                </a:cubicBezTo>
                <a:cubicBezTo>
                  <a:pt x="415" y="376"/>
                  <a:pt x="415" y="377"/>
                  <a:pt x="414" y="377"/>
                </a:cubicBezTo>
                <a:cubicBezTo>
                  <a:pt x="414" y="379"/>
                  <a:pt x="412" y="379"/>
                  <a:pt x="412" y="380"/>
                </a:cubicBezTo>
                <a:cubicBezTo>
                  <a:pt x="412" y="382"/>
                  <a:pt x="412" y="382"/>
                  <a:pt x="411" y="383"/>
                </a:cubicBezTo>
                <a:cubicBezTo>
                  <a:pt x="411" y="383"/>
                  <a:pt x="411" y="384"/>
                  <a:pt x="411" y="386"/>
                </a:cubicBezTo>
                <a:cubicBezTo>
                  <a:pt x="411" y="386"/>
                  <a:pt x="411" y="386"/>
                  <a:pt x="411" y="387"/>
                </a:cubicBezTo>
                <a:lnTo>
                  <a:pt x="411" y="387"/>
                </a:lnTo>
                <a:cubicBezTo>
                  <a:pt x="411" y="620"/>
                  <a:pt x="411" y="620"/>
                  <a:pt x="411" y="620"/>
                </a:cubicBezTo>
                <a:cubicBezTo>
                  <a:pt x="293" y="667"/>
                  <a:pt x="293" y="667"/>
                  <a:pt x="293" y="667"/>
                </a:cubicBezTo>
                <a:cubicBezTo>
                  <a:pt x="293" y="387"/>
                  <a:pt x="293" y="387"/>
                  <a:pt x="293" y="387"/>
                </a:cubicBezTo>
                <a:cubicBezTo>
                  <a:pt x="293" y="386"/>
                  <a:pt x="293" y="386"/>
                  <a:pt x="293" y="386"/>
                </a:cubicBezTo>
                <a:cubicBezTo>
                  <a:pt x="293" y="384"/>
                  <a:pt x="293" y="383"/>
                  <a:pt x="293" y="383"/>
                </a:cubicBezTo>
                <a:cubicBezTo>
                  <a:pt x="293" y="382"/>
                  <a:pt x="291" y="382"/>
                  <a:pt x="291" y="380"/>
                </a:cubicBezTo>
                <a:cubicBezTo>
                  <a:pt x="291" y="379"/>
                  <a:pt x="290" y="379"/>
                  <a:pt x="290" y="377"/>
                </a:cubicBezTo>
                <a:lnTo>
                  <a:pt x="289" y="376"/>
                </a:lnTo>
                <a:cubicBezTo>
                  <a:pt x="287" y="375"/>
                  <a:pt x="287" y="375"/>
                  <a:pt x="286" y="375"/>
                </a:cubicBezTo>
                <a:cubicBezTo>
                  <a:pt x="284" y="373"/>
                  <a:pt x="284" y="373"/>
                  <a:pt x="283" y="373"/>
                </a:cubicBezTo>
                <a:cubicBezTo>
                  <a:pt x="283" y="373"/>
                  <a:pt x="283" y="372"/>
                  <a:pt x="282" y="372"/>
                </a:cubicBezTo>
                <a:cubicBezTo>
                  <a:pt x="154" y="342"/>
                  <a:pt x="59" y="226"/>
                  <a:pt x="59" y="88"/>
                </a:cubicBezTo>
                <a:cubicBezTo>
                  <a:pt x="59" y="29"/>
                  <a:pt x="59" y="29"/>
                  <a:pt x="59" y="29"/>
                </a:cubicBezTo>
                <a:cubicBezTo>
                  <a:pt x="644" y="29"/>
                  <a:pt x="644" y="29"/>
                  <a:pt x="644" y="29"/>
                </a:cubicBezTo>
                <a:lnTo>
                  <a:pt x="644" y="88"/>
                </a:lnTo>
                <a:close/>
              </a:path>
            </a:pathLst>
          </a:custGeom>
          <a:solidFill>
            <a:schemeClr val="accent4"/>
          </a:solidFill>
          <a:ln>
            <a:noFill/>
          </a:ln>
          <a:effectLst/>
        </p:spPr>
        <p:txBody>
          <a:bodyPr wrap="none" anchor="ctr"/>
          <a:lstStyle/>
          <a:p>
            <a:endParaRPr lang="da-DK"/>
          </a:p>
        </p:txBody>
      </p:sp>
      <p:sp>
        <p:nvSpPr>
          <p:cNvPr id="572" name="Freeform 474">
            <a:extLst>
              <a:ext uri="{FF2B5EF4-FFF2-40B4-BE49-F238E27FC236}">
                <a16:creationId xmlns:a16="http://schemas.microsoft.com/office/drawing/2014/main" id="{656C7519-148D-336D-646F-BD1FD53D69AE}"/>
              </a:ext>
            </a:extLst>
          </p:cNvPr>
          <p:cNvSpPr>
            <a:spLocks noChangeArrowheads="1"/>
          </p:cNvSpPr>
          <p:nvPr/>
        </p:nvSpPr>
        <p:spPr bwMode="auto">
          <a:xfrm>
            <a:off x="4780086" y="5157416"/>
            <a:ext cx="254000" cy="254000"/>
          </a:xfrm>
          <a:custGeom>
            <a:avLst/>
            <a:gdLst>
              <a:gd name="T0" fmla="*/ 449 w 704"/>
              <a:gd name="T1" fmla="*/ 181 h 704"/>
              <a:gd name="T2" fmla="*/ 449 w 704"/>
              <a:gd name="T3" fmla="*/ 181 h 704"/>
              <a:gd name="T4" fmla="*/ 571 w 704"/>
              <a:gd name="T5" fmla="*/ 264 h 704"/>
              <a:gd name="T6" fmla="*/ 703 w 704"/>
              <a:gd name="T7" fmla="*/ 132 h 704"/>
              <a:gd name="T8" fmla="*/ 571 w 704"/>
              <a:gd name="T9" fmla="*/ 0 h 704"/>
              <a:gd name="T10" fmla="*/ 440 w 704"/>
              <a:gd name="T11" fmla="*/ 132 h 704"/>
              <a:gd name="T12" fmla="*/ 441 w 704"/>
              <a:gd name="T13" fmla="*/ 152 h 704"/>
              <a:gd name="T14" fmla="*/ 243 w 704"/>
              <a:gd name="T15" fmla="*/ 265 h 704"/>
              <a:gd name="T16" fmla="*/ 132 w 704"/>
              <a:gd name="T17" fmla="*/ 205 h 704"/>
              <a:gd name="T18" fmla="*/ 0 w 704"/>
              <a:gd name="T19" fmla="*/ 336 h 704"/>
              <a:gd name="T20" fmla="*/ 132 w 704"/>
              <a:gd name="T21" fmla="*/ 468 h 704"/>
              <a:gd name="T22" fmla="*/ 243 w 704"/>
              <a:gd name="T23" fmla="*/ 409 h 704"/>
              <a:gd name="T24" fmla="*/ 447 w 704"/>
              <a:gd name="T25" fmla="*/ 526 h 704"/>
              <a:gd name="T26" fmla="*/ 448 w 704"/>
              <a:gd name="T27" fmla="*/ 526 h 704"/>
              <a:gd name="T28" fmla="*/ 440 w 704"/>
              <a:gd name="T29" fmla="*/ 571 h 704"/>
              <a:gd name="T30" fmla="*/ 571 w 704"/>
              <a:gd name="T31" fmla="*/ 703 h 704"/>
              <a:gd name="T32" fmla="*/ 703 w 704"/>
              <a:gd name="T33" fmla="*/ 571 h 704"/>
              <a:gd name="T34" fmla="*/ 571 w 704"/>
              <a:gd name="T35" fmla="*/ 439 h 704"/>
              <a:gd name="T36" fmla="*/ 462 w 704"/>
              <a:gd name="T37" fmla="*/ 500 h 704"/>
              <a:gd name="T38" fmla="*/ 257 w 704"/>
              <a:gd name="T39" fmla="*/ 383 h 704"/>
              <a:gd name="T40" fmla="*/ 256 w 704"/>
              <a:gd name="T41" fmla="*/ 383 h 704"/>
              <a:gd name="T42" fmla="*/ 264 w 704"/>
              <a:gd name="T43" fmla="*/ 336 h 704"/>
              <a:gd name="T44" fmla="*/ 256 w 704"/>
              <a:gd name="T45" fmla="*/ 291 h 704"/>
              <a:gd name="T46" fmla="*/ 257 w 704"/>
              <a:gd name="T47" fmla="*/ 291 h 704"/>
              <a:gd name="T48" fmla="*/ 449 w 704"/>
              <a:gd name="T49" fmla="*/ 181 h 704"/>
              <a:gd name="T50" fmla="*/ 499 w 704"/>
              <a:gd name="T51" fmla="*/ 59 h 704"/>
              <a:gd name="T52" fmla="*/ 499 w 704"/>
              <a:gd name="T53" fmla="*/ 59 h 704"/>
              <a:gd name="T54" fmla="*/ 571 w 704"/>
              <a:gd name="T55" fmla="*/ 29 h 704"/>
              <a:gd name="T56" fmla="*/ 644 w 704"/>
              <a:gd name="T57" fmla="*/ 59 h 704"/>
              <a:gd name="T58" fmla="*/ 674 w 704"/>
              <a:gd name="T59" fmla="*/ 132 h 704"/>
              <a:gd name="T60" fmla="*/ 644 w 704"/>
              <a:gd name="T61" fmla="*/ 205 h 704"/>
              <a:gd name="T62" fmla="*/ 571 w 704"/>
              <a:gd name="T63" fmla="*/ 235 h 704"/>
              <a:gd name="T64" fmla="*/ 499 w 704"/>
              <a:gd name="T65" fmla="*/ 205 h 704"/>
              <a:gd name="T66" fmla="*/ 469 w 704"/>
              <a:gd name="T67" fmla="*/ 132 h 704"/>
              <a:gd name="T68" fmla="*/ 499 w 704"/>
              <a:gd name="T69" fmla="*/ 59 h 704"/>
              <a:gd name="T70" fmla="*/ 499 w 704"/>
              <a:gd name="T71" fmla="*/ 498 h 704"/>
              <a:gd name="T72" fmla="*/ 499 w 704"/>
              <a:gd name="T73" fmla="*/ 498 h 704"/>
              <a:gd name="T74" fmla="*/ 571 w 704"/>
              <a:gd name="T75" fmla="*/ 468 h 704"/>
              <a:gd name="T76" fmla="*/ 644 w 704"/>
              <a:gd name="T77" fmla="*/ 498 h 704"/>
              <a:gd name="T78" fmla="*/ 674 w 704"/>
              <a:gd name="T79" fmla="*/ 571 h 704"/>
              <a:gd name="T80" fmla="*/ 644 w 704"/>
              <a:gd name="T81" fmla="*/ 644 h 704"/>
              <a:gd name="T82" fmla="*/ 571 w 704"/>
              <a:gd name="T83" fmla="*/ 674 h 704"/>
              <a:gd name="T84" fmla="*/ 499 w 704"/>
              <a:gd name="T85" fmla="*/ 644 h 704"/>
              <a:gd name="T86" fmla="*/ 469 w 704"/>
              <a:gd name="T87" fmla="*/ 571 h 704"/>
              <a:gd name="T88" fmla="*/ 499 w 704"/>
              <a:gd name="T89" fmla="*/ 498 h 704"/>
              <a:gd name="T90" fmla="*/ 205 w 704"/>
              <a:gd name="T91" fmla="*/ 409 h 704"/>
              <a:gd name="T92" fmla="*/ 205 w 704"/>
              <a:gd name="T93" fmla="*/ 409 h 704"/>
              <a:gd name="T94" fmla="*/ 132 w 704"/>
              <a:gd name="T95" fmla="*/ 439 h 704"/>
              <a:gd name="T96" fmla="*/ 59 w 704"/>
              <a:gd name="T97" fmla="*/ 409 h 704"/>
              <a:gd name="T98" fmla="*/ 29 w 704"/>
              <a:gd name="T99" fmla="*/ 336 h 704"/>
              <a:gd name="T100" fmla="*/ 59 w 704"/>
              <a:gd name="T101" fmla="*/ 265 h 704"/>
              <a:gd name="T102" fmla="*/ 132 w 704"/>
              <a:gd name="T103" fmla="*/ 235 h 704"/>
              <a:gd name="T104" fmla="*/ 205 w 704"/>
              <a:gd name="T105" fmla="*/ 265 h 704"/>
              <a:gd name="T106" fmla="*/ 235 w 704"/>
              <a:gd name="T107" fmla="*/ 336 h 704"/>
              <a:gd name="T108" fmla="*/ 205 w 704"/>
              <a:gd name="T109" fmla="*/ 40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04" h="704">
                <a:moveTo>
                  <a:pt x="449" y="181"/>
                </a:moveTo>
                <a:lnTo>
                  <a:pt x="449" y="181"/>
                </a:lnTo>
                <a:cubicBezTo>
                  <a:pt x="469" y="229"/>
                  <a:pt x="517" y="264"/>
                  <a:pt x="571" y="264"/>
                </a:cubicBezTo>
                <a:cubicBezTo>
                  <a:pt x="644" y="264"/>
                  <a:pt x="703" y="205"/>
                  <a:pt x="703" y="132"/>
                </a:cubicBezTo>
                <a:cubicBezTo>
                  <a:pt x="703" y="59"/>
                  <a:pt x="644" y="0"/>
                  <a:pt x="571" y="0"/>
                </a:cubicBezTo>
                <a:cubicBezTo>
                  <a:pt x="499" y="0"/>
                  <a:pt x="440" y="59"/>
                  <a:pt x="440" y="132"/>
                </a:cubicBezTo>
                <a:cubicBezTo>
                  <a:pt x="440" y="139"/>
                  <a:pt x="441" y="145"/>
                  <a:pt x="441" y="152"/>
                </a:cubicBezTo>
                <a:cubicBezTo>
                  <a:pt x="243" y="265"/>
                  <a:pt x="243" y="265"/>
                  <a:pt x="243" y="265"/>
                </a:cubicBezTo>
                <a:cubicBezTo>
                  <a:pt x="219" y="229"/>
                  <a:pt x="179" y="205"/>
                  <a:pt x="132" y="205"/>
                </a:cubicBezTo>
                <a:cubicBezTo>
                  <a:pt x="59" y="205"/>
                  <a:pt x="0" y="264"/>
                  <a:pt x="0" y="336"/>
                </a:cubicBezTo>
                <a:cubicBezTo>
                  <a:pt x="0" y="410"/>
                  <a:pt x="59" y="468"/>
                  <a:pt x="132" y="468"/>
                </a:cubicBezTo>
                <a:cubicBezTo>
                  <a:pt x="179" y="468"/>
                  <a:pt x="219" y="445"/>
                  <a:pt x="243" y="409"/>
                </a:cubicBezTo>
                <a:cubicBezTo>
                  <a:pt x="447" y="526"/>
                  <a:pt x="447" y="526"/>
                  <a:pt x="447" y="526"/>
                </a:cubicBezTo>
                <a:cubicBezTo>
                  <a:pt x="448" y="526"/>
                  <a:pt x="448" y="526"/>
                  <a:pt x="448" y="526"/>
                </a:cubicBezTo>
                <a:cubicBezTo>
                  <a:pt x="442" y="539"/>
                  <a:pt x="440" y="555"/>
                  <a:pt x="440" y="571"/>
                </a:cubicBezTo>
                <a:cubicBezTo>
                  <a:pt x="440" y="644"/>
                  <a:pt x="499" y="703"/>
                  <a:pt x="571" y="703"/>
                </a:cubicBezTo>
                <a:cubicBezTo>
                  <a:pt x="644" y="703"/>
                  <a:pt x="703" y="644"/>
                  <a:pt x="703" y="571"/>
                </a:cubicBezTo>
                <a:cubicBezTo>
                  <a:pt x="703" y="498"/>
                  <a:pt x="644" y="439"/>
                  <a:pt x="571" y="439"/>
                </a:cubicBezTo>
                <a:cubicBezTo>
                  <a:pt x="525" y="439"/>
                  <a:pt x="485" y="464"/>
                  <a:pt x="462" y="500"/>
                </a:cubicBezTo>
                <a:cubicBezTo>
                  <a:pt x="257" y="383"/>
                  <a:pt x="257" y="383"/>
                  <a:pt x="257" y="383"/>
                </a:cubicBezTo>
                <a:lnTo>
                  <a:pt x="256" y="383"/>
                </a:lnTo>
                <a:cubicBezTo>
                  <a:pt x="261" y="368"/>
                  <a:pt x="264" y="353"/>
                  <a:pt x="264" y="336"/>
                </a:cubicBezTo>
                <a:cubicBezTo>
                  <a:pt x="264" y="321"/>
                  <a:pt x="261" y="306"/>
                  <a:pt x="256" y="291"/>
                </a:cubicBezTo>
                <a:lnTo>
                  <a:pt x="257" y="291"/>
                </a:lnTo>
                <a:lnTo>
                  <a:pt x="449" y="181"/>
                </a:lnTo>
                <a:close/>
                <a:moveTo>
                  <a:pt x="499" y="59"/>
                </a:moveTo>
                <a:lnTo>
                  <a:pt x="499" y="59"/>
                </a:lnTo>
                <a:cubicBezTo>
                  <a:pt x="518" y="41"/>
                  <a:pt x="543" y="29"/>
                  <a:pt x="571" y="29"/>
                </a:cubicBezTo>
                <a:cubicBezTo>
                  <a:pt x="600" y="29"/>
                  <a:pt x="625" y="41"/>
                  <a:pt x="644" y="59"/>
                </a:cubicBezTo>
                <a:cubicBezTo>
                  <a:pt x="662" y="78"/>
                  <a:pt x="674" y="103"/>
                  <a:pt x="674" y="132"/>
                </a:cubicBezTo>
                <a:cubicBezTo>
                  <a:pt x="674" y="161"/>
                  <a:pt x="662" y="185"/>
                  <a:pt x="644" y="205"/>
                </a:cubicBezTo>
                <a:cubicBezTo>
                  <a:pt x="625" y="222"/>
                  <a:pt x="600" y="235"/>
                  <a:pt x="571" y="235"/>
                </a:cubicBezTo>
                <a:cubicBezTo>
                  <a:pt x="543" y="235"/>
                  <a:pt x="518" y="222"/>
                  <a:pt x="499" y="205"/>
                </a:cubicBezTo>
                <a:cubicBezTo>
                  <a:pt x="481" y="185"/>
                  <a:pt x="469" y="161"/>
                  <a:pt x="469" y="132"/>
                </a:cubicBezTo>
                <a:cubicBezTo>
                  <a:pt x="469" y="103"/>
                  <a:pt x="481" y="78"/>
                  <a:pt x="499" y="59"/>
                </a:cubicBezTo>
                <a:close/>
                <a:moveTo>
                  <a:pt x="499" y="498"/>
                </a:moveTo>
                <a:lnTo>
                  <a:pt x="499" y="498"/>
                </a:lnTo>
                <a:cubicBezTo>
                  <a:pt x="518" y="480"/>
                  <a:pt x="543" y="468"/>
                  <a:pt x="571" y="468"/>
                </a:cubicBezTo>
                <a:cubicBezTo>
                  <a:pt x="600" y="468"/>
                  <a:pt x="625" y="480"/>
                  <a:pt x="644" y="498"/>
                </a:cubicBezTo>
                <a:cubicBezTo>
                  <a:pt x="662" y="517"/>
                  <a:pt x="674" y="542"/>
                  <a:pt x="674" y="571"/>
                </a:cubicBezTo>
                <a:cubicBezTo>
                  <a:pt x="674" y="600"/>
                  <a:pt x="662" y="625"/>
                  <a:pt x="644" y="644"/>
                </a:cubicBezTo>
                <a:cubicBezTo>
                  <a:pt x="625" y="662"/>
                  <a:pt x="600" y="674"/>
                  <a:pt x="571" y="674"/>
                </a:cubicBezTo>
                <a:cubicBezTo>
                  <a:pt x="543" y="674"/>
                  <a:pt x="518" y="662"/>
                  <a:pt x="499" y="644"/>
                </a:cubicBezTo>
                <a:cubicBezTo>
                  <a:pt x="481" y="625"/>
                  <a:pt x="469" y="600"/>
                  <a:pt x="469" y="571"/>
                </a:cubicBezTo>
                <a:cubicBezTo>
                  <a:pt x="469" y="542"/>
                  <a:pt x="481" y="517"/>
                  <a:pt x="499" y="498"/>
                </a:cubicBezTo>
                <a:close/>
                <a:moveTo>
                  <a:pt x="205" y="409"/>
                </a:moveTo>
                <a:lnTo>
                  <a:pt x="205" y="409"/>
                </a:lnTo>
                <a:cubicBezTo>
                  <a:pt x="186" y="428"/>
                  <a:pt x="161" y="439"/>
                  <a:pt x="132" y="439"/>
                </a:cubicBezTo>
                <a:cubicBezTo>
                  <a:pt x="103" y="439"/>
                  <a:pt x="79" y="428"/>
                  <a:pt x="59" y="409"/>
                </a:cubicBezTo>
                <a:cubicBezTo>
                  <a:pt x="42" y="391"/>
                  <a:pt x="29" y="365"/>
                  <a:pt x="29" y="336"/>
                </a:cubicBezTo>
                <a:cubicBezTo>
                  <a:pt x="29" y="309"/>
                  <a:pt x="42" y="283"/>
                  <a:pt x="59" y="265"/>
                </a:cubicBezTo>
                <a:cubicBezTo>
                  <a:pt x="79" y="246"/>
                  <a:pt x="103" y="235"/>
                  <a:pt x="132" y="235"/>
                </a:cubicBezTo>
                <a:cubicBezTo>
                  <a:pt x="161" y="235"/>
                  <a:pt x="186" y="246"/>
                  <a:pt x="205" y="265"/>
                </a:cubicBezTo>
                <a:cubicBezTo>
                  <a:pt x="223" y="283"/>
                  <a:pt x="235" y="309"/>
                  <a:pt x="235" y="336"/>
                </a:cubicBezTo>
                <a:cubicBezTo>
                  <a:pt x="235" y="365"/>
                  <a:pt x="223" y="391"/>
                  <a:pt x="205" y="409"/>
                </a:cubicBezTo>
                <a:close/>
              </a:path>
            </a:pathLst>
          </a:custGeom>
          <a:solidFill>
            <a:schemeClr val="accent4"/>
          </a:solidFill>
          <a:ln>
            <a:noFill/>
          </a:ln>
          <a:effectLst/>
        </p:spPr>
        <p:txBody>
          <a:bodyPr wrap="none" anchor="ctr"/>
          <a:lstStyle/>
          <a:p>
            <a:endParaRPr lang="da-DK"/>
          </a:p>
        </p:txBody>
      </p:sp>
      <p:grpSp>
        <p:nvGrpSpPr>
          <p:cNvPr id="573" name="Group 577">
            <a:extLst>
              <a:ext uri="{FF2B5EF4-FFF2-40B4-BE49-F238E27FC236}">
                <a16:creationId xmlns:a16="http://schemas.microsoft.com/office/drawing/2014/main" id="{F7CEC82A-B480-E2AA-DF87-2C202269F8E8}"/>
              </a:ext>
            </a:extLst>
          </p:cNvPr>
          <p:cNvGrpSpPr/>
          <p:nvPr/>
        </p:nvGrpSpPr>
        <p:grpSpPr>
          <a:xfrm>
            <a:off x="5284911" y="4663703"/>
            <a:ext cx="254000" cy="254000"/>
            <a:chOff x="4143375" y="5011738"/>
            <a:chExt cx="254000" cy="254000"/>
          </a:xfrm>
          <a:solidFill>
            <a:schemeClr val="accent4"/>
          </a:solidFill>
        </p:grpSpPr>
        <p:sp>
          <p:nvSpPr>
            <p:cNvPr id="574" name="Freeform 475">
              <a:extLst>
                <a:ext uri="{FF2B5EF4-FFF2-40B4-BE49-F238E27FC236}">
                  <a16:creationId xmlns:a16="http://schemas.microsoft.com/office/drawing/2014/main" id="{7EFF9884-2178-6126-2112-93F10AE0964E}"/>
                </a:ext>
              </a:extLst>
            </p:cNvPr>
            <p:cNvSpPr>
              <a:spLocks noChangeArrowheads="1"/>
            </p:cNvSpPr>
            <p:nvPr/>
          </p:nvSpPr>
          <p:spPr bwMode="auto">
            <a:xfrm>
              <a:off x="4143375" y="5011738"/>
              <a:ext cx="254000" cy="254000"/>
            </a:xfrm>
            <a:custGeom>
              <a:avLst/>
              <a:gdLst>
                <a:gd name="T0" fmla="*/ 73 w 704"/>
                <a:gd name="T1" fmla="*/ 703 h 704"/>
                <a:gd name="T2" fmla="*/ 73 w 704"/>
                <a:gd name="T3" fmla="*/ 703 h 704"/>
                <a:gd name="T4" fmla="*/ 630 w 704"/>
                <a:gd name="T5" fmla="*/ 703 h 704"/>
                <a:gd name="T6" fmla="*/ 703 w 704"/>
                <a:gd name="T7" fmla="*/ 630 h 704"/>
                <a:gd name="T8" fmla="*/ 703 w 704"/>
                <a:gd name="T9" fmla="*/ 73 h 704"/>
                <a:gd name="T10" fmla="*/ 630 w 704"/>
                <a:gd name="T11" fmla="*/ 0 h 704"/>
                <a:gd name="T12" fmla="*/ 73 w 704"/>
                <a:gd name="T13" fmla="*/ 0 h 704"/>
                <a:gd name="T14" fmla="*/ 0 w 704"/>
                <a:gd name="T15" fmla="*/ 73 h 704"/>
                <a:gd name="T16" fmla="*/ 0 w 704"/>
                <a:gd name="T17" fmla="*/ 630 h 704"/>
                <a:gd name="T18" fmla="*/ 73 w 704"/>
                <a:gd name="T19" fmla="*/ 703 h 704"/>
                <a:gd name="T20" fmla="*/ 29 w 704"/>
                <a:gd name="T21" fmla="*/ 73 h 704"/>
                <a:gd name="T22" fmla="*/ 29 w 704"/>
                <a:gd name="T23" fmla="*/ 73 h 704"/>
                <a:gd name="T24" fmla="*/ 73 w 704"/>
                <a:gd name="T25" fmla="*/ 29 h 704"/>
                <a:gd name="T26" fmla="*/ 630 w 704"/>
                <a:gd name="T27" fmla="*/ 29 h 704"/>
                <a:gd name="T28" fmla="*/ 674 w 704"/>
                <a:gd name="T29" fmla="*/ 73 h 704"/>
                <a:gd name="T30" fmla="*/ 674 w 704"/>
                <a:gd name="T31" fmla="*/ 630 h 704"/>
                <a:gd name="T32" fmla="*/ 630 w 704"/>
                <a:gd name="T33" fmla="*/ 674 h 704"/>
                <a:gd name="T34" fmla="*/ 73 w 704"/>
                <a:gd name="T35" fmla="*/ 674 h 704"/>
                <a:gd name="T36" fmla="*/ 29 w 704"/>
                <a:gd name="T37" fmla="*/ 630 h 704"/>
                <a:gd name="T38" fmla="*/ 29 w 704"/>
                <a:gd name="T39" fmla="*/ 7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4" h="704">
                  <a:moveTo>
                    <a:pt x="73" y="703"/>
                  </a:moveTo>
                  <a:lnTo>
                    <a:pt x="73" y="703"/>
                  </a:lnTo>
                  <a:cubicBezTo>
                    <a:pt x="630" y="703"/>
                    <a:pt x="630" y="703"/>
                    <a:pt x="630" y="703"/>
                  </a:cubicBezTo>
                  <a:cubicBezTo>
                    <a:pt x="670" y="703"/>
                    <a:pt x="703" y="670"/>
                    <a:pt x="703" y="630"/>
                  </a:cubicBezTo>
                  <a:cubicBezTo>
                    <a:pt x="703" y="73"/>
                    <a:pt x="703" y="73"/>
                    <a:pt x="703" y="73"/>
                  </a:cubicBezTo>
                  <a:cubicBezTo>
                    <a:pt x="703" y="33"/>
                    <a:pt x="670" y="0"/>
                    <a:pt x="630" y="0"/>
                  </a:cubicBezTo>
                  <a:cubicBezTo>
                    <a:pt x="73" y="0"/>
                    <a:pt x="73" y="0"/>
                    <a:pt x="73" y="0"/>
                  </a:cubicBezTo>
                  <a:cubicBezTo>
                    <a:pt x="33" y="0"/>
                    <a:pt x="0" y="33"/>
                    <a:pt x="0" y="73"/>
                  </a:cubicBezTo>
                  <a:cubicBezTo>
                    <a:pt x="0" y="630"/>
                    <a:pt x="0" y="630"/>
                    <a:pt x="0" y="630"/>
                  </a:cubicBezTo>
                  <a:cubicBezTo>
                    <a:pt x="0" y="670"/>
                    <a:pt x="33" y="703"/>
                    <a:pt x="73" y="703"/>
                  </a:cubicBezTo>
                  <a:close/>
                  <a:moveTo>
                    <a:pt x="29" y="73"/>
                  </a:moveTo>
                  <a:lnTo>
                    <a:pt x="29" y="73"/>
                  </a:lnTo>
                  <a:cubicBezTo>
                    <a:pt x="29" y="50"/>
                    <a:pt x="50" y="31"/>
                    <a:pt x="73" y="29"/>
                  </a:cubicBezTo>
                  <a:cubicBezTo>
                    <a:pt x="630" y="29"/>
                    <a:pt x="630" y="29"/>
                    <a:pt x="630" y="29"/>
                  </a:cubicBezTo>
                  <a:cubicBezTo>
                    <a:pt x="653" y="31"/>
                    <a:pt x="674" y="50"/>
                    <a:pt x="674" y="73"/>
                  </a:cubicBezTo>
                  <a:cubicBezTo>
                    <a:pt x="674" y="630"/>
                    <a:pt x="674" y="630"/>
                    <a:pt x="674" y="630"/>
                  </a:cubicBezTo>
                  <a:cubicBezTo>
                    <a:pt x="674" y="654"/>
                    <a:pt x="653" y="674"/>
                    <a:pt x="630" y="674"/>
                  </a:cubicBezTo>
                  <a:cubicBezTo>
                    <a:pt x="73" y="674"/>
                    <a:pt x="73" y="674"/>
                    <a:pt x="73" y="674"/>
                  </a:cubicBezTo>
                  <a:cubicBezTo>
                    <a:pt x="50" y="674"/>
                    <a:pt x="29" y="654"/>
                    <a:pt x="29" y="630"/>
                  </a:cubicBezTo>
                  <a:lnTo>
                    <a:pt x="29" y="7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5" name="Freeform 476">
              <a:extLst>
                <a:ext uri="{FF2B5EF4-FFF2-40B4-BE49-F238E27FC236}">
                  <a16:creationId xmlns:a16="http://schemas.microsoft.com/office/drawing/2014/main" id="{1223B929-2B37-C5DD-709C-EBE47C1BEB9A}"/>
                </a:ext>
              </a:extLst>
            </p:cNvPr>
            <p:cNvSpPr>
              <a:spLocks noChangeArrowheads="1"/>
            </p:cNvSpPr>
            <p:nvPr/>
          </p:nvSpPr>
          <p:spPr bwMode="auto">
            <a:xfrm>
              <a:off x="4175125" y="5043488"/>
              <a:ext cx="190500" cy="190500"/>
            </a:xfrm>
            <a:custGeom>
              <a:avLst/>
              <a:gdLst>
                <a:gd name="T0" fmla="*/ 15 w 528"/>
                <a:gd name="T1" fmla="*/ 176 h 528"/>
                <a:gd name="T2" fmla="*/ 15 w 528"/>
                <a:gd name="T3" fmla="*/ 176 h 528"/>
                <a:gd name="T4" fmla="*/ 29 w 528"/>
                <a:gd name="T5" fmla="*/ 161 h 528"/>
                <a:gd name="T6" fmla="*/ 29 w 528"/>
                <a:gd name="T7" fmla="*/ 161 h 528"/>
                <a:gd name="T8" fmla="*/ 29 w 528"/>
                <a:gd name="T9" fmla="*/ 51 h 528"/>
                <a:gd name="T10" fmla="*/ 478 w 528"/>
                <a:gd name="T11" fmla="*/ 499 h 528"/>
                <a:gd name="T12" fmla="*/ 366 w 528"/>
                <a:gd name="T13" fmla="*/ 499 h 528"/>
                <a:gd name="T14" fmla="*/ 351 w 528"/>
                <a:gd name="T15" fmla="*/ 512 h 528"/>
                <a:gd name="T16" fmla="*/ 366 w 528"/>
                <a:gd name="T17" fmla="*/ 527 h 528"/>
                <a:gd name="T18" fmla="*/ 512 w 528"/>
                <a:gd name="T19" fmla="*/ 527 h 528"/>
                <a:gd name="T20" fmla="*/ 513 w 528"/>
                <a:gd name="T21" fmla="*/ 527 h 528"/>
                <a:gd name="T22" fmla="*/ 517 w 528"/>
                <a:gd name="T23" fmla="*/ 526 h 528"/>
                <a:gd name="T24" fmla="*/ 523 w 528"/>
                <a:gd name="T25" fmla="*/ 523 h 528"/>
                <a:gd name="T26" fmla="*/ 523 w 528"/>
                <a:gd name="T27" fmla="*/ 523 h 528"/>
                <a:gd name="T28" fmla="*/ 523 w 528"/>
                <a:gd name="T29" fmla="*/ 523 h 528"/>
                <a:gd name="T30" fmla="*/ 526 w 528"/>
                <a:gd name="T31" fmla="*/ 519 h 528"/>
                <a:gd name="T32" fmla="*/ 527 w 528"/>
                <a:gd name="T33" fmla="*/ 512 h 528"/>
                <a:gd name="T34" fmla="*/ 527 w 528"/>
                <a:gd name="T35" fmla="*/ 367 h 528"/>
                <a:gd name="T36" fmla="*/ 512 w 528"/>
                <a:gd name="T37" fmla="*/ 352 h 528"/>
                <a:gd name="T38" fmla="*/ 498 w 528"/>
                <a:gd name="T39" fmla="*/ 367 h 528"/>
                <a:gd name="T40" fmla="*/ 498 w 528"/>
                <a:gd name="T41" fmla="*/ 478 h 528"/>
                <a:gd name="T42" fmla="*/ 51 w 528"/>
                <a:gd name="T43" fmla="*/ 29 h 528"/>
                <a:gd name="T44" fmla="*/ 161 w 528"/>
                <a:gd name="T45" fmla="*/ 29 h 528"/>
                <a:gd name="T46" fmla="*/ 176 w 528"/>
                <a:gd name="T47" fmla="*/ 15 h 528"/>
                <a:gd name="T48" fmla="*/ 161 w 528"/>
                <a:gd name="T49" fmla="*/ 0 h 528"/>
                <a:gd name="T50" fmla="*/ 15 w 528"/>
                <a:gd name="T51" fmla="*/ 0 h 528"/>
                <a:gd name="T52" fmla="*/ 15 w 528"/>
                <a:gd name="T53" fmla="*/ 0 h 528"/>
                <a:gd name="T54" fmla="*/ 10 w 528"/>
                <a:gd name="T55" fmla="*/ 2 h 528"/>
                <a:gd name="T56" fmla="*/ 4 w 528"/>
                <a:gd name="T57" fmla="*/ 4 h 528"/>
                <a:gd name="T58" fmla="*/ 1 w 528"/>
                <a:gd name="T59" fmla="*/ 10 h 528"/>
                <a:gd name="T60" fmla="*/ 0 w 528"/>
                <a:gd name="T61" fmla="*/ 15 h 528"/>
                <a:gd name="T62" fmla="*/ 0 w 528"/>
                <a:gd name="T63" fmla="*/ 161 h 528"/>
                <a:gd name="T64" fmla="*/ 15 w 528"/>
                <a:gd name="T65" fmla="*/ 1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28" h="528">
                  <a:moveTo>
                    <a:pt x="15" y="176"/>
                  </a:moveTo>
                  <a:lnTo>
                    <a:pt x="15" y="176"/>
                  </a:lnTo>
                  <a:cubicBezTo>
                    <a:pt x="23" y="176"/>
                    <a:pt x="29" y="169"/>
                    <a:pt x="29" y="161"/>
                  </a:cubicBezTo>
                  <a:lnTo>
                    <a:pt x="29" y="161"/>
                  </a:lnTo>
                  <a:cubicBezTo>
                    <a:pt x="29" y="51"/>
                    <a:pt x="29" y="51"/>
                    <a:pt x="29" y="51"/>
                  </a:cubicBezTo>
                  <a:cubicBezTo>
                    <a:pt x="478" y="499"/>
                    <a:pt x="478" y="499"/>
                    <a:pt x="478" y="499"/>
                  </a:cubicBezTo>
                  <a:cubicBezTo>
                    <a:pt x="366" y="499"/>
                    <a:pt x="366" y="499"/>
                    <a:pt x="366" y="499"/>
                  </a:cubicBezTo>
                  <a:cubicBezTo>
                    <a:pt x="358" y="499"/>
                    <a:pt x="351" y="505"/>
                    <a:pt x="351" y="512"/>
                  </a:cubicBezTo>
                  <a:cubicBezTo>
                    <a:pt x="351" y="520"/>
                    <a:pt x="358" y="527"/>
                    <a:pt x="366" y="527"/>
                  </a:cubicBezTo>
                  <a:cubicBezTo>
                    <a:pt x="512" y="527"/>
                    <a:pt x="512" y="527"/>
                    <a:pt x="512" y="527"/>
                  </a:cubicBezTo>
                  <a:lnTo>
                    <a:pt x="513" y="527"/>
                  </a:lnTo>
                  <a:cubicBezTo>
                    <a:pt x="515" y="527"/>
                    <a:pt x="516" y="527"/>
                    <a:pt x="517" y="526"/>
                  </a:cubicBezTo>
                  <a:cubicBezTo>
                    <a:pt x="520" y="526"/>
                    <a:pt x="522" y="525"/>
                    <a:pt x="523" y="523"/>
                  </a:cubicBezTo>
                  <a:lnTo>
                    <a:pt x="523" y="523"/>
                  </a:lnTo>
                  <a:lnTo>
                    <a:pt x="523" y="523"/>
                  </a:lnTo>
                  <a:cubicBezTo>
                    <a:pt x="524" y="522"/>
                    <a:pt x="526" y="520"/>
                    <a:pt x="526" y="519"/>
                  </a:cubicBezTo>
                  <a:cubicBezTo>
                    <a:pt x="527" y="516"/>
                    <a:pt x="527" y="515"/>
                    <a:pt x="527" y="512"/>
                  </a:cubicBezTo>
                  <a:cubicBezTo>
                    <a:pt x="527" y="367"/>
                    <a:pt x="527" y="367"/>
                    <a:pt x="527" y="367"/>
                  </a:cubicBezTo>
                  <a:cubicBezTo>
                    <a:pt x="527" y="359"/>
                    <a:pt x="520" y="352"/>
                    <a:pt x="512" y="352"/>
                  </a:cubicBezTo>
                  <a:cubicBezTo>
                    <a:pt x="505" y="352"/>
                    <a:pt x="498" y="359"/>
                    <a:pt x="498" y="367"/>
                  </a:cubicBezTo>
                  <a:cubicBezTo>
                    <a:pt x="498" y="478"/>
                    <a:pt x="498" y="478"/>
                    <a:pt x="498" y="478"/>
                  </a:cubicBezTo>
                  <a:cubicBezTo>
                    <a:pt x="51" y="29"/>
                    <a:pt x="51" y="29"/>
                    <a:pt x="51" y="29"/>
                  </a:cubicBezTo>
                  <a:cubicBezTo>
                    <a:pt x="161" y="29"/>
                    <a:pt x="161" y="29"/>
                    <a:pt x="161" y="29"/>
                  </a:cubicBezTo>
                  <a:cubicBezTo>
                    <a:pt x="169" y="29"/>
                    <a:pt x="176" y="24"/>
                    <a:pt x="176" y="15"/>
                  </a:cubicBezTo>
                  <a:cubicBezTo>
                    <a:pt x="176" y="7"/>
                    <a:pt x="169" y="0"/>
                    <a:pt x="161" y="0"/>
                  </a:cubicBezTo>
                  <a:cubicBezTo>
                    <a:pt x="15" y="0"/>
                    <a:pt x="15" y="0"/>
                    <a:pt x="15" y="0"/>
                  </a:cubicBezTo>
                  <a:lnTo>
                    <a:pt x="15" y="0"/>
                  </a:lnTo>
                  <a:cubicBezTo>
                    <a:pt x="12" y="0"/>
                    <a:pt x="11" y="0"/>
                    <a:pt x="10" y="2"/>
                  </a:cubicBezTo>
                  <a:cubicBezTo>
                    <a:pt x="7" y="2"/>
                    <a:pt x="5" y="3"/>
                    <a:pt x="4" y="4"/>
                  </a:cubicBezTo>
                  <a:cubicBezTo>
                    <a:pt x="3" y="6"/>
                    <a:pt x="1" y="7"/>
                    <a:pt x="1" y="10"/>
                  </a:cubicBezTo>
                  <a:cubicBezTo>
                    <a:pt x="0" y="11"/>
                    <a:pt x="0" y="13"/>
                    <a:pt x="0" y="15"/>
                  </a:cubicBezTo>
                  <a:cubicBezTo>
                    <a:pt x="0" y="161"/>
                    <a:pt x="0" y="161"/>
                    <a:pt x="0" y="161"/>
                  </a:cubicBezTo>
                  <a:cubicBezTo>
                    <a:pt x="0" y="169"/>
                    <a:pt x="7" y="176"/>
                    <a:pt x="15" y="1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76" name="Group 580">
            <a:extLst>
              <a:ext uri="{FF2B5EF4-FFF2-40B4-BE49-F238E27FC236}">
                <a16:creationId xmlns:a16="http://schemas.microsoft.com/office/drawing/2014/main" id="{C74F6B3A-0576-500A-64C3-3061048AC631}"/>
              </a:ext>
            </a:extLst>
          </p:cNvPr>
          <p:cNvGrpSpPr/>
          <p:nvPr/>
        </p:nvGrpSpPr>
        <p:grpSpPr>
          <a:xfrm>
            <a:off x="6802561" y="4663703"/>
            <a:ext cx="254000" cy="254000"/>
            <a:chOff x="5661025" y="5011738"/>
            <a:chExt cx="254000" cy="254000"/>
          </a:xfrm>
          <a:solidFill>
            <a:schemeClr val="accent4"/>
          </a:solidFill>
        </p:grpSpPr>
        <p:sp>
          <p:nvSpPr>
            <p:cNvPr id="577" name="Freeform 477">
              <a:extLst>
                <a:ext uri="{FF2B5EF4-FFF2-40B4-BE49-F238E27FC236}">
                  <a16:creationId xmlns:a16="http://schemas.microsoft.com/office/drawing/2014/main" id="{7A9B5477-4833-93B1-21D8-EF4D6404CDBD}"/>
                </a:ext>
              </a:extLst>
            </p:cNvPr>
            <p:cNvSpPr>
              <a:spLocks noChangeArrowheads="1"/>
            </p:cNvSpPr>
            <p:nvPr/>
          </p:nvSpPr>
          <p:spPr bwMode="auto">
            <a:xfrm>
              <a:off x="5661025" y="5011738"/>
              <a:ext cx="254000" cy="254000"/>
            </a:xfrm>
            <a:custGeom>
              <a:avLst/>
              <a:gdLst>
                <a:gd name="T0" fmla="*/ 351 w 704"/>
                <a:gd name="T1" fmla="*/ 0 h 704"/>
                <a:gd name="T2" fmla="*/ 351 w 704"/>
                <a:gd name="T3" fmla="*/ 0 h 704"/>
                <a:gd name="T4" fmla="*/ 0 w 704"/>
                <a:gd name="T5" fmla="*/ 352 h 704"/>
                <a:gd name="T6" fmla="*/ 351 w 704"/>
                <a:gd name="T7" fmla="*/ 703 h 704"/>
                <a:gd name="T8" fmla="*/ 703 w 704"/>
                <a:gd name="T9" fmla="*/ 352 h 704"/>
                <a:gd name="T10" fmla="*/ 351 w 704"/>
                <a:gd name="T11" fmla="*/ 0 h 704"/>
                <a:gd name="T12" fmla="*/ 579 w 704"/>
                <a:gd name="T13" fmla="*/ 580 h 704"/>
                <a:gd name="T14" fmla="*/ 579 w 704"/>
                <a:gd name="T15" fmla="*/ 580 h 704"/>
                <a:gd name="T16" fmla="*/ 351 w 704"/>
                <a:gd name="T17" fmla="*/ 674 h 704"/>
                <a:gd name="T18" fmla="*/ 123 w 704"/>
                <a:gd name="T19" fmla="*/ 580 h 704"/>
                <a:gd name="T20" fmla="*/ 29 w 704"/>
                <a:gd name="T21" fmla="*/ 352 h 704"/>
                <a:gd name="T22" fmla="*/ 123 w 704"/>
                <a:gd name="T23" fmla="*/ 124 h 704"/>
                <a:gd name="T24" fmla="*/ 351 w 704"/>
                <a:gd name="T25" fmla="*/ 29 h 704"/>
                <a:gd name="T26" fmla="*/ 579 w 704"/>
                <a:gd name="T27" fmla="*/ 124 h 704"/>
                <a:gd name="T28" fmla="*/ 674 w 704"/>
                <a:gd name="T29" fmla="*/ 352 h 704"/>
                <a:gd name="T30" fmla="*/ 579 w 704"/>
                <a:gd name="T31" fmla="*/ 58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04" h="704">
                  <a:moveTo>
                    <a:pt x="351" y="0"/>
                  </a:moveTo>
                  <a:lnTo>
                    <a:pt x="351" y="0"/>
                  </a:lnTo>
                  <a:cubicBezTo>
                    <a:pt x="158" y="0"/>
                    <a:pt x="0" y="158"/>
                    <a:pt x="0" y="352"/>
                  </a:cubicBezTo>
                  <a:cubicBezTo>
                    <a:pt x="0" y="547"/>
                    <a:pt x="158" y="703"/>
                    <a:pt x="351" y="703"/>
                  </a:cubicBezTo>
                  <a:cubicBezTo>
                    <a:pt x="545" y="703"/>
                    <a:pt x="703" y="547"/>
                    <a:pt x="703" y="352"/>
                  </a:cubicBezTo>
                  <a:cubicBezTo>
                    <a:pt x="703" y="158"/>
                    <a:pt x="545" y="0"/>
                    <a:pt x="351" y="0"/>
                  </a:cubicBezTo>
                  <a:close/>
                  <a:moveTo>
                    <a:pt x="579" y="580"/>
                  </a:moveTo>
                  <a:lnTo>
                    <a:pt x="579" y="580"/>
                  </a:lnTo>
                  <a:cubicBezTo>
                    <a:pt x="522" y="639"/>
                    <a:pt x="441" y="674"/>
                    <a:pt x="351" y="674"/>
                  </a:cubicBezTo>
                  <a:cubicBezTo>
                    <a:pt x="262" y="674"/>
                    <a:pt x="183" y="639"/>
                    <a:pt x="123" y="580"/>
                  </a:cubicBezTo>
                  <a:cubicBezTo>
                    <a:pt x="66" y="522"/>
                    <a:pt x="29" y="441"/>
                    <a:pt x="29" y="352"/>
                  </a:cubicBezTo>
                  <a:cubicBezTo>
                    <a:pt x="29" y="263"/>
                    <a:pt x="66" y="183"/>
                    <a:pt x="123" y="124"/>
                  </a:cubicBezTo>
                  <a:cubicBezTo>
                    <a:pt x="183" y="66"/>
                    <a:pt x="262" y="29"/>
                    <a:pt x="351" y="29"/>
                  </a:cubicBezTo>
                  <a:cubicBezTo>
                    <a:pt x="441" y="29"/>
                    <a:pt x="522" y="66"/>
                    <a:pt x="579" y="124"/>
                  </a:cubicBezTo>
                  <a:cubicBezTo>
                    <a:pt x="638" y="183"/>
                    <a:pt x="674" y="263"/>
                    <a:pt x="674" y="352"/>
                  </a:cubicBezTo>
                  <a:cubicBezTo>
                    <a:pt x="674" y="441"/>
                    <a:pt x="638" y="522"/>
                    <a:pt x="579" y="58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8" name="Freeform 478">
              <a:extLst>
                <a:ext uri="{FF2B5EF4-FFF2-40B4-BE49-F238E27FC236}">
                  <a16:creationId xmlns:a16="http://schemas.microsoft.com/office/drawing/2014/main" id="{F7F79DA5-922D-B387-DE89-6693A0251390}"/>
                </a:ext>
              </a:extLst>
            </p:cNvPr>
            <p:cNvSpPr>
              <a:spLocks noChangeArrowheads="1"/>
            </p:cNvSpPr>
            <p:nvPr/>
          </p:nvSpPr>
          <p:spPr bwMode="auto">
            <a:xfrm>
              <a:off x="5746750" y="5211763"/>
              <a:ext cx="84138" cy="11112"/>
            </a:xfrm>
            <a:custGeom>
              <a:avLst/>
              <a:gdLst>
                <a:gd name="T0" fmla="*/ 219 w 234"/>
                <a:gd name="T1" fmla="*/ 0 h 32"/>
                <a:gd name="T2" fmla="*/ 219 w 234"/>
                <a:gd name="T3" fmla="*/ 0 h 32"/>
                <a:gd name="T4" fmla="*/ 13 w 234"/>
                <a:gd name="T5" fmla="*/ 0 h 32"/>
                <a:gd name="T6" fmla="*/ 0 w 234"/>
                <a:gd name="T7" fmla="*/ 15 h 32"/>
                <a:gd name="T8" fmla="*/ 13 w 234"/>
                <a:gd name="T9" fmla="*/ 31 h 32"/>
                <a:gd name="T10" fmla="*/ 219 w 234"/>
                <a:gd name="T11" fmla="*/ 31 h 32"/>
                <a:gd name="T12" fmla="*/ 233 w 234"/>
                <a:gd name="T13" fmla="*/ 15 h 32"/>
                <a:gd name="T14" fmla="*/ 219 w 234"/>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32">
                  <a:moveTo>
                    <a:pt x="219" y="0"/>
                  </a:moveTo>
                  <a:lnTo>
                    <a:pt x="219" y="0"/>
                  </a:lnTo>
                  <a:cubicBezTo>
                    <a:pt x="13" y="0"/>
                    <a:pt x="13" y="0"/>
                    <a:pt x="13" y="0"/>
                  </a:cubicBezTo>
                  <a:cubicBezTo>
                    <a:pt x="7" y="0"/>
                    <a:pt x="0" y="7"/>
                    <a:pt x="0" y="15"/>
                  </a:cubicBezTo>
                  <a:cubicBezTo>
                    <a:pt x="0" y="24"/>
                    <a:pt x="7" y="31"/>
                    <a:pt x="13" y="31"/>
                  </a:cubicBezTo>
                  <a:cubicBezTo>
                    <a:pt x="219" y="31"/>
                    <a:pt x="219" y="31"/>
                    <a:pt x="219" y="31"/>
                  </a:cubicBezTo>
                  <a:cubicBezTo>
                    <a:pt x="228" y="31"/>
                    <a:pt x="233" y="24"/>
                    <a:pt x="233" y="15"/>
                  </a:cubicBezTo>
                  <a:cubicBezTo>
                    <a:pt x="233" y="7"/>
                    <a:pt x="228" y="0"/>
                    <a:pt x="21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9">
              <a:extLst>
                <a:ext uri="{FF2B5EF4-FFF2-40B4-BE49-F238E27FC236}">
                  <a16:creationId xmlns:a16="http://schemas.microsoft.com/office/drawing/2014/main" id="{D27E97F7-C6F1-2F19-E75B-90DD7C7A8BD0}"/>
                </a:ext>
              </a:extLst>
            </p:cNvPr>
            <p:cNvSpPr>
              <a:spLocks noChangeArrowheads="1"/>
            </p:cNvSpPr>
            <p:nvPr/>
          </p:nvSpPr>
          <p:spPr bwMode="auto">
            <a:xfrm>
              <a:off x="5767388" y="5073650"/>
              <a:ext cx="61912" cy="87313"/>
            </a:xfrm>
            <a:custGeom>
              <a:avLst/>
              <a:gdLst>
                <a:gd name="T0" fmla="*/ 31 w 172"/>
                <a:gd name="T1" fmla="*/ 232 h 241"/>
                <a:gd name="T2" fmla="*/ 31 w 172"/>
                <a:gd name="T3" fmla="*/ 232 h 241"/>
                <a:gd name="T4" fmla="*/ 59 w 172"/>
                <a:gd name="T5" fmla="*/ 240 h 241"/>
                <a:gd name="T6" fmla="*/ 110 w 172"/>
                <a:gd name="T7" fmla="*/ 210 h 241"/>
                <a:gd name="T8" fmla="*/ 98 w 172"/>
                <a:gd name="T9" fmla="*/ 203 h 241"/>
                <a:gd name="T10" fmla="*/ 110 w 172"/>
                <a:gd name="T11" fmla="*/ 210 h 241"/>
                <a:gd name="T12" fmla="*/ 117 w 172"/>
                <a:gd name="T13" fmla="*/ 195 h 241"/>
                <a:gd name="T14" fmla="*/ 150 w 172"/>
                <a:gd name="T15" fmla="*/ 89 h 241"/>
                <a:gd name="T16" fmla="*/ 169 w 172"/>
                <a:gd name="T17" fmla="*/ 20 h 241"/>
                <a:gd name="T18" fmla="*/ 162 w 172"/>
                <a:gd name="T19" fmla="*/ 4 h 241"/>
                <a:gd name="T20" fmla="*/ 144 w 172"/>
                <a:gd name="T21" fmla="*/ 6 h 241"/>
                <a:gd name="T22" fmla="*/ 83 w 172"/>
                <a:gd name="T23" fmla="*/ 70 h 241"/>
                <a:gd name="T24" fmla="*/ 36 w 172"/>
                <a:gd name="T25" fmla="*/ 118 h 241"/>
                <a:gd name="T26" fmla="*/ 20 w 172"/>
                <a:gd name="T27" fmla="*/ 137 h 241"/>
                <a:gd name="T28" fmla="*/ 9 w 172"/>
                <a:gd name="T29" fmla="*/ 152 h 241"/>
                <a:gd name="T30" fmla="*/ 0 w 172"/>
                <a:gd name="T31" fmla="*/ 181 h 241"/>
                <a:gd name="T32" fmla="*/ 31 w 172"/>
                <a:gd name="T33" fmla="*/ 232 h 241"/>
                <a:gd name="T34" fmla="*/ 35 w 172"/>
                <a:gd name="T35" fmla="*/ 166 h 241"/>
                <a:gd name="T36" fmla="*/ 35 w 172"/>
                <a:gd name="T37" fmla="*/ 166 h 241"/>
                <a:gd name="T38" fmla="*/ 42 w 172"/>
                <a:gd name="T39" fmla="*/ 156 h 241"/>
                <a:gd name="T40" fmla="*/ 114 w 172"/>
                <a:gd name="T41" fmla="*/ 78 h 241"/>
                <a:gd name="T42" fmla="*/ 125 w 172"/>
                <a:gd name="T43" fmla="*/ 67 h 241"/>
                <a:gd name="T44" fmla="*/ 107 w 172"/>
                <a:gd name="T45" fmla="*/ 130 h 241"/>
                <a:gd name="T46" fmla="*/ 94 w 172"/>
                <a:gd name="T47" fmla="*/ 173 h 241"/>
                <a:gd name="T48" fmla="*/ 88 w 172"/>
                <a:gd name="T49" fmla="*/ 188 h 241"/>
                <a:gd name="T50" fmla="*/ 85 w 172"/>
                <a:gd name="T51" fmla="*/ 196 h 241"/>
                <a:gd name="T52" fmla="*/ 59 w 172"/>
                <a:gd name="T53" fmla="*/ 210 h 241"/>
                <a:gd name="T54" fmla="*/ 44 w 172"/>
                <a:gd name="T55" fmla="*/ 207 h 241"/>
                <a:gd name="T56" fmla="*/ 31 w 172"/>
                <a:gd name="T57" fmla="*/ 181 h 241"/>
                <a:gd name="T58" fmla="*/ 35 w 172"/>
                <a:gd name="T59" fmla="*/ 166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241">
                  <a:moveTo>
                    <a:pt x="31" y="232"/>
                  </a:moveTo>
                  <a:lnTo>
                    <a:pt x="31" y="232"/>
                  </a:lnTo>
                  <a:cubicBezTo>
                    <a:pt x="39" y="237"/>
                    <a:pt x="50" y="240"/>
                    <a:pt x="59" y="240"/>
                  </a:cubicBezTo>
                  <a:cubicBezTo>
                    <a:pt x="80" y="240"/>
                    <a:pt x="99" y="229"/>
                    <a:pt x="110" y="210"/>
                  </a:cubicBezTo>
                  <a:cubicBezTo>
                    <a:pt x="98" y="203"/>
                    <a:pt x="98" y="203"/>
                    <a:pt x="98" y="203"/>
                  </a:cubicBezTo>
                  <a:cubicBezTo>
                    <a:pt x="110" y="210"/>
                    <a:pt x="110" y="210"/>
                    <a:pt x="110" y="210"/>
                  </a:cubicBezTo>
                  <a:cubicBezTo>
                    <a:pt x="113" y="206"/>
                    <a:pt x="114" y="201"/>
                    <a:pt x="117" y="195"/>
                  </a:cubicBezTo>
                  <a:cubicBezTo>
                    <a:pt x="125" y="170"/>
                    <a:pt x="139" y="127"/>
                    <a:pt x="150" y="89"/>
                  </a:cubicBezTo>
                  <a:cubicBezTo>
                    <a:pt x="160" y="52"/>
                    <a:pt x="169" y="20"/>
                    <a:pt x="169" y="20"/>
                  </a:cubicBezTo>
                  <a:cubicBezTo>
                    <a:pt x="171" y="13"/>
                    <a:pt x="168" y="6"/>
                    <a:pt x="162" y="4"/>
                  </a:cubicBezTo>
                  <a:cubicBezTo>
                    <a:pt x="157" y="0"/>
                    <a:pt x="149" y="1"/>
                    <a:pt x="144" y="6"/>
                  </a:cubicBezTo>
                  <a:cubicBezTo>
                    <a:pt x="144" y="6"/>
                    <a:pt x="114" y="37"/>
                    <a:pt x="83" y="70"/>
                  </a:cubicBezTo>
                  <a:cubicBezTo>
                    <a:pt x="66" y="86"/>
                    <a:pt x="50" y="104"/>
                    <a:pt x="36" y="118"/>
                  </a:cubicBezTo>
                  <a:cubicBezTo>
                    <a:pt x="31" y="126"/>
                    <a:pt x="24" y="131"/>
                    <a:pt x="20" y="137"/>
                  </a:cubicBezTo>
                  <a:cubicBezTo>
                    <a:pt x="14" y="144"/>
                    <a:pt x="11" y="148"/>
                    <a:pt x="9" y="152"/>
                  </a:cubicBezTo>
                  <a:cubicBezTo>
                    <a:pt x="3" y="162"/>
                    <a:pt x="0" y="171"/>
                    <a:pt x="0" y="181"/>
                  </a:cubicBezTo>
                  <a:cubicBezTo>
                    <a:pt x="0" y="201"/>
                    <a:pt x="11" y="221"/>
                    <a:pt x="31" y="232"/>
                  </a:cubicBezTo>
                  <a:close/>
                  <a:moveTo>
                    <a:pt x="35" y="166"/>
                  </a:moveTo>
                  <a:lnTo>
                    <a:pt x="35" y="166"/>
                  </a:lnTo>
                  <a:cubicBezTo>
                    <a:pt x="35" y="166"/>
                    <a:pt x="37" y="162"/>
                    <a:pt x="42" y="156"/>
                  </a:cubicBezTo>
                  <a:cubicBezTo>
                    <a:pt x="57" y="138"/>
                    <a:pt x="88" y="105"/>
                    <a:pt x="114" y="78"/>
                  </a:cubicBezTo>
                  <a:cubicBezTo>
                    <a:pt x="118" y="74"/>
                    <a:pt x="122" y="71"/>
                    <a:pt x="125" y="67"/>
                  </a:cubicBezTo>
                  <a:cubicBezTo>
                    <a:pt x="120" y="86"/>
                    <a:pt x="113" y="109"/>
                    <a:pt x="107" y="130"/>
                  </a:cubicBezTo>
                  <a:cubicBezTo>
                    <a:pt x="102" y="146"/>
                    <a:pt x="98" y="162"/>
                    <a:pt x="94" y="173"/>
                  </a:cubicBezTo>
                  <a:cubicBezTo>
                    <a:pt x="91" y="179"/>
                    <a:pt x="90" y="185"/>
                    <a:pt x="88" y="188"/>
                  </a:cubicBezTo>
                  <a:cubicBezTo>
                    <a:pt x="87" y="192"/>
                    <a:pt x="85" y="195"/>
                    <a:pt x="85" y="196"/>
                  </a:cubicBezTo>
                  <a:cubicBezTo>
                    <a:pt x="80" y="206"/>
                    <a:pt x="69" y="210"/>
                    <a:pt x="59" y="210"/>
                  </a:cubicBezTo>
                  <a:cubicBezTo>
                    <a:pt x="54" y="210"/>
                    <a:pt x="50" y="210"/>
                    <a:pt x="44" y="207"/>
                  </a:cubicBezTo>
                  <a:cubicBezTo>
                    <a:pt x="36" y="201"/>
                    <a:pt x="31" y="192"/>
                    <a:pt x="31" y="181"/>
                  </a:cubicBezTo>
                  <a:cubicBezTo>
                    <a:pt x="31" y="175"/>
                    <a:pt x="32" y="171"/>
                    <a:pt x="35" y="1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80">
              <a:extLst>
                <a:ext uri="{FF2B5EF4-FFF2-40B4-BE49-F238E27FC236}">
                  <a16:creationId xmlns:a16="http://schemas.microsoft.com/office/drawing/2014/main" id="{8CAEF9C4-0156-0974-929B-4E33DC8DCACD}"/>
                </a:ext>
              </a:extLst>
            </p:cNvPr>
            <p:cNvSpPr>
              <a:spLocks noChangeArrowheads="1"/>
            </p:cNvSpPr>
            <p:nvPr/>
          </p:nvSpPr>
          <p:spPr bwMode="auto">
            <a:xfrm>
              <a:off x="5683250" y="5118100"/>
              <a:ext cx="11113" cy="11113"/>
            </a:xfrm>
            <a:custGeom>
              <a:avLst/>
              <a:gdLst>
                <a:gd name="T0" fmla="*/ 14 w 30"/>
                <a:gd name="T1" fmla="*/ 0 h 31"/>
                <a:gd name="T2" fmla="*/ 14 w 30"/>
                <a:gd name="T3" fmla="*/ 0 h 31"/>
                <a:gd name="T4" fmla="*/ 0 w 30"/>
                <a:gd name="T5" fmla="*/ 15 h 31"/>
                <a:gd name="T6" fmla="*/ 14 w 30"/>
                <a:gd name="T7" fmla="*/ 30 h 31"/>
                <a:gd name="T8" fmla="*/ 29 w 30"/>
                <a:gd name="T9" fmla="*/ 15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7"/>
                    <a:pt x="0" y="15"/>
                  </a:cubicBezTo>
                  <a:cubicBezTo>
                    <a:pt x="0" y="23"/>
                    <a:pt x="7" y="30"/>
                    <a:pt x="14" y="30"/>
                  </a:cubicBezTo>
                  <a:cubicBezTo>
                    <a:pt x="22" y="30"/>
                    <a:pt x="29" y="23"/>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81">
              <a:extLst>
                <a:ext uri="{FF2B5EF4-FFF2-40B4-BE49-F238E27FC236}">
                  <a16:creationId xmlns:a16="http://schemas.microsoft.com/office/drawing/2014/main" id="{582E52AE-6018-EE05-11FB-F78EC5A2146E}"/>
                </a:ext>
              </a:extLst>
            </p:cNvPr>
            <p:cNvSpPr>
              <a:spLocks noChangeArrowheads="1"/>
            </p:cNvSpPr>
            <p:nvPr/>
          </p:nvSpPr>
          <p:spPr bwMode="auto">
            <a:xfrm>
              <a:off x="5703888" y="507523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6" y="0"/>
                    <a:pt x="0" y="7"/>
                    <a:pt x="0" y="15"/>
                  </a:cubicBezTo>
                  <a:cubicBezTo>
                    <a:pt x="0" y="23"/>
                    <a:pt x="6" y="29"/>
                    <a:pt x="15" y="29"/>
                  </a:cubicBezTo>
                  <a:cubicBezTo>
                    <a:pt x="23" y="29"/>
                    <a:pt x="30" y="23"/>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82">
              <a:extLst>
                <a:ext uri="{FF2B5EF4-FFF2-40B4-BE49-F238E27FC236}">
                  <a16:creationId xmlns:a16="http://schemas.microsoft.com/office/drawing/2014/main" id="{4C26A3DE-65A6-793E-C23A-1583B1942442}"/>
                </a:ext>
              </a:extLst>
            </p:cNvPr>
            <p:cNvSpPr>
              <a:spLocks noChangeArrowheads="1"/>
            </p:cNvSpPr>
            <p:nvPr/>
          </p:nvSpPr>
          <p:spPr bwMode="auto">
            <a:xfrm>
              <a:off x="5735638" y="5043488"/>
              <a:ext cx="11112" cy="11112"/>
            </a:xfrm>
            <a:custGeom>
              <a:avLst/>
              <a:gdLst>
                <a:gd name="T0" fmla="*/ 16 w 32"/>
                <a:gd name="T1" fmla="*/ 0 h 30"/>
                <a:gd name="T2" fmla="*/ 16 w 32"/>
                <a:gd name="T3" fmla="*/ 0 h 30"/>
                <a:gd name="T4" fmla="*/ 0 w 32"/>
                <a:gd name="T5" fmla="*/ 15 h 30"/>
                <a:gd name="T6" fmla="*/ 16 w 32"/>
                <a:gd name="T7" fmla="*/ 29 h 30"/>
                <a:gd name="T8" fmla="*/ 31 w 32"/>
                <a:gd name="T9" fmla="*/ 15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5"/>
                  </a:cubicBezTo>
                  <a:cubicBezTo>
                    <a:pt x="0" y="24"/>
                    <a:pt x="7" y="29"/>
                    <a:pt x="16" y="29"/>
                  </a:cubicBezTo>
                  <a:cubicBezTo>
                    <a:pt x="24" y="29"/>
                    <a:pt x="31" y="24"/>
                    <a:pt x="31" y="15"/>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3" name="Freeform 483">
              <a:extLst>
                <a:ext uri="{FF2B5EF4-FFF2-40B4-BE49-F238E27FC236}">
                  <a16:creationId xmlns:a16="http://schemas.microsoft.com/office/drawing/2014/main" id="{AFE9FDFD-9531-81A6-015E-F50B46F9D015}"/>
                </a:ext>
              </a:extLst>
            </p:cNvPr>
            <p:cNvSpPr>
              <a:spLocks noChangeArrowheads="1"/>
            </p:cNvSpPr>
            <p:nvPr/>
          </p:nvSpPr>
          <p:spPr bwMode="auto">
            <a:xfrm>
              <a:off x="5783263" y="5033963"/>
              <a:ext cx="11112" cy="11112"/>
            </a:xfrm>
            <a:custGeom>
              <a:avLst/>
              <a:gdLst>
                <a:gd name="T0" fmla="*/ 15 w 31"/>
                <a:gd name="T1" fmla="*/ 29 h 30"/>
                <a:gd name="T2" fmla="*/ 15 w 31"/>
                <a:gd name="T3" fmla="*/ 29 h 30"/>
                <a:gd name="T4" fmla="*/ 30 w 31"/>
                <a:gd name="T5" fmla="*/ 14 h 30"/>
                <a:gd name="T6" fmla="*/ 15 w 31"/>
                <a:gd name="T7" fmla="*/ 0 h 30"/>
                <a:gd name="T8" fmla="*/ 0 w 31"/>
                <a:gd name="T9" fmla="*/ 14 h 30"/>
                <a:gd name="T10" fmla="*/ 15 w 31"/>
                <a:gd name="T11" fmla="*/ 29 h 30"/>
              </a:gdLst>
              <a:ahLst/>
              <a:cxnLst>
                <a:cxn ang="0">
                  <a:pos x="T0" y="T1"/>
                </a:cxn>
                <a:cxn ang="0">
                  <a:pos x="T2" y="T3"/>
                </a:cxn>
                <a:cxn ang="0">
                  <a:pos x="T4" y="T5"/>
                </a:cxn>
                <a:cxn ang="0">
                  <a:pos x="T6" y="T7"/>
                </a:cxn>
                <a:cxn ang="0">
                  <a:pos x="T8" y="T9"/>
                </a:cxn>
                <a:cxn ang="0">
                  <a:pos x="T10" y="T11"/>
                </a:cxn>
              </a:cxnLst>
              <a:rect l="0" t="0" r="r" b="b"/>
              <a:pathLst>
                <a:path w="31" h="30">
                  <a:moveTo>
                    <a:pt x="15" y="29"/>
                  </a:moveTo>
                  <a:lnTo>
                    <a:pt x="15" y="29"/>
                  </a:lnTo>
                  <a:cubicBezTo>
                    <a:pt x="24" y="29"/>
                    <a:pt x="30" y="22"/>
                    <a:pt x="30" y="14"/>
                  </a:cubicBezTo>
                  <a:cubicBezTo>
                    <a:pt x="30"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4" name="Freeform 484">
              <a:extLst>
                <a:ext uri="{FF2B5EF4-FFF2-40B4-BE49-F238E27FC236}">
                  <a16:creationId xmlns:a16="http://schemas.microsoft.com/office/drawing/2014/main" id="{5197DD92-C42D-EFCC-879E-0852A90E2590}"/>
                </a:ext>
              </a:extLst>
            </p:cNvPr>
            <p:cNvSpPr>
              <a:spLocks noChangeArrowheads="1"/>
            </p:cNvSpPr>
            <p:nvPr/>
          </p:nvSpPr>
          <p:spPr bwMode="auto">
            <a:xfrm>
              <a:off x="5830888" y="5043488"/>
              <a:ext cx="11112" cy="11112"/>
            </a:xfrm>
            <a:custGeom>
              <a:avLst/>
              <a:gdLst>
                <a:gd name="T0" fmla="*/ 15 w 31"/>
                <a:gd name="T1" fmla="*/ 0 h 30"/>
                <a:gd name="T2" fmla="*/ 15 w 31"/>
                <a:gd name="T3" fmla="*/ 0 h 30"/>
                <a:gd name="T4" fmla="*/ 0 w 31"/>
                <a:gd name="T5" fmla="*/ 15 h 30"/>
                <a:gd name="T6" fmla="*/ 15 w 31"/>
                <a:gd name="T7" fmla="*/ 29 h 30"/>
                <a:gd name="T8" fmla="*/ 30 w 31"/>
                <a:gd name="T9" fmla="*/ 15 h 30"/>
                <a:gd name="T10" fmla="*/ 15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5" y="0"/>
                  </a:moveTo>
                  <a:lnTo>
                    <a:pt x="15" y="0"/>
                  </a:lnTo>
                  <a:cubicBezTo>
                    <a:pt x="7" y="0"/>
                    <a:pt x="0" y="7"/>
                    <a:pt x="0" y="15"/>
                  </a:cubicBezTo>
                  <a:cubicBezTo>
                    <a:pt x="0" y="24"/>
                    <a:pt x="7" y="29"/>
                    <a:pt x="15" y="29"/>
                  </a:cubicBezTo>
                  <a:cubicBezTo>
                    <a:pt x="23" y="29"/>
                    <a:pt x="30" y="24"/>
                    <a:pt x="30" y="15"/>
                  </a:cubicBezTo>
                  <a:cubicBezTo>
                    <a:pt x="30" y="7"/>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5">
              <a:extLst>
                <a:ext uri="{FF2B5EF4-FFF2-40B4-BE49-F238E27FC236}">
                  <a16:creationId xmlns:a16="http://schemas.microsoft.com/office/drawing/2014/main" id="{FDBD3723-004D-FF5B-5287-227E0A6B93F6}"/>
                </a:ext>
              </a:extLst>
            </p:cNvPr>
            <p:cNvSpPr>
              <a:spLocks noChangeArrowheads="1"/>
            </p:cNvSpPr>
            <p:nvPr/>
          </p:nvSpPr>
          <p:spPr bwMode="auto">
            <a:xfrm>
              <a:off x="5862638" y="5075238"/>
              <a:ext cx="11112" cy="11112"/>
            </a:xfrm>
            <a:custGeom>
              <a:avLst/>
              <a:gdLst>
                <a:gd name="T0" fmla="*/ 0 w 31"/>
                <a:gd name="T1" fmla="*/ 15 h 30"/>
                <a:gd name="T2" fmla="*/ 0 w 31"/>
                <a:gd name="T3" fmla="*/ 15 h 30"/>
                <a:gd name="T4" fmla="*/ 15 w 31"/>
                <a:gd name="T5" fmla="*/ 29 h 30"/>
                <a:gd name="T6" fmla="*/ 30 w 31"/>
                <a:gd name="T7" fmla="*/ 15 h 30"/>
                <a:gd name="T8" fmla="*/ 15 w 31"/>
                <a:gd name="T9" fmla="*/ 0 h 30"/>
                <a:gd name="T10" fmla="*/ 0 w 31"/>
                <a:gd name="T11" fmla="*/ 15 h 30"/>
              </a:gdLst>
              <a:ahLst/>
              <a:cxnLst>
                <a:cxn ang="0">
                  <a:pos x="T0" y="T1"/>
                </a:cxn>
                <a:cxn ang="0">
                  <a:pos x="T2" y="T3"/>
                </a:cxn>
                <a:cxn ang="0">
                  <a:pos x="T4" y="T5"/>
                </a:cxn>
                <a:cxn ang="0">
                  <a:pos x="T6" y="T7"/>
                </a:cxn>
                <a:cxn ang="0">
                  <a:pos x="T8" y="T9"/>
                </a:cxn>
                <a:cxn ang="0">
                  <a:pos x="T10" y="T11"/>
                </a:cxn>
              </a:cxnLst>
              <a:rect l="0" t="0" r="r" b="b"/>
              <a:pathLst>
                <a:path w="31" h="30">
                  <a:moveTo>
                    <a:pt x="0" y="15"/>
                  </a:moveTo>
                  <a:lnTo>
                    <a:pt x="0" y="15"/>
                  </a:lnTo>
                  <a:cubicBezTo>
                    <a:pt x="0" y="23"/>
                    <a:pt x="7" y="29"/>
                    <a:pt x="15" y="29"/>
                  </a:cubicBezTo>
                  <a:cubicBezTo>
                    <a:pt x="23" y="29"/>
                    <a:pt x="30" y="23"/>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6">
              <a:extLst>
                <a:ext uri="{FF2B5EF4-FFF2-40B4-BE49-F238E27FC236}">
                  <a16:creationId xmlns:a16="http://schemas.microsoft.com/office/drawing/2014/main" id="{645CBC38-4327-FE6B-1283-E658F91BDC7E}"/>
                </a:ext>
              </a:extLst>
            </p:cNvPr>
            <p:cNvSpPr>
              <a:spLocks noChangeArrowheads="1"/>
            </p:cNvSpPr>
            <p:nvPr/>
          </p:nvSpPr>
          <p:spPr bwMode="auto">
            <a:xfrm>
              <a:off x="5883275" y="5118100"/>
              <a:ext cx="11113" cy="11113"/>
            </a:xfrm>
            <a:custGeom>
              <a:avLst/>
              <a:gdLst>
                <a:gd name="T0" fmla="*/ 15 w 30"/>
                <a:gd name="T1" fmla="*/ 30 h 31"/>
                <a:gd name="T2" fmla="*/ 15 w 30"/>
                <a:gd name="T3" fmla="*/ 30 h 31"/>
                <a:gd name="T4" fmla="*/ 29 w 30"/>
                <a:gd name="T5" fmla="*/ 15 h 31"/>
                <a:gd name="T6" fmla="*/ 15 w 30"/>
                <a:gd name="T7" fmla="*/ 0 h 31"/>
                <a:gd name="T8" fmla="*/ 0 w 30"/>
                <a:gd name="T9" fmla="*/ 15 h 31"/>
                <a:gd name="T10" fmla="*/ 15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5" y="30"/>
                  </a:moveTo>
                  <a:lnTo>
                    <a:pt x="15" y="30"/>
                  </a:lnTo>
                  <a:cubicBezTo>
                    <a:pt x="23" y="30"/>
                    <a:pt x="29" y="23"/>
                    <a:pt x="29" y="15"/>
                  </a:cubicBezTo>
                  <a:cubicBezTo>
                    <a:pt x="29" y="7"/>
                    <a:pt x="23"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7" name="Group 591">
            <a:extLst>
              <a:ext uri="{FF2B5EF4-FFF2-40B4-BE49-F238E27FC236}">
                <a16:creationId xmlns:a16="http://schemas.microsoft.com/office/drawing/2014/main" id="{44DEBAF2-5AA9-010E-CA70-0EF13E582DEA}"/>
              </a:ext>
            </a:extLst>
          </p:cNvPr>
          <p:cNvGrpSpPr/>
          <p:nvPr/>
        </p:nvGrpSpPr>
        <p:grpSpPr>
          <a:xfrm>
            <a:off x="4780086" y="5708278"/>
            <a:ext cx="254000" cy="211138"/>
            <a:chOff x="3638550" y="6042025"/>
            <a:chExt cx="254000" cy="211138"/>
          </a:xfrm>
          <a:solidFill>
            <a:schemeClr val="accent4"/>
          </a:solidFill>
        </p:grpSpPr>
        <p:sp>
          <p:nvSpPr>
            <p:cNvPr id="588" name="Freeform 487">
              <a:extLst>
                <a:ext uri="{FF2B5EF4-FFF2-40B4-BE49-F238E27FC236}">
                  <a16:creationId xmlns:a16="http://schemas.microsoft.com/office/drawing/2014/main" id="{46DC37A2-ABFF-4C3F-C673-B599A0DC4F28}"/>
                </a:ext>
              </a:extLst>
            </p:cNvPr>
            <p:cNvSpPr>
              <a:spLocks noChangeArrowheads="1"/>
            </p:cNvSpPr>
            <p:nvPr/>
          </p:nvSpPr>
          <p:spPr bwMode="auto">
            <a:xfrm>
              <a:off x="3638550" y="6042025"/>
              <a:ext cx="254000" cy="211138"/>
            </a:xfrm>
            <a:custGeom>
              <a:avLst/>
              <a:gdLst>
                <a:gd name="T0" fmla="*/ 659 w 704"/>
                <a:gd name="T1" fmla="*/ 0 h 587"/>
                <a:gd name="T2" fmla="*/ 659 w 704"/>
                <a:gd name="T3" fmla="*/ 0 h 587"/>
                <a:gd name="T4" fmla="*/ 44 w 704"/>
                <a:gd name="T5" fmla="*/ 0 h 587"/>
                <a:gd name="T6" fmla="*/ 0 w 704"/>
                <a:gd name="T7" fmla="*/ 44 h 587"/>
                <a:gd name="T8" fmla="*/ 0 w 704"/>
                <a:gd name="T9" fmla="*/ 543 h 587"/>
                <a:gd name="T10" fmla="*/ 44 w 704"/>
                <a:gd name="T11" fmla="*/ 586 h 587"/>
                <a:gd name="T12" fmla="*/ 425 w 704"/>
                <a:gd name="T13" fmla="*/ 586 h 587"/>
                <a:gd name="T14" fmla="*/ 425 w 704"/>
                <a:gd name="T15" fmla="*/ 586 h 587"/>
                <a:gd name="T16" fmla="*/ 425 w 704"/>
                <a:gd name="T17" fmla="*/ 586 h 587"/>
                <a:gd name="T18" fmla="*/ 631 w 704"/>
                <a:gd name="T19" fmla="*/ 586 h 587"/>
                <a:gd name="T20" fmla="*/ 659 w 704"/>
                <a:gd name="T21" fmla="*/ 586 h 587"/>
                <a:gd name="T22" fmla="*/ 703 w 704"/>
                <a:gd name="T23" fmla="*/ 543 h 587"/>
                <a:gd name="T24" fmla="*/ 703 w 704"/>
                <a:gd name="T25" fmla="*/ 44 h 587"/>
                <a:gd name="T26" fmla="*/ 659 w 704"/>
                <a:gd name="T27" fmla="*/ 0 h 587"/>
                <a:gd name="T28" fmla="*/ 433 w 704"/>
                <a:gd name="T29" fmla="*/ 556 h 587"/>
                <a:gd name="T30" fmla="*/ 433 w 704"/>
                <a:gd name="T31" fmla="*/ 556 h 587"/>
                <a:gd name="T32" fmla="*/ 296 w 704"/>
                <a:gd name="T33" fmla="*/ 339 h 587"/>
                <a:gd name="T34" fmla="*/ 367 w 704"/>
                <a:gd name="T35" fmla="*/ 245 h 587"/>
                <a:gd name="T36" fmla="*/ 600 w 704"/>
                <a:gd name="T37" fmla="*/ 556 h 587"/>
                <a:gd name="T38" fmla="*/ 433 w 704"/>
                <a:gd name="T39" fmla="*/ 556 h 587"/>
                <a:gd name="T40" fmla="*/ 264 w 704"/>
                <a:gd name="T41" fmla="*/ 346 h 587"/>
                <a:gd name="T42" fmla="*/ 264 w 704"/>
                <a:gd name="T43" fmla="*/ 346 h 587"/>
                <a:gd name="T44" fmla="*/ 265 w 704"/>
                <a:gd name="T45" fmla="*/ 346 h 587"/>
                <a:gd name="T46" fmla="*/ 399 w 704"/>
                <a:gd name="T47" fmla="*/ 556 h 587"/>
                <a:gd name="T48" fmla="*/ 69 w 704"/>
                <a:gd name="T49" fmla="*/ 556 h 587"/>
                <a:gd name="T50" fmla="*/ 221 w 704"/>
                <a:gd name="T51" fmla="*/ 278 h 587"/>
                <a:gd name="T52" fmla="*/ 264 w 704"/>
                <a:gd name="T53" fmla="*/ 346 h 587"/>
                <a:gd name="T54" fmla="*/ 674 w 704"/>
                <a:gd name="T55" fmla="*/ 543 h 587"/>
                <a:gd name="T56" fmla="*/ 674 w 704"/>
                <a:gd name="T57" fmla="*/ 543 h 587"/>
                <a:gd name="T58" fmla="*/ 659 w 704"/>
                <a:gd name="T59" fmla="*/ 556 h 587"/>
                <a:gd name="T60" fmla="*/ 637 w 704"/>
                <a:gd name="T61" fmla="*/ 556 h 587"/>
                <a:gd name="T62" fmla="*/ 378 w 704"/>
                <a:gd name="T63" fmla="*/ 210 h 587"/>
                <a:gd name="T64" fmla="*/ 367 w 704"/>
                <a:gd name="T65" fmla="*/ 205 h 587"/>
                <a:gd name="T66" fmla="*/ 355 w 704"/>
                <a:gd name="T67" fmla="*/ 210 h 587"/>
                <a:gd name="T68" fmla="*/ 278 w 704"/>
                <a:gd name="T69" fmla="*/ 313 h 587"/>
                <a:gd name="T70" fmla="*/ 232 w 704"/>
                <a:gd name="T71" fmla="*/ 241 h 587"/>
                <a:gd name="T72" fmla="*/ 220 w 704"/>
                <a:gd name="T73" fmla="*/ 235 h 587"/>
                <a:gd name="T74" fmla="*/ 208 w 704"/>
                <a:gd name="T75" fmla="*/ 242 h 587"/>
                <a:gd name="T76" fmla="*/ 38 w 704"/>
                <a:gd name="T77" fmla="*/ 554 h 587"/>
                <a:gd name="T78" fmla="*/ 29 w 704"/>
                <a:gd name="T79" fmla="*/ 543 h 587"/>
                <a:gd name="T80" fmla="*/ 29 w 704"/>
                <a:gd name="T81" fmla="*/ 44 h 587"/>
                <a:gd name="T82" fmla="*/ 44 w 704"/>
                <a:gd name="T83" fmla="*/ 29 h 587"/>
                <a:gd name="T84" fmla="*/ 659 w 704"/>
                <a:gd name="T85" fmla="*/ 29 h 587"/>
                <a:gd name="T86" fmla="*/ 674 w 704"/>
                <a:gd name="T87" fmla="*/ 44 h 587"/>
                <a:gd name="T88" fmla="*/ 674 w 704"/>
                <a:gd name="T89" fmla="*/ 543 h 5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04" h="587">
                  <a:moveTo>
                    <a:pt x="659" y="0"/>
                  </a:moveTo>
                  <a:lnTo>
                    <a:pt x="659" y="0"/>
                  </a:lnTo>
                  <a:cubicBezTo>
                    <a:pt x="44" y="0"/>
                    <a:pt x="44" y="0"/>
                    <a:pt x="44" y="0"/>
                  </a:cubicBezTo>
                  <a:cubicBezTo>
                    <a:pt x="20" y="0"/>
                    <a:pt x="0" y="20"/>
                    <a:pt x="0" y="44"/>
                  </a:cubicBezTo>
                  <a:cubicBezTo>
                    <a:pt x="0" y="543"/>
                    <a:pt x="0" y="543"/>
                    <a:pt x="0" y="543"/>
                  </a:cubicBezTo>
                  <a:cubicBezTo>
                    <a:pt x="0" y="566"/>
                    <a:pt x="20" y="586"/>
                    <a:pt x="44" y="586"/>
                  </a:cubicBezTo>
                  <a:cubicBezTo>
                    <a:pt x="425" y="586"/>
                    <a:pt x="425" y="586"/>
                    <a:pt x="425" y="586"/>
                  </a:cubicBezTo>
                  <a:lnTo>
                    <a:pt x="425" y="586"/>
                  </a:lnTo>
                  <a:lnTo>
                    <a:pt x="425" y="586"/>
                  </a:lnTo>
                  <a:cubicBezTo>
                    <a:pt x="631" y="586"/>
                    <a:pt x="631" y="586"/>
                    <a:pt x="631" y="586"/>
                  </a:cubicBezTo>
                  <a:cubicBezTo>
                    <a:pt x="659" y="586"/>
                    <a:pt x="659" y="586"/>
                    <a:pt x="659" y="586"/>
                  </a:cubicBezTo>
                  <a:cubicBezTo>
                    <a:pt x="684" y="586"/>
                    <a:pt x="703" y="566"/>
                    <a:pt x="703" y="543"/>
                  </a:cubicBezTo>
                  <a:cubicBezTo>
                    <a:pt x="703" y="44"/>
                    <a:pt x="703" y="44"/>
                    <a:pt x="703" y="44"/>
                  </a:cubicBezTo>
                  <a:cubicBezTo>
                    <a:pt x="703" y="20"/>
                    <a:pt x="684" y="0"/>
                    <a:pt x="659" y="0"/>
                  </a:cubicBezTo>
                  <a:close/>
                  <a:moveTo>
                    <a:pt x="433" y="556"/>
                  </a:moveTo>
                  <a:lnTo>
                    <a:pt x="433" y="556"/>
                  </a:lnTo>
                  <a:cubicBezTo>
                    <a:pt x="296" y="339"/>
                    <a:pt x="296" y="339"/>
                    <a:pt x="296" y="339"/>
                  </a:cubicBezTo>
                  <a:cubicBezTo>
                    <a:pt x="367" y="245"/>
                    <a:pt x="367" y="245"/>
                    <a:pt x="367" y="245"/>
                  </a:cubicBezTo>
                  <a:cubicBezTo>
                    <a:pt x="600" y="556"/>
                    <a:pt x="600" y="556"/>
                    <a:pt x="600" y="556"/>
                  </a:cubicBezTo>
                  <a:lnTo>
                    <a:pt x="433" y="556"/>
                  </a:lnTo>
                  <a:close/>
                  <a:moveTo>
                    <a:pt x="264" y="346"/>
                  </a:moveTo>
                  <a:lnTo>
                    <a:pt x="264" y="346"/>
                  </a:lnTo>
                  <a:lnTo>
                    <a:pt x="265" y="346"/>
                  </a:lnTo>
                  <a:cubicBezTo>
                    <a:pt x="399" y="556"/>
                    <a:pt x="399" y="556"/>
                    <a:pt x="399" y="556"/>
                  </a:cubicBezTo>
                  <a:cubicBezTo>
                    <a:pt x="69" y="556"/>
                    <a:pt x="69" y="556"/>
                    <a:pt x="69" y="556"/>
                  </a:cubicBezTo>
                  <a:cubicBezTo>
                    <a:pt x="221" y="278"/>
                    <a:pt x="221" y="278"/>
                    <a:pt x="221" y="278"/>
                  </a:cubicBezTo>
                  <a:lnTo>
                    <a:pt x="264" y="346"/>
                  </a:lnTo>
                  <a:close/>
                  <a:moveTo>
                    <a:pt x="674" y="543"/>
                  </a:moveTo>
                  <a:lnTo>
                    <a:pt x="674" y="543"/>
                  </a:lnTo>
                  <a:cubicBezTo>
                    <a:pt x="674" y="549"/>
                    <a:pt x="668" y="556"/>
                    <a:pt x="659" y="556"/>
                  </a:cubicBezTo>
                  <a:cubicBezTo>
                    <a:pt x="637" y="556"/>
                    <a:pt x="637" y="556"/>
                    <a:pt x="637" y="556"/>
                  </a:cubicBezTo>
                  <a:cubicBezTo>
                    <a:pt x="378" y="210"/>
                    <a:pt x="378" y="210"/>
                    <a:pt x="378" y="210"/>
                  </a:cubicBezTo>
                  <a:cubicBezTo>
                    <a:pt x="375" y="208"/>
                    <a:pt x="371" y="205"/>
                    <a:pt x="367" y="205"/>
                  </a:cubicBezTo>
                  <a:cubicBezTo>
                    <a:pt x="361" y="205"/>
                    <a:pt x="357" y="208"/>
                    <a:pt x="355" y="210"/>
                  </a:cubicBezTo>
                  <a:cubicBezTo>
                    <a:pt x="278" y="313"/>
                    <a:pt x="278" y="313"/>
                    <a:pt x="278" y="313"/>
                  </a:cubicBezTo>
                  <a:cubicBezTo>
                    <a:pt x="232" y="241"/>
                    <a:pt x="232" y="241"/>
                    <a:pt x="232" y="241"/>
                  </a:cubicBezTo>
                  <a:cubicBezTo>
                    <a:pt x="230" y="236"/>
                    <a:pt x="226" y="234"/>
                    <a:pt x="220" y="235"/>
                  </a:cubicBezTo>
                  <a:cubicBezTo>
                    <a:pt x="215" y="235"/>
                    <a:pt x="210" y="238"/>
                    <a:pt x="208" y="242"/>
                  </a:cubicBezTo>
                  <a:cubicBezTo>
                    <a:pt x="38" y="554"/>
                    <a:pt x="38" y="554"/>
                    <a:pt x="38" y="554"/>
                  </a:cubicBezTo>
                  <a:cubicBezTo>
                    <a:pt x="33" y="552"/>
                    <a:pt x="29" y="547"/>
                    <a:pt x="29" y="543"/>
                  </a:cubicBezTo>
                  <a:cubicBezTo>
                    <a:pt x="29" y="44"/>
                    <a:pt x="29" y="44"/>
                    <a:pt x="29" y="44"/>
                  </a:cubicBezTo>
                  <a:cubicBezTo>
                    <a:pt x="29" y="36"/>
                    <a:pt x="36" y="29"/>
                    <a:pt x="44" y="29"/>
                  </a:cubicBezTo>
                  <a:cubicBezTo>
                    <a:pt x="659" y="29"/>
                    <a:pt x="659" y="29"/>
                    <a:pt x="659" y="29"/>
                  </a:cubicBezTo>
                  <a:cubicBezTo>
                    <a:pt x="668" y="29"/>
                    <a:pt x="674" y="36"/>
                    <a:pt x="674" y="44"/>
                  </a:cubicBezTo>
                  <a:lnTo>
                    <a:pt x="674" y="5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8">
              <a:extLst>
                <a:ext uri="{FF2B5EF4-FFF2-40B4-BE49-F238E27FC236}">
                  <a16:creationId xmlns:a16="http://schemas.microsoft.com/office/drawing/2014/main" id="{5EA037E8-80FC-0309-9F64-CE481DAE7263}"/>
                </a:ext>
              </a:extLst>
            </p:cNvPr>
            <p:cNvSpPr>
              <a:spLocks noChangeArrowheads="1"/>
            </p:cNvSpPr>
            <p:nvPr/>
          </p:nvSpPr>
          <p:spPr bwMode="auto">
            <a:xfrm>
              <a:off x="3806825" y="6073775"/>
              <a:ext cx="52388" cy="53975"/>
            </a:xfrm>
            <a:custGeom>
              <a:avLst/>
              <a:gdLst>
                <a:gd name="T0" fmla="*/ 74 w 147"/>
                <a:gd name="T1" fmla="*/ 0 h 148"/>
                <a:gd name="T2" fmla="*/ 74 w 147"/>
                <a:gd name="T3" fmla="*/ 0 h 148"/>
                <a:gd name="T4" fmla="*/ 0 w 147"/>
                <a:gd name="T5" fmla="*/ 73 h 148"/>
                <a:gd name="T6" fmla="*/ 74 w 147"/>
                <a:gd name="T7" fmla="*/ 147 h 148"/>
                <a:gd name="T8" fmla="*/ 146 w 147"/>
                <a:gd name="T9" fmla="*/ 73 h 148"/>
                <a:gd name="T10" fmla="*/ 74 w 147"/>
                <a:gd name="T11" fmla="*/ 0 h 148"/>
                <a:gd name="T12" fmla="*/ 74 w 147"/>
                <a:gd name="T13" fmla="*/ 117 h 148"/>
                <a:gd name="T14" fmla="*/ 74 w 147"/>
                <a:gd name="T15" fmla="*/ 117 h 148"/>
                <a:gd name="T16" fmla="*/ 30 w 147"/>
                <a:gd name="T17" fmla="*/ 73 h 148"/>
                <a:gd name="T18" fmla="*/ 74 w 147"/>
                <a:gd name="T19" fmla="*/ 29 h 148"/>
                <a:gd name="T20" fmla="*/ 118 w 147"/>
                <a:gd name="T21" fmla="*/ 73 h 148"/>
                <a:gd name="T22" fmla="*/ 74 w 147"/>
                <a:gd name="T23" fmla="*/ 117 h 1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7" h="148">
                  <a:moveTo>
                    <a:pt x="74" y="0"/>
                  </a:moveTo>
                  <a:lnTo>
                    <a:pt x="74" y="0"/>
                  </a:lnTo>
                  <a:cubicBezTo>
                    <a:pt x="32" y="0"/>
                    <a:pt x="0" y="33"/>
                    <a:pt x="0" y="73"/>
                  </a:cubicBezTo>
                  <a:cubicBezTo>
                    <a:pt x="0" y="114"/>
                    <a:pt x="32" y="147"/>
                    <a:pt x="74" y="147"/>
                  </a:cubicBezTo>
                  <a:cubicBezTo>
                    <a:pt x="113" y="147"/>
                    <a:pt x="146" y="114"/>
                    <a:pt x="146" y="73"/>
                  </a:cubicBezTo>
                  <a:cubicBezTo>
                    <a:pt x="146" y="33"/>
                    <a:pt x="113" y="0"/>
                    <a:pt x="74" y="0"/>
                  </a:cubicBezTo>
                  <a:close/>
                  <a:moveTo>
                    <a:pt x="74" y="117"/>
                  </a:moveTo>
                  <a:lnTo>
                    <a:pt x="74" y="117"/>
                  </a:lnTo>
                  <a:cubicBezTo>
                    <a:pt x="49" y="117"/>
                    <a:pt x="30" y="98"/>
                    <a:pt x="30" y="73"/>
                  </a:cubicBezTo>
                  <a:cubicBezTo>
                    <a:pt x="30" y="48"/>
                    <a:pt x="49" y="29"/>
                    <a:pt x="74" y="29"/>
                  </a:cubicBezTo>
                  <a:cubicBezTo>
                    <a:pt x="97" y="29"/>
                    <a:pt x="118" y="50"/>
                    <a:pt x="118" y="73"/>
                  </a:cubicBezTo>
                  <a:cubicBezTo>
                    <a:pt x="118" y="98"/>
                    <a:pt x="97" y="117"/>
                    <a:pt x="74" y="11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90" name="Freeform 489">
            <a:extLst>
              <a:ext uri="{FF2B5EF4-FFF2-40B4-BE49-F238E27FC236}">
                <a16:creationId xmlns:a16="http://schemas.microsoft.com/office/drawing/2014/main" id="{1AE09E26-AEC0-E3B7-1D22-5E2193AEDFAF}"/>
              </a:ext>
            </a:extLst>
          </p:cNvPr>
          <p:cNvSpPr>
            <a:spLocks noChangeArrowheads="1"/>
          </p:cNvSpPr>
          <p:nvPr/>
        </p:nvSpPr>
        <p:spPr bwMode="auto">
          <a:xfrm>
            <a:off x="4789611" y="6153572"/>
            <a:ext cx="242888" cy="254000"/>
          </a:xfrm>
          <a:custGeom>
            <a:avLst/>
            <a:gdLst>
              <a:gd name="T0" fmla="*/ 571 w 675"/>
              <a:gd name="T1" fmla="*/ 0 h 705"/>
              <a:gd name="T2" fmla="*/ 571 w 675"/>
              <a:gd name="T3" fmla="*/ 0 h 705"/>
              <a:gd name="T4" fmla="*/ 455 w 675"/>
              <a:gd name="T5" fmla="*/ 0 h 705"/>
              <a:gd name="T6" fmla="*/ 103 w 675"/>
              <a:gd name="T7" fmla="*/ 0 h 705"/>
              <a:gd name="T8" fmla="*/ 30 w 675"/>
              <a:gd name="T9" fmla="*/ 30 h 705"/>
              <a:gd name="T10" fmla="*/ 0 w 675"/>
              <a:gd name="T11" fmla="*/ 103 h 705"/>
              <a:gd name="T12" fmla="*/ 0 w 675"/>
              <a:gd name="T13" fmla="*/ 688 h 705"/>
              <a:gd name="T14" fmla="*/ 9 w 675"/>
              <a:gd name="T15" fmla="*/ 702 h 705"/>
              <a:gd name="T16" fmla="*/ 25 w 675"/>
              <a:gd name="T17" fmla="*/ 700 h 705"/>
              <a:gd name="T18" fmla="*/ 250 w 675"/>
              <a:gd name="T19" fmla="*/ 531 h 705"/>
              <a:gd name="T20" fmla="*/ 475 w 675"/>
              <a:gd name="T21" fmla="*/ 700 h 705"/>
              <a:gd name="T22" fmla="*/ 490 w 675"/>
              <a:gd name="T23" fmla="*/ 702 h 705"/>
              <a:gd name="T24" fmla="*/ 499 w 675"/>
              <a:gd name="T25" fmla="*/ 688 h 705"/>
              <a:gd name="T26" fmla="*/ 499 w 675"/>
              <a:gd name="T27" fmla="*/ 293 h 705"/>
              <a:gd name="T28" fmla="*/ 659 w 675"/>
              <a:gd name="T29" fmla="*/ 293 h 705"/>
              <a:gd name="T30" fmla="*/ 670 w 675"/>
              <a:gd name="T31" fmla="*/ 288 h 705"/>
              <a:gd name="T32" fmla="*/ 674 w 675"/>
              <a:gd name="T33" fmla="*/ 279 h 705"/>
              <a:gd name="T34" fmla="*/ 674 w 675"/>
              <a:gd name="T35" fmla="*/ 103 h 705"/>
              <a:gd name="T36" fmla="*/ 571 w 675"/>
              <a:gd name="T37" fmla="*/ 0 h 705"/>
              <a:gd name="T38" fmla="*/ 470 w 675"/>
              <a:gd name="T39" fmla="*/ 659 h 705"/>
              <a:gd name="T40" fmla="*/ 470 w 675"/>
              <a:gd name="T41" fmla="*/ 659 h 705"/>
              <a:gd name="T42" fmla="*/ 258 w 675"/>
              <a:gd name="T43" fmla="*/ 501 h 705"/>
              <a:gd name="T44" fmla="*/ 241 w 675"/>
              <a:gd name="T45" fmla="*/ 501 h 705"/>
              <a:gd name="T46" fmla="*/ 30 w 675"/>
              <a:gd name="T47" fmla="*/ 659 h 705"/>
              <a:gd name="T48" fmla="*/ 30 w 675"/>
              <a:gd name="T49" fmla="*/ 103 h 705"/>
              <a:gd name="T50" fmla="*/ 103 w 675"/>
              <a:gd name="T51" fmla="*/ 29 h 705"/>
              <a:gd name="T52" fmla="*/ 455 w 675"/>
              <a:gd name="T53" fmla="*/ 29 h 705"/>
              <a:gd name="T54" fmla="*/ 500 w 675"/>
              <a:gd name="T55" fmla="*/ 29 h 705"/>
              <a:gd name="T56" fmla="*/ 470 w 675"/>
              <a:gd name="T57" fmla="*/ 103 h 705"/>
              <a:gd name="T58" fmla="*/ 470 w 675"/>
              <a:gd name="T59" fmla="*/ 279 h 705"/>
              <a:gd name="T60" fmla="*/ 470 w 675"/>
              <a:gd name="T61" fmla="*/ 659 h 705"/>
              <a:gd name="T62" fmla="*/ 645 w 675"/>
              <a:gd name="T63" fmla="*/ 264 h 705"/>
              <a:gd name="T64" fmla="*/ 645 w 675"/>
              <a:gd name="T65" fmla="*/ 264 h 705"/>
              <a:gd name="T66" fmla="*/ 499 w 675"/>
              <a:gd name="T67" fmla="*/ 264 h 705"/>
              <a:gd name="T68" fmla="*/ 499 w 675"/>
              <a:gd name="T69" fmla="*/ 103 h 705"/>
              <a:gd name="T70" fmla="*/ 521 w 675"/>
              <a:gd name="T71" fmla="*/ 51 h 705"/>
              <a:gd name="T72" fmla="*/ 571 w 675"/>
              <a:gd name="T73" fmla="*/ 29 h 705"/>
              <a:gd name="T74" fmla="*/ 571 w 675"/>
              <a:gd name="T75" fmla="*/ 29 h 705"/>
              <a:gd name="T76" fmla="*/ 571 w 675"/>
              <a:gd name="T77" fmla="*/ 29 h 705"/>
              <a:gd name="T78" fmla="*/ 623 w 675"/>
              <a:gd name="T79" fmla="*/ 51 h 705"/>
              <a:gd name="T80" fmla="*/ 645 w 675"/>
              <a:gd name="T81" fmla="*/ 103 h 705"/>
              <a:gd name="T82" fmla="*/ 645 w 675"/>
              <a:gd name="T83" fmla="*/ 264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75" h="705">
                <a:moveTo>
                  <a:pt x="571" y="0"/>
                </a:moveTo>
                <a:lnTo>
                  <a:pt x="571" y="0"/>
                </a:lnTo>
                <a:cubicBezTo>
                  <a:pt x="455" y="0"/>
                  <a:pt x="455" y="0"/>
                  <a:pt x="455" y="0"/>
                </a:cubicBezTo>
                <a:cubicBezTo>
                  <a:pt x="103" y="0"/>
                  <a:pt x="103" y="0"/>
                  <a:pt x="103" y="0"/>
                </a:cubicBezTo>
                <a:cubicBezTo>
                  <a:pt x="74" y="0"/>
                  <a:pt x="50" y="11"/>
                  <a:pt x="30" y="30"/>
                </a:cubicBezTo>
                <a:cubicBezTo>
                  <a:pt x="13" y="48"/>
                  <a:pt x="0" y="74"/>
                  <a:pt x="0" y="103"/>
                </a:cubicBezTo>
                <a:cubicBezTo>
                  <a:pt x="0" y="688"/>
                  <a:pt x="0" y="688"/>
                  <a:pt x="0" y="688"/>
                </a:cubicBezTo>
                <a:cubicBezTo>
                  <a:pt x="0" y="695"/>
                  <a:pt x="4" y="699"/>
                  <a:pt x="9" y="702"/>
                </a:cubicBezTo>
                <a:cubicBezTo>
                  <a:pt x="14" y="704"/>
                  <a:pt x="20" y="703"/>
                  <a:pt x="25" y="700"/>
                </a:cubicBezTo>
                <a:cubicBezTo>
                  <a:pt x="250" y="531"/>
                  <a:pt x="250" y="531"/>
                  <a:pt x="250" y="531"/>
                </a:cubicBezTo>
                <a:cubicBezTo>
                  <a:pt x="475" y="700"/>
                  <a:pt x="475" y="700"/>
                  <a:pt x="475" y="700"/>
                </a:cubicBezTo>
                <a:cubicBezTo>
                  <a:pt x="479" y="703"/>
                  <a:pt x="486" y="704"/>
                  <a:pt x="490" y="702"/>
                </a:cubicBezTo>
                <a:cubicBezTo>
                  <a:pt x="496" y="699"/>
                  <a:pt x="499" y="695"/>
                  <a:pt x="499" y="688"/>
                </a:cubicBezTo>
                <a:cubicBezTo>
                  <a:pt x="499" y="293"/>
                  <a:pt x="499" y="293"/>
                  <a:pt x="499" y="293"/>
                </a:cubicBezTo>
                <a:cubicBezTo>
                  <a:pt x="659" y="293"/>
                  <a:pt x="659" y="293"/>
                  <a:pt x="659" y="293"/>
                </a:cubicBezTo>
                <a:cubicBezTo>
                  <a:pt x="663" y="293"/>
                  <a:pt x="667" y="291"/>
                  <a:pt x="670" y="288"/>
                </a:cubicBezTo>
                <a:cubicBezTo>
                  <a:pt x="673" y="286"/>
                  <a:pt x="674" y="283"/>
                  <a:pt x="674" y="279"/>
                </a:cubicBezTo>
                <a:cubicBezTo>
                  <a:pt x="674" y="103"/>
                  <a:pt x="674" y="103"/>
                  <a:pt x="674" y="103"/>
                </a:cubicBezTo>
                <a:cubicBezTo>
                  <a:pt x="674" y="47"/>
                  <a:pt x="629" y="0"/>
                  <a:pt x="571" y="0"/>
                </a:cubicBezTo>
                <a:close/>
                <a:moveTo>
                  <a:pt x="470" y="659"/>
                </a:moveTo>
                <a:lnTo>
                  <a:pt x="470" y="659"/>
                </a:lnTo>
                <a:cubicBezTo>
                  <a:pt x="258" y="501"/>
                  <a:pt x="258" y="501"/>
                  <a:pt x="258" y="501"/>
                </a:cubicBezTo>
                <a:cubicBezTo>
                  <a:pt x="253" y="497"/>
                  <a:pt x="246" y="497"/>
                  <a:pt x="241" y="501"/>
                </a:cubicBezTo>
                <a:cubicBezTo>
                  <a:pt x="30" y="659"/>
                  <a:pt x="30" y="659"/>
                  <a:pt x="30" y="659"/>
                </a:cubicBezTo>
                <a:cubicBezTo>
                  <a:pt x="30" y="103"/>
                  <a:pt x="30" y="103"/>
                  <a:pt x="30" y="103"/>
                </a:cubicBezTo>
                <a:cubicBezTo>
                  <a:pt x="30" y="62"/>
                  <a:pt x="63" y="29"/>
                  <a:pt x="103" y="29"/>
                </a:cubicBezTo>
                <a:cubicBezTo>
                  <a:pt x="455" y="29"/>
                  <a:pt x="455" y="29"/>
                  <a:pt x="455" y="29"/>
                </a:cubicBezTo>
                <a:cubicBezTo>
                  <a:pt x="500" y="29"/>
                  <a:pt x="500" y="29"/>
                  <a:pt x="500" y="29"/>
                </a:cubicBezTo>
                <a:cubicBezTo>
                  <a:pt x="481" y="48"/>
                  <a:pt x="470" y="74"/>
                  <a:pt x="470" y="103"/>
                </a:cubicBezTo>
                <a:cubicBezTo>
                  <a:pt x="470" y="279"/>
                  <a:pt x="470" y="279"/>
                  <a:pt x="470" y="279"/>
                </a:cubicBezTo>
                <a:lnTo>
                  <a:pt x="470" y="659"/>
                </a:lnTo>
                <a:close/>
                <a:moveTo>
                  <a:pt x="645" y="264"/>
                </a:moveTo>
                <a:lnTo>
                  <a:pt x="645" y="264"/>
                </a:lnTo>
                <a:cubicBezTo>
                  <a:pt x="499" y="264"/>
                  <a:pt x="499" y="264"/>
                  <a:pt x="499" y="264"/>
                </a:cubicBezTo>
                <a:cubicBezTo>
                  <a:pt x="499" y="103"/>
                  <a:pt x="499" y="103"/>
                  <a:pt x="499" y="103"/>
                </a:cubicBezTo>
                <a:cubicBezTo>
                  <a:pt x="499" y="83"/>
                  <a:pt x="507" y="65"/>
                  <a:pt x="521" y="51"/>
                </a:cubicBezTo>
                <a:cubicBezTo>
                  <a:pt x="533" y="37"/>
                  <a:pt x="552" y="29"/>
                  <a:pt x="571" y="29"/>
                </a:cubicBezTo>
                <a:lnTo>
                  <a:pt x="571" y="29"/>
                </a:lnTo>
                <a:lnTo>
                  <a:pt x="571" y="29"/>
                </a:lnTo>
                <a:cubicBezTo>
                  <a:pt x="592" y="29"/>
                  <a:pt x="610" y="37"/>
                  <a:pt x="623" y="51"/>
                </a:cubicBezTo>
                <a:cubicBezTo>
                  <a:pt x="637" y="65"/>
                  <a:pt x="645" y="83"/>
                  <a:pt x="645" y="103"/>
                </a:cubicBezTo>
                <a:lnTo>
                  <a:pt x="645" y="264"/>
                </a:lnTo>
                <a:close/>
              </a:path>
            </a:pathLst>
          </a:custGeom>
          <a:solidFill>
            <a:schemeClr val="accent4"/>
          </a:solidFill>
          <a:ln>
            <a:noFill/>
          </a:ln>
          <a:effectLst/>
        </p:spPr>
        <p:txBody>
          <a:bodyPr wrap="none" anchor="ctr"/>
          <a:lstStyle/>
          <a:p>
            <a:endParaRPr lang="da-DK"/>
          </a:p>
        </p:txBody>
      </p:sp>
      <p:grpSp>
        <p:nvGrpSpPr>
          <p:cNvPr id="591" name="Group 595">
            <a:extLst>
              <a:ext uri="{FF2B5EF4-FFF2-40B4-BE49-F238E27FC236}">
                <a16:creationId xmlns:a16="http://schemas.microsoft.com/office/drawing/2014/main" id="{4E19904B-950B-4E7D-17AB-96394C7B1B1F}"/>
              </a:ext>
            </a:extLst>
          </p:cNvPr>
          <p:cNvGrpSpPr/>
          <p:nvPr/>
        </p:nvGrpSpPr>
        <p:grpSpPr>
          <a:xfrm>
            <a:off x="5296024" y="6153572"/>
            <a:ext cx="242887" cy="254000"/>
            <a:chOff x="4154488" y="6530975"/>
            <a:chExt cx="242887" cy="254000"/>
          </a:xfrm>
          <a:solidFill>
            <a:schemeClr val="accent4"/>
          </a:solidFill>
        </p:grpSpPr>
        <p:sp>
          <p:nvSpPr>
            <p:cNvPr id="592" name="Freeform 490">
              <a:extLst>
                <a:ext uri="{FF2B5EF4-FFF2-40B4-BE49-F238E27FC236}">
                  <a16:creationId xmlns:a16="http://schemas.microsoft.com/office/drawing/2014/main" id="{1CB0057C-2F63-2829-B6C9-9909E803E3EC}"/>
                </a:ext>
              </a:extLst>
            </p:cNvPr>
            <p:cNvSpPr>
              <a:spLocks noChangeArrowheads="1"/>
            </p:cNvSpPr>
            <p:nvPr/>
          </p:nvSpPr>
          <p:spPr bwMode="auto">
            <a:xfrm>
              <a:off x="4154488" y="6572250"/>
              <a:ext cx="160337" cy="158750"/>
            </a:xfrm>
            <a:custGeom>
              <a:avLst/>
              <a:gdLst>
                <a:gd name="T0" fmla="*/ 234 w 444"/>
                <a:gd name="T1" fmla="*/ 7 h 442"/>
                <a:gd name="T2" fmla="*/ 234 w 444"/>
                <a:gd name="T3" fmla="*/ 7 h 442"/>
                <a:gd name="T4" fmla="*/ 233 w 444"/>
                <a:gd name="T5" fmla="*/ 6 h 442"/>
                <a:gd name="T6" fmla="*/ 232 w 444"/>
                <a:gd name="T7" fmla="*/ 4 h 442"/>
                <a:gd name="T8" fmla="*/ 229 w 444"/>
                <a:gd name="T9" fmla="*/ 2 h 442"/>
                <a:gd name="T10" fmla="*/ 227 w 444"/>
                <a:gd name="T11" fmla="*/ 2 h 442"/>
                <a:gd name="T12" fmla="*/ 226 w 444"/>
                <a:gd name="T13" fmla="*/ 0 h 442"/>
                <a:gd name="T14" fmla="*/ 223 w 444"/>
                <a:gd name="T15" fmla="*/ 0 h 442"/>
                <a:gd name="T16" fmla="*/ 221 w 444"/>
                <a:gd name="T17" fmla="*/ 0 h 442"/>
                <a:gd name="T18" fmla="*/ 218 w 444"/>
                <a:gd name="T19" fmla="*/ 0 h 442"/>
                <a:gd name="T20" fmla="*/ 215 w 444"/>
                <a:gd name="T21" fmla="*/ 0 h 442"/>
                <a:gd name="T22" fmla="*/ 215 w 444"/>
                <a:gd name="T23" fmla="*/ 2 h 442"/>
                <a:gd name="T24" fmla="*/ 214 w 444"/>
                <a:gd name="T25" fmla="*/ 2 h 442"/>
                <a:gd name="T26" fmla="*/ 211 w 444"/>
                <a:gd name="T27" fmla="*/ 4 h 442"/>
                <a:gd name="T28" fmla="*/ 210 w 444"/>
                <a:gd name="T29" fmla="*/ 6 h 442"/>
                <a:gd name="T30" fmla="*/ 208 w 444"/>
                <a:gd name="T31" fmla="*/ 7 h 442"/>
                <a:gd name="T32" fmla="*/ 4 w 444"/>
                <a:gd name="T33" fmla="*/ 418 h 442"/>
                <a:gd name="T34" fmla="*/ 9 w 444"/>
                <a:gd name="T35" fmla="*/ 437 h 442"/>
                <a:gd name="T36" fmla="*/ 30 w 444"/>
                <a:gd name="T37" fmla="*/ 431 h 442"/>
                <a:gd name="T38" fmla="*/ 98 w 444"/>
                <a:gd name="T39" fmla="*/ 293 h 442"/>
                <a:gd name="T40" fmla="*/ 344 w 444"/>
                <a:gd name="T41" fmla="*/ 293 h 442"/>
                <a:gd name="T42" fmla="*/ 413 w 444"/>
                <a:gd name="T43" fmla="*/ 431 h 442"/>
                <a:gd name="T44" fmla="*/ 433 w 444"/>
                <a:gd name="T45" fmla="*/ 437 h 442"/>
                <a:gd name="T46" fmla="*/ 439 w 444"/>
                <a:gd name="T47" fmla="*/ 418 h 442"/>
                <a:gd name="T48" fmla="*/ 234 w 444"/>
                <a:gd name="T49" fmla="*/ 7 h 442"/>
                <a:gd name="T50" fmla="*/ 113 w 444"/>
                <a:gd name="T51" fmla="*/ 262 h 442"/>
                <a:gd name="T52" fmla="*/ 113 w 444"/>
                <a:gd name="T53" fmla="*/ 262 h 442"/>
                <a:gd name="T54" fmla="*/ 221 w 444"/>
                <a:gd name="T55" fmla="*/ 47 h 442"/>
                <a:gd name="T56" fmla="*/ 329 w 444"/>
                <a:gd name="T57" fmla="*/ 262 h 442"/>
                <a:gd name="T58" fmla="*/ 113 w 444"/>
                <a:gd name="T59" fmla="*/ 262 h 4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444" h="442">
                  <a:moveTo>
                    <a:pt x="234" y="7"/>
                  </a:moveTo>
                  <a:lnTo>
                    <a:pt x="234" y="7"/>
                  </a:lnTo>
                  <a:cubicBezTo>
                    <a:pt x="234" y="7"/>
                    <a:pt x="233" y="7"/>
                    <a:pt x="233" y="6"/>
                  </a:cubicBezTo>
                  <a:lnTo>
                    <a:pt x="232" y="4"/>
                  </a:lnTo>
                  <a:cubicBezTo>
                    <a:pt x="230" y="3"/>
                    <a:pt x="230" y="3"/>
                    <a:pt x="229" y="2"/>
                  </a:cubicBezTo>
                  <a:cubicBezTo>
                    <a:pt x="229" y="2"/>
                    <a:pt x="229" y="2"/>
                    <a:pt x="227" y="2"/>
                  </a:cubicBezTo>
                  <a:cubicBezTo>
                    <a:pt x="227" y="0"/>
                    <a:pt x="227" y="2"/>
                    <a:pt x="226" y="0"/>
                  </a:cubicBezTo>
                  <a:cubicBezTo>
                    <a:pt x="226" y="0"/>
                    <a:pt x="225" y="0"/>
                    <a:pt x="223" y="0"/>
                  </a:cubicBezTo>
                  <a:cubicBezTo>
                    <a:pt x="223" y="0"/>
                    <a:pt x="222" y="0"/>
                    <a:pt x="221" y="0"/>
                  </a:cubicBezTo>
                  <a:cubicBezTo>
                    <a:pt x="221" y="0"/>
                    <a:pt x="219" y="0"/>
                    <a:pt x="218" y="0"/>
                  </a:cubicBezTo>
                  <a:cubicBezTo>
                    <a:pt x="218" y="0"/>
                    <a:pt x="216" y="0"/>
                    <a:pt x="215" y="0"/>
                  </a:cubicBezTo>
                  <a:cubicBezTo>
                    <a:pt x="215" y="2"/>
                    <a:pt x="215" y="0"/>
                    <a:pt x="215" y="2"/>
                  </a:cubicBezTo>
                  <a:cubicBezTo>
                    <a:pt x="214" y="2"/>
                    <a:pt x="214" y="2"/>
                    <a:pt x="214" y="2"/>
                  </a:cubicBezTo>
                  <a:cubicBezTo>
                    <a:pt x="212" y="3"/>
                    <a:pt x="212" y="3"/>
                    <a:pt x="211" y="4"/>
                  </a:cubicBezTo>
                  <a:cubicBezTo>
                    <a:pt x="210" y="4"/>
                    <a:pt x="210" y="6"/>
                    <a:pt x="210" y="6"/>
                  </a:cubicBezTo>
                  <a:cubicBezTo>
                    <a:pt x="208" y="7"/>
                    <a:pt x="208" y="7"/>
                    <a:pt x="208" y="7"/>
                  </a:cubicBezTo>
                  <a:cubicBezTo>
                    <a:pt x="4" y="418"/>
                    <a:pt x="4" y="418"/>
                    <a:pt x="4" y="418"/>
                  </a:cubicBezTo>
                  <a:cubicBezTo>
                    <a:pt x="0" y="424"/>
                    <a:pt x="2" y="434"/>
                    <a:pt x="9" y="437"/>
                  </a:cubicBezTo>
                  <a:cubicBezTo>
                    <a:pt x="17" y="441"/>
                    <a:pt x="26" y="438"/>
                    <a:pt x="30" y="431"/>
                  </a:cubicBezTo>
                  <a:cubicBezTo>
                    <a:pt x="98" y="293"/>
                    <a:pt x="98" y="293"/>
                    <a:pt x="98" y="293"/>
                  </a:cubicBezTo>
                  <a:cubicBezTo>
                    <a:pt x="344" y="293"/>
                    <a:pt x="344" y="293"/>
                    <a:pt x="344" y="293"/>
                  </a:cubicBezTo>
                  <a:cubicBezTo>
                    <a:pt x="413" y="431"/>
                    <a:pt x="413" y="431"/>
                    <a:pt x="413" y="431"/>
                  </a:cubicBezTo>
                  <a:cubicBezTo>
                    <a:pt x="417" y="438"/>
                    <a:pt x="425" y="441"/>
                    <a:pt x="433" y="437"/>
                  </a:cubicBezTo>
                  <a:cubicBezTo>
                    <a:pt x="440" y="434"/>
                    <a:pt x="443" y="424"/>
                    <a:pt x="439" y="418"/>
                  </a:cubicBezTo>
                  <a:lnTo>
                    <a:pt x="234" y="7"/>
                  </a:lnTo>
                  <a:close/>
                  <a:moveTo>
                    <a:pt x="113" y="262"/>
                  </a:moveTo>
                  <a:lnTo>
                    <a:pt x="113" y="262"/>
                  </a:lnTo>
                  <a:cubicBezTo>
                    <a:pt x="221" y="47"/>
                    <a:pt x="221" y="47"/>
                    <a:pt x="221" y="47"/>
                  </a:cubicBezTo>
                  <a:cubicBezTo>
                    <a:pt x="329" y="262"/>
                    <a:pt x="329" y="262"/>
                    <a:pt x="329" y="262"/>
                  </a:cubicBezTo>
                  <a:lnTo>
                    <a:pt x="113" y="26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91">
              <a:extLst>
                <a:ext uri="{FF2B5EF4-FFF2-40B4-BE49-F238E27FC236}">
                  <a16:creationId xmlns:a16="http://schemas.microsoft.com/office/drawing/2014/main" id="{37CC5D75-4F03-4DD3-CDA5-A56EE8E63077}"/>
                </a:ext>
              </a:extLst>
            </p:cNvPr>
            <p:cNvSpPr>
              <a:spLocks noChangeArrowheads="1"/>
            </p:cNvSpPr>
            <p:nvPr/>
          </p:nvSpPr>
          <p:spPr bwMode="auto">
            <a:xfrm>
              <a:off x="4322763" y="6530975"/>
              <a:ext cx="74612" cy="254000"/>
            </a:xfrm>
            <a:custGeom>
              <a:avLst/>
              <a:gdLst>
                <a:gd name="T0" fmla="*/ 181 w 208"/>
                <a:gd name="T1" fmla="*/ 113 h 704"/>
                <a:gd name="T2" fmla="*/ 181 w 208"/>
                <a:gd name="T3" fmla="*/ 113 h 704"/>
                <a:gd name="T4" fmla="*/ 202 w 208"/>
                <a:gd name="T5" fmla="*/ 113 h 704"/>
                <a:gd name="T6" fmla="*/ 202 w 208"/>
                <a:gd name="T7" fmla="*/ 92 h 704"/>
                <a:gd name="T8" fmla="*/ 202 w 208"/>
                <a:gd name="T9" fmla="*/ 92 h 704"/>
                <a:gd name="T10" fmla="*/ 114 w 208"/>
                <a:gd name="T11" fmla="*/ 4 h 704"/>
                <a:gd name="T12" fmla="*/ 114 w 208"/>
                <a:gd name="T13" fmla="*/ 4 h 704"/>
                <a:gd name="T14" fmla="*/ 110 w 208"/>
                <a:gd name="T15" fmla="*/ 2 h 704"/>
                <a:gd name="T16" fmla="*/ 97 w 208"/>
                <a:gd name="T17" fmla="*/ 2 h 704"/>
                <a:gd name="T18" fmla="*/ 93 w 208"/>
                <a:gd name="T19" fmla="*/ 4 h 704"/>
                <a:gd name="T20" fmla="*/ 93 w 208"/>
                <a:gd name="T21" fmla="*/ 4 h 704"/>
                <a:gd name="T22" fmla="*/ 5 w 208"/>
                <a:gd name="T23" fmla="*/ 92 h 704"/>
                <a:gd name="T24" fmla="*/ 5 w 208"/>
                <a:gd name="T25" fmla="*/ 113 h 704"/>
                <a:gd name="T26" fmla="*/ 26 w 208"/>
                <a:gd name="T27" fmla="*/ 113 h 704"/>
                <a:gd name="T28" fmla="*/ 89 w 208"/>
                <a:gd name="T29" fmla="*/ 51 h 704"/>
                <a:gd name="T30" fmla="*/ 89 w 208"/>
                <a:gd name="T31" fmla="*/ 654 h 704"/>
                <a:gd name="T32" fmla="*/ 26 w 208"/>
                <a:gd name="T33" fmla="*/ 590 h 704"/>
                <a:gd name="T34" fmla="*/ 5 w 208"/>
                <a:gd name="T35" fmla="*/ 590 h 704"/>
                <a:gd name="T36" fmla="*/ 5 w 208"/>
                <a:gd name="T37" fmla="*/ 611 h 704"/>
                <a:gd name="T38" fmla="*/ 5 w 208"/>
                <a:gd name="T39" fmla="*/ 611 h 704"/>
                <a:gd name="T40" fmla="*/ 93 w 208"/>
                <a:gd name="T41" fmla="*/ 699 h 704"/>
                <a:gd name="T42" fmla="*/ 97 w 208"/>
                <a:gd name="T43" fmla="*/ 702 h 704"/>
                <a:gd name="T44" fmla="*/ 103 w 208"/>
                <a:gd name="T45" fmla="*/ 703 h 704"/>
                <a:gd name="T46" fmla="*/ 103 w 208"/>
                <a:gd name="T47" fmla="*/ 703 h 704"/>
                <a:gd name="T48" fmla="*/ 104 w 208"/>
                <a:gd name="T49" fmla="*/ 703 h 704"/>
                <a:gd name="T50" fmla="*/ 110 w 208"/>
                <a:gd name="T51" fmla="*/ 702 h 704"/>
                <a:gd name="T52" fmla="*/ 114 w 208"/>
                <a:gd name="T53" fmla="*/ 699 h 704"/>
                <a:gd name="T54" fmla="*/ 202 w 208"/>
                <a:gd name="T55" fmla="*/ 611 h 704"/>
                <a:gd name="T56" fmla="*/ 202 w 208"/>
                <a:gd name="T57" fmla="*/ 590 h 704"/>
                <a:gd name="T58" fmla="*/ 181 w 208"/>
                <a:gd name="T59" fmla="*/ 590 h 704"/>
                <a:gd name="T60" fmla="*/ 118 w 208"/>
                <a:gd name="T61" fmla="*/ 654 h 704"/>
                <a:gd name="T62" fmla="*/ 118 w 208"/>
                <a:gd name="T63" fmla="*/ 51 h 704"/>
                <a:gd name="T64" fmla="*/ 181 w 208"/>
                <a:gd name="T65" fmla="*/ 11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08" h="704">
                  <a:moveTo>
                    <a:pt x="181" y="113"/>
                  </a:moveTo>
                  <a:lnTo>
                    <a:pt x="181" y="113"/>
                  </a:lnTo>
                  <a:cubicBezTo>
                    <a:pt x="187" y="120"/>
                    <a:pt x="196" y="120"/>
                    <a:pt x="202" y="113"/>
                  </a:cubicBezTo>
                  <a:cubicBezTo>
                    <a:pt x="207" y="107"/>
                    <a:pt x="207" y="98"/>
                    <a:pt x="202" y="92"/>
                  </a:cubicBezTo>
                  <a:lnTo>
                    <a:pt x="202" y="92"/>
                  </a:lnTo>
                  <a:cubicBezTo>
                    <a:pt x="114" y="4"/>
                    <a:pt x="114" y="4"/>
                    <a:pt x="114" y="4"/>
                  </a:cubicBezTo>
                  <a:lnTo>
                    <a:pt x="114" y="4"/>
                  </a:lnTo>
                  <a:cubicBezTo>
                    <a:pt x="113" y="3"/>
                    <a:pt x="111" y="3"/>
                    <a:pt x="110" y="2"/>
                  </a:cubicBezTo>
                  <a:cubicBezTo>
                    <a:pt x="106" y="0"/>
                    <a:pt x="102" y="0"/>
                    <a:pt x="97" y="2"/>
                  </a:cubicBezTo>
                  <a:cubicBezTo>
                    <a:pt x="96" y="3"/>
                    <a:pt x="95" y="3"/>
                    <a:pt x="93" y="4"/>
                  </a:cubicBezTo>
                  <a:lnTo>
                    <a:pt x="93" y="4"/>
                  </a:lnTo>
                  <a:cubicBezTo>
                    <a:pt x="5" y="92"/>
                    <a:pt x="5" y="92"/>
                    <a:pt x="5" y="92"/>
                  </a:cubicBezTo>
                  <a:cubicBezTo>
                    <a:pt x="0" y="98"/>
                    <a:pt x="0" y="107"/>
                    <a:pt x="5" y="113"/>
                  </a:cubicBezTo>
                  <a:cubicBezTo>
                    <a:pt x="11" y="120"/>
                    <a:pt x="21" y="120"/>
                    <a:pt x="26" y="113"/>
                  </a:cubicBezTo>
                  <a:cubicBezTo>
                    <a:pt x="89" y="51"/>
                    <a:pt x="89" y="51"/>
                    <a:pt x="89" y="51"/>
                  </a:cubicBezTo>
                  <a:cubicBezTo>
                    <a:pt x="89" y="654"/>
                    <a:pt x="89" y="654"/>
                    <a:pt x="89" y="654"/>
                  </a:cubicBezTo>
                  <a:cubicBezTo>
                    <a:pt x="26" y="590"/>
                    <a:pt x="26" y="590"/>
                    <a:pt x="26" y="590"/>
                  </a:cubicBezTo>
                  <a:cubicBezTo>
                    <a:pt x="21" y="585"/>
                    <a:pt x="11" y="585"/>
                    <a:pt x="5" y="590"/>
                  </a:cubicBezTo>
                  <a:cubicBezTo>
                    <a:pt x="0" y="596"/>
                    <a:pt x="0" y="606"/>
                    <a:pt x="5" y="611"/>
                  </a:cubicBezTo>
                  <a:lnTo>
                    <a:pt x="5" y="611"/>
                  </a:lnTo>
                  <a:cubicBezTo>
                    <a:pt x="93" y="699"/>
                    <a:pt x="93" y="699"/>
                    <a:pt x="93" y="699"/>
                  </a:cubicBezTo>
                  <a:cubicBezTo>
                    <a:pt x="95" y="700"/>
                    <a:pt x="96" y="702"/>
                    <a:pt x="97" y="702"/>
                  </a:cubicBezTo>
                  <a:cubicBezTo>
                    <a:pt x="100" y="703"/>
                    <a:pt x="102" y="703"/>
                    <a:pt x="103" y="703"/>
                  </a:cubicBezTo>
                  <a:lnTo>
                    <a:pt x="103" y="703"/>
                  </a:lnTo>
                  <a:cubicBezTo>
                    <a:pt x="104" y="703"/>
                    <a:pt x="104" y="703"/>
                    <a:pt x="104" y="703"/>
                  </a:cubicBezTo>
                  <a:cubicBezTo>
                    <a:pt x="106" y="703"/>
                    <a:pt x="107" y="703"/>
                    <a:pt x="110" y="702"/>
                  </a:cubicBezTo>
                  <a:cubicBezTo>
                    <a:pt x="111" y="702"/>
                    <a:pt x="113" y="700"/>
                    <a:pt x="114" y="699"/>
                  </a:cubicBezTo>
                  <a:cubicBezTo>
                    <a:pt x="202" y="611"/>
                    <a:pt x="202" y="611"/>
                    <a:pt x="202" y="611"/>
                  </a:cubicBezTo>
                  <a:cubicBezTo>
                    <a:pt x="207" y="606"/>
                    <a:pt x="207" y="596"/>
                    <a:pt x="202" y="590"/>
                  </a:cubicBezTo>
                  <a:cubicBezTo>
                    <a:pt x="196" y="585"/>
                    <a:pt x="187" y="585"/>
                    <a:pt x="181" y="590"/>
                  </a:cubicBezTo>
                  <a:cubicBezTo>
                    <a:pt x="118" y="654"/>
                    <a:pt x="118" y="654"/>
                    <a:pt x="118" y="654"/>
                  </a:cubicBezTo>
                  <a:cubicBezTo>
                    <a:pt x="118" y="51"/>
                    <a:pt x="118" y="51"/>
                    <a:pt x="118" y="51"/>
                  </a:cubicBezTo>
                  <a:lnTo>
                    <a:pt x="181" y="11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4" name="Group 598">
            <a:extLst>
              <a:ext uri="{FF2B5EF4-FFF2-40B4-BE49-F238E27FC236}">
                <a16:creationId xmlns:a16="http://schemas.microsoft.com/office/drawing/2014/main" id="{48991121-C2E1-F56D-F4CF-256752740E15}"/>
              </a:ext>
            </a:extLst>
          </p:cNvPr>
          <p:cNvGrpSpPr/>
          <p:nvPr/>
        </p:nvGrpSpPr>
        <p:grpSpPr>
          <a:xfrm>
            <a:off x="7374061" y="5686847"/>
            <a:ext cx="115888" cy="254000"/>
            <a:chOff x="6232525" y="6021388"/>
            <a:chExt cx="115888" cy="254000"/>
          </a:xfrm>
          <a:solidFill>
            <a:schemeClr val="accent4"/>
          </a:solidFill>
        </p:grpSpPr>
        <p:sp>
          <p:nvSpPr>
            <p:cNvPr id="595" name="Freeform 492">
              <a:extLst>
                <a:ext uri="{FF2B5EF4-FFF2-40B4-BE49-F238E27FC236}">
                  <a16:creationId xmlns:a16="http://schemas.microsoft.com/office/drawing/2014/main" id="{4832808D-AF57-432D-2526-4EBC91022B1A}"/>
                </a:ext>
              </a:extLst>
            </p:cNvPr>
            <p:cNvSpPr>
              <a:spLocks noChangeArrowheads="1"/>
            </p:cNvSpPr>
            <p:nvPr/>
          </p:nvSpPr>
          <p:spPr bwMode="auto">
            <a:xfrm>
              <a:off x="6232525" y="6021388"/>
              <a:ext cx="115888" cy="254000"/>
            </a:xfrm>
            <a:custGeom>
              <a:avLst/>
              <a:gdLst>
                <a:gd name="T0" fmla="*/ 278 w 323"/>
                <a:gd name="T1" fmla="*/ 88 h 704"/>
                <a:gd name="T2" fmla="*/ 278 w 323"/>
                <a:gd name="T3" fmla="*/ 88 h 704"/>
                <a:gd name="T4" fmla="*/ 234 w 323"/>
                <a:gd name="T5" fmla="*/ 88 h 704"/>
                <a:gd name="T6" fmla="*/ 234 w 323"/>
                <a:gd name="T7" fmla="*/ 44 h 704"/>
                <a:gd name="T8" fmla="*/ 190 w 323"/>
                <a:gd name="T9" fmla="*/ 0 h 704"/>
                <a:gd name="T10" fmla="*/ 132 w 323"/>
                <a:gd name="T11" fmla="*/ 0 h 704"/>
                <a:gd name="T12" fmla="*/ 88 w 323"/>
                <a:gd name="T13" fmla="*/ 44 h 704"/>
                <a:gd name="T14" fmla="*/ 88 w 323"/>
                <a:gd name="T15" fmla="*/ 88 h 704"/>
                <a:gd name="T16" fmla="*/ 44 w 323"/>
                <a:gd name="T17" fmla="*/ 88 h 704"/>
                <a:gd name="T18" fmla="*/ 0 w 323"/>
                <a:gd name="T19" fmla="*/ 132 h 704"/>
                <a:gd name="T20" fmla="*/ 0 w 323"/>
                <a:gd name="T21" fmla="*/ 659 h 704"/>
                <a:gd name="T22" fmla="*/ 44 w 323"/>
                <a:gd name="T23" fmla="*/ 703 h 704"/>
                <a:gd name="T24" fmla="*/ 278 w 323"/>
                <a:gd name="T25" fmla="*/ 703 h 704"/>
                <a:gd name="T26" fmla="*/ 278 w 323"/>
                <a:gd name="T27" fmla="*/ 703 h 704"/>
                <a:gd name="T28" fmla="*/ 322 w 323"/>
                <a:gd name="T29" fmla="*/ 659 h 704"/>
                <a:gd name="T30" fmla="*/ 322 w 323"/>
                <a:gd name="T31" fmla="*/ 132 h 704"/>
                <a:gd name="T32" fmla="*/ 278 w 323"/>
                <a:gd name="T33" fmla="*/ 88 h 704"/>
                <a:gd name="T34" fmla="*/ 117 w 323"/>
                <a:gd name="T35" fmla="*/ 44 h 704"/>
                <a:gd name="T36" fmla="*/ 117 w 323"/>
                <a:gd name="T37" fmla="*/ 44 h 704"/>
                <a:gd name="T38" fmla="*/ 132 w 323"/>
                <a:gd name="T39" fmla="*/ 31 h 704"/>
                <a:gd name="T40" fmla="*/ 190 w 323"/>
                <a:gd name="T41" fmla="*/ 31 h 704"/>
                <a:gd name="T42" fmla="*/ 205 w 323"/>
                <a:gd name="T43" fmla="*/ 44 h 704"/>
                <a:gd name="T44" fmla="*/ 205 w 323"/>
                <a:gd name="T45" fmla="*/ 88 h 704"/>
                <a:gd name="T46" fmla="*/ 117 w 323"/>
                <a:gd name="T47" fmla="*/ 88 h 704"/>
                <a:gd name="T48" fmla="*/ 117 w 323"/>
                <a:gd name="T49" fmla="*/ 44 h 704"/>
                <a:gd name="T50" fmla="*/ 293 w 323"/>
                <a:gd name="T51" fmla="*/ 659 h 704"/>
                <a:gd name="T52" fmla="*/ 293 w 323"/>
                <a:gd name="T53" fmla="*/ 659 h 704"/>
                <a:gd name="T54" fmla="*/ 278 w 323"/>
                <a:gd name="T55" fmla="*/ 674 h 704"/>
                <a:gd name="T56" fmla="*/ 44 w 323"/>
                <a:gd name="T57" fmla="*/ 674 h 704"/>
                <a:gd name="T58" fmla="*/ 29 w 323"/>
                <a:gd name="T59" fmla="*/ 659 h 704"/>
                <a:gd name="T60" fmla="*/ 29 w 323"/>
                <a:gd name="T61" fmla="*/ 132 h 704"/>
                <a:gd name="T62" fmla="*/ 44 w 323"/>
                <a:gd name="T63" fmla="*/ 118 h 704"/>
                <a:gd name="T64" fmla="*/ 102 w 323"/>
                <a:gd name="T65" fmla="*/ 118 h 704"/>
                <a:gd name="T66" fmla="*/ 102 w 323"/>
                <a:gd name="T67" fmla="*/ 118 h 704"/>
                <a:gd name="T68" fmla="*/ 220 w 323"/>
                <a:gd name="T69" fmla="*/ 118 h 704"/>
                <a:gd name="T70" fmla="*/ 220 w 323"/>
                <a:gd name="T71" fmla="*/ 118 h 704"/>
                <a:gd name="T72" fmla="*/ 278 w 323"/>
                <a:gd name="T73" fmla="*/ 118 h 704"/>
                <a:gd name="T74" fmla="*/ 293 w 323"/>
                <a:gd name="T75" fmla="*/ 132 h 704"/>
                <a:gd name="T76" fmla="*/ 293 w 323"/>
                <a:gd name="T77" fmla="*/ 659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23" h="704">
                  <a:moveTo>
                    <a:pt x="278" y="88"/>
                  </a:moveTo>
                  <a:lnTo>
                    <a:pt x="278" y="88"/>
                  </a:lnTo>
                  <a:cubicBezTo>
                    <a:pt x="234" y="88"/>
                    <a:pt x="234" y="88"/>
                    <a:pt x="234" y="88"/>
                  </a:cubicBezTo>
                  <a:cubicBezTo>
                    <a:pt x="234" y="44"/>
                    <a:pt x="234" y="44"/>
                    <a:pt x="234" y="44"/>
                  </a:cubicBezTo>
                  <a:cubicBezTo>
                    <a:pt x="234" y="20"/>
                    <a:pt x="215" y="0"/>
                    <a:pt x="190" y="0"/>
                  </a:cubicBezTo>
                  <a:cubicBezTo>
                    <a:pt x="132" y="0"/>
                    <a:pt x="132" y="0"/>
                    <a:pt x="132" y="0"/>
                  </a:cubicBezTo>
                  <a:cubicBezTo>
                    <a:pt x="107" y="0"/>
                    <a:pt x="88" y="20"/>
                    <a:pt x="88" y="44"/>
                  </a:cubicBezTo>
                  <a:cubicBezTo>
                    <a:pt x="88" y="88"/>
                    <a:pt x="88" y="88"/>
                    <a:pt x="88" y="88"/>
                  </a:cubicBezTo>
                  <a:cubicBezTo>
                    <a:pt x="44" y="88"/>
                    <a:pt x="44" y="88"/>
                    <a:pt x="44" y="88"/>
                  </a:cubicBezTo>
                  <a:cubicBezTo>
                    <a:pt x="20" y="88"/>
                    <a:pt x="0" y="107"/>
                    <a:pt x="0" y="132"/>
                  </a:cubicBezTo>
                  <a:cubicBezTo>
                    <a:pt x="0" y="659"/>
                    <a:pt x="0" y="659"/>
                    <a:pt x="0" y="659"/>
                  </a:cubicBezTo>
                  <a:cubicBezTo>
                    <a:pt x="0" y="684"/>
                    <a:pt x="20" y="703"/>
                    <a:pt x="44" y="703"/>
                  </a:cubicBezTo>
                  <a:cubicBezTo>
                    <a:pt x="278" y="703"/>
                    <a:pt x="278" y="703"/>
                    <a:pt x="278" y="703"/>
                  </a:cubicBezTo>
                  <a:lnTo>
                    <a:pt x="278" y="703"/>
                  </a:lnTo>
                  <a:cubicBezTo>
                    <a:pt x="302" y="703"/>
                    <a:pt x="322" y="684"/>
                    <a:pt x="322" y="659"/>
                  </a:cubicBezTo>
                  <a:cubicBezTo>
                    <a:pt x="322" y="132"/>
                    <a:pt x="322" y="132"/>
                    <a:pt x="322" y="132"/>
                  </a:cubicBezTo>
                  <a:cubicBezTo>
                    <a:pt x="322" y="107"/>
                    <a:pt x="302" y="88"/>
                    <a:pt x="278" y="88"/>
                  </a:cubicBezTo>
                  <a:close/>
                  <a:moveTo>
                    <a:pt x="117" y="44"/>
                  </a:moveTo>
                  <a:lnTo>
                    <a:pt x="117" y="44"/>
                  </a:lnTo>
                  <a:cubicBezTo>
                    <a:pt x="117" y="36"/>
                    <a:pt x="124" y="31"/>
                    <a:pt x="132" y="31"/>
                  </a:cubicBezTo>
                  <a:cubicBezTo>
                    <a:pt x="190" y="31"/>
                    <a:pt x="190" y="31"/>
                    <a:pt x="190" y="31"/>
                  </a:cubicBezTo>
                  <a:cubicBezTo>
                    <a:pt x="198" y="31"/>
                    <a:pt x="205" y="36"/>
                    <a:pt x="205" y="44"/>
                  </a:cubicBezTo>
                  <a:cubicBezTo>
                    <a:pt x="205" y="88"/>
                    <a:pt x="205" y="88"/>
                    <a:pt x="205" y="88"/>
                  </a:cubicBezTo>
                  <a:cubicBezTo>
                    <a:pt x="117" y="88"/>
                    <a:pt x="117" y="88"/>
                    <a:pt x="117" y="88"/>
                  </a:cubicBezTo>
                  <a:lnTo>
                    <a:pt x="117" y="44"/>
                  </a:lnTo>
                  <a:close/>
                  <a:moveTo>
                    <a:pt x="293" y="659"/>
                  </a:moveTo>
                  <a:lnTo>
                    <a:pt x="293" y="659"/>
                  </a:lnTo>
                  <a:cubicBezTo>
                    <a:pt x="293" y="667"/>
                    <a:pt x="286" y="674"/>
                    <a:pt x="278" y="674"/>
                  </a:cubicBezTo>
                  <a:cubicBezTo>
                    <a:pt x="44" y="674"/>
                    <a:pt x="44" y="674"/>
                    <a:pt x="44" y="674"/>
                  </a:cubicBezTo>
                  <a:cubicBezTo>
                    <a:pt x="36" y="674"/>
                    <a:pt x="29" y="667"/>
                    <a:pt x="29" y="659"/>
                  </a:cubicBezTo>
                  <a:cubicBezTo>
                    <a:pt x="29" y="132"/>
                    <a:pt x="29" y="132"/>
                    <a:pt x="29" y="132"/>
                  </a:cubicBezTo>
                  <a:cubicBezTo>
                    <a:pt x="29" y="124"/>
                    <a:pt x="36" y="118"/>
                    <a:pt x="44" y="118"/>
                  </a:cubicBezTo>
                  <a:cubicBezTo>
                    <a:pt x="102" y="118"/>
                    <a:pt x="102" y="118"/>
                    <a:pt x="102" y="118"/>
                  </a:cubicBezTo>
                  <a:lnTo>
                    <a:pt x="102" y="118"/>
                  </a:lnTo>
                  <a:cubicBezTo>
                    <a:pt x="220" y="118"/>
                    <a:pt x="220" y="118"/>
                    <a:pt x="220" y="118"/>
                  </a:cubicBezTo>
                  <a:lnTo>
                    <a:pt x="220" y="118"/>
                  </a:lnTo>
                  <a:cubicBezTo>
                    <a:pt x="278" y="118"/>
                    <a:pt x="278" y="118"/>
                    <a:pt x="278" y="118"/>
                  </a:cubicBezTo>
                  <a:cubicBezTo>
                    <a:pt x="286" y="118"/>
                    <a:pt x="293" y="124"/>
                    <a:pt x="293" y="132"/>
                  </a:cubicBezTo>
                  <a:lnTo>
                    <a:pt x="293" y="65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6" name="Freeform 493">
              <a:extLst>
                <a:ext uri="{FF2B5EF4-FFF2-40B4-BE49-F238E27FC236}">
                  <a16:creationId xmlns:a16="http://schemas.microsoft.com/office/drawing/2014/main" id="{AB3A7A94-E909-084C-58E5-35D8EBAD2847}"/>
                </a:ext>
              </a:extLst>
            </p:cNvPr>
            <p:cNvSpPr>
              <a:spLocks noChangeArrowheads="1"/>
            </p:cNvSpPr>
            <p:nvPr/>
          </p:nvSpPr>
          <p:spPr bwMode="auto">
            <a:xfrm>
              <a:off x="6262688" y="6084888"/>
              <a:ext cx="53975" cy="160337"/>
            </a:xfrm>
            <a:custGeom>
              <a:avLst/>
              <a:gdLst>
                <a:gd name="T0" fmla="*/ 130 w 152"/>
                <a:gd name="T1" fmla="*/ 207 h 444"/>
                <a:gd name="T2" fmla="*/ 130 w 152"/>
                <a:gd name="T3" fmla="*/ 207 h 444"/>
                <a:gd name="T4" fmla="*/ 43 w 152"/>
                <a:gd name="T5" fmla="*/ 229 h 444"/>
                <a:gd name="T6" fmla="*/ 146 w 152"/>
                <a:gd name="T7" fmla="*/ 23 h 444"/>
                <a:gd name="T8" fmla="*/ 141 w 152"/>
                <a:gd name="T9" fmla="*/ 2 h 444"/>
                <a:gd name="T10" fmla="*/ 120 w 152"/>
                <a:gd name="T11" fmla="*/ 9 h 444"/>
                <a:gd name="T12" fmla="*/ 4 w 152"/>
                <a:gd name="T13" fmla="*/ 244 h 444"/>
                <a:gd name="T14" fmla="*/ 5 w 152"/>
                <a:gd name="T15" fmla="*/ 259 h 444"/>
                <a:gd name="T16" fmla="*/ 20 w 152"/>
                <a:gd name="T17" fmla="*/ 265 h 444"/>
                <a:gd name="T18" fmla="*/ 104 w 152"/>
                <a:gd name="T19" fmla="*/ 244 h 444"/>
                <a:gd name="T20" fmla="*/ 4 w 152"/>
                <a:gd name="T21" fmla="*/ 418 h 444"/>
                <a:gd name="T22" fmla="*/ 9 w 152"/>
                <a:gd name="T23" fmla="*/ 439 h 444"/>
                <a:gd name="T24" fmla="*/ 30 w 152"/>
                <a:gd name="T25" fmla="*/ 433 h 444"/>
                <a:gd name="T26" fmla="*/ 30 w 152"/>
                <a:gd name="T27" fmla="*/ 433 h 444"/>
                <a:gd name="T28" fmla="*/ 146 w 152"/>
                <a:gd name="T29" fmla="*/ 228 h 444"/>
                <a:gd name="T30" fmla="*/ 145 w 152"/>
                <a:gd name="T31" fmla="*/ 212 h 444"/>
                <a:gd name="T32" fmla="*/ 130 w 152"/>
                <a:gd name="T33" fmla="*/ 207 h 4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2" h="444">
                  <a:moveTo>
                    <a:pt x="130" y="207"/>
                  </a:moveTo>
                  <a:lnTo>
                    <a:pt x="130" y="207"/>
                  </a:lnTo>
                  <a:cubicBezTo>
                    <a:pt x="43" y="229"/>
                    <a:pt x="43" y="229"/>
                    <a:pt x="43" y="229"/>
                  </a:cubicBezTo>
                  <a:cubicBezTo>
                    <a:pt x="146" y="23"/>
                    <a:pt x="146" y="23"/>
                    <a:pt x="146" y="23"/>
                  </a:cubicBezTo>
                  <a:cubicBezTo>
                    <a:pt x="151" y="15"/>
                    <a:pt x="148" y="7"/>
                    <a:pt x="141" y="2"/>
                  </a:cubicBezTo>
                  <a:cubicBezTo>
                    <a:pt x="133" y="0"/>
                    <a:pt x="124" y="2"/>
                    <a:pt x="120" y="9"/>
                  </a:cubicBezTo>
                  <a:cubicBezTo>
                    <a:pt x="4" y="244"/>
                    <a:pt x="4" y="244"/>
                    <a:pt x="4" y="244"/>
                  </a:cubicBezTo>
                  <a:cubicBezTo>
                    <a:pt x="1" y="248"/>
                    <a:pt x="2" y="255"/>
                    <a:pt x="5" y="259"/>
                  </a:cubicBezTo>
                  <a:cubicBezTo>
                    <a:pt x="9" y="263"/>
                    <a:pt x="15" y="266"/>
                    <a:pt x="20" y="265"/>
                  </a:cubicBezTo>
                  <a:cubicBezTo>
                    <a:pt x="104" y="244"/>
                    <a:pt x="104" y="244"/>
                    <a:pt x="104" y="244"/>
                  </a:cubicBezTo>
                  <a:cubicBezTo>
                    <a:pt x="4" y="418"/>
                    <a:pt x="4" y="418"/>
                    <a:pt x="4" y="418"/>
                  </a:cubicBezTo>
                  <a:cubicBezTo>
                    <a:pt x="0" y="425"/>
                    <a:pt x="2" y="435"/>
                    <a:pt x="9" y="439"/>
                  </a:cubicBezTo>
                  <a:cubicBezTo>
                    <a:pt x="16" y="443"/>
                    <a:pt x="26" y="440"/>
                    <a:pt x="30" y="433"/>
                  </a:cubicBezTo>
                  <a:lnTo>
                    <a:pt x="30" y="433"/>
                  </a:lnTo>
                  <a:cubicBezTo>
                    <a:pt x="146" y="228"/>
                    <a:pt x="146" y="228"/>
                    <a:pt x="146" y="228"/>
                  </a:cubicBezTo>
                  <a:cubicBezTo>
                    <a:pt x="149" y="223"/>
                    <a:pt x="149" y="217"/>
                    <a:pt x="145" y="212"/>
                  </a:cubicBezTo>
                  <a:cubicBezTo>
                    <a:pt x="142" y="207"/>
                    <a:pt x="135" y="206"/>
                    <a:pt x="130" y="2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7" name="Group 601">
            <a:extLst>
              <a:ext uri="{FF2B5EF4-FFF2-40B4-BE49-F238E27FC236}">
                <a16:creationId xmlns:a16="http://schemas.microsoft.com/office/drawing/2014/main" id="{075F39C5-43FC-A23C-6885-5BEBB5A07A9D}"/>
              </a:ext>
            </a:extLst>
          </p:cNvPr>
          <p:cNvGrpSpPr/>
          <p:nvPr/>
        </p:nvGrpSpPr>
        <p:grpSpPr>
          <a:xfrm>
            <a:off x="5427786" y="3754860"/>
            <a:ext cx="1771650" cy="136525"/>
            <a:chOff x="4286250" y="4087813"/>
            <a:chExt cx="1771650" cy="136525"/>
          </a:xfrm>
          <a:solidFill>
            <a:schemeClr val="accent4"/>
          </a:solidFill>
        </p:grpSpPr>
        <p:sp>
          <p:nvSpPr>
            <p:cNvPr id="598" name="Freeform 494">
              <a:extLst>
                <a:ext uri="{FF2B5EF4-FFF2-40B4-BE49-F238E27FC236}">
                  <a16:creationId xmlns:a16="http://schemas.microsoft.com/office/drawing/2014/main" id="{C5E93217-3BCD-8A4E-AE47-3A0573DF89C1}"/>
                </a:ext>
              </a:extLst>
            </p:cNvPr>
            <p:cNvSpPr>
              <a:spLocks noChangeArrowheads="1"/>
            </p:cNvSpPr>
            <p:nvPr/>
          </p:nvSpPr>
          <p:spPr bwMode="auto">
            <a:xfrm>
              <a:off x="4286250" y="4087813"/>
              <a:ext cx="106363" cy="136525"/>
            </a:xfrm>
            <a:custGeom>
              <a:avLst/>
              <a:gdLst>
                <a:gd name="T0" fmla="*/ 77 w 295"/>
                <a:gd name="T1" fmla="*/ 77 h 381"/>
                <a:gd name="T2" fmla="*/ 77 w 295"/>
                <a:gd name="T3" fmla="*/ 77 h 381"/>
                <a:gd name="T4" fmla="*/ 123 w 295"/>
                <a:gd name="T5" fmla="*/ 43 h 381"/>
                <a:gd name="T6" fmla="*/ 184 w 295"/>
                <a:gd name="T7" fmla="*/ 30 h 381"/>
                <a:gd name="T8" fmla="*/ 285 w 295"/>
                <a:gd name="T9" fmla="*/ 56 h 381"/>
                <a:gd name="T10" fmla="*/ 285 w 295"/>
                <a:gd name="T11" fmla="*/ 19 h 381"/>
                <a:gd name="T12" fmla="*/ 188 w 295"/>
                <a:gd name="T13" fmla="*/ 0 h 381"/>
                <a:gd name="T14" fmla="*/ 134 w 295"/>
                <a:gd name="T15" fmla="*/ 7 h 381"/>
                <a:gd name="T16" fmla="*/ 88 w 295"/>
                <a:gd name="T17" fmla="*/ 26 h 381"/>
                <a:gd name="T18" fmla="*/ 51 w 295"/>
                <a:gd name="T19" fmla="*/ 56 h 381"/>
                <a:gd name="T20" fmla="*/ 23 w 295"/>
                <a:gd name="T21" fmla="*/ 96 h 381"/>
                <a:gd name="T22" fmla="*/ 5 w 295"/>
                <a:gd name="T23" fmla="*/ 143 h 381"/>
                <a:gd name="T24" fmla="*/ 0 w 295"/>
                <a:gd name="T25" fmla="*/ 195 h 381"/>
                <a:gd name="T26" fmla="*/ 12 w 295"/>
                <a:gd name="T27" fmla="*/ 269 h 381"/>
                <a:gd name="T28" fmla="*/ 46 w 295"/>
                <a:gd name="T29" fmla="*/ 328 h 381"/>
                <a:gd name="T30" fmla="*/ 101 w 295"/>
                <a:gd name="T31" fmla="*/ 367 h 381"/>
                <a:gd name="T32" fmla="*/ 173 w 295"/>
                <a:gd name="T33" fmla="*/ 380 h 381"/>
                <a:gd name="T34" fmla="*/ 294 w 295"/>
                <a:gd name="T35" fmla="*/ 349 h 381"/>
                <a:gd name="T36" fmla="*/ 294 w 295"/>
                <a:gd name="T37" fmla="*/ 187 h 381"/>
                <a:gd name="T38" fmla="*/ 175 w 295"/>
                <a:gd name="T39" fmla="*/ 187 h 381"/>
                <a:gd name="T40" fmla="*/ 175 w 295"/>
                <a:gd name="T41" fmla="*/ 217 h 381"/>
                <a:gd name="T42" fmla="*/ 259 w 295"/>
                <a:gd name="T43" fmla="*/ 217 h 381"/>
                <a:gd name="T44" fmla="*/ 259 w 295"/>
                <a:gd name="T45" fmla="*/ 330 h 381"/>
                <a:gd name="T46" fmla="*/ 178 w 295"/>
                <a:gd name="T47" fmla="*/ 349 h 381"/>
                <a:gd name="T48" fmla="*/ 116 w 295"/>
                <a:gd name="T49" fmla="*/ 338 h 381"/>
                <a:gd name="T50" fmla="*/ 73 w 295"/>
                <a:gd name="T51" fmla="*/ 305 h 381"/>
                <a:gd name="T52" fmla="*/ 45 w 295"/>
                <a:gd name="T53" fmla="*/ 254 h 381"/>
                <a:gd name="T54" fmla="*/ 35 w 295"/>
                <a:gd name="T55" fmla="*/ 191 h 381"/>
                <a:gd name="T56" fmla="*/ 46 w 295"/>
                <a:gd name="T57" fmla="*/ 128 h 381"/>
                <a:gd name="T58" fmla="*/ 77 w 295"/>
                <a:gd name="T59" fmla="*/ 7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5" h="381">
                  <a:moveTo>
                    <a:pt x="77" y="77"/>
                  </a:moveTo>
                  <a:lnTo>
                    <a:pt x="77" y="77"/>
                  </a:lnTo>
                  <a:cubicBezTo>
                    <a:pt x="89" y="62"/>
                    <a:pt x="104" y="51"/>
                    <a:pt x="123" y="43"/>
                  </a:cubicBezTo>
                  <a:cubicBezTo>
                    <a:pt x="141" y="34"/>
                    <a:pt x="162" y="30"/>
                    <a:pt x="184" y="30"/>
                  </a:cubicBezTo>
                  <a:cubicBezTo>
                    <a:pt x="221" y="30"/>
                    <a:pt x="254" y="40"/>
                    <a:pt x="285" y="56"/>
                  </a:cubicBezTo>
                  <a:cubicBezTo>
                    <a:pt x="285" y="19"/>
                    <a:pt x="285" y="19"/>
                    <a:pt x="285" y="19"/>
                  </a:cubicBezTo>
                  <a:cubicBezTo>
                    <a:pt x="258" y="6"/>
                    <a:pt x="225" y="0"/>
                    <a:pt x="188" y="0"/>
                  </a:cubicBezTo>
                  <a:cubicBezTo>
                    <a:pt x="169" y="0"/>
                    <a:pt x="151" y="2"/>
                    <a:pt x="134" y="7"/>
                  </a:cubicBezTo>
                  <a:cubicBezTo>
                    <a:pt x="116" y="11"/>
                    <a:pt x="101" y="18"/>
                    <a:pt x="88" y="26"/>
                  </a:cubicBezTo>
                  <a:cubicBezTo>
                    <a:pt x="74" y="34"/>
                    <a:pt x="62" y="45"/>
                    <a:pt x="51" y="56"/>
                  </a:cubicBezTo>
                  <a:cubicBezTo>
                    <a:pt x="40" y="69"/>
                    <a:pt x="30" y="83"/>
                    <a:pt x="23" y="96"/>
                  </a:cubicBezTo>
                  <a:cubicBezTo>
                    <a:pt x="15" y="111"/>
                    <a:pt x="9" y="126"/>
                    <a:pt x="5" y="143"/>
                  </a:cubicBezTo>
                  <a:cubicBezTo>
                    <a:pt x="3" y="159"/>
                    <a:pt x="0" y="177"/>
                    <a:pt x="0" y="195"/>
                  </a:cubicBezTo>
                  <a:cubicBezTo>
                    <a:pt x="0" y="223"/>
                    <a:pt x="4" y="247"/>
                    <a:pt x="12" y="269"/>
                  </a:cubicBezTo>
                  <a:cubicBezTo>
                    <a:pt x="20" y="293"/>
                    <a:pt x="31" y="312"/>
                    <a:pt x="46" y="328"/>
                  </a:cubicBezTo>
                  <a:cubicBezTo>
                    <a:pt x="62" y="345"/>
                    <a:pt x="79" y="357"/>
                    <a:pt x="101" y="367"/>
                  </a:cubicBezTo>
                  <a:cubicBezTo>
                    <a:pt x="122" y="375"/>
                    <a:pt x="147" y="380"/>
                    <a:pt x="173" y="380"/>
                  </a:cubicBezTo>
                  <a:cubicBezTo>
                    <a:pt x="215" y="380"/>
                    <a:pt x="255" y="369"/>
                    <a:pt x="294" y="349"/>
                  </a:cubicBezTo>
                  <a:cubicBezTo>
                    <a:pt x="294" y="187"/>
                    <a:pt x="294" y="187"/>
                    <a:pt x="294" y="187"/>
                  </a:cubicBezTo>
                  <a:cubicBezTo>
                    <a:pt x="175" y="187"/>
                    <a:pt x="175" y="187"/>
                    <a:pt x="175" y="187"/>
                  </a:cubicBezTo>
                  <a:cubicBezTo>
                    <a:pt x="175" y="217"/>
                    <a:pt x="175" y="217"/>
                    <a:pt x="175" y="217"/>
                  </a:cubicBezTo>
                  <a:cubicBezTo>
                    <a:pt x="259" y="217"/>
                    <a:pt x="259" y="217"/>
                    <a:pt x="259" y="217"/>
                  </a:cubicBezTo>
                  <a:cubicBezTo>
                    <a:pt x="259" y="330"/>
                    <a:pt x="259" y="330"/>
                    <a:pt x="259" y="330"/>
                  </a:cubicBezTo>
                  <a:cubicBezTo>
                    <a:pt x="236" y="342"/>
                    <a:pt x="208" y="349"/>
                    <a:pt x="178" y="349"/>
                  </a:cubicBezTo>
                  <a:cubicBezTo>
                    <a:pt x="155" y="349"/>
                    <a:pt x="134" y="345"/>
                    <a:pt x="116" y="338"/>
                  </a:cubicBezTo>
                  <a:cubicBezTo>
                    <a:pt x="99" y="330"/>
                    <a:pt x="84" y="319"/>
                    <a:pt x="73" y="305"/>
                  </a:cubicBezTo>
                  <a:cubicBezTo>
                    <a:pt x="60" y="290"/>
                    <a:pt x="51" y="273"/>
                    <a:pt x="45" y="254"/>
                  </a:cubicBezTo>
                  <a:cubicBezTo>
                    <a:pt x="38" y="235"/>
                    <a:pt x="35" y="214"/>
                    <a:pt x="35" y="191"/>
                  </a:cubicBezTo>
                  <a:cubicBezTo>
                    <a:pt x="35" y="169"/>
                    <a:pt x="40" y="147"/>
                    <a:pt x="46" y="128"/>
                  </a:cubicBezTo>
                  <a:cubicBezTo>
                    <a:pt x="53" y="109"/>
                    <a:pt x="64" y="91"/>
                    <a:pt x="77" y="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5">
              <a:extLst>
                <a:ext uri="{FF2B5EF4-FFF2-40B4-BE49-F238E27FC236}">
                  <a16:creationId xmlns:a16="http://schemas.microsoft.com/office/drawing/2014/main" id="{59CA814E-19C9-5F85-6E08-EEFE8D4CF0E3}"/>
                </a:ext>
              </a:extLst>
            </p:cNvPr>
            <p:cNvSpPr>
              <a:spLocks noChangeArrowheads="1"/>
            </p:cNvSpPr>
            <p:nvPr/>
          </p:nvSpPr>
          <p:spPr bwMode="auto">
            <a:xfrm>
              <a:off x="4422775" y="4089400"/>
              <a:ext cx="68263" cy="133350"/>
            </a:xfrm>
            <a:custGeom>
              <a:avLst/>
              <a:gdLst>
                <a:gd name="T0" fmla="*/ 34 w 189"/>
                <a:gd name="T1" fmla="*/ 197 h 369"/>
                <a:gd name="T2" fmla="*/ 168 w 189"/>
                <a:gd name="T3" fmla="*/ 197 h 369"/>
                <a:gd name="T4" fmla="*/ 168 w 189"/>
                <a:gd name="T5" fmla="*/ 166 h 369"/>
                <a:gd name="T6" fmla="*/ 34 w 189"/>
                <a:gd name="T7" fmla="*/ 166 h 369"/>
                <a:gd name="T8" fmla="*/ 34 w 189"/>
                <a:gd name="T9" fmla="*/ 31 h 369"/>
                <a:gd name="T10" fmla="*/ 179 w 189"/>
                <a:gd name="T11" fmla="*/ 31 h 369"/>
                <a:gd name="T12" fmla="*/ 179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8" y="197"/>
                  </a:lnTo>
                  <a:lnTo>
                    <a:pt x="168" y="166"/>
                  </a:lnTo>
                  <a:lnTo>
                    <a:pt x="34" y="166"/>
                  </a:lnTo>
                  <a:lnTo>
                    <a:pt x="34" y="31"/>
                  </a:lnTo>
                  <a:lnTo>
                    <a:pt x="179" y="31"/>
                  </a:lnTo>
                  <a:lnTo>
                    <a:pt x="179"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6">
              <a:extLst>
                <a:ext uri="{FF2B5EF4-FFF2-40B4-BE49-F238E27FC236}">
                  <a16:creationId xmlns:a16="http://schemas.microsoft.com/office/drawing/2014/main" id="{2F0ED45A-7621-1BEB-2214-A46471BA5F2F}"/>
                </a:ext>
              </a:extLst>
            </p:cNvPr>
            <p:cNvSpPr>
              <a:spLocks noChangeArrowheads="1"/>
            </p:cNvSpPr>
            <p:nvPr/>
          </p:nvSpPr>
          <p:spPr bwMode="auto">
            <a:xfrm>
              <a:off x="4518025" y="4089400"/>
              <a:ext cx="104775" cy="133350"/>
            </a:xfrm>
            <a:custGeom>
              <a:avLst/>
              <a:gdLst>
                <a:gd name="T0" fmla="*/ 254 w 289"/>
                <a:gd name="T1" fmla="*/ 273 h 369"/>
                <a:gd name="T2" fmla="*/ 254 w 289"/>
                <a:gd name="T3" fmla="*/ 273 h 369"/>
                <a:gd name="T4" fmla="*/ 254 w 289"/>
                <a:gd name="T5" fmla="*/ 296 h 369"/>
                <a:gd name="T6" fmla="*/ 256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4" y="296"/>
                  </a:cubicBezTo>
                  <a:cubicBezTo>
                    <a:pt x="255" y="303"/>
                    <a:pt x="255" y="310"/>
                    <a:pt x="256" y="315"/>
                  </a:cubicBezTo>
                  <a:cubicBezTo>
                    <a:pt x="255" y="315"/>
                    <a:pt x="255" y="315"/>
                    <a:pt x="255" y="315"/>
                  </a:cubicBezTo>
                  <a:cubicBezTo>
                    <a:pt x="252" y="313"/>
                    <a:pt x="249" y="309"/>
                    <a:pt x="248" y="304"/>
                  </a:cubicBezTo>
                  <a:cubicBezTo>
                    <a:pt x="245"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3" y="52"/>
                    <a:pt x="33" y="49"/>
                  </a:cubicBezTo>
                  <a:cubicBezTo>
                    <a:pt x="34" y="49"/>
                    <a:pt x="34" y="49"/>
                    <a:pt x="34" y="49"/>
                  </a:cubicBezTo>
                  <a:cubicBezTo>
                    <a:pt x="35"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1" name="Freeform 497">
              <a:extLst>
                <a:ext uri="{FF2B5EF4-FFF2-40B4-BE49-F238E27FC236}">
                  <a16:creationId xmlns:a16="http://schemas.microsoft.com/office/drawing/2014/main" id="{C2EFB900-1659-BBFA-4C8E-A2C31B3EEAEE}"/>
                </a:ext>
              </a:extLst>
            </p:cNvPr>
            <p:cNvSpPr>
              <a:spLocks noChangeArrowheads="1"/>
            </p:cNvSpPr>
            <p:nvPr/>
          </p:nvSpPr>
          <p:spPr bwMode="auto">
            <a:xfrm>
              <a:off x="4657725" y="4089400"/>
              <a:ext cx="68263" cy="133350"/>
            </a:xfrm>
            <a:custGeom>
              <a:avLst/>
              <a:gdLst>
                <a:gd name="T0" fmla="*/ 180 w 189"/>
                <a:gd name="T1" fmla="*/ 31 h 369"/>
                <a:gd name="T2" fmla="*/ 180 w 189"/>
                <a:gd name="T3" fmla="*/ 0 h 369"/>
                <a:gd name="T4" fmla="*/ 0 w 189"/>
                <a:gd name="T5" fmla="*/ 0 h 369"/>
                <a:gd name="T6" fmla="*/ 0 w 189"/>
                <a:gd name="T7" fmla="*/ 368 h 369"/>
                <a:gd name="T8" fmla="*/ 188 w 189"/>
                <a:gd name="T9" fmla="*/ 368 h 369"/>
                <a:gd name="T10" fmla="*/ 188 w 189"/>
                <a:gd name="T11" fmla="*/ 337 h 369"/>
                <a:gd name="T12" fmla="*/ 34 w 189"/>
                <a:gd name="T13" fmla="*/ 337 h 369"/>
                <a:gd name="T14" fmla="*/ 34 w 189"/>
                <a:gd name="T15" fmla="*/ 197 h 369"/>
                <a:gd name="T16" fmla="*/ 169 w 189"/>
                <a:gd name="T17" fmla="*/ 197 h 369"/>
                <a:gd name="T18" fmla="*/ 169 w 189"/>
                <a:gd name="T19" fmla="*/ 166 h 369"/>
                <a:gd name="T20" fmla="*/ 34 w 189"/>
                <a:gd name="T21" fmla="*/ 166 h 369"/>
                <a:gd name="T22" fmla="*/ 34 w 189"/>
                <a:gd name="T23" fmla="*/ 31 h 369"/>
                <a:gd name="T24" fmla="*/ 180 w 189"/>
                <a:gd name="T25" fmla="*/ 3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180" y="31"/>
                  </a:moveTo>
                  <a:lnTo>
                    <a:pt x="180" y="0"/>
                  </a:lnTo>
                  <a:lnTo>
                    <a:pt x="0" y="0"/>
                  </a:lnTo>
                  <a:lnTo>
                    <a:pt x="0" y="368"/>
                  </a:lnTo>
                  <a:lnTo>
                    <a:pt x="188" y="368"/>
                  </a:lnTo>
                  <a:lnTo>
                    <a:pt x="188" y="337"/>
                  </a:lnTo>
                  <a:lnTo>
                    <a:pt x="34" y="337"/>
                  </a:lnTo>
                  <a:lnTo>
                    <a:pt x="34" y="197"/>
                  </a:lnTo>
                  <a:lnTo>
                    <a:pt x="169" y="197"/>
                  </a:lnTo>
                  <a:lnTo>
                    <a:pt x="169" y="166"/>
                  </a:lnTo>
                  <a:lnTo>
                    <a:pt x="34" y="166"/>
                  </a:lnTo>
                  <a:lnTo>
                    <a:pt x="34" y="31"/>
                  </a:lnTo>
                  <a:lnTo>
                    <a:pt x="180"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2" name="Freeform 498">
              <a:extLst>
                <a:ext uri="{FF2B5EF4-FFF2-40B4-BE49-F238E27FC236}">
                  <a16:creationId xmlns:a16="http://schemas.microsoft.com/office/drawing/2014/main" id="{380AAE3B-F34A-F780-D14C-638652E2A8C8}"/>
                </a:ext>
              </a:extLst>
            </p:cNvPr>
            <p:cNvSpPr>
              <a:spLocks noChangeArrowheads="1"/>
            </p:cNvSpPr>
            <p:nvPr/>
          </p:nvSpPr>
          <p:spPr bwMode="auto">
            <a:xfrm>
              <a:off x="4752975" y="4089400"/>
              <a:ext cx="87313" cy="133350"/>
            </a:xfrm>
            <a:custGeom>
              <a:avLst/>
              <a:gdLst>
                <a:gd name="T0" fmla="*/ 167 w 242"/>
                <a:gd name="T1" fmla="*/ 233 h 369"/>
                <a:gd name="T2" fmla="*/ 167 w 242"/>
                <a:gd name="T3" fmla="*/ 233 h 369"/>
                <a:gd name="T4" fmla="*/ 156 w 242"/>
                <a:gd name="T5" fmla="*/ 218 h 369"/>
                <a:gd name="T6" fmla="*/ 144 w 242"/>
                <a:gd name="T7" fmla="*/ 206 h 369"/>
                <a:gd name="T8" fmla="*/ 130 w 242"/>
                <a:gd name="T9" fmla="*/ 197 h 369"/>
                <a:gd name="T10" fmla="*/ 130 w 242"/>
                <a:gd name="T11" fmla="*/ 196 h 369"/>
                <a:gd name="T12" fmla="*/ 166 w 242"/>
                <a:gd name="T13" fmla="*/ 184 h 369"/>
                <a:gd name="T14" fmla="*/ 192 w 242"/>
                <a:gd name="T15" fmla="*/ 162 h 369"/>
                <a:gd name="T16" fmla="*/ 209 w 242"/>
                <a:gd name="T17" fmla="*/ 133 h 369"/>
                <a:gd name="T18" fmla="*/ 214 w 242"/>
                <a:gd name="T19" fmla="*/ 97 h 369"/>
                <a:gd name="T20" fmla="*/ 206 w 242"/>
                <a:gd name="T21" fmla="*/ 55 h 369"/>
                <a:gd name="T22" fmla="*/ 181 w 242"/>
                <a:gd name="T23" fmla="*/ 24 h 369"/>
                <a:gd name="T24" fmla="*/ 147 w 242"/>
                <a:gd name="T25" fmla="*/ 7 h 369"/>
                <a:gd name="T26" fmla="*/ 107 w 242"/>
                <a:gd name="T27" fmla="*/ 0 h 369"/>
                <a:gd name="T28" fmla="*/ 0 w 242"/>
                <a:gd name="T29" fmla="*/ 0 h 369"/>
                <a:gd name="T30" fmla="*/ 0 w 242"/>
                <a:gd name="T31" fmla="*/ 368 h 369"/>
                <a:gd name="T32" fmla="*/ 34 w 242"/>
                <a:gd name="T33" fmla="*/ 368 h 369"/>
                <a:gd name="T34" fmla="*/ 34 w 242"/>
                <a:gd name="T35" fmla="*/ 208 h 369"/>
                <a:gd name="T36" fmla="*/ 75 w 242"/>
                <a:gd name="T37" fmla="*/ 208 h 369"/>
                <a:gd name="T38" fmla="*/ 96 w 242"/>
                <a:gd name="T39" fmla="*/ 210 h 369"/>
                <a:gd name="T40" fmla="*/ 114 w 242"/>
                <a:gd name="T41" fmla="*/ 219 h 369"/>
                <a:gd name="T42" fmla="*/ 129 w 242"/>
                <a:gd name="T43" fmla="*/ 236 h 369"/>
                <a:gd name="T44" fmla="*/ 145 w 242"/>
                <a:gd name="T45" fmla="*/ 262 h 369"/>
                <a:gd name="T46" fmla="*/ 202 w 242"/>
                <a:gd name="T47" fmla="*/ 368 h 369"/>
                <a:gd name="T48" fmla="*/ 241 w 242"/>
                <a:gd name="T49" fmla="*/ 368 h 369"/>
                <a:gd name="T50" fmla="*/ 180 w 242"/>
                <a:gd name="T51" fmla="*/ 254 h 369"/>
                <a:gd name="T52" fmla="*/ 167 w 242"/>
                <a:gd name="T53" fmla="*/ 233 h 369"/>
                <a:gd name="T54" fmla="*/ 96 w 242"/>
                <a:gd name="T55" fmla="*/ 177 h 369"/>
                <a:gd name="T56" fmla="*/ 96 w 242"/>
                <a:gd name="T57" fmla="*/ 177 h 369"/>
                <a:gd name="T58" fmla="*/ 34 w 242"/>
                <a:gd name="T59" fmla="*/ 177 h 369"/>
                <a:gd name="T60" fmla="*/ 34 w 242"/>
                <a:gd name="T61" fmla="*/ 31 h 369"/>
                <a:gd name="T62" fmla="*/ 99 w 242"/>
                <a:gd name="T63" fmla="*/ 31 h 369"/>
                <a:gd name="T64" fmla="*/ 158 w 242"/>
                <a:gd name="T65" fmla="*/ 49 h 369"/>
                <a:gd name="T66" fmla="*/ 178 w 242"/>
                <a:gd name="T67" fmla="*/ 100 h 369"/>
                <a:gd name="T68" fmla="*/ 173 w 242"/>
                <a:gd name="T69" fmla="*/ 131 h 369"/>
                <a:gd name="T70" fmla="*/ 156 w 242"/>
                <a:gd name="T71" fmla="*/ 156 h 369"/>
                <a:gd name="T72" fmla="*/ 129 w 242"/>
                <a:gd name="T73" fmla="*/ 171 h 369"/>
                <a:gd name="T74" fmla="*/ 96 w 242"/>
                <a:gd name="T75" fmla="*/ 17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2" h="369">
                  <a:moveTo>
                    <a:pt x="167" y="233"/>
                  </a:moveTo>
                  <a:lnTo>
                    <a:pt x="167" y="233"/>
                  </a:lnTo>
                  <a:cubicBezTo>
                    <a:pt x="163" y="228"/>
                    <a:pt x="159" y="222"/>
                    <a:pt x="156" y="218"/>
                  </a:cubicBezTo>
                  <a:cubicBezTo>
                    <a:pt x="152" y="212"/>
                    <a:pt x="148" y="208"/>
                    <a:pt x="144" y="206"/>
                  </a:cubicBezTo>
                  <a:cubicBezTo>
                    <a:pt x="140" y="203"/>
                    <a:pt x="136" y="200"/>
                    <a:pt x="130" y="197"/>
                  </a:cubicBezTo>
                  <a:cubicBezTo>
                    <a:pt x="130" y="196"/>
                    <a:pt x="130" y="196"/>
                    <a:pt x="130" y="196"/>
                  </a:cubicBezTo>
                  <a:cubicBezTo>
                    <a:pt x="143" y="193"/>
                    <a:pt x="155" y="189"/>
                    <a:pt x="166" y="184"/>
                  </a:cubicBezTo>
                  <a:cubicBezTo>
                    <a:pt x="176" y="178"/>
                    <a:pt x="185" y="170"/>
                    <a:pt x="192" y="162"/>
                  </a:cubicBezTo>
                  <a:cubicBezTo>
                    <a:pt x="199" y="153"/>
                    <a:pt x="204" y="144"/>
                    <a:pt x="209" y="133"/>
                  </a:cubicBezTo>
                  <a:cubicBezTo>
                    <a:pt x="213" y="122"/>
                    <a:pt x="214" y="109"/>
                    <a:pt x="214" y="97"/>
                  </a:cubicBezTo>
                  <a:cubicBezTo>
                    <a:pt x="214" y="81"/>
                    <a:pt x="211" y="67"/>
                    <a:pt x="206" y="55"/>
                  </a:cubicBezTo>
                  <a:cubicBezTo>
                    <a:pt x="199" y="42"/>
                    <a:pt x="191" y="33"/>
                    <a:pt x="181" y="24"/>
                  </a:cubicBezTo>
                  <a:cubicBezTo>
                    <a:pt x="171" y="16"/>
                    <a:pt x="159" y="11"/>
                    <a:pt x="147" y="7"/>
                  </a:cubicBezTo>
                  <a:cubicBezTo>
                    <a:pt x="133" y="2"/>
                    <a:pt x="121" y="0"/>
                    <a:pt x="107" y="0"/>
                  </a:cubicBezTo>
                  <a:cubicBezTo>
                    <a:pt x="0" y="0"/>
                    <a:pt x="0" y="0"/>
                    <a:pt x="0" y="0"/>
                  </a:cubicBezTo>
                  <a:cubicBezTo>
                    <a:pt x="0" y="368"/>
                    <a:pt x="0" y="368"/>
                    <a:pt x="0" y="368"/>
                  </a:cubicBezTo>
                  <a:cubicBezTo>
                    <a:pt x="34" y="368"/>
                    <a:pt x="34" y="368"/>
                    <a:pt x="34" y="368"/>
                  </a:cubicBezTo>
                  <a:cubicBezTo>
                    <a:pt x="34" y="208"/>
                    <a:pt x="34" y="208"/>
                    <a:pt x="34" y="208"/>
                  </a:cubicBezTo>
                  <a:cubicBezTo>
                    <a:pt x="75" y="208"/>
                    <a:pt x="75" y="208"/>
                    <a:pt x="75" y="208"/>
                  </a:cubicBezTo>
                  <a:cubicBezTo>
                    <a:pt x="82" y="208"/>
                    <a:pt x="89" y="208"/>
                    <a:pt x="96" y="210"/>
                  </a:cubicBezTo>
                  <a:cubicBezTo>
                    <a:pt x="101" y="212"/>
                    <a:pt x="108" y="215"/>
                    <a:pt x="114" y="219"/>
                  </a:cubicBezTo>
                  <a:cubicBezTo>
                    <a:pt x="119" y="223"/>
                    <a:pt x="125" y="229"/>
                    <a:pt x="129" y="236"/>
                  </a:cubicBezTo>
                  <a:cubicBezTo>
                    <a:pt x="134" y="243"/>
                    <a:pt x="140" y="252"/>
                    <a:pt x="145" y="262"/>
                  </a:cubicBezTo>
                  <a:cubicBezTo>
                    <a:pt x="202" y="368"/>
                    <a:pt x="202" y="368"/>
                    <a:pt x="202" y="368"/>
                  </a:cubicBezTo>
                  <a:cubicBezTo>
                    <a:pt x="241" y="368"/>
                    <a:pt x="241" y="368"/>
                    <a:pt x="241" y="368"/>
                  </a:cubicBezTo>
                  <a:cubicBezTo>
                    <a:pt x="180" y="254"/>
                    <a:pt x="180" y="254"/>
                    <a:pt x="180" y="254"/>
                  </a:cubicBezTo>
                  <a:cubicBezTo>
                    <a:pt x="176" y="247"/>
                    <a:pt x="171" y="240"/>
                    <a:pt x="167" y="233"/>
                  </a:cubicBezTo>
                  <a:close/>
                  <a:moveTo>
                    <a:pt x="96" y="177"/>
                  </a:moveTo>
                  <a:lnTo>
                    <a:pt x="96" y="177"/>
                  </a:lnTo>
                  <a:cubicBezTo>
                    <a:pt x="34" y="177"/>
                    <a:pt x="34" y="177"/>
                    <a:pt x="34" y="177"/>
                  </a:cubicBezTo>
                  <a:cubicBezTo>
                    <a:pt x="34" y="31"/>
                    <a:pt x="34" y="31"/>
                    <a:pt x="34" y="31"/>
                  </a:cubicBezTo>
                  <a:cubicBezTo>
                    <a:pt x="99" y="31"/>
                    <a:pt x="99" y="31"/>
                    <a:pt x="99" y="31"/>
                  </a:cubicBezTo>
                  <a:cubicBezTo>
                    <a:pt x="125" y="31"/>
                    <a:pt x="144" y="37"/>
                    <a:pt x="158" y="49"/>
                  </a:cubicBezTo>
                  <a:cubicBezTo>
                    <a:pt x="171" y="61"/>
                    <a:pt x="178" y="78"/>
                    <a:pt x="178" y="100"/>
                  </a:cubicBezTo>
                  <a:cubicBezTo>
                    <a:pt x="178" y="112"/>
                    <a:pt x="177" y="122"/>
                    <a:pt x="173" y="131"/>
                  </a:cubicBezTo>
                  <a:cubicBezTo>
                    <a:pt x="169" y="141"/>
                    <a:pt x="163" y="149"/>
                    <a:pt x="156" y="156"/>
                  </a:cubicBezTo>
                  <a:cubicBezTo>
                    <a:pt x="148" y="163"/>
                    <a:pt x="140" y="167"/>
                    <a:pt x="129" y="171"/>
                  </a:cubicBezTo>
                  <a:cubicBezTo>
                    <a:pt x="119" y="175"/>
                    <a:pt x="108" y="177"/>
                    <a:pt x="96" y="1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9">
              <a:extLst>
                <a:ext uri="{FF2B5EF4-FFF2-40B4-BE49-F238E27FC236}">
                  <a16:creationId xmlns:a16="http://schemas.microsoft.com/office/drawing/2014/main" id="{182FBFC2-962F-C2C6-1F75-4CDD546B952F}"/>
                </a:ext>
              </a:extLst>
            </p:cNvPr>
            <p:cNvSpPr>
              <a:spLocks noChangeArrowheads="1"/>
            </p:cNvSpPr>
            <p:nvPr/>
          </p:nvSpPr>
          <p:spPr bwMode="auto">
            <a:xfrm>
              <a:off x="4848225" y="4089400"/>
              <a:ext cx="112713" cy="133350"/>
            </a:xfrm>
            <a:custGeom>
              <a:avLst/>
              <a:gdLst>
                <a:gd name="T0" fmla="*/ 142 w 315"/>
                <a:gd name="T1" fmla="*/ 0 h 369"/>
                <a:gd name="T2" fmla="*/ 142 w 315"/>
                <a:gd name="T3" fmla="*/ 0 h 369"/>
                <a:gd name="T4" fmla="*/ 0 w 315"/>
                <a:gd name="T5" fmla="*/ 368 h 369"/>
                <a:gd name="T6" fmla="*/ 39 w 315"/>
                <a:gd name="T7" fmla="*/ 368 h 369"/>
                <a:gd name="T8" fmla="*/ 78 w 315"/>
                <a:gd name="T9" fmla="*/ 259 h 369"/>
                <a:gd name="T10" fmla="*/ 236 w 315"/>
                <a:gd name="T11" fmla="*/ 259 h 369"/>
                <a:gd name="T12" fmla="*/ 277 w 315"/>
                <a:gd name="T13" fmla="*/ 368 h 369"/>
                <a:gd name="T14" fmla="*/ 314 w 315"/>
                <a:gd name="T15" fmla="*/ 368 h 369"/>
                <a:gd name="T16" fmla="*/ 176 w 315"/>
                <a:gd name="T17" fmla="*/ 0 h 369"/>
                <a:gd name="T18" fmla="*/ 142 w 315"/>
                <a:gd name="T19" fmla="*/ 0 h 369"/>
                <a:gd name="T20" fmla="*/ 89 w 315"/>
                <a:gd name="T21" fmla="*/ 228 h 369"/>
                <a:gd name="T22" fmla="*/ 89 w 315"/>
                <a:gd name="T23" fmla="*/ 228 h 369"/>
                <a:gd name="T24" fmla="*/ 150 w 315"/>
                <a:gd name="T25" fmla="*/ 64 h 369"/>
                <a:gd name="T26" fmla="*/ 153 w 315"/>
                <a:gd name="T27" fmla="*/ 53 h 369"/>
                <a:gd name="T28" fmla="*/ 157 w 315"/>
                <a:gd name="T29" fmla="*/ 38 h 369"/>
                <a:gd name="T30" fmla="*/ 158 w 315"/>
                <a:gd name="T31" fmla="*/ 38 h 369"/>
                <a:gd name="T32" fmla="*/ 161 w 315"/>
                <a:gd name="T33" fmla="*/ 53 h 369"/>
                <a:gd name="T34" fmla="*/ 165 w 315"/>
                <a:gd name="T35" fmla="*/ 64 h 369"/>
                <a:gd name="T36" fmla="*/ 225 w 315"/>
                <a:gd name="T37" fmla="*/ 228 h 369"/>
                <a:gd name="T38" fmla="*/ 89 w 315"/>
                <a:gd name="T39" fmla="*/ 228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5" h="369">
                  <a:moveTo>
                    <a:pt x="142" y="0"/>
                  </a:moveTo>
                  <a:lnTo>
                    <a:pt x="142" y="0"/>
                  </a:lnTo>
                  <a:cubicBezTo>
                    <a:pt x="0" y="368"/>
                    <a:pt x="0" y="368"/>
                    <a:pt x="0" y="368"/>
                  </a:cubicBezTo>
                  <a:cubicBezTo>
                    <a:pt x="39" y="368"/>
                    <a:pt x="39" y="368"/>
                    <a:pt x="39" y="368"/>
                  </a:cubicBezTo>
                  <a:cubicBezTo>
                    <a:pt x="78" y="259"/>
                    <a:pt x="78" y="259"/>
                    <a:pt x="78" y="259"/>
                  </a:cubicBezTo>
                  <a:cubicBezTo>
                    <a:pt x="236" y="259"/>
                    <a:pt x="236" y="259"/>
                    <a:pt x="236" y="259"/>
                  </a:cubicBezTo>
                  <a:cubicBezTo>
                    <a:pt x="277" y="368"/>
                    <a:pt x="277" y="368"/>
                    <a:pt x="277" y="368"/>
                  </a:cubicBezTo>
                  <a:cubicBezTo>
                    <a:pt x="314" y="368"/>
                    <a:pt x="314" y="368"/>
                    <a:pt x="314" y="368"/>
                  </a:cubicBezTo>
                  <a:cubicBezTo>
                    <a:pt x="176" y="0"/>
                    <a:pt x="176" y="0"/>
                    <a:pt x="176" y="0"/>
                  </a:cubicBezTo>
                  <a:lnTo>
                    <a:pt x="142" y="0"/>
                  </a:lnTo>
                  <a:close/>
                  <a:moveTo>
                    <a:pt x="89" y="228"/>
                  </a:moveTo>
                  <a:lnTo>
                    <a:pt x="89" y="228"/>
                  </a:lnTo>
                  <a:cubicBezTo>
                    <a:pt x="150" y="64"/>
                    <a:pt x="150" y="64"/>
                    <a:pt x="150" y="64"/>
                  </a:cubicBezTo>
                  <a:cubicBezTo>
                    <a:pt x="151" y="61"/>
                    <a:pt x="151" y="57"/>
                    <a:pt x="153" y="53"/>
                  </a:cubicBezTo>
                  <a:cubicBezTo>
                    <a:pt x="154" y="49"/>
                    <a:pt x="155" y="44"/>
                    <a:pt x="157" y="38"/>
                  </a:cubicBezTo>
                  <a:cubicBezTo>
                    <a:pt x="158" y="38"/>
                    <a:pt x="158" y="38"/>
                    <a:pt x="158" y="38"/>
                  </a:cubicBezTo>
                  <a:cubicBezTo>
                    <a:pt x="158" y="44"/>
                    <a:pt x="159" y="49"/>
                    <a:pt x="161" y="53"/>
                  </a:cubicBezTo>
                  <a:cubicBezTo>
                    <a:pt x="162" y="57"/>
                    <a:pt x="164" y="61"/>
                    <a:pt x="165" y="64"/>
                  </a:cubicBezTo>
                  <a:cubicBezTo>
                    <a:pt x="225" y="228"/>
                    <a:pt x="225" y="228"/>
                    <a:pt x="225" y="228"/>
                  </a:cubicBezTo>
                  <a:lnTo>
                    <a:pt x="89" y="2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500">
              <a:extLst>
                <a:ext uri="{FF2B5EF4-FFF2-40B4-BE49-F238E27FC236}">
                  <a16:creationId xmlns:a16="http://schemas.microsoft.com/office/drawing/2014/main" id="{327878D1-CC46-8744-2FFC-5BD9DBCA40D6}"/>
                </a:ext>
              </a:extLst>
            </p:cNvPr>
            <p:cNvSpPr>
              <a:spLocks noChangeArrowheads="1"/>
            </p:cNvSpPr>
            <p:nvPr/>
          </p:nvSpPr>
          <p:spPr bwMode="auto">
            <a:xfrm>
              <a:off x="4983163" y="4089400"/>
              <a:ext cx="65087" cy="133350"/>
            </a:xfrm>
            <a:custGeom>
              <a:avLst/>
              <a:gdLst>
                <a:gd name="T0" fmla="*/ 34 w 183"/>
                <a:gd name="T1" fmla="*/ 0 h 369"/>
                <a:gd name="T2" fmla="*/ 0 w 183"/>
                <a:gd name="T3" fmla="*/ 0 h 369"/>
                <a:gd name="T4" fmla="*/ 0 w 183"/>
                <a:gd name="T5" fmla="*/ 368 h 369"/>
                <a:gd name="T6" fmla="*/ 182 w 183"/>
                <a:gd name="T7" fmla="*/ 368 h 369"/>
                <a:gd name="T8" fmla="*/ 182 w 183"/>
                <a:gd name="T9" fmla="*/ 337 h 369"/>
                <a:gd name="T10" fmla="*/ 34 w 183"/>
                <a:gd name="T11" fmla="*/ 337 h 369"/>
                <a:gd name="T12" fmla="*/ 34 w 183"/>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3" h="369">
                  <a:moveTo>
                    <a:pt x="34" y="0"/>
                  </a:moveTo>
                  <a:lnTo>
                    <a:pt x="0" y="0"/>
                  </a:lnTo>
                  <a:lnTo>
                    <a:pt x="0" y="368"/>
                  </a:lnTo>
                  <a:lnTo>
                    <a:pt x="182" y="368"/>
                  </a:lnTo>
                  <a:lnTo>
                    <a:pt x="182" y="337"/>
                  </a:lnTo>
                  <a:lnTo>
                    <a:pt x="34" y="337"/>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501">
              <a:extLst>
                <a:ext uri="{FF2B5EF4-FFF2-40B4-BE49-F238E27FC236}">
                  <a16:creationId xmlns:a16="http://schemas.microsoft.com/office/drawing/2014/main" id="{DE2E56E6-1A82-2111-65B0-4E35E9FE5CF2}"/>
                </a:ext>
              </a:extLst>
            </p:cNvPr>
            <p:cNvSpPr>
              <a:spLocks noChangeArrowheads="1"/>
            </p:cNvSpPr>
            <p:nvPr/>
          </p:nvSpPr>
          <p:spPr bwMode="auto">
            <a:xfrm>
              <a:off x="5122863" y="4089400"/>
              <a:ext cx="66675" cy="133350"/>
            </a:xfrm>
            <a:custGeom>
              <a:avLst/>
              <a:gdLst>
                <a:gd name="T0" fmla="*/ 0 w 184"/>
                <a:gd name="T1" fmla="*/ 0 h 369"/>
                <a:gd name="T2" fmla="*/ 0 w 184"/>
                <a:gd name="T3" fmla="*/ 368 h 369"/>
                <a:gd name="T4" fmla="*/ 183 w 184"/>
                <a:gd name="T5" fmla="*/ 368 h 369"/>
                <a:gd name="T6" fmla="*/ 183 w 184"/>
                <a:gd name="T7" fmla="*/ 337 h 369"/>
                <a:gd name="T8" fmla="*/ 34 w 184"/>
                <a:gd name="T9" fmla="*/ 337 h 369"/>
                <a:gd name="T10" fmla="*/ 34 w 184"/>
                <a:gd name="T11" fmla="*/ 0 h 369"/>
                <a:gd name="T12" fmla="*/ 0 w 184"/>
                <a:gd name="T13" fmla="*/ 0 h 369"/>
              </a:gdLst>
              <a:ahLst/>
              <a:cxnLst>
                <a:cxn ang="0">
                  <a:pos x="T0" y="T1"/>
                </a:cxn>
                <a:cxn ang="0">
                  <a:pos x="T2" y="T3"/>
                </a:cxn>
                <a:cxn ang="0">
                  <a:pos x="T4" y="T5"/>
                </a:cxn>
                <a:cxn ang="0">
                  <a:pos x="T6" y="T7"/>
                </a:cxn>
                <a:cxn ang="0">
                  <a:pos x="T8" y="T9"/>
                </a:cxn>
                <a:cxn ang="0">
                  <a:pos x="T10" y="T11"/>
                </a:cxn>
                <a:cxn ang="0">
                  <a:pos x="T12" y="T13"/>
                </a:cxn>
              </a:cxnLst>
              <a:rect l="0" t="0" r="r" b="b"/>
              <a:pathLst>
                <a:path w="184" h="369">
                  <a:moveTo>
                    <a:pt x="0" y="0"/>
                  </a:moveTo>
                  <a:lnTo>
                    <a:pt x="0" y="368"/>
                  </a:lnTo>
                  <a:lnTo>
                    <a:pt x="183" y="368"/>
                  </a:lnTo>
                  <a:lnTo>
                    <a:pt x="183" y="337"/>
                  </a:lnTo>
                  <a:lnTo>
                    <a:pt x="34" y="337"/>
                  </a:lnTo>
                  <a:lnTo>
                    <a:pt x="34"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2">
              <a:extLst>
                <a:ext uri="{FF2B5EF4-FFF2-40B4-BE49-F238E27FC236}">
                  <a16:creationId xmlns:a16="http://schemas.microsoft.com/office/drawing/2014/main" id="{CFF46040-1F98-8C92-26AD-D86AA68BA5B8}"/>
                </a:ext>
              </a:extLst>
            </p:cNvPr>
            <p:cNvSpPr>
              <a:spLocks noChangeArrowheads="1"/>
            </p:cNvSpPr>
            <p:nvPr/>
          </p:nvSpPr>
          <p:spPr bwMode="auto">
            <a:xfrm>
              <a:off x="5210175"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3">
              <a:extLst>
                <a:ext uri="{FF2B5EF4-FFF2-40B4-BE49-F238E27FC236}">
                  <a16:creationId xmlns:a16="http://schemas.microsoft.com/office/drawing/2014/main" id="{BA29E286-7DB7-7720-D961-4272FBBD5309}"/>
                </a:ext>
              </a:extLst>
            </p:cNvPr>
            <p:cNvSpPr>
              <a:spLocks noChangeArrowheads="1"/>
            </p:cNvSpPr>
            <p:nvPr/>
          </p:nvSpPr>
          <p:spPr bwMode="auto">
            <a:xfrm>
              <a:off x="5257800" y="4089400"/>
              <a:ext cx="104775" cy="133350"/>
            </a:xfrm>
            <a:custGeom>
              <a:avLst/>
              <a:gdLst>
                <a:gd name="T0" fmla="*/ 40 w 289"/>
                <a:gd name="T1" fmla="*/ 61 h 369"/>
                <a:gd name="T2" fmla="*/ 40 w 289"/>
                <a:gd name="T3" fmla="*/ 61 h 369"/>
                <a:gd name="T4" fmla="*/ 47 w 289"/>
                <a:gd name="T5" fmla="*/ 72 h 369"/>
                <a:gd name="T6" fmla="*/ 253 w 289"/>
                <a:gd name="T7" fmla="*/ 368 h 369"/>
                <a:gd name="T8" fmla="*/ 288 w 289"/>
                <a:gd name="T9" fmla="*/ 368 h 369"/>
                <a:gd name="T10" fmla="*/ 288 w 289"/>
                <a:gd name="T11" fmla="*/ 0 h 369"/>
                <a:gd name="T12" fmla="*/ 253 w 289"/>
                <a:gd name="T13" fmla="*/ 0 h 369"/>
                <a:gd name="T14" fmla="*/ 253 w 289"/>
                <a:gd name="T15" fmla="*/ 273 h 369"/>
                <a:gd name="T16" fmla="*/ 254 w 289"/>
                <a:gd name="T17" fmla="*/ 296 h 369"/>
                <a:gd name="T18" fmla="*/ 255 w 289"/>
                <a:gd name="T19" fmla="*/ 315 h 369"/>
                <a:gd name="T20" fmla="*/ 254 w 289"/>
                <a:gd name="T21" fmla="*/ 315 h 369"/>
                <a:gd name="T22" fmla="*/ 247 w 289"/>
                <a:gd name="T23" fmla="*/ 304 h 369"/>
                <a:gd name="T24" fmla="*/ 239 w 289"/>
                <a:gd name="T25" fmla="*/ 292 h 369"/>
                <a:gd name="T26" fmla="*/ 37 w 289"/>
                <a:gd name="T27" fmla="*/ 0 h 369"/>
                <a:gd name="T28" fmla="*/ 0 w 289"/>
                <a:gd name="T29" fmla="*/ 0 h 369"/>
                <a:gd name="T30" fmla="*/ 0 w 289"/>
                <a:gd name="T31" fmla="*/ 368 h 369"/>
                <a:gd name="T32" fmla="*/ 33 w 289"/>
                <a:gd name="T33" fmla="*/ 368 h 369"/>
                <a:gd name="T34" fmla="*/ 33 w 289"/>
                <a:gd name="T35" fmla="*/ 82 h 369"/>
                <a:gd name="T36" fmla="*/ 33 w 289"/>
                <a:gd name="T37" fmla="*/ 63 h 369"/>
                <a:gd name="T38" fmla="*/ 33 w 289"/>
                <a:gd name="T39" fmla="*/ 49 h 369"/>
                <a:gd name="T40" fmla="*/ 33 w 289"/>
                <a:gd name="T41" fmla="*/ 49 h 369"/>
                <a:gd name="T42" fmla="*/ 40 w 289"/>
                <a:gd name="T43" fmla="*/ 61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40" y="61"/>
                  </a:moveTo>
                  <a:lnTo>
                    <a:pt x="40" y="61"/>
                  </a:lnTo>
                  <a:cubicBezTo>
                    <a:pt x="43" y="64"/>
                    <a:pt x="45" y="68"/>
                    <a:pt x="47" y="72"/>
                  </a:cubicBezTo>
                  <a:cubicBezTo>
                    <a:pt x="253" y="368"/>
                    <a:pt x="253" y="368"/>
                    <a:pt x="253" y="368"/>
                  </a:cubicBezTo>
                  <a:cubicBezTo>
                    <a:pt x="288" y="368"/>
                    <a:pt x="288" y="368"/>
                    <a:pt x="288" y="368"/>
                  </a:cubicBezTo>
                  <a:cubicBezTo>
                    <a:pt x="288" y="0"/>
                    <a:pt x="288" y="0"/>
                    <a:pt x="288" y="0"/>
                  </a:cubicBezTo>
                  <a:cubicBezTo>
                    <a:pt x="253" y="0"/>
                    <a:pt x="253" y="0"/>
                    <a:pt x="253" y="0"/>
                  </a:cubicBezTo>
                  <a:cubicBezTo>
                    <a:pt x="253" y="273"/>
                    <a:pt x="253" y="273"/>
                    <a:pt x="253" y="273"/>
                  </a:cubicBezTo>
                  <a:cubicBezTo>
                    <a:pt x="253" y="282"/>
                    <a:pt x="254" y="289"/>
                    <a:pt x="254" y="296"/>
                  </a:cubicBezTo>
                  <a:cubicBezTo>
                    <a:pt x="254" y="303"/>
                    <a:pt x="254" y="310"/>
                    <a:pt x="255" y="315"/>
                  </a:cubicBezTo>
                  <a:cubicBezTo>
                    <a:pt x="254" y="315"/>
                    <a:pt x="254" y="315"/>
                    <a:pt x="254" y="315"/>
                  </a:cubicBezTo>
                  <a:cubicBezTo>
                    <a:pt x="251" y="313"/>
                    <a:pt x="250" y="309"/>
                    <a:pt x="247" y="304"/>
                  </a:cubicBezTo>
                  <a:cubicBezTo>
                    <a:pt x="244" y="300"/>
                    <a:pt x="242" y="296"/>
                    <a:pt x="239" y="292"/>
                  </a:cubicBezTo>
                  <a:cubicBezTo>
                    <a:pt x="37" y="0"/>
                    <a:pt x="37" y="0"/>
                    <a:pt x="37" y="0"/>
                  </a:cubicBezTo>
                  <a:cubicBezTo>
                    <a:pt x="0" y="0"/>
                    <a:pt x="0" y="0"/>
                    <a:pt x="0" y="0"/>
                  </a:cubicBezTo>
                  <a:cubicBezTo>
                    <a:pt x="0" y="368"/>
                    <a:pt x="0" y="368"/>
                    <a:pt x="0" y="368"/>
                  </a:cubicBezTo>
                  <a:cubicBezTo>
                    <a:pt x="33" y="368"/>
                    <a:pt x="33" y="368"/>
                    <a:pt x="33" y="368"/>
                  </a:cubicBezTo>
                  <a:cubicBezTo>
                    <a:pt x="33" y="82"/>
                    <a:pt x="33" y="82"/>
                    <a:pt x="33" y="82"/>
                  </a:cubicBezTo>
                  <a:cubicBezTo>
                    <a:pt x="33" y="75"/>
                    <a:pt x="33" y="68"/>
                    <a:pt x="33" y="63"/>
                  </a:cubicBezTo>
                  <a:cubicBezTo>
                    <a:pt x="33" y="57"/>
                    <a:pt x="33" y="52"/>
                    <a:pt x="33" y="49"/>
                  </a:cubicBezTo>
                  <a:lnTo>
                    <a:pt x="33" y="49"/>
                  </a:lnTo>
                  <a:cubicBezTo>
                    <a:pt x="36" y="53"/>
                    <a:pt x="37" y="57"/>
                    <a:pt x="40" y="6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4">
              <a:extLst>
                <a:ext uri="{FF2B5EF4-FFF2-40B4-BE49-F238E27FC236}">
                  <a16:creationId xmlns:a16="http://schemas.microsoft.com/office/drawing/2014/main" id="{BECB5E3B-07F8-638A-A994-D73EB157D8EF}"/>
                </a:ext>
              </a:extLst>
            </p:cNvPr>
            <p:cNvSpPr>
              <a:spLocks noChangeArrowheads="1"/>
            </p:cNvSpPr>
            <p:nvPr/>
          </p:nvSpPr>
          <p:spPr bwMode="auto">
            <a:xfrm>
              <a:off x="5395913" y="4089400"/>
              <a:ext cx="68262" cy="133350"/>
            </a:xfrm>
            <a:custGeom>
              <a:avLst/>
              <a:gdLst>
                <a:gd name="T0" fmla="*/ 34 w 189"/>
                <a:gd name="T1" fmla="*/ 197 h 369"/>
                <a:gd name="T2" fmla="*/ 169 w 189"/>
                <a:gd name="T3" fmla="*/ 197 h 369"/>
                <a:gd name="T4" fmla="*/ 169 w 189"/>
                <a:gd name="T5" fmla="*/ 166 h 369"/>
                <a:gd name="T6" fmla="*/ 34 w 189"/>
                <a:gd name="T7" fmla="*/ 166 h 369"/>
                <a:gd name="T8" fmla="*/ 34 w 189"/>
                <a:gd name="T9" fmla="*/ 31 h 369"/>
                <a:gd name="T10" fmla="*/ 180 w 189"/>
                <a:gd name="T11" fmla="*/ 31 h 369"/>
                <a:gd name="T12" fmla="*/ 180 w 189"/>
                <a:gd name="T13" fmla="*/ 0 h 369"/>
                <a:gd name="T14" fmla="*/ 0 w 189"/>
                <a:gd name="T15" fmla="*/ 0 h 369"/>
                <a:gd name="T16" fmla="*/ 0 w 189"/>
                <a:gd name="T17" fmla="*/ 368 h 369"/>
                <a:gd name="T18" fmla="*/ 188 w 189"/>
                <a:gd name="T19" fmla="*/ 368 h 369"/>
                <a:gd name="T20" fmla="*/ 188 w 189"/>
                <a:gd name="T21" fmla="*/ 337 h 369"/>
                <a:gd name="T22" fmla="*/ 34 w 189"/>
                <a:gd name="T23" fmla="*/ 337 h 369"/>
                <a:gd name="T24" fmla="*/ 34 w 189"/>
                <a:gd name="T25" fmla="*/ 197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9" h="369">
                  <a:moveTo>
                    <a:pt x="34" y="197"/>
                  </a:moveTo>
                  <a:lnTo>
                    <a:pt x="169" y="197"/>
                  </a:lnTo>
                  <a:lnTo>
                    <a:pt x="169" y="166"/>
                  </a:lnTo>
                  <a:lnTo>
                    <a:pt x="34" y="166"/>
                  </a:lnTo>
                  <a:lnTo>
                    <a:pt x="34" y="31"/>
                  </a:lnTo>
                  <a:lnTo>
                    <a:pt x="180" y="31"/>
                  </a:lnTo>
                  <a:lnTo>
                    <a:pt x="180" y="0"/>
                  </a:lnTo>
                  <a:lnTo>
                    <a:pt x="0" y="0"/>
                  </a:lnTo>
                  <a:lnTo>
                    <a:pt x="0" y="368"/>
                  </a:lnTo>
                  <a:lnTo>
                    <a:pt x="188" y="368"/>
                  </a:lnTo>
                  <a:lnTo>
                    <a:pt x="188" y="337"/>
                  </a:lnTo>
                  <a:lnTo>
                    <a:pt x="34" y="337"/>
                  </a:lnTo>
                  <a:lnTo>
                    <a:pt x="34" y="1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9" name="Freeform 505">
              <a:extLst>
                <a:ext uri="{FF2B5EF4-FFF2-40B4-BE49-F238E27FC236}">
                  <a16:creationId xmlns:a16="http://schemas.microsoft.com/office/drawing/2014/main" id="{31AA432A-BF46-F859-8D83-34D0805241F8}"/>
                </a:ext>
              </a:extLst>
            </p:cNvPr>
            <p:cNvSpPr>
              <a:spLocks noChangeArrowheads="1"/>
            </p:cNvSpPr>
            <p:nvPr/>
          </p:nvSpPr>
          <p:spPr bwMode="auto">
            <a:xfrm>
              <a:off x="5543550" y="4089400"/>
              <a:ext cx="12700" cy="133350"/>
            </a:xfrm>
            <a:custGeom>
              <a:avLst/>
              <a:gdLst>
                <a:gd name="T0" fmla="*/ 0 w 35"/>
                <a:gd name="T1" fmla="*/ 368 h 369"/>
                <a:gd name="T2" fmla="*/ 34 w 35"/>
                <a:gd name="T3" fmla="*/ 368 h 369"/>
                <a:gd name="T4" fmla="*/ 34 w 35"/>
                <a:gd name="T5" fmla="*/ 0 h 369"/>
                <a:gd name="T6" fmla="*/ 0 w 35"/>
                <a:gd name="T7" fmla="*/ 0 h 369"/>
                <a:gd name="T8" fmla="*/ 0 w 35"/>
                <a:gd name="T9" fmla="*/ 368 h 369"/>
              </a:gdLst>
              <a:ahLst/>
              <a:cxnLst>
                <a:cxn ang="0">
                  <a:pos x="T0" y="T1"/>
                </a:cxn>
                <a:cxn ang="0">
                  <a:pos x="T2" y="T3"/>
                </a:cxn>
                <a:cxn ang="0">
                  <a:pos x="T4" y="T5"/>
                </a:cxn>
                <a:cxn ang="0">
                  <a:pos x="T6" y="T7"/>
                </a:cxn>
                <a:cxn ang="0">
                  <a:pos x="T8" y="T9"/>
                </a:cxn>
              </a:cxnLst>
              <a:rect l="0" t="0" r="r" b="b"/>
              <a:pathLst>
                <a:path w="35" h="369">
                  <a:moveTo>
                    <a:pt x="0" y="368"/>
                  </a:moveTo>
                  <a:lnTo>
                    <a:pt x="34" y="368"/>
                  </a:lnTo>
                  <a:lnTo>
                    <a:pt x="34" y="0"/>
                  </a:lnTo>
                  <a:lnTo>
                    <a:pt x="0" y="0"/>
                  </a:lnTo>
                  <a:lnTo>
                    <a:pt x="0" y="36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0" name="Freeform 506">
              <a:extLst>
                <a:ext uri="{FF2B5EF4-FFF2-40B4-BE49-F238E27FC236}">
                  <a16:creationId xmlns:a16="http://schemas.microsoft.com/office/drawing/2014/main" id="{18E530BC-DDC7-DD06-E41A-D8B9AEA735D5}"/>
                </a:ext>
              </a:extLst>
            </p:cNvPr>
            <p:cNvSpPr>
              <a:spLocks noChangeArrowheads="1"/>
            </p:cNvSpPr>
            <p:nvPr/>
          </p:nvSpPr>
          <p:spPr bwMode="auto">
            <a:xfrm>
              <a:off x="5581650" y="4087813"/>
              <a:ext cx="96838" cy="136525"/>
            </a:xfrm>
            <a:custGeom>
              <a:avLst/>
              <a:gdLst>
                <a:gd name="T0" fmla="*/ 269 w 270"/>
                <a:gd name="T1" fmla="*/ 327 h 381"/>
                <a:gd name="T2" fmla="*/ 269 w 270"/>
                <a:gd name="T3" fmla="*/ 327 h 381"/>
                <a:gd name="T4" fmla="*/ 176 w 270"/>
                <a:gd name="T5" fmla="*/ 349 h 381"/>
                <a:gd name="T6" fmla="*/ 115 w 270"/>
                <a:gd name="T7" fmla="*/ 336 h 381"/>
                <a:gd name="T8" fmla="*/ 71 w 270"/>
                <a:gd name="T9" fmla="*/ 304 h 381"/>
                <a:gd name="T10" fmla="*/ 44 w 270"/>
                <a:gd name="T11" fmla="*/ 254 h 381"/>
                <a:gd name="T12" fmla="*/ 36 w 270"/>
                <a:gd name="T13" fmla="*/ 194 h 381"/>
                <a:gd name="T14" fmla="*/ 45 w 270"/>
                <a:gd name="T15" fmla="*/ 129 h 381"/>
                <a:gd name="T16" fmla="*/ 74 w 270"/>
                <a:gd name="T17" fmla="*/ 77 h 381"/>
                <a:gd name="T18" fmla="*/ 121 w 270"/>
                <a:gd name="T19" fmla="*/ 43 h 381"/>
                <a:gd name="T20" fmla="*/ 185 w 270"/>
                <a:gd name="T21" fmla="*/ 30 h 381"/>
                <a:gd name="T22" fmla="*/ 269 w 270"/>
                <a:gd name="T23" fmla="*/ 51 h 381"/>
                <a:gd name="T24" fmla="*/ 269 w 270"/>
                <a:gd name="T25" fmla="*/ 14 h 381"/>
                <a:gd name="T26" fmla="*/ 185 w 270"/>
                <a:gd name="T27" fmla="*/ 0 h 381"/>
                <a:gd name="T28" fmla="*/ 108 w 270"/>
                <a:gd name="T29" fmla="*/ 15 h 381"/>
                <a:gd name="T30" fmla="*/ 49 w 270"/>
                <a:gd name="T31" fmla="*/ 56 h 381"/>
                <a:gd name="T32" fmla="*/ 12 w 270"/>
                <a:gd name="T33" fmla="*/ 120 h 381"/>
                <a:gd name="T34" fmla="*/ 0 w 270"/>
                <a:gd name="T35" fmla="*/ 196 h 381"/>
                <a:gd name="T36" fmla="*/ 11 w 270"/>
                <a:gd name="T37" fmla="*/ 271 h 381"/>
                <a:gd name="T38" fmla="*/ 47 w 270"/>
                <a:gd name="T39" fmla="*/ 328 h 381"/>
                <a:gd name="T40" fmla="*/ 100 w 270"/>
                <a:gd name="T41" fmla="*/ 367 h 381"/>
                <a:gd name="T42" fmla="*/ 172 w 270"/>
                <a:gd name="T43" fmla="*/ 380 h 381"/>
                <a:gd name="T44" fmla="*/ 269 w 270"/>
                <a:gd name="T45" fmla="*/ 360 h 381"/>
                <a:gd name="T46" fmla="*/ 269 w 270"/>
                <a:gd name="T47" fmla="*/ 327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0" h="381">
                  <a:moveTo>
                    <a:pt x="269" y="327"/>
                  </a:moveTo>
                  <a:lnTo>
                    <a:pt x="269" y="327"/>
                  </a:lnTo>
                  <a:cubicBezTo>
                    <a:pt x="243" y="342"/>
                    <a:pt x="211" y="349"/>
                    <a:pt x="176" y="349"/>
                  </a:cubicBezTo>
                  <a:cubicBezTo>
                    <a:pt x="152" y="349"/>
                    <a:pt x="132" y="345"/>
                    <a:pt x="115" y="336"/>
                  </a:cubicBezTo>
                  <a:cubicBezTo>
                    <a:pt x="97" y="328"/>
                    <a:pt x="82" y="317"/>
                    <a:pt x="71" y="304"/>
                  </a:cubicBezTo>
                  <a:cubicBezTo>
                    <a:pt x="59" y="290"/>
                    <a:pt x="51" y="273"/>
                    <a:pt x="44" y="254"/>
                  </a:cubicBezTo>
                  <a:cubicBezTo>
                    <a:pt x="38" y="235"/>
                    <a:pt x="36" y="216"/>
                    <a:pt x="36" y="194"/>
                  </a:cubicBezTo>
                  <a:cubicBezTo>
                    <a:pt x="36" y="170"/>
                    <a:pt x="38" y="148"/>
                    <a:pt x="45" y="129"/>
                  </a:cubicBezTo>
                  <a:cubicBezTo>
                    <a:pt x="52" y="109"/>
                    <a:pt x="62" y="92"/>
                    <a:pt x="74" y="77"/>
                  </a:cubicBezTo>
                  <a:cubicBezTo>
                    <a:pt x="86" y="63"/>
                    <a:pt x="103" y="51"/>
                    <a:pt x="121" y="43"/>
                  </a:cubicBezTo>
                  <a:cubicBezTo>
                    <a:pt x="140" y="34"/>
                    <a:pt x="161" y="30"/>
                    <a:pt x="185" y="30"/>
                  </a:cubicBezTo>
                  <a:cubicBezTo>
                    <a:pt x="214" y="30"/>
                    <a:pt x="243" y="37"/>
                    <a:pt x="269" y="51"/>
                  </a:cubicBezTo>
                  <a:cubicBezTo>
                    <a:pt x="269" y="14"/>
                    <a:pt x="269" y="14"/>
                    <a:pt x="269" y="14"/>
                  </a:cubicBezTo>
                  <a:cubicBezTo>
                    <a:pt x="244" y="4"/>
                    <a:pt x="217" y="0"/>
                    <a:pt x="185" y="0"/>
                  </a:cubicBezTo>
                  <a:cubicBezTo>
                    <a:pt x="156" y="0"/>
                    <a:pt x="130" y="4"/>
                    <a:pt x="108" y="15"/>
                  </a:cubicBezTo>
                  <a:cubicBezTo>
                    <a:pt x="85" y="25"/>
                    <a:pt x="66" y="39"/>
                    <a:pt x="49" y="56"/>
                  </a:cubicBezTo>
                  <a:cubicBezTo>
                    <a:pt x="33" y="74"/>
                    <a:pt x="21" y="95"/>
                    <a:pt x="12" y="120"/>
                  </a:cubicBezTo>
                  <a:cubicBezTo>
                    <a:pt x="4" y="143"/>
                    <a:pt x="0" y="169"/>
                    <a:pt x="0" y="196"/>
                  </a:cubicBezTo>
                  <a:cubicBezTo>
                    <a:pt x="0" y="224"/>
                    <a:pt x="3" y="247"/>
                    <a:pt x="11" y="271"/>
                  </a:cubicBezTo>
                  <a:cubicBezTo>
                    <a:pt x="19" y="293"/>
                    <a:pt x="32" y="312"/>
                    <a:pt x="47" y="328"/>
                  </a:cubicBezTo>
                  <a:cubicBezTo>
                    <a:pt x="62" y="345"/>
                    <a:pt x="80" y="357"/>
                    <a:pt x="100" y="367"/>
                  </a:cubicBezTo>
                  <a:cubicBezTo>
                    <a:pt x="122" y="375"/>
                    <a:pt x="145" y="380"/>
                    <a:pt x="172" y="380"/>
                  </a:cubicBezTo>
                  <a:cubicBezTo>
                    <a:pt x="209" y="380"/>
                    <a:pt x="240" y="374"/>
                    <a:pt x="269" y="360"/>
                  </a:cubicBezTo>
                  <a:lnTo>
                    <a:pt x="269" y="32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7">
              <a:extLst>
                <a:ext uri="{FF2B5EF4-FFF2-40B4-BE49-F238E27FC236}">
                  <a16:creationId xmlns:a16="http://schemas.microsoft.com/office/drawing/2014/main" id="{8F87D45C-E5BD-4012-2F12-4B80CDAAE8FD}"/>
                </a:ext>
              </a:extLst>
            </p:cNvPr>
            <p:cNvSpPr>
              <a:spLocks noChangeArrowheads="1"/>
            </p:cNvSpPr>
            <p:nvPr/>
          </p:nvSpPr>
          <p:spPr bwMode="auto">
            <a:xfrm>
              <a:off x="5697538" y="4087813"/>
              <a:ext cx="125412" cy="136525"/>
            </a:xfrm>
            <a:custGeom>
              <a:avLst/>
              <a:gdLst>
                <a:gd name="T0" fmla="*/ 100 w 348"/>
                <a:gd name="T1" fmla="*/ 365 h 381"/>
                <a:gd name="T2" fmla="*/ 100 w 348"/>
                <a:gd name="T3" fmla="*/ 365 h 381"/>
                <a:gd name="T4" fmla="*/ 171 w 348"/>
                <a:gd name="T5" fmla="*/ 380 h 381"/>
                <a:gd name="T6" fmla="*/ 247 w 348"/>
                <a:gd name="T7" fmla="*/ 365 h 381"/>
                <a:gd name="T8" fmla="*/ 302 w 348"/>
                <a:gd name="T9" fmla="*/ 324 h 381"/>
                <a:gd name="T10" fmla="*/ 335 w 348"/>
                <a:gd name="T11" fmla="*/ 262 h 381"/>
                <a:gd name="T12" fmla="*/ 347 w 348"/>
                <a:gd name="T13" fmla="*/ 184 h 381"/>
                <a:gd name="T14" fmla="*/ 335 w 348"/>
                <a:gd name="T15" fmla="*/ 111 h 381"/>
                <a:gd name="T16" fmla="*/ 302 w 348"/>
                <a:gd name="T17" fmla="*/ 52 h 381"/>
                <a:gd name="T18" fmla="*/ 248 w 348"/>
                <a:gd name="T19" fmla="*/ 14 h 381"/>
                <a:gd name="T20" fmla="*/ 178 w 348"/>
                <a:gd name="T21" fmla="*/ 0 h 381"/>
                <a:gd name="T22" fmla="*/ 103 w 348"/>
                <a:gd name="T23" fmla="*/ 14 h 381"/>
                <a:gd name="T24" fmla="*/ 46 w 348"/>
                <a:gd name="T25" fmla="*/ 54 h 381"/>
                <a:gd name="T26" fmla="*/ 11 w 348"/>
                <a:gd name="T27" fmla="*/ 115 h 381"/>
                <a:gd name="T28" fmla="*/ 0 w 348"/>
                <a:gd name="T29" fmla="*/ 194 h 381"/>
                <a:gd name="T30" fmla="*/ 11 w 348"/>
                <a:gd name="T31" fmla="*/ 266 h 381"/>
                <a:gd name="T32" fmla="*/ 45 w 348"/>
                <a:gd name="T33" fmla="*/ 325 h 381"/>
                <a:gd name="T34" fmla="*/ 100 w 348"/>
                <a:gd name="T35" fmla="*/ 365 h 381"/>
                <a:gd name="T36" fmla="*/ 35 w 348"/>
                <a:gd name="T37" fmla="*/ 191 h 381"/>
                <a:gd name="T38" fmla="*/ 35 w 348"/>
                <a:gd name="T39" fmla="*/ 191 h 381"/>
                <a:gd name="T40" fmla="*/ 44 w 348"/>
                <a:gd name="T41" fmla="*/ 129 h 381"/>
                <a:gd name="T42" fmla="*/ 71 w 348"/>
                <a:gd name="T43" fmla="*/ 78 h 381"/>
                <a:gd name="T44" fmla="*/ 115 w 348"/>
                <a:gd name="T45" fmla="*/ 43 h 381"/>
                <a:gd name="T46" fmla="*/ 174 w 348"/>
                <a:gd name="T47" fmla="*/ 30 h 381"/>
                <a:gd name="T48" fmla="*/ 236 w 348"/>
                <a:gd name="T49" fmla="*/ 43 h 381"/>
                <a:gd name="T50" fmla="*/ 278 w 348"/>
                <a:gd name="T51" fmla="*/ 78 h 381"/>
                <a:gd name="T52" fmla="*/ 303 w 348"/>
                <a:gd name="T53" fmla="*/ 128 h 381"/>
                <a:gd name="T54" fmla="*/ 310 w 348"/>
                <a:gd name="T55" fmla="*/ 190 h 381"/>
                <a:gd name="T56" fmla="*/ 302 w 348"/>
                <a:gd name="T57" fmla="*/ 254 h 381"/>
                <a:gd name="T58" fmla="*/ 276 w 348"/>
                <a:gd name="T59" fmla="*/ 304 h 381"/>
                <a:gd name="T60" fmla="*/ 232 w 348"/>
                <a:gd name="T61" fmla="*/ 338 h 381"/>
                <a:gd name="T62" fmla="*/ 171 w 348"/>
                <a:gd name="T63" fmla="*/ 349 h 381"/>
                <a:gd name="T64" fmla="*/ 111 w 348"/>
                <a:gd name="T65" fmla="*/ 336 h 381"/>
                <a:gd name="T66" fmla="*/ 68 w 348"/>
                <a:gd name="T67" fmla="*/ 301 h 381"/>
                <a:gd name="T68" fmla="*/ 44 w 348"/>
                <a:gd name="T69" fmla="*/ 250 h 381"/>
                <a:gd name="T70" fmla="*/ 35 w 348"/>
                <a:gd name="T71" fmla="*/ 191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48" h="381">
                  <a:moveTo>
                    <a:pt x="100" y="365"/>
                  </a:moveTo>
                  <a:lnTo>
                    <a:pt x="100" y="365"/>
                  </a:lnTo>
                  <a:cubicBezTo>
                    <a:pt x="121" y="375"/>
                    <a:pt x="145" y="380"/>
                    <a:pt x="171" y="380"/>
                  </a:cubicBezTo>
                  <a:cubicBezTo>
                    <a:pt x="200" y="380"/>
                    <a:pt x="225" y="375"/>
                    <a:pt x="247" y="365"/>
                  </a:cubicBezTo>
                  <a:cubicBezTo>
                    <a:pt x="267" y="356"/>
                    <a:pt x="287" y="342"/>
                    <a:pt x="302" y="324"/>
                  </a:cubicBezTo>
                  <a:cubicBezTo>
                    <a:pt x="315" y="306"/>
                    <a:pt x="328" y="286"/>
                    <a:pt x="335" y="262"/>
                  </a:cubicBezTo>
                  <a:cubicBezTo>
                    <a:pt x="343" y="239"/>
                    <a:pt x="347" y="213"/>
                    <a:pt x="347" y="184"/>
                  </a:cubicBezTo>
                  <a:cubicBezTo>
                    <a:pt x="347" y="158"/>
                    <a:pt x="343" y="133"/>
                    <a:pt x="335" y="111"/>
                  </a:cubicBezTo>
                  <a:cubicBezTo>
                    <a:pt x="326" y="88"/>
                    <a:pt x="315" y="69"/>
                    <a:pt x="302" y="52"/>
                  </a:cubicBezTo>
                  <a:cubicBezTo>
                    <a:pt x="287" y="36"/>
                    <a:pt x="269" y="24"/>
                    <a:pt x="248" y="14"/>
                  </a:cubicBezTo>
                  <a:cubicBezTo>
                    <a:pt x="228" y="4"/>
                    <a:pt x="204" y="0"/>
                    <a:pt x="178" y="0"/>
                  </a:cubicBezTo>
                  <a:cubicBezTo>
                    <a:pt x="149" y="0"/>
                    <a:pt x="125" y="4"/>
                    <a:pt x="103" y="14"/>
                  </a:cubicBezTo>
                  <a:cubicBezTo>
                    <a:pt x="79" y="24"/>
                    <a:pt x="62" y="37"/>
                    <a:pt x="46" y="54"/>
                  </a:cubicBezTo>
                  <a:cubicBezTo>
                    <a:pt x="31" y="70"/>
                    <a:pt x="19" y="91"/>
                    <a:pt x="11" y="115"/>
                  </a:cubicBezTo>
                  <a:cubicBezTo>
                    <a:pt x="3" y="139"/>
                    <a:pt x="0" y="165"/>
                    <a:pt x="0" y="194"/>
                  </a:cubicBezTo>
                  <a:cubicBezTo>
                    <a:pt x="0" y="220"/>
                    <a:pt x="3" y="244"/>
                    <a:pt x="11" y="266"/>
                  </a:cubicBezTo>
                  <a:cubicBezTo>
                    <a:pt x="19" y="290"/>
                    <a:pt x="30" y="309"/>
                    <a:pt x="45" y="325"/>
                  </a:cubicBezTo>
                  <a:cubicBezTo>
                    <a:pt x="60" y="343"/>
                    <a:pt x="78" y="356"/>
                    <a:pt x="100" y="365"/>
                  </a:cubicBezTo>
                  <a:close/>
                  <a:moveTo>
                    <a:pt x="35" y="191"/>
                  </a:moveTo>
                  <a:lnTo>
                    <a:pt x="35" y="191"/>
                  </a:lnTo>
                  <a:cubicBezTo>
                    <a:pt x="35" y="169"/>
                    <a:pt x="38" y="148"/>
                    <a:pt x="44" y="129"/>
                  </a:cubicBezTo>
                  <a:cubicBezTo>
                    <a:pt x="51" y="109"/>
                    <a:pt x="59" y="92"/>
                    <a:pt x="71" y="78"/>
                  </a:cubicBezTo>
                  <a:cubicBezTo>
                    <a:pt x="84" y="63"/>
                    <a:pt x="97" y="52"/>
                    <a:pt x="115" y="43"/>
                  </a:cubicBezTo>
                  <a:cubicBezTo>
                    <a:pt x="132" y="34"/>
                    <a:pt x="152" y="30"/>
                    <a:pt x="174" y="30"/>
                  </a:cubicBezTo>
                  <a:cubicBezTo>
                    <a:pt x="199" y="30"/>
                    <a:pt x="219" y="34"/>
                    <a:pt x="236" y="43"/>
                  </a:cubicBezTo>
                  <a:cubicBezTo>
                    <a:pt x="254" y="52"/>
                    <a:pt x="267" y="63"/>
                    <a:pt x="278" y="78"/>
                  </a:cubicBezTo>
                  <a:cubicBezTo>
                    <a:pt x="289" y="92"/>
                    <a:pt x="298" y="109"/>
                    <a:pt x="303" y="128"/>
                  </a:cubicBezTo>
                  <a:cubicBezTo>
                    <a:pt x="309" y="148"/>
                    <a:pt x="310" y="168"/>
                    <a:pt x="310" y="190"/>
                  </a:cubicBezTo>
                  <a:cubicBezTo>
                    <a:pt x="310" y="213"/>
                    <a:pt x="307" y="234"/>
                    <a:pt x="302" y="254"/>
                  </a:cubicBezTo>
                  <a:cubicBezTo>
                    <a:pt x="296" y="273"/>
                    <a:pt x="287" y="290"/>
                    <a:pt x="276" y="304"/>
                  </a:cubicBezTo>
                  <a:cubicBezTo>
                    <a:pt x="263" y="319"/>
                    <a:pt x="250" y="330"/>
                    <a:pt x="232" y="338"/>
                  </a:cubicBezTo>
                  <a:cubicBezTo>
                    <a:pt x="214" y="345"/>
                    <a:pt x="195" y="349"/>
                    <a:pt x="171" y="349"/>
                  </a:cubicBezTo>
                  <a:cubicBezTo>
                    <a:pt x="148" y="349"/>
                    <a:pt x="127" y="345"/>
                    <a:pt x="111" y="336"/>
                  </a:cubicBezTo>
                  <a:cubicBezTo>
                    <a:pt x="93" y="327"/>
                    <a:pt x="79" y="316"/>
                    <a:pt x="68" y="301"/>
                  </a:cubicBezTo>
                  <a:cubicBezTo>
                    <a:pt x="57" y="286"/>
                    <a:pt x="49" y="269"/>
                    <a:pt x="44" y="250"/>
                  </a:cubicBezTo>
                  <a:cubicBezTo>
                    <a:pt x="37" y="231"/>
                    <a:pt x="35" y="212"/>
                    <a:pt x="35"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8">
              <a:extLst>
                <a:ext uri="{FF2B5EF4-FFF2-40B4-BE49-F238E27FC236}">
                  <a16:creationId xmlns:a16="http://schemas.microsoft.com/office/drawing/2014/main" id="{05DD793F-090C-1A3E-3422-10114D0A02AB}"/>
                </a:ext>
              </a:extLst>
            </p:cNvPr>
            <p:cNvSpPr>
              <a:spLocks noChangeArrowheads="1"/>
            </p:cNvSpPr>
            <p:nvPr/>
          </p:nvSpPr>
          <p:spPr bwMode="auto">
            <a:xfrm>
              <a:off x="5848350" y="4089400"/>
              <a:ext cx="104775" cy="133350"/>
            </a:xfrm>
            <a:custGeom>
              <a:avLst/>
              <a:gdLst>
                <a:gd name="T0" fmla="*/ 254 w 289"/>
                <a:gd name="T1" fmla="*/ 273 h 369"/>
                <a:gd name="T2" fmla="*/ 254 w 289"/>
                <a:gd name="T3" fmla="*/ 273 h 369"/>
                <a:gd name="T4" fmla="*/ 255 w 289"/>
                <a:gd name="T5" fmla="*/ 296 h 369"/>
                <a:gd name="T6" fmla="*/ 257 w 289"/>
                <a:gd name="T7" fmla="*/ 315 h 369"/>
                <a:gd name="T8" fmla="*/ 255 w 289"/>
                <a:gd name="T9" fmla="*/ 315 h 369"/>
                <a:gd name="T10" fmla="*/ 248 w 289"/>
                <a:gd name="T11" fmla="*/ 304 h 369"/>
                <a:gd name="T12" fmla="*/ 240 w 289"/>
                <a:gd name="T13" fmla="*/ 292 h 369"/>
                <a:gd name="T14" fmla="*/ 38 w 289"/>
                <a:gd name="T15" fmla="*/ 0 h 369"/>
                <a:gd name="T16" fmla="*/ 0 w 289"/>
                <a:gd name="T17" fmla="*/ 0 h 369"/>
                <a:gd name="T18" fmla="*/ 0 w 289"/>
                <a:gd name="T19" fmla="*/ 368 h 369"/>
                <a:gd name="T20" fmla="*/ 34 w 289"/>
                <a:gd name="T21" fmla="*/ 368 h 369"/>
                <a:gd name="T22" fmla="*/ 34 w 289"/>
                <a:gd name="T23" fmla="*/ 82 h 369"/>
                <a:gd name="T24" fmla="*/ 34 w 289"/>
                <a:gd name="T25" fmla="*/ 63 h 369"/>
                <a:gd name="T26" fmla="*/ 33 w 289"/>
                <a:gd name="T27" fmla="*/ 49 h 369"/>
                <a:gd name="T28" fmla="*/ 34 w 289"/>
                <a:gd name="T29" fmla="*/ 49 h 369"/>
                <a:gd name="T30" fmla="*/ 41 w 289"/>
                <a:gd name="T31" fmla="*/ 61 h 369"/>
                <a:gd name="T32" fmla="*/ 48 w 289"/>
                <a:gd name="T33" fmla="*/ 72 h 369"/>
                <a:gd name="T34" fmla="*/ 252 w 289"/>
                <a:gd name="T35" fmla="*/ 368 h 369"/>
                <a:gd name="T36" fmla="*/ 288 w 289"/>
                <a:gd name="T37" fmla="*/ 368 h 369"/>
                <a:gd name="T38" fmla="*/ 288 w 289"/>
                <a:gd name="T39" fmla="*/ 0 h 369"/>
                <a:gd name="T40" fmla="*/ 254 w 289"/>
                <a:gd name="T41" fmla="*/ 0 h 369"/>
                <a:gd name="T42" fmla="*/ 254 w 289"/>
                <a:gd name="T43" fmla="*/ 273 h 3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89" h="369">
                  <a:moveTo>
                    <a:pt x="254" y="273"/>
                  </a:moveTo>
                  <a:lnTo>
                    <a:pt x="254" y="273"/>
                  </a:lnTo>
                  <a:cubicBezTo>
                    <a:pt x="254" y="282"/>
                    <a:pt x="254" y="289"/>
                    <a:pt x="255" y="296"/>
                  </a:cubicBezTo>
                  <a:cubicBezTo>
                    <a:pt x="255" y="303"/>
                    <a:pt x="255" y="310"/>
                    <a:pt x="257" y="315"/>
                  </a:cubicBezTo>
                  <a:cubicBezTo>
                    <a:pt x="255" y="315"/>
                    <a:pt x="255" y="315"/>
                    <a:pt x="255" y="315"/>
                  </a:cubicBezTo>
                  <a:cubicBezTo>
                    <a:pt x="252" y="313"/>
                    <a:pt x="251" y="309"/>
                    <a:pt x="248" y="304"/>
                  </a:cubicBezTo>
                  <a:cubicBezTo>
                    <a:pt x="246" y="300"/>
                    <a:pt x="243" y="296"/>
                    <a:pt x="240" y="292"/>
                  </a:cubicBezTo>
                  <a:cubicBezTo>
                    <a:pt x="38" y="0"/>
                    <a:pt x="38" y="0"/>
                    <a:pt x="38" y="0"/>
                  </a:cubicBezTo>
                  <a:cubicBezTo>
                    <a:pt x="0" y="0"/>
                    <a:pt x="0" y="0"/>
                    <a:pt x="0" y="0"/>
                  </a:cubicBezTo>
                  <a:cubicBezTo>
                    <a:pt x="0" y="368"/>
                    <a:pt x="0" y="368"/>
                    <a:pt x="0" y="368"/>
                  </a:cubicBezTo>
                  <a:cubicBezTo>
                    <a:pt x="34" y="368"/>
                    <a:pt x="34" y="368"/>
                    <a:pt x="34" y="368"/>
                  </a:cubicBezTo>
                  <a:cubicBezTo>
                    <a:pt x="34" y="82"/>
                    <a:pt x="34" y="82"/>
                    <a:pt x="34" y="82"/>
                  </a:cubicBezTo>
                  <a:cubicBezTo>
                    <a:pt x="34" y="75"/>
                    <a:pt x="34" y="68"/>
                    <a:pt x="34" y="63"/>
                  </a:cubicBezTo>
                  <a:cubicBezTo>
                    <a:pt x="34" y="57"/>
                    <a:pt x="34" y="52"/>
                    <a:pt x="33" y="49"/>
                  </a:cubicBezTo>
                  <a:cubicBezTo>
                    <a:pt x="34" y="49"/>
                    <a:pt x="34" y="49"/>
                    <a:pt x="34" y="49"/>
                  </a:cubicBezTo>
                  <a:cubicBezTo>
                    <a:pt x="36" y="53"/>
                    <a:pt x="38" y="57"/>
                    <a:pt x="41" y="61"/>
                  </a:cubicBezTo>
                  <a:cubicBezTo>
                    <a:pt x="42" y="64"/>
                    <a:pt x="45" y="68"/>
                    <a:pt x="48" y="72"/>
                  </a:cubicBezTo>
                  <a:cubicBezTo>
                    <a:pt x="252" y="368"/>
                    <a:pt x="252" y="368"/>
                    <a:pt x="252" y="368"/>
                  </a:cubicBezTo>
                  <a:cubicBezTo>
                    <a:pt x="288" y="368"/>
                    <a:pt x="288" y="368"/>
                    <a:pt x="288" y="368"/>
                  </a:cubicBezTo>
                  <a:cubicBezTo>
                    <a:pt x="288" y="0"/>
                    <a:pt x="288" y="0"/>
                    <a:pt x="288" y="0"/>
                  </a:cubicBezTo>
                  <a:cubicBezTo>
                    <a:pt x="254" y="0"/>
                    <a:pt x="254" y="0"/>
                    <a:pt x="254" y="0"/>
                  </a:cubicBezTo>
                  <a:lnTo>
                    <a:pt x="254" y="27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9">
              <a:extLst>
                <a:ext uri="{FF2B5EF4-FFF2-40B4-BE49-F238E27FC236}">
                  <a16:creationId xmlns:a16="http://schemas.microsoft.com/office/drawing/2014/main" id="{21AEE153-78E6-C638-4709-BAB37A86CE15}"/>
                </a:ext>
              </a:extLst>
            </p:cNvPr>
            <p:cNvSpPr>
              <a:spLocks noChangeArrowheads="1"/>
            </p:cNvSpPr>
            <p:nvPr/>
          </p:nvSpPr>
          <p:spPr bwMode="auto">
            <a:xfrm>
              <a:off x="5981700" y="4087813"/>
              <a:ext cx="76200" cy="136525"/>
            </a:xfrm>
            <a:custGeom>
              <a:avLst/>
              <a:gdLst>
                <a:gd name="T0" fmla="*/ 186 w 210"/>
                <a:gd name="T1" fmla="*/ 224 h 381"/>
                <a:gd name="T2" fmla="*/ 186 w 210"/>
                <a:gd name="T3" fmla="*/ 224 h 381"/>
                <a:gd name="T4" fmla="*/ 157 w 210"/>
                <a:gd name="T5" fmla="*/ 199 h 381"/>
                <a:gd name="T6" fmla="*/ 117 w 210"/>
                <a:gd name="T7" fmla="*/ 176 h 381"/>
                <a:gd name="T8" fmla="*/ 80 w 210"/>
                <a:gd name="T9" fmla="*/ 155 h 381"/>
                <a:gd name="T10" fmla="*/ 55 w 210"/>
                <a:gd name="T11" fmla="*/ 136 h 381"/>
                <a:gd name="T12" fmla="*/ 42 w 210"/>
                <a:gd name="T13" fmla="*/ 117 h 381"/>
                <a:gd name="T14" fmla="*/ 38 w 210"/>
                <a:gd name="T15" fmla="*/ 92 h 381"/>
                <a:gd name="T16" fmla="*/ 43 w 210"/>
                <a:gd name="T17" fmla="*/ 66 h 381"/>
                <a:gd name="T18" fmla="*/ 61 w 210"/>
                <a:gd name="T19" fmla="*/ 47 h 381"/>
                <a:gd name="T20" fmla="*/ 86 w 210"/>
                <a:gd name="T21" fmla="*/ 34 h 381"/>
                <a:gd name="T22" fmla="*/ 117 w 210"/>
                <a:gd name="T23" fmla="*/ 30 h 381"/>
                <a:gd name="T24" fmla="*/ 194 w 210"/>
                <a:gd name="T25" fmla="*/ 50 h 381"/>
                <a:gd name="T26" fmla="*/ 194 w 210"/>
                <a:gd name="T27" fmla="*/ 11 h 381"/>
                <a:gd name="T28" fmla="*/ 121 w 210"/>
                <a:gd name="T29" fmla="*/ 0 h 381"/>
                <a:gd name="T30" fmla="*/ 75 w 210"/>
                <a:gd name="T31" fmla="*/ 6 h 381"/>
                <a:gd name="T32" fmla="*/ 36 w 210"/>
                <a:gd name="T33" fmla="*/ 25 h 381"/>
                <a:gd name="T34" fmla="*/ 10 w 210"/>
                <a:gd name="T35" fmla="*/ 55 h 381"/>
                <a:gd name="T36" fmla="*/ 2 w 210"/>
                <a:gd name="T37" fmla="*/ 96 h 381"/>
                <a:gd name="T38" fmla="*/ 6 w 210"/>
                <a:gd name="T39" fmla="*/ 128 h 381"/>
                <a:gd name="T40" fmla="*/ 22 w 210"/>
                <a:gd name="T41" fmla="*/ 153 h 381"/>
                <a:gd name="T42" fmla="*/ 50 w 210"/>
                <a:gd name="T43" fmla="*/ 176 h 381"/>
                <a:gd name="T44" fmla="*/ 90 w 210"/>
                <a:gd name="T45" fmla="*/ 201 h 381"/>
                <a:gd name="T46" fmla="*/ 127 w 210"/>
                <a:gd name="T47" fmla="*/ 221 h 381"/>
                <a:gd name="T48" fmla="*/ 153 w 210"/>
                <a:gd name="T49" fmla="*/ 240 h 381"/>
                <a:gd name="T50" fmla="*/ 168 w 210"/>
                <a:gd name="T51" fmla="*/ 261 h 381"/>
                <a:gd name="T52" fmla="*/ 173 w 210"/>
                <a:gd name="T53" fmla="*/ 287 h 381"/>
                <a:gd name="T54" fmla="*/ 153 w 210"/>
                <a:gd name="T55" fmla="*/ 332 h 381"/>
                <a:gd name="T56" fmla="*/ 90 w 210"/>
                <a:gd name="T57" fmla="*/ 349 h 381"/>
                <a:gd name="T58" fmla="*/ 66 w 210"/>
                <a:gd name="T59" fmla="*/ 347 h 381"/>
                <a:gd name="T60" fmla="*/ 43 w 210"/>
                <a:gd name="T61" fmla="*/ 342 h 381"/>
                <a:gd name="T62" fmla="*/ 20 w 210"/>
                <a:gd name="T63" fmla="*/ 332 h 381"/>
                <a:gd name="T64" fmla="*/ 0 w 210"/>
                <a:gd name="T65" fmla="*/ 320 h 381"/>
                <a:gd name="T66" fmla="*/ 0 w 210"/>
                <a:gd name="T67" fmla="*/ 360 h 381"/>
                <a:gd name="T68" fmla="*/ 18 w 210"/>
                <a:gd name="T69" fmla="*/ 368 h 381"/>
                <a:gd name="T70" fmla="*/ 42 w 210"/>
                <a:gd name="T71" fmla="*/ 375 h 381"/>
                <a:gd name="T72" fmla="*/ 66 w 210"/>
                <a:gd name="T73" fmla="*/ 379 h 381"/>
                <a:gd name="T74" fmla="*/ 87 w 210"/>
                <a:gd name="T75" fmla="*/ 380 h 381"/>
                <a:gd name="T76" fmla="*/ 136 w 210"/>
                <a:gd name="T77" fmla="*/ 374 h 381"/>
                <a:gd name="T78" fmla="*/ 175 w 210"/>
                <a:gd name="T79" fmla="*/ 356 h 381"/>
                <a:gd name="T80" fmla="*/ 199 w 210"/>
                <a:gd name="T81" fmla="*/ 325 h 381"/>
                <a:gd name="T82" fmla="*/ 209 w 210"/>
                <a:gd name="T83" fmla="*/ 283 h 381"/>
                <a:gd name="T84" fmla="*/ 204 w 210"/>
                <a:gd name="T85" fmla="*/ 251 h 381"/>
                <a:gd name="T86" fmla="*/ 186 w 210"/>
                <a:gd name="T87" fmla="*/ 224 h 3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0" h="381">
                  <a:moveTo>
                    <a:pt x="186" y="224"/>
                  </a:moveTo>
                  <a:lnTo>
                    <a:pt x="186" y="224"/>
                  </a:lnTo>
                  <a:cubicBezTo>
                    <a:pt x="179" y="216"/>
                    <a:pt x="169" y="207"/>
                    <a:pt x="157" y="199"/>
                  </a:cubicBezTo>
                  <a:cubicBezTo>
                    <a:pt x="146" y="192"/>
                    <a:pt x="132" y="184"/>
                    <a:pt x="117" y="176"/>
                  </a:cubicBezTo>
                  <a:cubicBezTo>
                    <a:pt x="102" y="168"/>
                    <a:pt x="90" y="161"/>
                    <a:pt x="80" y="155"/>
                  </a:cubicBezTo>
                  <a:cubicBezTo>
                    <a:pt x="69" y="148"/>
                    <a:pt x="61" y="143"/>
                    <a:pt x="55" y="136"/>
                  </a:cubicBezTo>
                  <a:cubicBezTo>
                    <a:pt x="49" y="131"/>
                    <a:pt x="44" y="124"/>
                    <a:pt x="42" y="117"/>
                  </a:cubicBezTo>
                  <a:cubicBezTo>
                    <a:pt x="39" y="110"/>
                    <a:pt x="38" y="102"/>
                    <a:pt x="38" y="92"/>
                  </a:cubicBezTo>
                  <a:cubicBezTo>
                    <a:pt x="38" y="83"/>
                    <a:pt x="39" y="73"/>
                    <a:pt x="43" y="66"/>
                  </a:cubicBezTo>
                  <a:cubicBezTo>
                    <a:pt x="47" y="58"/>
                    <a:pt x="53" y="51"/>
                    <a:pt x="61" y="47"/>
                  </a:cubicBezTo>
                  <a:cubicBezTo>
                    <a:pt x="68" y="41"/>
                    <a:pt x="76" y="37"/>
                    <a:pt x="86" y="34"/>
                  </a:cubicBezTo>
                  <a:cubicBezTo>
                    <a:pt x="95" y="32"/>
                    <a:pt x="106" y="30"/>
                    <a:pt x="117" y="30"/>
                  </a:cubicBezTo>
                  <a:cubicBezTo>
                    <a:pt x="146" y="30"/>
                    <a:pt x="172" y="37"/>
                    <a:pt x="194" y="50"/>
                  </a:cubicBezTo>
                  <a:cubicBezTo>
                    <a:pt x="194" y="11"/>
                    <a:pt x="194" y="11"/>
                    <a:pt x="194" y="11"/>
                  </a:cubicBezTo>
                  <a:cubicBezTo>
                    <a:pt x="175" y="4"/>
                    <a:pt x="150" y="0"/>
                    <a:pt x="121" y="0"/>
                  </a:cubicBezTo>
                  <a:cubicBezTo>
                    <a:pt x="105" y="0"/>
                    <a:pt x="88" y="2"/>
                    <a:pt x="75" y="6"/>
                  </a:cubicBezTo>
                  <a:cubicBezTo>
                    <a:pt x="59" y="11"/>
                    <a:pt x="47" y="17"/>
                    <a:pt x="36" y="25"/>
                  </a:cubicBezTo>
                  <a:cubicBezTo>
                    <a:pt x="25" y="33"/>
                    <a:pt x="17" y="44"/>
                    <a:pt x="10" y="55"/>
                  </a:cubicBezTo>
                  <a:cubicBezTo>
                    <a:pt x="5" y="67"/>
                    <a:pt x="2" y="81"/>
                    <a:pt x="2" y="96"/>
                  </a:cubicBezTo>
                  <a:cubicBezTo>
                    <a:pt x="2" y="107"/>
                    <a:pt x="3" y="118"/>
                    <a:pt x="6" y="128"/>
                  </a:cubicBezTo>
                  <a:cubicBezTo>
                    <a:pt x="10" y="136"/>
                    <a:pt x="14" y="146"/>
                    <a:pt x="22" y="153"/>
                  </a:cubicBezTo>
                  <a:cubicBezTo>
                    <a:pt x="29" y="161"/>
                    <a:pt x="38" y="169"/>
                    <a:pt x="50" y="176"/>
                  </a:cubicBezTo>
                  <a:cubicBezTo>
                    <a:pt x="61" y="184"/>
                    <a:pt x="75" y="192"/>
                    <a:pt x="90" y="201"/>
                  </a:cubicBezTo>
                  <a:cubicBezTo>
                    <a:pt x="105" y="209"/>
                    <a:pt x="117" y="216"/>
                    <a:pt x="127" y="221"/>
                  </a:cubicBezTo>
                  <a:cubicBezTo>
                    <a:pt x="138" y="228"/>
                    <a:pt x="146" y="235"/>
                    <a:pt x="153" y="240"/>
                  </a:cubicBezTo>
                  <a:cubicBezTo>
                    <a:pt x="160" y="247"/>
                    <a:pt x="165" y="254"/>
                    <a:pt x="168" y="261"/>
                  </a:cubicBezTo>
                  <a:cubicBezTo>
                    <a:pt x="172" y="268"/>
                    <a:pt x="173" y="276"/>
                    <a:pt x="173" y="287"/>
                  </a:cubicBezTo>
                  <a:cubicBezTo>
                    <a:pt x="173" y="306"/>
                    <a:pt x="167" y="323"/>
                    <a:pt x="153" y="332"/>
                  </a:cubicBezTo>
                  <a:cubicBezTo>
                    <a:pt x="138" y="343"/>
                    <a:pt x="117" y="349"/>
                    <a:pt x="90" y="349"/>
                  </a:cubicBezTo>
                  <a:cubicBezTo>
                    <a:pt x="83" y="349"/>
                    <a:pt x="75" y="349"/>
                    <a:pt x="66" y="347"/>
                  </a:cubicBezTo>
                  <a:cubicBezTo>
                    <a:pt x="59" y="346"/>
                    <a:pt x="51" y="343"/>
                    <a:pt x="43" y="342"/>
                  </a:cubicBezTo>
                  <a:cubicBezTo>
                    <a:pt x="35" y="339"/>
                    <a:pt x="28" y="336"/>
                    <a:pt x="20" y="332"/>
                  </a:cubicBezTo>
                  <a:cubicBezTo>
                    <a:pt x="13" y="328"/>
                    <a:pt x="6" y="324"/>
                    <a:pt x="0" y="320"/>
                  </a:cubicBezTo>
                  <a:cubicBezTo>
                    <a:pt x="0" y="360"/>
                    <a:pt x="0" y="360"/>
                    <a:pt x="0" y="360"/>
                  </a:cubicBezTo>
                  <a:cubicBezTo>
                    <a:pt x="5" y="363"/>
                    <a:pt x="10" y="365"/>
                    <a:pt x="18" y="368"/>
                  </a:cubicBezTo>
                  <a:cubicBezTo>
                    <a:pt x="25" y="371"/>
                    <a:pt x="33" y="372"/>
                    <a:pt x="42" y="375"/>
                  </a:cubicBezTo>
                  <a:cubicBezTo>
                    <a:pt x="50" y="376"/>
                    <a:pt x="58" y="378"/>
                    <a:pt x="66" y="379"/>
                  </a:cubicBezTo>
                  <a:cubicBezTo>
                    <a:pt x="75" y="379"/>
                    <a:pt x="81" y="380"/>
                    <a:pt x="87" y="380"/>
                  </a:cubicBezTo>
                  <a:cubicBezTo>
                    <a:pt x="105" y="380"/>
                    <a:pt x="121" y="378"/>
                    <a:pt x="136" y="374"/>
                  </a:cubicBezTo>
                  <a:cubicBezTo>
                    <a:pt x="151" y="369"/>
                    <a:pt x="164" y="364"/>
                    <a:pt x="175" y="356"/>
                  </a:cubicBezTo>
                  <a:cubicBezTo>
                    <a:pt x="186" y="347"/>
                    <a:pt x="194" y="338"/>
                    <a:pt x="199" y="325"/>
                  </a:cubicBezTo>
                  <a:cubicBezTo>
                    <a:pt x="206" y="313"/>
                    <a:pt x="209" y="298"/>
                    <a:pt x="209" y="283"/>
                  </a:cubicBezTo>
                  <a:cubicBezTo>
                    <a:pt x="209" y="271"/>
                    <a:pt x="206" y="261"/>
                    <a:pt x="204" y="251"/>
                  </a:cubicBezTo>
                  <a:cubicBezTo>
                    <a:pt x="199" y="242"/>
                    <a:pt x="194" y="232"/>
                    <a:pt x="186" y="2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14" name="Freeform 510">
            <a:extLst>
              <a:ext uri="{FF2B5EF4-FFF2-40B4-BE49-F238E27FC236}">
                <a16:creationId xmlns:a16="http://schemas.microsoft.com/office/drawing/2014/main" id="{1BCFBB18-4B15-3537-4AB3-300AF0C8BB8F}"/>
              </a:ext>
            </a:extLst>
          </p:cNvPr>
          <p:cNvSpPr>
            <a:spLocks noChangeArrowheads="1"/>
          </p:cNvSpPr>
          <p:nvPr/>
        </p:nvSpPr>
        <p:spPr bwMode="auto">
          <a:xfrm>
            <a:off x="6810499" y="5686847"/>
            <a:ext cx="201612" cy="254000"/>
          </a:xfrm>
          <a:custGeom>
            <a:avLst/>
            <a:gdLst>
              <a:gd name="T0" fmla="*/ 289 w 558"/>
              <a:gd name="T1" fmla="*/ 699 h 704"/>
              <a:gd name="T2" fmla="*/ 289 w 558"/>
              <a:gd name="T3" fmla="*/ 699 h 704"/>
              <a:gd name="T4" fmla="*/ 453 w 558"/>
              <a:gd name="T5" fmla="*/ 565 h 704"/>
              <a:gd name="T6" fmla="*/ 526 w 558"/>
              <a:gd name="T7" fmla="*/ 488 h 704"/>
              <a:gd name="T8" fmla="*/ 557 w 558"/>
              <a:gd name="T9" fmla="*/ 396 h 704"/>
              <a:gd name="T10" fmla="*/ 557 w 558"/>
              <a:gd name="T11" fmla="*/ 74 h 704"/>
              <a:gd name="T12" fmla="*/ 550 w 558"/>
              <a:gd name="T13" fmla="*/ 62 h 704"/>
              <a:gd name="T14" fmla="*/ 538 w 558"/>
              <a:gd name="T15" fmla="*/ 59 h 704"/>
              <a:gd name="T16" fmla="*/ 472 w 558"/>
              <a:gd name="T17" fmla="*/ 70 h 704"/>
              <a:gd name="T18" fmla="*/ 287 w 558"/>
              <a:gd name="T19" fmla="*/ 3 h 704"/>
              <a:gd name="T20" fmla="*/ 270 w 558"/>
              <a:gd name="T21" fmla="*/ 3 h 704"/>
              <a:gd name="T22" fmla="*/ 86 w 558"/>
              <a:gd name="T23" fmla="*/ 70 h 704"/>
              <a:gd name="T24" fmla="*/ 19 w 558"/>
              <a:gd name="T25" fmla="*/ 59 h 704"/>
              <a:gd name="T26" fmla="*/ 7 w 558"/>
              <a:gd name="T27" fmla="*/ 62 h 704"/>
              <a:gd name="T28" fmla="*/ 0 w 558"/>
              <a:gd name="T29" fmla="*/ 74 h 704"/>
              <a:gd name="T30" fmla="*/ 0 w 558"/>
              <a:gd name="T31" fmla="*/ 396 h 704"/>
              <a:gd name="T32" fmla="*/ 31 w 558"/>
              <a:gd name="T33" fmla="*/ 488 h 704"/>
              <a:gd name="T34" fmla="*/ 148 w 558"/>
              <a:gd name="T35" fmla="*/ 600 h 704"/>
              <a:gd name="T36" fmla="*/ 269 w 558"/>
              <a:gd name="T37" fmla="*/ 699 h 704"/>
              <a:gd name="T38" fmla="*/ 278 w 558"/>
              <a:gd name="T39" fmla="*/ 703 h 704"/>
              <a:gd name="T40" fmla="*/ 289 w 558"/>
              <a:gd name="T41" fmla="*/ 699 h 704"/>
              <a:gd name="T42" fmla="*/ 123 w 558"/>
              <a:gd name="T43" fmla="*/ 543 h 704"/>
              <a:gd name="T44" fmla="*/ 123 w 558"/>
              <a:gd name="T45" fmla="*/ 543 h 704"/>
              <a:gd name="T46" fmla="*/ 56 w 558"/>
              <a:gd name="T47" fmla="*/ 470 h 704"/>
              <a:gd name="T48" fmla="*/ 30 w 558"/>
              <a:gd name="T49" fmla="*/ 396 h 704"/>
              <a:gd name="T50" fmla="*/ 30 w 558"/>
              <a:gd name="T51" fmla="*/ 94 h 704"/>
              <a:gd name="T52" fmla="*/ 86 w 558"/>
              <a:gd name="T53" fmla="*/ 101 h 704"/>
              <a:gd name="T54" fmla="*/ 278 w 558"/>
              <a:gd name="T55" fmla="*/ 32 h 704"/>
              <a:gd name="T56" fmla="*/ 472 w 558"/>
              <a:gd name="T57" fmla="*/ 101 h 704"/>
              <a:gd name="T58" fmla="*/ 527 w 558"/>
              <a:gd name="T59" fmla="*/ 94 h 704"/>
              <a:gd name="T60" fmla="*/ 527 w 558"/>
              <a:gd name="T61" fmla="*/ 396 h 704"/>
              <a:gd name="T62" fmla="*/ 501 w 558"/>
              <a:gd name="T63" fmla="*/ 470 h 704"/>
              <a:gd name="T64" fmla="*/ 391 w 558"/>
              <a:gd name="T65" fmla="*/ 577 h 704"/>
              <a:gd name="T66" fmla="*/ 278 w 558"/>
              <a:gd name="T67" fmla="*/ 669 h 704"/>
              <a:gd name="T68" fmla="*/ 123 w 558"/>
              <a:gd name="T69" fmla="*/ 54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58" h="704">
                <a:moveTo>
                  <a:pt x="289" y="699"/>
                </a:moveTo>
                <a:lnTo>
                  <a:pt x="289" y="699"/>
                </a:lnTo>
                <a:cubicBezTo>
                  <a:pt x="331" y="656"/>
                  <a:pt x="396" y="613"/>
                  <a:pt x="453" y="565"/>
                </a:cubicBezTo>
                <a:cubicBezTo>
                  <a:pt x="480" y="540"/>
                  <a:pt x="506" y="515"/>
                  <a:pt x="526" y="488"/>
                </a:cubicBezTo>
                <a:cubicBezTo>
                  <a:pt x="545" y="459"/>
                  <a:pt x="557" y="429"/>
                  <a:pt x="557" y="396"/>
                </a:cubicBezTo>
                <a:cubicBezTo>
                  <a:pt x="557" y="74"/>
                  <a:pt x="557" y="74"/>
                  <a:pt x="557" y="74"/>
                </a:cubicBezTo>
                <a:cubicBezTo>
                  <a:pt x="557" y="69"/>
                  <a:pt x="554" y="65"/>
                  <a:pt x="550" y="62"/>
                </a:cubicBezTo>
                <a:cubicBezTo>
                  <a:pt x="548" y="59"/>
                  <a:pt x="542" y="58"/>
                  <a:pt x="538" y="59"/>
                </a:cubicBezTo>
                <a:cubicBezTo>
                  <a:pt x="516" y="68"/>
                  <a:pt x="494" y="70"/>
                  <a:pt x="472" y="70"/>
                </a:cubicBezTo>
                <a:cubicBezTo>
                  <a:pt x="412" y="70"/>
                  <a:pt x="350" y="46"/>
                  <a:pt x="287" y="3"/>
                </a:cubicBezTo>
                <a:cubicBezTo>
                  <a:pt x="281" y="0"/>
                  <a:pt x="276" y="0"/>
                  <a:pt x="270" y="3"/>
                </a:cubicBezTo>
                <a:cubicBezTo>
                  <a:pt x="207" y="46"/>
                  <a:pt x="145" y="70"/>
                  <a:pt x="86" y="70"/>
                </a:cubicBezTo>
                <a:cubicBezTo>
                  <a:pt x="63" y="70"/>
                  <a:pt x="42" y="68"/>
                  <a:pt x="19" y="59"/>
                </a:cubicBezTo>
                <a:cubicBezTo>
                  <a:pt x="15" y="58"/>
                  <a:pt x="11" y="59"/>
                  <a:pt x="7" y="62"/>
                </a:cubicBezTo>
                <a:cubicBezTo>
                  <a:pt x="3" y="65"/>
                  <a:pt x="0" y="69"/>
                  <a:pt x="0" y="74"/>
                </a:cubicBezTo>
                <a:cubicBezTo>
                  <a:pt x="0" y="396"/>
                  <a:pt x="0" y="396"/>
                  <a:pt x="0" y="396"/>
                </a:cubicBezTo>
                <a:cubicBezTo>
                  <a:pt x="0" y="429"/>
                  <a:pt x="14" y="459"/>
                  <a:pt x="31" y="488"/>
                </a:cubicBezTo>
                <a:cubicBezTo>
                  <a:pt x="60" y="529"/>
                  <a:pt x="104" y="565"/>
                  <a:pt x="148" y="600"/>
                </a:cubicBezTo>
                <a:cubicBezTo>
                  <a:pt x="192" y="634"/>
                  <a:pt x="236" y="667"/>
                  <a:pt x="269" y="699"/>
                </a:cubicBezTo>
                <a:cubicBezTo>
                  <a:pt x="272" y="702"/>
                  <a:pt x="274" y="703"/>
                  <a:pt x="278" y="703"/>
                </a:cubicBezTo>
                <a:cubicBezTo>
                  <a:pt x="283" y="703"/>
                  <a:pt x="287" y="702"/>
                  <a:pt x="289" y="699"/>
                </a:cubicBezTo>
                <a:close/>
                <a:moveTo>
                  <a:pt x="123" y="543"/>
                </a:moveTo>
                <a:lnTo>
                  <a:pt x="123" y="543"/>
                </a:lnTo>
                <a:cubicBezTo>
                  <a:pt x="96" y="519"/>
                  <a:pt x="73" y="495"/>
                  <a:pt x="56" y="470"/>
                </a:cubicBezTo>
                <a:cubicBezTo>
                  <a:pt x="40" y="446"/>
                  <a:pt x="30" y="422"/>
                  <a:pt x="30" y="396"/>
                </a:cubicBezTo>
                <a:cubicBezTo>
                  <a:pt x="30" y="94"/>
                  <a:pt x="30" y="94"/>
                  <a:pt x="30" y="94"/>
                </a:cubicBezTo>
                <a:cubicBezTo>
                  <a:pt x="48" y="98"/>
                  <a:pt x="67" y="101"/>
                  <a:pt x="86" y="101"/>
                </a:cubicBezTo>
                <a:cubicBezTo>
                  <a:pt x="151" y="101"/>
                  <a:pt x="215" y="73"/>
                  <a:pt x="278" y="32"/>
                </a:cubicBezTo>
                <a:cubicBezTo>
                  <a:pt x="342" y="73"/>
                  <a:pt x="406" y="101"/>
                  <a:pt x="472" y="101"/>
                </a:cubicBezTo>
                <a:cubicBezTo>
                  <a:pt x="490" y="101"/>
                  <a:pt x="509" y="98"/>
                  <a:pt x="527" y="94"/>
                </a:cubicBezTo>
                <a:cubicBezTo>
                  <a:pt x="527" y="396"/>
                  <a:pt x="527" y="396"/>
                  <a:pt x="527" y="396"/>
                </a:cubicBezTo>
                <a:cubicBezTo>
                  <a:pt x="527" y="422"/>
                  <a:pt x="519" y="446"/>
                  <a:pt x="501" y="470"/>
                </a:cubicBezTo>
                <a:cubicBezTo>
                  <a:pt x="476" y="507"/>
                  <a:pt x="435" y="543"/>
                  <a:pt x="391" y="577"/>
                </a:cubicBezTo>
                <a:cubicBezTo>
                  <a:pt x="353" y="608"/>
                  <a:pt x="311" y="637"/>
                  <a:pt x="278" y="669"/>
                </a:cubicBezTo>
                <a:cubicBezTo>
                  <a:pt x="233" y="626"/>
                  <a:pt x="174" y="585"/>
                  <a:pt x="123" y="543"/>
                </a:cubicBezTo>
                <a:close/>
              </a:path>
            </a:pathLst>
          </a:custGeom>
          <a:solidFill>
            <a:schemeClr val="accent4"/>
          </a:solidFill>
          <a:ln>
            <a:noFill/>
          </a:ln>
          <a:effectLst/>
        </p:spPr>
        <p:txBody>
          <a:bodyPr wrap="none" anchor="ctr"/>
          <a:lstStyle/>
          <a:p>
            <a:endParaRPr lang="da-DK"/>
          </a:p>
        </p:txBody>
      </p:sp>
      <p:grpSp>
        <p:nvGrpSpPr>
          <p:cNvPr id="615" name="Group 619">
            <a:extLst>
              <a:ext uri="{FF2B5EF4-FFF2-40B4-BE49-F238E27FC236}">
                <a16:creationId xmlns:a16="http://schemas.microsoft.com/office/drawing/2014/main" id="{B2D47B50-2937-27D1-9EFE-135D18BD1605}"/>
              </a:ext>
            </a:extLst>
          </p:cNvPr>
          <p:cNvGrpSpPr/>
          <p:nvPr/>
        </p:nvGrpSpPr>
        <p:grpSpPr>
          <a:xfrm>
            <a:off x="6299324" y="4181103"/>
            <a:ext cx="254000" cy="222250"/>
            <a:chOff x="5157788" y="4518025"/>
            <a:chExt cx="254000" cy="222250"/>
          </a:xfrm>
          <a:solidFill>
            <a:schemeClr val="accent4"/>
          </a:solidFill>
        </p:grpSpPr>
        <p:sp>
          <p:nvSpPr>
            <p:cNvPr id="616" name="Freeform 511">
              <a:extLst>
                <a:ext uri="{FF2B5EF4-FFF2-40B4-BE49-F238E27FC236}">
                  <a16:creationId xmlns:a16="http://schemas.microsoft.com/office/drawing/2014/main" id="{235D4136-A952-2DD7-0FAA-DA3C5324F9B4}"/>
                </a:ext>
              </a:extLst>
            </p:cNvPr>
            <p:cNvSpPr>
              <a:spLocks noChangeArrowheads="1"/>
            </p:cNvSpPr>
            <p:nvPr/>
          </p:nvSpPr>
          <p:spPr bwMode="auto">
            <a:xfrm>
              <a:off x="5157788" y="4518025"/>
              <a:ext cx="254000" cy="222250"/>
            </a:xfrm>
            <a:custGeom>
              <a:avLst/>
              <a:gdLst>
                <a:gd name="T0" fmla="*/ 659 w 704"/>
                <a:gd name="T1" fmla="*/ 88 h 616"/>
                <a:gd name="T2" fmla="*/ 659 w 704"/>
                <a:gd name="T3" fmla="*/ 88 h 616"/>
                <a:gd name="T4" fmla="*/ 455 w 704"/>
                <a:gd name="T5" fmla="*/ 88 h 616"/>
                <a:gd name="T6" fmla="*/ 442 w 704"/>
                <a:gd name="T7" fmla="*/ 81 h 616"/>
                <a:gd name="T8" fmla="*/ 442 w 704"/>
                <a:gd name="T9" fmla="*/ 81 h 616"/>
                <a:gd name="T10" fmla="*/ 401 w 704"/>
                <a:gd name="T11" fmla="*/ 19 h 616"/>
                <a:gd name="T12" fmla="*/ 366 w 704"/>
                <a:gd name="T13" fmla="*/ 0 h 616"/>
                <a:gd name="T14" fmla="*/ 221 w 704"/>
                <a:gd name="T15" fmla="*/ 0 h 616"/>
                <a:gd name="T16" fmla="*/ 184 w 704"/>
                <a:gd name="T17" fmla="*/ 19 h 616"/>
                <a:gd name="T18" fmla="*/ 184 w 704"/>
                <a:gd name="T19" fmla="*/ 19 h 616"/>
                <a:gd name="T20" fmla="*/ 143 w 704"/>
                <a:gd name="T21" fmla="*/ 81 h 616"/>
                <a:gd name="T22" fmla="*/ 131 w 704"/>
                <a:gd name="T23" fmla="*/ 88 h 616"/>
                <a:gd name="T24" fmla="*/ 44 w 704"/>
                <a:gd name="T25" fmla="*/ 88 h 616"/>
                <a:gd name="T26" fmla="*/ 0 w 704"/>
                <a:gd name="T27" fmla="*/ 132 h 616"/>
                <a:gd name="T28" fmla="*/ 0 w 704"/>
                <a:gd name="T29" fmla="*/ 571 h 616"/>
                <a:gd name="T30" fmla="*/ 44 w 704"/>
                <a:gd name="T31" fmla="*/ 615 h 616"/>
                <a:gd name="T32" fmla="*/ 659 w 704"/>
                <a:gd name="T33" fmla="*/ 615 h 616"/>
                <a:gd name="T34" fmla="*/ 703 w 704"/>
                <a:gd name="T35" fmla="*/ 571 h 616"/>
                <a:gd name="T36" fmla="*/ 703 w 704"/>
                <a:gd name="T37" fmla="*/ 132 h 616"/>
                <a:gd name="T38" fmla="*/ 659 w 704"/>
                <a:gd name="T39" fmla="*/ 88 h 616"/>
                <a:gd name="T40" fmla="*/ 673 w 704"/>
                <a:gd name="T41" fmla="*/ 571 h 616"/>
                <a:gd name="T42" fmla="*/ 673 w 704"/>
                <a:gd name="T43" fmla="*/ 571 h 616"/>
                <a:gd name="T44" fmla="*/ 659 w 704"/>
                <a:gd name="T45" fmla="*/ 585 h 616"/>
                <a:gd name="T46" fmla="*/ 44 w 704"/>
                <a:gd name="T47" fmla="*/ 585 h 616"/>
                <a:gd name="T48" fmla="*/ 29 w 704"/>
                <a:gd name="T49" fmla="*/ 571 h 616"/>
                <a:gd name="T50" fmla="*/ 29 w 704"/>
                <a:gd name="T51" fmla="*/ 132 h 616"/>
                <a:gd name="T52" fmla="*/ 44 w 704"/>
                <a:gd name="T53" fmla="*/ 117 h 616"/>
                <a:gd name="T54" fmla="*/ 131 w 704"/>
                <a:gd name="T55" fmla="*/ 117 h 616"/>
                <a:gd name="T56" fmla="*/ 168 w 704"/>
                <a:gd name="T57" fmla="*/ 98 h 616"/>
                <a:gd name="T58" fmla="*/ 209 w 704"/>
                <a:gd name="T59" fmla="*/ 36 h 616"/>
                <a:gd name="T60" fmla="*/ 209 w 704"/>
                <a:gd name="T61" fmla="*/ 36 h 616"/>
                <a:gd name="T62" fmla="*/ 221 w 704"/>
                <a:gd name="T63" fmla="*/ 29 h 616"/>
                <a:gd name="T64" fmla="*/ 366 w 704"/>
                <a:gd name="T65" fmla="*/ 29 h 616"/>
                <a:gd name="T66" fmla="*/ 378 w 704"/>
                <a:gd name="T67" fmla="*/ 36 h 616"/>
                <a:gd name="T68" fmla="*/ 419 w 704"/>
                <a:gd name="T69" fmla="*/ 98 h 616"/>
                <a:gd name="T70" fmla="*/ 419 w 704"/>
                <a:gd name="T71" fmla="*/ 98 h 616"/>
                <a:gd name="T72" fmla="*/ 455 w 704"/>
                <a:gd name="T73" fmla="*/ 117 h 616"/>
                <a:gd name="T74" fmla="*/ 659 w 704"/>
                <a:gd name="T75" fmla="*/ 117 h 616"/>
                <a:gd name="T76" fmla="*/ 673 w 704"/>
                <a:gd name="T77" fmla="*/ 132 h 616"/>
                <a:gd name="T78" fmla="*/ 673 w 704"/>
                <a:gd name="T79" fmla="*/ 571 h 6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04" h="616">
                  <a:moveTo>
                    <a:pt x="659" y="88"/>
                  </a:moveTo>
                  <a:lnTo>
                    <a:pt x="659" y="88"/>
                  </a:lnTo>
                  <a:cubicBezTo>
                    <a:pt x="455" y="88"/>
                    <a:pt x="455" y="88"/>
                    <a:pt x="455" y="88"/>
                  </a:cubicBezTo>
                  <a:cubicBezTo>
                    <a:pt x="451" y="88"/>
                    <a:pt x="445" y="85"/>
                    <a:pt x="442" y="81"/>
                  </a:cubicBezTo>
                  <a:lnTo>
                    <a:pt x="442" y="81"/>
                  </a:lnTo>
                  <a:cubicBezTo>
                    <a:pt x="401" y="19"/>
                    <a:pt x="401" y="19"/>
                    <a:pt x="401" y="19"/>
                  </a:cubicBezTo>
                  <a:cubicBezTo>
                    <a:pt x="393" y="7"/>
                    <a:pt x="379" y="0"/>
                    <a:pt x="366" y="0"/>
                  </a:cubicBezTo>
                  <a:cubicBezTo>
                    <a:pt x="221" y="0"/>
                    <a:pt x="221" y="0"/>
                    <a:pt x="221" y="0"/>
                  </a:cubicBezTo>
                  <a:cubicBezTo>
                    <a:pt x="206" y="0"/>
                    <a:pt x="193" y="7"/>
                    <a:pt x="184" y="19"/>
                  </a:cubicBezTo>
                  <a:lnTo>
                    <a:pt x="184" y="19"/>
                  </a:lnTo>
                  <a:cubicBezTo>
                    <a:pt x="143" y="81"/>
                    <a:pt x="143" y="81"/>
                    <a:pt x="143" y="81"/>
                  </a:cubicBezTo>
                  <a:cubicBezTo>
                    <a:pt x="140" y="85"/>
                    <a:pt x="136" y="88"/>
                    <a:pt x="131" y="88"/>
                  </a:cubicBezTo>
                  <a:cubicBezTo>
                    <a:pt x="44" y="88"/>
                    <a:pt x="44" y="88"/>
                    <a:pt x="44" y="88"/>
                  </a:cubicBezTo>
                  <a:cubicBezTo>
                    <a:pt x="20" y="88"/>
                    <a:pt x="0" y="107"/>
                    <a:pt x="0" y="132"/>
                  </a:cubicBezTo>
                  <a:cubicBezTo>
                    <a:pt x="0" y="571"/>
                    <a:pt x="0" y="571"/>
                    <a:pt x="0" y="571"/>
                  </a:cubicBezTo>
                  <a:cubicBezTo>
                    <a:pt x="0" y="594"/>
                    <a:pt x="20" y="615"/>
                    <a:pt x="44" y="615"/>
                  </a:cubicBezTo>
                  <a:cubicBezTo>
                    <a:pt x="659" y="615"/>
                    <a:pt x="659" y="615"/>
                    <a:pt x="659" y="615"/>
                  </a:cubicBezTo>
                  <a:cubicBezTo>
                    <a:pt x="683" y="615"/>
                    <a:pt x="703" y="594"/>
                    <a:pt x="703" y="571"/>
                  </a:cubicBezTo>
                  <a:cubicBezTo>
                    <a:pt x="703" y="132"/>
                    <a:pt x="703" y="132"/>
                    <a:pt x="703" y="132"/>
                  </a:cubicBezTo>
                  <a:cubicBezTo>
                    <a:pt x="703" y="107"/>
                    <a:pt x="683" y="88"/>
                    <a:pt x="659" y="88"/>
                  </a:cubicBezTo>
                  <a:close/>
                  <a:moveTo>
                    <a:pt x="673" y="571"/>
                  </a:moveTo>
                  <a:lnTo>
                    <a:pt x="673" y="571"/>
                  </a:lnTo>
                  <a:cubicBezTo>
                    <a:pt x="673" y="579"/>
                    <a:pt x="668" y="585"/>
                    <a:pt x="659" y="585"/>
                  </a:cubicBezTo>
                  <a:cubicBezTo>
                    <a:pt x="44" y="585"/>
                    <a:pt x="44" y="585"/>
                    <a:pt x="44" y="585"/>
                  </a:cubicBezTo>
                  <a:cubicBezTo>
                    <a:pt x="36" y="585"/>
                    <a:pt x="29" y="579"/>
                    <a:pt x="29" y="571"/>
                  </a:cubicBezTo>
                  <a:cubicBezTo>
                    <a:pt x="29" y="132"/>
                    <a:pt x="29" y="132"/>
                    <a:pt x="29" y="132"/>
                  </a:cubicBezTo>
                  <a:cubicBezTo>
                    <a:pt x="29" y="124"/>
                    <a:pt x="36" y="117"/>
                    <a:pt x="44" y="117"/>
                  </a:cubicBezTo>
                  <a:cubicBezTo>
                    <a:pt x="131" y="117"/>
                    <a:pt x="131" y="117"/>
                    <a:pt x="131" y="117"/>
                  </a:cubicBezTo>
                  <a:cubicBezTo>
                    <a:pt x="146" y="117"/>
                    <a:pt x="160" y="110"/>
                    <a:pt x="168" y="98"/>
                  </a:cubicBezTo>
                  <a:cubicBezTo>
                    <a:pt x="209" y="36"/>
                    <a:pt x="209" y="36"/>
                    <a:pt x="209" y="36"/>
                  </a:cubicBezTo>
                  <a:lnTo>
                    <a:pt x="209" y="36"/>
                  </a:lnTo>
                  <a:cubicBezTo>
                    <a:pt x="212" y="32"/>
                    <a:pt x="216" y="29"/>
                    <a:pt x="221" y="29"/>
                  </a:cubicBezTo>
                  <a:cubicBezTo>
                    <a:pt x="366" y="29"/>
                    <a:pt x="366" y="29"/>
                    <a:pt x="366" y="29"/>
                  </a:cubicBezTo>
                  <a:cubicBezTo>
                    <a:pt x="370" y="29"/>
                    <a:pt x="375" y="32"/>
                    <a:pt x="378" y="36"/>
                  </a:cubicBezTo>
                  <a:cubicBezTo>
                    <a:pt x="419" y="98"/>
                    <a:pt x="419" y="98"/>
                    <a:pt x="419" y="98"/>
                  </a:cubicBezTo>
                  <a:lnTo>
                    <a:pt x="419" y="98"/>
                  </a:lnTo>
                  <a:cubicBezTo>
                    <a:pt x="426" y="110"/>
                    <a:pt x="440" y="117"/>
                    <a:pt x="455" y="117"/>
                  </a:cubicBezTo>
                  <a:cubicBezTo>
                    <a:pt x="659" y="117"/>
                    <a:pt x="659" y="117"/>
                    <a:pt x="659" y="117"/>
                  </a:cubicBezTo>
                  <a:cubicBezTo>
                    <a:pt x="668" y="117"/>
                    <a:pt x="673" y="124"/>
                    <a:pt x="673" y="132"/>
                  </a:cubicBezTo>
                  <a:lnTo>
                    <a:pt x="673" y="5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12">
              <a:extLst>
                <a:ext uri="{FF2B5EF4-FFF2-40B4-BE49-F238E27FC236}">
                  <a16:creationId xmlns:a16="http://schemas.microsoft.com/office/drawing/2014/main" id="{0672420F-93B6-F227-3F42-AE7D5A96ECFB}"/>
                </a:ext>
              </a:extLst>
            </p:cNvPr>
            <p:cNvSpPr>
              <a:spLocks noChangeArrowheads="1"/>
            </p:cNvSpPr>
            <p:nvPr/>
          </p:nvSpPr>
          <p:spPr bwMode="auto">
            <a:xfrm>
              <a:off x="5203825" y="4576763"/>
              <a:ext cx="115888" cy="115887"/>
            </a:xfrm>
            <a:custGeom>
              <a:avLst/>
              <a:gdLst>
                <a:gd name="T0" fmla="*/ 161 w 322"/>
                <a:gd name="T1" fmla="*/ 0 h 323"/>
                <a:gd name="T2" fmla="*/ 161 w 322"/>
                <a:gd name="T3" fmla="*/ 0 h 323"/>
                <a:gd name="T4" fmla="*/ 0 w 322"/>
                <a:gd name="T5" fmla="*/ 160 h 323"/>
                <a:gd name="T6" fmla="*/ 161 w 322"/>
                <a:gd name="T7" fmla="*/ 322 h 323"/>
                <a:gd name="T8" fmla="*/ 321 w 322"/>
                <a:gd name="T9" fmla="*/ 160 h 323"/>
                <a:gd name="T10" fmla="*/ 161 w 322"/>
                <a:gd name="T11" fmla="*/ 0 h 323"/>
                <a:gd name="T12" fmla="*/ 254 w 322"/>
                <a:gd name="T13" fmla="*/ 254 h 323"/>
                <a:gd name="T14" fmla="*/ 254 w 322"/>
                <a:gd name="T15" fmla="*/ 254 h 323"/>
                <a:gd name="T16" fmla="*/ 161 w 322"/>
                <a:gd name="T17" fmla="*/ 292 h 323"/>
                <a:gd name="T18" fmla="*/ 67 w 322"/>
                <a:gd name="T19" fmla="*/ 254 h 323"/>
                <a:gd name="T20" fmla="*/ 29 w 322"/>
                <a:gd name="T21" fmla="*/ 160 h 323"/>
                <a:gd name="T22" fmla="*/ 67 w 322"/>
                <a:gd name="T23" fmla="*/ 68 h 323"/>
                <a:gd name="T24" fmla="*/ 161 w 322"/>
                <a:gd name="T25" fmla="*/ 29 h 323"/>
                <a:gd name="T26" fmla="*/ 254 w 322"/>
                <a:gd name="T27" fmla="*/ 68 h 323"/>
                <a:gd name="T28" fmla="*/ 293 w 322"/>
                <a:gd name="T29" fmla="*/ 160 h 323"/>
                <a:gd name="T30" fmla="*/ 254 w 322"/>
                <a:gd name="T31" fmla="*/ 254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2" h="323">
                  <a:moveTo>
                    <a:pt x="161" y="0"/>
                  </a:moveTo>
                  <a:lnTo>
                    <a:pt x="161" y="0"/>
                  </a:lnTo>
                  <a:cubicBezTo>
                    <a:pt x="72" y="0"/>
                    <a:pt x="0" y="72"/>
                    <a:pt x="0" y="160"/>
                  </a:cubicBezTo>
                  <a:cubicBezTo>
                    <a:pt x="0" y="250"/>
                    <a:pt x="72" y="322"/>
                    <a:pt x="161" y="322"/>
                  </a:cubicBezTo>
                  <a:cubicBezTo>
                    <a:pt x="250" y="322"/>
                    <a:pt x="321" y="250"/>
                    <a:pt x="321" y="160"/>
                  </a:cubicBezTo>
                  <a:cubicBezTo>
                    <a:pt x="321" y="72"/>
                    <a:pt x="250" y="0"/>
                    <a:pt x="161" y="0"/>
                  </a:cubicBezTo>
                  <a:close/>
                  <a:moveTo>
                    <a:pt x="254" y="254"/>
                  </a:moveTo>
                  <a:lnTo>
                    <a:pt x="254" y="254"/>
                  </a:lnTo>
                  <a:cubicBezTo>
                    <a:pt x="231" y="278"/>
                    <a:pt x="198" y="292"/>
                    <a:pt x="161" y="292"/>
                  </a:cubicBezTo>
                  <a:cubicBezTo>
                    <a:pt x="125" y="292"/>
                    <a:pt x="92" y="278"/>
                    <a:pt x="67" y="254"/>
                  </a:cubicBezTo>
                  <a:cubicBezTo>
                    <a:pt x="44" y="230"/>
                    <a:pt x="29" y="197"/>
                    <a:pt x="29" y="160"/>
                  </a:cubicBezTo>
                  <a:cubicBezTo>
                    <a:pt x="29" y="125"/>
                    <a:pt x="44" y="92"/>
                    <a:pt x="67" y="68"/>
                  </a:cubicBezTo>
                  <a:cubicBezTo>
                    <a:pt x="92" y="44"/>
                    <a:pt x="125" y="29"/>
                    <a:pt x="161" y="29"/>
                  </a:cubicBezTo>
                  <a:cubicBezTo>
                    <a:pt x="198" y="29"/>
                    <a:pt x="231" y="44"/>
                    <a:pt x="254" y="68"/>
                  </a:cubicBezTo>
                  <a:cubicBezTo>
                    <a:pt x="278" y="92"/>
                    <a:pt x="293" y="125"/>
                    <a:pt x="293" y="160"/>
                  </a:cubicBezTo>
                  <a:cubicBezTo>
                    <a:pt x="293" y="197"/>
                    <a:pt x="278" y="230"/>
                    <a:pt x="254"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3">
              <a:extLst>
                <a:ext uri="{FF2B5EF4-FFF2-40B4-BE49-F238E27FC236}">
                  <a16:creationId xmlns:a16="http://schemas.microsoft.com/office/drawing/2014/main" id="{EFC8F05A-45FB-DBE4-31C9-E9463AC9B4C2}"/>
                </a:ext>
              </a:extLst>
            </p:cNvPr>
            <p:cNvSpPr>
              <a:spLocks noChangeArrowheads="1"/>
            </p:cNvSpPr>
            <p:nvPr/>
          </p:nvSpPr>
          <p:spPr bwMode="auto">
            <a:xfrm>
              <a:off x="5346700" y="4518025"/>
              <a:ext cx="42863" cy="11113"/>
            </a:xfrm>
            <a:custGeom>
              <a:avLst/>
              <a:gdLst>
                <a:gd name="T0" fmla="*/ 13 w 117"/>
                <a:gd name="T1" fmla="*/ 29 h 30"/>
                <a:gd name="T2" fmla="*/ 13 w 117"/>
                <a:gd name="T3" fmla="*/ 29 h 30"/>
                <a:gd name="T4" fmla="*/ 101 w 117"/>
                <a:gd name="T5" fmla="*/ 29 h 30"/>
                <a:gd name="T6" fmla="*/ 116 w 117"/>
                <a:gd name="T7" fmla="*/ 14 h 30"/>
                <a:gd name="T8" fmla="*/ 101 w 117"/>
                <a:gd name="T9" fmla="*/ 0 h 30"/>
                <a:gd name="T10" fmla="*/ 13 w 117"/>
                <a:gd name="T11" fmla="*/ 0 h 30"/>
                <a:gd name="T12" fmla="*/ 0 w 117"/>
                <a:gd name="T13" fmla="*/ 14 h 30"/>
                <a:gd name="T14" fmla="*/ 13 w 117"/>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7" h="30">
                  <a:moveTo>
                    <a:pt x="13" y="29"/>
                  </a:moveTo>
                  <a:lnTo>
                    <a:pt x="13" y="29"/>
                  </a:lnTo>
                  <a:cubicBezTo>
                    <a:pt x="101" y="29"/>
                    <a:pt x="101" y="29"/>
                    <a:pt x="101" y="29"/>
                  </a:cubicBezTo>
                  <a:cubicBezTo>
                    <a:pt x="109" y="29"/>
                    <a:pt x="116" y="22"/>
                    <a:pt x="116" y="14"/>
                  </a:cubicBezTo>
                  <a:cubicBezTo>
                    <a:pt x="116" y="7"/>
                    <a:pt x="109" y="0"/>
                    <a:pt x="101" y="0"/>
                  </a:cubicBezTo>
                  <a:cubicBezTo>
                    <a:pt x="13" y="0"/>
                    <a:pt x="13" y="0"/>
                    <a:pt x="13" y="0"/>
                  </a:cubicBezTo>
                  <a:cubicBezTo>
                    <a:pt x="6" y="0"/>
                    <a:pt x="0" y="7"/>
                    <a:pt x="0" y="14"/>
                  </a:cubicBezTo>
                  <a:cubicBezTo>
                    <a:pt x="0" y="22"/>
                    <a:pt x="6"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4">
              <a:extLst>
                <a:ext uri="{FF2B5EF4-FFF2-40B4-BE49-F238E27FC236}">
                  <a16:creationId xmlns:a16="http://schemas.microsoft.com/office/drawing/2014/main" id="{467536E2-7230-667E-BCCB-0537097DEB22}"/>
                </a:ext>
              </a:extLst>
            </p:cNvPr>
            <p:cNvSpPr>
              <a:spLocks noChangeArrowheads="1"/>
            </p:cNvSpPr>
            <p:nvPr/>
          </p:nvSpPr>
          <p:spPr bwMode="auto">
            <a:xfrm>
              <a:off x="5341938" y="4576763"/>
              <a:ext cx="31750" cy="31750"/>
            </a:xfrm>
            <a:custGeom>
              <a:avLst/>
              <a:gdLst>
                <a:gd name="T0" fmla="*/ 44 w 89"/>
                <a:gd name="T1" fmla="*/ 0 h 89"/>
                <a:gd name="T2" fmla="*/ 44 w 89"/>
                <a:gd name="T3" fmla="*/ 0 h 89"/>
                <a:gd name="T4" fmla="*/ 0 w 89"/>
                <a:gd name="T5" fmla="*/ 44 h 89"/>
                <a:gd name="T6" fmla="*/ 44 w 89"/>
                <a:gd name="T7" fmla="*/ 88 h 89"/>
                <a:gd name="T8" fmla="*/ 88 w 89"/>
                <a:gd name="T9" fmla="*/ 44 h 89"/>
                <a:gd name="T10" fmla="*/ 44 w 89"/>
                <a:gd name="T11" fmla="*/ 0 h 89"/>
                <a:gd name="T12" fmla="*/ 44 w 89"/>
                <a:gd name="T13" fmla="*/ 59 h 89"/>
                <a:gd name="T14" fmla="*/ 44 w 89"/>
                <a:gd name="T15" fmla="*/ 59 h 89"/>
                <a:gd name="T16" fmla="*/ 29 w 89"/>
                <a:gd name="T17" fmla="*/ 44 h 89"/>
                <a:gd name="T18" fmla="*/ 44 w 89"/>
                <a:gd name="T19" fmla="*/ 29 h 89"/>
                <a:gd name="T20" fmla="*/ 60 w 89"/>
                <a:gd name="T21" fmla="*/ 44 h 89"/>
                <a:gd name="T22" fmla="*/ 44 w 89"/>
                <a:gd name="T23" fmla="*/ 59 h 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9" h="89">
                  <a:moveTo>
                    <a:pt x="44" y="0"/>
                  </a:moveTo>
                  <a:lnTo>
                    <a:pt x="44" y="0"/>
                  </a:lnTo>
                  <a:cubicBezTo>
                    <a:pt x="20" y="0"/>
                    <a:pt x="0" y="19"/>
                    <a:pt x="0" y="44"/>
                  </a:cubicBezTo>
                  <a:cubicBezTo>
                    <a:pt x="0" y="68"/>
                    <a:pt x="20" y="88"/>
                    <a:pt x="44" y="88"/>
                  </a:cubicBezTo>
                  <a:cubicBezTo>
                    <a:pt x="69" y="88"/>
                    <a:pt x="88" y="68"/>
                    <a:pt x="88" y="44"/>
                  </a:cubicBezTo>
                  <a:cubicBezTo>
                    <a:pt x="88" y="19"/>
                    <a:pt x="69" y="0"/>
                    <a:pt x="44" y="0"/>
                  </a:cubicBezTo>
                  <a:close/>
                  <a:moveTo>
                    <a:pt x="44" y="59"/>
                  </a:moveTo>
                  <a:lnTo>
                    <a:pt x="44" y="59"/>
                  </a:lnTo>
                  <a:cubicBezTo>
                    <a:pt x="36" y="59"/>
                    <a:pt x="29" y="52"/>
                    <a:pt x="29" y="44"/>
                  </a:cubicBezTo>
                  <a:cubicBezTo>
                    <a:pt x="29" y="35"/>
                    <a:pt x="36" y="29"/>
                    <a:pt x="44" y="29"/>
                  </a:cubicBezTo>
                  <a:cubicBezTo>
                    <a:pt x="53" y="29"/>
                    <a:pt x="60" y="35"/>
                    <a:pt x="60" y="44"/>
                  </a:cubicBezTo>
                  <a:cubicBezTo>
                    <a:pt x="60" y="52"/>
                    <a:pt x="53" y="59"/>
                    <a:pt x="44"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4">
            <a:extLst>
              <a:ext uri="{FF2B5EF4-FFF2-40B4-BE49-F238E27FC236}">
                <a16:creationId xmlns:a16="http://schemas.microsoft.com/office/drawing/2014/main" id="{F4E45B4D-CC1E-0434-72B1-D110A3F409C6}"/>
              </a:ext>
            </a:extLst>
          </p:cNvPr>
          <p:cNvGrpSpPr/>
          <p:nvPr/>
        </p:nvGrpSpPr>
        <p:grpSpPr>
          <a:xfrm>
            <a:off x="4780086" y="4663703"/>
            <a:ext cx="211138" cy="254000"/>
            <a:chOff x="3638550" y="5016500"/>
            <a:chExt cx="211138" cy="254000"/>
          </a:xfrm>
          <a:solidFill>
            <a:schemeClr val="accent4"/>
          </a:solidFill>
        </p:grpSpPr>
        <p:sp>
          <p:nvSpPr>
            <p:cNvPr id="621" name="Freeform 515">
              <a:extLst>
                <a:ext uri="{FF2B5EF4-FFF2-40B4-BE49-F238E27FC236}">
                  <a16:creationId xmlns:a16="http://schemas.microsoft.com/office/drawing/2014/main" id="{CF87C259-4C91-09D8-2D72-F3277D10B903}"/>
                </a:ext>
              </a:extLst>
            </p:cNvPr>
            <p:cNvSpPr>
              <a:spLocks noChangeArrowheads="1"/>
            </p:cNvSpPr>
            <p:nvPr/>
          </p:nvSpPr>
          <p:spPr bwMode="auto">
            <a:xfrm>
              <a:off x="3638550" y="5021263"/>
              <a:ext cx="115888" cy="249237"/>
            </a:xfrm>
            <a:custGeom>
              <a:avLst/>
              <a:gdLst>
                <a:gd name="T0" fmla="*/ 161 w 324"/>
                <a:gd name="T1" fmla="*/ 692 h 693"/>
                <a:gd name="T2" fmla="*/ 161 w 324"/>
                <a:gd name="T3" fmla="*/ 692 h 693"/>
                <a:gd name="T4" fmla="*/ 235 w 324"/>
                <a:gd name="T5" fmla="*/ 619 h 693"/>
                <a:gd name="T6" fmla="*/ 235 w 324"/>
                <a:gd name="T7" fmla="*/ 293 h 693"/>
                <a:gd name="T8" fmla="*/ 323 w 324"/>
                <a:gd name="T9" fmla="*/ 149 h 693"/>
                <a:gd name="T10" fmla="*/ 226 w 324"/>
                <a:gd name="T11" fmla="*/ 2 h 693"/>
                <a:gd name="T12" fmla="*/ 212 w 324"/>
                <a:gd name="T13" fmla="*/ 4 h 693"/>
                <a:gd name="T14" fmla="*/ 205 w 324"/>
                <a:gd name="T15" fmla="*/ 16 h 693"/>
                <a:gd name="T16" fmla="*/ 205 w 324"/>
                <a:gd name="T17" fmla="*/ 121 h 693"/>
                <a:gd name="T18" fmla="*/ 193 w 324"/>
                <a:gd name="T19" fmla="*/ 152 h 693"/>
                <a:gd name="T20" fmla="*/ 161 w 324"/>
                <a:gd name="T21" fmla="*/ 164 h 693"/>
                <a:gd name="T22" fmla="*/ 131 w 324"/>
                <a:gd name="T23" fmla="*/ 152 h 693"/>
                <a:gd name="T24" fmla="*/ 117 w 324"/>
                <a:gd name="T25" fmla="*/ 121 h 693"/>
                <a:gd name="T26" fmla="*/ 117 w 324"/>
                <a:gd name="T27" fmla="*/ 16 h 693"/>
                <a:gd name="T28" fmla="*/ 112 w 324"/>
                <a:gd name="T29" fmla="*/ 4 h 693"/>
                <a:gd name="T30" fmla="*/ 97 w 324"/>
                <a:gd name="T31" fmla="*/ 2 h 693"/>
                <a:gd name="T32" fmla="*/ 0 w 324"/>
                <a:gd name="T33" fmla="*/ 149 h 693"/>
                <a:gd name="T34" fmla="*/ 88 w 324"/>
                <a:gd name="T35" fmla="*/ 293 h 693"/>
                <a:gd name="T36" fmla="*/ 88 w 324"/>
                <a:gd name="T37" fmla="*/ 619 h 693"/>
                <a:gd name="T38" fmla="*/ 161 w 324"/>
                <a:gd name="T39" fmla="*/ 692 h 693"/>
                <a:gd name="T40" fmla="*/ 29 w 324"/>
                <a:gd name="T41" fmla="*/ 149 h 693"/>
                <a:gd name="T42" fmla="*/ 29 w 324"/>
                <a:gd name="T43" fmla="*/ 149 h 693"/>
                <a:gd name="T44" fmla="*/ 88 w 324"/>
                <a:gd name="T45" fmla="*/ 41 h 693"/>
                <a:gd name="T46" fmla="*/ 88 w 324"/>
                <a:gd name="T47" fmla="*/ 121 h 693"/>
                <a:gd name="T48" fmla="*/ 161 w 324"/>
                <a:gd name="T49" fmla="*/ 193 h 693"/>
                <a:gd name="T50" fmla="*/ 235 w 324"/>
                <a:gd name="T51" fmla="*/ 121 h 693"/>
                <a:gd name="T52" fmla="*/ 235 w 324"/>
                <a:gd name="T53" fmla="*/ 41 h 693"/>
                <a:gd name="T54" fmla="*/ 293 w 324"/>
                <a:gd name="T55" fmla="*/ 149 h 693"/>
                <a:gd name="T56" fmla="*/ 215 w 324"/>
                <a:gd name="T57" fmla="*/ 272 h 693"/>
                <a:gd name="T58" fmla="*/ 205 w 324"/>
                <a:gd name="T59" fmla="*/ 284 h 693"/>
                <a:gd name="T60" fmla="*/ 205 w 324"/>
                <a:gd name="T61" fmla="*/ 619 h 693"/>
                <a:gd name="T62" fmla="*/ 161 w 324"/>
                <a:gd name="T63" fmla="*/ 663 h 693"/>
                <a:gd name="T64" fmla="*/ 117 w 324"/>
                <a:gd name="T65" fmla="*/ 619 h 693"/>
                <a:gd name="T66" fmla="*/ 117 w 324"/>
                <a:gd name="T67" fmla="*/ 284 h 693"/>
                <a:gd name="T68" fmla="*/ 109 w 324"/>
                <a:gd name="T69" fmla="*/ 272 h 693"/>
                <a:gd name="T70" fmla="*/ 29 w 324"/>
                <a:gd name="T71" fmla="*/ 149 h 6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4" h="693">
                  <a:moveTo>
                    <a:pt x="161" y="692"/>
                  </a:moveTo>
                  <a:lnTo>
                    <a:pt x="161" y="692"/>
                  </a:lnTo>
                  <a:cubicBezTo>
                    <a:pt x="202" y="692"/>
                    <a:pt x="235" y="659"/>
                    <a:pt x="235" y="619"/>
                  </a:cubicBezTo>
                  <a:cubicBezTo>
                    <a:pt x="235" y="293"/>
                    <a:pt x="235" y="293"/>
                    <a:pt x="235" y="293"/>
                  </a:cubicBezTo>
                  <a:cubicBezTo>
                    <a:pt x="287" y="266"/>
                    <a:pt x="323" y="212"/>
                    <a:pt x="323" y="149"/>
                  </a:cubicBezTo>
                  <a:cubicBezTo>
                    <a:pt x="323" y="83"/>
                    <a:pt x="283" y="27"/>
                    <a:pt x="226" y="2"/>
                  </a:cubicBezTo>
                  <a:cubicBezTo>
                    <a:pt x="221" y="0"/>
                    <a:pt x="216" y="1"/>
                    <a:pt x="212" y="4"/>
                  </a:cubicBezTo>
                  <a:cubicBezTo>
                    <a:pt x="208" y="7"/>
                    <a:pt x="205" y="11"/>
                    <a:pt x="205" y="16"/>
                  </a:cubicBezTo>
                  <a:cubicBezTo>
                    <a:pt x="205" y="121"/>
                    <a:pt x="205" y="121"/>
                    <a:pt x="205" y="121"/>
                  </a:cubicBezTo>
                  <a:cubicBezTo>
                    <a:pt x="205" y="133"/>
                    <a:pt x="201" y="144"/>
                    <a:pt x="193" y="152"/>
                  </a:cubicBezTo>
                  <a:cubicBezTo>
                    <a:pt x="184" y="160"/>
                    <a:pt x="173" y="164"/>
                    <a:pt x="161" y="164"/>
                  </a:cubicBezTo>
                  <a:cubicBezTo>
                    <a:pt x="150" y="164"/>
                    <a:pt x="139" y="160"/>
                    <a:pt x="131" y="152"/>
                  </a:cubicBezTo>
                  <a:cubicBezTo>
                    <a:pt x="123" y="144"/>
                    <a:pt x="117" y="133"/>
                    <a:pt x="117" y="121"/>
                  </a:cubicBezTo>
                  <a:cubicBezTo>
                    <a:pt x="117" y="16"/>
                    <a:pt x="117" y="16"/>
                    <a:pt x="117" y="16"/>
                  </a:cubicBezTo>
                  <a:cubicBezTo>
                    <a:pt x="117" y="11"/>
                    <a:pt x="116" y="7"/>
                    <a:pt x="112" y="4"/>
                  </a:cubicBezTo>
                  <a:cubicBezTo>
                    <a:pt x="108" y="1"/>
                    <a:pt x="102" y="0"/>
                    <a:pt x="97" y="2"/>
                  </a:cubicBezTo>
                  <a:cubicBezTo>
                    <a:pt x="40" y="27"/>
                    <a:pt x="0" y="83"/>
                    <a:pt x="0" y="149"/>
                  </a:cubicBezTo>
                  <a:cubicBezTo>
                    <a:pt x="0" y="212"/>
                    <a:pt x="36" y="266"/>
                    <a:pt x="88" y="293"/>
                  </a:cubicBezTo>
                  <a:cubicBezTo>
                    <a:pt x="88" y="619"/>
                    <a:pt x="88" y="619"/>
                    <a:pt x="88" y="619"/>
                  </a:cubicBezTo>
                  <a:cubicBezTo>
                    <a:pt x="88" y="659"/>
                    <a:pt x="121" y="692"/>
                    <a:pt x="161" y="692"/>
                  </a:cubicBezTo>
                  <a:close/>
                  <a:moveTo>
                    <a:pt x="29" y="149"/>
                  </a:moveTo>
                  <a:lnTo>
                    <a:pt x="29" y="149"/>
                  </a:lnTo>
                  <a:cubicBezTo>
                    <a:pt x="29" y="104"/>
                    <a:pt x="53" y="64"/>
                    <a:pt x="88" y="41"/>
                  </a:cubicBezTo>
                  <a:cubicBezTo>
                    <a:pt x="88" y="121"/>
                    <a:pt x="88" y="121"/>
                    <a:pt x="88" y="121"/>
                  </a:cubicBezTo>
                  <a:cubicBezTo>
                    <a:pt x="88" y="162"/>
                    <a:pt x="121" y="193"/>
                    <a:pt x="161" y="193"/>
                  </a:cubicBezTo>
                  <a:cubicBezTo>
                    <a:pt x="202" y="193"/>
                    <a:pt x="235" y="162"/>
                    <a:pt x="235" y="121"/>
                  </a:cubicBezTo>
                  <a:cubicBezTo>
                    <a:pt x="235" y="41"/>
                    <a:pt x="235" y="41"/>
                    <a:pt x="235" y="41"/>
                  </a:cubicBezTo>
                  <a:cubicBezTo>
                    <a:pt x="270" y="64"/>
                    <a:pt x="293" y="104"/>
                    <a:pt x="293" y="149"/>
                  </a:cubicBezTo>
                  <a:cubicBezTo>
                    <a:pt x="293" y="204"/>
                    <a:pt x="261" y="251"/>
                    <a:pt x="215" y="272"/>
                  </a:cubicBezTo>
                  <a:cubicBezTo>
                    <a:pt x="209" y="273"/>
                    <a:pt x="205" y="278"/>
                    <a:pt x="205" y="284"/>
                  </a:cubicBezTo>
                  <a:cubicBezTo>
                    <a:pt x="205" y="619"/>
                    <a:pt x="205" y="619"/>
                    <a:pt x="205" y="619"/>
                  </a:cubicBezTo>
                  <a:cubicBezTo>
                    <a:pt x="205" y="642"/>
                    <a:pt x="186" y="663"/>
                    <a:pt x="161" y="663"/>
                  </a:cubicBezTo>
                  <a:cubicBezTo>
                    <a:pt x="138" y="663"/>
                    <a:pt x="117" y="642"/>
                    <a:pt x="117" y="619"/>
                  </a:cubicBezTo>
                  <a:cubicBezTo>
                    <a:pt x="117" y="284"/>
                    <a:pt x="117" y="284"/>
                    <a:pt x="117" y="284"/>
                  </a:cubicBezTo>
                  <a:cubicBezTo>
                    <a:pt x="117" y="278"/>
                    <a:pt x="114" y="273"/>
                    <a:pt x="109" y="272"/>
                  </a:cubicBezTo>
                  <a:cubicBezTo>
                    <a:pt x="62" y="251"/>
                    <a:pt x="29" y="204"/>
                    <a:pt x="29"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6">
              <a:extLst>
                <a:ext uri="{FF2B5EF4-FFF2-40B4-BE49-F238E27FC236}">
                  <a16:creationId xmlns:a16="http://schemas.microsoft.com/office/drawing/2014/main" id="{28B85A08-4C0F-EFBF-F79E-E7D3805D877B}"/>
                </a:ext>
              </a:extLst>
            </p:cNvPr>
            <p:cNvSpPr>
              <a:spLocks noChangeArrowheads="1"/>
            </p:cNvSpPr>
            <p:nvPr/>
          </p:nvSpPr>
          <p:spPr bwMode="auto">
            <a:xfrm>
              <a:off x="3795713" y="5016500"/>
              <a:ext cx="53975" cy="254000"/>
            </a:xfrm>
            <a:custGeom>
              <a:avLst/>
              <a:gdLst>
                <a:gd name="T0" fmla="*/ 15 w 148"/>
                <a:gd name="T1" fmla="*/ 351 h 704"/>
                <a:gd name="T2" fmla="*/ 15 w 148"/>
                <a:gd name="T3" fmla="*/ 351 h 704"/>
                <a:gd name="T4" fmla="*/ 4 w 148"/>
                <a:gd name="T5" fmla="*/ 355 h 704"/>
                <a:gd name="T6" fmla="*/ 0 w 148"/>
                <a:gd name="T7" fmla="*/ 366 h 704"/>
                <a:gd name="T8" fmla="*/ 0 w 148"/>
                <a:gd name="T9" fmla="*/ 630 h 704"/>
                <a:gd name="T10" fmla="*/ 72 w 148"/>
                <a:gd name="T11" fmla="*/ 703 h 704"/>
                <a:gd name="T12" fmla="*/ 147 w 148"/>
                <a:gd name="T13" fmla="*/ 630 h 704"/>
                <a:gd name="T14" fmla="*/ 147 w 148"/>
                <a:gd name="T15" fmla="*/ 366 h 704"/>
                <a:gd name="T16" fmla="*/ 142 w 148"/>
                <a:gd name="T17" fmla="*/ 355 h 704"/>
                <a:gd name="T18" fmla="*/ 131 w 148"/>
                <a:gd name="T19" fmla="*/ 351 h 704"/>
                <a:gd name="T20" fmla="*/ 88 w 148"/>
                <a:gd name="T21" fmla="*/ 351 h 704"/>
                <a:gd name="T22" fmla="*/ 88 w 148"/>
                <a:gd name="T23" fmla="*/ 175 h 704"/>
                <a:gd name="T24" fmla="*/ 103 w 148"/>
                <a:gd name="T25" fmla="*/ 175 h 704"/>
                <a:gd name="T26" fmla="*/ 115 w 148"/>
                <a:gd name="T27" fmla="*/ 167 h 704"/>
                <a:gd name="T28" fmla="*/ 145 w 148"/>
                <a:gd name="T29" fmla="*/ 110 h 704"/>
                <a:gd name="T30" fmla="*/ 145 w 148"/>
                <a:gd name="T31" fmla="*/ 97 h 704"/>
                <a:gd name="T32" fmla="*/ 116 w 148"/>
                <a:gd name="T33" fmla="*/ 9 h 704"/>
                <a:gd name="T34" fmla="*/ 103 w 148"/>
                <a:gd name="T35" fmla="*/ 0 h 704"/>
                <a:gd name="T36" fmla="*/ 44 w 148"/>
                <a:gd name="T37" fmla="*/ 0 h 704"/>
                <a:gd name="T38" fmla="*/ 30 w 148"/>
                <a:gd name="T39" fmla="*/ 9 h 704"/>
                <a:gd name="T40" fmla="*/ 1 w 148"/>
                <a:gd name="T41" fmla="*/ 97 h 704"/>
                <a:gd name="T42" fmla="*/ 1 w 148"/>
                <a:gd name="T43" fmla="*/ 110 h 704"/>
                <a:gd name="T44" fmla="*/ 31 w 148"/>
                <a:gd name="T45" fmla="*/ 167 h 704"/>
                <a:gd name="T46" fmla="*/ 44 w 148"/>
                <a:gd name="T47" fmla="*/ 175 h 704"/>
                <a:gd name="T48" fmla="*/ 59 w 148"/>
                <a:gd name="T49" fmla="*/ 175 h 704"/>
                <a:gd name="T50" fmla="*/ 59 w 148"/>
                <a:gd name="T51" fmla="*/ 351 h 704"/>
                <a:gd name="T52" fmla="*/ 15 w 148"/>
                <a:gd name="T53" fmla="*/ 351 h 704"/>
                <a:gd name="T54" fmla="*/ 30 w 148"/>
                <a:gd name="T55" fmla="*/ 101 h 704"/>
                <a:gd name="T56" fmla="*/ 30 w 148"/>
                <a:gd name="T57" fmla="*/ 101 h 704"/>
                <a:gd name="T58" fmla="*/ 55 w 148"/>
                <a:gd name="T59" fmla="*/ 29 h 704"/>
                <a:gd name="T60" fmla="*/ 92 w 148"/>
                <a:gd name="T61" fmla="*/ 29 h 704"/>
                <a:gd name="T62" fmla="*/ 116 w 148"/>
                <a:gd name="T63" fmla="*/ 101 h 704"/>
                <a:gd name="T64" fmla="*/ 93 w 148"/>
                <a:gd name="T65" fmla="*/ 147 h 704"/>
                <a:gd name="T66" fmla="*/ 53 w 148"/>
                <a:gd name="T67" fmla="*/ 147 h 704"/>
                <a:gd name="T68" fmla="*/ 30 w 148"/>
                <a:gd name="T69" fmla="*/ 101 h 704"/>
                <a:gd name="T70" fmla="*/ 116 w 148"/>
                <a:gd name="T71" fmla="*/ 630 h 704"/>
                <a:gd name="T72" fmla="*/ 116 w 148"/>
                <a:gd name="T73" fmla="*/ 630 h 704"/>
                <a:gd name="T74" fmla="*/ 72 w 148"/>
                <a:gd name="T75" fmla="*/ 674 h 704"/>
                <a:gd name="T76" fmla="*/ 29 w 148"/>
                <a:gd name="T77" fmla="*/ 630 h 704"/>
                <a:gd name="T78" fmla="*/ 29 w 148"/>
                <a:gd name="T79" fmla="*/ 380 h 704"/>
                <a:gd name="T80" fmla="*/ 116 w 148"/>
                <a:gd name="T81" fmla="*/ 380 h 704"/>
                <a:gd name="T82" fmla="*/ 116 w 148"/>
                <a:gd name="T83"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48" h="704">
                  <a:moveTo>
                    <a:pt x="15" y="351"/>
                  </a:moveTo>
                  <a:lnTo>
                    <a:pt x="15" y="351"/>
                  </a:lnTo>
                  <a:cubicBezTo>
                    <a:pt x="11" y="351"/>
                    <a:pt x="7" y="353"/>
                    <a:pt x="4" y="355"/>
                  </a:cubicBezTo>
                  <a:cubicBezTo>
                    <a:pt x="1" y="358"/>
                    <a:pt x="0" y="362"/>
                    <a:pt x="0" y="366"/>
                  </a:cubicBezTo>
                  <a:cubicBezTo>
                    <a:pt x="0" y="630"/>
                    <a:pt x="0" y="630"/>
                    <a:pt x="0" y="630"/>
                  </a:cubicBezTo>
                  <a:cubicBezTo>
                    <a:pt x="0" y="670"/>
                    <a:pt x="33" y="703"/>
                    <a:pt x="72" y="703"/>
                  </a:cubicBezTo>
                  <a:cubicBezTo>
                    <a:pt x="114" y="703"/>
                    <a:pt x="147" y="670"/>
                    <a:pt x="147" y="630"/>
                  </a:cubicBezTo>
                  <a:cubicBezTo>
                    <a:pt x="147" y="366"/>
                    <a:pt x="147" y="366"/>
                    <a:pt x="147" y="366"/>
                  </a:cubicBezTo>
                  <a:cubicBezTo>
                    <a:pt x="147" y="362"/>
                    <a:pt x="145" y="358"/>
                    <a:pt x="142" y="355"/>
                  </a:cubicBezTo>
                  <a:cubicBezTo>
                    <a:pt x="140" y="353"/>
                    <a:pt x="136" y="351"/>
                    <a:pt x="131" y="351"/>
                  </a:cubicBezTo>
                  <a:cubicBezTo>
                    <a:pt x="88" y="351"/>
                    <a:pt x="88" y="351"/>
                    <a:pt x="88" y="351"/>
                  </a:cubicBezTo>
                  <a:cubicBezTo>
                    <a:pt x="88" y="175"/>
                    <a:pt x="88" y="175"/>
                    <a:pt x="88" y="175"/>
                  </a:cubicBezTo>
                  <a:cubicBezTo>
                    <a:pt x="103" y="175"/>
                    <a:pt x="103" y="175"/>
                    <a:pt x="103" y="175"/>
                  </a:cubicBezTo>
                  <a:cubicBezTo>
                    <a:pt x="108" y="175"/>
                    <a:pt x="112" y="173"/>
                    <a:pt x="115" y="167"/>
                  </a:cubicBezTo>
                  <a:cubicBezTo>
                    <a:pt x="145" y="110"/>
                    <a:pt x="145" y="110"/>
                    <a:pt x="145" y="110"/>
                  </a:cubicBezTo>
                  <a:cubicBezTo>
                    <a:pt x="147" y="105"/>
                    <a:pt x="147" y="101"/>
                    <a:pt x="145" y="97"/>
                  </a:cubicBezTo>
                  <a:cubicBezTo>
                    <a:pt x="116" y="9"/>
                    <a:pt x="116" y="9"/>
                    <a:pt x="116" y="9"/>
                  </a:cubicBezTo>
                  <a:cubicBezTo>
                    <a:pt x="114" y="4"/>
                    <a:pt x="108" y="0"/>
                    <a:pt x="103" y="0"/>
                  </a:cubicBezTo>
                  <a:cubicBezTo>
                    <a:pt x="44" y="0"/>
                    <a:pt x="44" y="0"/>
                    <a:pt x="44" y="0"/>
                  </a:cubicBezTo>
                  <a:cubicBezTo>
                    <a:pt x="37" y="0"/>
                    <a:pt x="31" y="4"/>
                    <a:pt x="30" y="9"/>
                  </a:cubicBezTo>
                  <a:cubicBezTo>
                    <a:pt x="1" y="97"/>
                    <a:pt x="1" y="97"/>
                    <a:pt x="1" y="97"/>
                  </a:cubicBezTo>
                  <a:cubicBezTo>
                    <a:pt x="0" y="101"/>
                    <a:pt x="0" y="105"/>
                    <a:pt x="1" y="110"/>
                  </a:cubicBezTo>
                  <a:cubicBezTo>
                    <a:pt x="31" y="167"/>
                    <a:pt x="31" y="167"/>
                    <a:pt x="31" y="167"/>
                  </a:cubicBezTo>
                  <a:cubicBezTo>
                    <a:pt x="33" y="173"/>
                    <a:pt x="38" y="175"/>
                    <a:pt x="44" y="175"/>
                  </a:cubicBezTo>
                  <a:cubicBezTo>
                    <a:pt x="59" y="175"/>
                    <a:pt x="59" y="175"/>
                    <a:pt x="59" y="175"/>
                  </a:cubicBezTo>
                  <a:cubicBezTo>
                    <a:pt x="59" y="351"/>
                    <a:pt x="59" y="351"/>
                    <a:pt x="59" y="351"/>
                  </a:cubicBezTo>
                  <a:lnTo>
                    <a:pt x="15" y="351"/>
                  </a:lnTo>
                  <a:close/>
                  <a:moveTo>
                    <a:pt x="30" y="101"/>
                  </a:moveTo>
                  <a:lnTo>
                    <a:pt x="30" y="101"/>
                  </a:lnTo>
                  <a:cubicBezTo>
                    <a:pt x="55" y="29"/>
                    <a:pt x="55" y="29"/>
                    <a:pt x="55" y="29"/>
                  </a:cubicBezTo>
                  <a:cubicBezTo>
                    <a:pt x="92" y="29"/>
                    <a:pt x="92" y="29"/>
                    <a:pt x="92" y="29"/>
                  </a:cubicBezTo>
                  <a:cubicBezTo>
                    <a:pt x="116" y="101"/>
                    <a:pt x="116" y="101"/>
                    <a:pt x="116" y="101"/>
                  </a:cubicBezTo>
                  <a:cubicBezTo>
                    <a:pt x="93" y="147"/>
                    <a:pt x="93" y="147"/>
                    <a:pt x="93" y="147"/>
                  </a:cubicBezTo>
                  <a:cubicBezTo>
                    <a:pt x="53" y="147"/>
                    <a:pt x="53" y="147"/>
                    <a:pt x="53" y="147"/>
                  </a:cubicBezTo>
                  <a:lnTo>
                    <a:pt x="30" y="101"/>
                  </a:lnTo>
                  <a:close/>
                  <a:moveTo>
                    <a:pt x="116" y="630"/>
                  </a:moveTo>
                  <a:lnTo>
                    <a:pt x="116" y="630"/>
                  </a:lnTo>
                  <a:cubicBezTo>
                    <a:pt x="116" y="653"/>
                    <a:pt x="97" y="674"/>
                    <a:pt x="72" y="674"/>
                  </a:cubicBezTo>
                  <a:cubicBezTo>
                    <a:pt x="49" y="674"/>
                    <a:pt x="29" y="653"/>
                    <a:pt x="29" y="630"/>
                  </a:cubicBezTo>
                  <a:cubicBezTo>
                    <a:pt x="29" y="380"/>
                    <a:pt x="29" y="380"/>
                    <a:pt x="29" y="380"/>
                  </a:cubicBezTo>
                  <a:cubicBezTo>
                    <a:pt x="116" y="380"/>
                    <a:pt x="116" y="380"/>
                    <a:pt x="116" y="380"/>
                  </a:cubicBezTo>
                  <a:lnTo>
                    <a:pt x="116"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7">
            <a:extLst>
              <a:ext uri="{FF2B5EF4-FFF2-40B4-BE49-F238E27FC236}">
                <a16:creationId xmlns:a16="http://schemas.microsoft.com/office/drawing/2014/main" id="{E2B17C03-6DE2-4ED6-65C6-571D85CB1A33}"/>
              </a:ext>
            </a:extLst>
          </p:cNvPr>
          <p:cNvSpPr>
            <a:spLocks noChangeArrowheads="1"/>
          </p:cNvSpPr>
          <p:nvPr/>
        </p:nvSpPr>
        <p:spPr bwMode="auto">
          <a:xfrm>
            <a:off x="5773861" y="4663703"/>
            <a:ext cx="254000" cy="254000"/>
          </a:xfrm>
          <a:custGeom>
            <a:avLst/>
            <a:gdLst>
              <a:gd name="T0" fmla="*/ 98 w 705"/>
              <a:gd name="T1" fmla="*/ 497 h 704"/>
              <a:gd name="T2" fmla="*/ 118 w 705"/>
              <a:gd name="T3" fmla="*/ 483 h 704"/>
              <a:gd name="T4" fmla="*/ 118 w 705"/>
              <a:gd name="T5" fmla="*/ 277 h 704"/>
              <a:gd name="T6" fmla="*/ 186 w 705"/>
              <a:gd name="T7" fmla="*/ 98 h 704"/>
              <a:gd name="T8" fmla="*/ 517 w 705"/>
              <a:gd name="T9" fmla="*/ 98 h 704"/>
              <a:gd name="T10" fmla="*/ 586 w 705"/>
              <a:gd name="T11" fmla="*/ 277 h 704"/>
              <a:gd name="T12" fmla="*/ 591 w 705"/>
              <a:gd name="T13" fmla="*/ 494 h 704"/>
              <a:gd name="T14" fmla="*/ 615 w 705"/>
              <a:gd name="T15" fmla="*/ 493 h 704"/>
              <a:gd name="T16" fmla="*/ 528 w 705"/>
              <a:gd name="T17" fmla="*/ 621 h 704"/>
              <a:gd name="T18" fmla="*/ 395 w 705"/>
              <a:gd name="T19" fmla="*/ 615 h 704"/>
              <a:gd name="T20" fmla="*/ 263 w 705"/>
              <a:gd name="T21" fmla="*/ 659 h 704"/>
              <a:gd name="T22" fmla="*/ 395 w 705"/>
              <a:gd name="T23" fmla="*/ 703 h 704"/>
              <a:gd name="T24" fmla="*/ 575 w 705"/>
              <a:gd name="T25" fmla="*/ 626 h 704"/>
              <a:gd name="T26" fmla="*/ 645 w 705"/>
              <a:gd name="T27" fmla="*/ 483 h 704"/>
              <a:gd name="T28" fmla="*/ 650 w 705"/>
              <a:gd name="T29" fmla="*/ 479 h 704"/>
              <a:gd name="T30" fmla="*/ 697 w 705"/>
              <a:gd name="T31" fmla="*/ 444 h 704"/>
              <a:gd name="T32" fmla="*/ 702 w 705"/>
              <a:gd name="T33" fmla="*/ 336 h 704"/>
              <a:gd name="T34" fmla="*/ 631 w 705"/>
              <a:gd name="T35" fmla="*/ 266 h 704"/>
              <a:gd name="T36" fmla="*/ 615 w 705"/>
              <a:gd name="T37" fmla="*/ 264 h 704"/>
              <a:gd name="T38" fmla="*/ 88 w 705"/>
              <a:gd name="T39" fmla="*/ 264 h 704"/>
              <a:gd name="T40" fmla="*/ 55 w 705"/>
              <a:gd name="T41" fmla="*/ 271 h 704"/>
              <a:gd name="T42" fmla="*/ 0 w 705"/>
              <a:gd name="T43" fmla="*/ 336 h 704"/>
              <a:gd name="T44" fmla="*/ 7 w 705"/>
              <a:gd name="T45" fmla="*/ 444 h 704"/>
              <a:gd name="T46" fmla="*/ 75 w 705"/>
              <a:gd name="T47" fmla="*/ 489 h 704"/>
              <a:gd name="T48" fmla="*/ 395 w 705"/>
              <a:gd name="T49" fmla="*/ 673 h 704"/>
              <a:gd name="T50" fmla="*/ 307 w 705"/>
              <a:gd name="T51" fmla="*/ 673 h 704"/>
              <a:gd name="T52" fmla="*/ 307 w 705"/>
              <a:gd name="T53" fmla="*/ 644 h 704"/>
              <a:gd name="T54" fmla="*/ 410 w 705"/>
              <a:gd name="T55" fmla="*/ 659 h 704"/>
              <a:gd name="T56" fmla="*/ 642 w 705"/>
              <a:gd name="T57" fmla="*/ 299 h 704"/>
              <a:gd name="T58" fmla="*/ 665 w 705"/>
              <a:gd name="T59" fmla="*/ 313 h 704"/>
              <a:gd name="T60" fmla="*/ 674 w 705"/>
              <a:gd name="T61" fmla="*/ 424 h 704"/>
              <a:gd name="T62" fmla="*/ 656 w 705"/>
              <a:gd name="T63" fmla="*/ 442 h 704"/>
              <a:gd name="T64" fmla="*/ 615 w 705"/>
              <a:gd name="T65" fmla="*/ 463 h 704"/>
              <a:gd name="T66" fmla="*/ 642 w 705"/>
              <a:gd name="T67" fmla="*/ 299 h 704"/>
              <a:gd name="T68" fmla="*/ 37 w 705"/>
              <a:gd name="T69" fmla="*/ 435 h 704"/>
              <a:gd name="T70" fmla="*/ 30 w 705"/>
              <a:gd name="T71" fmla="*/ 424 h 704"/>
              <a:gd name="T72" fmla="*/ 39 w 705"/>
              <a:gd name="T73" fmla="*/ 313 h 704"/>
              <a:gd name="T74" fmla="*/ 88 w 705"/>
              <a:gd name="T75" fmla="*/ 294 h 704"/>
              <a:gd name="T76" fmla="*/ 61 w 705"/>
              <a:gd name="T77" fmla="*/ 45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05" h="704">
                <a:moveTo>
                  <a:pt x="98" y="497"/>
                </a:moveTo>
                <a:lnTo>
                  <a:pt x="98" y="497"/>
                </a:lnTo>
                <a:cubicBezTo>
                  <a:pt x="103" y="498"/>
                  <a:pt x="108" y="497"/>
                  <a:pt x="111" y="494"/>
                </a:cubicBezTo>
                <a:cubicBezTo>
                  <a:pt x="115" y="492"/>
                  <a:pt x="118" y="487"/>
                  <a:pt x="118" y="483"/>
                </a:cubicBezTo>
                <a:cubicBezTo>
                  <a:pt x="118" y="277"/>
                  <a:pt x="118" y="277"/>
                  <a:pt x="118" y="277"/>
                </a:cubicBezTo>
                <a:lnTo>
                  <a:pt x="118" y="277"/>
                </a:lnTo>
                <a:cubicBezTo>
                  <a:pt x="118" y="264"/>
                  <a:pt x="118" y="264"/>
                  <a:pt x="118" y="264"/>
                </a:cubicBezTo>
                <a:cubicBezTo>
                  <a:pt x="118" y="198"/>
                  <a:pt x="144" y="140"/>
                  <a:pt x="186" y="98"/>
                </a:cubicBezTo>
                <a:cubicBezTo>
                  <a:pt x="229" y="55"/>
                  <a:pt x="287" y="29"/>
                  <a:pt x="351" y="29"/>
                </a:cubicBezTo>
                <a:cubicBezTo>
                  <a:pt x="417" y="29"/>
                  <a:pt x="475" y="55"/>
                  <a:pt x="517" y="98"/>
                </a:cubicBezTo>
                <a:cubicBezTo>
                  <a:pt x="560" y="140"/>
                  <a:pt x="586" y="198"/>
                  <a:pt x="586" y="264"/>
                </a:cubicBezTo>
                <a:cubicBezTo>
                  <a:pt x="586" y="277"/>
                  <a:pt x="586" y="277"/>
                  <a:pt x="586" y="277"/>
                </a:cubicBezTo>
                <a:cubicBezTo>
                  <a:pt x="586" y="483"/>
                  <a:pt x="586" y="483"/>
                  <a:pt x="586" y="483"/>
                </a:cubicBezTo>
                <a:cubicBezTo>
                  <a:pt x="586" y="487"/>
                  <a:pt x="589" y="492"/>
                  <a:pt x="591" y="494"/>
                </a:cubicBezTo>
                <a:cubicBezTo>
                  <a:pt x="595" y="497"/>
                  <a:pt x="601" y="498"/>
                  <a:pt x="605" y="497"/>
                </a:cubicBezTo>
                <a:cubicBezTo>
                  <a:pt x="605" y="497"/>
                  <a:pt x="609" y="496"/>
                  <a:pt x="615" y="493"/>
                </a:cubicBezTo>
                <a:cubicBezTo>
                  <a:pt x="613" y="516"/>
                  <a:pt x="608" y="535"/>
                  <a:pt x="600" y="553"/>
                </a:cubicBezTo>
                <a:cubicBezTo>
                  <a:pt x="584" y="582"/>
                  <a:pt x="560" y="604"/>
                  <a:pt x="528" y="621"/>
                </a:cubicBezTo>
                <a:cubicBezTo>
                  <a:pt x="501" y="634"/>
                  <a:pt x="469" y="641"/>
                  <a:pt x="436" y="643"/>
                </a:cubicBezTo>
                <a:cubicBezTo>
                  <a:pt x="431" y="626"/>
                  <a:pt x="414" y="615"/>
                  <a:pt x="395" y="615"/>
                </a:cubicBezTo>
                <a:cubicBezTo>
                  <a:pt x="307" y="615"/>
                  <a:pt x="307" y="615"/>
                  <a:pt x="307" y="615"/>
                </a:cubicBezTo>
                <a:cubicBezTo>
                  <a:pt x="284" y="615"/>
                  <a:pt x="263" y="634"/>
                  <a:pt x="263" y="659"/>
                </a:cubicBezTo>
                <a:cubicBezTo>
                  <a:pt x="263" y="682"/>
                  <a:pt x="284" y="703"/>
                  <a:pt x="307" y="703"/>
                </a:cubicBezTo>
                <a:cubicBezTo>
                  <a:pt x="395" y="703"/>
                  <a:pt x="395" y="703"/>
                  <a:pt x="395" y="703"/>
                </a:cubicBezTo>
                <a:cubicBezTo>
                  <a:pt x="414" y="703"/>
                  <a:pt x="431" y="689"/>
                  <a:pt x="438" y="673"/>
                </a:cubicBezTo>
                <a:cubicBezTo>
                  <a:pt x="487" y="670"/>
                  <a:pt x="536" y="655"/>
                  <a:pt x="575" y="626"/>
                </a:cubicBezTo>
                <a:cubicBezTo>
                  <a:pt x="595" y="610"/>
                  <a:pt x="613" y="590"/>
                  <a:pt x="626" y="566"/>
                </a:cubicBezTo>
                <a:cubicBezTo>
                  <a:pt x="638" y="542"/>
                  <a:pt x="645" y="513"/>
                  <a:pt x="645" y="483"/>
                </a:cubicBezTo>
                <a:cubicBezTo>
                  <a:pt x="645" y="482"/>
                  <a:pt x="645" y="482"/>
                  <a:pt x="645" y="482"/>
                </a:cubicBezTo>
                <a:cubicBezTo>
                  <a:pt x="646" y="481"/>
                  <a:pt x="649" y="479"/>
                  <a:pt x="650" y="479"/>
                </a:cubicBezTo>
                <a:cubicBezTo>
                  <a:pt x="663" y="474"/>
                  <a:pt x="675" y="467"/>
                  <a:pt x="685" y="459"/>
                </a:cubicBezTo>
                <a:cubicBezTo>
                  <a:pt x="689" y="455"/>
                  <a:pt x="693" y="449"/>
                  <a:pt x="697" y="444"/>
                </a:cubicBezTo>
                <a:cubicBezTo>
                  <a:pt x="701" y="438"/>
                  <a:pt x="702" y="431"/>
                  <a:pt x="702" y="424"/>
                </a:cubicBezTo>
                <a:cubicBezTo>
                  <a:pt x="702" y="336"/>
                  <a:pt x="702" y="336"/>
                  <a:pt x="702" y="336"/>
                </a:cubicBezTo>
                <a:cubicBezTo>
                  <a:pt x="704" y="319"/>
                  <a:pt x="696" y="302"/>
                  <a:pt x="685" y="293"/>
                </a:cubicBezTo>
                <a:cubicBezTo>
                  <a:pt x="670" y="276"/>
                  <a:pt x="648" y="271"/>
                  <a:pt x="631" y="266"/>
                </a:cubicBezTo>
                <a:cubicBezTo>
                  <a:pt x="626" y="265"/>
                  <a:pt x="620" y="265"/>
                  <a:pt x="615" y="264"/>
                </a:cubicBezTo>
                <a:lnTo>
                  <a:pt x="615" y="264"/>
                </a:lnTo>
                <a:cubicBezTo>
                  <a:pt x="615" y="118"/>
                  <a:pt x="497" y="0"/>
                  <a:pt x="351" y="0"/>
                </a:cubicBezTo>
                <a:cubicBezTo>
                  <a:pt x="206" y="0"/>
                  <a:pt x="88" y="118"/>
                  <a:pt x="88" y="264"/>
                </a:cubicBezTo>
                <a:lnTo>
                  <a:pt x="88" y="264"/>
                </a:lnTo>
                <a:cubicBezTo>
                  <a:pt x="79" y="265"/>
                  <a:pt x="67" y="266"/>
                  <a:pt x="55" y="271"/>
                </a:cubicBezTo>
                <a:cubicBezTo>
                  <a:pt x="42" y="275"/>
                  <a:pt x="28" y="282"/>
                  <a:pt x="19" y="293"/>
                </a:cubicBezTo>
                <a:cubicBezTo>
                  <a:pt x="8" y="302"/>
                  <a:pt x="0" y="319"/>
                  <a:pt x="0" y="336"/>
                </a:cubicBezTo>
                <a:cubicBezTo>
                  <a:pt x="0" y="424"/>
                  <a:pt x="0" y="424"/>
                  <a:pt x="0" y="424"/>
                </a:cubicBezTo>
                <a:cubicBezTo>
                  <a:pt x="0" y="431"/>
                  <a:pt x="2" y="438"/>
                  <a:pt x="7" y="444"/>
                </a:cubicBezTo>
                <a:cubicBezTo>
                  <a:pt x="12" y="453"/>
                  <a:pt x="22" y="460"/>
                  <a:pt x="31" y="467"/>
                </a:cubicBezTo>
                <a:cubicBezTo>
                  <a:pt x="45" y="476"/>
                  <a:pt x="61" y="483"/>
                  <a:pt x="75" y="489"/>
                </a:cubicBezTo>
                <a:cubicBezTo>
                  <a:pt x="89" y="494"/>
                  <a:pt x="98" y="497"/>
                  <a:pt x="98" y="497"/>
                </a:cubicBezTo>
                <a:close/>
                <a:moveTo>
                  <a:pt x="395" y="673"/>
                </a:moveTo>
                <a:lnTo>
                  <a:pt x="395" y="673"/>
                </a:lnTo>
                <a:cubicBezTo>
                  <a:pt x="307" y="673"/>
                  <a:pt x="307" y="673"/>
                  <a:pt x="307" y="673"/>
                </a:cubicBezTo>
                <a:cubicBezTo>
                  <a:pt x="300" y="673"/>
                  <a:pt x="293" y="666"/>
                  <a:pt x="293" y="659"/>
                </a:cubicBezTo>
                <a:cubicBezTo>
                  <a:pt x="293" y="651"/>
                  <a:pt x="300" y="644"/>
                  <a:pt x="307" y="644"/>
                </a:cubicBezTo>
                <a:cubicBezTo>
                  <a:pt x="395" y="644"/>
                  <a:pt x="395" y="644"/>
                  <a:pt x="395" y="644"/>
                </a:cubicBezTo>
                <a:cubicBezTo>
                  <a:pt x="403" y="644"/>
                  <a:pt x="410" y="651"/>
                  <a:pt x="410" y="659"/>
                </a:cubicBezTo>
                <a:cubicBezTo>
                  <a:pt x="410" y="666"/>
                  <a:pt x="403" y="673"/>
                  <a:pt x="395" y="673"/>
                </a:cubicBezTo>
                <a:close/>
                <a:moveTo>
                  <a:pt x="642" y="299"/>
                </a:moveTo>
                <a:lnTo>
                  <a:pt x="642" y="299"/>
                </a:lnTo>
                <a:cubicBezTo>
                  <a:pt x="650" y="302"/>
                  <a:pt x="660" y="308"/>
                  <a:pt x="665" y="313"/>
                </a:cubicBezTo>
                <a:cubicBezTo>
                  <a:pt x="671" y="319"/>
                  <a:pt x="674" y="325"/>
                  <a:pt x="674" y="336"/>
                </a:cubicBezTo>
                <a:cubicBezTo>
                  <a:pt x="674" y="424"/>
                  <a:pt x="674" y="424"/>
                  <a:pt x="674" y="424"/>
                </a:cubicBezTo>
                <a:cubicBezTo>
                  <a:pt x="674" y="424"/>
                  <a:pt x="674" y="426"/>
                  <a:pt x="672" y="428"/>
                </a:cubicBezTo>
                <a:cubicBezTo>
                  <a:pt x="670" y="431"/>
                  <a:pt x="664" y="437"/>
                  <a:pt x="656" y="442"/>
                </a:cubicBezTo>
                <a:cubicBezTo>
                  <a:pt x="645" y="450"/>
                  <a:pt x="630" y="457"/>
                  <a:pt x="617" y="461"/>
                </a:cubicBezTo>
                <a:cubicBezTo>
                  <a:pt x="616" y="461"/>
                  <a:pt x="616" y="461"/>
                  <a:pt x="615" y="463"/>
                </a:cubicBezTo>
                <a:cubicBezTo>
                  <a:pt x="615" y="294"/>
                  <a:pt x="615" y="294"/>
                  <a:pt x="615" y="294"/>
                </a:cubicBezTo>
                <a:cubicBezTo>
                  <a:pt x="623" y="294"/>
                  <a:pt x="632" y="297"/>
                  <a:pt x="642" y="299"/>
                </a:cubicBezTo>
                <a:close/>
                <a:moveTo>
                  <a:pt x="37" y="435"/>
                </a:moveTo>
                <a:lnTo>
                  <a:pt x="37" y="435"/>
                </a:lnTo>
                <a:cubicBezTo>
                  <a:pt x="34" y="433"/>
                  <a:pt x="33" y="430"/>
                  <a:pt x="31" y="428"/>
                </a:cubicBezTo>
                <a:cubicBezTo>
                  <a:pt x="30" y="426"/>
                  <a:pt x="30" y="424"/>
                  <a:pt x="30" y="424"/>
                </a:cubicBezTo>
                <a:cubicBezTo>
                  <a:pt x="30" y="336"/>
                  <a:pt x="30" y="336"/>
                  <a:pt x="30" y="336"/>
                </a:cubicBezTo>
                <a:cubicBezTo>
                  <a:pt x="30" y="325"/>
                  <a:pt x="33" y="319"/>
                  <a:pt x="39" y="313"/>
                </a:cubicBezTo>
                <a:cubicBezTo>
                  <a:pt x="48" y="303"/>
                  <a:pt x="64" y="298"/>
                  <a:pt x="78" y="295"/>
                </a:cubicBezTo>
                <a:cubicBezTo>
                  <a:pt x="82" y="294"/>
                  <a:pt x="85" y="294"/>
                  <a:pt x="88" y="294"/>
                </a:cubicBezTo>
                <a:cubicBezTo>
                  <a:pt x="88" y="463"/>
                  <a:pt x="88" y="463"/>
                  <a:pt x="88" y="463"/>
                </a:cubicBezTo>
                <a:cubicBezTo>
                  <a:pt x="81" y="459"/>
                  <a:pt x="71" y="455"/>
                  <a:pt x="61" y="450"/>
                </a:cubicBezTo>
                <a:cubicBezTo>
                  <a:pt x="52" y="446"/>
                  <a:pt x="42" y="439"/>
                  <a:pt x="37" y="435"/>
                </a:cubicBezTo>
                <a:close/>
              </a:path>
            </a:pathLst>
          </a:custGeom>
          <a:solidFill>
            <a:schemeClr val="accent4"/>
          </a:solidFill>
          <a:ln>
            <a:noFill/>
          </a:ln>
          <a:effectLst/>
        </p:spPr>
        <p:txBody>
          <a:bodyPr wrap="none" anchor="ctr"/>
          <a:lstStyle/>
          <a:p>
            <a:endParaRPr lang="da-DK"/>
          </a:p>
        </p:txBody>
      </p:sp>
      <p:sp>
        <p:nvSpPr>
          <p:cNvPr id="624" name="Freeform 518">
            <a:extLst>
              <a:ext uri="{FF2B5EF4-FFF2-40B4-BE49-F238E27FC236}">
                <a16:creationId xmlns:a16="http://schemas.microsoft.com/office/drawing/2014/main" id="{79B54E22-A5B4-5055-61B4-B6F7526DC7A3}"/>
              </a:ext>
            </a:extLst>
          </p:cNvPr>
          <p:cNvSpPr>
            <a:spLocks noChangeArrowheads="1"/>
          </p:cNvSpPr>
          <p:nvPr/>
        </p:nvSpPr>
        <p:spPr bwMode="auto">
          <a:xfrm>
            <a:off x="5265861" y="4165228"/>
            <a:ext cx="254000" cy="254000"/>
          </a:xfrm>
          <a:custGeom>
            <a:avLst/>
            <a:gdLst>
              <a:gd name="T0" fmla="*/ 0 w 704"/>
              <a:gd name="T1" fmla="*/ 368 h 704"/>
              <a:gd name="T2" fmla="*/ 703 w 704"/>
              <a:gd name="T3" fmla="*/ 368 h 704"/>
              <a:gd name="T4" fmla="*/ 703 w 704"/>
              <a:gd name="T5" fmla="*/ 364 h 704"/>
              <a:gd name="T6" fmla="*/ 352 w 704"/>
              <a:gd name="T7" fmla="*/ 0 h 704"/>
              <a:gd name="T8" fmla="*/ 0 w 704"/>
              <a:gd name="T9" fmla="*/ 364 h 704"/>
              <a:gd name="T10" fmla="*/ 0 w 704"/>
              <a:gd name="T11" fmla="*/ 368 h 704"/>
              <a:gd name="T12" fmla="*/ 224 w 704"/>
              <a:gd name="T13" fmla="*/ 225 h 704"/>
              <a:gd name="T14" fmla="*/ 481 w 704"/>
              <a:gd name="T15" fmla="*/ 225 h 704"/>
              <a:gd name="T16" fmla="*/ 205 w 704"/>
              <a:gd name="T17" fmla="*/ 352 h 704"/>
              <a:gd name="T18" fmla="*/ 339 w 704"/>
              <a:gd name="T19" fmla="*/ 34 h 704"/>
              <a:gd name="T20" fmla="*/ 352 w 704"/>
              <a:gd name="T21" fmla="*/ 29 h 704"/>
              <a:gd name="T22" fmla="*/ 404 w 704"/>
              <a:gd name="T23" fmla="*/ 73 h 704"/>
              <a:gd name="T24" fmla="*/ 471 w 704"/>
              <a:gd name="T25" fmla="*/ 196 h 704"/>
              <a:gd name="T26" fmla="*/ 232 w 704"/>
              <a:gd name="T27" fmla="*/ 196 h 704"/>
              <a:gd name="T28" fmla="*/ 319 w 704"/>
              <a:gd name="T29" fmla="*/ 51 h 704"/>
              <a:gd name="T30" fmla="*/ 626 w 704"/>
              <a:gd name="T31" fmla="*/ 520 h 704"/>
              <a:gd name="T32" fmla="*/ 619 w 704"/>
              <a:gd name="T33" fmla="*/ 519 h 704"/>
              <a:gd name="T34" fmla="*/ 503 w 704"/>
              <a:gd name="T35" fmla="*/ 503 h 704"/>
              <a:gd name="T36" fmla="*/ 673 w 704"/>
              <a:gd name="T37" fmla="*/ 380 h 704"/>
              <a:gd name="T38" fmla="*/ 497 w 704"/>
              <a:gd name="T39" fmla="*/ 380 h 704"/>
              <a:gd name="T40" fmla="*/ 472 w 704"/>
              <a:gd name="T41" fmla="*/ 500 h 704"/>
              <a:gd name="T42" fmla="*/ 231 w 704"/>
              <a:gd name="T43" fmla="*/ 500 h 704"/>
              <a:gd name="T44" fmla="*/ 497 w 704"/>
              <a:gd name="T45" fmla="*/ 380 h 704"/>
              <a:gd name="T46" fmla="*/ 364 w 704"/>
              <a:gd name="T47" fmla="*/ 669 h 704"/>
              <a:gd name="T48" fmla="*/ 339 w 704"/>
              <a:gd name="T49" fmla="*/ 669 h 704"/>
              <a:gd name="T50" fmla="*/ 242 w 704"/>
              <a:gd name="T51" fmla="*/ 529 h 704"/>
              <a:gd name="T52" fmla="*/ 461 w 704"/>
              <a:gd name="T53" fmla="*/ 529 h 704"/>
              <a:gd name="T54" fmla="*/ 385 w 704"/>
              <a:gd name="T55" fmla="*/ 651 h 704"/>
              <a:gd name="T56" fmla="*/ 201 w 704"/>
              <a:gd name="T57" fmla="*/ 503 h 704"/>
              <a:gd name="T58" fmla="*/ 176 w 704"/>
              <a:gd name="T59" fmla="*/ 504 h 704"/>
              <a:gd name="T60" fmla="*/ 84 w 704"/>
              <a:gd name="T61" fmla="*/ 519 h 704"/>
              <a:gd name="T62" fmla="*/ 30 w 704"/>
              <a:gd name="T63" fmla="*/ 380 h 704"/>
              <a:gd name="T64" fmla="*/ 201 w 704"/>
              <a:gd name="T65" fmla="*/ 503 h 704"/>
              <a:gd name="T66" fmla="*/ 95 w 704"/>
              <a:gd name="T67" fmla="*/ 546 h 704"/>
              <a:gd name="T68" fmla="*/ 212 w 704"/>
              <a:gd name="T69" fmla="*/ 531 h 704"/>
              <a:gd name="T70" fmla="*/ 294 w 704"/>
              <a:gd name="T71" fmla="*/ 669 h 704"/>
              <a:gd name="T72" fmla="*/ 95 w 704"/>
              <a:gd name="T73" fmla="*/ 546 h 704"/>
              <a:gd name="T74" fmla="*/ 579 w 704"/>
              <a:gd name="T75" fmla="*/ 579 h 704"/>
              <a:gd name="T76" fmla="*/ 427 w 704"/>
              <a:gd name="T77" fmla="*/ 648 h 704"/>
              <a:gd name="T78" fmla="*/ 526 w 704"/>
              <a:gd name="T79" fmla="*/ 533 h 704"/>
              <a:gd name="T80" fmla="*/ 608 w 704"/>
              <a:gd name="T81" fmla="*/ 546 h 704"/>
              <a:gd name="T82" fmla="*/ 527 w 704"/>
              <a:gd name="T83" fmla="*/ 352 h 704"/>
              <a:gd name="T84" fmla="*/ 509 w 704"/>
              <a:gd name="T85" fmla="*/ 222 h 704"/>
              <a:gd name="T86" fmla="*/ 607 w 704"/>
              <a:gd name="T87" fmla="*/ 211 h 704"/>
              <a:gd name="T88" fmla="*/ 638 w 704"/>
              <a:gd name="T89" fmla="*/ 203 h 704"/>
              <a:gd name="T90" fmla="*/ 527 w 704"/>
              <a:gd name="T91" fmla="*/ 352 h 704"/>
              <a:gd name="T92" fmla="*/ 623 w 704"/>
              <a:gd name="T93" fmla="*/ 177 h 704"/>
              <a:gd name="T94" fmla="*/ 501 w 704"/>
              <a:gd name="T95" fmla="*/ 195 h 704"/>
              <a:gd name="T96" fmla="*/ 409 w 704"/>
              <a:gd name="T97" fmla="*/ 34 h 704"/>
              <a:gd name="T98" fmla="*/ 623 w 704"/>
              <a:gd name="T99" fmla="*/ 177 h 704"/>
              <a:gd name="T100" fmla="*/ 124 w 704"/>
              <a:gd name="T101" fmla="*/ 124 h 704"/>
              <a:gd name="T102" fmla="*/ 276 w 704"/>
              <a:gd name="T103" fmla="*/ 54 h 704"/>
              <a:gd name="T104" fmla="*/ 202 w 704"/>
              <a:gd name="T105" fmla="*/ 195 h 704"/>
              <a:gd name="T106" fmla="*/ 102 w 704"/>
              <a:gd name="T107" fmla="*/ 183 h 704"/>
              <a:gd name="T108" fmla="*/ 124 w 704"/>
              <a:gd name="T109" fmla="*/ 124 h 704"/>
              <a:gd name="T110" fmla="*/ 66 w 704"/>
              <a:gd name="T111" fmla="*/ 203 h 704"/>
              <a:gd name="T112" fmla="*/ 120 w 704"/>
              <a:gd name="T113" fmla="*/ 216 h 704"/>
              <a:gd name="T114" fmla="*/ 176 w 704"/>
              <a:gd name="T115" fmla="*/ 352 h 704"/>
              <a:gd name="T116" fmla="*/ 66 w 704"/>
              <a:gd name="T117" fmla="*/ 203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04" h="704">
                <a:moveTo>
                  <a:pt x="0" y="368"/>
                </a:moveTo>
                <a:lnTo>
                  <a:pt x="0" y="368"/>
                </a:lnTo>
                <a:cubicBezTo>
                  <a:pt x="10" y="555"/>
                  <a:pt x="164" y="703"/>
                  <a:pt x="352" y="703"/>
                </a:cubicBezTo>
                <a:cubicBezTo>
                  <a:pt x="540" y="703"/>
                  <a:pt x="693" y="555"/>
                  <a:pt x="703" y="368"/>
                </a:cubicBezTo>
                <a:cubicBezTo>
                  <a:pt x="703" y="367"/>
                  <a:pt x="703" y="367"/>
                  <a:pt x="703" y="365"/>
                </a:cubicBezTo>
                <a:cubicBezTo>
                  <a:pt x="703" y="365"/>
                  <a:pt x="703" y="365"/>
                  <a:pt x="703" y="364"/>
                </a:cubicBezTo>
                <a:cubicBezTo>
                  <a:pt x="703" y="360"/>
                  <a:pt x="703" y="356"/>
                  <a:pt x="703" y="352"/>
                </a:cubicBezTo>
                <a:cubicBezTo>
                  <a:pt x="703" y="157"/>
                  <a:pt x="545" y="0"/>
                  <a:pt x="352" y="0"/>
                </a:cubicBezTo>
                <a:cubicBezTo>
                  <a:pt x="158" y="0"/>
                  <a:pt x="0" y="157"/>
                  <a:pt x="0" y="352"/>
                </a:cubicBezTo>
                <a:cubicBezTo>
                  <a:pt x="0" y="356"/>
                  <a:pt x="0" y="360"/>
                  <a:pt x="0" y="364"/>
                </a:cubicBezTo>
                <a:cubicBezTo>
                  <a:pt x="0" y="365"/>
                  <a:pt x="0" y="365"/>
                  <a:pt x="0" y="365"/>
                </a:cubicBezTo>
                <a:cubicBezTo>
                  <a:pt x="0" y="367"/>
                  <a:pt x="0" y="367"/>
                  <a:pt x="0" y="368"/>
                </a:cubicBezTo>
                <a:close/>
                <a:moveTo>
                  <a:pt x="224" y="225"/>
                </a:moveTo>
                <a:lnTo>
                  <a:pt x="224" y="225"/>
                </a:lnTo>
                <a:cubicBezTo>
                  <a:pt x="264" y="227"/>
                  <a:pt x="308" y="228"/>
                  <a:pt x="352" y="228"/>
                </a:cubicBezTo>
                <a:cubicBezTo>
                  <a:pt x="396" y="228"/>
                  <a:pt x="439" y="227"/>
                  <a:pt x="481" y="225"/>
                </a:cubicBezTo>
                <a:cubicBezTo>
                  <a:pt x="492" y="264"/>
                  <a:pt x="498" y="306"/>
                  <a:pt x="498" y="352"/>
                </a:cubicBezTo>
                <a:cubicBezTo>
                  <a:pt x="205" y="352"/>
                  <a:pt x="205" y="352"/>
                  <a:pt x="205" y="352"/>
                </a:cubicBezTo>
                <a:cubicBezTo>
                  <a:pt x="205" y="306"/>
                  <a:pt x="213" y="264"/>
                  <a:pt x="224" y="225"/>
                </a:cubicBezTo>
                <a:close/>
                <a:moveTo>
                  <a:pt x="339" y="34"/>
                </a:moveTo>
                <a:lnTo>
                  <a:pt x="339" y="34"/>
                </a:lnTo>
                <a:cubicBezTo>
                  <a:pt x="346" y="30"/>
                  <a:pt x="350" y="29"/>
                  <a:pt x="352" y="29"/>
                </a:cubicBezTo>
                <a:cubicBezTo>
                  <a:pt x="353" y="29"/>
                  <a:pt x="357" y="30"/>
                  <a:pt x="364" y="34"/>
                </a:cubicBezTo>
                <a:cubicBezTo>
                  <a:pt x="375" y="40"/>
                  <a:pt x="389" y="54"/>
                  <a:pt x="404" y="73"/>
                </a:cubicBezTo>
                <a:cubicBezTo>
                  <a:pt x="426" y="100"/>
                  <a:pt x="450" y="140"/>
                  <a:pt x="468" y="188"/>
                </a:cubicBezTo>
                <a:cubicBezTo>
                  <a:pt x="468" y="191"/>
                  <a:pt x="470" y="194"/>
                  <a:pt x="471" y="196"/>
                </a:cubicBezTo>
                <a:cubicBezTo>
                  <a:pt x="433" y="198"/>
                  <a:pt x="393" y="199"/>
                  <a:pt x="352" y="199"/>
                </a:cubicBezTo>
                <a:cubicBezTo>
                  <a:pt x="310" y="199"/>
                  <a:pt x="271" y="198"/>
                  <a:pt x="232" y="196"/>
                </a:cubicBezTo>
                <a:cubicBezTo>
                  <a:pt x="243" y="168"/>
                  <a:pt x="254" y="143"/>
                  <a:pt x="268" y="121"/>
                </a:cubicBezTo>
                <a:cubicBezTo>
                  <a:pt x="284" y="91"/>
                  <a:pt x="302" y="67"/>
                  <a:pt x="319" y="51"/>
                </a:cubicBezTo>
                <a:cubicBezTo>
                  <a:pt x="327" y="44"/>
                  <a:pt x="334" y="37"/>
                  <a:pt x="339" y="34"/>
                </a:cubicBezTo>
                <a:close/>
                <a:moveTo>
                  <a:pt x="626" y="520"/>
                </a:moveTo>
                <a:lnTo>
                  <a:pt x="626" y="520"/>
                </a:lnTo>
                <a:cubicBezTo>
                  <a:pt x="623" y="520"/>
                  <a:pt x="622" y="519"/>
                  <a:pt x="619" y="519"/>
                </a:cubicBezTo>
                <a:cubicBezTo>
                  <a:pt x="595" y="511"/>
                  <a:pt x="555" y="507"/>
                  <a:pt x="508" y="503"/>
                </a:cubicBezTo>
                <a:cubicBezTo>
                  <a:pt x="507" y="503"/>
                  <a:pt x="505" y="503"/>
                  <a:pt x="503" y="503"/>
                </a:cubicBezTo>
                <a:cubicBezTo>
                  <a:pt x="515" y="465"/>
                  <a:pt x="523" y="424"/>
                  <a:pt x="526" y="380"/>
                </a:cubicBezTo>
                <a:cubicBezTo>
                  <a:pt x="673" y="380"/>
                  <a:pt x="673" y="380"/>
                  <a:pt x="673" y="380"/>
                </a:cubicBezTo>
                <a:cubicBezTo>
                  <a:pt x="667" y="431"/>
                  <a:pt x="651" y="479"/>
                  <a:pt x="626" y="520"/>
                </a:cubicBezTo>
                <a:close/>
                <a:moveTo>
                  <a:pt x="497" y="380"/>
                </a:moveTo>
                <a:lnTo>
                  <a:pt x="497" y="380"/>
                </a:lnTo>
                <a:cubicBezTo>
                  <a:pt x="494" y="423"/>
                  <a:pt x="485" y="464"/>
                  <a:pt x="472" y="500"/>
                </a:cubicBezTo>
                <a:cubicBezTo>
                  <a:pt x="434" y="498"/>
                  <a:pt x="393" y="497"/>
                  <a:pt x="352" y="497"/>
                </a:cubicBezTo>
                <a:cubicBezTo>
                  <a:pt x="310" y="497"/>
                  <a:pt x="269" y="498"/>
                  <a:pt x="231" y="500"/>
                </a:cubicBezTo>
                <a:cubicBezTo>
                  <a:pt x="218" y="464"/>
                  <a:pt x="209" y="423"/>
                  <a:pt x="206" y="380"/>
                </a:cubicBezTo>
                <a:lnTo>
                  <a:pt x="497" y="380"/>
                </a:lnTo>
                <a:close/>
                <a:moveTo>
                  <a:pt x="364" y="669"/>
                </a:moveTo>
                <a:lnTo>
                  <a:pt x="364" y="669"/>
                </a:lnTo>
                <a:cubicBezTo>
                  <a:pt x="357" y="673"/>
                  <a:pt x="353" y="674"/>
                  <a:pt x="352" y="673"/>
                </a:cubicBezTo>
                <a:cubicBezTo>
                  <a:pt x="350" y="674"/>
                  <a:pt x="346" y="673"/>
                  <a:pt x="339" y="669"/>
                </a:cubicBezTo>
                <a:cubicBezTo>
                  <a:pt x="330" y="662"/>
                  <a:pt x="315" y="649"/>
                  <a:pt x="299" y="630"/>
                </a:cubicBezTo>
                <a:cubicBezTo>
                  <a:pt x="280" y="605"/>
                  <a:pt x="258" y="570"/>
                  <a:pt x="242" y="529"/>
                </a:cubicBezTo>
                <a:cubicBezTo>
                  <a:pt x="276" y="527"/>
                  <a:pt x="315" y="526"/>
                  <a:pt x="352" y="526"/>
                </a:cubicBezTo>
                <a:cubicBezTo>
                  <a:pt x="389" y="526"/>
                  <a:pt x="427" y="527"/>
                  <a:pt x="461" y="529"/>
                </a:cubicBezTo>
                <a:cubicBezTo>
                  <a:pt x="455" y="548"/>
                  <a:pt x="445" y="566"/>
                  <a:pt x="437" y="582"/>
                </a:cubicBezTo>
                <a:cubicBezTo>
                  <a:pt x="419" y="611"/>
                  <a:pt x="401" y="636"/>
                  <a:pt x="385" y="651"/>
                </a:cubicBezTo>
                <a:cubicBezTo>
                  <a:pt x="378" y="659"/>
                  <a:pt x="369" y="664"/>
                  <a:pt x="364" y="669"/>
                </a:cubicBezTo>
                <a:close/>
                <a:moveTo>
                  <a:pt x="201" y="503"/>
                </a:moveTo>
                <a:lnTo>
                  <a:pt x="201" y="503"/>
                </a:lnTo>
                <a:cubicBezTo>
                  <a:pt x="192" y="503"/>
                  <a:pt x="184" y="504"/>
                  <a:pt x="176" y="504"/>
                </a:cubicBezTo>
                <a:cubicBezTo>
                  <a:pt x="150" y="507"/>
                  <a:pt x="128" y="509"/>
                  <a:pt x="109" y="512"/>
                </a:cubicBezTo>
                <a:cubicBezTo>
                  <a:pt x="99" y="515"/>
                  <a:pt x="91" y="516"/>
                  <a:pt x="84" y="519"/>
                </a:cubicBezTo>
                <a:cubicBezTo>
                  <a:pt x="81" y="519"/>
                  <a:pt x="80" y="520"/>
                  <a:pt x="78" y="520"/>
                </a:cubicBezTo>
                <a:cubicBezTo>
                  <a:pt x="52" y="479"/>
                  <a:pt x="36" y="431"/>
                  <a:pt x="30" y="380"/>
                </a:cubicBezTo>
                <a:cubicBezTo>
                  <a:pt x="177" y="380"/>
                  <a:pt x="177" y="380"/>
                  <a:pt x="177" y="380"/>
                </a:cubicBezTo>
                <a:cubicBezTo>
                  <a:pt x="180" y="424"/>
                  <a:pt x="188" y="464"/>
                  <a:pt x="201" y="503"/>
                </a:cubicBezTo>
                <a:close/>
                <a:moveTo>
                  <a:pt x="95" y="546"/>
                </a:moveTo>
                <a:lnTo>
                  <a:pt x="95" y="546"/>
                </a:lnTo>
                <a:cubicBezTo>
                  <a:pt x="117" y="540"/>
                  <a:pt x="154" y="535"/>
                  <a:pt x="198" y="531"/>
                </a:cubicBezTo>
                <a:cubicBezTo>
                  <a:pt x="202" y="531"/>
                  <a:pt x="206" y="531"/>
                  <a:pt x="212" y="531"/>
                </a:cubicBezTo>
                <a:cubicBezTo>
                  <a:pt x="220" y="555"/>
                  <a:pt x="231" y="577"/>
                  <a:pt x="242" y="597"/>
                </a:cubicBezTo>
                <a:cubicBezTo>
                  <a:pt x="258" y="626"/>
                  <a:pt x="277" y="651"/>
                  <a:pt x="294" y="669"/>
                </a:cubicBezTo>
                <a:cubicBezTo>
                  <a:pt x="228" y="656"/>
                  <a:pt x="169" y="625"/>
                  <a:pt x="124" y="579"/>
                </a:cubicBezTo>
                <a:cubicBezTo>
                  <a:pt x="114" y="568"/>
                  <a:pt x="105" y="557"/>
                  <a:pt x="95" y="546"/>
                </a:cubicBezTo>
                <a:close/>
                <a:moveTo>
                  <a:pt x="579" y="579"/>
                </a:moveTo>
                <a:lnTo>
                  <a:pt x="579" y="579"/>
                </a:lnTo>
                <a:cubicBezTo>
                  <a:pt x="534" y="625"/>
                  <a:pt x="475" y="656"/>
                  <a:pt x="409" y="669"/>
                </a:cubicBezTo>
                <a:cubicBezTo>
                  <a:pt x="415" y="662"/>
                  <a:pt x="420" y="656"/>
                  <a:pt x="427" y="648"/>
                </a:cubicBezTo>
                <a:cubicBezTo>
                  <a:pt x="450" y="619"/>
                  <a:pt x="474" y="578"/>
                  <a:pt x="493" y="531"/>
                </a:cubicBezTo>
                <a:cubicBezTo>
                  <a:pt x="504" y="531"/>
                  <a:pt x="515" y="533"/>
                  <a:pt x="526" y="533"/>
                </a:cubicBezTo>
                <a:cubicBezTo>
                  <a:pt x="551" y="535"/>
                  <a:pt x="573" y="538"/>
                  <a:pt x="589" y="541"/>
                </a:cubicBezTo>
                <a:cubicBezTo>
                  <a:pt x="596" y="542"/>
                  <a:pt x="603" y="545"/>
                  <a:pt x="608" y="546"/>
                </a:cubicBezTo>
                <a:cubicBezTo>
                  <a:pt x="600" y="557"/>
                  <a:pt x="590" y="568"/>
                  <a:pt x="579" y="579"/>
                </a:cubicBezTo>
                <a:close/>
                <a:moveTo>
                  <a:pt x="527" y="352"/>
                </a:moveTo>
                <a:lnTo>
                  <a:pt x="527" y="352"/>
                </a:lnTo>
                <a:cubicBezTo>
                  <a:pt x="527" y="306"/>
                  <a:pt x="520" y="262"/>
                  <a:pt x="509" y="222"/>
                </a:cubicBezTo>
                <a:cubicBezTo>
                  <a:pt x="519" y="222"/>
                  <a:pt x="529" y="221"/>
                  <a:pt x="538" y="221"/>
                </a:cubicBezTo>
                <a:cubicBezTo>
                  <a:pt x="564" y="218"/>
                  <a:pt x="588" y="216"/>
                  <a:pt x="607" y="211"/>
                </a:cubicBezTo>
                <a:cubicBezTo>
                  <a:pt x="617" y="210"/>
                  <a:pt x="626" y="207"/>
                  <a:pt x="633" y="205"/>
                </a:cubicBezTo>
                <a:cubicBezTo>
                  <a:pt x="634" y="205"/>
                  <a:pt x="636" y="203"/>
                  <a:pt x="638" y="203"/>
                </a:cubicBezTo>
                <a:cubicBezTo>
                  <a:pt x="660" y="247"/>
                  <a:pt x="674" y="298"/>
                  <a:pt x="674" y="352"/>
                </a:cubicBezTo>
                <a:lnTo>
                  <a:pt x="527" y="352"/>
                </a:lnTo>
                <a:close/>
                <a:moveTo>
                  <a:pt x="623" y="177"/>
                </a:moveTo>
                <a:lnTo>
                  <a:pt x="623" y="177"/>
                </a:lnTo>
                <a:cubicBezTo>
                  <a:pt x="612" y="181"/>
                  <a:pt x="597" y="184"/>
                  <a:pt x="579" y="187"/>
                </a:cubicBezTo>
                <a:cubicBezTo>
                  <a:pt x="557" y="190"/>
                  <a:pt x="530" y="192"/>
                  <a:pt x="501" y="195"/>
                </a:cubicBezTo>
                <a:cubicBezTo>
                  <a:pt x="490" y="162"/>
                  <a:pt x="477" y="132"/>
                  <a:pt x="461" y="106"/>
                </a:cubicBezTo>
                <a:cubicBezTo>
                  <a:pt x="445" y="77"/>
                  <a:pt x="427" y="52"/>
                  <a:pt x="409" y="34"/>
                </a:cubicBezTo>
                <a:cubicBezTo>
                  <a:pt x="475" y="47"/>
                  <a:pt x="534" y="78"/>
                  <a:pt x="579" y="124"/>
                </a:cubicBezTo>
                <a:cubicBezTo>
                  <a:pt x="596" y="140"/>
                  <a:pt x="611" y="158"/>
                  <a:pt x="623" y="177"/>
                </a:cubicBezTo>
                <a:close/>
                <a:moveTo>
                  <a:pt x="124" y="124"/>
                </a:moveTo>
                <a:lnTo>
                  <a:pt x="124" y="124"/>
                </a:lnTo>
                <a:cubicBezTo>
                  <a:pt x="169" y="78"/>
                  <a:pt x="228" y="47"/>
                  <a:pt x="294" y="34"/>
                </a:cubicBezTo>
                <a:cubicBezTo>
                  <a:pt x="288" y="40"/>
                  <a:pt x="283" y="47"/>
                  <a:pt x="276" y="54"/>
                </a:cubicBezTo>
                <a:cubicBezTo>
                  <a:pt x="253" y="85"/>
                  <a:pt x="227" y="128"/>
                  <a:pt x="207" y="179"/>
                </a:cubicBezTo>
                <a:cubicBezTo>
                  <a:pt x="206" y="184"/>
                  <a:pt x="205" y="190"/>
                  <a:pt x="202" y="195"/>
                </a:cubicBezTo>
                <a:cubicBezTo>
                  <a:pt x="191" y="194"/>
                  <a:pt x="179" y="192"/>
                  <a:pt x="169" y="192"/>
                </a:cubicBezTo>
                <a:cubicBezTo>
                  <a:pt x="143" y="190"/>
                  <a:pt x="120" y="187"/>
                  <a:pt x="102" y="183"/>
                </a:cubicBezTo>
                <a:cubicBezTo>
                  <a:pt x="94" y="181"/>
                  <a:pt x="87" y="180"/>
                  <a:pt x="81" y="177"/>
                </a:cubicBezTo>
                <a:cubicBezTo>
                  <a:pt x="94" y="158"/>
                  <a:pt x="107" y="140"/>
                  <a:pt x="124" y="124"/>
                </a:cubicBezTo>
                <a:close/>
                <a:moveTo>
                  <a:pt x="66" y="203"/>
                </a:moveTo>
                <a:lnTo>
                  <a:pt x="66" y="203"/>
                </a:lnTo>
                <a:cubicBezTo>
                  <a:pt x="67" y="203"/>
                  <a:pt x="69" y="205"/>
                  <a:pt x="70" y="205"/>
                </a:cubicBezTo>
                <a:cubicBezTo>
                  <a:pt x="84" y="209"/>
                  <a:pt x="100" y="213"/>
                  <a:pt x="120" y="216"/>
                </a:cubicBezTo>
                <a:cubicBezTo>
                  <a:pt x="142" y="218"/>
                  <a:pt x="166" y="221"/>
                  <a:pt x="194" y="224"/>
                </a:cubicBezTo>
                <a:cubicBezTo>
                  <a:pt x="183" y="262"/>
                  <a:pt x="176" y="306"/>
                  <a:pt x="176" y="352"/>
                </a:cubicBezTo>
                <a:cubicBezTo>
                  <a:pt x="29" y="352"/>
                  <a:pt x="29" y="352"/>
                  <a:pt x="29" y="352"/>
                </a:cubicBezTo>
                <a:cubicBezTo>
                  <a:pt x="29" y="298"/>
                  <a:pt x="43" y="247"/>
                  <a:pt x="66" y="203"/>
                </a:cubicBezTo>
                <a:close/>
              </a:path>
            </a:pathLst>
          </a:custGeom>
          <a:solidFill>
            <a:schemeClr val="accent4"/>
          </a:solidFill>
          <a:ln>
            <a:noFill/>
          </a:ln>
          <a:effectLst/>
        </p:spPr>
        <p:txBody>
          <a:bodyPr wrap="none" anchor="ctr"/>
          <a:lstStyle/>
          <a:p>
            <a:endParaRPr lang="da-DK"/>
          </a:p>
        </p:txBody>
      </p:sp>
      <p:grpSp>
        <p:nvGrpSpPr>
          <p:cNvPr id="625" name="Group 629">
            <a:extLst>
              <a:ext uri="{FF2B5EF4-FFF2-40B4-BE49-F238E27FC236}">
                <a16:creationId xmlns:a16="http://schemas.microsoft.com/office/drawing/2014/main" id="{32B6DF5A-B8EE-FD2F-67F8-7B48EC63A0C6}"/>
              </a:ext>
            </a:extLst>
          </p:cNvPr>
          <p:cNvGrpSpPr/>
          <p:nvPr/>
        </p:nvGrpSpPr>
        <p:grpSpPr>
          <a:xfrm>
            <a:off x="5813549" y="5157416"/>
            <a:ext cx="254000" cy="254000"/>
            <a:chOff x="4672013" y="5519738"/>
            <a:chExt cx="254000" cy="254000"/>
          </a:xfrm>
          <a:solidFill>
            <a:schemeClr val="accent4"/>
          </a:solidFill>
        </p:grpSpPr>
        <p:sp>
          <p:nvSpPr>
            <p:cNvPr id="626" name="Freeform 519">
              <a:extLst>
                <a:ext uri="{FF2B5EF4-FFF2-40B4-BE49-F238E27FC236}">
                  <a16:creationId xmlns:a16="http://schemas.microsoft.com/office/drawing/2014/main" id="{AFE8E210-0206-1C7F-397C-A9FD8E60C1C9}"/>
                </a:ext>
              </a:extLst>
            </p:cNvPr>
            <p:cNvSpPr>
              <a:spLocks noChangeArrowheads="1"/>
            </p:cNvSpPr>
            <p:nvPr/>
          </p:nvSpPr>
          <p:spPr bwMode="auto">
            <a:xfrm>
              <a:off x="4672013" y="5519738"/>
              <a:ext cx="254000" cy="254000"/>
            </a:xfrm>
            <a:custGeom>
              <a:avLst/>
              <a:gdLst>
                <a:gd name="T0" fmla="*/ 631 w 704"/>
                <a:gd name="T1" fmla="*/ 0 h 704"/>
                <a:gd name="T2" fmla="*/ 631 w 704"/>
                <a:gd name="T3" fmla="*/ 0 h 704"/>
                <a:gd name="T4" fmla="*/ 75 w 704"/>
                <a:gd name="T5" fmla="*/ 0 h 704"/>
                <a:gd name="T6" fmla="*/ 0 w 704"/>
                <a:gd name="T7" fmla="*/ 74 h 704"/>
                <a:gd name="T8" fmla="*/ 0 w 704"/>
                <a:gd name="T9" fmla="*/ 630 h 704"/>
                <a:gd name="T10" fmla="*/ 75 w 704"/>
                <a:gd name="T11" fmla="*/ 703 h 704"/>
                <a:gd name="T12" fmla="*/ 631 w 704"/>
                <a:gd name="T13" fmla="*/ 703 h 704"/>
                <a:gd name="T14" fmla="*/ 703 w 704"/>
                <a:gd name="T15" fmla="*/ 630 h 704"/>
                <a:gd name="T16" fmla="*/ 703 w 704"/>
                <a:gd name="T17" fmla="*/ 74 h 704"/>
                <a:gd name="T18" fmla="*/ 631 w 704"/>
                <a:gd name="T19" fmla="*/ 0 h 704"/>
                <a:gd name="T20" fmla="*/ 75 w 704"/>
                <a:gd name="T21" fmla="*/ 674 h 704"/>
                <a:gd name="T22" fmla="*/ 75 w 704"/>
                <a:gd name="T23" fmla="*/ 674 h 704"/>
                <a:gd name="T24" fmla="*/ 31 w 704"/>
                <a:gd name="T25" fmla="*/ 630 h 704"/>
                <a:gd name="T26" fmla="*/ 31 w 704"/>
                <a:gd name="T27" fmla="*/ 74 h 704"/>
                <a:gd name="T28" fmla="*/ 35 w 704"/>
                <a:gd name="T29" fmla="*/ 55 h 704"/>
                <a:gd name="T30" fmla="*/ 650 w 704"/>
                <a:gd name="T31" fmla="*/ 670 h 704"/>
                <a:gd name="T32" fmla="*/ 631 w 704"/>
                <a:gd name="T33" fmla="*/ 674 h 704"/>
                <a:gd name="T34" fmla="*/ 75 w 704"/>
                <a:gd name="T35" fmla="*/ 674 h 704"/>
                <a:gd name="T36" fmla="*/ 674 w 704"/>
                <a:gd name="T37" fmla="*/ 630 h 704"/>
                <a:gd name="T38" fmla="*/ 674 w 704"/>
                <a:gd name="T39" fmla="*/ 630 h 704"/>
                <a:gd name="T40" fmla="*/ 670 w 704"/>
                <a:gd name="T41" fmla="*/ 649 h 704"/>
                <a:gd name="T42" fmla="*/ 55 w 704"/>
                <a:gd name="T43" fmla="*/ 34 h 704"/>
                <a:gd name="T44" fmla="*/ 75 w 704"/>
                <a:gd name="T45" fmla="*/ 30 h 704"/>
                <a:gd name="T46" fmla="*/ 631 w 704"/>
                <a:gd name="T47" fmla="*/ 30 h 704"/>
                <a:gd name="T48" fmla="*/ 674 w 704"/>
                <a:gd name="T49" fmla="*/ 74 h 704"/>
                <a:gd name="T50" fmla="*/ 674 w 704"/>
                <a:gd name="T51" fmla="*/ 630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704" h="704">
                  <a:moveTo>
                    <a:pt x="631" y="0"/>
                  </a:moveTo>
                  <a:lnTo>
                    <a:pt x="631" y="0"/>
                  </a:lnTo>
                  <a:cubicBezTo>
                    <a:pt x="75" y="0"/>
                    <a:pt x="75" y="0"/>
                    <a:pt x="75" y="0"/>
                  </a:cubicBezTo>
                  <a:cubicBezTo>
                    <a:pt x="33" y="0"/>
                    <a:pt x="0" y="33"/>
                    <a:pt x="0" y="74"/>
                  </a:cubicBezTo>
                  <a:cubicBezTo>
                    <a:pt x="0" y="630"/>
                    <a:pt x="0" y="630"/>
                    <a:pt x="0" y="630"/>
                  </a:cubicBezTo>
                  <a:cubicBezTo>
                    <a:pt x="0" y="671"/>
                    <a:pt x="33" y="703"/>
                    <a:pt x="75" y="703"/>
                  </a:cubicBezTo>
                  <a:cubicBezTo>
                    <a:pt x="631" y="703"/>
                    <a:pt x="631" y="703"/>
                    <a:pt x="631" y="703"/>
                  </a:cubicBezTo>
                  <a:cubicBezTo>
                    <a:pt x="672" y="703"/>
                    <a:pt x="703" y="671"/>
                    <a:pt x="703" y="630"/>
                  </a:cubicBezTo>
                  <a:cubicBezTo>
                    <a:pt x="703" y="74"/>
                    <a:pt x="703" y="74"/>
                    <a:pt x="703" y="74"/>
                  </a:cubicBezTo>
                  <a:cubicBezTo>
                    <a:pt x="703" y="33"/>
                    <a:pt x="672" y="0"/>
                    <a:pt x="631" y="0"/>
                  </a:cubicBezTo>
                  <a:close/>
                  <a:moveTo>
                    <a:pt x="75" y="674"/>
                  </a:moveTo>
                  <a:lnTo>
                    <a:pt x="75" y="674"/>
                  </a:lnTo>
                  <a:cubicBezTo>
                    <a:pt x="50" y="674"/>
                    <a:pt x="31" y="655"/>
                    <a:pt x="31" y="630"/>
                  </a:cubicBezTo>
                  <a:cubicBezTo>
                    <a:pt x="31" y="74"/>
                    <a:pt x="31" y="74"/>
                    <a:pt x="31" y="74"/>
                  </a:cubicBezTo>
                  <a:cubicBezTo>
                    <a:pt x="31" y="67"/>
                    <a:pt x="32" y="60"/>
                    <a:pt x="35" y="55"/>
                  </a:cubicBezTo>
                  <a:cubicBezTo>
                    <a:pt x="650" y="670"/>
                    <a:pt x="650" y="670"/>
                    <a:pt x="650" y="670"/>
                  </a:cubicBezTo>
                  <a:cubicBezTo>
                    <a:pt x="644" y="673"/>
                    <a:pt x="637" y="674"/>
                    <a:pt x="631" y="674"/>
                  </a:cubicBezTo>
                  <a:lnTo>
                    <a:pt x="75" y="674"/>
                  </a:lnTo>
                  <a:close/>
                  <a:moveTo>
                    <a:pt x="674" y="630"/>
                  </a:moveTo>
                  <a:lnTo>
                    <a:pt x="674" y="630"/>
                  </a:lnTo>
                  <a:cubicBezTo>
                    <a:pt x="674" y="637"/>
                    <a:pt x="673" y="644"/>
                    <a:pt x="670" y="649"/>
                  </a:cubicBezTo>
                  <a:cubicBezTo>
                    <a:pt x="55" y="34"/>
                    <a:pt x="55" y="34"/>
                    <a:pt x="55" y="34"/>
                  </a:cubicBezTo>
                  <a:cubicBezTo>
                    <a:pt x="61" y="32"/>
                    <a:pt x="68" y="30"/>
                    <a:pt x="75" y="30"/>
                  </a:cubicBezTo>
                  <a:cubicBezTo>
                    <a:pt x="631" y="30"/>
                    <a:pt x="631" y="30"/>
                    <a:pt x="631" y="30"/>
                  </a:cubicBezTo>
                  <a:cubicBezTo>
                    <a:pt x="655" y="30"/>
                    <a:pt x="674" y="50"/>
                    <a:pt x="674" y="74"/>
                  </a:cubicBezTo>
                  <a:lnTo>
                    <a:pt x="674" y="6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7" name="Freeform 520">
              <a:extLst>
                <a:ext uri="{FF2B5EF4-FFF2-40B4-BE49-F238E27FC236}">
                  <a16:creationId xmlns:a16="http://schemas.microsoft.com/office/drawing/2014/main" id="{CA7DE7E0-58DA-D007-4C3A-82697F4EBFBA}"/>
                </a:ext>
              </a:extLst>
            </p:cNvPr>
            <p:cNvSpPr>
              <a:spLocks noChangeArrowheads="1"/>
            </p:cNvSpPr>
            <p:nvPr/>
          </p:nvSpPr>
          <p:spPr bwMode="auto">
            <a:xfrm>
              <a:off x="4819650" y="5562600"/>
              <a:ext cx="73025" cy="74613"/>
            </a:xfrm>
            <a:custGeom>
              <a:avLst/>
              <a:gdLst>
                <a:gd name="T0" fmla="*/ 191 w 205"/>
                <a:gd name="T1" fmla="*/ 88 h 206"/>
                <a:gd name="T2" fmla="*/ 191 w 205"/>
                <a:gd name="T3" fmla="*/ 88 h 206"/>
                <a:gd name="T4" fmla="*/ 117 w 205"/>
                <a:gd name="T5" fmla="*/ 88 h 206"/>
                <a:gd name="T6" fmla="*/ 117 w 205"/>
                <a:gd name="T7" fmla="*/ 14 h 206"/>
                <a:gd name="T8" fmla="*/ 103 w 205"/>
                <a:gd name="T9" fmla="*/ 0 h 206"/>
                <a:gd name="T10" fmla="*/ 88 w 205"/>
                <a:gd name="T11" fmla="*/ 14 h 206"/>
                <a:gd name="T12" fmla="*/ 88 w 205"/>
                <a:gd name="T13" fmla="*/ 88 h 206"/>
                <a:gd name="T14" fmla="*/ 15 w 205"/>
                <a:gd name="T15" fmla="*/ 88 h 206"/>
                <a:gd name="T16" fmla="*/ 0 w 205"/>
                <a:gd name="T17" fmla="*/ 102 h 206"/>
                <a:gd name="T18" fmla="*/ 15 w 205"/>
                <a:gd name="T19" fmla="*/ 117 h 206"/>
                <a:gd name="T20" fmla="*/ 88 w 205"/>
                <a:gd name="T21" fmla="*/ 117 h 206"/>
                <a:gd name="T22" fmla="*/ 88 w 205"/>
                <a:gd name="T23" fmla="*/ 190 h 206"/>
                <a:gd name="T24" fmla="*/ 103 w 205"/>
                <a:gd name="T25" fmla="*/ 205 h 206"/>
                <a:gd name="T26" fmla="*/ 117 w 205"/>
                <a:gd name="T27" fmla="*/ 190 h 206"/>
                <a:gd name="T28" fmla="*/ 117 w 205"/>
                <a:gd name="T29" fmla="*/ 117 h 206"/>
                <a:gd name="T30" fmla="*/ 191 w 205"/>
                <a:gd name="T31" fmla="*/ 117 h 206"/>
                <a:gd name="T32" fmla="*/ 204 w 205"/>
                <a:gd name="T33" fmla="*/ 102 h 206"/>
                <a:gd name="T34" fmla="*/ 191 w 205"/>
                <a:gd name="T35" fmla="*/ 88 h 2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05" h="206">
                  <a:moveTo>
                    <a:pt x="191" y="88"/>
                  </a:moveTo>
                  <a:lnTo>
                    <a:pt x="191" y="88"/>
                  </a:lnTo>
                  <a:cubicBezTo>
                    <a:pt x="117" y="88"/>
                    <a:pt x="117" y="88"/>
                    <a:pt x="117" y="88"/>
                  </a:cubicBezTo>
                  <a:cubicBezTo>
                    <a:pt x="117" y="14"/>
                    <a:pt x="117" y="14"/>
                    <a:pt x="117" y="14"/>
                  </a:cubicBezTo>
                  <a:cubicBezTo>
                    <a:pt x="117" y="7"/>
                    <a:pt x="111" y="0"/>
                    <a:pt x="103" y="0"/>
                  </a:cubicBezTo>
                  <a:cubicBezTo>
                    <a:pt x="95" y="0"/>
                    <a:pt x="88" y="7"/>
                    <a:pt x="88" y="14"/>
                  </a:cubicBezTo>
                  <a:cubicBezTo>
                    <a:pt x="88" y="88"/>
                    <a:pt x="88" y="88"/>
                    <a:pt x="88" y="88"/>
                  </a:cubicBezTo>
                  <a:cubicBezTo>
                    <a:pt x="15" y="88"/>
                    <a:pt x="15" y="88"/>
                    <a:pt x="15" y="88"/>
                  </a:cubicBezTo>
                  <a:cubicBezTo>
                    <a:pt x="7" y="88"/>
                    <a:pt x="0" y="95"/>
                    <a:pt x="0" y="102"/>
                  </a:cubicBezTo>
                  <a:cubicBezTo>
                    <a:pt x="0" y="110"/>
                    <a:pt x="7" y="117"/>
                    <a:pt x="15" y="117"/>
                  </a:cubicBezTo>
                  <a:cubicBezTo>
                    <a:pt x="88" y="117"/>
                    <a:pt x="88" y="117"/>
                    <a:pt x="88" y="117"/>
                  </a:cubicBezTo>
                  <a:cubicBezTo>
                    <a:pt x="88" y="190"/>
                    <a:pt x="88" y="190"/>
                    <a:pt x="88" y="190"/>
                  </a:cubicBezTo>
                  <a:cubicBezTo>
                    <a:pt x="88" y="198"/>
                    <a:pt x="95" y="205"/>
                    <a:pt x="103" y="205"/>
                  </a:cubicBezTo>
                  <a:cubicBezTo>
                    <a:pt x="111" y="205"/>
                    <a:pt x="117" y="198"/>
                    <a:pt x="117" y="190"/>
                  </a:cubicBezTo>
                  <a:cubicBezTo>
                    <a:pt x="117" y="117"/>
                    <a:pt x="117" y="117"/>
                    <a:pt x="117" y="117"/>
                  </a:cubicBezTo>
                  <a:cubicBezTo>
                    <a:pt x="191" y="117"/>
                    <a:pt x="191" y="117"/>
                    <a:pt x="191" y="117"/>
                  </a:cubicBezTo>
                  <a:cubicBezTo>
                    <a:pt x="199" y="117"/>
                    <a:pt x="204" y="110"/>
                    <a:pt x="204" y="102"/>
                  </a:cubicBezTo>
                  <a:cubicBezTo>
                    <a:pt x="204" y="95"/>
                    <a:pt x="199" y="88"/>
                    <a:pt x="191" y="8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8" name="Freeform 521">
              <a:extLst>
                <a:ext uri="{FF2B5EF4-FFF2-40B4-BE49-F238E27FC236}">
                  <a16:creationId xmlns:a16="http://schemas.microsoft.com/office/drawing/2014/main" id="{1833F806-7DB1-01F5-3784-331EE8B17308}"/>
                </a:ext>
              </a:extLst>
            </p:cNvPr>
            <p:cNvSpPr>
              <a:spLocks noChangeArrowheads="1"/>
            </p:cNvSpPr>
            <p:nvPr/>
          </p:nvSpPr>
          <p:spPr bwMode="auto">
            <a:xfrm>
              <a:off x="4703763" y="5699125"/>
              <a:ext cx="74612" cy="11113"/>
            </a:xfrm>
            <a:custGeom>
              <a:avLst/>
              <a:gdLst>
                <a:gd name="T0" fmla="*/ 191 w 207"/>
                <a:gd name="T1" fmla="*/ 0 h 30"/>
                <a:gd name="T2" fmla="*/ 191 w 207"/>
                <a:gd name="T3" fmla="*/ 0 h 30"/>
                <a:gd name="T4" fmla="*/ 15 w 207"/>
                <a:gd name="T5" fmla="*/ 0 h 30"/>
                <a:gd name="T6" fmla="*/ 0 w 207"/>
                <a:gd name="T7" fmla="*/ 15 h 30"/>
                <a:gd name="T8" fmla="*/ 15 w 207"/>
                <a:gd name="T9" fmla="*/ 29 h 30"/>
                <a:gd name="T10" fmla="*/ 191 w 207"/>
                <a:gd name="T11" fmla="*/ 29 h 30"/>
                <a:gd name="T12" fmla="*/ 206 w 207"/>
                <a:gd name="T13" fmla="*/ 15 h 30"/>
                <a:gd name="T14" fmla="*/ 191 w 207"/>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07" h="30">
                  <a:moveTo>
                    <a:pt x="191" y="0"/>
                  </a:moveTo>
                  <a:lnTo>
                    <a:pt x="191" y="0"/>
                  </a:lnTo>
                  <a:cubicBezTo>
                    <a:pt x="15" y="0"/>
                    <a:pt x="15" y="0"/>
                    <a:pt x="15" y="0"/>
                  </a:cubicBezTo>
                  <a:cubicBezTo>
                    <a:pt x="7" y="0"/>
                    <a:pt x="0" y="7"/>
                    <a:pt x="0" y="15"/>
                  </a:cubicBezTo>
                  <a:cubicBezTo>
                    <a:pt x="0" y="24"/>
                    <a:pt x="7" y="29"/>
                    <a:pt x="15" y="29"/>
                  </a:cubicBezTo>
                  <a:cubicBezTo>
                    <a:pt x="191" y="29"/>
                    <a:pt x="191" y="29"/>
                    <a:pt x="191" y="29"/>
                  </a:cubicBezTo>
                  <a:cubicBezTo>
                    <a:pt x="199" y="29"/>
                    <a:pt x="206" y="24"/>
                    <a:pt x="206" y="15"/>
                  </a:cubicBezTo>
                  <a:cubicBezTo>
                    <a:pt x="206" y="7"/>
                    <a:pt x="199" y="0"/>
                    <a:pt x="19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9" name="Freeform 522">
            <a:extLst>
              <a:ext uri="{FF2B5EF4-FFF2-40B4-BE49-F238E27FC236}">
                <a16:creationId xmlns:a16="http://schemas.microsoft.com/office/drawing/2014/main" id="{CFBE22BC-4FD9-3978-633B-26388D8BB207}"/>
              </a:ext>
            </a:extLst>
          </p:cNvPr>
          <p:cNvSpPr>
            <a:spLocks noChangeArrowheads="1"/>
          </p:cNvSpPr>
          <p:nvPr/>
        </p:nvSpPr>
        <p:spPr bwMode="auto">
          <a:xfrm>
            <a:off x="5797674" y="5691610"/>
            <a:ext cx="236537" cy="244475"/>
          </a:xfrm>
          <a:custGeom>
            <a:avLst/>
            <a:gdLst>
              <a:gd name="T0" fmla="*/ 205 w 659"/>
              <a:gd name="T1" fmla="*/ 498 h 678"/>
              <a:gd name="T2" fmla="*/ 205 w 659"/>
              <a:gd name="T3" fmla="*/ 498 h 678"/>
              <a:gd name="T4" fmla="*/ 205 w 659"/>
              <a:gd name="T5" fmla="*/ 662 h 678"/>
              <a:gd name="T6" fmla="*/ 214 w 659"/>
              <a:gd name="T7" fmla="*/ 674 h 678"/>
              <a:gd name="T8" fmla="*/ 229 w 659"/>
              <a:gd name="T9" fmla="*/ 673 h 678"/>
              <a:gd name="T10" fmla="*/ 343 w 659"/>
              <a:gd name="T11" fmla="*/ 588 h 678"/>
              <a:gd name="T12" fmla="*/ 442 w 659"/>
              <a:gd name="T13" fmla="*/ 652 h 678"/>
              <a:gd name="T14" fmla="*/ 465 w 659"/>
              <a:gd name="T15" fmla="*/ 659 h 678"/>
              <a:gd name="T16" fmla="*/ 491 w 659"/>
              <a:gd name="T17" fmla="*/ 649 h 678"/>
              <a:gd name="T18" fmla="*/ 507 w 659"/>
              <a:gd name="T19" fmla="*/ 626 h 678"/>
              <a:gd name="T20" fmla="*/ 494 w 659"/>
              <a:gd name="T21" fmla="*/ 622 h 678"/>
              <a:gd name="T22" fmla="*/ 507 w 659"/>
              <a:gd name="T23" fmla="*/ 626 h 678"/>
              <a:gd name="T24" fmla="*/ 657 w 659"/>
              <a:gd name="T25" fmla="*/ 55 h 678"/>
              <a:gd name="T26" fmla="*/ 658 w 659"/>
              <a:gd name="T27" fmla="*/ 44 h 678"/>
              <a:gd name="T28" fmla="*/ 645 w 659"/>
              <a:gd name="T29" fmla="*/ 12 h 678"/>
              <a:gd name="T30" fmla="*/ 615 w 659"/>
              <a:gd name="T31" fmla="*/ 0 h 678"/>
              <a:gd name="T32" fmla="*/ 594 w 659"/>
              <a:gd name="T33" fmla="*/ 6 h 678"/>
              <a:gd name="T34" fmla="*/ 23 w 659"/>
              <a:gd name="T35" fmla="*/ 303 h 678"/>
              <a:gd name="T36" fmla="*/ 0 w 659"/>
              <a:gd name="T37" fmla="*/ 342 h 678"/>
              <a:gd name="T38" fmla="*/ 20 w 659"/>
              <a:gd name="T39" fmla="*/ 379 h 678"/>
              <a:gd name="T40" fmla="*/ 205 w 659"/>
              <a:gd name="T41" fmla="*/ 498 h 678"/>
              <a:gd name="T42" fmla="*/ 234 w 659"/>
              <a:gd name="T43" fmla="*/ 631 h 678"/>
              <a:gd name="T44" fmla="*/ 234 w 659"/>
              <a:gd name="T45" fmla="*/ 631 h 678"/>
              <a:gd name="T46" fmla="*/ 234 w 659"/>
              <a:gd name="T47" fmla="*/ 518 h 678"/>
              <a:gd name="T48" fmla="*/ 317 w 659"/>
              <a:gd name="T49" fmla="*/ 571 h 678"/>
              <a:gd name="T50" fmla="*/ 234 w 659"/>
              <a:gd name="T51" fmla="*/ 631 h 678"/>
              <a:gd name="T52" fmla="*/ 37 w 659"/>
              <a:gd name="T53" fmla="*/ 328 h 678"/>
              <a:gd name="T54" fmla="*/ 37 w 659"/>
              <a:gd name="T55" fmla="*/ 328 h 678"/>
              <a:gd name="T56" fmla="*/ 608 w 659"/>
              <a:gd name="T57" fmla="*/ 32 h 678"/>
              <a:gd name="T58" fmla="*/ 615 w 659"/>
              <a:gd name="T59" fmla="*/ 29 h 678"/>
              <a:gd name="T60" fmla="*/ 624 w 659"/>
              <a:gd name="T61" fmla="*/ 34 h 678"/>
              <a:gd name="T62" fmla="*/ 628 w 659"/>
              <a:gd name="T63" fmla="*/ 44 h 678"/>
              <a:gd name="T64" fmla="*/ 628 w 659"/>
              <a:gd name="T65" fmla="*/ 48 h 678"/>
              <a:gd name="T66" fmla="*/ 480 w 659"/>
              <a:gd name="T67" fmla="*/ 618 h 678"/>
              <a:gd name="T68" fmla="*/ 480 w 659"/>
              <a:gd name="T69" fmla="*/ 618 h 678"/>
              <a:gd name="T70" fmla="*/ 475 w 659"/>
              <a:gd name="T71" fmla="*/ 626 h 678"/>
              <a:gd name="T72" fmla="*/ 465 w 659"/>
              <a:gd name="T73" fmla="*/ 629 h 678"/>
              <a:gd name="T74" fmla="*/ 457 w 659"/>
              <a:gd name="T75" fmla="*/ 627 h 678"/>
              <a:gd name="T76" fmla="*/ 241 w 659"/>
              <a:gd name="T77" fmla="*/ 486 h 678"/>
              <a:gd name="T78" fmla="*/ 524 w 659"/>
              <a:gd name="T79" fmla="*/ 173 h 678"/>
              <a:gd name="T80" fmla="*/ 523 w 659"/>
              <a:gd name="T81" fmla="*/ 152 h 678"/>
              <a:gd name="T82" fmla="*/ 502 w 659"/>
              <a:gd name="T83" fmla="*/ 154 h 678"/>
              <a:gd name="T84" fmla="*/ 215 w 659"/>
              <a:gd name="T85" fmla="*/ 471 h 678"/>
              <a:gd name="T86" fmla="*/ 35 w 659"/>
              <a:gd name="T87" fmla="*/ 354 h 678"/>
              <a:gd name="T88" fmla="*/ 28 w 659"/>
              <a:gd name="T89" fmla="*/ 342 h 678"/>
              <a:gd name="T90" fmla="*/ 37 w 659"/>
              <a:gd name="T91" fmla="*/ 328 h 6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659" h="678">
                <a:moveTo>
                  <a:pt x="205" y="498"/>
                </a:moveTo>
                <a:lnTo>
                  <a:pt x="205" y="498"/>
                </a:lnTo>
                <a:cubicBezTo>
                  <a:pt x="205" y="662"/>
                  <a:pt x="205" y="662"/>
                  <a:pt x="205" y="662"/>
                </a:cubicBezTo>
                <a:cubicBezTo>
                  <a:pt x="205" y="667"/>
                  <a:pt x="208" y="671"/>
                  <a:pt x="214" y="674"/>
                </a:cubicBezTo>
                <a:cubicBezTo>
                  <a:pt x="218" y="677"/>
                  <a:pt x="225" y="677"/>
                  <a:pt x="229" y="673"/>
                </a:cubicBezTo>
                <a:cubicBezTo>
                  <a:pt x="343" y="588"/>
                  <a:pt x="343" y="588"/>
                  <a:pt x="343" y="588"/>
                </a:cubicBezTo>
                <a:cubicBezTo>
                  <a:pt x="442" y="652"/>
                  <a:pt x="442" y="652"/>
                  <a:pt x="442" y="652"/>
                </a:cubicBezTo>
                <a:cubicBezTo>
                  <a:pt x="448" y="656"/>
                  <a:pt x="457" y="659"/>
                  <a:pt x="465" y="659"/>
                </a:cubicBezTo>
                <a:cubicBezTo>
                  <a:pt x="475" y="659"/>
                  <a:pt x="484" y="655"/>
                  <a:pt x="491" y="649"/>
                </a:cubicBezTo>
                <a:cubicBezTo>
                  <a:pt x="499" y="644"/>
                  <a:pt x="505" y="636"/>
                  <a:pt x="507" y="626"/>
                </a:cubicBezTo>
                <a:cubicBezTo>
                  <a:pt x="494" y="622"/>
                  <a:pt x="494" y="622"/>
                  <a:pt x="494" y="622"/>
                </a:cubicBezTo>
                <a:cubicBezTo>
                  <a:pt x="507" y="626"/>
                  <a:pt x="507" y="626"/>
                  <a:pt x="507" y="626"/>
                </a:cubicBezTo>
                <a:cubicBezTo>
                  <a:pt x="657" y="55"/>
                  <a:pt x="657" y="55"/>
                  <a:pt x="657" y="55"/>
                </a:cubicBezTo>
                <a:cubicBezTo>
                  <a:pt x="657" y="51"/>
                  <a:pt x="658" y="48"/>
                  <a:pt x="658" y="44"/>
                </a:cubicBezTo>
                <a:cubicBezTo>
                  <a:pt x="658" y="32"/>
                  <a:pt x="653" y="21"/>
                  <a:pt x="645" y="12"/>
                </a:cubicBezTo>
                <a:cubicBezTo>
                  <a:pt x="636" y="6"/>
                  <a:pt x="625" y="0"/>
                  <a:pt x="615" y="0"/>
                </a:cubicBezTo>
                <a:cubicBezTo>
                  <a:pt x="608" y="0"/>
                  <a:pt x="601" y="1"/>
                  <a:pt x="594" y="6"/>
                </a:cubicBezTo>
                <a:cubicBezTo>
                  <a:pt x="23" y="303"/>
                  <a:pt x="23" y="303"/>
                  <a:pt x="23" y="303"/>
                </a:cubicBezTo>
                <a:cubicBezTo>
                  <a:pt x="8" y="310"/>
                  <a:pt x="0" y="327"/>
                  <a:pt x="0" y="342"/>
                </a:cubicBezTo>
                <a:cubicBezTo>
                  <a:pt x="0" y="356"/>
                  <a:pt x="6" y="371"/>
                  <a:pt x="20" y="379"/>
                </a:cubicBezTo>
                <a:lnTo>
                  <a:pt x="205" y="498"/>
                </a:lnTo>
                <a:close/>
                <a:moveTo>
                  <a:pt x="234" y="631"/>
                </a:moveTo>
                <a:lnTo>
                  <a:pt x="234" y="631"/>
                </a:lnTo>
                <a:cubicBezTo>
                  <a:pt x="234" y="518"/>
                  <a:pt x="234" y="518"/>
                  <a:pt x="234" y="518"/>
                </a:cubicBezTo>
                <a:cubicBezTo>
                  <a:pt x="317" y="571"/>
                  <a:pt x="317" y="571"/>
                  <a:pt x="317" y="571"/>
                </a:cubicBezTo>
                <a:lnTo>
                  <a:pt x="234" y="631"/>
                </a:lnTo>
                <a:close/>
                <a:moveTo>
                  <a:pt x="37" y="328"/>
                </a:moveTo>
                <a:lnTo>
                  <a:pt x="37" y="328"/>
                </a:lnTo>
                <a:cubicBezTo>
                  <a:pt x="608" y="32"/>
                  <a:pt x="608" y="32"/>
                  <a:pt x="608" y="32"/>
                </a:cubicBezTo>
                <a:cubicBezTo>
                  <a:pt x="609" y="30"/>
                  <a:pt x="612" y="29"/>
                  <a:pt x="615" y="29"/>
                </a:cubicBezTo>
                <a:cubicBezTo>
                  <a:pt x="617" y="29"/>
                  <a:pt x="621" y="32"/>
                  <a:pt x="624" y="34"/>
                </a:cubicBezTo>
                <a:cubicBezTo>
                  <a:pt x="627" y="37"/>
                  <a:pt x="628" y="40"/>
                  <a:pt x="628" y="44"/>
                </a:cubicBezTo>
                <a:cubicBezTo>
                  <a:pt x="628" y="45"/>
                  <a:pt x="628" y="47"/>
                  <a:pt x="628" y="48"/>
                </a:cubicBezTo>
                <a:cubicBezTo>
                  <a:pt x="480" y="618"/>
                  <a:pt x="480" y="618"/>
                  <a:pt x="480" y="618"/>
                </a:cubicBezTo>
                <a:lnTo>
                  <a:pt x="480" y="618"/>
                </a:lnTo>
                <a:cubicBezTo>
                  <a:pt x="479" y="622"/>
                  <a:pt x="477" y="625"/>
                  <a:pt x="475" y="626"/>
                </a:cubicBezTo>
                <a:cubicBezTo>
                  <a:pt x="472" y="629"/>
                  <a:pt x="468" y="629"/>
                  <a:pt x="465" y="629"/>
                </a:cubicBezTo>
                <a:cubicBezTo>
                  <a:pt x="462" y="629"/>
                  <a:pt x="459" y="629"/>
                  <a:pt x="457" y="627"/>
                </a:cubicBezTo>
                <a:cubicBezTo>
                  <a:pt x="241" y="486"/>
                  <a:pt x="241" y="486"/>
                  <a:pt x="241" y="486"/>
                </a:cubicBezTo>
                <a:cubicBezTo>
                  <a:pt x="524" y="173"/>
                  <a:pt x="524" y="173"/>
                  <a:pt x="524" y="173"/>
                </a:cubicBezTo>
                <a:cubicBezTo>
                  <a:pt x="529" y="168"/>
                  <a:pt x="528" y="158"/>
                  <a:pt x="523" y="152"/>
                </a:cubicBezTo>
                <a:cubicBezTo>
                  <a:pt x="517" y="147"/>
                  <a:pt x="507" y="147"/>
                  <a:pt x="502" y="154"/>
                </a:cubicBezTo>
                <a:cubicBezTo>
                  <a:pt x="215" y="471"/>
                  <a:pt x="215" y="471"/>
                  <a:pt x="215" y="471"/>
                </a:cubicBezTo>
                <a:cubicBezTo>
                  <a:pt x="35" y="354"/>
                  <a:pt x="35" y="354"/>
                  <a:pt x="35" y="354"/>
                </a:cubicBezTo>
                <a:cubicBezTo>
                  <a:pt x="31" y="351"/>
                  <a:pt x="28" y="346"/>
                  <a:pt x="28" y="342"/>
                </a:cubicBezTo>
                <a:cubicBezTo>
                  <a:pt x="28" y="336"/>
                  <a:pt x="31" y="332"/>
                  <a:pt x="37" y="328"/>
                </a:cubicBezTo>
                <a:close/>
              </a:path>
            </a:pathLst>
          </a:custGeom>
          <a:solidFill>
            <a:schemeClr val="accent4"/>
          </a:solidFill>
          <a:ln>
            <a:noFill/>
          </a:ln>
          <a:effectLst/>
        </p:spPr>
        <p:txBody>
          <a:bodyPr wrap="none" anchor="ctr"/>
          <a:lstStyle/>
          <a:p>
            <a:endParaRPr lang="da-DK"/>
          </a:p>
        </p:txBody>
      </p:sp>
      <p:sp>
        <p:nvSpPr>
          <p:cNvPr id="630" name="Freeform 523">
            <a:extLst>
              <a:ext uri="{FF2B5EF4-FFF2-40B4-BE49-F238E27FC236}">
                <a16:creationId xmlns:a16="http://schemas.microsoft.com/office/drawing/2014/main" id="{FB74FE37-18AC-D292-B9BC-AFA243A830A5}"/>
              </a:ext>
            </a:extLst>
          </p:cNvPr>
          <p:cNvSpPr>
            <a:spLocks noChangeArrowheads="1"/>
          </p:cNvSpPr>
          <p:nvPr/>
        </p:nvSpPr>
        <p:spPr bwMode="auto">
          <a:xfrm>
            <a:off x="6288211" y="5704310"/>
            <a:ext cx="242888" cy="219075"/>
          </a:xfrm>
          <a:custGeom>
            <a:avLst/>
            <a:gdLst>
              <a:gd name="T0" fmla="*/ 6 w 675"/>
              <a:gd name="T1" fmla="*/ 136 h 609"/>
              <a:gd name="T2" fmla="*/ 6 w 675"/>
              <a:gd name="T3" fmla="*/ 136 h 609"/>
              <a:gd name="T4" fmla="*/ 0 w 675"/>
              <a:gd name="T5" fmla="*/ 176 h 609"/>
              <a:gd name="T6" fmla="*/ 36 w 675"/>
              <a:gd name="T7" fmla="*/ 282 h 609"/>
              <a:gd name="T8" fmla="*/ 37 w 675"/>
              <a:gd name="T9" fmla="*/ 282 h 609"/>
              <a:gd name="T10" fmla="*/ 302 w 675"/>
              <a:gd name="T11" fmla="*/ 592 h 609"/>
              <a:gd name="T12" fmla="*/ 338 w 675"/>
              <a:gd name="T13" fmla="*/ 608 h 609"/>
              <a:gd name="T14" fmla="*/ 374 w 675"/>
              <a:gd name="T15" fmla="*/ 592 h 609"/>
              <a:gd name="T16" fmla="*/ 639 w 675"/>
              <a:gd name="T17" fmla="*/ 282 h 609"/>
              <a:gd name="T18" fmla="*/ 639 w 675"/>
              <a:gd name="T19" fmla="*/ 282 h 609"/>
              <a:gd name="T20" fmla="*/ 674 w 675"/>
              <a:gd name="T21" fmla="*/ 176 h 609"/>
              <a:gd name="T22" fmla="*/ 670 w 675"/>
              <a:gd name="T23" fmla="*/ 138 h 609"/>
              <a:gd name="T24" fmla="*/ 534 w 675"/>
              <a:gd name="T25" fmla="*/ 3 h 609"/>
              <a:gd name="T26" fmla="*/ 499 w 675"/>
              <a:gd name="T27" fmla="*/ 0 h 609"/>
              <a:gd name="T28" fmla="*/ 338 w 675"/>
              <a:gd name="T29" fmla="*/ 106 h 609"/>
              <a:gd name="T30" fmla="*/ 176 w 675"/>
              <a:gd name="T31" fmla="*/ 0 h 609"/>
              <a:gd name="T32" fmla="*/ 140 w 675"/>
              <a:gd name="T33" fmla="*/ 3 h 609"/>
              <a:gd name="T34" fmla="*/ 140 w 675"/>
              <a:gd name="T35" fmla="*/ 3 h 609"/>
              <a:gd name="T36" fmla="*/ 6 w 675"/>
              <a:gd name="T37" fmla="*/ 136 h 609"/>
              <a:gd name="T38" fmla="*/ 143 w 675"/>
              <a:gd name="T39" fmla="*/ 18 h 609"/>
              <a:gd name="T40" fmla="*/ 143 w 675"/>
              <a:gd name="T41" fmla="*/ 18 h 609"/>
              <a:gd name="T42" fmla="*/ 146 w 675"/>
              <a:gd name="T43" fmla="*/ 32 h 609"/>
              <a:gd name="T44" fmla="*/ 176 w 675"/>
              <a:gd name="T45" fmla="*/ 29 h 609"/>
              <a:gd name="T46" fmla="*/ 280 w 675"/>
              <a:gd name="T47" fmla="*/ 72 h 609"/>
              <a:gd name="T48" fmla="*/ 323 w 675"/>
              <a:gd name="T49" fmla="*/ 176 h 609"/>
              <a:gd name="T50" fmla="*/ 327 w 675"/>
              <a:gd name="T51" fmla="*/ 186 h 609"/>
              <a:gd name="T52" fmla="*/ 338 w 675"/>
              <a:gd name="T53" fmla="*/ 190 h 609"/>
              <a:gd name="T54" fmla="*/ 348 w 675"/>
              <a:gd name="T55" fmla="*/ 186 h 609"/>
              <a:gd name="T56" fmla="*/ 352 w 675"/>
              <a:gd name="T57" fmla="*/ 176 h 609"/>
              <a:gd name="T58" fmla="*/ 396 w 675"/>
              <a:gd name="T59" fmla="*/ 72 h 609"/>
              <a:gd name="T60" fmla="*/ 499 w 675"/>
              <a:gd name="T61" fmla="*/ 29 h 609"/>
              <a:gd name="T62" fmla="*/ 529 w 675"/>
              <a:gd name="T63" fmla="*/ 32 h 609"/>
              <a:gd name="T64" fmla="*/ 641 w 675"/>
              <a:gd name="T65" fmla="*/ 143 h 609"/>
              <a:gd name="T66" fmla="*/ 645 w 675"/>
              <a:gd name="T67" fmla="*/ 176 h 609"/>
              <a:gd name="T68" fmla="*/ 615 w 675"/>
              <a:gd name="T69" fmla="*/ 264 h 609"/>
              <a:gd name="T70" fmla="*/ 350 w 675"/>
              <a:gd name="T71" fmla="*/ 573 h 609"/>
              <a:gd name="T72" fmla="*/ 338 w 675"/>
              <a:gd name="T73" fmla="*/ 578 h 609"/>
              <a:gd name="T74" fmla="*/ 324 w 675"/>
              <a:gd name="T75" fmla="*/ 573 h 609"/>
              <a:gd name="T76" fmla="*/ 59 w 675"/>
              <a:gd name="T77" fmla="*/ 264 h 609"/>
              <a:gd name="T78" fmla="*/ 30 w 675"/>
              <a:gd name="T79" fmla="*/ 176 h 609"/>
              <a:gd name="T80" fmla="*/ 33 w 675"/>
              <a:gd name="T81" fmla="*/ 143 h 609"/>
              <a:gd name="T82" fmla="*/ 146 w 675"/>
              <a:gd name="T83" fmla="*/ 32 h 609"/>
              <a:gd name="T84" fmla="*/ 143 w 675"/>
              <a:gd name="T85" fmla="*/ 18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75" h="609">
                <a:moveTo>
                  <a:pt x="6" y="136"/>
                </a:moveTo>
                <a:lnTo>
                  <a:pt x="6" y="136"/>
                </a:lnTo>
                <a:cubicBezTo>
                  <a:pt x="2" y="150"/>
                  <a:pt x="0" y="164"/>
                  <a:pt x="0" y="176"/>
                </a:cubicBezTo>
                <a:cubicBezTo>
                  <a:pt x="0" y="216"/>
                  <a:pt x="14" y="252"/>
                  <a:pt x="36" y="282"/>
                </a:cubicBezTo>
                <a:cubicBezTo>
                  <a:pt x="37" y="282"/>
                  <a:pt x="37" y="282"/>
                  <a:pt x="37" y="282"/>
                </a:cubicBezTo>
                <a:cubicBezTo>
                  <a:pt x="302" y="592"/>
                  <a:pt x="302" y="592"/>
                  <a:pt x="302" y="592"/>
                </a:cubicBezTo>
                <a:cubicBezTo>
                  <a:pt x="312" y="603"/>
                  <a:pt x="324" y="608"/>
                  <a:pt x="338" y="608"/>
                </a:cubicBezTo>
                <a:cubicBezTo>
                  <a:pt x="350" y="608"/>
                  <a:pt x="364" y="603"/>
                  <a:pt x="374" y="592"/>
                </a:cubicBezTo>
                <a:cubicBezTo>
                  <a:pt x="639" y="282"/>
                  <a:pt x="639" y="282"/>
                  <a:pt x="639" y="282"/>
                </a:cubicBezTo>
                <a:lnTo>
                  <a:pt x="639" y="282"/>
                </a:lnTo>
                <a:cubicBezTo>
                  <a:pt x="660" y="252"/>
                  <a:pt x="674" y="216"/>
                  <a:pt x="674" y="176"/>
                </a:cubicBezTo>
                <a:cubicBezTo>
                  <a:pt x="674" y="164"/>
                  <a:pt x="673" y="150"/>
                  <a:pt x="670" y="138"/>
                </a:cubicBezTo>
                <a:cubicBezTo>
                  <a:pt x="655" y="70"/>
                  <a:pt x="602" y="17"/>
                  <a:pt x="534" y="3"/>
                </a:cubicBezTo>
                <a:cubicBezTo>
                  <a:pt x="522" y="2"/>
                  <a:pt x="511" y="0"/>
                  <a:pt x="499" y="0"/>
                </a:cubicBezTo>
                <a:cubicBezTo>
                  <a:pt x="427" y="0"/>
                  <a:pt x="365" y="43"/>
                  <a:pt x="338" y="106"/>
                </a:cubicBezTo>
                <a:cubicBezTo>
                  <a:pt x="310" y="43"/>
                  <a:pt x="249" y="0"/>
                  <a:pt x="176" y="0"/>
                </a:cubicBezTo>
                <a:cubicBezTo>
                  <a:pt x="165" y="0"/>
                  <a:pt x="153" y="2"/>
                  <a:pt x="140" y="3"/>
                </a:cubicBezTo>
                <a:lnTo>
                  <a:pt x="140" y="3"/>
                </a:lnTo>
                <a:cubicBezTo>
                  <a:pt x="73" y="17"/>
                  <a:pt x="19" y="70"/>
                  <a:pt x="6" y="136"/>
                </a:cubicBezTo>
                <a:close/>
                <a:moveTo>
                  <a:pt x="143" y="18"/>
                </a:moveTo>
                <a:lnTo>
                  <a:pt x="143" y="18"/>
                </a:lnTo>
                <a:cubicBezTo>
                  <a:pt x="146" y="32"/>
                  <a:pt x="146" y="32"/>
                  <a:pt x="146" y="32"/>
                </a:cubicBezTo>
                <a:cubicBezTo>
                  <a:pt x="157" y="31"/>
                  <a:pt x="166" y="29"/>
                  <a:pt x="176" y="29"/>
                </a:cubicBezTo>
                <a:cubicBezTo>
                  <a:pt x="217" y="29"/>
                  <a:pt x="254" y="46"/>
                  <a:pt x="280" y="72"/>
                </a:cubicBezTo>
                <a:cubicBezTo>
                  <a:pt x="306" y="99"/>
                  <a:pt x="323" y="135"/>
                  <a:pt x="323" y="176"/>
                </a:cubicBezTo>
                <a:cubicBezTo>
                  <a:pt x="323" y="180"/>
                  <a:pt x="324" y="183"/>
                  <a:pt x="327" y="186"/>
                </a:cubicBezTo>
                <a:cubicBezTo>
                  <a:pt x="330" y="188"/>
                  <a:pt x="334" y="190"/>
                  <a:pt x="338" y="190"/>
                </a:cubicBezTo>
                <a:cubicBezTo>
                  <a:pt x="342" y="190"/>
                  <a:pt x="345" y="188"/>
                  <a:pt x="348" y="186"/>
                </a:cubicBezTo>
                <a:cubicBezTo>
                  <a:pt x="350" y="183"/>
                  <a:pt x="352" y="180"/>
                  <a:pt x="352" y="176"/>
                </a:cubicBezTo>
                <a:cubicBezTo>
                  <a:pt x="352" y="135"/>
                  <a:pt x="368" y="99"/>
                  <a:pt x="396" y="72"/>
                </a:cubicBezTo>
                <a:cubicBezTo>
                  <a:pt x="422" y="46"/>
                  <a:pt x="459" y="29"/>
                  <a:pt x="499" y="29"/>
                </a:cubicBezTo>
                <a:cubicBezTo>
                  <a:pt x="508" y="29"/>
                  <a:pt x="519" y="31"/>
                  <a:pt x="529" y="32"/>
                </a:cubicBezTo>
                <a:cubicBezTo>
                  <a:pt x="584" y="43"/>
                  <a:pt x="629" y="88"/>
                  <a:pt x="641" y="143"/>
                </a:cubicBezTo>
                <a:cubicBezTo>
                  <a:pt x="644" y="154"/>
                  <a:pt x="645" y="165"/>
                  <a:pt x="645" y="176"/>
                </a:cubicBezTo>
                <a:cubicBezTo>
                  <a:pt x="645" y="209"/>
                  <a:pt x="634" y="239"/>
                  <a:pt x="615" y="264"/>
                </a:cubicBezTo>
                <a:cubicBezTo>
                  <a:pt x="350" y="573"/>
                  <a:pt x="350" y="573"/>
                  <a:pt x="350" y="573"/>
                </a:cubicBezTo>
                <a:cubicBezTo>
                  <a:pt x="348" y="577"/>
                  <a:pt x="342" y="578"/>
                  <a:pt x="338" y="578"/>
                </a:cubicBezTo>
                <a:cubicBezTo>
                  <a:pt x="332" y="578"/>
                  <a:pt x="328" y="577"/>
                  <a:pt x="324" y="573"/>
                </a:cubicBezTo>
                <a:cubicBezTo>
                  <a:pt x="59" y="264"/>
                  <a:pt x="59" y="264"/>
                  <a:pt x="59" y="264"/>
                </a:cubicBezTo>
                <a:cubicBezTo>
                  <a:pt x="41" y="239"/>
                  <a:pt x="30" y="209"/>
                  <a:pt x="30" y="176"/>
                </a:cubicBezTo>
                <a:cubicBezTo>
                  <a:pt x="30" y="165"/>
                  <a:pt x="32" y="154"/>
                  <a:pt x="33" y="143"/>
                </a:cubicBezTo>
                <a:cubicBezTo>
                  <a:pt x="46" y="88"/>
                  <a:pt x="91" y="43"/>
                  <a:pt x="146" y="32"/>
                </a:cubicBezTo>
                <a:lnTo>
                  <a:pt x="143" y="18"/>
                </a:lnTo>
                <a:close/>
              </a:path>
            </a:pathLst>
          </a:custGeom>
          <a:solidFill>
            <a:schemeClr val="accent4"/>
          </a:solidFill>
          <a:ln>
            <a:noFill/>
          </a:ln>
          <a:effectLst/>
        </p:spPr>
        <p:txBody>
          <a:bodyPr wrap="none" anchor="ctr"/>
          <a:lstStyle/>
          <a:p>
            <a:endParaRPr lang="da-DK"/>
          </a:p>
        </p:txBody>
      </p:sp>
      <p:sp>
        <p:nvSpPr>
          <p:cNvPr id="631" name="Freeform 524">
            <a:extLst>
              <a:ext uri="{FF2B5EF4-FFF2-40B4-BE49-F238E27FC236}">
                <a16:creationId xmlns:a16="http://schemas.microsoft.com/office/drawing/2014/main" id="{8A63EDF1-98F0-BF52-4703-CD060ABC1273}"/>
              </a:ext>
            </a:extLst>
          </p:cNvPr>
          <p:cNvSpPr>
            <a:spLocks noChangeArrowheads="1"/>
          </p:cNvSpPr>
          <p:nvPr/>
        </p:nvSpPr>
        <p:spPr bwMode="auto">
          <a:xfrm>
            <a:off x="5315074" y="5681291"/>
            <a:ext cx="236537" cy="265113"/>
          </a:xfrm>
          <a:custGeom>
            <a:avLst/>
            <a:gdLst>
              <a:gd name="T0" fmla="*/ 548 w 656"/>
              <a:gd name="T1" fmla="*/ 11 h 737"/>
              <a:gd name="T2" fmla="*/ 548 w 656"/>
              <a:gd name="T3" fmla="*/ 11 h 737"/>
              <a:gd name="T4" fmla="*/ 536 w 656"/>
              <a:gd name="T5" fmla="*/ 1 h 737"/>
              <a:gd name="T6" fmla="*/ 522 w 656"/>
              <a:gd name="T7" fmla="*/ 7 h 737"/>
              <a:gd name="T8" fmla="*/ 422 w 656"/>
              <a:gd name="T9" fmla="*/ 80 h 737"/>
              <a:gd name="T10" fmla="*/ 220 w 656"/>
              <a:gd name="T11" fmla="*/ 111 h 737"/>
              <a:gd name="T12" fmla="*/ 120 w 656"/>
              <a:gd name="T13" fmla="*/ 140 h 737"/>
              <a:gd name="T14" fmla="*/ 49 w 656"/>
              <a:gd name="T15" fmla="*/ 196 h 737"/>
              <a:gd name="T16" fmla="*/ 31 w 656"/>
              <a:gd name="T17" fmla="*/ 151 h 737"/>
              <a:gd name="T18" fmla="*/ 11 w 656"/>
              <a:gd name="T19" fmla="*/ 143 h 737"/>
              <a:gd name="T20" fmla="*/ 3 w 656"/>
              <a:gd name="T21" fmla="*/ 162 h 737"/>
              <a:gd name="T22" fmla="*/ 223 w 656"/>
              <a:gd name="T23" fmla="*/ 725 h 737"/>
              <a:gd name="T24" fmla="*/ 241 w 656"/>
              <a:gd name="T25" fmla="*/ 733 h 737"/>
              <a:gd name="T26" fmla="*/ 250 w 656"/>
              <a:gd name="T27" fmla="*/ 714 h 737"/>
              <a:gd name="T28" fmla="*/ 157 w 656"/>
              <a:gd name="T29" fmla="*/ 475 h 737"/>
              <a:gd name="T30" fmla="*/ 256 w 656"/>
              <a:gd name="T31" fmla="*/ 409 h 737"/>
              <a:gd name="T32" fmla="*/ 463 w 656"/>
              <a:gd name="T33" fmla="*/ 387 h 737"/>
              <a:gd name="T34" fmla="*/ 566 w 656"/>
              <a:gd name="T35" fmla="*/ 362 h 737"/>
              <a:gd name="T36" fmla="*/ 651 w 656"/>
              <a:gd name="T37" fmla="*/ 294 h 737"/>
              <a:gd name="T38" fmla="*/ 652 w 656"/>
              <a:gd name="T39" fmla="*/ 280 h 737"/>
              <a:gd name="T40" fmla="*/ 548 w 656"/>
              <a:gd name="T41" fmla="*/ 11 h 737"/>
              <a:gd name="T42" fmla="*/ 525 w 656"/>
              <a:gd name="T43" fmla="*/ 346 h 737"/>
              <a:gd name="T44" fmla="*/ 525 w 656"/>
              <a:gd name="T45" fmla="*/ 346 h 737"/>
              <a:gd name="T46" fmla="*/ 318 w 656"/>
              <a:gd name="T47" fmla="*/ 368 h 737"/>
              <a:gd name="T48" fmla="*/ 215 w 656"/>
              <a:gd name="T49" fmla="*/ 392 h 737"/>
              <a:gd name="T50" fmla="*/ 147 w 656"/>
              <a:gd name="T51" fmla="*/ 441 h 737"/>
              <a:gd name="T52" fmla="*/ 65 w 656"/>
              <a:gd name="T53" fmla="*/ 221 h 737"/>
              <a:gd name="T54" fmla="*/ 161 w 656"/>
              <a:gd name="T55" fmla="*/ 155 h 737"/>
              <a:gd name="T56" fmla="*/ 363 w 656"/>
              <a:gd name="T57" fmla="*/ 123 h 737"/>
              <a:gd name="T58" fmla="*/ 463 w 656"/>
              <a:gd name="T59" fmla="*/ 95 h 737"/>
              <a:gd name="T60" fmla="*/ 530 w 656"/>
              <a:gd name="T61" fmla="*/ 44 h 737"/>
              <a:gd name="T62" fmla="*/ 622 w 656"/>
              <a:gd name="T63" fmla="*/ 283 h 737"/>
              <a:gd name="T64" fmla="*/ 525 w 656"/>
              <a:gd name="T65" fmla="*/ 346 h 7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56" h="737">
                <a:moveTo>
                  <a:pt x="548" y="11"/>
                </a:moveTo>
                <a:lnTo>
                  <a:pt x="548" y="11"/>
                </a:lnTo>
                <a:cubicBezTo>
                  <a:pt x="547" y="5"/>
                  <a:pt x="541" y="1"/>
                  <a:pt x="536" y="1"/>
                </a:cubicBezTo>
                <a:cubicBezTo>
                  <a:pt x="530" y="0"/>
                  <a:pt x="526" y="3"/>
                  <a:pt x="522" y="7"/>
                </a:cubicBezTo>
                <a:cubicBezTo>
                  <a:pt x="496" y="45"/>
                  <a:pt x="462" y="66"/>
                  <a:pt x="422" y="80"/>
                </a:cubicBezTo>
                <a:cubicBezTo>
                  <a:pt x="361" y="99"/>
                  <a:pt x="290" y="100"/>
                  <a:pt x="220" y="111"/>
                </a:cubicBezTo>
                <a:cubicBezTo>
                  <a:pt x="186" y="117"/>
                  <a:pt x="151" y="125"/>
                  <a:pt x="120" y="140"/>
                </a:cubicBezTo>
                <a:cubicBezTo>
                  <a:pt x="94" y="154"/>
                  <a:pt x="69" y="171"/>
                  <a:pt x="49" y="196"/>
                </a:cubicBezTo>
                <a:cubicBezTo>
                  <a:pt x="31" y="151"/>
                  <a:pt x="31" y="151"/>
                  <a:pt x="31" y="151"/>
                </a:cubicBezTo>
                <a:cubicBezTo>
                  <a:pt x="28" y="144"/>
                  <a:pt x="20" y="140"/>
                  <a:pt x="11" y="143"/>
                </a:cubicBezTo>
                <a:cubicBezTo>
                  <a:pt x="5" y="145"/>
                  <a:pt x="0" y="154"/>
                  <a:pt x="3" y="162"/>
                </a:cubicBezTo>
                <a:cubicBezTo>
                  <a:pt x="223" y="725"/>
                  <a:pt x="223" y="725"/>
                  <a:pt x="223" y="725"/>
                </a:cubicBezTo>
                <a:cubicBezTo>
                  <a:pt x="226" y="733"/>
                  <a:pt x="234" y="736"/>
                  <a:pt x="241" y="733"/>
                </a:cubicBezTo>
                <a:cubicBezTo>
                  <a:pt x="249" y="730"/>
                  <a:pt x="253" y="722"/>
                  <a:pt x="250" y="714"/>
                </a:cubicBezTo>
                <a:cubicBezTo>
                  <a:pt x="157" y="475"/>
                  <a:pt x="157" y="475"/>
                  <a:pt x="157" y="475"/>
                </a:cubicBezTo>
                <a:cubicBezTo>
                  <a:pt x="183" y="439"/>
                  <a:pt x="216" y="420"/>
                  <a:pt x="256" y="409"/>
                </a:cubicBezTo>
                <a:cubicBezTo>
                  <a:pt x="318" y="391"/>
                  <a:pt x="392" y="394"/>
                  <a:pt x="463" y="387"/>
                </a:cubicBezTo>
                <a:cubicBezTo>
                  <a:pt x="499" y="383"/>
                  <a:pt x="534" y="376"/>
                  <a:pt x="566" y="362"/>
                </a:cubicBezTo>
                <a:cubicBezTo>
                  <a:pt x="599" y="347"/>
                  <a:pt x="628" y="327"/>
                  <a:pt x="651" y="294"/>
                </a:cubicBezTo>
                <a:cubicBezTo>
                  <a:pt x="654" y="290"/>
                  <a:pt x="655" y="284"/>
                  <a:pt x="652" y="280"/>
                </a:cubicBezTo>
                <a:cubicBezTo>
                  <a:pt x="618" y="189"/>
                  <a:pt x="582" y="100"/>
                  <a:pt x="548" y="11"/>
                </a:cubicBezTo>
                <a:close/>
                <a:moveTo>
                  <a:pt x="525" y="346"/>
                </a:moveTo>
                <a:lnTo>
                  <a:pt x="525" y="346"/>
                </a:lnTo>
                <a:cubicBezTo>
                  <a:pt x="464" y="362"/>
                  <a:pt x="389" y="360"/>
                  <a:pt x="318" y="368"/>
                </a:cubicBezTo>
                <a:cubicBezTo>
                  <a:pt x="282" y="372"/>
                  <a:pt x="248" y="379"/>
                  <a:pt x="215" y="392"/>
                </a:cubicBezTo>
                <a:cubicBezTo>
                  <a:pt x="190" y="403"/>
                  <a:pt x="167" y="419"/>
                  <a:pt x="147" y="441"/>
                </a:cubicBezTo>
                <a:cubicBezTo>
                  <a:pt x="117" y="364"/>
                  <a:pt x="95" y="299"/>
                  <a:pt x="65" y="221"/>
                </a:cubicBezTo>
                <a:cubicBezTo>
                  <a:pt x="91" y="188"/>
                  <a:pt x="124" y="167"/>
                  <a:pt x="161" y="155"/>
                </a:cubicBezTo>
                <a:cubicBezTo>
                  <a:pt x="221" y="136"/>
                  <a:pt x="293" y="134"/>
                  <a:pt x="363" y="123"/>
                </a:cubicBezTo>
                <a:cubicBezTo>
                  <a:pt x="397" y="118"/>
                  <a:pt x="431" y="110"/>
                  <a:pt x="463" y="95"/>
                </a:cubicBezTo>
                <a:cubicBezTo>
                  <a:pt x="488" y="82"/>
                  <a:pt x="510" y="66"/>
                  <a:pt x="530" y="44"/>
                </a:cubicBezTo>
                <a:cubicBezTo>
                  <a:pt x="561" y="123"/>
                  <a:pt x="592" y="203"/>
                  <a:pt x="622" y="283"/>
                </a:cubicBezTo>
                <a:cubicBezTo>
                  <a:pt x="596" y="316"/>
                  <a:pt x="563" y="335"/>
                  <a:pt x="525" y="346"/>
                </a:cubicBezTo>
                <a:close/>
              </a:path>
            </a:pathLst>
          </a:custGeom>
          <a:solidFill>
            <a:schemeClr val="accent4"/>
          </a:solidFill>
          <a:ln>
            <a:noFill/>
          </a:ln>
          <a:effectLst/>
        </p:spPr>
        <p:txBody>
          <a:bodyPr wrap="none" anchor="ctr"/>
          <a:lstStyle/>
          <a:p>
            <a:endParaRPr lang="da-DK"/>
          </a:p>
        </p:txBody>
      </p:sp>
      <p:sp>
        <p:nvSpPr>
          <p:cNvPr id="632" name="Freeform 525">
            <a:extLst>
              <a:ext uri="{FF2B5EF4-FFF2-40B4-BE49-F238E27FC236}">
                <a16:creationId xmlns:a16="http://schemas.microsoft.com/office/drawing/2014/main" id="{95A5873E-0652-D456-AD87-E4BB5398D4A1}"/>
              </a:ext>
            </a:extLst>
          </p:cNvPr>
          <p:cNvSpPr>
            <a:spLocks noChangeArrowheads="1"/>
          </p:cNvSpPr>
          <p:nvPr/>
        </p:nvSpPr>
        <p:spPr bwMode="auto">
          <a:xfrm>
            <a:off x="5802436" y="6153572"/>
            <a:ext cx="252413" cy="254000"/>
          </a:xfrm>
          <a:custGeom>
            <a:avLst/>
            <a:gdLst>
              <a:gd name="T0" fmla="*/ 582 w 703"/>
              <a:gd name="T1" fmla="*/ 7 h 707"/>
              <a:gd name="T2" fmla="*/ 582 w 703"/>
              <a:gd name="T3" fmla="*/ 7 h 707"/>
              <a:gd name="T4" fmla="*/ 561 w 703"/>
              <a:gd name="T5" fmla="*/ 7 h 707"/>
              <a:gd name="T6" fmla="*/ 63 w 703"/>
              <a:gd name="T7" fmla="*/ 504 h 707"/>
              <a:gd name="T8" fmla="*/ 63 w 703"/>
              <a:gd name="T9" fmla="*/ 505 h 707"/>
              <a:gd name="T10" fmla="*/ 60 w 703"/>
              <a:gd name="T11" fmla="*/ 508 h 707"/>
              <a:gd name="T12" fmla="*/ 60 w 703"/>
              <a:gd name="T13" fmla="*/ 509 h 707"/>
              <a:gd name="T14" fmla="*/ 60 w 703"/>
              <a:gd name="T15" fmla="*/ 509 h 707"/>
              <a:gd name="T16" fmla="*/ 1 w 703"/>
              <a:gd name="T17" fmla="*/ 685 h 707"/>
              <a:gd name="T18" fmla="*/ 5 w 703"/>
              <a:gd name="T19" fmla="*/ 700 h 707"/>
              <a:gd name="T20" fmla="*/ 19 w 703"/>
              <a:gd name="T21" fmla="*/ 704 h 707"/>
              <a:gd name="T22" fmla="*/ 194 w 703"/>
              <a:gd name="T23" fmla="*/ 645 h 707"/>
              <a:gd name="T24" fmla="*/ 196 w 703"/>
              <a:gd name="T25" fmla="*/ 645 h 707"/>
              <a:gd name="T26" fmla="*/ 197 w 703"/>
              <a:gd name="T27" fmla="*/ 645 h 707"/>
              <a:gd name="T28" fmla="*/ 200 w 703"/>
              <a:gd name="T29" fmla="*/ 643 h 707"/>
              <a:gd name="T30" fmla="*/ 201 w 703"/>
              <a:gd name="T31" fmla="*/ 643 h 707"/>
              <a:gd name="T32" fmla="*/ 698 w 703"/>
              <a:gd name="T33" fmla="*/ 144 h 707"/>
              <a:gd name="T34" fmla="*/ 702 w 703"/>
              <a:gd name="T35" fmla="*/ 133 h 707"/>
              <a:gd name="T36" fmla="*/ 698 w 703"/>
              <a:gd name="T37" fmla="*/ 124 h 707"/>
              <a:gd name="T38" fmla="*/ 582 w 703"/>
              <a:gd name="T39" fmla="*/ 7 h 707"/>
              <a:gd name="T40" fmla="*/ 190 w 703"/>
              <a:gd name="T41" fmla="*/ 611 h 707"/>
              <a:gd name="T42" fmla="*/ 190 w 703"/>
              <a:gd name="T43" fmla="*/ 611 h 707"/>
              <a:gd name="T44" fmla="*/ 94 w 703"/>
              <a:gd name="T45" fmla="*/ 515 h 707"/>
              <a:gd name="T46" fmla="*/ 483 w 703"/>
              <a:gd name="T47" fmla="*/ 125 h 707"/>
              <a:gd name="T48" fmla="*/ 580 w 703"/>
              <a:gd name="T49" fmla="*/ 221 h 707"/>
              <a:gd name="T50" fmla="*/ 190 w 703"/>
              <a:gd name="T51" fmla="*/ 611 h 707"/>
              <a:gd name="T52" fmla="*/ 38 w 703"/>
              <a:gd name="T53" fmla="*/ 667 h 707"/>
              <a:gd name="T54" fmla="*/ 38 w 703"/>
              <a:gd name="T55" fmla="*/ 667 h 707"/>
              <a:gd name="T56" fmla="*/ 79 w 703"/>
              <a:gd name="T57" fmla="*/ 542 h 707"/>
              <a:gd name="T58" fmla="*/ 163 w 703"/>
              <a:gd name="T59" fmla="*/ 625 h 707"/>
              <a:gd name="T60" fmla="*/ 38 w 703"/>
              <a:gd name="T61" fmla="*/ 667 h 707"/>
              <a:gd name="T62" fmla="*/ 601 w 703"/>
              <a:gd name="T63" fmla="*/ 201 h 707"/>
              <a:gd name="T64" fmla="*/ 601 w 703"/>
              <a:gd name="T65" fmla="*/ 201 h 707"/>
              <a:gd name="T66" fmla="*/ 505 w 703"/>
              <a:gd name="T67" fmla="*/ 104 h 707"/>
              <a:gd name="T68" fmla="*/ 571 w 703"/>
              <a:gd name="T69" fmla="*/ 37 h 707"/>
              <a:gd name="T70" fmla="*/ 668 w 703"/>
              <a:gd name="T71" fmla="*/ 133 h 707"/>
              <a:gd name="T72" fmla="*/ 601 w 703"/>
              <a:gd name="T73" fmla="*/ 201 h 7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03" h="707">
                <a:moveTo>
                  <a:pt x="582" y="7"/>
                </a:moveTo>
                <a:lnTo>
                  <a:pt x="582" y="7"/>
                </a:lnTo>
                <a:cubicBezTo>
                  <a:pt x="576" y="0"/>
                  <a:pt x="566" y="0"/>
                  <a:pt x="561" y="7"/>
                </a:cubicBezTo>
                <a:cubicBezTo>
                  <a:pt x="63" y="504"/>
                  <a:pt x="63" y="504"/>
                  <a:pt x="63" y="504"/>
                </a:cubicBezTo>
                <a:cubicBezTo>
                  <a:pt x="63" y="504"/>
                  <a:pt x="63" y="504"/>
                  <a:pt x="63" y="505"/>
                </a:cubicBezTo>
                <a:cubicBezTo>
                  <a:pt x="61" y="505"/>
                  <a:pt x="61" y="507"/>
                  <a:pt x="60" y="508"/>
                </a:cubicBezTo>
                <a:cubicBezTo>
                  <a:pt x="60" y="509"/>
                  <a:pt x="60" y="509"/>
                  <a:pt x="60" y="509"/>
                </a:cubicBezTo>
                <a:lnTo>
                  <a:pt x="60" y="509"/>
                </a:lnTo>
                <a:cubicBezTo>
                  <a:pt x="1" y="685"/>
                  <a:pt x="1" y="685"/>
                  <a:pt x="1" y="685"/>
                </a:cubicBezTo>
                <a:cubicBezTo>
                  <a:pt x="0" y="691"/>
                  <a:pt x="1" y="696"/>
                  <a:pt x="5" y="700"/>
                </a:cubicBezTo>
                <a:cubicBezTo>
                  <a:pt x="8" y="704"/>
                  <a:pt x="15" y="706"/>
                  <a:pt x="19" y="704"/>
                </a:cubicBezTo>
                <a:cubicBezTo>
                  <a:pt x="194" y="645"/>
                  <a:pt x="194" y="645"/>
                  <a:pt x="194" y="645"/>
                </a:cubicBezTo>
                <a:cubicBezTo>
                  <a:pt x="196" y="645"/>
                  <a:pt x="196" y="645"/>
                  <a:pt x="196" y="645"/>
                </a:cubicBezTo>
                <a:cubicBezTo>
                  <a:pt x="196" y="645"/>
                  <a:pt x="196" y="645"/>
                  <a:pt x="197" y="645"/>
                </a:cubicBezTo>
                <a:cubicBezTo>
                  <a:pt x="199" y="644"/>
                  <a:pt x="200" y="644"/>
                  <a:pt x="200" y="643"/>
                </a:cubicBezTo>
                <a:lnTo>
                  <a:pt x="201" y="643"/>
                </a:lnTo>
                <a:cubicBezTo>
                  <a:pt x="698" y="144"/>
                  <a:pt x="698" y="144"/>
                  <a:pt x="698" y="144"/>
                </a:cubicBezTo>
                <a:cubicBezTo>
                  <a:pt x="701" y="141"/>
                  <a:pt x="702" y="137"/>
                  <a:pt x="702" y="133"/>
                </a:cubicBezTo>
                <a:cubicBezTo>
                  <a:pt x="702" y="131"/>
                  <a:pt x="701" y="126"/>
                  <a:pt x="698" y="124"/>
                </a:cubicBezTo>
                <a:lnTo>
                  <a:pt x="582" y="7"/>
                </a:lnTo>
                <a:close/>
                <a:moveTo>
                  <a:pt x="190" y="611"/>
                </a:moveTo>
                <a:lnTo>
                  <a:pt x="190" y="611"/>
                </a:lnTo>
                <a:cubicBezTo>
                  <a:pt x="94" y="515"/>
                  <a:pt x="94" y="515"/>
                  <a:pt x="94" y="515"/>
                </a:cubicBezTo>
                <a:cubicBezTo>
                  <a:pt x="483" y="125"/>
                  <a:pt x="483" y="125"/>
                  <a:pt x="483" y="125"/>
                </a:cubicBezTo>
                <a:cubicBezTo>
                  <a:pt x="580" y="221"/>
                  <a:pt x="580" y="221"/>
                  <a:pt x="580" y="221"/>
                </a:cubicBezTo>
                <a:lnTo>
                  <a:pt x="190" y="611"/>
                </a:lnTo>
                <a:close/>
                <a:moveTo>
                  <a:pt x="38" y="667"/>
                </a:moveTo>
                <a:lnTo>
                  <a:pt x="38" y="667"/>
                </a:lnTo>
                <a:cubicBezTo>
                  <a:pt x="79" y="542"/>
                  <a:pt x="79" y="542"/>
                  <a:pt x="79" y="542"/>
                </a:cubicBezTo>
                <a:cubicBezTo>
                  <a:pt x="163" y="625"/>
                  <a:pt x="163" y="625"/>
                  <a:pt x="163" y="625"/>
                </a:cubicBezTo>
                <a:lnTo>
                  <a:pt x="38" y="667"/>
                </a:lnTo>
                <a:close/>
                <a:moveTo>
                  <a:pt x="601" y="201"/>
                </a:moveTo>
                <a:lnTo>
                  <a:pt x="601" y="201"/>
                </a:lnTo>
                <a:cubicBezTo>
                  <a:pt x="505" y="104"/>
                  <a:pt x="505" y="104"/>
                  <a:pt x="505" y="104"/>
                </a:cubicBezTo>
                <a:cubicBezTo>
                  <a:pt x="571" y="37"/>
                  <a:pt x="571" y="37"/>
                  <a:pt x="571" y="37"/>
                </a:cubicBezTo>
                <a:cubicBezTo>
                  <a:pt x="668" y="133"/>
                  <a:pt x="668" y="133"/>
                  <a:pt x="668" y="133"/>
                </a:cubicBezTo>
                <a:lnTo>
                  <a:pt x="601" y="201"/>
                </a:lnTo>
                <a:close/>
              </a:path>
            </a:pathLst>
          </a:custGeom>
          <a:solidFill>
            <a:schemeClr val="accent4"/>
          </a:solidFill>
          <a:ln>
            <a:noFill/>
          </a:ln>
          <a:effectLst/>
        </p:spPr>
        <p:txBody>
          <a:bodyPr wrap="none" anchor="ctr"/>
          <a:lstStyle/>
          <a:p>
            <a:endParaRPr lang="da-DK"/>
          </a:p>
        </p:txBody>
      </p:sp>
      <p:grpSp>
        <p:nvGrpSpPr>
          <p:cNvPr id="633" name="Group 637">
            <a:extLst>
              <a:ext uri="{FF2B5EF4-FFF2-40B4-BE49-F238E27FC236}">
                <a16:creationId xmlns:a16="http://schemas.microsoft.com/office/drawing/2014/main" id="{42A92811-0925-CFF3-AE68-7DA680F1A10F}"/>
              </a:ext>
            </a:extLst>
          </p:cNvPr>
          <p:cNvGrpSpPr/>
          <p:nvPr/>
        </p:nvGrpSpPr>
        <p:grpSpPr>
          <a:xfrm>
            <a:off x="6283449" y="4669259"/>
            <a:ext cx="242887" cy="242888"/>
            <a:chOff x="5141913" y="4997450"/>
            <a:chExt cx="242887" cy="242888"/>
          </a:xfrm>
          <a:solidFill>
            <a:schemeClr val="accent4"/>
          </a:solidFill>
        </p:grpSpPr>
        <p:sp>
          <p:nvSpPr>
            <p:cNvPr id="634" name="Freeform 526">
              <a:extLst>
                <a:ext uri="{FF2B5EF4-FFF2-40B4-BE49-F238E27FC236}">
                  <a16:creationId xmlns:a16="http://schemas.microsoft.com/office/drawing/2014/main" id="{B27B6357-4012-3921-AC4C-17B7C4432491}"/>
                </a:ext>
              </a:extLst>
            </p:cNvPr>
            <p:cNvSpPr>
              <a:spLocks noChangeArrowheads="1"/>
            </p:cNvSpPr>
            <p:nvPr/>
          </p:nvSpPr>
          <p:spPr bwMode="auto">
            <a:xfrm>
              <a:off x="5141913" y="4997450"/>
              <a:ext cx="242887" cy="242888"/>
            </a:xfrm>
            <a:custGeom>
              <a:avLst/>
              <a:gdLst>
                <a:gd name="T0" fmla="*/ 336 w 673"/>
                <a:gd name="T1" fmla="*/ 674 h 675"/>
                <a:gd name="T2" fmla="*/ 336 w 673"/>
                <a:gd name="T3" fmla="*/ 674 h 675"/>
                <a:gd name="T4" fmla="*/ 672 w 673"/>
                <a:gd name="T5" fmla="*/ 337 h 675"/>
                <a:gd name="T6" fmla="*/ 336 w 673"/>
                <a:gd name="T7" fmla="*/ 0 h 675"/>
                <a:gd name="T8" fmla="*/ 0 w 673"/>
                <a:gd name="T9" fmla="*/ 337 h 675"/>
                <a:gd name="T10" fmla="*/ 336 w 673"/>
                <a:gd name="T11" fmla="*/ 674 h 675"/>
                <a:gd name="T12" fmla="*/ 119 w 673"/>
                <a:gd name="T13" fmla="*/ 119 h 675"/>
                <a:gd name="T14" fmla="*/ 119 w 673"/>
                <a:gd name="T15" fmla="*/ 119 h 675"/>
                <a:gd name="T16" fmla="*/ 336 w 673"/>
                <a:gd name="T17" fmla="*/ 30 h 675"/>
                <a:gd name="T18" fmla="*/ 553 w 673"/>
                <a:gd name="T19" fmla="*/ 119 h 675"/>
                <a:gd name="T20" fmla="*/ 643 w 673"/>
                <a:gd name="T21" fmla="*/ 337 h 675"/>
                <a:gd name="T22" fmla="*/ 553 w 673"/>
                <a:gd name="T23" fmla="*/ 554 h 675"/>
                <a:gd name="T24" fmla="*/ 336 w 673"/>
                <a:gd name="T25" fmla="*/ 645 h 675"/>
                <a:gd name="T26" fmla="*/ 119 w 673"/>
                <a:gd name="T27" fmla="*/ 554 h 675"/>
                <a:gd name="T28" fmla="*/ 28 w 673"/>
                <a:gd name="T29" fmla="*/ 337 h 675"/>
                <a:gd name="T30" fmla="*/ 119 w 673"/>
                <a:gd name="T31" fmla="*/ 119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73" h="675">
                  <a:moveTo>
                    <a:pt x="336" y="674"/>
                  </a:moveTo>
                  <a:lnTo>
                    <a:pt x="336" y="674"/>
                  </a:lnTo>
                  <a:cubicBezTo>
                    <a:pt x="523" y="674"/>
                    <a:pt x="672" y="523"/>
                    <a:pt x="672" y="337"/>
                  </a:cubicBezTo>
                  <a:cubicBezTo>
                    <a:pt x="672" y="151"/>
                    <a:pt x="523" y="0"/>
                    <a:pt x="336" y="0"/>
                  </a:cubicBezTo>
                  <a:cubicBezTo>
                    <a:pt x="151" y="0"/>
                    <a:pt x="0" y="151"/>
                    <a:pt x="0" y="337"/>
                  </a:cubicBezTo>
                  <a:cubicBezTo>
                    <a:pt x="0" y="523"/>
                    <a:pt x="151" y="674"/>
                    <a:pt x="336" y="674"/>
                  </a:cubicBezTo>
                  <a:close/>
                  <a:moveTo>
                    <a:pt x="119" y="119"/>
                  </a:moveTo>
                  <a:lnTo>
                    <a:pt x="119" y="119"/>
                  </a:lnTo>
                  <a:cubicBezTo>
                    <a:pt x="174" y="64"/>
                    <a:pt x="251" y="30"/>
                    <a:pt x="336" y="30"/>
                  </a:cubicBezTo>
                  <a:cubicBezTo>
                    <a:pt x="421" y="30"/>
                    <a:pt x="498" y="64"/>
                    <a:pt x="553" y="119"/>
                  </a:cubicBezTo>
                  <a:cubicBezTo>
                    <a:pt x="609" y="175"/>
                    <a:pt x="643" y="252"/>
                    <a:pt x="643" y="337"/>
                  </a:cubicBezTo>
                  <a:cubicBezTo>
                    <a:pt x="643" y="422"/>
                    <a:pt x="609" y="499"/>
                    <a:pt x="553" y="554"/>
                  </a:cubicBezTo>
                  <a:cubicBezTo>
                    <a:pt x="498" y="610"/>
                    <a:pt x="421" y="645"/>
                    <a:pt x="336" y="645"/>
                  </a:cubicBezTo>
                  <a:cubicBezTo>
                    <a:pt x="251" y="645"/>
                    <a:pt x="174" y="610"/>
                    <a:pt x="119" y="554"/>
                  </a:cubicBezTo>
                  <a:cubicBezTo>
                    <a:pt x="63" y="499"/>
                    <a:pt x="28" y="422"/>
                    <a:pt x="28" y="337"/>
                  </a:cubicBezTo>
                  <a:cubicBezTo>
                    <a:pt x="28" y="252"/>
                    <a:pt x="63" y="175"/>
                    <a:pt x="11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7">
              <a:extLst>
                <a:ext uri="{FF2B5EF4-FFF2-40B4-BE49-F238E27FC236}">
                  <a16:creationId xmlns:a16="http://schemas.microsoft.com/office/drawing/2014/main" id="{D469DC9D-B330-3AFE-1E47-7C2F7231FDFB}"/>
                </a:ext>
              </a:extLst>
            </p:cNvPr>
            <p:cNvSpPr>
              <a:spLocks noChangeArrowheads="1"/>
            </p:cNvSpPr>
            <p:nvPr/>
          </p:nvSpPr>
          <p:spPr bwMode="auto">
            <a:xfrm>
              <a:off x="5203825" y="5154613"/>
              <a:ext cx="115888" cy="33337"/>
            </a:xfrm>
            <a:custGeom>
              <a:avLst/>
              <a:gdLst>
                <a:gd name="T0" fmla="*/ 6 w 322"/>
                <a:gd name="T1" fmla="*/ 6 h 92"/>
                <a:gd name="T2" fmla="*/ 6 w 322"/>
                <a:gd name="T3" fmla="*/ 6 h 92"/>
                <a:gd name="T4" fmla="*/ 6 w 322"/>
                <a:gd name="T5" fmla="*/ 28 h 92"/>
                <a:gd name="T6" fmla="*/ 161 w 322"/>
                <a:gd name="T7" fmla="*/ 91 h 92"/>
                <a:gd name="T8" fmla="*/ 316 w 322"/>
                <a:gd name="T9" fmla="*/ 28 h 92"/>
                <a:gd name="T10" fmla="*/ 316 w 322"/>
                <a:gd name="T11" fmla="*/ 6 h 92"/>
                <a:gd name="T12" fmla="*/ 295 w 322"/>
                <a:gd name="T13" fmla="*/ 6 h 92"/>
                <a:gd name="T14" fmla="*/ 295 w 322"/>
                <a:gd name="T15" fmla="*/ 6 h 92"/>
                <a:gd name="T16" fmla="*/ 161 w 322"/>
                <a:gd name="T17" fmla="*/ 62 h 92"/>
                <a:gd name="T18" fmla="*/ 26 w 322"/>
                <a:gd name="T19" fmla="*/ 6 h 92"/>
                <a:gd name="T20" fmla="*/ 6 w 322"/>
                <a:gd name="T21" fmla="*/ 6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22" h="92">
                  <a:moveTo>
                    <a:pt x="6" y="6"/>
                  </a:moveTo>
                  <a:lnTo>
                    <a:pt x="6" y="6"/>
                  </a:lnTo>
                  <a:cubicBezTo>
                    <a:pt x="0" y="12"/>
                    <a:pt x="0" y="21"/>
                    <a:pt x="6" y="28"/>
                  </a:cubicBezTo>
                  <a:cubicBezTo>
                    <a:pt x="46" y="66"/>
                    <a:pt x="100" y="91"/>
                    <a:pt x="161" y="91"/>
                  </a:cubicBezTo>
                  <a:cubicBezTo>
                    <a:pt x="221" y="91"/>
                    <a:pt x="276" y="66"/>
                    <a:pt x="316" y="28"/>
                  </a:cubicBezTo>
                  <a:cubicBezTo>
                    <a:pt x="321" y="21"/>
                    <a:pt x="321" y="12"/>
                    <a:pt x="316" y="6"/>
                  </a:cubicBezTo>
                  <a:cubicBezTo>
                    <a:pt x="310" y="0"/>
                    <a:pt x="301" y="0"/>
                    <a:pt x="295" y="6"/>
                  </a:cubicBezTo>
                  <a:lnTo>
                    <a:pt x="295" y="6"/>
                  </a:lnTo>
                  <a:cubicBezTo>
                    <a:pt x="261" y="41"/>
                    <a:pt x="213" y="62"/>
                    <a:pt x="161" y="62"/>
                  </a:cubicBezTo>
                  <a:cubicBezTo>
                    <a:pt x="109" y="62"/>
                    <a:pt x="61" y="41"/>
                    <a:pt x="26" y="6"/>
                  </a:cubicBezTo>
                  <a:cubicBezTo>
                    <a:pt x="21" y="0"/>
                    <a:pt x="11" y="0"/>
                    <a:pt x="6"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8">
              <a:extLst>
                <a:ext uri="{FF2B5EF4-FFF2-40B4-BE49-F238E27FC236}">
                  <a16:creationId xmlns:a16="http://schemas.microsoft.com/office/drawing/2014/main" id="{7CE611A5-D17C-E1B5-EC20-F8DA44821424}"/>
                </a:ext>
              </a:extLst>
            </p:cNvPr>
            <p:cNvSpPr>
              <a:spLocks noChangeArrowheads="1"/>
            </p:cNvSpPr>
            <p:nvPr/>
          </p:nvSpPr>
          <p:spPr bwMode="auto">
            <a:xfrm>
              <a:off x="5203825" y="5083175"/>
              <a:ext cx="20638" cy="22225"/>
            </a:xfrm>
            <a:custGeom>
              <a:avLst/>
              <a:gdLst>
                <a:gd name="T0" fmla="*/ 29 w 59"/>
                <a:gd name="T1" fmla="*/ 59 h 60"/>
                <a:gd name="T2" fmla="*/ 29 w 59"/>
                <a:gd name="T3" fmla="*/ 59 h 60"/>
                <a:gd name="T4" fmla="*/ 58 w 59"/>
                <a:gd name="T5" fmla="*/ 29 h 60"/>
                <a:gd name="T6" fmla="*/ 29 w 59"/>
                <a:gd name="T7" fmla="*/ 0 h 60"/>
                <a:gd name="T8" fmla="*/ 0 w 59"/>
                <a:gd name="T9" fmla="*/ 29 h 60"/>
                <a:gd name="T10" fmla="*/ 29 w 59"/>
                <a:gd name="T11" fmla="*/ 59 h 60"/>
              </a:gdLst>
              <a:ahLst/>
              <a:cxnLst>
                <a:cxn ang="0">
                  <a:pos x="T0" y="T1"/>
                </a:cxn>
                <a:cxn ang="0">
                  <a:pos x="T2" y="T3"/>
                </a:cxn>
                <a:cxn ang="0">
                  <a:pos x="T4" y="T5"/>
                </a:cxn>
                <a:cxn ang="0">
                  <a:pos x="T6" y="T7"/>
                </a:cxn>
                <a:cxn ang="0">
                  <a:pos x="T8" y="T9"/>
                </a:cxn>
                <a:cxn ang="0">
                  <a:pos x="T10" y="T11"/>
                </a:cxn>
              </a:cxnLst>
              <a:rect l="0" t="0" r="r" b="b"/>
              <a:pathLst>
                <a:path w="59" h="60">
                  <a:moveTo>
                    <a:pt x="29" y="59"/>
                  </a:moveTo>
                  <a:lnTo>
                    <a:pt x="29" y="59"/>
                  </a:lnTo>
                  <a:cubicBezTo>
                    <a:pt x="46" y="59"/>
                    <a:pt x="58" y="46"/>
                    <a:pt x="58" y="29"/>
                  </a:cubicBezTo>
                  <a:cubicBezTo>
                    <a:pt x="58" y="14"/>
                    <a:pt x="46" y="0"/>
                    <a:pt x="29" y="0"/>
                  </a:cubicBezTo>
                  <a:cubicBezTo>
                    <a:pt x="13" y="0"/>
                    <a:pt x="0" y="14"/>
                    <a:pt x="0" y="29"/>
                  </a:cubicBezTo>
                  <a:cubicBezTo>
                    <a:pt x="0" y="46"/>
                    <a:pt x="13"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7" name="Freeform 529">
              <a:extLst>
                <a:ext uri="{FF2B5EF4-FFF2-40B4-BE49-F238E27FC236}">
                  <a16:creationId xmlns:a16="http://schemas.microsoft.com/office/drawing/2014/main" id="{89B10261-5404-6191-5D9C-6655EC8E995F}"/>
                </a:ext>
              </a:extLst>
            </p:cNvPr>
            <p:cNvSpPr>
              <a:spLocks noChangeArrowheads="1"/>
            </p:cNvSpPr>
            <p:nvPr/>
          </p:nvSpPr>
          <p:spPr bwMode="auto">
            <a:xfrm>
              <a:off x="5299075" y="5083175"/>
              <a:ext cx="20638" cy="22225"/>
            </a:xfrm>
            <a:custGeom>
              <a:avLst/>
              <a:gdLst>
                <a:gd name="T0" fmla="*/ 29 w 58"/>
                <a:gd name="T1" fmla="*/ 59 h 60"/>
                <a:gd name="T2" fmla="*/ 29 w 58"/>
                <a:gd name="T3" fmla="*/ 59 h 60"/>
                <a:gd name="T4" fmla="*/ 57 w 58"/>
                <a:gd name="T5" fmla="*/ 29 h 60"/>
                <a:gd name="T6" fmla="*/ 29 w 58"/>
                <a:gd name="T7" fmla="*/ 0 h 60"/>
                <a:gd name="T8" fmla="*/ 0 w 58"/>
                <a:gd name="T9" fmla="*/ 29 h 60"/>
                <a:gd name="T10" fmla="*/ 29 w 58"/>
                <a:gd name="T11" fmla="*/ 59 h 60"/>
              </a:gdLst>
              <a:ahLst/>
              <a:cxnLst>
                <a:cxn ang="0">
                  <a:pos x="T0" y="T1"/>
                </a:cxn>
                <a:cxn ang="0">
                  <a:pos x="T2" y="T3"/>
                </a:cxn>
                <a:cxn ang="0">
                  <a:pos x="T4" y="T5"/>
                </a:cxn>
                <a:cxn ang="0">
                  <a:pos x="T6" y="T7"/>
                </a:cxn>
                <a:cxn ang="0">
                  <a:pos x="T8" y="T9"/>
                </a:cxn>
                <a:cxn ang="0">
                  <a:pos x="T10" y="T11"/>
                </a:cxn>
              </a:cxnLst>
              <a:rect l="0" t="0" r="r" b="b"/>
              <a:pathLst>
                <a:path w="58" h="60">
                  <a:moveTo>
                    <a:pt x="29" y="59"/>
                  </a:moveTo>
                  <a:lnTo>
                    <a:pt x="29" y="59"/>
                  </a:lnTo>
                  <a:cubicBezTo>
                    <a:pt x="45" y="59"/>
                    <a:pt x="57" y="46"/>
                    <a:pt x="57" y="29"/>
                  </a:cubicBezTo>
                  <a:cubicBezTo>
                    <a:pt x="57" y="14"/>
                    <a:pt x="45" y="0"/>
                    <a:pt x="29" y="0"/>
                  </a:cubicBezTo>
                  <a:cubicBezTo>
                    <a:pt x="12" y="0"/>
                    <a:pt x="0" y="14"/>
                    <a:pt x="0" y="29"/>
                  </a:cubicBezTo>
                  <a:cubicBezTo>
                    <a:pt x="0" y="46"/>
                    <a:pt x="12"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8" name="Group 642">
            <a:extLst>
              <a:ext uri="{FF2B5EF4-FFF2-40B4-BE49-F238E27FC236}">
                <a16:creationId xmlns:a16="http://schemas.microsoft.com/office/drawing/2014/main" id="{5488ABA9-E9A7-EE9B-F6C2-0AF6FBA1DDF6}"/>
              </a:ext>
            </a:extLst>
          </p:cNvPr>
          <p:cNvGrpSpPr/>
          <p:nvPr/>
        </p:nvGrpSpPr>
        <p:grpSpPr>
          <a:xfrm>
            <a:off x="6700961" y="6123410"/>
            <a:ext cx="357188" cy="314325"/>
            <a:chOff x="5559425" y="6469063"/>
            <a:chExt cx="357188" cy="314325"/>
          </a:xfrm>
          <a:solidFill>
            <a:schemeClr val="accent4"/>
          </a:solidFill>
        </p:grpSpPr>
        <p:sp>
          <p:nvSpPr>
            <p:cNvPr id="639" name="Freeform 530">
              <a:extLst>
                <a:ext uri="{FF2B5EF4-FFF2-40B4-BE49-F238E27FC236}">
                  <a16:creationId xmlns:a16="http://schemas.microsoft.com/office/drawing/2014/main" id="{68603C3A-0BC1-58F7-7F67-512C37BA3D6C}"/>
                </a:ext>
              </a:extLst>
            </p:cNvPr>
            <p:cNvSpPr>
              <a:spLocks noChangeArrowheads="1"/>
            </p:cNvSpPr>
            <p:nvPr/>
          </p:nvSpPr>
          <p:spPr bwMode="auto">
            <a:xfrm>
              <a:off x="5673725" y="6545263"/>
              <a:ext cx="128588" cy="63500"/>
            </a:xfrm>
            <a:custGeom>
              <a:avLst/>
              <a:gdLst>
                <a:gd name="T0" fmla="*/ 328 w 357"/>
                <a:gd name="T1" fmla="*/ 160 h 176"/>
                <a:gd name="T2" fmla="*/ 328 w 357"/>
                <a:gd name="T3" fmla="*/ 160 h 176"/>
                <a:gd name="T4" fmla="*/ 343 w 357"/>
                <a:gd name="T5" fmla="*/ 175 h 176"/>
                <a:gd name="T6" fmla="*/ 356 w 357"/>
                <a:gd name="T7" fmla="*/ 160 h 176"/>
                <a:gd name="T8" fmla="*/ 356 w 357"/>
                <a:gd name="T9" fmla="*/ 115 h 176"/>
                <a:gd name="T10" fmla="*/ 241 w 357"/>
                <a:gd name="T11" fmla="*/ 0 h 176"/>
                <a:gd name="T12" fmla="*/ 241 w 357"/>
                <a:gd name="T13" fmla="*/ 0 h 176"/>
                <a:gd name="T14" fmla="*/ 219 w 357"/>
                <a:gd name="T15" fmla="*/ 11 h 176"/>
                <a:gd name="T16" fmla="*/ 178 w 357"/>
                <a:gd name="T17" fmla="*/ 31 h 176"/>
                <a:gd name="T18" fmla="*/ 137 w 357"/>
                <a:gd name="T19" fmla="*/ 11 h 176"/>
                <a:gd name="T20" fmla="*/ 115 w 357"/>
                <a:gd name="T21" fmla="*/ 0 h 176"/>
                <a:gd name="T22" fmla="*/ 115 w 357"/>
                <a:gd name="T23" fmla="*/ 0 h 176"/>
                <a:gd name="T24" fmla="*/ 0 w 357"/>
                <a:gd name="T25" fmla="*/ 115 h 176"/>
                <a:gd name="T26" fmla="*/ 0 w 357"/>
                <a:gd name="T27" fmla="*/ 160 h 176"/>
                <a:gd name="T28" fmla="*/ 15 w 357"/>
                <a:gd name="T29" fmla="*/ 175 h 176"/>
                <a:gd name="T30" fmla="*/ 30 w 357"/>
                <a:gd name="T31" fmla="*/ 160 h 176"/>
                <a:gd name="T32" fmla="*/ 30 w 357"/>
                <a:gd name="T33" fmla="*/ 160 h 176"/>
                <a:gd name="T34" fmla="*/ 30 w 357"/>
                <a:gd name="T35" fmla="*/ 115 h 176"/>
                <a:gd name="T36" fmla="*/ 54 w 357"/>
                <a:gd name="T37" fmla="*/ 53 h 176"/>
                <a:gd name="T38" fmla="*/ 113 w 357"/>
                <a:gd name="T39" fmla="*/ 29 h 176"/>
                <a:gd name="T40" fmla="*/ 178 w 357"/>
                <a:gd name="T41" fmla="*/ 61 h 176"/>
                <a:gd name="T42" fmla="*/ 242 w 357"/>
                <a:gd name="T43" fmla="*/ 29 h 176"/>
                <a:gd name="T44" fmla="*/ 303 w 357"/>
                <a:gd name="T45" fmla="*/ 53 h 176"/>
                <a:gd name="T46" fmla="*/ 328 w 357"/>
                <a:gd name="T47" fmla="*/ 115 h 176"/>
                <a:gd name="T48" fmla="*/ 328 w 357"/>
                <a:gd name="T49" fmla="*/ 160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7" h="176">
                  <a:moveTo>
                    <a:pt x="328" y="160"/>
                  </a:moveTo>
                  <a:lnTo>
                    <a:pt x="328" y="160"/>
                  </a:lnTo>
                  <a:cubicBezTo>
                    <a:pt x="328" y="169"/>
                    <a:pt x="334" y="175"/>
                    <a:pt x="343" y="175"/>
                  </a:cubicBezTo>
                  <a:cubicBezTo>
                    <a:pt x="351" y="175"/>
                    <a:pt x="356" y="169"/>
                    <a:pt x="356" y="160"/>
                  </a:cubicBezTo>
                  <a:cubicBezTo>
                    <a:pt x="356" y="115"/>
                    <a:pt x="356" y="115"/>
                    <a:pt x="356" y="115"/>
                  </a:cubicBezTo>
                  <a:cubicBezTo>
                    <a:pt x="356" y="50"/>
                    <a:pt x="306" y="0"/>
                    <a:pt x="241" y="0"/>
                  </a:cubicBezTo>
                  <a:lnTo>
                    <a:pt x="241" y="0"/>
                  </a:lnTo>
                  <a:cubicBezTo>
                    <a:pt x="232" y="0"/>
                    <a:pt x="225" y="4"/>
                    <a:pt x="219" y="11"/>
                  </a:cubicBezTo>
                  <a:cubicBezTo>
                    <a:pt x="211" y="23"/>
                    <a:pt x="196" y="31"/>
                    <a:pt x="178" y="31"/>
                  </a:cubicBezTo>
                  <a:cubicBezTo>
                    <a:pt x="161" y="31"/>
                    <a:pt x="146" y="23"/>
                    <a:pt x="137" y="11"/>
                  </a:cubicBezTo>
                  <a:cubicBezTo>
                    <a:pt x="133" y="4"/>
                    <a:pt x="124" y="0"/>
                    <a:pt x="115" y="0"/>
                  </a:cubicBezTo>
                  <a:lnTo>
                    <a:pt x="115" y="0"/>
                  </a:lnTo>
                  <a:cubicBezTo>
                    <a:pt x="52" y="0"/>
                    <a:pt x="0" y="50"/>
                    <a:pt x="0" y="115"/>
                  </a:cubicBezTo>
                  <a:cubicBezTo>
                    <a:pt x="0" y="160"/>
                    <a:pt x="0" y="160"/>
                    <a:pt x="0" y="160"/>
                  </a:cubicBezTo>
                  <a:cubicBezTo>
                    <a:pt x="0" y="169"/>
                    <a:pt x="6" y="175"/>
                    <a:pt x="15" y="175"/>
                  </a:cubicBezTo>
                  <a:cubicBezTo>
                    <a:pt x="23" y="175"/>
                    <a:pt x="30" y="169"/>
                    <a:pt x="30" y="160"/>
                  </a:cubicBezTo>
                  <a:lnTo>
                    <a:pt x="30" y="160"/>
                  </a:lnTo>
                  <a:cubicBezTo>
                    <a:pt x="30" y="115"/>
                    <a:pt x="30" y="115"/>
                    <a:pt x="30" y="115"/>
                  </a:cubicBezTo>
                  <a:cubicBezTo>
                    <a:pt x="30" y="90"/>
                    <a:pt x="39" y="70"/>
                    <a:pt x="54" y="53"/>
                  </a:cubicBezTo>
                  <a:cubicBezTo>
                    <a:pt x="70" y="38"/>
                    <a:pt x="90" y="29"/>
                    <a:pt x="113" y="29"/>
                  </a:cubicBezTo>
                  <a:cubicBezTo>
                    <a:pt x="129" y="48"/>
                    <a:pt x="152" y="61"/>
                    <a:pt x="178" y="61"/>
                  </a:cubicBezTo>
                  <a:cubicBezTo>
                    <a:pt x="205" y="61"/>
                    <a:pt x="229" y="48"/>
                    <a:pt x="242" y="29"/>
                  </a:cubicBezTo>
                  <a:cubicBezTo>
                    <a:pt x="266" y="29"/>
                    <a:pt x="286" y="38"/>
                    <a:pt x="303" y="53"/>
                  </a:cubicBezTo>
                  <a:cubicBezTo>
                    <a:pt x="318" y="70"/>
                    <a:pt x="328" y="90"/>
                    <a:pt x="328" y="115"/>
                  </a:cubicBezTo>
                  <a:lnTo>
                    <a:pt x="328" y="16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31">
              <a:extLst>
                <a:ext uri="{FF2B5EF4-FFF2-40B4-BE49-F238E27FC236}">
                  <a16:creationId xmlns:a16="http://schemas.microsoft.com/office/drawing/2014/main" id="{064E47EA-8F1E-901E-1726-A4EC7CF09EEE}"/>
                </a:ext>
              </a:extLst>
            </p:cNvPr>
            <p:cNvSpPr>
              <a:spLocks noChangeArrowheads="1"/>
            </p:cNvSpPr>
            <p:nvPr/>
          </p:nvSpPr>
          <p:spPr bwMode="auto">
            <a:xfrm>
              <a:off x="5708650" y="6469063"/>
              <a:ext cx="58738" cy="69850"/>
            </a:xfrm>
            <a:custGeom>
              <a:avLst/>
              <a:gdLst>
                <a:gd name="T0" fmla="*/ 80 w 162"/>
                <a:gd name="T1" fmla="*/ 0 h 194"/>
                <a:gd name="T2" fmla="*/ 80 w 162"/>
                <a:gd name="T3" fmla="*/ 0 h 194"/>
                <a:gd name="T4" fmla="*/ 0 w 162"/>
                <a:gd name="T5" fmla="*/ 81 h 194"/>
                <a:gd name="T6" fmla="*/ 0 w 162"/>
                <a:gd name="T7" fmla="*/ 114 h 194"/>
                <a:gd name="T8" fmla="*/ 80 w 162"/>
                <a:gd name="T9" fmla="*/ 193 h 194"/>
                <a:gd name="T10" fmla="*/ 161 w 162"/>
                <a:gd name="T11" fmla="*/ 114 h 194"/>
                <a:gd name="T12" fmla="*/ 161 w 162"/>
                <a:gd name="T13" fmla="*/ 81 h 194"/>
                <a:gd name="T14" fmla="*/ 80 w 162"/>
                <a:gd name="T15" fmla="*/ 0 h 194"/>
                <a:gd name="T16" fmla="*/ 131 w 162"/>
                <a:gd name="T17" fmla="*/ 114 h 194"/>
                <a:gd name="T18" fmla="*/ 131 w 162"/>
                <a:gd name="T19" fmla="*/ 114 h 194"/>
                <a:gd name="T20" fmla="*/ 80 w 162"/>
                <a:gd name="T21" fmla="*/ 164 h 194"/>
                <a:gd name="T22" fmla="*/ 29 w 162"/>
                <a:gd name="T23" fmla="*/ 114 h 194"/>
                <a:gd name="T24" fmla="*/ 29 w 162"/>
                <a:gd name="T25" fmla="*/ 81 h 194"/>
                <a:gd name="T26" fmla="*/ 80 w 162"/>
                <a:gd name="T27" fmla="*/ 30 h 194"/>
                <a:gd name="T28" fmla="*/ 131 w 162"/>
                <a:gd name="T29" fmla="*/ 81 h 194"/>
                <a:gd name="T30" fmla="*/ 131 w 162"/>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0" y="0"/>
                  </a:moveTo>
                  <a:lnTo>
                    <a:pt x="80" y="0"/>
                  </a:lnTo>
                  <a:cubicBezTo>
                    <a:pt x="36" y="0"/>
                    <a:pt x="0" y="37"/>
                    <a:pt x="0" y="81"/>
                  </a:cubicBezTo>
                  <a:cubicBezTo>
                    <a:pt x="0" y="114"/>
                    <a:pt x="0" y="114"/>
                    <a:pt x="0" y="114"/>
                  </a:cubicBezTo>
                  <a:cubicBezTo>
                    <a:pt x="0" y="157"/>
                    <a:pt x="36" y="193"/>
                    <a:pt x="80" y="193"/>
                  </a:cubicBezTo>
                  <a:cubicBezTo>
                    <a:pt x="125" y="193"/>
                    <a:pt x="161" y="157"/>
                    <a:pt x="161" y="114"/>
                  </a:cubicBezTo>
                  <a:cubicBezTo>
                    <a:pt x="161" y="81"/>
                    <a:pt x="161" y="81"/>
                    <a:pt x="161" y="81"/>
                  </a:cubicBezTo>
                  <a:cubicBezTo>
                    <a:pt x="161" y="37"/>
                    <a:pt x="125" y="0"/>
                    <a:pt x="80" y="0"/>
                  </a:cubicBezTo>
                  <a:close/>
                  <a:moveTo>
                    <a:pt x="131" y="114"/>
                  </a:moveTo>
                  <a:lnTo>
                    <a:pt x="131" y="114"/>
                  </a:lnTo>
                  <a:cubicBezTo>
                    <a:pt x="131" y="141"/>
                    <a:pt x="109" y="164"/>
                    <a:pt x="80" y="164"/>
                  </a:cubicBezTo>
                  <a:cubicBezTo>
                    <a:pt x="53" y="164"/>
                    <a:pt x="29" y="141"/>
                    <a:pt x="29" y="114"/>
                  </a:cubicBezTo>
                  <a:cubicBezTo>
                    <a:pt x="29" y="81"/>
                    <a:pt x="29" y="81"/>
                    <a:pt x="29" y="81"/>
                  </a:cubicBezTo>
                  <a:cubicBezTo>
                    <a:pt x="29" y="52"/>
                    <a:pt x="53"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32">
              <a:extLst>
                <a:ext uri="{FF2B5EF4-FFF2-40B4-BE49-F238E27FC236}">
                  <a16:creationId xmlns:a16="http://schemas.microsoft.com/office/drawing/2014/main" id="{862ECF33-B58A-B80B-3501-74D484A820AF}"/>
                </a:ext>
              </a:extLst>
            </p:cNvPr>
            <p:cNvSpPr>
              <a:spLocks noChangeArrowheads="1"/>
            </p:cNvSpPr>
            <p:nvPr/>
          </p:nvSpPr>
          <p:spPr bwMode="auto">
            <a:xfrm>
              <a:off x="5594350" y="6642100"/>
              <a:ext cx="58738" cy="69850"/>
            </a:xfrm>
            <a:custGeom>
              <a:avLst/>
              <a:gdLst>
                <a:gd name="T0" fmla="*/ 80 w 161"/>
                <a:gd name="T1" fmla="*/ 0 h 194"/>
                <a:gd name="T2" fmla="*/ 80 w 161"/>
                <a:gd name="T3" fmla="*/ 0 h 194"/>
                <a:gd name="T4" fmla="*/ 0 w 161"/>
                <a:gd name="T5" fmla="*/ 81 h 194"/>
                <a:gd name="T6" fmla="*/ 0 w 161"/>
                <a:gd name="T7" fmla="*/ 114 h 194"/>
                <a:gd name="T8" fmla="*/ 80 w 161"/>
                <a:gd name="T9" fmla="*/ 193 h 194"/>
                <a:gd name="T10" fmla="*/ 160 w 161"/>
                <a:gd name="T11" fmla="*/ 114 h 194"/>
                <a:gd name="T12" fmla="*/ 160 w 161"/>
                <a:gd name="T13" fmla="*/ 81 h 194"/>
                <a:gd name="T14" fmla="*/ 80 w 161"/>
                <a:gd name="T15" fmla="*/ 0 h 194"/>
                <a:gd name="T16" fmla="*/ 131 w 161"/>
                <a:gd name="T17" fmla="*/ 114 h 194"/>
                <a:gd name="T18" fmla="*/ 131 w 161"/>
                <a:gd name="T19" fmla="*/ 114 h 194"/>
                <a:gd name="T20" fmla="*/ 80 w 161"/>
                <a:gd name="T21" fmla="*/ 164 h 194"/>
                <a:gd name="T22" fmla="*/ 29 w 161"/>
                <a:gd name="T23" fmla="*/ 114 h 194"/>
                <a:gd name="T24" fmla="*/ 29 w 161"/>
                <a:gd name="T25" fmla="*/ 81 h 194"/>
                <a:gd name="T26" fmla="*/ 80 w 161"/>
                <a:gd name="T27" fmla="*/ 30 h 194"/>
                <a:gd name="T28" fmla="*/ 131 w 161"/>
                <a:gd name="T29" fmla="*/ 81 h 194"/>
                <a:gd name="T30" fmla="*/ 131 w 161"/>
                <a:gd name="T31" fmla="*/ 114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1" h="194">
                  <a:moveTo>
                    <a:pt x="80" y="0"/>
                  </a:moveTo>
                  <a:lnTo>
                    <a:pt x="80" y="0"/>
                  </a:lnTo>
                  <a:cubicBezTo>
                    <a:pt x="36" y="0"/>
                    <a:pt x="0" y="37"/>
                    <a:pt x="0" y="81"/>
                  </a:cubicBezTo>
                  <a:cubicBezTo>
                    <a:pt x="0" y="114"/>
                    <a:pt x="0" y="114"/>
                    <a:pt x="0" y="114"/>
                  </a:cubicBezTo>
                  <a:cubicBezTo>
                    <a:pt x="0" y="158"/>
                    <a:pt x="36" y="193"/>
                    <a:pt x="80" y="193"/>
                  </a:cubicBezTo>
                  <a:cubicBezTo>
                    <a:pt x="124" y="193"/>
                    <a:pt x="160" y="158"/>
                    <a:pt x="160" y="114"/>
                  </a:cubicBezTo>
                  <a:cubicBezTo>
                    <a:pt x="160" y="81"/>
                    <a:pt x="160" y="81"/>
                    <a:pt x="160" y="81"/>
                  </a:cubicBezTo>
                  <a:cubicBezTo>
                    <a:pt x="160" y="37"/>
                    <a:pt x="124" y="0"/>
                    <a:pt x="80" y="0"/>
                  </a:cubicBezTo>
                  <a:close/>
                  <a:moveTo>
                    <a:pt x="131" y="114"/>
                  </a:moveTo>
                  <a:lnTo>
                    <a:pt x="131" y="114"/>
                  </a:lnTo>
                  <a:cubicBezTo>
                    <a:pt x="131" y="141"/>
                    <a:pt x="109" y="164"/>
                    <a:pt x="80" y="164"/>
                  </a:cubicBezTo>
                  <a:cubicBezTo>
                    <a:pt x="52" y="164"/>
                    <a:pt x="29" y="141"/>
                    <a:pt x="29" y="114"/>
                  </a:cubicBezTo>
                  <a:cubicBezTo>
                    <a:pt x="29" y="81"/>
                    <a:pt x="29" y="81"/>
                    <a:pt x="29" y="81"/>
                  </a:cubicBezTo>
                  <a:cubicBezTo>
                    <a:pt x="29" y="52"/>
                    <a:pt x="52" y="30"/>
                    <a:pt x="80" y="30"/>
                  </a:cubicBezTo>
                  <a:cubicBezTo>
                    <a:pt x="109" y="30"/>
                    <a:pt x="131" y="52"/>
                    <a:pt x="131" y="81"/>
                  </a:cubicBezTo>
                  <a:lnTo>
                    <a:pt x="131" y="1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3">
              <a:extLst>
                <a:ext uri="{FF2B5EF4-FFF2-40B4-BE49-F238E27FC236}">
                  <a16:creationId xmlns:a16="http://schemas.microsoft.com/office/drawing/2014/main" id="{A27ACA8C-501B-256E-C940-6F95F31AC976}"/>
                </a:ext>
              </a:extLst>
            </p:cNvPr>
            <p:cNvSpPr>
              <a:spLocks noChangeArrowheads="1"/>
            </p:cNvSpPr>
            <p:nvPr/>
          </p:nvSpPr>
          <p:spPr bwMode="auto">
            <a:xfrm>
              <a:off x="5559425" y="6719888"/>
              <a:ext cx="128588" cy="63500"/>
            </a:xfrm>
            <a:custGeom>
              <a:avLst/>
              <a:gdLst>
                <a:gd name="T0" fmla="*/ 242 w 358"/>
                <a:gd name="T1" fmla="*/ 0 h 177"/>
                <a:gd name="T2" fmla="*/ 242 w 358"/>
                <a:gd name="T3" fmla="*/ 0 h 177"/>
                <a:gd name="T4" fmla="*/ 242 w 358"/>
                <a:gd name="T5" fmla="*/ 0 h 177"/>
                <a:gd name="T6" fmla="*/ 220 w 358"/>
                <a:gd name="T7" fmla="*/ 11 h 177"/>
                <a:gd name="T8" fmla="*/ 179 w 358"/>
                <a:gd name="T9" fmla="*/ 31 h 177"/>
                <a:gd name="T10" fmla="*/ 138 w 358"/>
                <a:gd name="T11" fmla="*/ 11 h 177"/>
                <a:gd name="T12" fmla="*/ 116 w 358"/>
                <a:gd name="T13" fmla="*/ 0 h 177"/>
                <a:gd name="T14" fmla="*/ 116 w 358"/>
                <a:gd name="T15" fmla="*/ 0 h 177"/>
                <a:gd name="T16" fmla="*/ 0 w 358"/>
                <a:gd name="T17" fmla="*/ 115 h 177"/>
                <a:gd name="T18" fmla="*/ 0 w 358"/>
                <a:gd name="T19" fmla="*/ 160 h 177"/>
                <a:gd name="T20" fmla="*/ 16 w 358"/>
                <a:gd name="T21" fmla="*/ 176 h 177"/>
                <a:gd name="T22" fmla="*/ 29 w 358"/>
                <a:gd name="T23" fmla="*/ 160 h 177"/>
                <a:gd name="T24" fmla="*/ 29 w 358"/>
                <a:gd name="T25" fmla="*/ 160 h 177"/>
                <a:gd name="T26" fmla="*/ 29 w 358"/>
                <a:gd name="T27" fmla="*/ 115 h 177"/>
                <a:gd name="T28" fmla="*/ 55 w 358"/>
                <a:gd name="T29" fmla="*/ 53 h 177"/>
                <a:gd name="T30" fmla="*/ 114 w 358"/>
                <a:gd name="T31" fmla="*/ 29 h 177"/>
                <a:gd name="T32" fmla="*/ 179 w 358"/>
                <a:gd name="T33" fmla="*/ 62 h 177"/>
                <a:gd name="T34" fmla="*/ 243 w 358"/>
                <a:gd name="T35" fmla="*/ 29 h 177"/>
                <a:gd name="T36" fmla="*/ 302 w 358"/>
                <a:gd name="T37" fmla="*/ 53 h 177"/>
                <a:gd name="T38" fmla="*/ 329 w 358"/>
                <a:gd name="T39" fmla="*/ 115 h 177"/>
                <a:gd name="T40" fmla="*/ 329 w 358"/>
                <a:gd name="T41" fmla="*/ 160 h 177"/>
                <a:gd name="T42" fmla="*/ 342 w 358"/>
                <a:gd name="T43" fmla="*/ 176 h 177"/>
                <a:gd name="T44" fmla="*/ 357 w 358"/>
                <a:gd name="T45" fmla="*/ 160 h 177"/>
                <a:gd name="T46" fmla="*/ 357 w 358"/>
                <a:gd name="T47" fmla="*/ 115 h 177"/>
                <a:gd name="T48" fmla="*/ 242 w 358"/>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8" h="177">
                  <a:moveTo>
                    <a:pt x="242" y="0"/>
                  </a:moveTo>
                  <a:lnTo>
                    <a:pt x="242" y="0"/>
                  </a:lnTo>
                  <a:lnTo>
                    <a:pt x="242" y="0"/>
                  </a:lnTo>
                  <a:cubicBezTo>
                    <a:pt x="232" y="0"/>
                    <a:pt x="224" y="4"/>
                    <a:pt x="220" y="11"/>
                  </a:cubicBezTo>
                  <a:cubicBezTo>
                    <a:pt x="212" y="23"/>
                    <a:pt x="197" y="31"/>
                    <a:pt x="179" y="31"/>
                  </a:cubicBezTo>
                  <a:cubicBezTo>
                    <a:pt x="162" y="31"/>
                    <a:pt x="147" y="23"/>
                    <a:pt x="138" y="11"/>
                  </a:cubicBezTo>
                  <a:cubicBezTo>
                    <a:pt x="134" y="4"/>
                    <a:pt x="125" y="0"/>
                    <a:pt x="116" y="0"/>
                  </a:cubicBezTo>
                  <a:lnTo>
                    <a:pt x="116" y="0"/>
                  </a:lnTo>
                  <a:cubicBezTo>
                    <a:pt x="53" y="0"/>
                    <a:pt x="0" y="51"/>
                    <a:pt x="0" y="115"/>
                  </a:cubicBezTo>
                  <a:cubicBezTo>
                    <a:pt x="0" y="160"/>
                    <a:pt x="0" y="160"/>
                    <a:pt x="0" y="160"/>
                  </a:cubicBezTo>
                  <a:cubicBezTo>
                    <a:pt x="0" y="169"/>
                    <a:pt x="7" y="176"/>
                    <a:pt x="16" y="176"/>
                  </a:cubicBezTo>
                  <a:cubicBezTo>
                    <a:pt x="24" y="176"/>
                    <a:pt x="29" y="169"/>
                    <a:pt x="29" y="160"/>
                  </a:cubicBezTo>
                  <a:lnTo>
                    <a:pt x="29" y="160"/>
                  </a:lnTo>
                  <a:cubicBezTo>
                    <a:pt x="29" y="115"/>
                    <a:pt x="29" y="115"/>
                    <a:pt x="29" y="115"/>
                  </a:cubicBezTo>
                  <a:cubicBezTo>
                    <a:pt x="29" y="91"/>
                    <a:pt x="39" y="70"/>
                    <a:pt x="55" y="53"/>
                  </a:cubicBezTo>
                  <a:cubicBezTo>
                    <a:pt x="70" y="38"/>
                    <a:pt x="91" y="29"/>
                    <a:pt x="114" y="29"/>
                  </a:cubicBezTo>
                  <a:cubicBezTo>
                    <a:pt x="129" y="48"/>
                    <a:pt x="153" y="62"/>
                    <a:pt x="179" y="62"/>
                  </a:cubicBezTo>
                  <a:cubicBezTo>
                    <a:pt x="205" y="62"/>
                    <a:pt x="228" y="48"/>
                    <a:pt x="243" y="29"/>
                  </a:cubicBezTo>
                  <a:cubicBezTo>
                    <a:pt x="267" y="29"/>
                    <a:pt x="287" y="38"/>
                    <a:pt x="302" y="53"/>
                  </a:cubicBezTo>
                  <a:cubicBezTo>
                    <a:pt x="319" y="70"/>
                    <a:pt x="329" y="91"/>
                    <a:pt x="329" y="115"/>
                  </a:cubicBezTo>
                  <a:cubicBezTo>
                    <a:pt x="329" y="160"/>
                    <a:pt x="329" y="160"/>
                    <a:pt x="329" y="160"/>
                  </a:cubicBezTo>
                  <a:cubicBezTo>
                    <a:pt x="329" y="169"/>
                    <a:pt x="335" y="176"/>
                    <a:pt x="342" y="176"/>
                  </a:cubicBezTo>
                  <a:cubicBezTo>
                    <a:pt x="350" y="176"/>
                    <a:pt x="357" y="169"/>
                    <a:pt x="357" y="160"/>
                  </a:cubicBezTo>
                  <a:cubicBezTo>
                    <a:pt x="357" y="115"/>
                    <a:pt x="357" y="115"/>
                    <a:pt x="357" y="115"/>
                  </a:cubicBezTo>
                  <a:cubicBezTo>
                    <a:pt x="357" y="51"/>
                    <a:pt x="305" y="0"/>
                    <a:pt x="24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3" name="Freeform 534">
              <a:extLst>
                <a:ext uri="{FF2B5EF4-FFF2-40B4-BE49-F238E27FC236}">
                  <a16:creationId xmlns:a16="http://schemas.microsoft.com/office/drawing/2014/main" id="{28C250F0-9DE7-BBDC-541F-012631CF7878}"/>
                </a:ext>
              </a:extLst>
            </p:cNvPr>
            <p:cNvSpPr>
              <a:spLocks noChangeArrowheads="1"/>
            </p:cNvSpPr>
            <p:nvPr/>
          </p:nvSpPr>
          <p:spPr bwMode="auto">
            <a:xfrm>
              <a:off x="5788025" y="6719888"/>
              <a:ext cx="128588" cy="63500"/>
            </a:xfrm>
            <a:custGeom>
              <a:avLst/>
              <a:gdLst>
                <a:gd name="T0" fmla="*/ 241 w 359"/>
                <a:gd name="T1" fmla="*/ 0 h 177"/>
                <a:gd name="T2" fmla="*/ 241 w 359"/>
                <a:gd name="T3" fmla="*/ 0 h 177"/>
                <a:gd name="T4" fmla="*/ 241 w 359"/>
                <a:gd name="T5" fmla="*/ 0 h 177"/>
                <a:gd name="T6" fmla="*/ 221 w 359"/>
                <a:gd name="T7" fmla="*/ 11 h 177"/>
                <a:gd name="T8" fmla="*/ 179 w 359"/>
                <a:gd name="T9" fmla="*/ 31 h 177"/>
                <a:gd name="T10" fmla="*/ 137 w 359"/>
                <a:gd name="T11" fmla="*/ 11 h 177"/>
                <a:gd name="T12" fmla="*/ 116 w 359"/>
                <a:gd name="T13" fmla="*/ 0 h 177"/>
                <a:gd name="T14" fmla="*/ 116 w 359"/>
                <a:gd name="T15" fmla="*/ 0 h 177"/>
                <a:gd name="T16" fmla="*/ 0 w 359"/>
                <a:gd name="T17" fmla="*/ 115 h 177"/>
                <a:gd name="T18" fmla="*/ 0 w 359"/>
                <a:gd name="T19" fmla="*/ 160 h 177"/>
                <a:gd name="T20" fmla="*/ 15 w 359"/>
                <a:gd name="T21" fmla="*/ 176 h 177"/>
                <a:gd name="T22" fmla="*/ 30 w 359"/>
                <a:gd name="T23" fmla="*/ 160 h 177"/>
                <a:gd name="T24" fmla="*/ 30 w 359"/>
                <a:gd name="T25" fmla="*/ 160 h 177"/>
                <a:gd name="T26" fmla="*/ 30 w 359"/>
                <a:gd name="T27" fmla="*/ 115 h 177"/>
                <a:gd name="T28" fmla="*/ 55 w 359"/>
                <a:gd name="T29" fmla="*/ 53 h 177"/>
                <a:gd name="T30" fmla="*/ 115 w 359"/>
                <a:gd name="T31" fmla="*/ 29 h 177"/>
                <a:gd name="T32" fmla="*/ 179 w 359"/>
                <a:gd name="T33" fmla="*/ 62 h 177"/>
                <a:gd name="T34" fmla="*/ 243 w 359"/>
                <a:gd name="T35" fmla="*/ 29 h 177"/>
                <a:gd name="T36" fmla="*/ 303 w 359"/>
                <a:gd name="T37" fmla="*/ 53 h 177"/>
                <a:gd name="T38" fmla="*/ 328 w 359"/>
                <a:gd name="T39" fmla="*/ 115 h 177"/>
                <a:gd name="T40" fmla="*/ 328 w 359"/>
                <a:gd name="T41" fmla="*/ 160 h 177"/>
                <a:gd name="T42" fmla="*/ 343 w 359"/>
                <a:gd name="T43" fmla="*/ 176 h 177"/>
                <a:gd name="T44" fmla="*/ 358 w 359"/>
                <a:gd name="T45" fmla="*/ 160 h 177"/>
                <a:gd name="T46" fmla="*/ 358 w 359"/>
                <a:gd name="T47" fmla="*/ 115 h 177"/>
                <a:gd name="T48" fmla="*/ 241 w 359"/>
                <a:gd name="T49" fmla="*/ 0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359" h="177">
                  <a:moveTo>
                    <a:pt x="241" y="0"/>
                  </a:moveTo>
                  <a:lnTo>
                    <a:pt x="241" y="0"/>
                  </a:lnTo>
                  <a:lnTo>
                    <a:pt x="241" y="0"/>
                  </a:lnTo>
                  <a:cubicBezTo>
                    <a:pt x="233" y="0"/>
                    <a:pt x="225" y="4"/>
                    <a:pt x="221" y="11"/>
                  </a:cubicBezTo>
                  <a:cubicBezTo>
                    <a:pt x="211" y="23"/>
                    <a:pt x="196" y="31"/>
                    <a:pt x="179" y="31"/>
                  </a:cubicBezTo>
                  <a:cubicBezTo>
                    <a:pt x="162" y="31"/>
                    <a:pt x="146" y="23"/>
                    <a:pt x="137" y="11"/>
                  </a:cubicBezTo>
                  <a:cubicBezTo>
                    <a:pt x="133" y="4"/>
                    <a:pt x="125" y="0"/>
                    <a:pt x="116" y="0"/>
                  </a:cubicBezTo>
                  <a:lnTo>
                    <a:pt x="116" y="0"/>
                  </a:lnTo>
                  <a:cubicBezTo>
                    <a:pt x="52" y="0"/>
                    <a:pt x="0" y="51"/>
                    <a:pt x="0" y="115"/>
                  </a:cubicBezTo>
                  <a:cubicBezTo>
                    <a:pt x="0" y="160"/>
                    <a:pt x="0" y="160"/>
                    <a:pt x="0" y="160"/>
                  </a:cubicBezTo>
                  <a:cubicBezTo>
                    <a:pt x="0" y="169"/>
                    <a:pt x="6" y="176"/>
                    <a:pt x="15" y="176"/>
                  </a:cubicBezTo>
                  <a:cubicBezTo>
                    <a:pt x="23" y="176"/>
                    <a:pt x="30" y="169"/>
                    <a:pt x="30" y="160"/>
                  </a:cubicBezTo>
                  <a:lnTo>
                    <a:pt x="30" y="160"/>
                  </a:lnTo>
                  <a:cubicBezTo>
                    <a:pt x="30" y="115"/>
                    <a:pt x="30" y="115"/>
                    <a:pt x="30" y="115"/>
                  </a:cubicBezTo>
                  <a:cubicBezTo>
                    <a:pt x="30" y="91"/>
                    <a:pt x="39" y="70"/>
                    <a:pt x="55" y="53"/>
                  </a:cubicBezTo>
                  <a:cubicBezTo>
                    <a:pt x="70" y="38"/>
                    <a:pt x="92" y="29"/>
                    <a:pt x="115" y="29"/>
                  </a:cubicBezTo>
                  <a:cubicBezTo>
                    <a:pt x="129" y="48"/>
                    <a:pt x="152" y="62"/>
                    <a:pt x="179" y="62"/>
                  </a:cubicBezTo>
                  <a:cubicBezTo>
                    <a:pt x="206" y="62"/>
                    <a:pt x="229" y="48"/>
                    <a:pt x="243" y="29"/>
                  </a:cubicBezTo>
                  <a:cubicBezTo>
                    <a:pt x="266" y="29"/>
                    <a:pt x="288" y="38"/>
                    <a:pt x="303" y="53"/>
                  </a:cubicBezTo>
                  <a:cubicBezTo>
                    <a:pt x="318" y="70"/>
                    <a:pt x="328" y="91"/>
                    <a:pt x="328" y="115"/>
                  </a:cubicBezTo>
                  <a:cubicBezTo>
                    <a:pt x="328" y="160"/>
                    <a:pt x="328" y="160"/>
                    <a:pt x="328" y="160"/>
                  </a:cubicBezTo>
                  <a:cubicBezTo>
                    <a:pt x="328" y="169"/>
                    <a:pt x="335" y="176"/>
                    <a:pt x="343" y="176"/>
                  </a:cubicBezTo>
                  <a:cubicBezTo>
                    <a:pt x="351" y="176"/>
                    <a:pt x="358" y="169"/>
                    <a:pt x="358" y="160"/>
                  </a:cubicBezTo>
                  <a:cubicBezTo>
                    <a:pt x="358" y="115"/>
                    <a:pt x="358" y="115"/>
                    <a:pt x="358" y="115"/>
                  </a:cubicBezTo>
                  <a:cubicBezTo>
                    <a:pt x="358" y="51"/>
                    <a:pt x="306" y="0"/>
                    <a:pt x="2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4" name="Freeform 535">
              <a:extLst>
                <a:ext uri="{FF2B5EF4-FFF2-40B4-BE49-F238E27FC236}">
                  <a16:creationId xmlns:a16="http://schemas.microsoft.com/office/drawing/2014/main" id="{DF9AD2CB-D9ED-1C2B-817D-C625561916FE}"/>
                </a:ext>
              </a:extLst>
            </p:cNvPr>
            <p:cNvSpPr>
              <a:spLocks noChangeArrowheads="1"/>
            </p:cNvSpPr>
            <p:nvPr/>
          </p:nvSpPr>
          <p:spPr bwMode="auto">
            <a:xfrm>
              <a:off x="5822950" y="6642100"/>
              <a:ext cx="58738" cy="69850"/>
            </a:xfrm>
            <a:custGeom>
              <a:avLst/>
              <a:gdLst>
                <a:gd name="T0" fmla="*/ 81 w 162"/>
                <a:gd name="T1" fmla="*/ 193 h 194"/>
                <a:gd name="T2" fmla="*/ 81 w 162"/>
                <a:gd name="T3" fmla="*/ 193 h 194"/>
                <a:gd name="T4" fmla="*/ 161 w 162"/>
                <a:gd name="T5" fmla="*/ 114 h 194"/>
                <a:gd name="T6" fmla="*/ 161 w 162"/>
                <a:gd name="T7" fmla="*/ 81 h 194"/>
                <a:gd name="T8" fmla="*/ 81 w 162"/>
                <a:gd name="T9" fmla="*/ 0 h 194"/>
                <a:gd name="T10" fmla="*/ 0 w 162"/>
                <a:gd name="T11" fmla="*/ 81 h 194"/>
                <a:gd name="T12" fmla="*/ 0 w 162"/>
                <a:gd name="T13" fmla="*/ 114 h 194"/>
                <a:gd name="T14" fmla="*/ 81 w 162"/>
                <a:gd name="T15" fmla="*/ 193 h 194"/>
                <a:gd name="T16" fmla="*/ 29 w 162"/>
                <a:gd name="T17" fmla="*/ 81 h 194"/>
                <a:gd name="T18" fmla="*/ 29 w 162"/>
                <a:gd name="T19" fmla="*/ 81 h 194"/>
                <a:gd name="T20" fmla="*/ 81 w 162"/>
                <a:gd name="T21" fmla="*/ 30 h 194"/>
                <a:gd name="T22" fmla="*/ 132 w 162"/>
                <a:gd name="T23" fmla="*/ 81 h 194"/>
                <a:gd name="T24" fmla="*/ 132 w 162"/>
                <a:gd name="T25" fmla="*/ 114 h 194"/>
                <a:gd name="T26" fmla="*/ 81 w 162"/>
                <a:gd name="T27" fmla="*/ 164 h 194"/>
                <a:gd name="T28" fmla="*/ 29 w 162"/>
                <a:gd name="T29" fmla="*/ 114 h 194"/>
                <a:gd name="T30" fmla="*/ 29 w 162"/>
                <a:gd name="T31" fmla="*/ 81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62" h="194">
                  <a:moveTo>
                    <a:pt x="81" y="193"/>
                  </a:moveTo>
                  <a:lnTo>
                    <a:pt x="81" y="193"/>
                  </a:lnTo>
                  <a:cubicBezTo>
                    <a:pt x="125" y="193"/>
                    <a:pt x="161" y="158"/>
                    <a:pt x="161" y="114"/>
                  </a:cubicBezTo>
                  <a:cubicBezTo>
                    <a:pt x="161" y="81"/>
                    <a:pt x="161" y="81"/>
                    <a:pt x="161" y="81"/>
                  </a:cubicBezTo>
                  <a:cubicBezTo>
                    <a:pt x="161" y="37"/>
                    <a:pt x="125" y="0"/>
                    <a:pt x="81" y="0"/>
                  </a:cubicBezTo>
                  <a:cubicBezTo>
                    <a:pt x="36" y="0"/>
                    <a:pt x="0" y="37"/>
                    <a:pt x="0" y="81"/>
                  </a:cubicBezTo>
                  <a:cubicBezTo>
                    <a:pt x="0" y="114"/>
                    <a:pt x="0" y="114"/>
                    <a:pt x="0" y="114"/>
                  </a:cubicBezTo>
                  <a:cubicBezTo>
                    <a:pt x="0" y="158"/>
                    <a:pt x="36" y="193"/>
                    <a:pt x="81" y="193"/>
                  </a:cubicBezTo>
                  <a:close/>
                  <a:moveTo>
                    <a:pt x="29" y="81"/>
                  </a:moveTo>
                  <a:lnTo>
                    <a:pt x="29" y="81"/>
                  </a:lnTo>
                  <a:cubicBezTo>
                    <a:pt x="29" y="52"/>
                    <a:pt x="53" y="30"/>
                    <a:pt x="81" y="30"/>
                  </a:cubicBezTo>
                  <a:cubicBezTo>
                    <a:pt x="109" y="30"/>
                    <a:pt x="132" y="52"/>
                    <a:pt x="132" y="81"/>
                  </a:cubicBezTo>
                  <a:cubicBezTo>
                    <a:pt x="132" y="114"/>
                    <a:pt x="132" y="114"/>
                    <a:pt x="132" y="114"/>
                  </a:cubicBezTo>
                  <a:cubicBezTo>
                    <a:pt x="132" y="141"/>
                    <a:pt x="109" y="164"/>
                    <a:pt x="81" y="164"/>
                  </a:cubicBezTo>
                  <a:cubicBezTo>
                    <a:pt x="53" y="164"/>
                    <a:pt x="29" y="141"/>
                    <a:pt x="29" y="114"/>
                  </a:cubicBezTo>
                  <a:lnTo>
                    <a:pt x="29" y="8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6">
              <a:extLst>
                <a:ext uri="{FF2B5EF4-FFF2-40B4-BE49-F238E27FC236}">
                  <a16:creationId xmlns:a16="http://schemas.microsoft.com/office/drawing/2014/main" id="{04E023DF-28BD-FDEE-F5F1-EE1405E86E3D}"/>
                </a:ext>
              </a:extLst>
            </p:cNvPr>
            <p:cNvSpPr>
              <a:spLocks noChangeArrowheads="1"/>
            </p:cNvSpPr>
            <p:nvPr/>
          </p:nvSpPr>
          <p:spPr bwMode="auto">
            <a:xfrm>
              <a:off x="5703888" y="6627813"/>
              <a:ext cx="68262" cy="73025"/>
            </a:xfrm>
            <a:custGeom>
              <a:avLst/>
              <a:gdLst>
                <a:gd name="T0" fmla="*/ 111 w 189"/>
                <a:gd name="T1" fmla="*/ 105 h 204"/>
                <a:gd name="T2" fmla="*/ 111 w 189"/>
                <a:gd name="T3" fmla="*/ 105 h 204"/>
                <a:gd name="T4" fmla="*/ 107 w 189"/>
                <a:gd name="T5" fmla="*/ 104 h 204"/>
                <a:gd name="T6" fmla="*/ 107 w 189"/>
                <a:gd name="T7" fmla="*/ 13 h 204"/>
                <a:gd name="T8" fmla="*/ 93 w 189"/>
                <a:gd name="T9" fmla="*/ 0 h 204"/>
                <a:gd name="T10" fmla="*/ 78 w 189"/>
                <a:gd name="T11" fmla="*/ 13 h 204"/>
                <a:gd name="T12" fmla="*/ 78 w 189"/>
                <a:gd name="T13" fmla="*/ 105 h 204"/>
                <a:gd name="T14" fmla="*/ 76 w 189"/>
                <a:gd name="T15" fmla="*/ 105 h 204"/>
                <a:gd name="T16" fmla="*/ 5 w 189"/>
                <a:gd name="T17" fmla="*/ 177 h 204"/>
                <a:gd name="T18" fmla="*/ 5 w 189"/>
                <a:gd name="T19" fmla="*/ 197 h 204"/>
                <a:gd name="T20" fmla="*/ 26 w 189"/>
                <a:gd name="T21" fmla="*/ 197 h 204"/>
                <a:gd name="T22" fmla="*/ 93 w 189"/>
                <a:gd name="T23" fmla="*/ 130 h 204"/>
                <a:gd name="T24" fmla="*/ 160 w 189"/>
                <a:gd name="T25" fmla="*/ 197 h 204"/>
                <a:gd name="T26" fmla="*/ 182 w 189"/>
                <a:gd name="T27" fmla="*/ 197 h 204"/>
                <a:gd name="T28" fmla="*/ 182 w 189"/>
                <a:gd name="T29" fmla="*/ 177 h 204"/>
                <a:gd name="T30" fmla="*/ 111 w 189"/>
                <a:gd name="T31" fmla="*/ 105 h 2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9" h="204">
                  <a:moveTo>
                    <a:pt x="111" y="105"/>
                  </a:moveTo>
                  <a:lnTo>
                    <a:pt x="111" y="105"/>
                  </a:lnTo>
                  <a:cubicBezTo>
                    <a:pt x="109" y="105"/>
                    <a:pt x="108" y="104"/>
                    <a:pt x="107" y="104"/>
                  </a:cubicBezTo>
                  <a:cubicBezTo>
                    <a:pt x="107" y="13"/>
                    <a:pt x="107" y="13"/>
                    <a:pt x="107" y="13"/>
                  </a:cubicBezTo>
                  <a:cubicBezTo>
                    <a:pt x="107" y="5"/>
                    <a:pt x="101" y="0"/>
                    <a:pt x="93" y="0"/>
                  </a:cubicBezTo>
                  <a:cubicBezTo>
                    <a:pt x="85" y="0"/>
                    <a:pt x="78" y="5"/>
                    <a:pt x="78" y="13"/>
                  </a:cubicBezTo>
                  <a:cubicBezTo>
                    <a:pt x="78" y="105"/>
                    <a:pt x="78" y="105"/>
                    <a:pt x="78" y="105"/>
                  </a:cubicBezTo>
                  <a:lnTo>
                    <a:pt x="76" y="105"/>
                  </a:lnTo>
                  <a:cubicBezTo>
                    <a:pt x="5" y="177"/>
                    <a:pt x="5" y="177"/>
                    <a:pt x="5" y="177"/>
                  </a:cubicBezTo>
                  <a:cubicBezTo>
                    <a:pt x="0" y="182"/>
                    <a:pt x="0" y="192"/>
                    <a:pt x="5" y="197"/>
                  </a:cubicBezTo>
                  <a:cubicBezTo>
                    <a:pt x="11" y="203"/>
                    <a:pt x="20" y="203"/>
                    <a:pt x="26" y="197"/>
                  </a:cubicBezTo>
                  <a:cubicBezTo>
                    <a:pt x="93" y="130"/>
                    <a:pt x="93" y="130"/>
                    <a:pt x="93" y="130"/>
                  </a:cubicBezTo>
                  <a:cubicBezTo>
                    <a:pt x="160" y="197"/>
                    <a:pt x="160" y="197"/>
                    <a:pt x="160" y="197"/>
                  </a:cubicBezTo>
                  <a:cubicBezTo>
                    <a:pt x="167" y="203"/>
                    <a:pt x="175" y="203"/>
                    <a:pt x="182" y="197"/>
                  </a:cubicBezTo>
                  <a:cubicBezTo>
                    <a:pt x="188" y="192"/>
                    <a:pt x="188" y="182"/>
                    <a:pt x="182" y="177"/>
                  </a:cubicBezTo>
                  <a:lnTo>
                    <a:pt x="111"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6" name="Group 650">
            <a:extLst>
              <a:ext uri="{FF2B5EF4-FFF2-40B4-BE49-F238E27FC236}">
                <a16:creationId xmlns:a16="http://schemas.microsoft.com/office/drawing/2014/main" id="{785B7D68-8BD1-6460-9F4C-5EBBB5F26DF2}"/>
              </a:ext>
            </a:extLst>
          </p:cNvPr>
          <p:cNvGrpSpPr/>
          <p:nvPr/>
        </p:nvGrpSpPr>
        <p:grpSpPr>
          <a:xfrm>
            <a:off x="6243761" y="6128966"/>
            <a:ext cx="287338" cy="303212"/>
            <a:chOff x="5102225" y="6472238"/>
            <a:chExt cx="287338" cy="303212"/>
          </a:xfrm>
          <a:solidFill>
            <a:schemeClr val="accent4"/>
          </a:solidFill>
        </p:grpSpPr>
        <p:sp>
          <p:nvSpPr>
            <p:cNvPr id="647" name="Freeform 537">
              <a:extLst>
                <a:ext uri="{FF2B5EF4-FFF2-40B4-BE49-F238E27FC236}">
                  <a16:creationId xmlns:a16="http://schemas.microsoft.com/office/drawing/2014/main" id="{47CC6B21-35A1-BA89-72EF-66C709A7159C}"/>
                </a:ext>
              </a:extLst>
            </p:cNvPr>
            <p:cNvSpPr>
              <a:spLocks noChangeArrowheads="1"/>
            </p:cNvSpPr>
            <p:nvPr/>
          </p:nvSpPr>
          <p:spPr bwMode="auto">
            <a:xfrm>
              <a:off x="5186363" y="6581775"/>
              <a:ext cx="119062" cy="193675"/>
            </a:xfrm>
            <a:custGeom>
              <a:avLst/>
              <a:gdLst>
                <a:gd name="T0" fmla="*/ 294 w 330"/>
                <a:gd name="T1" fmla="*/ 14 h 538"/>
                <a:gd name="T2" fmla="*/ 294 w 330"/>
                <a:gd name="T3" fmla="*/ 14 h 538"/>
                <a:gd name="T4" fmla="*/ 246 w 330"/>
                <a:gd name="T5" fmla="*/ 0 h 538"/>
                <a:gd name="T6" fmla="*/ 82 w 330"/>
                <a:gd name="T7" fmla="*/ 0 h 538"/>
                <a:gd name="T8" fmla="*/ 41 w 330"/>
                <a:gd name="T9" fmla="*/ 10 h 538"/>
                <a:gd name="T10" fmla="*/ 12 w 330"/>
                <a:gd name="T11" fmla="*/ 36 h 538"/>
                <a:gd name="T12" fmla="*/ 0 w 330"/>
                <a:gd name="T13" fmla="*/ 83 h 538"/>
                <a:gd name="T14" fmla="*/ 0 w 330"/>
                <a:gd name="T15" fmla="*/ 272 h 538"/>
                <a:gd name="T16" fmla="*/ 9 w 330"/>
                <a:gd name="T17" fmla="*/ 313 h 538"/>
                <a:gd name="T18" fmla="*/ 34 w 330"/>
                <a:gd name="T19" fmla="*/ 342 h 538"/>
                <a:gd name="T20" fmla="*/ 67 w 330"/>
                <a:gd name="T21" fmla="*/ 354 h 538"/>
                <a:gd name="T22" fmla="*/ 67 w 330"/>
                <a:gd name="T23" fmla="*/ 537 h 538"/>
                <a:gd name="T24" fmla="*/ 97 w 330"/>
                <a:gd name="T25" fmla="*/ 537 h 538"/>
                <a:gd name="T26" fmla="*/ 97 w 330"/>
                <a:gd name="T27" fmla="*/ 326 h 538"/>
                <a:gd name="T28" fmla="*/ 82 w 330"/>
                <a:gd name="T29" fmla="*/ 326 h 538"/>
                <a:gd name="T30" fmla="*/ 51 w 330"/>
                <a:gd name="T31" fmla="*/ 317 h 538"/>
                <a:gd name="T32" fmla="*/ 31 w 330"/>
                <a:gd name="T33" fmla="*/ 290 h 538"/>
                <a:gd name="T34" fmla="*/ 29 w 330"/>
                <a:gd name="T35" fmla="*/ 278 h 538"/>
                <a:gd name="T36" fmla="*/ 29 w 330"/>
                <a:gd name="T37" fmla="*/ 273 h 538"/>
                <a:gd name="T38" fmla="*/ 29 w 330"/>
                <a:gd name="T39" fmla="*/ 272 h 538"/>
                <a:gd name="T40" fmla="*/ 29 w 330"/>
                <a:gd name="T41" fmla="*/ 272 h 538"/>
                <a:gd name="T42" fmla="*/ 29 w 330"/>
                <a:gd name="T43" fmla="*/ 83 h 538"/>
                <a:gd name="T44" fmla="*/ 37 w 330"/>
                <a:gd name="T45" fmla="*/ 52 h 538"/>
                <a:gd name="T46" fmla="*/ 64 w 330"/>
                <a:gd name="T47" fmla="*/ 33 h 538"/>
                <a:gd name="T48" fmla="*/ 78 w 330"/>
                <a:gd name="T49" fmla="*/ 30 h 538"/>
                <a:gd name="T50" fmla="*/ 81 w 330"/>
                <a:gd name="T51" fmla="*/ 30 h 538"/>
                <a:gd name="T52" fmla="*/ 82 w 330"/>
                <a:gd name="T53" fmla="*/ 29 h 538"/>
                <a:gd name="T54" fmla="*/ 82 w 330"/>
                <a:gd name="T55" fmla="*/ 29 h 538"/>
                <a:gd name="T56" fmla="*/ 246 w 330"/>
                <a:gd name="T57" fmla="*/ 29 h 538"/>
                <a:gd name="T58" fmla="*/ 277 w 330"/>
                <a:gd name="T59" fmla="*/ 37 h 538"/>
                <a:gd name="T60" fmla="*/ 296 w 330"/>
                <a:gd name="T61" fmla="*/ 66 h 538"/>
                <a:gd name="T62" fmla="*/ 299 w 330"/>
                <a:gd name="T63" fmla="*/ 79 h 538"/>
                <a:gd name="T64" fmla="*/ 299 w 330"/>
                <a:gd name="T65" fmla="*/ 83 h 538"/>
                <a:gd name="T66" fmla="*/ 299 w 330"/>
                <a:gd name="T67" fmla="*/ 83 h 538"/>
                <a:gd name="T68" fmla="*/ 299 w 330"/>
                <a:gd name="T69" fmla="*/ 83 h 538"/>
                <a:gd name="T70" fmla="*/ 299 w 330"/>
                <a:gd name="T71" fmla="*/ 272 h 538"/>
                <a:gd name="T72" fmla="*/ 291 w 330"/>
                <a:gd name="T73" fmla="*/ 304 h 538"/>
                <a:gd name="T74" fmla="*/ 263 w 330"/>
                <a:gd name="T75" fmla="*/ 323 h 538"/>
                <a:gd name="T76" fmla="*/ 251 w 330"/>
                <a:gd name="T77" fmla="*/ 326 h 538"/>
                <a:gd name="T78" fmla="*/ 247 w 330"/>
                <a:gd name="T79" fmla="*/ 326 h 538"/>
                <a:gd name="T80" fmla="*/ 246 w 330"/>
                <a:gd name="T81" fmla="*/ 326 h 538"/>
                <a:gd name="T82" fmla="*/ 246 w 330"/>
                <a:gd name="T83" fmla="*/ 326 h 538"/>
                <a:gd name="T84" fmla="*/ 232 w 330"/>
                <a:gd name="T85" fmla="*/ 326 h 538"/>
                <a:gd name="T86" fmla="*/ 232 w 330"/>
                <a:gd name="T87" fmla="*/ 537 h 538"/>
                <a:gd name="T88" fmla="*/ 261 w 330"/>
                <a:gd name="T89" fmla="*/ 537 h 538"/>
                <a:gd name="T90" fmla="*/ 261 w 330"/>
                <a:gd name="T91" fmla="*/ 353 h 538"/>
                <a:gd name="T92" fmla="*/ 287 w 330"/>
                <a:gd name="T93" fmla="*/ 345 h 538"/>
                <a:gd name="T94" fmla="*/ 316 w 330"/>
                <a:gd name="T95" fmla="*/ 320 h 538"/>
                <a:gd name="T96" fmla="*/ 329 w 330"/>
                <a:gd name="T97" fmla="*/ 272 h 538"/>
                <a:gd name="T98" fmla="*/ 329 w 330"/>
                <a:gd name="T99" fmla="*/ 83 h 538"/>
                <a:gd name="T100" fmla="*/ 318 w 330"/>
                <a:gd name="T101" fmla="*/ 43 h 538"/>
                <a:gd name="T102" fmla="*/ 294 w 330"/>
                <a:gd name="T103" fmla="*/ 1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330" h="538">
                  <a:moveTo>
                    <a:pt x="294" y="14"/>
                  </a:moveTo>
                  <a:lnTo>
                    <a:pt x="294" y="14"/>
                  </a:lnTo>
                  <a:cubicBezTo>
                    <a:pt x="281" y="6"/>
                    <a:pt x="265" y="0"/>
                    <a:pt x="246" y="0"/>
                  </a:cubicBezTo>
                  <a:cubicBezTo>
                    <a:pt x="82" y="0"/>
                    <a:pt x="82" y="0"/>
                    <a:pt x="82" y="0"/>
                  </a:cubicBezTo>
                  <a:cubicBezTo>
                    <a:pt x="81" y="0"/>
                    <a:pt x="62" y="0"/>
                    <a:pt x="41" y="10"/>
                  </a:cubicBezTo>
                  <a:cubicBezTo>
                    <a:pt x="31" y="15"/>
                    <a:pt x="20" y="24"/>
                    <a:pt x="12" y="36"/>
                  </a:cubicBezTo>
                  <a:cubicBezTo>
                    <a:pt x="4" y="48"/>
                    <a:pt x="0" y="63"/>
                    <a:pt x="0" y="83"/>
                  </a:cubicBezTo>
                  <a:cubicBezTo>
                    <a:pt x="0" y="272"/>
                    <a:pt x="0" y="272"/>
                    <a:pt x="0" y="272"/>
                  </a:cubicBezTo>
                  <a:cubicBezTo>
                    <a:pt x="0" y="273"/>
                    <a:pt x="0" y="293"/>
                    <a:pt x="9" y="313"/>
                  </a:cubicBezTo>
                  <a:cubicBezTo>
                    <a:pt x="15" y="323"/>
                    <a:pt x="23" y="334"/>
                    <a:pt x="34" y="342"/>
                  </a:cubicBezTo>
                  <a:cubicBezTo>
                    <a:pt x="44" y="348"/>
                    <a:pt x="55" y="352"/>
                    <a:pt x="67" y="354"/>
                  </a:cubicBezTo>
                  <a:cubicBezTo>
                    <a:pt x="67" y="537"/>
                    <a:pt x="67" y="537"/>
                    <a:pt x="67" y="537"/>
                  </a:cubicBezTo>
                  <a:cubicBezTo>
                    <a:pt x="97" y="537"/>
                    <a:pt x="97" y="537"/>
                    <a:pt x="97" y="537"/>
                  </a:cubicBezTo>
                  <a:cubicBezTo>
                    <a:pt x="97" y="326"/>
                    <a:pt x="97" y="326"/>
                    <a:pt x="97" y="326"/>
                  </a:cubicBezTo>
                  <a:cubicBezTo>
                    <a:pt x="82" y="326"/>
                    <a:pt x="82" y="326"/>
                    <a:pt x="82" y="326"/>
                  </a:cubicBezTo>
                  <a:cubicBezTo>
                    <a:pt x="67" y="326"/>
                    <a:pt x="57" y="323"/>
                    <a:pt x="51" y="317"/>
                  </a:cubicBezTo>
                  <a:cubicBezTo>
                    <a:pt x="41" y="311"/>
                    <a:pt x="35" y="300"/>
                    <a:pt x="31" y="290"/>
                  </a:cubicBezTo>
                  <a:cubicBezTo>
                    <a:pt x="30" y="284"/>
                    <a:pt x="30" y="280"/>
                    <a:pt x="29" y="278"/>
                  </a:cubicBezTo>
                  <a:cubicBezTo>
                    <a:pt x="29" y="276"/>
                    <a:pt x="29" y="275"/>
                    <a:pt x="29" y="273"/>
                  </a:cubicBezTo>
                  <a:cubicBezTo>
                    <a:pt x="29" y="272"/>
                    <a:pt x="29" y="272"/>
                    <a:pt x="29" y="272"/>
                  </a:cubicBezTo>
                  <a:lnTo>
                    <a:pt x="29" y="272"/>
                  </a:lnTo>
                  <a:cubicBezTo>
                    <a:pt x="29" y="83"/>
                    <a:pt x="29" y="83"/>
                    <a:pt x="29" y="83"/>
                  </a:cubicBezTo>
                  <a:cubicBezTo>
                    <a:pt x="29" y="69"/>
                    <a:pt x="33" y="59"/>
                    <a:pt x="37" y="52"/>
                  </a:cubicBezTo>
                  <a:cubicBezTo>
                    <a:pt x="44" y="41"/>
                    <a:pt x="55" y="36"/>
                    <a:pt x="64" y="33"/>
                  </a:cubicBezTo>
                  <a:cubicBezTo>
                    <a:pt x="70" y="32"/>
                    <a:pt x="74" y="30"/>
                    <a:pt x="78" y="30"/>
                  </a:cubicBezTo>
                  <a:cubicBezTo>
                    <a:pt x="79" y="30"/>
                    <a:pt x="81" y="30"/>
                    <a:pt x="81" y="30"/>
                  </a:cubicBezTo>
                  <a:cubicBezTo>
                    <a:pt x="82" y="29"/>
                    <a:pt x="82" y="29"/>
                    <a:pt x="82" y="29"/>
                  </a:cubicBezTo>
                  <a:lnTo>
                    <a:pt x="82" y="29"/>
                  </a:lnTo>
                  <a:cubicBezTo>
                    <a:pt x="246" y="29"/>
                    <a:pt x="246" y="29"/>
                    <a:pt x="246" y="29"/>
                  </a:cubicBezTo>
                  <a:cubicBezTo>
                    <a:pt x="261" y="30"/>
                    <a:pt x="270" y="33"/>
                    <a:pt x="277" y="37"/>
                  </a:cubicBezTo>
                  <a:cubicBezTo>
                    <a:pt x="288" y="44"/>
                    <a:pt x="294" y="55"/>
                    <a:pt x="296" y="66"/>
                  </a:cubicBezTo>
                  <a:cubicBezTo>
                    <a:pt x="298" y="70"/>
                    <a:pt x="299" y="76"/>
                    <a:pt x="299" y="79"/>
                  </a:cubicBezTo>
                  <a:cubicBezTo>
                    <a:pt x="299" y="80"/>
                    <a:pt x="299" y="81"/>
                    <a:pt x="299" y="83"/>
                  </a:cubicBezTo>
                  <a:lnTo>
                    <a:pt x="299" y="83"/>
                  </a:lnTo>
                  <a:lnTo>
                    <a:pt x="299" y="83"/>
                  </a:lnTo>
                  <a:cubicBezTo>
                    <a:pt x="299" y="272"/>
                    <a:pt x="299" y="272"/>
                    <a:pt x="299" y="272"/>
                  </a:cubicBezTo>
                  <a:cubicBezTo>
                    <a:pt x="299" y="287"/>
                    <a:pt x="296" y="297"/>
                    <a:pt x="291" y="304"/>
                  </a:cubicBezTo>
                  <a:cubicBezTo>
                    <a:pt x="284" y="315"/>
                    <a:pt x="273" y="320"/>
                    <a:pt x="263" y="323"/>
                  </a:cubicBezTo>
                  <a:cubicBezTo>
                    <a:pt x="258" y="324"/>
                    <a:pt x="254" y="326"/>
                    <a:pt x="251" y="326"/>
                  </a:cubicBezTo>
                  <a:cubicBezTo>
                    <a:pt x="250" y="326"/>
                    <a:pt x="248" y="326"/>
                    <a:pt x="247" y="326"/>
                  </a:cubicBezTo>
                  <a:cubicBezTo>
                    <a:pt x="246" y="326"/>
                    <a:pt x="246" y="326"/>
                    <a:pt x="246" y="326"/>
                  </a:cubicBezTo>
                  <a:lnTo>
                    <a:pt x="246" y="326"/>
                  </a:lnTo>
                  <a:cubicBezTo>
                    <a:pt x="232" y="326"/>
                    <a:pt x="232" y="326"/>
                    <a:pt x="232" y="326"/>
                  </a:cubicBezTo>
                  <a:cubicBezTo>
                    <a:pt x="232" y="537"/>
                    <a:pt x="232" y="537"/>
                    <a:pt x="232" y="537"/>
                  </a:cubicBezTo>
                  <a:cubicBezTo>
                    <a:pt x="261" y="537"/>
                    <a:pt x="261" y="537"/>
                    <a:pt x="261" y="537"/>
                  </a:cubicBezTo>
                  <a:cubicBezTo>
                    <a:pt x="261" y="353"/>
                    <a:pt x="261" y="353"/>
                    <a:pt x="261" y="353"/>
                  </a:cubicBezTo>
                  <a:cubicBezTo>
                    <a:pt x="267" y="352"/>
                    <a:pt x="277" y="350"/>
                    <a:pt x="287" y="345"/>
                  </a:cubicBezTo>
                  <a:cubicBezTo>
                    <a:pt x="296" y="339"/>
                    <a:pt x="307" y="332"/>
                    <a:pt x="316" y="320"/>
                  </a:cubicBezTo>
                  <a:cubicBezTo>
                    <a:pt x="324" y="308"/>
                    <a:pt x="329" y="291"/>
                    <a:pt x="329" y="272"/>
                  </a:cubicBezTo>
                  <a:cubicBezTo>
                    <a:pt x="329" y="83"/>
                    <a:pt x="329" y="83"/>
                    <a:pt x="329" y="83"/>
                  </a:cubicBezTo>
                  <a:cubicBezTo>
                    <a:pt x="328" y="81"/>
                    <a:pt x="329" y="63"/>
                    <a:pt x="318" y="43"/>
                  </a:cubicBezTo>
                  <a:cubicBezTo>
                    <a:pt x="313" y="32"/>
                    <a:pt x="306" y="22"/>
                    <a:pt x="294"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8">
              <a:extLst>
                <a:ext uri="{FF2B5EF4-FFF2-40B4-BE49-F238E27FC236}">
                  <a16:creationId xmlns:a16="http://schemas.microsoft.com/office/drawing/2014/main" id="{4F3DFBC0-DA63-D0FA-D576-455646A4F595}"/>
                </a:ext>
              </a:extLst>
            </p:cNvPr>
            <p:cNvSpPr>
              <a:spLocks noChangeArrowheads="1"/>
            </p:cNvSpPr>
            <p:nvPr/>
          </p:nvSpPr>
          <p:spPr bwMode="auto">
            <a:xfrm>
              <a:off x="5102225" y="6616700"/>
              <a:ext cx="61913" cy="158750"/>
            </a:xfrm>
            <a:custGeom>
              <a:avLst/>
              <a:gdLst>
                <a:gd name="T0" fmla="*/ 43 w 172"/>
                <a:gd name="T1" fmla="*/ 11 h 443"/>
                <a:gd name="T2" fmla="*/ 43 w 172"/>
                <a:gd name="T3" fmla="*/ 11 h 443"/>
                <a:gd name="T4" fmla="*/ 14 w 172"/>
                <a:gd name="T5" fmla="*/ 36 h 443"/>
                <a:gd name="T6" fmla="*/ 0 w 172"/>
                <a:gd name="T7" fmla="*/ 84 h 443"/>
                <a:gd name="T8" fmla="*/ 0 w 172"/>
                <a:gd name="T9" fmla="*/ 229 h 443"/>
                <a:gd name="T10" fmla="*/ 11 w 172"/>
                <a:gd name="T11" fmla="*/ 270 h 443"/>
                <a:gd name="T12" fmla="*/ 36 w 172"/>
                <a:gd name="T13" fmla="*/ 299 h 443"/>
                <a:gd name="T14" fmla="*/ 69 w 172"/>
                <a:gd name="T15" fmla="*/ 312 h 443"/>
                <a:gd name="T16" fmla="*/ 69 w 172"/>
                <a:gd name="T17" fmla="*/ 442 h 443"/>
                <a:gd name="T18" fmla="*/ 98 w 172"/>
                <a:gd name="T19" fmla="*/ 442 h 443"/>
                <a:gd name="T20" fmla="*/ 98 w 172"/>
                <a:gd name="T21" fmla="*/ 283 h 443"/>
                <a:gd name="T22" fmla="*/ 83 w 172"/>
                <a:gd name="T23" fmla="*/ 283 h 443"/>
                <a:gd name="T24" fmla="*/ 53 w 172"/>
                <a:gd name="T25" fmla="*/ 275 h 443"/>
                <a:gd name="T26" fmla="*/ 33 w 172"/>
                <a:gd name="T27" fmla="*/ 247 h 443"/>
                <a:gd name="T28" fmla="*/ 31 w 172"/>
                <a:gd name="T29" fmla="*/ 235 h 443"/>
                <a:gd name="T30" fmla="*/ 31 w 172"/>
                <a:gd name="T31" fmla="*/ 231 h 443"/>
                <a:gd name="T32" fmla="*/ 31 w 172"/>
                <a:gd name="T33" fmla="*/ 229 h 443"/>
                <a:gd name="T34" fmla="*/ 31 w 172"/>
                <a:gd name="T35" fmla="*/ 229 h 443"/>
                <a:gd name="T36" fmla="*/ 31 w 172"/>
                <a:gd name="T37" fmla="*/ 84 h 443"/>
                <a:gd name="T38" fmla="*/ 39 w 172"/>
                <a:gd name="T39" fmla="*/ 52 h 443"/>
                <a:gd name="T40" fmla="*/ 66 w 172"/>
                <a:gd name="T41" fmla="*/ 33 h 443"/>
                <a:gd name="T42" fmla="*/ 79 w 172"/>
                <a:gd name="T43" fmla="*/ 30 h 443"/>
                <a:gd name="T44" fmla="*/ 83 w 172"/>
                <a:gd name="T45" fmla="*/ 30 h 443"/>
                <a:gd name="T46" fmla="*/ 83 w 172"/>
                <a:gd name="T47" fmla="*/ 30 h 443"/>
                <a:gd name="T48" fmla="*/ 83 w 172"/>
                <a:gd name="T49" fmla="*/ 30 h 443"/>
                <a:gd name="T50" fmla="*/ 171 w 172"/>
                <a:gd name="T51" fmla="*/ 30 h 443"/>
                <a:gd name="T52" fmla="*/ 171 w 172"/>
                <a:gd name="T53" fmla="*/ 0 h 443"/>
                <a:gd name="T54" fmla="*/ 171 w 172"/>
                <a:gd name="T55" fmla="*/ 0 h 443"/>
                <a:gd name="T56" fmla="*/ 83 w 172"/>
                <a:gd name="T57" fmla="*/ 0 h 443"/>
                <a:gd name="T58" fmla="*/ 43 w 172"/>
                <a:gd name="T59" fmla="*/ 11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172" h="443">
                  <a:moveTo>
                    <a:pt x="43" y="11"/>
                  </a:moveTo>
                  <a:lnTo>
                    <a:pt x="43" y="11"/>
                  </a:lnTo>
                  <a:cubicBezTo>
                    <a:pt x="32" y="15"/>
                    <a:pt x="22" y="23"/>
                    <a:pt x="14" y="36"/>
                  </a:cubicBezTo>
                  <a:cubicBezTo>
                    <a:pt x="6" y="48"/>
                    <a:pt x="0" y="63"/>
                    <a:pt x="0" y="84"/>
                  </a:cubicBezTo>
                  <a:cubicBezTo>
                    <a:pt x="0" y="229"/>
                    <a:pt x="0" y="229"/>
                    <a:pt x="0" y="229"/>
                  </a:cubicBezTo>
                  <a:cubicBezTo>
                    <a:pt x="0" y="231"/>
                    <a:pt x="0" y="250"/>
                    <a:pt x="11" y="270"/>
                  </a:cubicBezTo>
                  <a:cubicBezTo>
                    <a:pt x="16" y="280"/>
                    <a:pt x="24" y="291"/>
                    <a:pt x="36" y="299"/>
                  </a:cubicBezTo>
                  <a:cubicBezTo>
                    <a:pt x="44" y="305"/>
                    <a:pt x="55" y="309"/>
                    <a:pt x="69" y="312"/>
                  </a:cubicBezTo>
                  <a:cubicBezTo>
                    <a:pt x="69" y="442"/>
                    <a:pt x="69" y="442"/>
                    <a:pt x="69" y="442"/>
                  </a:cubicBezTo>
                  <a:cubicBezTo>
                    <a:pt x="98" y="442"/>
                    <a:pt x="98" y="442"/>
                    <a:pt x="98" y="442"/>
                  </a:cubicBezTo>
                  <a:cubicBezTo>
                    <a:pt x="98" y="283"/>
                    <a:pt x="98" y="283"/>
                    <a:pt x="98" y="283"/>
                  </a:cubicBezTo>
                  <a:cubicBezTo>
                    <a:pt x="83" y="283"/>
                    <a:pt x="83" y="283"/>
                    <a:pt x="83" y="283"/>
                  </a:cubicBezTo>
                  <a:cubicBezTo>
                    <a:pt x="69" y="283"/>
                    <a:pt x="59" y="280"/>
                    <a:pt x="53" y="275"/>
                  </a:cubicBezTo>
                  <a:cubicBezTo>
                    <a:pt x="42" y="268"/>
                    <a:pt x="36" y="257"/>
                    <a:pt x="33" y="247"/>
                  </a:cubicBezTo>
                  <a:cubicBezTo>
                    <a:pt x="32" y="242"/>
                    <a:pt x="31" y="237"/>
                    <a:pt x="31" y="235"/>
                  </a:cubicBezTo>
                  <a:cubicBezTo>
                    <a:pt x="31" y="232"/>
                    <a:pt x="31" y="232"/>
                    <a:pt x="31" y="231"/>
                  </a:cubicBezTo>
                  <a:cubicBezTo>
                    <a:pt x="31" y="229"/>
                    <a:pt x="31" y="229"/>
                    <a:pt x="31" y="229"/>
                  </a:cubicBezTo>
                  <a:lnTo>
                    <a:pt x="31" y="229"/>
                  </a:lnTo>
                  <a:cubicBezTo>
                    <a:pt x="31" y="84"/>
                    <a:pt x="31" y="84"/>
                    <a:pt x="31" y="84"/>
                  </a:cubicBezTo>
                  <a:cubicBezTo>
                    <a:pt x="31" y="69"/>
                    <a:pt x="33" y="59"/>
                    <a:pt x="39" y="52"/>
                  </a:cubicBezTo>
                  <a:cubicBezTo>
                    <a:pt x="46" y="41"/>
                    <a:pt x="57" y="36"/>
                    <a:pt x="66" y="33"/>
                  </a:cubicBezTo>
                  <a:cubicBezTo>
                    <a:pt x="70" y="32"/>
                    <a:pt x="76" y="30"/>
                    <a:pt x="79" y="30"/>
                  </a:cubicBezTo>
                  <a:cubicBezTo>
                    <a:pt x="80" y="30"/>
                    <a:pt x="81" y="30"/>
                    <a:pt x="83" y="30"/>
                  </a:cubicBezTo>
                  <a:lnTo>
                    <a:pt x="83" y="30"/>
                  </a:lnTo>
                  <a:lnTo>
                    <a:pt x="83" y="30"/>
                  </a:lnTo>
                  <a:cubicBezTo>
                    <a:pt x="171" y="30"/>
                    <a:pt x="171" y="30"/>
                    <a:pt x="171" y="30"/>
                  </a:cubicBezTo>
                  <a:cubicBezTo>
                    <a:pt x="171" y="0"/>
                    <a:pt x="171" y="0"/>
                    <a:pt x="171" y="0"/>
                  </a:cubicBezTo>
                  <a:lnTo>
                    <a:pt x="171" y="0"/>
                  </a:lnTo>
                  <a:cubicBezTo>
                    <a:pt x="83" y="0"/>
                    <a:pt x="83" y="0"/>
                    <a:pt x="83" y="0"/>
                  </a:cubicBezTo>
                  <a:cubicBezTo>
                    <a:pt x="83" y="0"/>
                    <a:pt x="64" y="0"/>
                    <a:pt x="43"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9">
              <a:extLst>
                <a:ext uri="{FF2B5EF4-FFF2-40B4-BE49-F238E27FC236}">
                  <a16:creationId xmlns:a16="http://schemas.microsoft.com/office/drawing/2014/main" id="{FA44B637-7ADF-8E82-0B3C-D697F6EF764D}"/>
                </a:ext>
              </a:extLst>
            </p:cNvPr>
            <p:cNvSpPr>
              <a:spLocks noChangeArrowheads="1"/>
            </p:cNvSpPr>
            <p:nvPr/>
          </p:nvSpPr>
          <p:spPr bwMode="auto">
            <a:xfrm>
              <a:off x="5327650" y="6616700"/>
              <a:ext cx="61913" cy="158750"/>
            </a:xfrm>
            <a:custGeom>
              <a:avLst/>
              <a:gdLst>
                <a:gd name="T0" fmla="*/ 114 w 171"/>
                <a:gd name="T1" fmla="*/ 4 h 443"/>
                <a:gd name="T2" fmla="*/ 114 w 171"/>
                <a:gd name="T3" fmla="*/ 4 h 443"/>
                <a:gd name="T4" fmla="*/ 88 w 171"/>
                <a:gd name="T5" fmla="*/ 0 h 443"/>
                <a:gd name="T6" fmla="*/ 0 w 171"/>
                <a:gd name="T7" fmla="*/ 0 h 443"/>
                <a:gd name="T8" fmla="*/ 0 w 171"/>
                <a:gd name="T9" fmla="*/ 30 h 443"/>
                <a:gd name="T10" fmla="*/ 88 w 171"/>
                <a:gd name="T11" fmla="*/ 30 h 443"/>
                <a:gd name="T12" fmla="*/ 88 w 171"/>
                <a:gd name="T13" fmla="*/ 30 h 443"/>
                <a:gd name="T14" fmla="*/ 117 w 171"/>
                <a:gd name="T15" fmla="*/ 37 h 443"/>
                <a:gd name="T16" fmla="*/ 133 w 171"/>
                <a:gd name="T17" fmla="*/ 52 h 443"/>
                <a:gd name="T18" fmla="*/ 141 w 171"/>
                <a:gd name="T19" fmla="*/ 84 h 443"/>
                <a:gd name="T20" fmla="*/ 141 w 171"/>
                <a:gd name="T21" fmla="*/ 229 h 443"/>
                <a:gd name="T22" fmla="*/ 141 w 171"/>
                <a:gd name="T23" fmla="*/ 229 h 443"/>
                <a:gd name="T24" fmla="*/ 133 w 171"/>
                <a:gd name="T25" fmla="*/ 258 h 443"/>
                <a:gd name="T26" fmla="*/ 118 w 171"/>
                <a:gd name="T27" fmla="*/ 275 h 443"/>
                <a:gd name="T28" fmla="*/ 88 w 171"/>
                <a:gd name="T29" fmla="*/ 283 h 443"/>
                <a:gd name="T30" fmla="*/ 52 w 171"/>
                <a:gd name="T31" fmla="*/ 283 h 443"/>
                <a:gd name="T32" fmla="*/ 52 w 171"/>
                <a:gd name="T33" fmla="*/ 442 h 443"/>
                <a:gd name="T34" fmla="*/ 82 w 171"/>
                <a:gd name="T35" fmla="*/ 442 h 443"/>
                <a:gd name="T36" fmla="*/ 82 w 171"/>
                <a:gd name="T37" fmla="*/ 312 h 443"/>
                <a:gd name="T38" fmla="*/ 88 w 171"/>
                <a:gd name="T39" fmla="*/ 312 h 443"/>
                <a:gd name="T40" fmla="*/ 135 w 171"/>
                <a:gd name="T41" fmla="*/ 299 h 443"/>
                <a:gd name="T42" fmla="*/ 166 w 171"/>
                <a:gd name="T43" fmla="*/ 255 h 443"/>
                <a:gd name="T44" fmla="*/ 170 w 171"/>
                <a:gd name="T45" fmla="*/ 229 h 443"/>
                <a:gd name="T46" fmla="*/ 170 w 171"/>
                <a:gd name="T47" fmla="*/ 84 h 443"/>
                <a:gd name="T48" fmla="*/ 158 w 171"/>
                <a:gd name="T49" fmla="*/ 36 h 443"/>
                <a:gd name="T50" fmla="*/ 114 w 171"/>
                <a:gd name="T51" fmla="*/ 4 h 4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171" h="443">
                  <a:moveTo>
                    <a:pt x="114" y="4"/>
                  </a:moveTo>
                  <a:lnTo>
                    <a:pt x="114" y="4"/>
                  </a:lnTo>
                  <a:cubicBezTo>
                    <a:pt x="99" y="0"/>
                    <a:pt x="89" y="0"/>
                    <a:pt x="88" y="0"/>
                  </a:cubicBezTo>
                  <a:cubicBezTo>
                    <a:pt x="0" y="0"/>
                    <a:pt x="0" y="0"/>
                    <a:pt x="0" y="0"/>
                  </a:cubicBezTo>
                  <a:cubicBezTo>
                    <a:pt x="0" y="30"/>
                    <a:pt x="0" y="30"/>
                    <a:pt x="0" y="30"/>
                  </a:cubicBezTo>
                  <a:cubicBezTo>
                    <a:pt x="88" y="30"/>
                    <a:pt x="88" y="30"/>
                    <a:pt x="88" y="30"/>
                  </a:cubicBezTo>
                  <a:lnTo>
                    <a:pt x="88" y="30"/>
                  </a:lnTo>
                  <a:cubicBezTo>
                    <a:pt x="88" y="30"/>
                    <a:pt x="103" y="30"/>
                    <a:pt x="117" y="37"/>
                  </a:cubicBezTo>
                  <a:cubicBezTo>
                    <a:pt x="124" y="41"/>
                    <a:pt x="129" y="45"/>
                    <a:pt x="133" y="52"/>
                  </a:cubicBezTo>
                  <a:cubicBezTo>
                    <a:pt x="137" y="59"/>
                    <a:pt x="141" y="69"/>
                    <a:pt x="141" y="84"/>
                  </a:cubicBezTo>
                  <a:cubicBezTo>
                    <a:pt x="141" y="229"/>
                    <a:pt x="141" y="229"/>
                    <a:pt x="141" y="229"/>
                  </a:cubicBezTo>
                  <a:lnTo>
                    <a:pt x="141" y="229"/>
                  </a:lnTo>
                  <a:cubicBezTo>
                    <a:pt x="141" y="231"/>
                    <a:pt x="140" y="246"/>
                    <a:pt x="133" y="258"/>
                  </a:cubicBezTo>
                  <a:cubicBezTo>
                    <a:pt x="130" y="265"/>
                    <a:pt x="125" y="270"/>
                    <a:pt x="118" y="275"/>
                  </a:cubicBezTo>
                  <a:cubicBezTo>
                    <a:pt x="111" y="280"/>
                    <a:pt x="102" y="283"/>
                    <a:pt x="88" y="283"/>
                  </a:cubicBezTo>
                  <a:cubicBezTo>
                    <a:pt x="52" y="283"/>
                    <a:pt x="52" y="283"/>
                    <a:pt x="52" y="283"/>
                  </a:cubicBezTo>
                  <a:cubicBezTo>
                    <a:pt x="52" y="442"/>
                    <a:pt x="52" y="442"/>
                    <a:pt x="52" y="442"/>
                  </a:cubicBezTo>
                  <a:cubicBezTo>
                    <a:pt x="82" y="442"/>
                    <a:pt x="82" y="442"/>
                    <a:pt x="82" y="442"/>
                  </a:cubicBezTo>
                  <a:cubicBezTo>
                    <a:pt x="82" y="312"/>
                    <a:pt x="82" y="312"/>
                    <a:pt x="82" y="312"/>
                  </a:cubicBezTo>
                  <a:cubicBezTo>
                    <a:pt x="88" y="312"/>
                    <a:pt x="88" y="312"/>
                    <a:pt x="88" y="312"/>
                  </a:cubicBezTo>
                  <a:cubicBezTo>
                    <a:pt x="107" y="312"/>
                    <a:pt x="124" y="307"/>
                    <a:pt x="135" y="299"/>
                  </a:cubicBezTo>
                  <a:cubicBezTo>
                    <a:pt x="154" y="287"/>
                    <a:pt x="162" y="269"/>
                    <a:pt x="166" y="255"/>
                  </a:cubicBezTo>
                  <a:cubicBezTo>
                    <a:pt x="170" y="242"/>
                    <a:pt x="170" y="231"/>
                    <a:pt x="170" y="229"/>
                  </a:cubicBezTo>
                  <a:cubicBezTo>
                    <a:pt x="170" y="84"/>
                    <a:pt x="170" y="84"/>
                    <a:pt x="170" y="84"/>
                  </a:cubicBezTo>
                  <a:cubicBezTo>
                    <a:pt x="170" y="63"/>
                    <a:pt x="165" y="48"/>
                    <a:pt x="158" y="36"/>
                  </a:cubicBezTo>
                  <a:cubicBezTo>
                    <a:pt x="146" y="18"/>
                    <a:pt x="128" y="8"/>
                    <a:pt x="11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40">
              <a:extLst>
                <a:ext uri="{FF2B5EF4-FFF2-40B4-BE49-F238E27FC236}">
                  <a16:creationId xmlns:a16="http://schemas.microsoft.com/office/drawing/2014/main" id="{0AAD4E18-795A-7048-F87E-CE41DC174D97}"/>
                </a:ext>
              </a:extLst>
            </p:cNvPr>
            <p:cNvSpPr>
              <a:spLocks noChangeArrowheads="1"/>
            </p:cNvSpPr>
            <p:nvPr/>
          </p:nvSpPr>
          <p:spPr bwMode="auto">
            <a:xfrm>
              <a:off x="5211763" y="6472238"/>
              <a:ext cx="69850" cy="84137"/>
            </a:xfrm>
            <a:custGeom>
              <a:avLst/>
              <a:gdLst>
                <a:gd name="T0" fmla="*/ 97 w 194"/>
                <a:gd name="T1" fmla="*/ 0 h 235"/>
                <a:gd name="T2" fmla="*/ 97 w 194"/>
                <a:gd name="T3" fmla="*/ 0 h 235"/>
                <a:gd name="T4" fmla="*/ 0 w 194"/>
                <a:gd name="T5" fmla="*/ 96 h 235"/>
                <a:gd name="T6" fmla="*/ 0 w 194"/>
                <a:gd name="T7" fmla="*/ 137 h 235"/>
                <a:gd name="T8" fmla="*/ 97 w 194"/>
                <a:gd name="T9" fmla="*/ 234 h 235"/>
                <a:gd name="T10" fmla="*/ 193 w 194"/>
                <a:gd name="T11" fmla="*/ 137 h 235"/>
                <a:gd name="T12" fmla="*/ 193 w 194"/>
                <a:gd name="T13" fmla="*/ 96 h 235"/>
                <a:gd name="T14" fmla="*/ 97 w 194"/>
                <a:gd name="T15" fmla="*/ 0 h 235"/>
                <a:gd name="T16" fmla="*/ 164 w 194"/>
                <a:gd name="T17" fmla="*/ 137 h 235"/>
                <a:gd name="T18" fmla="*/ 164 w 194"/>
                <a:gd name="T19" fmla="*/ 137 h 235"/>
                <a:gd name="T20" fmla="*/ 143 w 194"/>
                <a:gd name="T21" fmla="*/ 184 h 235"/>
                <a:gd name="T22" fmla="*/ 97 w 194"/>
                <a:gd name="T23" fmla="*/ 205 h 235"/>
                <a:gd name="T24" fmla="*/ 48 w 194"/>
                <a:gd name="T25" fmla="*/ 184 h 235"/>
                <a:gd name="T26" fmla="*/ 29 w 194"/>
                <a:gd name="T27" fmla="*/ 137 h 235"/>
                <a:gd name="T28" fmla="*/ 29 w 194"/>
                <a:gd name="T29" fmla="*/ 96 h 235"/>
                <a:gd name="T30" fmla="*/ 48 w 194"/>
                <a:gd name="T31" fmla="*/ 50 h 235"/>
                <a:gd name="T32" fmla="*/ 97 w 194"/>
                <a:gd name="T33" fmla="*/ 29 h 235"/>
                <a:gd name="T34" fmla="*/ 143 w 194"/>
                <a:gd name="T35" fmla="*/ 50 h 235"/>
                <a:gd name="T36" fmla="*/ 164 w 194"/>
                <a:gd name="T37" fmla="*/ 96 h 235"/>
                <a:gd name="T38" fmla="*/ 164 w 194"/>
                <a:gd name="T39" fmla="*/ 137 h 2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4" h="235">
                  <a:moveTo>
                    <a:pt x="97" y="0"/>
                  </a:moveTo>
                  <a:lnTo>
                    <a:pt x="97" y="0"/>
                  </a:lnTo>
                  <a:cubicBezTo>
                    <a:pt x="43" y="0"/>
                    <a:pt x="0" y="43"/>
                    <a:pt x="0" y="96"/>
                  </a:cubicBezTo>
                  <a:cubicBezTo>
                    <a:pt x="0" y="137"/>
                    <a:pt x="0" y="137"/>
                    <a:pt x="0" y="137"/>
                  </a:cubicBezTo>
                  <a:cubicBezTo>
                    <a:pt x="0" y="191"/>
                    <a:pt x="43" y="234"/>
                    <a:pt x="97" y="234"/>
                  </a:cubicBezTo>
                  <a:cubicBezTo>
                    <a:pt x="149" y="234"/>
                    <a:pt x="193" y="191"/>
                    <a:pt x="193" y="137"/>
                  </a:cubicBezTo>
                  <a:cubicBezTo>
                    <a:pt x="193" y="96"/>
                    <a:pt x="193" y="96"/>
                    <a:pt x="193" y="96"/>
                  </a:cubicBezTo>
                  <a:cubicBezTo>
                    <a:pt x="193" y="43"/>
                    <a:pt x="149" y="0"/>
                    <a:pt x="97" y="0"/>
                  </a:cubicBezTo>
                  <a:close/>
                  <a:moveTo>
                    <a:pt x="164" y="137"/>
                  </a:moveTo>
                  <a:lnTo>
                    <a:pt x="164" y="137"/>
                  </a:lnTo>
                  <a:cubicBezTo>
                    <a:pt x="164" y="155"/>
                    <a:pt x="156" y="173"/>
                    <a:pt x="143" y="184"/>
                  </a:cubicBezTo>
                  <a:cubicBezTo>
                    <a:pt x="131" y="197"/>
                    <a:pt x="114" y="205"/>
                    <a:pt x="97" y="205"/>
                  </a:cubicBezTo>
                  <a:cubicBezTo>
                    <a:pt x="77" y="205"/>
                    <a:pt x="61" y="197"/>
                    <a:pt x="48" y="184"/>
                  </a:cubicBezTo>
                  <a:cubicBezTo>
                    <a:pt x="36" y="173"/>
                    <a:pt x="29" y="155"/>
                    <a:pt x="29" y="137"/>
                  </a:cubicBezTo>
                  <a:cubicBezTo>
                    <a:pt x="29" y="96"/>
                    <a:pt x="29" y="96"/>
                    <a:pt x="29" y="96"/>
                  </a:cubicBezTo>
                  <a:cubicBezTo>
                    <a:pt x="29" y="78"/>
                    <a:pt x="36" y="61"/>
                    <a:pt x="48" y="50"/>
                  </a:cubicBezTo>
                  <a:cubicBezTo>
                    <a:pt x="61" y="37"/>
                    <a:pt x="77" y="29"/>
                    <a:pt x="97" y="29"/>
                  </a:cubicBezTo>
                  <a:cubicBezTo>
                    <a:pt x="114" y="29"/>
                    <a:pt x="131" y="37"/>
                    <a:pt x="143" y="50"/>
                  </a:cubicBezTo>
                  <a:cubicBezTo>
                    <a:pt x="156" y="61"/>
                    <a:pt x="164" y="78"/>
                    <a:pt x="164" y="96"/>
                  </a:cubicBezTo>
                  <a:lnTo>
                    <a:pt x="164"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41">
              <a:extLst>
                <a:ext uri="{FF2B5EF4-FFF2-40B4-BE49-F238E27FC236}">
                  <a16:creationId xmlns:a16="http://schemas.microsoft.com/office/drawing/2014/main" id="{D6F7CF32-CE3A-2D7B-DA0A-EF18A470F3E0}"/>
                </a:ext>
              </a:extLst>
            </p:cNvPr>
            <p:cNvSpPr>
              <a:spLocks noChangeArrowheads="1"/>
            </p:cNvSpPr>
            <p:nvPr/>
          </p:nvSpPr>
          <p:spPr bwMode="auto">
            <a:xfrm>
              <a:off x="5305425" y="6505575"/>
              <a:ext cx="69850" cy="84138"/>
            </a:xfrm>
            <a:custGeom>
              <a:avLst/>
              <a:gdLst>
                <a:gd name="T0" fmla="*/ 192 w 193"/>
                <a:gd name="T1" fmla="*/ 137 h 234"/>
                <a:gd name="T2" fmla="*/ 192 w 193"/>
                <a:gd name="T3" fmla="*/ 137 h 234"/>
                <a:gd name="T4" fmla="*/ 192 w 193"/>
                <a:gd name="T5" fmla="*/ 96 h 234"/>
                <a:gd name="T6" fmla="*/ 96 w 193"/>
                <a:gd name="T7" fmla="*/ 0 h 234"/>
                <a:gd name="T8" fmla="*/ 0 w 193"/>
                <a:gd name="T9" fmla="*/ 96 h 234"/>
                <a:gd name="T10" fmla="*/ 0 w 193"/>
                <a:gd name="T11" fmla="*/ 137 h 234"/>
                <a:gd name="T12" fmla="*/ 96 w 193"/>
                <a:gd name="T13" fmla="*/ 233 h 234"/>
                <a:gd name="T14" fmla="*/ 192 w 193"/>
                <a:gd name="T15" fmla="*/ 137 h 234"/>
                <a:gd name="T16" fmla="*/ 49 w 193"/>
                <a:gd name="T17" fmla="*/ 185 h 234"/>
                <a:gd name="T18" fmla="*/ 49 w 193"/>
                <a:gd name="T19" fmla="*/ 185 h 234"/>
                <a:gd name="T20" fmla="*/ 28 w 193"/>
                <a:gd name="T21" fmla="*/ 137 h 234"/>
                <a:gd name="T22" fmla="*/ 28 w 193"/>
                <a:gd name="T23" fmla="*/ 96 h 234"/>
                <a:gd name="T24" fmla="*/ 49 w 193"/>
                <a:gd name="T25" fmla="*/ 49 h 234"/>
                <a:gd name="T26" fmla="*/ 96 w 193"/>
                <a:gd name="T27" fmla="*/ 29 h 234"/>
                <a:gd name="T28" fmla="*/ 144 w 193"/>
                <a:gd name="T29" fmla="*/ 49 h 234"/>
                <a:gd name="T30" fmla="*/ 163 w 193"/>
                <a:gd name="T31" fmla="*/ 96 h 234"/>
                <a:gd name="T32" fmla="*/ 163 w 193"/>
                <a:gd name="T33" fmla="*/ 137 h 234"/>
                <a:gd name="T34" fmla="*/ 144 w 193"/>
                <a:gd name="T35" fmla="*/ 185 h 234"/>
                <a:gd name="T36" fmla="*/ 96 w 193"/>
                <a:gd name="T37" fmla="*/ 204 h 234"/>
                <a:gd name="T38" fmla="*/ 49 w 193"/>
                <a:gd name="T39" fmla="*/ 185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192" y="137"/>
                  </a:moveTo>
                  <a:lnTo>
                    <a:pt x="192" y="137"/>
                  </a:lnTo>
                  <a:cubicBezTo>
                    <a:pt x="192" y="96"/>
                    <a:pt x="192" y="96"/>
                    <a:pt x="192" y="96"/>
                  </a:cubicBezTo>
                  <a:cubicBezTo>
                    <a:pt x="192" y="44"/>
                    <a:pt x="149" y="0"/>
                    <a:pt x="96" y="0"/>
                  </a:cubicBezTo>
                  <a:cubicBezTo>
                    <a:pt x="42" y="0"/>
                    <a:pt x="0" y="44"/>
                    <a:pt x="0" y="96"/>
                  </a:cubicBezTo>
                  <a:cubicBezTo>
                    <a:pt x="0" y="137"/>
                    <a:pt x="0" y="137"/>
                    <a:pt x="0" y="137"/>
                  </a:cubicBezTo>
                  <a:cubicBezTo>
                    <a:pt x="0" y="191"/>
                    <a:pt x="42" y="233"/>
                    <a:pt x="96" y="233"/>
                  </a:cubicBezTo>
                  <a:cubicBezTo>
                    <a:pt x="149" y="233"/>
                    <a:pt x="192" y="191"/>
                    <a:pt x="192" y="137"/>
                  </a:cubicBezTo>
                  <a:close/>
                  <a:moveTo>
                    <a:pt x="49" y="185"/>
                  </a:moveTo>
                  <a:lnTo>
                    <a:pt x="49" y="185"/>
                  </a:lnTo>
                  <a:cubicBezTo>
                    <a:pt x="37" y="173"/>
                    <a:pt x="28" y="156"/>
                    <a:pt x="28" y="137"/>
                  </a:cubicBezTo>
                  <a:cubicBezTo>
                    <a:pt x="28" y="96"/>
                    <a:pt x="28" y="96"/>
                    <a:pt x="28" y="96"/>
                  </a:cubicBezTo>
                  <a:cubicBezTo>
                    <a:pt x="28" y="78"/>
                    <a:pt x="37" y="62"/>
                    <a:pt x="49" y="49"/>
                  </a:cubicBezTo>
                  <a:cubicBezTo>
                    <a:pt x="61" y="37"/>
                    <a:pt x="78" y="29"/>
                    <a:pt x="96" y="29"/>
                  </a:cubicBezTo>
                  <a:cubicBezTo>
                    <a:pt x="115" y="29"/>
                    <a:pt x="131" y="37"/>
                    <a:pt x="144" y="49"/>
                  </a:cubicBezTo>
                  <a:cubicBezTo>
                    <a:pt x="156" y="62"/>
                    <a:pt x="163" y="78"/>
                    <a:pt x="163" y="96"/>
                  </a:cubicBezTo>
                  <a:cubicBezTo>
                    <a:pt x="163" y="137"/>
                    <a:pt x="163" y="137"/>
                    <a:pt x="163" y="137"/>
                  </a:cubicBezTo>
                  <a:cubicBezTo>
                    <a:pt x="163" y="156"/>
                    <a:pt x="156" y="173"/>
                    <a:pt x="144" y="185"/>
                  </a:cubicBezTo>
                  <a:cubicBezTo>
                    <a:pt x="131" y="196"/>
                    <a:pt x="115" y="204"/>
                    <a:pt x="96" y="204"/>
                  </a:cubicBezTo>
                  <a:cubicBezTo>
                    <a:pt x="78" y="204"/>
                    <a:pt x="61" y="196"/>
                    <a:pt x="49" y="1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42">
              <a:extLst>
                <a:ext uri="{FF2B5EF4-FFF2-40B4-BE49-F238E27FC236}">
                  <a16:creationId xmlns:a16="http://schemas.microsoft.com/office/drawing/2014/main" id="{B623E514-2806-3594-C23B-705BD4D26C44}"/>
                </a:ext>
              </a:extLst>
            </p:cNvPr>
            <p:cNvSpPr>
              <a:spLocks noChangeArrowheads="1"/>
            </p:cNvSpPr>
            <p:nvPr/>
          </p:nvSpPr>
          <p:spPr bwMode="auto">
            <a:xfrm>
              <a:off x="5114925" y="6505575"/>
              <a:ext cx="69850" cy="84138"/>
            </a:xfrm>
            <a:custGeom>
              <a:avLst/>
              <a:gdLst>
                <a:gd name="T0" fmla="*/ 96 w 193"/>
                <a:gd name="T1" fmla="*/ 0 h 234"/>
                <a:gd name="T2" fmla="*/ 96 w 193"/>
                <a:gd name="T3" fmla="*/ 0 h 234"/>
                <a:gd name="T4" fmla="*/ 0 w 193"/>
                <a:gd name="T5" fmla="*/ 96 h 234"/>
                <a:gd name="T6" fmla="*/ 0 w 193"/>
                <a:gd name="T7" fmla="*/ 137 h 234"/>
                <a:gd name="T8" fmla="*/ 96 w 193"/>
                <a:gd name="T9" fmla="*/ 233 h 234"/>
                <a:gd name="T10" fmla="*/ 192 w 193"/>
                <a:gd name="T11" fmla="*/ 137 h 234"/>
                <a:gd name="T12" fmla="*/ 192 w 193"/>
                <a:gd name="T13" fmla="*/ 96 h 234"/>
                <a:gd name="T14" fmla="*/ 96 w 193"/>
                <a:gd name="T15" fmla="*/ 0 h 234"/>
                <a:gd name="T16" fmla="*/ 163 w 193"/>
                <a:gd name="T17" fmla="*/ 137 h 234"/>
                <a:gd name="T18" fmla="*/ 163 w 193"/>
                <a:gd name="T19" fmla="*/ 137 h 234"/>
                <a:gd name="T20" fmla="*/ 143 w 193"/>
                <a:gd name="T21" fmla="*/ 185 h 234"/>
                <a:gd name="T22" fmla="*/ 96 w 193"/>
                <a:gd name="T23" fmla="*/ 204 h 234"/>
                <a:gd name="T24" fmla="*/ 48 w 193"/>
                <a:gd name="T25" fmla="*/ 185 h 234"/>
                <a:gd name="T26" fmla="*/ 29 w 193"/>
                <a:gd name="T27" fmla="*/ 137 h 234"/>
                <a:gd name="T28" fmla="*/ 29 w 193"/>
                <a:gd name="T29" fmla="*/ 96 h 234"/>
                <a:gd name="T30" fmla="*/ 48 w 193"/>
                <a:gd name="T31" fmla="*/ 49 h 234"/>
                <a:gd name="T32" fmla="*/ 96 w 193"/>
                <a:gd name="T33" fmla="*/ 29 h 234"/>
                <a:gd name="T34" fmla="*/ 143 w 193"/>
                <a:gd name="T35" fmla="*/ 49 h 234"/>
                <a:gd name="T36" fmla="*/ 163 w 193"/>
                <a:gd name="T37" fmla="*/ 96 h 234"/>
                <a:gd name="T38" fmla="*/ 163 w 193"/>
                <a:gd name="T39" fmla="*/ 137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93" h="234">
                  <a:moveTo>
                    <a:pt x="96" y="0"/>
                  </a:moveTo>
                  <a:lnTo>
                    <a:pt x="96" y="0"/>
                  </a:lnTo>
                  <a:cubicBezTo>
                    <a:pt x="43" y="0"/>
                    <a:pt x="0" y="44"/>
                    <a:pt x="0" y="96"/>
                  </a:cubicBezTo>
                  <a:cubicBezTo>
                    <a:pt x="0" y="137"/>
                    <a:pt x="0" y="137"/>
                    <a:pt x="0" y="137"/>
                  </a:cubicBezTo>
                  <a:cubicBezTo>
                    <a:pt x="0" y="191"/>
                    <a:pt x="43" y="233"/>
                    <a:pt x="96" y="233"/>
                  </a:cubicBezTo>
                  <a:cubicBezTo>
                    <a:pt x="150" y="233"/>
                    <a:pt x="192" y="191"/>
                    <a:pt x="192" y="137"/>
                  </a:cubicBezTo>
                  <a:cubicBezTo>
                    <a:pt x="192" y="96"/>
                    <a:pt x="192" y="96"/>
                    <a:pt x="192" y="96"/>
                  </a:cubicBezTo>
                  <a:cubicBezTo>
                    <a:pt x="192" y="44"/>
                    <a:pt x="150" y="0"/>
                    <a:pt x="96" y="0"/>
                  </a:cubicBezTo>
                  <a:close/>
                  <a:moveTo>
                    <a:pt x="163" y="137"/>
                  </a:moveTo>
                  <a:lnTo>
                    <a:pt x="163" y="137"/>
                  </a:lnTo>
                  <a:cubicBezTo>
                    <a:pt x="163" y="156"/>
                    <a:pt x="155" y="173"/>
                    <a:pt x="143" y="185"/>
                  </a:cubicBezTo>
                  <a:cubicBezTo>
                    <a:pt x="130" y="196"/>
                    <a:pt x="114" y="204"/>
                    <a:pt x="96" y="204"/>
                  </a:cubicBezTo>
                  <a:cubicBezTo>
                    <a:pt x="77" y="204"/>
                    <a:pt x="60" y="196"/>
                    <a:pt x="48" y="185"/>
                  </a:cubicBezTo>
                  <a:cubicBezTo>
                    <a:pt x="36" y="173"/>
                    <a:pt x="29" y="156"/>
                    <a:pt x="29" y="137"/>
                  </a:cubicBezTo>
                  <a:cubicBezTo>
                    <a:pt x="29" y="96"/>
                    <a:pt x="29" y="96"/>
                    <a:pt x="29" y="96"/>
                  </a:cubicBezTo>
                  <a:cubicBezTo>
                    <a:pt x="29" y="78"/>
                    <a:pt x="36" y="62"/>
                    <a:pt x="48" y="49"/>
                  </a:cubicBezTo>
                  <a:cubicBezTo>
                    <a:pt x="60" y="37"/>
                    <a:pt x="77" y="29"/>
                    <a:pt x="96" y="29"/>
                  </a:cubicBezTo>
                  <a:cubicBezTo>
                    <a:pt x="114" y="29"/>
                    <a:pt x="130" y="37"/>
                    <a:pt x="143" y="49"/>
                  </a:cubicBezTo>
                  <a:cubicBezTo>
                    <a:pt x="155" y="62"/>
                    <a:pt x="163" y="78"/>
                    <a:pt x="163" y="96"/>
                  </a:cubicBezTo>
                  <a:lnTo>
                    <a:pt x="163" y="13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3" name="Group 657">
            <a:extLst>
              <a:ext uri="{FF2B5EF4-FFF2-40B4-BE49-F238E27FC236}">
                <a16:creationId xmlns:a16="http://schemas.microsoft.com/office/drawing/2014/main" id="{87A60022-F90E-6051-BAD7-FB527C011415}"/>
              </a:ext>
            </a:extLst>
          </p:cNvPr>
          <p:cNvGrpSpPr/>
          <p:nvPr/>
        </p:nvGrpSpPr>
        <p:grpSpPr>
          <a:xfrm>
            <a:off x="3751386" y="4654178"/>
            <a:ext cx="300038" cy="273050"/>
            <a:chOff x="2609850" y="4986338"/>
            <a:chExt cx="300038" cy="273050"/>
          </a:xfrm>
          <a:solidFill>
            <a:schemeClr val="accent4"/>
          </a:solidFill>
        </p:grpSpPr>
        <p:sp>
          <p:nvSpPr>
            <p:cNvPr id="654" name="Freeform 543">
              <a:extLst>
                <a:ext uri="{FF2B5EF4-FFF2-40B4-BE49-F238E27FC236}">
                  <a16:creationId xmlns:a16="http://schemas.microsoft.com/office/drawing/2014/main" id="{60786C15-CD91-6691-B3CF-57E359F83DF3}"/>
                </a:ext>
              </a:extLst>
            </p:cNvPr>
            <p:cNvSpPr>
              <a:spLocks noChangeArrowheads="1"/>
            </p:cNvSpPr>
            <p:nvPr/>
          </p:nvSpPr>
          <p:spPr bwMode="auto">
            <a:xfrm>
              <a:off x="2609850" y="4986338"/>
              <a:ext cx="300038" cy="196850"/>
            </a:xfrm>
            <a:custGeom>
              <a:avLst/>
              <a:gdLst>
                <a:gd name="T0" fmla="*/ 667 w 832"/>
                <a:gd name="T1" fmla="*/ 223 h 549"/>
                <a:gd name="T2" fmla="*/ 667 w 832"/>
                <a:gd name="T3" fmla="*/ 223 h 549"/>
                <a:gd name="T4" fmla="*/ 639 w 832"/>
                <a:gd name="T5" fmla="*/ 225 h 549"/>
                <a:gd name="T6" fmla="*/ 643 w 832"/>
                <a:gd name="T7" fmla="*/ 186 h 549"/>
                <a:gd name="T8" fmla="*/ 457 w 832"/>
                <a:gd name="T9" fmla="*/ 0 h 549"/>
                <a:gd name="T10" fmla="*/ 289 w 832"/>
                <a:gd name="T11" fmla="*/ 110 h 549"/>
                <a:gd name="T12" fmla="*/ 221 w 832"/>
                <a:gd name="T13" fmla="*/ 79 h 549"/>
                <a:gd name="T14" fmla="*/ 135 w 832"/>
                <a:gd name="T15" fmla="*/ 165 h 549"/>
                <a:gd name="T16" fmla="*/ 139 w 832"/>
                <a:gd name="T17" fmla="*/ 188 h 549"/>
                <a:gd name="T18" fmla="*/ 0 w 832"/>
                <a:gd name="T19" fmla="*/ 364 h 549"/>
                <a:gd name="T20" fmla="*/ 55 w 832"/>
                <a:gd name="T21" fmla="*/ 494 h 549"/>
                <a:gd name="T22" fmla="*/ 186 w 832"/>
                <a:gd name="T23" fmla="*/ 548 h 549"/>
                <a:gd name="T24" fmla="*/ 463 w 832"/>
                <a:gd name="T25" fmla="*/ 548 h 549"/>
                <a:gd name="T26" fmla="*/ 607 w 832"/>
                <a:gd name="T27" fmla="*/ 548 h 549"/>
                <a:gd name="T28" fmla="*/ 669 w 832"/>
                <a:gd name="T29" fmla="*/ 548 h 549"/>
                <a:gd name="T30" fmla="*/ 669 w 832"/>
                <a:gd name="T31" fmla="*/ 548 h 549"/>
                <a:gd name="T32" fmla="*/ 831 w 832"/>
                <a:gd name="T33" fmla="*/ 385 h 549"/>
                <a:gd name="T34" fmla="*/ 667 w 832"/>
                <a:gd name="T35" fmla="*/ 223 h 549"/>
                <a:gd name="T36" fmla="*/ 762 w 832"/>
                <a:gd name="T37" fmla="*/ 479 h 549"/>
                <a:gd name="T38" fmla="*/ 762 w 832"/>
                <a:gd name="T39" fmla="*/ 479 h 549"/>
                <a:gd name="T40" fmla="*/ 667 w 832"/>
                <a:gd name="T41" fmla="*/ 518 h 549"/>
                <a:gd name="T42" fmla="*/ 667 w 832"/>
                <a:gd name="T43" fmla="*/ 519 h 549"/>
                <a:gd name="T44" fmla="*/ 186 w 832"/>
                <a:gd name="T45" fmla="*/ 518 h 549"/>
                <a:gd name="T46" fmla="*/ 76 w 832"/>
                <a:gd name="T47" fmla="*/ 474 h 549"/>
                <a:gd name="T48" fmla="*/ 29 w 832"/>
                <a:gd name="T49" fmla="*/ 364 h 549"/>
                <a:gd name="T50" fmla="*/ 161 w 832"/>
                <a:gd name="T51" fmla="*/ 213 h 549"/>
                <a:gd name="T52" fmla="*/ 172 w 832"/>
                <a:gd name="T53" fmla="*/ 205 h 549"/>
                <a:gd name="T54" fmla="*/ 172 w 832"/>
                <a:gd name="T55" fmla="*/ 191 h 549"/>
                <a:gd name="T56" fmla="*/ 165 w 832"/>
                <a:gd name="T57" fmla="*/ 165 h 549"/>
                <a:gd name="T58" fmla="*/ 181 w 832"/>
                <a:gd name="T59" fmla="*/ 124 h 549"/>
                <a:gd name="T60" fmla="*/ 221 w 832"/>
                <a:gd name="T61" fmla="*/ 107 h 549"/>
                <a:gd name="T62" fmla="*/ 276 w 832"/>
                <a:gd name="T63" fmla="*/ 151 h 549"/>
                <a:gd name="T64" fmla="*/ 291 w 832"/>
                <a:gd name="T65" fmla="*/ 162 h 549"/>
                <a:gd name="T66" fmla="*/ 305 w 832"/>
                <a:gd name="T67" fmla="*/ 151 h 549"/>
                <a:gd name="T68" fmla="*/ 457 w 832"/>
                <a:gd name="T69" fmla="*/ 30 h 549"/>
                <a:gd name="T70" fmla="*/ 567 w 832"/>
                <a:gd name="T71" fmla="*/ 76 h 549"/>
                <a:gd name="T72" fmla="*/ 614 w 832"/>
                <a:gd name="T73" fmla="*/ 186 h 549"/>
                <a:gd name="T74" fmla="*/ 603 w 832"/>
                <a:gd name="T75" fmla="*/ 242 h 549"/>
                <a:gd name="T76" fmla="*/ 607 w 832"/>
                <a:gd name="T77" fmla="*/ 257 h 549"/>
                <a:gd name="T78" fmla="*/ 622 w 832"/>
                <a:gd name="T79" fmla="*/ 260 h 549"/>
                <a:gd name="T80" fmla="*/ 667 w 832"/>
                <a:gd name="T81" fmla="*/ 251 h 549"/>
                <a:gd name="T82" fmla="*/ 762 w 832"/>
                <a:gd name="T83" fmla="*/ 290 h 549"/>
                <a:gd name="T84" fmla="*/ 802 w 832"/>
                <a:gd name="T85" fmla="*/ 385 h 549"/>
                <a:gd name="T86" fmla="*/ 762 w 832"/>
                <a:gd name="T87" fmla="*/ 479 h 5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2" h="549">
                  <a:moveTo>
                    <a:pt x="667" y="223"/>
                  </a:moveTo>
                  <a:lnTo>
                    <a:pt x="667" y="223"/>
                  </a:lnTo>
                  <a:cubicBezTo>
                    <a:pt x="658" y="223"/>
                    <a:pt x="648" y="223"/>
                    <a:pt x="639" y="225"/>
                  </a:cubicBezTo>
                  <a:cubicBezTo>
                    <a:pt x="641" y="213"/>
                    <a:pt x="643" y="199"/>
                    <a:pt x="643" y="186"/>
                  </a:cubicBezTo>
                  <a:cubicBezTo>
                    <a:pt x="643" y="84"/>
                    <a:pt x="560" y="0"/>
                    <a:pt x="457" y="0"/>
                  </a:cubicBezTo>
                  <a:cubicBezTo>
                    <a:pt x="382" y="0"/>
                    <a:pt x="317" y="46"/>
                    <a:pt x="289" y="110"/>
                  </a:cubicBezTo>
                  <a:cubicBezTo>
                    <a:pt x="272" y="91"/>
                    <a:pt x="249" y="79"/>
                    <a:pt x="221" y="79"/>
                  </a:cubicBezTo>
                  <a:cubicBezTo>
                    <a:pt x="173" y="79"/>
                    <a:pt x="135" y="117"/>
                    <a:pt x="135" y="165"/>
                  </a:cubicBezTo>
                  <a:cubicBezTo>
                    <a:pt x="135" y="173"/>
                    <a:pt x="136" y="180"/>
                    <a:pt x="139" y="188"/>
                  </a:cubicBezTo>
                  <a:cubicBezTo>
                    <a:pt x="59" y="208"/>
                    <a:pt x="0" y="279"/>
                    <a:pt x="0" y="364"/>
                  </a:cubicBezTo>
                  <a:cubicBezTo>
                    <a:pt x="0" y="415"/>
                    <a:pt x="21" y="461"/>
                    <a:pt x="55" y="494"/>
                  </a:cubicBezTo>
                  <a:cubicBezTo>
                    <a:pt x="88" y="527"/>
                    <a:pt x="135" y="548"/>
                    <a:pt x="186" y="548"/>
                  </a:cubicBezTo>
                  <a:cubicBezTo>
                    <a:pt x="232" y="548"/>
                    <a:pt x="354" y="548"/>
                    <a:pt x="463" y="548"/>
                  </a:cubicBezTo>
                  <a:cubicBezTo>
                    <a:pt x="518" y="548"/>
                    <a:pt x="569" y="548"/>
                    <a:pt x="607" y="548"/>
                  </a:cubicBezTo>
                  <a:cubicBezTo>
                    <a:pt x="645" y="548"/>
                    <a:pt x="669" y="548"/>
                    <a:pt x="669" y="548"/>
                  </a:cubicBezTo>
                  <a:lnTo>
                    <a:pt x="669" y="548"/>
                  </a:lnTo>
                  <a:cubicBezTo>
                    <a:pt x="758" y="547"/>
                    <a:pt x="831" y="474"/>
                    <a:pt x="831" y="385"/>
                  </a:cubicBezTo>
                  <a:cubicBezTo>
                    <a:pt x="831" y="295"/>
                    <a:pt x="758" y="223"/>
                    <a:pt x="667" y="223"/>
                  </a:cubicBezTo>
                  <a:close/>
                  <a:moveTo>
                    <a:pt x="762" y="479"/>
                  </a:moveTo>
                  <a:lnTo>
                    <a:pt x="762" y="479"/>
                  </a:lnTo>
                  <a:cubicBezTo>
                    <a:pt x="739" y="504"/>
                    <a:pt x="704" y="518"/>
                    <a:pt x="667" y="518"/>
                  </a:cubicBezTo>
                  <a:cubicBezTo>
                    <a:pt x="667" y="519"/>
                    <a:pt x="667" y="519"/>
                    <a:pt x="667" y="519"/>
                  </a:cubicBezTo>
                  <a:cubicBezTo>
                    <a:pt x="644" y="519"/>
                    <a:pt x="278" y="518"/>
                    <a:pt x="186" y="518"/>
                  </a:cubicBezTo>
                  <a:cubicBezTo>
                    <a:pt x="143" y="518"/>
                    <a:pt x="103" y="501"/>
                    <a:pt x="76" y="474"/>
                  </a:cubicBezTo>
                  <a:cubicBezTo>
                    <a:pt x="47" y="445"/>
                    <a:pt x="29" y="407"/>
                    <a:pt x="29" y="364"/>
                  </a:cubicBezTo>
                  <a:cubicBezTo>
                    <a:pt x="29" y="289"/>
                    <a:pt x="87" y="224"/>
                    <a:pt x="161" y="213"/>
                  </a:cubicBezTo>
                  <a:cubicBezTo>
                    <a:pt x="166" y="212"/>
                    <a:pt x="171" y="209"/>
                    <a:pt x="172" y="205"/>
                  </a:cubicBezTo>
                  <a:cubicBezTo>
                    <a:pt x="175" y="201"/>
                    <a:pt x="175" y="195"/>
                    <a:pt x="172" y="191"/>
                  </a:cubicBezTo>
                  <a:cubicBezTo>
                    <a:pt x="168" y="183"/>
                    <a:pt x="165" y="175"/>
                    <a:pt x="165" y="165"/>
                  </a:cubicBezTo>
                  <a:cubicBezTo>
                    <a:pt x="165" y="149"/>
                    <a:pt x="171" y="135"/>
                    <a:pt x="181" y="124"/>
                  </a:cubicBezTo>
                  <a:cubicBezTo>
                    <a:pt x="191" y="114"/>
                    <a:pt x="206" y="107"/>
                    <a:pt x="221" y="107"/>
                  </a:cubicBezTo>
                  <a:cubicBezTo>
                    <a:pt x="249" y="107"/>
                    <a:pt x="271" y="127"/>
                    <a:pt x="276" y="151"/>
                  </a:cubicBezTo>
                  <a:cubicBezTo>
                    <a:pt x="278" y="158"/>
                    <a:pt x="284" y="162"/>
                    <a:pt x="291" y="162"/>
                  </a:cubicBezTo>
                  <a:cubicBezTo>
                    <a:pt x="298" y="162"/>
                    <a:pt x="304" y="158"/>
                    <a:pt x="305" y="151"/>
                  </a:cubicBezTo>
                  <a:cubicBezTo>
                    <a:pt x="321" y="81"/>
                    <a:pt x="383" y="30"/>
                    <a:pt x="457" y="30"/>
                  </a:cubicBezTo>
                  <a:cubicBezTo>
                    <a:pt x="500" y="30"/>
                    <a:pt x="540" y="47"/>
                    <a:pt x="567" y="76"/>
                  </a:cubicBezTo>
                  <a:cubicBezTo>
                    <a:pt x="596" y="105"/>
                    <a:pt x="614" y="143"/>
                    <a:pt x="614" y="186"/>
                  </a:cubicBezTo>
                  <a:cubicBezTo>
                    <a:pt x="614" y="205"/>
                    <a:pt x="610" y="224"/>
                    <a:pt x="603" y="242"/>
                  </a:cubicBezTo>
                  <a:cubicBezTo>
                    <a:pt x="601" y="246"/>
                    <a:pt x="603" y="253"/>
                    <a:pt x="607" y="257"/>
                  </a:cubicBezTo>
                  <a:cubicBezTo>
                    <a:pt x="611" y="261"/>
                    <a:pt x="617" y="262"/>
                    <a:pt x="622" y="260"/>
                  </a:cubicBezTo>
                  <a:cubicBezTo>
                    <a:pt x="637" y="254"/>
                    <a:pt x="652" y="251"/>
                    <a:pt x="667" y="251"/>
                  </a:cubicBezTo>
                  <a:cubicBezTo>
                    <a:pt x="704" y="251"/>
                    <a:pt x="739" y="267"/>
                    <a:pt x="762" y="290"/>
                  </a:cubicBezTo>
                  <a:cubicBezTo>
                    <a:pt x="787" y="315"/>
                    <a:pt x="802" y="348"/>
                    <a:pt x="802" y="385"/>
                  </a:cubicBezTo>
                  <a:cubicBezTo>
                    <a:pt x="802" y="422"/>
                    <a:pt x="787" y="455"/>
                    <a:pt x="762" y="47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4">
              <a:extLst>
                <a:ext uri="{FF2B5EF4-FFF2-40B4-BE49-F238E27FC236}">
                  <a16:creationId xmlns:a16="http://schemas.microsoft.com/office/drawing/2014/main" id="{82624139-DF3C-32DB-A7BD-CC48EE976775}"/>
                </a:ext>
              </a:extLst>
            </p:cNvPr>
            <p:cNvSpPr>
              <a:spLocks noChangeArrowheads="1"/>
            </p:cNvSpPr>
            <p:nvPr/>
          </p:nvSpPr>
          <p:spPr bwMode="auto">
            <a:xfrm>
              <a:off x="2674938" y="5197475"/>
              <a:ext cx="47625" cy="47625"/>
            </a:xfrm>
            <a:custGeom>
              <a:avLst/>
              <a:gdLst>
                <a:gd name="T0" fmla="*/ 130 w 131"/>
                <a:gd name="T1" fmla="*/ 64 h 131"/>
                <a:gd name="T2" fmla="*/ 130 w 131"/>
                <a:gd name="T3" fmla="*/ 64 h 131"/>
                <a:gd name="T4" fmla="*/ 65 w 131"/>
                <a:gd name="T5" fmla="*/ 0 h 131"/>
                <a:gd name="T6" fmla="*/ 0 w 131"/>
                <a:gd name="T7" fmla="*/ 64 h 131"/>
                <a:gd name="T8" fmla="*/ 65 w 131"/>
                <a:gd name="T9" fmla="*/ 130 h 131"/>
                <a:gd name="T10" fmla="*/ 130 w 131"/>
                <a:gd name="T11" fmla="*/ 64 h 131"/>
                <a:gd name="T12" fmla="*/ 30 w 131"/>
                <a:gd name="T13" fmla="*/ 64 h 131"/>
                <a:gd name="T14" fmla="*/ 30 w 131"/>
                <a:gd name="T15" fmla="*/ 64 h 131"/>
                <a:gd name="T16" fmla="*/ 65 w 131"/>
                <a:gd name="T17" fmla="*/ 30 h 131"/>
                <a:gd name="T18" fmla="*/ 100 w 131"/>
                <a:gd name="T19" fmla="*/ 64 h 131"/>
                <a:gd name="T20" fmla="*/ 65 w 131"/>
                <a:gd name="T21" fmla="*/ 100 h 131"/>
                <a:gd name="T22" fmla="*/ 30 w 131"/>
                <a:gd name="T23" fmla="*/ 64 h 1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1" h="131">
                  <a:moveTo>
                    <a:pt x="130" y="64"/>
                  </a:moveTo>
                  <a:lnTo>
                    <a:pt x="130" y="64"/>
                  </a:lnTo>
                  <a:cubicBezTo>
                    <a:pt x="130" y="29"/>
                    <a:pt x="102" y="0"/>
                    <a:pt x="65" y="0"/>
                  </a:cubicBezTo>
                  <a:cubicBezTo>
                    <a:pt x="29" y="0"/>
                    <a:pt x="0" y="29"/>
                    <a:pt x="0" y="64"/>
                  </a:cubicBezTo>
                  <a:cubicBezTo>
                    <a:pt x="0" y="101"/>
                    <a:pt x="29" y="130"/>
                    <a:pt x="65" y="130"/>
                  </a:cubicBezTo>
                  <a:cubicBezTo>
                    <a:pt x="102" y="130"/>
                    <a:pt x="130" y="101"/>
                    <a:pt x="130" y="64"/>
                  </a:cubicBezTo>
                  <a:close/>
                  <a:moveTo>
                    <a:pt x="30" y="64"/>
                  </a:moveTo>
                  <a:lnTo>
                    <a:pt x="30" y="64"/>
                  </a:lnTo>
                  <a:cubicBezTo>
                    <a:pt x="30" y="45"/>
                    <a:pt x="45" y="30"/>
                    <a:pt x="65" y="30"/>
                  </a:cubicBezTo>
                  <a:cubicBezTo>
                    <a:pt x="85" y="30"/>
                    <a:pt x="100" y="45"/>
                    <a:pt x="100" y="64"/>
                  </a:cubicBezTo>
                  <a:cubicBezTo>
                    <a:pt x="100" y="85"/>
                    <a:pt x="85" y="100"/>
                    <a:pt x="65" y="100"/>
                  </a:cubicBezTo>
                  <a:cubicBezTo>
                    <a:pt x="45" y="100"/>
                    <a:pt x="30" y="85"/>
                    <a:pt x="30" y="6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5">
              <a:extLst>
                <a:ext uri="{FF2B5EF4-FFF2-40B4-BE49-F238E27FC236}">
                  <a16:creationId xmlns:a16="http://schemas.microsoft.com/office/drawing/2014/main" id="{214D23DD-FE5C-EECE-8189-BF5448B1C094}"/>
                </a:ext>
              </a:extLst>
            </p:cNvPr>
            <p:cNvSpPr>
              <a:spLocks noChangeArrowheads="1"/>
            </p:cNvSpPr>
            <p:nvPr/>
          </p:nvSpPr>
          <p:spPr bwMode="auto">
            <a:xfrm>
              <a:off x="2638425" y="5227638"/>
              <a:ext cx="31750" cy="31750"/>
            </a:xfrm>
            <a:custGeom>
              <a:avLst/>
              <a:gdLst>
                <a:gd name="T0" fmla="*/ 85 w 86"/>
                <a:gd name="T1" fmla="*/ 43 h 87"/>
                <a:gd name="T2" fmla="*/ 85 w 86"/>
                <a:gd name="T3" fmla="*/ 43 h 87"/>
                <a:gd name="T4" fmla="*/ 43 w 86"/>
                <a:gd name="T5" fmla="*/ 0 h 87"/>
                <a:gd name="T6" fmla="*/ 0 w 86"/>
                <a:gd name="T7" fmla="*/ 43 h 87"/>
                <a:gd name="T8" fmla="*/ 43 w 86"/>
                <a:gd name="T9" fmla="*/ 86 h 87"/>
                <a:gd name="T10" fmla="*/ 85 w 86"/>
                <a:gd name="T11" fmla="*/ 43 h 87"/>
                <a:gd name="T12" fmla="*/ 22 w 86"/>
                <a:gd name="T13" fmla="*/ 43 h 87"/>
                <a:gd name="T14" fmla="*/ 22 w 86"/>
                <a:gd name="T15" fmla="*/ 43 h 87"/>
                <a:gd name="T16" fmla="*/ 43 w 86"/>
                <a:gd name="T17" fmla="*/ 22 h 87"/>
                <a:gd name="T18" fmla="*/ 63 w 86"/>
                <a:gd name="T19" fmla="*/ 43 h 87"/>
                <a:gd name="T20" fmla="*/ 43 w 86"/>
                <a:gd name="T21" fmla="*/ 64 h 87"/>
                <a:gd name="T22" fmla="*/ 22 w 86"/>
                <a:gd name="T23" fmla="*/ 4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6" h="87">
                  <a:moveTo>
                    <a:pt x="85" y="43"/>
                  </a:moveTo>
                  <a:lnTo>
                    <a:pt x="85" y="43"/>
                  </a:lnTo>
                  <a:cubicBezTo>
                    <a:pt x="85" y="20"/>
                    <a:pt x="66" y="0"/>
                    <a:pt x="43" y="0"/>
                  </a:cubicBezTo>
                  <a:cubicBezTo>
                    <a:pt x="19" y="0"/>
                    <a:pt x="0" y="20"/>
                    <a:pt x="0" y="43"/>
                  </a:cubicBezTo>
                  <a:cubicBezTo>
                    <a:pt x="0" y="66"/>
                    <a:pt x="19" y="86"/>
                    <a:pt x="43" y="86"/>
                  </a:cubicBezTo>
                  <a:cubicBezTo>
                    <a:pt x="66" y="86"/>
                    <a:pt x="85" y="66"/>
                    <a:pt x="85" y="43"/>
                  </a:cubicBezTo>
                  <a:close/>
                  <a:moveTo>
                    <a:pt x="22" y="43"/>
                  </a:moveTo>
                  <a:lnTo>
                    <a:pt x="22" y="43"/>
                  </a:lnTo>
                  <a:cubicBezTo>
                    <a:pt x="22" y="32"/>
                    <a:pt x="32" y="22"/>
                    <a:pt x="43" y="22"/>
                  </a:cubicBezTo>
                  <a:cubicBezTo>
                    <a:pt x="54" y="22"/>
                    <a:pt x="63" y="32"/>
                    <a:pt x="63" y="43"/>
                  </a:cubicBezTo>
                  <a:cubicBezTo>
                    <a:pt x="63" y="55"/>
                    <a:pt x="54" y="64"/>
                    <a:pt x="43" y="64"/>
                  </a:cubicBezTo>
                  <a:cubicBezTo>
                    <a:pt x="32" y="64"/>
                    <a:pt x="22" y="55"/>
                    <a:pt x="22" y="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7" name="Freeform 546">
            <a:extLst>
              <a:ext uri="{FF2B5EF4-FFF2-40B4-BE49-F238E27FC236}">
                <a16:creationId xmlns:a16="http://schemas.microsoft.com/office/drawing/2014/main" id="{42B77CA5-3DF6-19EE-494A-7FE751FF37F5}"/>
              </a:ext>
            </a:extLst>
          </p:cNvPr>
          <p:cNvSpPr>
            <a:spLocks noChangeArrowheads="1"/>
          </p:cNvSpPr>
          <p:nvPr/>
        </p:nvSpPr>
        <p:spPr bwMode="auto">
          <a:xfrm>
            <a:off x="3729161" y="5170910"/>
            <a:ext cx="254000" cy="227012"/>
          </a:xfrm>
          <a:custGeom>
            <a:avLst/>
            <a:gdLst>
              <a:gd name="T0" fmla="*/ 88 w 704"/>
              <a:gd name="T1" fmla="*/ 402 h 629"/>
              <a:gd name="T2" fmla="*/ 88 w 704"/>
              <a:gd name="T3" fmla="*/ 402 h 629"/>
              <a:gd name="T4" fmla="*/ 88 w 704"/>
              <a:gd name="T5" fmla="*/ 571 h 629"/>
              <a:gd name="T6" fmla="*/ 121 w 704"/>
              <a:gd name="T7" fmla="*/ 613 h 629"/>
              <a:gd name="T8" fmla="*/ 180 w 704"/>
              <a:gd name="T9" fmla="*/ 627 h 629"/>
              <a:gd name="T10" fmla="*/ 180 w 704"/>
              <a:gd name="T11" fmla="*/ 627 h 629"/>
              <a:gd name="T12" fmla="*/ 189 w 704"/>
              <a:gd name="T13" fmla="*/ 628 h 629"/>
              <a:gd name="T14" fmla="*/ 221 w 704"/>
              <a:gd name="T15" fmla="*/ 616 h 629"/>
              <a:gd name="T16" fmla="*/ 233 w 704"/>
              <a:gd name="T17" fmla="*/ 584 h 629"/>
              <a:gd name="T18" fmla="*/ 233 w 704"/>
              <a:gd name="T19" fmla="*/ 403 h 629"/>
              <a:gd name="T20" fmla="*/ 274 w 704"/>
              <a:gd name="T21" fmla="*/ 403 h 629"/>
              <a:gd name="T22" fmla="*/ 646 w 704"/>
              <a:gd name="T23" fmla="*/ 538 h 629"/>
              <a:gd name="T24" fmla="*/ 646 w 704"/>
              <a:gd name="T25" fmla="*/ 539 h 629"/>
              <a:gd name="T26" fmla="*/ 659 w 704"/>
              <a:gd name="T27" fmla="*/ 540 h 629"/>
              <a:gd name="T28" fmla="*/ 689 w 704"/>
              <a:gd name="T29" fmla="*/ 528 h 629"/>
              <a:gd name="T30" fmla="*/ 703 w 704"/>
              <a:gd name="T31" fmla="*/ 496 h 629"/>
              <a:gd name="T32" fmla="*/ 703 w 704"/>
              <a:gd name="T33" fmla="*/ 43 h 629"/>
              <a:gd name="T34" fmla="*/ 689 w 704"/>
              <a:gd name="T35" fmla="*/ 12 h 629"/>
              <a:gd name="T36" fmla="*/ 659 w 704"/>
              <a:gd name="T37" fmla="*/ 0 h 629"/>
              <a:gd name="T38" fmla="*/ 649 w 704"/>
              <a:gd name="T39" fmla="*/ 1 h 629"/>
              <a:gd name="T40" fmla="*/ 648 w 704"/>
              <a:gd name="T41" fmla="*/ 1 h 629"/>
              <a:gd name="T42" fmla="*/ 276 w 704"/>
              <a:gd name="T43" fmla="*/ 109 h 629"/>
              <a:gd name="T44" fmla="*/ 101 w 704"/>
              <a:gd name="T45" fmla="*/ 109 h 629"/>
              <a:gd name="T46" fmla="*/ 0 w 704"/>
              <a:gd name="T47" fmla="*/ 212 h 629"/>
              <a:gd name="T48" fmla="*/ 0 w 704"/>
              <a:gd name="T49" fmla="*/ 300 h 629"/>
              <a:gd name="T50" fmla="*/ 88 w 704"/>
              <a:gd name="T51" fmla="*/ 402 h 629"/>
              <a:gd name="T52" fmla="*/ 200 w 704"/>
              <a:gd name="T53" fmla="*/ 595 h 629"/>
              <a:gd name="T54" fmla="*/ 200 w 704"/>
              <a:gd name="T55" fmla="*/ 595 h 629"/>
              <a:gd name="T56" fmla="*/ 189 w 704"/>
              <a:gd name="T57" fmla="*/ 599 h 629"/>
              <a:gd name="T58" fmla="*/ 187 w 704"/>
              <a:gd name="T59" fmla="*/ 599 h 629"/>
              <a:gd name="T60" fmla="*/ 182 w 704"/>
              <a:gd name="T61" fmla="*/ 613 h 629"/>
              <a:gd name="T62" fmla="*/ 187 w 704"/>
              <a:gd name="T63" fmla="*/ 599 h 629"/>
              <a:gd name="T64" fmla="*/ 128 w 704"/>
              <a:gd name="T65" fmla="*/ 584 h 629"/>
              <a:gd name="T66" fmla="*/ 117 w 704"/>
              <a:gd name="T67" fmla="*/ 571 h 629"/>
              <a:gd name="T68" fmla="*/ 117 w 704"/>
              <a:gd name="T69" fmla="*/ 403 h 629"/>
              <a:gd name="T70" fmla="*/ 204 w 704"/>
              <a:gd name="T71" fmla="*/ 403 h 629"/>
              <a:gd name="T72" fmla="*/ 204 w 704"/>
              <a:gd name="T73" fmla="*/ 584 h 629"/>
              <a:gd name="T74" fmla="*/ 200 w 704"/>
              <a:gd name="T75" fmla="*/ 595 h 629"/>
              <a:gd name="T76" fmla="*/ 656 w 704"/>
              <a:gd name="T77" fmla="*/ 28 h 629"/>
              <a:gd name="T78" fmla="*/ 656 w 704"/>
              <a:gd name="T79" fmla="*/ 28 h 629"/>
              <a:gd name="T80" fmla="*/ 659 w 704"/>
              <a:gd name="T81" fmla="*/ 28 h 629"/>
              <a:gd name="T82" fmla="*/ 668 w 704"/>
              <a:gd name="T83" fmla="*/ 33 h 629"/>
              <a:gd name="T84" fmla="*/ 672 w 704"/>
              <a:gd name="T85" fmla="*/ 43 h 629"/>
              <a:gd name="T86" fmla="*/ 672 w 704"/>
              <a:gd name="T87" fmla="*/ 496 h 629"/>
              <a:gd name="T88" fmla="*/ 668 w 704"/>
              <a:gd name="T89" fmla="*/ 506 h 629"/>
              <a:gd name="T90" fmla="*/ 659 w 704"/>
              <a:gd name="T91" fmla="*/ 510 h 629"/>
              <a:gd name="T92" fmla="*/ 655 w 704"/>
              <a:gd name="T93" fmla="*/ 510 h 629"/>
              <a:gd name="T94" fmla="*/ 292 w 704"/>
              <a:gd name="T95" fmla="*/ 377 h 629"/>
              <a:gd name="T96" fmla="*/ 292 w 704"/>
              <a:gd name="T97" fmla="*/ 135 h 629"/>
              <a:gd name="T98" fmla="*/ 656 w 704"/>
              <a:gd name="T99" fmla="*/ 28 h 629"/>
              <a:gd name="T100" fmla="*/ 29 w 704"/>
              <a:gd name="T101" fmla="*/ 212 h 629"/>
              <a:gd name="T102" fmla="*/ 29 w 704"/>
              <a:gd name="T103" fmla="*/ 212 h 629"/>
              <a:gd name="T104" fmla="*/ 51 w 704"/>
              <a:gd name="T105" fmla="*/ 160 h 629"/>
              <a:gd name="T106" fmla="*/ 101 w 704"/>
              <a:gd name="T107" fmla="*/ 140 h 629"/>
              <a:gd name="T108" fmla="*/ 263 w 704"/>
              <a:gd name="T109" fmla="*/ 140 h 629"/>
              <a:gd name="T110" fmla="*/ 263 w 704"/>
              <a:gd name="T111" fmla="*/ 373 h 629"/>
              <a:gd name="T112" fmla="*/ 101 w 704"/>
              <a:gd name="T113" fmla="*/ 373 h 629"/>
              <a:gd name="T114" fmla="*/ 51 w 704"/>
              <a:gd name="T115" fmla="*/ 352 h 629"/>
              <a:gd name="T116" fmla="*/ 29 w 704"/>
              <a:gd name="T117" fmla="*/ 300 h 629"/>
              <a:gd name="T118" fmla="*/ 29 w 704"/>
              <a:gd name="T119" fmla="*/ 212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04" h="629">
                <a:moveTo>
                  <a:pt x="88" y="402"/>
                </a:moveTo>
                <a:lnTo>
                  <a:pt x="88" y="402"/>
                </a:lnTo>
                <a:cubicBezTo>
                  <a:pt x="88" y="571"/>
                  <a:pt x="88" y="571"/>
                  <a:pt x="88" y="571"/>
                </a:cubicBezTo>
                <a:cubicBezTo>
                  <a:pt x="88" y="590"/>
                  <a:pt x="101" y="608"/>
                  <a:pt x="121" y="613"/>
                </a:cubicBezTo>
                <a:cubicBezTo>
                  <a:pt x="180" y="627"/>
                  <a:pt x="180" y="627"/>
                  <a:pt x="180" y="627"/>
                </a:cubicBezTo>
                <a:lnTo>
                  <a:pt x="180" y="627"/>
                </a:lnTo>
                <a:cubicBezTo>
                  <a:pt x="182" y="628"/>
                  <a:pt x="187" y="628"/>
                  <a:pt x="189" y="628"/>
                </a:cubicBezTo>
                <a:cubicBezTo>
                  <a:pt x="202" y="628"/>
                  <a:pt x="213" y="624"/>
                  <a:pt x="221" y="616"/>
                </a:cubicBezTo>
                <a:cubicBezTo>
                  <a:pt x="229" y="608"/>
                  <a:pt x="233" y="597"/>
                  <a:pt x="233" y="584"/>
                </a:cubicBezTo>
                <a:cubicBezTo>
                  <a:pt x="233" y="403"/>
                  <a:pt x="233" y="403"/>
                  <a:pt x="233" y="403"/>
                </a:cubicBezTo>
                <a:cubicBezTo>
                  <a:pt x="274" y="403"/>
                  <a:pt x="274" y="403"/>
                  <a:pt x="274" y="403"/>
                </a:cubicBezTo>
                <a:cubicBezTo>
                  <a:pt x="646" y="538"/>
                  <a:pt x="646" y="538"/>
                  <a:pt x="646" y="538"/>
                </a:cubicBezTo>
                <a:cubicBezTo>
                  <a:pt x="646" y="539"/>
                  <a:pt x="646" y="539"/>
                  <a:pt x="646" y="539"/>
                </a:cubicBezTo>
                <a:cubicBezTo>
                  <a:pt x="651" y="539"/>
                  <a:pt x="655" y="540"/>
                  <a:pt x="659" y="540"/>
                </a:cubicBezTo>
                <a:cubicBezTo>
                  <a:pt x="670" y="540"/>
                  <a:pt x="681" y="535"/>
                  <a:pt x="689" y="528"/>
                </a:cubicBezTo>
                <a:cubicBezTo>
                  <a:pt x="697" y="520"/>
                  <a:pt x="703" y="509"/>
                  <a:pt x="703" y="496"/>
                </a:cubicBezTo>
                <a:cubicBezTo>
                  <a:pt x="703" y="43"/>
                  <a:pt x="703" y="43"/>
                  <a:pt x="703" y="43"/>
                </a:cubicBezTo>
                <a:cubicBezTo>
                  <a:pt x="703" y="31"/>
                  <a:pt x="697" y="20"/>
                  <a:pt x="689" y="12"/>
                </a:cubicBezTo>
                <a:cubicBezTo>
                  <a:pt x="681" y="4"/>
                  <a:pt x="670" y="0"/>
                  <a:pt x="659" y="0"/>
                </a:cubicBezTo>
                <a:cubicBezTo>
                  <a:pt x="656" y="0"/>
                  <a:pt x="652" y="0"/>
                  <a:pt x="649" y="1"/>
                </a:cubicBezTo>
                <a:cubicBezTo>
                  <a:pt x="648" y="1"/>
                  <a:pt x="648" y="1"/>
                  <a:pt x="648" y="1"/>
                </a:cubicBezTo>
                <a:cubicBezTo>
                  <a:pt x="276" y="109"/>
                  <a:pt x="276" y="109"/>
                  <a:pt x="276" y="109"/>
                </a:cubicBezTo>
                <a:cubicBezTo>
                  <a:pt x="101" y="109"/>
                  <a:pt x="101" y="109"/>
                  <a:pt x="101" y="109"/>
                </a:cubicBezTo>
                <a:cubicBezTo>
                  <a:pt x="45" y="109"/>
                  <a:pt x="0" y="156"/>
                  <a:pt x="0" y="212"/>
                </a:cubicBezTo>
                <a:cubicBezTo>
                  <a:pt x="0" y="300"/>
                  <a:pt x="0" y="300"/>
                  <a:pt x="0" y="300"/>
                </a:cubicBezTo>
                <a:cubicBezTo>
                  <a:pt x="0" y="351"/>
                  <a:pt x="38" y="395"/>
                  <a:pt x="88" y="402"/>
                </a:cubicBezTo>
                <a:close/>
                <a:moveTo>
                  <a:pt x="200" y="595"/>
                </a:moveTo>
                <a:lnTo>
                  <a:pt x="200" y="595"/>
                </a:lnTo>
                <a:cubicBezTo>
                  <a:pt x="198" y="598"/>
                  <a:pt x="193" y="599"/>
                  <a:pt x="189" y="599"/>
                </a:cubicBezTo>
                <a:cubicBezTo>
                  <a:pt x="187" y="599"/>
                  <a:pt x="187" y="599"/>
                  <a:pt x="187" y="599"/>
                </a:cubicBezTo>
                <a:cubicBezTo>
                  <a:pt x="182" y="613"/>
                  <a:pt x="182" y="613"/>
                  <a:pt x="182" y="613"/>
                </a:cubicBezTo>
                <a:cubicBezTo>
                  <a:pt x="187" y="599"/>
                  <a:pt x="187" y="599"/>
                  <a:pt x="187" y="599"/>
                </a:cubicBezTo>
                <a:cubicBezTo>
                  <a:pt x="128" y="584"/>
                  <a:pt x="128" y="584"/>
                  <a:pt x="128" y="584"/>
                </a:cubicBezTo>
                <a:cubicBezTo>
                  <a:pt x="121" y="583"/>
                  <a:pt x="117" y="576"/>
                  <a:pt x="117" y="571"/>
                </a:cubicBezTo>
                <a:cubicBezTo>
                  <a:pt x="117" y="403"/>
                  <a:pt x="117" y="403"/>
                  <a:pt x="117" y="403"/>
                </a:cubicBezTo>
                <a:cubicBezTo>
                  <a:pt x="204" y="403"/>
                  <a:pt x="204" y="403"/>
                  <a:pt x="204" y="403"/>
                </a:cubicBezTo>
                <a:cubicBezTo>
                  <a:pt x="204" y="584"/>
                  <a:pt x="204" y="584"/>
                  <a:pt x="204" y="584"/>
                </a:cubicBezTo>
                <a:cubicBezTo>
                  <a:pt x="204" y="588"/>
                  <a:pt x="203" y="593"/>
                  <a:pt x="200" y="595"/>
                </a:cubicBezTo>
                <a:close/>
                <a:moveTo>
                  <a:pt x="656" y="28"/>
                </a:moveTo>
                <a:lnTo>
                  <a:pt x="656" y="28"/>
                </a:lnTo>
                <a:cubicBezTo>
                  <a:pt x="659" y="28"/>
                  <a:pt x="659" y="28"/>
                  <a:pt x="659" y="28"/>
                </a:cubicBezTo>
                <a:cubicBezTo>
                  <a:pt x="663" y="28"/>
                  <a:pt x="666" y="30"/>
                  <a:pt x="668" y="33"/>
                </a:cubicBezTo>
                <a:cubicBezTo>
                  <a:pt x="671" y="35"/>
                  <a:pt x="672" y="39"/>
                  <a:pt x="672" y="43"/>
                </a:cubicBezTo>
                <a:cubicBezTo>
                  <a:pt x="672" y="496"/>
                  <a:pt x="672" y="496"/>
                  <a:pt x="672" y="496"/>
                </a:cubicBezTo>
                <a:cubicBezTo>
                  <a:pt x="672" y="501"/>
                  <a:pt x="671" y="503"/>
                  <a:pt x="668" y="506"/>
                </a:cubicBezTo>
                <a:cubicBezTo>
                  <a:pt x="666" y="509"/>
                  <a:pt x="663" y="510"/>
                  <a:pt x="659" y="510"/>
                </a:cubicBezTo>
                <a:cubicBezTo>
                  <a:pt x="657" y="510"/>
                  <a:pt x="656" y="510"/>
                  <a:pt x="655" y="510"/>
                </a:cubicBezTo>
                <a:cubicBezTo>
                  <a:pt x="292" y="377"/>
                  <a:pt x="292" y="377"/>
                  <a:pt x="292" y="377"/>
                </a:cubicBezTo>
                <a:cubicBezTo>
                  <a:pt x="292" y="135"/>
                  <a:pt x="292" y="135"/>
                  <a:pt x="292" y="135"/>
                </a:cubicBezTo>
                <a:lnTo>
                  <a:pt x="656" y="28"/>
                </a:lnTo>
                <a:close/>
                <a:moveTo>
                  <a:pt x="29" y="212"/>
                </a:moveTo>
                <a:lnTo>
                  <a:pt x="29" y="212"/>
                </a:lnTo>
                <a:cubicBezTo>
                  <a:pt x="29" y="192"/>
                  <a:pt x="37" y="174"/>
                  <a:pt x="51" y="160"/>
                </a:cubicBezTo>
                <a:cubicBezTo>
                  <a:pt x="63" y="146"/>
                  <a:pt x="82" y="140"/>
                  <a:pt x="101" y="140"/>
                </a:cubicBezTo>
                <a:cubicBezTo>
                  <a:pt x="263" y="140"/>
                  <a:pt x="263" y="140"/>
                  <a:pt x="263" y="140"/>
                </a:cubicBezTo>
                <a:cubicBezTo>
                  <a:pt x="263" y="373"/>
                  <a:pt x="263" y="373"/>
                  <a:pt x="263" y="373"/>
                </a:cubicBezTo>
                <a:cubicBezTo>
                  <a:pt x="101" y="373"/>
                  <a:pt x="101" y="373"/>
                  <a:pt x="101" y="373"/>
                </a:cubicBezTo>
                <a:cubicBezTo>
                  <a:pt x="82" y="373"/>
                  <a:pt x="63" y="365"/>
                  <a:pt x="51" y="352"/>
                </a:cubicBezTo>
                <a:cubicBezTo>
                  <a:pt x="37" y="339"/>
                  <a:pt x="29" y="321"/>
                  <a:pt x="29" y="300"/>
                </a:cubicBezTo>
                <a:lnTo>
                  <a:pt x="29" y="212"/>
                </a:lnTo>
                <a:close/>
              </a:path>
            </a:pathLst>
          </a:custGeom>
          <a:solidFill>
            <a:schemeClr val="accent4"/>
          </a:solidFill>
          <a:ln>
            <a:noFill/>
          </a:ln>
          <a:effectLst/>
        </p:spPr>
        <p:txBody>
          <a:bodyPr wrap="none" anchor="ctr"/>
          <a:lstStyle/>
          <a:p>
            <a:endParaRPr lang="da-DK"/>
          </a:p>
        </p:txBody>
      </p:sp>
      <p:grpSp>
        <p:nvGrpSpPr>
          <p:cNvPr id="658" name="Group 662">
            <a:extLst>
              <a:ext uri="{FF2B5EF4-FFF2-40B4-BE49-F238E27FC236}">
                <a16:creationId xmlns:a16="http://schemas.microsoft.com/office/drawing/2014/main" id="{74119A1C-BAF2-7009-9C26-B82FF66C71CC}"/>
              </a:ext>
            </a:extLst>
          </p:cNvPr>
          <p:cNvGrpSpPr/>
          <p:nvPr/>
        </p:nvGrpSpPr>
        <p:grpSpPr>
          <a:xfrm>
            <a:off x="10517311" y="2870721"/>
            <a:ext cx="242888" cy="247650"/>
            <a:chOff x="9375775" y="3230563"/>
            <a:chExt cx="242888" cy="247650"/>
          </a:xfrm>
          <a:solidFill>
            <a:schemeClr val="accent4"/>
          </a:solidFill>
        </p:grpSpPr>
        <p:sp>
          <p:nvSpPr>
            <p:cNvPr id="659" name="Freeform 547">
              <a:extLst>
                <a:ext uri="{FF2B5EF4-FFF2-40B4-BE49-F238E27FC236}">
                  <a16:creationId xmlns:a16="http://schemas.microsoft.com/office/drawing/2014/main" id="{85940ED7-58DB-157E-B8D1-05252A09A061}"/>
                </a:ext>
              </a:extLst>
            </p:cNvPr>
            <p:cNvSpPr>
              <a:spLocks noChangeArrowheads="1"/>
            </p:cNvSpPr>
            <p:nvPr/>
          </p:nvSpPr>
          <p:spPr bwMode="auto">
            <a:xfrm>
              <a:off x="9375775" y="3230563"/>
              <a:ext cx="63500" cy="242887"/>
            </a:xfrm>
            <a:custGeom>
              <a:avLst/>
              <a:gdLst>
                <a:gd name="T0" fmla="*/ 75 w 177"/>
                <a:gd name="T1" fmla="*/ 599 h 675"/>
                <a:gd name="T2" fmla="*/ 75 w 177"/>
                <a:gd name="T3" fmla="*/ 599 h 675"/>
                <a:gd name="T4" fmla="*/ 75 w 177"/>
                <a:gd name="T5" fmla="*/ 659 h 675"/>
                <a:gd name="T6" fmla="*/ 88 w 177"/>
                <a:gd name="T7" fmla="*/ 674 h 675"/>
                <a:gd name="T8" fmla="*/ 103 w 177"/>
                <a:gd name="T9" fmla="*/ 659 h 675"/>
                <a:gd name="T10" fmla="*/ 103 w 177"/>
                <a:gd name="T11" fmla="*/ 599 h 675"/>
                <a:gd name="T12" fmla="*/ 176 w 177"/>
                <a:gd name="T13" fmla="*/ 512 h 675"/>
                <a:gd name="T14" fmla="*/ 103 w 177"/>
                <a:gd name="T15" fmla="*/ 426 h 675"/>
                <a:gd name="T16" fmla="*/ 103 w 177"/>
                <a:gd name="T17" fmla="*/ 15 h 675"/>
                <a:gd name="T18" fmla="*/ 88 w 177"/>
                <a:gd name="T19" fmla="*/ 0 h 675"/>
                <a:gd name="T20" fmla="*/ 75 w 177"/>
                <a:gd name="T21" fmla="*/ 15 h 675"/>
                <a:gd name="T22" fmla="*/ 75 w 177"/>
                <a:gd name="T23" fmla="*/ 426 h 675"/>
                <a:gd name="T24" fmla="*/ 0 w 177"/>
                <a:gd name="T25" fmla="*/ 512 h 675"/>
                <a:gd name="T26" fmla="*/ 75 w 177"/>
                <a:gd name="T27" fmla="*/ 599 h 675"/>
                <a:gd name="T28" fmla="*/ 47 w 177"/>
                <a:gd name="T29" fmla="*/ 471 h 675"/>
                <a:gd name="T30" fmla="*/ 47 w 177"/>
                <a:gd name="T31" fmla="*/ 471 h 675"/>
                <a:gd name="T32" fmla="*/ 88 w 177"/>
                <a:gd name="T33" fmla="*/ 455 h 675"/>
                <a:gd name="T34" fmla="*/ 131 w 177"/>
                <a:gd name="T35" fmla="*/ 471 h 675"/>
                <a:gd name="T36" fmla="*/ 147 w 177"/>
                <a:gd name="T37" fmla="*/ 512 h 675"/>
                <a:gd name="T38" fmla="*/ 131 w 177"/>
                <a:gd name="T39" fmla="*/ 555 h 675"/>
                <a:gd name="T40" fmla="*/ 88 w 177"/>
                <a:gd name="T41" fmla="*/ 571 h 675"/>
                <a:gd name="T42" fmla="*/ 47 w 177"/>
                <a:gd name="T43" fmla="*/ 555 h 675"/>
                <a:gd name="T44" fmla="*/ 31 w 177"/>
                <a:gd name="T45" fmla="*/ 512 h 675"/>
                <a:gd name="T46" fmla="*/ 47 w 177"/>
                <a:gd name="T47" fmla="*/ 47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75" y="599"/>
                  </a:moveTo>
                  <a:lnTo>
                    <a:pt x="75" y="599"/>
                  </a:lnTo>
                  <a:cubicBezTo>
                    <a:pt x="75" y="659"/>
                    <a:pt x="75" y="659"/>
                    <a:pt x="75" y="659"/>
                  </a:cubicBezTo>
                  <a:cubicBezTo>
                    <a:pt x="75" y="667"/>
                    <a:pt x="80" y="674"/>
                    <a:pt x="88" y="674"/>
                  </a:cubicBezTo>
                  <a:cubicBezTo>
                    <a:pt x="96" y="674"/>
                    <a:pt x="103" y="667"/>
                    <a:pt x="103" y="659"/>
                  </a:cubicBezTo>
                  <a:cubicBezTo>
                    <a:pt x="103" y="599"/>
                    <a:pt x="103" y="599"/>
                    <a:pt x="103" y="599"/>
                  </a:cubicBezTo>
                  <a:cubicBezTo>
                    <a:pt x="145" y="592"/>
                    <a:pt x="176" y="556"/>
                    <a:pt x="176" y="512"/>
                  </a:cubicBezTo>
                  <a:cubicBezTo>
                    <a:pt x="176" y="470"/>
                    <a:pt x="145" y="434"/>
                    <a:pt x="103" y="426"/>
                  </a:cubicBezTo>
                  <a:cubicBezTo>
                    <a:pt x="103" y="15"/>
                    <a:pt x="103" y="15"/>
                    <a:pt x="103" y="15"/>
                  </a:cubicBezTo>
                  <a:cubicBezTo>
                    <a:pt x="103" y="7"/>
                    <a:pt x="96" y="0"/>
                    <a:pt x="88" y="0"/>
                  </a:cubicBezTo>
                  <a:cubicBezTo>
                    <a:pt x="80" y="0"/>
                    <a:pt x="75" y="7"/>
                    <a:pt x="75" y="15"/>
                  </a:cubicBezTo>
                  <a:cubicBezTo>
                    <a:pt x="75" y="426"/>
                    <a:pt x="75" y="426"/>
                    <a:pt x="75" y="426"/>
                  </a:cubicBezTo>
                  <a:cubicBezTo>
                    <a:pt x="32" y="434"/>
                    <a:pt x="0" y="470"/>
                    <a:pt x="0" y="512"/>
                  </a:cubicBezTo>
                  <a:cubicBezTo>
                    <a:pt x="0" y="556"/>
                    <a:pt x="32" y="592"/>
                    <a:pt x="75" y="599"/>
                  </a:cubicBezTo>
                  <a:close/>
                  <a:moveTo>
                    <a:pt x="47" y="471"/>
                  </a:moveTo>
                  <a:lnTo>
                    <a:pt x="47" y="471"/>
                  </a:lnTo>
                  <a:cubicBezTo>
                    <a:pt x="58" y="461"/>
                    <a:pt x="73" y="455"/>
                    <a:pt x="88" y="455"/>
                  </a:cubicBezTo>
                  <a:cubicBezTo>
                    <a:pt x="105" y="455"/>
                    <a:pt x="120" y="461"/>
                    <a:pt x="131" y="471"/>
                  </a:cubicBezTo>
                  <a:cubicBezTo>
                    <a:pt x="140" y="482"/>
                    <a:pt x="147" y="497"/>
                    <a:pt x="147" y="512"/>
                  </a:cubicBezTo>
                  <a:cubicBezTo>
                    <a:pt x="147" y="529"/>
                    <a:pt x="140" y="544"/>
                    <a:pt x="131" y="555"/>
                  </a:cubicBezTo>
                  <a:cubicBezTo>
                    <a:pt x="120" y="564"/>
                    <a:pt x="105" y="571"/>
                    <a:pt x="88" y="571"/>
                  </a:cubicBezTo>
                  <a:cubicBezTo>
                    <a:pt x="73" y="571"/>
                    <a:pt x="58" y="564"/>
                    <a:pt x="47" y="555"/>
                  </a:cubicBezTo>
                  <a:cubicBezTo>
                    <a:pt x="36" y="544"/>
                    <a:pt x="31" y="529"/>
                    <a:pt x="31" y="512"/>
                  </a:cubicBezTo>
                  <a:cubicBezTo>
                    <a:pt x="31" y="497"/>
                    <a:pt x="36" y="482"/>
                    <a:pt x="47"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0" name="Freeform 548">
              <a:extLst>
                <a:ext uri="{FF2B5EF4-FFF2-40B4-BE49-F238E27FC236}">
                  <a16:creationId xmlns:a16="http://schemas.microsoft.com/office/drawing/2014/main" id="{31BA3C20-8E89-9A29-A1F1-20193C0625FC}"/>
                </a:ext>
              </a:extLst>
            </p:cNvPr>
            <p:cNvSpPr>
              <a:spLocks noChangeArrowheads="1"/>
            </p:cNvSpPr>
            <p:nvPr/>
          </p:nvSpPr>
          <p:spPr bwMode="auto">
            <a:xfrm>
              <a:off x="9471025" y="3230563"/>
              <a:ext cx="63500" cy="242887"/>
            </a:xfrm>
            <a:custGeom>
              <a:avLst/>
              <a:gdLst>
                <a:gd name="T0" fmla="*/ 103 w 177"/>
                <a:gd name="T1" fmla="*/ 659 h 675"/>
                <a:gd name="T2" fmla="*/ 103 w 177"/>
                <a:gd name="T3" fmla="*/ 659 h 675"/>
                <a:gd name="T4" fmla="*/ 103 w 177"/>
                <a:gd name="T5" fmla="*/ 278 h 675"/>
                <a:gd name="T6" fmla="*/ 176 w 177"/>
                <a:gd name="T7" fmla="*/ 191 h 675"/>
                <a:gd name="T8" fmla="*/ 103 w 177"/>
                <a:gd name="T9" fmla="*/ 105 h 675"/>
                <a:gd name="T10" fmla="*/ 103 w 177"/>
                <a:gd name="T11" fmla="*/ 15 h 675"/>
                <a:gd name="T12" fmla="*/ 88 w 177"/>
                <a:gd name="T13" fmla="*/ 0 h 675"/>
                <a:gd name="T14" fmla="*/ 74 w 177"/>
                <a:gd name="T15" fmla="*/ 15 h 675"/>
                <a:gd name="T16" fmla="*/ 74 w 177"/>
                <a:gd name="T17" fmla="*/ 105 h 675"/>
                <a:gd name="T18" fmla="*/ 0 w 177"/>
                <a:gd name="T19" fmla="*/ 191 h 675"/>
                <a:gd name="T20" fmla="*/ 74 w 177"/>
                <a:gd name="T21" fmla="*/ 278 h 675"/>
                <a:gd name="T22" fmla="*/ 74 w 177"/>
                <a:gd name="T23" fmla="*/ 659 h 675"/>
                <a:gd name="T24" fmla="*/ 88 w 177"/>
                <a:gd name="T25" fmla="*/ 674 h 675"/>
                <a:gd name="T26" fmla="*/ 103 w 177"/>
                <a:gd name="T27" fmla="*/ 659 h 675"/>
                <a:gd name="T28" fmla="*/ 30 w 177"/>
                <a:gd name="T29" fmla="*/ 191 h 675"/>
                <a:gd name="T30" fmla="*/ 30 w 177"/>
                <a:gd name="T31" fmla="*/ 191 h 675"/>
                <a:gd name="T32" fmla="*/ 47 w 177"/>
                <a:gd name="T33" fmla="*/ 150 h 675"/>
                <a:gd name="T34" fmla="*/ 88 w 177"/>
                <a:gd name="T35" fmla="*/ 132 h 675"/>
                <a:gd name="T36" fmla="*/ 130 w 177"/>
                <a:gd name="T37" fmla="*/ 150 h 675"/>
                <a:gd name="T38" fmla="*/ 147 w 177"/>
                <a:gd name="T39" fmla="*/ 191 h 675"/>
                <a:gd name="T40" fmla="*/ 130 w 177"/>
                <a:gd name="T41" fmla="*/ 232 h 675"/>
                <a:gd name="T42" fmla="*/ 88 w 177"/>
                <a:gd name="T43" fmla="*/ 249 h 675"/>
                <a:gd name="T44" fmla="*/ 47 w 177"/>
                <a:gd name="T45" fmla="*/ 232 h 675"/>
                <a:gd name="T46" fmla="*/ 30 w 177"/>
                <a:gd name="T47" fmla="*/ 191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7" h="675">
                  <a:moveTo>
                    <a:pt x="103" y="659"/>
                  </a:moveTo>
                  <a:lnTo>
                    <a:pt x="103" y="659"/>
                  </a:lnTo>
                  <a:cubicBezTo>
                    <a:pt x="103" y="278"/>
                    <a:pt x="103" y="278"/>
                    <a:pt x="103" y="278"/>
                  </a:cubicBezTo>
                  <a:cubicBezTo>
                    <a:pt x="144" y="271"/>
                    <a:pt x="176" y="234"/>
                    <a:pt x="176" y="191"/>
                  </a:cubicBezTo>
                  <a:cubicBezTo>
                    <a:pt x="176" y="147"/>
                    <a:pt x="144" y="111"/>
                    <a:pt x="103" y="105"/>
                  </a:cubicBezTo>
                  <a:cubicBezTo>
                    <a:pt x="103" y="15"/>
                    <a:pt x="103" y="15"/>
                    <a:pt x="103" y="15"/>
                  </a:cubicBezTo>
                  <a:cubicBezTo>
                    <a:pt x="103" y="7"/>
                    <a:pt x="96" y="0"/>
                    <a:pt x="88" y="0"/>
                  </a:cubicBezTo>
                  <a:cubicBezTo>
                    <a:pt x="80" y="0"/>
                    <a:pt x="74" y="7"/>
                    <a:pt x="74" y="15"/>
                  </a:cubicBezTo>
                  <a:cubicBezTo>
                    <a:pt x="74" y="105"/>
                    <a:pt x="74" y="105"/>
                    <a:pt x="74" y="105"/>
                  </a:cubicBezTo>
                  <a:cubicBezTo>
                    <a:pt x="32" y="111"/>
                    <a:pt x="0" y="147"/>
                    <a:pt x="0" y="191"/>
                  </a:cubicBezTo>
                  <a:cubicBezTo>
                    <a:pt x="0" y="234"/>
                    <a:pt x="32" y="271"/>
                    <a:pt x="74" y="278"/>
                  </a:cubicBezTo>
                  <a:cubicBezTo>
                    <a:pt x="74" y="659"/>
                    <a:pt x="74" y="659"/>
                    <a:pt x="74" y="659"/>
                  </a:cubicBezTo>
                  <a:cubicBezTo>
                    <a:pt x="74" y="667"/>
                    <a:pt x="80" y="674"/>
                    <a:pt x="88" y="674"/>
                  </a:cubicBezTo>
                  <a:cubicBezTo>
                    <a:pt x="96" y="674"/>
                    <a:pt x="103" y="667"/>
                    <a:pt x="103" y="659"/>
                  </a:cubicBezTo>
                  <a:close/>
                  <a:moveTo>
                    <a:pt x="30" y="191"/>
                  </a:moveTo>
                  <a:lnTo>
                    <a:pt x="30" y="191"/>
                  </a:lnTo>
                  <a:cubicBezTo>
                    <a:pt x="30" y="175"/>
                    <a:pt x="36" y="159"/>
                    <a:pt x="47" y="150"/>
                  </a:cubicBezTo>
                  <a:cubicBezTo>
                    <a:pt x="58" y="139"/>
                    <a:pt x="73" y="132"/>
                    <a:pt x="88" y="132"/>
                  </a:cubicBezTo>
                  <a:cubicBezTo>
                    <a:pt x="104" y="132"/>
                    <a:pt x="119" y="139"/>
                    <a:pt x="130" y="150"/>
                  </a:cubicBezTo>
                  <a:cubicBezTo>
                    <a:pt x="140" y="159"/>
                    <a:pt x="147" y="175"/>
                    <a:pt x="147" y="191"/>
                  </a:cubicBezTo>
                  <a:cubicBezTo>
                    <a:pt x="147" y="207"/>
                    <a:pt x="140" y="221"/>
                    <a:pt x="130" y="232"/>
                  </a:cubicBezTo>
                  <a:cubicBezTo>
                    <a:pt x="119" y="243"/>
                    <a:pt x="104" y="249"/>
                    <a:pt x="88" y="249"/>
                  </a:cubicBezTo>
                  <a:cubicBezTo>
                    <a:pt x="73" y="249"/>
                    <a:pt x="58" y="243"/>
                    <a:pt x="47" y="232"/>
                  </a:cubicBezTo>
                  <a:cubicBezTo>
                    <a:pt x="36" y="221"/>
                    <a:pt x="30" y="207"/>
                    <a:pt x="30" y="1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9">
              <a:extLst>
                <a:ext uri="{FF2B5EF4-FFF2-40B4-BE49-F238E27FC236}">
                  <a16:creationId xmlns:a16="http://schemas.microsoft.com/office/drawing/2014/main" id="{19FDF1AD-2205-35B7-49A0-5600868A3905}"/>
                </a:ext>
              </a:extLst>
            </p:cNvPr>
            <p:cNvSpPr>
              <a:spLocks noChangeArrowheads="1"/>
            </p:cNvSpPr>
            <p:nvPr/>
          </p:nvSpPr>
          <p:spPr bwMode="auto">
            <a:xfrm>
              <a:off x="9555163" y="3230563"/>
              <a:ext cx="63500" cy="247650"/>
            </a:xfrm>
            <a:custGeom>
              <a:avLst/>
              <a:gdLst>
                <a:gd name="T0" fmla="*/ 103 w 176"/>
                <a:gd name="T1" fmla="*/ 514 h 689"/>
                <a:gd name="T2" fmla="*/ 103 w 176"/>
                <a:gd name="T3" fmla="*/ 514 h 689"/>
                <a:gd name="T4" fmla="*/ 103 w 176"/>
                <a:gd name="T5" fmla="*/ 15 h 689"/>
                <a:gd name="T6" fmla="*/ 88 w 176"/>
                <a:gd name="T7" fmla="*/ 0 h 689"/>
                <a:gd name="T8" fmla="*/ 72 w 176"/>
                <a:gd name="T9" fmla="*/ 15 h 689"/>
                <a:gd name="T10" fmla="*/ 72 w 176"/>
                <a:gd name="T11" fmla="*/ 514 h 689"/>
                <a:gd name="T12" fmla="*/ 0 w 176"/>
                <a:gd name="T13" fmla="*/ 600 h 689"/>
                <a:gd name="T14" fmla="*/ 88 w 176"/>
                <a:gd name="T15" fmla="*/ 688 h 689"/>
                <a:gd name="T16" fmla="*/ 175 w 176"/>
                <a:gd name="T17" fmla="*/ 600 h 689"/>
                <a:gd name="T18" fmla="*/ 103 w 176"/>
                <a:gd name="T19" fmla="*/ 514 h 689"/>
                <a:gd name="T20" fmla="*/ 129 w 176"/>
                <a:gd name="T21" fmla="*/ 643 h 689"/>
                <a:gd name="T22" fmla="*/ 129 w 176"/>
                <a:gd name="T23" fmla="*/ 643 h 689"/>
                <a:gd name="T24" fmla="*/ 88 w 176"/>
                <a:gd name="T25" fmla="*/ 659 h 689"/>
                <a:gd name="T26" fmla="*/ 46 w 176"/>
                <a:gd name="T27" fmla="*/ 643 h 689"/>
                <a:gd name="T28" fmla="*/ 28 w 176"/>
                <a:gd name="T29" fmla="*/ 600 h 689"/>
                <a:gd name="T30" fmla="*/ 46 w 176"/>
                <a:gd name="T31" fmla="*/ 559 h 689"/>
                <a:gd name="T32" fmla="*/ 88 w 176"/>
                <a:gd name="T33" fmla="*/ 542 h 689"/>
                <a:gd name="T34" fmla="*/ 129 w 176"/>
                <a:gd name="T35" fmla="*/ 559 h 689"/>
                <a:gd name="T36" fmla="*/ 147 w 176"/>
                <a:gd name="T37" fmla="*/ 600 h 689"/>
                <a:gd name="T38" fmla="*/ 129 w 176"/>
                <a:gd name="T39" fmla="*/ 643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76" h="689">
                  <a:moveTo>
                    <a:pt x="103" y="514"/>
                  </a:moveTo>
                  <a:lnTo>
                    <a:pt x="103" y="514"/>
                  </a:lnTo>
                  <a:cubicBezTo>
                    <a:pt x="103" y="15"/>
                    <a:pt x="103" y="15"/>
                    <a:pt x="103" y="15"/>
                  </a:cubicBezTo>
                  <a:cubicBezTo>
                    <a:pt x="103" y="7"/>
                    <a:pt x="96" y="0"/>
                    <a:pt x="88" y="0"/>
                  </a:cubicBezTo>
                  <a:cubicBezTo>
                    <a:pt x="79" y="0"/>
                    <a:pt x="72" y="7"/>
                    <a:pt x="72" y="15"/>
                  </a:cubicBezTo>
                  <a:cubicBezTo>
                    <a:pt x="72" y="514"/>
                    <a:pt x="72" y="514"/>
                    <a:pt x="72" y="514"/>
                  </a:cubicBezTo>
                  <a:cubicBezTo>
                    <a:pt x="31" y="522"/>
                    <a:pt x="0" y="558"/>
                    <a:pt x="0" y="600"/>
                  </a:cubicBezTo>
                  <a:cubicBezTo>
                    <a:pt x="0" y="650"/>
                    <a:pt x="39" y="688"/>
                    <a:pt x="88" y="688"/>
                  </a:cubicBezTo>
                  <a:cubicBezTo>
                    <a:pt x="136" y="688"/>
                    <a:pt x="175" y="650"/>
                    <a:pt x="175" y="600"/>
                  </a:cubicBezTo>
                  <a:cubicBezTo>
                    <a:pt x="175" y="558"/>
                    <a:pt x="144" y="522"/>
                    <a:pt x="103" y="514"/>
                  </a:cubicBezTo>
                  <a:close/>
                  <a:moveTo>
                    <a:pt x="129" y="643"/>
                  </a:moveTo>
                  <a:lnTo>
                    <a:pt x="129" y="643"/>
                  </a:lnTo>
                  <a:cubicBezTo>
                    <a:pt x="118" y="652"/>
                    <a:pt x="104" y="659"/>
                    <a:pt x="88" y="659"/>
                  </a:cubicBezTo>
                  <a:cubicBezTo>
                    <a:pt x="71" y="659"/>
                    <a:pt x="57" y="652"/>
                    <a:pt x="46" y="643"/>
                  </a:cubicBezTo>
                  <a:cubicBezTo>
                    <a:pt x="35" y="632"/>
                    <a:pt x="28" y="617"/>
                    <a:pt x="28" y="600"/>
                  </a:cubicBezTo>
                  <a:cubicBezTo>
                    <a:pt x="28" y="585"/>
                    <a:pt x="35" y="570"/>
                    <a:pt x="46" y="559"/>
                  </a:cubicBezTo>
                  <a:cubicBezTo>
                    <a:pt x="57" y="549"/>
                    <a:pt x="71" y="542"/>
                    <a:pt x="88" y="542"/>
                  </a:cubicBezTo>
                  <a:cubicBezTo>
                    <a:pt x="104" y="542"/>
                    <a:pt x="118" y="549"/>
                    <a:pt x="129" y="559"/>
                  </a:cubicBezTo>
                  <a:cubicBezTo>
                    <a:pt x="140" y="570"/>
                    <a:pt x="147" y="585"/>
                    <a:pt x="147" y="600"/>
                  </a:cubicBezTo>
                  <a:cubicBezTo>
                    <a:pt x="147" y="617"/>
                    <a:pt x="140" y="632"/>
                    <a:pt x="129" y="6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66">
            <a:extLst>
              <a:ext uri="{FF2B5EF4-FFF2-40B4-BE49-F238E27FC236}">
                <a16:creationId xmlns:a16="http://schemas.microsoft.com/office/drawing/2014/main" id="{E72D3081-343F-CA77-8DA4-FD2F1EBEE7E4}"/>
              </a:ext>
            </a:extLst>
          </p:cNvPr>
          <p:cNvGrpSpPr/>
          <p:nvPr/>
        </p:nvGrpSpPr>
        <p:grpSpPr>
          <a:xfrm>
            <a:off x="10990386" y="2873103"/>
            <a:ext cx="249238" cy="242887"/>
            <a:chOff x="9848850" y="3198813"/>
            <a:chExt cx="249238" cy="242887"/>
          </a:xfrm>
          <a:solidFill>
            <a:schemeClr val="accent4"/>
          </a:solidFill>
        </p:grpSpPr>
        <p:sp>
          <p:nvSpPr>
            <p:cNvPr id="663" name="Freeform 550">
              <a:extLst>
                <a:ext uri="{FF2B5EF4-FFF2-40B4-BE49-F238E27FC236}">
                  <a16:creationId xmlns:a16="http://schemas.microsoft.com/office/drawing/2014/main" id="{2C913EF9-EC37-EF99-188A-685476EE85AF}"/>
                </a:ext>
              </a:extLst>
            </p:cNvPr>
            <p:cNvSpPr>
              <a:spLocks noChangeArrowheads="1"/>
            </p:cNvSpPr>
            <p:nvPr/>
          </p:nvSpPr>
          <p:spPr bwMode="auto">
            <a:xfrm>
              <a:off x="9855200" y="3198813"/>
              <a:ext cx="242888" cy="63500"/>
            </a:xfrm>
            <a:custGeom>
              <a:avLst/>
              <a:gdLst>
                <a:gd name="T0" fmla="*/ 15 w 675"/>
                <a:gd name="T1" fmla="*/ 102 h 177"/>
                <a:gd name="T2" fmla="*/ 15 w 675"/>
                <a:gd name="T3" fmla="*/ 102 h 177"/>
                <a:gd name="T4" fmla="*/ 76 w 675"/>
                <a:gd name="T5" fmla="*/ 102 h 177"/>
                <a:gd name="T6" fmla="*/ 162 w 675"/>
                <a:gd name="T7" fmla="*/ 176 h 177"/>
                <a:gd name="T8" fmla="*/ 249 w 675"/>
                <a:gd name="T9" fmla="*/ 102 h 177"/>
                <a:gd name="T10" fmla="*/ 659 w 675"/>
                <a:gd name="T11" fmla="*/ 102 h 177"/>
                <a:gd name="T12" fmla="*/ 674 w 675"/>
                <a:gd name="T13" fmla="*/ 88 h 177"/>
                <a:gd name="T14" fmla="*/ 659 w 675"/>
                <a:gd name="T15" fmla="*/ 73 h 177"/>
                <a:gd name="T16" fmla="*/ 249 w 675"/>
                <a:gd name="T17" fmla="*/ 73 h 177"/>
                <a:gd name="T18" fmla="*/ 162 w 675"/>
                <a:gd name="T19" fmla="*/ 0 h 177"/>
                <a:gd name="T20" fmla="*/ 76 w 675"/>
                <a:gd name="T21" fmla="*/ 73 h 177"/>
                <a:gd name="T22" fmla="*/ 15 w 675"/>
                <a:gd name="T23" fmla="*/ 73 h 177"/>
                <a:gd name="T24" fmla="*/ 0 w 675"/>
                <a:gd name="T25" fmla="*/ 88 h 177"/>
                <a:gd name="T26" fmla="*/ 15 w 675"/>
                <a:gd name="T27" fmla="*/ 102 h 177"/>
                <a:gd name="T28" fmla="*/ 162 w 675"/>
                <a:gd name="T29" fmla="*/ 29 h 177"/>
                <a:gd name="T30" fmla="*/ 162 w 675"/>
                <a:gd name="T31" fmla="*/ 29 h 177"/>
                <a:gd name="T32" fmla="*/ 203 w 675"/>
                <a:gd name="T33" fmla="*/ 47 h 177"/>
                <a:gd name="T34" fmla="*/ 220 w 675"/>
                <a:gd name="T35" fmla="*/ 88 h 177"/>
                <a:gd name="T36" fmla="*/ 203 w 675"/>
                <a:gd name="T37" fmla="*/ 129 h 177"/>
                <a:gd name="T38" fmla="*/ 162 w 675"/>
                <a:gd name="T39" fmla="*/ 146 h 177"/>
                <a:gd name="T40" fmla="*/ 120 w 675"/>
                <a:gd name="T41" fmla="*/ 129 h 177"/>
                <a:gd name="T42" fmla="*/ 103 w 675"/>
                <a:gd name="T43" fmla="*/ 88 h 177"/>
                <a:gd name="T44" fmla="*/ 103 w 675"/>
                <a:gd name="T45" fmla="*/ 88 h 177"/>
                <a:gd name="T46" fmla="*/ 103 w 675"/>
                <a:gd name="T47" fmla="*/ 88 h 177"/>
                <a:gd name="T48" fmla="*/ 120 w 675"/>
                <a:gd name="T49" fmla="*/ 47 h 177"/>
                <a:gd name="T50" fmla="*/ 162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76" y="102"/>
                    <a:pt x="76" y="102"/>
                    <a:pt x="76" y="102"/>
                  </a:cubicBezTo>
                  <a:cubicBezTo>
                    <a:pt x="83" y="145"/>
                    <a:pt x="118" y="176"/>
                    <a:pt x="162" y="176"/>
                  </a:cubicBezTo>
                  <a:cubicBezTo>
                    <a:pt x="205" y="176"/>
                    <a:pt x="242" y="145"/>
                    <a:pt x="249" y="102"/>
                  </a:cubicBezTo>
                  <a:cubicBezTo>
                    <a:pt x="659" y="102"/>
                    <a:pt x="659" y="102"/>
                    <a:pt x="659" y="102"/>
                  </a:cubicBezTo>
                  <a:cubicBezTo>
                    <a:pt x="667" y="102"/>
                    <a:pt x="674" y="96"/>
                    <a:pt x="674" y="88"/>
                  </a:cubicBezTo>
                  <a:cubicBezTo>
                    <a:pt x="674" y="80"/>
                    <a:pt x="667" y="73"/>
                    <a:pt x="659" y="73"/>
                  </a:cubicBezTo>
                  <a:cubicBezTo>
                    <a:pt x="249" y="73"/>
                    <a:pt x="249" y="73"/>
                    <a:pt x="249" y="73"/>
                  </a:cubicBezTo>
                  <a:cubicBezTo>
                    <a:pt x="242" y="32"/>
                    <a:pt x="205" y="0"/>
                    <a:pt x="162" y="0"/>
                  </a:cubicBezTo>
                  <a:cubicBezTo>
                    <a:pt x="118" y="0"/>
                    <a:pt x="83" y="32"/>
                    <a:pt x="76" y="73"/>
                  </a:cubicBezTo>
                  <a:cubicBezTo>
                    <a:pt x="15" y="73"/>
                    <a:pt x="15" y="73"/>
                    <a:pt x="15" y="73"/>
                  </a:cubicBezTo>
                  <a:cubicBezTo>
                    <a:pt x="7" y="73"/>
                    <a:pt x="0" y="80"/>
                    <a:pt x="0" y="88"/>
                  </a:cubicBezTo>
                  <a:cubicBezTo>
                    <a:pt x="0" y="96"/>
                    <a:pt x="7" y="102"/>
                    <a:pt x="15" y="102"/>
                  </a:cubicBezTo>
                  <a:close/>
                  <a:moveTo>
                    <a:pt x="162" y="29"/>
                  </a:moveTo>
                  <a:lnTo>
                    <a:pt x="162" y="29"/>
                  </a:lnTo>
                  <a:cubicBezTo>
                    <a:pt x="177" y="29"/>
                    <a:pt x="192" y="36"/>
                    <a:pt x="203" y="47"/>
                  </a:cubicBezTo>
                  <a:cubicBezTo>
                    <a:pt x="214" y="57"/>
                    <a:pt x="220" y="72"/>
                    <a:pt x="220" y="88"/>
                  </a:cubicBezTo>
                  <a:cubicBezTo>
                    <a:pt x="220" y="105"/>
                    <a:pt x="214" y="118"/>
                    <a:pt x="203" y="129"/>
                  </a:cubicBezTo>
                  <a:cubicBezTo>
                    <a:pt x="192" y="140"/>
                    <a:pt x="177" y="146"/>
                    <a:pt x="162" y="146"/>
                  </a:cubicBezTo>
                  <a:cubicBezTo>
                    <a:pt x="146" y="146"/>
                    <a:pt x="131" y="140"/>
                    <a:pt x="120" y="129"/>
                  </a:cubicBezTo>
                  <a:cubicBezTo>
                    <a:pt x="110" y="118"/>
                    <a:pt x="103" y="105"/>
                    <a:pt x="103" y="88"/>
                  </a:cubicBezTo>
                  <a:lnTo>
                    <a:pt x="103" y="88"/>
                  </a:lnTo>
                  <a:lnTo>
                    <a:pt x="103" y="88"/>
                  </a:lnTo>
                  <a:cubicBezTo>
                    <a:pt x="103" y="72"/>
                    <a:pt x="110" y="57"/>
                    <a:pt x="120" y="47"/>
                  </a:cubicBezTo>
                  <a:cubicBezTo>
                    <a:pt x="131" y="36"/>
                    <a:pt x="146" y="29"/>
                    <a:pt x="162"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1">
              <a:extLst>
                <a:ext uri="{FF2B5EF4-FFF2-40B4-BE49-F238E27FC236}">
                  <a16:creationId xmlns:a16="http://schemas.microsoft.com/office/drawing/2014/main" id="{7A03A91D-108A-3911-F59F-BD1948ABAA0D}"/>
                </a:ext>
              </a:extLst>
            </p:cNvPr>
            <p:cNvSpPr>
              <a:spLocks noChangeArrowheads="1"/>
            </p:cNvSpPr>
            <p:nvPr/>
          </p:nvSpPr>
          <p:spPr bwMode="auto">
            <a:xfrm>
              <a:off x="9855200" y="3294063"/>
              <a:ext cx="242888" cy="63500"/>
            </a:xfrm>
            <a:custGeom>
              <a:avLst/>
              <a:gdLst>
                <a:gd name="T0" fmla="*/ 15 w 675"/>
                <a:gd name="T1" fmla="*/ 102 h 177"/>
                <a:gd name="T2" fmla="*/ 15 w 675"/>
                <a:gd name="T3" fmla="*/ 102 h 177"/>
                <a:gd name="T4" fmla="*/ 397 w 675"/>
                <a:gd name="T5" fmla="*/ 102 h 177"/>
                <a:gd name="T6" fmla="*/ 483 w 675"/>
                <a:gd name="T7" fmla="*/ 176 h 177"/>
                <a:gd name="T8" fmla="*/ 570 w 675"/>
                <a:gd name="T9" fmla="*/ 102 h 177"/>
                <a:gd name="T10" fmla="*/ 659 w 675"/>
                <a:gd name="T11" fmla="*/ 102 h 177"/>
                <a:gd name="T12" fmla="*/ 674 w 675"/>
                <a:gd name="T13" fmla="*/ 88 h 177"/>
                <a:gd name="T14" fmla="*/ 659 w 675"/>
                <a:gd name="T15" fmla="*/ 73 h 177"/>
                <a:gd name="T16" fmla="*/ 570 w 675"/>
                <a:gd name="T17" fmla="*/ 73 h 177"/>
                <a:gd name="T18" fmla="*/ 483 w 675"/>
                <a:gd name="T19" fmla="*/ 0 h 177"/>
                <a:gd name="T20" fmla="*/ 397 w 675"/>
                <a:gd name="T21" fmla="*/ 73 h 177"/>
                <a:gd name="T22" fmla="*/ 15 w 675"/>
                <a:gd name="T23" fmla="*/ 73 h 177"/>
                <a:gd name="T24" fmla="*/ 0 w 675"/>
                <a:gd name="T25" fmla="*/ 88 h 177"/>
                <a:gd name="T26" fmla="*/ 15 w 675"/>
                <a:gd name="T27" fmla="*/ 102 h 177"/>
                <a:gd name="T28" fmla="*/ 483 w 675"/>
                <a:gd name="T29" fmla="*/ 29 h 177"/>
                <a:gd name="T30" fmla="*/ 483 w 675"/>
                <a:gd name="T31" fmla="*/ 29 h 177"/>
                <a:gd name="T32" fmla="*/ 526 w 675"/>
                <a:gd name="T33" fmla="*/ 47 h 177"/>
                <a:gd name="T34" fmla="*/ 542 w 675"/>
                <a:gd name="T35" fmla="*/ 88 h 177"/>
                <a:gd name="T36" fmla="*/ 526 w 675"/>
                <a:gd name="T37" fmla="*/ 129 h 177"/>
                <a:gd name="T38" fmla="*/ 483 w 675"/>
                <a:gd name="T39" fmla="*/ 145 h 177"/>
                <a:gd name="T40" fmla="*/ 442 w 675"/>
                <a:gd name="T41" fmla="*/ 129 h 177"/>
                <a:gd name="T42" fmla="*/ 426 w 675"/>
                <a:gd name="T43" fmla="*/ 88 h 177"/>
                <a:gd name="T44" fmla="*/ 426 w 675"/>
                <a:gd name="T45" fmla="*/ 88 h 177"/>
                <a:gd name="T46" fmla="*/ 426 w 675"/>
                <a:gd name="T47" fmla="*/ 88 h 177"/>
                <a:gd name="T48" fmla="*/ 442 w 675"/>
                <a:gd name="T49" fmla="*/ 47 h 177"/>
                <a:gd name="T50" fmla="*/ 483 w 675"/>
                <a:gd name="T51" fmla="*/ 29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75" h="177">
                  <a:moveTo>
                    <a:pt x="15" y="102"/>
                  </a:moveTo>
                  <a:lnTo>
                    <a:pt x="15" y="102"/>
                  </a:lnTo>
                  <a:cubicBezTo>
                    <a:pt x="397" y="102"/>
                    <a:pt x="397" y="102"/>
                    <a:pt x="397" y="102"/>
                  </a:cubicBezTo>
                  <a:cubicBezTo>
                    <a:pt x="404" y="144"/>
                    <a:pt x="441" y="176"/>
                    <a:pt x="483" y="176"/>
                  </a:cubicBezTo>
                  <a:cubicBezTo>
                    <a:pt x="527" y="176"/>
                    <a:pt x="563" y="144"/>
                    <a:pt x="570" y="102"/>
                  </a:cubicBezTo>
                  <a:cubicBezTo>
                    <a:pt x="659" y="102"/>
                    <a:pt x="659" y="102"/>
                    <a:pt x="659" y="102"/>
                  </a:cubicBezTo>
                  <a:cubicBezTo>
                    <a:pt x="667" y="102"/>
                    <a:pt x="674" y="96"/>
                    <a:pt x="674" y="88"/>
                  </a:cubicBezTo>
                  <a:cubicBezTo>
                    <a:pt x="674" y="80"/>
                    <a:pt x="667" y="73"/>
                    <a:pt x="659" y="73"/>
                  </a:cubicBezTo>
                  <a:cubicBezTo>
                    <a:pt x="570" y="73"/>
                    <a:pt x="570" y="73"/>
                    <a:pt x="570" y="73"/>
                  </a:cubicBezTo>
                  <a:cubicBezTo>
                    <a:pt x="563" y="31"/>
                    <a:pt x="527" y="0"/>
                    <a:pt x="483" y="0"/>
                  </a:cubicBezTo>
                  <a:cubicBezTo>
                    <a:pt x="441" y="0"/>
                    <a:pt x="404" y="31"/>
                    <a:pt x="397" y="73"/>
                  </a:cubicBezTo>
                  <a:cubicBezTo>
                    <a:pt x="15" y="73"/>
                    <a:pt x="15" y="73"/>
                    <a:pt x="15" y="73"/>
                  </a:cubicBezTo>
                  <a:cubicBezTo>
                    <a:pt x="7" y="73"/>
                    <a:pt x="0" y="80"/>
                    <a:pt x="0" y="88"/>
                  </a:cubicBezTo>
                  <a:cubicBezTo>
                    <a:pt x="0" y="96"/>
                    <a:pt x="7" y="102"/>
                    <a:pt x="15" y="102"/>
                  </a:cubicBezTo>
                  <a:close/>
                  <a:moveTo>
                    <a:pt x="483" y="29"/>
                  </a:moveTo>
                  <a:lnTo>
                    <a:pt x="483" y="29"/>
                  </a:lnTo>
                  <a:cubicBezTo>
                    <a:pt x="500" y="29"/>
                    <a:pt x="515" y="36"/>
                    <a:pt x="526" y="47"/>
                  </a:cubicBezTo>
                  <a:cubicBezTo>
                    <a:pt x="536" y="56"/>
                    <a:pt x="542" y="71"/>
                    <a:pt x="542" y="88"/>
                  </a:cubicBezTo>
                  <a:cubicBezTo>
                    <a:pt x="542" y="104"/>
                    <a:pt x="536" y="118"/>
                    <a:pt x="526" y="129"/>
                  </a:cubicBezTo>
                  <a:cubicBezTo>
                    <a:pt x="515" y="140"/>
                    <a:pt x="500" y="145"/>
                    <a:pt x="483" y="145"/>
                  </a:cubicBezTo>
                  <a:cubicBezTo>
                    <a:pt x="468" y="145"/>
                    <a:pt x="453" y="140"/>
                    <a:pt x="442" y="129"/>
                  </a:cubicBezTo>
                  <a:cubicBezTo>
                    <a:pt x="431" y="118"/>
                    <a:pt x="426" y="104"/>
                    <a:pt x="426" y="88"/>
                  </a:cubicBezTo>
                  <a:lnTo>
                    <a:pt x="426" y="88"/>
                  </a:lnTo>
                  <a:lnTo>
                    <a:pt x="426" y="88"/>
                  </a:lnTo>
                  <a:cubicBezTo>
                    <a:pt x="426" y="71"/>
                    <a:pt x="431" y="56"/>
                    <a:pt x="442" y="47"/>
                  </a:cubicBezTo>
                  <a:cubicBezTo>
                    <a:pt x="453" y="36"/>
                    <a:pt x="468" y="29"/>
                    <a:pt x="483"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2">
              <a:extLst>
                <a:ext uri="{FF2B5EF4-FFF2-40B4-BE49-F238E27FC236}">
                  <a16:creationId xmlns:a16="http://schemas.microsoft.com/office/drawing/2014/main" id="{33B9F382-9ADA-E95D-4904-EAF302459166}"/>
                </a:ext>
              </a:extLst>
            </p:cNvPr>
            <p:cNvSpPr>
              <a:spLocks noChangeArrowheads="1"/>
            </p:cNvSpPr>
            <p:nvPr/>
          </p:nvSpPr>
          <p:spPr bwMode="auto">
            <a:xfrm>
              <a:off x="9848850" y="3378200"/>
              <a:ext cx="247650" cy="63500"/>
            </a:xfrm>
            <a:custGeom>
              <a:avLst/>
              <a:gdLst>
                <a:gd name="T0" fmla="*/ 175 w 689"/>
                <a:gd name="T1" fmla="*/ 103 h 177"/>
                <a:gd name="T2" fmla="*/ 175 w 689"/>
                <a:gd name="T3" fmla="*/ 103 h 177"/>
                <a:gd name="T4" fmla="*/ 673 w 689"/>
                <a:gd name="T5" fmla="*/ 103 h 177"/>
                <a:gd name="T6" fmla="*/ 688 w 689"/>
                <a:gd name="T7" fmla="*/ 88 h 177"/>
                <a:gd name="T8" fmla="*/ 673 w 689"/>
                <a:gd name="T9" fmla="*/ 74 h 177"/>
                <a:gd name="T10" fmla="*/ 175 w 689"/>
                <a:gd name="T11" fmla="*/ 74 h 177"/>
                <a:gd name="T12" fmla="*/ 88 w 689"/>
                <a:gd name="T13" fmla="*/ 0 h 177"/>
                <a:gd name="T14" fmla="*/ 0 w 689"/>
                <a:gd name="T15" fmla="*/ 88 h 177"/>
                <a:gd name="T16" fmla="*/ 88 w 689"/>
                <a:gd name="T17" fmla="*/ 176 h 177"/>
                <a:gd name="T18" fmla="*/ 175 w 689"/>
                <a:gd name="T19" fmla="*/ 103 h 177"/>
                <a:gd name="T20" fmla="*/ 29 w 689"/>
                <a:gd name="T21" fmla="*/ 88 h 177"/>
                <a:gd name="T22" fmla="*/ 29 w 689"/>
                <a:gd name="T23" fmla="*/ 88 h 177"/>
                <a:gd name="T24" fmla="*/ 46 w 689"/>
                <a:gd name="T25" fmla="*/ 47 h 177"/>
                <a:gd name="T26" fmla="*/ 88 w 689"/>
                <a:gd name="T27" fmla="*/ 31 h 177"/>
                <a:gd name="T28" fmla="*/ 129 w 689"/>
                <a:gd name="T29" fmla="*/ 47 h 177"/>
                <a:gd name="T30" fmla="*/ 146 w 689"/>
                <a:gd name="T31" fmla="*/ 88 h 177"/>
                <a:gd name="T32" fmla="*/ 129 w 689"/>
                <a:gd name="T33" fmla="*/ 131 h 177"/>
                <a:gd name="T34" fmla="*/ 88 w 689"/>
                <a:gd name="T35" fmla="*/ 147 h 177"/>
                <a:gd name="T36" fmla="*/ 46 w 689"/>
                <a:gd name="T37" fmla="*/ 131 h 177"/>
                <a:gd name="T38" fmla="*/ 29 w 689"/>
                <a:gd name="T39" fmla="*/ 88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9" h="177">
                  <a:moveTo>
                    <a:pt x="175" y="103"/>
                  </a:moveTo>
                  <a:lnTo>
                    <a:pt x="175" y="103"/>
                  </a:lnTo>
                  <a:cubicBezTo>
                    <a:pt x="673" y="103"/>
                    <a:pt x="673" y="103"/>
                    <a:pt x="673" y="103"/>
                  </a:cubicBezTo>
                  <a:cubicBezTo>
                    <a:pt x="681" y="103"/>
                    <a:pt x="688" y="96"/>
                    <a:pt x="688" y="88"/>
                  </a:cubicBezTo>
                  <a:cubicBezTo>
                    <a:pt x="688" y="81"/>
                    <a:pt x="681" y="74"/>
                    <a:pt x="673" y="74"/>
                  </a:cubicBezTo>
                  <a:cubicBezTo>
                    <a:pt x="175" y="74"/>
                    <a:pt x="175" y="74"/>
                    <a:pt x="175" y="74"/>
                  </a:cubicBezTo>
                  <a:cubicBezTo>
                    <a:pt x="168" y="32"/>
                    <a:pt x="131" y="0"/>
                    <a:pt x="88" y="0"/>
                  </a:cubicBezTo>
                  <a:cubicBezTo>
                    <a:pt x="39" y="0"/>
                    <a:pt x="0" y="40"/>
                    <a:pt x="0" y="88"/>
                  </a:cubicBezTo>
                  <a:cubicBezTo>
                    <a:pt x="0" y="138"/>
                    <a:pt x="39" y="176"/>
                    <a:pt x="88" y="176"/>
                  </a:cubicBezTo>
                  <a:cubicBezTo>
                    <a:pt x="131" y="176"/>
                    <a:pt x="168" y="144"/>
                    <a:pt x="175" y="103"/>
                  </a:cubicBezTo>
                  <a:close/>
                  <a:moveTo>
                    <a:pt x="29" y="88"/>
                  </a:moveTo>
                  <a:lnTo>
                    <a:pt x="29" y="88"/>
                  </a:lnTo>
                  <a:cubicBezTo>
                    <a:pt x="29" y="73"/>
                    <a:pt x="36" y="58"/>
                    <a:pt x="46" y="47"/>
                  </a:cubicBezTo>
                  <a:cubicBezTo>
                    <a:pt x="57" y="37"/>
                    <a:pt x="72" y="31"/>
                    <a:pt x="88" y="31"/>
                  </a:cubicBezTo>
                  <a:cubicBezTo>
                    <a:pt x="103" y="31"/>
                    <a:pt x="118" y="37"/>
                    <a:pt x="129" y="47"/>
                  </a:cubicBezTo>
                  <a:cubicBezTo>
                    <a:pt x="140" y="58"/>
                    <a:pt x="146" y="73"/>
                    <a:pt x="146" y="88"/>
                  </a:cubicBezTo>
                  <a:cubicBezTo>
                    <a:pt x="146" y="105"/>
                    <a:pt x="140" y="120"/>
                    <a:pt x="129" y="131"/>
                  </a:cubicBezTo>
                  <a:cubicBezTo>
                    <a:pt x="118" y="140"/>
                    <a:pt x="103" y="147"/>
                    <a:pt x="88" y="147"/>
                  </a:cubicBezTo>
                  <a:cubicBezTo>
                    <a:pt x="72" y="147"/>
                    <a:pt x="57" y="140"/>
                    <a:pt x="46" y="131"/>
                  </a:cubicBezTo>
                  <a:cubicBezTo>
                    <a:pt x="36" y="120"/>
                    <a:pt x="29" y="105"/>
                    <a:pt x="29"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66" name="Freeform 552">
            <a:extLst>
              <a:ext uri="{FF2B5EF4-FFF2-40B4-BE49-F238E27FC236}">
                <a16:creationId xmlns:a16="http://schemas.microsoft.com/office/drawing/2014/main" id="{F723826A-9A7B-632E-7D35-001FB7018750}"/>
              </a:ext>
            </a:extLst>
          </p:cNvPr>
          <p:cNvSpPr>
            <a:spLocks noChangeArrowheads="1"/>
          </p:cNvSpPr>
          <p:nvPr/>
        </p:nvSpPr>
        <p:spPr bwMode="auto">
          <a:xfrm>
            <a:off x="5275560" y="5183080"/>
            <a:ext cx="261937" cy="214312"/>
          </a:xfrm>
          <a:custGeom>
            <a:avLst/>
            <a:gdLst>
              <a:gd name="T0" fmla="*/ 628 w 726"/>
              <a:gd name="T1" fmla="*/ 0 h 595"/>
              <a:gd name="T2" fmla="*/ 628 w 726"/>
              <a:gd name="T3" fmla="*/ 0 h 595"/>
              <a:gd name="T4" fmla="*/ 97 w 726"/>
              <a:gd name="T5" fmla="*/ 0 h 595"/>
              <a:gd name="T6" fmla="*/ 0 w 726"/>
              <a:gd name="T7" fmla="*/ 164 h 595"/>
              <a:gd name="T8" fmla="*/ 362 w 726"/>
              <a:gd name="T9" fmla="*/ 594 h 595"/>
              <a:gd name="T10" fmla="*/ 373 w 726"/>
              <a:gd name="T11" fmla="*/ 580 h 595"/>
              <a:gd name="T12" fmla="*/ 725 w 726"/>
              <a:gd name="T13" fmla="*/ 164 h 595"/>
              <a:gd name="T14" fmla="*/ 628 w 726"/>
              <a:gd name="T15" fmla="*/ 0 h 595"/>
              <a:gd name="T16" fmla="*/ 105 w 726"/>
              <a:gd name="T17" fmla="*/ 44 h 595"/>
              <a:gd name="T18" fmla="*/ 105 w 726"/>
              <a:gd name="T19" fmla="*/ 44 h 595"/>
              <a:gd name="T20" fmla="*/ 174 w 726"/>
              <a:gd name="T21" fmla="*/ 147 h 595"/>
              <a:gd name="T22" fmla="*/ 44 w 726"/>
              <a:gd name="T23" fmla="*/ 147 h 595"/>
              <a:gd name="T24" fmla="*/ 105 w 726"/>
              <a:gd name="T25" fmla="*/ 44 h 595"/>
              <a:gd name="T26" fmla="*/ 497 w 726"/>
              <a:gd name="T27" fmla="*/ 177 h 595"/>
              <a:gd name="T28" fmla="*/ 497 w 726"/>
              <a:gd name="T29" fmla="*/ 177 h 595"/>
              <a:gd name="T30" fmla="*/ 362 w 726"/>
              <a:gd name="T31" fmla="*/ 524 h 595"/>
              <a:gd name="T32" fmla="*/ 229 w 726"/>
              <a:gd name="T33" fmla="*/ 177 h 595"/>
              <a:gd name="T34" fmla="*/ 497 w 726"/>
              <a:gd name="T35" fmla="*/ 177 h 595"/>
              <a:gd name="T36" fmla="*/ 254 w 726"/>
              <a:gd name="T37" fmla="*/ 147 h 595"/>
              <a:gd name="T38" fmla="*/ 254 w 726"/>
              <a:gd name="T39" fmla="*/ 147 h 595"/>
              <a:gd name="T40" fmla="*/ 364 w 726"/>
              <a:gd name="T41" fmla="*/ 30 h 595"/>
              <a:gd name="T42" fmla="*/ 472 w 726"/>
              <a:gd name="T43" fmla="*/ 147 h 595"/>
              <a:gd name="T44" fmla="*/ 254 w 726"/>
              <a:gd name="T45" fmla="*/ 147 h 595"/>
              <a:gd name="T46" fmla="*/ 519 w 726"/>
              <a:gd name="T47" fmla="*/ 144 h 595"/>
              <a:gd name="T48" fmla="*/ 519 w 726"/>
              <a:gd name="T49" fmla="*/ 144 h 595"/>
              <a:gd name="T50" fmla="*/ 510 w 726"/>
              <a:gd name="T51" fmla="*/ 147 h 595"/>
              <a:gd name="T52" fmla="*/ 402 w 726"/>
              <a:gd name="T53" fmla="*/ 28 h 595"/>
              <a:gd name="T54" fmla="*/ 594 w 726"/>
              <a:gd name="T55" fmla="*/ 28 h 595"/>
              <a:gd name="T56" fmla="*/ 519 w 726"/>
              <a:gd name="T57" fmla="*/ 144 h 595"/>
              <a:gd name="T58" fmla="*/ 215 w 726"/>
              <a:gd name="T59" fmla="*/ 147 h 595"/>
              <a:gd name="T60" fmla="*/ 215 w 726"/>
              <a:gd name="T61" fmla="*/ 147 h 595"/>
              <a:gd name="T62" fmla="*/ 207 w 726"/>
              <a:gd name="T63" fmla="*/ 144 h 595"/>
              <a:gd name="T64" fmla="*/ 132 w 726"/>
              <a:gd name="T65" fmla="*/ 28 h 595"/>
              <a:gd name="T66" fmla="*/ 325 w 726"/>
              <a:gd name="T67" fmla="*/ 28 h 595"/>
              <a:gd name="T68" fmla="*/ 215 w 726"/>
              <a:gd name="T69" fmla="*/ 147 h 595"/>
              <a:gd name="T70" fmla="*/ 197 w 726"/>
              <a:gd name="T71" fmla="*/ 177 h 595"/>
              <a:gd name="T72" fmla="*/ 197 w 726"/>
              <a:gd name="T73" fmla="*/ 177 h 595"/>
              <a:gd name="T74" fmla="*/ 322 w 726"/>
              <a:gd name="T75" fmla="*/ 501 h 595"/>
              <a:gd name="T76" fmla="*/ 48 w 726"/>
              <a:gd name="T77" fmla="*/ 177 h 595"/>
              <a:gd name="T78" fmla="*/ 197 w 726"/>
              <a:gd name="T79" fmla="*/ 177 h 595"/>
              <a:gd name="T80" fmla="*/ 528 w 726"/>
              <a:gd name="T81" fmla="*/ 177 h 595"/>
              <a:gd name="T82" fmla="*/ 528 w 726"/>
              <a:gd name="T83" fmla="*/ 177 h 595"/>
              <a:gd name="T84" fmla="*/ 676 w 726"/>
              <a:gd name="T85" fmla="*/ 177 h 595"/>
              <a:gd name="T86" fmla="*/ 403 w 726"/>
              <a:gd name="T87" fmla="*/ 499 h 595"/>
              <a:gd name="T88" fmla="*/ 528 w 726"/>
              <a:gd name="T89" fmla="*/ 177 h 595"/>
              <a:gd name="T90" fmla="*/ 552 w 726"/>
              <a:gd name="T91" fmla="*/ 147 h 595"/>
              <a:gd name="T92" fmla="*/ 552 w 726"/>
              <a:gd name="T93" fmla="*/ 147 h 595"/>
              <a:gd name="T94" fmla="*/ 620 w 726"/>
              <a:gd name="T95" fmla="*/ 44 h 595"/>
              <a:gd name="T96" fmla="*/ 681 w 726"/>
              <a:gd name="T97" fmla="*/ 147 h 595"/>
              <a:gd name="T98" fmla="*/ 552 w 726"/>
              <a:gd name="T99" fmla="*/ 147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6" h="595">
                <a:moveTo>
                  <a:pt x="628" y="0"/>
                </a:moveTo>
                <a:lnTo>
                  <a:pt x="628" y="0"/>
                </a:lnTo>
                <a:cubicBezTo>
                  <a:pt x="97" y="0"/>
                  <a:pt x="97" y="0"/>
                  <a:pt x="97" y="0"/>
                </a:cubicBezTo>
                <a:cubicBezTo>
                  <a:pt x="0" y="164"/>
                  <a:pt x="0" y="164"/>
                  <a:pt x="0" y="164"/>
                </a:cubicBezTo>
                <a:cubicBezTo>
                  <a:pt x="362" y="594"/>
                  <a:pt x="362" y="594"/>
                  <a:pt x="362" y="594"/>
                </a:cubicBezTo>
                <a:cubicBezTo>
                  <a:pt x="373" y="580"/>
                  <a:pt x="373" y="580"/>
                  <a:pt x="373" y="580"/>
                </a:cubicBezTo>
                <a:cubicBezTo>
                  <a:pt x="725" y="164"/>
                  <a:pt x="725" y="164"/>
                  <a:pt x="725" y="164"/>
                </a:cubicBezTo>
                <a:lnTo>
                  <a:pt x="628" y="0"/>
                </a:lnTo>
                <a:close/>
                <a:moveTo>
                  <a:pt x="105" y="44"/>
                </a:moveTo>
                <a:lnTo>
                  <a:pt x="105" y="44"/>
                </a:lnTo>
                <a:cubicBezTo>
                  <a:pt x="174" y="147"/>
                  <a:pt x="174" y="147"/>
                  <a:pt x="174" y="147"/>
                </a:cubicBezTo>
                <a:cubicBezTo>
                  <a:pt x="44" y="147"/>
                  <a:pt x="44" y="147"/>
                  <a:pt x="44" y="147"/>
                </a:cubicBezTo>
                <a:lnTo>
                  <a:pt x="105" y="44"/>
                </a:lnTo>
                <a:close/>
                <a:moveTo>
                  <a:pt x="497" y="177"/>
                </a:moveTo>
                <a:lnTo>
                  <a:pt x="497" y="177"/>
                </a:lnTo>
                <a:cubicBezTo>
                  <a:pt x="362" y="524"/>
                  <a:pt x="362" y="524"/>
                  <a:pt x="362" y="524"/>
                </a:cubicBezTo>
                <a:cubicBezTo>
                  <a:pt x="229" y="177"/>
                  <a:pt x="229" y="177"/>
                  <a:pt x="229" y="177"/>
                </a:cubicBezTo>
                <a:lnTo>
                  <a:pt x="497" y="177"/>
                </a:lnTo>
                <a:close/>
                <a:moveTo>
                  <a:pt x="254" y="147"/>
                </a:moveTo>
                <a:lnTo>
                  <a:pt x="254" y="147"/>
                </a:lnTo>
                <a:cubicBezTo>
                  <a:pt x="364" y="30"/>
                  <a:pt x="364" y="30"/>
                  <a:pt x="364" y="30"/>
                </a:cubicBezTo>
                <a:cubicBezTo>
                  <a:pt x="472" y="147"/>
                  <a:pt x="472" y="147"/>
                  <a:pt x="472" y="147"/>
                </a:cubicBezTo>
                <a:lnTo>
                  <a:pt x="254" y="147"/>
                </a:lnTo>
                <a:close/>
                <a:moveTo>
                  <a:pt x="519" y="144"/>
                </a:moveTo>
                <a:lnTo>
                  <a:pt x="519" y="144"/>
                </a:lnTo>
                <a:cubicBezTo>
                  <a:pt x="516" y="144"/>
                  <a:pt x="513" y="145"/>
                  <a:pt x="510" y="147"/>
                </a:cubicBezTo>
                <a:cubicBezTo>
                  <a:pt x="402" y="28"/>
                  <a:pt x="402" y="28"/>
                  <a:pt x="402" y="28"/>
                </a:cubicBezTo>
                <a:cubicBezTo>
                  <a:pt x="594" y="28"/>
                  <a:pt x="594" y="28"/>
                  <a:pt x="594" y="28"/>
                </a:cubicBezTo>
                <a:lnTo>
                  <a:pt x="519" y="144"/>
                </a:lnTo>
                <a:close/>
                <a:moveTo>
                  <a:pt x="215" y="147"/>
                </a:moveTo>
                <a:lnTo>
                  <a:pt x="215" y="147"/>
                </a:lnTo>
                <a:cubicBezTo>
                  <a:pt x="212" y="145"/>
                  <a:pt x="210" y="144"/>
                  <a:pt x="207" y="144"/>
                </a:cubicBezTo>
                <a:cubicBezTo>
                  <a:pt x="132" y="28"/>
                  <a:pt x="132" y="28"/>
                  <a:pt x="132" y="28"/>
                </a:cubicBezTo>
                <a:cubicBezTo>
                  <a:pt x="325" y="28"/>
                  <a:pt x="325" y="28"/>
                  <a:pt x="325" y="28"/>
                </a:cubicBezTo>
                <a:lnTo>
                  <a:pt x="215" y="147"/>
                </a:lnTo>
                <a:close/>
                <a:moveTo>
                  <a:pt x="197" y="177"/>
                </a:moveTo>
                <a:lnTo>
                  <a:pt x="197" y="177"/>
                </a:lnTo>
                <a:cubicBezTo>
                  <a:pt x="322" y="501"/>
                  <a:pt x="322" y="501"/>
                  <a:pt x="322" y="501"/>
                </a:cubicBezTo>
                <a:cubicBezTo>
                  <a:pt x="48" y="177"/>
                  <a:pt x="48" y="177"/>
                  <a:pt x="48" y="177"/>
                </a:cubicBezTo>
                <a:lnTo>
                  <a:pt x="197" y="177"/>
                </a:lnTo>
                <a:close/>
                <a:moveTo>
                  <a:pt x="528" y="177"/>
                </a:moveTo>
                <a:lnTo>
                  <a:pt x="528" y="177"/>
                </a:lnTo>
                <a:cubicBezTo>
                  <a:pt x="676" y="177"/>
                  <a:pt x="676" y="177"/>
                  <a:pt x="676" y="177"/>
                </a:cubicBezTo>
                <a:cubicBezTo>
                  <a:pt x="403" y="499"/>
                  <a:pt x="403" y="499"/>
                  <a:pt x="403" y="499"/>
                </a:cubicBezTo>
                <a:lnTo>
                  <a:pt x="528" y="177"/>
                </a:lnTo>
                <a:close/>
                <a:moveTo>
                  <a:pt x="552" y="147"/>
                </a:moveTo>
                <a:lnTo>
                  <a:pt x="552" y="147"/>
                </a:lnTo>
                <a:cubicBezTo>
                  <a:pt x="620" y="44"/>
                  <a:pt x="620" y="44"/>
                  <a:pt x="620" y="44"/>
                </a:cubicBezTo>
                <a:cubicBezTo>
                  <a:pt x="681" y="147"/>
                  <a:pt x="681" y="147"/>
                  <a:pt x="681" y="147"/>
                </a:cubicBezTo>
                <a:lnTo>
                  <a:pt x="552" y="147"/>
                </a:lnTo>
                <a:close/>
              </a:path>
            </a:pathLst>
          </a:custGeom>
          <a:solidFill>
            <a:schemeClr val="accent4"/>
          </a:solidFill>
          <a:ln>
            <a:noFill/>
          </a:ln>
          <a:effectLst/>
        </p:spPr>
        <p:txBody>
          <a:bodyPr wrap="none" anchor="ctr"/>
          <a:lstStyle/>
          <a:p>
            <a:endParaRPr lang="da-DK"/>
          </a:p>
        </p:txBody>
      </p:sp>
      <p:grpSp>
        <p:nvGrpSpPr>
          <p:cNvPr id="667" name="Group 691">
            <a:extLst>
              <a:ext uri="{FF2B5EF4-FFF2-40B4-BE49-F238E27FC236}">
                <a16:creationId xmlns:a16="http://schemas.microsoft.com/office/drawing/2014/main" id="{848C6270-5810-A7F9-1E91-8F7BB237109C}"/>
              </a:ext>
            </a:extLst>
          </p:cNvPr>
          <p:cNvGrpSpPr/>
          <p:nvPr/>
        </p:nvGrpSpPr>
        <p:grpSpPr>
          <a:xfrm>
            <a:off x="7288510" y="6151455"/>
            <a:ext cx="246062" cy="261937"/>
            <a:chOff x="6157913" y="6507163"/>
            <a:chExt cx="246062" cy="261937"/>
          </a:xfrm>
          <a:solidFill>
            <a:schemeClr val="accent4"/>
          </a:solidFill>
        </p:grpSpPr>
        <p:sp>
          <p:nvSpPr>
            <p:cNvPr id="668" name="Freeform 553">
              <a:extLst>
                <a:ext uri="{FF2B5EF4-FFF2-40B4-BE49-F238E27FC236}">
                  <a16:creationId xmlns:a16="http://schemas.microsoft.com/office/drawing/2014/main" id="{9BCCAC0C-D76B-A238-361D-9106C1E3CCF3}"/>
                </a:ext>
              </a:extLst>
            </p:cNvPr>
            <p:cNvSpPr>
              <a:spLocks noChangeArrowheads="1"/>
            </p:cNvSpPr>
            <p:nvPr/>
          </p:nvSpPr>
          <p:spPr bwMode="auto">
            <a:xfrm>
              <a:off x="6173788" y="6507163"/>
              <a:ext cx="215900" cy="261937"/>
            </a:xfrm>
            <a:custGeom>
              <a:avLst/>
              <a:gdLst>
                <a:gd name="T0" fmla="*/ 471 w 601"/>
                <a:gd name="T1" fmla="*/ 699 h 729"/>
                <a:gd name="T2" fmla="*/ 471 w 601"/>
                <a:gd name="T3" fmla="*/ 699 h 729"/>
                <a:gd name="T4" fmla="*/ 315 w 601"/>
                <a:gd name="T5" fmla="*/ 699 h 729"/>
                <a:gd name="T6" fmla="*/ 315 w 601"/>
                <a:gd name="T7" fmla="*/ 178 h 729"/>
                <a:gd name="T8" fmla="*/ 357 w 601"/>
                <a:gd name="T9" fmla="*/ 124 h 729"/>
                <a:gd name="T10" fmla="*/ 357 w 601"/>
                <a:gd name="T11" fmla="*/ 114 h 729"/>
                <a:gd name="T12" fmla="*/ 588 w 601"/>
                <a:gd name="T13" fmla="*/ 30 h 729"/>
                <a:gd name="T14" fmla="*/ 597 w 601"/>
                <a:gd name="T15" fmla="*/ 11 h 729"/>
                <a:gd name="T16" fmla="*/ 578 w 601"/>
                <a:gd name="T17" fmla="*/ 3 h 729"/>
                <a:gd name="T18" fmla="*/ 345 w 601"/>
                <a:gd name="T19" fmla="*/ 88 h 729"/>
                <a:gd name="T20" fmla="*/ 300 w 601"/>
                <a:gd name="T21" fmla="*/ 66 h 729"/>
                <a:gd name="T22" fmla="*/ 243 w 601"/>
                <a:gd name="T23" fmla="*/ 124 h 729"/>
                <a:gd name="T24" fmla="*/ 243 w 601"/>
                <a:gd name="T25" fmla="*/ 125 h 729"/>
                <a:gd name="T26" fmla="*/ 11 w 601"/>
                <a:gd name="T27" fmla="*/ 209 h 729"/>
                <a:gd name="T28" fmla="*/ 3 w 601"/>
                <a:gd name="T29" fmla="*/ 228 h 729"/>
                <a:gd name="T30" fmla="*/ 22 w 601"/>
                <a:gd name="T31" fmla="*/ 236 h 729"/>
                <a:gd name="T32" fmla="*/ 252 w 601"/>
                <a:gd name="T33" fmla="*/ 152 h 729"/>
                <a:gd name="T34" fmla="*/ 286 w 601"/>
                <a:gd name="T35" fmla="*/ 178 h 729"/>
                <a:gd name="T36" fmla="*/ 286 w 601"/>
                <a:gd name="T37" fmla="*/ 699 h 729"/>
                <a:gd name="T38" fmla="*/ 129 w 601"/>
                <a:gd name="T39" fmla="*/ 699 h 729"/>
                <a:gd name="T40" fmla="*/ 114 w 601"/>
                <a:gd name="T41" fmla="*/ 712 h 729"/>
                <a:gd name="T42" fmla="*/ 129 w 601"/>
                <a:gd name="T43" fmla="*/ 728 h 729"/>
                <a:gd name="T44" fmla="*/ 471 w 601"/>
                <a:gd name="T45" fmla="*/ 728 h 729"/>
                <a:gd name="T46" fmla="*/ 486 w 601"/>
                <a:gd name="T47" fmla="*/ 712 h 729"/>
                <a:gd name="T48" fmla="*/ 471 w 601"/>
                <a:gd name="T49" fmla="*/ 699 h 729"/>
                <a:gd name="T50" fmla="*/ 272 w 601"/>
                <a:gd name="T51" fmla="*/ 124 h 729"/>
                <a:gd name="T52" fmla="*/ 272 w 601"/>
                <a:gd name="T53" fmla="*/ 124 h 729"/>
                <a:gd name="T54" fmla="*/ 300 w 601"/>
                <a:gd name="T55" fmla="*/ 96 h 729"/>
                <a:gd name="T56" fmla="*/ 328 w 601"/>
                <a:gd name="T57" fmla="*/ 124 h 729"/>
                <a:gd name="T58" fmla="*/ 300 w 601"/>
                <a:gd name="T59" fmla="*/ 151 h 729"/>
                <a:gd name="T60" fmla="*/ 272 w 601"/>
                <a:gd name="T61" fmla="*/ 124 h 7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01" h="729">
                  <a:moveTo>
                    <a:pt x="471" y="699"/>
                  </a:moveTo>
                  <a:lnTo>
                    <a:pt x="471" y="699"/>
                  </a:lnTo>
                  <a:cubicBezTo>
                    <a:pt x="315" y="699"/>
                    <a:pt x="315" y="699"/>
                    <a:pt x="315" y="699"/>
                  </a:cubicBezTo>
                  <a:cubicBezTo>
                    <a:pt x="315" y="178"/>
                    <a:pt x="315" y="178"/>
                    <a:pt x="315" y="178"/>
                  </a:cubicBezTo>
                  <a:cubicBezTo>
                    <a:pt x="339" y="172"/>
                    <a:pt x="357" y="150"/>
                    <a:pt x="357" y="124"/>
                  </a:cubicBezTo>
                  <a:cubicBezTo>
                    <a:pt x="357" y="121"/>
                    <a:pt x="357" y="117"/>
                    <a:pt x="357" y="114"/>
                  </a:cubicBezTo>
                  <a:cubicBezTo>
                    <a:pt x="588" y="30"/>
                    <a:pt x="588" y="30"/>
                    <a:pt x="588" y="30"/>
                  </a:cubicBezTo>
                  <a:cubicBezTo>
                    <a:pt x="596" y="27"/>
                    <a:pt x="600" y="19"/>
                    <a:pt x="597" y="11"/>
                  </a:cubicBezTo>
                  <a:cubicBezTo>
                    <a:pt x="595" y="4"/>
                    <a:pt x="586" y="0"/>
                    <a:pt x="578" y="3"/>
                  </a:cubicBezTo>
                  <a:cubicBezTo>
                    <a:pt x="345" y="88"/>
                    <a:pt x="345" y="88"/>
                    <a:pt x="345" y="88"/>
                  </a:cubicBezTo>
                  <a:cubicBezTo>
                    <a:pt x="334" y="74"/>
                    <a:pt x="319" y="66"/>
                    <a:pt x="300" y="66"/>
                  </a:cubicBezTo>
                  <a:cubicBezTo>
                    <a:pt x="269" y="66"/>
                    <a:pt x="243" y="92"/>
                    <a:pt x="243" y="124"/>
                  </a:cubicBezTo>
                  <a:cubicBezTo>
                    <a:pt x="243" y="124"/>
                    <a:pt x="243" y="124"/>
                    <a:pt x="243" y="125"/>
                  </a:cubicBezTo>
                  <a:cubicBezTo>
                    <a:pt x="11" y="209"/>
                    <a:pt x="11" y="209"/>
                    <a:pt x="11" y="209"/>
                  </a:cubicBezTo>
                  <a:cubicBezTo>
                    <a:pt x="4" y="211"/>
                    <a:pt x="0" y="220"/>
                    <a:pt x="3" y="228"/>
                  </a:cubicBezTo>
                  <a:cubicBezTo>
                    <a:pt x="6" y="235"/>
                    <a:pt x="14" y="239"/>
                    <a:pt x="22" y="236"/>
                  </a:cubicBezTo>
                  <a:cubicBezTo>
                    <a:pt x="252" y="152"/>
                    <a:pt x="252" y="152"/>
                    <a:pt x="252" y="152"/>
                  </a:cubicBezTo>
                  <a:cubicBezTo>
                    <a:pt x="258" y="165"/>
                    <a:pt x="271" y="174"/>
                    <a:pt x="286" y="178"/>
                  </a:cubicBezTo>
                  <a:cubicBezTo>
                    <a:pt x="286" y="699"/>
                    <a:pt x="286" y="699"/>
                    <a:pt x="286" y="699"/>
                  </a:cubicBezTo>
                  <a:cubicBezTo>
                    <a:pt x="129" y="699"/>
                    <a:pt x="129" y="699"/>
                    <a:pt x="129" y="699"/>
                  </a:cubicBezTo>
                  <a:cubicBezTo>
                    <a:pt x="121" y="699"/>
                    <a:pt x="114" y="704"/>
                    <a:pt x="114" y="712"/>
                  </a:cubicBezTo>
                  <a:cubicBezTo>
                    <a:pt x="114" y="721"/>
                    <a:pt x="121" y="728"/>
                    <a:pt x="129" y="728"/>
                  </a:cubicBezTo>
                  <a:cubicBezTo>
                    <a:pt x="471" y="728"/>
                    <a:pt x="471" y="728"/>
                    <a:pt x="471" y="728"/>
                  </a:cubicBezTo>
                  <a:cubicBezTo>
                    <a:pt x="479" y="728"/>
                    <a:pt x="486" y="721"/>
                    <a:pt x="486" y="712"/>
                  </a:cubicBezTo>
                  <a:cubicBezTo>
                    <a:pt x="486" y="704"/>
                    <a:pt x="479" y="699"/>
                    <a:pt x="471" y="699"/>
                  </a:cubicBezTo>
                  <a:close/>
                  <a:moveTo>
                    <a:pt x="272" y="124"/>
                  </a:moveTo>
                  <a:lnTo>
                    <a:pt x="272" y="124"/>
                  </a:lnTo>
                  <a:cubicBezTo>
                    <a:pt x="272" y="108"/>
                    <a:pt x="284" y="96"/>
                    <a:pt x="300" y="96"/>
                  </a:cubicBezTo>
                  <a:cubicBezTo>
                    <a:pt x="316" y="96"/>
                    <a:pt x="328" y="108"/>
                    <a:pt x="328" y="124"/>
                  </a:cubicBezTo>
                  <a:cubicBezTo>
                    <a:pt x="328" y="139"/>
                    <a:pt x="316" y="151"/>
                    <a:pt x="300" y="151"/>
                  </a:cubicBezTo>
                  <a:cubicBezTo>
                    <a:pt x="284" y="151"/>
                    <a:pt x="272" y="139"/>
                    <a:pt x="272" y="1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54">
              <a:extLst>
                <a:ext uri="{FF2B5EF4-FFF2-40B4-BE49-F238E27FC236}">
                  <a16:creationId xmlns:a16="http://schemas.microsoft.com/office/drawing/2014/main" id="{33342878-5CBB-B68D-C5EE-3A43EA4E882B}"/>
                </a:ext>
              </a:extLst>
            </p:cNvPr>
            <p:cNvSpPr>
              <a:spLocks noChangeArrowheads="1"/>
            </p:cNvSpPr>
            <p:nvPr/>
          </p:nvSpPr>
          <p:spPr bwMode="auto">
            <a:xfrm>
              <a:off x="6307138" y="6543675"/>
              <a:ext cx="96837" cy="150813"/>
            </a:xfrm>
            <a:custGeom>
              <a:avLst/>
              <a:gdLst>
                <a:gd name="T0" fmla="*/ 269 w 271"/>
                <a:gd name="T1" fmla="*/ 302 h 417"/>
                <a:gd name="T2" fmla="*/ 269 w 271"/>
                <a:gd name="T3" fmla="*/ 302 h 417"/>
                <a:gd name="T4" fmla="*/ 269 w 271"/>
                <a:gd name="T5" fmla="*/ 302 h 417"/>
                <a:gd name="T6" fmla="*/ 269 w 271"/>
                <a:gd name="T7" fmla="*/ 300 h 417"/>
                <a:gd name="T8" fmla="*/ 265 w 271"/>
                <a:gd name="T9" fmla="*/ 277 h 417"/>
                <a:gd name="T10" fmla="*/ 265 w 271"/>
                <a:gd name="T11" fmla="*/ 277 h 417"/>
                <a:gd name="T12" fmla="*/ 166 w 271"/>
                <a:gd name="T13" fmla="*/ 20 h 417"/>
                <a:gd name="T14" fmla="*/ 148 w 271"/>
                <a:gd name="T15" fmla="*/ 1 h 417"/>
                <a:gd name="T16" fmla="*/ 138 w 271"/>
                <a:gd name="T17" fmla="*/ 0 h 417"/>
                <a:gd name="T18" fmla="*/ 111 w 271"/>
                <a:gd name="T19" fmla="*/ 19 h 417"/>
                <a:gd name="T20" fmla="*/ 110 w 271"/>
                <a:gd name="T21" fmla="*/ 20 h 417"/>
                <a:gd name="T22" fmla="*/ 59 w 271"/>
                <a:gd name="T23" fmla="*/ 148 h 417"/>
                <a:gd name="T24" fmla="*/ 5 w 271"/>
                <a:gd name="T25" fmla="*/ 279 h 417"/>
                <a:gd name="T26" fmla="*/ 0 w 271"/>
                <a:gd name="T27" fmla="*/ 300 h 417"/>
                <a:gd name="T28" fmla="*/ 0 w 271"/>
                <a:gd name="T29" fmla="*/ 300 h 417"/>
                <a:gd name="T30" fmla="*/ 0 w 271"/>
                <a:gd name="T31" fmla="*/ 300 h 417"/>
                <a:gd name="T32" fmla="*/ 0 w 271"/>
                <a:gd name="T33" fmla="*/ 302 h 417"/>
                <a:gd name="T34" fmla="*/ 0 w 271"/>
                <a:gd name="T35" fmla="*/ 302 h 417"/>
                <a:gd name="T36" fmla="*/ 0 w 271"/>
                <a:gd name="T37" fmla="*/ 305 h 417"/>
                <a:gd name="T38" fmla="*/ 8 w 271"/>
                <a:gd name="T39" fmla="*/ 333 h 417"/>
                <a:gd name="T40" fmla="*/ 20 w 271"/>
                <a:gd name="T41" fmla="*/ 327 h 417"/>
                <a:gd name="T42" fmla="*/ 8 w 271"/>
                <a:gd name="T43" fmla="*/ 333 h 417"/>
                <a:gd name="T44" fmla="*/ 60 w 271"/>
                <a:gd name="T45" fmla="*/ 392 h 417"/>
                <a:gd name="T46" fmla="*/ 134 w 271"/>
                <a:gd name="T47" fmla="*/ 416 h 417"/>
                <a:gd name="T48" fmla="*/ 210 w 271"/>
                <a:gd name="T49" fmla="*/ 392 h 417"/>
                <a:gd name="T50" fmla="*/ 261 w 271"/>
                <a:gd name="T51" fmla="*/ 335 h 417"/>
                <a:gd name="T52" fmla="*/ 270 w 271"/>
                <a:gd name="T53" fmla="*/ 305 h 417"/>
                <a:gd name="T54" fmla="*/ 269 w 271"/>
                <a:gd name="T55" fmla="*/ 302 h 417"/>
                <a:gd name="T56" fmla="*/ 85 w 271"/>
                <a:gd name="T57" fmla="*/ 159 h 417"/>
                <a:gd name="T58" fmla="*/ 85 w 271"/>
                <a:gd name="T59" fmla="*/ 159 h 417"/>
                <a:gd name="T60" fmla="*/ 138 w 271"/>
                <a:gd name="T61" fmla="*/ 29 h 417"/>
                <a:gd name="T62" fmla="*/ 138 w 271"/>
                <a:gd name="T63" fmla="*/ 30 h 417"/>
                <a:gd name="T64" fmla="*/ 237 w 271"/>
                <a:gd name="T65" fmla="*/ 287 h 417"/>
                <a:gd name="T66" fmla="*/ 237 w 271"/>
                <a:gd name="T67" fmla="*/ 287 h 417"/>
                <a:gd name="T68" fmla="*/ 33 w 271"/>
                <a:gd name="T69" fmla="*/ 287 h 417"/>
                <a:gd name="T70" fmla="*/ 85 w 271"/>
                <a:gd name="T71" fmla="*/ 159 h 417"/>
                <a:gd name="T72" fmla="*/ 193 w 271"/>
                <a:gd name="T73" fmla="*/ 368 h 417"/>
                <a:gd name="T74" fmla="*/ 193 w 271"/>
                <a:gd name="T75" fmla="*/ 368 h 417"/>
                <a:gd name="T76" fmla="*/ 134 w 271"/>
                <a:gd name="T77" fmla="*/ 386 h 417"/>
                <a:gd name="T78" fmla="*/ 77 w 271"/>
                <a:gd name="T79" fmla="*/ 368 h 417"/>
                <a:gd name="T80" fmla="*/ 34 w 271"/>
                <a:gd name="T81" fmla="*/ 320 h 417"/>
                <a:gd name="T82" fmla="*/ 34 w 271"/>
                <a:gd name="T83" fmla="*/ 320 h 417"/>
                <a:gd name="T84" fmla="*/ 33 w 271"/>
                <a:gd name="T85" fmla="*/ 317 h 417"/>
                <a:gd name="T86" fmla="*/ 237 w 271"/>
                <a:gd name="T87" fmla="*/ 317 h 417"/>
                <a:gd name="T88" fmla="*/ 234 w 271"/>
                <a:gd name="T89" fmla="*/ 321 h 417"/>
                <a:gd name="T90" fmla="*/ 193 w 271"/>
                <a:gd name="T91" fmla="*/ 368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71" h="417">
                  <a:moveTo>
                    <a:pt x="269" y="302"/>
                  </a:moveTo>
                  <a:lnTo>
                    <a:pt x="269" y="302"/>
                  </a:lnTo>
                  <a:lnTo>
                    <a:pt x="269" y="302"/>
                  </a:lnTo>
                  <a:lnTo>
                    <a:pt x="269" y="300"/>
                  </a:lnTo>
                  <a:cubicBezTo>
                    <a:pt x="269" y="292"/>
                    <a:pt x="267" y="285"/>
                    <a:pt x="265" y="277"/>
                  </a:cubicBezTo>
                  <a:lnTo>
                    <a:pt x="265" y="277"/>
                  </a:lnTo>
                  <a:cubicBezTo>
                    <a:pt x="166" y="20"/>
                    <a:pt x="166" y="20"/>
                    <a:pt x="166" y="20"/>
                  </a:cubicBezTo>
                  <a:cubicBezTo>
                    <a:pt x="163" y="12"/>
                    <a:pt x="156" y="4"/>
                    <a:pt x="148" y="1"/>
                  </a:cubicBezTo>
                  <a:cubicBezTo>
                    <a:pt x="144" y="0"/>
                    <a:pt x="141" y="0"/>
                    <a:pt x="138" y="0"/>
                  </a:cubicBezTo>
                  <a:cubicBezTo>
                    <a:pt x="126" y="0"/>
                    <a:pt x="115" y="7"/>
                    <a:pt x="111" y="19"/>
                  </a:cubicBezTo>
                  <a:cubicBezTo>
                    <a:pt x="110" y="19"/>
                    <a:pt x="110" y="19"/>
                    <a:pt x="110" y="20"/>
                  </a:cubicBezTo>
                  <a:cubicBezTo>
                    <a:pt x="93" y="70"/>
                    <a:pt x="75" y="108"/>
                    <a:pt x="59" y="148"/>
                  </a:cubicBezTo>
                  <a:cubicBezTo>
                    <a:pt x="41" y="188"/>
                    <a:pt x="23" y="228"/>
                    <a:pt x="5" y="279"/>
                  </a:cubicBezTo>
                  <a:cubicBezTo>
                    <a:pt x="2" y="285"/>
                    <a:pt x="1" y="292"/>
                    <a:pt x="0" y="300"/>
                  </a:cubicBezTo>
                  <a:lnTo>
                    <a:pt x="0" y="300"/>
                  </a:lnTo>
                  <a:lnTo>
                    <a:pt x="0" y="300"/>
                  </a:lnTo>
                  <a:cubicBezTo>
                    <a:pt x="0" y="302"/>
                    <a:pt x="0" y="302"/>
                    <a:pt x="0" y="302"/>
                  </a:cubicBezTo>
                  <a:lnTo>
                    <a:pt x="0" y="302"/>
                  </a:lnTo>
                  <a:cubicBezTo>
                    <a:pt x="0" y="303"/>
                    <a:pt x="0" y="303"/>
                    <a:pt x="0" y="305"/>
                  </a:cubicBezTo>
                  <a:cubicBezTo>
                    <a:pt x="0" y="314"/>
                    <a:pt x="2" y="324"/>
                    <a:pt x="8" y="333"/>
                  </a:cubicBezTo>
                  <a:cubicBezTo>
                    <a:pt x="20" y="327"/>
                    <a:pt x="20" y="327"/>
                    <a:pt x="20" y="327"/>
                  </a:cubicBezTo>
                  <a:cubicBezTo>
                    <a:pt x="8" y="333"/>
                    <a:pt x="8" y="333"/>
                    <a:pt x="8" y="333"/>
                  </a:cubicBezTo>
                  <a:cubicBezTo>
                    <a:pt x="20" y="357"/>
                    <a:pt x="38" y="377"/>
                    <a:pt x="60" y="392"/>
                  </a:cubicBezTo>
                  <a:cubicBezTo>
                    <a:pt x="81" y="406"/>
                    <a:pt x="107" y="416"/>
                    <a:pt x="134" y="416"/>
                  </a:cubicBezTo>
                  <a:cubicBezTo>
                    <a:pt x="162" y="416"/>
                    <a:pt x="188" y="406"/>
                    <a:pt x="210" y="392"/>
                  </a:cubicBezTo>
                  <a:cubicBezTo>
                    <a:pt x="230" y="377"/>
                    <a:pt x="248" y="358"/>
                    <a:pt x="261" y="335"/>
                  </a:cubicBezTo>
                  <a:cubicBezTo>
                    <a:pt x="266" y="324"/>
                    <a:pt x="270" y="314"/>
                    <a:pt x="270" y="305"/>
                  </a:cubicBezTo>
                  <a:cubicBezTo>
                    <a:pt x="270" y="303"/>
                    <a:pt x="269" y="303"/>
                    <a:pt x="269" y="302"/>
                  </a:cubicBezTo>
                  <a:close/>
                  <a:moveTo>
                    <a:pt x="85" y="159"/>
                  </a:moveTo>
                  <a:lnTo>
                    <a:pt x="85" y="159"/>
                  </a:lnTo>
                  <a:cubicBezTo>
                    <a:pt x="103" y="121"/>
                    <a:pt x="120" y="81"/>
                    <a:pt x="138" y="29"/>
                  </a:cubicBezTo>
                  <a:cubicBezTo>
                    <a:pt x="138" y="30"/>
                    <a:pt x="138" y="30"/>
                    <a:pt x="138" y="30"/>
                  </a:cubicBezTo>
                  <a:cubicBezTo>
                    <a:pt x="237" y="287"/>
                    <a:pt x="237" y="287"/>
                    <a:pt x="237" y="287"/>
                  </a:cubicBezTo>
                  <a:lnTo>
                    <a:pt x="237" y="287"/>
                  </a:lnTo>
                  <a:cubicBezTo>
                    <a:pt x="33" y="287"/>
                    <a:pt x="33" y="287"/>
                    <a:pt x="33" y="287"/>
                  </a:cubicBezTo>
                  <a:cubicBezTo>
                    <a:pt x="51" y="237"/>
                    <a:pt x="67" y="199"/>
                    <a:pt x="85" y="159"/>
                  </a:cubicBezTo>
                  <a:close/>
                  <a:moveTo>
                    <a:pt x="193" y="368"/>
                  </a:moveTo>
                  <a:lnTo>
                    <a:pt x="193" y="368"/>
                  </a:lnTo>
                  <a:cubicBezTo>
                    <a:pt x="175" y="380"/>
                    <a:pt x="156" y="386"/>
                    <a:pt x="134" y="386"/>
                  </a:cubicBezTo>
                  <a:cubicBezTo>
                    <a:pt x="114" y="386"/>
                    <a:pt x="93" y="379"/>
                    <a:pt x="77" y="368"/>
                  </a:cubicBezTo>
                  <a:cubicBezTo>
                    <a:pt x="59" y="355"/>
                    <a:pt x="44" y="339"/>
                    <a:pt x="34" y="320"/>
                  </a:cubicBezTo>
                  <a:lnTo>
                    <a:pt x="34" y="320"/>
                  </a:lnTo>
                  <a:cubicBezTo>
                    <a:pt x="33" y="318"/>
                    <a:pt x="33" y="317"/>
                    <a:pt x="33" y="317"/>
                  </a:cubicBezTo>
                  <a:cubicBezTo>
                    <a:pt x="237" y="317"/>
                    <a:pt x="237" y="317"/>
                    <a:pt x="237" y="317"/>
                  </a:cubicBezTo>
                  <a:cubicBezTo>
                    <a:pt x="236" y="318"/>
                    <a:pt x="236" y="320"/>
                    <a:pt x="234" y="321"/>
                  </a:cubicBezTo>
                  <a:cubicBezTo>
                    <a:pt x="225" y="340"/>
                    <a:pt x="210" y="357"/>
                    <a:pt x="193" y="3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55">
              <a:extLst>
                <a:ext uri="{FF2B5EF4-FFF2-40B4-BE49-F238E27FC236}">
                  <a16:creationId xmlns:a16="http://schemas.microsoft.com/office/drawing/2014/main" id="{A896E13B-3402-F76B-0F93-5CB6F0BAC781}"/>
                </a:ext>
              </a:extLst>
            </p:cNvPr>
            <p:cNvSpPr>
              <a:spLocks noChangeArrowheads="1"/>
            </p:cNvSpPr>
            <p:nvPr/>
          </p:nvSpPr>
          <p:spPr bwMode="auto">
            <a:xfrm>
              <a:off x="6157913" y="6597650"/>
              <a:ext cx="98425" cy="150813"/>
            </a:xfrm>
            <a:custGeom>
              <a:avLst/>
              <a:gdLst>
                <a:gd name="T0" fmla="*/ 261 w 272"/>
                <a:gd name="T1" fmla="*/ 335 h 417"/>
                <a:gd name="T2" fmla="*/ 261 w 272"/>
                <a:gd name="T3" fmla="*/ 335 h 417"/>
                <a:gd name="T4" fmla="*/ 271 w 272"/>
                <a:gd name="T5" fmla="*/ 305 h 417"/>
                <a:gd name="T6" fmla="*/ 271 w 272"/>
                <a:gd name="T7" fmla="*/ 302 h 417"/>
                <a:gd name="T8" fmla="*/ 271 w 272"/>
                <a:gd name="T9" fmla="*/ 302 h 417"/>
                <a:gd name="T10" fmla="*/ 271 w 272"/>
                <a:gd name="T11" fmla="*/ 301 h 417"/>
                <a:gd name="T12" fmla="*/ 271 w 272"/>
                <a:gd name="T13" fmla="*/ 301 h 417"/>
                <a:gd name="T14" fmla="*/ 271 w 272"/>
                <a:gd name="T15" fmla="*/ 301 h 417"/>
                <a:gd name="T16" fmla="*/ 265 w 272"/>
                <a:gd name="T17" fmla="*/ 278 h 417"/>
                <a:gd name="T18" fmla="*/ 265 w 272"/>
                <a:gd name="T19" fmla="*/ 278 h 417"/>
                <a:gd name="T20" fmla="*/ 167 w 272"/>
                <a:gd name="T21" fmla="*/ 21 h 417"/>
                <a:gd name="T22" fmla="*/ 149 w 272"/>
                <a:gd name="T23" fmla="*/ 2 h 417"/>
                <a:gd name="T24" fmla="*/ 139 w 272"/>
                <a:gd name="T25" fmla="*/ 0 h 417"/>
                <a:gd name="T26" fmla="*/ 112 w 272"/>
                <a:gd name="T27" fmla="*/ 20 h 417"/>
                <a:gd name="T28" fmla="*/ 110 w 272"/>
                <a:gd name="T29" fmla="*/ 21 h 417"/>
                <a:gd name="T30" fmla="*/ 59 w 272"/>
                <a:gd name="T31" fmla="*/ 149 h 417"/>
                <a:gd name="T32" fmla="*/ 6 w 272"/>
                <a:gd name="T33" fmla="*/ 279 h 417"/>
                <a:gd name="T34" fmla="*/ 2 w 272"/>
                <a:gd name="T35" fmla="*/ 301 h 417"/>
                <a:gd name="T36" fmla="*/ 0 w 272"/>
                <a:gd name="T37" fmla="*/ 302 h 417"/>
                <a:gd name="T38" fmla="*/ 0 w 272"/>
                <a:gd name="T39" fmla="*/ 302 h 417"/>
                <a:gd name="T40" fmla="*/ 0 w 272"/>
                <a:gd name="T41" fmla="*/ 305 h 417"/>
                <a:gd name="T42" fmla="*/ 9 w 272"/>
                <a:gd name="T43" fmla="*/ 334 h 417"/>
                <a:gd name="T44" fmla="*/ 9 w 272"/>
                <a:gd name="T45" fmla="*/ 334 h 417"/>
                <a:gd name="T46" fmla="*/ 9 w 272"/>
                <a:gd name="T47" fmla="*/ 334 h 417"/>
                <a:gd name="T48" fmla="*/ 9 w 272"/>
                <a:gd name="T49" fmla="*/ 334 h 417"/>
                <a:gd name="T50" fmla="*/ 9 w 272"/>
                <a:gd name="T51" fmla="*/ 334 h 417"/>
                <a:gd name="T52" fmla="*/ 61 w 272"/>
                <a:gd name="T53" fmla="*/ 393 h 417"/>
                <a:gd name="T54" fmla="*/ 136 w 272"/>
                <a:gd name="T55" fmla="*/ 416 h 417"/>
                <a:gd name="T56" fmla="*/ 210 w 272"/>
                <a:gd name="T57" fmla="*/ 393 h 417"/>
                <a:gd name="T58" fmla="*/ 261 w 272"/>
                <a:gd name="T59" fmla="*/ 335 h 417"/>
                <a:gd name="T60" fmla="*/ 86 w 272"/>
                <a:gd name="T61" fmla="*/ 161 h 417"/>
                <a:gd name="T62" fmla="*/ 86 w 272"/>
                <a:gd name="T63" fmla="*/ 161 h 417"/>
                <a:gd name="T64" fmla="*/ 139 w 272"/>
                <a:gd name="T65" fmla="*/ 29 h 417"/>
                <a:gd name="T66" fmla="*/ 139 w 272"/>
                <a:gd name="T67" fmla="*/ 31 h 417"/>
                <a:gd name="T68" fmla="*/ 238 w 272"/>
                <a:gd name="T69" fmla="*/ 287 h 417"/>
                <a:gd name="T70" fmla="*/ 238 w 272"/>
                <a:gd name="T71" fmla="*/ 287 h 417"/>
                <a:gd name="T72" fmla="*/ 35 w 272"/>
                <a:gd name="T73" fmla="*/ 287 h 417"/>
                <a:gd name="T74" fmla="*/ 86 w 272"/>
                <a:gd name="T75" fmla="*/ 161 h 417"/>
                <a:gd name="T76" fmla="*/ 136 w 272"/>
                <a:gd name="T77" fmla="*/ 386 h 417"/>
                <a:gd name="T78" fmla="*/ 136 w 272"/>
                <a:gd name="T79" fmla="*/ 386 h 417"/>
                <a:gd name="T80" fmla="*/ 77 w 272"/>
                <a:gd name="T81" fmla="*/ 368 h 417"/>
                <a:gd name="T82" fmla="*/ 35 w 272"/>
                <a:gd name="T83" fmla="*/ 320 h 417"/>
                <a:gd name="T84" fmla="*/ 22 w 272"/>
                <a:gd name="T85" fmla="*/ 327 h 417"/>
                <a:gd name="T86" fmla="*/ 35 w 272"/>
                <a:gd name="T87" fmla="*/ 320 h 417"/>
                <a:gd name="T88" fmla="*/ 33 w 272"/>
                <a:gd name="T89" fmla="*/ 318 h 417"/>
                <a:gd name="T90" fmla="*/ 238 w 272"/>
                <a:gd name="T91" fmla="*/ 318 h 417"/>
                <a:gd name="T92" fmla="*/ 237 w 272"/>
                <a:gd name="T93" fmla="*/ 322 h 417"/>
                <a:gd name="T94" fmla="*/ 194 w 272"/>
                <a:gd name="T95" fmla="*/ 368 h 417"/>
                <a:gd name="T96" fmla="*/ 136 w 272"/>
                <a:gd name="T97" fmla="*/ 386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72" h="417">
                  <a:moveTo>
                    <a:pt x="261" y="335"/>
                  </a:moveTo>
                  <a:lnTo>
                    <a:pt x="261" y="335"/>
                  </a:lnTo>
                  <a:cubicBezTo>
                    <a:pt x="267" y="326"/>
                    <a:pt x="271" y="315"/>
                    <a:pt x="271" y="305"/>
                  </a:cubicBezTo>
                  <a:cubicBezTo>
                    <a:pt x="271" y="304"/>
                    <a:pt x="271" y="304"/>
                    <a:pt x="271" y="302"/>
                  </a:cubicBezTo>
                  <a:lnTo>
                    <a:pt x="271" y="302"/>
                  </a:lnTo>
                  <a:cubicBezTo>
                    <a:pt x="271" y="302"/>
                    <a:pt x="271" y="302"/>
                    <a:pt x="271" y="301"/>
                  </a:cubicBezTo>
                  <a:lnTo>
                    <a:pt x="271" y="301"/>
                  </a:lnTo>
                  <a:lnTo>
                    <a:pt x="271" y="301"/>
                  </a:lnTo>
                  <a:cubicBezTo>
                    <a:pt x="269" y="293"/>
                    <a:pt x="268" y="286"/>
                    <a:pt x="265" y="278"/>
                  </a:cubicBezTo>
                  <a:lnTo>
                    <a:pt x="265" y="278"/>
                  </a:lnTo>
                  <a:cubicBezTo>
                    <a:pt x="167" y="21"/>
                    <a:pt x="167" y="21"/>
                    <a:pt x="167" y="21"/>
                  </a:cubicBezTo>
                  <a:cubicBezTo>
                    <a:pt x="164" y="13"/>
                    <a:pt x="158" y="5"/>
                    <a:pt x="149" y="2"/>
                  </a:cubicBezTo>
                  <a:cubicBezTo>
                    <a:pt x="146" y="0"/>
                    <a:pt x="142" y="0"/>
                    <a:pt x="139" y="0"/>
                  </a:cubicBezTo>
                  <a:cubicBezTo>
                    <a:pt x="127" y="0"/>
                    <a:pt x="116" y="7"/>
                    <a:pt x="112" y="20"/>
                  </a:cubicBezTo>
                  <a:cubicBezTo>
                    <a:pt x="112" y="20"/>
                    <a:pt x="112" y="21"/>
                    <a:pt x="110" y="21"/>
                  </a:cubicBezTo>
                  <a:cubicBezTo>
                    <a:pt x="94" y="70"/>
                    <a:pt x="76" y="109"/>
                    <a:pt x="59" y="149"/>
                  </a:cubicBezTo>
                  <a:cubicBezTo>
                    <a:pt x="42" y="189"/>
                    <a:pt x="24" y="228"/>
                    <a:pt x="6" y="279"/>
                  </a:cubicBezTo>
                  <a:cubicBezTo>
                    <a:pt x="3" y="287"/>
                    <a:pt x="2" y="293"/>
                    <a:pt x="2" y="301"/>
                  </a:cubicBezTo>
                  <a:lnTo>
                    <a:pt x="0" y="302"/>
                  </a:lnTo>
                  <a:lnTo>
                    <a:pt x="0" y="302"/>
                  </a:lnTo>
                  <a:cubicBezTo>
                    <a:pt x="0" y="304"/>
                    <a:pt x="0" y="304"/>
                    <a:pt x="0" y="305"/>
                  </a:cubicBezTo>
                  <a:cubicBezTo>
                    <a:pt x="0" y="315"/>
                    <a:pt x="5" y="324"/>
                    <a:pt x="9" y="334"/>
                  </a:cubicBezTo>
                  <a:lnTo>
                    <a:pt x="9" y="334"/>
                  </a:lnTo>
                  <a:lnTo>
                    <a:pt x="9" y="334"/>
                  </a:lnTo>
                  <a:lnTo>
                    <a:pt x="9" y="334"/>
                  </a:lnTo>
                  <a:lnTo>
                    <a:pt x="9" y="334"/>
                  </a:lnTo>
                  <a:cubicBezTo>
                    <a:pt x="21" y="357"/>
                    <a:pt x="39" y="378"/>
                    <a:pt x="61" y="393"/>
                  </a:cubicBezTo>
                  <a:cubicBezTo>
                    <a:pt x="83" y="407"/>
                    <a:pt x="107" y="416"/>
                    <a:pt x="136" y="416"/>
                  </a:cubicBezTo>
                  <a:cubicBezTo>
                    <a:pt x="164" y="416"/>
                    <a:pt x="188" y="408"/>
                    <a:pt x="210" y="393"/>
                  </a:cubicBezTo>
                  <a:cubicBezTo>
                    <a:pt x="231" y="379"/>
                    <a:pt x="249" y="359"/>
                    <a:pt x="261" y="335"/>
                  </a:cubicBezTo>
                  <a:close/>
                  <a:moveTo>
                    <a:pt x="86" y="161"/>
                  </a:moveTo>
                  <a:lnTo>
                    <a:pt x="86" y="161"/>
                  </a:lnTo>
                  <a:cubicBezTo>
                    <a:pt x="103" y="121"/>
                    <a:pt x="121" y="81"/>
                    <a:pt x="139" y="29"/>
                  </a:cubicBezTo>
                  <a:cubicBezTo>
                    <a:pt x="139" y="31"/>
                    <a:pt x="139" y="31"/>
                    <a:pt x="139" y="31"/>
                  </a:cubicBezTo>
                  <a:cubicBezTo>
                    <a:pt x="238" y="287"/>
                    <a:pt x="238" y="287"/>
                    <a:pt x="238" y="287"/>
                  </a:cubicBezTo>
                  <a:lnTo>
                    <a:pt x="238" y="287"/>
                  </a:lnTo>
                  <a:cubicBezTo>
                    <a:pt x="35" y="287"/>
                    <a:pt x="35" y="287"/>
                    <a:pt x="35" y="287"/>
                  </a:cubicBezTo>
                  <a:cubicBezTo>
                    <a:pt x="51" y="238"/>
                    <a:pt x="69" y="200"/>
                    <a:pt x="86" y="161"/>
                  </a:cubicBezTo>
                  <a:close/>
                  <a:moveTo>
                    <a:pt x="136" y="386"/>
                  </a:moveTo>
                  <a:lnTo>
                    <a:pt x="136" y="386"/>
                  </a:lnTo>
                  <a:cubicBezTo>
                    <a:pt x="114" y="386"/>
                    <a:pt x="94" y="381"/>
                    <a:pt x="77" y="368"/>
                  </a:cubicBezTo>
                  <a:cubicBezTo>
                    <a:pt x="59" y="357"/>
                    <a:pt x="46" y="340"/>
                    <a:pt x="35" y="320"/>
                  </a:cubicBezTo>
                  <a:cubicBezTo>
                    <a:pt x="22" y="327"/>
                    <a:pt x="22" y="327"/>
                    <a:pt x="22" y="327"/>
                  </a:cubicBezTo>
                  <a:cubicBezTo>
                    <a:pt x="35" y="320"/>
                    <a:pt x="35" y="320"/>
                    <a:pt x="35" y="320"/>
                  </a:cubicBezTo>
                  <a:cubicBezTo>
                    <a:pt x="35" y="319"/>
                    <a:pt x="33" y="318"/>
                    <a:pt x="33" y="318"/>
                  </a:cubicBezTo>
                  <a:cubicBezTo>
                    <a:pt x="238" y="318"/>
                    <a:pt x="238" y="318"/>
                    <a:pt x="238" y="318"/>
                  </a:cubicBezTo>
                  <a:cubicBezTo>
                    <a:pt x="238" y="319"/>
                    <a:pt x="237" y="320"/>
                    <a:pt x="237" y="322"/>
                  </a:cubicBezTo>
                  <a:cubicBezTo>
                    <a:pt x="226" y="341"/>
                    <a:pt x="210" y="357"/>
                    <a:pt x="194" y="368"/>
                  </a:cubicBezTo>
                  <a:cubicBezTo>
                    <a:pt x="176" y="381"/>
                    <a:pt x="157" y="386"/>
                    <a:pt x="136" y="3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71" name="Group 695">
            <a:extLst>
              <a:ext uri="{FF2B5EF4-FFF2-40B4-BE49-F238E27FC236}">
                <a16:creationId xmlns:a16="http://schemas.microsoft.com/office/drawing/2014/main" id="{313EA908-B42A-045C-909C-FFCA48FD356A}"/>
              </a:ext>
            </a:extLst>
          </p:cNvPr>
          <p:cNvGrpSpPr/>
          <p:nvPr/>
        </p:nvGrpSpPr>
        <p:grpSpPr>
          <a:xfrm>
            <a:off x="10022451" y="4179515"/>
            <a:ext cx="254000" cy="242887"/>
            <a:chOff x="3848806" y="354689"/>
            <a:chExt cx="254000" cy="242887"/>
          </a:xfrm>
          <a:solidFill>
            <a:schemeClr val="accent4"/>
          </a:solidFill>
        </p:grpSpPr>
        <p:sp>
          <p:nvSpPr>
            <p:cNvPr id="672" name="Freeform 52">
              <a:extLst>
                <a:ext uri="{FF2B5EF4-FFF2-40B4-BE49-F238E27FC236}">
                  <a16:creationId xmlns:a16="http://schemas.microsoft.com/office/drawing/2014/main" id="{E557327A-C808-37ED-269F-1CDA093E6556}"/>
                </a:ext>
              </a:extLst>
            </p:cNvPr>
            <p:cNvSpPr>
              <a:spLocks noChangeArrowheads="1"/>
            </p:cNvSpPr>
            <p:nvPr/>
          </p:nvSpPr>
          <p:spPr bwMode="auto">
            <a:xfrm>
              <a:off x="3995992" y="383071"/>
              <a:ext cx="74613" cy="74612"/>
            </a:xfrm>
            <a:custGeom>
              <a:avLst/>
              <a:gdLst>
                <a:gd name="T0" fmla="*/ 206 w 208"/>
                <a:gd name="T1" fmla="*/ 10 h 208"/>
                <a:gd name="T2" fmla="*/ 206 w 208"/>
                <a:gd name="T3" fmla="*/ 10 h 208"/>
                <a:gd name="T4" fmla="*/ 198 w 208"/>
                <a:gd name="T5" fmla="*/ 1 h 208"/>
                <a:gd name="T6" fmla="*/ 192 w 208"/>
                <a:gd name="T7" fmla="*/ 0 h 208"/>
                <a:gd name="T8" fmla="*/ 192 w 208"/>
                <a:gd name="T9" fmla="*/ 0 h 208"/>
                <a:gd name="T10" fmla="*/ 75 w 208"/>
                <a:gd name="T11" fmla="*/ 0 h 208"/>
                <a:gd name="T12" fmla="*/ 60 w 208"/>
                <a:gd name="T13" fmla="*/ 15 h 208"/>
                <a:gd name="T14" fmla="*/ 75 w 208"/>
                <a:gd name="T15" fmla="*/ 30 h 208"/>
                <a:gd name="T16" fmla="*/ 156 w 208"/>
                <a:gd name="T17" fmla="*/ 30 h 208"/>
                <a:gd name="T18" fmla="*/ 7 w 208"/>
                <a:gd name="T19" fmla="*/ 180 h 208"/>
                <a:gd name="T20" fmla="*/ 7 w 208"/>
                <a:gd name="T21" fmla="*/ 201 h 208"/>
                <a:gd name="T22" fmla="*/ 27 w 208"/>
                <a:gd name="T23" fmla="*/ 201 h 208"/>
                <a:gd name="T24" fmla="*/ 177 w 208"/>
                <a:gd name="T25" fmla="*/ 51 h 208"/>
                <a:gd name="T26" fmla="*/ 177 w 208"/>
                <a:gd name="T27" fmla="*/ 132 h 208"/>
                <a:gd name="T28" fmla="*/ 192 w 208"/>
                <a:gd name="T29" fmla="*/ 147 h 208"/>
                <a:gd name="T30" fmla="*/ 207 w 208"/>
                <a:gd name="T31" fmla="*/ 132 h 208"/>
                <a:gd name="T32" fmla="*/ 207 w 208"/>
                <a:gd name="T33" fmla="*/ 15 h 208"/>
                <a:gd name="T34" fmla="*/ 207 w 208"/>
                <a:gd name="T35" fmla="*/ 15 h 208"/>
                <a:gd name="T36" fmla="*/ 206 w 208"/>
                <a:gd name="T37" fmla="*/ 1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208" h="208">
                  <a:moveTo>
                    <a:pt x="206" y="10"/>
                  </a:moveTo>
                  <a:lnTo>
                    <a:pt x="206" y="10"/>
                  </a:lnTo>
                  <a:cubicBezTo>
                    <a:pt x="204" y="6"/>
                    <a:pt x="202" y="3"/>
                    <a:pt x="198" y="1"/>
                  </a:cubicBezTo>
                  <a:cubicBezTo>
                    <a:pt x="196" y="0"/>
                    <a:pt x="193" y="0"/>
                    <a:pt x="192" y="0"/>
                  </a:cubicBezTo>
                  <a:lnTo>
                    <a:pt x="192" y="0"/>
                  </a:lnTo>
                  <a:cubicBezTo>
                    <a:pt x="75" y="0"/>
                    <a:pt x="75" y="0"/>
                    <a:pt x="75" y="0"/>
                  </a:cubicBezTo>
                  <a:cubicBezTo>
                    <a:pt x="67" y="0"/>
                    <a:pt x="60" y="7"/>
                    <a:pt x="60" y="15"/>
                  </a:cubicBezTo>
                  <a:cubicBezTo>
                    <a:pt x="60" y="23"/>
                    <a:pt x="67" y="30"/>
                    <a:pt x="75" y="30"/>
                  </a:cubicBezTo>
                  <a:cubicBezTo>
                    <a:pt x="156" y="30"/>
                    <a:pt x="156" y="30"/>
                    <a:pt x="156" y="30"/>
                  </a:cubicBezTo>
                  <a:cubicBezTo>
                    <a:pt x="7" y="180"/>
                    <a:pt x="7" y="180"/>
                    <a:pt x="7" y="180"/>
                  </a:cubicBezTo>
                  <a:cubicBezTo>
                    <a:pt x="0" y="187"/>
                    <a:pt x="0" y="195"/>
                    <a:pt x="7" y="201"/>
                  </a:cubicBezTo>
                  <a:cubicBezTo>
                    <a:pt x="12" y="207"/>
                    <a:pt x="21" y="207"/>
                    <a:pt x="27" y="201"/>
                  </a:cubicBezTo>
                  <a:cubicBezTo>
                    <a:pt x="177" y="51"/>
                    <a:pt x="177" y="51"/>
                    <a:pt x="177" y="51"/>
                  </a:cubicBezTo>
                  <a:cubicBezTo>
                    <a:pt x="177" y="132"/>
                    <a:pt x="177" y="132"/>
                    <a:pt x="177" y="132"/>
                  </a:cubicBezTo>
                  <a:cubicBezTo>
                    <a:pt x="177" y="140"/>
                    <a:pt x="184" y="147"/>
                    <a:pt x="192" y="147"/>
                  </a:cubicBezTo>
                  <a:cubicBezTo>
                    <a:pt x="200" y="147"/>
                    <a:pt x="207" y="140"/>
                    <a:pt x="207" y="132"/>
                  </a:cubicBezTo>
                  <a:cubicBezTo>
                    <a:pt x="207" y="15"/>
                    <a:pt x="207" y="15"/>
                    <a:pt x="207" y="15"/>
                  </a:cubicBezTo>
                  <a:lnTo>
                    <a:pt x="207" y="15"/>
                  </a:lnTo>
                  <a:cubicBezTo>
                    <a:pt x="207" y="12"/>
                    <a:pt x="206" y="11"/>
                    <a:pt x="206"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397">
              <a:extLst>
                <a:ext uri="{FF2B5EF4-FFF2-40B4-BE49-F238E27FC236}">
                  <a16:creationId xmlns:a16="http://schemas.microsoft.com/office/drawing/2014/main" id="{AA75956A-F95C-B34E-1E3D-2EA869484982}"/>
                </a:ext>
              </a:extLst>
            </p:cNvPr>
            <p:cNvSpPr>
              <a:spLocks noChangeArrowheads="1"/>
            </p:cNvSpPr>
            <p:nvPr/>
          </p:nvSpPr>
          <p:spPr bwMode="auto">
            <a:xfrm>
              <a:off x="3848806" y="354689"/>
              <a:ext cx="254000" cy="242887"/>
            </a:xfrm>
            <a:custGeom>
              <a:avLst/>
              <a:gdLst>
                <a:gd name="T0" fmla="*/ 659 w 704"/>
                <a:gd name="T1" fmla="*/ 0 h 675"/>
                <a:gd name="T2" fmla="*/ 659 w 704"/>
                <a:gd name="T3" fmla="*/ 0 h 675"/>
                <a:gd name="T4" fmla="*/ 44 w 704"/>
                <a:gd name="T5" fmla="*/ 0 h 675"/>
                <a:gd name="T6" fmla="*/ 0 w 704"/>
                <a:gd name="T7" fmla="*/ 44 h 675"/>
                <a:gd name="T8" fmla="*/ 0 w 704"/>
                <a:gd name="T9" fmla="*/ 512 h 675"/>
                <a:gd name="T10" fmla="*/ 44 w 704"/>
                <a:gd name="T11" fmla="*/ 556 h 675"/>
                <a:gd name="T12" fmla="*/ 264 w 704"/>
                <a:gd name="T13" fmla="*/ 556 h 675"/>
                <a:gd name="T14" fmla="*/ 264 w 704"/>
                <a:gd name="T15" fmla="*/ 644 h 675"/>
                <a:gd name="T16" fmla="*/ 190 w 704"/>
                <a:gd name="T17" fmla="*/ 644 h 675"/>
                <a:gd name="T18" fmla="*/ 176 w 704"/>
                <a:gd name="T19" fmla="*/ 659 h 675"/>
                <a:gd name="T20" fmla="*/ 190 w 704"/>
                <a:gd name="T21" fmla="*/ 674 h 675"/>
                <a:gd name="T22" fmla="*/ 278 w 704"/>
                <a:gd name="T23" fmla="*/ 674 h 675"/>
                <a:gd name="T24" fmla="*/ 425 w 704"/>
                <a:gd name="T25" fmla="*/ 674 h 675"/>
                <a:gd name="T26" fmla="*/ 512 w 704"/>
                <a:gd name="T27" fmla="*/ 674 h 675"/>
                <a:gd name="T28" fmla="*/ 527 w 704"/>
                <a:gd name="T29" fmla="*/ 659 h 675"/>
                <a:gd name="T30" fmla="*/ 512 w 704"/>
                <a:gd name="T31" fmla="*/ 644 h 675"/>
                <a:gd name="T32" fmla="*/ 440 w 704"/>
                <a:gd name="T33" fmla="*/ 644 h 675"/>
                <a:gd name="T34" fmla="*/ 440 w 704"/>
                <a:gd name="T35" fmla="*/ 556 h 675"/>
                <a:gd name="T36" fmla="*/ 659 w 704"/>
                <a:gd name="T37" fmla="*/ 556 h 675"/>
                <a:gd name="T38" fmla="*/ 703 w 704"/>
                <a:gd name="T39" fmla="*/ 512 h 675"/>
                <a:gd name="T40" fmla="*/ 703 w 704"/>
                <a:gd name="T41" fmla="*/ 454 h 675"/>
                <a:gd name="T42" fmla="*/ 703 w 704"/>
                <a:gd name="T43" fmla="*/ 454 h 675"/>
                <a:gd name="T44" fmla="*/ 703 w 704"/>
                <a:gd name="T45" fmla="*/ 454 h 675"/>
                <a:gd name="T46" fmla="*/ 703 w 704"/>
                <a:gd name="T47" fmla="*/ 44 h 675"/>
                <a:gd name="T48" fmla="*/ 659 w 704"/>
                <a:gd name="T49" fmla="*/ 0 h 675"/>
                <a:gd name="T50" fmla="*/ 44 w 704"/>
                <a:gd name="T51" fmla="*/ 29 h 675"/>
                <a:gd name="T52" fmla="*/ 44 w 704"/>
                <a:gd name="T53" fmla="*/ 29 h 675"/>
                <a:gd name="T54" fmla="*/ 659 w 704"/>
                <a:gd name="T55" fmla="*/ 29 h 675"/>
                <a:gd name="T56" fmla="*/ 673 w 704"/>
                <a:gd name="T57" fmla="*/ 44 h 675"/>
                <a:gd name="T58" fmla="*/ 673 w 704"/>
                <a:gd name="T59" fmla="*/ 439 h 675"/>
                <a:gd name="T60" fmla="*/ 29 w 704"/>
                <a:gd name="T61" fmla="*/ 439 h 675"/>
                <a:gd name="T62" fmla="*/ 29 w 704"/>
                <a:gd name="T63" fmla="*/ 44 h 675"/>
                <a:gd name="T64" fmla="*/ 44 w 704"/>
                <a:gd name="T65" fmla="*/ 29 h 675"/>
                <a:gd name="T66" fmla="*/ 409 w 704"/>
                <a:gd name="T67" fmla="*/ 644 h 675"/>
                <a:gd name="T68" fmla="*/ 409 w 704"/>
                <a:gd name="T69" fmla="*/ 644 h 675"/>
                <a:gd name="T70" fmla="*/ 293 w 704"/>
                <a:gd name="T71" fmla="*/ 644 h 675"/>
                <a:gd name="T72" fmla="*/ 293 w 704"/>
                <a:gd name="T73" fmla="*/ 556 h 675"/>
                <a:gd name="T74" fmla="*/ 409 w 704"/>
                <a:gd name="T75" fmla="*/ 556 h 675"/>
                <a:gd name="T76" fmla="*/ 409 w 704"/>
                <a:gd name="T77" fmla="*/ 644 h 675"/>
                <a:gd name="T78" fmla="*/ 659 w 704"/>
                <a:gd name="T79" fmla="*/ 527 h 675"/>
                <a:gd name="T80" fmla="*/ 659 w 704"/>
                <a:gd name="T81" fmla="*/ 527 h 675"/>
                <a:gd name="T82" fmla="*/ 425 w 704"/>
                <a:gd name="T83" fmla="*/ 527 h 675"/>
                <a:gd name="T84" fmla="*/ 278 w 704"/>
                <a:gd name="T85" fmla="*/ 527 h 675"/>
                <a:gd name="T86" fmla="*/ 44 w 704"/>
                <a:gd name="T87" fmla="*/ 527 h 675"/>
                <a:gd name="T88" fmla="*/ 29 w 704"/>
                <a:gd name="T89" fmla="*/ 512 h 675"/>
                <a:gd name="T90" fmla="*/ 29 w 704"/>
                <a:gd name="T91" fmla="*/ 468 h 675"/>
                <a:gd name="T92" fmla="*/ 673 w 704"/>
                <a:gd name="T93" fmla="*/ 468 h 675"/>
                <a:gd name="T94" fmla="*/ 673 w 704"/>
                <a:gd name="T95" fmla="*/ 512 h 675"/>
                <a:gd name="T96" fmla="*/ 659 w 704"/>
                <a:gd name="T97" fmla="*/ 527 h 6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04" h="675">
                  <a:moveTo>
                    <a:pt x="659" y="0"/>
                  </a:moveTo>
                  <a:lnTo>
                    <a:pt x="659" y="0"/>
                  </a:lnTo>
                  <a:cubicBezTo>
                    <a:pt x="44" y="0"/>
                    <a:pt x="44" y="0"/>
                    <a:pt x="44" y="0"/>
                  </a:cubicBezTo>
                  <a:cubicBezTo>
                    <a:pt x="20" y="0"/>
                    <a:pt x="0" y="19"/>
                    <a:pt x="0" y="44"/>
                  </a:cubicBezTo>
                  <a:cubicBezTo>
                    <a:pt x="0" y="512"/>
                    <a:pt x="0" y="512"/>
                    <a:pt x="0" y="512"/>
                  </a:cubicBezTo>
                  <a:cubicBezTo>
                    <a:pt x="0" y="537"/>
                    <a:pt x="20" y="556"/>
                    <a:pt x="44" y="556"/>
                  </a:cubicBezTo>
                  <a:cubicBezTo>
                    <a:pt x="264" y="556"/>
                    <a:pt x="264" y="556"/>
                    <a:pt x="264" y="556"/>
                  </a:cubicBezTo>
                  <a:cubicBezTo>
                    <a:pt x="264" y="644"/>
                    <a:pt x="264" y="644"/>
                    <a:pt x="264" y="644"/>
                  </a:cubicBezTo>
                  <a:cubicBezTo>
                    <a:pt x="190" y="644"/>
                    <a:pt x="190" y="644"/>
                    <a:pt x="190" y="644"/>
                  </a:cubicBezTo>
                  <a:cubicBezTo>
                    <a:pt x="182" y="644"/>
                    <a:pt x="176" y="651"/>
                    <a:pt x="176" y="659"/>
                  </a:cubicBezTo>
                  <a:cubicBezTo>
                    <a:pt x="176" y="667"/>
                    <a:pt x="182" y="674"/>
                    <a:pt x="190" y="674"/>
                  </a:cubicBezTo>
                  <a:cubicBezTo>
                    <a:pt x="278" y="674"/>
                    <a:pt x="278" y="674"/>
                    <a:pt x="278" y="674"/>
                  </a:cubicBezTo>
                  <a:cubicBezTo>
                    <a:pt x="425" y="674"/>
                    <a:pt x="425" y="674"/>
                    <a:pt x="425" y="674"/>
                  </a:cubicBezTo>
                  <a:cubicBezTo>
                    <a:pt x="512" y="674"/>
                    <a:pt x="512" y="674"/>
                    <a:pt x="512" y="674"/>
                  </a:cubicBezTo>
                  <a:cubicBezTo>
                    <a:pt x="521" y="674"/>
                    <a:pt x="527" y="667"/>
                    <a:pt x="527" y="659"/>
                  </a:cubicBezTo>
                  <a:cubicBezTo>
                    <a:pt x="527" y="651"/>
                    <a:pt x="521" y="644"/>
                    <a:pt x="512" y="644"/>
                  </a:cubicBezTo>
                  <a:cubicBezTo>
                    <a:pt x="440" y="644"/>
                    <a:pt x="440" y="644"/>
                    <a:pt x="440" y="644"/>
                  </a:cubicBezTo>
                  <a:cubicBezTo>
                    <a:pt x="440" y="556"/>
                    <a:pt x="440" y="556"/>
                    <a:pt x="440" y="556"/>
                  </a:cubicBezTo>
                  <a:cubicBezTo>
                    <a:pt x="659" y="556"/>
                    <a:pt x="659" y="556"/>
                    <a:pt x="659" y="556"/>
                  </a:cubicBezTo>
                  <a:cubicBezTo>
                    <a:pt x="683" y="556"/>
                    <a:pt x="703" y="537"/>
                    <a:pt x="703" y="512"/>
                  </a:cubicBezTo>
                  <a:cubicBezTo>
                    <a:pt x="703" y="454"/>
                    <a:pt x="703" y="454"/>
                    <a:pt x="703" y="454"/>
                  </a:cubicBezTo>
                  <a:lnTo>
                    <a:pt x="703" y="454"/>
                  </a:lnTo>
                  <a:lnTo>
                    <a:pt x="703" y="454"/>
                  </a:lnTo>
                  <a:cubicBezTo>
                    <a:pt x="703" y="44"/>
                    <a:pt x="703" y="44"/>
                    <a:pt x="703" y="44"/>
                  </a:cubicBezTo>
                  <a:cubicBezTo>
                    <a:pt x="703" y="19"/>
                    <a:pt x="683" y="0"/>
                    <a:pt x="659" y="0"/>
                  </a:cubicBezTo>
                  <a:close/>
                  <a:moveTo>
                    <a:pt x="44" y="29"/>
                  </a:moveTo>
                  <a:lnTo>
                    <a:pt x="44" y="29"/>
                  </a:lnTo>
                  <a:cubicBezTo>
                    <a:pt x="659" y="29"/>
                    <a:pt x="659" y="29"/>
                    <a:pt x="659" y="29"/>
                  </a:cubicBezTo>
                  <a:cubicBezTo>
                    <a:pt x="667" y="29"/>
                    <a:pt x="673" y="36"/>
                    <a:pt x="673" y="44"/>
                  </a:cubicBezTo>
                  <a:cubicBezTo>
                    <a:pt x="673" y="439"/>
                    <a:pt x="673" y="439"/>
                    <a:pt x="673" y="439"/>
                  </a:cubicBezTo>
                  <a:cubicBezTo>
                    <a:pt x="29" y="439"/>
                    <a:pt x="29" y="439"/>
                    <a:pt x="29" y="439"/>
                  </a:cubicBezTo>
                  <a:cubicBezTo>
                    <a:pt x="29" y="44"/>
                    <a:pt x="29" y="44"/>
                    <a:pt x="29" y="44"/>
                  </a:cubicBezTo>
                  <a:cubicBezTo>
                    <a:pt x="29" y="36"/>
                    <a:pt x="36" y="29"/>
                    <a:pt x="44" y="29"/>
                  </a:cubicBezTo>
                  <a:close/>
                  <a:moveTo>
                    <a:pt x="409" y="644"/>
                  </a:moveTo>
                  <a:lnTo>
                    <a:pt x="409" y="644"/>
                  </a:lnTo>
                  <a:cubicBezTo>
                    <a:pt x="293" y="644"/>
                    <a:pt x="293" y="644"/>
                    <a:pt x="293" y="644"/>
                  </a:cubicBezTo>
                  <a:cubicBezTo>
                    <a:pt x="293" y="556"/>
                    <a:pt x="293" y="556"/>
                    <a:pt x="293" y="556"/>
                  </a:cubicBezTo>
                  <a:cubicBezTo>
                    <a:pt x="409" y="556"/>
                    <a:pt x="409" y="556"/>
                    <a:pt x="409" y="556"/>
                  </a:cubicBezTo>
                  <a:lnTo>
                    <a:pt x="409" y="644"/>
                  </a:lnTo>
                  <a:close/>
                  <a:moveTo>
                    <a:pt x="659" y="527"/>
                  </a:moveTo>
                  <a:lnTo>
                    <a:pt x="659" y="527"/>
                  </a:lnTo>
                  <a:cubicBezTo>
                    <a:pt x="425" y="527"/>
                    <a:pt x="425" y="527"/>
                    <a:pt x="425" y="527"/>
                  </a:cubicBezTo>
                  <a:cubicBezTo>
                    <a:pt x="278" y="527"/>
                    <a:pt x="278" y="527"/>
                    <a:pt x="278" y="527"/>
                  </a:cubicBezTo>
                  <a:cubicBezTo>
                    <a:pt x="44" y="527"/>
                    <a:pt x="44" y="527"/>
                    <a:pt x="44" y="527"/>
                  </a:cubicBezTo>
                  <a:cubicBezTo>
                    <a:pt x="36" y="527"/>
                    <a:pt x="29" y="520"/>
                    <a:pt x="29" y="512"/>
                  </a:cubicBezTo>
                  <a:cubicBezTo>
                    <a:pt x="29" y="468"/>
                    <a:pt x="29" y="468"/>
                    <a:pt x="29" y="468"/>
                  </a:cubicBezTo>
                  <a:cubicBezTo>
                    <a:pt x="673" y="468"/>
                    <a:pt x="673" y="468"/>
                    <a:pt x="673" y="468"/>
                  </a:cubicBezTo>
                  <a:cubicBezTo>
                    <a:pt x="673" y="512"/>
                    <a:pt x="673" y="512"/>
                    <a:pt x="673" y="512"/>
                  </a:cubicBezTo>
                  <a:cubicBezTo>
                    <a:pt x="673" y="520"/>
                    <a:pt x="667" y="527"/>
                    <a:pt x="659" y="527"/>
                  </a:cubicBezTo>
                  <a:close/>
                </a:path>
              </a:pathLst>
            </a:custGeom>
            <a:grpFill/>
            <a:ln>
              <a:noFill/>
            </a:ln>
            <a:effectLst/>
          </p:spPr>
          <p:txBody>
            <a:bodyPr wrap="none" anchor="ctr"/>
            <a:lstStyle/>
            <a:p>
              <a:endParaRPr lang="da-DK"/>
            </a:p>
          </p:txBody>
        </p:sp>
      </p:grpSp>
      <p:grpSp>
        <p:nvGrpSpPr>
          <p:cNvPr id="674" name="Group 717">
            <a:extLst>
              <a:ext uri="{FF2B5EF4-FFF2-40B4-BE49-F238E27FC236}">
                <a16:creationId xmlns:a16="http://schemas.microsoft.com/office/drawing/2014/main" id="{FF0B9F57-12AF-031C-DFF8-76ADCAF3368B}"/>
              </a:ext>
            </a:extLst>
          </p:cNvPr>
          <p:cNvGrpSpPr/>
          <p:nvPr/>
        </p:nvGrpSpPr>
        <p:grpSpPr>
          <a:xfrm>
            <a:off x="7750864" y="5666210"/>
            <a:ext cx="258762" cy="269875"/>
            <a:chOff x="6221413" y="4894263"/>
            <a:chExt cx="258762" cy="269875"/>
          </a:xfrm>
          <a:solidFill>
            <a:schemeClr val="accent4"/>
          </a:solidFill>
        </p:grpSpPr>
        <p:sp>
          <p:nvSpPr>
            <p:cNvPr id="675" name="Freeform 255">
              <a:extLst>
                <a:ext uri="{FF2B5EF4-FFF2-40B4-BE49-F238E27FC236}">
                  <a16:creationId xmlns:a16="http://schemas.microsoft.com/office/drawing/2014/main" id="{A390A3E5-B417-EAB8-28C6-E9E8EFEB081C}"/>
                </a:ext>
              </a:extLst>
            </p:cNvPr>
            <p:cNvSpPr>
              <a:spLocks noChangeArrowheads="1"/>
            </p:cNvSpPr>
            <p:nvPr/>
          </p:nvSpPr>
          <p:spPr bwMode="auto">
            <a:xfrm>
              <a:off x="6221413" y="5006975"/>
              <a:ext cx="258762" cy="157163"/>
            </a:xfrm>
            <a:custGeom>
              <a:avLst/>
              <a:gdLst>
                <a:gd name="T0" fmla="*/ 715 w 719"/>
                <a:gd name="T1" fmla="*/ 7 h 435"/>
                <a:gd name="T2" fmla="*/ 715 w 719"/>
                <a:gd name="T3" fmla="*/ 7 h 435"/>
                <a:gd name="T4" fmla="*/ 704 w 719"/>
                <a:gd name="T5" fmla="*/ 0 h 435"/>
                <a:gd name="T6" fmla="*/ 573 w 719"/>
                <a:gd name="T7" fmla="*/ 36 h 435"/>
                <a:gd name="T8" fmla="*/ 496 w 719"/>
                <a:gd name="T9" fmla="*/ 100 h 435"/>
                <a:gd name="T10" fmla="*/ 409 w 719"/>
                <a:gd name="T11" fmla="*/ 242 h 435"/>
                <a:gd name="T12" fmla="*/ 358 w 719"/>
                <a:gd name="T13" fmla="*/ 379 h 435"/>
                <a:gd name="T14" fmla="*/ 316 w 719"/>
                <a:gd name="T15" fmla="*/ 260 h 435"/>
                <a:gd name="T16" fmla="*/ 263 w 719"/>
                <a:gd name="T17" fmla="*/ 158 h 435"/>
                <a:gd name="T18" fmla="*/ 157 w 719"/>
                <a:gd name="T19" fmla="*/ 44 h 435"/>
                <a:gd name="T20" fmla="*/ 90 w 719"/>
                <a:gd name="T21" fmla="*/ 12 h 435"/>
                <a:gd name="T22" fmla="*/ 13 w 719"/>
                <a:gd name="T23" fmla="*/ 0 h 435"/>
                <a:gd name="T24" fmla="*/ 1 w 719"/>
                <a:gd name="T25" fmla="*/ 7 h 435"/>
                <a:gd name="T26" fmla="*/ 3 w 719"/>
                <a:gd name="T27" fmla="*/ 20 h 435"/>
                <a:gd name="T28" fmla="*/ 83 w 719"/>
                <a:gd name="T29" fmla="*/ 162 h 435"/>
                <a:gd name="T30" fmla="*/ 133 w 719"/>
                <a:gd name="T31" fmla="*/ 263 h 435"/>
                <a:gd name="T32" fmla="*/ 176 w 719"/>
                <a:gd name="T33" fmla="*/ 330 h 435"/>
                <a:gd name="T34" fmla="*/ 211 w 719"/>
                <a:gd name="T35" fmla="*/ 372 h 435"/>
                <a:gd name="T36" fmla="*/ 275 w 719"/>
                <a:gd name="T37" fmla="*/ 417 h 435"/>
                <a:gd name="T38" fmla="*/ 358 w 719"/>
                <a:gd name="T39" fmla="*/ 434 h 435"/>
                <a:gd name="T40" fmla="*/ 425 w 719"/>
                <a:gd name="T41" fmla="*/ 423 h 435"/>
                <a:gd name="T42" fmla="*/ 475 w 719"/>
                <a:gd name="T43" fmla="*/ 399 h 435"/>
                <a:gd name="T44" fmla="*/ 543 w 719"/>
                <a:gd name="T45" fmla="*/ 329 h 435"/>
                <a:gd name="T46" fmla="*/ 623 w 719"/>
                <a:gd name="T47" fmla="*/ 183 h 435"/>
                <a:gd name="T48" fmla="*/ 715 w 719"/>
                <a:gd name="T49" fmla="*/ 20 h 435"/>
                <a:gd name="T50" fmla="*/ 715 w 719"/>
                <a:gd name="T51" fmla="*/ 7 h 435"/>
                <a:gd name="T52" fmla="*/ 256 w 719"/>
                <a:gd name="T53" fmla="*/ 378 h 435"/>
                <a:gd name="T54" fmla="*/ 256 w 719"/>
                <a:gd name="T55" fmla="*/ 378 h 435"/>
                <a:gd name="T56" fmla="*/ 194 w 719"/>
                <a:gd name="T57" fmla="*/ 315 h 435"/>
                <a:gd name="T58" fmla="*/ 115 w 719"/>
                <a:gd name="T59" fmla="*/ 172 h 435"/>
                <a:gd name="T60" fmla="*/ 35 w 719"/>
                <a:gd name="T61" fmla="*/ 26 h 435"/>
                <a:gd name="T62" fmla="*/ 132 w 719"/>
                <a:gd name="T63" fmla="*/ 57 h 435"/>
                <a:gd name="T64" fmla="*/ 202 w 719"/>
                <a:gd name="T65" fmla="*/ 117 h 435"/>
                <a:gd name="T66" fmla="*/ 285 w 719"/>
                <a:gd name="T67" fmla="*/ 252 h 435"/>
                <a:gd name="T68" fmla="*/ 343 w 719"/>
                <a:gd name="T69" fmla="*/ 409 h 435"/>
                <a:gd name="T70" fmla="*/ 299 w 719"/>
                <a:gd name="T71" fmla="*/ 401 h 435"/>
                <a:gd name="T72" fmla="*/ 256 w 719"/>
                <a:gd name="T73" fmla="*/ 378 h 435"/>
                <a:gd name="T74" fmla="*/ 612 w 719"/>
                <a:gd name="T75" fmla="*/ 151 h 435"/>
                <a:gd name="T76" fmla="*/ 612 w 719"/>
                <a:gd name="T77" fmla="*/ 151 h 435"/>
                <a:gd name="T78" fmla="*/ 562 w 719"/>
                <a:gd name="T79" fmla="*/ 252 h 435"/>
                <a:gd name="T80" fmla="*/ 522 w 719"/>
                <a:gd name="T81" fmla="*/ 316 h 435"/>
                <a:gd name="T82" fmla="*/ 490 w 719"/>
                <a:gd name="T83" fmla="*/ 356 h 435"/>
                <a:gd name="T84" fmla="*/ 433 w 719"/>
                <a:gd name="T85" fmla="*/ 395 h 435"/>
                <a:gd name="T86" fmla="*/ 375 w 719"/>
                <a:gd name="T87" fmla="*/ 409 h 435"/>
                <a:gd name="T88" fmla="*/ 424 w 719"/>
                <a:gd name="T89" fmla="*/ 270 h 435"/>
                <a:gd name="T90" fmla="*/ 475 w 719"/>
                <a:gd name="T91" fmla="*/ 170 h 435"/>
                <a:gd name="T92" fmla="*/ 573 w 719"/>
                <a:gd name="T93" fmla="*/ 65 h 435"/>
                <a:gd name="T94" fmla="*/ 633 w 719"/>
                <a:gd name="T95" fmla="*/ 36 h 435"/>
                <a:gd name="T96" fmla="*/ 681 w 719"/>
                <a:gd name="T97" fmla="*/ 26 h 435"/>
                <a:gd name="T98" fmla="*/ 612 w 719"/>
                <a:gd name="T99" fmla="*/ 151 h 4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9" h="435">
                  <a:moveTo>
                    <a:pt x="715" y="7"/>
                  </a:moveTo>
                  <a:lnTo>
                    <a:pt x="715" y="7"/>
                  </a:lnTo>
                  <a:cubicBezTo>
                    <a:pt x="713" y="3"/>
                    <a:pt x="709" y="0"/>
                    <a:pt x="704" y="0"/>
                  </a:cubicBezTo>
                  <a:cubicBezTo>
                    <a:pt x="654" y="0"/>
                    <a:pt x="611" y="13"/>
                    <a:pt x="573" y="36"/>
                  </a:cubicBezTo>
                  <a:cubicBezTo>
                    <a:pt x="545" y="52"/>
                    <a:pt x="520" y="75"/>
                    <a:pt x="496" y="100"/>
                  </a:cubicBezTo>
                  <a:cubicBezTo>
                    <a:pt x="462" y="139"/>
                    <a:pt x="434" y="189"/>
                    <a:pt x="409" y="242"/>
                  </a:cubicBezTo>
                  <a:cubicBezTo>
                    <a:pt x="390" y="285"/>
                    <a:pt x="374" y="330"/>
                    <a:pt x="358" y="379"/>
                  </a:cubicBezTo>
                  <a:cubicBezTo>
                    <a:pt x="345" y="337"/>
                    <a:pt x="331" y="298"/>
                    <a:pt x="316" y="260"/>
                  </a:cubicBezTo>
                  <a:cubicBezTo>
                    <a:pt x="301" y="224"/>
                    <a:pt x="282" y="189"/>
                    <a:pt x="263" y="158"/>
                  </a:cubicBezTo>
                  <a:cubicBezTo>
                    <a:pt x="233" y="111"/>
                    <a:pt x="199" y="72"/>
                    <a:pt x="157" y="44"/>
                  </a:cubicBezTo>
                  <a:cubicBezTo>
                    <a:pt x="138" y="30"/>
                    <a:pt x="115" y="20"/>
                    <a:pt x="90" y="12"/>
                  </a:cubicBezTo>
                  <a:cubicBezTo>
                    <a:pt x="66" y="5"/>
                    <a:pt x="41" y="0"/>
                    <a:pt x="13" y="0"/>
                  </a:cubicBezTo>
                  <a:cubicBezTo>
                    <a:pt x="8" y="0"/>
                    <a:pt x="4" y="3"/>
                    <a:pt x="1" y="7"/>
                  </a:cubicBezTo>
                  <a:cubicBezTo>
                    <a:pt x="0" y="12"/>
                    <a:pt x="0" y="16"/>
                    <a:pt x="3" y="20"/>
                  </a:cubicBezTo>
                  <a:cubicBezTo>
                    <a:pt x="34" y="66"/>
                    <a:pt x="59" y="116"/>
                    <a:pt x="83" y="162"/>
                  </a:cubicBezTo>
                  <a:cubicBezTo>
                    <a:pt x="100" y="197"/>
                    <a:pt x="117" y="232"/>
                    <a:pt x="133" y="263"/>
                  </a:cubicBezTo>
                  <a:cubicBezTo>
                    <a:pt x="148" y="287"/>
                    <a:pt x="160" y="309"/>
                    <a:pt x="176" y="330"/>
                  </a:cubicBezTo>
                  <a:cubicBezTo>
                    <a:pt x="185" y="346"/>
                    <a:pt x="198" y="360"/>
                    <a:pt x="211" y="372"/>
                  </a:cubicBezTo>
                  <a:cubicBezTo>
                    <a:pt x="229" y="391"/>
                    <a:pt x="250" y="406"/>
                    <a:pt x="275" y="417"/>
                  </a:cubicBezTo>
                  <a:cubicBezTo>
                    <a:pt x="299" y="429"/>
                    <a:pt x="327" y="434"/>
                    <a:pt x="358" y="434"/>
                  </a:cubicBezTo>
                  <a:cubicBezTo>
                    <a:pt x="383" y="434"/>
                    <a:pt x="406" y="430"/>
                    <a:pt x="425" y="423"/>
                  </a:cubicBezTo>
                  <a:cubicBezTo>
                    <a:pt x="444" y="417"/>
                    <a:pt x="461" y="409"/>
                    <a:pt x="475" y="399"/>
                  </a:cubicBezTo>
                  <a:cubicBezTo>
                    <a:pt x="501" y="381"/>
                    <a:pt x="524" y="357"/>
                    <a:pt x="543" y="329"/>
                  </a:cubicBezTo>
                  <a:cubicBezTo>
                    <a:pt x="573" y="287"/>
                    <a:pt x="598" y="236"/>
                    <a:pt x="623" y="183"/>
                  </a:cubicBezTo>
                  <a:cubicBezTo>
                    <a:pt x="650" y="130"/>
                    <a:pt x="678" y="73"/>
                    <a:pt x="715" y="20"/>
                  </a:cubicBezTo>
                  <a:cubicBezTo>
                    <a:pt x="716" y="16"/>
                    <a:pt x="718" y="12"/>
                    <a:pt x="715" y="7"/>
                  </a:cubicBezTo>
                  <a:close/>
                  <a:moveTo>
                    <a:pt x="256" y="378"/>
                  </a:moveTo>
                  <a:lnTo>
                    <a:pt x="256" y="378"/>
                  </a:lnTo>
                  <a:cubicBezTo>
                    <a:pt x="232" y="363"/>
                    <a:pt x="212" y="340"/>
                    <a:pt x="194" y="315"/>
                  </a:cubicBezTo>
                  <a:cubicBezTo>
                    <a:pt x="166" y="276"/>
                    <a:pt x="140" y="225"/>
                    <a:pt x="115" y="172"/>
                  </a:cubicBezTo>
                  <a:cubicBezTo>
                    <a:pt x="91" y="125"/>
                    <a:pt x="66" y="75"/>
                    <a:pt x="35" y="26"/>
                  </a:cubicBezTo>
                  <a:cubicBezTo>
                    <a:pt x="72" y="30"/>
                    <a:pt x="103" y="40"/>
                    <a:pt x="132" y="57"/>
                  </a:cubicBezTo>
                  <a:cubicBezTo>
                    <a:pt x="157" y="72"/>
                    <a:pt x="181" y="92"/>
                    <a:pt x="202" y="117"/>
                  </a:cubicBezTo>
                  <a:cubicBezTo>
                    <a:pt x="235" y="153"/>
                    <a:pt x="261" y="200"/>
                    <a:pt x="285" y="252"/>
                  </a:cubicBezTo>
                  <a:cubicBezTo>
                    <a:pt x="308" y="299"/>
                    <a:pt x="326" y="353"/>
                    <a:pt x="343" y="409"/>
                  </a:cubicBezTo>
                  <a:cubicBezTo>
                    <a:pt x="326" y="408"/>
                    <a:pt x="312" y="405"/>
                    <a:pt x="299" y="401"/>
                  </a:cubicBezTo>
                  <a:cubicBezTo>
                    <a:pt x="282" y="395"/>
                    <a:pt x="268" y="388"/>
                    <a:pt x="256" y="378"/>
                  </a:cubicBezTo>
                  <a:close/>
                  <a:moveTo>
                    <a:pt x="612" y="151"/>
                  </a:moveTo>
                  <a:lnTo>
                    <a:pt x="612" y="151"/>
                  </a:lnTo>
                  <a:cubicBezTo>
                    <a:pt x="595" y="187"/>
                    <a:pt x="579" y="221"/>
                    <a:pt x="562" y="252"/>
                  </a:cubicBezTo>
                  <a:cubicBezTo>
                    <a:pt x="549" y="276"/>
                    <a:pt x="536" y="297"/>
                    <a:pt x="522" y="316"/>
                  </a:cubicBezTo>
                  <a:cubicBezTo>
                    <a:pt x="511" y="330"/>
                    <a:pt x="501" y="343"/>
                    <a:pt x="490" y="356"/>
                  </a:cubicBezTo>
                  <a:cubicBezTo>
                    <a:pt x="472" y="372"/>
                    <a:pt x="454" y="385"/>
                    <a:pt x="433" y="395"/>
                  </a:cubicBezTo>
                  <a:cubicBezTo>
                    <a:pt x="416" y="402"/>
                    <a:pt x="396" y="408"/>
                    <a:pt x="375" y="409"/>
                  </a:cubicBezTo>
                  <a:cubicBezTo>
                    <a:pt x="389" y="360"/>
                    <a:pt x="406" y="313"/>
                    <a:pt x="424" y="270"/>
                  </a:cubicBezTo>
                  <a:cubicBezTo>
                    <a:pt x="440" y="233"/>
                    <a:pt x="456" y="200"/>
                    <a:pt x="475" y="170"/>
                  </a:cubicBezTo>
                  <a:cubicBezTo>
                    <a:pt x="503" y="125"/>
                    <a:pt x="535" y="90"/>
                    <a:pt x="573" y="65"/>
                  </a:cubicBezTo>
                  <a:cubicBezTo>
                    <a:pt x="591" y="52"/>
                    <a:pt x="612" y="43"/>
                    <a:pt x="633" y="36"/>
                  </a:cubicBezTo>
                  <a:cubicBezTo>
                    <a:pt x="649" y="31"/>
                    <a:pt x="664" y="28"/>
                    <a:pt x="681" y="26"/>
                  </a:cubicBezTo>
                  <a:cubicBezTo>
                    <a:pt x="654" y="68"/>
                    <a:pt x="633" y="110"/>
                    <a:pt x="612" y="1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6" name="Freeform 256">
              <a:extLst>
                <a:ext uri="{FF2B5EF4-FFF2-40B4-BE49-F238E27FC236}">
                  <a16:creationId xmlns:a16="http://schemas.microsoft.com/office/drawing/2014/main" id="{31F9E4F4-588D-951E-1B14-728EEB2776C3}"/>
                </a:ext>
              </a:extLst>
            </p:cNvPr>
            <p:cNvSpPr>
              <a:spLocks noChangeArrowheads="1"/>
            </p:cNvSpPr>
            <p:nvPr/>
          </p:nvSpPr>
          <p:spPr bwMode="auto">
            <a:xfrm>
              <a:off x="6265863" y="4951413"/>
              <a:ext cx="77787" cy="53975"/>
            </a:xfrm>
            <a:custGeom>
              <a:avLst/>
              <a:gdLst>
                <a:gd name="T0" fmla="*/ 75 w 215"/>
                <a:gd name="T1" fmla="*/ 150 h 151"/>
                <a:gd name="T2" fmla="*/ 75 w 215"/>
                <a:gd name="T3" fmla="*/ 150 h 151"/>
                <a:gd name="T4" fmla="*/ 95 w 215"/>
                <a:gd name="T5" fmla="*/ 148 h 151"/>
                <a:gd name="T6" fmla="*/ 131 w 215"/>
                <a:gd name="T7" fmla="*/ 132 h 151"/>
                <a:gd name="T8" fmla="*/ 183 w 215"/>
                <a:gd name="T9" fmla="*/ 103 h 151"/>
                <a:gd name="T10" fmla="*/ 208 w 215"/>
                <a:gd name="T11" fmla="*/ 86 h 151"/>
                <a:gd name="T12" fmla="*/ 214 w 215"/>
                <a:gd name="T13" fmla="*/ 76 h 151"/>
                <a:gd name="T14" fmla="*/ 208 w 215"/>
                <a:gd name="T15" fmla="*/ 66 h 151"/>
                <a:gd name="T16" fmla="*/ 158 w 215"/>
                <a:gd name="T17" fmla="*/ 34 h 151"/>
                <a:gd name="T18" fmla="*/ 114 w 215"/>
                <a:gd name="T19" fmla="*/ 11 h 151"/>
                <a:gd name="T20" fmla="*/ 95 w 215"/>
                <a:gd name="T21" fmla="*/ 4 h 151"/>
                <a:gd name="T22" fmla="*/ 75 w 215"/>
                <a:gd name="T23" fmla="*/ 0 h 151"/>
                <a:gd name="T24" fmla="*/ 23 w 215"/>
                <a:gd name="T25" fmla="*/ 23 h 151"/>
                <a:gd name="T26" fmla="*/ 0 w 215"/>
                <a:gd name="T27" fmla="*/ 76 h 151"/>
                <a:gd name="T28" fmla="*/ 23 w 215"/>
                <a:gd name="T29" fmla="*/ 129 h 151"/>
                <a:gd name="T30" fmla="*/ 75 w 215"/>
                <a:gd name="T31" fmla="*/ 150 h 151"/>
                <a:gd name="T32" fmla="*/ 40 w 215"/>
                <a:gd name="T33" fmla="*/ 39 h 151"/>
                <a:gd name="T34" fmla="*/ 40 w 215"/>
                <a:gd name="T35" fmla="*/ 39 h 151"/>
                <a:gd name="T36" fmla="*/ 55 w 215"/>
                <a:gd name="T37" fmla="*/ 30 h 151"/>
                <a:gd name="T38" fmla="*/ 75 w 215"/>
                <a:gd name="T39" fmla="*/ 25 h 151"/>
                <a:gd name="T40" fmla="*/ 80 w 215"/>
                <a:gd name="T41" fmla="*/ 25 h 151"/>
                <a:gd name="T42" fmla="*/ 95 w 215"/>
                <a:gd name="T43" fmla="*/ 30 h 151"/>
                <a:gd name="T44" fmla="*/ 127 w 215"/>
                <a:gd name="T45" fmla="*/ 45 h 151"/>
                <a:gd name="T46" fmla="*/ 173 w 215"/>
                <a:gd name="T47" fmla="*/ 72 h 151"/>
                <a:gd name="T48" fmla="*/ 179 w 215"/>
                <a:gd name="T49" fmla="*/ 76 h 151"/>
                <a:gd name="T50" fmla="*/ 144 w 215"/>
                <a:gd name="T51" fmla="*/ 97 h 151"/>
                <a:gd name="T52" fmla="*/ 104 w 215"/>
                <a:gd name="T53" fmla="*/ 118 h 151"/>
                <a:gd name="T54" fmla="*/ 88 w 215"/>
                <a:gd name="T55" fmla="*/ 125 h 151"/>
                <a:gd name="T56" fmla="*/ 75 w 215"/>
                <a:gd name="T57" fmla="*/ 127 h 151"/>
                <a:gd name="T58" fmla="*/ 40 w 215"/>
                <a:gd name="T59" fmla="*/ 111 h 151"/>
                <a:gd name="T60" fmla="*/ 29 w 215"/>
                <a:gd name="T61" fmla="*/ 96 h 151"/>
                <a:gd name="T62" fmla="*/ 24 w 215"/>
                <a:gd name="T63" fmla="*/ 76 h 151"/>
                <a:gd name="T64" fmla="*/ 40 w 215"/>
                <a:gd name="T65" fmla="*/ 39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5" h="151">
                  <a:moveTo>
                    <a:pt x="75" y="150"/>
                  </a:moveTo>
                  <a:lnTo>
                    <a:pt x="75" y="150"/>
                  </a:lnTo>
                  <a:cubicBezTo>
                    <a:pt x="82" y="150"/>
                    <a:pt x="88" y="149"/>
                    <a:pt x="95" y="148"/>
                  </a:cubicBezTo>
                  <a:cubicBezTo>
                    <a:pt x="106" y="145"/>
                    <a:pt x="118" y="139"/>
                    <a:pt x="131" y="132"/>
                  </a:cubicBezTo>
                  <a:cubicBezTo>
                    <a:pt x="149" y="122"/>
                    <a:pt x="169" y="111"/>
                    <a:pt x="183" y="103"/>
                  </a:cubicBezTo>
                  <a:cubicBezTo>
                    <a:pt x="198" y="93"/>
                    <a:pt x="208" y="86"/>
                    <a:pt x="208" y="86"/>
                  </a:cubicBezTo>
                  <a:cubicBezTo>
                    <a:pt x="211" y="83"/>
                    <a:pt x="214" y="80"/>
                    <a:pt x="214" y="76"/>
                  </a:cubicBezTo>
                  <a:cubicBezTo>
                    <a:pt x="214" y="72"/>
                    <a:pt x="211" y="68"/>
                    <a:pt x="208" y="66"/>
                  </a:cubicBezTo>
                  <a:cubicBezTo>
                    <a:pt x="208" y="66"/>
                    <a:pt x="184" y="49"/>
                    <a:pt x="158" y="34"/>
                  </a:cubicBezTo>
                  <a:cubicBezTo>
                    <a:pt x="144" y="25"/>
                    <a:pt x="128" y="18"/>
                    <a:pt x="114" y="11"/>
                  </a:cubicBezTo>
                  <a:cubicBezTo>
                    <a:pt x="107" y="9"/>
                    <a:pt x="100" y="6"/>
                    <a:pt x="95" y="4"/>
                  </a:cubicBezTo>
                  <a:cubicBezTo>
                    <a:pt x="88" y="2"/>
                    <a:pt x="82" y="0"/>
                    <a:pt x="75" y="0"/>
                  </a:cubicBezTo>
                  <a:cubicBezTo>
                    <a:pt x="55" y="0"/>
                    <a:pt x="36" y="9"/>
                    <a:pt x="23" y="23"/>
                  </a:cubicBezTo>
                  <a:cubicBezTo>
                    <a:pt x="9" y="37"/>
                    <a:pt x="0" y="55"/>
                    <a:pt x="0" y="76"/>
                  </a:cubicBezTo>
                  <a:cubicBezTo>
                    <a:pt x="0" y="97"/>
                    <a:pt x="9" y="115"/>
                    <a:pt x="23" y="129"/>
                  </a:cubicBezTo>
                  <a:cubicBezTo>
                    <a:pt x="36" y="142"/>
                    <a:pt x="55" y="150"/>
                    <a:pt x="75" y="150"/>
                  </a:cubicBezTo>
                  <a:close/>
                  <a:moveTo>
                    <a:pt x="40" y="39"/>
                  </a:moveTo>
                  <a:lnTo>
                    <a:pt x="40" y="39"/>
                  </a:lnTo>
                  <a:cubicBezTo>
                    <a:pt x="44" y="35"/>
                    <a:pt x="50" y="31"/>
                    <a:pt x="55" y="30"/>
                  </a:cubicBezTo>
                  <a:cubicBezTo>
                    <a:pt x="62" y="27"/>
                    <a:pt x="68" y="25"/>
                    <a:pt x="75" y="25"/>
                  </a:cubicBezTo>
                  <a:cubicBezTo>
                    <a:pt x="76" y="25"/>
                    <a:pt x="78" y="25"/>
                    <a:pt x="80" y="25"/>
                  </a:cubicBezTo>
                  <a:cubicBezTo>
                    <a:pt x="85" y="27"/>
                    <a:pt x="89" y="28"/>
                    <a:pt x="95" y="30"/>
                  </a:cubicBezTo>
                  <a:cubicBezTo>
                    <a:pt x="104" y="34"/>
                    <a:pt x="116" y="38"/>
                    <a:pt x="127" y="45"/>
                  </a:cubicBezTo>
                  <a:cubicBezTo>
                    <a:pt x="144" y="53"/>
                    <a:pt x="161" y="63"/>
                    <a:pt x="173" y="72"/>
                  </a:cubicBezTo>
                  <a:cubicBezTo>
                    <a:pt x="175" y="73"/>
                    <a:pt x="177" y="75"/>
                    <a:pt x="179" y="76"/>
                  </a:cubicBezTo>
                  <a:cubicBezTo>
                    <a:pt x="170" y="82"/>
                    <a:pt x="158" y="90"/>
                    <a:pt x="144" y="97"/>
                  </a:cubicBezTo>
                  <a:cubicBezTo>
                    <a:pt x="131" y="105"/>
                    <a:pt x="117" y="112"/>
                    <a:pt x="104" y="118"/>
                  </a:cubicBezTo>
                  <a:cubicBezTo>
                    <a:pt x="97" y="121"/>
                    <a:pt x="92" y="122"/>
                    <a:pt x="88" y="125"/>
                  </a:cubicBezTo>
                  <a:cubicBezTo>
                    <a:pt x="82" y="127"/>
                    <a:pt x="78" y="127"/>
                    <a:pt x="75" y="127"/>
                  </a:cubicBezTo>
                  <a:cubicBezTo>
                    <a:pt x="61" y="127"/>
                    <a:pt x="48" y="121"/>
                    <a:pt x="40" y="111"/>
                  </a:cubicBezTo>
                  <a:cubicBezTo>
                    <a:pt x="36" y="107"/>
                    <a:pt x="31" y="101"/>
                    <a:pt x="29" y="96"/>
                  </a:cubicBezTo>
                  <a:cubicBezTo>
                    <a:pt x="26" y="90"/>
                    <a:pt x="24" y="83"/>
                    <a:pt x="24" y="76"/>
                  </a:cubicBezTo>
                  <a:cubicBezTo>
                    <a:pt x="24" y="62"/>
                    <a:pt x="30" y="49"/>
                    <a:pt x="40" y="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7" name="Freeform 257">
              <a:extLst>
                <a:ext uri="{FF2B5EF4-FFF2-40B4-BE49-F238E27FC236}">
                  <a16:creationId xmlns:a16="http://schemas.microsoft.com/office/drawing/2014/main" id="{8EDC0423-059E-1C31-ED76-790E4393D848}"/>
                </a:ext>
              </a:extLst>
            </p:cNvPr>
            <p:cNvSpPr>
              <a:spLocks noChangeArrowheads="1"/>
            </p:cNvSpPr>
            <p:nvPr/>
          </p:nvSpPr>
          <p:spPr bwMode="auto">
            <a:xfrm>
              <a:off x="6357938" y="4951413"/>
              <a:ext cx="77787" cy="53975"/>
            </a:xfrm>
            <a:custGeom>
              <a:avLst/>
              <a:gdLst>
                <a:gd name="T0" fmla="*/ 5 w 214"/>
                <a:gd name="T1" fmla="*/ 66 h 151"/>
                <a:gd name="T2" fmla="*/ 5 w 214"/>
                <a:gd name="T3" fmla="*/ 66 h 151"/>
                <a:gd name="T4" fmla="*/ 0 w 214"/>
                <a:gd name="T5" fmla="*/ 76 h 151"/>
                <a:gd name="T6" fmla="*/ 5 w 214"/>
                <a:gd name="T7" fmla="*/ 86 h 151"/>
                <a:gd name="T8" fmla="*/ 56 w 214"/>
                <a:gd name="T9" fmla="*/ 118 h 151"/>
                <a:gd name="T10" fmla="*/ 98 w 214"/>
                <a:gd name="T11" fmla="*/ 141 h 151"/>
                <a:gd name="T12" fmla="*/ 119 w 214"/>
                <a:gd name="T13" fmla="*/ 148 h 151"/>
                <a:gd name="T14" fmla="*/ 137 w 214"/>
                <a:gd name="T15" fmla="*/ 150 h 151"/>
                <a:gd name="T16" fmla="*/ 191 w 214"/>
                <a:gd name="T17" fmla="*/ 129 h 151"/>
                <a:gd name="T18" fmla="*/ 213 w 214"/>
                <a:gd name="T19" fmla="*/ 76 h 151"/>
                <a:gd name="T20" fmla="*/ 191 w 214"/>
                <a:gd name="T21" fmla="*/ 23 h 151"/>
                <a:gd name="T22" fmla="*/ 137 w 214"/>
                <a:gd name="T23" fmla="*/ 0 h 151"/>
                <a:gd name="T24" fmla="*/ 119 w 214"/>
                <a:gd name="T25" fmla="*/ 4 h 151"/>
                <a:gd name="T26" fmla="*/ 83 w 214"/>
                <a:gd name="T27" fmla="*/ 20 h 151"/>
                <a:gd name="T28" fmla="*/ 29 w 214"/>
                <a:gd name="T29" fmla="*/ 49 h 151"/>
                <a:gd name="T30" fmla="*/ 5 w 214"/>
                <a:gd name="T31" fmla="*/ 66 h 151"/>
                <a:gd name="T32" fmla="*/ 109 w 214"/>
                <a:gd name="T33" fmla="*/ 34 h 151"/>
                <a:gd name="T34" fmla="*/ 109 w 214"/>
                <a:gd name="T35" fmla="*/ 34 h 151"/>
                <a:gd name="T36" fmla="*/ 126 w 214"/>
                <a:gd name="T37" fmla="*/ 27 h 151"/>
                <a:gd name="T38" fmla="*/ 137 w 214"/>
                <a:gd name="T39" fmla="*/ 25 h 151"/>
                <a:gd name="T40" fmla="*/ 157 w 214"/>
                <a:gd name="T41" fmla="*/ 30 h 151"/>
                <a:gd name="T42" fmla="*/ 179 w 214"/>
                <a:gd name="T43" fmla="*/ 48 h 151"/>
                <a:gd name="T44" fmla="*/ 188 w 214"/>
                <a:gd name="T45" fmla="*/ 76 h 151"/>
                <a:gd name="T46" fmla="*/ 174 w 214"/>
                <a:gd name="T47" fmla="*/ 111 h 151"/>
                <a:gd name="T48" fmla="*/ 157 w 214"/>
                <a:gd name="T49" fmla="*/ 122 h 151"/>
                <a:gd name="T50" fmla="*/ 137 w 214"/>
                <a:gd name="T51" fmla="*/ 127 h 151"/>
                <a:gd name="T52" fmla="*/ 133 w 214"/>
                <a:gd name="T53" fmla="*/ 127 h 151"/>
                <a:gd name="T54" fmla="*/ 119 w 214"/>
                <a:gd name="T55" fmla="*/ 122 h 151"/>
                <a:gd name="T56" fmla="*/ 87 w 214"/>
                <a:gd name="T57" fmla="*/ 107 h 151"/>
                <a:gd name="T58" fmla="*/ 40 w 214"/>
                <a:gd name="T59" fmla="*/ 80 h 151"/>
                <a:gd name="T60" fmla="*/ 33 w 214"/>
                <a:gd name="T61" fmla="*/ 76 h 151"/>
                <a:gd name="T62" fmla="*/ 69 w 214"/>
                <a:gd name="T63" fmla="*/ 55 h 151"/>
                <a:gd name="T64" fmla="*/ 109 w 214"/>
                <a:gd name="T65" fmla="*/ 34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214" h="151">
                  <a:moveTo>
                    <a:pt x="5" y="66"/>
                  </a:moveTo>
                  <a:lnTo>
                    <a:pt x="5" y="66"/>
                  </a:lnTo>
                  <a:cubicBezTo>
                    <a:pt x="1" y="68"/>
                    <a:pt x="0" y="72"/>
                    <a:pt x="0" y="76"/>
                  </a:cubicBezTo>
                  <a:cubicBezTo>
                    <a:pt x="0" y="80"/>
                    <a:pt x="1" y="83"/>
                    <a:pt x="5" y="86"/>
                  </a:cubicBezTo>
                  <a:cubicBezTo>
                    <a:pt x="5" y="86"/>
                    <a:pt x="28" y="101"/>
                    <a:pt x="56" y="118"/>
                  </a:cubicBezTo>
                  <a:cubicBezTo>
                    <a:pt x="70" y="125"/>
                    <a:pt x="84" y="134"/>
                    <a:pt x="98" y="141"/>
                  </a:cubicBezTo>
                  <a:cubicBezTo>
                    <a:pt x="105" y="143"/>
                    <a:pt x="112" y="146"/>
                    <a:pt x="119" y="148"/>
                  </a:cubicBezTo>
                  <a:cubicBezTo>
                    <a:pt x="125" y="149"/>
                    <a:pt x="132" y="150"/>
                    <a:pt x="137" y="150"/>
                  </a:cubicBezTo>
                  <a:cubicBezTo>
                    <a:pt x="158" y="150"/>
                    <a:pt x="177" y="142"/>
                    <a:pt x="191" y="129"/>
                  </a:cubicBezTo>
                  <a:cubicBezTo>
                    <a:pt x="205" y="115"/>
                    <a:pt x="213" y="97"/>
                    <a:pt x="213" y="76"/>
                  </a:cubicBezTo>
                  <a:cubicBezTo>
                    <a:pt x="213" y="55"/>
                    <a:pt x="205" y="37"/>
                    <a:pt x="191" y="23"/>
                  </a:cubicBezTo>
                  <a:cubicBezTo>
                    <a:pt x="177" y="9"/>
                    <a:pt x="158" y="0"/>
                    <a:pt x="137" y="0"/>
                  </a:cubicBezTo>
                  <a:cubicBezTo>
                    <a:pt x="132" y="0"/>
                    <a:pt x="125" y="2"/>
                    <a:pt x="119" y="4"/>
                  </a:cubicBezTo>
                  <a:cubicBezTo>
                    <a:pt x="108" y="7"/>
                    <a:pt x="95" y="13"/>
                    <a:pt x="83" y="20"/>
                  </a:cubicBezTo>
                  <a:cubicBezTo>
                    <a:pt x="63" y="28"/>
                    <a:pt x="45" y="41"/>
                    <a:pt x="29" y="49"/>
                  </a:cubicBezTo>
                  <a:cubicBezTo>
                    <a:pt x="15" y="59"/>
                    <a:pt x="5" y="66"/>
                    <a:pt x="5" y="66"/>
                  </a:cubicBezTo>
                  <a:close/>
                  <a:moveTo>
                    <a:pt x="109" y="34"/>
                  </a:moveTo>
                  <a:lnTo>
                    <a:pt x="109" y="34"/>
                  </a:lnTo>
                  <a:cubicBezTo>
                    <a:pt x="115" y="31"/>
                    <a:pt x="120" y="28"/>
                    <a:pt x="126" y="27"/>
                  </a:cubicBezTo>
                  <a:cubicBezTo>
                    <a:pt x="130" y="25"/>
                    <a:pt x="135" y="25"/>
                    <a:pt x="137" y="25"/>
                  </a:cubicBezTo>
                  <a:cubicBezTo>
                    <a:pt x="144" y="25"/>
                    <a:pt x="151" y="27"/>
                    <a:pt x="157" y="30"/>
                  </a:cubicBezTo>
                  <a:cubicBezTo>
                    <a:pt x="167" y="32"/>
                    <a:pt x="174" y="39"/>
                    <a:pt x="179" y="48"/>
                  </a:cubicBezTo>
                  <a:cubicBezTo>
                    <a:pt x="185" y="56"/>
                    <a:pt x="188" y="65"/>
                    <a:pt x="188" y="76"/>
                  </a:cubicBezTo>
                  <a:cubicBezTo>
                    <a:pt x="188" y="90"/>
                    <a:pt x="182" y="103"/>
                    <a:pt x="174" y="111"/>
                  </a:cubicBezTo>
                  <a:cubicBezTo>
                    <a:pt x="168" y="117"/>
                    <a:pt x="163" y="119"/>
                    <a:pt x="157" y="122"/>
                  </a:cubicBezTo>
                  <a:cubicBezTo>
                    <a:pt x="151" y="125"/>
                    <a:pt x="144" y="127"/>
                    <a:pt x="137" y="127"/>
                  </a:cubicBezTo>
                  <a:cubicBezTo>
                    <a:pt x="136" y="127"/>
                    <a:pt x="135" y="127"/>
                    <a:pt x="133" y="127"/>
                  </a:cubicBezTo>
                  <a:cubicBezTo>
                    <a:pt x="129" y="125"/>
                    <a:pt x="123" y="124"/>
                    <a:pt x="119" y="122"/>
                  </a:cubicBezTo>
                  <a:cubicBezTo>
                    <a:pt x="109" y="118"/>
                    <a:pt x="98" y="112"/>
                    <a:pt x="87" y="107"/>
                  </a:cubicBezTo>
                  <a:cubicBezTo>
                    <a:pt x="70" y="98"/>
                    <a:pt x="53" y="87"/>
                    <a:pt x="40" y="80"/>
                  </a:cubicBezTo>
                  <a:cubicBezTo>
                    <a:pt x="38" y="79"/>
                    <a:pt x="36" y="77"/>
                    <a:pt x="33" y="76"/>
                  </a:cubicBezTo>
                  <a:cubicBezTo>
                    <a:pt x="43" y="70"/>
                    <a:pt x="56" y="62"/>
                    <a:pt x="69" y="55"/>
                  </a:cubicBezTo>
                  <a:cubicBezTo>
                    <a:pt x="83" y="46"/>
                    <a:pt x="97" y="39"/>
                    <a:pt x="109"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8" name="Freeform 258">
              <a:extLst>
                <a:ext uri="{FF2B5EF4-FFF2-40B4-BE49-F238E27FC236}">
                  <a16:creationId xmlns:a16="http://schemas.microsoft.com/office/drawing/2014/main" id="{56F009BC-FB7C-D13D-DF72-6A279F46EDEB}"/>
                </a:ext>
              </a:extLst>
            </p:cNvPr>
            <p:cNvSpPr>
              <a:spLocks noChangeArrowheads="1"/>
            </p:cNvSpPr>
            <p:nvPr/>
          </p:nvSpPr>
          <p:spPr bwMode="auto">
            <a:xfrm>
              <a:off x="6323013" y="4984750"/>
              <a:ext cx="53975" cy="76200"/>
            </a:xfrm>
            <a:custGeom>
              <a:avLst/>
              <a:gdLst>
                <a:gd name="T0" fmla="*/ 101 w 151"/>
                <a:gd name="T1" fmla="*/ 29 h 213"/>
                <a:gd name="T2" fmla="*/ 101 w 151"/>
                <a:gd name="T3" fmla="*/ 29 h 213"/>
                <a:gd name="T4" fmla="*/ 84 w 151"/>
                <a:gd name="T5" fmla="*/ 4 h 213"/>
                <a:gd name="T6" fmla="*/ 74 w 151"/>
                <a:gd name="T7" fmla="*/ 0 h 213"/>
                <a:gd name="T8" fmla="*/ 64 w 151"/>
                <a:gd name="T9" fmla="*/ 4 h 213"/>
                <a:gd name="T10" fmla="*/ 32 w 151"/>
                <a:gd name="T11" fmla="*/ 54 h 213"/>
                <a:gd name="T12" fmla="*/ 11 w 151"/>
                <a:gd name="T13" fmla="*/ 98 h 213"/>
                <a:gd name="T14" fmla="*/ 3 w 151"/>
                <a:gd name="T15" fmla="*/ 118 h 213"/>
                <a:gd name="T16" fmla="*/ 0 w 151"/>
                <a:gd name="T17" fmla="*/ 137 h 213"/>
                <a:gd name="T18" fmla="*/ 21 w 151"/>
                <a:gd name="T19" fmla="*/ 191 h 213"/>
                <a:gd name="T20" fmla="*/ 74 w 151"/>
                <a:gd name="T21" fmla="*/ 212 h 213"/>
                <a:gd name="T22" fmla="*/ 127 w 151"/>
                <a:gd name="T23" fmla="*/ 191 h 213"/>
                <a:gd name="T24" fmla="*/ 150 w 151"/>
                <a:gd name="T25" fmla="*/ 137 h 213"/>
                <a:gd name="T26" fmla="*/ 146 w 151"/>
                <a:gd name="T27" fmla="*/ 118 h 213"/>
                <a:gd name="T28" fmla="*/ 130 w 151"/>
                <a:gd name="T29" fmla="*/ 81 h 213"/>
                <a:gd name="T30" fmla="*/ 101 w 151"/>
                <a:gd name="T31" fmla="*/ 29 h 213"/>
                <a:gd name="T32" fmla="*/ 111 w 151"/>
                <a:gd name="T33" fmla="*/ 172 h 213"/>
                <a:gd name="T34" fmla="*/ 111 w 151"/>
                <a:gd name="T35" fmla="*/ 172 h 213"/>
                <a:gd name="T36" fmla="*/ 94 w 151"/>
                <a:gd name="T37" fmla="*/ 184 h 213"/>
                <a:gd name="T38" fmla="*/ 74 w 151"/>
                <a:gd name="T39" fmla="*/ 188 h 213"/>
                <a:gd name="T40" fmla="*/ 54 w 151"/>
                <a:gd name="T41" fmla="*/ 184 h 213"/>
                <a:gd name="T42" fmla="*/ 32 w 151"/>
                <a:gd name="T43" fmla="*/ 165 h 213"/>
                <a:gd name="T44" fmla="*/ 24 w 151"/>
                <a:gd name="T45" fmla="*/ 137 h 213"/>
                <a:gd name="T46" fmla="*/ 25 w 151"/>
                <a:gd name="T47" fmla="*/ 132 h 213"/>
                <a:gd name="T48" fmla="*/ 28 w 151"/>
                <a:gd name="T49" fmla="*/ 118 h 213"/>
                <a:gd name="T50" fmla="*/ 43 w 151"/>
                <a:gd name="T51" fmla="*/ 87 h 213"/>
                <a:gd name="T52" fmla="*/ 70 w 151"/>
                <a:gd name="T53" fmla="*/ 39 h 213"/>
                <a:gd name="T54" fmla="*/ 74 w 151"/>
                <a:gd name="T55" fmla="*/ 33 h 213"/>
                <a:gd name="T56" fmla="*/ 97 w 151"/>
                <a:gd name="T57" fmla="*/ 68 h 213"/>
                <a:gd name="T58" fmla="*/ 116 w 151"/>
                <a:gd name="T59" fmla="*/ 108 h 213"/>
                <a:gd name="T60" fmla="*/ 123 w 151"/>
                <a:gd name="T61" fmla="*/ 126 h 213"/>
                <a:gd name="T62" fmla="*/ 125 w 151"/>
                <a:gd name="T63" fmla="*/ 137 h 213"/>
                <a:gd name="T64" fmla="*/ 111 w 151"/>
                <a:gd name="T65" fmla="*/ 172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01" y="29"/>
                  </a:moveTo>
                  <a:lnTo>
                    <a:pt x="101" y="29"/>
                  </a:lnTo>
                  <a:cubicBezTo>
                    <a:pt x="91" y="15"/>
                    <a:pt x="84" y="4"/>
                    <a:pt x="84" y="4"/>
                  </a:cubicBezTo>
                  <a:cubicBezTo>
                    <a:pt x="83" y="1"/>
                    <a:pt x="78" y="0"/>
                    <a:pt x="74" y="0"/>
                  </a:cubicBezTo>
                  <a:cubicBezTo>
                    <a:pt x="70" y="0"/>
                    <a:pt x="67" y="1"/>
                    <a:pt x="64" y="4"/>
                  </a:cubicBezTo>
                  <a:cubicBezTo>
                    <a:pt x="64" y="4"/>
                    <a:pt x="49" y="28"/>
                    <a:pt x="32" y="54"/>
                  </a:cubicBezTo>
                  <a:cubicBezTo>
                    <a:pt x="25" y="68"/>
                    <a:pt x="17" y="84"/>
                    <a:pt x="11" y="98"/>
                  </a:cubicBezTo>
                  <a:cubicBezTo>
                    <a:pt x="7" y="105"/>
                    <a:pt x="4" y="112"/>
                    <a:pt x="3" y="118"/>
                  </a:cubicBezTo>
                  <a:cubicBezTo>
                    <a:pt x="1" y="125"/>
                    <a:pt x="0" y="130"/>
                    <a:pt x="0" y="137"/>
                  </a:cubicBezTo>
                  <a:cubicBezTo>
                    <a:pt x="0" y="158"/>
                    <a:pt x="8" y="177"/>
                    <a:pt x="21" y="191"/>
                  </a:cubicBezTo>
                  <a:cubicBezTo>
                    <a:pt x="35" y="203"/>
                    <a:pt x="54" y="212"/>
                    <a:pt x="74" y="212"/>
                  </a:cubicBezTo>
                  <a:cubicBezTo>
                    <a:pt x="95" y="212"/>
                    <a:pt x="113" y="203"/>
                    <a:pt x="127" y="191"/>
                  </a:cubicBezTo>
                  <a:cubicBezTo>
                    <a:pt x="141" y="177"/>
                    <a:pt x="150" y="158"/>
                    <a:pt x="150" y="137"/>
                  </a:cubicBezTo>
                  <a:cubicBezTo>
                    <a:pt x="150" y="130"/>
                    <a:pt x="149" y="125"/>
                    <a:pt x="146" y="118"/>
                  </a:cubicBezTo>
                  <a:cubicBezTo>
                    <a:pt x="143" y="106"/>
                    <a:pt x="137" y="95"/>
                    <a:pt x="130" y="81"/>
                  </a:cubicBezTo>
                  <a:cubicBezTo>
                    <a:pt x="122" y="63"/>
                    <a:pt x="109" y="43"/>
                    <a:pt x="101" y="29"/>
                  </a:cubicBezTo>
                  <a:close/>
                  <a:moveTo>
                    <a:pt x="111" y="172"/>
                  </a:moveTo>
                  <a:lnTo>
                    <a:pt x="111" y="172"/>
                  </a:lnTo>
                  <a:cubicBezTo>
                    <a:pt x="105" y="178"/>
                    <a:pt x="101" y="181"/>
                    <a:pt x="94" y="184"/>
                  </a:cubicBezTo>
                  <a:cubicBezTo>
                    <a:pt x="88" y="186"/>
                    <a:pt x="81" y="188"/>
                    <a:pt x="74" y="188"/>
                  </a:cubicBezTo>
                  <a:cubicBezTo>
                    <a:pt x="67" y="188"/>
                    <a:pt x="61" y="186"/>
                    <a:pt x="54" y="184"/>
                  </a:cubicBezTo>
                  <a:cubicBezTo>
                    <a:pt x="46" y="179"/>
                    <a:pt x="38" y="174"/>
                    <a:pt x="32" y="165"/>
                  </a:cubicBezTo>
                  <a:cubicBezTo>
                    <a:pt x="26" y="157"/>
                    <a:pt x="24" y="147"/>
                    <a:pt x="24" y="137"/>
                  </a:cubicBezTo>
                  <a:cubicBezTo>
                    <a:pt x="24" y="136"/>
                    <a:pt x="24" y="134"/>
                    <a:pt x="25" y="132"/>
                  </a:cubicBezTo>
                  <a:cubicBezTo>
                    <a:pt x="25" y="129"/>
                    <a:pt x="26" y="123"/>
                    <a:pt x="28" y="118"/>
                  </a:cubicBezTo>
                  <a:cubicBezTo>
                    <a:pt x="32" y="108"/>
                    <a:pt x="38" y="98"/>
                    <a:pt x="43" y="87"/>
                  </a:cubicBezTo>
                  <a:cubicBezTo>
                    <a:pt x="52" y="70"/>
                    <a:pt x="63" y="52"/>
                    <a:pt x="70" y="39"/>
                  </a:cubicBezTo>
                  <a:cubicBezTo>
                    <a:pt x="71" y="38"/>
                    <a:pt x="73" y="35"/>
                    <a:pt x="74" y="33"/>
                  </a:cubicBezTo>
                  <a:cubicBezTo>
                    <a:pt x="80" y="43"/>
                    <a:pt x="88" y="54"/>
                    <a:pt x="97" y="68"/>
                  </a:cubicBezTo>
                  <a:cubicBezTo>
                    <a:pt x="104" y="81"/>
                    <a:pt x="111" y="95"/>
                    <a:pt x="116" y="108"/>
                  </a:cubicBezTo>
                  <a:cubicBezTo>
                    <a:pt x="119" y="115"/>
                    <a:pt x="122" y="120"/>
                    <a:pt x="123" y="126"/>
                  </a:cubicBezTo>
                  <a:cubicBezTo>
                    <a:pt x="125" y="130"/>
                    <a:pt x="125" y="134"/>
                    <a:pt x="125" y="137"/>
                  </a:cubicBezTo>
                  <a:cubicBezTo>
                    <a:pt x="125" y="151"/>
                    <a:pt x="119" y="164"/>
                    <a:pt x="111" y="1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9" name="Freeform 259">
              <a:extLst>
                <a:ext uri="{FF2B5EF4-FFF2-40B4-BE49-F238E27FC236}">
                  <a16:creationId xmlns:a16="http://schemas.microsoft.com/office/drawing/2014/main" id="{C17B676C-D46E-88D0-A6A3-1741B05F1594}"/>
                </a:ext>
              </a:extLst>
            </p:cNvPr>
            <p:cNvSpPr>
              <a:spLocks noChangeArrowheads="1"/>
            </p:cNvSpPr>
            <p:nvPr/>
          </p:nvSpPr>
          <p:spPr bwMode="auto">
            <a:xfrm>
              <a:off x="6323013" y="4894263"/>
              <a:ext cx="53975" cy="76200"/>
            </a:xfrm>
            <a:custGeom>
              <a:avLst/>
              <a:gdLst>
                <a:gd name="T0" fmla="*/ 18 w 151"/>
                <a:gd name="T1" fmla="*/ 129 h 213"/>
                <a:gd name="T2" fmla="*/ 18 w 151"/>
                <a:gd name="T3" fmla="*/ 129 h 213"/>
                <a:gd name="T4" fmla="*/ 49 w 151"/>
                <a:gd name="T5" fmla="*/ 183 h 213"/>
                <a:gd name="T6" fmla="*/ 64 w 151"/>
                <a:gd name="T7" fmla="*/ 207 h 213"/>
                <a:gd name="T8" fmla="*/ 74 w 151"/>
                <a:gd name="T9" fmla="*/ 212 h 213"/>
                <a:gd name="T10" fmla="*/ 84 w 151"/>
                <a:gd name="T11" fmla="*/ 207 h 213"/>
                <a:gd name="T12" fmla="*/ 116 w 151"/>
                <a:gd name="T13" fmla="*/ 156 h 213"/>
                <a:gd name="T14" fmla="*/ 139 w 151"/>
                <a:gd name="T15" fmla="*/ 114 h 213"/>
                <a:gd name="T16" fmla="*/ 146 w 151"/>
                <a:gd name="T17" fmla="*/ 93 h 213"/>
                <a:gd name="T18" fmla="*/ 150 w 151"/>
                <a:gd name="T19" fmla="*/ 75 h 213"/>
                <a:gd name="T20" fmla="*/ 127 w 151"/>
                <a:gd name="T21" fmla="*/ 21 h 213"/>
                <a:gd name="T22" fmla="*/ 74 w 151"/>
                <a:gd name="T23" fmla="*/ 0 h 213"/>
                <a:gd name="T24" fmla="*/ 21 w 151"/>
                <a:gd name="T25" fmla="*/ 21 h 213"/>
                <a:gd name="T26" fmla="*/ 0 w 151"/>
                <a:gd name="T27" fmla="*/ 75 h 213"/>
                <a:gd name="T28" fmla="*/ 3 w 151"/>
                <a:gd name="T29" fmla="*/ 93 h 213"/>
                <a:gd name="T30" fmla="*/ 18 w 151"/>
                <a:gd name="T31" fmla="*/ 129 h 213"/>
                <a:gd name="T32" fmla="*/ 39 w 151"/>
                <a:gd name="T33" fmla="*/ 38 h 213"/>
                <a:gd name="T34" fmla="*/ 39 w 151"/>
                <a:gd name="T35" fmla="*/ 38 h 213"/>
                <a:gd name="T36" fmla="*/ 54 w 151"/>
                <a:gd name="T37" fmla="*/ 28 h 213"/>
                <a:gd name="T38" fmla="*/ 74 w 151"/>
                <a:gd name="T39" fmla="*/ 24 h 213"/>
                <a:gd name="T40" fmla="*/ 94 w 151"/>
                <a:gd name="T41" fmla="*/ 28 h 213"/>
                <a:gd name="T42" fmla="*/ 116 w 151"/>
                <a:gd name="T43" fmla="*/ 47 h 213"/>
                <a:gd name="T44" fmla="*/ 125 w 151"/>
                <a:gd name="T45" fmla="*/ 75 h 213"/>
                <a:gd name="T46" fmla="*/ 125 w 151"/>
                <a:gd name="T47" fmla="*/ 80 h 213"/>
                <a:gd name="T48" fmla="*/ 120 w 151"/>
                <a:gd name="T49" fmla="*/ 94 h 213"/>
                <a:gd name="T50" fmla="*/ 106 w 151"/>
                <a:gd name="T51" fmla="*/ 125 h 213"/>
                <a:gd name="T52" fmla="*/ 78 w 151"/>
                <a:gd name="T53" fmla="*/ 173 h 213"/>
                <a:gd name="T54" fmla="*/ 74 w 151"/>
                <a:gd name="T55" fmla="*/ 179 h 213"/>
                <a:gd name="T56" fmla="*/ 53 w 151"/>
                <a:gd name="T57" fmla="*/ 143 h 213"/>
                <a:gd name="T58" fmla="*/ 32 w 151"/>
                <a:gd name="T59" fmla="*/ 103 h 213"/>
                <a:gd name="T60" fmla="*/ 26 w 151"/>
                <a:gd name="T61" fmla="*/ 86 h 213"/>
                <a:gd name="T62" fmla="*/ 24 w 151"/>
                <a:gd name="T63" fmla="*/ 75 h 213"/>
                <a:gd name="T64" fmla="*/ 39 w 151"/>
                <a:gd name="T65" fmla="*/ 38 h 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51" h="213">
                  <a:moveTo>
                    <a:pt x="18" y="129"/>
                  </a:moveTo>
                  <a:lnTo>
                    <a:pt x="18" y="129"/>
                  </a:lnTo>
                  <a:cubicBezTo>
                    <a:pt x="28" y="149"/>
                    <a:pt x="39" y="169"/>
                    <a:pt x="49" y="183"/>
                  </a:cubicBezTo>
                  <a:cubicBezTo>
                    <a:pt x="57" y="197"/>
                    <a:pt x="64" y="207"/>
                    <a:pt x="64" y="207"/>
                  </a:cubicBezTo>
                  <a:cubicBezTo>
                    <a:pt x="67" y="211"/>
                    <a:pt x="70" y="212"/>
                    <a:pt x="74" y="212"/>
                  </a:cubicBezTo>
                  <a:cubicBezTo>
                    <a:pt x="78" y="212"/>
                    <a:pt x="83" y="211"/>
                    <a:pt x="84" y="207"/>
                  </a:cubicBezTo>
                  <a:cubicBezTo>
                    <a:pt x="84" y="207"/>
                    <a:pt x="101" y="184"/>
                    <a:pt x="116" y="156"/>
                  </a:cubicBezTo>
                  <a:cubicBezTo>
                    <a:pt x="125" y="143"/>
                    <a:pt x="133" y="128"/>
                    <a:pt x="139" y="114"/>
                  </a:cubicBezTo>
                  <a:cubicBezTo>
                    <a:pt x="141" y="107"/>
                    <a:pt x="144" y="100"/>
                    <a:pt x="146" y="93"/>
                  </a:cubicBezTo>
                  <a:cubicBezTo>
                    <a:pt x="149" y="87"/>
                    <a:pt x="150" y="80"/>
                    <a:pt x="150" y="75"/>
                  </a:cubicBezTo>
                  <a:cubicBezTo>
                    <a:pt x="150" y="54"/>
                    <a:pt x="141" y="35"/>
                    <a:pt x="127" y="21"/>
                  </a:cubicBezTo>
                  <a:cubicBezTo>
                    <a:pt x="113" y="9"/>
                    <a:pt x="95" y="0"/>
                    <a:pt x="74" y="0"/>
                  </a:cubicBezTo>
                  <a:cubicBezTo>
                    <a:pt x="54" y="0"/>
                    <a:pt x="35" y="9"/>
                    <a:pt x="21" y="21"/>
                  </a:cubicBezTo>
                  <a:cubicBezTo>
                    <a:pt x="8" y="35"/>
                    <a:pt x="0" y="54"/>
                    <a:pt x="0" y="75"/>
                  </a:cubicBezTo>
                  <a:cubicBezTo>
                    <a:pt x="0" y="80"/>
                    <a:pt x="1" y="87"/>
                    <a:pt x="3" y="93"/>
                  </a:cubicBezTo>
                  <a:cubicBezTo>
                    <a:pt x="5" y="104"/>
                    <a:pt x="11" y="117"/>
                    <a:pt x="18" y="129"/>
                  </a:cubicBezTo>
                  <a:close/>
                  <a:moveTo>
                    <a:pt x="39" y="38"/>
                  </a:moveTo>
                  <a:lnTo>
                    <a:pt x="39" y="38"/>
                  </a:lnTo>
                  <a:cubicBezTo>
                    <a:pt x="43" y="34"/>
                    <a:pt x="49" y="31"/>
                    <a:pt x="54" y="28"/>
                  </a:cubicBezTo>
                  <a:cubicBezTo>
                    <a:pt x="61" y="26"/>
                    <a:pt x="67" y="24"/>
                    <a:pt x="74" y="24"/>
                  </a:cubicBezTo>
                  <a:cubicBezTo>
                    <a:pt x="81" y="24"/>
                    <a:pt x="88" y="26"/>
                    <a:pt x="94" y="28"/>
                  </a:cubicBezTo>
                  <a:cubicBezTo>
                    <a:pt x="104" y="31"/>
                    <a:pt x="111" y="38"/>
                    <a:pt x="116" y="47"/>
                  </a:cubicBezTo>
                  <a:cubicBezTo>
                    <a:pt x="122" y="55"/>
                    <a:pt x="125" y="63"/>
                    <a:pt x="125" y="75"/>
                  </a:cubicBezTo>
                  <a:cubicBezTo>
                    <a:pt x="125" y="76"/>
                    <a:pt x="125" y="78"/>
                    <a:pt x="125" y="80"/>
                  </a:cubicBezTo>
                  <a:cubicBezTo>
                    <a:pt x="123" y="83"/>
                    <a:pt x="122" y="89"/>
                    <a:pt x="120" y="94"/>
                  </a:cubicBezTo>
                  <a:cubicBezTo>
                    <a:pt x="118" y="103"/>
                    <a:pt x="112" y="114"/>
                    <a:pt x="106" y="125"/>
                  </a:cubicBezTo>
                  <a:cubicBezTo>
                    <a:pt x="97" y="142"/>
                    <a:pt x="87" y="159"/>
                    <a:pt x="78" y="173"/>
                  </a:cubicBezTo>
                  <a:cubicBezTo>
                    <a:pt x="77" y="174"/>
                    <a:pt x="76" y="177"/>
                    <a:pt x="74" y="179"/>
                  </a:cubicBezTo>
                  <a:cubicBezTo>
                    <a:pt x="68" y="169"/>
                    <a:pt x="60" y="156"/>
                    <a:pt x="53" y="143"/>
                  </a:cubicBezTo>
                  <a:cubicBezTo>
                    <a:pt x="45" y="129"/>
                    <a:pt x="38" y="115"/>
                    <a:pt x="32" y="103"/>
                  </a:cubicBezTo>
                  <a:cubicBezTo>
                    <a:pt x="29" y="97"/>
                    <a:pt x="28" y="92"/>
                    <a:pt x="26" y="86"/>
                  </a:cubicBezTo>
                  <a:cubicBezTo>
                    <a:pt x="25" y="82"/>
                    <a:pt x="24" y="78"/>
                    <a:pt x="24" y="75"/>
                  </a:cubicBezTo>
                  <a:cubicBezTo>
                    <a:pt x="24" y="61"/>
                    <a:pt x="29" y="48"/>
                    <a:pt x="39" y="3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0" name="Group 734">
            <a:extLst>
              <a:ext uri="{FF2B5EF4-FFF2-40B4-BE49-F238E27FC236}">
                <a16:creationId xmlns:a16="http://schemas.microsoft.com/office/drawing/2014/main" id="{4B4DF382-5DED-BCFE-B5B0-8215F131218E}"/>
              </a:ext>
            </a:extLst>
          </p:cNvPr>
          <p:cNvGrpSpPr/>
          <p:nvPr/>
        </p:nvGrpSpPr>
        <p:grpSpPr>
          <a:xfrm>
            <a:off x="3721224" y="6097479"/>
            <a:ext cx="219075" cy="315913"/>
            <a:chOff x="3168650" y="4616450"/>
            <a:chExt cx="219075" cy="315913"/>
          </a:xfrm>
          <a:solidFill>
            <a:schemeClr val="accent4"/>
          </a:solidFill>
        </p:grpSpPr>
        <p:sp>
          <p:nvSpPr>
            <p:cNvPr id="681" name="Freeform 599">
              <a:extLst>
                <a:ext uri="{FF2B5EF4-FFF2-40B4-BE49-F238E27FC236}">
                  <a16:creationId xmlns:a16="http://schemas.microsoft.com/office/drawing/2014/main" id="{22D33644-AB45-1621-E459-8C9734E06181}"/>
                </a:ext>
              </a:extLst>
            </p:cNvPr>
            <p:cNvSpPr>
              <a:spLocks noChangeArrowheads="1"/>
            </p:cNvSpPr>
            <p:nvPr/>
          </p:nvSpPr>
          <p:spPr bwMode="auto">
            <a:xfrm>
              <a:off x="3168650" y="4616450"/>
              <a:ext cx="219075" cy="315913"/>
            </a:xfrm>
            <a:custGeom>
              <a:avLst/>
              <a:gdLst>
                <a:gd name="T0" fmla="*/ 588 w 609"/>
                <a:gd name="T1" fmla="*/ 181 h 877"/>
                <a:gd name="T2" fmla="*/ 424 w 609"/>
                <a:gd name="T3" fmla="*/ 23 h 877"/>
                <a:gd name="T4" fmla="*/ 203 w 609"/>
                <a:gd name="T5" fmla="*/ 18 h 877"/>
                <a:gd name="T6" fmla="*/ 55 w 609"/>
                <a:gd name="T7" fmla="*/ 128 h 877"/>
                <a:gd name="T8" fmla="*/ 0 w 609"/>
                <a:gd name="T9" fmla="*/ 301 h 877"/>
                <a:gd name="T10" fmla="*/ 17 w 609"/>
                <a:gd name="T11" fmla="*/ 405 h 877"/>
                <a:gd name="T12" fmla="*/ 47 w 609"/>
                <a:gd name="T13" fmla="*/ 394 h 877"/>
                <a:gd name="T14" fmla="*/ 47 w 609"/>
                <a:gd name="T15" fmla="*/ 394 h 877"/>
                <a:gd name="T16" fmla="*/ 47 w 609"/>
                <a:gd name="T17" fmla="*/ 394 h 877"/>
                <a:gd name="T18" fmla="*/ 33 w 609"/>
                <a:gd name="T19" fmla="*/ 301 h 877"/>
                <a:gd name="T20" fmla="*/ 81 w 609"/>
                <a:gd name="T21" fmla="*/ 147 h 877"/>
                <a:gd name="T22" fmla="*/ 213 w 609"/>
                <a:gd name="T23" fmla="*/ 48 h 877"/>
                <a:gd name="T24" fmla="*/ 412 w 609"/>
                <a:gd name="T25" fmla="*/ 53 h 877"/>
                <a:gd name="T26" fmla="*/ 557 w 609"/>
                <a:gd name="T27" fmla="*/ 193 h 877"/>
                <a:gd name="T28" fmla="*/ 551 w 609"/>
                <a:gd name="T29" fmla="*/ 409 h 877"/>
                <a:gd name="T30" fmla="*/ 433 w 609"/>
                <a:gd name="T31" fmla="*/ 576 h 877"/>
                <a:gd name="T32" fmla="*/ 389 w 609"/>
                <a:gd name="T33" fmla="*/ 729 h 877"/>
                <a:gd name="T34" fmla="*/ 368 w 609"/>
                <a:gd name="T35" fmla="*/ 792 h 877"/>
                <a:gd name="T36" fmla="*/ 295 w 609"/>
                <a:gd name="T37" fmla="*/ 839 h 877"/>
                <a:gd name="T38" fmla="*/ 231 w 609"/>
                <a:gd name="T39" fmla="*/ 839 h 877"/>
                <a:gd name="T40" fmla="*/ 183 w 609"/>
                <a:gd name="T41" fmla="*/ 800 h 877"/>
                <a:gd name="T42" fmla="*/ 158 w 609"/>
                <a:gd name="T43" fmla="*/ 736 h 877"/>
                <a:gd name="T44" fmla="*/ 157 w 609"/>
                <a:gd name="T45" fmla="*/ 730 h 877"/>
                <a:gd name="T46" fmla="*/ 157 w 609"/>
                <a:gd name="T47" fmla="*/ 730 h 877"/>
                <a:gd name="T48" fmla="*/ 154 w 609"/>
                <a:gd name="T49" fmla="*/ 730 h 877"/>
                <a:gd name="T50" fmla="*/ 157 w 609"/>
                <a:gd name="T51" fmla="*/ 730 h 877"/>
                <a:gd name="T52" fmla="*/ 153 w 609"/>
                <a:gd name="T53" fmla="*/ 730 h 877"/>
                <a:gd name="T54" fmla="*/ 157 w 609"/>
                <a:gd name="T55" fmla="*/ 730 h 877"/>
                <a:gd name="T56" fmla="*/ 128 w 609"/>
                <a:gd name="T57" fmla="*/ 755 h 877"/>
                <a:gd name="T58" fmla="*/ 157 w 609"/>
                <a:gd name="T59" fmla="*/ 819 h 877"/>
                <a:gd name="T60" fmla="*/ 212 w 609"/>
                <a:gd name="T61" fmla="*/ 866 h 877"/>
                <a:gd name="T62" fmla="*/ 302 w 609"/>
                <a:gd name="T63" fmla="*/ 872 h 877"/>
                <a:gd name="T64" fmla="*/ 387 w 609"/>
                <a:gd name="T65" fmla="*/ 822 h 877"/>
                <a:gd name="T66" fmla="*/ 422 w 609"/>
                <a:gd name="T67" fmla="*/ 733 h 877"/>
                <a:gd name="T68" fmla="*/ 461 w 609"/>
                <a:gd name="T69" fmla="*/ 593 h 877"/>
                <a:gd name="T70" fmla="*/ 581 w 609"/>
                <a:gd name="T71" fmla="*/ 423 h 877"/>
                <a:gd name="T72" fmla="*/ 588 w 609"/>
                <a:gd name="T73" fmla="*/ 181 h 8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09" h="877">
                  <a:moveTo>
                    <a:pt x="588" y="181"/>
                  </a:moveTo>
                  <a:lnTo>
                    <a:pt x="588" y="181"/>
                  </a:lnTo>
                  <a:cubicBezTo>
                    <a:pt x="574" y="148"/>
                    <a:pt x="553" y="117"/>
                    <a:pt x="527" y="91"/>
                  </a:cubicBezTo>
                  <a:cubicBezTo>
                    <a:pt x="497" y="60"/>
                    <a:pt x="463" y="38"/>
                    <a:pt x="424" y="23"/>
                  </a:cubicBezTo>
                  <a:cubicBezTo>
                    <a:pt x="387" y="7"/>
                    <a:pt x="346" y="0"/>
                    <a:pt x="306" y="0"/>
                  </a:cubicBezTo>
                  <a:cubicBezTo>
                    <a:pt x="272" y="0"/>
                    <a:pt x="236" y="5"/>
                    <a:pt x="203" y="18"/>
                  </a:cubicBezTo>
                  <a:cubicBezTo>
                    <a:pt x="169" y="29"/>
                    <a:pt x="137" y="47"/>
                    <a:pt x="109" y="70"/>
                  </a:cubicBezTo>
                  <a:cubicBezTo>
                    <a:pt x="87" y="88"/>
                    <a:pt x="69" y="107"/>
                    <a:pt x="55" y="128"/>
                  </a:cubicBezTo>
                  <a:cubicBezTo>
                    <a:pt x="33" y="156"/>
                    <a:pt x="19" y="188"/>
                    <a:pt x="11" y="217"/>
                  </a:cubicBezTo>
                  <a:cubicBezTo>
                    <a:pt x="3" y="247"/>
                    <a:pt x="0" y="276"/>
                    <a:pt x="0" y="301"/>
                  </a:cubicBezTo>
                  <a:cubicBezTo>
                    <a:pt x="0" y="331"/>
                    <a:pt x="4" y="357"/>
                    <a:pt x="8" y="375"/>
                  </a:cubicBezTo>
                  <a:cubicBezTo>
                    <a:pt x="13" y="394"/>
                    <a:pt x="17" y="405"/>
                    <a:pt x="17" y="405"/>
                  </a:cubicBezTo>
                  <a:cubicBezTo>
                    <a:pt x="40" y="397"/>
                    <a:pt x="40" y="397"/>
                    <a:pt x="40" y="397"/>
                  </a:cubicBezTo>
                  <a:cubicBezTo>
                    <a:pt x="47" y="394"/>
                    <a:pt x="47" y="394"/>
                    <a:pt x="47" y="394"/>
                  </a:cubicBezTo>
                  <a:lnTo>
                    <a:pt x="47" y="394"/>
                  </a:lnTo>
                  <a:lnTo>
                    <a:pt x="47" y="394"/>
                  </a:lnTo>
                  <a:lnTo>
                    <a:pt x="47" y="394"/>
                  </a:lnTo>
                  <a:lnTo>
                    <a:pt x="47" y="394"/>
                  </a:lnTo>
                  <a:cubicBezTo>
                    <a:pt x="47" y="394"/>
                    <a:pt x="44" y="384"/>
                    <a:pt x="40" y="368"/>
                  </a:cubicBezTo>
                  <a:cubicBezTo>
                    <a:pt x="36" y="351"/>
                    <a:pt x="33" y="328"/>
                    <a:pt x="33" y="301"/>
                  </a:cubicBezTo>
                  <a:cubicBezTo>
                    <a:pt x="33" y="270"/>
                    <a:pt x="37" y="235"/>
                    <a:pt x="52" y="199"/>
                  </a:cubicBezTo>
                  <a:cubicBezTo>
                    <a:pt x="59" y="182"/>
                    <a:pt x="69" y="165"/>
                    <a:pt x="81" y="147"/>
                  </a:cubicBezTo>
                  <a:cubicBezTo>
                    <a:pt x="94" y="129"/>
                    <a:pt x="110" y="112"/>
                    <a:pt x="129" y="96"/>
                  </a:cubicBezTo>
                  <a:cubicBezTo>
                    <a:pt x="155" y="74"/>
                    <a:pt x="184" y="59"/>
                    <a:pt x="213" y="48"/>
                  </a:cubicBezTo>
                  <a:cubicBezTo>
                    <a:pt x="243" y="38"/>
                    <a:pt x="275" y="33"/>
                    <a:pt x="306" y="33"/>
                  </a:cubicBezTo>
                  <a:cubicBezTo>
                    <a:pt x="342" y="33"/>
                    <a:pt x="379" y="40"/>
                    <a:pt x="412" y="53"/>
                  </a:cubicBezTo>
                  <a:cubicBezTo>
                    <a:pt x="446" y="67"/>
                    <a:pt x="478" y="86"/>
                    <a:pt x="504" y="114"/>
                  </a:cubicBezTo>
                  <a:cubicBezTo>
                    <a:pt x="527" y="137"/>
                    <a:pt x="545" y="163"/>
                    <a:pt x="557" y="193"/>
                  </a:cubicBezTo>
                  <a:cubicBezTo>
                    <a:pt x="570" y="224"/>
                    <a:pt x="575" y="257"/>
                    <a:pt x="575" y="290"/>
                  </a:cubicBezTo>
                  <a:cubicBezTo>
                    <a:pt x="575" y="328"/>
                    <a:pt x="567" y="369"/>
                    <a:pt x="551" y="409"/>
                  </a:cubicBezTo>
                  <a:cubicBezTo>
                    <a:pt x="533" y="450"/>
                    <a:pt x="507" y="490"/>
                    <a:pt x="470" y="527"/>
                  </a:cubicBezTo>
                  <a:cubicBezTo>
                    <a:pt x="455" y="543"/>
                    <a:pt x="442" y="560"/>
                    <a:pt x="433" y="576"/>
                  </a:cubicBezTo>
                  <a:cubicBezTo>
                    <a:pt x="416" y="607"/>
                    <a:pt x="406" y="637"/>
                    <a:pt x="401" y="666"/>
                  </a:cubicBezTo>
                  <a:cubicBezTo>
                    <a:pt x="395" y="688"/>
                    <a:pt x="393" y="710"/>
                    <a:pt x="389" y="729"/>
                  </a:cubicBezTo>
                  <a:cubicBezTo>
                    <a:pt x="386" y="742"/>
                    <a:pt x="383" y="756"/>
                    <a:pt x="379" y="769"/>
                  </a:cubicBezTo>
                  <a:cubicBezTo>
                    <a:pt x="375" y="777"/>
                    <a:pt x="372" y="785"/>
                    <a:pt x="368" y="792"/>
                  </a:cubicBezTo>
                  <a:cubicBezTo>
                    <a:pt x="361" y="803"/>
                    <a:pt x="353" y="813"/>
                    <a:pt x="342" y="821"/>
                  </a:cubicBezTo>
                  <a:cubicBezTo>
                    <a:pt x="331" y="829"/>
                    <a:pt x="316" y="834"/>
                    <a:pt x="295" y="839"/>
                  </a:cubicBezTo>
                  <a:cubicBezTo>
                    <a:pt x="284" y="841"/>
                    <a:pt x="273" y="843"/>
                    <a:pt x="264" y="843"/>
                  </a:cubicBezTo>
                  <a:cubicBezTo>
                    <a:pt x="251" y="843"/>
                    <a:pt x="240" y="841"/>
                    <a:pt x="231" y="839"/>
                  </a:cubicBezTo>
                  <a:cubicBezTo>
                    <a:pt x="224" y="836"/>
                    <a:pt x="216" y="832"/>
                    <a:pt x="210" y="828"/>
                  </a:cubicBezTo>
                  <a:cubicBezTo>
                    <a:pt x="199" y="821"/>
                    <a:pt x="190" y="811"/>
                    <a:pt x="183" y="800"/>
                  </a:cubicBezTo>
                  <a:cubicBezTo>
                    <a:pt x="172" y="785"/>
                    <a:pt x="165" y="767"/>
                    <a:pt x="161" y="753"/>
                  </a:cubicBezTo>
                  <a:cubicBezTo>
                    <a:pt x="159" y="747"/>
                    <a:pt x="158" y="740"/>
                    <a:pt x="158" y="736"/>
                  </a:cubicBezTo>
                  <a:cubicBezTo>
                    <a:pt x="157" y="734"/>
                    <a:pt x="157" y="733"/>
                    <a:pt x="157" y="732"/>
                  </a:cubicBezTo>
                  <a:lnTo>
                    <a:pt x="157" y="730"/>
                  </a:lnTo>
                  <a:lnTo>
                    <a:pt x="157" y="730"/>
                  </a:lnTo>
                  <a:lnTo>
                    <a:pt x="157" y="730"/>
                  </a:lnTo>
                  <a:lnTo>
                    <a:pt x="157" y="730"/>
                  </a:lnTo>
                  <a:cubicBezTo>
                    <a:pt x="154" y="730"/>
                    <a:pt x="154" y="730"/>
                    <a:pt x="154" y="730"/>
                  </a:cubicBezTo>
                  <a:lnTo>
                    <a:pt x="154" y="730"/>
                  </a:lnTo>
                  <a:cubicBezTo>
                    <a:pt x="157" y="730"/>
                    <a:pt x="157" y="730"/>
                    <a:pt x="157" y="730"/>
                  </a:cubicBezTo>
                  <a:lnTo>
                    <a:pt x="157" y="730"/>
                  </a:lnTo>
                  <a:cubicBezTo>
                    <a:pt x="153" y="730"/>
                    <a:pt x="153" y="730"/>
                    <a:pt x="153" y="730"/>
                  </a:cubicBezTo>
                  <a:cubicBezTo>
                    <a:pt x="142" y="732"/>
                    <a:pt x="142" y="732"/>
                    <a:pt x="142" y="732"/>
                  </a:cubicBezTo>
                  <a:cubicBezTo>
                    <a:pt x="157" y="730"/>
                    <a:pt x="157" y="730"/>
                    <a:pt x="157" y="730"/>
                  </a:cubicBezTo>
                  <a:cubicBezTo>
                    <a:pt x="124" y="733"/>
                    <a:pt x="124" y="733"/>
                    <a:pt x="124" y="733"/>
                  </a:cubicBezTo>
                  <a:cubicBezTo>
                    <a:pt x="124" y="734"/>
                    <a:pt x="125" y="742"/>
                    <a:pt x="128" y="755"/>
                  </a:cubicBezTo>
                  <a:cubicBezTo>
                    <a:pt x="131" y="766"/>
                    <a:pt x="135" y="777"/>
                    <a:pt x="140" y="791"/>
                  </a:cubicBezTo>
                  <a:cubicBezTo>
                    <a:pt x="144" y="800"/>
                    <a:pt x="150" y="810"/>
                    <a:pt x="157" y="819"/>
                  </a:cubicBezTo>
                  <a:cubicBezTo>
                    <a:pt x="161" y="828"/>
                    <a:pt x="168" y="834"/>
                    <a:pt x="175" y="841"/>
                  </a:cubicBezTo>
                  <a:cubicBezTo>
                    <a:pt x="184" y="851"/>
                    <a:pt x="196" y="859"/>
                    <a:pt x="212" y="866"/>
                  </a:cubicBezTo>
                  <a:cubicBezTo>
                    <a:pt x="227" y="872"/>
                    <a:pt x="243" y="876"/>
                    <a:pt x="264" y="876"/>
                  </a:cubicBezTo>
                  <a:cubicBezTo>
                    <a:pt x="276" y="876"/>
                    <a:pt x="288" y="874"/>
                    <a:pt x="302" y="872"/>
                  </a:cubicBezTo>
                  <a:cubicBezTo>
                    <a:pt x="324" y="867"/>
                    <a:pt x="341" y="861"/>
                    <a:pt x="356" y="851"/>
                  </a:cubicBezTo>
                  <a:cubicBezTo>
                    <a:pt x="368" y="843"/>
                    <a:pt x="379" y="833"/>
                    <a:pt x="387" y="822"/>
                  </a:cubicBezTo>
                  <a:cubicBezTo>
                    <a:pt x="394" y="813"/>
                    <a:pt x="400" y="803"/>
                    <a:pt x="405" y="792"/>
                  </a:cubicBezTo>
                  <a:cubicBezTo>
                    <a:pt x="413" y="773"/>
                    <a:pt x="417" y="753"/>
                    <a:pt x="422" y="733"/>
                  </a:cubicBezTo>
                  <a:cubicBezTo>
                    <a:pt x="427" y="701"/>
                    <a:pt x="433" y="670"/>
                    <a:pt x="442" y="638"/>
                  </a:cubicBezTo>
                  <a:cubicBezTo>
                    <a:pt x="446" y="623"/>
                    <a:pt x="453" y="608"/>
                    <a:pt x="461" y="593"/>
                  </a:cubicBezTo>
                  <a:cubicBezTo>
                    <a:pt x="470" y="578"/>
                    <a:pt x="479" y="564"/>
                    <a:pt x="493" y="550"/>
                  </a:cubicBezTo>
                  <a:cubicBezTo>
                    <a:pt x="533" y="509"/>
                    <a:pt x="562" y="467"/>
                    <a:pt x="581" y="423"/>
                  </a:cubicBezTo>
                  <a:cubicBezTo>
                    <a:pt x="599" y="379"/>
                    <a:pt x="608" y="333"/>
                    <a:pt x="608" y="290"/>
                  </a:cubicBezTo>
                  <a:cubicBezTo>
                    <a:pt x="608" y="252"/>
                    <a:pt x="601" y="215"/>
                    <a:pt x="588" y="1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2" name="Freeform 600">
              <a:extLst>
                <a:ext uri="{FF2B5EF4-FFF2-40B4-BE49-F238E27FC236}">
                  <a16:creationId xmlns:a16="http://schemas.microsoft.com/office/drawing/2014/main" id="{113A8089-3177-F8E9-6E5B-188FF03011A8}"/>
                </a:ext>
              </a:extLst>
            </p:cNvPr>
            <p:cNvSpPr>
              <a:spLocks noChangeArrowheads="1"/>
            </p:cNvSpPr>
            <p:nvPr/>
          </p:nvSpPr>
          <p:spPr bwMode="auto">
            <a:xfrm>
              <a:off x="3217863" y="4657725"/>
              <a:ext cx="128587" cy="195263"/>
            </a:xfrm>
            <a:custGeom>
              <a:avLst/>
              <a:gdLst>
                <a:gd name="T0" fmla="*/ 354 w 359"/>
                <a:gd name="T1" fmla="*/ 132 h 542"/>
                <a:gd name="T2" fmla="*/ 293 w 359"/>
                <a:gd name="T3" fmla="*/ 36 h 542"/>
                <a:gd name="T4" fmla="*/ 210 w 359"/>
                <a:gd name="T5" fmla="*/ 3 h 542"/>
                <a:gd name="T6" fmla="*/ 90 w 359"/>
                <a:gd name="T7" fmla="*/ 20 h 542"/>
                <a:gd name="T8" fmla="*/ 11 w 359"/>
                <a:gd name="T9" fmla="*/ 127 h 542"/>
                <a:gd name="T10" fmla="*/ 2 w 359"/>
                <a:gd name="T11" fmla="*/ 221 h 542"/>
                <a:gd name="T12" fmla="*/ 15 w 359"/>
                <a:gd name="T13" fmla="*/ 257 h 542"/>
                <a:gd name="T14" fmla="*/ 34 w 359"/>
                <a:gd name="T15" fmla="*/ 274 h 542"/>
                <a:gd name="T16" fmla="*/ 60 w 359"/>
                <a:gd name="T17" fmla="*/ 276 h 542"/>
                <a:gd name="T18" fmla="*/ 92 w 359"/>
                <a:gd name="T19" fmla="*/ 254 h 542"/>
                <a:gd name="T20" fmla="*/ 105 w 359"/>
                <a:gd name="T21" fmla="*/ 239 h 542"/>
                <a:gd name="T22" fmla="*/ 147 w 359"/>
                <a:gd name="T23" fmla="*/ 206 h 542"/>
                <a:gd name="T24" fmla="*/ 178 w 359"/>
                <a:gd name="T25" fmla="*/ 206 h 542"/>
                <a:gd name="T26" fmla="*/ 195 w 359"/>
                <a:gd name="T27" fmla="*/ 218 h 542"/>
                <a:gd name="T28" fmla="*/ 225 w 359"/>
                <a:gd name="T29" fmla="*/ 276 h 542"/>
                <a:gd name="T30" fmla="*/ 212 w 359"/>
                <a:gd name="T31" fmla="*/ 307 h 542"/>
                <a:gd name="T32" fmla="*/ 152 w 359"/>
                <a:gd name="T33" fmla="*/ 357 h 542"/>
                <a:gd name="T34" fmla="*/ 107 w 359"/>
                <a:gd name="T35" fmla="*/ 467 h 542"/>
                <a:gd name="T36" fmla="*/ 100 w 359"/>
                <a:gd name="T37" fmla="*/ 494 h 542"/>
                <a:gd name="T38" fmla="*/ 86 w 359"/>
                <a:gd name="T39" fmla="*/ 506 h 542"/>
                <a:gd name="T40" fmla="*/ 68 w 359"/>
                <a:gd name="T41" fmla="*/ 505 h 542"/>
                <a:gd name="T42" fmla="*/ 66 w 359"/>
                <a:gd name="T43" fmla="*/ 504 h 542"/>
                <a:gd name="T44" fmla="*/ 56 w 359"/>
                <a:gd name="T45" fmla="*/ 489 h 542"/>
                <a:gd name="T46" fmla="*/ 48 w 359"/>
                <a:gd name="T47" fmla="*/ 435 h 542"/>
                <a:gd name="T48" fmla="*/ 49 w 359"/>
                <a:gd name="T49" fmla="*/ 418 h 542"/>
                <a:gd name="T50" fmla="*/ 15 w 359"/>
                <a:gd name="T51" fmla="*/ 423 h 542"/>
                <a:gd name="T52" fmla="*/ 16 w 359"/>
                <a:gd name="T53" fmla="*/ 462 h 542"/>
                <a:gd name="T54" fmla="*/ 33 w 359"/>
                <a:gd name="T55" fmla="*/ 515 h 542"/>
                <a:gd name="T56" fmla="*/ 59 w 359"/>
                <a:gd name="T57" fmla="*/ 537 h 542"/>
                <a:gd name="T58" fmla="*/ 105 w 359"/>
                <a:gd name="T59" fmla="*/ 534 h 542"/>
                <a:gd name="T60" fmla="*/ 136 w 359"/>
                <a:gd name="T61" fmla="*/ 497 h 542"/>
                <a:gd name="T62" fmla="*/ 144 w 359"/>
                <a:gd name="T63" fmla="*/ 439 h 542"/>
                <a:gd name="T64" fmla="*/ 207 w 359"/>
                <a:gd name="T65" fmla="*/ 354 h 542"/>
                <a:gd name="T66" fmla="*/ 254 w 359"/>
                <a:gd name="T67" fmla="*/ 298 h 542"/>
                <a:gd name="T68" fmla="*/ 247 w 359"/>
                <a:gd name="T69" fmla="*/ 233 h 542"/>
                <a:gd name="T70" fmla="*/ 218 w 359"/>
                <a:gd name="T71" fmla="*/ 195 h 542"/>
                <a:gd name="T72" fmla="*/ 163 w 359"/>
                <a:gd name="T73" fmla="*/ 170 h 542"/>
                <a:gd name="T74" fmla="*/ 103 w 359"/>
                <a:gd name="T75" fmla="*/ 195 h 542"/>
                <a:gd name="T76" fmla="*/ 79 w 359"/>
                <a:gd name="T77" fmla="*/ 217 h 542"/>
                <a:gd name="T78" fmla="*/ 57 w 359"/>
                <a:gd name="T79" fmla="*/ 241 h 542"/>
                <a:gd name="T80" fmla="*/ 49 w 359"/>
                <a:gd name="T81" fmla="*/ 244 h 542"/>
                <a:gd name="T82" fmla="*/ 48 w 359"/>
                <a:gd name="T83" fmla="*/ 244 h 542"/>
                <a:gd name="T84" fmla="*/ 38 w 359"/>
                <a:gd name="T85" fmla="*/ 229 h 542"/>
                <a:gd name="T86" fmla="*/ 34 w 359"/>
                <a:gd name="T87" fmla="*/ 215 h 542"/>
                <a:gd name="T88" fmla="*/ 41 w 359"/>
                <a:gd name="T89" fmla="*/ 144 h 542"/>
                <a:gd name="T90" fmla="*/ 75 w 359"/>
                <a:gd name="T91" fmla="*/ 75 h 542"/>
                <a:gd name="T92" fmla="*/ 173 w 359"/>
                <a:gd name="T93" fmla="*/ 33 h 542"/>
                <a:gd name="T94" fmla="*/ 269 w 359"/>
                <a:gd name="T95" fmla="*/ 59 h 542"/>
                <a:gd name="T96" fmla="*/ 320 w 359"/>
                <a:gd name="T97" fmla="*/ 133 h 542"/>
                <a:gd name="T98" fmla="*/ 324 w 359"/>
                <a:gd name="T99" fmla="*/ 206 h 542"/>
                <a:gd name="T100" fmla="*/ 322 w 359"/>
                <a:gd name="T101" fmla="*/ 214 h 542"/>
                <a:gd name="T102" fmla="*/ 322 w 359"/>
                <a:gd name="T103" fmla="*/ 215 h 542"/>
                <a:gd name="T104" fmla="*/ 322 w 359"/>
                <a:gd name="T105" fmla="*/ 214 h 542"/>
                <a:gd name="T106" fmla="*/ 355 w 359"/>
                <a:gd name="T107" fmla="*/ 222 h 542"/>
                <a:gd name="T108" fmla="*/ 354 w 359"/>
                <a:gd name="T109" fmla="*/ 132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359" h="542">
                  <a:moveTo>
                    <a:pt x="354" y="132"/>
                  </a:moveTo>
                  <a:lnTo>
                    <a:pt x="354" y="132"/>
                  </a:lnTo>
                  <a:cubicBezTo>
                    <a:pt x="351" y="118"/>
                    <a:pt x="346" y="104"/>
                    <a:pt x="340" y="92"/>
                  </a:cubicBezTo>
                  <a:cubicBezTo>
                    <a:pt x="331" y="71"/>
                    <a:pt x="315" y="52"/>
                    <a:pt x="293" y="36"/>
                  </a:cubicBezTo>
                  <a:cubicBezTo>
                    <a:pt x="282" y="29"/>
                    <a:pt x="270" y="22"/>
                    <a:pt x="256" y="16"/>
                  </a:cubicBezTo>
                  <a:cubicBezTo>
                    <a:pt x="243" y="11"/>
                    <a:pt x="228" y="5"/>
                    <a:pt x="210" y="3"/>
                  </a:cubicBezTo>
                  <a:cubicBezTo>
                    <a:pt x="197" y="1"/>
                    <a:pt x="185" y="0"/>
                    <a:pt x="173" y="0"/>
                  </a:cubicBezTo>
                  <a:cubicBezTo>
                    <a:pt x="141" y="0"/>
                    <a:pt x="114" y="8"/>
                    <a:pt x="90" y="20"/>
                  </a:cubicBezTo>
                  <a:cubicBezTo>
                    <a:pt x="74" y="30"/>
                    <a:pt x="60" y="42"/>
                    <a:pt x="48" y="57"/>
                  </a:cubicBezTo>
                  <a:cubicBezTo>
                    <a:pt x="30" y="78"/>
                    <a:pt x="19" y="103"/>
                    <a:pt x="11" y="127"/>
                  </a:cubicBezTo>
                  <a:cubicBezTo>
                    <a:pt x="4" y="151"/>
                    <a:pt x="0" y="176"/>
                    <a:pt x="0" y="196"/>
                  </a:cubicBezTo>
                  <a:cubicBezTo>
                    <a:pt x="0" y="206"/>
                    <a:pt x="1" y="214"/>
                    <a:pt x="2" y="221"/>
                  </a:cubicBezTo>
                  <a:cubicBezTo>
                    <a:pt x="4" y="229"/>
                    <a:pt x="5" y="236"/>
                    <a:pt x="8" y="241"/>
                  </a:cubicBezTo>
                  <a:cubicBezTo>
                    <a:pt x="9" y="247"/>
                    <a:pt x="12" y="252"/>
                    <a:pt x="15" y="257"/>
                  </a:cubicBezTo>
                  <a:cubicBezTo>
                    <a:pt x="18" y="259"/>
                    <a:pt x="19" y="262"/>
                    <a:pt x="22" y="265"/>
                  </a:cubicBezTo>
                  <a:cubicBezTo>
                    <a:pt x="26" y="269"/>
                    <a:pt x="30" y="272"/>
                    <a:pt x="34" y="274"/>
                  </a:cubicBezTo>
                  <a:cubicBezTo>
                    <a:pt x="40" y="277"/>
                    <a:pt x="44" y="277"/>
                    <a:pt x="49" y="277"/>
                  </a:cubicBezTo>
                  <a:cubicBezTo>
                    <a:pt x="53" y="277"/>
                    <a:pt x="56" y="277"/>
                    <a:pt x="60" y="276"/>
                  </a:cubicBezTo>
                  <a:cubicBezTo>
                    <a:pt x="66" y="274"/>
                    <a:pt x="70" y="272"/>
                    <a:pt x="74" y="269"/>
                  </a:cubicBezTo>
                  <a:cubicBezTo>
                    <a:pt x="81" y="265"/>
                    <a:pt x="86" y="259"/>
                    <a:pt x="92" y="254"/>
                  </a:cubicBezTo>
                  <a:cubicBezTo>
                    <a:pt x="97" y="248"/>
                    <a:pt x="101" y="243"/>
                    <a:pt x="105" y="239"/>
                  </a:cubicBezTo>
                  <a:lnTo>
                    <a:pt x="105" y="239"/>
                  </a:lnTo>
                  <a:cubicBezTo>
                    <a:pt x="111" y="232"/>
                    <a:pt x="120" y="222"/>
                    <a:pt x="130" y="214"/>
                  </a:cubicBezTo>
                  <a:cubicBezTo>
                    <a:pt x="136" y="211"/>
                    <a:pt x="141" y="208"/>
                    <a:pt x="147" y="206"/>
                  </a:cubicBezTo>
                  <a:cubicBezTo>
                    <a:pt x="152" y="204"/>
                    <a:pt x="158" y="203"/>
                    <a:pt x="163" y="203"/>
                  </a:cubicBezTo>
                  <a:cubicBezTo>
                    <a:pt x="169" y="203"/>
                    <a:pt x="173" y="203"/>
                    <a:pt x="178" y="206"/>
                  </a:cubicBezTo>
                  <a:cubicBezTo>
                    <a:pt x="184" y="208"/>
                    <a:pt x="189" y="213"/>
                    <a:pt x="195" y="218"/>
                  </a:cubicBezTo>
                  <a:lnTo>
                    <a:pt x="195" y="218"/>
                  </a:lnTo>
                  <a:cubicBezTo>
                    <a:pt x="206" y="228"/>
                    <a:pt x="212" y="239"/>
                    <a:pt x="218" y="248"/>
                  </a:cubicBezTo>
                  <a:cubicBezTo>
                    <a:pt x="222" y="258"/>
                    <a:pt x="225" y="268"/>
                    <a:pt x="225" y="276"/>
                  </a:cubicBezTo>
                  <a:cubicBezTo>
                    <a:pt x="225" y="280"/>
                    <a:pt x="223" y="284"/>
                    <a:pt x="222" y="289"/>
                  </a:cubicBezTo>
                  <a:cubicBezTo>
                    <a:pt x="221" y="295"/>
                    <a:pt x="217" y="302"/>
                    <a:pt x="212" y="307"/>
                  </a:cubicBezTo>
                  <a:cubicBezTo>
                    <a:pt x="207" y="314"/>
                    <a:pt x="200" y="320"/>
                    <a:pt x="190" y="325"/>
                  </a:cubicBezTo>
                  <a:cubicBezTo>
                    <a:pt x="175" y="335"/>
                    <a:pt x="163" y="346"/>
                    <a:pt x="152" y="357"/>
                  </a:cubicBezTo>
                  <a:cubicBezTo>
                    <a:pt x="137" y="375"/>
                    <a:pt x="125" y="394"/>
                    <a:pt x="118" y="413"/>
                  </a:cubicBezTo>
                  <a:cubicBezTo>
                    <a:pt x="111" y="432"/>
                    <a:pt x="107" y="450"/>
                    <a:pt x="107" y="467"/>
                  </a:cubicBezTo>
                  <a:cubicBezTo>
                    <a:pt x="107" y="473"/>
                    <a:pt x="107" y="479"/>
                    <a:pt x="105" y="484"/>
                  </a:cubicBezTo>
                  <a:cubicBezTo>
                    <a:pt x="104" y="489"/>
                    <a:pt x="103" y="491"/>
                    <a:pt x="100" y="494"/>
                  </a:cubicBezTo>
                  <a:cubicBezTo>
                    <a:pt x="97" y="499"/>
                    <a:pt x="94" y="502"/>
                    <a:pt x="92" y="504"/>
                  </a:cubicBezTo>
                  <a:cubicBezTo>
                    <a:pt x="89" y="505"/>
                    <a:pt x="88" y="506"/>
                    <a:pt x="86" y="506"/>
                  </a:cubicBezTo>
                  <a:cubicBezTo>
                    <a:pt x="83" y="506"/>
                    <a:pt x="82" y="508"/>
                    <a:pt x="79" y="508"/>
                  </a:cubicBezTo>
                  <a:cubicBezTo>
                    <a:pt x="77" y="508"/>
                    <a:pt x="72" y="506"/>
                    <a:pt x="68" y="505"/>
                  </a:cubicBezTo>
                  <a:lnTo>
                    <a:pt x="68" y="505"/>
                  </a:lnTo>
                  <a:cubicBezTo>
                    <a:pt x="68" y="505"/>
                    <a:pt x="67" y="505"/>
                    <a:pt x="66" y="504"/>
                  </a:cubicBezTo>
                  <a:cubicBezTo>
                    <a:pt x="66" y="504"/>
                    <a:pt x="64" y="502"/>
                    <a:pt x="63" y="501"/>
                  </a:cubicBezTo>
                  <a:cubicBezTo>
                    <a:pt x="60" y="497"/>
                    <a:pt x="59" y="493"/>
                    <a:pt x="56" y="489"/>
                  </a:cubicBezTo>
                  <a:cubicBezTo>
                    <a:pt x="53" y="480"/>
                    <a:pt x="50" y="471"/>
                    <a:pt x="49" y="461"/>
                  </a:cubicBezTo>
                  <a:cubicBezTo>
                    <a:pt x="48" y="451"/>
                    <a:pt x="48" y="442"/>
                    <a:pt x="48" y="435"/>
                  </a:cubicBezTo>
                  <a:cubicBezTo>
                    <a:pt x="48" y="431"/>
                    <a:pt x="48" y="428"/>
                    <a:pt x="48" y="425"/>
                  </a:cubicBezTo>
                  <a:cubicBezTo>
                    <a:pt x="48" y="423"/>
                    <a:pt x="48" y="420"/>
                    <a:pt x="49" y="418"/>
                  </a:cubicBezTo>
                  <a:cubicBezTo>
                    <a:pt x="16" y="412"/>
                    <a:pt x="16" y="412"/>
                    <a:pt x="16" y="412"/>
                  </a:cubicBezTo>
                  <a:cubicBezTo>
                    <a:pt x="16" y="414"/>
                    <a:pt x="15" y="418"/>
                    <a:pt x="15" y="423"/>
                  </a:cubicBezTo>
                  <a:cubicBezTo>
                    <a:pt x="15" y="425"/>
                    <a:pt x="15" y="429"/>
                    <a:pt x="15" y="435"/>
                  </a:cubicBezTo>
                  <a:cubicBezTo>
                    <a:pt x="15" y="443"/>
                    <a:pt x="15" y="453"/>
                    <a:pt x="16" y="462"/>
                  </a:cubicBezTo>
                  <a:cubicBezTo>
                    <a:pt x="18" y="469"/>
                    <a:pt x="19" y="478"/>
                    <a:pt x="20" y="484"/>
                  </a:cubicBezTo>
                  <a:cubicBezTo>
                    <a:pt x="23" y="495"/>
                    <a:pt x="27" y="506"/>
                    <a:pt x="33" y="515"/>
                  </a:cubicBezTo>
                  <a:cubicBezTo>
                    <a:pt x="35" y="520"/>
                    <a:pt x="40" y="524"/>
                    <a:pt x="44" y="528"/>
                  </a:cubicBezTo>
                  <a:cubicBezTo>
                    <a:pt x="48" y="532"/>
                    <a:pt x="53" y="535"/>
                    <a:pt x="59" y="537"/>
                  </a:cubicBezTo>
                  <a:cubicBezTo>
                    <a:pt x="66" y="539"/>
                    <a:pt x="72" y="541"/>
                    <a:pt x="79" y="541"/>
                  </a:cubicBezTo>
                  <a:cubicBezTo>
                    <a:pt x="89" y="541"/>
                    <a:pt x="97" y="538"/>
                    <a:pt x="105" y="534"/>
                  </a:cubicBezTo>
                  <a:cubicBezTo>
                    <a:pt x="111" y="531"/>
                    <a:pt x="116" y="527"/>
                    <a:pt x="120" y="521"/>
                  </a:cubicBezTo>
                  <a:cubicBezTo>
                    <a:pt x="127" y="515"/>
                    <a:pt x="133" y="506"/>
                    <a:pt x="136" y="497"/>
                  </a:cubicBezTo>
                  <a:cubicBezTo>
                    <a:pt x="138" y="487"/>
                    <a:pt x="140" y="478"/>
                    <a:pt x="140" y="467"/>
                  </a:cubicBezTo>
                  <a:cubicBezTo>
                    <a:pt x="140" y="458"/>
                    <a:pt x="141" y="450"/>
                    <a:pt x="144" y="439"/>
                  </a:cubicBezTo>
                  <a:cubicBezTo>
                    <a:pt x="148" y="424"/>
                    <a:pt x="155" y="409"/>
                    <a:pt x="164" y="394"/>
                  </a:cubicBezTo>
                  <a:cubicBezTo>
                    <a:pt x="175" y="379"/>
                    <a:pt x="189" y="365"/>
                    <a:pt x="207" y="354"/>
                  </a:cubicBezTo>
                  <a:cubicBezTo>
                    <a:pt x="223" y="344"/>
                    <a:pt x="236" y="332"/>
                    <a:pt x="244" y="320"/>
                  </a:cubicBezTo>
                  <a:cubicBezTo>
                    <a:pt x="248" y="313"/>
                    <a:pt x="252" y="306"/>
                    <a:pt x="254" y="298"/>
                  </a:cubicBezTo>
                  <a:cubicBezTo>
                    <a:pt x="256" y="291"/>
                    <a:pt x="258" y="283"/>
                    <a:pt x="258" y="276"/>
                  </a:cubicBezTo>
                  <a:cubicBezTo>
                    <a:pt x="258" y="261"/>
                    <a:pt x="254" y="247"/>
                    <a:pt x="247" y="233"/>
                  </a:cubicBezTo>
                  <a:cubicBezTo>
                    <a:pt x="240" y="219"/>
                    <a:pt x="230" y="207"/>
                    <a:pt x="218" y="195"/>
                  </a:cubicBezTo>
                  <a:lnTo>
                    <a:pt x="218" y="195"/>
                  </a:lnTo>
                  <a:cubicBezTo>
                    <a:pt x="210" y="187"/>
                    <a:pt x="200" y="180"/>
                    <a:pt x="192" y="176"/>
                  </a:cubicBezTo>
                  <a:cubicBezTo>
                    <a:pt x="182" y="171"/>
                    <a:pt x="173" y="170"/>
                    <a:pt x="163" y="170"/>
                  </a:cubicBezTo>
                  <a:cubicBezTo>
                    <a:pt x="153" y="170"/>
                    <a:pt x="144" y="171"/>
                    <a:pt x="136" y="176"/>
                  </a:cubicBezTo>
                  <a:cubicBezTo>
                    <a:pt x="122" y="180"/>
                    <a:pt x="111" y="188"/>
                    <a:pt x="103" y="195"/>
                  </a:cubicBezTo>
                  <a:cubicBezTo>
                    <a:pt x="93" y="203"/>
                    <a:pt x="85" y="211"/>
                    <a:pt x="79" y="217"/>
                  </a:cubicBezTo>
                  <a:lnTo>
                    <a:pt x="79" y="217"/>
                  </a:lnTo>
                  <a:cubicBezTo>
                    <a:pt x="77" y="221"/>
                    <a:pt x="74" y="225"/>
                    <a:pt x="71" y="228"/>
                  </a:cubicBezTo>
                  <a:cubicBezTo>
                    <a:pt x="66" y="233"/>
                    <a:pt x="61" y="239"/>
                    <a:pt x="57" y="241"/>
                  </a:cubicBezTo>
                  <a:cubicBezTo>
                    <a:pt x="55" y="243"/>
                    <a:pt x="53" y="244"/>
                    <a:pt x="52" y="244"/>
                  </a:cubicBezTo>
                  <a:cubicBezTo>
                    <a:pt x="50" y="244"/>
                    <a:pt x="49" y="244"/>
                    <a:pt x="49" y="244"/>
                  </a:cubicBezTo>
                  <a:lnTo>
                    <a:pt x="49" y="244"/>
                  </a:lnTo>
                  <a:cubicBezTo>
                    <a:pt x="48" y="244"/>
                    <a:pt x="48" y="244"/>
                    <a:pt x="48" y="244"/>
                  </a:cubicBezTo>
                  <a:cubicBezTo>
                    <a:pt x="46" y="243"/>
                    <a:pt x="45" y="241"/>
                    <a:pt x="44" y="239"/>
                  </a:cubicBezTo>
                  <a:cubicBezTo>
                    <a:pt x="42" y="237"/>
                    <a:pt x="40" y="233"/>
                    <a:pt x="38" y="229"/>
                  </a:cubicBezTo>
                  <a:lnTo>
                    <a:pt x="38" y="229"/>
                  </a:lnTo>
                  <a:cubicBezTo>
                    <a:pt x="37" y="226"/>
                    <a:pt x="35" y="222"/>
                    <a:pt x="34" y="215"/>
                  </a:cubicBezTo>
                  <a:cubicBezTo>
                    <a:pt x="34" y="210"/>
                    <a:pt x="33" y="203"/>
                    <a:pt x="33" y="196"/>
                  </a:cubicBezTo>
                  <a:cubicBezTo>
                    <a:pt x="33" y="181"/>
                    <a:pt x="35" y="162"/>
                    <a:pt x="41" y="144"/>
                  </a:cubicBezTo>
                  <a:cubicBezTo>
                    <a:pt x="44" y="130"/>
                    <a:pt x="49" y="115"/>
                    <a:pt x="57" y="103"/>
                  </a:cubicBezTo>
                  <a:cubicBezTo>
                    <a:pt x="61" y="93"/>
                    <a:pt x="68" y="84"/>
                    <a:pt x="75" y="75"/>
                  </a:cubicBezTo>
                  <a:cubicBezTo>
                    <a:pt x="86" y="63"/>
                    <a:pt x="100" y="52"/>
                    <a:pt x="115" y="45"/>
                  </a:cubicBezTo>
                  <a:cubicBezTo>
                    <a:pt x="131" y="37"/>
                    <a:pt x="151" y="33"/>
                    <a:pt x="173" y="33"/>
                  </a:cubicBezTo>
                  <a:cubicBezTo>
                    <a:pt x="182" y="33"/>
                    <a:pt x="193" y="34"/>
                    <a:pt x="204" y="36"/>
                  </a:cubicBezTo>
                  <a:cubicBezTo>
                    <a:pt x="232" y="40"/>
                    <a:pt x="252" y="48"/>
                    <a:pt x="269" y="59"/>
                  </a:cubicBezTo>
                  <a:cubicBezTo>
                    <a:pt x="281" y="67"/>
                    <a:pt x="289" y="75"/>
                    <a:pt x="298" y="85"/>
                  </a:cubicBezTo>
                  <a:cubicBezTo>
                    <a:pt x="309" y="100"/>
                    <a:pt x="315" y="117"/>
                    <a:pt x="320" y="133"/>
                  </a:cubicBezTo>
                  <a:cubicBezTo>
                    <a:pt x="324" y="149"/>
                    <a:pt x="325" y="166"/>
                    <a:pt x="325" y="180"/>
                  </a:cubicBezTo>
                  <a:cubicBezTo>
                    <a:pt x="325" y="191"/>
                    <a:pt x="325" y="199"/>
                    <a:pt x="324" y="206"/>
                  </a:cubicBezTo>
                  <a:cubicBezTo>
                    <a:pt x="324" y="208"/>
                    <a:pt x="324" y="211"/>
                    <a:pt x="322" y="213"/>
                  </a:cubicBezTo>
                  <a:lnTo>
                    <a:pt x="322" y="214"/>
                  </a:lnTo>
                  <a:lnTo>
                    <a:pt x="322" y="214"/>
                  </a:lnTo>
                  <a:cubicBezTo>
                    <a:pt x="322" y="215"/>
                    <a:pt x="322" y="215"/>
                    <a:pt x="322" y="215"/>
                  </a:cubicBezTo>
                  <a:cubicBezTo>
                    <a:pt x="329" y="215"/>
                    <a:pt x="329" y="215"/>
                    <a:pt x="329" y="215"/>
                  </a:cubicBezTo>
                  <a:cubicBezTo>
                    <a:pt x="322" y="214"/>
                    <a:pt x="322" y="214"/>
                    <a:pt x="322" y="214"/>
                  </a:cubicBezTo>
                  <a:cubicBezTo>
                    <a:pt x="355" y="222"/>
                    <a:pt x="355" y="222"/>
                    <a:pt x="355" y="222"/>
                  </a:cubicBezTo>
                  <a:lnTo>
                    <a:pt x="355" y="222"/>
                  </a:lnTo>
                  <a:cubicBezTo>
                    <a:pt x="355" y="221"/>
                    <a:pt x="358" y="204"/>
                    <a:pt x="358" y="180"/>
                  </a:cubicBezTo>
                  <a:cubicBezTo>
                    <a:pt x="358" y="166"/>
                    <a:pt x="357" y="149"/>
                    <a:pt x="354" y="1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3" name="Freeform 601">
              <a:extLst>
                <a:ext uri="{FF2B5EF4-FFF2-40B4-BE49-F238E27FC236}">
                  <a16:creationId xmlns:a16="http://schemas.microsoft.com/office/drawing/2014/main" id="{00467F32-FBA4-588C-498D-A64495D7EFD9}"/>
                </a:ext>
              </a:extLst>
            </p:cNvPr>
            <p:cNvSpPr>
              <a:spLocks noChangeArrowheads="1"/>
            </p:cNvSpPr>
            <p:nvPr/>
          </p:nvSpPr>
          <p:spPr bwMode="auto">
            <a:xfrm>
              <a:off x="3238500" y="4851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4" name="Freeform 602">
              <a:extLst>
                <a:ext uri="{FF2B5EF4-FFF2-40B4-BE49-F238E27FC236}">
                  <a16:creationId xmlns:a16="http://schemas.microsoft.com/office/drawing/2014/main" id="{8052B70B-3276-DAC7-C5AC-7F715D91A2FF}"/>
                </a:ext>
              </a:extLst>
            </p:cNvPr>
            <p:cNvSpPr>
              <a:spLocks noChangeArrowheads="1"/>
            </p:cNvSpPr>
            <p:nvPr/>
          </p:nvSpPr>
          <p:spPr bwMode="auto">
            <a:xfrm>
              <a:off x="3221038" y="47450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5" name="Group 739">
            <a:extLst>
              <a:ext uri="{FF2B5EF4-FFF2-40B4-BE49-F238E27FC236}">
                <a16:creationId xmlns:a16="http://schemas.microsoft.com/office/drawing/2014/main" id="{4B94CCB8-0565-AFFA-F724-315889FBA07A}"/>
              </a:ext>
            </a:extLst>
          </p:cNvPr>
          <p:cNvGrpSpPr/>
          <p:nvPr/>
        </p:nvGrpSpPr>
        <p:grpSpPr>
          <a:xfrm>
            <a:off x="7795206" y="4650210"/>
            <a:ext cx="246062" cy="312738"/>
            <a:chOff x="3186113" y="3943350"/>
            <a:chExt cx="246062" cy="312738"/>
          </a:xfrm>
          <a:solidFill>
            <a:schemeClr val="accent4"/>
          </a:solidFill>
        </p:grpSpPr>
        <p:sp>
          <p:nvSpPr>
            <p:cNvPr id="686" name="Freeform 568">
              <a:extLst>
                <a:ext uri="{FF2B5EF4-FFF2-40B4-BE49-F238E27FC236}">
                  <a16:creationId xmlns:a16="http://schemas.microsoft.com/office/drawing/2014/main" id="{888555E3-EBFB-5246-253E-9E2FA72FD695}"/>
                </a:ext>
              </a:extLst>
            </p:cNvPr>
            <p:cNvSpPr>
              <a:spLocks noChangeArrowheads="1"/>
            </p:cNvSpPr>
            <p:nvPr/>
          </p:nvSpPr>
          <p:spPr bwMode="auto">
            <a:xfrm>
              <a:off x="3262313" y="3971925"/>
              <a:ext cx="84137" cy="25400"/>
            </a:xfrm>
            <a:custGeom>
              <a:avLst/>
              <a:gdLst>
                <a:gd name="T0" fmla="*/ 230 w 234"/>
                <a:gd name="T1" fmla="*/ 35 h 71"/>
                <a:gd name="T2" fmla="*/ 230 w 234"/>
                <a:gd name="T3" fmla="*/ 35 h 71"/>
                <a:gd name="T4" fmla="*/ 221 w 234"/>
                <a:gd name="T5" fmla="*/ 14 h 71"/>
                <a:gd name="T6" fmla="*/ 141 w 234"/>
                <a:gd name="T7" fmla="*/ 0 h 71"/>
                <a:gd name="T8" fmla="*/ 9 w 234"/>
                <a:gd name="T9" fmla="*/ 37 h 71"/>
                <a:gd name="T10" fmla="*/ 4 w 234"/>
                <a:gd name="T11" fmla="*/ 61 h 71"/>
                <a:gd name="T12" fmla="*/ 26 w 234"/>
                <a:gd name="T13" fmla="*/ 66 h 71"/>
                <a:gd name="T14" fmla="*/ 26 w 234"/>
                <a:gd name="T15" fmla="*/ 66 h 71"/>
                <a:gd name="T16" fmla="*/ 141 w 234"/>
                <a:gd name="T17" fmla="*/ 33 h 71"/>
                <a:gd name="T18" fmla="*/ 210 w 234"/>
                <a:gd name="T19" fmla="*/ 46 h 71"/>
                <a:gd name="T20" fmla="*/ 230 w 234"/>
                <a:gd name="T21" fmla="*/ 35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34" h="71">
                  <a:moveTo>
                    <a:pt x="230" y="35"/>
                  </a:moveTo>
                  <a:lnTo>
                    <a:pt x="230" y="35"/>
                  </a:lnTo>
                  <a:cubicBezTo>
                    <a:pt x="233" y="26"/>
                    <a:pt x="229" y="17"/>
                    <a:pt x="221" y="14"/>
                  </a:cubicBezTo>
                  <a:cubicBezTo>
                    <a:pt x="195" y="6"/>
                    <a:pt x="167" y="0"/>
                    <a:pt x="141" y="0"/>
                  </a:cubicBezTo>
                  <a:cubicBezTo>
                    <a:pt x="95" y="0"/>
                    <a:pt x="49" y="14"/>
                    <a:pt x="9" y="37"/>
                  </a:cubicBezTo>
                  <a:cubicBezTo>
                    <a:pt x="1" y="41"/>
                    <a:pt x="0" y="52"/>
                    <a:pt x="4" y="61"/>
                  </a:cubicBezTo>
                  <a:cubicBezTo>
                    <a:pt x="8" y="67"/>
                    <a:pt x="19" y="70"/>
                    <a:pt x="26" y="66"/>
                  </a:cubicBezTo>
                  <a:lnTo>
                    <a:pt x="26" y="66"/>
                  </a:lnTo>
                  <a:cubicBezTo>
                    <a:pt x="62" y="44"/>
                    <a:pt x="100" y="33"/>
                    <a:pt x="141" y="33"/>
                  </a:cubicBezTo>
                  <a:cubicBezTo>
                    <a:pt x="165" y="33"/>
                    <a:pt x="188" y="37"/>
                    <a:pt x="210" y="46"/>
                  </a:cubicBezTo>
                  <a:cubicBezTo>
                    <a:pt x="218" y="48"/>
                    <a:pt x="228" y="43"/>
                    <a:pt x="230"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7" name="Freeform 569">
              <a:extLst>
                <a:ext uri="{FF2B5EF4-FFF2-40B4-BE49-F238E27FC236}">
                  <a16:creationId xmlns:a16="http://schemas.microsoft.com/office/drawing/2014/main" id="{A50FF525-2B9A-BE11-01FE-369C778A5BC3}"/>
                </a:ext>
              </a:extLst>
            </p:cNvPr>
            <p:cNvSpPr>
              <a:spLocks noChangeArrowheads="1"/>
            </p:cNvSpPr>
            <p:nvPr/>
          </p:nvSpPr>
          <p:spPr bwMode="auto">
            <a:xfrm>
              <a:off x="3300413" y="3998913"/>
              <a:ext cx="31750" cy="12700"/>
            </a:xfrm>
            <a:custGeom>
              <a:avLst/>
              <a:gdLst>
                <a:gd name="T0" fmla="*/ 64 w 86"/>
                <a:gd name="T1" fmla="*/ 35 h 37"/>
                <a:gd name="T2" fmla="*/ 64 w 86"/>
                <a:gd name="T3" fmla="*/ 35 h 37"/>
                <a:gd name="T4" fmla="*/ 83 w 86"/>
                <a:gd name="T5" fmla="*/ 21 h 37"/>
                <a:gd name="T6" fmla="*/ 70 w 86"/>
                <a:gd name="T7" fmla="*/ 2 h 37"/>
                <a:gd name="T8" fmla="*/ 43 w 86"/>
                <a:gd name="T9" fmla="*/ 0 h 37"/>
                <a:gd name="T10" fmla="*/ 15 w 86"/>
                <a:gd name="T11" fmla="*/ 2 h 37"/>
                <a:gd name="T12" fmla="*/ 2 w 86"/>
                <a:gd name="T13" fmla="*/ 21 h 37"/>
                <a:gd name="T14" fmla="*/ 20 w 86"/>
                <a:gd name="T15" fmla="*/ 35 h 37"/>
                <a:gd name="T16" fmla="*/ 20 w 86"/>
                <a:gd name="T17" fmla="*/ 35 h 37"/>
                <a:gd name="T18" fmla="*/ 43 w 86"/>
                <a:gd name="T19" fmla="*/ 33 h 37"/>
                <a:gd name="T20" fmla="*/ 64 w 86"/>
                <a:gd name="T21" fmla="*/ 35 h 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6" h="37">
                  <a:moveTo>
                    <a:pt x="64" y="35"/>
                  </a:moveTo>
                  <a:lnTo>
                    <a:pt x="64" y="35"/>
                  </a:lnTo>
                  <a:cubicBezTo>
                    <a:pt x="74" y="36"/>
                    <a:pt x="82" y="29"/>
                    <a:pt x="83" y="21"/>
                  </a:cubicBezTo>
                  <a:cubicBezTo>
                    <a:pt x="85" y="11"/>
                    <a:pt x="78" y="3"/>
                    <a:pt x="70" y="2"/>
                  </a:cubicBezTo>
                  <a:cubicBezTo>
                    <a:pt x="61" y="0"/>
                    <a:pt x="52" y="0"/>
                    <a:pt x="43" y="0"/>
                  </a:cubicBezTo>
                  <a:cubicBezTo>
                    <a:pt x="34" y="0"/>
                    <a:pt x="24" y="0"/>
                    <a:pt x="15" y="2"/>
                  </a:cubicBezTo>
                  <a:cubicBezTo>
                    <a:pt x="6" y="5"/>
                    <a:pt x="0" y="13"/>
                    <a:pt x="2" y="21"/>
                  </a:cubicBezTo>
                  <a:cubicBezTo>
                    <a:pt x="4" y="31"/>
                    <a:pt x="12" y="36"/>
                    <a:pt x="20" y="35"/>
                  </a:cubicBezTo>
                  <a:lnTo>
                    <a:pt x="20" y="35"/>
                  </a:lnTo>
                  <a:cubicBezTo>
                    <a:pt x="28" y="33"/>
                    <a:pt x="37" y="33"/>
                    <a:pt x="43" y="33"/>
                  </a:cubicBezTo>
                  <a:cubicBezTo>
                    <a:pt x="50" y="33"/>
                    <a:pt x="57" y="33"/>
                    <a:pt x="6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8" name="Freeform 570">
              <a:extLst>
                <a:ext uri="{FF2B5EF4-FFF2-40B4-BE49-F238E27FC236}">
                  <a16:creationId xmlns:a16="http://schemas.microsoft.com/office/drawing/2014/main" id="{D86AAF57-4312-A2BA-DEF9-53FC41CD2F0F}"/>
                </a:ext>
              </a:extLst>
            </p:cNvPr>
            <p:cNvSpPr>
              <a:spLocks noChangeArrowheads="1"/>
            </p:cNvSpPr>
            <p:nvPr/>
          </p:nvSpPr>
          <p:spPr bwMode="auto">
            <a:xfrm>
              <a:off x="3190875" y="4071938"/>
              <a:ext cx="90488" cy="109537"/>
            </a:xfrm>
            <a:custGeom>
              <a:avLst/>
              <a:gdLst>
                <a:gd name="T0" fmla="*/ 225 w 250"/>
                <a:gd name="T1" fmla="*/ 301 h 306"/>
                <a:gd name="T2" fmla="*/ 225 w 250"/>
                <a:gd name="T3" fmla="*/ 301 h 306"/>
                <a:gd name="T4" fmla="*/ 246 w 250"/>
                <a:gd name="T5" fmla="*/ 291 h 306"/>
                <a:gd name="T6" fmla="*/ 236 w 250"/>
                <a:gd name="T7" fmla="*/ 271 h 306"/>
                <a:gd name="T8" fmla="*/ 236 w 250"/>
                <a:gd name="T9" fmla="*/ 271 h 306"/>
                <a:gd name="T10" fmla="*/ 99 w 250"/>
                <a:gd name="T11" fmla="*/ 172 h 306"/>
                <a:gd name="T12" fmla="*/ 35 w 250"/>
                <a:gd name="T13" fmla="*/ 15 h 306"/>
                <a:gd name="T14" fmla="*/ 15 w 250"/>
                <a:gd name="T15" fmla="*/ 0 h 306"/>
                <a:gd name="T16" fmla="*/ 2 w 250"/>
                <a:gd name="T17" fmla="*/ 19 h 306"/>
                <a:gd name="T18" fmla="*/ 73 w 250"/>
                <a:gd name="T19" fmla="*/ 192 h 306"/>
                <a:gd name="T20" fmla="*/ 225 w 250"/>
                <a:gd name="T21" fmla="*/ 301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50" h="306">
                  <a:moveTo>
                    <a:pt x="225" y="301"/>
                  </a:moveTo>
                  <a:lnTo>
                    <a:pt x="225" y="301"/>
                  </a:lnTo>
                  <a:cubicBezTo>
                    <a:pt x="234" y="305"/>
                    <a:pt x="243" y="299"/>
                    <a:pt x="246" y="291"/>
                  </a:cubicBezTo>
                  <a:cubicBezTo>
                    <a:pt x="249" y="283"/>
                    <a:pt x="245" y="273"/>
                    <a:pt x="236" y="271"/>
                  </a:cubicBezTo>
                  <a:lnTo>
                    <a:pt x="236" y="271"/>
                  </a:lnTo>
                  <a:cubicBezTo>
                    <a:pt x="181" y="250"/>
                    <a:pt x="135" y="216"/>
                    <a:pt x="99" y="172"/>
                  </a:cubicBezTo>
                  <a:cubicBezTo>
                    <a:pt x="65" y="128"/>
                    <a:pt x="41" y="74"/>
                    <a:pt x="35" y="15"/>
                  </a:cubicBezTo>
                  <a:cubicBezTo>
                    <a:pt x="33" y="6"/>
                    <a:pt x="25" y="0"/>
                    <a:pt x="15" y="0"/>
                  </a:cubicBezTo>
                  <a:cubicBezTo>
                    <a:pt x="7" y="2"/>
                    <a:pt x="0" y="10"/>
                    <a:pt x="2" y="19"/>
                  </a:cubicBezTo>
                  <a:cubicBezTo>
                    <a:pt x="8" y="84"/>
                    <a:pt x="35" y="143"/>
                    <a:pt x="73" y="192"/>
                  </a:cubicBezTo>
                  <a:cubicBezTo>
                    <a:pt x="113" y="242"/>
                    <a:pt x="165" y="279"/>
                    <a:pt x="225" y="30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9" name="Freeform 571">
              <a:extLst>
                <a:ext uri="{FF2B5EF4-FFF2-40B4-BE49-F238E27FC236}">
                  <a16:creationId xmlns:a16="http://schemas.microsoft.com/office/drawing/2014/main" id="{CDFC8E5B-353F-87E1-9561-51F2B35F047C}"/>
                </a:ext>
              </a:extLst>
            </p:cNvPr>
            <p:cNvSpPr>
              <a:spLocks noChangeArrowheads="1"/>
            </p:cNvSpPr>
            <p:nvPr/>
          </p:nvSpPr>
          <p:spPr bwMode="auto">
            <a:xfrm>
              <a:off x="3227388" y="3943350"/>
              <a:ext cx="134937" cy="41275"/>
            </a:xfrm>
            <a:custGeom>
              <a:avLst/>
              <a:gdLst>
                <a:gd name="T0" fmla="*/ 31 w 377"/>
                <a:gd name="T1" fmla="*/ 106 h 114"/>
                <a:gd name="T2" fmla="*/ 31 w 377"/>
                <a:gd name="T3" fmla="*/ 106 h 114"/>
                <a:gd name="T4" fmla="*/ 31 w 377"/>
                <a:gd name="T5" fmla="*/ 106 h 114"/>
                <a:gd name="T6" fmla="*/ 230 w 377"/>
                <a:gd name="T7" fmla="*/ 33 h 114"/>
                <a:gd name="T8" fmla="*/ 352 w 377"/>
                <a:gd name="T9" fmla="*/ 59 h 114"/>
                <a:gd name="T10" fmla="*/ 374 w 377"/>
                <a:gd name="T11" fmla="*/ 50 h 114"/>
                <a:gd name="T12" fmla="*/ 364 w 377"/>
                <a:gd name="T13" fmla="*/ 29 h 114"/>
                <a:gd name="T14" fmla="*/ 230 w 377"/>
                <a:gd name="T15" fmla="*/ 0 h 114"/>
                <a:gd name="T16" fmla="*/ 9 w 377"/>
                <a:gd name="T17" fmla="*/ 81 h 114"/>
                <a:gd name="T18" fmla="*/ 7 w 377"/>
                <a:gd name="T19" fmla="*/ 105 h 114"/>
                <a:gd name="T20" fmla="*/ 31 w 377"/>
                <a:gd name="T21" fmla="*/ 10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77" h="114">
                  <a:moveTo>
                    <a:pt x="31" y="106"/>
                  </a:moveTo>
                  <a:lnTo>
                    <a:pt x="31" y="106"/>
                  </a:lnTo>
                  <a:lnTo>
                    <a:pt x="31" y="106"/>
                  </a:lnTo>
                  <a:cubicBezTo>
                    <a:pt x="87" y="59"/>
                    <a:pt x="157" y="33"/>
                    <a:pt x="230" y="33"/>
                  </a:cubicBezTo>
                  <a:cubicBezTo>
                    <a:pt x="271" y="33"/>
                    <a:pt x="312" y="42"/>
                    <a:pt x="352" y="59"/>
                  </a:cubicBezTo>
                  <a:cubicBezTo>
                    <a:pt x="360" y="62"/>
                    <a:pt x="370" y="59"/>
                    <a:pt x="374" y="50"/>
                  </a:cubicBezTo>
                  <a:cubicBezTo>
                    <a:pt x="376" y="42"/>
                    <a:pt x="374" y="32"/>
                    <a:pt x="364" y="29"/>
                  </a:cubicBezTo>
                  <a:cubicBezTo>
                    <a:pt x="322" y="10"/>
                    <a:pt x="275" y="0"/>
                    <a:pt x="230" y="0"/>
                  </a:cubicBezTo>
                  <a:cubicBezTo>
                    <a:pt x="150" y="0"/>
                    <a:pt x="72" y="29"/>
                    <a:pt x="9" y="81"/>
                  </a:cubicBezTo>
                  <a:cubicBezTo>
                    <a:pt x="2" y="87"/>
                    <a:pt x="0" y="98"/>
                    <a:pt x="7" y="105"/>
                  </a:cubicBezTo>
                  <a:cubicBezTo>
                    <a:pt x="13" y="112"/>
                    <a:pt x="24" y="113"/>
                    <a:pt x="31"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0" name="Freeform 572">
              <a:extLst>
                <a:ext uri="{FF2B5EF4-FFF2-40B4-BE49-F238E27FC236}">
                  <a16:creationId xmlns:a16="http://schemas.microsoft.com/office/drawing/2014/main" id="{1E7910A8-B8D2-B51D-6BCC-092FE4BB127E}"/>
                </a:ext>
              </a:extLst>
            </p:cNvPr>
            <p:cNvSpPr>
              <a:spLocks noChangeArrowheads="1"/>
            </p:cNvSpPr>
            <p:nvPr/>
          </p:nvSpPr>
          <p:spPr bwMode="auto">
            <a:xfrm>
              <a:off x="3348038" y="4083050"/>
              <a:ext cx="22225" cy="28575"/>
            </a:xfrm>
            <a:custGeom>
              <a:avLst/>
              <a:gdLst>
                <a:gd name="T0" fmla="*/ 48 w 62"/>
                <a:gd name="T1" fmla="*/ 4 h 80"/>
                <a:gd name="T2" fmla="*/ 48 w 62"/>
                <a:gd name="T3" fmla="*/ 4 h 80"/>
                <a:gd name="T4" fmla="*/ 27 w 62"/>
                <a:gd name="T5" fmla="*/ 14 h 80"/>
                <a:gd name="T6" fmla="*/ 27 w 62"/>
                <a:gd name="T7" fmla="*/ 14 h 80"/>
                <a:gd name="T8" fmla="*/ 5 w 62"/>
                <a:gd name="T9" fmla="*/ 51 h 80"/>
                <a:gd name="T10" fmla="*/ 8 w 62"/>
                <a:gd name="T11" fmla="*/ 74 h 80"/>
                <a:gd name="T12" fmla="*/ 31 w 62"/>
                <a:gd name="T13" fmla="*/ 71 h 80"/>
                <a:gd name="T14" fmla="*/ 57 w 62"/>
                <a:gd name="T15" fmla="*/ 25 h 80"/>
                <a:gd name="T16" fmla="*/ 48 w 62"/>
                <a:gd name="T17" fmla="*/ 4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2" h="80">
                  <a:moveTo>
                    <a:pt x="48" y="4"/>
                  </a:moveTo>
                  <a:lnTo>
                    <a:pt x="48" y="4"/>
                  </a:lnTo>
                  <a:cubicBezTo>
                    <a:pt x="39" y="0"/>
                    <a:pt x="30" y="4"/>
                    <a:pt x="27" y="14"/>
                  </a:cubicBezTo>
                  <a:lnTo>
                    <a:pt x="27" y="14"/>
                  </a:lnTo>
                  <a:cubicBezTo>
                    <a:pt x="22" y="27"/>
                    <a:pt x="15" y="40"/>
                    <a:pt x="5" y="51"/>
                  </a:cubicBezTo>
                  <a:cubicBezTo>
                    <a:pt x="0" y="57"/>
                    <a:pt x="1" y="68"/>
                    <a:pt x="8" y="74"/>
                  </a:cubicBezTo>
                  <a:cubicBezTo>
                    <a:pt x="15" y="79"/>
                    <a:pt x="26" y="78"/>
                    <a:pt x="31" y="71"/>
                  </a:cubicBezTo>
                  <a:cubicBezTo>
                    <a:pt x="42" y="57"/>
                    <a:pt x="52" y="41"/>
                    <a:pt x="57" y="25"/>
                  </a:cubicBezTo>
                  <a:cubicBezTo>
                    <a:pt x="61" y="16"/>
                    <a:pt x="57" y="7"/>
                    <a:pt x="48"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1" name="Freeform 573">
              <a:extLst>
                <a:ext uri="{FF2B5EF4-FFF2-40B4-BE49-F238E27FC236}">
                  <a16:creationId xmlns:a16="http://schemas.microsoft.com/office/drawing/2014/main" id="{8F0E18F7-7B08-DA50-09E1-6E6D4266949D}"/>
                </a:ext>
              </a:extLst>
            </p:cNvPr>
            <p:cNvSpPr>
              <a:spLocks noChangeArrowheads="1"/>
            </p:cNvSpPr>
            <p:nvPr/>
          </p:nvSpPr>
          <p:spPr bwMode="auto">
            <a:xfrm>
              <a:off x="3360738" y="4059238"/>
              <a:ext cx="41275" cy="77787"/>
            </a:xfrm>
            <a:custGeom>
              <a:avLst/>
              <a:gdLst>
                <a:gd name="T0" fmla="*/ 7 w 115"/>
                <a:gd name="T1" fmla="*/ 186 h 217"/>
                <a:gd name="T2" fmla="*/ 7 w 115"/>
                <a:gd name="T3" fmla="*/ 186 h 217"/>
                <a:gd name="T4" fmla="*/ 5 w 115"/>
                <a:gd name="T5" fmla="*/ 210 h 217"/>
                <a:gd name="T6" fmla="*/ 29 w 115"/>
                <a:gd name="T7" fmla="*/ 211 h 217"/>
                <a:gd name="T8" fmla="*/ 114 w 115"/>
                <a:gd name="T9" fmla="*/ 22 h 217"/>
                <a:gd name="T10" fmla="*/ 114 w 115"/>
                <a:gd name="T11" fmla="*/ 16 h 217"/>
                <a:gd name="T12" fmla="*/ 97 w 115"/>
                <a:gd name="T13" fmla="*/ 0 h 217"/>
                <a:gd name="T14" fmla="*/ 81 w 115"/>
                <a:gd name="T15" fmla="*/ 17 h 217"/>
                <a:gd name="T16" fmla="*/ 81 w 115"/>
                <a:gd name="T17" fmla="*/ 17 h 217"/>
                <a:gd name="T18" fmla="*/ 81 w 115"/>
                <a:gd name="T19" fmla="*/ 22 h 217"/>
                <a:gd name="T20" fmla="*/ 7 w 115"/>
                <a:gd name="T21" fmla="*/ 186 h 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15" h="217">
                  <a:moveTo>
                    <a:pt x="7" y="186"/>
                  </a:moveTo>
                  <a:lnTo>
                    <a:pt x="7" y="186"/>
                  </a:lnTo>
                  <a:cubicBezTo>
                    <a:pt x="0" y="192"/>
                    <a:pt x="0" y="203"/>
                    <a:pt x="5" y="210"/>
                  </a:cubicBezTo>
                  <a:cubicBezTo>
                    <a:pt x="12" y="216"/>
                    <a:pt x="22" y="216"/>
                    <a:pt x="29" y="211"/>
                  </a:cubicBezTo>
                  <a:cubicBezTo>
                    <a:pt x="83" y="163"/>
                    <a:pt x="114" y="93"/>
                    <a:pt x="114" y="22"/>
                  </a:cubicBezTo>
                  <a:cubicBezTo>
                    <a:pt x="114" y="20"/>
                    <a:pt x="114" y="17"/>
                    <a:pt x="114" y="16"/>
                  </a:cubicBezTo>
                  <a:cubicBezTo>
                    <a:pt x="114" y="8"/>
                    <a:pt x="107" y="0"/>
                    <a:pt x="97" y="0"/>
                  </a:cubicBezTo>
                  <a:cubicBezTo>
                    <a:pt x="88" y="1"/>
                    <a:pt x="81" y="8"/>
                    <a:pt x="81" y="17"/>
                  </a:cubicBezTo>
                  <a:lnTo>
                    <a:pt x="81" y="17"/>
                  </a:lnTo>
                  <a:cubicBezTo>
                    <a:pt x="81" y="19"/>
                    <a:pt x="81" y="20"/>
                    <a:pt x="81" y="22"/>
                  </a:cubicBezTo>
                  <a:cubicBezTo>
                    <a:pt x="81" y="83"/>
                    <a:pt x="55" y="144"/>
                    <a:pt x="7" y="1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2" name="Freeform 574">
              <a:extLst>
                <a:ext uri="{FF2B5EF4-FFF2-40B4-BE49-F238E27FC236}">
                  <a16:creationId xmlns:a16="http://schemas.microsoft.com/office/drawing/2014/main" id="{4F511AFF-7CFC-7DC1-3871-6DB9D3C39460}"/>
                </a:ext>
              </a:extLst>
            </p:cNvPr>
            <p:cNvSpPr>
              <a:spLocks noChangeArrowheads="1"/>
            </p:cNvSpPr>
            <p:nvPr/>
          </p:nvSpPr>
          <p:spPr bwMode="auto">
            <a:xfrm>
              <a:off x="3217863" y="4075113"/>
              <a:ext cx="55562" cy="71437"/>
            </a:xfrm>
            <a:custGeom>
              <a:avLst/>
              <a:gdLst>
                <a:gd name="T0" fmla="*/ 14 w 155"/>
                <a:gd name="T1" fmla="*/ 1 h 197"/>
                <a:gd name="T2" fmla="*/ 14 w 155"/>
                <a:gd name="T3" fmla="*/ 1 h 197"/>
                <a:gd name="T4" fmla="*/ 1 w 155"/>
                <a:gd name="T5" fmla="*/ 21 h 197"/>
                <a:gd name="T6" fmla="*/ 128 w 155"/>
                <a:gd name="T7" fmla="*/ 192 h 197"/>
                <a:gd name="T8" fmla="*/ 150 w 155"/>
                <a:gd name="T9" fmla="*/ 185 h 197"/>
                <a:gd name="T10" fmla="*/ 143 w 155"/>
                <a:gd name="T11" fmla="*/ 163 h 197"/>
                <a:gd name="T12" fmla="*/ 143 w 155"/>
                <a:gd name="T13" fmla="*/ 163 h 197"/>
                <a:gd name="T14" fmla="*/ 33 w 155"/>
                <a:gd name="T15" fmla="*/ 14 h 197"/>
                <a:gd name="T16" fmla="*/ 14 w 155"/>
                <a:gd name="T17" fmla="*/ 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55" h="197">
                  <a:moveTo>
                    <a:pt x="14" y="1"/>
                  </a:moveTo>
                  <a:lnTo>
                    <a:pt x="14" y="1"/>
                  </a:lnTo>
                  <a:cubicBezTo>
                    <a:pt x="6" y="3"/>
                    <a:pt x="0" y="12"/>
                    <a:pt x="1" y="21"/>
                  </a:cubicBezTo>
                  <a:cubicBezTo>
                    <a:pt x="17" y="95"/>
                    <a:pt x="63" y="157"/>
                    <a:pt x="128" y="192"/>
                  </a:cubicBezTo>
                  <a:cubicBezTo>
                    <a:pt x="135" y="196"/>
                    <a:pt x="146" y="194"/>
                    <a:pt x="150" y="185"/>
                  </a:cubicBezTo>
                  <a:cubicBezTo>
                    <a:pt x="154" y="177"/>
                    <a:pt x="151" y="168"/>
                    <a:pt x="143" y="163"/>
                  </a:cubicBezTo>
                  <a:lnTo>
                    <a:pt x="143" y="163"/>
                  </a:lnTo>
                  <a:cubicBezTo>
                    <a:pt x="87" y="133"/>
                    <a:pt x="47" y="78"/>
                    <a:pt x="33" y="14"/>
                  </a:cubicBezTo>
                  <a:cubicBezTo>
                    <a:pt x="32" y="6"/>
                    <a:pt x="23" y="0"/>
                    <a:pt x="14"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3" name="Freeform 575">
              <a:extLst>
                <a:ext uri="{FF2B5EF4-FFF2-40B4-BE49-F238E27FC236}">
                  <a16:creationId xmlns:a16="http://schemas.microsoft.com/office/drawing/2014/main" id="{30E1616C-E461-670B-BF27-99A7832CBFAC}"/>
                </a:ext>
              </a:extLst>
            </p:cNvPr>
            <p:cNvSpPr>
              <a:spLocks noChangeArrowheads="1"/>
            </p:cNvSpPr>
            <p:nvPr/>
          </p:nvSpPr>
          <p:spPr bwMode="auto">
            <a:xfrm>
              <a:off x="3186113" y="3959225"/>
              <a:ext cx="220662" cy="296863"/>
            </a:xfrm>
            <a:custGeom>
              <a:avLst/>
              <a:gdLst>
                <a:gd name="T0" fmla="*/ 596 w 612"/>
                <a:gd name="T1" fmla="*/ 791 h 826"/>
                <a:gd name="T2" fmla="*/ 596 w 612"/>
                <a:gd name="T3" fmla="*/ 791 h 826"/>
                <a:gd name="T4" fmla="*/ 483 w 612"/>
                <a:gd name="T5" fmla="*/ 772 h 826"/>
                <a:gd name="T6" fmla="*/ 359 w 612"/>
                <a:gd name="T7" fmla="*/ 763 h 826"/>
                <a:gd name="T8" fmla="*/ 359 w 612"/>
                <a:gd name="T9" fmla="*/ 360 h 826"/>
                <a:gd name="T10" fmla="*/ 476 w 612"/>
                <a:gd name="T11" fmla="*/ 596 h 826"/>
                <a:gd name="T12" fmla="*/ 498 w 612"/>
                <a:gd name="T13" fmla="*/ 603 h 826"/>
                <a:gd name="T14" fmla="*/ 505 w 612"/>
                <a:gd name="T15" fmla="*/ 581 h 826"/>
                <a:gd name="T16" fmla="*/ 387 w 612"/>
                <a:gd name="T17" fmla="*/ 341 h 826"/>
                <a:gd name="T18" fmla="*/ 403 w 612"/>
                <a:gd name="T19" fmla="*/ 320 h 826"/>
                <a:gd name="T20" fmla="*/ 403 w 612"/>
                <a:gd name="T21" fmla="*/ 320 h 826"/>
                <a:gd name="T22" fmla="*/ 409 w 612"/>
                <a:gd name="T23" fmla="*/ 293 h 826"/>
                <a:gd name="T24" fmla="*/ 399 w 612"/>
                <a:gd name="T25" fmla="*/ 258 h 826"/>
                <a:gd name="T26" fmla="*/ 394 w 612"/>
                <a:gd name="T27" fmla="*/ 250 h 826"/>
                <a:gd name="T28" fmla="*/ 542 w 612"/>
                <a:gd name="T29" fmla="*/ 28 h 826"/>
                <a:gd name="T30" fmla="*/ 538 w 612"/>
                <a:gd name="T31" fmla="*/ 4 h 826"/>
                <a:gd name="T32" fmla="*/ 515 w 612"/>
                <a:gd name="T33" fmla="*/ 10 h 826"/>
                <a:gd name="T34" fmla="*/ 366 w 612"/>
                <a:gd name="T35" fmla="*/ 232 h 826"/>
                <a:gd name="T36" fmla="*/ 346 w 612"/>
                <a:gd name="T37" fmla="*/ 228 h 826"/>
                <a:gd name="T38" fmla="*/ 311 w 612"/>
                <a:gd name="T39" fmla="*/ 238 h 826"/>
                <a:gd name="T40" fmla="*/ 288 w 612"/>
                <a:gd name="T41" fmla="*/ 265 h 826"/>
                <a:gd name="T42" fmla="*/ 284 w 612"/>
                <a:gd name="T43" fmla="*/ 272 h 826"/>
                <a:gd name="T44" fmla="*/ 18 w 612"/>
                <a:gd name="T45" fmla="*/ 254 h 826"/>
                <a:gd name="T46" fmla="*/ 0 w 612"/>
                <a:gd name="T47" fmla="*/ 269 h 826"/>
                <a:gd name="T48" fmla="*/ 15 w 612"/>
                <a:gd name="T49" fmla="*/ 286 h 826"/>
                <a:gd name="T50" fmla="*/ 283 w 612"/>
                <a:gd name="T51" fmla="*/ 305 h 826"/>
                <a:gd name="T52" fmla="*/ 291 w 612"/>
                <a:gd name="T53" fmla="*/ 326 h 826"/>
                <a:gd name="T54" fmla="*/ 317 w 612"/>
                <a:gd name="T55" fmla="*/ 350 h 826"/>
                <a:gd name="T56" fmla="*/ 327 w 612"/>
                <a:gd name="T57" fmla="*/ 353 h 826"/>
                <a:gd name="T58" fmla="*/ 327 w 612"/>
                <a:gd name="T59" fmla="*/ 763 h 826"/>
                <a:gd name="T60" fmla="*/ 203 w 612"/>
                <a:gd name="T61" fmla="*/ 772 h 826"/>
                <a:gd name="T62" fmla="*/ 90 w 612"/>
                <a:gd name="T63" fmla="*/ 791 h 826"/>
                <a:gd name="T64" fmla="*/ 78 w 612"/>
                <a:gd name="T65" fmla="*/ 811 h 826"/>
                <a:gd name="T66" fmla="*/ 99 w 612"/>
                <a:gd name="T67" fmla="*/ 824 h 826"/>
                <a:gd name="T68" fmla="*/ 99 w 612"/>
                <a:gd name="T69" fmla="*/ 824 h 826"/>
                <a:gd name="T70" fmla="*/ 207 w 612"/>
                <a:gd name="T71" fmla="*/ 805 h 826"/>
                <a:gd name="T72" fmla="*/ 343 w 612"/>
                <a:gd name="T73" fmla="*/ 796 h 826"/>
                <a:gd name="T74" fmla="*/ 479 w 612"/>
                <a:gd name="T75" fmla="*/ 805 h 826"/>
                <a:gd name="T76" fmla="*/ 587 w 612"/>
                <a:gd name="T77" fmla="*/ 824 h 826"/>
                <a:gd name="T78" fmla="*/ 608 w 612"/>
                <a:gd name="T79" fmla="*/ 811 h 826"/>
                <a:gd name="T80" fmla="*/ 596 w 612"/>
                <a:gd name="T81" fmla="*/ 791 h 826"/>
                <a:gd name="T82" fmla="*/ 318 w 612"/>
                <a:gd name="T83" fmla="*/ 309 h 826"/>
                <a:gd name="T84" fmla="*/ 318 w 612"/>
                <a:gd name="T85" fmla="*/ 309 h 826"/>
                <a:gd name="T86" fmla="*/ 314 w 612"/>
                <a:gd name="T87" fmla="*/ 293 h 826"/>
                <a:gd name="T88" fmla="*/ 317 w 612"/>
                <a:gd name="T89" fmla="*/ 279 h 826"/>
                <a:gd name="T90" fmla="*/ 317 w 612"/>
                <a:gd name="T91" fmla="*/ 279 h 826"/>
                <a:gd name="T92" fmla="*/ 329 w 612"/>
                <a:gd name="T93" fmla="*/ 265 h 826"/>
                <a:gd name="T94" fmla="*/ 346 w 612"/>
                <a:gd name="T95" fmla="*/ 261 h 826"/>
                <a:gd name="T96" fmla="*/ 358 w 612"/>
                <a:gd name="T97" fmla="*/ 264 h 826"/>
                <a:gd name="T98" fmla="*/ 372 w 612"/>
                <a:gd name="T99" fmla="*/ 276 h 826"/>
                <a:gd name="T100" fmla="*/ 376 w 612"/>
                <a:gd name="T101" fmla="*/ 293 h 826"/>
                <a:gd name="T102" fmla="*/ 373 w 612"/>
                <a:gd name="T103" fmla="*/ 306 h 826"/>
                <a:gd name="T104" fmla="*/ 362 w 612"/>
                <a:gd name="T105" fmla="*/ 319 h 826"/>
                <a:gd name="T106" fmla="*/ 346 w 612"/>
                <a:gd name="T107" fmla="*/ 323 h 826"/>
                <a:gd name="T108" fmla="*/ 332 w 612"/>
                <a:gd name="T109" fmla="*/ 320 h 826"/>
                <a:gd name="T110" fmla="*/ 332 w 612"/>
                <a:gd name="T111" fmla="*/ 320 h 826"/>
                <a:gd name="T112" fmla="*/ 318 w 612"/>
                <a:gd name="T113" fmla="*/ 309 h 8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12" h="826">
                  <a:moveTo>
                    <a:pt x="596" y="791"/>
                  </a:moveTo>
                  <a:lnTo>
                    <a:pt x="596" y="791"/>
                  </a:lnTo>
                  <a:cubicBezTo>
                    <a:pt x="564" y="783"/>
                    <a:pt x="526" y="776"/>
                    <a:pt x="483" y="772"/>
                  </a:cubicBezTo>
                  <a:cubicBezTo>
                    <a:pt x="445" y="768"/>
                    <a:pt x="403" y="765"/>
                    <a:pt x="359" y="763"/>
                  </a:cubicBezTo>
                  <a:cubicBezTo>
                    <a:pt x="359" y="360"/>
                    <a:pt x="359" y="360"/>
                    <a:pt x="359" y="360"/>
                  </a:cubicBezTo>
                  <a:cubicBezTo>
                    <a:pt x="476" y="596"/>
                    <a:pt x="476" y="596"/>
                    <a:pt x="476" y="596"/>
                  </a:cubicBezTo>
                  <a:cubicBezTo>
                    <a:pt x="479" y="604"/>
                    <a:pt x="490" y="607"/>
                    <a:pt x="498" y="603"/>
                  </a:cubicBezTo>
                  <a:cubicBezTo>
                    <a:pt x="506" y="599"/>
                    <a:pt x="509" y="589"/>
                    <a:pt x="505" y="581"/>
                  </a:cubicBezTo>
                  <a:cubicBezTo>
                    <a:pt x="387" y="341"/>
                    <a:pt x="387" y="341"/>
                    <a:pt x="387" y="341"/>
                  </a:cubicBezTo>
                  <a:cubicBezTo>
                    <a:pt x="394" y="335"/>
                    <a:pt x="399" y="328"/>
                    <a:pt x="403" y="320"/>
                  </a:cubicBezTo>
                  <a:lnTo>
                    <a:pt x="403" y="320"/>
                  </a:lnTo>
                  <a:cubicBezTo>
                    <a:pt x="408" y="312"/>
                    <a:pt x="409" y="302"/>
                    <a:pt x="409" y="293"/>
                  </a:cubicBezTo>
                  <a:cubicBezTo>
                    <a:pt x="409" y="280"/>
                    <a:pt x="406" y="269"/>
                    <a:pt x="399" y="258"/>
                  </a:cubicBezTo>
                  <a:cubicBezTo>
                    <a:pt x="398" y="256"/>
                    <a:pt x="397" y="253"/>
                    <a:pt x="394" y="250"/>
                  </a:cubicBezTo>
                  <a:cubicBezTo>
                    <a:pt x="542" y="28"/>
                    <a:pt x="542" y="28"/>
                    <a:pt x="542" y="28"/>
                  </a:cubicBezTo>
                  <a:cubicBezTo>
                    <a:pt x="548" y="19"/>
                    <a:pt x="546" y="10"/>
                    <a:pt x="538" y="4"/>
                  </a:cubicBezTo>
                  <a:cubicBezTo>
                    <a:pt x="531" y="0"/>
                    <a:pt x="520" y="2"/>
                    <a:pt x="515" y="10"/>
                  </a:cubicBezTo>
                  <a:cubicBezTo>
                    <a:pt x="366" y="232"/>
                    <a:pt x="366" y="232"/>
                    <a:pt x="366" y="232"/>
                  </a:cubicBezTo>
                  <a:cubicBezTo>
                    <a:pt x="359" y="229"/>
                    <a:pt x="353" y="228"/>
                    <a:pt x="346" y="228"/>
                  </a:cubicBezTo>
                  <a:cubicBezTo>
                    <a:pt x="333" y="228"/>
                    <a:pt x="321" y="231"/>
                    <a:pt x="311" y="238"/>
                  </a:cubicBezTo>
                  <a:cubicBezTo>
                    <a:pt x="302" y="243"/>
                    <a:pt x="294" y="253"/>
                    <a:pt x="288" y="265"/>
                  </a:cubicBezTo>
                  <a:cubicBezTo>
                    <a:pt x="287" y="267"/>
                    <a:pt x="285" y="269"/>
                    <a:pt x="284" y="272"/>
                  </a:cubicBezTo>
                  <a:cubicBezTo>
                    <a:pt x="18" y="254"/>
                    <a:pt x="18" y="254"/>
                    <a:pt x="18" y="254"/>
                  </a:cubicBezTo>
                  <a:cubicBezTo>
                    <a:pt x="8" y="253"/>
                    <a:pt x="1" y="260"/>
                    <a:pt x="0" y="269"/>
                  </a:cubicBezTo>
                  <a:cubicBezTo>
                    <a:pt x="0" y="278"/>
                    <a:pt x="7" y="286"/>
                    <a:pt x="15" y="286"/>
                  </a:cubicBezTo>
                  <a:cubicBezTo>
                    <a:pt x="283" y="305"/>
                    <a:pt x="283" y="305"/>
                    <a:pt x="283" y="305"/>
                  </a:cubicBezTo>
                  <a:cubicBezTo>
                    <a:pt x="284" y="312"/>
                    <a:pt x="287" y="320"/>
                    <a:pt x="291" y="326"/>
                  </a:cubicBezTo>
                  <a:cubicBezTo>
                    <a:pt x="296" y="337"/>
                    <a:pt x="306" y="345"/>
                    <a:pt x="317" y="350"/>
                  </a:cubicBezTo>
                  <a:cubicBezTo>
                    <a:pt x="321" y="352"/>
                    <a:pt x="324" y="353"/>
                    <a:pt x="327" y="353"/>
                  </a:cubicBezTo>
                  <a:cubicBezTo>
                    <a:pt x="327" y="763"/>
                    <a:pt x="327" y="763"/>
                    <a:pt x="327" y="763"/>
                  </a:cubicBezTo>
                  <a:cubicBezTo>
                    <a:pt x="283" y="765"/>
                    <a:pt x="241" y="768"/>
                    <a:pt x="203" y="772"/>
                  </a:cubicBezTo>
                  <a:cubicBezTo>
                    <a:pt x="160" y="776"/>
                    <a:pt x="122" y="783"/>
                    <a:pt x="90" y="791"/>
                  </a:cubicBezTo>
                  <a:cubicBezTo>
                    <a:pt x="82" y="794"/>
                    <a:pt x="77" y="803"/>
                    <a:pt x="78" y="811"/>
                  </a:cubicBezTo>
                  <a:cubicBezTo>
                    <a:pt x="81" y="820"/>
                    <a:pt x="90" y="825"/>
                    <a:pt x="99" y="824"/>
                  </a:cubicBezTo>
                  <a:lnTo>
                    <a:pt x="99" y="824"/>
                  </a:lnTo>
                  <a:cubicBezTo>
                    <a:pt x="129" y="816"/>
                    <a:pt x="166" y="809"/>
                    <a:pt x="207" y="805"/>
                  </a:cubicBezTo>
                  <a:cubicBezTo>
                    <a:pt x="248" y="799"/>
                    <a:pt x="295" y="796"/>
                    <a:pt x="343" y="796"/>
                  </a:cubicBezTo>
                  <a:cubicBezTo>
                    <a:pt x="392" y="796"/>
                    <a:pt x="438" y="799"/>
                    <a:pt x="479" y="805"/>
                  </a:cubicBezTo>
                  <a:cubicBezTo>
                    <a:pt x="521" y="809"/>
                    <a:pt x="557" y="816"/>
                    <a:pt x="587" y="824"/>
                  </a:cubicBezTo>
                  <a:cubicBezTo>
                    <a:pt x="597" y="825"/>
                    <a:pt x="605" y="820"/>
                    <a:pt x="608" y="811"/>
                  </a:cubicBezTo>
                  <a:cubicBezTo>
                    <a:pt x="611" y="803"/>
                    <a:pt x="605" y="794"/>
                    <a:pt x="596" y="791"/>
                  </a:cubicBezTo>
                  <a:close/>
                  <a:moveTo>
                    <a:pt x="318" y="309"/>
                  </a:moveTo>
                  <a:lnTo>
                    <a:pt x="318" y="309"/>
                  </a:lnTo>
                  <a:cubicBezTo>
                    <a:pt x="316" y="304"/>
                    <a:pt x="314" y="298"/>
                    <a:pt x="314" y="293"/>
                  </a:cubicBezTo>
                  <a:cubicBezTo>
                    <a:pt x="314" y="287"/>
                    <a:pt x="316" y="283"/>
                    <a:pt x="317" y="279"/>
                  </a:cubicBezTo>
                  <a:lnTo>
                    <a:pt x="317" y="279"/>
                  </a:lnTo>
                  <a:cubicBezTo>
                    <a:pt x="320" y="273"/>
                    <a:pt x="324" y="269"/>
                    <a:pt x="329" y="265"/>
                  </a:cubicBezTo>
                  <a:cubicBezTo>
                    <a:pt x="333" y="262"/>
                    <a:pt x="339" y="261"/>
                    <a:pt x="346" y="261"/>
                  </a:cubicBezTo>
                  <a:cubicBezTo>
                    <a:pt x="350" y="261"/>
                    <a:pt x="354" y="262"/>
                    <a:pt x="358" y="264"/>
                  </a:cubicBezTo>
                  <a:cubicBezTo>
                    <a:pt x="365" y="267"/>
                    <a:pt x="369" y="271"/>
                    <a:pt x="372" y="276"/>
                  </a:cubicBezTo>
                  <a:cubicBezTo>
                    <a:pt x="375" y="280"/>
                    <a:pt x="376" y="287"/>
                    <a:pt x="376" y="293"/>
                  </a:cubicBezTo>
                  <a:cubicBezTo>
                    <a:pt x="376" y="297"/>
                    <a:pt x="376" y="301"/>
                    <a:pt x="373" y="306"/>
                  </a:cubicBezTo>
                  <a:cubicBezTo>
                    <a:pt x="370" y="312"/>
                    <a:pt x="366" y="316"/>
                    <a:pt x="362" y="319"/>
                  </a:cubicBezTo>
                  <a:cubicBezTo>
                    <a:pt x="357" y="321"/>
                    <a:pt x="351" y="323"/>
                    <a:pt x="346" y="323"/>
                  </a:cubicBezTo>
                  <a:cubicBezTo>
                    <a:pt x="340" y="323"/>
                    <a:pt x="336" y="323"/>
                    <a:pt x="332" y="320"/>
                  </a:cubicBezTo>
                  <a:lnTo>
                    <a:pt x="332" y="320"/>
                  </a:lnTo>
                  <a:cubicBezTo>
                    <a:pt x="327" y="317"/>
                    <a:pt x="322" y="313"/>
                    <a:pt x="318"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4" name="Freeform 576">
              <a:extLst>
                <a:ext uri="{FF2B5EF4-FFF2-40B4-BE49-F238E27FC236}">
                  <a16:creationId xmlns:a16="http://schemas.microsoft.com/office/drawing/2014/main" id="{AA72B6C0-1AE5-B40A-59EE-38E62877EAF5}"/>
                </a:ext>
              </a:extLst>
            </p:cNvPr>
            <p:cNvSpPr>
              <a:spLocks noChangeArrowheads="1"/>
            </p:cNvSpPr>
            <p:nvPr/>
          </p:nvSpPr>
          <p:spPr bwMode="auto">
            <a:xfrm>
              <a:off x="3371850" y="4035425"/>
              <a:ext cx="60325" cy="128588"/>
            </a:xfrm>
            <a:custGeom>
              <a:avLst/>
              <a:gdLst>
                <a:gd name="T0" fmla="*/ 161 w 167"/>
                <a:gd name="T1" fmla="*/ 15 h 357"/>
                <a:gd name="T2" fmla="*/ 161 w 167"/>
                <a:gd name="T3" fmla="*/ 15 h 357"/>
                <a:gd name="T4" fmla="*/ 142 w 167"/>
                <a:gd name="T5" fmla="*/ 2 h 357"/>
                <a:gd name="T6" fmla="*/ 128 w 167"/>
                <a:gd name="T7" fmla="*/ 21 h 357"/>
                <a:gd name="T8" fmla="*/ 128 w 167"/>
                <a:gd name="T9" fmla="*/ 21 h 357"/>
                <a:gd name="T10" fmla="*/ 133 w 167"/>
                <a:gd name="T11" fmla="*/ 76 h 357"/>
                <a:gd name="T12" fmla="*/ 101 w 167"/>
                <a:gd name="T13" fmla="*/ 213 h 357"/>
                <a:gd name="T14" fmla="*/ 9 w 167"/>
                <a:gd name="T15" fmla="*/ 324 h 357"/>
                <a:gd name="T16" fmla="*/ 6 w 167"/>
                <a:gd name="T17" fmla="*/ 346 h 357"/>
                <a:gd name="T18" fmla="*/ 29 w 167"/>
                <a:gd name="T19" fmla="*/ 350 h 357"/>
                <a:gd name="T20" fmla="*/ 131 w 167"/>
                <a:gd name="T21" fmla="*/ 228 h 357"/>
                <a:gd name="T22" fmla="*/ 166 w 167"/>
                <a:gd name="T23" fmla="*/ 76 h 357"/>
                <a:gd name="T24" fmla="*/ 161 w 167"/>
                <a:gd name="T25" fmla="*/ 15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67" h="357">
                  <a:moveTo>
                    <a:pt x="161" y="15"/>
                  </a:moveTo>
                  <a:lnTo>
                    <a:pt x="161" y="15"/>
                  </a:lnTo>
                  <a:cubicBezTo>
                    <a:pt x="160" y="6"/>
                    <a:pt x="151" y="0"/>
                    <a:pt x="142" y="2"/>
                  </a:cubicBezTo>
                  <a:cubicBezTo>
                    <a:pt x="133" y="3"/>
                    <a:pt x="127" y="13"/>
                    <a:pt x="128" y="21"/>
                  </a:cubicBezTo>
                  <a:lnTo>
                    <a:pt x="128" y="21"/>
                  </a:lnTo>
                  <a:cubicBezTo>
                    <a:pt x="132" y="39"/>
                    <a:pt x="133" y="58"/>
                    <a:pt x="133" y="76"/>
                  </a:cubicBezTo>
                  <a:cubicBezTo>
                    <a:pt x="133" y="124"/>
                    <a:pt x="123" y="171"/>
                    <a:pt x="101" y="213"/>
                  </a:cubicBezTo>
                  <a:cubicBezTo>
                    <a:pt x="80" y="256"/>
                    <a:pt x="48" y="294"/>
                    <a:pt x="9" y="324"/>
                  </a:cubicBezTo>
                  <a:cubicBezTo>
                    <a:pt x="2" y="330"/>
                    <a:pt x="0" y="339"/>
                    <a:pt x="6" y="346"/>
                  </a:cubicBezTo>
                  <a:cubicBezTo>
                    <a:pt x="11" y="354"/>
                    <a:pt x="21" y="356"/>
                    <a:pt x="29" y="350"/>
                  </a:cubicBezTo>
                  <a:cubicBezTo>
                    <a:pt x="73" y="317"/>
                    <a:pt x="107" y="275"/>
                    <a:pt x="131" y="228"/>
                  </a:cubicBezTo>
                  <a:cubicBezTo>
                    <a:pt x="154" y="181"/>
                    <a:pt x="166" y="129"/>
                    <a:pt x="166" y="76"/>
                  </a:cubicBezTo>
                  <a:cubicBezTo>
                    <a:pt x="166" y="55"/>
                    <a:pt x="165" y="35"/>
                    <a:pt x="16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5" name="Freeform 577">
              <a:extLst>
                <a:ext uri="{FF2B5EF4-FFF2-40B4-BE49-F238E27FC236}">
                  <a16:creationId xmlns:a16="http://schemas.microsoft.com/office/drawing/2014/main" id="{76CE400D-AAFA-6289-8752-7B31F793CED8}"/>
                </a:ext>
              </a:extLst>
            </p:cNvPr>
            <p:cNvSpPr>
              <a:spLocks noChangeArrowheads="1"/>
            </p:cNvSpPr>
            <p:nvPr/>
          </p:nvSpPr>
          <p:spPr bwMode="auto">
            <a:xfrm>
              <a:off x="3289300" y="4054475"/>
              <a:ext cx="1588" cy="1588"/>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6" name="Freeform 578">
              <a:extLst>
                <a:ext uri="{FF2B5EF4-FFF2-40B4-BE49-F238E27FC236}">
                  <a16:creationId xmlns:a16="http://schemas.microsoft.com/office/drawing/2014/main" id="{E9B5C9E5-17BE-A9F2-5A36-90C532CD50F5}"/>
                </a:ext>
              </a:extLst>
            </p:cNvPr>
            <p:cNvSpPr>
              <a:spLocks noChangeArrowheads="1"/>
            </p:cNvSpPr>
            <p:nvPr/>
          </p:nvSpPr>
          <p:spPr bwMode="auto">
            <a:xfrm>
              <a:off x="3300413" y="408463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7" name="Freeform 579">
              <a:extLst>
                <a:ext uri="{FF2B5EF4-FFF2-40B4-BE49-F238E27FC236}">
                  <a16:creationId xmlns:a16="http://schemas.microsoft.com/office/drawing/2014/main" id="{F6532F35-BA52-1930-A229-2E6F57885F91}"/>
                </a:ext>
              </a:extLst>
            </p:cNvPr>
            <p:cNvSpPr>
              <a:spLocks noChangeArrowheads="1"/>
            </p:cNvSpPr>
            <p:nvPr/>
          </p:nvSpPr>
          <p:spPr bwMode="auto">
            <a:xfrm>
              <a:off x="3246438" y="4075113"/>
              <a:ext cx="22225" cy="28575"/>
            </a:xfrm>
            <a:custGeom>
              <a:avLst/>
              <a:gdLst>
                <a:gd name="T0" fmla="*/ 54 w 63"/>
                <a:gd name="T1" fmla="*/ 73 h 80"/>
                <a:gd name="T2" fmla="*/ 54 w 63"/>
                <a:gd name="T3" fmla="*/ 73 h 80"/>
                <a:gd name="T4" fmla="*/ 55 w 63"/>
                <a:gd name="T5" fmla="*/ 49 h 80"/>
                <a:gd name="T6" fmla="*/ 55 w 63"/>
                <a:gd name="T7" fmla="*/ 49 h 80"/>
                <a:gd name="T8" fmla="*/ 33 w 63"/>
                <a:gd name="T9" fmla="*/ 12 h 80"/>
                <a:gd name="T10" fmla="*/ 13 w 63"/>
                <a:gd name="T11" fmla="*/ 3 h 80"/>
                <a:gd name="T12" fmla="*/ 3 w 63"/>
                <a:gd name="T13" fmla="*/ 25 h 80"/>
                <a:gd name="T14" fmla="*/ 30 w 63"/>
                <a:gd name="T15" fmla="*/ 71 h 80"/>
                <a:gd name="T16" fmla="*/ 54 w 63"/>
                <a:gd name="T17" fmla="*/ 73 h 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63" h="80">
                  <a:moveTo>
                    <a:pt x="54" y="73"/>
                  </a:moveTo>
                  <a:lnTo>
                    <a:pt x="54" y="73"/>
                  </a:lnTo>
                  <a:cubicBezTo>
                    <a:pt x="61" y="67"/>
                    <a:pt x="62" y="56"/>
                    <a:pt x="55" y="49"/>
                  </a:cubicBezTo>
                  <a:lnTo>
                    <a:pt x="55" y="49"/>
                  </a:lnTo>
                  <a:cubicBezTo>
                    <a:pt x="47" y="38"/>
                    <a:pt x="39" y="26"/>
                    <a:pt x="33" y="12"/>
                  </a:cubicBezTo>
                  <a:cubicBezTo>
                    <a:pt x="30" y="4"/>
                    <a:pt x="21" y="0"/>
                    <a:pt x="13" y="3"/>
                  </a:cubicBezTo>
                  <a:cubicBezTo>
                    <a:pt x="4" y="7"/>
                    <a:pt x="0" y="16"/>
                    <a:pt x="3" y="25"/>
                  </a:cubicBezTo>
                  <a:cubicBezTo>
                    <a:pt x="10" y="41"/>
                    <a:pt x="19" y="58"/>
                    <a:pt x="30" y="71"/>
                  </a:cubicBezTo>
                  <a:cubicBezTo>
                    <a:pt x="36" y="78"/>
                    <a:pt x="47" y="79"/>
                    <a:pt x="54" y="7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98" name="Group 753">
            <a:extLst>
              <a:ext uri="{FF2B5EF4-FFF2-40B4-BE49-F238E27FC236}">
                <a16:creationId xmlns:a16="http://schemas.microsoft.com/office/drawing/2014/main" id="{AB21B9A3-46A6-0652-55A7-C45D763C6470}"/>
              </a:ext>
            </a:extLst>
          </p:cNvPr>
          <p:cNvGrpSpPr/>
          <p:nvPr/>
        </p:nvGrpSpPr>
        <p:grpSpPr>
          <a:xfrm>
            <a:off x="7745536" y="4098101"/>
            <a:ext cx="320675" cy="334963"/>
            <a:chOff x="3157538" y="3308350"/>
            <a:chExt cx="320675" cy="334963"/>
          </a:xfrm>
          <a:solidFill>
            <a:schemeClr val="accent4"/>
          </a:solidFill>
        </p:grpSpPr>
        <p:sp>
          <p:nvSpPr>
            <p:cNvPr id="699" name="Freeform 592">
              <a:extLst>
                <a:ext uri="{FF2B5EF4-FFF2-40B4-BE49-F238E27FC236}">
                  <a16:creationId xmlns:a16="http://schemas.microsoft.com/office/drawing/2014/main" id="{B5FA5975-EDB8-227D-7A6A-47C24E2E1CD1}"/>
                </a:ext>
              </a:extLst>
            </p:cNvPr>
            <p:cNvSpPr>
              <a:spLocks noChangeArrowheads="1"/>
            </p:cNvSpPr>
            <p:nvPr/>
          </p:nvSpPr>
          <p:spPr bwMode="auto">
            <a:xfrm>
              <a:off x="3359150" y="34115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0" name="Freeform 593">
              <a:extLst>
                <a:ext uri="{FF2B5EF4-FFF2-40B4-BE49-F238E27FC236}">
                  <a16:creationId xmlns:a16="http://schemas.microsoft.com/office/drawing/2014/main" id="{9C7FAC1C-14B4-33A9-FB46-8260F9B02CD7}"/>
                </a:ext>
              </a:extLst>
            </p:cNvPr>
            <p:cNvSpPr>
              <a:spLocks noChangeArrowheads="1"/>
            </p:cNvSpPr>
            <p:nvPr/>
          </p:nvSpPr>
          <p:spPr bwMode="auto">
            <a:xfrm>
              <a:off x="3424238" y="3508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1" name="Freeform 594">
              <a:extLst>
                <a:ext uri="{FF2B5EF4-FFF2-40B4-BE49-F238E27FC236}">
                  <a16:creationId xmlns:a16="http://schemas.microsoft.com/office/drawing/2014/main" id="{5A275771-4518-D34F-279E-130B02439C7D}"/>
                </a:ext>
              </a:extLst>
            </p:cNvPr>
            <p:cNvSpPr>
              <a:spLocks noChangeArrowheads="1"/>
            </p:cNvSpPr>
            <p:nvPr/>
          </p:nvSpPr>
          <p:spPr bwMode="auto">
            <a:xfrm>
              <a:off x="3359150" y="3444875"/>
              <a:ext cx="17463" cy="17463"/>
            </a:xfrm>
            <a:custGeom>
              <a:avLst/>
              <a:gdLst>
                <a:gd name="T0" fmla="*/ 23 w 47"/>
                <a:gd name="T1" fmla="*/ 0 h 48"/>
                <a:gd name="T2" fmla="*/ 23 w 47"/>
                <a:gd name="T3" fmla="*/ 0 h 48"/>
                <a:gd name="T4" fmla="*/ 0 w 47"/>
                <a:gd name="T5" fmla="*/ 24 h 48"/>
                <a:gd name="T6" fmla="*/ 23 w 47"/>
                <a:gd name="T7" fmla="*/ 47 h 48"/>
                <a:gd name="T8" fmla="*/ 46 w 47"/>
                <a:gd name="T9" fmla="*/ 24 h 48"/>
                <a:gd name="T10" fmla="*/ 23 w 47"/>
                <a:gd name="T11" fmla="*/ 0 h 48"/>
              </a:gdLst>
              <a:ahLst/>
              <a:cxnLst>
                <a:cxn ang="0">
                  <a:pos x="T0" y="T1"/>
                </a:cxn>
                <a:cxn ang="0">
                  <a:pos x="T2" y="T3"/>
                </a:cxn>
                <a:cxn ang="0">
                  <a:pos x="T4" y="T5"/>
                </a:cxn>
                <a:cxn ang="0">
                  <a:pos x="T6" y="T7"/>
                </a:cxn>
                <a:cxn ang="0">
                  <a:pos x="T8" y="T9"/>
                </a:cxn>
                <a:cxn ang="0">
                  <a:pos x="T10" y="T11"/>
                </a:cxn>
              </a:cxnLst>
              <a:rect l="0" t="0" r="r" b="b"/>
              <a:pathLst>
                <a:path w="47" h="48">
                  <a:moveTo>
                    <a:pt x="23" y="0"/>
                  </a:moveTo>
                  <a:lnTo>
                    <a:pt x="23" y="0"/>
                  </a:lnTo>
                  <a:cubicBezTo>
                    <a:pt x="10" y="0"/>
                    <a:pt x="0" y="11"/>
                    <a:pt x="0" y="24"/>
                  </a:cubicBezTo>
                  <a:cubicBezTo>
                    <a:pt x="0" y="37"/>
                    <a:pt x="10" y="47"/>
                    <a:pt x="23" y="47"/>
                  </a:cubicBezTo>
                  <a:cubicBezTo>
                    <a:pt x="37" y="47"/>
                    <a:pt x="46" y="37"/>
                    <a:pt x="46" y="24"/>
                  </a:cubicBezTo>
                  <a:cubicBezTo>
                    <a:pt x="46" y="11"/>
                    <a:pt x="37" y="0"/>
                    <a:pt x="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2" name="Freeform 595">
              <a:extLst>
                <a:ext uri="{FF2B5EF4-FFF2-40B4-BE49-F238E27FC236}">
                  <a16:creationId xmlns:a16="http://schemas.microsoft.com/office/drawing/2014/main" id="{0E5BBC0B-6997-1849-7A90-794C1785D4C8}"/>
                </a:ext>
              </a:extLst>
            </p:cNvPr>
            <p:cNvSpPr>
              <a:spLocks noChangeArrowheads="1"/>
            </p:cNvSpPr>
            <p:nvPr/>
          </p:nvSpPr>
          <p:spPr bwMode="auto">
            <a:xfrm>
              <a:off x="3417888" y="336391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3" name="Freeform 596">
              <a:extLst>
                <a:ext uri="{FF2B5EF4-FFF2-40B4-BE49-F238E27FC236}">
                  <a16:creationId xmlns:a16="http://schemas.microsoft.com/office/drawing/2014/main" id="{DE8029DC-5CDA-814E-C26B-A8CEC8F81872}"/>
                </a:ext>
              </a:extLst>
            </p:cNvPr>
            <p:cNvSpPr>
              <a:spLocks noChangeArrowheads="1"/>
            </p:cNvSpPr>
            <p:nvPr/>
          </p:nvSpPr>
          <p:spPr bwMode="auto">
            <a:xfrm>
              <a:off x="3411538" y="3340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4" name="Freeform 597">
              <a:extLst>
                <a:ext uri="{FF2B5EF4-FFF2-40B4-BE49-F238E27FC236}">
                  <a16:creationId xmlns:a16="http://schemas.microsoft.com/office/drawing/2014/main" id="{AADFF07B-3A96-74DA-672F-5FAFD4BF03AA}"/>
                </a:ext>
              </a:extLst>
            </p:cNvPr>
            <p:cNvSpPr>
              <a:spLocks noChangeArrowheads="1"/>
            </p:cNvSpPr>
            <p:nvPr/>
          </p:nvSpPr>
          <p:spPr bwMode="auto">
            <a:xfrm>
              <a:off x="3157538" y="3308350"/>
              <a:ext cx="320675" cy="334963"/>
            </a:xfrm>
            <a:custGeom>
              <a:avLst/>
              <a:gdLst>
                <a:gd name="T0" fmla="*/ 869 w 892"/>
                <a:gd name="T1" fmla="*/ 192 h 929"/>
                <a:gd name="T2" fmla="*/ 791 w 892"/>
                <a:gd name="T3" fmla="*/ 200 h 929"/>
                <a:gd name="T4" fmla="*/ 782 w 892"/>
                <a:gd name="T5" fmla="*/ 137 h 929"/>
                <a:gd name="T6" fmla="*/ 788 w 892"/>
                <a:gd name="T7" fmla="*/ 63 h 929"/>
                <a:gd name="T8" fmla="*/ 715 w 892"/>
                <a:gd name="T9" fmla="*/ 9 h 929"/>
                <a:gd name="T10" fmla="*/ 721 w 892"/>
                <a:gd name="T11" fmla="*/ 115 h 929"/>
                <a:gd name="T12" fmla="*/ 751 w 892"/>
                <a:gd name="T13" fmla="*/ 195 h 929"/>
                <a:gd name="T14" fmla="*/ 666 w 892"/>
                <a:gd name="T15" fmla="*/ 130 h 929"/>
                <a:gd name="T16" fmla="*/ 626 w 892"/>
                <a:gd name="T17" fmla="*/ 144 h 929"/>
                <a:gd name="T18" fmla="*/ 688 w 892"/>
                <a:gd name="T19" fmla="*/ 241 h 929"/>
                <a:gd name="T20" fmla="*/ 725 w 892"/>
                <a:gd name="T21" fmla="*/ 291 h 929"/>
                <a:gd name="T22" fmla="*/ 640 w 892"/>
                <a:gd name="T23" fmla="*/ 276 h 929"/>
                <a:gd name="T24" fmla="*/ 443 w 892"/>
                <a:gd name="T25" fmla="*/ 387 h 929"/>
                <a:gd name="T26" fmla="*/ 342 w 892"/>
                <a:gd name="T27" fmla="*/ 225 h 929"/>
                <a:gd name="T28" fmla="*/ 206 w 892"/>
                <a:gd name="T29" fmla="*/ 340 h 929"/>
                <a:gd name="T30" fmla="*/ 75 w 892"/>
                <a:gd name="T31" fmla="*/ 340 h 929"/>
                <a:gd name="T32" fmla="*/ 170 w 892"/>
                <a:gd name="T33" fmla="*/ 687 h 929"/>
                <a:gd name="T34" fmla="*/ 19 w 892"/>
                <a:gd name="T35" fmla="*/ 749 h 929"/>
                <a:gd name="T36" fmla="*/ 9 w 892"/>
                <a:gd name="T37" fmla="*/ 789 h 929"/>
                <a:gd name="T38" fmla="*/ 380 w 892"/>
                <a:gd name="T39" fmla="*/ 928 h 929"/>
                <a:gd name="T40" fmla="*/ 733 w 892"/>
                <a:gd name="T41" fmla="*/ 668 h 929"/>
                <a:gd name="T42" fmla="*/ 714 w 892"/>
                <a:gd name="T43" fmla="*/ 453 h 929"/>
                <a:gd name="T44" fmla="*/ 722 w 892"/>
                <a:gd name="T45" fmla="*/ 343 h 929"/>
                <a:gd name="T46" fmla="*/ 774 w 892"/>
                <a:gd name="T47" fmla="*/ 387 h 929"/>
                <a:gd name="T48" fmla="*/ 751 w 892"/>
                <a:gd name="T49" fmla="*/ 324 h 929"/>
                <a:gd name="T50" fmla="*/ 807 w 892"/>
                <a:gd name="T51" fmla="*/ 292 h 929"/>
                <a:gd name="T52" fmla="*/ 882 w 892"/>
                <a:gd name="T53" fmla="*/ 229 h 929"/>
                <a:gd name="T54" fmla="*/ 262 w 892"/>
                <a:gd name="T55" fmla="*/ 311 h 929"/>
                <a:gd name="T56" fmla="*/ 361 w 892"/>
                <a:gd name="T57" fmla="*/ 506 h 929"/>
                <a:gd name="T58" fmla="*/ 710 w 892"/>
                <a:gd name="T59" fmla="*/ 560 h 929"/>
                <a:gd name="T60" fmla="*/ 681 w 892"/>
                <a:gd name="T61" fmla="*/ 709 h 929"/>
                <a:gd name="T62" fmla="*/ 276 w 892"/>
                <a:gd name="T63" fmla="*/ 882 h 929"/>
                <a:gd name="T64" fmla="*/ 44 w 892"/>
                <a:gd name="T65" fmla="*/ 781 h 929"/>
                <a:gd name="T66" fmla="*/ 209 w 892"/>
                <a:gd name="T67" fmla="*/ 703 h 929"/>
                <a:gd name="T68" fmla="*/ 203 w 892"/>
                <a:gd name="T69" fmla="*/ 676 h 929"/>
                <a:gd name="T70" fmla="*/ 92 w 892"/>
                <a:gd name="T71" fmla="*/ 436 h 929"/>
                <a:gd name="T72" fmla="*/ 193 w 892"/>
                <a:gd name="T73" fmla="*/ 387 h 929"/>
                <a:gd name="T74" fmla="*/ 328 w 892"/>
                <a:gd name="T75" fmla="*/ 528 h 929"/>
                <a:gd name="T76" fmla="*/ 392 w 892"/>
                <a:gd name="T77" fmla="*/ 543 h 929"/>
                <a:gd name="T78" fmla="*/ 412 w 892"/>
                <a:gd name="T79" fmla="*/ 542 h 929"/>
                <a:gd name="T80" fmla="*/ 456 w 892"/>
                <a:gd name="T81" fmla="*/ 460 h 929"/>
                <a:gd name="T82" fmla="*/ 571 w 892"/>
                <a:gd name="T83" fmla="*/ 321 h 929"/>
                <a:gd name="T84" fmla="*/ 689 w 892"/>
                <a:gd name="T85" fmla="*/ 320 h 929"/>
                <a:gd name="T86" fmla="*/ 696 w 892"/>
                <a:gd name="T87" fmla="*/ 502 h 929"/>
                <a:gd name="T88" fmla="*/ 734 w 892"/>
                <a:gd name="T89" fmla="*/ 79 h 929"/>
                <a:gd name="T90" fmla="*/ 738 w 892"/>
                <a:gd name="T91" fmla="*/ 42 h 929"/>
                <a:gd name="T92" fmla="*/ 763 w 892"/>
                <a:gd name="T93" fmla="*/ 89 h 929"/>
                <a:gd name="T94" fmla="*/ 718 w 892"/>
                <a:gd name="T95" fmla="*/ 221 h 929"/>
                <a:gd name="T96" fmla="*/ 667 w 892"/>
                <a:gd name="T97" fmla="*/ 185 h 929"/>
                <a:gd name="T98" fmla="*/ 705 w 892"/>
                <a:gd name="T99" fmla="*/ 178 h 929"/>
                <a:gd name="T100" fmla="*/ 718 w 892"/>
                <a:gd name="T101" fmla="*/ 221 h 929"/>
                <a:gd name="T102" fmla="*/ 802 w 892"/>
                <a:gd name="T103" fmla="*/ 263 h 929"/>
                <a:gd name="T104" fmla="*/ 785 w 892"/>
                <a:gd name="T105" fmla="*/ 240 h 929"/>
                <a:gd name="T106" fmla="*/ 841 w 892"/>
                <a:gd name="T107" fmla="*/ 218 h 9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92" h="929">
                  <a:moveTo>
                    <a:pt x="888" y="202"/>
                  </a:moveTo>
                  <a:lnTo>
                    <a:pt x="888" y="202"/>
                  </a:lnTo>
                  <a:cubicBezTo>
                    <a:pt x="887" y="199"/>
                    <a:pt x="884" y="196"/>
                    <a:pt x="880" y="195"/>
                  </a:cubicBezTo>
                  <a:cubicBezTo>
                    <a:pt x="880" y="195"/>
                    <a:pt x="876" y="193"/>
                    <a:pt x="869" y="192"/>
                  </a:cubicBezTo>
                  <a:cubicBezTo>
                    <a:pt x="862" y="191"/>
                    <a:pt x="852" y="189"/>
                    <a:pt x="841" y="189"/>
                  </a:cubicBezTo>
                  <a:cubicBezTo>
                    <a:pt x="833" y="189"/>
                    <a:pt x="825" y="189"/>
                    <a:pt x="817" y="192"/>
                  </a:cubicBezTo>
                  <a:cubicBezTo>
                    <a:pt x="807" y="193"/>
                    <a:pt x="799" y="196"/>
                    <a:pt x="791" y="200"/>
                  </a:cubicBezTo>
                  <a:lnTo>
                    <a:pt x="791" y="200"/>
                  </a:lnTo>
                  <a:cubicBezTo>
                    <a:pt x="786" y="203"/>
                    <a:pt x="782" y="206"/>
                    <a:pt x="778" y="208"/>
                  </a:cubicBezTo>
                  <a:cubicBezTo>
                    <a:pt x="780" y="204"/>
                    <a:pt x="780" y="200"/>
                    <a:pt x="781" y="196"/>
                  </a:cubicBezTo>
                  <a:cubicBezTo>
                    <a:pt x="784" y="185"/>
                    <a:pt x="784" y="174"/>
                    <a:pt x="784" y="163"/>
                  </a:cubicBezTo>
                  <a:cubicBezTo>
                    <a:pt x="784" y="155"/>
                    <a:pt x="784" y="147"/>
                    <a:pt x="782" y="137"/>
                  </a:cubicBezTo>
                  <a:cubicBezTo>
                    <a:pt x="782" y="134"/>
                    <a:pt x="785" y="132"/>
                    <a:pt x="786" y="126"/>
                  </a:cubicBezTo>
                  <a:cubicBezTo>
                    <a:pt x="789" y="116"/>
                    <a:pt x="792" y="104"/>
                    <a:pt x="792" y="89"/>
                  </a:cubicBezTo>
                  <a:cubicBezTo>
                    <a:pt x="792" y="81"/>
                    <a:pt x="791" y="72"/>
                    <a:pt x="788" y="63"/>
                  </a:cubicBezTo>
                  <a:lnTo>
                    <a:pt x="788" y="63"/>
                  </a:lnTo>
                  <a:cubicBezTo>
                    <a:pt x="785" y="53"/>
                    <a:pt x="780" y="45"/>
                    <a:pt x="774" y="37"/>
                  </a:cubicBezTo>
                  <a:cubicBezTo>
                    <a:pt x="766" y="26"/>
                    <a:pt x="756" y="18"/>
                    <a:pt x="749" y="12"/>
                  </a:cubicBezTo>
                  <a:cubicBezTo>
                    <a:pt x="741" y="7"/>
                    <a:pt x="736" y="4"/>
                    <a:pt x="736" y="4"/>
                  </a:cubicBezTo>
                  <a:cubicBezTo>
                    <a:pt x="729" y="0"/>
                    <a:pt x="719" y="2"/>
                    <a:pt x="715" y="9"/>
                  </a:cubicBezTo>
                  <a:cubicBezTo>
                    <a:pt x="715" y="11"/>
                    <a:pt x="712" y="16"/>
                    <a:pt x="710" y="26"/>
                  </a:cubicBezTo>
                  <a:cubicBezTo>
                    <a:pt x="705" y="35"/>
                    <a:pt x="703" y="48"/>
                    <a:pt x="703" y="63"/>
                  </a:cubicBezTo>
                  <a:cubicBezTo>
                    <a:pt x="703" y="71"/>
                    <a:pt x="704" y="79"/>
                    <a:pt x="707" y="89"/>
                  </a:cubicBezTo>
                  <a:cubicBezTo>
                    <a:pt x="710" y="99"/>
                    <a:pt x="715" y="108"/>
                    <a:pt x="721" y="115"/>
                  </a:cubicBezTo>
                  <a:cubicBezTo>
                    <a:pt x="729" y="126"/>
                    <a:pt x="738" y="134"/>
                    <a:pt x="747" y="140"/>
                  </a:cubicBezTo>
                  <a:cubicBezTo>
                    <a:pt x="749" y="143"/>
                    <a:pt x="751" y="144"/>
                    <a:pt x="753" y="145"/>
                  </a:cubicBezTo>
                  <a:cubicBezTo>
                    <a:pt x="755" y="151"/>
                    <a:pt x="755" y="158"/>
                    <a:pt x="755" y="163"/>
                  </a:cubicBezTo>
                  <a:cubicBezTo>
                    <a:pt x="755" y="173"/>
                    <a:pt x="753" y="184"/>
                    <a:pt x="751" y="195"/>
                  </a:cubicBezTo>
                  <a:cubicBezTo>
                    <a:pt x="749" y="191"/>
                    <a:pt x="748" y="186"/>
                    <a:pt x="745" y="182"/>
                  </a:cubicBezTo>
                  <a:cubicBezTo>
                    <a:pt x="741" y="174"/>
                    <a:pt x="734" y="164"/>
                    <a:pt x="725" y="156"/>
                  </a:cubicBezTo>
                  <a:cubicBezTo>
                    <a:pt x="718" y="149"/>
                    <a:pt x="710" y="145"/>
                    <a:pt x="700" y="141"/>
                  </a:cubicBezTo>
                  <a:cubicBezTo>
                    <a:pt x="688" y="136"/>
                    <a:pt x="675" y="133"/>
                    <a:pt x="666" y="130"/>
                  </a:cubicBezTo>
                  <a:cubicBezTo>
                    <a:pt x="655" y="129"/>
                    <a:pt x="646" y="129"/>
                    <a:pt x="642" y="129"/>
                  </a:cubicBezTo>
                  <a:cubicBezTo>
                    <a:pt x="641" y="129"/>
                    <a:pt x="640" y="129"/>
                    <a:pt x="640" y="129"/>
                  </a:cubicBezTo>
                  <a:cubicBezTo>
                    <a:pt x="635" y="129"/>
                    <a:pt x="631" y="130"/>
                    <a:pt x="629" y="134"/>
                  </a:cubicBezTo>
                  <a:cubicBezTo>
                    <a:pt x="627" y="137"/>
                    <a:pt x="626" y="141"/>
                    <a:pt x="626" y="144"/>
                  </a:cubicBezTo>
                  <a:cubicBezTo>
                    <a:pt x="626" y="145"/>
                    <a:pt x="626" y="158"/>
                    <a:pt x="631" y="174"/>
                  </a:cubicBezTo>
                  <a:cubicBezTo>
                    <a:pt x="634" y="181"/>
                    <a:pt x="637" y="191"/>
                    <a:pt x="642" y="200"/>
                  </a:cubicBezTo>
                  <a:cubicBezTo>
                    <a:pt x="646" y="208"/>
                    <a:pt x="653" y="218"/>
                    <a:pt x="663" y="226"/>
                  </a:cubicBezTo>
                  <a:cubicBezTo>
                    <a:pt x="670" y="232"/>
                    <a:pt x="678" y="237"/>
                    <a:pt x="688" y="241"/>
                  </a:cubicBezTo>
                  <a:cubicBezTo>
                    <a:pt x="700" y="247"/>
                    <a:pt x="712" y="250"/>
                    <a:pt x="722" y="251"/>
                  </a:cubicBezTo>
                  <a:cubicBezTo>
                    <a:pt x="726" y="252"/>
                    <a:pt x="730" y="252"/>
                    <a:pt x="734" y="254"/>
                  </a:cubicBezTo>
                  <a:cubicBezTo>
                    <a:pt x="734" y="255"/>
                    <a:pt x="733" y="258"/>
                    <a:pt x="733" y="259"/>
                  </a:cubicBezTo>
                  <a:cubicBezTo>
                    <a:pt x="729" y="270"/>
                    <a:pt x="726" y="280"/>
                    <a:pt x="725" y="291"/>
                  </a:cubicBezTo>
                  <a:cubicBezTo>
                    <a:pt x="723" y="295"/>
                    <a:pt x="723" y="299"/>
                    <a:pt x="722" y="303"/>
                  </a:cubicBezTo>
                  <a:cubicBezTo>
                    <a:pt x="722" y="303"/>
                    <a:pt x="722" y="303"/>
                    <a:pt x="722" y="302"/>
                  </a:cubicBezTo>
                  <a:cubicBezTo>
                    <a:pt x="710" y="292"/>
                    <a:pt x="696" y="285"/>
                    <a:pt x="682" y="281"/>
                  </a:cubicBezTo>
                  <a:cubicBezTo>
                    <a:pt x="668" y="277"/>
                    <a:pt x="653" y="276"/>
                    <a:pt x="640" y="276"/>
                  </a:cubicBezTo>
                  <a:cubicBezTo>
                    <a:pt x="611" y="276"/>
                    <a:pt x="583" y="283"/>
                    <a:pt x="560" y="289"/>
                  </a:cubicBezTo>
                  <a:cubicBezTo>
                    <a:pt x="537" y="298"/>
                    <a:pt x="513" y="310"/>
                    <a:pt x="493" y="326"/>
                  </a:cubicBezTo>
                  <a:cubicBezTo>
                    <a:pt x="472" y="343"/>
                    <a:pt x="456" y="362"/>
                    <a:pt x="443" y="387"/>
                  </a:cubicBezTo>
                  <a:lnTo>
                    <a:pt x="443" y="387"/>
                  </a:lnTo>
                  <a:cubicBezTo>
                    <a:pt x="434" y="407"/>
                    <a:pt x="428" y="429"/>
                    <a:pt x="423" y="453"/>
                  </a:cubicBezTo>
                  <a:cubicBezTo>
                    <a:pt x="419" y="471"/>
                    <a:pt x="416" y="488"/>
                    <a:pt x="414" y="506"/>
                  </a:cubicBezTo>
                  <a:cubicBezTo>
                    <a:pt x="399" y="483"/>
                    <a:pt x="386" y="451"/>
                    <a:pt x="373" y="410"/>
                  </a:cubicBezTo>
                  <a:cubicBezTo>
                    <a:pt x="358" y="363"/>
                    <a:pt x="347" y="303"/>
                    <a:pt x="342" y="225"/>
                  </a:cubicBezTo>
                  <a:cubicBezTo>
                    <a:pt x="340" y="219"/>
                    <a:pt x="338" y="214"/>
                    <a:pt x="332" y="211"/>
                  </a:cubicBezTo>
                  <a:cubicBezTo>
                    <a:pt x="327" y="210"/>
                    <a:pt x="320" y="210"/>
                    <a:pt x="314" y="214"/>
                  </a:cubicBezTo>
                  <a:cubicBezTo>
                    <a:pt x="281" y="239"/>
                    <a:pt x="255" y="265"/>
                    <a:pt x="236" y="292"/>
                  </a:cubicBezTo>
                  <a:cubicBezTo>
                    <a:pt x="224" y="309"/>
                    <a:pt x="214" y="325"/>
                    <a:pt x="206" y="340"/>
                  </a:cubicBezTo>
                  <a:cubicBezTo>
                    <a:pt x="191" y="311"/>
                    <a:pt x="176" y="278"/>
                    <a:pt x="160" y="239"/>
                  </a:cubicBezTo>
                  <a:cubicBezTo>
                    <a:pt x="158" y="233"/>
                    <a:pt x="154" y="229"/>
                    <a:pt x="147" y="229"/>
                  </a:cubicBezTo>
                  <a:cubicBezTo>
                    <a:pt x="141" y="228"/>
                    <a:pt x="136" y="230"/>
                    <a:pt x="132" y="236"/>
                  </a:cubicBezTo>
                  <a:cubicBezTo>
                    <a:pt x="106" y="272"/>
                    <a:pt x="86" y="307"/>
                    <a:pt x="75" y="340"/>
                  </a:cubicBezTo>
                  <a:cubicBezTo>
                    <a:pt x="63" y="374"/>
                    <a:pt x="59" y="406"/>
                    <a:pt x="59" y="436"/>
                  </a:cubicBezTo>
                  <a:cubicBezTo>
                    <a:pt x="59" y="475"/>
                    <a:pt x="67" y="510"/>
                    <a:pt x="78" y="542"/>
                  </a:cubicBezTo>
                  <a:cubicBezTo>
                    <a:pt x="96" y="589"/>
                    <a:pt x="122" y="626"/>
                    <a:pt x="143" y="653"/>
                  </a:cubicBezTo>
                  <a:cubicBezTo>
                    <a:pt x="154" y="668"/>
                    <a:pt x="163" y="679"/>
                    <a:pt x="170" y="687"/>
                  </a:cubicBezTo>
                  <a:cubicBezTo>
                    <a:pt x="171" y="689"/>
                    <a:pt x="173" y="690"/>
                    <a:pt x="174" y="693"/>
                  </a:cubicBezTo>
                  <a:cubicBezTo>
                    <a:pt x="167" y="698"/>
                    <a:pt x="159" y="704"/>
                    <a:pt x="151" y="709"/>
                  </a:cubicBezTo>
                  <a:cubicBezTo>
                    <a:pt x="133" y="720"/>
                    <a:pt x="112" y="730"/>
                    <a:pt x="89" y="738"/>
                  </a:cubicBezTo>
                  <a:cubicBezTo>
                    <a:pt x="67" y="745"/>
                    <a:pt x="42" y="749"/>
                    <a:pt x="19" y="749"/>
                  </a:cubicBezTo>
                  <a:cubicBezTo>
                    <a:pt x="18" y="749"/>
                    <a:pt x="18" y="749"/>
                    <a:pt x="18" y="749"/>
                  </a:cubicBezTo>
                  <a:cubicBezTo>
                    <a:pt x="12" y="749"/>
                    <a:pt x="7" y="752"/>
                    <a:pt x="4" y="756"/>
                  </a:cubicBezTo>
                  <a:cubicBezTo>
                    <a:pt x="1" y="760"/>
                    <a:pt x="0" y="766"/>
                    <a:pt x="1" y="771"/>
                  </a:cubicBezTo>
                  <a:cubicBezTo>
                    <a:pt x="4" y="777"/>
                    <a:pt x="7" y="784"/>
                    <a:pt x="9" y="789"/>
                  </a:cubicBezTo>
                  <a:cubicBezTo>
                    <a:pt x="16" y="800"/>
                    <a:pt x="25" y="811"/>
                    <a:pt x="36" y="819"/>
                  </a:cubicBezTo>
                  <a:cubicBezTo>
                    <a:pt x="55" y="836"/>
                    <a:pt x="78" y="851"/>
                    <a:pt x="106" y="863"/>
                  </a:cubicBezTo>
                  <a:cubicBezTo>
                    <a:pt x="147" y="882"/>
                    <a:pt x="195" y="899"/>
                    <a:pt x="243" y="910"/>
                  </a:cubicBezTo>
                  <a:cubicBezTo>
                    <a:pt x="291" y="921"/>
                    <a:pt x="339" y="928"/>
                    <a:pt x="380" y="928"/>
                  </a:cubicBezTo>
                  <a:cubicBezTo>
                    <a:pt x="420" y="928"/>
                    <a:pt x="462" y="918"/>
                    <a:pt x="504" y="902"/>
                  </a:cubicBezTo>
                  <a:cubicBezTo>
                    <a:pt x="535" y="889"/>
                    <a:pt x="565" y="873"/>
                    <a:pt x="594" y="852"/>
                  </a:cubicBezTo>
                  <a:cubicBezTo>
                    <a:pt x="637" y="822"/>
                    <a:pt x="674" y="784"/>
                    <a:pt x="701" y="740"/>
                  </a:cubicBezTo>
                  <a:cubicBezTo>
                    <a:pt x="715" y="718"/>
                    <a:pt x="726" y="694"/>
                    <a:pt x="733" y="668"/>
                  </a:cubicBezTo>
                  <a:cubicBezTo>
                    <a:pt x="741" y="644"/>
                    <a:pt x="745" y="617"/>
                    <a:pt x="745" y="590"/>
                  </a:cubicBezTo>
                  <a:cubicBezTo>
                    <a:pt x="745" y="579"/>
                    <a:pt x="744" y="567"/>
                    <a:pt x="742" y="556"/>
                  </a:cubicBezTo>
                  <a:cubicBezTo>
                    <a:pt x="741" y="541"/>
                    <a:pt x="737" y="527"/>
                    <a:pt x="733" y="513"/>
                  </a:cubicBezTo>
                  <a:cubicBezTo>
                    <a:pt x="727" y="491"/>
                    <a:pt x="719" y="472"/>
                    <a:pt x="714" y="453"/>
                  </a:cubicBezTo>
                  <a:cubicBezTo>
                    <a:pt x="707" y="432"/>
                    <a:pt x="703" y="414"/>
                    <a:pt x="703" y="395"/>
                  </a:cubicBezTo>
                  <a:cubicBezTo>
                    <a:pt x="703" y="384"/>
                    <a:pt x="704" y="372"/>
                    <a:pt x="708" y="361"/>
                  </a:cubicBezTo>
                  <a:cubicBezTo>
                    <a:pt x="711" y="350"/>
                    <a:pt x="715" y="340"/>
                    <a:pt x="722" y="329"/>
                  </a:cubicBezTo>
                  <a:cubicBezTo>
                    <a:pt x="722" y="333"/>
                    <a:pt x="722" y="339"/>
                    <a:pt x="722" y="343"/>
                  </a:cubicBezTo>
                  <a:lnTo>
                    <a:pt x="722" y="343"/>
                  </a:lnTo>
                  <a:cubicBezTo>
                    <a:pt x="726" y="366"/>
                    <a:pt x="736" y="388"/>
                    <a:pt x="751" y="406"/>
                  </a:cubicBezTo>
                  <a:cubicBezTo>
                    <a:pt x="756" y="413"/>
                    <a:pt x="766" y="413"/>
                    <a:pt x="771" y="407"/>
                  </a:cubicBezTo>
                  <a:cubicBezTo>
                    <a:pt x="778" y="402"/>
                    <a:pt x="778" y="394"/>
                    <a:pt x="774" y="387"/>
                  </a:cubicBezTo>
                  <a:lnTo>
                    <a:pt x="774" y="387"/>
                  </a:lnTo>
                  <a:cubicBezTo>
                    <a:pt x="762" y="373"/>
                    <a:pt x="753" y="357"/>
                    <a:pt x="752" y="339"/>
                  </a:cubicBezTo>
                  <a:lnTo>
                    <a:pt x="752" y="339"/>
                  </a:lnTo>
                  <a:cubicBezTo>
                    <a:pt x="751" y="335"/>
                    <a:pt x="751" y="329"/>
                    <a:pt x="751" y="324"/>
                  </a:cubicBezTo>
                  <a:cubicBezTo>
                    <a:pt x="751" y="313"/>
                    <a:pt x="752" y="302"/>
                    <a:pt x="755" y="291"/>
                  </a:cubicBezTo>
                  <a:lnTo>
                    <a:pt x="755" y="291"/>
                  </a:lnTo>
                  <a:cubicBezTo>
                    <a:pt x="762" y="292"/>
                    <a:pt x="771" y="293"/>
                    <a:pt x="782" y="293"/>
                  </a:cubicBezTo>
                  <a:cubicBezTo>
                    <a:pt x="791" y="293"/>
                    <a:pt x="799" y="293"/>
                    <a:pt x="807" y="292"/>
                  </a:cubicBezTo>
                  <a:cubicBezTo>
                    <a:pt x="815" y="289"/>
                    <a:pt x="825" y="287"/>
                    <a:pt x="833" y="283"/>
                  </a:cubicBezTo>
                  <a:lnTo>
                    <a:pt x="833" y="283"/>
                  </a:lnTo>
                  <a:cubicBezTo>
                    <a:pt x="844" y="277"/>
                    <a:pt x="852" y="270"/>
                    <a:pt x="859" y="262"/>
                  </a:cubicBezTo>
                  <a:cubicBezTo>
                    <a:pt x="870" y="251"/>
                    <a:pt x="877" y="239"/>
                    <a:pt x="882" y="229"/>
                  </a:cubicBezTo>
                  <a:cubicBezTo>
                    <a:pt x="887" y="221"/>
                    <a:pt x="889" y="214"/>
                    <a:pt x="889" y="213"/>
                  </a:cubicBezTo>
                  <a:cubicBezTo>
                    <a:pt x="891" y="210"/>
                    <a:pt x="891" y="206"/>
                    <a:pt x="888" y="202"/>
                  </a:cubicBezTo>
                  <a:close/>
                  <a:moveTo>
                    <a:pt x="262" y="311"/>
                  </a:moveTo>
                  <a:lnTo>
                    <a:pt x="262" y="311"/>
                  </a:lnTo>
                  <a:cubicBezTo>
                    <a:pt x="276" y="293"/>
                    <a:pt x="291" y="277"/>
                    <a:pt x="311" y="259"/>
                  </a:cubicBezTo>
                  <a:cubicBezTo>
                    <a:pt x="318" y="324"/>
                    <a:pt x="328" y="377"/>
                    <a:pt x="342" y="420"/>
                  </a:cubicBezTo>
                  <a:cubicBezTo>
                    <a:pt x="353" y="457"/>
                    <a:pt x="365" y="486"/>
                    <a:pt x="379" y="510"/>
                  </a:cubicBezTo>
                  <a:cubicBezTo>
                    <a:pt x="373" y="509"/>
                    <a:pt x="368" y="508"/>
                    <a:pt x="361" y="506"/>
                  </a:cubicBezTo>
                  <a:cubicBezTo>
                    <a:pt x="343" y="501"/>
                    <a:pt x="321" y="490"/>
                    <a:pt x="298" y="469"/>
                  </a:cubicBezTo>
                  <a:cubicBezTo>
                    <a:pt x="276" y="449"/>
                    <a:pt x="251" y="420"/>
                    <a:pt x="225" y="377"/>
                  </a:cubicBezTo>
                  <a:cubicBezTo>
                    <a:pt x="233" y="355"/>
                    <a:pt x="246" y="333"/>
                    <a:pt x="262" y="311"/>
                  </a:cubicBezTo>
                  <a:close/>
                  <a:moveTo>
                    <a:pt x="710" y="560"/>
                  </a:moveTo>
                  <a:lnTo>
                    <a:pt x="710" y="560"/>
                  </a:lnTo>
                  <a:lnTo>
                    <a:pt x="710" y="560"/>
                  </a:lnTo>
                  <a:cubicBezTo>
                    <a:pt x="711" y="569"/>
                    <a:pt x="712" y="580"/>
                    <a:pt x="712" y="590"/>
                  </a:cubicBezTo>
                  <a:cubicBezTo>
                    <a:pt x="712" y="633"/>
                    <a:pt x="700" y="672"/>
                    <a:pt x="681" y="709"/>
                  </a:cubicBezTo>
                  <a:cubicBezTo>
                    <a:pt x="666" y="737"/>
                    <a:pt x="646" y="762"/>
                    <a:pt x="624" y="785"/>
                  </a:cubicBezTo>
                  <a:cubicBezTo>
                    <a:pt x="590" y="818"/>
                    <a:pt x="549" y="845"/>
                    <a:pt x="506" y="865"/>
                  </a:cubicBezTo>
                  <a:cubicBezTo>
                    <a:pt x="464" y="884"/>
                    <a:pt x="420" y="895"/>
                    <a:pt x="380" y="895"/>
                  </a:cubicBezTo>
                  <a:cubicBezTo>
                    <a:pt x="350" y="895"/>
                    <a:pt x="313" y="891"/>
                    <a:pt x="276" y="882"/>
                  </a:cubicBezTo>
                  <a:cubicBezTo>
                    <a:pt x="248" y="878"/>
                    <a:pt x="219" y="870"/>
                    <a:pt x="192" y="862"/>
                  </a:cubicBezTo>
                  <a:cubicBezTo>
                    <a:pt x="171" y="855"/>
                    <a:pt x="152" y="848"/>
                    <a:pt x="133" y="840"/>
                  </a:cubicBezTo>
                  <a:cubicBezTo>
                    <a:pt x="107" y="829"/>
                    <a:pt x="82" y="815"/>
                    <a:pt x="64" y="801"/>
                  </a:cubicBezTo>
                  <a:cubicBezTo>
                    <a:pt x="56" y="795"/>
                    <a:pt x="49" y="788"/>
                    <a:pt x="44" y="781"/>
                  </a:cubicBezTo>
                  <a:cubicBezTo>
                    <a:pt x="73" y="778"/>
                    <a:pt x="100" y="770"/>
                    <a:pt x="125" y="760"/>
                  </a:cubicBezTo>
                  <a:cubicBezTo>
                    <a:pt x="140" y="753"/>
                    <a:pt x="155" y="745"/>
                    <a:pt x="169" y="737"/>
                  </a:cubicBezTo>
                  <a:cubicBezTo>
                    <a:pt x="182" y="729"/>
                    <a:pt x="195" y="719"/>
                    <a:pt x="204" y="709"/>
                  </a:cubicBezTo>
                  <a:cubicBezTo>
                    <a:pt x="207" y="707"/>
                    <a:pt x="209" y="704"/>
                    <a:pt x="209" y="703"/>
                  </a:cubicBezTo>
                  <a:cubicBezTo>
                    <a:pt x="210" y="700"/>
                    <a:pt x="210" y="697"/>
                    <a:pt x="210" y="696"/>
                  </a:cubicBezTo>
                  <a:cubicBezTo>
                    <a:pt x="210" y="693"/>
                    <a:pt x="210" y="690"/>
                    <a:pt x="210" y="689"/>
                  </a:cubicBezTo>
                  <a:cubicBezTo>
                    <a:pt x="209" y="686"/>
                    <a:pt x="209" y="685"/>
                    <a:pt x="207" y="683"/>
                  </a:cubicBezTo>
                  <a:cubicBezTo>
                    <a:pt x="206" y="681"/>
                    <a:pt x="204" y="678"/>
                    <a:pt x="203" y="676"/>
                  </a:cubicBezTo>
                  <a:cubicBezTo>
                    <a:pt x="199" y="671"/>
                    <a:pt x="196" y="667"/>
                    <a:pt x="191" y="660"/>
                  </a:cubicBezTo>
                  <a:cubicBezTo>
                    <a:pt x="182" y="650"/>
                    <a:pt x="173" y="638"/>
                    <a:pt x="162" y="623"/>
                  </a:cubicBezTo>
                  <a:cubicBezTo>
                    <a:pt x="145" y="601"/>
                    <a:pt x="128" y="574"/>
                    <a:pt x="114" y="542"/>
                  </a:cubicBezTo>
                  <a:cubicBezTo>
                    <a:pt x="101" y="512"/>
                    <a:pt x="92" y="476"/>
                    <a:pt x="92" y="436"/>
                  </a:cubicBezTo>
                  <a:cubicBezTo>
                    <a:pt x="92" y="410"/>
                    <a:pt x="96" y="381"/>
                    <a:pt x="106" y="351"/>
                  </a:cubicBezTo>
                  <a:cubicBezTo>
                    <a:pt x="114" y="328"/>
                    <a:pt x="125" y="304"/>
                    <a:pt x="141" y="280"/>
                  </a:cubicBezTo>
                  <a:cubicBezTo>
                    <a:pt x="158" y="322"/>
                    <a:pt x="176" y="357"/>
                    <a:pt x="193" y="387"/>
                  </a:cubicBezTo>
                  <a:lnTo>
                    <a:pt x="193" y="387"/>
                  </a:lnTo>
                  <a:lnTo>
                    <a:pt x="193" y="387"/>
                  </a:lnTo>
                  <a:cubicBezTo>
                    <a:pt x="193" y="388"/>
                    <a:pt x="195" y="390"/>
                    <a:pt x="195" y="391"/>
                  </a:cubicBezTo>
                  <a:cubicBezTo>
                    <a:pt x="214" y="421"/>
                    <a:pt x="232" y="446"/>
                    <a:pt x="250" y="466"/>
                  </a:cubicBezTo>
                  <a:cubicBezTo>
                    <a:pt x="277" y="497"/>
                    <a:pt x="303" y="517"/>
                    <a:pt x="328" y="528"/>
                  </a:cubicBezTo>
                  <a:cubicBezTo>
                    <a:pt x="343" y="535"/>
                    <a:pt x="357" y="541"/>
                    <a:pt x="370" y="542"/>
                  </a:cubicBezTo>
                  <a:cubicBezTo>
                    <a:pt x="372" y="542"/>
                    <a:pt x="373" y="542"/>
                    <a:pt x="373" y="543"/>
                  </a:cubicBezTo>
                  <a:cubicBezTo>
                    <a:pt x="380" y="543"/>
                    <a:pt x="386" y="543"/>
                    <a:pt x="392" y="543"/>
                  </a:cubicBezTo>
                  <a:lnTo>
                    <a:pt x="392" y="543"/>
                  </a:lnTo>
                  <a:lnTo>
                    <a:pt x="392" y="543"/>
                  </a:lnTo>
                  <a:cubicBezTo>
                    <a:pt x="398" y="543"/>
                    <a:pt x="405" y="543"/>
                    <a:pt x="409" y="542"/>
                  </a:cubicBezTo>
                  <a:cubicBezTo>
                    <a:pt x="410" y="542"/>
                    <a:pt x="410" y="542"/>
                    <a:pt x="412" y="542"/>
                  </a:cubicBezTo>
                  <a:lnTo>
                    <a:pt x="412" y="542"/>
                  </a:lnTo>
                  <a:lnTo>
                    <a:pt x="412" y="542"/>
                  </a:lnTo>
                  <a:cubicBezTo>
                    <a:pt x="427" y="539"/>
                    <a:pt x="436" y="535"/>
                    <a:pt x="438" y="534"/>
                  </a:cubicBezTo>
                  <a:cubicBezTo>
                    <a:pt x="443" y="531"/>
                    <a:pt x="446" y="527"/>
                    <a:pt x="446" y="521"/>
                  </a:cubicBezTo>
                  <a:cubicBezTo>
                    <a:pt x="447" y="501"/>
                    <a:pt x="450" y="479"/>
                    <a:pt x="456" y="460"/>
                  </a:cubicBezTo>
                  <a:cubicBezTo>
                    <a:pt x="460" y="439"/>
                    <a:pt x="465" y="418"/>
                    <a:pt x="473" y="401"/>
                  </a:cubicBezTo>
                  <a:lnTo>
                    <a:pt x="473" y="401"/>
                  </a:lnTo>
                  <a:cubicBezTo>
                    <a:pt x="483" y="381"/>
                    <a:pt x="497" y="365"/>
                    <a:pt x="513" y="351"/>
                  </a:cubicBezTo>
                  <a:cubicBezTo>
                    <a:pt x="530" y="339"/>
                    <a:pt x="550" y="328"/>
                    <a:pt x="571" y="321"/>
                  </a:cubicBezTo>
                  <a:lnTo>
                    <a:pt x="571" y="321"/>
                  </a:lnTo>
                  <a:cubicBezTo>
                    <a:pt x="591" y="314"/>
                    <a:pt x="616" y="309"/>
                    <a:pt x="640" y="309"/>
                  </a:cubicBezTo>
                  <a:cubicBezTo>
                    <a:pt x="650" y="309"/>
                    <a:pt x="663" y="310"/>
                    <a:pt x="674" y="313"/>
                  </a:cubicBezTo>
                  <a:cubicBezTo>
                    <a:pt x="679" y="315"/>
                    <a:pt x="685" y="317"/>
                    <a:pt x="689" y="320"/>
                  </a:cubicBezTo>
                  <a:cubicBezTo>
                    <a:pt x="683" y="331"/>
                    <a:pt x="679" y="342"/>
                    <a:pt x="677" y="351"/>
                  </a:cubicBezTo>
                  <a:cubicBezTo>
                    <a:pt x="672" y="366"/>
                    <a:pt x="670" y="381"/>
                    <a:pt x="670" y="395"/>
                  </a:cubicBezTo>
                  <a:cubicBezTo>
                    <a:pt x="670" y="410"/>
                    <a:pt x="672" y="425"/>
                    <a:pt x="677" y="440"/>
                  </a:cubicBezTo>
                  <a:cubicBezTo>
                    <a:pt x="681" y="462"/>
                    <a:pt x="689" y="483"/>
                    <a:pt x="696" y="502"/>
                  </a:cubicBezTo>
                  <a:cubicBezTo>
                    <a:pt x="701" y="523"/>
                    <a:pt x="708" y="542"/>
                    <a:pt x="710" y="560"/>
                  </a:cubicBezTo>
                  <a:close/>
                  <a:moveTo>
                    <a:pt x="744" y="97"/>
                  </a:moveTo>
                  <a:lnTo>
                    <a:pt x="744" y="97"/>
                  </a:lnTo>
                  <a:cubicBezTo>
                    <a:pt x="740" y="92"/>
                    <a:pt x="737" y="86"/>
                    <a:pt x="734" y="79"/>
                  </a:cubicBezTo>
                  <a:lnTo>
                    <a:pt x="734" y="79"/>
                  </a:lnTo>
                  <a:cubicBezTo>
                    <a:pt x="733" y="74"/>
                    <a:pt x="731" y="68"/>
                    <a:pt x="731" y="63"/>
                  </a:cubicBezTo>
                  <a:cubicBezTo>
                    <a:pt x="731" y="55"/>
                    <a:pt x="734" y="46"/>
                    <a:pt x="736" y="40"/>
                  </a:cubicBezTo>
                  <a:cubicBezTo>
                    <a:pt x="737" y="40"/>
                    <a:pt x="738" y="41"/>
                    <a:pt x="738" y="42"/>
                  </a:cubicBezTo>
                  <a:cubicBezTo>
                    <a:pt x="742" y="45"/>
                    <a:pt x="748" y="51"/>
                    <a:pt x="752" y="55"/>
                  </a:cubicBezTo>
                  <a:cubicBezTo>
                    <a:pt x="755" y="60"/>
                    <a:pt x="759" y="66"/>
                    <a:pt x="760" y="72"/>
                  </a:cubicBezTo>
                  <a:lnTo>
                    <a:pt x="760" y="72"/>
                  </a:lnTo>
                  <a:cubicBezTo>
                    <a:pt x="762" y="78"/>
                    <a:pt x="763" y="83"/>
                    <a:pt x="763" y="89"/>
                  </a:cubicBezTo>
                  <a:cubicBezTo>
                    <a:pt x="763" y="99"/>
                    <a:pt x="762" y="107"/>
                    <a:pt x="759" y="114"/>
                  </a:cubicBezTo>
                  <a:cubicBezTo>
                    <a:pt x="759" y="112"/>
                    <a:pt x="758" y="111"/>
                    <a:pt x="756" y="111"/>
                  </a:cubicBezTo>
                  <a:cubicBezTo>
                    <a:pt x="752" y="107"/>
                    <a:pt x="748" y="103"/>
                    <a:pt x="744" y="97"/>
                  </a:cubicBezTo>
                  <a:close/>
                  <a:moveTo>
                    <a:pt x="718" y="221"/>
                  </a:moveTo>
                  <a:lnTo>
                    <a:pt x="718" y="221"/>
                  </a:lnTo>
                  <a:cubicBezTo>
                    <a:pt x="712" y="219"/>
                    <a:pt x="705" y="218"/>
                    <a:pt x="699" y="215"/>
                  </a:cubicBezTo>
                  <a:cubicBezTo>
                    <a:pt x="693" y="211"/>
                    <a:pt x="688" y="208"/>
                    <a:pt x="682" y="204"/>
                  </a:cubicBezTo>
                  <a:cubicBezTo>
                    <a:pt x="677" y="199"/>
                    <a:pt x="671" y="192"/>
                    <a:pt x="667" y="185"/>
                  </a:cubicBezTo>
                  <a:cubicBezTo>
                    <a:pt x="663" y="177"/>
                    <a:pt x="659" y="167"/>
                    <a:pt x="657" y="159"/>
                  </a:cubicBezTo>
                  <a:cubicBezTo>
                    <a:pt x="661" y="159"/>
                    <a:pt x="666" y="160"/>
                    <a:pt x="670" y="162"/>
                  </a:cubicBezTo>
                  <a:cubicBezTo>
                    <a:pt x="675" y="163"/>
                    <a:pt x="682" y="164"/>
                    <a:pt x="689" y="167"/>
                  </a:cubicBezTo>
                  <a:cubicBezTo>
                    <a:pt x="694" y="170"/>
                    <a:pt x="700" y="174"/>
                    <a:pt x="705" y="178"/>
                  </a:cubicBezTo>
                  <a:lnTo>
                    <a:pt x="705" y="178"/>
                  </a:lnTo>
                  <a:cubicBezTo>
                    <a:pt x="711" y="184"/>
                    <a:pt x="716" y="191"/>
                    <a:pt x="721" y="197"/>
                  </a:cubicBezTo>
                  <a:cubicBezTo>
                    <a:pt x="725" y="206"/>
                    <a:pt x="729" y="215"/>
                    <a:pt x="730" y="224"/>
                  </a:cubicBezTo>
                  <a:cubicBezTo>
                    <a:pt x="726" y="222"/>
                    <a:pt x="722" y="222"/>
                    <a:pt x="718" y="221"/>
                  </a:cubicBezTo>
                  <a:close/>
                  <a:moveTo>
                    <a:pt x="837" y="243"/>
                  </a:moveTo>
                  <a:lnTo>
                    <a:pt x="837" y="243"/>
                  </a:lnTo>
                  <a:cubicBezTo>
                    <a:pt x="833" y="248"/>
                    <a:pt x="826" y="252"/>
                    <a:pt x="819" y="256"/>
                  </a:cubicBezTo>
                  <a:cubicBezTo>
                    <a:pt x="814" y="259"/>
                    <a:pt x="807" y="262"/>
                    <a:pt x="802" y="263"/>
                  </a:cubicBezTo>
                  <a:cubicBezTo>
                    <a:pt x="795" y="265"/>
                    <a:pt x="788" y="265"/>
                    <a:pt x="782" y="265"/>
                  </a:cubicBezTo>
                  <a:cubicBezTo>
                    <a:pt x="777" y="265"/>
                    <a:pt x="773" y="265"/>
                    <a:pt x="769" y="263"/>
                  </a:cubicBezTo>
                  <a:cubicBezTo>
                    <a:pt x="770" y="262"/>
                    <a:pt x="771" y="259"/>
                    <a:pt x="773" y="256"/>
                  </a:cubicBezTo>
                  <a:cubicBezTo>
                    <a:pt x="775" y="251"/>
                    <a:pt x="780" y="245"/>
                    <a:pt x="785" y="240"/>
                  </a:cubicBezTo>
                  <a:cubicBezTo>
                    <a:pt x="791" y="234"/>
                    <a:pt x="796" y="230"/>
                    <a:pt x="803" y="226"/>
                  </a:cubicBezTo>
                  <a:lnTo>
                    <a:pt x="803" y="226"/>
                  </a:lnTo>
                  <a:cubicBezTo>
                    <a:pt x="810" y="224"/>
                    <a:pt x="815" y="222"/>
                    <a:pt x="822" y="221"/>
                  </a:cubicBezTo>
                  <a:cubicBezTo>
                    <a:pt x="828" y="219"/>
                    <a:pt x="834" y="218"/>
                    <a:pt x="841" y="218"/>
                  </a:cubicBezTo>
                  <a:cubicBezTo>
                    <a:pt x="845" y="218"/>
                    <a:pt x="851" y="219"/>
                    <a:pt x="855" y="219"/>
                  </a:cubicBezTo>
                  <a:cubicBezTo>
                    <a:pt x="854" y="222"/>
                    <a:pt x="852" y="224"/>
                    <a:pt x="851" y="226"/>
                  </a:cubicBezTo>
                  <a:cubicBezTo>
                    <a:pt x="847" y="232"/>
                    <a:pt x="843" y="237"/>
                    <a:pt x="837" y="24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05" name="Group 760">
            <a:extLst>
              <a:ext uri="{FF2B5EF4-FFF2-40B4-BE49-F238E27FC236}">
                <a16:creationId xmlns:a16="http://schemas.microsoft.com/office/drawing/2014/main" id="{9C506698-45E3-85DB-5BC8-8967964261BF}"/>
              </a:ext>
            </a:extLst>
          </p:cNvPr>
          <p:cNvGrpSpPr/>
          <p:nvPr/>
        </p:nvGrpSpPr>
        <p:grpSpPr>
          <a:xfrm>
            <a:off x="7738151" y="6121831"/>
            <a:ext cx="300477" cy="293148"/>
            <a:chOff x="3114675" y="5214938"/>
            <a:chExt cx="325438" cy="317500"/>
          </a:xfrm>
          <a:solidFill>
            <a:schemeClr val="accent4"/>
          </a:solidFill>
        </p:grpSpPr>
        <p:sp>
          <p:nvSpPr>
            <p:cNvPr id="706" name="Freeform 580">
              <a:extLst>
                <a:ext uri="{FF2B5EF4-FFF2-40B4-BE49-F238E27FC236}">
                  <a16:creationId xmlns:a16="http://schemas.microsoft.com/office/drawing/2014/main" id="{41302C96-442A-940B-5056-E10F447C543E}"/>
                </a:ext>
              </a:extLst>
            </p:cNvPr>
            <p:cNvSpPr>
              <a:spLocks noChangeArrowheads="1"/>
            </p:cNvSpPr>
            <p:nvPr/>
          </p:nvSpPr>
          <p:spPr bwMode="auto">
            <a:xfrm>
              <a:off x="3402013" y="5276850"/>
              <a:ext cx="30162" cy="12700"/>
            </a:xfrm>
            <a:custGeom>
              <a:avLst/>
              <a:gdLst>
                <a:gd name="T0" fmla="*/ 0 w 82"/>
                <a:gd name="T1" fmla="*/ 17 h 34"/>
                <a:gd name="T2" fmla="*/ 0 w 82"/>
                <a:gd name="T3" fmla="*/ 17 h 34"/>
                <a:gd name="T4" fmla="*/ 16 w 82"/>
                <a:gd name="T5" fmla="*/ 33 h 34"/>
                <a:gd name="T6" fmla="*/ 64 w 82"/>
                <a:gd name="T7" fmla="*/ 33 h 34"/>
                <a:gd name="T8" fmla="*/ 81 w 82"/>
                <a:gd name="T9" fmla="*/ 17 h 34"/>
                <a:gd name="T10" fmla="*/ 64 w 82"/>
                <a:gd name="T11" fmla="*/ 0 h 34"/>
                <a:gd name="T12" fmla="*/ 16 w 82"/>
                <a:gd name="T13" fmla="*/ 0 h 34"/>
                <a:gd name="T14" fmla="*/ 0 w 82"/>
                <a:gd name="T15" fmla="*/ 17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0" y="17"/>
                  </a:moveTo>
                  <a:lnTo>
                    <a:pt x="0" y="17"/>
                  </a:lnTo>
                  <a:cubicBezTo>
                    <a:pt x="0" y="26"/>
                    <a:pt x="7" y="33"/>
                    <a:pt x="16" y="33"/>
                  </a:cubicBezTo>
                  <a:cubicBezTo>
                    <a:pt x="64" y="33"/>
                    <a:pt x="64" y="33"/>
                    <a:pt x="64" y="33"/>
                  </a:cubicBezTo>
                  <a:cubicBezTo>
                    <a:pt x="74" y="33"/>
                    <a:pt x="81" y="26"/>
                    <a:pt x="81" y="17"/>
                  </a:cubicBezTo>
                  <a:cubicBezTo>
                    <a:pt x="81" y="7"/>
                    <a:pt x="74" y="0"/>
                    <a:pt x="64" y="0"/>
                  </a:cubicBezTo>
                  <a:cubicBezTo>
                    <a:pt x="16" y="0"/>
                    <a:pt x="16" y="0"/>
                    <a:pt x="16" y="0"/>
                  </a:cubicBezTo>
                  <a:cubicBezTo>
                    <a:pt x="7" y="0"/>
                    <a:pt x="0" y="7"/>
                    <a:pt x="0" y="1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7" name="Freeform 581">
              <a:extLst>
                <a:ext uri="{FF2B5EF4-FFF2-40B4-BE49-F238E27FC236}">
                  <a16:creationId xmlns:a16="http://schemas.microsoft.com/office/drawing/2014/main" id="{1AED4B60-01A6-FEBE-C389-0D1990AABDF2}"/>
                </a:ext>
              </a:extLst>
            </p:cNvPr>
            <p:cNvSpPr>
              <a:spLocks noChangeArrowheads="1"/>
            </p:cNvSpPr>
            <p:nvPr/>
          </p:nvSpPr>
          <p:spPr bwMode="auto">
            <a:xfrm>
              <a:off x="3333750" y="5251450"/>
              <a:ext cx="61913" cy="61913"/>
            </a:xfrm>
            <a:custGeom>
              <a:avLst/>
              <a:gdLst>
                <a:gd name="T0" fmla="*/ 0 w 171"/>
                <a:gd name="T1" fmla="*/ 85 h 171"/>
                <a:gd name="T2" fmla="*/ 0 w 171"/>
                <a:gd name="T3" fmla="*/ 85 h 171"/>
                <a:gd name="T4" fmla="*/ 7 w 171"/>
                <a:gd name="T5" fmla="*/ 118 h 171"/>
                <a:gd name="T6" fmla="*/ 38 w 171"/>
                <a:gd name="T7" fmla="*/ 155 h 171"/>
                <a:gd name="T8" fmla="*/ 85 w 171"/>
                <a:gd name="T9" fmla="*/ 170 h 171"/>
                <a:gd name="T10" fmla="*/ 118 w 171"/>
                <a:gd name="T11" fmla="*/ 163 h 171"/>
                <a:gd name="T12" fmla="*/ 155 w 171"/>
                <a:gd name="T13" fmla="*/ 133 h 171"/>
                <a:gd name="T14" fmla="*/ 170 w 171"/>
                <a:gd name="T15" fmla="*/ 85 h 171"/>
                <a:gd name="T16" fmla="*/ 163 w 171"/>
                <a:gd name="T17" fmla="*/ 52 h 171"/>
                <a:gd name="T18" fmla="*/ 133 w 171"/>
                <a:gd name="T19" fmla="*/ 15 h 171"/>
                <a:gd name="T20" fmla="*/ 85 w 171"/>
                <a:gd name="T21" fmla="*/ 0 h 171"/>
                <a:gd name="T22" fmla="*/ 52 w 171"/>
                <a:gd name="T23" fmla="*/ 7 h 171"/>
                <a:gd name="T24" fmla="*/ 15 w 171"/>
                <a:gd name="T25" fmla="*/ 37 h 171"/>
                <a:gd name="T26" fmla="*/ 0 w 171"/>
                <a:gd name="T27" fmla="*/ 85 h 171"/>
                <a:gd name="T28" fmla="*/ 37 w 171"/>
                <a:gd name="T29" fmla="*/ 65 h 171"/>
                <a:gd name="T30" fmla="*/ 37 w 171"/>
                <a:gd name="T31" fmla="*/ 65 h 171"/>
                <a:gd name="T32" fmla="*/ 56 w 171"/>
                <a:gd name="T33" fmla="*/ 43 h 171"/>
                <a:gd name="T34" fmla="*/ 85 w 171"/>
                <a:gd name="T35" fmla="*/ 33 h 171"/>
                <a:gd name="T36" fmla="*/ 106 w 171"/>
                <a:gd name="T37" fmla="*/ 37 h 171"/>
                <a:gd name="T38" fmla="*/ 129 w 171"/>
                <a:gd name="T39" fmla="*/ 56 h 171"/>
                <a:gd name="T40" fmla="*/ 137 w 171"/>
                <a:gd name="T41" fmla="*/ 85 h 171"/>
                <a:gd name="T42" fmla="*/ 133 w 171"/>
                <a:gd name="T43" fmla="*/ 106 h 171"/>
                <a:gd name="T44" fmla="*/ 114 w 171"/>
                <a:gd name="T45" fmla="*/ 128 h 171"/>
                <a:gd name="T46" fmla="*/ 85 w 171"/>
                <a:gd name="T47" fmla="*/ 137 h 171"/>
                <a:gd name="T48" fmla="*/ 64 w 171"/>
                <a:gd name="T49" fmla="*/ 133 h 171"/>
                <a:gd name="T50" fmla="*/ 42 w 171"/>
                <a:gd name="T51" fmla="*/ 114 h 171"/>
                <a:gd name="T52" fmla="*/ 33 w 171"/>
                <a:gd name="T53" fmla="*/ 85 h 171"/>
                <a:gd name="T54" fmla="*/ 37 w 171"/>
                <a:gd name="T55" fmla="*/ 65 h 1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71" h="171">
                  <a:moveTo>
                    <a:pt x="0" y="85"/>
                  </a:moveTo>
                  <a:lnTo>
                    <a:pt x="0" y="85"/>
                  </a:lnTo>
                  <a:cubicBezTo>
                    <a:pt x="0" y="98"/>
                    <a:pt x="3" y="109"/>
                    <a:pt x="7" y="118"/>
                  </a:cubicBezTo>
                  <a:cubicBezTo>
                    <a:pt x="14" y="133"/>
                    <a:pt x="25" y="147"/>
                    <a:pt x="38" y="155"/>
                  </a:cubicBezTo>
                  <a:cubicBezTo>
                    <a:pt x="51" y="165"/>
                    <a:pt x="67" y="170"/>
                    <a:pt x="85" y="170"/>
                  </a:cubicBezTo>
                  <a:cubicBezTo>
                    <a:pt x="97" y="170"/>
                    <a:pt x="108" y="168"/>
                    <a:pt x="118" y="163"/>
                  </a:cubicBezTo>
                  <a:cubicBezTo>
                    <a:pt x="133" y="157"/>
                    <a:pt x="147" y="147"/>
                    <a:pt x="155" y="133"/>
                  </a:cubicBezTo>
                  <a:cubicBezTo>
                    <a:pt x="165" y="120"/>
                    <a:pt x="170" y="103"/>
                    <a:pt x="170" y="85"/>
                  </a:cubicBezTo>
                  <a:cubicBezTo>
                    <a:pt x="170" y="74"/>
                    <a:pt x="167" y="62"/>
                    <a:pt x="163" y="52"/>
                  </a:cubicBezTo>
                  <a:cubicBezTo>
                    <a:pt x="156" y="37"/>
                    <a:pt x="147" y="23"/>
                    <a:pt x="133" y="15"/>
                  </a:cubicBezTo>
                  <a:cubicBezTo>
                    <a:pt x="119" y="6"/>
                    <a:pt x="103" y="0"/>
                    <a:pt x="85" y="0"/>
                  </a:cubicBezTo>
                  <a:cubicBezTo>
                    <a:pt x="74" y="0"/>
                    <a:pt x="62" y="3"/>
                    <a:pt x="52" y="7"/>
                  </a:cubicBezTo>
                  <a:cubicBezTo>
                    <a:pt x="37" y="14"/>
                    <a:pt x="25" y="25"/>
                    <a:pt x="15" y="37"/>
                  </a:cubicBezTo>
                  <a:cubicBezTo>
                    <a:pt x="5" y="51"/>
                    <a:pt x="0" y="67"/>
                    <a:pt x="0" y="85"/>
                  </a:cubicBezTo>
                  <a:close/>
                  <a:moveTo>
                    <a:pt x="37" y="65"/>
                  </a:moveTo>
                  <a:lnTo>
                    <a:pt x="37" y="65"/>
                  </a:lnTo>
                  <a:cubicBezTo>
                    <a:pt x="41" y="56"/>
                    <a:pt x="48" y="48"/>
                    <a:pt x="56" y="43"/>
                  </a:cubicBezTo>
                  <a:cubicBezTo>
                    <a:pt x="64" y="37"/>
                    <a:pt x="74" y="33"/>
                    <a:pt x="85" y="33"/>
                  </a:cubicBezTo>
                  <a:cubicBezTo>
                    <a:pt x="92" y="33"/>
                    <a:pt x="99" y="34"/>
                    <a:pt x="106" y="37"/>
                  </a:cubicBezTo>
                  <a:cubicBezTo>
                    <a:pt x="115" y="41"/>
                    <a:pt x="122" y="48"/>
                    <a:pt x="129" y="56"/>
                  </a:cubicBezTo>
                  <a:cubicBezTo>
                    <a:pt x="134" y="65"/>
                    <a:pt x="137" y="74"/>
                    <a:pt x="137" y="85"/>
                  </a:cubicBezTo>
                  <a:cubicBezTo>
                    <a:pt x="137" y="92"/>
                    <a:pt x="136" y="99"/>
                    <a:pt x="133" y="106"/>
                  </a:cubicBezTo>
                  <a:cubicBezTo>
                    <a:pt x="129" y="115"/>
                    <a:pt x="122" y="122"/>
                    <a:pt x="114" y="128"/>
                  </a:cubicBezTo>
                  <a:cubicBezTo>
                    <a:pt x="106" y="135"/>
                    <a:pt x="96" y="137"/>
                    <a:pt x="85" y="137"/>
                  </a:cubicBezTo>
                  <a:cubicBezTo>
                    <a:pt x="78" y="137"/>
                    <a:pt x="71" y="136"/>
                    <a:pt x="64" y="133"/>
                  </a:cubicBezTo>
                  <a:cubicBezTo>
                    <a:pt x="56" y="129"/>
                    <a:pt x="48" y="122"/>
                    <a:pt x="42" y="114"/>
                  </a:cubicBezTo>
                  <a:cubicBezTo>
                    <a:pt x="37" y="106"/>
                    <a:pt x="33" y="96"/>
                    <a:pt x="33" y="85"/>
                  </a:cubicBezTo>
                  <a:cubicBezTo>
                    <a:pt x="33" y="78"/>
                    <a:pt x="34" y="72"/>
                    <a:pt x="37" y="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8" name="Freeform 582">
              <a:extLst>
                <a:ext uri="{FF2B5EF4-FFF2-40B4-BE49-F238E27FC236}">
                  <a16:creationId xmlns:a16="http://schemas.microsoft.com/office/drawing/2014/main" id="{6411F1A0-09B4-5306-0394-71DD4D8764DF}"/>
                </a:ext>
              </a:extLst>
            </p:cNvPr>
            <p:cNvSpPr>
              <a:spLocks noChangeArrowheads="1"/>
            </p:cNvSpPr>
            <p:nvPr/>
          </p:nvSpPr>
          <p:spPr bwMode="auto">
            <a:xfrm>
              <a:off x="3359150" y="5214938"/>
              <a:ext cx="12700" cy="30162"/>
            </a:xfrm>
            <a:custGeom>
              <a:avLst/>
              <a:gdLst>
                <a:gd name="T0" fmla="*/ 16 w 34"/>
                <a:gd name="T1" fmla="*/ 81 h 82"/>
                <a:gd name="T2" fmla="*/ 16 w 34"/>
                <a:gd name="T3" fmla="*/ 81 h 82"/>
                <a:gd name="T4" fmla="*/ 33 w 34"/>
                <a:gd name="T5" fmla="*/ 64 h 82"/>
                <a:gd name="T6" fmla="*/ 33 w 34"/>
                <a:gd name="T7" fmla="*/ 16 h 82"/>
                <a:gd name="T8" fmla="*/ 16 w 34"/>
                <a:gd name="T9" fmla="*/ 0 h 82"/>
                <a:gd name="T10" fmla="*/ 0 w 34"/>
                <a:gd name="T11" fmla="*/ 16 h 82"/>
                <a:gd name="T12" fmla="*/ 0 w 34"/>
                <a:gd name="T13" fmla="*/ 64 h 82"/>
                <a:gd name="T14" fmla="*/ 16 w 34"/>
                <a:gd name="T15" fmla="*/ 81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16" y="81"/>
                  </a:moveTo>
                  <a:lnTo>
                    <a:pt x="16" y="81"/>
                  </a:lnTo>
                  <a:cubicBezTo>
                    <a:pt x="26" y="81"/>
                    <a:pt x="33" y="74"/>
                    <a:pt x="33" y="64"/>
                  </a:cubicBezTo>
                  <a:cubicBezTo>
                    <a:pt x="33" y="16"/>
                    <a:pt x="33" y="16"/>
                    <a:pt x="33" y="16"/>
                  </a:cubicBezTo>
                  <a:cubicBezTo>
                    <a:pt x="33" y="8"/>
                    <a:pt x="26" y="0"/>
                    <a:pt x="16" y="0"/>
                  </a:cubicBezTo>
                  <a:cubicBezTo>
                    <a:pt x="7" y="0"/>
                    <a:pt x="0" y="8"/>
                    <a:pt x="0" y="16"/>
                  </a:cubicBezTo>
                  <a:cubicBezTo>
                    <a:pt x="0" y="64"/>
                    <a:pt x="0" y="64"/>
                    <a:pt x="0" y="64"/>
                  </a:cubicBezTo>
                  <a:cubicBezTo>
                    <a:pt x="0" y="74"/>
                    <a:pt x="7" y="81"/>
                    <a:pt x="16" y="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09" name="Freeform 583">
              <a:extLst>
                <a:ext uri="{FF2B5EF4-FFF2-40B4-BE49-F238E27FC236}">
                  <a16:creationId xmlns:a16="http://schemas.microsoft.com/office/drawing/2014/main" id="{8688A043-67D4-392F-B988-4CF685A4033A}"/>
                </a:ext>
              </a:extLst>
            </p:cNvPr>
            <p:cNvSpPr>
              <a:spLocks noChangeArrowheads="1"/>
            </p:cNvSpPr>
            <p:nvPr/>
          </p:nvSpPr>
          <p:spPr bwMode="auto">
            <a:xfrm>
              <a:off x="3389313" y="5233988"/>
              <a:ext cx="25400" cy="25400"/>
            </a:xfrm>
            <a:custGeom>
              <a:avLst/>
              <a:gdLst>
                <a:gd name="T0" fmla="*/ 30 w 71"/>
                <a:gd name="T1" fmla="*/ 63 h 71"/>
                <a:gd name="T2" fmla="*/ 30 w 71"/>
                <a:gd name="T3" fmla="*/ 63 h 71"/>
                <a:gd name="T4" fmla="*/ 64 w 71"/>
                <a:gd name="T5" fmla="*/ 30 h 71"/>
                <a:gd name="T6" fmla="*/ 64 w 71"/>
                <a:gd name="T7" fmla="*/ 7 h 71"/>
                <a:gd name="T8" fmla="*/ 41 w 71"/>
                <a:gd name="T9" fmla="*/ 7 h 71"/>
                <a:gd name="T10" fmla="*/ 6 w 71"/>
                <a:gd name="T11" fmla="*/ 40 h 71"/>
                <a:gd name="T12" fmla="*/ 6 w 71"/>
                <a:gd name="T13" fmla="*/ 63 h 71"/>
                <a:gd name="T14" fmla="*/ 3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30" y="63"/>
                  </a:moveTo>
                  <a:lnTo>
                    <a:pt x="30" y="63"/>
                  </a:lnTo>
                  <a:cubicBezTo>
                    <a:pt x="64" y="30"/>
                    <a:pt x="64" y="30"/>
                    <a:pt x="64" y="30"/>
                  </a:cubicBezTo>
                  <a:cubicBezTo>
                    <a:pt x="70" y="23"/>
                    <a:pt x="70" y="12"/>
                    <a:pt x="64" y="7"/>
                  </a:cubicBezTo>
                  <a:cubicBezTo>
                    <a:pt x="57" y="0"/>
                    <a:pt x="46" y="0"/>
                    <a:pt x="41" y="7"/>
                  </a:cubicBezTo>
                  <a:cubicBezTo>
                    <a:pt x="6" y="40"/>
                    <a:pt x="6" y="40"/>
                    <a:pt x="6" y="40"/>
                  </a:cubicBezTo>
                  <a:cubicBezTo>
                    <a:pt x="0" y="47"/>
                    <a:pt x="0" y="58"/>
                    <a:pt x="6" y="63"/>
                  </a:cubicBezTo>
                  <a:cubicBezTo>
                    <a:pt x="13" y="70"/>
                    <a:pt x="23" y="70"/>
                    <a:pt x="30" y="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0" name="Freeform 584">
              <a:extLst>
                <a:ext uri="{FF2B5EF4-FFF2-40B4-BE49-F238E27FC236}">
                  <a16:creationId xmlns:a16="http://schemas.microsoft.com/office/drawing/2014/main" id="{788E0231-1EF9-AD84-3638-83A02CD8BF9C}"/>
                </a:ext>
              </a:extLst>
            </p:cNvPr>
            <p:cNvSpPr>
              <a:spLocks noChangeArrowheads="1"/>
            </p:cNvSpPr>
            <p:nvPr/>
          </p:nvSpPr>
          <p:spPr bwMode="auto">
            <a:xfrm>
              <a:off x="3387725" y="5307013"/>
              <a:ext cx="25400" cy="25400"/>
            </a:xfrm>
            <a:custGeom>
              <a:avLst/>
              <a:gdLst>
                <a:gd name="T0" fmla="*/ 7 w 71"/>
                <a:gd name="T1" fmla="*/ 7 h 71"/>
                <a:gd name="T2" fmla="*/ 7 w 71"/>
                <a:gd name="T3" fmla="*/ 7 h 71"/>
                <a:gd name="T4" fmla="*/ 7 w 71"/>
                <a:gd name="T5" fmla="*/ 30 h 71"/>
                <a:gd name="T6" fmla="*/ 41 w 71"/>
                <a:gd name="T7" fmla="*/ 64 h 71"/>
                <a:gd name="T8" fmla="*/ 65 w 71"/>
                <a:gd name="T9" fmla="*/ 64 h 71"/>
                <a:gd name="T10" fmla="*/ 65 w 71"/>
                <a:gd name="T11" fmla="*/ 41 h 71"/>
                <a:gd name="T12" fmla="*/ 30 w 71"/>
                <a:gd name="T13" fmla="*/ 7 h 71"/>
                <a:gd name="T14" fmla="*/ 7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7" y="7"/>
                  </a:moveTo>
                  <a:lnTo>
                    <a:pt x="7" y="7"/>
                  </a:lnTo>
                  <a:cubicBezTo>
                    <a:pt x="0" y="14"/>
                    <a:pt x="0" y="23"/>
                    <a:pt x="7" y="30"/>
                  </a:cubicBezTo>
                  <a:cubicBezTo>
                    <a:pt x="41" y="64"/>
                    <a:pt x="41" y="64"/>
                    <a:pt x="41" y="64"/>
                  </a:cubicBezTo>
                  <a:cubicBezTo>
                    <a:pt x="47" y="70"/>
                    <a:pt x="58" y="70"/>
                    <a:pt x="65" y="64"/>
                  </a:cubicBezTo>
                  <a:cubicBezTo>
                    <a:pt x="70" y="58"/>
                    <a:pt x="70" y="47"/>
                    <a:pt x="65" y="41"/>
                  </a:cubicBezTo>
                  <a:cubicBezTo>
                    <a:pt x="30" y="7"/>
                    <a:pt x="30" y="7"/>
                    <a:pt x="30" y="7"/>
                  </a:cubicBezTo>
                  <a:cubicBezTo>
                    <a:pt x="24" y="0"/>
                    <a:pt x="14" y="0"/>
                    <a:pt x="7"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1" name="Freeform 585">
              <a:extLst>
                <a:ext uri="{FF2B5EF4-FFF2-40B4-BE49-F238E27FC236}">
                  <a16:creationId xmlns:a16="http://schemas.microsoft.com/office/drawing/2014/main" id="{942D2384-D75B-E787-B29C-084D7D959DC9}"/>
                </a:ext>
              </a:extLst>
            </p:cNvPr>
            <p:cNvSpPr>
              <a:spLocks noChangeArrowheads="1"/>
            </p:cNvSpPr>
            <p:nvPr/>
          </p:nvSpPr>
          <p:spPr bwMode="auto">
            <a:xfrm>
              <a:off x="3314700" y="5307013"/>
              <a:ext cx="25400" cy="25400"/>
            </a:xfrm>
            <a:custGeom>
              <a:avLst/>
              <a:gdLst>
                <a:gd name="T0" fmla="*/ 40 w 71"/>
                <a:gd name="T1" fmla="*/ 7 h 71"/>
                <a:gd name="T2" fmla="*/ 40 w 71"/>
                <a:gd name="T3" fmla="*/ 7 h 71"/>
                <a:gd name="T4" fmla="*/ 7 w 71"/>
                <a:gd name="T5" fmla="*/ 42 h 71"/>
                <a:gd name="T6" fmla="*/ 7 w 71"/>
                <a:gd name="T7" fmla="*/ 65 h 71"/>
                <a:gd name="T8" fmla="*/ 31 w 71"/>
                <a:gd name="T9" fmla="*/ 65 h 71"/>
                <a:gd name="T10" fmla="*/ 64 w 71"/>
                <a:gd name="T11" fmla="*/ 31 h 71"/>
                <a:gd name="T12" fmla="*/ 64 w 71"/>
                <a:gd name="T13" fmla="*/ 7 h 71"/>
                <a:gd name="T14" fmla="*/ 40 w 71"/>
                <a:gd name="T15" fmla="*/ 7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7"/>
                  </a:moveTo>
                  <a:lnTo>
                    <a:pt x="40" y="7"/>
                  </a:lnTo>
                  <a:cubicBezTo>
                    <a:pt x="7" y="42"/>
                    <a:pt x="7" y="42"/>
                    <a:pt x="7" y="42"/>
                  </a:cubicBezTo>
                  <a:cubicBezTo>
                    <a:pt x="0" y="47"/>
                    <a:pt x="0" y="58"/>
                    <a:pt x="7" y="65"/>
                  </a:cubicBezTo>
                  <a:cubicBezTo>
                    <a:pt x="13" y="70"/>
                    <a:pt x="24" y="70"/>
                    <a:pt x="31" y="65"/>
                  </a:cubicBezTo>
                  <a:cubicBezTo>
                    <a:pt x="64" y="31"/>
                    <a:pt x="64" y="31"/>
                    <a:pt x="64" y="31"/>
                  </a:cubicBezTo>
                  <a:cubicBezTo>
                    <a:pt x="70" y="24"/>
                    <a:pt x="70" y="13"/>
                    <a:pt x="64" y="7"/>
                  </a:cubicBezTo>
                  <a:cubicBezTo>
                    <a:pt x="58" y="0"/>
                    <a:pt x="47" y="0"/>
                    <a:pt x="40"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2" name="Freeform 586">
              <a:extLst>
                <a:ext uri="{FF2B5EF4-FFF2-40B4-BE49-F238E27FC236}">
                  <a16:creationId xmlns:a16="http://schemas.microsoft.com/office/drawing/2014/main" id="{86DAFDC3-E8C8-CAA0-84D0-DFEBF75F59CA}"/>
                </a:ext>
              </a:extLst>
            </p:cNvPr>
            <p:cNvSpPr>
              <a:spLocks noChangeArrowheads="1"/>
            </p:cNvSpPr>
            <p:nvPr/>
          </p:nvSpPr>
          <p:spPr bwMode="auto">
            <a:xfrm>
              <a:off x="3114675" y="5449888"/>
              <a:ext cx="325438" cy="38100"/>
            </a:xfrm>
            <a:custGeom>
              <a:avLst/>
              <a:gdLst>
                <a:gd name="T0" fmla="*/ 17 w 903"/>
                <a:gd name="T1" fmla="*/ 105 h 106"/>
                <a:gd name="T2" fmla="*/ 17 w 903"/>
                <a:gd name="T3" fmla="*/ 105 h 106"/>
                <a:gd name="T4" fmla="*/ 89 w 903"/>
                <a:gd name="T5" fmla="*/ 83 h 106"/>
                <a:gd name="T6" fmla="*/ 125 w 903"/>
                <a:gd name="T7" fmla="*/ 48 h 106"/>
                <a:gd name="T8" fmla="*/ 161 w 903"/>
                <a:gd name="T9" fmla="*/ 83 h 106"/>
                <a:gd name="T10" fmla="*/ 234 w 903"/>
                <a:gd name="T11" fmla="*/ 105 h 106"/>
                <a:gd name="T12" fmla="*/ 308 w 903"/>
                <a:gd name="T13" fmla="*/ 83 h 106"/>
                <a:gd name="T14" fmla="*/ 342 w 903"/>
                <a:gd name="T15" fmla="*/ 48 h 106"/>
                <a:gd name="T16" fmla="*/ 378 w 903"/>
                <a:gd name="T17" fmla="*/ 83 h 106"/>
                <a:gd name="T18" fmla="*/ 450 w 903"/>
                <a:gd name="T19" fmla="*/ 105 h 106"/>
                <a:gd name="T20" fmla="*/ 525 w 903"/>
                <a:gd name="T21" fmla="*/ 83 h 106"/>
                <a:gd name="T22" fmla="*/ 560 w 903"/>
                <a:gd name="T23" fmla="*/ 48 h 106"/>
                <a:gd name="T24" fmla="*/ 595 w 903"/>
                <a:gd name="T25" fmla="*/ 83 h 106"/>
                <a:gd name="T26" fmla="*/ 669 w 903"/>
                <a:gd name="T27" fmla="*/ 105 h 106"/>
                <a:gd name="T28" fmla="*/ 741 w 903"/>
                <a:gd name="T29" fmla="*/ 83 h 106"/>
                <a:gd name="T30" fmla="*/ 777 w 903"/>
                <a:gd name="T31" fmla="*/ 48 h 106"/>
                <a:gd name="T32" fmla="*/ 811 w 903"/>
                <a:gd name="T33" fmla="*/ 83 h 106"/>
                <a:gd name="T34" fmla="*/ 886 w 903"/>
                <a:gd name="T35" fmla="*/ 105 h 106"/>
                <a:gd name="T36" fmla="*/ 902 w 903"/>
                <a:gd name="T37" fmla="*/ 88 h 106"/>
                <a:gd name="T38" fmla="*/ 886 w 903"/>
                <a:gd name="T39" fmla="*/ 72 h 106"/>
                <a:gd name="T40" fmla="*/ 886 w 903"/>
                <a:gd name="T41" fmla="*/ 72 h 106"/>
                <a:gd name="T42" fmla="*/ 831 w 903"/>
                <a:gd name="T43" fmla="*/ 55 h 106"/>
                <a:gd name="T44" fmla="*/ 792 w 903"/>
                <a:gd name="T45" fmla="*/ 10 h 106"/>
                <a:gd name="T46" fmla="*/ 777 w 903"/>
                <a:gd name="T47" fmla="*/ 0 h 106"/>
                <a:gd name="T48" fmla="*/ 762 w 903"/>
                <a:gd name="T49" fmla="*/ 10 h 106"/>
                <a:gd name="T50" fmla="*/ 724 w 903"/>
                <a:gd name="T51" fmla="*/ 55 h 106"/>
                <a:gd name="T52" fmla="*/ 669 w 903"/>
                <a:gd name="T53" fmla="*/ 72 h 106"/>
                <a:gd name="T54" fmla="*/ 614 w 903"/>
                <a:gd name="T55" fmla="*/ 55 h 106"/>
                <a:gd name="T56" fmla="*/ 574 w 903"/>
                <a:gd name="T57" fmla="*/ 10 h 106"/>
                <a:gd name="T58" fmla="*/ 560 w 903"/>
                <a:gd name="T59" fmla="*/ 0 h 106"/>
                <a:gd name="T60" fmla="*/ 545 w 903"/>
                <a:gd name="T61" fmla="*/ 10 h 106"/>
                <a:gd name="T62" fmla="*/ 505 w 903"/>
                <a:gd name="T63" fmla="*/ 55 h 106"/>
                <a:gd name="T64" fmla="*/ 450 w 903"/>
                <a:gd name="T65" fmla="*/ 72 h 106"/>
                <a:gd name="T66" fmla="*/ 395 w 903"/>
                <a:gd name="T67" fmla="*/ 55 h 106"/>
                <a:gd name="T68" fmla="*/ 357 w 903"/>
                <a:gd name="T69" fmla="*/ 10 h 106"/>
                <a:gd name="T70" fmla="*/ 342 w 903"/>
                <a:gd name="T71" fmla="*/ 0 h 106"/>
                <a:gd name="T72" fmla="*/ 327 w 903"/>
                <a:gd name="T73" fmla="*/ 10 h 106"/>
                <a:gd name="T74" fmla="*/ 288 w 903"/>
                <a:gd name="T75" fmla="*/ 55 h 106"/>
                <a:gd name="T76" fmla="*/ 234 w 903"/>
                <a:gd name="T77" fmla="*/ 72 h 106"/>
                <a:gd name="T78" fmla="*/ 179 w 903"/>
                <a:gd name="T79" fmla="*/ 55 h 106"/>
                <a:gd name="T80" fmla="*/ 140 w 903"/>
                <a:gd name="T81" fmla="*/ 10 h 106"/>
                <a:gd name="T82" fmla="*/ 125 w 903"/>
                <a:gd name="T83" fmla="*/ 0 h 106"/>
                <a:gd name="T84" fmla="*/ 110 w 903"/>
                <a:gd name="T85" fmla="*/ 10 h 106"/>
                <a:gd name="T86" fmla="*/ 72 w 903"/>
                <a:gd name="T87" fmla="*/ 55 h 106"/>
                <a:gd name="T88" fmla="*/ 17 w 903"/>
                <a:gd name="T89" fmla="*/ 72 h 106"/>
                <a:gd name="T90" fmla="*/ 0 w 903"/>
                <a:gd name="T91" fmla="*/ 88 h 106"/>
                <a:gd name="T92" fmla="*/ 17 w 903"/>
                <a:gd name="T93" fmla="*/ 105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6">
                  <a:moveTo>
                    <a:pt x="17" y="105"/>
                  </a:moveTo>
                  <a:lnTo>
                    <a:pt x="17" y="105"/>
                  </a:lnTo>
                  <a:cubicBezTo>
                    <a:pt x="43" y="105"/>
                    <a:pt x="69" y="96"/>
                    <a:pt x="89" y="83"/>
                  </a:cubicBezTo>
                  <a:cubicBezTo>
                    <a:pt x="103" y="73"/>
                    <a:pt x="115" y="62"/>
                    <a:pt x="125" y="48"/>
                  </a:cubicBezTo>
                  <a:cubicBezTo>
                    <a:pt x="135" y="62"/>
                    <a:pt x="147" y="73"/>
                    <a:pt x="161" y="83"/>
                  </a:cubicBezTo>
                  <a:cubicBezTo>
                    <a:pt x="181" y="96"/>
                    <a:pt x="206" y="105"/>
                    <a:pt x="234" y="105"/>
                  </a:cubicBezTo>
                  <a:cubicBezTo>
                    <a:pt x="261" y="105"/>
                    <a:pt x="286" y="96"/>
                    <a:pt x="308" y="83"/>
                  </a:cubicBezTo>
                  <a:cubicBezTo>
                    <a:pt x="320" y="73"/>
                    <a:pt x="332" y="62"/>
                    <a:pt x="342" y="48"/>
                  </a:cubicBezTo>
                  <a:cubicBezTo>
                    <a:pt x="352" y="62"/>
                    <a:pt x="364" y="73"/>
                    <a:pt x="378" y="83"/>
                  </a:cubicBezTo>
                  <a:cubicBezTo>
                    <a:pt x="398" y="96"/>
                    <a:pt x="424" y="105"/>
                    <a:pt x="450" y="105"/>
                  </a:cubicBezTo>
                  <a:cubicBezTo>
                    <a:pt x="478" y="105"/>
                    <a:pt x="503" y="96"/>
                    <a:pt x="525" y="83"/>
                  </a:cubicBezTo>
                  <a:cubicBezTo>
                    <a:pt x="538" y="73"/>
                    <a:pt x="549" y="62"/>
                    <a:pt x="560" y="48"/>
                  </a:cubicBezTo>
                  <a:cubicBezTo>
                    <a:pt x="570" y="62"/>
                    <a:pt x="581" y="73"/>
                    <a:pt x="595" y="83"/>
                  </a:cubicBezTo>
                  <a:cubicBezTo>
                    <a:pt x="617" y="96"/>
                    <a:pt x="641" y="105"/>
                    <a:pt x="669" y="105"/>
                  </a:cubicBezTo>
                  <a:cubicBezTo>
                    <a:pt x="695" y="105"/>
                    <a:pt x="721" y="96"/>
                    <a:pt x="741" y="83"/>
                  </a:cubicBezTo>
                  <a:cubicBezTo>
                    <a:pt x="755" y="73"/>
                    <a:pt x="767" y="62"/>
                    <a:pt x="777" y="48"/>
                  </a:cubicBezTo>
                  <a:cubicBezTo>
                    <a:pt x="787" y="62"/>
                    <a:pt x="799" y="73"/>
                    <a:pt x="811" y="83"/>
                  </a:cubicBezTo>
                  <a:cubicBezTo>
                    <a:pt x="833" y="96"/>
                    <a:pt x="858" y="105"/>
                    <a:pt x="886" y="105"/>
                  </a:cubicBezTo>
                  <a:cubicBezTo>
                    <a:pt x="895" y="105"/>
                    <a:pt x="902" y="98"/>
                    <a:pt x="902" y="88"/>
                  </a:cubicBezTo>
                  <a:cubicBezTo>
                    <a:pt x="902" y="80"/>
                    <a:pt x="895" y="72"/>
                    <a:pt x="886" y="72"/>
                  </a:cubicBezTo>
                  <a:lnTo>
                    <a:pt x="886" y="72"/>
                  </a:lnTo>
                  <a:cubicBezTo>
                    <a:pt x="865" y="72"/>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2"/>
                    <a:pt x="669" y="72"/>
                  </a:cubicBezTo>
                  <a:cubicBezTo>
                    <a:pt x="648" y="72"/>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2"/>
                    <a:pt x="450" y="72"/>
                  </a:cubicBezTo>
                  <a:cubicBezTo>
                    <a:pt x="431" y="72"/>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2"/>
                    <a:pt x="234" y="72"/>
                  </a:cubicBezTo>
                  <a:cubicBezTo>
                    <a:pt x="213" y="72"/>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2"/>
                    <a:pt x="17" y="72"/>
                  </a:cubicBezTo>
                  <a:cubicBezTo>
                    <a:pt x="7" y="72"/>
                    <a:pt x="0" y="80"/>
                    <a:pt x="0" y="88"/>
                  </a:cubicBezTo>
                  <a:cubicBezTo>
                    <a:pt x="0" y="98"/>
                    <a:pt x="7" y="105"/>
                    <a:pt x="17"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3" name="Freeform 587">
              <a:extLst>
                <a:ext uri="{FF2B5EF4-FFF2-40B4-BE49-F238E27FC236}">
                  <a16:creationId xmlns:a16="http://schemas.microsoft.com/office/drawing/2014/main" id="{B91C3FEF-9BCD-EF42-D7C3-89CDEF0F5EC4}"/>
                </a:ext>
              </a:extLst>
            </p:cNvPr>
            <p:cNvSpPr>
              <a:spLocks noChangeArrowheads="1"/>
            </p:cNvSpPr>
            <p:nvPr/>
          </p:nvSpPr>
          <p:spPr bwMode="auto">
            <a:xfrm>
              <a:off x="3114675" y="5494338"/>
              <a:ext cx="325438" cy="38100"/>
            </a:xfrm>
            <a:custGeom>
              <a:avLst/>
              <a:gdLst>
                <a:gd name="T0" fmla="*/ 886 w 903"/>
                <a:gd name="T1" fmla="*/ 71 h 107"/>
                <a:gd name="T2" fmla="*/ 886 w 903"/>
                <a:gd name="T3" fmla="*/ 71 h 107"/>
                <a:gd name="T4" fmla="*/ 886 w 903"/>
                <a:gd name="T5" fmla="*/ 71 h 107"/>
                <a:gd name="T6" fmla="*/ 831 w 903"/>
                <a:gd name="T7" fmla="*/ 55 h 107"/>
                <a:gd name="T8" fmla="*/ 792 w 903"/>
                <a:gd name="T9" fmla="*/ 10 h 107"/>
                <a:gd name="T10" fmla="*/ 777 w 903"/>
                <a:gd name="T11" fmla="*/ 0 h 107"/>
                <a:gd name="T12" fmla="*/ 762 w 903"/>
                <a:gd name="T13" fmla="*/ 10 h 107"/>
                <a:gd name="T14" fmla="*/ 724 w 903"/>
                <a:gd name="T15" fmla="*/ 55 h 107"/>
                <a:gd name="T16" fmla="*/ 669 w 903"/>
                <a:gd name="T17" fmla="*/ 71 h 107"/>
                <a:gd name="T18" fmla="*/ 614 w 903"/>
                <a:gd name="T19" fmla="*/ 55 h 107"/>
                <a:gd name="T20" fmla="*/ 574 w 903"/>
                <a:gd name="T21" fmla="*/ 10 h 107"/>
                <a:gd name="T22" fmla="*/ 560 w 903"/>
                <a:gd name="T23" fmla="*/ 0 h 107"/>
                <a:gd name="T24" fmla="*/ 545 w 903"/>
                <a:gd name="T25" fmla="*/ 10 h 107"/>
                <a:gd name="T26" fmla="*/ 505 w 903"/>
                <a:gd name="T27" fmla="*/ 55 h 107"/>
                <a:gd name="T28" fmla="*/ 450 w 903"/>
                <a:gd name="T29" fmla="*/ 71 h 107"/>
                <a:gd name="T30" fmla="*/ 395 w 903"/>
                <a:gd name="T31" fmla="*/ 55 h 107"/>
                <a:gd name="T32" fmla="*/ 357 w 903"/>
                <a:gd name="T33" fmla="*/ 10 h 107"/>
                <a:gd name="T34" fmla="*/ 342 w 903"/>
                <a:gd name="T35" fmla="*/ 0 h 107"/>
                <a:gd name="T36" fmla="*/ 327 w 903"/>
                <a:gd name="T37" fmla="*/ 10 h 107"/>
                <a:gd name="T38" fmla="*/ 288 w 903"/>
                <a:gd name="T39" fmla="*/ 55 h 107"/>
                <a:gd name="T40" fmla="*/ 234 w 903"/>
                <a:gd name="T41" fmla="*/ 71 h 107"/>
                <a:gd name="T42" fmla="*/ 179 w 903"/>
                <a:gd name="T43" fmla="*/ 55 h 107"/>
                <a:gd name="T44" fmla="*/ 140 w 903"/>
                <a:gd name="T45" fmla="*/ 10 h 107"/>
                <a:gd name="T46" fmla="*/ 125 w 903"/>
                <a:gd name="T47" fmla="*/ 0 h 107"/>
                <a:gd name="T48" fmla="*/ 110 w 903"/>
                <a:gd name="T49" fmla="*/ 10 h 107"/>
                <a:gd name="T50" fmla="*/ 72 w 903"/>
                <a:gd name="T51" fmla="*/ 55 h 107"/>
                <a:gd name="T52" fmla="*/ 17 w 903"/>
                <a:gd name="T53" fmla="*/ 71 h 107"/>
                <a:gd name="T54" fmla="*/ 0 w 903"/>
                <a:gd name="T55" fmla="*/ 88 h 107"/>
                <a:gd name="T56" fmla="*/ 17 w 903"/>
                <a:gd name="T57" fmla="*/ 104 h 107"/>
                <a:gd name="T58" fmla="*/ 89 w 903"/>
                <a:gd name="T59" fmla="*/ 82 h 107"/>
                <a:gd name="T60" fmla="*/ 125 w 903"/>
                <a:gd name="T61" fmla="*/ 48 h 107"/>
                <a:gd name="T62" fmla="*/ 161 w 903"/>
                <a:gd name="T63" fmla="*/ 82 h 107"/>
                <a:gd name="T64" fmla="*/ 234 w 903"/>
                <a:gd name="T65" fmla="*/ 104 h 107"/>
                <a:gd name="T66" fmla="*/ 308 w 903"/>
                <a:gd name="T67" fmla="*/ 82 h 107"/>
                <a:gd name="T68" fmla="*/ 342 w 903"/>
                <a:gd name="T69" fmla="*/ 48 h 107"/>
                <a:gd name="T70" fmla="*/ 378 w 903"/>
                <a:gd name="T71" fmla="*/ 82 h 107"/>
                <a:gd name="T72" fmla="*/ 450 w 903"/>
                <a:gd name="T73" fmla="*/ 104 h 107"/>
                <a:gd name="T74" fmla="*/ 525 w 903"/>
                <a:gd name="T75" fmla="*/ 82 h 107"/>
                <a:gd name="T76" fmla="*/ 560 w 903"/>
                <a:gd name="T77" fmla="*/ 48 h 107"/>
                <a:gd name="T78" fmla="*/ 595 w 903"/>
                <a:gd name="T79" fmla="*/ 82 h 107"/>
                <a:gd name="T80" fmla="*/ 669 w 903"/>
                <a:gd name="T81" fmla="*/ 104 h 107"/>
                <a:gd name="T82" fmla="*/ 741 w 903"/>
                <a:gd name="T83" fmla="*/ 82 h 107"/>
                <a:gd name="T84" fmla="*/ 777 w 903"/>
                <a:gd name="T85" fmla="*/ 48 h 107"/>
                <a:gd name="T86" fmla="*/ 811 w 903"/>
                <a:gd name="T87" fmla="*/ 82 h 107"/>
                <a:gd name="T88" fmla="*/ 886 w 903"/>
                <a:gd name="T89" fmla="*/ 104 h 107"/>
                <a:gd name="T90" fmla="*/ 902 w 903"/>
                <a:gd name="T91" fmla="*/ 88 h 107"/>
                <a:gd name="T92" fmla="*/ 886 w 903"/>
                <a:gd name="T93" fmla="*/ 7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03" h="107">
                  <a:moveTo>
                    <a:pt x="886" y="71"/>
                  </a:moveTo>
                  <a:lnTo>
                    <a:pt x="886" y="71"/>
                  </a:lnTo>
                  <a:lnTo>
                    <a:pt x="886" y="71"/>
                  </a:lnTo>
                  <a:cubicBezTo>
                    <a:pt x="865" y="71"/>
                    <a:pt x="847" y="66"/>
                    <a:pt x="831" y="55"/>
                  </a:cubicBezTo>
                  <a:cubicBezTo>
                    <a:pt x="814" y="44"/>
                    <a:pt x="800" y="29"/>
                    <a:pt x="792" y="10"/>
                  </a:cubicBezTo>
                  <a:cubicBezTo>
                    <a:pt x="789" y="4"/>
                    <a:pt x="783" y="0"/>
                    <a:pt x="777" y="0"/>
                  </a:cubicBezTo>
                  <a:cubicBezTo>
                    <a:pt x="770" y="0"/>
                    <a:pt x="765" y="4"/>
                    <a:pt x="762" y="10"/>
                  </a:cubicBezTo>
                  <a:cubicBezTo>
                    <a:pt x="752" y="29"/>
                    <a:pt x="740" y="44"/>
                    <a:pt x="724" y="55"/>
                  </a:cubicBezTo>
                  <a:cubicBezTo>
                    <a:pt x="707" y="66"/>
                    <a:pt x="688" y="71"/>
                    <a:pt x="669" y="71"/>
                  </a:cubicBezTo>
                  <a:cubicBezTo>
                    <a:pt x="648" y="71"/>
                    <a:pt x="629" y="66"/>
                    <a:pt x="614" y="55"/>
                  </a:cubicBezTo>
                  <a:cubicBezTo>
                    <a:pt x="597" y="44"/>
                    <a:pt x="584" y="29"/>
                    <a:pt x="574" y="10"/>
                  </a:cubicBezTo>
                  <a:cubicBezTo>
                    <a:pt x="571" y="4"/>
                    <a:pt x="566" y="0"/>
                    <a:pt x="560" y="0"/>
                  </a:cubicBezTo>
                  <a:cubicBezTo>
                    <a:pt x="553" y="0"/>
                    <a:pt x="548" y="4"/>
                    <a:pt x="545" y="10"/>
                  </a:cubicBezTo>
                  <a:cubicBezTo>
                    <a:pt x="536" y="29"/>
                    <a:pt x="522" y="44"/>
                    <a:pt x="505" y="55"/>
                  </a:cubicBezTo>
                  <a:cubicBezTo>
                    <a:pt x="490" y="66"/>
                    <a:pt x="471" y="71"/>
                    <a:pt x="450" y="71"/>
                  </a:cubicBezTo>
                  <a:cubicBezTo>
                    <a:pt x="431" y="71"/>
                    <a:pt x="412" y="66"/>
                    <a:pt x="395" y="55"/>
                  </a:cubicBezTo>
                  <a:cubicBezTo>
                    <a:pt x="380" y="44"/>
                    <a:pt x="367" y="29"/>
                    <a:pt x="357" y="10"/>
                  </a:cubicBezTo>
                  <a:cubicBezTo>
                    <a:pt x="354" y="4"/>
                    <a:pt x="349" y="0"/>
                    <a:pt x="342" y="0"/>
                  </a:cubicBezTo>
                  <a:cubicBezTo>
                    <a:pt x="336" y="0"/>
                    <a:pt x="330" y="4"/>
                    <a:pt x="327" y="10"/>
                  </a:cubicBezTo>
                  <a:cubicBezTo>
                    <a:pt x="319" y="29"/>
                    <a:pt x="305" y="44"/>
                    <a:pt x="288" y="55"/>
                  </a:cubicBezTo>
                  <a:cubicBezTo>
                    <a:pt x="272" y="66"/>
                    <a:pt x="254" y="71"/>
                    <a:pt x="234" y="71"/>
                  </a:cubicBezTo>
                  <a:cubicBezTo>
                    <a:pt x="213" y="71"/>
                    <a:pt x="195" y="66"/>
                    <a:pt x="179" y="55"/>
                  </a:cubicBezTo>
                  <a:cubicBezTo>
                    <a:pt x="162" y="44"/>
                    <a:pt x="148" y="29"/>
                    <a:pt x="140" y="10"/>
                  </a:cubicBezTo>
                  <a:cubicBezTo>
                    <a:pt x="137" y="4"/>
                    <a:pt x="132" y="0"/>
                    <a:pt x="125" y="0"/>
                  </a:cubicBezTo>
                  <a:cubicBezTo>
                    <a:pt x="118" y="0"/>
                    <a:pt x="113" y="4"/>
                    <a:pt x="110" y="10"/>
                  </a:cubicBezTo>
                  <a:cubicBezTo>
                    <a:pt x="102" y="29"/>
                    <a:pt x="88" y="44"/>
                    <a:pt x="72" y="55"/>
                  </a:cubicBezTo>
                  <a:cubicBezTo>
                    <a:pt x="55" y="66"/>
                    <a:pt x="37" y="71"/>
                    <a:pt x="17" y="71"/>
                  </a:cubicBezTo>
                  <a:cubicBezTo>
                    <a:pt x="7" y="71"/>
                    <a:pt x="0" y="80"/>
                    <a:pt x="0" y="88"/>
                  </a:cubicBezTo>
                  <a:cubicBezTo>
                    <a:pt x="0" y="98"/>
                    <a:pt x="7" y="104"/>
                    <a:pt x="17" y="104"/>
                  </a:cubicBezTo>
                  <a:cubicBezTo>
                    <a:pt x="43" y="106"/>
                    <a:pt x="69" y="96"/>
                    <a:pt x="89" y="82"/>
                  </a:cubicBezTo>
                  <a:cubicBezTo>
                    <a:pt x="103" y="73"/>
                    <a:pt x="115" y="62"/>
                    <a:pt x="125" y="48"/>
                  </a:cubicBezTo>
                  <a:cubicBezTo>
                    <a:pt x="135" y="62"/>
                    <a:pt x="147" y="73"/>
                    <a:pt x="161" y="82"/>
                  </a:cubicBezTo>
                  <a:cubicBezTo>
                    <a:pt x="181" y="96"/>
                    <a:pt x="206" y="106"/>
                    <a:pt x="234" y="104"/>
                  </a:cubicBezTo>
                  <a:cubicBezTo>
                    <a:pt x="261" y="106"/>
                    <a:pt x="286" y="96"/>
                    <a:pt x="308" y="82"/>
                  </a:cubicBezTo>
                  <a:cubicBezTo>
                    <a:pt x="320" y="73"/>
                    <a:pt x="332" y="62"/>
                    <a:pt x="342" y="48"/>
                  </a:cubicBezTo>
                  <a:cubicBezTo>
                    <a:pt x="352" y="62"/>
                    <a:pt x="364" y="73"/>
                    <a:pt x="378" y="82"/>
                  </a:cubicBezTo>
                  <a:cubicBezTo>
                    <a:pt x="398" y="96"/>
                    <a:pt x="424" y="106"/>
                    <a:pt x="450" y="104"/>
                  </a:cubicBezTo>
                  <a:cubicBezTo>
                    <a:pt x="478" y="106"/>
                    <a:pt x="503" y="96"/>
                    <a:pt x="525" y="82"/>
                  </a:cubicBezTo>
                  <a:cubicBezTo>
                    <a:pt x="538" y="73"/>
                    <a:pt x="549" y="62"/>
                    <a:pt x="560" y="48"/>
                  </a:cubicBezTo>
                  <a:cubicBezTo>
                    <a:pt x="570" y="62"/>
                    <a:pt x="581" y="73"/>
                    <a:pt x="595" y="82"/>
                  </a:cubicBezTo>
                  <a:cubicBezTo>
                    <a:pt x="617" y="96"/>
                    <a:pt x="641" y="106"/>
                    <a:pt x="669" y="104"/>
                  </a:cubicBezTo>
                  <a:cubicBezTo>
                    <a:pt x="695" y="106"/>
                    <a:pt x="721" y="96"/>
                    <a:pt x="741" y="82"/>
                  </a:cubicBezTo>
                  <a:cubicBezTo>
                    <a:pt x="755" y="73"/>
                    <a:pt x="767" y="62"/>
                    <a:pt x="777" y="48"/>
                  </a:cubicBezTo>
                  <a:cubicBezTo>
                    <a:pt x="787" y="62"/>
                    <a:pt x="799" y="73"/>
                    <a:pt x="811" y="82"/>
                  </a:cubicBezTo>
                  <a:cubicBezTo>
                    <a:pt x="833" y="96"/>
                    <a:pt x="858" y="106"/>
                    <a:pt x="886" y="104"/>
                  </a:cubicBezTo>
                  <a:cubicBezTo>
                    <a:pt x="895" y="104"/>
                    <a:pt x="902" y="98"/>
                    <a:pt x="902" y="88"/>
                  </a:cubicBezTo>
                  <a:cubicBezTo>
                    <a:pt x="902" y="80"/>
                    <a:pt x="895" y="71"/>
                    <a:pt x="886" y="7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4" name="Freeform 588">
              <a:extLst>
                <a:ext uri="{FF2B5EF4-FFF2-40B4-BE49-F238E27FC236}">
                  <a16:creationId xmlns:a16="http://schemas.microsoft.com/office/drawing/2014/main" id="{39A28F2C-46E5-3A0F-BCE6-8490A950AB73}"/>
                </a:ext>
              </a:extLst>
            </p:cNvPr>
            <p:cNvSpPr>
              <a:spLocks noChangeArrowheads="1"/>
            </p:cNvSpPr>
            <p:nvPr/>
          </p:nvSpPr>
          <p:spPr bwMode="auto">
            <a:xfrm>
              <a:off x="3160713" y="5259388"/>
              <a:ext cx="273050" cy="198437"/>
            </a:xfrm>
            <a:custGeom>
              <a:avLst/>
              <a:gdLst>
                <a:gd name="T0" fmla="*/ 11 w 757"/>
                <a:gd name="T1" fmla="*/ 475 h 553"/>
                <a:gd name="T2" fmla="*/ 11 w 757"/>
                <a:gd name="T3" fmla="*/ 475 h 553"/>
                <a:gd name="T4" fmla="*/ 33 w 757"/>
                <a:gd name="T5" fmla="*/ 468 h 553"/>
                <a:gd name="T6" fmla="*/ 33 w 757"/>
                <a:gd name="T7" fmla="*/ 468 h 553"/>
                <a:gd name="T8" fmla="*/ 257 w 757"/>
                <a:gd name="T9" fmla="*/ 52 h 553"/>
                <a:gd name="T10" fmla="*/ 470 w 757"/>
                <a:gd name="T11" fmla="*/ 472 h 553"/>
                <a:gd name="T12" fmla="*/ 492 w 757"/>
                <a:gd name="T13" fmla="*/ 479 h 553"/>
                <a:gd name="T14" fmla="*/ 500 w 757"/>
                <a:gd name="T15" fmla="*/ 457 h 553"/>
                <a:gd name="T16" fmla="*/ 432 w 757"/>
                <a:gd name="T17" fmla="*/ 327 h 553"/>
                <a:gd name="T18" fmla="*/ 482 w 757"/>
                <a:gd name="T19" fmla="*/ 268 h 553"/>
                <a:gd name="T20" fmla="*/ 575 w 757"/>
                <a:gd name="T21" fmla="*/ 410 h 553"/>
                <a:gd name="T22" fmla="*/ 588 w 757"/>
                <a:gd name="T23" fmla="*/ 417 h 553"/>
                <a:gd name="T24" fmla="*/ 601 w 757"/>
                <a:gd name="T25" fmla="*/ 412 h 553"/>
                <a:gd name="T26" fmla="*/ 632 w 757"/>
                <a:gd name="T27" fmla="*/ 382 h 553"/>
                <a:gd name="T28" fmla="*/ 723 w 757"/>
                <a:gd name="T29" fmla="*/ 541 h 553"/>
                <a:gd name="T30" fmla="*/ 745 w 757"/>
                <a:gd name="T31" fmla="*/ 548 h 553"/>
                <a:gd name="T32" fmla="*/ 751 w 757"/>
                <a:gd name="T33" fmla="*/ 524 h 553"/>
                <a:gd name="T34" fmla="*/ 648 w 757"/>
                <a:gd name="T35" fmla="*/ 346 h 553"/>
                <a:gd name="T36" fmla="*/ 636 w 757"/>
                <a:gd name="T37" fmla="*/ 338 h 553"/>
                <a:gd name="T38" fmla="*/ 622 w 757"/>
                <a:gd name="T39" fmla="*/ 343 h 553"/>
                <a:gd name="T40" fmla="*/ 592 w 757"/>
                <a:gd name="T41" fmla="*/ 375 h 553"/>
                <a:gd name="T42" fmla="*/ 497 w 757"/>
                <a:gd name="T43" fmla="*/ 232 h 553"/>
                <a:gd name="T44" fmla="*/ 483 w 757"/>
                <a:gd name="T45" fmla="*/ 224 h 553"/>
                <a:gd name="T46" fmla="*/ 470 w 757"/>
                <a:gd name="T47" fmla="*/ 231 h 553"/>
                <a:gd name="T48" fmla="*/ 416 w 757"/>
                <a:gd name="T49" fmla="*/ 295 h 553"/>
                <a:gd name="T50" fmla="*/ 272 w 757"/>
                <a:gd name="T51" fmla="*/ 10 h 553"/>
                <a:gd name="T52" fmla="*/ 257 w 757"/>
                <a:gd name="T53" fmla="*/ 0 h 553"/>
                <a:gd name="T54" fmla="*/ 242 w 757"/>
                <a:gd name="T55" fmla="*/ 10 h 553"/>
                <a:gd name="T56" fmla="*/ 4 w 757"/>
                <a:gd name="T57" fmla="*/ 453 h 553"/>
                <a:gd name="T58" fmla="*/ 11 w 757"/>
                <a:gd name="T59" fmla="*/ 475 h 5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57" h="553">
                  <a:moveTo>
                    <a:pt x="11" y="475"/>
                  </a:moveTo>
                  <a:lnTo>
                    <a:pt x="11" y="475"/>
                  </a:lnTo>
                  <a:cubicBezTo>
                    <a:pt x="19" y="479"/>
                    <a:pt x="29" y="476"/>
                    <a:pt x="33" y="468"/>
                  </a:cubicBezTo>
                  <a:lnTo>
                    <a:pt x="33" y="468"/>
                  </a:lnTo>
                  <a:cubicBezTo>
                    <a:pt x="257" y="52"/>
                    <a:pt x="257" y="52"/>
                    <a:pt x="257" y="52"/>
                  </a:cubicBezTo>
                  <a:cubicBezTo>
                    <a:pt x="470" y="472"/>
                    <a:pt x="470" y="472"/>
                    <a:pt x="470" y="472"/>
                  </a:cubicBezTo>
                  <a:cubicBezTo>
                    <a:pt x="474" y="481"/>
                    <a:pt x="483" y="483"/>
                    <a:pt x="492" y="479"/>
                  </a:cubicBezTo>
                  <a:cubicBezTo>
                    <a:pt x="500" y="475"/>
                    <a:pt x="504" y="465"/>
                    <a:pt x="500" y="457"/>
                  </a:cubicBezTo>
                  <a:cubicBezTo>
                    <a:pt x="432" y="327"/>
                    <a:pt x="432" y="327"/>
                    <a:pt x="432" y="327"/>
                  </a:cubicBezTo>
                  <a:cubicBezTo>
                    <a:pt x="482" y="268"/>
                    <a:pt x="482" y="268"/>
                    <a:pt x="482" y="268"/>
                  </a:cubicBezTo>
                  <a:cubicBezTo>
                    <a:pt x="575" y="410"/>
                    <a:pt x="575" y="410"/>
                    <a:pt x="575" y="410"/>
                  </a:cubicBezTo>
                  <a:cubicBezTo>
                    <a:pt x="578" y="415"/>
                    <a:pt x="583" y="417"/>
                    <a:pt x="588" y="417"/>
                  </a:cubicBezTo>
                  <a:cubicBezTo>
                    <a:pt x="593" y="417"/>
                    <a:pt x="599" y="416"/>
                    <a:pt x="601" y="412"/>
                  </a:cubicBezTo>
                  <a:cubicBezTo>
                    <a:pt x="632" y="382"/>
                    <a:pt x="632" y="382"/>
                    <a:pt x="632" y="382"/>
                  </a:cubicBezTo>
                  <a:cubicBezTo>
                    <a:pt x="723" y="541"/>
                    <a:pt x="723" y="541"/>
                    <a:pt x="723" y="541"/>
                  </a:cubicBezTo>
                  <a:cubicBezTo>
                    <a:pt x="728" y="549"/>
                    <a:pt x="737" y="552"/>
                    <a:pt x="745" y="548"/>
                  </a:cubicBezTo>
                  <a:cubicBezTo>
                    <a:pt x="754" y="544"/>
                    <a:pt x="756" y="533"/>
                    <a:pt x="751" y="524"/>
                  </a:cubicBezTo>
                  <a:cubicBezTo>
                    <a:pt x="648" y="346"/>
                    <a:pt x="648" y="346"/>
                    <a:pt x="648" y="346"/>
                  </a:cubicBezTo>
                  <a:cubicBezTo>
                    <a:pt x="645" y="342"/>
                    <a:pt x="641" y="339"/>
                    <a:pt x="636" y="338"/>
                  </a:cubicBezTo>
                  <a:cubicBezTo>
                    <a:pt x="632" y="338"/>
                    <a:pt x="626" y="339"/>
                    <a:pt x="622" y="343"/>
                  </a:cubicBezTo>
                  <a:cubicBezTo>
                    <a:pt x="592" y="375"/>
                    <a:pt x="592" y="375"/>
                    <a:pt x="592" y="375"/>
                  </a:cubicBezTo>
                  <a:cubicBezTo>
                    <a:pt x="497" y="232"/>
                    <a:pt x="497" y="232"/>
                    <a:pt x="497" y="232"/>
                  </a:cubicBezTo>
                  <a:cubicBezTo>
                    <a:pt x="493" y="228"/>
                    <a:pt x="489" y="225"/>
                    <a:pt x="483" y="224"/>
                  </a:cubicBezTo>
                  <a:cubicBezTo>
                    <a:pt x="478" y="224"/>
                    <a:pt x="474" y="227"/>
                    <a:pt x="470" y="231"/>
                  </a:cubicBezTo>
                  <a:cubicBezTo>
                    <a:pt x="416" y="295"/>
                    <a:pt x="416" y="295"/>
                    <a:pt x="416" y="295"/>
                  </a:cubicBezTo>
                  <a:cubicBezTo>
                    <a:pt x="272" y="10"/>
                    <a:pt x="272" y="10"/>
                    <a:pt x="272" y="10"/>
                  </a:cubicBezTo>
                  <a:cubicBezTo>
                    <a:pt x="269" y="4"/>
                    <a:pt x="264" y="0"/>
                    <a:pt x="257" y="0"/>
                  </a:cubicBezTo>
                  <a:cubicBezTo>
                    <a:pt x="251" y="0"/>
                    <a:pt x="246" y="4"/>
                    <a:pt x="242" y="10"/>
                  </a:cubicBezTo>
                  <a:cubicBezTo>
                    <a:pt x="4" y="453"/>
                    <a:pt x="4" y="453"/>
                    <a:pt x="4" y="453"/>
                  </a:cubicBezTo>
                  <a:cubicBezTo>
                    <a:pt x="0" y="461"/>
                    <a:pt x="3" y="471"/>
                    <a:pt x="11" y="47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5" name="Freeform 589">
              <a:extLst>
                <a:ext uri="{FF2B5EF4-FFF2-40B4-BE49-F238E27FC236}">
                  <a16:creationId xmlns:a16="http://schemas.microsoft.com/office/drawing/2014/main" id="{BB2302A0-839A-BCD9-DD10-3D2AE0602F88}"/>
                </a:ext>
              </a:extLst>
            </p:cNvPr>
            <p:cNvSpPr>
              <a:spLocks noChangeArrowheads="1"/>
            </p:cNvSpPr>
            <p:nvPr/>
          </p:nvSpPr>
          <p:spPr bwMode="auto">
            <a:xfrm>
              <a:off x="3357563" y="5321300"/>
              <a:ext cx="12700" cy="30163"/>
            </a:xfrm>
            <a:custGeom>
              <a:avLst/>
              <a:gdLst>
                <a:gd name="T0" fmla="*/ 0 w 34"/>
                <a:gd name="T1" fmla="*/ 16 h 82"/>
                <a:gd name="T2" fmla="*/ 0 w 34"/>
                <a:gd name="T3" fmla="*/ 16 h 82"/>
                <a:gd name="T4" fmla="*/ 0 w 34"/>
                <a:gd name="T5" fmla="*/ 64 h 82"/>
                <a:gd name="T6" fmla="*/ 17 w 34"/>
                <a:gd name="T7" fmla="*/ 81 h 82"/>
                <a:gd name="T8" fmla="*/ 33 w 34"/>
                <a:gd name="T9" fmla="*/ 64 h 82"/>
                <a:gd name="T10" fmla="*/ 33 w 34"/>
                <a:gd name="T11" fmla="*/ 16 h 82"/>
                <a:gd name="T12" fmla="*/ 17 w 34"/>
                <a:gd name="T13" fmla="*/ 0 h 82"/>
                <a:gd name="T14" fmla="*/ 0 w 34"/>
                <a:gd name="T15" fmla="*/ 16 h 8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82">
                  <a:moveTo>
                    <a:pt x="0" y="16"/>
                  </a:moveTo>
                  <a:lnTo>
                    <a:pt x="0" y="16"/>
                  </a:lnTo>
                  <a:cubicBezTo>
                    <a:pt x="0" y="64"/>
                    <a:pt x="0" y="64"/>
                    <a:pt x="0" y="64"/>
                  </a:cubicBezTo>
                  <a:cubicBezTo>
                    <a:pt x="0" y="73"/>
                    <a:pt x="8" y="81"/>
                    <a:pt x="17" y="81"/>
                  </a:cubicBezTo>
                  <a:cubicBezTo>
                    <a:pt x="26" y="81"/>
                    <a:pt x="33" y="73"/>
                    <a:pt x="33" y="64"/>
                  </a:cubicBezTo>
                  <a:cubicBezTo>
                    <a:pt x="33" y="16"/>
                    <a:pt x="33" y="16"/>
                    <a:pt x="33" y="16"/>
                  </a:cubicBezTo>
                  <a:cubicBezTo>
                    <a:pt x="33" y="7"/>
                    <a:pt x="26" y="0"/>
                    <a:pt x="17" y="0"/>
                  </a:cubicBezTo>
                  <a:cubicBezTo>
                    <a:pt x="8"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6" name="Freeform 590">
              <a:extLst>
                <a:ext uri="{FF2B5EF4-FFF2-40B4-BE49-F238E27FC236}">
                  <a16:creationId xmlns:a16="http://schemas.microsoft.com/office/drawing/2014/main" id="{8C7BF305-A796-28D9-5371-14473A95D46E}"/>
                </a:ext>
              </a:extLst>
            </p:cNvPr>
            <p:cNvSpPr>
              <a:spLocks noChangeArrowheads="1"/>
            </p:cNvSpPr>
            <p:nvPr/>
          </p:nvSpPr>
          <p:spPr bwMode="auto">
            <a:xfrm>
              <a:off x="3314700" y="5232400"/>
              <a:ext cx="25400" cy="25400"/>
            </a:xfrm>
            <a:custGeom>
              <a:avLst/>
              <a:gdLst>
                <a:gd name="T0" fmla="*/ 40 w 71"/>
                <a:gd name="T1" fmla="*/ 63 h 71"/>
                <a:gd name="T2" fmla="*/ 40 w 71"/>
                <a:gd name="T3" fmla="*/ 63 h 71"/>
                <a:gd name="T4" fmla="*/ 63 w 71"/>
                <a:gd name="T5" fmla="*/ 63 h 71"/>
                <a:gd name="T6" fmla="*/ 63 w 71"/>
                <a:gd name="T7" fmla="*/ 39 h 71"/>
                <a:gd name="T8" fmla="*/ 30 w 71"/>
                <a:gd name="T9" fmla="*/ 5 h 71"/>
                <a:gd name="T10" fmla="*/ 7 w 71"/>
                <a:gd name="T11" fmla="*/ 5 h 71"/>
                <a:gd name="T12" fmla="*/ 7 w 71"/>
                <a:gd name="T13" fmla="*/ 28 h 71"/>
                <a:gd name="T14" fmla="*/ 40 w 71"/>
                <a:gd name="T15" fmla="*/ 63 h 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71">
                  <a:moveTo>
                    <a:pt x="40" y="63"/>
                  </a:moveTo>
                  <a:lnTo>
                    <a:pt x="40" y="63"/>
                  </a:lnTo>
                  <a:cubicBezTo>
                    <a:pt x="46" y="70"/>
                    <a:pt x="57" y="70"/>
                    <a:pt x="63" y="63"/>
                  </a:cubicBezTo>
                  <a:cubicBezTo>
                    <a:pt x="70" y="56"/>
                    <a:pt x="70" y="46"/>
                    <a:pt x="63" y="39"/>
                  </a:cubicBezTo>
                  <a:cubicBezTo>
                    <a:pt x="30" y="5"/>
                    <a:pt x="30" y="5"/>
                    <a:pt x="30" y="5"/>
                  </a:cubicBezTo>
                  <a:cubicBezTo>
                    <a:pt x="23" y="0"/>
                    <a:pt x="12" y="0"/>
                    <a:pt x="7" y="5"/>
                  </a:cubicBezTo>
                  <a:cubicBezTo>
                    <a:pt x="0" y="12"/>
                    <a:pt x="0" y="23"/>
                    <a:pt x="7" y="28"/>
                  </a:cubicBezTo>
                  <a:lnTo>
                    <a:pt x="40" y="6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sp>
          <p:nvSpPr>
            <p:cNvPr id="717" name="Freeform 591">
              <a:extLst>
                <a:ext uri="{FF2B5EF4-FFF2-40B4-BE49-F238E27FC236}">
                  <a16:creationId xmlns:a16="http://schemas.microsoft.com/office/drawing/2014/main" id="{0BFBC1BE-10AA-510B-356F-6246C8943251}"/>
                </a:ext>
              </a:extLst>
            </p:cNvPr>
            <p:cNvSpPr>
              <a:spLocks noChangeArrowheads="1"/>
            </p:cNvSpPr>
            <p:nvPr/>
          </p:nvSpPr>
          <p:spPr bwMode="auto">
            <a:xfrm>
              <a:off x="3297238" y="5276850"/>
              <a:ext cx="30162" cy="12700"/>
            </a:xfrm>
            <a:custGeom>
              <a:avLst/>
              <a:gdLst>
                <a:gd name="T0" fmla="*/ 17 w 82"/>
                <a:gd name="T1" fmla="*/ 33 h 34"/>
                <a:gd name="T2" fmla="*/ 17 w 82"/>
                <a:gd name="T3" fmla="*/ 33 h 34"/>
                <a:gd name="T4" fmla="*/ 65 w 82"/>
                <a:gd name="T5" fmla="*/ 33 h 34"/>
                <a:gd name="T6" fmla="*/ 81 w 82"/>
                <a:gd name="T7" fmla="*/ 17 h 34"/>
                <a:gd name="T8" fmla="*/ 65 w 82"/>
                <a:gd name="T9" fmla="*/ 0 h 34"/>
                <a:gd name="T10" fmla="*/ 17 w 82"/>
                <a:gd name="T11" fmla="*/ 0 h 34"/>
                <a:gd name="T12" fmla="*/ 0 w 82"/>
                <a:gd name="T13" fmla="*/ 17 h 34"/>
                <a:gd name="T14" fmla="*/ 17 w 82"/>
                <a:gd name="T15" fmla="*/ 33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2" h="34">
                  <a:moveTo>
                    <a:pt x="17" y="33"/>
                  </a:moveTo>
                  <a:lnTo>
                    <a:pt x="17" y="33"/>
                  </a:lnTo>
                  <a:cubicBezTo>
                    <a:pt x="65" y="33"/>
                    <a:pt x="65" y="33"/>
                    <a:pt x="65" y="33"/>
                  </a:cubicBezTo>
                  <a:cubicBezTo>
                    <a:pt x="74" y="33"/>
                    <a:pt x="81" y="26"/>
                    <a:pt x="81" y="17"/>
                  </a:cubicBezTo>
                  <a:cubicBezTo>
                    <a:pt x="81" y="9"/>
                    <a:pt x="74" y="0"/>
                    <a:pt x="65" y="0"/>
                  </a:cubicBezTo>
                  <a:cubicBezTo>
                    <a:pt x="17" y="0"/>
                    <a:pt x="17" y="0"/>
                    <a:pt x="17" y="0"/>
                  </a:cubicBezTo>
                  <a:cubicBezTo>
                    <a:pt x="9" y="0"/>
                    <a:pt x="0" y="9"/>
                    <a:pt x="0" y="17"/>
                  </a:cubicBezTo>
                  <a:cubicBezTo>
                    <a:pt x="0" y="26"/>
                    <a:pt x="9" y="33"/>
                    <a:pt x="17" y="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strike="sngStrike"/>
            </a:p>
          </p:txBody>
        </p:sp>
      </p:grpSp>
      <p:sp>
        <p:nvSpPr>
          <p:cNvPr id="718" name="Freeform 598">
            <a:extLst>
              <a:ext uri="{FF2B5EF4-FFF2-40B4-BE49-F238E27FC236}">
                <a16:creationId xmlns:a16="http://schemas.microsoft.com/office/drawing/2014/main" id="{1C512294-2D54-EF9C-2E8A-027D7E38F903}"/>
              </a:ext>
            </a:extLst>
          </p:cNvPr>
          <p:cNvSpPr>
            <a:spLocks noChangeArrowheads="1"/>
          </p:cNvSpPr>
          <p:nvPr/>
        </p:nvSpPr>
        <p:spPr bwMode="auto">
          <a:xfrm>
            <a:off x="7764711" y="5137174"/>
            <a:ext cx="290512" cy="303213"/>
          </a:xfrm>
          <a:custGeom>
            <a:avLst/>
            <a:gdLst>
              <a:gd name="T0" fmla="*/ 807 w 808"/>
              <a:gd name="T1" fmla="*/ 16 h 843"/>
              <a:gd name="T2" fmla="*/ 807 w 808"/>
              <a:gd name="T3" fmla="*/ 15 h 843"/>
              <a:gd name="T4" fmla="*/ 806 w 808"/>
              <a:gd name="T5" fmla="*/ 13 h 843"/>
              <a:gd name="T6" fmla="*/ 806 w 808"/>
              <a:gd name="T7" fmla="*/ 12 h 843"/>
              <a:gd name="T8" fmla="*/ 805 w 808"/>
              <a:gd name="T9" fmla="*/ 8 h 843"/>
              <a:gd name="T10" fmla="*/ 803 w 808"/>
              <a:gd name="T11" fmla="*/ 6 h 843"/>
              <a:gd name="T12" fmla="*/ 802 w 808"/>
              <a:gd name="T13" fmla="*/ 5 h 843"/>
              <a:gd name="T14" fmla="*/ 802 w 808"/>
              <a:gd name="T15" fmla="*/ 5 h 843"/>
              <a:gd name="T16" fmla="*/ 802 w 808"/>
              <a:gd name="T17" fmla="*/ 4 h 843"/>
              <a:gd name="T18" fmla="*/ 799 w 808"/>
              <a:gd name="T19" fmla="*/ 2 h 843"/>
              <a:gd name="T20" fmla="*/ 798 w 808"/>
              <a:gd name="T21" fmla="*/ 2 h 843"/>
              <a:gd name="T22" fmla="*/ 796 w 808"/>
              <a:gd name="T23" fmla="*/ 1 h 843"/>
              <a:gd name="T24" fmla="*/ 795 w 808"/>
              <a:gd name="T25" fmla="*/ 1 h 843"/>
              <a:gd name="T26" fmla="*/ 794 w 808"/>
              <a:gd name="T27" fmla="*/ 1 h 843"/>
              <a:gd name="T28" fmla="*/ 792 w 808"/>
              <a:gd name="T29" fmla="*/ 0 h 843"/>
              <a:gd name="T30" fmla="*/ 791 w 808"/>
              <a:gd name="T31" fmla="*/ 0 h 843"/>
              <a:gd name="T32" fmla="*/ 689 w 808"/>
              <a:gd name="T33" fmla="*/ 0 h 843"/>
              <a:gd name="T34" fmla="*/ 689 w 808"/>
              <a:gd name="T35" fmla="*/ 33 h 843"/>
              <a:gd name="T36" fmla="*/ 752 w 808"/>
              <a:gd name="T37" fmla="*/ 33 h 843"/>
              <a:gd name="T38" fmla="*/ 676 w 808"/>
              <a:gd name="T39" fmla="*/ 102 h 843"/>
              <a:gd name="T40" fmla="*/ 522 w 808"/>
              <a:gd name="T41" fmla="*/ 35 h 843"/>
              <a:gd name="T42" fmla="*/ 341 w 808"/>
              <a:gd name="T43" fmla="*/ 135 h 843"/>
              <a:gd name="T44" fmla="*/ 304 w 808"/>
              <a:gd name="T45" fmla="*/ 229 h 843"/>
              <a:gd name="T46" fmla="*/ 133 w 808"/>
              <a:gd name="T47" fmla="*/ 229 h 843"/>
              <a:gd name="T48" fmla="*/ 0 w 808"/>
              <a:gd name="T49" fmla="*/ 439 h 843"/>
              <a:gd name="T50" fmla="*/ 133 w 808"/>
              <a:gd name="T51" fmla="*/ 649 h 843"/>
              <a:gd name="T52" fmla="*/ 202 w 808"/>
              <a:gd name="T53" fmla="*/ 739 h 843"/>
              <a:gd name="T54" fmla="*/ 135 w 808"/>
              <a:gd name="T55" fmla="*/ 756 h 843"/>
              <a:gd name="T56" fmla="*/ 202 w 808"/>
              <a:gd name="T57" fmla="*/ 772 h 843"/>
              <a:gd name="T58" fmla="*/ 219 w 808"/>
              <a:gd name="T59" fmla="*/ 842 h 843"/>
              <a:gd name="T60" fmla="*/ 235 w 808"/>
              <a:gd name="T61" fmla="*/ 772 h 843"/>
              <a:gd name="T62" fmla="*/ 302 w 808"/>
              <a:gd name="T63" fmla="*/ 756 h 843"/>
              <a:gd name="T64" fmla="*/ 235 w 808"/>
              <a:gd name="T65" fmla="*/ 739 h 843"/>
              <a:gd name="T66" fmla="*/ 304 w 808"/>
              <a:gd name="T67" fmla="*/ 649 h 843"/>
              <a:gd name="T68" fmla="*/ 434 w 808"/>
              <a:gd name="T69" fmla="*/ 472 h 843"/>
              <a:gd name="T70" fmla="*/ 522 w 808"/>
              <a:gd name="T71" fmla="*/ 490 h 843"/>
              <a:gd name="T72" fmla="*/ 703 w 808"/>
              <a:gd name="T73" fmla="*/ 389 h 843"/>
              <a:gd name="T74" fmla="*/ 702 w 808"/>
              <a:gd name="T75" fmla="*/ 134 h 843"/>
              <a:gd name="T76" fmla="*/ 774 w 808"/>
              <a:gd name="T77" fmla="*/ 57 h 843"/>
              <a:gd name="T78" fmla="*/ 791 w 808"/>
              <a:gd name="T79" fmla="*/ 138 h 843"/>
              <a:gd name="T80" fmla="*/ 807 w 808"/>
              <a:gd name="T81" fmla="*/ 16 h 843"/>
              <a:gd name="T82" fmla="*/ 349 w 808"/>
              <a:gd name="T83" fmla="*/ 576 h 843"/>
              <a:gd name="T84" fmla="*/ 219 w 808"/>
              <a:gd name="T85" fmla="*/ 634 h 843"/>
              <a:gd name="T86" fmla="*/ 65 w 808"/>
              <a:gd name="T87" fmla="*/ 547 h 843"/>
              <a:gd name="T88" fmla="*/ 88 w 808"/>
              <a:gd name="T89" fmla="*/ 300 h 843"/>
              <a:gd name="T90" fmla="*/ 219 w 808"/>
              <a:gd name="T91" fmla="*/ 244 h 843"/>
              <a:gd name="T92" fmla="*/ 304 w 808"/>
              <a:gd name="T93" fmla="*/ 266 h 843"/>
              <a:gd name="T94" fmla="*/ 404 w 808"/>
              <a:gd name="T95" fmla="*/ 454 h 843"/>
              <a:gd name="T96" fmla="*/ 338 w 808"/>
              <a:gd name="T97" fmla="*/ 289 h 843"/>
              <a:gd name="T98" fmla="*/ 372 w 808"/>
              <a:gd name="T99" fmla="*/ 329 h 843"/>
              <a:gd name="T100" fmla="*/ 368 w 808"/>
              <a:gd name="T101" fmla="*/ 372 h 843"/>
              <a:gd name="T102" fmla="*/ 652 w 808"/>
              <a:gd name="T103" fmla="*/ 400 h 843"/>
              <a:gd name="T104" fmla="*/ 593 w 808"/>
              <a:gd name="T105" fmla="*/ 442 h 843"/>
              <a:gd name="T106" fmla="*/ 449 w 808"/>
              <a:gd name="T107" fmla="*/ 442 h 843"/>
              <a:gd name="T108" fmla="*/ 374 w 808"/>
              <a:gd name="T109" fmla="*/ 278 h 843"/>
              <a:gd name="T110" fmla="*/ 390 w 808"/>
              <a:gd name="T111" fmla="*/ 124 h 843"/>
              <a:gd name="T112" fmla="*/ 522 w 808"/>
              <a:gd name="T113" fmla="*/ 68 h 843"/>
              <a:gd name="T114" fmla="*/ 674 w 808"/>
              <a:gd name="T115" fmla="*/ 153 h 843"/>
              <a:gd name="T116" fmla="*/ 652 w 808"/>
              <a:gd name="T117" fmla="*/ 400 h 8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808" h="843">
                <a:moveTo>
                  <a:pt x="807" y="16"/>
                </a:moveTo>
                <a:lnTo>
                  <a:pt x="807" y="16"/>
                </a:lnTo>
                <a:lnTo>
                  <a:pt x="807" y="16"/>
                </a:lnTo>
                <a:cubicBezTo>
                  <a:pt x="807" y="16"/>
                  <a:pt x="807" y="16"/>
                  <a:pt x="807" y="15"/>
                </a:cubicBezTo>
                <a:lnTo>
                  <a:pt x="807" y="15"/>
                </a:lnTo>
                <a:cubicBezTo>
                  <a:pt x="806" y="15"/>
                  <a:pt x="806" y="13"/>
                  <a:pt x="806" y="13"/>
                </a:cubicBezTo>
                <a:lnTo>
                  <a:pt x="806" y="13"/>
                </a:lnTo>
                <a:lnTo>
                  <a:pt x="806" y="12"/>
                </a:lnTo>
                <a:lnTo>
                  <a:pt x="806" y="12"/>
                </a:lnTo>
                <a:cubicBezTo>
                  <a:pt x="806" y="11"/>
                  <a:pt x="805" y="9"/>
                  <a:pt x="805" y="8"/>
                </a:cubicBezTo>
                <a:lnTo>
                  <a:pt x="805" y="8"/>
                </a:lnTo>
                <a:cubicBezTo>
                  <a:pt x="803" y="6"/>
                  <a:pt x="803" y="6"/>
                  <a:pt x="803" y="6"/>
                </a:cubicBezTo>
                <a:lnTo>
                  <a:pt x="803" y="6"/>
                </a:lnTo>
                <a:cubicBezTo>
                  <a:pt x="803" y="5"/>
                  <a:pt x="803" y="5"/>
                  <a:pt x="802" y="5"/>
                </a:cubicBezTo>
                <a:lnTo>
                  <a:pt x="802" y="5"/>
                </a:lnTo>
                <a:lnTo>
                  <a:pt x="802" y="5"/>
                </a:lnTo>
                <a:lnTo>
                  <a:pt x="802" y="5"/>
                </a:lnTo>
                <a:cubicBezTo>
                  <a:pt x="802" y="4"/>
                  <a:pt x="802" y="4"/>
                  <a:pt x="802" y="4"/>
                </a:cubicBezTo>
                <a:cubicBezTo>
                  <a:pt x="801" y="4"/>
                  <a:pt x="801" y="4"/>
                  <a:pt x="801" y="4"/>
                </a:cubicBezTo>
                <a:cubicBezTo>
                  <a:pt x="801" y="4"/>
                  <a:pt x="801" y="4"/>
                  <a:pt x="799" y="2"/>
                </a:cubicBezTo>
                <a:lnTo>
                  <a:pt x="799" y="2"/>
                </a:lnTo>
                <a:cubicBezTo>
                  <a:pt x="799" y="2"/>
                  <a:pt x="799" y="2"/>
                  <a:pt x="798" y="2"/>
                </a:cubicBezTo>
                <a:lnTo>
                  <a:pt x="798" y="2"/>
                </a:lnTo>
                <a:cubicBezTo>
                  <a:pt x="798" y="1"/>
                  <a:pt x="798" y="1"/>
                  <a:pt x="796" y="1"/>
                </a:cubicBezTo>
                <a:lnTo>
                  <a:pt x="796" y="1"/>
                </a:lnTo>
                <a:cubicBezTo>
                  <a:pt x="796" y="1"/>
                  <a:pt x="796" y="1"/>
                  <a:pt x="795" y="1"/>
                </a:cubicBezTo>
                <a:lnTo>
                  <a:pt x="795" y="1"/>
                </a:lnTo>
                <a:lnTo>
                  <a:pt x="794" y="1"/>
                </a:lnTo>
                <a:lnTo>
                  <a:pt x="794" y="0"/>
                </a:lnTo>
                <a:lnTo>
                  <a:pt x="792" y="0"/>
                </a:lnTo>
                <a:lnTo>
                  <a:pt x="792" y="0"/>
                </a:lnTo>
                <a:cubicBezTo>
                  <a:pt x="791" y="0"/>
                  <a:pt x="791" y="0"/>
                  <a:pt x="791" y="0"/>
                </a:cubicBezTo>
                <a:lnTo>
                  <a:pt x="791" y="0"/>
                </a:lnTo>
                <a:cubicBezTo>
                  <a:pt x="689" y="0"/>
                  <a:pt x="689" y="0"/>
                  <a:pt x="689" y="0"/>
                </a:cubicBezTo>
                <a:cubicBezTo>
                  <a:pt x="680" y="0"/>
                  <a:pt x="673" y="8"/>
                  <a:pt x="673" y="16"/>
                </a:cubicBezTo>
                <a:cubicBezTo>
                  <a:pt x="673" y="26"/>
                  <a:pt x="680" y="33"/>
                  <a:pt x="689" y="33"/>
                </a:cubicBezTo>
                <a:lnTo>
                  <a:pt x="689" y="33"/>
                </a:lnTo>
                <a:cubicBezTo>
                  <a:pt x="752" y="33"/>
                  <a:pt x="752" y="33"/>
                  <a:pt x="752" y="33"/>
                </a:cubicBezTo>
                <a:cubicBezTo>
                  <a:pt x="681" y="107"/>
                  <a:pt x="681" y="107"/>
                  <a:pt x="681" y="107"/>
                </a:cubicBezTo>
                <a:cubicBezTo>
                  <a:pt x="680" y="105"/>
                  <a:pt x="677" y="104"/>
                  <a:pt x="676" y="102"/>
                </a:cubicBezTo>
                <a:cubicBezTo>
                  <a:pt x="656" y="82"/>
                  <a:pt x="633" y="64"/>
                  <a:pt x="607" y="53"/>
                </a:cubicBezTo>
                <a:cubicBezTo>
                  <a:pt x="581" y="42"/>
                  <a:pt x="552" y="35"/>
                  <a:pt x="522" y="35"/>
                </a:cubicBezTo>
                <a:cubicBezTo>
                  <a:pt x="492" y="35"/>
                  <a:pt x="463" y="42"/>
                  <a:pt x="437" y="53"/>
                </a:cubicBezTo>
                <a:cubicBezTo>
                  <a:pt x="397" y="71"/>
                  <a:pt x="364" y="100"/>
                  <a:pt x="341" y="135"/>
                </a:cubicBezTo>
                <a:cubicBezTo>
                  <a:pt x="323" y="163"/>
                  <a:pt x="310" y="196"/>
                  <a:pt x="305" y="230"/>
                </a:cubicBezTo>
                <a:cubicBezTo>
                  <a:pt x="305" y="230"/>
                  <a:pt x="305" y="229"/>
                  <a:pt x="304" y="229"/>
                </a:cubicBezTo>
                <a:cubicBezTo>
                  <a:pt x="277" y="218"/>
                  <a:pt x="249" y="211"/>
                  <a:pt x="219" y="211"/>
                </a:cubicBezTo>
                <a:cubicBezTo>
                  <a:pt x="188" y="211"/>
                  <a:pt x="159" y="218"/>
                  <a:pt x="133" y="229"/>
                </a:cubicBezTo>
                <a:cubicBezTo>
                  <a:pt x="95" y="247"/>
                  <a:pt x="61" y="275"/>
                  <a:pt x="37" y="311"/>
                </a:cubicBezTo>
                <a:cubicBezTo>
                  <a:pt x="14" y="348"/>
                  <a:pt x="0" y="392"/>
                  <a:pt x="0" y="439"/>
                </a:cubicBezTo>
                <a:cubicBezTo>
                  <a:pt x="0" y="501"/>
                  <a:pt x="25" y="558"/>
                  <a:pt x="65" y="599"/>
                </a:cubicBezTo>
                <a:cubicBezTo>
                  <a:pt x="84" y="620"/>
                  <a:pt x="107" y="636"/>
                  <a:pt x="133" y="649"/>
                </a:cubicBezTo>
                <a:cubicBezTo>
                  <a:pt x="155" y="657"/>
                  <a:pt x="179" y="664"/>
                  <a:pt x="202" y="665"/>
                </a:cubicBezTo>
                <a:cubicBezTo>
                  <a:pt x="202" y="739"/>
                  <a:pt x="202" y="739"/>
                  <a:pt x="202" y="739"/>
                </a:cubicBezTo>
                <a:cubicBezTo>
                  <a:pt x="151" y="739"/>
                  <a:pt x="151" y="739"/>
                  <a:pt x="151" y="739"/>
                </a:cubicBezTo>
                <a:cubicBezTo>
                  <a:pt x="143" y="739"/>
                  <a:pt x="135" y="746"/>
                  <a:pt x="135" y="756"/>
                </a:cubicBezTo>
                <a:cubicBezTo>
                  <a:pt x="135" y="764"/>
                  <a:pt x="143" y="772"/>
                  <a:pt x="151" y="772"/>
                </a:cubicBezTo>
                <a:cubicBezTo>
                  <a:pt x="202" y="772"/>
                  <a:pt x="202" y="772"/>
                  <a:pt x="202" y="772"/>
                </a:cubicBezTo>
                <a:cubicBezTo>
                  <a:pt x="202" y="826"/>
                  <a:pt x="202" y="826"/>
                  <a:pt x="202" y="826"/>
                </a:cubicBezTo>
                <a:cubicBezTo>
                  <a:pt x="202" y="834"/>
                  <a:pt x="210" y="842"/>
                  <a:pt x="219" y="842"/>
                </a:cubicBezTo>
                <a:cubicBezTo>
                  <a:pt x="228" y="842"/>
                  <a:pt x="235" y="834"/>
                  <a:pt x="235" y="826"/>
                </a:cubicBezTo>
                <a:cubicBezTo>
                  <a:pt x="235" y="772"/>
                  <a:pt x="235" y="772"/>
                  <a:pt x="235" y="772"/>
                </a:cubicBezTo>
                <a:cubicBezTo>
                  <a:pt x="286" y="772"/>
                  <a:pt x="286" y="772"/>
                  <a:pt x="286" y="772"/>
                </a:cubicBezTo>
                <a:cubicBezTo>
                  <a:pt x="295" y="772"/>
                  <a:pt x="302" y="764"/>
                  <a:pt x="302" y="756"/>
                </a:cubicBezTo>
                <a:cubicBezTo>
                  <a:pt x="302" y="746"/>
                  <a:pt x="295" y="739"/>
                  <a:pt x="286" y="739"/>
                </a:cubicBezTo>
                <a:cubicBezTo>
                  <a:pt x="235" y="739"/>
                  <a:pt x="235" y="739"/>
                  <a:pt x="235" y="739"/>
                </a:cubicBezTo>
                <a:cubicBezTo>
                  <a:pt x="235" y="665"/>
                  <a:pt x="235" y="665"/>
                  <a:pt x="235" y="665"/>
                </a:cubicBezTo>
                <a:cubicBezTo>
                  <a:pt x="260" y="664"/>
                  <a:pt x="283" y="657"/>
                  <a:pt x="304" y="649"/>
                </a:cubicBezTo>
                <a:cubicBezTo>
                  <a:pt x="343" y="631"/>
                  <a:pt x="376" y="602"/>
                  <a:pt x="400" y="565"/>
                </a:cubicBezTo>
                <a:cubicBezTo>
                  <a:pt x="418" y="538"/>
                  <a:pt x="430" y="506"/>
                  <a:pt x="434" y="472"/>
                </a:cubicBezTo>
                <a:cubicBezTo>
                  <a:pt x="435" y="472"/>
                  <a:pt x="435" y="472"/>
                  <a:pt x="437" y="472"/>
                </a:cubicBezTo>
                <a:cubicBezTo>
                  <a:pt x="463" y="484"/>
                  <a:pt x="492" y="490"/>
                  <a:pt x="522" y="490"/>
                </a:cubicBezTo>
                <a:cubicBezTo>
                  <a:pt x="552" y="490"/>
                  <a:pt x="581" y="484"/>
                  <a:pt x="607" y="472"/>
                </a:cubicBezTo>
                <a:cubicBezTo>
                  <a:pt x="645" y="455"/>
                  <a:pt x="680" y="426"/>
                  <a:pt x="703" y="389"/>
                </a:cubicBezTo>
                <a:cubicBezTo>
                  <a:pt x="726" y="354"/>
                  <a:pt x="740" y="310"/>
                  <a:pt x="740" y="263"/>
                </a:cubicBezTo>
                <a:cubicBezTo>
                  <a:pt x="740" y="215"/>
                  <a:pt x="725" y="170"/>
                  <a:pt x="702" y="134"/>
                </a:cubicBezTo>
                <a:cubicBezTo>
                  <a:pt x="702" y="134"/>
                  <a:pt x="702" y="134"/>
                  <a:pt x="702" y="133"/>
                </a:cubicBezTo>
                <a:cubicBezTo>
                  <a:pt x="774" y="57"/>
                  <a:pt x="774" y="57"/>
                  <a:pt x="774" y="57"/>
                </a:cubicBezTo>
                <a:cubicBezTo>
                  <a:pt x="774" y="122"/>
                  <a:pt x="774" y="122"/>
                  <a:pt x="774" y="122"/>
                </a:cubicBezTo>
                <a:cubicBezTo>
                  <a:pt x="774" y="131"/>
                  <a:pt x="781" y="138"/>
                  <a:pt x="791" y="138"/>
                </a:cubicBezTo>
                <a:cubicBezTo>
                  <a:pt x="799" y="138"/>
                  <a:pt x="807" y="131"/>
                  <a:pt x="807" y="122"/>
                </a:cubicBezTo>
                <a:lnTo>
                  <a:pt x="807" y="16"/>
                </a:lnTo>
                <a:close/>
                <a:moveTo>
                  <a:pt x="349" y="576"/>
                </a:moveTo>
                <a:lnTo>
                  <a:pt x="349" y="576"/>
                </a:lnTo>
                <a:cubicBezTo>
                  <a:pt x="332" y="594"/>
                  <a:pt x="313" y="608"/>
                  <a:pt x="291" y="619"/>
                </a:cubicBezTo>
                <a:cubicBezTo>
                  <a:pt x="268" y="628"/>
                  <a:pt x="245" y="634"/>
                  <a:pt x="219" y="634"/>
                </a:cubicBezTo>
                <a:cubicBezTo>
                  <a:pt x="194" y="634"/>
                  <a:pt x="169" y="628"/>
                  <a:pt x="147" y="619"/>
                </a:cubicBezTo>
                <a:cubicBezTo>
                  <a:pt x="114" y="604"/>
                  <a:pt x="85" y="579"/>
                  <a:pt x="65" y="547"/>
                </a:cubicBezTo>
                <a:cubicBezTo>
                  <a:pt x="46" y="517"/>
                  <a:pt x="33" y="479"/>
                  <a:pt x="33" y="439"/>
                </a:cubicBezTo>
                <a:cubicBezTo>
                  <a:pt x="33" y="385"/>
                  <a:pt x="54" y="336"/>
                  <a:pt x="88" y="300"/>
                </a:cubicBezTo>
                <a:cubicBezTo>
                  <a:pt x="105" y="284"/>
                  <a:pt x="125" y="269"/>
                  <a:pt x="147" y="259"/>
                </a:cubicBezTo>
                <a:cubicBezTo>
                  <a:pt x="169" y="249"/>
                  <a:pt x="194" y="244"/>
                  <a:pt x="219" y="244"/>
                </a:cubicBezTo>
                <a:cubicBezTo>
                  <a:pt x="245" y="244"/>
                  <a:pt x="268" y="249"/>
                  <a:pt x="291" y="259"/>
                </a:cubicBezTo>
                <a:cubicBezTo>
                  <a:pt x="295" y="262"/>
                  <a:pt x="299" y="263"/>
                  <a:pt x="304" y="266"/>
                </a:cubicBezTo>
                <a:cubicBezTo>
                  <a:pt x="304" y="326"/>
                  <a:pt x="328" y="383"/>
                  <a:pt x="367" y="424"/>
                </a:cubicBezTo>
                <a:cubicBezTo>
                  <a:pt x="378" y="435"/>
                  <a:pt x="390" y="446"/>
                  <a:pt x="404" y="454"/>
                </a:cubicBezTo>
                <a:cubicBezTo>
                  <a:pt x="400" y="502"/>
                  <a:pt x="380" y="545"/>
                  <a:pt x="349" y="576"/>
                </a:cubicBezTo>
                <a:close/>
                <a:moveTo>
                  <a:pt x="338" y="289"/>
                </a:moveTo>
                <a:lnTo>
                  <a:pt x="338" y="289"/>
                </a:lnTo>
                <a:cubicBezTo>
                  <a:pt x="352" y="302"/>
                  <a:pt x="363" y="314"/>
                  <a:pt x="372" y="329"/>
                </a:cubicBezTo>
                <a:cubicBezTo>
                  <a:pt x="387" y="354"/>
                  <a:pt x="398" y="381"/>
                  <a:pt x="402" y="411"/>
                </a:cubicBezTo>
                <a:cubicBezTo>
                  <a:pt x="389" y="400"/>
                  <a:pt x="378" y="387"/>
                  <a:pt x="368" y="372"/>
                </a:cubicBezTo>
                <a:cubicBezTo>
                  <a:pt x="353" y="348"/>
                  <a:pt x="342" y="319"/>
                  <a:pt x="338" y="289"/>
                </a:cubicBezTo>
                <a:close/>
                <a:moveTo>
                  <a:pt x="652" y="400"/>
                </a:moveTo>
                <a:lnTo>
                  <a:pt x="652" y="400"/>
                </a:lnTo>
                <a:cubicBezTo>
                  <a:pt x="636" y="418"/>
                  <a:pt x="615" y="432"/>
                  <a:pt x="593" y="442"/>
                </a:cubicBezTo>
                <a:cubicBezTo>
                  <a:pt x="571" y="453"/>
                  <a:pt x="547" y="457"/>
                  <a:pt x="522" y="457"/>
                </a:cubicBezTo>
                <a:cubicBezTo>
                  <a:pt x="496" y="457"/>
                  <a:pt x="471" y="453"/>
                  <a:pt x="449" y="442"/>
                </a:cubicBezTo>
                <a:cubicBezTo>
                  <a:pt x="445" y="440"/>
                  <a:pt x="441" y="439"/>
                  <a:pt x="437" y="436"/>
                </a:cubicBezTo>
                <a:cubicBezTo>
                  <a:pt x="437" y="374"/>
                  <a:pt x="412" y="318"/>
                  <a:pt x="374" y="278"/>
                </a:cubicBezTo>
                <a:cubicBezTo>
                  <a:pt x="363" y="266"/>
                  <a:pt x="350" y="256"/>
                  <a:pt x="337" y="247"/>
                </a:cubicBezTo>
                <a:cubicBezTo>
                  <a:pt x="341" y="200"/>
                  <a:pt x="360" y="156"/>
                  <a:pt x="390" y="124"/>
                </a:cubicBezTo>
                <a:cubicBezTo>
                  <a:pt x="408" y="107"/>
                  <a:pt x="427" y="93"/>
                  <a:pt x="449" y="83"/>
                </a:cubicBezTo>
                <a:cubicBezTo>
                  <a:pt x="471" y="74"/>
                  <a:pt x="496" y="68"/>
                  <a:pt x="522" y="68"/>
                </a:cubicBezTo>
                <a:cubicBezTo>
                  <a:pt x="547" y="68"/>
                  <a:pt x="571" y="74"/>
                  <a:pt x="593" y="83"/>
                </a:cubicBezTo>
                <a:cubicBezTo>
                  <a:pt x="626" y="98"/>
                  <a:pt x="655" y="123"/>
                  <a:pt x="674" y="153"/>
                </a:cubicBezTo>
                <a:cubicBezTo>
                  <a:pt x="695" y="185"/>
                  <a:pt x="707" y="222"/>
                  <a:pt x="707" y="263"/>
                </a:cubicBezTo>
                <a:cubicBezTo>
                  <a:pt x="707" y="317"/>
                  <a:pt x="685" y="366"/>
                  <a:pt x="652" y="400"/>
                </a:cubicBezTo>
                <a:close/>
              </a:path>
            </a:pathLst>
          </a:custGeom>
          <a:solidFill>
            <a:schemeClr val="accent4"/>
          </a:solidFill>
          <a:ln>
            <a:noFill/>
          </a:ln>
          <a:effectLst/>
        </p:spPr>
        <p:txBody>
          <a:bodyPr wrap="none" anchor="ctr"/>
          <a:lstStyle/>
          <a:p>
            <a:endParaRPr lang="da-DK"/>
          </a:p>
        </p:txBody>
      </p:sp>
    </p:spTree>
    <p:extLst>
      <p:ext uri="{BB962C8B-B14F-4D97-AF65-F5344CB8AC3E}">
        <p14:creationId xmlns:p14="http://schemas.microsoft.com/office/powerpoint/2010/main" val="4058976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1EA31-9D15-8ABA-764F-5ADF47167BBF}"/>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1262D836-9877-DBA5-A1A3-4BDC5D60A746}"/>
              </a:ext>
            </a:extLst>
          </p:cNvPr>
          <p:cNvGrpSpPr/>
          <p:nvPr/>
        </p:nvGrpSpPr>
        <p:grpSpPr>
          <a:xfrm>
            <a:off x="8182644" y="6021288"/>
            <a:ext cx="287337" cy="228600"/>
            <a:chOff x="7154863" y="6351588"/>
            <a:chExt cx="287337" cy="228600"/>
          </a:xfrm>
          <a:solidFill>
            <a:schemeClr val="accent4"/>
          </a:solidFill>
        </p:grpSpPr>
        <p:sp>
          <p:nvSpPr>
            <p:cNvPr id="3" name="Freeform 1">
              <a:extLst>
                <a:ext uri="{FF2B5EF4-FFF2-40B4-BE49-F238E27FC236}">
                  <a16:creationId xmlns:a16="http://schemas.microsoft.com/office/drawing/2014/main" id="{2F1B5AD5-4138-4FAA-AB1F-F059230528AC}"/>
                </a:ext>
              </a:extLst>
            </p:cNvPr>
            <p:cNvSpPr>
              <a:spLocks noChangeArrowheads="1"/>
            </p:cNvSpPr>
            <p:nvPr/>
          </p:nvSpPr>
          <p:spPr bwMode="auto">
            <a:xfrm>
              <a:off x="7154863" y="6351588"/>
              <a:ext cx="287337" cy="228600"/>
            </a:xfrm>
            <a:custGeom>
              <a:avLst/>
              <a:gdLst>
                <a:gd name="T0" fmla="*/ 750 w 800"/>
                <a:gd name="T1" fmla="*/ 0 h 636"/>
                <a:gd name="T2" fmla="*/ 750 w 800"/>
                <a:gd name="T3" fmla="*/ 0 h 636"/>
                <a:gd name="T4" fmla="*/ 47 w 800"/>
                <a:gd name="T5" fmla="*/ 0 h 636"/>
                <a:gd name="T6" fmla="*/ 0 w 800"/>
                <a:gd name="T7" fmla="*/ 49 h 636"/>
                <a:gd name="T8" fmla="*/ 0 w 800"/>
                <a:gd name="T9" fmla="*/ 484 h 636"/>
                <a:gd name="T10" fmla="*/ 47 w 800"/>
                <a:gd name="T11" fmla="*/ 531 h 636"/>
                <a:gd name="T12" fmla="*/ 187 w 800"/>
                <a:gd name="T13" fmla="*/ 531 h 636"/>
                <a:gd name="T14" fmla="*/ 135 w 800"/>
                <a:gd name="T15" fmla="*/ 610 h 636"/>
                <a:gd name="T16" fmla="*/ 139 w 800"/>
                <a:gd name="T17" fmla="*/ 629 h 636"/>
                <a:gd name="T18" fmla="*/ 160 w 800"/>
                <a:gd name="T19" fmla="*/ 625 h 636"/>
                <a:gd name="T20" fmla="*/ 223 w 800"/>
                <a:gd name="T21" fmla="*/ 531 h 636"/>
                <a:gd name="T22" fmla="*/ 576 w 800"/>
                <a:gd name="T23" fmla="*/ 531 h 636"/>
                <a:gd name="T24" fmla="*/ 637 w 800"/>
                <a:gd name="T25" fmla="*/ 625 h 636"/>
                <a:gd name="T26" fmla="*/ 658 w 800"/>
                <a:gd name="T27" fmla="*/ 629 h 636"/>
                <a:gd name="T28" fmla="*/ 662 w 800"/>
                <a:gd name="T29" fmla="*/ 610 h 636"/>
                <a:gd name="T30" fmla="*/ 662 w 800"/>
                <a:gd name="T31" fmla="*/ 610 h 636"/>
                <a:gd name="T32" fmla="*/ 611 w 800"/>
                <a:gd name="T33" fmla="*/ 531 h 636"/>
                <a:gd name="T34" fmla="*/ 750 w 800"/>
                <a:gd name="T35" fmla="*/ 531 h 636"/>
                <a:gd name="T36" fmla="*/ 799 w 800"/>
                <a:gd name="T37" fmla="*/ 484 h 636"/>
                <a:gd name="T38" fmla="*/ 799 w 800"/>
                <a:gd name="T39" fmla="*/ 49 h 636"/>
                <a:gd name="T40" fmla="*/ 750 w 800"/>
                <a:gd name="T41" fmla="*/ 0 h 636"/>
                <a:gd name="T42" fmla="*/ 770 w 800"/>
                <a:gd name="T43" fmla="*/ 484 h 636"/>
                <a:gd name="T44" fmla="*/ 770 w 800"/>
                <a:gd name="T45" fmla="*/ 484 h 636"/>
                <a:gd name="T46" fmla="*/ 750 w 800"/>
                <a:gd name="T47" fmla="*/ 502 h 636"/>
                <a:gd name="T48" fmla="*/ 583 w 800"/>
                <a:gd name="T49" fmla="*/ 502 h 636"/>
                <a:gd name="T50" fmla="*/ 215 w 800"/>
                <a:gd name="T51" fmla="*/ 502 h 636"/>
                <a:gd name="T52" fmla="*/ 47 w 800"/>
                <a:gd name="T53" fmla="*/ 502 h 636"/>
                <a:gd name="T54" fmla="*/ 29 w 800"/>
                <a:gd name="T55" fmla="*/ 484 h 636"/>
                <a:gd name="T56" fmla="*/ 29 w 800"/>
                <a:gd name="T57" fmla="*/ 49 h 636"/>
                <a:gd name="T58" fmla="*/ 47 w 800"/>
                <a:gd name="T59" fmla="*/ 29 h 636"/>
                <a:gd name="T60" fmla="*/ 750 w 800"/>
                <a:gd name="T61" fmla="*/ 29 h 636"/>
                <a:gd name="T62" fmla="*/ 770 w 800"/>
                <a:gd name="T63" fmla="*/ 49 h 636"/>
                <a:gd name="T64" fmla="*/ 770 w 800"/>
                <a:gd name="T65" fmla="*/ 484 h 6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800" h="636">
                  <a:moveTo>
                    <a:pt x="750" y="0"/>
                  </a:moveTo>
                  <a:lnTo>
                    <a:pt x="750" y="0"/>
                  </a:lnTo>
                  <a:cubicBezTo>
                    <a:pt x="47" y="0"/>
                    <a:pt x="47" y="0"/>
                    <a:pt x="47" y="0"/>
                  </a:cubicBezTo>
                  <a:cubicBezTo>
                    <a:pt x="21" y="0"/>
                    <a:pt x="0" y="22"/>
                    <a:pt x="0" y="49"/>
                  </a:cubicBezTo>
                  <a:cubicBezTo>
                    <a:pt x="0" y="484"/>
                    <a:pt x="0" y="484"/>
                    <a:pt x="0" y="484"/>
                  </a:cubicBezTo>
                  <a:cubicBezTo>
                    <a:pt x="0" y="511"/>
                    <a:pt x="21" y="531"/>
                    <a:pt x="47" y="531"/>
                  </a:cubicBezTo>
                  <a:cubicBezTo>
                    <a:pt x="187" y="531"/>
                    <a:pt x="187" y="531"/>
                    <a:pt x="187" y="531"/>
                  </a:cubicBezTo>
                  <a:cubicBezTo>
                    <a:pt x="135" y="610"/>
                    <a:pt x="135" y="610"/>
                    <a:pt x="135" y="610"/>
                  </a:cubicBezTo>
                  <a:cubicBezTo>
                    <a:pt x="131" y="617"/>
                    <a:pt x="134" y="625"/>
                    <a:pt x="139" y="629"/>
                  </a:cubicBezTo>
                  <a:cubicBezTo>
                    <a:pt x="146" y="635"/>
                    <a:pt x="156" y="632"/>
                    <a:pt x="160" y="625"/>
                  </a:cubicBezTo>
                  <a:cubicBezTo>
                    <a:pt x="223" y="531"/>
                    <a:pt x="223" y="531"/>
                    <a:pt x="223" y="531"/>
                  </a:cubicBezTo>
                  <a:cubicBezTo>
                    <a:pt x="576" y="531"/>
                    <a:pt x="576" y="531"/>
                    <a:pt x="576" y="531"/>
                  </a:cubicBezTo>
                  <a:cubicBezTo>
                    <a:pt x="637" y="625"/>
                    <a:pt x="637" y="625"/>
                    <a:pt x="637" y="625"/>
                  </a:cubicBezTo>
                  <a:cubicBezTo>
                    <a:pt x="643" y="632"/>
                    <a:pt x="651" y="635"/>
                    <a:pt x="658" y="629"/>
                  </a:cubicBezTo>
                  <a:cubicBezTo>
                    <a:pt x="665" y="625"/>
                    <a:pt x="666" y="617"/>
                    <a:pt x="662" y="610"/>
                  </a:cubicBezTo>
                  <a:lnTo>
                    <a:pt x="662" y="610"/>
                  </a:lnTo>
                  <a:cubicBezTo>
                    <a:pt x="611" y="531"/>
                    <a:pt x="611" y="531"/>
                    <a:pt x="611" y="531"/>
                  </a:cubicBezTo>
                  <a:cubicBezTo>
                    <a:pt x="750" y="531"/>
                    <a:pt x="750" y="531"/>
                    <a:pt x="750" y="531"/>
                  </a:cubicBezTo>
                  <a:cubicBezTo>
                    <a:pt x="777" y="531"/>
                    <a:pt x="799" y="511"/>
                    <a:pt x="799" y="484"/>
                  </a:cubicBezTo>
                  <a:cubicBezTo>
                    <a:pt x="799" y="49"/>
                    <a:pt x="799" y="49"/>
                    <a:pt x="799" y="49"/>
                  </a:cubicBezTo>
                  <a:cubicBezTo>
                    <a:pt x="799" y="22"/>
                    <a:pt x="777" y="0"/>
                    <a:pt x="750" y="0"/>
                  </a:cubicBezTo>
                  <a:close/>
                  <a:moveTo>
                    <a:pt x="770" y="484"/>
                  </a:moveTo>
                  <a:lnTo>
                    <a:pt x="770" y="484"/>
                  </a:lnTo>
                  <a:cubicBezTo>
                    <a:pt x="770" y="494"/>
                    <a:pt x="761" y="502"/>
                    <a:pt x="750" y="502"/>
                  </a:cubicBezTo>
                  <a:cubicBezTo>
                    <a:pt x="583" y="502"/>
                    <a:pt x="583" y="502"/>
                    <a:pt x="583" y="502"/>
                  </a:cubicBezTo>
                  <a:cubicBezTo>
                    <a:pt x="215" y="502"/>
                    <a:pt x="215" y="502"/>
                    <a:pt x="215" y="502"/>
                  </a:cubicBezTo>
                  <a:cubicBezTo>
                    <a:pt x="47" y="502"/>
                    <a:pt x="47" y="502"/>
                    <a:pt x="47" y="502"/>
                  </a:cubicBezTo>
                  <a:cubicBezTo>
                    <a:pt x="37" y="502"/>
                    <a:pt x="29" y="494"/>
                    <a:pt x="29" y="484"/>
                  </a:cubicBezTo>
                  <a:cubicBezTo>
                    <a:pt x="29" y="49"/>
                    <a:pt x="29" y="49"/>
                    <a:pt x="29" y="49"/>
                  </a:cubicBezTo>
                  <a:cubicBezTo>
                    <a:pt x="29" y="38"/>
                    <a:pt x="37" y="29"/>
                    <a:pt x="47" y="29"/>
                  </a:cubicBezTo>
                  <a:cubicBezTo>
                    <a:pt x="750" y="29"/>
                    <a:pt x="750" y="29"/>
                    <a:pt x="750" y="29"/>
                  </a:cubicBezTo>
                  <a:cubicBezTo>
                    <a:pt x="761" y="29"/>
                    <a:pt x="770" y="38"/>
                    <a:pt x="770" y="49"/>
                  </a:cubicBezTo>
                  <a:lnTo>
                    <a:pt x="770" y="48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76ED6321-CC5D-D25D-CB48-6DC597D7775D}"/>
                </a:ext>
              </a:extLst>
            </p:cNvPr>
            <p:cNvSpPr>
              <a:spLocks noChangeArrowheads="1"/>
            </p:cNvSpPr>
            <p:nvPr/>
          </p:nvSpPr>
          <p:spPr bwMode="auto">
            <a:xfrm>
              <a:off x="7178675" y="6388100"/>
              <a:ext cx="36513" cy="36513"/>
            </a:xfrm>
            <a:custGeom>
              <a:avLst/>
              <a:gdLst>
                <a:gd name="T0" fmla="*/ 27 w 100"/>
                <a:gd name="T1" fmla="*/ 94 h 100"/>
                <a:gd name="T2" fmla="*/ 27 w 100"/>
                <a:gd name="T3" fmla="*/ 94 h 100"/>
                <a:gd name="T4" fmla="*/ 94 w 100"/>
                <a:gd name="T5" fmla="*/ 27 h 100"/>
                <a:gd name="T6" fmla="*/ 94 w 100"/>
                <a:gd name="T7" fmla="*/ 6 h 100"/>
                <a:gd name="T8" fmla="*/ 73 w 100"/>
                <a:gd name="T9" fmla="*/ 6 h 100"/>
                <a:gd name="T10" fmla="*/ 6 w 100"/>
                <a:gd name="T11" fmla="*/ 73 h 100"/>
                <a:gd name="T12" fmla="*/ 6 w 100"/>
                <a:gd name="T13" fmla="*/ 94 h 100"/>
                <a:gd name="T14" fmla="*/ 27 w 100"/>
                <a:gd name="T15" fmla="*/ 94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7" y="94"/>
                  </a:moveTo>
                  <a:lnTo>
                    <a:pt x="27" y="94"/>
                  </a:lnTo>
                  <a:cubicBezTo>
                    <a:pt x="94" y="27"/>
                    <a:pt x="94" y="27"/>
                    <a:pt x="94" y="27"/>
                  </a:cubicBezTo>
                  <a:cubicBezTo>
                    <a:pt x="99" y="21"/>
                    <a:pt x="99" y="11"/>
                    <a:pt x="94" y="6"/>
                  </a:cubicBezTo>
                  <a:cubicBezTo>
                    <a:pt x="88" y="0"/>
                    <a:pt x="78" y="0"/>
                    <a:pt x="73" y="6"/>
                  </a:cubicBezTo>
                  <a:cubicBezTo>
                    <a:pt x="6" y="73"/>
                    <a:pt x="6" y="73"/>
                    <a:pt x="6" y="73"/>
                  </a:cubicBezTo>
                  <a:cubicBezTo>
                    <a:pt x="0" y="78"/>
                    <a:pt x="0" y="88"/>
                    <a:pt x="6" y="94"/>
                  </a:cubicBezTo>
                  <a:cubicBezTo>
                    <a:pt x="11" y="99"/>
                    <a:pt x="21" y="99"/>
                    <a:pt x="27" y="9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5C81C8E2-06B6-52A6-57F7-DC2D6C43B7F9}"/>
                </a:ext>
              </a:extLst>
            </p:cNvPr>
            <p:cNvSpPr>
              <a:spLocks noChangeArrowheads="1"/>
            </p:cNvSpPr>
            <p:nvPr/>
          </p:nvSpPr>
          <p:spPr bwMode="auto">
            <a:xfrm>
              <a:off x="7178675" y="6388100"/>
              <a:ext cx="84138" cy="84138"/>
            </a:xfrm>
            <a:custGeom>
              <a:avLst/>
              <a:gdLst>
                <a:gd name="T0" fmla="*/ 207 w 234"/>
                <a:gd name="T1" fmla="*/ 6 h 234"/>
                <a:gd name="T2" fmla="*/ 207 w 234"/>
                <a:gd name="T3" fmla="*/ 6 h 234"/>
                <a:gd name="T4" fmla="*/ 6 w 234"/>
                <a:gd name="T5" fmla="*/ 207 h 234"/>
                <a:gd name="T6" fmla="*/ 6 w 234"/>
                <a:gd name="T7" fmla="*/ 227 h 234"/>
                <a:gd name="T8" fmla="*/ 27 w 234"/>
                <a:gd name="T9" fmla="*/ 227 h 234"/>
                <a:gd name="T10" fmla="*/ 228 w 234"/>
                <a:gd name="T11" fmla="*/ 27 h 234"/>
                <a:gd name="T12" fmla="*/ 228 w 234"/>
                <a:gd name="T13" fmla="*/ 6 h 234"/>
                <a:gd name="T14" fmla="*/ 207 w 234"/>
                <a:gd name="T15" fmla="*/ 6 h 2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4" h="234">
                  <a:moveTo>
                    <a:pt x="207" y="6"/>
                  </a:moveTo>
                  <a:lnTo>
                    <a:pt x="207" y="6"/>
                  </a:lnTo>
                  <a:cubicBezTo>
                    <a:pt x="6" y="207"/>
                    <a:pt x="6" y="207"/>
                    <a:pt x="6" y="207"/>
                  </a:cubicBezTo>
                  <a:cubicBezTo>
                    <a:pt x="0" y="212"/>
                    <a:pt x="0" y="222"/>
                    <a:pt x="6" y="227"/>
                  </a:cubicBezTo>
                  <a:cubicBezTo>
                    <a:pt x="11" y="233"/>
                    <a:pt x="21" y="233"/>
                    <a:pt x="27" y="227"/>
                  </a:cubicBezTo>
                  <a:cubicBezTo>
                    <a:pt x="228" y="27"/>
                    <a:pt x="228" y="27"/>
                    <a:pt x="228" y="27"/>
                  </a:cubicBezTo>
                  <a:cubicBezTo>
                    <a:pt x="233" y="21"/>
                    <a:pt x="233" y="11"/>
                    <a:pt x="228" y="6"/>
                  </a:cubicBezTo>
                  <a:cubicBezTo>
                    <a:pt x="222" y="0"/>
                    <a:pt x="212" y="0"/>
                    <a:pt x="20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 name="Freeform 4">
            <a:extLst>
              <a:ext uri="{FF2B5EF4-FFF2-40B4-BE49-F238E27FC236}">
                <a16:creationId xmlns:a16="http://schemas.microsoft.com/office/drawing/2014/main" id="{D4660955-3944-1DAE-EEF2-A0EDF048FDC4}"/>
              </a:ext>
            </a:extLst>
          </p:cNvPr>
          <p:cNvSpPr>
            <a:spLocks noChangeArrowheads="1"/>
          </p:cNvSpPr>
          <p:nvPr/>
        </p:nvSpPr>
        <p:spPr bwMode="auto">
          <a:xfrm>
            <a:off x="9163719" y="1073845"/>
            <a:ext cx="312737" cy="141287"/>
          </a:xfrm>
          <a:custGeom>
            <a:avLst/>
            <a:gdLst>
              <a:gd name="T0" fmla="*/ 71 w 870"/>
              <a:gd name="T1" fmla="*/ 209 h 394"/>
              <a:gd name="T2" fmla="*/ 71 w 870"/>
              <a:gd name="T3" fmla="*/ 209 h 394"/>
              <a:gd name="T4" fmla="*/ 56 w 870"/>
              <a:gd name="T5" fmla="*/ 210 h 394"/>
              <a:gd name="T6" fmla="*/ 6 w 870"/>
              <a:gd name="T7" fmla="*/ 243 h 394"/>
              <a:gd name="T8" fmla="*/ 0 w 870"/>
              <a:gd name="T9" fmla="*/ 255 h 394"/>
              <a:gd name="T10" fmla="*/ 6 w 870"/>
              <a:gd name="T11" fmla="*/ 268 h 394"/>
              <a:gd name="T12" fmla="*/ 165 w 870"/>
              <a:gd name="T13" fmla="*/ 389 h 394"/>
              <a:gd name="T14" fmla="*/ 179 w 870"/>
              <a:gd name="T15" fmla="*/ 392 h 394"/>
              <a:gd name="T16" fmla="*/ 481 w 870"/>
              <a:gd name="T17" fmla="*/ 291 h 394"/>
              <a:gd name="T18" fmla="*/ 483 w 870"/>
              <a:gd name="T19" fmla="*/ 290 h 394"/>
              <a:gd name="T20" fmla="*/ 844 w 870"/>
              <a:gd name="T21" fmla="*/ 121 h 394"/>
              <a:gd name="T22" fmla="*/ 869 w 870"/>
              <a:gd name="T23" fmla="*/ 82 h 394"/>
              <a:gd name="T24" fmla="*/ 858 w 870"/>
              <a:gd name="T25" fmla="*/ 54 h 394"/>
              <a:gd name="T26" fmla="*/ 766 w 870"/>
              <a:gd name="T27" fmla="*/ 15 h 394"/>
              <a:gd name="T28" fmla="*/ 713 w 870"/>
              <a:gd name="T29" fmla="*/ 26 h 394"/>
              <a:gd name="T30" fmla="*/ 713 w 870"/>
              <a:gd name="T31" fmla="*/ 26 h 394"/>
              <a:gd name="T32" fmla="*/ 480 w 870"/>
              <a:gd name="T33" fmla="*/ 135 h 394"/>
              <a:gd name="T34" fmla="*/ 253 w 870"/>
              <a:gd name="T35" fmla="*/ 3 h 394"/>
              <a:gd name="T36" fmla="*/ 239 w 870"/>
              <a:gd name="T37" fmla="*/ 1 h 394"/>
              <a:gd name="T38" fmla="*/ 176 w 870"/>
              <a:gd name="T39" fmla="*/ 31 h 394"/>
              <a:gd name="T40" fmla="*/ 168 w 870"/>
              <a:gd name="T41" fmla="*/ 42 h 394"/>
              <a:gd name="T42" fmla="*/ 172 w 870"/>
              <a:gd name="T43" fmla="*/ 54 h 394"/>
              <a:gd name="T44" fmla="*/ 320 w 870"/>
              <a:gd name="T45" fmla="*/ 210 h 394"/>
              <a:gd name="T46" fmla="*/ 193 w 870"/>
              <a:gd name="T47" fmla="*/ 270 h 394"/>
              <a:gd name="T48" fmla="*/ 71 w 870"/>
              <a:gd name="T49" fmla="*/ 209 h 394"/>
              <a:gd name="T50" fmla="*/ 350 w 870"/>
              <a:gd name="T51" fmla="*/ 229 h 394"/>
              <a:gd name="T52" fmla="*/ 350 w 870"/>
              <a:gd name="T53" fmla="*/ 229 h 394"/>
              <a:gd name="T54" fmla="*/ 359 w 870"/>
              <a:gd name="T55" fmla="*/ 217 h 394"/>
              <a:gd name="T56" fmla="*/ 356 w 870"/>
              <a:gd name="T57" fmla="*/ 205 h 394"/>
              <a:gd name="T58" fmla="*/ 208 w 870"/>
              <a:gd name="T59" fmla="*/ 49 h 394"/>
              <a:gd name="T60" fmla="*/ 244 w 870"/>
              <a:gd name="T61" fmla="*/ 32 h 394"/>
              <a:gd name="T62" fmla="*/ 472 w 870"/>
              <a:gd name="T63" fmla="*/ 164 h 394"/>
              <a:gd name="T64" fmla="*/ 486 w 870"/>
              <a:gd name="T65" fmla="*/ 166 h 394"/>
              <a:gd name="T66" fmla="*/ 725 w 870"/>
              <a:gd name="T67" fmla="*/ 54 h 394"/>
              <a:gd name="T68" fmla="*/ 720 w 870"/>
              <a:gd name="T69" fmla="*/ 40 h 394"/>
              <a:gd name="T70" fmla="*/ 725 w 870"/>
              <a:gd name="T71" fmla="*/ 54 h 394"/>
              <a:gd name="T72" fmla="*/ 766 w 870"/>
              <a:gd name="T73" fmla="*/ 44 h 394"/>
              <a:gd name="T74" fmla="*/ 837 w 870"/>
              <a:gd name="T75" fmla="*/ 75 h 394"/>
              <a:gd name="T76" fmla="*/ 840 w 870"/>
              <a:gd name="T77" fmla="*/ 82 h 394"/>
              <a:gd name="T78" fmla="*/ 831 w 870"/>
              <a:gd name="T79" fmla="*/ 95 h 394"/>
              <a:gd name="T80" fmla="*/ 472 w 870"/>
              <a:gd name="T81" fmla="*/ 263 h 394"/>
              <a:gd name="T82" fmla="*/ 176 w 870"/>
              <a:gd name="T83" fmla="*/ 361 h 394"/>
              <a:gd name="T84" fmla="*/ 41 w 870"/>
              <a:gd name="T85" fmla="*/ 256 h 394"/>
              <a:gd name="T86" fmla="*/ 66 w 870"/>
              <a:gd name="T87" fmla="*/ 240 h 394"/>
              <a:gd name="T88" fmla="*/ 186 w 870"/>
              <a:gd name="T89" fmla="*/ 300 h 394"/>
              <a:gd name="T90" fmla="*/ 198 w 870"/>
              <a:gd name="T91" fmla="*/ 300 h 394"/>
              <a:gd name="T92" fmla="*/ 350 w 870"/>
              <a:gd name="T93" fmla="*/ 229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870" h="394">
                <a:moveTo>
                  <a:pt x="71" y="209"/>
                </a:moveTo>
                <a:lnTo>
                  <a:pt x="71" y="209"/>
                </a:lnTo>
                <a:cubicBezTo>
                  <a:pt x="67" y="206"/>
                  <a:pt x="62" y="208"/>
                  <a:pt x="56" y="210"/>
                </a:cubicBezTo>
                <a:cubicBezTo>
                  <a:pt x="6" y="243"/>
                  <a:pt x="6" y="243"/>
                  <a:pt x="6" y="243"/>
                </a:cubicBezTo>
                <a:cubicBezTo>
                  <a:pt x="3" y="245"/>
                  <a:pt x="0" y="251"/>
                  <a:pt x="0" y="255"/>
                </a:cubicBezTo>
                <a:cubicBezTo>
                  <a:pt x="0" y="259"/>
                  <a:pt x="2" y="265"/>
                  <a:pt x="6" y="268"/>
                </a:cubicBezTo>
                <a:cubicBezTo>
                  <a:pt x="165" y="389"/>
                  <a:pt x="165" y="389"/>
                  <a:pt x="165" y="389"/>
                </a:cubicBezTo>
                <a:cubicBezTo>
                  <a:pt x="169" y="392"/>
                  <a:pt x="173" y="393"/>
                  <a:pt x="179" y="392"/>
                </a:cubicBezTo>
                <a:cubicBezTo>
                  <a:pt x="481" y="291"/>
                  <a:pt x="481" y="291"/>
                  <a:pt x="481" y="291"/>
                </a:cubicBezTo>
                <a:cubicBezTo>
                  <a:pt x="483" y="290"/>
                  <a:pt x="483" y="290"/>
                  <a:pt x="483" y="290"/>
                </a:cubicBezTo>
                <a:cubicBezTo>
                  <a:pt x="844" y="121"/>
                  <a:pt x="844" y="121"/>
                  <a:pt x="844" y="121"/>
                </a:cubicBezTo>
                <a:cubicBezTo>
                  <a:pt x="861" y="114"/>
                  <a:pt x="869" y="99"/>
                  <a:pt x="869" y="82"/>
                </a:cubicBezTo>
                <a:cubicBezTo>
                  <a:pt x="869" y="72"/>
                  <a:pt x="866" y="63"/>
                  <a:pt x="858" y="54"/>
                </a:cubicBezTo>
                <a:cubicBezTo>
                  <a:pt x="834" y="29"/>
                  <a:pt x="801" y="15"/>
                  <a:pt x="766" y="15"/>
                </a:cubicBezTo>
                <a:cubicBezTo>
                  <a:pt x="749" y="15"/>
                  <a:pt x="730" y="19"/>
                  <a:pt x="713" y="26"/>
                </a:cubicBezTo>
                <a:lnTo>
                  <a:pt x="713" y="26"/>
                </a:lnTo>
                <a:cubicBezTo>
                  <a:pt x="480" y="135"/>
                  <a:pt x="480" y="135"/>
                  <a:pt x="480" y="135"/>
                </a:cubicBezTo>
                <a:cubicBezTo>
                  <a:pt x="253" y="3"/>
                  <a:pt x="253" y="3"/>
                  <a:pt x="253" y="3"/>
                </a:cubicBezTo>
                <a:cubicBezTo>
                  <a:pt x="248" y="0"/>
                  <a:pt x="243" y="0"/>
                  <a:pt x="239" y="1"/>
                </a:cubicBezTo>
                <a:cubicBezTo>
                  <a:pt x="176" y="31"/>
                  <a:pt x="176" y="31"/>
                  <a:pt x="176" y="31"/>
                </a:cubicBezTo>
                <a:cubicBezTo>
                  <a:pt x="172" y="33"/>
                  <a:pt x="169" y="36"/>
                  <a:pt x="168" y="42"/>
                </a:cubicBezTo>
                <a:cubicBezTo>
                  <a:pt x="168" y="46"/>
                  <a:pt x="169" y="51"/>
                  <a:pt x="172" y="54"/>
                </a:cubicBezTo>
                <a:cubicBezTo>
                  <a:pt x="320" y="210"/>
                  <a:pt x="320" y="210"/>
                  <a:pt x="320" y="210"/>
                </a:cubicBezTo>
                <a:cubicBezTo>
                  <a:pt x="193" y="270"/>
                  <a:pt x="193" y="270"/>
                  <a:pt x="193" y="270"/>
                </a:cubicBezTo>
                <a:lnTo>
                  <a:pt x="71" y="209"/>
                </a:lnTo>
                <a:close/>
                <a:moveTo>
                  <a:pt x="350" y="229"/>
                </a:moveTo>
                <a:lnTo>
                  <a:pt x="350" y="229"/>
                </a:lnTo>
                <a:cubicBezTo>
                  <a:pt x="356" y="227"/>
                  <a:pt x="359" y="223"/>
                  <a:pt x="359" y="217"/>
                </a:cubicBezTo>
                <a:cubicBezTo>
                  <a:pt x="360" y="213"/>
                  <a:pt x="359" y="209"/>
                  <a:pt x="356" y="205"/>
                </a:cubicBezTo>
                <a:cubicBezTo>
                  <a:pt x="208" y="49"/>
                  <a:pt x="208" y="49"/>
                  <a:pt x="208" y="49"/>
                </a:cubicBezTo>
                <a:cubicBezTo>
                  <a:pt x="244" y="32"/>
                  <a:pt x="244" y="32"/>
                  <a:pt x="244" y="32"/>
                </a:cubicBezTo>
                <a:cubicBezTo>
                  <a:pt x="472" y="164"/>
                  <a:pt x="472" y="164"/>
                  <a:pt x="472" y="164"/>
                </a:cubicBezTo>
                <a:cubicBezTo>
                  <a:pt x="476" y="167"/>
                  <a:pt x="481" y="167"/>
                  <a:pt x="486" y="166"/>
                </a:cubicBezTo>
                <a:cubicBezTo>
                  <a:pt x="725" y="54"/>
                  <a:pt x="725" y="54"/>
                  <a:pt x="725" y="54"/>
                </a:cubicBezTo>
                <a:cubicBezTo>
                  <a:pt x="720" y="40"/>
                  <a:pt x="720" y="40"/>
                  <a:pt x="720" y="40"/>
                </a:cubicBezTo>
                <a:cubicBezTo>
                  <a:pt x="725" y="54"/>
                  <a:pt x="725" y="54"/>
                  <a:pt x="725" y="54"/>
                </a:cubicBezTo>
                <a:cubicBezTo>
                  <a:pt x="739" y="47"/>
                  <a:pt x="753" y="44"/>
                  <a:pt x="766" y="44"/>
                </a:cubicBezTo>
                <a:cubicBezTo>
                  <a:pt x="792" y="44"/>
                  <a:pt x="819" y="56"/>
                  <a:pt x="837" y="75"/>
                </a:cubicBezTo>
                <a:cubicBezTo>
                  <a:pt x="838" y="77"/>
                  <a:pt x="840" y="79"/>
                  <a:pt x="840" y="82"/>
                </a:cubicBezTo>
                <a:cubicBezTo>
                  <a:pt x="840" y="88"/>
                  <a:pt x="837" y="93"/>
                  <a:pt x="831" y="95"/>
                </a:cubicBezTo>
                <a:cubicBezTo>
                  <a:pt x="472" y="263"/>
                  <a:pt x="472" y="263"/>
                  <a:pt x="472" y="263"/>
                </a:cubicBezTo>
                <a:cubicBezTo>
                  <a:pt x="176" y="361"/>
                  <a:pt x="176" y="361"/>
                  <a:pt x="176" y="361"/>
                </a:cubicBezTo>
                <a:cubicBezTo>
                  <a:pt x="41" y="256"/>
                  <a:pt x="41" y="256"/>
                  <a:pt x="41" y="256"/>
                </a:cubicBezTo>
                <a:cubicBezTo>
                  <a:pt x="66" y="240"/>
                  <a:pt x="66" y="240"/>
                  <a:pt x="66" y="240"/>
                </a:cubicBezTo>
                <a:cubicBezTo>
                  <a:pt x="186" y="300"/>
                  <a:pt x="186" y="300"/>
                  <a:pt x="186" y="300"/>
                </a:cubicBezTo>
                <a:cubicBezTo>
                  <a:pt x="190" y="301"/>
                  <a:pt x="194" y="301"/>
                  <a:pt x="198" y="300"/>
                </a:cubicBezTo>
                <a:lnTo>
                  <a:pt x="350" y="229"/>
                </a:lnTo>
                <a:close/>
              </a:path>
            </a:pathLst>
          </a:custGeom>
          <a:solidFill>
            <a:schemeClr val="accent4"/>
          </a:solidFill>
          <a:ln>
            <a:noFill/>
          </a:ln>
          <a:effectLst/>
        </p:spPr>
        <p:txBody>
          <a:bodyPr wrap="none" anchor="ctr"/>
          <a:lstStyle/>
          <a:p>
            <a:endParaRPr lang="da-DK"/>
          </a:p>
        </p:txBody>
      </p:sp>
      <p:grpSp>
        <p:nvGrpSpPr>
          <p:cNvPr id="7" name="Group 10">
            <a:extLst>
              <a:ext uri="{FF2B5EF4-FFF2-40B4-BE49-F238E27FC236}">
                <a16:creationId xmlns:a16="http://schemas.microsoft.com/office/drawing/2014/main" id="{92385E9F-D6E7-1F65-7188-EA5705951703}"/>
              </a:ext>
            </a:extLst>
          </p:cNvPr>
          <p:cNvGrpSpPr/>
          <p:nvPr/>
        </p:nvGrpSpPr>
        <p:grpSpPr>
          <a:xfrm>
            <a:off x="8174706" y="1522314"/>
            <a:ext cx="214313" cy="257175"/>
            <a:chOff x="7146925" y="1860550"/>
            <a:chExt cx="214313" cy="257175"/>
          </a:xfrm>
          <a:solidFill>
            <a:schemeClr val="accent4"/>
          </a:solidFill>
        </p:grpSpPr>
        <p:sp>
          <p:nvSpPr>
            <p:cNvPr id="8" name="Freeform 5">
              <a:extLst>
                <a:ext uri="{FF2B5EF4-FFF2-40B4-BE49-F238E27FC236}">
                  <a16:creationId xmlns:a16="http://schemas.microsoft.com/office/drawing/2014/main" id="{9DA97934-425E-90F2-DE3F-7EFC8F2B7BFF}"/>
                </a:ext>
              </a:extLst>
            </p:cNvPr>
            <p:cNvSpPr>
              <a:spLocks noChangeArrowheads="1"/>
            </p:cNvSpPr>
            <p:nvPr/>
          </p:nvSpPr>
          <p:spPr bwMode="auto">
            <a:xfrm>
              <a:off x="7146925" y="1860550"/>
              <a:ext cx="214313" cy="257175"/>
            </a:xfrm>
            <a:custGeom>
              <a:avLst/>
              <a:gdLst>
                <a:gd name="T0" fmla="*/ 595 w 596"/>
                <a:gd name="T1" fmla="*/ 537 h 716"/>
                <a:gd name="T2" fmla="*/ 595 w 596"/>
                <a:gd name="T3" fmla="*/ 537 h 716"/>
                <a:gd name="T4" fmla="*/ 595 w 596"/>
                <a:gd name="T5" fmla="*/ 536 h 716"/>
                <a:gd name="T6" fmla="*/ 595 w 596"/>
                <a:gd name="T7" fmla="*/ 520 h 716"/>
                <a:gd name="T8" fmla="*/ 595 w 596"/>
                <a:gd name="T9" fmla="*/ 505 h 716"/>
                <a:gd name="T10" fmla="*/ 595 w 596"/>
                <a:gd name="T11" fmla="*/ 212 h 716"/>
                <a:gd name="T12" fmla="*/ 383 w 596"/>
                <a:gd name="T13" fmla="*/ 0 h 716"/>
                <a:gd name="T14" fmla="*/ 212 w 596"/>
                <a:gd name="T15" fmla="*/ 0 h 716"/>
                <a:gd name="T16" fmla="*/ 0 w 596"/>
                <a:gd name="T17" fmla="*/ 212 h 716"/>
                <a:gd name="T18" fmla="*/ 0 w 596"/>
                <a:gd name="T19" fmla="*/ 505 h 716"/>
                <a:gd name="T20" fmla="*/ 0 w 596"/>
                <a:gd name="T21" fmla="*/ 536 h 716"/>
                <a:gd name="T22" fmla="*/ 0 w 596"/>
                <a:gd name="T23" fmla="*/ 537 h 716"/>
                <a:gd name="T24" fmla="*/ 88 w 596"/>
                <a:gd name="T25" fmla="*/ 625 h 716"/>
                <a:gd name="T26" fmla="*/ 98 w 596"/>
                <a:gd name="T27" fmla="*/ 625 h 716"/>
                <a:gd name="T28" fmla="*/ 34 w 596"/>
                <a:gd name="T29" fmla="*/ 688 h 716"/>
                <a:gd name="T30" fmla="*/ 34 w 596"/>
                <a:gd name="T31" fmla="*/ 710 h 716"/>
                <a:gd name="T32" fmla="*/ 55 w 596"/>
                <a:gd name="T33" fmla="*/ 710 h 716"/>
                <a:gd name="T34" fmla="*/ 140 w 596"/>
                <a:gd name="T35" fmla="*/ 625 h 716"/>
                <a:gd name="T36" fmla="*/ 455 w 596"/>
                <a:gd name="T37" fmla="*/ 625 h 716"/>
                <a:gd name="T38" fmla="*/ 540 w 596"/>
                <a:gd name="T39" fmla="*/ 710 h 716"/>
                <a:gd name="T40" fmla="*/ 561 w 596"/>
                <a:gd name="T41" fmla="*/ 710 h 716"/>
                <a:gd name="T42" fmla="*/ 561 w 596"/>
                <a:gd name="T43" fmla="*/ 688 h 716"/>
                <a:gd name="T44" fmla="*/ 497 w 596"/>
                <a:gd name="T45" fmla="*/ 625 h 716"/>
                <a:gd name="T46" fmla="*/ 507 w 596"/>
                <a:gd name="T47" fmla="*/ 625 h 716"/>
                <a:gd name="T48" fmla="*/ 595 w 596"/>
                <a:gd name="T49" fmla="*/ 537 h 716"/>
                <a:gd name="T50" fmla="*/ 357 w 596"/>
                <a:gd name="T51" fmla="*/ 505 h 716"/>
                <a:gd name="T52" fmla="*/ 357 w 596"/>
                <a:gd name="T53" fmla="*/ 505 h 716"/>
                <a:gd name="T54" fmla="*/ 238 w 596"/>
                <a:gd name="T55" fmla="*/ 505 h 716"/>
                <a:gd name="T56" fmla="*/ 238 w 596"/>
                <a:gd name="T57" fmla="*/ 282 h 716"/>
                <a:gd name="T58" fmla="*/ 282 w 596"/>
                <a:gd name="T59" fmla="*/ 237 h 716"/>
                <a:gd name="T60" fmla="*/ 313 w 596"/>
                <a:gd name="T61" fmla="*/ 237 h 716"/>
                <a:gd name="T62" fmla="*/ 357 w 596"/>
                <a:gd name="T63" fmla="*/ 282 h 716"/>
                <a:gd name="T64" fmla="*/ 357 w 596"/>
                <a:gd name="T65" fmla="*/ 505 h 716"/>
                <a:gd name="T66" fmla="*/ 30 w 596"/>
                <a:gd name="T67" fmla="*/ 212 h 716"/>
                <a:gd name="T68" fmla="*/ 30 w 596"/>
                <a:gd name="T69" fmla="*/ 212 h 716"/>
                <a:gd name="T70" fmla="*/ 84 w 596"/>
                <a:gd name="T71" fmla="*/ 84 h 716"/>
                <a:gd name="T72" fmla="*/ 212 w 596"/>
                <a:gd name="T73" fmla="*/ 29 h 716"/>
                <a:gd name="T74" fmla="*/ 383 w 596"/>
                <a:gd name="T75" fmla="*/ 29 h 716"/>
                <a:gd name="T76" fmla="*/ 512 w 596"/>
                <a:gd name="T77" fmla="*/ 84 h 716"/>
                <a:gd name="T78" fmla="*/ 565 w 596"/>
                <a:gd name="T79" fmla="*/ 212 h 716"/>
                <a:gd name="T80" fmla="*/ 565 w 596"/>
                <a:gd name="T81" fmla="*/ 505 h 716"/>
                <a:gd name="T82" fmla="*/ 387 w 596"/>
                <a:gd name="T83" fmla="*/ 505 h 716"/>
                <a:gd name="T84" fmla="*/ 387 w 596"/>
                <a:gd name="T85" fmla="*/ 282 h 716"/>
                <a:gd name="T86" fmla="*/ 313 w 596"/>
                <a:gd name="T87" fmla="*/ 208 h 716"/>
                <a:gd name="T88" fmla="*/ 282 w 596"/>
                <a:gd name="T89" fmla="*/ 208 h 716"/>
                <a:gd name="T90" fmla="*/ 208 w 596"/>
                <a:gd name="T91" fmla="*/ 282 h 716"/>
                <a:gd name="T92" fmla="*/ 208 w 596"/>
                <a:gd name="T93" fmla="*/ 505 h 716"/>
                <a:gd name="T94" fmla="*/ 30 w 596"/>
                <a:gd name="T95" fmla="*/ 505 h 716"/>
                <a:gd name="T96" fmla="*/ 30 w 596"/>
                <a:gd name="T97" fmla="*/ 212 h 716"/>
                <a:gd name="T98" fmla="*/ 46 w 596"/>
                <a:gd name="T99" fmla="*/ 577 h 716"/>
                <a:gd name="T100" fmla="*/ 46 w 596"/>
                <a:gd name="T101" fmla="*/ 577 h 716"/>
                <a:gd name="T102" fmla="*/ 30 w 596"/>
                <a:gd name="T103" fmla="*/ 537 h 716"/>
                <a:gd name="T104" fmla="*/ 30 w 596"/>
                <a:gd name="T105" fmla="*/ 536 h 716"/>
                <a:gd name="T106" fmla="*/ 208 w 596"/>
                <a:gd name="T107" fmla="*/ 536 h 716"/>
                <a:gd name="T108" fmla="*/ 387 w 596"/>
                <a:gd name="T109" fmla="*/ 536 h 716"/>
                <a:gd name="T110" fmla="*/ 565 w 596"/>
                <a:gd name="T111" fmla="*/ 536 h 716"/>
                <a:gd name="T112" fmla="*/ 565 w 596"/>
                <a:gd name="T113" fmla="*/ 537 h 716"/>
                <a:gd name="T114" fmla="*/ 549 w 596"/>
                <a:gd name="T115" fmla="*/ 577 h 716"/>
                <a:gd name="T116" fmla="*/ 507 w 596"/>
                <a:gd name="T117" fmla="*/ 594 h 716"/>
                <a:gd name="T118" fmla="*/ 88 w 596"/>
                <a:gd name="T119" fmla="*/ 594 h 716"/>
                <a:gd name="T120" fmla="*/ 46 w 596"/>
                <a:gd name="T121" fmla="*/ 577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596" h="716">
                  <a:moveTo>
                    <a:pt x="595" y="537"/>
                  </a:moveTo>
                  <a:lnTo>
                    <a:pt x="595" y="537"/>
                  </a:lnTo>
                  <a:cubicBezTo>
                    <a:pt x="595" y="536"/>
                    <a:pt x="595" y="536"/>
                    <a:pt x="595" y="536"/>
                  </a:cubicBezTo>
                  <a:cubicBezTo>
                    <a:pt x="595" y="520"/>
                    <a:pt x="595" y="520"/>
                    <a:pt x="595" y="520"/>
                  </a:cubicBezTo>
                  <a:cubicBezTo>
                    <a:pt x="595" y="505"/>
                    <a:pt x="595" y="505"/>
                    <a:pt x="595" y="505"/>
                  </a:cubicBezTo>
                  <a:cubicBezTo>
                    <a:pt x="595" y="212"/>
                    <a:pt x="595" y="212"/>
                    <a:pt x="595" y="212"/>
                  </a:cubicBezTo>
                  <a:cubicBezTo>
                    <a:pt x="595" y="95"/>
                    <a:pt x="500" y="0"/>
                    <a:pt x="383" y="0"/>
                  </a:cubicBezTo>
                  <a:cubicBezTo>
                    <a:pt x="212" y="0"/>
                    <a:pt x="212" y="0"/>
                    <a:pt x="212" y="0"/>
                  </a:cubicBezTo>
                  <a:cubicBezTo>
                    <a:pt x="95" y="0"/>
                    <a:pt x="0" y="95"/>
                    <a:pt x="0" y="212"/>
                  </a:cubicBezTo>
                  <a:cubicBezTo>
                    <a:pt x="0" y="505"/>
                    <a:pt x="0" y="505"/>
                    <a:pt x="0" y="505"/>
                  </a:cubicBezTo>
                  <a:cubicBezTo>
                    <a:pt x="0" y="536"/>
                    <a:pt x="0" y="536"/>
                    <a:pt x="0" y="536"/>
                  </a:cubicBezTo>
                  <a:cubicBezTo>
                    <a:pt x="0" y="537"/>
                    <a:pt x="0" y="537"/>
                    <a:pt x="0" y="537"/>
                  </a:cubicBezTo>
                  <a:cubicBezTo>
                    <a:pt x="0" y="586"/>
                    <a:pt x="39" y="625"/>
                    <a:pt x="88" y="625"/>
                  </a:cubicBezTo>
                  <a:cubicBezTo>
                    <a:pt x="98" y="625"/>
                    <a:pt x="98" y="625"/>
                    <a:pt x="98" y="625"/>
                  </a:cubicBezTo>
                  <a:cubicBezTo>
                    <a:pt x="34" y="688"/>
                    <a:pt x="34" y="688"/>
                    <a:pt x="34" y="688"/>
                  </a:cubicBezTo>
                  <a:cubicBezTo>
                    <a:pt x="28" y="694"/>
                    <a:pt x="28" y="703"/>
                    <a:pt x="34" y="710"/>
                  </a:cubicBezTo>
                  <a:cubicBezTo>
                    <a:pt x="39" y="715"/>
                    <a:pt x="49" y="715"/>
                    <a:pt x="55" y="710"/>
                  </a:cubicBezTo>
                  <a:cubicBezTo>
                    <a:pt x="140" y="625"/>
                    <a:pt x="140" y="625"/>
                    <a:pt x="140" y="625"/>
                  </a:cubicBezTo>
                  <a:cubicBezTo>
                    <a:pt x="455" y="625"/>
                    <a:pt x="455" y="625"/>
                    <a:pt x="455" y="625"/>
                  </a:cubicBezTo>
                  <a:cubicBezTo>
                    <a:pt x="540" y="710"/>
                    <a:pt x="540" y="710"/>
                    <a:pt x="540" y="710"/>
                  </a:cubicBezTo>
                  <a:cubicBezTo>
                    <a:pt x="546" y="715"/>
                    <a:pt x="556" y="715"/>
                    <a:pt x="561" y="710"/>
                  </a:cubicBezTo>
                  <a:cubicBezTo>
                    <a:pt x="567" y="703"/>
                    <a:pt x="567" y="694"/>
                    <a:pt x="561" y="688"/>
                  </a:cubicBezTo>
                  <a:cubicBezTo>
                    <a:pt x="497" y="625"/>
                    <a:pt x="497" y="625"/>
                    <a:pt x="497" y="625"/>
                  </a:cubicBezTo>
                  <a:cubicBezTo>
                    <a:pt x="507" y="625"/>
                    <a:pt x="507" y="625"/>
                    <a:pt x="507" y="625"/>
                  </a:cubicBezTo>
                  <a:cubicBezTo>
                    <a:pt x="556" y="625"/>
                    <a:pt x="595" y="586"/>
                    <a:pt x="595" y="537"/>
                  </a:cubicBezTo>
                  <a:close/>
                  <a:moveTo>
                    <a:pt x="357" y="505"/>
                  </a:moveTo>
                  <a:lnTo>
                    <a:pt x="357" y="505"/>
                  </a:lnTo>
                  <a:cubicBezTo>
                    <a:pt x="238" y="505"/>
                    <a:pt x="238" y="505"/>
                    <a:pt x="238" y="505"/>
                  </a:cubicBezTo>
                  <a:cubicBezTo>
                    <a:pt x="238" y="282"/>
                    <a:pt x="238" y="282"/>
                    <a:pt x="238" y="282"/>
                  </a:cubicBezTo>
                  <a:cubicBezTo>
                    <a:pt x="238" y="258"/>
                    <a:pt x="258" y="237"/>
                    <a:pt x="282" y="237"/>
                  </a:cubicBezTo>
                  <a:cubicBezTo>
                    <a:pt x="313" y="237"/>
                    <a:pt x="313" y="237"/>
                    <a:pt x="313" y="237"/>
                  </a:cubicBezTo>
                  <a:cubicBezTo>
                    <a:pt x="337" y="237"/>
                    <a:pt x="357" y="258"/>
                    <a:pt x="357" y="282"/>
                  </a:cubicBezTo>
                  <a:lnTo>
                    <a:pt x="357" y="505"/>
                  </a:lnTo>
                  <a:close/>
                  <a:moveTo>
                    <a:pt x="30" y="212"/>
                  </a:moveTo>
                  <a:lnTo>
                    <a:pt x="30" y="212"/>
                  </a:lnTo>
                  <a:cubicBezTo>
                    <a:pt x="30" y="162"/>
                    <a:pt x="51" y="116"/>
                    <a:pt x="84" y="84"/>
                  </a:cubicBezTo>
                  <a:cubicBezTo>
                    <a:pt x="116" y="50"/>
                    <a:pt x="162" y="29"/>
                    <a:pt x="212" y="29"/>
                  </a:cubicBezTo>
                  <a:cubicBezTo>
                    <a:pt x="383" y="29"/>
                    <a:pt x="383" y="29"/>
                    <a:pt x="383" y="29"/>
                  </a:cubicBezTo>
                  <a:cubicBezTo>
                    <a:pt x="433" y="29"/>
                    <a:pt x="479" y="50"/>
                    <a:pt x="512" y="84"/>
                  </a:cubicBezTo>
                  <a:cubicBezTo>
                    <a:pt x="544" y="116"/>
                    <a:pt x="565" y="162"/>
                    <a:pt x="565" y="212"/>
                  </a:cubicBezTo>
                  <a:cubicBezTo>
                    <a:pt x="565" y="505"/>
                    <a:pt x="565" y="505"/>
                    <a:pt x="565" y="505"/>
                  </a:cubicBezTo>
                  <a:cubicBezTo>
                    <a:pt x="387" y="505"/>
                    <a:pt x="387" y="505"/>
                    <a:pt x="387" y="505"/>
                  </a:cubicBezTo>
                  <a:cubicBezTo>
                    <a:pt x="387" y="282"/>
                    <a:pt x="387" y="282"/>
                    <a:pt x="387" y="282"/>
                  </a:cubicBezTo>
                  <a:cubicBezTo>
                    <a:pt x="387" y="241"/>
                    <a:pt x="353" y="208"/>
                    <a:pt x="313" y="208"/>
                  </a:cubicBezTo>
                  <a:cubicBezTo>
                    <a:pt x="282" y="208"/>
                    <a:pt x="282" y="208"/>
                    <a:pt x="282" y="208"/>
                  </a:cubicBezTo>
                  <a:cubicBezTo>
                    <a:pt x="242" y="208"/>
                    <a:pt x="208" y="241"/>
                    <a:pt x="208" y="282"/>
                  </a:cubicBezTo>
                  <a:cubicBezTo>
                    <a:pt x="208" y="505"/>
                    <a:pt x="208" y="505"/>
                    <a:pt x="208" y="505"/>
                  </a:cubicBezTo>
                  <a:cubicBezTo>
                    <a:pt x="30" y="505"/>
                    <a:pt x="30" y="505"/>
                    <a:pt x="30" y="505"/>
                  </a:cubicBezTo>
                  <a:lnTo>
                    <a:pt x="30" y="212"/>
                  </a:lnTo>
                  <a:close/>
                  <a:moveTo>
                    <a:pt x="46" y="577"/>
                  </a:moveTo>
                  <a:lnTo>
                    <a:pt x="46" y="577"/>
                  </a:lnTo>
                  <a:cubicBezTo>
                    <a:pt x="37" y="568"/>
                    <a:pt x="30" y="552"/>
                    <a:pt x="30" y="537"/>
                  </a:cubicBezTo>
                  <a:cubicBezTo>
                    <a:pt x="30" y="536"/>
                    <a:pt x="30" y="536"/>
                    <a:pt x="30" y="536"/>
                  </a:cubicBezTo>
                  <a:cubicBezTo>
                    <a:pt x="208" y="536"/>
                    <a:pt x="208" y="536"/>
                    <a:pt x="208" y="536"/>
                  </a:cubicBezTo>
                  <a:cubicBezTo>
                    <a:pt x="387" y="536"/>
                    <a:pt x="387" y="536"/>
                    <a:pt x="387" y="536"/>
                  </a:cubicBezTo>
                  <a:cubicBezTo>
                    <a:pt x="565" y="536"/>
                    <a:pt x="565" y="536"/>
                    <a:pt x="565" y="536"/>
                  </a:cubicBezTo>
                  <a:cubicBezTo>
                    <a:pt x="565" y="537"/>
                    <a:pt x="565" y="537"/>
                    <a:pt x="565" y="537"/>
                  </a:cubicBezTo>
                  <a:cubicBezTo>
                    <a:pt x="565" y="552"/>
                    <a:pt x="558" y="568"/>
                    <a:pt x="549" y="577"/>
                  </a:cubicBezTo>
                  <a:cubicBezTo>
                    <a:pt x="537" y="588"/>
                    <a:pt x="523" y="594"/>
                    <a:pt x="507" y="594"/>
                  </a:cubicBezTo>
                  <a:cubicBezTo>
                    <a:pt x="88" y="594"/>
                    <a:pt x="88" y="594"/>
                    <a:pt x="88" y="594"/>
                  </a:cubicBezTo>
                  <a:cubicBezTo>
                    <a:pt x="72" y="594"/>
                    <a:pt x="58" y="588"/>
                    <a:pt x="46" y="5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6DDAF119-2EC0-7094-A0AF-6506EBFDC4E7}"/>
                </a:ext>
              </a:extLst>
            </p:cNvPr>
            <p:cNvSpPr>
              <a:spLocks noChangeArrowheads="1"/>
            </p:cNvSpPr>
            <p:nvPr/>
          </p:nvSpPr>
          <p:spPr bwMode="auto">
            <a:xfrm>
              <a:off x="7232650" y="1881188"/>
              <a:ext cx="42863" cy="42862"/>
            </a:xfrm>
            <a:custGeom>
              <a:avLst/>
              <a:gdLst>
                <a:gd name="T0" fmla="*/ 59 w 120"/>
                <a:gd name="T1" fmla="*/ 120 h 121"/>
                <a:gd name="T2" fmla="*/ 59 w 120"/>
                <a:gd name="T3" fmla="*/ 120 h 121"/>
                <a:gd name="T4" fmla="*/ 119 w 120"/>
                <a:gd name="T5" fmla="*/ 60 h 121"/>
                <a:gd name="T6" fmla="*/ 59 w 120"/>
                <a:gd name="T7" fmla="*/ 0 h 121"/>
                <a:gd name="T8" fmla="*/ 0 w 120"/>
                <a:gd name="T9" fmla="*/ 60 h 121"/>
                <a:gd name="T10" fmla="*/ 59 w 120"/>
                <a:gd name="T11" fmla="*/ 120 h 121"/>
                <a:gd name="T12" fmla="*/ 59 w 120"/>
                <a:gd name="T13" fmla="*/ 30 h 121"/>
                <a:gd name="T14" fmla="*/ 59 w 120"/>
                <a:gd name="T15" fmla="*/ 30 h 121"/>
                <a:gd name="T16" fmla="*/ 89 w 120"/>
                <a:gd name="T17" fmla="*/ 60 h 121"/>
                <a:gd name="T18" fmla="*/ 59 w 120"/>
                <a:gd name="T19" fmla="*/ 89 h 121"/>
                <a:gd name="T20" fmla="*/ 30 w 120"/>
                <a:gd name="T21" fmla="*/ 60 h 121"/>
                <a:gd name="T22" fmla="*/ 59 w 120"/>
                <a:gd name="T2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120"/>
                  </a:moveTo>
                  <a:lnTo>
                    <a:pt x="59" y="120"/>
                  </a:lnTo>
                  <a:cubicBezTo>
                    <a:pt x="93" y="120"/>
                    <a:pt x="119" y="93"/>
                    <a:pt x="119" y="60"/>
                  </a:cubicBezTo>
                  <a:cubicBezTo>
                    <a:pt x="119" y="26"/>
                    <a:pt x="93" y="0"/>
                    <a:pt x="59" y="0"/>
                  </a:cubicBezTo>
                  <a:cubicBezTo>
                    <a:pt x="26" y="0"/>
                    <a:pt x="0" y="26"/>
                    <a:pt x="0" y="60"/>
                  </a:cubicBezTo>
                  <a:cubicBezTo>
                    <a:pt x="0" y="93"/>
                    <a:pt x="26" y="120"/>
                    <a:pt x="59" y="120"/>
                  </a:cubicBezTo>
                  <a:close/>
                  <a:moveTo>
                    <a:pt x="59" y="30"/>
                  </a:moveTo>
                  <a:lnTo>
                    <a:pt x="59" y="30"/>
                  </a:lnTo>
                  <a:cubicBezTo>
                    <a:pt x="76" y="30"/>
                    <a:pt x="89" y="43"/>
                    <a:pt x="89" y="60"/>
                  </a:cubicBezTo>
                  <a:cubicBezTo>
                    <a:pt x="89" y="76"/>
                    <a:pt x="76" y="89"/>
                    <a:pt x="59" y="89"/>
                  </a:cubicBezTo>
                  <a:cubicBezTo>
                    <a:pt x="43" y="89"/>
                    <a:pt x="30" y="76"/>
                    <a:pt x="30" y="60"/>
                  </a:cubicBezTo>
                  <a:cubicBezTo>
                    <a:pt x="30" y="43"/>
                    <a:pt x="43" y="30"/>
                    <a:pt x="5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 name="Freeform 7">
              <a:extLst>
                <a:ext uri="{FF2B5EF4-FFF2-40B4-BE49-F238E27FC236}">
                  <a16:creationId xmlns:a16="http://schemas.microsoft.com/office/drawing/2014/main" id="{DEC37409-A019-9E7F-AD71-89D6A2006721}"/>
                </a:ext>
              </a:extLst>
            </p:cNvPr>
            <p:cNvSpPr>
              <a:spLocks noChangeArrowheads="1"/>
            </p:cNvSpPr>
            <p:nvPr/>
          </p:nvSpPr>
          <p:spPr bwMode="auto">
            <a:xfrm>
              <a:off x="7296150" y="1912938"/>
              <a:ext cx="42863" cy="85725"/>
            </a:xfrm>
            <a:custGeom>
              <a:avLst/>
              <a:gdLst>
                <a:gd name="T0" fmla="*/ 45 w 121"/>
                <a:gd name="T1" fmla="*/ 238 h 239"/>
                <a:gd name="T2" fmla="*/ 45 w 121"/>
                <a:gd name="T3" fmla="*/ 238 h 239"/>
                <a:gd name="T4" fmla="*/ 75 w 121"/>
                <a:gd name="T5" fmla="*/ 238 h 239"/>
                <a:gd name="T6" fmla="*/ 120 w 121"/>
                <a:gd name="T7" fmla="*/ 194 h 239"/>
                <a:gd name="T8" fmla="*/ 120 w 121"/>
                <a:gd name="T9" fmla="*/ 44 h 239"/>
                <a:gd name="T10" fmla="*/ 75 w 121"/>
                <a:gd name="T11" fmla="*/ 0 h 239"/>
                <a:gd name="T12" fmla="*/ 45 w 121"/>
                <a:gd name="T13" fmla="*/ 0 h 239"/>
                <a:gd name="T14" fmla="*/ 0 w 121"/>
                <a:gd name="T15" fmla="*/ 44 h 239"/>
                <a:gd name="T16" fmla="*/ 0 w 121"/>
                <a:gd name="T17" fmla="*/ 194 h 239"/>
                <a:gd name="T18" fmla="*/ 45 w 121"/>
                <a:gd name="T19" fmla="*/ 238 h 239"/>
                <a:gd name="T20" fmla="*/ 31 w 121"/>
                <a:gd name="T21" fmla="*/ 44 h 239"/>
                <a:gd name="T22" fmla="*/ 31 w 121"/>
                <a:gd name="T23" fmla="*/ 44 h 239"/>
                <a:gd name="T24" fmla="*/ 45 w 121"/>
                <a:gd name="T25" fmla="*/ 31 h 239"/>
                <a:gd name="T26" fmla="*/ 75 w 121"/>
                <a:gd name="T27" fmla="*/ 31 h 239"/>
                <a:gd name="T28" fmla="*/ 89 w 121"/>
                <a:gd name="T29" fmla="*/ 44 h 239"/>
                <a:gd name="T30" fmla="*/ 89 w 121"/>
                <a:gd name="T31" fmla="*/ 194 h 239"/>
                <a:gd name="T32" fmla="*/ 75 w 121"/>
                <a:gd name="T33" fmla="*/ 209 h 239"/>
                <a:gd name="T34" fmla="*/ 45 w 121"/>
                <a:gd name="T35" fmla="*/ 209 h 239"/>
                <a:gd name="T36" fmla="*/ 31 w 121"/>
                <a:gd name="T37" fmla="*/ 194 h 239"/>
                <a:gd name="T38" fmla="*/ 31 w 121"/>
                <a:gd name="T39" fmla="*/ 4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45" y="238"/>
                  </a:moveTo>
                  <a:lnTo>
                    <a:pt x="45" y="238"/>
                  </a:lnTo>
                  <a:cubicBezTo>
                    <a:pt x="75" y="238"/>
                    <a:pt x="75" y="238"/>
                    <a:pt x="75" y="238"/>
                  </a:cubicBezTo>
                  <a:cubicBezTo>
                    <a:pt x="99" y="238"/>
                    <a:pt x="120" y="219"/>
                    <a:pt x="120" y="194"/>
                  </a:cubicBezTo>
                  <a:cubicBezTo>
                    <a:pt x="120" y="44"/>
                    <a:pt x="120" y="44"/>
                    <a:pt x="120" y="44"/>
                  </a:cubicBezTo>
                  <a:cubicBezTo>
                    <a:pt x="120" y="21"/>
                    <a:pt x="99" y="0"/>
                    <a:pt x="75" y="0"/>
                  </a:cubicBezTo>
                  <a:cubicBezTo>
                    <a:pt x="45" y="0"/>
                    <a:pt x="45" y="0"/>
                    <a:pt x="45" y="0"/>
                  </a:cubicBezTo>
                  <a:cubicBezTo>
                    <a:pt x="21" y="0"/>
                    <a:pt x="0" y="21"/>
                    <a:pt x="0" y="44"/>
                  </a:cubicBezTo>
                  <a:cubicBezTo>
                    <a:pt x="0" y="194"/>
                    <a:pt x="0" y="194"/>
                    <a:pt x="0" y="194"/>
                  </a:cubicBezTo>
                  <a:cubicBezTo>
                    <a:pt x="0" y="219"/>
                    <a:pt x="21" y="238"/>
                    <a:pt x="45" y="238"/>
                  </a:cubicBezTo>
                  <a:close/>
                  <a:moveTo>
                    <a:pt x="31" y="44"/>
                  </a:moveTo>
                  <a:lnTo>
                    <a:pt x="31" y="44"/>
                  </a:lnTo>
                  <a:cubicBezTo>
                    <a:pt x="31" y="36"/>
                    <a:pt x="36" y="31"/>
                    <a:pt x="45" y="31"/>
                  </a:cubicBezTo>
                  <a:cubicBezTo>
                    <a:pt x="75" y="31"/>
                    <a:pt x="75" y="31"/>
                    <a:pt x="75" y="31"/>
                  </a:cubicBezTo>
                  <a:cubicBezTo>
                    <a:pt x="84" y="31"/>
                    <a:pt x="89" y="36"/>
                    <a:pt x="89" y="44"/>
                  </a:cubicBezTo>
                  <a:cubicBezTo>
                    <a:pt x="89" y="194"/>
                    <a:pt x="89" y="194"/>
                    <a:pt x="89" y="194"/>
                  </a:cubicBezTo>
                  <a:cubicBezTo>
                    <a:pt x="89" y="202"/>
                    <a:pt x="84" y="209"/>
                    <a:pt x="75" y="209"/>
                  </a:cubicBezTo>
                  <a:cubicBezTo>
                    <a:pt x="45" y="209"/>
                    <a:pt x="45" y="209"/>
                    <a:pt x="45" y="209"/>
                  </a:cubicBezTo>
                  <a:cubicBezTo>
                    <a:pt x="36" y="209"/>
                    <a:pt x="31" y="202"/>
                    <a:pt x="31" y="194"/>
                  </a:cubicBezTo>
                  <a:lnTo>
                    <a:pt x="31" y="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 name="Freeform 8">
              <a:extLst>
                <a:ext uri="{FF2B5EF4-FFF2-40B4-BE49-F238E27FC236}">
                  <a16:creationId xmlns:a16="http://schemas.microsoft.com/office/drawing/2014/main" id="{E4EBF0E3-853D-F84C-D082-B66575A2D1A6}"/>
                </a:ext>
              </a:extLst>
            </p:cNvPr>
            <p:cNvSpPr>
              <a:spLocks noChangeArrowheads="1"/>
            </p:cNvSpPr>
            <p:nvPr/>
          </p:nvSpPr>
          <p:spPr bwMode="auto">
            <a:xfrm>
              <a:off x="7167563" y="1912938"/>
              <a:ext cx="42862" cy="85725"/>
            </a:xfrm>
            <a:custGeom>
              <a:avLst/>
              <a:gdLst>
                <a:gd name="T0" fmla="*/ 75 w 121"/>
                <a:gd name="T1" fmla="*/ 0 h 239"/>
                <a:gd name="T2" fmla="*/ 75 w 121"/>
                <a:gd name="T3" fmla="*/ 0 h 239"/>
                <a:gd name="T4" fmla="*/ 45 w 121"/>
                <a:gd name="T5" fmla="*/ 0 h 239"/>
                <a:gd name="T6" fmla="*/ 0 w 121"/>
                <a:gd name="T7" fmla="*/ 44 h 239"/>
                <a:gd name="T8" fmla="*/ 0 w 121"/>
                <a:gd name="T9" fmla="*/ 194 h 239"/>
                <a:gd name="T10" fmla="*/ 45 w 121"/>
                <a:gd name="T11" fmla="*/ 238 h 239"/>
                <a:gd name="T12" fmla="*/ 75 w 121"/>
                <a:gd name="T13" fmla="*/ 238 h 239"/>
                <a:gd name="T14" fmla="*/ 120 w 121"/>
                <a:gd name="T15" fmla="*/ 194 h 239"/>
                <a:gd name="T16" fmla="*/ 120 w 121"/>
                <a:gd name="T17" fmla="*/ 44 h 239"/>
                <a:gd name="T18" fmla="*/ 75 w 121"/>
                <a:gd name="T19" fmla="*/ 0 h 239"/>
                <a:gd name="T20" fmla="*/ 89 w 121"/>
                <a:gd name="T21" fmla="*/ 194 h 239"/>
                <a:gd name="T22" fmla="*/ 89 w 121"/>
                <a:gd name="T23" fmla="*/ 194 h 239"/>
                <a:gd name="T24" fmla="*/ 75 w 121"/>
                <a:gd name="T25" fmla="*/ 209 h 239"/>
                <a:gd name="T26" fmla="*/ 45 w 121"/>
                <a:gd name="T27" fmla="*/ 209 h 239"/>
                <a:gd name="T28" fmla="*/ 31 w 121"/>
                <a:gd name="T29" fmla="*/ 194 h 239"/>
                <a:gd name="T30" fmla="*/ 31 w 121"/>
                <a:gd name="T31" fmla="*/ 44 h 239"/>
                <a:gd name="T32" fmla="*/ 45 w 121"/>
                <a:gd name="T33" fmla="*/ 31 h 239"/>
                <a:gd name="T34" fmla="*/ 75 w 121"/>
                <a:gd name="T35" fmla="*/ 31 h 239"/>
                <a:gd name="T36" fmla="*/ 89 w 121"/>
                <a:gd name="T37" fmla="*/ 44 h 239"/>
                <a:gd name="T38" fmla="*/ 89 w 121"/>
                <a:gd name="T39" fmla="*/ 194 h 2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239">
                  <a:moveTo>
                    <a:pt x="75" y="0"/>
                  </a:moveTo>
                  <a:lnTo>
                    <a:pt x="75" y="0"/>
                  </a:lnTo>
                  <a:cubicBezTo>
                    <a:pt x="45" y="0"/>
                    <a:pt x="45" y="0"/>
                    <a:pt x="45" y="0"/>
                  </a:cubicBezTo>
                  <a:cubicBezTo>
                    <a:pt x="21" y="0"/>
                    <a:pt x="0" y="21"/>
                    <a:pt x="0" y="44"/>
                  </a:cubicBezTo>
                  <a:cubicBezTo>
                    <a:pt x="0" y="194"/>
                    <a:pt x="0" y="194"/>
                    <a:pt x="0" y="194"/>
                  </a:cubicBezTo>
                  <a:cubicBezTo>
                    <a:pt x="0" y="219"/>
                    <a:pt x="21" y="238"/>
                    <a:pt x="45" y="238"/>
                  </a:cubicBezTo>
                  <a:cubicBezTo>
                    <a:pt x="75" y="238"/>
                    <a:pt x="75" y="238"/>
                    <a:pt x="75" y="238"/>
                  </a:cubicBezTo>
                  <a:cubicBezTo>
                    <a:pt x="99" y="238"/>
                    <a:pt x="120" y="219"/>
                    <a:pt x="120" y="194"/>
                  </a:cubicBezTo>
                  <a:cubicBezTo>
                    <a:pt x="120" y="44"/>
                    <a:pt x="120" y="44"/>
                    <a:pt x="120" y="44"/>
                  </a:cubicBezTo>
                  <a:cubicBezTo>
                    <a:pt x="120" y="21"/>
                    <a:pt x="99" y="0"/>
                    <a:pt x="75" y="0"/>
                  </a:cubicBezTo>
                  <a:close/>
                  <a:moveTo>
                    <a:pt x="89" y="194"/>
                  </a:moveTo>
                  <a:lnTo>
                    <a:pt x="89" y="194"/>
                  </a:lnTo>
                  <a:cubicBezTo>
                    <a:pt x="89" y="202"/>
                    <a:pt x="84" y="209"/>
                    <a:pt x="75" y="209"/>
                  </a:cubicBezTo>
                  <a:cubicBezTo>
                    <a:pt x="45" y="209"/>
                    <a:pt x="45" y="209"/>
                    <a:pt x="45" y="209"/>
                  </a:cubicBezTo>
                  <a:cubicBezTo>
                    <a:pt x="36" y="209"/>
                    <a:pt x="31" y="202"/>
                    <a:pt x="31" y="194"/>
                  </a:cubicBezTo>
                  <a:cubicBezTo>
                    <a:pt x="31" y="44"/>
                    <a:pt x="31" y="44"/>
                    <a:pt x="31" y="44"/>
                  </a:cubicBezTo>
                  <a:cubicBezTo>
                    <a:pt x="31" y="36"/>
                    <a:pt x="36" y="31"/>
                    <a:pt x="45" y="31"/>
                  </a:cubicBezTo>
                  <a:cubicBezTo>
                    <a:pt x="75" y="31"/>
                    <a:pt x="75" y="31"/>
                    <a:pt x="75" y="31"/>
                  </a:cubicBezTo>
                  <a:cubicBezTo>
                    <a:pt x="84" y="31"/>
                    <a:pt x="89" y="36"/>
                    <a:pt x="89" y="44"/>
                  </a:cubicBezTo>
                  <a:lnTo>
                    <a:pt x="89" y="1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 name="Group 15">
            <a:extLst>
              <a:ext uri="{FF2B5EF4-FFF2-40B4-BE49-F238E27FC236}">
                <a16:creationId xmlns:a16="http://schemas.microsoft.com/office/drawing/2014/main" id="{B5789030-D642-C1B8-8DFB-D24C6C2346E1}"/>
              </a:ext>
            </a:extLst>
          </p:cNvPr>
          <p:cNvGrpSpPr/>
          <p:nvPr/>
        </p:nvGrpSpPr>
        <p:grpSpPr>
          <a:xfrm>
            <a:off x="9727281" y="2035076"/>
            <a:ext cx="150813" cy="257175"/>
            <a:chOff x="8699500" y="2373313"/>
            <a:chExt cx="150813" cy="257175"/>
          </a:xfrm>
          <a:solidFill>
            <a:schemeClr val="accent4"/>
          </a:solidFill>
        </p:grpSpPr>
        <p:sp>
          <p:nvSpPr>
            <p:cNvPr id="13" name="Freeform 9">
              <a:extLst>
                <a:ext uri="{FF2B5EF4-FFF2-40B4-BE49-F238E27FC236}">
                  <a16:creationId xmlns:a16="http://schemas.microsoft.com/office/drawing/2014/main" id="{E7FAB0CB-1982-ADF0-30DB-ED87BCB6722E}"/>
                </a:ext>
              </a:extLst>
            </p:cNvPr>
            <p:cNvSpPr>
              <a:spLocks noChangeArrowheads="1"/>
            </p:cNvSpPr>
            <p:nvPr/>
          </p:nvSpPr>
          <p:spPr bwMode="auto">
            <a:xfrm>
              <a:off x="8699500" y="2373313"/>
              <a:ext cx="150813" cy="257175"/>
            </a:xfrm>
            <a:custGeom>
              <a:avLst/>
              <a:gdLst>
                <a:gd name="T0" fmla="*/ 417 w 418"/>
                <a:gd name="T1" fmla="*/ 520 h 716"/>
                <a:gd name="T2" fmla="*/ 417 w 418"/>
                <a:gd name="T3" fmla="*/ 520 h 716"/>
                <a:gd name="T4" fmla="*/ 417 w 418"/>
                <a:gd name="T5" fmla="*/ 282 h 716"/>
                <a:gd name="T6" fmla="*/ 414 w 418"/>
                <a:gd name="T7" fmla="*/ 212 h 716"/>
                <a:gd name="T8" fmla="*/ 406 w 418"/>
                <a:gd name="T9" fmla="*/ 165 h 716"/>
                <a:gd name="T10" fmla="*/ 365 w 418"/>
                <a:gd name="T11" fmla="*/ 109 h 716"/>
                <a:gd name="T12" fmla="*/ 283 w 418"/>
                <a:gd name="T13" fmla="*/ 89 h 716"/>
                <a:gd name="T14" fmla="*/ 238 w 418"/>
                <a:gd name="T15" fmla="*/ 89 h 716"/>
                <a:gd name="T16" fmla="*/ 238 w 418"/>
                <a:gd name="T17" fmla="*/ 29 h 716"/>
                <a:gd name="T18" fmla="*/ 307 w 418"/>
                <a:gd name="T19" fmla="*/ 29 h 716"/>
                <a:gd name="T20" fmla="*/ 332 w 418"/>
                <a:gd name="T21" fmla="*/ 54 h 716"/>
                <a:gd name="T22" fmla="*/ 353 w 418"/>
                <a:gd name="T23" fmla="*/ 54 h 716"/>
                <a:gd name="T24" fmla="*/ 353 w 418"/>
                <a:gd name="T25" fmla="*/ 34 h 716"/>
                <a:gd name="T26" fmla="*/ 324 w 418"/>
                <a:gd name="T27" fmla="*/ 4 h 716"/>
                <a:gd name="T28" fmla="*/ 312 w 418"/>
                <a:gd name="T29" fmla="*/ 0 h 716"/>
                <a:gd name="T30" fmla="*/ 105 w 418"/>
                <a:gd name="T31" fmla="*/ 0 h 716"/>
                <a:gd name="T32" fmla="*/ 93 w 418"/>
                <a:gd name="T33" fmla="*/ 4 h 716"/>
                <a:gd name="T34" fmla="*/ 64 w 418"/>
                <a:gd name="T35" fmla="*/ 34 h 716"/>
                <a:gd name="T36" fmla="*/ 64 w 418"/>
                <a:gd name="T37" fmla="*/ 54 h 716"/>
                <a:gd name="T38" fmla="*/ 85 w 418"/>
                <a:gd name="T39" fmla="*/ 54 h 716"/>
                <a:gd name="T40" fmla="*/ 85 w 418"/>
                <a:gd name="T41" fmla="*/ 54 h 716"/>
                <a:gd name="T42" fmla="*/ 110 w 418"/>
                <a:gd name="T43" fmla="*/ 29 h 716"/>
                <a:gd name="T44" fmla="*/ 208 w 418"/>
                <a:gd name="T45" fmla="*/ 29 h 716"/>
                <a:gd name="T46" fmla="*/ 208 w 418"/>
                <a:gd name="T47" fmla="*/ 89 h 716"/>
                <a:gd name="T48" fmla="*/ 134 w 418"/>
                <a:gd name="T49" fmla="*/ 89 h 716"/>
                <a:gd name="T50" fmla="*/ 59 w 418"/>
                <a:gd name="T51" fmla="*/ 105 h 716"/>
                <a:gd name="T52" fmla="*/ 24 w 418"/>
                <a:gd name="T53" fmla="*/ 137 h 716"/>
                <a:gd name="T54" fmla="*/ 3 w 418"/>
                <a:gd name="T55" fmla="*/ 204 h 716"/>
                <a:gd name="T56" fmla="*/ 0 w 418"/>
                <a:gd name="T57" fmla="*/ 282 h 716"/>
                <a:gd name="T58" fmla="*/ 0 w 418"/>
                <a:gd name="T59" fmla="*/ 520 h 716"/>
                <a:gd name="T60" fmla="*/ 31 w 418"/>
                <a:gd name="T61" fmla="*/ 594 h 716"/>
                <a:gd name="T62" fmla="*/ 78 w 418"/>
                <a:gd name="T63" fmla="*/ 621 h 716"/>
                <a:gd name="T64" fmla="*/ 32 w 418"/>
                <a:gd name="T65" fmla="*/ 690 h 716"/>
                <a:gd name="T66" fmla="*/ 36 w 418"/>
                <a:gd name="T67" fmla="*/ 711 h 716"/>
                <a:gd name="T68" fmla="*/ 57 w 418"/>
                <a:gd name="T69" fmla="*/ 707 h 716"/>
                <a:gd name="T70" fmla="*/ 112 w 418"/>
                <a:gd name="T71" fmla="*/ 625 h 716"/>
                <a:gd name="T72" fmla="*/ 304 w 418"/>
                <a:gd name="T73" fmla="*/ 625 h 716"/>
                <a:gd name="T74" fmla="*/ 360 w 418"/>
                <a:gd name="T75" fmla="*/ 707 h 716"/>
                <a:gd name="T76" fmla="*/ 381 w 418"/>
                <a:gd name="T77" fmla="*/ 711 h 716"/>
                <a:gd name="T78" fmla="*/ 385 w 418"/>
                <a:gd name="T79" fmla="*/ 690 h 716"/>
                <a:gd name="T80" fmla="*/ 338 w 418"/>
                <a:gd name="T81" fmla="*/ 621 h 716"/>
                <a:gd name="T82" fmla="*/ 386 w 418"/>
                <a:gd name="T83" fmla="*/ 594 h 716"/>
                <a:gd name="T84" fmla="*/ 417 w 418"/>
                <a:gd name="T85" fmla="*/ 520 h 716"/>
                <a:gd name="T86" fmla="*/ 312 w 418"/>
                <a:gd name="T87" fmla="*/ 594 h 716"/>
                <a:gd name="T88" fmla="*/ 312 w 418"/>
                <a:gd name="T89" fmla="*/ 594 h 716"/>
                <a:gd name="T90" fmla="*/ 105 w 418"/>
                <a:gd name="T91" fmla="*/ 594 h 716"/>
                <a:gd name="T92" fmla="*/ 29 w 418"/>
                <a:gd name="T93" fmla="*/ 520 h 716"/>
                <a:gd name="T94" fmla="*/ 29 w 418"/>
                <a:gd name="T95" fmla="*/ 282 h 716"/>
                <a:gd name="T96" fmla="*/ 29 w 418"/>
                <a:gd name="T97" fmla="*/ 282 h 716"/>
                <a:gd name="T98" fmla="*/ 32 w 418"/>
                <a:gd name="T99" fmla="*/ 215 h 716"/>
                <a:gd name="T100" fmla="*/ 39 w 418"/>
                <a:gd name="T101" fmla="*/ 173 h 716"/>
                <a:gd name="T102" fmla="*/ 67 w 418"/>
                <a:gd name="T103" fmla="*/ 134 h 716"/>
                <a:gd name="T104" fmla="*/ 134 w 418"/>
                <a:gd name="T105" fmla="*/ 119 h 716"/>
                <a:gd name="T106" fmla="*/ 283 w 418"/>
                <a:gd name="T107" fmla="*/ 119 h 716"/>
                <a:gd name="T108" fmla="*/ 344 w 418"/>
                <a:gd name="T109" fmla="*/ 131 h 716"/>
                <a:gd name="T110" fmla="*/ 368 w 418"/>
                <a:gd name="T111" fmla="*/ 152 h 716"/>
                <a:gd name="T112" fmla="*/ 385 w 418"/>
                <a:gd name="T113" fmla="*/ 206 h 716"/>
                <a:gd name="T114" fmla="*/ 386 w 418"/>
                <a:gd name="T115" fmla="*/ 282 h 716"/>
                <a:gd name="T116" fmla="*/ 386 w 418"/>
                <a:gd name="T117" fmla="*/ 520 h 716"/>
                <a:gd name="T118" fmla="*/ 312 w 418"/>
                <a:gd name="T119" fmla="*/ 594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418" h="716">
                  <a:moveTo>
                    <a:pt x="417" y="520"/>
                  </a:moveTo>
                  <a:lnTo>
                    <a:pt x="417" y="520"/>
                  </a:lnTo>
                  <a:cubicBezTo>
                    <a:pt x="417" y="282"/>
                    <a:pt x="417" y="282"/>
                    <a:pt x="417" y="282"/>
                  </a:cubicBezTo>
                  <a:cubicBezTo>
                    <a:pt x="417" y="258"/>
                    <a:pt x="417" y="234"/>
                    <a:pt x="414" y="212"/>
                  </a:cubicBezTo>
                  <a:cubicBezTo>
                    <a:pt x="413" y="195"/>
                    <a:pt x="410" y="179"/>
                    <a:pt x="406" y="165"/>
                  </a:cubicBezTo>
                  <a:cubicBezTo>
                    <a:pt x="399" y="142"/>
                    <a:pt x="386" y="123"/>
                    <a:pt x="365" y="109"/>
                  </a:cubicBezTo>
                  <a:cubicBezTo>
                    <a:pt x="344" y="95"/>
                    <a:pt x="318" y="89"/>
                    <a:pt x="283" y="89"/>
                  </a:cubicBezTo>
                  <a:cubicBezTo>
                    <a:pt x="238" y="89"/>
                    <a:pt x="238" y="89"/>
                    <a:pt x="238" y="89"/>
                  </a:cubicBezTo>
                  <a:cubicBezTo>
                    <a:pt x="238" y="29"/>
                    <a:pt x="238" y="29"/>
                    <a:pt x="238" y="29"/>
                  </a:cubicBezTo>
                  <a:cubicBezTo>
                    <a:pt x="307" y="29"/>
                    <a:pt x="307" y="29"/>
                    <a:pt x="307" y="29"/>
                  </a:cubicBezTo>
                  <a:cubicBezTo>
                    <a:pt x="332" y="54"/>
                    <a:pt x="332" y="54"/>
                    <a:pt x="332" y="54"/>
                  </a:cubicBezTo>
                  <a:cubicBezTo>
                    <a:pt x="338" y="60"/>
                    <a:pt x="347" y="60"/>
                    <a:pt x="353" y="54"/>
                  </a:cubicBezTo>
                  <a:cubicBezTo>
                    <a:pt x="358" y="49"/>
                    <a:pt x="358" y="39"/>
                    <a:pt x="353" y="34"/>
                  </a:cubicBezTo>
                  <a:cubicBezTo>
                    <a:pt x="324" y="4"/>
                    <a:pt x="324" y="4"/>
                    <a:pt x="324" y="4"/>
                  </a:cubicBezTo>
                  <a:cubicBezTo>
                    <a:pt x="321" y="1"/>
                    <a:pt x="317" y="0"/>
                    <a:pt x="312" y="0"/>
                  </a:cubicBezTo>
                  <a:cubicBezTo>
                    <a:pt x="105" y="0"/>
                    <a:pt x="105" y="0"/>
                    <a:pt x="105" y="0"/>
                  </a:cubicBezTo>
                  <a:cubicBezTo>
                    <a:pt x="100" y="0"/>
                    <a:pt x="96" y="1"/>
                    <a:pt x="93" y="4"/>
                  </a:cubicBezTo>
                  <a:cubicBezTo>
                    <a:pt x="64" y="34"/>
                    <a:pt x="64" y="34"/>
                    <a:pt x="64" y="34"/>
                  </a:cubicBezTo>
                  <a:cubicBezTo>
                    <a:pt x="59" y="39"/>
                    <a:pt x="59" y="49"/>
                    <a:pt x="64" y="54"/>
                  </a:cubicBezTo>
                  <a:cubicBezTo>
                    <a:pt x="70" y="60"/>
                    <a:pt x="80" y="60"/>
                    <a:pt x="85" y="54"/>
                  </a:cubicBezTo>
                  <a:lnTo>
                    <a:pt x="85" y="54"/>
                  </a:lnTo>
                  <a:cubicBezTo>
                    <a:pt x="110" y="29"/>
                    <a:pt x="110" y="29"/>
                    <a:pt x="110" y="29"/>
                  </a:cubicBezTo>
                  <a:cubicBezTo>
                    <a:pt x="208" y="29"/>
                    <a:pt x="208" y="29"/>
                    <a:pt x="208" y="29"/>
                  </a:cubicBezTo>
                  <a:cubicBezTo>
                    <a:pt x="208" y="89"/>
                    <a:pt x="208" y="89"/>
                    <a:pt x="208" y="89"/>
                  </a:cubicBezTo>
                  <a:cubicBezTo>
                    <a:pt x="134" y="89"/>
                    <a:pt x="134" y="89"/>
                    <a:pt x="134" y="89"/>
                  </a:cubicBezTo>
                  <a:cubicBezTo>
                    <a:pt x="103" y="89"/>
                    <a:pt x="78" y="93"/>
                    <a:pt x="59" y="105"/>
                  </a:cubicBezTo>
                  <a:cubicBezTo>
                    <a:pt x="43" y="113"/>
                    <a:pt x="32" y="124"/>
                    <a:pt x="24" y="137"/>
                  </a:cubicBezTo>
                  <a:cubicBezTo>
                    <a:pt x="11" y="156"/>
                    <a:pt x="6" y="179"/>
                    <a:pt x="3" y="204"/>
                  </a:cubicBezTo>
                  <a:cubicBezTo>
                    <a:pt x="0" y="227"/>
                    <a:pt x="0" y="255"/>
                    <a:pt x="0" y="282"/>
                  </a:cubicBezTo>
                  <a:cubicBezTo>
                    <a:pt x="0" y="520"/>
                    <a:pt x="0" y="520"/>
                    <a:pt x="0" y="520"/>
                  </a:cubicBezTo>
                  <a:cubicBezTo>
                    <a:pt x="0" y="549"/>
                    <a:pt x="11" y="575"/>
                    <a:pt x="31" y="594"/>
                  </a:cubicBezTo>
                  <a:cubicBezTo>
                    <a:pt x="43" y="607"/>
                    <a:pt x="60" y="616"/>
                    <a:pt x="78" y="621"/>
                  </a:cubicBezTo>
                  <a:cubicBezTo>
                    <a:pt x="32" y="690"/>
                    <a:pt x="32" y="690"/>
                    <a:pt x="32" y="690"/>
                  </a:cubicBezTo>
                  <a:cubicBezTo>
                    <a:pt x="28" y="697"/>
                    <a:pt x="29" y="707"/>
                    <a:pt x="36" y="711"/>
                  </a:cubicBezTo>
                  <a:cubicBezTo>
                    <a:pt x="43" y="715"/>
                    <a:pt x="53" y="714"/>
                    <a:pt x="57" y="707"/>
                  </a:cubicBezTo>
                  <a:cubicBezTo>
                    <a:pt x="112" y="625"/>
                    <a:pt x="112" y="625"/>
                    <a:pt x="112" y="625"/>
                  </a:cubicBezTo>
                  <a:cubicBezTo>
                    <a:pt x="304" y="625"/>
                    <a:pt x="304" y="625"/>
                    <a:pt x="304" y="625"/>
                  </a:cubicBezTo>
                  <a:cubicBezTo>
                    <a:pt x="360" y="707"/>
                    <a:pt x="360" y="707"/>
                    <a:pt x="360" y="707"/>
                  </a:cubicBezTo>
                  <a:cubicBezTo>
                    <a:pt x="364" y="714"/>
                    <a:pt x="374" y="715"/>
                    <a:pt x="381" y="711"/>
                  </a:cubicBezTo>
                  <a:cubicBezTo>
                    <a:pt x="388" y="707"/>
                    <a:pt x="389" y="697"/>
                    <a:pt x="385" y="690"/>
                  </a:cubicBezTo>
                  <a:cubicBezTo>
                    <a:pt x="338" y="621"/>
                    <a:pt x="338" y="621"/>
                    <a:pt x="338" y="621"/>
                  </a:cubicBezTo>
                  <a:cubicBezTo>
                    <a:pt x="357" y="616"/>
                    <a:pt x="374" y="607"/>
                    <a:pt x="386" y="594"/>
                  </a:cubicBezTo>
                  <a:cubicBezTo>
                    <a:pt x="404" y="575"/>
                    <a:pt x="417" y="549"/>
                    <a:pt x="417" y="520"/>
                  </a:cubicBezTo>
                  <a:close/>
                  <a:moveTo>
                    <a:pt x="312" y="594"/>
                  </a:moveTo>
                  <a:lnTo>
                    <a:pt x="312" y="594"/>
                  </a:lnTo>
                  <a:cubicBezTo>
                    <a:pt x="105" y="594"/>
                    <a:pt x="105" y="594"/>
                    <a:pt x="105" y="594"/>
                  </a:cubicBezTo>
                  <a:cubicBezTo>
                    <a:pt x="63" y="594"/>
                    <a:pt x="29" y="562"/>
                    <a:pt x="29" y="520"/>
                  </a:cubicBezTo>
                  <a:cubicBezTo>
                    <a:pt x="29" y="282"/>
                    <a:pt x="29" y="282"/>
                    <a:pt x="29" y="282"/>
                  </a:cubicBezTo>
                  <a:lnTo>
                    <a:pt x="29" y="282"/>
                  </a:lnTo>
                  <a:cubicBezTo>
                    <a:pt x="29" y="258"/>
                    <a:pt x="29" y="234"/>
                    <a:pt x="32" y="215"/>
                  </a:cubicBezTo>
                  <a:cubicBezTo>
                    <a:pt x="33" y="199"/>
                    <a:pt x="35" y="186"/>
                    <a:pt x="39" y="173"/>
                  </a:cubicBezTo>
                  <a:cubicBezTo>
                    <a:pt x="45" y="156"/>
                    <a:pt x="53" y="144"/>
                    <a:pt x="67" y="134"/>
                  </a:cubicBezTo>
                  <a:cubicBezTo>
                    <a:pt x="81" y="124"/>
                    <a:pt x="102" y="119"/>
                    <a:pt x="134" y="119"/>
                  </a:cubicBezTo>
                  <a:cubicBezTo>
                    <a:pt x="283" y="119"/>
                    <a:pt x="283" y="119"/>
                    <a:pt x="283" y="119"/>
                  </a:cubicBezTo>
                  <a:cubicBezTo>
                    <a:pt x="311" y="119"/>
                    <a:pt x="331" y="123"/>
                    <a:pt x="344" y="131"/>
                  </a:cubicBezTo>
                  <a:cubicBezTo>
                    <a:pt x="354" y="137"/>
                    <a:pt x="363" y="144"/>
                    <a:pt x="368" y="152"/>
                  </a:cubicBezTo>
                  <a:cubicBezTo>
                    <a:pt x="377" y="166"/>
                    <a:pt x="382" y="184"/>
                    <a:pt x="385" y="206"/>
                  </a:cubicBezTo>
                  <a:cubicBezTo>
                    <a:pt x="386" y="229"/>
                    <a:pt x="386" y="255"/>
                    <a:pt x="386" y="282"/>
                  </a:cubicBezTo>
                  <a:cubicBezTo>
                    <a:pt x="386" y="520"/>
                    <a:pt x="386" y="520"/>
                    <a:pt x="386" y="520"/>
                  </a:cubicBezTo>
                  <a:cubicBezTo>
                    <a:pt x="386" y="562"/>
                    <a:pt x="354" y="594"/>
                    <a:pt x="312" y="5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5880EDD3-D255-0233-3D9A-7CF5B5788C79}"/>
                </a:ext>
              </a:extLst>
            </p:cNvPr>
            <p:cNvSpPr>
              <a:spLocks noChangeArrowheads="1"/>
            </p:cNvSpPr>
            <p:nvPr/>
          </p:nvSpPr>
          <p:spPr bwMode="auto">
            <a:xfrm>
              <a:off x="8805863" y="255587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 name="Freeform 11">
              <a:extLst>
                <a:ext uri="{FF2B5EF4-FFF2-40B4-BE49-F238E27FC236}">
                  <a16:creationId xmlns:a16="http://schemas.microsoft.com/office/drawing/2014/main" id="{719219BA-5314-580F-53B4-C85781418A6C}"/>
                </a:ext>
              </a:extLst>
            </p:cNvPr>
            <p:cNvSpPr>
              <a:spLocks noChangeArrowheads="1"/>
            </p:cNvSpPr>
            <p:nvPr/>
          </p:nvSpPr>
          <p:spPr bwMode="auto">
            <a:xfrm>
              <a:off x="8721725" y="2555875"/>
              <a:ext cx="22225" cy="22225"/>
            </a:xfrm>
            <a:custGeom>
              <a:avLst/>
              <a:gdLst>
                <a:gd name="T0" fmla="*/ 29 w 60"/>
                <a:gd name="T1" fmla="*/ 0 h 61"/>
                <a:gd name="T2" fmla="*/ 29 w 60"/>
                <a:gd name="T3" fmla="*/ 0 h 61"/>
                <a:gd name="T4" fmla="*/ 0 w 60"/>
                <a:gd name="T5" fmla="*/ 31 h 61"/>
                <a:gd name="T6" fmla="*/ 29 w 60"/>
                <a:gd name="T7" fmla="*/ 60 h 61"/>
                <a:gd name="T8" fmla="*/ 59 w 60"/>
                <a:gd name="T9" fmla="*/ 31 h 61"/>
                <a:gd name="T10" fmla="*/ 29 w 60"/>
                <a:gd name="T11" fmla="*/ 0 h 61"/>
              </a:gdLst>
              <a:ahLst/>
              <a:cxnLst>
                <a:cxn ang="0">
                  <a:pos x="T0" y="T1"/>
                </a:cxn>
                <a:cxn ang="0">
                  <a:pos x="T2" y="T3"/>
                </a:cxn>
                <a:cxn ang="0">
                  <a:pos x="T4" y="T5"/>
                </a:cxn>
                <a:cxn ang="0">
                  <a:pos x="T6" y="T7"/>
                </a:cxn>
                <a:cxn ang="0">
                  <a:pos x="T8" y="T9"/>
                </a:cxn>
                <a:cxn ang="0">
                  <a:pos x="T10" y="T11"/>
                </a:cxn>
              </a:cxnLst>
              <a:rect l="0" t="0" r="r" b="b"/>
              <a:pathLst>
                <a:path w="60" h="61">
                  <a:moveTo>
                    <a:pt x="29" y="0"/>
                  </a:moveTo>
                  <a:lnTo>
                    <a:pt x="29" y="0"/>
                  </a:lnTo>
                  <a:cubicBezTo>
                    <a:pt x="13" y="0"/>
                    <a:pt x="0" y="14"/>
                    <a:pt x="0" y="31"/>
                  </a:cubicBezTo>
                  <a:cubicBezTo>
                    <a:pt x="0" y="46"/>
                    <a:pt x="13" y="60"/>
                    <a:pt x="29" y="60"/>
                  </a:cubicBezTo>
                  <a:cubicBezTo>
                    <a:pt x="46" y="60"/>
                    <a:pt x="59" y="46"/>
                    <a:pt x="59" y="31"/>
                  </a:cubicBezTo>
                  <a:cubicBezTo>
                    <a:pt x="59"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 name="Freeform 12">
              <a:extLst>
                <a:ext uri="{FF2B5EF4-FFF2-40B4-BE49-F238E27FC236}">
                  <a16:creationId xmlns:a16="http://schemas.microsoft.com/office/drawing/2014/main" id="{311E7CCC-9366-187B-B758-6BD6DFD73313}"/>
                </a:ext>
              </a:extLst>
            </p:cNvPr>
            <p:cNvSpPr>
              <a:spLocks noChangeArrowheads="1"/>
            </p:cNvSpPr>
            <p:nvPr/>
          </p:nvSpPr>
          <p:spPr bwMode="auto">
            <a:xfrm>
              <a:off x="8729663" y="25241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3">
              <a:extLst>
                <a:ext uri="{FF2B5EF4-FFF2-40B4-BE49-F238E27FC236}">
                  <a16:creationId xmlns:a16="http://schemas.microsoft.com/office/drawing/2014/main" id="{7A3A8476-9418-019F-7D49-C03BA3F7FD83}"/>
                </a:ext>
              </a:extLst>
            </p:cNvPr>
            <p:cNvSpPr>
              <a:spLocks noChangeArrowheads="1"/>
            </p:cNvSpPr>
            <p:nvPr/>
          </p:nvSpPr>
          <p:spPr bwMode="auto">
            <a:xfrm>
              <a:off x="8721725" y="2427288"/>
              <a:ext cx="107950" cy="107950"/>
            </a:xfrm>
            <a:custGeom>
              <a:avLst/>
              <a:gdLst>
                <a:gd name="T0" fmla="*/ 276 w 298"/>
                <a:gd name="T1" fmla="*/ 269 h 299"/>
                <a:gd name="T2" fmla="*/ 276 w 298"/>
                <a:gd name="T3" fmla="*/ 269 h 299"/>
                <a:gd name="T4" fmla="*/ 276 w 298"/>
                <a:gd name="T5" fmla="*/ 269 h 299"/>
                <a:gd name="T6" fmla="*/ 286 w 298"/>
                <a:gd name="T7" fmla="*/ 230 h 299"/>
                <a:gd name="T8" fmla="*/ 297 w 298"/>
                <a:gd name="T9" fmla="*/ 77 h 299"/>
                <a:gd name="T10" fmla="*/ 297 w 298"/>
                <a:gd name="T11" fmla="*/ 77 h 299"/>
                <a:gd name="T12" fmla="*/ 297 w 298"/>
                <a:gd name="T13" fmla="*/ 75 h 299"/>
                <a:gd name="T14" fmla="*/ 275 w 298"/>
                <a:gd name="T15" fmla="*/ 22 h 299"/>
                <a:gd name="T16" fmla="*/ 223 w 298"/>
                <a:gd name="T17" fmla="*/ 0 h 299"/>
                <a:gd name="T18" fmla="*/ 75 w 298"/>
                <a:gd name="T19" fmla="*/ 0 h 299"/>
                <a:gd name="T20" fmla="*/ 22 w 298"/>
                <a:gd name="T21" fmla="*/ 22 h 299"/>
                <a:gd name="T22" fmla="*/ 0 w 298"/>
                <a:gd name="T23" fmla="*/ 75 h 299"/>
                <a:gd name="T24" fmla="*/ 0 w 298"/>
                <a:gd name="T25" fmla="*/ 78 h 299"/>
                <a:gd name="T26" fmla="*/ 0 w 298"/>
                <a:gd name="T27" fmla="*/ 77 h 299"/>
                <a:gd name="T28" fmla="*/ 6 w 298"/>
                <a:gd name="T29" fmla="*/ 180 h 299"/>
                <a:gd name="T30" fmla="*/ 22 w 298"/>
                <a:gd name="T31" fmla="*/ 268 h 299"/>
                <a:gd name="T32" fmla="*/ 64 w 298"/>
                <a:gd name="T33" fmla="*/ 298 h 299"/>
                <a:gd name="T34" fmla="*/ 234 w 298"/>
                <a:gd name="T35" fmla="*/ 298 h 299"/>
                <a:gd name="T36" fmla="*/ 276 w 298"/>
                <a:gd name="T37" fmla="*/ 269 h 299"/>
                <a:gd name="T38" fmla="*/ 257 w 298"/>
                <a:gd name="T39" fmla="*/ 226 h 299"/>
                <a:gd name="T40" fmla="*/ 257 w 298"/>
                <a:gd name="T41" fmla="*/ 226 h 299"/>
                <a:gd name="T42" fmla="*/ 248 w 298"/>
                <a:gd name="T43" fmla="*/ 259 h 299"/>
                <a:gd name="T44" fmla="*/ 248 w 298"/>
                <a:gd name="T45" fmla="*/ 259 h 299"/>
                <a:gd name="T46" fmla="*/ 234 w 298"/>
                <a:gd name="T47" fmla="*/ 268 h 299"/>
                <a:gd name="T48" fmla="*/ 64 w 298"/>
                <a:gd name="T49" fmla="*/ 268 h 299"/>
                <a:gd name="T50" fmla="*/ 50 w 298"/>
                <a:gd name="T51" fmla="*/ 258 h 299"/>
                <a:gd name="T52" fmla="*/ 50 w 298"/>
                <a:gd name="T53" fmla="*/ 258 h 299"/>
                <a:gd name="T54" fmla="*/ 36 w 298"/>
                <a:gd name="T55" fmla="*/ 177 h 299"/>
                <a:gd name="T56" fmla="*/ 31 w 298"/>
                <a:gd name="T57" fmla="*/ 77 h 299"/>
                <a:gd name="T58" fmla="*/ 31 w 298"/>
                <a:gd name="T59" fmla="*/ 77 h 299"/>
                <a:gd name="T60" fmla="*/ 31 w 298"/>
                <a:gd name="T61" fmla="*/ 75 h 299"/>
                <a:gd name="T62" fmla="*/ 43 w 298"/>
                <a:gd name="T63" fmla="*/ 43 h 299"/>
                <a:gd name="T64" fmla="*/ 75 w 298"/>
                <a:gd name="T65" fmla="*/ 31 h 299"/>
                <a:gd name="T66" fmla="*/ 223 w 298"/>
                <a:gd name="T67" fmla="*/ 31 h 299"/>
                <a:gd name="T68" fmla="*/ 254 w 298"/>
                <a:gd name="T69" fmla="*/ 43 h 299"/>
                <a:gd name="T70" fmla="*/ 268 w 298"/>
                <a:gd name="T71" fmla="*/ 75 h 299"/>
                <a:gd name="T72" fmla="*/ 268 w 298"/>
                <a:gd name="T73" fmla="*/ 77 h 299"/>
                <a:gd name="T74" fmla="*/ 268 w 298"/>
                <a:gd name="T75" fmla="*/ 77 h 299"/>
                <a:gd name="T76" fmla="*/ 262 w 298"/>
                <a:gd name="T77" fmla="*/ 178 h 299"/>
                <a:gd name="T78" fmla="*/ 257 w 298"/>
                <a:gd name="T79" fmla="*/ 226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98" h="299">
                  <a:moveTo>
                    <a:pt x="276" y="269"/>
                  </a:moveTo>
                  <a:lnTo>
                    <a:pt x="276" y="269"/>
                  </a:lnTo>
                  <a:lnTo>
                    <a:pt x="276" y="269"/>
                  </a:lnTo>
                  <a:cubicBezTo>
                    <a:pt x="280" y="259"/>
                    <a:pt x="283" y="245"/>
                    <a:pt x="286" y="230"/>
                  </a:cubicBezTo>
                  <a:cubicBezTo>
                    <a:pt x="293" y="185"/>
                    <a:pt x="296" y="124"/>
                    <a:pt x="297" y="77"/>
                  </a:cubicBezTo>
                  <a:lnTo>
                    <a:pt x="297" y="77"/>
                  </a:lnTo>
                  <a:cubicBezTo>
                    <a:pt x="297" y="75"/>
                    <a:pt x="297" y="75"/>
                    <a:pt x="297" y="75"/>
                  </a:cubicBezTo>
                  <a:cubicBezTo>
                    <a:pt x="297" y="54"/>
                    <a:pt x="289" y="36"/>
                    <a:pt x="275" y="22"/>
                  </a:cubicBezTo>
                  <a:cubicBezTo>
                    <a:pt x="262" y="8"/>
                    <a:pt x="243" y="0"/>
                    <a:pt x="223" y="0"/>
                  </a:cubicBezTo>
                  <a:cubicBezTo>
                    <a:pt x="75" y="0"/>
                    <a:pt x="75" y="0"/>
                    <a:pt x="75" y="0"/>
                  </a:cubicBezTo>
                  <a:cubicBezTo>
                    <a:pt x="54" y="0"/>
                    <a:pt x="35" y="8"/>
                    <a:pt x="22" y="22"/>
                  </a:cubicBezTo>
                  <a:cubicBezTo>
                    <a:pt x="8" y="36"/>
                    <a:pt x="0" y="54"/>
                    <a:pt x="0" y="75"/>
                  </a:cubicBezTo>
                  <a:cubicBezTo>
                    <a:pt x="0" y="78"/>
                    <a:pt x="0" y="78"/>
                    <a:pt x="0" y="78"/>
                  </a:cubicBezTo>
                  <a:cubicBezTo>
                    <a:pt x="0" y="77"/>
                    <a:pt x="0" y="77"/>
                    <a:pt x="0" y="77"/>
                  </a:cubicBezTo>
                  <a:cubicBezTo>
                    <a:pt x="1" y="109"/>
                    <a:pt x="3" y="145"/>
                    <a:pt x="6" y="180"/>
                  </a:cubicBezTo>
                  <a:cubicBezTo>
                    <a:pt x="10" y="215"/>
                    <a:pt x="14" y="245"/>
                    <a:pt x="22" y="268"/>
                  </a:cubicBezTo>
                  <a:cubicBezTo>
                    <a:pt x="28" y="286"/>
                    <a:pt x="45" y="298"/>
                    <a:pt x="64" y="298"/>
                  </a:cubicBezTo>
                  <a:cubicBezTo>
                    <a:pt x="234" y="298"/>
                    <a:pt x="234" y="298"/>
                    <a:pt x="234" y="298"/>
                  </a:cubicBezTo>
                  <a:cubicBezTo>
                    <a:pt x="252" y="298"/>
                    <a:pt x="269" y="287"/>
                    <a:pt x="276" y="269"/>
                  </a:cubicBezTo>
                  <a:close/>
                  <a:moveTo>
                    <a:pt x="257" y="226"/>
                  </a:moveTo>
                  <a:lnTo>
                    <a:pt x="257" y="226"/>
                  </a:lnTo>
                  <a:cubicBezTo>
                    <a:pt x="254" y="238"/>
                    <a:pt x="251" y="251"/>
                    <a:pt x="248" y="259"/>
                  </a:cubicBezTo>
                  <a:lnTo>
                    <a:pt x="248" y="259"/>
                  </a:lnTo>
                  <a:cubicBezTo>
                    <a:pt x="245" y="265"/>
                    <a:pt x="240" y="268"/>
                    <a:pt x="234" y="268"/>
                  </a:cubicBezTo>
                  <a:cubicBezTo>
                    <a:pt x="64" y="268"/>
                    <a:pt x="64" y="268"/>
                    <a:pt x="64" y="268"/>
                  </a:cubicBezTo>
                  <a:cubicBezTo>
                    <a:pt x="57" y="268"/>
                    <a:pt x="52" y="265"/>
                    <a:pt x="50" y="258"/>
                  </a:cubicBezTo>
                  <a:lnTo>
                    <a:pt x="50" y="258"/>
                  </a:lnTo>
                  <a:cubicBezTo>
                    <a:pt x="43" y="241"/>
                    <a:pt x="39" y="210"/>
                    <a:pt x="36" y="177"/>
                  </a:cubicBezTo>
                  <a:cubicBezTo>
                    <a:pt x="32" y="144"/>
                    <a:pt x="31" y="107"/>
                    <a:pt x="31" y="77"/>
                  </a:cubicBezTo>
                  <a:lnTo>
                    <a:pt x="31" y="77"/>
                  </a:lnTo>
                  <a:cubicBezTo>
                    <a:pt x="31" y="75"/>
                    <a:pt x="31" y="75"/>
                    <a:pt x="31" y="75"/>
                  </a:cubicBezTo>
                  <a:cubicBezTo>
                    <a:pt x="31" y="63"/>
                    <a:pt x="35" y="51"/>
                    <a:pt x="43" y="43"/>
                  </a:cubicBezTo>
                  <a:cubicBezTo>
                    <a:pt x="52" y="35"/>
                    <a:pt x="63" y="31"/>
                    <a:pt x="75" y="31"/>
                  </a:cubicBezTo>
                  <a:cubicBezTo>
                    <a:pt x="223" y="31"/>
                    <a:pt x="223" y="31"/>
                    <a:pt x="223" y="31"/>
                  </a:cubicBezTo>
                  <a:cubicBezTo>
                    <a:pt x="234" y="31"/>
                    <a:pt x="245" y="35"/>
                    <a:pt x="254" y="43"/>
                  </a:cubicBezTo>
                  <a:cubicBezTo>
                    <a:pt x="262" y="51"/>
                    <a:pt x="268" y="63"/>
                    <a:pt x="268" y="75"/>
                  </a:cubicBezTo>
                  <a:cubicBezTo>
                    <a:pt x="268" y="77"/>
                    <a:pt x="268" y="77"/>
                    <a:pt x="268" y="77"/>
                  </a:cubicBezTo>
                  <a:lnTo>
                    <a:pt x="268" y="77"/>
                  </a:lnTo>
                  <a:cubicBezTo>
                    <a:pt x="266" y="107"/>
                    <a:pt x="265" y="145"/>
                    <a:pt x="262" y="178"/>
                  </a:cubicBezTo>
                  <a:cubicBezTo>
                    <a:pt x="261" y="195"/>
                    <a:pt x="259" y="212"/>
                    <a:pt x="257" y="2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 name="Freeform 14">
            <a:extLst>
              <a:ext uri="{FF2B5EF4-FFF2-40B4-BE49-F238E27FC236}">
                <a16:creationId xmlns:a16="http://schemas.microsoft.com/office/drawing/2014/main" id="{6F6A41F0-9D96-468B-313C-1C77BE199D14}"/>
              </a:ext>
            </a:extLst>
          </p:cNvPr>
          <p:cNvSpPr>
            <a:spLocks noChangeArrowheads="1"/>
          </p:cNvSpPr>
          <p:nvPr/>
        </p:nvSpPr>
        <p:spPr bwMode="auto">
          <a:xfrm>
            <a:off x="8704931" y="1015901"/>
            <a:ext cx="160338" cy="257175"/>
          </a:xfrm>
          <a:custGeom>
            <a:avLst/>
            <a:gdLst>
              <a:gd name="T0" fmla="*/ 223 w 447"/>
              <a:gd name="T1" fmla="*/ 0 h 715"/>
              <a:gd name="T2" fmla="*/ 0 w 447"/>
              <a:gd name="T3" fmla="*/ 223 h 715"/>
              <a:gd name="T4" fmla="*/ 91 w 447"/>
              <a:gd name="T5" fmla="*/ 469 h 715"/>
              <a:gd name="T6" fmla="*/ 134 w 447"/>
              <a:gd name="T7" fmla="*/ 565 h 715"/>
              <a:gd name="T8" fmla="*/ 313 w 447"/>
              <a:gd name="T9" fmla="*/ 714 h 715"/>
              <a:gd name="T10" fmla="*/ 313 w 447"/>
              <a:gd name="T11" fmla="*/ 565 h 715"/>
              <a:gd name="T12" fmla="*/ 354 w 447"/>
              <a:gd name="T13" fmla="*/ 469 h 715"/>
              <a:gd name="T14" fmla="*/ 446 w 447"/>
              <a:gd name="T15" fmla="*/ 223 h 715"/>
              <a:gd name="T16" fmla="*/ 173 w 447"/>
              <a:gd name="T17" fmla="*/ 565 h 715"/>
              <a:gd name="T18" fmla="*/ 128 w 447"/>
              <a:gd name="T19" fmla="*/ 475 h 715"/>
              <a:gd name="T20" fmla="*/ 282 w 447"/>
              <a:gd name="T21" fmla="*/ 475 h 715"/>
              <a:gd name="T22" fmla="*/ 273 w 447"/>
              <a:gd name="T23" fmla="*/ 565 h 715"/>
              <a:gd name="T24" fmla="*/ 269 w 447"/>
              <a:gd name="T25" fmla="*/ 446 h 715"/>
              <a:gd name="T26" fmla="*/ 176 w 447"/>
              <a:gd name="T27" fmla="*/ 446 h 715"/>
              <a:gd name="T28" fmla="*/ 144 w 447"/>
              <a:gd name="T29" fmla="*/ 336 h 715"/>
              <a:gd name="T30" fmla="*/ 183 w 447"/>
              <a:gd name="T31" fmla="*/ 84 h 715"/>
              <a:gd name="T32" fmla="*/ 223 w 447"/>
              <a:gd name="T33" fmla="*/ 35 h 715"/>
              <a:gd name="T34" fmla="*/ 313 w 447"/>
              <a:gd name="T35" fmla="*/ 223 h 715"/>
              <a:gd name="T36" fmla="*/ 289 w 447"/>
              <a:gd name="T37" fmla="*/ 367 h 715"/>
              <a:gd name="T38" fmla="*/ 29 w 447"/>
              <a:gd name="T39" fmla="*/ 223 h 715"/>
              <a:gd name="T40" fmla="*/ 87 w 447"/>
              <a:gd name="T41" fmla="*/ 86 h 715"/>
              <a:gd name="T42" fmla="*/ 159 w 447"/>
              <a:gd name="T43" fmla="*/ 67 h 715"/>
              <a:gd name="T44" fmla="*/ 121 w 447"/>
              <a:gd name="T45" fmla="*/ 368 h 715"/>
              <a:gd name="T46" fmla="*/ 145 w 447"/>
              <a:gd name="T47" fmla="*/ 446 h 715"/>
              <a:gd name="T48" fmla="*/ 50 w 447"/>
              <a:gd name="T49" fmla="*/ 347 h 715"/>
              <a:gd name="T50" fmla="*/ 163 w 447"/>
              <a:gd name="T51" fmla="*/ 594 h 715"/>
              <a:gd name="T52" fmla="*/ 282 w 447"/>
              <a:gd name="T53" fmla="*/ 594 h 715"/>
              <a:gd name="T54" fmla="*/ 163 w 447"/>
              <a:gd name="T55" fmla="*/ 683 h 715"/>
              <a:gd name="T56" fmla="*/ 395 w 447"/>
              <a:gd name="T57" fmla="*/ 347 h 715"/>
              <a:gd name="T58" fmla="*/ 333 w 447"/>
              <a:gd name="T59" fmla="*/ 446 h 715"/>
              <a:gd name="T60" fmla="*/ 310 w 447"/>
              <a:gd name="T61" fmla="*/ 399 h 715"/>
              <a:gd name="T62" fmla="*/ 336 w 447"/>
              <a:gd name="T63" fmla="*/ 315 h 715"/>
              <a:gd name="T64" fmla="*/ 287 w 447"/>
              <a:gd name="T65" fmla="*/ 67 h 715"/>
              <a:gd name="T66" fmla="*/ 360 w 447"/>
              <a:gd name="T67" fmla="*/ 86 h 715"/>
              <a:gd name="T68" fmla="*/ 395 w 447"/>
              <a:gd name="T69" fmla="*/ 347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447" h="715">
                <a:moveTo>
                  <a:pt x="223" y="0"/>
                </a:moveTo>
                <a:lnTo>
                  <a:pt x="223" y="0"/>
                </a:lnTo>
                <a:lnTo>
                  <a:pt x="223" y="0"/>
                </a:lnTo>
                <a:cubicBezTo>
                  <a:pt x="99" y="0"/>
                  <a:pt x="0" y="99"/>
                  <a:pt x="0" y="223"/>
                </a:cubicBezTo>
                <a:cubicBezTo>
                  <a:pt x="0" y="283"/>
                  <a:pt x="7" y="323"/>
                  <a:pt x="24" y="358"/>
                </a:cubicBezTo>
                <a:cubicBezTo>
                  <a:pt x="39" y="395"/>
                  <a:pt x="62" y="424"/>
                  <a:pt x="91" y="469"/>
                </a:cubicBezTo>
                <a:cubicBezTo>
                  <a:pt x="140" y="565"/>
                  <a:pt x="140" y="565"/>
                  <a:pt x="140" y="565"/>
                </a:cubicBezTo>
                <a:cubicBezTo>
                  <a:pt x="134" y="565"/>
                  <a:pt x="134" y="565"/>
                  <a:pt x="134" y="565"/>
                </a:cubicBezTo>
                <a:cubicBezTo>
                  <a:pt x="134" y="714"/>
                  <a:pt x="134" y="714"/>
                  <a:pt x="134" y="714"/>
                </a:cubicBezTo>
                <a:cubicBezTo>
                  <a:pt x="313" y="714"/>
                  <a:pt x="313" y="714"/>
                  <a:pt x="313" y="714"/>
                </a:cubicBezTo>
                <a:cubicBezTo>
                  <a:pt x="313" y="699"/>
                  <a:pt x="313" y="699"/>
                  <a:pt x="313" y="699"/>
                </a:cubicBezTo>
                <a:cubicBezTo>
                  <a:pt x="313" y="565"/>
                  <a:pt x="313" y="565"/>
                  <a:pt x="313" y="565"/>
                </a:cubicBezTo>
                <a:cubicBezTo>
                  <a:pt x="307" y="565"/>
                  <a:pt x="307" y="565"/>
                  <a:pt x="307" y="565"/>
                </a:cubicBezTo>
                <a:cubicBezTo>
                  <a:pt x="354" y="469"/>
                  <a:pt x="354" y="469"/>
                  <a:pt x="354" y="469"/>
                </a:cubicBezTo>
                <a:cubicBezTo>
                  <a:pt x="384" y="424"/>
                  <a:pt x="406" y="395"/>
                  <a:pt x="423" y="358"/>
                </a:cubicBezTo>
                <a:cubicBezTo>
                  <a:pt x="438" y="323"/>
                  <a:pt x="446" y="283"/>
                  <a:pt x="446" y="223"/>
                </a:cubicBezTo>
                <a:cubicBezTo>
                  <a:pt x="446" y="99"/>
                  <a:pt x="346" y="0"/>
                  <a:pt x="223" y="0"/>
                </a:cubicBezTo>
                <a:close/>
                <a:moveTo>
                  <a:pt x="173" y="565"/>
                </a:moveTo>
                <a:lnTo>
                  <a:pt x="173" y="565"/>
                </a:lnTo>
                <a:cubicBezTo>
                  <a:pt x="128" y="475"/>
                  <a:pt x="128" y="475"/>
                  <a:pt x="128" y="475"/>
                </a:cubicBezTo>
                <a:cubicBezTo>
                  <a:pt x="163" y="475"/>
                  <a:pt x="163" y="475"/>
                  <a:pt x="163" y="475"/>
                </a:cubicBezTo>
                <a:cubicBezTo>
                  <a:pt x="282" y="475"/>
                  <a:pt x="282" y="475"/>
                  <a:pt x="282" y="475"/>
                </a:cubicBezTo>
                <a:cubicBezTo>
                  <a:pt x="318" y="475"/>
                  <a:pt x="318" y="475"/>
                  <a:pt x="318" y="475"/>
                </a:cubicBezTo>
                <a:cubicBezTo>
                  <a:pt x="273" y="565"/>
                  <a:pt x="273" y="565"/>
                  <a:pt x="273" y="565"/>
                </a:cubicBezTo>
                <a:lnTo>
                  <a:pt x="173" y="565"/>
                </a:lnTo>
                <a:close/>
                <a:moveTo>
                  <a:pt x="269" y="446"/>
                </a:moveTo>
                <a:lnTo>
                  <a:pt x="269" y="446"/>
                </a:lnTo>
                <a:cubicBezTo>
                  <a:pt x="176" y="446"/>
                  <a:pt x="176" y="446"/>
                  <a:pt x="176" y="446"/>
                </a:cubicBezTo>
                <a:cubicBezTo>
                  <a:pt x="172" y="428"/>
                  <a:pt x="169" y="414"/>
                  <a:pt x="165" y="402"/>
                </a:cubicBezTo>
                <a:cubicBezTo>
                  <a:pt x="156" y="379"/>
                  <a:pt x="149" y="361"/>
                  <a:pt x="144" y="336"/>
                </a:cubicBezTo>
                <a:cubicBezTo>
                  <a:pt x="138" y="311"/>
                  <a:pt x="134" y="277"/>
                  <a:pt x="134" y="223"/>
                </a:cubicBezTo>
                <a:cubicBezTo>
                  <a:pt x="134" y="170"/>
                  <a:pt x="158" y="120"/>
                  <a:pt x="183" y="84"/>
                </a:cubicBezTo>
                <a:cubicBezTo>
                  <a:pt x="195" y="65"/>
                  <a:pt x="208" y="52"/>
                  <a:pt x="218" y="40"/>
                </a:cubicBezTo>
                <a:cubicBezTo>
                  <a:pt x="219" y="39"/>
                  <a:pt x="222" y="38"/>
                  <a:pt x="223" y="35"/>
                </a:cubicBezTo>
                <a:cubicBezTo>
                  <a:pt x="233" y="46"/>
                  <a:pt x="250" y="64"/>
                  <a:pt x="265" y="88"/>
                </a:cubicBezTo>
                <a:cubicBezTo>
                  <a:pt x="289" y="123"/>
                  <a:pt x="313" y="171"/>
                  <a:pt x="313" y="223"/>
                </a:cubicBezTo>
                <a:cubicBezTo>
                  <a:pt x="313" y="259"/>
                  <a:pt x="310" y="284"/>
                  <a:pt x="307" y="304"/>
                </a:cubicBezTo>
                <a:cubicBezTo>
                  <a:pt x="303" y="332"/>
                  <a:pt x="297" y="347"/>
                  <a:pt x="289" y="367"/>
                </a:cubicBezTo>
                <a:cubicBezTo>
                  <a:pt x="282" y="386"/>
                  <a:pt x="275" y="409"/>
                  <a:pt x="269" y="446"/>
                </a:cubicBezTo>
                <a:close/>
                <a:moveTo>
                  <a:pt x="29" y="223"/>
                </a:moveTo>
                <a:lnTo>
                  <a:pt x="29" y="223"/>
                </a:lnTo>
                <a:cubicBezTo>
                  <a:pt x="29" y="169"/>
                  <a:pt x="52" y="121"/>
                  <a:pt x="87" y="86"/>
                </a:cubicBezTo>
                <a:cubicBezTo>
                  <a:pt x="113" y="60"/>
                  <a:pt x="147" y="40"/>
                  <a:pt x="184" y="33"/>
                </a:cubicBezTo>
                <a:cubicBezTo>
                  <a:pt x="177" y="43"/>
                  <a:pt x="168" y="54"/>
                  <a:pt x="159" y="67"/>
                </a:cubicBezTo>
                <a:cubicBezTo>
                  <a:pt x="131" y="106"/>
                  <a:pt x="103" y="160"/>
                  <a:pt x="103" y="223"/>
                </a:cubicBezTo>
                <a:cubicBezTo>
                  <a:pt x="103" y="298"/>
                  <a:pt x="112" y="337"/>
                  <a:pt x="121" y="368"/>
                </a:cubicBezTo>
                <a:cubicBezTo>
                  <a:pt x="126" y="383"/>
                  <a:pt x="131" y="397"/>
                  <a:pt x="135" y="411"/>
                </a:cubicBezTo>
                <a:cubicBezTo>
                  <a:pt x="140" y="421"/>
                  <a:pt x="142" y="432"/>
                  <a:pt x="145" y="446"/>
                </a:cubicBezTo>
                <a:cubicBezTo>
                  <a:pt x="112" y="446"/>
                  <a:pt x="112" y="446"/>
                  <a:pt x="112" y="446"/>
                </a:cubicBezTo>
                <a:cubicBezTo>
                  <a:pt x="84" y="404"/>
                  <a:pt x="64" y="376"/>
                  <a:pt x="50" y="347"/>
                </a:cubicBezTo>
                <a:cubicBezTo>
                  <a:pt x="36" y="315"/>
                  <a:pt x="29" y="282"/>
                  <a:pt x="29" y="223"/>
                </a:cubicBezTo>
                <a:close/>
                <a:moveTo>
                  <a:pt x="163" y="594"/>
                </a:moveTo>
                <a:lnTo>
                  <a:pt x="163" y="594"/>
                </a:lnTo>
                <a:cubicBezTo>
                  <a:pt x="282" y="594"/>
                  <a:pt x="282" y="594"/>
                  <a:pt x="282" y="594"/>
                </a:cubicBezTo>
                <a:cubicBezTo>
                  <a:pt x="282" y="683"/>
                  <a:pt x="282" y="683"/>
                  <a:pt x="282" y="683"/>
                </a:cubicBezTo>
                <a:cubicBezTo>
                  <a:pt x="163" y="683"/>
                  <a:pt x="163" y="683"/>
                  <a:pt x="163" y="683"/>
                </a:cubicBezTo>
                <a:lnTo>
                  <a:pt x="163" y="594"/>
                </a:lnTo>
                <a:close/>
                <a:moveTo>
                  <a:pt x="395" y="347"/>
                </a:moveTo>
                <a:lnTo>
                  <a:pt x="395" y="347"/>
                </a:lnTo>
                <a:cubicBezTo>
                  <a:pt x="382" y="376"/>
                  <a:pt x="361" y="404"/>
                  <a:pt x="333" y="446"/>
                </a:cubicBezTo>
                <a:cubicBezTo>
                  <a:pt x="300" y="446"/>
                  <a:pt x="300" y="446"/>
                  <a:pt x="300" y="446"/>
                </a:cubicBezTo>
                <a:cubicBezTo>
                  <a:pt x="303" y="425"/>
                  <a:pt x="306" y="411"/>
                  <a:pt x="310" y="399"/>
                </a:cubicBezTo>
                <a:cubicBezTo>
                  <a:pt x="314" y="386"/>
                  <a:pt x="317" y="378"/>
                  <a:pt x="321" y="368"/>
                </a:cubicBezTo>
                <a:cubicBezTo>
                  <a:pt x="327" y="353"/>
                  <a:pt x="332" y="337"/>
                  <a:pt x="336" y="315"/>
                </a:cubicBezTo>
                <a:cubicBezTo>
                  <a:pt x="339" y="294"/>
                  <a:pt x="342" y="265"/>
                  <a:pt x="342" y="223"/>
                </a:cubicBezTo>
                <a:cubicBezTo>
                  <a:pt x="342" y="160"/>
                  <a:pt x="314" y="106"/>
                  <a:pt x="287" y="67"/>
                </a:cubicBezTo>
                <a:cubicBezTo>
                  <a:pt x="278" y="54"/>
                  <a:pt x="269" y="43"/>
                  <a:pt x="261" y="33"/>
                </a:cubicBezTo>
                <a:cubicBezTo>
                  <a:pt x="299" y="40"/>
                  <a:pt x="333" y="60"/>
                  <a:pt x="360" y="86"/>
                </a:cubicBezTo>
                <a:cubicBezTo>
                  <a:pt x="395" y="121"/>
                  <a:pt x="416" y="169"/>
                  <a:pt x="416" y="223"/>
                </a:cubicBezTo>
                <a:cubicBezTo>
                  <a:pt x="416" y="282"/>
                  <a:pt x="409" y="315"/>
                  <a:pt x="395" y="347"/>
                </a:cubicBezTo>
                <a:close/>
              </a:path>
            </a:pathLst>
          </a:custGeom>
          <a:solidFill>
            <a:schemeClr val="accent4"/>
          </a:solidFill>
          <a:ln>
            <a:noFill/>
          </a:ln>
          <a:effectLst/>
        </p:spPr>
        <p:txBody>
          <a:bodyPr wrap="none" anchor="ctr"/>
          <a:lstStyle/>
          <a:p>
            <a:endParaRPr lang="da-DK"/>
          </a:p>
        </p:txBody>
      </p:sp>
      <p:sp>
        <p:nvSpPr>
          <p:cNvPr id="19" name="Freeform 15">
            <a:extLst>
              <a:ext uri="{FF2B5EF4-FFF2-40B4-BE49-F238E27FC236}">
                <a16:creationId xmlns:a16="http://schemas.microsoft.com/office/drawing/2014/main" id="{3B945DB5-16BA-2555-A847-3BFEDFCD26DA}"/>
              </a:ext>
            </a:extLst>
          </p:cNvPr>
          <p:cNvSpPr>
            <a:spLocks noChangeArrowheads="1"/>
          </p:cNvSpPr>
          <p:nvPr/>
        </p:nvSpPr>
        <p:spPr bwMode="auto">
          <a:xfrm>
            <a:off x="9095456" y="1577082"/>
            <a:ext cx="349250" cy="147638"/>
          </a:xfrm>
          <a:custGeom>
            <a:avLst/>
            <a:gdLst>
              <a:gd name="T0" fmla="*/ 56 w 969"/>
              <a:gd name="T1" fmla="*/ 331 h 412"/>
              <a:gd name="T2" fmla="*/ 179 w 969"/>
              <a:gd name="T3" fmla="*/ 411 h 412"/>
              <a:gd name="T4" fmla="*/ 654 w 969"/>
              <a:gd name="T5" fmla="*/ 331 h 412"/>
              <a:gd name="T6" fmla="*/ 844 w 969"/>
              <a:gd name="T7" fmla="*/ 331 h 412"/>
              <a:gd name="T8" fmla="*/ 964 w 969"/>
              <a:gd name="T9" fmla="*/ 325 h 412"/>
              <a:gd name="T10" fmla="*/ 968 w 969"/>
              <a:gd name="T11" fmla="*/ 219 h 412"/>
              <a:gd name="T12" fmla="*/ 943 w 969"/>
              <a:gd name="T13" fmla="*/ 187 h 412"/>
              <a:gd name="T14" fmla="*/ 725 w 969"/>
              <a:gd name="T15" fmla="*/ 126 h 412"/>
              <a:gd name="T16" fmla="*/ 710 w 969"/>
              <a:gd name="T17" fmla="*/ 117 h 412"/>
              <a:gd name="T18" fmla="*/ 536 w 969"/>
              <a:gd name="T19" fmla="*/ 0 h 412"/>
              <a:gd name="T20" fmla="*/ 219 w 969"/>
              <a:gd name="T21" fmla="*/ 0 h 412"/>
              <a:gd name="T22" fmla="*/ 11 w 969"/>
              <a:gd name="T23" fmla="*/ 158 h 412"/>
              <a:gd name="T24" fmla="*/ 0 w 969"/>
              <a:gd name="T25" fmla="*/ 206 h 412"/>
              <a:gd name="T26" fmla="*/ 56 w 969"/>
              <a:gd name="T27" fmla="*/ 331 h 412"/>
              <a:gd name="T28" fmla="*/ 226 w 969"/>
              <a:gd name="T29" fmla="*/ 363 h 412"/>
              <a:gd name="T30" fmla="*/ 131 w 969"/>
              <a:gd name="T31" fmla="*/ 363 h 412"/>
              <a:gd name="T32" fmla="*/ 131 w 969"/>
              <a:gd name="T33" fmla="*/ 268 h 412"/>
              <a:gd name="T34" fmla="*/ 226 w 969"/>
              <a:gd name="T35" fmla="*/ 268 h 412"/>
              <a:gd name="T36" fmla="*/ 226 w 969"/>
              <a:gd name="T37" fmla="*/ 363 h 412"/>
              <a:gd name="T38" fmla="*/ 796 w 969"/>
              <a:gd name="T39" fmla="*/ 363 h 412"/>
              <a:gd name="T40" fmla="*/ 702 w 969"/>
              <a:gd name="T41" fmla="*/ 363 h 412"/>
              <a:gd name="T42" fmla="*/ 682 w 969"/>
              <a:gd name="T43" fmla="*/ 315 h 412"/>
              <a:gd name="T44" fmla="*/ 702 w 969"/>
              <a:gd name="T45" fmla="*/ 268 h 412"/>
              <a:gd name="T46" fmla="*/ 796 w 969"/>
              <a:gd name="T47" fmla="*/ 268 h 412"/>
              <a:gd name="T48" fmla="*/ 796 w 969"/>
              <a:gd name="T49" fmla="*/ 363 h 412"/>
              <a:gd name="T50" fmla="*/ 31 w 969"/>
              <a:gd name="T51" fmla="*/ 206 h 412"/>
              <a:gd name="T52" fmla="*/ 35 w 969"/>
              <a:gd name="T53" fmla="*/ 180 h 412"/>
              <a:gd name="T54" fmla="*/ 36 w 969"/>
              <a:gd name="T55" fmla="*/ 176 h 412"/>
              <a:gd name="T56" fmla="*/ 219 w 969"/>
              <a:gd name="T57" fmla="*/ 29 h 412"/>
              <a:gd name="T58" fmla="*/ 536 w 969"/>
              <a:gd name="T59" fmla="*/ 29 h 412"/>
              <a:gd name="T60" fmla="*/ 689 w 969"/>
              <a:gd name="T61" fmla="*/ 138 h 412"/>
              <a:gd name="T62" fmla="*/ 717 w 969"/>
              <a:gd name="T63" fmla="*/ 153 h 412"/>
              <a:gd name="T64" fmla="*/ 869 w 969"/>
              <a:gd name="T65" fmla="*/ 192 h 412"/>
              <a:gd name="T66" fmla="*/ 935 w 969"/>
              <a:gd name="T67" fmla="*/ 216 h 412"/>
              <a:gd name="T68" fmla="*/ 937 w 969"/>
              <a:gd name="T69" fmla="*/ 300 h 412"/>
              <a:gd name="T70" fmla="*/ 749 w 969"/>
              <a:gd name="T71" fmla="*/ 219 h 412"/>
              <a:gd name="T72" fmla="*/ 274 w 969"/>
              <a:gd name="T73" fmla="*/ 300 h 412"/>
              <a:gd name="T74" fmla="*/ 84 w 969"/>
              <a:gd name="T75" fmla="*/ 300 h 412"/>
              <a:gd name="T76" fmla="*/ 31 w 969"/>
              <a:gd name="T77" fmla="*/ 275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969" h="412">
                <a:moveTo>
                  <a:pt x="56" y="331"/>
                </a:moveTo>
                <a:lnTo>
                  <a:pt x="56" y="331"/>
                </a:lnTo>
                <a:cubicBezTo>
                  <a:pt x="84" y="331"/>
                  <a:pt x="84" y="331"/>
                  <a:pt x="84" y="331"/>
                </a:cubicBezTo>
                <a:cubicBezTo>
                  <a:pt x="91" y="377"/>
                  <a:pt x="130" y="411"/>
                  <a:pt x="179" y="411"/>
                </a:cubicBezTo>
                <a:cubicBezTo>
                  <a:pt x="226" y="411"/>
                  <a:pt x="267" y="377"/>
                  <a:pt x="274" y="331"/>
                </a:cubicBezTo>
                <a:cubicBezTo>
                  <a:pt x="654" y="331"/>
                  <a:pt x="654" y="331"/>
                  <a:pt x="654" y="331"/>
                </a:cubicBezTo>
                <a:cubicBezTo>
                  <a:pt x="661" y="377"/>
                  <a:pt x="700" y="411"/>
                  <a:pt x="749" y="411"/>
                </a:cubicBezTo>
                <a:cubicBezTo>
                  <a:pt x="796" y="411"/>
                  <a:pt x="837" y="377"/>
                  <a:pt x="844" y="331"/>
                </a:cubicBezTo>
                <a:cubicBezTo>
                  <a:pt x="953" y="331"/>
                  <a:pt x="953" y="331"/>
                  <a:pt x="953" y="331"/>
                </a:cubicBezTo>
                <a:cubicBezTo>
                  <a:pt x="957" y="331"/>
                  <a:pt x="961" y="328"/>
                  <a:pt x="964" y="325"/>
                </a:cubicBezTo>
                <a:cubicBezTo>
                  <a:pt x="967" y="322"/>
                  <a:pt x="968" y="319"/>
                  <a:pt x="968" y="315"/>
                </a:cubicBezTo>
                <a:cubicBezTo>
                  <a:pt x="968" y="219"/>
                  <a:pt x="968" y="219"/>
                  <a:pt x="968" y="219"/>
                </a:cubicBezTo>
                <a:cubicBezTo>
                  <a:pt x="968" y="212"/>
                  <a:pt x="965" y="206"/>
                  <a:pt x="962" y="202"/>
                </a:cubicBezTo>
                <a:cubicBezTo>
                  <a:pt x="957" y="195"/>
                  <a:pt x="950" y="191"/>
                  <a:pt x="943" y="187"/>
                </a:cubicBezTo>
                <a:cubicBezTo>
                  <a:pt x="921" y="174"/>
                  <a:pt x="890" y="166"/>
                  <a:pt x="875" y="163"/>
                </a:cubicBezTo>
                <a:cubicBezTo>
                  <a:pt x="725" y="126"/>
                  <a:pt x="725" y="126"/>
                  <a:pt x="725" y="126"/>
                </a:cubicBezTo>
                <a:cubicBezTo>
                  <a:pt x="724" y="124"/>
                  <a:pt x="724" y="124"/>
                  <a:pt x="724" y="124"/>
                </a:cubicBezTo>
                <a:cubicBezTo>
                  <a:pt x="718" y="124"/>
                  <a:pt x="713" y="121"/>
                  <a:pt x="710" y="117"/>
                </a:cubicBezTo>
                <a:cubicBezTo>
                  <a:pt x="632" y="40"/>
                  <a:pt x="632" y="40"/>
                  <a:pt x="632" y="40"/>
                </a:cubicBezTo>
                <a:cubicBezTo>
                  <a:pt x="607" y="14"/>
                  <a:pt x="572" y="0"/>
                  <a:pt x="536" y="0"/>
                </a:cubicBezTo>
                <a:cubicBezTo>
                  <a:pt x="260" y="0"/>
                  <a:pt x="260" y="0"/>
                  <a:pt x="260" y="0"/>
                </a:cubicBezTo>
                <a:cubicBezTo>
                  <a:pt x="219" y="0"/>
                  <a:pt x="219" y="0"/>
                  <a:pt x="219" y="0"/>
                </a:cubicBezTo>
                <a:cubicBezTo>
                  <a:pt x="163" y="0"/>
                  <a:pt x="110" y="27"/>
                  <a:pt x="77" y="71"/>
                </a:cubicBezTo>
                <a:cubicBezTo>
                  <a:pt x="11" y="158"/>
                  <a:pt x="11" y="158"/>
                  <a:pt x="11" y="158"/>
                </a:cubicBezTo>
                <a:cubicBezTo>
                  <a:pt x="9" y="163"/>
                  <a:pt x="7" y="166"/>
                  <a:pt x="6" y="170"/>
                </a:cubicBezTo>
                <a:cubicBezTo>
                  <a:pt x="3" y="183"/>
                  <a:pt x="0" y="198"/>
                  <a:pt x="0" y="206"/>
                </a:cubicBezTo>
                <a:cubicBezTo>
                  <a:pt x="0" y="275"/>
                  <a:pt x="0" y="275"/>
                  <a:pt x="0" y="275"/>
                </a:cubicBezTo>
                <a:cubicBezTo>
                  <a:pt x="0" y="305"/>
                  <a:pt x="25" y="331"/>
                  <a:pt x="56" y="331"/>
                </a:cubicBezTo>
                <a:close/>
                <a:moveTo>
                  <a:pt x="226" y="363"/>
                </a:moveTo>
                <a:lnTo>
                  <a:pt x="226" y="363"/>
                </a:lnTo>
                <a:cubicBezTo>
                  <a:pt x="214" y="374"/>
                  <a:pt x="197" y="382"/>
                  <a:pt x="179" y="382"/>
                </a:cubicBezTo>
                <a:cubicBezTo>
                  <a:pt x="161" y="382"/>
                  <a:pt x="144" y="374"/>
                  <a:pt x="131" y="363"/>
                </a:cubicBezTo>
                <a:cubicBezTo>
                  <a:pt x="119" y="350"/>
                  <a:pt x="112" y="333"/>
                  <a:pt x="112" y="315"/>
                </a:cubicBezTo>
                <a:cubicBezTo>
                  <a:pt x="112" y="297"/>
                  <a:pt x="119" y="280"/>
                  <a:pt x="131" y="268"/>
                </a:cubicBezTo>
                <a:cubicBezTo>
                  <a:pt x="144" y="257"/>
                  <a:pt x="161" y="248"/>
                  <a:pt x="179" y="248"/>
                </a:cubicBezTo>
                <a:cubicBezTo>
                  <a:pt x="197" y="248"/>
                  <a:pt x="214" y="257"/>
                  <a:pt x="226" y="268"/>
                </a:cubicBezTo>
                <a:cubicBezTo>
                  <a:pt x="237" y="280"/>
                  <a:pt x="246" y="297"/>
                  <a:pt x="246" y="315"/>
                </a:cubicBezTo>
                <a:cubicBezTo>
                  <a:pt x="246" y="333"/>
                  <a:pt x="237" y="350"/>
                  <a:pt x="226" y="363"/>
                </a:cubicBezTo>
                <a:close/>
                <a:moveTo>
                  <a:pt x="796" y="363"/>
                </a:moveTo>
                <a:lnTo>
                  <a:pt x="796" y="363"/>
                </a:lnTo>
                <a:cubicBezTo>
                  <a:pt x="784" y="374"/>
                  <a:pt x="767" y="382"/>
                  <a:pt x="749" y="382"/>
                </a:cubicBezTo>
                <a:cubicBezTo>
                  <a:pt x="731" y="382"/>
                  <a:pt x="714" y="374"/>
                  <a:pt x="702" y="363"/>
                </a:cubicBezTo>
                <a:cubicBezTo>
                  <a:pt x="690" y="350"/>
                  <a:pt x="682" y="333"/>
                  <a:pt x="682" y="315"/>
                </a:cubicBezTo>
                <a:lnTo>
                  <a:pt x="682" y="315"/>
                </a:lnTo>
                <a:lnTo>
                  <a:pt x="682" y="315"/>
                </a:lnTo>
                <a:cubicBezTo>
                  <a:pt x="682" y="297"/>
                  <a:pt x="690" y="280"/>
                  <a:pt x="702" y="268"/>
                </a:cubicBezTo>
                <a:cubicBezTo>
                  <a:pt x="714" y="257"/>
                  <a:pt x="731" y="248"/>
                  <a:pt x="749" y="248"/>
                </a:cubicBezTo>
                <a:cubicBezTo>
                  <a:pt x="767" y="248"/>
                  <a:pt x="784" y="257"/>
                  <a:pt x="796" y="268"/>
                </a:cubicBezTo>
                <a:cubicBezTo>
                  <a:pt x="808" y="280"/>
                  <a:pt x="816" y="297"/>
                  <a:pt x="816" y="315"/>
                </a:cubicBezTo>
                <a:cubicBezTo>
                  <a:pt x="816" y="333"/>
                  <a:pt x="808" y="350"/>
                  <a:pt x="796" y="363"/>
                </a:cubicBezTo>
                <a:close/>
                <a:moveTo>
                  <a:pt x="31" y="206"/>
                </a:moveTo>
                <a:lnTo>
                  <a:pt x="31" y="206"/>
                </a:lnTo>
                <a:cubicBezTo>
                  <a:pt x="31" y="204"/>
                  <a:pt x="31" y="195"/>
                  <a:pt x="32" y="188"/>
                </a:cubicBezTo>
                <a:cubicBezTo>
                  <a:pt x="32" y="185"/>
                  <a:pt x="34" y="181"/>
                  <a:pt x="35" y="180"/>
                </a:cubicBezTo>
                <a:cubicBezTo>
                  <a:pt x="35" y="177"/>
                  <a:pt x="35" y="177"/>
                  <a:pt x="35" y="177"/>
                </a:cubicBezTo>
                <a:cubicBezTo>
                  <a:pt x="36" y="176"/>
                  <a:pt x="36" y="176"/>
                  <a:pt x="36" y="176"/>
                </a:cubicBezTo>
                <a:cubicBezTo>
                  <a:pt x="101" y="89"/>
                  <a:pt x="101" y="89"/>
                  <a:pt x="101" y="89"/>
                </a:cubicBezTo>
                <a:cubicBezTo>
                  <a:pt x="128" y="52"/>
                  <a:pt x="173" y="29"/>
                  <a:pt x="219" y="29"/>
                </a:cubicBezTo>
                <a:cubicBezTo>
                  <a:pt x="260" y="29"/>
                  <a:pt x="260" y="29"/>
                  <a:pt x="260" y="29"/>
                </a:cubicBezTo>
                <a:cubicBezTo>
                  <a:pt x="536" y="29"/>
                  <a:pt x="536" y="29"/>
                  <a:pt x="536" y="29"/>
                </a:cubicBezTo>
                <a:cubicBezTo>
                  <a:pt x="564" y="29"/>
                  <a:pt x="592" y="42"/>
                  <a:pt x="611" y="61"/>
                </a:cubicBezTo>
                <a:cubicBezTo>
                  <a:pt x="689" y="138"/>
                  <a:pt x="689" y="138"/>
                  <a:pt x="689" y="138"/>
                </a:cubicBezTo>
                <a:cubicBezTo>
                  <a:pt x="696" y="146"/>
                  <a:pt x="706" y="152"/>
                  <a:pt x="717" y="153"/>
                </a:cubicBezTo>
                <a:lnTo>
                  <a:pt x="717" y="153"/>
                </a:lnTo>
                <a:cubicBezTo>
                  <a:pt x="868" y="192"/>
                  <a:pt x="868" y="192"/>
                  <a:pt x="868" y="192"/>
                </a:cubicBezTo>
                <a:cubicBezTo>
                  <a:pt x="869" y="192"/>
                  <a:pt x="869" y="192"/>
                  <a:pt x="869" y="192"/>
                </a:cubicBezTo>
                <a:cubicBezTo>
                  <a:pt x="877" y="194"/>
                  <a:pt x="897" y="199"/>
                  <a:pt x="914" y="206"/>
                </a:cubicBezTo>
                <a:cubicBezTo>
                  <a:pt x="922" y="209"/>
                  <a:pt x="929" y="213"/>
                  <a:pt x="935" y="216"/>
                </a:cubicBezTo>
                <a:cubicBezTo>
                  <a:pt x="936" y="218"/>
                  <a:pt x="937" y="219"/>
                  <a:pt x="937" y="220"/>
                </a:cubicBezTo>
                <a:cubicBezTo>
                  <a:pt x="937" y="300"/>
                  <a:pt x="937" y="300"/>
                  <a:pt x="937" y="300"/>
                </a:cubicBezTo>
                <a:cubicBezTo>
                  <a:pt x="844" y="300"/>
                  <a:pt x="844" y="300"/>
                  <a:pt x="844" y="300"/>
                </a:cubicBezTo>
                <a:cubicBezTo>
                  <a:pt x="837" y="254"/>
                  <a:pt x="796" y="219"/>
                  <a:pt x="749" y="219"/>
                </a:cubicBezTo>
                <a:cubicBezTo>
                  <a:pt x="700" y="219"/>
                  <a:pt x="661" y="254"/>
                  <a:pt x="654" y="300"/>
                </a:cubicBezTo>
                <a:cubicBezTo>
                  <a:pt x="274" y="300"/>
                  <a:pt x="274" y="300"/>
                  <a:pt x="274" y="300"/>
                </a:cubicBezTo>
                <a:cubicBezTo>
                  <a:pt x="267" y="254"/>
                  <a:pt x="226" y="219"/>
                  <a:pt x="179" y="219"/>
                </a:cubicBezTo>
                <a:cubicBezTo>
                  <a:pt x="130" y="219"/>
                  <a:pt x="91" y="254"/>
                  <a:pt x="84" y="300"/>
                </a:cubicBezTo>
                <a:cubicBezTo>
                  <a:pt x="56" y="300"/>
                  <a:pt x="56" y="300"/>
                  <a:pt x="56" y="300"/>
                </a:cubicBezTo>
                <a:cubicBezTo>
                  <a:pt x="42" y="300"/>
                  <a:pt x="31" y="289"/>
                  <a:pt x="31" y="275"/>
                </a:cubicBezTo>
                <a:lnTo>
                  <a:pt x="31" y="206"/>
                </a:lnTo>
                <a:close/>
              </a:path>
            </a:pathLst>
          </a:custGeom>
          <a:solidFill>
            <a:schemeClr val="accent4"/>
          </a:solidFill>
          <a:ln>
            <a:noFill/>
          </a:ln>
          <a:effectLst/>
        </p:spPr>
        <p:txBody>
          <a:bodyPr wrap="none" anchor="ctr"/>
          <a:lstStyle/>
          <a:p>
            <a:endParaRPr lang="da-DK"/>
          </a:p>
        </p:txBody>
      </p:sp>
      <p:grpSp>
        <p:nvGrpSpPr>
          <p:cNvPr id="20" name="Group 23">
            <a:extLst>
              <a:ext uri="{FF2B5EF4-FFF2-40B4-BE49-F238E27FC236}">
                <a16:creationId xmlns:a16="http://schemas.microsoft.com/office/drawing/2014/main" id="{5C4C8D9E-0302-F109-AA84-8F67629741CB}"/>
              </a:ext>
            </a:extLst>
          </p:cNvPr>
          <p:cNvGrpSpPr/>
          <p:nvPr/>
        </p:nvGrpSpPr>
        <p:grpSpPr>
          <a:xfrm>
            <a:off x="10198769" y="2056507"/>
            <a:ext cx="257175" cy="214312"/>
            <a:chOff x="9170988" y="2395538"/>
            <a:chExt cx="257175" cy="214312"/>
          </a:xfrm>
          <a:solidFill>
            <a:schemeClr val="accent4"/>
          </a:solidFill>
        </p:grpSpPr>
        <p:sp>
          <p:nvSpPr>
            <p:cNvPr id="21" name="Freeform 16">
              <a:extLst>
                <a:ext uri="{FF2B5EF4-FFF2-40B4-BE49-F238E27FC236}">
                  <a16:creationId xmlns:a16="http://schemas.microsoft.com/office/drawing/2014/main" id="{95064DA3-DEE8-7520-0136-1F2DB02C817D}"/>
                </a:ext>
              </a:extLst>
            </p:cNvPr>
            <p:cNvSpPr>
              <a:spLocks noChangeArrowheads="1"/>
            </p:cNvSpPr>
            <p:nvPr/>
          </p:nvSpPr>
          <p:spPr bwMode="auto">
            <a:xfrm>
              <a:off x="9170988" y="2395538"/>
              <a:ext cx="257175" cy="214312"/>
            </a:xfrm>
            <a:custGeom>
              <a:avLst/>
              <a:gdLst>
                <a:gd name="T0" fmla="*/ 504 w 716"/>
                <a:gd name="T1" fmla="*/ 401 h 596"/>
                <a:gd name="T2" fmla="*/ 371 w 716"/>
                <a:gd name="T3" fmla="*/ 120 h 596"/>
                <a:gd name="T4" fmla="*/ 73 w 716"/>
                <a:gd name="T5" fmla="*/ 0 h 596"/>
                <a:gd name="T6" fmla="*/ 29 w 716"/>
                <a:gd name="T7" fmla="*/ 359 h 596"/>
                <a:gd name="T8" fmla="*/ 0 w 716"/>
                <a:gd name="T9" fmla="*/ 490 h 596"/>
                <a:gd name="T10" fmla="*/ 58 w 716"/>
                <a:gd name="T11" fmla="*/ 535 h 596"/>
                <a:gd name="T12" fmla="*/ 178 w 716"/>
                <a:gd name="T13" fmla="*/ 535 h 596"/>
                <a:gd name="T14" fmla="*/ 430 w 716"/>
                <a:gd name="T15" fmla="*/ 595 h 596"/>
                <a:gd name="T16" fmla="*/ 503 w 716"/>
                <a:gd name="T17" fmla="*/ 506 h 596"/>
                <a:gd name="T18" fmla="*/ 581 w 716"/>
                <a:gd name="T19" fmla="*/ 506 h 596"/>
                <a:gd name="T20" fmla="*/ 702 w 716"/>
                <a:gd name="T21" fmla="*/ 475 h 596"/>
                <a:gd name="T22" fmla="*/ 694 w 716"/>
                <a:gd name="T23" fmla="*/ 447 h 596"/>
                <a:gd name="T24" fmla="*/ 504 w 716"/>
                <a:gd name="T25" fmla="*/ 101 h 596"/>
                <a:gd name="T26" fmla="*/ 475 w 716"/>
                <a:gd name="T27" fmla="*/ 107 h 596"/>
                <a:gd name="T28" fmla="*/ 560 w 716"/>
                <a:gd name="T29" fmla="*/ 477 h 596"/>
                <a:gd name="T30" fmla="*/ 504 w 716"/>
                <a:gd name="T31" fmla="*/ 401 h 596"/>
                <a:gd name="T32" fmla="*/ 58 w 716"/>
                <a:gd name="T33" fmla="*/ 44 h 596"/>
                <a:gd name="T34" fmla="*/ 192 w 716"/>
                <a:gd name="T35" fmla="*/ 30 h 596"/>
                <a:gd name="T36" fmla="*/ 437 w 716"/>
                <a:gd name="T37" fmla="*/ 357 h 596"/>
                <a:gd name="T38" fmla="*/ 58 w 716"/>
                <a:gd name="T39" fmla="*/ 44 h 596"/>
                <a:gd name="T40" fmla="*/ 118 w 716"/>
                <a:gd name="T41" fmla="*/ 566 h 596"/>
                <a:gd name="T42" fmla="*/ 118 w 716"/>
                <a:gd name="T43" fmla="*/ 506 h 596"/>
                <a:gd name="T44" fmla="*/ 118 w 716"/>
                <a:gd name="T45" fmla="*/ 566 h 596"/>
                <a:gd name="T46" fmla="*/ 170 w 716"/>
                <a:gd name="T47" fmla="*/ 506 h 596"/>
                <a:gd name="T48" fmla="*/ 67 w 716"/>
                <a:gd name="T49" fmla="*/ 506 h 596"/>
                <a:gd name="T50" fmla="*/ 33 w 716"/>
                <a:gd name="T51" fmla="*/ 502 h 596"/>
                <a:gd name="T52" fmla="*/ 29 w 716"/>
                <a:gd name="T53" fmla="*/ 401 h 596"/>
                <a:gd name="T54" fmla="*/ 44 w 716"/>
                <a:gd name="T55" fmla="*/ 387 h 596"/>
                <a:gd name="T56" fmla="*/ 471 w 716"/>
                <a:gd name="T57" fmla="*/ 391 h 596"/>
                <a:gd name="T58" fmla="*/ 475 w 716"/>
                <a:gd name="T59" fmla="*/ 461 h 596"/>
                <a:gd name="T60" fmla="*/ 358 w 716"/>
                <a:gd name="T61" fmla="*/ 506 h 596"/>
                <a:gd name="T62" fmla="*/ 430 w 716"/>
                <a:gd name="T63" fmla="*/ 566 h 596"/>
                <a:gd name="T64" fmla="*/ 386 w 716"/>
                <a:gd name="T65" fmla="*/ 521 h 596"/>
                <a:gd name="T66" fmla="*/ 386 w 716"/>
                <a:gd name="T67" fmla="*/ 521 h 596"/>
                <a:gd name="T68" fmla="*/ 475 w 716"/>
                <a:gd name="T69" fmla="*/ 52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6" h="596">
                  <a:moveTo>
                    <a:pt x="504" y="401"/>
                  </a:moveTo>
                  <a:lnTo>
                    <a:pt x="504" y="401"/>
                  </a:lnTo>
                  <a:cubicBezTo>
                    <a:pt x="504" y="380"/>
                    <a:pt x="490" y="364"/>
                    <a:pt x="471" y="358"/>
                  </a:cubicBezTo>
                  <a:cubicBezTo>
                    <a:pt x="371" y="120"/>
                    <a:pt x="371" y="120"/>
                    <a:pt x="371" y="120"/>
                  </a:cubicBezTo>
                  <a:cubicBezTo>
                    <a:pt x="341" y="47"/>
                    <a:pt x="270" y="0"/>
                    <a:pt x="192" y="0"/>
                  </a:cubicBezTo>
                  <a:cubicBezTo>
                    <a:pt x="73" y="0"/>
                    <a:pt x="73" y="0"/>
                    <a:pt x="73" y="0"/>
                  </a:cubicBezTo>
                  <a:cubicBezTo>
                    <a:pt x="48" y="0"/>
                    <a:pt x="29" y="21"/>
                    <a:pt x="29" y="44"/>
                  </a:cubicBezTo>
                  <a:cubicBezTo>
                    <a:pt x="29" y="359"/>
                    <a:pt x="29" y="359"/>
                    <a:pt x="29" y="359"/>
                  </a:cubicBezTo>
                  <a:cubicBezTo>
                    <a:pt x="12" y="366"/>
                    <a:pt x="0" y="382"/>
                    <a:pt x="0" y="401"/>
                  </a:cubicBezTo>
                  <a:cubicBezTo>
                    <a:pt x="0" y="490"/>
                    <a:pt x="0" y="490"/>
                    <a:pt x="0" y="490"/>
                  </a:cubicBezTo>
                  <a:cubicBezTo>
                    <a:pt x="0" y="516"/>
                    <a:pt x="19" y="535"/>
                    <a:pt x="44" y="535"/>
                  </a:cubicBezTo>
                  <a:cubicBezTo>
                    <a:pt x="58" y="535"/>
                    <a:pt x="58" y="535"/>
                    <a:pt x="58" y="535"/>
                  </a:cubicBezTo>
                  <a:cubicBezTo>
                    <a:pt x="58" y="569"/>
                    <a:pt x="85" y="595"/>
                    <a:pt x="118" y="595"/>
                  </a:cubicBezTo>
                  <a:cubicBezTo>
                    <a:pt x="152" y="595"/>
                    <a:pt x="178" y="569"/>
                    <a:pt x="178" y="535"/>
                  </a:cubicBezTo>
                  <a:cubicBezTo>
                    <a:pt x="358" y="535"/>
                    <a:pt x="358" y="535"/>
                    <a:pt x="358" y="535"/>
                  </a:cubicBezTo>
                  <a:cubicBezTo>
                    <a:pt x="365" y="570"/>
                    <a:pt x="394" y="595"/>
                    <a:pt x="430" y="595"/>
                  </a:cubicBezTo>
                  <a:cubicBezTo>
                    <a:pt x="471" y="595"/>
                    <a:pt x="504" y="562"/>
                    <a:pt x="504" y="521"/>
                  </a:cubicBezTo>
                  <a:cubicBezTo>
                    <a:pt x="504" y="516"/>
                    <a:pt x="504" y="510"/>
                    <a:pt x="503" y="506"/>
                  </a:cubicBezTo>
                  <a:cubicBezTo>
                    <a:pt x="580" y="506"/>
                    <a:pt x="580" y="506"/>
                    <a:pt x="580" y="506"/>
                  </a:cubicBezTo>
                  <a:lnTo>
                    <a:pt x="581" y="506"/>
                  </a:lnTo>
                  <a:lnTo>
                    <a:pt x="583" y="506"/>
                  </a:lnTo>
                  <a:cubicBezTo>
                    <a:pt x="702" y="475"/>
                    <a:pt x="702" y="475"/>
                    <a:pt x="702" y="475"/>
                  </a:cubicBezTo>
                  <a:cubicBezTo>
                    <a:pt x="709" y="474"/>
                    <a:pt x="715" y="465"/>
                    <a:pt x="712" y="457"/>
                  </a:cubicBezTo>
                  <a:cubicBezTo>
                    <a:pt x="711" y="450"/>
                    <a:pt x="702" y="444"/>
                    <a:pt x="694" y="447"/>
                  </a:cubicBezTo>
                  <a:cubicBezTo>
                    <a:pt x="591" y="472"/>
                    <a:pt x="591" y="472"/>
                    <a:pt x="591" y="472"/>
                  </a:cubicBezTo>
                  <a:cubicBezTo>
                    <a:pt x="504" y="101"/>
                    <a:pt x="504" y="101"/>
                    <a:pt x="504" y="101"/>
                  </a:cubicBezTo>
                  <a:cubicBezTo>
                    <a:pt x="503" y="93"/>
                    <a:pt x="495" y="87"/>
                    <a:pt x="486" y="90"/>
                  </a:cubicBezTo>
                  <a:cubicBezTo>
                    <a:pt x="479" y="92"/>
                    <a:pt x="474" y="100"/>
                    <a:pt x="475" y="107"/>
                  </a:cubicBezTo>
                  <a:lnTo>
                    <a:pt x="475" y="107"/>
                  </a:lnTo>
                  <a:cubicBezTo>
                    <a:pt x="560" y="477"/>
                    <a:pt x="560" y="477"/>
                    <a:pt x="560" y="477"/>
                  </a:cubicBezTo>
                  <a:cubicBezTo>
                    <a:pt x="504" y="477"/>
                    <a:pt x="504" y="477"/>
                    <a:pt x="504" y="477"/>
                  </a:cubicBezTo>
                  <a:lnTo>
                    <a:pt x="504" y="401"/>
                  </a:lnTo>
                  <a:close/>
                  <a:moveTo>
                    <a:pt x="58" y="44"/>
                  </a:moveTo>
                  <a:lnTo>
                    <a:pt x="58" y="44"/>
                  </a:lnTo>
                  <a:cubicBezTo>
                    <a:pt x="58" y="36"/>
                    <a:pt x="65" y="30"/>
                    <a:pt x="73" y="30"/>
                  </a:cubicBezTo>
                  <a:cubicBezTo>
                    <a:pt x="192" y="30"/>
                    <a:pt x="192" y="30"/>
                    <a:pt x="192" y="30"/>
                  </a:cubicBezTo>
                  <a:cubicBezTo>
                    <a:pt x="259" y="30"/>
                    <a:pt x="318" y="69"/>
                    <a:pt x="344" y="131"/>
                  </a:cubicBezTo>
                  <a:cubicBezTo>
                    <a:pt x="437" y="357"/>
                    <a:pt x="437" y="357"/>
                    <a:pt x="437" y="357"/>
                  </a:cubicBezTo>
                  <a:cubicBezTo>
                    <a:pt x="58" y="357"/>
                    <a:pt x="58" y="357"/>
                    <a:pt x="58" y="357"/>
                  </a:cubicBezTo>
                  <a:lnTo>
                    <a:pt x="58" y="44"/>
                  </a:lnTo>
                  <a:close/>
                  <a:moveTo>
                    <a:pt x="118" y="566"/>
                  </a:moveTo>
                  <a:lnTo>
                    <a:pt x="118" y="566"/>
                  </a:lnTo>
                  <a:cubicBezTo>
                    <a:pt x="101" y="566"/>
                    <a:pt x="89" y="552"/>
                    <a:pt x="89" y="535"/>
                  </a:cubicBezTo>
                  <a:cubicBezTo>
                    <a:pt x="89" y="520"/>
                    <a:pt x="101" y="506"/>
                    <a:pt x="118" y="506"/>
                  </a:cubicBezTo>
                  <a:cubicBezTo>
                    <a:pt x="135" y="506"/>
                    <a:pt x="147" y="520"/>
                    <a:pt x="147" y="535"/>
                  </a:cubicBezTo>
                  <a:cubicBezTo>
                    <a:pt x="147" y="552"/>
                    <a:pt x="135" y="566"/>
                    <a:pt x="118" y="566"/>
                  </a:cubicBezTo>
                  <a:close/>
                  <a:moveTo>
                    <a:pt x="170" y="506"/>
                  </a:moveTo>
                  <a:lnTo>
                    <a:pt x="170" y="506"/>
                  </a:lnTo>
                  <a:cubicBezTo>
                    <a:pt x="159" y="488"/>
                    <a:pt x="140" y="477"/>
                    <a:pt x="118" y="477"/>
                  </a:cubicBezTo>
                  <a:cubicBezTo>
                    <a:pt x="96" y="477"/>
                    <a:pt x="78" y="488"/>
                    <a:pt x="67" y="506"/>
                  </a:cubicBezTo>
                  <a:cubicBezTo>
                    <a:pt x="44" y="506"/>
                    <a:pt x="44" y="506"/>
                    <a:pt x="44" y="506"/>
                  </a:cubicBezTo>
                  <a:cubicBezTo>
                    <a:pt x="40" y="506"/>
                    <a:pt x="36" y="504"/>
                    <a:pt x="33" y="502"/>
                  </a:cubicBezTo>
                  <a:cubicBezTo>
                    <a:pt x="30" y="499"/>
                    <a:pt x="29" y="495"/>
                    <a:pt x="29" y="490"/>
                  </a:cubicBezTo>
                  <a:cubicBezTo>
                    <a:pt x="29" y="401"/>
                    <a:pt x="29" y="401"/>
                    <a:pt x="29" y="401"/>
                  </a:cubicBezTo>
                  <a:cubicBezTo>
                    <a:pt x="29" y="397"/>
                    <a:pt x="30" y="394"/>
                    <a:pt x="33" y="391"/>
                  </a:cubicBezTo>
                  <a:cubicBezTo>
                    <a:pt x="36" y="389"/>
                    <a:pt x="40" y="387"/>
                    <a:pt x="44" y="387"/>
                  </a:cubicBezTo>
                  <a:cubicBezTo>
                    <a:pt x="460" y="387"/>
                    <a:pt x="460" y="387"/>
                    <a:pt x="460" y="387"/>
                  </a:cubicBezTo>
                  <a:cubicBezTo>
                    <a:pt x="464" y="387"/>
                    <a:pt x="468" y="389"/>
                    <a:pt x="471" y="391"/>
                  </a:cubicBezTo>
                  <a:cubicBezTo>
                    <a:pt x="474" y="394"/>
                    <a:pt x="475" y="397"/>
                    <a:pt x="475" y="401"/>
                  </a:cubicBezTo>
                  <a:cubicBezTo>
                    <a:pt x="475" y="461"/>
                    <a:pt x="475" y="461"/>
                    <a:pt x="475" y="461"/>
                  </a:cubicBezTo>
                  <a:cubicBezTo>
                    <a:pt x="463" y="453"/>
                    <a:pt x="447" y="446"/>
                    <a:pt x="430" y="446"/>
                  </a:cubicBezTo>
                  <a:cubicBezTo>
                    <a:pt x="394" y="446"/>
                    <a:pt x="365" y="472"/>
                    <a:pt x="358" y="506"/>
                  </a:cubicBezTo>
                  <a:lnTo>
                    <a:pt x="170" y="506"/>
                  </a:lnTo>
                  <a:close/>
                  <a:moveTo>
                    <a:pt x="430" y="566"/>
                  </a:moveTo>
                  <a:lnTo>
                    <a:pt x="430" y="566"/>
                  </a:lnTo>
                  <a:cubicBezTo>
                    <a:pt x="405" y="566"/>
                    <a:pt x="386" y="545"/>
                    <a:pt x="386" y="521"/>
                  </a:cubicBezTo>
                  <a:lnTo>
                    <a:pt x="386" y="521"/>
                  </a:lnTo>
                  <a:lnTo>
                    <a:pt x="386" y="521"/>
                  </a:lnTo>
                  <a:cubicBezTo>
                    <a:pt x="386" y="496"/>
                    <a:pt x="405" y="477"/>
                    <a:pt x="430" y="477"/>
                  </a:cubicBezTo>
                  <a:cubicBezTo>
                    <a:pt x="456" y="477"/>
                    <a:pt x="475" y="496"/>
                    <a:pt x="475" y="521"/>
                  </a:cubicBezTo>
                  <a:cubicBezTo>
                    <a:pt x="475" y="545"/>
                    <a:pt x="456" y="566"/>
                    <a:pt x="430"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7">
              <a:extLst>
                <a:ext uri="{FF2B5EF4-FFF2-40B4-BE49-F238E27FC236}">
                  <a16:creationId xmlns:a16="http://schemas.microsoft.com/office/drawing/2014/main" id="{DDFBADD9-17EA-4FEC-C442-B5CCE291D778}"/>
                </a:ext>
              </a:extLst>
            </p:cNvPr>
            <p:cNvSpPr>
              <a:spLocks noChangeArrowheads="1"/>
            </p:cNvSpPr>
            <p:nvPr/>
          </p:nvSpPr>
          <p:spPr bwMode="auto">
            <a:xfrm>
              <a:off x="9202738" y="2438400"/>
              <a:ext cx="53975" cy="74613"/>
            </a:xfrm>
            <a:custGeom>
              <a:avLst/>
              <a:gdLst>
                <a:gd name="T0" fmla="*/ 134 w 149"/>
                <a:gd name="T1" fmla="*/ 178 h 208"/>
                <a:gd name="T2" fmla="*/ 134 w 149"/>
                <a:gd name="T3" fmla="*/ 178 h 208"/>
                <a:gd name="T4" fmla="*/ 44 w 149"/>
                <a:gd name="T5" fmla="*/ 178 h 208"/>
                <a:gd name="T6" fmla="*/ 29 w 149"/>
                <a:gd name="T7" fmla="*/ 163 h 208"/>
                <a:gd name="T8" fmla="*/ 29 w 149"/>
                <a:gd name="T9" fmla="*/ 13 h 208"/>
                <a:gd name="T10" fmla="*/ 14 w 149"/>
                <a:gd name="T11" fmla="*/ 0 h 208"/>
                <a:gd name="T12" fmla="*/ 0 w 149"/>
                <a:gd name="T13" fmla="*/ 13 h 208"/>
                <a:gd name="T14" fmla="*/ 0 w 149"/>
                <a:gd name="T15" fmla="*/ 13 h 208"/>
                <a:gd name="T16" fmla="*/ 0 w 149"/>
                <a:gd name="T17" fmla="*/ 163 h 208"/>
                <a:gd name="T18" fmla="*/ 44 w 149"/>
                <a:gd name="T19" fmla="*/ 207 h 208"/>
                <a:gd name="T20" fmla="*/ 134 w 149"/>
                <a:gd name="T21" fmla="*/ 207 h 208"/>
                <a:gd name="T22" fmla="*/ 148 w 149"/>
                <a:gd name="T23" fmla="*/ 192 h 208"/>
                <a:gd name="T24" fmla="*/ 134 w 149"/>
                <a:gd name="T25" fmla="*/ 178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49" h="208">
                  <a:moveTo>
                    <a:pt x="134" y="178"/>
                  </a:moveTo>
                  <a:lnTo>
                    <a:pt x="134" y="178"/>
                  </a:lnTo>
                  <a:cubicBezTo>
                    <a:pt x="44" y="178"/>
                    <a:pt x="44" y="178"/>
                    <a:pt x="44" y="178"/>
                  </a:cubicBezTo>
                  <a:cubicBezTo>
                    <a:pt x="36" y="178"/>
                    <a:pt x="29" y="171"/>
                    <a:pt x="29" y="163"/>
                  </a:cubicBezTo>
                  <a:cubicBezTo>
                    <a:pt x="29" y="13"/>
                    <a:pt x="29" y="13"/>
                    <a:pt x="29" y="13"/>
                  </a:cubicBezTo>
                  <a:cubicBezTo>
                    <a:pt x="29" y="5"/>
                    <a:pt x="22" y="0"/>
                    <a:pt x="14" y="0"/>
                  </a:cubicBezTo>
                  <a:cubicBezTo>
                    <a:pt x="5" y="0"/>
                    <a:pt x="0" y="5"/>
                    <a:pt x="0" y="13"/>
                  </a:cubicBezTo>
                  <a:lnTo>
                    <a:pt x="0" y="13"/>
                  </a:lnTo>
                  <a:cubicBezTo>
                    <a:pt x="0" y="163"/>
                    <a:pt x="0" y="163"/>
                    <a:pt x="0" y="163"/>
                  </a:cubicBezTo>
                  <a:cubicBezTo>
                    <a:pt x="0" y="188"/>
                    <a:pt x="19" y="207"/>
                    <a:pt x="44" y="207"/>
                  </a:cubicBezTo>
                  <a:cubicBezTo>
                    <a:pt x="134" y="207"/>
                    <a:pt x="134" y="207"/>
                    <a:pt x="134" y="207"/>
                  </a:cubicBezTo>
                  <a:cubicBezTo>
                    <a:pt x="142" y="207"/>
                    <a:pt x="148" y="200"/>
                    <a:pt x="148" y="192"/>
                  </a:cubicBezTo>
                  <a:cubicBezTo>
                    <a:pt x="148" y="184"/>
                    <a:pt x="142" y="178"/>
                    <a:pt x="13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 name="Freeform 18">
            <a:extLst>
              <a:ext uri="{FF2B5EF4-FFF2-40B4-BE49-F238E27FC236}">
                <a16:creationId xmlns:a16="http://schemas.microsoft.com/office/drawing/2014/main" id="{7DFD92C4-7338-2F47-79DC-4F261A2EF17B}"/>
              </a:ext>
            </a:extLst>
          </p:cNvPr>
          <p:cNvSpPr>
            <a:spLocks noChangeArrowheads="1"/>
          </p:cNvSpPr>
          <p:nvPr/>
        </p:nvSpPr>
        <p:spPr bwMode="auto">
          <a:xfrm>
            <a:off x="10713119" y="2056507"/>
            <a:ext cx="257175" cy="214312"/>
          </a:xfrm>
          <a:custGeom>
            <a:avLst/>
            <a:gdLst>
              <a:gd name="T0" fmla="*/ 207 w 715"/>
              <a:gd name="T1" fmla="*/ 492 h 596"/>
              <a:gd name="T2" fmla="*/ 393 w 715"/>
              <a:gd name="T3" fmla="*/ 477 h 596"/>
              <a:gd name="T4" fmla="*/ 714 w 715"/>
              <a:gd name="T5" fmla="*/ 432 h 596"/>
              <a:gd name="T6" fmla="*/ 654 w 715"/>
              <a:gd name="T7" fmla="*/ 238 h 596"/>
              <a:gd name="T8" fmla="*/ 654 w 715"/>
              <a:gd name="T9" fmla="*/ 75 h 596"/>
              <a:gd name="T10" fmla="*/ 431 w 715"/>
              <a:gd name="T11" fmla="*/ 1 h 596"/>
              <a:gd name="T12" fmla="*/ 365 w 715"/>
              <a:gd name="T13" fmla="*/ 19 h 596"/>
              <a:gd name="T14" fmla="*/ 306 w 715"/>
              <a:gd name="T15" fmla="*/ 247 h 596"/>
              <a:gd name="T16" fmla="*/ 267 w 715"/>
              <a:gd name="T17" fmla="*/ 104 h 596"/>
              <a:gd name="T18" fmla="*/ 266 w 715"/>
              <a:gd name="T19" fmla="*/ 99 h 596"/>
              <a:gd name="T20" fmla="*/ 233 w 715"/>
              <a:gd name="T21" fmla="*/ 64 h 596"/>
              <a:gd name="T22" fmla="*/ 212 w 715"/>
              <a:gd name="T23" fmla="*/ 86 h 596"/>
              <a:gd name="T24" fmla="*/ 237 w 715"/>
              <a:gd name="T25" fmla="*/ 252 h 596"/>
              <a:gd name="T26" fmla="*/ 97 w 715"/>
              <a:gd name="T27" fmla="*/ 265 h 596"/>
              <a:gd name="T28" fmla="*/ 29 w 715"/>
              <a:gd name="T29" fmla="*/ 418 h 596"/>
              <a:gd name="T30" fmla="*/ 103 w 715"/>
              <a:gd name="T31" fmla="*/ 595 h 596"/>
              <a:gd name="T32" fmla="*/ 683 w 715"/>
              <a:gd name="T33" fmla="*/ 432 h 596"/>
              <a:gd name="T34" fmla="*/ 644 w 715"/>
              <a:gd name="T35" fmla="*/ 527 h 596"/>
              <a:gd name="T36" fmla="*/ 454 w 715"/>
              <a:gd name="T37" fmla="*/ 527 h 596"/>
              <a:gd name="T38" fmla="*/ 454 w 715"/>
              <a:gd name="T39" fmla="*/ 337 h 596"/>
              <a:gd name="T40" fmla="*/ 644 w 715"/>
              <a:gd name="T41" fmla="*/ 337 h 596"/>
              <a:gd name="T42" fmla="*/ 386 w 715"/>
              <a:gd name="T43" fmla="*/ 49 h 596"/>
              <a:gd name="T44" fmla="*/ 386 w 715"/>
              <a:gd name="T45" fmla="*/ 46 h 596"/>
              <a:gd name="T46" fmla="*/ 392 w 715"/>
              <a:gd name="T47" fmla="*/ 35 h 596"/>
              <a:gd name="T48" fmla="*/ 431 w 715"/>
              <a:gd name="T49" fmla="*/ 31 h 596"/>
              <a:gd name="T50" fmla="*/ 624 w 715"/>
              <a:gd name="T51" fmla="*/ 75 h 596"/>
              <a:gd name="T52" fmla="*/ 346 w 715"/>
              <a:gd name="T53" fmla="*/ 209 h 596"/>
              <a:gd name="T54" fmla="*/ 100 w 715"/>
              <a:gd name="T55" fmla="*/ 294 h 596"/>
              <a:gd name="T56" fmla="*/ 100 w 715"/>
              <a:gd name="T57" fmla="*/ 294 h 596"/>
              <a:gd name="T58" fmla="*/ 333 w 715"/>
              <a:gd name="T59" fmla="*/ 263 h 596"/>
              <a:gd name="T60" fmla="*/ 624 w 715"/>
              <a:gd name="T61" fmla="*/ 238 h 596"/>
              <a:gd name="T62" fmla="*/ 549 w 715"/>
              <a:gd name="T63" fmla="*/ 269 h 596"/>
              <a:gd name="T64" fmla="*/ 387 w 715"/>
              <a:gd name="T65" fmla="*/ 448 h 596"/>
              <a:gd name="T66" fmla="*/ 103 w 715"/>
              <a:gd name="T67" fmla="*/ 388 h 596"/>
              <a:gd name="T68" fmla="*/ 58 w 715"/>
              <a:gd name="T69" fmla="*/ 339 h 596"/>
              <a:gd name="T70" fmla="*/ 29 w 715"/>
              <a:gd name="T71" fmla="*/ 492 h 596"/>
              <a:gd name="T72" fmla="*/ 51 w 715"/>
              <a:gd name="T73" fmla="*/ 439 h 596"/>
              <a:gd name="T74" fmla="*/ 156 w 715"/>
              <a:gd name="T75" fmla="*/ 439 h 596"/>
              <a:gd name="T76" fmla="*/ 156 w 715"/>
              <a:gd name="T77" fmla="*/ 544 h 596"/>
              <a:gd name="T78" fmla="*/ 51 w 715"/>
              <a:gd name="T79" fmla="*/ 544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5" h="596">
                <a:moveTo>
                  <a:pt x="207" y="492"/>
                </a:moveTo>
                <a:lnTo>
                  <a:pt x="207" y="492"/>
                </a:lnTo>
                <a:cubicBezTo>
                  <a:pt x="207" y="487"/>
                  <a:pt x="207" y="482"/>
                  <a:pt x="206" y="477"/>
                </a:cubicBezTo>
                <a:cubicBezTo>
                  <a:pt x="393" y="477"/>
                  <a:pt x="393" y="477"/>
                  <a:pt x="393" y="477"/>
                </a:cubicBezTo>
                <a:cubicBezTo>
                  <a:pt x="412" y="545"/>
                  <a:pt x="475" y="595"/>
                  <a:pt x="549" y="595"/>
                </a:cubicBezTo>
                <a:cubicBezTo>
                  <a:pt x="640" y="595"/>
                  <a:pt x="714" y="523"/>
                  <a:pt x="714" y="432"/>
                </a:cubicBezTo>
                <a:cubicBezTo>
                  <a:pt x="714" y="382"/>
                  <a:pt x="690" y="336"/>
                  <a:pt x="654" y="307"/>
                </a:cubicBezTo>
                <a:cubicBezTo>
                  <a:pt x="654" y="238"/>
                  <a:pt x="654" y="238"/>
                  <a:pt x="654" y="238"/>
                </a:cubicBezTo>
                <a:cubicBezTo>
                  <a:pt x="654" y="209"/>
                  <a:pt x="654" y="209"/>
                  <a:pt x="654" y="209"/>
                </a:cubicBezTo>
                <a:cubicBezTo>
                  <a:pt x="654" y="75"/>
                  <a:pt x="654" y="75"/>
                  <a:pt x="654" y="75"/>
                </a:cubicBezTo>
                <a:cubicBezTo>
                  <a:pt x="654" y="35"/>
                  <a:pt x="620" y="1"/>
                  <a:pt x="580" y="1"/>
                </a:cubicBezTo>
                <a:cubicBezTo>
                  <a:pt x="431" y="1"/>
                  <a:pt x="431" y="1"/>
                  <a:pt x="431" y="1"/>
                </a:cubicBezTo>
                <a:cubicBezTo>
                  <a:pt x="415" y="1"/>
                  <a:pt x="400" y="0"/>
                  <a:pt x="385" y="5"/>
                </a:cubicBezTo>
                <a:cubicBezTo>
                  <a:pt x="378" y="8"/>
                  <a:pt x="371" y="12"/>
                  <a:pt x="365" y="19"/>
                </a:cubicBezTo>
                <a:cubicBezTo>
                  <a:pt x="359" y="25"/>
                  <a:pt x="357" y="35"/>
                  <a:pt x="357" y="43"/>
                </a:cubicBezTo>
                <a:cubicBezTo>
                  <a:pt x="306" y="247"/>
                  <a:pt x="306" y="247"/>
                  <a:pt x="306" y="247"/>
                </a:cubicBezTo>
                <a:cubicBezTo>
                  <a:pt x="267" y="250"/>
                  <a:pt x="267" y="250"/>
                  <a:pt x="267" y="250"/>
                </a:cubicBezTo>
                <a:cubicBezTo>
                  <a:pt x="267" y="104"/>
                  <a:pt x="267" y="104"/>
                  <a:pt x="267" y="104"/>
                </a:cubicBezTo>
                <a:lnTo>
                  <a:pt x="267" y="104"/>
                </a:lnTo>
                <a:cubicBezTo>
                  <a:pt x="267" y="103"/>
                  <a:pt x="266" y="102"/>
                  <a:pt x="266" y="99"/>
                </a:cubicBezTo>
                <a:cubicBezTo>
                  <a:pt x="265" y="98"/>
                  <a:pt x="265" y="96"/>
                  <a:pt x="263" y="95"/>
                </a:cubicBezTo>
                <a:cubicBezTo>
                  <a:pt x="233" y="64"/>
                  <a:pt x="233" y="64"/>
                  <a:pt x="233" y="64"/>
                </a:cubicBezTo>
                <a:cubicBezTo>
                  <a:pt x="227" y="58"/>
                  <a:pt x="217" y="58"/>
                  <a:pt x="212" y="64"/>
                </a:cubicBezTo>
                <a:cubicBezTo>
                  <a:pt x="206" y="71"/>
                  <a:pt x="206" y="79"/>
                  <a:pt x="212" y="86"/>
                </a:cubicBezTo>
                <a:cubicBezTo>
                  <a:pt x="237" y="111"/>
                  <a:pt x="237" y="111"/>
                  <a:pt x="237" y="111"/>
                </a:cubicBezTo>
                <a:cubicBezTo>
                  <a:pt x="237" y="252"/>
                  <a:pt x="237" y="252"/>
                  <a:pt x="237" y="252"/>
                </a:cubicBezTo>
                <a:cubicBezTo>
                  <a:pt x="97" y="265"/>
                  <a:pt x="97" y="265"/>
                  <a:pt x="97" y="265"/>
                </a:cubicBezTo>
                <a:lnTo>
                  <a:pt x="97" y="265"/>
                </a:lnTo>
                <a:cubicBezTo>
                  <a:pt x="58" y="268"/>
                  <a:pt x="29" y="300"/>
                  <a:pt x="29" y="339"/>
                </a:cubicBezTo>
                <a:cubicBezTo>
                  <a:pt x="29" y="418"/>
                  <a:pt x="29" y="418"/>
                  <a:pt x="29" y="418"/>
                </a:cubicBezTo>
                <a:cubicBezTo>
                  <a:pt x="11" y="438"/>
                  <a:pt x="0" y="463"/>
                  <a:pt x="0" y="492"/>
                </a:cubicBezTo>
                <a:cubicBezTo>
                  <a:pt x="0" y="549"/>
                  <a:pt x="46" y="595"/>
                  <a:pt x="103" y="595"/>
                </a:cubicBezTo>
                <a:cubicBezTo>
                  <a:pt x="161" y="595"/>
                  <a:pt x="207" y="549"/>
                  <a:pt x="207" y="492"/>
                </a:cubicBezTo>
                <a:close/>
                <a:moveTo>
                  <a:pt x="683" y="432"/>
                </a:moveTo>
                <a:lnTo>
                  <a:pt x="683" y="432"/>
                </a:lnTo>
                <a:cubicBezTo>
                  <a:pt x="683" y="470"/>
                  <a:pt x="669" y="503"/>
                  <a:pt x="644" y="527"/>
                </a:cubicBezTo>
                <a:cubicBezTo>
                  <a:pt x="620" y="551"/>
                  <a:pt x="587" y="566"/>
                  <a:pt x="549" y="566"/>
                </a:cubicBezTo>
                <a:cubicBezTo>
                  <a:pt x="513" y="566"/>
                  <a:pt x="479" y="551"/>
                  <a:pt x="454" y="527"/>
                </a:cubicBezTo>
                <a:cubicBezTo>
                  <a:pt x="431" y="503"/>
                  <a:pt x="415" y="470"/>
                  <a:pt x="415" y="432"/>
                </a:cubicBezTo>
                <a:cubicBezTo>
                  <a:pt x="415" y="395"/>
                  <a:pt x="431" y="362"/>
                  <a:pt x="454" y="337"/>
                </a:cubicBezTo>
                <a:cubicBezTo>
                  <a:pt x="479" y="314"/>
                  <a:pt x="513" y="298"/>
                  <a:pt x="549" y="298"/>
                </a:cubicBezTo>
                <a:cubicBezTo>
                  <a:pt x="587" y="298"/>
                  <a:pt x="620" y="314"/>
                  <a:pt x="644" y="337"/>
                </a:cubicBezTo>
                <a:cubicBezTo>
                  <a:pt x="669" y="362"/>
                  <a:pt x="683" y="395"/>
                  <a:pt x="683" y="432"/>
                </a:cubicBezTo>
                <a:close/>
                <a:moveTo>
                  <a:pt x="386" y="49"/>
                </a:moveTo>
                <a:lnTo>
                  <a:pt x="386" y="49"/>
                </a:lnTo>
                <a:cubicBezTo>
                  <a:pt x="386" y="46"/>
                  <a:pt x="386" y="46"/>
                  <a:pt x="386" y="46"/>
                </a:cubicBezTo>
                <a:cubicBezTo>
                  <a:pt x="386" y="40"/>
                  <a:pt x="387" y="39"/>
                  <a:pt x="387" y="38"/>
                </a:cubicBezTo>
                <a:cubicBezTo>
                  <a:pt x="389" y="36"/>
                  <a:pt x="390" y="36"/>
                  <a:pt x="392" y="35"/>
                </a:cubicBezTo>
                <a:cubicBezTo>
                  <a:pt x="396" y="33"/>
                  <a:pt x="401" y="32"/>
                  <a:pt x="407" y="31"/>
                </a:cubicBezTo>
                <a:cubicBezTo>
                  <a:pt x="414" y="31"/>
                  <a:pt x="422" y="31"/>
                  <a:pt x="431" y="31"/>
                </a:cubicBezTo>
                <a:cubicBezTo>
                  <a:pt x="580" y="31"/>
                  <a:pt x="580" y="31"/>
                  <a:pt x="580" y="31"/>
                </a:cubicBezTo>
                <a:cubicBezTo>
                  <a:pt x="604" y="31"/>
                  <a:pt x="624" y="50"/>
                  <a:pt x="624" y="75"/>
                </a:cubicBezTo>
                <a:cubicBezTo>
                  <a:pt x="624" y="209"/>
                  <a:pt x="624" y="209"/>
                  <a:pt x="624" y="209"/>
                </a:cubicBezTo>
                <a:cubicBezTo>
                  <a:pt x="346" y="209"/>
                  <a:pt x="346" y="209"/>
                  <a:pt x="346" y="209"/>
                </a:cubicBezTo>
                <a:lnTo>
                  <a:pt x="386" y="49"/>
                </a:lnTo>
                <a:close/>
                <a:moveTo>
                  <a:pt x="100" y="294"/>
                </a:moveTo>
                <a:lnTo>
                  <a:pt x="100" y="294"/>
                </a:lnTo>
                <a:lnTo>
                  <a:pt x="100" y="294"/>
                </a:lnTo>
                <a:cubicBezTo>
                  <a:pt x="319" y="276"/>
                  <a:pt x="319" y="276"/>
                  <a:pt x="319" y="276"/>
                </a:cubicBezTo>
                <a:cubicBezTo>
                  <a:pt x="326" y="275"/>
                  <a:pt x="332" y="270"/>
                  <a:pt x="333" y="263"/>
                </a:cubicBezTo>
                <a:cubicBezTo>
                  <a:pt x="339" y="238"/>
                  <a:pt x="339" y="238"/>
                  <a:pt x="339" y="238"/>
                </a:cubicBezTo>
                <a:cubicBezTo>
                  <a:pt x="624" y="238"/>
                  <a:pt x="624" y="238"/>
                  <a:pt x="624" y="238"/>
                </a:cubicBezTo>
                <a:cubicBezTo>
                  <a:pt x="624" y="287"/>
                  <a:pt x="624" y="287"/>
                  <a:pt x="624" y="287"/>
                </a:cubicBezTo>
                <a:cubicBezTo>
                  <a:pt x="602" y="275"/>
                  <a:pt x="577" y="269"/>
                  <a:pt x="549" y="269"/>
                </a:cubicBezTo>
                <a:cubicBezTo>
                  <a:pt x="460" y="269"/>
                  <a:pt x="386" y="342"/>
                  <a:pt x="386" y="432"/>
                </a:cubicBezTo>
                <a:cubicBezTo>
                  <a:pt x="386" y="438"/>
                  <a:pt x="386" y="442"/>
                  <a:pt x="387" y="448"/>
                </a:cubicBezTo>
                <a:cubicBezTo>
                  <a:pt x="198" y="448"/>
                  <a:pt x="198" y="448"/>
                  <a:pt x="198" y="448"/>
                </a:cubicBezTo>
                <a:cubicBezTo>
                  <a:pt x="181" y="413"/>
                  <a:pt x="145" y="388"/>
                  <a:pt x="103" y="388"/>
                </a:cubicBezTo>
                <a:cubicBezTo>
                  <a:pt x="88" y="388"/>
                  <a:pt x="72" y="392"/>
                  <a:pt x="58" y="397"/>
                </a:cubicBezTo>
                <a:cubicBezTo>
                  <a:pt x="58" y="339"/>
                  <a:pt x="58" y="339"/>
                  <a:pt x="58" y="339"/>
                </a:cubicBezTo>
                <a:cubicBezTo>
                  <a:pt x="58" y="315"/>
                  <a:pt x="76" y="296"/>
                  <a:pt x="100" y="294"/>
                </a:cubicBezTo>
                <a:close/>
                <a:moveTo>
                  <a:pt x="29" y="492"/>
                </a:moveTo>
                <a:lnTo>
                  <a:pt x="29" y="492"/>
                </a:lnTo>
                <a:cubicBezTo>
                  <a:pt x="29" y="471"/>
                  <a:pt x="37" y="453"/>
                  <a:pt x="51" y="439"/>
                </a:cubicBezTo>
                <a:cubicBezTo>
                  <a:pt x="64" y="425"/>
                  <a:pt x="83" y="417"/>
                  <a:pt x="103" y="417"/>
                </a:cubicBezTo>
                <a:cubicBezTo>
                  <a:pt x="124" y="417"/>
                  <a:pt x="142" y="425"/>
                  <a:pt x="156" y="439"/>
                </a:cubicBezTo>
                <a:cubicBezTo>
                  <a:pt x="170" y="453"/>
                  <a:pt x="178" y="471"/>
                  <a:pt x="178" y="492"/>
                </a:cubicBezTo>
                <a:cubicBezTo>
                  <a:pt x="178" y="512"/>
                  <a:pt x="170" y="531"/>
                  <a:pt x="156" y="544"/>
                </a:cubicBezTo>
                <a:cubicBezTo>
                  <a:pt x="142" y="558"/>
                  <a:pt x="124" y="566"/>
                  <a:pt x="103" y="566"/>
                </a:cubicBezTo>
                <a:cubicBezTo>
                  <a:pt x="83" y="566"/>
                  <a:pt x="64" y="558"/>
                  <a:pt x="51" y="544"/>
                </a:cubicBezTo>
                <a:cubicBezTo>
                  <a:pt x="37" y="531"/>
                  <a:pt x="29" y="512"/>
                  <a:pt x="29" y="492"/>
                </a:cubicBezTo>
                <a:close/>
              </a:path>
            </a:pathLst>
          </a:custGeom>
          <a:solidFill>
            <a:schemeClr val="accent4"/>
          </a:solidFill>
          <a:ln>
            <a:noFill/>
          </a:ln>
          <a:effectLst/>
        </p:spPr>
        <p:txBody>
          <a:bodyPr wrap="none" anchor="ctr"/>
          <a:lstStyle/>
          <a:p>
            <a:endParaRPr lang="da-DK"/>
          </a:p>
        </p:txBody>
      </p:sp>
      <p:sp>
        <p:nvSpPr>
          <p:cNvPr id="24" name="Freeform 19">
            <a:extLst>
              <a:ext uri="{FF2B5EF4-FFF2-40B4-BE49-F238E27FC236}">
                <a16:creationId xmlns:a16="http://schemas.microsoft.com/office/drawing/2014/main" id="{FE443306-D791-ED7D-2CEC-09C26843125C}"/>
              </a:ext>
            </a:extLst>
          </p:cNvPr>
          <p:cNvSpPr>
            <a:spLocks noChangeArrowheads="1"/>
          </p:cNvSpPr>
          <p:nvPr/>
        </p:nvSpPr>
        <p:spPr bwMode="auto">
          <a:xfrm>
            <a:off x="10184481" y="1561208"/>
            <a:ext cx="287338" cy="179387"/>
          </a:xfrm>
          <a:custGeom>
            <a:avLst/>
            <a:gdLst>
              <a:gd name="T0" fmla="*/ 0 w 798"/>
              <a:gd name="T1" fmla="*/ 49 h 499"/>
              <a:gd name="T2" fmla="*/ 4 w 798"/>
              <a:gd name="T3" fmla="*/ 427 h 499"/>
              <a:gd name="T4" fmla="*/ 68 w 798"/>
              <a:gd name="T5" fmla="*/ 431 h 499"/>
              <a:gd name="T6" fmla="*/ 228 w 798"/>
              <a:gd name="T7" fmla="*/ 431 h 499"/>
              <a:gd name="T8" fmla="*/ 569 w 798"/>
              <a:gd name="T9" fmla="*/ 431 h 499"/>
              <a:gd name="T10" fmla="*/ 729 w 798"/>
              <a:gd name="T11" fmla="*/ 431 h 499"/>
              <a:gd name="T12" fmla="*/ 793 w 798"/>
              <a:gd name="T13" fmla="*/ 427 h 499"/>
              <a:gd name="T14" fmla="*/ 797 w 798"/>
              <a:gd name="T15" fmla="*/ 315 h 499"/>
              <a:gd name="T16" fmla="*/ 659 w 798"/>
              <a:gd name="T17" fmla="*/ 235 h 499"/>
              <a:gd name="T18" fmla="*/ 598 w 798"/>
              <a:gd name="T19" fmla="*/ 126 h 499"/>
              <a:gd name="T20" fmla="*/ 548 w 798"/>
              <a:gd name="T21" fmla="*/ 101 h 499"/>
              <a:gd name="T22" fmla="*/ 463 w 798"/>
              <a:gd name="T23" fmla="*/ 49 h 499"/>
              <a:gd name="T24" fmla="*/ 47 w 798"/>
              <a:gd name="T25" fmla="*/ 0 h 499"/>
              <a:gd name="T26" fmla="*/ 147 w 798"/>
              <a:gd name="T27" fmla="*/ 467 h 499"/>
              <a:gd name="T28" fmla="*/ 96 w 798"/>
              <a:gd name="T29" fmla="*/ 416 h 499"/>
              <a:gd name="T30" fmla="*/ 199 w 798"/>
              <a:gd name="T31" fmla="*/ 416 h 499"/>
              <a:gd name="T32" fmla="*/ 648 w 798"/>
              <a:gd name="T33" fmla="*/ 467 h 499"/>
              <a:gd name="T34" fmla="*/ 596 w 798"/>
              <a:gd name="T35" fmla="*/ 416 h 499"/>
              <a:gd name="T36" fmla="*/ 700 w 798"/>
              <a:gd name="T37" fmla="*/ 416 h 499"/>
              <a:gd name="T38" fmla="*/ 751 w 798"/>
              <a:gd name="T39" fmla="*/ 279 h 499"/>
              <a:gd name="T40" fmla="*/ 767 w 798"/>
              <a:gd name="T41" fmla="*/ 315 h 499"/>
              <a:gd name="T42" fmla="*/ 729 w 798"/>
              <a:gd name="T43" fmla="*/ 400 h 499"/>
              <a:gd name="T44" fmla="*/ 569 w 798"/>
              <a:gd name="T45" fmla="*/ 400 h 499"/>
              <a:gd name="T46" fmla="*/ 463 w 798"/>
              <a:gd name="T47" fmla="*/ 264 h 499"/>
              <a:gd name="T48" fmla="*/ 715 w 798"/>
              <a:gd name="T49" fmla="*/ 264 h 499"/>
              <a:gd name="T50" fmla="*/ 548 w 798"/>
              <a:gd name="T51" fmla="*/ 130 h 499"/>
              <a:gd name="T52" fmla="*/ 562 w 798"/>
              <a:gd name="T53" fmla="*/ 134 h 499"/>
              <a:gd name="T54" fmla="*/ 622 w 798"/>
              <a:gd name="T55" fmla="*/ 222 h 499"/>
              <a:gd name="T56" fmla="*/ 463 w 798"/>
              <a:gd name="T57" fmla="*/ 235 h 499"/>
              <a:gd name="T58" fmla="*/ 548 w 798"/>
              <a:gd name="T59" fmla="*/ 130 h 499"/>
              <a:gd name="T60" fmla="*/ 29 w 798"/>
              <a:gd name="T61" fmla="*/ 49 h 499"/>
              <a:gd name="T62" fmla="*/ 47 w 798"/>
              <a:gd name="T63" fmla="*/ 29 h 499"/>
              <a:gd name="T64" fmla="*/ 428 w 798"/>
              <a:gd name="T65" fmla="*/ 35 h 499"/>
              <a:gd name="T66" fmla="*/ 433 w 798"/>
              <a:gd name="T67" fmla="*/ 116 h 499"/>
              <a:gd name="T68" fmla="*/ 433 w 798"/>
              <a:gd name="T69" fmla="*/ 400 h 499"/>
              <a:gd name="T70" fmla="*/ 147 w 798"/>
              <a:gd name="T71" fmla="*/ 335 h 499"/>
              <a:gd name="T72" fmla="*/ 29 w 798"/>
              <a:gd name="T73" fmla="*/ 400 h 4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8" h="499">
                <a:moveTo>
                  <a:pt x="0" y="49"/>
                </a:moveTo>
                <a:lnTo>
                  <a:pt x="0" y="49"/>
                </a:lnTo>
                <a:cubicBezTo>
                  <a:pt x="0" y="416"/>
                  <a:pt x="0" y="416"/>
                  <a:pt x="0" y="416"/>
                </a:cubicBezTo>
                <a:cubicBezTo>
                  <a:pt x="0" y="420"/>
                  <a:pt x="1" y="424"/>
                  <a:pt x="4" y="427"/>
                </a:cubicBezTo>
                <a:cubicBezTo>
                  <a:pt x="6" y="430"/>
                  <a:pt x="9" y="431"/>
                  <a:pt x="13" y="431"/>
                </a:cubicBezTo>
                <a:cubicBezTo>
                  <a:pt x="68" y="431"/>
                  <a:pt x="68" y="431"/>
                  <a:pt x="68" y="431"/>
                </a:cubicBezTo>
                <a:cubicBezTo>
                  <a:pt x="75" y="469"/>
                  <a:pt x="107" y="498"/>
                  <a:pt x="147" y="498"/>
                </a:cubicBezTo>
                <a:cubicBezTo>
                  <a:pt x="188" y="498"/>
                  <a:pt x="221" y="469"/>
                  <a:pt x="228" y="431"/>
                </a:cubicBezTo>
                <a:cubicBezTo>
                  <a:pt x="449" y="431"/>
                  <a:pt x="449" y="431"/>
                  <a:pt x="449" y="431"/>
                </a:cubicBezTo>
                <a:cubicBezTo>
                  <a:pt x="569" y="431"/>
                  <a:pt x="569" y="431"/>
                  <a:pt x="569" y="431"/>
                </a:cubicBezTo>
                <a:cubicBezTo>
                  <a:pt x="575" y="469"/>
                  <a:pt x="609" y="498"/>
                  <a:pt x="648" y="498"/>
                </a:cubicBezTo>
                <a:cubicBezTo>
                  <a:pt x="688" y="498"/>
                  <a:pt x="722" y="469"/>
                  <a:pt x="729" y="431"/>
                </a:cubicBezTo>
                <a:cubicBezTo>
                  <a:pt x="782" y="431"/>
                  <a:pt x="782" y="431"/>
                  <a:pt x="782" y="431"/>
                </a:cubicBezTo>
                <a:cubicBezTo>
                  <a:pt x="786" y="431"/>
                  <a:pt x="790" y="430"/>
                  <a:pt x="793" y="427"/>
                </a:cubicBezTo>
                <a:cubicBezTo>
                  <a:pt x="796" y="424"/>
                  <a:pt x="797" y="420"/>
                  <a:pt x="797" y="416"/>
                </a:cubicBezTo>
                <a:cubicBezTo>
                  <a:pt x="797" y="315"/>
                  <a:pt x="797" y="315"/>
                  <a:pt x="797" y="315"/>
                </a:cubicBezTo>
                <a:cubicBezTo>
                  <a:pt x="797" y="271"/>
                  <a:pt x="760" y="235"/>
                  <a:pt x="715" y="235"/>
                </a:cubicBezTo>
                <a:cubicBezTo>
                  <a:pt x="659" y="235"/>
                  <a:pt x="659" y="235"/>
                  <a:pt x="659" y="235"/>
                </a:cubicBezTo>
                <a:cubicBezTo>
                  <a:pt x="654" y="222"/>
                  <a:pt x="645" y="198"/>
                  <a:pt x="633" y="175"/>
                </a:cubicBezTo>
                <a:cubicBezTo>
                  <a:pt x="623" y="158"/>
                  <a:pt x="612" y="140"/>
                  <a:pt x="598" y="126"/>
                </a:cubicBezTo>
                <a:cubicBezTo>
                  <a:pt x="591" y="119"/>
                  <a:pt x="584" y="113"/>
                  <a:pt x="575" y="108"/>
                </a:cubicBezTo>
                <a:cubicBezTo>
                  <a:pt x="567" y="103"/>
                  <a:pt x="559" y="101"/>
                  <a:pt x="548" y="101"/>
                </a:cubicBezTo>
                <a:cubicBezTo>
                  <a:pt x="463" y="101"/>
                  <a:pt x="463" y="101"/>
                  <a:pt x="463" y="101"/>
                </a:cubicBezTo>
                <a:cubicBezTo>
                  <a:pt x="463" y="49"/>
                  <a:pt x="463" y="49"/>
                  <a:pt x="463" y="49"/>
                </a:cubicBezTo>
                <a:cubicBezTo>
                  <a:pt x="463" y="23"/>
                  <a:pt x="442" y="0"/>
                  <a:pt x="415" y="0"/>
                </a:cubicBezTo>
                <a:cubicBezTo>
                  <a:pt x="47" y="0"/>
                  <a:pt x="47" y="0"/>
                  <a:pt x="47" y="0"/>
                </a:cubicBezTo>
                <a:cubicBezTo>
                  <a:pt x="20" y="0"/>
                  <a:pt x="0" y="23"/>
                  <a:pt x="0" y="49"/>
                </a:cubicBezTo>
                <a:close/>
                <a:moveTo>
                  <a:pt x="147" y="467"/>
                </a:moveTo>
                <a:lnTo>
                  <a:pt x="147" y="467"/>
                </a:lnTo>
                <a:cubicBezTo>
                  <a:pt x="118" y="467"/>
                  <a:pt x="96" y="445"/>
                  <a:pt x="96" y="416"/>
                </a:cubicBezTo>
                <a:cubicBezTo>
                  <a:pt x="96" y="388"/>
                  <a:pt x="118" y="364"/>
                  <a:pt x="147" y="364"/>
                </a:cubicBezTo>
                <a:cubicBezTo>
                  <a:pt x="177" y="364"/>
                  <a:pt x="199" y="388"/>
                  <a:pt x="199" y="416"/>
                </a:cubicBezTo>
                <a:cubicBezTo>
                  <a:pt x="199" y="445"/>
                  <a:pt x="177" y="467"/>
                  <a:pt x="147" y="467"/>
                </a:cubicBezTo>
                <a:close/>
                <a:moveTo>
                  <a:pt x="648" y="467"/>
                </a:moveTo>
                <a:lnTo>
                  <a:pt x="648" y="467"/>
                </a:lnTo>
                <a:cubicBezTo>
                  <a:pt x="620" y="467"/>
                  <a:pt x="596" y="445"/>
                  <a:pt x="596" y="416"/>
                </a:cubicBezTo>
                <a:cubicBezTo>
                  <a:pt x="596" y="388"/>
                  <a:pt x="620" y="364"/>
                  <a:pt x="648" y="364"/>
                </a:cubicBezTo>
                <a:cubicBezTo>
                  <a:pt x="677" y="364"/>
                  <a:pt x="700" y="388"/>
                  <a:pt x="700" y="416"/>
                </a:cubicBezTo>
                <a:cubicBezTo>
                  <a:pt x="700" y="445"/>
                  <a:pt x="677" y="467"/>
                  <a:pt x="648" y="467"/>
                </a:cubicBezTo>
                <a:close/>
                <a:moveTo>
                  <a:pt x="751" y="279"/>
                </a:moveTo>
                <a:lnTo>
                  <a:pt x="751" y="279"/>
                </a:lnTo>
                <a:cubicBezTo>
                  <a:pt x="761" y="289"/>
                  <a:pt x="767" y="301"/>
                  <a:pt x="767" y="315"/>
                </a:cubicBezTo>
                <a:cubicBezTo>
                  <a:pt x="767" y="400"/>
                  <a:pt x="767" y="400"/>
                  <a:pt x="767" y="400"/>
                </a:cubicBezTo>
                <a:cubicBezTo>
                  <a:pt x="729" y="400"/>
                  <a:pt x="729" y="400"/>
                  <a:pt x="729" y="400"/>
                </a:cubicBezTo>
                <a:cubicBezTo>
                  <a:pt x="722" y="363"/>
                  <a:pt x="688" y="335"/>
                  <a:pt x="648" y="335"/>
                </a:cubicBezTo>
                <a:cubicBezTo>
                  <a:pt x="609" y="335"/>
                  <a:pt x="575" y="363"/>
                  <a:pt x="569" y="400"/>
                </a:cubicBezTo>
                <a:cubicBezTo>
                  <a:pt x="463" y="400"/>
                  <a:pt x="463" y="400"/>
                  <a:pt x="463" y="400"/>
                </a:cubicBezTo>
                <a:cubicBezTo>
                  <a:pt x="463" y="264"/>
                  <a:pt x="463" y="264"/>
                  <a:pt x="463" y="264"/>
                </a:cubicBezTo>
                <a:cubicBezTo>
                  <a:pt x="648" y="264"/>
                  <a:pt x="648" y="264"/>
                  <a:pt x="648" y="264"/>
                </a:cubicBezTo>
                <a:cubicBezTo>
                  <a:pt x="715" y="264"/>
                  <a:pt x="715" y="264"/>
                  <a:pt x="715" y="264"/>
                </a:cubicBezTo>
                <a:cubicBezTo>
                  <a:pt x="729" y="264"/>
                  <a:pt x="743" y="269"/>
                  <a:pt x="751" y="279"/>
                </a:cubicBezTo>
                <a:close/>
                <a:moveTo>
                  <a:pt x="548" y="130"/>
                </a:moveTo>
                <a:lnTo>
                  <a:pt x="548" y="130"/>
                </a:lnTo>
                <a:cubicBezTo>
                  <a:pt x="552" y="130"/>
                  <a:pt x="556" y="131"/>
                  <a:pt x="562" y="134"/>
                </a:cubicBezTo>
                <a:cubicBezTo>
                  <a:pt x="570" y="138"/>
                  <a:pt x="580" y="148"/>
                  <a:pt x="588" y="161"/>
                </a:cubicBezTo>
                <a:cubicBezTo>
                  <a:pt x="602" y="179"/>
                  <a:pt x="613" y="202"/>
                  <a:pt x="622" y="222"/>
                </a:cubicBezTo>
                <a:cubicBezTo>
                  <a:pt x="623" y="226"/>
                  <a:pt x="626" y="230"/>
                  <a:pt x="627" y="235"/>
                </a:cubicBezTo>
                <a:cubicBezTo>
                  <a:pt x="463" y="235"/>
                  <a:pt x="463" y="235"/>
                  <a:pt x="463" y="235"/>
                </a:cubicBezTo>
                <a:cubicBezTo>
                  <a:pt x="463" y="130"/>
                  <a:pt x="463" y="130"/>
                  <a:pt x="463" y="130"/>
                </a:cubicBezTo>
                <a:lnTo>
                  <a:pt x="548" y="130"/>
                </a:lnTo>
                <a:close/>
                <a:moveTo>
                  <a:pt x="29" y="49"/>
                </a:moveTo>
                <a:lnTo>
                  <a:pt x="29" y="49"/>
                </a:lnTo>
                <a:cubicBezTo>
                  <a:pt x="29" y="43"/>
                  <a:pt x="30" y="39"/>
                  <a:pt x="34" y="35"/>
                </a:cubicBezTo>
                <a:cubicBezTo>
                  <a:pt x="37" y="32"/>
                  <a:pt x="43" y="29"/>
                  <a:pt x="47" y="29"/>
                </a:cubicBezTo>
                <a:cubicBezTo>
                  <a:pt x="415" y="29"/>
                  <a:pt x="415" y="29"/>
                  <a:pt x="415" y="29"/>
                </a:cubicBezTo>
                <a:cubicBezTo>
                  <a:pt x="419" y="29"/>
                  <a:pt x="425" y="32"/>
                  <a:pt x="428" y="35"/>
                </a:cubicBezTo>
                <a:cubicBezTo>
                  <a:pt x="430" y="39"/>
                  <a:pt x="433" y="43"/>
                  <a:pt x="433" y="49"/>
                </a:cubicBezTo>
                <a:cubicBezTo>
                  <a:pt x="433" y="116"/>
                  <a:pt x="433" y="116"/>
                  <a:pt x="433" y="116"/>
                </a:cubicBezTo>
                <a:cubicBezTo>
                  <a:pt x="433" y="248"/>
                  <a:pt x="433" y="248"/>
                  <a:pt x="433" y="248"/>
                </a:cubicBezTo>
                <a:cubicBezTo>
                  <a:pt x="433" y="400"/>
                  <a:pt x="433" y="400"/>
                  <a:pt x="433" y="400"/>
                </a:cubicBezTo>
                <a:cubicBezTo>
                  <a:pt x="228" y="400"/>
                  <a:pt x="228" y="400"/>
                  <a:pt x="228" y="400"/>
                </a:cubicBezTo>
                <a:cubicBezTo>
                  <a:pt x="221" y="363"/>
                  <a:pt x="188" y="335"/>
                  <a:pt x="147" y="335"/>
                </a:cubicBezTo>
                <a:cubicBezTo>
                  <a:pt x="107" y="335"/>
                  <a:pt x="75" y="363"/>
                  <a:pt x="68" y="400"/>
                </a:cubicBezTo>
                <a:cubicBezTo>
                  <a:pt x="29" y="400"/>
                  <a:pt x="29" y="400"/>
                  <a:pt x="29" y="400"/>
                </a:cubicBezTo>
                <a:lnTo>
                  <a:pt x="29" y="49"/>
                </a:lnTo>
                <a:close/>
              </a:path>
            </a:pathLst>
          </a:custGeom>
          <a:solidFill>
            <a:schemeClr val="accent4"/>
          </a:solidFill>
          <a:ln>
            <a:noFill/>
          </a:ln>
          <a:effectLst/>
        </p:spPr>
        <p:txBody>
          <a:bodyPr wrap="none" anchor="ctr"/>
          <a:lstStyle/>
          <a:p>
            <a:endParaRPr lang="da-DK"/>
          </a:p>
        </p:txBody>
      </p:sp>
      <p:sp>
        <p:nvSpPr>
          <p:cNvPr id="25" name="Freeform 20">
            <a:extLst>
              <a:ext uri="{FF2B5EF4-FFF2-40B4-BE49-F238E27FC236}">
                <a16:creationId xmlns:a16="http://schemas.microsoft.com/office/drawing/2014/main" id="{0E7EB4EC-C895-C68A-CC23-906D8AAB19F3}"/>
              </a:ext>
            </a:extLst>
          </p:cNvPr>
          <p:cNvSpPr>
            <a:spLocks noChangeArrowheads="1"/>
          </p:cNvSpPr>
          <p:nvPr/>
        </p:nvSpPr>
        <p:spPr bwMode="auto">
          <a:xfrm>
            <a:off x="9646319" y="1551682"/>
            <a:ext cx="342900" cy="198438"/>
          </a:xfrm>
          <a:custGeom>
            <a:avLst/>
            <a:gdLst>
              <a:gd name="T0" fmla="*/ 176 w 952"/>
              <a:gd name="T1" fmla="*/ 551 h 552"/>
              <a:gd name="T2" fmla="*/ 535 w 952"/>
              <a:gd name="T3" fmla="*/ 472 h 552"/>
              <a:gd name="T4" fmla="*/ 777 w 952"/>
              <a:gd name="T5" fmla="*/ 551 h 552"/>
              <a:gd name="T6" fmla="*/ 937 w 952"/>
              <a:gd name="T7" fmla="*/ 472 h 552"/>
              <a:gd name="T8" fmla="*/ 951 w 952"/>
              <a:gd name="T9" fmla="*/ 457 h 552"/>
              <a:gd name="T10" fmla="*/ 856 w 952"/>
              <a:gd name="T11" fmla="*/ 201 h 552"/>
              <a:gd name="T12" fmla="*/ 754 w 952"/>
              <a:gd name="T13" fmla="*/ 111 h 552"/>
              <a:gd name="T14" fmla="*/ 689 w 952"/>
              <a:gd name="T15" fmla="*/ 12 h 552"/>
              <a:gd name="T16" fmla="*/ 576 w 952"/>
              <a:gd name="T17" fmla="*/ 0 h 552"/>
              <a:gd name="T18" fmla="*/ 521 w 952"/>
              <a:gd name="T19" fmla="*/ 217 h 552"/>
              <a:gd name="T20" fmla="*/ 15 w 952"/>
              <a:gd name="T21" fmla="*/ 281 h 552"/>
              <a:gd name="T22" fmla="*/ 0 w 952"/>
              <a:gd name="T23" fmla="*/ 296 h 552"/>
              <a:gd name="T24" fmla="*/ 4 w 952"/>
              <a:gd name="T25" fmla="*/ 468 h 552"/>
              <a:gd name="T26" fmla="*/ 81 w 952"/>
              <a:gd name="T27" fmla="*/ 472 h 552"/>
              <a:gd name="T28" fmla="*/ 222 w 952"/>
              <a:gd name="T29" fmla="*/ 503 h 552"/>
              <a:gd name="T30" fmla="*/ 176 w 952"/>
              <a:gd name="T31" fmla="*/ 522 h 552"/>
              <a:gd name="T32" fmla="*/ 110 w 952"/>
              <a:gd name="T33" fmla="*/ 457 h 552"/>
              <a:gd name="T34" fmla="*/ 176 w 952"/>
              <a:gd name="T35" fmla="*/ 391 h 552"/>
              <a:gd name="T36" fmla="*/ 240 w 952"/>
              <a:gd name="T37" fmla="*/ 457 h 552"/>
              <a:gd name="T38" fmla="*/ 823 w 952"/>
              <a:gd name="T39" fmla="*/ 503 h 552"/>
              <a:gd name="T40" fmla="*/ 777 w 952"/>
              <a:gd name="T41" fmla="*/ 522 h 552"/>
              <a:gd name="T42" fmla="*/ 711 w 952"/>
              <a:gd name="T43" fmla="*/ 457 h 552"/>
              <a:gd name="T44" fmla="*/ 777 w 952"/>
              <a:gd name="T45" fmla="*/ 391 h 552"/>
              <a:gd name="T46" fmla="*/ 841 w 952"/>
              <a:gd name="T47" fmla="*/ 457 h 552"/>
              <a:gd name="T48" fmla="*/ 902 w 952"/>
              <a:gd name="T49" fmla="*/ 250 h 552"/>
              <a:gd name="T50" fmla="*/ 922 w 952"/>
              <a:gd name="T51" fmla="*/ 296 h 552"/>
              <a:gd name="T52" fmla="*/ 870 w 952"/>
              <a:gd name="T53" fmla="*/ 441 h 552"/>
              <a:gd name="T54" fmla="*/ 682 w 952"/>
              <a:gd name="T55" fmla="*/ 441 h 552"/>
              <a:gd name="T56" fmla="*/ 551 w 952"/>
              <a:gd name="T57" fmla="*/ 296 h 552"/>
              <a:gd name="T58" fmla="*/ 777 w 952"/>
              <a:gd name="T59" fmla="*/ 231 h 552"/>
              <a:gd name="T60" fmla="*/ 856 w 952"/>
              <a:gd name="T61" fmla="*/ 231 h 552"/>
              <a:gd name="T62" fmla="*/ 551 w 952"/>
              <a:gd name="T63" fmla="*/ 56 h 552"/>
              <a:gd name="T64" fmla="*/ 576 w 952"/>
              <a:gd name="T65" fmla="*/ 31 h 552"/>
              <a:gd name="T66" fmla="*/ 672 w 952"/>
              <a:gd name="T67" fmla="*/ 37 h 552"/>
              <a:gd name="T68" fmla="*/ 746 w 952"/>
              <a:gd name="T69" fmla="*/ 171 h 552"/>
              <a:gd name="T70" fmla="*/ 551 w 952"/>
              <a:gd name="T71" fmla="*/ 201 h 552"/>
              <a:gd name="T72" fmla="*/ 29 w 952"/>
              <a:gd name="T73" fmla="*/ 311 h 552"/>
              <a:gd name="T74" fmla="*/ 521 w 952"/>
              <a:gd name="T75" fmla="*/ 311 h 552"/>
              <a:gd name="T76" fmla="*/ 269 w 952"/>
              <a:gd name="T77" fmla="*/ 441 h 552"/>
              <a:gd name="T78" fmla="*/ 81 w 952"/>
              <a:gd name="T79" fmla="*/ 441 h 552"/>
              <a:gd name="T80" fmla="*/ 29 w 952"/>
              <a:gd name="T81" fmla="*/ 311 h 5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952" h="552">
                <a:moveTo>
                  <a:pt x="176" y="551"/>
                </a:moveTo>
                <a:lnTo>
                  <a:pt x="176" y="551"/>
                </a:lnTo>
                <a:cubicBezTo>
                  <a:pt x="223" y="551"/>
                  <a:pt x="262" y="516"/>
                  <a:pt x="269" y="472"/>
                </a:cubicBezTo>
                <a:cubicBezTo>
                  <a:pt x="535" y="472"/>
                  <a:pt x="535" y="472"/>
                  <a:pt x="535" y="472"/>
                </a:cubicBezTo>
                <a:cubicBezTo>
                  <a:pt x="682" y="472"/>
                  <a:pt x="682" y="472"/>
                  <a:pt x="682" y="472"/>
                </a:cubicBezTo>
                <a:cubicBezTo>
                  <a:pt x="690" y="516"/>
                  <a:pt x="729" y="551"/>
                  <a:pt x="777" y="551"/>
                </a:cubicBezTo>
                <a:cubicBezTo>
                  <a:pt x="824" y="551"/>
                  <a:pt x="863" y="516"/>
                  <a:pt x="870" y="472"/>
                </a:cubicBezTo>
                <a:cubicBezTo>
                  <a:pt x="937" y="472"/>
                  <a:pt x="937" y="472"/>
                  <a:pt x="937" y="472"/>
                </a:cubicBezTo>
                <a:cubicBezTo>
                  <a:pt x="940" y="472"/>
                  <a:pt x="944" y="470"/>
                  <a:pt x="947" y="468"/>
                </a:cubicBezTo>
                <a:cubicBezTo>
                  <a:pt x="950" y="465"/>
                  <a:pt x="951" y="461"/>
                  <a:pt x="951" y="457"/>
                </a:cubicBezTo>
                <a:cubicBezTo>
                  <a:pt x="951" y="296"/>
                  <a:pt x="951" y="296"/>
                  <a:pt x="951" y="296"/>
                </a:cubicBezTo>
                <a:cubicBezTo>
                  <a:pt x="951" y="245"/>
                  <a:pt x="909" y="201"/>
                  <a:pt x="856" y="201"/>
                </a:cubicBezTo>
                <a:cubicBezTo>
                  <a:pt x="788" y="201"/>
                  <a:pt x="788" y="201"/>
                  <a:pt x="788" y="201"/>
                </a:cubicBezTo>
                <a:cubicBezTo>
                  <a:pt x="782" y="183"/>
                  <a:pt x="771" y="147"/>
                  <a:pt x="754" y="111"/>
                </a:cubicBezTo>
                <a:cubicBezTo>
                  <a:pt x="743" y="84"/>
                  <a:pt x="731" y="59"/>
                  <a:pt x="714" y="38"/>
                </a:cubicBezTo>
                <a:cubicBezTo>
                  <a:pt x="707" y="28"/>
                  <a:pt x="699" y="19"/>
                  <a:pt x="689" y="12"/>
                </a:cubicBezTo>
                <a:cubicBezTo>
                  <a:pt x="679" y="6"/>
                  <a:pt x="668" y="0"/>
                  <a:pt x="655" y="0"/>
                </a:cubicBezTo>
                <a:cubicBezTo>
                  <a:pt x="576" y="0"/>
                  <a:pt x="576" y="0"/>
                  <a:pt x="576" y="0"/>
                </a:cubicBezTo>
                <a:cubicBezTo>
                  <a:pt x="545" y="0"/>
                  <a:pt x="521" y="26"/>
                  <a:pt x="521" y="56"/>
                </a:cubicBezTo>
                <a:cubicBezTo>
                  <a:pt x="521" y="217"/>
                  <a:pt x="521" y="217"/>
                  <a:pt x="521" y="217"/>
                </a:cubicBezTo>
                <a:cubicBezTo>
                  <a:pt x="521" y="281"/>
                  <a:pt x="521" y="281"/>
                  <a:pt x="521" y="281"/>
                </a:cubicBezTo>
                <a:cubicBezTo>
                  <a:pt x="15" y="281"/>
                  <a:pt x="15" y="281"/>
                  <a:pt x="15" y="281"/>
                </a:cubicBezTo>
                <a:cubicBezTo>
                  <a:pt x="11" y="281"/>
                  <a:pt x="7" y="284"/>
                  <a:pt x="4" y="286"/>
                </a:cubicBezTo>
                <a:cubicBezTo>
                  <a:pt x="1" y="289"/>
                  <a:pt x="0" y="292"/>
                  <a:pt x="0" y="296"/>
                </a:cubicBezTo>
                <a:cubicBezTo>
                  <a:pt x="0" y="457"/>
                  <a:pt x="0" y="457"/>
                  <a:pt x="0" y="457"/>
                </a:cubicBezTo>
                <a:cubicBezTo>
                  <a:pt x="0" y="461"/>
                  <a:pt x="1" y="465"/>
                  <a:pt x="4" y="468"/>
                </a:cubicBezTo>
                <a:cubicBezTo>
                  <a:pt x="7" y="470"/>
                  <a:pt x="11" y="472"/>
                  <a:pt x="15" y="472"/>
                </a:cubicBezTo>
                <a:cubicBezTo>
                  <a:pt x="81" y="472"/>
                  <a:pt x="81" y="472"/>
                  <a:pt x="81" y="472"/>
                </a:cubicBezTo>
                <a:cubicBezTo>
                  <a:pt x="89" y="516"/>
                  <a:pt x="128" y="551"/>
                  <a:pt x="176" y="551"/>
                </a:cubicBezTo>
                <a:close/>
                <a:moveTo>
                  <a:pt x="222" y="503"/>
                </a:moveTo>
                <a:lnTo>
                  <a:pt x="222" y="503"/>
                </a:lnTo>
                <a:cubicBezTo>
                  <a:pt x="209" y="515"/>
                  <a:pt x="194" y="522"/>
                  <a:pt x="176" y="522"/>
                </a:cubicBezTo>
                <a:cubicBezTo>
                  <a:pt x="157" y="522"/>
                  <a:pt x="141" y="515"/>
                  <a:pt x="130" y="503"/>
                </a:cubicBezTo>
                <a:cubicBezTo>
                  <a:pt x="117" y="491"/>
                  <a:pt x="110" y="475"/>
                  <a:pt x="110" y="457"/>
                </a:cubicBezTo>
                <a:cubicBezTo>
                  <a:pt x="110" y="438"/>
                  <a:pt x="117" y="423"/>
                  <a:pt x="130" y="411"/>
                </a:cubicBezTo>
                <a:cubicBezTo>
                  <a:pt x="141" y="399"/>
                  <a:pt x="157" y="391"/>
                  <a:pt x="176" y="391"/>
                </a:cubicBezTo>
                <a:cubicBezTo>
                  <a:pt x="194" y="391"/>
                  <a:pt x="209" y="399"/>
                  <a:pt x="222" y="411"/>
                </a:cubicBezTo>
                <a:cubicBezTo>
                  <a:pt x="233" y="423"/>
                  <a:pt x="240" y="438"/>
                  <a:pt x="240" y="457"/>
                </a:cubicBezTo>
                <a:cubicBezTo>
                  <a:pt x="240" y="475"/>
                  <a:pt x="233" y="491"/>
                  <a:pt x="222" y="503"/>
                </a:cubicBezTo>
                <a:close/>
                <a:moveTo>
                  <a:pt x="823" y="503"/>
                </a:moveTo>
                <a:lnTo>
                  <a:pt x="823" y="503"/>
                </a:lnTo>
                <a:cubicBezTo>
                  <a:pt x="810" y="515"/>
                  <a:pt x="795" y="522"/>
                  <a:pt x="777" y="522"/>
                </a:cubicBezTo>
                <a:cubicBezTo>
                  <a:pt x="759" y="522"/>
                  <a:pt x="742" y="515"/>
                  <a:pt x="731" y="503"/>
                </a:cubicBezTo>
                <a:cubicBezTo>
                  <a:pt x="718" y="491"/>
                  <a:pt x="711" y="475"/>
                  <a:pt x="711" y="457"/>
                </a:cubicBezTo>
                <a:cubicBezTo>
                  <a:pt x="711" y="438"/>
                  <a:pt x="718" y="423"/>
                  <a:pt x="731" y="411"/>
                </a:cubicBezTo>
                <a:cubicBezTo>
                  <a:pt x="742" y="399"/>
                  <a:pt x="759" y="391"/>
                  <a:pt x="777" y="391"/>
                </a:cubicBezTo>
                <a:cubicBezTo>
                  <a:pt x="795" y="391"/>
                  <a:pt x="810" y="399"/>
                  <a:pt x="823" y="411"/>
                </a:cubicBezTo>
                <a:cubicBezTo>
                  <a:pt x="834" y="423"/>
                  <a:pt x="841" y="438"/>
                  <a:pt x="841" y="457"/>
                </a:cubicBezTo>
                <a:cubicBezTo>
                  <a:pt x="841" y="475"/>
                  <a:pt x="834" y="491"/>
                  <a:pt x="823" y="503"/>
                </a:cubicBezTo>
                <a:close/>
                <a:moveTo>
                  <a:pt x="902" y="250"/>
                </a:moveTo>
                <a:lnTo>
                  <a:pt x="902" y="250"/>
                </a:lnTo>
                <a:cubicBezTo>
                  <a:pt x="915" y="263"/>
                  <a:pt x="922" y="278"/>
                  <a:pt x="922" y="296"/>
                </a:cubicBezTo>
                <a:cubicBezTo>
                  <a:pt x="922" y="441"/>
                  <a:pt x="922" y="441"/>
                  <a:pt x="922" y="441"/>
                </a:cubicBezTo>
                <a:cubicBezTo>
                  <a:pt x="870" y="441"/>
                  <a:pt x="870" y="441"/>
                  <a:pt x="870" y="441"/>
                </a:cubicBezTo>
                <a:cubicBezTo>
                  <a:pt x="863" y="397"/>
                  <a:pt x="824" y="362"/>
                  <a:pt x="777" y="362"/>
                </a:cubicBezTo>
                <a:cubicBezTo>
                  <a:pt x="729" y="362"/>
                  <a:pt x="690" y="397"/>
                  <a:pt x="682" y="441"/>
                </a:cubicBezTo>
                <a:cubicBezTo>
                  <a:pt x="551" y="441"/>
                  <a:pt x="551" y="441"/>
                  <a:pt x="551" y="441"/>
                </a:cubicBezTo>
                <a:cubicBezTo>
                  <a:pt x="551" y="296"/>
                  <a:pt x="551" y="296"/>
                  <a:pt x="551" y="296"/>
                </a:cubicBezTo>
                <a:cubicBezTo>
                  <a:pt x="551" y="231"/>
                  <a:pt x="551" y="231"/>
                  <a:pt x="551" y="231"/>
                </a:cubicBezTo>
                <a:cubicBezTo>
                  <a:pt x="777" y="231"/>
                  <a:pt x="777" y="231"/>
                  <a:pt x="777" y="231"/>
                </a:cubicBezTo>
                <a:lnTo>
                  <a:pt x="777" y="231"/>
                </a:lnTo>
                <a:cubicBezTo>
                  <a:pt x="856" y="231"/>
                  <a:pt x="856" y="231"/>
                  <a:pt x="856" y="231"/>
                </a:cubicBezTo>
                <a:cubicBezTo>
                  <a:pt x="874" y="231"/>
                  <a:pt x="891" y="239"/>
                  <a:pt x="902" y="250"/>
                </a:cubicBezTo>
                <a:close/>
                <a:moveTo>
                  <a:pt x="551" y="56"/>
                </a:moveTo>
                <a:lnTo>
                  <a:pt x="551" y="56"/>
                </a:lnTo>
                <a:cubicBezTo>
                  <a:pt x="551" y="42"/>
                  <a:pt x="562" y="31"/>
                  <a:pt x="576" y="31"/>
                </a:cubicBezTo>
                <a:cubicBezTo>
                  <a:pt x="655" y="31"/>
                  <a:pt x="655" y="31"/>
                  <a:pt x="655" y="31"/>
                </a:cubicBezTo>
                <a:cubicBezTo>
                  <a:pt x="661" y="31"/>
                  <a:pt x="665" y="33"/>
                  <a:pt x="672" y="37"/>
                </a:cubicBezTo>
                <a:cubicBezTo>
                  <a:pt x="682" y="44"/>
                  <a:pt x="694" y="59"/>
                  <a:pt x="706" y="79"/>
                </a:cubicBezTo>
                <a:cubicBezTo>
                  <a:pt x="722" y="107"/>
                  <a:pt x="736" y="143"/>
                  <a:pt x="746" y="171"/>
                </a:cubicBezTo>
                <a:cubicBezTo>
                  <a:pt x="750" y="183"/>
                  <a:pt x="754" y="193"/>
                  <a:pt x="756" y="201"/>
                </a:cubicBezTo>
                <a:cubicBezTo>
                  <a:pt x="551" y="201"/>
                  <a:pt x="551" y="201"/>
                  <a:pt x="551" y="201"/>
                </a:cubicBezTo>
                <a:lnTo>
                  <a:pt x="551" y="56"/>
                </a:lnTo>
                <a:close/>
                <a:moveTo>
                  <a:pt x="29" y="311"/>
                </a:moveTo>
                <a:lnTo>
                  <a:pt x="29" y="311"/>
                </a:lnTo>
                <a:cubicBezTo>
                  <a:pt x="521" y="311"/>
                  <a:pt x="521" y="311"/>
                  <a:pt x="521" y="311"/>
                </a:cubicBezTo>
                <a:cubicBezTo>
                  <a:pt x="521" y="441"/>
                  <a:pt x="521" y="441"/>
                  <a:pt x="521" y="441"/>
                </a:cubicBezTo>
                <a:cubicBezTo>
                  <a:pt x="269" y="441"/>
                  <a:pt x="269" y="441"/>
                  <a:pt x="269" y="441"/>
                </a:cubicBezTo>
                <a:cubicBezTo>
                  <a:pt x="262" y="397"/>
                  <a:pt x="223" y="362"/>
                  <a:pt x="176" y="362"/>
                </a:cubicBezTo>
                <a:cubicBezTo>
                  <a:pt x="128" y="362"/>
                  <a:pt x="89" y="397"/>
                  <a:pt x="81" y="441"/>
                </a:cubicBezTo>
                <a:cubicBezTo>
                  <a:pt x="29" y="441"/>
                  <a:pt x="29" y="441"/>
                  <a:pt x="29" y="441"/>
                </a:cubicBezTo>
                <a:lnTo>
                  <a:pt x="29" y="311"/>
                </a:lnTo>
                <a:close/>
              </a:path>
            </a:pathLst>
          </a:custGeom>
          <a:solidFill>
            <a:schemeClr val="accent4"/>
          </a:solidFill>
          <a:ln>
            <a:noFill/>
          </a:ln>
          <a:effectLst/>
        </p:spPr>
        <p:txBody>
          <a:bodyPr wrap="none" anchor="ctr"/>
          <a:lstStyle/>
          <a:p>
            <a:endParaRPr lang="da-DK"/>
          </a:p>
        </p:txBody>
      </p:sp>
      <p:grpSp>
        <p:nvGrpSpPr>
          <p:cNvPr id="26" name="Group 29">
            <a:extLst>
              <a:ext uri="{FF2B5EF4-FFF2-40B4-BE49-F238E27FC236}">
                <a16:creationId xmlns:a16="http://schemas.microsoft.com/office/drawing/2014/main" id="{9CEEBCAD-BEA8-5D19-2288-4ECD4B14BAD0}"/>
              </a:ext>
            </a:extLst>
          </p:cNvPr>
          <p:cNvGrpSpPr/>
          <p:nvPr/>
        </p:nvGrpSpPr>
        <p:grpSpPr>
          <a:xfrm>
            <a:off x="8671594" y="2551013"/>
            <a:ext cx="236537" cy="260350"/>
            <a:chOff x="7643813" y="2854325"/>
            <a:chExt cx="236537" cy="260350"/>
          </a:xfrm>
          <a:solidFill>
            <a:schemeClr val="accent4"/>
          </a:solidFill>
        </p:grpSpPr>
        <p:sp>
          <p:nvSpPr>
            <p:cNvPr id="27" name="Freeform 21">
              <a:extLst>
                <a:ext uri="{FF2B5EF4-FFF2-40B4-BE49-F238E27FC236}">
                  <a16:creationId xmlns:a16="http://schemas.microsoft.com/office/drawing/2014/main" id="{D70D6256-5C65-4294-8482-203916E5C621}"/>
                </a:ext>
              </a:extLst>
            </p:cNvPr>
            <p:cNvSpPr>
              <a:spLocks noChangeArrowheads="1"/>
            </p:cNvSpPr>
            <p:nvPr/>
          </p:nvSpPr>
          <p:spPr bwMode="auto">
            <a:xfrm>
              <a:off x="7720013" y="2876550"/>
              <a:ext cx="22225" cy="22225"/>
            </a:xfrm>
            <a:custGeom>
              <a:avLst/>
              <a:gdLst>
                <a:gd name="T0" fmla="*/ 0 w 61"/>
                <a:gd name="T1" fmla="*/ 31 h 61"/>
                <a:gd name="T2" fmla="*/ 0 w 61"/>
                <a:gd name="T3" fmla="*/ 31 h 61"/>
                <a:gd name="T4" fmla="*/ 29 w 61"/>
                <a:gd name="T5" fmla="*/ 60 h 61"/>
                <a:gd name="T6" fmla="*/ 60 w 61"/>
                <a:gd name="T7" fmla="*/ 31 h 61"/>
                <a:gd name="T8" fmla="*/ 29 w 61"/>
                <a:gd name="T9" fmla="*/ 0 h 61"/>
                <a:gd name="T10" fmla="*/ 0 w 61"/>
                <a:gd name="T11" fmla="*/ 31 h 61"/>
              </a:gdLst>
              <a:ahLst/>
              <a:cxnLst>
                <a:cxn ang="0">
                  <a:pos x="T0" y="T1"/>
                </a:cxn>
                <a:cxn ang="0">
                  <a:pos x="T2" y="T3"/>
                </a:cxn>
                <a:cxn ang="0">
                  <a:pos x="T4" y="T5"/>
                </a:cxn>
                <a:cxn ang="0">
                  <a:pos x="T6" y="T7"/>
                </a:cxn>
                <a:cxn ang="0">
                  <a:pos x="T8" y="T9"/>
                </a:cxn>
                <a:cxn ang="0">
                  <a:pos x="T10" y="T11"/>
                </a:cxn>
              </a:cxnLst>
              <a:rect l="0" t="0" r="r" b="b"/>
              <a:pathLst>
                <a:path w="61" h="61">
                  <a:moveTo>
                    <a:pt x="0" y="31"/>
                  </a:moveTo>
                  <a:lnTo>
                    <a:pt x="0" y="31"/>
                  </a:lnTo>
                  <a:cubicBezTo>
                    <a:pt x="0" y="46"/>
                    <a:pt x="14" y="60"/>
                    <a:pt x="29" y="60"/>
                  </a:cubicBezTo>
                  <a:cubicBezTo>
                    <a:pt x="46" y="60"/>
                    <a:pt x="60" y="46"/>
                    <a:pt x="60" y="31"/>
                  </a:cubicBezTo>
                  <a:cubicBezTo>
                    <a:pt x="60" y="14"/>
                    <a:pt x="46" y="0"/>
                    <a:pt x="29" y="0"/>
                  </a:cubicBezTo>
                  <a:cubicBezTo>
                    <a:pt x="14" y="0"/>
                    <a:pt x="0" y="14"/>
                    <a:pt x="0"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 name="Freeform 22">
              <a:extLst>
                <a:ext uri="{FF2B5EF4-FFF2-40B4-BE49-F238E27FC236}">
                  <a16:creationId xmlns:a16="http://schemas.microsoft.com/office/drawing/2014/main" id="{B72889FB-3668-F4E9-E2D7-889CE2A3B7A1}"/>
                </a:ext>
              </a:extLst>
            </p:cNvPr>
            <p:cNvSpPr>
              <a:spLocks noChangeArrowheads="1"/>
            </p:cNvSpPr>
            <p:nvPr/>
          </p:nvSpPr>
          <p:spPr bwMode="auto">
            <a:xfrm>
              <a:off x="7751763" y="2867025"/>
              <a:ext cx="22225" cy="22225"/>
            </a:xfrm>
            <a:custGeom>
              <a:avLst/>
              <a:gdLst>
                <a:gd name="T0" fmla="*/ 0 w 61"/>
                <a:gd name="T1" fmla="*/ 29 h 61"/>
                <a:gd name="T2" fmla="*/ 0 w 61"/>
                <a:gd name="T3" fmla="*/ 29 h 61"/>
                <a:gd name="T4" fmla="*/ 29 w 61"/>
                <a:gd name="T5" fmla="*/ 60 h 61"/>
                <a:gd name="T6" fmla="*/ 60 w 61"/>
                <a:gd name="T7" fmla="*/ 29 h 61"/>
                <a:gd name="T8" fmla="*/ 29 w 61"/>
                <a:gd name="T9" fmla="*/ 0 h 61"/>
                <a:gd name="T10" fmla="*/ 0 w 61"/>
                <a:gd name="T11" fmla="*/ 29 h 61"/>
              </a:gdLst>
              <a:ahLst/>
              <a:cxnLst>
                <a:cxn ang="0">
                  <a:pos x="T0" y="T1"/>
                </a:cxn>
                <a:cxn ang="0">
                  <a:pos x="T2" y="T3"/>
                </a:cxn>
                <a:cxn ang="0">
                  <a:pos x="T4" y="T5"/>
                </a:cxn>
                <a:cxn ang="0">
                  <a:pos x="T6" y="T7"/>
                </a:cxn>
                <a:cxn ang="0">
                  <a:pos x="T8" y="T9"/>
                </a:cxn>
                <a:cxn ang="0">
                  <a:pos x="T10" y="T11"/>
                </a:cxn>
              </a:cxnLst>
              <a:rect l="0" t="0" r="r" b="b"/>
              <a:pathLst>
                <a:path w="61" h="61">
                  <a:moveTo>
                    <a:pt x="0" y="29"/>
                  </a:moveTo>
                  <a:lnTo>
                    <a:pt x="0" y="29"/>
                  </a:lnTo>
                  <a:cubicBezTo>
                    <a:pt x="0" y="46"/>
                    <a:pt x="14" y="60"/>
                    <a:pt x="29" y="60"/>
                  </a:cubicBezTo>
                  <a:cubicBezTo>
                    <a:pt x="46" y="60"/>
                    <a:pt x="60" y="46"/>
                    <a:pt x="60" y="29"/>
                  </a:cubicBezTo>
                  <a:cubicBezTo>
                    <a:pt x="60" y="14"/>
                    <a:pt x="46" y="0"/>
                    <a:pt x="29" y="0"/>
                  </a:cubicBezTo>
                  <a:cubicBezTo>
                    <a:pt x="14" y="0"/>
                    <a:pt x="0" y="14"/>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 name="Freeform 23">
              <a:extLst>
                <a:ext uri="{FF2B5EF4-FFF2-40B4-BE49-F238E27FC236}">
                  <a16:creationId xmlns:a16="http://schemas.microsoft.com/office/drawing/2014/main" id="{620852F3-BA22-FEB4-B37E-1D9814952075}"/>
                </a:ext>
              </a:extLst>
            </p:cNvPr>
            <p:cNvSpPr>
              <a:spLocks noChangeArrowheads="1"/>
            </p:cNvSpPr>
            <p:nvPr/>
          </p:nvSpPr>
          <p:spPr bwMode="auto">
            <a:xfrm>
              <a:off x="7783513" y="2855913"/>
              <a:ext cx="22225" cy="20637"/>
            </a:xfrm>
            <a:custGeom>
              <a:avLst/>
              <a:gdLst>
                <a:gd name="T0" fmla="*/ 0 w 61"/>
                <a:gd name="T1" fmla="*/ 29 h 59"/>
                <a:gd name="T2" fmla="*/ 0 w 61"/>
                <a:gd name="T3" fmla="*/ 29 h 59"/>
                <a:gd name="T4" fmla="*/ 30 w 61"/>
                <a:gd name="T5" fmla="*/ 58 h 59"/>
                <a:gd name="T6" fmla="*/ 60 w 61"/>
                <a:gd name="T7" fmla="*/ 29 h 59"/>
                <a:gd name="T8" fmla="*/ 30 w 61"/>
                <a:gd name="T9" fmla="*/ 0 h 59"/>
                <a:gd name="T10" fmla="*/ 0 w 61"/>
                <a:gd name="T11" fmla="*/ 29 h 59"/>
              </a:gdLst>
              <a:ahLst/>
              <a:cxnLst>
                <a:cxn ang="0">
                  <a:pos x="T0" y="T1"/>
                </a:cxn>
                <a:cxn ang="0">
                  <a:pos x="T2" y="T3"/>
                </a:cxn>
                <a:cxn ang="0">
                  <a:pos x="T4" y="T5"/>
                </a:cxn>
                <a:cxn ang="0">
                  <a:pos x="T6" y="T7"/>
                </a:cxn>
                <a:cxn ang="0">
                  <a:pos x="T8" y="T9"/>
                </a:cxn>
                <a:cxn ang="0">
                  <a:pos x="T10" y="T11"/>
                </a:cxn>
              </a:cxnLst>
              <a:rect l="0" t="0" r="r" b="b"/>
              <a:pathLst>
                <a:path w="61" h="59">
                  <a:moveTo>
                    <a:pt x="0" y="29"/>
                  </a:moveTo>
                  <a:lnTo>
                    <a:pt x="0" y="29"/>
                  </a:lnTo>
                  <a:cubicBezTo>
                    <a:pt x="0" y="46"/>
                    <a:pt x="14" y="58"/>
                    <a:pt x="30" y="58"/>
                  </a:cubicBezTo>
                  <a:cubicBezTo>
                    <a:pt x="46" y="58"/>
                    <a:pt x="60" y="46"/>
                    <a:pt x="60" y="29"/>
                  </a:cubicBezTo>
                  <a:cubicBezTo>
                    <a:pt x="60" y="12"/>
                    <a:pt x="46" y="0"/>
                    <a:pt x="30" y="0"/>
                  </a:cubicBezTo>
                  <a:cubicBezTo>
                    <a:pt x="14" y="0"/>
                    <a:pt x="0" y="12"/>
                    <a:pt x="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4">
              <a:extLst>
                <a:ext uri="{FF2B5EF4-FFF2-40B4-BE49-F238E27FC236}">
                  <a16:creationId xmlns:a16="http://schemas.microsoft.com/office/drawing/2014/main" id="{573AB2C2-5AC2-A466-D915-B22D9E3F6768}"/>
                </a:ext>
              </a:extLst>
            </p:cNvPr>
            <p:cNvSpPr>
              <a:spLocks noChangeArrowheads="1"/>
            </p:cNvSpPr>
            <p:nvPr/>
          </p:nvSpPr>
          <p:spPr bwMode="auto">
            <a:xfrm>
              <a:off x="7648575" y="2909888"/>
              <a:ext cx="227013" cy="204787"/>
            </a:xfrm>
            <a:custGeom>
              <a:avLst/>
              <a:gdLst>
                <a:gd name="T0" fmla="*/ 81 w 630"/>
                <a:gd name="T1" fmla="*/ 566 h 567"/>
                <a:gd name="T2" fmla="*/ 81 w 630"/>
                <a:gd name="T3" fmla="*/ 566 h 567"/>
                <a:gd name="T4" fmla="*/ 549 w 630"/>
                <a:gd name="T5" fmla="*/ 566 h 567"/>
                <a:gd name="T6" fmla="*/ 589 w 630"/>
                <a:gd name="T7" fmla="*/ 539 h 567"/>
                <a:gd name="T8" fmla="*/ 589 w 630"/>
                <a:gd name="T9" fmla="*/ 539 h 567"/>
                <a:gd name="T10" fmla="*/ 629 w 630"/>
                <a:gd name="T11" fmla="*/ 357 h 567"/>
                <a:gd name="T12" fmla="*/ 589 w 630"/>
                <a:gd name="T13" fmla="*/ 175 h 567"/>
                <a:gd name="T14" fmla="*/ 589 w 630"/>
                <a:gd name="T15" fmla="*/ 175 h 567"/>
                <a:gd name="T16" fmla="*/ 549 w 630"/>
                <a:gd name="T17" fmla="*/ 149 h 567"/>
                <a:gd name="T18" fmla="*/ 345 w 630"/>
                <a:gd name="T19" fmla="*/ 149 h 567"/>
                <a:gd name="T20" fmla="*/ 345 w 630"/>
                <a:gd name="T21" fmla="*/ 15 h 567"/>
                <a:gd name="T22" fmla="*/ 330 w 630"/>
                <a:gd name="T23" fmla="*/ 0 h 567"/>
                <a:gd name="T24" fmla="*/ 314 w 630"/>
                <a:gd name="T25" fmla="*/ 15 h 567"/>
                <a:gd name="T26" fmla="*/ 314 w 630"/>
                <a:gd name="T27" fmla="*/ 149 h 567"/>
                <a:gd name="T28" fmla="*/ 81 w 630"/>
                <a:gd name="T29" fmla="*/ 149 h 567"/>
                <a:gd name="T30" fmla="*/ 39 w 630"/>
                <a:gd name="T31" fmla="*/ 175 h 567"/>
                <a:gd name="T32" fmla="*/ 39 w 630"/>
                <a:gd name="T33" fmla="*/ 175 h 567"/>
                <a:gd name="T34" fmla="*/ 0 w 630"/>
                <a:gd name="T35" fmla="*/ 357 h 567"/>
                <a:gd name="T36" fmla="*/ 39 w 630"/>
                <a:gd name="T37" fmla="*/ 539 h 567"/>
                <a:gd name="T38" fmla="*/ 39 w 630"/>
                <a:gd name="T39" fmla="*/ 539 h 567"/>
                <a:gd name="T40" fmla="*/ 81 w 630"/>
                <a:gd name="T41" fmla="*/ 566 h 567"/>
                <a:gd name="T42" fmla="*/ 562 w 630"/>
                <a:gd name="T43" fmla="*/ 527 h 567"/>
                <a:gd name="T44" fmla="*/ 562 w 630"/>
                <a:gd name="T45" fmla="*/ 527 h 567"/>
                <a:gd name="T46" fmla="*/ 562 w 630"/>
                <a:gd name="T47" fmla="*/ 527 h 567"/>
                <a:gd name="T48" fmla="*/ 549 w 630"/>
                <a:gd name="T49" fmla="*/ 535 h 567"/>
                <a:gd name="T50" fmla="*/ 81 w 630"/>
                <a:gd name="T51" fmla="*/ 535 h 567"/>
                <a:gd name="T52" fmla="*/ 67 w 630"/>
                <a:gd name="T53" fmla="*/ 527 h 567"/>
                <a:gd name="T54" fmla="*/ 67 w 630"/>
                <a:gd name="T55" fmla="*/ 527 h 567"/>
                <a:gd name="T56" fmla="*/ 39 w 630"/>
                <a:gd name="T57" fmla="*/ 446 h 567"/>
                <a:gd name="T58" fmla="*/ 589 w 630"/>
                <a:gd name="T59" fmla="*/ 446 h 567"/>
                <a:gd name="T60" fmla="*/ 562 w 630"/>
                <a:gd name="T61" fmla="*/ 527 h 567"/>
                <a:gd name="T62" fmla="*/ 549 w 630"/>
                <a:gd name="T63" fmla="*/ 178 h 567"/>
                <a:gd name="T64" fmla="*/ 549 w 630"/>
                <a:gd name="T65" fmla="*/ 178 h 567"/>
                <a:gd name="T66" fmla="*/ 562 w 630"/>
                <a:gd name="T67" fmla="*/ 187 h 567"/>
                <a:gd name="T68" fmla="*/ 562 w 630"/>
                <a:gd name="T69" fmla="*/ 187 h 567"/>
                <a:gd name="T70" fmla="*/ 599 w 630"/>
                <a:gd name="T71" fmla="*/ 357 h 567"/>
                <a:gd name="T72" fmla="*/ 595 w 630"/>
                <a:gd name="T73" fmla="*/ 417 h 567"/>
                <a:gd name="T74" fmla="*/ 345 w 630"/>
                <a:gd name="T75" fmla="*/ 417 h 567"/>
                <a:gd name="T76" fmla="*/ 345 w 630"/>
                <a:gd name="T77" fmla="*/ 178 h 567"/>
                <a:gd name="T78" fmla="*/ 549 w 630"/>
                <a:gd name="T79" fmla="*/ 178 h 567"/>
                <a:gd name="T80" fmla="*/ 67 w 630"/>
                <a:gd name="T81" fmla="*/ 187 h 567"/>
                <a:gd name="T82" fmla="*/ 67 w 630"/>
                <a:gd name="T83" fmla="*/ 187 h 567"/>
                <a:gd name="T84" fmla="*/ 67 w 630"/>
                <a:gd name="T85" fmla="*/ 187 h 567"/>
                <a:gd name="T86" fmla="*/ 81 w 630"/>
                <a:gd name="T87" fmla="*/ 178 h 567"/>
                <a:gd name="T88" fmla="*/ 314 w 630"/>
                <a:gd name="T89" fmla="*/ 178 h 567"/>
                <a:gd name="T90" fmla="*/ 314 w 630"/>
                <a:gd name="T91" fmla="*/ 417 h 567"/>
                <a:gd name="T92" fmla="*/ 35 w 630"/>
                <a:gd name="T93" fmla="*/ 417 h 567"/>
                <a:gd name="T94" fmla="*/ 30 w 630"/>
                <a:gd name="T95" fmla="*/ 357 h 567"/>
                <a:gd name="T96" fmla="*/ 67 w 630"/>
                <a:gd name="T97" fmla="*/ 187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30" h="567">
                  <a:moveTo>
                    <a:pt x="81" y="566"/>
                  </a:moveTo>
                  <a:lnTo>
                    <a:pt x="81" y="566"/>
                  </a:lnTo>
                  <a:cubicBezTo>
                    <a:pt x="549" y="566"/>
                    <a:pt x="549" y="566"/>
                    <a:pt x="549" y="566"/>
                  </a:cubicBezTo>
                  <a:cubicBezTo>
                    <a:pt x="565" y="566"/>
                    <a:pt x="582" y="556"/>
                    <a:pt x="589" y="539"/>
                  </a:cubicBezTo>
                  <a:lnTo>
                    <a:pt x="589" y="539"/>
                  </a:lnTo>
                  <a:cubicBezTo>
                    <a:pt x="615" y="482"/>
                    <a:pt x="629" y="419"/>
                    <a:pt x="629" y="357"/>
                  </a:cubicBezTo>
                  <a:cubicBezTo>
                    <a:pt x="629" y="295"/>
                    <a:pt x="615" y="233"/>
                    <a:pt x="589" y="175"/>
                  </a:cubicBezTo>
                  <a:lnTo>
                    <a:pt x="589" y="175"/>
                  </a:lnTo>
                  <a:cubicBezTo>
                    <a:pt x="582" y="159"/>
                    <a:pt x="567" y="149"/>
                    <a:pt x="549" y="149"/>
                  </a:cubicBezTo>
                  <a:cubicBezTo>
                    <a:pt x="514" y="149"/>
                    <a:pt x="431" y="149"/>
                    <a:pt x="345" y="149"/>
                  </a:cubicBezTo>
                  <a:cubicBezTo>
                    <a:pt x="345" y="15"/>
                    <a:pt x="345" y="15"/>
                    <a:pt x="345" y="15"/>
                  </a:cubicBezTo>
                  <a:cubicBezTo>
                    <a:pt x="345" y="7"/>
                    <a:pt x="338" y="0"/>
                    <a:pt x="330" y="0"/>
                  </a:cubicBezTo>
                  <a:cubicBezTo>
                    <a:pt x="321" y="0"/>
                    <a:pt x="314" y="7"/>
                    <a:pt x="314" y="15"/>
                  </a:cubicBezTo>
                  <a:cubicBezTo>
                    <a:pt x="314" y="149"/>
                    <a:pt x="314" y="149"/>
                    <a:pt x="314" y="149"/>
                  </a:cubicBezTo>
                  <a:cubicBezTo>
                    <a:pt x="218" y="149"/>
                    <a:pt x="120" y="149"/>
                    <a:pt x="81" y="149"/>
                  </a:cubicBezTo>
                  <a:cubicBezTo>
                    <a:pt x="63" y="149"/>
                    <a:pt x="48" y="159"/>
                    <a:pt x="39" y="175"/>
                  </a:cubicBezTo>
                  <a:lnTo>
                    <a:pt x="39" y="175"/>
                  </a:lnTo>
                  <a:cubicBezTo>
                    <a:pt x="14" y="233"/>
                    <a:pt x="0" y="295"/>
                    <a:pt x="0" y="357"/>
                  </a:cubicBezTo>
                  <a:cubicBezTo>
                    <a:pt x="0" y="419"/>
                    <a:pt x="14" y="482"/>
                    <a:pt x="39" y="539"/>
                  </a:cubicBezTo>
                  <a:lnTo>
                    <a:pt x="39" y="539"/>
                  </a:lnTo>
                  <a:cubicBezTo>
                    <a:pt x="48" y="556"/>
                    <a:pt x="63" y="566"/>
                    <a:pt x="81" y="566"/>
                  </a:cubicBezTo>
                  <a:close/>
                  <a:moveTo>
                    <a:pt x="562" y="527"/>
                  </a:moveTo>
                  <a:lnTo>
                    <a:pt x="562" y="527"/>
                  </a:lnTo>
                  <a:lnTo>
                    <a:pt x="562" y="527"/>
                  </a:lnTo>
                  <a:cubicBezTo>
                    <a:pt x="560" y="532"/>
                    <a:pt x="554" y="535"/>
                    <a:pt x="549" y="535"/>
                  </a:cubicBezTo>
                  <a:cubicBezTo>
                    <a:pt x="81" y="535"/>
                    <a:pt x="81" y="535"/>
                    <a:pt x="81" y="535"/>
                  </a:cubicBezTo>
                  <a:cubicBezTo>
                    <a:pt x="74" y="535"/>
                    <a:pt x="69" y="532"/>
                    <a:pt x="67" y="527"/>
                  </a:cubicBezTo>
                  <a:lnTo>
                    <a:pt x="67" y="527"/>
                  </a:lnTo>
                  <a:cubicBezTo>
                    <a:pt x="55" y="502"/>
                    <a:pt x="46" y="474"/>
                    <a:pt x="39" y="446"/>
                  </a:cubicBezTo>
                  <a:cubicBezTo>
                    <a:pt x="589" y="446"/>
                    <a:pt x="589" y="446"/>
                    <a:pt x="589" y="446"/>
                  </a:cubicBezTo>
                  <a:cubicBezTo>
                    <a:pt x="583" y="474"/>
                    <a:pt x="574" y="502"/>
                    <a:pt x="562" y="527"/>
                  </a:cubicBezTo>
                  <a:close/>
                  <a:moveTo>
                    <a:pt x="549" y="178"/>
                  </a:moveTo>
                  <a:lnTo>
                    <a:pt x="549" y="178"/>
                  </a:lnTo>
                  <a:cubicBezTo>
                    <a:pt x="554" y="178"/>
                    <a:pt x="560" y="182"/>
                    <a:pt x="562" y="187"/>
                  </a:cubicBezTo>
                  <a:lnTo>
                    <a:pt x="562" y="187"/>
                  </a:lnTo>
                  <a:cubicBezTo>
                    <a:pt x="588" y="241"/>
                    <a:pt x="599" y="300"/>
                    <a:pt x="599" y="357"/>
                  </a:cubicBezTo>
                  <a:cubicBezTo>
                    <a:pt x="599" y="378"/>
                    <a:pt x="597" y="397"/>
                    <a:pt x="595" y="417"/>
                  </a:cubicBezTo>
                  <a:cubicBezTo>
                    <a:pt x="345" y="417"/>
                    <a:pt x="345" y="417"/>
                    <a:pt x="345" y="417"/>
                  </a:cubicBezTo>
                  <a:cubicBezTo>
                    <a:pt x="345" y="178"/>
                    <a:pt x="345" y="178"/>
                    <a:pt x="345" y="178"/>
                  </a:cubicBezTo>
                  <a:cubicBezTo>
                    <a:pt x="431" y="178"/>
                    <a:pt x="514" y="178"/>
                    <a:pt x="549" y="178"/>
                  </a:cubicBezTo>
                  <a:close/>
                  <a:moveTo>
                    <a:pt x="67" y="187"/>
                  </a:moveTo>
                  <a:lnTo>
                    <a:pt x="67" y="187"/>
                  </a:lnTo>
                  <a:lnTo>
                    <a:pt x="67" y="187"/>
                  </a:lnTo>
                  <a:cubicBezTo>
                    <a:pt x="69" y="182"/>
                    <a:pt x="74" y="178"/>
                    <a:pt x="81" y="178"/>
                  </a:cubicBezTo>
                  <a:cubicBezTo>
                    <a:pt x="120" y="178"/>
                    <a:pt x="218" y="178"/>
                    <a:pt x="314" y="178"/>
                  </a:cubicBezTo>
                  <a:cubicBezTo>
                    <a:pt x="314" y="417"/>
                    <a:pt x="314" y="417"/>
                    <a:pt x="314" y="417"/>
                  </a:cubicBezTo>
                  <a:cubicBezTo>
                    <a:pt x="35" y="417"/>
                    <a:pt x="35" y="417"/>
                    <a:pt x="35" y="417"/>
                  </a:cubicBezTo>
                  <a:cubicBezTo>
                    <a:pt x="33" y="397"/>
                    <a:pt x="30" y="378"/>
                    <a:pt x="30" y="357"/>
                  </a:cubicBezTo>
                  <a:cubicBezTo>
                    <a:pt x="30" y="300"/>
                    <a:pt x="42" y="241"/>
                    <a:pt x="67" y="1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5">
              <a:extLst>
                <a:ext uri="{FF2B5EF4-FFF2-40B4-BE49-F238E27FC236}">
                  <a16:creationId xmlns:a16="http://schemas.microsoft.com/office/drawing/2014/main" id="{8E6B932A-4E71-2CC0-AFDF-B6709B5693D7}"/>
                </a:ext>
              </a:extLst>
            </p:cNvPr>
            <p:cNvSpPr>
              <a:spLocks noChangeArrowheads="1"/>
            </p:cNvSpPr>
            <p:nvPr/>
          </p:nvSpPr>
          <p:spPr bwMode="auto">
            <a:xfrm>
              <a:off x="7643813" y="2854325"/>
              <a:ext cx="236537" cy="87313"/>
            </a:xfrm>
            <a:custGeom>
              <a:avLst/>
              <a:gdLst>
                <a:gd name="T0" fmla="*/ 22 w 659"/>
                <a:gd name="T1" fmla="*/ 240 h 244"/>
                <a:gd name="T2" fmla="*/ 22 w 659"/>
                <a:gd name="T3" fmla="*/ 240 h 244"/>
                <a:gd name="T4" fmla="*/ 647 w 659"/>
                <a:gd name="T5" fmla="*/ 31 h 244"/>
                <a:gd name="T6" fmla="*/ 656 w 659"/>
                <a:gd name="T7" fmla="*/ 13 h 244"/>
                <a:gd name="T8" fmla="*/ 637 w 659"/>
                <a:gd name="T9" fmla="*/ 3 h 244"/>
                <a:gd name="T10" fmla="*/ 13 w 659"/>
                <a:gd name="T11" fmla="*/ 212 h 244"/>
                <a:gd name="T12" fmla="*/ 3 w 659"/>
                <a:gd name="T13" fmla="*/ 230 h 244"/>
                <a:gd name="T14" fmla="*/ 22 w 659"/>
                <a:gd name="T15" fmla="*/ 240 h 24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59" h="244">
                  <a:moveTo>
                    <a:pt x="22" y="240"/>
                  </a:moveTo>
                  <a:lnTo>
                    <a:pt x="22" y="240"/>
                  </a:lnTo>
                  <a:cubicBezTo>
                    <a:pt x="647" y="31"/>
                    <a:pt x="647" y="31"/>
                    <a:pt x="647" y="31"/>
                  </a:cubicBezTo>
                  <a:cubicBezTo>
                    <a:pt x="654" y="29"/>
                    <a:pt x="658" y="21"/>
                    <a:pt x="656" y="13"/>
                  </a:cubicBezTo>
                  <a:cubicBezTo>
                    <a:pt x="654" y="4"/>
                    <a:pt x="646" y="0"/>
                    <a:pt x="637" y="3"/>
                  </a:cubicBezTo>
                  <a:cubicBezTo>
                    <a:pt x="13" y="212"/>
                    <a:pt x="13" y="212"/>
                    <a:pt x="13" y="212"/>
                  </a:cubicBezTo>
                  <a:cubicBezTo>
                    <a:pt x="4" y="213"/>
                    <a:pt x="0" y="222"/>
                    <a:pt x="3" y="230"/>
                  </a:cubicBezTo>
                  <a:cubicBezTo>
                    <a:pt x="6" y="239"/>
                    <a:pt x="14" y="243"/>
                    <a:pt x="22"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99DE9360-0223-291C-10E6-41BC829A928C}"/>
              </a:ext>
            </a:extLst>
          </p:cNvPr>
          <p:cNvGrpSpPr/>
          <p:nvPr/>
        </p:nvGrpSpPr>
        <p:grpSpPr>
          <a:xfrm>
            <a:off x="8147719" y="2564507"/>
            <a:ext cx="271462" cy="233362"/>
            <a:chOff x="7119938" y="2903538"/>
            <a:chExt cx="271462" cy="233362"/>
          </a:xfrm>
          <a:solidFill>
            <a:schemeClr val="accent4"/>
          </a:solidFill>
        </p:grpSpPr>
        <p:sp>
          <p:nvSpPr>
            <p:cNvPr id="33" name="Freeform 26">
              <a:extLst>
                <a:ext uri="{FF2B5EF4-FFF2-40B4-BE49-F238E27FC236}">
                  <a16:creationId xmlns:a16="http://schemas.microsoft.com/office/drawing/2014/main" id="{75DE8F45-9C6B-E57F-4FB3-A1582BFB625C}"/>
                </a:ext>
              </a:extLst>
            </p:cNvPr>
            <p:cNvSpPr>
              <a:spLocks noChangeArrowheads="1"/>
            </p:cNvSpPr>
            <p:nvPr/>
          </p:nvSpPr>
          <p:spPr bwMode="auto">
            <a:xfrm>
              <a:off x="7119938" y="3079750"/>
              <a:ext cx="57150" cy="57150"/>
            </a:xfrm>
            <a:custGeom>
              <a:avLst/>
              <a:gdLst>
                <a:gd name="T0" fmla="*/ 156 w 157"/>
                <a:gd name="T1" fmla="*/ 78 h 157"/>
                <a:gd name="T2" fmla="*/ 156 w 157"/>
                <a:gd name="T3" fmla="*/ 78 h 157"/>
                <a:gd name="T4" fmla="*/ 78 w 157"/>
                <a:gd name="T5" fmla="*/ 0 h 157"/>
                <a:gd name="T6" fmla="*/ 0 w 157"/>
                <a:gd name="T7" fmla="*/ 78 h 157"/>
                <a:gd name="T8" fmla="*/ 78 w 157"/>
                <a:gd name="T9" fmla="*/ 156 h 157"/>
                <a:gd name="T10" fmla="*/ 156 w 157"/>
                <a:gd name="T11" fmla="*/ 78 h 157"/>
                <a:gd name="T12" fmla="*/ 78 w 157"/>
                <a:gd name="T13" fmla="*/ 126 h 157"/>
                <a:gd name="T14" fmla="*/ 78 w 157"/>
                <a:gd name="T15" fmla="*/ 126 h 157"/>
                <a:gd name="T16" fmla="*/ 31 w 157"/>
                <a:gd name="T17" fmla="*/ 78 h 157"/>
                <a:gd name="T18" fmla="*/ 78 w 157"/>
                <a:gd name="T19" fmla="*/ 30 h 157"/>
                <a:gd name="T20" fmla="*/ 127 w 157"/>
                <a:gd name="T21" fmla="*/ 78 h 157"/>
                <a:gd name="T22" fmla="*/ 78 w 157"/>
                <a:gd name="T23" fmla="*/ 126 h 1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7" h="157">
                  <a:moveTo>
                    <a:pt x="156" y="78"/>
                  </a:moveTo>
                  <a:lnTo>
                    <a:pt x="156" y="78"/>
                  </a:lnTo>
                  <a:cubicBezTo>
                    <a:pt x="156" y="35"/>
                    <a:pt x="121" y="0"/>
                    <a:pt x="78" y="0"/>
                  </a:cubicBezTo>
                  <a:cubicBezTo>
                    <a:pt x="35" y="0"/>
                    <a:pt x="0" y="35"/>
                    <a:pt x="0" y="78"/>
                  </a:cubicBezTo>
                  <a:cubicBezTo>
                    <a:pt x="0" y="122"/>
                    <a:pt x="35" y="156"/>
                    <a:pt x="78" y="156"/>
                  </a:cubicBezTo>
                  <a:cubicBezTo>
                    <a:pt x="121" y="156"/>
                    <a:pt x="156" y="122"/>
                    <a:pt x="156" y="78"/>
                  </a:cubicBezTo>
                  <a:close/>
                  <a:moveTo>
                    <a:pt x="78" y="126"/>
                  </a:moveTo>
                  <a:lnTo>
                    <a:pt x="78" y="126"/>
                  </a:lnTo>
                  <a:cubicBezTo>
                    <a:pt x="52" y="126"/>
                    <a:pt x="31" y="105"/>
                    <a:pt x="31" y="78"/>
                  </a:cubicBezTo>
                  <a:cubicBezTo>
                    <a:pt x="31" y="52"/>
                    <a:pt x="52" y="30"/>
                    <a:pt x="78" y="30"/>
                  </a:cubicBezTo>
                  <a:cubicBezTo>
                    <a:pt x="105" y="30"/>
                    <a:pt x="127" y="52"/>
                    <a:pt x="127" y="78"/>
                  </a:cubicBezTo>
                  <a:cubicBezTo>
                    <a:pt x="127" y="105"/>
                    <a:pt x="105" y="126"/>
                    <a:pt x="78"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7">
              <a:extLst>
                <a:ext uri="{FF2B5EF4-FFF2-40B4-BE49-F238E27FC236}">
                  <a16:creationId xmlns:a16="http://schemas.microsoft.com/office/drawing/2014/main" id="{C5F6A874-57A1-12C0-D2ED-B3354AB3282B}"/>
                </a:ext>
              </a:extLst>
            </p:cNvPr>
            <p:cNvSpPr>
              <a:spLocks noChangeArrowheads="1"/>
            </p:cNvSpPr>
            <p:nvPr/>
          </p:nvSpPr>
          <p:spPr bwMode="auto">
            <a:xfrm>
              <a:off x="7142163" y="2903538"/>
              <a:ext cx="249237" cy="231775"/>
            </a:xfrm>
            <a:custGeom>
              <a:avLst/>
              <a:gdLst>
                <a:gd name="T0" fmla="*/ 0 w 694"/>
                <a:gd name="T1" fmla="*/ 440 h 646"/>
                <a:gd name="T2" fmla="*/ 0 w 694"/>
                <a:gd name="T3" fmla="*/ 440 h 646"/>
                <a:gd name="T4" fmla="*/ 14 w 694"/>
                <a:gd name="T5" fmla="*/ 456 h 646"/>
                <a:gd name="T6" fmla="*/ 94 w 694"/>
                <a:gd name="T7" fmla="*/ 488 h 646"/>
                <a:gd name="T8" fmla="*/ 126 w 694"/>
                <a:gd name="T9" fmla="*/ 567 h 646"/>
                <a:gd name="T10" fmla="*/ 141 w 694"/>
                <a:gd name="T11" fmla="*/ 581 h 646"/>
                <a:gd name="T12" fmla="*/ 456 w 694"/>
                <a:gd name="T13" fmla="*/ 581 h 646"/>
                <a:gd name="T14" fmla="*/ 458 w 694"/>
                <a:gd name="T15" fmla="*/ 581 h 646"/>
                <a:gd name="T16" fmla="*/ 461 w 694"/>
                <a:gd name="T17" fmla="*/ 581 h 646"/>
                <a:gd name="T18" fmla="*/ 463 w 694"/>
                <a:gd name="T19" fmla="*/ 580 h 646"/>
                <a:gd name="T20" fmla="*/ 466 w 694"/>
                <a:gd name="T21" fmla="*/ 578 h 646"/>
                <a:gd name="T22" fmla="*/ 469 w 694"/>
                <a:gd name="T23" fmla="*/ 577 h 646"/>
                <a:gd name="T24" fmla="*/ 469 w 694"/>
                <a:gd name="T25" fmla="*/ 576 h 646"/>
                <a:gd name="T26" fmla="*/ 575 w 694"/>
                <a:gd name="T27" fmla="*/ 432 h 646"/>
                <a:gd name="T28" fmla="*/ 587 w 694"/>
                <a:gd name="T29" fmla="*/ 493 h 646"/>
                <a:gd name="T30" fmla="*/ 537 w 694"/>
                <a:gd name="T31" fmla="*/ 567 h 646"/>
                <a:gd name="T32" fmla="*/ 615 w 694"/>
                <a:gd name="T33" fmla="*/ 645 h 646"/>
                <a:gd name="T34" fmla="*/ 693 w 694"/>
                <a:gd name="T35" fmla="*/ 567 h 646"/>
                <a:gd name="T36" fmla="*/ 617 w 694"/>
                <a:gd name="T37" fmla="*/ 489 h 646"/>
                <a:gd name="T38" fmla="*/ 599 w 694"/>
                <a:gd name="T39" fmla="*/ 393 h 646"/>
                <a:gd name="T40" fmla="*/ 597 w 694"/>
                <a:gd name="T41" fmla="*/ 392 h 646"/>
                <a:gd name="T42" fmla="*/ 502 w 694"/>
                <a:gd name="T43" fmla="*/ 12 h 646"/>
                <a:gd name="T44" fmla="*/ 486 w 694"/>
                <a:gd name="T45" fmla="*/ 3 h 646"/>
                <a:gd name="T46" fmla="*/ 474 w 694"/>
                <a:gd name="T47" fmla="*/ 15 h 646"/>
                <a:gd name="T48" fmla="*/ 394 w 694"/>
                <a:gd name="T49" fmla="*/ 15 h 646"/>
                <a:gd name="T50" fmla="*/ 380 w 694"/>
                <a:gd name="T51" fmla="*/ 30 h 646"/>
                <a:gd name="T52" fmla="*/ 394 w 694"/>
                <a:gd name="T53" fmla="*/ 44 h 646"/>
                <a:gd name="T54" fmla="*/ 480 w 694"/>
                <a:gd name="T55" fmla="*/ 44 h 646"/>
                <a:gd name="T56" fmla="*/ 568 w 694"/>
                <a:gd name="T57" fmla="*/ 392 h 646"/>
                <a:gd name="T58" fmla="*/ 449 w 694"/>
                <a:gd name="T59" fmla="*/ 552 h 646"/>
                <a:gd name="T60" fmla="*/ 155 w 694"/>
                <a:gd name="T61" fmla="*/ 552 h 646"/>
                <a:gd name="T62" fmla="*/ 14 w 694"/>
                <a:gd name="T63" fmla="*/ 425 h 646"/>
                <a:gd name="T64" fmla="*/ 0 w 694"/>
                <a:gd name="T65" fmla="*/ 440 h 646"/>
                <a:gd name="T66" fmla="*/ 663 w 694"/>
                <a:gd name="T67" fmla="*/ 567 h 646"/>
                <a:gd name="T68" fmla="*/ 663 w 694"/>
                <a:gd name="T69" fmla="*/ 567 h 646"/>
                <a:gd name="T70" fmla="*/ 615 w 694"/>
                <a:gd name="T71" fmla="*/ 615 h 646"/>
                <a:gd name="T72" fmla="*/ 567 w 694"/>
                <a:gd name="T73" fmla="*/ 567 h 646"/>
                <a:gd name="T74" fmla="*/ 594 w 694"/>
                <a:gd name="T75" fmla="*/ 524 h 646"/>
                <a:gd name="T76" fmla="*/ 600 w 694"/>
                <a:gd name="T77" fmla="*/ 556 h 646"/>
                <a:gd name="T78" fmla="*/ 618 w 694"/>
                <a:gd name="T79" fmla="*/ 567 h 646"/>
                <a:gd name="T80" fmla="*/ 629 w 694"/>
                <a:gd name="T81" fmla="*/ 551 h 646"/>
                <a:gd name="T82" fmla="*/ 629 w 694"/>
                <a:gd name="T83" fmla="*/ 551 h 646"/>
                <a:gd name="T84" fmla="*/ 624 w 694"/>
                <a:gd name="T85" fmla="*/ 520 h 646"/>
                <a:gd name="T86" fmla="*/ 663 w 694"/>
                <a:gd name="T87" fmla="*/ 567 h 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94" h="646">
                  <a:moveTo>
                    <a:pt x="0" y="440"/>
                  </a:moveTo>
                  <a:lnTo>
                    <a:pt x="0" y="440"/>
                  </a:lnTo>
                  <a:cubicBezTo>
                    <a:pt x="0" y="449"/>
                    <a:pt x="6" y="456"/>
                    <a:pt x="14" y="456"/>
                  </a:cubicBezTo>
                  <a:cubicBezTo>
                    <a:pt x="45" y="456"/>
                    <a:pt x="73" y="468"/>
                    <a:pt x="94" y="488"/>
                  </a:cubicBezTo>
                  <a:cubicBezTo>
                    <a:pt x="113" y="509"/>
                    <a:pt x="126" y="537"/>
                    <a:pt x="126" y="567"/>
                  </a:cubicBezTo>
                  <a:cubicBezTo>
                    <a:pt x="126" y="576"/>
                    <a:pt x="133" y="581"/>
                    <a:pt x="141" y="581"/>
                  </a:cubicBezTo>
                  <a:cubicBezTo>
                    <a:pt x="456" y="581"/>
                    <a:pt x="456" y="581"/>
                    <a:pt x="456" y="581"/>
                  </a:cubicBezTo>
                  <a:cubicBezTo>
                    <a:pt x="458" y="581"/>
                    <a:pt x="458" y="581"/>
                    <a:pt x="458" y="581"/>
                  </a:cubicBezTo>
                  <a:cubicBezTo>
                    <a:pt x="459" y="581"/>
                    <a:pt x="461" y="581"/>
                    <a:pt x="461" y="581"/>
                  </a:cubicBezTo>
                  <a:cubicBezTo>
                    <a:pt x="462" y="581"/>
                    <a:pt x="463" y="580"/>
                    <a:pt x="463" y="580"/>
                  </a:cubicBezTo>
                  <a:cubicBezTo>
                    <a:pt x="465" y="580"/>
                    <a:pt x="465" y="578"/>
                    <a:pt x="466" y="578"/>
                  </a:cubicBezTo>
                  <a:cubicBezTo>
                    <a:pt x="466" y="578"/>
                    <a:pt x="467" y="577"/>
                    <a:pt x="469" y="577"/>
                  </a:cubicBezTo>
                  <a:cubicBezTo>
                    <a:pt x="469" y="576"/>
                    <a:pt x="469" y="576"/>
                    <a:pt x="469" y="576"/>
                  </a:cubicBezTo>
                  <a:cubicBezTo>
                    <a:pt x="575" y="432"/>
                    <a:pt x="575" y="432"/>
                    <a:pt x="575" y="432"/>
                  </a:cubicBezTo>
                  <a:cubicBezTo>
                    <a:pt x="587" y="493"/>
                    <a:pt x="587" y="493"/>
                    <a:pt x="587" y="493"/>
                  </a:cubicBezTo>
                  <a:cubicBezTo>
                    <a:pt x="558" y="505"/>
                    <a:pt x="537" y="534"/>
                    <a:pt x="537" y="567"/>
                  </a:cubicBezTo>
                  <a:cubicBezTo>
                    <a:pt x="537" y="611"/>
                    <a:pt x="572" y="645"/>
                    <a:pt x="615" y="645"/>
                  </a:cubicBezTo>
                  <a:cubicBezTo>
                    <a:pt x="659" y="645"/>
                    <a:pt x="693" y="611"/>
                    <a:pt x="693" y="567"/>
                  </a:cubicBezTo>
                  <a:cubicBezTo>
                    <a:pt x="693" y="524"/>
                    <a:pt x="660" y="491"/>
                    <a:pt x="617" y="489"/>
                  </a:cubicBezTo>
                  <a:cubicBezTo>
                    <a:pt x="599" y="393"/>
                    <a:pt x="599" y="393"/>
                    <a:pt x="599" y="393"/>
                  </a:cubicBezTo>
                  <a:cubicBezTo>
                    <a:pt x="597" y="392"/>
                    <a:pt x="597" y="392"/>
                    <a:pt x="597" y="392"/>
                  </a:cubicBezTo>
                  <a:cubicBezTo>
                    <a:pt x="502" y="12"/>
                    <a:pt x="502" y="12"/>
                    <a:pt x="502" y="12"/>
                  </a:cubicBezTo>
                  <a:cubicBezTo>
                    <a:pt x="501" y="5"/>
                    <a:pt x="493" y="0"/>
                    <a:pt x="486" y="3"/>
                  </a:cubicBezTo>
                  <a:cubicBezTo>
                    <a:pt x="479" y="4"/>
                    <a:pt x="474" y="9"/>
                    <a:pt x="474" y="15"/>
                  </a:cubicBezTo>
                  <a:cubicBezTo>
                    <a:pt x="394" y="15"/>
                    <a:pt x="394" y="15"/>
                    <a:pt x="394" y="15"/>
                  </a:cubicBezTo>
                  <a:cubicBezTo>
                    <a:pt x="385" y="15"/>
                    <a:pt x="380" y="22"/>
                    <a:pt x="380" y="30"/>
                  </a:cubicBezTo>
                  <a:cubicBezTo>
                    <a:pt x="380" y="37"/>
                    <a:pt x="385" y="44"/>
                    <a:pt x="394" y="44"/>
                  </a:cubicBezTo>
                  <a:cubicBezTo>
                    <a:pt x="480" y="44"/>
                    <a:pt x="480" y="44"/>
                    <a:pt x="480" y="44"/>
                  </a:cubicBezTo>
                  <a:cubicBezTo>
                    <a:pt x="568" y="392"/>
                    <a:pt x="568" y="392"/>
                    <a:pt x="568" y="392"/>
                  </a:cubicBezTo>
                  <a:cubicBezTo>
                    <a:pt x="449" y="552"/>
                    <a:pt x="449" y="552"/>
                    <a:pt x="449" y="552"/>
                  </a:cubicBezTo>
                  <a:cubicBezTo>
                    <a:pt x="155" y="552"/>
                    <a:pt x="155" y="552"/>
                    <a:pt x="155" y="552"/>
                  </a:cubicBezTo>
                  <a:cubicBezTo>
                    <a:pt x="148" y="481"/>
                    <a:pt x="88" y="425"/>
                    <a:pt x="14" y="425"/>
                  </a:cubicBezTo>
                  <a:cubicBezTo>
                    <a:pt x="6" y="425"/>
                    <a:pt x="0" y="432"/>
                    <a:pt x="0" y="440"/>
                  </a:cubicBezTo>
                  <a:close/>
                  <a:moveTo>
                    <a:pt x="663" y="567"/>
                  </a:moveTo>
                  <a:lnTo>
                    <a:pt x="663" y="567"/>
                  </a:lnTo>
                  <a:cubicBezTo>
                    <a:pt x="663" y="594"/>
                    <a:pt x="642" y="615"/>
                    <a:pt x="615" y="615"/>
                  </a:cubicBezTo>
                  <a:cubicBezTo>
                    <a:pt x="589" y="615"/>
                    <a:pt x="567" y="594"/>
                    <a:pt x="567" y="567"/>
                  </a:cubicBezTo>
                  <a:cubicBezTo>
                    <a:pt x="567" y="548"/>
                    <a:pt x="578" y="531"/>
                    <a:pt x="594" y="524"/>
                  </a:cubicBezTo>
                  <a:cubicBezTo>
                    <a:pt x="600" y="556"/>
                    <a:pt x="600" y="556"/>
                    <a:pt x="600" y="556"/>
                  </a:cubicBezTo>
                  <a:cubicBezTo>
                    <a:pt x="601" y="565"/>
                    <a:pt x="610" y="570"/>
                    <a:pt x="618" y="567"/>
                  </a:cubicBezTo>
                  <a:cubicBezTo>
                    <a:pt x="626" y="566"/>
                    <a:pt x="631" y="559"/>
                    <a:pt x="629" y="551"/>
                  </a:cubicBezTo>
                  <a:lnTo>
                    <a:pt x="629" y="551"/>
                  </a:lnTo>
                  <a:cubicBezTo>
                    <a:pt x="624" y="520"/>
                    <a:pt x="624" y="520"/>
                    <a:pt x="624" y="520"/>
                  </a:cubicBezTo>
                  <a:cubicBezTo>
                    <a:pt x="646" y="524"/>
                    <a:pt x="663" y="544"/>
                    <a:pt x="663" y="5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 name="Group 38">
            <a:extLst>
              <a:ext uri="{FF2B5EF4-FFF2-40B4-BE49-F238E27FC236}">
                <a16:creationId xmlns:a16="http://schemas.microsoft.com/office/drawing/2014/main" id="{0F29241B-3B0F-4780-6CAA-FFEFE1DDB571}"/>
              </a:ext>
            </a:extLst>
          </p:cNvPr>
          <p:cNvGrpSpPr/>
          <p:nvPr/>
        </p:nvGrpSpPr>
        <p:grpSpPr>
          <a:xfrm>
            <a:off x="8152481" y="1047651"/>
            <a:ext cx="258763" cy="193675"/>
            <a:chOff x="7124700" y="1417638"/>
            <a:chExt cx="258763" cy="193675"/>
          </a:xfrm>
          <a:solidFill>
            <a:schemeClr val="accent4"/>
          </a:solidFill>
        </p:grpSpPr>
        <p:sp>
          <p:nvSpPr>
            <p:cNvPr id="36" name="Freeform 28">
              <a:extLst>
                <a:ext uri="{FF2B5EF4-FFF2-40B4-BE49-F238E27FC236}">
                  <a16:creationId xmlns:a16="http://schemas.microsoft.com/office/drawing/2014/main" id="{8234815F-D805-38B9-2FA5-CD57E771EF94}"/>
                </a:ext>
              </a:extLst>
            </p:cNvPr>
            <p:cNvSpPr>
              <a:spLocks noChangeArrowheads="1"/>
            </p:cNvSpPr>
            <p:nvPr/>
          </p:nvSpPr>
          <p:spPr bwMode="auto">
            <a:xfrm>
              <a:off x="7210425" y="1535113"/>
              <a:ext cx="85725" cy="11112"/>
            </a:xfrm>
            <a:custGeom>
              <a:avLst/>
              <a:gdLst>
                <a:gd name="T0" fmla="*/ 223 w 238"/>
                <a:gd name="T1" fmla="*/ 0 h 31"/>
                <a:gd name="T2" fmla="*/ 223 w 238"/>
                <a:gd name="T3" fmla="*/ 0 h 31"/>
                <a:gd name="T4" fmla="*/ 14 w 238"/>
                <a:gd name="T5" fmla="*/ 0 h 31"/>
                <a:gd name="T6" fmla="*/ 0 w 238"/>
                <a:gd name="T7" fmla="*/ 15 h 31"/>
                <a:gd name="T8" fmla="*/ 14 w 238"/>
                <a:gd name="T9" fmla="*/ 30 h 31"/>
                <a:gd name="T10" fmla="*/ 223 w 238"/>
                <a:gd name="T11" fmla="*/ 30 h 31"/>
                <a:gd name="T12" fmla="*/ 237 w 238"/>
                <a:gd name="T13" fmla="*/ 15 h 31"/>
                <a:gd name="T14" fmla="*/ 223 w 23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8" h="31">
                  <a:moveTo>
                    <a:pt x="223" y="0"/>
                  </a:moveTo>
                  <a:lnTo>
                    <a:pt x="223" y="0"/>
                  </a:lnTo>
                  <a:cubicBezTo>
                    <a:pt x="14" y="0"/>
                    <a:pt x="14" y="0"/>
                    <a:pt x="14" y="0"/>
                  </a:cubicBezTo>
                  <a:cubicBezTo>
                    <a:pt x="6" y="0"/>
                    <a:pt x="0" y="7"/>
                    <a:pt x="0" y="15"/>
                  </a:cubicBezTo>
                  <a:cubicBezTo>
                    <a:pt x="0" y="23"/>
                    <a:pt x="6" y="30"/>
                    <a:pt x="14" y="30"/>
                  </a:cubicBezTo>
                  <a:cubicBezTo>
                    <a:pt x="223" y="30"/>
                    <a:pt x="223" y="30"/>
                    <a:pt x="223" y="30"/>
                  </a:cubicBezTo>
                  <a:cubicBezTo>
                    <a:pt x="231" y="30"/>
                    <a:pt x="237" y="23"/>
                    <a:pt x="237" y="15"/>
                  </a:cubicBezTo>
                  <a:cubicBezTo>
                    <a:pt x="237" y="7"/>
                    <a:pt x="231" y="0"/>
                    <a:pt x="22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 name="Freeform 29">
              <a:extLst>
                <a:ext uri="{FF2B5EF4-FFF2-40B4-BE49-F238E27FC236}">
                  <a16:creationId xmlns:a16="http://schemas.microsoft.com/office/drawing/2014/main" id="{8F6FA3CA-E634-FD12-2B20-16B8B784D599}"/>
                </a:ext>
              </a:extLst>
            </p:cNvPr>
            <p:cNvSpPr>
              <a:spLocks noChangeArrowheads="1"/>
            </p:cNvSpPr>
            <p:nvPr/>
          </p:nvSpPr>
          <p:spPr bwMode="auto">
            <a:xfrm>
              <a:off x="7156450" y="1524000"/>
              <a:ext cx="42863" cy="22225"/>
            </a:xfrm>
            <a:custGeom>
              <a:avLst/>
              <a:gdLst>
                <a:gd name="T0" fmla="*/ 104 w 119"/>
                <a:gd name="T1" fmla="*/ 30 h 61"/>
                <a:gd name="T2" fmla="*/ 104 w 119"/>
                <a:gd name="T3" fmla="*/ 30 h 61"/>
                <a:gd name="T4" fmla="*/ 40 w 119"/>
                <a:gd name="T5" fmla="*/ 30 h 61"/>
                <a:gd name="T6" fmla="*/ 37 w 119"/>
                <a:gd name="T7" fmla="*/ 30 h 61"/>
                <a:gd name="T8" fmla="*/ 32 w 119"/>
                <a:gd name="T9" fmla="*/ 24 h 61"/>
                <a:gd name="T10" fmla="*/ 29 w 119"/>
                <a:gd name="T11" fmla="*/ 16 h 61"/>
                <a:gd name="T12" fmla="*/ 15 w 119"/>
                <a:gd name="T13" fmla="*/ 0 h 61"/>
                <a:gd name="T14" fmla="*/ 0 w 119"/>
                <a:gd name="T15" fmla="*/ 16 h 61"/>
                <a:gd name="T16" fmla="*/ 11 w 119"/>
                <a:gd name="T17" fmla="*/ 45 h 61"/>
                <a:gd name="T18" fmla="*/ 22 w 119"/>
                <a:gd name="T19" fmla="*/ 55 h 61"/>
                <a:gd name="T20" fmla="*/ 40 w 119"/>
                <a:gd name="T21" fmla="*/ 60 h 61"/>
                <a:gd name="T22" fmla="*/ 104 w 119"/>
                <a:gd name="T23" fmla="*/ 60 h 61"/>
                <a:gd name="T24" fmla="*/ 118 w 119"/>
                <a:gd name="T25" fmla="*/ 45 h 61"/>
                <a:gd name="T26" fmla="*/ 104 w 119"/>
                <a:gd name="T27" fmla="*/ 3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9" h="61">
                  <a:moveTo>
                    <a:pt x="104" y="30"/>
                  </a:moveTo>
                  <a:lnTo>
                    <a:pt x="104" y="30"/>
                  </a:lnTo>
                  <a:cubicBezTo>
                    <a:pt x="40" y="30"/>
                    <a:pt x="40" y="30"/>
                    <a:pt x="40" y="30"/>
                  </a:cubicBezTo>
                  <a:cubicBezTo>
                    <a:pt x="37" y="30"/>
                    <a:pt x="37" y="30"/>
                    <a:pt x="37" y="30"/>
                  </a:cubicBezTo>
                  <a:cubicBezTo>
                    <a:pt x="36" y="28"/>
                    <a:pt x="33" y="27"/>
                    <a:pt x="32" y="24"/>
                  </a:cubicBezTo>
                  <a:cubicBezTo>
                    <a:pt x="30" y="21"/>
                    <a:pt x="29" y="17"/>
                    <a:pt x="29" y="16"/>
                  </a:cubicBezTo>
                  <a:cubicBezTo>
                    <a:pt x="29" y="7"/>
                    <a:pt x="23" y="0"/>
                    <a:pt x="15" y="0"/>
                  </a:cubicBezTo>
                  <a:cubicBezTo>
                    <a:pt x="7" y="0"/>
                    <a:pt x="0" y="7"/>
                    <a:pt x="0" y="16"/>
                  </a:cubicBezTo>
                  <a:cubicBezTo>
                    <a:pt x="0" y="27"/>
                    <a:pt x="4" y="37"/>
                    <a:pt x="11" y="45"/>
                  </a:cubicBezTo>
                  <a:cubicBezTo>
                    <a:pt x="14" y="49"/>
                    <a:pt x="18" y="52"/>
                    <a:pt x="22" y="55"/>
                  </a:cubicBezTo>
                  <a:cubicBezTo>
                    <a:pt x="28" y="58"/>
                    <a:pt x="33" y="60"/>
                    <a:pt x="40" y="60"/>
                  </a:cubicBezTo>
                  <a:cubicBezTo>
                    <a:pt x="104" y="60"/>
                    <a:pt x="104" y="60"/>
                    <a:pt x="104" y="60"/>
                  </a:cubicBezTo>
                  <a:cubicBezTo>
                    <a:pt x="113" y="60"/>
                    <a:pt x="118" y="53"/>
                    <a:pt x="118" y="45"/>
                  </a:cubicBezTo>
                  <a:cubicBezTo>
                    <a:pt x="118" y="37"/>
                    <a:pt x="113" y="30"/>
                    <a:pt x="10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 name="Freeform 30">
              <a:extLst>
                <a:ext uri="{FF2B5EF4-FFF2-40B4-BE49-F238E27FC236}">
                  <a16:creationId xmlns:a16="http://schemas.microsoft.com/office/drawing/2014/main" id="{75AEE79C-1B90-F2DE-782F-A0C063D09249}"/>
                </a:ext>
              </a:extLst>
            </p:cNvPr>
            <p:cNvSpPr>
              <a:spLocks noChangeArrowheads="1"/>
            </p:cNvSpPr>
            <p:nvPr/>
          </p:nvSpPr>
          <p:spPr bwMode="auto">
            <a:xfrm>
              <a:off x="7307263" y="1524000"/>
              <a:ext cx="42862" cy="22225"/>
            </a:xfrm>
            <a:custGeom>
              <a:avLst/>
              <a:gdLst>
                <a:gd name="T0" fmla="*/ 103 w 119"/>
                <a:gd name="T1" fmla="*/ 0 h 61"/>
                <a:gd name="T2" fmla="*/ 103 w 119"/>
                <a:gd name="T3" fmla="*/ 0 h 61"/>
                <a:gd name="T4" fmla="*/ 89 w 119"/>
                <a:gd name="T5" fmla="*/ 16 h 61"/>
                <a:gd name="T6" fmla="*/ 85 w 119"/>
                <a:gd name="T7" fmla="*/ 25 h 61"/>
                <a:gd name="T8" fmla="*/ 81 w 119"/>
                <a:gd name="T9" fmla="*/ 30 h 61"/>
                <a:gd name="T10" fmla="*/ 78 w 119"/>
                <a:gd name="T11" fmla="*/ 30 h 61"/>
                <a:gd name="T12" fmla="*/ 14 w 119"/>
                <a:gd name="T13" fmla="*/ 30 h 61"/>
                <a:gd name="T14" fmla="*/ 0 w 119"/>
                <a:gd name="T15" fmla="*/ 45 h 61"/>
                <a:gd name="T16" fmla="*/ 14 w 119"/>
                <a:gd name="T17" fmla="*/ 60 h 61"/>
                <a:gd name="T18" fmla="*/ 14 w 119"/>
                <a:gd name="T19" fmla="*/ 60 h 61"/>
                <a:gd name="T20" fmla="*/ 78 w 119"/>
                <a:gd name="T21" fmla="*/ 60 h 61"/>
                <a:gd name="T22" fmla="*/ 96 w 119"/>
                <a:gd name="T23" fmla="*/ 55 h 61"/>
                <a:gd name="T24" fmla="*/ 113 w 119"/>
                <a:gd name="T25" fmla="*/ 38 h 61"/>
                <a:gd name="T26" fmla="*/ 118 w 119"/>
                <a:gd name="T27" fmla="*/ 16 h 61"/>
                <a:gd name="T28" fmla="*/ 103 w 119"/>
                <a:gd name="T29" fmla="*/ 0 h 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19" h="61">
                  <a:moveTo>
                    <a:pt x="103" y="0"/>
                  </a:moveTo>
                  <a:lnTo>
                    <a:pt x="103" y="0"/>
                  </a:lnTo>
                  <a:cubicBezTo>
                    <a:pt x="95" y="0"/>
                    <a:pt x="89" y="7"/>
                    <a:pt x="89" y="16"/>
                  </a:cubicBezTo>
                  <a:cubicBezTo>
                    <a:pt x="89" y="19"/>
                    <a:pt x="88" y="23"/>
                    <a:pt x="85" y="25"/>
                  </a:cubicBezTo>
                  <a:cubicBezTo>
                    <a:pt x="83" y="28"/>
                    <a:pt x="82" y="28"/>
                    <a:pt x="81" y="30"/>
                  </a:cubicBezTo>
                  <a:cubicBezTo>
                    <a:pt x="78" y="30"/>
                    <a:pt x="78" y="30"/>
                    <a:pt x="78" y="30"/>
                  </a:cubicBezTo>
                  <a:cubicBezTo>
                    <a:pt x="14" y="30"/>
                    <a:pt x="14" y="30"/>
                    <a:pt x="14" y="30"/>
                  </a:cubicBezTo>
                  <a:cubicBezTo>
                    <a:pt x="5" y="30"/>
                    <a:pt x="0" y="37"/>
                    <a:pt x="0" y="45"/>
                  </a:cubicBezTo>
                  <a:cubicBezTo>
                    <a:pt x="0" y="53"/>
                    <a:pt x="5" y="60"/>
                    <a:pt x="14" y="60"/>
                  </a:cubicBezTo>
                  <a:lnTo>
                    <a:pt x="14" y="60"/>
                  </a:lnTo>
                  <a:cubicBezTo>
                    <a:pt x="78" y="60"/>
                    <a:pt x="78" y="60"/>
                    <a:pt x="78" y="60"/>
                  </a:cubicBezTo>
                  <a:cubicBezTo>
                    <a:pt x="85" y="60"/>
                    <a:pt x="90" y="58"/>
                    <a:pt x="96" y="55"/>
                  </a:cubicBezTo>
                  <a:cubicBezTo>
                    <a:pt x="103" y="51"/>
                    <a:pt x="109" y="45"/>
                    <a:pt x="113" y="38"/>
                  </a:cubicBezTo>
                  <a:cubicBezTo>
                    <a:pt x="115" y="31"/>
                    <a:pt x="118" y="24"/>
                    <a:pt x="118" y="16"/>
                  </a:cubicBezTo>
                  <a:cubicBezTo>
                    <a:pt x="118" y="7"/>
                    <a:pt x="111" y="0"/>
                    <a:pt x="10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31">
              <a:extLst>
                <a:ext uri="{FF2B5EF4-FFF2-40B4-BE49-F238E27FC236}">
                  <a16:creationId xmlns:a16="http://schemas.microsoft.com/office/drawing/2014/main" id="{9BFD3944-5D98-580D-34F0-659437C40D5B}"/>
                </a:ext>
              </a:extLst>
            </p:cNvPr>
            <p:cNvSpPr>
              <a:spLocks noChangeArrowheads="1"/>
            </p:cNvSpPr>
            <p:nvPr/>
          </p:nvSpPr>
          <p:spPr bwMode="auto">
            <a:xfrm>
              <a:off x="7124700" y="1417638"/>
              <a:ext cx="258763" cy="193675"/>
            </a:xfrm>
            <a:custGeom>
              <a:avLst/>
              <a:gdLst>
                <a:gd name="T0" fmla="*/ 45 w 718"/>
                <a:gd name="T1" fmla="*/ 208 h 537"/>
                <a:gd name="T2" fmla="*/ 30 w 718"/>
                <a:gd name="T3" fmla="*/ 286 h 537"/>
                <a:gd name="T4" fmla="*/ 65 w 718"/>
                <a:gd name="T5" fmla="*/ 440 h 537"/>
                <a:gd name="T6" fmla="*/ 179 w 718"/>
                <a:gd name="T7" fmla="*/ 491 h 537"/>
                <a:gd name="T8" fmla="*/ 119 w 718"/>
                <a:gd name="T9" fmla="*/ 491 h 537"/>
                <a:gd name="T10" fmla="*/ 90 w 718"/>
                <a:gd name="T11" fmla="*/ 447 h 537"/>
                <a:gd name="T12" fmla="*/ 164 w 718"/>
                <a:gd name="T13" fmla="*/ 536 h 537"/>
                <a:gd name="T14" fmla="*/ 342 w 718"/>
                <a:gd name="T15" fmla="*/ 447 h 537"/>
                <a:gd name="T16" fmla="*/ 551 w 718"/>
                <a:gd name="T17" fmla="*/ 536 h 537"/>
                <a:gd name="T18" fmla="*/ 625 w 718"/>
                <a:gd name="T19" fmla="*/ 447 h 537"/>
                <a:gd name="T20" fmla="*/ 596 w 718"/>
                <a:gd name="T21" fmla="*/ 491 h 537"/>
                <a:gd name="T22" fmla="*/ 536 w 718"/>
                <a:gd name="T23" fmla="*/ 491 h 537"/>
                <a:gd name="T24" fmla="*/ 660 w 718"/>
                <a:gd name="T25" fmla="*/ 435 h 537"/>
                <a:gd name="T26" fmla="*/ 685 w 718"/>
                <a:gd name="T27" fmla="*/ 286 h 537"/>
                <a:gd name="T28" fmla="*/ 673 w 718"/>
                <a:gd name="T29" fmla="*/ 208 h 537"/>
                <a:gd name="T30" fmla="*/ 717 w 718"/>
                <a:gd name="T31" fmla="*/ 168 h 537"/>
                <a:gd name="T32" fmla="*/ 698 w 718"/>
                <a:gd name="T33" fmla="*/ 124 h 537"/>
                <a:gd name="T34" fmla="*/ 585 w 718"/>
                <a:gd name="T35" fmla="*/ 63 h 537"/>
                <a:gd name="T36" fmla="*/ 511 w 718"/>
                <a:gd name="T37" fmla="*/ 5 h 537"/>
                <a:gd name="T38" fmla="*/ 263 w 718"/>
                <a:gd name="T39" fmla="*/ 0 h 537"/>
                <a:gd name="T40" fmla="*/ 130 w 718"/>
                <a:gd name="T41" fmla="*/ 63 h 537"/>
                <a:gd name="T42" fmla="*/ 45 w 718"/>
                <a:gd name="T43" fmla="*/ 119 h 537"/>
                <a:gd name="T44" fmla="*/ 2 w 718"/>
                <a:gd name="T45" fmla="*/ 152 h 537"/>
                <a:gd name="T46" fmla="*/ 23 w 718"/>
                <a:gd name="T47" fmla="*/ 203 h 537"/>
                <a:gd name="T48" fmla="*/ 653 w 718"/>
                <a:gd name="T49" fmla="*/ 402 h 537"/>
                <a:gd name="T50" fmla="*/ 536 w 718"/>
                <a:gd name="T51" fmla="*/ 416 h 537"/>
                <a:gd name="T52" fmla="*/ 208 w 718"/>
                <a:gd name="T53" fmla="*/ 416 h 537"/>
                <a:gd name="T54" fmla="*/ 70 w 718"/>
                <a:gd name="T55" fmla="*/ 409 h 537"/>
                <a:gd name="T56" fmla="*/ 60 w 718"/>
                <a:gd name="T57" fmla="*/ 286 h 537"/>
                <a:gd name="T58" fmla="*/ 356 w 718"/>
                <a:gd name="T59" fmla="*/ 208 h 537"/>
                <a:gd name="T60" fmla="*/ 655 w 718"/>
                <a:gd name="T61" fmla="*/ 286 h 537"/>
                <a:gd name="T62" fmla="*/ 673 w 718"/>
                <a:gd name="T63" fmla="*/ 148 h 537"/>
                <a:gd name="T64" fmla="*/ 687 w 718"/>
                <a:gd name="T65" fmla="*/ 157 h 537"/>
                <a:gd name="T66" fmla="*/ 681 w 718"/>
                <a:gd name="T67" fmla="*/ 176 h 537"/>
                <a:gd name="T68" fmla="*/ 614 w 718"/>
                <a:gd name="T69" fmla="*/ 148 h 537"/>
                <a:gd name="T70" fmla="*/ 159 w 718"/>
                <a:gd name="T71" fmla="*/ 67 h 537"/>
                <a:gd name="T72" fmla="*/ 210 w 718"/>
                <a:gd name="T73" fmla="*/ 34 h 537"/>
                <a:gd name="T74" fmla="*/ 452 w 718"/>
                <a:gd name="T75" fmla="*/ 30 h 537"/>
                <a:gd name="T76" fmla="*/ 556 w 718"/>
                <a:gd name="T77" fmla="*/ 67 h 537"/>
                <a:gd name="T78" fmla="*/ 356 w 718"/>
                <a:gd name="T79" fmla="*/ 179 h 537"/>
                <a:gd name="T80" fmla="*/ 159 w 718"/>
                <a:gd name="T81" fmla="*/ 67 h 537"/>
                <a:gd name="T82" fmla="*/ 31 w 718"/>
                <a:gd name="T83" fmla="*/ 152 h 537"/>
                <a:gd name="T84" fmla="*/ 101 w 718"/>
                <a:gd name="T85" fmla="*/ 148 h 537"/>
                <a:gd name="T86" fmla="*/ 34 w 718"/>
                <a:gd name="T87" fmla="*/ 175 h 537"/>
                <a:gd name="T88" fmla="*/ 31 w 718"/>
                <a:gd name="T89" fmla="*/ 158 h 5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8" h="537">
                  <a:moveTo>
                    <a:pt x="23" y="203"/>
                  </a:moveTo>
                  <a:lnTo>
                    <a:pt x="23" y="203"/>
                  </a:lnTo>
                  <a:cubicBezTo>
                    <a:pt x="30" y="205"/>
                    <a:pt x="37" y="208"/>
                    <a:pt x="45" y="208"/>
                  </a:cubicBezTo>
                  <a:cubicBezTo>
                    <a:pt x="63" y="208"/>
                    <a:pt x="63" y="208"/>
                    <a:pt x="63" y="208"/>
                  </a:cubicBezTo>
                  <a:cubicBezTo>
                    <a:pt x="60" y="212"/>
                    <a:pt x="56" y="218"/>
                    <a:pt x="53" y="221"/>
                  </a:cubicBezTo>
                  <a:cubicBezTo>
                    <a:pt x="38" y="240"/>
                    <a:pt x="30" y="263"/>
                    <a:pt x="30" y="286"/>
                  </a:cubicBezTo>
                  <a:cubicBezTo>
                    <a:pt x="30" y="399"/>
                    <a:pt x="30" y="399"/>
                    <a:pt x="30" y="399"/>
                  </a:cubicBezTo>
                  <a:cubicBezTo>
                    <a:pt x="30" y="408"/>
                    <a:pt x="34" y="416"/>
                    <a:pt x="38" y="422"/>
                  </a:cubicBezTo>
                  <a:cubicBezTo>
                    <a:pt x="45" y="430"/>
                    <a:pt x="55" y="435"/>
                    <a:pt x="65" y="440"/>
                  </a:cubicBezTo>
                  <a:cubicBezTo>
                    <a:pt x="74" y="444"/>
                    <a:pt x="84" y="447"/>
                    <a:pt x="94" y="447"/>
                  </a:cubicBezTo>
                  <a:cubicBezTo>
                    <a:pt x="179" y="447"/>
                    <a:pt x="179" y="447"/>
                    <a:pt x="179" y="447"/>
                  </a:cubicBezTo>
                  <a:cubicBezTo>
                    <a:pt x="179" y="491"/>
                    <a:pt x="179" y="491"/>
                    <a:pt x="179" y="491"/>
                  </a:cubicBezTo>
                  <a:cubicBezTo>
                    <a:pt x="179" y="500"/>
                    <a:pt x="172" y="505"/>
                    <a:pt x="164" y="505"/>
                  </a:cubicBezTo>
                  <a:cubicBezTo>
                    <a:pt x="134" y="505"/>
                    <a:pt x="134" y="505"/>
                    <a:pt x="134" y="505"/>
                  </a:cubicBezTo>
                  <a:cubicBezTo>
                    <a:pt x="126" y="505"/>
                    <a:pt x="119" y="500"/>
                    <a:pt x="119" y="491"/>
                  </a:cubicBezTo>
                  <a:cubicBezTo>
                    <a:pt x="119" y="447"/>
                    <a:pt x="119" y="447"/>
                    <a:pt x="119" y="447"/>
                  </a:cubicBezTo>
                  <a:cubicBezTo>
                    <a:pt x="90" y="447"/>
                    <a:pt x="90" y="447"/>
                    <a:pt x="90" y="447"/>
                  </a:cubicBezTo>
                  <a:lnTo>
                    <a:pt x="90" y="447"/>
                  </a:lnTo>
                  <a:cubicBezTo>
                    <a:pt x="90" y="491"/>
                    <a:pt x="90" y="491"/>
                    <a:pt x="90" y="491"/>
                  </a:cubicBezTo>
                  <a:cubicBezTo>
                    <a:pt x="90" y="515"/>
                    <a:pt x="109" y="536"/>
                    <a:pt x="134" y="536"/>
                  </a:cubicBezTo>
                  <a:cubicBezTo>
                    <a:pt x="164" y="536"/>
                    <a:pt x="164" y="536"/>
                    <a:pt x="164" y="536"/>
                  </a:cubicBezTo>
                  <a:cubicBezTo>
                    <a:pt x="189" y="536"/>
                    <a:pt x="208" y="515"/>
                    <a:pt x="208" y="491"/>
                  </a:cubicBezTo>
                  <a:cubicBezTo>
                    <a:pt x="208" y="447"/>
                    <a:pt x="208" y="447"/>
                    <a:pt x="208" y="447"/>
                  </a:cubicBezTo>
                  <a:cubicBezTo>
                    <a:pt x="342" y="447"/>
                    <a:pt x="342" y="447"/>
                    <a:pt x="342" y="447"/>
                  </a:cubicBezTo>
                  <a:cubicBezTo>
                    <a:pt x="507" y="447"/>
                    <a:pt x="507" y="447"/>
                    <a:pt x="507" y="447"/>
                  </a:cubicBezTo>
                  <a:cubicBezTo>
                    <a:pt x="507" y="491"/>
                    <a:pt x="507" y="491"/>
                    <a:pt x="507" y="491"/>
                  </a:cubicBezTo>
                  <a:cubicBezTo>
                    <a:pt x="507" y="515"/>
                    <a:pt x="526" y="536"/>
                    <a:pt x="551" y="536"/>
                  </a:cubicBezTo>
                  <a:cubicBezTo>
                    <a:pt x="581" y="536"/>
                    <a:pt x="581" y="536"/>
                    <a:pt x="581" y="536"/>
                  </a:cubicBezTo>
                  <a:cubicBezTo>
                    <a:pt x="606" y="536"/>
                    <a:pt x="625" y="515"/>
                    <a:pt x="625" y="491"/>
                  </a:cubicBezTo>
                  <a:cubicBezTo>
                    <a:pt x="625" y="447"/>
                    <a:pt x="625" y="447"/>
                    <a:pt x="625" y="447"/>
                  </a:cubicBezTo>
                  <a:cubicBezTo>
                    <a:pt x="596" y="447"/>
                    <a:pt x="596" y="447"/>
                    <a:pt x="596" y="447"/>
                  </a:cubicBezTo>
                  <a:lnTo>
                    <a:pt x="596" y="447"/>
                  </a:lnTo>
                  <a:cubicBezTo>
                    <a:pt x="596" y="491"/>
                    <a:pt x="596" y="491"/>
                    <a:pt x="596" y="491"/>
                  </a:cubicBezTo>
                  <a:cubicBezTo>
                    <a:pt x="596" y="500"/>
                    <a:pt x="589" y="505"/>
                    <a:pt x="581" y="505"/>
                  </a:cubicBezTo>
                  <a:cubicBezTo>
                    <a:pt x="551" y="505"/>
                    <a:pt x="551" y="505"/>
                    <a:pt x="551" y="505"/>
                  </a:cubicBezTo>
                  <a:cubicBezTo>
                    <a:pt x="543" y="505"/>
                    <a:pt x="536" y="500"/>
                    <a:pt x="536" y="491"/>
                  </a:cubicBezTo>
                  <a:cubicBezTo>
                    <a:pt x="536" y="447"/>
                    <a:pt x="536" y="447"/>
                    <a:pt x="536" y="447"/>
                  </a:cubicBezTo>
                  <a:cubicBezTo>
                    <a:pt x="621" y="447"/>
                    <a:pt x="621" y="447"/>
                    <a:pt x="621" y="447"/>
                  </a:cubicBezTo>
                  <a:cubicBezTo>
                    <a:pt x="635" y="447"/>
                    <a:pt x="648" y="442"/>
                    <a:pt x="660" y="435"/>
                  </a:cubicBezTo>
                  <a:cubicBezTo>
                    <a:pt x="666" y="431"/>
                    <a:pt x="671" y="427"/>
                    <a:pt x="677" y="422"/>
                  </a:cubicBezTo>
                  <a:cubicBezTo>
                    <a:pt x="681" y="416"/>
                    <a:pt x="685" y="408"/>
                    <a:pt x="685" y="399"/>
                  </a:cubicBezTo>
                  <a:cubicBezTo>
                    <a:pt x="685" y="286"/>
                    <a:pt x="685" y="286"/>
                    <a:pt x="685" y="286"/>
                  </a:cubicBezTo>
                  <a:cubicBezTo>
                    <a:pt x="685" y="263"/>
                    <a:pt x="677" y="239"/>
                    <a:pt x="662" y="221"/>
                  </a:cubicBezTo>
                  <a:cubicBezTo>
                    <a:pt x="657" y="217"/>
                    <a:pt x="655" y="212"/>
                    <a:pt x="652" y="208"/>
                  </a:cubicBezTo>
                  <a:cubicBezTo>
                    <a:pt x="673" y="208"/>
                    <a:pt x="673" y="208"/>
                    <a:pt x="673" y="208"/>
                  </a:cubicBezTo>
                  <a:cubicBezTo>
                    <a:pt x="684" y="208"/>
                    <a:pt x="694" y="204"/>
                    <a:pt x="702" y="198"/>
                  </a:cubicBezTo>
                  <a:cubicBezTo>
                    <a:pt x="706" y="194"/>
                    <a:pt x="709" y="190"/>
                    <a:pt x="712" y="186"/>
                  </a:cubicBezTo>
                  <a:cubicBezTo>
                    <a:pt x="714" y="180"/>
                    <a:pt x="717" y="175"/>
                    <a:pt x="717" y="168"/>
                  </a:cubicBezTo>
                  <a:cubicBezTo>
                    <a:pt x="717" y="164"/>
                    <a:pt x="717" y="159"/>
                    <a:pt x="716" y="154"/>
                  </a:cubicBezTo>
                  <a:cubicBezTo>
                    <a:pt x="716" y="150"/>
                    <a:pt x="714" y="145"/>
                    <a:pt x="713" y="141"/>
                  </a:cubicBezTo>
                  <a:cubicBezTo>
                    <a:pt x="710" y="136"/>
                    <a:pt x="706" y="129"/>
                    <a:pt x="698" y="124"/>
                  </a:cubicBezTo>
                  <a:cubicBezTo>
                    <a:pt x="691" y="120"/>
                    <a:pt x="682" y="119"/>
                    <a:pt x="673" y="119"/>
                  </a:cubicBezTo>
                  <a:cubicBezTo>
                    <a:pt x="600" y="119"/>
                    <a:pt x="600" y="119"/>
                    <a:pt x="600" y="119"/>
                  </a:cubicBezTo>
                  <a:cubicBezTo>
                    <a:pt x="593" y="101"/>
                    <a:pt x="588" y="83"/>
                    <a:pt x="585" y="63"/>
                  </a:cubicBezTo>
                  <a:lnTo>
                    <a:pt x="585" y="63"/>
                  </a:lnTo>
                  <a:cubicBezTo>
                    <a:pt x="582" y="48"/>
                    <a:pt x="575" y="35"/>
                    <a:pt x="564" y="27"/>
                  </a:cubicBezTo>
                  <a:cubicBezTo>
                    <a:pt x="550" y="13"/>
                    <a:pt x="530" y="7"/>
                    <a:pt x="511" y="5"/>
                  </a:cubicBezTo>
                  <a:cubicBezTo>
                    <a:pt x="491" y="0"/>
                    <a:pt x="470" y="0"/>
                    <a:pt x="452" y="0"/>
                  </a:cubicBezTo>
                  <a:cubicBezTo>
                    <a:pt x="342" y="0"/>
                    <a:pt x="342" y="0"/>
                    <a:pt x="342" y="0"/>
                  </a:cubicBezTo>
                  <a:cubicBezTo>
                    <a:pt x="263" y="0"/>
                    <a:pt x="263" y="0"/>
                    <a:pt x="263" y="0"/>
                  </a:cubicBezTo>
                  <a:cubicBezTo>
                    <a:pt x="239" y="0"/>
                    <a:pt x="210" y="0"/>
                    <a:pt x="185" y="9"/>
                  </a:cubicBezTo>
                  <a:cubicBezTo>
                    <a:pt x="172" y="11"/>
                    <a:pt x="161" y="17"/>
                    <a:pt x="151" y="27"/>
                  </a:cubicBezTo>
                  <a:cubicBezTo>
                    <a:pt x="140" y="35"/>
                    <a:pt x="133" y="48"/>
                    <a:pt x="130" y="63"/>
                  </a:cubicBezTo>
                  <a:lnTo>
                    <a:pt x="130" y="63"/>
                  </a:lnTo>
                  <a:cubicBezTo>
                    <a:pt x="129" y="80"/>
                    <a:pt x="123" y="99"/>
                    <a:pt x="115" y="119"/>
                  </a:cubicBezTo>
                  <a:cubicBezTo>
                    <a:pt x="45" y="119"/>
                    <a:pt x="45" y="119"/>
                    <a:pt x="45" y="119"/>
                  </a:cubicBezTo>
                  <a:cubicBezTo>
                    <a:pt x="37" y="119"/>
                    <a:pt x="28" y="120"/>
                    <a:pt x="21" y="123"/>
                  </a:cubicBezTo>
                  <a:cubicBezTo>
                    <a:pt x="17" y="126"/>
                    <a:pt x="12" y="129"/>
                    <a:pt x="9" y="133"/>
                  </a:cubicBezTo>
                  <a:cubicBezTo>
                    <a:pt x="5" y="140"/>
                    <a:pt x="2" y="147"/>
                    <a:pt x="2" y="152"/>
                  </a:cubicBezTo>
                  <a:cubicBezTo>
                    <a:pt x="0" y="158"/>
                    <a:pt x="0" y="164"/>
                    <a:pt x="0" y="168"/>
                  </a:cubicBezTo>
                  <a:cubicBezTo>
                    <a:pt x="0" y="175"/>
                    <a:pt x="2" y="180"/>
                    <a:pt x="5" y="186"/>
                  </a:cubicBezTo>
                  <a:cubicBezTo>
                    <a:pt x="9" y="193"/>
                    <a:pt x="16" y="198"/>
                    <a:pt x="23" y="203"/>
                  </a:cubicBezTo>
                  <a:close/>
                  <a:moveTo>
                    <a:pt x="655" y="399"/>
                  </a:moveTo>
                  <a:lnTo>
                    <a:pt x="655" y="399"/>
                  </a:lnTo>
                  <a:cubicBezTo>
                    <a:pt x="655" y="399"/>
                    <a:pt x="655" y="401"/>
                    <a:pt x="653" y="402"/>
                  </a:cubicBezTo>
                  <a:cubicBezTo>
                    <a:pt x="650" y="405"/>
                    <a:pt x="645" y="409"/>
                    <a:pt x="639" y="412"/>
                  </a:cubicBezTo>
                  <a:cubicBezTo>
                    <a:pt x="632" y="415"/>
                    <a:pt x="625" y="416"/>
                    <a:pt x="621" y="416"/>
                  </a:cubicBezTo>
                  <a:cubicBezTo>
                    <a:pt x="536" y="416"/>
                    <a:pt x="536" y="416"/>
                    <a:pt x="536" y="416"/>
                  </a:cubicBezTo>
                  <a:cubicBezTo>
                    <a:pt x="507" y="416"/>
                    <a:pt x="507" y="416"/>
                    <a:pt x="507" y="416"/>
                  </a:cubicBezTo>
                  <a:cubicBezTo>
                    <a:pt x="342" y="416"/>
                    <a:pt x="342" y="416"/>
                    <a:pt x="342" y="416"/>
                  </a:cubicBezTo>
                  <a:cubicBezTo>
                    <a:pt x="208" y="416"/>
                    <a:pt x="208" y="416"/>
                    <a:pt x="208" y="416"/>
                  </a:cubicBezTo>
                  <a:cubicBezTo>
                    <a:pt x="179" y="416"/>
                    <a:pt x="179" y="416"/>
                    <a:pt x="179" y="416"/>
                  </a:cubicBezTo>
                  <a:cubicBezTo>
                    <a:pt x="94" y="416"/>
                    <a:pt x="94" y="416"/>
                    <a:pt x="94" y="416"/>
                  </a:cubicBezTo>
                  <a:cubicBezTo>
                    <a:pt x="88" y="416"/>
                    <a:pt x="77" y="413"/>
                    <a:pt x="70" y="409"/>
                  </a:cubicBezTo>
                  <a:cubicBezTo>
                    <a:pt x="66" y="408"/>
                    <a:pt x="63" y="405"/>
                    <a:pt x="62" y="402"/>
                  </a:cubicBezTo>
                  <a:cubicBezTo>
                    <a:pt x="60" y="401"/>
                    <a:pt x="60" y="399"/>
                    <a:pt x="60" y="399"/>
                  </a:cubicBezTo>
                  <a:cubicBezTo>
                    <a:pt x="60" y="286"/>
                    <a:pt x="60" y="286"/>
                    <a:pt x="60" y="286"/>
                  </a:cubicBezTo>
                  <a:cubicBezTo>
                    <a:pt x="60" y="270"/>
                    <a:pt x="66" y="253"/>
                    <a:pt x="77" y="240"/>
                  </a:cubicBezTo>
                  <a:cubicBezTo>
                    <a:pt x="87" y="228"/>
                    <a:pt x="98" y="212"/>
                    <a:pt x="108" y="196"/>
                  </a:cubicBezTo>
                  <a:cubicBezTo>
                    <a:pt x="183" y="204"/>
                    <a:pt x="268" y="208"/>
                    <a:pt x="356" y="208"/>
                  </a:cubicBezTo>
                  <a:cubicBezTo>
                    <a:pt x="440" y="208"/>
                    <a:pt x="525" y="204"/>
                    <a:pt x="607" y="196"/>
                  </a:cubicBezTo>
                  <a:cubicBezTo>
                    <a:pt x="617" y="212"/>
                    <a:pt x="628" y="226"/>
                    <a:pt x="638" y="240"/>
                  </a:cubicBezTo>
                  <a:cubicBezTo>
                    <a:pt x="649" y="253"/>
                    <a:pt x="655" y="270"/>
                    <a:pt x="655" y="286"/>
                  </a:cubicBezTo>
                  <a:lnTo>
                    <a:pt x="655" y="399"/>
                  </a:lnTo>
                  <a:close/>
                  <a:moveTo>
                    <a:pt x="673" y="148"/>
                  </a:moveTo>
                  <a:lnTo>
                    <a:pt x="673" y="148"/>
                  </a:lnTo>
                  <a:cubicBezTo>
                    <a:pt x="678" y="148"/>
                    <a:pt x="682" y="150"/>
                    <a:pt x="684" y="151"/>
                  </a:cubicBezTo>
                  <a:cubicBezTo>
                    <a:pt x="685" y="151"/>
                    <a:pt x="685" y="151"/>
                    <a:pt x="685" y="151"/>
                  </a:cubicBezTo>
                  <a:cubicBezTo>
                    <a:pt x="685" y="152"/>
                    <a:pt x="687" y="154"/>
                    <a:pt x="687" y="157"/>
                  </a:cubicBezTo>
                  <a:cubicBezTo>
                    <a:pt x="687" y="159"/>
                    <a:pt x="687" y="164"/>
                    <a:pt x="687" y="168"/>
                  </a:cubicBezTo>
                  <a:cubicBezTo>
                    <a:pt x="687" y="170"/>
                    <a:pt x="687" y="170"/>
                    <a:pt x="687" y="170"/>
                  </a:cubicBezTo>
                  <a:cubicBezTo>
                    <a:pt x="685" y="172"/>
                    <a:pt x="684" y="175"/>
                    <a:pt x="681" y="176"/>
                  </a:cubicBezTo>
                  <a:cubicBezTo>
                    <a:pt x="678" y="177"/>
                    <a:pt x="674" y="179"/>
                    <a:pt x="673" y="179"/>
                  </a:cubicBezTo>
                  <a:cubicBezTo>
                    <a:pt x="631" y="179"/>
                    <a:pt x="631" y="179"/>
                    <a:pt x="631" y="179"/>
                  </a:cubicBezTo>
                  <a:cubicBezTo>
                    <a:pt x="625" y="169"/>
                    <a:pt x="618" y="159"/>
                    <a:pt x="614" y="148"/>
                  </a:cubicBezTo>
                  <a:lnTo>
                    <a:pt x="673" y="148"/>
                  </a:lnTo>
                  <a:close/>
                  <a:moveTo>
                    <a:pt x="159" y="67"/>
                  </a:moveTo>
                  <a:lnTo>
                    <a:pt x="159" y="67"/>
                  </a:lnTo>
                  <a:lnTo>
                    <a:pt x="159" y="67"/>
                  </a:lnTo>
                  <a:cubicBezTo>
                    <a:pt x="162" y="59"/>
                    <a:pt x="165" y="53"/>
                    <a:pt x="171" y="49"/>
                  </a:cubicBezTo>
                  <a:cubicBezTo>
                    <a:pt x="179" y="41"/>
                    <a:pt x="193" y="37"/>
                    <a:pt x="210" y="34"/>
                  </a:cubicBezTo>
                  <a:cubicBezTo>
                    <a:pt x="226" y="30"/>
                    <a:pt x="246" y="30"/>
                    <a:pt x="263" y="30"/>
                  </a:cubicBezTo>
                  <a:cubicBezTo>
                    <a:pt x="342" y="30"/>
                    <a:pt x="342" y="30"/>
                    <a:pt x="342" y="30"/>
                  </a:cubicBezTo>
                  <a:cubicBezTo>
                    <a:pt x="452" y="30"/>
                    <a:pt x="452" y="30"/>
                    <a:pt x="452" y="30"/>
                  </a:cubicBezTo>
                  <a:cubicBezTo>
                    <a:pt x="476" y="30"/>
                    <a:pt x="501" y="31"/>
                    <a:pt x="522" y="37"/>
                  </a:cubicBezTo>
                  <a:cubicBezTo>
                    <a:pt x="532" y="39"/>
                    <a:pt x="539" y="44"/>
                    <a:pt x="544" y="49"/>
                  </a:cubicBezTo>
                  <a:cubicBezTo>
                    <a:pt x="550" y="53"/>
                    <a:pt x="554" y="59"/>
                    <a:pt x="556" y="67"/>
                  </a:cubicBezTo>
                  <a:lnTo>
                    <a:pt x="556" y="67"/>
                  </a:lnTo>
                  <a:cubicBezTo>
                    <a:pt x="561" y="105"/>
                    <a:pt x="574" y="138"/>
                    <a:pt x="590" y="168"/>
                  </a:cubicBezTo>
                  <a:cubicBezTo>
                    <a:pt x="514" y="175"/>
                    <a:pt x="434" y="179"/>
                    <a:pt x="356" y="179"/>
                  </a:cubicBezTo>
                  <a:cubicBezTo>
                    <a:pt x="274" y="179"/>
                    <a:pt x="196" y="175"/>
                    <a:pt x="125" y="168"/>
                  </a:cubicBezTo>
                  <a:cubicBezTo>
                    <a:pt x="126" y="165"/>
                    <a:pt x="127" y="164"/>
                    <a:pt x="129" y="161"/>
                  </a:cubicBezTo>
                  <a:cubicBezTo>
                    <a:pt x="144" y="130"/>
                    <a:pt x="157" y="98"/>
                    <a:pt x="159" y="67"/>
                  </a:cubicBezTo>
                  <a:close/>
                  <a:moveTo>
                    <a:pt x="31" y="158"/>
                  </a:moveTo>
                  <a:lnTo>
                    <a:pt x="31" y="158"/>
                  </a:lnTo>
                  <a:cubicBezTo>
                    <a:pt x="31" y="155"/>
                    <a:pt x="31" y="154"/>
                    <a:pt x="31" y="152"/>
                  </a:cubicBezTo>
                  <a:cubicBezTo>
                    <a:pt x="33" y="151"/>
                    <a:pt x="33" y="151"/>
                    <a:pt x="34" y="151"/>
                  </a:cubicBezTo>
                  <a:cubicBezTo>
                    <a:pt x="35" y="150"/>
                    <a:pt x="38" y="148"/>
                    <a:pt x="45" y="148"/>
                  </a:cubicBezTo>
                  <a:cubicBezTo>
                    <a:pt x="101" y="148"/>
                    <a:pt x="101" y="148"/>
                    <a:pt x="101" y="148"/>
                  </a:cubicBezTo>
                  <a:cubicBezTo>
                    <a:pt x="95" y="159"/>
                    <a:pt x="90" y="169"/>
                    <a:pt x="84" y="179"/>
                  </a:cubicBezTo>
                  <a:cubicBezTo>
                    <a:pt x="45" y="179"/>
                    <a:pt x="45" y="179"/>
                    <a:pt x="45" y="179"/>
                  </a:cubicBezTo>
                  <a:cubicBezTo>
                    <a:pt x="42" y="179"/>
                    <a:pt x="37" y="177"/>
                    <a:pt x="34" y="175"/>
                  </a:cubicBezTo>
                  <a:cubicBezTo>
                    <a:pt x="33" y="173"/>
                    <a:pt x="31" y="172"/>
                    <a:pt x="31" y="170"/>
                  </a:cubicBezTo>
                  <a:cubicBezTo>
                    <a:pt x="30" y="168"/>
                    <a:pt x="30" y="168"/>
                    <a:pt x="30" y="168"/>
                  </a:cubicBezTo>
                  <a:cubicBezTo>
                    <a:pt x="30" y="164"/>
                    <a:pt x="30" y="161"/>
                    <a:pt x="31" y="1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49208219-94C9-C252-8962-66FAA43CCDE5}"/>
              </a:ext>
            </a:extLst>
          </p:cNvPr>
          <p:cNvGrpSpPr/>
          <p:nvPr/>
        </p:nvGrpSpPr>
        <p:grpSpPr>
          <a:xfrm>
            <a:off x="9747919" y="1015107"/>
            <a:ext cx="184150" cy="258762"/>
            <a:chOff x="8720138" y="1363663"/>
            <a:chExt cx="184150" cy="258762"/>
          </a:xfrm>
          <a:solidFill>
            <a:schemeClr val="accent4"/>
          </a:solidFill>
        </p:grpSpPr>
        <p:sp>
          <p:nvSpPr>
            <p:cNvPr id="41" name="Freeform 32">
              <a:extLst>
                <a:ext uri="{FF2B5EF4-FFF2-40B4-BE49-F238E27FC236}">
                  <a16:creationId xmlns:a16="http://schemas.microsoft.com/office/drawing/2014/main" id="{A7853E88-6DAF-9B7B-5F50-A36C4F93CE27}"/>
                </a:ext>
              </a:extLst>
            </p:cNvPr>
            <p:cNvSpPr>
              <a:spLocks noChangeArrowheads="1"/>
            </p:cNvSpPr>
            <p:nvPr/>
          </p:nvSpPr>
          <p:spPr bwMode="auto">
            <a:xfrm>
              <a:off x="8720138" y="1363663"/>
              <a:ext cx="44450" cy="258762"/>
            </a:xfrm>
            <a:custGeom>
              <a:avLst/>
              <a:gdLst>
                <a:gd name="T0" fmla="*/ 14 w 122"/>
                <a:gd name="T1" fmla="*/ 715 h 718"/>
                <a:gd name="T2" fmla="*/ 14 w 122"/>
                <a:gd name="T3" fmla="*/ 715 h 718"/>
                <a:gd name="T4" fmla="*/ 30 w 122"/>
                <a:gd name="T5" fmla="*/ 703 h 718"/>
                <a:gd name="T6" fmla="*/ 120 w 122"/>
                <a:gd name="T7" fmla="*/ 18 h 718"/>
                <a:gd name="T8" fmla="*/ 107 w 122"/>
                <a:gd name="T9" fmla="*/ 1 h 718"/>
                <a:gd name="T10" fmla="*/ 90 w 122"/>
                <a:gd name="T11" fmla="*/ 14 h 718"/>
                <a:gd name="T12" fmla="*/ 1 w 122"/>
                <a:gd name="T13" fmla="*/ 698 h 718"/>
                <a:gd name="T14" fmla="*/ 14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4" y="715"/>
                  </a:moveTo>
                  <a:lnTo>
                    <a:pt x="14" y="715"/>
                  </a:lnTo>
                  <a:cubicBezTo>
                    <a:pt x="22" y="717"/>
                    <a:pt x="29" y="711"/>
                    <a:pt x="30" y="703"/>
                  </a:cubicBezTo>
                  <a:cubicBezTo>
                    <a:pt x="120" y="18"/>
                    <a:pt x="120" y="18"/>
                    <a:pt x="120" y="18"/>
                  </a:cubicBezTo>
                  <a:cubicBezTo>
                    <a:pt x="121" y="9"/>
                    <a:pt x="115" y="3"/>
                    <a:pt x="107" y="1"/>
                  </a:cubicBezTo>
                  <a:cubicBezTo>
                    <a:pt x="99" y="0"/>
                    <a:pt x="92" y="5"/>
                    <a:pt x="90" y="14"/>
                  </a:cubicBezTo>
                  <a:cubicBezTo>
                    <a:pt x="1" y="698"/>
                    <a:pt x="1" y="698"/>
                    <a:pt x="1" y="698"/>
                  </a:cubicBezTo>
                  <a:cubicBezTo>
                    <a:pt x="0" y="707"/>
                    <a:pt x="5" y="714"/>
                    <a:pt x="14"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3">
              <a:extLst>
                <a:ext uri="{FF2B5EF4-FFF2-40B4-BE49-F238E27FC236}">
                  <a16:creationId xmlns:a16="http://schemas.microsoft.com/office/drawing/2014/main" id="{83277BAF-BFED-8813-A66C-41DB824FCD84}"/>
                </a:ext>
              </a:extLst>
            </p:cNvPr>
            <p:cNvSpPr>
              <a:spLocks noChangeArrowheads="1"/>
            </p:cNvSpPr>
            <p:nvPr/>
          </p:nvSpPr>
          <p:spPr bwMode="auto">
            <a:xfrm>
              <a:off x="8859838" y="1363663"/>
              <a:ext cx="44450" cy="258762"/>
            </a:xfrm>
            <a:custGeom>
              <a:avLst/>
              <a:gdLst>
                <a:gd name="T0" fmla="*/ 107 w 122"/>
                <a:gd name="T1" fmla="*/ 715 h 718"/>
                <a:gd name="T2" fmla="*/ 107 w 122"/>
                <a:gd name="T3" fmla="*/ 715 h 718"/>
                <a:gd name="T4" fmla="*/ 120 w 122"/>
                <a:gd name="T5" fmla="*/ 698 h 718"/>
                <a:gd name="T6" fmla="*/ 31 w 122"/>
                <a:gd name="T7" fmla="*/ 14 h 718"/>
                <a:gd name="T8" fmla="*/ 14 w 122"/>
                <a:gd name="T9" fmla="*/ 1 h 718"/>
                <a:gd name="T10" fmla="*/ 1 w 122"/>
                <a:gd name="T11" fmla="*/ 18 h 718"/>
                <a:gd name="T12" fmla="*/ 91 w 122"/>
                <a:gd name="T13" fmla="*/ 703 h 718"/>
                <a:gd name="T14" fmla="*/ 107 w 122"/>
                <a:gd name="T15" fmla="*/ 715 h 71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2" h="718">
                  <a:moveTo>
                    <a:pt x="107" y="715"/>
                  </a:moveTo>
                  <a:lnTo>
                    <a:pt x="107" y="715"/>
                  </a:lnTo>
                  <a:cubicBezTo>
                    <a:pt x="116" y="714"/>
                    <a:pt x="121" y="707"/>
                    <a:pt x="120" y="698"/>
                  </a:cubicBezTo>
                  <a:cubicBezTo>
                    <a:pt x="31" y="14"/>
                    <a:pt x="31" y="14"/>
                    <a:pt x="31" y="14"/>
                  </a:cubicBezTo>
                  <a:cubicBezTo>
                    <a:pt x="31" y="5"/>
                    <a:pt x="22" y="0"/>
                    <a:pt x="14" y="1"/>
                  </a:cubicBezTo>
                  <a:cubicBezTo>
                    <a:pt x="5" y="3"/>
                    <a:pt x="0" y="9"/>
                    <a:pt x="1" y="18"/>
                  </a:cubicBezTo>
                  <a:cubicBezTo>
                    <a:pt x="91" y="703"/>
                    <a:pt x="91" y="703"/>
                    <a:pt x="91" y="703"/>
                  </a:cubicBezTo>
                  <a:cubicBezTo>
                    <a:pt x="92" y="711"/>
                    <a:pt x="99" y="717"/>
                    <a:pt x="107" y="7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4">
              <a:extLst>
                <a:ext uri="{FF2B5EF4-FFF2-40B4-BE49-F238E27FC236}">
                  <a16:creationId xmlns:a16="http://schemas.microsoft.com/office/drawing/2014/main" id="{43AD8E2D-DC09-35D4-2821-D0DBF7FFA080}"/>
                </a:ext>
              </a:extLst>
            </p:cNvPr>
            <p:cNvSpPr>
              <a:spLocks noChangeArrowheads="1"/>
            </p:cNvSpPr>
            <p:nvPr/>
          </p:nvSpPr>
          <p:spPr bwMode="auto">
            <a:xfrm>
              <a:off x="8805863" y="1395413"/>
              <a:ext cx="11112" cy="53975"/>
            </a:xfrm>
            <a:custGeom>
              <a:avLst/>
              <a:gdLst>
                <a:gd name="T0" fmla="*/ 31 w 32"/>
                <a:gd name="T1" fmla="*/ 0 h 151"/>
                <a:gd name="T2" fmla="*/ 0 w 32"/>
                <a:gd name="T3" fmla="*/ 0 h 151"/>
                <a:gd name="T4" fmla="*/ 0 w 32"/>
                <a:gd name="T5" fmla="*/ 150 h 151"/>
                <a:gd name="T6" fmla="*/ 31 w 32"/>
                <a:gd name="T7" fmla="*/ 150 h 151"/>
                <a:gd name="T8" fmla="*/ 31 w 32"/>
                <a:gd name="T9" fmla="*/ 0 h 151"/>
              </a:gdLst>
              <a:ahLst/>
              <a:cxnLst>
                <a:cxn ang="0">
                  <a:pos x="T0" y="T1"/>
                </a:cxn>
                <a:cxn ang="0">
                  <a:pos x="T2" y="T3"/>
                </a:cxn>
                <a:cxn ang="0">
                  <a:pos x="T4" y="T5"/>
                </a:cxn>
                <a:cxn ang="0">
                  <a:pos x="T6" y="T7"/>
                </a:cxn>
                <a:cxn ang="0">
                  <a:pos x="T8" y="T9"/>
                </a:cxn>
              </a:cxnLst>
              <a:rect l="0" t="0" r="r" b="b"/>
              <a:pathLst>
                <a:path w="32" h="151">
                  <a:moveTo>
                    <a:pt x="31" y="0"/>
                  </a:moveTo>
                  <a:lnTo>
                    <a:pt x="0" y="0"/>
                  </a:lnTo>
                  <a:lnTo>
                    <a:pt x="0" y="150"/>
                  </a:lnTo>
                  <a:lnTo>
                    <a:pt x="31" y="150"/>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5">
              <a:extLst>
                <a:ext uri="{FF2B5EF4-FFF2-40B4-BE49-F238E27FC236}">
                  <a16:creationId xmlns:a16="http://schemas.microsoft.com/office/drawing/2014/main" id="{D28DEC03-3499-8FC6-983F-CDBBE8CDB203}"/>
                </a:ext>
              </a:extLst>
            </p:cNvPr>
            <p:cNvSpPr>
              <a:spLocks noChangeArrowheads="1"/>
            </p:cNvSpPr>
            <p:nvPr/>
          </p:nvSpPr>
          <p:spPr bwMode="auto">
            <a:xfrm>
              <a:off x="8805863" y="1470025"/>
              <a:ext cx="11112" cy="53975"/>
            </a:xfrm>
            <a:custGeom>
              <a:avLst/>
              <a:gdLst>
                <a:gd name="T0" fmla="*/ 31 w 32"/>
                <a:gd name="T1" fmla="*/ 0 h 150"/>
                <a:gd name="T2" fmla="*/ 0 w 32"/>
                <a:gd name="T3" fmla="*/ 0 h 150"/>
                <a:gd name="T4" fmla="*/ 0 w 32"/>
                <a:gd name="T5" fmla="*/ 149 h 150"/>
                <a:gd name="T6" fmla="*/ 31 w 32"/>
                <a:gd name="T7" fmla="*/ 149 h 150"/>
                <a:gd name="T8" fmla="*/ 31 w 32"/>
                <a:gd name="T9" fmla="*/ 0 h 150"/>
              </a:gdLst>
              <a:ahLst/>
              <a:cxnLst>
                <a:cxn ang="0">
                  <a:pos x="T0" y="T1"/>
                </a:cxn>
                <a:cxn ang="0">
                  <a:pos x="T2" y="T3"/>
                </a:cxn>
                <a:cxn ang="0">
                  <a:pos x="T4" y="T5"/>
                </a:cxn>
                <a:cxn ang="0">
                  <a:pos x="T6" y="T7"/>
                </a:cxn>
                <a:cxn ang="0">
                  <a:pos x="T8" y="T9"/>
                </a:cxn>
              </a:cxnLst>
              <a:rect l="0" t="0" r="r" b="b"/>
              <a:pathLst>
                <a:path w="32" h="150">
                  <a:moveTo>
                    <a:pt x="31" y="0"/>
                  </a:moveTo>
                  <a:lnTo>
                    <a:pt x="0" y="0"/>
                  </a:lnTo>
                  <a:lnTo>
                    <a:pt x="0" y="149"/>
                  </a:lnTo>
                  <a:lnTo>
                    <a:pt x="31" y="149"/>
                  </a:lnTo>
                  <a:lnTo>
                    <a:pt x="3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 name="Freeform 36">
              <a:extLst>
                <a:ext uri="{FF2B5EF4-FFF2-40B4-BE49-F238E27FC236}">
                  <a16:creationId xmlns:a16="http://schemas.microsoft.com/office/drawing/2014/main" id="{0F0C0178-E74E-81BA-0160-8A66344493B8}"/>
                </a:ext>
              </a:extLst>
            </p:cNvPr>
            <p:cNvSpPr>
              <a:spLocks noChangeArrowheads="1"/>
            </p:cNvSpPr>
            <p:nvPr/>
          </p:nvSpPr>
          <p:spPr bwMode="auto">
            <a:xfrm>
              <a:off x="8805863" y="1557338"/>
              <a:ext cx="11112" cy="53975"/>
            </a:xfrm>
            <a:custGeom>
              <a:avLst/>
              <a:gdLst>
                <a:gd name="T0" fmla="*/ 0 w 32"/>
                <a:gd name="T1" fmla="*/ 149 h 150"/>
                <a:gd name="T2" fmla="*/ 31 w 32"/>
                <a:gd name="T3" fmla="*/ 149 h 150"/>
                <a:gd name="T4" fmla="*/ 31 w 32"/>
                <a:gd name="T5" fmla="*/ 0 h 150"/>
                <a:gd name="T6" fmla="*/ 0 w 32"/>
                <a:gd name="T7" fmla="*/ 0 h 150"/>
                <a:gd name="T8" fmla="*/ 0 w 32"/>
                <a:gd name="T9" fmla="*/ 149 h 150"/>
              </a:gdLst>
              <a:ahLst/>
              <a:cxnLst>
                <a:cxn ang="0">
                  <a:pos x="T0" y="T1"/>
                </a:cxn>
                <a:cxn ang="0">
                  <a:pos x="T2" y="T3"/>
                </a:cxn>
                <a:cxn ang="0">
                  <a:pos x="T4" y="T5"/>
                </a:cxn>
                <a:cxn ang="0">
                  <a:pos x="T6" y="T7"/>
                </a:cxn>
                <a:cxn ang="0">
                  <a:pos x="T8" y="T9"/>
                </a:cxn>
              </a:cxnLst>
              <a:rect l="0" t="0" r="r" b="b"/>
              <a:pathLst>
                <a:path w="32" h="150">
                  <a:moveTo>
                    <a:pt x="0" y="149"/>
                  </a:moveTo>
                  <a:lnTo>
                    <a:pt x="31" y="149"/>
                  </a:lnTo>
                  <a:lnTo>
                    <a:pt x="31" y="0"/>
                  </a:lnTo>
                  <a:lnTo>
                    <a:pt x="0" y="0"/>
                  </a:lnTo>
                  <a:lnTo>
                    <a:pt x="0" y="14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 name="Group 49">
            <a:extLst>
              <a:ext uri="{FF2B5EF4-FFF2-40B4-BE49-F238E27FC236}">
                <a16:creationId xmlns:a16="http://schemas.microsoft.com/office/drawing/2014/main" id="{1809F8AE-1A4E-ED8A-EBBD-F930FC47DFEE}"/>
              </a:ext>
            </a:extLst>
          </p:cNvPr>
          <p:cNvGrpSpPr/>
          <p:nvPr/>
        </p:nvGrpSpPr>
        <p:grpSpPr>
          <a:xfrm>
            <a:off x="8193756" y="2040632"/>
            <a:ext cx="238125" cy="246063"/>
            <a:chOff x="7165975" y="2381250"/>
            <a:chExt cx="238125" cy="246063"/>
          </a:xfrm>
          <a:solidFill>
            <a:schemeClr val="accent4"/>
          </a:solidFill>
        </p:grpSpPr>
        <p:sp>
          <p:nvSpPr>
            <p:cNvPr id="47" name="Freeform 37">
              <a:extLst>
                <a:ext uri="{FF2B5EF4-FFF2-40B4-BE49-F238E27FC236}">
                  <a16:creationId xmlns:a16="http://schemas.microsoft.com/office/drawing/2014/main" id="{9328520E-5A3E-3C15-B6EC-0B7F18A6FF1D}"/>
                </a:ext>
              </a:extLst>
            </p:cNvPr>
            <p:cNvSpPr>
              <a:spLocks noChangeArrowheads="1"/>
            </p:cNvSpPr>
            <p:nvPr/>
          </p:nvSpPr>
          <p:spPr bwMode="auto">
            <a:xfrm>
              <a:off x="7199313" y="2520950"/>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6"/>
                    <a:pt x="14" y="60"/>
                    <a:pt x="31" y="60"/>
                  </a:cubicBezTo>
                  <a:cubicBezTo>
                    <a:pt x="46" y="60"/>
                    <a:pt x="60" y="46"/>
                    <a:pt x="60" y="30"/>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8">
              <a:extLst>
                <a:ext uri="{FF2B5EF4-FFF2-40B4-BE49-F238E27FC236}">
                  <a16:creationId xmlns:a16="http://schemas.microsoft.com/office/drawing/2014/main" id="{7C08AACC-0CB8-A64F-4E77-4A7259B389BF}"/>
                </a:ext>
              </a:extLst>
            </p:cNvPr>
            <p:cNvSpPr>
              <a:spLocks noChangeArrowheads="1"/>
            </p:cNvSpPr>
            <p:nvPr/>
          </p:nvSpPr>
          <p:spPr bwMode="auto">
            <a:xfrm>
              <a:off x="7350125" y="2520950"/>
              <a:ext cx="22225" cy="22225"/>
            </a:xfrm>
            <a:custGeom>
              <a:avLst/>
              <a:gdLst>
                <a:gd name="T0" fmla="*/ 30 w 61"/>
                <a:gd name="T1" fmla="*/ 0 h 61"/>
                <a:gd name="T2" fmla="*/ 30 w 61"/>
                <a:gd name="T3" fmla="*/ 0 h 61"/>
                <a:gd name="T4" fmla="*/ 0 w 61"/>
                <a:gd name="T5" fmla="*/ 30 h 61"/>
                <a:gd name="T6" fmla="*/ 30 w 61"/>
                <a:gd name="T7" fmla="*/ 60 h 61"/>
                <a:gd name="T8" fmla="*/ 60 w 61"/>
                <a:gd name="T9" fmla="*/ 30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0"/>
                  </a:cubicBezTo>
                  <a:cubicBezTo>
                    <a:pt x="0" y="46"/>
                    <a:pt x="14" y="60"/>
                    <a:pt x="30" y="60"/>
                  </a:cubicBezTo>
                  <a:cubicBezTo>
                    <a:pt x="46" y="60"/>
                    <a:pt x="60" y="46"/>
                    <a:pt x="60" y="30"/>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9">
              <a:extLst>
                <a:ext uri="{FF2B5EF4-FFF2-40B4-BE49-F238E27FC236}">
                  <a16:creationId xmlns:a16="http://schemas.microsoft.com/office/drawing/2014/main" id="{4D264634-5F2E-844B-D3A2-9037CB3F3510}"/>
                </a:ext>
              </a:extLst>
            </p:cNvPr>
            <p:cNvSpPr>
              <a:spLocks noChangeArrowheads="1"/>
            </p:cNvSpPr>
            <p:nvPr/>
          </p:nvSpPr>
          <p:spPr bwMode="auto">
            <a:xfrm>
              <a:off x="7165975" y="2381250"/>
              <a:ext cx="238125" cy="246063"/>
            </a:xfrm>
            <a:custGeom>
              <a:avLst/>
              <a:gdLst>
                <a:gd name="T0" fmla="*/ 568 w 662"/>
                <a:gd name="T1" fmla="*/ 131 h 684"/>
                <a:gd name="T2" fmla="*/ 529 w 662"/>
                <a:gd name="T3" fmla="*/ 77 h 684"/>
                <a:gd name="T4" fmla="*/ 420 w 662"/>
                <a:gd name="T5" fmla="*/ 59 h 684"/>
                <a:gd name="T6" fmla="*/ 375 w 662"/>
                <a:gd name="T7" fmla="*/ 0 h 684"/>
                <a:gd name="T8" fmla="*/ 241 w 662"/>
                <a:gd name="T9" fmla="*/ 45 h 684"/>
                <a:gd name="T10" fmla="*/ 197 w 662"/>
                <a:gd name="T11" fmla="*/ 59 h 684"/>
                <a:gd name="T12" fmla="*/ 94 w 662"/>
                <a:gd name="T13" fmla="*/ 130 h 684"/>
                <a:gd name="T14" fmla="*/ 64 w 662"/>
                <a:gd name="T15" fmla="*/ 275 h 684"/>
                <a:gd name="T16" fmla="*/ 7 w 662"/>
                <a:gd name="T17" fmla="*/ 446 h 684"/>
                <a:gd name="T18" fmla="*/ 0 w 662"/>
                <a:gd name="T19" fmla="*/ 580 h 684"/>
                <a:gd name="T20" fmla="*/ 34 w 662"/>
                <a:gd name="T21" fmla="*/ 594 h 684"/>
                <a:gd name="T22" fmla="*/ 78 w 662"/>
                <a:gd name="T23" fmla="*/ 683 h 684"/>
                <a:gd name="T24" fmla="*/ 152 w 662"/>
                <a:gd name="T25" fmla="*/ 639 h 684"/>
                <a:gd name="T26" fmla="*/ 226 w 662"/>
                <a:gd name="T27" fmla="*/ 594 h 684"/>
                <a:gd name="T28" fmla="*/ 509 w 662"/>
                <a:gd name="T29" fmla="*/ 594 h 684"/>
                <a:gd name="T30" fmla="*/ 554 w 662"/>
                <a:gd name="T31" fmla="*/ 683 h 684"/>
                <a:gd name="T32" fmla="*/ 628 w 662"/>
                <a:gd name="T33" fmla="*/ 639 h 684"/>
                <a:gd name="T34" fmla="*/ 646 w 662"/>
                <a:gd name="T35" fmla="*/ 594 h 684"/>
                <a:gd name="T36" fmla="*/ 661 w 662"/>
                <a:gd name="T37" fmla="*/ 563 h 684"/>
                <a:gd name="T38" fmla="*/ 629 w 662"/>
                <a:gd name="T39" fmla="*/ 328 h 684"/>
                <a:gd name="T40" fmla="*/ 568 w 662"/>
                <a:gd name="T41" fmla="*/ 131 h 684"/>
                <a:gd name="T42" fmla="*/ 271 w 662"/>
                <a:gd name="T43" fmla="*/ 45 h 684"/>
                <a:gd name="T44" fmla="*/ 375 w 662"/>
                <a:gd name="T45" fmla="*/ 29 h 684"/>
                <a:gd name="T46" fmla="*/ 391 w 662"/>
                <a:gd name="T47" fmla="*/ 59 h 684"/>
                <a:gd name="T48" fmla="*/ 271 w 662"/>
                <a:gd name="T49" fmla="*/ 45 h 684"/>
                <a:gd name="T50" fmla="*/ 149 w 662"/>
                <a:gd name="T51" fmla="*/ 102 h 684"/>
                <a:gd name="T52" fmla="*/ 241 w 662"/>
                <a:gd name="T53" fmla="*/ 89 h 684"/>
                <a:gd name="T54" fmla="*/ 465 w 662"/>
                <a:gd name="T55" fmla="*/ 89 h 684"/>
                <a:gd name="T56" fmla="*/ 540 w 662"/>
                <a:gd name="T57" fmla="*/ 137 h 684"/>
                <a:gd name="T58" fmla="*/ 96 w 662"/>
                <a:gd name="T59" fmla="*/ 268 h 684"/>
                <a:gd name="T60" fmla="*/ 149 w 662"/>
                <a:gd name="T61" fmla="*/ 102 h 684"/>
                <a:gd name="T62" fmla="*/ 108 w 662"/>
                <a:gd name="T63" fmla="*/ 654 h 684"/>
                <a:gd name="T64" fmla="*/ 63 w 662"/>
                <a:gd name="T65" fmla="*/ 639 h 684"/>
                <a:gd name="T66" fmla="*/ 123 w 662"/>
                <a:gd name="T67" fmla="*/ 594 h 684"/>
                <a:gd name="T68" fmla="*/ 108 w 662"/>
                <a:gd name="T69" fmla="*/ 654 h 684"/>
                <a:gd name="T70" fmla="*/ 420 w 662"/>
                <a:gd name="T71" fmla="*/ 565 h 684"/>
                <a:gd name="T72" fmla="*/ 241 w 662"/>
                <a:gd name="T73" fmla="*/ 464 h 684"/>
                <a:gd name="T74" fmla="*/ 373 w 662"/>
                <a:gd name="T75" fmla="*/ 416 h 684"/>
                <a:gd name="T76" fmla="*/ 420 w 662"/>
                <a:gd name="T77" fmla="*/ 565 h 684"/>
                <a:gd name="T78" fmla="*/ 598 w 662"/>
                <a:gd name="T79" fmla="*/ 639 h 684"/>
                <a:gd name="T80" fmla="*/ 554 w 662"/>
                <a:gd name="T81" fmla="*/ 654 h 684"/>
                <a:gd name="T82" fmla="*/ 539 w 662"/>
                <a:gd name="T83" fmla="*/ 594 h 684"/>
                <a:gd name="T84" fmla="*/ 598 w 662"/>
                <a:gd name="T85" fmla="*/ 639 h 684"/>
                <a:gd name="T86" fmla="*/ 625 w 662"/>
                <a:gd name="T87" fmla="*/ 450 h 684"/>
                <a:gd name="T88" fmla="*/ 631 w 662"/>
                <a:gd name="T89" fmla="*/ 565 h 684"/>
                <a:gd name="T90" fmla="*/ 525 w 662"/>
                <a:gd name="T91" fmla="*/ 565 h 684"/>
                <a:gd name="T92" fmla="*/ 449 w 662"/>
                <a:gd name="T93" fmla="*/ 464 h 684"/>
                <a:gd name="T94" fmla="*/ 289 w 662"/>
                <a:gd name="T95" fmla="*/ 386 h 684"/>
                <a:gd name="T96" fmla="*/ 212 w 662"/>
                <a:gd name="T97" fmla="*/ 565 h 684"/>
                <a:gd name="T98" fmla="*/ 48 w 662"/>
                <a:gd name="T99" fmla="*/ 565 h 684"/>
                <a:gd name="T100" fmla="*/ 31 w 662"/>
                <a:gd name="T101" fmla="*/ 563 h 684"/>
                <a:gd name="T102" fmla="*/ 60 w 662"/>
                <a:gd name="T103" fmla="*/ 337 h 684"/>
                <a:gd name="T104" fmla="*/ 578 w 662"/>
                <a:gd name="T105" fmla="*/ 297 h 684"/>
                <a:gd name="T106" fmla="*/ 625 w 662"/>
                <a:gd name="T107" fmla="*/ 450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2" h="684">
                  <a:moveTo>
                    <a:pt x="568" y="131"/>
                  </a:moveTo>
                  <a:lnTo>
                    <a:pt x="568" y="131"/>
                  </a:lnTo>
                  <a:cubicBezTo>
                    <a:pt x="568" y="130"/>
                    <a:pt x="568" y="130"/>
                    <a:pt x="568" y="130"/>
                  </a:cubicBezTo>
                  <a:cubicBezTo>
                    <a:pt x="562" y="106"/>
                    <a:pt x="547" y="88"/>
                    <a:pt x="529" y="77"/>
                  </a:cubicBezTo>
                  <a:cubicBezTo>
                    <a:pt x="509" y="65"/>
                    <a:pt x="487" y="59"/>
                    <a:pt x="465" y="59"/>
                  </a:cubicBezTo>
                  <a:cubicBezTo>
                    <a:pt x="420" y="59"/>
                    <a:pt x="420" y="59"/>
                    <a:pt x="420" y="59"/>
                  </a:cubicBezTo>
                  <a:cubicBezTo>
                    <a:pt x="420" y="45"/>
                    <a:pt x="420" y="45"/>
                    <a:pt x="420" y="45"/>
                  </a:cubicBezTo>
                  <a:cubicBezTo>
                    <a:pt x="420" y="19"/>
                    <a:pt x="400" y="0"/>
                    <a:pt x="375" y="0"/>
                  </a:cubicBezTo>
                  <a:cubicBezTo>
                    <a:pt x="286" y="0"/>
                    <a:pt x="286" y="0"/>
                    <a:pt x="286" y="0"/>
                  </a:cubicBezTo>
                  <a:cubicBezTo>
                    <a:pt x="261" y="0"/>
                    <a:pt x="241" y="19"/>
                    <a:pt x="241" y="45"/>
                  </a:cubicBezTo>
                  <a:cubicBezTo>
                    <a:pt x="241" y="59"/>
                    <a:pt x="241" y="59"/>
                    <a:pt x="241" y="59"/>
                  </a:cubicBezTo>
                  <a:cubicBezTo>
                    <a:pt x="197" y="59"/>
                    <a:pt x="197" y="59"/>
                    <a:pt x="197" y="59"/>
                  </a:cubicBezTo>
                  <a:cubicBezTo>
                    <a:pt x="175" y="59"/>
                    <a:pt x="152" y="65"/>
                    <a:pt x="134" y="77"/>
                  </a:cubicBezTo>
                  <a:cubicBezTo>
                    <a:pt x="115" y="88"/>
                    <a:pt x="99" y="106"/>
                    <a:pt x="94" y="130"/>
                  </a:cubicBezTo>
                  <a:cubicBezTo>
                    <a:pt x="94" y="131"/>
                    <a:pt x="94" y="131"/>
                    <a:pt x="94" y="131"/>
                  </a:cubicBezTo>
                  <a:cubicBezTo>
                    <a:pt x="64" y="275"/>
                    <a:pt x="64" y="275"/>
                    <a:pt x="64" y="275"/>
                  </a:cubicBezTo>
                  <a:cubicBezTo>
                    <a:pt x="50" y="289"/>
                    <a:pt x="41" y="307"/>
                    <a:pt x="32" y="328"/>
                  </a:cubicBezTo>
                  <a:cubicBezTo>
                    <a:pt x="20" y="363"/>
                    <a:pt x="11" y="404"/>
                    <a:pt x="7" y="446"/>
                  </a:cubicBezTo>
                  <a:cubicBezTo>
                    <a:pt x="3" y="489"/>
                    <a:pt x="0" y="531"/>
                    <a:pt x="0" y="563"/>
                  </a:cubicBezTo>
                  <a:cubicBezTo>
                    <a:pt x="0" y="569"/>
                    <a:pt x="0" y="575"/>
                    <a:pt x="0" y="580"/>
                  </a:cubicBezTo>
                  <a:cubicBezTo>
                    <a:pt x="2" y="588"/>
                    <a:pt x="7" y="594"/>
                    <a:pt x="16" y="594"/>
                  </a:cubicBezTo>
                  <a:cubicBezTo>
                    <a:pt x="34" y="594"/>
                    <a:pt x="34" y="594"/>
                    <a:pt x="34" y="594"/>
                  </a:cubicBezTo>
                  <a:cubicBezTo>
                    <a:pt x="34" y="639"/>
                    <a:pt x="34" y="639"/>
                    <a:pt x="34" y="639"/>
                  </a:cubicBezTo>
                  <a:cubicBezTo>
                    <a:pt x="34" y="664"/>
                    <a:pt x="53" y="683"/>
                    <a:pt x="78" y="683"/>
                  </a:cubicBezTo>
                  <a:cubicBezTo>
                    <a:pt x="108" y="683"/>
                    <a:pt x="108" y="683"/>
                    <a:pt x="108" y="683"/>
                  </a:cubicBezTo>
                  <a:cubicBezTo>
                    <a:pt x="133" y="683"/>
                    <a:pt x="152" y="664"/>
                    <a:pt x="152" y="639"/>
                  </a:cubicBezTo>
                  <a:cubicBezTo>
                    <a:pt x="152" y="594"/>
                    <a:pt x="152" y="594"/>
                    <a:pt x="152" y="594"/>
                  </a:cubicBezTo>
                  <a:cubicBezTo>
                    <a:pt x="226" y="594"/>
                    <a:pt x="226" y="594"/>
                    <a:pt x="226" y="594"/>
                  </a:cubicBezTo>
                  <a:cubicBezTo>
                    <a:pt x="435" y="594"/>
                    <a:pt x="435" y="594"/>
                    <a:pt x="435" y="594"/>
                  </a:cubicBezTo>
                  <a:cubicBezTo>
                    <a:pt x="509" y="594"/>
                    <a:pt x="509" y="594"/>
                    <a:pt x="509" y="594"/>
                  </a:cubicBezTo>
                  <a:cubicBezTo>
                    <a:pt x="509" y="639"/>
                    <a:pt x="509" y="639"/>
                    <a:pt x="509" y="639"/>
                  </a:cubicBezTo>
                  <a:cubicBezTo>
                    <a:pt x="509" y="664"/>
                    <a:pt x="529" y="683"/>
                    <a:pt x="554" y="683"/>
                  </a:cubicBezTo>
                  <a:cubicBezTo>
                    <a:pt x="583" y="683"/>
                    <a:pt x="583" y="683"/>
                    <a:pt x="583" y="683"/>
                  </a:cubicBezTo>
                  <a:cubicBezTo>
                    <a:pt x="608" y="683"/>
                    <a:pt x="628" y="664"/>
                    <a:pt x="628" y="639"/>
                  </a:cubicBezTo>
                  <a:cubicBezTo>
                    <a:pt x="628" y="594"/>
                    <a:pt x="628" y="594"/>
                    <a:pt x="628" y="594"/>
                  </a:cubicBezTo>
                  <a:cubicBezTo>
                    <a:pt x="646" y="594"/>
                    <a:pt x="646" y="594"/>
                    <a:pt x="646" y="594"/>
                  </a:cubicBezTo>
                  <a:cubicBezTo>
                    <a:pt x="654" y="594"/>
                    <a:pt x="661" y="588"/>
                    <a:pt x="661" y="580"/>
                  </a:cubicBezTo>
                  <a:cubicBezTo>
                    <a:pt x="661" y="575"/>
                    <a:pt x="661" y="569"/>
                    <a:pt x="661" y="563"/>
                  </a:cubicBezTo>
                  <a:cubicBezTo>
                    <a:pt x="661" y="520"/>
                    <a:pt x="658" y="460"/>
                    <a:pt x="649" y="404"/>
                  </a:cubicBezTo>
                  <a:cubicBezTo>
                    <a:pt x="643" y="376"/>
                    <a:pt x="638" y="350"/>
                    <a:pt x="629" y="328"/>
                  </a:cubicBezTo>
                  <a:cubicBezTo>
                    <a:pt x="621" y="307"/>
                    <a:pt x="611" y="289"/>
                    <a:pt x="597" y="275"/>
                  </a:cubicBezTo>
                  <a:lnTo>
                    <a:pt x="568" y="131"/>
                  </a:lnTo>
                  <a:close/>
                  <a:moveTo>
                    <a:pt x="271" y="45"/>
                  </a:moveTo>
                  <a:lnTo>
                    <a:pt x="271" y="45"/>
                  </a:lnTo>
                  <a:cubicBezTo>
                    <a:pt x="271" y="36"/>
                    <a:pt x="278" y="29"/>
                    <a:pt x="286" y="29"/>
                  </a:cubicBezTo>
                  <a:cubicBezTo>
                    <a:pt x="375" y="29"/>
                    <a:pt x="375" y="29"/>
                    <a:pt x="375" y="29"/>
                  </a:cubicBezTo>
                  <a:cubicBezTo>
                    <a:pt x="384" y="29"/>
                    <a:pt x="391" y="36"/>
                    <a:pt x="391" y="45"/>
                  </a:cubicBezTo>
                  <a:cubicBezTo>
                    <a:pt x="391" y="59"/>
                    <a:pt x="391" y="59"/>
                    <a:pt x="391" y="59"/>
                  </a:cubicBezTo>
                  <a:cubicBezTo>
                    <a:pt x="271" y="59"/>
                    <a:pt x="271" y="59"/>
                    <a:pt x="271" y="59"/>
                  </a:cubicBezTo>
                  <a:lnTo>
                    <a:pt x="271" y="45"/>
                  </a:lnTo>
                  <a:close/>
                  <a:moveTo>
                    <a:pt x="149" y="102"/>
                  </a:moveTo>
                  <a:lnTo>
                    <a:pt x="149" y="102"/>
                  </a:lnTo>
                  <a:cubicBezTo>
                    <a:pt x="162" y="93"/>
                    <a:pt x="180" y="89"/>
                    <a:pt x="197" y="89"/>
                  </a:cubicBezTo>
                  <a:cubicBezTo>
                    <a:pt x="241" y="89"/>
                    <a:pt x="241" y="89"/>
                    <a:pt x="241" y="89"/>
                  </a:cubicBezTo>
                  <a:cubicBezTo>
                    <a:pt x="420" y="89"/>
                    <a:pt x="420" y="89"/>
                    <a:pt x="420" y="89"/>
                  </a:cubicBezTo>
                  <a:cubicBezTo>
                    <a:pt x="465" y="89"/>
                    <a:pt x="465" y="89"/>
                    <a:pt x="465" y="89"/>
                  </a:cubicBezTo>
                  <a:cubicBezTo>
                    <a:pt x="481" y="89"/>
                    <a:pt x="500" y="93"/>
                    <a:pt x="512" y="102"/>
                  </a:cubicBezTo>
                  <a:cubicBezTo>
                    <a:pt x="526" y="110"/>
                    <a:pt x="536" y="123"/>
                    <a:pt x="540" y="137"/>
                  </a:cubicBezTo>
                  <a:cubicBezTo>
                    <a:pt x="565" y="268"/>
                    <a:pt x="565" y="268"/>
                    <a:pt x="565" y="268"/>
                  </a:cubicBezTo>
                  <a:cubicBezTo>
                    <a:pt x="402" y="268"/>
                    <a:pt x="261" y="268"/>
                    <a:pt x="96" y="268"/>
                  </a:cubicBezTo>
                  <a:cubicBezTo>
                    <a:pt x="122" y="137"/>
                    <a:pt x="122" y="137"/>
                    <a:pt x="122" y="137"/>
                  </a:cubicBezTo>
                  <a:cubicBezTo>
                    <a:pt x="127" y="123"/>
                    <a:pt x="135" y="110"/>
                    <a:pt x="149" y="102"/>
                  </a:cubicBezTo>
                  <a:close/>
                  <a:moveTo>
                    <a:pt x="108" y="654"/>
                  </a:moveTo>
                  <a:lnTo>
                    <a:pt x="108" y="654"/>
                  </a:lnTo>
                  <a:cubicBezTo>
                    <a:pt x="78" y="654"/>
                    <a:pt x="78" y="654"/>
                    <a:pt x="78" y="654"/>
                  </a:cubicBezTo>
                  <a:cubicBezTo>
                    <a:pt x="70" y="654"/>
                    <a:pt x="63" y="647"/>
                    <a:pt x="63" y="639"/>
                  </a:cubicBezTo>
                  <a:cubicBezTo>
                    <a:pt x="63" y="594"/>
                    <a:pt x="63" y="594"/>
                    <a:pt x="63" y="594"/>
                  </a:cubicBezTo>
                  <a:cubicBezTo>
                    <a:pt x="123" y="594"/>
                    <a:pt x="123" y="594"/>
                    <a:pt x="123" y="594"/>
                  </a:cubicBezTo>
                  <a:cubicBezTo>
                    <a:pt x="123" y="639"/>
                    <a:pt x="123" y="639"/>
                    <a:pt x="123" y="639"/>
                  </a:cubicBezTo>
                  <a:cubicBezTo>
                    <a:pt x="123" y="647"/>
                    <a:pt x="116" y="654"/>
                    <a:pt x="108" y="654"/>
                  </a:cubicBezTo>
                  <a:close/>
                  <a:moveTo>
                    <a:pt x="420" y="565"/>
                  </a:moveTo>
                  <a:lnTo>
                    <a:pt x="420" y="565"/>
                  </a:lnTo>
                  <a:cubicBezTo>
                    <a:pt x="241" y="565"/>
                    <a:pt x="241" y="565"/>
                    <a:pt x="241" y="565"/>
                  </a:cubicBezTo>
                  <a:cubicBezTo>
                    <a:pt x="241" y="464"/>
                    <a:pt x="241" y="464"/>
                    <a:pt x="241" y="464"/>
                  </a:cubicBezTo>
                  <a:cubicBezTo>
                    <a:pt x="241" y="438"/>
                    <a:pt x="262" y="416"/>
                    <a:pt x="289" y="416"/>
                  </a:cubicBezTo>
                  <a:cubicBezTo>
                    <a:pt x="373" y="416"/>
                    <a:pt x="373" y="416"/>
                    <a:pt x="373" y="416"/>
                  </a:cubicBezTo>
                  <a:cubicBezTo>
                    <a:pt x="399" y="416"/>
                    <a:pt x="420" y="438"/>
                    <a:pt x="420" y="464"/>
                  </a:cubicBezTo>
                  <a:lnTo>
                    <a:pt x="420" y="565"/>
                  </a:lnTo>
                  <a:close/>
                  <a:moveTo>
                    <a:pt x="598" y="639"/>
                  </a:moveTo>
                  <a:lnTo>
                    <a:pt x="598" y="639"/>
                  </a:lnTo>
                  <a:cubicBezTo>
                    <a:pt x="598" y="647"/>
                    <a:pt x="592" y="654"/>
                    <a:pt x="583" y="654"/>
                  </a:cubicBezTo>
                  <a:cubicBezTo>
                    <a:pt x="554" y="654"/>
                    <a:pt x="554" y="654"/>
                    <a:pt x="554" y="654"/>
                  </a:cubicBezTo>
                  <a:cubicBezTo>
                    <a:pt x="546" y="654"/>
                    <a:pt x="539" y="647"/>
                    <a:pt x="539" y="639"/>
                  </a:cubicBezTo>
                  <a:cubicBezTo>
                    <a:pt x="539" y="594"/>
                    <a:pt x="539" y="594"/>
                    <a:pt x="539" y="594"/>
                  </a:cubicBezTo>
                  <a:cubicBezTo>
                    <a:pt x="598" y="594"/>
                    <a:pt x="598" y="594"/>
                    <a:pt x="598" y="594"/>
                  </a:cubicBezTo>
                  <a:lnTo>
                    <a:pt x="598" y="639"/>
                  </a:lnTo>
                  <a:close/>
                  <a:moveTo>
                    <a:pt x="625" y="450"/>
                  </a:moveTo>
                  <a:lnTo>
                    <a:pt x="625" y="450"/>
                  </a:lnTo>
                  <a:cubicBezTo>
                    <a:pt x="629" y="491"/>
                    <a:pt x="631" y="533"/>
                    <a:pt x="631" y="563"/>
                  </a:cubicBezTo>
                  <a:cubicBezTo>
                    <a:pt x="631" y="565"/>
                    <a:pt x="631" y="565"/>
                    <a:pt x="631" y="565"/>
                  </a:cubicBezTo>
                  <a:cubicBezTo>
                    <a:pt x="614" y="565"/>
                    <a:pt x="614" y="565"/>
                    <a:pt x="614" y="565"/>
                  </a:cubicBezTo>
                  <a:cubicBezTo>
                    <a:pt x="525" y="565"/>
                    <a:pt x="525" y="565"/>
                    <a:pt x="525" y="565"/>
                  </a:cubicBezTo>
                  <a:cubicBezTo>
                    <a:pt x="449" y="565"/>
                    <a:pt x="449" y="565"/>
                    <a:pt x="449" y="565"/>
                  </a:cubicBezTo>
                  <a:cubicBezTo>
                    <a:pt x="449" y="464"/>
                    <a:pt x="449" y="464"/>
                    <a:pt x="449" y="464"/>
                  </a:cubicBezTo>
                  <a:cubicBezTo>
                    <a:pt x="449" y="421"/>
                    <a:pt x="414" y="386"/>
                    <a:pt x="373" y="386"/>
                  </a:cubicBezTo>
                  <a:cubicBezTo>
                    <a:pt x="289" y="386"/>
                    <a:pt x="289" y="386"/>
                    <a:pt x="289" y="386"/>
                  </a:cubicBezTo>
                  <a:cubicBezTo>
                    <a:pt x="247" y="386"/>
                    <a:pt x="212" y="421"/>
                    <a:pt x="212" y="464"/>
                  </a:cubicBezTo>
                  <a:cubicBezTo>
                    <a:pt x="212" y="565"/>
                    <a:pt x="212" y="565"/>
                    <a:pt x="212" y="565"/>
                  </a:cubicBezTo>
                  <a:cubicBezTo>
                    <a:pt x="137" y="565"/>
                    <a:pt x="137" y="565"/>
                    <a:pt x="137" y="565"/>
                  </a:cubicBezTo>
                  <a:cubicBezTo>
                    <a:pt x="48" y="565"/>
                    <a:pt x="48" y="565"/>
                    <a:pt x="48" y="565"/>
                  </a:cubicBezTo>
                  <a:cubicBezTo>
                    <a:pt x="31" y="565"/>
                    <a:pt x="31" y="565"/>
                    <a:pt x="31" y="565"/>
                  </a:cubicBezTo>
                  <a:cubicBezTo>
                    <a:pt x="31" y="565"/>
                    <a:pt x="31" y="565"/>
                    <a:pt x="31" y="563"/>
                  </a:cubicBezTo>
                  <a:cubicBezTo>
                    <a:pt x="31" y="522"/>
                    <a:pt x="34" y="463"/>
                    <a:pt x="42" y="410"/>
                  </a:cubicBezTo>
                  <a:cubicBezTo>
                    <a:pt x="46" y="383"/>
                    <a:pt x="53" y="358"/>
                    <a:pt x="60" y="337"/>
                  </a:cubicBezTo>
                  <a:cubicBezTo>
                    <a:pt x="67" y="319"/>
                    <a:pt x="76" y="305"/>
                    <a:pt x="84" y="297"/>
                  </a:cubicBezTo>
                  <a:cubicBezTo>
                    <a:pt x="258" y="297"/>
                    <a:pt x="403" y="297"/>
                    <a:pt x="578" y="297"/>
                  </a:cubicBezTo>
                  <a:cubicBezTo>
                    <a:pt x="586" y="305"/>
                    <a:pt x="594" y="319"/>
                    <a:pt x="601" y="337"/>
                  </a:cubicBezTo>
                  <a:cubicBezTo>
                    <a:pt x="612" y="368"/>
                    <a:pt x="621" y="409"/>
                    <a:pt x="625" y="45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 name="Group 53">
            <a:extLst>
              <a:ext uri="{FF2B5EF4-FFF2-40B4-BE49-F238E27FC236}">
                <a16:creationId xmlns:a16="http://schemas.microsoft.com/office/drawing/2014/main" id="{B510288C-2A41-706E-3B70-ABF348310DB6}"/>
              </a:ext>
            </a:extLst>
          </p:cNvPr>
          <p:cNvGrpSpPr/>
          <p:nvPr/>
        </p:nvGrpSpPr>
        <p:grpSpPr>
          <a:xfrm>
            <a:off x="10713119" y="1053207"/>
            <a:ext cx="322262" cy="182562"/>
            <a:chOff x="9685338" y="1395413"/>
            <a:chExt cx="322262" cy="182562"/>
          </a:xfrm>
          <a:solidFill>
            <a:schemeClr val="accent4"/>
          </a:solidFill>
        </p:grpSpPr>
        <p:sp>
          <p:nvSpPr>
            <p:cNvPr id="51" name="Freeform 40">
              <a:extLst>
                <a:ext uri="{FF2B5EF4-FFF2-40B4-BE49-F238E27FC236}">
                  <a16:creationId xmlns:a16="http://schemas.microsoft.com/office/drawing/2014/main" id="{B918C1EB-2252-B701-D2FA-01481B3AFC26}"/>
                </a:ext>
              </a:extLst>
            </p:cNvPr>
            <p:cNvSpPr>
              <a:spLocks noChangeArrowheads="1"/>
            </p:cNvSpPr>
            <p:nvPr/>
          </p:nvSpPr>
          <p:spPr bwMode="auto">
            <a:xfrm>
              <a:off x="9685338" y="1395413"/>
              <a:ext cx="322262" cy="182562"/>
            </a:xfrm>
            <a:custGeom>
              <a:avLst/>
              <a:gdLst>
                <a:gd name="T0" fmla="*/ 14 w 893"/>
                <a:gd name="T1" fmla="*/ 505 h 506"/>
                <a:gd name="T2" fmla="*/ 88 w 893"/>
                <a:gd name="T3" fmla="*/ 468 h 506"/>
                <a:gd name="T4" fmla="*/ 122 w 893"/>
                <a:gd name="T5" fmla="*/ 454 h 506"/>
                <a:gd name="T6" fmla="*/ 177 w 893"/>
                <a:gd name="T7" fmla="*/ 486 h 506"/>
                <a:gd name="T8" fmla="*/ 230 w 893"/>
                <a:gd name="T9" fmla="*/ 505 h 506"/>
                <a:gd name="T10" fmla="*/ 304 w 893"/>
                <a:gd name="T11" fmla="*/ 468 h 506"/>
                <a:gd name="T12" fmla="*/ 339 w 893"/>
                <a:gd name="T13" fmla="*/ 454 h 506"/>
                <a:gd name="T14" fmla="*/ 393 w 893"/>
                <a:gd name="T15" fmla="*/ 486 h 506"/>
                <a:gd name="T16" fmla="*/ 446 w 893"/>
                <a:gd name="T17" fmla="*/ 505 h 506"/>
                <a:gd name="T18" fmla="*/ 520 w 893"/>
                <a:gd name="T19" fmla="*/ 468 h 506"/>
                <a:gd name="T20" fmla="*/ 553 w 893"/>
                <a:gd name="T21" fmla="*/ 454 h 506"/>
                <a:gd name="T22" fmla="*/ 608 w 893"/>
                <a:gd name="T23" fmla="*/ 486 h 506"/>
                <a:gd name="T24" fmla="*/ 661 w 893"/>
                <a:gd name="T25" fmla="*/ 505 h 506"/>
                <a:gd name="T26" fmla="*/ 735 w 893"/>
                <a:gd name="T27" fmla="*/ 468 h 506"/>
                <a:gd name="T28" fmla="*/ 769 w 893"/>
                <a:gd name="T29" fmla="*/ 454 h 506"/>
                <a:gd name="T30" fmla="*/ 824 w 893"/>
                <a:gd name="T31" fmla="*/ 486 h 506"/>
                <a:gd name="T32" fmla="*/ 877 w 893"/>
                <a:gd name="T33" fmla="*/ 505 h 506"/>
                <a:gd name="T34" fmla="*/ 877 w 893"/>
                <a:gd name="T35" fmla="*/ 476 h 506"/>
                <a:gd name="T36" fmla="*/ 823 w 893"/>
                <a:gd name="T37" fmla="*/ 444 h 506"/>
                <a:gd name="T38" fmla="*/ 863 w 893"/>
                <a:gd name="T39" fmla="*/ 369 h 506"/>
                <a:gd name="T40" fmla="*/ 889 w 893"/>
                <a:gd name="T41" fmla="*/ 268 h 506"/>
                <a:gd name="T42" fmla="*/ 735 w 893"/>
                <a:gd name="T43" fmla="*/ 263 h 506"/>
                <a:gd name="T44" fmla="*/ 558 w 893"/>
                <a:gd name="T45" fmla="*/ 112 h 506"/>
                <a:gd name="T46" fmla="*/ 403 w 893"/>
                <a:gd name="T47" fmla="*/ 10 h 506"/>
                <a:gd name="T48" fmla="*/ 240 w 893"/>
                <a:gd name="T49" fmla="*/ 0 h 506"/>
                <a:gd name="T50" fmla="*/ 149 w 893"/>
                <a:gd name="T51" fmla="*/ 14 h 506"/>
                <a:gd name="T52" fmla="*/ 224 w 893"/>
                <a:gd name="T53" fmla="*/ 30 h 506"/>
                <a:gd name="T54" fmla="*/ 194 w 893"/>
                <a:gd name="T55" fmla="*/ 112 h 506"/>
                <a:gd name="T56" fmla="*/ 115 w 893"/>
                <a:gd name="T57" fmla="*/ 263 h 506"/>
                <a:gd name="T58" fmla="*/ 75 w 893"/>
                <a:gd name="T59" fmla="*/ 272 h 506"/>
                <a:gd name="T60" fmla="*/ 37 w 893"/>
                <a:gd name="T61" fmla="*/ 370 h 506"/>
                <a:gd name="T62" fmla="*/ 33 w 893"/>
                <a:gd name="T63" fmla="*/ 472 h 506"/>
                <a:gd name="T64" fmla="*/ 0 w 893"/>
                <a:gd name="T65" fmla="*/ 491 h 506"/>
                <a:gd name="T66" fmla="*/ 254 w 893"/>
                <a:gd name="T67" fmla="*/ 30 h 506"/>
                <a:gd name="T68" fmla="*/ 379 w 893"/>
                <a:gd name="T69" fmla="*/ 30 h 506"/>
                <a:gd name="T70" fmla="*/ 254 w 893"/>
                <a:gd name="T71" fmla="*/ 112 h 506"/>
                <a:gd name="T72" fmla="*/ 171 w 893"/>
                <a:gd name="T73" fmla="*/ 159 h 506"/>
                <a:gd name="T74" fmla="*/ 194 w 893"/>
                <a:gd name="T75" fmla="*/ 143 h 506"/>
                <a:gd name="T76" fmla="*/ 426 w 893"/>
                <a:gd name="T77" fmla="*/ 143 h 506"/>
                <a:gd name="T78" fmla="*/ 636 w 893"/>
                <a:gd name="T79" fmla="*/ 182 h 506"/>
                <a:gd name="T80" fmla="*/ 146 w 893"/>
                <a:gd name="T81" fmla="*/ 263 h 506"/>
                <a:gd name="T82" fmla="*/ 99 w 893"/>
                <a:gd name="T83" fmla="*/ 292 h 506"/>
                <a:gd name="T84" fmla="*/ 127 w 893"/>
                <a:gd name="T85" fmla="*/ 292 h 506"/>
                <a:gd name="T86" fmla="*/ 857 w 893"/>
                <a:gd name="T87" fmla="*/ 292 h 506"/>
                <a:gd name="T88" fmla="*/ 790 w 893"/>
                <a:gd name="T89" fmla="*/ 424 h 506"/>
                <a:gd name="T90" fmla="*/ 769 w 893"/>
                <a:gd name="T91" fmla="*/ 424 h 506"/>
                <a:gd name="T92" fmla="*/ 696 w 893"/>
                <a:gd name="T93" fmla="*/ 463 h 506"/>
                <a:gd name="T94" fmla="*/ 661 w 893"/>
                <a:gd name="T95" fmla="*/ 476 h 506"/>
                <a:gd name="T96" fmla="*/ 606 w 893"/>
                <a:gd name="T97" fmla="*/ 444 h 506"/>
                <a:gd name="T98" fmla="*/ 553 w 893"/>
                <a:gd name="T99" fmla="*/ 424 h 506"/>
                <a:gd name="T100" fmla="*/ 479 w 893"/>
                <a:gd name="T101" fmla="*/ 463 h 506"/>
                <a:gd name="T102" fmla="*/ 446 w 893"/>
                <a:gd name="T103" fmla="*/ 476 h 506"/>
                <a:gd name="T104" fmla="*/ 392 w 893"/>
                <a:gd name="T105" fmla="*/ 444 h 506"/>
                <a:gd name="T106" fmla="*/ 339 w 893"/>
                <a:gd name="T107" fmla="*/ 424 h 506"/>
                <a:gd name="T108" fmla="*/ 265 w 893"/>
                <a:gd name="T109" fmla="*/ 463 h 506"/>
                <a:gd name="T110" fmla="*/ 230 w 893"/>
                <a:gd name="T111" fmla="*/ 476 h 506"/>
                <a:gd name="T112" fmla="*/ 175 w 893"/>
                <a:gd name="T113" fmla="*/ 444 h 506"/>
                <a:gd name="T114" fmla="*/ 122 w 893"/>
                <a:gd name="T115" fmla="*/ 424 h 506"/>
                <a:gd name="T116" fmla="*/ 67 w 893"/>
                <a:gd name="T117" fmla="*/ 447 h 506"/>
                <a:gd name="T118" fmla="*/ 99 w 893"/>
                <a:gd name="T119" fmla="*/ 292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93" h="506">
                  <a:moveTo>
                    <a:pt x="14" y="505"/>
                  </a:moveTo>
                  <a:lnTo>
                    <a:pt x="14" y="505"/>
                  </a:lnTo>
                  <a:cubicBezTo>
                    <a:pt x="30" y="505"/>
                    <a:pt x="43" y="502"/>
                    <a:pt x="54" y="495"/>
                  </a:cubicBezTo>
                  <a:cubicBezTo>
                    <a:pt x="69" y="487"/>
                    <a:pt x="79" y="475"/>
                    <a:pt x="88" y="468"/>
                  </a:cubicBezTo>
                  <a:cubicBezTo>
                    <a:pt x="93" y="463"/>
                    <a:pt x="97" y="459"/>
                    <a:pt x="103" y="458"/>
                  </a:cubicBezTo>
                  <a:cubicBezTo>
                    <a:pt x="107" y="455"/>
                    <a:pt x="114" y="454"/>
                    <a:pt x="122" y="454"/>
                  </a:cubicBezTo>
                  <a:cubicBezTo>
                    <a:pt x="134" y="454"/>
                    <a:pt x="141" y="456"/>
                    <a:pt x="146" y="461"/>
                  </a:cubicBezTo>
                  <a:cubicBezTo>
                    <a:pt x="156" y="466"/>
                    <a:pt x="164" y="476"/>
                    <a:pt x="177" y="486"/>
                  </a:cubicBezTo>
                  <a:cubicBezTo>
                    <a:pt x="182" y="491"/>
                    <a:pt x="191" y="497"/>
                    <a:pt x="199" y="500"/>
                  </a:cubicBezTo>
                  <a:cubicBezTo>
                    <a:pt x="207" y="504"/>
                    <a:pt x="219" y="505"/>
                    <a:pt x="230" y="505"/>
                  </a:cubicBezTo>
                  <a:cubicBezTo>
                    <a:pt x="246" y="505"/>
                    <a:pt x="259" y="502"/>
                    <a:pt x="270" y="495"/>
                  </a:cubicBezTo>
                  <a:cubicBezTo>
                    <a:pt x="286" y="487"/>
                    <a:pt x="294" y="475"/>
                    <a:pt x="304" y="468"/>
                  </a:cubicBezTo>
                  <a:cubicBezTo>
                    <a:pt x="309" y="463"/>
                    <a:pt x="313" y="459"/>
                    <a:pt x="319" y="458"/>
                  </a:cubicBezTo>
                  <a:cubicBezTo>
                    <a:pt x="323" y="455"/>
                    <a:pt x="330" y="454"/>
                    <a:pt x="339" y="454"/>
                  </a:cubicBezTo>
                  <a:cubicBezTo>
                    <a:pt x="350" y="454"/>
                    <a:pt x="357" y="456"/>
                    <a:pt x="362" y="461"/>
                  </a:cubicBezTo>
                  <a:cubicBezTo>
                    <a:pt x="372" y="466"/>
                    <a:pt x="380" y="476"/>
                    <a:pt x="393" y="486"/>
                  </a:cubicBezTo>
                  <a:cubicBezTo>
                    <a:pt x="399" y="491"/>
                    <a:pt x="406" y="495"/>
                    <a:pt x="415" y="500"/>
                  </a:cubicBezTo>
                  <a:cubicBezTo>
                    <a:pt x="424" y="504"/>
                    <a:pt x="433" y="505"/>
                    <a:pt x="446" y="505"/>
                  </a:cubicBezTo>
                  <a:cubicBezTo>
                    <a:pt x="461" y="505"/>
                    <a:pt x="475" y="502"/>
                    <a:pt x="485" y="495"/>
                  </a:cubicBezTo>
                  <a:cubicBezTo>
                    <a:pt x="500" y="487"/>
                    <a:pt x="510" y="475"/>
                    <a:pt x="520" y="468"/>
                  </a:cubicBezTo>
                  <a:cubicBezTo>
                    <a:pt x="524" y="463"/>
                    <a:pt x="528" y="459"/>
                    <a:pt x="534" y="458"/>
                  </a:cubicBezTo>
                  <a:cubicBezTo>
                    <a:pt x="539" y="455"/>
                    <a:pt x="545" y="454"/>
                    <a:pt x="553" y="454"/>
                  </a:cubicBezTo>
                  <a:cubicBezTo>
                    <a:pt x="564" y="454"/>
                    <a:pt x="571" y="456"/>
                    <a:pt x="578" y="461"/>
                  </a:cubicBezTo>
                  <a:cubicBezTo>
                    <a:pt x="588" y="466"/>
                    <a:pt x="597" y="476"/>
                    <a:pt x="608" y="486"/>
                  </a:cubicBezTo>
                  <a:cubicBezTo>
                    <a:pt x="615" y="491"/>
                    <a:pt x="622" y="495"/>
                    <a:pt x="630" y="500"/>
                  </a:cubicBezTo>
                  <a:cubicBezTo>
                    <a:pt x="638" y="504"/>
                    <a:pt x="650" y="505"/>
                    <a:pt x="661" y="505"/>
                  </a:cubicBezTo>
                  <a:cubicBezTo>
                    <a:pt x="677" y="505"/>
                    <a:pt x="690" y="502"/>
                    <a:pt x="701" y="495"/>
                  </a:cubicBezTo>
                  <a:cubicBezTo>
                    <a:pt x="717" y="487"/>
                    <a:pt x="726" y="475"/>
                    <a:pt x="735" y="468"/>
                  </a:cubicBezTo>
                  <a:cubicBezTo>
                    <a:pt x="740" y="463"/>
                    <a:pt x="744" y="459"/>
                    <a:pt x="750" y="458"/>
                  </a:cubicBezTo>
                  <a:cubicBezTo>
                    <a:pt x="754" y="455"/>
                    <a:pt x="761" y="454"/>
                    <a:pt x="769" y="454"/>
                  </a:cubicBezTo>
                  <a:cubicBezTo>
                    <a:pt x="781" y="454"/>
                    <a:pt x="788" y="456"/>
                    <a:pt x="793" y="461"/>
                  </a:cubicBezTo>
                  <a:cubicBezTo>
                    <a:pt x="803" y="466"/>
                    <a:pt x="811" y="476"/>
                    <a:pt x="824" y="486"/>
                  </a:cubicBezTo>
                  <a:cubicBezTo>
                    <a:pt x="829" y="491"/>
                    <a:pt x="836" y="495"/>
                    <a:pt x="846" y="500"/>
                  </a:cubicBezTo>
                  <a:cubicBezTo>
                    <a:pt x="855" y="504"/>
                    <a:pt x="866" y="505"/>
                    <a:pt x="877" y="505"/>
                  </a:cubicBezTo>
                  <a:cubicBezTo>
                    <a:pt x="885" y="505"/>
                    <a:pt x="892" y="500"/>
                    <a:pt x="892" y="491"/>
                  </a:cubicBezTo>
                  <a:cubicBezTo>
                    <a:pt x="892" y="483"/>
                    <a:pt x="885" y="476"/>
                    <a:pt x="877" y="476"/>
                  </a:cubicBezTo>
                  <a:cubicBezTo>
                    <a:pt x="866" y="476"/>
                    <a:pt x="859" y="473"/>
                    <a:pt x="852" y="470"/>
                  </a:cubicBezTo>
                  <a:cubicBezTo>
                    <a:pt x="842" y="465"/>
                    <a:pt x="835" y="455"/>
                    <a:pt x="823" y="444"/>
                  </a:cubicBezTo>
                  <a:cubicBezTo>
                    <a:pt x="821" y="442"/>
                    <a:pt x="818" y="441"/>
                    <a:pt x="817" y="440"/>
                  </a:cubicBezTo>
                  <a:cubicBezTo>
                    <a:pt x="838" y="417"/>
                    <a:pt x="852" y="394"/>
                    <a:pt x="863" y="369"/>
                  </a:cubicBezTo>
                  <a:cubicBezTo>
                    <a:pt x="874" y="341"/>
                    <a:pt x="882" y="313"/>
                    <a:pt x="891" y="282"/>
                  </a:cubicBezTo>
                  <a:cubicBezTo>
                    <a:pt x="892" y="277"/>
                    <a:pt x="892" y="272"/>
                    <a:pt x="889" y="268"/>
                  </a:cubicBezTo>
                  <a:cubicBezTo>
                    <a:pt x="887" y="265"/>
                    <a:pt x="881" y="263"/>
                    <a:pt x="877" y="263"/>
                  </a:cubicBezTo>
                  <a:cubicBezTo>
                    <a:pt x="735" y="263"/>
                    <a:pt x="735" y="263"/>
                    <a:pt x="735" y="263"/>
                  </a:cubicBezTo>
                  <a:cubicBezTo>
                    <a:pt x="659" y="164"/>
                    <a:pt x="659" y="164"/>
                    <a:pt x="659" y="164"/>
                  </a:cubicBezTo>
                  <a:cubicBezTo>
                    <a:pt x="636" y="131"/>
                    <a:pt x="598" y="112"/>
                    <a:pt x="558" y="112"/>
                  </a:cubicBezTo>
                  <a:cubicBezTo>
                    <a:pt x="438" y="112"/>
                    <a:pt x="438" y="112"/>
                    <a:pt x="438" y="112"/>
                  </a:cubicBezTo>
                  <a:cubicBezTo>
                    <a:pt x="403" y="10"/>
                    <a:pt x="403" y="10"/>
                    <a:pt x="403" y="10"/>
                  </a:cubicBezTo>
                  <a:cubicBezTo>
                    <a:pt x="401" y="5"/>
                    <a:pt x="396" y="0"/>
                    <a:pt x="389" y="0"/>
                  </a:cubicBezTo>
                  <a:cubicBezTo>
                    <a:pt x="240" y="0"/>
                    <a:pt x="240" y="0"/>
                    <a:pt x="240" y="0"/>
                  </a:cubicBezTo>
                  <a:cubicBezTo>
                    <a:pt x="164" y="0"/>
                    <a:pt x="164" y="0"/>
                    <a:pt x="164" y="0"/>
                  </a:cubicBezTo>
                  <a:cubicBezTo>
                    <a:pt x="156" y="0"/>
                    <a:pt x="149" y="7"/>
                    <a:pt x="149" y="14"/>
                  </a:cubicBezTo>
                  <a:cubicBezTo>
                    <a:pt x="149" y="23"/>
                    <a:pt x="156" y="30"/>
                    <a:pt x="164" y="30"/>
                  </a:cubicBezTo>
                  <a:cubicBezTo>
                    <a:pt x="224" y="30"/>
                    <a:pt x="224" y="30"/>
                    <a:pt x="224" y="30"/>
                  </a:cubicBezTo>
                  <a:cubicBezTo>
                    <a:pt x="224" y="112"/>
                    <a:pt x="224" y="112"/>
                    <a:pt x="224" y="112"/>
                  </a:cubicBezTo>
                  <a:cubicBezTo>
                    <a:pt x="194" y="112"/>
                    <a:pt x="194" y="112"/>
                    <a:pt x="194" y="112"/>
                  </a:cubicBezTo>
                  <a:cubicBezTo>
                    <a:pt x="170" y="112"/>
                    <a:pt x="149" y="129"/>
                    <a:pt x="143" y="152"/>
                  </a:cubicBezTo>
                  <a:cubicBezTo>
                    <a:pt x="115" y="263"/>
                    <a:pt x="115" y="263"/>
                    <a:pt x="115" y="263"/>
                  </a:cubicBezTo>
                  <a:cubicBezTo>
                    <a:pt x="89" y="263"/>
                    <a:pt x="89" y="263"/>
                    <a:pt x="89" y="263"/>
                  </a:cubicBezTo>
                  <a:cubicBezTo>
                    <a:pt x="83" y="263"/>
                    <a:pt x="78" y="267"/>
                    <a:pt x="75" y="272"/>
                  </a:cubicBezTo>
                  <a:cubicBezTo>
                    <a:pt x="37" y="364"/>
                    <a:pt x="37" y="364"/>
                    <a:pt x="37" y="364"/>
                  </a:cubicBezTo>
                  <a:cubicBezTo>
                    <a:pt x="37" y="366"/>
                    <a:pt x="37" y="369"/>
                    <a:pt x="37" y="370"/>
                  </a:cubicBezTo>
                  <a:cubicBezTo>
                    <a:pt x="37" y="470"/>
                    <a:pt x="37" y="470"/>
                    <a:pt x="37" y="470"/>
                  </a:cubicBezTo>
                  <a:cubicBezTo>
                    <a:pt x="36" y="472"/>
                    <a:pt x="35" y="472"/>
                    <a:pt x="33" y="472"/>
                  </a:cubicBezTo>
                  <a:cubicBezTo>
                    <a:pt x="29" y="475"/>
                    <a:pt x="22" y="476"/>
                    <a:pt x="14" y="476"/>
                  </a:cubicBezTo>
                  <a:cubicBezTo>
                    <a:pt x="5" y="476"/>
                    <a:pt x="0" y="483"/>
                    <a:pt x="0" y="491"/>
                  </a:cubicBezTo>
                  <a:cubicBezTo>
                    <a:pt x="0" y="500"/>
                    <a:pt x="5" y="505"/>
                    <a:pt x="14" y="505"/>
                  </a:cubicBezTo>
                  <a:close/>
                  <a:moveTo>
                    <a:pt x="254" y="30"/>
                  </a:moveTo>
                  <a:lnTo>
                    <a:pt x="254" y="30"/>
                  </a:lnTo>
                  <a:cubicBezTo>
                    <a:pt x="379" y="30"/>
                    <a:pt x="379" y="30"/>
                    <a:pt x="379" y="30"/>
                  </a:cubicBezTo>
                  <a:cubicBezTo>
                    <a:pt x="406" y="112"/>
                    <a:pt x="406" y="112"/>
                    <a:pt x="406" y="112"/>
                  </a:cubicBezTo>
                  <a:cubicBezTo>
                    <a:pt x="254" y="112"/>
                    <a:pt x="254" y="112"/>
                    <a:pt x="254" y="112"/>
                  </a:cubicBezTo>
                  <a:lnTo>
                    <a:pt x="254" y="30"/>
                  </a:lnTo>
                  <a:close/>
                  <a:moveTo>
                    <a:pt x="171" y="159"/>
                  </a:moveTo>
                  <a:lnTo>
                    <a:pt x="171" y="159"/>
                  </a:lnTo>
                  <a:cubicBezTo>
                    <a:pt x="174" y="150"/>
                    <a:pt x="184" y="143"/>
                    <a:pt x="194" y="143"/>
                  </a:cubicBezTo>
                  <a:cubicBezTo>
                    <a:pt x="240" y="143"/>
                    <a:pt x="240" y="143"/>
                    <a:pt x="240" y="143"/>
                  </a:cubicBezTo>
                  <a:cubicBezTo>
                    <a:pt x="426" y="143"/>
                    <a:pt x="426" y="143"/>
                    <a:pt x="426" y="143"/>
                  </a:cubicBezTo>
                  <a:cubicBezTo>
                    <a:pt x="558" y="143"/>
                    <a:pt x="558" y="143"/>
                    <a:pt x="558" y="143"/>
                  </a:cubicBezTo>
                  <a:cubicBezTo>
                    <a:pt x="588" y="143"/>
                    <a:pt x="617" y="157"/>
                    <a:pt x="636" y="182"/>
                  </a:cubicBezTo>
                  <a:cubicBezTo>
                    <a:pt x="697" y="263"/>
                    <a:pt x="697" y="263"/>
                    <a:pt x="697" y="263"/>
                  </a:cubicBezTo>
                  <a:cubicBezTo>
                    <a:pt x="146" y="263"/>
                    <a:pt x="146" y="263"/>
                    <a:pt x="146" y="263"/>
                  </a:cubicBezTo>
                  <a:lnTo>
                    <a:pt x="171" y="159"/>
                  </a:lnTo>
                  <a:close/>
                  <a:moveTo>
                    <a:pt x="99" y="292"/>
                  </a:moveTo>
                  <a:lnTo>
                    <a:pt x="99" y="292"/>
                  </a:lnTo>
                  <a:cubicBezTo>
                    <a:pt x="127" y="292"/>
                    <a:pt x="127" y="292"/>
                    <a:pt x="127" y="292"/>
                  </a:cubicBezTo>
                  <a:cubicBezTo>
                    <a:pt x="726" y="292"/>
                    <a:pt x="726" y="292"/>
                    <a:pt x="726" y="292"/>
                  </a:cubicBezTo>
                  <a:cubicBezTo>
                    <a:pt x="857" y="292"/>
                    <a:pt x="857" y="292"/>
                    <a:pt x="857" y="292"/>
                  </a:cubicBezTo>
                  <a:cubicBezTo>
                    <a:pt x="850" y="316"/>
                    <a:pt x="843" y="336"/>
                    <a:pt x="835" y="356"/>
                  </a:cubicBezTo>
                  <a:cubicBezTo>
                    <a:pt x="825" y="381"/>
                    <a:pt x="811" y="403"/>
                    <a:pt x="790" y="424"/>
                  </a:cubicBezTo>
                  <a:cubicBezTo>
                    <a:pt x="795" y="429"/>
                    <a:pt x="795" y="429"/>
                    <a:pt x="795" y="429"/>
                  </a:cubicBezTo>
                  <a:cubicBezTo>
                    <a:pt x="788" y="426"/>
                    <a:pt x="779" y="424"/>
                    <a:pt x="769" y="424"/>
                  </a:cubicBezTo>
                  <a:cubicBezTo>
                    <a:pt x="753" y="424"/>
                    <a:pt x="740" y="429"/>
                    <a:pt x="729" y="434"/>
                  </a:cubicBezTo>
                  <a:cubicBezTo>
                    <a:pt x="714" y="444"/>
                    <a:pt x="705" y="455"/>
                    <a:pt x="696" y="463"/>
                  </a:cubicBezTo>
                  <a:cubicBezTo>
                    <a:pt x="690" y="468"/>
                    <a:pt x="686" y="470"/>
                    <a:pt x="680" y="473"/>
                  </a:cubicBezTo>
                  <a:cubicBezTo>
                    <a:pt x="676" y="475"/>
                    <a:pt x="669" y="476"/>
                    <a:pt x="661" y="476"/>
                  </a:cubicBezTo>
                  <a:cubicBezTo>
                    <a:pt x="650" y="476"/>
                    <a:pt x="643" y="473"/>
                    <a:pt x="637" y="470"/>
                  </a:cubicBezTo>
                  <a:cubicBezTo>
                    <a:pt x="627" y="465"/>
                    <a:pt x="619" y="455"/>
                    <a:pt x="606" y="444"/>
                  </a:cubicBezTo>
                  <a:cubicBezTo>
                    <a:pt x="601" y="440"/>
                    <a:pt x="594" y="434"/>
                    <a:pt x="585" y="430"/>
                  </a:cubicBezTo>
                  <a:cubicBezTo>
                    <a:pt x="576" y="427"/>
                    <a:pt x="566" y="424"/>
                    <a:pt x="553" y="424"/>
                  </a:cubicBezTo>
                  <a:cubicBezTo>
                    <a:pt x="538" y="424"/>
                    <a:pt x="524" y="429"/>
                    <a:pt x="514" y="434"/>
                  </a:cubicBezTo>
                  <a:cubicBezTo>
                    <a:pt x="499" y="444"/>
                    <a:pt x="489" y="455"/>
                    <a:pt x="479" y="463"/>
                  </a:cubicBezTo>
                  <a:cubicBezTo>
                    <a:pt x="475" y="468"/>
                    <a:pt x="471" y="470"/>
                    <a:pt x="465" y="473"/>
                  </a:cubicBezTo>
                  <a:cubicBezTo>
                    <a:pt x="460" y="475"/>
                    <a:pt x="454" y="476"/>
                    <a:pt x="446" y="476"/>
                  </a:cubicBezTo>
                  <a:cubicBezTo>
                    <a:pt x="435" y="476"/>
                    <a:pt x="428" y="473"/>
                    <a:pt x="421" y="470"/>
                  </a:cubicBezTo>
                  <a:cubicBezTo>
                    <a:pt x="411" y="465"/>
                    <a:pt x="403" y="455"/>
                    <a:pt x="392" y="444"/>
                  </a:cubicBezTo>
                  <a:cubicBezTo>
                    <a:pt x="385" y="440"/>
                    <a:pt x="378" y="434"/>
                    <a:pt x="369" y="430"/>
                  </a:cubicBezTo>
                  <a:cubicBezTo>
                    <a:pt x="361" y="427"/>
                    <a:pt x="350" y="424"/>
                    <a:pt x="339" y="424"/>
                  </a:cubicBezTo>
                  <a:cubicBezTo>
                    <a:pt x="322" y="424"/>
                    <a:pt x="309" y="429"/>
                    <a:pt x="298" y="434"/>
                  </a:cubicBezTo>
                  <a:cubicBezTo>
                    <a:pt x="283" y="444"/>
                    <a:pt x="273" y="455"/>
                    <a:pt x="265" y="463"/>
                  </a:cubicBezTo>
                  <a:cubicBezTo>
                    <a:pt x="259" y="468"/>
                    <a:pt x="255" y="470"/>
                    <a:pt x="249" y="473"/>
                  </a:cubicBezTo>
                  <a:cubicBezTo>
                    <a:pt x="245" y="475"/>
                    <a:pt x="238" y="476"/>
                    <a:pt x="230" y="476"/>
                  </a:cubicBezTo>
                  <a:cubicBezTo>
                    <a:pt x="219" y="476"/>
                    <a:pt x="212" y="473"/>
                    <a:pt x="206" y="470"/>
                  </a:cubicBezTo>
                  <a:cubicBezTo>
                    <a:pt x="196" y="465"/>
                    <a:pt x="188" y="455"/>
                    <a:pt x="175" y="444"/>
                  </a:cubicBezTo>
                  <a:cubicBezTo>
                    <a:pt x="170" y="440"/>
                    <a:pt x="163" y="434"/>
                    <a:pt x="153" y="430"/>
                  </a:cubicBezTo>
                  <a:cubicBezTo>
                    <a:pt x="145" y="427"/>
                    <a:pt x="134" y="424"/>
                    <a:pt x="122" y="424"/>
                  </a:cubicBezTo>
                  <a:cubicBezTo>
                    <a:pt x="106" y="424"/>
                    <a:pt x="93" y="429"/>
                    <a:pt x="83" y="434"/>
                  </a:cubicBezTo>
                  <a:cubicBezTo>
                    <a:pt x="76" y="438"/>
                    <a:pt x="71" y="442"/>
                    <a:pt x="67" y="447"/>
                  </a:cubicBezTo>
                  <a:cubicBezTo>
                    <a:pt x="67" y="373"/>
                    <a:pt x="67" y="373"/>
                    <a:pt x="67" y="373"/>
                  </a:cubicBezTo>
                  <a:lnTo>
                    <a:pt x="99" y="29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1">
              <a:extLst>
                <a:ext uri="{FF2B5EF4-FFF2-40B4-BE49-F238E27FC236}">
                  <a16:creationId xmlns:a16="http://schemas.microsoft.com/office/drawing/2014/main" id="{0A6C714F-0857-C418-7B06-B770AE014598}"/>
                </a:ext>
              </a:extLst>
            </p:cNvPr>
            <p:cNvSpPr>
              <a:spLocks noChangeArrowheads="1"/>
            </p:cNvSpPr>
            <p:nvPr/>
          </p:nvSpPr>
          <p:spPr bwMode="auto">
            <a:xfrm>
              <a:off x="9764713" y="1462088"/>
              <a:ext cx="14287" cy="14287"/>
            </a:xfrm>
            <a:custGeom>
              <a:avLst/>
              <a:gdLst>
                <a:gd name="T0" fmla="*/ 20 w 39"/>
                <a:gd name="T1" fmla="*/ 0 h 39"/>
                <a:gd name="T2" fmla="*/ 20 w 39"/>
                <a:gd name="T3" fmla="*/ 0 h 39"/>
                <a:gd name="T4" fmla="*/ 0 w 39"/>
                <a:gd name="T5" fmla="*/ 20 h 39"/>
                <a:gd name="T6" fmla="*/ 20 w 39"/>
                <a:gd name="T7" fmla="*/ 38 h 39"/>
                <a:gd name="T8" fmla="*/ 38 w 39"/>
                <a:gd name="T9" fmla="*/ 20 h 39"/>
                <a:gd name="T10" fmla="*/ 20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20" y="0"/>
                  </a:moveTo>
                  <a:lnTo>
                    <a:pt x="20" y="0"/>
                  </a:lnTo>
                  <a:cubicBezTo>
                    <a:pt x="8" y="0"/>
                    <a:pt x="0" y="8"/>
                    <a:pt x="0" y="20"/>
                  </a:cubicBezTo>
                  <a:cubicBezTo>
                    <a:pt x="0" y="29"/>
                    <a:pt x="8" y="38"/>
                    <a:pt x="20" y="38"/>
                  </a:cubicBezTo>
                  <a:cubicBezTo>
                    <a:pt x="29" y="38"/>
                    <a:pt x="38" y="29"/>
                    <a:pt x="38" y="20"/>
                  </a:cubicBezTo>
                  <a:cubicBezTo>
                    <a:pt x="38" y="8"/>
                    <a:pt x="29" y="0"/>
                    <a:pt x="2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2">
              <a:extLst>
                <a:ext uri="{FF2B5EF4-FFF2-40B4-BE49-F238E27FC236}">
                  <a16:creationId xmlns:a16="http://schemas.microsoft.com/office/drawing/2014/main" id="{D8EF50C2-DB25-8401-11CB-F536B59EBFAC}"/>
                </a:ext>
              </a:extLst>
            </p:cNvPr>
            <p:cNvSpPr>
              <a:spLocks noChangeArrowheads="1"/>
            </p:cNvSpPr>
            <p:nvPr/>
          </p:nvSpPr>
          <p:spPr bwMode="auto">
            <a:xfrm>
              <a:off x="9804400"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3">
              <a:extLst>
                <a:ext uri="{FF2B5EF4-FFF2-40B4-BE49-F238E27FC236}">
                  <a16:creationId xmlns:a16="http://schemas.microsoft.com/office/drawing/2014/main" id="{B79DF9E7-1C88-D8EA-4068-BCE20F589AFE}"/>
                </a:ext>
              </a:extLst>
            </p:cNvPr>
            <p:cNvSpPr>
              <a:spLocks noChangeArrowheads="1"/>
            </p:cNvSpPr>
            <p:nvPr/>
          </p:nvSpPr>
          <p:spPr bwMode="auto">
            <a:xfrm>
              <a:off x="9845675" y="1462088"/>
              <a:ext cx="14288" cy="14287"/>
            </a:xfrm>
            <a:custGeom>
              <a:avLst/>
              <a:gdLst>
                <a:gd name="T0" fmla="*/ 18 w 39"/>
                <a:gd name="T1" fmla="*/ 0 h 39"/>
                <a:gd name="T2" fmla="*/ 18 w 39"/>
                <a:gd name="T3" fmla="*/ 0 h 39"/>
                <a:gd name="T4" fmla="*/ 0 w 39"/>
                <a:gd name="T5" fmla="*/ 20 h 39"/>
                <a:gd name="T6" fmla="*/ 18 w 39"/>
                <a:gd name="T7" fmla="*/ 38 h 39"/>
                <a:gd name="T8" fmla="*/ 38 w 39"/>
                <a:gd name="T9" fmla="*/ 20 h 39"/>
                <a:gd name="T10" fmla="*/ 18 w 39"/>
                <a:gd name="T11" fmla="*/ 0 h 39"/>
              </a:gdLst>
              <a:ahLst/>
              <a:cxnLst>
                <a:cxn ang="0">
                  <a:pos x="T0" y="T1"/>
                </a:cxn>
                <a:cxn ang="0">
                  <a:pos x="T2" y="T3"/>
                </a:cxn>
                <a:cxn ang="0">
                  <a:pos x="T4" y="T5"/>
                </a:cxn>
                <a:cxn ang="0">
                  <a:pos x="T6" y="T7"/>
                </a:cxn>
                <a:cxn ang="0">
                  <a:pos x="T8" y="T9"/>
                </a:cxn>
                <a:cxn ang="0">
                  <a:pos x="T10" y="T11"/>
                </a:cxn>
              </a:cxnLst>
              <a:rect l="0" t="0" r="r" b="b"/>
              <a:pathLst>
                <a:path w="39" h="39">
                  <a:moveTo>
                    <a:pt x="18" y="0"/>
                  </a:moveTo>
                  <a:lnTo>
                    <a:pt x="18" y="0"/>
                  </a:lnTo>
                  <a:cubicBezTo>
                    <a:pt x="8" y="0"/>
                    <a:pt x="0" y="8"/>
                    <a:pt x="0" y="20"/>
                  </a:cubicBezTo>
                  <a:cubicBezTo>
                    <a:pt x="0" y="29"/>
                    <a:pt x="8" y="38"/>
                    <a:pt x="18" y="38"/>
                  </a:cubicBezTo>
                  <a:cubicBezTo>
                    <a:pt x="29" y="38"/>
                    <a:pt x="38" y="29"/>
                    <a:pt x="38" y="20"/>
                  </a:cubicBezTo>
                  <a:cubicBezTo>
                    <a:pt x="38" y="8"/>
                    <a:pt x="29"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 name="Group 58">
            <a:extLst>
              <a:ext uri="{FF2B5EF4-FFF2-40B4-BE49-F238E27FC236}">
                <a16:creationId xmlns:a16="http://schemas.microsoft.com/office/drawing/2014/main" id="{550DE087-8B34-295B-3EE8-B53DB70C5167}"/>
              </a:ext>
            </a:extLst>
          </p:cNvPr>
          <p:cNvGrpSpPr/>
          <p:nvPr/>
        </p:nvGrpSpPr>
        <p:grpSpPr>
          <a:xfrm>
            <a:off x="10219406" y="1020663"/>
            <a:ext cx="214313" cy="247650"/>
            <a:chOff x="9191625" y="1355725"/>
            <a:chExt cx="214313" cy="247650"/>
          </a:xfrm>
          <a:solidFill>
            <a:schemeClr val="accent4"/>
          </a:solidFill>
        </p:grpSpPr>
        <p:sp>
          <p:nvSpPr>
            <p:cNvPr id="56" name="Freeform 44">
              <a:extLst>
                <a:ext uri="{FF2B5EF4-FFF2-40B4-BE49-F238E27FC236}">
                  <a16:creationId xmlns:a16="http://schemas.microsoft.com/office/drawing/2014/main" id="{2EC87C02-0B1D-1C07-629D-ACFD57E80630}"/>
                </a:ext>
              </a:extLst>
            </p:cNvPr>
            <p:cNvSpPr>
              <a:spLocks noChangeArrowheads="1"/>
            </p:cNvSpPr>
            <p:nvPr/>
          </p:nvSpPr>
          <p:spPr bwMode="auto">
            <a:xfrm>
              <a:off x="9191625" y="1355725"/>
              <a:ext cx="214313" cy="247650"/>
            </a:xfrm>
            <a:custGeom>
              <a:avLst/>
              <a:gdLst>
                <a:gd name="T0" fmla="*/ 580 w 597"/>
                <a:gd name="T1" fmla="*/ 239 h 686"/>
                <a:gd name="T2" fmla="*/ 596 w 597"/>
                <a:gd name="T3" fmla="*/ 163 h 686"/>
                <a:gd name="T4" fmla="*/ 594 w 597"/>
                <a:gd name="T5" fmla="*/ 158 h 686"/>
                <a:gd name="T6" fmla="*/ 591 w 597"/>
                <a:gd name="T7" fmla="*/ 154 h 686"/>
                <a:gd name="T8" fmla="*/ 432 w 597"/>
                <a:gd name="T9" fmla="*/ 0 h 686"/>
                <a:gd name="T10" fmla="*/ 60 w 597"/>
                <a:gd name="T11" fmla="*/ 98 h 686"/>
                <a:gd name="T12" fmla="*/ 4 w 597"/>
                <a:gd name="T13" fmla="*/ 154 h 686"/>
                <a:gd name="T14" fmla="*/ 0 w 597"/>
                <a:gd name="T15" fmla="*/ 163 h 686"/>
                <a:gd name="T16" fmla="*/ 15 w 597"/>
                <a:gd name="T17" fmla="*/ 239 h 686"/>
                <a:gd name="T18" fmla="*/ 31 w 597"/>
                <a:gd name="T19" fmla="*/ 170 h 686"/>
                <a:gd name="T20" fmla="*/ 60 w 597"/>
                <a:gd name="T21" fmla="*/ 551 h 686"/>
                <a:gd name="T22" fmla="*/ 120 w 597"/>
                <a:gd name="T23" fmla="*/ 670 h 686"/>
                <a:gd name="T24" fmla="*/ 134 w 597"/>
                <a:gd name="T25" fmla="*/ 685 h 686"/>
                <a:gd name="T26" fmla="*/ 205 w 597"/>
                <a:gd name="T27" fmla="*/ 681 h 686"/>
                <a:gd name="T28" fmla="*/ 209 w 597"/>
                <a:gd name="T29" fmla="*/ 625 h 686"/>
                <a:gd name="T30" fmla="*/ 388 w 597"/>
                <a:gd name="T31" fmla="*/ 670 h 686"/>
                <a:gd name="T32" fmla="*/ 402 w 597"/>
                <a:gd name="T33" fmla="*/ 685 h 686"/>
                <a:gd name="T34" fmla="*/ 473 w 597"/>
                <a:gd name="T35" fmla="*/ 681 h 686"/>
                <a:gd name="T36" fmla="*/ 477 w 597"/>
                <a:gd name="T37" fmla="*/ 624 h 686"/>
                <a:gd name="T38" fmla="*/ 536 w 597"/>
                <a:gd name="T39" fmla="*/ 373 h 686"/>
                <a:gd name="T40" fmla="*/ 536 w 597"/>
                <a:gd name="T41" fmla="*/ 373 h 686"/>
                <a:gd name="T42" fmla="*/ 566 w 597"/>
                <a:gd name="T43" fmla="*/ 170 h 686"/>
                <a:gd name="T44" fmla="*/ 580 w 597"/>
                <a:gd name="T45" fmla="*/ 239 h 686"/>
                <a:gd name="T46" fmla="*/ 112 w 597"/>
                <a:gd name="T47" fmla="*/ 52 h 686"/>
                <a:gd name="T48" fmla="*/ 432 w 597"/>
                <a:gd name="T49" fmla="*/ 29 h 686"/>
                <a:gd name="T50" fmla="*/ 506 w 597"/>
                <a:gd name="T51" fmla="*/ 105 h 686"/>
                <a:gd name="T52" fmla="*/ 506 w 597"/>
                <a:gd name="T53" fmla="*/ 357 h 686"/>
                <a:gd name="T54" fmla="*/ 402 w 597"/>
                <a:gd name="T55" fmla="*/ 268 h 686"/>
                <a:gd name="T56" fmla="*/ 89 w 597"/>
                <a:gd name="T57" fmla="*/ 357 h 686"/>
                <a:gd name="T58" fmla="*/ 89 w 597"/>
                <a:gd name="T59" fmla="*/ 105 h 686"/>
                <a:gd name="T60" fmla="*/ 476 w 597"/>
                <a:gd name="T61" fmla="*/ 357 h 686"/>
                <a:gd name="T62" fmla="*/ 329 w 597"/>
                <a:gd name="T63" fmla="*/ 357 h 686"/>
                <a:gd name="T64" fmla="*/ 402 w 597"/>
                <a:gd name="T65" fmla="*/ 297 h 686"/>
                <a:gd name="T66" fmla="*/ 476 w 597"/>
                <a:gd name="T67" fmla="*/ 357 h 686"/>
                <a:gd name="T68" fmla="*/ 149 w 597"/>
                <a:gd name="T69" fmla="*/ 654 h 686"/>
                <a:gd name="T70" fmla="*/ 179 w 597"/>
                <a:gd name="T71" fmla="*/ 625 h 686"/>
                <a:gd name="T72" fmla="*/ 149 w 597"/>
                <a:gd name="T73" fmla="*/ 654 h 686"/>
                <a:gd name="T74" fmla="*/ 417 w 597"/>
                <a:gd name="T75" fmla="*/ 625 h 686"/>
                <a:gd name="T76" fmla="*/ 446 w 597"/>
                <a:gd name="T77" fmla="*/ 654 h 686"/>
                <a:gd name="T78" fmla="*/ 417 w 597"/>
                <a:gd name="T79" fmla="*/ 625 h 686"/>
                <a:gd name="T80" fmla="*/ 462 w 597"/>
                <a:gd name="T81" fmla="*/ 596 h 686"/>
                <a:gd name="T82" fmla="*/ 194 w 597"/>
                <a:gd name="T83" fmla="*/ 596 h 686"/>
                <a:gd name="T84" fmla="*/ 89 w 597"/>
                <a:gd name="T85" fmla="*/ 551 h 686"/>
                <a:gd name="T86" fmla="*/ 506 w 597"/>
                <a:gd name="T87" fmla="*/ 387 h 686"/>
                <a:gd name="T88" fmla="*/ 462 w 597"/>
                <a:gd name="T89" fmla="*/ 59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97" h="686">
                  <a:moveTo>
                    <a:pt x="580" y="239"/>
                  </a:moveTo>
                  <a:lnTo>
                    <a:pt x="580" y="239"/>
                  </a:lnTo>
                  <a:cubicBezTo>
                    <a:pt x="589" y="239"/>
                    <a:pt x="596" y="232"/>
                    <a:pt x="596" y="223"/>
                  </a:cubicBezTo>
                  <a:cubicBezTo>
                    <a:pt x="596" y="163"/>
                    <a:pt x="596" y="163"/>
                    <a:pt x="596" y="163"/>
                  </a:cubicBezTo>
                  <a:lnTo>
                    <a:pt x="596" y="163"/>
                  </a:lnTo>
                  <a:cubicBezTo>
                    <a:pt x="596" y="162"/>
                    <a:pt x="596" y="161"/>
                    <a:pt x="594" y="158"/>
                  </a:cubicBezTo>
                  <a:cubicBezTo>
                    <a:pt x="594" y="156"/>
                    <a:pt x="593" y="155"/>
                    <a:pt x="591" y="154"/>
                  </a:cubicBezTo>
                  <a:lnTo>
                    <a:pt x="591" y="154"/>
                  </a:lnTo>
                  <a:cubicBezTo>
                    <a:pt x="536" y="98"/>
                    <a:pt x="536" y="98"/>
                    <a:pt x="536" y="98"/>
                  </a:cubicBezTo>
                  <a:cubicBezTo>
                    <a:pt x="533" y="43"/>
                    <a:pt x="487" y="0"/>
                    <a:pt x="432" y="0"/>
                  </a:cubicBezTo>
                  <a:cubicBezTo>
                    <a:pt x="165" y="0"/>
                    <a:pt x="165" y="0"/>
                    <a:pt x="165" y="0"/>
                  </a:cubicBezTo>
                  <a:cubicBezTo>
                    <a:pt x="109" y="0"/>
                    <a:pt x="64" y="43"/>
                    <a:pt x="60" y="98"/>
                  </a:cubicBezTo>
                  <a:cubicBezTo>
                    <a:pt x="4" y="154"/>
                    <a:pt x="4" y="154"/>
                    <a:pt x="4" y="154"/>
                  </a:cubicBezTo>
                  <a:lnTo>
                    <a:pt x="4" y="154"/>
                  </a:lnTo>
                  <a:cubicBezTo>
                    <a:pt x="3" y="155"/>
                    <a:pt x="3" y="156"/>
                    <a:pt x="2" y="158"/>
                  </a:cubicBezTo>
                  <a:cubicBezTo>
                    <a:pt x="2" y="161"/>
                    <a:pt x="0" y="162"/>
                    <a:pt x="0" y="163"/>
                  </a:cubicBezTo>
                  <a:cubicBezTo>
                    <a:pt x="0" y="223"/>
                    <a:pt x="0" y="223"/>
                    <a:pt x="0" y="223"/>
                  </a:cubicBezTo>
                  <a:cubicBezTo>
                    <a:pt x="0" y="232"/>
                    <a:pt x="7" y="239"/>
                    <a:pt x="15" y="239"/>
                  </a:cubicBezTo>
                  <a:cubicBezTo>
                    <a:pt x="24" y="239"/>
                    <a:pt x="31" y="232"/>
                    <a:pt x="31" y="223"/>
                  </a:cubicBezTo>
                  <a:cubicBezTo>
                    <a:pt x="31" y="170"/>
                    <a:pt x="31" y="170"/>
                    <a:pt x="31" y="170"/>
                  </a:cubicBezTo>
                  <a:cubicBezTo>
                    <a:pt x="60" y="140"/>
                    <a:pt x="60" y="140"/>
                    <a:pt x="60" y="140"/>
                  </a:cubicBezTo>
                  <a:cubicBezTo>
                    <a:pt x="60" y="551"/>
                    <a:pt x="60" y="551"/>
                    <a:pt x="60" y="551"/>
                  </a:cubicBezTo>
                  <a:cubicBezTo>
                    <a:pt x="60" y="587"/>
                    <a:pt x="85" y="617"/>
                    <a:pt x="120" y="624"/>
                  </a:cubicBezTo>
                  <a:cubicBezTo>
                    <a:pt x="120" y="670"/>
                    <a:pt x="120" y="670"/>
                    <a:pt x="120" y="670"/>
                  </a:cubicBezTo>
                  <a:cubicBezTo>
                    <a:pt x="120" y="674"/>
                    <a:pt x="121" y="678"/>
                    <a:pt x="124" y="681"/>
                  </a:cubicBezTo>
                  <a:cubicBezTo>
                    <a:pt x="127" y="684"/>
                    <a:pt x="131" y="685"/>
                    <a:pt x="134" y="685"/>
                  </a:cubicBezTo>
                  <a:cubicBezTo>
                    <a:pt x="194" y="685"/>
                    <a:pt x="194" y="685"/>
                    <a:pt x="194" y="685"/>
                  </a:cubicBezTo>
                  <a:cubicBezTo>
                    <a:pt x="198" y="685"/>
                    <a:pt x="202" y="684"/>
                    <a:pt x="205" y="681"/>
                  </a:cubicBezTo>
                  <a:cubicBezTo>
                    <a:pt x="208" y="678"/>
                    <a:pt x="209" y="674"/>
                    <a:pt x="209" y="670"/>
                  </a:cubicBezTo>
                  <a:cubicBezTo>
                    <a:pt x="209" y="625"/>
                    <a:pt x="209" y="625"/>
                    <a:pt x="209" y="625"/>
                  </a:cubicBezTo>
                  <a:cubicBezTo>
                    <a:pt x="388" y="625"/>
                    <a:pt x="388" y="625"/>
                    <a:pt x="388" y="625"/>
                  </a:cubicBezTo>
                  <a:cubicBezTo>
                    <a:pt x="388" y="670"/>
                    <a:pt x="388" y="670"/>
                    <a:pt x="388" y="670"/>
                  </a:cubicBezTo>
                  <a:cubicBezTo>
                    <a:pt x="388" y="674"/>
                    <a:pt x="389" y="678"/>
                    <a:pt x="392" y="681"/>
                  </a:cubicBezTo>
                  <a:cubicBezTo>
                    <a:pt x="395" y="684"/>
                    <a:pt x="399" y="685"/>
                    <a:pt x="402" y="685"/>
                  </a:cubicBezTo>
                  <a:cubicBezTo>
                    <a:pt x="462" y="685"/>
                    <a:pt x="462" y="685"/>
                    <a:pt x="462" y="685"/>
                  </a:cubicBezTo>
                  <a:cubicBezTo>
                    <a:pt x="466" y="685"/>
                    <a:pt x="470" y="684"/>
                    <a:pt x="473" y="681"/>
                  </a:cubicBezTo>
                  <a:cubicBezTo>
                    <a:pt x="476" y="678"/>
                    <a:pt x="477" y="674"/>
                    <a:pt x="477" y="670"/>
                  </a:cubicBezTo>
                  <a:cubicBezTo>
                    <a:pt x="477" y="624"/>
                    <a:pt x="477" y="624"/>
                    <a:pt x="477" y="624"/>
                  </a:cubicBezTo>
                  <a:cubicBezTo>
                    <a:pt x="511" y="617"/>
                    <a:pt x="536" y="587"/>
                    <a:pt x="536" y="551"/>
                  </a:cubicBezTo>
                  <a:cubicBezTo>
                    <a:pt x="536" y="373"/>
                    <a:pt x="536" y="373"/>
                    <a:pt x="536" y="373"/>
                  </a:cubicBezTo>
                  <a:lnTo>
                    <a:pt x="536" y="373"/>
                  </a:lnTo>
                  <a:lnTo>
                    <a:pt x="536" y="373"/>
                  </a:lnTo>
                  <a:cubicBezTo>
                    <a:pt x="536" y="140"/>
                    <a:pt x="536" y="140"/>
                    <a:pt x="536" y="140"/>
                  </a:cubicBezTo>
                  <a:cubicBezTo>
                    <a:pt x="566" y="170"/>
                    <a:pt x="566" y="170"/>
                    <a:pt x="566" y="170"/>
                  </a:cubicBezTo>
                  <a:cubicBezTo>
                    <a:pt x="566" y="223"/>
                    <a:pt x="566" y="223"/>
                    <a:pt x="566" y="223"/>
                  </a:cubicBezTo>
                  <a:cubicBezTo>
                    <a:pt x="566" y="232"/>
                    <a:pt x="572" y="239"/>
                    <a:pt x="580" y="239"/>
                  </a:cubicBezTo>
                  <a:close/>
                  <a:moveTo>
                    <a:pt x="112" y="52"/>
                  </a:moveTo>
                  <a:lnTo>
                    <a:pt x="112" y="52"/>
                  </a:lnTo>
                  <a:cubicBezTo>
                    <a:pt x="126" y="38"/>
                    <a:pt x="144" y="29"/>
                    <a:pt x="165" y="29"/>
                  </a:cubicBezTo>
                  <a:cubicBezTo>
                    <a:pt x="432" y="29"/>
                    <a:pt x="432" y="29"/>
                    <a:pt x="432" y="29"/>
                  </a:cubicBezTo>
                  <a:cubicBezTo>
                    <a:pt x="452" y="29"/>
                    <a:pt x="472" y="38"/>
                    <a:pt x="484" y="52"/>
                  </a:cubicBezTo>
                  <a:cubicBezTo>
                    <a:pt x="498" y="66"/>
                    <a:pt x="506" y="84"/>
                    <a:pt x="506" y="105"/>
                  </a:cubicBezTo>
                  <a:lnTo>
                    <a:pt x="506" y="105"/>
                  </a:lnTo>
                  <a:cubicBezTo>
                    <a:pt x="506" y="357"/>
                    <a:pt x="506" y="357"/>
                    <a:pt x="506" y="357"/>
                  </a:cubicBezTo>
                  <a:cubicBezTo>
                    <a:pt x="505" y="357"/>
                    <a:pt x="505" y="357"/>
                    <a:pt x="505" y="357"/>
                  </a:cubicBezTo>
                  <a:cubicBezTo>
                    <a:pt x="498" y="307"/>
                    <a:pt x="455" y="268"/>
                    <a:pt x="402" y="268"/>
                  </a:cubicBezTo>
                  <a:cubicBezTo>
                    <a:pt x="350" y="268"/>
                    <a:pt x="307" y="307"/>
                    <a:pt x="300" y="357"/>
                  </a:cubicBezTo>
                  <a:cubicBezTo>
                    <a:pt x="89" y="357"/>
                    <a:pt x="89" y="357"/>
                    <a:pt x="89" y="357"/>
                  </a:cubicBezTo>
                  <a:cubicBezTo>
                    <a:pt x="89" y="105"/>
                    <a:pt x="89" y="105"/>
                    <a:pt x="89" y="105"/>
                  </a:cubicBezTo>
                  <a:lnTo>
                    <a:pt x="89" y="105"/>
                  </a:lnTo>
                  <a:cubicBezTo>
                    <a:pt x="89" y="84"/>
                    <a:pt x="98" y="66"/>
                    <a:pt x="112" y="52"/>
                  </a:cubicBezTo>
                  <a:close/>
                  <a:moveTo>
                    <a:pt x="476" y="357"/>
                  </a:moveTo>
                  <a:lnTo>
                    <a:pt x="476" y="357"/>
                  </a:lnTo>
                  <a:cubicBezTo>
                    <a:pt x="329" y="357"/>
                    <a:pt x="329" y="357"/>
                    <a:pt x="329" y="357"/>
                  </a:cubicBezTo>
                  <a:cubicBezTo>
                    <a:pt x="332" y="343"/>
                    <a:pt x="339" y="329"/>
                    <a:pt x="350" y="320"/>
                  </a:cubicBezTo>
                  <a:cubicBezTo>
                    <a:pt x="363" y="306"/>
                    <a:pt x="382" y="297"/>
                    <a:pt x="402" y="297"/>
                  </a:cubicBezTo>
                  <a:cubicBezTo>
                    <a:pt x="423" y="297"/>
                    <a:pt x="441" y="306"/>
                    <a:pt x="455" y="320"/>
                  </a:cubicBezTo>
                  <a:cubicBezTo>
                    <a:pt x="465" y="329"/>
                    <a:pt x="473" y="343"/>
                    <a:pt x="476" y="357"/>
                  </a:cubicBezTo>
                  <a:close/>
                  <a:moveTo>
                    <a:pt x="149" y="654"/>
                  </a:moveTo>
                  <a:lnTo>
                    <a:pt x="149" y="654"/>
                  </a:lnTo>
                  <a:cubicBezTo>
                    <a:pt x="149" y="625"/>
                    <a:pt x="149" y="625"/>
                    <a:pt x="149" y="625"/>
                  </a:cubicBezTo>
                  <a:cubicBezTo>
                    <a:pt x="179" y="625"/>
                    <a:pt x="179" y="625"/>
                    <a:pt x="179" y="625"/>
                  </a:cubicBezTo>
                  <a:cubicBezTo>
                    <a:pt x="179" y="654"/>
                    <a:pt x="179" y="654"/>
                    <a:pt x="179" y="654"/>
                  </a:cubicBezTo>
                  <a:lnTo>
                    <a:pt x="149" y="654"/>
                  </a:lnTo>
                  <a:close/>
                  <a:moveTo>
                    <a:pt x="417" y="625"/>
                  </a:moveTo>
                  <a:lnTo>
                    <a:pt x="417" y="625"/>
                  </a:lnTo>
                  <a:cubicBezTo>
                    <a:pt x="446" y="625"/>
                    <a:pt x="446" y="625"/>
                    <a:pt x="446" y="625"/>
                  </a:cubicBezTo>
                  <a:cubicBezTo>
                    <a:pt x="446" y="654"/>
                    <a:pt x="446" y="654"/>
                    <a:pt x="446" y="654"/>
                  </a:cubicBezTo>
                  <a:cubicBezTo>
                    <a:pt x="417" y="654"/>
                    <a:pt x="417" y="654"/>
                    <a:pt x="417" y="654"/>
                  </a:cubicBezTo>
                  <a:lnTo>
                    <a:pt x="417" y="625"/>
                  </a:lnTo>
                  <a:close/>
                  <a:moveTo>
                    <a:pt x="462" y="596"/>
                  </a:moveTo>
                  <a:lnTo>
                    <a:pt x="462" y="596"/>
                  </a:lnTo>
                  <a:cubicBezTo>
                    <a:pt x="402" y="596"/>
                    <a:pt x="402" y="596"/>
                    <a:pt x="402" y="596"/>
                  </a:cubicBezTo>
                  <a:cubicBezTo>
                    <a:pt x="194" y="596"/>
                    <a:pt x="194" y="596"/>
                    <a:pt x="194" y="596"/>
                  </a:cubicBezTo>
                  <a:cubicBezTo>
                    <a:pt x="134" y="596"/>
                    <a:pt x="134" y="596"/>
                    <a:pt x="134" y="596"/>
                  </a:cubicBezTo>
                  <a:cubicBezTo>
                    <a:pt x="110" y="596"/>
                    <a:pt x="89" y="575"/>
                    <a:pt x="89" y="551"/>
                  </a:cubicBezTo>
                  <a:cubicBezTo>
                    <a:pt x="89" y="387"/>
                    <a:pt x="89" y="387"/>
                    <a:pt x="89" y="387"/>
                  </a:cubicBezTo>
                  <a:cubicBezTo>
                    <a:pt x="506" y="387"/>
                    <a:pt x="506" y="387"/>
                    <a:pt x="506" y="387"/>
                  </a:cubicBezTo>
                  <a:cubicBezTo>
                    <a:pt x="506" y="551"/>
                    <a:pt x="506" y="551"/>
                    <a:pt x="506" y="551"/>
                  </a:cubicBezTo>
                  <a:cubicBezTo>
                    <a:pt x="506" y="575"/>
                    <a:pt x="487" y="596"/>
                    <a:pt x="46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 name="Freeform 45">
              <a:extLst>
                <a:ext uri="{FF2B5EF4-FFF2-40B4-BE49-F238E27FC236}">
                  <a16:creationId xmlns:a16="http://schemas.microsoft.com/office/drawing/2014/main" id="{32E3251A-6775-7C89-0DCA-AEEF50D63B33}"/>
                </a:ext>
              </a:extLst>
            </p:cNvPr>
            <p:cNvSpPr>
              <a:spLocks noChangeArrowheads="1"/>
            </p:cNvSpPr>
            <p:nvPr/>
          </p:nvSpPr>
          <p:spPr bwMode="auto">
            <a:xfrm>
              <a:off x="9240838" y="1533525"/>
              <a:ext cx="22225" cy="22225"/>
            </a:xfrm>
            <a:custGeom>
              <a:avLst/>
              <a:gdLst>
                <a:gd name="T0" fmla="*/ 31 w 61"/>
                <a:gd name="T1" fmla="*/ 0 h 61"/>
                <a:gd name="T2" fmla="*/ 31 w 61"/>
                <a:gd name="T3" fmla="*/ 0 h 61"/>
                <a:gd name="T4" fmla="*/ 0 w 61"/>
                <a:gd name="T5" fmla="*/ 29 h 61"/>
                <a:gd name="T6" fmla="*/ 31 w 61"/>
                <a:gd name="T7" fmla="*/ 60 h 61"/>
                <a:gd name="T8" fmla="*/ 60 w 61"/>
                <a:gd name="T9" fmla="*/ 29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29"/>
                  </a:cubicBezTo>
                  <a:cubicBezTo>
                    <a:pt x="0" y="46"/>
                    <a:pt x="14" y="60"/>
                    <a:pt x="31" y="60"/>
                  </a:cubicBezTo>
                  <a:cubicBezTo>
                    <a:pt x="46" y="60"/>
                    <a:pt x="60" y="46"/>
                    <a:pt x="60" y="29"/>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 name="Freeform 46">
              <a:extLst>
                <a:ext uri="{FF2B5EF4-FFF2-40B4-BE49-F238E27FC236}">
                  <a16:creationId xmlns:a16="http://schemas.microsoft.com/office/drawing/2014/main" id="{D2C698D9-0966-2B2A-1010-B0FE1E728BF8}"/>
                </a:ext>
              </a:extLst>
            </p:cNvPr>
            <p:cNvSpPr>
              <a:spLocks noChangeArrowheads="1"/>
            </p:cNvSpPr>
            <p:nvPr/>
          </p:nvSpPr>
          <p:spPr bwMode="auto">
            <a:xfrm>
              <a:off x="9336088" y="1533525"/>
              <a:ext cx="22225" cy="22225"/>
            </a:xfrm>
            <a:custGeom>
              <a:avLst/>
              <a:gdLst>
                <a:gd name="T0" fmla="*/ 30 w 61"/>
                <a:gd name="T1" fmla="*/ 0 h 61"/>
                <a:gd name="T2" fmla="*/ 30 w 61"/>
                <a:gd name="T3" fmla="*/ 0 h 61"/>
                <a:gd name="T4" fmla="*/ 0 w 61"/>
                <a:gd name="T5" fmla="*/ 29 h 61"/>
                <a:gd name="T6" fmla="*/ 30 w 61"/>
                <a:gd name="T7" fmla="*/ 60 h 61"/>
                <a:gd name="T8" fmla="*/ 60 w 61"/>
                <a:gd name="T9" fmla="*/ 29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29"/>
                  </a:cubicBezTo>
                  <a:cubicBezTo>
                    <a:pt x="0" y="46"/>
                    <a:pt x="14" y="60"/>
                    <a:pt x="30" y="60"/>
                  </a:cubicBezTo>
                  <a:cubicBezTo>
                    <a:pt x="46" y="60"/>
                    <a:pt x="60" y="46"/>
                    <a:pt x="60" y="29"/>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 name="Group 62">
            <a:extLst>
              <a:ext uri="{FF2B5EF4-FFF2-40B4-BE49-F238E27FC236}">
                <a16:creationId xmlns:a16="http://schemas.microsoft.com/office/drawing/2014/main" id="{9B54C1EE-2145-40CA-C529-C82CF88639AE}"/>
              </a:ext>
            </a:extLst>
          </p:cNvPr>
          <p:cNvGrpSpPr/>
          <p:nvPr/>
        </p:nvGrpSpPr>
        <p:grpSpPr>
          <a:xfrm>
            <a:off x="10713119" y="1569145"/>
            <a:ext cx="422275" cy="163512"/>
            <a:chOff x="9685338" y="1884363"/>
            <a:chExt cx="422275" cy="163512"/>
          </a:xfrm>
          <a:solidFill>
            <a:schemeClr val="accent4"/>
          </a:solidFill>
        </p:grpSpPr>
        <p:sp>
          <p:nvSpPr>
            <p:cNvPr id="60" name="Freeform 47">
              <a:extLst>
                <a:ext uri="{FF2B5EF4-FFF2-40B4-BE49-F238E27FC236}">
                  <a16:creationId xmlns:a16="http://schemas.microsoft.com/office/drawing/2014/main" id="{B6CFCAB9-8EED-AE7B-8752-83E553DA1F3E}"/>
                </a:ext>
              </a:extLst>
            </p:cNvPr>
            <p:cNvSpPr>
              <a:spLocks noChangeArrowheads="1"/>
            </p:cNvSpPr>
            <p:nvPr/>
          </p:nvSpPr>
          <p:spPr bwMode="auto">
            <a:xfrm>
              <a:off x="9685338" y="1884363"/>
              <a:ext cx="422275" cy="163512"/>
            </a:xfrm>
            <a:custGeom>
              <a:avLst/>
              <a:gdLst>
                <a:gd name="T0" fmla="*/ 1160 w 1175"/>
                <a:gd name="T1" fmla="*/ 223 h 454"/>
                <a:gd name="T2" fmla="*/ 697 w 1175"/>
                <a:gd name="T3" fmla="*/ 224 h 454"/>
                <a:gd name="T4" fmla="*/ 619 w 1175"/>
                <a:gd name="T5" fmla="*/ 153 h 454"/>
                <a:gd name="T6" fmla="*/ 726 w 1175"/>
                <a:gd name="T7" fmla="*/ 139 h 454"/>
                <a:gd name="T8" fmla="*/ 602 w 1175"/>
                <a:gd name="T9" fmla="*/ 124 h 454"/>
                <a:gd name="T10" fmla="*/ 587 w 1175"/>
                <a:gd name="T11" fmla="*/ 0 h 454"/>
                <a:gd name="T12" fmla="*/ 571 w 1175"/>
                <a:gd name="T13" fmla="*/ 124 h 454"/>
                <a:gd name="T14" fmla="*/ 447 w 1175"/>
                <a:gd name="T15" fmla="*/ 139 h 454"/>
                <a:gd name="T16" fmla="*/ 555 w 1175"/>
                <a:gd name="T17" fmla="*/ 153 h 454"/>
                <a:gd name="T18" fmla="*/ 488 w 1175"/>
                <a:gd name="T19" fmla="*/ 206 h 454"/>
                <a:gd name="T20" fmla="*/ 475 w 1175"/>
                <a:gd name="T21" fmla="*/ 223 h 454"/>
                <a:gd name="T22" fmla="*/ 0 w 1175"/>
                <a:gd name="T23" fmla="*/ 238 h 454"/>
                <a:gd name="T24" fmla="*/ 234 w 1175"/>
                <a:gd name="T25" fmla="*/ 254 h 454"/>
                <a:gd name="T26" fmla="*/ 263 w 1175"/>
                <a:gd name="T27" fmla="*/ 428 h 454"/>
                <a:gd name="T28" fmla="*/ 293 w 1175"/>
                <a:gd name="T29" fmla="*/ 254 h 454"/>
                <a:gd name="T30" fmla="*/ 445 w 1175"/>
                <a:gd name="T31" fmla="*/ 280 h 454"/>
                <a:gd name="T32" fmla="*/ 461 w 1175"/>
                <a:gd name="T33" fmla="*/ 418 h 454"/>
                <a:gd name="T34" fmla="*/ 630 w 1175"/>
                <a:gd name="T35" fmla="*/ 453 h 454"/>
                <a:gd name="T36" fmla="*/ 744 w 1175"/>
                <a:gd name="T37" fmla="*/ 337 h 454"/>
                <a:gd name="T38" fmla="*/ 714 w 1175"/>
                <a:gd name="T39" fmla="*/ 254 h 454"/>
                <a:gd name="T40" fmla="*/ 821 w 1175"/>
                <a:gd name="T41" fmla="*/ 339 h 454"/>
                <a:gd name="T42" fmla="*/ 1000 w 1175"/>
                <a:gd name="T43" fmla="*/ 339 h 454"/>
                <a:gd name="T44" fmla="*/ 1160 w 1175"/>
                <a:gd name="T45" fmla="*/ 254 h 454"/>
                <a:gd name="T46" fmla="*/ 1160 w 1175"/>
                <a:gd name="T47" fmla="*/ 223 h 454"/>
                <a:gd name="T48" fmla="*/ 323 w 1175"/>
                <a:gd name="T49" fmla="*/ 339 h 454"/>
                <a:gd name="T50" fmla="*/ 263 w 1175"/>
                <a:gd name="T51" fmla="*/ 397 h 454"/>
                <a:gd name="T52" fmla="*/ 203 w 1175"/>
                <a:gd name="T53" fmla="*/ 339 h 454"/>
                <a:gd name="T54" fmla="*/ 263 w 1175"/>
                <a:gd name="T55" fmla="*/ 279 h 454"/>
                <a:gd name="T56" fmla="*/ 323 w 1175"/>
                <a:gd name="T57" fmla="*/ 339 h 454"/>
                <a:gd name="T58" fmla="*/ 691 w 1175"/>
                <a:gd name="T59" fmla="*/ 397 h 454"/>
                <a:gd name="T60" fmla="*/ 544 w 1175"/>
                <a:gd name="T61" fmla="*/ 422 h 454"/>
                <a:gd name="T62" fmla="*/ 458 w 1175"/>
                <a:gd name="T63" fmla="*/ 337 h 454"/>
                <a:gd name="T64" fmla="*/ 513 w 1175"/>
                <a:gd name="T65" fmla="*/ 222 h 454"/>
                <a:gd name="T66" fmla="*/ 513 w 1175"/>
                <a:gd name="T67" fmla="*/ 222 h 454"/>
                <a:gd name="T68" fmla="*/ 661 w 1175"/>
                <a:gd name="T69" fmla="*/ 222 h 454"/>
                <a:gd name="T70" fmla="*/ 715 w 1175"/>
                <a:gd name="T71" fmla="*/ 337 h 454"/>
                <a:gd name="T72" fmla="*/ 970 w 1175"/>
                <a:gd name="T73" fmla="*/ 339 h 454"/>
                <a:gd name="T74" fmla="*/ 952 w 1175"/>
                <a:gd name="T75" fmla="*/ 381 h 454"/>
                <a:gd name="T76" fmla="*/ 869 w 1175"/>
                <a:gd name="T77" fmla="*/ 381 h 454"/>
                <a:gd name="T78" fmla="*/ 869 w 1175"/>
                <a:gd name="T79" fmla="*/ 296 h 454"/>
                <a:gd name="T80" fmla="*/ 952 w 1175"/>
                <a:gd name="T81" fmla="*/ 296 h 4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175" h="454">
                  <a:moveTo>
                    <a:pt x="1160" y="223"/>
                  </a:moveTo>
                  <a:lnTo>
                    <a:pt x="1160" y="223"/>
                  </a:lnTo>
                  <a:cubicBezTo>
                    <a:pt x="698" y="223"/>
                    <a:pt x="698" y="223"/>
                    <a:pt x="698" y="223"/>
                  </a:cubicBezTo>
                  <a:lnTo>
                    <a:pt x="697" y="224"/>
                  </a:lnTo>
                  <a:cubicBezTo>
                    <a:pt x="686" y="206"/>
                    <a:pt x="686" y="206"/>
                    <a:pt x="686" y="206"/>
                  </a:cubicBezTo>
                  <a:cubicBezTo>
                    <a:pt x="670" y="178"/>
                    <a:pt x="645" y="162"/>
                    <a:pt x="619" y="153"/>
                  </a:cubicBezTo>
                  <a:cubicBezTo>
                    <a:pt x="711" y="153"/>
                    <a:pt x="711" y="153"/>
                    <a:pt x="711" y="153"/>
                  </a:cubicBezTo>
                  <a:cubicBezTo>
                    <a:pt x="719" y="153"/>
                    <a:pt x="726" y="148"/>
                    <a:pt x="726" y="139"/>
                  </a:cubicBezTo>
                  <a:cubicBezTo>
                    <a:pt x="726" y="131"/>
                    <a:pt x="719" y="124"/>
                    <a:pt x="711" y="124"/>
                  </a:cubicBezTo>
                  <a:cubicBezTo>
                    <a:pt x="602" y="124"/>
                    <a:pt x="602" y="124"/>
                    <a:pt x="602" y="124"/>
                  </a:cubicBezTo>
                  <a:cubicBezTo>
                    <a:pt x="602" y="15"/>
                    <a:pt x="602" y="15"/>
                    <a:pt x="602" y="15"/>
                  </a:cubicBezTo>
                  <a:cubicBezTo>
                    <a:pt x="602" y="7"/>
                    <a:pt x="595" y="0"/>
                    <a:pt x="587" y="0"/>
                  </a:cubicBezTo>
                  <a:cubicBezTo>
                    <a:pt x="578" y="0"/>
                    <a:pt x="571" y="7"/>
                    <a:pt x="571" y="15"/>
                  </a:cubicBezTo>
                  <a:cubicBezTo>
                    <a:pt x="571" y="124"/>
                    <a:pt x="571" y="124"/>
                    <a:pt x="571" y="124"/>
                  </a:cubicBezTo>
                  <a:cubicBezTo>
                    <a:pt x="463" y="124"/>
                    <a:pt x="463" y="124"/>
                    <a:pt x="463" y="124"/>
                  </a:cubicBezTo>
                  <a:cubicBezTo>
                    <a:pt x="454" y="124"/>
                    <a:pt x="447" y="131"/>
                    <a:pt x="447" y="139"/>
                  </a:cubicBezTo>
                  <a:cubicBezTo>
                    <a:pt x="447" y="148"/>
                    <a:pt x="454" y="153"/>
                    <a:pt x="463" y="153"/>
                  </a:cubicBezTo>
                  <a:cubicBezTo>
                    <a:pt x="555" y="153"/>
                    <a:pt x="555" y="153"/>
                    <a:pt x="555" y="153"/>
                  </a:cubicBezTo>
                  <a:cubicBezTo>
                    <a:pt x="528" y="162"/>
                    <a:pt x="503" y="178"/>
                    <a:pt x="488" y="206"/>
                  </a:cubicBezTo>
                  <a:lnTo>
                    <a:pt x="488" y="206"/>
                  </a:lnTo>
                  <a:cubicBezTo>
                    <a:pt x="478" y="224"/>
                    <a:pt x="478" y="224"/>
                    <a:pt x="478" y="224"/>
                  </a:cubicBezTo>
                  <a:cubicBezTo>
                    <a:pt x="477" y="224"/>
                    <a:pt x="475" y="223"/>
                    <a:pt x="475" y="223"/>
                  </a:cubicBezTo>
                  <a:cubicBezTo>
                    <a:pt x="14" y="223"/>
                    <a:pt x="14" y="223"/>
                    <a:pt x="14" y="223"/>
                  </a:cubicBezTo>
                  <a:cubicBezTo>
                    <a:pt x="5" y="223"/>
                    <a:pt x="0" y="230"/>
                    <a:pt x="0" y="238"/>
                  </a:cubicBezTo>
                  <a:cubicBezTo>
                    <a:pt x="0" y="247"/>
                    <a:pt x="5" y="254"/>
                    <a:pt x="14" y="254"/>
                  </a:cubicBezTo>
                  <a:cubicBezTo>
                    <a:pt x="234" y="254"/>
                    <a:pt x="234" y="254"/>
                    <a:pt x="234" y="254"/>
                  </a:cubicBezTo>
                  <a:cubicBezTo>
                    <a:pt x="199" y="265"/>
                    <a:pt x="174" y="298"/>
                    <a:pt x="174" y="339"/>
                  </a:cubicBezTo>
                  <a:cubicBezTo>
                    <a:pt x="174" y="388"/>
                    <a:pt x="213" y="428"/>
                    <a:pt x="263" y="428"/>
                  </a:cubicBezTo>
                  <a:cubicBezTo>
                    <a:pt x="312" y="428"/>
                    <a:pt x="352" y="388"/>
                    <a:pt x="352" y="339"/>
                  </a:cubicBezTo>
                  <a:cubicBezTo>
                    <a:pt x="352" y="298"/>
                    <a:pt x="327" y="265"/>
                    <a:pt x="293" y="254"/>
                  </a:cubicBezTo>
                  <a:cubicBezTo>
                    <a:pt x="460" y="254"/>
                    <a:pt x="460" y="254"/>
                    <a:pt x="460" y="254"/>
                  </a:cubicBezTo>
                  <a:cubicBezTo>
                    <a:pt x="445" y="280"/>
                    <a:pt x="445" y="280"/>
                    <a:pt x="445" y="280"/>
                  </a:cubicBezTo>
                  <a:cubicBezTo>
                    <a:pt x="433" y="300"/>
                    <a:pt x="429" y="319"/>
                    <a:pt x="429" y="337"/>
                  </a:cubicBezTo>
                  <a:cubicBezTo>
                    <a:pt x="429" y="368"/>
                    <a:pt x="440" y="396"/>
                    <a:pt x="461" y="418"/>
                  </a:cubicBezTo>
                  <a:cubicBezTo>
                    <a:pt x="482" y="439"/>
                    <a:pt x="510" y="453"/>
                    <a:pt x="544" y="453"/>
                  </a:cubicBezTo>
                  <a:cubicBezTo>
                    <a:pt x="630" y="453"/>
                    <a:pt x="630" y="453"/>
                    <a:pt x="630" y="453"/>
                  </a:cubicBezTo>
                  <a:cubicBezTo>
                    <a:pt x="663" y="453"/>
                    <a:pt x="693" y="439"/>
                    <a:pt x="712" y="418"/>
                  </a:cubicBezTo>
                  <a:cubicBezTo>
                    <a:pt x="733" y="396"/>
                    <a:pt x="744" y="368"/>
                    <a:pt x="744" y="337"/>
                  </a:cubicBezTo>
                  <a:cubicBezTo>
                    <a:pt x="744" y="319"/>
                    <a:pt x="740" y="300"/>
                    <a:pt x="729" y="280"/>
                  </a:cubicBezTo>
                  <a:cubicBezTo>
                    <a:pt x="714" y="254"/>
                    <a:pt x="714" y="254"/>
                    <a:pt x="714" y="254"/>
                  </a:cubicBezTo>
                  <a:cubicBezTo>
                    <a:pt x="881" y="254"/>
                    <a:pt x="881" y="254"/>
                    <a:pt x="881" y="254"/>
                  </a:cubicBezTo>
                  <a:cubicBezTo>
                    <a:pt x="846" y="265"/>
                    <a:pt x="821" y="298"/>
                    <a:pt x="821" y="339"/>
                  </a:cubicBezTo>
                  <a:cubicBezTo>
                    <a:pt x="821" y="388"/>
                    <a:pt x="862" y="428"/>
                    <a:pt x="910" y="428"/>
                  </a:cubicBezTo>
                  <a:cubicBezTo>
                    <a:pt x="961" y="428"/>
                    <a:pt x="1000" y="388"/>
                    <a:pt x="1000" y="339"/>
                  </a:cubicBezTo>
                  <a:cubicBezTo>
                    <a:pt x="1000" y="298"/>
                    <a:pt x="975" y="265"/>
                    <a:pt x="940" y="254"/>
                  </a:cubicBezTo>
                  <a:cubicBezTo>
                    <a:pt x="1160" y="254"/>
                    <a:pt x="1160" y="254"/>
                    <a:pt x="1160" y="254"/>
                  </a:cubicBezTo>
                  <a:cubicBezTo>
                    <a:pt x="1168" y="254"/>
                    <a:pt x="1174" y="247"/>
                    <a:pt x="1174" y="238"/>
                  </a:cubicBezTo>
                  <a:cubicBezTo>
                    <a:pt x="1174" y="230"/>
                    <a:pt x="1168" y="223"/>
                    <a:pt x="1160" y="223"/>
                  </a:cubicBezTo>
                  <a:close/>
                  <a:moveTo>
                    <a:pt x="323" y="339"/>
                  </a:moveTo>
                  <a:lnTo>
                    <a:pt x="323" y="339"/>
                  </a:lnTo>
                  <a:cubicBezTo>
                    <a:pt x="323" y="354"/>
                    <a:pt x="316" y="369"/>
                    <a:pt x="305" y="381"/>
                  </a:cubicBezTo>
                  <a:cubicBezTo>
                    <a:pt x="294" y="392"/>
                    <a:pt x="280" y="397"/>
                    <a:pt x="263" y="397"/>
                  </a:cubicBezTo>
                  <a:cubicBezTo>
                    <a:pt x="246" y="397"/>
                    <a:pt x="231" y="392"/>
                    <a:pt x="221" y="381"/>
                  </a:cubicBezTo>
                  <a:cubicBezTo>
                    <a:pt x="210" y="369"/>
                    <a:pt x="203" y="354"/>
                    <a:pt x="203" y="339"/>
                  </a:cubicBezTo>
                  <a:cubicBezTo>
                    <a:pt x="203" y="322"/>
                    <a:pt x="210" y="307"/>
                    <a:pt x="221" y="296"/>
                  </a:cubicBezTo>
                  <a:cubicBezTo>
                    <a:pt x="231" y="284"/>
                    <a:pt x="246" y="279"/>
                    <a:pt x="263" y="279"/>
                  </a:cubicBezTo>
                  <a:cubicBezTo>
                    <a:pt x="280" y="279"/>
                    <a:pt x="294" y="284"/>
                    <a:pt x="305" y="296"/>
                  </a:cubicBezTo>
                  <a:cubicBezTo>
                    <a:pt x="316" y="307"/>
                    <a:pt x="323" y="322"/>
                    <a:pt x="323" y="339"/>
                  </a:cubicBezTo>
                  <a:close/>
                  <a:moveTo>
                    <a:pt x="691" y="397"/>
                  </a:moveTo>
                  <a:lnTo>
                    <a:pt x="691" y="397"/>
                  </a:lnTo>
                  <a:cubicBezTo>
                    <a:pt x="676" y="413"/>
                    <a:pt x="655" y="422"/>
                    <a:pt x="630" y="422"/>
                  </a:cubicBezTo>
                  <a:cubicBezTo>
                    <a:pt x="544" y="422"/>
                    <a:pt x="544" y="422"/>
                    <a:pt x="544" y="422"/>
                  </a:cubicBezTo>
                  <a:cubicBezTo>
                    <a:pt x="518" y="422"/>
                    <a:pt x="498" y="413"/>
                    <a:pt x="482" y="397"/>
                  </a:cubicBezTo>
                  <a:cubicBezTo>
                    <a:pt x="468" y="382"/>
                    <a:pt x="458" y="360"/>
                    <a:pt x="458" y="337"/>
                  </a:cubicBezTo>
                  <a:cubicBezTo>
                    <a:pt x="458" y="323"/>
                    <a:pt x="463" y="310"/>
                    <a:pt x="470" y="296"/>
                  </a:cubicBezTo>
                  <a:cubicBezTo>
                    <a:pt x="513" y="222"/>
                    <a:pt x="513" y="222"/>
                    <a:pt x="513" y="222"/>
                  </a:cubicBezTo>
                  <a:cubicBezTo>
                    <a:pt x="500" y="213"/>
                    <a:pt x="500" y="213"/>
                    <a:pt x="500" y="213"/>
                  </a:cubicBezTo>
                  <a:cubicBezTo>
                    <a:pt x="513" y="222"/>
                    <a:pt x="513" y="222"/>
                    <a:pt x="513" y="222"/>
                  </a:cubicBezTo>
                  <a:cubicBezTo>
                    <a:pt x="530" y="192"/>
                    <a:pt x="558" y="178"/>
                    <a:pt x="587" y="178"/>
                  </a:cubicBezTo>
                  <a:cubicBezTo>
                    <a:pt x="616" y="178"/>
                    <a:pt x="644" y="192"/>
                    <a:pt x="661" y="222"/>
                  </a:cubicBezTo>
                  <a:cubicBezTo>
                    <a:pt x="704" y="296"/>
                    <a:pt x="704" y="296"/>
                    <a:pt x="704" y="296"/>
                  </a:cubicBezTo>
                  <a:cubicBezTo>
                    <a:pt x="711" y="310"/>
                    <a:pt x="715" y="323"/>
                    <a:pt x="715" y="337"/>
                  </a:cubicBezTo>
                  <a:cubicBezTo>
                    <a:pt x="715" y="360"/>
                    <a:pt x="705" y="382"/>
                    <a:pt x="691" y="397"/>
                  </a:cubicBezTo>
                  <a:close/>
                  <a:moveTo>
                    <a:pt x="970" y="339"/>
                  </a:moveTo>
                  <a:lnTo>
                    <a:pt x="970" y="339"/>
                  </a:lnTo>
                  <a:cubicBezTo>
                    <a:pt x="970" y="354"/>
                    <a:pt x="963" y="369"/>
                    <a:pt x="952" y="381"/>
                  </a:cubicBezTo>
                  <a:cubicBezTo>
                    <a:pt x="942" y="392"/>
                    <a:pt x="927" y="397"/>
                    <a:pt x="910" y="397"/>
                  </a:cubicBezTo>
                  <a:cubicBezTo>
                    <a:pt x="894" y="397"/>
                    <a:pt x="880" y="392"/>
                    <a:pt x="869" y="381"/>
                  </a:cubicBezTo>
                  <a:cubicBezTo>
                    <a:pt x="857" y="369"/>
                    <a:pt x="850" y="354"/>
                    <a:pt x="850" y="339"/>
                  </a:cubicBezTo>
                  <a:cubicBezTo>
                    <a:pt x="850" y="322"/>
                    <a:pt x="857" y="307"/>
                    <a:pt x="869" y="296"/>
                  </a:cubicBezTo>
                  <a:cubicBezTo>
                    <a:pt x="880" y="284"/>
                    <a:pt x="894" y="279"/>
                    <a:pt x="910" y="279"/>
                  </a:cubicBezTo>
                  <a:cubicBezTo>
                    <a:pt x="927" y="279"/>
                    <a:pt x="942" y="284"/>
                    <a:pt x="952" y="296"/>
                  </a:cubicBezTo>
                  <a:cubicBezTo>
                    <a:pt x="963" y="307"/>
                    <a:pt x="970" y="322"/>
                    <a:pt x="970"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72F130B7-1AE4-A8CE-B99B-FDD7C7358C9D}"/>
                </a:ext>
              </a:extLst>
            </p:cNvPr>
            <p:cNvSpPr>
              <a:spLocks noChangeArrowheads="1"/>
            </p:cNvSpPr>
            <p:nvPr/>
          </p:nvSpPr>
          <p:spPr bwMode="auto">
            <a:xfrm>
              <a:off x="9872663" y="1970088"/>
              <a:ext cx="47625" cy="19050"/>
            </a:xfrm>
            <a:custGeom>
              <a:avLst/>
              <a:gdLst>
                <a:gd name="T0" fmla="*/ 105 w 134"/>
                <a:gd name="T1" fmla="*/ 7 h 51"/>
                <a:gd name="T2" fmla="*/ 105 w 134"/>
                <a:gd name="T3" fmla="*/ 7 h 51"/>
                <a:gd name="T4" fmla="*/ 105 w 134"/>
                <a:gd name="T5" fmla="*/ 7 h 51"/>
                <a:gd name="T6" fmla="*/ 66 w 134"/>
                <a:gd name="T7" fmla="*/ 21 h 51"/>
                <a:gd name="T8" fmla="*/ 27 w 134"/>
                <a:gd name="T9" fmla="*/ 7 h 51"/>
                <a:gd name="T10" fmla="*/ 6 w 134"/>
                <a:gd name="T11" fmla="*/ 7 h 51"/>
                <a:gd name="T12" fmla="*/ 6 w 134"/>
                <a:gd name="T13" fmla="*/ 28 h 51"/>
                <a:gd name="T14" fmla="*/ 66 w 134"/>
                <a:gd name="T15" fmla="*/ 50 h 51"/>
                <a:gd name="T16" fmla="*/ 127 w 134"/>
                <a:gd name="T17" fmla="*/ 26 h 51"/>
                <a:gd name="T18" fmla="*/ 126 w 134"/>
                <a:gd name="T19" fmla="*/ 5 h 51"/>
                <a:gd name="T20" fmla="*/ 105 w 134"/>
                <a:gd name="T21" fmla="*/ 7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51">
                  <a:moveTo>
                    <a:pt x="105" y="7"/>
                  </a:moveTo>
                  <a:lnTo>
                    <a:pt x="105" y="7"/>
                  </a:lnTo>
                  <a:lnTo>
                    <a:pt x="105" y="7"/>
                  </a:lnTo>
                  <a:cubicBezTo>
                    <a:pt x="96" y="15"/>
                    <a:pt x="83" y="21"/>
                    <a:pt x="66" y="21"/>
                  </a:cubicBezTo>
                  <a:cubicBezTo>
                    <a:pt x="50" y="21"/>
                    <a:pt x="35" y="15"/>
                    <a:pt x="27" y="7"/>
                  </a:cubicBezTo>
                  <a:cubicBezTo>
                    <a:pt x="21" y="0"/>
                    <a:pt x="11" y="0"/>
                    <a:pt x="6" y="7"/>
                  </a:cubicBezTo>
                  <a:cubicBezTo>
                    <a:pt x="0" y="12"/>
                    <a:pt x="0" y="22"/>
                    <a:pt x="6" y="28"/>
                  </a:cubicBezTo>
                  <a:cubicBezTo>
                    <a:pt x="21" y="43"/>
                    <a:pt x="45" y="50"/>
                    <a:pt x="66" y="50"/>
                  </a:cubicBezTo>
                  <a:cubicBezTo>
                    <a:pt x="88" y="50"/>
                    <a:pt x="110" y="43"/>
                    <a:pt x="127" y="26"/>
                  </a:cubicBezTo>
                  <a:cubicBezTo>
                    <a:pt x="133" y="21"/>
                    <a:pt x="131" y="11"/>
                    <a:pt x="126" y="5"/>
                  </a:cubicBezTo>
                  <a:cubicBezTo>
                    <a:pt x="120" y="0"/>
                    <a:pt x="110" y="1"/>
                    <a:pt x="105"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 name="Group 65">
            <a:extLst>
              <a:ext uri="{FF2B5EF4-FFF2-40B4-BE49-F238E27FC236}">
                <a16:creationId xmlns:a16="http://schemas.microsoft.com/office/drawing/2014/main" id="{1E76EE10-7A7C-16E6-E286-71631C3B6C4F}"/>
              </a:ext>
            </a:extLst>
          </p:cNvPr>
          <p:cNvGrpSpPr/>
          <p:nvPr/>
        </p:nvGrpSpPr>
        <p:grpSpPr>
          <a:xfrm>
            <a:off x="8709694" y="2035076"/>
            <a:ext cx="258762" cy="257175"/>
            <a:chOff x="7681913" y="2359025"/>
            <a:chExt cx="258762" cy="257175"/>
          </a:xfrm>
          <a:solidFill>
            <a:schemeClr val="accent4"/>
          </a:solidFill>
        </p:grpSpPr>
        <p:sp>
          <p:nvSpPr>
            <p:cNvPr id="63" name="Freeform 49">
              <a:extLst>
                <a:ext uri="{FF2B5EF4-FFF2-40B4-BE49-F238E27FC236}">
                  <a16:creationId xmlns:a16="http://schemas.microsoft.com/office/drawing/2014/main" id="{8DA200E9-08BA-1F34-79C2-474D72964A65}"/>
                </a:ext>
              </a:extLst>
            </p:cNvPr>
            <p:cNvSpPr>
              <a:spLocks noChangeArrowheads="1"/>
            </p:cNvSpPr>
            <p:nvPr/>
          </p:nvSpPr>
          <p:spPr bwMode="auto">
            <a:xfrm>
              <a:off x="7681913" y="2359025"/>
              <a:ext cx="258762" cy="257175"/>
            </a:xfrm>
            <a:custGeom>
              <a:avLst/>
              <a:gdLst>
                <a:gd name="T0" fmla="*/ 550 w 717"/>
                <a:gd name="T1" fmla="*/ 689 h 715"/>
                <a:gd name="T2" fmla="*/ 550 w 717"/>
                <a:gd name="T3" fmla="*/ 689 h 715"/>
                <a:gd name="T4" fmla="*/ 665 w 717"/>
                <a:gd name="T5" fmla="*/ 608 h 715"/>
                <a:gd name="T6" fmla="*/ 711 w 717"/>
                <a:gd name="T7" fmla="*/ 559 h 715"/>
                <a:gd name="T8" fmla="*/ 713 w 717"/>
                <a:gd name="T9" fmla="*/ 544 h 715"/>
                <a:gd name="T10" fmla="*/ 700 w 717"/>
                <a:gd name="T11" fmla="*/ 536 h 715"/>
                <a:gd name="T12" fmla="*/ 328 w 717"/>
                <a:gd name="T13" fmla="*/ 536 h 715"/>
                <a:gd name="T14" fmla="*/ 328 w 717"/>
                <a:gd name="T15" fmla="*/ 476 h 715"/>
                <a:gd name="T16" fmla="*/ 640 w 717"/>
                <a:gd name="T17" fmla="*/ 476 h 715"/>
                <a:gd name="T18" fmla="*/ 654 w 717"/>
                <a:gd name="T19" fmla="*/ 469 h 715"/>
                <a:gd name="T20" fmla="*/ 653 w 717"/>
                <a:gd name="T21" fmla="*/ 452 h 715"/>
                <a:gd name="T22" fmla="*/ 325 w 717"/>
                <a:gd name="T23" fmla="*/ 6 h 715"/>
                <a:gd name="T24" fmla="*/ 324 w 717"/>
                <a:gd name="T25" fmla="*/ 6 h 715"/>
                <a:gd name="T26" fmla="*/ 322 w 717"/>
                <a:gd name="T27" fmla="*/ 4 h 715"/>
                <a:gd name="T28" fmla="*/ 319 w 717"/>
                <a:gd name="T29" fmla="*/ 1 h 715"/>
                <a:gd name="T30" fmla="*/ 318 w 717"/>
                <a:gd name="T31" fmla="*/ 1 h 715"/>
                <a:gd name="T32" fmla="*/ 313 w 717"/>
                <a:gd name="T33" fmla="*/ 0 h 715"/>
                <a:gd name="T34" fmla="*/ 313 w 717"/>
                <a:gd name="T35" fmla="*/ 0 h 715"/>
                <a:gd name="T36" fmla="*/ 313 w 717"/>
                <a:gd name="T37" fmla="*/ 0 h 715"/>
                <a:gd name="T38" fmla="*/ 308 w 717"/>
                <a:gd name="T39" fmla="*/ 1 h 715"/>
                <a:gd name="T40" fmla="*/ 308 w 717"/>
                <a:gd name="T41" fmla="*/ 1 h 715"/>
                <a:gd name="T42" fmla="*/ 306 w 717"/>
                <a:gd name="T43" fmla="*/ 1 h 715"/>
                <a:gd name="T44" fmla="*/ 303 w 717"/>
                <a:gd name="T45" fmla="*/ 4 h 715"/>
                <a:gd name="T46" fmla="*/ 301 w 717"/>
                <a:gd name="T47" fmla="*/ 6 h 715"/>
                <a:gd name="T48" fmla="*/ 300 w 717"/>
                <a:gd name="T49" fmla="*/ 8 h 715"/>
                <a:gd name="T50" fmla="*/ 299 w 717"/>
                <a:gd name="T51" fmla="*/ 10 h 715"/>
                <a:gd name="T52" fmla="*/ 299 w 717"/>
                <a:gd name="T53" fmla="*/ 15 h 715"/>
                <a:gd name="T54" fmla="*/ 299 w 717"/>
                <a:gd name="T55" fmla="*/ 462 h 715"/>
                <a:gd name="T56" fmla="*/ 299 w 717"/>
                <a:gd name="T57" fmla="*/ 536 h 715"/>
                <a:gd name="T58" fmla="*/ 15 w 717"/>
                <a:gd name="T59" fmla="*/ 536 h 715"/>
                <a:gd name="T60" fmla="*/ 3 w 717"/>
                <a:gd name="T61" fmla="*/ 541 h 715"/>
                <a:gd name="T62" fmla="*/ 2 w 717"/>
                <a:gd name="T63" fmla="*/ 555 h 715"/>
                <a:gd name="T64" fmla="*/ 32 w 717"/>
                <a:gd name="T65" fmla="*/ 632 h 715"/>
                <a:gd name="T66" fmla="*/ 63 w 717"/>
                <a:gd name="T67" fmla="*/ 685 h 715"/>
                <a:gd name="T68" fmla="*/ 81 w 717"/>
                <a:gd name="T69" fmla="*/ 704 h 715"/>
                <a:gd name="T70" fmla="*/ 105 w 717"/>
                <a:gd name="T71" fmla="*/ 714 h 715"/>
                <a:gd name="T72" fmla="*/ 449 w 717"/>
                <a:gd name="T73" fmla="*/ 714 h 715"/>
                <a:gd name="T74" fmla="*/ 550 w 717"/>
                <a:gd name="T75" fmla="*/ 689 h 715"/>
                <a:gd name="T76" fmla="*/ 328 w 717"/>
                <a:gd name="T77" fmla="*/ 446 h 715"/>
                <a:gd name="T78" fmla="*/ 328 w 717"/>
                <a:gd name="T79" fmla="*/ 446 h 715"/>
                <a:gd name="T80" fmla="*/ 328 w 717"/>
                <a:gd name="T81" fmla="*/ 60 h 715"/>
                <a:gd name="T82" fmla="*/ 611 w 717"/>
                <a:gd name="T83" fmla="*/ 446 h 715"/>
                <a:gd name="T84" fmla="*/ 328 w 717"/>
                <a:gd name="T85" fmla="*/ 446 h 715"/>
                <a:gd name="T86" fmla="*/ 105 w 717"/>
                <a:gd name="T87" fmla="*/ 685 h 715"/>
                <a:gd name="T88" fmla="*/ 105 w 717"/>
                <a:gd name="T89" fmla="*/ 685 h 715"/>
                <a:gd name="T90" fmla="*/ 103 w 717"/>
                <a:gd name="T91" fmla="*/ 683 h 715"/>
                <a:gd name="T92" fmla="*/ 94 w 717"/>
                <a:gd name="T93" fmla="*/ 676 h 715"/>
                <a:gd name="T94" fmla="*/ 71 w 717"/>
                <a:gd name="T95" fmla="*/ 643 h 715"/>
                <a:gd name="T96" fmla="*/ 42 w 717"/>
                <a:gd name="T97" fmla="*/ 579 h 715"/>
                <a:gd name="T98" fmla="*/ 36 w 717"/>
                <a:gd name="T99" fmla="*/ 565 h 715"/>
                <a:gd name="T100" fmla="*/ 667 w 717"/>
                <a:gd name="T101" fmla="*/ 565 h 715"/>
                <a:gd name="T102" fmla="*/ 610 w 717"/>
                <a:gd name="T103" fmla="*/ 616 h 715"/>
                <a:gd name="T104" fmla="*/ 534 w 717"/>
                <a:gd name="T105" fmla="*/ 664 h 715"/>
                <a:gd name="T106" fmla="*/ 449 w 717"/>
                <a:gd name="T107" fmla="*/ 685 h 715"/>
                <a:gd name="T108" fmla="*/ 105 w 717"/>
                <a:gd name="T109"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7" h="715">
                  <a:moveTo>
                    <a:pt x="550" y="689"/>
                  </a:moveTo>
                  <a:lnTo>
                    <a:pt x="550" y="689"/>
                  </a:lnTo>
                  <a:cubicBezTo>
                    <a:pt x="597" y="668"/>
                    <a:pt x="636" y="635"/>
                    <a:pt x="665" y="608"/>
                  </a:cubicBezTo>
                  <a:cubicBezTo>
                    <a:pt x="695" y="582"/>
                    <a:pt x="711" y="561"/>
                    <a:pt x="711" y="559"/>
                  </a:cubicBezTo>
                  <a:cubicBezTo>
                    <a:pt x="716" y="555"/>
                    <a:pt x="716" y="549"/>
                    <a:pt x="713" y="544"/>
                  </a:cubicBezTo>
                  <a:cubicBezTo>
                    <a:pt x="711" y="538"/>
                    <a:pt x="706" y="536"/>
                    <a:pt x="700" y="536"/>
                  </a:cubicBezTo>
                  <a:cubicBezTo>
                    <a:pt x="328" y="536"/>
                    <a:pt x="328" y="536"/>
                    <a:pt x="328" y="536"/>
                  </a:cubicBezTo>
                  <a:cubicBezTo>
                    <a:pt x="328" y="476"/>
                    <a:pt x="328" y="476"/>
                    <a:pt x="328" y="476"/>
                  </a:cubicBezTo>
                  <a:cubicBezTo>
                    <a:pt x="640" y="476"/>
                    <a:pt x="640" y="476"/>
                    <a:pt x="640" y="476"/>
                  </a:cubicBezTo>
                  <a:cubicBezTo>
                    <a:pt x="646" y="476"/>
                    <a:pt x="651" y="473"/>
                    <a:pt x="654" y="469"/>
                  </a:cubicBezTo>
                  <a:cubicBezTo>
                    <a:pt x="656" y="463"/>
                    <a:pt x="656" y="457"/>
                    <a:pt x="653" y="452"/>
                  </a:cubicBezTo>
                  <a:cubicBezTo>
                    <a:pt x="325" y="6"/>
                    <a:pt x="325" y="6"/>
                    <a:pt x="325" y="6"/>
                  </a:cubicBezTo>
                  <a:cubicBezTo>
                    <a:pt x="325" y="6"/>
                    <a:pt x="325" y="6"/>
                    <a:pt x="324" y="6"/>
                  </a:cubicBezTo>
                  <a:cubicBezTo>
                    <a:pt x="324" y="4"/>
                    <a:pt x="324" y="4"/>
                    <a:pt x="322" y="4"/>
                  </a:cubicBezTo>
                  <a:cubicBezTo>
                    <a:pt x="322" y="3"/>
                    <a:pt x="321" y="3"/>
                    <a:pt x="319" y="1"/>
                  </a:cubicBezTo>
                  <a:cubicBezTo>
                    <a:pt x="319" y="1"/>
                    <a:pt x="319" y="1"/>
                    <a:pt x="318" y="1"/>
                  </a:cubicBezTo>
                  <a:cubicBezTo>
                    <a:pt x="317" y="0"/>
                    <a:pt x="315" y="0"/>
                    <a:pt x="313" y="0"/>
                  </a:cubicBezTo>
                  <a:lnTo>
                    <a:pt x="313" y="0"/>
                  </a:lnTo>
                  <a:lnTo>
                    <a:pt x="313" y="0"/>
                  </a:lnTo>
                  <a:cubicBezTo>
                    <a:pt x="311" y="0"/>
                    <a:pt x="310" y="0"/>
                    <a:pt x="308" y="1"/>
                  </a:cubicBezTo>
                  <a:lnTo>
                    <a:pt x="308" y="1"/>
                  </a:lnTo>
                  <a:cubicBezTo>
                    <a:pt x="307" y="1"/>
                    <a:pt x="307" y="1"/>
                    <a:pt x="306" y="1"/>
                  </a:cubicBezTo>
                  <a:cubicBezTo>
                    <a:pt x="306" y="3"/>
                    <a:pt x="304" y="3"/>
                    <a:pt x="303" y="4"/>
                  </a:cubicBezTo>
                  <a:cubicBezTo>
                    <a:pt x="303" y="4"/>
                    <a:pt x="303" y="4"/>
                    <a:pt x="301" y="6"/>
                  </a:cubicBezTo>
                  <a:cubicBezTo>
                    <a:pt x="301" y="6"/>
                    <a:pt x="300" y="7"/>
                    <a:pt x="300" y="8"/>
                  </a:cubicBezTo>
                  <a:cubicBezTo>
                    <a:pt x="300" y="8"/>
                    <a:pt x="300" y="10"/>
                    <a:pt x="299" y="10"/>
                  </a:cubicBezTo>
                  <a:cubicBezTo>
                    <a:pt x="299" y="11"/>
                    <a:pt x="299" y="13"/>
                    <a:pt x="299" y="15"/>
                  </a:cubicBezTo>
                  <a:cubicBezTo>
                    <a:pt x="299" y="462"/>
                    <a:pt x="299" y="462"/>
                    <a:pt x="299" y="462"/>
                  </a:cubicBezTo>
                  <a:cubicBezTo>
                    <a:pt x="299" y="536"/>
                    <a:pt x="299" y="536"/>
                    <a:pt x="299" y="536"/>
                  </a:cubicBezTo>
                  <a:cubicBezTo>
                    <a:pt x="15" y="536"/>
                    <a:pt x="15" y="536"/>
                    <a:pt x="15" y="536"/>
                  </a:cubicBezTo>
                  <a:cubicBezTo>
                    <a:pt x="11" y="536"/>
                    <a:pt x="6" y="538"/>
                    <a:pt x="3" y="541"/>
                  </a:cubicBezTo>
                  <a:cubicBezTo>
                    <a:pt x="0" y="545"/>
                    <a:pt x="0" y="551"/>
                    <a:pt x="2" y="555"/>
                  </a:cubicBezTo>
                  <a:cubicBezTo>
                    <a:pt x="2" y="555"/>
                    <a:pt x="14" y="593"/>
                    <a:pt x="32" y="632"/>
                  </a:cubicBezTo>
                  <a:cubicBezTo>
                    <a:pt x="41" y="650"/>
                    <a:pt x="52" y="669"/>
                    <a:pt x="63" y="685"/>
                  </a:cubicBezTo>
                  <a:cubicBezTo>
                    <a:pt x="68" y="692"/>
                    <a:pt x="74" y="699"/>
                    <a:pt x="81" y="704"/>
                  </a:cubicBezTo>
                  <a:cubicBezTo>
                    <a:pt x="87" y="710"/>
                    <a:pt x="95" y="714"/>
                    <a:pt x="105" y="714"/>
                  </a:cubicBezTo>
                  <a:cubicBezTo>
                    <a:pt x="449" y="714"/>
                    <a:pt x="449" y="714"/>
                    <a:pt x="449" y="714"/>
                  </a:cubicBezTo>
                  <a:cubicBezTo>
                    <a:pt x="484" y="714"/>
                    <a:pt x="519" y="704"/>
                    <a:pt x="550" y="689"/>
                  </a:cubicBezTo>
                  <a:close/>
                  <a:moveTo>
                    <a:pt x="328" y="446"/>
                  </a:moveTo>
                  <a:lnTo>
                    <a:pt x="328" y="446"/>
                  </a:lnTo>
                  <a:cubicBezTo>
                    <a:pt x="328" y="60"/>
                    <a:pt x="328" y="60"/>
                    <a:pt x="328" y="60"/>
                  </a:cubicBezTo>
                  <a:cubicBezTo>
                    <a:pt x="611" y="446"/>
                    <a:pt x="611" y="446"/>
                    <a:pt x="611" y="446"/>
                  </a:cubicBezTo>
                  <a:lnTo>
                    <a:pt x="328" y="446"/>
                  </a:lnTo>
                  <a:close/>
                  <a:moveTo>
                    <a:pt x="105" y="685"/>
                  </a:moveTo>
                  <a:lnTo>
                    <a:pt x="105" y="685"/>
                  </a:lnTo>
                  <a:cubicBezTo>
                    <a:pt x="103" y="683"/>
                    <a:pt x="103" y="683"/>
                    <a:pt x="103" y="683"/>
                  </a:cubicBezTo>
                  <a:cubicBezTo>
                    <a:pt x="102" y="683"/>
                    <a:pt x="98" y="681"/>
                    <a:pt x="94" y="676"/>
                  </a:cubicBezTo>
                  <a:cubicBezTo>
                    <a:pt x="87" y="669"/>
                    <a:pt x="78" y="657"/>
                    <a:pt x="71" y="643"/>
                  </a:cubicBezTo>
                  <a:cubicBezTo>
                    <a:pt x="60" y="622"/>
                    <a:pt x="49" y="598"/>
                    <a:pt x="42" y="579"/>
                  </a:cubicBezTo>
                  <a:cubicBezTo>
                    <a:pt x="41" y="573"/>
                    <a:pt x="38" y="569"/>
                    <a:pt x="36" y="565"/>
                  </a:cubicBezTo>
                  <a:cubicBezTo>
                    <a:pt x="667" y="565"/>
                    <a:pt x="667" y="565"/>
                    <a:pt x="667" y="565"/>
                  </a:cubicBezTo>
                  <a:cubicBezTo>
                    <a:pt x="653" y="580"/>
                    <a:pt x="633" y="598"/>
                    <a:pt x="610" y="616"/>
                  </a:cubicBezTo>
                  <a:cubicBezTo>
                    <a:pt x="589" y="635"/>
                    <a:pt x="562" y="651"/>
                    <a:pt x="534" y="664"/>
                  </a:cubicBezTo>
                  <a:cubicBezTo>
                    <a:pt x="506" y="676"/>
                    <a:pt x="478" y="685"/>
                    <a:pt x="449" y="685"/>
                  </a:cubicBezTo>
                  <a:lnTo>
                    <a:pt x="10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0">
              <a:extLst>
                <a:ext uri="{FF2B5EF4-FFF2-40B4-BE49-F238E27FC236}">
                  <a16:creationId xmlns:a16="http://schemas.microsoft.com/office/drawing/2014/main" id="{ADF10CCE-C640-6298-765B-592AA915D76B}"/>
                </a:ext>
              </a:extLst>
            </p:cNvPr>
            <p:cNvSpPr>
              <a:spLocks noChangeArrowheads="1"/>
            </p:cNvSpPr>
            <p:nvPr/>
          </p:nvSpPr>
          <p:spPr bwMode="auto">
            <a:xfrm>
              <a:off x="7691438" y="2390775"/>
              <a:ext cx="76200" cy="139700"/>
            </a:xfrm>
            <a:custGeom>
              <a:avLst/>
              <a:gdLst>
                <a:gd name="T0" fmla="*/ 182 w 211"/>
                <a:gd name="T1" fmla="*/ 10 h 389"/>
                <a:gd name="T2" fmla="*/ 182 w 211"/>
                <a:gd name="T3" fmla="*/ 10 h 389"/>
                <a:gd name="T4" fmla="*/ 3 w 211"/>
                <a:gd name="T5" fmla="*/ 367 h 389"/>
                <a:gd name="T6" fmla="*/ 3 w 211"/>
                <a:gd name="T7" fmla="*/ 381 h 389"/>
                <a:gd name="T8" fmla="*/ 16 w 211"/>
                <a:gd name="T9" fmla="*/ 388 h 389"/>
                <a:gd name="T10" fmla="*/ 194 w 211"/>
                <a:gd name="T11" fmla="*/ 388 h 389"/>
                <a:gd name="T12" fmla="*/ 205 w 211"/>
                <a:gd name="T13" fmla="*/ 383 h 389"/>
                <a:gd name="T14" fmla="*/ 210 w 211"/>
                <a:gd name="T15" fmla="*/ 374 h 389"/>
                <a:gd name="T16" fmla="*/ 210 w 211"/>
                <a:gd name="T17" fmla="*/ 17 h 389"/>
                <a:gd name="T18" fmla="*/ 198 w 211"/>
                <a:gd name="T19" fmla="*/ 1 h 389"/>
                <a:gd name="T20" fmla="*/ 182 w 211"/>
                <a:gd name="T21" fmla="*/ 10 h 389"/>
                <a:gd name="T22" fmla="*/ 41 w 211"/>
                <a:gd name="T23" fmla="*/ 358 h 389"/>
                <a:gd name="T24" fmla="*/ 41 w 211"/>
                <a:gd name="T25" fmla="*/ 358 h 389"/>
                <a:gd name="T26" fmla="*/ 180 w 211"/>
                <a:gd name="T27" fmla="*/ 79 h 389"/>
                <a:gd name="T28" fmla="*/ 180 w 211"/>
                <a:gd name="T29" fmla="*/ 358 h 389"/>
                <a:gd name="T30" fmla="*/ 41 w 211"/>
                <a:gd name="T31" fmla="*/ 3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1" h="389">
                  <a:moveTo>
                    <a:pt x="182" y="10"/>
                  </a:moveTo>
                  <a:lnTo>
                    <a:pt x="182" y="10"/>
                  </a:lnTo>
                  <a:cubicBezTo>
                    <a:pt x="3" y="367"/>
                    <a:pt x="3" y="367"/>
                    <a:pt x="3" y="367"/>
                  </a:cubicBezTo>
                  <a:cubicBezTo>
                    <a:pt x="0" y="371"/>
                    <a:pt x="0" y="376"/>
                    <a:pt x="3" y="381"/>
                  </a:cubicBezTo>
                  <a:cubicBezTo>
                    <a:pt x="6" y="385"/>
                    <a:pt x="12" y="388"/>
                    <a:pt x="16" y="388"/>
                  </a:cubicBezTo>
                  <a:cubicBezTo>
                    <a:pt x="194" y="388"/>
                    <a:pt x="194" y="388"/>
                    <a:pt x="194" y="388"/>
                  </a:cubicBezTo>
                  <a:cubicBezTo>
                    <a:pt x="198" y="388"/>
                    <a:pt x="203" y="386"/>
                    <a:pt x="205" y="383"/>
                  </a:cubicBezTo>
                  <a:cubicBezTo>
                    <a:pt x="208" y="381"/>
                    <a:pt x="210" y="378"/>
                    <a:pt x="210" y="374"/>
                  </a:cubicBezTo>
                  <a:cubicBezTo>
                    <a:pt x="210" y="17"/>
                    <a:pt x="210" y="17"/>
                    <a:pt x="210" y="17"/>
                  </a:cubicBezTo>
                  <a:cubicBezTo>
                    <a:pt x="210" y="10"/>
                    <a:pt x="205" y="3"/>
                    <a:pt x="198" y="1"/>
                  </a:cubicBezTo>
                  <a:cubicBezTo>
                    <a:pt x="191" y="0"/>
                    <a:pt x="184" y="3"/>
                    <a:pt x="182" y="10"/>
                  </a:cubicBezTo>
                  <a:close/>
                  <a:moveTo>
                    <a:pt x="41" y="358"/>
                  </a:moveTo>
                  <a:lnTo>
                    <a:pt x="41" y="358"/>
                  </a:lnTo>
                  <a:cubicBezTo>
                    <a:pt x="180" y="79"/>
                    <a:pt x="180" y="79"/>
                    <a:pt x="180" y="79"/>
                  </a:cubicBezTo>
                  <a:cubicBezTo>
                    <a:pt x="180" y="358"/>
                    <a:pt x="180" y="358"/>
                    <a:pt x="180" y="358"/>
                  </a:cubicBezTo>
                  <a:lnTo>
                    <a:pt x="41" y="35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5" name="Group 68">
            <a:extLst>
              <a:ext uri="{FF2B5EF4-FFF2-40B4-BE49-F238E27FC236}">
                <a16:creationId xmlns:a16="http://schemas.microsoft.com/office/drawing/2014/main" id="{2B9CAED6-7616-F3F1-AC52-DEED906F8432}"/>
              </a:ext>
            </a:extLst>
          </p:cNvPr>
          <p:cNvGrpSpPr/>
          <p:nvPr/>
        </p:nvGrpSpPr>
        <p:grpSpPr>
          <a:xfrm>
            <a:off x="9181181" y="2066826"/>
            <a:ext cx="250825" cy="193675"/>
            <a:chOff x="8153400" y="2424113"/>
            <a:chExt cx="250825" cy="193675"/>
          </a:xfrm>
          <a:solidFill>
            <a:schemeClr val="accent4"/>
          </a:solidFill>
        </p:grpSpPr>
        <p:sp>
          <p:nvSpPr>
            <p:cNvPr id="66" name="Freeform 51">
              <a:extLst>
                <a:ext uri="{FF2B5EF4-FFF2-40B4-BE49-F238E27FC236}">
                  <a16:creationId xmlns:a16="http://schemas.microsoft.com/office/drawing/2014/main" id="{6BCDFF38-220D-D6F8-912A-4BE3881115CF}"/>
                </a:ext>
              </a:extLst>
            </p:cNvPr>
            <p:cNvSpPr>
              <a:spLocks noChangeArrowheads="1"/>
            </p:cNvSpPr>
            <p:nvPr/>
          </p:nvSpPr>
          <p:spPr bwMode="auto">
            <a:xfrm>
              <a:off x="8153400" y="2424113"/>
              <a:ext cx="250825" cy="193675"/>
            </a:xfrm>
            <a:custGeom>
              <a:avLst/>
              <a:gdLst>
                <a:gd name="T0" fmla="*/ 134 w 697"/>
                <a:gd name="T1" fmla="*/ 446 h 536"/>
                <a:gd name="T2" fmla="*/ 134 w 697"/>
                <a:gd name="T3" fmla="*/ 446 h 536"/>
                <a:gd name="T4" fmla="*/ 222 w 697"/>
                <a:gd name="T5" fmla="*/ 446 h 536"/>
                <a:gd name="T6" fmla="*/ 325 w 697"/>
                <a:gd name="T7" fmla="*/ 535 h 536"/>
                <a:gd name="T8" fmla="*/ 429 w 697"/>
                <a:gd name="T9" fmla="*/ 446 h 536"/>
                <a:gd name="T10" fmla="*/ 504 w 697"/>
                <a:gd name="T11" fmla="*/ 446 h 536"/>
                <a:gd name="T12" fmla="*/ 562 w 697"/>
                <a:gd name="T13" fmla="*/ 416 h 536"/>
                <a:gd name="T14" fmla="*/ 562 w 697"/>
                <a:gd name="T15" fmla="*/ 416 h 536"/>
                <a:gd name="T16" fmla="*/ 682 w 697"/>
                <a:gd name="T17" fmla="*/ 416 h 536"/>
                <a:gd name="T18" fmla="*/ 696 w 697"/>
                <a:gd name="T19" fmla="*/ 401 h 536"/>
                <a:gd name="T20" fmla="*/ 682 w 697"/>
                <a:gd name="T21" fmla="*/ 386 h 536"/>
                <a:gd name="T22" fmla="*/ 576 w 697"/>
                <a:gd name="T23" fmla="*/ 386 h 536"/>
                <a:gd name="T24" fmla="*/ 578 w 697"/>
                <a:gd name="T25" fmla="*/ 372 h 536"/>
                <a:gd name="T26" fmla="*/ 578 w 697"/>
                <a:gd name="T27" fmla="*/ 73 h 536"/>
                <a:gd name="T28" fmla="*/ 504 w 697"/>
                <a:gd name="T29" fmla="*/ 0 h 536"/>
                <a:gd name="T30" fmla="*/ 264 w 697"/>
                <a:gd name="T31" fmla="*/ 0 h 536"/>
                <a:gd name="T32" fmla="*/ 13 w 697"/>
                <a:gd name="T33" fmla="*/ 217 h 536"/>
                <a:gd name="T34" fmla="*/ 13 w 697"/>
                <a:gd name="T35" fmla="*/ 217 h 536"/>
                <a:gd name="T36" fmla="*/ 2 w 697"/>
                <a:gd name="T37" fmla="*/ 292 h 536"/>
                <a:gd name="T38" fmla="*/ 2 w 697"/>
                <a:gd name="T39" fmla="*/ 292 h 536"/>
                <a:gd name="T40" fmla="*/ 0 w 697"/>
                <a:gd name="T41" fmla="*/ 312 h 536"/>
                <a:gd name="T42" fmla="*/ 134 w 697"/>
                <a:gd name="T43" fmla="*/ 446 h 536"/>
                <a:gd name="T44" fmla="*/ 377 w 697"/>
                <a:gd name="T45" fmla="*/ 483 h 536"/>
                <a:gd name="T46" fmla="*/ 377 w 697"/>
                <a:gd name="T47" fmla="*/ 483 h 536"/>
                <a:gd name="T48" fmla="*/ 325 w 697"/>
                <a:gd name="T49" fmla="*/ 506 h 536"/>
                <a:gd name="T50" fmla="*/ 272 w 697"/>
                <a:gd name="T51" fmla="*/ 483 h 536"/>
                <a:gd name="T52" fmla="*/ 250 w 697"/>
                <a:gd name="T53" fmla="*/ 430 h 536"/>
                <a:gd name="T54" fmla="*/ 272 w 697"/>
                <a:gd name="T55" fmla="*/ 379 h 536"/>
                <a:gd name="T56" fmla="*/ 325 w 697"/>
                <a:gd name="T57" fmla="*/ 357 h 536"/>
                <a:gd name="T58" fmla="*/ 377 w 697"/>
                <a:gd name="T59" fmla="*/ 379 h 536"/>
                <a:gd name="T60" fmla="*/ 399 w 697"/>
                <a:gd name="T61" fmla="*/ 430 h 536"/>
                <a:gd name="T62" fmla="*/ 377 w 697"/>
                <a:gd name="T63" fmla="*/ 483 h 536"/>
                <a:gd name="T64" fmla="*/ 31 w 697"/>
                <a:gd name="T65" fmla="*/ 297 h 536"/>
                <a:gd name="T66" fmla="*/ 31 w 697"/>
                <a:gd name="T67" fmla="*/ 297 h 536"/>
                <a:gd name="T68" fmla="*/ 42 w 697"/>
                <a:gd name="T69" fmla="*/ 221 h 536"/>
                <a:gd name="T70" fmla="*/ 42 w 697"/>
                <a:gd name="T71" fmla="*/ 221 h 536"/>
                <a:gd name="T72" fmla="*/ 264 w 697"/>
                <a:gd name="T73" fmla="*/ 29 h 536"/>
                <a:gd name="T74" fmla="*/ 504 w 697"/>
                <a:gd name="T75" fmla="*/ 29 h 536"/>
                <a:gd name="T76" fmla="*/ 535 w 697"/>
                <a:gd name="T77" fmla="*/ 43 h 536"/>
                <a:gd name="T78" fmla="*/ 549 w 697"/>
                <a:gd name="T79" fmla="*/ 73 h 536"/>
                <a:gd name="T80" fmla="*/ 549 w 697"/>
                <a:gd name="T81" fmla="*/ 372 h 536"/>
                <a:gd name="T82" fmla="*/ 535 w 697"/>
                <a:gd name="T83" fmla="*/ 403 h 536"/>
                <a:gd name="T84" fmla="*/ 504 w 697"/>
                <a:gd name="T85" fmla="*/ 416 h 536"/>
                <a:gd name="T86" fmla="*/ 429 w 697"/>
                <a:gd name="T87" fmla="*/ 416 h 536"/>
                <a:gd name="T88" fmla="*/ 325 w 697"/>
                <a:gd name="T89" fmla="*/ 327 h 536"/>
                <a:gd name="T90" fmla="*/ 222 w 697"/>
                <a:gd name="T91" fmla="*/ 416 h 536"/>
                <a:gd name="T92" fmla="*/ 134 w 697"/>
                <a:gd name="T93" fmla="*/ 416 h 536"/>
                <a:gd name="T94" fmla="*/ 60 w 697"/>
                <a:gd name="T95" fmla="*/ 386 h 536"/>
                <a:gd name="T96" fmla="*/ 31 w 697"/>
                <a:gd name="T97" fmla="*/ 312 h 536"/>
                <a:gd name="T98" fmla="*/ 31 w 697"/>
                <a:gd name="T99" fmla="*/ 29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97" h="536">
                  <a:moveTo>
                    <a:pt x="134" y="446"/>
                  </a:moveTo>
                  <a:lnTo>
                    <a:pt x="134" y="446"/>
                  </a:lnTo>
                  <a:cubicBezTo>
                    <a:pt x="222" y="446"/>
                    <a:pt x="222" y="446"/>
                    <a:pt x="222" y="446"/>
                  </a:cubicBezTo>
                  <a:cubicBezTo>
                    <a:pt x="229" y="496"/>
                    <a:pt x="272" y="535"/>
                    <a:pt x="325" y="535"/>
                  </a:cubicBezTo>
                  <a:cubicBezTo>
                    <a:pt x="377" y="535"/>
                    <a:pt x="420" y="496"/>
                    <a:pt x="429" y="446"/>
                  </a:cubicBezTo>
                  <a:cubicBezTo>
                    <a:pt x="504" y="446"/>
                    <a:pt x="504" y="446"/>
                    <a:pt x="504" y="446"/>
                  </a:cubicBezTo>
                  <a:cubicBezTo>
                    <a:pt x="528" y="446"/>
                    <a:pt x="549" y="435"/>
                    <a:pt x="562" y="416"/>
                  </a:cubicBezTo>
                  <a:lnTo>
                    <a:pt x="562" y="416"/>
                  </a:lnTo>
                  <a:cubicBezTo>
                    <a:pt x="682" y="416"/>
                    <a:pt x="682" y="416"/>
                    <a:pt x="682" y="416"/>
                  </a:cubicBezTo>
                  <a:cubicBezTo>
                    <a:pt x="691" y="416"/>
                    <a:pt x="696" y="409"/>
                    <a:pt x="696" y="401"/>
                  </a:cubicBezTo>
                  <a:cubicBezTo>
                    <a:pt x="696" y="393"/>
                    <a:pt x="691" y="386"/>
                    <a:pt x="682" y="386"/>
                  </a:cubicBezTo>
                  <a:cubicBezTo>
                    <a:pt x="576" y="386"/>
                    <a:pt x="576" y="386"/>
                    <a:pt x="576" y="386"/>
                  </a:cubicBezTo>
                  <a:cubicBezTo>
                    <a:pt x="578" y="382"/>
                    <a:pt x="578" y="376"/>
                    <a:pt x="578" y="372"/>
                  </a:cubicBezTo>
                  <a:cubicBezTo>
                    <a:pt x="578" y="73"/>
                    <a:pt x="578" y="73"/>
                    <a:pt x="578" y="73"/>
                  </a:cubicBezTo>
                  <a:cubicBezTo>
                    <a:pt x="578" y="33"/>
                    <a:pt x="544" y="0"/>
                    <a:pt x="504" y="0"/>
                  </a:cubicBezTo>
                  <a:cubicBezTo>
                    <a:pt x="264" y="0"/>
                    <a:pt x="264" y="0"/>
                    <a:pt x="264" y="0"/>
                  </a:cubicBezTo>
                  <a:cubicBezTo>
                    <a:pt x="139" y="0"/>
                    <a:pt x="31" y="92"/>
                    <a:pt x="13" y="217"/>
                  </a:cubicBezTo>
                  <a:lnTo>
                    <a:pt x="13" y="217"/>
                  </a:lnTo>
                  <a:cubicBezTo>
                    <a:pt x="2" y="292"/>
                    <a:pt x="2" y="292"/>
                    <a:pt x="2" y="292"/>
                  </a:cubicBezTo>
                  <a:lnTo>
                    <a:pt x="2" y="292"/>
                  </a:lnTo>
                  <a:cubicBezTo>
                    <a:pt x="2" y="299"/>
                    <a:pt x="0" y="305"/>
                    <a:pt x="0" y="312"/>
                  </a:cubicBezTo>
                  <a:cubicBezTo>
                    <a:pt x="0" y="384"/>
                    <a:pt x="60" y="446"/>
                    <a:pt x="134" y="446"/>
                  </a:cubicBezTo>
                  <a:close/>
                  <a:moveTo>
                    <a:pt x="377" y="483"/>
                  </a:moveTo>
                  <a:lnTo>
                    <a:pt x="377" y="483"/>
                  </a:lnTo>
                  <a:cubicBezTo>
                    <a:pt x="364" y="497"/>
                    <a:pt x="345" y="506"/>
                    <a:pt x="325" y="506"/>
                  </a:cubicBezTo>
                  <a:cubicBezTo>
                    <a:pt x="304" y="506"/>
                    <a:pt x="286" y="497"/>
                    <a:pt x="272" y="483"/>
                  </a:cubicBezTo>
                  <a:cubicBezTo>
                    <a:pt x="258" y="469"/>
                    <a:pt x="250" y="451"/>
                    <a:pt x="250" y="430"/>
                  </a:cubicBezTo>
                  <a:cubicBezTo>
                    <a:pt x="250" y="411"/>
                    <a:pt x="258" y="391"/>
                    <a:pt x="272" y="379"/>
                  </a:cubicBezTo>
                  <a:cubicBezTo>
                    <a:pt x="286" y="365"/>
                    <a:pt x="304" y="357"/>
                    <a:pt x="325" y="357"/>
                  </a:cubicBezTo>
                  <a:cubicBezTo>
                    <a:pt x="345" y="357"/>
                    <a:pt x="364" y="365"/>
                    <a:pt x="377" y="379"/>
                  </a:cubicBezTo>
                  <a:cubicBezTo>
                    <a:pt x="391" y="391"/>
                    <a:pt x="399" y="411"/>
                    <a:pt x="399" y="430"/>
                  </a:cubicBezTo>
                  <a:cubicBezTo>
                    <a:pt x="399" y="451"/>
                    <a:pt x="391" y="469"/>
                    <a:pt x="377" y="483"/>
                  </a:cubicBezTo>
                  <a:close/>
                  <a:moveTo>
                    <a:pt x="31" y="297"/>
                  </a:moveTo>
                  <a:lnTo>
                    <a:pt x="31" y="297"/>
                  </a:lnTo>
                  <a:cubicBezTo>
                    <a:pt x="42" y="221"/>
                    <a:pt x="42" y="221"/>
                    <a:pt x="42" y="221"/>
                  </a:cubicBezTo>
                  <a:lnTo>
                    <a:pt x="42" y="221"/>
                  </a:lnTo>
                  <a:cubicBezTo>
                    <a:pt x="59" y="111"/>
                    <a:pt x="152" y="29"/>
                    <a:pt x="264" y="29"/>
                  </a:cubicBezTo>
                  <a:cubicBezTo>
                    <a:pt x="504" y="29"/>
                    <a:pt x="504" y="29"/>
                    <a:pt x="504" y="29"/>
                  </a:cubicBezTo>
                  <a:cubicBezTo>
                    <a:pt x="515" y="29"/>
                    <a:pt x="526" y="34"/>
                    <a:pt x="535" y="43"/>
                  </a:cubicBezTo>
                  <a:cubicBezTo>
                    <a:pt x="543" y="51"/>
                    <a:pt x="549" y="62"/>
                    <a:pt x="549" y="73"/>
                  </a:cubicBezTo>
                  <a:cubicBezTo>
                    <a:pt x="549" y="372"/>
                    <a:pt x="549" y="372"/>
                    <a:pt x="549" y="372"/>
                  </a:cubicBezTo>
                  <a:cubicBezTo>
                    <a:pt x="549" y="383"/>
                    <a:pt x="543" y="394"/>
                    <a:pt x="535" y="403"/>
                  </a:cubicBezTo>
                  <a:cubicBezTo>
                    <a:pt x="526" y="411"/>
                    <a:pt x="515" y="416"/>
                    <a:pt x="504" y="416"/>
                  </a:cubicBezTo>
                  <a:cubicBezTo>
                    <a:pt x="429" y="416"/>
                    <a:pt x="429" y="416"/>
                    <a:pt x="429" y="416"/>
                  </a:cubicBezTo>
                  <a:cubicBezTo>
                    <a:pt x="420" y="366"/>
                    <a:pt x="377" y="327"/>
                    <a:pt x="325" y="327"/>
                  </a:cubicBezTo>
                  <a:cubicBezTo>
                    <a:pt x="272" y="327"/>
                    <a:pt x="229" y="366"/>
                    <a:pt x="222" y="416"/>
                  </a:cubicBezTo>
                  <a:cubicBezTo>
                    <a:pt x="134" y="416"/>
                    <a:pt x="134" y="416"/>
                    <a:pt x="134" y="416"/>
                  </a:cubicBezTo>
                  <a:cubicBezTo>
                    <a:pt x="105" y="416"/>
                    <a:pt x="80" y="404"/>
                    <a:pt x="60" y="386"/>
                  </a:cubicBezTo>
                  <a:cubicBezTo>
                    <a:pt x="42" y="366"/>
                    <a:pt x="31" y="340"/>
                    <a:pt x="31" y="312"/>
                  </a:cubicBezTo>
                  <a:cubicBezTo>
                    <a:pt x="31" y="306"/>
                    <a:pt x="31" y="302"/>
                    <a:pt x="31" y="29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2">
              <a:extLst>
                <a:ext uri="{FF2B5EF4-FFF2-40B4-BE49-F238E27FC236}">
                  <a16:creationId xmlns:a16="http://schemas.microsoft.com/office/drawing/2014/main" id="{F4859965-F8A2-BF71-469C-4FFAE7B921CC}"/>
                </a:ext>
              </a:extLst>
            </p:cNvPr>
            <p:cNvSpPr>
              <a:spLocks noChangeArrowheads="1"/>
            </p:cNvSpPr>
            <p:nvPr/>
          </p:nvSpPr>
          <p:spPr bwMode="auto">
            <a:xfrm>
              <a:off x="8201025" y="2455863"/>
              <a:ext cx="117475" cy="53975"/>
            </a:xfrm>
            <a:custGeom>
              <a:avLst/>
              <a:gdLst>
                <a:gd name="T0" fmla="*/ 15 w 328"/>
                <a:gd name="T1" fmla="*/ 149 h 150"/>
                <a:gd name="T2" fmla="*/ 15 w 328"/>
                <a:gd name="T3" fmla="*/ 149 h 150"/>
                <a:gd name="T4" fmla="*/ 312 w 328"/>
                <a:gd name="T5" fmla="*/ 149 h 150"/>
                <a:gd name="T6" fmla="*/ 323 w 328"/>
                <a:gd name="T7" fmla="*/ 145 h 150"/>
                <a:gd name="T8" fmla="*/ 327 w 328"/>
                <a:gd name="T9" fmla="*/ 134 h 150"/>
                <a:gd name="T10" fmla="*/ 327 w 328"/>
                <a:gd name="T11" fmla="*/ 15 h 150"/>
                <a:gd name="T12" fmla="*/ 323 w 328"/>
                <a:gd name="T13" fmla="*/ 4 h 150"/>
                <a:gd name="T14" fmla="*/ 312 w 328"/>
                <a:gd name="T15" fmla="*/ 0 h 150"/>
                <a:gd name="T16" fmla="*/ 73 w 328"/>
                <a:gd name="T17" fmla="*/ 0 h 150"/>
                <a:gd name="T18" fmla="*/ 0 w 328"/>
                <a:gd name="T19" fmla="*/ 74 h 150"/>
                <a:gd name="T20" fmla="*/ 0 w 328"/>
                <a:gd name="T21" fmla="*/ 134 h 150"/>
                <a:gd name="T22" fmla="*/ 4 w 328"/>
                <a:gd name="T23" fmla="*/ 145 h 150"/>
                <a:gd name="T24" fmla="*/ 15 w 328"/>
                <a:gd name="T25" fmla="*/ 149 h 150"/>
                <a:gd name="T26" fmla="*/ 29 w 328"/>
                <a:gd name="T27" fmla="*/ 74 h 150"/>
                <a:gd name="T28" fmla="*/ 29 w 328"/>
                <a:gd name="T29" fmla="*/ 74 h 150"/>
                <a:gd name="T30" fmla="*/ 73 w 328"/>
                <a:gd name="T31" fmla="*/ 29 h 150"/>
                <a:gd name="T32" fmla="*/ 297 w 328"/>
                <a:gd name="T33" fmla="*/ 29 h 150"/>
                <a:gd name="T34" fmla="*/ 297 w 328"/>
                <a:gd name="T35" fmla="*/ 118 h 150"/>
                <a:gd name="T36" fmla="*/ 29 w 328"/>
                <a:gd name="T37" fmla="*/ 118 h 150"/>
                <a:gd name="T38" fmla="*/ 29 w 328"/>
                <a:gd name="T39" fmla="*/ 74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8" h="150">
                  <a:moveTo>
                    <a:pt x="15" y="149"/>
                  </a:moveTo>
                  <a:lnTo>
                    <a:pt x="15" y="149"/>
                  </a:lnTo>
                  <a:cubicBezTo>
                    <a:pt x="312" y="149"/>
                    <a:pt x="312" y="149"/>
                    <a:pt x="312" y="149"/>
                  </a:cubicBezTo>
                  <a:cubicBezTo>
                    <a:pt x="316" y="149"/>
                    <a:pt x="320" y="148"/>
                    <a:pt x="323" y="145"/>
                  </a:cubicBezTo>
                  <a:cubicBezTo>
                    <a:pt x="326" y="142"/>
                    <a:pt x="327" y="138"/>
                    <a:pt x="327" y="134"/>
                  </a:cubicBezTo>
                  <a:cubicBezTo>
                    <a:pt x="327" y="15"/>
                    <a:pt x="327" y="15"/>
                    <a:pt x="327" y="15"/>
                  </a:cubicBezTo>
                  <a:cubicBezTo>
                    <a:pt x="327" y="11"/>
                    <a:pt x="326" y="7"/>
                    <a:pt x="323" y="4"/>
                  </a:cubicBezTo>
                  <a:cubicBezTo>
                    <a:pt x="320" y="1"/>
                    <a:pt x="316" y="0"/>
                    <a:pt x="312" y="0"/>
                  </a:cubicBezTo>
                  <a:cubicBezTo>
                    <a:pt x="73" y="0"/>
                    <a:pt x="73" y="0"/>
                    <a:pt x="73" y="0"/>
                  </a:cubicBezTo>
                  <a:cubicBezTo>
                    <a:pt x="33" y="0"/>
                    <a:pt x="0" y="33"/>
                    <a:pt x="0" y="74"/>
                  </a:cubicBezTo>
                  <a:cubicBezTo>
                    <a:pt x="0" y="134"/>
                    <a:pt x="0" y="134"/>
                    <a:pt x="0" y="134"/>
                  </a:cubicBezTo>
                  <a:cubicBezTo>
                    <a:pt x="0" y="138"/>
                    <a:pt x="1" y="142"/>
                    <a:pt x="4" y="145"/>
                  </a:cubicBezTo>
                  <a:cubicBezTo>
                    <a:pt x="7" y="148"/>
                    <a:pt x="11" y="149"/>
                    <a:pt x="15" y="149"/>
                  </a:cubicBezTo>
                  <a:close/>
                  <a:moveTo>
                    <a:pt x="29" y="74"/>
                  </a:moveTo>
                  <a:lnTo>
                    <a:pt x="29" y="74"/>
                  </a:lnTo>
                  <a:cubicBezTo>
                    <a:pt x="29" y="50"/>
                    <a:pt x="50" y="29"/>
                    <a:pt x="73" y="29"/>
                  </a:cubicBezTo>
                  <a:cubicBezTo>
                    <a:pt x="297" y="29"/>
                    <a:pt x="297" y="29"/>
                    <a:pt x="297" y="29"/>
                  </a:cubicBezTo>
                  <a:cubicBezTo>
                    <a:pt x="297" y="118"/>
                    <a:pt x="297" y="118"/>
                    <a:pt x="297" y="118"/>
                  </a:cubicBezTo>
                  <a:cubicBezTo>
                    <a:pt x="29" y="118"/>
                    <a:pt x="29" y="118"/>
                    <a:pt x="29" y="118"/>
                  </a:cubicBezTo>
                  <a:lnTo>
                    <a:pt x="29"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8" name="Group 71">
            <a:extLst>
              <a:ext uri="{FF2B5EF4-FFF2-40B4-BE49-F238E27FC236}">
                <a16:creationId xmlns:a16="http://schemas.microsoft.com/office/drawing/2014/main" id="{37AAF174-3316-F907-EAA1-05EF1A54B16D}"/>
              </a:ext>
            </a:extLst>
          </p:cNvPr>
          <p:cNvGrpSpPr/>
          <p:nvPr/>
        </p:nvGrpSpPr>
        <p:grpSpPr>
          <a:xfrm>
            <a:off x="8682706" y="1522314"/>
            <a:ext cx="214313" cy="257175"/>
            <a:chOff x="7654925" y="1851025"/>
            <a:chExt cx="214313" cy="257175"/>
          </a:xfrm>
          <a:solidFill>
            <a:schemeClr val="accent4"/>
          </a:solidFill>
        </p:grpSpPr>
        <p:sp>
          <p:nvSpPr>
            <p:cNvPr id="69" name="Freeform 53">
              <a:extLst>
                <a:ext uri="{FF2B5EF4-FFF2-40B4-BE49-F238E27FC236}">
                  <a16:creationId xmlns:a16="http://schemas.microsoft.com/office/drawing/2014/main" id="{174897FE-7B54-3964-3BBF-5B01880CBCB9}"/>
                </a:ext>
              </a:extLst>
            </p:cNvPr>
            <p:cNvSpPr>
              <a:spLocks noChangeArrowheads="1"/>
            </p:cNvSpPr>
            <p:nvPr/>
          </p:nvSpPr>
          <p:spPr bwMode="auto">
            <a:xfrm>
              <a:off x="7693025" y="2016125"/>
              <a:ext cx="20638" cy="22225"/>
            </a:xfrm>
            <a:custGeom>
              <a:avLst/>
              <a:gdLst>
                <a:gd name="T0" fmla="*/ 29 w 59"/>
                <a:gd name="T1" fmla="*/ 60 h 61"/>
                <a:gd name="T2" fmla="*/ 29 w 59"/>
                <a:gd name="T3" fmla="*/ 60 h 61"/>
                <a:gd name="T4" fmla="*/ 58 w 59"/>
                <a:gd name="T5" fmla="*/ 31 h 61"/>
                <a:gd name="T6" fmla="*/ 29 w 59"/>
                <a:gd name="T7" fmla="*/ 0 h 61"/>
                <a:gd name="T8" fmla="*/ 0 w 59"/>
                <a:gd name="T9" fmla="*/ 31 h 61"/>
                <a:gd name="T10" fmla="*/ 29 w 59"/>
                <a:gd name="T11" fmla="*/ 60 h 61"/>
              </a:gdLst>
              <a:ahLst/>
              <a:cxnLst>
                <a:cxn ang="0">
                  <a:pos x="T0" y="T1"/>
                </a:cxn>
                <a:cxn ang="0">
                  <a:pos x="T2" y="T3"/>
                </a:cxn>
                <a:cxn ang="0">
                  <a:pos x="T4" y="T5"/>
                </a:cxn>
                <a:cxn ang="0">
                  <a:pos x="T6" y="T7"/>
                </a:cxn>
                <a:cxn ang="0">
                  <a:pos x="T8" y="T9"/>
                </a:cxn>
                <a:cxn ang="0">
                  <a:pos x="T10" y="T11"/>
                </a:cxn>
              </a:cxnLst>
              <a:rect l="0" t="0" r="r" b="b"/>
              <a:pathLst>
                <a:path w="59" h="61">
                  <a:moveTo>
                    <a:pt x="29" y="60"/>
                  </a:moveTo>
                  <a:lnTo>
                    <a:pt x="29" y="60"/>
                  </a:lnTo>
                  <a:cubicBezTo>
                    <a:pt x="46" y="60"/>
                    <a:pt x="58" y="47"/>
                    <a:pt x="58" y="31"/>
                  </a:cubicBezTo>
                  <a:cubicBezTo>
                    <a:pt x="58" y="14"/>
                    <a:pt x="46" y="0"/>
                    <a:pt x="29" y="0"/>
                  </a:cubicBezTo>
                  <a:cubicBezTo>
                    <a:pt x="12" y="0"/>
                    <a:pt x="0" y="14"/>
                    <a:pt x="0" y="31"/>
                  </a:cubicBezTo>
                  <a:cubicBezTo>
                    <a:pt x="0" y="47"/>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4">
              <a:extLst>
                <a:ext uri="{FF2B5EF4-FFF2-40B4-BE49-F238E27FC236}">
                  <a16:creationId xmlns:a16="http://schemas.microsoft.com/office/drawing/2014/main" id="{63DD0994-50DA-4B9B-4D53-6E0958F5308A}"/>
                </a:ext>
              </a:extLst>
            </p:cNvPr>
            <p:cNvSpPr>
              <a:spLocks noChangeArrowheads="1"/>
            </p:cNvSpPr>
            <p:nvPr/>
          </p:nvSpPr>
          <p:spPr bwMode="auto">
            <a:xfrm>
              <a:off x="7810500" y="2016125"/>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7"/>
                    <a:pt x="14" y="60"/>
                    <a:pt x="31" y="60"/>
                  </a:cubicBezTo>
                  <a:cubicBezTo>
                    <a:pt x="46" y="60"/>
                    <a:pt x="60" y="47"/>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5">
              <a:extLst>
                <a:ext uri="{FF2B5EF4-FFF2-40B4-BE49-F238E27FC236}">
                  <a16:creationId xmlns:a16="http://schemas.microsoft.com/office/drawing/2014/main" id="{BB21FCFA-5196-27D3-AA47-DFEB7C6B6D9C}"/>
                </a:ext>
              </a:extLst>
            </p:cNvPr>
            <p:cNvSpPr>
              <a:spLocks noChangeArrowheads="1"/>
            </p:cNvSpPr>
            <p:nvPr/>
          </p:nvSpPr>
          <p:spPr bwMode="auto">
            <a:xfrm>
              <a:off x="7654925" y="1851025"/>
              <a:ext cx="214313" cy="257175"/>
            </a:xfrm>
            <a:custGeom>
              <a:avLst/>
              <a:gdLst>
                <a:gd name="T0" fmla="*/ 64 w 597"/>
                <a:gd name="T1" fmla="*/ 710 h 715"/>
                <a:gd name="T2" fmla="*/ 163 w 597"/>
                <a:gd name="T3" fmla="*/ 714 h 715"/>
                <a:gd name="T4" fmla="*/ 179 w 597"/>
                <a:gd name="T5" fmla="*/ 699 h 715"/>
                <a:gd name="T6" fmla="*/ 417 w 597"/>
                <a:gd name="T7" fmla="*/ 625 h 715"/>
                <a:gd name="T8" fmla="*/ 421 w 597"/>
                <a:gd name="T9" fmla="*/ 710 h 715"/>
                <a:gd name="T10" fmla="*/ 520 w 597"/>
                <a:gd name="T11" fmla="*/ 714 h 715"/>
                <a:gd name="T12" fmla="*/ 536 w 597"/>
                <a:gd name="T13" fmla="*/ 699 h 715"/>
                <a:gd name="T14" fmla="*/ 596 w 597"/>
                <a:gd name="T15" fmla="*/ 537 h 715"/>
                <a:gd name="T16" fmla="*/ 596 w 597"/>
                <a:gd name="T17" fmla="*/ 253 h 715"/>
                <a:gd name="T18" fmla="*/ 596 w 597"/>
                <a:gd name="T19" fmla="*/ 177 h 715"/>
                <a:gd name="T20" fmla="*/ 177 w 597"/>
                <a:gd name="T21" fmla="*/ 0 h 715"/>
                <a:gd name="T22" fmla="*/ 0 w 597"/>
                <a:gd name="T23" fmla="*/ 537 h 715"/>
                <a:gd name="T24" fmla="*/ 60 w 597"/>
                <a:gd name="T25" fmla="*/ 699 h 715"/>
                <a:gd name="T26" fmla="*/ 149 w 597"/>
                <a:gd name="T27" fmla="*/ 684 h 715"/>
                <a:gd name="T28" fmla="*/ 89 w 597"/>
                <a:gd name="T29" fmla="*/ 684 h 715"/>
                <a:gd name="T30" fmla="*/ 149 w 597"/>
                <a:gd name="T31" fmla="*/ 625 h 715"/>
                <a:gd name="T32" fmla="*/ 460 w 597"/>
                <a:gd name="T33" fmla="*/ 268 h 715"/>
                <a:gd name="T34" fmla="*/ 451 w 597"/>
                <a:gd name="T35" fmla="*/ 275 h 715"/>
                <a:gd name="T36" fmla="*/ 300 w 597"/>
                <a:gd name="T37" fmla="*/ 594 h 715"/>
                <a:gd name="T38" fmla="*/ 221 w 597"/>
                <a:gd name="T39" fmla="*/ 364 h 715"/>
                <a:gd name="T40" fmla="*/ 135 w 597"/>
                <a:gd name="T41" fmla="*/ 268 h 715"/>
                <a:gd name="T42" fmla="*/ 446 w 597"/>
                <a:gd name="T43" fmla="*/ 625 h 715"/>
                <a:gd name="T44" fmla="*/ 506 w 597"/>
                <a:gd name="T45" fmla="*/ 625 h 715"/>
                <a:gd name="T46" fmla="*/ 446 w 597"/>
                <a:gd name="T47" fmla="*/ 684 h 715"/>
                <a:gd name="T48" fmla="*/ 548 w 597"/>
                <a:gd name="T49" fmla="*/ 578 h 715"/>
                <a:gd name="T50" fmla="*/ 508 w 597"/>
                <a:gd name="T51" fmla="*/ 594 h 715"/>
                <a:gd name="T52" fmla="*/ 329 w 597"/>
                <a:gd name="T53" fmla="*/ 594 h 715"/>
                <a:gd name="T54" fmla="*/ 469 w 597"/>
                <a:gd name="T55" fmla="*/ 299 h 715"/>
                <a:gd name="T56" fmla="*/ 565 w 597"/>
                <a:gd name="T57" fmla="*/ 268 h 715"/>
                <a:gd name="T58" fmla="*/ 548 w 597"/>
                <a:gd name="T59" fmla="*/ 578 h 715"/>
                <a:gd name="T60" fmla="*/ 522 w 597"/>
                <a:gd name="T61" fmla="*/ 73 h 715"/>
                <a:gd name="T62" fmla="*/ 565 w 597"/>
                <a:gd name="T63" fmla="*/ 237 h 715"/>
                <a:gd name="T64" fmla="*/ 328 w 597"/>
                <a:gd name="T65" fmla="*/ 30 h 715"/>
                <a:gd name="T66" fmla="*/ 522 w 597"/>
                <a:gd name="T67" fmla="*/ 73 h 715"/>
                <a:gd name="T68" fmla="*/ 73 w 597"/>
                <a:gd name="T69" fmla="*/ 73 h 715"/>
                <a:gd name="T70" fmla="*/ 297 w 597"/>
                <a:gd name="T71" fmla="*/ 30 h 715"/>
                <a:gd name="T72" fmla="*/ 29 w 597"/>
                <a:gd name="T73" fmla="*/ 237 h 715"/>
                <a:gd name="T74" fmla="*/ 73 w 597"/>
                <a:gd name="T75" fmla="*/ 73 h 715"/>
                <a:gd name="T76" fmla="*/ 29 w 597"/>
                <a:gd name="T77" fmla="*/ 537 h 715"/>
                <a:gd name="T78" fmla="*/ 45 w 597"/>
                <a:gd name="T79" fmla="*/ 268 h 715"/>
                <a:gd name="T80" fmla="*/ 222 w 597"/>
                <a:gd name="T81" fmla="*/ 433 h 715"/>
                <a:gd name="T82" fmla="*/ 163 w 597"/>
                <a:gd name="T83" fmla="*/ 594 h 715"/>
                <a:gd name="T84" fmla="*/ 48 w 597"/>
                <a:gd name="T85" fmla="*/ 57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597" h="715">
                  <a:moveTo>
                    <a:pt x="64" y="710"/>
                  </a:moveTo>
                  <a:lnTo>
                    <a:pt x="64" y="710"/>
                  </a:lnTo>
                  <a:cubicBezTo>
                    <a:pt x="67" y="713"/>
                    <a:pt x="71" y="714"/>
                    <a:pt x="74" y="714"/>
                  </a:cubicBezTo>
                  <a:cubicBezTo>
                    <a:pt x="163" y="714"/>
                    <a:pt x="163" y="714"/>
                    <a:pt x="163" y="714"/>
                  </a:cubicBezTo>
                  <a:cubicBezTo>
                    <a:pt x="168" y="714"/>
                    <a:pt x="172" y="713"/>
                    <a:pt x="175" y="710"/>
                  </a:cubicBezTo>
                  <a:cubicBezTo>
                    <a:pt x="177" y="707"/>
                    <a:pt x="179" y="703"/>
                    <a:pt x="179" y="699"/>
                  </a:cubicBezTo>
                  <a:cubicBezTo>
                    <a:pt x="179" y="625"/>
                    <a:pt x="179" y="625"/>
                    <a:pt x="179" y="625"/>
                  </a:cubicBezTo>
                  <a:cubicBezTo>
                    <a:pt x="417" y="625"/>
                    <a:pt x="417" y="625"/>
                    <a:pt x="417" y="625"/>
                  </a:cubicBezTo>
                  <a:cubicBezTo>
                    <a:pt x="417" y="699"/>
                    <a:pt x="417" y="699"/>
                    <a:pt x="417" y="699"/>
                  </a:cubicBezTo>
                  <a:cubicBezTo>
                    <a:pt x="417" y="703"/>
                    <a:pt x="419" y="707"/>
                    <a:pt x="421" y="710"/>
                  </a:cubicBezTo>
                  <a:cubicBezTo>
                    <a:pt x="424" y="713"/>
                    <a:pt x="428" y="714"/>
                    <a:pt x="431" y="714"/>
                  </a:cubicBezTo>
                  <a:cubicBezTo>
                    <a:pt x="520" y="714"/>
                    <a:pt x="520" y="714"/>
                    <a:pt x="520" y="714"/>
                  </a:cubicBezTo>
                  <a:cubicBezTo>
                    <a:pt x="525" y="714"/>
                    <a:pt x="529" y="713"/>
                    <a:pt x="532" y="710"/>
                  </a:cubicBezTo>
                  <a:cubicBezTo>
                    <a:pt x="534" y="707"/>
                    <a:pt x="536" y="703"/>
                    <a:pt x="536" y="699"/>
                  </a:cubicBezTo>
                  <a:cubicBezTo>
                    <a:pt x="536" y="619"/>
                    <a:pt x="536" y="619"/>
                    <a:pt x="536" y="619"/>
                  </a:cubicBezTo>
                  <a:cubicBezTo>
                    <a:pt x="571" y="608"/>
                    <a:pt x="596" y="575"/>
                    <a:pt x="596" y="537"/>
                  </a:cubicBezTo>
                  <a:cubicBezTo>
                    <a:pt x="596" y="253"/>
                    <a:pt x="596" y="253"/>
                    <a:pt x="596" y="253"/>
                  </a:cubicBezTo>
                  <a:lnTo>
                    <a:pt x="596" y="253"/>
                  </a:lnTo>
                  <a:lnTo>
                    <a:pt x="596" y="253"/>
                  </a:lnTo>
                  <a:cubicBezTo>
                    <a:pt x="596" y="177"/>
                    <a:pt x="596" y="177"/>
                    <a:pt x="596" y="177"/>
                  </a:cubicBezTo>
                  <a:cubicBezTo>
                    <a:pt x="596" y="80"/>
                    <a:pt x="516" y="0"/>
                    <a:pt x="419" y="0"/>
                  </a:cubicBezTo>
                  <a:cubicBezTo>
                    <a:pt x="177" y="0"/>
                    <a:pt x="177" y="0"/>
                    <a:pt x="177" y="0"/>
                  </a:cubicBezTo>
                  <a:cubicBezTo>
                    <a:pt x="80" y="0"/>
                    <a:pt x="0" y="80"/>
                    <a:pt x="0" y="177"/>
                  </a:cubicBezTo>
                  <a:cubicBezTo>
                    <a:pt x="0" y="537"/>
                    <a:pt x="0" y="537"/>
                    <a:pt x="0" y="537"/>
                  </a:cubicBezTo>
                  <a:cubicBezTo>
                    <a:pt x="0" y="575"/>
                    <a:pt x="25" y="608"/>
                    <a:pt x="60" y="619"/>
                  </a:cubicBezTo>
                  <a:cubicBezTo>
                    <a:pt x="60" y="699"/>
                    <a:pt x="60" y="699"/>
                    <a:pt x="60" y="699"/>
                  </a:cubicBezTo>
                  <a:cubicBezTo>
                    <a:pt x="60" y="703"/>
                    <a:pt x="62" y="707"/>
                    <a:pt x="64" y="710"/>
                  </a:cubicBezTo>
                  <a:close/>
                  <a:moveTo>
                    <a:pt x="149" y="684"/>
                  </a:moveTo>
                  <a:lnTo>
                    <a:pt x="149" y="684"/>
                  </a:lnTo>
                  <a:cubicBezTo>
                    <a:pt x="89" y="684"/>
                    <a:pt x="89" y="684"/>
                    <a:pt x="89" y="684"/>
                  </a:cubicBezTo>
                  <a:cubicBezTo>
                    <a:pt x="89" y="625"/>
                    <a:pt x="89" y="625"/>
                    <a:pt x="89" y="625"/>
                  </a:cubicBezTo>
                  <a:cubicBezTo>
                    <a:pt x="149" y="625"/>
                    <a:pt x="149" y="625"/>
                    <a:pt x="149" y="625"/>
                  </a:cubicBezTo>
                  <a:lnTo>
                    <a:pt x="149" y="684"/>
                  </a:lnTo>
                  <a:close/>
                  <a:moveTo>
                    <a:pt x="460" y="268"/>
                  </a:moveTo>
                  <a:lnTo>
                    <a:pt x="460" y="268"/>
                  </a:lnTo>
                  <a:cubicBezTo>
                    <a:pt x="458" y="269"/>
                    <a:pt x="453" y="272"/>
                    <a:pt x="451" y="275"/>
                  </a:cubicBezTo>
                  <a:cubicBezTo>
                    <a:pt x="406" y="308"/>
                    <a:pt x="373" y="361"/>
                    <a:pt x="347" y="421"/>
                  </a:cubicBezTo>
                  <a:cubicBezTo>
                    <a:pt x="324" y="476"/>
                    <a:pt x="307" y="537"/>
                    <a:pt x="300" y="594"/>
                  </a:cubicBezTo>
                  <a:cubicBezTo>
                    <a:pt x="296" y="594"/>
                    <a:pt x="296" y="594"/>
                    <a:pt x="296" y="594"/>
                  </a:cubicBezTo>
                  <a:cubicBezTo>
                    <a:pt x="285" y="516"/>
                    <a:pt x="260" y="433"/>
                    <a:pt x="221" y="364"/>
                  </a:cubicBezTo>
                  <a:cubicBezTo>
                    <a:pt x="200" y="329"/>
                    <a:pt x="175" y="297"/>
                    <a:pt x="145" y="275"/>
                  </a:cubicBezTo>
                  <a:cubicBezTo>
                    <a:pt x="142" y="272"/>
                    <a:pt x="138" y="269"/>
                    <a:pt x="135" y="268"/>
                  </a:cubicBezTo>
                  <a:lnTo>
                    <a:pt x="460" y="268"/>
                  </a:lnTo>
                  <a:close/>
                  <a:moveTo>
                    <a:pt x="446" y="625"/>
                  </a:moveTo>
                  <a:lnTo>
                    <a:pt x="446" y="625"/>
                  </a:lnTo>
                  <a:cubicBezTo>
                    <a:pt x="506" y="625"/>
                    <a:pt x="506" y="625"/>
                    <a:pt x="506" y="625"/>
                  </a:cubicBezTo>
                  <a:cubicBezTo>
                    <a:pt x="506" y="684"/>
                    <a:pt x="506" y="684"/>
                    <a:pt x="506" y="684"/>
                  </a:cubicBezTo>
                  <a:cubicBezTo>
                    <a:pt x="446" y="684"/>
                    <a:pt x="446" y="684"/>
                    <a:pt x="446" y="684"/>
                  </a:cubicBezTo>
                  <a:lnTo>
                    <a:pt x="446" y="625"/>
                  </a:lnTo>
                  <a:close/>
                  <a:moveTo>
                    <a:pt x="548" y="578"/>
                  </a:moveTo>
                  <a:lnTo>
                    <a:pt x="548" y="578"/>
                  </a:lnTo>
                  <a:cubicBezTo>
                    <a:pt x="539" y="589"/>
                    <a:pt x="523" y="594"/>
                    <a:pt x="508" y="594"/>
                  </a:cubicBezTo>
                  <a:cubicBezTo>
                    <a:pt x="431" y="594"/>
                    <a:pt x="431" y="594"/>
                    <a:pt x="431" y="594"/>
                  </a:cubicBezTo>
                  <a:cubicBezTo>
                    <a:pt x="329" y="594"/>
                    <a:pt x="329" y="594"/>
                    <a:pt x="329" y="594"/>
                  </a:cubicBezTo>
                  <a:cubicBezTo>
                    <a:pt x="340" y="522"/>
                    <a:pt x="364" y="441"/>
                    <a:pt x="400" y="380"/>
                  </a:cubicBezTo>
                  <a:cubicBezTo>
                    <a:pt x="420" y="346"/>
                    <a:pt x="444" y="318"/>
                    <a:pt x="469" y="299"/>
                  </a:cubicBezTo>
                  <a:cubicBezTo>
                    <a:pt x="494" y="279"/>
                    <a:pt x="520" y="268"/>
                    <a:pt x="551" y="268"/>
                  </a:cubicBezTo>
                  <a:cubicBezTo>
                    <a:pt x="565" y="268"/>
                    <a:pt x="565" y="268"/>
                    <a:pt x="565" y="268"/>
                  </a:cubicBezTo>
                  <a:cubicBezTo>
                    <a:pt x="565" y="537"/>
                    <a:pt x="565" y="537"/>
                    <a:pt x="565" y="537"/>
                  </a:cubicBezTo>
                  <a:cubicBezTo>
                    <a:pt x="565" y="553"/>
                    <a:pt x="559" y="568"/>
                    <a:pt x="548" y="578"/>
                  </a:cubicBezTo>
                  <a:close/>
                  <a:moveTo>
                    <a:pt x="522" y="73"/>
                  </a:moveTo>
                  <a:lnTo>
                    <a:pt x="522" y="73"/>
                  </a:lnTo>
                  <a:cubicBezTo>
                    <a:pt x="550" y="99"/>
                    <a:pt x="565" y="136"/>
                    <a:pt x="565" y="177"/>
                  </a:cubicBezTo>
                  <a:cubicBezTo>
                    <a:pt x="565" y="237"/>
                    <a:pt x="565" y="237"/>
                    <a:pt x="565" y="237"/>
                  </a:cubicBezTo>
                  <a:cubicBezTo>
                    <a:pt x="328" y="237"/>
                    <a:pt x="328" y="237"/>
                    <a:pt x="328" y="237"/>
                  </a:cubicBezTo>
                  <a:cubicBezTo>
                    <a:pt x="328" y="30"/>
                    <a:pt x="328" y="30"/>
                    <a:pt x="328" y="30"/>
                  </a:cubicBezTo>
                  <a:cubicBezTo>
                    <a:pt x="419" y="30"/>
                    <a:pt x="419" y="30"/>
                    <a:pt x="419" y="30"/>
                  </a:cubicBezTo>
                  <a:cubicBezTo>
                    <a:pt x="459" y="30"/>
                    <a:pt x="495" y="46"/>
                    <a:pt x="522" y="73"/>
                  </a:cubicBezTo>
                  <a:close/>
                  <a:moveTo>
                    <a:pt x="73" y="73"/>
                  </a:moveTo>
                  <a:lnTo>
                    <a:pt x="73" y="73"/>
                  </a:lnTo>
                  <a:cubicBezTo>
                    <a:pt x="99" y="46"/>
                    <a:pt x="137" y="30"/>
                    <a:pt x="177" y="30"/>
                  </a:cubicBezTo>
                  <a:cubicBezTo>
                    <a:pt x="297" y="30"/>
                    <a:pt x="297" y="30"/>
                    <a:pt x="297" y="30"/>
                  </a:cubicBezTo>
                  <a:cubicBezTo>
                    <a:pt x="297" y="237"/>
                    <a:pt x="297" y="237"/>
                    <a:pt x="297" y="237"/>
                  </a:cubicBezTo>
                  <a:cubicBezTo>
                    <a:pt x="29" y="237"/>
                    <a:pt x="29" y="237"/>
                    <a:pt x="29" y="237"/>
                  </a:cubicBezTo>
                  <a:cubicBezTo>
                    <a:pt x="29" y="177"/>
                    <a:pt x="29" y="177"/>
                    <a:pt x="29" y="177"/>
                  </a:cubicBezTo>
                  <a:cubicBezTo>
                    <a:pt x="29" y="136"/>
                    <a:pt x="46" y="99"/>
                    <a:pt x="73" y="73"/>
                  </a:cubicBezTo>
                  <a:close/>
                  <a:moveTo>
                    <a:pt x="29" y="537"/>
                  </a:moveTo>
                  <a:lnTo>
                    <a:pt x="29" y="537"/>
                  </a:lnTo>
                  <a:cubicBezTo>
                    <a:pt x="29" y="268"/>
                    <a:pt x="29" y="268"/>
                    <a:pt x="29" y="268"/>
                  </a:cubicBezTo>
                  <a:cubicBezTo>
                    <a:pt x="45" y="268"/>
                    <a:pt x="45" y="268"/>
                    <a:pt x="45" y="268"/>
                  </a:cubicBezTo>
                  <a:cubicBezTo>
                    <a:pt x="74" y="268"/>
                    <a:pt x="102" y="279"/>
                    <a:pt x="127" y="299"/>
                  </a:cubicBezTo>
                  <a:cubicBezTo>
                    <a:pt x="165" y="328"/>
                    <a:pt x="197" y="377"/>
                    <a:pt x="222" y="433"/>
                  </a:cubicBezTo>
                  <a:cubicBezTo>
                    <a:pt x="243" y="484"/>
                    <a:pt x="258" y="541"/>
                    <a:pt x="267" y="594"/>
                  </a:cubicBezTo>
                  <a:cubicBezTo>
                    <a:pt x="163" y="594"/>
                    <a:pt x="163" y="594"/>
                    <a:pt x="163" y="594"/>
                  </a:cubicBezTo>
                  <a:cubicBezTo>
                    <a:pt x="88" y="594"/>
                    <a:pt x="88" y="594"/>
                    <a:pt x="88" y="594"/>
                  </a:cubicBezTo>
                  <a:cubicBezTo>
                    <a:pt x="73" y="594"/>
                    <a:pt x="57" y="589"/>
                    <a:pt x="48" y="578"/>
                  </a:cubicBezTo>
                  <a:cubicBezTo>
                    <a:pt x="36" y="568"/>
                    <a:pt x="29" y="553"/>
                    <a:pt x="29"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2" name="Group 75">
            <a:extLst>
              <a:ext uri="{FF2B5EF4-FFF2-40B4-BE49-F238E27FC236}">
                <a16:creationId xmlns:a16="http://schemas.microsoft.com/office/drawing/2014/main" id="{0430B5A8-62EC-5E46-21A6-2ED7BC078A68}"/>
              </a:ext>
            </a:extLst>
          </p:cNvPr>
          <p:cNvGrpSpPr/>
          <p:nvPr/>
        </p:nvGrpSpPr>
        <p:grpSpPr>
          <a:xfrm>
            <a:off x="8528719" y="609501"/>
            <a:ext cx="2046287" cy="139700"/>
            <a:chOff x="7500938" y="947738"/>
            <a:chExt cx="2046287" cy="139700"/>
          </a:xfrm>
          <a:solidFill>
            <a:schemeClr val="accent4"/>
          </a:solidFill>
        </p:grpSpPr>
        <p:sp>
          <p:nvSpPr>
            <p:cNvPr id="73" name="Freeform 56">
              <a:extLst>
                <a:ext uri="{FF2B5EF4-FFF2-40B4-BE49-F238E27FC236}">
                  <a16:creationId xmlns:a16="http://schemas.microsoft.com/office/drawing/2014/main" id="{FBC9DD98-225E-B496-B02D-62A1597CA421}"/>
                </a:ext>
              </a:extLst>
            </p:cNvPr>
            <p:cNvSpPr>
              <a:spLocks noChangeArrowheads="1"/>
            </p:cNvSpPr>
            <p:nvPr/>
          </p:nvSpPr>
          <p:spPr bwMode="auto">
            <a:xfrm>
              <a:off x="7500938" y="949325"/>
              <a:ext cx="90487"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57">
              <a:extLst>
                <a:ext uri="{FF2B5EF4-FFF2-40B4-BE49-F238E27FC236}">
                  <a16:creationId xmlns:a16="http://schemas.microsoft.com/office/drawing/2014/main" id="{319039B7-D4A6-6F39-66C7-4ADBCB9A9EC9}"/>
                </a:ext>
              </a:extLst>
            </p:cNvPr>
            <p:cNvSpPr>
              <a:spLocks noChangeArrowheads="1"/>
            </p:cNvSpPr>
            <p:nvPr/>
          </p:nvSpPr>
          <p:spPr bwMode="auto">
            <a:xfrm>
              <a:off x="7613650" y="949325"/>
              <a:ext cx="88900" cy="134938"/>
            </a:xfrm>
            <a:custGeom>
              <a:avLst/>
              <a:gdLst>
                <a:gd name="T0" fmla="*/ 116 w 247"/>
                <a:gd name="T1" fmla="*/ 223 h 376"/>
                <a:gd name="T2" fmla="*/ 116 w 247"/>
                <a:gd name="T3" fmla="*/ 223 h 376"/>
                <a:gd name="T4" fmla="*/ 133 w 247"/>
                <a:gd name="T5" fmla="*/ 240 h 376"/>
                <a:gd name="T6" fmla="*/ 148 w 247"/>
                <a:gd name="T7" fmla="*/ 268 h 376"/>
                <a:gd name="T8" fmla="*/ 205 w 247"/>
                <a:gd name="T9" fmla="*/ 375 h 376"/>
                <a:gd name="T10" fmla="*/ 246 w 247"/>
                <a:gd name="T11" fmla="*/ 375 h 376"/>
                <a:gd name="T12" fmla="*/ 183 w 247"/>
                <a:gd name="T13" fmla="*/ 258 h 376"/>
                <a:gd name="T14" fmla="*/ 171 w 247"/>
                <a:gd name="T15" fmla="*/ 237 h 376"/>
                <a:gd name="T16" fmla="*/ 159 w 247"/>
                <a:gd name="T17" fmla="*/ 222 h 376"/>
                <a:gd name="T18" fmla="*/ 147 w 247"/>
                <a:gd name="T19" fmla="*/ 209 h 376"/>
                <a:gd name="T20" fmla="*/ 133 w 247"/>
                <a:gd name="T21" fmla="*/ 201 h 376"/>
                <a:gd name="T22" fmla="*/ 133 w 247"/>
                <a:gd name="T23" fmla="*/ 201 h 376"/>
                <a:gd name="T24" fmla="*/ 169 w 247"/>
                <a:gd name="T25" fmla="*/ 187 h 376"/>
                <a:gd name="T26" fmla="*/ 196 w 247"/>
                <a:gd name="T27" fmla="*/ 165 h 376"/>
                <a:gd name="T28" fmla="*/ 212 w 247"/>
                <a:gd name="T29" fmla="*/ 135 h 376"/>
                <a:gd name="T30" fmla="*/ 219 w 247"/>
                <a:gd name="T31" fmla="*/ 99 h 376"/>
                <a:gd name="T32" fmla="*/ 210 w 247"/>
                <a:gd name="T33" fmla="*/ 56 h 376"/>
                <a:gd name="T34" fmla="*/ 185 w 247"/>
                <a:gd name="T35" fmla="*/ 25 h 376"/>
                <a:gd name="T36" fmla="*/ 150 w 247"/>
                <a:gd name="T37" fmla="*/ 6 h 376"/>
                <a:gd name="T38" fmla="*/ 109 w 247"/>
                <a:gd name="T39" fmla="*/ 0 h 376"/>
                <a:gd name="T40" fmla="*/ 0 w 247"/>
                <a:gd name="T41" fmla="*/ 0 h 376"/>
                <a:gd name="T42" fmla="*/ 0 w 247"/>
                <a:gd name="T43" fmla="*/ 375 h 376"/>
                <a:gd name="T44" fmla="*/ 35 w 247"/>
                <a:gd name="T45" fmla="*/ 375 h 376"/>
                <a:gd name="T46" fmla="*/ 35 w 247"/>
                <a:gd name="T47" fmla="*/ 212 h 376"/>
                <a:gd name="T48" fmla="*/ 77 w 247"/>
                <a:gd name="T49" fmla="*/ 212 h 376"/>
                <a:gd name="T50" fmla="*/ 98 w 247"/>
                <a:gd name="T51" fmla="*/ 215 h 376"/>
                <a:gd name="T52" fmla="*/ 116 w 247"/>
                <a:gd name="T53" fmla="*/ 223 h 376"/>
                <a:gd name="T54" fmla="*/ 35 w 247"/>
                <a:gd name="T55" fmla="*/ 180 h 376"/>
                <a:gd name="T56" fmla="*/ 35 w 247"/>
                <a:gd name="T57" fmla="*/ 180 h 376"/>
                <a:gd name="T58" fmla="*/ 35 w 247"/>
                <a:gd name="T59" fmla="*/ 32 h 376"/>
                <a:gd name="T60" fmla="*/ 101 w 247"/>
                <a:gd name="T61" fmla="*/ 32 h 376"/>
                <a:gd name="T62" fmla="*/ 161 w 247"/>
                <a:gd name="T63" fmla="*/ 50 h 376"/>
                <a:gd name="T64" fmla="*/ 183 w 247"/>
                <a:gd name="T65" fmla="*/ 102 h 376"/>
                <a:gd name="T66" fmla="*/ 176 w 247"/>
                <a:gd name="T67" fmla="*/ 134 h 376"/>
                <a:gd name="T68" fmla="*/ 159 w 247"/>
                <a:gd name="T69" fmla="*/ 159 h 376"/>
                <a:gd name="T70" fmla="*/ 133 w 247"/>
                <a:gd name="T71" fmla="*/ 174 h 376"/>
                <a:gd name="T72" fmla="*/ 98 w 247"/>
                <a:gd name="T73" fmla="*/ 180 h 376"/>
                <a:gd name="T74" fmla="*/ 35 w 247"/>
                <a:gd name="T75" fmla="*/ 180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116" y="223"/>
                  </a:moveTo>
                  <a:lnTo>
                    <a:pt x="116" y="223"/>
                  </a:lnTo>
                  <a:cubicBezTo>
                    <a:pt x="122" y="227"/>
                    <a:pt x="127" y="233"/>
                    <a:pt x="133" y="240"/>
                  </a:cubicBezTo>
                  <a:cubicBezTo>
                    <a:pt x="137" y="248"/>
                    <a:pt x="143" y="257"/>
                    <a:pt x="148" y="268"/>
                  </a:cubicBezTo>
                  <a:cubicBezTo>
                    <a:pt x="205" y="375"/>
                    <a:pt x="205" y="375"/>
                    <a:pt x="205" y="375"/>
                  </a:cubicBezTo>
                  <a:cubicBezTo>
                    <a:pt x="246" y="375"/>
                    <a:pt x="246" y="375"/>
                    <a:pt x="246" y="375"/>
                  </a:cubicBezTo>
                  <a:cubicBezTo>
                    <a:pt x="183" y="258"/>
                    <a:pt x="183" y="258"/>
                    <a:pt x="183" y="258"/>
                  </a:cubicBezTo>
                  <a:cubicBezTo>
                    <a:pt x="179" y="251"/>
                    <a:pt x="175" y="244"/>
                    <a:pt x="171" y="237"/>
                  </a:cubicBezTo>
                  <a:cubicBezTo>
                    <a:pt x="166" y="231"/>
                    <a:pt x="164" y="226"/>
                    <a:pt x="159" y="222"/>
                  </a:cubicBezTo>
                  <a:cubicBezTo>
                    <a:pt x="155" y="216"/>
                    <a:pt x="151" y="212"/>
                    <a:pt x="147" y="209"/>
                  </a:cubicBezTo>
                  <a:cubicBezTo>
                    <a:pt x="143" y="206"/>
                    <a:pt x="138" y="204"/>
                    <a:pt x="133" y="201"/>
                  </a:cubicBezTo>
                  <a:lnTo>
                    <a:pt x="133" y="201"/>
                  </a:lnTo>
                  <a:cubicBezTo>
                    <a:pt x="147" y="197"/>
                    <a:pt x="158" y="192"/>
                    <a:pt x="169" y="187"/>
                  </a:cubicBezTo>
                  <a:cubicBezTo>
                    <a:pt x="179" y="181"/>
                    <a:pt x="189" y="173"/>
                    <a:pt x="196" y="165"/>
                  </a:cubicBezTo>
                  <a:cubicBezTo>
                    <a:pt x="203" y="156"/>
                    <a:pt x="208" y="146"/>
                    <a:pt x="212" y="135"/>
                  </a:cubicBezTo>
                  <a:cubicBezTo>
                    <a:pt x="217" y="124"/>
                    <a:pt x="219" y="112"/>
                    <a:pt x="219" y="99"/>
                  </a:cubicBezTo>
                  <a:cubicBezTo>
                    <a:pt x="219" y="82"/>
                    <a:pt x="215" y="68"/>
                    <a:pt x="210" y="56"/>
                  </a:cubicBezTo>
                  <a:cubicBezTo>
                    <a:pt x="203" y="43"/>
                    <a:pt x="196" y="32"/>
                    <a:pt x="185" y="25"/>
                  </a:cubicBezTo>
                  <a:cubicBezTo>
                    <a:pt x="175" y="17"/>
                    <a:pt x="162" y="10"/>
                    <a:pt x="150" y="6"/>
                  </a:cubicBezTo>
                  <a:cubicBezTo>
                    <a:pt x="137" y="1"/>
                    <a:pt x="123" y="0"/>
                    <a:pt x="109" y="0"/>
                  </a:cubicBezTo>
                  <a:cubicBezTo>
                    <a:pt x="0" y="0"/>
                    <a:pt x="0" y="0"/>
                    <a:pt x="0" y="0"/>
                  </a:cubicBezTo>
                  <a:cubicBezTo>
                    <a:pt x="0" y="375"/>
                    <a:pt x="0" y="375"/>
                    <a:pt x="0" y="375"/>
                  </a:cubicBezTo>
                  <a:cubicBezTo>
                    <a:pt x="35" y="375"/>
                    <a:pt x="35" y="375"/>
                    <a:pt x="35" y="375"/>
                  </a:cubicBezTo>
                  <a:cubicBezTo>
                    <a:pt x="35" y="212"/>
                    <a:pt x="35" y="212"/>
                    <a:pt x="35" y="212"/>
                  </a:cubicBezTo>
                  <a:cubicBezTo>
                    <a:pt x="77" y="212"/>
                    <a:pt x="77" y="212"/>
                    <a:pt x="77" y="212"/>
                  </a:cubicBezTo>
                  <a:cubicBezTo>
                    <a:pt x="84" y="212"/>
                    <a:pt x="91" y="212"/>
                    <a:pt x="98" y="215"/>
                  </a:cubicBezTo>
                  <a:cubicBezTo>
                    <a:pt x="105" y="216"/>
                    <a:pt x="111" y="219"/>
                    <a:pt x="116" y="223"/>
                  </a:cubicBezTo>
                  <a:close/>
                  <a:moveTo>
                    <a:pt x="35" y="180"/>
                  </a:moveTo>
                  <a:lnTo>
                    <a:pt x="35" y="180"/>
                  </a:lnTo>
                  <a:cubicBezTo>
                    <a:pt x="35" y="32"/>
                    <a:pt x="35" y="32"/>
                    <a:pt x="35" y="32"/>
                  </a:cubicBezTo>
                  <a:cubicBezTo>
                    <a:pt x="101" y="32"/>
                    <a:pt x="101" y="32"/>
                    <a:pt x="101" y="32"/>
                  </a:cubicBezTo>
                  <a:cubicBezTo>
                    <a:pt x="127" y="32"/>
                    <a:pt x="147" y="38"/>
                    <a:pt x="161" y="50"/>
                  </a:cubicBezTo>
                  <a:cubicBezTo>
                    <a:pt x="175" y="63"/>
                    <a:pt x="183" y="79"/>
                    <a:pt x="183" y="102"/>
                  </a:cubicBezTo>
                  <a:cubicBezTo>
                    <a:pt x="183" y="113"/>
                    <a:pt x="180" y="124"/>
                    <a:pt x="176" y="134"/>
                  </a:cubicBezTo>
                  <a:cubicBezTo>
                    <a:pt x="172" y="144"/>
                    <a:pt x="166" y="152"/>
                    <a:pt x="159" y="159"/>
                  </a:cubicBezTo>
                  <a:cubicBezTo>
                    <a:pt x="151" y="166"/>
                    <a:pt x="143" y="170"/>
                    <a:pt x="133" y="174"/>
                  </a:cubicBezTo>
                  <a:cubicBezTo>
                    <a:pt x="122" y="179"/>
                    <a:pt x="111" y="180"/>
                    <a:pt x="98" y="180"/>
                  </a:cubicBezTo>
                  <a:lnTo>
                    <a:pt x="35" y="1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58">
              <a:extLst>
                <a:ext uri="{FF2B5EF4-FFF2-40B4-BE49-F238E27FC236}">
                  <a16:creationId xmlns:a16="http://schemas.microsoft.com/office/drawing/2014/main" id="{7049D696-4CA1-7409-7124-F9C84DD08DB1}"/>
                </a:ext>
              </a:extLst>
            </p:cNvPr>
            <p:cNvSpPr>
              <a:spLocks noChangeArrowheads="1"/>
            </p:cNvSpPr>
            <p:nvPr/>
          </p:nvSpPr>
          <p:spPr bwMode="auto">
            <a:xfrm>
              <a:off x="7710488" y="949325"/>
              <a:ext cx="115887" cy="134938"/>
            </a:xfrm>
            <a:custGeom>
              <a:avLst/>
              <a:gdLst>
                <a:gd name="T0" fmla="*/ 79 w 322"/>
                <a:gd name="T1" fmla="*/ 264 h 376"/>
                <a:gd name="T2" fmla="*/ 79 w 322"/>
                <a:gd name="T3" fmla="*/ 264 h 376"/>
                <a:gd name="T4" fmla="*/ 240 w 322"/>
                <a:gd name="T5" fmla="*/ 264 h 376"/>
                <a:gd name="T6" fmla="*/ 282 w 322"/>
                <a:gd name="T7" fmla="*/ 375 h 376"/>
                <a:gd name="T8" fmla="*/ 321 w 322"/>
                <a:gd name="T9" fmla="*/ 375 h 376"/>
                <a:gd name="T10" fmla="*/ 178 w 322"/>
                <a:gd name="T11" fmla="*/ 0 h 376"/>
                <a:gd name="T12" fmla="*/ 144 w 322"/>
                <a:gd name="T13" fmla="*/ 0 h 376"/>
                <a:gd name="T14" fmla="*/ 0 w 322"/>
                <a:gd name="T15" fmla="*/ 375 h 376"/>
                <a:gd name="T16" fmla="*/ 39 w 322"/>
                <a:gd name="T17" fmla="*/ 375 h 376"/>
                <a:gd name="T18" fmla="*/ 79 w 322"/>
                <a:gd name="T19" fmla="*/ 264 h 376"/>
                <a:gd name="T20" fmla="*/ 152 w 322"/>
                <a:gd name="T21" fmla="*/ 66 h 376"/>
                <a:gd name="T22" fmla="*/ 152 w 322"/>
                <a:gd name="T23" fmla="*/ 66 h 376"/>
                <a:gd name="T24" fmla="*/ 156 w 322"/>
                <a:gd name="T25" fmla="*/ 54 h 376"/>
                <a:gd name="T26" fmla="*/ 159 w 322"/>
                <a:gd name="T27" fmla="*/ 39 h 376"/>
                <a:gd name="T28" fmla="*/ 160 w 322"/>
                <a:gd name="T29" fmla="*/ 39 h 376"/>
                <a:gd name="T30" fmla="*/ 163 w 322"/>
                <a:gd name="T31" fmla="*/ 54 h 376"/>
                <a:gd name="T32" fmla="*/ 167 w 322"/>
                <a:gd name="T33" fmla="*/ 66 h 376"/>
                <a:gd name="T34" fmla="*/ 229 w 322"/>
                <a:gd name="T35" fmla="*/ 231 h 376"/>
                <a:gd name="T36" fmla="*/ 91 w 322"/>
                <a:gd name="T37" fmla="*/ 231 h 376"/>
                <a:gd name="T38" fmla="*/ 152 w 322"/>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2" h="376">
                  <a:moveTo>
                    <a:pt x="79" y="264"/>
                  </a:moveTo>
                  <a:lnTo>
                    <a:pt x="79" y="264"/>
                  </a:lnTo>
                  <a:cubicBezTo>
                    <a:pt x="240" y="264"/>
                    <a:pt x="240" y="264"/>
                    <a:pt x="240" y="264"/>
                  </a:cubicBezTo>
                  <a:cubicBezTo>
                    <a:pt x="282" y="375"/>
                    <a:pt x="282" y="375"/>
                    <a:pt x="282" y="375"/>
                  </a:cubicBezTo>
                  <a:cubicBezTo>
                    <a:pt x="321" y="375"/>
                    <a:pt x="321" y="375"/>
                    <a:pt x="321" y="375"/>
                  </a:cubicBezTo>
                  <a:cubicBezTo>
                    <a:pt x="178" y="0"/>
                    <a:pt x="178" y="0"/>
                    <a:pt x="178" y="0"/>
                  </a:cubicBezTo>
                  <a:cubicBezTo>
                    <a:pt x="144" y="0"/>
                    <a:pt x="144" y="0"/>
                    <a:pt x="144" y="0"/>
                  </a:cubicBezTo>
                  <a:cubicBezTo>
                    <a:pt x="0" y="375"/>
                    <a:pt x="0" y="375"/>
                    <a:pt x="0" y="375"/>
                  </a:cubicBezTo>
                  <a:cubicBezTo>
                    <a:pt x="39" y="375"/>
                    <a:pt x="39" y="375"/>
                    <a:pt x="39" y="375"/>
                  </a:cubicBezTo>
                  <a:lnTo>
                    <a:pt x="79" y="264"/>
                  </a:lnTo>
                  <a:close/>
                  <a:moveTo>
                    <a:pt x="152" y="66"/>
                  </a:moveTo>
                  <a:lnTo>
                    <a:pt x="152" y="66"/>
                  </a:lnTo>
                  <a:cubicBezTo>
                    <a:pt x="153" y="61"/>
                    <a:pt x="155" y="59"/>
                    <a:pt x="156" y="54"/>
                  </a:cubicBezTo>
                  <a:cubicBezTo>
                    <a:pt x="156" y="49"/>
                    <a:pt x="158" y="45"/>
                    <a:pt x="159" y="39"/>
                  </a:cubicBezTo>
                  <a:cubicBezTo>
                    <a:pt x="160" y="39"/>
                    <a:pt x="160" y="39"/>
                    <a:pt x="160" y="39"/>
                  </a:cubicBezTo>
                  <a:cubicBezTo>
                    <a:pt x="160" y="45"/>
                    <a:pt x="162" y="49"/>
                    <a:pt x="163" y="54"/>
                  </a:cubicBezTo>
                  <a:cubicBezTo>
                    <a:pt x="165" y="59"/>
                    <a:pt x="166" y="61"/>
                    <a:pt x="167" y="66"/>
                  </a:cubicBezTo>
                  <a:cubicBezTo>
                    <a:pt x="229" y="231"/>
                    <a:pt x="229" y="231"/>
                    <a:pt x="229" y="231"/>
                  </a:cubicBezTo>
                  <a:cubicBezTo>
                    <a:pt x="91" y="231"/>
                    <a:pt x="91" y="231"/>
                    <a:pt x="91" y="231"/>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59">
              <a:extLst>
                <a:ext uri="{FF2B5EF4-FFF2-40B4-BE49-F238E27FC236}">
                  <a16:creationId xmlns:a16="http://schemas.microsoft.com/office/drawing/2014/main" id="{3DD86427-7B8A-FDAC-216C-63B0FE5EF5A4}"/>
                </a:ext>
              </a:extLst>
            </p:cNvPr>
            <p:cNvSpPr>
              <a:spLocks noChangeArrowheads="1"/>
            </p:cNvSpPr>
            <p:nvPr/>
          </p:nvSpPr>
          <p:spPr bwMode="auto">
            <a:xfrm>
              <a:off x="7847013"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1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60 w 294"/>
                <a:gd name="T27" fmla="*/ 322 h 376"/>
                <a:gd name="T28" fmla="*/ 258 w 294"/>
                <a:gd name="T29" fmla="*/ 322 h 376"/>
                <a:gd name="T30" fmla="*/ 251 w 294"/>
                <a:gd name="T31" fmla="*/ 310 h 376"/>
                <a:gd name="T32" fmla="*/ 243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4" y="57"/>
                    <a:pt x="34" y="53"/>
                    <a:pt x="34" y="50"/>
                  </a:cubicBezTo>
                  <a:cubicBezTo>
                    <a:pt x="35" y="50"/>
                    <a:pt x="35" y="50"/>
                    <a:pt x="35" y="50"/>
                  </a:cubicBezTo>
                  <a:cubicBezTo>
                    <a:pt x="37" y="54"/>
                    <a:pt x="38" y="57"/>
                    <a:pt x="41"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8" y="303"/>
                  </a:cubicBezTo>
                  <a:cubicBezTo>
                    <a:pt x="258" y="310"/>
                    <a:pt x="260" y="315"/>
                    <a:pt x="260" y="322"/>
                  </a:cubicBezTo>
                  <a:cubicBezTo>
                    <a:pt x="258" y="322"/>
                    <a:pt x="258" y="322"/>
                    <a:pt x="258" y="322"/>
                  </a:cubicBezTo>
                  <a:cubicBezTo>
                    <a:pt x="257" y="318"/>
                    <a:pt x="254" y="314"/>
                    <a:pt x="251" y="310"/>
                  </a:cubicBezTo>
                  <a:cubicBezTo>
                    <a:pt x="250" y="305"/>
                    <a:pt x="247" y="301"/>
                    <a:pt x="243"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7" name="Freeform 60">
              <a:extLst>
                <a:ext uri="{FF2B5EF4-FFF2-40B4-BE49-F238E27FC236}">
                  <a16:creationId xmlns:a16="http://schemas.microsoft.com/office/drawing/2014/main" id="{8528E4AB-66EA-0EDE-39B6-6EB202394554}"/>
                </a:ext>
              </a:extLst>
            </p:cNvPr>
            <p:cNvSpPr>
              <a:spLocks noChangeArrowheads="1"/>
            </p:cNvSpPr>
            <p:nvPr/>
          </p:nvSpPr>
          <p:spPr bwMode="auto">
            <a:xfrm>
              <a:off x="7981950" y="947738"/>
              <a:ext cx="76200" cy="139700"/>
            </a:xfrm>
            <a:custGeom>
              <a:avLst/>
              <a:gdLst>
                <a:gd name="T0" fmla="*/ 44 w 213"/>
                <a:gd name="T1" fmla="*/ 382 h 389"/>
                <a:gd name="T2" fmla="*/ 44 w 213"/>
                <a:gd name="T3" fmla="*/ 382 h 389"/>
                <a:gd name="T4" fmla="*/ 67 w 213"/>
                <a:gd name="T5" fmla="*/ 386 h 389"/>
                <a:gd name="T6" fmla="*/ 90 w 213"/>
                <a:gd name="T7" fmla="*/ 388 h 389"/>
                <a:gd name="T8" fmla="*/ 139 w 213"/>
                <a:gd name="T9" fmla="*/ 382 h 389"/>
                <a:gd name="T10" fmla="*/ 179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20 w 213"/>
                <a:gd name="T23" fmla="*/ 180 h 389"/>
                <a:gd name="T24" fmla="*/ 81 w 213"/>
                <a:gd name="T25" fmla="*/ 159 h 389"/>
                <a:gd name="T26" fmla="*/ 56 w 213"/>
                <a:gd name="T27" fmla="*/ 139 h 389"/>
                <a:gd name="T28" fmla="*/ 42 w 213"/>
                <a:gd name="T29" fmla="*/ 120 h 389"/>
                <a:gd name="T30" fmla="*/ 38 w 213"/>
                <a:gd name="T31" fmla="*/ 95 h 389"/>
                <a:gd name="T32" fmla="*/ 45 w 213"/>
                <a:gd name="T33" fmla="*/ 67 h 389"/>
                <a:gd name="T34" fmla="*/ 62 w 213"/>
                <a:gd name="T35" fmla="*/ 47 h 389"/>
                <a:gd name="T36" fmla="*/ 88 w 213"/>
                <a:gd name="T37" fmla="*/ 36 h 389"/>
                <a:gd name="T38" fmla="*/ 120 w 213"/>
                <a:gd name="T39" fmla="*/ 32 h 389"/>
                <a:gd name="T40" fmla="*/ 197 w 213"/>
                <a:gd name="T41" fmla="*/ 52 h 389"/>
                <a:gd name="T42" fmla="*/ 197 w 213"/>
                <a:gd name="T43" fmla="*/ 13 h 389"/>
                <a:gd name="T44" fmla="*/ 123 w 213"/>
                <a:gd name="T45" fmla="*/ 0 h 389"/>
                <a:gd name="T46" fmla="*/ 76 w 213"/>
                <a:gd name="T47" fmla="*/ 7 h 389"/>
                <a:gd name="T48" fmla="*/ 38 w 213"/>
                <a:gd name="T49" fmla="*/ 27 h 389"/>
                <a:gd name="T50" fmla="*/ 12 w 213"/>
                <a:gd name="T51" fmla="*/ 57 h 389"/>
                <a:gd name="T52" fmla="*/ 2 w 213"/>
                <a:gd name="T53" fmla="*/ 98 h 389"/>
                <a:gd name="T54" fmla="*/ 7 w 213"/>
                <a:gd name="T55" fmla="*/ 130 h 389"/>
                <a:gd name="T56" fmla="*/ 23 w 213"/>
                <a:gd name="T57" fmla="*/ 156 h 389"/>
                <a:gd name="T58" fmla="*/ 51 w 213"/>
                <a:gd name="T59" fmla="*/ 180 h 389"/>
                <a:gd name="T60" fmla="*/ 93 w 213"/>
                <a:gd name="T61" fmla="*/ 205 h 389"/>
                <a:gd name="T62" fmla="*/ 130 w 213"/>
                <a:gd name="T63" fmla="*/ 226 h 389"/>
                <a:gd name="T64" fmla="*/ 157 w 213"/>
                <a:gd name="T65" fmla="*/ 245 h 389"/>
                <a:gd name="T66" fmla="*/ 172 w 213"/>
                <a:gd name="T67" fmla="*/ 266 h 389"/>
                <a:gd name="T68" fmla="*/ 176 w 213"/>
                <a:gd name="T69" fmla="*/ 293 h 389"/>
                <a:gd name="T70" fmla="*/ 155 w 213"/>
                <a:gd name="T71" fmla="*/ 340 h 389"/>
                <a:gd name="T72" fmla="*/ 91 w 213"/>
                <a:gd name="T73" fmla="*/ 357 h 389"/>
                <a:gd name="T74" fmla="*/ 69 w 213"/>
                <a:gd name="T75" fmla="*/ 354 h 389"/>
                <a:gd name="T76" fmla="*/ 45 w 213"/>
                <a:gd name="T77" fmla="*/ 349 h 389"/>
                <a:gd name="T78" fmla="*/ 21 w 213"/>
                <a:gd name="T79" fmla="*/ 339 h 389"/>
                <a:gd name="T80" fmla="*/ 0 w 213"/>
                <a:gd name="T81" fmla="*/ 326 h 389"/>
                <a:gd name="T82" fmla="*/ 0 w 213"/>
                <a:gd name="T83" fmla="*/ 367 h 389"/>
                <a:gd name="T84" fmla="*/ 19 w 213"/>
                <a:gd name="T85" fmla="*/ 375 h 389"/>
                <a:gd name="T86" fmla="*/ 44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4" y="382"/>
                  </a:moveTo>
                  <a:lnTo>
                    <a:pt x="44" y="382"/>
                  </a:lnTo>
                  <a:cubicBezTo>
                    <a:pt x="52" y="384"/>
                    <a:pt x="60" y="385"/>
                    <a:pt x="67" y="386"/>
                  </a:cubicBezTo>
                  <a:cubicBezTo>
                    <a:pt x="76" y="388"/>
                    <a:pt x="83" y="388"/>
                    <a:pt x="90" y="388"/>
                  </a:cubicBezTo>
                  <a:cubicBezTo>
                    <a:pt x="108" y="388"/>
                    <a:pt x="125" y="386"/>
                    <a:pt x="139" y="382"/>
                  </a:cubicBezTo>
                  <a:cubicBezTo>
                    <a:pt x="154" y="378"/>
                    <a:pt x="168" y="371"/>
                    <a:pt x="179" y="363"/>
                  </a:cubicBezTo>
                  <a:cubicBezTo>
                    <a:pt x="189" y="354"/>
                    <a:pt x="199" y="344"/>
                    <a:pt x="204" y="332"/>
                  </a:cubicBezTo>
                  <a:cubicBezTo>
                    <a:pt x="210" y="319"/>
                    <a:pt x="212" y="305"/>
                    <a:pt x="212" y="289"/>
                  </a:cubicBezTo>
                  <a:cubicBezTo>
                    <a:pt x="212" y="278"/>
                    <a:pt x="211" y="266"/>
                    <a:pt x="207" y="257"/>
                  </a:cubicBezTo>
                  <a:cubicBezTo>
                    <a:pt x="204" y="247"/>
                    <a:pt x="197" y="237"/>
                    <a:pt x="190" y="229"/>
                  </a:cubicBezTo>
                  <a:cubicBezTo>
                    <a:pt x="182" y="220"/>
                    <a:pt x="172" y="212"/>
                    <a:pt x="161" y="204"/>
                  </a:cubicBezTo>
                  <a:cubicBezTo>
                    <a:pt x="150" y="197"/>
                    <a:pt x="136" y="188"/>
                    <a:pt x="120" y="180"/>
                  </a:cubicBezTo>
                  <a:cubicBezTo>
                    <a:pt x="105" y="172"/>
                    <a:pt x="93" y="165"/>
                    <a:pt x="81" y="159"/>
                  </a:cubicBezTo>
                  <a:cubicBezTo>
                    <a:pt x="72" y="152"/>
                    <a:pt x="63" y="146"/>
                    <a:pt x="56" y="139"/>
                  </a:cubicBezTo>
                  <a:cubicBezTo>
                    <a:pt x="51" y="134"/>
                    <a:pt x="45" y="127"/>
                    <a:pt x="42" y="120"/>
                  </a:cubicBezTo>
                  <a:cubicBezTo>
                    <a:pt x="40" y="113"/>
                    <a:pt x="38" y="105"/>
                    <a:pt x="38" y="95"/>
                  </a:cubicBezTo>
                  <a:cubicBezTo>
                    <a:pt x="38" y="84"/>
                    <a:pt x="41" y="75"/>
                    <a:pt x="45" y="67"/>
                  </a:cubicBezTo>
                  <a:cubicBezTo>
                    <a:pt x="49" y="60"/>
                    <a:pt x="55" y="53"/>
                    <a:pt x="62" y="47"/>
                  </a:cubicBezTo>
                  <a:cubicBezTo>
                    <a:pt x="70" y="43"/>
                    <a:pt x="79" y="39"/>
                    <a:pt x="88" y="36"/>
                  </a:cubicBezTo>
                  <a:cubicBezTo>
                    <a:pt x="98" y="33"/>
                    <a:pt x="109" y="32"/>
                    <a:pt x="120" y="32"/>
                  </a:cubicBezTo>
                  <a:cubicBezTo>
                    <a:pt x="150" y="32"/>
                    <a:pt x="176" y="38"/>
                    <a:pt x="197" y="52"/>
                  </a:cubicBezTo>
                  <a:cubicBezTo>
                    <a:pt x="197" y="13"/>
                    <a:pt x="197" y="13"/>
                    <a:pt x="197" y="13"/>
                  </a:cubicBezTo>
                  <a:cubicBezTo>
                    <a:pt x="178" y="4"/>
                    <a:pt x="153" y="0"/>
                    <a:pt x="123" y="0"/>
                  </a:cubicBezTo>
                  <a:cubicBezTo>
                    <a:pt x="106" y="0"/>
                    <a:pt x="91" y="3"/>
                    <a:pt x="76" y="7"/>
                  </a:cubicBezTo>
                  <a:cubicBezTo>
                    <a:pt x="62" y="11"/>
                    <a:pt x="49" y="18"/>
                    <a:pt x="38" y="27"/>
                  </a:cubicBezTo>
                  <a:cubicBezTo>
                    <a:pt x="27" y="35"/>
                    <a:pt x="19" y="45"/>
                    <a:pt x="12" y="57"/>
                  </a:cubicBezTo>
                  <a:cubicBezTo>
                    <a:pt x="5" y="70"/>
                    <a:pt x="2" y="82"/>
                    <a:pt x="2" y="98"/>
                  </a:cubicBezTo>
                  <a:cubicBezTo>
                    <a:pt x="2" y="110"/>
                    <a:pt x="3" y="121"/>
                    <a:pt x="7" y="130"/>
                  </a:cubicBezTo>
                  <a:cubicBezTo>
                    <a:pt x="10" y="139"/>
                    <a:pt x="16" y="148"/>
                    <a:pt x="23" y="156"/>
                  </a:cubicBezTo>
                  <a:cubicBezTo>
                    <a:pt x="30" y="165"/>
                    <a:pt x="40" y="173"/>
                    <a:pt x="51" y="180"/>
                  </a:cubicBezTo>
                  <a:cubicBezTo>
                    <a:pt x="62" y="188"/>
                    <a:pt x="76" y="197"/>
                    <a:pt x="93" y="205"/>
                  </a:cubicBezTo>
                  <a:cubicBezTo>
                    <a:pt x="106" y="213"/>
                    <a:pt x="119" y="220"/>
                    <a:pt x="130" y="226"/>
                  </a:cubicBezTo>
                  <a:cubicBezTo>
                    <a:pt x="140" y="233"/>
                    <a:pt x="150" y="240"/>
                    <a:pt x="157" y="245"/>
                  </a:cubicBezTo>
                  <a:cubicBezTo>
                    <a:pt x="164" y="252"/>
                    <a:pt x="168" y="259"/>
                    <a:pt x="172" y="266"/>
                  </a:cubicBezTo>
                  <a:cubicBezTo>
                    <a:pt x="175" y="273"/>
                    <a:pt x="176" y="283"/>
                    <a:pt x="176" y="293"/>
                  </a:cubicBezTo>
                  <a:cubicBezTo>
                    <a:pt x="176" y="314"/>
                    <a:pt x="169" y="329"/>
                    <a:pt x="155" y="340"/>
                  </a:cubicBezTo>
                  <a:cubicBezTo>
                    <a:pt x="141" y="351"/>
                    <a:pt x="120" y="357"/>
                    <a:pt x="91" y="357"/>
                  </a:cubicBezTo>
                  <a:cubicBezTo>
                    <a:pt x="84" y="357"/>
                    <a:pt x="77" y="356"/>
                    <a:pt x="69" y="354"/>
                  </a:cubicBezTo>
                  <a:cubicBezTo>
                    <a:pt x="60" y="353"/>
                    <a:pt x="52" y="351"/>
                    <a:pt x="45" y="349"/>
                  </a:cubicBezTo>
                  <a:cubicBezTo>
                    <a:pt x="37" y="346"/>
                    <a:pt x="30" y="343"/>
                    <a:pt x="21" y="339"/>
                  </a:cubicBezTo>
                  <a:cubicBezTo>
                    <a:pt x="14" y="336"/>
                    <a:pt x="7" y="332"/>
                    <a:pt x="0" y="326"/>
                  </a:cubicBezTo>
                  <a:cubicBezTo>
                    <a:pt x="0" y="367"/>
                    <a:pt x="0" y="367"/>
                    <a:pt x="0" y="367"/>
                  </a:cubicBezTo>
                  <a:cubicBezTo>
                    <a:pt x="6" y="371"/>
                    <a:pt x="12" y="374"/>
                    <a:pt x="19" y="375"/>
                  </a:cubicBezTo>
                  <a:cubicBezTo>
                    <a:pt x="27" y="378"/>
                    <a:pt x="35" y="381"/>
                    <a:pt x="44"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8" name="Freeform 61">
              <a:extLst>
                <a:ext uri="{FF2B5EF4-FFF2-40B4-BE49-F238E27FC236}">
                  <a16:creationId xmlns:a16="http://schemas.microsoft.com/office/drawing/2014/main" id="{A3B4AE53-7365-FA85-0445-C7D001C4B7AB}"/>
                </a:ext>
              </a:extLst>
            </p:cNvPr>
            <p:cNvSpPr>
              <a:spLocks noChangeArrowheads="1"/>
            </p:cNvSpPr>
            <p:nvPr/>
          </p:nvSpPr>
          <p:spPr bwMode="auto">
            <a:xfrm>
              <a:off x="8086725" y="949325"/>
              <a:ext cx="79375" cy="134938"/>
            </a:xfrm>
            <a:custGeom>
              <a:avLst/>
              <a:gdLst>
                <a:gd name="T0" fmla="*/ 34 w 220"/>
                <a:gd name="T1" fmla="*/ 229 h 376"/>
                <a:gd name="T2" fmla="*/ 34 w 220"/>
                <a:gd name="T3" fmla="*/ 229 h 376"/>
                <a:gd name="T4" fmla="*/ 86 w 220"/>
                <a:gd name="T5" fmla="*/ 229 h 376"/>
                <a:gd name="T6" fmla="*/ 142 w 220"/>
                <a:gd name="T7" fmla="*/ 219 h 376"/>
                <a:gd name="T8" fmla="*/ 184 w 220"/>
                <a:gd name="T9" fmla="*/ 194 h 376"/>
                <a:gd name="T10" fmla="*/ 210 w 220"/>
                <a:gd name="T11" fmla="*/ 156 h 376"/>
                <a:gd name="T12" fmla="*/ 219 w 220"/>
                <a:gd name="T13" fmla="*/ 109 h 376"/>
                <a:gd name="T14" fmla="*/ 212 w 220"/>
                <a:gd name="T15" fmla="*/ 63 h 376"/>
                <a:gd name="T16" fmla="*/ 188 w 220"/>
                <a:gd name="T17" fmla="*/ 28 h 376"/>
                <a:gd name="T18" fmla="*/ 149 w 220"/>
                <a:gd name="T19" fmla="*/ 7 h 376"/>
                <a:gd name="T20" fmla="*/ 97 w 220"/>
                <a:gd name="T21" fmla="*/ 0 h 376"/>
                <a:gd name="T22" fmla="*/ 0 w 220"/>
                <a:gd name="T23" fmla="*/ 0 h 376"/>
                <a:gd name="T24" fmla="*/ 0 w 220"/>
                <a:gd name="T25" fmla="*/ 375 h 376"/>
                <a:gd name="T26" fmla="*/ 34 w 220"/>
                <a:gd name="T27" fmla="*/ 375 h 376"/>
                <a:gd name="T28" fmla="*/ 34 w 220"/>
                <a:gd name="T29" fmla="*/ 229 h 376"/>
                <a:gd name="T30" fmla="*/ 34 w 220"/>
                <a:gd name="T31" fmla="*/ 32 h 376"/>
                <a:gd name="T32" fmla="*/ 34 w 220"/>
                <a:gd name="T33" fmla="*/ 32 h 376"/>
                <a:gd name="T34" fmla="*/ 90 w 220"/>
                <a:gd name="T35" fmla="*/ 32 h 376"/>
                <a:gd name="T36" fmla="*/ 182 w 220"/>
                <a:gd name="T37" fmla="*/ 110 h 376"/>
                <a:gd name="T38" fmla="*/ 157 w 220"/>
                <a:gd name="T39" fmla="*/ 174 h 376"/>
                <a:gd name="T40" fmla="*/ 85 w 220"/>
                <a:gd name="T41" fmla="*/ 197 h 376"/>
                <a:gd name="T42" fmla="*/ 34 w 220"/>
                <a:gd name="T43" fmla="*/ 197 h 376"/>
                <a:gd name="T44" fmla="*/ 34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4" y="229"/>
                  </a:moveTo>
                  <a:lnTo>
                    <a:pt x="34" y="229"/>
                  </a:lnTo>
                  <a:cubicBezTo>
                    <a:pt x="86" y="229"/>
                    <a:pt x="86" y="229"/>
                    <a:pt x="86" y="229"/>
                  </a:cubicBezTo>
                  <a:cubicBezTo>
                    <a:pt x="107" y="229"/>
                    <a:pt x="125" y="226"/>
                    <a:pt x="142" y="219"/>
                  </a:cubicBezTo>
                  <a:cubicBezTo>
                    <a:pt x="159" y="213"/>
                    <a:pt x="172" y="205"/>
                    <a:pt x="184" y="194"/>
                  </a:cubicBezTo>
                  <a:cubicBezTo>
                    <a:pt x="195" y="184"/>
                    <a:pt x="205" y="172"/>
                    <a:pt x="210" y="156"/>
                  </a:cubicBezTo>
                  <a:cubicBezTo>
                    <a:pt x="216" y="142"/>
                    <a:pt x="219" y="125"/>
                    <a:pt x="219" y="109"/>
                  </a:cubicBezTo>
                  <a:cubicBezTo>
                    <a:pt x="219" y="91"/>
                    <a:pt x="217" y="75"/>
                    <a:pt x="212" y="63"/>
                  </a:cubicBezTo>
                  <a:cubicBezTo>
                    <a:pt x="206" y="49"/>
                    <a:pt x="198" y="38"/>
                    <a:pt x="188" y="28"/>
                  </a:cubicBezTo>
                  <a:cubicBezTo>
                    <a:pt x="177" y="20"/>
                    <a:pt x="164" y="11"/>
                    <a:pt x="149" y="7"/>
                  </a:cubicBezTo>
                  <a:cubicBezTo>
                    <a:pt x="133" y="1"/>
                    <a:pt x="117" y="0"/>
                    <a:pt x="97" y="0"/>
                  </a:cubicBezTo>
                  <a:cubicBezTo>
                    <a:pt x="0" y="0"/>
                    <a:pt x="0" y="0"/>
                    <a:pt x="0" y="0"/>
                  </a:cubicBezTo>
                  <a:cubicBezTo>
                    <a:pt x="0" y="375"/>
                    <a:pt x="0" y="375"/>
                    <a:pt x="0" y="375"/>
                  </a:cubicBezTo>
                  <a:cubicBezTo>
                    <a:pt x="34" y="375"/>
                    <a:pt x="34" y="375"/>
                    <a:pt x="34" y="375"/>
                  </a:cubicBezTo>
                  <a:lnTo>
                    <a:pt x="34" y="229"/>
                  </a:lnTo>
                  <a:close/>
                  <a:moveTo>
                    <a:pt x="34" y="32"/>
                  </a:moveTo>
                  <a:lnTo>
                    <a:pt x="34" y="32"/>
                  </a:lnTo>
                  <a:cubicBezTo>
                    <a:pt x="90" y="32"/>
                    <a:pt x="90" y="32"/>
                    <a:pt x="90" y="32"/>
                  </a:cubicBezTo>
                  <a:cubicBezTo>
                    <a:pt x="152" y="32"/>
                    <a:pt x="182" y="59"/>
                    <a:pt x="182" y="110"/>
                  </a:cubicBezTo>
                  <a:cubicBezTo>
                    <a:pt x="182" y="138"/>
                    <a:pt x="174" y="159"/>
                    <a:pt x="157" y="174"/>
                  </a:cubicBezTo>
                  <a:cubicBezTo>
                    <a:pt x="140" y="190"/>
                    <a:pt x="117" y="197"/>
                    <a:pt x="85" y="197"/>
                  </a:cubicBezTo>
                  <a:cubicBezTo>
                    <a:pt x="34" y="197"/>
                    <a:pt x="34" y="197"/>
                    <a:pt x="34" y="197"/>
                  </a:cubicBezTo>
                  <a:lnTo>
                    <a:pt x="34"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2">
              <a:extLst>
                <a:ext uri="{FF2B5EF4-FFF2-40B4-BE49-F238E27FC236}">
                  <a16:creationId xmlns:a16="http://schemas.microsoft.com/office/drawing/2014/main" id="{BA8AB161-D864-5F07-14D9-8760431FDF8D}"/>
                </a:ext>
              </a:extLst>
            </p:cNvPr>
            <p:cNvSpPr>
              <a:spLocks noChangeArrowheads="1"/>
            </p:cNvSpPr>
            <p:nvPr/>
          </p:nvSpPr>
          <p:spPr bwMode="auto">
            <a:xfrm>
              <a:off x="8185150" y="947738"/>
              <a:ext cx="127000" cy="139700"/>
            </a:xfrm>
            <a:custGeom>
              <a:avLst/>
              <a:gdLst>
                <a:gd name="T0" fmla="*/ 47 w 354"/>
                <a:gd name="T1" fmla="*/ 333 h 389"/>
                <a:gd name="T2" fmla="*/ 47 w 354"/>
                <a:gd name="T3" fmla="*/ 333 h 389"/>
                <a:gd name="T4" fmla="*/ 102 w 354"/>
                <a:gd name="T5" fmla="*/ 374 h 389"/>
                <a:gd name="T6" fmla="*/ 176 w 354"/>
                <a:gd name="T7" fmla="*/ 388 h 389"/>
                <a:gd name="T8" fmla="*/ 251 w 354"/>
                <a:gd name="T9" fmla="*/ 372 h 389"/>
                <a:gd name="T10" fmla="*/ 307 w 354"/>
                <a:gd name="T11" fmla="*/ 331 h 389"/>
                <a:gd name="T12" fmla="*/ 342 w 354"/>
                <a:gd name="T13" fmla="*/ 268 h 389"/>
                <a:gd name="T14" fmla="*/ 353 w 354"/>
                <a:gd name="T15" fmla="*/ 188 h 389"/>
                <a:gd name="T16" fmla="*/ 340 w 354"/>
                <a:gd name="T17" fmla="*/ 114 h 389"/>
                <a:gd name="T18" fmla="*/ 307 w 354"/>
                <a:gd name="T19" fmla="*/ 54 h 389"/>
                <a:gd name="T20" fmla="*/ 252 w 354"/>
                <a:gd name="T21" fmla="*/ 14 h 389"/>
                <a:gd name="T22" fmla="*/ 181 w 354"/>
                <a:gd name="T23" fmla="*/ 0 h 389"/>
                <a:gd name="T24" fmla="*/ 105 w 354"/>
                <a:gd name="T25" fmla="*/ 15 h 389"/>
                <a:gd name="T26" fmla="*/ 47 w 354"/>
                <a:gd name="T27" fmla="*/ 56 h 389"/>
                <a:gd name="T28" fmla="*/ 12 w 354"/>
                <a:gd name="T29" fmla="*/ 117 h 389"/>
                <a:gd name="T30" fmla="*/ 0 w 354"/>
                <a:gd name="T31" fmla="*/ 198 h 389"/>
                <a:gd name="T32" fmla="*/ 12 w 354"/>
                <a:gd name="T33" fmla="*/ 272 h 389"/>
                <a:gd name="T34" fmla="*/ 47 w 354"/>
                <a:gd name="T35" fmla="*/ 333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7 w 354"/>
                <a:gd name="T55" fmla="*/ 259 h 389"/>
                <a:gd name="T56" fmla="*/ 280 w 354"/>
                <a:gd name="T57" fmla="*/ 311 h 389"/>
                <a:gd name="T58" fmla="*/ 236 w 354"/>
                <a:gd name="T59" fmla="*/ 344 h 389"/>
                <a:gd name="T60" fmla="*/ 174 w 354"/>
                <a:gd name="T61" fmla="*/ 357 h 389"/>
                <a:gd name="T62" fmla="*/ 113 w 354"/>
                <a:gd name="T63" fmla="*/ 343 h 389"/>
                <a:gd name="T64" fmla="*/ 70 w 354"/>
                <a:gd name="T65" fmla="*/ 307 h 389"/>
                <a:gd name="T66" fmla="*/ 45 w 354"/>
                <a:gd name="T67" fmla="*/ 255 h 389"/>
                <a:gd name="T68" fmla="*/ 36 w 354"/>
                <a:gd name="T69" fmla="*/ 195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3"/>
                  </a:moveTo>
                  <a:lnTo>
                    <a:pt x="47" y="333"/>
                  </a:lnTo>
                  <a:cubicBezTo>
                    <a:pt x="63" y="350"/>
                    <a:pt x="81" y="364"/>
                    <a:pt x="102" y="374"/>
                  </a:cubicBezTo>
                  <a:cubicBezTo>
                    <a:pt x="124" y="384"/>
                    <a:pt x="148" y="388"/>
                    <a:pt x="176" y="388"/>
                  </a:cubicBezTo>
                  <a:cubicBezTo>
                    <a:pt x="204" y="388"/>
                    <a:pt x="229" y="384"/>
                    <a:pt x="251" y="372"/>
                  </a:cubicBezTo>
                  <a:cubicBezTo>
                    <a:pt x="273" y="363"/>
                    <a:pt x="291" y="349"/>
                    <a:pt x="307" y="331"/>
                  </a:cubicBezTo>
                  <a:cubicBezTo>
                    <a:pt x="322" y="314"/>
                    <a:pt x="333" y="293"/>
                    <a:pt x="342" y="268"/>
                  </a:cubicBezTo>
                  <a:cubicBezTo>
                    <a:pt x="349" y="244"/>
                    <a:pt x="353" y="218"/>
                    <a:pt x="353" y="188"/>
                  </a:cubicBezTo>
                  <a:cubicBezTo>
                    <a:pt x="353" y="162"/>
                    <a:pt x="349" y="137"/>
                    <a:pt x="340" y="114"/>
                  </a:cubicBezTo>
                  <a:cubicBezTo>
                    <a:pt x="333" y="91"/>
                    <a:pt x="322" y="71"/>
                    <a:pt x="307" y="54"/>
                  </a:cubicBezTo>
                  <a:cubicBezTo>
                    <a:pt x="291" y="38"/>
                    <a:pt x="275" y="24"/>
                    <a:pt x="252" y="14"/>
                  </a:cubicBezTo>
                  <a:cubicBezTo>
                    <a:pt x="231" y="6"/>
                    <a:pt x="208" y="0"/>
                    <a:pt x="181" y="0"/>
                  </a:cubicBezTo>
                  <a:cubicBezTo>
                    <a:pt x="153" y="0"/>
                    <a:pt x="127" y="6"/>
                    <a:pt x="105" y="15"/>
                  </a:cubicBezTo>
                  <a:cubicBezTo>
                    <a:pt x="82" y="25"/>
                    <a:pt x="63" y="38"/>
                    <a:pt x="47" y="56"/>
                  </a:cubicBezTo>
                  <a:cubicBezTo>
                    <a:pt x="32" y="73"/>
                    <a:pt x="21" y="93"/>
                    <a:pt x="12" y="117"/>
                  </a:cubicBezTo>
                  <a:cubicBezTo>
                    <a:pt x="4" y="142"/>
                    <a:pt x="0" y="169"/>
                    <a:pt x="0" y="198"/>
                  </a:cubicBezTo>
                  <a:cubicBezTo>
                    <a:pt x="0" y="225"/>
                    <a:pt x="4" y="250"/>
                    <a:pt x="12" y="272"/>
                  </a:cubicBezTo>
                  <a:cubicBezTo>
                    <a:pt x="21" y="296"/>
                    <a:pt x="32" y="315"/>
                    <a:pt x="47" y="333"/>
                  </a:cubicBezTo>
                  <a:close/>
                  <a:moveTo>
                    <a:pt x="46" y="131"/>
                  </a:moveTo>
                  <a:lnTo>
                    <a:pt x="46" y="131"/>
                  </a:lnTo>
                  <a:cubicBezTo>
                    <a:pt x="52" y="112"/>
                    <a:pt x="61" y="95"/>
                    <a:pt x="74" y="80"/>
                  </a:cubicBezTo>
                  <a:cubicBezTo>
                    <a:pt x="85" y="66"/>
                    <a:pt x="100" y="53"/>
                    <a:pt x="117" y="45"/>
                  </a:cubicBezTo>
                  <a:cubicBezTo>
                    <a:pt x="135" y="36"/>
                    <a:pt x="155" y="32"/>
                    <a:pt x="178" y="32"/>
                  </a:cubicBezTo>
                  <a:cubicBezTo>
                    <a:pt x="202" y="32"/>
                    <a:pt x="223" y="36"/>
                    <a:pt x="241" y="45"/>
                  </a:cubicBezTo>
                  <a:cubicBezTo>
                    <a:pt x="258" y="53"/>
                    <a:pt x="272" y="66"/>
                    <a:pt x="283" y="80"/>
                  </a:cubicBezTo>
                  <a:cubicBezTo>
                    <a:pt x="294" y="95"/>
                    <a:pt x="303" y="112"/>
                    <a:pt x="308" y="131"/>
                  </a:cubicBezTo>
                  <a:cubicBezTo>
                    <a:pt x="314" y="151"/>
                    <a:pt x="316" y="172"/>
                    <a:pt x="316" y="194"/>
                  </a:cubicBezTo>
                  <a:cubicBezTo>
                    <a:pt x="316" y="218"/>
                    <a:pt x="314" y="240"/>
                    <a:pt x="307" y="259"/>
                  </a:cubicBezTo>
                  <a:cubicBezTo>
                    <a:pt x="301" y="279"/>
                    <a:pt x="293" y="296"/>
                    <a:pt x="280" y="311"/>
                  </a:cubicBezTo>
                  <a:cubicBezTo>
                    <a:pt x="269" y="325"/>
                    <a:pt x="254" y="336"/>
                    <a:pt x="236" y="344"/>
                  </a:cubicBezTo>
                  <a:cubicBezTo>
                    <a:pt x="219" y="353"/>
                    <a:pt x="198" y="357"/>
                    <a:pt x="174" y="357"/>
                  </a:cubicBezTo>
                  <a:cubicBezTo>
                    <a:pt x="152" y="357"/>
                    <a:pt x="131" y="351"/>
                    <a:pt x="113" y="343"/>
                  </a:cubicBezTo>
                  <a:cubicBezTo>
                    <a:pt x="96" y="335"/>
                    <a:pt x="82" y="322"/>
                    <a:pt x="70" y="307"/>
                  </a:cubicBezTo>
                  <a:cubicBezTo>
                    <a:pt x="58" y="293"/>
                    <a:pt x="50" y="275"/>
                    <a:pt x="45" y="255"/>
                  </a:cubicBezTo>
                  <a:cubicBezTo>
                    <a:pt x="39" y="237"/>
                    <a:pt x="36" y="216"/>
                    <a:pt x="36" y="195"/>
                  </a:cubicBezTo>
                  <a:cubicBezTo>
                    <a:pt x="36" y="173"/>
                    <a:pt x="40" y="152"/>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3">
              <a:extLst>
                <a:ext uri="{FF2B5EF4-FFF2-40B4-BE49-F238E27FC236}">
                  <a16:creationId xmlns:a16="http://schemas.microsoft.com/office/drawing/2014/main" id="{69B83496-E9D8-8D93-2121-75B9D0C21BD8}"/>
                </a:ext>
              </a:extLst>
            </p:cNvPr>
            <p:cNvSpPr>
              <a:spLocks noChangeArrowheads="1"/>
            </p:cNvSpPr>
            <p:nvPr/>
          </p:nvSpPr>
          <p:spPr bwMode="auto">
            <a:xfrm>
              <a:off x="8339138" y="949325"/>
              <a:ext cx="88900" cy="134938"/>
            </a:xfrm>
            <a:custGeom>
              <a:avLst/>
              <a:gdLst>
                <a:gd name="T0" fmla="*/ 35 w 247"/>
                <a:gd name="T1" fmla="*/ 212 h 376"/>
                <a:gd name="T2" fmla="*/ 35 w 247"/>
                <a:gd name="T3" fmla="*/ 212 h 376"/>
                <a:gd name="T4" fmla="*/ 75 w 247"/>
                <a:gd name="T5" fmla="*/ 212 h 376"/>
                <a:gd name="T6" fmla="*/ 98 w 247"/>
                <a:gd name="T7" fmla="*/ 215 h 376"/>
                <a:gd name="T8" fmla="*/ 116 w 247"/>
                <a:gd name="T9" fmla="*/ 223 h 376"/>
                <a:gd name="T10" fmla="*/ 131 w 247"/>
                <a:gd name="T11" fmla="*/ 240 h 376"/>
                <a:gd name="T12" fmla="*/ 148 w 247"/>
                <a:gd name="T13" fmla="*/ 268 h 376"/>
                <a:gd name="T14" fmla="*/ 204 w 247"/>
                <a:gd name="T15" fmla="*/ 375 h 376"/>
                <a:gd name="T16" fmla="*/ 246 w 247"/>
                <a:gd name="T17" fmla="*/ 375 h 376"/>
                <a:gd name="T18" fmla="*/ 181 w 247"/>
                <a:gd name="T19" fmla="*/ 258 h 376"/>
                <a:gd name="T20" fmla="*/ 170 w 247"/>
                <a:gd name="T21" fmla="*/ 237 h 376"/>
                <a:gd name="T22" fmla="*/ 158 w 247"/>
                <a:gd name="T23" fmla="*/ 222 h 376"/>
                <a:gd name="T24" fmla="*/ 146 w 247"/>
                <a:gd name="T25" fmla="*/ 209 h 376"/>
                <a:gd name="T26" fmla="*/ 133 w 247"/>
                <a:gd name="T27" fmla="*/ 201 h 376"/>
                <a:gd name="T28" fmla="*/ 133 w 247"/>
                <a:gd name="T29" fmla="*/ 201 h 376"/>
                <a:gd name="T30" fmla="*/ 167 w 247"/>
                <a:gd name="T31" fmla="*/ 187 h 376"/>
                <a:gd name="T32" fmla="*/ 195 w 247"/>
                <a:gd name="T33" fmla="*/ 165 h 376"/>
                <a:gd name="T34" fmla="*/ 212 w 247"/>
                <a:gd name="T35" fmla="*/ 135 h 376"/>
                <a:gd name="T36" fmla="*/ 218 w 247"/>
                <a:gd name="T37" fmla="*/ 99 h 376"/>
                <a:gd name="T38" fmla="*/ 209 w 247"/>
                <a:gd name="T39" fmla="*/ 56 h 376"/>
                <a:gd name="T40" fmla="*/ 184 w 247"/>
                <a:gd name="T41" fmla="*/ 25 h 376"/>
                <a:gd name="T42" fmla="*/ 149 w 247"/>
                <a:gd name="T43" fmla="*/ 6 h 376"/>
                <a:gd name="T44" fmla="*/ 107 w 247"/>
                <a:gd name="T45" fmla="*/ 0 h 376"/>
                <a:gd name="T46" fmla="*/ 0 w 247"/>
                <a:gd name="T47" fmla="*/ 0 h 376"/>
                <a:gd name="T48" fmla="*/ 0 w 247"/>
                <a:gd name="T49" fmla="*/ 375 h 376"/>
                <a:gd name="T50" fmla="*/ 35 w 247"/>
                <a:gd name="T51" fmla="*/ 375 h 376"/>
                <a:gd name="T52" fmla="*/ 35 w 247"/>
                <a:gd name="T53" fmla="*/ 212 h 376"/>
                <a:gd name="T54" fmla="*/ 35 w 247"/>
                <a:gd name="T55" fmla="*/ 32 h 376"/>
                <a:gd name="T56" fmla="*/ 35 w 247"/>
                <a:gd name="T57" fmla="*/ 32 h 376"/>
                <a:gd name="T58" fmla="*/ 99 w 247"/>
                <a:gd name="T59" fmla="*/ 32 h 376"/>
                <a:gd name="T60" fmla="*/ 160 w 247"/>
                <a:gd name="T61" fmla="*/ 50 h 376"/>
                <a:gd name="T62" fmla="*/ 181 w 247"/>
                <a:gd name="T63" fmla="*/ 102 h 376"/>
                <a:gd name="T64" fmla="*/ 176 w 247"/>
                <a:gd name="T65" fmla="*/ 134 h 376"/>
                <a:gd name="T66" fmla="*/ 158 w 247"/>
                <a:gd name="T67" fmla="*/ 159 h 376"/>
                <a:gd name="T68" fmla="*/ 131 w 247"/>
                <a:gd name="T69" fmla="*/ 174 h 376"/>
                <a:gd name="T70" fmla="*/ 96 w 247"/>
                <a:gd name="T71" fmla="*/ 180 h 376"/>
                <a:gd name="T72" fmla="*/ 35 w 247"/>
                <a:gd name="T73" fmla="*/ 180 h 376"/>
                <a:gd name="T74" fmla="*/ 35 w 247"/>
                <a:gd name="T7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7" h="376">
                  <a:moveTo>
                    <a:pt x="35" y="212"/>
                  </a:moveTo>
                  <a:lnTo>
                    <a:pt x="35" y="212"/>
                  </a:lnTo>
                  <a:cubicBezTo>
                    <a:pt x="75" y="212"/>
                    <a:pt x="75" y="212"/>
                    <a:pt x="75" y="212"/>
                  </a:cubicBezTo>
                  <a:cubicBezTo>
                    <a:pt x="84" y="212"/>
                    <a:pt x="91" y="212"/>
                    <a:pt x="98" y="215"/>
                  </a:cubicBezTo>
                  <a:cubicBezTo>
                    <a:pt x="103" y="216"/>
                    <a:pt x="110" y="219"/>
                    <a:pt x="116" y="223"/>
                  </a:cubicBezTo>
                  <a:cubicBezTo>
                    <a:pt x="121" y="227"/>
                    <a:pt x="126" y="233"/>
                    <a:pt x="131" y="240"/>
                  </a:cubicBezTo>
                  <a:cubicBezTo>
                    <a:pt x="137" y="248"/>
                    <a:pt x="142" y="257"/>
                    <a:pt x="148" y="268"/>
                  </a:cubicBezTo>
                  <a:cubicBezTo>
                    <a:pt x="204" y="375"/>
                    <a:pt x="204" y="375"/>
                    <a:pt x="204" y="375"/>
                  </a:cubicBezTo>
                  <a:cubicBezTo>
                    <a:pt x="246" y="375"/>
                    <a:pt x="246" y="375"/>
                    <a:pt x="246" y="375"/>
                  </a:cubicBezTo>
                  <a:cubicBezTo>
                    <a:pt x="181" y="258"/>
                    <a:pt x="181" y="258"/>
                    <a:pt x="181" y="258"/>
                  </a:cubicBezTo>
                  <a:cubicBezTo>
                    <a:pt x="177" y="251"/>
                    <a:pt x="173" y="244"/>
                    <a:pt x="170" y="237"/>
                  </a:cubicBezTo>
                  <a:cubicBezTo>
                    <a:pt x="166" y="231"/>
                    <a:pt x="162" y="226"/>
                    <a:pt x="158" y="222"/>
                  </a:cubicBezTo>
                  <a:cubicBezTo>
                    <a:pt x="155" y="216"/>
                    <a:pt x="151" y="212"/>
                    <a:pt x="146" y="209"/>
                  </a:cubicBezTo>
                  <a:cubicBezTo>
                    <a:pt x="142" y="206"/>
                    <a:pt x="137" y="204"/>
                    <a:pt x="133" y="201"/>
                  </a:cubicBezTo>
                  <a:lnTo>
                    <a:pt x="133" y="201"/>
                  </a:lnTo>
                  <a:cubicBezTo>
                    <a:pt x="145" y="197"/>
                    <a:pt x="158" y="192"/>
                    <a:pt x="167" y="187"/>
                  </a:cubicBezTo>
                  <a:cubicBezTo>
                    <a:pt x="179" y="181"/>
                    <a:pt x="187" y="173"/>
                    <a:pt x="195" y="165"/>
                  </a:cubicBezTo>
                  <a:cubicBezTo>
                    <a:pt x="202" y="156"/>
                    <a:pt x="208" y="146"/>
                    <a:pt x="212" y="135"/>
                  </a:cubicBezTo>
                  <a:cubicBezTo>
                    <a:pt x="216" y="124"/>
                    <a:pt x="218" y="112"/>
                    <a:pt x="218" y="99"/>
                  </a:cubicBezTo>
                  <a:cubicBezTo>
                    <a:pt x="218" y="82"/>
                    <a:pt x="215" y="68"/>
                    <a:pt x="209" y="56"/>
                  </a:cubicBezTo>
                  <a:cubicBezTo>
                    <a:pt x="202" y="43"/>
                    <a:pt x="194" y="32"/>
                    <a:pt x="184" y="25"/>
                  </a:cubicBezTo>
                  <a:cubicBezTo>
                    <a:pt x="173" y="17"/>
                    <a:pt x="162" y="10"/>
                    <a:pt x="149" y="6"/>
                  </a:cubicBezTo>
                  <a:cubicBezTo>
                    <a:pt x="135" y="1"/>
                    <a:pt x="121" y="0"/>
                    <a:pt x="107" y="0"/>
                  </a:cubicBezTo>
                  <a:cubicBezTo>
                    <a:pt x="0" y="0"/>
                    <a:pt x="0" y="0"/>
                    <a:pt x="0" y="0"/>
                  </a:cubicBezTo>
                  <a:cubicBezTo>
                    <a:pt x="0" y="375"/>
                    <a:pt x="0" y="375"/>
                    <a:pt x="0" y="375"/>
                  </a:cubicBezTo>
                  <a:cubicBezTo>
                    <a:pt x="35" y="375"/>
                    <a:pt x="35" y="375"/>
                    <a:pt x="35" y="375"/>
                  </a:cubicBezTo>
                  <a:lnTo>
                    <a:pt x="35" y="212"/>
                  </a:lnTo>
                  <a:close/>
                  <a:moveTo>
                    <a:pt x="35" y="32"/>
                  </a:moveTo>
                  <a:lnTo>
                    <a:pt x="35" y="32"/>
                  </a:lnTo>
                  <a:cubicBezTo>
                    <a:pt x="99" y="32"/>
                    <a:pt x="99" y="32"/>
                    <a:pt x="99" y="32"/>
                  </a:cubicBezTo>
                  <a:cubicBezTo>
                    <a:pt x="126" y="32"/>
                    <a:pt x="146" y="38"/>
                    <a:pt x="160" y="50"/>
                  </a:cubicBezTo>
                  <a:cubicBezTo>
                    <a:pt x="174" y="63"/>
                    <a:pt x="181" y="79"/>
                    <a:pt x="181" y="102"/>
                  </a:cubicBezTo>
                  <a:cubicBezTo>
                    <a:pt x="181" y="113"/>
                    <a:pt x="180" y="124"/>
                    <a:pt x="176" y="134"/>
                  </a:cubicBezTo>
                  <a:cubicBezTo>
                    <a:pt x="172" y="144"/>
                    <a:pt x="166" y="152"/>
                    <a:pt x="158" y="159"/>
                  </a:cubicBezTo>
                  <a:cubicBezTo>
                    <a:pt x="151" y="166"/>
                    <a:pt x="142" y="170"/>
                    <a:pt x="131" y="174"/>
                  </a:cubicBezTo>
                  <a:cubicBezTo>
                    <a:pt x="121" y="179"/>
                    <a:pt x="109" y="180"/>
                    <a:pt x="96" y="180"/>
                  </a:cubicBezTo>
                  <a:cubicBezTo>
                    <a:pt x="35" y="180"/>
                    <a:pt x="35" y="180"/>
                    <a:pt x="35" y="180"/>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4">
              <a:extLst>
                <a:ext uri="{FF2B5EF4-FFF2-40B4-BE49-F238E27FC236}">
                  <a16:creationId xmlns:a16="http://schemas.microsoft.com/office/drawing/2014/main" id="{7E1C901D-CB9C-A022-D563-672DF212C216}"/>
                </a:ext>
              </a:extLst>
            </p:cNvPr>
            <p:cNvSpPr>
              <a:spLocks noChangeArrowheads="1"/>
            </p:cNvSpPr>
            <p:nvPr/>
          </p:nvSpPr>
          <p:spPr bwMode="auto">
            <a:xfrm>
              <a:off x="8432800" y="949325"/>
              <a:ext cx="90488" cy="134938"/>
            </a:xfrm>
            <a:custGeom>
              <a:avLst/>
              <a:gdLst>
                <a:gd name="T0" fmla="*/ 0 w 253"/>
                <a:gd name="T1" fmla="*/ 32 h 376"/>
                <a:gd name="T2" fmla="*/ 108 w 253"/>
                <a:gd name="T3" fmla="*/ 32 h 376"/>
                <a:gd name="T4" fmla="*/ 108 w 253"/>
                <a:gd name="T5" fmla="*/ 375 h 376"/>
                <a:gd name="T6" fmla="*/ 143 w 253"/>
                <a:gd name="T7" fmla="*/ 375 h 376"/>
                <a:gd name="T8" fmla="*/ 143 w 253"/>
                <a:gd name="T9" fmla="*/ 32 h 376"/>
                <a:gd name="T10" fmla="*/ 252 w 253"/>
                <a:gd name="T11" fmla="*/ 32 h 376"/>
                <a:gd name="T12" fmla="*/ 252 w 253"/>
                <a:gd name="T13" fmla="*/ 0 h 376"/>
                <a:gd name="T14" fmla="*/ 0 w 253"/>
                <a:gd name="T15" fmla="*/ 0 h 376"/>
                <a:gd name="T16" fmla="*/ 0 w 253"/>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3" h="376">
                  <a:moveTo>
                    <a:pt x="0" y="32"/>
                  </a:moveTo>
                  <a:lnTo>
                    <a:pt x="108" y="32"/>
                  </a:lnTo>
                  <a:lnTo>
                    <a:pt x="108" y="375"/>
                  </a:lnTo>
                  <a:lnTo>
                    <a:pt x="143" y="375"/>
                  </a:lnTo>
                  <a:lnTo>
                    <a:pt x="143" y="32"/>
                  </a:lnTo>
                  <a:lnTo>
                    <a:pt x="252" y="32"/>
                  </a:lnTo>
                  <a:lnTo>
                    <a:pt x="252"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5">
              <a:extLst>
                <a:ext uri="{FF2B5EF4-FFF2-40B4-BE49-F238E27FC236}">
                  <a16:creationId xmlns:a16="http://schemas.microsoft.com/office/drawing/2014/main" id="{6F639002-2ABD-0CD8-A84B-923372ED4655}"/>
                </a:ext>
              </a:extLst>
            </p:cNvPr>
            <p:cNvSpPr>
              <a:spLocks noChangeArrowheads="1"/>
            </p:cNvSpPr>
            <p:nvPr/>
          </p:nvSpPr>
          <p:spPr bwMode="auto">
            <a:xfrm>
              <a:off x="8597900" y="949325"/>
              <a:ext cx="66675" cy="134938"/>
            </a:xfrm>
            <a:custGeom>
              <a:avLst/>
              <a:gdLst>
                <a:gd name="T0" fmla="*/ 186 w 187"/>
                <a:gd name="T1" fmla="*/ 343 h 376"/>
                <a:gd name="T2" fmla="*/ 35 w 187"/>
                <a:gd name="T3" fmla="*/ 343 h 376"/>
                <a:gd name="T4" fmla="*/ 35 w 187"/>
                <a:gd name="T5" fmla="*/ 0 h 376"/>
                <a:gd name="T6" fmla="*/ 0 w 187"/>
                <a:gd name="T7" fmla="*/ 0 h 376"/>
                <a:gd name="T8" fmla="*/ 0 w 187"/>
                <a:gd name="T9" fmla="*/ 375 h 376"/>
                <a:gd name="T10" fmla="*/ 186 w 187"/>
                <a:gd name="T11" fmla="*/ 375 h 376"/>
                <a:gd name="T12" fmla="*/ 186 w 187"/>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186" y="343"/>
                  </a:moveTo>
                  <a:lnTo>
                    <a:pt x="35" y="343"/>
                  </a:lnTo>
                  <a:lnTo>
                    <a:pt x="35" y="0"/>
                  </a:lnTo>
                  <a:lnTo>
                    <a:pt x="0" y="0"/>
                  </a:lnTo>
                  <a:lnTo>
                    <a:pt x="0" y="375"/>
                  </a:lnTo>
                  <a:lnTo>
                    <a:pt x="186" y="375"/>
                  </a:lnTo>
                  <a:lnTo>
                    <a:pt x="186"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6">
              <a:extLst>
                <a:ext uri="{FF2B5EF4-FFF2-40B4-BE49-F238E27FC236}">
                  <a16:creationId xmlns:a16="http://schemas.microsoft.com/office/drawing/2014/main" id="{F1940864-03C6-D2F2-653E-712969978797}"/>
                </a:ext>
              </a:extLst>
            </p:cNvPr>
            <p:cNvSpPr>
              <a:spLocks noChangeArrowheads="1"/>
            </p:cNvSpPr>
            <p:nvPr/>
          </p:nvSpPr>
          <p:spPr bwMode="auto">
            <a:xfrm>
              <a:off x="8688388" y="94932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4" name="Freeform 67">
              <a:extLst>
                <a:ext uri="{FF2B5EF4-FFF2-40B4-BE49-F238E27FC236}">
                  <a16:creationId xmlns:a16="http://schemas.microsoft.com/office/drawing/2014/main" id="{13D42420-5932-EC5D-A19D-E1B814516C10}"/>
                </a:ext>
              </a:extLst>
            </p:cNvPr>
            <p:cNvSpPr>
              <a:spLocks noChangeArrowheads="1"/>
            </p:cNvSpPr>
            <p:nvPr/>
          </p:nvSpPr>
          <p:spPr bwMode="auto">
            <a:xfrm>
              <a:off x="8734425" y="949325"/>
              <a:ext cx="106363" cy="134938"/>
            </a:xfrm>
            <a:custGeom>
              <a:avLst/>
              <a:gdLst>
                <a:gd name="T0" fmla="*/ 35 w 294"/>
                <a:gd name="T1" fmla="*/ 84 h 376"/>
                <a:gd name="T2" fmla="*/ 35 w 294"/>
                <a:gd name="T3" fmla="*/ 84 h 376"/>
                <a:gd name="T4" fmla="*/ 35 w 294"/>
                <a:gd name="T5" fmla="*/ 63 h 376"/>
                <a:gd name="T6" fmla="*/ 33 w 294"/>
                <a:gd name="T7" fmla="*/ 50 h 376"/>
                <a:gd name="T8" fmla="*/ 35 w 294"/>
                <a:gd name="T9" fmla="*/ 50 h 376"/>
                <a:gd name="T10" fmla="*/ 42 w 294"/>
                <a:gd name="T11" fmla="*/ 61 h 376"/>
                <a:gd name="T12" fmla="*/ 49 w 294"/>
                <a:gd name="T13" fmla="*/ 74 h 376"/>
                <a:gd name="T14" fmla="*/ 258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2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3" y="50"/>
                  </a:cubicBezTo>
                  <a:cubicBezTo>
                    <a:pt x="35" y="50"/>
                    <a:pt x="35" y="50"/>
                    <a:pt x="35" y="50"/>
                  </a:cubicBezTo>
                  <a:cubicBezTo>
                    <a:pt x="38" y="54"/>
                    <a:pt x="39" y="57"/>
                    <a:pt x="42" y="61"/>
                  </a:cubicBezTo>
                  <a:cubicBezTo>
                    <a:pt x="45" y="66"/>
                    <a:pt x="46" y="70"/>
                    <a:pt x="49" y="74"/>
                  </a:cubicBezTo>
                  <a:cubicBezTo>
                    <a:pt x="258" y="375"/>
                    <a:pt x="258" y="375"/>
                    <a:pt x="258"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5"/>
                    <a:pt x="261" y="322"/>
                  </a:cubicBezTo>
                  <a:cubicBezTo>
                    <a:pt x="259" y="322"/>
                    <a:pt x="259" y="322"/>
                    <a:pt x="259" y="322"/>
                  </a:cubicBezTo>
                  <a:cubicBezTo>
                    <a:pt x="257" y="318"/>
                    <a:pt x="255" y="314"/>
                    <a:pt x="252"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5" name="Freeform 68">
              <a:extLst>
                <a:ext uri="{FF2B5EF4-FFF2-40B4-BE49-F238E27FC236}">
                  <a16:creationId xmlns:a16="http://schemas.microsoft.com/office/drawing/2014/main" id="{0C6004C0-636D-113C-D751-715D7B1195BE}"/>
                </a:ext>
              </a:extLst>
            </p:cNvPr>
            <p:cNvSpPr>
              <a:spLocks noChangeArrowheads="1"/>
            </p:cNvSpPr>
            <p:nvPr/>
          </p:nvSpPr>
          <p:spPr bwMode="auto">
            <a:xfrm>
              <a:off x="8875713" y="949325"/>
              <a:ext cx="69850" cy="134938"/>
            </a:xfrm>
            <a:custGeom>
              <a:avLst/>
              <a:gdLst>
                <a:gd name="T0" fmla="*/ 191 w 192"/>
                <a:gd name="T1" fmla="*/ 343 h 376"/>
                <a:gd name="T2" fmla="*/ 34 w 192"/>
                <a:gd name="T3" fmla="*/ 343 h 376"/>
                <a:gd name="T4" fmla="*/ 34 w 192"/>
                <a:gd name="T5" fmla="*/ 201 h 376"/>
                <a:gd name="T6" fmla="*/ 171 w 192"/>
                <a:gd name="T7" fmla="*/ 201 h 376"/>
                <a:gd name="T8" fmla="*/ 171 w 192"/>
                <a:gd name="T9" fmla="*/ 169 h 376"/>
                <a:gd name="T10" fmla="*/ 34 w 192"/>
                <a:gd name="T11" fmla="*/ 169 h 376"/>
                <a:gd name="T12" fmla="*/ 34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1" y="201"/>
                  </a:lnTo>
                  <a:lnTo>
                    <a:pt x="171" y="169"/>
                  </a:lnTo>
                  <a:lnTo>
                    <a:pt x="34" y="169"/>
                  </a:lnTo>
                  <a:lnTo>
                    <a:pt x="34"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69">
              <a:extLst>
                <a:ext uri="{FF2B5EF4-FFF2-40B4-BE49-F238E27FC236}">
                  <a16:creationId xmlns:a16="http://schemas.microsoft.com/office/drawing/2014/main" id="{ACA676EF-A909-E915-7559-2F9FF63532FB}"/>
                </a:ext>
              </a:extLst>
            </p:cNvPr>
            <p:cNvSpPr>
              <a:spLocks noChangeArrowheads="1"/>
            </p:cNvSpPr>
            <p:nvPr/>
          </p:nvSpPr>
          <p:spPr bwMode="auto">
            <a:xfrm>
              <a:off x="9026525" y="949325"/>
              <a:ext cx="12700" cy="134938"/>
            </a:xfrm>
            <a:custGeom>
              <a:avLst/>
              <a:gdLst>
                <a:gd name="T0" fmla="*/ 33 w 34"/>
                <a:gd name="T1" fmla="*/ 0 h 376"/>
                <a:gd name="T2" fmla="*/ 0 w 34"/>
                <a:gd name="T3" fmla="*/ 0 h 376"/>
                <a:gd name="T4" fmla="*/ 0 w 34"/>
                <a:gd name="T5" fmla="*/ 375 h 376"/>
                <a:gd name="T6" fmla="*/ 33 w 34"/>
                <a:gd name="T7" fmla="*/ 375 h 376"/>
                <a:gd name="T8" fmla="*/ 33 w 34"/>
                <a:gd name="T9" fmla="*/ 0 h 376"/>
              </a:gdLst>
              <a:ahLst/>
              <a:cxnLst>
                <a:cxn ang="0">
                  <a:pos x="T0" y="T1"/>
                </a:cxn>
                <a:cxn ang="0">
                  <a:pos x="T2" y="T3"/>
                </a:cxn>
                <a:cxn ang="0">
                  <a:pos x="T4" y="T5"/>
                </a:cxn>
                <a:cxn ang="0">
                  <a:pos x="T6" y="T7"/>
                </a:cxn>
                <a:cxn ang="0">
                  <a:pos x="T8" y="T9"/>
                </a:cxn>
              </a:cxnLst>
              <a:rect l="0" t="0" r="r" b="b"/>
              <a:pathLst>
                <a:path w="34" h="376">
                  <a:moveTo>
                    <a:pt x="33" y="0"/>
                  </a:moveTo>
                  <a:lnTo>
                    <a:pt x="0" y="0"/>
                  </a:lnTo>
                  <a:lnTo>
                    <a:pt x="0" y="375"/>
                  </a:lnTo>
                  <a:lnTo>
                    <a:pt x="33" y="375"/>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7" name="Freeform 70">
              <a:extLst>
                <a:ext uri="{FF2B5EF4-FFF2-40B4-BE49-F238E27FC236}">
                  <a16:creationId xmlns:a16="http://schemas.microsoft.com/office/drawing/2014/main" id="{D9356E32-77D6-297A-60B1-698D2FC1FBFD}"/>
                </a:ext>
              </a:extLst>
            </p:cNvPr>
            <p:cNvSpPr>
              <a:spLocks noChangeArrowheads="1"/>
            </p:cNvSpPr>
            <p:nvPr/>
          </p:nvSpPr>
          <p:spPr bwMode="auto">
            <a:xfrm>
              <a:off x="9064625" y="947738"/>
              <a:ext cx="100013" cy="139700"/>
            </a:xfrm>
            <a:custGeom>
              <a:avLst/>
              <a:gdLst>
                <a:gd name="T0" fmla="*/ 275 w 276"/>
                <a:gd name="T1" fmla="*/ 333 h 389"/>
                <a:gd name="T2" fmla="*/ 275 w 276"/>
                <a:gd name="T3" fmla="*/ 333 h 389"/>
                <a:gd name="T4" fmla="*/ 180 w 276"/>
                <a:gd name="T5" fmla="*/ 357 h 389"/>
                <a:gd name="T6" fmla="*/ 117 w 276"/>
                <a:gd name="T7" fmla="*/ 344 h 389"/>
                <a:gd name="T8" fmla="*/ 73 w 276"/>
                <a:gd name="T9" fmla="*/ 310 h 389"/>
                <a:gd name="T10" fmla="*/ 46 w 276"/>
                <a:gd name="T11" fmla="*/ 259 h 389"/>
                <a:gd name="T12" fmla="*/ 38 w 276"/>
                <a:gd name="T13" fmla="*/ 199 h 389"/>
                <a:gd name="T14" fmla="*/ 48 w 276"/>
                <a:gd name="T15" fmla="*/ 132 h 389"/>
                <a:gd name="T16" fmla="*/ 77 w 276"/>
                <a:gd name="T17" fmla="*/ 80 h 389"/>
                <a:gd name="T18" fmla="*/ 124 w 276"/>
                <a:gd name="T19" fmla="*/ 45 h 389"/>
                <a:gd name="T20" fmla="*/ 189 w 276"/>
                <a:gd name="T21" fmla="*/ 32 h 389"/>
                <a:gd name="T22" fmla="*/ 275 w 276"/>
                <a:gd name="T23" fmla="*/ 52 h 389"/>
                <a:gd name="T24" fmla="*/ 275 w 276"/>
                <a:gd name="T25" fmla="*/ 15 h 389"/>
                <a:gd name="T26" fmla="*/ 190 w 276"/>
                <a:gd name="T27" fmla="*/ 0 h 389"/>
                <a:gd name="T28" fmla="*/ 112 w 276"/>
                <a:gd name="T29" fmla="*/ 15 h 389"/>
                <a:gd name="T30" fmla="*/ 52 w 276"/>
                <a:gd name="T31" fmla="*/ 59 h 389"/>
                <a:gd name="T32" fmla="*/ 14 w 276"/>
                <a:gd name="T33" fmla="*/ 121 h 389"/>
                <a:gd name="T34" fmla="*/ 0 w 276"/>
                <a:gd name="T35" fmla="*/ 201 h 389"/>
                <a:gd name="T36" fmla="*/ 13 w 276"/>
                <a:gd name="T37" fmla="*/ 276 h 389"/>
                <a:gd name="T38" fmla="*/ 49 w 276"/>
                <a:gd name="T39" fmla="*/ 335 h 389"/>
                <a:gd name="T40" fmla="*/ 104 w 276"/>
                <a:gd name="T41" fmla="*/ 374 h 389"/>
                <a:gd name="T42" fmla="*/ 176 w 276"/>
                <a:gd name="T43" fmla="*/ 388 h 389"/>
                <a:gd name="T44" fmla="*/ 275 w 276"/>
                <a:gd name="T45" fmla="*/ 368 h 389"/>
                <a:gd name="T46" fmla="*/ 275 w 276"/>
                <a:gd name="T47" fmla="*/ 333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275" y="333"/>
                  </a:moveTo>
                  <a:lnTo>
                    <a:pt x="275" y="333"/>
                  </a:lnTo>
                  <a:cubicBezTo>
                    <a:pt x="249" y="349"/>
                    <a:pt x="216" y="357"/>
                    <a:pt x="180" y="357"/>
                  </a:cubicBezTo>
                  <a:cubicBezTo>
                    <a:pt x="156" y="357"/>
                    <a:pt x="136" y="353"/>
                    <a:pt x="117" y="344"/>
                  </a:cubicBezTo>
                  <a:cubicBezTo>
                    <a:pt x="101" y="336"/>
                    <a:pt x="85" y="324"/>
                    <a:pt x="73" y="310"/>
                  </a:cubicBezTo>
                  <a:cubicBezTo>
                    <a:pt x="62" y="296"/>
                    <a:pt x="52" y="279"/>
                    <a:pt x="46" y="259"/>
                  </a:cubicBezTo>
                  <a:cubicBezTo>
                    <a:pt x="41" y="241"/>
                    <a:pt x="38" y="220"/>
                    <a:pt x="38" y="199"/>
                  </a:cubicBezTo>
                  <a:cubicBezTo>
                    <a:pt x="38" y="174"/>
                    <a:pt x="41" y="152"/>
                    <a:pt x="48" y="132"/>
                  </a:cubicBezTo>
                  <a:cubicBezTo>
                    <a:pt x="55" y="112"/>
                    <a:pt x="64" y="95"/>
                    <a:pt x="77" y="80"/>
                  </a:cubicBezTo>
                  <a:cubicBezTo>
                    <a:pt x="90" y="64"/>
                    <a:pt x="106" y="53"/>
                    <a:pt x="124" y="45"/>
                  </a:cubicBezTo>
                  <a:cubicBezTo>
                    <a:pt x="144" y="36"/>
                    <a:pt x="165" y="32"/>
                    <a:pt x="189" y="32"/>
                  </a:cubicBezTo>
                  <a:cubicBezTo>
                    <a:pt x="219" y="32"/>
                    <a:pt x="249" y="39"/>
                    <a:pt x="275" y="52"/>
                  </a:cubicBezTo>
                  <a:cubicBezTo>
                    <a:pt x="275" y="15"/>
                    <a:pt x="275" y="15"/>
                    <a:pt x="275" y="15"/>
                  </a:cubicBezTo>
                  <a:cubicBezTo>
                    <a:pt x="250" y="6"/>
                    <a:pt x="222" y="0"/>
                    <a:pt x="190" y="0"/>
                  </a:cubicBezTo>
                  <a:cubicBezTo>
                    <a:pt x="161" y="0"/>
                    <a:pt x="134" y="6"/>
                    <a:pt x="112" y="15"/>
                  </a:cubicBezTo>
                  <a:cubicBezTo>
                    <a:pt x="88" y="27"/>
                    <a:pt x="69" y="40"/>
                    <a:pt x="52" y="59"/>
                  </a:cubicBezTo>
                  <a:cubicBezTo>
                    <a:pt x="35" y="77"/>
                    <a:pt x="23" y="98"/>
                    <a:pt x="14" y="121"/>
                  </a:cubicBezTo>
                  <a:cubicBezTo>
                    <a:pt x="6" y="146"/>
                    <a:pt x="0" y="173"/>
                    <a:pt x="0" y="201"/>
                  </a:cubicBezTo>
                  <a:cubicBezTo>
                    <a:pt x="0" y="229"/>
                    <a:pt x="4" y="254"/>
                    <a:pt x="13" y="276"/>
                  </a:cubicBezTo>
                  <a:cubicBezTo>
                    <a:pt x="21" y="298"/>
                    <a:pt x="34" y="319"/>
                    <a:pt x="49" y="335"/>
                  </a:cubicBezTo>
                  <a:cubicBezTo>
                    <a:pt x="64" y="351"/>
                    <a:pt x="83" y="365"/>
                    <a:pt x="104" y="374"/>
                  </a:cubicBezTo>
                  <a:cubicBezTo>
                    <a:pt x="126" y="384"/>
                    <a:pt x="150" y="388"/>
                    <a:pt x="176" y="388"/>
                  </a:cubicBezTo>
                  <a:cubicBezTo>
                    <a:pt x="214" y="388"/>
                    <a:pt x="246" y="381"/>
                    <a:pt x="275" y="368"/>
                  </a:cubicBezTo>
                  <a:lnTo>
                    <a:pt x="275" y="3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8" name="Freeform 71">
              <a:extLst>
                <a:ext uri="{FF2B5EF4-FFF2-40B4-BE49-F238E27FC236}">
                  <a16:creationId xmlns:a16="http://schemas.microsoft.com/office/drawing/2014/main" id="{B000CF9F-2285-9942-6196-42C57835AC06}"/>
                </a:ext>
              </a:extLst>
            </p:cNvPr>
            <p:cNvSpPr>
              <a:spLocks noChangeArrowheads="1"/>
            </p:cNvSpPr>
            <p:nvPr/>
          </p:nvSpPr>
          <p:spPr bwMode="auto">
            <a:xfrm>
              <a:off x="9182100" y="947738"/>
              <a:ext cx="127000" cy="139700"/>
            </a:xfrm>
            <a:custGeom>
              <a:avLst/>
              <a:gdLst>
                <a:gd name="T0" fmla="*/ 46 w 352"/>
                <a:gd name="T1" fmla="*/ 333 h 389"/>
                <a:gd name="T2" fmla="*/ 46 w 352"/>
                <a:gd name="T3" fmla="*/ 333 h 389"/>
                <a:gd name="T4" fmla="*/ 101 w 352"/>
                <a:gd name="T5" fmla="*/ 374 h 389"/>
                <a:gd name="T6" fmla="*/ 174 w 352"/>
                <a:gd name="T7" fmla="*/ 388 h 389"/>
                <a:gd name="T8" fmla="*/ 251 w 352"/>
                <a:gd name="T9" fmla="*/ 372 h 389"/>
                <a:gd name="T10" fmla="*/ 306 w 352"/>
                <a:gd name="T11" fmla="*/ 331 h 389"/>
                <a:gd name="T12" fmla="*/ 340 w 352"/>
                <a:gd name="T13" fmla="*/ 268 h 389"/>
                <a:gd name="T14" fmla="*/ 351 w 352"/>
                <a:gd name="T15" fmla="*/ 188 h 389"/>
                <a:gd name="T16" fmla="*/ 340 w 352"/>
                <a:gd name="T17" fmla="*/ 114 h 389"/>
                <a:gd name="T18" fmla="*/ 305 w 352"/>
                <a:gd name="T19" fmla="*/ 54 h 389"/>
                <a:gd name="T20" fmla="*/ 252 w 352"/>
                <a:gd name="T21" fmla="*/ 14 h 389"/>
                <a:gd name="T22" fmla="*/ 181 w 352"/>
                <a:gd name="T23" fmla="*/ 0 h 389"/>
                <a:gd name="T24" fmla="*/ 104 w 352"/>
                <a:gd name="T25" fmla="*/ 15 h 389"/>
                <a:gd name="T26" fmla="*/ 47 w 352"/>
                <a:gd name="T27" fmla="*/ 56 h 389"/>
                <a:gd name="T28" fmla="*/ 11 w 352"/>
                <a:gd name="T29" fmla="*/ 117 h 389"/>
                <a:gd name="T30" fmla="*/ 0 w 352"/>
                <a:gd name="T31" fmla="*/ 198 h 389"/>
                <a:gd name="T32" fmla="*/ 11 w 352"/>
                <a:gd name="T33" fmla="*/ 272 h 389"/>
                <a:gd name="T34" fmla="*/ 46 w 352"/>
                <a:gd name="T35" fmla="*/ 333 h 389"/>
                <a:gd name="T36" fmla="*/ 44 w 352"/>
                <a:gd name="T37" fmla="*/ 131 h 389"/>
                <a:gd name="T38" fmla="*/ 44 w 352"/>
                <a:gd name="T39" fmla="*/ 131 h 389"/>
                <a:gd name="T40" fmla="*/ 72 w 352"/>
                <a:gd name="T41" fmla="*/ 80 h 389"/>
                <a:gd name="T42" fmla="*/ 117 w 352"/>
                <a:gd name="T43" fmla="*/ 45 h 389"/>
                <a:gd name="T44" fmla="*/ 177 w 352"/>
                <a:gd name="T45" fmla="*/ 32 h 389"/>
                <a:gd name="T46" fmla="*/ 240 w 352"/>
                <a:gd name="T47" fmla="*/ 45 h 389"/>
                <a:gd name="T48" fmla="*/ 283 w 352"/>
                <a:gd name="T49" fmla="*/ 80 h 389"/>
                <a:gd name="T50" fmla="*/ 308 w 352"/>
                <a:gd name="T51" fmla="*/ 131 h 389"/>
                <a:gd name="T52" fmla="*/ 315 w 352"/>
                <a:gd name="T53" fmla="*/ 194 h 389"/>
                <a:gd name="T54" fmla="*/ 306 w 352"/>
                <a:gd name="T55" fmla="*/ 259 h 389"/>
                <a:gd name="T56" fmla="*/ 280 w 352"/>
                <a:gd name="T57" fmla="*/ 311 h 389"/>
                <a:gd name="T58" fmla="*/ 235 w 352"/>
                <a:gd name="T59" fmla="*/ 344 h 389"/>
                <a:gd name="T60" fmla="*/ 174 w 352"/>
                <a:gd name="T61" fmla="*/ 357 h 389"/>
                <a:gd name="T62" fmla="*/ 113 w 352"/>
                <a:gd name="T63" fmla="*/ 343 h 389"/>
                <a:gd name="T64" fmla="*/ 69 w 352"/>
                <a:gd name="T65" fmla="*/ 307 h 389"/>
                <a:gd name="T66" fmla="*/ 43 w 352"/>
                <a:gd name="T67" fmla="*/ 255 h 389"/>
                <a:gd name="T68" fmla="*/ 36 w 352"/>
                <a:gd name="T69" fmla="*/ 195 h 389"/>
                <a:gd name="T70" fmla="*/ 44 w 352"/>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2" h="389">
                  <a:moveTo>
                    <a:pt x="46" y="333"/>
                  </a:moveTo>
                  <a:lnTo>
                    <a:pt x="46" y="333"/>
                  </a:lnTo>
                  <a:cubicBezTo>
                    <a:pt x="61" y="350"/>
                    <a:pt x="79" y="364"/>
                    <a:pt x="101" y="374"/>
                  </a:cubicBezTo>
                  <a:cubicBezTo>
                    <a:pt x="122" y="384"/>
                    <a:pt x="147" y="388"/>
                    <a:pt x="174" y="388"/>
                  </a:cubicBezTo>
                  <a:cubicBezTo>
                    <a:pt x="203" y="388"/>
                    <a:pt x="228" y="384"/>
                    <a:pt x="251" y="372"/>
                  </a:cubicBezTo>
                  <a:cubicBezTo>
                    <a:pt x="272" y="363"/>
                    <a:pt x="291" y="349"/>
                    <a:pt x="306" y="331"/>
                  </a:cubicBezTo>
                  <a:cubicBezTo>
                    <a:pt x="320" y="314"/>
                    <a:pt x="333" y="293"/>
                    <a:pt x="340" y="268"/>
                  </a:cubicBezTo>
                  <a:cubicBezTo>
                    <a:pt x="348" y="244"/>
                    <a:pt x="351" y="218"/>
                    <a:pt x="351" y="188"/>
                  </a:cubicBezTo>
                  <a:cubicBezTo>
                    <a:pt x="351" y="162"/>
                    <a:pt x="348" y="137"/>
                    <a:pt x="340" y="114"/>
                  </a:cubicBezTo>
                  <a:cubicBezTo>
                    <a:pt x="332" y="91"/>
                    <a:pt x="320" y="71"/>
                    <a:pt x="305" y="54"/>
                  </a:cubicBezTo>
                  <a:cubicBezTo>
                    <a:pt x="291" y="38"/>
                    <a:pt x="273" y="24"/>
                    <a:pt x="252" y="14"/>
                  </a:cubicBezTo>
                  <a:cubicBezTo>
                    <a:pt x="231" y="6"/>
                    <a:pt x="207" y="0"/>
                    <a:pt x="181" y="0"/>
                  </a:cubicBezTo>
                  <a:cubicBezTo>
                    <a:pt x="152" y="0"/>
                    <a:pt x="127" y="6"/>
                    <a:pt x="104" y="15"/>
                  </a:cubicBezTo>
                  <a:cubicBezTo>
                    <a:pt x="81" y="25"/>
                    <a:pt x="62" y="38"/>
                    <a:pt x="47" y="56"/>
                  </a:cubicBezTo>
                  <a:cubicBezTo>
                    <a:pt x="32" y="73"/>
                    <a:pt x="19" y="93"/>
                    <a:pt x="11" y="117"/>
                  </a:cubicBezTo>
                  <a:cubicBezTo>
                    <a:pt x="2" y="142"/>
                    <a:pt x="0" y="169"/>
                    <a:pt x="0" y="198"/>
                  </a:cubicBezTo>
                  <a:cubicBezTo>
                    <a:pt x="0" y="225"/>
                    <a:pt x="2" y="250"/>
                    <a:pt x="11" y="272"/>
                  </a:cubicBezTo>
                  <a:cubicBezTo>
                    <a:pt x="19" y="296"/>
                    <a:pt x="30" y="315"/>
                    <a:pt x="46" y="333"/>
                  </a:cubicBezTo>
                  <a:close/>
                  <a:moveTo>
                    <a:pt x="44" y="131"/>
                  </a:moveTo>
                  <a:lnTo>
                    <a:pt x="44" y="131"/>
                  </a:lnTo>
                  <a:cubicBezTo>
                    <a:pt x="51" y="112"/>
                    <a:pt x="60" y="95"/>
                    <a:pt x="72" y="80"/>
                  </a:cubicBezTo>
                  <a:cubicBezTo>
                    <a:pt x="85" y="66"/>
                    <a:pt x="99" y="53"/>
                    <a:pt x="117" y="45"/>
                  </a:cubicBezTo>
                  <a:cubicBezTo>
                    <a:pt x="134" y="36"/>
                    <a:pt x="154" y="32"/>
                    <a:pt x="177" y="32"/>
                  </a:cubicBezTo>
                  <a:cubicBezTo>
                    <a:pt x="202" y="32"/>
                    <a:pt x="223" y="36"/>
                    <a:pt x="240" y="45"/>
                  </a:cubicBezTo>
                  <a:cubicBezTo>
                    <a:pt x="258" y="53"/>
                    <a:pt x="272" y="66"/>
                    <a:pt x="283" y="80"/>
                  </a:cubicBezTo>
                  <a:cubicBezTo>
                    <a:pt x="294" y="95"/>
                    <a:pt x="302" y="112"/>
                    <a:pt x="308" y="131"/>
                  </a:cubicBezTo>
                  <a:cubicBezTo>
                    <a:pt x="312" y="151"/>
                    <a:pt x="315" y="172"/>
                    <a:pt x="315" y="194"/>
                  </a:cubicBezTo>
                  <a:cubicBezTo>
                    <a:pt x="315" y="218"/>
                    <a:pt x="312" y="240"/>
                    <a:pt x="306" y="259"/>
                  </a:cubicBezTo>
                  <a:cubicBezTo>
                    <a:pt x="301" y="279"/>
                    <a:pt x="291" y="296"/>
                    <a:pt x="280" y="311"/>
                  </a:cubicBezTo>
                  <a:cubicBezTo>
                    <a:pt x="267" y="325"/>
                    <a:pt x="253" y="336"/>
                    <a:pt x="235" y="344"/>
                  </a:cubicBezTo>
                  <a:cubicBezTo>
                    <a:pt x="217" y="353"/>
                    <a:pt x="198" y="357"/>
                    <a:pt x="174" y="357"/>
                  </a:cubicBezTo>
                  <a:cubicBezTo>
                    <a:pt x="150" y="357"/>
                    <a:pt x="129" y="351"/>
                    <a:pt x="113" y="343"/>
                  </a:cubicBezTo>
                  <a:cubicBezTo>
                    <a:pt x="94" y="335"/>
                    <a:pt x="81" y="322"/>
                    <a:pt x="69" y="307"/>
                  </a:cubicBezTo>
                  <a:cubicBezTo>
                    <a:pt x="58" y="293"/>
                    <a:pt x="50" y="275"/>
                    <a:pt x="43" y="255"/>
                  </a:cubicBezTo>
                  <a:cubicBezTo>
                    <a:pt x="37" y="237"/>
                    <a:pt x="35" y="216"/>
                    <a:pt x="36" y="195"/>
                  </a:cubicBezTo>
                  <a:cubicBezTo>
                    <a:pt x="36" y="173"/>
                    <a:pt x="39" y="152"/>
                    <a:pt x="44"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9" name="Freeform 72">
              <a:extLst>
                <a:ext uri="{FF2B5EF4-FFF2-40B4-BE49-F238E27FC236}">
                  <a16:creationId xmlns:a16="http://schemas.microsoft.com/office/drawing/2014/main" id="{9DB093B0-3A9E-58A7-D8DF-6115C00AC684}"/>
                </a:ext>
              </a:extLst>
            </p:cNvPr>
            <p:cNvSpPr>
              <a:spLocks noChangeArrowheads="1"/>
            </p:cNvSpPr>
            <p:nvPr/>
          </p:nvSpPr>
          <p:spPr bwMode="auto">
            <a:xfrm>
              <a:off x="9336088" y="949325"/>
              <a:ext cx="106362" cy="134938"/>
            </a:xfrm>
            <a:custGeom>
              <a:avLst/>
              <a:gdLst>
                <a:gd name="T0" fmla="*/ 35 w 294"/>
                <a:gd name="T1" fmla="*/ 84 h 376"/>
                <a:gd name="T2" fmla="*/ 35 w 294"/>
                <a:gd name="T3" fmla="*/ 84 h 376"/>
                <a:gd name="T4" fmla="*/ 35 w 294"/>
                <a:gd name="T5" fmla="*/ 63 h 376"/>
                <a:gd name="T6" fmla="*/ 34 w 294"/>
                <a:gd name="T7" fmla="*/ 50 h 376"/>
                <a:gd name="T8" fmla="*/ 35 w 294"/>
                <a:gd name="T9" fmla="*/ 50 h 376"/>
                <a:gd name="T10" fmla="*/ 42 w 294"/>
                <a:gd name="T11" fmla="*/ 61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0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4"/>
                  </a:moveTo>
                  <a:lnTo>
                    <a:pt x="35" y="84"/>
                  </a:lnTo>
                  <a:cubicBezTo>
                    <a:pt x="35" y="75"/>
                    <a:pt x="35" y="68"/>
                    <a:pt x="35" y="63"/>
                  </a:cubicBezTo>
                  <a:cubicBezTo>
                    <a:pt x="35" y="57"/>
                    <a:pt x="35" y="53"/>
                    <a:pt x="34" y="50"/>
                  </a:cubicBezTo>
                  <a:cubicBezTo>
                    <a:pt x="35" y="50"/>
                    <a:pt x="35" y="50"/>
                    <a:pt x="35" y="50"/>
                  </a:cubicBezTo>
                  <a:cubicBezTo>
                    <a:pt x="37" y="54"/>
                    <a:pt x="39" y="57"/>
                    <a:pt x="42" y="61"/>
                  </a:cubicBezTo>
                  <a:cubicBezTo>
                    <a:pt x="44" y="66"/>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60" y="303"/>
                  </a:cubicBezTo>
                  <a:cubicBezTo>
                    <a:pt x="260" y="310"/>
                    <a:pt x="260" y="315"/>
                    <a:pt x="261" y="322"/>
                  </a:cubicBezTo>
                  <a:cubicBezTo>
                    <a:pt x="260" y="322"/>
                    <a:pt x="260" y="322"/>
                    <a:pt x="260" y="322"/>
                  </a:cubicBezTo>
                  <a:cubicBezTo>
                    <a:pt x="257" y="318"/>
                    <a:pt x="256" y="314"/>
                    <a:pt x="253" y="310"/>
                  </a:cubicBezTo>
                  <a:cubicBezTo>
                    <a:pt x="250" y="305"/>
                    <a:pt x="247" y="301"/>
                    <a:pt x="244" y="297"/>
                  </a:cubicBezTo>
                  <a:cubicBezTo>
                    <a:pt x="39" y="0"/>
                    <a:pt x="39" y="0"/>
                    <a:pt x="39" y="0"/>
                  </a:cubicBezTo>
                  <a:cubicBezTo>
                    <a:pt x="0" y="0"/>
                    <a:pt x="0" y="0"/>
                    <a:pt x="0" y="0"/>
                  </a:cubicBezTo>
                  <a:cubicBezTo>
                    <a:pt x="0" y="375"/>
                    <a:pt x="0" y="375"/>
                    <a:pt x="0" y="375"/>
                  </a:cubicBezTo>
                  <a:cubicBezTo>
                    <a:pt x="35" y="375"/>
                    <a:pt x="35" y="375"/>
                    <a:pt x="35" y="375"/>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3">
              <a:extLst>
                <a:ext uri="{FF2B5EF4-FFF2-40B4-BE49-F238E27FC236}">
                  <a16:creationId xmlns:a16="http://schemas.microsoft.com/office/drawing/2014/main" id="{74B88C81-E946-0BD4-DD4F-346C787E98A0}"/>
                </a:ext>
              </a:extLst>
            </p:cNvPr>
            <p:cNvSpPr>
              <a:spLocks noChangeArrowheads="1"/>
            </p:cNvSpPr>
            <p:nvPr/>
          </p:nvSpPr>
          <p:spPr bwMode="auto">
            <a:xfrm>
              <a:off x="9471025" y="947738"/>
              <a:ext cx="76200" cy="139700"/>
            </a:xfrm>
            <a:custGeom>
              <a:avLst/>
              <a:gdLst>
                <a:gd name="T0" fmla="*/ 188 w 213"/>
                <a:gd name="T1" fmla="*/ 229 h 389"/>
                <a:gd name="T2" fmla="*/ 188 w 213"/>
                <a:gd name="T3" fmla="*/ 229 h 389"/>
                <a:gd name="T4" fmla="*/ 159 w 213"/>
                <a:gd name="T5" fmla="*/ 204 h 389"/>
                <a:gd name="T6" fmla="*/ 118 w 213"/>
                <a:gd name="T7" fmla="*/ 180 h 389"/>
                <a:gd name="T8" fmla="*/ 81 w 213"/>
                <a:gd name="T9" fmla="*/ 159 h 389"/>
                <a:gd name="T10" fmla="*/ 56 w 213"/>
                <a:gd name="T11" fmla="*/ 139 h 389"/>
                <a:gd name="T12" fmla="*/ 42 w 213"/>
                <a:gd name="T13" fmla="*/ 120 h 389"/>
                <a:gd name="T14" fmla="*/ 38 w 213"/>
                <a:gd name="T15" fmla="*/ 95 h 389"/>
                <a:gd name="T16" fmla="*/ 43 w 213"/>
                <a:gd name="T17" fmla="*/ 67 h 389"/>
                <a:gd name="T18" fmla="*/ 61 w 213"/>
                <a:gd name="T19" fmla="*/ 47 h 389"/>
                <a:gd name="T20" fmla="*/ 86 w 213"/>
                <a:gd name="T21" fmla="*/ 36 h 389"/>
                <a:gd name="T22" fmla="*/ 118 w 213"/>
                <a:gd name="T23" fmla="*/ 32 h 389"/>
                <a:gd name="T24" fmla="*/ 197 w 213"/>
                <a:gd name="T25" fmla="*/ 52 h 389"/>
                <a:gd name="T26" fmla="*/ 197 w 213"/>
                <a:gd name="T27" fmla="*/ 13 h 389"/>
                <a:gd name="T28" fmla="*/ 123 w 213"/>
                <a:gd name="T29" fmla="*/ 0 h 389"/>
                <a:gd name="T30" fmla="*/ 75 w 213"/>
                <a:gd name="T31" fmla="*/ 7 h 389"/>
                <a:gd name="T32" fmla="*/ 36 w 213"/>
                <a:gd name="T33" fmla="*/ 27 h 389"/>
                <a:gd name="T34" fmla="*/ 10 w 213"/>
                <a:gd name="T35" fmla="*/ 57 h 389"/>
                <a:gd name="T36" fmla="*/ 0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7 h 389"/>
                <a:gd name="T58" fmla="*/ 67 w 213"/>
                <a:gd name="T59" fmla="*/ 354 h 389"/>
                <a:gd name="T60" fmla="*/ 43 w 213"/>
                <a:gd name="T61" fmla="*/ 349 h 389"/>
                <a:gd name="T62" fmla="*/ 19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2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4"/>
                  </a:cubicBezTo>
                  <a:cubicBezTo>
                    <a:pt x="148" y="197"/>
                    <a:pt x="134" y="188"/>
                    <a:pt x="118" y="180"/>
                  </a:cubicBezTo>
                  <a:cubicBezTo>
                    <a:pt x="103" y="172"/>
                    <a:pt x="91" y="165"/>
                    <a:pt x="81" y="159"/>
                  </a:cubicBezTo>
                  <a:cubicBezTo>
                    <a:pt x="70" y="152"/>
                    <a:pt x="61" y="146"/>
                    <a:pt x="56" y="139"/>
                  </a:cubicBezTo>
                  <a:cubicBezTo>
                    <a:pt x="49" y="134"/>
                    <a:pt x="45" y="127"/>
                    <a:pt x="42" y="120"/>
                  </a:cubicBezTo>
                  <a:cubicBezTo>
                    <a:pt x="39" y="113"/>
                    <a:pt x="38" y="105"/>
                    <a:pt x="38" y="95"/>
                  </a:cubicBezTo>
                  <a:cubicBezTo>
                    <a:pt x="38" y="84"/>
                    <a:pt x="39" y="75"/>
                    <a:pt x="43" y="67"/>
                  </a:cubicBezTo>
                  <a:cubicBezTo>
                    <a:pt x="47" y="60"/>
                    <a:pt x="53" y="53"/>
                    <a:pt x="61" y="47"/>
                  </a:cubicBezTo>
                  <a:cubicBezTo>
                    <a:pt x="68" y="43"/>
                    <a:pt x="77" y="39"/>
                    <a:pt x="86" y="36"/>
                  </a:cubicBezTo>
                  <a:cubicBezTo>
                    <a:pt x="96" y="33"/>
                    <a:pt x="107" y="32"/>
                    <a:pt x="118" y="32"/>
                  </a:cubicBezTo>
                  <a:cubicBezTo>
                    <a:pt x="148" y="32"/>
                    <a:pt x="174" y="38"/>
                    <a:pt x="197" y="52"/>
                  </a:cubicBezTo>
                  <a:cubicBezTo>
                    <a:pt x="197" y="13"/>
                    <a:pt x="197" y="13"/>
                    <a:pt x="197" y="13"/>
                  </a:cubicBezTo>
                  <a:cubicBezTo>
                    <a:pt x="176" y="4"/>
                    <a:pt x="152" y="0"/>
                    <a:pt x="123" y="0"/>
                  </a:cubicBezTo>
                  <a:cubicBezTo>
                    <a:pt x="106" y="0"/>
                    <a:pt x="89" y="3"/>
                    <a:pt x="75" y="7"/>
                  </a:cubicBezTo>
                  <a:cubicBezTo>
                    <a:pt x="60" y="11"/>
                    <a:pt x="47" y="18"/>
                    <a:pt x="36" y="27"/>
                  </a:cubicBezTo>
                  <a:cubicBezTo>
                    <a:pt x="25" y="35"/>
                    <a:pt x="17" y="45"/>
                    <a:pt x="10" y="57"/>
                  </a:cubicBezTo>
                  <a:cubicBezTo>
                    <a:pt x="4" y="70"/>
                    <a:pt x="0" y="82"/>
                    <a:pt x="0" y="98"/>
                  </a:cubicBezTo>
                  <a:cubicBezTo>
                    <a:pt x="0" y="110"/>
                    <a:pt x="3" y="121"/>
                    <a:pt x="6" y="130"/>
                  </a:cubicBezTo>
                  <a:cubicBezTo>
                    <a:pt x="10" y="139"/>
                    <a:pt x="14" y="148"/>
                    <a:pt x="22" y="156"/>
                  </a:cubicBezTo>
                  <a:cubicBezTo>
                    <a:pt x="29" y="165"/>
                    <a:pt x="38" y="173"/>
                    <a:pt x="50" y="180"/>
                  </a:cubicBezTo>
                  <a:cubicBezTo>
                    <a:pt x="61" y="188"/>
                    <a:pt x="75" y="197"/>
                    <a:pt x="91" y="205"/>
                  </a:cubicBezTo>
                  <a:cubicBezTo>
                    <a:pt x="106" y="213"/>
                    <a:pt x="118" y="220"/>
                    <a:pt x="128" y="226"/>
                  </a:cubicBezTo>
                  <a:cubicBezTo>
                    <a:pt x="139" y="233"/>
                    <a:pt x="148" y="240"/>
                    <a:pt x="155" y="245"/>
                  </a:cubicBezTo>
                  <a:cubicBezTo>
                    <a:pt x="162" y="252"/>
                    <a:pt x="167" y="259"/>
                    <a:pt x="170" y="266"/>
                  </a:cubicBezTo>
                  <a:cubicBezTo>
                    <a:pt x="174" y="273"/>
                    <a:pt x="176" y="283"/>
                    <a:pt x="176" y="293"/>
                  </a:cubicBezTo>
                  <a:cubicBezTo>
                    <a:pt x="176" y="314"/>
                    <a:pt x="169" y="329"/>
                    <a:pt x="155" y="340"/>
                  </a:cubicBezTo>
                  <a:cubicBezTo>
                    <a:pt x="139" y="351"/>
                    <a:pt x="118" y="357"/>
                    <a:pt x="91" y="357"/>
                  </a:cubicBezTo>
                  <a:cubicBezTo>
                    <a:pt x="84" y="357"/>
                    <a:pt x="75" y="356"/>
                    <a:pt x="67" y="354"/>
                  </a:cubicBezTo>
                  <a:cubicBezTo>
                    <a:pt x="60" y="353"/>
                    <a:pt x="52" y="351"/>
                    <a:pt x="43" y="349"/>
                  </a:cubicBezTo>
                  <a:cubicBezTo>
                    <a:pt x="35" y="346"/>
                    <a:pt x="28" y="343"/>
                    <a:pt x="19" y="339"/>
                  </a:cubicBezTo>
                  <a:cubicBezTo>
                    <a:pt x="12" y="336"/>
                    <a:pt x="6" y="332"/>
                    <a:pt x="0" y="326"/>
                  </a:cubicBezTo>
                  <a:cubicBezTo>
                    <a:pt x="0" y="367"/>
                    <a:pt x="0" y="367"/>
                    <a:pt x="0" y="367"/>
                  </a:cubicBezTo>
                  <a:cubicBezTo>
                    <a:pt x="4" y="371"/>
                    <a:pt x="10" y="374"/>
                    <a:pt x="18" y="375"/>
                  </a:cubicBezTo>
                  <a:cubicBezTo>
                    <a:pt x="25" y="378"/>
                    <a:pt x="33" y="381"/>
                    <a:pt x="42" y="382"/>
                  </a:cubicBezTo>
                  <a:cubicBezTo>
                    <a:pt x="50" y="384"/>
                    <a:pt x="59" y="385"/>
                    <a:pt x="67" y="386"/>
                  </a:cubicBezTo>
                  <a:cubicBezTo>
                    <a:pt x="75" y="388"/>
                    <a:pt x="82" y="388"/>
                    <a:pt x="88" y="388"/>
                  </a:cubicBezTo>
                  <a:cubicBezTo>
                    <a:pt x="106" y="388"/>
                    <a:pt x="123" y="386"/>
                    <a:pt x="138" y="382"/>
                  </a:cubicBezTo>
                  <a:cubicBezTo>
                    <a:pt x="153" y="378"/>
                    <a:pt x="166" y="371"/>
                    <a:pt x="177" y="363"/>
                  </a:cubicBezTo>
                  <a:cubicBezTo>
                    <a:pt x="188" y="354"/>
                    <a:pt x="197" y="344"/>
                    <a:pt x="202" y="332"/>
                  </a:cubicBezTo>
                  <a:cubicBezTo>
                    <a:pt x="209" y="319"/>
                    <a:pt x="212" y="305"/>
                    <a:pt x="212" y="289"/>
                  </a:cubicBezTo>
                  <a:cubicBezTo>
                    <a:pt x="212" y="278"/>
                    <a:pt x="209"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B1FB3AC6-C632-7900-7467-F9505084F061}"/>
              </a:ext>
            </a:extLst>
          </p:cNvPr>
          <p:cNvGrpSpPr/>
          <p:nvPr/>
        </p:nvGrpSpPr>
        <p:grpSpPr>
          <a:xfrm>
            <a:off x="5174331" y="609501"/>
            <a:ext cx="1917700" cy="139700"/>
            <a:chOff x="4146550" y="952500"/>
            <a:chExt cx="1917700" cy="139700"/>
          </a:xfrm>
          <a:solidFill>
            <a:schemeClr val="accent4"/>
          </a:solidFill>
        </p:grpSpPr>
        <p:sp>
          <p:nvSpPr>
            <p:cNvPr id="92" name="Freeform 74">
              <a:extLst>
                <a:ext uri="{FF2B5EF4-FFF2-40B4-BE49-F238E27FC236}">
                  <a16:creationId xmlns:a16="http://schemas.microsoft.com/office/drawing/2014/main" id="{CCDF49D7-4F59-8A76-C727-C7DF38BA2F0C}"/>
                </a:ext>
              </a:extLst>
            </p:cNvPr>
            <p:cNvSpPr>
              <a:spLocks noChangeArrowheads="1"/>
            </p:cNvSpPr>
            <p:nvPr/>
          </p:nvSpPr>
          <p:spPr bwMode="auto">
            <a:xfrm>
              <a:off x="4146550" y="952500"/>
              <a:ext cx="76200" cy="139700"/>
            </a:xfrm>
            <a:custGeom>
              <a:avLst/>
              <a:gdLst>
                <a:gd name="T0" fmla="*/ 42 w 213"/>
                <a:gd name="T1" fmla="*/ 382 h 389"/>
                <a:gd name="T2" fmla="*/ 42 w 213"/>
                <a:gd name="T3" fmla="*/ 382 h 389"/>
                <a:gd name="T4" fmla="*/ 67 w 213"/>
                <a:gd name="T5" fmla="*/ 387 h 389"/>
                <a:gd name="T6" fmla="*/ 88 w 213"/>
                <a:gd name="T7" fmla="*/ 388 h 389"/>
                <a:gd name="T8" fmla="*/ 138 w 213"/>
                <a:gd name="T9" fmla="*/ 381 h 389"/>
                <a:gd name="T10" fmla="*/ 177 w 213"/>
                <a:gd name="T11" fmla="*/ 363 h 389"/>
                <a:gd name="T12" fmla="*/ 204 w 213"/>
                <a:gd name="T13" fmla="*/ 332 h 389"/>
                <a:gd name="T14" fmla="*/ 212 w 213"/>
                <a:gd name="T15" fmla="*/ 289 h 389"/>
                <a:gd name="T16" fmla="*/ 207 w 213"/>
                <a:gd name="T17" fmla="*/ 257 h 389"/>
                <a:gd name="T18" fmla="*/ 190 w 213"/>
                <a:gd name="T19" fmla="*/ 229 h 389"/>
                <a:gd name="T20" fmla="*/ 161 w 213"/>
                <a:gd name="T21" fmla="*/ 204 h 389"/>
                <a:gd name="T22" fmla="*/ 119 w 213"/>
                <a:gd name="T23" fmla="*/ 179 h 389"/>
                <a:gd name="T24" fmla="*/ 81 w 213"/>
                <a:gd name="T25" fmla="*/ 158 h 389"/>
                <a:gd name="T26" fmla="*/ 56 w 213"/>
                <a:gd name="T27" fmla="*/ 140 h 389"/>
                <a:gd name="T28" fmla="*/ 42 w 213"/>
                <a:gd name="T29" fmla="*/ 119 h 389"/>
                <a:gd name="T30" fmla="*/ 38 w 213"/>
                <a:gd name="T31" fmla="*/ 94 h 389"/>
                <a:gd name="T32" fmla="*/ 43 w 213"/>
                <a:gd name="T33" fmla="*/ 67 h 389"/>
                <a:gd name="T34" fmla="*/ 61 w 213"/>
                <a:gd name="T35" fmla="*/ 48 h 389"/>
                <a:gd name="T36" fmla="*/ 88 w 213"/>
                <a:gd name="T37" fmla="*/ 35 h 389"/>
                <a:gd name="T38" fmla="*/ 119 w 213"/>
                <a:gd name="T39" fmla="*/ 32 h 389"/>
                <a:gd name="T40" fmla="*/ 197 w 213"/>
                <a:gd name="T41" fmla="*/ 51 h 389"/>
                <a:gd name="T42" fmla="*/ 197 w 213"/>
                <a:gd name="T43" fmla="*/ 13 h 389"/>
                <a:gd name="T44" fmla="*/ 123 w 213"/>
                <a:gd name="T45" fmla="*/ 0 h 389"/>
                <a:gd name="T46" fmla="*/ 75 w 213"/>
                <a:gd name="T47" fmla="*/ 7 h 389"/>
                <a:gd name="T48" fmla="*/ 38 w 213"/>
                <a:gd name="T49" fmla="*/ 27 h 389"/>
                <a:gd name="T50" fmla="*/ 11 w 213"/>
                <a:gd name="T51" fmla="*/ 58 h 389"/>
                <a:gd name="T52" fmla="*/ 2 w 213"/>
                <a:gd name="T53" fmla="*/ 98 h 389"/>
                <a:gd name="T54" fmla="*/ 6 w 213"/>
                <a:gd name="T55" fmla="*/ 130 h 389"/>
                <a:gd name="T56" fmla="*/ 22 w 213"/>
                <a:gd name="T57" fmla="*/ 157 h 389"/>
                <a:gd name="T58" fmla="*/ 50 w 213"/>
                <a:gd name="T59" fmla="*/ 180 h 389"/>
                <a:gd name="T60" fmla="*/ 92 w 213"/>
                <a:gd name="T61" fmla="*/ 205 h 389"/>
                <a:gd name="T62" fmla="*/ 130 w 213"/>
                <a:gd name="T63" fmla="*/ 226 h 389"/>
                <a:gd name="T64" fmla="*/ 155 w 213"/>
                <a:gd name="T65" fmla="*/ 246 h 389"/>
                <a:gd name="T66" fmla="*/ 172 w 213"/>
                <a:gd name="T67" fmla="*/ 267 h 389"/>
                <a:gd name="T68" fmla="*/ 176 w 213"/>
                <a:gd name="T69" fmla="*/ 292 h 389"/>
                <a:gd name="T70" fmla="*/ 155 w 213"/>
                <a:gd name="T71" fmla="*/ 339 h 389"/>
                <a:gd name="T72" fmla="*/ 91 w 213"/>
                <a:gd name="T73" fmla="*/ 356 h 389"/>
                <a:gd name="T74" fmla="*/ 68 w 213"/>
                <a:gd name="T75" fmla="*/ 355 h 389"/>
                <a:gd name="T76" fmla="*/ 43 w 213"/>
                <a:gd name="T77" fmla="*/ 349 h 389"/>
                <a:gd name="T78" fmla="*/ 21 w 213"/>
                <a:gd name="T79" fmla="*/ 339 h 389"/>
                <a:gd name="T80" fmla="*/ 0 w 213"/>
                <a:gd name="T81" fmla="*/ 327 h 389"/>
                <a:gd name="T82" fmla="*/ 0 w 213"/>
                <a:gd name="T83" fmla="*/ 367 h 389"/>
                <a:gd name="T84" fmla="*/ 18 w 213"/>
                <a:gd name="T85" fmla="*/ 375 h 389"/>
                <a:gd name="T86" fmla="*/ 42 w 213"/>
                <a:gd name="T87" fmla="*/ 382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42" y="382"/>
                  </a:moveTo>
                  <a:lnTo>
                    <a:pt x="42" y="382"/>
                  </a:lnTo>
                  <a:cubicBezTo>
                    <a:pt x="50" y="384"/>
                    <a:pt x="59" y="385"/>
                    <a:pt x="67" y="387"/>
                  </a:cubicBezTo>
                  <a:cubicBezTo>
                    <a:pt x="75" y="387"/>
                    <a:pt x="82" y="388"/>
                    <a:pt x="88" y="388"/>
                  </a:cubicBezTo>
                  <a:cubicBezTo>
                    <a:pt x="106" y="388"/>
                    <a:pt x="123" y="385"/>
                    <a:pt x="138" y="381"/>
                  </a:cubicBezTo>
                  <a:cubicBezTo>
                    <a:pt x="154" y="377"/>
                    <a:pt x="166" y="371"/>
                    <a:pt x="177" y="363"/>
                  </a:cubicBezTo>
                  <a:cubicBezTo>
                    <a:pt x="188" y="355"/>
                    <a:pt x="197" y="345"/>
                    <a:pt x="204" y="332"/>
                  </a:cubicBezTo>
                  <a:cubicBezTo>
                    <a:pt x="209" y="320"/>
                    <a:pt x="212" y="304"/>
                    <a:pt x="212" y="289"/>
                  </a:cubicBezTo>
                  <a:cubicBezTo>
                    <a:pt x="212" y="277"/>
                    <a:pt x="211" y="265"/>
                    <a:pt x="207" y="257"/>
                  </a:cubicBezTo>
                  <a:cubicBezTo>
                    <a:pt x="202" y="247"/>
                    <a:pt x="197" y="237"/>
                    <a:pt x="190" y="229"/>
                  </a:cubicBezTo>
                  <a:cubicBezTo>
                    <a:pt x="181" y="221"/>
                    <a:pt x="172" y="212"/>
                    <a:pt x="161" y="204"/>
                  </a:cubicBezTo>
                  <a:cubicBezTo>
                    <a:pt x="148" y="196"/>
                    <a:pt x="134" y="187"/>
                    <a:pt x="119" y="179"/>
                  </a:cubicBezTo>
                  <a:cubicBezTo>
                    <a:pt x="103" y="172"/>
                    <a:pt x="91" y="165"/>
                    <a:pt x="81" y="158"/>
                  </a:cubicBezTo>
                  <a:cubicBezTo>
                    <a:pt x="70" y="152"/>
                    <a:pt x="61" y="145"/>
                    <a:pt x="56" y="140"/>
                  </a:cubicBezTo>
                  <a:cubicBezTo>
                    <a:pt x="49" y="133"/>
                    <a:pt x="45" y="127"/>
                    <a:pt x="42" y="119"/>
                  </a:cubicBezTo>
                  <a:cubicBezTo>
                    <a:pt x="39" y="112"/>
                    <a:pt x="38" y="104"/>
                    <a:pt x="38" y="94"/>
                  </a:cubicBezTo>
                  <a:cubicBezTo>
                    <a:pt x="38" y="84"/>
                    <a:pt x="39" y="76"/>
                    <a:pt x="43" y="67"/>
                  </a:cubicBezTo>
                  <a:cubicBezTo>
                    <a:pt x="49" y="59"/>
                    <a:pt x="55" y="53"/>
                    <a:pt x="61" y="48"/>
                  </a:cubicBezTo>
                  <a:cubicBezTo>
                    <a:pt x="68" y="42"/>
                    <a:pt x="78" y="38"/>
                    <a:pt x="88" y="35"/>
                  </a:cubicBezTo>
                  <a:cubicBezTo>
                    <a:pt x="98" y="34"/>
                    <a:pt x="108" y="32"/>
                    <a:pt x="119" y="32"/>
                  </a:cubicBezTo>
                  <a:cubicBezTo>
                    <a:pt x="149" y="32"/>
                    <a:pt x="174" y="38"/>
                    <a:pt x="197" y="51"/>
                  </a:cubicBezTo>
                  <a:cubicBezTo>
                    <a:pt x="197" y="13"/>
                    <a:pt x="197" y="13"/>
                    <a:pt x="197" y="13"/>
                  </a:cubicBezTo>
                  <a:cubicBezTo>
                    <a:pt x="177" y="5"/>
                    <a:pt x="152" y="0"/>
                    <a:pt x="123" y="0"/>
                  </a:cubicBezTo>
                  <a:cubicBezTo>
                    <a:pt x="106" y="0"/>
                    <a:pt x="91" y="2"/>
                    <a:pt x="75" y="7"/>
                  </a:cubicBezTo>
                  <a:cubicBezTo>
                    <a:pt x="61" y="12"/>
                    <a:pt x="48" y="18"/>
                    <a:pt x="38" y="27"/>
                  </a:cubicBezTo>
                  <a:cubicBezTo>
                    <a:pt x="27" y="35"/>
                    <a:pt x="17" y="45"/>
                    <a:pt x="11" y="58"/>
                  </a:cubicBezTo>
                  <a:cubicBezTo>
                    <a:pt x="4" y="69"/>
                    <a:pt x="2" y="83"/>
                    <a:pt x="2" y="98"/>
                  </a:cubicBezTo>
                  <a:cubicBezTo>
                    <a:pt x="2" y="111"/>
                    <a:pt x="3" y="120"/>
                    <a:pt x="6" y="130"/>
                  </a:cubicBezTo>
                  <a:cubicBezTo>
                    <a:pt x="10" y="140"/>
                    <a:pt x="15" y="148"/>
                    <a:pt x="22" y="157"/>
                  </a:cubicBezTo>
                  <a:cubicBezTo>
                    <a:pt x="29" y="165"/>
                    <a:pt x="39" y="172"/>
                    <a:pt x="50" y="180"/>
                  </a:cubicBezTo>
                  <a:cubicBezTo>
                    <a:pt x="61" y="189"/>
                    <a:pt x="75" y="196"/>
                    <a:pt x="92" y="205"/>
                  </a:cubicBezTo>
                  <a:cubicBezTo>
                    <a:pt x="106" y="212"/>
                    <a:pt x="119" y="221"/>
                    <a:pt x="130" y="226"/>
                  </a:cubicBezTo>
                  <a:cubicBezTo>
                    <a:pt x="140" y="233"/>
                    <a:pt x="148" y="239"/>
                    <a:pt x="155" y="246"/>
                  </a:cubicBezTo>
                  <a:cubicBezTo>
                    <a:pt x="162" y="253"/>
                    <a:pt x="167" y="260"/>
                    <a:pt x="172" y="267"/>
                  </a:cubicBezTo>
                  <a:cubicBezTo>
                    <a:pt x="174" y="274"/>
                    <a:pt x="176" y="282"/>
                    <a:pt x="176" y="292"/>
                  </a:cubicBezTo>
                  <a:cubicBezTo>
                    <a:pt x="176" y="313"/>
                    <a:pt x="169" y="329"/>
                    <a:pt x="155" y="339"/>
                  </a:cubicBezTo>
                  <a:cubicBezTo>
                    <a:pt x="141" y="350"/>
                    <a:pt x="120" y="356"/>
                    <a:pt x="91" y="356"/>
                  </a:cubicBezTo>
                  <a:cubicBezTo>
                    <a:pt x="84" y="356"/>
                    <a:pt x="75" y="356"/>
                    <a:pt x="68" y="355"/>
                  </a:cubicBezTo>
                  <a:cubicBezTo>
                    <a:pt x="60" y="353"/>
                    <a:pt x="52" y="352"/>
                    <a:pt x="43" y="349"/>
                  </a:cubicBezTo>
                  <a:cubicBezTo>
                    <a:pt x="36" y="346"/>
                    <a:pt x="28" y="343"/>
                    <a:pt x="21" y="339"/>
                  </a:cubicBezTo>
                  <a:cubicBezTo>
                    <a:pt x="13" y="335"/>
                    <a:pt x="6" y="331"/>
                    <a:pt x="0" y="327"/>
                  </a:cubicBezTo>
                  <a:cubicBezTo>
                    <a:pt x="0" y="367"/>
                    <a:pt x="0" y="367"/>
                    <a:pt x="0" y="367"/>
                  </a:cubicBezTo>
                  <a:cubicBezTo>
                    <a:pt x="4" y="370"/>
                    <a:pt x="11" y="373"/>
                    <a:pt x="18" y="375"/>
                  </a:cubicBezTo>
                  <a:cubicBezTo>
                    <a:pt x="27" y="378"/>
                    <a:pt x="34" y="380"/>
                    <a:pt x="42" y="38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5">
              <a:extLst>
                <a:ext uri="{FF2B5EF4-FFF2-40B4-BE49-F238E27FC236}">
                  <a16:creationId xmlns:a16="http://schemas.microsoft.com/office/drawing/2014/main" id="{494D4115-E113-F3D1-34F5-64413018115F}"/>
                </a:ext>
              </a:extLst>
            </p:cNvPr>
            <p:cNvSpPr>
              <a:spLocks noChangeArrowheads="1"/>
            </p:cNvSpPr>
            <p:nvPr/>
          </p:nvSpPr>
          <p:spPr bwMode="auto">
            <a:xfrm>
              <a:off x="4251325" y="955675"/>
              <a:ext cx="98425" cy="134938"/>
            </a:xfrm>
            <a:custGeom>
              <a:avLst/>
              <a:gdLst>
                <a:gd name="T0" fmla="*/ 35 w 275"/>
                <a:gd name="T1" fmla="*/ 199 h 376"/>
                <a:gd name="T2" fmla="*/ 239 w 275"/>
                <a:gd name="T3" fmla="*/ 199 h 376"/>
                <a:gd name="T4" fmla="*/ 239 w 275"/>
                <a:gd name="T5" fmla="*/ 375 h 376"/>
                <a:gd name="T6" fmla="*/ 274 w 275"/>
                <a:gd name="T7" fmla="*/ 375 h 376"/>
                <a:gd name="T8" fmla="*/ 274 w 275"/>
                <a:gd name="T9" fmla="*/ 0 h 376"/>
                <a:gd name="T10" fmla="*/ 239 w 275"/>
                <a:gd name="T11" fmla="*/ 0 h 376"/>
                <a:gd name="T12" fmla="*/ 239 w 275"/>
                <a:gd name="T13" fmla="*/ 169 h 376"/>
                <a:gd name="T14" fmla="*/ 35 w 275"/>
                <a:gd name="T15" fmla="*/ 169 h 376"/>
                <a:gd name="T16" fmla="*/ 35 w 275"/>
                <a:gd name="T17" fmla="*/ 0 h 376"/>
                <a:gd name="T18" fmla="*/ 0 w 275"/>
                <a:gd name="T19" fmla="*/ 0 h 376"/>
                <a:gd name="T20" fmla="*/ 0 w 275"/>
                <a:gd name="T21" fmla="*/ 375 h 376"/>
                <a:gd name="T22" fmla="*/ 35 w 275"/>
                <a:gd name="T23" fmla="*/ 375 h 376"/>
                <a:gd name="T24" fmla="*/ 35 w 275"/>
                <a:gd name="T25" fmla="*/ 19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35" y="199"/>
                  </a:moveTo>
                  <a:lnTo>
                    <a:pt x="239" y="199"/>
                  </a:lnTo>
                  <a:lnTo>
                    <a:pt x="239" y="375"/>
                  </a:lnTo>
                  <a:lnTo>
                    <a:pt x="274" y="375"/>
                  </a:lnTo>
                  <a:lnTo>
                    <a:pt x="274" y="0"/>
                  </a:lnTo>
                  <a:lnTo>
                    <a:pt x="239" y="0"/>
                  </a:lnTo>
                  <a:lnTo>
                    <a:pt x="239" y="169"/>
                  </a:lnTo>
                  <a:lnTo>
                    <a:pt x="35" y="169"/>
                  </a:lnTo>
                  <a:lnTo>
                    <a:pt x="35" y="0"/>
                  </a:lnTo>
                  <a:lnTo>
                    <a:pt x="0" y="0"/>
                  </a:lnTo>
                  <a:lnTo>
                    <a:pt x="0" y="375"/>
                  </a:lnTo>
                  <a:lnTo>
                    <a:pt x="35" y="375"/>
                  </a:lnTo>
                  <a:lnTo>
                    <a:pt x="35" y="19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6">
              <a:extLst>
                <a:ext uri="{FF2B5EF4-FFF2-40B4-BE49-F238E27FC236}">
                  <a16:creationId xmlns:a16="http://schemas.microsoft.com/office/drawing/2014/main" id="{C9958B0B-0980-4CE4-5D0B-5E0EFCF90B69}"/>
                </a:ext>
              </a:extLst>
            </p:cNvPr>
            <p:cNvSpPr>
              <a:spLocks noChangeArrowheads="1"/>
            </p:cNvSpPr>
            <p:nvPr/>
          </p:nvSpPr>
          <p:spPr bwMode="auto">
            <a:xfrm>
              <a:off x="4376738" y="952500"/>
              <a:ext cx="127000" cy="139700"/>
            </a:xfrm>
            <a:custGeom>
              <a:avLst/>
              <a:gdLst>
                <a:gd name="T0" fmla="*/ 47 w 354"/>
                <a:gd name="T1" fmla="*/ 332 h 389"/>
                <a:gd name="T2" fmla="*/ 47 w 354"/>
                <a:gd name="T3" fmla="*/ 332 h 389"/>
                <a:gd name="T4" fmla="*/ 102 w 354"/>
                <a:gd name="T5" fmla="*/ 373 h 389"/>
                <a:gd name="T6" fmla="*/ 176 w 354"/>
                <a:gd name="T7" fmla="*/ 388 h 389"/>
                <a:gd name="T8" fmla="*/ 251 w 354"/>
                <a:gd name="T9" fmla="*/ 373 h 389"/>
                <a:gd name="T10" fmla="*/ 307 w 354"/>
                <a:gd name="T11" fmla="*/ 331 h 389"/>
                <a:gd name="T12" fmla="*/ 342 w 354"/>
                <a:gd name="T13" fmla="*/ 268 h 389"/>
                <a:gd name="T14" fmla="*/ 353 w 354"/>
                <a:gd name="T15" fmla="*/ 189 h 389"/>
                <a:gd name="T16" fmla="*/ 342 w 354"/>
                <a:gd name="T17" fmla="*/ 113 h 389"/>
                <a:gd name="T18" fmla="*/ 307 w 354"/>
                <a:gd name="T19" fmla="*/ 53 h 389"/>
                <a:gd name="T20" fmla="*/ 252 w 354"/>
                <a:gd name="T21" fmla="*/ 14 h 389"/>
                <a:gd name="T22" fmla="*/ 181 w 354"/>
                <a:gd name="T23" fmla="*/ 0 h 389"/>
                <a:gd name="T24" fmla="*/ 104 w 354"/>
                <a:gd name="T25" fmla="*/ 14 h 389"/>
                <a:gd name="T26" fmla="*/ 47 w 354"/>
                <a:gd name="T27" fmla="*/ 55 h 389"/>
                <a:gd name="T28" fmla="*/ 12 w 354"/>
                <a:gd name="T29" fmla="*/ 117 h 389"/>
                <a:gd name="T30" fmla="*/ 0 w 354"/>
                <a:gd name="T31" fmla="*/ 198 h 389"/>
                <a:gd name="T32" fmla="*/ 12 w 354"/>
                <a:gd name="T33" fmla="*/ 272 h 389"/>
                <a:gd name="T34" fmla="*/ 47 w 354"/>
                <a:gd name="T35" fmla="*/ 332 h 389"/>
                <a:gd name="T36" fmla="*/ 46 w 354"/>
                <a:gd name="T37" fmla="*/ 131 h 389"/>
                <a:gd name="T38" fmla="*/ 46 w 354"/>
                <a:gd name="T39" fmla="*/ 131 h 389"/>
                <a:gd name="T40" fmla="*/ 74 w 354"/>
                <a:gd name="T41" fmla="*/ 80 h 389"/>
                <a:gd name="T42" fmla="*/ 117 w 354"/>
                <a:gd name="T43" fmla="*/ 45 h 389"/>
                <a:gd name="T44" fmla="*/ 178 w 354"/>
                <a:gd name="T45" fmla="*/ 32 h 389"/>
                <a:gd name="T46" fmla="*/ 241 w 354"/>
                <a:gd name="T47" fmla="*/ 45 h 389"/>
                <a:gd name="T48" fmla="*/ 283 w 354"/>
                <a:gd name="T49" fmla="*/ 80 h 389"/>
                <a:gd name="T50" fmla="*/ 308 w 354"/>
                <a:gd name="T51" fmla="*/ 131 h 389"/>
                <a:gd name="T52" fmla="*/ 316 w 354"/>
                <a:gd name="T53" fmla="*/ 194 h 389"/>
                <a:gd name="T54" fmla="*/ 308 w 354"/>
                <a:gd name="T55" fmla="*/ 258 h 389"/>
                <a:gd name="T56" fmla="*/ 280 w 354"/>
                <a:gd name="T57" fmla="*/ 310 h 389"/>
                <a:gd name="T58" fmla="*/ 237 w 354"/>
                <a:gd name="T59" fmla="*/ 345 h 389"/>
                <a:gd name="T60" fmla="*/ 174 w 354"/>
                <a:gd name="T61" fmla="*/ 356 h 389"/>
                <a:gd name="T62" fmla="*/ 114 w 354"/>
                <a:gd name="T63" fmla="*/ 343 h 389"/>
                <a:gd name="T64" fmla="*/ 70 w 354"/>
                <a:gd name="T65" fmla="*/ 307 h 389"/>
                <a:gd name="T66" fmla="*/ 45 w 354"/>
                <a:gd name="T67" fmla="*/ 256 h 389"/>
                <a:gd name="T68" fmla="*/ 36 w 354"/>
                <a:gd name="T69" fmla="*/ 194 h 389"/>
                <a:gd name="T70" fmla="*/ 46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7" y="332"/>
                  </a:moveTo>
                  <a:lnTo>
                    <a:pt x="47" y="332"/>
                  </a:lnTo>
                  <a:cubicBezTo>
                    <a:pt x="63" y="350"/>
                    <a:pt x="81" y="363"/>
                    <a:pt x="102" y="373"/>
                  </a:cubicBezTo>
                  <a:cubicBezTo>
                    <a:pt x="124" y="382"/>
                    <a:pt x="148" y="388"/>
                    <a:pt x="176" y="388"/>
                  </a:cubicBezTo>
                  <a:cubicBezTo>
                    <a:pt x="203" y="388"/>
                    <a:pt x="229" y="382"/>
                    <a:pt x="251" y="373"/>
                  </a:cubicBezTo>
                  <a:cubicBezTo>
                    <a:pt x="273" y="363"/>
                    <a:pt x="291" y="349"/>
                    <a:pt x="307" y="331"/>
                  </a:cubicBezTo>
                  <a:cubicBezTo>
                    <a:pt x="322" y="313"/>
                    <a:pt x="333" y="292"/>
                    <a:pt x="342" y="268"/>
                  </a:cubicBezTo>
                  <a:cubicBezTo>
                    <a:pt x="349" y="243"/>
                    <a:pt x="353" y="217"/>
                    <a:pt x="353" y="189"/>
                  </a:cubicBezTo>
                  <a:cubicBezTo>
                    <a:pt x="353" y="162"/>
                    <a:pt x="349" y="137"/>
                    <a:pt x="342" y="113"/>
                  </a:cubicBezTo>
                  <a:cubicBezTo>
                    <a:pt x="333" y="91"/>
                    <a:pt x="322" y="70"/>
                    <a:pt x="307" y="53"/>
                  </a:cubicBezTo>
                  <a:cubicBezTo>
                    <a:pt x="291" y="37"/>
                    <a:pt x="275" y="24"/>
                    <a:pt x="252" y="14"/>
                  </a:cubicBezTo>
                  <a:cubicBezTo>
                    <a:pt x="231" y="5"/>
                    <a:pt x="208" y="0"/>
                    <a:pt x="181" y="0"/>
                  </a:cubicBezTo>
                  <a:cubicBezTo>
                    <a:pt x="153" y="0"/>
                    <a:pt x="127" y="5"/>
                    <a:pt x="104" y="14"/>
                  </a:cubicBezTo>
                  <a:cubicBezTo>
                    <a:pt x="82" y="24"/>
                    <a:pt x="63" y="38"/>
                    <a:pt x="47" y="55"/>
                  </a:cubicBezTo>
                  <a:cubicBezTo>
                    <a:pt x="32" y="73"/>
                    <a:pt x="21" y="94"/>
                    <a:pt x="12" y="117"/>
                  </a:cubicBezTo>
                  <a:cubicBezTo>
                    <a:pt x="4" y="143"/>
                    <a:pt x="0" y="169"/>
                    <a:pt x="0" y="198"/>
                  </a:cubicBezTo>
                  <a:cubicBezTo>
                    <a:pt x="0" y="225"/>
                    <a:pt x="4" y="250"/>
                    <a:pt x="12" y="272"/>
                  </a:cubicBezTo>
                  <a:cubicBezTo>
                    <a:pt x="21" y="296"/>
                    <a:pt x="32" y="316"/>
                    <a:pt x="47" y="332"/>
                  </a:cubicBezTo>
                  <a:close/>
                  <a:moveTo>
                    <a:pt x="46" y="131"/>
                  </a:moveTo>
                  <a:lnTo>
                    <a:pt x="46" y="131"/>
                  </a:lnTo>
                  <a:cubicBezTo>
                    <a:pt x="51" y="112"/>
                    <a:pt x="61" y="95"/>
                    <a:pt x="74" y="80"/>
                  </a:cubicBezTo>
                  <a:cubicBezTo>
                    <a:pt x="85" y="65"/>
                    <a:pt x="100" y="53"/>
                    <a:pt x="117" y="45"/>
                  </a:cubicBezTo>
                  <a:cubicBezTo>
                    <a:pt x="135" y="37"/>
                    <a:pt x="155" y="32"/>
                    <a:pt x="178" y="32"/>
                  </a:cubicBezTo>
                  <a:cubicBezTo>
                    <a:pt x="202" y="32"/>
                    <a:pt x="223" y="37"/>
                    <a:pt x="241" y="45"/>
                  </a:cubicBezTo>
                  <a:cubicBezTo>
                    <a:pt x="258" y="53"/>
                    <a:pt x="272" y="65"/>
                    <a:pt x="283" y="80"/>
                  </a:cubicBezTo>
                  <a:cubicBezTo>
                    <a:pt x="296" y="95"/>
                    <a:pt x="303" y="112"/>
                    <a:pt x="308" y="131"/>
                  </a:cubicBezTo>
                  <a:cubicBezTo>
                    <a:pt x="314" y="151"/>
                    <a:pt x="316" y="172"/>
                    <a:pt x="316" y="194"/>
                  </a:cubicBezTo>
                  <a:cubicBezTo>
                    <a:pt x="316" y="218"/>
                    <a:pt x="314" y="239"/>
                    <a:pt x="308" y="258"/>
                  </a:cubicBezTo>
                  <a:cubicBezTo>
                    <a:pt x="301" y="279"/>
                    <a:pt x="293" y="296"/>
                    <a:pt x="280" y="310"/>
                  </a:cubicBezTo>
                  <a:cubicBezTo>
                    <a:pt x="269" y="325"/>
                    <a:pt x="254" y="336"/>
                    <a:pt x="237" y="345"/>
                  </a:cubicBezTo>
                  <a:cubicBezTo>
                    <a:pt x="219" y="352"/>
                    <a:pt x="198" y="356"/>
                    <a:pt x="174" y="356"/>
                  </a:cubicBezTo>
                  <a:cubicBezTo>
                    <a:pt x="152" y="356"/>
                    <a:pt x="131" y="352"/>
                    <a:pt x="114" y="343"/>
                  </a:cubicBezTo>
                  <a:cubicBezTo>
                    <a:pt x="96" y="334"/>
                    <a:pt x="82" y="323"/>
                    <a:pt x="70" y="307"/>
                  </a:cubicBezTo>
                  <a:cubicBezTo>
                    <a:pt x="58" y="292"/>
                    <a:pt x="50" y="275"/>
                    <a:pt x="45" y="256"/>
                  </a:cubicBezTo>
                  <a:cubicBezTo>
                    <a:pt x="39" y="236"/>
                    <a:pt x="36" y="217"/>
                    <a:pt x="36" y="194"/>
                  </a:cubicBezTo>
                  <a:cubicBezTo>
                    <a:pt x="36" y="172"/>
                    <a:pt x="40" y="151"/>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5" name="Freeform 77">
              <a:extLst>
                <a:ext uri="{FF2B5EF4-FFF2-40B4-BE49-F238E27FC236}">
                  <a16:creationId xmlns:a16="http://schemas.microsoft.com/office/drawing/2014/main" id="{D2F01219-6955-08D0-14BE-FC91408EA82C}"/>
                </a:ext>
              </a:extLst>
            </p:cNvPr>
            <p:cNvSpPr>
              <a:spLocks noChangeArrowheads="1"/>
            </p:cNvSpPr>
            <p:nvPr/>
          </p:nvSpPr>
          <p:spPr bwMode="auto">
            <a:xfrm>
              <a:off x="4530725" y="955675"/>
              <a:ext cx="79375" cy="134938"/>
            </a:xfrm>
            <a:custGeom>
              <a:avLst/>
              <a:gdLst>
                <a:gd name="T0" fmla="*/ 211 w 220"/>
                <a:gd name="T1" fmla="*/ 63 h 376"/>
                <a:gd name="T2" fmla="*/ 211 w 220"/>
                <a:gd name="T3" fmla="*/ 63 h 376"/>
                <a:gd name="T4" fmla="*/ 187 w 220"/>
                <a:gd name="T5" fmla="*/ 29 h 376"/>
                <a:gd name="T6" fmla="*/ 149 w 220"/>
                <a:gd name="T7" fmla="*/ 8 h 376"/>
                <a:gd name="T8" fmla="*/ 96 w 220"/>
                <a:gd name="T9" fmla="*/ 0 h 376"/>
                <a:gd name="T10" fmla="*/ 0 w 220"/>
                <a:gd name="T11" fmla="*/ 0 h 376"/>
                <a:gd name="T12" fmla="*/ 0 w 220"/>
                <a:gd name="T13" fmla="*/ 375 h 376"/>
                <a:gd name="T14" fmla="*/ 35 w 220"/>
                <a:gd name="T15" fmla="*/ 375 h 376"/>
                <a:gd name="T16" fmla="*/ 35 w 220"/>
                <a:gd name="T17" fmla="*/ 230 h 376"/>
                <a:gd name="T18" fmla="*/ 87 w 220"/>
                <a:gd name="T19" fmla="*/ 230 h 376"/>
                <a:gd name="T20" fmla="*/ 142 w 220"/>
                <a:gd name="T21" fmla="*/ 220 h 376"/>
                <a:gd name="T22" fmla="*/ 184 w 220"/>
                <a:gd name="T23" fmla="*/ 195 h 376"/>
                <a:gd name="T24" fmla="*/ 211 w 220"/>
                <a:gd name="T25" fmla="*/ 158 h 376"/>
                <a:gd name="T26" fmla="*/ 219 w 220"/>
                <a:gd name="T27" fmla="*/ 109 h 376"/>
                <a:gd name="T28" fmla="*/ 211 w 220"/>
                <a:gd name="T29" fmla="*/ 63 h 376"/>
                <a:gd name="T30" fmla="*/ 158 w 220"/>
                <a:gd name="T31" fmla="*/ 176 h 376"/>
                <a:gd name="T32" fmla="*/ 158 w 220"/>
                <a:gd name="T33" fmla="*/ 176 h 376"/>
                <a:gd name="T34" fmla="*/ 84 w 220"/>
                <a:gd name="T35" fmla="*/ 198 h 376"/>
                <a:gd name="T36" fmla="*/ 35 w 220"/>
                <a:gd name="T37" fmla="*/ 198 h 376"/>
                <a:gd name="T38" fmla="*/ 35 w 220"/>
                <a:gd name="T39" fmla="*/ 32 h 376"/>
                <a:gd name="T40" fmla="*/ 91 w 220"/>
                <a:gd name="T41" fmla="*/ 32 h 376"/>
                <a:gd name="T42" fmla="*/ 183 w 220"/>
                <a:gd name="T43" fmla="*/ 111 h 376"/>
                <a:gd name="T44" fmla="*/ 158 w 220"/>
                <a:gd name="T45" fmla="*/ 17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211" y="63"/>
                  </a:moveTo>
                  <a:lnTo>
                    <a:pt x="211" y="63"/>
                  </a:lnTo>
                  <a:cubicBezTo>
                    <a:pt x="206" y="50"/>
                    <a:pt x="198" y="38"/>
                    <a:pt x="187" y="29"/>
                  </a:cubicBezTo>
                  <a:cubicBezTo>
                    <a:pt x="177" y="19"/>
                    <a:pt x="165" y="12"/>
                    <a:pt x="149" y="8"/>
                  </a:cubicBezTo>
                  <a:cubicBezTo>
                    <a:pt x="134" y="3"/>
                    <a:pt x="116" y="0"/>
                    <a:pt x="96" y="0"/>
                  </a:cubicBezTo>
                  <a:cubicBezTo>
                    <a:pt x="0" y="0"/>
                    <a:pt x="0" y="0"/>
                    <a:pt x="0" y="0"/>
                  </a:cubicBezTo>
                  <a:cubicBezTo>
                    <a:pt x="0" y="375"/>
                    <a:pt x="0" y="375"/>
                    <a:pt x="0" y="375"/>
                  </a:cubicBezTo>
                  <a:cubicBezTo>
                    <a:pt x="35" y="375"/>
                    <a:pt x="35" y="375"/>
                    <a:pt x="35" y="375"/>
                  </a:cubicBezTo>
                  <a:cubicBezTo>
                    <a:pt x="35" y="230"/>
                    <a:pt x="35" y="230"/>
                    <a:pt x="35" y="230"/>
                  </a:cubicBezTo>
                  <a:cubicBezTo>
                    <a:pt x="87" y="230"/>
                    <a:pt x="87" y="230"/>
                    <a:pt x="87" y="230"/>
                  </a:cubicBezTo>
                  <a:cubicBezTo>
                    <a:pt x="107" y="230"/>
                    <a:pt x="126" y="226"/>
                    <a:pt x="142" y="220"/>
                  </a:cubicBezTo>
                  <a:cubicBezTo>
                    <a:pt x="159" y="215"/>
                    <a:pt x="173" y="206"/>
                    <a:pt x="184" y="195"/>
                  </a:cubicBezTo>
                  <a:cubicBezTo>
                    <a:pt x="195" y="184"/>
                    <a:pt x="204" y="171"/>
                    <a:pt x="211" y="158"/>
                  </a:cubicBezTo>
                  <a:cubicBezTo>
                    <a:pt x="216" y="142"/>
                    <a:pt x="219" y="127"/>
                    <a:pt x="219" y="109"/>
                  </a:cubicBezTo>
                  <a:cubicBezTo>
                    <a:pt x="219" y="92"/>
                    <a:pt x="216" y="77"/>
                    <a:pt x="211" y="63"/>
                  </a:cubicBezTo>
                  <a:close/>
                  <a:moveTo>
                    <a:pt x="158" y="176"/>
                  </a:moveTo>
                  <a:lnTo>
                    <a:pt x="158" y="176"/>
                  </a:lnTo>
                  <a:cubicBezTo>
                    <a:pt x="141" y="190"/>
                    <a:pt x="117" y="198"/>
                    <a:pt x="84" y="198"/>
                  </a:cubicBezTo>
                  <a:cubicBezTo>
                    <a:pt x="35" y="198"/>
                    <a:pt x="35" y="198"/>
                    <a:pt x="35" y="198"/>
                  </a:cubicBezTo>
                  <a:cubicBezTo>
                    <a:pt x="35" y="32"/>
                    <a:pt x="35" y="32"/>
                    <a:pt x="35" y="32"/>
                  </a:cubicBezTo>
                  <a:cubicBezTo>
                    <a:pt x="91" y="32"/>
                    <a:pt x="91" y="32"/>
                    <a:pt x="91" y="32"/>
                  </a:cubicBezTo>
                  <a:cubicBezTo>
                    <a:pt x="152" y="32"/>
                    <a:pt x="183" y="59"/>
                    <a:pt x="183" y="111"/>
                  </a:cubicBezTo>
                  <a:cubicBezTo>
                    <a:pt x="183" y="139"/>
                    <a:pt x="174" y="160"/>
                    <a:pt x="158" y="17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6" name="Freeform 78">
              <a:extLst>
                <a:ext uri="{FF2B5EF4-FFF2-40B4-BE49-F238E27FC236}">
                  <a16:creationId xmlns:a16="http://schemas.microsoft.com/office/drawing/2014/main" id="{1E85ED19-42F3-9356-15A5-8B79A3BFC64B}"/>
                </a:ext>
              </a:extLst>
            </p:cNvPr>
            <p:cNvSpPr>
              <a:spLocks noChangeArrowheads="1"/>
            </p:cNvSpPr>
            <p:nvPr/>
          </p:nvSpPr>
          <p:spPr bwMode="auto">
            <a:xfrm>
              <a:off x="4637088" y="955675"/>
              <a:ext cx="79375" cy="134938"/>
            </a:xfrm>
            <a:custGeom>
              <a:avLst/>
              <a:gdLst>
                <a:gd name="T0" fmla="*/ 35 w 220"/>
                <a:gd name="T1" fmla="*/ 230 h 376"/>
                <a:gd name="T2" fmla="*/ 35 w 220"/>
                <a:gd name="T3" fmla="*/ 230 h 376"/>
                <a:gd name="T4" fmla="*/ 86 w 220"/>
                <a:gd name="T5" fmla="*/ 230 h 376"/>
                <a:gd name="T6" fmla="*/ 142 w 220"/>
                <a:gd name="T7" fmla="*/ 220 h 376"/>
                <a:gd name="T8" fmla="*/ 184 w 220"/>
                <a:gd name="T9" fmla="*/ 195 h 376"/>
                <a:gd name="T10" fmla="*/ 210 w 220"/>
                <a:gd name="T11" fmla="*/ 158 h 376"/>
                <a:gd name="T12" fmla="*/ 219 w 220"/>
                <a:gd name="T13" fmla="*/ 109 h 376"/>
                <a:gd name="T14" fmla="*/ 210 w 220"/>
                <a:gd name="T15" fmla="*/ 63 h 376"/>
                <a:gd name="T16" fmla="*/ 187 w 220"/>
                <a:gd name="T17" fmla="*/ 29 h 376"/>
                <a:gd name="T18" fmla="*/ 149 w 220"/>
                <a:gd name="T19" fmla="*/ 8 h 376"/>
                <a:gd name="T20" fmla="*/ 96 w 220"/>
                <a:gd name="T21" fmla="*/ 0 h 376"/>
                <a:gd name="T22" fmla="*/ 0 w 220"/>
                <a:gd name="T23" fmla="*/ 0 h 376"/>
                <a:gd name="T24" fmla="*/ 0 w 220"/>
                <a:gd name="T25" fmla="*/ 375 h 376"/>
                <a:gd name="T26" fmla="*/ 35 w 220"/>
                <a:gd name="T27" fmla="*/ 375 h 376"/>
                <a:gd name="T28" fmla="*/ 35 w 220"/>
                <a:gd name="T29" fmla="*/ 230 h 376"/>
                <a:gd name="T30" fmla="*/ 35 w 220"/>
                <a:gd name="T31" fmla="*/ 32 h 376"/>
                <a:gd name="T32" fmla="*/ 35 w 220"/>
                <a:gd name="T33" fmla="*/ 32 h 376"/>
                <a:gd name="T34" fmla="*/ 90 w 220"/>
                <a:gd name="T35" fmla="*/ 32 h 376"/>
                <a:gd name="T36" fmla="*/ 182 w 220"/>
                <a:gd name="T37" fmla="*/ 111 h 376"/>
                <a:gd name="T38" fmla="*/ 157 w 220"/>
                <a:gd name="T39" fmla="*/ 176 h 376"/>
                <a:gd name="T40" fmla="*/ 83 w 220"/>
                <a:gd name="T41" fmla="*/ 198 h 376"/>
                <a:gd name="T42" fmla="*/ 35 w 220"/>
                <a:gd name="T43" fmla="*/ 198 h 376"/>
                <a:gd name="T44" fmla="*/ 35 w 220"/>
                <a:gd name="T4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20" h="376">
                  <a:moveTo>
                    <a:pt x="35" y="230"/>
                  </a:moveTo>
                  <a:lnTo>
                    <a:pt x="35" y="230"/>
                  </a:lnTo>
                  <a:cubicBezTo>
                    <a:pt x="86" y="230"/>
                    <a:pt x="86" y="230"/>
                    <a:pt x="86" y="230"/>
                  </a:cubicBezTo>
                  <a:cubicBezTo>
                    <a:pt x="107" y="230"/>
                    <a:pt x="125" y="226"/>
                    <a:pt x="142" y="220"/>
                  </a:cubicBezTo>
                  <a:cubicBezTo>
                    <a:pt x="159" y="215"/>
                    <a:pt x="171" y="206"/>
                    <a:pt x="184" y="195"/>
                  </a:cubicBezTo>
                  <a:cubicBezTo>
                    <a:pt x="195" y="184"/>
                    <a:pt x="203" y="171"/>
                    <a:pt x="210" y="158"/>
                  </a:cubicBezTo>
                  <a:cubicBezTo>
                    <a:pt x="216" y="142"/>
                    <a:pt x="219" y="127"/>
                    <a:pt x="219" y="109"/>
                  </a:cubicBezTo>
                  <a:cubicBezTo>
                    <a:pt x="219" y="92"/>
                    <a:pt x="216" y="77"/>
                    <a:pt x="210" y="63"/>
                  </a:cubicBezTo>
                  <a:cubicBezTo>
                    <a:pt x="205" y="50"/>
                    <a:pt x="198" y="38"/>
                    <a:pt x="187" y="29"/>
                  </a:cubicBezTo>
                  <a:cubicBezTo>
                    <a:pt x="177" y="19"/>
                    <a:pt x="164" y="12"/>
                    <a:pt x="149" y="8"/>
                  </a:cubicBezTo>
                  <a:cubicBezTo>
                    <a:pt x="134" y="3"/>
                    <a:pt x="115" y="0"/>
                    <a:pt x="96" y="0"/>
                  </a:cubicBezTo>
                  <a:cubicBezTo>
                    <a:pt x="0" y="0"/>
                    <a:pt x="0" y="0"/>
                    <a:pt x="0" y="0"/>
                  </a:cubicBezTo>
                  <a:cubicBezTo>
                    <a:pt x="0" y="375"/>
                    <a:pt x="0" y="375"/>
                    <a:pt x="0" y="375"/>
                  </a:cubicBezTo>
                  <a:cubicBezTo>
                    <a:pt x="35" y="375"/>
                    <a:pt x="35" y="375"/>
                    <a:pt x="35" y="375"/>
                  </a:cubicBezTo>
                  <a:lnTo>
                    <a:pt x="35" y="230"/>
                  </a:lnTo>
                  <a:close/>
                  <a:moveTo>
                    <a:pt x="35" y="32"/>
                  </a:moveTo>
                  <a:lnTo>
                    <a:pt x="35" y="32"/>
                  </a:lnTo>
                  <a:cubicBezTo>
                    <a:pt x="90" y="32"/>
                    <a:pt x="90" y="32"/>
                    <a:pt x="90" y="32"/>
                  </a:cubicBezTo>
                  <a:cubicBezTo>
                    <a:pt x="152" y="32"/>
                    <a:pt x="182" y="59"/>
                    <a:pt x="182" y="111"/>
                  </a:cubicBezTo>
                  <a:cubicBezTo>
                    <a:pt x="182" y="139"/>
                    <a:pt x="174" y="160"/>
                    <a:pt x="157" y="176"/>
                  </a:cubicBezTo>
                  <a:cubicBezTo>
                    <a:pt x="141" y="190"/>
                    <a:pt x="115" y="198"/>
                    <a:pt x="83" y="198"/>
                  </a:cubicBezTo>
                  <a:cubicBezTo>
                    <a:pt x="35" y="198"/>
                    <a:pt x="35" y="198"/>
                    <a:pt x="35" y="198"/>
                  </a:cubicBezTo>
                  <a:lnTo>
                    <a:pt x="35" y="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7" name="Freeform 79">
              <a:extLst>
                <a:ext uri="{FF2B5EF4-FFF2-40B4-BE49-F238E27FC236}">
                  <a16:creationId xmlns:a16="http://schemas.microsoft.com/office/drawing/2014/main" id="{4CE10C39-CD98-A945-E4BA-3C6AB914C0C7}"/>
                </a:ext>
              </a:extLst>
            </p:cNvPr>
            <p:cNvSpPr>
              <a:spLocks noChangeArrowheads="1"/>
            </p:cNvSpPr>
            <p:nvPr/>
          </p:nvSpPr>
          <p:spPr bwMode="auto">
            <a:xfrm>
              <a:off x="4743450"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8" name="Freeform 80">
              <a:extLst>
                <a:ext uri="{FF2B5EF4-FFF2-40B4-BE49-F238E27FC236}">
                  <a16:creationId xmlns:a16="http://schemas.microsoft.com/office/drawing/2014/main" id="{1019CB9D-3D57-CAEA-7056-84076CD574FE}"/>
                </a:ext>
              </a:extLst>
            </p:cNvPr>
            <p:cNvSpPr>
              <a:spLocks noChangeArrowheads="1"/>
            </p:cNvSpPr>
            <p:nvPr/>
          </p:nvSpPr>
          <p:spPr bwMode="auto">
            <a:xfrm>
              <a:off x="4791075" y="955675"/>
              <a:ext cx="106363" cy="134938"/>
            </a:xfrm>
            <a:custGeom>
              <a:avLst/>
              <a:gdLst>
                <a:gd name="T0" fmla="*/ 33 w 294"/>
                <a:gd name="T1" fmla="*/ 85 h 376"/>
                <a:gd name="T2" fmla="*/ 33 w 294"/>
                <a:gd name="T3" fmla="*/ 85 h 376"/>
                <a:gd name="T4" fmla="*/ 33 w 294"/>
                <a:gd name="T5" fmla="*/ 64 h 376"/>
                <a:gd name="T6" fmla="*/ 33 w 294"/>
                <a:gd name="T7" fmla="*/ 52 h 376"/>
                <a:gd name="T8" fmla="*/ 33 w 294"/>
                <a:gd name="T9" fmla="*/ 52 h 376"/>
                <a:gd name="T10" fmla="*/ 40 w 294"/>
                <a:gd name="T11" fmla="*/ 63 h 376"/>
                <a:gd name="T12" fmla="*/ 47 w 294"/>
                <a:gd name="T13" fmla="*/ 74 h 376"/>
                <a:gd name="T14" fmla="*/ 256 w 294"/>
                <a:gd name="T15" fmla="*/ 375 h 376"/>
                <a:gd name="T16" fmla="*/ 293 w 294"/>
                <a:gd name="T17" fmla="*/ 375 h 376"/>
                <a:gd name="T18" fmla="*/ 293 w 294"/>
                <a:gd name="T19" fmla="*/ 0 h 376"/>
                <a:gd name="T20" fmla="*/ 256 w 294"/>
                <a:gd name="T21" fmla="*/ 0 h 376"/>
                <a:gd name="T22" fmla="*/ 256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3 w 294"/>
                <a:gd name="T41" fmla="*/ 375 h 376"/>
                <a:gd name="T42" fmla="*/ 33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3" y="85"/>
                  </a:moveTo>
                  <a:lnTo>
                    <a:pt x="33" y="85"/>
                  </a:lnTo>
                  <a:cubicBezTo>
                    <a:pt x="33" y="77"/>
                    <a:pt x="33" y="70"/>
                    <a:pt x="33" y="64"/>
                  </a:cubicBezTo>
                  <a:cubicBezTo>
                    <a:pt x="33" y="59"/>
                    <a:pt x="33" y="54"/>
                    <a:pt x="33" y="52"/>
                  </a:cubicBezTo>
                  <a:lnTo>
                    <a:pt x="33" y="52"/>
                  </a:lnTo>
                  <a:cubicBezTo>
                    <a:pt x="36" y="54"/>
                    <a:pt x="38" y="59"/>
                    <a:pt x="40" y="63"/>
                  </a:cubicBezTo>
                  <a:cubicBezTo>
                    <a:pt x="43" y="67"/>
                    <a:pt x="46" y="71"/>
                    <a:pt x="47" y="74"/>
                  </a:cubicBezTo>
                  <a:cubicBezTo>
                    <a:pt x="256" y="375"/>
                    <a:pt x="256" y="375"/>
                    <a:pt x="256" y="375"/>
                  </a:cubicBezTo>
                  <a:cubicBezTo>
                    <a:pt x="293" y="375"/>
                    <a:pt x="293" y="375"/>
                    <a:pt x="293" y="375"/>
                  </a:cubicBezTo>
                  <a:cubicBezTo>
                    <a:pt x="293" y="0"/>
                    <a:pt x="293" y="0"/>
                    <a:pt x="293" y="0"/>
                  </a:cubicBezTo>
                  <a:cubicBezTo>
                    <a:pt x="256" y="0"/>
                    <a:pt x="256" y="0"/>
                    <a:pt x="256" y="0"/>
                  </a:cubicBezTo>
                  <a:cubicBezTo>
                    <a:pt x="256" y="279"/>
                    <a:pt x="256" y="279"/>
                    <a:pt x="256" y="279"/>
                  </a:cubicBezTo>
                  <a:cubicBezTo>
                    <a:pt x="256" y="287"/>
                    <a:pt x="258" y="296"/>
                    <a:pt x="258" y="303"/>
                  </a:cubicBezTo>
                  <a:cubicBezTo>
                    <a:pt x="258" y="310"/>
                    <a:pt x="258" y="317"/>
                    <a:pt x="259" y="322"/>
                  </a:cubicBezTo>
                  <a:cubicBezTo>
                    <a:pt x="258" y="322"/>
                    <a:pt x="258" y="322"/>
                    <a:pt x="258" y="322"/>
                  </a:cubicBezTo>
                  <a:cubicBezTo>
                    <a:pt x="255" y="319"/>
                    <a:pt x="254" y="315"/>
                    <a:pt x="251" y="311"/>
                  </a:cubicBezTo>
                  <a:cubicBezTo>
                    <a:pt x="248" y="307"/>
                    <a:pt x="245" y="303"/>
                    <a:pt x="243" y="298"/>
                  </a:cubicBezTo>
                  <a:cubicBezTo>
                    <a:pt x="38" y="0"/>
                    <a:pt x="38" y="0"/>
                    <a:pt x="38" y="0"/>
                  </a:cubicBezTo>
                  <a:cubicBezTo>
                    <a:pt x="0" y="0"/>
                    <a:pt x="0" y="0"/>
                    <a:pt x="0" y="0"/>
                  </a:cubicBezTo>
                  <a:cubicBezTo>
                    <a:pt x="0" y="375"/>
                    <a:pt x="0" y="375"/>
                    <a:pt x="0" y="375"/>
                  </a:cubicBezTo>
                  <a:cubicBezTo>
                    <a:pt x="33" y="375"/>
                    <a:pt x="33" y="375"/>
                    <a:pt x="33" y="375"/>
                  </a:cubicBezTo>
                  <a:lnTo>
                    <a:pt x="33"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9" name="Freeform 81">
              <a:extLst>
                <a:ext uri="{FF2B5EF4-FFF2-40B4-BE49-F238E27FC236}">
                  <a16:creationId xmlns:a16="http://schemas.microsoft.com/office/drawing/2014/main" id="{DB1C2224-5FD4-9827-0F0C-BAC7AA293BA8}"/>
                </a:ext>
              </a:extLst>
            </p:cNvPr>
            <p:cNvSpPr>
              <a:spLocks noChangeArrowheads="1"/>
            </p:cNvSpPr>
            <p:nvPr/>
          </p:nvSpPr>
          <p:spPr bwMode="auto">
            <a:xfrm>
              <a:off x="4922838" y="952500"/>
              <a:ext cx="107950" cy="139700"/>
            </a:xfrm>
            <a:custGeom>
              <a:avLst/>
              <a:gdLst>
                <a:gd name="T0" fmla="*/ 298 w 299"/>
                <a:gd name="T1" fmla="*/ 190 h 389"/>
                <a:gd name="T2" fmla="*/ 298 w 299"/>
                <a:gd name="T3" fmla="*/ 190 h 389"/>
                <a:gd name="T4" fmla="*/ 178 w 299"/>
                <a:gd name="T5" fmla="*/ 190 h 389"/>
                <a:gd name="T6" fmla="*/ 178 w 299"/>
                <a:gd name="T7" fmla="*/ 222 h 389"/>
                <a:gd name="T8" fmla="*/ 263 w 299"/>
                <a:gd name="T9" fmla="*/ 222 h 389"/>
                <a:gd name="T10" fmla="*/ 263 w 299"/>
                <a:gd name="T11" fmla="*/ 336 h 389"/>
                <a:gd name="T12" fmla="*/ 181 w 299"/>
                <a:gd name="T13" fmla="*/ 356 h 389"/>
                <a:gd name="T14" fmla="*/ 118 w 299"/>
                <a:gd name="T15" fmla="*/ 345 h 389"/>
                <a:gd name="T16" fmla="*/ 74 w 299"/>
                <a:gd name="T17" fmla="*/ 311 h 389"/>
                <a:gd name="T18" fmla="*/ 46 w 299"/>
                <a:gd name="T19" fmla="*/ 260 h 389"/>
                <a:gd name="T20" fmla="*/ 36 w 299"/>
                <a:gd name="T21" fmla="*/ 196 h 389"/>
                <a:gd name="T22" fmla="*/ 47 w 299"/>
                <a:gd name="T23" fmla="*/ 131 h 389"/>
                <a:gd name="T24" fmla="*/ 78 w 299"/>
                <a:gd name="T25" fmla="*/ 78 h 389"/>
                <a:gd name="T26" fmla="*/ 125 w 299"/>
                <a:gd name="T27" fmla="*/ 45 h 389"/>
                <a:gd name="T28" fmla="*/ 186 w 299"/>
                <a:gd name="T29" fmla="*/ 32 h 389"/>
                <a:gd name="T30" fmla="*/ 290 w 299"/>
                <a:gd name="T31" fmla="*/ 59 h 389"/>
                <a:gd name="T32" fmla="*/ 290 w 299"/>
                <a:gd name="T33" fmla="*/ 20 h 389"/>
                <a:gd name="T34" fmla="*/ 191 w 299"/>
                <a:gd name="T35" fmla="*/ 0 h 389"/>
                <a:gd name="T36" fmla="*/ 136 w 299"/>
                <a:gd name="T37" fmla="*/ 7 h 389"/>
                <a:gd name="T38" fmla="*/ 89 w 299"/>
                <a:gd name="T39" fmla="*/ 27 h 389"/>
                <a:gd name="T40" fmla="*/ 51 w 299"/>
                <a:gd name="T41" fmla="*/ 59 h 389"/>
                <a:gd name="T42" fmla="*/ 23 w 299"/>
                <a:gd name="T43" fmla="*/ 99 h 389"/>
                <a:gd name="T44" fmla="*/ 7 w 299"/>
                <a:gd name="T45" fmla="*/ 147 h 389"/>
                <a:gd name="T46" fmla="*/ 0 w 299"/>
                <a:gd name="T47" fmla="*/ 200 h 389"/>
                <a:gd name="T48" fmla="*/ 12 w 299"/>
                <a:gd name="T49" fmla="*/ 275 h 389"/>
                <a:gd name="T50" fmla="*/ 47 w 299"/>
                <a:gd name="T51" fmla="*/ 335 h 389"/>
                <a:gd name="T52" fmla="*/ 103 w 299"/>
                <a:gd name="T53" fmla="*/ 374 h 389"/>
                <a:gd name="T54" fmla="*/ 175 w 299"/>
                <a:gd name="T55" fmla="*/ 388 h 389"/>
                <a:gd name="T56" fmla="*/ 298 w 299"/>
                <a:gd name="T57" fmla="*/ 356 h 389"/>
                <a:gd name="T58" fmla="*/ 298 w 299"/>
                <a:gd name="T59" fmla="*/ 190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299" h="389">
                  <a:moveTo>
                    <a:pt x="298" y="190"/>
                  </a:moveTo>
                  <a:lnTo>
                    <a:pt x="298" y="190"/>
                  </a:lnTo>
                  <a:cubicBezTo>
                    <a:pt x="178" y="190"/>
                    <a:pt x="178" y="190"/>
                    <a:pt x="178" y="190"/>
                  </a:cubicBezTo>
                  <a:cubicBezTo>
                    <a:pt x="178" y="222"/>
                    <a:pt x="178" y="222"/>
                    <a:pt x="178" y="222"/>
                  </a:cubicBezTo>
                  <a:cubicBezTo>
                    <a:pt x="263" y="222"/>
                    <a:pt x="263" y="222"/>
                    <a:pt x="263" y="222"/>
                  </a:cubicBezTo>
                  <a:cubicBezTo>
                    <a:pt x="263" y="336"/>
                    <a:pt x="263" y="336"/>
                    <a:pt x="263" y="336"/>
                  </a:cubicBezTo>
                  <a:cubicBezTo>
                    <a:pt x="240" y="349"/>
                    <a:pt x="212" y="356"/>
                    <a:pt x="181" y="356"/>
                  </a:cubicBezTo>
                  <a:cubicBezTo>
                    <a:pt x="157" y="356"/>
                    <a:pt x="136" y="352"/>
                    <a:pt x="118" y="345"/>
                  </a:cubicBezTo>
                  <a:cubicBezTo>
                    <a:pt x="100" y="336"/>
                    <a:pt x="85" y="325"/>
                    <a:pt x="74" y="311"/>
                  </a:cubicBezTo>
                  <a:cubicBezTo>
                    <a:pt x="61" y="296"/>
                    <a:pt x="51" y="279"/>
                    <a:pt x="46" y="260"/>
                  </a:cubicBezTo>
                  <a:cubicBezTo>
                    <a:pt x="39" y="240"/>
                    <a:pt x="36" y="219"/>
                    <a:pt x="36" y="196"/>
                  </a:cubicBezTo>
                  <a:cubicBezTo>
                    <a:pt x="37" y="172"/>
                    <a:pt x="40" y="151"/>
                    <a:pt x="47" y="131"/>
                  </a:cubicBezTo>
                  <a:cubicBezTo>
                    <a:pt x="54" y="111"/>
                    <a:pt x="65" y="94"/>
                    <a:pt x="78" y="78"/>
                  </a:cubicBezTo>
                  <a:cubicBezTo>
                    <a:pt x="90" y="65"/>
                    <a:pt x="107" y="53"/>
                    <a:pt x="125" y="45"/>
                  </a:cubicBezTo>
                  <a:cubicBezTo>
                    <a:pt x="143" y="37"/>
                    <a:pt x="164" y="32"/>
                    <a:pt x="186" y="32"/>
                  </a:cubicBezTo>
                  <a:cubicBezTo>
                    <a:pt x="224" y="32"/>
                    <a:pt x="258" y="41"/>
                    <a:pt x="290" y="59"/>
                  </a:cubicBezTo>
                  <a:cubicBezTo>
                    <a:pt x="290" y="20"/>
                    <a:pt x="290" y="20"/>
                    <a:pt x="290" y="20"/>
                  </a:cubicBezTo>
                  <a:cubicBezTo>
                    <a:pt x="262" y="7"/>
                    <a:pt x="228" y="0"/>
                    <a:pt x="191" y="0"/>
                  </a:cubicBezTo>
                  <a:cubicBezTo>
                    <a:pt x="171" y="0"/>
                    <a:pt x="153" y="3"/>
                    <a:pt x="136" y="7"/>
                  </a:cubicBezTo>
                  <a:cubicBezTo>
                    <a:pt x="118" y="12"/>
                    <a:pt x="103" y="18"/>
                    <a:pt x="89" y="27"/>
                  </a:cubicBezTo>
                  <a:cubicBezTo>
                    <a:pt x="75" y="37"/>
                    <a:pt x="62" y="46"/>
                    <a:pt x="51" y="59"/>
                  </a:cubicBezTo>
                  <a:cubicBezTo>
                    <a:pt x="40" y="70"/>
                    <a:pt x="30" y="84"/>
                    <a:pt x="23" y="99"/>
                  </a:cubicBezTo>
                  <a:cubicBezTo>
                    <a:pt x="15" y="113"/>
                    <a:pt x="9" y="130"/>
                    <a:pt x="7" y="147"/>
                  </a:cubicBezTo>
                  <a:cubicBezTo>
                    <a:pt x="2" y="164"/>
                    <a:pt x="0" y="180"/>
                    <a:pt x="0" y="200"/>
                  </a:cubicBezTo>
                  <a:cubicBezTo>
                    <a:pt x="0" y="226"/>
                    <a:pt x="4" y="253"/>
                    <a:pt x="12" y="275"/>
                  </a:cubicBezTo>
                  <a:cubicBezTo>
                    <a:pt x="21" y="299"/>
                    <a:pt x="32" y="318"/>
                    <a:pt x="47" y="335"/>
                  </a:cubicBezTo>
                  <a:cubicBezTo>
                    <a:pt x="62" y="352"/>
                    <a:pt x="80" y="364"/>
                    <a:pt x="103" y="374"/>
                  </a:cubicBezTo>
                  <a:cubicBezTo>
                    <a:pt x="124" y="384"/>
                    <a:pt x="149" y="388"/>
                    <a:pt x="175" y="388"/>
                  </a:cubicBezTo>
                  <a:cubicBezTo>
                    <a:pt x="219" y="388"/>
                    <a:pt x="259" y="377"/>
                    <a:pt x="298" y="356"/>
                  </a:cubicBezTo>
                  <a:lnTo>
                    <a:pt x="298" y="19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0" name="Freeform 82">
              <a:extLst>
                <a:ext uri="{FF2B5EF4-FFF2-40B4-BE49-F238E27FC236}">
                  <a16:creationId xmlns:a16="http://schemas.microsoft.com/office/drawing/2014/main" id="{6D3614FA-4C20-4F3E-0B0A-DC53CDEB6467}"/>
                </a:ext>
              </a:extLst>
            </p:cNvPr>
            <p:cNvSpPr>
              <a:spLocks noChangeArrowheads="1"/>
            </p:cNvSpPr>
            <p:nvPr/>
          </p:nvSpPr>
          <p:spPr bwMode="auto">
            <a:xfrm>
              <a:off x="5114925" y="955675"/>
              <a:ext cx="66675" cy="134938"/>
            </a:xfrm>
            <a:custGeom>
              <a:avLst/>
              <a:gdLst>
                <a:gd name="T0" fmla="*/ 185 w 186"/>
                <a:gd name="T1" fmla="*/ 344 h 376"/>
                <a:gd name="T2" fmla="*/ 35 w 186"/>
                <a:gd name="T3" fmla="*/ 344 h 376"/>
                <a:gd name="T4" fmla="*/ 35 w 186"/>
                <a:gd name="T5" fmla="*/ 0 h 376"/>
                <a:gd name="T6" fmla="*/ 0 w 186"/>
                <a:gd name="T7" fmla="*/ 0 h 376"/>
                <a:gd name="T8" fmla="*/ 0 w 186"/>
                <a:gd name="T9" fmla="*/ 375 h 376"/>
                <a:gd name="T10" fmla="*/ 185 w 186"/>
                <a:gd name="T11" fmla="*/ 375 h 376"/>
                <a:gd name="T12" fmla="*/ 185 w 186"/>
                <a:gd name="T13" fmla="*/ 344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4"/>
                  </a:moveTo>
                  <a:lnTo>
                    <a:pt x="35" y="344"/>
                  </a:lnTo>
                  <a:lnTo>
                    <a:pt x="35" y="0"/>
                  </a:lnTo>
                  <a:lnTo>
                    <a:pt x="0" y="0"/>
                  </a:lnTo>
                  <a:lnTo>
                    <a:pt x="0" y="375"/>
                  </a:lnTo>
                  <a:lnTo>
                    <a:pt x="185" y="375"/>
                  </a:lnTo>
                  <a:lnTo>
                    <a:pt x="185"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034B791C-8D22-E8BE-C574-B98AB46F8042}"/>
                </a:ext>
              </a:extLst>
            </p:cNvPr>
            <p:cNvSpPr>
              <a:spLocks noChangeArrowheads="1"/>
            </p:cNvSpPr>
            <p:nvPr/>
          </p:nvSpPr>
          <p:spPr bwMode="auto">
            <a:xfrm>
              <a:off x="5203825" y="955675"/>
              <a:ext cx="12700" cy="134938"/>
            </a:xfrm>
            <a:custGeom>
              <a:avLst/>
              <a:gdLst>
                <a:gd name="T0" fmla="*/ 34 w 35"/>
                <a:gd name="T1" fmla="*/ 0 h 376"/>
                <a:gd name="T2" fmla="*/ 0 w 35"/>
                <a:gd name="T3" fmla="*/ 0 h 376"/>
                <a:gd name="T4" fmla="*/ 0 w 35"/>
                <a:gd name="T5" fmla="*/ 375 h 376"/>
                <a:gd name="T6" fmla="*/ 34 w 35"/>
                <a:gd name="T7" fmla="*/ 375 h 376"/>
                <a:gd name="T8" fmla="*/ 34 w 35"/>
                <a:gd name="T9" fmla="*/ 0 h 376"/>
              </a:gdLst>
              <a:ahLst/>
              <a:cxnLst>
                <a:cxn ang="0">
                  <a:pos x="T0" y="T1"/>
                </a:cxn>
                <a:cxn ang="0">
                  <a:pos x="T2" y="T3"/>
                </a:cxn>
                <a:cxn ang="0">
                  <a:pos x="T4" y="T5"/>
                </a:cxn>
                <a:cxn ang="0">
                  <a:pos x="T6" y="T7"/>
                </a:cxn>
                <a:cxn ang="0">
                  <a:pos x="T8" y="T9"/>
                </a:cxn>
              </a:cxnLst>
              <a:rect l="0" t="0" r="r" b="b"/>
              <a:pathLst>
                <a:path w="35" h="376">
                  <a:moveTo>
                    <a:pt x="34" y="0"/>
                  </a:moveTo>
                  <a:lnTo>
                    <a:pt x="0" y="0"/>
                  </a:lnTo>
                  <a:lnTo>
                    <a:pt x="0" y="375"/>
                  </a:lnTo>
                  <a:lnTo>
                    <a:pt x="34" y="375"/>
                  </a:lnTo>
                  <a:lnTo>
                    <a:pt x="3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2" name="Freeform 84">
              <a:extLst>
                <a:ext uri="{FF2B5EF4-FFF2-40B4-BE49-F238E27FC236}">
                  <a16:creationId xmlns:a16="http://schemas.microsoft.com/office/drawing/2014/main" id="{9BCAC5E7-CD62-351C-05CB-DD88EB4C7AF5}"/>
                </a:ext>
              </a:extLst>
            </p:cNvPr>
            <p:cNvSpPr>
              <a:spLocks noChangeArrowheads="1"/>
            </p:cNvSpPr>
            <p:nvPr/>
          </p:nvSpPr>
          <p:spPr bwMode="auto">
            <a:xfrm>
              <a:off x="5251450" y="955675"/>
              <a:ext cx="106363" cy="134938"/>
            </a:xfrm>
            <a:custGeom>
              <a:avLst/>
              <a:gdLst>
                <a:gd name="T0" fmla="*/ 34 w 294"/>
                <a:gd name="T1" fmla="*/ 85 h 376"/>
                <a:gd name="T2" fmla="*/ 34 w 294"/>
                <a:gd name="T3" fmla="*/ 85 h 376"/>
                <a:gd name="T4" fmla="*/ 34 w 294"/>
                <a:gd name="T5" fmla="*/ 64 h 376"/>
                <a:gd name="T6" fmla="*/ 34 w 294"/>
                <a:gd name="T7" fmla="*/ 52 h 376"/>
                <a:gd name="T8" fmla="*/ 34 w 294"/>
                <a:gd name="T9" fmla="*/ 52 h 376"/>
                <a:gd name="T10" fmla="*/ 41 w 294"/>
                <a:gd name="T11" fmla="*/ 63 h 376"/>
                <a:gd name="T12" fmla="*/ 48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60 w 294"/>
                <a:gd name="T27" fmla="*/ 322 h 376"/>
                <a:gd name="T28" fmla="*/ 258 w 294"/>
                <a:gd name="T29" fmla="*/ 322 h 376"/>
                <a:gd name="T30" fmla="*/ 251 w 294"/>
                <a:gd name="T31" fmla="*/ 311 h 376"/>
                <a:gd name="T32" fmla="*/ 243 w 294"/>
                <a:gd name="T33" fmla="*/ 298 h 376"/>
                <a:gd name="T34" fmla="*/ 38 w 294"/>
                <a:gd name="T35" fmla="*/ 0 h 376"/>
                <a:gd name="T36" fmla="*/ 0 w 294"/>
                <a:gd name="T37" fmla="*/ 0 h 376"/>
                <a:gd name="T38" fmla="*/ 0 w 294"/>
                <a:gd name="T39" fmla="*/ 375 h 376"/>
                <a:gd name="T40" fmla="*/ 34 w 294"/>
                <a:gd name="T41" fmla="*/ 375 h 376"/>
                <a:gd name="T42" fmla="*/ 34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4" y="85"/>
                  </a:moveTo>
                  <a:lnTo>
                    <a:pt x="34" y="85"/>
                  </a:lnTo>
                  <a:cubicBezTo>
                    <a:pt x="34" y="77"/>
                    <a:pt x="34" y="70"/>
                    <a:pt x="34" y="64"/>
                  </a:cubicBezTo>
                  <a:cubicBezTo>
                    <a:pt x="34" y="59"/>
                    <a:pt x="34" y="54"/>
                    <a:pt x="34" y="52"/>
                  </a:cubicBezTo>
                  <a:lnTo>
                    <a:pt x="34" y="52"/>
                  </a:lnTo>
                  <a:cubicBezTo>
                    <a:pt x="36" y="54"/>
                    <a:pt x="38" y="59"/>
                    <a:pt x="41" y="63"/>
                  </a:cubicBezTo>
                  <a:cubicBezTo>
                    <a:pt x="43" y="67"/>
                    <a:pt x="46" y="71"/>
                    <a:pt x="48"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7"/>
                    <a:pt x="258" y="296"/>
                    <a:pt x="258" y="303"/>
                  </a:cubicBezTo>
                  <a:cubicBezTo>
                    <a:pt x="258" y="310"/>
                    <a:pt x="258" y="317"/>
                    <a:pt x="260" y="322"/>
                  </a:cubicBezTo>
                  <a:cubicBezTo>
                    <a:pt x="258" y="322"/>
                    <a:pt x="258" y="322"/>
                    <a:pt x="258" y="322"/>
                  </a:cubicBezTo>
                  <a:cubicBezTo>
                    <a:pt x="255" y="319"/>
                    <a:pt x="254" y="315"/>
                    <a:pt x="251" y="311"/>
                  </a:cubicBezTo>
                  <a:cubicBezTo>
                    <a:pt x="248" y="307"/>
                    <a:pt x="246" y="303"/>
                    <a:pt x="243" y="298"/>
                  </a:cubicBezTo>
                  <a:cubicBezTo>
                    <a:pt x="38" y="0"/>
                    <a:pt x="38" y="0"/>
                    <a:pt x="38" y="0"/>
                  </a:cubicBezTo>
                  <a:cubicBezTo>
                    <a:pt x="0" y="0"/>
                    <a:pt x="0" y="0"/>
                    <a:pt x="0" y="0"/>
                  </a:cubicBezTo>
                  <a:cubicBezTo>
                    <a:pt x="0" y="375"/>
                    <a:pt x="0" y="375"/>
                    <a:pt x="0" y="375"/>
                  </a:cubicBezTo>
                  <a:cubicBezTo>
                    <a:pt x="34" y="375"/>
                    <a:pt x="34" y="375"/>
                    <a:pt x="34" y="375"/>
                  </a:cubicBezTo>
                  <a:lnTo>
                    <a:pt x="34"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3" name="Freeform 85">
              <a:extLst>
                <a:ext uri="{FF2B5EF4-FFF2-40B4-BE49-F238E27FC236}">
                  <a16:creationId xmlns:a16="http://schemas.microsoft.com/office/drawing/2014/main" id="{DDF1A056-264D-1B24-CCB3-B20782753607}"/>
                </a:ext>
              </a:extLst>
            </p:cNvPr>
            <p:cNvSpPr>
              <a:spLocks noChangeArrowheads="1"/>
            </p:cNvSpPr>
            <p:nvPr/>
          </p:nvSpPr>
          <p:spPr bwMode="auto">
            <a:xfrm>
              <a:off x="5391150" y="955675"/>
              <a:ext cx="69850" cy="134938"/>
            </a:xfrm>
            <a:custGeom>
              <a:avLst/>
              <a:gdLst>
                <a:gd name="T0" fmla="*/ 191 w 192"/>
                <a:gd name="T1" fmla="*/ 344 h 376"/>
                <a:gd name="T2" fmla="*/ 35 w 192"/>
                <a:gd name="T3" fmla="*/ 344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4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4"/>
                  </a:moveTo>
                  <a:lnTo>
                    <a:pt x="35" y="344"/>
                  </a:lnTo>
                  <a:lnTo>
                    <a:pt x="35" y="201"/>
                  </a:lnTo>
                  <a:lnTo>
                    <a:pt x="172" y="201"/>
                  </a:lnTo>
                  <a:lnTo>
                    <a:pt x="172" y="170"/>
                  </a:lnTo>
                  <a:lnTo>
                    <a:pt x="35" y="170"/>
                  </a:lnTo>
                  <a:lnTo>
                    <a:pt x="35" y="32"/>
                  </a:lnTo>
                  <a:lnTo>
                    <a:pt x="183" y="32"/>
                  </a:lnTo>
                  <a:lnTo>
                    <a:pt x="183" y="0"/>
                  </a:lnTo>
                  <a:lnTo>
                    <a:pt x="0" y="0"/>
                  </a:lnTo>
                  <a:lnTo>
                    <a:pt x="0" y="375"/>
                  </a:lnTo>
                  <a:lnTo>
                    <a:pt x="191" y="375"/>
                  </a:lnTo>
                  <a:lnTo>
                    <a:pt x="191" y="3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4" name="Freeform 86">
              <a:extLst>
                <a:ext uri="{FF2B5EF4-FFF2-40B4-BE49-F238E27FC236}">
                  <a16:creationId xmlns:a16="http://schemas.microsoft.com/office/drawing/2014/main" id="{B62CBA92-F6E3-4AB2-AB41-17F480595ABE}"/>
                </a:ext>
              </a:extLst>
            </p:cNvPr>
            <p:cNvSpPr>
              <a:spLocks noChangeArrowheads="1"/>
            </p:cNvSpPr>
            <p:nvPr/>
          </p:nvSpPr>
          <p:spPr bwMode="auto">
            <a:xfrm>
              <a:off x="5541963" y="955675"/>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5" name="Freeform 87">
              <a:extLst>
                <a:ext uri="{FF2B5EF4-FFF2-40B4-BE49-F238E27FC236}">
                  <a16:creationId xmlns:a16="http://schemas.microsoft.com/office/drawing/2014/main" id="{C646B017-4E6D-AE8B-E1C6-D34A54E999EE}"/>
                </a:ext>
              </a:extLst>
            </p:cNvPr>
            <p:cNvSpPr>
              <a:spLocks noChangeArrowheads="1"/>
            </p:cNvSpPr>
            <p:nvPr/>
          </p:nvSpPr>
          <p:spPr bwMode="auto">
            <a:xfrm>
              <a:off x="5581650" y="952500"/>
              <a:ext cx="98425" cy="139700"/>
            </a:xfrm>
            <a:custGeom>
              <a:avLst/>
              <a:gdLst>
                <a:gd name="T0" fmla="*/ 102 w 275"/>
                <a:gd name="T1" fmla="*/ 374 h 389"/>
                <a:gd name="T2" fmla="*/ 102 w 275"/>
                <a:gd name="T3" fmla="*/ 374 h 389"/>
                <a:gd name="T4" fmla="*/ 175 w 275"/>
                <a:gd name="T5" fmla="*/ 388 h 389"/>
                <a:gd name="T6" fmla="*/ 274 w 275"/>
                <a:gd name="T7" fmla="*/ 367 h 389"/>
                <a:gd name="T8" fmla="*/ 274 w 275"/>
                <a:gd name="T9" fmla="*/ 334 h 389"/>
                <a:gd name="T10" fmla="*/ 179 w 275"/>
                <a:gd name="T11" fmla="*/ 356 h 389"/>
                <a:gd name="T12" fmla="*/ 118 w 275"/>
                <a:gd name="T13" fmla="*/ 343 h 389"/>
                <a:gd name="T14" fmla="*/ 73 w 275"/>
                <a:gd name="T15" fmla="*/ 310 h 389"/>
                <a:gd name="T16" fmla="*/ 45 w 275"/>
                <a:gd name="T17" fmla="*/ 260 h 389"/>
                <a:gd name="T18" fmla="*/ 37 w 275"/>
                <a:gd name="T19" fmla="*/ 198 h 389"/>
                <a:gd name="T20" fmla="*/ 46 w 275"/>
                <a:gd name="T21" fmla="*/ 131 h 389"/>
                <a:gd name="T22" fmla="*/ 76 w 275"/>
                <a:gd name="T23" fmla="*/ 80 h 389"/>
                <a:gd name="T24" fmla="*/ 123 w 275"/>
                <a:gd name="T25" fmla="*/ 45 h 389"/>
                <a:gd name="T26" fmla="*/ 189 w 275"/>
                <a:gd name="T27" fmla="*/ 32 h 389"/>
                <a:gd name="T28" fmla="*/ 274 w 275"/>
                <a:gd name="T29" fmla="*/ 52 h 389"/>
                <a:gd name="T30" fmla="*/ 274 w 275"/>
                <a:gd name="T31" fmla="*/ 14 h 389"/>
                <a:gd name="T32" fmla="*/ 189 w 275"/>
                <a:gd name="T33" fmla="*/ 0 h 389"/>
                <a:gd name="T34" fmla="*/ 111 w 275"/>
                <a:gd name="T35" fmla="*/ 16 h 389"/>
                <a:gd name="T36" fmla="*/ 51 w 275"/>
                <a:gd name="T37" fmla="*/ 58 h 389"/>
                <a:gd name="T38" fmla="*/ 13 w 275"/>
                <a:gd name="T39" fmla="*/ 122 h 389"/>
                <a:gd name="T40" fmla="*/ 0 w 275"/>
                <a:gd name="T41" fmla="*/ 201 h 389"/>
                <a:gd name="T42" fmla="*/ 12 w 275"/>
                <a:gd name="T43" fmla="*/ 277 h 389"/>
                <a:gd name="T44" fmla="*/ 48 w 275"/>
                <a:gd name="T45" fmla="*/ 335 h 389"/>
                <a:gd name="T46" fmla="*/ 102 w 275"/>
                <a:gd name="T47" fmla="*/ 374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5" h="389">
                  <a:moveTo>
                    <a:pt x="102" y="374"/>
                  </a:moveTo>
                  <a:lnTo>
                    <a:pt x="102" y="374"/>
                  </a:lnTo>
                  <a:cubicBezTo>
                    <a:pt x="124" y="384"/>
                    <a:pt x="148" y="388"/>
                    <a:pt x="175" y="388"/>
                  </a:cubicBezTo>
                  <a:cubicBezTo>
                    <a:pt x="212" y="388"/>
                    <a:pt x="244" y="381"/>
                    <a:pt x="274" y="367"/>
                  </a:cubicBezTo>
                  <a:cubicBezTo>
                    <a:pt x="274" y="334"/>
                    <a:pt x="274" y="334"/>
                    <a:pt x="274" y="334"/>
                  </a:cubicBezTo>
                  <a:cubicBezTo>
                    <a:pt x="247" y="349"/>
                    <a:pt x="215" y="356"/>
                    <a:pt x="179" y="356"/>
                  </a:cubicBezTo>
                  <a:cubicBezTo>
                    <a:pt x="155" y="356"/>
                    <a:pt x="134" y="352"/>
                    <a:pt x="118" y="343"/>
                  </a:cubicBezTo>
                  <a:cubicBezTo>
                    <a:pt x="99" y="335"/>
                    <a:pt x="84" y="324"/>
                    <a:pt x="73" y="310"/>
                  </a:cubicBezTo>
                  <a:cubicBezTo>
                    <a:pt x="60" y="296"/>
                    <a:pt x="52" y="279"/>
                    <a:pt x="45" y="260"/>
                  </a:cubicBezTo>
                  <a:cubicBezTo>
                    <a:pt x="39" y="240"/>
                    <a:pt x="37" y="221"/>
                    <a:pt x="37" y="198"/>
                  </a:cubicBezTo>
                  <a:cubicBezTo>
                    <a:pt x="37" y="175"/>
                    <a:pt x="39" y="152"/>
                    <a:pt x="46" y="131"/>
                  </a:cubicBezTo>
                  <a:cubicBezTo>
                    <a:pt x="53" y="112"/>
                    <a:pt x="63" y="94"/>
                    <a:pt x="76" y="80"/>
                  </a:cubicBezTo>
                  <a:cubicBezTo>
                    <a:pt x="88" y="65"/>
                    <a:pt x="105" y="53"/>
                    <a:pt x="123" y="45"/>
                  </a:cubicBezTo>
                  <a:cubicBezTo>
                    <a:pt x="143" y="37"/>
                    <a:pt x="164" y="32"/>
                    <a:pt x="189" y="32"/>
                  </a:cubicBezTo>
                  <a:cubicBezTo>
                    <a:pt x="218" y="32"/>
                    <a:pt x="247" y="38"/>
                    <a:pt x="274" y="52"/>
                  </a:cubicBezTo>
                  <a:cubicBezTo>
                    <a:pt x="274" y="14"/>
                    <a:pt x="274" y="14"/>
                    <a:pt x="274" y="14"/>
                  </a:cubicBezTo>
                  <a:cubicBezTo>
                    <a:pt x="249" y="5"/>
                    <a:pt x="221" y="0"/>
                    <a:pt x="189" y="0"/>
                  </a:cubicBezTo>
                  <a:cubicBezTo>
                    <a:pt x="159" y="0"/>
                    <a:pt x="133" y="6"/>
                    <a:pt x="111" y="16"/>
                  </a:cubicBezTo>
                  <a:cubicBezTo>
                    <a:pt x="87" y="25"/>
                    <a:pt x="67" y="39"/>
                    <a:pt x="51" y="58"/>
                  </a:cubicBezTo>
                  <a:cubicBezTo>
                    <a:pt x="34" y="76"/>
                    <a:pt x="21" y="98"/>
                    <a:pt x="13" y="122"/>
                  </a:cubicBezTo>
                  <a:cubicBezTo>
                    <a:pt x="5" y="147"/>
                    <a:pt x="0" y="173"/>
                    <a:pt x="0" y="201"/>
                  </a:cubicBezTo>
                  <a:cubicBezTo>
                    <a:pt x="0" y="228"/>
                    <a:pt x="3" y="253"/>
                    <a:pt x="12" y="277"/>
                  </a:cubicBezTo>
                  <a:cubicBezTo>
                    <a:pt x="20" y="299"/>
                    <a:pt x="32" y="318"/>
                    <a:pt x="48" y="335"/>
                  </a:cubicBezTo>
                  <a:cubicBezTo>
                    <a:pt x="63" y="352"/>
                    <a:pt x="81" y="364"/>
                    <a:pt x="102" y="3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8">
              <a:extLst>
                <a:ext uri="{FF2B5EF4-FFF2-40B4-BE49-F238E27FC236}">
                  <a16:creationId xmlns:a16="http://schemas.microsoft.com/office/drawing/2014/main" id="{F2DF6455-846C-1FAA-C5CE-096ABB5BDB6C}"/>
                </a:ext>
              </a:extLst>
            </p:cNvPr>
            <p:cNvSpPr>
              <a:spLocks noChangeArrowheads="1"/>
            </p:cNvSpPr>
            <p:nvPr/>
          </p:nvSpPr>
          <p:spPr bwMode="auto">
            <a:xfrm>
              <a:off x="5699125" y="952500"/>
              <a:ext cx="127000" cy="139700"/>
            </a:xfrm>
            <a:custGeom>
              <a:avLst/>
              <a:gdLst>
                <a:gd name="T0" fmla="*/ 46 w 354"/>
                <a:gd name="T1" fmla="*/ 332 h 389"/>
                <a:gd name="T2" fmla="*/ 46 w 354"/>
                <a:gd name="T3" fmla="*/ 332 h 389"/>
                <a:gd name="T4" fmla="*/ 102 w 354"/>
                <a:gd name="T5" fmla="*/ 373 h 389"/>
                <a:gd name="T6" fmla="*/ 175 w 354"/>
                <a:gd name="T7" fmla="*/ 388 h 389"/>
                <a:gd name="T8" fmla="*/ 251 w 354"/>
                <a:gd name="T9" fmla="*/ 373 h 389"/>
                <a:gd name="T10" fmla="*/ 307 w 354"/>
                <a:gd name="T11" fmla="*/ 331 h 389"/>
                <a:gd name="T12" fmla="*/ 341 w 354"/>
                <a:gd name="T13" fmla="*/ 268 h 389"/>
                <a:gd name="T14" fmla="*/ 353 w 354"/>
                <a:gd name="T15" fmla="*/ 189 h 389"/>
                <a:gd name="T16" fmla="*/ 341 w 354"/>
                <a:gd name="T17" fmla="*/ 113 h 389"/>
                <a:gd name="T18" fmla="*/ 307 w 354"/>
                <a:gd name="T19" fmla="*/ 53 h 389"/>
                <a:gd name="T20" fmla="*/ 253 w 354"/>
                <a:gd name="T21" fmla="*/ 14 h 389"/>
                <a:gd name="T22" fmla="*/ 182 w 354"/>
                <a:gd name="T23" fmla="*/ 0 h 389"/>
                <a:gd name="T24" fmla="*/ 105 w 354"/>
                <a:gd name="T25" fmla="*/ 14 h 389"/>
                <a:gd name="T26" fmla="*/ 48 w 354"/>
                <a:gd name="T27" fmla="*/ 55 h 389"/>
                <a:gd name="T28" fmla="*/ 11 w 354"/>
                <a:gd name="T29" fmla="*/ 117 h 389"/>
                <a:gd name="T30" fmla="*/ 0 w 354"/>
                <a:gd name="T31" fmla="*/ 198 h 389"/>
                <a:gd name="T32" fmla="*/ 11 w 354"/>
                <a:gd name="T33" fmla="*/ 272 h 389"/>
                <a:gd name="T34" fmla="*/ 46 w 354"/>
                <a:gd name="T35" fmla="*/ 332 h 389"/>
                <a:gd name="T36" fmla="*/ 45 w 354"/>
                <a:gd name="T37" fmla="*/ 131 h 389"/>
                <a:gd name="T38" fmla="*/ 45 w 354"/>
                <a:gd name="T39" fmla="*/ 131 h 389"/>
                <a:gd name="T40" fmla="*/ 73 w 354"/>
                <a:gd name="T41" fmla="*/ 80 h 389"/>
                <a:gd name="T42" fmla="*/ 117 w 354"/>
                <a:gd name="T43" fmla="*/ 45 h 389"/>
                <a:gd name="T44" fmla="*/ 177 w 354"/>
                <a:gd name="T45" fmla="*/ 32 h 389"/>
                <a:gd name="T46" fmla="*/ 240 w 354"/>
                <a:gd name="T47" fmla="*/ 45 h 389"/>
                <a:gd name="T48" fmla="*/ 283 w 354"/>
                <a:gd name="T49" fmla="*/ 80 h 389"/>
                <a:gd name="T50" fmla="*/ 309 w 354"/>
                <a:gd name="T51" fmla="*/ 131 h 389"/>
                <a:gd name="T52" fmla="*/ 316 w 354"/>
                <a:gd name="T53" fmla="*/ 194 h 389"/>
                <a:gd name="T54" fmla="*/ 307 w 354"/>
                <a:gd name="T55" fmla="*/ 258 h 389"/>
                <a:gd name="T56" fmla="*/ 281 w 354"/>
                <a:gd name="T57" fmla="*/ 310 h 389"/>
                <a:gd name="T58" fmla="*/ 236 w 354"/>
                <a:gd name="T59" fmla="*/ 345 h 389"/>
                <a:gd name="T60" fmla="*/ 175 w 354"/>
                <a:gd name="T61" fmla="*/ 356 h 389"/>
                <a:gd name="T62" fmla="*/ 113 w 354"/>
                <a:gd name="T63" fmla="*/ 343 h 389"/>
                <a:gd name="T64" fmla="*/ 70 w 354"/>
                <a:gd name="T65" fmla="*/ 307 h 389"/>
                <a:gd name="T66" fmla="*/ 45 w 354"/>
                <a:gd name="T67" fmla="*/ 256 h 389"/>
                <a:gd name="T68" fmla="*/ 37 w 354"/>
                <a:gd name="T69" fmla="*/ 194 h 389"/>
                <a:gd name="T70" fmla="*/ 45 w 354"/>
                <a:gd name="T71" fmla="*/ 131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46" y="332"/>
                  </a:moveTo>
                  <a:lnTo>
                    <a:pt x="46" y="332"/>
                  </a:lnTo>
                  <a:cubicBezTo>
                    <a:pt x="62" y="350"/>
                    <a:pt x="80" y="363"/>
                    <a:pt x="102" y="373"/>
                  </a:cubicBezTo>
                  <a:cubicBezTo>
                    <a:pt x="123" y="382"/>
                    <a:pt x="148" y="388"/>
                    <a:pt x="175" y="388"/>
                  </a:cubicBezTo>
                  <a:cubicBezTo>
                    <a:pt x="204" y="388"/>
                    <a:pt x="229" y="382"/>
                    <a:pt x="251" y="373"/>
                  </a:cubicBezTo>
                  <a:cubicBezTo>
                    <a:pt x="272" y="363"/>
                    <a:pt x="292" y="349"/>
                    <a:pt x="307" y="331"/>
                  </a:cubicBezTo>
                  <a:cubicBezTo>
                    <a:pt x="321" y="313"/>
                    <a:pt x="334" y="292"/>
                    <a:pt x="341" y="268"/>
                  </a:cubicBezTo>
                  <a:cubicBezTo>
                    <a:pt x="349" y="243"/>
                    <a:pt x="353" y="217"/>
                    <a:pt x="353" y="189"/>
                  </a:cubicBezTo>
                  <a:cubicBezTo>
                    <a:pt x="353" y="162"/>
                    <a:pt x="349" y="137"/>
                    <a:pt x="341" y="113"/>
                  </a:cubicBezTo>
                  <a:cubicBezTo>
                    <a:pt x="332" y="91"/>
                    <a:pt x="321" y="70"/>
                    <a:pt x="307" y="53"/>
                  </a:cubicBezTo>
                  <a:cubicBezTo>
                    <a:pt x="292" y="37"/>
                    <a:pt x="274" y="24"/>
                    <a:pt x="253" y="14"/>
                  </a:cubicBezTo>
                  <a:cubicBezTo>
                    <a:pt x="232" y="5"/>
                    <a:pt x="208" y="0"/>
                    <a:pt x="182" y="0"/>
                  </a:cubicBezTo>
                  <a:cubicBezTo>
                    <a:pt x="152" y="0"/>
                    <a:pt x="127" y="5"/>
                    <a:pt x="105" y="14"/>
                  </a:cubicBezTo>
                  <a:cubicBezTo>
                    <a:pt x="81" y="24"/>
                    <a:pt x="63" y="38"/>
                    <a:pt x="48" y="55"/>
                  </a:cubicBezTo>
                  <a:cubicBezTo>
                    <a:pt x="32" y="73"/>
                    <a:pt x="20" y="94"/>
                    <a:pt x="11" y="117"/>
                  </a:cubicBezTo>
                  <a:cubicBezTo>
                    <a:pt x="3" y="143"/>
                    <a:pt x="0" y="169"/>
                    <a:pt x="0" y="198"/>
                  </a:cubicBezTo>
                  <a:cubicBezTo>
                    <a:pt x="0" y="225"/>
                    <a:pt x="3" y="250"/>
                    <a:pt x="11" y="272"/>
                  </a:cubicBezTo>
                  <a:cubicBezTo>
                    <a:pt x="20" y="296"/>
                    <a:pt x="31" y="316"/>
                    <a:pt x="46" y="332"/>
                  </a:cubicBezTo>
                  <a:close/>
                  <a:moveTo>
                    <a:pt x="45" y="131"/>
                  </a:moveTo>
                  <a:lnTo>
                    <a:pt x="45" y="131"/>
                  </a:lnTo>
                  <a:cubicBezTo>
                    <a:pt x="52" y="112"/>
                    <a:pt x="60" y="95"/>
                    <a:pt x="73" y="80"/>
                  </a:cubicBezTo>
                  <a:cubicBezTo>
                    <a:pt x="85" y="65"/>
                    <a:pt x="99" y="53"/>
                    <a:pt x="117" y="45"/>
                  </a:cubicBezTo>
                  <a:cubicBezTo>
                    <a:pt x="134" y="37"/>
                    <a:pt x="155" y="32"/>
                    <a:pt x="177" y="32"/>
                  </a:cubicBezTo>
                  <a:cubicBezTo>
                    <a:pt x="203" y="32"/>
                    <a:pt x="223" y="37"/>
                    <a:pt x="240" y="45"/>
                  </a:cubicBezTo>
                  <a:cubicBezTo>
                    <a:pt x="258" y="53"/>
                    <a:pt x="272" y="65"/>
                    <a:pt x="283" y="80"/>
                  </a:cubicBezTo>
                  <a:cubicBezTo>
                    <a:pt x="295" y="95"/>
                    <a:pt x="303" y="112"/>
                    <a:pt x="309" y="131"/>
                  </a:cubicBezTo>
                  <a:cubicBezTo>
                    <a:pt x="314" y="151"/>
                    <a:pt x="316" y="172"/>
                    <a:pt x="316" y="194"/>
                  </a:cubicBezTo>
                  <a:cubicBezTo>
                    <a:pt x="316" y="218"/>
                    <a:pt x="313" y="239"/>
                    <a:pt x="307" y="258"/>
                  </a:cubicBezTo>
                  <a:cubicBezTo>
                    <a:pt x="302" y="279"/>
                    <a:pt x="292" y="296"/>
                    <a:pt x="281" y="310"/>
                  </a:cubicBezTo>
                  <a:cubicBezTo>
                    <a:pt x="268" y="325"/>
                    <a:pt x="254" y="336"/>
                    <a:pt x="236" y="345"/>
                  </a:cubicBezTo>
                  <a:cubicBezTo>
                    <a:pt x="218" y="352"/>
                    <a:pt x="198" y="356"/>
                    <a:pt x="175" y="356"/>
                  </a:cubicBezTo>
                  <a:cubicBezTo>
                    <a:pt x="151" y="356"/>
                    <a:pt x="130" y="352"/>
                    <a:pt x="113" y="343"/>
                  </a:cubicBezTo>
                  <a:cubicBezTo>
                    <a:pt x="95" y="334"/>
                    <a:pt x="81" y="323"/>
                    <a:pt x="70" y="307"/>
                  </a:cubicBezTo>
                  <a:cubicBezTo>
                    <a:pt x="59" y="292"/>
                    <a:pt x="51" y="275"/>
                    <a:pt x="45" y="256"/>
                  </a:cubicBezTo>
                  <a:cubicBezTo>
                    <a:pt x="38" y="236"/>
                    <a:pt x="37" y="217"/>
                    <a:pt x="37" y="194"/>
                  </a:cubicBezTo>
                  <a:cubicBezTo>
                    <a:pt x="37" y="172"/>
                    <a:pt x="39" y="151"/>
                    <a:pt x="4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7" name="Freeform 89">
              <a:extLst>
                <a:ext uri="{FF2B5EF4-FFF2-40B4-BE49-F238E27FC236}">
                  <a16:creationId xmlns:a16="http://schemas.microsoft.com/office/drawing/2014/main" id="{3204BDED-1BEF-D218-8580-F7E02136D72F}"/>
                </a:ext>
              </a:extLst>
            </p:cNvPr>
            <p:cNvSpPr>
              <a:spLocks noChangeArrowheads="1"/>
            </p:cNvSpPr>
            <p:nvPr/>
          </p:nvSpPr>
          <p:spPr bwMode="auto">
            <a:xfrm>
              <a:off x="5851525" y="955675"/>
              <a:ext cx="106363" cy="134938"/>
            </a:xfrm>
            <a:custGeom>
              <a:avLst/>
              <a:gdLst>
                <a:gd name="T0" fmla="*/ 35 w 294"/>
                <a:gd name="T1" fmla="*/ 85 h 376"/>
                <a:gd name="T2" fmla="*/ 35 w 294"/>
                <a:gd name="T3" fmla="*/ 85 h 376"/>
                <a:gd name="T4" fmla="*/ 35 w 294"/>
                <a:gd name="T5" fmla="*/ 64 h 376"/>
                <a:gd name="T6" fmla="*/ 34 w 294"/>
                <a:gd name="T7" fmla="*/ 52 h 376"/>
                <a:gd name="T8" fmla="*/ 35 w 294"/>
                <a:gd name="T9" fmla="*/ 52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59 w 294"/>
                <a:gd name="T25" fmla="*/ 303 h 376"/>
                <a:gd name="T26" fmla="*/ 261 w 294"/>
                <a:gd name="T27" fmla="*/ 322 h 376"/>
                <a:gd name="T28" fmla="*/ 259 w 294"/>
                <a:gd name="T29" fmla="*/ 322 h 376"/>
                <a:gd name="T30" fmla="*/ 253 w 294"/>
                <a:gd name="T31" fmla="*/ 311 h 376"/>
                <a:gd name="T32" fmla="*/ 244 w 294"/>
                <a:gd name="T33" fmla="*/ 298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4"/>
                    <a:pt x="34" y="52"/>
                  </a:cubicBezTo>
                  <a:cubicBezTo>
                    <a:pt x="35" y="52"/>
                    <a:pt x="35" y="52"/>
                    <a:pt x="35" y="52"/>
                  </a:cubicBezTo>
                  <a:cubicBezTo>
                    <a:pt x="36" y="54"/>
                    <a:pt x="39" y="59"/>
                    <a:pt x="42" y="63"/>
                  </a:cubicBezTo>
                  <a:cubicBezTo>
                    <a:pt x="43" y="67"/>
                    <a:pt x="46" y="71"/>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7"/>
                    <a:pt x="258" y="296"/>
                    <a:pt x="259" y="303"/>
                  </a:cubicBezTo>
                  <a:cubicBezTo>
                    <a:pt x="259" y="310"/>
                    <a:pt x="259" y="317"/>
                    <a:pt x="261" y="322"/>
                  </a:cubicBezTo>
                  <a:cubicBezTo>
                    <a:pt x="259" y="322"/>
                    <a:pt x="259" y="322"/>
                    <a:pt x="259" y="322"/>
                  </a:cubicBezTo>
                  <a:cubicBezTo>
                    <a:pt x="257" y="319"/>
                    <a:pt x="255" y="315"/>
                    <a:pt x="253" y="311"/>
                  </a:cubicBezTo>
                  <a:cubicBezTo>
                    <a:pt x="250" y="307"/>
                    <a:pt x="247" y="303"/>
                    <a:pt x="244" y="298"/>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8" name="Freeform 90">
              <a:extLst>
                <a:ext uri="{FF2B5EF4-FFF2-40B4-BE49-F238E27FC236}">
                  <a16:creationId xmlns:a16="http://schemas.microsoft.com/office/drawing/2014/main" id="{386376C0-B77D-8046-6A06-12FF86911891}"/>
                </a:ext>
              </a:extLst>
            </p:cNvPr>
            <p:cNvSpPr>
              <a:spLocks noChangeArrowheads="1"/>
            </p:cNvSpPr>
            <p:nvPr/>
          </p:nvSpPr>
          <p:spPr bwMode="auto">
            <a:xfrm>
              <a:off x="5988050" y="952500"/>
              <a:ext cx="76200" cy="139700"/>
            </a:xfrm>
            <a:custGeom>
              <a:avLst/>
              <a:gdLst>
                <a:gd name="T0" fmla="*/ 188 w 213"/>
                <a:gd name="T1" fmla="*/ 229 h 389"/>
                <a:gd name="T2" fmla="*/ 188 w 213"/>
                <a:gd name="T3" fmla="*/ 229 h 389"/>
                <a:gd name="T4" fmla="*/ 159 w 213"/>
                <a:gd name="T5" fmla="*/ 204 h 389"/>
                <a:gd name="T6" fmla="*/ 118 w 213"/>
                <a:gd name="T7" fmla="*/ 179 h 389"/>
                <a:gd name="T8" fmla="*/ 81 w 213"/>
                <a:gd name="T9" fmla="*/ 158 h 389"/>
                <a:gd name="T10" fmla="*/ 55 w 213"/>
                <a:gd name="T11" fmla="*/ 140 h 389"/>
                <a:gd name="T12" fmla="*/ 41 w 213"/>
                <a:gd name="T13" fmla="*/ 119 h 389"/>
                <a:gd name="T14" fmla="*/ 37 w 213"/>
                <a:gd name="T15" fmla="*/ 94 h 389"/>
                <a:gd name="T16" fmla="*/ 43 w 213"/>
                <a:gd name="T17" fmla="*/ 67 h 389"/>
                <a:gd name="T18" fmla="*/ 61 w 213"/>
                <a:gd name="T19" fmla="*/ 48 h 389"/>
                <a:gd name="T20" fmla="*/ 86 w 213"/>
                <a:gd name="T21" fmla="*/ 35 h 389"/>
                <a:gd name="T22" fmla="*/ 118 w 213"/>
                <a:gd name="T23" fmla="*/ 32 h 389"/>
                <a:gd name="T24" fmla="*/ 196 w 213"/>
                <a:gd name="T25" fmla="*/ 51 h 389"/>
                <a:gd name="T26" fmla="*/ 196 w 213"/>
                <a:gd name="T27" fmla="*/ 13 h 389"/>
                <a:gd name="T28" fmla="*/ 122 w 213"/>
                <a:gd name="T29" fmla="*/ 0 h 389"/>
                <a:gd name="T30" fmla="*/ 75 w 213"/>
                <a:gd name="T31" fmla="*/ 7 h 389"/>
                <a:gd name="T32" fmla="*/ 36 w 213"/>
                <a:gd name="T33" fmla="*/ 27 h 389"/>
                <a:gd name="T34" fmla="*/ 9 w 213"/>
                <a:gd name="T35" fmla="*/ 58 h 389"/>
                <a:gd name="T36" fmla="*/ 1 w 213"/>
                <a:gd name="T37" fmla="*/ 98 h 389"/>
                <a:gd name="T38" fmla="*/ 5 w 213"/>
                <a:gd name="T39" fmla="*/ 130 h 389"/>
                <a:gd name="T40" fmla="*/ 22 w 213"/>
                <a:gd name="T41" fmla="*/ 157 h 389"/>
                <a:gd name="T42" fmla="*/ 50 w 213"/>
                <a:gd name="T43" fmla="*/ 180 h 389"/>
                <a:gd name="T44" fmla="*/ 90 w 213"/>
                <a:gd name="T45" fmla="*/ 205 h 389"/>
                <a:gd name="T46" fmla="*/ 128 w 213"/>
                <a:gd name="T47" fmla="*/ 226 h 389"/>
                <a:gd name="T48" fmla="*/ 154 w 213"/>
                <a:gd name="T49" fmla="*/ 246 h 389"/>
                <a:gd name="T50" fmla="*/ 170 w 213"/>
                <a:gd name="T51" fmla="*/ 267 h 389"/>
                <a:gd name="T52" fmla="*/ 175 w 213"/>
                <a:gd name="T53" fmla="*/ 292 h 389"/>
                <a:gd name="T54" fmla="*/ 154 w 213"/>
                <a:gd name="T55" fmla="*/ 339 h 389"/>
                <a:gd name="T56" fmla="*/ 90 w 213"/>
                <a:gd name="T57" fmla="*/ 356 h 389"/>
                <a:gd name="T58" fmla="*/ 67 w 213"/>
                <a:gd name="T59" fmla="*/ 355 h 389"/>
                <a:gd name="T60" fmla="*/ 43 w 213"/>
                <a:gd name="T61" fmla="*/ 349 h 389"/>
                <a:gd name="T62" fmla="*/ 19 w 213"/>
                <a:gd name="T63" fmla="*/ 339 h 389"/>
                <a:gd name="T64" fmla="*/ 0 w 213"/>
                <a:gd name="T65" fmla="*/ 327 h 389"/>
                <a:gd name="T66" fmla="*/ 0 w 213"/>
                <a:gd name="T67" fmla="*/ 367 h 389"/>
                <a:gd name="T68" fmla="*/ 18 w 213"/>
                <a:gd name="T69" fmla="*/ 375 h 389"/>
                <a:gd name="T70" fmla="*/ 41 w 213"/>
                <a:gd name="T71" fmla="*/ 382 h 389"/>
                <a:gd name="T72" fmla="*/ 67 w 213"/>
                <a:gd name="T73" fmla="*/ 387 h 389"/>
                <a:gd name="T74" fmla="*/ 87 w 213"/>
                <a:gd name="T75" fmla="*/ 388 h 389"/>
                <a:gd name="T76" fmla="*/ 138 w 213"/>
                <a:gd name="T77" fmla="*/ 381 h 389"/>
                <a:gd name="T78" fmla="*/ 177 w 213"/>
                <a:gd name="T79" fmla="*/ 363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1"/>
                    <a:pt x="171" y="212"/>
                    <a:pt x="159" y="204"/>
                  </a:cubicBezTo>
                  <a:cubicBezTo>
                    <a:pt x="147" y="196"/>
                    <a:pt x="134" y="187"/>
                    <a:pt x="118" y="179"/>
                  </a:cubicBezTo>
                  <a:cubicBezTo>
                    <a:pt x="103" y="172"/>
                    <a:pt x="90" y="165"/>
                    <a:pt x="81" y="158"/>
                  </a:cubicBezTo>
                  <a:cubicBezTo>
                    <a:pt x="69" y="152"/>
                    <a:pt x="61" y="145"/>
                    <a:pt x="55" y="140"/>
                  </a:cubicBezTo>
                  <a:cubicBezTo>
                    <a:pt x="48" y="133"/>
                    <a:pt x="44" y="127"/>
                    <a:pt x="41" y="119"/>
                  </a:cubicBezTo>
                  <a:cubicBezTo>
                    <a:pt x="39" y="112"/>
                    <a:pt x="37" y="104"/>
                    <a:pt x="37" y="94"/>
                  </a:cubicBezTo>
                  <a:cubicBezTo>
                    <a:pt x="37" y="84"/>
                    <a:pt x="39" y="76"/>
                    <a:pt x="43" y="67"/>
                  </a:cubicBezTo>
                  <a:cubicBezTo>
                    <a:pt x="47" y="59"/>
                    <a:pt x="53" y="53"/>
                    <a:pt x="61" y="48"/>
                  </a:cubicBezTo>
                  <a:cubicBezTo>
                    <a:pt x="68" y="42"/>
                    <a:pt x="76" y="38"/>
                    <a:pt x="86" y="35"/>
                  </a:cubicBezTo>
                  <a:cubicBezTo>
                    <a:pt x="96" y="34"/>
                    <a:pt x="107" y="32"/>
                    <a:pt x="118" y="32"/>
                  </a:cubicBezTo>
                  <a:cubicBezTo>
                    <a:pt x="147" y="32"/>
                    <a:pt x="174" y="38"/>
                    <a:pt x="196" y="51"/>
                  </a:cubicBezTo>
                  <a:cubicBezTo>
                    <a:pt x="196" y="13"/>
                    <a:pt x="196" y="13"/>
                    <a:pt x="196" y="13"/>
                  </a:cubicBezTo>
                  <a:cubicBezTo>
                    <a:pt x="177" y="5"/>
                    <a:pt x="152" y="0"/>
                    <a:pt x="122" y="0"/>
                  </a:cubicBezTo>
                  <a:cubicBezTo>
                    <a:pt x="106" y="0"/>
                    <a:pt x="89" y="2"/>
                    <a:pt x="75" y="7"/>
                  </a:cubicBezTo>
                  <a:cubicBezTo>
                    <a:pt x="60" y="12"/>
                    <a:pt x="47" y="18"/>
                    <a:pt x="36" y="27"/>
                  </a:cubicBezTo>
                  <a:cubicBezTo>
                    <a:pt x="25" y="35"/>
                    <a:pt x="16" y="45"/>
                    <a:pt x="9" y="58"/>
                  </a:cubicBezTo>
                  <a:cubicBezTo>
                    <a:pt x="4" y="69"/>
                    <a:pt x="1" y="83"/>
                    <a:pt x="1" y="98"/>
                  </a:cubicBezTo>
                  <a:cubicBezTo>
                    <a:pt x="1" y="111"/>
                    <a:pt x="2" y="120"/>
                    <a:pt x="5" y="130"/>
                  </a:cubicBezTo>
                  <a:cubicBezTo>
                    <a:pt x="9" y="140"/>
                    <a:pt x="14" y="148"/>
                    <a:pt x="22" y="157"/>
                  </a:cubicBezTo>
                  <a:cubicBezTo>
                    <a:pt x="29" y="165"/>
                    <a:pt x="37" y="172"/>
                    <a:pt x="50" y="180"/>
                  </a:cubicBezTo>
                  <a:cubicBezTo>
                    <a:pt x="61" y="189"/>
                    <a:pt x="75" y="196"/>
                    <a:pt x="90" y="205"/>
                  </a:cubicBezTo>
                  <a:cubicBezTo>
                    <a:pt x="106" y="212"/>
                    <a:pt x="118" y="221"/>
                    <a:pt x="128" y="226"/>
                  </a:cubicBezTo>
                  <a:cubicBezTo>
                    <a:pt x="139" y="233"/>
                    <a:pt x="147" y="239"/>
                    <a:pt x="154" y="246"/>
                  </a:cubicBezTo>
                  <a:cubicBezTo>
                    <a:pt x="161" y="253"/>
                    <a:pt x="167" y="260"/>
                    <a:pt x="170" y="267"/>
                  </a:cubicBezTo>
                  <a:cubicBezTo>
                    <a:pt x="174" y="274"/>
                    <a:pt x="175" y="282"/>
                    <a:pt x="175" y="292"/>
                  </a:cubicBezTo>
                  <a:cubicBezTo>
                    <a:pt x="175" y="313"/>
                    <a:pt x="168" y="329"/>
                    <a:pt x="154" y="339"/>
                  </a:cubicBezTo>
                  <a:cubicBezTo>
                    <a:pt x="139" y="350"/>
                    <a:pt x="118" y="356"/>
                    <a:pt x="90" y="356"/>
                  </a:cubicBezTo>
                  <a:cubicBezTo>
                    <a:pt x="83" y="356"/>
                    <a:pt x="75" y="356"/>
                    <a:pt x="67" y="355"/>
                  </a:cubicBezTo>
                  <a:cubicBezTo>
                    <a:pt x="60" y="353"/>
                    <a:pt x="51" y="352"/>
                    <a:pt x="43" y="349"/>
                  </a:cubicBezTo>
                  <a:cubicBezTo>
                    <a:pt x="34" y="346"/>
                    <a:pt x="28" y="343"/>
                    <a:pt x="19" y="339"/>
                  </a:cubicBezTo>
                  <a:cubicBezTo>
                    <a:pt x="12" y="335"/>
                    <a:pt x="5" y="331"/>
                    <a:pt x="0" y="327"/>
                  </a:cubicBezTo>
                  <a:cubicBezTo>
                    <a:pt x="0" y="367"/>
                    <a:pt x="0" y="367"/>
                    <a:pt x="0" y="367"/>
                  </a:cubicBezTo>
                  <a:cubicBezTo>
                    <a:pt x="4" y="370"/>
                    <a:pt x="9" y="373"/>
                    <a:pt x="18" y="375"/>
                  </a:cubicBezTo>
                  <a:cubicBezTo>
                    <a:pt x="25" y="378"/>
                    <a:pt x="33" y="380"/>
                    <a:pt x="41" y="382"/>
                  </a:cubicBezTo>
                  <a:cubicBezTo>
                    <a:pt x="50" y="384"/>
                    <a:pt x="58" y="385"/>
                    <a:pt x="67" y="387"/>
                  </a:cubicBezTo>
                  <a:cubicBezTo>
                    <a:pt x="75" y="387"/>
                    <a:pt x="82" y="388"/>
                    <a:pt x="87" y="388"/>
                  </a:cubicBezTo>
                  <a:cubicBezTo>
                    <a:pt x="106" y="388"/>
                    <a:pt x="122" y="385"/>
                    <a:pt x="138" y="381"/>
                  </a:cubicBezTo>
                  <a:cubicBezTo>
                    <a:pt x="153" y="377"/>
                    <a:pt x="166" y="371"/>
                    <a:pt x="177" y="363"/>
                  </a:cubicBezTo>
                  <a:cubicBezTo>
                    <a:pt x="188" y="355"/>
                    <a:pt x="196" y="345"/>
                    <a:pt x="202" y="332"/>
                  </a:cubicBezTo>
                  <a:cubicBezTo>
                    <a:pt x="209" y="320"/>
                    <a:pt x="212" y="304"/>
                    <a:pt x="212" y="289"/>
                  </a:cubicBezTo>
                  <a:cubicBezTo>
                    <a:pt x="212" y="277"/>
                    <a:pt x="209" y="265"/>
                    <a:pt x="206" y="257"/>
                  </a:cubicBezTo>
                  <a:cubicBezTo>
                    <a:pt x="202" y="247"/>
                    <a:pt x="196"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9" name="Group 112">
            <a:extLst>
              <a:ext uri="{FF2B5EF4-FFF2-40B4-BE49-F238E27FC236}">
                <a16:creationId xmlns:a16="http://schemas.microsoft.com/office/drawing/2014/main" id="{6EB9D419-FB8B-1CA1-95DA-DE2275ED6171}"/>
              </a:ext>
            </a:extLst>
          </p:cNvPr>
          <p:cNvGrpSpPr/>
          <p:nvPr/>
        </p:nvGrpSpPr>
        <p:grpSpPr>
          <a:xfrm>
            <a:off x="4726656" y="1015107"/>
            <a:ext cx="203200" cy="258763"/>
            <a:chOff x="3698875" y="1349375"/>
            <a:chExt cx="203200" cy="258763"/>
          </a:xfrm>
          <a:solidFill>
            <a:schemeClr val="accent4"/>
          </a:solidFill>
        </p:grpSpPr>
        <p:sp>
          <p:nvSpPr>
            <p:cNvPr id="110" name="Freeform 91">
              <a:extLst>
                <a:ext uri="{FF2B5EF4-FFF2-40B4-BE49-F238E27FC236}">
                  <a16:creationId xmlns:a16="http://schemas.microsoft.com/office/drawing/2014/main" id="{9C13A2E5-04F9-915D-CE05-CD90DC83BC03}"/>
                </a:ext>
              </a:extLst>
            </p:cNvPr>
            <p:cNvSpPr>
              <a:spLocks noChangeArrowheads="1"/>
            </p:cNvSpPr>
            <p:nvPr/>
          </p:nvSpPr>
          <p:spPr bwMode="auto">
            <a:xfrm>
              <a:off x="3698875" y="1349375"/>
              <a:ext cx="203200" cy="258763"/>
            </a:xfrm>
            <a:custGeom>
              <a:avLst/>
              <a:gdLst>
                <a:gd name="T0" fmla="*/ 45 w 566"/>
                <a:gd name="T1" fmla="*/ 716 h 717"/>
                <a:gd name="T2" fmla="*/ 45 w 566"/>
                <a:gd name="T3" fmla="*/ 716 h 717"/>
                <a:gd name="T4" fmla="*/ 520 w 566"/>
                <a:gd name="T5" fmla="*/ 716 h 717"/>
                <a:gd name="T6" fmla="*/ 565 w 566"/>
                <a:gd name="T7" fmla="*/ 671 h 717"/>
                <a:gd name="T8" fmla="*/ 565 w 566"/>
                <a:gd name="T9" fmla="*/ 17 h 717"/>
                <a:gd name="T10" fmla="*/ 551 w 566"/>
                <a:gd name="T11" fmla="*/ 2 h 717"/>
                <a:gd name="T12" fmla="*/ 540 w 566"/>
                <a:gd name="T13" fmla="*/ 6 h 717"/>
                <a:gd name="T14" fmla="*/ 540 w 566"/>
                <a:gd name="T15" fmla="*/ 6 h 717"/>
                <a:gd name="T16" fmla="*/ 462 w 566"/>
                <a:gd name="T17" fmla="*/ 86 h 717"/>
                <a:gd name="T18" fmla="*/ 382 w 566"/>
                <a:gd name="T19" fmla="*/ 6 h 717"/>
                <a:gd name="T20" fmla="*/ 361 w 566"/>
                <a:gd name="T21" fmla="*/ 6 h 717"/>
                <a:gd name="T22" fmla="*/ 283 w 566"/>
                <a:gd name="T23" fmla="*/ 86 h 717"/>
                <a:gd name="T24" fmla="*/ 204 w 566"/>
                <a:gd name="T25" fmla="*/ 6 h 717"/>
                <a:gd name="T26" fmla="*/ 183 w 566"/>
                <a:gd name="T27" fmla="*/ 6 h 717"/>
                <a:gd name="T28" fmla="*/ 105 w 566"/>
                <a:gd name="T29" fmla="*/ 86 h 717"/>
                <a:gd name="T30" fmla="*/ 25 w 566"/>
                <a:gd name="T31" fmla="*/ 6 h 717"/>
                <a:gd name="T32" fmla="*/ 25 w 566"/>
                <a:gd name="T33" fmla="*/ 6 h 717"/>
                <a:gd name="T34" fmla="*/ 15 w 566"/>
                <a:gd name="T35" fmla="*/ 2 h 717"/>
                <a:gd name="T36" fmla="*/ 0 w 566"/>
                <a:gd name="T37" fmla="*/ 17 h 717"/>
                <a:gd name="T38" fmla="*/ 0 w 566"/>
                <a:gd name="T39" fmla="*/ 671 h 717"/>
                <a:gd name="T40" fmla="*/ 45 w 566"/>
                <a:gd name="T41" fmla="*/ 716 h 717"/>
                <a:gd name="T42" fmla="*/ 105 w 566"/>
                <a:gd name="T43" fmla="*/ 122 h 717"/>
                <a:gd name="T44" fmla="*/ 105 w 566"/>
                <a:gd name="T45" fmla="*/ 122 h 717"/>
                <a:gd name="T46" fmla="*/ 115 w 566"/>
                <a:gd name="T47" fmla="*/ 118 h 717"/>
                <a:gd name="T48" fmla="*/ 194 w 566"/>
                <a:gd name="T49" fmla="*/ 38 h 717"/>
                <a:gd name="T50" fmla="*/ 272 w 566"/>
                <a:gd name="T51" fmla="*/ 118 h 717"/>
                <a:gd name="T52" fmla="*/ 283 w 566"/>
                <a:gd name="T53" fmla="*/ 122 h 717"/>
                <a:gd name="T54" fmla="*/ 293 w 566"/>
                <a:gd name="T55" fmla="*/ 118 h 717"/>
                <a:gd name="T56" fmla="*/ 373 w 566"/>
                <a:gd name="T57" fmla="*/ 38 h 717"/>
                <a:gd name="T58" fmla="*/ 451 w 566"/>
                <a:gd name="T59" fmla="*/ 118 h 717"/>
                <a:gd name="T60" fmla="*/ 462 w 566"/>
                <a:gd name="T61" fmla="*/ 122 h 717"/>
                <a:gd name="T62" fmla="*/ 472 w 566"/>
                <a:gd name="T63" fmla="*/ 118 h 717"/>
                <a:gd name="T64" fmla="*/ 536 w 566"/>
                <a:gd name="T65" fmla="*/ 53 h 717"/>
                <a:gd name="T66" fmla="*/ 536 w 566"/>
                <a:gd name="T67" fmla="*/ 671 h 717"/>
                <a:gd name="T68" fmla="*/ 520 w 566"/>
                <a:gd name="T69" fmla="*/ 687 h 717"/>
                <a:gd name="T70" fmla="*/ 45 w 566"/>
                <a:gd name="T71" fmla="*/ 687 h 717"/>
                <a:gd name="T72" fmla="*/ 29 w 566"/>
                <a:gd name="T73" fmla="*/ 671 h 717"/>
                <a:gd name="T74" fmla="*/ 29 w 566"/>
                <a:gd name="T75" fmla="*/ 53 h 717"/>
                <a:gd name="T76" fmla="*/ 94 w 566"/>
                <a:gd name="T77" fmla="*/ 118 h 717"/>
                <a:gd name="T78" fmla="*/ 105 w 566"/>
                <a:gd name="T79" fmla="*/ 12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717">
                  <a:moveTo>
                    <a:pt x="45" y="716"/>
                  </a:moveTo>
                  <a:lnTo>
                    <a:pt x="45" y="716"/>
                  </a:lnTo>
                  <a:cubicBezTo>
                    <a:pt x="520" y="716"/>
                    <a:pt x="520" y="716"/>
                    <a:pt x="520" y="716"/>
                  </a:cubicBezTo>
                  <a:cubicBezTo>
                    <a:pt x="545" y="716"/>
                    <a:pt x="565" y="696"/>
                    <a:pt x="565" y="671"/>
                  </a:cubicBezTo>
                  <a:cubicBezTo>
                    <a:pt x="565" y="17"/>
                    <a:pt x="565" y="17"/>
                    <a:pt x="565" y="17"/>
                  </a:cubicBezTo>
                  <a:cubicBezTo>
                    <a:pt x="565" y="9"/>
                    <a:pt x="559" y="2"/>
                    <a:pt x="551" y="2"/>
                  </a:cubicBezTo>
                  <a:cubicBezTo>
                    <a:pt x="547" y="2"/>
                    <a:pt x="543" y="5"/>
                    <a:pt x="540" y="6"/>
                  </a:cubicBezTo>
                  <a:lnTo>
                    <a:pt x="540" y="6"/>
                  </a:lnTo>
                  <a:cubicBezTo>
                    <a:pt x="462" y="86"/>
                    <a:pt x="462" y="86"/>
                    <a:pt x="462" y="86"/>
                  </a:cubicBezTo>
                  <a:cubicBezTo>
                    <a:pt x="382" y="6"/>
                    <a:pt x="382" y="6"/>
                    <a:pt x="382" y="6"/>
                  </a:cubicBezTo>
                  <a:cubicBezTo>
                    <a:pt x="377" y="0"/>
                    <a:pt x="367" y="0"/>
                    <a:pt x="361" y="6"/>
                  </a:cubicBezTo>
                  <a:cubicBezTo>
                    <a:pt x="283" y="86"/>
                    <a:pt x="283" y="86"/>
                    <a:pt x="283" y="86"/>
                  </a:cubicBezTo>
                  <a:cubicBezTo>
                    <a:pt x="204" y="6"/>
                    <a:pt x="204" y="6"/>
                    <a:pt x="204" y="6"/>
                  </a:cubicBezTo>
                  <a:cubicBezTo>
                    <a:pt x="198" y="0"/>
                    <a:pt x="188" y="0"/>
                    <a:pt x="183" y="6"/>
                  </a:cubicBezTo>
                  <a:cubicBezTo>
                    <a:pt x="105" y="86"/>
                    <a:pt x="105" y="86"/>
                    <a:pt x="105" y="86"/>
                  </a:cubicBezTo>
                  <a:cubicBezTo>
                    <a:pt x="25" y="6"/>
                    <a:pt x="25" y="6"/>
                    <a:pt x="25" y="6"/>
                  </a:cubicBezTo>
                  <a:lnTo>
                    <a:pt x="25" y="6"/>
                  </a:lnTo>
                  <a:cubicBezTo>
                    <a:pt x="22" y="5"/>
                    <a:pt x="20" y="2"/>
                    <a:pt x="15" y="2"/>
                  </a:cubicBezTo>
                  <a:cubicBezTo>
                    <a:pt x="7" y="2"/>
                    <a:pt x="0" y="9"/>
                    <a:pt x="0" y="17"/>
                  </a:cubicBezTo>
                  <a:cubicBezTo>
                    <a:pt x="0" y="671"/>
                    <a:pt x="0" y="671"/>
                    <a:pt x="0" y="671"/>
                  </a:cubicBezTo>
                  <a:cubicBezTo>
                    <a:pt x="0" y="696"/>
                    <a:pt x="20" y="716"/>
                    <a:pt x="45" y="716"/>
                  </a:cubicBezTo>
                  <a:close/>
                  <a:moveTo>
                    <a:pt x="105" y="122"/>
                  </a:moveTo>
                  <a:lnTo>
                    <a:pt x="105" y="122"/>
                  </a:lnTo>
                  <a:cubicBezTo>
                    <a:pt x="108" y="122"/>
                    <a:pt x="112" y="120"/>
                    <a:pt x="115" y="118"/>
                  </a:cubicBezTo>
                  <a:cubicBezTo>
                    <a:pt x="194" y="38"/>
                    <a:pt x="194" y="38"/>
                    <a:pt x="194" y="38"/>
                  </a:cubicBezTo>
                  <a:cubicBezTo>
                    <a:pt x="272" y="118"/>
                    <a:pt x="272" y="118"/>
                    <a:pt x="272" y="118"/>
                  </a:cubicBezTo>
                  <a:cubicBezTo>
                    <a:pt x="275" y="120"/>
                    <a:pt x="279" y="122"/>
                    <a:pt x="283" y="122"/>
                  </a:cubicBezTo>
                  <a:cubicBezTo>
                    <a:pt x="286" y="122"/>
                    <a:pt x="290" y="120"/>
                    <a:pt x="293" y="118"/>
                  </a:cubicBezTo>
                  <a:cubicBezTo>
                    <a:pt x="373" y="38"/>
                    <a:pt x="373" y="38"/>
                    <a:pt x="373" y="38"/>
                  </a:cubicBezTo>
                  <a:cubicBezTo>
                    <a:pt x="451" y="118"/>
                    <a:pt x="451" y="118"/>
                    <a:pt x="451" y="118"/>
                  </a:cubicBezTo>
                  <a:cubicBezTo>
                    <a:pt x="453" y="120"/>
                    <a:pt x="458" y="122"/>
                    <a:pt x="462" y="122"/>
                  </a:cubicBezTo>
                  <a:cubicBezTo>
                    <a:pt x="465" y="122"/>
                    <a:pt x="469" y="120"/>
                    <a:pt x="472" y="118"/>
                  </a:cubicBezTo>
                  <a:cubicBezTo>
                    <a:pt x="536" y="53"/>
                    <a:pt x="536" y="53"/>
                    <a:pt x="536" y="53"/>
                  </a:cubicBezTo>
                  <a:cubicBezTo>
                    <a:pt x="536" y="671"/>
                    <a:pt x="536" y="671"/>
                    <a:pt x="536" y="671"/>
                  </a:cubicBezTo>
                  <a:cubicBezTo>
                    <a:pt x="536" y="680"/>
                    <a:pt x="529" y="687"/>
                    <a:pt x="520" y="687"/>
                  </a:cubicBezTo>
                  <a:cubicBezTo>
                    <a:pt x="45" y="687"/>
                    <a:pt x="45" y="687"/>
                    <a:pt x="45" y="687"/>
                  </a:cubicBezTo>
                  <a:cubicBezTo>
                    <a:pt x="36" y="687"/>
                    <a:pt x="29" y="680"/>
                    <a:pt x="29" y="671"/>
                  </a:cubicBezTo>
                  <a:cubicBezTo>
                    <a:pt x="29" y="53"/>
                    <a:pt x="29" y="53"/>
                    <a:pt x="29" y="53"/>
                  </a:cubicBezTo>
                  <a:cubicBezTo>
                    <a:pt x="94" y="118"/>
                    <a:pt x="94" y="118"/>
                    <a:pt x="94" y="118"/>
                  </a:cubicBezTo>
                  <a:cubicBezTo>
                    <a:pt x="96" y="120"/>
                    <a:pt x="101" y="122"/>
                    <a:pt x="105" y="1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2">
              <a:extLst>
                <a:ext uri="{FF2B5EF4-FFF2-40B4-BE49-F238E27FC236}">
                  <a16:creationId xmlns:a16="http://schemas.microsoft.com/office/drawing/2014/main" id="{E001654A-D547-246A-15F7-5D0DE2725BBD}"/>
                </a:ext>
              </a:extLst>
            </p:cNvPr>
            <p:cNvSpPr>
              <a:spLocks noChangeArrowheads="1"/>
            </p:cNvSpPr>
            <p:nvPr/>
          </p:nvSpPr>
          <p:spPr bwMode="auto">
            <a:xfrm>
              <a:off x="3752850" y="1414463"/>
              <a:ext cx="96838" cy="76200"/>
            </a:xfrm>
            <a:custGeom>
              <a:avLst/>
              <a:gdLst>
                <a:gd name="T0" fmla="*/ 134 w 269"/>
                <a:gd name="T1" fmla="*/ 210 h 211"/>
                <a:gd name="T2" fmla="*/ 134 w 269"/>
                <a:gd name="T3" fmla="*/ 210 h 211"/>
                <a:gd name="T4" fmla="*/ 268 w 269"/>
                <a:gd name="T5" fmla="*/ 76 h 211"/>
                <a:gd name="T6" fmla="*/ 268 w 269"/>
                <a:gd name="T7" fmla="*/ 16 h 211"/>
                <a:gd name="T8" fmla="*/ 253 w 269"/>
                <a:gd name="T9" fmla="*/ 0 h 211"/>
                <a:gd name="T10" fmla="*/ 237 w 269"/>
                <a:gd name="T11" fmla="*/ 16 h 211"/>
                <a:gd name="T12" fmla="*/ 237 w 269"/>
                <a:gd name="T13" fmla="*/ 76 h 211"/>
                <a:gd name="T14" fmla="*/ 207 w 269"/>
                <a:gd name="T15" fmla="*/ 150 h 211"/>
                <a:gd name="T16" fmla="*/ 134 w 269"/>
                <a:gd name="T17" fmla="*/ 179 h 211"/>
                <a:gd name="T18" fmla="*/ 60 w 269"/>
                <a:gd name="T19" fmla="*/ 150 h 211"/>
                <a:gd name="T20" fmla="*/ 30 w 269"/>
                <a:gd name="T21" fmla="*/ 76 h 211"/>
                <a:gd name="T22" fmla="*/ 30 w 269"/>
                <a:gd name="T23" fmla="*/ 16 h 211"/>
                <a:gd name="T24" fmla="*/ 14 w 269"/>
                <a:gd name="T25" fmla="*/ 0 h 211"/>
                <a:gd name="T26" fmla="*/ 0 w 269"/>
                <a:gd name="T27" fmla="*/ 16 h 211"/>
                <a:gd name="T28" fmla="*/ 0 w 269"/>
                <a:gd name="T29" fmla="*/ 76 h 211"/>
                <a:gd name="T30" fmla="*/ 134 w 269"/>
                <a:gd name="T31" fmla="*/ 210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11">
                  <a:moveTo>
                    <a:pt x="134" y="210"/>
                  </a:moveTo>
                  <a:lnTo>
                    <a:pt x="134" y="210"/>
                  </a:lnTo>
                  <a:cubicBezTo>
                    <a:pt x="208" y="210"/>
                    <a:pt x="268" y="150"/>
                    <a:pt x="268" y="76"/>
                  </a:cubicBezTo>
                  <a:cubicBezTo>
                    <a:pt x="268" y="16"/>
                    <a:pt x="268" y="16"/>
                    <a:pt x="268" y="16"/>
                  </a:cubicBezTo>
                  <a:cubicBezTo>
                    <a:pt x="268" y="7"/>
                    <a:pt x="261" y="0"/>
                    <a:pt x="253" y="0"/>
                  </a:cubicBezTo>
                  <a:cubicBezTo>
                    <a:pt x="244" y="0"/>
                    <a:pt x="237" y="7"/>
                    <a:pt x="237" y="16"/>
                  </a:cubicBezTo>
                  <a:cubicBezTo>
                    <a:pt x="237" y="76"/>
                    <a:pt x="237" y="76"/>
                    <a:pt x="237" y="76"/>
                  </a:cubicBezTo>
                  <a:cubicBezTo>
                    <a:pt x="237" y="104"/>
                    <a:pt x="226" y="130"/>
                    <a:pt x="207" y="150"/>
                  </a:cubicBezTo>
                  <a:cubicBezTo>
                    <a:pt x="189" y="168"/>
                    <a:pt x="162" y="179"/>
                    <a:pt x="134" y="179"/>
                  </a:cubicBezTo>
                  <a:cubicBezTo>
                    <a:pt x="105" y="179"/>
                    <a:pt x="78" y="168"/>
                    <a:pt x="60" y="150"/>
                  </a:cubicBezTo>
                  <a:cubicBezTo>
                    <a:pt x="41" y="130"/>
                    <a:pt x="30" y="104"/>
                    <a:pt x="30" y="76"/>
                  </a:cubicBezTo>
                  <a:cubicBezTo>
                    <a:pt x="30" y="16"/>
                    <a:pt x="30" y="16"/>
                    <a:pt x="30" y="16"/>
                  </a:cubicBezTo>
                  <a:cubicBezTo>
                    <a:pt x="30" y="7"/>
                    <a:pt x="23" y="0"/>
                    <a:pt x="14" y="0"/>
                  </a:cubicBezTo>
                  <a:cubicBezTo>
                    <a:pt x="6" y="0"/>
                    <a:pt x="0" y="7"/>
                    <a:pt x="0" y="16"/>
                  </a:cubicBezTo>
                  <a:cubicBezTo>
                    <a:pt x="0" y="76"/>
                    <a:pt x="0" y="76"/>
                    <a:pt x="0" y="76"/>
                  </a:cubicBezTo>
                  <a:cubicBezTo>
                    <a:pt x="0" y="150"/>
                    <a:pt x="60" y="210"/>
                    <a:pt x="134" y="2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2" name="Freeform 93">
            <a:extLst>
              <a:ext uri="{FF2B5EF4-FFF2-40B4-BE49-F238E27FC236}">
                <a16:creationId xmlns:a16="http://schemas.microsoft.com/office/drawing/2014/main" id="{09A44620-8B23-1D2C-D64D-3564561BA757}"/>
              </a:ext>
            </a:extLst>
          </p:cNvPr>
          <p:cNvSpPr>
            <a:spLocks noChangeArrowheads="1"/>
          </p:cNvSpPr>
          <p:nvPr/>
        </p:nvSpPr>
        <p:spPr bwMode="auto">
          <a:xfrm>
            <a:off x="4737769" y="1522314"/>
            <a:ext cx="201612" cy="257175"/>
          </a:xfrm>
          <a:custGeom>
            <a:avLst/>
            <a:gdLst>
              <a:gd name="T0" fmla="*/ 490 w 562"/>
              <a:gd name="T1" fmla="*/ 149 h 715"/>
              <a:gd name="T2" fmla="*/ 490 w 562"/>
              <a:gd name="T3" fmla="*/ 149 h 715"/>
              <a:gd name="T4" fmla="*/ 414 w 562"/>
              <a:gd name="T5" fmla="*/ 149 h 715"/>
              <a:gd name="T6" fmla="*/ 414 w 562"/>
              <a:gd name="T7" fmla="*/ 134 h 715"/>
              <a:gd name="T8" fmla="*/ 281 w 562"/>
              <a:gd name="T9" fmla="*/ 0 h 715"/>
              <a:gd name="T10" fmla="*/ 147 w 562"/>
              <a:gd name="T11" fmla="*/ 134 h 715"/>
              <a:gd name="T12" fmla="*/ 147 w 562"/>
              <a:gd name="T13" fmla="*/ 149 h 715"/>
              <a:gd name="T14" fmla="*/ 70 w 562"/>
              <a:gd name="T15" fmla="*/ 149 h 715"/>
              <a:gd name="T16" fmla="*/ 27 w 562"/>
              <a:gd name="T17" fmla="*/ 191 h 715"/>
              <a:gd name="T18" fmla="*/ 0 w 562"/>
              <a:gd name="T19" fmla="*/ 668 h 715"/>
              <a:gd name="T20" fmla="*/ 0 w 562"/>
              <a:gd name="T21" fmla="*/ 668 h 715"/>
              <a:gd name="T22" fmla="*/ 0 w 562"/>
              <a:gd name="T23" fmla="*/ 669 h 715"/>
              <a:gd name="T24" fmla="*/ 45 w 562"/>
              <a:gd name="T25" fmla="*/ 714 h 715"/>
              <a:gd name="T26" fmla="*/ 516 w 562"/>
              <a:gd name="T27" fmla="*/ 714 h 715"/>
              <a:gd name="T28" fmla="*/ 561 w 562"/>
              <a:gd name="T29" fmla="*/ 669 h 715"/>
              <a:gd name="T30" fmla="*/ 561 w 562"/>
              <a:gd name="T31" fmla="*/ 668 h 715"/>
              <a:gd name="T32" fmla="*/ 534 w 562"/>
              <a:gd name="T33" fmla="*/ 191 h 715"/>
              <a:gd name="T34" fmla="*/ 534 w 562"/>
              <a:gd name="T35" fmla="*/ 191 h 715"/>
              <a:gd name="T36" fmla="*/ 490 w 562"/>
              <a:gd name="T37" fmla="*/ 149 h 715"/>
              <a:gd name="T38" fmla="*/ 176 w 562"/>
              <a:gd name="T39" fmla="*/ 134 h 715"/>
              <a:gd name="T40" fmla="*/ 176 w 562"/>
              <a:gd name="T41" fmla="*/ 134 h 715"/>
              <a:gd name="T42" fmla="*/ 207 w 562"/>
              <a:gd name="T43" fmla="*/ 61 h 715"/>
              <a:gd name="T44" fmla="*/ 281 w 562"/>
              <a:gd name="T45" fmla="*/ 31 h 715"/>
              <a:gd name="T46" fmla="*/ 354 w 562"/>
              <a:gd name="T47" fmla="*/ 61 h 715"/>
              <a:gd name="T48" fmla="*/ 385 w 562"/>
              <a:gd name="T49" fmla="*/ 134 h 715"/>
              <a:gd name="T50" fmla="*/ 385 w 562"/>
              <a:gd name="T51" fmla="*/ 149 h 715"/>
              <a:gd name="T52" fmla="*/ 176 w 562"/>
              <a:gd name="T53" fmla="*/ 149 h 715"/>
              <a:gd name="T54" fmla="*/ 176 w 562"/>
              <a:gd name="T55" fmla="*/ 134 h 715"/>
              <a:gd name="T56" fmla="*/ 516 w 562"/>
              <a:gd name="T57" fmla="*/ 685 h 715"/>
              <a:gd name="T58" fmla="*/ 516 w 562"/>
              <a:gd name="T59" fmla="*/ 685 h 715"/>
              <a:gd name="T60" fmla="*/ 45 w 562"/>
              <a:gd name="T61" fmla="*/ 685 h 715"/>
              <a:gd name="T62" fmla="*/ 29 w 562"/>
              <a:gd name="T63" fmla="*/ 669 h 715"/>
              <a:gd name="T64" fmla="*/ 29 w 562"/>
              <a:gd name="T65" fmla="*/ 669 h 715"/>
              <a:gd name="T66" fmla="*/ 29 w 562"/>
              <a:gd name="T67" fmla="*/ 669 h 715"/>
              <a:gd name="T68" fmla="*/ 56 w 562"/>
              <a:gd name="T69" fmla="*/ 192 h 715"/>
              <a:gd name="T70" fmla="*/ 70 w 562"/>
              <a:gd name="T71" fmla="*/ 178 h 715"/>
              <a:gd name="T72" fmla="*/ 147 w 562"/>
              <a:gd name="T73" fmla="*/ 178 h 715"/>
              <a:gd name="T74" fmla="*/ 147 w 562"/>
              <a:gd name="T75" fmla="*/ 254 h 715"/>
              <a:gd name="T76" fmla="*/ 162 w 562"/>
              <a:gd name="T77" fmla="*/ 268 h 715"/>
              <a:gd name="T78" fmla="*/ 176 w 562"/>
              <a:gd name="T79" fmla="*/ 254 h 715"/>
              <a:gd name="T80" fmla="*/ 176 w 562"/>
              <a:gd name="T81" fmla="*/ 178 h 715"/>
              <a:gd name="T82" fmla="*/ 385 w 562"/>
              <a:gd name="T83" fmla="*/ 178 h 715"/>
              <a:gd name="T84" fmla="*/ 385 w 562"/>
              <a:gd name="T85" fmla="*/ 254 h 715"/>
              <a:gd name="T86" fmla="*/ 399 w 562"/>
              <a:gd name="T87" fmla="*/ 268 h 715"/>
              <a:gd name="T88" fmla="*/ 414 w 562"/>
              <a:gd name="T89" fmla="*/ 254 h 715"/>
              <a:gd name="T90" fmla="*/ 414 w 562"/>
              <a:gd name="T91" fmla="*/ 178 h 715"/>
              <a:gd name="T92" fmla="*/ 490 w 562"/>
              <a:gd name="T93" fmla="*/ 178 h 715"/>
              <a:gd name="T94" fmla="*/ 505 w 562"/>
              <a:gd name="T95" fmla="*/ 192 h 715"/>
              <a:gd name="T96" fmla="*/ 520 w 562"/>
              <a:gd name="T97" fmla="*/ 192 h 715"/>
              <a:gd name="T98" fmla="*/ 505 w 562"/>
              <a:gd name="T99" fmla="*/ 192 h 715"/>
              <a:gd name="T100" fmla="*/ 532 w 562"/>
              <a:gd name="T101" fmla="*/ 669 h 715"/>
              <a:gd name="T102" fmla="*/ 532 w 562"/>
              <a:gd name="T103" fmla="*/ 669 h 715"/>
              <a:gd name="T104" fmla="*/ 516 w 562"/>
              <a:gd name="T105"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562" h="715">
                <a:moveTo>
                  <a:pt x="490" y="149"/>
                </a:moveTo>
                <a:lnTo>
                  <a:pt x="490" y="149"/>
                </a:lnTo>
                <a:cubicBezTo>
                  <a:pt x="414" y="149"/>
                  <a:pt x="414" y="149"/>
                  <a:pt x="414" y="149"/>
                </a:cubicBezTo>
                <a:cubicBezTo>
                  <a:pt x="414" y="134"/>
                  <a:pt x="414" y="134"/>
                  <a:pt x="414" y="134"/>
                </a:cubicBezTo>
                <a:cubicBezTo>
                  <a:pt x="414" y="60"/>
                  <a:pt x="354" y="0"/>
                  <a:pt x="281" y="0"/>
                </a:cubicBezTo>
                <a:cubicBezTo>
                  <a:pt x="207" y="0"/>
                  <a:pt x="147" y="60"/>
                  <a:pt x="147" y="134"/>
                </a:cubicBezTo>
                <a:cubicBezTo>
                  <a:pt x="147" y="149"/>
                  <a:pt x="147" y="149"/>
                  <a:pt x="147" y="149"/>
                </a:cubicBezTo>
                <a:cubicBezTo>
                  <a:pt x="70" y="149"/>
                  <a:pt x="70" y="149"/>
                  <a:pt x="70" y="149"/>
                </a:cubicBezTo>
                <a:cubicBezTo>
                  <a:pt x="46" y="149"/>
                  <a:pt x="27" y="167"/>
                  <a:pt x="27" y="191"/>
                </a:cubicBezTo>
                <a:cubicBezTo>
                  <a:pt x="0" y="668"/>
                  <a:pt x="0" y="668"/>
                  <a:pt x="0" y="668"/>
                </a:cubicBezTo>
                <a:lnTo>
                  <a:pt x="0" y="668"/>
                </a:lnTo>
                <a:cubicBezTo>
                  <a:pt x="0" y="669"/>
                  <a:pt x="0" y="669"/>
                  <a:pt x="0" y="669"/>
                </a:cubicBezTo>
                <a:cubicBezTo>
                  <a:pt x="0" y="694"/>
                  <a:pt x="20" y="714"/>
                  <a:pt x="45" y="714"/>
                </a:cubicBezTo>
                <a:cubicBezTo>
                  <a:pt x="516" y="714"/>
                  <a:pt x="516" y="714"/>
                  <a:pt x="516" y="714"/>
                </a:cubicBezTo>
                <a:cubicBezTo>
                  <a:pt x="541" y="714"/>
                  <a:pt x="561" y="694"/>
                  <a:pt x="561" y="669"/>
                </a:cubicBezTo>
                <a:cubicBezTo>
                  <a:pt x="561" y="668"/>
                  <a:pt x="561" y="668"/>
                  <a:pt x="561" y="668"/>
                </a:cubicBezTo>
                <a:cubicBezTo>
                  <a:pt x="534" y="191"/>
                  <a:pt x="534" y="191"/>
                  <a:pt x="534" y="191"/>
                </a:cubicBezTo>
                <a:lnTo>
                  <a:pt x="534" y="191"/>
                </a:lnTo>
                <a:cubicBezTo>
                  <a:pt x="533" y="167"/>
                  <a:pt x="513" y="149"/>
                  <a:pt x="490" y="149"/>
                </a:cubicBezTo>
                <a:close/>
                <a:moveTo>
                  <a:pt x="176" y="134"/>
                </a:moveTo>
                <a:lnTo>
                  <a:pt x="176" y="134"/>
                </a:lnTo>
                <a:cubicBezTo>
                  <a:pt x="176" y="106"/>
                  <a:pt x="189" y="79"/>
                  <a:pt x="207" y="61"/>
                </a:cubicBezTo>
                <a:cubicBezTo>
                  <a:pt x="226" y="42"/>
                  <a:pt x="251" y="31"/>
                  <a:pt x="281" y="31"/>
                </a:cubicBezTo>
                <a:cubicBezTo>
                  <a:pt x="310" y="31"/>
                  <a:pt x="335" y="42"/>
                  <a:pt x="354" y="61"/>
                </a:cubicBezTo>
                <a:cubicBezTo>
                  <a:pt x="373" y="79"/>
                  <a:pt x="385" y="106"/>
                  <a:pt x="385" y="134"/>
                </a:cubicBezTo>
                <a:cubicBezTo>
                  <a:pt x="385" y="149"/>
                  <a:pt x="385" y="149"/>
                  <a:pt x="385" y="149"/>
                </a:cubicBezTo>
                <a:cubicBezTo>
                  <a:pt x="176" y="149"/>
                  <a:pt x="176" y="149"/>
                  <a:pt x="176" y="149"/>
                </a:cubicBezTo>
                <a:lnTo>
                  <a:pt x="176" y="134"/>
                </a:lnTo>
                <a:close/>
                <a:moveTo>
                  <a:pt x="516" y="685"/>
                </a:moveTo>
                <a:lnTo>
                  <a:pt x="516" y="685"/>
                </a:lnTo>
                <a:cubicBezTo>
                  <a:pt x="45" y="685"/>
                  <a:pt x="45" y="685"/>
                  <a:pt x="45" y="685"/>
                </a:cubicBezTo>
                <a:cubicBezTo>
                  <a:pt x="36" y="685"/>
                  <a:pt x="29" y="678"/>
                  <a:pt x="29" y="669"/>
                </a:cubicBezTo>
                <a:lnTo>
                  <a:pt x="29" y="669"/>
                </a:lnTo>
                <a:lnTo>
                  <a:pt x="29" y="669"/>
                </a:lnTo>
                <a:cubicBezTo>
                  <a:pt x="56" y="192"/>
                  <a:pt x="56" y="192"/>
                  <a:pt x="56" y="192"/>
                </a:cubicBezTo>
                <a:cubicBezTo>
                  <a:pt x="56" y="185"/>
                  <a:pt x="63" y="178"/>
                  <a:pt x="70" y="178"/>
                </a:cubicBezTo>
                <a:cubicBezTo>
                  <a:pt x="147" y="178"/>
                  <a:pt x="147" y="178"/>
                  <a:pt x="147" y="178"/>
                </a:cubicBezTo>
                <a:cubicBezTo>
                  <a:pt x="147" y="254"/>
                  <a:pt x="147" y="254"/>
                  <a:pt x="147" y="254"/>
                </a:cubicBezTo>
                <a:cubicBezTo>
                  <a:pt x="147" y="262"/>
                  <a:pt x="154" y="268"/>
                  <a:pt x="162" y="268"/>
                </a:cubicBezTo>
                <a:cubicBezTo>
                  <a:pt x="170" y="268"/>
                  <a:pt x="176" y="262"/>
                  <a:pt x="176" y="254"/>
                </a:cubicBezTo>
                <a:cubicBezTo>
                  <a:pt x="176" y="178"/>
                  <a:pt x="176" y="178"/>
                  <a:pt x="176" y="178"/>
                </a:cubicBezTo>
                <a:cubicBezTo>
                  <a:pt x="385" y="178"/>
                  <a:pt x="385" y="178"/>
                  <a:pt x="385" y="178"/>
                </a:cubicBezTo>
                <a:cubicBezTo>
                  <a:pt x="385" y="254"/>
                  <a:pt x="385" y="254"/>
                  <a:pt x="385" y="254"/>
                </a:cubicBezTo>
                <a:cubicBezTo>
                  <a:pt x="385" y="262"/>
                  <a:pt x="391" y="268"/>
                  <a:pt x="399" y="268"/>
                </a:cubicBezTo>
                <a:cubicBezTo>
                  <a:pt x="407" y="268"/>
                  <a:pt x="414" y="262"/>
                  <a:pt x="414" y="254"/>
                </a:cubicBezTo>
                <a:cubicBezTo>
                  <a:pt x="414" y="178"/>
                  <a:pt x="414" y="178"/>
                  <a:pt x="414" y="178"/>
                </a:cubicBezTo>
                <a:cubicBezTo>
                  <a:pt x="490" y="178"/>
                  <a:pt x="490" y="178"/>
                  <a:pt x="490" y="178"/>
                </a:cubicBezTo>
                <a:cubicBezTo>
                  <a:pt x="498" y="178"/>
                  <a:pt x="505" y="185"/>
                  <a:pt x="505" y="192"/>
                </a:cubicBezTo>
                <a:cubicBezTo>
                  <a:pt x="520" y="192"/>
                  <a:pt x="520" y="192"/>
                  <a:pt x="520" y="192"/>
                </a:cubicBezTo>
                <a:cubicBezTo>
                  <a:pt x="505" y="192"/>
                  <a:pt x="505" y="192"/>
                  <a:pt x="505" y="192"/>
                </a:cubicBezTo>
                <a:cubicBezTo>
                  <a:pt x="532" y="669"/>
                  <a:pt x="532" y="669"/>
                  <a:pt x="532" y="669"/>
                </a:cubicBezTo>
                <a:lnTo>
                  <a:pt x="532" y="669"/>
                </a:lnTo>
                <a:cubicBezTo>
                  <a:pt x="532" y="678"/>
                  <a:pt x="525" y="685"/>
                  <a:pt x="516" y="685"/>
                </a:cubicBezTo>
                <a:close/>
              </a:path>
            </a:pathLst>
          </a:custGeom>
          <a:solidFill>
            <a:schemeClr val="accent4"/>
          </a:solidFill>
          <a:ln>
            <a:noFill/>
          </a:ln>
          <a:effectLst/>
        </p:spPr>
        <p:txBody>
          <a:bodyPr wrap="none" anchor="ctr"/>
          <a:lstStyle/>
          <a:p>
            <a:endParaRPr lang="da-DK"/>
          </a:p>
        </p:txBody>
      </p:sp>
      <p:grpSp>
        <p:nvGrpSpPr>
          <p:cNvPr id="113" name="Group 116">
            <a:extLst>
              <a:ext uri="{FF2B5EF4-FFF2-40B4-BE49-F238E27FC236}">
                <a16:creationId xmlns:a16="http://schemas.microsoft.com/office/drawing/2014/main" id="{05E13DA2-6E45-9BBA-7625-D3E6438F7AA4}"/>
              </a:ext>
            </a:extLst>
          </p:cNvPr>
          <p:cNvGrpSpPr/>
          <p:nvPr/>
        </p:nvGrpSpPr>
        <p:grpSpPr>
          <a:xfrm>
            <a:off x="6739606" y="1018282"/>
            <a:ext cx="252413" cy="252413"/>
            <a:chOff x="5711825" y="1352550"/>
            <a:chExt cx="252413" cy="252413"/>
          </a:xfrm>
          <a:solidFill>
            <a:schemeClr val="accent4"/>
          </a:solidFill>
        </p:grpSpPr>
        <p:sp>
          <p:nvSpPr>
            <p:cNvPr id="114" name="Freeform 94">
              <a:extLst>
                <a:ext uri="{FF2B5EF4-FFF2-40B4-BE49-F238E27FC236}">
                  <a16:creationId xmlns:a16="http://schemas.microsoft.com/office/drawing/2014/main" id="{2E00E88B-5749-41D2-37E9-8B628A194F1F}"/>
                </a:ext>
              </a:extLst>
            </p:cNvPr>
            <p:cNvSpPr>
              <a:spLocks noChangeArrowheads="1"/>
            </p:cNvSpPr>
            <p:nvPr/>
          </p:nvSpPr>
          <p:spPr bwMode="auto">
            <a:xfrm>
              <a:off x="5711825" y="1352550"/>
              <a:ext cx="252413" cy="252413"/>
            </a:xfrm>
            <a:custGeom>
              <a:avLst/>
              <a:gdLst>
                <a:gd name="T0" fmla="*/ 0 w 703"/>
                <a:gd name="T1" fmla="*/ 371 h 702"/>
                <a:gd name="T2" fmla="*/ 0 w 703"/>
                <a:gd name="T3" fmla="*/ 371 h 702"/>
                <a:gd name="T4" fmla="*/ 13 w 703"/>
                <a:gd name="T5" fmla="*/ 403 h 702"/>
                <a:gd name="T6" fmla="*/ 299 w 703"/>
                <a:gd name="T7" fmla="*/ 687 h 702"/>
                <a:gd name="T8" fmla="*/ 329 w 703"/>
                <a:gd name="T9" fmla="*/ 701 h 702"/>
                <a:gd name="T10" fmla="*/ 361 w 703"/>
                <a:gd name="T11" fmla="*/ 687 h 702"/>
                <a:gd name="T12" fmla="*/ 689 w 703"/>
                <a:gd name="T13" fmla="*/ 361 h 702"/>
                <a:gd name="T14" fmla="*/ 702 w 703"/>
                <a:gd name="T15" fmla="*/ 329 h 702"/>
                <a:gd name="T16" fmla="*/ 702 w 703"/>
                <a:gd name="T17" fmla="*/ 44 h 702"/>
                <a:gd name="T18" fmla="*/ 657 w 703"/>
                <a:gd name="T19" fmla="*/ 0 h 702"/>
                <a:gd name="T20" fmla="*/ 371 w 703"/>
                <a:gd name="T21" fmla="*/ 0 h 702"/>
                <a:gd name="T22" fmla="*/ 340 w 703"/>
                <a:gd name="T23" fmla="*/ 12 h 702"/>
                <a:gd name="T24" fmla="*/ 13 w 703"/>
                <a:gd name="T25" fmla="*/ 340 h 702"/>
                <a:gd name="T26" fmla="*/ 0 w 703"/>
                <a:gd name="T27" fmla="*/ 371 h 702"/>
                <a:gd name="T28" fmla="*/ 34 w 703"/>
                <a:gd name="T29" fmla="*/ 361 h 702"/>
                <a:gd name="T30" fmla="*/ 34 w 703"/>
                <a:gd name="T31" fmla="*/ 361 h 702"/>
                <a:gd name="T32" fmla="*/ 361 w 703"/>
                <a:gd name="T33" fmla="*/ 33 h 702"/>
                <a:gd name="T34" fmla="*/ 371 w 703"/>
                <a:gd name="T35" fmla="*/ 29 h 702"/>
                <a:gd name="T36" fmla="*/ 657 w 703"/>
                <a:gd name="T37" fmla="*/ 29 h 702"/>
                <a:gd name="T38" fmla="*/ 672 w 703"/>
                <a:gd name="T39" fmla="*/ 44 h 702"/>
                <a:gd name="T40" fmla="*/ 672 w 703"/>
                <a:gd name="T41" fmla="*/ 329 h 702"/>
                <a:gd name="T42" fmla="*/ 668 w 703"/>
                <a:gd name="T43" fmla="*/ 340 h 702"/>
                <a:gd name="T44" fmla="*/ 340 w 703"/>
                <a:gd name="T45" fmla="*/ 666 h 702"/>
                <a:gd name="T46" fmla="*/ 329 w 703"/>
                <a:gd name="T47" fmla="*/ 672 h 702"/>
                <a:gd name="T48" fmla="*/ 320 w 703"/>
                <a:gd name="T49" fmla="*/ 666 h 702"/>
                <a:gd name="T50" fmla="*/ 34 w 703"/>
                <a:gd name="T51" fmla="*/ 382 h 702"/>
                <a:gd name="T52" fmla="*/ 29 w 703"/>
                <a:gd name="T53" fmla="*/ 371 h 702"/>
                <a:gd name="T54" fmla="*/ 34 w 703"/>
                <a:gd name="T55" fmla="*/ 361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03" h="702">
                  <a:moveTo>
                    <a:pt x="0" y="371"/>
                  </a:moveTo>
                  <a:lnTo>
                    <a:pt x="0" y="371"/>
                  </a:lnTo>
                  <a:cubicBezTo>
                    <a:pt x="0" y="383"/>
                    <a:pt x="4" y="395"/>
                    <a:pt x="13" y="403"/>
                  </a:cubicBezTo>
                  <a:cubicBezTo>
                    <a:pt x="299" y="687"/>
                    <a:pt x="299" y="687"/>
                    <a:pt x="299" y="687"/>
                  </a:cubicBezTo>
                  <a:cubicBezTo>
                    <a:pt x="307" y="697"/>
                    <a:pt x="318" y="701"/>
                    <a:pt x="329" y="701"/>
                  </a:cubicBezTo>
                  <a:cubicBezTo>
                    <a:pt x="340" y="701"/>
                    <a:pt x="353" y="697"/>
                    <a:pt x="361" y="687"/>
                  </a:cubicBezTo>
                  <a:cubicBezTo>
                    <a:pt x="689" y="361"/>
                    <a:pt x="689" y="361"/>
                    <a:pt x="689" y="361"/>
                  </a:cubicBezTo>
                  <a:cubicBezTo>
                    <a:pt x="697" y="353"/>
                    <a:pt x="702" y="342"/>
                    <a:pt x="702" y="329"/>
                  </a:cubicBezTo>
                  <a:cubicBezTo>
                    <a:pt x="702" y="44"/>
                    <a:pt x="702" y="44"/>
                    <a:pt x="702" y="44"/>
                  </a:cubicBezTo>
                  <a:cubicBezTo>
                    <a:pt x="702" y="19"/>
                    <a:pt x="682" y="0"/>
                    <a:pt x="657" y="0"/>
                  </a:cubicBezTo>
                  <a:cubicBezTo>
                    <a:pt x="371" y="0"/>
                    <a:pt x="371" y="0"/>
                    <a:pt x="371" y="0"/>
                  </a:cubicBezTo>
                  <a:cubicBezTo>
                    <a:pt x="360" y="0"/>
                    <a:pt x="349" y="4"/>
                    <a:pt x="340" y="12"/>
                  </a:cubicBezTo>
                  <a:cubicBezTo>
                    <a:pt x="13" y="340"/>
                    <a:pt x="13" y="340"/>
                    <a:pt x="13" y="340"/>
                  </a:cubicBezTo>
                  <a:cubicBezTo>
                    <a:pt x="4" y="348"/>
                    <a:pt x="0" y="360"/>
                    <a:pt x="0" y="371"/>
                  </a:cubicBezTo>
                  <a:close/>
                  <a:moveTo>
                    <a:pt x="34" y="361"/>
                  </a:moveTo>
                  <a:lnTo>
                    <a:pt x="34" y="361"/>
                  </a:lnTo>
                  <a:cubicBezTo>
                    <a:pt x="361" y="33"/>
                    <a:pt x="361" y="33"/>
                    <a:pt x="361" y="33"/>
                  </a:cubicBezTo>
                  <a:cubicBezTo>
                    <a:pt x="364" y="31"/>
                    <a:pt x="368" y="29"/>
                    <a:pt x="371" y="29"/>
                  </a:cubicBezTo>
                  <a:cubicBezTo>
                    <a:pt x="657" y="29"/>
                    <a:pt x="657" y="29"/>
                    <a:pt x="657" y="29"/>
                  </a:cubicBezTo>
                  <a:cubicBezTo>
                    <a:pt x="665" y="29"/>
                    <a:pt x="672" y="36"/>
                    <a:pt x="672" y="44"/>
                  </a:cubicBezTo>
                  <a:cubicBezTo>
                    <a:pt x="672" y="329"/>
                    <a:pt x="672" y="329"/>
                    <a:pt x="672" y="329"/>
                  </a:cubicBezTo>
                  <a:cubicBezTo>
                    <a:pt x="672" y="333"/>
                    <a:pt x="671" y="337"/>
                    <a:pt x="668" y="340"/>
                  </a:cubicBezTo>
                  <a:cubicBezTo>
                    <a:pt x="340" y="666"/>
                    <a:pt x="340" y="666"/>
                    <a:pt x="340" y="666"/>
                  </a:cubicBezTo>
                  <a:cubicBezTo>
                    <a:pt x="338" y="671"/>
                    <a:pt x="334" y="672"/>
                    <a:pt x="329" y="672"/>
                  </a:cubicBezTo>
                  <a:cubicBezTo>
                    <a:pt x="327" y="672"/>
                    <a:pt x="322" y="671"/>
                    <a:pt x="320" y="666"/>
                  </a:cubicBezTo>
                  <a:cubicBezTo>
                    <a:pt x="34" y="382"/>
                    <a:pt x="34" y="382"/>
                    <a:pt x="34" y="382"/>
                  </a:cubicBezTo>
                  <a:cubicBezTo>
                    <a:pt x="31" y="379"/>
                    <a:pt x="29" y="375"/>
                    <a:pt x="29" y="371"/>
                  </a:cubicBezTo>
                  <a:cubicBezTo>
                    <a:pt x="29" y="368"/>
                    <a:pt x="31" y="364"/>
                    <a:pt x="34" y="3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5" name="Freeform 95">
              <a:extLst>
                <a:ext uri="{FF2B5EF4-FFF2-40B4-BE49-F238E27FC236}">
                  <a16:creationId xmlns:a16="http://schemas.microsoft.com/office/drawing/2014/main" id="{EFB636B8-BADA-3688-2A5F-9AD0DE0D07CA}"/>
                </a:ext>
              </a:extLst>
            </p:cNvPr>
            <p:cNvSpPr>
              <a:spLocks noChangeArrowheads="1"/>
            </p:cNvSpPr>
            <p:nvPr/>
          </p:nvSpPr>
          <p:spPr bwMode="auto">
            <a:xfrm>
              <a:off x="5878513" y="1385888"/>
              <a:ext cx="53975" cy="53975"/>
            </a:xfrm>
            <a:custGeom>
              <a:avLst/>
              <a:gdLst>
                <a:gd name="T0" fmla="*/ 76 w 150"/>
                <a:gd name="T1" fmla="*/ 148 h 149"/>
                <a:gd name="T2" fmla="*/ 76 w 150"/>
                <a:gd name="T3" fmla="*/ 148 h 149"/>
                <a:gd name="T4" fmla="*/ 149 w 150"/>
                <a:gd name="T5" fmla="*/ 74 h 149"/>
                <a:gd name="T6" fmla="*/ 76 w 150"/>
                <a:gd name="T7" fmla="*/ 0 h 149"/>
                <a:gd name="T8" fmla="*/ 0 w 150"/>
                <a:gd name="T9" fmla="*/ 74 h 149"/>
                <a:gd name="T10" fmla="*/ 76 w 150"/>
                <a:gd name="T11" fmla="*/ 148 h 149"/>
                <a:gd name="T12" fmla="*/ 76 w 150"/>
                <a:gd name="T13" fmla="*/ 29 h 149"/>
                <a:gd name="T14" fmla="*/ 76 w 150"/>
                <a:gd name="T15" fmla="*/ 29 h 149"/>
                <a:gd name="T16" fmla="*/ 120 w 150"/>
                <a:gd name="T17" fmla="*/ 74 h 149"/>
                <a:gd name="T18" fmla="*/ 76 w 150"/>
                <a:gd name="T19" fmla="*/ 119 h 149"/>
                <a:gd name="T20" fmla="*/ 31 w 150"/>
                <a:gd name="T21" fmla="*/ 74 h 149"/>
                <a:gd name="T22" fmla="*/ 76 w 150"/>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49">
                  <a:moveTo>
                    <a:pt x="76" y="148"/>
                  </a:moveTo>
                  <a:lnTo>
                    <a:pt x="76" y="148"/>
                  </a:lnTo>
                  <a:cubicBezTo>
                    <a:pt x="116" y="148"/>
                    <a:pt x="149" y="114"/>
                    <a:pt x="149" y="74"/>
                  </a:cubicBezTo>
                  <a:cubicBezTo>
                    <a:pt x="149" y="34"/>
                    <a:pt x="116" y="0"/>
                    <a:pt x="76" y="0"/>
                  </a:cubicBezTo>
                  <a:cubicBezTo>
                    <a:pt x="34" y="0"/>
                    <a:pt x="0" y="34"/>
                    <a:pt x="0" y="74"/>
                  </a:cubicBezTo>
                  <a:cubicBezTo>
                    <a:pt x="0" y="114"/>
                    <a:pt x="34" y="148"/>
                    <a:pt x="76" y="148"/>
                  </a:cubicBezTo>
                  <a:close/>
                  <a:moveTo>
                    <a:pt x="76" y="29"/>
                  </a:moveTo>
                  <a:lnTo>
                    <a:pt x="76" y="29"/>
                  </a:lnTo>
                  <a:cubicBezTo>
                    <a:pt x="99" y="29"/>
                    <a:pt x="120" y="49"/>
                    <a:pt x="120" y="74"/>
                  </a:cubicBezTo>
                  <a:cubicBezTo>
                    <a:pt x="120" y="99"/>
                    <a:pt x="99" y="119"/>
                    <a:pt x="76" y="119"/>
                  </a:cubicBezTo>
                  <a:cubicBezTo>
                    <a:pt x="50" y="119"/>
                    <a:pt x="31" y="99"/>
                    <a:pt x="31" y="74"/>
                  </a:cubicBezTo>
                  <a:cubicBezTo>
                    <a:pt x="31" y="49"/>
                    <a:pt x="50" y="29"/>
                    <a:pt x="76"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6" name="Group 119">
            <a:extLst>
              <a:ext uri="{FF2B5EF4-FFF2-40B4-BE49-F238E27FC236}">
                <a16:creationId xmlns:a16="http://schemas.microsoft.com/office/drawing/2014/main" id="{F647143A-10C8-5332-88FD-41B2AD16A039}"/>
              </a:ext>
            </a:extLst>
          </p:cNvPr>
          <p:cNvGrpSpPr/>
          <p:nvPr/>
        </p:nvGrpSpPr>
        <p:grpSpPr>
          <a:xfrm>
            <a:off x="4736181" y="2035076"/>
            <a:ext cx="204788" cy="257175"/>
            <a:chOff x="3708400" y="2379663"/>
            <a:chExt cx="204788" cy="257175"/>
          </a:xfrm>
          <a:solidFill>
            <a:schemeClr val="accent4"/>
          </a:solidFill>
        </p:grpSpPr>
        <p:sp>
          <p:nvSpPr>
            <p:cNvPr id="117" name="Freeform 96">
              <a:extLst>
                <a:ext uri="{FF2B5EF4-FFF2-40B4-BE49-F238E27FC236}">
                  <a16:creationId xmlns:a16="http://schemas.microsoft.com/office/drawing/2014/main" id="{1FD9B644-4B9F-07F5-01F2-10EF67679869}"/>
                </a:ext>
              </a:extLst>
            </p:cNvPr>
            <p:cNvSpPr>
              <a:spLocks noChangeArrowheads="1"/>
            </p:cNvSpPr>
            <p:nvPr/>
          </p:nvSpPr>
          <p:spPr bwMode="auto">
            <a:xfrm>
              <a:off x="3708400" y="2379663"/>
              <a:ext cx="204788" cy="257175"/>
            </a:xfrm>
            <a:custGeom>
              <a:avLst/>
              <a:gdLst>
                <a:gd name="T0" fmla="*/ 551 w 568"/>
                <a:gd name="T1" fmla="*/ 0 h 716"/>
                <a:gd name="T2" fmla="*/ 551 w 568"/>
                <a:gd name="T3" fmla="*/ 0 h 716"/>
                <a:gd name="T4" fmla="*/ 543 w 568"/>
                <a:gd name="T5" fmla="*/ 3 h 716"/>
                <a:gd name="T6" fmla="*/ 543 w 568"/>
                <a:gd name="T7" fmla="*/ 3 h 716"/>
                <a:gd name="T8" fmla="*/ 462 w 568"/>
                <a:gd name="T9" fmla="*/ 57 h 716"/>
                <a:gd name="T10" fmla="*/ 381 w 568"/>
                <a:gd name="T11" fmla="*/ 3 h 716"/>
                <a:gd name="T12" fmla="*/ 364 w 568"/>
                <a:gd name="T13" fmla="*/ 3 h 716"/>
                <a:gd name="T14" fmla="*/ 284 w 568"/>
                <a:gd name="T15" fmla="*/ 57 h 716"/>
                <a:gd name="T16" fmla="*/ 203 w 568"/>
                <a:gd name="T17" fmla="*/ 3 h 716"/>
                <a:gd name="T18" fmla="*/ 186 w 568"/>
                <a:gd name="T19" fmla="*/ 3 h 716"/>
                <a:gd name="T20" fmla="*/ 105 w 568"/>
                <a:gd name="T21" fmla="*/ 57 h 716"/>
                <a:gd name="T22" fmla="*/ 24 w 568"/>
                <a:gd name="T23" fmla="*/ 3 h 716"/>
                <a:gd name="T24" fmla="*/ 24 w 568"/>
                <a:gd name="T25" fmla="*/ 3 h 716"/>
                <a:gd name="T26" fmla="*/ 16 w 568"/>
                <a:gd name="T27" fmla="*/ 0 h 716"/>
                <a:gd name="T28" fmla="*/ 0 w 568"/>
                <a:gd name="T29" fmla="*/ 15 h 716"/>
                <a:gd name="T30" fmla="*/ 0 w 568"/>
                <a:gd name="T31" fmla="*/ 700 h 716"/>
                <a:gd name="T32" fmla="*/ 16 w 568"/>
                <a:gd name="T33" fmla="*/ 714 h 716"/>
                <a:gd name="T34" fmla="*/ 24 w 568"/>
                <a:gd name="T35" fmla="*/ 711 h 716"/>
                <a:gd name="T36" fmla="*/ 24 w 568"/>
                <a:gd name="T37" fmla="*/ 713 h 716"/>
                <a:gd name="T38" fmla="*/ 105 w 568"/>
                <a:gd name="T39" fmla="*/ 658 h 716"/>
                <a:gd name="T40" fmla="*/ 186 w 568"/>
                <a:gd name="T41" fmla="*/ 713 h 716"/>
                <a:gd name="T42" fmla="*/ 203 w 568"/>
                <a:gd name="T43" fmla="*/ 713 h 716"/>
                <a:gd name="T44" fmla="*/ 284 w 568"/>
                <a:gd name="T45" fmla="*/ 658 h 716"/>
                <a:gd name="T46" fmla="*/ 364 w 568"/>
                <a:gd name="T47" fmla="*/ 713 h 716"/>
                <a:gd name="T48" fmla="*/ 381 w 568"/>
                <a:gd name="T49" fmla="*/ 713 h 716"/>
                <a:gd name="T50" fmla="*/ 462 w 568"/>
                <a:gd name="T51" fmla="*/ 658 h 716"/>
                <a:gd name="T52" fmla="*/ 543 w 568"/>
                <a:gd name="T53" fmla="*/ 713 h 716"/>
                <a:gd name="T54" fmla="*/ 543 w 568"/>
                <a:gd name="T55" fmla="*/ 711 h 716"/>
                <a:gd name="T56" fmla="*/ 551 w 568"/>
                <a:gd name="T57" fmla="*/ 714 h 716"/>
                <a:gd name="T58" fmla="*/ 567 w 568"/>
                <a:gd name="T59" fmla="*/ 700 h 716"/>
                <a:gd name="T60" fmla="*/ 567 w 568"/>
                <a:gd name="T61" fmla="*/ 15 h 716"/>
                <a:gd name="T62" fmla="*/ 551 w 568"/>
                <a:gd name="T63" fmla="*/ 0 h 716"/>
                <a:gd name="T64" fmla="*/ 454 w 568"/>
                <a:gd name="T65" fmla="*/ 628 h 716"/>
                <a:gd name="T66" fmla="*/ 454 w 568"/>
                <a:gd name="T67" fmla="*/ 628 h 716"/>
                <a:gd name="T68" fmla="*/ 373 w 568"/>
                <a:gd name="T69" fmla="*/ 682 h 716"/>
                <a:gd name="T70" fmla="*/ 292 w 568"/>
                <a:gd name="T71" fmla="*/ 628 h 716"/>
                <a:gd name="T72" fmla="*/ 275 w 568"/>
                <a:gd name="T73" fmla="*/ 628 h 716"/>
                <a:gd name="T74" fmla="*/ 194 w 568"/>
                <a:gd name="T75" fmla="*/ 682 h 716"/>
                <a:gd name="T76" fmla="*/ 113 w 568"/>
                <a:gd name="T77" fmla="*/ 628 h 716"/>
                <a:gd name="T78" fmla="*/ 97 w 568"/>
                <a:gd name="T79" fmla="*/ 628 h 716"/>
                <a:gd name="T80" fmla="*/ 31 w 568"/>
                <a:gd name="T81" fmla="*/ 672 h 716"/>
                <a:gd name="T82" fmla="*/ 31 w 568"/>
                <a:gd name="T83" fmla="*/ 43 h 716"/>
                <a:gd name="T84" fmla="*/ 97 w 568"/>
                <a:gd name="T85" fmla="*/ 88 h 716"/>
                <a:gd name="T86" fmla="*/ 113 w 568"/>
                <a:gd name="T87" fmla="*/ 88 h 716"/>
                <a:gd name="T88" fmla="*/ 194 w 568"/>
                <a:gd name="T89" fmla="*/ 33 h 716"/>
                <a:gd name="T90" fmla="*/ 275 w 568"/>
                <a:gd name="T91" fmla="*/ 88 h 716"/>
                <a:gd name="T92" fmla="*/ 292 w 568"/>
                <a:gd name="T93" fmla="*/ 88 h 716"/>
                <a:gd name="T94" fmla="*/ 373 w 568"/>
                <a:gd name="T95" fmla="*/ 33 h 716"/>
                <a:gd name="T96" fmla="*/ 454 w 568"/>
                <a:gd name="T97" fmla="*/ 88 h 716"/>
                <a:gd name="T98" fmla="*/ 470 w 568"/>
                <a:gd name="T99" fmla="*/ 88 h 716"/>
                <a:gd name="T100" fmla="*/ 536 w 568"/>
                <a:gd name="T101" fmla="*/ 43 h 716"/>
                <a:gd name="T102" fmla="*/ 536 w 568"/>
                <a:gd name="T103" fmla="*/ 672 h 716"/>
                <a:gd name="T104" fmla="*/ 470 w 568"/>
                <a:gd name="T105" fmla="*/ 628 h 716"/>
                <a:gd name="T106" fmla="*/ 454 w 568"/>
                <a:gd name="T107" fmla="*/ 628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8" h="716">
                  <a:moveTo>
                    <a:pt x="551" y="0"/>
                  </a:moveTo>
                  <a:lnTo>
                    <a:pt x="551" y="0"/>
                  </a:lnTo>
                  <a:cubicBezTo>
                    <a:pt x="549" y="0"/>
                    <a:pt x="546" y="1"/>
                    <a:pt x="543" y="3"/>
                  </a:cubicBezTo>
                  <a:lnTo>
                    <a:pt x="543" y="3"/>
                  </a:lnTo>
                  <a:cubicBezTo>
                    <a:pt x="462" y="57"/>
                    <a:pt x="462" y="57"/>
                    <a:pt x="462" y="57"/>
                  </a:cubicBezTo>
                  <a:cubicBezTo>
                    <a:pt x="381" y="3"/>
                    <a:pt x="381" y="3"/>
                    <a:pt x="381" y="3"/>
                  </a:cubicBezTo>
                  <a:cubicBezTo>
                    <a:pt x="376" y="0"/>
                    <a:pt x="370" y="0"/>
                    <a:pt x="364" y="3"/>
                  </a:cubicBezTo>
                  <a:cubicBezTo>
                    <a:pt x="284" y="57"/>
                    <a:pt x="284" y="57"/>
                    <a:pt x="284" y="57"/>
                  </a:cubicBezTo>
                  <a:cubicBezTo>
                    <a:pt x="203" y="3"/>
                    <a:pt x="203" y="3"/>
                    <a:pt x="203" y="3"/>
                  </a:cubicBezTo>
                  <a:cubicBezTo>
                    <a:pt x="197" y="0"/>
                    <a:pt x="192" y="0"/>
                    <a:pt x="186" y="3"/>
                  </a:cubicBezTo>
                  <a:cubicBezTo>
                    <a:pt x="105" y="57"/>
                    <a:pt x="105" y="57"/>
                    <a:pt x="105" y="57"/>
                  </a:cubicBezTo>
                  <a:cubicBezTo>
                    <a:pt x="24" y="3"/>
                    <a:pt x="24" y="3"/>
                    <a:pt x="24" y="3"/>
                  </a:cubicBezTo>
                  <a:lnTo>
                    <a:pt x="24" y="3"/>
                  </a:lnTo>
                  <a:cubicBezTo>
                    <a:pt x="21" y="1"/>
                    <a:pt x="19" y="0"/>
                    <a:pt x="16" y="0"/>
                  </a:cubicBezTo>
                  <a:cubicBezTo>
                    <a:pt x="7" y="0"/>
                    <a:pt x="0" y="7"/>
                    <a:pt x="0" y="15"/>
                  </a:cubicBezTo>
                  <a:cubicBezTo>
                    <a:pt x="0" y="700"/>
                    <a:pt x="0" y="700"/>
                    <a:pt x="0" y="700"/>
                  </a:cubicBezTo>
                  <a:cubicBezTo>
                    <a:pt x="0" y="708"/>
                    <a:pt x="7" y="714"/>
                    <a:pt x="16" y="714"/>
                  </a:cubicBezTo>
                  <a:cubicBezTo>
                    <a:pt x="19" y="714"/>
                    <a:pt x="21" y="714"/>
                    <a:pt x="24" y="711"/>
                  </a:cubicBezTo>
                  <a:cubicBezTo>
                    <a:pt x="24" y="713"/>
                    <a:pt x="24" y="713"/>
                    <a:pt x="24" y="713"/>
                  </a:cubicBezTo>
                  <a:cubicBezTo>
                    <a:pt x="105" y="658"/>
                    <a:pt x="105" y="658"/>
                    <a:pt x="105" y="658"/>
                  </a:cubicBezTo>
                  <a:cubicBezTo>
                    <a:pt x="186" y="713"/>
                    <a:pt x="186" y="713"/>
                    <a:pt x="186" y="713"/>
                  </a:cubicBezTo>
                  <a:cubicBezTo>
                    <a:pt x="192" y="715"/>
                    <a:pt x="197" y="715"/>
                    <a:pt x="203" y="713"/>
                  </a:cubicBezTo>
                  <a:cubicBezTo>
                    <a:pt x="284" y="658"/>
                    <a:pt x="284" y="658"/>
                    <a:pt x="284" y="658"/>
                  </a:cubicBezTo>
                  <a:cubicBezTo>
                    <a:pt x="364" y="713"/>
                    <a:pt x="364" y="713"/>
                    <a:pt x="364" y="713"/>
                  </a:cubicBezTo>
                  <a:cubicBezTo>
                    <a:pt x="370" y="715"/>
                    <a:pt x="376" y="715"/>
                    <a:pt x="381" y="713"/>
                  </a:cubicBezTo>
                  <a:cubicBezTo>
                    <a:pt x="462" y="658"/>
                    <a:pt x="462" y="658"/>
                    <a:pt x="462" y="658"/>
                  </a:cubicBezTo>
                  <a:cubicBezTo>
                    <a:pt x="543" y="713"/>
                    <a:pt x="543" y="713"/>
                    <a:pt x="543" y="713"/>
                  </a:cubicBezTo>
                  <a:cubicBezTo>
                    <a:pt x="543" y="711"/>
                    <a:pt x="543" y="711"/>
                    <a:pt x="543" y="711"/>
                  </a:cubicBezTo>
                  <a:cubicBezTo>
                    <a:pt x="546" y="714"/>
                    <a:pt x="549" y="714"/>
                    <a:pt x="551" y="714"/>
                  </a:cubicBezTo>
                  <a:cubicBezTo>
                    <a:pt x="560" y="714"/>
                    <a:pt x="567" y="708"/>
                    <a:pt x="567" y="700"/>
                  </a:cubicBezTo>
                  <a:cubicBezTo>
                    <a:pt x="567" y="15"/>
                    <a:pt x="567" y="15"/>
                    <a:pt x="567" y="15"/>
                  </a:cubicBezTo>
                  <a:cubicBezTo>
                    <a:pt x="567" y="7"/>
                    <a:pt x="560" y="0"/>
                    <a:pt x="551" y="0"/>
                  </a:cubicBezTo>
                  <a:close/>
                  <a:moveTo>
                    <a:pt x="454" y="628"/>
                  </a:moveTo>
                  <a:lnTo>
                    <a:pt x="454" y="628"/>
                  </a:lnTo>
                  <a:cubicBezTo>
                    <a:pt x="373" y="682"/>
                    <a:pt x="373" y="682"/>
                    <a:pt x="373" y="682"/>
                  </a:cubicBezTo>
                  <a:cubicBezTo>
                    <a:pt x="292" y="628"/>
                    <a:pt x="292" y="628"/>
                    <a:pt x="292" y="628"/>
                  </a:cubicBezTo>
                  <a:cubicBezTo>
                    <a:pt x="286" y="625"/>
                    <a:pt x="281" y="625"/>
                    <a:pt x="275" y="628"/>
                  </a:cubicBezTo>
                  <a:cubicBezTo>
                    <a:pt x="194" y="682"/>
                    <a:pt x="194" y="682"/>
                    <a:pt x="194" y="682"/>
                  </a:cubicBezTo>
                  <a:cubicBezTo>
                    <a:pt x="113" y="628"/>
                    <a:pt x="113" y="628"/>
                    <a:pt x="113" y="628"/>
                  </a:cubicBezTo>
                  <a:cubicBezTo>
                    <a:pt x="108" y="625"/>
                    <a:pt x="102" y="625"/>
                    <a:pt x="97" y="628"/>
                  </a:cubicBezTo>
                  <a:cubicBezTo>
                    <a:pt x="31" y="672"/>
                    <a:pt x="31" y="672"/>
                    <a:pt x="31" y="672"/>
                  </a:cubicBezTo>
                  <a:cubicBezTo>
                    <a:pt x="31" y="43"/>
                    <a:pt x="31" y="43"/>
                    <a:pt x="31" y="43"/>
                  </a:cubicBezTo>
                  <a:cubicBezTo>
                    <a:pt x="97" y="88"/>
                    <a:pt x="97" y="88"/>
                    <a:pt x="97" y="88"/>
                  </a:cubicBezTo>
                  <a:cubicBezTo>
                    <a:pt x="102" y="91"/>
                    <a:pt x="108" y="91"/>
                    <a:pt x="113" y="88"/>
                  </a:cubicBezTo>
                  <a:cubicBezTo>
                    <a:pt x="194" y="33"/>
                    <a:pt x="194" y="33"/>
                    <a:pt x="194" y="33"/>
                  </a:cubicBezTo>
                  <a:cubicBezTo>
                    <a:pt x="275" y="88"/>
                    <a:pt x="275" y="88"/>
                    <a:pt x="275" y="88"/>
                  </a:cubicBezTo>
                  <a:cubicBezTo>
                    <a:pt x="281" y="91"/>
                    <a:pt x="286" y="91"/>
                    <a:pt x="292" y="88"/>
                  </a:cubicBezTo>
                  <a:cubicBezTo>
                    <a:pt x="373" y="33"/>
                    <a:pt x="373" y="33"/>
                    <a:pt x="373" y="33"/>
                  </a:cubicBezTo>
                  <a:cubicBezTo>
                    <a:pt x="454" y="88"/>
                    <a:pt x="454" y="88"/>
                    <a:pt x="454" y="88"/>
                  </a:cubicBezTo>
                  <a:cubicBezTo>
                    <a:pt x="459" y="91"/>
                    <a:pt x="465" y="91"/>
                    <a:pt x="470" y="88"/>
                  </a:cubicBezTo>
                  <a:cubicBezTo>
                    <a:pt x="536" y="43"/>
                    <a:pt x="536" y="43"/>
                    <a:pt x="536" y="43"/>
                  </a:cubicBezTo>
                  <a:cubicBezTo>
                    <a:pt x="536" y="672"/>
                    <a:pt x="536" y="672"/>
                    <a:pt x="536" y="672"/>
                  </a:cubicBezTo>
                  <a:cubicBezTo>
                    <a:pt x="470" y="628"/>
                    <a:pt x="470" y="628"/>
                    <a:pt x="470" y="628"/>
                  </a:cubicBezTo>
                  <a:cubicBezTo>
                    <a:pt x="465" y="625"/>
                    <a:pt x="459" y="625"/>
                    <a:pt x="454" y="6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BF7A61A1-4EA5-D215-D96D-97F0E09CC088}"/>
                </a:ext>
              </a:extLst>
            </p:cNvPr>
            <p:cNvSpPr>
              <a:spLocks noChangeArrowheads="1"/>
            </p:cNvSpPr>
            <p:nvPr/>
          </p:nvSpPr>
          <p:spPr bwMode="auto">
            <a:xfrm>
              <a:off x="3775075" y="2427288"/>
              <a:ext cx="65088" cy="160337"/>
            </a:xfrm>
            <a:custGeom>
              <a:avLst/>
              <a:gdLst>
                <a:gd name="T0" fmla="*/ 97 w 183"/>
                <a:gd name="T1" fmla="*/ 209 h 447"/>
                <a:gd name="T2" fmla="*/ 97 w 183"/>
                <a:gd name="T3" fmla="*/ 209 h 447"/>
                <a:gd name="T4" fmla="*/ 51 w 183"/>
                <a:gd name="T5" fmla="*/ 183 h 447"/>
                <a:gd name="T6" fmla="*/ 35 w 183"/>
                <a:gd name="T7" fmla="*/ 139 h 447"/>
                <a:gd name="T8" fmla="*/ 49 w 183"/>
                <a:gd name="T9" fmla="*/ 102 h 447"/>
                <a:gd name="T10" fmla="*/ 94 w 183"/>
                <a:gd name="T11" fmla="*/ 86 h 447"/>
                <a:gd name="T12" fmla="*/ 120 w 183"/>
                <a:gd name="T13" fmla="*/ 92 h 447"/>
                <a:gd name="T14" fmla="*/ 137 w 183"/>
                <a:gd name="T15" fmla="*/ 113 h 447"/>
                <a:gd name="T16" fmla="*/ 140 w 183"/>
                <a:gd name="T17" fmla="*/ 123 h 447"/>
                <a:gd name="T18" fmla="*/ 140 w 183"/>
                <a:gd name="T19" fmla="*/ 125 h 447"/>
                <a:gd name="T20" fmla="*/ 140 w 183"/>
                <a:gd name="T21" fmla="*/ 127 h 447"/>
                <a:gd name="T22" fmla="*/ 140 w 183"/>
                <a:gd name="T23" fmla="*/ 127 h 447"/>
                <a:gd name="T24" fmla="*/ 140 w 183"/>
                <a:gd name="T25" fmla="*/ 127 h 447"/>
                <a:gd name="T26" fmla="*/ 154 w 183"/>
                <a:gd name="T27" fmla="*/ 141 h 447"/>
                <a:gd name="T28" fmla="*/ 169 w 183"/>
                <a:gd name="T29" fmla="*/ 127 h 447"/>
                <a:gd name="T30" fmla="*/ 160 w 183"/>
                <a:gd name="T31" fmla="*/ 92 h 447"/>
                <a:gd name="T32" fmla="*/ 137 w 183"/>
                <a:gd name="T33" fmla="*/ 67 h 447"/>
                <a:gd name="T34" fmla="*/ 113 w 183"/>
                <a:gd name="T35" fmla="*/ 58 h 447"/>
                <a:gd name="T36" fmla="*/ 113 w 183"/>
                <a:gd name="T37" fmla="*/ 15 h 447"/>
                <a:gd name="T38" fmla="*/ 100 w 183"/>
                <a:gd name="T39" fmla="*/ 0 h 447"/>
                <a:gd name="T40" fmla="*/ 84 w 183"/>
                <a:gd name="T41" fmla="*/ 15 h 447"/>
                <a:gd name="T42" fmla="*/ 84 w 183"/>
                <a:gd name="T43" fmla="*/ 56 h 447"/>
                <a:gd name="T44" fmla="*/ 28 w 183"/>
                <a:gd name="T45" fmla="*/ 82 h 447"/>
                <a:gd name="T46" fmla="*/ 6 w 183"/>
                <a:gd name="T47" fmla="*/ 139 h 447"/>
                <a:gd name="T48" fmla="*/ 27 w 183"/>
                <a:gd name="T49" fmla="*/ 201 h 447"/>
                <a:gd name="T50" fmla="*/ 91 w 183"/>
                <a:gd name="T51" fmla="*/ 238 h 447"/>
                <a:gd name="T52" fmla="*/ 137 w 183"/>
                <a:gd name="T53" fmla="*/ 265 h 447"/>
                <a:gd name="T54" fmla="*/ 153 w 183"/>
                <a:gd name="T55" fmla="*/ 308 h 447"/>
                <a:gd name="T56" fmla="*/ 137 w 183"/>
                <a:gd name="T57" fmla="*/ 344 h 447"/>
                <a:gd name="T58" fmla="*/ 94 w 183"/>
                <a:gd name="T59" fmla="*/ 361 h 447"/>
                <a:gd name="T60" fmla="*/ 55 w 183"/>
                <a:gd name="T61" fmla="*/ 354 h 447"/>
                <a:gd name="T62" fmla="*/ 34 w 183"/>
                <a:gd name="T63" fmla="*/ 333 h 447"/>
                <a:gd name="T64" fmla="*/ 31 w 183"/>
                <a:gd name="T65" fmla="*/ 323 h 447"/>
                <a:gd name="T66" fmla="*/ 31 w 183"/>
                <a:gd name="T67" fmla="*/ 321 h 447"/>
                <a:gd name="T68" fmla="*/ 31 w 183"/>
                <a:gd name="T69" fmla="*/ 321 h 447"/>
                <a:gd name="T70" fmla="*/ 30 w 183"/>
                <a:gd name="T71" fmla="*/ 321 h 447"/>
                <a:gd name="T72" fmla="*/ 16 w 183"/>
                <a:gd name="T73" fmla="*/ 305 h 447"/>
                <a:gd name="T74" fmla="*/ 0 w 183"/>
                <a:gd name="T75" fmla="*/ 321 h 447"/>
                <a:gd name="T76" fmla="*/ 0 w 183"/>
                <a:gd name="T77" fmla="*/ 321 h 447"/>
                <a:gd name="T78" fmla="*/ 13 w 183"/>
                <a:gd name="T79" fmla="*/ 357 h 447"/>
                <a:gd name="T80" fmla="*/ 42 w 183"/>
                <a:gd name="T81" fmla="*/ 381 h 447"/>
                <a:gd name="T82" fmla="*/ 84 w 183"/>
                <a:gd name="T83" fmla="*/ 390 h 447"/>
                <a:gd name="T84" fmla="*/ 84 w 183"/>
                <a:gd name="T85" fmla="*/ 432 h 447"/>
                <a:gd name="T86" fmla="*/ 100 w 183"/>
                <a:gd name="T87" fmla="*/ 446 h 447"/>
                <a:gd name="T88" fmla="*/ 113 w 183"/>
                <a:gd name="T89" fmla="*/ 432 h 447"/>
                <a:gd name="T90" fmla="*/ 113 w 183"/>
                <a:gd name="T91" fmla="*/ 389 h 447"/>
                <a:gd name="T92" fmla="*/ 160 w 183"/>
                <a:gd name="T93" fmla="*/ 365 h 447"/>
                <a:gd name="T94" fmla="*/ 182 w 183"/>
                <a:gd name="T95" fmla="*/ 308 h 447"/>
                <a:gd name="T96" fmla="*/ 161 w 183"/>
                <a:gd name="T97" fmla="*/ 247 h 447"/>
                <a:gd name="T98" fmla="*/ 97 w 183"/>
                <a:gd name="T99" fmla="*/ 20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83" h="447">
                  <a:moveTo>
                    <a:pt x="97" y="209"/>
                  </a:moveTo>
                  <a:lnTo>
                    <a:pt x="97" y="209"/>
                  </a:lnTo>
                  <a:cubicBezTo>
                    <a:pt x="76" y="205"/>
                    <a:pt x="60" y="195"/>
                    <a:pt x="51" y="183"/>
                  </a:cubicBezTo>
                  <a:cubicBezTo>
                    <a:pt x="40" y="170"/>
                    <a:pt x="35" y="155"/>
                    <a:pt x="35" y="139"/>
                  </a:cubicBezTo>
                  <a:cubicBezTo>
                    <a:pt x="35" y="125"/>
                    <a:pt x="40" y="111"/>
                    <a:pt x="49" y="102"/>
                  </a:cubicBezTo>
                  <a:cubicBezTo>
                    <a:pt x="59" y="92"/>
                    <a:pt x="73" y="86"/>
                    <a:pt x="94" y="86"/>
                  </a:cubicBezTo>
                  <a:cubicBezTo>
                    <a:pt x="106" y="86"/>
                    <a:pt x="115" y="89"/>
                    <a:pt x="120" y="92"/>
                  </a:cubicBezTo>
                  <a:cubicBezTo>
                    <a:pt x="130" y="97"/>
                    <a:pt x="134" y="106"/>
                    <a:pt x="137" y="113"/>
                  </a:cubicBezTo>
                  <a:cubicBezTo>
                    <a:pt x="139" y="117"/>
                    <a:pt x="139" y="121"/>
                    <a:pt x="140" y="123"/>
                  </a:cubicBezTo>
                  <a:cubicBezTo>
                    <a:pt x="140" y="125"/>
                    <a:pt x="140" y="125"/>
                    <a:pt x="140" y="125"/>
                  </a:cubicBezTo>
                  <a:cubicBezTo>
                    <a:pt x="140" y="127"/>
                    <a:pt x="140" y="127"/>
                    <a:pt x="140" y="127"/>
                  </a:cubicBezTo>
                  <a:lnTo>
                    <a:pt x="140" y="127"/>
                  </a:lnTo>
                  <a:lnTo>
                    <a:pt x="140" y="127"/>
                  </a:lnTo>
                  <a:cubicBezTo>
                    <a:pt x="140" y="135"/>
                    <a:pt x="147" y="141"/>
                    <a:pt x="154" y="141"/>
                  </a:cubicBezTo>
                  <a:cubicBezTo>
                    <a:pt x="162" y="141"/>
                    <a:pt x="169" y="135"/>
                    <a:pt x="169" y="127"/>
                  </a:cubicBezTo>
                  <a:cubicBezTo>
                    <a:pt x="169" y="125"/>
                    <a:pt x="169" y="109"/>
                    <a:pt x="160" y="92"/>
                  </a:cubicBezTo>
                  <a:cubicBezTo>
                    <a:pt x="155" y="82"/>
                    <a:pt x="148" y="74"/>
                    <a:pt x="137" y="67"/>
                  </a:cubicBezTo>
                  <a:cubicBezTo>
                    <a:pt x="130" y="63"/>
                    <a:pt x="122" y="60"/>
                    <a:pt x="113" y="58"/>
                  </a:cubicBezTo>
                  <a:cubicBezTo>
                    <a:pt x="113" y="15"/>
                    <a:pt x="113" y="15"/>
                    <a:pt x="113" y="15"/>
                  </a:cubicBezTo>
                  <a:cubicBezTo>
                    <a:pt x="113" y="7"/>
                    <a:pt x="106" y="0"/>
                    <a:pt x="100" y="0"/>
                  </a:cubicBezTo>
                  <a:cubicBezTo>
                    <a:pt x="91" y="0"/>
                    <a:pt x="84" y="7"/>
                    <a:pt x="84" y="15"/>
                  </a:cubicBezTo>
                  <a:cubicBezTo>
                    <a:pt x="84" y="56"/>
                    <a:pt x="84" y="56"/>
                    <a:pt x="84" y="56"/>
                  </a:cubicBezTo>
                  <a:cubicBezTo>
                    <a:pt x="60" y="58"/>
                    <a:pt x="41" y="68"/>
                    <a:pt x="28" y="82"/>
                  </a:cubicBezTo>
                  <a:cubicBezTo>
                    <a:pt x="13" y="97"/>
                    <a:pt x="6" y="118"/>
                    <a:pt x="6" y="139"/>
                  </a:cubicBezTo>
                  <a:cubicBezTo>
                    <a:pt x="6" y="162"/>
                    <a:pt x="13" y="183"/>
                    <a:pt x="27" y="201"/>
                  </a:cubicBezTo>
                  <a:cubicBezTo>
                    <a:pt x="41" y="219"/>
                    <a:pt x="63" y="233"/>
                    <a:pt x="91" y="238"/>
                  </a:cubicBezTo>
                  <a:cubicBezTo>
                    <a:pt x="112" y="243"/>
                    <a:pt x="127" y="252"/>
                    <a:pt x="137" y="265"/>
                  </a:cubicBezTo>
                  <a:cubicBezTo>
                    <a:pt x="147" y="277"/>
                    <a:pt x="153" y="293"/>
                    <a:pt x="153" y="308"/>
                  </a:cubicBezTo>
                  <a:cubicBezTo>
                    <a:pt x="153" y="322"/>
                    <a:pt x="147" y="335"/>
                    <a:pt x="137" y="344"/>
                  </a:cubicBezTo>
                  <a:cubicBezTo>
                    <a:pt x="129" y="354"/>
                    <a:pt x="115" y="361"/>
                    <a:pt x="94" y="361"/>
                  </a:cubicBezTo>
                  <a:cubicBezTo>
                    <a:pt x="76" y="361"/>
                    <a:pt x="63" y="358"/>
                    <a:pt x="55" y="354"/>
                  </a:cubicBezTo>
                  <a:cubicBezTo>
                    <a:pt x="42" y="349"/>
                    <a:pt x="37" y="340"/>
                    <a:pt x="34" y="333"/>
                  </a:cubicBezTo>
                  <a:cubicBezTo>
                    <a:pt x="33" y="329"/>
                    <a:pt x="31" y="326"/>
                    <a:pt x="31" y="323"/>
                  </a:cubicBezTo>
                  <a:cubicBezTo>
                    <a:pt x="31" y="321"/>
                    <a:pt x="31" y="321"/>
                    <a:pt x="31" y="321"/>
                  </a:cubicBezTo>
                  <a:lnTo>
                    <a:pt x="31" y="321"/>
                  </a:lnTo>
                  <a:cubicBezTo>
                    <a:pt x="30" y="321"/>
                    <a:pt x="30" y="321"/>
                    <a:pt x="30" y="321"/>
                  </a:cubicBezTo>
                  <a:cubicBezTo>
                    <a:pt x="30" y="312"/>
                    <a:pt x="24" y="305"/>
                    <a:pt x="16" y="305"/>
                  </a:cubicBezTo>
                  <a:cubicBezTo>
                    <a:pt x="8" y="305"/>
                    <a:pt x="0" y="312"/>
                    <a:pt x="0" y="321"/>
                  </a:cubicBezTo>
                  <a:lnTo>
                    <a:pt x="0" y="321"/>
                  </a:lnTo>
                  <a:cubicBezTo>
                    <a:pt x="0" y="322"/>
                    <a:pt x="0" y="339"/>
                    <a:pt x="13" y="357"/>
                  </a:cubicBezTo>
                  <a:cubicBezTo>
                    <a:pt x="20" y="365"/>
                    <a:pt x="28" y="375"/>
                    <a:pt x="42" y="381"/>
                  </a:cubicBezTo>
                  <a:cubicBezTo>
                    <a:pt x="54" y="386"/>
                    <a:pt x="67" y="390"/>
                    <a:pt x="84" y="390"/>
                  </a:cubicBezTo>
                  <a:cubicBezTo>
                    <a:pt x="84" y="432"/>
                    <a:pt x="84" y="432"/>
                    <a:pt x="84" y="432"/>
                  </a:cubicBezTo>
                  <a:cubicBezTo>
                    <a:pt x="84" y="441"/>
                    <a:pt x="91" y="446"/>
                    <a:pt x="100" y="446"/>
                  </a:cubicBezTo>
                  <a:cubicBezTo>
                    <a:pt x="106" y="446"/>
                    <a:pt x="113" y="441"/>
                    <a:pt x="113" y="432"/>
                  </a:cubicBezTo>
                  <a:cubicBezTo>
                    <a:pt x="113" y="389"/>
                    <a:pt x="113" y="389"/>
                    <a:pt x="113" y="389"/>
                  </a:cubicBezTo>
                  <a:cubicBezTo>
                    <a:pt x="133" y="386"/>
                    <a:pt x="148" y="378"/>
                    <a:pt x="160" y="365"/>
                  </a:cubicBezTo>
                  <a:cubicBezTo>
                    <a:pt x="175" y="350"/>
                    <a:pt x="182" y="329"/>
                    <a:pt x="182" y="308"/>
                  </a:cubicBezTo>
                  <a:cubicBezTo>
                    <a:pt x="182" y="286"/>
                    <a:pt x="175" y="265"/>
                    <a:pt x="161" y="247"/>
                  </a:cubicBezTo>
                  <a:cubicBezTo>
                    <a:pt x="146" y="229"/>
                    <a:pt x="125" y="215"/>
                    <a:pt x="97" y="20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CB216A16-0F75-4E38-498D-29D5BD1823F0}"/>
              </a:ext>
            </a:extLst>
          </p:cNvPr>
          <p:cNvGrpSpPr/>
          <p:nvPr/>
        </p:nvGrpSpPr>
        <p:grpSpPr>
          <a:xfrm>
            <a:off x="6279231" y="2034282"/>
            <a:ext cx="204788" cy="258763"/>
            <a:chOff x="5251450" y="2378075"/>
            <a:chExt cx="204788" cy="258763"/>
          </a:xfrm>
          <a:solidFill>
            <a:schemeClr val="accent4"/>
          </a:solidFill>
        </p:grpSpPr>
        <p:sp>
          <p:nvSpPr>
            <p:cNvPr id="120" name="Freeform 98">
              <a:extLst>
                <a:ext uri="{FF2B5EF4-FFF2-40B4-BE49-F238E27FC236}">
                  <a16:creationId xmlns:a16="http://schemas.microsoft.com/office/drawing/2014/main" id="{52BF194C-AA82-7894-0D5C-CEE708DBBB4C}"/>
                </a:ext>
              </a:extLst>
            </p:cNvPr>
            <p:cNvSpPr>
              <a:spLocks noChangeArrowheads="1"/>
            </p:cNvSpPr>
            <p:nvPr/>
          </p:nvSpPr>
          <p:spPr bwMode="auto">
            <a:xfrm>
              <a:off x="5251450" y="2378075"/>
              <a:ext cx="204788" cy="258763"/>
            </a:xfrm>
            <a:custGeom>
              <a:avLst/>
              <a:gdLst>
                <a:gd name="T0" fmla="*/ 551 w 567"/>
                <a:gd name="T1" fmla="*/ 1 h 717"/>
                <a:gd name="T2" fmla="*/ 551 w 567"/>
                <a:gd name="T3" fmla="*/ 1 h 717"/>
                <a:gd name="T4" fmla="*/ 539 w 567"/>
                <a:gd name="T5" fmla="*/ 7 h 717"/>
                <a:gd name="T6" fmla="*/ 461 w 567"/>
                <a:gd name="T7" fmla="*/ 85 h 717"/>
                <a:gd name="T8" fmla="*/ 383 w 567"/>
                <a:gd name="T9" fmla="*/ 5 h 717"/>
                <a:gd name="T10" fmla="*/ 361 w 567"/>
                <a:gd name="T11" fmla="*/ 5 h 717"/>
                <a:gd name="T12" fmla="*/ 283 w 567"/>
                <a:gd name="T13" fmla="*/ 85 h 717"/>
                <a:gd name="T14" fmla="*/ 205 w 567"/>
                <a:gd name="T15" fmla="*/ 5 h 717"/>
                <a:gd name="T16" fmla="*/ 182 w 567"/>
                <a:gd name="T17" fmla="*/ 5 h 717"/>
                <a:gd name="T18" fmla="*/ 104 w 567"/>
                <a:gd name="T19" fmla="*/ 85 h 717"/>
                <a:gd name="T20" fmla="*/ 26 w 567"/>
                <a:gd name="T21" fmla="*/ 7 h 717"/>
                <a:gd name="T22" fmla="*/ 15 w 567"/>
                <a:gd name="T23" fmla="*/ 1 h 717"/>
                <a:gd name="T24" fmla="*/ 0 w 567"/>
                <a:gd name="T25" fmla="*/ 16 h 717"/>
                <a:gd name="T26" fmla="*/ 0 w 567"/>
                <a:gd name="T27" fmla="*/ 701 h 717"/>
                <a:gd name="T28" fmla="*/ 15 w 567"/>
                <a:gd name="T29" fmla="*/ 715 h 717"/>
                <a:gd name="T30" fmla="*/ 26 w 567"/>
                <a:gd name="T31" fmla="*/ 711 h 717"/>
                <a:gd name="T32" fmla="*/ 26 w 567"/>
                <a:gd name="T33" fmla="*/ 711 h 717"/>
                <a:gd name="T34" fmla="*/ 104 w 567"/>
                <a:gd name="T35" fmla="*/ 633 h 717"/>
                <a:gd name="T36" fmla="*/ 182 w 567"/>
                <a:gd name="T37" fmla="*/ 711 h 717"/>
                <a:gd name="T38" fmla="*/ 205 w 567"/>
                <a:gd name="T39" fmla="*/ 711 h 717"/>
                <a:gd name="T40" fmla="*/ 283 w 567"/>
                <a:gd name="T41" fmla="*/ 633 h 717"/>
                <a:gd name="T42" fmla="*/ 361 w 567"/>
                <a:gd name="T43" fmla="*/ 711 h 717"/>
                <a:gd name="T44" fmla="*/ 383 w 567"/>
                <a:gd name="T45" fmla="*/ 711 h 717"/>
                <a:gd name="T46" fmla="*/ 461 w 567"/>
                <a:gd name="T47" fmla="*/ 633 h 717"/>
                <a:gd name="T48" fmla="*/ 539 w 567"/>
                <a:gd name="T49" fmla="*/ 711 h 717"/>
                <a:gd name="T50" fmla="*/ 551 w 567"/>
                <a:gd name="T51" fmla="*/ 715 h 717"/>
                <a:gd name="T52" fmla="*/ 566 w 567"/>
                <a:gd name="T53" fmla="*/ 701 h 717"/>
                <a:gd name="T54" fmla="*/ 566 w 567"/>
                <a:gd name="T55" fmla="*/ 16 h 717"/>
                <a:gd name="T56" fmla="*/ 551 w 567"/>
                <a:gd name="T57" fmla="*/ 1 h 717"/>
                <a:gd name="T58" fmla="*/ 450 w 567"/>
                <a:gd name="T59" fmla="*/ 601 h 717"/>
                <a:gd name="T60" fmla="*/ 450 w 567"/>
                <a:gd name="T61" fmla="*/ 601 h 717"/>
                <a:gd name="T62" fmla="*/ 372 w 567"/>
                <a:gd name="T63" fmla="*/ 680 h 717"/>
                <a:gd name="T64" fmla="*/ 294 w 567"/>
                <a:gd name="T65" fmla="*/ 601 h 717"/>
                <a:gd name="T66" fmla="*/ 272 w 567"/>
                <a:gd name="T67" fmla="*/ 601 h 717"/>
                <a:gd name="T68" fmla="*/ 194 w 567"/>
                <a:gd name="T69" fmla="*/ 680 h 717"/>
                <a:gd name="T70" fmla="*/ 115 w 567"/>
                <a:gd name="T71" fmla="*/ 601 h 717"/>
                <a:gd name="T72" fmla="*/ 93 w 567"/>
                <a:gd name="T73" fmla="*/ 601 h 717"/>
                <a:gd name="T74" fmla="*/ 30 w 567"/>
                <a:gd name="T75" fmla="*/ 665 h 717"/>
                <a:gd name="T76" fmla="*/ 30 w 567"/>
                <a:gd name="T77" fmla="*/ 53 h 717"/>
                <a:gd name="T78" fmla="*/ 93 w 567"/>
                <a:gd name="T79" fmla="*/ 117 h 717"/>
                <a:gd name="T80" fmla="*/ 104 w 567"/>
                <a:gd name="T81" fmla="*/ 121 h 717"/>
                <a:gd name="T82" fmla="*/ 115 w 567"/>
                <a:gd name="T83" fmla="*/ 117 h 717"/>
                <a:gd name="T84" fmla="*/ 194 w 567"/>
                <a:gd name="T85" fmla="*/ 37 h 717"/>
                <a:gd name="T86" fmla="*/ 272 w 567"/>
                <a:gd name="T87" fmla="*/ 117 h 717"/>
                <a:gd name="T88" fmla="*/ 283 w 567"/>
                <a:gd name="T89" fmla="*/ 121 h 717"/>
                <a:gd name="T90" fmla="*/ 294 w 567"/>
                <a:gd name="T91" fmla="*/ 117 h 717"/>
                <a:gd name="T92" fmla="*/ 372 w 567"/>
                <a:gd name="T93" fmla="*/ 37 h 717"/>
                <a:gd name="T94" fmla="*/ 450 w 567"/>
                <a:gd name="T95" fmla="*/ 117 h 717"/>
                <a:gd name="T96" fmla="*/ 461 w 567"/>
                <a:gd name="T97" fmla="*/ 121 h 717"/>
                <a:gd name="T98" fmla="*/ 472 w 567"/>
                <a:gd name="T99" fmla="*/ 117 h 717"/>
                <a:gd name="T100" fmla="*/ 535 w 567"/>
                <a:gd name="T101" fmla="*/ 53 h 717"/>
                <a:gd name="T102" fmla="*/ 535 w 567"/>
                <a:gd name="T103" fmla="*/ 665 h 717"/>
                <a:gd name="T104" fmla="*/ 472 w 567"/>
                <a:gd name="T105" fmla="*/ 601 h 717"/>
                <a:gd name="T106" fmla="*/ 450 w 567"/>
                <a:gd name="T107" fmla="*/ 60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67" h="717">
                  <a:moveTo>
                    <a:pt x="551" y="1"/>
                  </a:moveTo>
                  <a:lnTo>
                    <a:pt x="551" y="1"/>
                  </a:lnTo>
                  <a:cubicBezTo>
                    <a:pt x="546" y="1"/>
                    <a:pt x="542" y="4"/>
                    <a:pt x="539" y="7"/>
                  </a:cubicBezTo>
                  <a:cubicBezTo>
                    <a:pt x="461" y="85"/>
                    <a:pt x="461" y="85"/>
                    <a:pt x="461" y="85"/>
                  </a:cubicBezTo>
                  <a:cubicBezTo>
                    <a:pt x="383" y="5"/>
                    <a:pt x="383" y="5"/>
                    <a:pt x="383" y="5"/>
                  </a:cubicBezTo>
                  <a:cubicBezTo>
                    <a:pt x="376" y="0"/>
                    <a:pt x="368" y="0"/>
                    <a:pt x="361" y="5"/>
                  </a:cubicBezTo>
                  <a:cubicBezTo>
                    <a:pt x="283" y="85"/>
                    <a:pt x="283" y="85"/>
                    <a:pt x="283" y="85"/>
                  </a:cubicBezTo>
                  <a:cubicBezTo>
                    <a:pt x="205" y="5"/>
                    <a:pt x="205" y="5"/>
                    <a:pt x="205" y="5"/>
                  </a:cubicBezTo>
                  <a:cubicBezTo>
                    <a:pt x="198" y="0"/>
                    <a:pt x="189" y="0"/>
                    <a:pt x="182" y="5"/>
                  </a:cubicBezTo>
                  <a:cubicBezTo>
                    <a:pt x="104" y="85"/>
                    <a:pt x="104" y="85"/>
                    <a:pt x="104" y="85"/>
                  </a:cubicBezTo>
                  <a:cubicBezTo>
                    <a:pt x="26" y="7"/>
                    <a:pt x="26" y="7"/>
                    <a:pt x="26" y="7"/>
                  </a:cubicBezTo>
                  <a:cubicBezTo>
                    <a:pt x="23" y="4"/>
                    <a:pt x="19" y="1"/>
                    <a:pt x="15" y="1"/>
                  </a:cubicBezTo>
                  <a:cubicBezTo>
                    <a:pt x="7" y="1"/>
                    <a:pt x="0" y="8"/>
                    <a:pt x="0" y="16"/>
                  </a:cubicBezTo>
                  <a:cubicBezTo>
                    <a:pt x="0" y="701"/>
                    <a:pt x="0" y="701"/>
                    <a:pt x="0" y="701"/>
                  </a:cubicBezTo>
                  <a:cubicBezTo>
                    <a:pt x="0" y="709"/>
                    <a:pt x="7" y="715"/>
                    <a:pt x="15" y="715"/>
                  </a:cubicBezTo>
                  <a:cubicBezTo>
                    <a:pt x="19" y="715"/>
                    <a:pt x="23" y="714"/>
                    <a:pt x="26" y="711"/>
                  </a:cubicBezTo>
                  <a:lnTo>
                    <a:pt x="26" y="711"/>
                  </a:lnTo>
                  <a:cubicBezTo>
                    <a:pt x="104" y="633"/>
                    <a:pt x="104" y="633"/>
                    <a:pt x="104" y="633"/>
                  </a:cubicBezTo>
                  <a:cubicBezTo>
                    <a:pt x="182" y="711"/>
                    <a:pt x="182" y="711"/>
                    <a:pt x="182" y="711"/>
                  </a:cubicBezTo>
                  <a:cubicBezTo>
                    <a:pt x="189" y="716"/>
                    <a:pt x="198" y="716"/>
                    <a:pt x="205" y="711"/>
                  </a:cubicBezTo>
                  <a:cubicBezTo>
                    <a:pt x="283" y="633"/>
                    <a:pt x="283" y="633"/>
                    <a:pt x="283" y="633"/>
                  </a:cubicBezTo>
                  <a:cubicBezTo>
                    <a:pt x="361" y="711"/>
                    <a:pt x="361" y="711"/>
                    <a:pt x="361" y="711"/>
                  </a:cubicBezTo>
                  <a:cubicBezTo>
                    <a:pt x="368" y="716"/>
                    <a:pt x="376" y="716"/>
                    <a:pt x="383" y="711"/>
                  </a:cubicBezTo>
                  <a:cubicBezTo>
                    <a:pt x="461" y="633"/>
                    <a:pt x="461" y="633"/>
                    <a:pt x="461" y="633"/>
                  </a:cubicBezTo>
                  <a:cubicBezTo>
                    <a:pt x="539" y="711"/>
                    <a:pt x="539" y="711"/>
                    <a:pt x="539" y="711"/>
                  </a:cubicBezTo>
                  <a:cubicBezTo>
                    <a:pt x="542" y="714"/>
                    <a:pt x="546" y="715"/>
                    <a:pt x="551" y="715"/>
                  </a:cubicBezTo>
                  <a:cubicBezTo>
                    <a:pt x="559" y="715"/>
                    <a:pt x="566" y="709"/>
                    <a:pt x="566" y="701"/>
                  </a:cubicBezTo>
                  <a:cubicBezTo>
                    <a:pt x="566" y="16"/>
                    <a:pt x="566" y="16"/>
                    <a:pt x="566" y="16"/>
                  </a:cubicBezTo>
                  <a:cubicBezTo>
                    <a:pt x="566" y="8"/>
                    <a:pt x="559" y="1"/>
                    <a:pt x="551" y="1"/>
                  </a:cubicBezTo>
                  <a:close/>
                  <a:moveTo>
                    <a:pt x="450" y="601"/>
                  </a:moveTo>
                  <a:lnTo>
                    <a:pt x="450" y="601"/>
                  </a:lnTo>
                  <a:cubicBezTo>
                    <a:pt x="372" y="680"/>
                    <a:pt x="372" y="680"/>
                    <a:pt x="372" y="680"/>
                  </a:cubicBezTo>
                  <a:cubicBezTo>
                    <a:pt x="294" y="601"/>
                    <a:pt x="294" y="601"/>
                    <a:pt x="294" y="601"/>
                  </a:cubicBezTo>
                  <a:cubicBezTo>
                    <a:pt x="287" y="595"/>
                    <a:pt x="279" y="595"/>
                    <a:pt x="272" y="601"/>
                  </a:cubicBezTo>
                  <a:cubicBezTo>
                    <a:pt x="194" y="680"/>
                    <a:pt x="194" y="680"/>
                    <a:pt x="194" y="680"/>
                  </a:cubicBezTo>
                  <a:cubicBezTo>
                    <a:pt x="115" y="601"/>
                    <a:pt x="115" y="601"/>
                    <a:pt x="115" y="601"/>
                  </a:cubicBezTo>
                  <a:cubicBezTo>
                    <a:pt x="109" y="595"/>
                    <a:pt x="100" y="595"/>
                    <a:pt x="93" y="601"/>
                  </a:cubicBezTo>
                  <a:cubicBezTo>
                    <a:pt x="30" y="665"/>
                    <a:pt x="30" y="665"/>
                    <a:pt x="30" y="665"/>
                  </a:cubicBezTo>
                  <a:cubicBezTo>
                    <a:pt x="30" y="53"/>
                    <a:pt x="30" y="53"/>
                    <a:pt x="30" y="53"/>
                  </a:cubicBezTo>
                  <a:cubicBezTo>
                    <a:pt x="93" y="117"/>
                    <a:pt x="93" y="117"/>
                    <a:pt x="93" y="117"/>
                  </a:cubicBezTo>
                  <a:cubicBezTo>
                    <a:pt x="96" y="120"/>
                    <a:pt x="100" y="121"/>
                    <a:pt x="104" y="121"/>
                  </a:cubicBezTo>
                  <a:cubicBezTo>
                    <a:pt x="109" y="121"/>
                    <a:pt x="113" y="120"/>
                    <a:pt x="115" y="117"/>
                  </a:cubicBezTo>
                  <a:cubicBezTo>
                    <a:pt x="194" y="37"/>
                    <a:pt x="194" y="37"/>
                    <a:pt x="194" y="37"/>
                  </a:cubicBezTo>
                  <a:cubicBezTo>
                    <a:pt x="272" y="117"/>
                    <a:pt x="272" y="117"/>
                    <a:pt x="272" y="117"/>
                  </a:cubicBezTo>
                  <a:cubicBezTo>
                    <a:pt x="274" y="120"/>
                    <a:pt x="279" y="121"/>
                    <a:pt x="283" y="121"/>
                  </a:cubicBezTo>
                  <a:cubicBezTo>
                    <a:pt x="287" y="121"/>
                    <a:pt x="291" y="120"/>
                    <a:pt x="294" y="117"/>
                  </a:cubicBezTo>
                  <a:cubicBezTo>
                    <a:pt x="372" y="37"/>
                    <a:pt x="372" y="37"/>
                    <a:pt x="372" y="37"/>
                  </a:cubicBezTo>
                  <a:cubicBezTo>
                    <a:pt x="450" y="117"/>
                    <a:pt x="450" y="117"/>
                    <a:pt x="450" y="117"/>
                  </a:cubicBezTo>
                  <a:cubicBezTo>
                    <a:pt x="453" y="120"/>
                    <a:pt x="457" y="121"/>
                    <a:pt x="461" y="121"/>
                  </a:cubicBezTo>
                  <a:cubicBezTo>
                    <a:pt x="466" y="121"/>
                    <a:pt x="470" y="120"/>
                    <a:pt x="472" y="117"/>
                  </a:cubicBezTo>
                  <a:cubicBezTo>
                    <a:pt x="535" y="53"/>
                    <a:pt x="535" y="53"/>
                    <a:pt x="535" y="53"/>
                  </a:cubicBezTo>
                  <a:cubicBezTo>
                    <a:pt x="535" y="665"/>
                    <a:pt x="535" y="665"/>
                    <a:pt x="535" y="665"/>
                  </a:cubicBezTo>
                  <a:cubicBezTo>
                    <a:pt x="472" y="601"/>
                    <a:pt x="472" y="601"/>
                    <a:pt x="472" y="601"/>
                  </a:cubicBezTo>
                  <a:cubicBezTo>
                    <a:pt x="466" y="595"/>
                    <a:pt x="457" y="595"/>
                    <a:pt x="450" y="60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0A89F9B8-62FF-8C23-C801-68318B0671E0}"/>
                </a:ext>
              </a:extLst>
            </p:cNvPr>
            <p:cNvSpPr>
              <a:spLocks noChangeArrowheads="1"/>
            </p:cNvSpPr>
            <p:nvPr/>
          </p:nvSpPr>
          <p:spPr bwMode="auto">
            <a:xfrm>
              <a:off x="5305425" y="2463800"/>
              <a:ext cx="96838" cy="11113"/>
            </a:xfrm>
            <a:custGeom>
              <a:avLst/>
              <a:gdLst>
                <a:gd name="T0" fmla="*/ 252 w 269"/>
                <a:gd name="T1" fmla="*/ 0 h 31"/>
                <a:gd name="T2" fmla="*/ 252 w 269"/>
                <a:gd name="T3" fmla="*/ 0 h 31"/>
                <a:gd name="T4" fmla="*/ 15 w 269"/>
                <a:gd name="T5" fmla="*/ 0 h 31"/>
                <a:gd name="T6" fmla="*/ 0 w 269"/>
                <a:gd name="T7" fmla="*/ 16 h 31"/>
                <a:gd name="T8" fmla="*/ 15 w 269"/>
                <a:gd name="T9" fmla="*/ 30 h 31"/>
                <a:gd name="T10" fmla="*/ 252 w 269"/>
                <a:gd name="T11" fmla="*/ 30 h 31"/>
                <a:gd name="T12" fmla="*/ 268 w 269"/>
                <a:gd name="T13" fmla="*/ 16 h 31"/>
                <a:gd name="T14" fmla="*/ 252 w 26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1">
                  <a:moveTo>
                    <a:pt x="252" y="0"/>
                  </a:moveTo>
                  <a:lnTo>
                    <a:pt x="252" y="0"/>
                  </a:lnTo>
                  <a:cubicBezTo>
                    <a:pt x="15" y="0"/>
                    <a:pt x="15" y="0"/>
                    <a:pt x="15" y="0"/>
                  </a:cubicBezTo>
                  <a:cubicBezTo>
                    <a:pt x="7" y="0"/>
                    <a:pt x="0" y="7"/>
                    <a:pt x="0" y="16"/>
                  </a:cubicBezTo>
                  <a:cubicBezTo>
                    <a:pt x="0" y="24"/>
                    <a:pt x="7" y="30"/>
                    <a:pt x="15" y="30"/>
                  </a:cubicBezTo>
                  <a:cubicBezTo>
                    <a:pt x="252" y="30"/>
                    <a:pt x="252" y="30"/>
                    <a:pt x="252" y="30"/>
                  </a:cubicBezTo>
                  <a:cubicBezTo>
                    <a:pt x="261" y="30"/>
                    <a:pt x="268" y="24"/>
                    <a:pt x="268" y="16"/>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A0F2FAF5-1752-6BA4-00B7-A30DC4C15E92}"/>
                </a:ext>
              </a:extLst>
            </p:cNvPr>
            <p:cNvSpPr>
              <a:spLocks noChangeArrowheads="1"/>
            </p:cNvSpPr>
            <p:nvPr/>
          </p:nvSpPr>
          <p:spPr bwMode="auto">
            <a:xfrm>
              <a:off x="5305425" y="2506663"/>
              <a:ext cx="96838" cy="11112"/>
            </a:xfrm>
            <a:custGeom>
              <a:avLst/>
              <a:gdLst>
                <a:gd name="T0" fmla="*/ 252 w 269"/>
                <a:gd name="T1" fmla="*/ 0 h 32"/>
                <a:gd name="T2" fmla="*/ 252 w 269"/>
                <a:gd name="T3" fmla="*/ 0 h 32"/>
                <a:gd name="T4" fmla="*/ 15 w 269"/>
                <a:gd name="T5" fmla="*/ 0 h 32"/>
                <a:gd name="T6" fmla="*/ 0 w 269"/>
                <a:gd name="T7" fmla="*/ 15 h 32"/>
                <a:gd name="T8" fmla="*/ 15 w 269"/>
                <a:gd name="T9" fmla="*/ 31 h 32"/>
                <a:gd name="T10" fmla="*/ 252 w 269"/>
                <a:gd name="T11" fmla="*/ 31 h 32"/>
                <a:gd name="T12" fmla="*/ 268 w 269"/>
                <a:gd name="T13" fmla="*/ 15 h 32"/>
                <a:gd name="T14" fmla="*/ 252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2" y="0"/>
                  </a:moveTo>
                  <a:lnTo>
                    <a:pt x="252" y="0"/>
                  </a:lnTo>
                  <a:cubicBezTo>
                    <a:pt x="15" y="0"/>
                    <a:pt x="15" y="0"/>
                    <a:pt x="15" y="0"/>
                  </a:cubicBezTo>
                  <a:cubicBezTo>
                    <a:pt x="7" y="0"/>
                    <a:pt x="0" y="7"/>
                    <a:pt x="0" y="15"/>
                  </a:cubicBezTo>
                  <a:cubicBezTo>
                    <a:pt x="0" y="24"/>
                    <a:pt x="7" y="31"/>
                    <a:pt x="15" y="31"/>
                  </a:cubicBezTo>
                  <a:cubicBezTo>
                    <a:pt x="252" y="31"/>
                    <a:pt x="252" y="31"/>
                    <a:pt x="252" y="31"/>
                  </a:cubicBezTo>
                  <a:cubicBezTo>
                    <a:pt x="261" y="31"/>
                    <a:pt x="268" y="24"/>
                    <a:pt x="268" y="15"/>
                  </a:cubicBezTo>
                  <a:cubicBezTo>
                    <a:pt x="268" y="7"/>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05F8086E-4152-F332-BC58-6BEB3A084096}"/>
                </a:ext>
              </a:extLst>
            </p:cNvPr>
            <p:cNvSpPr>
              <a:spLocks noChangeArrowheads="1"/>
            </p:cNvSpPr>
            <p:nvPr/>
          </p:nvSpPr>
          <p:spPr bwMode="auto">
            <a:xfrm>
              <a:off x="5305425" y="2551113"/>
              <a:ext cx="96838" cy="11112"/>
            </a:xfrm>
            <a:custGeom>
              <a:avLst/>
              <a:gdLst>
                <a:gd name="T0" fmla="*/ 252 w 269"/>
                <a:gd name="T1" fmla="*/ 0 h 30"/>
                <a:gd name="T2" fmla="*/ 252 w 269"/>
                <a:gd name="T3" fmla="*/ 0 h 30"/>
                <a:gd name="T4" fmla="*/ 15 w 269"/>
                <a:gd name="T5" fmla="*/ 0 h 30"/>
                <a:gd name="T6" fmla="*/ 0 w 269"/>
                <a:gd name="T7" fmla="*/ 14 h 30"/>
                <a:gd name="T8" fmla="*/ 15 w 269"/>
                <a:gd name="T9" fmla="*/ 29 h 30"/>
                <a:gd name="T10" fmla="*/ 252 w 269"/>
                <a:gd name="T11" fmla="*/ 29 h 30"/>
                <a:gd name="T12" fmla="*/ 268 w 269"/>
                <a:gd name="T13" fmla="*/ 14 h 30"/>
                <a:gd name="T14" fmla="*/ 252 w 26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0">
                  <a:moveTo>
                    <a:pt x="252" y="0"/>
                  </a:moveTo>
                  <a:lnTo>
                    <a:pt x="252" y="0"/>
                  </a:lnTo>
                  <a:cubicBezTo>
                    <a:pt x="15" y="0"/>
                    <a:pt x="15" y="0"/>
                    <a:pt x="15" y="0"/>
                  </a:cubicBezTo>
                  <a:cubicBezTo>
                    <a:pt x="7" y="0"/>
                    <a:pt x="0" y="6"/>
                    <a:pt x="0" y="14"/>
                  </a:cubicBezTo>
                  <a:cubicBezTo>
                    <a:pt x="0" y="22"/>
                    <a:pt x="7" y="29"/>
                    <a:pt x="15" y="29"/>
                  </a:cubicBezTo>
                  <a:cubicBezTo>
                    <a:pt x="252" y="29"/>
                    <a:pt x="252" y="29"/>
                    <a:pt x="252" y="29"/>
                  </a:cubicBezTo>
                  <a:cubicBezTo>
                    <a:pt x="261" y="29"/>
                    <a:pt x="268" y="22"/>
                    <a:pt x="268" y="14"/>
                  </a:cubicBezTo>
                  <a:cubicBezTo>
                    <a:pt x="268" y="6"/>
                    <a:pt x="261" y="0"/>
                    <a:pt x="25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7DF86D66-C9C5-5CD7-3336-2DA0ED0C1E2A}"/>
              </a:ext>
            </a:extLst>
          </p:cNvPr>
          <p:cNvGrpSpPr/>
          <p:nvPr/>
        </p:nvGrpSpPr>
        <p:grpSpPr>
          <a:xfrm>
            <a:off x="5744244" y="2035076"/>
            <a:ext cx="246062" cy="257175"/>
            <a:chOff x="4716463" y="2379663"/>
            <a:chExt cx="246062" cy="257175"/>
          </a:xfrm>
          <a:solidFill>
            <a:schemeClr val="accent4"/>
          </a:solidFill>
        </p:grpSpPr>
        <p:sp>
          <p:nvSpPr>
            <p:cNvPr id="125" name="Freeform 102">
              <a:extLst>
                <a:ext uri="{FF2B5EF4-FFF2-40B4-BE49-F238E27FC236}">
                  <a16:creationId xmlns:a16="http://schemas.microsoft.com/office/drawing/2014/main" id="{A0D85BF1-098F-8E8E-DF35-16B36EB6A3B7}"/>
                </a:ext>
              </a:extLst>
            </p:cNvPr>
            <p:cNvSpPr>
              <a:spLocks noChangeArrowheads="1"/>
            </p:cNvSpPr>
            <p:nvPr/>
          </p:nvSpPr>
          <p:spPr bwMode="auto">
            <a:xfrm>
              <a:off x="4716463" y="2379663"/>
              <a:ext cx="246062" cy="257175"/>
            </a:xfrm>
            <a:custGeom>
              <a:avLst/>
              <a:gdLst>
                <a:gd name="T0" fmla="*/ 653 w 684"/>
                <a:gd name="T1" fmla="*/ 31 h 716"/>
                <a:gd name="T2" fmla="*/ 491 w 684"/>
                <a:gd name="T3" fmla="*/ 0 h 716"/>
                <a:gd name="T4" fmla="*/ 371 w 684"/>
                <a:gd name="T5" fmla="*/ 0 h 716"/>
                <a:gd name="T6" fmla="*/ 103 w 684"/>
                <a:gd name="T7" fmla="*/ 0 h 716"/>
                <a:gd name="T8" fmla="*/ 0 w 684"/>
                <a:gd name="T9" fmla="*/ 105 h 716"/>
                <a:gd name="T10" fmla="*/ 8 w 684"/>
                <a:gd name="T11" fmla="*/ 714 h 716"/>
                <a:gd name="T12" fmla="*/ 74 w 684"/>
                <a:gd name="T13" fmla="*/ 661 h 716"/>
                <a:gd name="T14" fmla="*/ 144 w 684"/>
                <a:gd name="T15" fmla="*/ 710 h 716"/>
                <a:gd name="T16" fmla="*/ 240 w 684"/>
                <a:gd name="T17" fmla="*/ 710 h 716"/>
                <a:gd name="T18" fmla="*/ 262 w 684"/>
                <a:gd name="T19" fmla="*/ 710 h 716"/>
                <a:gd name="T20" fmla="*/ 361 w 684"/>
                <a:gd name="T21" fmla="*/ 710 h 716"/>
                <a:gd name="T22" fmla="*/ 431 w 684"/>
                <a:gd name="T23" fmla="*/ 661 h 716"/>
                <a:gd name="T24" fmla="*/ 497 w 684"/>
                <a:gd name="T25" fmla="*/ 714 h 716"/>
                <a:gd name="T26" fmla="*/ 505 w 684"/>
                <a:gd name="T27" fmla="*/ 178 h 716"/>
                <a:gd name="T28" fmla="*/ 679 w 684"/>
                <a:gd name="T29" fmla="*/ 174 h 716"/>
                <a:gd name="T30" fmla="*/ 683 w 684"/>
                <a:gd name="T31" fmla="*/ 105 h 716"/>
                <a:gd name="T32" fmla="*/ 653 w 684"/>
                <a:gd name="T33" fmla="*/ 31 h 716"/>
                <a:gd name="T34" fmla="*/ 476 w 684"/>
                <a:gd name="T35" fmla="*/ 664 h 716"/>
                <a:gd name="T36" fmla="*/ 420 w 684"/>
                <a:gd name="T37" fmla="*/ 629 h 716"/>
                <a:gd name="T38" fmla="*/ 322 w 684"/>
                <a:gd name="T39" fmla="*/ 629 h 716"/>
                <a:gd name="T40" fmla="*/ 251 w 684"/>
                <a:gd name="T41" fmla="*/ 679 h 716"/>
                <a:gd name="T42" fmla="*/ 192 w 684"/>
                <a:gd name="T43" fmla="*/ 625 h 716"/>
                <a:gd name="T44" fmla="*/ 134 w 684"/>
                <a:gd name="T45" fmla="*/ 679 h 716"/>
                <a:gd name="T46" fmla="*/ 63 w 684"/>
                <a:gd name="T47" fmla="*/ 629 h 716"/>
                <a:gd name="T48" fmla="*/ 29 w 684"/>
                <a:gd name="T49" fmla="*/ 105 h 716"/>
                <a:gd name="T50" fmla="*/ 223 w 684"/>
                <a:gd name="T51" fmla="*/ 31 h 716"/>
                <a:gd name="T52" fmla="*/ 460 w 684"/>
                <a:gd name="T53" fmla="*/ 31 h 716"/>
                <a:gd name="T54" fmla="*/ 508 w 684"/>
                <a:gd name="T55" fmla="*/ 31 h 716"/>
                <a:gd name="T56" fmla="*/ 476 w 684"/>
                <a:gd name="T57" fmla="*/ 165 h 716"/>
                <a:gd name="T58" fmla="*/ 654 w 684"/>
                <a:gd name="T59" fmla="*/ 149 h 716"/>
                <a:gd name="T60" fmla="*/ 505 w 684"/>
                <a:gd name="T61" fmla="*/ 149 h 716"/>
                <a:gd name="T62" fmla="*/ 530 w 684"/>
                <a:gd name="T63" fmla="*/ 50 h 716"/>
                <a:gd name="T64" fmla="*/ 580 w 684"/>
                <a:gd name="T65" fmla="*/ 31 h 716"/>
                <a:gd name="T66" fmla="*/ 654 w 684"/>
                <a:gd name="T67" fmla="*/ 149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4" h="716">
                  <a:moveTo>
                    <a:pt x="653" y="31"/>
                  </a:moveTo>
                  <a:lnTo>
                    <a:pt x="653" y="31"/>
                  </a:lnTo>
                  <a:cubicBezTo>
                    <a:pt x="635" y="13"/>
                    <a:pt x="608" y="0"/>
                    <a:pt x="580" y="0"/>
                  </a:cubicBezTo>
                  <a:cubicBezTo>
                    <a:pt x="491" y="0"/>
                    <a:pt x="491" y="0"/>
                    <a:pt x="491" y="0"/>
                  </a:cubicBezTo>
                  <a:cubicBezTo>
                    <a:pt x="460" y="0"/>
                    <a:pt x="460" y="0"/>
                    <a:pt x="460" y="0"/>
                  </a:cubicBezTo>
                  <a:cubicBezTo>
                    <a:pt x="371" y="0"/>
                    <a:pt x="371" y="0"/>
                    <a:pt x="371" y="0"/>
                  </a:cubicBezTo>
                  <a:cubicBezTo>
                    <a:pt x="223" y="0"/>
                    <a:pt x="223" y="0"/>
                    <a:pt x="223" y="0"/>
                  </a:cubicBezTo>
                  <a:cubicBezTo>
                    <a:pt x="103" y="0"/>
                    <a:pt x="103" y="0"/>
                    <a:pt x="103" y="0"/>
                  </a:cubicBezTo>
                  <a:cubicBezTo>
                    <a:pt x="75" y="0"/>
                    <a:pt x="49" y="13"/>
                    <a:pt x="29" y="31"/>
                  </a:cubicBezTo>
                  <a:cubicBezTo>
                    <a:pt x="11" y="50"/>
                    <a:pt x="0" y="75"/>
                    <a:pt x="0" y="105"/>
                  </a:cubicBezTo>
                  <a:cubicBezTo>
                    <a:pt x="0" y="700"/>
                    <a:pt x="0" y="700"/>
                    <a:pt x="0" y="700"/>
                  </a:cubicBezTo>
                  <a:cubicBezTo>
                    <a:pt x="0" y="706"/>
                    <a:pt x="3" y="711"/>
                    <a:pt x="8" y="714"/>
                  </a:cubicBezTo>
                  <a:cubicBezTo>
                    <a:pt x="14" y="715"/>
                    <a:pt x="21" y="714"/>
                    <a:pt x="25" y="710"/>
                  </a:cubicBezTo>
                  <a:cubicBezTo>
                    <a:pt x="74" y="661"/>
                    <a:pt x="74" y="661"/>
                    <a:pt x="74" y="661"/>
                  </a:cubicBezTo>
                  <a:cubicBezTo>
                    <a:pt x="123" y="710"/>
                    <a:pt x="123" y="710"/>
                    <a:pt x="123" y="710"/>
                  </a:cubicBezTo>
                  <a:cubicBezTo>
                    <a:pt x="128" y="715"/>
                    <a:pt x="138" y="715"/>
                    <a:pt x="144" y="710"/>
                  </a:cubicBezTo>
                  <a:cubicBezTo>
                    <a:pt x="192" y="661"/>
                    <a:pt x="192" y="661"/>
                    <a:pt x="192" y="661"/>
                  </a:cubicBezTo>
                  <a:cubicBezTo>
                    <a:pt x="240" y="710"/>
                    <a:pt x="240" y="710"/>
                    <a:pt x="240" y="710"/>
                  </a:cubicBezTo>
                  <a:cubicBezTo>
                    <a:pt x="243" y="713"/>
                    <a:pt x="247" y="714"/>
                    <a:pt x="251" y="714"/>
                  </a:cubicBezTo>
                  <a:cubicBezTo>
                    <a:pt x="255" y="714"/>
                    <a:pt x="259" y="713"/>
                    <a:pt x="262" y="710"/>
                  </a:cubicBezTo>
                  <a:cubicBezTo>
                    <a:pt x="312" y="661"/>
                    <a:pt x="312" y="661"/>
                    <a:pt x="312" y="661"/>
                  </a:cubicBezTo>
                  <a:cubicBezTo>
                    <a:pt x="361" y="710"/>
                    <a:pt x="361" y="710"/>
                    <a:pt x="361" y="710"/>
                  </a:cubicBezTo>
                  <a:cubicBezTo>
                    <a:pt x="367" y="715"/>
                    <a:pt x="377" y="715"/>
                    <a:pt x="382" y="710"/>
                  </a:cubicBezTo>
                  <a:cubicBezTo>
                    <a:pt x="431" y="661"/>
                    <a:pt x="431" y="661"/>
                    <a:pt x="431" y="661"/>
                  </a:cubicBezTo>
                  <a:cubicBezTo>
                    <a:pt x="480" y="710"/>
                    <a:pt x="480" y="710"/>
                    <a:pt x="480" y="710"/>
                  </a:cubicBezTo>
                  <a:cubicBezTo>
                    <a:pt x="484" y="714"/>
                    <a:pt x="491" y="715"/>
                    <a:pt x="497" y="714"/>
                  </a:cubicBezTo>
                  <a:cubicBezTo>
                    <a:pt x="502" y="711"/>
                    <a:pt x="505" y="706"/>
                    <a:pt x="505" y="700"/>
                  </a:cubicBezTo>
                  <a:cubicBezTo>
                    <a:pt x="505" y="178"/>
                    <a:pt x="505" y="178"/>
                    <a:pt x="505" y="178"/>
                  </a:cubicBezTo>
                  <a:cubicBezTo>
                    <a:pt x="669" y="178"/>
                    <a:pt x="669" y="178"/>
                    <a:pt x="669" y="178"/>
                  </a:cubicBezTo>
                  <a:cubicBezTo>
                    <a:pt x="672" y="178"/>
                    <a:pt x="676" y="177"/>
                    <a:pt x="679" y="174"/>
                  </a:cubicBezTo>
                  <a:cubicBezTo>
                    <a:pt x="682" y="172"/>
                    <a:pt x="683" y="169"/>
                    <a:pt x="683" y="165"/>
                  </a:cubicBezTo>
                  <a:cubicBezTo>
                    <a:pt x="683" y="105"/>
                    <a:pt x="683" y="105"/>
                    <a:pt x="683" y="105"/>
                  </a:cubicBezTo>
                  <a:lnTo>
                    <a:pt x="683" y="105"/>
                  </a:lnTo>
                  <a:cubicBezTo>
                    <a:pt x="683" y="75"/>
                    <a:pt x="672" y="50"/>
                    <a:pt x="653" y="31"/>
                  </a:cubicBezTo>
                  <a:close/>
                  <a:moveTo>
                    <a:pt x="476" y="664"/>
                  </a:moveTo>
                  <a:lnTo>
                    <a:pt x="476" y="664"/>
                  </a:lnTo>
                  <a:cubicBezTo>
                    <a:pt x="442" y="629"/>
                    <a:pt x="442" y="629"/>
                    <a:pt x="442" y="629"/>
                  </a:cubicBezTo>
                  <a:cubicBezTo>
                    <a:pt x="435" y="623"/>
                    <a:pt x="427" y="623"/>
                    <a:pt x="420" y="629"/>
                  </a:cubicBezTo>
                  <a:cubicBezTo>
                    <a:pt x="371" y="679"/>
                    <a:pt x="371" y="679"/>
                    <a:pt x="371" y="679"/>
                  </a:cubicBezTo>
                  <a:cubicBezTo>
                    <a:pt x="322" y="629"/>
                    <a:pt x="322" y="629"/>
                    <a:pt x="322" y="629"/>
                  </a:cubicBezTo>
                  <a:cubicBezTo>
                    <a:pt x="317" y="623"/>
                    <a:pt x="307" y="623"/>
                    <a:pt x="301" y="629"/>
                  </a:cubicBezTo>
                  <a:cubicBezTo>
                    <a:pt x="251" y="679"/>
                    <a:pt x="251" y="679"/>
                    <a:pt x="251" y="679"/>
                  </a:cubicBezTo>
                  <a:cubicBezTo>
                    <a:pt x="204" y="630"/>
                    <a:pt x="204" y="630"/>
                    <a:pt x="204" y="630"/>
                  </a:cubicBezTo>
                  <a:cubicBezTo>
                    <a:pt x="201" y="628"/>
                    <a:pt x="197" y="625"/>
                    <a:pt x="192" y="625"/>
                  </a:cubicBezTo>
                  <a:cubicBezTo>
                    <a:pt x="188" y="625"/>
                    <a:pt x="186" y="626"/>
                    <a:pt x="183" y="629"/>
                  </a:cubicBezTo>
                  <a:cubicBezTo>
                    <a:pt x="134" y="679"/>
                    <a:pt x="134" y="679"/>
                    <a:pt x="134" y="679"/>
                  </a:cubicBezTo>
                  <a:cubicBezTo>
                    <a:pt x="85" y="629"/>
                    <a:pt x="85" y="629"/>
                    <a:pt x="85" y="629"/>
                  </a:cubicBezTo>
                  <a:cubicBezTo>
                    <a:pt x="78" y="623"/>
                    <a:pt x="70" y="623"/>
                    <a:pt x="63" y="629"/>
                  </a:cubicBezTo>
                  <a:cubicBezTo>
                    <a:pt x="29" y="664"/>
                    <a:pt x="29" y="664"/>
                    <a:pt x="29" y="664"/>
                  </a:cubicBezTo>
                  <a:cubicBezTo>
                    <a:pt x="29" y="105"/>
                    <a:pt x="29" y="105"/>
                    <a:pt x="29" y="105"/>
                  </a:cubicBezTo>
                  <a:cubicBezTo>
                    <a:pt x="29" y="64"/>
                    <a:pt x="63" y="31"/>
                    <a:pt x="103" y="31"/>
                  </a:cubicBezTo>
                  <a:cubicBezTo>
                    <a:pt x="223" y="31"/>
                    <a:pt x="223" y="31"/>
                    <a:pt x="223" y="31"/>
                  </a:cubicBezTo>
                  <a:cubicBezTo>
                    <a:pt x="371" y="31"/>
                    <a:pt x="371" y="31"/>
                    <a:pt x="371" y="31"/>
                  </a:cubicBezTo>
                  <a:cubicBezTo>
                    <a:pt x="460" y="31"/>
                    <a:pt x="460" y="31"/>
                    <a:pt x="460" y="31"/>
                  </a:cubicBezTo>
                  <a:cubicBezTo>
                    <a:pt x="491" y="31"/>
                    <a:pt x="491" y="31"/>
                    <a:pt x="491" y="31"/>
                  </a:cubicBezTo>
                  <a:cubicBezTo>
                    <a:pt x="508" y="31"/>
                    <a:pt x="508" y="31"/>
                    <a:pt x="508" y="31"/>
                  </a:cubicBezTo>
                  <a:cubicBezTo>
                    <a:pt x="488" y="49"/>
                    <a:pt x="476" y="75"/>
                    <a:pt x="476" y="105"/>
                  </a:cubicBezTo>
                  <a:cubicBezTo>
                    <a:pt x="476" y="165"/>
                    <a:pt x="476" y="165"/>
                    <a:pt x="476" y="165"/>
                  </a:cubicBezTo>
                  <a:lnTo>
                    <a:pt x="476" y="664"/>
                  </a:lnTo>
                  <a:close/>
                  <a:moveTo>
                    <a:pt x="654" y="149"/>
                  </a:moveTo>
                  <a:lnTo>
                    <a:pt x="654" y="149"/>
                  </a:lnTo>
                  <a:cubicBezTo>
                    <a:pt x="505" y="149"/>
                    <a:pt x="505" y="149"/>
                    <a:pt x="505" y="149"/>
                  </a:cubicBezTo>
                  <a:cubicBezTo>
                    <a:pt x="505" y="105"/>
                    <a:pt x="505" y="105"/>
                    <a:pt x="505" y="105"/>
                  </a:cubicBezTo>
                  <a:cubicBezTo>
                    <a:pt x="505" y="82"/>
                    <a:pt x="515" y="63"/>
                    <a:pt x="530" y="50"/>
                  </a:cubicBezTo>
                  <a:cubicBezTo>
                    <a:pt x="530" y="49"/>
                    <a:pt x="530" y="49"/>
                    <a:pt x="530" y="49"/>
                  </a:cubicBezTo>
                  <a:cubicBezTo>
                    <a:pt x="544" y="38"/>
                    <a:pt x="561" y="31"/>
                    <a:pt x="580" y="31"/>
                  </a:cubicBezTo>
                  <a:cubicBezTo>
                    <a:pt x="621" y="31"/>
                    <a:pt x="654" y="64"/>
                    <a:pt x="654" y="105"/>
                  </a:cubicBezTo>
                  <a:lnTo>
                    <a:pt x="654" y="1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17D3D6B1-34E3-A350-C9D4-6DA33CF7E038}"/>
                </a:ext>
              </a:extLst>
            </p:cNvPr>
            <p:cNvSpPr>
              <a:spLocks noChangeArrowheads="1"/>
            </p:cNvSpPr>
            <p:nvPr/>
          </p:nvSpPr>
          <p:spPr bwMode="auto">
            <a:xfrm>
              <a:off x="4781550" y="2411413"/>
              <a:ext cx="69850" cy="171450"/>
            </a:xfrm>
            <a:custGeom>
              <a:avLst/>
              <a:gdLst>
                <a:gd name="T0" fmla="*/ 100 w 192"/>
                <a:gd name="T1" fmla="*/ 225 h 478"/>
                <a:gd name="T2" fmla="*/ 100 w 192"/>
                <a:gd name="T3" fmla="*/ 225 h 478"/>
                <a:gd name="T4" fmla="*/ 50 w 192"/>
                <a:gd name="T5" fmla="*/ 195 h 478"/>
                <a:gd name="T6" fmla="*/ 34 w 192"/>
                <a:gd name="T7" fmla="*/ 149 h 478"/>
                <a:gd name="T8" fmla="*/ 50 w 192"/>
                <a:gd name="T9" fmla="*/ 108 h 478"/>
                <a:gd name="T10" fmla="*/ 97 w 192"/>
                <a:gd name="T11" fmla="*/ 89 h 478"/>
                <a:gd name="T12" fmla="*/ 128 w 192"/>
                <a:gd name="T13" fmla="*/ 96 h 478"/>
                <a:gd name="T14" fmla="*/ 145 w 192"/>
                <a:gd name="T15" fmla="*/ 120 h 478"/>
                <a:gd name="T16" fmla="*/ 147 w 192"/>
                <a:gd name="T17" fmla="*/ 131 h 478"/>
                <a:gd name="T18" fmla="*/ 147 w 192"/>
                <a:gd name="T19" fmla="*/ 134 h 478"/>
                <a:gd name="T20" fmla="*/ 147 w 192"/>
                <a:gd name="T21" fmla="*/ 134 h 478"/>
                <a:gd name="T22" fmla="*/ 147 w 192"/>
                <a:gd name="T23" fmla="*/ 134 h 478"/>
                <a:gd name="T24" fmla="*/ 163 w 192"/>
                <a:gd name="T25" fmla="*/ 149 h 478"/>
                <a:gd name="T26" fmla="*/ 178 w 192"/>
                <a:gd name="T27" fmla="*/ 134 h 478"/>
                <a:gd name="T28" fmla="*/ 167 w 192"/>
                <a:gd name="T29" fmla="*/ 98 h 478"/>
                <a:gd name="T30" fmla="*/ 143 w 192"/>
                <a:gd name="T31" fmla="*/ 71 h 478"/>
                <a:gd name="T32" fmla="*/ 118 w 192"/>
                <a:gd name="T33" fmla="*/ 63 h 478"/>
                <a:gd name="T34" fmla="*/ 118 w 192"/>
                <a:gd name="T35" fmla="*/ 16 h 478"/>
                <a:gd name="T36" fmla="*/ 103 w 192"/>
                <a:gd name="T37" fmla="*/ 0 h 478"/>
                <a:gd name="T38" fmla="*/ 89 w 192"/>
                <a:gd name="T39" fmla="*/ 16 h 478"/>
                <a:gd name="T40" fmla="*/ 89 w 192"/>
                <a:gd name="T41" fmla="*/ 60 h 478"/>
                <a:gd name="T42" fmla="*/ 27 w 192"/>
                <a:gd name="T43" fmla="*/ 88 h 478"/>
                <a:gd name="T44" fmla="*/ 4 w 192"/>
                <a:gd name="T45" fmla="*/ 149 h 478"/>
                <a:gd name="T46" fmla="*/ 27 w 192"/>
                <a:gd name="T47" fmla="*/ 214 h 478"/>
                <a:gd name="T48" fmla="*/ 94 w 192"/>
                <a:gd name="T49" fmla="*/ 253 h 478"/>
                <a:gd name="T50" fmla="*/ 145 w 192"/>
                <a:gd name="T51" fmla="*/ 282 h 478"/>
                <a:gd name="T52" fmla="*/ 161 w 192"/>
                <a:gd name="T53" fmla="*/ 328 h 478"/>
                <a:gd name="T54" fmla="*/ 146 w 192"/>
                <a:gd name="T55" fmla="*/ 370 h 478"/>
                <a:gd name="T56" fmla="*/ 97 w 192"/>
                <a:gd name="T57" fmla="*/ 388 h 478"/>
                <a:gd name="T58" fmla="*/ 55 w 192"/>
                <a:gd name="T59" fmla="*/ 380 h 478"/>
                <a:gd name="T60" fmla="*/ 32 w 192"/>
                <a:gd name="T61" fmla="*/ 356 h 478"/>
                <a:gd name="T62" fmla="*/ 29 w 192"/>
                <a:gd name="T63" fmla="*/ 346 h 478"/>
                <a:gd name="T64" fmla="*/ 29 w 192"/>
                <a:gd name="T65" fmla="*/ 343 h 478"/>
                <a:gd name="T66" fmla="*/ 29 w 192"/>
                <a:gd name="T67" fmla="*/ 343 h 478"/>
                <a:gd name="T68" fmla="*/ 29 w 192"/>
                <a:gd name="T69" fmla="*/ 343 h 478"/>
                <a:gd name="T70" fmla="*/ 13 w 192"/>
                <a:gd name="T71" fmla="*/ 328 h 478"/>
                <a:gd name="T72" fmla="*/ 0 w 192"/>
                <a:gd name="T73" fmla="*/ 343 h 478"/>
                <a:gd name="T74" fmla="*/ 0 w 192"/>
                <a:gd name="T75" fmla="*/ 343 h 478"/>
                <a:gd name="T76" fmla="*/ 12 w 192"/>
                <a:gd name="T77" fmla="*/ 381 h 478"/>
                <a:gd name="T78" fmla="*/ 43 w 192"/>
                <a:gd name="T79" fmla="*/ 406 h 478"/>
                <a:gd name="T80" fmla="*/ 89 w 192"/>
                <a:gd name="T81" fmla="*/ 417 h 478"/>
                <a:gd name="T82" fmla="*/ 89 w 192"/>
                <a:gd name="T83" fmla="*/ 462 h 478"/>
                <a:gd name="T84" fmla="*/ 103 w 192"/>
                <a:gd name="T85" fmla="*/ 477 h 478"/>
                <a:gd name="T86" fmla="*/ 118 w 192"/>
                <a:gd name="T87" fmla="*/ 462 h 478"/>
                <a:gd name="T88" fmla="*/ 118 w 192"/>
                <a:gd name="T89" fmla="*/ 416 h 478"/>
                <a:gd name="T90" fmla="*/ 167 w 192"/>
                <a:gd name="T91" fmla="*/ 391 h 478"/>
                <a:gd name="T92" fmla="*/ 191 w 192"/>
                <a:gd name="T93" fmla="*/ 328 h 478"/>
                <a:gd name="T94" fmla="*/ 168 w 192"/>
                <a:gd name="T95" fmla="*/ 264 h 478"/>
                <a:gd name="T96" fmla="*/ 100 w 192"/>
                <a:gd name="T97" fmla="*/ 2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2" h="478">
                  <a:moveTo>
                    <a:pt x="100" y="225"/>
                  </a:moveTo>
                  <a:lnTo>
                    <a:pt x="100" y="225"/>
                  </a:lnTo>
                  <a:cubicBezTo>
                    <a:pt x="78" y="219"/>
                    <a:pt x="61" y="208"/>
                    <a:pt x="50" y="195"/>
                  </a:cubicBezTo>
                  <a:cubicBezTo>
                    <a:pt x="39" y="182"/>
                    <a:pt x="34" y="165"/>
                    <a:pt x="34" y="149"/>
                  </a:cubicBezTo>
                  <a:cubicBezTo>
                    <a:pt x="34" y="133"/>
                    <a:pt x="39" y="119"/>
                    <a:pt x="50" y="108"/>
                  </a:cubicBezTo>
                  <a:cubicBezTo>
                    <a:pt x="60" y="98"/>
                    <a:pt x="75" y="89"/>
                    <a:pt x="97" y="89"/>
                  </a:cubicBezTo>
                  <a:cubicBezTo>
                    <a:pt x="111" y="89"/>
                    <a:pt x="121" y="94"/>
                    <a:pt x="128" y="96"/>
                  </a:cubicBezTo>
                  <a:cubicBezTo>
                    <a:pt x="138" y="103"/>
                    <a:pt x="142" y="112"/>
                    <a:pt x="145" y="120"/>
                  </a:cubicBezTo>
                  <a:cubicBezTo>
                    <a:pt x="146" y="124"/>
                    <a:pt x="147" y="129"/>
                    <a:pt x="147" y="131"/>
                  </a:cubicBezTo>
                  <a:cubicBezTo>
                    <a:pt x="147" y="134"/>
                    <a:pt x="147" y="134"/>
                    <a:pt x="147" y="134"/>
                  </a:cubicBezTo>
                  <a:lnTo>
                    <a:pt x="147" y="134"/>
                  </a:lnTo>
                  <a:lnTo>
                    <a:pt x="147" y="134"/>
                  </a:lnTo>
                  <a:cubicBezTo>
                    <a:pt x="147" y="142"/>
                    <a:pt x="154" y="149"/>
                    <a:pt x="163" y="149"/>
                  </a:cubicBezTo>
                  <a:cubicBezTo>
                    <a:pt x="171" y="149"/>
                    <a:pt x="178" y="142"/>
                    <a:pt x="178" y="134"/>
                  </a:cubicBezTo>
                  <a:cubicBezTo>
                    <a:pt x="178" y="133"/>
                    <a:pt x="178" y="116"/>
                    <a:pt x="167" y="98"/>
                  </a:cubicBezTo>
                  <a:cubicBezTo>
                    <a:pt x="163" y="88"/>
                    <a:pt x="154" y="78"/>
                    <a:pt x="143" y="71"/>
                  </a:cubicBezTo>
                  <a:cubicBezTo>
                    <a:pt x="136" y="67"/>
                    <a:pt x="128" y="64"/>
                    <a:pt x="118" y="63"/>
                  </a:cubicBezTo>
                  <a:cubicBezTo>
                    <a:pt x="118" y="16"/>
                    <a:pt x="118" y="16"/>
                    <a:pt x="118" y="16"/>
                  </a:cubicBezTo>
                  <a:cubicBezTo>
                    <a:pt x="118" y="7"/>
                    <a:pt x="111" y="0"/>
                    <a:pt x="103" y="0"/>
                  </a:cubicBezTo>
                  <a:cubicBezTo>
                    <a:pt x="94" y="0"/>
                    <a:pt x="89" y="7"/>
                    <a:pt x="89" y="16"/>
                  </a:cubicBezTo>
                  <a:cubicBezTo>
                    <a:pt x="89" y="60"/>
                    <a:pt x="89" y="60"/>
                    <a:pt x="89" y="60"/>
                  </a:cubicBezTo>
                  <a:cubicBezTo>
                    <a:pt x="62" y="63"/>
                    <a:pt x="43" y="73"/>
                    <a:pt x="27" y="88"/>
                  </a:cubicBezTo>
                  <a:cubicBezTo>
                    <a:pt x="12" y="105"/>
                    <a:pt x="4" y="127"/>
                    <a:pt x="4" y="149"/>
                  </a:cubicBezTo>
                  <a:cubicBezTo>
                    <a:pt x="4" y="172"/>
                    <a:pt x="12" y="194"/>
                    <a:pt x="27" y="214"/>
                  </a:cubicBezTo>
                  <a:cubicBezTo>
                    <a:pt x="43" y="233"/>
                    <a:pt x="65" y="247"/>
                    <a:pt x="94" y="253"/>
                  </a:cubicBezTo>
                  <a:cubicBezTo>
                    <a:pt x="118" y="258"/>
                    <a:pt x="133" y="269"/>
                    <a:pt x="145" y="282"/>
                  </a:cubicBezTo>
                  <a:cubicBezTo>
                    <a:pt x="156" y="296"/>
                    <a:pt x="161" y="313"/>
                    <a:pt x="161" y="328"/>
                  </a:cubicBezTo>
                  <a:cubicBezTo>
                    <a:pt x="161" y="345"/>
                    <a:pt x="156" y="359"/>
                    <a:pt x="146" y="370"/>
                  </a:cubicBezTo>
                  <a:cubicBezTo>
                    <a:pt x="135" y="380"/>
                    <a:pt x="121" y="388"/>
                    <a:pt x="97" y="388"/>
                  </a:cubicBezTo>
                  <a:cubicBezTo>
                    <a:pt x="78" y="388"/>
                    <a:pt x="65" y="384"/>
                    <a:pt x="55" y="380"/>
                  </a:cubicBezTo>
                  <a:cubicBezTo>
                    <a:pt x="41" y="373"/>
                    <a:pt x="36" y="364"/>
                    <a:pt x="32" y="356"/>
                  </a:cubicBezTo>
                  <a:cubicBezTo>
                    <a:pt x="30" y="352"/>
                    <a:pt x="30" y="349"/>
                    <a:pt x="29" y="346"/>
                  </a:cubicBezTo>
                  <a:cubicBezTo>
                    <a:pt x="29" y="343"/>
                    <a:pt x="29" y="343"/>
                    <a:pt x="29" y="343"/>
                  </a:cubicBezTo>
                  <a:lnTo>
                    <a:pt x="29" y="343"/>
                  </a:lnTo>
                  <a:lnTo>
                    <a:pt x="29" y="343"/>
                  </a:lnTo>
                  <a:cubicBezTo>
                    <a:pt x="29" y="335"/>
                    <a:pt x="22" y="328"/>
                    <a:pt x="13" y="328"/>
                  </a:cubicBezTo>
                  <a:cubicBezTo>
                    <a:pt x="5" y="328"/>
                    <a:pt x="0" y="335"/>
                    <a:pt x="0" y="343"/>
                  </a:cubicBezTo>
                  <a:lnTo>
                    <a:pt x="0" y="343"/>
                  </a:lnTo>
                  <a:cubicBezTo>
                    <a:pt x="0" y="345"/>
                    <a:pt x="0" y="363"/>
                    <a:pt x="12" y="381"/>
                  </a:cubicBezTo>
                  <a:cubicBezTo>
                    <a:pt x="19" y="391"/>
                    <a:pt x="29" y="400"/>
                    <a:pt x="43" y="406"/>
                  </a:cubicBezTo>
                  <a:cubicBezTo>
                    <a:pt x="55" y="412"/>
                    <a:pt x="71" y="416"/>
                    <a:pt x="89" y="417"/>
                  </a:cubicBezTo>
                  <a:cubicBezTo>
                    <a:pt x="89" y="462"/>
                    <a:pt x="89" y="462"/>
                    <a:pt x="89" y="462"/>
                  </a:cubicBezTo>
                  <a:cubicBezTo>
                    <a:pt x="89" y="470"/>
                    <a:pt x="94" y="477"/>
                    <a:pt x="103" y="477"/>
                  </a:cubicBezTo>
                  <a:cubicBezTo>
                    <a:pt x="111" y="477"/>
                    <a:pt x="118" y="470"/>
                    <a:pt x="118" y="462"/>
                  </a:cubicBezTo>
                  <a:cubicBezTo>
                    <a:pt x="118" y="416"/>
                    <a:pt x="118" y="416"/>
                    <a:pt x="118" y="416"/>
                  </a:cubicBezTo>
                  <a:cubicBezTo>
                    <a:pt x="138" y="412"/>
                    <a:pt x="156" y="403"/>
                    <a:pt x="167" y="391"/>
                  </a:cubicBezTo>
                  <a:cubicBezTo>
                    <a:pt x="184" y="374"/>
                    <a:pt x="191" y="352"/>
                    <a:pt x="191" y="328"/>
                  </a:cubicBezTo>
                  <a:cubicBezTo>
                    <a:pt x="191" y="306"/>
                    <a:pt x="184" y="283"/>
                    <a:pt x="168" y="264"/>
                  </a:cubicBezTo>
                  <a:cubicBezTo>
                    <a:pt x="153" y="244"/>
                    <a:pt x="129" y="230"/>
                    <a:pt x="100" y="2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4C224946-EA42-FCF3-3022-F988EB56D48A}"/>
              </a:ext>
            </a:extLst>
          </p:cNvPr>
          <p:cNvGrpSpPr/>
          <p:nvPr/>
        </p:nvGrpSpPr>
        <p:grpSpPr>
          <a:xfrm>
            <a:off x="6750719" y="1532633"/>
            <a:ext cx="247650" cy="236537"/>
            <a:chOff x="5722938" y="1893888"/>
            <a:chExt cx="247650" cy="236537"/>
          </a:xfrm>
          <a:solidFill>
            <a:schemeClr val="accent4"/>
          </a:solidFill>
        </p:grpSpPr>
        <p:sp>
          <p:nvSpPr>
            <p:cNvPr id="128" name="Freeform 104">
              <a:extLst>
                <a:ext uri="{FF2B5EF4-FFF2-40B4-BE49-F238E27FC236}">
                  <a16:creationId xmlns:a16="http://schemas.microsoft.com/office/drawing/2014/main" id="{AF26CDF7-579C-9DBD-E118-1447AE2D80DA}"/>
                </a:ext>
              </a:extLst>
            </p:cNvPr>
            <p:cNvSpPr>
              <a:spLocks noChangeArrowheads="1"/>
            </p:cNvSpPr>
            <p:nvPr/>
          </p:nvSpPr>
          <p:spPr bwMode="auto">
            <a:xfrm>
              <a:off x="5722938" y="1893888"/>
              <a:ext cx="119062" cy="236537"/>
            </a:xfrm>
            <a:custGeom>
              <a:avLst/>
              <a:gdLst>
                <a:gd name="T0" fmla="*/ 0 w 329"/>
                <a:gd name="T1" fmla="*/ 372 h 655"/>
                <a:gd name="T2" fmla="*/ 14 w 329"/>
                <a:gd name="T3" fmla="*/ 594 h 655"/>
                <a:gd name="T4" fmla="*/ 276 w 329"/>
                <a:gd name="T5" fmla="*/ 626 h 655"/>
                <a:gd name="T6" fmla="*/ 328 w 329"/>
                <a:gd name="T7" fmla="*/ 551 h 655"/>
                <a:gd name="T8" fmla="*/ 328 w 329"/>
                <a:gd name="T9" fmla="*/ 372 h 655"/>
                <a:gd name="T10" fmla="*/ 328 w 329"/>
                <a:gd name="T11" fmla="*/ 104 h 655"/>
                <a:gd name="T12" fmla="*/ 163 w 329"/>
                <a:gd name="T13" fmla="*/ 0 h 655"/>
                <a:gd name="T14" fmla="*/ 0 w 329"/>
                <a:gd name="T15" fmla="*/ 104 h 655"/>
                <a:gd name="T16" fmla="*/ 0 w 329"/>
                <a:gd name="T17" fmla="*/ 283 h 655"/>
                <a:gd name="T18" fmla="*/ 282 w 329"/>
                <a:gd name="T19" fmla="*/ 495 h 655"/>
                <a:gd name="T20" fmla="*/ 235 w 329"/>
                <a:gd name="T21" fmla="*/ 524 h 655"/>
                <a:gd name="T22" fmla="*/ 46 w 329"/>
                <a:gd name="T23" fmla="*/ 495 h 655"/>
                <a:gd name="T24" fmla="*/ 46 w 329"/>
                <a:gd name="T25" fmla="*/ 495 h 655"/>
                <a:gd name="T26" fmla="*/ 84 w 329"/>
                <a:gd name="T27" fmla="*/ 463 h 655"/>
                <a:gd name="T28" fmla="*/ 297 w 329"/>
                <a:gd name="T29" fmla="*/ 432 h 655"/>
                <a:gd name="T30" fmla="*/ 297 w 329"/>
                <a:gd name="T31" fmla="*/ 372 h 655"/>
                <a:gd name="T32" fmla="*/ 282 w 329"/>
                <a:gd name="T33" fmla="*/ 406 h 655"/>
                <a:gd name="T34" fmla="*/ 94 w 329"/>
                <a:gd name="T35" fmla="*/ 435 h 655"/>
                <a:gd name="T36" fmla="*/ 30 w 329"/>
                <a:gd name="T37" fmla="*/ 372 h 655"/>
                <a:gd name="T38" fmla="*/ 163 w 329"/>
                <a:gd name="T39" fmla="*/ 386 h 655"/>
                <a:gd name="T40" fmla="*/ 297 w 329"/>
                <a:gd name="T41" fmla="*/ 372 h 655"/>
                <a:gd name="T42" fmla="*/ 297 w 329"/>
                <a:gd name="T43" fmla="*/ 194 h 655"/>
                <a:gd name="T44" fmla="*/ 235 w 329"/>
                <a:gd name="T45" fmla="*/ 256 h 655"/>
                <a:gd name="T46" fmla="*/ 46 w 329"/>
                <a:gd name="T47" fmla="*/ 227 h 655"/>
                <a:gd name="T48" fmla="*/ 30 w 329"/>
                <a:gd name="T49" fmla="*/ 164 h 655"/>
                <a:gd name="T50" fmla="*/ 276 w 329"/>
                <a:gd name="T51" fmla="*/ 180 h 655"/>
                <a:gd name="T52" fmla="*/ 84 w 329"/>
                <a:gd name="T53" fmla="*/ 284 h 655"/>
                <a:gd name="T54" fmla="*/ 244 w 329"/>
                <a:gd name="T55" fmla="*/ 284 h 655"/>
                <a:gd name="T56" fmla="*/ 297 w 329"/>
                <a:gd name="T57" fmla="*/ 283 h 655"/>
                <a:gd name="T58" fmla="*/ 235 w 329"/>
                <a:gd name="T59" fmla="*/ 346 h 655"/>
                <a:gd name="T60" fmla="*/ 46 w 329"/>
                <a:gd name="T61" fmla="*/ 316 h 655"/>
                <a:gd name="T62" fmla="*/ 30 w 329"/>
                <a:gd name="T63" fmla="*/ 254 h 655"/>
                <a:gd name="T64" fmla="*/ 242 w 329"/>
                <a:gd name="T65" fmla="*/ 611 h 655"/>
                <a:gd name="T66" fmla="*/ 39 w 329"/>
                <a:gd name="T67" fmla="*/ 576 h 655"/>
                <a:gd name="T68" fmla="*/ 30 w 329"/>
                <a:gd name="T69" fmla="*/ 551 h 655"/>
                <a:gd name="T70" fmla="*/ 163 w 329"/>
                <a:gd name="T71" fmla="*/ 565 h 655"/>
                <a:gd name="T72" fmla="*/ 297 w 329"/>
                <a:gd name="T73" fmla="*/ 551 h 655"/>
                <a:gd name="T74" fmla="*/ 242 w 329"/>
                <a:gd name="T75" fmla="*/ 611 h 655"/>
                <a:gd name="T76" fmla="*/ 87 w 329"/>
                <a:gd name="T77" fmla="*/ 44 h 655"/>
                <a:gd name="T78" fmla="*/ 289 w 329"/>
                <a:gd name="T79" fmla="*/ 78 h 655"/>
                <a:gd name="T80" fmla="*/ 242 w 329"/>
                <a:gd name="T81" fmla="*/ 164 h 655"/>
                <a:gd name="T82" fmla="*/ 39 w 329"/>
                <a:gd name="T83" fmla="*/ 130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329" h="655">
                  <a:moveTo>
                    <a:pt x="0" y="283"/>
                  </a:moveTo>
                  <a:lnTo>
                    <a:pt x="0" y="283"/>
                  </a:lnTo>
                  <a:cubicBezTo>
                    <a:pt x="0" y="372"/>
                    <a:pt x="0" y="372"/>
                    <a:pt x="0" y="372"/>
                  </a:cubicBezTo>
                  <a:cubicBezTo>
                    <a:pt x="0" y="461"/>
                    <a:pt x="0" y="461"/>
                    <a:pt x="0" y="461"/>
                  </a:cubicBezTo>
                  <a:cubicBezTo>
                    <a:pt x="0" y="551"/>
                    <a:pt x="0" y="551"/>
                    <a:pt x="0" y="551"/>
                  </a:cubicBezTo>
                  <a:cubicBezTo>
                    <a:pt x="0" y="566"/>
                    <a:pt x="6" y="581"/>
                    <a:pt x="14" y="594"/>
                  </a:cubicBezTo>
                  <a:cubicBezTo>
                    <a:pt x="28" y="613"/>
                    <a:pt x="49" y="627"/>
                    <a:pt x="76" y="639"/>
                  </a:cubicBezTo>
                  <a:cubicBezTo>
                    <a:pt x="101" y="648"/>
                    <a:pt x="131" y="654"/>
                    <a:pt x="163" y="654"/>
                  </a:cubicBezTo>
                  <a:cubicBezTo>
                    <a:pt x="207" y="654"/>
                    <a:pt x="247" y="644"/>
                    <a:pt x="276" y="626"/>
                  </a:cubicBezTo>
                  <a:cubicBezTo>
                    <a:pt x="292" y="618"/>
                    <a:pt x="304" y="606"/>
                    <a:pt x="313" y="594"/>
                  </a:cubicBezTo>
                  <a:cubicBezTo>
                    <a:pt x="322" y="581"/>
                    <a:pt x="328" y="566"/>
                    <a:pt x="328" y="551"/>
                  </a:cubicBezTo>
                  <a:lnTo>
                    <a:pt x="328" y="551"/>
                  </a:lnTo>
                  <a:lnTo>
                    <a:pt x="328" y="551"/>
                  </a:lnTo>
                  <a:cubicBezTo>
                    <a:pt x="328" y="461"/>
                    <a:pt x="328" y="461"/>
                    <a:pt x="328" y="461"/>
                  </a:cubicBezTo>
                  <a:cubicBezTo>
                    <a:pt x="328" y="372"/>
                    <a:pt x="328" y="372"/>
                    <a:pt x="328" y="372"/>
                  </a:cubicBezTo>
                  <a:cubicBezTo>
                    <a:pt x="328" y="283"/>
                    <a:pt x="328" y="283"/>
                    <a:pt x="328" y="283"/>
                  </a:cubicBezTo>
                  <a:cubicBezTo>
                    <a:pt x="328" y="194"/>
                    <a:pt x="328" y="194"/>
                    <a:pt x="328" y="194"/>
                  </a:cubicBezTo>
                  <a:cubicBezTo>
                    <a:pt x="328" y="104"/>
                    <a:pt x="328" y="104"/>
                    <a:pt x="328" y="104"/>
                  </a:cubicBezTo>
                  <a:cubicBezTo>
                    <a:pt x="328" y="88"/>
                    <a:pt x="322" y="74"/>
                    <a:pt x="313" y="61"/>
                  </a:cubicBezTo>
                  <a:cubicBezTo>
                    <a:pt x="300" y="42"/>
                    <a:pt x="278" y="26"/>
                    <a:pt x="253" y="17"/>
                  </a:cubicBezTo>
                  <a:cubicBezTo>
                    <a:pt x="226" y="5"/>
                    <a:pt x="197" y="0"/>
                    <a:pt x="163" y="0"/>
                  </a:cubicBezTo>
                  <a:cubicBezTo>
                    <a:pt x="120" y="0"/>
                    <a:pt x="81" y="11"/>
                    <a:pt x="50" y="28"/>
                  </a:cubicBezTo>
                  <a:cubicBezTo>
                    <a:pt x="37" y="37"/>
                    <a:pt x="24" y="47"/>
                    <a:pt x="14" y="61"/>
                  </a:cubicBezTo>
                  <a:cubicBezTo>
                    <a:pt x="6" y="74"/>
                    <a:pt x="0" y="88"/>
                    <a:pt x="0" y="104"/>
                  </a:cubicBezTo>
                  <a:lnTo>
                    <a:pt x="0" y="104"/>
                  </a:lnTo>
                  <a:cubicBezTo>
                    <a:pt x="0" y="194"/>
                    <a:pt x="0" y="194"/>
                    <a:pt x="0" y="194"/>
                  </a:cubicBezTo>
                  <a:lnTo>
                    <a:pt x="0" y="283"/>
                  </a:lnTo>
                  <a:close/>
                  <a:moveTo>
                    <a:pt x="297" y="461"/>
                  </a:moveTo>
                  <a:lnTo>
                    <a:pt x="297" y="461"/>
                  </a:lnTo>
                  <a:cubicBezTo>
                    <a:pt x="297" y="473"/>
                    <a:pt x="293" y="484"/>
                    <a:pt x="282" y="495"/>
                  </a:cubicBezTo>
                  <a:lnTo>
                    <a:pt x="282" y="495"/>
                  </a:lnTo>
                  <a:lnTo>
                    <a:pt x="282" y="495"/>
                  </a:lnTo>
                  <a:cubicBezTo>
                    <a:pt x="271" y="506"/>
                    <a:pt x="254" y="517"/>
                    <a:pt x="235" y="524"/>
                  </a:cubicBezTo>
                  <a:cubicBezTo>
                    <a:pt x="214" y="531"/>
                    <a:pt x="190" y="535"/>
                    <a:pt x="163" y="535"/>
                  </a:cubicBezTo>
                  <a:cubicBezTo>
                    <a:pt x="138" y="535"/>
                    <a:pt x="113" y="531"/>
                    <a:pt x="94" y="524"/>
                  </a:cubicBezTo>
                  <a:cubicBezTo>
                    <a:pt x="73" y="517"/>
                    <a:pt x="56" y="506"/>
                    <a:pt x="46" y="495"/>
                  </a:cubicBezTo>
                  <a:lnTo>
                    <a:pt x="46" y="495"/>
                  </a:lnTo>
                  <a:lnTo>
                    <a:pt x="46" y="495"/>
                  </a:lnTo>
                  <a:lnTo>
                    <a:pt x="46" y="495"/>
                  </a:lnTo>
                  <a:cubicBezTo>
                    <a:pt x="35" y="484"/>
                    <a:pt x="30" y="473"/>
                    <a:pt x="30" y="461"/>
                  </a:cubicBezTo>
                  <a:cubicBezTo>
                    <a:pt x="30" y="432"/>
                    <a:pt x="30" y="432"/>
                    <a:pt x="30" y="432"/>
                  </a:cubicBezTo>
                  <a:cubicBezTo>
                    <a:pt x="45" y="445"/>
                    <a:pt x="63" y="456"/>
                    <a:pt x="84" y="463"/>
                  </a:cubicBezTo>
                  <a:cubicBezTo>
                    <a:pt x="108" y="471"/>
                    <a:pt x="134" y="475"/>
                    <a:pt x="163" y="475"/>
                  </a:cubicBezTo>
                  <a:cubicBezTo>
                    <a:pt x="193" y="475"/>
                    <a:pt x="221" y="471"/>
                    <a:pt x="244" y="463"/>
                  </a:cubicBezTo>
                  <a:cubicBezTo>
                    <a:pt x="265" y="456"/>
                    <a:pt x="283" y="445"/>
                    <a:pt x="297" y="432"/>
                  </a:cubicBezTo>
                  <a:lnTo>
                    <a:pt x="297" y="461"/>
                  </a:lnTo>
                  <a:close/>
                  <a:moveTo>
                    <a:pt x="297" y="372"/>
                  </a:moveTo>
                  <a:lnTo>
                    <a:pt x="297" y="372"/>
                  </a:lnTo>
                  <a:lnTo>
                    <a:pt x="297" y="372"/>
                  </a:lnTo>
                  <a:cubicBezTo>
                    <a:pt x="297" y="383"/>
                    <a:pt x="293" y="394"/>
                    <a:pt x="282" y="406"/>
                  </a:cubicBezTo>
                  <a:lnTo>
                    <a:pt x="282" y="406"/>
                  </a:lnTo>
                  <a:cubicBezTo>
                    <a:pt x="271" y="417"/>
                    <a:pt x="254" y="428"/>
                    <a:pt x="235" y="435"/>
                  </a:cubicBezTo>
                  <a:cubicBezTo>
                    <a:pt x="214" y="442"/>
                    <a:pt x="190" y="446"/>
                    <a:pt x="163" y="446"/>
                  </a:cubicBezTo>
                  <a:cubicBezTo>
                    <a:pt x="138" y="446"/>
                    <a:pt x="113" y="442"/>
                    <a:pt x="94" y="435"/>
                  </a:cubicBezTo>
                  <a:cubicBezTo>
                    <a:pt x="73" y="428"/>
                    <a:pt x="56" y="417"/>
                    <a:pt x="46" y="406"/>
                  </a:cubicBezTo>
                  <a:lnTo>
                    <a:pt x="46" y="406"/>
                  </a:lnTo>
                  <a:cubicBezTo>
                    <a:pt x="35" y="394"/>
                    <a:pt x="30" y="383"/>
                    <a:pt x="30" y="372"/>
                  </a:cubicBezTo>
                  <a:cubicBezTo>
                    <a:pt x="30" y="343"/>
                    <a:pt x="30" y="343"/>
                    <a:pt x="30" y="343"/>
                  </a:cubicBezTo>
                  <a:cubicBezTo>
                    <a:pt x="45" y="355"/>
                    <a:pt x="63" y="367"/>
                    <a:pt x="84" y="374"/>
                  </a:cubicBezTo>
                  <a:cubicBezTo>
                    <a:pt x="108" y="382"/>
                    <a:pt x="134" y="386"/>
                    <a:pt x="163" y="386"/>
                  </a:cubicBezTo>
                  <a:cubicBezTo>
                    <a:pt x="193" y="386"/>
                    <a:pt x="221" y="382"/>
                    <a:pt x="244" y="374"/>
                  </a:cubicBezTo>
                  <a:cubicBezTo>
                    <a:pt x="265" y="367"/>
                    <a:pt x="283" y="355"/>
                    <a:pt x="297" y="343"/>
                  </a:cubicBezTo>
                  <a:lnTo>
                    <a:pt x="297" y="372"/>
                  </a:lnTo>
                  <a:close/>
                  <a:moveTo>
                    <a:pt x="297" y="194"/>
                  </a:moveTo>
                  <a:lnTo>
                    <a:pt x="297" y="194"/>
                  </a:lnTo>
                  <a:lnTo>
                    <a:pt x="297" y="194"/>
                  </a:lnTo>
                  <a:cubicBezTo>
                    <a:pt x="297" y="205"/>
                    <a:pt x="293" y="216"/>
                    <a:pt x="282" y="227"/>
                  </a:cubicBezTo>
                  <a:lnTo>
                    <a:pt x="282" y="227"/>
                  </a:lnTo>
                  <a:cubicBezTo>
                    <a:pt x="271" y="238"/>
                    <a:pt x="254" y="249"/>
                    <a:pt x="235" y="256"/>
                  </a:cubicBezTo>
                  <a:cubicBezTo>
                    <a:pt x="214" y="263"/>
                    <a:pt x="190" y="268"/>
                    <a:pt x="163" y="268"/>
                  </a:cubicBezTo>
                  <a:cubicBezTo>
                    <a:pt x="138" y="268"/>
                    <a:pt x="113" y="263"/>
                    <a:pt x="94" y="256"/>
                  </a:cubicBezTo>
                  <a:cubicBezTo>
                    <a:pt x="73" y="249"/>
                    <a:pt x="56" y="238"/>
                    <a:pt x="46" y="227"/>
                  </a:cubicBezTo>
                  <a:lnTo>
                    <a:pt x="46" y="227"/>
                  </a:lnTo>
                  <a:cubicBezTo>
                    <a:pt x="35" y="216"/>
                    <a:pt x="30" y="205"/>
                    <a:pt x="30" y="194"/>
                  </a:cubicBezTo>
                  <a:cubicBezTo>
                    <a:pt x="30" y="164"/>
                    <a:pt x="30" y="164"/>
                    <a:pt x="30" y="164"/>
                  </a:cubicBezTo>
                  <a:cubicBezTo>
                    <a:pt x="42" y="176"/>
                    <a:pt x="57" y="185"/>
                    <a:pt x="76" y="192"/>
                  </a:cubicBezTo>
                  <a:cubicBezTo>
                    <a:pt x="101" y="202"/>
                    <a:pt x="131" y="208"/>
                    <a:pt x="163" y="208"/>
                  </a:cubicBezTo>
                  <a:cubicBezTo>
                    <a:pt x="207" y="208"/>
                    <a:pt x="247" y="198"/>
                    <a:pt x="276" y="180"/>
                  </a:cubicBezTo>
                  <a:cubicBezTo>
                    <a:pt x="285" y="176"/>
                    <a:pt x="292" y="170"/>
                    <a:pt x="297" y="164"/>
                  </a:cubicBezTo>
                  <a:lnTo>
                    <a:pt x="297" y="194"/>
                  </a:lnTo>
                  <a:close/>
                  <a:moveTo>
                    <a:pt x="84" y="284"/>
                  </a:moveTo>
                  <a:lnTo>
                    <a:pt x="84" y="284"/>
                  </a:lnTo>
                  <a:cubicBezTo>
                    <a:pt x="108" y="293"/>
                    <a:pt x="134" y="297"/>
                    <a:pt x="163" y="297"/>
                  </a:cubicBezTo>
                  <a:cubicBezTo>
                    <a:pt x="193" y="297"/>
                    <a:pt x="221" y="293"/>
                    <a:pt x="244" y="284"/>
                  </a:cubicBezTo>
                  <a:cubicBezTo>
                    <a:pt x="265" y="277"/>
                    <a:pt x="283" y="266"/>
                    <a:pt x="297" y="254"/>
                  </a:cubicBezTo>
                  <a:cubicBezTo>
                    <a:pt x="297" y="283"/>
                    <a:pt x="297" y="283"/>
                    <a:pt x="297" y="283"/>
                  </a:cubicBezTo>
                  <a:lnTo>
                    <a:pt x="297" y="283"/>
                  </a:lnTo>
                  <a:cubicBezTo>
                    <a:pt x="297" y="294"/>
                    <a:pt x="293" y="305"/>
                    <a:pt x="282" y="316"/>
                  </a:cubicBezTo>
                  <a:lnTo>
                    <a:pt x="282" y="316"/>
                  </a:lnTo>
                  <a:cubicBezTo>
                    <a:pt x="271" y="328"/>
                    <a:pt x="254" y="339"/>
                    <a:pt x="235" y="346"/>
                  </a:cubicBezTo>
                  <a:cubicBezTo>
                    <a:pt x="214" y="353"/>
                    <a:pt x="190" y="357"/>
                    <a:pt x="163" y="357"/>
                  </a:cubicBezTo>
                  <a:cubicBezTo>
                    <a:pt x="138" y="357"/>
                    <a:pt x="113" y="353"/>
                    <a:pt x="94" y="346"/>
                  </a:cubicBezTo>
                  <a:cubicBezTo>
                    <a:pt x="73" y="339"/>
                    <a:pt x="56" y="328"/>
                    <a:pt x="46" y="316"/>
                  </a:cubicBezTo>
                  <a:lnTo>
                    <a:pt x="46" y="316"/>
                  </a:lnTo>
                  <a:cubicBezTo>
                    <a:pt x="35" y="305"/>
                    <a:pt x="30" y="294"/>
                    <a:pt x="30" y="283"/>
                  </a:cubicBezTo>
                  <a:cubicBezTo>
                    <a:pt x="30" y="254"/>
                    <a:pt x="30" y="254"/>
                    <a:pt x="30" y="254"/>
                  </a:cubicBezTo>
                  <a:cubicBezTo>
                    <a:pt x="45" y="266"/>
                    <a:pt x="63" y="277"/>
                    <a:pt x="84" y="284"/>
                  </a:cubicBezTo>
                  <a:close/>
                  <a:moveTo>
                    <a:pt x="242" y="611"/>
                  </a:moveTo>
                  <a:lnTo>
                    <a:pt x="242" y="611"/>
                  </a:lnTo>
                  <a:cubicBezTo>
                    <a:pt x="219" y="619"/>
                    <a:pt x="193" y="625"/>
                    <a:pt x="163" y="625"/>
                  </a:cubicBezTo>
                  <a:cubicBezTo>
                    <a:pt x="126" y="625"/>
                    <a:pt x="91" y="615"/>
                    <a:pt x="66" y="601"/>
                  </a:cubicBezTo>
                  <a:cubicBezTo>
                    <a:pt x="55" y="594"/>
                    <a:pt x="45" y="586"/>
                    <a:pt x="39" y="576"/>
                  </a:cubicBezTo>
                  <a:cubicBezTo>
                    <a:pt x="32" y="567"/>
                    <a:pt x="30" y="559"/>
                    <a:pt x="30" y="551"/>
                  </a:cubicBezTo>
                  <a:lnTo>
                    <a:pt x="30" y="551"/>
                  </a:lnTo>
                  <a:lnTo>
                    <a:pt x="30" y="551"/>
                  </a:lnTo>
                  <a:cubicBezTo>
                    <a:pt x="30" y="521"/>
                    <a:pt x="30" y="521"/>
                    <a:pt x="30" y="521"/>
                  </a:cubicBezTo>
                  <a:cubicBezTo>
                    <a:pt x="45" y="534"/>
                    <a:pt x="63" y="545"/>
                    <a:pt x="84" y="552"/>
                  </a:cubicBezTo>
                  <a:cubicBezTo>
                    <a:pt x="108" y="560"/>
                    <a:pt x="134" y="565"/>
                    <a:pt x="163" y="565"/>
                  </a:cubicBezTo>
                  <a:cubicBezTo>
                    <a:pt x="193" y="565"/>
                    <a:pt x="221" y="560"/>
                    <a:pt x="244" y="552"/>
                  </a:cubicBezTo>
                  <a:cubicBezTo>
                    <a:pt x="265" y="545"/>
                    <a:pt x="283" y="534"/>
                    <a:pt x="297" y="521"/>
                  </a:cubicBezTo>
                  <a:cubicBezTo>
                    <a:pt x="297" y="551"/>
                    <a:pt x="297" y="551"/>
                    <a:pt x="297" y="551"/>
                  </a:cubicBezTo>
                  <a:lnTo>
                    <a:pt x="297" y="551"/>
                  </a:lnTo>
                  <a:cubicBezTo>
                    <a:pt x="297" y="559"/>
                    <a:pt x="295" y="567"/>
                    <a:pt x="289" y="576"/>
                  </a:cubicBezTo>
                  <a:cubicBezTo>
                    <a:pt x="279" y="590"/>
                    <a:pt x="264" y="602"/>
                    <a:pt x="242" y="611"/>
                  </a:cubicBezTo>
                  <a:close/>
                  <a:moveTo>
                    <a:pt x="39" y="78"/>
                  </a:moveTo>
                  <a:lnTo>
                    <a:pt x="39" y="78"/>
                  </a:lnTo>
                  <a:cubicBezTo>
                    <a:pt x="48" y="65"/>
                    <a:pt x="64" y="53"/>
                    <a:pt x="87" y="44"/>
                  </a:cubicBezTo>
                  <a:cubicBezTo>
                    <a:pt x="108" y="35"/>
                    <a:pt x="136" y="29"/>
                    <a:pt x="163" y="29"/>
                  </a:cubicBezTo>
                  <a:cubicBezTo>
                    <a:pt x="202" y="29"/>
                    <a:pt x="237" y="39"/>
                    <a:pt x="261" y="54"/>
                  </a:cubicBezTo>
                  <a:cubicBezTo>
                    <a:pt x="274" y="61"/>
                    <a:pt x="283" y="70"/>
                    <a:pt x="289" y="78"/>
                  </a:cubicBezTo>
                  <a:cubicBezTo>
                    <a:pt x="295" y="86"/>
                    <a:pt x="297" y="95"/>
                    <a:pt x="297" y="104"/>
                  </a:cubicBezTo>
                  <a:cubicBezTo>
                    <a:pt x="297" y="113"/>
                    <a:pt x="295" y="121"/>
                    <a:pt x="289" y="130"/>
                  </a:cubicBezTo>
                  <a:cubicBezTo>
                    <a:pt x="279" y="143"/>
                    <a:pt x="264" y="156"/>
                    <a:pt x="242" y="164"/>
                  </a:cubicBezTo>
                  <a:cubicBezTo>
                    <a:pt x="219" y="173"/>
                    <a:pt x="193" y="178"/>
                    <a:pt x="163" y="178"/>
                  </a:cubicBezTo>
                  <a:cubicBezTo>
                    <a:pt x="126" y="178"/>
                    <a:pt x="91" y="169"/>
                    <a:pt x="66" y="155"/>
                  </a:cubicBezTo>
                  <a:cubicBezTo>
                    <a:pt x="55" y="148"/>
                    <a:pt x="45" y="139"/>
                    <a:pt x="39" y="130"/>
                  </a:cubicBezTo>
                  <a:cubicBezTo>
                    <a:pt x="32" y="121"/>
                    <a:pt x="30" y="113"/>
                    <a:pt x="30" y="104"/>
                  </a:cubicBezTo>
                  <a:cubicBezTo>
                    <a:pt x="30" y="95"/>
                    <a:pt x="32" y="86"/>
                    <a:pt x="39" y="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6131D704-A498-CE9B-E00D-E71F5F59797E}"/>
                </a:ext>
              </a:extLst>
            </p:cNvPr>
            <p:cNvSpPr>
              <a:spLocks noChangeArrowheads="1"/>
            </p:cNvSpPr>
            <p:nvPr/>
          </p:nvSpPr>
          <p:spPr bwMode="auto">
            <a:xfrm>
              <a:off x="5959475" y="21113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7084424B-2B4A-7423-AC6D-18D3610B7B14}"/>
                </a:ext>
              </a:extLst>
            </p:cNvPr>
            <p:cNvSpPr>
              <a:spLocks noChangeArrowheads="1"/>
            </p:cNvSpPr>
            <p:nvPr/>
          </p:nvSpPr>
          <p:spPr bwMode="auto">
            <a:xfrm>
              <a:off x="5859463" y="21113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1" name="Freeform 107">
              <a:extLst>
                <a:ext uri="{FF2B5EF4-FFF2-40B4-BE49-F238E27FC236}">
                  <a16:creationId xmlns:a16="http://schemas.microsoft.com/office/drawing/2014/main" id="{A1DDBAED-E9C1-FA9F-4B44-4D9752BFE160}"/>
                </a:ext>
              </a:extLst>
            </p:cNvPr>
            <p:cNvSpPr>
              <a:spLocks noChangeArrowheads="1"/>
            </p:cNvSpPr>
            <p:nvPr/>
          </p:nvSpPr>
          <p:spPr bwMode="auto">
            <a:xfrm>
              <a:off x="5851525" y="1957388"/>
              <a:ext cx="119063" cy="171450"/>
            </a:xfrm>
            <a:custGeom>
              <a:avLst/>
              <a:gdLst>
                <a:gd name="T0" fmla="*/ 253 w 329"/>
                <a:gd name="T1" fmla="*/ 17 h 477"/>
                <a:gd name="T2" fmla="*/ 50 w 329"/>
                <a:gd name="T3" fmla="*/ 28 h 477"/>
                <a:gd name="T4" fmla="*/ 0 w 329"/>
                <a:gd name="T5" fmla="*/ 105 h 477"/>
                <a:gd name="T6" fmla="*/ 0 w 329"/>
                <a:gd name="T7" fmla="*/ 283 h 477"/>
                <a:gd name="T8" fmla="*/ 24 w 329"/>
                <a:gd name="T9" fmla="*/ 427 h 477"/>
                <a:gd name="T10" fmla="*/ 163 w 329"/>
                <a:gd name="T11" fmla="*/ 476 h 477"/>
                <a:gd name="T12" fmla="*/ 303 w 329"/>
                <a:gd name="T13" fmla="*/ 427 h 477"/>
                <a:gd name="T14" fmla="*/ 328 w 329"/>
                <a:gd name="T15" fmla="*/ 373 h 477"/>
                <a:gd name="T16" fmla="*/ 328 w 329"/>
                <a:gd name="T17" fmla="*/ 194 h 477"/>
                <a:gd name="T18" fmla="*/ 313 w 329"/>
                <a:gd name="T19" fmla="*/ 62 h 477"/>
                <a:gd name="T20" fmla="*/ 297 w 329"/>
                <a:gd name="T21" fmla="*/ 283 h 477"/>
                <a:gd name="T22" fmla="*/ 297 w 329"/>
                <a:gd name="T23" fmla="*/ 283 h 477"/>
                <a:gd name="T24" fmla="*/ 282 w 329"/>
                <a:gd name="T25" fmla="*/ 317 h 477"/>
                <a:gd name="T26" fmla="*/ 163 w 329"/>
                <a:gd name="T27" fmla="*/ 357 h 477"/>
                <a:gd name="T28" fmla="*/ 46 w 329"/>
                <a:gd name="T29" fmla="*/ 317 h 477"/>
                <a:gd name="T30" fmla="*/ 30 w 329"/>
                <a:gd name="T31" fmla="*/ 283 h 477"/>
                <a:gd name="T32" fmla="*/ 84 w 329"/>
                <a:gd name="T33" fmla="*/ 285 h 477"/>
                <a:gd name="T34" fmla="*/ 244 w 329"/>
                <a:gd name="T35" fmla="*/ 285 h 477"/>
                <a:gd name="T36" fmla="*/ 297 w 329"/>
                <a:gd name="T37" fmla="*/ 283 h 477"/>
                <a:gd name="T38" fmla="*/ 297 w 329"/>
                <a:gd name="T39" fmla="*/ 194 h 477"/>
                <a:gd name="T40" fmla="*/ 282 w 329"/>
                <a:gd name="T41" fmla="*/ 228 h 477"/>
                <a:gd name="T42" fmla="*/ 235 w 329"/>
                <a:gd name="T43" fmla="*/ 257 h 477"/>
                <a:gd name="T44" fmla="*/ 94 w 329"/>
                <a:gd name="T45" fmla="*/ 257 h 477"/>
                <a:gd name="T46" fmla="*/ 46 w 329"/>
                <a:gd name="T47" fmla="*/ 228 h 477"/>
                <a:gd name="T48" fmla="*/ 30 w 329"/>
                <a:gd name="T49" fmla="*/ 165 h 477"/>
                <a:gd name="T50" fmla="*/ 163 w 329"/>
                <a:gd name="T51" fmla="*/ 208 h 477"/>
                <a:gd name="T52" fmla="*/ 297 w 329"/>
                <a:gd name="T53" fmla="*/ 165 h 477"/>
                <a:gd name="T54" fmla="*/ 39 w 329"/>
                <a:gd name="T55" fmla="*/ 78 h 477"/>
                <a:gd name="T56" fmla="*/ 87 w 329"/>
                <a:gd name="T57" fmla="*/ 45 h 477"/>
                <a:gd name="T58" fmla="*/ 261 w 329"/>
                <a:gd name="T59" fmla="*/ 55 h 477"/>
                <a:gd name="T60" fmla="*/ 297 w 329"/>
                <a:gd name="T61" fmla="*/ 105 h 477"/>
                <a:gd name="T62" fmla="*/ 242 w 329"/>
                <a:gd name="T63" fmla="*/ 165 h 477"/>
                <a:gd name="T64" fmla="*/ 66 w 329"/>
                <a:gd name="T65" fmla="*/ 155 h 477"/>
                <a:gd name="T66" fmla="*/ 30 w 329"/>
                <a:gd name="T67" fmla="*/ 105 h 477"/>
                <a:gd name="T68" fmla="*/ 282 w 329"/>
                <a:gd name="T69" fmla="*/ 406 h 477"/>
                <a:gd name="T70" fmla="*/ 235 w 329"/>
                <a:gd name="T71" fmla="*/ 435 h 477"/>
                <a:gd name="T72" fmla="*/ 94 w 329"/>
                <a:gd name="T73" fmla="*/ 435 h 477"/>
                <a:gd name="T74" fmla="*/ 46 w 329"/>
                <a:gd name="T75" fmla="*/ 406 h 477"/>
                <a:gd name="T76" fmla="*/ 30 w 329"/>
                <a:gd name="T77" fmla="*/ 373 h 477"/>
                <a:gd name="T78" fmla="*/ 84 w 329"/>
                <a:gd name="T79" fmla="*/ 374 h 477"/>
                <a:gd name="T80" fmla="*/ 244 w 329"/>
                <a:gd name="T81" fmla="*/ 374 h 477"/>
                <a:gd name="T82" fmla="*/ 297 w 329"/>
                <a:gd name="T83" fmla="*/ 373 h 477"/>
                <a:gd name="T84" fmla="*/ 282 w 329"/>
                <a:gd name="T85" fmla="*/ 406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29" h="477">
                  <a:moveTo>
                    <a:pt x="253" y="17"/>
                  </a:moveTo>
                  <a:lnTo>
                    <a:pt x="253" y="17"/>
                  </a:lnTo>
                  <a:cubicBezTo>
                    <a:pt x="226" y="6"/>
                    <a:pt x="197" y="0"/>
                    <a:pt x="163" y="0"/>
                  </a:cubicBezTo>
                  <a:cubicBezTo>
                    <a:pt x="120" y="0"/>
                    <a:pt x="81" y="11"/>
                    <a:pt x="50" y="28"/>
                  </a:cubicBezTo>
                  <a:cubicBezTo>
                    <a:pt x="37" y="38"/>
                    <a:pt x="24" y="48"/>
                    <a:pt x="14" y="62"/>
                  </a:cubicBezTo>
                  <a:cubicBezTo>
                    <a:pt x="6" y="74"/>
                    <a:pt x="0" y="88"/>
                    <a:pt x="0" y="105"/>
                  </a:cubicBezTo>
                  <a:cubicBezTo>
                    <a:pt x="0" y="194"/>
                    <a:pt x="0" y="194"/>
                    <a:pt x="0" y="194"/>
                  </a:cubicBezTo>
                  <a:cubicBezTo>
                    <a:pt x="0" y="283"/>
                    <a:pt x="0" y="283"/>
                    <a:pt x="0" y="283"/>
                  </a:cubicBezTo>
                  <a:cubicBezTo>
                    <a:pt x="0" y="373"/>
                    <a:pt x="0" y="373"/>
                    <a:pt x="0" y="373"/>
                  </a:cubicBezTo>
                  <a:cubicBezTo>
                    <a:pt x="0" y="394"/>
                    <a:pt x="10" y="412"/>
                    <a:pt x="24" y="427"/>
                  </a:cubicBezTo>
                  <a:cubicBezTo>
                    <a:pt x="39" y="442"/>
                    <a:pt x="60" y="455"/>
                    <a:pt x="84" y="463"/>
                  </a:cubicBezTo>
                  <a:cubicBezTo>
                    <a:pt x="108" y="472"/>
                    <a:pt x="134" y="476"/>
                    <a:pt x="163" y="476"/>
                  </a:cubicBezTo>
                  <a:cubicBezTo>
                    <a:pt x="193" y="476"/>
                    <a:pt x="221" y="472"/>
                    <a:pt x="244" y="463"/>
                  </a:cubicBezTo>
                  <a:cubicBezTo>
                    <a:pt x="268" y="455"/>
                    <a:pt x="289" y="442"/>
                    <a:pt x="303" y="427"/>
                  </a:cubicBezTo>
                  <a:cubicBezTo>
                    <a:pt x="318" y="412"/>
                    <a:pt x="328" y="394"/>
                    <a:pt x="328" y="373"/>
                  </a:cubicBezTo>
                  <a:lnTo>
                    <a:pt x="328" y="373"/>
                  </a:lnTo>
                  <a:cubicBezTo>
                    <a:pt x="328" y="283"/>
                    <a:pt x="328" y="283"/>
                    <a:pt x="328" y="283"/>
                  </a:cubicBezTo>
                  <a:cubicBezTo>
                    <a:pt x="328" y="194"/>
                    <a:pt x="328" y="194"/>
                    <a:pt x="328" y="194"/>
                  </a:cubicBezTo>
                  <a:cubicBezTo>
                    <a:pt x="328" y="105"/>
                    <a:pt x="328" y="105"/>
                    <a:pt x="328" y="105"/>
                  </a:cubicBezTo>
                  <a:cubicBezTo>
                    <a:pt x="328" y="88"/>
                    <a:pt x="322" y="74"/>
                    <a:pt x="313" y="62"/>
                  </a:cubicBezTo>
                  <a:cubicBezTo>
                    <a:pt x="300" y="42"/>
                    <a:pt x="278" y="27"/>
                    <a:pt x="253" y="17"/>
                  </a:cubicBezTo>
                  <a:close/>
                  <a:moveTo>
                    <a:pt x="297" y="283"/>
                  </a:moveTo>
                  <a:lnTo>
                    <a:pt x="297" y="283"/>
                  </a:lnTo>
                  <a:lnTo>
                    <a:pt x="297" y="283"/>
                  </a:lnTo>
                  <a:cubicBezTo>
                    <a:pt x="297" y="295"/>
                    <a:pt x="293" y="306"/>
                    <a:pt x="282" y="317"/>
                  </a:cubicBezTo>
                  <a:lnTo>
                    <a:pt x="282" y="317"/>
                  </a:lnTo>
                  <a:cubicBezTo>
                    <a:pt x="271" y="328"/>
                    <a:pt x="254" y="339"/>
                    <a:pt x="235" y="346"/>
                  </a:cubicBezTo>
                  <a:cubicBezTo>
                    <a:pt x="214" y="353"/>
                    <a:pt x="190" y="357"/>
                    <a:pt x="163" y="357"/>
                  </a:cubicBezTo>
                  <a:cubicBezTo>
                    <a:pt x="138" y="357"/>
                    <a:pt x="113" y="353"/>
                    <a:pt x="94" y="346"/>
                  </a:cubicBezTo>
                  <a:cubicBezTo>
                    <a:pt x="73" y="339"/>
                    <a:pt x="56" y="328"/>
                    <a:pt x="46" y="317"/>
                  </a:cubicBezTo>
                  <a:lnTo>
                    <a:pt x="46" y="317"/>
                  </a:lnTo>
                  <a:cubicBezTo>
                    <a:pt x="35" y="306"/>
                    <a:pt x="30" y="295"/>
                    <a:pt x="30" y="283"/>
                  </a:cubicBezTo>
                  <a:cubicBezTo>
                    <a:pt x="30" y="254"/>
                    <a:pt x="30" y="254"/>
                    <a:pt x="30" y="254"/>
                  </a:cubicBezTo>
                  <a:cubicBezTo>
                    <a:pt x="45" y="267"/>
                    <a:pt x="63" y="278"/>
                    <a:pt x="84" y="285"/>
                  </a:cubicBezTo>
                  <a:cubicBezTo>
                    <a:pt x="108" y="293"/>
                    <a:pt x="134" y="297"/>
                    <a:pt x="163" y="297"/>
                  </a:cubicBezTo>
                  <a:cubicBezTo>
                    <a:pt x="193" y="297"/>
                    <a:pt x="221" y="293"/>
                    <a:pt x="244" y="285"/>
                  </a:cubicBezTo>
                  <a:cubicBezTo>
                    <a:pt x="265" y="278"/>
                    <a:pt x="283" y="267"/>
                    <a:pt x="297" y="254"/>
                  </a:cubicBezTo>
                  <a:lnTo>
                    <a:pt x="297" y="283"/>
                  </a:lnTo>
                  <a:close/>
                  <a:moveTo>
                    <a:pt x="297" y="194"/>
                  </a:moveTo>
                  <a:lnTo>
                    <a:pt x="297" y="194"/>
                  </a:lnTo>
                  <a:lnTo>
                    <a:pt x="297" y="194"/>
                  </a:lnTo>
                  <a:cubicBezTo>
                    <a:pt x="297" y="205"/>
                    <a:pt x="293" y="216"/>
                    <a:pt x="282" y="228"/>
                  </a:cubicBezTo>
                  <a:lnTo>
                    <a:pt x="282" y="228"/>
                  </a:lnTo>
                  <a:cubicBezTo>
                    <a:pt x="271" y="239"/>
                    <a:pt x="254" y="250"/>
                    <a:pt x="235" y="257"/>
                  </a:cubicBezTo>
                  <a:cubicBezTo>
                    <a:pt x="214" y="264"/>
                    <a:pt x="190" y="268"/>
                    <a:pt x="163" y="268"/>
                  </a:cubicBezTo>
                  <a:cubicBezTo>
                    <a:pt x="138" y="268"/>
                    <a:pt x="113" y="264"/>
                    <a:pt x="94" y="257"/>
                  </a:cubicBezTo>
                  <a:cubicBezTo>
                    <a:pt x="73" y="250"/>
                    <a:pt x="56" y="239"/>
                    <a:pt x="46" y="228"/>
                  </a:cubicBezTo>
                  <a:lnTo>
                    <a:pt x="46" y="228"/>
                  </a:lnTo>
                  <a:cubicBezTo>
                    <a:pt x="35" y="216"/>
                    <a:pt x="30" y="205"/>
                    <a:pt x="30" y="194"/>
                  </a:cubicBezTo>
                  <a:cubicBezTo>
                    <a:pt x="30" y="165"/>
                    <a:pt x="30" y="165"/>
                    <a:pt x="30" y="165"/>
                  </a:cubicBezTo>
                  <a:cubicBezTo>
                    <a:pt x="42" y="176"/>
                    <a:pt x="57" y="186"/>
                    <a:pt x="76" y="193"/>
                  </a:cubicBezTo>
                  <a:cubicBezTo>
                    <a:pt x="101" y="203"/>
                    <a:pt x="131" y="208"/>
                    <a:pt x="163" y="208"/>
                  </a:cubicBezTo>
                  <a:cubicBezTo>
                    <a:pt x="207" y="208"/>
                    <a:pt x="247" y="198"/>
                    <a:pt x="276" y="180"/>
                  </a:cubicBezTo>
                  <a:cubicBezTo>
                    <a:pt x="285" y="176"/>
                    <a:pt x="292" y="170"/>
                    <a:pt x="297" y="165"/>
                  </a:cubicBezTo>
                  <a:lnTo>
                    <a:pt x="297" y="194"/>
                  </a:lnTo>
                  <a:close/>
                  <a:moveTo>
                    <a:pt x="39" y="78"/>
                  </a:moveTo>
                  <a:lnTo>
                    <a:pt x="39" y="78"/>
                  </a:lnTo>
                  <a:cubicBezTo>
                    <a:pt x="48" y="66"/>
                    <a:pt x="64" y="53"/>
                    <a:pt x="87" y="45"/>
                  </a:cubicBezTo>
                  <a:cubicBezTo>
                    <a:pt x="108" y="35"/>
                    <a:pt x="136" y="30"/>
                    <a:pt x="163" y="30"/>
                  </a:cubicBezTo>
                  <a:cubicBezTo>
                    <a:pt x="202" y="30"/>
                    <a:pt x="237" y="39"/>
                    <a:pt x="261" y="55"/>
                  </a:cubicBezTo>
                  <a:cubicBezTo>
                    <a:pt x="274" y="62"/>
                    <a:pt x="283" y="70"/>
                    <a:pt x="289" y="78"/>
                  </a:cubicBezTo>
                  <a:cubicBezTo>
                    <a:pt x="295" y="87"/>
                    <a:pt x="297" y="95"/>
                    <a:pt x="297" y="105"/>
                  </a:cubicBezTo>
                  <a:cubicBezTo>
                    <a:pt x="297" y="113"/>
                    <a:pt x="295" y="122"/>
                    <a:pt x="289" y="130"/>
                  </a:cubicBezTo>
                  <a:cubicBezTo>
                    <a:pt x="279" y="144"/>
                    <a:pt x="264" y="157"/>
                    <a:pt x="242" y="165"/>
                  </a:cubicBezTo>
                  <a:cubicBezTo>
                    <a:pt x="219" y="173"/>
                    <a:pt x="193" y="179"/>
                    <a:pt x="163" y="179"/>
                  </a:cubicBezTo>
                  <a:cubicBezTo>
                    <a:pt x="126" y="179"/>
                    <a:pt x="91" y="169"/>
                    <a:pt x="66" y="155"/>
                  </a:cubicBezTo>
                  <a:cubicBezTo>
                    <a:pt x="55" y="148"/>
                    <a:pt x="45" y="140"/>
                    <a:pt x="39" y="130"/>
                  </a:cubicBezTo>
                  <a:cubicBezTo>
                    <a:pt x="32" y="122"/>
                    <a:pt x="30" y="113"/>
                    <a:pt x="30" y="105"/>
                  </a:cubicBezTo>
                  <a:cubicBezTo>
                    <a:pt x="30" y="95"/>
                    <a:pt x="32" y="87"/>
                    <a:pt x="39" y="78"/>
                  </a:cubicBezTo>
                  <a:close/>
                  <a:moveTo>
                    <a:pt x="282" y="406"/>
                  </a:moveTo>
                  <a:lnTo>
                    <a:pt x="282" y="406"/>
                  </a:lnTo>
                  <a:cubicBezTo>
                    <a:pt x="271" y="417"/>
                    <a:pt x="254" y="428"/>
                    <a:pt x="235" y="435"/>
                  </a:cubicBezTo>
                  <a:cubicBezTo>
                    <a:pt x="214" y="442"/>
                    <a:pt x="190" y="447"/>
                    <a:pt x="163" y="447"/>
                  </a:cubicBezTo>
                  <a:cubicBezTo>
                    <a:pt x="138" y="447"/>
                    <a:pt x="113" y="442"/>
                    <a:pt x="94" y="435"/>
                  </a:cubicBezTo>
                  <a:cubicBezTo>
                    <a:pt x="73" y="428"/>
                    <a:pt x="56" y="417"/>
                    <a:pt x="46" y="406"/>
                  </a:cubicBezTo>
                  <a:lnTo>
                    <a:pt x="46" y="406"/>
                  </a:lnTo>
                  <a:cubicBezTo>
                    <a:pt x="35" y="395"/>
                    <a:pt x="30" y="384"/>
                    <a:pt x="30" y="373"/>
                  </a:cubicBezTo>
                  <a:lnTo>
                    <a:pt x="30" y="373"/>
                  </a:lnTo>
                  <a:cubicBezTo>
                    <a:pt x="30" y="343"/>
                    <a:pt x="30" y="343"/>
                    <a:pt x="30" y="343"/>
                  </a:cubicBezTo>
                  <a:cubicBezTo>
                    <a:pt x="45" y="356"/>
                    <a:pt x="63" y="367"/>
                    <a:pt x="84" y="374"/>
                  </a:cubicBezTo>
                  <a:cubicBezTo>
                    <a:pt x="108" y="382"/>
                    <a:pt x="134" y="387"/>
                    <a:pt x="163" y="387"/>
                  </a:cubicBezTo>
                  <a:cubicBezTo>
                    <a:pt x="193" y="387"/>
                    <a:pt x="221" y="382"/>
                    <a:pt x="244" y="374"/>
                  </a:cubicBezTo>
                  <a:cubicBezTo>
                    <a:pt x="265" y="367"/>
                    <a:pt x="283" y="356"/>
                    <a:pt x="297" y="343"/>
                  </a:cubicBezTo>
                  <a:cubicBezTo>
                    <a:pt x="297" y="373"/>
                    <a:pt x="297" y="373"/>
                    <a:pt x="297" y="373"/>
                  </a:cubicBezTo>
                  <a:lnTo>
                    <a:pt x="297" y="373"/>
                  </a:lnTo>
                  <a:cubicBezTo>
                    <a:pt x="297" y="384"/>
                    <a:pt x="293" y="395"/>
                    <a:pt x="282" y="4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2" name="Group 135">
            <a:extLst>
              <a:ext uri="{FF2B5EF4-FFF2-40B4-BE49-F238E27FC236}">
                <a16:creationId xmlns:a16="http://schemas.microsoft.com/office/drawing/2014/main" id="{E590180F-3D18-6303-34DF-C5665546294B}"/>
              </a:ext>
            </a:extLst>
          </p:cNvPr>
          <p:cNvGrpSpPr/>
          <p:nvPr/>
        </p:nvGrpSpPr>
        <p:grpSpPr>
          <a:xfrm>
            <a:off x="6279231" y="1522314"/>
            <a:ext cx="193675" cy="257175"/>
            <a:chOff x="5251450" y="1846263"/>
            <a:chExt cx="193675" cy="257175"/>
          </a:xfrm>
          <a:solidFill>
            <a:schemeClr val="accent4"/>
          </a:solidFill>
        </p:grpSpPr>
        <p:sp>
          <p:nvSpPr>
            <p:cNvPr id="133" name="Freeform 108">
              <a:extLst>
                <a:ext uri="{FF2B5EF4-FFF2-40B4-BE49-F238E27FC236}">
                  <a16:creationId xmlns:a16="http://schemas.microsoft.com/office/drawing/2014/main" id="{E1084B45-F1A5-0AD4-1B0D-6ADD011A9BC5}"/>
                </a:ext>
              </a:extLst>
            </p:cNvPr>
            <p:cNvSpPr>
              <a:spLocks noChangeArrowheads="1"/>
            </p:cNvSpPr>
            <p:nvPr/>
          </p:nvSpPr>
          <p:spPr bwMode="auto">
            <a:xfrm>
              <a:off x="5251450" y="1846263"/>
              <a:ext cx="193675" cy="257175"/>
            </a:xfrm>
            <a:custGeom>
              <a:avLst/>
              <a:gdLst>
                <a:gd name="T0" fmla="*/ 0 w 536"/>
                <a:gd name="T1" fmla="*/ 431 h 714"/>
                <a:gd name="T2" fmla="*/ 0 w 536"/>
                <a:gd name="T3" fmla="*/ 431 h 714"/>
                <a:gd name="T4" fmla="*/ 267 w 536"/>
                <a:gd name="T5" fmla="*/ 713 h 714"/>
                <a:gd name="T6" fmla="*/ 267 w 536"/>
                <a:gd name="T7" fmla="*/ 713 h 714"/>
                <a:gd name="T8" fmla="*/ 269 w 536"/>
                <a:gd name="T9" fmla="*/ 713 h 714"/>
                <a:gd name="T10" fmla="*/ 535 w 536"/>
                <a:gd name="T11" fmla="*/ 431 h 714"/>
                <a:gd name="T12" fmla="*/ 481 w 536"/>
                <a:gd name="T13" fmla="*/ 273 h 714"/>
                <a:gd name="T14" fmla="*/ 389 w 536"/>
                <a:gd name="T15" fmla="*/ 160 h 714"/>
                <a:gd name="T16" fmla="*/ 453 w 536"/>
                <a:gd name="T17" fmla="*/ 0 h 714"/>
                <a:gd name="T18" fmla="*/ 432 w 536"/>
                <a:gd name="T19" fmla="*/ 0 h 714"/>
                <a:gd name="T20" fmla="*/ 383 w 536"/>
                <a:gd name="T21" fmla="*/ 4 h 714"/>
                <a:gd name="T22" fmla="*/ 344 w 536"/>
                <a:gd name="T23" fmla="*/ 24 h 714"/>
                <a:gd name="T24" fmla="*/ 322 w 536"/>
                <a:gd name="T25" fmla="*/ 8 h 714"/>
                <a:gd name="T26" fmla="*/ 267 w 536"/>
                <a:gd name="T27" fmla="*/ 0 h 714"/>
                <a:gd name="T28" fmla="*/ 267 w 536"/>
                <a:gd name="T29" fmla="*/ 0 h 714"/>
                <a:gd name="T30" fmla="*/ 267 w 536"/>
                <a:gd name="T31" fmla="*/ 0 h 714"/>
                <a:gd name="T32" fmla="*/ 213 w 536"/>
                <a:gd name="T33" fmla="*/ 10 h 714"/>
                <a:gd name="T34" fmla="*/ 192 w 536"/>
                <a:gd name="T35" fmla="*/ 24 h 714"/>
                <a:gd name="T36" fmla="*/ 153 w 536"/>
                <a:gd name="T37" fmla="*/ 4 h 714"/>
                <a:gd name="T38" fmla="*/ 104 w 536"/>
                <a:gd name="T39" fmla="*/ 0 h 714"/>
                <a:gd name="T40" fmla="*/ 82 w 536"/>
                <a:gd name="T41" fmla="*/ 0 h 714"/>
                <a:gd name="T42" fmla="*/ 146 w 536"/>
                <a:gd name="T43" fmla="*/ 160 h 714"/>
                <a:gd name="T44" fmla="*/ 54 w 536"/>
                <a:gd name="T45" fmla="*/ 273 h 714"/>
                <a:gd name="T46" fmla="*/ 0 w 536"/>
                <a:gd name="T47" fmla="*/ 431 h 714"/>
                <a:gd name="T48" fmla="*/ 182 w 536"/>
                <a:gd name="T49" fmla="*/ 56 h 714"/>
                <a:gd name="T50" fmla="*/ 182 w 536"/>
                <a:gd name="T51" fmla="*/ 56 h 714"/>
                <a:gd name="T52" fmla="*/ 195 w 536"/>
                <a:gd name="T53" fmla="*/ 67 h 714"/>
                <a:gd name="T54" fmla="*/ 205 w 536"/>
                <a:gd name="T55" fmla="*/ 54 h 714"/>
                <a:gd name="T56" fmla="*/ 226 w 536"/>
                <a:gd name="T57" fmla="*/ 36 h 714"/>
                <a:gd name="T58" fmla="*/ 267 w 536"/>
                <a:gd name="T59" fmla="*/ 29 h 714"/>
                <a:gd name="T60" fmla="*/ 311 w 536"/>
                <a:gd name="T61" fmla="*/ 36 h 714"/>
                <a:gd name="T62" fmla="*/ 330 w 536"/>
                <a:gd name="T63" fmla="*/ 53 h 714"/>
                <a:gd name="T64" fmla="*/ 340 w 536"/>
                <a:gd name="T65" fmla="*/ 68 h 714"/>
                <a:gd name="T66" fmla="*/ 353 w 536"/>
                <a:gd name="T67" fmla="*/ 56 h 714"/>
                <a:gd name="T68" fmla="*/ 390 w 536"/>
                <a:gd name="T69" fmla="*/ 33 h 714"/>
                <a:gd name="T70" fmla="*/ 410 w 536"/>
                <a:gd name="T71" fmla="*/ 31 h 714"/>
                <a:gd name="T72" fmla="*/ 362 w 536"/>
                <a:gd name="T73" fmla="*/ 149 h 714"/>
                <a:gd name="T74" fmla="*/ 267 w 536"/>
                <a:gd name="T75" fmla="*/ 149 h 714"/>
                <a:gd name="T76" fmla="*/ 174 w 536"/>
                <a:gd name="T77" fmla="*/ 149 h 714"/>
                <a:gd name="T78" fmla="*/ 127 w 536"/>
                <a:gd name="T79" fmla="*/ 31 h 714"/>
                <a:gd name="T80" fmla="*/ 145 w 536"/>
                <a:gd name="T81" fmla="*/ 33 h 714"/>
                <a:gd name="T82" fmla="*/ 182 w 536"/>
                <a:gd name="T83" fmla="*/ 56 h 714"/>
                <a:gd name="T84" fmla="*/ 170 w 536"/>
                <a:gd name="T85" fmla="*/ 178 h 714"/>
                <a:gd name="T86" fmla="*/ 170 w 536"/>
                <a:gd name="T87" fmla="*/ 178 h 714"/>
                <a:gd name="T88" fmla="*/ 267 w 536"/>
                <a:gd name="T89" fmla="*/ 178 h 714"/>
                <a:gd name="T90" fmla="*/ 365 w 536"/>
                <a:gd name="T91" fmla="*/ 178 h 714"/>
                <a:gd name="T92" fmla="*/ 456 w 536"/>
                <a:gd name="T93" fmla="*/ 289 h 714"/>
                <a:gd name="T94" fmla="*/ 506 w 536"/>
                <a:gd name="T95" fmla="*/ 431 h 714"/>
                <a:gd name="T96" fmla="*/ 267 w 536"/>
                <a:gd name="T97" fmla="*/ 683 h 714"/>
                <a:gd name="T98" fmla="*/ 30 w 536"/>
                <a:gd name="T99" fmla="*/ 431 h 714"/>
                <a:gd name="T100" fmla="*/ 79 w 536"/>
                <a:gd name="T101" fmla="*/ 289 h 714"/>
                <a:gd name="T102" fmla="*/ 170 w 536"/>
                <a:gd name="T103" fmla="*/ 178 h 7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536" h="714">
                  <a:moveTo>
                    <a:pt x="0" y="431"/>
                  </a:moveTo>
                  <a:lnTo>
                    <a:pt x="0" y="431"/>
                  </a:lnTo>
                  <a:cubicBezTo>
                    <a:pt x="0" y="583"/>
                    <a:pt x="118" y="706"/>
                    <a:pt x="267" y="713"/>
                  </a:cubicBezTo>
                  <a:lnTo>
                    <a:pt x="267" y="713"/>
                  </a:lnTo>
                  <a:cubicBezTo>
                    <a:pt x="269" y="713"/>
                    <a:pt x="269" y="713"/>
                    <a:pt x="269" y="713"/>
                  </a:cubicBezTo>
                  <a:cubicBezTo>
                    <a:pt x="418" y="706"/>
                    <a:pt x="535" y="583"/>
                    <a:pt x="535" y="431"/>
                  </a:cubicBezTo>
                  <a:cubicBezTo>
                    <a:pt x="535" y="375"/>
                    <a:pt x="512" y="321"/>
                    <a:pt x="481" y="273"/>
                  </a:cubicBezTo>
                  <a:cubicBezTo>
                    <a:pt x="453" y="229"/>
                    <a:pt x="418" y="190"/>
                    <a:pt x="389" y="160"/>
                  </a:cubicBezTo>
                  <a:cubicBezTo>
                    <a:pt x="453" y="0"/>
                    <a:pt x="453" y="0"/>
                    <a:pt x="453" y="0"/>
                  </a:cubicBezTo>
                  <a:cubicBezTo>
                    <a:pt x="432" y="0"/>
                    <a:pt x="432" y="0"/>
                    <a:pt x="432" y="0"/>
                  </a:cubicBezTo>
                  <a:cubicBezTo>
                    <a:pt x="417" y="0"/>
                    <a:pt x="400" y="0"/>
                    <a:pt x="383" y="4"/>
                  </a:cubicBezTo>
                  <a:cubicBezTo>
                    <a:pt x="371" y="7"/>
                    <a:pt x="357" y="14"/>
                    <a:pt x="344" y="24"/>
                  </a:cubicBezTo>
                  <a:cubicBezTo>
                    <a:pt x="337" y="18"/>
                    <a:pt x="332" y="12"/>
                    <a:pt x="322" y="8"/>
                  </a:cubicBezTo>
                  <a:cubicBezTo>
                    <a:pt x="308" y="3"/>
                    <a:pt x="291" y="0"/>
                    <a:pt x="267" y="0"/>
                  </a:cubicBezTo>
                  <a:lnTo>
                    <a:pt x="267" y="0"/>
                  </a:lnTo>
                  <a:lnTo>
                    <a:pt x="267" y="0"/>
                  </a:lnTo>
                  <a:cubicBezTo>
                    <a:pt x="244" y="0"/>
                    <a:pt x="227" y="3"/>
                    <a:pt x="213" y="10"/>
                  </a:cubicBezTo>
                  <a:cubicBezTo>
                    <a:pt x="205" y="14"/>
                    <a:pt x="198" y="18"/>
                    <a:pt x="192" y="24"/>
                  </a:cubicBezTo>
                  <a:cubicBezTo>
                    <a:pt x="180" y="14"/>
                    <a:pt x="166" y="7"/>
                    <a:pt x="153" y="4"/>
                  </a:cubicBezTo>
                  <a:cubicBezTo>
                    <a:pt x="135" y="0"/>
                    <a:pt x="120" y="0"/>
                    <a:pt x="104" y="0"/>
                  </a:cubicBezTo>
                  <a:cubicBezTo>
                    <a:pt x="82" y="0"/>
                    <a:pt x="82" y="0"/>
                    <a:pt x="82" y="0"/>
                  </a:cubicBezTo>
                  <a:cubicBezTo>
                    <a:pt x="146" y="160"/>
                    <a:pt x="146" y="160"/>
                    <a:pt x="146" y="160"/>
                  </a:cubicBezTo>
                  <a:cubicBezTo>
                    <a:pt x="117" y="190"/>
                    <a:pt x="83" y="229"/>
                    <a:pt x="54" y="273"/>
                  </a:cubicBezTo>
                  <a:cubicBezTo>
                    <a:pt x="23" y="321"/>
                    <a:pt x="0" y="375"/>
                    <a:pt x="0" y="431"/>
                  </a:cubicBezTo>
                  <a:close/>
                  <a:moveTo>
                    <a:pt x="182" y="56"/>
                  </a:moveTo>
                  <a:lnTo>
                    <a:pt x="182" y="56"/>
                  </a:lnTo>
                  <a:cubicBezTo>
                    <a:pt x="195" y="67"/>
                    <a:pt x="195" y="67"/>
                    <a:pt x="195" y="67"/>
                  </a:cubicBezTo>
                  <a:cubicBezTo>
                    <a:pt x="205" y="54"/>
                    <a:pt x="205" y="54"/>
                    <a:pt x="205" y="54"/>
                  </a:cubicBezTo>
                  <a:cubicBezTo>
                    <a:pt x="212" y="46"/>
                    <a:pt x="217" y="40"/>
                    <a:pt x="226" y="36"/>
                  </a:cubicBezTo>
                  <a:cubicBezTo>
                    <a:pt x="234" y="32"/>
                    <a:pt x="247" y="29"/>
                    <a:pt x="267" y="29"/>
                  </a:cubicBezTo>
                  <a:cubicBezTo>
                    <a:pt x="290" y="29"/>
                    <a:pt x="302" y="32"/>
                    <a:pt x="311" y="36"/>
                  </a:cubicBezTo>
                  <a:cubicBezTo>
                    <a:pt x="319" y="39"/>
                    <a:pt x="323" y="45"/>
                    <a:pt x="330" y="53"/>
                  </a:cubicBezTo>
                  <a:cubicBezTo>
                    <a:pt x="340" y="68"/>
                    <a:pt x="340" y="68"/>
                    <a:pt x="340" y="68"/>
                  </a:cubicBezTo>
                  <a:cubicBezTo>
                    <a:pt x="353" y="56"/>
                    <a:pt x="353" y="56"/>
                    <a:pt x="353" y="56"/>
                  </a:cubicBezTo>
                  <a:cubicBezTo>
                    <a:pt x="366" y="42"/>
                    <a:pt x="378" y="36"/>
                    <a:pt x="390" y="33"/>
                  </a:cubicBezTo>
                  <a:cubicBezTo>
                    <a:pt x="397" y="32"/>
                    <a:pt x="403" y="31"/>
                    <a:pt x="410" y="31"/>
                  </a:cubicBezTo>
                  <a:cubicBezTo>
                    <a:pt x="362" y="149"/>
                    <a:pt x="362" y="149"/>
                    <a:pt x="362" y="149"/>
                  </a:cubicBezTo>
                  <a:cubicBezTo>
                    <a:pt x="267" y="149"/>
                    <a:pt x="267" y="149"/>
                    <a:pt x="267" y="149"/>
                  </a:cubicBezTo>
                  <a:cubicBezTo>
                    <a:pt x="174" y="149"/>
                    <a:pt x="174" y="149"/>
                    <a:pt x="174" y="149"/>
                  </a:cubicBezTo>
                  <a:cubicBezTo>
                    <a:pt x="127" y="31"/>
                    <a:pt x="127" y="31"/>
                    <a:pt x="127" y="31"/>
                  </a:cubicBezTo>
                  <a:cubicBezTo>
                    <a:pt x="134" y="31"/>
                    <a:pt x="139" y="32"/>
                    <a:pt x="145" y="33"/>
                  </a:cubicBezTo>
                  <a:cubicBezTo>
                    <a:pt x="157" y="36"/>
                    <a:pt x="170" y="42"/>
                    <a:pt x="182" y="56"/>
                  </a:cubicBezTo>
                  <a:close/>
                  <a:moveTo>
                    <a:pt x="170" y="178"/>
                  </a:moveTo>
                  <a:lnTo>
                    <a:pt x="170" y="178"/>
                  </a:lnTo>
                  <a:cubicBezTo>
                    <a:pt x="267" y="178"/>
                    <a:pt x="267" y="178"/>
                    <a:pt x="267" y="178"/>
                  </a:cubicBezTo>
                  <a:cubicBezTo>
                    <a:pt x="365" y="178"/>
                    <a:pt x="365" y="178"/>
                    <a:pt x="365" y="178"/>
                  </a:cubicBezTo>
                  <a:cubicBezTo>
                    <a:pt x="394" y="208"/>
                    <a:pt x="429" y="245"/>
                    <a:pt x="456" y="289"/>
                  </a:cubicBezTo>
                  <a:cubicBezTo>
                    <a:pt x="485" y="335"/>
                    <a:pt x="506" y="383"/>
                    <a:pt x="506" y="431"/>
                  </a:cubicBezTo>
                  <a:cubicBezTo>
                    <a:pt x="506" y="566"/>
                    <a:pt x="400" y="676"/>
                    <a:pt x="267" y="683"/>
                  </a:cubicBezTo>
                  <a:cubicBezTo>
                    <a:pt x="135" y="676"/>
                    <a:pt x="30" y="566"/>
                    <a:pt x="30" y="431"/>
                  </a:cubicBezTo>
                  <a:cubicBezTo>
                    <a:pt x="30" y="383"/>
                    <a:pt x="51" y="335"/>
                    <a:pt x="79" y="289"/>
                  </a:cubicBezTo>
                  <a:cubicBezTo>
                    <a:pt x="107" y="245"/>
                    <a:pt x="142" y="208"/>
                    <a:pt x="170" y="1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554EFFD0-F880-516C-E06B-D16B261EBC73}"/>
                </a:ext>
              </a:extLst>
            </p:cNvPr>
            <p:cNvSpPr>
              <a:spLocks noChangeArrowheads="1"/>
            </p:cNvSpPr>
            <p:nvPr/>
          </p:nvSpPr>
          <p:spPr bwMode="auto">
            <a:xfrm>
              <a:off x="5316538" y="1943100"/>
              <a:ext cx="61912" cy="104775"/>
            </a:xfrm>
            <a:custGeom>
              <a:avLst/>
              <a:gdLst>
                <a:gd name="T0" fmla="*/ 18 w 174"/>
                <a:gd name="T1" fmla="*/ 141 h 293"/>
                <a:gd name="T2" fmla="*/ 18 w 174"/>
                <a:gd name="T3" fmla="*/ 141 h 293"/>
                <a:gd name="T4" fmla="*/ 49 w 174"/>
                <a:gd name="T5" fmla="*/ 158 h 293"/>
                <a:gd name="T6" fmla="*/ 86 w 174"/>
                <a:gd name="T7" fmla="*/ 161 h 293"/>
                <a:gd name="T8" fmla="*/ 113 w 174"/>
                <a:gd name="T9" fmla="*/ 164 h 293"/>
                <a:gd name="T10" fmla="*/ 135 w 174"/>
                <a:gd name="T11" fmla="*/ 176 h 293"/>
                <a:gd name="T12" fmla="*/ 144 w 174"/>
                <a:gd name="T13" fmla="*/ 205 h 293"/>
                <a:gd name="T14" fmla="*/ 127 w 174"/>
                <a:gd name="T15" fmla="*/ 246 h 293"/>
                <a:gd name="T16" fmla="*/ 86 w 174"/>
                <a:gd name="T17" fmla="*/ 263 h 293"/>
                <a:gd name="T18" fmla="*/ 47 w 174"/>
                <a:gd name="T19" fmla="*/ 246 h 293"/>
                <a:gd name="T20" fmla="*/ 31 w 174"/>
                <a:gd name="T21" fmla="*/ 205 h 293"/>
                <a:gd name="T22" fmla="*/ 15 w 174"/>
                <a:gd name="T23" fmla="*/ 192 h 293"/>
                <a:gd name="T24" fmla="*/ 0 w 174"/>
                <a:gd name="T25" fmla="*/ 205 h 293"/>
                <a:gd name="T26" fmla="*/ 86 w 174"/>
                <a:gd name="T27" fmla="*/ 292 h 293"/>
                <a:gd name="T28" fmla="*/ 173 w 174"/>
                <a:gd name="T29" fmla="*/ 205 h 293"/>
                <a:gd name="T30" fmla="*/ 173 w 174"/>
                <a:gd name="T31" fmla="*/ 205 h 293"/>
                <a:gd name="T32" fmla="*/ 167 w 174"/>
                <a:gd name="T33" fmla="*/ 171 h 293"/>
                <a:gd name="T34" fmla="*/ 134 w 174"/>
                <a:gd name="T35" fmla="*/ 139 h 293"/>
                <a:gd name="T36" fmla="*/ 86 w 174"/>
                <a:gd name="T37" fmla="*/ 132 h 293"/>
                <a:gd name="T38" fmla="*/ 59 w 174"/>
                <a:gd name="T39" fmla="*/ 129 h 293"/>
                <a:gd name="T40" fmla="*/ 46 w 174"/>
                <a:gd name="T41" fmla="*/ 125 h 293"/>
                <a:gd name="T42" fmla="*/ 35 w 174"/>
                <a:gd name="T43" fmla="*/ 113 h 293"/>
                <a:gd name="T44" fmla="*/ 31 w 174"/>
                <a:gd name="T45" fmla="*/ 87 h 293"/>
                <a:gd name="T46" fmla="*/ 31 w 174"/>
                <a:gd name="T47" fmla="*/ 87 h 293"/>
                <a:gd name="T48" fmla="*/ 31 w 174"/>
                <a:gd name="T49" fmla="*/ 87 h 293"/>
                <a:gd name="T50" fmla="*/ 47 w 174"/>
                <a:gd name="T51" fmla="*/ 46 h 293"/>
                <a:gd name="T52" fmla="*/ 86 w 174"/>
                <a:gd name="T53" fmla="*/ 30 h 293"/>
                <a:gd name="T54" fmla="*/ 127 w 174"/>
                <a:gd name="T55" fmla="*/ 46 h 293"/>
                <a:gd name="T56" fmla="*/ 144 w 174"/>
                <a:gd name="T57" fmla="*/ 87 h 293"/>
                <a:gd name="T58" fmla="*/ 158 w 174"/>
                <a:gd name="T59" fmla="*/ 102 h 293"/>
                <a:gd name="T60" fmla="*/ 173 w 174"/>
                <a:gd name="T61" fmla="*/ 87 h 293"/>
                <a:gd name="T62" fmla="*/ 86 w 174"/>
                <a:gd name="T63" fmla="*/ 0 h 293"/>
                <a:gd name="T64" fmla="*/ 0 w 174"/>
                <a:gd name="T65" fmla="*/ 87 h 293"/>
                <a:gd name="T66" fmla="*/ 6 w 174"/>
                <a:gd name="T67" fmla="*/ 122 h 293"/>
                <a:gd name="T68" fmla="*/ 18 w 174"/>
                <a:gd name="T69" fmla="*/ 141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74" h="293">
                  <a:moveTo>
                    <a:pt x="18" y="141"/>
                  </a:moveTo>
                  <a:lnTo>
                    <a:pt x="18" y="141"/>
                  </a:lnTo>
                  <a:cubicBezTo>
                    <a:pt x="27" y="150"/>
                    <a:pt x="38" y="155"/>
                    <a:pt x="49" y="158"/>
                  </a:cubicBezTo>
                  <a:cubicBezTo>
                    <a:pt x="60" y="161"/>
                    <a:pt x="73" y="161"/>
                    <a:pt x="86" y="161"/>
                  </a:cubicBezTo>
                  <a:cubicBezTo>
                    <a:pt x="96" y="161"/>
                    <a:pt x="106" y="162"/>
                    <a:pt x="113" y="164"/>
                  </a:cubicBezTo>
                  <a:cubicBezTo>
                    <a:pt x="124" y="166"/>
                    <a:pt x="131" y="169"/>
                    <a:pt x="135" y="176"/>
                  </a:cubicBezTo>
                  <a:cubicBezTo>
                    <a:pt x="139" y="182"/>
                    <a:pt x="144" y="190"/>
                    <a:pt x="144" y="205"/>
                  </a:cubicBezTo>
                  <a:cubicBezTo>
                    <a:pt x="144" y="222"/>
                    <a:pt x="137" y="236"/>
                    <a:pt x="127" y="246"/>
                  </a:cubicBezTo>
                  <a:cubicBezTo>
                    <a:pt x="117" y="256"/>
                    <a:pt x="103" y="263"/>
                    <a:pt x="86" y="263"/>
                  </a:cubicBezTo>
                  <a:cubicBezTo>
                    <a:pt x="71" y="263"/>
                    <a:pt x="57" y="256"/>
                    <a:pt x="47" y="246"/>
                  </a:cubicBezTo>
                  <a:cubicBezTo>
                    <a:pt x="36" y="236"/>
                    <a:pt x="31" y="222"/>
                    <a:pt x="31" y="205"/>
                  </a:cubicBezTo>
                  <a:cubicBezTo>
                    <a:pt x="31" y="197"/>
                    <a:pt x="24" y="192"/>
                    <a:pt x="15" y="192"/>
                  </a:cubicBezTo>
                  <a:cubicBezTo>
                    <a:pt x="7" y="192"/>
                    <a:pt x="0" y="197"/>
                    <a:pt x="0" y="205"/>
                  </a:cubicBezTo>
                  <a:cubicBezTo>
                    <a:pt x="0" y="254"/>
                    <a:pt x="39" y="292"/>
                    <a:pt x="86" y="292"/>
                  </a:cubicBezTo>
                  <a:cubicBezTo>
                    <a:pt x="134" y="292"/>
                    <a:pt x="173" y="254"/>
                    <a:pt x="173" y="205"/>
                  </a:cubicBezTo>
                  <a:lnTo>
                    <a:pt x="173" y="205"/>
                  </a:lnTo>
                  <a:cubicBezTo>
                    <a:pt x="173" y="193"/>
                    <a:pt x="172" y="180"/>
                    <a:pt x="167" y="171"/>
                  </a:cubicBezTo>
                  <a:cubicBezTo>
                    <a:pt x="160" y="155"/>
                    <a:pt x="148" y="144"/>
                    <a:pt x="134" y="139"/>
                  </a:cubicBezTo>
                  <a:cubicBezTo>
                    <a:pt x="120" y="133"/>
                    <a:pt x="105" y="132"/>
                    <a:pt x="86" y="132"/>
                  </a:cubicBezTo>
                  <a:cubicBezTo>
                    <a:pt x="75" y="132"/>
                    <a:pt x="67" y="132"/>
                    <a:pt x="59" y="129"/>
                  </a:cubicBezTo>
                  <a:cubicBezTo>
                    <a:pt x="53" y="129"/>
                    <a:pt x="49" y="126"/>
                    <a:pt x="46" y="125"/>
                  </a:cubicBezTo>
                  <a:cubicBezTo>
                    <a:pt x="40" y="122"/>
                    <a:pt x="38" y="119"/>
                    <a:pt x="35" y="113"/>
                  </a:cubicBezTo>
                  <a:cubicBezTo>
                    <a:pt x="32" y="108"/>
                    <a:pt x="31" y="100"/>
                    <a:pt x="31" y="87"/>
                  </a:cubicBezTo>
                  <a:lnTo>
                    <a:pt x="31" y="87"/>
                  </a:lnTo>
                  <a:lnTo>
                    <a:pt x="31" y="87"/>
                  </a:lnTo>
                  <a:cubicBezTo>
                    <a:pt x="31" y="72"/>
                    <a:pt x="36" y="58"/>
                    <a:pt x="47" y="46"/>
                  </a:cubicBezTo>
                  <a:cubicBezTo>
                    <a:pt x="57" y="37"/>
                    <a:pt x="71" y="30"/>
                    <a:pt x="86" y="30"/>
                  </a:cubicBezTo>
                  <a:cubicBezTo>
                    <a:pt x="103" y="30"/>
                    <a:pt x="117" y="37"/>
                    <a:pt x="127" y="46"/>
                  </a:cubicBezTo>
                  <a:cubicBezTo>
                    <a:pt x="137" y="58"/>
                    <a:pt x="144" y="72"/>
                    <a:pt x="144" y="87"/>
                  </a:cubicBezTo>
                  <a:cubicBezTo>
                    <a:pt x="144" y="95"/>
                    <a:pt x="151" y="102"/>
                    <a:pt x="158" y="102"/>
                  </a:cubicBezTo>
                  <a:cubicBezTo>
                    <a:pt x="166" y="102"/>
                    <a:pt x="173" y="95"/>
                    <a:pt x="173" y="87"/>
                  </a:cubicBezTo>
                  <a:cubicBezTo>
                    <a:pt x="173" y="40"/>
                    <a:pt x="134" y="0"/>
                    <a:pt x="86" y="0"/>
                  </a:cubicBezTo>
                  <a:cubicBezTo>
                    <a:pt x="39" y="0"/>
                    <a:pt x="0" y="40"/>
                    <a:pt x="0" y="87"/>
                  </a:cubicBezTo>
                  <a:cubicBezTo>
                    <a:pt x="0" y="100"/>
                    <a:pt x="3" y="112"/>
                    <a:pt x="6" y="122"/>
                  </a:cubicBezTo>
                  <a:cubicBezTo>
                    <a:pt x="8" y="129"/>
                    <a:pt x="14" y="136"/>
                    <a:pt x="18" y="14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5" name="Freeform 110">
            <a:extLst>
              <a:ext uri="{FF2B5EF4-FFF2-40B4-BE49-F238E27FC236}">
                <a16:creationId xmlns:a16="http://schemas.microsoft.com/office/drawing/2014/main" id="{4664470C-DFC5-C2A3-FEEC-2FEC5AE1F99B}"/>
              </a:ext>
            </a:extLst>
          </p:cNvPr>
          <p:cNvSpPr>
            <a:spLocks noChangeArrowheads="1"/>
          </p:cNvSpPr>
          <p:nvPr/>
        </p:nvSpPr>
        <p:spPr bwMode="auto">
          <a:xfrm>
            <a:off x="7274594" y="2056507"/>
            <a:ext cx="257175" cy="214313"/>
          </a:xfrm>
          <a:custGeom>
            <a:avLst/>
            <a:gdLst>
              <a:gd name="T0" fmla="*/ 684 w 715"/>
              <a:gd name="T1" fmla="*/ 270 h 596"/>
              <a:gd name="T2" fmla="*/ 684 w 715"/>
              <a:gd name="T3" fmla="*/ 270 h 596"/>
              <a:gd name="T4" fmla="*/ 684 w 715"/>
              <a:gd name="T5" fmla="*/ 163 h 596"/>
              <a:gd name="T6" fmla="*/ 640 w 715"/>
              <a:gd name="T7" fmla="*/ 118 h 596"/>
              <a:gd name="T8" fmla="*/ 595 w 715"/>
              <a:gd name="T9" fmla="*/ 118 h 596"/>
              <a:gd name="T10" fmla="*/ 595 w 715"/>
              <a:gd name="T11" fmla="*/ 45 h 596"/>
              <a:gd name="T12" fmla="*/ 551 w 715"/>
              <a:gd name="T13" fmla="*/ 0 h 596"/>
              <a:gd name="T14" fmla="*/ 75 w 715"/>
              <a:gd name="T15" fmla="*/ 0 h 596"/>
              <a:gd name="T16" fmla="*/ 0 w 715"/>
              <a:gd name="T17" fmla="*/ 74 h 596"/>
              <a:gd name="T18" fmla="*/ 0 w 715"/>
              <a:gd name="T19" fmla="*/ 134 h 596"/>
              <a:gd name="T20" fmla="*/ 0 w 715"/>
              <a:gd name="T21" fmla="*/ 163 h 596"/>
              <a:gd name="T22" fmla="*/ 0 w 715"/>
              <a:gd name="T23" fmla="*/ 520 h 596"/>
              <a:gd name="T24" fmla="*/ 75 w 715"/>
              <a:gd name="T25" fmla="*/ 595 h 596"/>
              <a:gd name="T26" fmla="*/ 640 w 715"/>
              <a:gd name="T27" fmla="*/ 595 h 596"/>
              <a:gd name="T28" fmla="*/ 684 w 715"/>
              <a:gd name="T29" fmla="*/ 551 h 596"/>
              <a:gd name="T30" fmla="*/ 684 w 715"/>
              <a:gd name="T31" fmla="*/ 414 h 596"/>
              <a:gd name="T32" fmla="*/ 714 w 715"/>
              <a:gd name="T33" fmla="*/ 372 h 596"/>
              <a:gd name="T34" fmla="*/ 714 w 715"/>
              <a:gd name="T35" fmla="*/ 312 h 596"/>
              <a:gd name="T36" fmla="*/ 684 w 715"/>
              <a:gd name="T37" fmla="*/ 270 h 596"/>
              <a:gd name="T38" fmla="*/ 75 w 715"/>
              <a:gd name="T39" fmla="*/ 29 h 596"/>
              <a:gd name="T40" fmla="*/ 75 w 715"/>
              <a:gd name="T41" fmla="*/ 29 h 596"/>
              <a:gd name="T42" fmla="*/ 551 w 715"/>
              <a:gd name="T43" fmla="*/ 29 h 596"/>
              <a:gd name="T44" fmla="*/ 566 w 715"/>
              <a:gd name="T45" fmla="*/ 45 h 596"/>
              <a:gd name="T46" fmla="*/ 566 w 715"/>
              <a:gd name="T47" fmla="*/ 118 h 596"/>
              <a:gd name="T48" fmla="*/ 75 w 715"/>
              <a:gd name="T49" fmla="*/ 118 h 596"/>
              <a:gd name="T50" fmla="*/ 43 w 715"/>
              <a:gd name="T51" fmla="*/ 106 h 596"/>
              <a:gd name="T52" fmla="*/ 30 w 715"/>
              <a:gd name="T53" fmla="*/ 74 h 596"/>
              <a:gd name="T54" fmla="*/ 30 w 715"/>
              <a:gd name="T55" fmla="*/ 74 h 596"/>
              <a:gd name="T56" fmla="*/ 30 w 715"/>
              <a:gd name="T57" fmla="*/ 74 h 596"/>
              <a:gd name="T58" fmla="*/ 43 w 715"/>
              <a:gd name="T59" fmla="*/ 43 h 596"/>
              <a:gd name="T60" fmla="*/ 75 w 715"/>
              <a:gd name="T61" fmla="*/ 29 h 596"/>
              <a:gd name="T62" fmla="*/ 650 w 715"/>
              <a:gd name="T63" fmla="*/ 561 h 596"/>
              <a:gd name="T64" fmla="*/ 650 w 715"/>
              <a:gd name="T65" fmla="*/ 561 h 596"/>
              <a:gd name="T66" fmla="*/ 640 w 715"/>
              <a:gd name="T67" fmla="*/ 565 h 596"/>
              <a:gd name="T68" fmla="*/ 75 w 715"/>
              <a:gd name="T69" fmla="*/ 565 h 596"/>
              <a:gd name="T70" fmla="*/ 43 w 715"/>
              <a:gd name="T71" fmla="*/ 552 h 596"/>
              <a:gd name="T72" fmla="*/ 30 w 715"/>
              <a:gd name="T73" fmla="*/ 520 h 596"/>
              <a:gd name="T74" fmla="*/ 30 w 715"/>
              <a:gd name="T75" fmla="*/ 520 h 596"/>
              <a:gd name="T76" fmla="*/ 30 w 715"/>
              <a:gd name="T77" fmla="*/ 163 h 596"/>
              <a:gd name="T78" fmla="*/ 30 w 715"/>
              <a:gd name="T79" fmla="*/ 163 h 596"/>
              <a:gd name="T80" fmla="*/ 30 w 715"/>
              <a:gd name="T81" fmla="*/ 134 h 596"/>
              <a:gd name="T82" fmla="*/ 75 w 715"/>
              <a:gd name="T83" fmla="*/ 149 h 596"/>
              <a:gd name="T84" fmla="*/ 640 w 715"/>
              <a:gd name="T85" fmla="*/ 149 h 596"/>
              <a:gd name="T86" fmla="*/ 650 w 715"/>
              <a:gd name="T87" fmla="*/ 153 h 596"/>
              <a:gd name="T88" fmla="*/ 655 w 715"/>
              <a:gd name="T89" fmla="*/ 163 h 596"/>
              <a:gd name="T90" fmla="*/ 655 w 715"/>
              <a:gd name="T91" fmla="*/ 268 h 596"/>
              <a:gd name="T92" fmla="*/ 491 w 715"/>
              <a:gd name="T93" fmla="*/ 268 h 596"/>
              <a:gd name="T94" fmla="*/ 417 w 715"/>
              <a:gd name="T95" fmla="*/ 342 h 596"/>
              <a:gd name="T96" fmla="*/ 491 w 715"/>
              <a:gd name="T97" fmla="*/ 417 h 596"/>
              <a:gd name="T98" fmla="*/ 655 w 715"/>
              <a:gd name="T99" fmla="*/ 417 h 596"/>
              <a:gd name="T100" fmla="*/ 655 w 715"/>
              <a:gd name="T101" fmla="*/ 551 h 596"/>
              <a:gd name="T102" fmla="*/ 650 w 715"/>
              <a:gd name="T103" fmla="*/ 561 h 596"/>
              <a:gd name="T104" fmla="*/ 684 w 715"/>
              <a:gd name="T105" fmla="*/ 372 h 596"/>
              <a:gd name="T106" fmla="*/ 684 w 715"/>
              <a:gd name="T107" fmla="*/ 372 h 596"/>
              <a:gd name="T108" fmla="*/ 669 w 715"/>
              <a:gd name="T109" fmla="*/ 386 h 596"/>
              <a:gd name="T110" fmla="*/ 491 w 715"/>
              <a:gd name="T111" fmla="*/ 386 h 596"/>
              <a:gd name="T112" fmla="*/ 460 w 715"/>
              <a:gd name="T113" fmla="*/ 374 h 596"/>
              <a:gd name="T114" fmla="*/ 446 w 715"/>
              <a:gd name="T115" fmla="*/ 342 h 596"/>
              <a:gd name="T116" fmla="*/ 460 w 715"/>
              <a:gd name="T117" fmla="*/ 311 h 596"/>
              <a:gd name="T118" fmla="*/ 491 w 715"/>
              <a:gd name="T119" fmla="*/ 297 h 596"/>
              <a:gd name="T120" fmla="*/ 669 w 715"/>
              <a:gd name="T121" fmla="*/ 297 h 596"/>
              <a:gd name="T122" fmla="*/ 684 w 715"/>
              <a:gd name="T123" fmla="*/ 312 h 596"/>
              <a:gd name="T124" fmla="*/ 684 w 715"/>
              <a:gd name="T125" fmla="*/ 372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5" h="596">
                <a:moveTo>
                  <a:pt x="684" y="270"/>
                </a:moveTo>
                <a:lnTo>
                  <a:pt x="684" y="270"/>
                </a:lnTo>
                <a:cubicBezTo>
                  <a:pt x="684" y="163"/>
                  <a:pt x="684" y="163"/>
                  <a:pt x="684" y="163"/>
                </a:cubicBezTo>
                <a:cubicBezTo>
                  <a:pt x="684" y="139"/>
                  <a:pt x="665" y="118"/>
                  <a:pt x="640" y="118"/>
                </a:cubicBezTo>
                <a:cubicBezTo>
                  <a:pt x="595" y="118"/>
                  <a:pt x="595" y="118"/>
                  <a:pt x="595" y="118"/>
                </a:cubicBezTo>
                <a:cubicBezTo>
                  <a:pt x="595" y="45"/>
                  <a:pt x="595" y="45"/>
                  <a:pt x="595" y="45"/>
                </a:cubicBezTo>
                <a:cubicBezTo>
                  <a:pt x="595" y="19"/>
                  <a:pt x="576" y="0"/>
                  <a:pt x="551" y="0"/>
                </a:cubicBezTo>
                <a:cubicBezTo>
                  <a:pt x="75" y="0"/>
                  <a:pt x="75" y="0"/>
                  <a:pt x="75" y="0"/>
                </a:cubicBezTo>
                <a:cubicBezTo>
                  <a:pt x="33" y="0"/>
                  <a:pt x="0" y="33"/>
                  <a:pt x="0" y="74"/>
                </a:cubicBezTo>
                <a:cubicBezTo>
                  <a:pt x="0" y="134"/>
                  <a:pt x="0" y="134"/>
                  <a:pt x="0" y="134"/>
                </a:cubicBezTo>
                <a:cubicBezTo>
                  <a:pt x="0" y="163"/>
                  <a:pt x="0" y="163"/>
                  <a:pt x="0" y="163"/>
                </a:cubicBezTo>
                <a:cubicBezTo>
                  <a:pt x="0" y="520"/>
                  <a:pt x="0" y="520"/>
                  <a:pt x="0" y="520"/>
                </a:cubicBezTo>
                <a:cubicBezTo>
                  <a:pt x="0" y="562"/>
                  <a:pt x="33" y="595"/>
                  <a:pt x="75" y="595"/>
                </a:cubicBezTo>
                <a:cubicBezTo>
                  <a:pt x="640" y="595"/>
                  <a:pt x="640" y="595"/>
                  <a:pt x="640" y="595"/>
                </a:cubicBezTo>
                <a:cubicBezTo>
                  <a:pt x="665" y="595"/>
                  <a:pt x="684" y="575"/>
                  <a:pt x="684" y="551"/>
                </a:cubicBezTo>
                <a:cubicBezTo>
                  <a:pt x="684" y="414"/>
                  <a:pt x="684" y="414"/>
                  <a:pt x="684" y="414"/>
                </a:cubicBezTo>
                <a:cubicBezTo>
                  <a:pt x="701" y="407"/>
                  <a:pt x="714" y="392"/>
                  <a:pt x="714" y="372"/>
                </a:cubicBezTo>
                <a:cubicBezTo>
                  <a:pt x="714" y="312"/>
                  <a:pt x="714" y="312"/>
                  <a:pt x="714" y="312"/>
                </a:cubicBezTo>
                <a:cubicBezTo>
                  <a:pt x="714" y="293"/>
                  <a:pt x="701" y="276"/>
                  <a:pt x="684" y="270"/>
                </a:cubicBezTo>
                <a:close/>
                <a:moveTo>
                  <a:pt x="75" y="29"/>
                </a:moveTo>
                <a:lnTo>
                  <a:pt x="75" y="29"/>
                </a:lnTo>
                <a:cubicBezTo>
                  <a:pt x="551" y="29"/>
                  <a:pt x="551" y="29"/>
                  <a:pt x="551" y="29"/>
                </a:cubicBezTo>
                <a:cubicBezTo>
                  <a:pt x="559" y="29"/>
                  <a:pt x="566" y="36"/>
                  <a:pt x="566" y="45"/>
                </a:cubicBezTo>
                <a:cubicBezTo>
                  <a:pt x="566" y="118"/>
                  <a:pt x="566" y="118"/>
                  <a:pt x="566" y="118"/>
                </a:cubicBezTo>
                <a:cubicBezTo>
                  <a:pt x="75" y="118"/>
                  <a:pt x="75" y="118"/>
                  <a:pt x="75" y="118"/>
                </a:cubicBezTo>
                <a:cubicBezTo>
                  <a:pt x="62" y="118"/>
                  <a:pt x="51" y="114"/>
                  <a:pt x="43" y="106"/>
                </a:cubicBezTo>
                <a:cubicBezTo>
                  <a:pt x="35" y="98"/>
                  <a:pt x="30" y="86"/>
                  <a:pt x="30" y="74"/>
                </a:cubicBezTo>
                <a:lnTo>
                  <a:pt x="30" y="74"/>
                </a:lnTo>
                <a:lnTo>
                  <a:pt x="30" y="74"/>
                </a:lnTo>
                <a:cubicBezTo>
                  <a:pt x="30" y="63"/>
                  <a:pt x="35" y="52"/>
                  <a:pt x="43" y="43"/>
                </a:cubicBezTo>
                <a:cubicBezTo>
                  <a:pt x="51" y="35"/>
                  <a:pt x="62" y="29"/>
                  <a:pt x="75" y="29"/>
                </a:cubicBezTo>
                <a:close/>
                <a:moveTo>
                  <a:pt x="650" y="561"/>
                </a:moveTo>
                <a:lnTo>
                  <a:pt x="650" y="561"/>
                </a:lnTo>
                <a:cubicBezTo>
                  <a:pt x="648" y="563"/>
                  <a:pt x="644" y="565"/>
                  <a:pt x="640" y="565"/>
                </a:cubicBezTo>
                <a:cubicBezTo>
                  <a:pt x="75" y="565"/>
                  <a:pt x="75" y="565"/>
                  <a:pt x="75" y="565"/>
                </a:cubicBezTo>
                <a:cubicBezTo>
                  <a:pt x="62" y="565"/>
                  <a:pt x="51" y="561"/>
                  <a:pt x="43" y="552"/>
                </a:cubicBezTo>
                <a:cubicBezTo>
                  <a:pt x="35" y="544"/>
                  <a:pt x="30" y="533"/>
                  <a:pt x="30" y="520"/>
                </a:cubicBezTo>
                <a:lnTo>
                  <a:pt x="30" y="520"/>
                </a:lnTo>
                <a:cubicBezTo>
                  <a:pt x="30" y="163"/>
                  <a:pt x="30" y="163"/>
                  <a:pt x="30" y="163"/>
                </a:cubicBezTo>
                <a:lnTo>
                  <a:pt x="30" y="163"/>
                </a:lnTo>
                <a:cubicBezTo>
                  <a:pt x="30" y="134"/>
                  <a:pt x="30" y="134"/>
                  <a:pt x="30" y="134"/>
                </a:cubicBezTo>
                <a:cubicBezTo>
                  <a:pt x="43" y="144"/>
                  <a:pt x="58" y="149"/>
                  <a:pt x="75" y="149"/>
                </a:cubicBezTo>
                <a:cubicBezTo>
                  <a:pt x="640" y="149"/>
                  <a:pt x="640" y="149"/>
                  <a:pt x="640" y="149"/>
                </a:cubicBezTo>
                <a:cubicBezTo>
                  <a:pt x="644" y="149"/>
                  <a:pt x="648" y="151"/>
                  <a:pt x="650" y="153"/>
                </a:cubicBezTo>
                <a:cubicBezTo>
                  <a:pt x="652" y="156"/>
                  <a:pt x="655" y="159"/>
                  <a:pt x="655" y="163"/>
                </a:cubicBezTo>
                <a:cubicBezTo>
                  <a:pt x="655" y="268"/>
                  <a:pt x="655" y="268"/>
                  <a:pt x="655" y="268"/>
                </a:cubicBezTo>
                <a:cubicBezTo>
                  <a:pt x="491" y="268"/>
                  <a:pt x="491" y="268"/>
                  <a:pt x="491" y="268"/>
                </a:cubicBezTo>
                <a:cubicBezTo>
                  <a:pt x="450" y="268"/>
                  <a:pt x="417" y="301"/>
                  <a:pt x="417" y="342"/>
                </a:cubicBezTo>
                <a:cubicBezTo>
                  <a:pt x="417" y="383"/>
                  <a:pt x="450" y="417"/>
                  <a:pt x="491" y="417"/>
                </a:cubicBezTo>
                <a:cubicBezTo>
                  <a:pt x="655" y="417"/>
                  <a:pt x="655" y="417"/>
                  <a:pt x="655" y="417"/>
                </a:cubicBezTo>
                <a:cubicBezTo>
                  <a:pt x="655" y="551"/>
                  <a:pt x="655" y="551"/>
                  <a:pt x="655" y="551"/>
                </a:cubicBezTo>
                <a:cubicBezTo>
                  <a:pt x="655" y="555"/>
                  <a:pt x="652" y="558"/>
                  <a:pt x="650" y="561"/>
                </a:cubicBezTo>
                <a:close/>
                <a:moveTo>
                  <a:pt x="684" y="372"/>
                </a:moveTo>
                <a:lnTo>
                  <a:pt x="684" y="372"/>
                </a:lnTo>
                <a:cubicBezTo>
                  <a:pt x="684" y="381"/>
                  <a:pt x="677" y="386"/>
                  <a:pt x="669" y="386"/>
                </a:cubicBezTo>
                <a:cubicBezTo>
                  <a:pt x="491" y="386"/>
                  <a:pt x="491" y="386"/>
                  <a:pt x="491" y="386"/>
                </a:cubicBezTo>
                <a:cubicBezTo>
                  <a:pt x="479" y="386"/>
                  <a:pt x="468" y="382"/>
                  <a:pt x="460" y="374"/>
                </a:cubicBezTo>
                <a:cubicBezTo>
                  <a:pt x="451" y="365"/>
                  <a:pt x="446" y="354"/>
                  <a:pt x="446" y="342"/>
                </a:cubicBezTo>
                <a:cubicBezTo>
                  <a:pt x="446" y="330"/>
                  <a:pt x="451" y="319"/>
                  <a:pt x="460" y="311"/>
                </a:cubicBezTo>
                <a:cubicBezTo>
                  <a:pt x="468" y="303"/>
                  <a:pt x="479" y="297"/>
                  <a:pt x="491" y="297"/>
                </a:cubicBezTo>
                <a:cubicBezTo>
                  <a:pt x="669" y="297"/>
                  <a:pt x="669" y="297"/>
                  <a:pt x="669" y="297"/>
                </a:cubicBezTo>
                <a:cubicBezTo>
                  <a:pt x="677" y="297"/>
                  <a:pt x="684" y="304"/>
                  <a:pt x="684" y="312"/>
                </a:cubicBezTo>
                <a:lnTo>
                  <a:pt x="684" y="372"/>
                </a:lnTo>
                <a:close/>
              </a:path>
            </a:pathLst>
          </a:custGeom>
          <a:solidFill>
            <a:schemeClr val="accent4"/>
          </a:solidFill>
          <a:ln>
            <a:noFill/>
          </a:ln>
          <a:effectLst/>
        </p:spPr>
        <p:txBody>
          <a:bodyPr wrap="none" anchor="ctr"/>
          <a:lstStyle/>
          <a:p>
            <a:endParaRPr lang="da-DK"/>
          </a:p>
        </p:txBody>
      </p:sp>
      <p:grpSp>
        <p:nvGrpSpPr>
          <p:cNvPr id="136" name="Group 139">
            <a:extLst>
              <a:ext uri="{FF2B5EF4-FFF2-40B4-BE49-F238E27FC236}">
                <a16:creationId xmlns:a16="http://schemas.microsoft.com/office/drawing/2014/main" id="{26C29B4C-DD46-470E-7DF6-3E4F03F80603}"/>
              </a:ext>
            </a:extLst>
          </p:cNvPr>
          <p:cNvGrpSpPr/>
          <p:nvPr/>
        </p:nvGrpSpPr>
        <p:grpSpPr>
          <a:xfrm>
            <a:off x="4729831" y="2532757"/>
            <a:ext cx="219075" cy="296862"/>
            <a:chOff x="3702050" y="2887663"/>
            <a:chExt cx="219075" cy="296862"/>
          </a:xfrm>
          <a:solidFill>
            <a:schemeClr val="accent4"/>
          </a:solidFill>
        </p:grpSpPr>
        <p:sp>
          <p:nvSpPr>
            <p:cNvPr id="137" name="Freeform 111">
              <a:extLst>
                <a:ext uri="{FF2B5EF4-FFF2-40B4-BE49-F238E27FC236}">
                  <a16:creationId xmlns:a16="http://schemas.microsoft.com/office/drawing/2014/main" id="{D23F6878-C0C0-C440-0E05-75F4854AC383}"/>
                </a:ext>
              </a:extLst>
            </p:cNvPr>
            <p:cNvSpPr>
              <a:spLocks noChangeArrowheads="1"/>
            </p:cNvSpPr>
            <p:nvPr/>
          </p:nvSpPr>
          <p:spPr bwMode="auto">
            <a:xfrm>
              <a:off x="3754438" y="2936875"/>
              <a:ext cx="111125" cy="111125"/>
            </a:xfrm>
            <a:custGeom>
              <a:avLst/>
              <a:gdLst>
                <a:gd name="T0" fmla="*/ 153 w 307"/>
                <a:gd name="T1" fmla="*/ 306 h 307"/>
                <a:gd name="T2" fmla="*/ 153 w 307"/>
                <a:gd name="T3" fmla="*/ 306 h 307"/>
                <a:gd name="T4" fmla="*/ 306 w 307"/>
                <a:gd name="T5" fmla="*/ 154 h 307"/>
                <a:gd name="T6" fmla="*/ 153 w 307"/>
                <a:gd name="T7" fmla="*/ 0 h 307"/>
                <a:gd name="T8" fmla="*/ 0 w 307"/>
                <a:gd name="T9" fmla="*/ 154 h 307"/>
                <a:gd name="T10" fmla="*/ 153 w 307"/>
                <a:gd name="T11" fmla="*/ 306 h 307"/>
                <a:gd name="T12" fmla="*/ 67 w 307"/>
                <a:gd name="T13" fmla="*/ 66 h 307"/>
                <a:gd name="T14" fmla="*/ 67 w 307"/>
                <a:gd name="T15" fmla="*/ 66 h 307"/>
                <a:gd name="T16" fmla="*/ 153 w 307"/>
                <a:gd name="T17" fmla="*/ 29 h 307"/>
                <a:gd name="T18" fmla="*/ 241 w 307"/>
                <a:gd name="T19" fmla="*/ 66 h 307"/>
                <a:gd name="T20" fmla="*/ 276 w 307"/>
                <a:gd name="T21" fmla="*/ 154 h 307"/>
                <a:gd name="T22" fmla="*/ 241 w 307"/>
                <a:gd name="T23" fmla="*/ 240 h 307"/>
                <a:gd name="T24" fmla="*/ 153 w 307"/>
                <a:gd name="T25" fmla="*/ 276 h 307"/>
                <a:gd name="T26" fmla="*/ 67 w 307"/>
                <a:gd name="T27" fmla="*/ 240 h 307"/>
                <a:gd name="T28" fmla="*/ 30 w 307"/>
                <a:gd name="T29" fmla="*/ 154 h 307"/>
                <a:gd name="T30" fmla="*/ 67 w 307"/>
                <a:gd name="T31" fmla="*/ 66 h 3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07" h="307">
                  <a:moveTo>
                    <a:pt x="153" y="306"/>
                  </a:moveTo>
                  <a:lnTo>
                    <a:pt x="153" y="306"/>
                  </a:lnTo>
                  <a:cubicBezTo>
                    <a:pt x="238" y="306"/>
                    <a:pt x="306" y="237"/>
                    <a:pt x="306" y="154"/>
                  </a:cubicBezTo>
                  <a:cubicBezTo>
                    <a:pt x="306" y="69"/>
                    <a:pt x="238" y="0"/>
                    <a:pt x="153" y="0"/>
                  </a:cubicBezTo>
                  <a:cubicBezTo>
                    <a:pt x="68" y="0"/>
                    <a:pt x="0" y="69"/>
                    <a:pt x="0" y="154"/>
                  </a:cubicBezTo>
                  <a:cubicBezTo>
                    <a:pt x="0" y="237"/>
                    <a:pt x="68" y="306"/>
                    <a:pt x="153" y="306"/>
                  </a:cubicBezTo>
                  <a:close/>
                  <a:moveTo>
                    <a:pt x="67" y="66"/>
                  </a:moveTo>
                  <a:lnTo>
                    <a:pt x="67" y="66"/>
                  </a:lnTo>
                  <a:cubicBezTo>
                    <a:pt x="89" y="43"/>
                    <a:pt x="119" y="29"/>
                    <a:pt x="153" y="29"/>
                  </a:cubicBezTo>
                  <a:cubicBezTo>
                    <a:pt x="186" y="29"/>
                    <a:pt x="219" y="43"/>
                    <a:pt x="241" y="66"/>
                  </a:cubicBezTo>
                  <a:cubicBezTo>
                    <a:pt x="263" y="88"/>
                    <a:pt x="276" y="119"/>
                    <a:pt x="276" y="154"/>
                  </a:cubicBezTo>
                  <a:cubicBezTo>
                    <a:pt x="276" y="187"/>
                    <a:pt x="263" y="218"/>
                    <a:pt x="241" y="240"/>
                  </a:cubicBezTo>
                  <a:cubicBezTo>
                    <a:pt x="219" y="262"/>
                    <a:pt x="186" y="276"/>
                    <a:pt x="153" y="276"/>
                  </a:cubicBezTo>
                  <a:cubicBezTo>
                    <a:pt x="119" y="276"/>
                    <a:pt x="89" y="262"/>
                    <a:pt x="67" y="240"/>
                  </a:cubicBezTo>
                  <a:cubicBezTo>
                    <a:pt x="44" y="218"/>
                    <a:pt x="30" y="187"/>
                    <a:pt x="30" y="154"/>
                  </a:cubicBezTo>
                  <a:cubicBezTo>
                    <a:pt x="30" y="119"/>
                    <a:pt x="44" y="88"/>
                    <a:pt x="67" y="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85121841-F986-B090-980B-0BA9884A57EB}"/>
                </a:ext>
              </a:extLst>
            </p:cNvPr>
            <p:cNvSpPr>
              <a:spLocks noChangeArrowheads="1"/>
            </p:cNvSpPr>
            <p:nvPr/>
          </p:nvSpPr>
          <p:spPr bwMode="auto">
            <a:xfrm>
              <a:off x="3702050" y="2887663"/>
              <a:ext cx="219075" cy="296862"/>
            </a:xfrm>
            <a:custGeom>
              <a:avLst/>
              <a:gdLst>
                <a:gd name="T0" fmla="*/ 504 w 610"/>
                <a:gd name="T1" fmla="*/ 497 h 825"/>
                <a:gd name="T2" fmla="*/ 504 w 610"/>
                <a:gd name="T3" fmla="*/ 497 h 825"/>
                <a:gd name="T4" fmla="*/ 589 w 610"/>
                <a:gd name="T5" fmla="*/ 292 h 825"/>
                <a:gd name="T6" fmla="*/ 298 w 610"/>
                <a:gd name="T7" fmla="*/ 0 h 825"/>
                <a:gd name="T8" fmla="*/ 6 w 610"/>
                <a:gd name="T9" fmla="*/ 292 h 825"/>
                <a:gd name="T10" fmla="*/ 100 w 610"/>
                <a:gd name="T11" fmla="*/ 504 h 825"/>
                <a:gd name="T12" fmla="*/ 2 w 610"/>
                <a:gd name="T13" fmla="*/ 699 h 825"/>
                <a:gd name="T14" fmla="*/ 4 w 610"/>
                <a:gd name="T15" fmla="*/ 714 h 825"/>
                <a:gd name="T16" fmla="*/ 18 w 610"/>
                <a:gd name="T17" fmla="*/ 720 h 825"/>
                <a:gd name="T18" fmla="*/ 115 w 610"/>
                <a:gd name="T19" fmla="*/ 706 h 825"/>
                <a:gd name="T20" fmla="*/ 156 w 610"/>
                <a:gd name="T21" fmla="*/ 815 h 825"/>
                <a:gd name="T22" fmla="*/ 170 w 610"/>
                <a:gd name="T23" fmla="*/ 824 h 825"/>
                <a:gd name="T24" fmla="*/ 184 w 610"/>
                <a:gd name="T25" fmla="*/ 816 h 825"/>
                <a:gd name="T26" fmla="*/ 301 w 610"/>
                <a:gd name="T27" fmla="*/ 582 h 825"/>
                <a:gd name="T28" fmla="*/ 306 w 610"/>
                <a:gd name="T29" fmla="*/ 582 h 825"/>
                <a:gd name="T30" fmla="*/ 423 w 610"/>
                <a:gd name="T31" fmla="*/ 816 h 825"/>
                <a:gd name="T32" fmla="*/ 437 w 610"/>
                <a:gd name="T33" fmla="*/ 824 h 825"/>
                <a:gd name="T34" fmla="*/ 450 w 610"/>
                <a:gd name="T35" fmla="*/ 815 h 825"/>
                <a:gd name="T36" fmla="*/ 493 w 610"/>
                <a:gd name="T37" fmla="*/ 706 h 825"/>
                <a:gd name="T38" fmla="*/ 591 w 610"/>
                <a:gd name="T39" fmla="*/ 720 h 825"/>
                <a:gd name="T40" fmla="*/ 605 w 610"/>
                <a:gd name="T41" fmla="*/ 714 h 825"/>
                <a:gd name="T42" fmla="*/ 606 w 610"/>
                <a:gd name="T43" fmla="*/ 699 h 825"/>
                <a:gd name="T44" fmla="*/ 504 w 610"/>
                <a:gd name="T45" fmla="*/ 497 h 825"/>
                <a:gd name="T46" fmla="*/ 37 w 610"/>
                <a:gd name="T47" fmla="*/ 292 h 825"/>
                <a:gd name="T48" fmla="*/ 37 w 610"/>
                <a:gd name="T49" fmla="*/ 292 h 825"/>
                <a:gd name="T50" fmla="*/ 112 w 610"/>
                <a:gd name="T51" fmla="*/ 106 h 825"/>
                <a:gd name="T52" fmla="*/ 298 w 610"/>
                <a:gd name="T53" fmla="*/ 29 h 825"/>
                <a:gd name="T54" fmla="*/ 483 w 610"/>
                <a:gd name="T55" fmla="*/ 106 h 825"/>
                <a:gd name="T56" fmla="*/ 560 w 610"/>
                <a:gd name="T57" fmla="*/ 292 h 825"/>
                <a:gd name="T58" fmla="*/ 483 w 610"/>
                <a:gd name="T59" fmla="*/ 476 h 825"/>
                <a:gd name="T60" fmla="*/ 298 w 610"/>
                <a:gd name="T61" fmla="*/ 552 h 825"/>
                <a:gd name="T62" fmla="*/ 112 w 610"/>
                <a:gd name="T63" fmla="*/ 476 h 825"/>
                <a:gd name="T64" fmla="*/ 37 w 610"/>
                <a:gd name="T65" fmla="*/ 292 h 825"/>
                <a:gd name="T66" fmla="*/ 172 w 610"/>
                <a:gd name="T67" fmla="*/ 773 h 825"/>
                <a:gd name="T68" fmla="*/ 172 w 610"/>
                <a:gd name="T69" fmla="*/ 773 h 825"/>
                <a:gd name="T70" fmla="*/ 139 w 610"/>
                <a:gd name="T71" fmla="*/ 685 h 825"/>
                <a:gd name="T72" fmla="*/ 122 w 610"/>
                <a:gd name="T73" fmla="*/ 675 h 825"/>
                <a:gd name="T74" fmla="*/ 41 w 610"/>
                <a:gd name="T75" fmla="*/ 686 h 825"/>
                <a:gd name="T76" fmla="*/ 124 w 610"/>
                <a:gd name="T77" fmla="*/ 523 h 825"/>
                <a:gd name="T78" fmla="*/ 269 w 610"/>
                <a:gd name="T79" fmla="*/ 580 h 825"/>
                <a:gd name="T80" fmla="*/ 172 w 610"/>
                <a:gd name="T81" fmla="*/ 773 h 825"/>
                <a:gd name="T82" fmla="*/ 486 w 610"/>
                <a:gd name="T83" fmla="*/ 675 h 825"/>
                <a:gd name="T84" fmla="*/ 486 w 610"/>
                <a:gd name="T85" fmla="*/ 675 h 825"/>
                <a:gd name="T86" fmla="*/ 469 w 610"/>
                <a:gd name="T87" fmla="*/ 685 h 825"/>
                <a:gd name="T88" fmla="*/ 435 w 610"/>
                <a:gd name="T89" fmla="*/ 773 h 825"/>
                <a:gd name="T90" fmla="*/ 338 w 610"/>
                <a:gd name="T91" fmla="*/ 579 h 825"/>
                <a:gd name="T92" fmla="*/ 482 w 610"/>
                <a:gd name="T93" fmla="*/ 516 h 825"/>
                <a:gd name="T94" fmla="*/ 567 w 610"/>
                <a:gd name="T95" fmla="*/ 686 h 825"/>
                <a:gd name="T96" fmla="*/ 486 w 610"/>
                <a:gd name="T97" fmla="*/ 675 h 8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10" h="825">
                  <a:moveTo>
                    <a:pt x="504" y="497"/>
                  </a:moveTo>
                  <a:lnTo>
                    <a:pt x="504" y="497"/>
                  </a:lnTo>
                  <a:cubicBezTo>
                    <a:pt x="557" y="444"/>
                    <a:pt x="589" y="371"/>
                    <a:pt x="589" y="292"/>
                  </a:cubicBezTo>
                  <a:cubicBezTo>
                    <a:pt x="589" y="130"/>
                    <a:pt x="458" y="0"/>
                    <a:pt x="298" y="0"/>
                  </a:cubicBezTo>
                  <a:cubicBezTo>
                    <a:pt x="138" y="0"/>
                    <a:pt x="6" y="130"/>
                    <a:pt x="6" y="292"/>
                  </a:cubicBezTo>
                  <a:cubicBezTo>
                    <a:pt x="6" y="375"/>
                    <a:pt x="43" y="451"/>
                    <a:pt x="100" y="504"/>
                  </a:cubicBezTo>
                  <a:cubicBezTo>
                    <a:pt x="2" y="699"/>
                    <a:pt x="2" y="699"/>
                    <a:pt x="2" y="699"/>
                  </a:cubicBezTo>
                  <a:cubicBezTo>
                    <a:pt x="0" y="704"/>
                    <a:pt x="1" y="710"/>
                    <a:pt x="4" y="714"/>
                  </a:cubicBezTo>
                  <a:cubicBezTo>
                    <a:pt x="6" y="718"/>
                    <a:pt x="12" y="721"/>
                    <a:pt x="18" y="720"/>
                  </a:cubicBezTo>
                  <a:cubicBezTo>
                    <a:pt x="115" y="706"/>
                    <a:pt x="115" y="706"/>
                    <a:pt x="115" y="706"/>
                  </a:cubicBezTo>
                  <a:cubicBezTo>
                    <a:pt x="156" y="815"/>
                    <a:pt x="156" y="815"/>
                    <a:pt x="156" y="815"/>
                  </a:cubicBezTo>
                  <a:cubicBezTo>
                    <a:pt x="158" y="820"/>
                    <a:pt x="163" y="823"/>
                    <a:pt x="170" y="824"/>
                  </a:cubicBezTo>
                  <a:cubicBezTo>
                    <a:pt x="175" y="824"/>
                    <a:pt x="181" y="822"/>
                    <a:pt x="184" y="816"/>
                  </a:cubicBezTo>
                  <a:cubicBezTo>
                    <a:pt x="301" y="582"/>
                    <a:pt x="301" y="582"/>
                    <a:pt x="301" y="582"/>
                  </a:cubicBezTo>
                  <a:cubicBezTo>
                    <a:pt x="304" y="582"/>
                    <a:pt x="305" y="582"/>
                    <a:pt x="306" y="582"/>
                  </a:cubicBezTo>
                  <a:cubicBezTo>
                    <a:pt x="423" y="816"/>
                    <a:pt x="423" y="816"/>
                    <a:pt x="423" y="816"/>
                  </a:cubicBezTo>
                  <a:cubicBezTo>
                    <a:pt x="425" y="822"/>
                    <a:pt x="430" y="824"/>
                    <a:pt x="437" y="824"/>
                  </a:cubicBezTo>
                  <a:cubicBezTo>
                    <a:pt x="443" y="824"/>
                    <a:pt x="447" y="820"/>
                    <a:pt x="450" y="815"/>
                  </a:cubicBezTo>
                  <a:cubicBezTo>
                    <a:pt x="493" y="706"/>
                    <a:pt x="493" y="706"/>
                    <a:pt x="493" y="706"/>
                  </a:cubicBezTo>
                  <a:cubicBezTo>
                    <a:pt x="591" y="720"/>
                    <a:pt x="591" y="720"/>
                    <a:pt x="591" y="720"/>
                  </a:cubicBezTo>
                  <a:cubicBezTo>
                    <a:pt x="596" y="721"/>
                    <a:pt x="602" y="718"/>
                    <a:pt x="605" y="714"/>
                  </a:cubicBezTo>
                  <a:cubicBezTo>
                    <a:pt x="608" y="710"/>
                    <a:pt x="609" y="704"/>
                    <a:pt x="606" y="699"/>
                  </a:cubicBezTo>
                  <a:lnTo>
                    <a:pt x="504" y="497"/>
                  </a:lnTo>
                  <a:close/>
                  <a:moveTo>
                    <a:pt x="37" y="292"/>
                  </a:moveTo>
                  <a:lnTo>
                    <a:pt x="37" y="292"/>
                  </a:lnTo>
                  <a:cubicBezTo>
                    <a:pt x="37" y="219"/>
                    <a:pt x="66" y="153"/>
                    <a:pt x="112" y="106"/>
                  </a:cubicBezTo>
                  <a:cubicBezTo>
                    <a:pt x="160" y="59"/>
                    <a:pt x="225" y="29"/>
                    <a:pt x="298" y="29"/>
                  </a:cubicBezTo>
                  <a:cubicBezTo>
                    <a:pt x="370" y="29"/>
                    <a:pt x="436" y="59"/>
                    <a:pt x="483" y="106"/>
                  </a:cubicBezTo>
                  <a:cubicBezTo>
                    <a:pt x="531" y="153"/>
                    <a:pt x="560" y="219"/>
                    <a:pt x="560" y="292"/>
                  </a:cubicBezTo>
                  <a:cubicBezTo>
                    <a:pt x="560" y="363"/>
                    <a:pt x="531" y="428"/>
                    <a:pt x="483" y="476"/>
                  </a:cubicBezTo>
                  <a:cubicBezTo>
                    <a:pt x="436" y="523"/>
                    <a:pt x="370" y="552"/>
                    <a:pt x="298" y="552"/>
                  </a:cubicBezTo>
                  <a:cubicBezTo>
                    <a:pt x="225" y="552"/>
                    <a:pt x="160" y="523"/>
                    <a:pt x="112" y="476"/>
                  </a:cubicBezTo>
                  <a:cubicBezTo>
                    <a:pt x="66" y="428"/>
                    <a:pt x="37" y="363"/>
                    <a:pt x="37" y="292"/>
                  </a:cubicBezTo>
                  <a:close/>
                  <a:moveTo>
                    <a:pt x="172" y="773"/>
                  </a:moveTo>
                  <a:lnTo>
                    <a:pt x="172" y="773"/>
                  </a:lnTo>
                  <a:cubicBezTo>
                    <a:pt x="139" y="685"/>
                    <a:pt x="139" y="685"/>
                    <a:pt x="139" y="685"/>
                  </a:cubicBezTo>
                  <a:cubicBezTo>
                    <a:pt x="136" y="678"/>
                    <a:pt x="129" y="674"/>
                    <a:pt x="122" y="675"/>
                  </a:cubicBezTo>
                  <a:cubicBezTo>
                    <a:pt x="41" y="686"/>
                    <a:pt x="41" y="686"/>
                    <a:pt x="41" y="686"/>
                  </a:cubicBezTo>
                  <a:cubicBezTo>
                    <a:pt x="124" y="523"/>
                    <a:pt x="124" y="523"/>
                    <a:pt x="124" y="523"/>
                  </a:cubicBezTo>
                  <a:cubicBezTo>
                    <a:pt x="164" y="555"/>
                    <a:pt x="214" y="575"/>
                    <a:pt x="269" y="580"/>
                  </a:cubicBezTo>
                  <a:lnTo>
                    <a:pt x="172" y="773"/>
                  </a:lnTo>
                  <a:close/>
                  <a:moveTo>
                    <a:pt x="486" y="675"/>
                  </a:moveTo>
                  <a:lnTo>
                    <a:pt x="486" y="675"/>
                  </a:lnTo>
                  <a:cubicBezTo>
                    <a:pt x="479" y="674"/>
                    <a:pt x="472" y="678"/>
                    <a:pt x="469" y="685"/>
                  </a:cubicBezTo>
                  <a:cubicBezTo>
                    <a:pt x="435" y="773"/>
                    <a:pt x="435" y="773"/>
                    <a:pt x="435" y="773"/>
                  </a:cubicBezTo>
                  <a:cubicBezTo>
                    <a:pt x="338" y="579"/>
                    <a:pt x="338" y="579"/>
                    <a:pt x="338" y="579"/>
                  </a:cubicBezTo>
                  <a:cubicBezTo>
                    <a:pt x="393" y="572"/>
                    <a:pt x="442" y="550"/>
                    <a:pt x="482" y="516"/>
                  </a:cubicBezTo>
                  <a:cubicBezTo>
                    <a:pt x="567" y="686"/>
                    <a:pt x="567" y="686"/>
                    <a:pt x="567" y="686"/>
                  </a:cubicBezTo>
                  <a:lnTo>
                    <a:pt x="486"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9" name="Group 142">
            <a:extLst>
              <a:ext uri="{FF2B5EF4-FFF2-40B4-BE49-F238E27FC236}">
                <a16:creationId xmlns:a16="http://schemas.microsoft.com/office/drawing/2014/main" id="{4BA6345A-3F14-CE4F-C66A-09447ED349FC}"/>
              </a:ext>
            </a:extLst>
          </p:cNvPr>
          <p:cNvGrpSpPr/>
          <p:nvPr/>
        </p:nvGrpSpPr>
        <p:grpSpPr>
          <a:xfrm>
            <a:off x="6279231" y="2552601"/>
            <a:ext cx="193675" cy="257175"/>
            <a:chOff x="5251450" y="2892425"/>
            <a:chExt cx="193675" cy="257175"/>
          </a:xfrm>
          <a:solidFill>
            <a:schemeClr val="accent4"/>
          </a:solidFill>
        </p:grpSpPr>
        <p:sp>
          <p:nvSpPr>
            <p:cNvPr id="140" name="Freeform 113">
              <a:extLst>
                <a:ext uri="{FF2B5EF4-FFF2-40B4-BE49-F238E27FC236}">
                  <a16:creationId xmlns:a16="http://schemas.microsoft.com/office/drawing/2014/main" id="{D95EAA33-40E4-C447-A763-A19909F74B33}"/>
                </a:ext>
              </a:extLst>
            </p:cNvPr>
            <p:cNvSpPr>
              <a:spLocks noChangeArrowheads="1"/>
            </p:cNvSpPr>
            <p:nvPr/>
          </p:nvSpPr>
          <p:spPr bwMode="auto">
            <a:xfrm>
              <a:off x="5251450" y="2892425"/>
              <a:ext cx="193675" cy="257175"/>
            </a:xfrm>
            <a:custGeom>
              <a:avLst/>
              <a:gdLst>
                <a:gd name="T0" fmla="*/ 531 w 536"/>
                <a:gd name="T1" fmla="*/ 64 h 715"/>
                <a:gd name="T2" fmla="*/ 531 w 536"/>
                <a:gd name="T3" fmla="*/ 64 h 715"/>
                <a:gd name="T4" fmla="*/ 521 w 536"/>
                <a:gd name="T5" fmla="*/ 60 h 715"/>
                <a:gd name="T6" fmla="*/ 415 w 536"/>
                <a:gd name="T7" fmla="*/ 60 h 715"/>
                <a:gd name="T8" fmla="*/ 343 w 536"/>
                <a:gd name="T9" fmla="*/ 0 h 715"/>
                <a:gd name="T10" fmla="*/ 194 w 536"/>
                <a:gd name="T11" fmla="*/ 0 h 715"/>
                <a:gd name="T12" fmla="*/ 121 w 536"/>
                <a:gd name="T13" fmla="*/ 60 h 715"/>
                <a:gd name="T14" fmla="*/ 15 w 536"/>
                <a:gd name="T15" fmla="*/ 60 h 715"/>
                <a:gd name="T16" fmla="*/ 4 w 536"/>
                <a:gd name="T17" fmla="*/ 64 h 715"/>
                <a:gd name="T18" fmla="*/ 0 w 536"/>
                <a:gd name="T19" fmla="*/ 75 h 715"/>
                <a:gd name="T20" fmla="*/ 0 w 536"/>
                <a:gd name="T21" fmla="*/ 582 h 715"/>
                <a:gd name="T22" fmla="*/ 0 w 536"/>
                <a:gd name="T23" fmla="*/ 700 h 715"/>
                <a:gd name="T24" fmla="*/ 4 w 536"/>
                <a:gd name="T25" fmla="*/ 710 h 715"/>
                <a:gd name="T26" fmla="*/ 15 w 536"/>
                <a:gd name="T27" fmla="*/ 714 h 715"/>
                <a:gd name="T28" fmla="*/ 134 w 536"/>
                <a:gd name="T29" fmla="*/ 714 h 715"/>
                <a:gd name="T30" fmla="*/ 521 w 536"/>
                <a:gd name="T31" fmla="*/ 714 h 715"/>
                <a:gd name="T32" fmla="*/ 531 w 536"/>
                <a:gd name="T33" fmla="*/ 710 h 715"/>
                <a:gd name="T34" fmla="*/ 535 w 536"/>
                <a:gd name="T35" fmla="*/ 700 h 715"/>
                <a:gd name="T36" fmla="*/ 535 w 536"/>
                <a:gd name="T37" fmla="*/ 669 h 715"/>
                <a:gd name="T38" fmla="*/ 535 w 536"/>
                <a:gd name="T39" fmla="*/ 75 h 715"/>
                <a:gd name="T40" fmla="*/ 531 w 536"/>
                <a:gd name="T41" fmla="*/ 64 h 715"/>
                <a:gd name="T42" fmla="*/ 194 w 536"/>
                <a:gd name="T43" fmla="*/ 31 h 715"/>
                <a:gd name="T44" fmla="*/ 194 w 536"/>
                <a:gd name="T45" fmla="*/ 31 h 715"/>
                <a:gd name="T46" fmla="*/ 343 w 536"/>
                <a:gd name="T47" fmla="*/ 31 h 715"/>
                <a:gd name="T48" fmla="*/ 387 w 536"/>
                <a:gd name="T49" fmla="*/ 75 h 715"/>
                <a:gd name="T50" fmla="*/ 387 w 536"/>
                <a:gd name="T51" fmla="*/ 89 h 715"/>
                <a:gd name="T52" fmla="*/ 149 w 536"/>
                <a:gd name="T53" fmla="*/ 89 h 715"/>
                <a:gd name="T54" fmla="*/ 149 w 536"/>
                <a:gd name="T55" fmla="*/ 75 h 715"/>
                <a:gd name="T56" fmla="*/ 194 w 536"/>
                <a:gd name="T57" fmla="*/ 31 h 715"/>
                <a:gd name="T58" fmla="*/ 506 w 536"/>
                <a:gd name="T59" fmla="*/ 669 h 715"/>
                <a:gd name="T60" fmla="*/ 506 w 536"/>
                <a:gd name="T61" fmla="*/ 669 h 715"/>
                <a:gd name="T62" fmla="*/ 506 w 536"/>
                <a:gd name="T63" fmla="*/ 685 h 715"/>
                <a:gd name="T64" fmla="*/ 134 w 536"/>
                <a:gd name="T65" fmla="*/ 685 h 715"/>
                <a:gd name="T66" fmla="*/ 30 w 536"/>
                <a:gd name="T67" fmla="*/ 685 h 715"/>
                <a:gd name="T68" fmla="*/ 30 w 536"/>
                <a:gd name="T69" fmla="*/ 582 h 715"/>
                <a:gd name="T70" fmla="*/ 30 w 536"/>
                <a:gd name="T71" fmla="*/ 89 h 715"/>
                <a:gd name="T72" fmla="*/ 120 w 536"/>
                <a:gd name="T73" fmla="*/ 89 h 715"/>
                <a:gd name="T74" fmla="*/ 120 w 536"/>
                <a:gd name="T75" fmla="*/ 105 h 715"/>
                <a:gd name="T76" fmla="*/ 124 w 536"/>
                <a:gd name="T77" fmla="*/ 116 h 715"/>
                <a:gd name="T78" fmla="*/ 134 w 536"/>
                <a:gd name="T79" fmla="*/ 120 h 715"/>
                <a:gd name="T80" fmla="*/ 401 w 536"/>
                <a:gd name="T81" fmla="*/ 120 h 715"/>
                <a:gd name="T82" fmla="*/ 413 w 536"/>
                <a:gd name="T83" fmla="*/ 116 h 715"/>
                <a:gd name="T84" fmla="*/ 417 w 536"/>
                <a:gd name="T85" fmla="*/ 105 h 715"/>
                <a:gd name="T86" fmla="*/ 417 w 536"/>
                <a:gd name="T87" fmla="*/ 89 h 715"/>
                <a:gd name="T88" fmla="*/ 506 w 536"/>
                <a:gd name="T89" fmla="*/ 89 h 715"/>
                <a:gd name="T90" fmla="*/ 506 w 536"/>
                <a:gd name="T91" fmla="*/ 66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36" h="715">
                  <a:moveTo>
                    <a:pt x="531" y="64"/>
                  </a:moveTo>
                  <a:lnTo>
                    <a:pt x="531" y="64"/>
                  </a:lnTo>
                  <a:cubicBezTo>
                    <a:pt x="528" y="61"/>
                    <a:pt x="524" y="60"/>
                    <a:pt x="521" y="60"/>
                  </a:cubicBezTo>
                  <a:cubicBezTo>
                    <a:pt x="415" y="60"/>
                    <a:pt x="415" y="60"/>
                    <a:pt x="415" y="60"/>
                  </a:cubicBezTo>
                  <a:cubicBezTo>
                    <a:pt x="408" y="27"/>
                    <a:pt x="378" y="0"/>
                    <a:pt x="343" y="0"/>
                  </a:cubicBezTo>
                  <a:cubicBezTo>
                    <a:pt x="194" y="0"/>
                    <a:pt x="194" y="0"/>
                    <a:pt x="194" y="0"/>
                  </a:cubicBezTo>
                  <a:cubicBezTo>
                    <a:pt x="157" y="0"/>
                    <a:pt x="128" y="27"/>
                    <a:pt x="121" y="60"/>
                  </a:cubicBezTo>
                  <a:cubicBezTo>
                    <a:pt x="15" y="60"/>
                    <a:pt x="15" y="60"/>
                    <a:pt x="15" y="60"/>
                  </a:cubicBezTo>
                  <a:cubicBezTo>
                    <a:pt x="11" y="60"/>
                    <a:pt x="7" y="61"/>
                    <a:pt x="4" y="64"/>
                  </a:cubicBezTo>
                  <a:cubicBezTo>
                    <a:pt x="1" y="67"/>
                    <a:pt x="0" y="71"/>
                    <a:pt x="0" y="75"/>
                  </a:cubicBezTo>
                  <a:cubicBezTo>
                    <a:pt x="0" y="582"/>
                    <a:pt x="0" y="582"/>
                    <a:pt x="0" y="582"/>
                  </a:cubicBezTo>
                  <a:cubicBezTo>
                    <a:pt x="0" y="700"/>
                    <a:pt x="0" y="700"/>
                    <a:pt x="0" y="700"/>
                  </a:cubicBezTo>
                  <a:cubicBezTo>
                    <a:pt x="0" y="704"/>
                    <a:pt x="1" y="707"/>
                    <a:pt x="4" y="710"/>
                  </a:cubicBezTo>
                  <a:cubicBezTo>
                    <a:pt x="7" y="713"/>
                    <a:pt x="11" y="714"/>
                    <a:pt x="15" y="714"/>
                  </a:cubicBezTo>
                  <a:cubicBezTo>
                    <a:pt x="134" y="714"/>
                    <a:pt x="134" y="714"/>
                    <a:pt x="134" y="714"/>
                  </a:cubicBezTo>
                  <a:cubicBezTo>
                    <a:pt x="521" y="714"/>
                    <a:pt x="521" y="714"/>
                    <a:pt x="521" y="714"/>
                  </a:cubicBezTo>
                  <a:cubicBezTo>
                    <a:pt x="524" y="714"/>
                    <a:pt x="528" y="713"/>
                    <a:pt x="531" y="710"/>
                  </a:cubicBezTo>
                  <a:cubicBezTo>
                    <a:pt x="534" y="707"/>
                    <a:pt x="535" y="704"/>
                    <a:pt x="535" y="700"/>
                  </a:cubicBezTo>
                  <a:cubicBezTo>
                    <a:pt x="535" y="669"/>
                    <a:pt x="535" y="669"/>
                    <a:pt x="535" y="669"/>
                  </a:cubicBezTo>
                  <a:cubicBezTo>
                    <a:pt x="535" y="75"/>
                    <a:pt x="535" y="75"/>
                    <a:pt x="535" y="75"/>
                  </a:cubicBezTo>
                  <a:cubicBezTo>
                    <a:pt x="535" y="71"/>
                    <a:pt x="534" y="67"/>
                    <a:pt x="531" y="64"/>
                  </a:cubicBezTo>
                  <a:close/>
                  <a:moveTo>
                    <a:pt x="194" y="31"/>
                  </a:moveTo>
                  <a:lnTo>
                    <a:pt x="194" y="31"/>
                  </a:lnTo>
                  <a:cubicBezTo>
                    <a:pt x="343" y="31"/>
                    <a:pt x="343" y="31"/>
                    <a:pt x="343" y="31"/>
                  </a:cubicBezTo>
                  <a:cubicBezTo>
                    <a:pt x="366" y="31"/>
                    <a:pt x="387" y="50"/>
                    <a:pt x="387" y="75"/>
                  </a:cubicBezTo>
                  <a:cubicBezTo>
                    <a:pt x="387" y="89"/>
                    <a:pt x="387" y="89"/>
                    <a:pt x="387" y="89"/>
                  </a:cubicBezTo>
                  <a:cubicBezTo>
                    <a:pt x="149" y="89"/>
                    <a:pt x="149" y="89"/>
                    <a:pt x="149" y="89"/>
                  </a:cubicBezTo>
                  <a:cubicBezTo>
                    <a:pt x="149" y="75"/>
                    <a:pt x="149" y="75"/>
                    <a:pt x="149" y="75"/>
                  </a:cubicBezTo>
                  <a:cubicBezTo>
                    <a:pt x="149" y="50"/>
                    <a:pt x="168" y="31"/>
                    <a:pt x="194" y="31"/>
                  </a:cubicBezTo>
                  <a:close/>
                  <a:moveTo>
                    <a:pt x="506" y="669"/>
                  </a:moveTo>
                  <a:lnTo>
                    <a:pt x="506" y="669"/>
                  </a:lnTo>
                  <a:cubicBezTo>
                    <a:pt x="506" y="685"/>
                    <a:pt x="506" y="685"/>
                    <a:pt x="506" y="685"/>
                  </a:cubicBezTo>
                  <a:cubicBezTo>
                    <a:pt x="134" y="685"/>
                    <a:pt x="134" y="685"/>
                    <a:pt x="134" y="685"/>
                  </a:cubicBezTo>
                  <a:cubicBezTo>
                    <a:pt x="30" y="685"/>
                    <a:pt x="30" y="685"/>
                    <a:pt x="30" y="685"/>
                  </a:cubicBezTo>
                  <a:cubicBezTo>
                    <a:pt x="30" y="582"/>
                    <a:pt x="30" y="582"/>
                    <a:pt x="30" y="582"/>
                  </a:cubicBezTo>
                  <a:cubicBezTo>
                    <a:pt x="30" y="89"/>
                    <a:pt x="30" y="89"/>
                    <a:pt x="30" y="89"/>
                  </a:cubicBezTo>
                  <a:cubicBezTo>
                    <a:pt x="120" y="89"/>
                    <a:pt x="120" y="89"/>
                    <a:pt x="120" y="89"/>
                  </a:cubicBezTo>
                  <a:cubicBezTo>
                    <a:pt x="120" y="105"/>
                    <a:pt x="120" y="105"/>
                    <a:pt x="120" y="105"/>
                  </a:cubicBezTo>
                  <a:cubicBezTo>
                    <a:pt x="120" y="109"/>
                    <a:pt x="121" y="113"/>
                    <a:pt x="124" y="116"/>
                  </a:cubicBezTo>
                  <a:cubicBezTo>
                    <a:pt x="127" y="119"/>
                    <a:pt x="129" y="120"/>
                    <a:pt x="134" y="120"/>
                  </a:cubicBezTo>
                  <a:cubicBezTo>
                    <a:pt x="401" y="120"/>
                    <a:pt x="401" y="120"/>
                    <a:pt x="401" y="120"/>
                  </a:cubicBezTo>
                  <a:cubicBezTo>
                    <a:pt x="406" y="120"/>
                    <a:pt x="410" y="119"/>
                    <a:pt x="413" y="116"/>
                  </a:cubicBezTo>
                  <a:cubicBezTo>
                    <a:pt x="415" y="113"/>
                    <a:pt x="417" y="109"/>
                    <a:pt x="417" y="105"/>
                  </a:cubicBezTo>
                  <a:cubicBezTo>
                    <a:pt x="417" y="89"/>
                    <a:pt x="417" y="89"/>
                    <a:pt x="417" y="89"/>
                  </a:cubicBezTo>
                  <a:cubicBezTo>
                    <a:pt x="506" y="89"/>
                    <a:pt x="506" y="89"/>
                    <a:pt x="506" y="89"/>
                  </a:cubicBezTo>
                  <a:lnTo>
                    <a:pt x="506" y="66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4">
              <a:extLst>
                <a:ext uri="{FF2B5EF4-FFF2-40B4-BE49-F238E27FC236}">
                  <a16:creationId xmlns:a16="http://schemas.microsoft.com/office/drawing/2014/main" id="{BE6D1F4A-98C7-5315-CDE8-B216410A32C2}"/>
                </a:ext>
              </a:extLst>
            </p:cNvPr>
            <p:cNvSpPr>
              <a:spLocks noChangeArrowheads="1"/>
            </p:cNvSpPr>
            <p:nvPr/>
          </p:nvSpPr>
          <p:spPr bwMode="auto">
            <a:xfrm>
              <a:off x="5273675" y="2979738"/>
              <a:ext cx="61913" cy="41275"/>
            </a:xfrm>
            <a:custGeom>
              <a:avLst/>
              <a:gdLst>
                <a:gd name="T0" fmla="*/ 70 w 171"/>
                <a:gd name="T1" fmla="*/ 79 h 116"/>
                <a:gd name="T2" fmla="*/ 70 w 171"/>
                <a:gd name="T3" fmla="*/ 79 h 116"/>
                <a:gd name="T4" fmla="*/ 21 w 171"/>
                <a:gd name="T5" fmla="*/ 29 h 116"/>
                <a:gd name="T6" fmla="*/ 0 w 171"/>
                <a:gd name="T7" fmla="*/ 51 h 116"/>
                <a:gd name="T8" fmla="*/ 0 w 171"/>
                <a:gd name="T9" fmla="*/ 51 h 116"/>
                <a:gd name="T10" fmla="*/ 60 w 171"/>
                <a:gd name="T11" fmla="*/ 110 h 116"/>
                <a:gd name="T12" fmla="*/ 81 w 171"/>
                <a:gd name="T13" fmla="*/ 110 h 116"/>
                <a:gd name="T14" fmla="*/ 170 w 171"/>
                <a:gd name="T15" fmla="*/ 21 h 116"/>
                <a:gd name="T16" fmla="*/ 149 w 171"/>
                <a:gd name="T17" fmla="*/ 0 h 116"/>
                <a:gd name="T18" fmla="*/ 70 w 171"/>
                <a:gd name="T19" fmla="*/ 79 h 1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6">
                  <a:moveTo>
                    <a:pt x="70" y="79"/>
                  </a:moveTo>
                  <a:lnTo>
                    <a:pt x="70" y="79"/>
                  </a:lnTo>
                  <a:cubicBezTo>
                    <a:pt x="21" y="29"/>
                    <a:pt x="21" y="29"/>
                    <a:pt x="21" y="29"/>
                  </a:cubicBezTo>
                  <a:cubicBezTo>
                    <a:pt x="0" y="51"/>
                    <a:pt x="0" y="51"/>
                    <a:pt x="0" y="51"/>
                  </a:cubicBezTo>
                  <a:lnTo>
                    <a:pt x="0" y="51"/>
                  </a:lnTo>
                  <a:cubicBezTo>
                    <a:pt x="60" y="110"/>
                    <a:pt x="60" y="110"/>
                    <a:pt x="60" y="110"/>
                  </a:cubicBezTo>
                  <a:cubicBezTo>
                    <a:pt x="65" y="115"/>
                    <a:pt x="75" y="115"/>
                    <a:pt x="81" y="110"/>
                  </a:cubicBezTo>
                  <a:cubicBezTo>
                    <a:pt x="170" y="21"/>
                    <a:pt x="170" y="21"/>
                    <a:pt x="170" y="21"/>
                  </a:cubicBezTo>
                  <a:cubicBezTo>
                    <a:pt x="149" y="0"/>
                    <a:pt x="149" y="0"/>
                    <a:pt x="149" y="0"/>
                  </a:cubicBezTo>
                  <a:lnTo>
                    <a:pt x="70" y="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5">
              <a:extLst>
                <a:ext uri="{FF2B5EF4-FFF2-40B4-BE49-F238E27FC236}">
                  <a16:creationId xmlns:a16="http://schemas.microsoft.com/office/drawing/2014/main" id="{18710C04-5202-2457-16BC-CD0B49011076}"/>
                </a:ext>
              </a:extLst>
            </p:cNvPr>
            <p:cNvSpPr>
              <a:spLocks noChangeArrowheads="1"/>
            </p:cNvSpPr>
            <p:nvPr/>
          </p:nvSpPr>
          <p:spPr bwMode="auto">
            <a:xfrm>
              <a:off x="5273675" y="3044825"/>
              <a:ext cx="61913" cy="42863"/>
            </a:xfrm>
            <a:custGeom>
              <a:avLst/>
              <a:gdLst>
                <a:gd name="T0" fmla="*/ 70 w 171"/>
                <a:gd name="T1" fmla="*/ 80 h 117"/>
                <a:gd name="T2" fmla="*/ 70 w 171"/>
                <a:gd name="T3" fmla="*/ 80 h 117"/>
                <a:gd name="T4" fmla="*/ 21 w 171"/>
                <a:gd name="T5" fmla="*/ 29 h 117"/>
                <a:gd name="T6" fmla="*/ 0 w 171"/>
                <a:gd name="T7" fmla="*/ 52 h 117"/>
                <a:gd name="T8" fmla="*/ 0 w 171"/>
                <a:gd name="T9" fmla="*/ 52 h 117"/>
                <a:gd name="T10" fmla="*/ 60 w 171"/>
                <a:gd name="T11" fmla="*/ 110 h 117"/>
                <a:gd name="T12" fmla="*/ 81 w 171"/>
                <a:gd name="T13" fmla="*/ 110 h 117"/>
                <a:gd name="T14" fmla="*/ 170 w 171"/>
                <a:gd name="T15" fmla="*/ 21 h 117"/>
                <a:gd name="T16" fmla="*/ 149 w 171"/>
                <a:gd name="T17" fmla="*/ 0 h 117"/>
                <a:gd name="T18" fmla="*/ 70 w 171"/>
                <a:gd name="T19" fmla="*/ 80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71" h="117">
                  <a:moveTo>
                    <a:pt x="70" y="80"/>
                  </a:moveTo>
                  <a:lnTo>
                    <a:pt x="70" y="80"/>
                  </a:lnTo>
                  <a:cubicBezTo>
                    <a:pt x="21" y="29"/>
                    <a:pt x="21" y="29"/>
                    <a:pt x="21" y="29"/>
                  </a:cubicBezTo>
                  <a:cubicBezTo>
                    <a:pt x="0" y="52"/>
                    <a:pt x="0" y="52"/>
                    <a:pt x="0" y="52"/>
                  </a:cubicBezTo>
                  <a:lnTo>
                    <a:pt x="0" y="52"/>
                  </a:lnTo>
                  <a:cubicBezTo>
                    <a:pt x="60" y="110"/>
                    <a:pt x="60" y="110"/>
                    <a:pt x="60" y="110"/>
                  </a:cubicBezTo>
                  <a:cubicBezTo>
                    <a:pt x="65" y="116"/>
                    <a:pt x="75" y="116"/>
                    <a:pt x="81" y="110"/>
                  </a:cubicBezTo>
                  <a:cubicBezTo>
                    <a:pt x="170" y="21"/>
                    <a:pt x="170" y="21"/>
                    <a:pt x="170" y="21"/>
                  </a:cubicBezTo>
                  <a:cubicBezTo>
                    <a:pt x="149" y="0"/>
                    <a:pt x="149" y="0"/>
                    <a:pt x="149" y="0"/>
                  </a:cubicBezTo>
                  <a:lnTo>
                    <a:pt x="70" y="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3" name="Freeform 116">
              <a:extLst>
                <a:ext uri="{FF2B5EF4-FFF2-40B4-BE49-F238E27FC236}">
                  <a16:creationId xmlns:a16="http://schemas.microsoft.com/office/drawing/2014/main" id="{0BEF980B-46F9-3AFF-26C9-CFC3A31DE149}"/>
                </a:ext>
              </a:extLst>
            </p:cNvPr>
            <p:cNvSpPr>
              <a:spLocks noChangeArrowheads="1"/>
            </p:cNvSpPr>
            <p:nvPr/>
          </p:nvSpPr>
          <p:spPr bwMode="auto">
            <a:xfrm>
              <a:off x="5353050" y="3000375"/>
              <a:ext cx="65088" cy="11113"/>
            </a:xfrm>
            <a:custGeom>
              <a:avLst/>
              <a:gdLst>
                <a:gd name="T0" fmla="*/ 15 w 179"/>
                <a:gd name="T1" fmla="*/ 0 h 31"/>
                <a:gd name="T2" fmla="*/ 15 w 179"/>
                <a:gd name="T3" fmla="*/ 0 h 31"/>
                <a:gd name="T4" fmla="*/ 0 w 179"/>
                <a:gd name="T5" fmla="*/ 14 h 31"/>
                <a:gd name="T6" fmla="*/ 15 w 179"/>
                <a:gd name="T7" fmla="*/ 30 h 31"/>
                <a:gd name="T8" fmla="*/ 163 w 179"/>
                <a:gd name="T9" fmla="*/ 30 h 31"/>
                <a:gd name="T10" fmla="*/ 178 w 179"/>
                <a:gd name="T11" fmla="*/ 14 h 31"/>
                <a:gd name="T12" fmla="*/ 163 w 179"/>
                <a:gd name="T13" fmla="*/ 0 h 31"/>
                <a:gd name="T14" fmla="*/ 15 w 179"/>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1">
                  <a:moveTo>
                    <a:pt x="15" y="0"/>
                  </a:moveTo>
                  <a:lnTo>
                    <a:pt x="15" y="0"/>
                  </a:lnTo>
                  <a:cubicBezTo>
                    <a:pt x="7" y="0"/>
                    <a:pt x="0" y="6"/>
                    <a:pt x="0" y="14"/>
                  </a:cubicBezTo>
                  <a:cubicBezTo>
                    <a:pt x="0" y="23"/>
                    <a:pt x="7" y="30"/>
                    <a:pt x="15" y="30"/>
                  </a:cubicBezTo>
                  <a:cubicBezTo>
                    <a:pt x="163" y="30"/>
                    <a:pt x="163" y="30"/>
                    <a:pt x="163" y="30"/>
                  </a:cubicBezTo>
                  <a:cubicBezTo>
                    <a:pt x="171" y="30"/>
                    <a:pt x="178" y="23"/>
                    <a:pt x="178" y="14"/>
                  </a:cubicBezTo>
                  <a:cubicBezTo>
                    <a:pt x="178" y="6"/>
                    <a:pt x="171" y="0"/>
                    <a:pt x="16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4" name="Freeform 117">
              <a:extLst>
                <a:ext uri="{FF2B5EF4-FFF2-40B4-BE49-F238E27FC236}">
                  <a16:creationId xmlns:a16="http://schemas.microsoft.com/office/drawing/2014/main" id="{444C6C03-F289-5E29-D2B8-F137BA9910C9}"/>
                </a:ext>
              </a:extLst>
            </p:cNvPr>
            <p:cNvSpPr>
              <a:spLocks noChangeArrowheads="1"/>
            </p:cNvSpPr>
            <p:nvPr/>
          </p:nvSpPr>
          <p:spPr bwMode="auto">
            <a:xfrm>
              <a:off x="5353050" y="3065463"/>
              <a:ext cx="65088" cy="11112"/>
            </a:xfrm>
            <a:custGeom>
              <a:avLst/>
              <a:gdLst>
                <a:gd name="T0" fmla="*/ 163 w 179"/>
                <a:gd name="T1" fmla="*/ 0 h 30"/>
                <a:gd name="T2" fmla="*/ 163 w 179"/>
                <a:gd name="T3" fmla="*/ 0 h 30"/>
                <a:gd name="T4" fmla="*/ 15 w 179"/>
                <a:gd name="T5" fmla="*/ 0 h 30"/>
                <a:gd name="T6" fmla="*/ 0 w 179"/>
                <a:gd name="T7" fmla="*/ 14 h 30"/>
                <a:gd name="T8" fmla="*/ 15 w 179"/>
                <a:gd name="T9" fmla="*/ 29 h 30"/>
                <a:gd name="T10" fmla="*/ 163 w 179"/>
                <a:gd name="T11" fmla="*/ 29 h 30"/>
                <a:gd name="T12" fmla="*/ 178 w 179"/>
                <a:gd name="T13" fmla="*/ 14 h 30"/>
                <a:gd name="T14" fmla="*/ 163 w 17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0">
                  <a:moveTo>
                    <a:pt x="163" y="0"/>
                  </a:moveTo>
                  <a:lnTo>
                    <a:pt x="163" y="0"/>
                  </a:lnTo>
                  <a:cubicBezTo>
                    <a:pt x="15" y="0"/>
                    <a:pt x="15" y="0"/>
                    <a:pt x="15" y="0"/>
                  </a:cubicBezTo>
                  <a:cubicBezTo>
                    <a:pt x="7" y="0"/>
                    <a:pt x="0" y="6"/>
                    <a:pt x="0" y="14"/>
                  </a:cubicBezTo>
                  <a:cubicBezTo>
                    <a:pt x="0" y="22"/>
                    <a:pt x="7" y="29"/>
                    <a:pt x="15" y="29"/>
                  </a:cubicBezTo>
                  <a:cubicBezTo>
                    <a:pt x="163" y="29"/>
                    <a:pt x="163" y="29"/>
                    <a:pt x="163" y="29"/>
                  </a:cubicBezTo>
                  <a:cubicBezTo>
                    <a:pt x="171" y="29"/>
                    <a:pt x="178" y="22"/>
                    <a:pt x="178" y="14"/>
                  </a:cubicBezTo>
                  <a:cubicBezTo>
                    <a:pt x="178" y="6"/>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5" name="Group 148">
            <a:extLst>
              <a:ext uri="{FF2B5EF4-FFF2-40B4-BE49-F238E27FC236}">
                <a16:creationId xmlns:a16="http://schemas.microsoft.com/office/drawing/2014/main" id="{D7725850-DECB-53E2-A2CD-2A26F1330002}"/>
              </a:ext>
            </a:extLst>
          </p:cNvPr>
          <p:cNvGrpSpPr/>
          <p:nvPr/>
        </p:nvGrpSpPr>
        <p:grpSpPr>
          <a:xfrm>
            <a:off x="7274594" y="2562920"/>
            <a:ext cx="257175" cy="236537"/>
            <a:chOff x="6246813" y="2903538"/>
            <a:chExt cx="257175" cy="236537"/>
          </a:xfrm>
          <a:solidFill>
            <a:schemeClr val="accent4"/>
          </a:solidFill>
        </p:grpSpPr>
        <p:sp>
          <p:nvSpPr>
            <p:cNvPr id="146" name="Freeform 118">
              <a:extLst>
                <a:ext uri="{FF2B5EF4-FFF2-40B4-BE49-F238E27FC236}">
                  <a16:creationId xmlns:a16="http://schemas.microsoft.com/office/drawing/2014/main" id="{E28EB30B-6431-C4BF-9A85-916FBFC6599D}"/>
                </a:ext>
              </a:extLst>
            </p:cNvPr>
            <p:cNvSpPr>
              <a:spLocks noChangeArrowheads="1"/>
            </p:cNvSpPr>
            <p:nvPr/>
          </p:nvSpPr>
          <p:spPr bwMode="auto">
            <a:xfrm>
              <a:off x="6246813" y="2903538"/>
              <a:ext cx="257175" cy="171450"/>
            </a:xfrm>
            <a:custGeom>
              <a:avLst/>
              <a:gdLst>
                <a:gd name="T0" fmla="*/ 711 w 716"/>
                <a:gd name="T1" fmla="*/ 64 h 476"/>
                <a:gd name="T2" fmla="*/ 711 w 716"/>
                <a:gd name="T3" fmla="*/ 64 h 476"/>
                <a:gd name="T4" fmla="*/ 700 w 716"/>
                <a:gd name="T5" fmla="*/ 58 h 476"/>
                <a:gd name="T6" fmla="*/ 132 w 716"/>
                <a:gd name="T7" fmla="*/ 58 h 476"/>
                <a:gd name="T8" fmla="*/ 124 w 716"/>
                <a:gd name="T9" fmla="*/ 32 h 476"/>
                <a:gd name="T10" fmla="*/ 82 w 716"/>
                <a:gd name="T11" fmla="*/ 0 h 476"/>
                <a:gd name="T12" fmla="*/ 15 w 716"/>
                <a:gd name="T13" fmla="*/ 0 h 476"/>
                <a:gd name="T14" fmla="*/ 0 w 716"/>
                <a:gd name="T15" fmla="*/ 14 h 476"/>
                <a:gd name="T16" fmla="*/ 15 w 716"/>
                <a:gd name="T17" fmla="*/ 29 h 476"/>
                <a:gd name="T18" fmla="*/ 82 w 716"/>
                <a:gd name="T19" fmla="*/ 29 h 476"/>
                <a:gd name="T20" fmla="*/ 96 w 716"/>
                <a:gd name="T21" fmla="*/ 40 h 476"/>
                <a:gd name="T22" fmla="*/ 198 w 716"/>
                <a:gd name="T23" fmla="*/ 419 h 476"/>
                <a:gd name="T24" fmla="*/ 198 w 716"/>
                <a:gd name="T25" fmla="*/ 419 h 476"/>
                <a:gd name="T26" fmla="*/ 269 w 716"/>
                <a:gd name="T27" fmla="*/ 475 h 476"/>
                <a:gd name="T28" fmla="*/ 640 w 716"/>
                <a:gd name="T29" fmla="*/ 475 h 476"/>
                <a:gd name="T30" fmla="*/ 655 w 716"/>
                <a:gd name="T31" fmla="*/ 460 h 476"/>
                <a:gd name="T32" fmla="*/ 640 w 716"/>
                <a:gd name="T33" fmla="*/ 446 h 476"/>
                <a:gd name="T34" fmla="*/ 269 w 716"/>
                <a:gd name="T35" fmla="*/ 446 h 476"/>
                <a:gd name="T36" fmla="*/ 226 w 716"/>
                <a:gd name="T37" fmla="*/ 413 h 476"/>
                <a:gd name="T38" fmla="*/ 226 w 716"/>
                <a:gd name="T39" fmla="*/ 413 h 476"/>
                <a:gd name="T40" fmla="*/ 219 w 716"/>
                <a:gd name="T41" fmla="*/ 386 h 476"/>
                <a:gd name="T42" fmla="*/ 615 w 716"/>
                <a:gd name="T43" fmla="*/ 386 h 476"/>
                <a:gd name="T44" fmla="*/ 659 w 716"/>
                <a:gd name="T45" fmla="*/ 350 h 476"/>
                <a:gd name="T46" fmla="*/ 659 w 716"/>
                <a:gd name="T47" fmla="*/ 350 h 476"/>
                <a:gd name="T48" fmla="*/ 659 w 716"/>
                <a:gd name="T49" fmla="*/ 350 h 476"/>
                <a:gd name="T50" fmla="*/ 659 w 716"/>
                <a:gd name="T51" fmla="*/ 350 h 476"/>
                <a:gd name="T52" fmla="*/ 659 w 716"/>
                <a:gd name="T53" fmla="*/ 350 h 476"/>
                <a:gd name="T54" fmla="*/ 714 w 716"/>
                <a:gd name="T55" fmla="*/ 76 h 476"/>
                <a:gd name="T56" fmla="*/ 711 w 716"/>
                <a:gd name="T57" fmla="*/ 64 h 476"/>
                <a:gd name="T58" fmla="*/ 630 w 716"/>
                <a:gd name="T59" fmla="*/ 344 h 476"/>
                <a:gd name="T60" fmla="*/ 630 w 716"/>
                <a:gd name="T61" fmla="*/ 344 h 476"/>
                <a:gd name="T62" fmla="*/ 630 w 716"/>
                <a:gd name="T63" fmla="*/ 344 h 476"/>
                <a:gd name="T64" fmla="*/ 615 w 716"/>
                <a:gd name="T65" fmla="*/ 357 h 476"/>
                <a:gd name="T66" fmla="*/ 210 w 716"/>
                <a:gd name="T67" fmla="*/ 357 h 476"/>
                <a:gd name="T68" fmla="*/ 139 w 716"/>
                <a:gd name="T69" fmla="*/ 89 h 476"/>
                <a:gd name="T70" fmla="*/ 682 w 716"/>
                <a:gd name="T71" fmla="*/ 89 h 476"/>
                <a:gd name="T72" fmla="*/ 630 w 716"/>
                <a:gd name="T73" fmla="*/ 34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16" h="476">
                  <a:moveTo>
                    <a:pt x="711" y="64"/>
                  </a:moveTo>
                  <a:lnTo>
                    <a:pt x="711" y="64"/>
                  </a:lnTo>
                  <a:cubicBezTo>
                    <a:pt x="708" y="61"/>
                    <a:pt x="704" y="58"/>
                    <a:pt x="700" y="58"/>
                  </a:cubicBezTo>
                  <a:cubicBezTo>
                    <a:pt x="132" y="58"/>
                    <a:pt x="132" y="58"/>
                    <a:pt x="132" y="58"/>
                  </a:cubicBezTo>
                  <a:cubicBezTo>
                    <a:pt x="124" y="32"/>
                    <a:pt x="124" y="32"/>
                    <a:pt x="124" y="32"/>
                  </a:cubicBezTo>
                  <a:cubicBezTo>
                    <a:pt x="120" y="12"/>
                    <a:pt x="101" y="0"/>
                    <a:pt x="82" y="0"/>
                  </a:cubicBezTo>
                  <a:cubicBezTo>
                    <a:pt x="15" y="0"/>
                    <a:pt x="15" y="0"/>
                    <a:pt x="15" y="0"/>
                  </a:cubicBezTo>
                  <a:cubicBezTo>
                    <a:pt x="7" y="0"/>
                    <a:pt x="0" y="5"/>
                    <a:pt x="0" y="14"/>
                  </a:cubicBezTo>
                  <a:cubicBezTo>
                    <a:pt x="0" y="22"/>
                    <a:pt x="7" y="29"/>
                    <a:pt x="15" y="29"/>
                  </a:cubicBezTo>
                  <a:cubicBezTo>
                    <a:pt x="82" y="29"/>
                    <a:pt x="82" y="29"/>
                    <a:pt x="82" y="29"/>
                  </a:cubicBezTo>
                  <a:cubicBezTo>
                    <a:pt x="88" y="29"/>
                    <a:pt x="94" y="33"/>
                    <a:pt x="96" y="40"/>
                  </a:cubicBezTo>
                  <a:cubicBezTo>
                    <a:pt x="198" y="419"/>
                    <a:pt x="198" y="419"/>
                    <a:pt x="198" y="419"/>
                  </a:cubicBezTo>
                  <a:lnTo>
                    <a:pt x="198" y="419"/>
                  </a:lnTo>
                  <a:cubicBezTo>
                    <a:pt x="206" y="453"/>
                    <a:pt x="235" y="475"/>
                    <a:pt x="269" y="475"/>
                  </a:cubicBezTo>
                  <a:cubicBezTo>
                    <a:pt x="640" y="475"/>
                    <a:pt x="640" y="475"/>
                    <a:pt x="640" y="475"/>
                  </a:cubicBezTo>
                  <a:cubicBezTo>
                    <a:pt x="648" y="475"/>
                    <a:pt x="655" y="468"/>
                    <a:pt x="655" y="460"/>
                  </a:cubicBezTo>
                  <a:cubicBezTo>
                    <a:pt x="655" y="452"/>
                    <a:pt x="648" y="446"/>
                    <a:pt x="640" y="446"/>
                  </a:cubicBezTo>
                  <a:cubicBezTo>
                    <a:pt x="269" y="446"/>
                    <a:pt x="269" y="446"/>
                    <a:pt x="269" y="446"/>
                  </a:cubicBezTo>
                  <a:cubicBezTo>
                    <a:pt x="249" y="446"/>
                    <a:pt x="231" y="432"/>
                    <a:pt x="226" y="413"/>
                  </a:cubicBezTo>
                  <a:lnTo>
                    <a:pt x="226" y="413"/>
                  </a:lnTo>
                  <a:cubicBezTo>
                    <a:pt x="219" y="386"/>
                    <a:pt x="219" y="386"/>
                    <a:pt x="219" y="386"/>
                  </a:cubicBezTo>
                  <a:cubicBezTo>
                    <a:pt x="615" y="386"/>
                    <a:pt x="615" y="386"/>
                    <a:pt x="615" y="386"/>
                  </a:cubicBezTo>
                  <a:cubicBezTo>
                    <a:pt x="637" y="386"/>
                    <a:pt x="655" y="371"/>
                    <a:pt x="659" y="350"/>
                  </a:cubicBezTo>
                  <a:lnTo>
                    <a:pt x="659" y="350"/>
                  </a:lnTo>
                  <a:lnTo>
                    <a:pt x="659" y="350"/>
                  </a:lnTo>
                  <a:lnTo>
                    <a:pt x="659" y="350"/>
                  </a:lnTo>
                  <a:lnTo>
                    <a:pt x="659" y="350"/>
                  </a:lnTo>
                  <a:cubicBezTo>
                    <a:pt x="714" y="76"/>
                    <a:pt x="714" y="76"/>
                    <a:pt x="714" y="76"/>
                  </a:cubicBezTo>
                  <a:cubicBezTo>
                    <a:pt x="715" y="72"/>
                    <a:pt x="714" y="68"/>
                    <a:pt x="711" y="64"/>
                  </a:cubicBezTo>
                  <a:close/>
                  <a:moveTo>
                    <a:pt x="630" y="344"/>
                  </a:moveTo>
                  <a:lnTo>
                    <a:pt x="630" y="344"/>
                  </a:lnTo>
                  <a:lnTo>
                    <a:pt x="630" y="344"/>
                  </a:lnTo>
                  <a:cubicBezTo>
                    <a:pt x="629" y="351"/>
                    <a:pt x="622" y="357"/>
                    <a:pt x="615" y="357"/>
                  </a:cubicBezTo>
                  <a:cubicBezTo>
                    <a:pt x="210" y="357"/>
                    <a:pt x="210" y="357"/>
                    <a:pt x="210" y="357"/>
                  </a:cubicBezTo>
                  <a:cubicBezTo>
                    <a:pt x="139" y="89"/>
                    <a:pt x="139" y="89"/>
                    <a:pt x="139" y="89"/>
                  </a:cubicBezTo>
                  <a:cubicBezTo>
                    <a:pt x="682" y="89"/>
                    <a:pt x="682" y="89"/>
                    <a:pt x="682" y="89"/>
                  </a:cubicBezTo>
                  <a:lnTo>
                    <a:pt x="630" y="3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7" name="Freeform 119">
              <a:extLst>
                <a:ext uri="{FF2B5EF4-FFF2-40B4-BE49-F238E27FC236}">
                  <a16:creationId xmlns:a16="http://schemas.microsoft.com/office/drawing/2014/main" id="{D729383C-F0A2-A58E-8A08-E0071386AA55}"/>
                </a:ext>
              </a:extLst>
            </p:cNvPr>
            <p:cNvSpPr>
              <a:spLocks noChangeArrowheads="1"/>
            </p:cNvSpPr>
            <p:nvPr/>
          </p:nvSpPr>
          <p:spPr bwMode="auto">
            <a:xfrm>
              <a:off x="6311900" y="3086100"/>
              <a:ext cx="53975" cy="53975"/>
            </a:xfrm>
            <a:custGeom>
              <a:avLst/>
              <a:gdLst>
                <a:gd name="T0" fmla="*/ 149 w 150"/>
                <a:gd name="T1" fmla="*/ 75 h 150"/>
                <a:gd name="T2" fmla="*/ 149 w 150"/>
                <a:gd name="T3" fmla="*/ 75 h 150"/>
                <a:gd name="T4" fmla="*/ 75 w 150"/>
                <a:gd name="T5" fmla="*/ 0 h 150"/>
                <a:gd name="T6" fmla="*/ 0 w 150"/>
                <a:gd name="T7" fmla="*/ 75 h 150"/>
                <a:gd name="T8" fmla="*/ 75 w 150"/>
                <a:gd name="T9" fmla="*/ 149 h 150"/>
                <a:gd name="T10" fmla="*/ 149 w 150"/>
                <a:gd name="T11" fmla="*/ 75 h 150"/>
                <a:gd name="T12" fmla="*/ 31 w 150"/>
                <a:gd name="T13" fmla="*/ 75 h 150"/>
                <a:gd name="T14" fmla="*/ 31 w 150"/>
                <a:gd name="T15" fmla="*/ 75 h 150"/>
                <a:gd name="T16" fmla="*/ 75 w 150"/>
                <a:gd name="T17" fmla="*/ 30 h 150"/>
                <a:gd name="T18" fmla="*/ 120 w 150"/>
                <a:gd name="T19" fmla="*/ 75 h 150"/>
                <a:gd name="T20" fmla="*/ 75 w 150"/>
                <a:gd name="T21" fmla="*/ 120 h 150"/>
                <a:gd name="T22" fmla="*/ 31 w 150"/>
                <a:gd name="T23" fmla="*/ 7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149" y="75"/>
                  </a:moveTo>
                  <a:lnTo>
                    <a:pt x="149" y="75"/>
                  </a:lnTo>
                  <a:cubicBezTo>
                    <a:pt x="149" y="33"/>
                    <a:pt x="116" y="0"/>
                    <a:pt x="75" y="0"/>
                  </a:cubicBezTo>
                  <a:cubicBezTo>
                    <a:pt x="34" y="0"/>
                    <a:pt x="0" y="33"/>
                    <a:pt x="0" y="75"/>
                  </a:cubicBezTo>
                  <a:cubicBezTo>
                    <a:pt x="0" y="115"/>
                    <a:pt x="34" y="149"/>
                    <a:pt x="75" y="149"/>
                  </a:cubicBezTo>
                  <a:cubicBezTo>
                    <a:pt x="116" y="149"/>
                    <a:pt x="149" y="115"/>
                    <a:pt x="149" y="75"/>
                  </a:cubicBezTo>
                  <a:close/>
                  <a:moveTo>
                    <a:pt x="31" y="75"/>
                  </a:moveTo>
                  <a:lnTo>
                    <a:pt x="31" y="75"/>
                  </a:lnTo>
                  <a:cubicBezTo>
                    <a:pt x="31" y="50"/>
                    <a:pt x="50" y="30"/>
                    <a:pt x="75" y="30"/>
                  </a:cubicBezTo>
                  <a:cubicBezTo>
                    <a:pt x="99" y="30"/>
                    <a:pt x="120" y="50"/>
                    <a:pt x="120" y="75"/>
                  </a:cubicBezTo>
                  <a:cubicBezTo>
                    <a:pt x="120" y="99"/>
                    <a:pt x="99" y="120"/>
                    <a:pt x="75" y="120"/>
                  </a:cubicBezTo>
                  <a:cubicBezTo>
                    <a:pt x="50" y="120"/>
                    <a:pt x="31" y="99"/>
                    <a:pt x="31"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16D83F54-B15A-9231-62AC-87E43FB5F5C0}"/>
                </a:ext>
              </a:extLst>
            </p:cNvPr>
            <p:cNvSpPr>
              <a:spLocks noChangeArrowheads="1"/>
            </p:cNvSpPr>
            <p:nvPr/>
          </p:nvSpPr>
          <p:spPr bwMode="auto">
            <a:xfrm>
              <a:off x="6429375" y="3086100"/>
              <a:ext cx="53975" cy="53975"/>
            </a:xfrm>
            <a:custGeom>
              <a:avLst/>
              <a:gdLst>
                <a:gd name="T0" fmla="*/ 74 w 150"/>
                <a:gd name="T1" fmla="*/ 0 h 150"/>
                <a:gd name="T2" fmla="*/ 74 w 150"/>
                <a:gd name="T3" fmla="*/ 0 h 150"/>
                <a:gd name="T4" fmla="*/ 0 w 150"/>
                <a:gd name="T5" fmla="*/ 75 h 150"/>
                <a:gd name="T6" fmla="*/ 74 w 150"/>
                <a:gd name="T7" fmla="*/ 149 h 150"/>
                <a:gd name="T8" fmla="*/ 149 w 150"/>
                <a:gd name="T9" fmla="*/ 75 h 150"/>
                <a:gd name="T10" fmla="*/ 74 w 150"/>
                <a:gd name="T11" fmla="*/ 0 h 150"/>
                <a:gd name="T12" fmla="*/ 74 w 150"/>
                <a:gd name="T13" fmla="*/ 120 h 150"/>
                <a:gd name="T14" fmla="*/ 74 w 150"/>
                <a:gd name="T15" fmla="*/ 120 h 150"/>
                <a:gd name="T16" fmla="*/ 29 w 150"/>
                <a:gd name="T17" fmla="*/ 75 h 150"/>
                <a:gd name="T18" fmla="*/ 74 w 150"/>
                <a:gd name="T19" fmla="*/ 30 h 150"/>
                <a:gd name="T20" fmla="*/ 118 w 150"/>
                <a:gd name="T21" fmla="*/ 75 h 150"/>
                <a:gd name="T22" fmla="*/ 74 w 150"/>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0"/>
                  </a:moveTo>
                  <a:lnTo>
                    <a:pt x="74" y="0"/>
                  </a:lnTo>
                  <a:cubicBezTo>
                    <a:pt x="33" y="0"/>
                    <a:pt x="0" y="33"/>
                    <a:pt x="0" y="75"/>
                  </a:cubicBezTo>
                  <a:cubicBezTo>
                    <a:pt x="0" y="115"/>
                    <a:pt x="33" y="149"/>
                    <a:pt x="74" y="149"/>
                  </a:cubicBezTo>
                  <a:cubicBezTo>
                    <a:pt x="116" y="149"/>
                    <a:pt x="149" y="115"/>
                    <a:pt x="149" y="75"/>
                  </a:cubicBezTo>
                  <a:cubicBezTo>
                    <a:pt x="149" y="33"/>
                    <a:pt x="116" y="0"/>
                    <a:pt x="74" y="0"/>
                  </a:cubicBezTo>
                  <a:close/>
                  <a:moveTo>
                    <a:pt x="74" y="120"/>
                  </a:moveTo>
                  <a:lnTo>
                    <a:pt x="74" y="120"/>
                  </a:lnTo>
                  <a:cubicBezTo>
                    <a:pt x="50" y="120"/>
                    <a:pt x="29" y="99"/>
                    <a:pt x="29" y="75"/>
                  </a:cubicBezTo>
                  <a:cubicBezTo>
                    <a:pt x="29" y="50"/>
                    <a:pt x="50" y="30"/>
                    <a:pt x="74" y="30"/>
                  </a:cubicBezTo>
                  <a:cubicBezTo>
                    <a:pt x="99" y="30"/>
                    <a:pt x="118" y="50"/>
                    <a:pt x="118" y="75"/>
                  </a:cubicBezTo>
                  <a:cubicBezTo>
                    <a:pt x="118"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7C404BC5-FE09-C6B7-3A55-97B00934502C}"/>
              </a:ext>
            </a:extLst>
          </p:cNvPr>
          <p:cNvGrpSpPr/>
          <p:nvPr/>
        </p:nvGrpSpPr>
        <p:grpSpPr>
          <a:xfrm>
            <a:off x="5218781" y="2552601"/>
            <a:ext cx="247650" cy="257175"/>
            <a:chOff x="4191000" y="2892425"/>
            <a:chExt cx="247650" cy="257175"/>
          </a:xfrm>
          <a:solidFill>
            <a:schemeClr val="accent4"/>
          </a:solidFill>
        </p:grpSpPr>
        <p:sp>
          <p:nvSpPr>
            <p:cNvPr id="150" name="Freeform 121">
              <a:extLst>
                <a:ext uri="{FF2B5EF4-FFF2-40B4-BE49-F238E27FC236}">
                  <a16:creationId xmlns:a16="http://schemas.microsoft.com/office/drawing/2014/main" id="{A6B44A00-925A-DD1E-41E9-222985CD5B32}"/>
                </a:ext>
              </a:extLst>
            </p:cNvPr>
            <p:cNvSpPr>
              <a:spLocks noChangeArrowheads="1"/>
            </p:cNvSpPr>
            <p:nvPr/>
          </p:nvSpPr>
          <p:spPr bwMode="auto">
            <a:xfrm>
              <a:off x="4191000" y="2892425"/>
              <a:ext cx="247650" cy="257175"/>
            </a:xfrm>
            <a:custGeom>
              <a:avLst/>
              <a:gdLst>
                <a:gd name="T0" fmla="*/ 685 w 686"/>
                <a:gd name="T1" fmla="*/ 669 h 715"/>
                <a:gd name="T2" fmla="*/ 685 w 686"/>
                <a:gd name="T3" fmla="*/ 669 h 715"/>
                <a:gd name="T4" fmla="*/ 685 w 686"/>
                <a:gd name="T5" fmla="*/ 45 h 715"/>
                <a:gd name="T6" fmla="*/ 640 w 686"/>
                <a:gd name="T7" fmla="*/ 0 h 715"/>
                <a:gd name="T8" fmla="*/ 462 w 686"/>
                <a:gd name="T9" fmla="*/ 0 h 715"/>
                <a:gd name="T10" fmla="*/ 223 w 686"/>
                <a:gd name="T11" fmla="*/ 0 h 715"/>
                <a:gd name="T12" fmla="*/ 45 w 686"/>
                <a:gd name="T13" fmla="*/ 0 h 715"/>
                <a:gd name="T14" fmla="*/ 0 w 686"/>
                <a:gd name="T15" fmla="*/ 45 h 715"/>
                <a:gd name="T16" fmla="*/ 0 w 686"/>
                <a:gd name="T17" fmla="*/ 669 h 715"/>
                <a:gd name="T18" fmla="*/ 45 w 686"/>
                <a:gd name="T19" fmla="*/ 714 h 715"/>
                <a:gd name="T20" fmla="*/ 640 w 686"/>
                <a:gd name="T21" fmla="*/ 714 h 715"/>
                <a:gd name="T22" fmla="*/ 685 w 686"/>
                <a:gd name="T23" fmla="*/ 669 h 715"/>
                <a:gd name="T24" fmla="*/ 447 w 686"/>
                <a:gd name="T25" fmla="*/ 31 h 715"/>
                <a:gd name="T26" fmla="*/ 447 w 686"/>
                <a:gd name="T27" fmla="*/ 31 h 715"/>
                <a:gd name="T28" fmla="*/ 447 w 686"/>
                <a:gd name="T29" fmla="*/ 283 h 715"/>
                <a:gd name="T30" fmla="*/ 352 w 686"/>
                <a:gd name="T31" fmla="*/ 212 h 715"/>
                <a:gd name="T32" fmla="*/ 334 w 686"/>
                <a:gd name="T33" fmla="*/ 212 h 715"/>
                <a:gd name="T34" fmla="*/ 239 w 686"/>
                <a:gd name="T35" fmla="*/ 283 h 715"/>
                <a:gd name="T36" fmla="*/ 239 w 686"/>
                <a:gd name="T37" fmla="*/ 31 h 715"/>
                <a:gd name="T38" fmla="*/ 447 w 686"/>
                <a:gd name="T39" fmla="*/ 31 h 715"/>
                <a:gd name="T40" fmla="*/ 45 w 686"/>
                <a:gd name="T41" fmla="*/ 685 h 715"/>
                <a:gd name="T42" fmla="*/ 45 w 686"/>
                <a:gd name="T43" fmla="*/ 685 h 715"/>
                <a:gd name="T44" fmla="*/ 31 w 686"/>
                <a:gd name="T45" fmla="*/ 669 h 715"/>
                <a:gd name="T46" fmla="*/ 31 w 686"/>
                <a:gd name="T47" fmla="*/ 45 h 715"/>
                <a:gd name="T48" fmla="*/ 45 w 686"/>
                <a:gd name="T49" fmla="*/ 31 h 715"/>
                <a:gd name="T50" fmla="*/ 209 w 686"/>
                <a:gd name="T51" fmla="*/ 31 h 715"/>
                <a:gd name="T52" fmla="*/ 209 w 686"/>
                <a:gd name="T53" fmla="*/ 312 h 715"/>
                <a:gd name="T54" fmla="*/ 218 w 686"/>
                <a:gd name="T55" fmla="*/ 326 h 715"/>
                <a:gd name="T56" fmla="*/ 233 w 686"/>
                <a:gd name="T57" fmla="*/ 325 h 715"/>
                <a:gd name="T58" fmla="*/ 343 w 686"/>
                <a:gd name="T59" fmla="*/ 243 h 715"/>
                <a:gd name="T60" fmla="*/ 454 w 686"/>
                <a:gd name="T61" fmla="*/ 325 h 715"/>
                <a:gd name="T62" fmla="*/ 469 w 686"/>
                <a:gd name="T63" fmla="*/ 326 h 715"/>
                <a:gd name="T64" fmla="*/ 477 w 686"/>
                <a:gd name="T65" fmla="*/ 312 h 715"/>
                <a:gd name="T66" fmla="*/ 477 w 686"/>
                <a:gd name="T67" fmla="*/ 31 h 715"/>
                <a:gd name="T68" fmla="*/ 640 w 686"/>
                <a:gd name="T69" fmla="*/ 31 h 715"/>
                <a:gd name="T70" fmla="*/ 656 w 686"/>
                <a:gd name="T71" fmla="*/ 45 h 715"/>
                <a:gd name="T72" fmla="*/ 656 w 686"/>
                <a:gd name="T73" fmla="*/ 669 h 715"/>
                <a:gd name="T74" fmla="*/ 640 w 686"/>
                <a:gd name="T75" fmla="*/ 685 h 715"/>
                <a:gd name="T76" fmla="*/ 45 w 686"/>
                <a:gd name="T7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715">
                  <a:moveTo>
                    <a:pt x="685" y="669"/>
                  </a:moveTo>
                  <a:lnTo>
                    <a:pt x="685" y="669"/>
                  </a:lnTo>
                  <a:cubicBezTo>
                    <a:pt x="685" y="45"/>
                    <a:pt x="685" y="45"/>
                    <a:pt x="685" y="45"/>
                  </a:cubicBezTo>
                  <a:cubicBezTo>
                    <a:pt x="685" y="21"/>
                    <a:pt x="666" y="0"/>
                    <a:pt x="640" y="0"/>
                  </a:cubicBezTo>
                  <a:cubicBezTo>
                    <a:pt x="462" y="0"/>
                    <a:pt x="462" y="0"/>
                    <a:pt x="462" y="0"/>
                  </a:cubicBezTo>
                  <a:cubicBezTo>
                    <a:pt x="223" y="0"/>
                    <a:pt x="223" y="0"/>
                    <a:pt x="223" y="0"/>
                  </a:cubicBezTo>
                  <a:cubicBezTo>
                    <a:pt x="45" y="0"/>
                    <a:pt x="45" y="0"/>
                    <a:pt x="45" y="0"/>
                  </a:cubicBezTo>
                  <a:cubicBezTo>
                    <a:pt x="21" y="0"/>
                    <a:pt x="0" y="21"/>
                    <a:pt x="0" y="45"/>
                  </a:cubicBezTo>
                  <a:cubicBezTo>
                    <a:pt x="0" y="669"/>
                    <a:pt x="0" y="669"/>
                    <a:pt x="0" y="669"/>
                  </a:cubicBezTo>
                  <a:cubicBezTo>
                    <a:pt x="0" y="695"/>
                    <a:pt x="21" y="714"/>
                    <a:pt x="45" y="714"/>
                  </a:cubicBezTo>
                  <a:cubicBezTo>
                    <a:pt x="640" y="714"/>
                    <a:pt x="640" y="714"/>
                    <a:pt x="640" y="714"/>
                  </a:cubicBezTo>
                  <a:cubicBezTo>
                    <a:pt x="666" y="714"/>
                    <a:pt x="685" y="695"/>
                    <a:pt x="685" y="669"/>
                  </a:cubicBezTo>
                  <a:close/>
                  <a:moveTo>
                    <a:pt x="447" y="31"/>
                  </a:moveTo>
                  <a:lnTo>
                    <a:pt x="447" y="31"/>
                  </a:lnTo>
                  <a:cubicBezTo>
                    <a:pt x="447" y="283"/>
                    <a:pt x="447" y="283"/>
                    <a:pt x="447" y="283"/>
                  </a:cubicBezTo>
                  <a:cubicBezTo>
                    <a:pt x="352" y="212"/>
                    <a:pt x="352" y="212"/>
                    <a:pt x="352" y="212"/>
                  </a:cubicBezTo>
                  <a:cubicBezTo>
                    <a:pt x="346" y="208"/>
                    <a:pt x="339" y="208"/>
                    <a:pt x="334" y="212"/>
                  </a:cubicBezTo>
                  <a:cubicBezTo>
                    <a:pt x="239" y="283"/>
                    <a:pt x="239" y="283"/>
                    <a:pt x="239" y="283"/>
                  </a:cubicBezTo>
                  <a:cubicBezTo>
                    <a:pt x="239" y="31"/>
                    <a:pt x="239" y="31"/>
                    <a:pt x="239" y="31"/>
                  </a:cubicBezTo>
                  <a:lnTo>
                    <a:pt x="447" y="31"/>
                  </a:lnTo>
                  <a:close/>
                  <a:moveTo>
                    <a:pt x="45" y="685"/>
                  </a:moveTo>
                  <a:lnTo>
                    <a:pt x="45" y="685"/>
                  </a:lnTo>
                  <a:cubicBezTo>
                    <a:pt x="37" y="685"/>
                    <a:pt x="31" y="678"/>
                    <a:pt x="31" y="669"/>
                  </a:cubicBezTo>
                  <a:cubicBezTo>
                    <a:pt x="31" y="45"/>
                    <a:pt x="31" y="45"/>
                    <a:pt x="31" y="45"/>
                  </a:cubicBezTo>
                  <a:cubicBezTo>
                    <a:pt x="31" y="36"/>
                    <a:pt x="37" y="31"/>
                    <a:pt x="45" y="31"/>
                  </a:cubicBezTo>
                  <a:cubicBezTo>
                    <a:pt x="209" y="31"/>
                    <a:pt x="209" y="31"/>
                    <a:pt x="209" y="31"/>
                  </a:cubicBezTo>
                  <a:cubicBezTo>
                    <a:pt x="209" y="312"/>
                    <a:pt x="209" y="312"/>
                    <a:pt x="209" y="312"/>
                  </a:cubicBezTo>
                  <a:cubicBezTo>
                    <a:pt x="209" y="318"/>
                    <a:pt x="212" y="324"/>
                    <a:pt x="218" y="326"/>
                  </a:cubicBezTo>
                  <a:cubicBezTo>
                    <a:pt x="222" y="329"/>
                    <a:pt x="228" y="328"/>
                    <a:pt x="233" y="325"/>
                  </a:cubicBezTo>
                  <a:cubicBezTo>
                    <a:pt x="343" y="243"/>
                    <a:pt x="343" y="243"/>
                    <a:pt x="343" y="243"/>
                  </a:cubicBezTo>
                  <a:cubicBezTo>
                    <a:pt x="454" y="325"/>
                    <a:pt x="454" y="325"/>
                    <a:pt x="454" y="325"/>
                  </a:cubicBezTo>
                  <a:cubicBezTo>
                    <a:pt x="458" y="328"/>
                    <a:pt x="463" y="329"/>
                    <a:pt x="469" y="326"/>
                  </a:cubicBezTo>
                  <a:cubicBezTo>
                    <a:pt x="473" y="324"/>
                    <a:pt x="477" y="318"/>
                    <a:pt x="477" y="312"/>
                  </a:cubicBezTo>
                  <a:cubicBezTo>
                    <a:pt x="477" y="31"/>
                    <a:pt x="477" y="31"/>
                    <a:pt x="477" y="31"/>
                  </a:cubicBezTo>
                  <a:cubicBezTo>
                    <a:pt x="640" y="31"/>
                    <a:pt x="640" y="31"/>
                    <a:pt x="640" y="31"/>
                  </a:cubicBezTo>
                  <a:cubicBezTo>
                    <a:pt x="649" y="31"/>
                    <a:pt x="656" y="36"/>
                    <a:pt x="656" y="45"/>
                  </a:cubicBezTo>
                  <a:cubicBezTo>
                    <a:pt x="656" y="669"/>
                    <a:pt x="656" y="669"/>
                    <a:pt x="656" y="669"/>
                  </a:cubicBezTo>
                  <a:cubicBezTo>
                    <a:pt x="656" y="678"/>
                    <a:pt x="649" y="685"/>
                    <a:pt x="640" y="685"/>
                  </a:cubicBezTo>
                  <a:lnTo>
                    <a:pt x="45" y="68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15F77074-1737-7161-DB43-7BB10E299190}"/>
                </a:ext>
              </a:extLst>
            </p:cNvPr>
            <p:cNvSpPr>
              <a:spLocks noChangeArrowheads="1"/>
            </p:cNvSpPr>
            <p:nvPr/>
          </p:nvSpPr>
          <p:spPr bwMode="auto">
            <a:xfrm>
              <a:off x="4222750" y="3074988"/>
              <a:ext cx="53975" cy="11112"/>
            </a:xfrm>
            <a:custGeom>
              <a:avLst/>
              <a:gdLst>
                <a:gd name="T0" fmla="*/ 15 w 150"/>
                <a:gd name="T1" fmla="*/ 30 h 31"/>
                <a:gd name="T2" fmla="*/ 15 w 150"/>
                <a:gd name="T3" fmla="*/ 30 h 31"/>
                <a:gd name="T4" fmla="*/ 133 w 150"/>
                <a:gd name="T5" fmla="*/ 30 h 31"/>
                <a:gd name="T6" fmla="*/ 149 w 150"/>
                <a:gd name="T7" fmla="*/ 16 h 31"/>
                <a:gd name="T8" fmla="*/ 133 w 150"/>
                <a:gd name="T9" fmla="*/ 0 h 31"/>
                <a:gd name="T10" fmla="*/ 15 w 150"/>
                <a:gd name="T11" fmla="*/ 0 h 31"/>
                <a:gd name="T12" fmla="*/ 0 w 150"/>
                <a:gd name="T13" fmla="*/ 16 h 31"/>
                <a:gd name="T14" fmla="*/ 15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5" y="30"/>
                  </a:moveTo>
                  <a:lnTo>
                    <a:pt x="15" y="30"/>
                  </a:lnTo>
                  <a:cubicBezTo>
                    <a:pt x="133" y="30"/>
                    <a:pt x="133" y="30"/>
                    <a:pt x="133" y="30"/>
                  </a:cubicBezTo>
                  <a:cubicBezTo>
                    <a:pt x="142" y="30"/>
                    <a:pt x="149" y="24"/>
                    <a:pt x="149" y="16"/>
                  </a:cubicBezTo>
                  <a:cubicBezTo>
                    <a:pt x="149" y="7"/>
                    <a:pt x="142" y="0"/>
                    <a:pt x="133"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9379E13F-4B72-8C06-AB20-54C63110A7F2}"/>
                </a:ext>
              </a:extLst>
            </p:cNvPr>
            <p:cNvSpPr>
              <a:spLocks noChangeArrowheads="1"/>
            </p:cNvSpPr>
            <p:nvPr/>
          </p:nvSpPr>
          <p:spPr bwMode="auto">
            <a:xfrm>
              <a:off x="4222750" y="3106738"/>
              <a:ext cx="107950" cy="11112"/>
            </a:xfrm>
            <a:custGeom>
              <a:avLst/>
              <a:gdLst>
                <a:gd name="T0" fmla="*/ 283 w 299"/>
                <a:gd name="T1" fmla="*/ 0 h 30"/>
                <a:gd name="T2" fmla="*/ 283 w 299"/>
                <a:gd name="T3" fmla="*/ 0 h 30"/>
                <a:gd name="T4" fmla="*/ 15 w 299"/>
                <a:gd name="T5" fmla="*/ 0 h 30"/>
                <a:gd name="T6" fmla="*/ 0 w 299"/>
                <a:gd name="T7" fmla="*/ 15 h 30"/>
                <a:gd name="T8" fmla="*/ 15 w 299"/>
                <a:gd name="T9" fmla="*/ 29 h 30"/>
                <a:gd name="T10" fmla="*/ 283 w 299"/>
                <a:gd name="T11" fmla="*/ 29 h 30"/>
                <a:gd name="T12" fmla="*/ 298 w 299"/>
                <a:gd name="T13" fmla="*/ 15 h 30"/>
                <a:gd name="T14" fmla="*/ 283 w 299"/>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9" h="30">
                  <a:moveTo>
                    <a:pt x="283" y="0"/>
                  </a:moveTo>
                  <a:lnTo>
                    <a:pt x="283" y="0"/>
                  </a:lnTo>
                  <a:cubicBezTo>
                    <a:pt x="15" y="0"/>
                    <a:pt x="15" y="0"/>
                    <a:pt x="15" y="0"/>
                  </a:cubicBezTo>
                  <a:cubicBezTo>
                    <a:pt x="7" y="0"/>
                    <a:pt x="0" y="6"/>
                    <a:pt x="0" y="15"/>
                  </a:cubicBezTo>
                  <a:cubicBezTo>
                    <a:pt x="0" y="23"/>
                    <a:pt x="7" y="29"/>
                    <a:pt x="15" y="29"/>
                  </a:cubicBezTo>
                  <a:cubicBezTo>
                    <a:pt x="283" y="29"/>
                    <a:pt x="283" y="29"/>
                    <a:pt x="283" y="29"/>
                  </a:cubicBezTo>
                  <a:cubicBezTo>
                    <a:pt x="291" y="29"/>
                    <a:pt x="298" y="23"/>
                    <a:pt x="298" y="15"/>
                  </a:cubicBezTo>
                  <a:cubicBezTo>
                    <a:pt x="298" y="6"/>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3" name="Group 156">
            <a:extLst>
              <a:ext uri="{FF2B5EF4-FFF2-40B4-BE49-F238E27FC236}">
                <a16:creationId xmlns:a16="http://schemas.microsoft.com/office/drawing/2014/main" id="{DE75A148-9170-0B43-F20D-26BD2EFA1C01}"/>
              </a:ext>
            </a:extLst>
          </p:cNvPr>
          <p:cNvGrpSpPr/>
          <p:nvPr/>
        </p:nvGrpSpPr>
        <p:grpSpPr>
          <a:xfrm>
            <a:off x="7231731" y="1554064"/>
            <a:ext cx="257175" cy="193675"/>
            <a:chOff x="6203950" y="1893888"/>
            <a:chExt cx="257175" cy="193675"/>
          </a:xfrm>
          <a:solidFill>
            <a:schemeClr val="accent4"/>
          </a:solidFill>
        </p:grpSpPr>
        <p:sp>
          <p:nvSpPr>
            <p:cNvPr id="154" name="Freeform 124">
              <a:extLst>
                <a:ext uri="{FF2B5EF4-FFF2-40B4-BE49-F238E27FC236}">
                  <a16:creationId xmlns:a16="http://schemas.microsoft.com/office/drawing/2014/main" id="{AFE2E3EE-A8E6-1988-B224-5315EA0ED8BB}"/>
                </a:ext>
              </a:extLst>
            </p:cNvPr>
            <p:cNvSpPr>
              <a:spLocks noChangeArrowheads="1"/>
            </p:cNvSpPr>
            <p:nvPr/>
          </p:nvSpPr>
          <p:spPr bwMode="auto">
            <a:xfrm>
              <a:off x="6280150" y="1922463"/>
              <a:ext cx="122238" cy="122237"/>
            </a:xfrm>
            <a:custGeom>
              <a:avLst/>
              <a:gdLst>
                <a:gd name="T0" fmla="*/ 7 w 340"/>
                <a:gd name="T1" fmla="*/ 333 h 340"/>
                <a:gd name="T2" fmla="*/ 7 w 340"/>
                <a:gd name="T3" fmla="*/ 333 h 340"/>
                <a:gd name="T4" fmla="*/ 28 w 340"/>
                <a:gd name="T5" fmla="*/ 333 h 340"/>
                <a:gd name="T6" fmla="*/ 333 w 340"/>
                <a:gd name="T7" fmla="*/ 28 h 340"/>
                <a:gd name="T8" fmla="*/ 333 w 340"/>
                <a:gd name="T9" fmla="*/ 5 h 340"/>
                <a:gd name="T10" fmla="*/ 312 w 340"/>
                <a:gd name="T11" fmla="*/ 5 h 340"/>
                <a:gd name="T12" fmla="*/ 7 w 340"/>
                <a:gd name="T13" fmla="*/ 312 h 340"/>
                <a:gd name="T14" fmla="*/ 7 w 340"/>
                <a:gd name="T15" fmla="*/ 333 h 34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0" h="340">
                  <a:moveTo>
                    <a:pt x="7" y="333"/>
                  </a:moveTo>
                  <a:lnTo>
                    <a:pt x="7" y="333"/>
                  </a:lnTo>
                  <a:cubicBezTo>
                    <a:pt x="12" y="339"/>
                    <a:pt x="22" y="339"/>
                    <a:pt x="28" y="333"/>
                  </a:cubicBezTo>
                  <a:cubicBezTo>
                    <a:pt x="333" y="28"/>
                    <a:pt x="333" y="28"/>
                    <a:pt x="333" y="28"/>
                  </a:cubicBezTo>
                  <a:cubicBezTo>
                    <a:pt x="339" y="21"/>
                    <a:pt x="339" y="12"/>
                    <a:pt x="333" y="5"/>
                  </a:cubicBezTo>
                  <a:cubicBezTo>
                    <a:pt x="328" y="0"/>
                    <a:pt x="318" y="0"/>
                    <a:pt x="312" y="5"/>
                  </a:cubicBezTo>
                  <a:cubicBezTo>
                    <a:pt x="7" y="312"/>
                    <a:pt x="7" y="312"/>
                    <a:pt x="7" y="312"/>
                  </a:cubicBezTo>
                  <a:cubicBezTo>
                    <a:pt x="0" y="318"/>
                    <a:pt x="0" y="327"/>
                    <a:pt x="7" y="33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5">
              <a:extLst>
                <a:ext uri="{FF2B5EF4-FFF2-40B4-BE49-F238E27FC236}">
                  <a16:creationId xmlns:a16="http://schemas.microsoft.com/office/drawing/2014/main" id="{9160FEF7-AE74-9925-3E55-5F0DF3C3FBB9}"/>
                </a:ext>
              </a:extLst>
            </p:cNvPr>
            <p:cNvSpPr>
              <a:spLocks noChangeArrowheads="1"/>
            </p:cNvSpPr>
            <p:nvPr/>
          </p:nvSpPr>
          <p:spPr bwMode="auto">
            <a:xfrm>
              <a:off x="6269038" y="1925638"/>
              <a:ext cx="53975" cy="53975"/>
            </a:xfrm>
            <a:custGeom>
              <a:avLst/>
              <a:gdLst>
                <a:gd name="T0" fmla="*/ 74 w 150"/>
                <a:gd name="T1" fmla="*/ 149 h 150"/>
                <a:gd name="T2" fmla="*/ 74 w 150"/>
                <a:gd name="T3" fmla="*/ 149 h 150"/>
                <a:gd name="T4" fmla="*/ 149 w 150"/>
                <a:gd name="T5" fmla="*/ 74 h 150"/>
                <a:gd name="T6" fmla="*/ 74 w 150"/>
                <a:gd name="T7" fmla="*/ 0 h 150"/>
                <a:gd name="T8" fmla="*/ 0 w 150"/>
                <a:gd name="T9" fmla="*/ 74 h 150"/>
                <a:gd name="T10" fmla="*/ 74 w 150"/>
                <a:gd name="T11" fmla="*/ 149 h 150"/>
                <a:gd name="T12" fmla="*/ 74 w 150"/>
                <a:gd name="T13" fmla="*/ 29 h 150"/>
                <a:gd name="T14" fmla="*/ 74 w 150"/>
                <a:gd name="T15" fmla="*/ 29 h 150"/>
                <a:gd name="T16" fmla="*/ 118 w 150"/>
                <a:gd name="T17" fmla="*/ 74 h 150"/>
                <a:gd name="T18" fmla="*/ 74 w 150"/>
                <a:gd name="T19" fmla="*/ 119 h 150"/>
                <a:gd name="T20" fmla="*/ 29 w 150"/>
                <a:gd name="T21" fmla="*/ 74 h 150"/>
                <a:gd name="T22" fmla="*/ 74 w 150"/>
                <a:gd name="T23" fmla="*/ 29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0" h="150">
                  <a:moveTo>
                    <a:pt x="74" y="149"/>
                  </a:moveTo>
                  <a:lnTo>
                    <a:pt x="74" y="149"/>
                  </a:lnTo>
                  <a:cubicBezTo>
                    <a:pt x="115" y="149"/>
                    <a:pt x="149" y="116"/>
                    <a:pt x="149" y="74"/>
                  </a:cubicBezTo>
                  <a:cubicBezTo>
                    <a:pt x="149" y="34"/>
                    <a:pt x="115" y="0"/>
                    <a:pt x="74" y="0"/>
                  </a:cubicBezTo>
                  <a:cubicBezTo>
                    <a:pt x="33" y="0"/>
                    <a:pt x="0" y="34"/>
                    <a:pt x="0" y="74"/>
                  </a:cubicBezTo>
                  <a:cubicBezTo>
                    <a:pt x="0" y="116"/>
                    <a:pt x="33" y="149"/>
                    <a:pt x="74" y="149"/>
                  </a:cubicBezTo>
                  <a:close/>
                  <a:moveTo>
                    <a:pt x="74" y="29"/>
                  </a:moveTo>
                  <a:lnTo>
                    <a:pt x="74" y="29"/>
                  </a:lnTo>
                  <a:cubicBezTo>
                    <a:pt x="99" y="29"/>
                    <a:pt x="118" y="50"/>
                    <a:pt x="118" y="74"/>
                  </a:cubicBezTo>
                  <a:cubicBezTo>
                    <a:pt x="118" y="99"/>
                    <a:pt x="99" y="119"/>
                    <a:pt x="74" y="119"/>
                  </a:cubicBezTo>
                  <a:cubicBezTo>
                    <a:pt x="50" y="119"/>
                    <a:pt x="29" y="99"/>
                    <a:pt x="29" y="74"/>
                  </a:cubicBezTo>
                  <a:cubicBezTo>
                    <a:pt x="29" y="50"/>
                    <a:pt x="50"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6">
              <a:extLst>
                <a:ext uri="{FF2B5EF4-FFF2-40B4-BE49-F238E27FC236}">
                  <a16:creationId xmlns:a16="http://schemas.microsoft.com/office/drawing/2014/main" id="{2CCD0AE3-0F94-B393-28CD-55940C44E951}"/>
                </a:ext>
              </a:extLst>
            </p:cNvPr>
            <p:cNvSpPr>
              <a:spLocks noChangeArrowheads="1"/>
            </p:cNvSpPr>
            <p:nvPr/>
          </p:nvSpPr>
          <p:spPr bwMode="auto">
            <a:xfrm>
              <a:off x="6354763" y="2000250"/>
              <a:ext cx="53975" cy="53975"/>
            </a:xfrm>
            <a:custGeom>
              <a:avLst/>
              <a:gdLst>
                <a:gd name="T0" fmla="*/ 74 w 149"/>
                <a:gd name="T1" fmla="*/ 0 h 150"/>
                <a:gd name="T2" fmla="*/ 74 w 149"/>
                <a:gd name="T3" fmla="*/ 0 h 150"/>
                <a:gd name="T4" fmla="*/ 0 w 149"/>
                <a:gd name="T5" fmla="*/ 75 h 150"/>
                <a:gd name="T6" fmla="*/ 74 w 149"/>
                <a:gd name="T7" fmla="*/ 149 h 150"/>
                <a:gd name="T8" fmla="*/ 148 w 149"/>
                <a:gd name="T9" fmla="*/ 75 h 150"/>
                <a:gd name="T10" fmla="*/ 74 w 149"/>
                <a:gd name="T11" fmla="*/ 0 h 150"/>
                <a:gd name="T12" fmla="*/ 74 w 149"/>
                <a:gd name="T13" fmla="*/ 120 h 150"/>
                <a:gd name="T14" fmla="*/ 74 w 149"/>
                <a:gd name="T15" fmla="*/ 120 h 150"/>
                <a:gd name="T16" fmla="*/ 29 w 149"/>
                <a:gd name="T17" fmla="*/ 75 h 150"/>
                <a:gd name="T18" fmla="*/ 74 w 149"/>
                <a:gd name="T19" fmla="*/ 31 h 150"/>
                <a:gd name="T20" fmla="*/ 119 w 149"/>
                <a:gd name="T21" fmla="*/ 75 h 150"/>
                <a:gd name="T22" fmla="*/ 74 w 149"/>
                <a:gd name="T23" fmla="*/ 120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49" h="150">
                  <a:moveTo>
                    <a:pt x="74" y="0"/>
                  </a:moveTo>
                  <a:lnTo>
                    <a:pt x="74" y="0"/>
                  </a:lnTo>
                  <a:cubicBezTo>
                    <a:pt x="32" y="0"/>
                    <a:pt x="0" y="33"/>
                    <a:pt x="0" y="75"/>
                  </a:cubicBezTo>
                  <a:cubicBezTo>
                    <a:pt x="0" y="116"/>
                    <a:pt x="32" y="149"/>
                    <a:pt x="74" y="149"/>
                  </a:cubicBezTo>
                  <a:cubicBezTo>
                    <a:pt x="114" y="149"/>
                    <a:pt x="148" y="116"/>
                    <a:pt x="148" y="75"/>
                  </a:cubicBezTo>
                  <a:cubicBezTo>
                    <a:pt x="148" y="33"/>
                    <a:pt x="114" y="0"/>
                    <a:pt x="74" y="0"/>
                  </a:cubicBezTo>
                  <a:close/>
                  <a:moveTo>
                    <a:pt x="74" y="120"/>
                  </a:moveTo>
                  <a:lnTo>
                    <a:pt x="74" y="120"/>
                  </a:lnTo>
                  <a:cubicBezTo>
                    <a:pt x="49" y="120"/>
                    <a:pt x="29" y="99"/>
                    <a:pt x="29" y="75"/>
                  </a:cubicBezTo>
                  <a:cubicBezTo>
                    <a:pt x="29" y="50"/>
                    <a:pt x="49" y="31"/>
                    <a:pt x="74" y="31"/>
                  </a:cubicBezTo>
                  <a:cubicBezTo>
                    <a:pt x="99" y="31"/>
                    <a:pt x="119" y="50"/>
                    <a:pt x="119" y="75"/>
                  </a:cubicBezTo>
                  <a:cubicBezTo>
                    <a:pt x="119" y="99"/>
                    <a:pt x="99" y="120"/>
                    <a:pt x="74"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7">
              <a:extLst>
                <a:ext uri="{FF2B5EF4-FFF2-40B4-BE49-F238E27FC236}">
                  <a16:creationId xmlns:a16="http://schemas.microsoft.com/office/drawing/2014/main" id="{0B95C234-3700-FC94-6D16-DD96A6FCAE6F}"/>
                </a:ext>
              </a:extLst>
            </p:cNvPr>
            <p:cNvSpPr>
              <a:spLocks noChangeArrowheads="1"/>
            </p:cNvSpPr>
            <p:nvPr/>
          </p:nvSpPr>
          <p:spPr bwMode="auto">
            <a:xfrm>
              <a:off x="6203950" y="1893888"/>
              <a:ext cx="257175" cy="193675"/>
            </a:xfrm>
            <a:custGeom>
              <a:avLst/>
              <a:gdLst>
                <a:gd name="T0" fmla="*/ 45 w 715"/>
                <a:gd name="T1" fmla="*/ 535 h 536"/>
                <a:gd name="T2" fmla="*/ 45 w 715"/>
                <a:gd name="T3" fmla="*/ 535 h 536"/>
                <a:gd name="T4" fmla="*/ 670 w 715"/>
                <a:gd name="T5" fmla="*/ 535 h 536"/>
                <a:gd name="T6" fmla="*/ 714 w 715"/>
                <a:gd name="T7" fmla="*/ 491 h 536"/>
                <a:gd name="T8" fmla="*/ 714 w 715"/>
                <a:gd name="T9" fmla="*/ 372 h 536"/>
                <a:gd name="T10" fmla="*/ 704 w 715"/>
                <a:gd name="T11" fmla="*/ 358 h 536"/>
                <a:gd name="T12" fmla="*/ 699 w 715"/>
                <a:gd name="T13" fmla="*/ 357 h 536"/>
                <a:gd name="T14" fmla="*/ 625 w 715"/>
                <a:gd name="T15" fmla="*/ 283 h 536"/>
                <a:gd name="T16" fmla="*/ 699 w 715"/>
                <a:gd name="T17" fmla="*/ 208 h 536"/>
                <a:gd name="T18" fmla="*/ 704 w 715"/>
                <a:gd name="T19" fmla="*/ 208 h 536"/>
                <a:gd name="T20" fmla="*/ 714 w 715"/>
                <a:gd name="T21" fmla="*/ 194 h 536"/>
                <a:gd name="T22" fmla="*/ 714 w 715"/>
                <a:gd name="T23" fmla="*/ 44 h 536"/>
                <a:gd name="T24" fmla="*/ 670 w 715"/>
                <a:gd name="T25" fmla="*/ 0 h 536"/>
                <a:gd name="T26" fmla="*/ 45 w 715"/>
                <a:gd name="T27" fmla="*/ 0 h 536"/>
                <a:gd name="T28" fmla="*/ 0 w 715"/>
                <a:gd name="T29" fmla="*/ 44 h 536"/>
                <a:gd name="T30" fmla="*/ 0 w 715"/>
                <a:gd name="T31" fmla="*/ 194 h 536"/>
                <a:gd name="T32" fmla="*/ 15 w 715"/>
                <a:gd name="T33" fmla="*/ 208 h 536"/>
                <a:gd name="T34" fmla="*/ 89 w 715"/>
                <a:gd name="T35" fmla="*/ 283 h 536"/>
                <a:gd name="T36" fmla="*/ 15 w 715"/>
                <a:gd name="T37" fmla="*/ 357 h 536"/>
                <a:gd name="T38" fmla="*/ 0 w 715"/>
                <a:gd name="T39" fmla="*/ 372 h 536"/>
                <a:gd name="T40" fmla="*/ 0 w 715"/>
                <a:gd name="T41" fmla="*/ 491 h 536"/>
                <a:gd name="T42" fmla="*/ 45 w 715"/>
                <a:gd name="T43" fmla="*/ 535 h 536"/>
                <a:gd name="T44" fmla="*/ 88 w 715"/>
                <a:gd name="T45" fmla="*/ 357 h 536"/>
                <a:gd name="T46" fmla="*/ 88 w 715"/>
                <a:gd name="T47" fmla="*/ 357 h 536"/>
                <a:gd name="T48" fmla="*/ 119 w 715"/>
                <a:gd name="T49" fmla="*/ 283 h 536"/>
                <a:gd name="T50" fmla="*/ 88 w 715"/>
                <a:gd name="T51" fmla="*/ 209 h 536"/>
                <a:gd name="T52" fmla="*/ 29 w 715"/>
                <a:gd name="T53" fmla="*/ 180 h 536"/>
                <a:gd name="T54" fmla="*/ 29 w 715"/>
                <a:gd name="T55" fmla="*/ 44 h 536"/>
                <a:gd name="T56" fmla="*/ 45 w 715"/>
                <a:gd name="T57" fmla="*/ 29 h 536"/>
                <a:gd name="T58" fmla="*/ 670 w 715"/>
                <a:gd name="T59" fmla="*/ 29 h 536"/>
                <a:gd name="T60" fmla="*/ 685 w 715"/>
                <a:gd name="T61" fmla="*/ 44 h 536"/>
                <a:gd name="T62" fmla="*/ 685 w 715"/>
                <a:gd name="T63" fmla="*/ 180 h 536"/>
                <a:gd name="T64" fmla="*/ 625 w 715"/>
                <a:gd name="T65" fmla="*/ 209 h 536"/>
                <a:gd name="T66" fmla="*/ 596 w 715"/>
                <a:gd name="T67" fmla="*/ 283 h 536"/>
                <a:gd name="T68" fmla="*/ 625 w 715"/>
                <a:gd name="T69" fmla="*/ 357 h 536"/>
                <a:gd name="T70" fmla="*/ 685 w 715"/>
                <a:gd name="T71" fmla="*/ 386 h 536"/>
                <a:gd name="T72" fmla="*/ 685 w 715"/>
                <a:gd name="T73" fmla="*/ 491 h 536"/>
                <a:gd name="T74" fmla="*/ 670 w 715"/>
                <a:gd name="T75" fmla="*/ 506 h 536"/>
                <a:gd name="T76" fmla="*/ 45 w 715"/>
                <a:gd name="T77" fmla="*/ 506 h 536"/>
                <a:gd name="T78" fmla="*/ 29 w 715"/>
                <a:gd name="T79" fmla="*/ 491 h 536"/>
                <a:gd name="T80" fmla="*/ 29 w 715"/>
                <a:gd name="T81" fmla="*/ 386 h 536"/>
                <a:gd name="T82" fmla="*/ 88 w 715"/>
                <a:gd name="T83" fmla="*/ 357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36">
                  <a:moveTo>
                    <a:pt x="45" y="535"/>
                  </a:moveTo>
                  <a:lnTo>
                    <a:pt x="45" y="535"/>
                  </a:lnTo>
                  <a:cubicBezTo>
                    <a:pt x="670" y="535"/>
                    <a:pt x="670" y="535"/>
                    <a:pt x="670" y="535"/>
                  </a:cubicBezTo>
                  <a:cubicBezTo>
                    <a:pt x="695" y="535"/>
                    <a:pt x="714" y="516"/>
                    <a:pt x="714" y="491"/>
                  </a:cubicBezTo>
                  <a:cubicBezTo>
                    <a:pt x="714" y="372"/>
                    <a:pt x="714" y="372"/>
                    <a:pt x="714" y="372"/>
                  </a:cubicBezTo>
                  <a:cubicBezTo>
                    <a:pt x="714" y="365"/>
                    <a:pt x="710" y="360"/>
                    <a:pt x="704" y="358"/>
                  </a:cubicBezTo>
                  <a:cubicBezTo>
                    <a:pt x="703" y="357"/>
                    <a:pt x="702" y="357"/>
                    <a:pt x="699" y="357"/>
                  </a:cubicBezTo>
                  <a:cubicBezTo>
                    <a:pt x="658" y="357"/>
                    <a:pt x="625" y="323"/>
                    <a:pt x="625" y="283"/>
                  </a:cubicBezTo>
                  <a:cubicBezTo>
                    <a:pt x="625" y="241"/>
                    <a:pt x="658" y="208"/>
                    <a:pt x="699" y="208"/>
                  </a:cubicBezTo>
                  <a:cubicBezTo>
                    <a:pt x="702" y="208"/>
                    <a:pt x="703" y="208"/>
                    <a:pt x="704" y="208"/>
                  </a:cubicBezTo>
                  <a:cubicBezTo>
                    <a:pt x="710" y="205"/>
                    <a:pt x="714" y="199"/>
                    <a:pt x="714" y="194"/>
                  </a:cubicBezTo>
                  <a:cubicBezTo>
                    <a:pt x="714" y="44"/>
                    <a:pt x="714" y="44"/>
                    <a:pt x="714" y="44"/>
                  </a:cubicBezTo>
                  <a:cubicBezTo>
                    <a:pt x="714" y="19"/>
                    <a:pt x="695" y="0"/>
                    <a:pt x="670" y="0"/>
                  </a:cubicBezTo>
                  <a:cubicBezTo>
                    <a:pt x="45" y="0"/>
                    <a:pt x="45" y="0"/>
                    <a:pt x="45" y="0"/>
                  </a:cubicBezTo>
                  <a:cubicBezTo>
                    <a:pt x="20" y="0"/>
                    <a:pt x="0" y="19"/>
                    <a:pt x="0" y="44"/>
                  </a:cubicBezTo>
                  <a:cubicBezTo>
                    <a:pt x="0" y="194"/>
                    <a:pt x="0" y="194"/>
                    <a:pt x="0" y="194"/>
                  </a:cubicBezTo>
                  <a:cubicBezTo>
                    <a:pt x="0" y="202"/>
                    <a:pt x="7" y="208"/>
                    <a:pt x="15" y="208"/>
                  </a:cubicBezTo>
                  <a:cubicBezTo>
                    <a:pt x="56" y="208"/>
                    <a:pt x="89" y="241"/>
                    <a:pt x="89" y="283"/>
                  </a:cubicBezTo>
                  <a:cubicBezTo>
                    <a:pt x="89" y="323"/>
                    <a:pt x="56" y="357"/>
                    <a:pt x="15" y="357"/>
                  </a:cubicBezTo>
                  <a:cubicBezTo>
                    <a:pt x="7" y="357"/>
                    <a:pt x="0" y="364"/>
                    <a:pt x="0" y="372"/>
                  </a:cubicBezTo>
                  <a:cubicBezTo>
                    <a:pt x="0" y="491"/>
                    <a:pt x="0" y="491"/>
                    <a:pt x="0" y="491"/>
                  </a:cubicBezTo>
                  <a:cubicBezTo>
                    <a:pt x="0" y="516"/>
                    <a:pt x="20" y="535"/>
                    <a:pt x="45" y="535"/>
                  </a:cubicBezTo>
                  <a:close/>
                  <a:moveTo>
                    <a:pt x="88" y="357"/>
                  </a:moveTo>
                  <a:lnTo>
                    <a:pt x="88" y="357"/>
                  </a:lnTo>
                  <a:cubicBezTo>
                    <a:pt x="107" y="337"/>
                    <a:pt x="119" y="311"/>
                    <a:pt x="119" y="283"/>
                  </a:cubicBezTo>
                  <a:cubicBezTo>
                    <a:pt x="119" y="254"/>
                    <a:pt x="107" y="227"/>
                    <a:pt x="88" y="209"/>
                  </a:cubicBezTo>
                  <a:cubicBezTo>
                    <a:pt x="73" y="194"/>
                    <a:pt x="53" y="182"/>
                    <a:pt x="29" y="180"/>
                  </a:cubicBezTo>
                  <a:cubicBezTo>
                    <a:pt x="29" y="44"/>
                    <a:pt x="29" y="44"/>
                    <a:pt x="29" y="44"/>
                  </a:cubicBezTo>
                  <a:cubicBezTo>
                    <a:pt x="29" y="36"/>
                    <a:pt x="36" y="29"/>
                    <a:pt x="45" y="29"/>
                  </a:cubicBezTo>
                  <a:cubicBezTo>
                    <a:pt x="670" y="29"/>
                    <a:pt x="670" y="29"/>
                    <a:pt x="670" y="29"/>
                  </a:cubicBezTo>
                  <a:cubicBezTo>
                    <a:pt x="678" y="29"/>
                    <a:pt x="685" y="36"/>
                    <a:pt x="685" y="44"/>
                  </a:cubicBezTo>
                  <a:cubicBezTo>
                    <a:pt x="685" y="180"/>
                    <a:pt x="685" y="180"/>
                    <a:pt x="685" y="180"/>
                  </a:cubicBezTo>
                  <a:cubicBezTo>
                    <a:pt x="661" y="182"/>
                    <a:pt x="642" y="194"/>
                    <a:pt x="625" y="209"/>
                  </a:cubicBezTo>
                  <a:cubicBezTo>
                    <a:pt x="607" y="227"/>
                    <a:pt x="596" y="254"/>
                    <a:pt x="596" y="283"/>
                  </a:cubicBezTo>
                  <a:cubicBezTo>
                    <a:pt x="596" y="311"/>
                    <a:pt x="607" y="337"/>
                    <a:pt x="625" y="357"/>
                  </a:cubicBezTo>
                  <a:cubicBezTo>
                    <a:pt x="642" y="372"/>
                    <a:pt x="661" y="382"/>
                    <a:pt x="685" y="386"/>
                  </a:cubicBezTo>
                  <a:cubicBezTo>
                    <a:pt x="685" y="491"/>
                    <a:pt x="685" y="491"/>
                    <a:pt x="685" y="491"/>
                  </a:cubicBezTo>
                  <a:cubicBezTo>
                    <a:pt x="685" y="499"/>
                    <a:pt x="678" y="506"/>
                    <a:pt x="670" y="506"/>
                  </a:cubicBezTo>
                  <a:cubicBezTo>
                    <a:pt x="45" y="506"/>
                    <a:pt x="45" y="506"/>
                    <a:pt x="45" y="506"/>
                  </a:cubicBezTo>
                  <a:cubicBezTo>
                    <a:pt x="36" y="506"/>
                    <a:pt x="29" y="499"/>
                    <a:pt x="29" y="491"/>
                  </a:cubicBezTo>
                  <a:cubicBezTo>
                    <a:pt x="29" y="386"/>
                    <a:pt x="29" y="386"/>
                    <a:pt x="29" y="386"/>
                  </a:cubicBezTo>
                  <a:cubicBezTo>
                    <a:pt x="53" y="382"/>
                    <a:pt x="73" y="372"/>
                    <a:pt x="88" y="3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58" name="Freeform 128">
            <a:extLst>
              <a:ext uri="{FF2B5EF4-FFF2-40B4-BE49-F238E27FC236}">
                <a16:creationId xmlns:a16="http://schemas.microsoft.com/office/drawing/2014/main" id="{17D55581-8CF5-517F-FA70-2F0563DEF472}"/>
              </a:ext>
            </a:extLst>
          </p:cNvPr>
          <p:cNvSpPr>
            <a:spLocks noChangeArrowheads="1"/>
          </p:cNvSpPr>
          <p:nvPr/>
        </p:nvSpPr>
        <p:spPr bwMode="auto">
          <a:xfrm>
            <a:off x="7231731" y="1016694"/>
            <a:ext cx="257175" cy="255588"/>
          </a:xfrm>
          <a:custGeom>
            <a:avLst/>
            <a:gdLst>
              <a:gd name="T0" fmla="*/ 60 w 715"/>
              <a:gd name="T1" fmla="*/ 667 h 712"/>
              <a:gd name="T2" fmla="*/ 610 w 715"/>
              <a:gd name="T3" fmla="*/ 711 h 712"/>
              <a:gd name="T4" fmla="*/ 654 w 715"/>
              <a:gd name="T5" fmla="*/ 354 h 712"/>
              <a:gd name="T6" fmla="*/ 714 w 715"/>
              <a:gd name="T7" fmla="*/ 340 h 712"/>
              <a:gd name="T8" fmla="*/ 670 w 715"/>
              <a:gd name="T9" fmla="*/ 206 h 712"/>
              <a:gd name="T10" fmla="*/ 502 w 715"/>
              <a:gd name="T11" fmla="*/ 153 h 712"/>
              <a:gd name="T12" fmla="*/ 523 w 715"/>
              <a:gd name="T13" fmla="*/ 24 h 712"/>
              <a:gd name="T14" fmla="*/ 523 w 715"/>
              <a:gd name="T15" fmla="*/ 24 h 712"/>
              <a:gd name="T16" fmla="*/ 466 w 715"/>
              <a:gd name="T17" fmla="*/ 0 h 712"/>
              <a:gd name="T18" fmla="*/ 388 w 715"/>
              <a:gd name="T19" fmla="*/ 59 h 712"/>
              <a:gd name="T20" fmla="*/ 357 w 715"/>
              <a:gd name="T21" fmla="*/ 166 h 712"/>
              <a:gd name="T22" fmla="*/ 296 w 715"/>
              <a:gd name="T23" fmla="*/ 15 h 712"/>
              <a:gd name="T24" fmla="*/ 191 w 715"/>
              <a:gd name="T25" fmla="*/ 24 h 712"/>
              <a:gd name="T26" fmla="*/ 191 w 715"/>
              <a:gd name="T27" fmla="*/ 24 h 712"/>
              <a:gd name="T28" fmla="*/ 167 w 715"/>
              <a:gd name="T29" fmla="*/ 81 h 712"/>
              <a:gd name="T30" fmla="*/ 318 w 715"/>
              <a:gd name="T31" fmla="*/ 206 h 712"/>
              <a:gd name="T32" fmla="*/ 0 w 715"/>
              <a:gd name="T33" fmla="*/ 251 h 712"/>
              <a:gd name="T34" fmla="*/ 60 w 715"/>
              <a:gd name="T35" fmla="*/ 354 h 712"/>
              <a:gd name="T36" fmla="*/ 89 w 715"/>
              <a:gd name="T37" fmla="*/ 667 h 712"/>
              <a:gd name="T38" fmla="*/ 89 w 715"/>
              <a:gd name="T39" fmla="*/ 354 h 712"/>
              <a:gd name="T40" fmla="*/ 342 w 715"/>
              <a:gd name="T41" fmla="*/ 682 h 712"/>
              <a:gd name="T42" fmla="*/ 89 w 715"/>
              <a:gd name="T43" fmla="*/ 667 h 712"/>
              <a:gd name="T44" fmla="*/ 625 w 715"/>
              <a:gd name="T45" fmla="*/ 667 h 712"/>
              <a:gd name="T46" fmla="*/ 372 w 715"/>
              <a:gd name="T47" fmla="*/ 682 h 712"/>
              <a:gd name="T48" fmla="*/ 625 w 715"/>
              <a:gd name="T49" fmla="*/ 354 h 712"/>
              <a:gd name="T50" fmla="*/ 402 w 715"/>
              <a:gd name="T51" fmla="*/ 63 h 712"/>
              <a:gd name="T52" fmla="*/ 417 w 715"/>
              <a:gd name="T53" fmla="*/ 67 h 712"/>
              <a:gd name="T54" fmla="*/ 466 w 715"/>
              <a:gd name="T55" fmla="*/ 29 h 712"/>
              <a:gd name="T56" fmla="*/ 502 w 715"/>
              <a:gd name="T57" fmla="*/ 45 h 712"/>
              <a:gd name="T58" fmla="*/ 518 w 715"/>
              <a:gd name="T59" fmla="*/ 81 h 712"/>
              <a:gd name="T60" fmla="*/ 385 w 715"/>
              <a:gd name="T61" fmla="*/ 178 h 712"/>
              <a:gd name="T62" fmla="*/ 402 w 715"/>
              <a:gd name="T63" fmla="*/ 63 h 712"/>
              <a:gd name="T64" fmla="*/ 197 w 715"/>
              <a:gd name="T65" fmla="*/ 81 h 712"/>
              <a:gd name="T66" fmla="*/ 212 w 715"/>
              <a:gd name="T67" fmla="*/ 45 h 712"/>
              <a:gd name="T68" fmla="*/ 248 w 715"/>
              <a:gd name="T69" fmla="*/ 29 h 712"/>
              <a:gd name="T70" fmla="*/ 297 w 715"/>
              <a:gd name="T71" fmla="*/ 67 h 712"/>
              <a:gd name="T72" fmla="*/ 226 w 715"/>
              <a:gd name="T73" fmla="*/ 127 h 712"/>
              <a:gd name="T74" fmla="*/ 29 w 715"/>
              <a:gd name="T75" fmla="*/ 325 h 712"/>
              <a:gd name="T76" fmla="*/ 29 w 715"/>
              <a:gd name="T77" fmla="*/ 251 h 712"/>
              <a:gd name="T78" fmla="*/ 670 w 715"/>
              <a:gd name="T79" fmla="*/ 236 h 712"/>
              <a:gd name="T80" fmla="*/ 685 w 715"/>
              <a:gd name="T81" fmla="*/ 325 h 712"/>
              <a:gd name="T82" fmla="*/ 372 w 715"/>
              <a:gd name="T83" fmla="*/ 325 h 712"/>
              <a:gd name="T84" fmla="*/ 342 w 715"/>
              <a:gd name="T85" fmla="*/ 236 h 712"/>
              <a:gd name="T86" fmla="*/ 60 w 715"/>
              <a:gd name="T87" fmla="*/ 325 h 7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712">
                <a:moveTo>
                  <a:pt x="60" y="667"/>
                </a:moveTo>
                <a:lnTo>
                  <a:pt x="60" y="667"/>
                </a:lnTo>
                <a:cubicBezTo>
                  <a:pt x="60" y="692"/>
                  <a:pt x="80" y="711"/>
                  <a:pt x="105" y="711"/>
                </a:cubicBezTo>
                <a:cubicBezTo>
                  <a:pt x="610" y="711"/>
                  <a:pt x="610" y="711"/>
                  <a:pt x="610" y="711"/>
                </a:cubicBezTo>
                <a:cubicBezTo>
                  <a:pt x="635" y="711"/>
                  <a:pt x="654" y="692"/>
                  <a:pt x="654" y="667"/>
                </a:cubicBezTo>
                <a:cubicBezTo>
                  <a:pt x="654" y="354"/>
                  <a:pt x="654" y="354"/>
                  <a:pt x="654" y="354"/>
                </a:cubicBezTo>
                <a:cubicBezTo>
                  <a:pt x="714" y="354"/>
                  <a:pt x="714" y="354"/>
                  <a:pt x="714" y="354"/>
                </a:cubicBezTo>
                <a:cubicBezTo>
                  <a:pt x="714" y="340"/>
                  <a:pt x="714" y="340"/>
                  <a:pt x="714" y="340"/>
                </a:cubicBezTo>
                <a:cubicBezTo>
                  <a:pt x="714" y="251"/>
                  <a:pt x="714" y="251"/>
                  <a:pt x="714" y="251"/>
                </a:cubicBezTo>
                <a:cubicBezTo>
                  <a:pt x="714" y="226"/>
                  <a:pt x="695" y="206"/>
                  <a:pt x="670" y="206"/>
                </a:cubicBezTo>
                <a:cubicBezTo>
                  <a:pt x="396" y="206"/>
                  <a:pt x="396" y="206"/>
                  <a:pt x="396" y="206"/>
                </a:cubicBezTo>
                <a:cubicBezTo>
                  <a:pt x="502" y="153"/>
                  <a:pt x="502" y="153"/>
                  <a:pt x="502" y="153"/>
                </a:cubicBezTo>
                <a:cubicBezTo>
                  <a:pt x="531" y="138"/>
                  <a:pt x="547" y="110"/>
                  <a:pt x="547" y="81"/>
                </a:cubicBezTo>
                <a:cubicBezTo>
                  <a:pt x="547" y="60"/>
                  <a:pt x="538" y="39"/>
                  <a:pt x="523" y="24"/>
                </a:cubicBezTo>
                <a:lnTo>
                  <a:pt x="523" y="24"/>
                </a:lnTo>
                <a:lnTo>
                  <a:pt x="523" y="24"/>
                </a:lnTo>
                <a:lnTo>
                  <a:pt x="523" y="24"/>
                </a:lnTo>
                <a:cubicBezTo>
                  <a:pt x="506" y="7"/>
                  <a:pt x="485" y="0"/>
                  <a:pt x="466" y="0"/>
                </a:cubicBezTo>
                <a:cubicBezTo>
                  <a:pt x="449" y="0"/>
                  <a:pt x="432" y="6"/>
                  <a:pt x="418" y="15"/>
                </a:cubicBezTo>
                <a:cubicBezTo>
                  <a:pt x="405" y="25"/>
                  <a:pt x="393" y="40"/>
                  <a:pt x="388" y="59"/>
                </a:cubicBezTo>
                <a:lnTo>
                  <a:pt x="388" y="59"/>
                </a:lnTo>
                <a:cubicBezTo>
                  <a:pt x="357" y="166"/>
                  <a:pt x="357" y="166"/>
                  <a:pt x="357" y="166"/>
                </a:cubicBezTo>
                <a:cubicBezTo>
                  <a:pt x="326" y="59"/>
                  <a:pt x="326" y="59"/>
                  <a:pt x="326" y="59"/>
                </a:cubicBezTo>
                <a:cubicBezTo>
                  <a:pt x="321" y="40"/>
                  <a:pt x="310" y="25"/>
                  <a:pt x="296" y="15"/>
                </a:cubicBezTo>
                <a:cubicBezTo>
                  <a:pt x="282" y="6"/>
                  <a:pt x="265" y="0"/>
                  <a:pt x="248" y="0"/>
                </a:cubicBezTo>
                <a:cubicBezTo>
                  <a:pt x="229" y="0"/>
                  <a:pt x="208" y="7"/>
                  <a:pt x="191" y="24"/>
                </a:cubicBezTo>
                <a:lnTo>
                  <a:pt x="191" y="24"/>
                </a:lnTo>
                <a:lnTo>
                  <a:pt x="191" y="24"/>
                </a:lnTo>
                <a:lnTo>
                  <a:pt x="191" y="24"/>
                </a:lnTo>
                <a:cubicBezTo>
                  <a:pt x="174" y="39"/>
                  <a:pt x="167" y="60"/>
                  <a:pt x="167" y="81"/>
                </a:cubicBezTo>
                <a:cubicBezTo>
                  <a:pt x="167" y="110"/>
                  <a:pt x="183" y="138"/>
                  <a:pt x="212" y="153"/>
                </a:cubicBezTo>
                <a:cubicBezTo>
                  <a:pt x="318" y="206"/>
                  <a:pt x="318" y="206"/>
                  <a:pt x="318" y="206"/>
                </a:cubicBezTo>
                <a:cubicBezTo>
                  <a:pt x="45" y="206"/>
                  <a:pt x="45" y="206"/>
                  <a:pt x="45" y="206"/>
                </a:cubicBezTo>
                <a:cubicBezTo>
                  <a:pt x="20" y="206"/>
                  <a:pt x="0" y="226"/>
                  <a:pt x="0" y="251"/>
                </a:cubicBezTo>
                <a:cubicBezTo>
                  <a:pt x="0" y="354"/>
                  <a:pt x="0" y="354"/>
                  <a:pt x="0" y="354"/>
                </a:cubicBezTo>
                <a:cubicBezTo>
                  <a:pt x="60" y="354"/>
                  <a:pt x="60" y="354"/>
                  <a:pt x="60" y="354"/>
                </a:cubicBezTo>
                <a:lnTo>
                  <a:pt x="60" y="667"/>
                </a:lnTo>
                <a:close/>
                <a:moveTo>
                  <a:pt x="89" y="667"/>
                </a:moveTo>
                <a:lnTo>
                  <a:pt x="89" y="667"/>
                </a:lnTo>
                <a:cubicBezTo>
                  <a:pt x="89" y="354"/>
                  <a:pt x="89" y="354"/>
                  <a:pt x="89" y="354"/>
                </a:cubicBezTo>
                <a:cubicBezTo>
                  <a:pt x="342" y="354"/>
                  <a:pt x="342" y="354"/>
                  <a:pt x="342" y="354"/>
                </a:cubicBezTo>
                <a:cubicBezTo>
                  <a:pt x="342" y="682"/>
                  <a:pt x="342" y="682"/>
                  <a:pt x="342" y="682"/>
                </a:cubicBezTo>
                <a:cubicBezTo>
                  <a:pt x="105" y="682"/>
                  <a:pt x="105" y="682"/>
                  <a:pt x="105" y="682"/>
                </a:cubicBezTo>
                <a:cubicBezTo>
                  <a:pt x="96" y="682"/>
                  <a:pt x="89" y="675"/>
                  <a:pt x="89" y="667"/>
                </a:cubicBezTo>
                <a:close/>
                <a:moveTo>
                  <a:pt x="625" y="667"/>
                </a:moveTo>
                <a:lnTo>
                  <a:pt x="625" y="667"/>
                </a:lnTo>
                <a:cubicBezTo>
                  <a:pt x="625" y="675"/>
                  <a:pt x="618" y="682"/>
                  <a:pt x="610" y="682"/>
                </a:cubicBezTo>
                <a:cubicBezTo>
                  <a:pt x="372" y="682"/>
                  <a:pt x="372" y="682"/>
                  <a:pt x="372" y="682"/>
                </a:cubicBezTo>
                <a:cubicBezTo>
                  <a:pt x="372" y="354"/>
                  <a:pt x="372" y="354"/>
                  <a:pt x="372" y="354"/>
                </a:cubicBezTo>
                <a:cubicBezTo>
                  <a:pt x="625" y="354"/>
                  <a:pt x="625" y="354"/>
                  <a:pt x="625" y="354"/>
                </a:cubicBezTo>
                <a:lnTo>
                  <a:pt x="625" y="667"/>
                </a:lnTo>
                <a:close/>
                <a:moveTo>
                  <a:pt x="402" y="63"/>
                </a:moveTo>
                <a:lnTo>
                  <a:pt x="402" y="63"/>
                </a:lnTo>
                <a:cubicBezTo>
                  <a:pt x="417" y="67"/>
                  <a:pt x="417" y="67"/>
                  <a:pt x="417" y="67"/>
                </a:cubicBezTo>
                <a:cubicBezTo>
                  <a:pt x="420" y="54"/>
                  <a:pt x="427" y="46"/>
                  <a:pt x="435" y="39"/>
                </a:cubicBezTo>
                <a:cubicBezTo>
                  <a:pt x="444" y="33"/>
                  <a:pt x="455" y="29"/>
                  <a:pt x="466" y="29"/>
                </a:cubicBezTo>
                <a:cubicBezTo>
                  <a:pt x="478" y="29"/>
                  <a:pt x="491" y="33"/>
                  <a:pt x="502" y="45"/>
                </a:cubicBezTo>
                <a:lnTo>
                  <a:pt x="502" y="45"/>
                </a:lnTo>
                <a:lnTo>
                  <a:pt x="502" y="45"/>
                </a:lnTo>
                <a:cubicBezTo>
                  <a:pt x="512" y="54"/>
                  <a:pt x="518" y="68"/>
                  <a:pt x="518" y="81"/>
                </a:cubicBezTo>
                <a:cubicBezTo>
                  <a:pt x="518" y="99"/>
                  <a:pt x="508" y="117"/>
                  <a:pt x="488" y="127"/>
                </a:cubicBezTo>
                <a:cubicBezTo>
                  <a:pt x="385" y="178"/>
                  <a:pt x="385" y="178"/>
                  <a:pt x="385" y="178"/>
                </a:cubicBezTo>
                <a:cubicBezTo>
                  <a:pt x="417" y="67"/>
                  <a:pt x="417" y="67"/>
                  <a:pt x="417" y="67"/>
                </a:cubicBezTo>
                <a:lnTo>
                  <a:pt x="402" y="63"/>
                </a:lnTo>
                <a:close/>
                <a:moveTo>
                  <a:pt x="197" y="81"/>
                </a:moveTo>
                <a:lnTo>
                  <a:pt x="197" y="81"/>
                </a:lnTo>
                <a:cubicBezTo>
                  <a:pt x="197" y="68"/>
                  <a:pt x="202" y="54"/>
                  <a:pt x="212" y="45"/>
                </a:cubicBezTo>
                <a:lnTo>
                  <a:pt x="212" y="45"/>
                </a:lnTo>
                <a:lnTo>
                  <a:pt x="212" y="45"/>
                </a:lnTo>
                <a:cubicBezTo>
                  <a:pt x="223" y="33"/>
                  <a:pt x="236" y="29"/>
                  <a:pt x="248" y="29"/>
                </a:cubicBezTo>
                <a:cubicBezTo>
                  <a:pt x="260" y="29"/>
                  <a:pt x="269" y="33"/>
                  <a:pt x="279" y="39"/>
                </a:cubicBezTo>
                <a:cubicBezTo>
                  <a:pt x="287" y="46"/>
                  <a:pt x="294" y="54"/>
                  <a:pt x="297" y="67"/>
                </a:cubicBezTo>
                <a:cubicBezTo>
                  <a:pt x="329" y="178"/>
                  <a:pt x="329" y="178"/>
                  <a:pt x="329" y="178"/>
                </a:cubicBezTo>
                <a:cubicBezTo>
                  <a:pt x="226" y="127"/>
                  <a:pt x="226" y="127"/>
                  <a:pt x="226" y="127"/>
                </a:cubicBezTo>
                <a:cubicBezTo>
                  <a:pt x="207" y="117"/>
                  <a:pt x="197" y="99"/>
                  <a:pt x="197" y="81"/>
                </a:cubicBezTo>
                <a:close/>
                <a:moveTo>
                  <a:pt x="29" y="325"/>
                </a:moveTo>
                <a:lnTo>
                  <a:pt x="29" y="325"/>
                </a:lnTo>
                <a:cubicBezTo>
                  <a:pt x="29" y="251"/>
                  <a:pt x="29" y="251"/>
                  <a:pt x="29" y="251"/>
                </a:cubicBezTo>
                <a:cubicBezTo>
                  <a:pt x="29" y="243"/>
                  <a:pt x="36" y="236"/>
                  <a:pt x="45" y="236"/>
                </a:cubicBezTo>
                <a:cubicBezTo>
                  <a:pt x="670" y="236"/>
                  <a:pt x="670" y="236"/>
                  <a:pt x="670" y="236"/>
                </a:cubicBezTo>
                <a:cubicBezTo>
                  <a:pt x="678" y="236"/>
                  <a:pt x="685" y="243"/>
                  <a:pt x="685" y="251"/>
                </a:cubicBezTo>
                <a:cubicBezTo>
                  <a:pt x="685" y="325"/>
                  <a:pt x="685" y="325"/>
                  <a:pt x="685" y="325"/>
                </a:cubicBezTo>
                <a:cubicBezTo>
                  <a:pt x="654" y="325"/>
                  <a:pt x="654" y="325"/>
                  <a:pt x="654" y="325"/>
                </a:cubicBezTo>
                <a:cubicBezTo>
                  <a:pt x="372" y="325"/>
                  <a:pt x="372" y="325"/>
                  <a:pt x="372" y="325"/>
                </a:cubicBezTo>
                <a:cubicBezTo>
                  <a:pt x="372" y="236"/>
                  <a:pt x="372" y="236"/>
                  <a:pt x="372" y="236"/>
                </a:cubicBezTo>
                <a:cubicBezTo>
                  <a:pt x="342" y="236"/>
                  <a:pt x="342" y="236"/>
                  <a:pt x="342" y="236"/>
                </a:cubicBezTo>
                <a:cubicBezTo>
                  <a:pt x="342" y="325"/>
                  <a:pt x="342" y="325"/>
                  <a:pt x="342" y="325"/>
                </a:cubicBezTo>
                <a:cubicBezTo>
                  <a:pt x="60" y="325"/>
                  <a:pt x="60" y="325"/>
                  <a:pt x="60" y="325"/>
                </a:cubicBezTo>
                <a:lnTo>
                  <a:pt x="29" y="325"/>
                </a:lnTo>
                <a:close/>
              </a:path>
            </a:pathLst>
          </a:custGeom>
          <a:solidFill>
            <a:schemeClr val="accent4"/>
          </a:solidFill>
          <a:ln>
            <a:noFill/>
          </a:ln>
          <a:effectLst/>
        </p:spPr>
        <p:txBody>
          <a:bodyPr wrap="none" anchor="ctr"/>
          <a:lstStyle/>
          <a:p>
            <a:endParaRPr lang="da-DK"/>
          </a:p>
        </p:txBody>
      </p:sp>
      <p:grpSp>
        <p:nvGrpSpPr>
          <p:cNvPr id="159" name="Group 162">
            <a:extLst>
              <a:ext uri="{FF2B5EF4-FFF2-40B4-BE49-F238E27FC236}">
                <a16:creationId xmlns:a16="http://schemas.microsoft.com/office/drawing/2014/main" id="{B4627026-DD4F-5107-37AC-10B73E37B953}"/>
              </a:ext>
            </a:extLst>
          </p:cNvPr>
          <p:cNvGrpSpPr/>
          <p:nvPr/>
        </p:nvGrpSpPr>
        <p:grpSpPr>
          <a:xfrm>
            <a:off x="6761831" y="2552601"/>
            <a:ext cx="257175" cy="257175"/>
            <a:chOff x="5734050" y="2892425"/>
            <a:chExt cx="257175" cy="257175"/>
          </a:xfrm>
          <a:solidFill>
            <a:schemeClr val="accent4"/>
          </a:solidFill>
        </p:grpSpPr>
        <p:sp>
          <p:nvSpPr>
            <p:cNvPr id="160" name="Freeform 129">
              <a:extLst>
                <a:ext uri="{FF2B5EF4-FFF2-40B4-BE49-F238E27FC236}">
                  <a16:creationId xmlns:a16="http://schemas.microsoft.com/office/drawing/2014/main" id="{A6E8075E-509A-5F56-7A5A-3D7773E21D34}"/>
                </a:ext>
              </a:extLst>
            </p:cNvPr>
            <p:cNvSpPr>
              <a:spLocks noChangeArrowheads="1"/>
            </p:cNvSpPr>
            <p:nvPr/>
          </p:nvSpPr>
          <p:spPr bwMode="auto">
            <a:xfrm>
              <a:off x="5829300" y="2936875"/>
              <a:ext cx="69850" cy="171450"/>
            </a:xfrm>
            <a:custGeom>
              <a:avLst/>
              <a:gdLst>
                <a:gd name="T0" fmla="*/ 102 w 194"/>
                <a:gd name="T1" fmla="*/ 223 h 477"/>
                <a:gd name="T2" fmla="*/ 102 w 194"/>
                <a:gd name="T3" fmla="*/ 223 h 477"/>
                <a:gd name="T4" fmla="*/ 52 w 194"/>
                <a:gd name="T5" fmla="*/ 194 h 477"/>
                <a:gd name="T6" fmla="*/ 35 w 194"/>
                <a:gd name="T7" fmla="*/ 148 h 477"/>
                <a:gd name="T8" fmla="*/ 51 w 194"/>
                <a:gd name="T9" fmla="*/ 107 h 477"/>
                <a:gd name="T10" fmla="*/ 99 w 194"/>
                <a:gd name="T11" fmla="*/ 89 h 477"/>
                <a:gd name="T12" fmla="*/ 129 w 194"/>
                <a:gd name="T13" fmla="*/ 96 h 477"/>
                <a:gd name="T14" fmla="*/ 147 w 194"/>
                <a:gd name="T15" fmla="*/ 120 h 477"/>
                <a:gd name="T16" fmla="*/ 150 w 194"/>
                <a:gd name="T17" fmla="*/ 130 h 477"/>
                <a:gd name="T18" fmla="*/ 150 w 194"/>
                <a:gd name="T19" fmla="*/ 132 h 477"/>
                <a:gd name="T20" fmla="*/ 150 w 194"/>
                <a:gd name="T21" fmla="*/ 134 h 477"/>
                <a:gd name="T22" fmla="*/ 150 w 194"/>
                <a:gd name="T23" fmla="*/ 134 h 477"/>
                <a:gd name="T24" fmla="*/ 165 w 194"/>
                <a:gd name="T25" fmla="*/ 148 h 477"/>
                <a:gd name="T26" fmla="*/ 179 w 194"/>
                <a:gd name="T27" fmla="*/ 134 h 477"/>
                <a:gd name="T28" fmla="*/ 169 w 194"/>
                <a:gd name="T29" fmla="*/ 96 h 477"/>
                <a:gd name="T30" fmla="*/ 144 w 194"/>
                <a:gd name="T31" fmla="*/ 71 h 477"/>
                <a:gd name="T32" fmla="*/ 120 w 194"/>
                <a:gd name="T33" fmla="*/ 61 h 477"/>
                <a:gd name="T34" fmla="*/ 120 w 194"/>
                <a:gd name="T35" fmla="*/ 14 h 477"/>
                <a:gd name="T36" fmla="*/ 105 w 194"/>
                <a:gd name="T37" fmla="*/ 0 h 477"/>
                <a:gd name="T38" fmla="*/ 90 w 194"/>
                <a:gd name="T39" fmla="*/ 14 h 477"/>
                <a:gd name="T40" fmla="*/ 90 w 194"/>
                <a:gd name="T41" fmla="*/ 60 h 477"/>
                <a:gd name="T42" fmla="*/ 30 w 194"/>
                <a:gd name="T43" fmla="*/ 86 h 477"/>
                <a:gd name="T44" fmla="*/ 6 w 194"/>
                <a:gd name="T45" fmla="*/ 148 h 477"/>
                <a:gd name="T46" fmla="*/ 28 w 194"/>
                <a:gd name="T47" fmla="*/ 212 h 477"/>
                <a:gd name="T48" fmla="*/ 97 w 194"/>
                <a:gd name="T49" fmla="*/ 252 h 477"/>
                <a:gd name="T50" fmla="*/ 147 w 194"/>
                <a:gd name="T51" fmla="*/ 282 h 477"/>
                <a:gd name="T52" fmla="*/ 164 w 194"/>
                <a:gd name="T53" fmla="*/ 328 h 477"/>
                <a:gd name="T54" fmla="*/ 147 w 194"/>
                <a:gd name="T55" fmla="*/ 368 h 477"/>
                <a:gd name="T56" fmla="*/ 99 w 194"/>
                <a:gd name="T57" fmla="*/ 386 h 477"/>
                <a:gd name="T58" fmla="*/ 58 w 194"/>
                <a:gd name="T59" fmla="*/ 378 h 477"/>
                <a:gd name="T60" fmla="*/ 34 w 194"/>
                <a:gd name="T61" fmla="*/ 354 h 477"/>
                <a:gd name="T62" fmla="*/ 31 w 194"/>
                <a:gd name="T63" fmla="*/ 344 h 477"/>
                <a:gd name="T64" fmla="*/ 31 w 194"/>
                <a:gd name="T65" fmla="*/ 342 h 477"/>
                <a:gd name="T66" fmla="*/ 31 w 194"/>
                <a:gd name="T67" fmla="*/ 342 h 477"/>
                <a:gd name="T68" fmla="*/ 31 w 194"/>
                <a:gd name="T69" fmla="*/ 342 h 477"/>
                <a:gd name="T70" fmla="*/ 16 w 194"/>
                <a:gd name="T71" fmla="*/ 326 h 477"/>
                <a:gd name="T72" fmla="*/ 0 w 194"/>
                <a:gd name="T73" fmla="*/ 342 h 477"/>
                <a:gd name="T74" fmla="*/ 0 w 194"/>
                <a:gd name="T75" fmla="*/ 342 h 477"/>
                <a:gd name="T76" fmla="*/ 14 w 194"/>
                <a:gd name="T77" fmla="*/ 381 h 477"/>
                <a:gd name="T78" fmla="*/ 45 w 194"/>
                <a:gd name="T79" fmla="*/ 406 h 477"/>
                <a:gd name="T80" fmla="*/ 90 w 194"/>
                <a:gd name="T81" fmla="*/ 416 h 477"/>
                <a:gd name="T82" fmla="*/ 90 w 194"/>
                <a:gd name="T83" fmla="*/ 460 h 477"/>
                <a:gd name="T84" fmla="*/ 105 w 194"/>
                <a:gd name="T85" fmla="*/ 476 h 477"/>
                <a:gd name="T86" fmla="*/ 120 w 194"/>
                <a:gd name="T87" fmla="*/ 460 h 477"/>
                <a:gd name="T88" fmla="*/ 120 w 194"/>
                <a:gd name="T89" fmla="*/ 414 h 477"/>
                <a:gd name="T90" fmla="*/ 169 w 194"/>
                <a:gd name="T91" fmla="*/ 389 h 477"/>
                <a:gd name="T92" fmla="*/ 193 w 194"/>
                <a:gd name="T93" fmla="*/ 328 h 477"/>
                <a:gd name="T94" fmla="*/ 169 w 194"/>
                <a:gd name="T95" fmla="*/ 262 h 477"/>
                <a:gd name="T96" fmla="*/ 102 w 194"/>
                <a:gd name="T97" fmla="*/ 2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94" h="477">
                  <a:moveTo>
                    <a:pt x="102" y="223"/>
                  </a:moveTo>
                  <a:lnTo>
                    <a:pt x="102" y="223"/>
                  </a:lnTo>
                  <a:cubicBezTo>
                    <a:pt x="80" y="219"/>
                    <a:pt x="63" y="208"/>
                    <a:pt x="52" y="194"/>
                  </a:cubicBezTo>
                  <a:cubicBezTo>
                    <a:pt x="41" y="180"/>
                    <a:pt x="35" y="163"/>
                    <a:pt x="35" y="148"/>
                  </a:cubicBezTo>
                  <a:cubicBezTo>
                    <a:pt x="35" y="132"/>
                    <a:pt x="41" y="117"/>
                    <a:pt x="51" y="107"/>
                  </a:cubicBezTo>
                  <a:cubicBezTo>
                    <a:pt x="62" y="96"/>
                    <a:pt x="77" y="89"/>
                    <a:pt x="99" y="89"/>
                  </a:cubicBezTo>
                  <a:cubicBezTo>
                    <a:pt x="113" y="89"/>
                    <a:pt x="123" y="92"/>
                    <a:pt x="129" y="96"/>
                  </a:cubicBezTo>
                  <a:cubicBezTo>
                    <a:pt x="138" y="102"/>
                    <a:pt x="144" y="112"/>
                    <a:pt x="147" y="120"/>
                  </a:cubicBezTo>
                  <a:cubicBezTo>
                    <a:pt x="148" y="123"/>
                    <a:pt x="150" y="127"/>
                    <a:pt x="150" y="130"/>
                  </a:cubicBezTo>
                  <a:cubicBezTo>
                    <a:pt x="150" y="132"/>
                    <a:pt x="150" y="132"/>
                    <a:pt x="150" y="132"/>
                  </a:cubicBezTo>
                  <a:cubicBezTo>
                    <a:pt x="150" y="134"/>
                    <a:pt x="150" y="134"/>
                    <a:pt x="150" y="134"/>
                  </a:cubicBezTo>
                  <a:lnTo>
                    <a:pt x="150" y="134"/>
                  </a:lnTo>
                  <a:cubicBezTo>
                    <a:pt x="150" y="142"/>
                    <a:pt x="157" y="148"/>
                    <a:pt x="165" y="148"/>
                  </a:cubicBezTo>
                  <a:cubicBezTo>
                    <a:pt x="173" y="148"/>
                    <a:pt x="179" y="142"/>
                    <a:pt x="179" y="134"/>
                  </a:cubicBezTo>
                  <a:cubicBezTo>
                    <a:pt x="179" y="132"/>
                    <a:pt x="179" y="116"/>
                    <a:pt x="169" y="96"/>
                  </a:cubicBezTo>
                  <a:cubicBezTo>
                    <a:pt x="165" y="88"/>
                    <a:pt x="157" y="78"/>
                    <a:pt x="144" y="71"/>
                  </a:cubicBezTo>
                  <a:cubicBezTo>
                    <a:pt x="137" y="67"/>
                    <a:pt x="129" y="63"/>
                    <a:pt x="120" y="61"/>
                  </a:cubicBezTo>
                  <a:cubicBezTo>
                    <a:pt x="120" y="14"/>
                    <a:pt x="120" y="14"/>
                    <a:pt x="120" y="14"/>
                  </a:cubicBezTo>
                  <a:cubicBezTo>
                    <a:pt x="120" y="6"/>
                    <a:pt x="113" y="0"/>
                    <a:pt x="105" y="0"/>
                  </a:cubicBezTo>
                  <a:cubicBezTo>
                    <a:pt x="97" y="0"/>
                    <a:pt x="90" y="6"/>
                    <a:pt x="90" y="14"/>
                  </a:cubicBezTo>
                  <a:cubicBezTo>
                    <a:pt x="90" y="60"/>
                    <a:pt x="90" y="60"/>
                    <a:pt x="90" y="60"/>
                  </a:cubicBezTo>
                  <a:cubicBezTo>
                    <a:pt x="64" y="61"/>
                    <a:pt x="44" y="71"/>
                    <a:pt x="30" y="86"/>
                  </a:cubicBezTo>
                  <a:cubicBezTo>
                    <a:pt x="13" y="103"/>
                    <a:pt x="6" y="125"/>
                    <a:pt x="6" y="148"/>
                  </a:cubicBezTo>
                  <a:cubicBezTo>
                    <a:pt x="6" y="170"/>
                    <a:pt x="13" y="194"/>
                    <a:pt x="28" y="212"/>
                  </a:cubicBezTo>
                  <a:cubicBezTo>
                    <a:pt x="44" y="231"/>
                    <a:pt x="67" y="247"/>
                    <a:pt x="97" y="252"/>
                  </a:cubicBezTo>
                  <a:cubicBezTo>
                    <a:pt x="119" y="257"/>
                    <a:pt x="136" y="268"/>
                    <a:pt x="147" y="282"/>
                  </a:cubicBezTo>
                  <a:cubicBezTo>
                    <a:pt x="158" y="296"/>
                    <a:pt x="164" y="311"/>
                    <a:pt x="164" y="328"/>
                  </a:cubicBezTo>
                  <a:cubicBezTo>
                    <a:pt x="164" y="343"/>
                    <a:pt x="158" y="358"/>
                    <a:pt x="147" y="368"/>
                  </a:cubicBezTo>
                  <a:cubicBezTo>
                    <a:pt x="137" y="379"/>
                    <a:pt x="122" y="386"/>
                    <a:pt x="99" y="386"/>
                  </a:cubicBezTo>
                  <a:cubicBezTo>
                    <a:pt x="80" y="386"/>
                    <a:pt x="67" y="383"/>
                    <a:pt x="58" y="378"/>
                  </a:cubicBezTo>
                  <a:cubicBezTo>
                    <a:pt x="44" y="372"/>
                    <a:pt x="37" y="363"/>
                    <a:pt x="34" y="354"/>
                  </a:cubicBezTo>
                  <a:cubicBezTo>
                    <a:pt x="32" y="351"/>
                    <a:pt x="31" y="347"/>
                    <a:pt x="31" y="344"/>
                  </a:cubicBezTo>
                  <a:cubicBezTo>
                    <a:pt x="31" y="342"/>
                    <a:pt x="31" y="342"/>
                    <a:pt x="31" y="342"/>
                  </a:cubicBezTo>
                  <a:lnTo>
                    <a:pt x="31" y="342"/>
                  </a:lnTo>
                  <a:lnTo>
                    <a:pt x="31" y="342"/>
                  </a:lnTo>
                  <a:cubicBezTo>
                    <a:pt x="31" y="333"/>
                    <a:pt x="24" y="326"/>
                    <a:pt x="16" y="326"/>
                  </a:cubicBezTo>
                  <a:cubicBezTo>
                    <a:pt x="7" y="326"/>
                    <a:pt x="0" y="333"/>
                    <a:pt x="0" y="342"/>
                  </a:cubicBezTo>
                  <a:lnTo>
                    <a:pt x="0" y="342"/>
                  </a:lnTo>
                  <a:cubicBezTo>
                    <a:pt x="0" y="343"/>
                    <a:pt x="0" y="361"/>
                    <a:pt x="14" y="381"/>
                  </a:cubicBezTo>
                  <a:cubicBezTo>
                    <a:pt x="20" y="389"/>
                    <a:pt x="31" y="399"/>
                    <a:pt x="45" y="406"/>
                  </a:cubicBezTo>
                  <a:cubicBezTo>
                    <a:pt x="56" y="411"/>
                    <a:pt x="71" y="414"/>
                    <a:pt x="90" y="416"/>
                  </a:cubicBezTo>
                  <a:cubicBezTo>
                    <a:pt x="90" y="460"/>
                    <a:pt x="90" y="460"/>
                    <a:pt x="90" y="460"/>
                  </a:cubicBezTo>
                  <a:cubicBezTo>
                    <a:pt x="90" y="469"/>
                    <a:pt x="97" y="476"/>
                    <a:pt x="105" y="476"/>
                  </a:cubicBezTo>
                  <a:cubicBezTo>
                    <a:pt x="113" y="476"/>
                    <a:pt x="120" y="469"/>
                    <a:pt x="120" y="460"/>
                  </a:cubicBezTo>
                  <a:cubicBezTo>
                    <a:pt x="120" y="414"/>
                    <a:pt x="120" y="414"/>
                    <a:pt x="120" y="414"/>
                  </a:cubicBezTo>
                  <a:cubicBezTo>
                    <a:pt x="140" y="411"/>
                    <a:pt x="157" y="402"/>
                    <a:pt x="169" y="389"/>
                  </a:cubicBezTo>
                  <a:cubicBezTo>
                    <a:pt x="184" y="372"/>
                    <a:pt x="193" y="350"/>
                    <a:pt x="193" y="328"/>
                  </a:cubicBezTo>
                  <a:cubicBezTo>
                    <a:pt x="193" y="305"/>
                    <a:pt x="184" y="282"/>
                    <a:pt x="169" y="262"/>
                  </a:cubicBezTo>
                  <a:cubicBezTo>
                    <a:pt x="155" y="244"/>
                    <a:pt x="131" y="229"/>
                    <a:pt x="102"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0">
              <a:extLst>
                <a:ext uri="{FF2B5EF4-FFF2-40B4-BE49-F238E27FC236}">
                  <a16:creationId xmlns:a16="http://schemas.microsoft.com/office/drawing/2014/main" id="{5A3B2985-3D88-D7FA-A3C1-B578C350FAA4}"/>
                </a:ext>
              </a:extLst>
            </p:cNvPr>
            <p:cNvSpPr>
              <a:spLocks noChangeArrowheads="1"/>
            </p:cNvSpPr>
            <p:nvPr/>
          </p:nvSpPr>
          <p:spPr bwMode="auto">
            <a:xfrm>
              <a:off x="5734050" y="289242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8 w 715"/>
                <a:gd name="T13" fmla="*/ 589 h 715"/>
                <a:gd name="T14" fmla="*/ 588 w 715"/>
                <a:gd name="T15" fmla="*/ 589 h 715"/>
                <a:gd name="T16" fmla="*/ 357 w 715"/>
                <a:gd name="T17" fmla="*/ 685 h 715"/>
                <a:gd name="T18" fmla="*/ 125 w 715"/>
                <a:gd name="T19" fmla="*/ 589 h 715"/>
                <a:gd name="T20" fmla="*/ 30 w 715"/>
                <a:gd name="T21" fmla="*/ 357 h 715"/>
                <a:gd name="T22" fmla="*/ 125 w 715"/>
                <a:gd name="T23" fmla="*/ 126 h 715"/>
                <a:gd name="T24" fmla="*/ 357 w 715"/>
                <a:gd name="T25" fmla="*/ 31 h 715"/>
                <a:gd name="T26" fmla="*/ 588 w 715"/>
                <a:gd name="T27" fmla="*/ 126 h 715"/>
                <a:gd name="T28" fmla="*/ 684 w 715"/>
                <a:gd name="T29" fmla="*/ 357 h 715"/>
                <a:gd name="T30" fmla="*/ 588 w 715"/>
                <a:gd name="T3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60" y="0"/>
                    <a:pt x="0" y="160"/>
                    <a:pt x="0" y="357"/>
                  </a:cubicBezTo>
                  <a:cubicBezTo>
                    <a:pt x="0" y="555"/>
                    <a:pt x="160" y="714"/>
                    <a:pt x="357" y="714"/>
                  </a:cubicBezTo>
                  <a:cubicBezTo>
                    <a:pt x="555" y="714"/>
                    <a:pt x="714" y="555"/>
                    <a:pt x="714" y="357"/>
                  </a:cubicBezTo>
                  <a:cubicBezTo>
                    <a:pt x="714" y="160"/>
                    <a:pt x="555" y="0"/>
                    <a:pt x="357" y="0"/>
                  </a:cubicBezTo>
                  <a:close/>
                  <a:moveTo>
                    <a:pt x="588" y="589"/>
                  </a:moveTo>
                  <a:lnTo>
                    <a:pt x="588" y="589"/>
                  </a:lnTo>
                  <a:cubicBezTo>
                    <a:pt x="529" y="649"/>
                    <a:pt x="447" y="685"/>
                    <a:pt x="357" y="685"/>
                  </a:cubicBezTo>
                  <a:cubicBezTo>
                    <a:pt x="266" y="685"/>
                    <a:pt x="185" y="649"/>
                    <a:pt x="125" y="589"/>
                  </a:cubicBezTo>
                  <a:cubicBezTo>
                    <a:pt x="66" y="530"/>
                    <a:pt x="30" y="448"/>
                    <a:pt x="30" y="357"/>
                  </a:cubicBezTo>
                  <a:cubicBezTo>
                    <a:pt x="30" y="268"/>
                    <a:pt x="66" y="186"/>
                    <a:pt x="125" y="126"/>
                  </a:cubicBezTo>
                  <a:cubicBezTo>
                    <a:pt x="185" y="67"/>
                    <a:pt x="266" y="31"/>
                    <a:pt x="357" y="31"/>
                  </a:cubicBezTo>
                  <a:cubicBezTo>
                    <a:pt x="447" y="31"/>
                    <a:pt x="529" y="67"/>
                    <a:pt x="588" y="126"/>
                  </a:cubicBezTo>
                  <a:cubicBezTo>
                    <a:pt x="648" y="186"/>
                    <a:pt x="684" y="268"/>
                    <a:pt x="684" y="357"/>
                  </a:cubicBezTo>
                  <a:cubicBezTo>
                    <a:pt x="684" y="448"/>
                    <a:pt x="648" y="530"/>
                    <a:pt x="588" y="5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2" name="Group 165">
            <a:extLst>
              <a:ext uri="{FF2B5EF4-FFF2-40B4-BE49-F238E27FC236}">
                <a16:creationId xmlns:a16="http://schemas.microsoft.com/office/drawing/2014/main" id="{6B702A1E-B6E5-0925-4359-DAE163CBB1A7}"/>
              </a:ext>
            </a:extLst>
          </p:cNvPr>
          <p:cNvGrpSpPr/>
          <p:nvPr/>
        </p:nvGrpSpPr>
        <p:grpSpPr>
          <a:xfrm>
            <a:off x="5225131" y="1522314"/>
            <a:ext cx="246063" cy="257175"/>
            <a:chOff x="4197350" y="1865313"/>
            <a:chExt cx="246063" cy="257175"/>
          </a:xfrm>
          <a:solidFill>
            <a:schemeClr val="accent4"/>
          </a:solidFill>
        </p:grpSpPr>
        <p:sp>
          <p:nvSpPr>
            <p:cNvPr id="163" name="Freeform 131">
              <a:extLst>
                <a:ext uri="{FF2B5EF4-FFF2-40B4-BE49-F238E27FC236}">
                  <a16:creationId xmlns:a16="http://schemas.microsoft.com/office/drawing/2014/main" id="{083B6B2E-7856-C14F-1168-BC246112B607}"/>
                </a:ext>
              </a:extLst>
            </p:cNvPr>
            <p:cNvSpPr>
              <a:spLocks noChangeArrowheads="1"/>
            </p:cNvSpPr>
            <p:nvPr/>
          </p:nvSpPr>
          <p:spPr bwMode="auto">
            <a:xfrm>
              <a:off x="4197350" y="1865313"/>
              <a:ext cx="246063" cy="257175"/>
            </a:xfrm>
            <a:custGeom>
              <a:avLst/>
              <a:gdLst>
                <a:gd name="T0" fmla="*/ 683 w 685"/>
                <a:gd name="T1" fmla="*/ 251 h 715"/>
                <a:gd name="T2" fmla="*/ 615 w 685"/>
                <a:gd name="T3" fmla="*/ 32 h 715"/>
                <a:gd name="T4" fmla="*/ 573 w 685"/>
                <a:gd name="T5" fmla="*/ 0 h 715"/>
                <a:gd name="T6" fmla="*/ 68 w 685"/>
                <a:gd name="T7" fmla="*/ 32 h 715"/>
                <a:gd name="T8" fmla="*/ 0 w 685"/>
                <a:gd name="T9" fmla="*/ 250 h 715"/>
                <a:gd name="T10" fmla="*/ 0 w 685"/>
                <a:gd name="T11" fmla="*/ 254 h 715"/>
                <a:gd name="T12" fmla="*/ 0 w 685"/>
                <a:gd name="T13" fmla="*/ 255 h 715"/>
                <a:gd name="T14" fmla="*/ 44 w 685"/>
                <a:gd name="T15" fmla="*/ 319 h 715"/>
                <a:gd name="T16" fmla="*/ 89 w 685"/>
                <a:gd name="T17" fmla="*/ 714 h 715"/>
                <a:gd name="T18" fmla="*/ 312 w 685"/>
                <a:gd name="T19" fmla="*/ 714 h 715"/>
                <a:gd name="T20" fmla="*/ 640 w 685"/>
                <a:gd name="T21" fmla="*/ 669 h 715"/>
                <a:gd name="T22" fmla="*/ 659 w 685"/>
                <a:gd name="T23" fmla="*/ 307 h 715"/>
                <a:gd name="T24" fmla="*/ 684 w 685"/>
                <a:gd name="T25" fmla="*/ 255 h 715"/>
                <a:gd name="T26" fmla="*/ 683 w 685"/>
                <a:gd name="T27" fmla="*/ 251 h 715"/>
                <a:gd name="T28" fmla="*/ 283 w 685"/>
                <a:gd name="T29" fmla="*/ 685 h 715"/>
                <a:gd name="T30" fmla="*/ 163 w 685"/>
                <a:gd name="T31" fmla="*/ 432 h 715"/>
                <a:gd name="T32" fmla="*/ 267 w 685"/>
                <a:gd name="T33" fmla="*/ 417 h 715"/>
                <a:gd name="T34" fmla="*/ 283 w 685"/>
                <a:gd name="T35" fmla="*/ 685 h 715"/>
                <a:gd name="T36" fmla="*/ 609 w 685"/>
                <a:gd name="T37" fmla="*/ 669 h 715"/>
                <a:gd name="T38" fmla="*/ 312 w 685"/>
                <a:gd name="T39" fmla="*/ 685 h 715"/>
                <a:gd name="T40" fmla="*/ 267 w 685"/>
                <a:gd name="T41" fmla="*/ 388 h 715"/>
                <a:gd name="T42" fmla="*/ 133 w 685"/>
                <a:gd name="T43" fmla="*/ 432 h 715"/>
                <a:gd name="T44" fmla="*/ 89 w 685"/>
                <a:gd name="T45" fmla="*/ 685 h 715"/>
                <a:gd name="T46" fmla="*/ 74 w 685"/>
                <a:gd name="T47" fmla="*/ 328 h 715"/>
                <a:gd name="T48" fmla="*/ 136 w 685"/>
                <a:gd name="T49" fmla="*/ 307 h 715"/>
                <a:gd name="T50" fmla="*/ 156 w 685"/>
                <a:gd name="T51" fmla="*/ 308 h 715"/>
                <a:gd name="T52" fmla="*/ 265 w 685"/>
                <a:gd name="T53" fmla="*/ 307 h 715"/>
                <a:gd name="T54" fmla="*/ 285 w 685"/>
                <a:gd name="T55" fmla="*/ 307 h 715"/>
                <a:gd name="T56" fmla="*/ 398 w 685"/>
                <a:gd name="T57" fmla="*/ 307 h 715"/>
                <a:gd name="T58" fmla="*/ 417 w 685"/>
                <a:gd name="T59" fmla="*/ 307 h 715"/>
                <a:gd name="T60" fmla="*/ 530 w 685"/>
                <a:gd name="T61" fmla="*/ 307 h 715"/>
                <a:gd name="T62" fmla="*/ 548 w 685"/>
                <a:gd name="T63" fmla="*/ 307 h 715"/>
                <a:gd name="T64" fmla="*/ 609 w 685"/>
                <a:gd name="T65" fmla="*/ 328 h 715"/>
                <a:gd name="T66" fmla="*/ 603 w 685"/>
                <a:gd name="T67" fmla="*/ 298 h 715"/>
                <a:gd name="T68" fmla="*/ 567 w 685"/>
                <a:gd name="T69" fmla="*/ 284 h 715"/>
                <a:gd name="T70" fmla="*/ 549 w 685"/>
                <a:gd name="T71" fmla="*/ 243 h 715"/>
                <a:gd name="T72" fmla="*/ 528 w 685"/>
                <a:gd name="T73" fmla="*/ 243 h 715"/>
                <a:gd name="T74" fmla="*/ 509 w 685"/>
                <a:gd name="T75" fmla="*/ 284 h 715"/>
                <a:gd name="T76" fmla="*/ 436 w 685"/>
                <a:gd name="T77" fmla="*/ 284 h 715"/>
                <a:gd name="T78" fmla="*/ 418 w 685"/>
                <a:gd name="T79" fmla="*/ 243 h 715"/>
                <a:gd name="T80" fmla="*/ 397 w 685"/>
                <a:gd name="T81" fmla="*/ 243 h 715"/>
                <a:gd name="T82" fmla="*/ 378 w 685"/>
                <a:gd name="T83" fmla="*/ 284 h 715"/>
                <a:gd name="T84" fmla="*/ 305 w 685"/>
                <a:gd name="T85" fmla="*/ 284 h 715"/>
                <a:gd name="T86" fmla="*/ 279 w 685"/>
                <a:gd name="T87" fmla="*/ 238 h 715"/>
                <a:gd name="T88" fmla="*/ 244 w 685"/>
                <a:gd name="T89" fmla="*/ 286 h 715"/>
                <a:gd name="T90" fmla="*/ 175 w 685"/>
                <a:gd name="T91" fmla="*/ 286 h 715"/>
                <a:gd name="T92" fmla="*/ 145 w 685"/>
                <a:gd name="T93" fmla="*/ 238 h 715"/>
                <a:gd name="T94" fmla="*/ 117 w 685"/>
                <a:gd name="T95" fmla="*/ 284 h 715"/>
                <a:gd name="T96" fmla="*/ 44 w 685"/>
                <a:gd name="T97" fmla="*/ 284 h 715"/>
                <a:gd name="T98" fmla="*/ 97 w 685"/>
                <a:gd name="T99" fmla="*/ 42 h 715"/>
                <a:gd name="T100" fmla="*/ 111 w 685"/>
                <a:gd name="T101" fmla="*/ 31 h 715"/>
                <a:gd name="T102" fmla="*/ 587 w 685"/>
                <a:gd name="T103" fmla="*/ 40 h 715"/>
                <a:gd name="T104" fmla="*/ 654 w 685"/>
                <a:gd name="T105" fmla="*/ 255 h 715"/>
                <a:gd name="T106" fmla="*/ 603 w 685"/>
                <a:gd name="T107" fmla="*/ 29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85" h="715">
                  <a:moveTo>
                    <a:pt x="683" y="251"/>
                  </a:moveTo>
                  <a:lnTo>
                    <a:pt x="683" y="251"/>
                  </a:lnTo>
                  <a:lnTo>
                    <a:pt x="683" y="250"/>
                  </a:lnTo>
                  <a:cubicBezTo>
                    <a:pt x="615" y="32"/>
                    <a:pt x="615" y="32"/>
                    <a:pt x="615" y="32"/>
                  </a:cubicBezTo>
                  <a:lnTo>
                    <a:pt x="615" y="32"/>
                  </a:lnTo>
                  <a:cubicBezTo>
                    <a:pt x="609" y="14"/>
                    <a:pt x="592" y="0"/>
                    <a:pt x="573" y="0"/>
                  </a:cubicBezTo>
                  <a:cubicBezTo>
                    <a:pt x="111" y="0"/>
                    <a:pt x="111" y="0"/>
                    <a:pt x="111" y="0"/>
                  </a:cubicBezTo>
                  <a:cubicBezTo>
                    <a:pt x="92" y="0"/>
                    <a:pt x="74" y="14"/>
                    <a:pt x="68" y="32"/>
                  </a:cubicBezTo>
                  <a:lnTo>
                    <a:pt x="68" y="32"/>
                  </a:lnTo>
                  <a:cubicBezTo>
                    <a:pt x="0" y="250"/>
                    <a:pt x="0" y="250"/>
                    <a:pt x="0" y="250"/>
                  </a:cubicBezTo>
                  <a:lnTo>
                    <a:pt x="0" y="251"/>
                  </a:lnTo>
                  <a:cubicBezTo>
                    <a:pt x="0" y="252"/>
                    <a:pt x="0" y="252"/>
                    <a:pt x="0" y="254"/>
                  </a:cubicBezTo>
                  <a:cubicBezTo>
                    <a:pt x="0" y="254"/>
                    <a:pt x="0" y="254"/>
                    <a:pt x="0" y="255"/>
                  </a:cubicBezTo>
                  <a:lnTo>
                    <a:pt x="0" y="255"/>
                  </a:lnTo>
                  <a:cubicBezTo>
                    <a:pt x="0" y="275"/>
                    <a:pt x="9" y="294"/>
                    <a:pt x="23" y="307"/>
                  </a:cubicBezTo>
                  <a:cubicBezTo>
                    <a:pt x="29" y="312"/>
                    <a:pt x="37" y="317"/>
                    <a:pt x="44" y="319"/>
                  </a:cubicBezTo>
                  <a:cubicBezTo>
                    <a:pt x="44" y="669"/>
                    <a:pt x="44" y="669"/>
                    <a:pt x="44" y="669"/>
                  </a:cubicBezTo>
                  <a:cubicBezTo>
                    <a:pt x="44" y="694"/>
                    <a:pt x="64" y="714"/>
                    <a:pt x="89" y="714"/>
                  </a:cubicBezTo>
                  <a:cubicBezTo>
                    <a:pt x="133" y="714"/>
                    <a:pt x="133" y="714"/>
                    <a:pt x="133" y="714"/>
                  </a:cubicBezTo>
                  <a:cubicBezTo>
                    <a:pt x="312" y="714"/>
                    <a:pt x="312" y="714"/>
                    <a:pt x="312" y="714"/>
                  </a:cubicBezTo>
                  <a:cubicBezTo>
                    <a:pt x="595" y="714"/>
                    <a:pt x="595" y="714"/>
                    <a:pt x="595" y="714"/>
                  </a:cubicBezTo>
                  <a:cubicBezTo>
                    <a:pt x="619" y="714"/>
                    <a:pt x="640" y="694"/>
                    <a:pt x="640" y="669"/>
                  </a:cubicBezTo>
                  <a:cubicBezTo>
                    <a:pt x="640" y="319"/>
                    <a:pt x="640" y="319"/>
                    <a:pt x="640" y="319"/>
                  </a:cubicBezTo>
                  <a:cubicBezTo>
                    <a:pt x="647" y="317"/>
                    <a:pt x="654" y="312"/>
                    <a:pt x="659" y="307"/>
                  </a:cubicBezTo>
                  <a:cubicBezTo>
                    <a:pt x="675" y="294"/>
                    <a:pt x="683" y="275"/>
                    <a:pt x="684" y="255"/>
                  </a:cubicBezTo>
                  <a:lnTo>
                    <a:pt x="684" y="255"/>
                  </a:lnTo>
                  <a:cubicBezTo>
                    <a:pt x="684" y="254"/>
                    <a:pt x="684" y="254"/>
                    <a:pt x="684" y="254"/>
                  </a:cubicBezTo>
                  <a:cubicBezTo>
                    <a:pt x="684" y="252"/>
                    <a:pt x="683" y="252"/>
                    <a:pt x="683" y="251"/>
                  </a:cubicBezTo>
                  <a:close/>
                  <a:moveTo>
                    <a:pt x="283" y="685"/>
                  </a:moveTo>
                  <a:lnTo>
                    <a:pt x="283" y="685"/>
                  </a:lnTo>
                  <a:cubicBezTo>
                    <a:pt x="163" y="685"/>
                    <a:pt x="163" y="685"/>
                    <a:pt x="163" y="685"/>
                  </a:cubicBezTo>
                  <a:cubicBezTo>
                    <a:pt x="163" y="432"/>
                    <a:pt x="163" y="432"/>
                    <a:pt x="163" y="432"/>
                  </a:cubicBezTo>
                  <a:cubicBezTo>
                    <a:pt x="163" y="424"/>
                    <a:pt x="170" y="417"/>
                    <a:pt x="178" y="417"/>
                  </a:cubicBezTo>
                  <a:cubicBezTo>
                    <a:pt x="267" y="417"/>
                    <a:pt x="267" y="417"/>
                    <a:pt x="267" y="417"/>
                  </a:cubicBezTo>
                  <a:cubicBezTo>
                    <a:pt x="276" y="417"/>
                    <a:pt x="283" y="424"/>
                    <a:pt x="283" y="432"/>
                  </a:cubicBezTo>
                  <a:lnTo>
                    <a:pt x="283" y="685"/>
                  </a:lnTo>
                  <a:close/>
                  <a:moveTo>
                    <a:pt x="609" y="669"/>
                  </a:moveTo>
                  <a:lnTo>
                    <a:pt x="609" y="669"/>
                  </a:lnTo>
                  <a:cubicBezTo>
                    <a:pt x="609" y="678"/>
                    <a:pt x="603" y="685"/>
                    <a:pt x="595" y="685"/>
                  </a:cubicBezTo>
                  <a:cubicBezTo>
                    <a:pt x="312" y="685"/>
                    <a:pt x="312" y="685"/>
                    <a:pt x="312" y="685"/>
                  </a:cubicBezTo>
                  <a:cubicBezTo>
                    <a:pt x="312" y="432"/>
                    <a:pt x="312" y="432"/>
                    <a:pt x="312" y="432"/>
                  </a:cubicBezTo>
                  <a:cubicBezTo>
                    <a:pt x="312" y="407"/>
                    <a:pt x="292" y="388"/>
                    <a:pt x="267" y="388"/>
                  </a:cubicBezTo>
                  <a:cubicBezTo>
                    <a:pt x="178" y="388"/>
                    <a:pt x="178" y="388"/>
                    <a:pt x="178" y="388"/>
                  </a:cubicBezTo>
                  <a:cubicBezTo>
                    <a:pt x="153" y="388"/>
                    <a:pt x="133" y="407"/>
                    <a:pt x="133" y="432"/>
                  </a:cubicBezTo>
                  <a:cubicBezTo>
                    <a:pt x="133" y="685"/>
                    <a:pt x="133" y="685"/>
                    <a:pt x="133" y="685"/>
                  </a:cubicBezTo>
                  <a:cubicBezTo>
                    <a:pt x="89" y="685"/>
                    <a:pt x="89" y="685"/>
                    <a:pt x="89" y="685"/>
                  </a:cubicBezTo>
                  <a:cubicBezTo>
                    <a:pt x="81" y="685"/>
                    <a:pt x="74" y="678"/>
                    <a:pt x="74" y="669"/>
                  </a:cubicBezTo>
                  <a:cubicBezTo>
                    <a:pt x="74" y="328"/>
                    <a:pt x="74" y="328"/>
                    <a:pt x="74" y="328"/>
                  </a:cubicBezTo>
                  <a:cubicBezTo>
                    <a:pt x="76" y="328"/>
                    <a:pt x="78" y="328"/>
                    <a:pt x="81" y="328"/>
                  </a:cubicBezTo>
                  <a:cubicBezTo>
                    <a:pt x="101" y="328"/>
                    <a:pt x="121" y="319"/>
                    <a:pt x="136" y="307"/>
                  </a:cubicBezTo>
                  <a:cubicBezTo>
                    <a:pt x="139" y="304"/>
                    <a:pt x="143" y="300"/>
                    <a:pt x="146" y="296"/>
                  </a:cubicBezTo>
                  <a:cubicBezTo>
                    <a:pt x="149" y="300"/>
                    <a:pt x="152" y="304"/>
                    <a:pt x="156" y="308"/>
                  </a:cubicBezTo>
                  <a:cubicBezTo>
                    <a:pt x="170" y="321"/>
                    <a:pt x="189" y="328"/>
                    <a:pt x="210" y="328"/>
                  </a:cubicBezTo>
                  <a:cubicBezTo>
                    <a:pt x="233" y="328"/>
                    <a:pt x="251" y="321"/>
                    <a:pt x="265" y="307"/>
                  </a:cubicBezTo>
                  <a:cubicBezTo>
                    <a:pt x="269" y="304"/>
                    <a:pt x="272" y="298"/>
                    <a:pt x="274" y="294"/>
                  </a:cubicBezTo>
                  <a:cubicBezTo>
                    <a:pt x="277" y="298"/>
                    <a:pt x="281" y="303"/>
                    <a:pt x="285" y="307"/>
                  </a:cubicBezTo>
                  <a:cubicBezTo>
                    <a:pt x="299" y="319"/>
                    <a:pt x="320" y="328"/>
                    <a:pt x="341" y="328"/>
                  </a:cubicBezTo>
                  <a:cubicBezTo>
                    <a:pt x="364" y="328"/>
                    <a:pt x="383" y="319"/>
                    <a:pt x="398" y="307"/>
                  </a:cubicBezTo>
                  <a:cubicBezTo>
                    <a:pt x="401" y="304"/>
                    <a:pt x="404" y="300"/>
                    <a:pt x="407" y="297"/>
                  </a:cubicBezTo>
                  <a:cubicBezTo>
                    <a:pt x="410" y="300"/>
                    <a:pt x="412" y="304"/>
                    <a:pt x="417" y="307"/>
                  </a:cubicBezTo>
                  <a:cubicBezTo>
                    <a:pt x="431" y="319"/>
                    <a:pt x="451" y="328"/>
                    <a:pt x="472" y="328"/>
                  </a:cubicBezTo>
                  <a:cubicBezTo>
                    <a:pt x="495" y="328"/>
                    <a:pt x="514" y="319"/>
                    <a:pt x="530" y="307"/>
                  </a:cubicBezTo>
                  <a:cubicBezTo>
                    <a:pt x="532" y="304"/>
                    <a:pt x="535" y="300"/>
                    <a:pt x="538" y="297"/>
                  </a:cubicBezTo>
                  <a:cubicBezTo>
                    <a:pt x="541" y="300"/>
                    <a:pt x="544" y="304"/>
                    <a:pt x="548" y="307"/>
                  </a:cubicBezTo>
                  <a:cubicBezTo>
                    <a:pt x="562" y="319"/>
                    <a:pt x="581" y="328"/>
                    <a:pt x="603" y="328"/>
                  </a:cubicBezTo>
                  <a:cubicBezTo>
                    <a:pt x="605" y="328"/>
                    <a:pt x="608" y="328"/>
                    <a:pt x="609" y="328"/>
                  </a:cubicBezTo>
                  <a:lnTo>
                    <a:pt x="609" y="669"/>
                  </a:lnTo>
                  <a:close/>
                  <a:moveTo>
                    <a:pt x="603" y="298"/>
                  </a:moveTo>
                  <a:lnTo>
                    <a:pt x="603" y="298"/>
                  </a:lnTo>
                  <a:cubicBezTo>
                    <a:pt x="590" y="298"/>
                    <a:pt x="577" y="293"/>
                    <a:pt x="567" y="284"/>
                  </a:cubicBezTo>
                  <a:cubicBezTo>
                    <a:pt x="559" y="276"/>
                    <a:pt x="553" y="265"/>
                    <a:pt x="553" y="254"/>
                  </a:cubicBezTo>
                  <a:cubicBezTo>
                    <a:pt x="553" y="250"/>
                    <a:pt x="552" y="245"/>
                    <a:pt x="549" y="243"/>
                  </a:cubicBezTo>
                  <a:cubicBezTo>
                    <a:pt x="546" y="240"/>
                    <a:pt x="542" y="238"/>
                    <a:pt x="538" y="238"/>
                  </a:cubicBezTo>
                  <a:cubicBezTo>
                    <a:pt x="534" y="238"/>
                    <a:pt x="531" y="240"/>
                    <a:pt x="528" y="243"/>
                  </a:cubicBezTo>
                  <a:cubicBezTo>
                    <a:pt x="525" y="245"/>
                    <a:pt x="523" y="250"/>
                    <a:pt x="523" y="254"/>
                  </a:cubicBezTo>
                  <a:cubicBezTo>
                    <a:pt x="523" y="265"/>
                    <a:pt x="518" y="276"/>
                    <a:pt x="509" y="284"/>
                  </a:cubicBezTo>
                  <a:cubicBezTo>
                    <a:pt x="500" y="293"/>
                    <a:pt x="486" y="298"/>
                    <a:pt x="472" y="298"/>
                  </a:cubicBezTo>
                  <a:cubicBezTo>
                    <a:pt x="458" y="298"/>
                    <a:pt x="446" y="293"/>
                    <a:pt x="436" y="284"/>
                  </a:cubicBezTo>
                  <a:cubicBezTo>
                    <a:pt x="428" y="276"/>
                    <a:pt x="422" y="265"/>
                    <a:pt x="422" y="254"/>
                  </a:cubicBezTo>
                  <a:cubicBezTo>
                    <a:pt x="422" y="250"/>
                    <a:pt x="421" y="245"/>
                    <a:pt x="418" y="243"/>
                  </a:cubicBezTo>
                  <a:cubicBezTo>
                    <a:pt x="415" y="240"/>
                    <a:pt x="411" y="238"/>
                    <a:pt x="407" y="238"/>
                  </a:cubicBezTo>
                  <a:cubicBezTo>
                    <a:pt x="403" y="238"/>
                    <a:pt x="400" y="240"/>
                    <a:pt x="397" y="243"/>
                  </a:cubicBezTo>
                  <a:cubicBezTo>
                    <a:pt x="394" y="245"/>
                    <a:pt x="393" y="250"/>
                    <a:pt x="393" y="254"/>
                  </a:cubicBezTo>
                  <a:cubicBezTo>
                    <a:pt x="393" y="265"/>
                    <a:pt x="387" y="276"/>
                    <a:pt x="378" y="284"/>
                  </a:cubicBezTo>
                  <a:cubicBezTo>
                    <a:pt x="369" y="293"/>
                    <a:pt x="357" y="298"/>
                    <a:pt x="341" y="298"/>
                  </a:cubicBezTo>
                  <a:cubicBezTo>
                    <a:pt x="327" y="298"/>
                    <a:pt x="315" y="293"/>
                    <a:pt x="305" y="284"/>
                  </a:cubicBezTo>
                  <a:cubicBezTo>
                    <a:pt x="297" y="276"/>
                    <a:pt x="291" y="265"/>
                    <a:pt x="291" y="254"/>
                  </a:cubicBezTo>
                  <a:cubicBezTo>
                    <a:pt x="291" y="245"/>
                    <a:pt x="285" y="240"/>
                    <a:pt x="279" y="238"/>
                  </a:cubicBezTo>
                  <a:cubicBezTo>
                    <a:pt x="270" y="237"/>
                    <a:pt x="263" y="243"/>
                    <a:pt x="262" y="250"/>
                  </a:cubicBezTo>
                  <a:cubicBezTo>
                    <a:pt x="258" y="266"/>
                    <a:pt x="252" y="277"/>
                    <a:pt x="244" y="286"/>
                  </a:cubicBezTo>
                  <a:cubicBezTo>
                    <a:pt x="235" y="294"/>
                    <a:pt x="226" y="298"/>
                    <a:pt x="210" y="298"/>
                  </a:cubicBezTo>
                  <a:cubicBezTo>
                    <a:pt x="196" y="298"/>
                    <a:pt x="184" y="293"/>
                    <a:pt x="175" y="286"/>
                  </a:cubicBezTo>
                  <a:cubicBezTo>
                    <a:pt x="167" y="277"/>
                    <a:pt x="161" y="266"/>
                    <a:pt x="160" y="252"/>
                  </a:cubicBezTo>
                  <a:cubicBezTo>
                    <a:pt x="160" y="244"/>
                    <a:pt x="153" y="238"/>
                    <a:pt x="145" y="238"/>
                  </a:cubicBezTo>
                  <a:cubicBezTo>
                    <a:pt x="136" y="238"/>
                    <a:pt x="131" y="245"/>
                    <a:pt x="131" y="254"/>
                  </a:cubicBezTo>
                  <a:cubicBezTo>
                    <a:pt x="131" y="265"/>
                    <a:pt x="125" y="276"/>
                    <a:pt x="117" y="284"/>
                  </a:cubicBezTo>
                  <a:cubicBezTo>
                    <a:pt x="107" y="293"/>
                    <a:pt x="94" y="298"/>
                    <a:pt x="81" y="298"/>
                  </a:cubicBezTo>
                  <a:cubicBezTo>
                    <a:pt x="65" y="298"/>
                    <a:pt x="53" y="293"/>
                    <a:pt x="44" y="284"/>
                  </a:cubicBezTo>
                  <a:cubicBezTo>
                    <a:pt x="34" y="276"/>
                    <a:pt x="30" y="266"/>
                    <a:pt x="29" y="255"/>
                  </a:cubicBezTo>
                  <a:cubicBezTo>
                    <a:pt x="97" y="42"/>
                    <a:pt x="97" y="42"/>
                    <a:pt x="97" y="42"/>
                  </a:cubicBezTo>
                  <a:cubicBezTo>
                    <a:pt x="97" y="40"/>
                    <a:pt x="97" y="40"/>
                    <a:pt x="97" y="40"/>
                  </a:cubicBezTo>
                  <a:cubicBezTo>
                    <a:pt x="99" y="35"/>
                    <a:pt x="104" y="31"/>
                    <a:pt x="111" y="31"/>
                  </a:cubicBezTo>
                  <a:cubicBezTo>
                    <a:pt x="573" y="31"/>
                    <a:pt x="573" y="31"/>
                    <a:pt x="573" y="31"/>
                  </a:cubicBezTo>
                  <a:cubicBezTo>
                    <a:pt x="578" y="31"/>
                    <a:pt x="584" y="35"/>
                    <a:pt x="587" y="40"/>
                  </a:cubicBezTo>
                  <a:cubicBezTo>
                    <a:pt x="587" y="42"/>
                    <a:pt x="587" y="42"/>
                    <a:pt x="587" y="42"/>
                  </a:cubicBezTo>
                  <a:cubicBezTo>
                    <a:pt x="654" y="255"/>
                    <a:pt x="654" y="255"/>
                    <a:pt x="654" y="255"/>
                  </a:cubicBezTo>
                  <a:cubicBezTo>
                    <a:pt x="654" y="266"/>
                    <a:pt x="648" y="276"/>
                    <a:pt x="640" y="284"/>
                  </a:cubicBezTo>
                  <a:cubicBezTo>
                    <a:pt x="631" y="293"/>
                    <a:pt x="617" y="298"/>
                    <a:pt x="603" y="2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4" name="Freeform 132">
              <a:extLst>
                <a:ext uri="{FF2B5EF4-FFF2-40B4-BE49-F238E27FC236}">
                  <a16:creationId xmlns:a16="http://schemas.microsoft.com/office/drawing/2014/main" id="{41C70BAE-8A44-9D22-3436-665E4FEB4041}"/>
                </a:ext>
              </a:extLst>
            </p:cNvPr>
            <p:cNvSpPr>
              <a:spLocks noChangeArrowheads="1"/>
            </p:cNvSpPr>
            <p:nvPr/>
          </p:nvSpPr>
          <p:spPr bwMode="auto">
            <a:xfrm>
              <a:off x="4341813" y="2005013"/>
              <a:ext cx="53975" cy="65087"/>
            </a:xfrm>
            <a:custGeom>
              <a:avLst/>
              <a:gdLst>
                <a:gd name="T0" fmla="*/ 105 w 150"/>
                <a:gd name="T1" fmla="*/ 0 h 179"/>
                <a:gd name="T2" fmla="*/ 105 w 150"/>
                <a:gd name="T3" fmla="*/ 0 h 179"/>
                <a:gd name="T4" fmla="*/ 45 w 150"/>
                <a:gd name="T5" fmla="*/ 0 h 179"/>
                <a:gd name="T6" fmla="*/ 0 w 150"/>
                <a:gd name="T7" fmla="*/ 44 h 179"/>
                <a:gd name="T8" fmla="*/ 0 w 150"/>
                <a:gd name="T9" fmla="*/ 134 h 179"/>
                <a:gd name="T10" fmla="*/ 45 w 150"/>
                <a:gd name="T11" fmla="*/ 178 h 179"/>
                <a:gd name="T12" fmla="*/ 105 w 150"/>
                <a:gd name="T13" fmla="*/ 178 h 179"/>
                <a:gd name="T14" fmla="*/ 149 w 150"/>
                <a:gd name="T15" fmla="*/ 134 h 179"/>
                <a:gd name="T16" fmla="*/ 149 w 150"/>
                <a:gd name="T17" fmla="*/ 44 h 179"/>
                <a:gd name="T18" fmla="*/ 105 w 150"/>
                <a:gd name="T19" fmla="*/ 0 h 179"/>
                <a:gd name="T20" fmla="*/ 119 w 150"/>
                <a:gd name="T21" fmla="*/ 134 h 179"/>
                <a:gd name="T22" fmla="*/ 119 w 150"/>
                <a:gd name="T23" fmla="*/ 134 h 179"/>
                <a:gd name="T24" fmla="*/ 105 w 150"/>
                <a:gd name="T25" fmla="*/ 147 h 179"/>
                <a:gd name="T26" fmla="*/ 45 w 150"/>
                <a:gd name="T27" fmla="*/ 147 h 179"/>
                <a:gd name="T28" fmla="*/ 30 w 150"/>
                <a:gd name="T29" fmla="*/ 134 h 179"/>
                <a:gd name="T30" fmla="*/ 30 w 150"/>
                <a:gd name="T31" fmla="*/ 44 h 179"/>
                <a:gd name="T32" fmla="*/ 45 w 150"/>
                <a:gd name="T33" fmla="*/ 29 h 179"/>
                <a:gd name="T34" fmla="*/ 105 w 150"/>
                <a:gd name="T35" fmla="*/ 29 h 179"/>
                <a:gd name="T36" fmla="*/ 119 w 150"/>
                <a:gd name="T37" fmla="*/ 44 h 179"/>
                <a:gd name="T38" fmla="*/ 119 w 150"/>
                <a:gd name="T39" fmla="*/ 134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50" h="179">
                  <a:moveTo>
                    <a:pt x="105" y="0"/>
                  </a:moveTo>
                  <a:lnTo>
                    <a:pt x="105" y="0"/>
                  </a:lnTo>
                  <a:cubicBezTo>
                    <a:pt x="45" y="0"/>
                    <a:pt x="45" y="0"/>
                    <a:pt x="45" y="0"/>
                  </a:cubicBezTo>
                  <a:cubicBezTo>
                    <a:pt x="20" y="0"/>
                    <a:pt x="0" y="19"/>
                    <a:pt x="0" y="44"/>
                  </a:cubicBezTo>
                  <a:cubicBezTo>
                    <a:pt x="0" y="134"/>
                    <a:pt x="0" y="134"/>
                    <a:pt x="0" y="134"/>
                  </a:cubicBezTo>
                  <a:cubicBezTo>
                    <a:pt x="0" y="157"/>
                    <a:pt x="20" y="178"/>
                    <a:pt x="45" y="178"/>
                  </a:cubicBezTo>
                  <a:cubicBezTo>
                    <a:pt x="105" y="178"/>
                    <a:pt x="105" y="178"/>
                    <a:pt x="105" y="178"/>
                  </a:cubicBezTo>
                  <a:cubicBezTo>
                    <a:pt x="129" y="178"/>
                    <a:pt x="149" y="157"/>
                    <a:pt x="149" y="134"/>
                  </a:cubicBezTo>
                  <a:cubicBezTo>
                    <a:pt x="149" y="44"/>
                    <a:pt x="149" y="44"/>
                    <a:pt x="149" y="44"/>
                  </a:cubicBezTo>
                  <a:cubicBezTo>
                    <a:pt x="149" y="19"/>
                    <a:pt x="129" y="0"/>
                    <a:pt x="105" y="0"/>
                  </a:cubicBezTo>
                  <a:close/>
                  <a:moveTo>
                    <a:pt x="119" y="134"/>
                  </a:moveTo>
                  <a:lnTo>
                    <a:pt x="119" y="134"/>
                  </a:lnTo>
                  <a:cubicBezTo>
                    <a:pt x="119" y="142"/>
                    <a:pt x="113" y="147"/>
                    <a:pt x="105" y="147"/>
                  </a:cubicBezTo>
                  <a:cubicBezTo>
                    <a:pt x="45" y="147"/>
                    <a:pt x="45" y="147"/>
                    <a:pt x="45" y="147"/>
                  </a:cubicBezTo>
                  <a:cubicBezTo>
                    <a:pt x="37" y="147"/>
                    <a:pt x="30" y="142"/>
                    <a:pt x="30" y="134"/>
                  </a:cubicBezTo>
                  <a:cubicBezTo>
                    <a:pt x="30" y="44"/>
                    <a:pt x="30" y="44"/>
                    <a:pt x="30" y="44"/>
                  </a:cubicBezTo>
                  <a:cubicBezTo>
                    <a:pt x="30" y="36"/>
                    <a:pt x="37" y="29"/>
                    <a:pt x="45" y="29"/>
                  </a:cubicBezTo>
                  <a:cubicBezTo>
                    <a:pt x="105" y="29"/>
                    <a:pt x="105" y="29"/>
                    <a:pt x="105" y="29"/>
                  </a:cubicBezTo>
                  <a:cubicBezTo>
                    <a:pt x="113" y="29"/>
                    <a:pt x="119" y="36"/>
                    <a:pt x="119" y="44"/>
                  </a:cubicBezTo>
                  <a:lnTo>
                    <a:pt x="119"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5" name="Group 168">
            <a:extLst>
              <a:ext uri="{FF2B5EF4-FFF2-40B4-BE49-F238E27FC236}">
                <a16:creationId xmlns:a16="http://schemas.microsoft.com/office/drawing/2014/main" id="{82806B8F-B1C4-8A52-B6B1-897721663995}"/>
              </a:ext>
            </a:extLst>
          </p:cNvPr>
          <p:cNvGrpSpPr/>
          <p:nvPr/>
        </p:nvGrpSpPr>
        <p:grpSpPr>
          <a:xfrm>
            <a:off x="8179469" y="3945656"/>
            <a:ext cx="236537" cy="258762"/>
            <a:chOff x="7151688" y="4287838"/>
            <a:chExt cx="236537" cy="258762"/>
          </a:xfrm>
          <a:solidFill>
            <a:schemeClr val="accent4"/>
          </a:solidFill>
        </p:grpSpPr>
        <p:sp>
          <p:nvSpPr>
            <p:cNvPr id="166" name="Freeform 133">
              <a:extLst>
                <a:ext uri="{FF2B5EF4-FFF2-40B4-BE49-F238E27FC236}">
                  <a16:creationId xmlns:a16="http://schemas.microsoft.com/office/drawing/2014/main" id="{ACD48163-8632-BAC1-659C-7F8D52D50DB0}"/>
                </a:ext>
              </a:extLst>
            </p:cNvPr>
            <p:cNvSpPr>
              <a:spLocks noChangeArrowheads="1"/>
            </p:cNvSpPr>
            <p:nvPr/>
          </p:nvSpPr>
          <p:spPr bwMode="auto">
            <a:xfrm>
              <a:off x="7246938" y="4287838"/>
              <a:ext cx="119062" cy="119062"/>
            </a:xfrm>
            <a:custGeom>
              <a:avLst/>
              <a:gdLst>
                <a:gd name="T0" fmla="*/ 325 w 331"/>
                <a:gd name="T1" fmla="*/ 5 h 331"/>
                <a:gd name="T2" fmla="*/ 325 w 331"/>
                <a:gd name="T3" fmla="*/ 5 h 331"/>
                <a:gd name="T4" fmla="*/ 304 w 331"/>
                <a:gd name="T5" fmla="*/ 5 h 331"/>
                <a:gd name="T6" fmla="*/ 142 w 331"/>
                <a:gd name="T7" fmla="*/ 167 h 331"/>
                <a:gd name="T8" fmla="*/ 90 w 331"/>
                <a:gd name="T9" fmla="*/ 150 h 331"/>
                <a:gd name="T10" fmla="*/ 1 w 331"/>
                <a:gd name="T11" fmla="*/ 239 h 331"/>
                <a:gd name="T12" fmla="*/ 18 w 331"/>
                <a:gd name="T13" fmla="*/ 291 h 331"/>
                <a:gd name="T14" fmla="*/ 5 w 331"/>
                <a:gd name="T15" fmla="*/ 302 h 331"/>
                <a:gd name="T16" fmla="*/ 5 w 331"/>
                <a:gd name="T17" fmla="*/ 325 h 331"/>
                <a:gd name="T18" fmla="*/ 28 w 331"/>
                <a:gd name="T19" fmla="*/ 325 h 331"/>
                <a:gd name="T20" fmla="*/ 39 w 331"/>
                <a:gd name="T21" fmla="*/ 312 h 331"/>
                <a:gd name="T22" fmla="*/ 90 w 331"/>
                <a:gd name="T23" fmla="*/ 329 h 331"/>
                <a:gd name="T24" fmla="*/ 180 w 331"/>
                <a:gd name="T25" fmla="*/ 239 h 331"/>
                <a:gd name="T26" fmla="*/ 163 w 331"/>
                <a:gd name="T27" fmla="*/ 188 h 331"/>
                <a:gd name="T28" fmla="*/ 325 w 331"/>
                <a:gd name="T29" fmla="*/ 26 h 331"/>
                <a:gd name="T30" fmla="*/ 325 w 331"/>
                <a:gd name="T31" fmla="*/ 5 h 331"/>
                <a:gd name="T32" fmla="*/ 134 w 331"/>
                <a:gd name="T33" fmla="*/ 281 h 331"/>
                <a:gd name="T34" fmla="*/ 134 w 331"/>
                <a:gd name="T35" fmla="*/ 281 h 331"/>
                <a:gd name="T36" fmla="*/ 90 w 331"/>
                <a:gd name="T37" fmla="*/ 298 h 331"/>
                <a:gd name="T38" fmla="*/ 49 w 331"/>
                <a:gd name="T39" fmla="*/ 281 h 331"/>
                <a:gd name="T40" fmla="*/ 32 w 331"/>
                <a:gd name="T41" fmla="*/ 239 h 331"/>
                <a:gd name="T42" fmla="*/ 49 w 331"/>
                <a:gd name="T43" fmla="*/ 198 h 331"/>
                <a:gd name="T44" fmla="*/ 90 w 331"/>
                <a:gd name="T45" fmla="*/ 179 h 331"/>
                <a:gd name="T46" fmla="*/ 134 w 331"/>
                <a:gd name="T47" fmla="*/ 198 h 331"/>
                <a:gd name="T48" fmla="*/ 150 w 331"/>
                <a:gd name="T49" fmla="*/ 239 h 331"/>
                <a:gd name="T50" fmla="*/ 134 w 331"/>
                <a:gd name="T51" fmla="*/ 281 h 3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31" h="331">
                  <a:moveTo>
                    <a:pt x="325" y="5"/>
                  </a:moveTo>
                  <a:lnTo>
                    <a:pt x="325" y="5"/>
                  </a:lnTo>
                  <a:cubicBezTo>
                    <a:pt x="319" y="0"/>
                    <a:pt x="309" y="0"/>
                    <a:pt x="304" y="5"/>
                  </a:cubicBezTo>
                  <a:cubicBezTo>
                    <a:pt x="142" y="167"/>
                    <a:pt x="142" y="167"/>
                    <a:pt x="142" y="167"/>
                  </a:cubicBezTo>
                  <a:cubicBezTo>
                    <a:pt x="128" y="156"/>
                    <a:pt x="110" y="150"/>
                    <a:pt x="90" y="150"/>
                  </a:cubicBezTo>
                  <a:cubicBezTo>
                    <a:pt x="42" y="150"/>
                    <a:pt x="1" y="189"/>
                    <a:pt x="1" y="239"/>
                  </a:cubicBezTo>
                  <a:cubicBezTo>
                    <a:pt x="1" y="258"/>
                    <a:pt x="8" y="276"/>
                    <a:pt x="18" y="291"/>
                  </a:cubicBezTo>
                  <a:cubicBezTo>
                    <a:pt x="5" y="302"/>
                    <a:pt x="5" y="302"/>
                    <a:pt x="5" y="302"/>
                  </a:cubicBezTo>
                  <a:cubicBezTo>
                    <a:pt x="0" y="309"/>
                    <a:pt x="0" y="318"/>
                    <a:pt x="5" y="325"/>
                  </a:cubicBezTo>
                  <a:cubicBezTo>
                    <a:pt x="12" y="330"/>
                    <a:pt x="21" y="330"/>
                    <a:pt x="28" y="325"/>
                  </a:cubicBezTo>
                  <a:cubicBezTo>
                    <a:pt x="39" y="312"/>
                    <a:pt x="39" y="312"/>
                    <a:pt x="39" y="312"/>
                  </a:cubicBezTo>
                  <a:cubicBezTo>
                    <a:pt x="54" y="322"/>
                    <a:pt x="72" y="329"/>
                    <a:pt x="90" y="329"/>
                  </a:cubicBezTo>
                  <a:cubicBezTo>
                    <a:pt x="141" y="329"/>
                    <a:pt x="180" y="288"/>
                    <a:pt x="180" y="239"/>
                  </a:cubicBezTo>
                  <a:cubicBezTo>
                    <a:pt x="180" y="220"/>
                    <a:pt x="174" y="202"/>
                    <a:pt x="163" y="188"/>
                  </a:cubicBezTo>
                  <a:cubicBezTo>
                    <a:pt x="325" y="26"/>
                    <a:pt x="325" y="26"/>
                    <a:pt x="325" y="26"/>
                  </a:cubicBezTo>
                  <a:cubicBezTo>
                    <a:pt x="330" y="21"/>
                    <a:pt x="330" y="11"/>
                    <a:pt x="325" y="5"/>
                  </a:cubicBezTo>
                  <a:close/>
                  <a:moveTo>
                    <a:pt x="134" y="281"/>
                  </a:moveTo>
                  <a:lnTo>
                    <a:pt x="134" y="281"/>
                  </a:lnTo>
                  <a:cubicBezTo>
                    <a:pt x="122" y="292"/>
                    <a:pt x="107" y="298"/>
                    <a:pt x="90" y="298"/>
                  </a:cubicBezTo>
                  <a:cubicBezTo>
                    <a:pt x="75" y="298"/>
                    <a:pt x="60" y="292"/>
                    <a:pt x="49" y="281"/>
                  </a:cubicBezTo>
                  <a:cubicBezTo>
                    <a:pt x="37" y="270"/>
                    <a:pt x="32" y="255"/>
                    <a:pt x="32" y="239"/>
                  </a:cubicBezTo>
                  <a:cubicBezTo>
                    <a:pt x="32" y="223"/>
                    <a:pt x="37" y="207"/>
                    <a:pt x="49" y="198"/>
                  </a:cubicBezTo>
                  <a:cubicBezTo>
                    <a:pt x="60" y="186"/>
                    <a:pt x="75" y="179"/>
                    <a:pt x="90" y="179"/>
                  </a:cubicBezTo>
                  <a:cubicBezTo>
                    <a:pt x="107" y="179"/>
                    <a:pt x="122" y="186"/>
                    <a:pt x="134" y="198"/>
                  </a:cubicBezTo>
                  <a:cubicBezTo>
                    <a:pt x="143" y="207"/>
                    <a:pt x="150" y="223"/>
                    <a:pt x="150" y="239"/>
                  </a:cubicBezTo>
                  <a:cubicBezTo>
                    <a:pt x="150" y="255"/>
                    <a:pt x="143" y="270"/>
                    <a:pt x="134"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4">
              <a:extLst>
                <a:ext uri="{FF2B5EF4-FFF2-40B4-BE49-F238E27FC236}">
                  <a16:creationId xmlns:a16="http://schemas.microsoft.com/office/drawing/2014/main" id="{1A57D1D7-0A7A-F9EA-6D3C-F540ED6D8BB2}"/>
                </a:ext>
              </a:extLst>
            </p:cNvPr>
            <p:cNvSpPr>
              <a:spLocks noChangeArrowheads="1"/>
            </p:cNvSpPr>
            <p:nvPr/>
          </p:nvSpPr>
          <p:spPr bwMode="auto">
            <a:xfrm>
              <a:off x="7151688" y="4310063"/>
              <a:ext cx="236537" cy="236537"/>
            </a:xfrm>
            <a:custGeom>
              <a:avLst/>
              <a:gdLst>
                <a:gd name="T0" fmla="*/ 0 w 657"/>
                <a:gd name="T1" fmla="*/ 14 h 656"/>
                <a:gd name="T2" fmla="*/ 0 w 657"/>
                <a:gd name="T3" fmla="*/ 14 h 656"/>
                <a:gd name="T4" fmla="*/ 97 w 657"/>
                <a:gd name="T5" fmla="*/ 252 h 656"/>
                <a:gd name="T6" fmla="*/ 313 w 657"/>
                <a:gd name="T7" fmla="*/ 356 h 656"/>
                <a:gd name="T8" fmla="*/ 314 w 657"/>
                <a:gd name="T9" fmla="*/ 584 h 656"/>
                <a:gd name="T10" fmla="*/ 215 w 657"/>
                <a:gd name="T11" fmla="*/ 627 h 656"/>
                <a:gd name="T12" fmla="*/ 212 w 657"/>
                <a:gd name="T13" fmla="*/ 648 h 656"/>
                <a:gd name="T14" fmla="*/ 233 w 657"/>
                <a:gd name="T15" fmla="*/ 651 h 656"/>
                <a:gd name="T16" fmla="*/ 233 w 657"/>
                <a:gd name="T17" fmla="*/ 651 h 656"/>
                <a:gd name="T18" fmla="*/ 328 w 657"/>
                <a:gd name="T19" fmla="*/ 612 h 656"/>
                <a:gd name="T20" fmla="*/ 423 w 657"/>
                <a:gd name="T21" fmla="*/ 651 h 656"/>
                <a:gd name="T22" fmla="*/ 444 w 657"/>
                <a:gd name="T23" fmla="*/ 648 h 656"/>
                <a:gd name="T24" fmla="*/ 441 w 657"/>
                <a:gd name="T25" fmla="*/ 627 h 656"/>
                <a:gd name="T26" fmla="*/ 343 w 657"/>
                <a:gd name="T27" fmla="*/ 584 h 656"/>
                <a:gd name="T28" fmla="*/ 342 w 657"/>
                <a:gd name="T29" fmla="*/ 356 h 656"/>
                <a:gd name="T30" fmla="*/ 560 w 657"/>
                <a:gd name="T31" fmla="*/ 252 h 656"/>
                <a:gd name="T32" fmla="*/ 656 w 657"/>
                <a:gd name="T33" fmla="*/ 14 h 656"/>
                <a:gd name="T34" fmla="*/ 656 w 657"/>
                <a:gd name="T35" fmla="*/ 0 h 656"/>
                <a:gd name="T36" fmla="*/ 581 w 657"/>
                <a:gd name="T37" fmla="*/ 0 h 656"/>
                <a:gd name="T38" fmla="*/ 567 w 657"/>
                <a:gd name="T39" fmla="*/ 14 h 656"/>
                <a:gd name="T40" fmla="*/ 581 w 657"/>
                <a:gd name="T41" fmla="*/ 29 h 656"/>
                <a:gd name="T42" fmla="*/ 625 w 657"/>
                <a:gd name="T43" fmla="*/ 29 h 656"/>
                <a:gd name="T44" fmla="*/ 539 w 657"/>
                <a:gd name="T45" fmla="*/ 233 h 656"/>
                <a:gd name="T46" fmla="*/ 328 w 657"/>
                <a:gd name="T47" fmla="*/ 326 h 656"/>
                <a:gd name="T48" fmla="*/ 118 w 657"/>
                <a:gd name="T49" fmla="*/ 233 h 656"/>
                <a:gd name="T50" fmla="*/ 31 w 657"/>
                <a:gd name="T51" fmla="*/ 29 h 656"/>
                <a:gd name="T52" fmla="*/ 433 w 657"/>
                <a:gd name="T53" fmla="*/ 29 h 656"/>
                <a:gd name="T54" fmla="*/ 447 w 657"/>
                <a:gd name="T55" fmla="*/ 14 h 656"/>
                <a:gd name="T56" fmla="*/ 433 w 657"/>
                <a:gd name="T57" fmla="*/ 0 h 656"/>
                <a:gd name="T58" fmla="*/ 0 w 657"/>
                <a:gd name="T59" fmla="*/ 0 h 656"/>
                <a:gd name="T60" fmla="*/ 0 w 657"/>
                <a:gd name="T61" fmla="*/ 14 h 6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657" h="656">
                  <a:moveTo>
                    <a:pt x="0" y="14"/>
                  </a:moveTo>
                  <a:lnTo>
                    <a:pt x="0" y="14"/>
                  </a:lnTo>
                  <a:cubicBezTo>
                    <a:pt x="0" y="105"/>
                    <a:pt x="38" y="190"/>
                    <a:pt x="97" y="252"/>
                  </a:cubicBezTo>
                  <a:cubicBezTo>
                    <a:pt x="152" y="312"/>
                    <a:pt x="228" y="351"/>
                    <a:pt x="313" y="356"/>
                  </a:cubicBezTo>
                  <a:cubicBezTo>
                    <a:pt x="314" y="584"/>
                    <a:pt x="314" y="584"/>
                    <a:pt x="314" y="584"/>
                  </a:cubicBezTo>
                  <a:cubicBezTo>
                    <a:pt x="281" y="587"/>
                    <a:pt x="247" y="602"/>
                    <a:pt x="215" y="627"/>
                  </a:cubicBezTo>
                  <a:cubicBezTo>
                    <a:pt x="208" y="632"/>
                    <a:pt x="207" y="641"/>
                    <a:pt x="212" y="648"/>
                  </a:cubicBezTo>
                  <a:cubicBezTo>
                    <a:pt x="218" y="655"/>
                    <a:pt x="226" y="655"/>
                    <a:pt x="233" y="651"/>
                  </a:cubicBezTo>
                  <a:lnTo>
                    <a:pt x="233" y="651"/>
                  </a:lnTo>
                  <a:cubicBezTo>
                    <a:pt x="267" y="625"/>
                    <a:pt x="297" y="614"/>
                    <a:pt x="328" y="612"/>
                  </a:cubicBezTo>
                  <a:cubicBezTo>
                    <a:pt x="359" y="614"/>
                    <a:pt x="389" y="625"/>
                    <a:pt x="423" y="651"/>
                  </a:cubicBezTo>
                  <a:cubicBezTo>
                    <a:pt x="430" y="655"/>
                    <a:pt x="440" y="655"/>
                    <a:pt x="444" y="648"/>
                  </a:cubicBezTo>
                  <a:cubicBezTo>
                    <a:pt x="449" y="641"/>
                    <a:pt x="448" y="632"/>
                    <a:pt x="441" y="627"/>
                  </a:cubicBezTo>
                  <a:cubicBezTo>
                    <a:pt x="409" y="602"/>
                    <a:pt x="377" y="587"/>
                    <a:pt x="343" y="584"/>
                  </a:cubicBezTo>
                  <a:cubicBezTo>
                    <a:pt x="342" y="356"/>
                    <a:pt x="342" y="356"/>
                    <a:pt x="342" y="356"/>
                  </a:cubicBezTo>
                  <a:cubicBezTo>
                    <a:pt x="427" y="353"/>
                    <a:pt x="504" y="312"/>
                    <a:pt x="560" y="252"/>
                  </a:cubicBezTo>
                  <a:cubicBezTo>
                    <a:pt x="620" y="190"/>
                    <a:pt x="656" y="105"/>
                    <a:pt x="656" y="14"/>
                  </a:cubicBezTo>
                  <a:cubicBezTo>
                    <a:pt x="656" y="0"/>
                    <a:pt x="656" y="0"/>
                    <a:pt x="656" y="0"/>
                  </a:cubicBezTo>
                  <a:cubicBezTo>
                    <a:pt x="581" y="0"/>
                    <a:pt x="581" y="0"/>
                    <a:pt x="581" y="0"/>
                  </a:cubicBezTo>
                  <a:cubicBezTo>
                    <a:pt x="572" y="0"/>
                    <a:pt x="567" y="6"/>
                    <a:pt x="567" y="14"/>
                  </a:cubicBezTo>
                  <a:cubicBezTo>
                    <a:pt x="567" y="22"/>
                    <a:pt x="572" y="29"/>
                    <a:pt x="581" y="29"/>
                  </a:cubicBezTo>
                  <a:cubicBezTo>
                    <a:pt x="625" y="29"/>
                    <a:pt x="625" y="29"/>
                    <a:pt x="625" y="29"/>
                  </a:cubicBezTo>
                  <a:cubicBezTo>
                    <a:pt x="621" y="106"/>
                    <a:pt x="589" y="178"/>
                    <a:pt x="539" y="233"/>
                  </a:cubicBezTo>
                  <a:cubicBezTo>
                    <a:pt x="484" y="290"/>
                    <a:pt x="410" y="326"/>
                    <a:pt x="328" y="326"/>
                  </a:cubicBezTo>
                  <a:cubicBezTo>
                    <a:pt x="246" y="326"/>
                    <a:pt x="172" y="290"/>
                    <a:pt x="118" y="233"/>
                  </a:cubicBezTo>
                  <a:cubicBezTo>
                    <a:pt x="67" y="178"/>
                    <a:pt x="35" y="106"/>
                    <a:pt x="31" y="29"/>
                  </a:cubicBezTo>
                  <a:cubicBezTo>
                    <a:pt x="433" y="29"/>
                    <a:pt x="433" y="29"/>
                    <a:pt x="433" y="29"/>
                  </a:cubicBezTo>
                  <a:cubicBezTo>
                    <a:pt x="441" y="29"/>
                    <a:pt x="447" y="22"/>
                    <a:pt x="447" y="14"/>
                  </a:cubicBezTo>
                  <a:cubicBezTo>
                    <a:pt x="447" y="6"/>
                    <a:pt x="441" y="0"/>
                    <a:pt x="433" y="0"/>
                  </a:cubicBezTo>
                  <a:cubicBezTo>
                    <a:pt x="0" y="0"/>
                    <a:pt x="0" y="0"/>
                    <a:pt x="0" y="0"/>
                  </a:cubicBezTo>
                  <a:lnTo>
                    <a:pt x="0" y="1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8" name="Group 171">
            <a:extLst>
              <a:ext uri="{FF2B5EF4-FFF2-40B4-BE49-F238E27FC236}">
                <a16:creationId xmlns:a16="http://schemas.microsoft.com/office/drawing/2014/main" id="{02FFFD25-11A2-F0C7-F242-B6B1B631A1BB}"/>
              </a:ext>
            </a:extLst>
          </p:cNvPr>
          <p:cNvGrpSpPr/>
          <p:nvPr/>
        </p:nvGrpSpPr>
        <p:grpSpPr>
          <a:xfrm>
            <a:off x="8693819" y="3945656"/>
            <a:ext cx="258762" cy="258762"/>
            <a:chOff x="7666038" y="4287838"/>
            <a:chExt cx="258762" cy="258762"/>
          </a:xfrm>
          <a:solidFill>
            <a:schemeClr val="accent4"/>
          </a:solidFill>
        </p:grpSpPr>
        <p:sp>
          <p:nvSpPr>
            <p:cNvPr id="169" name="Freeform 135">
              <a:extLst>
                <a:ext uri="{FF2B5EF4-FFF2-40B4-BE49-F238E27FC236}">
                  <a16:creationId xmlns:a16="http://schemas.microsoft.com/office/drawing/2014/main" id="{60EB0907-25C5-AFEA-7F61-091DA59F84AD}"/>
                </a:ext>
              </a:extLst>
            </p:cNvPr>
            <p:cNvSpPr>
              <a:spLocks noChangeArrowheads="1"/>
            </p:cNvSpPr>
            <p:nvPr/>
          </p:nvSpPr>
          <p:spPr bwMode="auto">
            <a:xfrm>
              <a:off x="7697788" y="4491038"/>
              <a:ext cx="227012" cy="55562"/>
            </a:xfrm>
            <a:custGeom>
              <a:avLst/>
              <a:gdLst>
                <a:gd name="T0" fmla="*/ 627 w 629"/>
                <a:gd name="T1" fmla="*/ 14 h 153"/>
                <a:gd name="T2" fmla="*/ 627 w 629"/>
                <a:gd name="T3" fmla="*/ 14 h 153"/>
                <a:gd name="T4" fmla="*/ 610 w 629"/>
                <a:gd name="T5" fmla="*/ 3 h 153"/>
                <a:gd name="T6" fmla="*/ 14 w 629"/>
                <a:gd name="T7" fmla="*/ 122 h 153"/>
                <a:gd name="T8" fmla="*/ 3 w 629"/>
                <a:gd name="T9" fmla="*/ 138 h 153"/>
                <a:gd name="T10" fmla="*/ 20 w 629"/>
                <a:gd name="T11" fmla="*/ 151 h 153"/>
                <a:gd name="T12" fmla="*/ 615 w 629"/>
                <a:gd name="T13" fmla="*/ 31 h 153"/>
                <a:gd name="T14" fmla="*/ 627 w 629"/>
                <a:gd name="T15" fmla="*/ 14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9" h="153">
                  <a:moveTo>
                    <a:pt x="627" y="14"/>
                  </a:moveTo>
                  <a:lnTo>
                    <a:pt x="627" y="14"/>
                  </a:lnTo>
                  <a:cubicBezTo>
                    <a:pt x="625" y="6"/>
                    <a:pt x="617" y="0"/>
                    <a:pt x="610" y="3"/>
                  </a:cubicBezTo>
                  <a:cubicBezTo>
                    <a:pt x="14" y="122"/>
                    <a:pt x="14" y="122"/>
                    <a:pt x="14" y="122"/>
                  </a:cubicBezTo>
                  <a:cubicBezTo>
                    <a:pt x="6" y="123"/>
                    <a:pt x="0" y="132"/>
                    <a:pt x="3" y="138"/>
                  </a:cubicBezTo>
                  <a:cubicBezTo>
                    <a:pt x="5" y="147"/>
                    <a:pt x="11" y="152"/>
                    <a:pt x="20" y="151"/>
                  </a:cubicBezTo>
                  <a:cubicBezTo>
                    <a:pt x="615" y="31"/>
                    <a:pt x="615" y="31"/>
                    <a:pt x="615" y="31"/>
                  </a:cubicBezTo>
                  <a:cubicBezTo>
                    <a:pt x="624" y="30"/>
                    <a:pt x="628" y="23"/>
                    <a:pt x="627"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36">
              <a:extLst>
                <a:ext uri="{FF2B5EF4-FFF2-40B4-BE49-F238E27FC236}">
                  <a16:creationId xmlns:a16="http://schemas.microsoft.com/office/drawing/2014/main" id="{39A89441-5FCD-5C41-2DE3-A3D89096E015}"/>
                </a:ext>
              </a:extLst>
            </p:cNvPr>
            <p:cNvSpPr>
              <a:spLocks noChangeArrowheads="1"/>
            </p:cNvSpPr>
            <p:nvPr/>
          </p:nvSpPr>
          <p:spPr bwMode="auto">
            <a:xfrm>
              <a:off x="7708900" y="4287838"/>
              <a:ext cx="158750" cy="182562"/>
            </a:xfrm>
            <a:custGeom>
              <a:avLst/>
              <a:gdLst>
                <a:gd name="T0" fmla="*/ 119 w 442"/>
                <a:gd name="T1" fmla="*/ 60 h 509"/>
                <a:gd name="T2" fmla="*/ 119 w 442"/>
                <a:gd name="T3" fmla="*/ 60 h 509"/>
                <a:gd name="T4" fmla="*/ 59 w 442"/>
                <a:gd name="T5" fmla="*/ 0 h 509"/>
                <a:gd name="T6" fmla="*/ 0 w 442"/>
                <a:gd name="T7" fmla="*/ 60 h 509"/>
                <a:gd name="T8" fmla="*/ 59 w 442"/>
                <a:gd name="T9" fmla="*/ 119 h 509"/>
                <a:gd name="T10" fmla="*/ 63 w 442"/>
                <a:gd name="T11" fmla="*/ 119 h 509"/>
                <a:gd name="T12" fmla="*/ 119 w 442"/>
                <a:gd name="T13" fmla="*/ 346 h 509"/>
                <a:gd name="T14" fmla="*/ 120 w 442"/>
                <a:gd name="T15" fmla="*/ 347 h 509"/>
                <a:gd name="T16" fmla="*/ 122 w 442"/>
                <a:gd name="T17" fmla="*/ 350 h 509"/>
                <a:gd name="T18" fmla="*/ 123 w 442"/>
                <a:gd name="T19" fmla="*/ 351 h 509"/>
                <a:gd name="T20" fmla="*/ 125 w 442"/>
                <a:gd name="T21" fmla="*/ 354 h 509"/>
                <a:gd name="T22" fmla="*/ 127 w 442"/>
                <a:gd name="T23" fmla="*/ 356 h 509"/>
                <a:gd name="T24" fmla="*/ 130 w 442"/>
                <a:gd name="T25" fmla="*/ 356 h 509"/>
                <a:gd name="T26" fmla="*/ 133 w 442"/>
                <a:gd name="T27" fmla="*/ 357 h 509"/>
                <a:gd name="T28" fmla="*/ 134 w 442"/>
                <a:gd name="T29" fmla="*/ 357 h 509"/>
                <a:gd name="T30" fmla="*/ 334 w 442"/>
                <a:gd name="T31" fmla="*/ 357 h 509"/>
                <a:gd name="T32" fmla="*/ 412 w 442"/>
                <a:gd name="T33" fmla="*/ 498 h 509"/>
                <a:gd name="T34" fmla="*/ 431 w 442"/>
                <a:gd name="T35" fmla="*/ 503 h 509"/>
                <a:gd name="T36" fmla="*/ 437 w 442"/>
                <a:gd name="T37" fmla="*/ 484 h 509"/>
                <a:gd name="T38" fmla="*/ 355 w 442"/>
                <a:gd name="T39" fmla="*/ 335 h 509"/>
                <a:gd name="T40" fmla="*/ 353 w 442"/>
                <a:gd name="T41" fmla="*/ 333 h 509"/>
                <a:gd name="T42" fmla="*/ 352 w 442"/>
                <a:gd name="T43" fmla="*/ 330 h 509"/>
                <a:gd name="T44" fmla="*/ 349 w 442"/>
                <a:gd name="T45" fmla="*/ 329 h 509"/>
                <a:gd name="T46" fmla="*/ 348 w 442"/>
                <a:gd name="T47" fmla="*/ 328 h 509"/>
                <a:gd name="T48" fmla="*/ 344 w 442"/>
                <a:gd name="T49" fmla="*/ 328 h 509"/>
                <a:gd name="T50" fmla="*/ 342 w 442"/>
                <a:gd name="T51" fmla="*/ 328 h 509"/>
                <a:gd name="T52" fmla="*/ 145 w 442"/>
                <a:gd name="T53" fmla="*/ 328 h 509"/>
                <a:gd name="T54" fmla="*/ 123 w 442"/>
                <a:gd name="T55" fmla="*/ 238 h 509"/>
                <a:gd name="T56" fmla="*/ 253 w 442"/>
                <a:gd name="T57" fmla="*/ 238 h 509"/>
                <a:gd name="T58" fmla="*/ 268 w 442"/>
                <a:gd name="T59" fmla="*/ 223 h 509"/>
                <a:gd name="T60" fmla="*/ 253 w 442"/>
                <a:gd name="T61" fmla="*/ 208 h 509"/>
                <a:gd name="T62" fmla="*/ 116 w 442"/>
                <a:gd name="T63" fmla="*/ 208 h 509"/>
                <a:gd name="T64" fmla="*/ 91 w 442"/>
                <a:gd name="T65" fmla="*/ 110 h 509"/>
                <a:gd name="T66" fmla="*/ 119 w 442"/>
                <a:gd name="T67" fmla="*/ 60 h 509"/>
                <a:gd name="T68" fmla="*/ 30 w 442"/>
                <a:gd name="T69" fmla="*/ 60 h 509"/>
                <a:gd name="T70" fmla="*/ 30 w 442"/>
                <a:gd name="T71" fmla="*/ 60 h 509"/>
                <a:gd name="T72" fmla="*/ 59 w 442"/>
                <a:gd name="T73" fmla="*/ 29 h 509"/>
                <a:gd name="T74" fmla="*/ 90 w 442"/>
                <a:gd name="T75" fmla="*/ 60 h 509"/>
                <a:gd name="T76" fmla="*/ 59 w 442"/>
                <a:gd name="T77" fmla="*/ 89 h 509"/>
                <a:gd name="T78" fmla="*/ 30 w 442"/>
                <a:gd name="T79" fmla="*/ 60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42" h="509">
                  <a:moveTo>
                    <a:pt x="119" y="60"/>
                  </a:moveTo>
                  <a:lnTo>
                    <a:pt x="119" y="60"/>
                  </a:lnTo>
                  <a:cubicBezTo>
                    <a:pt x="119" y="26"/>
                    <a:pt x="92" y="0"/>
                    <a:pt x="59" y="0"/>
                  </a:cubicBezTo>
                  <a:cubicBezTo>
                    <a:pt x="27" y="0"/>
                    <a:pt x="0" y="26"/>
                    <a:pt x="0" y="60"/>
                  </a:cubicBezTo>
                  <a:cubicBezTo>
                    <a:pt x="0" y="92"/>
                    <a:pt x="27" y="119"/>
                    <a:pt x="59" y="119"/>
                  </a:cubicBezTo>
                  <a:cubicBezTo>
                    <a:pt x="60" y="119"/>
                    <a:pt x="62" y="119"/>
                    <a:pt x="63" y="119"/>
                  </a:cubicBezTo>
                  <a:cubicBezTo>
                    <a:pt x="119" y="346"/>
                    <a:pt x="119" y="346"/>
                    <a:pt x="119" y="346"/>
                  </a:cubicBezTo>
                  <a:cubicBezTo>
                    <a:pt x="119" y="346"/>
                    <a:pt x="120" y="346"/>
                    <a:pt x="120" y="347"/>
                  </a:cubicBezTo>
                  <a:cubicBezTo>
                    <a:pt x="120" y="347"/>
                    <a:pt x="120" y="349"/>
                    <a:pt x="122" y="350"/>
                  </a:cubicBezTo>
                  <a:cubicBezTo>
                    <a:pt x="122" y="350"/>
                    <a:pt x="122" y="351"/>
                    <a:pt x="123" y="351"/>
                  </a:cubicBezTo>
                  <a:cubicBezTo>
                    <a:pt x="123" y="353"/>
                    <a:pt x="125" y="353"/>
                    <a:pt x="125" y="354"/>
                  </a:cubicBezTo>
                  <a:cubicBezTo>
                    <a:pt x="126" y="354"/>
                    <a:pt x="126" y="354"/>
                    <a:pt x="127" y="356"/>
                  </a:cubicBezTo>
                  <a:cubicBezTo>
                    <a:pt x="129" y="356"/>
                    <a:pt x="129" y="356"/>
                    <a:pt x="130" y="356"/>
                  </a:cubicBezTo>
                  <a:cubicBezTo>
                    <a:pt x="130" y="357"/>
                    <a:pt x="132" y="357"/>
                    <a:pt x="133" y="357"/>
                  </a:cubicBezTo>
                  <a:cubicBezTo>
                    <a:pt x="133" y="357"/>
                    <a:pt x="133" y="357"/>
                    <a:pt x="134" y="357"/>
                  </a:cubicBezTo>
                  <a:cubicBezTo>
                    <a:pt x="334" y="357"/>
                    <a:pt x="334" y="357"/>
                    <a:pt x="334" y="357"/>
                  </a:cubicBezTo>
                  <a:cubicBezTo>
                    <a:pt x="412" y="498"/>
                    <a:pt x="412" y="498"/>
                    <a:pt x="412" y="498"/>
                  </a:cubicBezTo>
                  <a:cubicBezTo>
                    <a:pt x="415" y="505"/>
                    <a:pt x="424" y="508"/>
                    <a:pt x="431" y="503"/>
                  </a:cubicBezTo>
                  <a:cubicBezTo>
                    <a:pt x="438" y="499"/>
                    <a:pt x="441" y="491"/>
                    <a:pt x="437" y="484"/>
                  </a:cubicBezTo>
                  <a:cubicBezTo>
                    <a:pt x="355" y="335"/>
                    <a:pt x="355" y="335"/>
                    <a:pt x="355" y="335"/>
                  </a:cubicBezTo>
                  <a:cubicBezTo>
                    <a:pt x="355" y="335"/>
                    <a:pt x="355" y="335"/>
                    <a:pt x="353" y="333"/>
                  </a:cubicBezTo>
                  <a:cubicBezTo>
                    <a:pt x="353" y="333"/>
                    <a:pt x="353" y="332"/>
                    <a:pt x="352" y="330"/>
                  </a:cubicBezTo>
                  <a:cubicBezTo>
                    <a:pt x="352" y="330"/>
                    <a:pt x="350" y="330"/>
                    <a:pt x="349" y="329"/>
                  </a:cubicBezTo>
                  <a:cubicBezTo>
                    <a:pt x="349" y="329"/>
                    <a:pt x="348" y="329"/>
                    <a:pt x="348" y="328"/>
                  </a:cubicBezTo>
                  <a:cubicBezTo>
                    <a:pt x="346" y="328"/>
                    <a:pt x="345" y="328"/>
                    <a:pt x="344" y="328"/>
                  </a:cubicBezTo>
                  <a:cubicBezTo>
                    <a:pt x="344" y="328"/>
                    <a:pt x="344" y="328"/>
                    <a:pt x="342" y="328"/>
                  </a:cubicBezTo>
                  <a:cubicBezTo>
                    <a:pt x="145" y="328"/>
                    <a:pt x="145" y="328"/>
                    <a:pt x="145" y="328"/>
                  </a:cubicBezTo>
                  <a:cubicBezTo>
                    <a:pt x="123" y="238"/>
                    <a:pt x="123" y="238"/>
                    <a:pt x="123" y="238"/>
                  </a:cubicBezTo>
                  <a:cubicBezTo>
                    <a:pt x="253" y="238"/>
                    <a:pt x="253" y="238"/>
                    <a:pt x="253" y="238"/>
                  </a:cubicBezTo>
                  <a:cubicBezTo>
                    <a:pt x="261" y="238"/>
                    <a:pt x="268" y="232"/>
                    <a:pt x="268" y="223"/>
                  </a:cubicBezTo>
                  <a:cubicBezTo>
                    <a:pt x="268" y="215"/>
                    <a:pt x="261" y="208"/>
                    <a:pt x="253" y="208"/>
                  </a:cubicBezTo>
                  <a:cubicBezTo>
                    <a:pt x="116" y="208"/>
                    <a:pt x="116" y="208"/>
                    <a:pt x="116" y="208"/>
                  </a:cubicBezTo>
                  <a:cubicBezTo>
                    <a:pt x="91" y="110"/>
                    <a:pt x="91" y="110"/>
                    <a:pt x="91" y="110"/>
                  </a:cubicBezTo>
                  <a:cubicBezTo>
                    <a:pt x="108" y="99"/>
                    <a:pt x="119" y="81"/>
                    <a:pt x="119" y="60"/>
                  </a:cubicBezTo>
                  <a:close/>
                  <a:moveTo>
                    <a:pt x="30" y="60"/>
                  </a:moveTo>
                  <a:lnTo>
                    <a:pt x="30" y="60"/>
                  </a:lnTo>
                  <a:cubicBezTo>
                    <a:pt x="30" y="43"/>
                    <a:pt x="44" y="29"/>
                    <a:pt x="59" y="29"/>
                  </a:cubicBezTo>
                  <a:cubicBezTo>
                    <a:pt x="76" y="29"/>
                    <a:pt x="90" y="43"/>
                    <a:pt x="90" y="60"/>
                  </a:cubicBezTo>
                  <a:cubicBezTo>
                    <a:pt x="90" y="75"/>
                    <a:pt x="76" y="89"/>
                    <a:pt x="59" y="89"/>
                  </a:cubicBezTo>
                  <a:cubicBezTo>
                    <a:pt x="44" y="89"/>
                    <a:pt x="30" y="75"/>
                    <a:pt x="30"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1" name="Freeform 137">
              <a:extLst>
                <a:ext uri="{FF2B5EF4-FFF2-40B4-BE49-F238E27FC236}">
                  <a16:creationId xmlns:a16="http://schemas.microsoft.com/office/drawing/2014/main" id="{A67118F5-5891-3D73-CFA4-5663E8399354}"/>
                </a:ext>
              </a:extLst>
            </p:cNvPr>
            <p:cNvSpPr>
              <a:spLocks noChangeArrowheads="1"/>
            </p:cNvSpPr>
            <p:nvPr/>
          </p:nvSpPr>
          <p:spPr bwMode="auto">
            <a:xfrm>
              <a:off x="7666038" y="4348163"/>
              <a:ext cx="160337" cy="155575"/>
            </a:xfrm>
            <a:custGeom>
              <a:avLst/>
              <a:gdLst>
                <a:gd name="T0" fmla="*/ 0 w 445"/>
                <a:gd name="T1" fmla="*/ 206 h 430"/>
                <a:gd name="T2" fmla="*/ 0 w 445"/>
                <a:gd name="T3" fmla="*/ 206 h 430"/>
                <a:gd name="T4" fmla="*/ 66 w 445"/>
                <a:gd name="T5" fmla="*/ 364 h 430"/>
                <a:gd name="T6" fmla="*/ 224 w 445"/>
                <a:gd name="T7" fmla="*/ 429 h 430"/>
                <a:gd name="T8" fmla="*/ 441 w 445"/>
                <a:gd name="T9" fmla="*/ 254 h 430"/>
                <a:gd name="T10" fmla="*/ 430 w 445"/>
                <a:gd name="T11" fmla="*/ 236 h 430"/>
                <a:gd name="T12" fmla="*/ 412 w 445"/>
                <a:gd name="T13" fmla="*/ 247 h 430"/>
                <a:gd name="T14" fmla="*/ 224 w 445"/>
                <a:gd name="T15" fmla="*/ 399 h 430"/>
                <a:gd name="T16" fmla="*/ 31 w 445"/>
                <a:gd name="T17" fmla="*/ 206 h 430"/>
                <a:gd name="T18" fmla="*/ 143 w 445"/>
                <a:gd name="T19" fmla="*/ 31 h 430"/>
                <a:gd name="T20" fmla="*/ 151 w 445"/>
                <a:gd name="T21" fmla="*/ 11 h 430"/>
                <a:gd name="T22" fmla="*/ 132 w 445"/>
                <a:gd name="T23" fmla="*/ 3 h 430"/>
                <a:gd name="T24" fmla="*/ 132 w 445"/>
                <a:gd name="T25" fmla="*/ 3 h 430"/>
                <a:gd name="T26" fmla="*/ 0 w 445"/>
                <a:gd name="T27" fmla="*/ 206 h 4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5" h="430">
                  <a:moveTo>
                    <a:pt x="0" y="206"/>
                  </a:moveTo>
                  <a:lnTo>
                    <a:pt x="0" y="206"/>
                  </a:lnTo>
                  <a:cubicBezTo>
                    <a:pt x="0" y="268"/>
                    <a:pt x="26" y="323"/>
                    <a:pt x="66" y="364"/>
                  </a:cubicBezTo>
                  <a:cubicBezTo>
                    <a:pt x="106" y="404"/>
                    <a:pt x="162" y="429"/>
                    <a:pt x="224" y="429"/>
                  </a:cubicBezTo>
                  <a:cubicBezTo>
                    <a:pt x="331" y="429"/>
                    <a:pt x="420" y="354"/>
                    <a:pt x="441" y="254"/>
                  </a:cubicBezTo>
                  <a:cubicBezTo>
                    <a:pt x="444" y="245"/>
                    <a:pt x="438" y="237"/>
                    <a:pt x="430" y="236"/>
                  </a:cubicBezTo>
                  <a:cubicBezTo>
                    <a:pt x="422" y="234"/>
                    <a:pt x="415" y="240"/>
                    <a:pt x="412" y="247"/>
                  </a:cubicBezTo>
                  <a:cubicBezTo>
                    <a:pt x="394" y="335"/>
                    <a:pt x="317" y="399"/>
                    <a:pt x="224" y="399"/>
                  </a:cubicBezTo>
                  <a:cubicBezTo>
                    <a:pt x="118" y="399"/>
                    <a:pt x="31" y="312"/>
                    <a:pt x="31" y="206"/>
                  </a:cubicBezTo>
                  <a:cubicBezTo>
                    <a:pt x="31" y="128"/>
                    <a:pt x="77" y="60"/>
                    <a:pt x="143" y="31"/>
                  </a:cubicBezTo>
                  <a:cubicBezTo>
                    <a:pt x="151" y="26"/>
                    <a:pt x="154" y="18"/>
                    <a:pt x="151" y="11"/>
                  </a:cubicBezTo>
                  <a:cubicBezTo>
                    <a:pt x="147" y="3"/>
                    <a:pt x="139" y="0"/>
                    <a:pt x="132" y="3"/>
                  </a:cubicBezTo>
                  <a:lnTo>
                    <a:pt x="132" y="3"/>
                  </a:lnTo>
                  <a:cubicBezTo>
                    <a:pt x="55" y="38"/>
                    <a:pt x="0" y="116"/>
                    <a:pt x="0" y="2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72" name="Freeform 138">
            <a:extLst>
              <a:ext uri="{FF2B5EF4-FFF2-40B4-BE49-F238E27FC236}">
                <a16:creationId xmlns:a16="http://schemas.microsoft.com/office/drawing/2014/main" id="{9B183586-AC95-12D9-AD1E-49CB12858794}"/>
              </a:ext>
            </a:extLst>
          </p:cNvPr>
          <p:cNvSpPr>
            <a:spLocks noChangeArrowheads="1"/>
          </p:cNvSpPr>
          <p:nvPr/>
        </p:nvSpPr>
        <p:spPr bwMode="auto">
          <a:xfrm>
            <a:off x="9208169" y="3994869"/>
            <a:ext cx="257175" cy="160337"/>
          </a:xfrm>
          <a:custGeom>
            <a:avLst/>
            <a:gdLst>
              <a:gd name="T0" fmla="*/ 580 w 715"/>
              <a:gd name="T1" fmla="*/ 0 h 447"/>
              <a:gd name="T2" fmla="*/ 506 w 715"/>
              <a:gd name="T3" fmla="*/ 45 h 447"/>
              <a:gd name="T4" fmla="*/ 209 w 715"/>
              <a:gd name="T5" fmla="*/ 148 h 447"/>
              <a:gd name="T6" fmla="*/ 164 w 715"/>
              <a:gd name="T7" fmla="*/ 0 h 447"/>
              <a:gd name="T8" fmla="*/ 89 w 715"/>
              <a:gd name="T9" fmla="*/ 45 h 447"/>
              <a:gd name="T10" fmla="*/ 75 w 715"/>
              <a:gd name="T11" fmla="*/ 89 h 447"/>
              <a:gd name="T12" fmla="*/ 0 w 715"/>
              <a:gd name="T13" fmla="*/ 133 h 447"/>
              <a:gd name="T14" fmla="*/ 44 w 715"/>
              <a:gd name="T15" fmla="*/ 357 h 447"/>
              <a:gd name="T16" fmla="*/ 89 w 715"/>
              <a:gd name="T17" fmla="*/ 354 h 447"/>
              <a:gd name="T18" fmla="*/ 133 w 715"/>
              <a:gd name="T19" fmla="*/ 446 h 447"/>
              <a:gd name="T20" fmla="*/ 164 w 715"/>
              <a:gd name="T21" fmla="*/ 446 h 447"/>
              <a:gd name="T22" fmla="*/ 209 w 715"/>
              <a:gd name="T23" fmla="*/ 268 h 447"/>
              <a:gd name="T24" fmla="*/ 506 w 715"/>
              <a:gd name="T25" fmla="*/ 402 h 447"/>
              <a:gd name="T26" fmla="*/ 580 w 715"/>
              <a:gd name="T27" fmla="*/ 446 h 447"/>
              <a:gd name="T28" fmla="*/ 624 w 715"/>
              <a:gd name="T29" fmla="*/ 354 h 447"/>
              <a:gd name="T30" fmla="*/ 670 w 715"/>
              <a:gd name="T31" fmla="*/ 357 h 447"/>
              <a:gd name="T32" fmla="*/ 714 w 715"/>
              <a:gd name="T33" fmla="*/ 133 h 447"/>
              <a:gd name="T34" fmla="*/ 640 w 715"/>
              <a:gd name="T35" fmla="*/ 89 h 447"/>
              <a:gd name="T36" fmla="*/ 624 w 715"/>
              <a:gd name="T37" fmla="*/ 45 h 447"/>
              <a:gd name="T38" fmla="*/ 75 w 715"/>
              <a:gd name="T39" fmla="*/ 327 h 447"/>
              <a:gd name="T40" fmla="*/ 44 w 715"/>
              <a:gd name="T41" fmla="*/ 327 h 447"/>
              <a:gd name="T42" fmla="*/ 30 w 715"/>
              <a:gd name="T43" fmla="*/ 133 h 447"/>
              <a:gd name="T44" fmla="*/ 75 w 715"/>
              <a:gd name="T45" fmla="*/ 119 h 447"/>
              <a:gd name="T46" fmla="*/ 89 w 715"/>
              <a:gd name="T47" fmla="*/ 313 h 447"/>
              <a:gd name="T48" fmla="*/ 178 w 715"/>
              <a:gd name="T49" fmla="*/ 402 h 447"/>
              <a:gd name="T50" fmla="*/ 164 w 715"/>
              <a:gd name="T51" fmla="*/ 416 h 447"/>
              <a:gd name="T52" fmla="*/ 120 w 715"/>
              <a:gd name="T53" fmla="*/ 402 h 447"/>
              <a:gd name="T54" fmla="*/ 120 w 715"/>
              <a:gd name="T55" fmla="*/ 133 h 447"/>
              <a:gd name="T56" fmla="*/ 133 w 715"/>
              <a:gd name="T57" fmla="*/ 29 h 447"/>
              <a:gd name="T58" fmla="*/ 178 w 715"/>
              <a:gd name="T59" fmla="*/ 45 h 447"/>
              <a:gd name="T60" fmla="*/ 178 w 715"/>
              <a:gd name="T61" fmla="*/ 253 h 447"/>
              <a:gd name="T62" fmla="*/ 209 w 715"/>
              <a:gd name="T63" fmla="*/ 179 h 447"/>
              <a:gd name="T64" fmla="*/ 506 w 715"/>
              <a:gd name="T65" fmla="*/ 179 h 447"/>
              <a:gd name="T66" fmla="*/ 209 w 715"/>
              <a:gd name="T67" fmla="*/ 237 h 447"/>
              <a:gd name="T68" fmla="*/ 595 w 715"/>
              <a:gd name="T69" fmla="*/ 402 h 447"/>
              <a:gd name="T70" fmla="*/ 580 w 715"/>
              <a:gd name="T71" fmla="*/ 416 h 447"/>
              <a:gd name="T72" fmla="*/ 535 w 715"/>
              <a:gd name="T73" fmla="*/ 402 h 447"/>
              <a:gd name="T74" fmla="*/ 535 w 715"/>
              <a:gd name="T75" fmla="*/ 163 h 447"/>
              <a:gd name="T76" fmla="*/ 550 w 715"/>
              <a:gd name="T77" fmla="*/ 29 h 447"/>
              <a:gd name="T78" fmla="*/ 580 w 715"/>
              <a:gd name="T79" fmla="*/ 29 h 447"/>
              <a:gd name="T80" fmla="*/ 595 w 715"/>
              <a:gd name="T81" fmla="*/ 133 h 447"/>
              <a:gd name="T82" fmla="*/ 595 w 715"/>
              <a:gd name="T83" fmla="*/ 402 h 447"/>
              <a:gd name="T84" fmla="*/ 640 w 715"/>
              <a:gd name="T85" fmla="*/ 119 h 447"/>
              <a:gd name="T86" fmla="*/ 684 w 715"/>
              <a:gd name="T87" fmla="*/ 133 h 447"/>
              <a:gd name="T88" fmla="*/ 670 w 715"/>
              <a:gd name="T89" fmla="*/ 327 h 447"/>
              <a:gd name="T90" fmla="*/ 624 w 715"/>
              <a:gd name="T91" fmla="*/ 313 h 447"/>
              <a:gd name="T92" fmla="*/ 640 w 715"/>
              <a:gd name="T93" fmla="*/ 119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447">
                <a:moveTo>
                  <a:pt x="580" y="0"/>
                </a:moveTo>
                <a:lnTo>
                  <a:pt x="580" y="0"/>
                </a:lnTo>
                <a:cubicBezTo>
                  <a:pt x="550" y="0"/>
                  <a:pt x="550" y="0"/>
                  <a:pt x="550" y="0"/>
                </a:cubicBezTo>
                <a:cubicBezTo>
                  <a:pt x="525" y="0"/>
                  <a:pt x="506" y="20"/>
                  <a:pt x="506" y="45"/>
                </a:cubicBezTo>
                <a:cubicBezTo>
                  <a:pt x="506" y="148"/>
                  <a:pt x="506" y="148"/>
                  <a:pt x="506" y="148"/>
                </a:cubicBezTo>
                <a:cubicBezTo>
                  <a:pt x="209" y="148"/>
                  <a:pt x="209" y="148"/>
                  <a:pt x="209" y="148"/>
                </a:cubicBezTo>
                <a:cubicBezTo>
                  <a:pt x="209" y="45"/>
                  <a:pt x="209" y="45"/>
                  <a:pt x="209" y="45"/>
                </a:cubicBezTo>
                <a:cubicBezTo>
                  <a:pt x="209" y="20"/>
                  <a:pt x="188" y="0"/>
                  <a:pt x="164" y="0"/>
                </a:cubicBezTo>
                <a:cubicBezTo>
                  <a:pt x="133" y="0"/>
                  <a:pt x="133" y="0"/>
                  <a:pt x="133" y="0"/>
                </a:cubicBezTo>
                <a:cubicBezTo>
                  <a:pt x="110" y="0"/>
                  <a:pt x="89" y="20"/>
                  <a:pt x="89" y="45"/>
                </a:cubicBezTo>
                <a:cubicBezTo>
                  <a:pt x="89" y="91"/>
                  <a:pt x="89" y="91"/>
                  <a:pt x="89" y="91"/>
                </a:cubicBezTo>
                <a:cubicBezTo>
                  <a:pt x="85" y="89"/>
                  <a:pt x="80" y="89"/>
                  <a:pt x="75" y="89"/>
                </a:cubicBezTo>
                <a:cubicBezTo>
                  <a:pt x="44" y="89"/>
                  <a:pt x="44" y="89"/>
                  <a:pt x="44" y="89"/>
                </a:cubicBezTo>
                <a:cubicBezTo>
                  <a:pt x="19" y="89"/>
                  <a:pt x="0" y="109"/>
                  <a:pt x="0" y="133"/>
                </a:cubicBezTo>
                <a:cubicBezTo>
                  <a:pt x="0" y="313"/>
                  <a:pt x="0" y="313"/>
                  <a:pt x="0" y="313"/>
                </a:cubicBezTo>
                <a:cubicBezTo>
                  <a:pt x="0" y="338"/>
                  <a:pt x="19" y="357"/>
                  <a:pt x="44" y="357"/>
                </a:cubicBezTo>
                <a:cubicBezTo>
                  <a:pt x="75" y="357"/>
                  <a:pt x="75" y="357"/>
                  <a:pt x="75" y="357"/>
                </a:cubicBezTo>
                <a:cubicBezTo>
                  <a:pt x="80" y="357"/>
                  <a:pt x="85" y="356"/>
                  <a:pt x="89" y="354"/>
                </a:cubicBezTo>
                <a:cubicBezTo>
                  <a:pt x="89" y="402"/>
                  <a:pt x="89" y="402"/>
                  <a:pt x="89" y="402"/>
                </a:cubicBezTo>
                <a:cubicBezTo>
                  <a:pt x="89" y="426"/>
                  <a:pt x="110" y="446"/>
                  <a:pt x="133" y="446"/>
                </a:cubicBezTo>
                <a:cubicBezTo>
                  <a:pt x="164" y="446"/>
                  <a:pt x="164" y="446"/>
                  <a:pt x="164" y="446"/>
                </a:cubicBezTo>
                <a:lnTo>
                  <a:pt x="164" y="446"/>
                </a:lnTo>
                <a:cubicBezTo>
                  <a:pt x="188" y="446"/>
                  <a:pt x="209" y="426"/>
                  <a:pt x="209" y="402"/>
                </a:cubicBezTo>
                <a:cubicBezTo>
                  <a:pt x="209" y="268"/>
                  <a:pt x="209" y="268"/>
                  <a:pt x="209" y="268"/>
                </a:cubicBezTo>
                <a:cubicBezTo>
                  <a:pt x="506" y="268"/>
                  <a:pt x="506" y="268"/>
                  <a:pt x="506" y="268"/>
                </a:cubicBezTo>
                <a:cubicBezTo>
                  <a:pt x="506" y="402"/>
                  <a:pt x="506" y="402"/>
                  <a:pt x="506" y="402"/>
                </a:cubicBezTo>
                <a:cubicBezTo>
                  <a:pt x="506" y="426"/>
                  <a:pt x="525" y="446"/>
                  <a:pt x="550" y="446"/>
                </a:cubicBezTo>
                <a:cubicBezTo>
                  <a:pt x="580" y="446"/>
                  <a:pt x="580" y="446"/>
                  <a:pt x="580" y="446"/>
                </a:cubicBezTo>
                <a:cubicBezTo>
                  <a:pt x="605" y="446"/>
                  <a:pt x="624" y="426"/>
                  <a:pt x="624" y="402"/>
                </a:cubicBezTo>
                <a:cubicBezTo>
                  <a:pt x="624" y="354"/>
                  <a:pt x="624" y="354"/>
                  <a:pt x="624" y="354"/>
                </a:cubicBezTo>
                <a:cubicBezTo>
                  <a:pt x="630" y="356"/>
                  <a:pt x="634" y="357"/>
                  <a:pt x="640" y="357"/>
                </a:cubicBezTo>
                <a:cubicBezTo>
                  <a:pt x="670" y="357"/>
                  <a:pt x="670" y="357"/>
                  <a:pt x="670" y="357"/>
                </a:cubicBezTo>
                <a:cubicBezTo>
                  <a:pt x="694" y="357"/>
                  <a:pt x="714" y="338"/>
                  <a:pt x="714" y="313"/>
                </a:cubicBezTo>
                <a:cubicBezTo>
                  <a:pt x="714" y="133"/>
                  <a:pt x="714" y="133"/>
                  <a:pt x="714" y="133"/>
                </a:cubicBezTo>
                <a:cubicBezTo>
                  <a:pt x="714" y="109"/>
                  <a:pt x="694" y="89"/>
                  <a:pt x="670" y="89"/>
                </a:cubicBezTo>
                <a:cubicBezTo>
                  <a:pt x="640" y="89"/>
                  <a:pt x="640" y="89"/>
                  <a:pt x="640" y="89"/>
                </a:cubicBezTo>
                <a:cubicBezTo>
                  <a:pt x="634" y="89"/>
                  <a:pt x="630" y="89"/>
                  <a:pt x="624" y="91"/>
                </a:cubicBezTo>
                <a:cubicBezTo>
                  <a:pt x="624" y="45"/>
                  <a:pt x="624" y="45"/>
                  <a:pt x="624" y="45"/>
                </a:cubicBezTo>
                <a:cubicBezTo>
                  <a:pt x="624" y="20"/>
                  <a:pt x="605" y="0"/>
                  <a:pt x="580" y="0"/>
                </a:cubicBezTo>
                <a:close/>
                <a:moveTo>
                  <a:pt x="75" y="327"/>
                </a:moveTo>
                <a:lnTo>
                  <a:pt x="75" y="327"/>
                </a:lnTo>
                <a:cubicBezTo>
                  <a:pt x="44" y="327"/>
                  <a:pt x="44" y="327"/>
                  <a:pt x="44" y="327"/>
                </a:cubicBezTo>
                <a:cubicBezTo>
                  <a:pt x="36" y="327"/>
                  <a:pt x="30" y="321"/>
                  <a:pt x="30" y="313"/>
                </a:cubicBezTo>
                <a:cubicBezTo>
                  <a:pt x="30" y="133"/>
                  <a:pt x="30" y="133"/>
                  <a:pt x="30" y="133"/>
                </a:cubicBezTo>
                <a:cubicBezTo>
                  <a:pt x="30" y="126"/>
                  <a:pt x="36" y="119"/>
                  <a:pt x="44" y="119"/>
                </a:cubicBezTo>
                <a:cubicBezTo>
                  <a:pt x="75" y="119"/>
                  <a:pt x="75" y="119"/>
                  <a:pt x="75" y="119"/>
                </a:cubicBezTo>
                <a:cubicBezTo>
                  <a:pt x="83" y="119"/>
                  <a:pt x="89" y="126"/>
                  <a:pt x="89" y="133"/>
                </a:cubicBezTo>
                <a:cubicBezTo>
                  <a:pt x="89" y="313"/>
                  <a:pt x="89" y="313"/>
                  <a:pt x="89" y="313"/>
                </a:cubicBezTo>
                <a:cubicBezTo>
                  <a:pt x="89" y="321"/>
                  <a:pt x="83" y="327"/>
                  <a:pt x="75" y="327"/>
                </a:cubicBezTo>
                <a:close/>
                <a:moveTo>
                  <a:pt x="178" y="402"/>
                </a:moveTo>
                <a:lnTo>
                  <a:pt x="178" y="402"/>
                </a:lnTo>
                <a:cubicBezTo>
                  <a:pt x="178" y="410"/>
                  <a:pt x="173" y="416"/>
                  <a:pt x="164" y="416"/>
                </a:cubicBezTo>
                <a:cubicBezTo>
                  <a:pt x="133" y="416"/>
                  <a:pt x="133" y="416"/>
                  <a:pt x="133" y="416"/>
                </a:cubicBezTo>
                <a:cubicBezTo>
                  <a:pt x="125" y="416"/>
                  <a:pt x="120" y="410"/>
                  <a:pt x="120" y="402"/>
                </a:cubicBezTo>
                <a:cubicBezTo>
                  <a:pt x="120" y="313"/>
                  <a:pt x="120" y="313"/>
                  <a:pt x="120" y="313"/>
                </a:cubicBezTo>
                <a:cubicBezTo>
                  <a:pt x="120" y="133"/>
                  <a:pt x="120" y="133"/>
                  <a:pt x="120" y="133"/>
                </a:cubicBezTo>
                <a:cubicBezTo>
                  <a:pt x="120" y="45"/>
                  <a:pt x="120" y="45"/>
                  <a:pt x="120" y="45"/>
                </a:cubicBezTo>
                <a:cubicBezTo>
                  <a:pt x="120" y="36"/>
                  <a:pt x="125" y="29"/>
                  <a:pt x="133" y="29"/>
                </a:cubicBezTo>
                <a:cubicBezTo>
                  <a:pt x="164" y="29"/>
                  <a:pt x="164" y="29"/>
                  <a:pt x="164" y="29"/>
                </a:cubicBezTo>
                <a:cubicBezTo>
                  <a:pt x="173" y="29"/>
                  <a:pt x="178" y="36"/>
                  <a:pt x="178" y="45"/>
                </a:cubicBezTo>
                <a:cubicBezTo>
                  <a:pt x="178" y="163"/>
                  <a:pt x="178" y="163"/>
                  <a:pt x="178" y="163"/>
                </a:cubicBezTo>
                <a:cubicBezTo>
                  <a:pt x="178" y="253"/>
                  <a:pt x="178" y="253"/>
                  <a:pt x="178" y="253"/>
                </a:cubicBezTo>
                <a:lnTo>
                  <a:pt x="178" y="402"/>
                </a:lnTo>
                <a:close/>
                <a:moveTo>
                  <a:pt x="209" y="179"/>
                </a:moveTo>
                <a:lnTo>
                  <a:pt x="209" y="179"/>
                </a:lnTo>
                <a:cubicBezTo>
                  <a:pt x="506" y="179"/>
                  <a:pt x="506" y="179"/>
                  <a:pt x="506" y="179"/>
                </a:cubicBezTo>
                <a:cubicBezTo>
                  <a:pt x="506" y="237"/>
                  <a:pt x="506" y="237"/>
                  <a:pt x="506" y="237"/>
                </a:cubicBezTo>
                <a:cubicBezTo>
                  <a:pt x="209" y="237"/>
                  <a:pt x="209" y="237"/>
                  <a:pt x="209" y="237"/>
                </a:cubicBezTo>
                <a:lnTo>
                  <a:pt x="209" y="179"/>
                </a:lnTo>
                <a:close/>
                <a:moveTo>
                  <a:pt x="595" y="402"/>
                </a:moveTo>
                <a:lnTo>
                  <a:pt x="595" y="402"/>
                </a:lnTo>
                <a:cubicBezTo>
                  <a:pt x="595" y="410"/>
                  <a:pt x="588" y="416"/>
                  <a:pt x="580" y="416"/>
                </a:cubicBezTo>
                <a:cubicBezTo>
                  <a:pt x="550" y="416"/>
                  <a:pt x="550" y="416"/>
                  <a:pt x="550" y="416"/>
                </a:cubicBezTo>
                <a:cubicBezTo>
                  <a:pt x="542" y="416"/>
                  <a:pt x="535" y="410"/>
                  <a:pt x="535" y="402"/>
                </a:cubicBezTo>
                <a:cubicBezTo>
                  <a:pt x="535" y="253"/>
                  <a:pt x="535" y="253"/>
                  <a:pt x="535" y="253"/>
                </a:cubicBezTo>
                <a:cubicBezTo>
                  <a:pt x="535" y="163"/>
                  <a:pt x="535" y="163"/>
                  <a:pt x="535" y="163"/>
                </a:cubicBezTo>
                <a:cubicBezTo>
                  <a:pt x="535" y="45"/>
                  <a:pt x="535" y="45"/>
                  <a:pt x="535" y="45"/>
                </a:cubicBezTo>
                <a:cubicBezTo>
                  <a:pt x="535" y="36"/>
                  <a:pt x="542" y="29"/>
                  <a:pt x="550" y="29"/>
                </a:cubicBezTo>
                <a:lnTo>
                  <a:pt x="550" y="29"/>
                </a:lnTo>
                <a:cubicBezTo>
                  <a:pt x="580" y="29"/>
                  <a:pt x="580" y="29"/>
                  <a:pt x="580" y="29"/>
                </a:cubicBezTo>
                <a:cubicBezTo>
                  <a:pt x="588" y="29"/>
                  <a:pt x="595" y="36"/>
                  <a:pt x="595" y="45"/>
                </a:cubicBezTo>
                <a:cubicBezTo>
                  <a:pt x="595" y="133"/>
                  <a:pt x="595" y="133"/>
                  <a:pt x="595" y="133"/>
                </a:cubicBezTo>
                <a:cubicBezTo>
                  <a:pt x="595" y="313"/>
                  <a:pt x="595" y="313"/>
                  <a:pt x="595" y="313"/>
                </a:cubicBezTo>
                <a:lnTo>
                  <a:pt x="595" y="402"/>
                </a:lnTo>
                <a:close/>
                <a:moveTo>
                  <a:pt x="640" y="119"/>
                </a:moveTo>
                <a:lnTo>
                  <a:pt x="640" y="119"/>
                </a:lnTo>
                <a:cubicBezTo>
                  <a:pt x="670" y="119"/>
                  <a:pt x="670" y="119"/>
                  <a:pt x="670" y="119"/>
                </a:cubicBezTo>
                <a:cubicBezTo>
                  <a:pt x="677" y="119"/>
                  <a:pt x="684" y="126"/>
                  <a:pt x="684" y="133"/>
                </a:cubicBezTo>
                <a:cubicBezTo>
                  <a:pt x="684" y="313"/>
                  <a:pt x="684" y="313"/>
                  <a:pt x="684" y="313"/>
                </a:cubicBezTo>
                <a:cubicBezTo>
                  <a:pt x="684" y="321"/>
                  <a:pt x="677" y="327"/>
                  <a:pt x="670" y="327"/>
                </a:cubicBezTo>
                <a:cubicBezTo>
                  <a:pt x="640" y="327"/>
                  <a:pt x="640" y="327"/>
                  <a:pt x="640" y="327"/>
                </a:cubicBezTo>
                <a:cubicBezTo>
                  <a:pt x="631" y="327"/>
                  <a:pt x="624" y="321"/>
                  <a:pt x="624" y="313"/>
                </a:cubicBezTo>
                <a:cubicBezTo>
                  <a:pt x="624" y="133"/>
                  <a:pt x="624" y="133"/>
                  <a:pt x="624" y="133"/>
                </a:cubicBezTo>
                <a:cubicBezTo>
                  <a:pt x="624" y="126"/>
                  <a:pt x="631" y="119"/>
                  <a:pt x="640" y="119"/>
                </a:cubicBezTo>
                <a:close/>
              </a:path>
            </a:pathLst>
          </a:custGeom>
          <a:solidFill>
            <a:schemeClr val="accent4"/>
          </a:solidFill>
          <a:ln>
            <a:noFill/>
          </a:ln>
          <a:effectLst/>
        </p:spPr>
        <p:txBody>
          <a:bodyPr wrap="none" anchor="ctr"/>
          <a:lstStyle/>
          <a:p>
            <a:endParaRPr lang="da-DK"/>
          </a:p>
        </p:txBody>
      </p:sp>
      <p:sp>
        <p:nvSpPr>
          <p:cNvPr id="173" name="Freeform 139">
            <a:extLst>
              <a:ext uri="{FF2B5EF4-FFF2-40B4-BE49-F238E27FC236}">
                <a16:creationId xmlns:a16="http://schemas.microsoft.com/office/drawing/2014/main" id="{5DBA8203-CACE-C8EC-F410-A5481A1AF68D}"/>
              </a:ext>
            </a:extLst>
          </p:cNvPr>
          <p:cNvSpPr>
            <a:spLocks noChangeArrowheads="1"/>
          </p:cNvSpPr>
          <p:nvPr/>
        </p:nvSpPr>
        <p:spPr bwMode="auto">
          <a:xfrm>
            <a:off x="9722519" y="3946450"/>
            <a:ext cx="258762" cy="257175"/>
          </a:xfrm>
          <a:custGeom>
            <a:avLst/>
            <a:gdLst>
              <a:gd name="T0" fmla="*/ 684 w 718"/>
              <a:gd name="T1" fmla="*/ 581 h 716"/>
              <a:gd name="T2" fmla="*/ 684 w 718"/>
              <a:gd name="T3" fmla="*/ 581 h 716"/>
              <a:gd name="T4" fmla="*/ 684 w 718"/>
              <a:gd name="T5" fmla="*/ 578 h 716"/>
              <a:gd name="T6" fmla="*/ 597 w 718"/>
              <a:gd name="T7" fmla="*/ 168 h 716"/>
              <a:gd name="T8" fmla="*/ 711 w 718"/>
              <a:gd name="T9" fmla="*/ 25 h 716"/>
              <a:gd name="T10" fmla="*/ 708 w 718"/>
              <a:gd name="T11" fmla="*/ 4 h 716"/>
              <a:gd name="T12" fmla="*/ 687 w 718"/>
              <a:gd name="T13" fmla="*/ 7 h 716"/>
              <a:gd name="T14" fmla="*/ 573 w 718"/>
              <a:gd name="T15" fmla="*/ 150 h 716"/>
              <a:gd name="T16" fmla="*/ 372 w 718"/>
              <a:gd name="T17" fmla="*/ 150 h 716"/>
              <a:gd name="T18" fmla="*/ 357 w 718"/>
              <a:gd name="T19" fmla="*/ 164 h 716"/>
              <a:gd name="T20" fmla="*/ 372 w 718"/>
              <a:gd name="T21" fmla="*/ 179 h 716"/>
              <a:gd name="T22" fmla="*/ 372 w 718"/>
              <a:gd name="T23" fmla="*/ 179 h 716"/>
              <a:gd name="T24" fmla="*/ 479 w 718"/>
              <a:gd name="T25" fmla="*/ 179 h 716"/>
              <a:gd name="T26" fmla="*/ 562 w 718"/>
              <a:gd name="T27" fmla="*/ 566 h 716"/>
              <a:gd name="T28" fmla="*/ 75 w 718"/>
              <a:gd name="T29" fmla="*/ 566 h 716"/>
              <a:gd name="T30" fmla="*/ 0 w 718"/>
              <a:gd name="T31" fmla="*/ 641 h 716"/>
              <a:gd name="T32" fmla="*/ 75 w 718"/>
              <a:gd name="T33" fmla="*/ 715 h 716"/>
              <a:gd name="T34" fmla="*/ 75 w 718"/>
              <a:gd name="T35" fmla="*/ 715 h 716"/>
              <a:gd name="T36" fmla="*/ 640 w 718"/>
              <a:gd name="T37" fmla="*/ 715 h 716"/>
              <a:gd name="T38" fmla="*/ 714 w 718"/>
              <a:gd name="T39" fmla="*/ 641 h 716"/>
              <a:gd name="T40" fmla="*/ 684 w 718"/>
              <a:gd name="T41" fmla="*/ 581 h 716"/>
              <a:gd name="T42" fmla="*/ 510 w 718"/>
              <a:gd name="T43" fmla="*/ 179 h 716"/>
              <a:gd name="T44" fmla="*/ 510 w 718"/>
              <a:gd name="T45" fmla="*/ 179 h 716"/>
              <a:gd name="T46" fmla="*/ 569 w 718"/>
              <a:gd name="T47" fmla="*/ 179 h 716"/>
              <a:gd name="T48" fmla="*/ 651 w 718"/>
              <a:gd name="T49" fmla="*/ 567 h 716"/>
              <a:gd name="T50" fmla="*/ 640 w 718"/>
              <a:gd name="T51" fmla="*/ 566 h 716"/>
              <a:gd name="T52" fmla="*/ 592 w 718"/>
              <a:gd name="T53" fmla="*/ 566 h 716"/>
              <a:gd name="T54" fmla="*/ 510 w 718"/>
              <a:gd name="T55" fmla="*/ 179 h 716"/>
              <a:gd name="T56" fmla="*/ 640 w 718"/>
              <a:gd name="T57" fmla="*/ 686 h 716"/>
              <a:gd name="T58" fmla="*/ 640 w 718"/>
              <a:gd name="T59" fmla="*/ 686 h 716"/>
              <a:gd name="T60" fmla="*/ 75 w 718"/>
              <a:gd name="T61" fmla="*/ 686 h 716"/>
              <a:gd name="T62" fmla="*/ 30 w 718"/>
              <a:gd name="T63" fmla="*/ 641 h 716"/>
              <a:gd name="T64" fmla="*/ 75 w 718"/>
              <a:gd name="T65" fmla="*/ 596 h 716"/>
              <a:gd name="T66" fmla="*/ 75 w 718"/>
              <a:gd name="T67" fmla="*/ 596 h 716"/>
              <a:gd name="T68" fmla="*/ 640 w 718"/>
              <a:gd name="T69" fmla="*/ 596 h 716"/>
              <a:gd name="T70" fmla="*/ 640 w 718"/>
              <a:gd name="T71" fmla="*/ 596 h 716"/>
              <a:gd name="T72" fmla="*/ 684 w 718"/>
              <a:gd name="T73" fmla="*/ 641 h 716"/>
              <a:gd name="T74" fmla="*/ 640 w 718"/>
              <a:gd name="T75" fmla="*/ 686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8" h="716">
                <a:moveTo>
                  <a:pt x="684" y="581"/>
                </a:moveTo>
                <a:lnTo>
                  <a:pt x="684" y="581"/>
                </a:lnTo>
                <a:cubicBezTo>
                  <a:pt x="684" y="580"/>
                  <a:pt x="684" y="580"/>
                  <a:pt x="684" y="578"/>
                </a:cubicBezTo>
                <a:cubicBezTo>
                  <a:pt x="597" y="168"/>
                  <a:pt x="597" y="168"/>
                  <a:pt x="597" y="168"/>
                </a:cubicBezTo>
                <a:cubicBezTo>
                  <a:pt x="711" y="25"/>
                  <a:pt x="711" y="25"/>
                  <a:pt x="711" y="25"/>
                </a:cubicBezTo>
                <a:cubicBezTo>
                  <a:pt x="717" y="19"/>
                  <a:pt x="715" y="9"/>
                  <a:pt x="708" y="4"/>
                </a:cubicBezTo>
                <a:cubicBezTo>
                  <a:pt x="703" y="0"/>
                  <a:pt x="693" y="0"/>
                  <a:pt x="687" y="7"/>
                </a:cubicBezTo>
                <a:cubicBezTo>
                  <a:pt x="573" y="150"/>
                  <a:pt x="573" y="150"/>
                  <a:pt x="573" y="150"/>
                </a:cubicBezTo>
                <a:cubicBezTo>
                  <a:pt x="372" y="150"/>
                  <a:pt x="372" y="150"/>
                  <a:pt x="372" y="150"/>
                </a:cubicBezTo>
                <a:cubicBezTo>
                  <a:pt x="364" y="150"/>
                  <a:pt x="357" y="156"/>
                  <a:pt x="357" y="164"/>
                </a:cubicBezTo>
                <a:cubicBezTo>
                  <a:pt x="357" y="173"/>
                  <a:pt x="364" y="179"/>
                  <a:pt x="372" y="179"/>
                </a:cubicBezTo>
                <a:lnTo>
                  <a:pt x="372" y="179"/>
                </a:lnTo>
                <a:cubicBezTo>
                  <a:pt x="479" y="179"/>
                  <a:pt x="479" y="179"/>
                  <a:pt x="479" y="179"/>
                </a:cubicBezTo>
                <a:cubicBezTo>
                  <a:pt x="562" y="566"/>
                  <a:pt x="562" y="566"/>
                  <a:pt x="562" y="566"/>
                </a:cubicBezTo>
                <a:cubicBezTo>
                  <a:pt x="75" y="566"/>
                  <a:pt x="75" y="566"/>
                  <a:pt x="75" y="566"/>
                </a:cubicBezTo>
                <a:cubicBezTo>
                  <a:pt x="33" y="566"/>
                  <a:pt x="0" y="599"/>
                  <a:pt x="0" y="641"/>
                </a:cubicBezTo>
                <a:cubicBezTo>
                  <a:pt x="0" y="682"/>
                  <a:pt x="33" y="715"/>
                  <a:pt x="75" y="715"/>
                </a:cubicBezTo>
                <a:lnTo>
                  <a:pt x="75" y="715"/>
                </a:lnTo>
                <a:cubicBezTo>
                  <a:pt x="640" y="715"/>
                  <a:pt x="640" y="715"/>
                  <a:pt x="640" y="715"/>
                </a:cubicBezTo>
                <a:cubicBezTo>
                  <a:pt x="680" y="715"/>
                  <a:pt x="714" y="682"/>
                  <a:pt x="714" y="641"/>
                </a:cubicBezTo>
                <a:cubicBezTo>
                  <a:pt x="714" y="616"/>
                  <a:pt x="703" y="595"/>
                  <a:pt x="684" y="581"/>
                </a:cubicBezTo>
                <a:close/>
                <a:moveTo>
                  <a:pt x="510" y="179"/>
                </a:moveTo>
                <a:lnTo>
                  <a:pt x="510" y="179"/>
                </a:lnTo>
                <a:cubicBezTo>
                  <a:pt x="569" y="179"/>
                  <a:pt x="569" y="179"/>
                  <a:pt x="569" y="179"/>
                </a:cubicBezTo>
                <a:cubicBezTo>
                  <a:pt x="651" y="567"/>
                  <a:pt x="651" y="567"/>
                  <a:pt x="651" y="567"/>
                </a:cubicBezTo>
                <a:cubicBezTo>
                  <a:pt x="648" y="567"/>
                  <a:pt x="644" y="566"/>
                  <a:pt x="640" y="566"/>
                </a:cubicBezTo>
                <a:cubicBezTo>
                  <a:pt x="592" y="566"/>
                  <a:pt x="592" y="566"/>
                  <a:pt x="592" y="566"/>
                </a:cubicBezTo>
                <a:lnTo>
                  <a:pt x="510" y="179"/>
                </a:lnTo>
                <a:close/>
                <a:moveTo>
                  <a:pt x="640" y="686"/>
                </a:moveTo>
                <a:lnTo>
                  <a:pt x="640" y="686"/>
                </a:lnTo>
                <a:cubicBezTo>
                  <a:pt x="75" y="686"/>
                  <a:pt x="75" y="686"/>
                  <a:pt x="75" y="686"/>
                </a:cubicBezTo>
                <a:cubicBezTo>
                  <a:pt x="50" y="686"/>
                  <a:pt x="30" y="665"/>
                  <a:pt x="30" y="641"/>
                </a:cubicBezTo>
                <a:cubicBezTo>
                  <a:pt x="30" y="616"/>
                  <a:pt x="50" y="596"/>
                  <a:pt x="75" y="596"/>
                </a:cubicBezTo>
                <a:lnTo>
                  <a:pt x="75" y="596"/>
                </a:lnTo>
                <a:cubicBezTo>
                  <a:pt x="640" y="596"/>
                  <a:pt x="640" y="596"/>
                  <a:pt x="640" y="596"/>
                </a:cubicBezTo>
                <a:lnTo>
                  <a:pt x="640" y="596"/>
                </a:lnTo>
                <a:cubicBezTo>
                  <a:pt x="665" y="596"/>
                  <a:pt x="684" y="616"/>
                  <a:pt x="684" y="641"/>
                </a:cubicBezTo>
                <a:cubicBezTo>
                  <a:pt x="684" y="665"/>
                  <a:pt x="665" y="686"/>
                  <a:pt x="640" y="686"/>
                </a:cubicBezTo>
                <a:close/>
              </a:path>
            </a:pathLst>
          </a:custGeom>
          <a:solidFill>
            <a:schemeClr val="accent4"/>
          </a:solidFill>
          <a:ln>
            <a:noFill/>
          </a:ln>
          <a:effectLst/>
        </p:spPr>
        <p:txBody>
          <a:bodyPr wrap="none" anchor="ctr"/>
          <a:lstStyle/>
          <a:p>
            <a:endParaRPr lang="da-DK"/>
          </a:p>
        </p:txBody>
      </p:sp>
      <p:grpSp>
        <p:nvGrpSpPr>
          <p:cNvPr id="174" name="Group 177">
            <a:extLst>
              <a:ext uri="{FF2B5EF4-FFF2-40B4-BE49-F238E27FC236}">
                <a16:creationId xmlns:a16="http://schemas.microsoft.com/office/drawing/2014/main" id="{9B10C859-1E2B-1390-4616-B49162AC38FD}"/>
              </a:ext>
            </a:extLst>
          </p:cNvPr>
          <p:cNvGrpSpPr/>
          <p:nvPr/>
        </p:nvGrpSpPr>
        <p:grpSpPr>
          <a:xfrm>
            <a:off x="10749631" y="4497289"/>
            <a:ext cx="247650" cy="225425"/>
            <a:chOff x="9721850" y="4813300"/>
            <a:chExt cx="247650" cy="225425"/>
          </a:xfrm>
          <a:solidFill>
            <a:schemeClr val="accent4"/>
          </a:solidFill>
        </p:grpSpPr>
        <p:sp>
          <p:nvSpPr>
            <p:cNvPr id="175" name="Freeform 140">
              <a:extLst>
                <a:ext uri="{FF2B5EF4-FFF2-40B4-BE49-F238E27FC236}">
                  <a16:creationId xmlns:a16="http://schemas.microsoft.com/office/drawing/2014/main" id="{9DB5C310-9468-DED7-0990-FC8461223C37}"/>
                </a:ext>
              </a:extLst>
            </p:cNvPr>
            <p:cNvSpPr>
              <a:spLocks noChangeArrowheads="1"/>
            </p:cNvSpPr>
            <p:nvPr/>
          </p:nvSpPr>
          <p:spPr bwMode="auto">
            <a:xfrm>
              <a:off x="9721850" y="4813300"/>
              <a:ext cx="247650" cy="225425"/>
            </a:xfrm>
            <a:custGeom>
              <a:avLst/>
              <a:gdLst>
                <a:gd name="T0" fmla="*/ 614 w 686"/>
                <a:gd name="T1" fmla="*/ 150 h 626"/>
                <a:gd name="T2" fmla="*/ 614 w 686"/>
                <a:gd name="T3" fmla="*/ 150 h 626"/>
                <a:gd name="T4" fmla="*/ 584 w 686"/>
                <a:gd name="T5" fmla="*/ 150 h 626"/>
                <a:gd name="T6" fmla="*/ 350 w 686"/>
                <a:gd name="T7" fmla="*/ 3 h 626"/>
                <a:gd name="T8" fmla="*/ 349 w 686"/>
                <a:gd name="T9" fmla="*/ 2 h 626"/>
                <a:gd name="T10" fmla="*/ 346 w 686"/>
                <a:gd name="T11" fmla="*/ 2 h 626"/>
                <a:gd name="T12" fmla="*/ 343 w 686"/>
                <a:gd name="T13" fmla="*/ 2 h 626"/>
                <a:gd name="T14" fmla="*/ 340 w 686"/>
                <a:gd name="T15" fmla="*/ 2 h 626"/>
                <a:gd name="T16" fmla="*/ 336 w 686"/>
                <a:gd name="T17" fmla="*/ 2 h 626"/>
                <a:gd name="T18" fmla="*/ 335 w 686"/>
                <a:gd name="T19" fmla="*/ 3 h 626"/>
                <a:gd name="T20" fmla="*/ 100 w 686"/>
                <a:gd name="T21" fmla="*/ 150 h 626"/>
                <a:gd name="T22" fmla="*/ 71 w 686"/>
                <a:gd name="T23" fmla="*/ 150 h 626"/>
                <a:gd name="T24" fmla="*/ 0 w 686"/>
                <a:gd name="T25" fmla="*/ 221 h 626"/>
                <a:gd name="T26" fmla="*/ 0 w 686"/>
                <a:gd name="T27" fmla="*/ 555 h 626"/>
                <a:gd name="T28" fmla="*/ 71 w 686"/>
                <a:gd name="T29" fmla="*/ 625 h 626"/>
                <a:gd name="T30" fmla="*/ 614 w 686"/>
                <a:gd name="T31" fmla="*/ 625 h 626"/>
                <a:gd name="T32" fmla="*/ 685 w 686"/>
                <a:gd name="T33" fmla="*/ 555 h 626"/>
                <a:gd name="T34" fmla="*/ 685 w 686"/>
                <a:gd name="T35" fmla="*/ 221 h 626"/>
                <a:gd name="T36" fmla="*/ 614 w 686"/>
                <a:gd name="T37" fmla="*/ 150 h 626"/>
                <a:gd name="T38" fmla="*/ 343 w 686"/>
                <a:gd name="T39" fmla="*/ 34 h 626"/>
                <a:gd name="T40" fmla="*/ 343 w 686"/>
                <a:gd name="T41" fmla="*/ 34 h 626"/>
                <a:gd name="T42" fmla="*/ 528 w 686"/>
                <a:gd name="T43" fmla="*/ 150 h 626"/>
                <a:gd name="T44" fmla="*/ 156 w 686"/>
                <a:gd name="T45" fmla="*/ 150 h 626"/>
                <a:gd name="T46" fmla="*/ 343 w 686"/>
                <a:gd name="T47" fmla="*/ 34 h 626"/>
                <a:gd name="T48" fmla="*/ 655 w 686"/>
                <a:gd name="T49" fmla="*/ 555 h 626"/>
                <a:gd name="T50" fmla="*/ 655 w 686"/>
                <a:gd name="T51" fmla="*/ 555 h 626"/>
                <a:gd name="T52" fmla="*/ 614 w 686"/>
                <a:gd name="T53" fmla="*/ 596 h 626"/>
                <a:gd name="T54" fmla="*/ 71 w 686"/>
                <a:gd name="T55" fmla="*/ 596 h 626"/>
                <a:gd name="T56" fmla="*/ 31 w 686"/>
                <a:gd name="T57" fmla="*/ 555 h 626"/>
                <a:gd name="T58" fmla="*/ 31 w 686"/>
                <a:gd name="T59" fmla="*/ 221 h 626"/>
                <a:gd name="T60" fmla="*/ 71 w 686"/>
                <a:gd name="T61" fmla="*/ 179 h 626"/>
                <a:gd name="T62" fmla="*/ 614 w 686"/>
                <a:gd name="T63" fmla="*/ 179 h 626"/>
                <a:gd name="T64" fmla="*/ 655 w 686"/>
                <a:gd name="T65" fmla="*/ 221 h 626"/>
                <a:gd name="T66" fmla="*/ 655 w 686"/>
                <a:gd name="T67" fmla="*/ 555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86" h="626">
                  <a:moveTo>
                    <a:pt x="614" y="150"/>
                  </a:moveTo>
                  <a:lnTo>
                    <a:pt x="614" y="150"/>
                  </a:lnTo>
                  <a:cubicBezTo>
                    <a:pt x="584" y="150"/>
                    <a:pt x="584" y="150"/>
                    <a:pt x="584" y="150"/>
                  </a:cubicBezTo>
                  <a:cubicBezTo>
                    <a:pt x="350" y="3"/>
                    <a:pt x="350" y="3"/>
                    <a:pt x="350" y="3"/>
                  </a:cubicBezTo>
                  <a:cubicBezTo>
                    <a:pt x="350" y="3"/>
                    <a:pt x="349" y="3"/>
                    <a:pt x="349" y="2"/>
                  </a:cubicBezTo>
                  <a:cubicBezTo>
                    <a:pt x="347" y="2"/>
                    <a:pt x="346" y="2"/>
                    <a:pt x="346" y="2"/>
                  </a:cubicBezTo>
                  <a:cubicBezTo>
                    <a:pt x="344" y="0"/>
                    <a:pt x="343" y="2"/>
                    <a:pt x="343" y="2"/>
                  </a:cubicBezTo>
                  <a:cubicBezTo>
                    <a:pt x="342" y="2"/>
                    <a:pt x="340" y="0"/>
                    <a:pt x="340" y="2"/>
                  </a:cubicBezTo>
                  <a:cubicBezTo>
                    <a:pt x="339" y="2"/>
                    <a:pt x="337" y="2"/>
                    <a:pt x="336" y="2"/>
                  </a:cubicBezTo>
                  <a:cubicBezTo>
                    <a:pt x="336" y="3"/>
                    <a:pt x="336" y="3"/>
                    <a:pt x="335" y="3"/>
                  </a:cubicBezTo>
                  <a:cubicBezTo>
                    <a:pt x="100" y="150"/>
                    <a:pt x="100" y="150"/>
                    <a:pt x="100" y="150"/>
                  </a:cubicBezTo>
                  <a:cubicBezTo>
                    <a:pt x="71" y="150"/>
                    <a:pt x="71" y="150"/>
                    <a:pt x="71" y="150"/>
                  </a:cubicBezTo>
                  <a:cubicBezTo>
                    <a:pt x="32" y="150"/>
                    <a:pt x="0" y="182"/>
                    <a:pt x="0" y="221"/>
                  </a:cubicBezTo>
                  <a:cubicBezTo>
                    <a:pt x="0" y="555"/>
                    <a:pt x="0" y="555"/>
                    <a:pt x="0" y="555"/>
                  </a:cubicBezTo>
                  <a:cubicBezTo>
                    <a:pt x="0" y="594"/>
                    <a:pt x="32" y="625"/>
                    <a:pt x="71" y="625"/>
                  </a:cubicBezTo>
                  <a:cubicBezTo>
                    <a:pt x="614" y="625"/>
                    <a:pt x="614" y="625"/>
                    <a:pt x="614" y="625"/>
                  </a:cubicBezTo>
                  <a:cubicBezTo>
                    <a:pt x="653" y="625"/>
                    <a:pt x="685" y="594"/>
                    <a:pt x="685" y="555"/>
                  </a:cubicBezTo>
                  <a:cubicBezTo>
                    <a:pt x="685" y="221"/>
                    <a:pt x="685" y="221"/>
                    <a:pt x="685" y="221"/>
                  </a:cubicBezTo>
                  <a:cubicBezTo>
                    <a:pt x="685" y="182"/>
                    <a:pt x="653" y="150"/>
                    <a:pt x="614" y="150"/>
                  </a:cubicBezTo>
                  <a:close/>
                  <a:moveTo>
                    <a:pt x="343" y="34"/>
                  </a:moveTo>
                  <a:lnTo>
                    <a:pt x="343" y="34"/>
                  </a:lnTo>
                  <a:cubicBezTo>
                    <a:pt x="528" y="150"/>
                    <a:pt x="528" y="150"/>
                    <a:pt x="528" y="150"/>
                  </a:cubicBezTo>
                  <a:cubicBezTo>
                    <a:pt x="156" y="150"/>
                    <a:pt x="156" y="150"/>
                    <a:pt x="156" y="150"/>
                  </a:cubicBezTo>
                  <a:lnTo>
                    <a:pt x="343" y="34"/>
                  </a:lnTo>
                  <a:close/>
                  <a:moveTo>
                    <a:pt x="655" y="555"/>
                  </a:moveTo>
                  <a:lnTo>
                    <a:pt x="655" y="555"/>
                  </a:lnTo>
                  <a:cubicBezTo>
                    <a:pt x="655" y="578"/>
                    <a:pt x="637" y="596"/>
                    <a:pt x="614" y="596"/>
                  </a:cubicBezTo>
                  <a:cubicBezTo>
                    <a:pt x="71" y="596"/>
                    <a:pt x="71" y="596"/>
                    <a:pt x="71" y="596"/>
                  </a:cubicBezTo>
                  <a:cubicBezTo>
                    <a:pt x="49" y="596"/>
                    <a:pt x="31" y="578"/>
                    <a:pt x="31" y="555"/>
                  </a:cubicBezTo>
                  <a:cubicBezTo>
                    <a:pt x="31" y="221"/>
                    <a:pt x="31" y="221"/>
                    <a:pt x="31" y="221"/>
                  </a:cubicBezTo>
                  <a:cubicBezTo>
                    <a:pt x="31" y="198"/>
                    <a:pt x="49" y="179"/>
                    <a:pt x="71" y="179"/>
                  </a:cubicBezTo>
                  <a:cubicBezTo>
                    <a:pt x="614" y="179"/>
                    <a:pt x="614" y="179"/>
                    <a:pt x="614" y="179"/>
                  </a:cubicBezTo>
                  <a:cubicBezTo>
                    <a:pt x="637" y="179"/>
                    <a:pt x="655" y="198"/>
                    <a:pt x="655" y="221"/>
                  </a:cubicBezTo>
                  <a:lnTo>
                    <a:pt x="655" y="55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1">
              <a:extLst>
                <a:ext uri="{FF2B5EF4-FFF2-40B4-BE49-F238E27FC236}">
                  <a16:creationId xmlns:a16="http://schemas.microsoft.com/office/drawing/2014/main" id="{928AEACB-6EED-0EFD-7545-2084BC461785}"/>
                </a:ext>
              </a:extLst>
            </p:cNvPr>
            <p:cNvSpPr>
              <a:spLocks noChangeArrowheads="1"/>
            </p:cNvSpPr>
            <p:nvPr/>
          </p:nvSpPr>
          <p:spPr bwMode="auto">
            <a:xfrm>
              <a:off x="9893300" y="4908550"/>
              <a:ext cx="53975" cy="85725"/>
            </a:xfrm>
            <a:custGeom>
              <a:avLst/>
              <a:gdLst>
                <a:gd name="T0" fmla="*/ 148 w 149"/>
                <a:gd name="T1" fmla="*/ 11 h 240"/>
                <a:gd name="T2" fmla="*/ 145 w 149"/>
                <a:gd name="T3" fmla="*/ 7 h 240"/>
                <a:gd name="T4" fmla="*/ 142 w 149"/>
                <a:gd name="T5" fmla="*/ 4 h 240"/>
                <a:gd name="T6" fmla="*/ 139 w 149"/>
                <a:gd name="T7" fmla="*/ 1 h 240"/>
                <a:gd name="T8" fmla="*/ 134 w 149"/>
                <a:gd name="T9" fmla="*/ 0 h 240"/>
                <a:gd name="T10" fmla="*/ 130 w 149"/>
                <a:gd name="T11" fmla="*/ 1 h 240"/>
                <a:gd name="T12" fmla="*/ 125 w 149"/>
                <a:gd name="T13" fmla="*/ 3 h 240"/>
                <a:gd name="T14" fmla="*/ 121 w 149"/>
                <a:gd name="T15" fmla="*/ 7 h 240"/>
                <a:gd name="T16" fmla="*/ 120 w 149"/>
                <a:gd name="T17" fmla="*/ 10 h 240"/>
                <a:gd name="T18" fmla="*/ 28 w 149"/>
                <a:gd name="T19" fmla="*/ 10 h 240"/>
                <a:gd name="T20" fmla="*/ 26 w 149"/>
                <a:gd name="T21" fmla="*/ 7 h 240"/>
                <a:gd name="T22" fmla="*/ 22 w 149"/>
                <a:gd name="T23" fmla="*/ 3 h 240"/>
                <a:gd name="T24" fmla="*/ 18 w 149"/>
                <a:gd name="T25" fmla="*/ 1 h 240"/>
                <a:gd name="T26" fmla="*/ 14 w 149"/>
                <a:gd name="T27" fmla="*/ 0 h 240"/>
                <a:gd name="T28" fmla="*/ 10 w 149"/>
                <a:gd name="T29" fmla="*/ 1 h 240"/>
                <a:gd name="T30" fmla="*/ 5 w 149"/>
                <a:gd name="T31" fmla="*/ 4 h 240"/>
                <a:gd name="T32" fmla="*/ 3 w 149"/>
                <a:gd name="T33" fmla="*/ 7 h 240"/>
                <a:gd name="T34" fmla="*/ 0 w 149"/>
                <a:gd name="T35" fmla="*/ 11 h 240"/>
                <a:gd name="T36" fmla="*/ 0 w 149"/>
                <a:gd name="T37" fmla="*/ 15 h 240"/>
                <a:gd name="T38" fmla="*/ 14 w 149"/>
                <a:gd name="T39" fmla="*/ 239 h 240"/>
                <a:gd name="T40" fmla="*/ 29 w 149"/>
                <a:gd name="T41" fmla="*/ 95 h 240"/>
                <a:gd name="T42" fmla="*/ 60 w 149"/>
                <a:gd name="T43" fmla="*/ 174 h 240"/>
                <a:gd name="T44" fmla="*/ 63 w 149"/>
                <a:gd name="T45" fmla="*/ 180 h 240"/>
                <a:gd name="T46" fmla="*/ 68 w 149"/>
                <a:gd name="T47" fmla="*/ 183 h 240"/>
                <a:gd name="T48" fmla="*/ 70 w 149"/>
                <a:gd name="T49" fmla="*/ 183 h 240"/>
                <a:gd name="T50" fmla="*/ 77 w 149"/>
                <a:gd name="T51" fmla="*/ 183 h 240"/>
                <a:gd name="T52" fmla="*/ 79 w 149"/>
                <a:gd name="T53" fmla="*/ 183 h 240"/>
                <a:gd name="T54" fmla="*/ 83 w 149"/>
                <a:gd name="T55" fmla="*/ 180 h 240"/>
                <a:gd name="T56" fmla="*/ 88 w 149"/>
                <a:gd name="T57" fmla="*/ 174 h 240"/>
                <a:gd name="T58" fmla="*/ 118 w 149"/>
                <a:gd name="T59" fmla="*/ 95 h 240"/>
                <a:gd name="T60" fmla="*/ 134 w 149"/>
                <a:gd name="T61" fmla="*/ 239 h 240"/>
                <a:gd name="T62" fmla="*/ 148 w 149"/>
                <a:gd name="T63" fmla="*/ 15 h 240"/>
                <a:gd name="T64" fmla="*/ 148 w 149"/>
                <a:gd name="T65" fmla="*/ 1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149" h="240">
                  <a:moveTo>
                    <a:pt x="148" y="11"/>
                  </a:moveTo>
                  <a:lnTo>
                    <a:pt x="148" y="11"/>
                  </a:lnTo>
                  <a:cubicBezTo>
                    <a:pt x="148" y="11"/>
                    <a:pt x="148" y="10"/>
                    <a:pt x="146" y="10"/>
                  </a:cubicBezTo>
                  <a:cubicBezTo>
                    <a:pt x="146" y="8"/>
                    <a:pt x="146" y="8"/>
                    <a:pt x="145" y="7"/>
                  </a:cubicBezTo>
                  <a:cubicBezTo>
                    <a:pt x="145" y="7"/>
                    <a:pt x="145" y="6"/>
                    <a:pt x="143" y="4"/>
                  </a:cubicBezTo>
                  <a:lnTo>
                    <a:pt x="142" y="4"/>
                  </a:lnTo>
                  <a:cubicBezTo>
                    <a:pt x="141" y="3"/>
                    <a:pt x="141" y="3"/>
                    <a:pt x="139" y="1"/>
                  </a:cubicBezTo>
                  <a:lnTo>
                    <a:pt x="139" y="1"/>
                  </a:lnTo>
                  <a:cubicBezTo>
                    <a:pt x="138" y="1"/>
                    <a:pt x="137" y="1"/>
                    <a:pt x="137" y="1"/>
                  </a:cubicBezTo>
                  <a:cubicBezTo>
                    <a:pt x="135" y="1"/>
                    <a:pt x="134" y="0"/>
                    <a:pt x="134" y="0"/>
                  </a:cubicBezTo>
                  <a:lnTo>
                    <a:pt x="134" y="0"/>
                  </a:lnTo>
                  <a:cubicBezTo>
                    <a:pt x="132" y="0"/>
                    <a:pt x="131" y="1"/>
                    <a:pt x="130" y="1"/>
                  </a:cubicBezTo>
                  <a:cubicBezTo>
                    <a:pt x="128" y="1"/>
                    <a:pt x="128" y="1"/>
                    <a:pt x="127" y="1"/>
                  </a:cubicBezTo>
                  <a:lnTo>
                    <a:pt x="125" y="3"/>
                  </a:lnTo>
                  <a:cubicBezTo>
                    <a:pt x="124" y="4"/>
                    <a:pt x="124" y="4"/>
                    <a:pt x="123" y="6"/>
                  </a:cubicBezTo>
                  <a:cubicBezTo>
                    <a:pt x="123" y="6"/>
                    <a:pt x="123" y="6"/>
                    <a:pt x="121" y="7"/>
                  </a:cubicBezTo>
                  <a:cubicBezTo>
                    <a:pt x="121" y="7"/>
                    <a:pt x="120" y="8"/>
                    <a:pt x="120" y="10"/>
                  </a:cubicBezTo>
                  <a:lnTo>
                    <a:pt x="120" y="10"/>
                  </a:lnTo>
                  <a:cubicBezTo>
                    <a:pt x="74" y="128"/>
                    <a:pt x="74" y="128"/>
                    <a:pt x="74" y="128"/>
                  </a:cubicBezTo>
                  <a:cubicBezTo>
                    <a:pt x="28" y="10"/>
                    <a:pt x="28" y="10"/>
                    <a:pt x="28" y="10"/>
                  </a:cubicBezTo>
                  <a:lnTo>
                    <a:pt x="28" y="10"/>
                  </a:lnTo>
                  <a:cubicBezTo>
                    <a:pt x="28" y="8"/>
                    <a:pt x="26" y="8"/>
                    <a:pt x="26" y="7"/>
                  </a:cubicBezTo>
                  <a:cubicBezTo>
                    <a:pt x="26" y="6"/>
                    <a:pt x="25" y="6"/>
                    <a:pt x="25" y="6"/>
                  </a:cubicBezTo>
                  <a:cubicBezTo>
                    <a:pt x="24" y="4"/>
                    <a:pt x="24" y="4"/>
                    <a:pt x="22" y="3"/>
                  </a:cubicBezTo>
                  <a:cubicBezTo>
                    <a:pt x="22" y="3"/>
                    <a:pt x="21" y="3"/>
                    <a:pt x="21" y="1"/>
                  </a:cubicBezTo>
                  <a:cubicBezTo>
                    <a:pt x="19" y="1"/>
                    <a:pt x="19" y="1"/>
                    <a:pt x="18" y="1"/>
                  </a:cubicBezTo>
                  <a:cubicBezTo>
                    <a:pt x="17" y="1"/>
                    <a:pt x="15" y="0"/>
                    <a:pt x="15" y="0"/>
                  </a:cubicBezTo>
                  <a:cubicBezTo>
                    <a:pt x="14" y="0"/>
                    <a:pt x="14" y="0"/>
                    <a:pt x="14" y="0"/>
                  </a:cubicBezTo>
                  <a:cubicBezTo>
                    <a:pt x="14" y="0"/>
                    <a:pt x="12" y="1"/>
                    <a:pt x="11" y="1"/>
                  </a:cubicBezTo>
                  <a:lnTo>
                    <a:pt x="10" y="1"/>
                  </a:lnTo>
                  <a:cubicBezTo>
                    <a:pt x="8" y="1"/>
                    <a:pt x="8" y="1"/>
                    <a:pt x="8" y="1"/>
                  </a:cubicBezTo>
                  <a:cubicBezTo>
                    <a:pt x="8" y="1"/>
                    <a:pt x="7" y="3"/>
                    <a:pt x="5" y="4"/>
                  </a:cubicBezTo>
                  <a:lnTo>
                    <a:pt x="4" y="4"/>
                  </a:lnTo>
                  <a:cubicBezTo>
                    <a:pt x="3" y="6"/>
                    <a:pt x="3" y="6"/>
                    <a:pt x="3" y="7"/>
                  </a:cubicBezTo>
                  <a:cubicBezTo>
                    <a:pt x="1" y="8"/>
                    <a:pt x="1" y="8"/>
                    <a:pt x="1" y="10"/>
                  </a:cubicBezTo>
                  <a:cubicBezTo>
                    <a:pt x="0" y="10"/>
                    <a:pt x="0" y="11"/>
                    <a:pt x="0" y="11"/>
                  </a:cubicBezTo>
                  <a:cubicBezTo>
                    <a:pt x="0" y="13"/>
                    <a:pt x="0" y="14"/>
                    <a:pt x="0" y="15"/>
                  </a:cubicBezTo>
                  <a:lnTo>
                    <a:pt x="0" y="15"/>
                  </a:lnTo>
                  <a:cubicBezTo>
                    <a:pt x="0" y="223"/>
                    <a:pt x="0" y="223"/>
                    <a:pt x="0" y="223"/>
                  </a:cubicBezTo>
                  <a:cubicBezTo>
                    <a:pt x="0" y="232"/>
                    <a:pt x="5" y="239"/>
                    <a:pt x="14" y="239"/>
                  </a:cubicBezTo>
                  <a:cubicBezTo>
                    <a:pt x="22" y="239"/>
                    <a:pt x="29" y="232"/>
                    <a:pt x="29" y="223"/>
                  </a:cubicBezTo>
                  <a:cubicBezTo>
                    <a:pt x="29" y="95"/>
                    <a:pt x="29" y="95"/>
                    <a:pt x="29" y="95"/>
                  </a:cubicBezTo>
                  <a:cubicBezTo>
                    <a:pt x="60" y="174"/>
                    <a:pt x="60" y="174"/>
                    <a:pt x="60" y="174"/>
                  </a:cubicBezTo>
                  <a:lnTo>
                    <a:pt x="60" y="174"/>
                  </a:lnTo>
                  <a:cubicBezTo>
                    <a:pt x="60" y="176"/>
                    <a:pt x="61" y="176"/>
                    <a:pt x="61" y="177"/>
                  </a:cubicBezTo>
                  <a:cubicBezTo>
                    <a:pt x="63" y="179"/>
                    <a:pt x="63" y="179"/>
                    <a:pt x="63" y="180"/>
                  </a:cubicBezTo>
                  <a:cubicBezTo>
                    <a:pt x="64" y="180"/>
                    <a:pt x="64" y="180"/>
                    <a:pt x="65" y="180"/>
                  </a:cubicBezTo>
                  <a:cubicBezTo>
                    <a:pt x="65" y="181"/>
                    <a:pt x="67" y="181"/>
                    <a:pt x="68" y="183"/>
                  </a:cubicBezTo>
                  <a:lnTo>
                    <a:pt x="68" y="183"/>
                  </a:lnTo>
                  <a:lnTo>
                    <a:pt x="70" y="183"/>
                  </a:lnTo>
                  <a:cubicBezTo>
                    <a:pt x="71" y="183"/>
                    <a:pt x="72" y="184"/>
                    <a:pt x="74" y="184"/>
                  </a:cubicBezTo>
                  <a:cubicBezTo>
                    <a:pt x="74" y="184"/>
                    <a:pt x="75" y="183"/>
                    <a:pt x="77" y="183"/>
                  </a:cubicBezTo>
                  <a:cubicBezTo>
                    <a:pt x="78" y="183"/>
                    <a:pt x="78" y="183"/>
                    <a:pt x="79" y="183"/>
                  </a:cubicBezTo>
                  <a:lnTo>
                    <a:pt x="79" y="183"/>
                  </a:lnTo>
                  <a:cubicBezTo>
                    <a:pt x="79" y="183"/>
                    <a:pt x="81" y="181"/>
                    <a:pt x="82" y="181"/>
                  </a:cubicBezTo>
                  <a:cubicBezTo>
                    <a:pt x="82" y="180"/>
                    <a:pt x="83" y="180"/>
                    <a:pt x="83" y="180"/>
                  </a:cubicBezTo>
                  <a:cubicBezTo>
                    <a:pt x="85" y="179"/>
                    <a:pt x="85" y="179"/>
                    <a:pt x="85" y="177"/>
                  </a:cubicBezTo>
                  <a:cubicBezTo>
                    <a:pt x="86" y="176"/>
                    <a:pt x="86" y="176"/>
                    <a:pt x="88" y="174"/>
                  </a:cubicBezTo>
                  <a:lnTo>
                    <a:pt x="88" y="174"/>
                  </a:lnTo>
                  <a:cubicBezTo>
                    <a:pt x="118" y="95"/>
                    <a:pt x="118" y="95"/>
                    <a:pt x="118" y="95"/>
                  </a:cubicBezTo>
                  <a:cubicBezTo>
                    <a:pt x="118" y="223"/>
                    <a:pt x="118" y="223"/>
                    <a:pt x="118" y="223"/>
                  </a:cubicBezTo>
                  <a:cubicBezTo>
                    <a:pt x="118" y="232"/>
                    <a:pt x="125" y="239"/>
                    <a:pt x="134" y="239"/>
                  </a:cubicBezTo>
                  <a:cubicBezTo>
                    <a:pt x="142" y="239"/>
                    <a:pt x="148" y="232"/>
                    <a:pt x="148" y="223"/>
                  </a:cubicBezTo>
                  <a:cubicBezTo>
                    <a:pt x="148" y="15"/>
                    <a:pt x="148" y="15"/>
                    <a:pt x="148" y="15"/>
                  </a:cubicBezTo>
                  <a:lnTo>
                    <a:pt x="148" y="15"/>
                  </a:lnTo>
                  <a:cubicBezTo>
                    <a:pt x="148" y="14"/>
                    <a:pt x="148" y="13"/>
                    <a:pt x="148" y="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7" name="Freeform 142">
              <a:extLst>
                <a:ext uri="{FF2B5EF4-FFF2-40B4-BE49-F238E27FC236}">
                  <a16:creationId xmlns:a16="http://schemas.microsoft.com/office/drawing/2014/main" id="{A6ADC991-6C3F-F11D-95B3-7E5D9642A42F}"/>
                </a:ext>
              </a:extLst>
            </p:cNvPr>
            <p:cNvSpPr>
              <a:spLocks noChangeArrowheads="1"/>
            </p:cNvSpPr>
            <p:nvPr/>
          </p:nvSpPr>
          <p:spPr bwMode="auto">
            <a:xfrm>
              <a:off x="9812338" y="4908550"/>
              <a:ext cx="66675" cy="85725"/>
            </a:xfrm>
            <a:custGeom>
              <a:avLst/>
              <a:gdLst>
                <a:gd name="T0" fmla="*/ 174 w 184"/>
                <a:gd name="T1" fmla="*/ 4 h 240"/>
                <a:gd name="T2" fmla="*/ 174 w 184"/>
                <a:gd name="T3" fmla="*/ 4 h 240"/>
                <a:gd name="T4" fmla="*/ 153 w 184"/>
                <a:gd name="T5" fmla="*/ 10 h 240"/>
                <a:gd name="T6" fmla="*/ 92 w 184"/>
                <a:gd name="T7" fmla="*/ 109 h 240"/>
                <a:gd name="T8" fmla="*/ 29 w 184"/>
                <a:gd name="T9" fmla="*/ 10 h 240"/>
                <a:gd name="T10" fmla="*/ 10 w 184"/>
                <a:gd name="T11" fmla="*/ 4 h 240"/>
                <a:gd name="T12" fmla="*/ 4 w 184"/>
                <a:gd name="T13" fmla="*/ 25 h 240"/>
                <a:gd name="T14" fmla="*/ 77 w 184"/>
                <a:gd name="T15" fmla="*/ 141 h 240"/>
                <a:gd name="T16" fmla="*/ 77 w 184"/>
                <a:gd name="T17" fmla="*/ 223 h 240"/>
                <a:gd name="T18" fmla="*/ 92 w 184"/>
                <a:gd name="T19" fmla="*/ 239 h 240"/>
                <a:gd name="T20" fmla="*/ 106 w 184"/>
                <a:gd name="T21" fmla="*/ 223 h 240"/>
                <a:gd name="T22" fmla="*/ 106 w 184"/>
                <a:gd name="T23" fmla="*/ 223 h 240"/>
                <a:gd name="T24" fmla="*/ 106 w 184"/>
                <a:gd name="T25" fmla="*/ 141 h 240"/>
                <a:gd name="T26" fmla="*/ 178 w 184"/>
                <a:gd name="T27" fmla="*/ 25 h 240"/>
                <a:gd name="T28" fmla="*/ 174 w 184"/>
                <a:gd name="T29" fmla="*/ 4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84" h="240">
                  <a:moveTo>
                    <a:pt x="174" y="4"/>
                  </a:moveTo>
                  <a:lnTo>
                    <a:pt x="174" y="4"/>
                  </a:lnTo>
                  <a:cubicBezTo>
                    <a:pt x="167" y="0"/>
                    <a:pt x="157" y="3"/>
                    <a:pt x="153" y="10"/>
                  </a:cubicBezTo>
                  <a:cubicBezTo>
                    <a:pt x="92" y="109"/>
                    <a:pt x="92" y="109"/>
                    <a:pt x="92" y="109"/>
                  </a:cubicBezTo>
                  <a:cubicBezTo>
                    <a:pt x="29" y="10"/>
                    <a:pt x="29" y="10"/>
                    <a:pt x="29" y="10"/>
                  </a:cubicBezTo>
                  <a:cubicBezTo>
                    <a:pt x="25" y="3"/>
                    <a:pt x="17" y="0"/>
                    <a:pt x="10" y="4"/>
                  </a:cubicBezTo>
                  <a:cubicBezTo>
                    <a:pt x="3" y="8"/>
                    <a:pt x="0" y="18"/>
                    <a:pt x="4" y="25"/>
                  </a:cubicBezTo>
                  <a:cubicBezTo>
                    <a:pt x="77" y="141"/>
                    <a:pt x="77" y="141"/>
                    <a:pt x="77" y="141"/>
                  </a:cubicBezTo>
                  <a:cubicBezTo>
                    <a:pt x="77" y="223"/>
                    <a:pt x="77" y="223"/>
                    <a:pt x="77" y="223"/>
                  </a:cubicBezTo>
                  <a:cubicBezTo>
                    <a:pt x="77" y="232"/>
                    <a:pt x="84" y="239"/>
                    <a:pt x="92" y="239"/>
                  </a:cubicBezTo>
                  <a:cubicBezTo>
                    <a:pt x="100" y="239"/>
                    <a:pt x="106" y="232"/>
                    <a:pt x="106" y="223"/>
                  </a:cubicBezTo>
                  <a:lnTo>
                    <a:pt x="106" y="223"/>
                  </a:lnTo>
                  <a:cubicBezTo>
                    <a:pt x="106" y="141"/>
                    <a:pt x="106" y="141"/>
                    <a:pt x="106" y="141"/>
                  </a:cubicBezTo>
                  <a:cubicBezTo>
                    <a:pt x="178" y="25"/>
                    <a:pt x="178" y="25"/>
                    <a:pt x="178" y="25"/>
                  </a:cubicBezTo>
                  <a:cubicBezTo>
                    <a:pt x="183" y="18"/>
                    <a:pt x="181" y="8"/>
                    <a:pt x="17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8" name="Freeform 143">
              <a:extLst>
                <a:ext uri="{FF2B5EF4-FFF2-40B4-BE49-F238E27FC236}">
                  <a16:creationId xmlns:a16="http://schemas.microsoft.com/office/drawing/2014/main" id="{C56D0031-562A-8302-D5E5-9578F75B6169}"/>
                </a:ext>
              </a:extLst>
            </p:cNvPr>
            <p:cNvSpPr>
              <a:spLocks noChangeArrowheads="1"/>
            </p:cNvSpPr>
            <p:nvPr/>
          </p:nvSpPr>
          <p:spPr bwMode="auto">
            <a:xfrm>
              <a:off x="9744075" y="4908550"/>
              <a:ext cx="53975" cy="85725"/>
            </a:xfrm>
            <a:custGeom>
              <a:avLst/>
              <a:gdLst>
                <a:gd name="T0" fmla="*/ 54 w 150"/>
                <a:gd name="T1" fmla="*/ 35 h 240"/>
                <a:gd name="T2" fmla="*/ 54 w 150"/>
                <a:gd name="T3" fmla="*/ 35 h 240"/>
                <a:gd name="T4" fmla="*/ 74 w 150"/>
                <a:gd name="T5" fmla="*/ 31 h 240"/>
                <a:gd name="T6" fmla="*/ 104 w 150"/>
                <a:gd name="T7" fmla="*/ 31 h 240"/>
                <a:gd name="T8" fmla="*/ 118 w 150"/>
                <a:gd name="T9" fmla="*/ 45 h 240"/>
                <a:gd name="T10" fmla="*/ 134 w 150"/>
                <a:gd name="T11" fmla="*/ 60 h 240"/>
                <a:gd name="T12" fmla="*/ 149 w 150"/>
                <a:gd name="T13" fmla="*/ 45 h 240"/>
                <a:gd name="T14" fmla="*/ 149 w 150"/>
                <a:gd name="T15" fmla="*/ 45 h 240"/>
                <a:gd name="T16" fmla="*/ 104 w 150"/>
                <a:gd name="T17" fmla="*/ 0 h 240"/>
                <a:gd name="T18" fmla="*/ 74 w 150"/>
                <a:gd name="T19" fmla="*/ 0 h 240"/>
                <a:gd name="T20" fmla="*/ 40 w 150"/>
                <a:gd name="T21" fmla="*/ 8 h 240"/>
                <a:gd name="T22" fmla="*/ 21 w 150"/>
                <a:gd name="T23" fmla="*/ 25 h 240"/>
                <a:gd name="T24" fmla="*/ 4 w 150"/>
                <a:gd name="T25" fmla="*/ 64 h 240"/>
                <a:gd name="T26" fmla="*/ 0 w 150"/>
                <a:gd name="T27" fmla="*/ 120 h 240"/>
                <a:gd name="T28" fmla="*/ 17 w 150"/>
                <a:gd name="T29" fmla="*/ 206 h 240"/>
                <a:gd name="T30" fmla="*/ 40 w 150"/>
                <a:gd name="T31" fmla="*/ 232 h 240"/>
                <a:gd name="T32" fmla="*/ 74 w 150"/>
                <a:gd name="T33" fmla="*/ 239 h 240"/>
                <a:gd name="T34" fmla="*/ 104 w 150"/>
                <a:gd name="T35" fmla="*/ 239 h 240"/>
                <a:gd name="T36" fmla="*/ 149 w 150"/>
                <a:gd name="T37" fmla="*/ 194 h 240"/>
                <a:gd name="T38" fmla="*/ 149 w 150"/>
                <a:gd name="T39" fmla="*/ 134 h 240"/>
                <a:gd name="T40" fmla="*/ 145 w 150"/>
                <a:gd name="T41" fmla="*/ 124 h 240"/>
                <a:gd name="T42" fmla="*/ 134 w 150"/>
                <a:gd name="T43" fmla="*/ 120 h 240"/>
                <a:gd name="T44" fmla="*/ 74 w 150"/>
                <a:gd name="T45" fmla="*/ 120 h 240"/>
                <a:gd name="T46" fmla="*/ 60 w 150"/>
                <a:gd name="T47" fmla="*/ 134 h 240"/>
                <a:gd name="T48" fmla="*/ 74 w 150"/>
                <a:gd name="T49" fmla="*/ 149 h 240"/>
                <a:gd name="T50" fmla="*/ 118 w 150"/>
                <a:gd name="T51" fmla="*/ 149 h 240"/>
                <a:gd name="T52" fmla="*/ 118 w 150"/>
                <a:gd name="T53" fmla="*/ 194 h 240"/>
                <a:gd name="T54" fmla="*/ 104 w 150"/>
                <a:gd name="T55" fmla="*/ 209 h 240"/>
                <a:gd name="T56" fmla="*/ 74 w 150"/>
                <a:gd name="T57" fmla="*/ 209 h 240"/>
                <a:gd name="T58" fmla="*/ 54 w 150"/>
                <a:gd name="T59" fmla="*/ 205 h 240"/>
                <a:gd name="T60" fmla="*/ 44 w 150"/>
                <a:gd name="T61" fmla="*/ 197 h 240"/>
                <a:gd name="T62" fmla="*/ 33 w 150"/>
                <a:gd name="T63" fmla="*/ 169 h 240"/>
                <a:gd name="T64" fmla="*/ 29 w 150"/>
                <a:gd name="T65" fmla="*/ 120 h 240"/>
                <a:gd name="T66" fmla="*/ 42 w 150"/>
                <a:gd name="T67" fmla="*/ 48 h 240"/>
                <a:gd name="T68" fmla="*/ 54 w 150"/>
                <a:gd name="T69" fmla="*/ 35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50" h="240">
                  <a:moveTo>
                    <a:pt x="54" y="35"/>
                  </a:moveTo>
                  <a:lnTo>
                    <a:pt x="54" y="35"/>
                  </a:lnTo>
                  <a:cubicBezTo>
                    <a:pt x="60" y="32"/>
                    <a:pt x="65" y="31"/>
                    <a:pt x="74" y="31"/>
                  </a:cubicBezTo>
                  <a:cubicBezTo>
                    <a:pt x="104" y="31"/>
                    <a:pt x="104" y="31"/>
                    <a:pt x="104" y="31"/>
                  </a:cubicBezTo>
                  <a:cubicBezTo>
                    <a:pt x="113" y="31"/>
                    <a:pt x="118" y="36"/>
                    <a:pt x="118" y="45"/>
                  </a:cubicBezTo>
                  <a:cubicBezTo>
                    <a:pt x="118" y="53"/>
                    <a:pt x="125" y="60"/>
                    <a:pt x="134" y="60"/>
                  </a:cubicBezTo>
                  <a:cubicBezTo>
                    <a:pt x="142" y="60"/>
                    <a:pt x="149" y="53"/>
                    <a:pt x="149" y="45"/>
                  </a:cubicBezTo>
                  <a:lnTo>
                    <a:pt x="149" y="45"/>
                  </a:lnTo>
                  <a:cubicBezTo>
                    <a:pt x="149" y="21"/>
                    <a:pt x="128" y="0"/>
                    <a:pt x="104" y="0"/>
                  </a:cubicBezTo>
                  <a:cubicBezTo>
                    <a:pt x="74" y="0"/>
                    <a:pt x="74" y="0"/>
                    <a:pt x="74" y="0"/>
                  </a:cubicBezTo>
                  <a:cubicBezTo>
                    <a:pt x="63" y="0"/>
                    <a:pt x="51" y="3"/>
                    <a:pt x="40" y="8"/>
                  </a:cubicBezTo>
                  <a:cubicBezTo>
                    <a:pt x="33" y="13"/>
                    <a:pt x="26" y="18"/>
                    <a:pt x="21" y="25"/>
                  </a:cubicBezTo>
                  <a:cubicBezTo>
                    <a:pt x="14" y="35"/>
                    <a:pt x="8" y="49"/>
                    <a:pt x="4" y="64"/>
                  </a:cubicBezTo>
                  <a:cubicBezTo>
                    <a:pt x="1" y="80"/>
                    <a:pt x="0" y="98"/>
                    <a:pt x="0" y="120"/>
                  </a:cubicBezTo>
                  <a:cubicBezTo>
                    <a:pt x="0" y="158"/>
                    <a:pt x="4" y="186"/>
                    <a:pt x="17" y="206"/>
                  </a:cubicBezTo>
                  <a:cubicBezTo>
                    <a:pt x="22" y="218"/>
                    <a:pt x="31" y="226"/>
                    <a:pt x="40" y="232"/>
                  </a:cubicBezTo>
                  <a:cubicBezTo>
                    <a:pt x="51" y="236"/>
                    <a:pt x="63" y="239"/>
                    <a:pt x="74" y="239"/>
                  </a:cubicBezTo>
                  <a:cubicBezTo>
                    <a:pt x="104" y="239"/>
                    <a:pt x="104" y="239"/>
                    <a:pt x="104" y="239"/>
                  </a:cubicBezTo>
                  <a:cubicBezTo>
                    <a:pt x="128" y="239"/>
                    <a:pt x="149" y="219"/>
                    <a:pt x="149" y="194"/>
                  </a:cubicBezTo>
                  <a:cubicBezTo>
                    <a:pt x="149" y="134"/>
                    <a:pt x="149" y="134"/>
                    <a:pt x="149" y="134"/>
                  </a:cubicBezTo>
                  <a:cubicBezTo>
                    <a:pt x="149" y="131"/>
                    <a:pt x="148" y="127"/>
                    <a:pt x="145" y="124"/>
                  </a:cubicBezTo>
                  <a:cubicBezTo>
                    <a:pt x="142" y="121"/>
                    <a:pt x="138" y="120"/>
                    <a:pt x="134" y="120"/>
                  </a:cubicBezTo>
                  <a:cubicBezTo>
                    <a:pt x="74" y="120"/>
                    <a:pt x="74" y="120"/>
                    <a:pt x="74" y="120"/>
                  </a:cubicBezTo>
                  <a:cubicBezTo>
                    <a:pt x="65" y="120"/>
                    <a:pt x="60" y="126"/>
                    <a:pt x="60" y="134"/>
                  </a:cubicBezTo>
                  <a:cubicBezTo>
                    <a:pt x="60" y="142"/>
                    <a:pt x="65" y="149"/>
                    <a:pt x="74" y="149"/>
                  </a:cubicBezTo>
                  <a:cubicBezTo>
                    <a:pt x="118" y="149"/>
                    <a:pt x="118" y="149"/>
                    <a:pt x="118" y="149"/>
                  </a:cubicBezTo>
                  <a:cubicBezTo>
                    <a:pt x="118" y="194"/>
                    <a:pt x="118" y="194"/>
                    <a:pt x="118" y="194"/>
                  </a:cubicBezTo>
                  <a:cubicBezTo>
                    <a:pt x="118" y="202"/>
                    <a:pt x="113" y="209"/>
                    <a:pt x="104" y="209"/>
                  </a:cubicBezTo>
                  <a:cubicBezTo>
                    <a:pt x="74" y="209"/>
                    <a:pt x="74" y="209"/>
                    <a:pt x="74" y="209"/>
                  </a:cubicBezTo>
                  <a:cubicBezTo>
                    <a:pt x="65" y="209"/>
                    <a:pt x="60" y="208"/>
                    <a:pt x="54" y="205"/>
                  </a:cubicBezTo>
                  <a:cubicBezTo>
                    <a:pt x="51" y="202"/>
                    <a:pt x="47" y="200"/>
                    <a:pt x="44" y="197"/>
                  </a:cubicBezTo>
                  <a:cubicBezTo>
                    <a:pt x="40" y="191"/>
                    <a:pt x="36" y="181"/>
                    <a:pt x="33" y="169"/>
                  </a:cubicBezTo>
                  <a:cubicBezTo>
                    <a:pt x="31" y="156"/>
                    <a:pt x="29" y="140"/>
                    <a:pt x="29" y="120"/>
                  </a:cubicBezTo>
                  <a:cubicBezTo>
                    <a:pt x="29" y="84"/>
                    <a:pt x="35" y="60"/>
                    <a:pt x="42" y="48"/>
                  </a:cubicBezTo>
                  <a:cubicBezTo>
                    <a:pt x="46" y="41"/>
                    <a:pt x="50" y="36"/>
                    <a:pt x="54" y="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9" name="Group 182">
            <a:extLst>
              <a:ext uri="{FF2B5EF4-FFF2-40B4-BE49-F238E27FC236}">
                <a16:creationId xmlns:a16="http://schemas.microsoft.com/office/drawing/2014/main" id="{817508A2-A99E-0A02-7220-4A155CD2768B}"/>
              </a:ext>
            </a:extLst>
          </p:cNvPr>
          <p:cNvGrpSpPr/>
          <p:nvPr/>
        </p:nvGrpSpPr>
        <p:grpSpPr>
          <a:xfrm>
            <a:off x="9722519" y="4517132"/>
            <a:ext cx="257175" cy="185738"/>
            <a:chOff x="8694738" y="4838700"/>
            <a:chExt cx="257175" cy="185738"/>
          </a:xfrm>
          <a:solidFill>
            <a:schemeClr val="accent4"/>
          </a:solidFill>
        </p:grpSpPr>
        <p:sp>
          <p:nvSpPr>
            <p:cNvPr id="180" name="Freeform 144">
              <a:extLst>
                <a:ext uri="{FF2B5EF4-FFF2-40B4-BE49-F238E27FC236}">
                  <a16:creationId xmlns:a16="http://schemas.microsoft.com/office/drawing/2014/main" id="{EA96D2C7-1578-CE32-8C72-E5AF4A5E54E6}"/>
                </a:ext>
              </a:extLst>
            </p:cNvPr>
            <p:cNvSpPr>
              <a:spLocks noChangeArrowheads="1"/>
            </p:cNvSpPr>
            <p:nvPr/>
          </p:nvSpPr>
          <p:spPr bwMode="auto">
            <a:xfrm>
              <a:off x="8904288" y="4838700"/>
              <a:ext cx="47625" cy="185738"/>
            </a:xfrm>
            <a:custGeom>
              <a:avLst/>
              <a:gdLst>
                <a:gd name="T0" fmla="*/ 5 w 132"/>
                <a:gd name="T1" fmla="*/ 6 h 517"/>
                <a:gd name="T2" fmla="*/ 5 w 132"/>
                <a:gd name="T3" fmla="*/ 6 h 517"/>
                <a:gd name="T4" fmla="*/ 5 w 132"/>
                <a:gd name="T5" fmla="*/ 27 h 517"/>
                <a:gd name="T6" fmla="*/ 5 w 132"/>
                <a:gd name="T7" fmla="*/ 27 h 517"/>
                <a:gd name="T8" fmla="*/ 101 w 132"/>
                <a:gd name="T9" fmla="*/ 258 h 517"/>
                <a:gd name="T10" fmla="*/ 5 w 132"/>
                <a:gd name="T11" fmla="*/ 490 h 517"/>
                <a:gd name="T12" fmla="*/ 5 w 132"/>
                <a:gd name="T13" fmla="*/ 510 h 517"/>
                <a:gd name="T14" fmla="*/ 26 w 132"/>
                <a:gd name="T15" fmla="*/ 510 h 517"/>
                <a:gd name="T16" fmla="*/ 131 w 132"/>
                <a:gd name="T17" fmla="*/ 258 h 517"/>
                <a:gd name="T18" fmla="*/ 26 w 132"/>
                <a:gd name="T19" fmla="*/ 6 h 517"/>
                <a:gd name="T20" fmla="*/ 5 w 132"/>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2" h="517">
                  <a:moveTo>
                    <a:pt x="5" y="6"/>
                  </a:moveTo>
                  <a:lnTo>
                    <a:pt x="5" y="6"/>
                  </a:lnTo>
                  <a:cubicBezTo>
                    <a:pt x="0" y="11"/>
                    <a:pt x="0" y="21"/>
                    <a:pt x="5" y="27"/>
                  </a:cubicBezTo>
                  <a:lnTo>
                    <a:pt x="5" y="27"/>
                  </a:lnTo>
                  <a:cubicBezTo>
                    <a:pt x="65" y="87"/>
                    <a:pt x="101" y="167"/>
                    <a:pt x="101" y="258"/>
                  </a:cubicBezTo>
                  <a:cubicBezTo>
                    <a:pt x="101" y="349"/>
                    <a:pt x="65" y="430"/>
                    <a:pt x="5" y="490"/>
                  </a:cubicBezTo>
                  <a:cubicBezTo>
                    <a:pt x="0" y="495"/>
                    <a:pt x="0" y="505"/>
                    <a:pt x="5" y="510"/>
                  </a:cubicBezTo>
                  <a:cubicBezTo>
                    <a:pt x="11" y="516"/>
                    <a:pt x="21" y="516"/>
                    <a:pt x="26" y="510"/>
                  </a:cubicBezTo>
                  <a:cubicBezTo>
                    <a:pt x="92" y="446"/>
                    <a:pt x="131" y="357"/>
                    <a:pt x="131" y="258"/>
                  </a:cubicBezTo>
                  <a:cubicBezTo>
                    <a:pt x="131" y="159"/>
                    <a:pt x="92" y="70"/>
                    <a:pt x="26" y="6"/>
                  </a:cubicBezTo>
                  <a:cubicBezTo>
                    <a:pt x="21" y="0"/>
                    <a:pt x="11" y="0"/>
                    <a:pt x="5"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1" name="Freeform 145">
              <a:extLst>
                <a:ext uri="{FF2B5EF4-FFF2-40B4-BE49-F238E27FC236}">
                  <a16:creationId xmlns:a16="http://schemas.microsoft.com/office/drawing/2014/main" id="{57456FD4-A8B6-5F01-362E-202F7D51AB21}"/>
                </a:ext>
              </a:extLst>
            </p:cNvPr>
            <p:cNvSpPr>
              <a:spLocks noChangeArrowheads="1"/>
            </p:cNvSpPr>
            <p:nvPr/>
          </p:nvSpPr>
          <p:spPr bwMode="auto">
            <a:xfrm>
              <a:off x="8694738" y="4838700"/>
              <a:ext cx="47625" cy="185738"/>
            </a:xfrm>
            <a:custGeom>
              <a:avLst/>
              <a:gdLst>
                <a:gd name="T0" fmla="*/ 104 w 133"/>
                <a:gd name="T1" fmla="*/ 6 h 517"/>
                <a:gd name="T2" fmla="*/ 104 w 133"/>
                <a:gd name="T3" fmla="*/ 6 h 517"/>
                <a:gd name="T4" fmla="*/ 0 w 133"/>
                <a:gd name="T5" fmla="*/ 258 h 517"/>
                <a:gd name="T6" fmla="*/ 104 w 133"/>
                <a:gd name="T7" fmla="*/ 510 h 517"/>
                <a:gd name="T8" fmla="*/ 125 w 133"/>
                <a:gd name="T9" fmla="*/ 510 h 517"/>
                <a:gd name="T10" fmla="*/ 125 w 133"/>
                <a:gd name="T11" fmla="*/ 490 h 517"/>
                <a:gd name="T12" fmla="*/ 125 w 133"/>
                <a:gd name="T13" fmla="*/ 490 h 517"/>
                <a:gd name="T14" fmla="*/ 30 w 133"/>
                <a:gd name="T15" fmla="*/ 258 h 517"/>
                <a:gd name="T16" fmla="*/ 125 w 133"/>
                <a:gd name="T17" fmla="*/ 27 h 517"/>
                <a:gd name="T18" fmla="*/ 125 w 133"/>
                <a:gd name="T19" fmla="*/ 6 h 517"/>
                <a:gd name="T20" fmla="*/ 104 w 133"/>
                <a:gd name="T21" fmla="*/ 6 h 5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3" h="517">
                  <a:moveTo>
                    <a:pt x="104" y="6"/>
                  </a:moveTo>
                  <a:lnTo>
                    <a:pt x="104" y="6"/>
                  </a:lnTo>
                  <a:cubicBezTo>
                    <a:pt x="40" y="70"/>
                    <a:pt x="0" y="159"/>
                    <a:pt x="0" y="258"/>
                  </a:cubicBezTo>
                  <a:cubicBezTo>
                    <a:pt x="0" y="357"/>
                    <a:pt x="40" y="446"/>
                    <a:pt x="104" y="510"/>
                  </a:cubicBezTo>
                  <a:cubicBezTo>
                    <a:pt x="111" y="516"/>
                    <a:pt x="120" y="516"/>
                    <a:pt x="125" y="510"/>
                  </a:cubicBezTo>
                  <a:cubicBezTo>
                    <a:pt x="132" y="505"/>
                    <a:pt x="132" y="495"/>
                    <a:pt x="125" y="490"/>
                  </a:cubicBezTo>
                  <a:lnTo>
                    <a:pt x="125" y="490"/>
                  </a:lnTo>
                  <a:cubicBezTo>
                    <a:pt x="67" y="430"/>
                    <a:pt x="30" y="349"/>
                    <a:pt x="30" y="258"/>
                  </a:cubicBezTo>
                  <a:cubicBezTo>
                    <a:pt x="30" y="167"/>
                    <a:pt x="67" y="87"/>
                    <a:pt x="125" y="27"/>
                  </a:cubicBezTo>
                  <a:cubicBezTo>
                    <a:pt x="132" y="21"/>
                    <a:pt x="132" y="11"/>
                    <a:pt x="125" y="6"/>
                  </a:cubicBezTo>
                  <a:cubicBezTo>
                    <a:pt x="120" y="0"/>
                    <a:pt x="111" y="0"/>
                    <a:pt x="10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2" name="Freeform 146">
              <a:extLst>
                <a:ext uri="{FF2B5EF4-FFF2-40B4-BE49-F238E27FC236}">
                  <a16:creationId xmlns:a16="http://schemas.microsoft.com/office/drawing/2014/main" id="{DB26F457-8019-9B12-8450-150977BECB40}"/>
                </a:ext>
              </a:extLst>
            </p:cNvPr>
            <p:cNvSpPr>
              <a:spLocks noChangeArrowheads="1"/>
            </p:cNvSpPr>
            <p:nvPr/>
          </p:nvSpPr>
          <p:spPr bwMode="auto">
            <a:xfrm>
              <a:off x="8880475" y="4860925"/>
              <a:ext cx="38100" cy="141288"/>
            </a:xfrm>
            <a:custGeom>
              <a:avLst/>
              <a:gdLst>
                <a:gd name="T0" fmla="*/ 26 w 105"/>
                <a:gd name="T1" fmla="*/ 5 h 391"/>
                <a:gd name="T2" fmla="*/ 26 w 105"/>
                <a:gd name="T3" fmla="*/ 5 h 391"/>
                <a:gd name="T4" fmla="*/ 5 w 105"/>
                <a:gd name="T5" fmla="*/ 5 h 391"/>
                <a:gd name="T6" fmla="*/ 5 w 105"/>
                <a:gd name="T7" fmla="*/ 26 h 391"/>
                <a:gd name="T8" fmla="*/ 75 w 105"/>
                <a:gd name="T9" fmla="*/ 195 h 391"/>
                <a:gd name="T10" fmla="*/ 5 w 105"/>
                <a:gd name="T11" fmla="*/ 364 h 391"/>
                <a:gd name="T12" fmla="*/ 5 w 105"/>
                <a:gd name="T13" fmla="*/ 385 h 391"/>
                <a:gd name="T14" fmla="*/ 26 w 105"/>
                <a:gd name="T15" fmla="*/ 385 h 391"/>
                <a:gd name="T16" fmla="*/ 26 w 105"/>
                <a:gd name="T17" fmla="*/ 385 h 391"/>
                <a:gd name="T18" fmla="*/ 104 w 105"/>
                <a:gd name="T19" fmla="*/ 195 h 391"/>
                <a:gd name="T20" fmla="*/ 26 w 105"/>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5" h="391">
                  <a:moveTo>
                    <a:pt x="26" y="5"/>
                  </a:moveTo>
                  <a:lnTo>
                    <a:pt x="26" y="5"/>
                  </a:lnTo>
                  <a:cubicBezTo>
                    <a:pt x="21" y="0"/>
                    <a:pt x="11" y="0"/>
                    <a:pt x="5" y="5"/>
                  </a:cubicBezTo>
                  <a:cubicBezTo>
                    <a:pt x="0" y="11"/>
                    <a:pt x="0" y="21"/>
                    <a:pt x="5" y="26"/>
                  </a:cubicBezTo>
                  <a:cubicBezTo>
                    <a:pt x="49" y="70"/>
                    <a:pt x="75" y="129"/>
                    <a:pt x="75" y="195"/>
                  </a:cubicBezTo>
                  <a:cubicBezTo>
                    <a:pt x="75" y="261"/>
                    <a:pt x="49" y="321"/>
                    <a:pt x="5" y="364"/>
                  </a:cubicBezTo>
                  <a:cubicBezTo>
                    <a:pt x="0" y="369"/>
                    <a:pt x="0" y="379"/>
                    <a:pt x="5" y="385"/>
                  </a:cubicBezTo>
                  <a:cubicBezTo>
                    <a:pt x="11" y="390"/>
                    <a:pt x="21" y="390"/>
                    <a:pt x="26" y="385"/>
                  </a:cubicBezTo>
                  <a:lnTo>
                    <a:pt x="26" y="385"/>
                  </a:lnTo>
                  <a:cubicBezTo>
                    <a:pt x="75" y="336"/>
                    <a:pt x="104" y="269"/>
                    <a:pt x="104" y="195"/>
                  </a:cubicBezTo>
                  <a:cubicBezTo>
                    <a:pt x="104" y="121"/>
                    <a:pt x="75" y="54"/>
                    <a:pt x="26"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47">
              <a:extLst>
                <a:ext uri="{FF2B5EF4-FFF2-40B4-BE49-F238E27FC236}">
                  <a16:creationId xmlns:a16="http://schemas.microsoft.com/office/drawing/2014/main" id="{87859539-EA31-665D-DC95-BC9BFD68C052}"/>
                </a:ext>
              </a:extLst>
            </p:cNvPr>
            <p:cNvSpPr>
              <a:spLocks noChangeArrowheads="1"/>
            </p:cNvSpPr>
            <p:nvPr/>
          </p:nvSpPr>
          <p:spPr bwMode="auto">
            <a:xfrm>
              <a:off x="8726488" y="4860925"/>
              <a:ext cx="38100" cy="141288"/>
            </a:xfrm>
            <a:custGeom>
              <a:avLst/>
              <a:gdLst>
                <a:gd name="T0" fmla="*/ 79 w 107"/>
                <a:gd name="T1" fmla="*/ 5 h 391"/>
                <a:gd name="T2" fmla="*/ 79 w 107"/>
                <a:gd name="T3" fmla="*/ 5 h 391"/>
                <a:gd name="T4" fmla="*/ 79 w 107"/>
                <a:gd name="T5" fmla="*/ 5 h 391"/>
                <a:gd name="T6" fmla="*/ 0 w 107"/>
                <a:gd name="T7" fmla="*/ 195 h 391"/>
                <a:gd name="T8" fmla="*/ 79 w 107"/>
                <a:gd name="T9" fmla="*/ 385 h 391"/>
                <a:gd name="T10" fmla="*/ 100 w 107"/>
                <a:gd name="T11" fmla="*/ 385 h 391"/>
                <a:gd name="T12" fmla="*/ 100 w 107"/>
                <a:gd name="T13" fmla="*/ 364 h 391"/>
                <a:gd name="T14" fmla="*/ 31 w 107"/>
                <a:gd name="T15" fmla="*/ 195 h 391"/>
                <a:gd name="T16" fmla="*/ 100 w 107"/>
                <a:gd name="T17" fmla="*/ 26 h 391"/>
                <a:gd name="T18" fmla="*/ 100 w 107"/>
                <a:gd name="T19" fmla="*/ 5 h 391"/>
                <a:gd name="T20" fmla="*/ 79 w 107"/>
                <a:gd name="T21" fmla="*/ 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7" h="391">
                  <a:moveTo>
                    <a:pt x="79" y="5"/>
                  </a:moveTo>
                  <a:lnTo>
                    <a:pt x="79" y="5"/>
                  </a:lnTo>
                  <a:lnTo>
                    <a:pt x="79" y="5"/>
                  </a:lnTo>
                  <a:cubicBezTo>
                    <a:pt x="31" y="54"/>
                    <a:pt x="0" y="121"/>
                    <a:pt x="0" y="195"/>
                  </a:cubicBezTo>
                  <a:cubicBezTo>
                    <a:pt x="0" y="269"/>
                    <a:pt x="31" y="336"/>
                    <a:pt x="79" y="385"/>
                  </a:cubicBezTo>
                  <a:cubicBezTo>
                    <a:pt x="85" y="390"/>
                    <a:pt x="95" y="390"/>
                    <a:pt x="100" y="385"/>
                  </a:cubicBezTo>
                  <a:cubicBezTo>
                    <a:pt x="106" y="379"/>
                    <a:pt x="106" y="369"/>
                    <a:pt x="100" y="364"/>
                  </a:cubicBezTo>
                  <a:cubicBezTo>
                    <a:pt x="57" y="321"/>
                    <a:pt x="31" y="261"/>
                    <a:pt x="31" y="195"/>
                  </a:cubicBezTo>
                  <a:cubicBezTo>
                    <a:pt x="31" y="129"/>
                    <a:pt x="57" y="70"/>
                    <a:pt x="100" y="26"/>
                  </a:cubicBezTo>
                  <a:cubicBezTo>
                    <a:pt x="106" y="21"/>
                    <a:pt x="106" y="11"/>
                    <a:pt x="100" y="5"/>
                  </a:cubicBezTo>
                  <a:cubicBezTo>
                    <a:pt x="95" y="0"/>
                    <a:pt x="85" y="0"/>
                    <a:pt x="79"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48">
              <a:extLst>
                <a:ext uri="{FF2B5EF4-FFF2-40B4-BE49-F238E27FC236}">
                  <a16:creationId xmlns:a16="http://schemas.microsoft.com/office/drawing/2014/main" id="{BF88FE65-D34D-0097-02E5-00DDFC49831B}"/>
                </a:ext>
              </a:extLst>
            </p:cNvPr>
            <p:cNvSpPr>
              <a:spLocks noChangeArrowheads="1"/>
            </p:cNvSpPr>
            <p:nvPr/>
          </p:nvSpPr>
          <p:spPr bwMode="auto">
            <a:xfrm>
              <a:off x="8858250" y="4883150"/>
              <a:ext cx="28575" cy="95250"/>
            </a:xfrm>
            <a:custGeom>
              <a:avLst/>
              <a:gdLst>
                <a:gd name="T0" fmla="*/ 6 w 79"/>
                <a:gd name="T1" fmla="*/ 259 h 266"/>
                <a:gd name="T2" fmla="*/ 6 w 79"/>
                <a:gd name="T3" fmla="*/ 259 h 266"/>
                <a:gd name="T4" fmla="*/ 27 w 79"/>
                <a:gd name="T5" fmla="*/ 259 h 266"/>
                <a:gd name="T6" fmla="*/ 27 w 79"/>
                <a:gd name="T7" fmla="*/ 259 h 266"/>
                <a:gd name="T8" fmla="*/ 78 w 79"/>
                <a:gd name="T9" fmla="*/ 132 h 266"/>
                <a:gd name="T10" fmla="*/ 27 w 79"/>
                <a:gd name="T11" fmla="*/ 5 h 266"/>
                <a:gd name="T12" fmla="*/ 6 w 79"/>
                <a:gd name="T13" fmla="*/ 5 h 266"/>
                <a:gd name="T14" fmla="*/ 6 w 79"/>
                <a:gd name="T15" fmla="*/ 27 h 266"/>
                <a:gd name="T16" fmla="*/ 49 w 79"/>
                <a:gd name="T17" fmla="*/ 132 h 266"/>
                <a:gd name="T18" fmla="*/ 6 w 79"/>
                <a:gd name="T19" fmla="*/ 237 h 266"/>
                <a:gd name="T20" fmla="*/ 6 w 79"/>
                <a:gd name="T21" fmla="*/ 259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9" h="266">
                  <a:moveTo>
                    <a:pt x="6" y="259"/>
                  </a:moveTo>
                  <a:lnTo>
                    <a:pt x="6" y="259"/>
                  </a:lnTo>
                  <a:cubicBezTo>
                    <a:pt x="11" y="265"/>
                    <a:pt x="21" y="265"/>
                    <a:pt x="27" y="259"/>
                  </a:cubicBezTo>
                  <a:lnTo>
                    <a:pt x="27" y="259"/>
                  </a:lnTo>
                  <a:cubicBezTo>
                    <a:pt x="59" y="227"/>
                    <a:pt x="78" y="181"/>
                    <a:pt x="78" y="132"/>
                  </a:cubicBezTo>
                  <a:cubicBezTo>
                    <a:pt x="78" y="83"/>
                    <a:pt x="59" y="39"/>
                    <a:pt x="27" y="5"/>
                  </a:cubicBezTo>
                  <a:cubicBezTo>
                    <a:pt x="21" y="0"/>
                    <a:pt x="11" y="0"/>
                    <a:pt x="6" y="5"/>
                  </a:cubicBezTo>
                  <a:cubicBezTo>
                    <a:pt x="0" y="12"/>
                    <a:pt x="0" y="20"/>
                    <a:pt x="6" y="27"/>
                  </a:cubicBezTo>
                  <a:cubicBezTo>
                    <a:pt x="32" y="54"/>
                    <a:pt x="49" y="92"/>
                    <a:pt x="49" y="132"/>
                  </a:cubicBezTo>
                  <a:cubicBezTo>
                    <a:pt x="49" y="174"/>
                    <a:pt x="32" y="210"/>
                    <a:pt x="6" y="237"/>
                  </a:cubicBezTo>
                  <a:cubicBezTo>
                    <a:pt x="0" y="244"/>
                    <a:pt x="0" y="252"/>
                    <a:pt x="6"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5" name="Freeform 149">
              <a:extLst>
                <a:ext uri="{FF2B5EF4-FFF2-40B4-BE49-F238E27FC236}">
                  <a16:creationId xmlns:a16="http://schemas.microsoft.com/office/drawing/2014/main" id="{F45A35A7-C8A4-A993-3E84-F1839EE9F06B}"/>
                </a:ext>
              </a:extLst>
            </p:cNvPr>
            <p:cNvSpPr>
              <a:spLocks noChangeArrowheads="1"/>
            </p:cNvSpPr>
            <p:nvPr/>
          </p:nvSpPr>
          <p:spPr bwMode="auto">
            <a:xfrm>
              <a:off x="8758238" y="4883150"/>
              <a:ext cx="28575" cy="95250"/>
            </a:xfrm>
            <a:custGeom>
              <a:avLst/>
              <a:gdLst>
                <a:gd name="T0" fmla="*/ 74 w 81"/>
                <a:gd name="T1" fmla="*/ 5 h 266"/>
                <a:gd name="T2" fmla="*/ 74 w 81"/>
                <a:gd name="T3" fmla="*/ 5 h 266"/>
                <a:gd name="T4" fmla="*/ 53 w 81"/>
                <a:gd name="T5" fmla="*/ 5 h 266"/>
                <a:gd name="T6" fmla="*/ 53 w 81"/>
                <a:gd name="T7" fmla="*/ 5 h 266"/>
                <a:gd name="T8" fmla="*/ 0 w 81"/>
                <a:gd name="T9" fmla="*/ 132 h 266"/>
                <a:gd name="T10" fmla="*/ 53 w 81"/>
                <a:gd name="T11" fmla="*/ 259 h 266"/>
                <a:gd name="T12" fmla="*/ 74 w 81"/>
                <a:gd name="T13" fmla="*/ 259 h 266"/>
                <a:gd name="T14" fmla="*/ 74 w 81"/>
                <a:gd name="T15" fmla="*/ 237 h 266"/>
                <a:gd name="T16" fmla="*/ 31 w 81"/>
                <a:gd name="T17" fmla="*/ 132 h 266"/>
                <a:gd name="T18" fmla="*/ 74 w 81"/>
                <a:gd name="T19" fmla="*/ 27 h 266"/>
                <a:gd name="T20" fmla="*/ 74 w 81"/>
                <a:gd name="T21" fmla="*/ 5 h 2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1" h="266">
                  <a:moveTo>
                    <a:pt x="74" y="5"/>
                  </a:moveTo>
                  <a:lnTo>
                    <a:pt x="74" y="5"/>
                  </a:lnTo>
                  <a:cubicBezTo>
                    <a:pt x="69" y="0"/>
                    <a:pt x="59" y="0"/>
                    <a:pt x="53" y="5"/>
                  </a:cubicBezTo>
                  <a:lnTo>
                    <a:pt x="53" y="5"/>
                  </a:lnTo>
                  <a:cubicBezTo>
                    <a:pt x="21" y="39"/>
                    <a:pt x="0" y="83"/>
                    <a:pt x="0" y="132"/>
                  </a:cubicBezTo>
                  <a:cubicBezTo>
                    <a:pt x="0" y="181"/>
                    <a:pt x="21" y="227"/>
                    <a:pt x="53" y="259"/>
                  </a:cubicBezTo>
                  <a:cubicBezTo>
                    <a:pt x="59" y="265"/>
                    <a:pt x="69" y="265"/>
                    <a:pt x="74" y="259"/>
                  </a:cubicBezTo>
                  <a:cubicBezTo>
                    <a:pt x="80" y="252"/>
                    <a:pt x="80" y="244"/>
                    <a:pt x="74" y="237"/>
                  </a:cubicBezTo>
                  <a:cubicBezTo>
                    <a:pt x="48" y="210"/>
                    <a:pt x="31" y="174"/>
                    <a:pt x="31" y="132"/>
                  </a:cubicBezTo>
                  <a:cubicBezTo>
                    <a:pt x="31" y="92"/>
                    <a:pt x="48" y="54"/>
                    <a:pt x="74" y="27"/>
                  </a:cubicBezTo>
                  <a:cubicBezTo>
                    <a:pt x="80" y="20"/>
                    <a:pt x="80" y="12"/>
                    <a:pt x="7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6" name="Freeform 150">
              <a:extLst>
                <a:ext uri="{FF2B5EF4-FFF2-40B4-BE49-F238E27FC236}">
                  <a16:creationId xmlns:a16="http://schemas.microsoft.com/office/drawing/2014/main" id="{65475C03-C502-CC40-CB27-FEEEE63BBC87}"/>
                </a:ext>
              </a:extLst>
            </p:cNvPr>
            <p:cNvSpPr>
              <a:spLocks noChangeArrowheads="1"/>
            </p:cNvSpPr>
            <p:nvPr/>
          </p:nvSpPr>
          <p:spPr bwMode="auto">
            <a:xfrm>
              <a:off x="8801100" y="4908550"/>
              <a:ext cx="42863" cy="42863"/>
            </a:xfrm>
            <a:custGeom>
              <a:avLst/>
              <a:gdLst>
                <a:gd name="T0" fmla="*/ 119 w 120"/>
                <a:gd name="T1" fmla="*/ 60 h 121"/>
                <a:gd name="T2" fmla="*/ 119 w 120"/>
                <a:gd name="T3" fmla="*/ 60 h 121"/>
                <a:gd name="T4" fmla="*/ 59 w 120"/>
                <a:gd name="T5" fmla="*/ 0 h 121"/>
                <a:gd name="T6" fmla="*/ 0 w 120"/>
                <a:gd name="T7" fmla="*/ 60 h 121"/>
                <a:gd name="T8" fmla="*/ 59 w 120"/>
                <a:gd name="T9" fmla="*/ 120 h 121"/>
                <a:gd name="T10" fmla="*/ 119 w 120"/>
                <a:gd name="T11" fmla="*/ 60 h 121"/>
                <a:gd name="T12" fmla="*/ 29 w 120"/>
                <a:gd name="T13" fmla="*/ 60 h 121"/>
                <a:gd name="T14" fmla="*/ 29 w 120"/>
                <a:gd name="T15" fmla="*/ 60 h 121"/>
                <a:gd name="T16" fmla="*/ 59 w 120"/>
                <a:gd name="T17" fmla="*/ 31 h 121"/>
                <a:gd name="T18" fmla="*/ 89 w 120"/>
                <a:gd name="T19" fmla="*/ 60 h 121"/>
                <a:gd name="T20" fmla="*/ 59 w 120"/>
                <a:gd name="T21" fmla="*/ 89 h 121"/>
                <a:gd name="T22" fmla="*/ 29 w 120"/>
                <a:gd name="T23" fmla="*/ 6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119" y="60"/>
                  </a:moveTo>
                  <a:lnTo>
                    <a:pt x="119" y="60"/>
                  </a:lnTo>
                  <a:cubicBezTo>
                    <a:pt x="119" y="27"/>
                    <a:pt x="92" y="0"/>
                    <a:pt x="59" y="0"/>
                  </a:cubicBezTo>
                  <a:cubicBezTo>
                    <a:pt x="27" y="0"/>
                    <a:pt x="0" y="27"/>
                    <a:pt x="0" y="60"/>
                  </a:cubicBezTo>
                  <a:cubicBezTo>
                    <a:pt x="0" y="94"/>
                    <a:pt x="27" y="120"/>
                    <a:pt x="59" y="120"/>
                  </a:cubicBezTo>
                  <a:cubicBezTo>
                    <a:pt x="92" y="120"/>
                    <a:pt x="119" y="94"/>
                    <a:pt x="119" y="60"/>
                  </a:cubicBezTo>
                  <a:close/>
                  <a:moveTo>
                    <a:pt x="29" y="60"/>
                  </a:moveTo>
                  <a:lnTo>
                    <a:pt x="29" y="60"/>
                  </a:lnTo>
                  <a:cubicBezTo>
                    <a:pt x="29" y="43"/>
                    <a:pt x="43" y="31"/>
                    <a:pt x="59" y="31"/>
                  </a:cubicBezTo>
                  <a:cubicBezTo>
                    <a:pt x="75" y="31"/>
                    <a:pt x="89" y="43"/>
                    <a:pt x="89" y="60"/>
                  </a:cubicBezTo>
                  <a:cubicBezTo>
                    <a:pt x="89" y="77"/>
                    <a:pt x="75" y="89"/>
                    <a:pt x="59" y="89"/>
                  </a:cubicBezTo>
                  <a:cubicBezTo>
                    <a:pt x="43" y="89"/>
                    <a:pt x="29" y="77"/>
                    <a:pt x="29"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7" name="Group 190">
            <a:extLst>
              <a:ext uri="{FF2B5EF4-FFF2-40B4-BE49-F238E27FC236}">
                <a16:creationId xmlns:a16="http://schemas.microsoft.com/office/drawing/2014/main" id="{A39F317D-DED2-A13A-58F3-1E4C7ABE190F}"/>
              </a:ext>
            </a:extLst>
          </p:cNvPr>
          <p:cNvGrpSpPr/>
          <p:nvPr/>
        </p:nvGrpSpPr>
        <p:grpSpPr>
          <a:xfrm>
            <a:off x="9200231" y="4520308"/>
            <a:ext cx="222250" cy="179387"/>
            <a:chOff x="8172450" y="4840288"/>
            <a:chExt cx="222250" cy="179387"/>
          </a:xfrm>
          <a:solidFill>
            <a:schemeClr val="accent4"/>
          </a:solidFill>
        </p:grpSpPr>
        <p:sp>
          <p:nvSpPr>
            <p:cNvPr id="188" name="Freeform 151">
              <a:extLst>
                <a:ext uri="{FF2B5EF4-FFF2-40B4-BE49-F238E27FC236}">
                  <a16:creationId xmlns:a16="http://schemas.microsoft.com/office/drawing/2014/main" id="{4F1A6D90-25FA-AA60-E975-ECFBAFF25C05}"/>
                </a:ext>
              </a:extLst>
            </p:cNvPr>
            <p:cNvSpPr>
              <a:spLocks noChangeArrowheads="1"/>
            </p:cNvSpPr>
            <p:nvPr/>
          </p:nvSpPr>
          <p:spPr bwMode="auto">
            <a:xfrm>
              <a:off x="8172450" y="4840288"/>
              <a:ext cx="222250" cy="55562"/>
            </a:xfrm>
            <a:custGeom>
              <a:avLst/>
              <a:gdLst>
                <a:gd name="T0" fmla="*/ 611 w 617"/>
                <a:gd name="T1" fmla="*/ 146 h 153"/>
                <a:gd name="T2" fmla="*/ 611 w 617"/>
                <a:gd name="T3" fmla="*/ 146 h 153"/>
                <a:gd name="T4" fmla="*/ 611 w 617"/>
                <a:gd name="T5" fmla="*/ 125 h 153"/>
                <a:gd name="T6" fmla="*/ 308 w 617"/>
                <a:gd name="T7" fmla="*/ 0 h 153"/>
                <a:gd name="T8" fmla="*/ 6 w 617"/>
                <a:gd name="T9" fmla="*/ 125 h 153"/>
                <a:gd name="T10" fmla="*/ 6 w 617"/>
                <a:gd name="T11" fmla="*/ 146 h 153"/>
                <a:gd name="T12" fmla="*/ 27 w 617"/>
                <a:gd name="T13" fmla="*/ 146 h 153"/>
                <a:gd name="T14" fmla="*/ 27 w 617"/>
                <a:gd name="T15" fmla="*/ 146 h 153"/>
                <a:gd name="T16" fmla="*/ 308 w 617"/>
                <a:gd name="T17" fmla="*/ 29 h 153"/>
                <a:gd name="T18" fmla="*/ 590 w 617"/>
                <a:gd name="T19" fmla="*/ 146 h 153"/>
                <a:gd name="T20" fmla="*/ 611 w 617"/>
                <a:gd name="T21" fmla="*/ 146 h 1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17" h="153">
                  <a:moveTo>
                    <a:pt x="611" y="146"/>
                  </a:moveTo>
                  <a:lnTo>
                    <a:pt x="611" y="146"/>
                  </a:lnTo>
                  <a:cubicBezTo>
                    <a:pt x="616" y="140"/>
                    <a:pt x="616" y="131"/>
                    <a:pt x="611" y="125"/>
                  </a:cubicBezTo>
                  <a:cubicBezTo>
                    <a:pt x="533" y="47"/>
                    <a:pt x="427" y="0"/>
                    <a:pt x="308" y="0"/>
                  </a:cubicBezTo>
                  <a:cubicBezTo>
                    <a:pt x="190" y="0"/>
                    <a:pt x="84" y="47"/>
                    <a:pt x="6" y="125"/>
                  </a:cubicBezTo>
                  <a:cubicBezTo>
                    <a:pt x="0" y="131"/>
                    <a:pt x="0" y="140"/>
                    <a:pt x="6" y="146"/>
                  </a:cubicBezTo>
                  <a:cubicBezTo>
                    <a:pt x="11" y="152"/>
                    <a:pt x="21" y="152"/>
                    <a:pt x="27" y="146"/>
                  </a:cubicBezTo>
                  <a:lnTo>
                    <a:pt x="27" y="146"/>
                  </a:lnTo>
                  <a:cubicBezTo>
                    <a:pt x="99" y="74"/>
                    <a:pt x="198" y="29"/>
                    <a:pt x="308" y="29"/>
                  </a:cubicBezTo>
                  <a:cubicBezTo>
                    <a:pt x="418" y="29"/>
                    <a:pt x="517" y="74"/>
                    <a:pt x="590" y="146"/>
                  </a:cubicBezTo>
                  <a:cubicBezTo>
                    <a:pt x="596" y="152"/>
                    <a:pt x="605" y="152"/>
                    <a:pt x="611" y="1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9" name="Freeform 152">
              <a:extLst>
                <a:ext uri="{FF2B5EF4-FFF2-40B4-BE49-F238E27FC236}">
                  <a16:creationId xmlns:a16="http://schemas.microsoft.com/office/drawing/2014/main" id="{7BB802E9-7CA9-CD14-AC1F-23E2968DB5C0}"/>
                </a:ext>
              </a:extLst>
            </p:cNvPr>
            <p:cNvSpPr>
              <a:spLocks noChangeArrowheads="1"/>
            </p:cNvSpPr>
            <p:nvPr/>
          </p:nvSpPr>
          <p:spPr bwMode="auto">
            <a:xfrm>
              <a:off x="8199438" y="4878388"/>
              <a:ext cx="168275" cy="44450"/>
            </a:xfrm>
            <a:custGeom>
              <a:avLst/>
              <a:gdLst>
                <a:gd name="T0" fmla="*/ 459 w 466"/>
                <a:gd name="T1" fmla="*/ 114 h 122"/>
                <a:gd name="T2" fmla="*/ 459 w 466"/>
                <a:gd name="T3" fmla="*/ 114 h 122"/>
                <a:gd name="T4" fmla="*/ 459 w 466"/>
                <a:gd name="T5" fmla="*/ 93 h 122"/>
                <a:gd name="T6" fmla="*/ 459 w 466"/>
                <a:gd name="T7" fmla="*/ 93 h 122"/>
                <a:gd name="T8" fmla="*/ 233 w 466"/>
                <a:gd name="T9" fmla="*/ 0 h 122"/>
                <a:gd name="T10" fmla="*/ 7 w 466"/>
                <a:gd name="T11" fmla="*/ 93 h 122"/>
                <a:gd name="T12" fmla="*/ 7 w 466"/>
                <a:gd name="T13" fmla="*/ 114 h 122"/>
                <a:gd name="T14" fmla="*/ 28 w 466"/>
                <a:gd name="T15" fmla="*/ 114 h 122"/>
                <a:gd name="T16" fmla="*/ 233 w 466"/>
                <a:gd name="T17" fmla="*/ 29 h 122"/>
                <a:gd name="T18" fmla="*/ 438 w 466"/>
                <a:gd name="T19" fmla="*/ 114 h 122"/>
                <a:gd name="T20" fmla="*/ 459 w 466"/>
                <a:gd name="T21" fmla="*/ 11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466" h="122">
                  <a:moveTo>
                    <a:pt x="459" y="114"/>
                  </a:moveTo>
                  <a:lnTo>
                    <a:pt x="459" y="114"/>
                  </a:lnTo>
                  <a:cubicBezTo>
                    <a:pt x="465" y="109"/>
                    <a:pt x="465" y="100"/>
                    <a:pt x="459" y="93"/>
                  </a:cubicBezTo>
                  <a:lnTo>
                    <a:pt x="459" y="93"/>
                  </a:lnTo>
                  <a:cubicBezTo>
                    <a:pt x="402" y="36"/>
                    <a:pt x="321" y="0"/>
                    <a:pt x="233" y="0"/>
                  </a:cubicBezTo>
                  <a:cubicBezTo>
                    <a:pt x="145" y="0"/>
                    <a:pt x="65" y="36"/>
                    <a:pt x="7" y="93"/>
                  </a:cubicBezTo>
                  <a:cubicBezTo>
                    <a:pt x="0" y="100"/>
                    <a:pt x="0" y="109"/>
                    <a:pt x="7" y="114"/>
                  </a:cubicBezTo>
                  <a:cubicBezTo>
                    <a:pt x="13" y="121"/>
                    <a:pt x="23" y="121"/>
                    <a:pt x="28" y="114"/>
                  </a:cubicBezTo>
                  <a:cubicBezTo>
                    <a:pt x="80" y="63"/>
                    <a:pt x="154" y="29"/>
                    <a:pt x="233" y="29"/>
                  </a:cubicBezTo>
                  <a:cubicBezTo>
                    <a:pt x="313" y="29"/>
                    <a:pt x="385" y="63"/>
                    <a:pt x="438" y="114"/>
                  </a:cubicBezTo>
                  <a:cubicBezTo>
                    <a:pt x="444" y="121"/>
                    <a:pt x="454" y="121"/>
                    <a:pt x="459"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3">
              <a:extLst>
                <a:ext uri="{FF2B5EF4-FFF2-40B4-BE49-F238E27FC236}">
                  <a16:creationId xmlns:a16="http://schemas.microsoft.com/office/drawing/2014/main" id="{057AF5FA-3A76-045D-CD57-7B5F79175AC9}"/>
                </a:ext>
              </a:extLst>
            </p:cNvPr>
            <p:cNvSpPr>
              <a:spLocks noChangeArrowheads="1"/>
            </p:cNvSpPr>
            <p:nvPr/>
          </p:nvSpPr>
          <p:spPr bwMode="auto">
            <a:xfrm>
              <a:off x="8228013" y="4916488"/>
              <a:ext cx="112712" cy="33337"/>
            </a:xfrm>
            <a:custGeom>
              <a:avLst/>
              <a:gdLst>
                <a:gd name="T0" fmla="*/ 307 w 313"/>
                <a:gd name="T1" fmla="*/ 84 h 91"/>
                <a:gd name="T2" fmla="*/ 307 w 313"/>
                <a:gd name="T3" fmla="*/ 84 h 91"/>
                <a:gd name="T4" fmla="*/ 307 w 313"/>
                <a:gd name="T5" fmla="*/ 63 h 91"/>
                <a:gd name="T6" fmla="*/ 307 w 313"/>
                <a:gd name="T7" fmla="*/ 63 h 91"/>
                <a:gd name="T8" fmla="*/ 156 w 313"/>
                <a:gd name="T9" fmla="*/ 0 h 91"/>
                <a:gd name="T10" fmla="*/ 6 w 313"/>
                <a:gd name="T11" fmla="*/ 63 h 91"/>
                <a:gd name="T12" fmla="*/ 6 w 313"/>
                <a:gd name="T13" fmla="*/ 84 h 91"/>
                <a:gd name="T14" fmla="*/ 27 w 313"/>
                <a:gd name="T15" fmla="*/ 84 h 91"/>
                <a:gd name="T16" fmla="*/ 156 w 313"/>
                <a:gd name="T17" fmla="*/ 31 h 91"/>
                <a:gd name="T18" fmla="*/ 286 w 313"/>
                <a:gd name="T19" fmla="*/ 84 h 91"/>
                <a:gd name="T20" fmla="*/ 307 w 313"/>
                <a:gd name="T21"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13" h="91">
                  <a:moveTo>
                    <a:pt x="307" y="84"/>
                  </a:moveTo>
                  <a:lnTo>
                    <a:pt x="307" y="84"/>
                  </a:lnTo>
                  <a:cubicBezTo>
                    <a:pt x="312" y="78"/>
                    <a:pt x="312" y="69"/>
                    <a:pt x="307" y="63"/>
                  </a:cubicBezTo>
                  <a:lnTo>
                    <a:pt x="307" y="63"/>
                  </a:lnTo>
                  <a:cubicBezTo>
                    <a:pt x="268" y="26"/>
                    <a:pt x="215" y="0"/>
                    <a:pt x="156" y="0"/>
                  </a:cubicBezTo>
                  <a:cubicBezTo>
                    <a:pt x="98" y="0"/>
                    <a:pt x="45" y="26"/>
                    <a:pt x="6" y="63"/>
                  </a:cubicBezTo>
                  <a:cubicBezTo>
                    <a:pt x="0" y="69"/>
                    <a:pt x="0" y="78"/>
                    <a:pt x="6" y="84"/>
                  </a:cubicBezTo>
                  <a:cubicBezTo>
                    <a:pt x="11" y="90"/>
                    <a:pt x="21" y="90"/>
                    <a:pt x="27" y="84"/>
                  </a:cubicBezTo>
                  <a:cubicBezTo>
                    <a:pt x="60" y="51"/>
                    <a:pt x="106" y="31"/>
                    <a:pt x="156" y="31"/>
                  </a:cubicBezTo>
                  <a:cubicBezTo>
                    <a:pt x="206" y="31"/>
                    <a:pt x="253" y="51"/>
                    <a:pt x="286" y="84"/>
                  </a:cubicBezTo>
                  <a:cubicBezTo>
                    <a:pt x="292" y="90"/>
                    <a:pt x="301" y="90"/>
                    <a:pt x="307" y="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1" name="Freeform 154">
              <a:extLst>
                <a:ext uri="{FF2B5EF4-FFF2-40B4-BE49-F238E27FC236}">
                  <a16:creationId xmlns:a16="http://schemas.microsoft.com/office/drawing/2014/main" id="{2BA82382-E8DB-E025-F8A1-A4B1ACB4719F}"/>
                </a:ext>
              </a:extLst>
            </p:cNvPr>
            <p:cNvSpPr>
              <a:spLocks noChangeArrowheads="1"/>
            </p:cNvSpPr>
            <p:nvPr/>
          </p:nvSpPr>
          <p:spPr bwMode="auto">
            <a:xfrm>
              <a:off x="8259763" y="4968875"/>
              <a:ext cx="49212" cy="50800"/>
            </a:xfrm>
            <a:custGeom>
              <a:avLst/>
              <a:gdLst>
                <a:gd name="T0" fmla="*/ 0 w 138"/>
                <a:gd name="T1" fmla="*/ 70 h 139"/>
                <a:gd name="T2" fmla="*/ 0 w 138"/>
                <a:gd name="T3" fmla="*/ 70 h 139"/>
                <a:gd name="T4" fmla="*/ 68 w 138"/>
                <a:gd name="T5" fmla="*/ 138 h 139"/>
                <a:gd name="T6" fmla="*/ 137 w 138"/>
                <a:gd name="T7" fmla="*/ 70 h 139"/>
                <a:gd name="T8" fmla="*/ 68 w 138"/>
                <a:gd name="T9" fmla="*/ 0 h 139"/>
                <a:gd name="T10" fmla="*/ 0 w 138"/>
                <a:gd name="T11" fmla="*/ 70 h 139"/>
                <a:gd name="T12" fmla="*/ 107 w 138"/>
                <a:gd name="T13" fmla="*/ 70 h 139"/>
                <a:gd name="T14" fmla="*/ 107 w 138"/>
                <a:gd name="T15" fmla="*/ 70 h 139"/>
                <a:gd name="T16" fmla="*/ 68 w 138"/>
                <a:gd name="T17" fmla="*/ 109 h 139"/>
                <a:gd name="T18" fmla="*/ 29 w 138"/>
                <a:gd name="T19" fmla="*/ 70 h 139"/>
                <a:gd name="T20" fmla="*/ 68 w 138"/>
                <a:gd name="T21" fmla="*/ 31 h 139"/>
                <a:gd name="T22" fmla="*/ 107 w 138"/>
                <a:gd name="T23" fmla="*/ 70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38" h="139">
                  <a:moveTo>
                    <a:pt x="0" y="70"/>
                  </a:moveTo>
                  <a:lnTo>
                    <a:pt x="0" y="70"/>
                  </a:lnTo>
                  <a:cubicBezTo>
                    <a:pt x="0" y="107"/>
                    <a:pt x="31" y="138"/>
                    <a:pt x="68" y="138"/>
                  </a:cubicBezTo>
                  <a:cubicBezTo>
                    <a:pt x="106" y="138"/>
                    <a:pt x="137" y="107"/>
                    <a:pt x="137" y="70"/>
                  </a:cubicBezTo>
                  <a:cubicBezTo>
                    <a:pt x="137" y="31"/>
                    <a:pt x="106" y="0"/>
                    <a:pt x="68" y="0"/>
                  </a:cubicBezTo>
                  <a:cubicBezTo>
                    <a:pt x="31" y="0"/>
                    <a:pt x="0" y="31"/>
                    <a:pt x="0" y="70"/>
                  </a:cubicBezTo>
                  <a:close/>
                  <a:moveTo>
                    <a:pt x="107" y="70"/>
                  </a:moveTo>
                  <a:lnTo>
                    <a:pt x="107" y="70"/>
                  </a:lnTo>
                  <a:cubicBezTo>
                    <a:pt x="107" y="91"/>
                    <a:pt x="89" y="109"/>
                    <a:pt x="68" y="109"/>
                  </a:cubicBezTo>
                  <a:cubicBezTo>
                    <a:pt x="47" y="109"/>
                    <a:pt x="29" y="91"/>
                    <a:pt x="29" y="70"/>
                  </a:cubicBezTo>
                  <a:cubicBezTo>
                    <a:pt x="29" y="47"/>
                    <a:pt x="47" y="31"/>
                    <a:pt x="68" y="31"/>
                  </a:cubicBezTo>
                  <a:cubicBezTo>
                    <a:pt x="89" y="31"/>
                    <a:pt x="107" y="47"/>
                    <a:pt x="107" y="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2" name="Group 195">
            <a:extLst>
              <a:ext uri="{FF2B5EF4-FFF2-40B4-BE49-F238E27FC236}">
                <a16:creationId xmlns:a16="http://schemas.microsoft.com/office/drawing/2014/main" id="{17B5E531-C006-4D05-9776-5EB77679EC14}"/>
              </a:ext>
            </a:extLst>
          </p:cNvPr>
          <p:cNvGrpSpPr/>
          <p:nvPr/>
        </p:nvGrpSpPr>
        <p:grpSpPr>
          <a:xfrm>
            <a:off x="8200106" y="4481414"/>
            <a:ext cx="225425" cy="257175"/>
            <a:chOff x="7172325" y="4802188"/>
            <a:chExt cx="225425" cy="257175"/>
          </a:xfrm>
          <a:solidFill>
            <a:schemeClr val="accent4"/>
          </a:solidFill>
        </p:grpSpPr>
        <p:sp>
          <p:nvSpPr>
            <p:cNvPr id="193" name="Freeform 155">
              <a:extLst>
                <a:ext uri="{FF2B5EF4-FFF2-40B4-BE49-F238E27FC236}">
                  <a16:creationId xmlns:a16="http://schemas.microsoft.com/office/drawing/2014/main" id="{4AECCD93-33EC-F3E7-0530-3BAC2BC95402}"/>
                </a:ext>
              </a:extLst>
            </p:cNvPr>
            <p:cNvSpPr>
              <a:spLocks noChangeArrowheads="1"/>
            </p:cNvSpPr>
            <p:nvPr/>
          </p:nvSpPr>
          <p:spPr bwMode="auto">
            <a:xfrm>
              <a:off x="7172325" y="4802188"/>
              <a:ext cx="225425" cy="257175"/>
            </a:xfrm>
            <a:custGeom>
              <a:avLst/>
              <a:gdLst>
                <a:gd name="T0" fmla="*/ 46 w 626"/>
                <a:gd name="T1" fmla="*/ 714 h 715"/>
                <a:gd name="T2" fmla="*/ 46 w 626"/>
                <a:gd name="T3" fmla="*/ 714 h 715"/>
                <a:gd name="T4" fmla="*/ 579 w 626"/>
                <a:gd name="T5" fmla="*/ 714 h 715"/>
                <a:gd name="T6" fmla="*/ 625 w 626"/>
                <a:gd name="T7" fmla="*/ 668 h 715"/>
                <a:gd name="T8" fmla="*/ 625 w 626"/>
                <a:gd name="T9" fmla="*/ 46 h 715"/>
                <a:gd name="T10" fmla="*/ 579 w 626"/>
                <a:gd name="T11" fmla="*/ 0 h 715"/>
                <a:gd name="T12" fmla="*/ 46 w 626"/>
                <a:gd name="T13" fmla="*/ 0 h 715"/>
                <a:gd name="T14" fmla="*/ 0 w 626"/>
                <a:gd name="T15" fmla="*/ 46 h 715"/>
                <a:gd name="T16" fmla="*/ 0 w 626"/>
                <a:gd name="T17" fmla="*/ 668 h 715"/>
                <a:gd name="T18" fmla="*/ 46 w 626"/>
                <a:gd name="T19" fmla="*/ 714 h 715"/>
                <a:gd name="T20" fmla="*/ 30 w 626"/>
                <a:gd name="T21" fmla="*/ 46 h 715"/>
                <a:gd name="T22" fmla="*/ 30 w 626"/>
                <a:gd name="T23" fmla="*/ 46 h 715"/>
                <a:gd name="T24" fmla="*/ 46 w 626"/>
                <a:gd name="T25" fmla="*/ 29 h 715"/>
                <a:gd name="T26" fmla="*/ 579 w 626"/>
                <a:gd name="T27" fmla="*/ 29 h 715"/>
                <a:gd name="T28" fmla="*/ 596 w 626"/>
                <a:gd name="T29" fmla="*/ 46 h 715"/>
                <a:gd name="T30" fmla="*/ 596 w 626"/>
                <a:gd name="T31" fmla="*/ 668 h 715"/>
                <a:gd name="T32" fmla="*/ 579 w 626"/>
                <a:gd name="T33" fmla="*/ 685 h 715"/>
                <a:gd name="T34" fmla="*/ 46 w 626"/>
                <a:gd name="T35" fmla="*/ 685 h 715"/>
                <a:gd name="T36" fmla="*/ 30 w 626"/>
                <a:gd name="T37" fmla="*/ 668 h 715"/>
                <a:gd name="T38" fmla="*/ 30 w 626"/>
                <a:gd name="T39" fmla="*/ 4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26" h="715">
                  <a:moveTo>
                    <a:pt x="46" y="714"/>
                  </a:moveTo>
                  <a:lnTo>
                    <a:pt x="46" y="714"/>
                  </a:lnTo>
                  <a:cubicBezTo>
                    <a:pt x="579" y="714"/>
                    <a:pt x="579" y="714"/>
                    <a:pt x="579" y="714"/>
                  </a:cubicBezTo>
                  <a:cubicBezTo>
                    <a:pt x="604" y="714"/>
                    <a:pt x="625" y="693"/>
                    <a:pt x="625" y="668"/>
                  </a:cubicBezTo>
                  <a:cubicBezTo>
                    <a:pt x="625" y="46"/>
                    <a:pt x="625" y="46"/>
                    <a:pt x="625" y="46"/>
                  </a:cubicBezTo>
                  <a:cubicBezTo>
                    <a:pt x="625" y="21"/>
                    <a:pt x="604" y="0"/>
                    <a:pt x="579" y="0"/>
                  </a:cubicBezTo>
                  <a:cubicBezTo>
                    <a:pt x="46" y="0"/>
                    <a:pt x="46" y="0"/>
                    <a:pt x="46" y="0"/>
                  </a:cubicBezTo>
                  <a:cubicBezTo>
                    <a:pt x="21" y="0"/>
                    <a:pt x="0" y="21"/>
                    <a:pt x="0" y="46"/>
                  </a:cubicBezTo>
                  <a:cubicBezTo>
                    <a:pt x="0" y="668"/>
                    <a:pt x="0" y="668"/>
                    <a:pt x="0" y="668"/>
                  </a:cubicBezTo>
                  <a:cubicBezTo>
                    <a:pt x="0" y="693"/>
                    <a:pt x="21" y="714"/>
                    <a:pt x="46" y="714"/>
                  </a:cubicBezTo>
                  <a:close/>
                  <a:moveTo>
                    <a:pt x="30" y="46"/>
                  </a:moveTo>
                  <a:lnTo>
                    <a:pt x="30" y="46"/>
                  </a:lnTo>
                  <a:cubicBezTo>
                    <a:pt x="30" y="36"/>
                    <a:pt x="37" y="29"/>
                    <a:pt x="46" y="29"/>
                  </a:cubicBezTo>
                  <a:cubicBezTo>
                    <a:pt x="579" y="29"/>
                    <a:pt x="579" y="29"/>
                    <a:pt x="579" y="29"/>
                  </a:cubicBezTo>
                  <a:cubicBezTo>
                    <a:pt x="589" y="29"/>
                    <a:pt x="596" y="36"/>
                    <a:pt x="596" y="46"/>
                  </a:cubicBezTo>
                  <a:cubicBezTo>
                    <a:pt x="596" y="668"/>
                    <a:pt x="596" y="668"/>
                    <a:pt x="596" y="668"/>
                  </a:cubicBezTo>
                  <a:cubicBezTo>
                    <a:pt x="596" y="678"/>
                    <a:pt x="589" y="685"/>
                    <a:pt x="579" y="685"/>
                  </a:cubicBezTo>
                  <a:cubicBezTo>
                    <a:pt x="46" y="685"/>
                    <a:pt x="46" y="685"/>
                    <a:pt x="46" y="685"/>
                  </a:cubicBezTo>
                  <a:cubicBezTo>
                    <a:pt x="37" y="685"/>
                    <a:pt x="30" y="678"/>
                    <a:pt x="30" y="668"/>
                  </a:cubicBezTo>
                  <a:lnTo>
                    <a:pt x="30" y="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56">
              <a:extLst>
                <a:ext uri="{FF2B5EF4-FFF2-40B4-BE49-F238E27FC236}">
                  <a16:creationId xmlns:a16="http://schemas.microsoft.com/office/drawing/2014/main" id="{9D14A1EE-96D9-BB67-EA6B-ADCFE92C4CA5}"/>
                </a:ext>
              </a:extLst>
            </p:cNvPr>
            <p:cNvSpPr>
              <a:spLocks noChangeArrowheads="1"/>
            </p:cNvSpPr>
            <p:nvPr/>
          </p:nvSpPr>
          <p:spPr bwMode="auto">
            <a:xfrm>
              <a:off x="7205663" y="4867275"/>
              <a:ext cx="160337" cy="160338"/>
            </a:xfrm>
            <a:custGeom>
              <a:avLst/>
              <a:gdLst>
                <a:gd name="T0" fmla="*/ 223 w 447"/>
                <a:gd name="T1" fmla="*/ 446 h 447"/>
                <a:gd name="T2" fmla="*/ 223 w 447"/>
                <a:gd name="T3" fmla="*/ 446 h 447"/>
                <a:gd name="T4" fmla="*/ 446 w 447"/>
                <a:gd name="T5" fmla="*/ 223 h 447"/>
                <a:gd name="T6" fmla="*/ 223 w 447"/>
                <a:gd name="T7" fmla="*/ 0 h 447"/>
                <a:gd name="T8" fmla="*/ 0 w 447"/>
                <a:gd name="T9" fmla="*/ 223 h 447"/>
                <a:gd name="T10" fmla="*/ 223 w 447"/>
                <a:gd name="T11" fmla="*/ 446 h 447"/>
                <a:gd name="T12" fmla="*/ 359 w 447"/>
                <a:gd name="T13" fmla="*/ 359 h 447"/>
                <a:gd name="T14" fmla="*/ 359 w 447"/>
                <a:gd name="T15" fmla="*/ 359 h 447"/>
                <a:gd name="T16" fmla="*/ 223 w 447"/>
                <a:gd name="T17" fmla="*/ 417 h 447"/>
                <a:gd name="T18" fmla="*/ 86 w 447"/>
                <a:gd name="T19" fmla="*/ 359 h 447"/>
                <a:gd name="T20" fmla="*/ 36 w 447"/>
                <a:gd name="T21" fmla="*/ 270 h 447"/>
                <a:gd name="T22" fmla="*/ 57 w 447"/>
                <a:gd name="T23" fmla="*/ 285 h 447"/>
                <a:gd name="T24" fmla="*/ 120 w 447"/>
                <a:gd name="T25" fmla="*/ 305 h 447"/>
                <a:gd name="T26" fmla="*/ 181 w 447"/>
                <a:gd name="T27" fmla="*/ 287 h 447"/>
                <a:gd name="T28" fmla="*/ 234 w 447"/>
                <a:gd name="T29" fmla="*/ 237 h 447"/>
                <a:gd name="T30" fmla="*/ 283 w 447"/>
                <a:gd name="T31" fmla="*/ 188 h 447"/>
                <a:gd name="T32" fmla="*/ 330 w 447"/>
                <a:gd name="T33" fmla="*/ 172 h 447"/>
                <a:gd name="T34" fmla="*/ 375 w 447"/>
                <a:gd name="T35" fmla="*/ 186 h 447"/>
                <a:gd name="T36" fmla="*/ 417 w 447"/>
                <a:gd name="T37" fmla="*/ 227 h 447"/>
                <a:gd name="T38" fmla="*/ 359 w 447"/>
                <a:gd name="T39" fmla="*/ 359 h 447"/>
                <a:gd name="T40" fmla="*/ 86 w 447"/>
                <a:gd name="T41" fmla="*/ 86 h 447"/>
                <a:gd name="T42" fmla="*/ 86 w 447"/>
                <a:gd name="T43" fmla="*/ 86 h 447"/>
                <a:gd name="T44" fmla="*/ 223 w 447"/>
                <a:gd name="T45" fmla="*/ 29 h 447"/>
                <a:gd name="T46" fmla="*/ 359 w 447"/>
                <a:gd name="T47" fmla="*/ 86 h 447"/>
                <a:gd name="T48" fmla="*/ 410 w 447"/>
                <a:gd name="T49" fmla="*/ 175 h 447"/>
                <a:gd name="T50" fmla="*/ 392 w 447"/>
                <a:gd name="T51" fmla="*/ 161 h 447"/>
                <a:gd name="T52" fmla="*/ 330 w 447"/>
                <a:gd name="T53" fmla="*/ 142 h 447"/>
                <a:gd name="T54" fmla="*/ 266 w 447"/>
                <a:gd name="T55" fmla="*/ 163 h 447"/>
                <a:gd name="T56" fmla="*/ 209 w 447"/>
                <a:gd name="T57" fmla="*/ 220 h 447"/>
                <a:gd name="T58" fmla="*/ 166 w 447"/>
                <a:gd name="T59" fmla="*/ 262 h 447"/>
                <a:gd name="T60" fmla="*/ 120 w 447"/>
                <a:gd name="T61" fmla="*/ 276 h 447"/>
                <a:gd name="T62" fmla="*/ 72 w 447"/>
                <a:gd name="T63" fmla="*/ 260 h 447"/>
                <a:gd name="T64" fmla="*/ 30 w 447"/>
                <a:gd name="T65" fmla="*/ 218 h 447"/>
                <a:gd name="T66" fmla="*/ 86 w 447"/>
                <a:gd name="T67" fmla="*/ 86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447" h="447">
                  <a:moveTo>
                    <a:pt x="223" y="446"/>
                  </a:moveTo>
                  <a:lnTo>
                    <a:pt x="223" y="446"/>
                  </a:lnTo>
                  <a:cubicBezTo>
                    <a:pt x="345" y="446"/>
                    <a:pt x="446" y="345"/>
                    <a:pt x="446" y="223"/>
                  </a:cubicBezTo>
                  <a:cubicBezTo>
                    <a:pt x="446" y="100"/>
                    <a:pt x="345" y="0"/>
                    <a:pt x="223" y="0"/>
                  </a:cubicBezTo>
                  <a:cubicBezTo>
                    <a:pt x="100" y="0"/>
                    <a:pt x="0" y="100"/>
                    <a:pt x="0" y="223"/>
                  </a:cubicBezTo>
                  <a:cubicBezTo>
                    <a:pt x="0" y="345"/>
                    <a:pt x="100" y="446"/>
                    <a:pt x="223" y="446"/>
                  </a:cubicBezTo>
                  <a:close/>
                  <a:moveTo>
                    <a:pt x="359" y="359"/>
                  </a:moveTo>
                  <a:lnTo>
                    <a:pt x="359" y="359"/>
                  </a:lnTo>
                  <a:cubicBezTo>
                    <a:pt x="325" y="394"/>
                    <a:pt x="276" y="417"/>
                    <a:pt x="223" y="417"/>
                  </a:cubicBezTo>
                  <a:cubicBezTo>
                    <a:pt x="170" y="417"/>
                    <a:pt x="121" y="394"/>
                    <a:pt x="86" y="359"/>
                  </a:cubicBezTo>
                  <a:cubicBezTo>
                    <a:pt x="61" y="336"/>
                    <a:pt x="44" y="304"/>
                    <a:pt x="36" y="270"/>
                  </a:cubicBezTo>
                  <a:cubicBezTo>
                    <a:pt x="43" y="276"/>
                    <a:pt x="50" y="281"/>
                    <a:pt x="57" y="285"/>
                  </a:cubicBezTo>
                  <a:cubicBezTo>
                    <a:pt x="76" y="298"/>
                    <a:pt x="99" y="305"/>
                    <a:pt x="120" y="305"/>
                  </a:cubicBezTo>
                  <a:cubicBezTo>
                    <a:pt x="142" y="305"/>
                    <a:pt x="163" y="299"/>
                    <a:pt x="181" y="287"/>
                  </a:cubicBezTo>
                  <a:cubicBezTo>
                    <a:pt x="200" y="276"/>
                    <a:pt x="219" y="259"/>
                    <a:pt x="234" y="237"/>
                  </a:cubicBezTo>
                  <a:cubicBezTo>
                    <a:pt x="249" y="214"/>
                    <a:pt x="266" y="198"/>
                    <a:pt x="283" y="188"/>
                  </a:cubicBezTo>
                  <a:cubicBezTo>
                    <a:pt x="298" y="177"/>
                    <a:pt x="315" y="172"/>
                    <a:pt x="330" y="172"/>
                  </a:cubicBezTo>
                  <a:cubicBezTo>
                    <a:pt x="345" y="172"/>
                    <a:pt x="361" y="177"/>
                    <a:pt x="375" y="186"/>
                  </a:cubicBezTo>
                  <a:cubicBezTo>
                    <a:pt x="389" y="195"/>
                    <a:pt x="403" y="209"/>
                    <a:pt x="417" y="227"/>
                  </a:cubicBezTo>
                  <a:cubicBezTo>
                    <a:pt x="415" y="278"/>
                    <a:pt x="393" y="326"/>
                    <a:pt x="359" y="359"/>
                  </a:cubicBezTo>
                  <a:close/>
                  <a:moveTo>
                    <a:pt x="86" y="86"/>
                  </a:moveTo>
                  <a:lnTo>
                    <a:pt x="86" y="86"/>
                  </a:lnTo>
                  <a:cubicBezTo>
                    <a:pt x="121" y="51"/>
                    <a:pt x="170" y="29"/>
                    <a:pt x="223" y="29"/>
                  </a:cubicBezTo>
                  <a:cubicBezTo>
                    <a:pt x="276" y="29"/>
                    <a:pt x="325" y="51"/>
                    <a:pt x="359" y="86"/>
                  </a:cubicBezTo>
                  <a:cubicBezTo>
                    <a:pt x="385" y="110"/>
                    <a:pt x="401" y="142"/>
                    <a:pt x="410" y="175"/>
                  </a:cubicBezTo>
                  <a:cubicBezTo>
                    <a:pt x="404" y="170"/>
                    <a:pt x="398" y="166"/>
                    <a:pt x="392" y="161"/>
                  </a:cubicBezTo>
                  <a:cubicBezTo>
                    <a:pt x="372" y="149"/>
                    <a:pt x="351" y="142"/>
                    <a:pt x="330" y="142"/>
                  </a:cubicBezTo>
                  <a:cubicBezTo>
                    <a:pt x="308" y="142"/>
                    <a:pt x="287" y="149"/>
                    <a:pt x="266" y="163"/>
                  </a:cubicBezTo>
                  <a:cubicBezTo>
                    <a:pt x="245" y="175"/>
                    <a:pt x="227" y="195"/>
                    <a:pt x="209" y="220"/>
                  </a:cubicBezTo>
                  <a:cubicBezTo>
                    <a:pt x="196" y="239"/>
                    <a:pt x="181" y="253"/>
                    <a:pt x="166" y="262"/>
                  </a:cubicBezTo>
                  <a:cubicBezTo>
                    <a:pt x="152" y="271"/>
                    <a:pt x="136" y="276"/>
                    <a:pt x="120" y="276"/>
                  </a:cubicBezTo>
                  <a:cubicBezTo>
                    <a:pt x="104" y="276"/>
                    <a:pt x="89" y="271"/>
                    <a:pt x="72" y="260"/>
                  </a:cubicBezTo>
                  <a:cubicBezTo>
                    <a:pt x="58" y="252"/>
                    <a:pt x="43" y="238"/>
                    <a:pt x="30" y="218"/>
                  </a:cubicBezTo>
                  <a:cubicBezTo>
                    <a:pt x="30" y="167"/>
                    <a:pt x="53" y="119"/>
                    <a:pt x="86" y="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5" name="Freeform 157">
              <a:extLst>
                <a:ext uri="{FF2B5EF4-FFF2-40B4-BE49-F238E27FC236}">
                  <a16:creationId xmlns:a16="http://schemas.microsoft.com/office/drawing/2014/main" id="{9534474B-1847-052E-4239-ECCAAE5F2BB4}"/>
                </a:ext>
              </a:extLst>
            </p:cNvPr>
            <p:cNvSpPr>
              <a:spLocks noChangeArrowheads="1"/>
            </p:cNvSpPr>
            <p:nvPr/>
          </p:nvSpPr>
          <p:spPr bwMode="auto">
            <a:xfrm>
              <a:off x="7194550" y="4824413"/>
              <a:ext cx="22225" cy="22225"/>
            </a:xfrm>
            <a:custGeom>
              <a:avLst/>
              <a:gdLst>
                <a:gd name="T0" fmla="*/ 30 w 60"/>
                <a:gd name="T1" fmla="*/ 59 h 60"/>
                <a:gd name="T2" fmla="*/ 30 w 60"/>
                <a:gd name="T3" fmla="*/ 59 h 60"/>
                <a:gd name="T4" fmla="*/ 59 w 60"/>
                <a:gd name="T5" fmla="*/ 29 h 60"/>
                <a:gd name="T6" fmla="*/ 30 w 60"/>
                <a:gd name="T7" fmla="*/ 0 h 60"/>
                <a:gd name="T8" fmla="*/ 0 w 60"/>
                <a:gd name="T9" fmla="*/ 29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29"/>
                  </a:cubicBezTo>
                  <a:cubicBezTo>
                    <a:pt x="59" y="13"/>
                    <a:pt x="46" y="0"/>
                    <a:pt x="30" y="0"/>
                  </a:cubicBezTo>
                  <a:cubicBezTo>
                    <a:pt x="13" y="0"/>
                    <a:pt x="0" y="13"/>
                    <a:pt x="0" y="29"/>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6" name="Freeform 158">
              <a:extLst>
                <a:ext uri="{FF2B5EF4-FFF2-40B4-BE49-F238E27FC236}">
                  <a16:creationId xmlns:a16="http://schemas.microsoft.com/office/drawing/2014/main" id="{6328AB2E-FD53-69DF-92CC-CB77EE7A5200}"/>
                </a:ext>
              </a:extLst>
            </p:cNvPr>
            <p:cNvSpPr>
              <a:spLocks noChangeArrowheads="1"/>
            </p:cNvSpPr>
            <p:nvPr/>
          </p:nvSpPr>
          <p:spPr bwMode="auto">
            <a:xfrm>
              <a:off x="7237413" y="4824413"/>
              <a:ext cx="22225" cy="22225"/>
            </a:xfrm>
            <a:custGeom>
              <a:avLst/>
              <a:gdLst>
                <a:gd name="T0" fmla="*/ 29 w 61"/>
                <a:gd name="T1" fmla="*/ 59 h 60"/>
                <a:gd name="T2" fmla="*/ 29 w 61"/>
                <a:gd name="T3" fmla="*/ 59 h 60"/>
                <a:gd name="T4" fmla="*/ 60 w 61"/>
                <a:gd name="T5" fmla="*/ 29 h 60"/>
                <a:gd name="T6" fmla="*/ 29 w 61"/>
                <a:gd name="T7" fmla="*/ 0 h 60"/>
                <a:gd name="T8" fmla="*/ 0 w 61"/>
                <a:gd name="T9" fmla="*/ 29 h 60"/>
                <a:gd name="T10" fmla="*/ 29 w 61"/>
                <a:gd name="T11" fmla="*/ 59 h 60"/>
              </a:gdLst>
              <a:ahLst/>
              <a:cxnLst>
                <a:cxn ang="0">
                  <a:pos x="T0" y="T1"/>
                </a:cxn>
                <a:cxn ang="0">
                  <a:pos x="T2" y="T3"/>
                </a:cxn>
                <a:cxn ang="0">
                  <a:pos x="T4" y="T5"/>
                </a:cxn>
                <a:cxn ang="0">
                  <a:pos x="T6" y="T7"/>
                </a:cxn>
                <a:cxn ang="0">
                  <a:pos x="T8" y="T9"/>
                </a:cxn>
                <a:cxn ang="0">
                  <a:pos x="T10" y="T11"/>
                </a:cxn>
              </a:cxnLst>
              <a:rect l="0" t="0" r="r" b="b"/>
              <a:pathLst>
                <a:path w="61" h="60">
                  <a:moveTo>
                    <a:pt x="29" y="59"/>
                  </a:moveTo>
                  <a:lnTo>
                    <a:pt x="29" y="59"/>
                  </a:lnTo>
                  <a:cubicBezTo>
                    <a:pt x="46" y="59"/>
                    <a:pt x="60" y="46"/>
                    <a:pt x="60" y="29"/>
                  </a:cubicBezTo>
                  <a:cubicBezTo>
                    <a:pt x="60" y="13"/>
                    <a:pt x="46" y="0"/>
                    <a:pt x="29" y="0"/>
                  </a:cubicBezTo>
                  <a:cubicBezTo>
                    <a:pt x="14" y="0"/>
                    <a:pt x="0" y="13"/>
                    <a:pt x="0" y="29"/>
                  </a:cubicBezTo>
                  <a:cubicBezTo>
                    <a:pt x="0" y="46"/>
                    <a:pt x="14" y="59"/>
                    <a:pt x="29"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7" name="Group 200">
            <a:extLst>
              <a:ext uri="{FF2B5EF4-FFF2-40B4-BE49-F238E27FC236}">
                <a16:creationId xmlns:a16="http://schemas.microsoft.com/office/drawing/2014/main" id="{2780713D-295B-EE0A-D2E3-264DDA8CBA52}"/>
              </a:ext>
            </a:extLst>
          </p:cNvPr>
          <p:cNvGrpSpPr/>
          <p:nvPr/>
        </p:nvGrpSpPr>
        <p:grpSpPr>
          <a:xfrm>
            <a:off x="8725569" y="4993382"/>
            <a:ext cx="204787" cy="257175"/>
            <a:chOff x="7697788" y="5316538"/>
            <a:chExt cx="204787" cy="257175"/>
          </a:xfrm>
          <a:solidFill>
            <a:schemeClr val="accent4"/>
          </a:solidFill>
        </p:grpSpPr>
        <p:sp>
          <p:nvSpPr>
            <p:cNvPr id="198" name="Freeform 159">
              <a:extLst>
                <a:ext uri="{FF2B5EF4-FFF2-40B4-BE49-F238E27FC236}">
                  <a16:creationId xmlns:a16="http://schemas.microsoft.com/office/drawing/2014/main" id="{4518295C-64B2-B934-7CCF-3B0BD3255FE7}"/>
                </a:ext>
              </a:extLst>
            </p:cNvPr>
            <p:cNvSpPr>
              <a:spLocks noChangeArrowheads="1"/>
            </p:cNvSpPr>
            <p:nvPr/>
          </p:nvSpPr>
          <p:spPr bwMode="auto">
            <a:xfrm>
              <a:off x="7697788" y="5316538"/>
              <a:ext cx="204787" cy="257175"/>
            </a:xfrm>
            <a:custGeom>
              <a:avLst/>
              <a:gdLst>
                <a:gd name="T0" fmla="*/ 566 w 567"/>
                <a:gd name="T1" fmla="*/ 223 h 715"/>
                <a:gd name="T2" fmla="*/ 566 w 567"/>
                <a:gd name="T3" fmla="*/ 223 h 715"/>
                <a:gd name="T4" fmla="*/ 415 w 567"/>
                <a:gd name="T5" fmla="*/ 60 h 715"/>
                <a:gd name="T6" fmla="*/ 343 w 567"/>
                <a:gd name="T7" fmla="*/ 0 h 715"/>
                <a:gd name="T8" fmla="*/ 134 w 567"/>
                <a:gd name="T9" fmla="*/ 0 h 715"/>
                <a:gd name="T10" fmla="*/ 0 w 567"/>
                <a:gd name="T11" fmla="*/ 134 h 715"/>
                <a:gd name="T12" fmla="*/ 0 w 567"/>
                <a:gd name="T13" fmla="*/ 699 h 715"/>
                <a:gd name="T14" fmla="*/ 15 w 567"/>
                <a:gd name="T15" fmla="*/ 714 h 715"/>
                <a:gd name="T16" fmla="*/ 30 w 567"/>
                <a:gd name="T17" fmla="*/ 699 h 715"/>
                <a:gd name="T18" fmla="*/ 30 w 567"/>
                <a:gd name="T19" fmla="*/ 699 h 715"/>
                <a:gd name="T20" fmla="*/ 30 w 567"/>
                <a:gd name="T21" fmla="*/ 134 h 715"/>
                <a:gd name="T22" fmla="*/ 61 w 567"/>
                <a:gd name="T23" fmla="*/ 60 h 715"/>
                <a:gd name="T24" fmla="*/ 134 w 567"/>
                <a:gd name="T25" fmla="*/ 29 h 715"/>
                <a:gd name="T26" fmla="*/ 343 w 567"/>
                <a:gd name="T27" fmla="*/ 29 h 715"/>
                <a:gd name="T28" fmla="*/ 385 w 567"/>
                <a:gd name="T29" fmla="*/ 60 h 715"/>
                <a:gd name="T30" fmla="*/ 238 w 567"/>
                <a:gd name="T31" fmla="*/ 223 h 715"/>
                <a:gd name="T32" fmla="*/ 238 w 567"/>
                <a:gd name="T33" fmla="*/ 239 h 715"/>
                <a:gd name="T34" fmla="*/ 254 w 567"/>
                <a:gd name="T35" fmla="*/ 239 h 715"/>
                <a:gd name="T36" fmla="*/ 566 w 567"/>
                <a:gd name="T37" fmla="*/ 239 h 715"/>
                <a:gd name="T38" fmla="*/ 566 w 567"/>
                <a:gd name="T39" fmla="*/ 223 h 715"/>
                <a:gd name="T40" fmla="*/ 307 w 567"/>
                <a:gd name="T41" fmla="*/ 128 h 715"/>
                <a:gd name="T42" fmla="*/ 307 w 567"/>
                <a:gd name="T43" fmla="*/ 128 h 715"/>
                <a:gd name="T44" fmla="*/ 401 w 567"/>
                <a:gd name="T45" fmla="*/ 89 h 715"/>
                <a:gd name="T46" fmla="*/ 401 w 567"/>
                <a:gd name="T47" fmla="*/ 89 h 715"/>
                <a:gd name="T48" fmla="*/ 401 w 567"/>
                <a:gd name="T49" fmla="*/ 89 h 715"/>
                <a:gd name="T50" fmla="*/ 496 w 567"/>
                <a:gd name="T51" fmla="*/ 128 h 715"/>
                <a:gd name="T52" fmla="*/ 535 w 567"/>
                <a:gd name="T53" fmla="*/ 208 h 715"/>
                <a:gd name="T54" fmla="*/ 269 w 567"/>
                <a:gd name="T55" fmla="*/ 208 h 715"/>
                <a:gd name="T56" fmla="*/ 307 w 567"/>
                <a:gd name="T57" fmla="*/ 12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567" h="715">
                  <a:moveTo>
                    <a:pt x="566" y="223"/>
                  </a:moveTo>
                  <a:lnTo>
                    <a:pt x="566" y="223"/>
                  </a:lnTo>
                  <a:cubicBezTo>
                    <a:pt x="566" y="137"/>
                    <a:pt x="499" y="67"/>
                    <a:pt x="415" y="60"/>
                  </a:cubicBezTo>
                  <a:cubicBezTo>
                    <a:pt x="408" y="27"/>
                    <a:pt x="379" y="0"/>
                    <a:pt x="343" y="0"/>
                  </a:cubicBezTo>
                  <a:cubicBezTo>
                    <a:pt x="134" y="0"/>
                    <a:pt x="134" y="0"/>
                    <a:pt x="134" y="0"/>
                  </a:cubicBezTo>
                  <a:cubicBezTo>
                    <a:pt x="60" y="0"/>
                    <a:pt x="0" y="60"/>
                    <a:pt x="0" y="134"/>
                  </a:cubicBezTo>
                  <a:cubicBezTo>
                    <a:pt x="0" y="699"/>
                    <a:pt x="0" y="699"/>
                    <a:pt x="0" y="699"/>
                  </a:cubicBezTo>
                  <a:cubicBezTo>
                    <a:pt x="0" y="707"/>
                    <a:pt x="7" y="714"/>
                    <a:pt x="15" y="714"/>
                  </a:cubicBezTo>
                  <a:cubicBezTo>
                    <a:pt x="23" y="714"/>
                    <a:pt x="30" y="707"/>
                    <a:pt x="30" y="699"/>
                  </a:cubicBezTo>
                  <a:lnTo>
                    <a:pt x="30" y="699"/>
                  </a:lnTo>
                  <a:cubicBezTo>
                    <a:pt x="30" y="134"/>
                    <a:pt x="30" y="134"/>
                    <a:pt x="30" y="134"/>
                  </a:cubicBezTo>
                  <a:cubicBezTo>
                    <a:pt x="30" y="105"/>
                    <a:pt x="42" y="80"/>
                    <a:pt x="61" y="60"/>
                  </a:cubicBezTo>
                  <a:cubicBezTo>
                    <a:pt x="79" y="42"/>
                    <a:pt x="106" y="29"/>
                    <a:pt x="134" y="29"/>
                  </a:cubicBezTo>
                  <a:cubicBezTo>
                    <a:pt x="343" y="29"/>
                    <a:pt x="343" y="29"/>
                    <a:pt x="343" y="29"/>
                  </a:cubicBezTo>
                  <a:cubicBezTo>
                    <a:pt x="362" y="29"/>
                    <a:pt x="379" y="43"/>
                    <a:pt x="385" y="60"/>
                  </a:cubicBezTo>
                  <a:cubicBezTo>
                    <a:pt x="302" y="70"/>
                    <a:pt x="238" y="138"/>
                    <a:pt x="238" y="223"/>
                  </a:cubicBezTo>
                  <a:cubicBezTo>
                    <a:pt x="238" y="239"/>
                    <a:pt x="238" y="239"/>
                    <a:pt x="238" y="239"/>
                  </a:cubicBezTo>
                  <a:cubicBezTo>
                    <a:pt x="254" y="239"/>
                    <a:pt x="254" y="239"/>
                    <a:pt x="254" y="239"/>
                  </a:cubicBezTo>
                  <a:cubicBezTo>
                    <a:pt x="566" y="239"/>
                    <a:pt x="566" y="239"/>
                    <a:pt x="566" y="239"/>
                  </a:cubicBezTo>
                  <a:lnTo>
                    <a:pt x="566" y="223"/>
                  </a:lnTo>
                  <a:close/>
                  <a:moveTo>
                    <a:pt x="307" y="128"/>
                  </a:moveTo>
                  <a:lnTo>
                    <a:pt x="307" y="128"/>
                  </a:lnTo>
                  <a:cubicBezTo>
                    <a:pt x="332" y="105"/>
                    <a:pt x="365" y="89"/>
                    <a:pt x="401" y="89"/>
                  </a:cubicBezTo>
                  <a:lnTo>
                    <a:pt x="401" y="89"/>
                  </a:lnTo>
                  <a:lnTo>
                    <a:pt x="401" y="89"/>
                  </a:lnTo>
                  <a:cubicBezTo>
                    <a:pt x="439" y="89"/>
                    <a:pt x="472" y="105"/>
                    <a:pt x="496" y="128"/>
                  </a:cubicBezTo>
                  <a:cubicBezTo>
                    <a:pt x="517" y="149"/>
                    <a:pt x="531" y="177"/>
                    <a:pt x="535" y="208"/>
                  </a:cubicBezTo>
                  <a:cubicBezTo>
                    <a:pt x="269" y="208"/>
                    <a:pt x="269" y="208"/>
                    <a:pt x="269" y="208"/>
                  </a:cubicBezTo>
                  <a:cubicBezTo>
                    <a:pt x="272" y="177"/>
                    <a:pt x="286" y="149"/>
                    <a:pt x="307"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9" name="Freeform 160">
              <a:extLst>
                <a:ext uri="{FF2B5EF4-FFF2-40B4-BE49-F238E27FC236}">
                  <a16:creationId xmlns:a16="http://schemas.microsoft.com/office/drawing/2014/main" id="{5A11D268-BC9F-DD7F-E4BD-CBD42639DB4F}"/>
                </a:ext>
              </a:extLst>
            </p:cNvPr>
            <p:cNvSpPr>
              <a:spLocks noChangeArrowheads="1"/>
            </p:cNvSpPr>
            <p:nvPr/>
          </p:nvSpPr>
          <p:spPr bwMode="auto">
            <a:xfrm>
              <a:off x="7794625" y="5413375"/>
              <a:ext cx="11113" cy="22225"/>
            </a:xfrm>
            <a:custGeom>
              <a:avLst/>
              <a:gdLst>
                <a:gd name="T0" fmla="*/ 15 w 31"/>
                <a:gd name="T1" fmla="*/ 60 h 61"/>
                <a:gd name="T2" fmla="*/ 15 w 31"/>
                <a:gd name="T3" fmla="*/ 60 h 61"/>
                <a:gd name="T4" fmla="*/ 30 w 31"/>
                <a:gd name="T5" fmla="*/ 44 h 61"/>
                <a:gd name="T6" fmla="*/ 30 w 31"/>
                <a:gd name="T7" fmla="*/ 15 h 61"/>
                <a:gd name="T8" fmla="*/ 15 w 31"/>
                <a:gd name="T9" fmla="*/ 0 h 61"/>
                <a:gd name="T10" fmla="*/ 0 w 31"/>
                <a:gd name="T11" fmla="*/ 15 h 61"/>
                <a:gd name="T12" fmla="*/ 0 w 31"/>
                <a:gd name="T13" fmla="*/ 44 h 61"/>
                <a:gd name="T14" fmla="*/ 15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5" y="60"/>
                  </a:moveTo>
                  <a:lnTo>
                    <a:pt x="15" y="60"/>
                  </a:lnTo>
                  <a:cubicBezTo>
                    <a:pt x="23" y="60"/>
                    <a:pt x="30" y="53"/>
                    <a:pt x="30" y="44"/>
                  </a:cubicBezTo>
                  <a:cubicBezTo>
                    <a:pt x="30" y="15"/>
                    <a:pt x="30" y="15"/>
                    <a:pt x="30" y="15"/>
                  </a:cubicBezTo>
                  <a:cubicBezTo>
                    <a:pt x="30" y="7"/>
                    <a:pt x="23" y="0"/>
                    <a:pt x="15" y="0"/>
                  </a:cubicBezTo>
                  <a:cubicBezTo>
                    <a:pt x="6" y="0"/>
                    <a:pt x="0" y="7"/>
                    <a:pt x="0" y="15"/>
                  </a:cubicBezTo>
                  <a:cubicBezTo>
                    <a:pt x="0" y="44"/>
                    <a:pt x="0" y="44"/>
                    <a:pt x="0" y="44"/>
                  </a:cubicBezTo>
                  <a:cubicBezTo>
                    <a:pt x="0" y="53"/>
                    <a:pt x="6" y="60"/>
                    <a:pt x="15"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0" name="Freeform 161">
              <a:extLst>
                <a:ext uri="{FF2B5EF4-FFF2-40B4-BE49-F238E27FC236}">
                  <a16:creationId xmlns:a16="http://schemas.microsoft.com/office/drawing/2014/main" id="{B6AC0B06-EC98-9A10-DECF-1E9A5C5D53B4}"/>
                </a:ext>
              </a:extLst>
            </p:cNvPr>
            <p:cNvSpPr>
              <a:spLocks noChangeArrowheads="1"/>
            </p:cNvSpPr>
            <p:nvPr/>
          </p:nvSpPr>
          <p:spPr bwMode="auto">
            <a:xfrm>
              <a:off x="7794625" y="544512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5 h 61"/>
                <a:gd name="T10" fmla="*/ 15 w 31"/>
                <a:gd name="T11" fmla="*/ 0 h 61"/>
                <a:gd name="T12" fmla="*/ 0 w 31"/>
                <a:gd name="T13" fmla="*/ 15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5"/>
                    <a:pt x="30" y="15"/>
                    <a:pt x="30" y="15"/>
                  </a:cubicBezTo>
                  <a:cubicBezTo>
                    <a:pt x="30" y="7"/>
                    <a:pt x="23" y="0"/>
                    <a:pt x="15" y="0"/>
                  </a:cubicBezTo>
                  <a:cubicBezTo>
                    <a:pt x="6"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2">
              <a:extLst>
                <a:ext uri="{FF2B5EF4-FFF2-40B4-BE49-F238E27FC236}">
                  <a16:creationId xmlns:a16="http://schemas.microsoft.com/office/drawing/2014/main" id="{86A79021-01D8-0CCE-0FFA-47F5872CD403}"/>
                </a:ext>
              </a:extLst>
            </p:cNvPr>
            <p:cNvSpPr>
              <a:spLocks noChangeArrowheads="1"/>
            </p:cNvSpPr>
            <p:nvPr/>
          </p:nvSpPr>
          <p:spPr bwMode="auto">
            <a:xfrm>
              <a:off x="7794625" y="5476875"/>
              <a:ext cx="11113" cy="22225"/>
            </a:xfrm>
            <a:custGeom>
              <a:avLst/>
              <a:gdLst>
                <a:gd name="T0" fmla="*/ 0 w 31"/>
                <a:gd name="T1" fmla="*/ 45 h 61"/>
                <a:gd name="T2" fmla="*/ 0 w 31"/>
                <a:gd name="T3" fmla="*/ 45 h 61"/>
                <a:gd name="T4" fmla="*/ 15 w 31"/>
                <a:gd name="T5" fmla="*/ 60 h 61"/>
                <a:gd name="T6" fmla="*/ 30 w 31"/>
                <a:gd name="T7" fmla="*/ 45 h 61"/>
                <a:gd name="T8" fmla="*/ 30 w 31"/>
                <a:gd name="T9" fmla="*/ 16 h 61"/>
                <a:gd name="T10" fmla="*/ 15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5" y="60"/>
                  </a:cubicBezTo>
                  <a:cubicBezTo>
                    <a:pt x="23" y="60"/>
                    <a:pt x="30" y="53"/>
                    <a:pt x="30" y="45"/>
                  </a:cubicBezTo>
                  <a:cubicBezTo>
                    <a:pt x="30" y="16"/>
                    <a:pt x="30" y="16"/>
                    <a:pt x="30" y="16"/>
                  </a:cubicBezTo>
                  <a:cubicBezTo>
                    <a:pt x="30" y="7"/>
                    <a:pt x="23" y="0"/>
                    <a:pt x="15"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3">
              <a:extLst>
                <a:ext uri="{FF2B5EF4-FFF2-40B4-BE49-F238E27FC236}">
                  <a16:creationId xmlns:a16="http://schemas.microsoft.com/office/drawing/2014/main" id="{2F082B9F-499C-CE23-8468-0B1E4B1D4C98}"/>
                </a:ext>
              </a:extLst>
            </p:cNvPr>
            <p:cNvSpPr>
              <a:spLocks noChangeArrowheads="1"/>
            </p:cNvSpPr>
            <p:nvPr/>
          </p:nvSpPr>
          <p:spPr bwMode="auto">
            <a:xfrm>
              <a:off x="7837488" y="5422900"/>
              <a:ext cx="11112" cy="22225"/>
            </a:xfrm>
            <a:custGeom>
              <a:avLst/>
              <a:gdLst>
                <a:gd name="T0" fmla="*/ 14 w 31"/>
                <a:gd name="T1" fmla="*/ 60 h 61"/>
                <a:gd name="T2" fmla="*/ 14 w 31"/>
                <a:gd name="T3" fmla="*/ 60 h 61"/>
                <a:gd name="T4" fmla="*/ 30 w 31"/>
                <a:gd name="T5" fmla="*/ 45 h 61"/>
                <a:gd name="T6" fmla="*/ 30 w 31"/>
                <a:gd name="T7" fmla="*/ 15 h 61"/>
                <a:gd name="T8" fmla="*/ 14 w 31"/>
                <a:gd name="T9" fmla="*/ 0 h 61"/>
                <a:gd name="T10" fmla="*/ 0 w 31"/>
                <a:gd name="T11" fmla="*/ 15 h 61"/>
                <a:gd name="T12" fmla="*/ 0 w 31"/>
                <a:gd name="T13" fmla="*/ 45 h 61"/>
                <a:gd name="T14" fmla="*/ 14 w 31"/>
                <a:gd name="T15" fmla="*/ 6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14" y="60"/>
                  </a:moveTo>
                  <a:lnTo>
                    <a:pt x="14" y="60"/>
                  </a:lnTo>
                  <a:cubicBezTo>
                    <a:pt x="23" y="60"/>
                    <a:pt x="30" y="53"/>
                    <a:pt x="30" y="45"/>
                  </a:cubicBezTo>
                  <a:cubicBezTo>
                    <a:pt x="30" y="15"/>
                    <a:pt x="30" y="15"/>
                    <a:pt x="30" y="15"/>
                  </a:cubicBezTo>
                  <a:cubicBezTo>
                    <a:pt x="30" y="7"/>
                    <a:pt x="23" y="0"/>
                    <a:pt x="14" y="0"/>
                  </a:cubicBezTo>
                  <a:cubicBezTo>
                    <a:pt x="6" y="0"/>
                    <a:pt x="0" y="7"/>
                    <a:pt x="0" y="15"/>
                  </a:cubicBezTo>
                  <a:cubicBezTo>
                    <a:pt x="0" y="45"/>
                    <a:pt x="0" y="45"/>
                    <a:pt x="0" y="45"/>
                  </a:cubicBezTo>
                  <a:cubicBezTo>
                    <a:pt x="0" y="53"/>
                    <a:pt x="6" y="60"/>
                    <a:pt x="14"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4">
              <a:extLst>
                <a:ext uri="{FF2B5EF4-FFF2-40B4-BE49-F238E27FC236}">
                  <a16:creationId xmlns:a16="http://schemas.microsoft.com/office/drawing/2014/main" id="{5559BADC-514F-7B6A-9B71-BB9D0B5C80BB}"/>
                </a:ext>
              </a:extLst>
            </p:cNvPr>
            <p:cNvSpPr>
              <a:spLocks noChangeArrowheads="1"/>
            </p:cNvSpPr>
            <p:nvPr/>
          </p:nvSpPr>
          <p:spPr bwMode="auto">
            <a:xfrm>
              <a:off x="7837488" y="5454650"/>
              <a:ext cx="11112" cy="22225"/>
            </a:xfrm>
            <a:custGeom>
              <a:avLst/>
              <a:gdLst>
                <a:gd name="T0" fmla="*/ 0 w 31"/>
                <a:gd name="T1" fmla="*/ 45 h 61"/>
                <a:gd name="T2" fmla="*/ 0 w 31"/>
                <a:gd name="T3" fmla="*/ 45 h 61"/>
                <a:gd name="T4" fmla="*/ 14 w 31"/>
                <a:gd name="T5" fmla="*/ 60 h 61"/>
                <a:gd name="T6" fmla="*/ 30 w 31"/>
                <a:gd name="T7" fmla="*/ 45 h 61"/>
                <a:gd name="T8" fmla="*/ 30 w 31"/>
                <a:gd name="T9" fmla="*/ 16 h 61"/>
                <a:gd name="T10" fmla="*/ 14 w 31"/>
                <a:gd name="T11" fmla="*/ 0 h 61"/>
                <a:gd name="T12" fmla="*/ 0 w 31"/>
                <a:gd name="T13" fmla="*/ 16 h 61"/>
                <a:gd name="T14" fmla="*/ 0 w 31"/>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5"/>
                  </a:moveTo>
                  <a:lnTo>
                    <a:pt x="0" y="45"/>
                  </a:lnTo>
                  <a:cubicBezTo>
                    <a:pt x="0" y="53"/>
                    <a:pt x="6" y="60"/>
                    <a:pt x="14" y="60"/>
                  </a:cubicBezTo>
                  <a:cubicBezTo>
                    <a:pt x="23" y="60"/>
                    <a:pt x="30" y="53"/>
                    <a:pt x="30" y="45"/>
                  </a:cubicBezTo>
                  <a:cubicBezTo>
                    <a:pt x="30" y="16"/>
                    <a:pt x="30" y="16"/>
                    <a:pt x="30" y="16"/>
                  </a:cubicBezTo>
                  <a:cubicBezTo>
                    <a:pt x="30" y="7"/>
                    <a:pt x="23" y="0"/>
                    <a:pt x="14" y="0"/>
                  </a:cubicBezTo>
                  <a:cubicBezTo>
                    <a:pt x="6" y="0"/>
                    <a:pt x="0" y="7"/>
                    <a:pt x="0" y="16"/>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5">
              <a:extLst>
                <a:ext uri="{FF2B5EF4-FFF2-40B4-BE49-F238E27FC236}">
                  <a16:creationId xmlns:a16="http://schemas.microsoft.com/office/drawing/2014/main" id="{27A92FE7-F5DE-7539-5356-784EDCCC1ECC}"/>
                </a:ext>
              </a:extLst>
            </p:cNvPr>
            <p:cNvSpPr>
              <a:spLocks noChangeArrowheads="1"/>
            </p:cNvSpPr>
            <p:nvPr/>
          </p:nvSpPr>
          <p:spPr bwMode="auto">
            <a:xfrm>
              <a:off x="7837488" y="5487988"/>
              <a:ext cx="11112" cy="22225"/>
            </a:xfrm>
            <a:custGeom>
              <a:avLst/>
              <a:gdLst>
                <a:gd name="T0" fmla="*/ 0 w 31"/>
                <a:gd name="T1" fmla="*/ 44 h 61"/>
                <a:gd name="T2" fmla="*/ 0 w 31"/>
                <a:gd name="T3" fmla="*/ 44 h 61"/>
                <a:gd name="T4" fmla="*/ 14 w 31"/>
                <a:gd name="T5" fmla="*/ 60 h 61"/>
                <a:gd name="T6" fmla="*/ 30 w 31"/>
                <a:gd name="T7" fmla="*/ 44 h 61"/>
                <a:gd name="T8" fmla="*/ 30 w 31"/>
                <a:gd name="T9" fmla="*/ 15 h 61"/>
                <a:gd name="T10" fmla="*/ 14 w 31"/>
                <a:gd name="T11" fmla="*/ 0 h 61"/>
                <a:gd name="T12" fmla="*/ 0 w 31"/>
                <a:gd name="T13" fmla="*/ 15 h 61"/>
                <a:gd name="T14" fmla="*/ 0 w 31"/>
                <a:gd name="T15" fmla="*/ 44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1">
                  <a:moveTo>
                    <a:pt x="0" y="44"/>
                  </a:moveTo>
                  <a:lnTo>
                    <a:pt x="0" y="44"/>
                  </a:lnTo>
                  <a:cubicBezTo>
                    <a:pt x="0" y="53"/>
                    <a:pt x="6" y="60"/>
                    <a:pt x="14" y="60"/>
                  </a:cubicBezTo>
                  <a:cubicBezTo>
                    <a:pt x="23" y="60"/>
                    <a:pt x="30" y="53"/>
                    <a:pt x="30" y="44"/>
                  </a:cubicBezTo>
                  <a:cubicBezTo>
                    <a:pt x="30" y="15"/>
                    <a:pt x="30" y="15"/>
                    <a:pt x="30" y="15"/>
                  </a:cubicBezTo>
                  <a:cubicBezTo>
                    <a:pt x="30" y="7"/>
                    <a:pt x="23" y="0"/>
                    <a:pt x="14" y="0"/>
                  </a:cubicBezTo>
                  <a:cubicBezTo>
                    <a:pt x="6" y="0"/>
                    <a:pt x="0" y="7"/>
                    <a:pt x="0" y="15"/>
                  </a:cubicBezTo>
                  <a:lnTo>
                    <a:pt x="0" y="4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5" name="Freeform 166">
              <a:extLst>
                <a:ext uri="{FF2B5EF4-FFF2-40B4-BE49-F238E27FC236}">
                  <a16:creationId xmlns:a16="http://schemas.microsoft.com/office/drawing/2014/main" id="{F329D790-42AB-861B-CEDC-1998B8630838}"/>
                </a:ext>
              </a:extLst>
            </p:cNvPr>
            <p:cNvSpPr>
              <a:spLocks noChangeArrowheads="1"/>
            </p:cNvSpPr>
            <p:nvPr/>
          </p:nvSpPr>
          <p:spPr bwMode="auto">
            <a:xfrm>
              <a:off x="7880350" y="541337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4 h 61"/>
                <a:gd name="T10" fmla="*/ 15 w 30"/>
                <a:gd name="T11" fmla="*/ 60 h 61"/>
                <a:gd name="T12" fmla="*/ 29 w 30"/>
                <a:gd name="T13" fmla="*/ 44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4"/>
                    <a:pt x="0" y="44"/>
                    <a:pt x="0" y="44"/>
                  </a:cubicBezTo>
                  <a:cubicBezTo>
                    <a:pt x="0" y="53"/>
                    <a:pt x="7" y="60"/>
                    <a:pt x="15" y="60"/>
                  </a:cubicBezTo>
                  <a:cubicBezTo>
                    <a:pt x="24" y="60"/>
                    <a:pt x="29" y="53"/>
                    <a:pt x="29" y="44"/>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6" name="Freeform 167">
              <a:extLst>
                <a:ext uri="{FF2B5EF4-FFF2-40B4-BE49-F238E27FC236}">
                  <a16:creationId xmlns:a16="http://schemas.microsoft.com/office/drawing/2014/main" id="{F8929877-074B-0AF4-6B8A-656B1BCB5B80}"/>
                </a:ext>
              </a:extLst>
            </p:cNvPr>
            <p:cNvSpPr>
              <a:spLocks noChangeArrowheads="1"/>
            </p:cNvSpPr>
            <p:nvPr/>
          </p:nvSpPr>
          <p:spPr bwMode="auto">
            <a:xfrm>
              <a:off x="7880350" y="5445125"/>
              <a:ext cx="11113" cy="22225"/>
            </a:xfrm>
            <a:custGeom>
              <a:avLst/>
              <a:gdLst>
                <a:gd name="T0" fmla="*/ 29 w 30"/>
                <a:gd name="T1" fmla="*/ 15 h 61"/>
                <a:gd name="T2" fmla="*/ 29 w 30"/>
                <a:gd name="T3" fmla="*/ 15 h 61"/>
                <a:gd name="T4" fmla="*/ 15 w 30"/>
                <a:gd name="T5" fmla="*/ 0 h 61"/>
                <a:gd name="T6" fmla="*/ 0 w 30"/>
                <a:gd name="T7" fmla="*/ 15 h 61"/>
                <a:gd name="T8" fmla="*/ 0 w 30"/>
                <a:gd name="T9" fmla="*/ 45 h 61"/>
                <a:gd name="T10" fmla="*/ 15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4" y="0"/>
                    <a:pt x="15" y="0"/>
                  </a:cubicBezTo>
                  <a:cubicBezTo>
                    <a:pt x="7" y="0"/>
                    <a:pt x="0" y="7"/>
                    <a:pt x="0" y="15"/>
                  </a:cubicBezTo>
                  <a:cubicBezTo>
                    <a:pt x="0" y="45"/>
                    <a:pt x="0" y="45"/>
                    <a:pt x="0" y="45"/>
                  </a:cubicBezTo>
                  <a:cubicBezTo>
                    <a:pt x="0" y="53"/>
                    <a:pt x="7" y="60"/>
                    <a:pt x="15" y="60"/>
                  </a:cubicBezTo>
                  <a:cubicBezTo>
                    <a:pt x="24"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68">
              <a:extLst>
                <a:ext uri="{FF2B5EF4-FFF2-40B4-BE49-F238E27FC236}">
                  <a16:creationId xmlns:a16="http://schemas.microsoft.com/office/drawing/2014/main" id="{ADDA6B9C-E327-F6CD-5736-D044A3229FB2}"/>
                </a:ext>
              </a:extLst>
            </p:cNvPr>
            <p:cNvSpPr>
              <a:spLocks noChangeArrowheads="1"/>
            </p:cNvSpPr>
            <p:nvPr/>
          </p:nvSpPr>
          <p:spPr bwMode="auto">
            <a:xfrm>
              <a:off x="7880350" y="5476875"/>
              <a:ext cx="11113" cy="22225"/>
            </a:xfrm>
            <a:custGeom>
              <a:avLst/>
              <a:gdLst>
                <a:gd name="T0" fmla="*/ 15 w 30"/>
                <a:gd name="T1" fmla="*/ 0 h 61"/>
                <a:gd name="T2" fmla="*/ 15 w 30"/>
                <a:gd name="T3" fmla="*/ 0 h 61"/>
                <a:gd name="T4" fmla="*/ 0 w 30"/>
                <a:gd name="T5" fmla="*/ 16 h 61"/>
                <a:gd name="T6" fmla="*/ 0 w 30"/>
                <a:gd name="T7" fmla="*/ 45 h 61"/>
                <a:gd name="T8" fmla="*/ 15 w 30"/>
                <a:gd name="T9" fmla="*/ 60 h 61"/>
                <a:gd name="T10" fmla="*/ 29 w 30"/>
                <a:gd name="T11" fmla="*/ 45 h 61"/>
                <a:gd name="T12" fmla="*/ 29 w 30"/>
                <a:gd name="T13" fmla="*/ 16 h 61"/>
                <a:gd name="T14" fmla="*/ 15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5" y="0"/>
                  </a:moveTo>
                  <a:lnTo>
                    <a:pt x="15" y="0"/>
                  </a:lnTo>
                  <a:cubicBezTo>
                    <a:pt x="7" y="0"/>
                    <a:pt x="0" y="7"/>
                    <a:pt x="0" y="16"/>
                  </a:cubicBezTo>
                  <a:cubicBezTo>
                    <a:pt x="0" y="45"/>
                    <a:pt x="0" y="45"/>
                    <a:pt x="0" y="45"/>
                  </a:cubicBezTo>
                  <a:cubicBezTo>
                    <a:pt x="0" y="53"/>
                    <a:pt x="7" y="60"/>
                    <a:pt x="15" y="60"/>
                  </a:cubicBezTo>
                  <a:cubicBezTo>
                    <a:pt x="24" y="60"/>
                    <a:pt x="29" y="53"/>
                    <a:pt x="29" y="45"/>
                  </a:cubicBezTo>
                  <a:cubicBezTo>
                    <a:pt x="29" y="16"/>
                    <a:pt x="29" y="16"/>
                    <a:pt x="29" y="16"/>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090B1051-1902-6C7D-0CD9-2609501CBB62}"/>
              </a:ext>
            </a:extLst>
          </p:cNvPr>
          <p:cNvGrpSpPr/>
          <p:nvPr/>
        </p:nvGrpSpPr>
        <p:grpSpPr>
          <a:xfrm>
            <a:off x="8757319" y="4481414"/>
            <a:ext cx="139700" cy="257175"/>
            <a:chOff x="7729538" y="4802188"/>
            <a:chExt cx="139700" cy="257175"/>
          </a:xfrm>
          <a:solidFill>
            <a:schemeClr val="accent4"/>
          </a:solidFill>
        </p:grpSpPr>
        <p:sp>
          <p:nvSpPr>
            <p:cNvPr id="209" name="Freeform 169">
              <a:extLst>
                <a:ext uri="{FF2B5EF4-FFF2-40B4-BE49-F238E27FC236}">
                  <a16:creationId xmlns:a16="http://schemas.microsoft.com/office/drawing/2014/main" id="{1CD99369-95DD-979A-78CB-CAE12A81D57F}"/>
                </a:ext>
              </a:extLst>
            </p:cNvPr>
            <p:cNvSpPr>
              <a:spLocks noChangeArrowheads="1"/>
            </p:cNvSpPr>
            <p:nvPr/>
          </p:nvSpPr>
          <p:spPr bwMode="auto">
            <a:xfrm>
              <a:off x="7729538" y="4802188"/>
              <a:ext cx="139700" cy="257175"/>
            </a:xfrm>
            <a:custGeom>
              <a:avLst/>
              <a:gdLst>
                <a:gd name="T0" fmla="*/ 223 w 389"/>
                <a:gd name="T1" fmla="*/ 0 h 715"/>
                <a:gd name="T2" fmla="*/ 223 w 389"/>
                <a:gd name="T3" fmla="*/ 0 h 715"/>
                <a:gd name="T4" fmla="*/ 209 w 389"/>
                <a:gd name="T5" fmla="*/ 15 h 715"/>
                <a:gd name="T6" fmla="*/ 209 w 389"/>
                <a:gd name="T7" fmla="*/ 328 h 715"/>
                <a:gd name="T8" fmla="*/ 60 w 389"/>
                <a:gd name="T9" fmla="*/ 491 h 715"/>
                <a:gd name="T10" fmla="*/ 60 w 389"/>
                <a:gd name="T11" fmla="*/ 609 h 715"/>
                <a:gd name="T12" fmla="*/ 45 w 389"/>
                <a:gd name="T13" fmla="*/ 664 h 715"/>
                <a:gd name="T14" fmla="*/ 29 w 389"/>
                <a:gd name="T15" fmla="*/ 679 h 715"/>
                <a:gd name="T16" fmla="*/ 15 w 389"/>
                <a:gd name="T17" fmla="*/ 685 h 715"/>
                <a:gd name="T18" fmla="*/ 4 w 389"/>
                <a:gd name="T19" fmla="*/ 689 h 715"/>
                <a:gd name="T20" fmla="*/ 0 w 389"/>
                <a:gd name="T21" fmla="*/ 699 h 715"/>
                <a:gd name="T22" fmla="*/ 4 w 389"/>
                <a:gd name="T23" fmla="*/ 710 h 715"/>
                <a:gd name="T24" fmla="*/ 15 w 389"/>
                <a:gd name="T25" fmla="*/ 714 h 715"/>
                <a:gd name="T26" fmla="*/ 312 w 389"/>
                <a:gd name="T27" fmla="*/ 714 h 715"/>
                <a:gd name="T28" fmla="*/ 356 w 389"/>
                <a:gd name="T29" fmla="*/ 704 h 715"/>
                <a:gd name="T30" fmla="*/ 375 w 389"/>
                <a:gd name="T31" fmla="*/ 685 h 715"/>
                <a:gd name="T32" fmla="*/ 386 w 389"/>
                <a:gd name="T33" fmla="*/ 647 h 715"/>
                <a:gd name="T34" fmla="*/ 388 w 389"/>
                <a:gd name="T35" fmla="*/ 609 h 715"/>
                <a:gd name="T36" fmla="*/ 388 w 389"/>
                <a:gd name="T37" fmla="*/ 491 h 715"/>
                <a:gd name="T38" fmla="*/ 238 w 389"/>
                <a:gd name="T39" fmla="*/ 328 h 715"/>
                <a:gd name="T40" fmla="*/ 238 w 389"/>
                <a:gd name="T41" fmla="*/ 15 h 715"/>
                <a:gd name="T42" fmla="*/ 223 w 389"/>
                <a:gd name="T43" fmla="*/ 0 h 715"/>
                <a:gd name="T44" fmla="*/ 357 w 389"/>
                <a:gd name="T45" fmla="*/ 491 h 715"/>
                <a:gd name="T46" fmla="*/ 357 w 389"/>
                <a:gd name="T47" fmla="*/ 491 h 715"/>
                <a:gd name="T48" fmla="*/ 357 w 389"/>
                <a:gd name="T49" fmla="*/ 609 h 715"/>
                <a:gd name="T50" fmla="*/ 351 w 389"/>
                <a:gd name="T51" fmla="*/ 665 h 715"/>
                <a:gd name="T52" fmla="*/ 340 w 389"/>
                <a:gd name="T53" fmla="*/ 679 h 715"/>
                <a:gd name="T54" fmla="*/ 312 w 389"/>
                <a:gd name="T55" fmla="*/ 685 h 715"/>
                <a:gd name="T56" fmla="*/ 66 w 389"/>
                <a:gd name="T57" fmla="*/ 685 h 715"/>
                <a:gd name="T58" fmla="*/ 77 w 389"/>
                <a:gd name="T59" fmla="*/ 665 h 715"/>
                <a:gd name="T60" fmla="*/ 89 w 389"/>
                <a:gd name="T61" fmla="*/ 609 h 715"/>
                <a:gd name="T62" fmla="*/ 89 w 389"/>
                <a:gd name="T63" fmla="*/ 491 h 715"/>
                <a:gd name="T64" fmla="*/ 128 w 389"/>
                <a:gd name="T65" fmla="*/ 396 h 715"/>
                <a:gd name="T66" fmla="*/ 223 w 389"/>
                <a:gd name="T67" fmla="*/ 357 h 715"/>
                <a:gd name="T68" fmla="*/ 223 w 389"/>
                <a:gd name="T69" fmla="*/ 357 h 715"/>
                <a:gd name="T70" fmla="*/ 223 w 389"/>
                <a:gd name="T71" fmla="*/ 357 h 715"/>
                <a:gd name="T72" fmla="*/ 318 w 389"/>
                <a:gd name="T73" fmla="*/ 396 h 715"/>
                <a:gd name="T74" fmla="*/ 357 w 389"/>
                <a:gd name="T75" fmla="*/ 49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389" h="715">
                  <a:moveTo>
                    <a:pt x="223" y="0"/>
                  </a:moveTo>
                  <a:lnTo>
                    <a:pt x="223" y="0"/>
                  </a:lnTo>
                  <a:cubicBezTo>
                    <a:pt x="215" y="0"/>
                    <a:pt x="209" y="7"/>
                    <a:pt x="209" y="15"/>
                  </a:cubicBezTo>
                  <a:cubicBezTo>
                    <a:pt x="209" y="328"/>
                    <a:pt x="209" y="328"/>
                    <a:pt x="209" y="328"/>
                  </a:cubicBezTo>
                  <a:cubicBezTo>
                    <a:pt x="125" y="336"/>
                    <a:pt x="60" y="406"/>
                    <a:pt x="60" y="491"/>
                  </a:cubicBezTo>
                  <a:cubicBezTo>
                    <a:pt x="60" y="609"/>
                    <a:pt x="60" y="609"/>
                    <a:pt x="60" y="609"/>
                  </a:cubicBezTo>
                  <a:cubicBezTo>
                    <a:pt x="60" y="630"/>
                    <a:pt x="53" y="651"/>
                    <a:pt x="45" y="664"/>
                  </a:cubicBezTo>
                  <a:cubicBezTo>
                    <a:pt x="39" y="671"/>
                    <a:pt x="33" y="676"/>
                    <a:pt x="29" y="679"/>
                  </a:cubicBezTo>
                  <a:cubicBezTo>
                    <a:pt x="24" y="683"/>
                    <a:pt x="20" y="685"/>
                    <a:pt x="15" y="685"/>
                  </a:cubicBezTo>
                  <a:cubicBezTo>
                    <a:pt x="11" y="685"/>
                    <a:pt x="7" y="686"/>
                    <a:pt x="4" y="689"/>
                  </a:cubicBezTo>
                  <a:cubicBezTo>
                    <a:pt x="3" y="692"/>
                    <a:pt x="0" y="696"/>
                    <a:pt x="0" y="699"/>
                  </a:cubicBezTo>
                  <a:cubicBezTo>
                    <a:pt x="0" y="703"/>
                    <a:pt x="3" y="707"/>
                    <a:pt x="4" y="710"/>
                  </a:cubicBezTo>
                  <a:cubicBezTo>
                    <a:pt x="7" y="713"/>
                    <a:pt x="11" y="714"/>
                    <a:pt x="15" y="714"/>
                  </a:cubicBezTo>
                  <a:cubicBezTo>
                    <a:pt x="312" y="714"/>
                    <a:pt x="312" y="714"/>
                    <a:pt x="312" y="714"/>
                  </a:cubicBezTo>
                  <a:cubicBezTo>
                    <a:pt x="329" y="714"/>
                    <a:pt x="343" y="711"/>
                    <a:pt x="356" y="704"/>
                  </a:cubicBezTo>
                  <a:cubicBezTo>
                    <a:pt x="364" y="699"/>
                    <a:pt x="370" y="692"/>
                    <a:pt x="375" y="685"/>
                  </a:cubicBezTo>
                  <a:cubicBezTo>
                    <a:pt x="382" y="672"/>
                    <a:pt x="385" y="660"/>
                    <a:pt x="386" y="647"/>
                  </a:cubicBezTo>
                  <a:cubicBezTo>
                    <a:pt x="388" y="635"/>
                    <a:pt x="388" y="622"/>
                    <a:pt x="388" y="609"/>
                  </a:cubicBezTo>
                  <a:cubicBezTo>
                    <a:pt x="388" y="491"/>
                    <a:pt x="388" y="491"/>
                    <a:pt x="388" y="491"/>
                  </a:cubicBezTo>
                  <a:cubicBezTo>
                    <a:pt x="388" y="406"/>
                    <a:pt x="322" y="336"/>
                    <a:pt x="238" y="328"/>
                  </a:cubicBezTo>
                  <a:cubicBezTo>
                    <a:pt x="238" y="15"/>
                    <a:pt x="238" y="15"/>
                    <a:pt x="238" y="15"/>
                  </a:cubicBezTo>
                  <a:cubicBezTo>
                    <a:pt x="238" y="7"/>
                    <a:pt x="231" y="0"/>
                    <a:pt x="223" y="0"/>
                  </a:cubicBezTo>
                  <a:close/>
                  <a:moveTo>
                    <a:pt x="357" y="491"/>
                  </a:moveTo>
                  <a:lnTo>
                    <a:pt x="357" y="491"/>
                  </a:lnTo>
                  <a:cubicBezTo>
                    <a:pt x="357" y="609"/>
                    <a:pt x="357" y="609"/>
                    <a:pt x="357" y="609"/>
                  </a:cubicBezTo>
                  <a:cubicBezTo>
                    <a:pt x="357" y="632"/>
                    <a:pt x="357" y="653"/>
                    <a:pt x="351" y="665"/>
                  </a:cubicBezTo>
                  <a:cubicBezTo>
                    <a:pt x="349" y="671"/>
                    <a:pt x="344" y="675"/>
                    <a:pt x="340" y="679"/>
                  </a:cubicBezTo>
                  <a:cubicBezTo>
                    <a:pt x="335" y="682"/>
                    <a:pt x="326" y="685"/>
                    <a:pt x="312" y="685"/>
                  </a:cubicBezTo>
                  <a:cubicBezTo>
                    <a:pt x="66" y="685"/>
                    <a:pt x="66" y="685"/>
                    <a:pt x="66" y="685"/>
                  </a:cubicBezTo>
                  <a:cubicBezTo>
                    <a:pt x="70" y="679"/>
                    <a:pt x="74" y="672"/>
                    <a:pt x="77" y="665"/>
                  </a:cubicBezTo>
                  <a:cubicBezTo>
                    <a:pt x="85" y="650"/>
                    <a:pt x="89" y="630"/>
                    <a:pt x="89" y="609"/>
                  </a:cubicBezTo>
                  <a:cubicBezTo>
                    <a:pt x="89" y="491"/>
                    <a:pt x="89" y="491"/>
                    <a:pt x="89" y="491"/>
                  </a:cubicBezTo>
                  <a:cubicBezTo>
                    <a:pt x="89" y="453"/>
                    <a:pt x="105" y="421"/>
                    <a:pt x="128" y="396"/>
                  </a:cubicBezTo>
                  <a:cubicBezTo>
                    <a:pt x="153" y="372"/>
                    <a:pt x="187" y="357"/>
                    <a:pt x="223" y="357"/>
                  </a:cubicBezTo>
                  <a:lnTo>
                    <a:pt x="223" y="357"/>
                  </a:lnTo>
                  <a:lnTo>
                    <a:pt x="223" y="357"/>
                  </a:lnTo>
                  <a:cubicBezTo>
                    <a:pt x="261" y="357"/>
                    <a:pt x="294" y="372"/>
                    <a:pt x="318" y="396"/>
                  </a:cubicBezTo>
                  <a:cubicBezTo>
                    <a:pt x="343" y="421"/>
                    <a:pt x="357" y="453"/>
                    <a:pt x="357" y="4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0">
              <a:extLst>
                <a:ext uri="{FF2B5EF4-FFF2-40B4-BE49-F238E27FC236}">
                  <a16:creationId xmlns:a16="http://schemas.microsoft.com/office/drawing/2014/main" id="{32F42050-0938-EA08-D26D-B94C049F19AD}"/>
                </a:ext>
              </a:extLst>
            </p:cNvPr>
            <p:cNvSpPr>
              <a:spLocks noChangeArrowheads="1"/>
            </p:cNvSpPr>
            <p:nvPr/>
          </p:nvSpPr>
          <p:spPr bwMode="auto">
            <a:xfrm>
              <a:off x="7783513" y="4973638"/>
              <a:ext cx="11112" cy="69850"/>
            </a:xfrm>
            <a:custGeom>
              <a:avLst/>
              <a:gdLst>
                <a:gd name="T0" fmla="*/ 16 w 31"/>
                <a:gd name="T1" fmla="*/ 0 h 194"/>
                <a:gd name="T2" fmla="*/ 16 w 31"/>
                <a:gd name="T3" fmla="*/ 0 h 194"/>
                <a:gd name="T4" fmla="*/ 0 w 31"/>
                <a:gd name="T5" fmla="*/ 15 h 194"/>
                <a:gd name="T6" fmla="*/ 0 w 31"/>
                <a:gd name="T7" fmla="*/ 178 h 194"/>
                <a:gd name="T8" fmla="*/ 16 w 31"/>
                <a:gd name="T9" fmla="*/ 193 h 194"/>
                <a:gd name="T10" fmla="*/ 30 w 31"/>
                <a:gd name="T11" fmla="*/ 178 h 194"/>
                <a:gd name="T12" fmla="*/ 30 w 31"/>
                <a:gd name="T13" fmla="*/ 15 h 194"/>
                <a:gd name="T14" fmla="*/ 16 w 31"/>
                <a:gd name="T15" fmla="*/ 0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0"/>
                  </a:moveTo>
                  <a:lnTo>
                    <a:pt x="16" y="0"/>
                  </a:lnTo>
                  <a:cubicBezTo>
                    <a:pt x="7" y="0"/>
                    <a:pt x="0" y="7"/>
                    <a:pt x="0" y="15"/>
                  </a:cubicBezTo>
                  <a:cubicBezTo>
                    <a:pt x="0" y="178"/>
                    <a:pt x="0" y="178"/>
                    <a:pt x="0" y="178"/>
                  </a:cubicBezTo>
                  <a:cubicBezTo>
                    <a:pt x="0" y="186"/>
                    <a:pt x="7" y="193"/>
                    <a:pt x="16" y="193"/>
                  </a:cubicBezTo>
                  <a:cubicBezTo>
                    <a:pt x="24" y="193"/>
                    <a:pt x="30" y="186"/>
                    <a:pt x="30" y="178"/>
                  </a:cubicBezTo>
                  <a:cubicBezTo>
                    <a:pt x="30" y="15"/>
                    <a:pt x="30" y="15"/>
                    <a:pt x="30" y="15"/>
                  </a:cubicBezTo>
                  <a:cubicBezTo>
                    <a:pt x="30"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1">
              <a:extLst>
                <a:ext uri="{FF2B5EF4-FFF2-40B4-BE49-F238E27FC236}">
                  <a16:creationId xmlns:a16="http://schemas.microsoft.com/office/drawing/2014/main" id="{AA7AACDF-E5DF-6ED3-DDC1-FD6F5DD0B0C1}"/>
                </a:ext>
              </a:extLst>
            </p:cNvPr>
            <p:cNvSpPr>
              <a:spLocks noChangeArrowheads="1"/>
            </p:cNvSpPr>
            <p:nvPr/>
          </p:nvSpPr>
          <p:spPr bwMode="auto">
            <a:xfrm>
              <a:off x="7815263" y="4973638"/>
              <a:ext cx="11112" cy="69850"/>
            </a:xfrm>
            <a:custGeom>
              <a:avLst/>
              <a:gdLst>
                <a:gd name="T0" fmla="*/ 16 w 31"/>
                <a:gd name="T1" fmla="*/ 193 h 194"/>
                <a:gd name="T2" fmla="*/ 16 w 31"/>
                <a:gd name="T3" fmla="*/ 193 h 194"/>
                <a:gd name="T4" fmla="*/ 30 w 31"/>
                <a:gd name="T5" fmla="*/ 178 h 194"/>
                <a:gd name="T6" fmla="*/ 30 w 31"/>
                <a:gd name="T7" fmla="*/ 15 h 194"/>
                <a:gd name="T8" fmla="*/ 16 w 31"/>
                <a:gd name="T9" fmla="*/ 0 h 194"/>
                <a:gd name="T10" fmla="*/ 0 w 31"/>
                <a:gd name="T11" fmla="*/ 15 h 194"/>
                <a:gd name="T12" fmla="*/ 0 w 31"/>
                <a:gd name="T13" fmla="*/ 178 h 194"/>
                <a:gd name="T14" fmla="*/ 16 w 31"/>
                <a:gd name="T15" fmla="*/ 193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94">
                  <a:moveTo>
                    <a:pt x="16" y="193"/>
                  </a:moveTo>
                  <a:lnTo>
                    <a:pt x="16" y="193"/>
                  </a:lnTo>
                  <a:cubicBezTo>
                    <a:pt x="24" y="193"/>
                    <a:pt x="30" y="186"/>
                    <a:pt x="30" y="178"/>
                  </a:cubicBezTo>
                  <a:cubicBezTo>
                    <a:pt x="30" y="15"/>
                    <a:pt x="30" y="15"/>
                    <a:pt x="30" y="15"/>
                  </a:cubicBezTo>
                  <a:cubicBezTo>
                    <a:pt x="30" y="7"/>
                    <a:pt x="24" y="0"/>
                    <a:pt x="16" y="0"/>
                  </a:cubicBezTo>
                  <a:cubicBezTo>
                    <a:pt x="7" y="0"/>
                    <a:pt x="0" y="7"/>
                    <a:pt x="0" y="15"/>
                  </a:cubicBezTo>
                  <a:cubicBezTo>
                    <a:pt x="0" y="178"/>
                    <a:pt x="0" y="178"/>
                    <a:pt x="0" y="178"/>
                  </a:cubicBezTo>
                  <a:cubicBezTo>
                    <a:pt x="0" y="186"/>
                    <a:pt x="7" y="193"/>
                    <a:pt x="16" y="1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893D5B18-4BC5-2784-F88A-DB20F3A04C6C}"/>
              </a:ext>
            </a:extLst>
          </p:cNvPr>
          <p:cNvGrpSpPr/>
          <p:nvPr/>
        </p:nvGrpSpPr>
        <p:grpSpPr>
          <a:xfrm>
            <a:off x="8179469" y="4998144"/>
            <a:ext cx="257175" cy="247650"/>
            <a:chOff x="7151688" y="5316538"/>
            <a:chExt cx="257175" cy="247650"/>
          </a:xfrm>
          <a:solidFill>
            <a:schemeClr val="accent4"/>
          </a:solidFill>
        </p:grpSpPr>
        <p:sp>
          <p:nvSpPr>
            <p:cNvPr id="213" name="Freeform 172">
              <a:extLst>
                <a:ext uri="{FF2B5EF4-FFF2-40B4-BE49-F238E27FC236}">
                  <a16:creationId xmlns:a16="http://schemas.microsoft.com/office/drawing/2014/main" id="{CE5C5B58-31C5-A8E7-9BFA-A615CEF0929B}"/>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3">
              <a:extLst>
                <a:ext uri="{FF2B5EF4-FFF2-40B4-BE49-F238E27FC236}">
                  <a16:creationId xmlns:a16="http://schemas.microsoft.com/office/drawing/2014/main" id="{0059DA16-244B-32EF-A453-93AB04721745}"/>
                </a:ext>
              </a:extLst>
            </p:cNvPr>
            <p:cNvSpPr>
              <a:spLocks noChangeArrowheads="1"/>
            </p:cNvSpPr>
            <p:nvPr/>
          </p:nvSpPr>
          <p:spPr bwMode="auto">
            <a:xfrm>
              <a:off x="7327900" y="54864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4">
              <a:extLst>
                <a:ext uri="{FF2B5EF4-FFF2-40B4-BE49-F238E27FC236}">
                  <a16:creationId xmlns:a16="http://schemas.microsoft.com/office/drawing/2014/main" id="{048EA237-659A-5379-0370-8AC73DFAAAAB}"/>
                </a:ext>
              </a:extLst>
            </p:cNvPr>
            <p:cNvSpPr>
              <a:spLocks noChangeArrowheads="1"/>
            </p:cNvSpPr>
            <p:nvPr/>
          </p:nvSpPr>
          <p:spPr bwMode="auto">
            <a:xfrm>
              <a:off x="7183438" y="5430838"/>
              <a:ext cx="188912" cy="133350"/>
            </a:xfrm>
            <a:custGeom>
              <a:avLst/>
              <a:gdLst>
                <a:gd name="T0" fmla="*/ 0 w 525"/>
                <a:gd name="T1" fmla="*/ 258 h 371"/>
                <a:gd name="T2" fmla="*/ 107 w 525"/>
                <a:gd name="T3" fmla="*/ 370 h 371"/>
                <a:gd name="T4" fmla="*/ 215 w 525"/>
                <a:gd name="T5" fmla="*/ 349 h 371"/>
                <a:gd name="T6" fmla="*/ 262 w 525"/>
                <a:gd name="T7" fmla="*/ 339 h 371"/>
                <a:gd name="T8" fmla="*/ 356 w 525"/>
                <a:gd name="T9" fmla="*/ 360 h 371"/>
                <a:gd name="T10" fmla="*/ 417 w 525"/>
                <a:gd name="T11" fmla="*/ 370 h 371"/>
                <a:gd name="T12" fmla="*/ 524 w 525"/>
                <a:gd name="T13" fmla="*/ 258 h 371"/>
                <a:gd name="T14" fmla="*/ 523 w 525"/>
                <a:gd name="T15" fmla="*/ 252 h 371"/>
                <a:gd name="T16" fmla="*/ 523 w 525"/>
                <a:gd name="T17" fmla="*/ 252 h 371"/>
                <a:gd name="T18" fmla="*/ 510 w 525"/>
                <a:gd name="T19" fmla="*/ 205 h 371"/>
                <a:gd name="T20" fmla="*/ 416 w 525"/>
                <a:gd name="T21" fmla="*/ 127 h 371"/>
                <a:gd name="T22" fmla="*/ 399 w 525"/>
                <a:gd name="T23" fmla="*/ 109 h 371"/>
                <a:gd name="T24" fmla="*/ 279 w 525"/>
                <a:gd name="T25" fmla="*/ 3 h 371"/>
                <a:gd name="T26" fmla="*/ 276 w 525"/>
                <a:gd name="T27" fmla="*/ 1 h 371"/>
                <a:gd name="T28" fmla="*/ 271 w 525"/>
                <a:gd name="T29" fmla="*/ 1 h 371"/>
                <a:gd name="T30" fmla="*/ 269 w 525"/>
                <a:gd name="T31" fmla="*/ 0 h 371"/>
                <a:gd name="T32" fmla="*/ 262 w 525"/>
                <a:gd name="T33" fmla="*/ 0 h 371"/>
                <a:gd name="T34" fmla="*/ 252 w 525"/>
                <a:gd name="T35" fmla="*/ 1 h 371"/>
                <a:gd name="T36" fmla="*/ 248 w 525"/>
                <a:gd name="T37" fmla="*/ 1 h 371"/>
                <a:gd name="T38" fmla="*/ 248 w 525"/>
                <a:gd name="T39" fmla="*/ 1 h 371"/>
                <a:gd name="T40" fmla="*/ 124 w 525"/>
                <a:gd name="T41" fmla="*/ 109 h 371"/>
                <a:gd name="T42" fmla="*/ 107 w 525"/>
                <a:gd name="T43" fmla="*/ 127 h 371"/>
                <a:gd name="T44" fmla="*/ 10 w 525"/>
                <a:gd name="T45" fmla="*/ 216 h 371"/>
                <a:gd name="T46" fmla="*/ 0 w 525"/>
                <a:gd name="T47" fmla="*/ 257 h 371"/>
                <a:gd name="T48" fmla="*/ 0 w 525"/>
                <a:gd name="T49" fmla="*/ 258 h 371"/>
                <a:gd name="T50" fmla="*/ 523 w 525"/>
                <a:gd name="T51" fmla="*/ 252 h 371"/>
                <a:gd name="T52" fmla="*/ 36 w 525"/>
                <a:gd name="T53" fmla="*/ 229 h 371"/>
                <a:gd name="T54" fmla="*/ 124 w 525"/>
                <a:gd name="T55" fmla="*/ 152 h 371"/>
                <a:gd name="T56" fmla="*/ 151 w 525"/>
                <a:gd name="T57" fmla="*/ 123 h 371"/>
                <a:gd name="T58" fmla="*/ 254 w 525"/>
                <a:gd name="T59" fmla="*/ 31 h 371"/>
                <a:gd name="T60" fmla="*/ 258 w 525"/>
                <a:gd name="T61" fmla="*/ 31 h 371"/>
                <a:gd name="T62" fmla="*/ 266 w 525"/>
                <a:gd name="T63" fmla="*/ 31 h 371"/>
                <a:gd name="T64" fmla="*/ 271 w 525"/>
                <a:gd name="T65" fmla="*/ 31 h 371"/>
                <a:gd name="T66" fmla="*/ 324 w 525"/>
                <a:gd name="T67" fmla="*/ 60 h 371"/>
                <a:gd name="T68" fmla="*/ 400 w 525"/>
                <a:gd name="T69" fmla="*/ 152 h 371"/>
                <a:gd name="T70" fmla="*/ 484 w 525"/>
                <a:gd name="T71" fmla="*/ 219 h 371"/>
                <a:gd name="T72" fmla="*/ 494 w 525"/>
                <a:gd name="T73" fmla="*/ 255 h 371"/>
                <a:gd name="T74" fmla="*/ 494 w 525"/>
                <a:gd name="T75" fmla="*/ 261 h 371"/>
                <a:gd name="T76" fmla="*/ 471 w 525"/>
                <a:gd name="T77" fmla="*/ 318 h 371"/>
                <a:gd name="T78" fmla="*/ 384 w 525"/>
                <a:gd name="T79" fmla="*/ 336 h 371"/>
                <a:gd name="T80" fmla="*/ 286 w 525"/>
                <a:gd name="T81" fmla="*/ 312 h 371"/>
                <a:gd name="T82" fmla="*/ 229 w 525"/>
                <a:gd name="T83" fmla="*/ 315 h 371"/>
                <a:gd name="T84" fmla="*/ 130 w 525"/>
                <a:gd name="T85" fmla="*/ 338 h 371"/>
                <a:gd name="T86" fmla="*/ 52 w 525"/>
                <a:gd name="T87" fmla="*/ 318 h 371"/>
                <a:gd name="T88" fmla="*/ 29 w 525"/>
                <a:gd name="T89" fmla="*/ 258 h 371"/>
                <a:gd name="T90" fmla="*/ 29 w 525"/>
                <a:gd name="T91" fmla="*/ 257 h 371"/>
                <a:gd name="T92" fmla="*/ 29 w 525"/>
                <a:gd name="T93" fmla="*/ 257 h 371"/>
                <a:gd name="T94" fmla="*/ 36 w 525"/>
                <a:gd name="T95" fmla="*/ 229 h 3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25" h="371">
                  <a:moveTo>
                    <a:pt x="0" y="258"/>
                  </a:moveTo>
                  <a:lnTo>
                    <a:pt x="0" y="258"/>
                  </a:lnTo>
                  <a:cubicBezTo>
                    <a:pt x="0" y="259"/>
                    <a:pt x="0" y="261"/>
                    <a:pt x="0" y="262"/>
                  </a:cubicBezTo>
                  <a:cubicBezTo>
                    <a:pt x="0" y="322"/>
                    <a:pt x="47" y="370"/>
                    <a:pt x="107" y="370"/>
                  </a:cubicBezTo>
                  <a:cubicBezTo>
                    <a:pt x="119" y="370"/>
                    <a:pt x="131" y="368"/>
                    <a:pt x="145" y="365"/>
                  </a:cubicBezTo>
                  <a:cubicBezTo>
                    <a:pt x="167" y="360"/>
                    <a:pt x="192" y="354"/>
                    <a:pt x="215" y="349"/>
                  </a:cubicBezTo>
                  <a:cubicBezTo>
                    <a:pt x="225" y="346"/>
                    <a:pt x="236" y="343"/>
                    <a:pt x="244" y="342"/>
                  </a:cubicBezTo>
                  <a:cubicBezTo>
                    <a:pt x="252" y="340"/>
                    <a:pt x="259" y="339"/>
                    <a:pt x="262" y="339"/>
                  </a:cubicBezTo>
                  <a:cubicBezTo>
                    <a:pt x="265" y="339"/>
                    <a:pt x="276" y="340"/>
                    <a:pt x="289" y="343"/>
                  </a:cubicBezTo>
                  <a:cubicBezTo>
                    <a:pt x="308" y="347"/>
                    <a:pt x="332" y="354"/>
                    <a:pt x="356" y="360"/>
                  </a:cubicBezTo>
                  <a:cubicBezTo>
                    <a:pt x="367" y="363"/>
                    <a:pt x="378" y="365"/>
                    <a:pt x="389" y="367"/>
                  </a:cubicBezTo>
                  <a:cubicBezTo>
                    <a:pt x="399" y="368"/>
                    <a:pt x="409" y="370"/>
                    <a:pt x="417" y="370"/>
                  </a:cubicBezTo>
                  <a:cubicBezTo>
                    <a:pt x="476" y="370"/>
                    <a:pt x="524" y="322"/>
                    <a:pt x="524" y="262"/>
                  </a:cubicBezTo>
                  <a:cubicBezTo>
                    <a:pt x="524" y="261"/>
                    <a:pt x="524" y="259"/>
                    <a:pt x="524" y="258"/>
                  </a:cubicBezTo>
                  <a:cubicBezTo>
                    <a:pt x="523" y="257"/>
                    <a:pt x="523" y="255"/>
                    <a:pt x="523" y="254"/>
                  </a:cubicBezTo>
                  <a:cubicBezTo>
                    <a:pt x="523" y="252"/>
                    <a:pt x="523" y="252"/>
                    <a:pt x="523" y="252"/>
                  </a:cubicBezTo>
                  <a:lnTo>
                    <a:pt x="523" y="252"/>
                  </a:lnTo>
                  <a:lnTo>
                    <a:pt x="523" y="252"/>
                  </a:lnTo>
                  <a:lnTo>
                    <a:pt x="523" y="252"/>
                  </a:lnTo>
                  <a:cubicBezTo>
                    <a:pt x="522" y="234"/>
                    <a:pt x="517" y="219"/>
                    <a:pt x="510" y="205"/>
                  </a:cubicBezTo>
                  <a:cubicBezTo>
                    <a:pt x="501" y="186"/>
                    <a:pt x="487" y="173"/>
                    <a:pt x="470" y="160"/>
                  </a:cubicBezTo>
                  <a:cubicBezTo>
                    <a:pt x="455" y="149"/>
                    <a:pt x="435" y="140"/>
                    <a:pt x="416" y="127"/>
                  </a:cubicBezTo>
                  <a:lnTo>
                    <a:pt x="416" y="127"/>
                  </a:lnTo>
                  <a:cubicBezTo>
                    <a:pt x="409" y="123"/>
                    <a:pt x="403" y="117"/>
                    <a:pt x="399" y="109"/>
                  </a:cubicBezTo>
                  <a:cubicBezTo>
                    <a:pt x="384" y="81"/>
                    <a:pt x="364" y="57"/>
                    <a:pt x="345" y="38"/>
                  </a:cubicBezTo>
                  <a:cubicBezTo>
                    <a:pt x="324" y="20"/>
                    <a:pt x="301" y="7"/>
                    <a:pt x="279" y="3"/>
                  </a:cubicBezTo>
                  <a:lnTo>
                    <a:pt x="279" y="3"/>
                  </a:lnTo>
                  <a:cubicBezTo>
                    <a:pt x="276" y="1"/>
                    <a:pt x="276" y="1"/>
                    <a:pt x="276" y="1"/>
                  </a:cubicBezTo>
                  <a:cubicBezTo>
                    <a:pt x="275" y="1"/>
                    <a:pt x="275" y="1"/>
                    <a:pt x="275" y="1"/>
                  </a:cubicBezTo>
                  <a:cubicBezTo>
                    <a:pt x="271" y="1"/>
                    <a:pt x="271" y="1"/>
                    <a:pt x="271" y="1"/>
                  </a:cubicBezTo>
                  <a:lnTo>
                    <a:pt x="271" y="1"/>
                  </a:lnTo>
                  <a:cubicBezTo>
                    <a:pt x="269" y="0"/>
                    <a:pt x="269" y="0"/>
                    <a:pt x="269" y="0"/>
                  </a:cubicBezTo>
                  <a:lnTo>
                    <a:pt x="269" y="0"/>
                  </a:lnTo>
                  <a:cubicBezTo>
                    <a:pt x="266" y="0"/>
                    <a:pt x="264" y="0"/>
                    <a:pt x="262" y="0"/>
                  </a:cubicBezTo>
                  <a:cubicBezTo>
                    <a:pt x="259" y="0"/>
                    <a:pt x="257" y="0"/>
                    <a:pt x="254" y="0"/>
                  </a:cubicBezTo>
                  <a:cubicBezTo>
                    <a:pt x="252" y="1"/>
                    <a:pt x="252" y="1"/>
                    <a:pt x="252" y="1"/>
                  </a:cubicBezTo>
                  <a:lnTo>
                    <a:pt x="252" y="1"/>
                  </a:lnTo>
                  <a:cubicBezTo>
                    <a:pt x="248" y="1"/>
                    <a:pt x="248" y="1"/>
                    <a:pt x="248" y="1"/>
                  </a:cubicBezTo>
                  <a:lnTo>
                    <a:pt x="248" y="1"/>
                  </a:lnTo>
                  <a:lnTo>
                    <a:pt x="248" y="1"/>
                  </a:lnTo>
                  <a:cubicBezTo>
                    <a:pt x="226" y="6"/>
                    <a:pt x="204" y="18"/>
                    <a:pt x="181" y="36"/>
                  </a:cubicBezTo>
                  <a:cubicBezTo>
                    <a:pt x="160" y="54"/>
                    <a:pt x="139" y="80"/>
                    <a:pt x="124" y="109"/>
                  </a:cubicBezTo>
                  <a:cubicBezTo>
                    <a:pt x="121" y="117"/>
                    <a:pt x="114" y="123"/>
                    <a:pt x="107" y="127"/>
                  </a:cubicBezTo>
                  <a:lnTo>
                    <a:pt x="107" y="127"/>
                  </a:lnTo>
                  <a:cubicBezTo>
                    <a:pt x="80" y="145"/>
                    <a:pt x="53" y="163"/>
                    <a:pt x="34" y="183"/>
                  </a:cubicBezTo>
                  <a:cubicBezTo>
                    <a:pt x="24" y="193"/>
                    <a:pt x="15" y="204"/>
                    <a:pt x="10" y="216"/>
                  </a:cubicBezTo>
                  <a:cubicBezTo>
                    <a:pt x="3" y="229"/>
                    <a:pt x="0" y="241"/>
                    <a:pt x="0" y="257"/>
                  </a:cubicBezTo>
                  <a:lnTo>
                    <a:pt x="0" y="257"/>
                  </a:lnTo>
                  <a:lnTo>
                    <a:pt x="0" y="257"/>
                  </a:lnTo>
                  <a:lnTo>
                    <a:pt x="0" y="258"/>
                  </a:lnTo>
                  <a:close/>
                  <a:moveTo>
                    <a:pt x="523" y="252"/>
                  </a:moveTo>
                  <a:lnTo>
                    <a:pt x="523" y="252"/>
                  </a:lnTo>
                  <a:close/>
                  <a:moveTo>
                    <a:pt x="36" y="229"/>
                  </a:moveTo>
                  <a:lnTo>
                    <a:pt x="36" y="229"/>
                  </a:lnTo>
                  <a:cubicBezTo>
                    <a:pt x="42" y="216"/>
                    <a:pt x="53" y="204"/>
                    <a:pt x="68" y="191"/>
                  </a:cubicBezTo>
                  <a:cubicBezTo>
                    <a:pt x="84" y="179"/>
                    <a:pt x="103" y="166"/>
                    <a:pt x="124" y="152"/>
                  </a:cubicBezTo>
                  <a:lnTo>
                    <a:pt x="124" y="152"/>
                  </a:lnTo>
                  <a:cubicBezTo>
                    <a:pt x="135" y="145"/>
                    <a:pt x="145" y="135"/>
                    <a:pt x="151" y="123"/>
                  </a:cubicBezTo>
                  <a:cubicBezTo>
                    <a:pt x="165" y="96"/>
                    <a:pt x="183" y="75"/>
                    <a:pt x="201" y="59"/>
                  </a:cubicBezTo>
                  <a:cubicBezTo>
                    <a:pt x="219" y="43"/>
                    <a:pt x="239" y="34"/>
                    <a:pt x="254" y="31"/>
                  </a:cubicBezTo>
                  <a:cubicBezTo>
                    <a:pt x="257" y="31"/>
                    <a:pt x="257" y="31"/>
                    <a:pt x="257" y="31"/>
                  </a:cubicBezTo>
                  <a:cubicBezTo>
                    <a:pt x="258" y="31"/>
                    <a:pt x="258" y="31"/>
                    <a:pt x="258" y="31"/>
                  </a:cubicBezTo>
                  <a:cubicBezTo>
                    <a:pt x="259" y="31"/>
                    <a:pt x="261" y="31"/>
                    <a:pt x="262" y="31"/>
                  </a:cubicBezTo>
                  <a:cubicBezTo>
                    <a:pt x="264" y="31"/>
                    <a:pt x="265" y="31"/>
                    <a:pt x="266" y="31"/>
                  </a:cubicBezTo>
                  <a:cubicBezTo>
                    <a:pt x="268" y="31"/>
                    <a:pt x="268" y="31"/>
                    <a:pt x="268" y="31"/>
                  </a:cubicBezTo>
                  <a:cubicBezTo>
                    <a:pt x="271" y="31"/>
                    <a:pt x="271" y="31"/>
                    <a:pt x="271" y="31"/>
                  </a:cubicBezTo>
                  <a:cubicBezTo>
                    <a:pt x="273" y="31"/>
                    <a:pt x="273" y="31"/>
                    <a:pt x="273" y="31"/>
                  </a:cubicBezTo>
                  <a:cubicBezTo>
                    <a:pt x="287" y="35"/>
                    <a:pt x="307" y="45"/>
                    <a:pt x="324" y="60"/>
                  </a:cubicBezTo>
                  <a:cubicBezTo>
                    <a:pt x="342" y="77"/>
                    <a:pt x="360" y="98"/>
                    <a:pt x="372" y="123"/>
                  </a:cubicBezTo>
                  <a:cubicBezTo>
                    <a:pt x="379" y="135"/>
                    <a:pt x="388" y="145"/>
                    <a:pt x="400" y="152"/>
                  </a:cubicBezTo>
                  <a:cubicBezTo>
                    <a:pt x="428" y="170"/>
                    <a:pt x="451" y="181"/>
                    <a:pt x="466" y="195"/>
                  </a:cubicBezTo>
                  <a:cubicBezTo>
                    <a:pt x="474" y="202"/>
                    <a:pt x="480" y="209"/>
                    <a:pt x="484" y="219"/>
                  </a:cubicBezTo>
                  <a:cubicBezTo>
                    <a:pt x="488" y="227"/>
                    <a:pt x="492" y="240"/>
                    <a:pt x="494" y="255"/>
                  </a:cubicBezTo>
                  <a:lnTo>
                    <a:pt x="494" y="255"/>
                  </a:lnTo>
                  <a:cubicBezTo>
                    <a:pt x="494" y="258"/>
                    <a:pt x="494" y="258"/>
                    <a:pt x="494" y="258"/>
                  </a:cubicBezTo>
                  <a:cubicBezTo>
                    <a:pt x="494" y="261"/>
                    <a:pt x="494" y="261"/>
                    <a:pt x="494" y="261"/>
                  </a:cubicBezTo>
                  <a:cubicBezTo>
                    <a:pt x="494" y="262"/>
                    <a:pt x="494" y="262"/>
                    <a:pt x="494" y="262"/>
                  </a:cubicBezTo>
                  <a:cubicBezTo>
                    <a:pt x="494" y="285"/>
                    <a:pt x="485" y="304"/>
                    <a:pt x="471" y="318"/>
                  </a:cubicBezTo>
                  <a:cubicBezTo>
                    <a:pt x="457" y="332"/>
                    <a:pt x="438" y="340"/>
                    <a:pt x="417" y="340"/>
                  </a:cubicBezTo>
                  <a:cubicBezTo>
                    <a:pt x="410" y="340"/>
                    <a:pt x="397" y="339"/>
                    <a:pt x="384" y="336"/>
                  </a:cubicBezTo>
                  <a:cubicBezTo>
                    <a:pt x="364" y="332"/>
                    <a:pt x="339" y="325"/>
                    <a:pt x="317" y="319"/>
                  </a:cubicBezTo>
                  <a:cubicBezTo>
                    <a:pt x="305" y="317"/>
                    <a:pt x="294" y="314"/>
                    <a:pt x="286" y="312"/>
                  </a:cubicBezTo>
                  <a:cubicBezTo>
                    <a:pt x="276" y="311"/>
                    <a:pt x="269" y="310"/>
                    <a:pt x="262" y="310"/>
                  </a:cubicBezTo>
                  <a:cubicBezTo>
                    <a:pt x="252" y="310"/>
                    <a:pt x="241" y="311"/>
                    <a:pt x="229" y="315"/>
                  </a:cubicBezTo>
                  <a:cubicBezTo>
                    <a:pt x="208" y="319"/>
                    <a:pt x="184" y="325"/>
                    <a:pt x="162" y="331"/>
                  </a:cubicBezTo>
                  <a:cubicBezTo>
                    <a:pt x="151" y="333"/>
                    <a:pt x="139" y="336"/>
                    <a:pt x="130" y="338"/>
                  </a:cubicBezTo>
                  <a:cubicBezTo>
                    <a:pt x="120" y="339"/>
                    <a:pt x="112" y="340"/>
                    <a:pt x="107" y="340"/>
                  </a:cubicBezTo>
                  <a:cubicBezTo>
                    <a:pt x="85" y="340"/>
                    <a:pt x="66" y="332"/>
                    <a:pt x="52" y="318"/>
                  </a:cubicBezTo>
                  <a:cubicBezTo>
                    <a:pt x="38" y="304"/>
                    <a:pt x="29" y="285"/>
                    <a:pt x="29" y="262"/>
                  </a:cubicBezTo>
                  <a:cubicBezTo>
                    <a:pt x="29" y="262"/>
                    <a:pt x="29" y="261"/>
                    <a:pt x="29" y="258"/>
                  </a:cubicBezTo>
                  <a:lnTo>
                    <a:pt x="29" y="258"/>
                  </a:lnTo>
                  <a:cubicBezTo>
                    <a:pt x="29" y="257"/>
                    <a:pt x="29" y="257"/>
                    <a:pt x="29" y="257"/>
                  </a:cubicBezTo>
                  <a:lnTo>
                    <a:pt x="29" y="257"/>
                  </a:lnTo>
                  <a:lnTo>
                    <a:pt x="29" y="257"/>
                  </a:lnTo>
                  <a:lnTo>
                    <a:pt x="29" y="257"/>
                  </a:lnTo>
                  <a:cubicBezTo>
                    <a:pt x="29" y="247"/>
                    <a:pt x="32" y="237"/>
                    <a:pt x="36" y="2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5">
              <a:extLst>
                <a:ext uri="{FF2B5EF4-FFF2-40B4-BE49-F238E27FC236}">
                  <a16:creationId xmlns:a16="http://schemas.microsoft.com/office/drawing/2014/main" id="{A05773EB-6E28-E072-69A3-3B18B95DC104}"/>
                </a:ext>
              </a:extLst>
            </p:cNvPr>
            <p:cNvSpPr>
              <a:spLocks noChangeArrowheads="1"/>
            </p:cNvSpPr>
            <p:nvPr/>
          </p:nvSpPr>
          <p:spPr bwMode="auto">
            <a:xfrm>
              <a:off x="7205663" y="5316538"/>
              <a:ext cx="65087" cy="96837"/>
            </a:xfrm>
            <a:custGeom>
              <a:avLst/>
              <a:gdLst>
                <a:gd name="T0" fmla="*/ 37 w 179"/>
                <a:gd name="T1" fmla="*/ 232 h 269"/>
                <a:gd name="T2" fmla="*/ 37 w 179"/>
                <a:gd name="T3" fmla="*/ 232 h 269"/>
                <a:gd name="T4" fmla="*/ 67 w 179"/>
                <a:gd name="T5" fmla="*/ 258 h 269"/>
                <a:gd name="T6" fmla="*/ 101 w 179"/>
                <a:gd name="T7" fmla="*/ 268 h 269"/>
                <a:gd name="T8" fmla="*/ 110 w 179"/>
                <a:gd name="T9" fmla="*/ 268 h 269"/>
                <a:gd name="T10" fmla="*/ 140 w 179"/>
                <a:gd name="T11" fmla="*/ 254 h 269"/>
                <a:gd name="T12" fmla="*/ 168 w 179"/>
                <a:gd name="T13" fmla="*/ 212 h 269"/>
                <a:gd name="T14" fmla="*/ 178 w 179"/>
                <a:gd name="T15" fmla="*/ 155 h 269"/>
                <a:gd name="T16" fmla="*/ 175 w 179"/>
                <a:gd name="T17" fmla="*/ 121 h 269"/>
                <a:gd name="T18" fmla="*/ 161 w 179"/>
                <a:gd name="T19" fmla="*/ 124 h 269"/>
                <a:gd name="T20" fmla="*/ 175 w 179"/>
                <a:gd name="T21" fmla="*/ 121 h 269"/>
                <a:gd name="T22" fmla="*/ 140 w 179"/>
                <a:gd name="T23" fmla="*/ 36 h 269"/>
                <a:gd name="T24" fmla="*/ 111 w 179"/>
                <a:gd name="T25" fmla="*/ 10 h 269"/>
                <a:gd name="T26" fmla="*/ 76 w 179"/>
                <a:gd name="T27" fmla="*/ 0 h 269"/>
                <a:gd name="T28" fmla="*/ 68 w 179"/>
                <a:gd name="T29" fmla="*/ 0 h 269"/>
                <a:gd name="T30" fmla="*/ 37 w 179"/>
                <a:gd name="T31" fmla="*/ 14 h 269"/>
                <a:gd name="T32" fmla="*/ 9 w 179"/>
                <a:gd name="T33" fmla="*/ 56 h 269"/>
                <a:gd name="T34" fmla="*/ 0 w 179"/>
                <a:gd name="T35" fmla="*/ 113 h 269"/>
                <a:gd name="T36" fmla="*/ 2 w 179"/>
                <a:gd name="T37" fmla="*/ 147 h 269"/>
                <a:gd name="T38" fmla="*/ 37 w 179"/>
                <a:gd name="T39" fmla="*/ 232 h 269"/>
                <a:gd name="T40" fmla="*/ 43 w 179"/>
                <a:gd name="T41" fmla="*/ 54 h 269"/>
                <a:gd name="T42" fmla="*/ 43 w 179"/>
                <a:gd name="T43" fmla="*/ 54 h 269"/>
                <a:gd name="T44" fmla="*/ 57 w 179"/>
                <a:gd name="T45" fmla="*/ 38 h 269"/>
                <a:gd name="T46" fmla="*/ 72 w 179"/>
                <a:gd name="T47" fmla="*/ 31 h 269"/>
                <a:gd name="T48" fmla="*/ 76 w 179"/>
                <a:gd name="T49" fmla="*/ 29 h 269"/>
                <a:gd name="T50" fmla="*/ 96 w 179"/>
                <a:gd name="T51" fmla="*/ 36 h 269"/>
                <a:gd name="T52" fmla="*/ 127 w 179"/>
                <a:gd name="T53" fmla="*/ 70 h 269"/>
                <a:gd name="T54" fmla="*/ 146 w 179"/>
                <a:gd name="T55" fmla="*/ 126 h 269"/>
                <a:gd name="T56" fmla="*/ 146 w 179"/>
                <a:gd name="T57" fmla="*/ 126 h 269"/>
                <a:gd name="T58" fmla="*/ 149 w 179"/>
                <a:gd name="T59" fmla="*/ 155 h 269"/>
                <a:gd name="T60" fmla="*/ 135 w 179"/>
                <a:gd name="T61" fmla="*/ 213 h 269"/>
                <a:gd name="T62" fmla="*/ 121 w 179"/>
                <a:gd name="T63" fmla="*/ 230 h 269"/>
                <a:gd name="T64" fmla="*/ 106 w 179"/>
                <a:gd name="T65" fmla="*/ 237 h 269"/>
                <a:gd name="T66" fmla="*/ 101 w 179"/>
                <a:gd name="T67" fmla="*/ 239 h 269"/>
                <a:gd name="T68" fmla="*/ 82 w 179"/>
                <a:gd name="T69" fmla="*/ 232 h 269"/>
                <a:gd name="T70" fmla="*/ 51 w 179"/>
                <a:gd name="T71" fmla="*/ 198 h 269"/>
                <a:gd name="T72" fmla="*/ 32 w 179"/>
                <a:gd name="T73" fmla="*/ 142 h 269"/>
                <a:gd name="T74" fmla="*/ 29 w 179"/>
                <a:gd name="T75" fmla="*/ 113 h 269"/>
                <a:gd name="T76" fmla="*/ 43 w 179"/>
                <a:gd name="T77" fmla="*/ 5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9">
                  <a:moveTo>
                    <a:pt x="37" y="232"/>
                  </a:moveTo>
                  <a:lnTo>
                    <a:pt x="37" y="232"/>
                  </a:lnTo>
                  <a:cubicBezTo>
                    <a:pt x="46" y="241"/>
                    <a:pt x="55" y="251"/>
                    <a:pt x="67" y="258"/>
                  </a:cubicBezTo>
                  <a:cubicBezTo>
                    <a:pt x="78" y="264"/>
                    <a:pt x="89" y="268"/>
                    <a:pt x="101" y="268"/>
                  </a:cubicBezTo>
                  <a:cubicBezTo>
                    <a:pt x="104" y="268"/>
                    <a:pt x="107" y="268"/>
                    <a:pt x="110" y="268"/>
                  </a:cubicBezTo>
                  <a:cubicBezTo>
                    <a:pt x="121" y="265"/>
                    <a:pt x="132" y="261"/>
                    <a:pt x="140" y="254"/>
                  </a:cubicBezTo>
                  <a:cubicBezTo>
                    <a:pt x="153" y="244"/>
                    <a:pt x="163" y="229"/>
                    <a:pt x="168" y="212"/>
                  </a:cubicBezTo>
                  <a:cubicBezTo>
                    <a:pt x="175" y="195"/>
                    <a:pt x="178" y="176"/>
                    <a:pt x="178" y="155"/>
                  </a:cubicBezTo>
                  <a:cubicBezTo>
                    <a:pt x="178" y="144"/>
                    <a:pt x="177" y="133"/>
                    <a:pt x="175" y="121"/>
                  </a:cubicBezTo>
                  <a:cubicBezTo>
                    <a:pt x="161" y="124"/>
                    <a:pt x="161" y="124"/>
                    <a:pt x="161" y="124"/>
                  </a:cubicBezTo>
                  <a:cubicBezTo>
                    <a:pt x="175" y="121"/>
                    <a:pt x="175" y="121"/>
                    <a:pt x="175" y="121"/>
                  </a:cubicBezTo>
                  <a:cubicBezTo>
                    <a:pt x="170" y="88"/>
                    <a:pt x="157" y="59"/>
                    <a:pt x="140" y="36"/>
                  </a:cubicBezTo>
                  <a:cubicBezTo>
                    <a:pt x="132" y="27"/>
                    <a:pt x="122" y="17"/>
                    <a:pt x="111" y="10"/>
                  </a:cubicBezTo>
                  <a:cubicBezTo>
                    <a:pt x="100" y="4"/>
                    <a:pt x="89" y="0"/>
                    <a:pt x="76" y="0"/>
                  </a:cubicBezTo>
                  <a:cubicBezTo>
                    <a:pt x="74" y="0"/>
                    <a:pt x="71" y="0"/>
                    <a:pt x="68" y="0"/>
                  </a:cubicBezTo>
                  <a:cubicBezTo>
                    <a:pt x="57" y="3"/>
                    <a:pt x="46" y="7"/>
                    <a:pt x="37" y="14"/>
                  </a:cubicBezTo>
                  <a:cubicBezTo>
                    <a:pt x="25" y="24"/>
                    <a:pt x="15" y="39"/>
                    <a:pt x="9" y="56"/>
                  </a:cubicBezTo>
                  <a:cubicBezTo>
                    <a:pt x="2" y="73"/>
                    <a:pt x="0" y="92"/>
                    <a:pt x="0" y="113"/>
                  </a:cubicBezTo>
                  <a:cubicBezTo>
                    <a:pt x="0" y="124"/>
                    <a:pt x="1" y="135"/>
                    <a:pt x="2" y="147"/>
                  </a:cubicBezTo>
                  <a:cubicBezTo>
                    <a:pt x="8" y="180"/>
                    <a:pt x="21" y="209"/>
                    <a:pt x="37" y="232"/>
                  </a:cubicBezTo>
                  <a:close/>
                  <a:moveTo>
                    <a:pt x="43" y="54"/>
                  </a:moveTo>
                  <a:lnTo>
                    <a:pt x="43" y="54"/>
                  </a:lnTo>
                  <a:cubicBezTo>
                    <a:pt x="47" y="46"/>
                    <a:pt x="51" y="41"/>
                    <a:pt x="57" y="38"/>
                  </a:cubicBezTo>
                  <a:cubicBezTo>
                    <a:pt x="61" y="34"/>
                    <a:pt x="67" y="31"/>
                    <a:pt x="72" y="31"/>
                  </a:cubicBezTo>
                  <a:cubicBezTo>
                    <a:pt x="74" y="29"/>
                    <a:pt x="75" y="29"/>
                    <a:pt x="76" y="29"/>
                  </a:cubicBezTo>
                  <a:cubicBezTo>
                    <a:pt x="82" y="29"/>
                    <a:pt x="89" y="32"/>
                    <a:pt x="96" y="36"/>
                  </a:cubicBezTo>
                  <a:cubicBezTo>
                    <a:pt x="107" y="42"/>
                    <a:pt x="118" y="54"/>
                    <a:pt x="127" y="70"/>
                  </a:cubicBezTo>
                  <a:cubicBezTo>
                    <a:pt x="135" y="85"/>
                    <a:pt x="143" y="105"/>
                    <a:pt x="146" y="126"/>
                  </a:cubicBezTo>
                  <a:lnTo>
                    <a:pt x="146" y="126"/>
                  </a:lnTo>
                  <a:cubicBezTo>
                    <a:pt x="147" y="135"/>
                    <a:pt x="149" y="145"/>
                    <a:pt x="149" y="155"/>
                  </a:cubicBezTo>
                  <a:cubicBezTo>
                    <a:pt x="149" y="179"/>
                    <a:pt x="143" y="200"/>
                    <a:pt x="135" y="213"/>
                  </a:cubicBezTo>
                  <a:cubicBezTo>
                    <a:pt x="131" y="222"/>
                    <a:pt x="127" y="227"/>
                    <a:pt x="121" y="230"/>
                  </a:cubicBezTo>
                  <a:cubicBezTo>
                    <a:pt x="117" y="234"/>
                    <a:pt x="111" y="237"/>
                    <a:pt x="106" y="237"/>
                  </a:cubicBezTo>
                  <a:cubicBezTo>
                    <a:pt x="104" y="239"/>
                    <a:pt x="103" y="239"/>
                    <a:pt x="101" y="239"/>
                  </a:cubicBezTo>
                  <a:cubicBezTo>
                    <a:pt x="96" y="239"/>
                    <a:pt x="89" y="236"/>
                    <a:pt x="82" y="232"/>
                  </a:cubicBezTo>
                  <a:cubicBezTo>
                    <a:pt x="71" y="226"/>
                    <a:pt x="60" y="213"/>
                    <a:pt x="51" y="198"/>
                  </a:cubicBezTo>
                  <a:cubicBezTo>
                    <a:pt x="43" y="183"/>
                    <a:pt x="36" y="163"/>
                    <a:pt x="32" y="142"/>
                  </a:cubicBezTo>
                  <a:cubicBezTo>
                    <a:pt x="30" y="133"/>
                    <a:pt x="29" y="123"/>
                    <a:pt x="29" y="113"/>
                  </a:cubicBezTo>
                  <a:cubicBezTo>
                    <a:pt x="29" y="89"/>
                    <a:pt x="34" y="68"/>
                    <a:pt x="43" y="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7" name="Freeform 176">
              <a:extLst>
                <a:ext uri="{FF2B5EF4-FFF2-40B4-BE49-F238E27FC236}">
                  <a16:creationId xmlns:a16="http://schemas.microsoft.com/office/drawing/2014/main" id="{C659CCD8-0ECE-147F-ADA6-50D301EA8267}"/>
                </a:ext>
              </a:extLst>
            </p:cNvPr>
            <p:cNvSpPr>
              <a:spLocks noChangeArrowheads="1"/>
            </p:cNvSpPr>
            <p:nvPr/>
          </p:nvSpPr>
          <p:spPr bwMode="auto">
            <a:xfrm>
              <a:off x="7151688" y="5381625"/>
              <a:ext cx="65087" cy="96838"/>
            </a:xfrm>
            <a:custGeom>
              <a:avLst/>
              <a:gdLst>
                <a:gd name="T0" fmla="*/ 71 w 180"/>
                <a:gd name="T1" fmla="*/ 258 h 268"/>
                <a:gd name="T2" fmla="*/ 71 w 180"/>
                <a:gd name="T3" fmla="*/ 258 h 268"/>
                <a:gd name="T4" fmla="*/ 106 w 180"/>
                <a:gd name="T5" fmla="*/ 267 h 268"/>
                <a:gd name="T6" fmla="*/ 116 w 180"/>
                <a:gd name="T7" fmla="*/ 266 h 268"/>
                <a:gd name="T8" fmla="*/ 144 w 180"/>
                <a:gd name="T9" fmla="*/ 253 h 268"/>
                <a:gd name="T10" fmla="*/ 171 w 180"/>
                <a:gd name="T11" fmla="*/ 213 h 268"/>
                <a:gd name="T12" fmla="*/ 179 w 180"/>
                <a:gd name="T13" fmla="*/ 159 h 268"/>
                <a:gd name="T14" fmla="*/ 175 w 180"/>
                <a:gd name="T15" fmla="*/ 118 h 268"/>
                <a:gd name="T16" fmla="*/ 161 w 180"/>
                <a:gd name="T17" fmla="*/ 121 h 268"/>
                <a:gd name="T18" fmla="*/ 175 w 180"/>
                <a:gd name="T19" fmla="*/ 118 h 268"/>
                <a:gd name="T20" fmla="*/ 138 w 180"/>
                <a:gd name="T21" fmla="*/ 36 h 268"/>
                <a:gd name="T22" fmla="*/ 109 w 180"/>
                <a:gd name="T23" fmla="*/ 9 h 268"/>
                <a:gd name="T24" fmla="*/ 74 w 180"/>
                <a:gd name="T25" fmla="*/ 0 h 268"/>
                <a:gd name="T26" fmla="*/ 63 w 180"/>
                <a:gd name="T27" fmla="*/ 1 h 268"/>
                <a:gd name="T28" fmla="*/ 35 w 180"/>
                <a:gd name="T29" fmla="*/ 14 h 268"/>
                <a:gd name="T30" fmla="*/ 10 w 180"/>
                <a:gd name="T31" fmla="*/ 54 h 268"/>
                <a:gd name="T32" fmla="*/ 0 w 180"/>
                <a:gd name="T33" fmla="*/ 108 h 268"/>
                <a:gd name="T34" fmla="*/ 5 w 180"/>
                <a:gd name="T35" fmla="*/ 149 h 268"/>
                <a:gd name="T36" fmla="*/ 42 w 180"/>
                <a:gd name="T37" fmla="*/ 231 h 268"/>
                <a:gd name="T38" fmla="*/ 71 w 180"/>
                <a:gd name="T39" fmla="*/ 258 h 268"/>
                <a:gd name="T40" fmla="*/ 31 w 180"/>
                <a:gd name="T41" fmla="*/ 108 h 268"/>
                <a:gd name="T42" fmla="*/ 31 w 180"/>
                <a:gd name="T43" fmla="*/ 108 h 268"/>
                <a:gd name="T44" fmla="*/ 42 w 180"/>
                <a:gd name="T45" fmla="*/ 53 h 268"/>
                <a:gd name="T46" fmla="*/ 55 w 180"/>
                <a:gd name="T47" fmla="*/ 37 h 268"/>
                <a:gd name="T48" fmla="*/ 69 w 180"/>
                <a:gd name="T49" fmla="*/ 30 h 268"/>
                <a:gd name="T50" fmla="*/ 74 w 180"/>
                <a:gd name="T51" fmla="*/ 29 h 268"/>
                <a:gd name="T52" fmla="*/ 94 w 180"/>
                <a:gd name="T53" fmla="*/ 36 h 268"/>
                <a:gd name="T54" fmla="*/ 125 w 180"/>
                <a:gd name="T55" fmla="*/ 68 h 268"/>
                <a:gd name="T56" fmla="*/ 145 w 180"/>
                <a:gd name="T57" fmla="*/ 124 h 268"/>
                <a:gd name="T58" fmla="*/ 145 w 180"/>
                <a:gd name="T59" fmla="*/ 124 h 268"/>
                <a:gd name="T60" fmla="*/ 150 w 180"/>
                <a:gd name="T61" fmla="*/ 159 h 268"/>
                <a:gd name="T62" fmla="*/ 137 w 180"/>
                <a:gd name="T63" fmla="*/ 214 h 268"/>
                <a:gd name="T64" fmla="*/ 126 w 180"/>
                <a:gd name="T65" fmla="*/ 230 h 268"/>
                <a:gd name="T66" fmla="*/ 112 w 180"/>
                <a:gd name="T67" fmla="*/ 237 h 268"/>
                <a:gd name="T68" fmla="*/ 106 w 180"/>
                <a:gd name="T69" fmla="*/ 238 h 268"/>
                <a:gd name="T70" fmla="*/ 87 w 180"/>
                <a:gd name="T71" fmla="*/ 231 h 268"/>
                <a:gd name="T72" fmla="*/ 55 w 180"/>
                <a:gd name="T73" fmla="*/ 199 h 268"/>
                <a:gd name="T74" fmla="*/ 34 w 180"/>
                <a:gd name="T75" fmla="*/ 143 h 268"/>
                <a:gd name="T76" fmla="*/ 31 w 180"/>
                <a:gd name="T77" fmla="*/ 108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80" h="268">
                  <a:moveTo>
                    <a:pt x="71" y="258"/>
                  </a:moveTo>
                  <a:lnTo>
                    <a:pt x="71" y="258"/>
                  </a:lnTo>
                  <a:cubicBezTo>
                    <a:pt x="83" y="263"/>
                    <a:pt x="94" y="267"/>
                    <a:pt x="106" y="267"/>
                  </a:cubicBezTo>
                  <a:cubicBezTo>
                    <a:pt x="109" y="267"/>
                    <a:pt x="113" y="267"/>
                    <a:pt x="116" y="266"/>
                  </a:cubicBezTo>
                  <a:cubicBezTo>
                    <a:pt x="127" y="265"/>
                    <a:pt x="137" y="260"/>
                    <a:pt x="144" y="253"/>
                  </a:cubicBezTo>
                  <a:cubicBezTo>
                    <a:pt x="157" y="244"/>
                    <a:pt x="165" y="230"/>
                    <a:pt x="171" y="213"/>
                  </a:cubicBezTo>
                  <a:cubicBezTo>
                    <a:pt x="176" y="198"/>
                    <a:pt x="179" y="178"/>
                    <a:pt x="179" y="159"/>
                  </a:cubicBezTo>
                  <a:cubicBezTo>
                    <a:pt x="179" y="146"/>
                    <a:pt x="177" y="132"/>
                    <a:pt x="175" y="118"/>
                  </a:cubicBezTo>
                  <a:cubicBezTo>
                    <a:pt x="161" y="121"/>
                    <a:pt x="161" y="121"/>
                    <a:pt x="161" y="121"/>
                  </a:cubicBezTo>
                  <a:cubicBezTo>
                    <a:pt x="175" y="118"/>
                    <a:pt x="175" y="118"/>
                    <a:pt x="175" y="118"/>
                  </a:cubicBezTo>
                  <a:cubicBezTo>
                    <a:pt x="169" y="85"/>
                    <a:pt x="155" y="57"/>
                    <a:pt x="138" y="36"/>
                  </a:cubicBezTo>
                  <a:cubicBezTo>
                    <a:pt x="129" y="25"/>
                    <a:pt x="120" y="16"/>
                    <a:pt x="109" y="9"/>
                  </a:cubicBezTo>
                  <a:cubicBezTo>
                    <a:pt x="98" y="4"/>
                    <a:pt x="87" y="0"/>
                    <a:pt x="74" y="0"/>
                  </a:cubicBezTo>
                  <a:cubicBezTo>
                    <a:pt x="70" y="0"/>
                    <a:pt x="67" y="0"/>
                    <a:pt x="63" y="1"/>
                  </a:cubicBezTo>
                  <a:cubicBezTo>
                    <a:pt x="53" y="2"/>
                    <a:pt x="44" y="8"/>
                    <a:pt x="35" y="14"/>
                  </a:cubicBezTo>
                  <a:cubicBezTo>
                    <a:pt x="24" y="23"/>
                    <a:pt x="16" y="37"/>
                    <a:pt x="10" y="54"/>
                  </a:cubicBezTo>
                  <a:cubicBezTo>
                    <a:pt x="3" y="69"/>
                    <a:pt x="0" y="89"/>
                    <a:pt x="0" y="108"/>
                  </a:cubicBezTo>
                  <a:cubicBezTo>
                    <a:pt x="0" y="121"/>
                    <a:pt x="2" y="135"/>
                    <a:pt x="5" y="149"/>
                  </a:cubicBezTo>
                  <a:cubicBezTo>
                    <a:pt x="12" y="182"/>
                    <a:pt x="25" y="210"/>
                    <a:pt x="42" y="231"/>
                  </a:cubicBezTo>
                  <a:cubicBezTo>
                    <a:pt x="51" y="242"/>
                    <a:pt x="60" y="251"/>
                    <a:pt x="71" y="258"/>
                  </a:cubicBezTo>
                  <a:close/>
                  <a:moveTo>
                    <a:pt x="31" y="108"/>
                  </a:moveTo>
                  <a:lnTo>
                    <a:pt x="31" y="108"/>
                  </a:lnTo>
                  <a:cubicBezTo>
                    <a:pt x="31" y="86"/>
                    <a:pt x="35" y="67"/>
                    <a:pt x="42" y="53"/>
                  </a:cubicBezTo>
                  <a:cubicBezTo>
                    <a:pt x="46" y="46"/>
                    <a:pt x="51" y="40"/>
                    <a:pt x="55" y="37"/>
                  </a:cubicBezTo>
                  <a:cubicBezTo>
                    <a:pt x="59" y="33"/>
                    <a:pt x="65" y="30"/>
                    <a:pt x="69" y="30"/>
                  </a:cubicBezTo>
                  <a:cubicBezTo>
                    <a:pt x="70" y="29"/>
                    <a:pt x="73" y="29"/>
                    <a:pt x="74" y="29"/>
                  </a:cubicBezTo>
                  <a:cubicBezTo>
                    <a:pt x="80" y="29"/>
                    <a:pt x="87" y="32"/>
                    <a:pt x="94" y="36"/>
                  </a:cubicBezTo>
                  <a:cubicBezTo>
                    <a:pt x="105" y="41"/>
                    <a:pt x="116" y="53"/>
                    <a:pt x="125" y="68"/>
                  </a:cubicBezTo>
                  <a:cubicBezTo>
                    <a:pt x="134" y="83"/>
                    <a:pt x="141" y="103"/>
                    <a:pt x="145" y="124"/>
                  </a:cubicBezTo>
                  <a:lnTo>
                    <a:pt x="145" y="124"/>
                  </a:lnTo>
                  <a:cubicBezTo>
                    <a:pt x="148" y="136"/>
                    <a:pt x="150" y="147"/>
                    <a:pt x="150" y="159"/>
                  </a:cubicBezTo>
                  <a:cubicBezTo>
                    <a:pt x="150" y="181"/>
                    <a:pt x="145" y="200"/>
                    <a:pt x="137" y="214"/>
                  </a:cubicBezTo>
                  <a:cubicBezTo>
                    <a:pt x="134" y="221"/>
                    <a:pt x="130" y="227"/>
                    <a:pt x="126" y="230"/>
                  </a:cubicBezTo>
                  <a:cubicBezTo>
                    <a:pt x="120" y="234"/>
                    <a:pt x="116" y="237"/>
                    <a:pt x="112" y="237"/>
                  </a:cubicBezTo>
                  <a:cubicBezTo>
                    <a:pt x="109" y="238"/>
                    <a:pt x="108" y="238"/>
                    <a:pt x="106" y="238"/>
                  </a:cubicBezTo>
                  <a:cubicBezTo>
                    <a:pt x="99" y="238"/>
                    <a:pt x="94" y="235"/>
                    <a:pt x="87" y="231"/>
                  </a:cubicBezTo>
                  <a:cubicBezTo>
                    <a:pt x="76" y="226"/>
                    <a:pt x="65" y="214"/>
                    <a:pt x="55" y="199"/>
                  </a:cubicBezTo>
                  <a:cubicBezTo>
                    <a:pt x="46" y="184"/>
                    <a:pt x="38" y="164"/>
                    <a:pt x="34" y="143"/>
                  </a:cubicBezTo>
                  <a:cubicBezTo>
                    <a:pt x="32" y="131"/>
                    <a:pt x="31" y="120"/>
                    <a:pt x="31" y="1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8" name="Freeform 177">
              <a:extLst>
                <a:ext uri="{FF2B5EF4-FFF2-40B4-BE49-F238E27FC236}">
                  <a16:creationId xmlns:a16="http://schemas.microsoft.com/office/drawing/2014/main" id="{00809CAB-684E-91B8-84FF-B9EDFFB011AC}"/>
                </a:ext>
              </a:extLst>
            </p:cNvPr>
            <p:cNvSpPr>
              <a:spLocks noChangeArrowheads="1"/>
            </p:cNvSpPr>
            <p:nvPr/>
          </p:nvSpPr>
          <p:spPr bwMode="auto">
            <a:xfrm>
              <a:off x="7291388" y="5316538"/>
              <a:ext cx="65087" cy="96837"/>
            </a:xfrm>
            <a:custGeom>
              <a:avLst/>
              <a:gdLst>
                <a:gd name="T0" fmla="*/ 0 w 180"/>
                <a:gd name="T1" fmla="*/ 155 h 269"/>
                <a:gd name="T2" fmla="*/ 0 w 180"/>
                <a:gd name="T3" fmla="*/ 155 h 269"/>
                <a:gd name="T4" fmla="*/ 17 w 180"/>
                <a:gd name="T5" fmla="*/ 229 h 269"/>
                <a:gd name="T6" fmla="*/ 38 w 180"/>
                <a:gd name="T7" fmla="*/ 254 h 269"/>
                <a:gd name="T8" fmla="*/ 67 w 180"/>
                <a:gd name="T9" fmla="*/ 268 h 269"/>
                <a:gd name="T10" fmla="*/ 75 w 180"/>
                <a:gd name="T11" fmla="*/ 268 h 269"/>
                <a:gd name="T12" fmla="*/ 112 w 180"/>
                <a:gd name="T13" fmla="*/ 258 h 269"/>
                <a:gd name="T14" fmla="*/ 152 w 180"/>
                <a:gd name="T15" fmla="*/ 213 h 269"/>
                <a:gd name="T16" fmla="*/ 176 w 180"/>
                <a:gd name="T17" fmla="*/ 147 h 269"/>
                <a:gd name="T18" fmla="*/ 179 w 180"/>
                <a:gd name="T19" fmla="*/ 113 h 269"/>
                <a:gd name="T20" fmla="*/ 162 w 180"/>
                <a:gd name="T21" fmla="*/ 39 h 269"/>
                <a:gd name="T22" fmla="*/ 140 w 180"/>
                <a:gd name="T23" fmla="*/ 14 h 269"/>
                <a:gd name="T24" fmla="*/ 110 w 180"/>
                <a:gd name="T25" fmla="*/ 0 h 269"/>
                <a:gd name="T26" fmla="*/ 102 w 180"/>
                <a:gd name="T27" fmla="*/ 0 h 269"/>
                <a:gd name="T28" fmla="*/ 67 w 180"/>
                <a:gd name="T29" fmla="*/ 10 h 269"/>
                <a:gd name="T30" fmla="*/ 25 w 180"/>
                <a:gd name="T31" fmla="*/ 54 h 269"/>
                <a:gd name="T32" fmla="*/ 3 w 180"/>
                <a:gd name="T33" fmla="*/ 121 h 269"/>
                <a:gd name="T34" fmla="*/ 17 w 180"/>
                <a:gd name="T35" fmla="*/ 124 h 269"/>
                <a:gd name="T36" fmla="*/ 3 w 180"/>
                <a:gd name="T37" fmla="*/ 121 h 269"/>
                <a:gd name="T38" fmla="*/ 0 w 180"/>
                <a:gd name="T39" fmla="*/ 155 h 269"/>
                <a:gd name="T40" fmla="*/ 32 w 180"/>
                <a:gd name="T41" fmla="*/ 126 h 269"/>
                <a:gd name="T42" fmla="*/ 32 w 180"/>
                <a:gd name="T43" fmla="*/ 126 h 269"/>
                <a:gd name="T44" fmla="*/ 61 w 180"/>
                <a:gd name="T45" fmla="*/ 56 h 269"/>
                <a:gd name="T46" fmla="*/ 82 w 180"/>
                <a:gd name="T47" fmla="*/ 36 h 269"/>
                <a:gd name="T48" fmla="*/ 102 w 180"/>
                <a:gd name="T49" fmla="*/ 29 h 269"/>
                <a:gd name="T50" fmla="*/ 106 w 180"/>
                <a:gd name="T51" fmla="*/ 31 h 269"/>
                <a:gd name="T52" fmla="*/ 121 w 180"/>
                <a:gd name="T53" fmla="*/ 38 h 269"/>
                <a:gd name="T54" fmla="*/ 141 w 180"/>
                <a:gd name="T55" fmla="*/ 66 h 269"/>
                <a:gd name="T56" fmla="*/ 148 w 180"/>
                <a:gd name="T57" fmla="*/ 113 h 269"/>
                <a:gd name="T58" fmla="*/ 147 w 180"/>
                <a:gd name="T59" fmla="*/ 142 h 269"/>
                <a:gd name="T60" fmla="*/ 117 w 180"/>
                <a:gd name="T61" fmla="*/ 212 h 269"/>
                <a:gd name="T62" fmla="*/ 96 w 180"/>
                <a:gd name="T63" fmla="*/ 232 h 269"/>
                <a:gd name="T64" fmla="*/ 75 w 180"/>
                <a:gd name="T65" fmla="*/ 239 h 269"/>
                <a:gd name="T66" fmla="*/ 71 w 180"/>
                <a:gd name="T67" fmla="*/ 237 h 269"/>
                <a:gd name="T68" fmla="*/ 56 w 180"/>
                <a:gd name="T69" fmla="*/ 230 h 269"/>
                <a:gd name="T70" fmla="*/ 38 w 180"/>
                <a:gd name="T71" fmla="*/ 202 h 269"/>
                <a:gd name="T72" fmla="*/ 29 w 180"/>
                <a:gd name="T73" fmla="*/ 155 h 269"/>
                <a:gd name="T74" fmla="*/ 32 w 180"/>
                <a:gd name="T75" fmla="*/ 126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80" h="269">
                  <a:moveTo>
                    <a:pt x="0" y="155"/>
                  </a:moveTo>
                  <a:lnTo>
                    <a:pt x="0" y="155"/>
                  </a:lnTo>
                  <a:cubicBezTo>
                    <a:pt x="0" y="183"/>
                    <a:pt x="6" y="208"/>
                    <a:pt x="17" y="229"/>
                  </a:cubicBezTo>
                  <a:cubicBezTo>
                    <a:pt x="22" y="239"/>
                    <a:pt x="29" y="247"/>
                    <a:pt x="38" y="254"/>
                  </a:cubicBezTo>
                  <a:cubicBezTo>
                    <a:pt x="46" y="261"/>
                    <a:pt x="56" y="265"/>
                    <a:pt x="67" y="268"/>
                  </a:cubicBezTo>
                  <a:cubicBezTo>
                    <a:pt x="70" y="268"/>
                    <a:pt x="73" y="268"/>
                    <a:pt x="75" y="268"/>
                  </a:cubicBezTo>
                  <a:cubicBezTo>
                    <a:pt x="88" y="268"/>
                    <a:pt x="100" y="264"/>
                    <a:pt x="112" y="258"/>
                  </a:cubicBezTo>
                  <a:cubicBezTo>
                    <a:pt x="127" y="248"/>
                    <a:pt x="141" y="233"/>
                    <a:pt x="152" y="213"/>
                  </a:cubicBezTo>
                  <a:cubicBezTo>
                    <a:pt x="163" y="194"/>
                    <a:pt x="172" y="172"/>
                    <a:pt x="176" y="147"/>
                  </a:cubicBezTo>
                  <a:cubicBezTo>
                    <a:pt x="177" y="135"/>
                    <a:pt x="179" y="124"/>
                    <a:pt x="179" y="113"/>
                  </a:cubicBezTo>
                  <a:cubicBezTo>
                    <a:pt x="179" y="85"/>
                    <a:pt x="173" y="60"/>
                    <a:pt x="162" y="39"/>
                  </a:cubicBezTo>
                  <a:cubicBezTo>
                    <a:pt x="156" y="29"/>
                    <a:pt x="148" y="21"/>
                    <a:pt x="140" y="14"/>
                  </a:cubicBezTo>
                  <a:cubicBezTo>
                    <a:pt x="131" y="7"/>
                    <a:pt x="121" y="3"/>
                    <a:pt x="110" y="0"/>
                  </a:cubicBezTo>
                  <a:cubicBezTo>
                    <a:pt x="107" y="0"/>
                    <a:pt x="105" y="0"/>
                    <a:pt x="102" y="0"/>
                  </a:cubicBezTo>
                  <a:cubicBezTo>
                    <a:pt x="89" y="0"/>
                    <a:pt x="77" y="4"/>
                    <a:pt x="67" y="10"/>
                  </a:cubicBezTo>
                  <a:cubicBezTo>
                    <a:pt x="50" y="20"/>
                    <a:pt x="36" y="35"/>
                    <a:pt x="25" y="54"/>
                  </a:cubicBezTo>
                  <a:cubicBezTo>
                    <a:pt x="14" y="74"/>
                    <a:pt x="7" y="96"/>
                    <a:pt x="3" y="121"/>
                  </a:cubicBezTo>
                  <a:cubicBezTo>
                    <a:pt x="17" y="124"/>
                    <a:pt x="17" y="124"/>
                    <a:pt x="17" y="124"/>
                  </a:cubicBezTo>
                  <a:cubicBezTo>
                    <a:pt x="3" y="121"/>
                    <a:pt x="3" y="121"/>
                    <a:pt x="3" y="121"/>
                  </a:cubicBezTo>
                  <a:cubicBezTo>
                    <a:pt x="0" y="133"/>
                    <a:pt x="0" y="144"/>
                    <a:pt x="0" y="155"/>
                  </a:cubicBezTo>
                  <a:close/>
                  <a:moveTo>
                    <a:pt x="32" y="126"/>
                  </a:moveTo>
                  <a:lnTo>
                    <a:pt x="32" y="126"/>
                  </a:lnTo>
                  <a:cubicBezTo>
                    <a:pt x="36" y="98"/>
                    <a:pt x="48" y="73"/>
                    <a:pt x="61" y="56"/>
                  </a:cubicBezTo>
                  <a:cubicBezTo>
                    <a:pt x="67" y="46"/>
                    <a:pt x="75" y="41"/>
                    <a:pt x="82" y="36"/>
                  </a:cubicBezTo>
                  <a:cubicBezTo>
                    <a:pt x="89" y="32"/>
                    <a:pt x="95" y="29"/>
                    <a:pt x="102" y="29"/>
                  </a:cubicBezTo>
                  <a:cubicBezTo>
                    <a:pt x="103" y="29"/>
                    <a:pt x="105" y="29"/>
                    <a:pt x="106" y="31"/>
                  </a:cubicBezTo>
                  <a:cubicBezTo>
                    <a:pt x="112" y="31"/>
                    <a:pt x="117" y="34"/>
                    <a:pt x="121" y="38"/>
                  </a:cubicBezTo>
                  <a:cubicBezTo>
                    <a:pt x="128" y="43"/>
                    <a:pt x="135" y="53"/>
                    <a:pt x="141" y="66"/>
                  </a:cubicBezTo>
                  <a:cubicBezTo>
                    <a:pt x="145" y="80"/>
                    <a:pt x="148" y="95"/>
                    <a:pt x="148" y="113"/>
                  </a:cubicBezTo>
                  <a:cubicBezTo>
                    <a:pt x="148" y="123"/>
                    <a:pt x="148" y="133"/>
                    <a:pt x="147" y="142"/>
                  </a:cubicBezTo>
                  <a:cubicBezTo>
                    <a:pt x="141" y="170"/>
                    <a:pt x="130" y="195"/>
                    <a:pt x="117" y="212"/>
                  </a:cubicBezTo>
                  <a:cubicBezTo>
                    <a:pt x="110" y="222"/>
                    <a:pt x="103" y="227"/>
                    <a:pt x="96" y="232"/>
                  </a:cubicBezTo>
                  <a:cubicBezTo>
                    <a:pt x="89" y="236"/>
                    <a:pt x="82" y="239"/>
                    <a:pt x="75" y="239"/>
                  </a:cubicBezTo>
                  <a:cubicBezTo>
                    <a:pt x="74" y="239"/>
                    <a:pt x="73" y="239"/>
                    <a:pt x="71" y="237"/>
                  </a:cubicBezTo>
                  <a:cubicBezTo>
                    <a:pt x="66" y="237"/>
                    <a:pt x="61" y="234"/>
                    <a:pt x="56" y="230"/>
                  </a:cubicBezTo>
                  <a:cubicBezTo>
                    <a:pt x="49" y="225"/>
                    <a:pt x="42" y="215"/>
                    <a:pt x="38" y="202"/>
                  </a:cubicBezTo>
                  <a:cubicBezTo>
                    <a:pt x="32" y="188"/>
                    <a:pt x="29" y="173"/>
                    <a:pt x="29" y="155"/>
                  </a:cubicBezTo>
                  <a:cubicBezTo>
                    <a:pt x="29" y="145"/>
                    <a:pt x="31" y="135"/>
                    <a:pt x="32"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9" name="Freeform 178">
              <a:extLst>
                <a:ext uri="{FF2B5EF4-FFF2-40B4-BE49-F238E27FC236}">
                  <a16:creationId xmlns:a16="http://schemas.microsoft.com/office/drawing/2014/main" id="{CCFA7C9D-4EA4-A6CE-7F2D-6A0EF6DDDB12}"/>
                </a:ext>
              </a:extLst>
            </p:cNvPr>
            <p:cNvSpPr>
              <a:spLocks noChangeArrowheads="1"/>
            </p:cNvSpPr>
            <p:nvPr/>
          </p:nvSpPr>
          <p:spPr bwMode="auto">
            <a:xfrm>
              <a:off x="7343775" y="5381625"/>
              <a:ext cx="65088" cy="96838"/>
            </a:xfrm>
            <a:custGeom>
              <a:avLst/>
              <a:gdLst>
                <a:gd name="T0" fmla="*/ 149 w 179"/>
                <a:gd name="T1" fmla="*/ 214 h 268"/>
                <a:gd name="T2" fmla="*/ 149 w 179"/>
                <a:gd name="T3" fmla="*/ 214 h 268"/>
                <a:gd name="T4" fmla="*/ 174 w 179"/>
                <a:gd name="T5" fmla="*/ 149 h 268"/>
                <a:gd name="T6" fmla="*/ 178 w 179"/>
                <a:gd name="T7" fmla="*/ 108 h 268"/>
                <a:gd name="T8" fmla="*/ 163 w 179"/>
                <a:gd name="T9" fmla="*/ 39 h 268"/>
                <a:gd name="T10" fmla="*/ 144 w 179"/>
                <a:gd name="T11" fmla="*/ 14 h 268"/>
                <a:gd name="T12" fmla="*/ 116 w 179"/>
                <a:gd name="T13" fmla="*/ 1 h 268"/>
                <a:gd name="T14" fmla="*/ 106 w 179"/>
                <a:gd name="T15" fmla="*/ 0 h 268"/>
                <a:gd name="T16" fmla="*/ 71 w 179"/>
                <a:gd name="T17" fmla="*/ 9 h 268"/>
                <a:gd name="T18" fmla="*/ 29 w 179"/>
                <a:gd name="T19" fmla="*/ 53 h 268"/>
                <a:gd name="T20" fmla="*/ 4 w 179"/>
                <a:gd name="T21" fmla="*/ 118 h 268"/>
                <a:gd name="T22" fmla="*/ 4 w 179"/>
                <a:gd name="T23" fmla="*/ 118 h 268"/>
                <a:gd name="T24" fmla="*/ 0 w 179"/>
                <a:gd name="T25" fmla="*/ 159 h 268"/>
                <a:gd name="T26" fmla="*/ 15 w 179"/>
                <a:gd name="T27" fmla="*/ 228 h 268"/>
                <a:gd name="T28" fmla="*/ 35 w 179"/>
                <a:gd name="T29" fmla="*/ 253 h 268"/>
                <a:gd name="T30" fmla="*/ 63 w 179"/>
                <a:gd name="T31" fmla="*/ 266 h 268"/>
                <a:gd name="T32" fmla="*/ 74 w 179"/>
                <a:gd name="T33" fmla="*/ 267 h 268"/>
                <a:gd name="T34" fmla="*/ 109 w 179"/>
                <a:gd name="T35" fmla="*/ 258 h 268"/>
                <a:gd name="T36" fmla="*/ 149 w 179"/>
                <a:gd name="T37" fmla="*/ 214 h 268"/>
                <a:gd name="T38" fmla="*/ 93 w 179"/>
                <a:gd name="T39" fmla="*/ 231 h 268"/>
                <a:gd name="T40" fmla="*/ 93 w 179"/>
                <a:gd name="T41" fmla="*/ 231 h 268"/>
                <a:gd name="T42" fmla="*/ 74 w 179"/>
                <a:gd name="T43" fmla="*/ 238 h 268"/>
                <a:gd name="T44" fmla="*/ 68 w 179"/>
                <a:gd name="T45" fmla="*/ 237 h 268"/>
                <a:gd name="T46" fmla="*/ 54 w 179"/>
                <a:gd name="T47" fmla="*/ 230 h 268"/>
                <a:gd name="T48" fmla="*/ 38 w 179"/>
                <a:gd name="T49" fmla="*/ 203 h 268"/>
                <a:gd name="T50" fmla="*/ 31 w 179"/>
                <a:gd name="T51" fmla="*/ 159 h 268"/>
                <a:gd name="T52" fmla="*/ 33 w 179"/>
                <a:gd name="T53" fmla="*/ 124 h 268"/>
                <a:gd name="T54" fmla="*/ 19 w 179"/>
                <a:gd name="T55" fmla="*/ 121 h 268"/>
                <a:gd name="T56" fmla="*/ 33 w 179"/>
                <a:gd name="T57" fmla="*/ 124 h 268"/>
                <a:gd name="T58" fmla="*/ 65 w 179"/>
                <a:gd name="T59" fmla="*/ 54 h 268"/>
                <a:gd name="T60" fmla="*/ 86 w 179"/>
                <a:gd name="T61" fmla="*/ 36 h 268"/>
                <a:gd name="T62" fmla="*/ 106 w 179"/>
                <a:gd name="T63" fmla="*/ 29 h 268"/>
                <a:gd name="T64" fmla="*/ 111 w 179"/>
                <a:gd name="T65" fmla="*/ 30 h 268"/>
                <a:gd name="T66" fmla="*/ 125 w 179"/>
                <a:gd name="T67" fmla="*/ 37 h 268"/>
                <a:gd name="T68" fmla="*/ 142 w 179"/>
                <a:gd name="T69" fmla="*/ 64 h 268"/>
                <a:gd name="T70" fmla="*/ 149 w 179"/>
                <a:gd name="T71" fmla="*/ 108 h 268"/>
                <a:gd name="T72" fmla="*/ 145 w 179"/>
                <a:gd name="T73" fmla="*/ 143 h 268"/>
                <a:gd name="T74" fmla="*/ 114 w 179"/>
                <a:gd name="T75" fmla="*/ 213 h 268"/>
                <a:gd name="T76" fmla="*/ 93 w 179"/>
                <a:gd name="T77" fmla="*/ 23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9" h="268">
                  <a:moveTo>
                    <a:pt x="149" y="214"/>
                  </a:moveTo>
                  <a:lnTo>
                    <a:pt x="149" y="214"/>
                  </a:lnTo>
                  <a:cubicBezTo>
                    <a:pt x="162" y="196"/>
                    <a:pt x="170" y="174"/>
                    <a:pt x="174" y="149"/>
                  </a:cubicBezTo>
                  <a:cubicBezTo>
                    <a:pt x="177" y="135"/>
                    <a:pt x="178" y="121"/>
                    <a:pt x="178" y="108"/>
                  </a:cubicBezTo>
                  <a:cubicBezTo>
                    <a:pt x="178" y="82"/>
                    <a:pt x="174" y="58"/>
                    <a:pt x="163" y="39"/>
                  </a:cubicBezTo>
                  <a:cubicBezTo>
                    <a:pt x="159" y="29"/>
                    <a:pt x="152" y="21"/>
                    <a:pt x="144" y="14"/>
                  </a:cubicBezTo>
                  <a:cubicBezTo>
                    <a:pt x="137" y="8"/>
                    <a:pt x="127" y="2"/>
                    <a:pt x="116" y="1"/>
                  </a:cubicBezTo>
                  <a:cubicBezTo>
                    <a:pt x="113" y="0"/>
                    <a:pt x="109" y="0"/>
                    <a:pt x="106" y="0"/>
                  </a:cubicBezTo>
                  <a:cubicBezTo>
                    <a:pt x="93" y="0"/>
                    <a:pt x="82" y="4"/>
                    <a:pt x="71" y="9"/>
                  </a:cubicBezTo>
                  <a:cubicBezTo>
                    <a:pt x="54" y="19"/>
                    <a:pt x="40" y="34"/>
                    <a:pt x="29" y="53"/>
                  </a:cubicBezTo>
                  <a:cubicBezTo>
                    <a:pt x="18" y="71"/>
                    <a:pt x="10" y="93"/>
                    <a:pt x="4" y="118"/>
                  </a:cubicBezTo>
                  <a:lnTo>
                    <a:pt x="4" y="118"/>
                  </a:lnTo>
                  <a:cubicBezTo>
                    <a:pt x="1" y="132"/>
                    <a:pt x="0" y="146"/>
                    <a:pt x="0" y="159"/>
                  </a:cubicBezTo>
                  <a:cubicBezTo>
                    <a:pt x="0" y="185"/>
                    <a:pt x="6" y="209"/>
                    <a:pt x="15" y="228"/>
                  </a:cubicBezTo>
                  <a:cubicBezTo>
                    <a:pt x="21" y="238"/>
                    <a:pt x="28" y="246"/>
                    <a:pt x="35" y="253"/>
                  </a:cubicBezTo>
                  <a:cubicBezTo>
                    <a:pt x="43" y="260"/>
                    <a:pt x="53" y="265"/>
                    <a:pt x="63" y="266"/>
                  </a:cubicBezTo>
                  <a:cubicBezTo>
                    <a:pt x="67" y="267"/>
                    <a:pt x="70" y="267"/>
                    <a:pt x="74" y="267"/>
                  </a:cubicBezTo>
                  <a:cubicBezTo>
                    <a:pt x="86" y="267"/>
                    <a:pt x="98" y="263"/>
                    <a:pt x="109" y="258"/>
                  </a:cubicBezTo>
                  <a:cubicBezTo>
                    <a:pt x="124" y="248"/>
                    <a:pt x="138" y="233"/>
                    <a:pt x="149" y="214"/>
                  </a:cubicBezTo>
                  <a:close/>
                  <a:moveTo>
                    <a:pt x="93" y="231"/>
                  </a:moveTo>
                  <a:lnTo>
                    <a:pt x="93" y="231"/>
                  </a:lnTo>
                  <a:cubicBezTo>
                    <a:pt x="86" y="235"/>
                    <a:pt x="79" y="238"/>
                    <a:pt x="74" y="238"/>
                  </a:cubicBezTo>
                  <a:cubicBezTo>
                    <a:pt x="72" y="238"/>
                    <a:pt x="70" y="238"/>
                    <a:pt x="68" y="237"/>
                  </a:cubicBezTo>
                  <a:cubicBezTo>
                    <a:pt x="64" y="237"/>
                    <a:pt x="58" y="234"/>
                    <a:pt x="54" y="230"/>
                  </a:cubicBezTo>
                  <a:cubicBezTo>
                    <a:pt x="47" y="224"/>
                    <a:pt x="42" y="216"/>
                    <a:pt x="38" y="203"/>
                  </a:cubicBezTo>
                  <a:cubicBezTo>
                    <a:pt x="33" y="191"/>
                    <a:pt x="31" y="175"/>
                    <a:pt x="31" y="159"/>
                  </a:cubicBezTo>
                  <a:cubicBezTo>
                    <a:pt x="31" y="147"/>
                    <a:pt x="32" y="136"/>
                    <a:pt x="33" y="124"/>
                  </a:cubicBezTo>
                  <a:cubicBezTo>
                    <a:pt x="19" y="121"/>
                    <a:pt x="19" y="121"/>
                    <a:pt x="19" y="121"/>
                  </a:cubicBezTo>
                  <a:cubicBezTo>
                    <a:pt x="33" y="124"/>
                    <a:pt x="33" y="124"/>
                    <a:pt x="33" y="124"/>
                  </a:cubicBezTo>
                  <a:cubicBezTo>
                    <a:pt x="39" y="94"/>
                    <a:pt x="52" y="71"/>
                    <a:pt x="65" y="54"/>
                  </a:cubicBezTo>
                  <a:cubicBezTo>
                    <a:pt x="71" y="46"/>
                    <a:pt x="79" y="40"/>
                    <a:pt x="86" y="36"/>
                  </a:cubicBezTo>
                  <a:cubicBezTo>
                    <a:pt x="93" y="32"/>
                    <a:pt x="99" y="29"/>
                    <a:pt x="106" y="29"/>
                  </a:cubicBezTo>
                  <a:cubicBezTo>
                    <a:pt x="107" y="29"/>
                    <a:pt x="109" y="29"/>
                    <a:pt x="111" y="30"/>
                  </a:cubicBezTo>
                  <a:cubicBezTo>
                    <a:pt x="116" y="30"/>
                    <a:pt x="120" y="33"/>
                    <a:pt x="125" y="37"/>
                  </a:cubicBezTo>
                  <a:cubicBezTo>
                    <a:pt x="131" y="43"/>
                    <a:pt x="138" y="51"/>
                    <a:pt x="142" y="64"/>
                  </a:cubicBezTo>
                  <a:cubicBezTo>
                    <a:pt x="146" y="76"/>
                    <a:pt x="149" y="92"/>
                    <a:pt x="149" y="108"/>
                  </a:cubicBezTo>
                  <a:cubicBezTo>
                    <a:pt x="149" y="120"/>
                    <a:pt x="148" y="131"/>
                    <a:pt x="145" y="143"/>
                  </a:cubicBezTo>
                  <a:cubicBezTo>
                    <a:pt x="139" y="173"/>
                    <a:pt x="128" y="196"/>
                    <a:pt x="114" y="213"/>
                  </a:cubicBezTo>
                  <a:cubicBezTo>
                    <a:pt x="107" y="221"/>
                    <a:pt x="100" y="227"/>
                    <a:pt x="93" y="2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0" name="Group 223">
            <a:extLst>
              <a:ext uri="{FF2B5EF4-FFF2-40B4-BE49-F238E27FC236}">
                <a16:creationId xmlns:a16="http://schemas.microsoft.com/office/drawing/2014/main" id="{56FCFA8A-CAAF-53A1-C321-69CB62CAC88A}"/>
              </a:ext>
            </a:extLst>
          </p:cNvPr>
          <p:cNvGrpSpPr/>
          <p:nvPr/>
        </p:nvGrpSpPr>
        <p:grpSpPr>
          <a:xfrm>
            <a:off x="9206581" y="5019576"/>
            <a:ext cx="258763" cy="204787"/>
            <a:chOff x="8178800" y="5348288"/>
            <a:chExt cx="258763" cy="204787"/>
          </a:xfrm>
          <a:solidFill>
            <a:schemeClr val="accent4"/>
          </a:solidFill>
        </p:grpSpPr>
        <p:sp>
          <p:nvSpPr>
            <p:cNvPr id="221" name="Freeform 179">
              <a:extLst>
                <a:ext uri="{FF2B5EF4-FFF2-40B4-BE49-F238E27FC236}">
                  <a16:creationId xmlns:a16="http://schemas.microsoft.com/office/drawing/2014/main" id="{F9060881-A0A0-4396-E8D5-479CF657A909}"/>
                </a:ext>
              </a:extLst>
            </p:cNvPr>
            <p:cNvSpPr>
              <a:spLocks noChangeArrowheads="1"/>
            </p:cNvSpPr>
            <p:nvPr/>
          </p:nvSpPr>
          <p:spPr bwMode="auto">
            <a:xfrm>
              <a:off x="8180388" y="5348288"/>
              <a:ext cx="257175" cy="150812"/>
            </a:xfrm>
            <a:custGeom>
              <a:avLst/>
              <a:gdLst>
                <a:gd name="T0" fmla="*/ 700 w 715"/>
                <a:gd name="T1" fmla="*/ 417 h 418"/>
                <a:gd name="T2" fmla="*/ 700 w 715"/>
                <a:gd name="T3" fmla="*/ 387 h 418"/>
                <a:gd name="T4" fmla="*/ 684 w 715"/>
                <a:gd name="T5" fmla="*/ 311 h 418"/>
                <a:gd name="T6" fmla="*/ 684 w 715"/>
                <a:gd name="T7" fmla="*/ 309 h 418"/>
                <a:gd name="T8" fmla="*/ 638 w 715"/>
                <a:gd name="T9" fmla="*/ 190 h 418"/>
                <a:gd name="T10" fmla="*/ 587 w 715"/>
                <a:gd name="T11" fmla="*/ 65 h 418"/>
                <a:gd name="T12" fmla="*/ 490 w 715"/>
                <a:gd name="T13" fmla="*/ 0 h 418"/>
                <a:gd name="T14" fmla="*/ 253 w 715"/>
                <a:gd name="T15" fmla="*/ 0 h 418"/>
                <a:gd name="T16" fmla="*/ 153 w 715"/>
                <a:gd name="T17" fmla="*/ 115 h 418"/>
                <a:gd name="T18" fmla="*/ 401 w 715"/>
                <a:gd name="T19" fmla="*/ 119 h 418"/>
                <a:gd name="T20" fmla="*/ 417 w 715"/>
                <a:gd name="T21" fmla="*/ 194 h 418"/>
                <a:gd name="T22" fmla="*/ 225 w 715"/>
                <a:gd name="T23" fmla="*/ 208 h 418"/>
                <a:gd name="T24" fmla="*/ 62 w 715"/>
                <a:gd name="T25" fmla="*/ 304 h 418"/>
                <a:gd name="T26" fmla="*/ 58 w 715"/>
                <a:gd name="T27" fmla="*/ 313 h 418"/>
                <a:gd name="T28" fmla="*/ 15 w 715"/>
                <a:gd name="T29" fmla="*/ 387 h 418"/>
                <a:gd name="T30" fmla="*/ 15 w 715"/>
                <a:gd name="T31" fmla="*/ 417 h 418"/>
                <a:gd name="T32" fmla="*/ 30 w 715"/>
                <a:gd name="T33" fmla="*/ 417 h 418"/>
                <a:gd name="T34" fmla="*/ 675 w 715"/>
                <a:gd name="T35" fmla="*/ 417 h 418"/>
                <a:gd name="T36" fmla="*/ 145 w 715"/>
                <a:gd name="T37" fmla="*/ 264 h 418"/>
                <a:gd name="T38" fmla="*/ 225 w 715"/>
                <a:gd name="T39" fmla="*/ 239 h 418"/>
                <a:gd name="T40" fmla="*/ 446 w 715"/>
                <a:gd name="T41" fmla="*/ 194 h 418"/>
                <a:gd name="T42" fmla="*/ 401 w 715"/>
                <a:gd name="T43" fmla="*/ 90 h 418"/>
                <a:gd name="T44" fmla="*/ 200 w 715"/>
                <a:gd name="T45" fmla="*/ 52 h 418"/>
                <a:gd name="T46" fmla="*/ 432 w 715"/>
                <a:gd name="T47" fmla="*/ 30 h 418"/>
                <a:gd name="T48" fmla="*/ 490 w 715"/>
                <a:gd name="T49" fmla="*/ 30 h 418"/>
                <a:gd name="T50" fmla="*/ 573 w 715"/>
                <a:gd name="T51" fmla="*/ 70 h 418"/>
                <a:gd name="T52" fmla="*/ 620 w 715"/>
                <a:gd name="T53" fmla="*/ 223 h 418"/>
                <a:gd name="T54" fmla="*/ 649 w 715"/>
                <a:gd name="T55" fmla="*/ 297 h 418"/>
                <a:gd name="T56" fmla="*/ 145 w 715"/>
                <a:gd name="T57" fmla="*/ 264 h 418"/>
                <a:gd name="T58" fmla="*/ 83 w 715"/>
                <a:gd name="T59" fmla="*/ 328 h 418"/>
                <a:gd name="T60" fmla="*/ 659 w 715"/>
                <a:gd name="T61" fmla="*/ 387 h 418"/>
                <a:gd name="T62" fmla="*/ 83 w 715"/>
                <a:gd name="T63" fmla="*/ 328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715" h="418">
                  <a:moveTo>
                    <a:pt x="700" y="417"/>
                  </a:moveTo>
                  <a:lnTo>
                    <a:pt x="700" y="417"/>
                  </a:lnTo>
                  <a:cubicBezTo>
                    <a:pt x="708" y="417"/>
                    <a:pt x="714" y="410"/>
                    <a:pt x="714" y="402"/>
                  </a:cubicBezTo>
                  <a:cubicBezTo>
                    <a:pt x="714" y="394"/>
                    <a:pt x="708" y="387"/>
                    <a:pt x="700" y="387"/>
                  </a:cubicBezTo>
                  <a:cubicBezTo>
                    <a:pt x="689" y="387"/>
                    <a:pt x="689" y="387"/>
                    <a:pt x="689" y="387"/>
                  </a:cubicBezTo>
                  <a:cubicBezTo>
                    <a:pt x="684" y="311"/>
                    <a:pt x="684" y="311"/>
                    <a:pt x="684" y="311"/>
                  </a:cubicBezTo>
                  <a:lnTo>
                    <a:pt x="684" y="311"/>
                  </a:lnTo>
                  <a:cubicBezTo>
                    <a:pt x="684" y="310"/>
                    <a:pt x="684" y="309"/>
                    <a:pt x="684" y="309"/>
                  </a:cubicBezTo>
                  <a:cubicBezTo>
                    <a:pt x="683" y="304"/>
                    <a:pt x="682" y="300"/>
                    <a:pt x="679" y="293"/>
                  </a:cubicBezTo>
                  <a:cubicBezTo>
                    <a:pt x="672" y="272"/>
                    <a:pt x="656" y="233"/>
                    <a:pt x="638" y="190"/>
                  </a:cubicBezTo>
                  <a:cubicBezTo>
                    <a:pt x="622" y="147"/>
                    <a:pt x="602" y="99"/>
                    <a:pt x="587" y="65"/>
                  </a:cubicBezTo>
                  <a:lnTo>
                    <a:pt x="587" y="65"/>
                  </a:lnTo>
                  <a:cubicBezTo>
                    <a:pt x="571" y="25"/>
                    <a:pt x="534" y="0"/>
                    <a:pt x="490" y="0"/>
                  </a:cubicBezTo>
                  <a:lnTo>
                    <a:pt x="490" y="0"/>
                  </a:lnTo>
                  <a:cubicBezTo>
                    <a:pt x="432" y="0"/>
                    <a:pt x="432" y="0"/>
                    <a:pt x="432" y="0"/>
                  </a:cubicBezTo>
                  <a:cubicBezTo>
                    <a:pt x="253" y="0"/>
                    <a:pt x="253" y="0"/>
                    <a:pt x="253" y="0"/>
                  </a:cubicBezTo>
                  <a:cubicBezTo>
                    <a:pt x="195" y="0"/>
                    <a:pt x="149" y="46"/>
                    <a:pt x="149" y="105"/>
                  </a:cubicBezTo>
                  <a:cubicBezTo>
                    <a:pt x="149" y="108"/>
                    <a:pt x="150" y="112"/>
                    <a:pt x="153" y="115"/>
                  </a:cubicBezTo>
                  <a:cubicBezTo>
                    <a:pt x="156" y="117"/>
                    <a:pt x="160" y="119"/>
                    <a:pt x="164" y="119"/>
                  </a:cubicBezTo>
                  <a:cubicBezTo>
                    <a:pt x="401" y="119"/>
                    <a:pt x="401" y="119"/>
                    <a:pt x="401" y="119"/>
                  </a:cubicBezTo>
                  <a:cubicBezTo>
                    <a:pt x="410" y="119"/>
                    <a:pt x="417" y="126"/>
                    <a:pt x="417" y="134"/>
                  </a:cubicBezTo>
                  <a:cubicBezTo>
                    <a:pt x="417" y="194"/>
                    <a:pt x="417" y="194"/>
                    <a:pt x="417" y="194"/>
                  </a:cubicBezTo>
                  <a:cubicBezTo>
                    <a:pt x="417" y="203"/>
                    <a:pt x="410" y="208"/>
                    <a:pt x="401" y="208"/>
                  </a:cubicBezTo>
                  <a:cubicBezTo>
                    <a:pt x="225" y="208"/>
                    <a:pt x="225" y="208"/>
                    <a:pt x="225" y="208"/>
                  </a:cubicBezTo>
                  <a:cubicBezTo>
                    <a:pt x="193" y="208"/>
                    <a:pt x="159" y="221"/>
                    <a:pt x="129" y="239"/>
                  </a:cubicBezTo>
                  <a:cubicBezTo>
                    <a:pt x="101" y="256"/>
                    <a:pt x="78" y="278"/>
                    <a:pt x="62" y="304"/>
                  </a:cubicBezTo>
                  <a:cubicBezTo>
                    <a:pt x="62" y="306"/>
                    <a:pt x="61" y="307"/>
                    <a:pt x="61" y="307"/>
                  </a:cubicBezTo>
                  <a:cubicBezTo>
                    <a:pt x="60" y="310"/>
                    <a:pt x="58" y="311"/>
                    <a:pt x="58" y="313"/>
                  </a:cubicBezTo>
                  <a:cubicBezTo>
                    <a:pt x="20" y="387"/>
                    <a:pt x="20" y="387"/>
                    <a:pt x="20" y="387"/>
                  </a:cubicBezTo>
                  <a:cubicBezTo>
                    <a:pt x="15" y="387"/>
                    <a:pt x="15" y="387"/>
                    <a:pt x="15" y="387"/>
                  </a:cubicBezTo>
                  <a:cubicBezTo>
                    <a:pt x="7" y="387"/>
                    <a:pt x="0" y="394"/>
                    <a:pt x="0" y="402"/>
                  </a:cubicBezTo>
                  <a:cubicBezTo>
                    <a:pt x="0" y="410"/>
                    <a:pt x="7" y="417"/>
                    <a:pt x="15" y="417"/>
                  </a:cubicBezTo>
                  <a:lnTo>
                    <a:pt x="15" y="417"/>
                  </a:lnTo>
                  <a:cubicBezTo>
                    <a:pt x="30" y="417"/>
                    <a:pt x="30" y="417"/>
                    <a:pt x="30" y="417"/>
                  </a:cubicBezTo>
                  <a:cubicBezTo>
                    <a:pt x="41" y="417"/>
                    <a:pt x="41" y="417"/>
                    <a:pt x="41" y="417"/>
                  </a:cubicBezTo>
                  <a:cubicBezTo>
                    <a:pt x="675" y="417"/>
                    <a:pt x="675" y="417"/>
                    <a:pt x="675" y="417"/>
                  </a:cubicBezTo>
                  <a:lnTo>
                    <a:pt x="700" y="417"/>
                  </a:lnTo>
                  <a:close/>
                  <a:moveTo>
                    <a:pt x="145" y="264"/>
                  </a:moveTo>
                  <a:lnTo>
                    <a:pt x="145" y="264"/>
                  </a:lnTo>
                  <a:cubicBezTo>
                    <a:pt x="170" y="249"/>
                    <a:pt x="200" y="239"/>
                    <a:pt x="225" y="239"/>
                  </a:cubicBezTo>
                  <a:cubicBezTo>
                    <a:pt x="401" y="239"/>
                    <a:pt x="401" y="239"/>
                    <a:pt x="401" y="239"/>
                  </a:cubicBezTo>
                  <a:cubicBezTo>
                    <a:pt x="426" y="239"/>
                    <a:pt x="446" y="218"/>
                    <a:pt x="446" y="194"/>
                  </a:cubicBezTo>
                  <a:cubicBezTo>
                    <a:pt x="446" y="134"/>
                    <a:pt x="446" y="134"/>
                    <a:pt x="446" y="134"/>
                  </a:cubicBezTo>
                  <a:cubicBezTo>
                    <a:pt x="446" y="109"/>
                    <a:pt x="426" y="90"/>
                    <a:pt x="401" y="90"/>
                  </a:cubicBezTo>
                  <a:cubicBezTo>
                    <a:pt x="179" y="90"/>
                    <a:pt x="179" y="90"/>
                    <a:pt x="179" y="90"/>
                  </a:cubicBezTo>
                  <a:cubicBezTo>
                    <a:pt x="184" y="76"/>
                    <a:pt x="191" y="62"/>
                    <a:pt x="200" y="52"/>
                  </a:cubicBezTo>
                  <a:cubicBezTo>
                    <a:pt x="214" y="38"/>
                    <a:pt x="232" y="30"/>
                    <a:pt x="253" y="30"/>
                  </a:cubicBezTo>
                  <a:cubicBezTo>
                    <a:pt x="432" y="30"/>
                    <a:pt x="432" y="30"/>
                    <a:pt x="432" y="30"/>
                  </a:cubicBezTo>
                  <a:cubicBezTo>
                    <a:pt x="490" y="30"/>
                    <a:pt x="490" y="30"/>
                    <a:pt x="490" y="30"/>
                  </a:cubicBezTo>
                  <a:lnTo>
                    <a:pt x="490" y="30"/>
                  </a:lnTo>
                  <a:cubicBezTo>
                    <a:pt x="521" y="30"/>
                    <a:pt x="548" y="48"/>
                    <a:pt x="560" y="76"/>
                  </a:cubicBezTo>
                  <a:cubicBezTo>
                    <a:pt x="573" y="70"/>
                    <a:pt x="573" y="70"/>
                    <a:pt x="573" y="70"/>
                  </a:cubicBezTo>
                  <a:cubicBezTo>
                    <a:pt x="560" y="76"/>
                    <a:pt x="560" y="76"/>
                    <a:pt x="560" y="76"/>
                  </a:cubicBezTo>
                  <a:cubicBezTo>
                    <a:pt x="577" y="117"/>
                    <a:pt x="601" y="175"/>
                    <a:pt x="620" y="223"/>
                  </a:cubicBezTo>
                  <a:cubicBezTo>
                    <a:pt x="630" y="249"/>
                    <a:pt x="638" y="269"/>
                    <a:pt x="645" y="286"/>
                  </a:cubicBezTo>
                  <a:cubicBezTo>
                    <a:pt x="647" y="290"/>
                    <a:pt x="648" y="295"/>
                    <a:pt x="649" y="297"/>
                  </a:cubicBezTo>
                  <a:cubicBezTo>
                    <a:pt x="104" y="297"/>
                    <a:pt x="104" y="297"/>
                    <a:pt x="104" y="297"/>
                  </a:cubicBezTo>
                  <a:cubicBezTo>
                    <a:pt x="115" y="285"/>
                    <a:pt x="129" y="274"/>
                    <a:pt x="145" y="264"/>
                  </a:cubicBezTo>
                  <a:close/>
                  <a:moveTo>
                    <a:pt x="83" y="328"/>
                  </a:moveTo>
                  <a:lnTo>
                    <a:pt x="83" y="328"/>
                  </a:lnTo>
                  <a:cubicBezTo>
                    <a:pt x="655" y="328"/>
                    <a:pt x="655" y="328"/>
                    <a:pt x="655" y="328"/>
                  </a:cubicBezTo>
                  <a:cubicBezTo>
                    <a:pt x="659" y="387"/>
                    <a:pt x="659" y="387"/>
                    <a:pt x="659" y="387"/>
                  </a:cubicBezTo>
                  <a:cubicBezTo>
                    <a:pt x="54" y="387"/>
                    <a:pt x="54" y="387"/>
                    <a:pt x="54" y="387"/>
                  </a:cubicBezTo>
                  <a:lnTo>
                    <a:pt x="83" y="3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2" name="Freeform 180">
              <a:extLst>
                <a:ext uri="{FF2B5EF4-FFF2-40B4-BE49-F238E27FC236}">
                  <a16:creationId xmlns:a16="http://schemas.microsoft.com/office/drawing/2014/main" id="{72D2E4E8-1C1C-7E76-AF63-E613D4F688CB}"/>
                </a:ext>
              </a:extLst>
            </p:cNvPr>
            <p:cNvSpPr>
              <a:spLocks noChangeArrowheads="1"/>
            </p:cNvSpPr>
            <p:nvPr/>
          </p:nvSpPr>
          <p:spPr bwMode="auto">
            <a:xfrm>
              <a:off x="8223250" y="5510213"/>
              <a:ext cx="11113" cy="42862"/>
            </a:xfrm>
            <a:custGeom>
              <a:avLst/>
              <a:gdLst>
                <a:gd name="T0" fmla="*/ 13 w 30"/>
                <a:gd name="T1" fmla="*/ 118 h 119"/>
                <a:gd name="T2" fmla="*/ 13 w 30"/>
                <a:gd name="T3" fmla="*/ 118 h 119"/>
                <a:gd name="T4" fmla="*/ 29 w 30"/>
                <a:gd name="T5" fmla="*/ 104 h 119"/>
                <a:gd name="T6" fmla="*/ 29 w 30"/>
                <a:gd name="T7" fmla="*/ 15 h 119"/>
                <a:gd name="T8" fmla="*/ 13 w 30"/>
                <a:gd name="T9" fmla="*/ 0 h 119"/>
                <a:gd name="T10" fmla="*/ 0 w 30"/>
                <a:gd name="T11" fmla="*/ 15 h 119"/>
                <a:gd name="T12" fmla="*/ 0 w 30"/>
                <a:gd name="T13" fmla="*/ 104 h 119"/>
                <a:gd name="T14" fmla="*/ 13 w 30"/>
                <a:gd name="T15" fmla="*/ 118 h 11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19">
                  <a:moveTo>
                    <a:pt x="13" y="118"/>
                  </a:moveTo>
                  <a:lnTo>
                    <a:pt x="13" y="118"/>
                  </a:lnTo>
                  <a:cubicBezTo>
                    <a:pt x="22" y="118"/>
                    <a:pt x="29" y="113"/>
                    <a:pt x="29" y="104"/>
                  </a:cubicBezTo>
                  <a:cubicBezTo>
                    <a:pt x="29" y="15"/>
                    <a:pt x="29" y="15"/>
                    <a:pt x="29" y="15"/>
                  </a:cubicBezTo>
                  <a:cubicBezTo>
                    <a:pt x="29" y="7"/>
                    <a:pt x="22" y="0"/>
                    <a:pt x="13" y="0"/>
                  </a:cubicBezTo>
                  <a:cubicBezTo>
                    <a:pt x="5" y="0"/>
                    <a:pt x="0" y="7"/>
                    <a:pt x="0" y="15"/>
                  </a:cubicBezTo>
                  <a:cubicBezTo>
                    <a:pt x="0" y="104"/>
                    <a:pt x="0" y="104"/>
                    <a:pt x="0" y="104"/>
                  </a:cubicBezTo>
                  <a:cubicBezTo>
                    <a:pt x="0" y="113"/>
                    <a:pt x="5" y="118"/>
                    <a:pt x="13"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3" name="Freeform 181">
              <a:extLst>
                <a:ext uri="{FF2B5EF4-FFF2-40B4-BE49-F238E27FC236}">
                  <a16:creationId xmlns:a16="http://schemas.microsoft.com/office/drawing/2014/main" id="{7B9680F1-3923-78C8-47A3-92526C87C249}"/>
                </a:ext>
              </a:extLst>
            </p:cNvPr>
            <p:cNvSpPr>
              <a:spLocks noChangeArrowheads="1"/>
            </p:cNvSpPr>
            <p:nvPr/>
          </p:nvSpPr>
          <p:spPr bwMode="auto">
            <a:xfrm>
              <a:off x="8243888" y="5508625"/>
              <a:ext cx="33337" cy="33338"/>
            </a:xfrm>
            <a:custGeom>
              <a:avLst/>
              <a:gdLst>
                <a:gd name="T0" fmla="*/ 86 w 93"/>
                <a:gd name="T1" fmla="*/ 87 h 93"/>
                <a:gd name="T2" fmla="*/ 86 w 93"/>
                <a:gd name="T3" fmla="*/ 87 h 93"/>
                <a:gd name="T4" fmla="*/ 86 w 93"/>
                <a:gd name="T5" fmla="*/ 66 h 93"/>
                <a:gd name="T6" fmla="*/ 28 w 93"/>
                <a:gd name="T7" fmla="*/ 6 h 93"/>
                <a:gd name="T8" fmla="*/ 5 w 93"/>
                <a:gd name="T9" fmla="*/ 6 h 93"/>
                <a:gd name="T10" fmla="*/ 5 w 93"/>
                <a:gd name="T11" fmla="*/ 27 h 93"/>
                <a:gd name="T12" fmla="*/ 65 w 93"/>
                <a:gd name="T13" fmla="*/ 87 h 93"/>
                <a:gd name="T14" fmla="*/ 86 w 93"/>
                <a:gd name="T15" fmla="*/ 87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6" y="87"/>
                  </a:moveTo>
                  <a:lnTo>
                    <a:pt x="86" y="87"/>
                  </a:lnTo>
                  <a:cubicBezTo>
                    <a:pt x="92" y="81"/>
                    <a:pt x="92" y="71"/>
                    <a:pt x="86" y="66"/>
                  </a:cubicBezTo>
                  <a:cubicBezTo>
                    <a:pt x="28" y="6"/>
                    <a:pt x="28" y="6"/>
                    <a:pt x="28" y="6"/>
                  </a:cubicBezTo>
                  <a:cubicBezTo>
                    <a:pt x="21" y="0"/>
                    <a:pt x="12" y="0"/>
                    <a:pt x="5" y="6"/>
                  </a:cubicBezTo>
                  <a:cubicBezTo>
                    <a:pt x="0" y="11"/>
                    <a:pt x="0" y="21"/>
                    <a:pt x="5" y="27"/>
                  </a:cubicBezTo>
                  <a:cubicBezTo>
                    <a:pt x="65" y="87"/>
                    <a:pt x="65" y="87"/>
                    <a:pt x="65" y="87"/>
                  </a:cubicBezTo>
                  <a:cubicBezTo>
                    <a:pt x="71" y="92"/>
                    <a:pt x="81" y="92"/>
                    <a:pt x="86" y="8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4" name="Freeform 182">
              <a:extLst>
                <a:ext uri="{FF2B5EF4-FFF2-40B4-BE49-F238E27FC236}">
                  <a16:creationId xmlns:a16="http://schemas.microsoft.com/office/drawing/2014/main" id="{C623FD42-B546-E700-6366-1D3FEE5E0B05}"/>
                </a:ext>
              </a:extLst>
            </p:cNvPr>
            <p:cNvSpPr>
              <a:spLocks noChangeArrowheads="1"/>
            </p:cNvSpPr>
            <p:nvPr/>
          </p:nvSpPr>
          <p:spPr bwMode="auto">
            <a:xfrm>
              <a:off x="8178800" y="5508625"/>
              <a:ext cx="33338" cy="33338"/>
            </a:xfrm>
            <a:custGeom>
              <a:avLst/>
              <a:gdLst>
                <a:gd name="T0" fmla="*/ 87 w 93"/>
                <a:gd name="T1" fmla="*/ 6 h 93"/>
                <a:gd name="T2" fmla="*/ 87 w 93"/>
                <a:gd name="T3" fmla="*/ 6 h 93"/>
                <a:gd name="T4" fmla="*/ 66 w 93"/>
                <a:gd name="T5" fmla="*/ 6 h 93"/>
                <a:gd name="T6" fmla="*/ 6 w 93"/>
                <a:gd name="T7" fmla="*/ 66 h 93"/>
                <a:gd name="T8" fmla="*/ 6 w 93"/>
                <a:gd name="T9" fmla="*/ 87 h 93"/>
                <a:gd name="T10" fmla="*/ 28 w 93"/>
                <a:gd name="T11" fmla="*/ 87 h 93"/>
                <a:gd name="T12" fmla="*/ 87 w 93"/>
                <a:gd name="T13" fmla="*/ 27 h 93"/>
                <a:gd name="T14" fmla="*/ 87 w 93"/>
                <a:gd name="T15" fmla="*/ 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87" y="6"/>
                  </a:moveTo>
                  <a:lnTo>
                    <a:pt x="87" y="6"/>
                  </a:lnTo>
                  <a:cubicBezTo>
                    <a:pt x="81" y="0"/>
                    <a:pt x="71" y="0"/>
                    <a:pt x="66" y="6"/>
                  </a:cubicBezTo>
                  <a:cubicBezTo>
                    <a:pt x="6" y="66"/>
                    <a:pt x="6" y="66"/>
                    <a:pt x="6" y="66"/>
                  </a:cubicBezTo>
                  <a:cubicBezTo>
                    <a:pt x="0" y="71"/>
                    <a:pt x="0" y="81"/>
                    <a:pt x="6" y="87"/>
                  </a:cubicBezTo>
                  <a:cubicBezTo>
                    <a:pt x="13" y="92"/>
                    <a:pt x="21" y="92"/>
                    <a:pt x="28" y="87"/>
                  </a:cubicBezTo>
                  <a:cubicBezTo>
                    <a:pt x="87" y="27"/>
                    <a:pt x="87" y="27"/>
                    <a:pt x="87" y="27"/>
                  </a:cubicBezTo>
                  <a:cubicBezTo>
                    <a:pt x="92" y="21"/>
                    <a:pt x="92" y="11"/>
                    <a:pt x="8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5" name="Group 228">
            <a:extLst>
              <a:ext uri="{FF2B5EF4-FFF2-40B4-BE49-F238E27FC236}">
                <a16:creationId xmlns:a16="http://schemas.microsoft.com/office/drawing/2014/main" id="{48C8C567-512E-3005-7FD7-E580DF9BB329}"/>
              </a:ext>
            </a:extLst>
          </p:cNvPr>
          <p:cNvGrpSpPr/>
          <p:nvPr/>
        </p:nvGrpSpPr>
        <p:grpSpPr>
          <a:xfrm>
            <a:off x="9732044" y="4998144"/>
            <a:ext cx="236537" cy="247650"/>
            <a:chOff x="8704263" y="5327650"/>
            <a:chExt cx="236537" cy="247650"/>
          </a:xfrm>
          <a:solidFill>
            <a:schemeClr val="accent4"/>
          </a:solidFill>
        </p:grpSpPr>
        <p:sp>
          <p:nvSpPr>
            <p:cNvPr id="226" name="Freeform 183">
              <a:extLst>
                <a:ext uri="{FF2B5EF4-FFF2-40B4-BE49-F238E27FC236}">
                  <a16:creationId xmlns:a16="http://schemas.microsoft.com/office/drawing/2014/main" id="{38C13846-D30B-CB89-5D05-F7BD68297848}"/>
                </a:ext>
              </a:extLst>
            </p:cNvPr>
            <p:cNvSpPr>
              <a:spLocks noChangeArrowheads="1"/>
            </p:cNvSpPr>
            <p:nvPr/>
          </p:nvSpPr>
          <p:spPr bwMode="auto">
            <a:xfrm>
              <a:off x="8704263" y="5327650"/>
              <a:ext cx="236537" cy="247650"/>
            </a:xfrm>
            <a:custGeom>
              <a:avLst/>
              <a:gdLst>
                <a:gd name="T0" fmla="*/ 643 w 655"/>
                <a:gd name="T1" fmla="*/ 377 h 686"/>
                <a:gd name="T2" fmla="*/ 565 w 655"/>
                <a:gd name="T3" fmla="*/ 131 h 686"/>
                <a:gd name="T4" fmla="*/ 525 w 655"/>
                <a:gd name="T5" fmla="*/ 78 h 686"/>
                <a:gd name="T6" fmla="*/ 447 w 655"/>
                <a:gd name="T7" fmla="*/ 60 h 686"/>
                <a:gd name="T8" fmla="*/ 402 w 655"/>
                <a:gd name="T9" fmla="*/ 0 h 686"/>
                <a:gd name="T10" fmla="*/ 208 w 655"/>
                <a:gd name="T11" fmla="*/ 45 h 686"/>
                <a:gd name="T12" fmla="*/ 193 w 655"/>
                <a:gd name="T13" fmla="*/ 60 h 686"/>
                <a:gd name="T14" fmla="*/ 90 w 655"/>
                <a:gd name="T15" fmla="*/ 130 h 686"/>
                <a:gd name="T16" fmla="*/ 60 w 655"/>
                <a:gd name="T17" fmla="*/ 277 h 686"/>
                <a:gd name="T18" fmla="*/ 0 w 655"/>
                <a:gd name="T19" fmla="*/ 502 h 686"/>
                <a:gd name="T20" fmla="*/ 0 w 655"/>
                <a:gd name="T21" fmla="*/ 581 h 686"/>
                <a:gd name="T22" fmla="*/ 14 w 655"/>
                <a:gd name="T23" fmla="*/ 596 h 686"/>
                <a:gd name="T24" fmla="*/ 30 w 655"/>
                <a:gd name="T25" fmla="*/ 640 h 686"/>
                <a:gd name="T26" fmla="*/ 104 w 655"/>
                <a:gd name="T27" fmla="*/ 685 h 686"/>
                <a:gd name="T28" fmla="*/ 148 w 655"/>
                <a:gd name="T29" fmla="*/ 596 h 686"/>
                <a:gd name="T30" fmla="*/ 505 w 655"/>
                <a:gd name="T31" fmla="*/ 640 h 686"/>
                <a:gd name="T32" fmla="*/ 581 w 655"/>
                <a:gd name="T33" fmla="*/ 685 h 686"/>
                <a:gd name="T34" fmla="*/ 625 w 655"/>
                <a:gd name="T35" fmla="*/ 596 h 686"/>
                <a:gd name="T36" fmla="*/ 650 w 655"/>
                <a:gd name="T37" fmla="*/ 592 h 686"/>
                <a:gd name="T38" fmla="*/ 654 w 655"/>
                <a:gd name="T39" fmla="*/ 522 h 686"/>
                <a:gd name="T40" fmla="*/ 654 w 655"/>
                <a:gd name="T41" fmla="*/ 502 h 686"/>
                <a:gd name="T42" fmla="*/ 237 w 655"/>
                <a:gd name="T43" fmla="*/ 45 h 686"/>
                <a:gd name="T44" fmla="*/ 253 w 655"/>
                <a:gd name="T45" fmla="*/ 31 h 686"/>
                <a:gd name="T46" fmla="*/ 416 w 655"/>
                <a:gd name="T47" fmla="*/ 45 h 686"/>
                <a:gd name="T48" fmla="*/ 237 w 655"/>
                <a:gd name="T49" fmla="*/ 60 h 686"/>
                <a:gd name="T50" fmla="*/ 145 w 655"/>
                <a:gd name="T51" fmla="*/ 104 h 686"/>
                <a:gd name="T52" fmla="*/ 193 w 655"/>
                <a:gd name="T53" fmla="*/ 90 h 686"/>
                <a:gd name="T54" fmla="*/ 447 w 655"/>
                <a:gd name="T55" fmla="*/ 90 h 686"/>
                <a:gd name="T56" fmla="*/ 508 w 655"/>
                <a:gd name="T57" fmla="*/ 104 h 686"/>
                <a:gd name="T58" fmla="*/ 562 w 655"/>
                <a:gd name="T59" fmla="*/ 268 h 686"/>
                <a:gd name="T60" fmla="*/ 119 w 655"/>
                <a:gd name="T61" fmla="*/ 138 h 686"/>
                <a:gd name="T62" fmla="*/ 104 w 655"/>
                <a:gd name="T63" fmla="*/ 656 h 686"/>
                <a:gd name="T64" fmla="*/ 74 w 655"/>
                <a:gd name="T65" fmla="*/ 656 h 686"/>
                <a:gd name="T66" fmla="*/ 59 w 655"/>
                <a:gd name="T67" fmla="*/ 596 h 686"/>
                <a:gd name="T68" fmla="*/ 119 w 655"/>
                <a:gd name="T69" fmla="*/ 640 h 686"/>
                <a:gd name="T70" fmla="*/ 594 w 655"/>
                <a:gd name="T71" fmla="*/ 640 h 686"/>
                <a:gd name="T72" fmla="*/ 581 w 655"/>
                <a:gd name="T73" fmla="*/ 656 h 686"/>
                <a:gd name="T74" fmla="*/ 536 w 655"/>
                <a:gd name="T75" fmla="*/ 640 h 686"/>
                <a:gd name="T76" fmla="*/ 594 w 655"/>
                <a:gd name="T77" fmla="*/ 596 h 686"/>
                <a:gd name="T78" fmla="*/ 625 w 655"/>
                <a:gd name="T79" fmla="*/ 567 h 686"/>
                <a:gd name="T80" fmla="*/ 610 w 655"/>
                <a:gd name="T81" fmla="*/ 567 h 686"/>
                <a:gd name="T82" fmla="*/ 30 w 655"/>
                <a:gd name="T83" fmla="*/ 567 h 686"/>
                <a:gd name="T84" fmla="*/ 30 w 655"/>
                <a:gd name="T85" fmla="*/ 522 h 686"/>
                <a:gd name="T86" fmla="*/ 30 w 655"/>
                <a:gd name="T87" fmla="*/ 502 h 686"/>
                <a:gd name="T88" fmla="*/ 80 w 655"/>
                <a:gd name="T89" fmla="*/ 299 h 686"/>
                <a:gd name="T90" fmla="*/ 614 w 655"/>
                <a:gd name="T91" fmla="*/ 383 h 686"/>
                <a:gd name="T92" fmla="*/ 625 w 655"/>
                <a:gd name="T93" fmla="*/ 521 h 686"/>
                <a:gd name="T94" fmla="*/ 625 w 655"/>
                <a:gd name="T95"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655" h="686">
                  <a:moveTo>
                    <a:pt x="643" y="377"/>
                  </a:moveTo>
                  <a:lnTo>
                    <a:pt x="643" y="377"/>
                  </a:lnTo>
                  <a:cubicBezTo>
                    <a:pt x="635" y="338"/>
                    <a:pt x="620" y="302"/>
                    <a:pt x="594" y="277"/>
                  </a:cubicBezTo>
                  <a:cubicBezTo>
                    <a:pt x="565" y="131"/>
                    <a:pt x="565" y="131"/>
                    <a:pt x="565" y="131"/>
                  </a:cubicBezTo>
                  <a:cubicBezTo>
                    <a:pt x="565" y="130"/>
                    <a:pt x="565" y="130"/>
                    <a:pt x="565" y="130"/>
                  </a:cubicBezTo>
                  <a:cubicBezTo>
                    <a:pt x="558" y="108"/>
                    <a:pt x="543" y="90"/>
                    <a:pt x="525" y="78"/>
                  </a:cubicBezTo>
                  <a:cubicBezTo>
                    <a:pt x="505" y="66"/>
                    <a:pt x="484" y="60"/>
                    <a:pt x="461" y="60"/>
                  </a:cubicBezTo>
                  <a:cubicBezTo>
                    <a:pt x="447" y="60"/>
                    <a:pt x="447" y="60"/>
                    <a:pt x="447" y="60"/>
                  </a:cubicBezTo>
                  <a:cubicBezTo>
                    <a:pt x="447" y="45"/>
                    <a:pt x="447" y="45"/>
                    <a:pt x="447" y="45"/>
                  </a:cubicBezTo>
                  <a:cubicBezTo>
                    <a:pt x="447" y="21"/>
                    <a:pt x="426" y="0"/>
                    <a:pt x="402" y="0"/>
                  </a:cubicBezTo>
                  <a:cubicBezTo>
                    <a:pt x="253" y="0"/>
                    <a:pt x="253" y="0"/>
                    <a:pt x="253" y="0"/>
                  </a:cubicBezTo>
                  <a:cubicBezTo>
                    <a:pt x="228" y="0"/>
                    <a:pt x="208" y="21"/>
                    <a:pt x="208" y="45"/>
                  </a:cubicBezTo>
                  <a:cubicBezTo>
                    <a:pt x="208" y="60"/>
                    <a:pt x="208" y="60"/>
                    <a:pt x="208" y="60"/>
                  </a:cubicBezTo>
                  <a:cubicBezTo>
                    <a:pt x="193" y="60"/>
                    <a:pt x="193" y="60"/>
                    <a:pt x="193" y="60"/>
                  </a:cubicBezTo>
                  <a:cubicBezTo>
                    <a:pt x="171" y="60"/>
                    <a:pt x="148" y="66"/>
                    <a:pt x="130" y="78"/>
                  </a:cubicBezTo>
                  <a:cubicBezTo>
                    <a:pt x="112" y="90"/>
                    <a:pt x="97" y="108"/>
                    <a:pt x="90" y="130"/>
                  </a:cubicBezTo>
                  <a:cubicBezTo>
                    <a:pt x="90" y="131"/>
                    <a:pt x="90" y="131"/>
                    <a:pt x="90" y="131"/>
                  </a:cubicBezTo>
                  <a:cubicBezTo>
                    <a:pt x="60" y="277"/>
                    <a:pt x="60" y="277"/>
                    <a:pt x="60" y="277"/>
                  </a:cubicBezTo>
                  <a:cubicBezTo>
                    <a:pt x="34" y="302"/>
                    <a:pt x="20" y="338"/>
                    <a:pt x="12" y="377"/>
                  </a:cubicBezTo>
                  <a:cubicBezTo>
                    <a:pt x="2" y="417"/>
                    <a:pt x="0" y="462"/>
                    <a:pt x="0" y="502"/>
                  </a:cubicBezTo>
                  <a:cubicBezTo>
                    <a:pt x="0" y="509"/>
                    <a:pt x="0" y="515"/>
                    <a:pt x="0" y="522"/>
                  </a:cubicBezTo>
                  <a:cubicBezTo>
                    <a:pt x="0" y="581"/>
                    <a:pt x="0" y="581"/>
                    <a:pt x="0" y="581"/>
                  </a:cubicBezTo>
                  <a:cubicBezTo>
                    <a:pt x="0" y="585"/>
                    <a:pt x="2" y="589"/>
                    <a:pt x="5" y="592"/>
                  </a:cubicBezTo>
                  <a:cubicBezTo>
                    <a:pt x="7" y="594"/>
                    <a:pt x="12" y="596"/>
                    <a:pt x="14" y="596"/>
                  </a:cubicBezTo>
                  <a:cubicBezTo>
                    <a:pt x="30" y="596"/>
                    <a:pt x="30" y="596"/>
                    <a:pt x="30" y="596"/>
                  </a:cubicBezTo>
                  <a:cubicBezTo>
                    <a:pt x="30" y="640"/>
                    <a:pt x="30" y="640"/>
                    <a:pt x="30" y="640"/>
                  </a:cubicBezTo>
                  <a:cubicBezTo>
                    <a:pt x="30" y="666"/>
                    <a:pt x="49" y="685"/>
                    <a:pt x="74" y="685"/>
                  </a:cubicBezTo>
                  <a:cubicBezTo>
                    <a:pt x="104" y="685"/>
                    <a:pt x="104" y="685"/>
                    <a:pt x="104" y="685"/>
                  </a:cubicBezTo>
                  <a:cubicBezTo>
                    <a:pt x="129" y="685"/>
                    <a:pt x="148" y="666"/>
                    <a:pt x="148" y="640"/>
                  </a:cubicBezTo>
                  <a:cubicBezTo>
                    <a:pt x="148" y="596"/>
                    <a:pt x="148" y="596"/>
                    <a:pt x="148" y="596"/>
                  </a:cubicBezTo>
                  <a:cubicBezTo>
                    <a:pt x="505" y="596"/>
                    <a:pt x="505" y="596"/>
                    <a:pt x="505" y="596"/>
                  </a:cubicBezTo>
                  <a:cubicBezTo>
                    <a:pt x="505" y="640"/>
                    <a:pt x="505" y="640"/>
                    <a:pt x="505" y="640"/>
                  </a:cubicBezTo>
                  <a:cubicBezTo>
                    <a:pt x="505" y="666"/>
                    <a:pt x="526" y="685"/>
                    <a:pt x="550" y="685"/>
                  </a:cubicBezTo>
                  <a:cubicBezTo>
                    <a:pt x="581" y="685"/>
                    <a:pt x="581" y="685"/>
                    <a:pt x="581" y="685"/>
                  </a:cubicBezTo>
                  <a:cubicBezTo>
                    <a:pt x="604" y="685"/>
                    <a:pt x="625" y="666"/>
                    <a:pt x="625" y="640"/>
                  </a:cubicBezTo>
                  <a:cubicBezTo>
                    <a:pt x="625" y="596"/>
                    <a:pt x="625" y="596"/>
                    <a:pt x="625" y="596"/>
                  </a:cubicBezTo>
                  <a:cubicBezTo>
                    <a:pt x="639" y="596"/>
                    <a:pt x="639" y="596"/>
                    <a:pt x="639" y="596"/>
                  </a:cubicBezTo>
                  <a:cubicBezTo>
                    <a:pt x="643" y="596"/>
                    <a:pt x="647" y="594"/>
                    <a:pt x="650" y="592"/>
                  </a:cubicBezTo>
                  <a:cubicBezTo>
                    <a:pt x="653" y="589"/>
                    <a:pt x="654" y="585"/>
                    <a:pt x="654" y="581"/>
                  </a:cubicBezTo>
                  <a:cubicBezTo>
                    <a:pt x="654" y="522"/>
                    <a:pt x="654" y="522"/>
                    <a:pt x="654" y="522"/>
                  </a:cubicBezTo>
                  <a:lnTo>
                    <a:pt x="654" y="522"/>
                  </a:lnTo>
                  <a:cubicBezTo>
                    <a:pt x="654" y="515"/>
                    <a:pt x="654" y="509"/>
                    <a:pt x="654" y="502"/>
                  </a:cubicBezTo>
                  <a:cubicBezTo>
                    <a:pt x="654" y="462"/>
                    <a:pt x="652" y="417"/>
                    <a:pt x="643" y="377"/>
                  </a:cubicBezTo>
                  <a:close/>
                  <a:moveTo>
                    <a:pt x="237" y="45"/>
                  </a:moveTo>
                  <a:lnTo>
                    <a:pt x="237" y="45"/>
                  </a:lnTo>
                  <a:cubicBezTo>
                    <a:pt x="237" y="37"/>
                    <a:pt x="244" y="31"/>
                    <a:pt x="253" y="31"/>
                  </a:cubicBezTo>
                  <a:cubicBezTo>
                    <a:pt x="402" y="31"/>
                    <a:pt x="402" y="31"/>
                    <a:pt x="402" y="31"/>
                  </a:cubicBezTo>
                  <a:cubicBezTo>
                    <a:pt x="410" y="31"/>
                    <a:pt x="416" y="37"/>
                    <a:pt x="416" y="45"/>
                  </a:cubicBezTo>
                  <a:cubicBezTo>
                    <a:pt x="416" y="60"/>
                    <a:pt x="416" y="60"/>
                    <a:pt x="416" y="60"/>
                  </a:cubicBezTo>
                  <a:cubicBezTo>
                    <a:pt x="237" y="60"/>
                    <a:pt x="237" y="60"/>
                    <a:pt x="237" y="60"/>
                  </a:cubicBezTo>
                  <a:lnTo>
                    <a:pt x="237" y="45"/>
                  </a:lnTo>
                  <a:close/>
                  <a:moveTo>
                    <a:pt x="145" y="104"/>
                  </a:moveTo>
                  <a:lnTo>
                    <a:pt x="145" y="104"/>
                  </a:lnTo>
                  <a:cubicBezTo>
                    <a:pt x="159" y="95"/>
                    <a:pt x="176" y="90"/>
                    <a:pt x="193" y="90"/>
                  </a:cubicBezTo>
                  <a:cubicBezTo>
                    <a:pt x="208" y="90"/>
                    <a:pt x="208" y="90"/>
                    <a:pt x="208" y="90"/>
                  </a:cubicBezTo>
                  <a:cubicBezTo>
                    <a:pt x="447" y="90"/>
                    <a:pt x="447" y="90"/>
                    <a:pt x="447" y="90"/>
                  </a:cubicBezTo>
                  <a:cubicBezTo>
                    <a:pt x="461" y="90"/>
                    <a:pt x="461" y="90"/>
                    <a:pt x="461" y="90"/>
                  </a:cubicBezTo>
                  <a:cubicBezTo>
                    <a:pt x="479" y="90"/>
                    <a:pt x="495" y="95"/>
                    <a:pt x="508" y="104"/>
                  </a:cubicBezTo>
                  <a:cubicBezTo>
                    <a:pt x="522" y="112"/>
                    <a:pt x="532" y="123"/>
                    <a:pt x="536" y="138"/>
                  </a:cubicBezTo>
                  <a:cubicBezTo>
                    <a:pt x="562" y="268"/>
                    <a:pt x="562" y="268"/>
                    <a:pt x="562" y="268"/>
                  </a:cubicBezTo>
                  <a:cubicBezTo>
                    <a:pt x="398" y="268"/>
                    <a:pt x="257" y="268"/>
                    <a:pt x="92" y="268"/>
                  </a:cubicBezTo>
                  <a:cubicBezTo>
                    <a:pt x="119" y="138"/>
                    <a:pt x="119" y="138"/>
                    <a:pt x="119" y="138"/>
                  </a:cubicBezTo>
                  <a:cubicBezTo>
                    <a:pt x="123" y="123"/>
                    <a:pt x="133" y="112"/>
                    <a:pt x="145" y="104"/>
                  </a:cubicBezTo>
                  <a:close/>
                  <a:moveTo>
                    <a:pt x="104" y="656"/>
                  </a:moveTo>
                  <a:lnTo>
                    <a:pt x="104" y="656"/>
                  </a:lnTo>
                  <a:cubicBezTo>
                    <a:pt x="74" y="656"/>
                    <a:pt x="74" y="656"/>
                    <a:pt x="74" y="656"/>
                  </a:cubicBezTo>
                  <a:cubicBezTo>
                    <a:pt x="66" y="656"/>
                    <a:pt x="59" y="649"/>
                    <a:pt x="59" y="640"/>
                  </a:cubicBezTo>
                  <a:cubicBezTo>
                    <a:pt x="59" y="596"/>
                    <a:pt x="59" y="596"/>
                    <a:pt x="59" y="596"/>
                  </a:cubicBezTo>
                  <a:cubicBezTo>
                    <a:pt x="119" y="596"/>
                    <a:pt x="119" y="596"/>
                    <a:pt x="119" y="596"/>
                  </a:cubicBezTo>
                  <a:cubicBezTo>
                    <a:pt x="119" y="640"/>
                    <a:pt x="119" y="640"/>
                    <a:pt x="119" y="640"/>
                  </a:cubicBezTo>
                  <a:cubicBezTo>
                    <a:pt x="119" y="649"/>
                    <a:pt x="112" y="656"/>
                    <a:pt x="104" y="656"/>
                  </a:cubicBezTo>
                  <a:close/>
                  <a:moveTo>
                    <a:pt x="594" y="640"/>
                  </a:moveTo>
                  <a:lnTo>
                    <a:pt x="594" y="640"/>
                  </a:lnTo>
                  <a:cubicBezTo>
                    <a:pt x="594" y="649"/>
                    <a:pt x="589" y="656"/>
                    <a:pt x="581" y="656"/>
                  </a:cubicBezTo>
                  <a:cubicBezTo>
                    <a:pt x="550" y="656"/>
                    <a:pt x="550" y="656"/>
                    <a:pt x="550" y="656"/>
                  </a:cubicBezTo>
                  <a:cubicBezTo>
                    <a:pt x="541" y="656"/>
                    <a:pt x="536" y="649"/>
                    <a:pt x="536" y="640"/>
                  </a:cubicBezTo>
                  <a:cubicBezTo>
                    <a:pt x="536" y="596"/>
                    <a:pt x="536" y="596"/>
                    <a:pt x="536" y="596"/>
                  </a:cubicBezTo>
                  <a:cubicBezTo>
                    <a:pt x="594" y="596"/>
                    <a:pt x="594" y="596"/>
                    <a:pt x="594" y="596"/>
                  </a:cubicBezTo>
                  <a:lnTo>
                    <a:pt x="594" y="640"/>
                  </a:lnTo>
                  <a:close/>
                  <a:moveTo>
                    <a:pt x="625" y="567"/>
                  </a:moveTo>
                  <a:lnTo>
                    <a:pt x="625" y="567"/>
                  </a:lnTo>
                  <a:cubicBezTo>
                    <a:pt x="610" y="567"/>
                    <a:pt x="610" y="567"/>
                    <a:pt x="610" y="567"/>
                  </a:cubicBezTo>
                  <a:cubicBezTo>
                    <a:pt x="521" y="567"/>
                    <a:pt x="521" y="567"/>
                    <a:pt x="521" y="567"/>
                  </a:cubicBezTo>
                  <a:cubicBezTo>
                    <a:pt x="30" y="567"/>
                    <a:pt x="30" y="567"/>
                    <a:pt x="30" y="567"/>
                  </a:cubicBezTo>
                  <a:cubicBezTo>
                    <a:pt x="30" y="522"/>
                    <a:pt x="30" y="522"/>
                    <a:pt x="30" y="522"/>
                  </a:cubicBezTo>
                  <a:lnTo>
                    <a:pt x="30" y="522"/>
                  </a:lnTo>
                  <a:lnTo>
                    <a:pt x="30" y="521"/>
                  </a:lnTo>
                  <a:cubicBezTo>
                    <a:pt x="30" y="515"/>
                    <a:pt x="30" y="509"/>
                    <a:pt x="30" y="502"/>
                  </a:cubicBezTo>
                  <a:cubicBezTo>
                    <a:pt x="30" y="463"/>
                    <a:pt x="32" y="420"/>
                    <a:pt x="41" y="383"/>
                  </a:cubicBezTo>
                  <a:cubicBezTo>
                    <a:pt x="48" y="348"/>
                    <a:pt x="62" y="317"/>
                    <a:pt x="80" y="299"/>
                  </a:cubicBezTo>
                  <a:cubicBezTo>
                    <a:pt x="254" y="299"/>
                    <a:pt x="401" y="299"/>
                    <a:pt x="574" y="299"/>
                  </a:cubicBezTo>
                  <a:cubicBezTo>
                    <a:pt x="593" y="317"/>
                    <a:pt x="607" y="348"/>
                    <a:pt x="614" y="383"/>
                  </a:cubicBezTo>
                  <a:cubicBezTo>
                    <a:pt x="622" y="420"/>
                    <a:pt x="625" y="463"/>
                    <a:pt x="625" y="502"/>
                  </a:cubicBezTo>
                  <a:cubicBezTo>
                    <a:pt x="625" y="509"/>
                    <a:pt x="625" y="515"/>
                    <a:pt x="625" y="521"/>
                  </a:cubicBezTo>
                  <a:cubicBezTo>
                    <a:pt x="625" y="522"/>
                    <a:pt x="625" y="522"/>
                    <a:pt x="625" y="522"/>
                  </a:cubicBezTo>
                  <a:lnTo>
                    <a:pt x="625" y="522"/>
                  </a:lnTo>
                  <a:lnTo>
                    <a:pt x="625" y="56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4">
              <a:extLst>
                <a:ext uri="{FF2B5EF4-FFF2-40B4-BE49-F238E27FC236}">
                  <a16:creationId xmlns:a16="http://schemas.microsoft.com/office/drawing/2014/main" id="{13A7DC99-BEF1-D913-C332-AC7CFB721749}"/>
                </a:ext>
              </a:extLst>
            </p:cNvPr>
            <p:cNvSpPr>
              <a:spLocks noChangeArrowheads="1"/>
            </p:cNvSpPr>
            <p:nvPr/>
          </p:nvSpPr>
          <p:spPr bwMode="auto">
            <a:xfrm>
              <a:off x="8780463" y="5454650"/>
              <a:ext cx="85725" cy="65088"/>
            </a:xfrm>
            <a:custGeom>
              <a:avLst/>
              <a:gdLst>
                <a:gd name="T0" fmla="*/ 161 w 240"/>
                <a:gd name="T1" fmla="*/ 0 h 180"/>
                <a:gd name="T2" fmla="*/ 161 w 240"/>
                <a:gd name="T3" fmla="*/ 0 h 180"/>
                <a:gd name="T4" fmla="*/ 78 w 240"/>
                <a:gd name="T5" fmla="*/ 0 h 180"/>
                <a:gd name="T6" fmla="*/ 0 w 240"/>
                <a:gd name="T7" fmla="*/ 78 h 180"/>
                <a:gd name="T8" fmla="*/ 0 w 240"/>
                <a:gd name="T9" fmla="*/ 165 h 180"/>
                <a:gd name="T10" fmla="*/ 4 w 240"/>
                <a:gd name="T11" fmla="*/ 175 h 180"/>
                <a:gd name="T12" fmla="*/ 15 w 240"/>
                <a:gd name="T13" fmla="*/ 179 h 180"/>
                <a:gd name="T14" fmla="*/ 223 w 240"/>
                <a:gd name="T15" fmla="*/ 179 h 180"/>
                <a:gd name="T16" fmla="*/ 234 w 240"/>
                <a:gd name="T17" fmla="*/ 175 h 180"/>
                <a:gd name="T18" fmla="*/ 239 w 240"/>
                <a:gd name="T19" fmla="*/ 165 h 180"/>
                <a:gd name="T20" fmla="*/ 239 w 240"/>
                <a:gd name="T21" fmla="*/ 78 h 180"/>
                <a:gd name="T22" fmla="*/ 161 w 240"/>
                <a:gd name="T23" fmla="*/ 0 h 180"/>
                <a:gd name="T24" fmla="*/ 29 w 240"/>
                <a:gd name="T25" fmla="*/ 78 h 180"/>
                <a:gd name="T26" fmla="*/ 29 w 240"/>
                <a:gd name="T27" fmla="*/ 78 h 180"/>
                <a:gd name="T28" fmla="*/ 78 w 240"/>
                <a:gd name="T29" fmla="*/ 31 h 180"/>
                <a:gd name="T30" fmla="*/ 161 w 240"/>
                <a:gd name="T31" fmla="*/ 31 h 180"/>
                <a:gd name="T32" fmla="*/ 208 w 240"/>
                <a:gd name="T33" fmla="*/ 78 h 180"/>
                <a:gd name="T34" fmla="*/ 208 w 240"/>
                <a:gd name="T35" fmla="*/ 150 h 180"/>
                <a:gd name="T36" fmla="*/ 29 w 240"/>
                <a:gd name="T37" fmla="*/ 150 h 180"/>
                <a:gd name="T38" fmla="*/ 29 w 240"/>
                <a:gd name="T39" fmla="*/ 78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180">
                  <a:moveTo>
                    <a:pt x="161" y="0"/>
                  </a:moveTo>
                  <a:lnTo>
                    <a:pt x="161" y="0"/>
                  </a:lnTo>
                  <a:cubicBezTo>
                    <a:pt x="78" y="0"/>
                    <a:pt x="78" y="0"/>
                    <a:pt x="78" y="0"/>
                  </a:cubicBezTo>
                  <a:cubicBezTo>
                    <a:pt x="35" y="0"/>
                    <a:pt x="0" y="35"/>
                    <a:pt x="0" y="78"/>
                  </a:cubicBezTo>
                  <a:cubicBezTo>
                    <a:pt x="0" y="165"/>
                    <a:pt x="0" y="165"/>
                    <a:pt x="0" y="165"/>
                  </a:cubicBezTo>
                  <a:cubicBezTo>
                    <a:pt x="0" y="168"/>
                    <a:pt x="2" y="172"/>
                    <a:pt x="4" y="175"/>
                  </a:cubicBezTo>
                  <a:cubicBezTo>
                    <a:pt x="7" y="178"/>
                    <a:pt x="11" y="179"/>
                    <a:pt x="15" y="179"/>
                  </a:cubicBezTo>
                  <a:cubicBezTo>
                    <a:pt x="223" y="179"/>
                    <a:pt x="223" y="179"/>
                    <a:pt x="223" y="179"/>
                  </a:cubicBezTo>
                  <a:cubicBezTo>
                    <a:pt x="227" y="179"/>
                    <a:pt x="232" y="178"/>
                    <a:pt x="234" y="175"/>
                  </a:cubicBezTo>
                  <a:cubicBezTo>
                    <a:pt x="237" y="172"/>
                    <a:pt x="239" y="169"/>
                    <a:pt x="239" y="165"/>
                  </a:cubicBezTo>
                  <a:cubicBezTo>
                    <a:pt x="239" y="78"/>
                    <a:pt x="239" y="78"/>
                    <a:pt x="239" y="78"/>
                  </a:cubicBezTo>
                  <a:cubicBezTo>
                    <a:pt x="239" y="35"/>
                    <a:pt x="204" y="0"/>
                    <a:pt x="161" y="0"/>
                  </a:cubicBezTo>
                  <a:close/>
                  <a:moveTo>
                    <a:pt x="29" y="78"/>
                  </a:moveTo>
                  <a:lnTo>
                    <a:pt x="29" y="78"/>
                  </a:lnTo>
                  <a:cubicBezTo>
                    <a:pt x="29" y="52"/>
                    <a:pt x="52" y="31"/>
                    <a:pt x="78" y="31"/>
                  </a:cubicBezTo>
                  <a:cubicBezTo>
                    <a:pt x="161" y="31"/>
                    <a:pt x="161" y="31"/>
                    <a:pt x="161" y="31"/>
                  </a:cubicBezTo>
                  <a:cubicBezTo>
                    <a:pt x="187" y="31"/>
                    <a:pt x="208" y="52"/>
                    <a:pt x="208" y="78"/>
                  </a:cubicBezTo>
                  <a:cubicBezTo>
                    <a:pt x="208" y="150"/>
                    <a:pt x="208" y="150"/>
                    <a:pt x="208" y="150"/>
                  </a:cubicBezTo>
                  <a:cubicBezTo>
                    <a:pt x="29" y="150"/>
                    <a:pt x="29" y="150"/>
                    <a:pt x="29" y="150"/>
                  </a:cubicBezTo>
                  <a:lnTo>
                    <a:pt x="29" y="7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5">
              <a:extLst>
                <a:ext uri="{FF2B5EF4-FFF2-40B4-BE49-F238E27FC236}">
                  <a16:creationId xmlns:a16="http://schemas.microsoft.com/office/drawing/2014/main" id="{9A041AD1-E4AC-9F9E-AE4F-F40BC209FE9A}"/>
                </a:ext>
              </a:extLst>
            </p:cNvPr>
            <p:cNvSpPr>
              <a:spLocks noChangeArrowheads="1"/>
            </p:cNvSpPr>
            <p:nvPr/>
          </p:nvSpPr>
          <p:spPr bwMode="auto">
            <a:xfrm>
              <a:off x="8737600" y="5454650"/>
              <a:ext cx="20638" cy="22225"/>
            </a:xfrm>
            <a:custGeom>
              <a:avLst/>
              <a:gdLst>
                <a:gd name="T0" fmla="*/ 29 w 59"/>
                <a:gd name="T1" fmla="*/ 0 h 61"/>
                <a:gd name="T2" fmla="*/ 29 w 59"/>
                <a:gd name="T3" fmla="*/ 0 h 61"/>
                <a:gd name="T4" fmla="*/ 0 w 59"/>
                <a:gd name="T5" fmla="*/ 31 h 61"/>
                <a:gd name="T6" fmla="*/ 29 w 59"/>
                <a:gd name="T7" fmla="*/ 60 h 61"/>
                <a:gd name="T8" fmla="*/ 58 w 59"/>
                <a:gd name="T9" fmla="*/ 31 h 61"/>
                <a:gd name="T10" fmla="*/ 29 w 59"/>
                <a:gd name="T11" fmla="*/ 0 h 61"/>
              </a:gdLst>
              <a:ahLst/>
              <a:cxnLst>
                <a:cxn ang="0">
                  <a:pos x="T0" y="T1"/>
                </a:cxn>
                <a:cxn ang="0">
                  <a:pos x="T2" y="T3"/>
                </a:cxn>
                <a:cxn ang="0">
                  <a:pos x="T4" y="T5"/>
                </a:cxn>
                <a:cxn ang="0">
                  <a:pos x="T6" y="T7"/>
                </a:cxn>
                <a:cxn ang="0">
                  <a:pos x="T8" y="T9"/>
                </a:cxn>
                <a:cxn ang="0">
                  <a:pos x="T10" y="T11"/>
                </a:cxn>
              </a:cxnLst>
              <a:rect l="0" t="0" r="r" b="b"/>
              <a:pathLst>
                <a:path w="59" h="61">
                  <a:moveTo>
                    <a:pt x="29" y="0"/>
                  </a:moveTo>
                  <a:lnTo>
                    <a:pt x="29" y="0"/>
                  </a:lnTo>
                  <a:cubicBezTo>
                    <a:pt x="12" y="0"/>
                    <a:pt x="0" y="14"/>
                    <a:pt x="0" y="31"/>
                  </a:cubicBezTo>
                  <a:cubicBezTo>
                    <a:pt x="0" y="46"/>
                    <a:pt x="12" y="60"/>
                    <a:pt x="29" y="60"/>
                  </a:cubicBezTo>
                  <a:cubicBezTo>
                    <a:pt x="46" y="60"/>
                    <a:pt x="58" y="46"/>
                    <a:pt x="58" y="31"/>
                  </a:cubicBezTo>
                  <a:cubicBezTo>
                    <a:pt x="58" y="14"/>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9" name="Freeform 186">
              <a:extLst>
                <a:ext uri="{FF2B5EF4-FFF2-40B4-BE49-F238E27FC236}">
                  <a16:creationId xmlns:a16="http://schemas.microsoft.com/office/drawing/2014/main" id="{22B50A14-BEFF-AA86-636D-C1DD8A359287}"/>
                </a:ext>
              </a:extLst>
            </p:cNvPr>
            <p:cNvSpPr>
              <a:spLocks noChangeArrowheads="1"/>
            </p:cNvSpPr>
            <p:nvPr/>
          </p:nvSpPr>
          <p:spPr bwMode="auto">
            <a:xfrm>
              <a:off x="8886825" y="5454650"/>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6"/>
                    <a:pt x="14" y="60"/>
                    <a:pt x="31" y="60"/>
                  </a:cubicBezTo>
                  <a:cubicBezTo>
                    <a:pt x="46" y="60"/>
                    <a:pt x="60" y="46"/>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0" name="Group 233">
            <a:extLst>
              <a:ext uri="{FF2B5EF4-FFF2-40B4-BE49-F238E27FC236}">
                <a16:creationId xmlns:a16="http://schemas.microsoft.com/office/drawing/2014/main" id="{85262AF8-68D8-1A59-FD19-2DE3BD1BBED3}"/>
              </a:ext>
            </a:extLst>
          </p:cNvPr>
          <p:cNvGrpSpPr/>
          <p:nvPr/>
        </p:nvGrpSpPr>
        <p:grpSpPr>
          <a:xfrm>
            <a:off x="10268619" y="4993382"/>
            <a:ext cx="182562" cy="257175"/>
            <a:chOff x="9240838" y="5316538"/>
            <a:chExt cx="182562" cy="257175"/>
          </a:xfrm>
          <a:solidFill>
            <a:schemeClr val="accent4"/>
          </a:solidFill>
        </p:grpSpPr>
        <p:sp>
          <p:nvSpPr>
            <p:cNvPr id="231" name="Freeform 187">
              <a:extLst>
                <a:ext uri="{FF2B5EF4-FFF2-40B4-BE49-F238E27FC236}">
                  <a16:creationId xmlns:a16="http://schemas.microsoft.com/office/drawing/2014/main" id="{6691BE3D-0974-773B-DDC8-C120E72A0E56}"/>
                </a:ext>
              </a:extLst>
            </p:cNvPr>
            <p:cNvSpPr>
              <a:spLocks noChangeArrowheads="1"/>
            </p:cNvSpPr>
            <p:nvPr/>
          </p:nvSpPr>
          <p:spPr bwMode="auto">
            <a:xfrm>
              <a:off x="9240838" y="5316538"/>
              <a:ext cx="182562" cy="257175"/>
            </a:xfrm>
            <a:custGeom>
              <a:avLst/>
              <a:gdLst>
                <a:gd name="T0" fmla="*/ 457 w 507"/>
                <a:gd name="T1" fmla="*/ 565 h 715"/>
                <a:gd name="T2" fmla="*/ 457 w 507"/>
                <a:gd name="T3" fmla="*/ 565 h 715"/>
                <a:gd name="T4" fmla="*/ 506 w 507"/>
                <a:gd name="T5" fmla="*/ 516 h 715"/>
                <a:gd name="T6" fmla="*/ 506 w 507"/>
                <a:gd name="T7" fmla="*/ 49 h 715"/>
                <a:gd name="T8" fmla="*/ 457 w 507"/>
                <a:gd name="T9" fmla="*/ 0 h 715"/>
                <a:gd name="T10" fmla="*/ 49 w 507"/>
                <a:gd name="T11" fmla="*/ 0 h 715"/>
                <a:gd name="T12" fmla="*/ 0 w 507"/>
                <a:gd name="T13" fmla="*/ 49 h 715"/>
                <a:gd name="T14" fmla="*/ 0 w 507"/>
                <a:gd name="T15" fmla="*/ 516 h 715"/>
                <a:gd name="T16" fmla="*/ 49 w 507"/>
                <a:gd name="T17" fmla="*/ 565 h 715"/>
                <a:gd name="T18" fmla="*/ 238 w 507"/>
                <a:gd name="T19" fmla="*/ 565 h 715"/>
                <a:gd name="T20" fmla="*/ 238 w 507"/>
                <a:gd name="T21" fmla="*/ 685 h 715"/>
                <a:gd name="T22" fmla="*/ 194 w 507"/>
                <a:gd name="T23" fmla="*/ 685 h 715"/>
                <a:gd name="T24" fmla="*/ 179 w 507"/>
                <a:gd name="T25" fmla="*/ 699 h 715"/>
                <a:gd name="T26" fmla="*/ 194 w 507"/>
                <a:gd name="T27" fmla="*/ 714 h 715"/>
                <a:gd name="T28" fmla="*/ 312 w 507"/>
                <a:gd name="T29" fmla="*/ 714 h 715"/>
                <a:gd name="T30" fmla="*/ 328 w 507"/>
                <a:gd name="T31" fmla="*/ 699 h 715"/>
                <a:gd name="T32" fmla="*/ 312 w 507"/>
                <a:gd name="T33" fmla="*/ 685 h 715"/>
                <a:gd name="T34" fmla="*/ 268 w 507"/>
                <a:gd name="T35" fmla="*/ 685 h 715"/>
                <a:gd name="T36" fmla="*/ 268 w 507"/>
                <a:gd name="T37" fmla="*/ 565 h 715"/>
                <a:gd name="T38" fmla="*/ 457 w 507"/>
                <a:gd name="T39" fmla="*/ 565 h 715"/>
                <a:gd name="T40" fmla="*/ 31 w 507"/>
                <a:gd name="T41" fmla="*/ 516 h 715"/>
                <a:gd name="T42" fmla="*/ 31 w 507"/>
                <a:gd name="T43" fmla="*/ 516 h 715"/>
                <a:gd name="T44" fmla="*/ 31 w 507"/>
                <a:gd name="T45" fmla="*/ 49 h 715"/>
                <a:gd name="T46" fmla="*/ 49 w 507"/>
                <a:gd name="T47" fmla="*/ 29 h 715"/>
                <a:gd name="T48" fmla="*/ 457 w 507"/>
                <a:gd name="T49" fmla="*/ 29 h 715"/>
                <a:gd name="T50" fmla="*/ 477 w 507"/>
                <a:gd name="T51" fmla="*/ 49 h 715"/>
                <a:gd name="T52" fmla="*/ 477 w 507"/>
                <a:gd name="T53" fmla="*/ 516 h 715"/>
                <a:gd name="T54" fmla="*/ 457 w 507"/>
                <a:gd name="T55" fmla="*/ 536 h 715"/>
                <a:gd name="T56" fmla="*/ 49 w 507"/>
                <a:gd name="T57" fmla="*/ 536 h 715"/>
                <a:gd name="T58" fmla="*/ 31 w 507"/>
                <a:gd name="T59" fmla="*/ 51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07" h="715">
                  <a:moveTo>
                    <a:pt x="457" y="565"/>
                  </a:moveTo>
                  <a:lnTo>
                    <a:pt x="457" y="565"/>
                  </a:lnTo>
                  <a:cubicBezTo>
                    <a:pt x="484" y="565"/>
                    <a:pt x="506" y="544"/>
                    <a:pt x="506" y="516"/>
                  </a:cubicBezTo>
                  <a:cubicBezTo>
                    <a:pt x="506" y="49"/>
                    <a:pt x="506" y="49"/>
                    <a:pt x="506" y="49"/>
                  </a:cubicBezTo>
                  <a:cubicBezTo>
                    <a:pt x="506" y="22"/>
                    <a:pt x="484" y="0"/>
                    <a:pt x="457" y="0"/>
                  </a:cubicBezTo>
                  <a:cubicBezTo>
                    <a:pt x="49" y="0"/>
                    <a:pt x="49" y="0"/>
                    <a:pt x="49" y="0"/>
                  </a:cubicBezTo>
                  <a:cubicBezTo>
                    <a:pt x="22" y="0"/>
                    <a:pt x="0" y="22"/>
                    <a:pt x="0" y="49"/>
                  </a:cubicBezTo>
                  <a:cubicBezTo>
                    <a:pt x="0" y="516"/>
                    <a:pt x="0" y="516"/>
                    <a:pt x="0" y="516"/>
                  </a:cubicBezTo>
                  <a:cubicBezTo>
                    <a:pt x="0" y="544"/>
                    <a:pt x="22" y="565"/>
                    <a:pt x="49" y="565"/>
                  </a:cubicBezTo>
                  <a:cubicBezTo>
                    <a:pt x="238" y="565"/>
                    <a:pt x="238" y="565"/>
                    <a:pt x="238" y="565"/>
                  </a:cubicBezTo>
                  <a:cubicBezTo>
                    <a:pt x="238" y="685"/>
                    <a:pt x="238" y="685"/>
                    <a:pt x="238" y="685"/>
                  </a:cubicBezTo>
                  <a:cubicBezTo>
                    <a:pt x="194" y="685"/>
                    <a:pt x="194" y="685"/>
                    <a:pt x="194" y="685"/>
                  </a:cubicBezTo>
                  <a:cubicBezTo>
                    <a:pt x="186" y="685"/>
                    <a:pt x="179" y="690"/>
                    <a:pt x="179" y="699"/>
                  </a:cubicBezTo>
                  <a:cubicBezTo>
                    <a:pt x="179" y="707"/>
                    <a:pt x="186" y="714"/>
                    <a:pt x="194" y="714"/>
                  </a:cubicBezTo>
                  <a:cubicBezTo>
                    <a:pt x="312" y="714"/>
                    <a:pt x="312" y="714"/>
                    <a:pt x="312" y="714"/>
                  </a:cubicBezTo>
                  <a:cubicBezTo>
                    <a:pt x="321" y="714"/>
                    <a:pt x="328" y="707"/>
                    <a:pt x="328" y="699"/>
                  </a:cubicBezTo>
                  <a:cubicBezTo>
                    <a:pt x="328" y="690"/>
                    <a:pt x="321" y="685"/>
                    <a:pt x="312" y="685"/>
                  </a:cubicBezTo>
                  <a:cubicBezTo>
                    <a:pt x="268" y="685"/>
                    <a:pt x="268" y="685"/>
                    <a:pt x="268" y="685"/>
                  </a:cubicBezTo>
                  <a:cubicBezTo>
                    <a:pt x="268" y="565"/>
                    <a:pt x="268" y="565"/>
                    <a:pt x="268" y="565"/>
                  </a:cubicBezTo>
                  <a:lnTo>
                    <a:pt x="457" y="565"/>
                  </a:lnTo>
                  <a:close/>
                  <a:moveTo>
                    <a:pt x="31" y="516"/>
                  </a:moveTo>
                  <a:lnTo>
                    <a:pt x="31" y="516"/>
                  </a:lnTo>
                  <a:cubicBezTo>
                    <a:pt x="31" y="49"/>
                    <a:pt x="31" y="49"/>
                    <a:pt x="31" y="49"/>
                  </a:cubicBezTo>
                  <a:cubicBezTo>
                    <a:pt x="31" y="38"/>
                    <a:pt x="39" y="29"/>
                    <a:pt x="49" y="29"/>
                  </a:cubicBezTo>
                  <a:cubicBezTo>
                    <a:pt x="457" y="29"/>
                    <a:pt x="457" y="29"/>
                    <a:pt x="457" y="29"/>
                  </a:cubicBezTo>
                  <a:cubicBezTo>
                    <a:pt x="469" y="29"/>
                    <a:pt x="477" y="38"/>
                    <a:pt x="477" y="49"/>
                  </a:cubicBezTo>
                  <a:cubicBezTo>
                    <a:pt x="477" y="516"/>
                    <a:pt x="477" y="516"/>
                    <a:pt x="477" y="516"/>
                  </a:cubicBezTo>
                  <a:cubicBezTo>
                    <a:pt x="477" y="527"/>
                    <a:pt x="469" y="536"/>
                    <a:pt x="457" y="536"/>
                  </a:cubicBezTo>
                  <a:cubicBezTo>
                    <a:pt x="49" y="536"/>
                    <a:pt x="49" y="536"/>
                    <a:pt x="49" y="536"/>
                  </a:cubicBezTo>
                  <a:cubicBezTo>
                    <a:pt x="39" y="536"/>
                    <a:pt x="31" y="527"/>
                    <a:pt x="31" y="51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88">
              <a:extLst>
                <a:ext uri="{FF2B5EF4-FFF2-40B4-BE49-F238E27FC236}">
                  <a16:creationId xmlns:a16="http://schemas.microsoft.com/office/drawing/2014/main" id="{EAD83C60-0DB7-5992-74A1-B76D91E7D659}"/>
                </a:ext>
              </a:extLst>
            </p:cNvPr>
            <p:cNvSpPr>
              <a:spLocks noChangeArrowheads="1"/>
            </p:cNvSpPr>
            <p:nvPr/>
          </p:nvSpPr>
          <p:spPr bwMode="auto">
            <a:xfrm>
              <a:off x="9293225" y="5348288"/>
              <a:ext cx="85725" cy="139700"/>
            </a:xfrm>
            <a:custGeom>
              <a:avLst/>
              <a:gdLst>
                <a:gd name="T0" fmla="*/ 105 w 240"/>
                <a:gd name="T1" fmla="*/ 268 h 388"/>
                <a:gd name="T2" fmla="*/ 105 w 240"/>
                <a:gd name="T3" fmla="*/ 268 h 388"/>
                <a:gd name="T4" fmla="*/ 239 w 240"/>
                <a:gd name="T5" fmla="*/ 134 h 388"/>
                <a:gd name="T6" fmla="*/ 105 w 240"/>
                <a:gd name="T7" fmla="*/ 0 h 388"/>
                <a:gd name="T8" fmla="*/ 16 w 240"/>
                <a:gd name="T9" fmla="*/ 0 h 388"/>
                <a:gd name="T10" fmla="*/ 10 w 240"/>
                <a:gd name="T11" fmla="*/ 2 h 388"/>
                <a:gd name="T12" fmla="*/ 4 w 240"/>
                <a:gd name="T13" fmla="*/ 5 h 388"/>
                <a:gd name="T14" fmla="*/ 4 w 240"/>
                <a:gd name="T15" fmla="*/ 5 h 388"/>
                <a:gd name="T16" fmla="*/ 4 w 240"/>
                <a:gd name="T17" fmla="*/ 5 h 388"/>
                <a:gd name="T18" fmla="*/ 2 w 240"/>
                <a:gd name="T19" fmla="*/ 10 h 388"/>
                <a:gd name="T20" fmla="*/ 0 w 240"/>
                <a:gd name="T21" fmla="*/ 16 h 388"/>
                <a:gd name="T22" fmla="*/ 0 w 240"/>
                <a:gd name="T23" fmla="*/ 253 h 388"/>
                <a:gd name="T24" fmla="*/ 0 w 240"/>
                <a:gd name="T25" fmla="*/ 373 h 388"/>
                <a:gd name="T26" fmla="*/ 16 w 240"/>
                <a:gd name="T27" fmla="*/ 387 h 388"/>
                <a:gd name="T28" fmla="*/ 30 w 240"/>
                <a:gd name="T29" fmla="*/ 373 h 388"/>
                <a:gd name="T30" fmla="*/ 30 w 240"/>
                <a:gd name="T31" fmla="*/ 268 h 388"/>
                <a:gd name="T32" fmla="*/ 105 w 240"/>
                <a:gd name="T33" fmla="*/ 268 h 388"/>
                <a:gd name="T34" fmla="*/ 177 w 240"/>
                <a:gd name="T35" fmla="*/ 60 h 388"/>
                <a:gd name="T36" fmla="*/ 177 w 240"/>
                <a:gd name="T37" fmla="*/ 60 h 388"/>
                <a:gd name="T38" fmla="*/ 208 w 240"/>
                <a:gd name="T39" fmla="*/ 134 h 388"/>
                <a:gd name="T40" fmla="*/ 177 w 240"/>
                <a:gd name="T41" fmla="*/ 208 h 388"/>
                <a:gd name="T42" fmla="*/ 105 w 240"/>
                <a:gd name="T43" fmla="*/ 239 h 388"/>
                <a:gd name="T44" fmla="*/ 30 w 240"/>
                <a:gd name="T45" fmla="*/ 239 h 388"/>
                <a:gd name="T46" fmla="*/ 30 w 240"/>
                <a:gd name="T47" fmla="*/ 30 h 388"/>
                <a:gd name="T48" fmla="*/ 105 w 240"/>
                <a:gd name="T49" fmla="*/ 30 h 388"/>
                <a:gd name="T50" fmla="*/ 177 w 240"/>
                <a:gd name="T51" fmla="*/ 60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240" h="388">
                  <a:moveTo>
                    <a:pt x="105" y="268"/>
                  </a:moveTo>
                  <a:lnTo>
                    <a:pt x="105" y="268"/>
                  </a:lnTo>
                  <a:cubicBezTo>
                    <a:pt x="179" y="268"/>
                    <a:pt x="239" y="208"/>
                    <a:pt x="239" y="134"/>
                  </a:cubicBezTo>
                  <a:cubicBezTo>
                    <a:pt x="239" y="60"/>
                    <a:pt x="179" y="0"/>
                    <a:pt x="105" y="0"/>
                  </a:cubicBezTo>
                  <a:cubicBezTo>
                    <a:pt x="16" y="0"/>
                    <a:pt x="16" y="0"/>
                    <a:pt x="16" y="0"/>
                  </a:cubicBezTo>
                  <a:cubicBezTo>
                    <a:pt x="13" y="0"/>
                    <a:pt x="11" y="0"/>
                    <a:pt x="10" y="2"/>
                  </a:cubicBezTo>
                  <a:cubicBezTo>
                    <a:pt x="7" y="2"/>
                    <a:pt x="6" y="3"/>
                    <a:pt x="4" y="5"/>
                  </a:cubicBezTo>
                  <a:lnTo>
                    <a:pt x="4" y="5"/>
                  </a:lnTo>
                  <a:lnTo>
                    <a:pt x="4" y="5"/>
                  </a:lnTo>
                  <a:cubicBezTo>
                    <a:pt x="3" y="6"/>
                    <a:pt x="2" y="7"/>
                    <a:pt x="2" y="10"/>
                  </a:cubicBezTo>
                  <a:cubicBezTo>
                    <a:pt x="0" y="12"/>
                    <a:pt x="0" y="13"/>
                    <a:pt x="0" y="16"/>
                  </a:cubicBezTo>
                  <a:cubicBezTo>
                    <a:pt x="0" y="253"/>
                    <a:pt x="0" y="253"/>
                    <a:pt x="0" y="253"/>
                  </a:cubicBezTo>
                  <a:cubicBezTo>
                    <a:pt x="0" y="373"/>
                    <a:pt x="0" y="373"/>
                    <a:pt x="0" y="373"/>
                  </a:cubicBezTo>
                  <a:cubicBezTo>
                    <a:pt x="0" y="381"/>
                    <a:pt x="7" y="387"/>
                    <a:pt x="16" y="387"/>
                  </a:cubicBezTo>
                  <a:cubicBezTo>
                    <a:pt x="24" y="387"/>
                    <a:pt x="30" y="381"/>
                    <a:pt x="30" y="373"/>
                  </a:cubicBezTo>
                  <a:cubicBezTo>
                    <a:pt x="30" y="268"/>
                    <a:pt x="30" y="268"/>
                    <a:pt x="30" y="268"/>
                  </a:cubicBezTo>
                  <a:lnTo>
                    <a:pt x="105" y="268"/>
                  </a:lnTo>
                  <a:close/>
                  <a:moveTo>
                    <a:pt x="177" y="60"/>
                  </a:moveTo>
                  <a:lnTo>
                    <a:pt x="177" y="60"/>
                  </a:lnTo>
                  <a:cubicBezTo>
                    <a:pt x="197" y="80"/>
                    <a:pt x="208" y="105"/>
                    <a:pt x="208" y="134"/>
                  </a:cubicBezTo>
                  <a:cubicBezTo>
                    <a:pt x="208" y="164"/>
                    <a:pt x="197" y="189"/>
                    <a:pt x="177" y="208"/>
                  </a:cubicBezTo>
                  <a:cubicBezTo>
                    <a:pt x="159" y="226"/>
                    <a:pt x="133" y="239"/>
                    <a:pt x="105" y="239"/>
                  </a:cubicBezTo>
                  <a:cubicBezTo>
                    <a:pt x="30" y="239"/>
                    <a:pt x="30" y="239"/>
                    <a:pt x="30" y="239"/>
                  </a:cubicBezTo>
                  <a:cubicBezTo>
                    <a:pt x="30" y="30"/>
                    <a:pt x="30" y="30"/>
                    <a:pt x="30" y="30"/>
                  </a:cubicBezTo>
                  <a:cubicBezTo>
                    <a:pt x="105" y="30"/>
                    <a:pt x="105" y="30"/>
                    <a:pt x="105" y="30"/>
                  </a:cubicBezTo>
                  <a:cubicBezTo>
                    <a:pt x="133" y="30"/>
                    <a:pt x="159" y="42"/>
                    <a:pt x="177"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3" name="Group 236">
            <a:extLst>
              <a:ext uri="{FF2B5EF4-FFF2-40B4-BE49-F238E27FC236}">
                <a16:creationId xmlns:a16="http://schemas.microsoft.com/office/drawing/2014/main" id="{17620841-9A39-5D5B-C4C1-D64F2BC3D940}"/>
              </a:ext>
            </a:extLst>
          </p:cNvPr>
          <p:cNvGrpSpPr/>
          <p:nvPr/>
        </p:nvGrpSpPr>
        <p:grpSpPr>
          <a:xfrm>
            <a:off x="8747794" y="5511701"/>
            <a:ext cx="150812" cy="257175"/>
            <a:chOff x="7720013" y="5830888"/>
            <a:chExt cx="150812" cy="257175"/>
          </a:xfrm>
          <a:solidFill>
            <a:schemeClr val="accent4"/>
          </a:solidFill>
        </p:grpSpPr>
        <p:sp>
          <p:nvSpPr>
            <p:cNvPr id="234" name="Freeform 189">
              <a:extLst>
                <a:ext uri="{FF2B5EF4-FFF2-40B4-BE49-F238E27FC236}">
                  <a16:creationId xmlns:a16="http://schemas.microsoft.com/office/drawing/2014/main" id="{786016C4-B808-613F-6682-2F35F601CCE5}"/>
                </a:ext>
              </a:extLst>
            </p:cNvPr>
            <p:cNvSpPr>
              <a:spLocks noChangeArrowheads="1"/>
            </p:cNvSpPr>
            <p:nvPr/>
          </p:nvSpPr>
          <p:spPr bwMode="auto">
            <a:xfrm>
              <a:off x="7720013" y="5830888"/>
              <a:ext cx="150812" cy="257175"/>
            </a:xfrm>
            <a:custGeom>
              <a:avLst/>
              <a:gdLst>
                <a:gd name="T0" fmla="*/ 341 w 418"/>
                <a:gd name="T1" fmla="*/ 714 h 715"/>
                <a:gd name="T2" fmla="*/ 341 w 418"/>
                <a:gd name="T3" fmla="*/ 714 h 715"/>
                <a:gd name="T4" fmla="*/ 357 w 418"/>
                <a:gd name="T5" fmla="*/ 699 h 715"/>
                <a:gd name="T6" fmla="*/ 357 w 418"/>
                <a:gd name="T7" fmla="*/ 685 h 715"/>
                <a:gd name="T8" fmla="*/ 372 w 418"/>
                <a:gd name="T9" fmla="*/ 685 h 715"/>
                <a:gd name="T10" fmla="*/ 417 w 418"/>
                <a:gd name="T11" fmla="*/ 640 h 715"/>
                <a:gd name="T12" fmla="*/ 417 w 418"/>
                <a:gd name="T13" fmla="*/ 223 h 715"/>
                <a:gd name="T14" fmla="*/ 417 w 418"/>
                <a:gd name="T15" fmla="*/ 223 h 715"/>
                <a:gd name="T16" fmla="*/ 417 w 418"/>
                <a:gd name="T17" fmla="*/ 223 h 715"/>
                <a:gd name="T18" fmla="*/ 417 w 418"/>
                <a:gd name="T19" fmla="*/ 45 h 715"/>
                <a:gd name="T20" fmla="*/ 372 w 418"/>
                <a:gd name="T21" fmla="*/ 0 h 715"/>
                <a:gd name="T22" fmla="*/ 44 w 418"/>
                <a:gd name="T23" fmla="*/ 0 h 715"/>
                <a:gd name="T24" fmla="*/ 0 w 418"/>
                <a:gd name="T25" fmla="*/ 45 h 715"/>
                <a:gd name="T26" fmla="*/ 0 w 418"/>
                <a:gd name="T27" fmla="*/ 640 h 715"/>
                <a:gd name="T28" fmla="*/ 44 w 418"/>
                <a:gd name="T29" fmla="*/ 685 h 715"/>
                <a:gd name="T30" fmla="*/ 60 w 418"/>
                <a:gd name="T31" fmla="*/ 685 h 715"/>
                <a:gd name="T32" fmla="*/ 60 w 418"/>
                <a:gd name="T33" fmla="*/ 699 h 715"/>
                <a:gd name="T34" fmla="*/ 74 w 418"/>
                <a:gd name="T35" fmla="*/ 714 h 715"/>
                <a:gd name="T36" fmla="*/ 89 w 418"/>
                <a:gd name="T37" fmla="*/ 699 h 715"/>
                <a:gd name="T38" fmla="*/ 89 w 418"/>
                <a:gd name="T39" fmla="*/ 685 h 715"/>
                <a:gd name="T40" fmla="*/ 327 w 418"/>
                <a:gd name="T41" fmla="*/ 685 h 715"/>
                <a:gd name="T42" fmla="*/ 327 w 418"/>
                <a:gd name="T43" fmla="*/ 699 h 715"/>
                <a:gd name="T44" fmla="*/ 341 w 418"/>
                <a:gd name="T45" fmla="*/ 714 h 715"/>
                <a:gd name="T46" fmla="*/ 44 w 418"/>
                <a:gd name="T47" fmla="*/ 29 h 715"/>
                <a:gd name="T48" fmla="*/ 44 w 418"/>
                <a:gd name="T49" fmla="*/ 29 h 715"/>
                <a:gd name="T50" fmla="*/ 372 w 418"/>
                <a:gd name="T51" fmla="*/ 29 h 715"/>
                <a:gd name="T52" fmla="*/ 386 w 418"/>
                <a:gd name="T53" fmla="*/ 45 h 715"/>
                <a:gd name="T54" fmla="*/ 386 w 418"/>
                <a:gd name="T55" fmla="*/ 208 h 715"/>
                <a:gd name="T56" fmla="*/ 29 w 418"/>
                <a:gd name="T57" fmla="*/ 208 h 715"/>
                <a:gd name="T58" fmla="*/ 29 w 418"/>
                <a:gd name="T59" fmla="*/ 45 h 715"/>
                <a:gd name="T60" fmla="*/ 44 w 418"/>
                <a:gd name="T61" fmla="*/ 29 h 715"/>
                <a:gd name="T62" fmla="*/ 29 w 418"/>
                <a:gd name="T63" fmla="*/ 640 h 715"/>
                <a:gd name="T64" fmla="*/ 29 w 418"/>
                <a:gd name="T65" fmla="*/ 640 h 715"/>
                <a:gd name="T66" fmla="*/ 29 w 418"/>
                <a:gd name="T67" fmla="*/ 239 h 715"/>
                <a:gd name="T68" fmla="*/ 386 w 418"/>
                <a:gd name="T69" fmla="*/ 239 h 715"/>
                <a:gd name="T70" fmla="*/ 386 w 418"/>
                <a:gd name="T71" fmla="*/ 640 h 715"/>
                <a:gd name="T72" fmla="*/ 372 w 418"/>
                <a:gd name="T73" fmla="*/ 654 h 715"/>
                <a:gd name="T74" fmla="*/ 44 w 418"/>
                <a:gd name="T75" fmla="*/ 654 h 715"/>
                <a:gd name="T76" fmla="*/ 29 w 418"/>
                <a:gd name="T77" fmla="*/ 640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18" h="715">
                  <a:moveTo>
                    <a:pt x="341" y="714"/>
                  </a:moveTo>
                  <a:lnTo>
                    <a:pt x="341" y="714"/>
                  </a:lnTo>
                  <a:cubicBezTo>
                    <a:pt x="350" y="714"/>
                    <a:pt x="357" y="707"/>
                    <a:pt x="357" y="699"/>
                  </a:cubicBezTo>
                  <a:cubicBezTo>
                    <a:pt x="357" y="685"/>
                    <a:pt x="357" y="685"/>
                    <a:pt x="357" y="685"/>
                  </a:cubicBezTo>
                  <a:cubicBezTo>
                    <a:pt x="372" y="685"/>
                    <a:pt x="372" y="685"/>
                    <a:pt x="372" y="685"/>
                  </a:cubicBezTo>
                  <a:cubicBezTo>
                    <a:pt x="396" y="685"/>
                    <a:pt x="417" y="664"/>
                    <a:pt x="417" y="640"/>
                  </a:cubicBezTo>
                  <a:cubicBezTo>
                    <a:pt x="417" y="223"/>
                    <a:pt x="417" y="223"/>
                    <a:pt x="417" y="223"/>
                  </a:cubicBezTo>
                  <a:lnTo>
                    <a:pt x="417" y="223"/>
                  </a:lnTo>
                  <a:lnTo>
                    <a:pt x="417" y="223"/>
                  </a:lnTo>
                  <a:cubicBezTo>
                    <a:pt x="417" y="45"/>
                    <a:pt x="417" y="45"/>
                    <a:pt x="417" y="45"/>
                  </a:cubicBezTo>
                  <a:cubicBezTo>
                    <a:pt x="417" y="20"/>
                    <a:pt x="396" y="0"/>
                    <a:pt x="372" y="0"/>
                  </a:cubicBezTo>
                  <a:cubicBezTo>
                    <a:pt x="44" y="0"/>
                    <a:pt x="44" y="0"/>
                    <a:pt x="44" y="0"/>
                  </a:cubicBezTo>
                  <a:cubicBezTo>
                    <a:pt x="19" y="0"/>
                    <a:pt x="0" y="20"/>
                    <a:pt x="0" y="45"/>
                  </a:cubicBezTo>
                  <a:cubicBezTo>
                    <a:pt x="0" y="640"/>
                    <a:pt x="0" y="640"/>
                    <a:pt x="0" y="640"/>
                  </a:cubicBezTo>
                  <a:cubicBezTo>
                    <a:pt x="0" y="664"/>
                    <a:pt x="19" y="685"/>
                    <a:pt x="44" y="685"/>
                  </a:cubicBezTo>
                  <a:cubicBezTo>
                    <a:pt x="60" y="685"/>
                    <a:pt x="60" y="685"/>
                    <a:pt x="60" y="685"/>
                  </a:cubicBezTo>
                  <a:cubicBezTo>
                    <a:pt x="60" y="699"/>
                    <a:pt x="60" y="699"/>
                    <a:pt x="60" y="699"/>
                  </a:cubicBezTo>
                  <a:cubicBezTo>
                    <a:pt x="60" y="707"/>
                    <a:pt x="65" y="714"/>
                    <a:pt x="74" y="714"/>
                  </a:cubicBezTo>
                  <a:cubicBezTo>
                    <a:pt x="82" y="714"/>
                    <a:pt x="89" y="707"/>
                    <a:pt x="89" y="699"/>
                  </a:cubicBezTo>
                  <a:cubicBezTo>
                    <a:pt x="89" y="685"/>
                    <a:pt x="89" y="685"/>
                    <a:pt x="89" y="685"/>
                  </a:cubicBezTo>
                  <a:cubicBezTo>
                    <a:pt x="327" y="685"/>
                    <a:pt x="327" y="685"/>
                    <a:pt x="327" y="685"/>
                  </a:cubicBezTo>
                  <a:cubicBezTo>
                    <a:pt x="327" y="699"/>
                    <a:pt x="327" y="699"/>
                    <a:pt x="327" y="699"/>
                  </a:cubicBezTo>
                  <a:cubicBezTo>
                    <a:pt x="327" y="707"/>
                    <a:pt x="333" y="714"/>
                    <a:pt x="341" y="714"/>
                  </a:cubicBezTo>
                  <a:close/>
                  <a:moveTo>
                    <a:pt x="44" y="29"/>
                  </a:moveTo>
                  <a:lnTo>
                    <a:pt x="44" y="29"/>
                  </a:lnTo>
                  <a:cubicBezTo>
                    <a:pt x="372" y="29"/>
                    <a:pt x="372" y="29"/>
                    <a:pt x="372" y="29"/>
                  </a:cubicBezTo>
                  <a:cubicBezTo>
                    <a:pt x="380" y="29"/>
                    <a:pt x="386" y="36"/>
                    <a:pt x="386" y="45"/>
                  </a:cubicBezTo>
                  <a:cubicBezTo>
                    <a:pt x="386" y="208"/>
                    <a:pt x="386" y="208"/>
                    <a:pt x="386" y="208"/>
                  </a:cubicBezTo>
                  <a:cubicBezTo>
                    <a:pt x="29" y="208"/>
                    <a:pt x="29" y="208"/>
                    <a:pt x="29" y="208"/>
                  </a:cubicBezTo>
                  <a:cubicBezTo>
                    <a:pt x="29" y="45"/>
                    <a:pt x="29" y="45"/>
                    <a:pt x="29" y="45"/>
                  </a:cubicBezTo>
                  <a:cubicBezTo>
                    <a:pt x="29" y="36"/>
                    <a:pt x="36" y="29"/>
                    <a:pt x="44" y="29"/>
                  </a:cubicBezTo>
                  <a:close/>
                  <a:moveTo>
                    <a:pt x="29" y="640"/>
                  </a:moveTo>
                  <a:lnTo>
                    <a:pt x="29" y="640"/>
                  </a:lnTo>
                  <a:cubicBezTo>
                    <a:pt x="29" y="239"/>
                    <a:pt x="29" y="239"/>
                    <a:pt x="29" y="239"/>
                  </a:cubicBezTo>
                  <a:cubicBezTo>
                    <a:pt x="386" y="239"/>
                    <a:pt x="386" y="239"/>
                    <a:pt x="386" y="239"/>
                  </a:cubicBezTo>
                  <a:cubicBezTo>
                    <a:pt x="386" y="640"/>
                    <a:pt x="386" y="640"/>
                    <a:pt x="386" y="640"/>
                  </a:cubicBezTo>
                  <a:cubicBezTo>
                    <a:pt x="386" y="649"/>
                    <a:pt x="380" y="654"/>
                    <a:pt x="372" y="654"/>
                  </a:cubicBezTo>
                  <a:cubicBezTo>
                    <a:pt x="44" y="654"/>
                    <a:pt x="44" y="654"/>
                    <a:pt x="44" y="654"/>
                  </a:cubicBezTo>
                  <a:cubicBezTo>
                    <a:pt x="36" y="654"/>
                    <a:pt x="29" y="649"/>
                    <a:pt x="29" y="6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5" name="Freeform 190">
              <a:extLst>
                <a:ext uri="{FF2B5EF4-FFF2-40B4-BE49-F238E27FC236}">
                  <a16:creationId xmlns:a16="http://schemas.microsoft.com/office/drawing/2014/main" id="{20E69236-8A5B-3EAC-F256-DC146ED4B388}"/>
                </a:ext>
              </a:extLst>
            </p:cNvPr>
            <p:cNvSpPr>
              <a:spLocks noChangeArrowheads="1"/>
            </p:cNvSpPr>
            <p:nvPr/>
          </p:nvSpPr>
          <p:spPr bwMode="auto">
            <a:xfrm>
              <a:off x="7740650" y="5937250"/>
              <a:ext cx="11113" cy="42863"/>
            </a:xfrm>
            <a:custGeom>
              <a:avLst/>
              <a:gdLst>
                <a:gd name="T0" fmla="*/ 29 w 30"/>
                <a:gd name="T1" fmla="*/ 105 h 121"/>
                <a:gd name="T2" fmla="*/ 29 w 30"/>
                <a:gd name="T3" fmla="*/ 105 h 121"/>
                <a:gd name="T4" fmla="*/ 29 w 30"/>
                <a:gd name="T5" fmla="*/ 16 h 121"/>
                <a:gd name="T6" fmla="*/ 14 w 30"/>
                <a:gd name="T7" fmla="*/ 0 h 121"/>
                <a:gd name="T8" fmla="*/ 0 w 30"/>
                <a:gd name="T9" fmla="*/ 16 h 121"/>
                <a:gd name="T10" fmla="*/ 0 w 30"/>
                <a:gd name="T11" fmla="*/ 105 h 121"/>
                <a:gd name="T12" fmla="*/ 14 w 30"/>
                <a:gd name="T13" fmla="*/ 120 h 121"/>
                <a:gd name="T14" fmla="*/ 29 w 30"/>
                <a:gd name="T15" fmla="*/ 105 h 1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21">
                  <a:moveTo>
                    <a:pt x="29" y="105"/>
                  </a:moveTo>
                  <a:lnTo>
                    <a:pt x="29" y="105"/>
                  </a:lnTo>
                  <a:cubicBezTo>
                    <a:pt x="29" y="16"/>
                    <a:pt x="29" y="16"/>
                    <a:pt x="29" y="16"/>
                  </a:cubicBezTo>
                  <a:cubicBezTo>
                    <a:pt x="29" y="7"/>
                    <a:pt x="22" y="0"/>
                    <a:pt x="14" y="0"/>
                  </a:cubicBezTo>
                  <a:cubicBezTo>
                    <a:pt x="5" y="0"/>
                    <a:pt x="0" y="7"/>
                    <a:pt x="0" y="16"/>
                  </a:cubicBezTo>
                  <a:cubicBezTo>
                    <a:pt x="0" y="105"/>
                    <a:pt x="0" y="105"/>
                    <a:pt x="0" y="105"/>
                  </a:cubicBezTo>
                  <a:cubicBezTo>
                    <a:pt x="0" y="113"/>
                    <a:pt x="5" y="120"/>
                    <a:pt x="14" y="120"/>
                  </a:cubicBezTo>
                  <a:cubicBezTo>
                    <a:pt x="22" y="120"/>
                    <a:pt x="29" y="113"/>
                    <a:pt x="29"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1">
              <a:extLst>
                <a:ext uri="{FF2B5EF4-FFF2-40B4-BE49-F238E27FC236}">
                  <a16:creationId xmlns:a16="http://schemas.microsoft.com/office/drawing/2014/main" id="{85B1B4E2-2C94-69B4-8465-00A1790776D6}"/>
                </a:ext>
              </a:extLst>
            </p:cNvPr>
            <p:cNvSpPr>
              <a:spLocks noChangeArrowheads="1"/>
            </p:cNvSpPr>
            <p:nvPr/>
          </p:nvSpPr>
          <p:spPr bwMode="auto">
            <a:xfrm>
              <a:off x="7740650" y="5851525"/>
              <a:ext cx="11113" cy="31750"/>
            </a:xfrm>
            <a:custGeom>
              <a:avLst/>
              <a:gdLst>
                <a:gd name="T0" fmla="*/ 14 w 30"/>
                <a:gd name="T1" fmla="*/ 89 h 90"/>
                <a:gd name="T2" fmla="*/ 14 w 30"/>
                <a:gd name="T3" fmla="*/ 89 h 90"/>
                <a:gd name="T4" fmla="*/ 29 w 30"/>
                <a:gd name="T5" fmla="*/ 74 h 90"/>
                <a:gd name="T6" fmla="*/ 29 w 30"/>
                <a:gd name="T7" fmla="*/ 14 h 90"/>
                <a:gd name="T8" fmla="*/ 14 w 30"/>
                <a:gd name="T9" fmla="*/ 0 h 90"/>
                <a:gd name="T10" fmla="*/ 0 w 30"/>
                <a:gd name="T11" fmla="*/ 14 h 90"/>
                <a:gd name="T12" fmla="*/ 0 w 30"/>
                <a:gd name="T13" fmla="*/ 74 h 90"/>
                <a:gd name="T14" fmla="*/ 14 w 30"/>
                <a:gd name="T15" fmla="*/ 89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0">
                  <a:moveTo>
                    <a:pt x="14" y="89"/>
                  </a:moveTo>
                  <a:lnTo>
                    <a:pt x="14" y="89"/>
                  </a:lnTo>
                  <a:cubicBezTo>
                    <a:pt x="22" y="89"/>
                    <a:pt x="29" y="82"/>
                    <a:pt x="29" y="74"/>
                  </a:cubicBezTo>
                  <a:cubicBezTo>
                    <a:pt x="29" y="14"/>
                    <a:pt x="29" y="14"/>
                    <a:pt x="29" y="14"/>
                  </a:cubicBezTo>
                  <a:cubicBezTo>
                    <a:pt x="29" y="6"/>
                    <a:pt x="22" y="0"/>
                    <a:pt x="14" y="0"/>
                  </a:cubicBezTo>
                  <a:cubicBezTo>
                    <a:pt x="5" y="0"/>
                    <a:pt x="0" y="6"/>
                    <a:pt x="0" y="14"/>
                  </a:cubicBezTo>
                  <a:cubicBezTo>
                    <a:pt x="0" y="74"/>
                    <a:pt x="0" y="74"/>
                    <a:pt x="0" y="74"/>
                  </a:cubicBezTo>
                  <a:cubicBezTo>
                    <a:pt x="0" y="82"/>
                    <a:pt x="5" y="89"/>
                    <a:pt x="14" y="8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37" name="Freeform 192">
            <a:extLst>
              <a:ext uri="{FF2B5EF4-FFF2-40B4-BE49-F238E27FC236}">
                <a16:creationId xmlns:a16="http://schemas.microsoft.com/office/drawing/2014/main" id="{0AA3D42A-E85D-E4AE-E947-B793F9F3051A}"/>
              </a:ext>
            </a:extLst>
          </p:cNvPr>
          <p:cNvSpPr>
            <a:spLocks noChangeArrowheads="1"/>
          </p:cNvSpPr>
          <p:nvPr/>
        </p:nvSpPr>
        <p:spPr bwMode="auto">
          <a:xfrm>
            <a:off x="9732044" y="5511701"/>
            <a:ext cx="225425" cy="257175"/>
          </a:xfrm>
          <a:custGeom>
            <a:avLst/>
            <a:gdLst>
              <a:gd name="T0" fmla="*/ 622 w 627"/>
              <a:gd name="T1" fmla="*/ 179 h 715"/>
              <a:gd name="T2" fmla="*/ 505 w 627"/>
              <a:gd name="T3" fmla="*/ 230 h 715"/>
              <a:gd name="T4" fmla="*/ 517 w 627"/>
              <a:gd name="T5" fmla="*/ 124 h 715"/>
              <a:gd name="T6" fmla="*/ 469 w 627"/>
              <a:gd name="T7" fmla="*/ 251 h 715"/>
              <a:gd name="T8" fmla="*/ 328 w 627"/>
              <a:gd name="T9" fmla="*/ 170 h 715"/>
              <a:gd name="T10" fmla="*/ 413 w 627"/>
              <a:gd name="T11" fmla="*/ 64 h 715"/>
              <a:gd name="T12" fmla="*/ 328 w 627"/>
              <a:gd name="T13" fmla="*/ 128 h 715"/>
              <a:gd name="T14" fmla="*/ 314 w 627"/>
              <a:gd name="T15" fmla="*/ 0 h 715"/>
              <a:gd name="T16" fmla="*/ 298 w 627"/>
              <a:gd name="T17" fmla="*/ 128 h 715"/>
              <a:gd name="T18" fmla="*/ 213 w 627"/>
              <a:gd name="T19" fmla="*/ 64 h 715"/>
              <a:gd name="T20" fmla="*/ 298 w 627"/>
              <a:gd name="T21" fmla="*/ 170 h 715"/>
              <a:gd name="T22" fmla="*/ 159 w 627"/>
              <a:gd name="T23" fmla="*/ 251 h 715"/>
              <a:gd name="T24" fmla="*/ 109 w 627"/>
              <a:gd name="T25" fmla="*/ 124 h 715"/>
              <a:gd name="T26" fmla="*/ 123 w 627"/>
              <a:gd name="T27" fmla="*/ 230 h 715"/>
              <a:gd name="T28" fmla="*/ 4 w 627"/>
              <a:gd name="T29" fmla="*/ 179 h 715"/>
              <a:gd name="T30" fmla="*/ 107 w 627"/>
              <a:gd name="T31" fmla="*/ 255 h 715"/>
              <a:gd name="T32" fmla="*/ 10 w 627"/>
              <a:gd name="T33" fmla="*/ 297 h 715"/>
              <a:gd name="T34" fmla="*/ 144 w 627"/>
              <a:gd name="T35" fmla="*/ 276 h 715"/>
              <a:gd name="T36" fmla="*/ 144 w 627"/>
              <a:gd name="T37" fmla="*/ 438 h 715"/>
              <a:gd name="T38" fmla="*/ 10 w 627"/>
              <a:gd name="T39" fmla="*/ 417 h 715"/>
              <a:gd name="T40" fmla="*/ 107 w 627"/>
              <a:gd name="T41" fmla="*/ 459 h 715"/>
              <a:gd name="T42" fmla="*/ 4 w 627"/>
              <a:gd name="T43" fmla="*/ 536 h 715"/>
              <a:gd name="T44" fmla="*/ 123 w 627"/>
              <a:gd name="T45" fmla="*/ 484 h 715"/>
              <a:gd name="T46" fmla="*/ 109 w 627"/>
              <a:gd name="T47" fmla="*/ 590 h 715"/>
              <a:gd name="T48" fmla="*/ 159 w 627"/>
              <a:gd name="T49" fmla="*/ 463 h 715"/>
              <a:gd name="T50" fmla="*/ 298 w 627"/>
              <a:gd name="T51" fmla="*/ 544 h 715"/>
              <a:gd name="T52" fmla="*/ 213 w 627"/>
              <a:gd name="T53" fmla="*/ 650 h 715"/>
              <a:gd name="T54" fmla="*/ 298 w 627"/>
              <a:gd name="T55" fmla="*/ 586 h 715"/>
              <a:gd name="T56" fmla="*/ 314 w 627"/>
              <a:gd name="T57" fmla="*/ 714 h 715"/>
              <a:gd name="T58" fmla="*/ 328 w 627"/>
              <a:gd name="T59" fmla="*/ 586 h 715"/>
              <a:gd name="T60" fmla="*/ 413 w 627"/>
              <a:gd name="T61" fmla="*/ 650 h 715"/>
              <a:gd name="T62" fmla="*/ 328 w 627"/>
              <a:gd name="T63" fmla="*/ 544 h 715"/>
              <a:gd name="T64" fmla="*/ 469 w 627"/>
              <a:gd name="T65" fmla="*/ 463 h 715"/>
              <a:gd name="T66" fmla="*/ 517 w 627"/>
              <a:gd name="T67" fmla="*/ 590 h 715"/>
              <a:gd name="T68" fmla="*/ 505 w 627"/>
              <a:gd name="T69" fmla="*/ 484 h 715"/>
              <a:gd name="T70" fmla="*/ 622 w 627"/>
              <a:gd name="T71" fmla="*/ 536 h 715"/>
              <a:gd name="T72" fmla="*/ 519 w 627"/>
              <a:gd name="T73" fmla="*/ 459 h 715"/>
              <a:gd name="T74" fmla="*/ 618 w 627"/>
              <a:gd name="T75" fmla="*/ 417 h 715"/>
              <a:gd name="T76" fmla="*/ 482 w 627"/>
              <a:gd name="T77" fmla="*/ 438 h 715"/>
              <a:gd name="T78" fmla="*/ 482 w 627"/>
              <a:gd name="T79" fmla="*/ 276 h 715"/>
              <a:gd name="T80" fmla="*/ 618 w 627"/>
              <a:gd name="T81" fmla="*/ 297 h 715"/>
              <a:gd name="T82" fmla="*/ 519 w 627"/>
              <a:gd name="T83" fmla="*/ 255 h 715"/>
              <a:gd name="T84" fmla="*/ 622 w 627"/>
              <a:gd name="T85"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27" h="715">
                <a:moveTo>
                  <a:pt x="622" y="179"/>
                </a:moveTo>
                <a:lnTo>
                  <a:pt x="622" y="179"/>
                </a:lnTo>
                <a:cubicBezTo>
                  <a:pt x="618" y="172"/>
                  <a:pt x="609" y="169"/>
                  <a:pt x="602" y="173"/>
                </a:cubicBezTo>
                <a:cubicBezTo>
                  <a:pt x="505" y="230"/>
                  <a:pt x="505" y="230"/>
                  <a:pt x="505" y="230"/>
                </a:cubicBezTo>
                <a:cubicBezTo>
                  <a:pt x="529" y="142"/>
                  <a:pt x="529" y="142"/>
                  <a:pt x="529" y="142"/>
                </a:cubicBezTo>
                <a:cubicBezTo>
                  <a:pt x="530" y="134"/>
                  <a:pt x="526" y="126"/>
                  <a:pt x="517" y="124"/>
                </a:cubicBezTo>
                <a:cubicBezTo>
                  <a:pt x="509" y="121"/>
                  <a:pt x="501" y="127"/>
                  <a:pt x="499" y="134"/>
                </a:cubicBezTo>
                <a:cubicBezTo>
                  <a:pt x="469" y="251"/>
                  <a:pt x="469" y="251"/>
                  <a:pt x="469" y="251"/>
                </a:cubicBezTo>
                <a:cubicBezTo>
                  <a:pt x="328" y="332"/>
                  <a:pt x="328" y="332"/>
                  <a:pt x="328" y="332"/>
                </a:cubicBezTo>
                <a:cubicBezTo>
                  <a:pt x="328" y="170"/>
                  <a:pt x="328" y="170"/>
                  <a:pt x="328" y="170"/>
                </a:cubicBezTo>
                <a:cubicBezTo>
                  <a:pt x="413" y="85"/>
                  <a:pt x="413" y="85"/>
                  <a:pt x="413" y="85"/>
                </a:cubicBezTo>
                <a:cubicBezTo>
                  <a:pt x="418" y="80"/>
                  <a:pt x="418" y="70"/>
                  <a:pt x="413" y="64"/>
                </a:cubicBezTo>
                <a:cubicBezTo>
                  <a:pt x="407" y="59"/>
                  <a:pt x="397" y="59"/>
                  <a:pt x="392" y="64"/>
                </a:cubicBezTo>
                <a:cubicBezTo>
                  <a:pt x="328" y="128"/>
                  <a:pt x="328" y="128"/>
                  <a:pt x="328" y="128"/>
                </a:cubicBezTo>
                <a:cubicBezTo>
                  <a:pt x="328" y="15"/>
                  <a:pt x="328" y="15"/>
                  <a:pt x="328" y="15"/>
                </a:cubicBezTo>
                <a:cubicBezTo>
                  <a:pt x="328" y="7"/>
                  <a:pt x="322" y="0"/>
                  <a:pt x="314" y="0"/>
                </a:cubicBezTo>
                <a:cubicBezTo>
                  <a:pt x="305" y="0"/>
                  <a:pt x="298" y="7"/>
                  <a:pt x="298" y="15"/>
                </a:cubicBezTo>
                <a:cubicBezTo>
                  <a:pt x="298" y="128"/>
                  <a:pt x="298" y="128"/>
                  <a:pt x="298" y="128"/>
                </a:cubicBezTo>
                <a:cubicBezTo>
                  <a:pt x="234" y="64"/>
                  <a:pt x="234" y="64"/>
                  <a:pt x="234" y="64"/>
                </a:cubicBezTo>
                <a:cubicBezTo>
                  <a:pt x="229" y="59"/>
                  <a:pt x="219" y="59"/>
                  <a:pt x="213" y="64"/>
                </a:cubicBezTo>
                <a:cubicBezTo>
                  <a:pt x="208" y="70"/>
                  <a:pt x="208" y="80"/>
                  <a:pt x="213" y="85"/>
                </a:cubicBezTo>
                <a:cubicBezTo>
                  <a:pt x="298" y="170"/>
                  <a:pt x="298" y="170"/>
                  <a:pt x="298" y="170"/>
                </a:cubicBezTo>
                <a:cubicBezTo>
                  <a:pt x="298" y="332"/>
                  <a:pt x="298" y="332"/>
                  <a:pt x="298" y="332"/>
                </a:cubicBezTo>
                <a:cubicBezTo>
                  <a:pt x="159" y="251"/>
                  <a:pt x="159" y="251"/>
                  <a:pt x="159" y="251"/>
                </a:cubicBezTo>
                <a:cubicBezTo>
                  <a:pt x="127" y="134"/>
                  <a:pt x="127" y="134"/>
                  <a:pt x="127" y="134"/>
                </a:cubicBezTo>
                <a:cubicBezTo>
                  <a:pt x="125" y="127"/>
                  <a:pt x="117" y="121"/>
                  <a:pt x="109" y="124"/>
                </a:cubicBezTo>
                <a:cubicBezTo>
                  <a:pt x="102" y="126"/>
                  <a:pt x="96" y="134"/>
                  <a:pt x="99" y="142"/>
                </a:cubicBezTo>
                <a:cubicBezTo>
                  <a:pt x="123" y="230"/>
                  <a:pt x="123" y="230"/>
                  <a:pt x="123" y="230"/>
                </a:cubicBezTo>
                <a:cubicBezTo>
                  <a:pt x="25" y="173"/>
                  <a:pt x="25" y="173"/>
                  <a:pt x="25" y="173"/>
                </a:cubicBezTo>
                <a:cubicBezTo>
                  <a:pt x="17" y="169"/>
                  <a:pt x="8" y="172"/>
                  <a:pt x="4" y="179"/>
                </a:cubicBezTo>
                <a:cubicBezTo>
                  <a:pt x="0" y="186"/>
                  <a:pt x="3" y="195"/>
                  <a:pt x="10" y="200"/>
                </a:cubicBezTo>
                <a:cubicBezTo>
                  <a:pt x="107" y="255"/>
                  <a:pt x="107" y="255"/>
                  <a:pt x="107" y="255"/>
                </a:cubicBezTo>
                <a:cubicBezTo>
                  <a:pt x="19" y="279"/>
                  <a:pt x="19" y="279"/>
                  <a:pt x="19" y="279"/>
                </a:cubicBezTo>
                <a:cubicBezTo>
                  <a:pt x="13" y="280"/>
                  <a:pt x="7" y="289"/>
                  <a:pt x="10" y="297"/>
                </a:cubicBezTo>
                <a:cubicBezTo>
                  <a:pt x="11" y="306"/>
                  <a:pt x="19" y="310"/>
                  <a:pt x="28" y="307"/>
                </a:cubicBezTo>
                <a:cubicBezTo>
                  <a:pt x="144" y="276"/>
                  <a:pt x="144" y="276"/>
                  <a:pt x="144" y="276"/>
                </a:cubicBezTo>
                <a:cubicBezTo>
                  <a:pt x="283" y="357"/>
                  <a:pt x="283" y="357"/>
                  <a:pt x="283" y="357"/>
                </a:cubicBezTo>
                <a:cubicBezTo>
                  <a:pt x="144" y="438"/>
                  <a:pt x="144" y="438"/>
                  <a:pt x="144" y="438"/>
                </a:cubicBezTo>
                <a:cubicBezTo>
                  <a:pt x="28" y="407"/>
                  <a:pt x="28" y="407"/>
                  <a:pt x="28" y="407"/>
                </a:cubicBezTo>
                <a:cubicBezTo>
                  <a:pt x="19" y="405"/>
                  <a:pt x="11" y="409"/>
                  <a:pt x="10" y="417"/>
                </a:cubicBezTo>
                <a:cubicBezTo>
                  <a:pt x="7" y="425"/>
                  <a:pt x="13" y="434"/>
                  <a:pt x="19" y="435"/>
                </a:cubicBezTo>
                <a:cubicBezTo>
                  <a:pt x="107" y="459"/>
                  <a:pt x="107" y="459"/>
                  <a:pt x="107" y="459"/>
                </a:cubicBezTo>
                <a:cubicBezTo>
                  <a:pt x="10" y="515"/>
                  <a:pt x="10" y="515"/>
                  <a:pt x="10" y="515"/>
                </a:cubicBezTo>
                <a:cubicBezTo>
                  <a:pt x="3" y="519"/>
                  <a:pt x="0" y="529"/>
                  <a:pt x="4" y="536"/>
                </a:cubicBezTo>
                <a:cubicBezTo>
                  <a:pt x="8" y="543"/>
                  <a:pt x="17" y="545"/>
                  <a:pt x="25" y="541"/>
                </a:cubicBezTo>
                <a:cubicBezTo>
                  <a:pt x="123" y="484"/>
                  <a:pt x="123" y="484"/>
                  <a:pt x="123" y="484"/>
                </a:cubicBezTo>
                <a:cubicBezTo>
                  <a:pt x="99" y="572"/>
                  <a:pt x="99" y="572"/>
                  <a:pt x="99" y="572"/>
                </a:cubicBezTo>
                <a:cubicBezTo>
                  <a:pt x="96" y="580"/>
                  <a:pt x="102" y="589"/>
                  <a:pt x="109" y="590"/>
                </a:cubicBezTo>
                <a:cubicBezTo>
                  <a:pt x="117" y="593"/>
                  <a:pt x="125" y="587"/>
                  <a:pt x="127" y="580"/>
                </a:cubicBezTo>
                <a:cubicBezTo>
                  <a:pt x="159" y="463"/>
                  <a:pt x="159" y="463"/>
                  <a:pt x="159" y="463"/>
                </a:cubicBezTo>
                <a:cubicBezTo>
                  <a:pt x="298" y="382"/>
                  <a:pt x="298" y="382"/>
                  <a:pt x="298" y="382"/>
                </a:cubicBezTo>
                <a:cubicBezTo>
                  <a:pt x="298" y="544"/>
                  <a:pt x="298" y="544"/>
                  <a:pt x="298" y="544"/>
                </a:cubicBezTo>
                <a:cubicBezTo>
                  <a:pt x="213" y="629"/>
                  <a:pt x="213" y="629"/>
                  <a:pt x="213" y="629"/>
                </a:cubicBezTo>
                <a:cubicBezTo>
                  <a:pt x="208" y="635"/>
                  <a:pt x="208" y="644"/>
                  <a:pt x="213" y="650"/>
                </a:cubicBezTo>
                <a:cubicBezTo>
                  <a:pt x="219" y="656"/>
                  <a:pt x="229" y="656"/>
                  <a:pt x="234" y="650"/>
                </a:cubicBezTo>
                <a:cubicBezTo>
                  <a:pt x="298" y="586"/>
                  <a:pt x="298" y="586"/>
                  <a:pt x="298" y="586"/>
                </a:cubicBezTo>
                <a:cubicBezTo>
                  <a:pt x="298" y="699"/>
                  <a:pt x="298" y="699"/>
                  <a:pt x="298" y="699"/>
                </a:cubicBezTo>
                <a:cubicBezTo>
                  <a:pt x="298" y="707"/>
                  <a:pt x="305" y="714"/>
                  <a:pt x="314" y="714"/>
                </a:cubicBezTo>
                <a:cubicBezTo>
                  <a:pt x="322" y="714"/>
                  <a:pt x="328" y="707"/>
                  <a:pt x="328" y="699"/>
                </a:cubicBezTo>
                <a:cubicBezTo>
                  <a:pt x="328" y="586"/>
                  <a:pt x="328" y="586"/>
                  <a:pt x="328" y="586"/>
                </a:cubicBezTo>
                <a:cubicBezTo>
                  <a:pt x="392" y="650"/>
                  <a:pt x="392" y="650"/>
                  <a:pt x="392" y="650"/>
                </a:cubicBezTo>
                <a:cubicBezTo>
                  <a:pt x="397" y="656"/>
                  <a:pt x="407" y="656"/>
                  <a:pt x="413" y="650"/>
                </a:cubicBezTo>
                <a:cubicBezTo>
                  <a:pt x="418" y="644"/>
                  <a:pt x="418" y="635"/>
                  <a:pt x="413" y="629"/>
                </a:cubicBezTo>
                <a:cubicBezTo>
                  <a:pt x="328" y="544"/>
                  <a:pt x="328" y="544"/>
                  <a:pt x="328" y="544"/>
                </a:cubicBezTo>
                <a:cubicBezTo>
                  <a:pt x="328" y="382"/>
                  <a:pt x="328" y="382"/>
                  <a:pt x="328" y="382"/>
                </a:cubicBezTo>
                <a:cubicBezTo>
                  <a:pt x="469" y="463"/>
                  <a:pt x="469" y="463"/>
                  <a:pt x="469" y="463"/>
                </a:cubicBezTo>
                <a:cubicBezTo>
                  <a:pt x="499" y="580"/>
                  <a:pt x="499" y="580"/>
                  <a:pt x="499" y="580"/>
                </a:cubicBezTo>
                <a:cubicBezTo>
                  <a:pt x="501" y="587"/>
                  <a:pt x="509" y="593"/>
                  <a:pt x="517" y="590"/>
                </a:cubicBezTo>
                <a:cubicBezTo>
                  <a:pt x="526" y="589"/>
                  <a:pt x="530" y="580"/>
                  <a:pt x="529" y="572"/>
                </a:cubicBezTo>
                <a:cubicBezTo>
                  <a:pt x="505" y="484"/>
                  <a:pt x="505" y="484"/>
                  <a:pt x="505" y="484"/>
                </a:cubicBezTo>
                <a:cubicBezTo>
                  <a:pt x="602" y="541"/>
                  <a:pt x="602" y="541"/>
                  <a:pt x="602" y="541"/>
                </a:cubicBezTo>
                <a:cubicBezTo>
                  <a:pt x="609" y="545"/>
                  <a:pt x="618" y="543"/>
                  <a:pt x="622" y="536"/>
                </a:cubicBezTo>
                <a:cubicBezTo>
                  <a:pt x="626" y="529"/>
                  <a:pt x="625" y="519"/>
                  <a:pt x="616" y="515"/>
                </a:cubicBezTo>
                <a:cubicBezTo>
                  <a:pt x="519" y="459"/>
                  <a:pt x="519" y="459"/>
                  <a:pt x="519" y="459"/>
                </a:cubicBezTo>
                <a:cubicBezTo>
                  <a:pt x="607" y="435"/>
                  <a:pt x="607" y="435"/>
                  <a:pt x="607" y="435"/>
                </a:cubicBezTo>
                <a:cubicBezTo>
                  <a:pt x="615" y="434"/>
                  <a:pt x="619" y="425"/>
                  <a:pt x="618" y="417"/>
                </a:cubicBezTo>
                <a:cubicBezTo>
                  <a:pt x="615" y="409"/>
                  <a:pt x="607" y="405"/>
                  <a:pt x="598" y="407"/>
                </a:cubicBezTo>
                <a:cubicBezTo>
                  <a:pt x="482" y="438"/>
                  <a:pt x="482" y="438"/>
                  <a:pt x="482" y="438"/>
                </a:cubicBezTo>
                <a:cubicBezTo>
                  <a:pt x="343" y="357"/>
                  <a:pt x="343" y="357"/>
                  <a:pt x="343" y="357"/>
                </a:cubicBezTo>
                <a:cubicBezTo>
                  <a:pt x="482" y="276"/>
                  <a:pt x="482" y="276"/>
                  <a:pt x="482" y="276"/>
                </a:cubicBezTo>
                <a:cubicBezTo>
                  <a:pt x="598" y="307"/>
                  <a:pt x="598" y="307"/>
                  <a:pt x="598" y="307"/>
                </a:cubicBezTo>
                <a:cubicBezTo>
                  <a:pt x="607" y="310"/>
                  <a:pt x="615" y="306"/>
                  <a:pt x="618" y="297"/>
                </a:cubicBezTo>
                <a:cubicBezTo>
                  <a:pt x="619" y="289"/>
                  <a:pt x="615" y="280"/>
                  <a:pt x="607" y="279"/>
                </a:cubicBezTo>
                <a:cubicBezTo>
                  <a:pt x="519" y="255"/>
                  <a:pt x="519" y="255"/>
                  <a:pt x="519" y="255"/>
                </a:cubicBezTo>
                <a:cubicBezTo>
                  <a:pt x="616" y="200"/>
                  <a:pt x="616" y="200"/>
                  <a:pt x="616" y="200"/>
                </a:cubicBezTo>
                <a:cubicBezTo>
                  <a:pt x="625" y="195"/>
                  <a:pt x="626" y="186"/>
                  <a:pt x="622" y="179"/>
                </a:cubicBezTo>
              </a:path>
            </a:pathLst>
          </a:custGeom>
          <a:solidFill>
            <a:schemeClr val="accent4"/>
          </a:solidFill>
          <a:ln>
            <a:noFill/>
          </a:ln>
          <a:effectLst/>
        </p:spPr>
        <p:txBody>
          <a:bodyPr wrap="none" anchor="ctr"/>
          <a:lstStyle/>
          <a:p>
            <a:endParaRPr lang="da-DK"/>
          </a:p>
        </p:txBody>
      </p:sp>
      <p:sp>
        <p:nvSpPr>
          <p:cNvPr id="238" name="Freeform 193">
            <a:extLst>
              <a:ext uri="{FF2B5EF4-FFF2-40B4-BE49-F238E27FC236}">
                <a16:creationId xmlns:a16="http://schemas.microsoft.com/office/drawing/2014/main" id="{63627CD5-241C-6266-B934-75AD2190B14E}"/>
              </a:ext>
            </a:extLst>
          </p:cNvPr>
          <p:cNvSpPr>
            <a:spLocks noChangeArrowheads="1"/>
          </p:cNvSpPr>
          <p:nvPr/>
        </p:nvSpPr>
        <p:spPr bwMode="auto">
          <a:xfrm>
            <a:off x="10792494" y="4993382"/>
            <a:ext cx="182562" cy="257175"/>
          </a:xfrm>
          <a:custGeom>
            <a:avLst/>
            <a:gdLst>
              <a:gd name="T0" fmla="*/ 457 w 506"/>
              <a:gd name="T1" fmla="*/ 565 h 715"/>
              <a:gd name="T2" fmla="*/ 505 w 506"/>
              <a:gd name="T3" fmla="*/ 49 h 715"/>
              <a:gd name="T4" fmla="*/ 49 w 506"/>
              <a:gd name="T5" fmla="*/ 0 h 715"/>
              <a:gd name="T6" fmla="*/ 0 w 506"/>
              <a:gd name="T7" fmla="*/ 516 h 715"/>
              <a:gd name="T8" fmla="*/ 237 w 506"/>
              <a:gd name="T9" fmla="*/ 565 h 715"/>
              <a:gd name="T10" fmla="*/ 192 w 506"/>
              <a:gd name="T11" fmla="*/ 685 h 715"/>
              <a:gd name="T12" fmla="*/ 192 w 506"/>
              <a:gd name="T13" fmla="*/ 714 h 715"/>
              <a:gd name="T14" fmla="*/ 326 w 506"/>
              <a:gd name="T15" fmla="*/ 699 h 715"/>
              <a:gd name="T16" fmla="*/ 268 w 506"/>
              <a:gd name="T17" fmla="*/ 685 h 715"/>
              <a:gd name="T18" fmla="*/ 457 w 506"/>
              <a:gd name="T19" fmla="*/ 565 h 715"/>
              <a:gd name="T20" fmla="*/ 49 w 506"/>
              <a:gd name="T21" fmla="*/ 29 h 715"/>
              <a:gd name="T22" fmla="*/ 474 w 506"/>
              <a:gd name="T23" fmla="*/ 41 h 715"/>
              <a:gd name="T24" fmla="*/ 252 w 506"/>
              <a:gd name="T25" fmla="*/ 89 h 715"/>
              <a:gd name="T26" fmla="*/ 157 w 506"/>
              <a:gd name="T27" fmla="*/ 91 h 715"/>
              <a:gd name="T28" fmla="*/ 152 w 506"/>
              <a:gd name="T29" fmla="*/ 94 h 715"/>
              <a:gd name="T30" fmla="*/ 149 w 506"/>
              <a:gd name="T31" fmla="*/ 99 h 715"/>
              <a:gd name="T32" fmla="*/ 148 w 506"/>
              <a:gd name="T33" fmla="*/ 342 h 715"/>
              <a:gd name="T34" fmla="*/ 29 w 506"/>
              <a:gd name="T35" fmla="*/ 485 h 715"/>
              <a:gd name="T36" fmla="*/ 49 w 506"/>
              <a:gd name="T37" fmla="*/ 29 h 715"/>
              <a:gd name="T38" fmla="*/ 357 w 506"/>
              <a:gd name="T39" fmla="*/ 223 h 715"/>
              <a:gd name="T40" fmla="*/ 252 w 506"/>
              <a:gd name="T41" fmla="*/ 328 h 715"/>
              <a:gd name="T42" fmla="*/ 354 w 506"/>
              <a:gd name="T43" fmla="*/ 202 h 715"/>
              <a:gd name="T44" fmla="*/ 187 w 506"/>
              <a:gd name="T45" fmla="*/ 328 h 715"/>
              <a:gd name="T46" fmla="*/ 178 w 506"/>
              <a:gd name="T47" fmla="*/ 328 h 715"/>
              <a:gd name="T48" fmla="*/ 252 w 506"/>
              <a:gd name="T49" fmla="*/ 119 h 715"/>
              <a:gd name="T50" fmla="*/ 343 w 506"/>
              <a:gd name="T51" fmla="*/ 172 h 715"/>
              <a:gd name="T52" fmla="*/ 31 w 506"/>
              <a:gd name="T53" fmla="*/ 524 h 715"/>
              <a:gd name="T54" fmla="*/ 148 w 506"/>
              <a:gd name="T55" fmla="*/ 407 h 715"/>
              <a:gd name="T56" fmla="*/ 163 w 506"/>
              <a:gd name="T57" fmla="*/ 476 h 715"/>
              <a:gd name="T58" fmla="*/ 178 w 506"/>
              <a:gd name="T59" fmla="*/ 378 h 715"/>
              <a:gd name="T60" fmla="*/ 252 w 506"/>
              <a:gd name="T61" fmla="*/ 357 h 715"/>
              <a:gd name="T62" fmla="*/ 378 w 506"/>
              <a:gd name="T63" fmla="*/ 179 h 715"/>
              <a:gd name="T64" fmla="*/ 475 w 506"/>
              <a:gd name="T65" fmla="*/ 516 h 715"/>
              <a:gd name="T66" fmla="*/ 49 w 506"/>
              <a:gd name="T67" fmla="*/ 5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06" h="715">
                <a:moveTo>
                  <a:pt x="457" y="565"/>
                </a:moveTo>
                <a:lnTo>
                  <a:pt x="457" y="565"/>
                </a:lnTo>
                <a:cubicBezTo>
                  <a:pt x="484" y="565"/>
                  <a:pt x="505" y="544"/>
                  <a:pt x="505" y="516"/>
                </a:cubicBezTo>
                <a:cubicBezTo>
                  <a:pt x="505" y="49"/>
                  <a:pt x="505" y="49"/>
                  <a:pt x="505" y="49"/>
                </a:cubicBezTo>
                <a:cubicBezTo>
                  <a:pt x="505" y="22"/>
                  <a:pt x="484" y="0"/>
                  <a:pt x="457" y="0"/>
                </a:cubicBezTo>
                <a:cubicBezTo>
                  <a:pt x="49" y="0"/>
                  <a:pt x="49" y="0"/>
                  <a:pt x="49" y="0"/>
                </a:cubicBezTo>
                <a:cubicBezTo>
                  <a:pt x="21" y="0"/>
                  <a:pt x="0" y="22"/>
                  <a:pt x="0" y="49"/>
                </a:cubicBezTo>
                <a:cubicBezTo>
                  <a:pt x="0" y="516"/>
                  <a:pt x="0" y="516"/>
                  <a:pt x="0" y="516"/>
                </a:cubicBezTo>
                <a:cubicBezTo>
                  <a:pt x="0" y="544"/>
                  <a:pt x="21" y="565"/>
                  <a:pt x="49" y="565"/>
                </a:cubicBezTo>
                <a:cubicBezTo>
                  <a:pt x="237" y="565"/>
                  <a:pt x="237" y="565"/>
                  <a:pt x="237" y="565"/>
                </a:cubicBezTo>
                <a:cubicBezTo>
                  <a:pt x="237" y="685"/>
                  <a:pt x="237" y="685"/>
                  <a:pt x="237" y="685"/>
                </a:cubicBezTo>
                <a:cubicBezTo>
                  <a:pt x="192" y="685"/>
                  <a:pt x="192" y="685"/>
                  <a:pt x="192" y="685"/>
                </a:cubicBezTo>
                <a:cubicBezTo>
                  <a:pt x="184" y="685"/>
                  <a:pt x="178" y="690"/>
                  <a:pt x="178" y="699"/>
                </a:cubicBezTo>
                <a:cubicBezTo>
                  <a:pt x="178" y="707"/>
                  <a:pt x="184" y="714"/>
                  <a:pt x="192" y="714"/>
                </a:cubicBezTo>
                <a:cubicBezTo>
                  <a:pt x="312" y="714"/>
                  <a:pt x="312" y="714"/>
                  <a:pt x="312" y="714"/>
                </a:cubicBezTo>
                <a:cubicBezTo>
                  <a:pt x="321" y="714"/>
                  <a:pt x="326" y="707"/>
                  <a:pt x="326" y="699"/>
                </a:cubicBezTo>
                <a:cubicBezTo>
                  <a:pt x="326" y="690"/>
                  <a:pt x="321" y="685"/>
                  <a:pt x="312" y="685"/>
                </a:cubicBezTo>
                <a:cubicBezTo>
                  <a:pt x="268" y="685"/>
                  <a:pt x="268" y="685"/>
                  <a:pt x="268" y="685"/>
                </a:cubicBezTo>
                <a:cubicBezTo>
                  <a:pt x="268" y="565"/>
                  <a:pt x="268" y="565"/>
                  <a:pt x="268" y="565"/>
                </a:cubicBezTo>
                <a:lnTo>
                  <a:pt x="457" y="565"/>
                </a:lnTo>
                <a:close/>
                <a:moveTo>
                  <a:pt x="49" y="29"/>
                </a:moveTo>
                <a:lnTo>
                  <a:pt x="49" y="29"/>
                </a:lnTo>
                <a:cubicBezTo>
                  <a:pt x="457" y="29"/>
                  <a:pt x="457" y="29"/>
                  <a:pt x="457" y="29"/>
                </a:cubicBezTo>
                <a:cubicBezTo>
                  <a:pt x="464" y="29"/>
                  <a:pt x="470" y="35"/>
                  <a:pt x="474" y="41"/>
                </a:cubicBezTo>
                <a:cubicBezTo>
                  <a:pt x="364" y="149"/>
                  <a:pt x="364" y="149"/>
                  <a:pt x="364" y="149"/>
                </a:cubicBezTo>
                <a:cubicBezTo>
                  <a:pt x="340" y="113"/>
                  <a:pt x="300" y="89"/>
                  <a:pt x="252" y="89"/>
                </a:cubicBezTo>
                <a:cubicBezTo>
                  <a:pt x="163" y="89"/>
                  <a:pt x="163" y="89"/>
                  <a:pt x="163" y="89"/>
                </a:cubicBezTo>
                <a:cubicBezTo>
                  <a:pt x="162" y="89"/>
                  <a:pt x="159" y="89"/>
                  <a:pt x="157" y="91"/>
                </a:cubicBezTo>
                <a:cubicBezTo>
                  <a:pt x="156" y="91"/>
                  <a:pt x="155" y="92"/>
                  <a:pt x="153" y="94"/>
                </a:cubicBezTo>
                <a:cubicBezTo>
                  <a:pt x="153" y="94"/>
                  <a:pt x="153" y="94"/>
                  <a:pt x="152" y="94"/>
                </a:cubicBezTo>
                <a:lnTo>
                  <a:pt x="152" y="94"/>
                </a:lnTo>
                <a:cubicBezTo>
                  <a:pt x="150" y="95"/>
                  <a:pt x="150" y="96"/>
                  <a:pt x="149" y="99"/>
                </a:cubicBezTo>
                <a:cubicBezTo>
                  <a:pt x="149" y="101"/>
                  <a:pt x="148" y="102"/>
                  <a:pt x="148" y="105"/>
                </a:cubicBezTo>
                <a:cubicBezTo>
                  <a:pt x="148" y="342"/>
                  <a:pt x="148" y="342"/>
                  <a:pt x="148" y="342"/>
                </a:cubicBezTo>
                <a:cubicBezTo>
                  <a:pt x="148" y="365"/>
                  <a:pt x="148" y="365"/>
                  <a:pt x="148" y="365"/>
                </a:cubicBezTo>
                <a:cubicBezTo>
                  <a:pt x="29" y="485"/>
                  <a:pt x="29" y="485"/>
                  <a:pt x="29" y="485"/>
                </a:cubicBezTo>
                <a:cubicBezTo>
                  <a:pt x="29" y="49"/>
                  <a:pt x="29" y="49"/>
                  <a:pt x="29" y="49"/>
                </a:cubicBezTo>
                <a:cubicBezTo>
                  <a:pt x="29" y="38"/>
                  <a:pt x="37" y="29"/>
                  <a:pt x="49" y="29"/>
                </a:cubicBezTo>
                <a:close/>
                <a:moveTo>
                  <a:pt x="357" y="223"/>
                </a:moveTo>
                <a:lnTo>
                  <a:pt x="357" y="223"/>
                </a:lnTo>
                <a:cubicBezTo>
                  <a:pt x="357" y="253"/>
                  <a:pt x="344" y="278"/>
                  <a:pt x="326" y="297"/>
                </a:cubicBezTo>
                <a:cubicBezTo>
                  <a:pt x="307" y="315"/>
                  <a:pt x="282" y="328"/>
                  <a:pt x="252" y="328"/>
                </a:cubicBezTo>
                <a:cubicBezTo>
                  <a:pt x="229" y="328"/>
                  <a:pt x="229" y="328"/>
                  <a:pt x="229" y="328"/>
                </a:cubicBezTo>
                <a:cubicBezTo>
                  <a:pt x="354" y="202"/>
                  <a:pt x="354" y="202"/>
                  <a:pt x="354" y="202"/>
                </a:cubicBezTo>
                <a:cubicBezTo>
                  <a:pt x="355" y="209"/>
                  <a:pt x="357" y="216"/>
                  <a:pt x="357" y="223"/>
                </a:cubicBezTo>
                <a:close/>
                <a:moveTo>
                  <a:pt x="187" y="328"/>
                </a:moveTo>
                <a:lnTo>
                  <a:pt x="187" y="328"/>
                </a:lnTo>
                <a:cubicBezTo>
                  <a:pt x="178" y="328"/>
                  <a:pt x="178" y="328"/>
                  <a:pt x="178" y="328"/>
                </a:cubicBezTo>
                <a:cubicBezTo>
                  <a:pt x="178" y="119"/>
                  <a:pt x="178" y="119"/>
                  <a:pt x="178" y="119"/>
                </a:cubicBezTo>
                <a:cubicBezTo>
                  <a:pt x="252" y="119"/>
                  <a:pt x="252" y="119"/>
                  <a:pt x="252" y="119"/>
                </a:cubicBezTo>
                <a:cubicBezTo>
                  <a:pt x="282" y="119"/>
                  <a:pt x="307" y="131"/>
                  <a:pt x="326" y="149"/>
                </a:cubicBezTo>
                <a:cubicBezTo>
                  <a:pt x="332" y="156"/>
                  <a:pt x="337" y="163"/>
                  <a:pt x="343" y="172"/>
                </a:cubicBezTo>
                <a:lnTo>
                  <a:pt x="187" y="328"/>
                </a:lnTo>
                <a:close/>
                <a:moveTo>
                  <a:pt x="31" y="524"/>
                </a:moveTo>
                <a:lnTo>
                  <a:pt x="31" y="524"/>
                </a:lnTo>
                <a:cubicBezTo>
                  <a:pt x="148" y="407"/>
                  <a:pt x="148" y="407"/>
                  <a:pt x="148" y="407"/>
                </a:cubicBezTo>
                <a:cubicBezTo>
                  <a:pt x="148" y="462"/>
                  <a:pt x="148" y="462"/>
                  <a:pt x="148" y="462"/>
                </a:cubicBezTo>
                <a:cubicBezTo>
                  <a:pt x="148" y="470"/>
                  <a:pt x="155" y="476"/>
                  <a:pt x="163" y="476"/>
                </a:cubicBezTo>
                <a:cubicBezTo>
                  <a:pt x="171" y="476"/>
                  <a:pt x="178" y="470"/>
                  <a:pt x="178" y="462"/>
                </a:cubicBezTo>
                <a:cubicBezTo>
                  <a:pt x="178" y="378"/>
                  <a:pt x="178" y="378"/>
                  <a:pt x="178" y="378"/>
                </a:cubicBezTo>
                <a:cubicBezTo>
                  <a:pt x="199" y="357"/>
                  <a:pt x="199" y="357"/>
                  <a:pt x="199" y="357"/>
                </a:cubicBezTo>
                <a:cubicBezTo>
                  <a:pt x="252" y="357"/>
                  <a:pt x="252" y="357"/>
                  <a:pt x="252" y="357"/>
                </a:cubicBezTo>
                <a:cubicBezTo>
                  <a:pt x="326" y="357"/>
                  <a:pt x="386" y="297"/>
                  <a:pt x="386" y="223"/>
                </a:cubicBezTo>
                <a:cubicBezTo>
                  <a:pt x="386" y="208"/>
                  <a:pt x="383" y="193"/>
                  <a:pt x="378" y="179"/>
                </a:cubicBezTo>
                <a:cubicBezTo>
                  <a:pt x="475" y="81"/>
                  <a:pt x="475" y="81"/>
                  <a:pt x="475" y="81"/>
                </a:cubicBezTo>
                <a:cubicBezTo>
                  <a:pt x="475" y="516"/>
                  <a:pt x="475" y="516"/>
                  <a:pt x="475" y="516"/>
                </a:cubicBezTo>
                <a:cubicBezTo>
                  <a:pt x="475" y="527"/>
                  <a:pt x="467" y="536"/>
                  <a:pt x="457" y="536"/>
                </a:cubicBezTo>
                <a:cubicBezTo>
                  <a:pt x="49" y="536"/>
                  <a:pt x="49" y="536"/>
                  <a:pt x="49" y="536"/>
                </a:cubicBezTo>
                <a:cubicBezTo>
                  <a:pt x="40" y="536"/>
                  <a:pt x="35" y="531"/>
                  <a:pt x="31" y="524"/>
                </a:cubicBezTo>
                <a:close/>
              </a:path>
            </a:pathLst>
          </a:custGeom>
          <a:solidFill>
            <a:schemeClr val="accent4"/>
          </a:solidFill>
          <a:ln>
            <a:noFill/>
          </a:ln>
          <a:effectLst/>
        </p:spPr>
        <p:txBody>
          <a:bodyPr wrap="none" anchor="ctr"/>
          <a:lstStyle/>
          <a:p>
            <a:endParaRPr lang="da-DK"/>
          </a:p>
        </p:txBody>
      </p:sp>
      <p:grpSp>
        <p:nvGrpSpPr>
          <p:cNvPr id="239" name="Group 242">
            <a:extLst>
              <a:ext uri="{FF2B5EF4-FFF2-40B4-BE49-F238E27FC236}">
                <a16:creationId xmlns:a16="http://schemas.microsoft.com/office/drawing/2014/main" id="{63FC8826-DB0C-2419-213B-43CD0901A92E}"/>
              </a:ext>
            </a:extLst>
          </p:cNvPr>
          <p:cNvGrpSpPr/>
          <p:nvPr/>
        </p:nvGrpSpPr>
        <p:grpSpPr>
          <a:xfrm>
            <a:off x="10235281" y="5512495"/>
            <a:ext cx="257175" cy="255587"/>
            <a:chOff x="9207500" y="5830888"/>
            <a:chExt cx="257175" cy="255587"/>
          </a:xfrm>
          <a:solidFill>
            <a:schemeClr val="accent4"/>
          </a:solidFill>
        </p:grpSpPr>
        <p:sp>
          <p:nvSpPr>
            <p:cNvPr id="240" name="Freeform 194">
              <a:extLst>
                <a:ext uri="{FF2B5EF4-FFF2-40B4-BE49-F238E27FC236}">
                  <a16:creationId xmlns:a16="http://schemas.microsoft.com/office/drawing/2014/main" id="{F1239032-EE13-A5F3-1BB3-14B14BC48F35}"/>
                </a:ext>
              </a:extLst>
            </p:cNvPr>
            <p:cNvSpPr>
              <a:spLocks noChangeArrowheads="1"/>
            </p:cNvSpPr>
            <p:nvPr/>
          </p:nvSpPr>
          <p:spPr bwMode="auto">
            <a:xfrm>
              <a:off x="9207500" y="6056313"/>
              <a:ext cx="257175" cy="30162"/>
            </a:xfrm>
            <a:custGeom>
              <a:avLst/>
              <a:gdLst>
                <a:gd name="T0" fmla="*/ 700 w 715"/>
                <a:gd name="T1" fmla="*/ 0 h 84"/>
                <a:gd name="T2" fmla="*/ 700 w 715"/>
                <a:gd name="T3" fmla="*/ 0 h 84"/>
                <a:gd name="T4" fmla="*/ 658 w 715"/>
                <a:gd name="T5" fmla="*/ 9 h 84"/>
                <a:gd name="T6" fmla="*/ 622 w 715"/>
                <a:gd name="T7" fmla="*/ 40 h 84"/>
                <a:gd name="T8" fmla="*/ 606 w 715"/>
                <a:gd name="T9" fmla="*/ 50 h 84"/>
                <a:gd name="T10" fmla="*/ 586 w 715"/>
                <a:gd name="T11" fmla="*/ 54 h 84"/>
                <a:gd name="T12" fmla="*/ 559 w 715"/>
                <a:gd name="T13" fmla="*/ 47 h 84"/>
                <a:gd name="T14" fmla="*/ 527 w 715"/>
                <a:gd name="T15" fmla="*/ 21 h 84"/>
                <a:gd name="T16" fmla="*/ 503 w 715"/>
                <a:gd name="T17" fmla="*/ 5 h 84"/>
                <a:gd name="T18" fmla="*/ 471 w 715"/>
                <a:gd name="T19" fmla="*/ 0 h 84"/>
                <a:gd name="T20" fmla="*/ 429 w 715"/>
                <a:gd name="T21" fmla="*/ 9 h 84"/>
                <a:gd name="T22" fmla="*/ 393 w 715"/>
                <a:gd name="T23" fmla="*/ 40 h 84"/>
                <a:gd name="T24" fmla="*/ 378 w 715"/>
                <a:gd name="T25" fmla="*/ 50 h 84"/>
                <a:gd name="T26" fmla="*/ 357 w 715"/>
                <a:gd name="T27" fmla="*/ 54 h 84"/>
                <a:gd name="T28" fmla="*/ 330 w 715"/>
                <a:gd name="T29" fmla="*/ 47 h 84"/>
                <a:gd name="T30" fmla="*/ 298 w 715"/>
                <a:gd name="T31" fmla="*/ 21 h 84"/>
                <a:gd name="T32" fmla="*/ 276 w 715"/>
                <a:gd name="T33" fmla="*/ 5 h 84"/>
                <a:gd name="T34" fmla="*/ 242 w 715"/>
                <a:gd name="T35" fmla="*/ 0 h 84"/>
                <a:gd name="T36" fmla="*/ 202 w 715"/>
                <a:gd name="T37" fmla="*/ 9 h 84"/>
                <a:gd name="T38" fmla="*/ 166 w 715"/>
                <a:gd name="T39" fmla="*/ 40 h 84"/>
                <a:gd name="T40" fmla="*/ 150 w 715"/>
                <a:gd name="T41" fmla="*/ 50 h 84"/>
                <a:gd name="T42" fmla="*/ 129 w 715"/>
                <a:gd name="T43" fmla="*/ 54 h 84"/>
                <a:gd name="T44" fmla="*/ 103 w 715"/>
                <a:gd name="T45" fmla="*/ 47 h 84"/>
                <a:gd name="T46" fmla="*/ 71 w 715"/>
                <a:gd name="T47" fmla="*/ 21 h 84"/>
                <a:gd name="T48" fmla="*/ 47 w 715"/>
                <a:gd name="T49" fmla="*/ 5 h 84"/>
                <a:gd name="T50" fmla="*/ 15 w 715"/>
                <a:gd name="T51" fmla="*/ 0 h 84"/>
                <a:gd name="T52" fmla="*/ 0 w 715"/>
                <a:gd name="T53" fmla="*/ 14 h 84"/>
                <a:gd name="T54" fmla="*/ 15 w 715"/>
                <a:gd name="T55" fmla="*/ 29 h 84"/>
                <a:gd name="T56" fmla="*/ 15 w 715"/>
                <a:gd name="T57" fmla="*/ 29 h 84"/>
                <a:gd name="T58" fmla="*/ 42 w 715"/>
                <a:gd name="T59" fmla="*/ 36 h 84"/>
                <a:gd name="T60" fmla="*/ 74 w 715"/>
                <a:gd name="T61" fmla="*/ 62 h 84"/>
                <a:gd name="T62" fmla="*/ 96 w 715"/>
                <a:gd name="T63" fmla="*/ 78 h 84"/>
                <a:gd name="T64" fmla="*/ 129 w 715"/>
                <a:gd name="T65" fmla="*/ 83 h 84"/>
                <a:gd name="T66" fmla="*/ 170 w 715"/>
                <a:gd name="T67" fmla="*/ 74 h 84"/>
                <a:gd name="T68" fmla="*/ 206 w 715"/>
                <a:gd name="T69" fmla="*/ 43 h 84"/>
                <a:gd name="T70" fmla="*/ 221 w 715"/>
                <a:gd name="T71" fmla="*/ 33 h 84"/>
                <a:gd name="T72" fmla="*/ 242 w 715"/>
                <a:gd name="T73" fmla="*/ 29 h 84"/>
                <a:gd name="T74" fmla="*/ 269 w 715"/>
                <a:gd name="T75" fmla="*/ 36 h 84"/>
                <a:gd name="T76" fmla="*/ 301 w 715"/>
                <a:gd name="T77" fmla="*/ 62 h 84"/>
                <a:gd name="T78" fmla="*/ 325 w 715"/>
                <a:gd name="T79" fmla="*/ 78 h 84"/>
                <a:gd name="T80" fmla="*/ 357 w 715"/>
                <a:gd name="T81" fmla="*/ 83 h 84"/>
                <a:gd name="T82" fmla="*/ 399 w 715"/>
                <a:gd name="T83" fmla="*/ 74 h 84"/>
                <a:gd name="T84" fmla="*/ 435 w 715"/>
                <a:gd name="T85" fmla="*/ 43 h 84"/>
                <a:gd name="T86" fmla="*/ 450 w 715"/>
                <a:gd name="T87" fmla="*/ 33 h 84"/>
                <a:gd name="T88" fmla="*/ 471 w 715"/>
                <a:gd name="T89" fmla="*/ 29 h 84"/>
                <a:gd name="T90" fmla="*/ 498 w 715"/>
                <a:gd name="T91" fmla="*/ 36 h 84"/>
                <a:gd name="T92" fmla="*/ 530 w 715"/>
                <a:gd name="T93" fmla="*/ 62 h 84"/>
                <a:gd name="T94" fmla="*/ 552 w 715"/>
                <a:gd name="T95" fmla="*/ 78 h 84"/>
                <a:gd name="T96" fmla="*/ 586 w 715"/>
                <a:gd name="T97" fmla="*/ 83 h 84"/>
                <a:gd name="T98" fmla="*/ 626 w 715"/>
                <a:gd name="T99" fmla="*/ 74 h 84"/>
                <a:gd name="T100" fmla="*/ 662 w 715"/>
                <a:gd name="T101" fmla="*/ 43 h 84"/>
                <a:gd name="T102" fmla="*/ 679 w 715"/>
                <a:gd name="T103" fmla="*/ 33 h 84"/>
                <a:gd name="T104" fmla="*/ 700 w 715"/>
                <a:gd name="T105" fmla="*/ 29 h 84"/>
                <a:gd name="T106" fmla="*/ 714 w 715"/>
                <a:gd name="T107" fmla="*/ 14 h 84"/>
                <a:gd name="T108" fmla="*/ 700 w 715"/>
                <a:gd name="T109" fmla="*/ 0 h 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715" h="84">
                  <a:moveTo>
                    <a:pt x="700" y="0"/>
                  </a:moveTo>
                  <a:lnTo>
                    <a:pt x="700" y="0"/>
                  </a:lnTo>
                  <a:cubicBezTo>
                    <a:pt x="683" y="0"/>
                    <a:pt x="669" y="4"/>
                    <a:pt x="658" y="9"/>
                  </a:cubicBezTo>
                  <a:cubicBezTo>
                    <a:pt x="641" y="19"/>
                    <a:pt x="632" y="32"/>
                    <a:pt x="622" y="40"/>
                  </a:cubicBezTo>
                  <a:cubicBezTo>
                    <a:pt x="616" y="44"/>
                    <a:pt x="612" y="47"/>
                    <a:pt x="606" y="50"/>
                  </a:cubicBezTo>
                  <a:cubicBezTo>
                    <a:pt x="601" y="53"/>
                    <a:pt x="594" y="54"/>
                    <a:pt x="586" y="54"/>
                  </a:cubicBezTo>
                  <a:cubicBezTo>
                    <a:pt x="573" y="54"/>
                    <a:pt x="566" y="51"/>
                    <a:pt x="559" y="47"/>
                  </a:cubicBezTo>
                  <a:cubicBezTo>
                    <a:pt x="548" y="42"/>
                    <a:pt x="539" y="32"/>
                    <a:pt x="527" y="21"/>
                  </a:cubicBezTo>
                  <a:cubicBezTo>
                    <a:pt x="520" y="15"/>
                    <a:pt x="513" y="9"/>
                    <a:pt x="503" y="5"/>
                  </a:cubicBezTo>
                  <a:cubicBezTo>
                    <a:pt x="495" y="1"/>
                    <a:pt x="484" y="0"/>
                    <a:pt x="471" y="0"/>
                  </a:cubicBezTo>
                  <a:cubicBezTo>
                    <a:pt x="454" y="0"/>
                    <a:pt x="440" y="4"/>
                    <a:pt x="429" y="9"/>
                  </a:cubicBezTo>
                  <a:cubicBezTo>
                    <a:pt x="414" y="19"/>
                    <a:pt x="404" y="32"/>
                    <a:pt x="393" y="40"/>
                  </a:cubicBezTo>
                  <a:cubicBezTo>
                    <a:pt x="389" y="44"/>
                    <a:pt x="383" y="47"/>
                    <a:pt x="378" y="50"/>
                  </a:cubicBezTo>
                  <a:cubicBezTo>
                    <a:pt x="372" y="53"/>
                    <a:pt x="367" y="54"/>
                    <a:pt x="357" y="54"/>
                  </a:cubicBezTo>
                  <a:cubicBezTo>
                    <a:pt x="346" y="54"/>
                    <a:pt x="337" y="51"/>
                    <a:pt x="330" y="47"/>
                  </a:cubicBezTo>
                  <a:cubicBezTo>
                    <a:pt x="321" y="42"/>
                    <a:pt x="312" y="32"/>
                    <a:pt x="298" y="21"/>
                  </a:cubicBezTo>
                  <a:cubicBezTo>
                    <a:pt x="293" y="15"/>
                    <a:pt x="284" y="9"/>
                    <a:pt x="276" y="5"/>
                  </a:cubicBezTo>
                  <a:cubicBezTo>
                    <a:pt x="266" y="1"/>
                    <a:pt x="255" y="0"/>
                    <a:pt x="242" y="0"/>
                  </a:cubicBezTo>
                  <a:cubicBezTo>
                    <a:pt x="227" y="0"/>
                    <a:pt x="213" y="4"/>
                    <a:pt x="202" y="9"/>
                  </a:cubicBezTo>
                  <a:cubicBezTo>
                    <a:pt x="185" y="19"/>
                    <a:pt x="175" y="32"/>
                    <a:pt x="166" y="40"/>
                  </a:cubicBezTo>
                  <a:cubicBezTo>
                    <a:pt x="160" y="44"/>
                    <a:pt x="156" y="47"/>
                    <a:pt x="150" y="50"/>
                  </a:cubicBezTo>
                  <a:cubicBezTo>
                    <a:pt x="145" y="53"/>
                    <a:pt x="138" y="54"/>
                    <a:pt x="129" y="54"/>
                  </a:cubicBezTo>
                  <a:cubicBezTo>
                    <a:pt x="117" y="54"/>
                    <a:pt x="110" y="51"/>
                    <a:pt x="103" y="47"/>
                  </a:cubicBezTo>
                  <a:cubicBezTo>
                    <a:pt x="92" y="42"/>
                    <a:pt x="83" y="32"/>
                    <a:pt x="71" y="21"/>
                  </a:cubicBezTo>
                  <a:cubicBezTo>
                    <a:pt x="64" y="15"/>
                    <a:pt x="57" y="9"/>
                    <a:pt x="47" y="5"/>
                  </a:cubicBezTo>
                  <a:cubicBezTo>
                    <a:pt x="39" y="1"/>
                    <a:pt x="28" y="0"/>
                    <a:pt x="15" y="0"/>
                  </a:cubicBezTo>
                  <a:cubicBezTo>
                    <a:pt x="7" y="0"/>
                    <a:pt x="0" y="5"/>
                    <a:pt x="0" y="14"/>
                  </a:cubicBezTo>
                  <a:cubicBezTo>
                    <a:pt x="0" y="22"/>
                    <a:pt x="7" y="29"/>
                    <a:pt x="15" y="29"/>
                  </a:cubicBezTo>
                  <a:lnTo>
                    <a:pt x="15" y="29"/>
                  </a:lnTo>
                  <a:cubicBezTo>
                    <a:pt x="28" y="29"/>
                    <a:pt x="35" y="32"/>
                    <a:pt x="42" y="36"/>
                  </a:cubicBezTo>
                  <a:cubicBezTo>
                    <a:pt x="51" y="42"/>
                    <a:pt x="61" y="51"/>
                    <a:pt x="74" y="62"/>
                  </a:cubicBezTo>
                  <a:cubicBezTo>
                    <a:pt x="79" y="68"/>
                    <a:pt x="88" y="74"/>
                    <a:pt x="96" y="78"/>
                  </a:cubicBezTo>
                  <a:cubicBezTo>
                    <a:pt x="106" y="82"/>
                    <a:pt x="117" y="83"/>
                    <a:pt x="129" y="83"/>
                  </a:cubicBezTo>
                  <a:cubicBezTo>
                    <a:pt x="146" y="83"/>
                    <a:pt x="160" y="79"/>
                    <a:pt x="170" y="74"/>
                  </a:cubicBezTo>
                  <a:cubicBezTo>
                    <a:pt x="187" y="64"/>
                    <a:pt x="196" y="51"/>
                    <a:pt x="206" y="43"/>
                  </a:cubicBezTo>
                  <a:cubicBezTo>
                    <a:pt x="212" y="39"/>
                    <a:pt x="216" y="36"/>
                    <a:pt x="221" y="33"/>
                  </a:cubicBezTo>
                  <a:cubicBezTo>
                    <a:pt x="227" y="30"/>
                    <a:pt x="234" y="29"/>
                    <a:pt x="242" y="29"/>
                  </a:cubicBezTo>
                  <a:cubicBezTo>
                    <a:pt x="255" y="29"/>
                    <a:pt x="262" y="32"/>
                    <a:pt x="269" y="36"/>
                  </a:cubicBezTo>
                  <a:cubicBezTo>
                    <a:pt x="280" y="42"/>
                    <a:pt x="288" y="51"/>
                    <a:pt x="301" y="62"/>
                  </a:cubicBezTo>
                  <a:cubicBezTo>
                    <a:pt x="308" y="68"/>
                    <a:pt x="315" y="74"/>
                    <a:pt x="325" y="78"/>
                  </a:cubicBezTo>
                  <a:cubicBezTo>
                    <a:pt x="333" y="82"/>
                    <a:pt x="344" y="83"/>
                    <a:pt x="357" y="83"/>
                  </a:cubicBezTo>
                  <a:cubicBezTo>
                    <a:pt x="374" y="83"/>
                    <a:pt x="387" y="79"/>
                    <a:pt x="399" y="74"/>
                  </a:cubicBezTo>
                  <a:cubicBezTo>
                    <a:pt x="415" y="64"/>
                    <a:pt x="425" y="51"/>
                    <a:pt x="435" y="43"/>
                  </a:cubicBezTo>
                  <a:cubicBezTo>
                    <a:pt x="439" y="39"/>
                    <a:pt x="445" y="36"/>
                    <a:pt x="450" y="33"/>
                  </a:cubicBezTo>
                  <a:cubicBezTo>
                    <a:pt x="456" y="30"/>
                    <a:pt x="463" y="29"/>
                    <a:pt x="471" y="29"/>
                  </a:cubicBezTo>
                  <a:cubicBezTo>
                    <a:pt x="482" y="29"/>
                    <a:pt x="491" y="32"/>
                    <a:pt x="498" y="36"/>
                  </a:cubicBezTo>
                  <a:cubicBezTo>
                    <a:pt x="507" y="42"/>
                    <a:pt x="517" y="51"/>
                    <a:pt x="530" y="62"/>
                  </a:cubicBezTo>
                  <a:cubicBezTo>
                    <a:pt x="535" y="68"/>
                    <a:pt x="544" y="74"/>
                    <a:pt x="552" y="78"/>
                  </a:cubicBezTo>
                  <a:cubicBezTo>
                    <a:pt x="562" y="82"/>
                    <a:pt x="573" y="83"/>
                    <a:pt x="586" y="83"/>
                  </a:cubicBezTo>
                  <a:cubicBezTo>
                    <a:pt x="602" y="83"/>
                    <a:pt x="616" y="79"/>
                    <a:pt x="626" y="74"/>
                  </a:cubicBezTo>
                  <a:cubicBezTo>
                    <a:pt x="643" y="64"/>
                    <a:pt x="652" y="51"/>
                    <a:pt x="662" y="43"/>
                  </a:cubicBezTo>
                  <a:cubicBezTo>
                    <a:pt x="668" y="39"/>
                    <a:pt x="673" y="36"/>
                    <a:pt x="679" y="33"/>
                  </a:cubicBezTo>
                  <a:cubicBezTo>
                    <a:pt x="685" y="30"/>
                    <a:pt x="690" y="29"/>
                    <a:pt x="700" y="29"/>
                  </a:cubicBezTo>
                  <a:cubicBezTo>
                    <a:pt x="708" y="29"/>
                    <a:pt x="714" y="22"/>
                    <a:pt x="714" y="14"/>
                  </a:cubicBezTo>
                  <a:cubicBezTo>
                    <a:pt x="714" y="5"/>
                    <a:pt x="708" y="0"/>
                    <a:pt x="7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1" name="Freeform 195">
              <a:extLst>
                <a:ext uri="{FF2B5EF4-FFF2-40B4-BE49-F238E27FC236}">
                  <a16:creationId xmlns:a16="http://schemas.microsoft.com/office/drawing/2014/main" id="{C8E346A7-BEF2-F70B-3EB4-582E6BB6055C}"/>
                </a:ext>
              </a:extLst>
            </p:cNvPr>
            <p:cNvSpPr>
              <a:spLocks noChangeArrowheads="1"/>
            </p:cNvSpPr>
            <p:nvPr/>
          </p:nvSpPr>
          <p:spPr bwMode="auto">
            <a:xfrm>
              <a:off x="9261475" y="5830888"/>
              <a:ext cx="203200" cy="214312"/>
            </a:xfrm>
            <a:custGeom>
              <a:avLst/>
              <a:gdLst>
                <a:gd name="T0" fmla="*/ 462 w 566"/>
                <a:gd name="T1" fmla="*/ 0 h 597"/>
                <a:gd name="T2" fmla="*/ 462 w 566"/>
                <a:gd name="T3" fmla="*/ 0 h 597"/>
                <a:gd name="T4" fmla="*/ 357 w 566"/>
                <a:gd name="T5" fmla="*/ 105 h 597"/>
                <a:gd name="T6" fmla="*/ 357 w 566"/>
                <a:gd name="T7" fmla="*/ 268 h 597"/>
                <a:gd name="T8" fmla="*/ 29 w 566"/>
                <a:gd name="T9" fmla="*/ 268 h 597"/>
                <a:gd name="T10" fmla="*/ 29 w 566"/>
                <a:gd name="T11" fmla="*/ 105 h 597"/>
                <a:gd name="T12" fmla="*/ 52 w 566"/>
                <a:gd name="T13" fmla="*/ 52 h 597"/>
                <a:gd name="T14" fmla="*/ 105 w 566"/>
                <a:gd name="T15" fmla="*/ 29 h 597"/>
                <a:gd name="T16" fmla="*/ 156 w 566"/>
                <a:gd name="T17" fmla="*/ 52 h 597"/>
                <a:gd name="T18" fmla="*/ 178 w 566"/>
                <a:gd name="T19" fmla="*/ 105 h 597"/>
                <a:gd name="T20" fmla="*/ 178 w 566"/>
                <a:gd name="T21" fmla="*/ 163 h 597"/>
                <a:gd name="T22" fmla="*/ 194 w 566"/>
                <a:gd name="T23" fmla="*/ 179 h 597"/>
                <a:gd name="T24" fmla="*/ 208 w 566"/>
                <a:gd name="T25" fmla="*/ 163 h 597"/>
                <a:gd name="T26" fmla="*/ 208 w 566"/>
                <a:gd name="T27" fmla="*/ 105 h 597"/>
                <a:gd name="T28" fmla="*/ 105 w 566"/>
                <a:gd name="T29" fmla="*/ 0 h 597"/>
                <a:gd name="T30" fmla="*/ 0 w 566"/>
                <a:gd name="T31" fmla="*/ 105 h 597"/>
                <a:gd name="T32" fmla="*/ 0 w 566"/>
                <a:gd name="T33" fmla="*/ 580 h 597"/>
                <a:gd name="T34" fmla="*/ 15 w 566"/>
                <a:gd name="T35" fmla="*/ 596 h 597"/>
                <a:gd name="T36" fmla="*/ 29 w 566"/>
                <a:gd name="T37" fmla="*/ 580 h 597"/>
                <a:gd name="T38" fmla="*/ 29 w 566"/>
                <a:gd name="T39" fmla="*/ 476 h 597"/>
                <a:gd name="T40" fmla="*/ 357 w 566"/>
                <a:gd name="T41" fmla="*/ 476 h 597"/>
                <a:gd name="T42" fmla="*/ 357 w 566"/>
                <a:gd name="T43" fmla="*/ 580 h 597"/>
                <a:gd name="T44" fmla="*/ 372 w 566"/>
                <a:gd name="T45" fmla="*/ 596 h 597"/>
                <a:gd name="T46" fmla="*/ 386 w 566"/>
                <a:gd name="T47" fmla="*/ 580 h 597"/>
                <a:gd name="T48" fmla="*/ 386 w 566"/>
                <a:gd name="T49" fmla="*/ 105 h 597"/>
                <a:gd name="T50" fmla="*/ 409 w 566"/>
                <a:gd name="T51" fmla="*/ 52 h 597"/>
                <a:gd name="T52" fmla="*/ 462 w 566"/>
                <a:gd name="T53" fmla="*/ 29 h 597"/>
                <a:gd name="T54" fmla="*/ 513 w 566"/>
                <a:gd name="T55" fmla="*/ 52 h 597"/>
                <a:gd name="T56" fmla="*/ 536 w 566"/>
                <a:gd name="T57" fmla="*/ 105 h 597"/>
                <a:gd name="T58" fmla="*/ 536 w 566"/>
                <a:gd name="T59" fmla="*/ 163 h 597"/>
                <a:gd name="T60" fmla="*/ 551 w 566"/>
                <a:gd name="T61" fmla="*/ 179 h 597"/>
                <a:gd name="T62" fmla="*/ 565 w 566"/>
                <a:gd name="T63" fmla="*/ 163 h 597"/>
                <a:gd name="T64" fmla="*/ 565 w 566"/>
                <a:gd name="T65" fmla="*/ 105 h 597"/>
                <a:gd name="T66" fmla="*/ 462 w 566"/>
                <a:gd name="T67" fmla="*/ 0 h 597"/>
                <a:gd name="T68" fmla="*/ 29 w 566"/>
                <a:gd name="T69" fmla="*/ 446 h 597"/>
                <a:gd name="T70" fmla="*/ 29 w 566"/>
                <a:gd name="T71" fmla="*/ 446 h 597"/>
                <a:gd name="T72" fmla="*/ 29 w 566"/>
                <a:gd name="T73" fmla="*/ 297 h 597"/>
                <a:gd name="T74" fmla="*/ 357 w 566"/>
                <a:gd name="T75" fmla="*/ 297 h 597"/>
                <a:gd name="T76" fmla="*/ 357 w 566"/>
                <a:gd name="T77" fmla="*/ 446 h 597"/>
                <a:gd name="T78" fmla="*/ 29 w 566"/>
                <a:gd name="T79" fmla="*/ 446 h 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66" h="597">
                  <a:moveTo>
                    <a:pt x="462" y="0"/>
                  </a:moveTo>
                  <a:lnTo>
                    <a:pt x="462" y="0"/>
                  </a:lnTo>
                  <a:cubicBezTo>
                    <a:pt x="403" y="0"/>
                    <a:pt x="357" y="46"/>
                    <a:pt x="357" y="105"/>
                  </a:cubicBezTo>
                  <a:cubicBezTo>
                    <a:pt x="357" y="268"/>
                    <a:pt x="357" y="268"/>
                    <a:pt x="357" y="268"/>
                  </a:cubicBezTo>
                  <a:cubicBezTo>
                    <a:pt x="29" y="268"/>
                    <a:pt x="29" y="268"/>
                    <a:pt x="29" y="268"/>
                  </a:cubicBezTo>
                  <a:cubicBezTo>
                    <a:pt x="29" y="105"/>
                    <a:pt x="29" y="105"/>
                    <a:pt x="29" y="105"/>
                  </a:cubicBezTo>
                  <a:cubicBezTo>
                    <a:pt x="29" y="84"/>
                    <a:pt x="38" y="66"/>
                    <a:pt x="52" y="52"/>
                  </a:cubicBezTo>
                  <a:cubicBezTo>
                    <a:pt x="66" y="38"/>
                    <a:pt x="84" y="29"/>
                    <a:pt x="105" y="29"/>
                  </a:cubicBezTo>
                  <a:cubicBezTo>
                    <a:pt x="124" y="29"/>
                    <a:pt x="144" y="38"/>
                    <a:pt x="156" y="52"/>
                  </a:cubicBezTo>
                  <a:cubicBezTo>
                    <a:pt x="170" y="66"/>
                    <a:pt x="178" y="84"/>
                    <a:pt x="178" y="105"/>
                  </a:cubicBezTo>
                  <a:cubicBezTo>
                    <a:pt x="178" y="163"/>
                    <a:pt x="178" y="163"/>
                    <a:pt x="178" y="163"/>
                  </a:cubicBezTo>
                  <a:cubicBezTo>
                    <a:pt x="178" y="172"/>
                    <a:pt x="185" y="179"/>
                    <a:pt x="194" y="179"/>
                  </a:cubicBezTo>
                  <a:cubicBezTo>
                    <a:pt x="202" y="179"/>
                    <a:pt x="208" y="172"/>
                    <a:pt x="208" y="163"/>
                  </a:cubicBezTo>
                  <a:cubicBezTo>
                    <a:pt x="208" y="105"/>
                    <a:pt x="208" y="105"/>
                    <a:pt x="208" y="105"/>
                  </a:cubicBezTo>
                  <a:cubicBezTo>
                    <a:pt x="208" y="46"/>
                    <a:pt x="162" y="0"/>
                    <a:pt x="105" y="0"/>
                  </a:cubicBezTo>
                  <a:cubicBezTo>
                    <a:pt x="46" y="0"/>
                    <a:pt x="0" y="46"/>
                    <a:pt x="0" y="105"/>
                  </a:cubicBezTo>
                  <a:cubicBezTo>
                    <a:pt x="0" y="580"/>
                    <a:pt x="0" y="580"/>
                    <a:pt x="0" y="580"/>
                  </a:cubicBezTo>
                  <a:cubicBezTo>
                    <a:pt x="0" y="589"/>
                    <a:pt x="7" y="596"/>
                    <a:pt x="15" y="596"/>
                  </a:cubicBezTo>
                  <a:cubicBezTo>
                    <a:pt x="24" y="596"/>
                    <a:pt x="29" y="589"/>
                    <a:pt x="29" y="580"/>
                  </a:cubicBezTo>
                  <a:cubicBezTo>
                    <a:pt x="29" y="476"/>
                    <a:pt x="29" y="476"/>
                    <a:pt x="29" y="476"/>
                  </a:cubicBezTo>
                  <a:cubicBezTo>
                    <a:pt x="357" y="476"/>
                    <a:pt x="357" y="476"/>
                    <a:pt x="357" y="476"/>
                  </a:cubicBezTo>
                  <a:cubicBezTo>
                    <a:pt x="357" y="580"/>
                    <a:pt x="357" y="580"/>
                    <a:pt x="357" y="580"/>
                  </a:cubicBezTo>
                  <a:cubicBezTo>
                    <a:pt x="357" y="589"/>
                    <a:pt x="364" y="596"/>
                    <a:pt x="372" y="596"/>
                  </a:cubicBezTo>
                  <a:cubicBezTo>
                    <a:pt x="381" y="596"/>
                    <a:pt x="386" y="589"/>
                    <a:pt x="386" y="580"/>
                  </a:cubicBezTo>
                  <a:cubicBezTo>
                    <a:pt x="386" y="105"/>
                    <a:pt x="386" y="105"/>
                    <a:pt x="386" y="105"/>
                  </a:cubicBezTo>
                  <a:cubicBezTo>
                    <a:pt x="386" y="84"/>
                    <a:pt x="395" y="66"/>
                    <a:pt x="409" y="52"/>
                  </a:cubicBezTo>
                  <a:cubicBezTo>
                    <a:pt x="423" y="38"/>
                    <a:pt x="441" y="29"/>
                    <a:pt x="462" y="29"/>
                  </a:cubicBezTo>
                  <a:cubicBezTo>
                    <a:pt x="481" y="29"/>
                    <a:pt x="501" y="38"/>
                    <a:pt x="513" y="52"/>
                  </a:cubicBezTo>
                  <a:cubicBezTo>
                    <a:pt x="527" y="66"/>
                    <a:pt x="536" y="84"/>
                    <a:pt x="536" y="105"/>
                  </a:cubicBezTo>
                  <a:cubicBezTo>
                    <a:pt x="536" y="163"/>
                    <a:pt x="536" y="163"/>
                    <a:pt x="536" y="163"/>
                  </a:cubicBezTo>
                  <a:cubicBezTo>
                    <a:pt x="536" y="172"/>
                    <a:pt x="543" y="179"/>
                    <a:pt x="551" y="179"/>
                  </a:cubicBezTo>
                  <a:cubicBezTo>
                    <a:pt x="559" y="179"/>
                    <a:pt x="565" y="172"/>
                    <a:pt x="565" y="163"/>
                  </a:cubicBezTo>
                  <a:cubicBezTo>
                    <a:pt x="565" y="105"/>
                    <a:pt x="565" y="105"/>
                    <a:pt x="565" y="105"/>
                  </a:cubicBezTo>
                  <a:cubicBezTo>
                    <a:pt x="565" y="46"/>
                    <a:pt x="519" y="0"/>
                    <a:pt x="462" y="0"/>
                  </a:cubicBezTo>
                  <a:close/>
                  <a:moveTo>
                    <a:pt x="29" y="446"/>
                  </a:moveTo>
                  <a:lnTo>
                    <a:pt x="29" y="446"/>
                  </a:lnTo>
                  <a:cubicBezTo>
                    <a:pt x="29" y="297"/>
                    <a:pt x="29" y="297"/>
                    <a:pt x="29" y="297"/>
                  </a:cubicBezTo>
                  <a:cubicBezTo>
                    <a:pt x="357" y="297"/>
                    <a:pt x="357" y="297"/>
                    <a:pt x="357" y="297"/>
                  </a:cubicBezTo>
                  <a:cubicBezTo>
                    <a:pt x="357" y="446"/>
                    <a:pt x="357" y="446"/>
                    <a:pt x="357" y="446"/>
                  </a:cubicBezTo>
                  <a:lnTo>
                    <a:pt x="29" y="44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2" name="Group 245">
            <a:extLst>
              <a:ext uri="{FF2B5EF4-FFF2-40B4-BE49-F238E27FC236}">
                <a16:creationId xmlns:a16="http://schemas.microsoft.com/office/drawing/2014/main" id="{C6EC2EB7-1052-6719-4155-25009B82312E}"/>
              </a:ext>
            </a:extLst>
          </p:cNvPr>
          <p:cNvGrpSpPr/>
          <p:nvPr/>
        </p:nvGrpSpPr>
        <p:grpSpPr>
          <a:xfrm>
            <a:off x="10749631" y="5511701"/>
            <a:ext cx="258763" cy="257175"/>
            <a:chOff x="9721850" y="5830888"/>
            <a:chExt cx="258763" cy="257175"/>
          </a:xfrm>
          <a:solidFill>
            <a:schemeClr val="accent4"/>
          </a:solidFill>
        </p:grpSpPr>
        <p:sp>
          <p:nvSpPr>
            <p:cNvPr id="243" name="Freeform 196">
              <a:extLst>
                <a:ext uri="{FF2B5EF4-FFF2-40B4-BE49-F238E27FC236}">
                  <a16:creationId xmlns:a16="http://schemas.microsoft.com/office/drawing/2014/main" id="{C51D14D6-3B94-6601-4FFC-5EFE63D09B79}"/>
                </a:ext>
              </a:extLst>
            </p:cNvPr>
            <p:cNvSpPr>
              <a:spLocks noChangeArrowheads="1"/>
            </p:cNvSpPr>
            <p:nvPr/>
          </p:nvSpPr>
          <p:spPr bwMode="auto">
            <a:xfrm>
              <a:off x="9721850" y="5894388"/>
              <a:ext cx="257175" cy="193675"/>
            </a:xfrm>
            <a:custGeom>
              <a:avLst/>
              <a:gdLst>
                <a:gd name="T0" fmla="*/ 700 w 715"/>
                <a:gd name="T1" fmla="*/ 506 h 536"/>
                <a:gd name="T2" fmla="*/ 673 w 715"/>
                <a:gd name="T3" fmla="*/ 499 h 536"/>
                <a:gd name="T4" fmla="*/ 618 w 715"/>
                <a:gd name="T5" fmla="*/ 457 h 536"/>
                <a:gd name="T6" fmla="*/ 544 w 715"/>
                <a:gd name="T7" fmla="*/ 461 h 536"/>
                <a:gd name="T8" fmla="*/ 492 w 715"/>
                <a:gd name="T9" fmla="*/ 502 h 536"/>
                <a:gd name="T10" fmla="*/ 477 w 715"/>
                <a:gd name="T11" fmla="*/ 283 h 536"/>
                <a:gd name="T12" fmla="*/ 477 w 715"/>
                <a:gd name="T13" fmla="*/ 283 h 536"/>
                <a:gd name="T14" fmla="*/ 498 w 715"/>
                <a:gd name="T15" fmla="*/ 51 h 536"/>
                <a:gd name="T16" fmla="*/ 604 w 715"/>
                <a:gd name="T17" fmla="*/ 51 h 536"/>
                <a:gd name="T18" fmla="*/ 625 w 715"/>
                <a:gd name="T19" fmla="*/ 163 h 536"/>
                <a:gd name="T20" fmla="*/ 655 w 715"/>
                <a:gd name="T21" fmla="*/ 163 h 536"/>
                <a:gd name="T22" fmla="*/ 551 w 715"/>
                <a:gd name="T23" fmla="*/ 0 h 536"/>
                <a:gd name="T24" fmla="*/ 446 w 715"/>
                <a:gd name="T25" fmla="*/ 267 h 536"/>
                <a:gd name="T26" fmla="*/ 149 w 715"/>
                <a:gd name="T27" fmla="*/ 104 h 536"/>
                <a:gd name="T28" fmla="*/ 223 w 715"/>
                <a:gd name="T29" fmla="*/ 29 h 536"/>
                <a:gd name="T30" fmla="*/ 298 w 715"/>
                <a:gd name="T31" fmla="*/ 104 h 536"/>
                <a:gd name="T32" fmla="*/ 312 w 715"/>
                <a:gd name="T33" fmla="*/ 178 h 536"/>
                <a:gd name="T34" fmla="*/ 328 w 715"/>
                <a:gd name="T35" fmla="*/ 104 h 536"/>
                <a:gd name="T36" fmla="*/ 120 w 715"/>
                <a:gd name="T37" fmla="*/ 104 h 536"/>
                <a:gd name="T38" fmla="*/ 88 w 715"/>
                <a:gd name="T39" fmla="*/ 461 h 536"/>
                <a:gd name="T40" fmla="*/ 36 w 715"/>
                <a:gd name="T41" fmla="*/ 502 h 536"/>
                <a:gd name="T42" fmla="*/ 0 w 715"/>
                <a:gd name="T43" fmla="*/ 520 h 536"/>
                <a:gd name="T44" fmla="*/ 57 w 715"/>
                <a:gd name="T45" fmla="*/ 524 h 536"/>
                <a:gd name="T46" fmla="*/ 109 w 715"/>
                <a:gd name="T47" fmla="*/ 485 h 536"/>
                <a:gd name="T48" fmla="*/ 156 w 715"/>
                <a:gd name="T49" fmla="*/ 486 h 536"/>
                <a:gd name="T50" fmla="*/ 210 w 715"/>
                <a:gd name="T51" fmla="*/ 530 h 536"/>
                <a:gd name="T52" fmla="*/ 284 w 715"/>
                <a:gd name="T53" fmla="*/ 524 h 536"/>
                <a:gd name="T54" fmla="*/ 336 w 715"/>
                <a:gd name="T55" fmla="*/ 485 h 536"/>
                <a:gd name="T56" fmla="*/ 383 w 715"/>
                <a:gd name="T57" fmla="*/ 486 h 536"/>
                <a:gd name="T58" fmla="*/ 439 w 715"/>
                <a:gd name="T59" fmla="*/ 530 h 536"/>
                <a:gd name="T60" fmla="*/ 461 w 715"/>
                <a:gd name="T61" fmla="*/ 535 h 536"/>
                <a:gd name="T62" fmla="*/ 471 w 715"/>
                <a:gd name="T63" fmla="*/ 535 h 536"/>
                <a:gd name="T64" fmla="*/ 549 w 715"/>
                <a:gd name="T65" fmla="*/ 495 h 536"/>
                <a:gd name="T66" fmla="*/ 586 w 715"/>
                <a:gd name="T67" fmla="*/ 481 h 536"/>
                <a:gd name="T68" fmla="*/ 644 w 715"/>
                <a:gd name="T69" fmla="*/ 514 h 536"/>
                <a:gd name="T70" fmla="*/ 700 w 715"/>
                <a:gd name="T71" fmla="*/ 535 h 536"/>
                <a:gd name="T72" fmla="*/ 700 w 715"/>
                <a:gd name="T73" fmla="*/ 506 h 536"/>
                <a:gd name="T74" fmla="*/ 413 w 715"/>
                <a:gd name="T75" fmla="*/ 471 h 536"/>
                <a:gd name="T76" fmla="*/ 358 w 715"/>
                <a:gd name="T77" fmla="*/ 450 h 536"/>
                <a:gd name="T78" fmla="*/ 280 w 715"/>
                <a:gd name="T79" fmla="*/ 492 h 536"/>
                <a:gd name="T80" fmla="*/ 244 w 715"/>
                <a:gd name="T81" fmla="*/ 506 h 536"/>
                <a:gd name="T82" fmla="*/ 185 w 715"/>
                <a:gd name="T83" fmla="*/ 471 h 536"/>
                <a:gd name="T84" fmla="*/ 149 w 715"/>
                <a:gd name="T85" fmla="*/ 453 h 536"/>
                <a:gd name="T86" fmla="*/ 446 w 715"/>
                <a:gd name="T87" fmla="*/ 297 h 536"/>
                <a:gd name="T88" fmla="*/ 445 w 715"/>
                <a:gd name="T89" fmla="*/ 49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536">
                  <a:moveTo>
                    <a:pt x="700" y="506"/>
                  </a:moveTo>
                  <a:lnTo>
                    <a:pt x="700" y="506"/>
                  </a:lnTo>
                  <a:lnTo>
                    <a:pt x="700" y="506"/>
                  </a:lnTo>
                  <a:cubicBezTo>
                    <a:pt x="687" y="506"/>
                    <a:pt x="680" y="503"/>
                    <a:pt x="673" y="499"/>
                  </a:cubicBezTo>
                  <a:cubicBezTo>
                    <a:pt x="662" y="493"/>
                    <a:pt x="654" y="482"/>
                    <a:pt x="641" y="471"/>
                  </a:cubicBezTo>
                  <a:cubicBezTo>
                    <a:pt x="634" y="467"/>
                    <a:pt x="627" y="461"/>
                    <a:pt x="618" y="457"/>
                  </a:cubicBezTo>
                  <a:cubicBezTo>
                    <a:pt x="609" y="453"/>
                    <a:pt x="598" y="450"/>
                    <a:pt x="586" y="450"/>
                  </a:cubicBezTo>
                  <a:cubicBezTo>
                    <a:pt x="569" y="450"/>
                    <a:pt x="555" y="454"/>
                    <a:pt x="544" y="461"/>
                  </a:cubicBezTo>
                  <a:cubicBezTo>
                    <a:pt x="528" y="471"/>
                    <a:pt x="519" y="484"/>
                    <a:pt x="508" y="492"/>
                  </a:cubicBezTo>
                  <a:cubicBezTo>
                    <a:pt x="503" y="496"/>
                    <a:pt x="498" y="499"/>
                    <a:pt x="492" y="502"/>
                  </a:cubicBezTo>
                  <a:cubicBezTo>
                    <a:pt x="488" y="503"/>
                    <a:pt x="482" y="505"/>
                    <a:pt x="477" y="506"/>
                  </a:cubicBezTo>
                  <a:cubicBezTo>
                    <a:pt x="477" y="283"/>
                    <a:pt x="477" y="283"/>
                    <a:pt x="477" y="283"/>
                  </a:cubicBezTo>
                  <a:lnTo>
                    <a:pt x="477" y="283"/>
                  </a:lnTo>
                  <a:lnTo>
                    <a:pt x="477" y="283"/>
                  </a:lnTo>
                  <a:cubicBezTo>
                    <a:pt x="477" y="104"/>
                    <a:pt x="477" y="104"/>
                    <a:pt x="477" y="104"/>
                  </a:cubicBezTo>
                  <a:cubicBezTo>
                    <a:pt x="477" y="83"/>
                    <a:pt x="485" y="65"/>
                    <a:pt x="498" y="51"/>
                  </a:cubicBezTo>
                  <a:cubicBezTo>
                    <a:pt x="512" y="37"/>
                    <a:pt x="530" y="29"/>
                    <a:pt x="551" y="29"/>
                  </a:cubicBezTo>
                  <a:cubicBezTo>
                    <a:pt x="572" y="29"/>
                    <a:pt x="590" y="37"/>
                    <a:pt x="604" y="51"/>
                  </a:cubicBezTo>
                  <a:cubicBezTo>
                    <a:pt x="616" y="65"/>
                    <a:pt x="625" y="83"/>
                    <a:pt x="625" y="104"/>
                  </a:cubicBezTo>
                  <a:cubicBezTo>
                    <a:pt x="625" y="163"/>
                    <a:pt x="625" y="163"/>
                    <a:pt x="625" y="163"/>
                  </a:cubicBezTo>
                  <a:cubicBezTo>
                    <a:pt x="625" y="171"/>
                    <a:pt x="632" y="178"/>
                    <a:pt x="640" y="178"/>
                  </a:cubicBezTo>
                  <a:cubicBezTo>
                    <a:pt x="648" y="178"/>
                    <a:pt x="655" y="171"/>
                    <a:pt x="655" y="163"/>
                  </a:cubicBezTo>
                  <a:cubicBezTo>
                    <a:pt x="655" y="104"/>
                    <a:pt x="655" y="104"/>
                    <a:pt x="655" y="104"/>
                  </a:cubicBezTo>
                  <a:cubicBezTo>
                    <a:pt x="655" y="46"/>
                    <a:pt x="608" y="0"/>
                    <a:pt x="551" y="0"/>
                  </a:cubicBezTo>
                  <a:cubicBezTo>
                    <a:pt x="494" y="0"/>
                    <a:pt x="446" y="46"/>
                    <a:pt x="446" y="104"/>
                  </a:cubicBezTo>
                  <a:cubicBezTo>
                    <a:pt x="446" y="267"/>
                    <a:pt x="446" y="267"/>
                    <a:pt x="446" y="267"/>
                  </a:cubicBezTo>
                  <a:cubicBezTo>
                    <a:pt x="149" y="267"/>
                    <a:pt x="149" y="267"/>
                    <a:pt x="149" y="267"/>
                  </a:cubicBezTo>
                  <a:cubicBezTo>
                    <a:pt x="149" y="104"/>
                    <a:pt x="149" y="104"/>
                    <a:pt x="149" y="104"/>
                  </a:cubicBezTo>
                  <a:cubicBezTo>
                    <a:pt x="149" y="83"/>
                    <a:pt x="157" y="65"/>
                    <a:pt x="171" y="51"/>
                  </a:cubicBezTo>
                  <a:cubicBezTo>
                    <a:pt x="184" y="37"/>
                    <a:pt x="203" y="29"/>
                    <a:pt x="223" y="29"/>
                  </a:cubicBezTo>
                  <a:cubicBezTo>
                    <a:pt x="244" y="29"/>
                    <a:pt x="262" y="37"/>
                    <a:pt x="276" y="51"/>
                  </a:cubicBezTo>
                  <a:cubicBezTo>
                    <a:pt x="290" y="65"/>
                    <a:pt x="298" y="83"/>
                    <a:pt x="298" y="104"/>
                  </a:cubicBezTo>
                  <a:cubicBezTo>
                    <a:pt x="298" y="163"/>
                    <a:pt x="298" y="163"/>
                    <a:pt x="298" y="163"/>
                  </a:cubicBezTo>
                  <a:cubicBezTo>
                    <a:pt x="298" y="171"/>
                    <a:pt x="304" y="178"/>
                    <a:pt x="312" y="178"/>
                  </a:cubicBezTo>
                  <a:cubicBezTo>
                    <a:pt x="321" y="178"/>
                    <a:pt x="328" y="171"/>
                    <a:pt x="328" y="163"/>
                  </a:cubicBezTo>
                  <a:cubicBezTo>
                    <a:pt x="328" y="104"/>
                    <a:pt x="328" y="104"/>
                    <a:pt x="328" y="104"/>
                  </a:cubicBezTo>
                  <a:cubicBezTo>
                    <a:pt x="328" y="46"/>
                    <a:pt x="282" y="0"/>
                    <a:pt x="223" y="0"/>
                  </a:cubicBezTo>
                  <a:cubicBezTo>
                    <a:pt x="166" y="0"/>
                    <a:pt x="120" y="46"/>
                    <a:pt x="120" y="104"/>
                  </a:cubicBezTo>
                  <a:cubicBezTo>
                    <a:pt x="120" y="452"/>
                    <a:pt x="120" y="452"/>
                    <a:pt x="120" y="452"/>
                  </a:cubicBezTo>
                  <a:cubicBezTo>
                    <a:pt x="107" y="453"/>
                    <a:pt x="96" y="456"/>
                    <a:pt x="88" y="461"/>
                  </a:cubicBezTo>
                  <a:cubicBezTo>
                    <a:pt x="72" y="471"/>
                    <a:pt x="61" y="484"/>
                    <a:pt x="51" y="492"/>
                  </a:cubicBezTo>
                  <a:cubicBezTo>
                    <a:pt x="47" y="496"/>
                    <a:pt x="42" y="499"/>
                    <a:pt x="36" y="502"/>
                  </a:cubicBezTo>
                  <a:cubicBezTo>
                    <a:pt x="31" y="505"/>
                    <a:pt x="24" y="506"/>
                    <a:pt x="15" y="506"/>
                  </a:cubicBezTo>
                  <a:cubicBezTo>
                    <a:pt x="7" y="506"/>
                    <a:pt x="0" y="511"/>
                    <a:pt x="0" y="520"/>
                  </a:cubicBezTo>
                  <a:cubicBezTo>
                    <a:pt x="0" y="528"/>
                    <a:pt x="7" y="535"/>
                    <a:pt x="15" y="535"/>
                  </a:cubicBezTo>
                  <a:cubicBezTo>
                    <a:pt x="32" y="535"/>
                    <a:pt x="46" y="531"/>
                    <a:pt x="57" y="524"/>
                  </a:cubicBezTo>
                  <a:cubicBezTo>
                    <a:pt x="72" y="516"/>
                    <a:pt x="84" y="503"/>
                    <a:pt x="93" y="495"/>
                  </a:cubicBezTo>
                  <a:cubicBezTo>
                    <a:pt x="97" y="491"/>
                    <a:pt x="103" y="486"/>
                    <a:pt x="109" y="485"/>
                  </a:cubicBezTo>
                  <a:cubicBezTo>
                    <a:pt x="114" y="482"/>
                    <a:pt x="121" y="481"/>
                    <a:pt x="130" y="481"/>
                  </a:cubicBezTo>
                  <a:cubicBezTo>
                    <a:pt x="141" y="481"/>
                    <a:pt x="149" y="484"/>
                    <a:pt x="156" y="486"/>
                  </a:cubicBezTo>
                  <a:cubicBezTo>
                    <a:pt x="166" y="493"/>
                    <a:pt x="176" y="503"/>
                    <a:pt x="188" y="514"/>
                  </a:cubicBezTo>
                  <a:cubicBezTo>
                    <a:pt x="194" y="520"/>
                    <a:pt x="202" y="525"/>
                    <a:pt x="210" y="530"/>
                  </a:cubicBezTo>
                  <a:cubicBezTo>
                    <a:pt x="220" y="532"/>
                    <a:pt x="231" y="535"/>
                    <a:pt x="244" y="535"/>
                  </a:cubicBezTo>
                  <a:cubicBezTo>
                    <a:pt x="261" y="535"/>
                    <a:pt x="275" y="531"/>
                    <a:pt x="284" y="524"/>
                  </a:cubicBezTo>
                  <a:cubicBezTo>
                    <a:pt x="301" y="516"/>
                    <a:pt x="311" y="503"/>
                    <a:pt x="321" y="495"/>
                  </a:cubicBezTo>
                  <a:cubicBezTo>
                    <a:pt x="326" y="491"/>
                    <a:pt x="330" y="486"/>
                    <a:pt x="336" y="485"/>
                  </a:cubicBezTo>
                  <a:cubicBezTo>
                    <a:pt x="342" y="482"/>
                    <a:pt x="349" y="481"/>
                    <a:pt x="358" y="481"/>
                  </a:cubicBezTo>
                  <a:cubicBezTo>
                    <a:pt x="369" y="481"/>
                    <a:pt x="376" y="484"/>
                    <a:pt x="383" y="486"/>
                  </a:cubicBezTo>
                  <a:cubicBezTo>
                    <a:pt x="395" y="493"/>
                    <a:pt x="403" y="503"/>
                    <a:pt x="415" y="514"/>
                  </a:cubicBezTo>
                  <a:cubicBezTo>
                    <a:pt x="422" y="520"/>
                    <a:pt x="429" y="525"/>
                    <a:pt x="439" y="530"/>
                  </a:cubicBezTo>
                  <a:cubicBezTo>
                    <a:pt x="443" y="531"/>
                    <a:pt x="449" y="532"/>
                    <a:pt x="456" y="534"/>
                  </a:cubicBezTo>
                  <a:cubicBezTo>
                    <a:pt x="457" y="535"/>
                    <a:pt x="459" y="535"/>
                    <a:pt x="461" y="535"/>
                  </a:cubicBezTo>
                  <a:cubicBezTo>
                    <a:pt x="463" y="535"/>
                    <a:pt x="463" y="535"/>
                    <a:pt x="463" y="535"/>
                  </a:cubicBezTo>
                  <a:cubicBezTo>
                    <a:pt x="466" y="535"/>
                    <a:pt x="468" y="535"/>
                    <a:pt x="471" y="535"/>
                  </a:cubicBezTo>
                  <a:cubicBezTo>
                    <a:pt x="488" y="535"/>
                    <a:pt x="502" y="531"/>
                    <a:pt x="513" y="524"/>
                  </a:cubicBezTo>
                  <a:cubicBezTo>
                    <a:pt x="530" y="516"/>
                    <a:pt x="540" y="503"/>
                    <a:pt x="549" y="495"/>
                  </a:cubicBezTo>
                  <a:cubicBezTo>
                    <a:pt x="554" y="491"/>
                    <a:pt x="559" y="486"/>
                    <a:pt x="565" y="485"/>
                  </a:cubicBezTo>
                  <a:cubicBezTo>
                    <a:pt x="570" y="482"/>
                    <a:pt x="577" y="481"/>
                    <a:pt x="586" y="481"/>
                  </a:cubicBezTo>
                  <a:cubicBezTo>
                    <a:pt x="597" y="481"/>
                    <a:pt x="605" y="484"/>
                    <a:pt x="612" y="486"/>
                  </a:cubicBezTo>
                  <a:cubicBezTo>
                    <a:pt x="622" y="493"/>
                    <a:pt x="632" y="503"/>
                    <a:pt x="644" y="514"/>
                  </a:cubicBezTo>
                  <a:cubicBezTo>
                    <a:pt x="650" y="520"/>
                    <a:pt x="658" y="525"/>
                    <a:pt x="666" y="530"/>
                  </a:cubicBezTo>
                  <a:cubicBezTo>
                    <a:pt x="676" y="532"/>
                    <a:pt x="687" y="535"/>
                    <a:pt x="700" y="535"/>
                  </a:cubicBezTo>
                  <a:cubicBezTo>
                    <a:pt x="708" y="535"/>
                    <a:pt x="714" y="528"/>
                    <a:pt x="714" y="520"/>
                  </a:cubicBezTo>
                  <a:cubicBezTo>
                    <a:pt x="714" y="511"/>
                    <a:pt x="708" y="506"/>
                    <a:pt x="700" y="506"/>
                  </a:cubicBezTo>
                  <a:close/>
                  <a:moveTo>
                    <a:pt x="413" y="471"/>
                  </a:moveTo>
                  <a:lnTo>
                    <a:pt x="413" y="471"/>
                  </a:lnTo>
                  <a:cubicBezTo>
                    <a:pt x="407" y="467"/>
                    <a:pt x="400" y="461"/>
                    <a:pt x="390" y="457"/>
                  </a:cubicBezTo>
                  <a:cubicBezTo>
                    <a:pt x="381" y="453"/>
                    <a:pt x="369" y="450"/>
                    <a:pt x="358" y="450"/>
                  </a:cubicBezTo>
                  <a:cubicBezTo>
                    <a:pt x="342" y="450"/>
                    <a:pt x="328" y="454"/>
                    <a:pt x="316" y="461"/>
                  </a:cubicBezTo>
                  <a:cubicBezTo>
                    <a:pt x="300" y="471"/>
                    <a:pt x="290" y="484"/>
                    <a:pt x="280" y="492"/>
                  </a:cubicBezTo>
                  <a:cubicBezTo>
                    <a:pt x="275" y="496"/>
                    <a:pt x="270" y="499"/>
                    <a:pt x="265" y="502"/>
                  </a:cubicBezTo>
                  <a:cubicBezTo>
                    <a:pt x="259" y="505"/>
                    <a:pt x="252" y="506"/>
                    <a:pt x="244" y="506"/>
                  </a:cubicBezTo>
                  <a:cubicBezTo>
                    <a:pt x="231" y="506"/>
                    <a:pt x="224" y="503"/>
                    <a:pt x="217" y="499"/>
                  </a:cubicBezTo>
                  <a:cubicBezTo>
                    <a:pt x="206" y="493"/>
                    <a:pt x="198" y="482"/>
                    <a:pt x="185" y="471"/>
                  </a:cubicBezTo>
                  <a:cubicBezTo>
                    <a:pt x="178" y="465"/>
                    <a:pt x="171" y="461"/>
                    <a:pt x="162" y="457"/>
                  </a:cubicBezTo>
                  <a:cubicBezTo>
                    <a:pt x="157" y="456"/>
                    <a:pt x="153" y="454"/>
                    <a:pt x="149" y="453"/>
                  </a:cubicBezTo>
                  <a:cubicBezTo>
                    <a:pt x="149" y="297"/>
                    <a:pt x="149" y="297"/>
                    <a:pt x="149" y="297"/>
                  </a:cubicBezTo>
                  <a:cubicBezTo>
                    <a:pt x="446" y="297"/>
                    <a:pt x="446" y="297"/>
                    <a:pt x="446" y="297"/>
                  </a:cubicBezTo>
                  <a:cubicBezTo>
                    <a:pt x="446" y="499"/>
                    <a:pt x="446" y="499"/>
                    <a:pt x="446" y="499"/>
                  </a:cubicBezTo>
                  <a:cubicBezTo>
                    <a:pt x="446" y="499"/>
                    <a:pt x="446" y="499"/>
                    <a:pt x="445" y="499"/>
                  </a:cubicBezTo>
                  <a:cubicBezTo>
                    <a:pt x="435" y="493"/>
                    <a:pt x="427" y="482"/>
                    <a:pt x="413" y="4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7">
              <a:extLst>
                <a:ext uri="{FF2B5EF4-FFF2-40B4-BE49-F238E27FC236}">
                  <a16:creationId xmlns:a16="http://schemas.microsoft.com/office/drawing/2014/main" id="{733EC436-430C-1046-5846-94DA48E8E4CC}"/>
                </a:ext>
              </a:extLst>
            </p:cNvPr>
            <p:cNvSpPr>
              <a:spLocks noChangeArrowheads="1"/>
            </p:cNvSpPr>
            <p:nvPr/>
          </p:nvSpPr>
          <p:spPr bwMode="auto">
            <a:xfrm>
              <a:off x="9721850" y="5830888"/>
              <a:ext cx="258763" cy="53975"/>
            </a:xfrm>
            <a:custGeom>
              <a:avLst/>
              <a:gdLst>
                <a:gd name="T0" fmla="*/ 3 w 720"/>
                <a:gd name="T1" fmla="*/ 138 h 152"/>
                <a:gd name="T2" fmla="*/ 3 w 720"/>
                <a:gd name="T3" fmla="*/ 138 h 152"/>
                <a:gd name="T4" fmla="*/ 21 w 720"/>
                <a:gd name="T5" fmla="*/ 148 h 152"/>
                <a:gd name="T6" fmla="*/ 374 w 720"/>
                <a:gd name="T7" fmla="*/ 31 h 152"/>
                <a:gd name="T8" fmla="*/ 696 w 720"/>
                <a:gd name="T9" fmla="*/ 148 h 152"/>
                <a:gd name="T10" fmla="*/ 716 w 720"/>
                <a:gd name="T11" fmla="*/ 140 h 152"/>
                <a:gd name="T12" fmla="*/ 706 w 720"/>
                <a:gd name="T13" fmla="*/ 120 h 152"/>
                <a:gd name="T14" fmla="*/ 380 w 720"/>
                <a:gd name="T15" fmla="*/ 2 h 152"/>
                <a:gd name="T16" fmla="*/ 377 w 720"/>
                <a:gd name="T17" fmla="*/ 0 h 152"/>
                <a:gd name="T18" fmla="*/ 374 w 720"/>
                <a:gd name="T19" fmla="*/ 0 h 152"/>
                <a:gd name="T20" fmla="*/ 371 w 720"/>
                <a:gd name="T21" fmla="*/ 0 h 152"/>
                <a:gd name="T22" fmla="*/ 370 w 720"/>
                <a:gd name="T23" fmla="*/ 2 h 152"/>
                <a:gd name="T24" fmla="*/ 13 w 720"/>
                <a:gd name="T25" fmla="*/ 120 h 152"/>
                <a:gd name="T26" fmla="*/ 3 w 720"/>
                <a:gd name="T27" fmla="*/ 138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20" h="152">
                  <a:moveTo>
                    <a:pt x="3" y="138"/>
                  </a:moveTo>
                  <a:lnTo>
                    <a:pt x="3" y="138"/>
                  </a:lnTo>
                  <a:cubicBezTo>
                    <a:pt x="6" y="147"/>
                    <a:pt x="14" y="151"/>
                    <a:pt x="21" y="148"/>
                  </a:cubicBezTo>
                  <a:cubicBezTo>
                    <a:pt x="374" y="31"/>
                    <a:pt x="374" y="31"/>
                    <a:pt x="374" y="31"/>
                  </a:cubicBezTo>
                  <a:cubicBezTo>
                    <a:pt x="696" y="148"/>
                    <a:pt x="696" y="148"/>
                    <a:pt x="696" y="148"/>
                  </a:cubicBezTo>
                  <a:cubicBezTo>
                    <a:pt x="705" y="151"/>
                    <a:pt x="713" y="147"/>
                    <a:pt x="716" y="140"/>
                  </a:cubicBezTo>
                  <a:cubicBezTo>
                    <a:pt x="719" y="131"/>
                    <a:pt x="715" y="123"/>
                    <a:pt x="706" y="120"/>
                  </a:cubicBezTo>
                  <a:cubicBezTo>
                    <a:pt x="380" y="2"/>
                    <a:pt x="380" y="2"/>
                    <a:pt x="380" y="2"/>
                  </a:cubicBezTo>
                  <a:cubicBezTo>
                    <a:pt x="378" y="0"/>
                    <a:pt x="378" y="2"/>
                    <a:pt x="377" y="0"/>
                  </a:cubicBezTo>
                  <a:cubicBezTo>
                    <a:pt x="377" y="0"/>
                    <a:pt x="376" y="0"/>
                    <a:pt x="374" y="0"/>
                  </a:cubicBezTo>
                  <a:cubicBezTo>
                    <a:pt x="373" y="0"/>
                    <a:pt x="373" y="0"/>
                    <a:pt x="371" y="0"/>
                  </a:cubicBezTo>
                  <a:cubicBezTo>
                    <a:pt x="371" y="0"/>
                    <a:pt x="370" y="0"/>
                    <a:pt x="370" y="2"/>
                  </a:cubicBezTo>
                  <a:cubicBezTo>
                    <a:pt x="13" y="120"/>
                    <a:pt x="13" y="120"/>
                    <a:pt x="13" y="120"/>
                  </a:cubicBezTo>
                  <a:cubicBezTo>
                    <a:pt x="5" y="123"/>
                    <a:pt x="0" y="131"/>
                    <a:pt x="3" y="13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45" name="Freeform 198">
            <a:extLst>
              <a:ext uri="{FF2B5EF4-FFF2-40B4-BE49-F238E27FC236}">
                <a16:creationId xmlns:a16="http://schemas.microsoft.com/office/drawing/2014/main" id="{ABFC1FA7-CB78-C442-272A-FA6784370209}"/>
              </a:ext>
            </a:extLst>
          </p:cNvPr>
          <p:cNvSpPr>
            <a:spLocks noChangeArrowheads="1"/>
          </p:cNvSpPr>
          <p:nvPr/>
        </p:nvSpPr>
        <p:spPr bwMode="auto">
          <a:xfrm>
            <a:off x="8693819" y="6043513"/>
            <a:ext cx="295275" cy="184150"/>
          </a:xfrm>
          <a:custGeom>
            <a:avLst/>
            <a:gdLst>
              <a:gd name="T0" fmla="*/ 769 w 819"/>
              <a:gd name="T1" fmla="*/ 240 h 510"/>
              <a:gd name="T2" fmla="*/ 749 w 819"/>
              <a:gd name="T3" fmla="*/ 84 h 510"/>
              <a:gd name="T4" fmla="*/ 152 w 819"/>
              <a:gd name="T5" fmla="*/ 0 h 510"/>
              <a:gd name="T6" fmla="*/ 69 w 819"/>
              <a:gd name="T7" fmla="*/ 240 h 510"/>
              <a:gd name="T8" fmla="*/ 0 w 819"/>
              <a:gd name="T9" fmla="*/ 289 h 510"/>
              <a:gd name="T10" fmla="*/ 5 w 819"/>
              <a:gd name="T11" fmla="*/ 437 h 510"/>
              <a:gd name="T12" fmla="*/ 35 w 819"/>
              <a:gd name="T13" fmla="*/ 441 h 510"/>
              <a:gd name="T14" fmla="*/ 51 w 819"/>
              <a:gd name="T15" fmla="*/ 509 h 510"/>
              <a:gd name="T16" fmla="*/ 65 w 819"/>
              <a:gd name="T17" fmla="*/ 441 h 510"/>
              <a:gd name="T18" fmla="*/ 754 w 819"/>
              <a:gd name="T19" fmla="*/ 494 h 510"/>
              <a:gd name="T20" fmla="*/ 783 w 819"/>
              <a:gd name="T21" fmla="*/ 494 h 510"/>
              <a:gd name="T22" fmla="*/ 802 w 819"/>
              <a:gd name="T23" fmla="*/ 441 h 510"/>
              <a:gd name="T24" fmla="*/ 818 w 819"/>
              <a:gd name="T25" fmla="*/ 425 h 510"/>
              <a:gd name="T26" fmla="*/ 769 w 819"/>
              <a:gd name="T27" fmla="*/ 240 h 510"/>
              <a:gd name="T28" fmla="*/ 99 w 819"/>
              <a:gd name="T29" fmla="*/ 84 h 510"/>
              <a:gd name="T30" fmla="*/ 152 w 819"/>
              <a:gd name="T31" fmla="*/ 29 h 510"/>
              <a:gd name="T32" fmla="*/ 703 w 819"/>
              <a:gd name="T33" fmla="*/ 46 h 510"/>
              <a:gd name="T34" fmla="*/ 720 w 819"/>
              <a:gd name="T35" fmla="*/ 240 h 510"/>
              <a:gd name="T36" fmla="*/ 646 w 819"/>
              <a:gd name="T37" fmla="*/ 152 h 510"/>
              <a:gd name="T38" fmla="*/ 494 w 819"/>
              <a:gd name="T39" fmla="*/ 103 h 510"/>
              <a:gd name="T40" fmla="*/ 445 w 819"/>
              <a:gd name="T41" fmla="*/ 240 h 510"/>
              <a:gd name="T42" fmla="*/ 373 w 819"/>
              <a:gd name="T43" fmla="*/ 152 h 510"/>
              <a:gd name="T44" fmla="*/ 221 w 819"/>
              <a:gd name="T45" fmla="*/ 103 h 510"/>
              <a:gd name="T46" fmla="*/ 172 w 819"/>
              <a:gd name="T47" fmla="*/ 240 h 510"/>
              <a:gd name="T48" fmla="*/ 99 w 819"/>
              <a:gd name="T49" fmla="*/ 84 h 510"/>
              <a:gd name="T50" fmla="*/ 617 w 819"/>
              <a:gd name="T51" fmla="*/ 240 h 510"/>
              <a:gd name="T52" fmla="*/ 476 w 819"/>
              <a:gd name="T53" fmla="*/ 152 h 510"/>
              <a:gd name="T54" fmla="*/ 597 w 819"/>
              <a:gd name="T55" fmla="*/ 133 h 510"/>
              <a:gd name="T56" fmla="*/ 617 w 819"/>
              <a:gd name="T57" fmla="*/ 240 h 510"/>
              <a:gd name="T58" fmla="*/ 344 w 819"/>
              <a:gd name="T59" fmla="*/ 240 h 510"/>
              <a:gd name="T60" fmla="*/ 201 w 819"/>
              <a:gd name="T61" fmla="*/ 152 h 510"/>
              <a:gd name="T62" fmla="*/ 324 w 819"/>
              <a:gd name="T63" fmla="*/ 133 h 510"/>
              <a:gd name="T64" fmla="*/ 344 w 819"/>
              <a:gd name="T65" fmla="*/ 240 h 510"/>
              <a:gd name="T66" fmla="*/ 31 w 819"/>
              <a:gd name="T67" fmla="*/ 289 h 510"/>
              <a:gd name="T68" fmla="*/ 84 w 819"/>
              <a:gd name="T69" fmla="*/ 269 h 510"/>
              <a:gd name="T70" fmla="*/ 358 w 819"/>
              <a:gd name="T71" fmla="*/ 269 h 510"/>
              <a:gd name="T72" fmla="*/ 632 w 819"/>
              <a:gd name="T73" fmla="*/ 269 h 510"/>
              <a:gd name="T74" fmla="*/ 769 w 819"/>
              <a:gd name="T75" fmla="*/ 269 h 510"/>
              <a:gd name="T76" fmla="*/ 788 w 819"/>
              <a:gd name="T77" fmla="*/ 410 h 510"/>
              <a:gd name="T78" fmla="*/ 31 w 819"/>
              <a:gd name="T79" fmla="*/ 289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819" h="510">
                <a:moveTo>
                  <a:pt x="769" y="240"/>
                </a:moveTo>
                <a:lnTo>
                  <a:pt x="769" y="240"/>
                </a:lnTo>
                <a:cubicBezTo>
                  <a:pt x="749" y="240"/>
                  <a:pt x="749" y="240"/>
                  <a:pt x="749" y="240"/>
                </a:cubicBezTo>
                <a:cubicBezTo>
                  <a:pt x="749" y="84"/>
                  <a:pt x="749" y="84"/>
                  <a:pt x="749" y="84"/>
                </a:cubicBezTo>
                <a:cubicBezTo>
                  <a:pt x="749" y="38"/>
                  <a:pt x="712" y="0"/>
                  <a:pt x="666" y="0"/>
                </a:cubicBezTo>
                <a:cubicBezTo>
                  <a:pt x="152" y="0"/>
                  <a:pt x="152" y="0"/>
                  <a:pt x="152" y="0"/>
                </a:cubicBezTo>
                <a:cubicBezTo>
                  <a:pt x="106" y="0"/>
                  <a:pt x="69" y="38"/>
                  <a:pt x="69" y="84"/>
                </a:cubicBezTo>
                <a:cubicBezTo>
                  <a:pt x="69" y="240"/>
                  <a:pt x="69" y="240"/>
                  <a:pt x="69" y="240"/>
                </a:cubicBezTo>
                <a:cubicBezTo>
                  <a:pt x="51" y="240"/>
                  <a:pt x="51" y="240"/>
                  <a:pt x="51" y="240"/>
                </a:cubicBezTo>
                <a:cubicBezTo>
                  <a:pt x="23" y="240"/>
                  <a:pt x="0" y="261"/>
                  <a:pt x="0" y="289"/>
                </a:cubicBezTo>
                <a:cubicBezTo>
                  <a:pt x="0" y="425"/>
                  <a:pt x="0" y="425"/>
                  <a:pt x="0" y="425"/>
                </a:cubicBezTo>
                <a:cubicBezTo>
                  <a:pt x="0" y="430"/>
                  <a:pt x="3" y="434"/>
                  <a:pt x="5" y="437"/>
                </a:cubicBezTo>
                <a:cubicBezTo>
                  <a:pt x="7" y="439"/>
                  <a:pt x="12" y="441"/>
                  <a:pt x="16" y="441"/>
                </a:cubicBezTo>
                <a:cubicBezTo>
                  <a:pt x="35" y="441"/>
                  <a:pt x="35" y="441"/>
                  <a:pt x="35" y="441"/>
                </a:cubicBezTo>
                <a:cubicBezTo>
                  <a:pt x="35" y="494"/>
                  <a:pt x="35" y="494"/>
                  <a:pt x="35" y="494"/>
                </a:cubicBezTo>
                <a:cubicBezTo>
                  <a:pt x="35" y="502"/>
                  <a:pt x="42" y="509"/>
                  <a:pt x="51" y="509"/>
                </a:cubicBezTo>
                <a:cubicBezTo>
                  <a:pt x="58" y="509"/>
                  <a:pt x="65" y="502"/>
                  <a:pt x="65" y="494"/>
                </a:cubicBezTo>
                <a:cubicBezTo>
                  <a:pt x="65" y="441"/>
                  <a:pt x="65" y="441"/>
                  <a:pt x="65" y="441"/>
                </a:cubicBezTo>
                <a:cubicBezTo>
                  <a:pt x="754" y="441"/>
                  <a:pt x="754" y="441"/>
                  <a:pt x="754" y="441"/>
                </a:cubicBezTo>
                <a:cubicBezTo>
                  <a:pt x="754" y="494"/>
                  <a:pt x="754" y="494"/>
                  <a:pt x="754" y="494"/>
                </a:cubicBezTo>
                <a:cubicBezTo>
                  <a:pt x="754" y="502"/>
                  <a:pt x="761" y="509"/>
                  <a:pt x="769" y="509"/>
                </a:cubicBezTo>
                <a:cubicBezTo>
                  <a:pt x="777" y="509"/>
                  <a:pt x="783" y="502"/>
                  <a:pt x="783" y="494"/>
                </a:cubicBezTo>
                <a:cubicBezTo>
                  <a:pt x="783" y="441"/>
                  <a:pt x="783" y="441"/>
                  <a:pt x="783" y="441"/>
                </a:cubicBezTo>
                <a:cubicBezTo>
                  <a:pt x="802" y="441"/>
                  <a:pt x="802" y="441"/>
                  <a:pt x="802" y="441"/>
                </a:cubicBezTo>
                <a:cubicBezTo>
                  <a:pt x="807" y="441"/>
                  <a:pt x="811" y="439"/>
                  <a:pt x="814" y="437"/>
                </a:cubicBezTo>
                <a:cubicBezTo>
                  <a:pt x="816" y="434"/>
                  <a:pt x="818" y="430"/>
                  <a:pt x="818" y="425"/>
                </a:cubicBezTo>
                <a:cubicBezTo>
                  <a:pt x="818" y="289"/>
                  <a:pt x="818" y="289"/>
                  <a:pt x="818" y="289"/>
                </a:cubicBezTo>
                <a:cubicBezTo>
                  <a:pt x="818" y="261"/>
                  <a:pt x="795" y="240"/>
                  <a:pt x="769" y="240"/>
                </a:cubicBezTo>
                <a:close/>
                <a:moveTo>
                  <a:pt x="99" y="84"/>
                </a:moveTo>
                <a:lnTo>
                  <a:pt x="99" y="84"/>
                </a:lnTo>
                <a:cubicBezTo>
                  <a:pt x="99" y="68"/>
                  <a:pt x="105" y="56"/>
                  <a:pt x="115" y="46"/>
                </a:cubicBezTo>
                <a:cubicBezTo>
                  <a:pt x="125" y="36"/>
                  <a:pt x="139" y="29"/>
                  <a:pt x="152" y="29"/>
                </a:cubicBezTo>
                <a:cubicBezTo>
                  <a:pt x="666" y="29"/>
                  <a:pt x="666" y="29"/>
                  <a:pt x="666" y="29"/>
                </a:cubicBezTo>
                <a:cubicBezTo>
                  <a:pt x="681" y="29"/>
                  <a:pt x="694" y="36"/>
                  <a:pt x="703" y="46"/>
                </a:cubicBezTo>
                <a:cubicBezTo>
                  <a:pt x="713" y="56"/>
                  <a:pt x="720" y="68"/>
                  <a:pt x="720" y="84"/>
                </a:cubicBezTo>
                <a:cubicBezTo>
                  <a:pt x="720" y="240"/>
                  <a:pt x="720" y="240"/>
                  <a:pt x="720" y="240"/>
                </a:cubicBezTo>
                <a:cubicBezTo>
                  <a:pt x="646" y="240"/>
                  <a:pt x="646" y="240"/>
                  <a:pt x="646" y="240"/>
                </a:cubicBezTo>
                <a:cubicBezTo>
                  <a:pt x="646" y="152"/>
                  <a:pt x="646" y="152"/>
                  <a:pt x="646" y="152"/>
                </a:cubicBezTo>
                <a:cubicBezTo>
                  <a:pt x="646" y="124"/>
                  <a:pt x="625" y="103"/>
                  <a:pt x="597" y="103"/>
                </a:cubicBezTo>
                <a:cubicBezTo>
                  <a:pt x="494" y="103"/>
                  <a:pt x="494" y="103"/>
                  <a:pt x="494" y="103"/>
                </a:cubicBezTo>
                <a:cubicBezTo>
                  <a:pt x="468" y="103"/>
                  <a:pt x="445" y="124"/>
                  <a:pt x="445" y="152"/>
                </a:cubicBezTo>
                <a:cubicBezTo>
                  <a:pt x="445" y="240"/>
                  <a:pt x="445" y="240"/>
                  <a:pt x="445" y="240"/>
                </a:cubicBezTo>
                <a:cubicBezTo>
                  <a:pt x="373" y="240"/>
                  <a:pt x="373" y="240"/>
                  <a:pt x="373" y="240"/>
                </a:cubicBezTo>
                <a:cubicBezTo>
                  <a:pt x="373" y="152"/>
                  <a:pt x="373" y="152"/>
                  <a:pt x="373" y="152"/>
                </a:cubicBezTo>
                <a:cubicBezTo>
                  <a:pt x="373" y="124"/>
                  <a:pt x="351" y="103"/>
                  <a:pt x="324" y="103"/>
                </a:cubicBezTo>
                <a:cubicBezTo>
                  <a:pt x="221" y="103"/>
                  <a:pt x="221" y="103"/>
                  <a:pt x="221" y="103"/>
                </a:cubicBezTo>
                <a:cubicBezTo>
                  <a:pt x="194" y="103"/>
                  <a:pt x="172" y="124"/>
                  <a:pt x="172" y="152"/>
                </a:cubicBezTo>
                <a:cubicBezTo>
                  <a:pt x="172" y="240"/>
                  <a:pt x="172" y="240"/>
                  <a:pt x="172" y="240"/>
                </a:cubicBezTo>
                <a:cubicBezTo>
                  <a:pt x="99" y="240"/>
                  <a:pt x="99" y="240"/>
                  <a:pt x="99" y="240"/>
                </a:cubicBezTo>
                <a:lnTo>
                  <a:pt x="99" y="84"/>
                </a:lnTo>
                <a:close/>
                <a:moveTo>
                  <a:pt x="617" y="240"/>
                </a:moveTo>
                <a:lnTo>
                  <a:pt x="617" y="240"/>
                </a:lnTo>
                <a:cubicBezTo>
                  <a:pt x="476" y="240"/>
                  <a:pt x="476" y="240"/>
                  <a:pt x="476" y="240"/>
                </a:cubicBezTo>
                <a:cubicBezTo>
                  <a:pt x="476" y="152"/>
                  <a:pt x="476" y="152"/>
                  <a:pt x="476" y="152"/>
                </a:cubicBezTo>
                <a:cubicBezTo>
                  <a:pt x="476" y="141"/>
                  <a:pt x="484" y="133"/>
                  <a:pt x="494" y="133"/>
                </a:cubicBezTo>
                <a:cubicBezTo>
                  <a:pt x="597" y="133"/>
                  <a:pt x="597" y="133"/>
                  <a:pt x="597" y="133"/>
                </a:cubicBezTo>
                <a:cubicBezTo>
                  <a:pt x="609" y="133"/>
                  <a:pt x="617" y="141"/>
                  <a:pt x="617" y="152"/>
                </a:cubicBezTo>
                <a:lnTo>
                  <a:pt x="617" y="240"/>
                </a:lnTo>
                <a:close/>
                <a:moveTo>
                  <a:pt x="344" y="240"/>
                </a:moveTo>
                <a:lnTo>
                  <a:pt x="344" y="240"/>
                </a:lnTo>
                <a:cubicBezTo>
                  <a:pt x="201" y="240"/>
                  <a:pt x="201" y="240"/>
                  <a:pt x="201" y="240"/>
                </a:cubicBezTo>
                <a:cubicBezTo>
                  <a:pt x="201" y="152"/>
                  <a:pt x="201" y="152"/>
                  <a:pt x="201" y="152"/>
                </a:cubicBezTo>
                <a:cubicBezTo>
                  <a:pt x="201" y="141"/>
                  <a:pt x="211" y="133"/>
                  <a:pt x="221" y="133"/>
                </a:cubicBezTo>
                <a:cubicBezTo>
                  <a:pt x="324" y="133"/>
                  <a:pt x="324" y="133"/>
                  <a:pt x="324" y="133"/>
                </a:cubicBezTo>
                <a:cubicBezTo>
                  <a:pt x="334" y="133"/>
                  <a:pt x="344" y="141"/>
                  <a:pt x="344" y="152"/>
                </a:cubicBezTo>
                <a:lnTo>
                  <a:pt x="344" y="240"/>
                </a:lnTo>
                <a:close/>
                <a:moveTo>
                  <a:pt x="31" y="289"/>
                </a:moveTo>
                <a:lnTo>
                  <a:pt x="31" y="289"/>
                </a:lnTo>
                <a:cubicBezTo>
                  <a:pt x="31" y="278"/>
                  <a:pt x="40" y="269"/>
                  <a:pt x="51" y="269"/>
                </a:cubicBezTo>
                <a:cubicBezTo>
                  <a:pt x="84" y="269"/>
                  <a:pt x="84" y="269"/>
                  <a:pt x="84" y="269"/>
                </a:cubicBezTo>
                <a:cubicBezTo>
                  <a:pt x="187" y="269"/>
                  <a:pt x="187" y="269"/>
                  <a:pt x="187" y="269"/>
                </a:cubicBezTo>
                <a:cubicBezTo>
                  <a:pt x="358" y="269"/>
                  <a:pt x="358" y="269"/>
                  <a:pt x="358" y="269"/>
                </a:cubicBezTo>
                <a:cubicBezTo>
                  <a:pt x="461" y="269"/>
                  <a:pt x="461" y="269"/>
                  <a:pt x="461" y="269"/>
                </a:cubicBezTo>
                <a:cubicBezTo>
                  <a:pt x="632" y="269"/>
                  <a:pt x="632" y="269"/>
                  <a:pt x="632" y="269"/>
                </a:cubicBezTo>
                <a:cubicBezTo>
                  <a:pt x="734" y="269"/>
                  <a:pt x="734" y="269"/>
                  <a:pt x="734" y="269"/>
                </a:cubicBezTo>
                <a:cubicBezTo>
                  <a:pt x="769" y="269"/>
                  <a:pt x="769" y="269"/>
                  <a:pt x="769" y="269"/>
                </a:cubicBezTo>
                <a:cubicBezTo>
                  <a:pt x="779" y="269"/>
                  <a:pt x="788" y="278"/>
                  <a:pt x="788" y="289"/>
                </a:cubicBezTo>
                <a:cubicBezTo>
                  <a:pt x="788" y="410"/>
                  <a:pt x="788" y="410"/>
                  <a:pt x="788" y="410"/>
                </a:cubicBezTo>
                <a:cubicBezTo>
                  <a:pt x="31" y="410"/>
                  <a:pt x="31" y="410"/>
                  <a:pt x="31" y="410"/>
                </a:cubicBezTo>
                <a:lnTo>
                  <a:pt x="31" y="289"/>
                </a:lnTo>
                <a:close/>
              </a:path>
            </a:pathLst>
          </a:custGeom>
          <a:solidFill>
            <a:schemeClr val="accent4"/>
          </a:solidFill>
          <a:ln>
            <a:noFill/>
          </a:ln>
          <a:effectLst/>
        </p:spPr>
        <p:txBody>
          <a:bodyPr wrap="none" anchor="ctr"/>
          <a:lstStyle/>
          <a:p>
            <a:endParaRPr lang="da-DK"/>
          </a:p>
        </p:txBody>
      </p:sp>
      <p:sp>
        <p:nvSpPr>
          <p:cNvPr id="246" name="Freeform 199">
            <a:extLst>
              <a:ext uri="{FF2B5EF4-FFF2-40B4-BE49-F238E27FC236}">
                <a16:creationId xmlns:a16="http://schemas.microsoft.com/office/drawing/2014/main" id="{140421E3-8638-F19B-5B2D-6EABF88CAAEA}"/>
              </a:ext>
            </a:extLst>
          </p:cNvPr>
          <p:cNvSpPr>
            <a:spLocks noChangeArrowheads="1"/>
          </p:cNvSpPr>
          <p:nvPr/>
        </p:nvSpPr>
        <p:spPr bwMode="auto">
          <a:xfrm>
            <a:off x="9200231" y="6043513"/>
            <a:ext cx="269875" cy="184150"/>
          </a:xfrm>
          <a:custGeom>
            <a:avLst/>
            <a:gdLst>
              <a:gd name="T0" fmla="*/ 749 w 750"/>
              <a:gd name="T1" fmla="*/ 287 h 510"/>
              <a:gd name="T2" fmla="*/ 749 w 750"/>
              <a:gd name="T3" fmla="*/ 287 h 510"/>
              <a:gd name="T4" fmla="*/ 702 w 750"/>
              <a:gd name="T5" fmla="*/ 240 h 510"/>
              <a:gd name="T6" fmla="*/ 681 w 750"/>
              <a:gd name="T7" fmla="*/ 240 h 510"/>
              <a:gd name="T8" fmla="*/ 681 w 750"/>
              <a:gd name="T9" fmla="*/ 79 h 510"/>
              <a:gd name="T10" fmla="*/ 601 w 750"/>
              <a:gd name="T11" fmla="*/ 0 h 510"/>
              <a:gd name="T12" fmla="*/ 149 w 750"/>
              <a:gd name="T13" fmla="*/ 0 h 510"/>
              <a:gd name="T14" fmla="*/ 70 w 750"/>
              <a:gd name="T15" fmla="*/ 79 h 510"/>
              <a:gd name="T16" fmla="*/ 70 w 750"/>
              <a:gd name="T17" fmla="*/ 240 h 510"/>
              <a:gd name="T18" fmla="*/ 49 w 750"/>
              <a:gd name="T19" fmla="*/ 240 h 510"/>
              <a:gd name="T20" fmla="*/ 0 w 750"/>
              <a:gd name="T21" fmla="*/ 287 h 510"/>
              <a:gd name="T22" fmla="*/ 0 w 750"/>
              <a:gd name="T23" fmla="*/ 425 h 510"/>
              <a:gd name="T24" fmla="*/ 0 w 750"/>
              <a:gd name="T25" fmla="*/ 494 h 510"/>
              <a:gd name="T26" fmla="*/ 15 w 750"/>
              <a:gd name="T27" fmla="*/ 509 h 510"/>
              <a:gd name="T28" fmla="*/ 31 w 750"/>
              <a:gd name="T29" fmla="*/ 494 h 510"/>
              <a:gd name="T30" fmla="*/ 31 w 750"/>
              <a:gd name="T31" fmla="*/ 441 h 510"/>
              <a:gd name="T32" fmla="*/ 720 w 750"/>
              <a:gd name="T33" fmla="*/ 441 h 510"/>
              <a:gd name="T34" fmla="*/ 720 w 750"/>
              <a:gd name="T35" fmla="*/ 494 h 510"/>
              <a:gd name="T36" fmla="*/ 734 w 750"/>
              <a:gd name="T37" fmla="*/ 509 h 510"/>
              <a:gd name="T38" fmla="*/ 749 w 750"/>
              <a:gd name="T39" fmla="*/ 494 h 510"/>
              <a:gd name="T40" fmla="*/ 749 w 750"/>
              <a:gd name="T41" fmla="*/ 425 h 510"/>
              <a:gd name="T42" fmla="*/ 749 w 750"/>
              <a:gd name="T43" fmla="*/ 425 h 510"/>
              <a:gd name="T44" fmla="*/ 749 w 750"/>
              <a:gd name="T45" fmla="*/ 287 h 510"/>
              <a:gd name="T46" fmla="*/ 99 w 750"/>
              <a:gd name="T47" fmla="*/ 79 h 510"/>
              <a:gd name="T48" fmla="*/ 99 w 750"/>
              <a:gd name="T49" fmla="*/ 79 h 510"/>
              <a:gd name="T50" fmla="*/ 149 w 750"/>
              <a:gd name="T51" fmla="*/ 29 h 510"/>
              <a:gd name="T52" fmla="*/ 601 w 750"/>
              <a:gd name="T53" fmla="*/ 29 h 510"/>
              <a:gd name="T54" fmla="*/ 651 w 750"/>
              <a:gd name="T55" fmla="*/ 79 h 510"/>
              <a:gd name="T56" fmla="*/ 651 w 750"/>
              <a:gd name="T57" fmla="*/ 240 h 510"/>
              <a:gd name="T58" fmla="*/ 544 w 750"/>
              <a:gd name="T59" fmla="*/ 240 h 510"/>
              <a:gd name="T60" fmla="*/ 544 w 750"/>
              <a:gd name="T61" fmla="*/ 163 h 510"/>
              <a:gd name="T62" fmla="*/ 483 w 750"/>
              <a:gd name="T63" fmla="*/ 103 h 510"/>
              <a:gd name="T64" fmla="*/ 266 w 750"/>
              <a:gd name="T65" fmla="*/ 103 h 510"/>
              <a:gd name="T66" fmla="*/ 206 w 750"/>
              <a:gd name="T67" fmla="*/ 163 h 510"/>
              <a:gd name="T68" fmla="*/ 206 w 750"/>
              <a:gd name="T69" fmla="*/ 240 h 510"/>
              <a:gd name="T70" fmla="*/ 99 w 750"/>
              <a:gd name="T71" fmla="*/ 240 h 510"/>
              <a:gd name="T72" fmla="*/ 99 w 750"/>
              <a:gd name="T73" fmla="*/ 79 h 510"/>
              <a:gd name="T74" fmla="*/ 513 w 750"/>
              <a:gd name="T75" fmla="*/ 240 h 510"/>
              <a:gd name="T76" fmla="*/ 513 w 750"/>
              <a:gd name="T77" fmla="*/ 240 h 510"/>
              <a:gd name="T78" fmla="*/ 236 w 750"/>
              <a:gd name="T79" fmla="*/ 240 h 510"/>
              <a:gd name="T80" fmla="*/ 236 w 750"/>
              <a:gd name="T81" fmla="*/ 163 h 510"/>
              <a:gd name="T82" fmla="*/ 266 w 750"/>
              <a:gd name="T83" fmla="*/ 133 h 510"/>
              <a:gd name="T84" fmla="*/ 483 w 750"/>
              <a:gd name="T85" fmla="*/ 133 h 510"/>
              <a:gd name="T86" fmla="*/ 513 w 750"/>
              <a:gd name="T87" fmla="*/ 163 h 510"/>
              <a:gd name="T88" fmla="*/ 513 w 750"/>
              <a:gd name="T89" fmla="*/ 240 h 510"/>
              <a:gd name="T90" fmla="*/ 31 w 750"/>
              <a:gd name="T91" fmla="*/ 287 h 510"/>
              <a:gd name="T92" fmla="*/ 31 w 750"/>
              <a:gd name="T93" fmla="*/ 287 h 510"/>
              <a:gd name="T94" fmla="*/ 49 w 750"/>
              <a:gd name="T95" fmla="*/ 269 h 510"/>
              <a:gd name="T96" fmla="*/ 84 w 750"/>
              <a:gd name="T97" fmla="*/ 269 h 510"/>
              <a:gd name="T98" fmla="*/ 220 w 750"/>
              <a:gd name="T99" fmla="*/ 269 h 510"/>
              <a:gd name="T100" fmla="*/ 529 w 750"/>
              <a:gd name="T101" fmla="*/ 269 h 510"/>
              <a:gd name="T102" fmla="*/ 665 w 750"/>
              <a:gd name="T103" fmla="*/ 269 h 510"/>
              <a:gd name="T104" fmla="*/ 702 w 750"/>
              <a:gd name="T105" fmla="*/ 269 h 510"/>
              <a:gd name="T106" fmla="*/ 720 w 750"/>
              <a:gd name="T107" fmla="*/ 287 h 510"/>
              <a:gd name="T108" fmla="*/ 720 w 750"/>
              <a:gd name="T109" fmla="*/ 410 h 510"/>
              <a:gd name="T110" fmla="*/ 31 w 750"/>
              <a:gd name="T111" fmla="*/ 410 h 510"/>
              <a:gd name="T112" fmla="*/ 31 w 750"/>
              <a:gd name="T113" fmla="*/ 287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50" h="510">
                <a:moveTo>
                  <a:pt x="749" y="287"/>
                </a:moveTo>
                <a:lnTo>
                  <a:pt x="749" y="287"/>
                </a:lnTo>
                <a:cubicBezTo>
                  <a:pt x="749" y="261"/>
                  <a:pt x="728" y="240"/>
                  <a:pt x="702" y="240"/>
                </a:cubicBezTo>
                <a:cubicBezTo>
                  <a:pt x="681" y="240"/>
                  <a:pt x="681" y="240"/>
                  <a:pt x="681" y="240"/>
                </a:cubicBezTo>
                <a:cubicBezTo>
                  <a:pt x="681" y="79"/>
                  <a:pt x="681" y="79"/>
                  <a:pt x="681" y="79"/>
                </a:cubicBezTo>
                <a:cubicBezTo>
                  <a:pt x="681" y="36"/>
                  <a:pt x="644" y="0"/>
                  <a:pt x="601" y="0"/>
                </a:cubicBezTo>
                <a:cubicBezTo>
                  <a:pt x="149" y="0"/>
                  <a:pt x="149" y="0"/>
                  <a:pt x="149" y="0"/>
                </a:cubicBezTo>
                <a:cubicBezTo>
                  <a:pt x="105" y="0"/>
                  <a:pt x="70" y="36"/>
                  <a:pt x="70" y="79"/>
                </a:cubicBezTo>
                <a:cubicBezTo>
                  <a:pt x="70" y="240"/>
                  <a:pt x="70" y="240"/>
                  <a:pt x="70" y="240"/>
                </a:cubicBezTo>
                <a:cubicBezTo>
                  <a:pt x="49" y="240"/>
                  <a:pt x="49" y="240"/>
                  <a:pt x="49" y="240"/>
                </a:cubicBezTo>
                <a:cubicBezTo>
                  <a:pt x="22" y="240"/>
                  <a:pt x="0" y="261"/>
                  <a:pt x="0" y="287"/>
                </a:cubicBezTo>
                <a:cubicBezTo>
                  <a:pt x="0" y="425"/>
                  <a:pt x="0" y="425"/>
                  <a:pt x="0" y="425"/>
                </a:cubicBezTo>
                <a:cubicBezTo>
                  <a:pt x="0" y="494"/>
                  <a:pt x="0" y="494"/>
                  <a:pt x="0" y="494"/>
                </a:cubicBezTo>
                <a:cubicBezTo>
                  <a:pt x="0" y="502"/>
                  <a:pt x="7" y="509"/>
                  <a:pt x="15" y="509"/>
                </a:cubicBezTo>
                <a:cubicBezTo>
                  <a:pt x="24" y="509"/>
                  <a:pt x="31" y="502"/>
                  <a:pt x="31" y="494"/>
                </a:cubicBezTo>
                <a:cubicBezTo>
                  <a:pt x="31" y="441"/>
                  <a:pt x="31" y="441"/>
                  <a:pt x="31" y="441"/>
                </a:cubicBezTo>
                <a:cubicBezTo>
                  <a:pt x="720" y="441"/>
                  <a:pt x="720" y="441"/>
                  <a:pt x="720" y="441"/>
                </a:cubicBezTo>
                <a:cubicBezTo>
                  <a:pt x="720" y="494"/>
                  <a:pt x="720" y="494"/>
                  <a:pt x="720" y="494"/>
                </a:cubicBezTo>
                <a:cubicBezTo>
                  <a:pt x="720" y="502"/>
                  <a:pt x="725" y="509"/>
                  <a:pt x="734" y="509"/>
                </a:cubicBezTo>
                <a:cubicBezTo>
                  <a:pt x="742" y="509"/>
                  <a:pt x="749" y="502"/>
                  <a:pt x="749" y="494"/>
                </a:cubicBezTo>
                <a:cubicBezTo>
                  <a:pt x="749" y="425"/>
                  <a:pt x="749" y="425"/>
                  <a:pt x="749" y="425"/>
                </a:cubicBezTo>
                <a:lnTo>
                  <a:pt x="749" y="425"/>
                </a:lnTo>
                <a:lnTo>
                  <a:pt x="749" y="287"/>
                </a:lnTo>
                <a:close/>
                <a:moveTo>
                  <a:pt x="99" y="79"/>
                </a:moveTo>
                <a:lnTo>
                  <a:pt x="99" y="79"/>
                </a:lnTo>
                <a:cubicBezTo>
                  <a:pt x="99" y="52"/>
                  <a:pt x="121" y="29"/>
                  <a:pt x="149" y="29"/>
                </a:cubicBezTo>
                <a:cubicBezTo>
                  <a:pt x="601" y="29"/>
                  <a:pt x="601" y="29"/>
                  <a:pt x="601" y="29"/>
                </a:cubicBezTo>
                <a:cubicBezTo>
                  <a:pt x="629" y="29"/>
                  <a:pt x="651" y="52"/>
                  <a:pt x="651" y="79"/>
                </a:cubicBezTo>
                <a:cubicBezTo>
                  <a:pt x="651" y="240"/>
                  <a:pt x="651" y="240"/>
                  <a:pt x="651" y="240"/>
                </a:cubicBezTo>
                <a:cubicBezTo>
                  <a:pt x="544" y="240"/>
                  <a:pt x="544" y="240"/>
                  <a:pt x="544" y="240"/>
                </a:cubicBezTo>
                <a:cubicBezTo>
                  <a:pt x="544" y="163"/>
                  <a:pt x="544" y="163"/>
                  <a:pt x="544" y="163"/>
                </a:cubicBezTo>
                <a:cubicBezTo>
                  <a:pt x="544" y="130"/>
                  <a:pt x="516" y="103"/>
                  <a:pt x="483" y="103"/>
                </a:cubicBezTo>
                <a:cubicBezTo>
                  <a:pt x="266" y="103"/>
                  <a:pt x="266" y="103"/>
                  <a:pt x="266" y="103"/>
                </a:cubicBezTo>
                <a:cubicBezTo>
                  <a:pt x="233" y="103"/>
                  <a:pt x="206" y="130"/>
                  <a:pt x="206" y="163"/>
                </a:cubicBezTo>
                <a:cubicBezTo>
                  <a:pt x="206" y="240"/>
                  <a:pt x="206" y="240"/>
                  <a:pt x="206" y="240"/>
                </a:cubicBezTo>
                <a:cubicBezTo>
                  <a:pt x="99" y="240"/>
                  <a:pt x="99" y="240"/>
                  <a:pt x="99" y="240"/>
                </a:cubicBezTo>
                <a:lnTo>
                  <a:pt x="99" y="79"/>
                </a:lnTo>
                <a:close/>
                <a:moveTo>
                  <a:pt x="513" y="240"/>
                </a:moveTo>
                <a:lnTo>
                  <a:pt x="513" y="240"/>
                </a:lnTo>
                <a:cubicBezTo>
                  <a:pt x="236" y="240"/>
                  <a:pt x="236" y="240"/>
                  <a:pt x="236" y="240"/>
                </a:cubicBezTo>
                <a:cubicBezTo>
                  <a:pt x="236" y="163"/>
                  <a:pt x="236" y="163"/>
                  <a:pt x="236" y="163"/>
                </a:cubicBezTo>
                <a:cubicBezTo>
                  <a:pt x="236" y="146"/>
                  <a:pt x="250" y="133"/>
                  <a:pt x="266" y="133"/>
                </a:cubicBezTo>
                <a:cubicBezTo>
                  <a:pt x="483" y="133"/>
                  <a:pt x="483" y="133"/>
                  <a:pt x="483" y="133"/>
                </a:cubicBezTo>
                <a:cubicBezTo>
                  <a:pt x="501" y="133"/>
                  <a:pt x="513" y="146"/>
                  <a:pt x="513" y="163"/>
                </a:cubicBezTo>
                <a:lnTo>
                  <a:pt x="513" y="240"/>
                </a:lnTo>
                <a:close/>
                <a:moveTo>
                  <a:pt x="31" y="287"/>
                </a:moveTo>
                <a:lnTo>
                  <a:pt x="31" y="287"/>
                </a:lnTo>
                <a:cubicBezTo>
                  <a:pt x="31" y="278"/>
                  <a:pt x="39" y="269"/>
                  <a:pt x="49" y="269"/>
                </a:cubicBezTo>
                <a:cubicBezTo>
                  <a:pt x="84" y="269"/>
                  <a:pt x="84" y="269"/>
                  <a:pt x="84" y="269"/>
                </a:cubicBezTo>
                <a:cubicBezTo>
                  <a:pt x="220" y="269"/>
                  <a:pt x="220" y="269"/>
                  <a:pt x="220" y="269"/>
                </a:cubicBezTo>
                <a:cubicBezTo>
                  <a:pt x="529" y="269"/>
                  <a:pt x="529" y="269"/>
                  <a:pt x="529" y="269"/>
                </a:cubicBezTo>
                <a:cubicBezTo>
                  <a:pt x="665" y="269"/>
                  <a:pt x="665" y="269"/>
                  <a:pt x="665" y="269"/>
                </a:cubicBezTo>
                <a:cubicBezTo>
                  <a:pt x="702" y="269"/>
                  <a:pt x="702" y="269"/>
                  <a:pt x="702" y="269"/>
                </a:cubicBezTo>
                <a:cubicBezTo>
                  <a:pt x="711" y="269"/>
                  <a:pt x="720" y="278"/>
                  <a:pt x="720" y="287"/>
                </a:cubicBezTo>
                <a:cubicBezTo>
                  <a:pt x="720" y="410"/>
                  <a:pt x="720" y="410"/>
                  <a:pt x="720" y="410"/>
                </a:cubicBezTo>
                <a:cubicBezTo>
                  <a:pt x="31" y="410"/>
                  <a:pt x="31" y="410"/>
                  <a:pt x="31" y="410"/>
                </a:cubicBezTo>
                <a:lnTo>
                  <a:pt x="31" y="287"/>
                </a:lnTo>
                <a:close/>
              </a:path>
            </a:pathLst>
          </a:custGeom>
          <a:solidFill>
            <a:schemeClr val="accent4"/>
          </a:solidFill>
          <a:ln>
            <a:noFill/>
          </a:ln>
          <a:effectLst/>
        </p:spPr>
        <p:txBody>
          <a:bodyPr wrap="none" anchor="ctr"/>
          <a:lstStyle/>
          <a:p>
            <a:endParaRPr lang="da-DK"/>
          </a:p>
        </p:txBody>
      </p:sp>
      <p:grpSp>
        <p:nvGrpSpPr>
          <p:cNvPr id="247" name="Group 250">
            <a:extLst>
              <a:ext uri="{FF2B5EF4-FFF2-40B4-BE49-F238E27FC236}">
                <a16:creationId xmlns:a16="http://schemas.microsoft.com/office/drawing/2014/main" id="{0DD5B85B-1B38-89AF-7774-BDB2A3D96E16}"/>
              </a:ext>
            </a:extLst>
          </p:cNvPr>
          <p:cNvGrpSpPr/>
          <p:nvPr/>
        </p:nvGrpSpPr>
        <p:grpSpPr>
          <a:xfrm>
            <a:off x="10241631" y="3946450"/>
            <a:ext cx="236538" cy="257175"/>
            <a:chOff x="9213850" y="4283075"/>
            <a:chExt cx="236538" cy="257175"/>
          </a:xfrm>
          <a:solidFill>
            <a:schemeClr val="accent4"/>
          </a:solidFill>
        </p:grpSpPr>
        <p:sp>
          <p:nvSpPr>
            <p:cNvPr id="248" name="Freeform 200">
              <a:extLst>
                <a:ext uri="{FF2B5EF4-FFF2-40B4-BE49-F238E27FC236}">
                  <a16:creationId xmlns:a16="http://schemas.microsoft.com/office/drawing/2014/main" id="{4E29F659-C458-C87E-0AD1-A2266428F788}"/>
                </a:ext>
              </a:extLst>
            </p:cNvPr>
            <p:cNvSpPr>
              <a:spLocks noChangeArrowheads="1"/>
            </p:cNvSpPr>
            <p:nvPr/>
          </p:nvSpPr>
          <p:spPr bwMode="auto">
            <a:xfrm>
              <a:off x="9213850" y="4283075"/>
              <a:ext cx="236538" cy="257175"/>
            </a:xfrm>
            <a:custGeom>
              <a:avLst/>
              <a:gdLst>
                <a:gd name="T0" fmla="*/ 462 w 655"/>
                <a:gd name="T1" fmla="*/ 89 h 715"/>
                <a:gd name="T2" fmla="*/ 462 w 655"/>
                <a:gd name="T3" fmla="*/ 89 h 715"/>
                <a:gd name="T4" fmla="*/ 367 w 655"/>
                <a:gd name="T5" fmla="*/ 53 h 715"/>
                <a:gd name="T6" fmla="*/ 223 w 655"/>
                <a:gd name="T7" fmla="*/ 0 h 715"/>
                <a:gd name="T8" fmla="*/ 181 w 655"/>
                <a:gd name="T9" fmla="*/ 4 h 715"/>
                <a:gd name="T10" fmla="*/ 4 w 655"/>
                <a:gd name="T11" fmla="*/ 178 h 715"/>
                <a:gd name="T12" fmla="*/ 0 w 655"/>
                <a:gd name="T13" fmla="*/ 223 h 715"/>
                <a:gd name="T14" fmla="*/ 131 w 655"/>
                <a:gd name="T15" fmla="*/ 426 h 715"/>
                <a:gd name="T16" fmla="*/ 165 w 655"/>
                <a:gd name="T17" fmla="*/ 530 h 715"/>
                <a:gd name="T18" fmla="*/ 179 w 655"/>
                <a:gd name="T19" fmla="*/ 670 h 715"/>
                <a:gd name="T20" fmla="*/ 179 w 655"/>
                <a:gd name="T21" fmla="*/ 670 h 715"/>
                <a:gd name="T22" fmla="*/ 223 w 655"/>
                <a:gd name="T23" fmla="*/ 714 h 715"/>
                <a:gd name="T24" fmla="*/ 283 w 655"/>
                <a:gd name="T25" fmla="*/ 714 h 715"/>
                <a:gd name="T26" fmla="*/ 328 w 655"/>
                <a:gd name="T27" fmla="*/ 669 h 715"/>
                <a:gd name="T28" fmla="*/ 328 w 655"/>
                <a:gd name="T29" fmla="*/ 421 h 715"/>
                <a:gd name="T30" fmla="*/ 363 w 655"/>
                <a:gd name="T31" fmla="*/ 397 h 715"/>
                <a:gd name="T32" fmla="*/ 467 w 655"/>
                <a:gd name="T33" fmla="*/ 357 h 715"/>
                <a:gd name="T34" fmla="*/ 610 w 655"/>
                <a:gd name="T35" fmla="*/ 357 h 715"/>
                <a:gd name="T36" fmla="*/ 654 w 655"/>
                <a:gd name="T37" fmla="*/ 312 h 715"/>
                <a:gd name="T38" fmla="*/ 654 w 655"/>
                <a:gd name="T39" fmla="*/ 134 h 715"/>
                <a:gd name="T40" fmla="*/ 610 w 655"/>
                <a:gd name="T41" fmla="*/ 89 h 715"/>
                <a:gd name="T42" fmla="*/ 462 w 655"/>
                <a:gd name="T43" fmla="*/ 89 h 715"/>
                <a:gd name="T44" fmla="*/ 297 w 655"/>
                <a:gd name="T45" fmla="*/ 669 h 715"/>
                <a:gd name="T46" fmla="*/ 297 w 655"/>
                <a:gd name="T47" fmla="*/ 669 h 715"/>
                <a:gd name="T48" fmla="*/ 293 w 655"/>
                <a:gd name="T49" fmla="*/ 680 h 715"/>
                <a:gd name="T50" fmla="*/ 283 w 655"/>
                <a:gd name="T51" fmla="*/ 684 h 715"/>
                <a:gd name="T52" fmla="*/ 223 w 655"/>
                <a:gd name="T53" fmla="*/ 684 h 715"/>
                <a:gd name="T54" fmla="*/ 208 w 655"/>
                <a:gd name="T55" fmla="*/ 669 h 715"/>
                <a:gd name="T56" fmla="*/ 208 w 655"/>
                <a:gd name="T57" fmla="*/ 669 h 715"/>
                <a:gd name="T58" fmla="*/ 194 w 655"/>
                <a:gd name="T59" fmla="*/ 524 h 715"/>
                <a:gd name="T60" fmla="*/ 170 w 655"/>
                <a:gd name="T61" fmla="*/ 440 h 715"/>
                <a:gd name="T62" fmla="*/ 223 w 655"/>
                <a:gd name="T63" fmla="*/ 446 h 715"/>
                <a:gd name="T64" fmla="*/ 297 w 655"/>
                <a:gd name="T65" fmla="*/ 433 h 715"/>
                <a:gd name="T66" fmla="*/ 297 w 655"/>
                <a:gd name="T67" fmla="*/ 669 h 715"/>
                <a:gd name="T68" fmla="*/ 625 w 655"/>
                <a:gd name="T69" fmla="*/ 134 h 715"/>
                <a:gd name="T70" fmla="*/ 625 w 655"/>
                <a:gd name="T71" fmla="*/ 134 h 715"/>
                <a:gd name="T72" fmla="*/ 625 w 655"/>
                <a:gd name="T73" fmla="*/ 312 h 715"/>
                <a:gd name="T74" fmla="*/ 610 w 655"/>
                <a:gd name="T75" fmla="*/ 327 h 715"/>
                <a:gd name="T76" fmla="*/ 467 w 655"/>
                <a:gd name="T77" fmla="*/ 327 h 715"/>
                <a:gd name="T78" fmla="*/ 345 w 655"/>
                <a:gd name="T79" fmla="*/ 373 h 715"/>
                <a:gd name="T80" fmla="*/ 223 w 655"/>
                <a:gd name="T81" fmla="*/ 417 h 715"/>
                <a:gd name="T82" fmla="*/ 87 w 655"/>
                <a:gd name="T83" fmla="*/ 359 h 715"/>
                <a:gd name="T84" fmla="*/ 29 w 655"/>
                <a:gd name="T85" fmla="*/ 223 h 715"/>
                <a:gd name="T86" fmla="*/ 34 w 655"/>
                <a:gd name="T87" fmla="*/ 184 h 715"/>
                <a:gd name="T88" fmla="*/ 186 w 655"/>
                <a:gd name="T89" fmla="*/ 33 h 715"/>
                <a:gd name="T90" fmla="*/ 223 w 655"/>
                <a:gd name="T91" fmla="*/ 30 h 715"/>
                <a:gd name="T92" fmla="*/ 347 w 655"/>
                <a:gd name="T93" fmla="*/ 75 h 715"/>
                <a:gd name="T94" fmla="*/ 462 w 655"/>
                <a:gd name="T95" fmla="*/ 120 h 715"/>
                <a:gd name="T96" fmla="*/ 610 w 655"/>
                <a:gd name="T97" fmla="*/ 120 h 715"/>
                <a:gd name="T98" fmla="*/ 625 w 655"/>
                <a:gd name="T99" fmla="*/ 1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55" h="715">
                  <a:moveTo>
                    <a:pt x="462" y="89"/>
                  </a:moveTo>
                  <a:lnTo>
                    <a:pt x="462" y="89"/>
                  </a:lnTo>
                  <a:cubicBezTo>
                    <a:pt x="427" y="89"/>
                    <a:pt x="393" y="75"/>
                    <a:pt x="367" y="53"/>
                  </a:cubicBezTo>
                  <a:cubicBezTo>
                    <a:pt x="328" y="19"/>
                    <a:pt x="278" y="0"/>
                    <a:pt x="223" y="0"/>
                  </a:cubicBezTo>
                  <a:cubicBezTo>
                    <a:pt x="209" y="0"/>
                    <a:pt x="195" y="1"/>
                    <a:pt x="181" y="4"/>
                  </a:cubicBezTo>
                  <a:cubicBezTo>
                    <a:pt x="92" y="21"/>
                    <a:pt x="21" y="90"/>
                    <a:pt x="4" y="178"/>
                  </a:cubicBezTo>
                  <a:cubicBezTo>
                    <a:pt x="2" y="193"/>
                    <a:pt x="0" y="209"/>
                    <a:pt x="0" y="223"/>
                  </a:cubicBezTo>
                  <a:cubicBezTo>
                    <a:pt x="0" y="313"/>
                    <a:pt x="54" y="392"/>
                    <a:pt x="131" y="426"/>
                  </a:cubicBezTo>
                  <a:cubicBezTo>
                    <a:pt x="147" y="454"/>
                    <a:pt x="158" y="489"/>
                    <a:pt x="165" y="530"/>
                  </a:cubicBezTo>
                  <a:cubicBezTo>
                    <a:pt x="173" y="573"/>
                    <a:pt x="177" y="620"/>
                    <a:pt x="179" y="670"/>
                  </a:cubicBezTo>
                  <a:lnTo>
                    <a:pt x="179" y="670"/>
                  </a:lnTo>
                  <a:cubicBezTo>
                    <a:pt x="179" y="694"/>
                    <a:pt x="198" y="714"/>
                    <a:pt x="223" y="714"/>
                  </a:cubicBezTo>
                  <a:cubicBezTo>
                    <a:pt x="283" y="714"/>
                    <a:pt x="283" y="714"/>
                    <a:pt x="283" y="714"/>
                  </a:cubicBezTo>
                  <a:cubicBezTo>
                    <a:pt x="307" y="714"/>
                    <a:pt x="328" y="694"/>
                    <a:pt x="328" y="669"/>
                  </a:cubicBezTo>
                  <a:cubicBezTo>
                    <a:pt x="328" y="421"/>
                    <a:pt x="328" y="421"/>
                    <a:pt x="328" y="421"/>
                  </a:cubicBezTo>
                  <a:cubicBezTo>
                    <a:pt x="340" y="414"/>
                    <a:pt x="352" y="405"/>
                    <a:pt x="363" y="397"/>
                  </a:cubicBezTo>
                  <a:cubicBezTo>
                    <a:pt x="393" y="372"/>
                    <a:pt x="430" y="357"/>
                    <a:pt x="467" y="357"/>
                  </a:cubicBezTo>
                  <a:cubicBezTo>
                    <a:pt x="610" y="357"/>
                    <a:pt x="610" y="357"/>
                    <a:pt x="610" y="357"/>
                  </a:cubicBezTo>
                  <a:cubicBezTo>
                    <a:pt x="635" y="357"/>
                    <a:pt x="654" y="337"/>
                    <a:pt x="654" y="312"/>
                  </a:cubicBezTo>
                  <a:cubicBezTo>
                    <a:pt x="654" y="134"/>
                    <a:pt x="654" y="134"/>
                    <a:pt x="654" y="134"/>
                  </a:cubicBezTo>
                  <a:cubicBezTo>
                    <a:pt x="654" y="110"/>
                    <a:pt x="635" y="89"/>
                    <a:pt x="610" y="89"/>
                  </a:cubicBezTo>
                  <a:lnTo>
                    <a:pt x="462" y="89"/>
                  </a:lnTo>
                  <a:close/>
                  <a:moveTo>
                    <a:pt x="297" y="669"/>
                  </a:moveTo>
                  <a:lnTo>
                    <a:pt x="297" y="669"/>
                  </a:lnTo>
                  <a:cubicBezTo>
                    <a:pt x="297" y="673"/>
                    <a:pt x="296" y="677"/>
                    <a:pt x="293" y="680"/>
                  </a:cubicBezTo>
                  <a:cubicBezTo>
                    <a:pt x="290" y="683"/>
                    <a:pt x="287" y="684"/>
                    <a:pt x="283" y="684"/>
                  </a:cubicBezTo>
                  <a:cubicBezTo>
                    <a:pt x="223" y="684"/>
                    <a:pt x="223" y="684"/>
                    <a:pt x="223" y="684"/>
                  </a:cubicBezTo>
                  <a:cubicBezTo>
                    <a:pt x="215" y="684"/>
                    <a:pt x="208" y="677"/>
                    <a:pt x="208" y="669"/>
                  </a:cubicBezTo>
                  <a:lnTo>
                    <a:pt x="208" y="669"/>
                  </a:lnTo>
                  <a:cubicBezTo>
                    <a:pt x="206" y="619"/>
                    <a:pt x="202" y="569"/>
                    <a:pt x="194" y="524"/>
                  </a:cubicBezTo>
                  <a:cubicBezTo>
                    <a:pt x="188" y="493"/>
                    <a:pt x="181" y="465"/>
                    <a:pt x="170" y="440"/>
                  </a:cubicBezTo>
                  <a:cubicBezTo>
                    <a:pt x="187" y="445"/>
                    <a:pt x="205" y="446"/>
                    <a:pt x="223" y="446"/>
                  </a:cubicBezTo>
                  <a:cubicBezTo>
                    <a:pt x="250" y="446"/>
                    <a:pt x="275" y="442"/>
                    <a:pt x="297" y="433"/>
                  </a:cubicBezTo>
                  <a:lnTo>
                    <a:pt x="297" y="669"/>
                  </a:lnTo>
                  <a:close/>
                  <a:moveTo>
                    <a:pt x="625" y="134"/>
                  </a:moveTo>
                  <a:lnTo>
                    <a:pt x="625" y="134"/>
                  </a:lnTo>
                  <a:cubicBezTo>
                    <a:pt x="625" y="312"/>
                    <a:pt x="625" y="312"/>
                    <a:pt x="625" y="312"/>
                  </a:cubicBezTo>
                  <a:cubicBezTo>
                    <a:pt x="625" y="320"/>
                    <a:pt x="618" y="327"/>
                    <a:pt x="610" y="327"/>
                  </a:cubicBezTo>
                  <a:cubicBezTo>
                    <a:pt x="467" y="327"/>
                    <a:pt x="467" y="327"/>
                    <a:pt x="467" y="327"/>
                  </a:cubicBezTo>
                  <a:cubicBezTo>
                    <a:pt x="421" y="327"/>
                    <a:pt x="379" y="345"/>
                    <a:pt x="345" y="373"/>
                  </a:cubicBezTo>
                  <a:cubicBezTo>
                    <a:pt x="311" y="400"/>
                    <a:pt x="269" y="417"/>
                    <a:pt x="223" y="417"/>
                  </a:cubicBezTo>
                  <a:cubicBezTo>
                    <a:pt x="170" y="417"/>
                    <a:pt x="121" y="396"/>
                    <a:pt x="87" y="359"/>
                  </a:cubicBezTo>
                  <a:cubicBezTo>
                    <a:pt x="52" y="325"/>
                    <a:pt x="29" y="277"/>
                    <a:pt x="29" y="223"/>
                  </a:cubicBezTo>
                  <a:cubicBezTo>
                    <a:pt x="29" y="210"/>
                    <a:pt x="31" y="198"/>
                    <a:pt x="34" y="184"/>
                  </a:cubicBezTo>
                  <a:cubicBezTo>
                    <a:pt x="49" y="108"/>
                    <a:pt x="110" y="47"/>
                    <a:pt x="186" y="33"/>
                  </a:cubicBezTo>
                  <a:cubicBezTo>
                    <a:pt x="198" y="30"/>
                    <a:pt x="211" y="30"/>
                    <a:pt x="223" y="30"/>
                  </a:cubicBezTo>
                  <a:cubicBezTo>
                    <a:pt x="271" y="30"/>
                    <a:pt x="314" y="47"/>
                    <a:pt x="347" y="75"/>
                  </a:cubicBezTo>
                  <a:cubicBezTo>
                    <a:pt x="379" y="101"/>
                    <a:pt x="418" y="120"/>
                    <a:pt x="462" y="120"/>
                  </a:cubicBezTo>
                  <a:cubicBezTo>
                    <a:pt x="610" y="120"/>
                    <a:pt x="610" y="120"/>
                    <a:pt x="610" y="120"/>
                  </a:cubicBezTo>
                  <a:cubicBezTo>
                    <a:pt x="618" y="120"/>
                    <a:pt x="625" y="125"/>
                    <a:pt x="625" y="1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1">
              <a:extLst>
                <a:ext uri="{FF2B5EF4-FFF2-40B4-BE49-F238E27FC236}">
                  <a16:creationId xmlns:a16="http://schemas.microsoft.com/office/drawing/2014/main" id="{0102F26F-F193-0FA6-BBDC-206814C2524B}"/>
                </a:ext>
              </a:extLst>
            </p:cNvPr>
            <p:cNvSpPr>
              <a:spLocks noChangeArrowheads="1"/>
            </p:cNvSpPr>
            <p:nvPr/>
          </p:nvSpPr>
          <p:spPr bwMode="auto">
            <a:xfrm>
              <a:off x="9256713" y="4325938"/>
              <a:ext cx="76200" cy="74612"/>
            </a:xfrm>
            <a:custGeom>
              <a:avLst/>
              <a:gdLst>
                <a:gd name="T0" fmla="*/ 104 w 210"/>
                <a:gd name="T1" fmla="*/ 0 h 208"/>
                <a:gd name="T2" fmla="*/ 104 w 210"/>
                <a:gd name="T3" fmla="*/ 0 h 208"/>
                <a:gd name="T4" fmla="*/ 0 w 210"/>
                <a:gd name="T5" fmla="*/ 103 h 208"/>
                <a:gd name="T6" fmla="*/ 104 w 210"/>
                <a:gd name="T7" fmla="*/ 207 h 208"/>
                <a:gd name="T8" fmla="*/ 209 w 210"/>
                <a:gd name="T9" fmla="*/ 103 h 208"/>
                <a:gd name="T10" fmla="*/ 104 w 210"/>
                <a:gd name="T11" fmla="*/ 0 h 208"/>
                <a:gd name="T12" fmla="*/ 157 w 210"/>
                <a:gd name="T13" fmla="*/ 156 h 208"/>
                <a:gd name="T14" fmla="*/ 157 w 210"/>
                <a:gd name="T15" fmla="*/ 156 h 208"/>
                <a:gd name="T16" fmla="*/ 104 w 210"/>
                <a:gd name="T17" fmla="*/ 178 h 208"/>
                <a:gd name="T18" fmla="*/ 51 w 210"/>
                <a:gd name="T19" fmla="*/ 156 h 208"/>
                <a:gd name="T20" fmla="*/ 30 w 210"/>
                <a:gd name="T21" fmla="*/ 103 h 208"/>
                <a:gd name="T22" fmla="*/ 51 w 210"/>
                <a:gd name="T23" fmla="*/ 51 h 208"/>
                <a:gd name="T24" fmla="*/ 104 w 210"/>
                <a:gd name="T25" fmla="*/ 29 h 208"/>
                <a:gd name="T26" fmla="*/ 157 w 210"/>
                <a:gd name="T27" fmla="*/ 51 h 208"/>
                <a:gd name="T28" fmla="*/ 178 w 210"/>
                <a:gd name="T29" fmla="*/ 103 h 208"/>
                <a:gd name="T30" fmla="*/ 157 w 210"/>
                <a:gd name="T31" fmla="*/ 156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08">
                  <a:moveTo>
                    <a:pt x="104" y="0"/>
                  </a:moveTo>
                  <a:lnTo>
                    <a:pt x="104" y="0"/>
                  </a:lnTo>
                  <a:cubicBezTo>
                    <a:pt x="47" y="0"/>
                    <a:pt x="0" y="46"/>
                    <a:pt x="0" y="103"/>
                  </a:cubicBezTo>
                  <a:cubicBezTo>
                    <a:pt x="0" y="161"/>
                    <a:pt x="47" y="207"/>
                    <a:pt x="104" y="207"/>
                  </a:cubicBezTo>
                  <a:cubicBezTo>
                    <a:pt x="161" y="207"/>
                    <a:pt x="209" y="161"/>
                    <a:pt x="209" y="103"/>
                  </a:cubicBezTo>
                  <a:cubicBezTo>
                    <a:pt x="209" y="46"/>
                    <a:pt x="161" y="0"/>
                    <a:pt x="104" y="0"/>
                  </a:cubicBezTo>
                  <a:close/>
                  <a:moveTo>
                    <a:pt x="157" y="156"/>
                  </a:moveTo>
                  <a:lnTo>
                    <a:pt x="157" y="156"/>
                  </a:lnTo>
                  <a:cubicBezTo>
                    <a:pt x="143" y="170"/>
                    <a:pt x="125" y="178"/>
                    <a:pt x="104" y="178"/>
                  </a:cubicBezTo>
                  <a:cubicBezTo>
                    <a:pt x="83" y="178"/>
                    <a:pt x="65" y="170"/>
                    <a:pt x="51" y="156"/>
                  </a:cubicBezTo>
                  <a:cubicBezTo>
                    <a:pt x="39" y="142"/>
                    <a:pt x="30" y="124"/>
                    <a:pt x="30" y="103"/>
                  </a:cubicBezTo>
                  <a:cubicBezTo>
                    <a:pt x="30" y="83"/>
                    <a:pt x="39" y="64"/>
                    <a:pt x="51" y="51"/>
                  </a:cubicBezTo>
                  <a:cubicBezTo>
                    <a:pt x="65" y="37"/>
                    <a:pt x="83" y="29"/>
                    <a:pt x="104" y="29"/>
                  </a:cubicBezTo>
                  <a:cubicBezTo>
                    <a:pt x="125" y="29"/>
                    <a:pt x="143" y="37"/>
                    <a:pt x="157" y="51"/>
                  </a:cubicBezTo>
                  <a:cubicBezTo>
                    <a:pt x="170" y="64"/>
                    <a:pt x="178" y="83"/>
                    <a:pt x="178" y="103"/>
                  </a:cubicBezTo>
                  <a:cubicBezTo>
                    <a:pt x="178" y="124"/>
                    <a:pt x="170" y="142"/>
                    <a:pt x="157" y="15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0" name="Group 253">
            <a:extLst>
              <a:ext uri="{FF2B5EF4-FFF2-40B4-BE49-F238E27FC236}">
                <a16:creationId xmlns:a16="http://schemas.microsoft.com/office/drawing/2014/main" id="{FAFEB2C5-D66E-DC81-D9BB-8FEC1AEA207A}"/>
              </a:ext>
            </a:extLst>
          </p:cNvPr>
          <p:cNvGrpSpPr/>
          <p:nvPr/>
        </p:nvGrpSpPr>
        <p:grpSpPr>
          <a:xfrm>
            <a:off x="10760744" y="3967881"/>
            <a:ext cx="257175" cy="214313"/>
            <a:chOff x="9732963" y="4314825"/>
            <a:chExt cx="257175" cy="214313"/>
          </a:xfrm>
          <a:solidFill>
            <a:schemeClr val="accent4"/>
          </a:solidFill>
        </p:grpSpPr>
        <p:sp>
          <p:nvSpPr>
            <p:cNvPr id="251" name="Freeform 202">
              <a:extLst>
                <a:ext uri="{FF2B5EF4-FFF2-40B4-BE49-F238E27FC236}">
                  <a16:creationId xmlns:a16="http://schemas.microsoft.com/office/drawing/2014/main" id="{221FD63B-13E4-7657-FF88-0B56CDF07765}"/>
                </a:ext>
              </a:extLst>
            </p:cNvPr>
            <p:cNvSpPr>
              <a:spLocks noChangeArrowheads="1"/>
            </p:cNvSpPr>
            <p:nvPr/>
          </p:nvSpPr>
          <p:spPr bwMode="auto">
            <a:xfrm>
              <a:off x="9732963" y="4314825"/>
              <a:ext cx="257175" cy="214313"/>
            </a:xfrm>
            <a:custGeom>
              <a:avLst/>
              <a:gdLst>
                <a:gd name="T0" fmla="*/ 415 w 715"/>
                <a:gd name="T1" fmla="*/ 88 h 596"/>
                <a:gd name="T2" fmla="*/ 415 w 715"/>
                <a:gd name="T3" fmla="*/ 88 h 596"/>
                <a:gd name="T4" fmla="*/ 415 w 715"/>
                <a:gd name="T5" fmla="*/ 60 h 596"/>
                <a:gd name="T6" fmla="*/ 398 w 715"/>
                <a:gd name="T7" fmla="*/ 18 h 596"/>
                <a:gd name="T8" fmla="*/ 357 w 715"/>
                <a:gd name="T9" fmla="*/ 0 h 596"/>
                <a:gd name="T10" fmla="*/ 315 w 715"/>
                <a:gd name="T11" fmla="*/ 18 h 596"/>
                <a:gd name="T12" fmla="*/ 297 w 715"/>
                <a:gd name="T13" fmla="*/ 60 h 596"/>
                <a:gd name="T14" fmla="*/ 297 w 715"/>
                <a:gd name="T15" fmla="*/ 88 h 596"/>
                <a:gd name="T16" fmla="*/ 0 w 715"/>
                <a:gd name="T17" fmla="*/ 439 h 596"/>
                <a:gd name="T18" fmla="*/ 4 w 715"/>
                <a:gd name="T19" fmla="*/ 494 h 596"/>
                <a:gd name="T20" fmla="*/ 19 w 715"/>
                <a:gd name="T21" fmla="*/ 506 h 596"/>
                <a:gd name="T22" fmla="*/ 357 w 715"/>
                <a:gd name="T23" fmla="*/ 506 h 596"/>
                <a:gd name="T24" fmla="*/ 357 w 715"/>
                <a:gd name="T25" fmla="*/ 566 h 596"/>
                <a:gd name="T26" fmla="*/ 73 w 715"/>
                <a:gd name="T27" fmla="*/ 566 h 596"/>
                <a:gd name="T28" fmla="*/ 58 w 715"/>
                <a:gd name="T29" fmla="*/ 580 h 596"/>
                <a:gd name="T30" fmla="*/ 73 w 715"/>
                <a:gd name="T31" fmla="*/ 595 h 596"/>
                <a:gd name="T32" fmla="*/ 638 w 715"/>
                <a:gd name="T33" fmla="*/ 595 h 596"/>
                <a:gd name="T34" fmla="*/ 654 w 715"/>
                <a:gd name="T35" fmla="*/ 580 h 596"/>
                <a:gd name="T36" fmla="*/ 638 w 715"/>
                <a:gd name="T37" fmla="*/ 566 h 596"/>
                <a:gd name="T38" fmla="*/ 386 w 715"/>
                <a:gd name="T39" fmla="*/ 566 h 596"/>
                <a:gd name="T40" fmla="*/ 386 w 715"/>
                <a:gd name="T41" fmla="*/ 506 h 596"/>
                <a:gd name="T42" fmla="*/ 694 w 715"/>
                <a:gd name="T43" fmla="*/ 506 h 596"/>
                <a:gd name="T44" fmla="*/ 708 w 715"/>
                <a:gd name="T45" fmla="*/ 494 h 596"/>
                <a:gd name="T46" fmla="*/ 714 w 715"/>
                <a:gd name="T47" fmla="*/ 439 h 596"/>
                <a:gd name="T48" fmla="*/ 415 w 715"/>
                <a:gd name="T49" fmla="*/ 88 h 596"/>
                <a:gd name="T50" fmla="*/ 326 w 715"/>
                <a:gd name="T51" fmla="*/ 60 h 596"/>
                <a:gd name="T52" fmla="*/ 326 w 715"/>
                <a:gd name="T53" fmla="*/ 60 h 596"/>
                <a:gd name="T54" fmla="*/ 357 w 715"/>
                <a:gd name="T55" fmla="*/ 31 h 596"/>
                <a:gd name="T56" fmla="*/ 386 w 715"/>
                <a:gd name="T57" fmla="*/ 60 h 596"/>
                <a:gd name="T58" fmla="*/ 386 w 715"/>
                <a:gd name="T59" fmla="*/ 84 h 596"/>
                <a:gd name="T60" fmla="*/ 357 w 715"/>
                <a:gd name="T61" fmla="*/ 82 h 596"/>
                <a:gd name="T62" fmla="*/ 326 w 715"/>
                <a:gd name="T63" fmla="*/ 84 h 596"/>
                <a:gd name="T64" fmla="*/ 326 w 715"/>
                <a:gd name="T65" fmla="*/ 60 h 596"/>
                <a:gd name="T66" fmla="*/ 680 w 715"/>
                <a:gd name="T67" fmla="*/ 477 h 596"/>
                <a:gd name="T68" fmla="*/ 680 w 715"/>
                <a:gd name="T69" fmla="*/ 477 h 596"/>
                <a:gd name="T70" fmla="*/ 32 w 715"/>
                <a:gd name="T71" fmla="*/ 477 h 596"/>
                <a:gd name="T72" fmla="*/ 29 w 715"/>
                <a:gd name="T73" fmla="*/ 439 h 596"/>
                <a:gd name="T74" fmla="*/ 125 w 715"/>
                <a:gd name="T75" fmla="*/ 208 h 596"/>
                <a:gd name="T76" fmla="*/ 357 w 715"/>
                <a:gd name="T77" fmla="*/ 111 h 596"/>
                <a:gd name="T78" fmla="*/ 588 w 715"/>
                <a:gd name="T79" fmla="*/ 208 h 596"/>
                <a:gd name="T80" fmla="*/ 683 w 715"/>
                <a:gd name="T81" fmla="*/ 439 h 596"/>
                <a:gd name="T82" fmla="*/ 680 w 715"/>
                <a:gd name="T83" fmla="*/ 477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15" h="596">
                  <a:moveTo>
                    <a:pt x="415" y="88"/>
                  </a:moveTo>
                  <a:lnTo>
                    <a:pt x="415" y="88"/>
                  </a:lnTo>
                  <a:cubicBezTo>
                    <a:pt x="415" y="60"/>
                    <a:pt x="415" y="60"/>
                    <a:pt x="415" y="60"/>
                  </a:cubicBezTo>
                  <a:cubicBezTo>
                    <a:pt x="415" y="43"/>
                    <a:pt x="410" y="29"/>
                    <a:pt x="398" y="18"/>
                  </a:cubicBezTo>
                  <a:cubicBezTo>
                    <a:pt x="387" y="7"/>
                    <a:pt x="372" y="0"/>
                    <a:pt x="357" y="0"/>
                  </a:cubicBezTo>
                  <a:cubicBezTo>
                    <a:pt x="340" y="0"/>
                    <a:pt x="324" y="7"/>
                    <a:pt x="315" y="18"/>
                  </a:cubicBezTo>
                  <a:cubicBezTo>
                    <a:pt x="304" y="29"/>
                    <a:pt x="297" y="43"/>
                    <a:pt x="297" y="60"/>
                  </a:cubicBezTo>
                  <a:cubicBezTo>
                    <a:pt x="297" y="88"/>
                    <a:pt x="297" y="88"/>
                    <a:pt x="297" y="88"/>
                  </a:cubicBezTo>
                  <a:cubicBezTo>
                    <a:pt x="128" y="116"/>
                    <a:pt x="0" y="262"/>
                    <a:pt x="0" y="439"/>
                  </a:cubicBezTo>
                  <a:cubicBezTo>
                    <a:pt x="0" y="457"/>
                    <a:pt x="1" y="475"/>
                    <a:pt x="4" y="494"/>
                  </a:cubicBezTo>
                  <a:cubicBezTo>
                    <a:pt x="5" y="501"/>
                    <a:pt x="11" y="506"/>
                    <a:pt x="19" y="506"/>
                  </a:cubicBezTo>
                  <a:cubicBezTo>
                    <a:pt x="357" y="506"/>
                    <a:pt x="357" y="506"/>
                    <a:pt x="357" y="506"/>
                  </a:cubicBezTo>
                  <a:cubicBezTo>
                    <a:pt x="357" y="566"/>
                    <a:pt x="357" y="566"/>
                    <a:pt x="357" y="566"/>
                  </a:cubicBezTo>
                  <a:cubicBezTo>
                    <a:pt x="73" y="566"/>
                    <a:pt x="73" y="566"/>
                    <a:pt x="73" y="566"/>
                  </a:cubicBezTo>
                  <a:cubicBezTo>
                    <a:pt x="65" y="566"/>
                    <a:pt x="58" y="572"/>
                    <a:pt x="58" y="580"/>
                  </a:cubicBezTo>
                  <a:cubicBezTo>
                    <a:pt x="58" y="588"/>
                    <a:pt x="65" y="595"/>
                    <a:pt x="73" y="595"/>
                  </a:cubicBezTo>
                  <a:cubicBezTo>
                    <a:pt x="638" y="595"/>
                    <a:pt x="638" y="595"/>
                    <a:pt x="638" y="595"/>
                  </a:cubicBezTo>
                  <a:cubicBezTo>
                    <a:pt x="647" y="595"/>
                    <a:pt x="654" y="588"/>
                    <a:pt x="654" y="580"/>
                  </a:cubicBezTo>
                  <a:cubicBezTo>
                    <a:pt x="654" y="572"/>
                    <a:pt x="647" y="566"/>
                    <a:pt x="638" y="566"/>
                  </a:cubicBezTo>
                  <a:cubicBezTo>
                    <a:pt x="386" y="566"/>
                    <a:pt x="386" y="566"/>
                    <a:pt x="386" y="566"/>
                  </a:cubicBezTo>
                  <a:cubicBezTo>
                    <a:pt x="386" y="506"/>
                    <a:pt x="386" y="506"/>
                    <a:pt x="386" y="506"/>
                  </a:cubicBezTo>
                  <a:cubicBezTo>
                    <a:pt x="694" y="506"/>
                    <a:pt x="694" y="506"/>
                    <a:pt x="694" y="506"/>
                  </a:cubicBezTo>
                  <a:cubicBezTo>
                    <a:pt x="701" y="506"/>
                    <a:pt x="708" y="501"/>
                    <a:pt x="708" y="494"/>
                  </a:cubicBezTo>
                  <a:cubicBezTo>
                    <a:pt x="711" y="475"/>
                    <a:pt x="714" y="457"/>
                    <a:pt x="714" y="439"/>
                  </a:cubicBezTo>
                  <a:cubicBezTo>
                    <a:pt x="714" y="262"/>
                    <a:pt x="584" y="116"/>
                    <a:pt x="415" y="88"/>
                  </a:cubicBezTo>
                  <a:close/>
                  <a:moveTo>
                    <a:pt x="326" y="60"/>
                  </a:moveTo>
                  <a:lnTo>
                    <a:pt x="326" y="60"/>
                  </a:lnTo>
                  <a:cubicBezTo>
                    <a:pt x="326" y="43"/>
                    <a:pt x="340" y="31"/>
                    <a:pt x="357" y="31"/>
                  </a:cubicBezTo>
                  <a:cubicBezTo>
                    <a:pt x="373" y="31"/>
                    <a:pt x="386" y="43"/>
                    <a:pt x="386" y="60"/>
                  </a:cubicBezTo>
                  <a:cubicBezTo>
                    <a:pt x="386" y="84"/>
                    <a:pt x="386" y="84"/>
                    <a:pt x="386" y="84"/>
                  </a:cubicBezTo>
                  <a:cubicBezTo>
                    <a:pt x="376" y="82"/>
                    <a:pt x="366" y="82"/>
                    <a:pt x="357" y="82"/>
                  </a:cubicBezTo>
                  <a:cubicBezTo>
                    <a:pt x="347" y="82"/>
                    <a:pt x="336" y="82"/>
                    <a:pt x="326" y="84"/>
                  </a:cubicBezTo>
                  <a:lnTo>
                    <a:pt x="326" y="60"/>
                  </a:lnTo>
                  <a:close/>
                  <a:moveTo>
                    <a:pt x="680" y="477"/>
                  </a:moveTo>
                  <a:lnTo>
                    <a:pt x="680" y="477"/>
                  </a:lnTo>
                  <a:cubicBezTo>
                    <a:pt x="32" y="477"/>
                    <a:pt x="32" y="477"/>
                    <a:pt x="32" y="477"/>
                  </a:cubicBezTo>
                  <a:cubicBezTo>
                    <a:pt x="30" y="464"/>
                    <a:pt x="29" y="452"/>
                    <a:pt x="29" y="439"/>
                  </a:cubicBezTo>
                  <a:cubicBezTo>
                    <a:pt x="29" y="349"/>
                    <a:pt x="65" y="268"/>
                    <a:pt x="125" y="208"/>
                  </a:cubicBezTo>
                  <a:cubicBezTo>
                    <a:pt x="184" y="149"/>
                    <a:pt x="266" y="111"/>
                    <a:pt x="357" y="111"/>
                  </a:cubicBezTo>
                  <a:cubicBezTo>
                    <a:pt x="447" y="111"/>
                    <a:pt x="528" y="149"/>
                    <a:pt x="588" y="208"/>
                  </a:cubicBezTo>
                  <a:cubicBezTo>
                    <a:pt x="647" y="268"/>
                    <a:pt x="683" y="349"/>
                    <a:pt x="683" y="439"/>
                  </a:cubicBezTo>
                  <a:cubicBezTo>
                    <a:pt x="683" y="452"/>
                    <a:pt x="683" y="464"/>
                    <a:pt x="680" y="4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3">
              <a:extLst>
                <a:ext uri="{FF2B5EF4-FFF2-40B4-BE49-F238E27FC236}">
                  <a16:creationId xmlns:a16="http://schemas.microsoft.com/office/drawing/2014/main" id="{C12464C6-BF9D-E336-D6F2-83749E92E4CE}"/>
                </a:ext>
              </a:extLst>
            </p:cNvPr>
            <p:cNvSpPr>
              <a:spLocks noChangeArrowheads="1"/>
            </p:cNvSpPr>
            <p:nvPr/>
          </p:nvSpPr>
          <p:spPr bwMode="auto">
            <a:xfrm>
              <a:off x="9766300" y="4376738"/>
              <a:ext cx="101600" cy="88900"/>
            </a:xfrm>
            <a:custGeom>
              <a:avLst/>
              <a:gdLst>
                <a:gd name="T0" fmla="*/ 267 w 282"/>
                <a:gd name="T1" fmla="*/ 0 h 248"/>
                <a:gd name="T2" fmla="*/ 267 w 282"/>
                <a:gd name="T3" fmla="*/ 0 h 248"/>
                <a:gd name="T4" fmla="*/ 2 w 282"/>
                <a:gd name="T5" fmla="*/ 229 h 248"/>
                <a:gd name="T6" fmla="*/ 14 w 282"/>
                <a:gd name="T7" fmla="*/ 246 h 248"/>
                <a:gd name="T8" fmla="*/ 31 w 282"/>
                <a:gd name="T9" fmla="*/ 233 h 248"/>
                <a:gd name="T10" fmla="*/ 31 w 282"/>
                <a:gd name="T11" fmla="*/ 233 h 248"/>
                <a:gd name="T12" fmla="*/ 267 w 282"/>
                <a:gd name="T13" fmla="*/ 30 h 248"/>
                <a:gd name="T14" fmla="*/ 281 w 282"/>
                <a:gd name="T15" fmla="*/ 16 h 248"/>
                <a:gd name="T16" fmla="*/ 267 w 282"/>
                <a:gd name="T17" fmla="*/ 0 h 2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82" h="248">
                  <a:moveTo>
                    <a:pt x="267" y="0"/>
                  </a:moveTo>
                  <a:lnTo>
                    <a:pt x="267" y="0"/>
                  </a:lnTo>
                  <a:cubicBezTo>
                    <a:pt x="131" y="0"/>
                    <a:pt x="20" y="99"/>
                    <a:pt x="2" y="229"/>
                  </a:cubicBezTo>
                  <a:cubicBezTo>
                    <a:pt x="0" y="238"/>
                    <a:pt x="6" y="244"/>
                    <a:pt x="14" y="246"/>
                  </a:cubicBezTo>
                  <a:cubicBezTo>
                    <a:pt x="22" y="247"/>
                    <a:pt x="30" y="242"/>
                    <a:pt x="31" y="233"/>
                  </a:cubicBezTo>
                  <a:lnTo>
                    <a:pt x="31" y="233"/>
                  </a:lnTo>
                  <a:cubicBezTo>
                    <a:pt x="48" y="119"/>
                    <a:pt x="147" y="30"/>
                    <a:pt x="267" y="30"/>
                  </a:cubicBezTo>
                  <a:cubicBezTo>
                    <a:pt x="275" y="30"/>
                    <a:pt x="281" y="24"/>
                    <a:pt x="281" y="16"/>
                  </a:cubicBezTo>
                  <a:cubicBezTo>
                    <a:pt x="281" y="7"/>
                    <a:pt x="275" y="0"/>
                    <a:pt x="26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53" name="Group 256">
            <a:extLst>
              <a:ext uri="{FF2B5EF4-FFF2-40B4-BE49-F238E27FC236}">
                <a16:creationId xmlns:a16="http://schemas.microsoft.com/office/drawing/2014/main" id="{3E76ED05-9F9E-0280-2466-6F31A1D26C37}"/>
              </a:ext>
            </a:extLst>
          </p:cNvPr>
          <p:cNvGrpSpPr/>
          <p:nvPr/>
        </p:nvGrpSpPr>
        <p:grpSpPr>
          <a:xfrm>
            <a:off x="8200106" y="5511701"/>
            <a:ext cx="214313" cy="257175"/>
            <a:chOff x="7172325" y="5830888"/>
            <a:chExt cx="214313" cy="257175"/>
          </a:xfrm>
          <a:solidFill>
            <a:schemeClr val="accent4"/>
          </a:solidFill>
        </p:grpSpPr>
        <p:sp>
          <p:nvSpPr>
            <p:cNvPr id="254" name="Freeform 204">
              <a:extLst>
                <a:ext uri="{FF2B5EF4-FFF2-40B4-BE49-F238E27FC236}">
                  <a16:creationId xmlns:a16="http://schemas.microsoft.com/office/drawing/2014/main" id="{9844B345-F167-1C8E-5E74-21F695322ECB}"/>
                </a:ext>
              </a:extLst>
            </p:cNvPr>
            <p:cNvSpPr>
              <a:spLocks noChangeArrowheads="1"/>
            </p:cNvSpPr>
            <p:nvPr/>
          </p:nvSpPr>
          <p:spPr bwMode="auto">
            <a:xfrm>
              <a:off x="7172325" y="5851525"/>
              <a:ext cx="214313" cy="236538"/>
            </a:xfrm>
            <a:custGeom>
              <a:avLst/>
              <a:gdLst>
                <a:gd name="T0" fmla="*/ 0 w 597"/>
                <a:gd name="T1" fmla="*/ 74 h 655"/>
                <a:gd name="T2" fmla="*/ 0 w 597"/>
                <a:gd name="T3" fmla="*/ 74 h 655"/>
                <a:gd name="T4" fmla="*/ 0 w 597"/>
                <a:gd name="T5" fmla="*/ 611 h 655"/>
                <a:gd name="T6" fmla="*/ 44 w 597"/>
                <a:gd name="T7" fmla="*/ 654 h 655"/>
                <a:gd name="T8" fmla="*/ 553 w 597"/>
                <a:gd name="T9" fmla="*/ 654 h 655"/>
                <a:gd name="T10" fmla="*/ 596 w 597"/>
                <a:gd name="T11" fmla="*/ 611 h 655"/>
                <a:gd name="T12" fmla="*/ 596 w 597"/>
                <a:gd name="T13" fmla="*/ 74 h 655"/>
                <a:gd name="T14" fmla="*/ 521 w 597"/>
                <a:gd name="T15" fmla="*/ 0 h 655"/>
                <a:gd name="T16" fmla="*/ 74 w 597"/>
                <a:gd name="T17" fmla="*/ 0 h 655"/>
                <a:gd name="T18" fmla="*/ 0 w 597"/>
                <a:gd name="T19" fmla="*/ 74 h 655"/>
                <a:gd name="T20" fmla="*/ 30 w 597"/>
                <a:gd name="T21" fmla="*/ 74 h 655"/>
                <a:gd name="T22" fmla="*/ 30 w 597"/>
                <a:gd name="T23" fmla="*/ 74 h 655"/>
                <a:gd name="T24" fmla="*/ 74 w 597"/>
                <a:gd name="T25" fmla="*/ 29 h 655"/>
                <a:gd name="T26" fmla="*/ 521 w 597"/>
                <a:gd name="T27" fmla="*/ 29 h 655"/>
                <a:gd name="T28" fmla="*/ 565 w 597"/>
                <a:gd name="T29" fmla="*/ 74 h 655"/>
                <a:gd name="T30" fmla="*/ 565 w 597"/>
                <a:gd name="T31" fmla="*/ 148 h 655"/>
                <a:gd name="T32" fmla="*/ 30 w 597"/>
                <a:gd name="T33" fmla="*/ 148 h 655"/>
                <a:gd name="T34" fmla="*/ 30 w 597"/>
                <a:gd name="T35" fmla="*/ 179 h 655"/>
                <a:gd name="T36" fmla="*/ 565 w 597"/>
                <a:gd name="T37" fmla="*/ 179 h 655"/>
                <a:gd name="T38" fmla="*/ 565 w 597"/>
                <a:gd name="T39" fmla="*/ 611 h 655"/>
                <a:gd name="T40" fmla="*/ 553 w 597"/>
                <a:gd name="T41" fmla="*/ 625 h 655"/>
                <a:gd name="T42" fmla="*/ 44 w 597"/>
                <a:gd name="T43" fmla="*/ 625 h 655"/>
                <a:gd name="T44" fmla="*/ 30 w 597"/>
                <a:gd name="T45" fmla="*/ 611 h 655"/>
                <a:gd name="T46" fmla="*/ 30 w 597"/>
                <a:gd name="T47" fmla="*/ 74 h 6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97" h="655">
                  <a:moveTo>
                    <a:pt x="0" y="74"/>
                  </a:moveTo>
                  <a:lnTo>
                    <a:pt x="0" y="74"/>
                  </a:lnTo>
                  <a:cubicBezTo>
                    <a:pt x="0" y="611"/>
                    <a:pt x="0" y="611"/>
                    <a:pt x="0" y="611"/>
                  </a:cubicBezTo>
                  <a:cubicBezTo>
                    <a:pt x="0" y="635"/>
                    <a:pt x="20" y="654"/>
                    <a:pt x="44" y="654"/>
                  </a:cubicBezTo>
                  <a:cubicBezTo>
                    <a:pt x="553" y="654"/>
                    <a:pt x="553" y="654"/>
                    <a:pt x="553" y="654"/>
                  </a:cubicBezTo>
                  <a:cubicBezTo>
                    <a:pt x="576" y="654"/>
                    <a:pt x="596" y="635"/>
                    <a:pt x="596" y="611"/>
                  </a:cubicBezTo>
                  <a:cubicBezTo>
                    <a:pt x="596" y="74"/>
                    <a:pt x="596" y="74"/>
                    <a:pt x="596" y="74"/>
                  </a:cubicBezTo>
                  <a:cubicBezTo>
                    <a:pt x="596" y="34"/>
                    <a:pt x="562" y="0"/>
                    <a:pt x="521" y="0"/>
                  </a:cubicBezTo>
                  <a:cubicBezTo>
                    <a:pt x="74" y="0"/>
                    <a:pt x="74" y="0"/>
                    <a:pt x="74" y="0"/>
                  </a:cubicBezTo>
                  <a:cubicBezTo>
                    <a:pt x="34" y="0"/>
                    <a:pt x="0" y="34"/>
                    <a:pt x="0" y="74"/>
                  </a:cubicBezTo>
                  <a:close/>
                  <a:moveTo>
                    <a:pt x="30" y="74"/>
                  </a:moveTo>
                  <a:lnTo>
                    <a:pt x="30" y="74"/>
                  </a:lnTo>
                  <a:cubicBezTo>
                    <a:pt x="30" y="49"/>
                    <a:pt x="51" y="29"/>
                    <a:pt x="74" y="29"/>
                  </a:cubicBezTo>
                  <a:cubicBezTo>
                    <a:pt x="521" y="29"/>
                    <a:pt x="521" y="29"/>
                    <a:pt x="521" y="29"/>
                  </a:cubicBezTo>
                  <a:cubicBezTo>
                    <a:pt x="546" y="29"/>
                    <a:pt x="565" y="49"/>
                    <a:pt x="565" y="74"/>
                  </a:cubicBezTo>
                  <a:cubicBezTo>
                    <a:pt x="565" y="148"/>
                    <a:pt x="565" y="148"/>
                    <a:pt x="565" y="148"/>
                  </a:cubicBezTo>
                  <a:cubicBezTo>
                    <a:pt x="30" y="148"/>
                    <a:pt x="30" y="148"/>
                    <a:pt x="30" y="148"/>
                  </a:cubicBezTo>
                  <a:cubicBezTo>
                    <a:pt x="30" y="179"/>
                    <a:pt x="30" y="179"/>
                    <a:pt x="30" y="179"/>
                  </a:cubicBezTo>
                  <a:cubicBezTo>
                    <a:pt x="565" y="179"/>
                    <a:pt x="565" y="179"/>
                    <a:pt x="565" y="179"/>
                  </a:cubicBezTo>
                  <a:cubicBezTo>
                    <a:pt x="565" y="611"/>
                    <a:pt x="565" y="611"/>
                    <a:pt x="565" y="611"/>
                  </a:cubicBezTo>
                  <a:cubicBezTo>
                    <a:pt x="565" y="618"/>
                    <a:pt x="560" y="625"/>
                    <a:pt x="553" y="625"/>
                  </a:cubicBezTo>
                  <a:cubicBezTo>
                    <a:pt x="44" y="625"/>
                    <a:pt x="44" y="625"/>
                    <a:pt x="44" y="625"/>
                  </a:cubicBezTo>
                  <a:cubicBezTo>
                    <a:pt x="37" y="625"/>
                    <a:pt x="30" y="618"/>
                    <a:pt x="30" y="611"/>
                  </a:cubicBezTo>
                  <a:lnTo>
                    <a:pt x="30" y="7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05">
              <a:extLst>
                <a:ext uri="{FF2B5EF4-FFF2-40B4-BE49-F238E27FC236}">
                  <a16:creationId xmlns:a16="http://schemas.microsoft.com/office/drawing/2014/main" id="{80C15EF9-2AEB-87AF-97C8-602E7232E3C2}"/>
                </a:ext>
              </a:extLst>
            </p:cNvPr>
            <p:cNvSpPr>
              <a:spLocks noChangeArrowheads="1"/>
            </p:cNvSpPr>
            <p:nvPr/>
          </p:nvSpPr>
          <p:spPr bwMode="auto">
            <a:xfrm>
              <a:off x="7205663"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06">
              <a:extLst>
                <a:ext uri="{FF2B5EF4-FFF2-40B4-BE49-F238E27FC236}">
                  <a16:creationId xmlns:a16="http://schemas.microsoft.com/office/drawing/2014/main" id="{F17614D0-EE8C-AA1E-A645-99EA2BFFE630}"/>
                </a:ext>
              </a:extLst>
            </p:cNvPr>
            <p:cNvSpPr>
              <a:spLocks noChangeArrowheads="1"/>
            </p:cNvSpPr>
            <p:nvPr/>
          </p:nvSpPr>
          <p:spPr bwMode="auto">
            <a:xfrm>
              <a:off x="7334250" y="5873750"/>
              <a:ext cx="22225" cy="22225"/>
            </a:xfrm>
            <a:custGeom>
              <a:avLst/>
              <a:gdLst>
                <a:gd name="T0" fmla="*/ 29 w 61"/>
                <a:gd name="T1" fmla="*/ 60 h 61"/>
                <a:gd name="T2" fmla="*/ 29 w 61"/>
                <a:gd name="T3" fmla="*/ 60 h 61"/>
                <a:gd name="T4" fmla="*/ 60 w 61"/>
                <a:gd name="T5" fmla="*/ 30 h 61"/>
                <a:gd name="T6" fmla="*/ 29 w 61"/>
                <a:gd name="T7" fmla="*/ 0 h 61"/>
                <a:gd name="T8" fmla="*/ 0 w 61"/>
                <a:gd name="T9" fmla="*/ 30 h 61"/>
                <a:gd name="T10" fmla="*/ 29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29" y="60"/>
                  </a:moveTo>
                  <a:lnTo>
                    <a:pt x="29" y="60"/>
                  </a:lnTo>
                  <a:cubicBezTo>
                    <a:pt x="46" y="60"/>
                    <a:pt x="60" y="46"/>
                    <a:pt x="60" y="30"/>
                  </a:cubicBezTo>
                  <a:cubicBezTo>
                    <a:pt x="60" y="14"/>
                    <a:pt x="46" y="0"/>
                    <a:pt x="29" y="0"/>
                  </a:cubicBezTo>
                  <a:cubicBezTo>
                    <a:pt x="14" y="0"/>
                    <a:pt x="0" y="14"/>
                    <a:pt x="0" y="30"/>
                  </a:cubicBezTo>
                  <a:cubicBezTo>
                    <a:pt x="0" y="46"/>
                    <a:pt x="14"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07">
              <a:extLst>
                <a:ext uri="{FF2B5EF4-FFF2-40B4-BE49-F238E27FC236}">
                  <a16:creationId xmlns:a16="http://schemas.microsoft.com/office/drawing/2014/main" id="{876BCB9C-56CF-4A9F-0895-09007369577B}"/>
                </a:ext>
              </a:extLst>
            </p:cNvPr>
            <p:cNvSpPr>
              <a:spLocks noChangeArrowheads="1"/>
            </p:cNvSpPr>
            <p:nvPr/>
          </p:nvSpPr>
          <p:spPr bwMode="auto">
            <a:xfrm>
              <a:off x="7291388" y="5873750"/>
              <a:ext cx="22225" cy="22225"/>
            </a:xfrm>
            <a:custGeom>
              <a:avLst/>
              <a:gdLst>
                <a:gd name="T0" fmla="*/ 29 w 60"/>
                <a:gd name="T1" fmla="*/ 60 h 61"/>
                <a:gd name="T2" fmla="*/ 29 w 60"/>
                <a:gd name="T3" fmla="*/ 60 h 61"/>
                <a:gd name="T4" fmla="*/ 59 w 60"/>
                <a:gd name="T5" fmla="*/ 30 h 61"/>
                <a:gd name="T6" fmla="*/ 29 w 60"/>
                <a:gd name="T7" fmla="*/ 0 h 61"/>
                <a:gd name="T8" fmla="*/ 0 w 60"/>
                <a:gd name="T9" fmla="*/ 30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30"/>
                  </a:cubicBezTo>
                  <a:cubicBezTo>
                    <a:pt x="59" y="14"/>
                    <a:pt x="46" y="0"/>
                    <a:pt x="29" y="0"/>
                  </a:cubicBezTo>
                  <a:cubicBezTo>
                    <a:pt x="13" y="0"/>
                    <a:pt x="0" y="14"/>
                    <a:pt x="0" y="30"/>
                  </a:cubicBezTo>
                  <a:cubicBezTo>
                    <a:pt x="0" y="46"/>
                    <a:pt x="13"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08">
              <a:extLst>
                <a:ext uri="{FF2B5EF4-FFF2-40B4-BE49-F238E27FC236}">
                  <a16:creationId xmlns:a16="http://schemas.microsoft.com/office/drawing/2014/main" id="{F0E0C34C-1E41-1C70-F0E5-42A516D3FC06}"/>
                </a:ext>
              </a:extLst>
            </p:cNvPr>
            <p:cNvSpPr>
              <a:spLocks noChangeArrowheads="1"/>
            </p:cNvSpPr>
            <p:nvPr/>
          </p:nvSpPr>
          <p:spPr bwMode="auto">
            <a:xfrm>
              <a:off x="7248525" y="5873750"/>
              <a:ext cx="22225" cy="22225"/>
            </a:xfrm>
            <a:custGeom>
              <a:avLst/>
              <a:gdLst>
                <a:gd name="T0" fmla="*/ 31 w 61"/>
                <a:gd name="T1" fmla="*/ 60 h 61"/>
                <a:gd name="T2" fmla="*/ 31 w 61"/>
                <a:gd name="T3" fmla="*/ 60 h 61"/>
                <a:gd name="T4" fmla="*/ 60 w 61"/>
                <a:gd name="T5" fmla="*/ 30 h 61"/>
                <a:gd name="T6" fmla="*/ 31 w 61"/>
                <a:gd name="T7" fmla="*/ 0 h 61"/>
                <a:gd name="T8" fmla="*/ 0 w 61"/>
                <a:gd name="T9" fmla="*/ 30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6"/>
                    <a:pt x="60" y="30"/>
                  </a:cubicBezTo>
                  <a:cubicBezTo>
                    <a:pt x="60" y="14"/>
                    <a:pt x="46" y="0"/>
                    <a:pt x="31" y="0"/>
                  </a:cubicBezTo>
                  <a:cubicBezTo>
                    <a:pt x="14" y="0"/>
                    <a:pt x="0" y="14"/>
                    <a:pt x="0" y="30"/>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09">
              <a:extLst>
                <a:ext uri="{FF2B5EF4-FFF2-40B4-BE49-F238E27FC236}">
                  <a16:creationId xmlns:a16="http://schemas.microsoft.com/office/drawing/2014/main" id="{CCD671C7-3607-E38D-7D00-8E49D0C2C097}"/>
                </a:ext>
              </a:extLst>
            </p:cNvPr>
            <p:cNvSpPr>
              <a:spLocks noChangeArrowheads="1"/>
            </p:cNvSpPr>
            <p:nvPr/>
          </p:nvSpPr>
          <p:spPr bwMode="auto">
            <a:xfrm>
              <a:off x="7205663" y="5937250"/>
              <a:ext cx="150812" cy="119063"/>
            </a:xfrm>
            <a:custGeom>
              <a:avLst/>
              <a:gdLst>
                <a:gd name="T0" fmla="*/ 44 w 418"/>
                <a:gd name="T1" fmla="*/ 328 h 329"/>
                <a:gd name="T2" fmla="*/ 44 w 418"/>
                <a:gd name="T3" fmla="*/ 328 h 329"/>
                <a:gd name="T4" fmla="*/ 372 w 418"/>
                <a:gd name="T5" fmla="*/ 328 h 329"/>
                <a:gd name="T6" fmla="*/ 417 w 418"/>
                <a:gd name="T7" fmla="*/ 283 h 329"/>
                <a:gd name="T8" fmla="*/ 417 w 418"/>
                <a:gd name="T9" fmla="*/ 45 h 329"/>
                <a:gd name="T10" fmla="*/ 372 w 418"/>
                <a:gd name="T11" fmla="*/ 0 h 329"/>
                <a:gd name="T12" fmla="*/ 44 w 418"/>
                <a:gd name="T13" fmla="*/ 0 h 329"/>
                <a:gd name="T14" fmla="*/ 0 w 418"/>
                <a:gd name="T15" fmla="*/ 45 h 329"/>
                <a:gd name="T16" fmla="*/ 0 w 418"/>
                <a:gd name="T17" fmla="*/ 283 h 329"/>
                <a:gd name="T18" fmla="*/ 44 w 418"/>
                <a:gd name="T19" fmla="*/ 328 h 329"/>
                <a:gd name="T20" fmla="*/ 29 w 418"/>
                <a:gd name="T21" fmla="*/ 45 h 329"/>
                <a:gd name="T22" fmla="*/ 29 w 418"/>
                <a:gd name="T23" fmla="*/ 45 h 329"/>
                <a:gd name="T24" fmla="*/ 44 w 418"/>
                <a:gd name="T25" fmla="*/ 31 h 329"/>
                <a:gd name="T26" fmla="*/ 372 w 418"/>
                <a:gd name="T27" fmla="*/ 31 h 329"/>
                <a:gd name="T28" fmla="*/ 386 w 418"/>
                <a:gd name="T29" fmla="*/ 45 h 329"/>
                <a:gd name="T30" fmla="*/ 386 w 418"/>
                <a:gd name="T31" fmla="*/ 283 h 329"/>
                <a:gd name="T32" fmla="*/ 372 w 418"/>
                <a:gd name="T33" fmla="*/ 299 h 329"/>
                <a:gd name="T34" fmla="*/ 44 w 418"/>
                <a:gd name="T35" fmla="*/ 299 h 329"/>
                <a:gd name="T36" fmla="*/ 29 w 418"/>
                <a:gd name="T37" fmla="*/ 283 h 329"/>
                <a:gd name="T38" fmla="*/ 29 w 418"/>
                <a:gd name="T39" fmla="*/ 45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8" h="329">
                  <a:moveTo>
                    <a:pt x="44" y="328"/>
                  </a:moveTo>
                  <a:lnTo>
                    <a:pt x="44" y="328"/>
                  </a:lnTo>
                  <a:cubicBezTo>
                    <a:pt x="372" y="328"/>
                    <a:pt x="372" y="328"/>
                    <a:pt x="372" y="328"/>
                  </a:cubicBezTo>
                  <a:cubicBezTo>
                    <a:pt x="396" y="328"/>
                    <a:pt x="417" y="308"/>
                    <a:pt x="417" y="283"/>
                  </a:cubicBezTo>
                  <a:cubicBezTo>
                    <a:pt x="417" y="45"/>
                    <a:pt x="417" y="45"/>
                    <a:pt x="417" y="45"/>
                  </a:cubicBezTo>
                  <a:cubicBezTo>
                    <a:pt x="417" y="21"/>
                    <a:pt x="396" y="0"/>
                    <a:pt x="372" y="0"/>
                  </a:cubicBezTo>
                  <a:cubicBezTo>
                    <a:pt x="44" y="0"/>
                    <a:pt x="44" y="0"/>
                    <a:pt x="44" y="0"/>
                  </a:cubicBezTo>
                  <a:cubicBezTo>
                    <a:pt x="19" y="0"/>
                    <a:pt x="0" y="21"/>
                    <a:pt x="0" y="45"/>
                  </a:cubicBezTo>
                  <a:cubicBezTo>
                    <a:pt x="0" y="283"/>
                    <a:pt x="0" y="283"/>
                    <a:pt x="0" y="283"/>
                  </a:cubicBezTo>
                  <a:cubicBezTo>
                    <a:pt x="0" y="308"/>
                    <a:pt x="19" y="328"/>
                    <a:pt x="44" y="328"/>
                  </a:cubicBezTo>
                  <a:close/>
                  <a:moveTo>
                    <a:pt x="29" y="45"/>
                  </a:moveTo>
                  <a:lnTo>
                    <a:pt x="29" y="45"/>
                  </a:lnTo>
                  <a:cubicBezTo>
                    <a:pt x="29" y="36"/>
                    <a:pt x="36" y="31"/>
                    <a:pt x="44" y="31"/>
                  </a:cubicBezTo>
                  <a:cubicBezTo>
                    <a:pt x="372" y="31"/>
                    <a:pt x="372" y="31"/>
                    <a:pt x="372" y="31"/>
                  </a:cubicBezTo>
                  <a:cubicBezTo>
                    <a:pt x="380" y="31"/>
                    <a:pt x="386" y="36"/>
                    <a:pt x="386" y="45"/>
                  </a:cubicBezTo>
                  <a:cubicBezTo>
                    <a:pt x="386" y="283"/>
                    <a:pt x="386" y="283"/>
                    <a:pt x="386" y="283"/>
                  </a:cubicBezTo>
                  <a:cubicBezTo>
                    <a:pt x="386" y="292"/>
                    <a:pt x="380" y="299"/>
                    <a:pt x="372" y="299"/>
                  </a:cubicBezTo>
                  <a:cubicBezTo>
                    <a:pt x="44" y="299"/>
                    <a:pt x="44" y="299"/>
                    <a:pt x="44" y="299"/>
                  </a:cubicBezTo>
                  <a:cubicBezTo>
                    <a:pt x="36" y="299"/>
                    <a:pt x="29" y="292"/>
                    <a:pt x="29" y="283"/>
                  </a:cubicBezTo>
                  <a:lnTo>
                    <a:pt x="29" y="4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0" name="Freeform 210">
              <a:extLst>
                <a:ext uri="{FF2B5EF4-FFF2-40B4-BE49-F238E27FC236}">
                  <a16:creationId xmlns:a16="http://schemas.microsoft.com/office/drawing/2014/main" id="{FAC9CFBE-8751-62F7-343F-A5C823A1ABE8}"/>
                </a:ext>
              </a:extLst>
            </p:cNvPr>
            <p:cNvSpPr>
              <a:spLocks noChangeArrowheads="1"/>
            </p:cNvSpPr>
            <p:nvPr/>
          </p:nvSpPr>
          <p:spPr bwMode="auto">
            <a:xfrm>
              <a:off x="7215188"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4" y="29"/>
                    <a:pt x="89" y="24"/>
                    <a:pt x="89" y="15"/>
                  </a:cubicBezTo>
                  <a:cubicBezTo>
                    <a:pt x="89" y="7"/>
                    <a:pt x="84"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1" name="Freeform 211">
              <a:extLst>
                <a:ext uri="{FF2B5EF4-FFF2-40B4-BE49-F238E27FC236}">
                  <a16:creationId xmlns:a16="http://schemas.microsoft.com/office/drawing/2014/main" id="{CD37E9F7-F0F5-7ADC-424B-D89FFF812080}"/>
                </a:ext>
              </a:extLst>
            </p:cNvPr>
            <p:cNvSpPr>
              <a:spLocks noChangeArrowheads="1"/>
            </p:cNvSpPr>
            <p:nvPr/>
          </p:nvSpPr>
          <p:spPr bwMode="auto">
            <a:xfrm>
              <a:off x="7312025" y="5830888"/>
              <a:ext cx="31750" cy="11112"/>
            </a:xfrm>
            <a:custGeom>
              <a:avLst/>
              <a:gdLst>
                <a:gd name="T0" fmla="*/ 15 w 90"/>
                <a:gd name="T1" fmla="*/ 0 h 30"/>
                <a:gd name="T2" fmla="*/ 15 w 90"/>
                <a:gd name="T3" fmla="*/ 0 h 30"/>
                <a:gd name="T4" fmla="*/ 0 w 90"/>
                <a:gd name="T5" fmla="*/ 15 h 30"/>
                <a:gd name="T6" fmla="*/ 15 w 90"/>
                <a:gd name="T7" fmla="*/ 29 h 30"/>
                <a:gd name="T8" fmla="*/ 75 w 90"/>
                <a:gd name="T9" fmla="*/ 29 h 30"/>
                <a:gd name="T10" fmla="*/ 89 w 90"/>
                <a:gd name="T11" fmla="*/ 15 h 30"/>
                <a:gd name="T12" fmla="*/ 75 w 90"/>
                <a:gd name="T13" fmla="*/ 0 h 30"/>
                <a:gd name="T14" fmla="*/ 15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0"/>
                  </a:moveTo>
                  <a:lnTo>
                    <a:pt x="15" y="0"/>
                  </a:lnTo>
                  <a:cubicBezTo>
                    <a:pt x="7" y="0"/>
                    <a:pt x="0" y="7"/>
                    <a:pt x="0" y="15"/>
                  </a:cubicBezTo>
                  <a:cubicBezTo>
                    <a:pt x="0" y="24"/>
                    <a:pt x="7" y="29"/>
                    <a:pt x="15" y="29"/>
                  </a:cubicBezTo>
                  <a:cubicBezTo>
                    <a:pt x="75" y="29"/>
                    <a:pt x="75" y="29"/>
                    <a:pt x="75" y="29"/>
                  </a:cubicBezTo>
                  <a:cubicBezTo>
                    <a:pt x="83" y="29"/>
                    <a:pt x="89" y="24"/>
                    <a:pt x="89" y="15"/>
                  </a:cubicBezTo>
                  <a:cubicBezTo>
                    <a:pt x="89" y="7"/>
                    <a:pt x="83" y="0"/>
                    <a:pt x="75"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2" name="Group 265">
            <a:extLst>
              <a:ext uri="{FF2B5EF4-FFF2-40B4-BE49-F238E27FC236}">
                <a16:creationId xmlns:a16="http://schemas.microsoft.com/office/drawing/2014/main" id="{616E7DBD-E72D-18AC-5418-8F784488F74F}"/>
              </a:ext>
            </a:extLst>
          </p:cNvPr>
          <p:cNvGrpSpPr/>
          <p:nvPr/>
        </p:nvGrpSpPr>
        <p:grpSpPr>
          <a:xfrm>
            <a:off x="8814469" y="3552726"/>
            <a:ext cx="1560512" cy="139700"/>
            <a:chOff x="7786688" y="3890963"/>
            <a:chExt cx="1560512" cy="139700"/>
          </a:xfrm>
          <a:solidFill>
            <a:schemeClr val="accent4"/>
          </a:solidFill>
        </p:grpSpPr>
        <p:sp>
          <p:nvSpPr>
            <p:cNvPr id="263" name="Freeform 212">
              <a:extLst>
                <a:ext uri="{FF2B5EF4-FFF2-40B4-BE49-F238E27FC236}">
                  <a16:creationId xmlns:a16="http://schemas.microsoft.com/office/drawing/2014/main" id="{FA1CAD71-1156-8F99-7D9B-25A906A56D44}"/>
                </a:ext>
              </a:extLst>
            </p:cNvPr>
            <p:cNvSpPr>
              <a:spLocks noChangeArrowheads="1"/>
            </p:cNvSpPr>
            <p:nvPr/>
          </p:nvSpPr>
          <p:spPr bwMode="auto">
            <a:xfrm>
              <a:off x="7786688" y="3892550"/>
              <a:ext cx="98425" cy="134938"/>
            </a:xfrm>
            <a:custGeom>
              <a:avLst/>
              <a:gdLst>
                <a:gd name="T0" fmla="*/ 239 w 275"/>
                <a:gd name="T1" fmla="*/ 169 h 376"/>
                <a:gd name="T2" fmla="*/ 34 w 275"/>
                <a:gd name="T3" fmla="*/ 169 h 376"/>
                <a:gd name="T4" fmla="*/ 34 w 275"/>
                <a:gd name="T5" fmla="*/ 0 h 376"/>
                <a:gd name="T6" fmla="*/ 0 w 275"/>
                <a:gd name="T7" fmla="*/ 0 h 376"/>
                <a:gd name="T8" fmla="*/ 0 w 275"/>
                <a:gd name="T9" fmla="*/ 375 h 376"/>
                <a:gd name="T10" fmla="*/ 34 w 275"/>
                <a:gd name="T11" fmla="*/ 375 h 376"/>
                <a:gd name="T12" fmla="*/ 34 w 275"/>
                <a:gd name="T13" fmla="*/ 199 h 376"/>
                <a:gd name="T14" fmla="*/ 239 w 275"/>
                <a:gd name="T15" fmla="*/ 199 h 376"/>
                <a:gd name="T16" fmla="*/ 239 w 275"/>
                <a:gd name="T17" fmla="*/ 375 h 376"/>
                <a:gd name="T18" fmla="*/ 274 w 275"/>
                <a:gd name="T19" fmla="*/ 375 h 376"/>
                <a:gd name="T20" fmla="*/ 274 w 275"/>
                <a:gd name="T21" fmla="*/ 0 h 376"/>
                <a:gd name="T22" fmla="*/ 239 w 275"/>
                <a:gd name="T23" fmla="*/ 0 h 376"/>
                <a:gd name="T24" fmla="*/ 239 w 275"/>
                <a:gd name="T25" fmla="*/ 16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5" h="376">
                  <a:moveTo>
                    <a:pt x="239" y="169"/>
                  </a:moveTo>
                  <a:lnTo>
                    <a:pt x="34" y="169"/>
                  </a:lnTo>
                  <a:lnTo>
                    <a:pt x="34" y="0"/>
                  </a:lnTo>
                  <a:lnTo>
                    <a:pt x="0" y="0"/>
                  </a:lnTo>
                  <a:lnTo>
                    <a:pt x="0" y="375"/>
                  </a:lnTo>
                  <a:lnTo>
                    <a:pt x="34" y="375"/>
                  </a:lnTo>
                  <a:lnTo>
                    <a:pt x="34" y="199"/>
                  </a:lnTo>
                  <a:lnTo>
                    <a:pt x="239" y="199"/>
                  </a:lnTo>
                  <a:lnTo>
                    <a:pt x="239" y="375"/>
                  </a:lnTo>
                  <a:lnTo>
                    <a:pt x="274" y="375"/>
                  </a:lnTo>
                  <a:lnTo>
                    <a:pt x="274" y="0"/>
                  </a:lnTo>
                  <a:lnTo>
                    <a:pt x="239" y="0"/>
                  </a:lnTo>
                  <a:lnTo>
                    <a:pt x="239" y="16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4" name="Freeform 213">
              <a:extLst>
                <a:ext uri="{FF2B5EF4-FFF2-40B4-BE49-F238E27FC236}">
                  <a16:creationId xmlns:a16="http://schemas.microsoft.com/office/drawing/2014/main" id="{4481D4A2-147E-85D7-16E0-CEC913726934}"/>
                </a:ext>
              </a:extLst>
            </p:cNvPr>
            <p:cNvSpPr>
              <a:spLocks noChangeArrowheads="1"/>
            </p:cNvSpPr>
            <p:nvPr/>
          </p:nvSpPr>
          <p:spPr bwMode="auto">
            <a:xfrm>
              <a:off x="7912100" y="3890963"/>
              <a:ext cx="127000" cy="139700"/>
            </a:xfrm>
            <a:custGeom>
              <a:avLst/>
              <a:gdLst>
                <a:gd name="T0" fmla="*/ 306 w 353"/>
                <a:gd name="T1" fmla="*/ 53 h 389"/>
                <a:gd name="T2" fmla="*/ 306 w 353"/>
                <a:gd name="T3" fmla="*/ 53 h 389"/>
                <a:gd name="T4" fmla="*/ 252 w 353"/>
                <a:gd name="T5" fmla="*/ 14 h 389"/>
                <a:gd name="T6" fmla="*/ 181 w 353"/>
                <a:gd name="T7" fmla="*/ 0 h 389"/>
                <a:gd name="T8" fmla="*/ 104 w 353"/>
                <a:gd name="T9" fmla="*/ 14 h 389"/>
                <a:gd name="T10" fmla="*/ 47 w 353"/>
                <a:gd name="T11" fmla="*/ 55 h 389"/>
                <a:gd name="T12" fmla="*/ 11 w 353"/>
                <a:gd name="T13" fmla="*/ 118 h 389"/>
                <a:gd name="T14" fmla="*/ 0 w 353"/>
                <a:gd name="T15" fmla="*/ 197 h 389"/>
                <a:gd name="T16" fmla="*/ 11 w 353"/>
                <a:gd name="T17" fmla="*/ 272 h 389"/>
                <a:gd name="T18" fmla="*/ 46 w 353"/>
                <a:gd name="T19" fmla="*/ 332 h 389"/>
                <a:gd name="T20" fmla="*/ 101 w 353"/>
                <a:gd name="T21" fmla="*/ 373 h 389"/>
                <a:gd name="T22" fmla="*/ 174 w 353"/>
                <a:gd name="T23" fmla="*/ 388 h 389"/>
                <a:gd name="T24" fmla="*/ 251 w 353"/>
                <a:gd name="T25" fmla="*/ 373 h 389"/>
                <a:gd name="T26" fmla="*/ 306 w 353"/>
                <a:gd name="T27" fmla="*/ 331 h 389"/>
                <a:gd name="T28" fmla="*/ 340 w 353"/>
                <a:gd name="T29" fmla="*/ 267 h 389"/>
                <a:gd name="T30" fmla="*/ 352 w 353"/>
                <a:gd name="T31" fmla="*/ 189 h 389"/>
                <a:gd name="T32" fmla="*/ 340 w 353"/>
                <a:gd name="T33" fmla="*/ 113 h 389"/>
                <a:gd name="T34" fmla="*/ 306 w 353"/>
                <a:gd name="T35" fmla="*/ 53 h 389"/>
                <a:gd name="T36" fmla="*/ 306 w 353"/>
                <a:gd name="T37" fmla="*/ 258 h 389"/>
                <a:gd name="T38" fmla="*/ 306 w 353"/>
                <a:gd name="T39" fmla="*/ 258 h 389"/>
                <a:gd name="T40" fmla="*/ 280 w 353"/>
                <a:gd name="T41" fmla="*/ 310 h 389"/>
                <a:gd name="T42" fmla="*/ 235 w 353"/>
                <a:gd name="T43" fmla="*/ 344 h 389"/>
                <a:gd name="T44" fmla="*/ 174 w 353"/>
                <a:gd name="T45" fmla="*/ 356 h 389"/>
                <a:gd name="T46" fmla="*/ 113 w 353"/>
                <a:gd name="T47" fmla="*/ 342 h 389"/>
                <a:gd name="T48" fmla="*/ 69 w 353"/>
                <a:gd name="T49" fmla="*/ 307 h 389"/>
                <a:gd name="T50" fmla="*/ 44 w 353"/>
                <a:gd name="T51" fmla="*/ 256 h 389"/>
                <a:gd name="T52" fmla="*/ 36 w 353"/>
                <a:gd name="T53" fmla="*/ 194 h 389"/>
                <a:gd name="T54" fmla="*/ 46 w 353"/>
                <a:gd name="T55" fmla="*/ 132 h 389"/>
                <a:gd name="T56" fmla="*/ 72 w 353"/>
                <a:gd name="T57" fmla="*/ 80 h 389"/>
                <a:gd name="T58" fmla="*/ 117 w 353"/>
                <a:gd name="T59" fmla="*/ 44 h 389"/>
                <a:gd name="T60" fmla="*/ 177 w 353"/>
                <a:gd name="T61" fmla="*/ 31 h 389"/>
                <a:gd name="T62" fmla="*/ 240 w 353"/>
                <a:gd name="T63" fmla="*/ 44 h 389"/>
                <a:gd name="T64" fmla="*/ 283 w 353"/>
                <a:gd name="T65" fmla="*/ 80 h 389"/>
                <a:gd name="T66" fmla="*/ 308 w 353"/>
                <a:gd name="T67" fmla="*/ 132 h 389"/>
                <a:gd name="T68" fmla="*/ 316 w 353"/>
                <a:gd name="T69" fmla="*/ 193 h 389"/>
                <a:gd name="T70" fmla="*/ 306 w 353"/>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3" h="389">
                  <a:moveTo>
                    <a:pt x="306" y="53"/>
                  </a:moveTo>
                  <a:lnTo>
                    <a:pt x="306" y="53"/>
                  </a:lnTo>
                  <a:cubicBezTo>
                    <a:pt x="291" y="37"/>
                    <a:pt x="273" y="24"/>
                    <a:pt x="252" y="14"/>
                  </a:cubicBezTo>
                  <a:cubicBezTo>
                    <a:pt x="231" y="5"/>
                    <a:pt x="207" y="0"/>
                    <a:pt x="181" y="0"/>
                  </a:cubicBezTo>
                  <a:cubicBezTo>
                    <a:pt x="152" y="0"/>
                    <a:pt x="127" y="5"/>
                    <a:pt x="104" y="14"/>
                  </a:cubicBezTo>
                  <a:cubicBezTo>
                    <a:pt x="82" y="24"/>
                    <a:pt x="62" y="38"/>
                    <a:pt x="47" y="55"/>
                  </a:cubicBezTo>
                  <a:cubicBezTo>
                    <a:pt x="32" y="72"/>
                    <a:pt x="19" y="93"/>
                    <a:pt x="11" y="118"/>
                  </a:cubicBezTo>
                  <a:cubicBezTo>
                    <a:pt x="4" y="141"/>
                    <a:pt x="0" y="168"/>
                    <a:pt x="0" y="197"/>
                  </a:cubicBezTo>
                  <a:cubicBezTo>
                    <a:pt x="0" y="224"/>
                    <a:pt x="4" y="249"/>
                    <a:pt x="11" y="272"/>
                  </a:cubicBezTo>
                  <a:cubicBezTo>
                    <a:pt x="19" y="295"/>
                    <a:pt x="32" y="316"/>
                    <a:pt x="46" y="332"/>
                  </a:cubicBezTo>
                  <a:cubicBezTo>
                    <a:pt x="61" y="349"/>
                    <a:pt x="79" y="363"/>
                    <a:pt x="101" y="373"/>
                  </a:cubicBezTo>
                  <a:cubicBezTo>
                    <a:pt x="122" y="383"/>
                    <a:pt x="147" y="388"/>
                    <a:pt x="174" y="388"/>
                  </a:cubicBezTo>
                  <a:cubicBezTo>
                    <a:pt x="203" y="388"/>
                    <a:pt x="228" y="383"/>
                    <a:pt x="251" y="373"/>
                  </a:cubicBezTo>
                  <a:cubicBezTo>
                    <a:pt x="273" y="362"/>
                    <a:pt x="291" y="348"/>
                    <a:pt x="306" y="331"/>
                  </a:cubicBezTo>
                  <a:cubicBezTo>
                    <a:pt x="322" y="313"/>
                    <a:pt x="333" y="292"/>
                    <a:pt x="340" y="267"/>
                  </a:cubicBezTo>
                  <a:cubicBezTo>
                    <a:pt x="348" y="243"/>
                    <a:pt x="352" y="217"/>
                    <a:pt x="352" y="189"/>
                  </a:cubicBezTo>
                  <a:cubicBezTo>
                    <a:pt x="352" y="161"/>
                    <a:pt x="348" y="136"/>
                    <a:pt x="340" y="113"/>
                  </a:cubicBezTo>
                  <a:cubicBezTo>
                    <a:pt x="332" y="90"/>
                    <a:pt x="320" y="70"/>
                    <a:pt x="306" y="53"/>
                  </a:cubicBezTo>
                  <a:close/>
                  <a:moveTo>
                    <a:pt x="306" y="258"/>
                  </a:moveTo>
                  <a:lnTo>
                    <a:pt x="306" y="258"/>
                  </a:lnTo>
                  <a:cubicBezTo>
                    <a:pt x="301" y="278"/>
                    <a:pt x="291" y="296"/>
                    <a:pt x="280" y="310"/>
                  </a:cubicBezTo>
                  <a:cubicBezTo>
                    <a:pt x="267" y="324"/>
                    <a:pt x="253" y="335"/>
                    <a:pt x="235" y="344"/>
                  </a:cubicBezTo>
                  <a:cubicBezTo>
                    <a:pt x="217" y="352"/>
                    <a:pt x="198" y="356"/>
                    <a:pt x="174" y="356"/>
                  </a:cubicBezTo>
                  <a:cubicBezTo>
                    <a:pt x="150" y="356"/>
                    <a:pt x="131" y="352"/>
                    <a:pt x="113" y="342"/>
                  </a:cubicBezTo>
                  <a:cubicBezTo>
                    <a:pt x="96" y="334"/>
                    <a:pt x="81" y="321"/>
                    <a:pt x="69" y="307"/>
                  </a:cubicBezTo>
                  <a:cubicBezTo>
                    <a:pt x="58" y="292"/>
                    <a:pt x="50" y="275"/>
                    <a:pt x="44" y="256"/>
                  </a:cubicBezTo>
                  <a:cubicBezTo>
                    <a:pt x="39" y="236"/>
                    <a:pt x="36" y="215"/>
                    <a:pt x="36" y="194"/>
                  </a:cubicBezTo>
                  <a:cubicBezTo>
                    <a:pt x="36" y="172"/>
                    <a:pt x="39" y="151"/>
                    <a:pt x="46" y="132"/>
                  </a:cubicBezTo>
                  <a:cubicBezTo>
                    <a:pt x="51" y="112"/>
                    <a:pt x="61" y="94"/>
                    <a:pt x="72" y="80"/>
                  </a:cubicBezTo>
                  <a:cubicBezTo>
                    <a:pt x="85" y="65"/>
                    <a:pt x="99" y="53"/>
                    <a:pt x="117" y="44"/>
                  </a:cubicBezTo>
                  <a:cubicBezTo>
                    <a:pt x="135" y="35"/>
                    <a:pt x="154" y="31"/>
                    <a:pt x="177" y="31"/>
                  </a:cubicBezTo>
                  <a:cubicBezTo>
                    <a:pt x="202" y="31"/>
                    <a:pt x="223" y="35"/>
                    <a:pt x="240" y="44"/>
                  </a:cubicBezTo>
                  <a:cubicBezTo>
                    <a:pt x="258" y="53"/>
                    <a:pt x="272" y="65"/>
                    <a:pt x="283" y="80"/>
                  </a:cubicBezTo>
                  <a:cubicBezTo>
                    <a:pt x="294" y="94"/>
                    <a:pt x="302" y="112"/>
                    <a:pt x="308" y="132"/>
                  </a:cubicBezTo>
                  <a:cubicBezTo>
                    <a:pt x="313" y="151"/>
                    <a:pt x="316" y="172"/>
                    <a:pt x="316" y="193"/>
                  </a:cubicBezTo>
                  <a:cubicBezTo>
                    <a:pt x="316" y="217"/>
                    <a:pt x="312" y="239"/>
                    <a:pt x="306"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5" name="Freeform 214">
              <a:extLst>
                <a:ext uri="{FF2B5EF4-FFF2-40B4-BE49-F238E27FC236}">
                  <a16:creationId xmlns:a16="http://schemas.microsoft.com/office/drawing/2014/main" id="{513D9EF4-7BE5-72AD-012F-926A2EE38D49}"/>
                </a:ext>
              </a:extLst>
            </p:cNvPr>
            <p:cNvSpPr>
              <a:spLocks noChangeArrowheads="1"/>
            </p:cNvSpPr>
            <p:nvPr/>
          </p:nvSpPr>
          <p:spPr bwMode="auto">
            <a:xfrm>
              <a:off x="8045450" y="3892550"/>
              <a:ext cx="90488" cy="134938"/>
            </a:xfrm>
            <a:custGeom>
              <a:avLst/>
              <a:gdLst>
                <a:gd name="T0" fmla="*/ 0 w 252"/>
                <a:gd name="T1" fmla="*/ 32 h 376"/>
                <a:gd name="T2" fmla="*/ 107 w 252"/>
                <a:gd name="T3" fmla="*/ 32 h 376"/>
                <a:gd name="T4" fmla="*/ 107 w 252"/>
                <a:gd name="T5" fmla="*/ 375 h 376"/>
                <a:gd name="T6" fmla="*/ 142 w 252"/>
                <a:gd name="T7" fmla="*/ 375 h 376"/>
                <a:gd name="T8" fmla="*/ 142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7" y="32"/>
                  </a:lnTo>
                  <a:lnTo>
                    <a:pt x="107" y="375"/>
                  </a:lnTo>
                  <a:lnTo>
                    <a:pt x="142" y="375"/>
                  </a:lnTo>
                  <a:lnTo>
                    <a:pt x="142"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6" name="Freeform 215">
              <a:extLst>
                <a:ext uri="{FF2B5EF4-FFF2-40B4-BE49-F238E27FC236}">
                  <a16:creationId xmlns:a16="http://schemas.microsoft.com/office/drawing/2014/main" id="{0A66901F-80EB-C3E6-B513-96676601A19A}"/>
                </a:ext>
              </a:extLst>
            </p:cNvPr>
            <p:cNvSpPr>
              <a:spLocks noChangeArrowheads="1"/>
            </p:cNvSpPr>
            <p:nvPr/>
          </p:nvSpPr>
          <p:spPr bwMode="auto">
            <a:xfrm>
              <a:off x="8158163" y="3892550"/>
              <a:ext cx="69850" cy="134938"/>
            </a:xfrm>
            <a:custGeom>
              <a:avLst/>
              <a:gdLst>
                <a:gd name="T0" fmla="*/ 191 w 192"/>
                <a:gd name="T1" fmla="*/ 343 h 376"/>
                <a:gd name="T2" fmla="*/ 35 w 192"/>
                <a:gd name="T3" fmla="*/ 343 h 376"/>
                <a:gd name="T4" fmla="*/ 35 w 192"/>
                <a:gd name="T5" fmla="*/ 201 h 376"/>
                <a:gd name="T6" fmla="*/ 172 w 192"/>
                <a:gd name="T7" fmla="*/ 201 h 376"/>
                <a:gd name="T8" fmla="*/ 172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2" y="201"/>
                  </a:lnTo>
                  <a:lnTo>
                    <a:pt x="172"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7" name="Freeform 216">
              <a:extLst>
                <a:ext uri="{FF2B5EF4-FFF2-40B4-BE49-F238E27FC236}">
                  <a16:creationId xmlns:a16="http://schemas.microsoft.com/office/drawing/2014/main" id="{C8B73B31-7D3A-551A-E432-7EAA020671C2}"/>
                </a:ext>
              </a:extLst>
            </p:cNvPr>
            <p:cNvSpPr>
              <a:spLocks noChangeArrowheads="1"/>
            </p:cNvSpPr>
            <p:nvPr/>
          </p:nvSpPr>
          <p:spPr bwMode="auto">
            <a:xfrm>
              <a:off x="8255000" y="3892550"/>
              <a:ext cx="66675" cy="134938"/>
            </a:xfrm>
            <a:custGeom>
              <a:avLst/>
              <a:gdLst>
                <a:gd name="T0" fmla="*/ 0 w 187"/>
                <a:gd name="T1" fmla="*/ 0 h 376"/>
                <a:gd name="T2" fmla="*/ 0 w 187"/>
                <a:gd name="T3" fmla="*/ 375 h 376"/>
                <a:gd name="T4" fmla="*/ 186 w 187"/>
                <a:gd name="T5" fmla="*/ 375 h 376"/>
                <a:gd name="T6" fmla="*/ 186 w 187"/>
                <a:gd name="T7" fmla="*/ 343 h 376"/>
                <a:gd name="T8" fmla="*/ 35 w 187"/>
                <a:gd name="T9" fmla="*/ 343 h 376"/>
                <a:gd name="T10" fmla="*/ 35 w 187"/>
                <a:gd name="T11" fmla="*/ 0 h 376"/>
                <a:gd name="T12" fmla="*/ 0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0" y="0"/>
                  </a:moveTo>
                  <a:lnTo>
                    <a:pt x="0" y="375"/>
                  </a:lnTo>
                  <a:lnTo>
                    <a:pt x="186" y="375"/>
                  </a:lnTo>
                  <a:lnTo>
                    <a:pt x="186" y="343"/>
                  </a:lnTo>
                  <a:lnTo>
                    <a:pt x="35" y="343"/>
                  </a:lnTo>
                  <a:lnTo>
                    <a:pt x="35" y="0"/>
                  </a:ln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7">
              <a:extLst>
                <a:ext uri="{FF2B5EF4-FFF2-40B4-BE49-F238E27FC236}">
                  <a16:creationId xmlns:a16="http://schemas.microsoft.com/office/drawing/2014/main" id="{A34785FB-314F-D691-622D-2B33DE750A8D}"/>
                </a:ext>
              </a:extLst>
            </p:cNvPr>
            <p:cNvSpPr>
              <a:spLocks noChangeArrowheads="1"/>
            </p:cNvSpPr>
            <p:nvPr/>
          </p:nvSpPr>
          <p:spPr bwMode="auto">
            <a:xfrm>
              <a:off x="8396288" y="389255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18">
              <a:extLst>
                <a:ext uri="{FF2B5EF4-FFF2-40B4-BE49-F238E27FC236}">
                  <a16:creationId xmlns:a16="http://schemas.microsoft.com/office/drawing/2014/main" id="{3C0C3912-4F3A-84BF-47E9-1C0EBCA52907}"/>
                </a:ext>
              </a:extLst>
            </p:cNvPr>
            <p:cNvSpPr>
              <a:spLocks noChangeArrowheads="1"/>
            </p:cNvSpPr>
            <p:nvPr/>
          </p:nvSpPr>
          <p:spPr bwMode="auto">
            <a:xfrm>
              <a:off x="8486775"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19">
              <a:extLst>
                <a:ext uri="{FF2B5EF4-FFF2-40B4-BE49-F238E27FC236}">
                  <a16:creationId xmlns:a16="http://schemas.microsoft.com/office/drawing/2014/main" id="{A4B00E4D-57DB-1851-065E-F00051E3B41D}"/>
                </a:ext>
              </a:extLst>
            </p:cNvPr>
            <p:cNvSpPr>
              <a:spLocks noChangeArrowheads="1"/>
            </p:cNvSpPr>
            <p:nvPr/>
          </p:nvSpPr>
          <p:spPr bwMode="auto">
            <a:xfrm>
              <a:off x="8534400" y="3892550"/>
              <a:ext cx="106363"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8 w 294"/>
                <a:gd name="T15" fmla="*/ 0 h 376"/>
                <a:gd name="T16" fmla="*/ 0 w 294"/>
                <a:gd name="T17" fmla="*/ 0 h 376"/>
                <a:gd name="T18" fmla="*/ 0 w 294"/>
                <a:gd name="T19" fmla="*/ 375 h 376"/>
                <a:gd name="T20" fmla="*/ 35 w 294"/>
                <a:gd name="T21" fmla="*/ 375 h 376"/>
                <a:gd name="T22" fmla="*/ 35 w 294"/>
                <a:gd name="T23" fmla="*/ 85 h 376"/>
                <a:gd name="T24" fmla="*/ 34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58" y="310"/>
                    <a:pt x="260" y="317"/>
                    <a:pt x="260"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4" y="64"/>
                  </a:cubicBezTo>
                  <a:cubicBezTo>
                    <a:pt x="34" y="59"/>
                    <a:pt x="34" y="53"/>
                    <a:pt x="34" y="50"/>
                  </a:cubicBezTo>
                  <a:cubicBezTo>
                    <a:pt x="35" y="50"/>
                    <a:pt x="35" y="50"/>
                    <a:pt x="35" y="50"/>
                  </a:cubicBezTo>
                  <a:cubicBezTo>
                    <a:pt x="36" y="54"/>
                    <a:pt x="38"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0">
              <a:extLst>
                <a:ext uri="{FF2B5EF4-FFF2-40B4-BE49-F238E27FC236}">
                  <a16:creationId xmlns:a16="http://schemas.microsoft.com/office/drawing/2014/main" id="{8D46888B-816F-6121-2520-9CD128464368}"/>
                </a:ext>
              </a:extLst>
            </p:cNvPr>
            <p:cNvSpPr>
              <a:spLocks noChangeArrowheads="1"/>
            </p:cNvSpPr>
            <p:nvPr/>
          </p:nvSpPr>
          <p:spPr bwMode="auto">
            <a:xfrm>
              <a:off x="8675688" y="389255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2 w 192"/>
                <a:gd name="T15" fmla="*/ 32 h 376"/>
                <a:gd name="T16" fmla="*/ 182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2" y="32"/>
                  </a:lnTo>
                  <a:lnTo>
                    <a:pt x="182"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2" name="Freeform 221">
              <a:extLst>
                <a:ext uri="{FF2B5EF4-FFF2-40B4-BE49-F238E27FC236}">
                  <a16:creationId xmlns:a16="http://schemas.microsoft.com/office/drawing/2014/main" id="{0FD12BB9-5ABE-8EB9-0162-F10A6C21683F}"/>
                </a:ext>
              </a:extLst>
            </p:cNvPr>
            <p:cNvSpPr>
              <a:spLocks noChangeArrowheads="1"/>
            </p:cNvSpPr>
            <p:nvPr/>
          </p:nvSpPr>
          <p:spPr bwMode="auto">
            <a:xfrm>
              <a:off x="8824913" y="389255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3" name="Freeform 222">
              <a:extLst>
                <a:ext uri="{FF2B5EF4-FFF2-40B4-BE49-F238E27FC236}">
                  <a16:creationId xmlns:a16="http://schemas.microsoft.com/office/drawing/2014/main" id="{89FE0DFA-4757-BE16-E612-6B49147E21D5}"/>
                </a:ext>
              </a:extLst>
            </p:cNvPr>
            <p:cNvSpPr>
              <a:spLocks noChangeArrowheads="1"/>
            </p:cNvSpPr>
            <p:nvPr/>
          </p:nvSpPr>
          <p:spPr bwMode="auto">
            <a:xfrm>
              <a:off x="8864600" y="3890963"/>
              <a:ext cx="100013" cy="139700"/>
            </a:xfrm>
            <a:custGeom>
              <a:avLst/>
              <a:gdLst>
                <a:gd name="T0" fmla="*/ 111 w 276"/>
                <a:gd name="T1" fmla="*/ 16 h 389"/>
                <a:gd name="T2" fmla="*/ 111 w 276"/>
                <a:gd name="T3" fmla="*/ 16 h 389"/>
                <a:gd name="T4" fmla="*/ 51 w 276"/>
                <a:gd name="T5" fmla="*/ 58 h 389"/>
                <a:gd name="T6" fmla="*/ 13 w 276"/>
                <a:gd name="T7" fmla="*/ 122 h 389"/>
                <a:gd name="T8" fmla="*/ 0 w 276"/>
                <a:gd name="T9" fmla="*/ 201 h 389"/>
                <a:gd name="T10" fmla="*/ 13 w 276"/>
                <a:gd name="T11" fmla="*/ 275 h 389"/>
                <a:gd name="T12" fmla="*/ 48 w 276"/>
                <a:gd name="T13" fmla="*/ 335 h 389"/>
                <a:gd name="T14" fmla="*/ 104 w 276"/>
                <a:gd name="T15" fmla="*/ 374 h 389"/>
                <a:gd name="T16" fmla="*/ 175 w 276"/>
                <a:gd name="T17" fmla="*/ 388 h 389"/>
                <a:gd name="T18" fmla="*/ 275 w 276"/>
                <a:gd name="T19" fmla="*/ 367 h 389"/>
                <a:gd name="T20" fmla="*/ 275 w 276"/>
                <a:gd name="T21" fmla="*/ 334 h 389"/>
                <a:gd name="T22" fmla="*/ 179 w 276"/>
                <a:gd name="T23" fmla="*/ 356 h 389"/>
                <a:gd name="T24" fmla="*/ 118 w 276"/>
                <a:gd name="T25" fmla="*/ 344 h 389"/>
                <a:gd name="T26" fmla="*/ 73 w 276"/>
                <a:gd name="T27" fmla="*/ 310 h 389"/>
                <a:gd name="T28" fmla="*/ 45 w 276"/>
                <a:gd name="T29" fmla="*/ 260 h 389"/>
                <a:gd name="T30" fmla="*/ 37 w 276"/>
                <a:gd name="T31" fmla="*/ 199 h 389"/>
                <a:gd name="T32" fmla="*/ 46 w 276"/>
                <a:gd name="T33" fmla="*/ 132 h 389"/>
                <a:gd name="T34" fmla="*/ 76 w 276"/>
                <a:gd name="T35" fmla="*/ 79 h 389"/>
                <a:gd name="T36" fmla="*/ 125 w 276"/>
                <a:gd name="T37" fmla="*/ 44 h 389"/>
                <a:gd name="T38" fmla="*/ 189 w 276"/>
                <a:gd name="T39" fmla="*/ 31 h 389"/>
                <a:gd name="T40" fmla="*/ 275 w 276"/>
                <a:gd name="T41" fmla="*/ 52 h 389"/>
                <a:gd name="T42" fmla="*/ 275 w 276"/>
                <a:gd name="T43" fmla="*/ 14 h 389"/>
                <a:gd name="T44" fmla="*/ 189 w 276"/>
                <a:gd name="T45" fmla="*/ 0 h 389"/>
                <a:gd name="T46" fmla="*/ 111 w 276"/>
                <a:gd name="T47" fmla="*/ 16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9">
                  <a:moveTo>
                    <a:pt x="111" y="16"/>
                  </a:moveTo>
                  <a:lnTo>
                    <a:pt x="111" y="16"/>
                  </a:lnTo>
                  <a:cubicBezTo>
                    <a:pt x="87" y="26"/>
                    <a:pt x="67" y="40"/>
                    <a:pt x="51" y="58"/>
                  </a:cubicBezTo>
                  <a:cubicBezTo>
                    <a:pt x="35" y="76"/>
                    <a:pt x="23" y="97"/>
                    <a:pt x="13" y="122"/>
                  </a:cubicBezTo>
                  <a:cubicBezTo>
                    <a:pt x="5" y="146"/>
                    <a:pt x="0" y="172"/>
                    <a:pt x="0" y="201"/>
                  </a:cubicBezTo>
                  <a:cubicBezTo>
                    <a:pt x="0" y="228"/>
                    <a:pt x="5" y="253"/>
                    <a:pt x="13" y="275"/>
                  </a:cubicBezTo>
                  <a:cubicBezTo>
                    <a:pt x="21" y="299"/>
                    <a:pt x="33" y="318"/>
                    <a:pt x="48" y="335"/>
                  </a:cubicBezTo>
                  <a:cubicBezTo>
                    <a:pt x="63" y="352"/>
                    <a:pt x="81" y="364"/>
                    <a:pt x="104" y="374"/>
                  </a:cubicBezTo>
                  <a:cubicBezTo>
                    <a:pt x="125" y="383"/>
                    <a:pt x="148" y="388"/>
                    <a:pt x="175" y="388"/>
                  </a:cubicBezTo>
                  <a:cubicBezTo>
                    <a:pt x="212" y="388"/>
                    <a:pt x="246" y="381"/>
                    <a:pt x="275" y="367"/>
                  </a:cubicBezTo>
                  <a:cubicBezTo>
                    <a:pt x="275" y="334"/>
                    <a:pt x="275" y="334"/>
                    <a:pt x="275" y="334"/>
                  </a:cubicBezTo>
                  <a:cubicBezTo>
                    <a:pt x="247" y="348"/>
                    <a:pt x="215" y="356"/>
                    <a:pt x="179" y="356"/>
                  </a:cubicBezTo>
                  <a:cubicBezTo>
                    <a:pt x="155" y="356"/>
                    <a:pt x="136" y="352"/>
                    <a:pt x="118" y="344"/>
                  </a:cubicBezTo>
                  <a:cubicBezTo>
                    <a:pt x="99" y="335"/>
                    <a:pt x="84" y="324"/>
                    <a:pt x="73" y="310"/>
                  </a:cubicBezTo>
                  <a:cubicBezTo>
                    <a:pt x="60" y="295"/>
                    <a:pt x="52" y="278"/>
                    <a:pt x="45" y="260"/>
                  </a:cubicBezTo>
                  <a:cubicBezTo>
                    <a:pt x="39" y="240"/>
                    <a:pt x="37" y="219"/>
                    <a:pt x="37" y="199"/>
                  </a:cubicBezTo>
                  <a:cubicBezTo>
                    <a:pt x="37" y="175"/>
                    <a:pt x="39" y="152"/>
                    <a:pt x="46" y="132"/>
                  </a:cubicBezTo>
                  <a:cubicBezTo>
                    <a:pt x="53" y="112"/>
                    <a:pt x="63" y="94"/>
                    <a:pt x="76" y="79"/>
                  </a:cubicBezTo>
                  <a:cubicBezTo>
                    <a:pt x="90" y="65"/>
                    <a:pt x="105" y="52"/>
                    <a:pt x="125" y="44"/>
                  </a:cubicBezTo>
                  <a:cubicBezTo>
                    <a:pt x="143" y="35"/>
                    <a:pt x="164" y="31"/>
                    <a:pt x="189" y="31"/>
                  </a:cubicBezTo>
                  <a:cubicBezTo>
                    <a:pt x="219" y="31"/>
                    <a:pt x="247" y="38"/>
                    <a:pt x="275" y="52"/>
                  </a:cubicBezTo>
                  <a:cubicBezTo>
                    <a:pt x="275" y="14"/>
                    <a:pt x="275" y="14"/>
                    <a:pt x="275" y="14"/>
                  </a:cubicBezTo>
                  <a:cubicBezTo>
                    <a:pt x="250" y="5"/>
                    <a:pt x="221" y="0"/>
                    <a:pt x="189" y="0"/>
                  </a:cubicBezTo>
                  <a:cubicBezTo>
                    <a:pt x="159" y="0"/>
                    <a:pt x="134" y="5"/>
                    <a:pt x="111"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4" name="Freeform 223">
              <a:extLst>
                <a:ext uri="{FF2B5EF4-FFF2-40B4-BE49-F238E27FC236}">
                  <a16:creationId xmlns:a16="http://schemas.microsoft.com/office/drawing/2014/main" id="{DB3B06A8-231E-4B4F-2E2D-58D23EA45501}"/>
                </a:ext>
              </a:extLst>
            </p:cNvPr>
            <p:cNvSpPr>
              <a:spLocks noChangeArrowheads="1"/>
            </p:cNvSpPr>
            <p:nvPr/>
          </p:nvSpPr>
          <p:spPr bwMode="auto">
            <a:xfrm>
              <a:off x="8980488" y="3890963"/>
              <a:ext cx="127000" cy="139700"/>
            </a:xfrm>
            <a:custGeom>
              <a:avLst/>
              <a:gdLst>
                <a:gd name="T0" fmla="*/ 307 w 354"/>
                <a:gd name="T1" fmla="*/ 53 h 389"/>
                <a:gd name="T2" fmla="*/ 307 w 354"/>
                <a:gd name="T3" fmla="*/ 53 h 389"/>
                <a:gd name="T4" fmla="*/ 253 w 354"/>
                <a:gd name="T5" fmla="*/ 14 h 389"/>
                <a:gd name="T6" fmla="*/ 182 w 354"/>
                <a:gd name="T7" fmla="*/ 0 h 389"/>
                <a:gd name="T8" fmla="*/ 105 w 354"/>
                <a:gd name="T9" fmla="*/ 14 h 389"/>
                <a:gd name="T10" fmla="*/ 48 w 354"/>
                <a:gd name="T11" fmla="*/ 55 h 389"/>
                <a:gd name="T12" fmla="*/ 13 w 354"/>
                <a:gd name="T13" fmla="*/ 118 h 389"/>
                <a:gd name="T14" fmla="*/ 0 w 354"/>
                <a:gd name="T15" fmla="*/ 197 h 389"/>
                <a:gd name="T16" fmla="*/ 13 w 354"/>
                <a:gd name="T17" fmla="*/ 272 h 389"/>
                <a:gd name="T18" fmla="*/ 48 w 354"/>
                <a:gd name="T19" fmla="*/ 332 h 389"/>
                <a:gd name="T20" fmla="*/ 102 w 354"/>
                <a:gd name="T21" fmla="*/ 373 h 389"/>
                <a:gd name="T22" fmla="*/ 175 w 354"/>
                <a:gd name="T23" fmla="*/ 388 h 389"/>
                <a:gd name="T24" fmla="*/ 251 w 354"/>
                <a:gd name="T25" fmla="*/ 373 h 389"/>
                <a:gd name="T26" fmla="*/ 307 w 354"/>
                <a:gd name="T27" fmla="*/ 331 h 389"/>
                <a:gd name="T28" fmla="*/ 341 w 354"/>
                <a:gd name="T29" fmla="*/ 267 h 389"/>
                <a:gd name="T30" fmla="*/ 353 w 354"/>
                <a:gd name="T31" fmla="*/ 189 h 389"/>
                <a:gd name="T32" fmla="*/ 341 w 354"/>
                <a:gd name="T33" fmla="*/ 113 h 389"/>
                <a:gd name="T34" fmla="*/ 307 w 354"/>
                <a:gd name="T35" fmla="*/ 53 h 389"/>
                <a:gd name="T36" fmla="*/ 307 w 354"/>
                <a:gd name="T37" fmla="*/ 258 h 389"/>
                <a:gd name="T38" fmla="*/ 307 w 354"/>
                <a:gd name="T39" fmla="*/ 258 h 389"/>
                <a:gd name="T40" fmla="*/ 281 w 354"/>
                <a:gd name="T41" fmla="*/ 310 h 389"/>
                <a:gd name="T42" fmla="*/ 236 w 354"/>
                <a:gd name="T43" fmla="*/ 344 h 389"/>
                <a:gd name="T44" fmla="*/ 175 w 354"/>
                <a:gd name="T45" fmla="*/ 356 h 389"/>
                <a:gd name="T46" fmla="*/ 113 w 354"/>
                <a:gd name="T47" fmla="*/ 342 h 389"/>
                <a:gd name="T48" fmla="*/ 70 w 354"/>
                <a:gd name="T49" fmla="*/ 307 h 389"/>
                <a:gd name="T50" fmla="*/ 45 w 354"/>
                <a:gd name="T51" fmla="*/ 256 h 389"/>
                <a:gd name="T52" fmla="*/ 37 w 354"/>
                <a:gd name="T53" fmla="*/ 194 h 389"/>
                <a:gd name="T54" fmla="*/ 46 w 354"/>
                <a:gd name="T55" fmla="*/ 132 h 389"/>
                <a:gd name="T56" fmla="*/ 73 w 354"/>
                <a:gd name="T57" fmla="*/ 80 h 389"/>
                <a:gd name="T58" fmla="*/ 118 w 354"/>
                <a:gd name="T59" fmla="*/ 44 h 389"/>
                <a:gd name="T60" fmla="*/ 177 w 354"/>
                <a:gd name="T61" fmla="*/ 31 h 389"/>
                <a:gd name="T62" fmla="*/ 240 w 354"/>
                <a:gd name="T63" fmla="*/ 44 h 389"/>
                <a:gd name="T64" fmla="*/ 283 w 354"/>
                <a:gd name="T65" fmla="*/ 80 h 389"/>
                <a:gd name="T66" fmla="*/ 309 w 354"/>
                <a:gd name="T67" fmla="*/ 132 h 389"/>
                <a:gd name="T68" fmla="*/ 317 w 354"/>
                <a:gd name="T69" fmla="*/ 193 h 389"/>
                <a:gd name="T70" fmla="*/ 307 w 354"/>
                <a:gd name="T71" fmla="*/ 258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53"/>
                  </a:moveTo>
                  <a:lnTo>
                    <a:pt x="307" y="53"/>
                  </a:lnTo>
                  <a:cubicBezTo>
                    <a:pt x="292" y="37"/>
                    <a:pt x="274" y="24"/>
                    <a:pt x="253" y="14"/>
                  </a:cubicBezTo>
                  <a:cubicBezTo>
                    <a:pt x="232" y="5"/>
                    <a:pt x="208" y="0"/>
                    <a:pt x="182" y="0"/>
                  </a:cubicBezTo>
                  <a:cubicBezTo>
                    <a:pt x="152" y="0"/>
                    <a:pt x="127" y="5"/>
                    <a:pt x="105" y="14"/>
                  </a:cubicBezTo>
                  <a:cubicBezTo>
                    <a:pt x="83" y="24"/>
                    <a:pt x="63" y="38"/>
                    <a:pt x="48" y="55"/>
                  </a:cubicBezTo>
                  <a:cubicBezTo>
                    <a:pt x="32" y="72"/>
                    <a:pt x="20" y="93"/>
                    <a:pt x="13" y="118"/>
                  </a:cubicBezTo>
                  <a:cubicBezTo>
                    <a:pt x="5" y="141"/>
                    <a:pt x="0" y="168"/>
                    <a:pt x="0" y="197"/>
                  </a:cubicBezTo>
                  <a:cubicBezTo>
                    <a:pt x="0" y="224"/>
                    <a:pt x="5" y="249"/>
                    <a:pt x="13" y="272"/>
                  </a:cubicBezTo>
                  <a:cubicBezTo>
                    <a:pt x="20" y="295"/>
                    <a:pt x="32" y="316"/>
                    <a:pt x="48" y="332"/>
                  </a:cubicBezTo>
                  <a:cubicBezTo>
                    <a:pt x="62" y="349"/>
                    <a:pt x="81" y="363"/>
                    <a:pt x="102" y="373"/>
                  </a:cubicBezTo>
                  <a:cubicBezTo>
                    <a:pt x="125" y="383"/>
                    <a:pt x="148" y="388"/>
                    <a:pt x="175" y="388"/>
                  </a:cubicBezTo>
                  <a:cubicBezTo>
                    <a:pt x="204" y="388"/>
                    <a:pt x="229" y="383"/>
                    <a:pt x="251" y="373"/>
                  </a:cubicBezTo>
                  <a:cubicBezTo>
                    <a:pt x="274" y="362"/>
                    <a:pt x="292" y="348"/>
                    <a:pt x="307" y="331"/>
                  </a:cubicBezTo>
                  <a:cubicBezTo>
                    <a:pt x="323" y="313"/>
                    <a:pt x="334" y="292"/>
                    <a:pt x="341" y="267"/>
                  </a:cubicBezTo>
                  <a:cubicBezTo>
                    <a:pt x="349" y="243"/>
                    <a:pt x="353" y="217"/>
                    <a:pt x="353" y="189"/>
                  </a:cubicBezTo>
                  <a:cubicBezTo>
                    <a:pt x="353" y="161"/>
                    <a:pt x="349" y="136"/>
                    <a:pt x="341" y="113"/>
                  </a:cubicBezTo>
                  <a:cubicBezTo>
                    <a:pt x="334" y="90"/>
                    <a:pt x="321" y="70"/>
                    <a:pt x="307" y="53"/>
                  </a:cubicBezTo>
                  <a:close/>
                  <a:moveTo>
                    <a:pt x="307" y="258"/>
                  </a:moveTo>
                  <a:lnTo>
                    <a:pt x="307" y="258"/>
                  </a:lnTo>
                  <a:cubicBezTo>
                    <a:pt x="302" y="278"/>
                    <a:pt x="293" y="296"/>
                    <a:pt x="281" y="310"/>
                  </a:cubicBezTo>
                  <a:cubicBezTo>
                    <a:pt x="270" y="324"/>
                    <a:pt x="254" y="335"/>
                    <a:pt x="236" y="344"/>
                  </a:cubicBezTo>
                  <a:cubicBezTo>
                    <a:pt x="219" y="352"/>
                    <a:pt x="198" y="356"/>
                    <a:pt x="175" y="356"/>
                  </a:cubicBezTo>
                  <a:cubicBezTo>
                    <a:pt x="151" y="356"/>
                    <a:pt x="131" y="352"/>
                    <a:pt x="113" y="342"/>
                  </a:cubicBezTo>
                  <a:cubicBezTo>
                    <a:pt x="97" y="334"/>
                    <a:pt x="81" y="321"/>
                    <a:pt x="70" y="307"/>
                  </a:cubicBezTo>
                  <a:cubicBezTo>
                    <a:pt x="59" y="292"/>
                    <a:pt x="51" y="275"/>
                    <a:pt x="45" y="256"/>
                  </a:cubicBezTo>
                  <a:cubicBezTo>
                    <a:pt x="39" y="236"/>
                    <a:pt x="37" y="215"/>
                    <a:pt x="37" y="194"/>
                  </a:cubicBezTo>
                  <a:cubicBezTo>
                    <a:pt x="37" y="172"/>
                    <a:pt x="39" y="151"/>
                    <a:pt x="46" y="132"/>
                  </a:cubicBezTo>
                  <a:cubicBezTo>
                    <a:pt x="52" y="112"/>
                    <a:pt x="62" y="94"/>
                    <a:pt x="73" y="80"/>
                  </a:cubicBezTo>
                  <a:cubicBezTo>
                    <a:pt x="85" y="65"/>
                    <a:pt x="101" y="53"/>
                    <a:pt x="118" y="44"/>
                  </a:cubicBezTo>
                  <a:cubicBezTo>
                    <a:pt x="136" y="35"/>
                    <a:pt x="155" y="31"/>
                    <a:pt x="177" y="31"/>
                  </a:cubicBezTo>
                  <a:cubicBezTo>
                    <a:pt x="203" y="31"/>
                    <a:pt x="224" y="35"/>
                    <a:pt x="240" y="44"/>
                  </a:cubicBezTo>
                  <a:cubicBezTo>
                    <a:pt x="258" y="53"/>
                    <a:pt x="272" y="65"/>
                    <a:pt x="283" y="80"/>
                  </a:cubicBezTo>
                  <a:cubicBezTo>
                    <a:pt x="295" y="94"/>
                    <a:pt x="303" y="112"/>
                    <a:pt x="309" y="132"/>
                  </a:cubicBezTo>
                  <a:cubicBezTo>
                    <a:pt x="314" y="151"/>
                    <a:pt x="317" y="172"/>
                    <a:pt x="317" y="193"/>
                  </a:cubicBezTo>
                  <a:cubicBezTo>
                    <a:pt x="317" y="217"/>
                    <a:pt x="314" y="239"/>
                    <a:pt x="307"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5" name="Freeform 224">
              <a:extLst>
                <a:ext uri="{FF2B5EF4-FFF2-40B4-BE49-F238E27FC236}">
                  <a16:creationId xmlns:a16="http://schemas.microsoft.com/office/drawing/2014/main" id="{86BA1477-386E-5DBD-084A-CAFCF96E0D6B}"/>
                </a:ext>
              </a:extLst>
            </p:cNvPr>
            <p:cNvSpPr>
              <a:spLocks noChangeArrowheads="1"/>
            </p:cNvSpPr>
            <p:nvPr/>
          </p:nvSpPr>
          <p:spPr bwMode="auto">
            <a:xfrm>
              <a:off x="9136063" y="389255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3" y="70"/>
                    <a:pt x="33" y="64"/>
                  </a:cubicBezTo>
                  <a:cubicBezTo>
                    <a:pt x="33" y="59"/>
                    <a:pt x="33" y="53"/>
                    <a:pt x="33" y="50"/>
                  </a:cubicBezTo>
                  <a:cubicBezTo>
                    <a:pt x="34" y="50"/>
                    <a:pt x="34" y="50"/>
                    <a:pt x="34" y="50"/>
                  </a:cubicBezTo>
                  <a:cubicBezTo>
                    <a:pt x="36" y="54"/>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6" name="Freeform 225">
              <a:extLst>
                <a:ext uri="{FF2B5EF4-FFF2-40B4-BE49-F238E27FC236}">
                  <a16:creationId xmlns:a16="http://schemas.microsoft.com/office/drawing/2014/main" id="{E474C5C5-AFE8-846A-744B-2F351AD8B959}"/>
                </a:ext>
              </a:extLst>
            </p:cNvPr>
            <p:cNvSpPr>
              <a:spLocks noChangeArrowheads="1"/>
            </p:cNvSpPr>
            <p:nvPr/>
          </p:nvSpPr>
          <p:spPr bwMode="auto">
            <a:xfrm>
              <a:off x="9271000" y="3890963"/>
              <a:ext cx="76200" cy="139700"/>
            </a:xfrm>
            <a:custGeom>
              <a:avLst/>
              <a:gdLst>
                <a:gd name="T0" fmla="*/ 42 w 213"/>
                <a:gd name="T1" fmla="*/ 381 h 388"/>
                <a:gd name="T2" fmla="*/ 42 w 213"/>
                <a:gd name="T3" fmla="*/ 381 h 388"/>
                <a:gd name="T4" fmla="*/ 67 w 213"/>
                <a:gd name="T5" fmla="*/ 385 h 388"/>
                <a:gd name="T6" fmla="*/ 88 w 213"/>
                <a:gd name="T7" fmla="*/ 387 h 388"/>
                <a:gd name="T8" fmla="*/ 138 w 213"/>
                <a:gd name="T9" fmla="*/ 381 h 388"/>
                <a:gd name="T10" fmla="*/ 177 w 213"/>
                <a:gd name="T11" fmla="*/ 363 h 388"/>
                <a:gd name="T12" fmla="*/ 203 w 213"/>
                <a:gd name="T13" fmla="*/ 331 h 388"/>
                <a:gd name="T14" fmla="*/ 212 w 213"/>
                <a:gd name="T15" fmla="*/ 288 h 388"/>
                <a:gd name="T16" fmla="*/ 206 w 213"/>
                <a:gd name="T17" fmla="*/ 256 h 388"/>
                <a:gd name="T18" fmla="*/ 189 w 213"/>
                <a:gd name="T19" fmla="*/ 228 h 388"/>
                <a:gd name="T20" fmla="*/ 160 w 213"/>
                <a:gd name="T21" fmla="*/ 204 h 388"/>
                <a:gd name="T22" fmla="*/ 118 w 213"/>
                <a:gd name="T23" fmla="*/ 179 h 388"/>
                <a:gd name="T24" fmla="*/ 81 w 213"/>
                <a:gd name="T25" fmla="*/ 158 h 388"/>
                <a:gd name="T26" fmla="*/ 56 w 213"/>
                <a:gd name="T27" fmla="*/ 139 h 388"/>
                <a:gd name="T28" fmla="*/ 42 w 213"/>
                <a:gd name="T29" fmla="*/ 119 h 388"/>
                <a:gd name="T30" fmla="*/ 37 w 213"/>
                <a:gd name="T31" fmla="*/ 94 h 388"/>
                <a:gd name="T32" fmla="*/ 43 w 213"/>
                <a:gd name="T33" fmla="*/ 67 h 388"/>
                <a:gd name="T34" fmla="*/ 61 w 213"/>
                <a:gd name="T35" fmla="*/ 48 h 388"/>
                <a:gd name="T36" fmla="*/ 88 w 213"/>
                <a:gd name="T37" fmla="*/ 35 h 388"/>
                <a:gd name="T38" fmla="*/ 118 w 213"/>
                <a:gd name="T39" fmla="*/ 31 h 388"/>
                <a:gd name="T40" fmla="*/ 196 w 213"/>
                <a:gd name="T41" fmla="*/ 51 h 388"/>
                <a:gd name="T42" fmla="*/ 196 w 213"/>
                <a:gd name="T43" fmla="*/ 12 h 388"/>
                <a:gd name="T44" fmla="*/ 122 w 213"/>
                <a:gd name="T45" fmla="*/ 0 h 388"/>
                <a:gd name="T46" fmla="*/ 75 w 213"/>
                <a:gd name="T47" fmla="*/ 6 h 388"/>
                <a:gd name="T48" fmla="*/ 37 w 213"/>
                <a:gd name="T49" fmla="*/ 26 h 388"/>
                <a:gd name="T50" fmla="*/ 11 w 213"/>
                <a:gd name="T51" fmla="*/ 56 h 388"/>
                <a:gd name="T52" fmla="*/ 1 w 213"/>
                <a:gd name="T53" fmla="*/ 98 h 388"/>
                <a:gd name="T54" fmla="*/ 5 w 213"/>
                <a:gd name="T55" fmla="*/ 130 h 388"/>
                <a:gd name="T56" fmla="*/ 22 w 213"/>
                <a:gd name="T57" fmla="*/ 157 h 388"/>
                <a:gd name="T58" fmla="*/ 50 w 213"/>
                <a:gd name="T59" fmla="*/ 180 h 388"/>
                <a:gd name="T60" fmla="*/ 92 w 213"/>
                <a:gd name="T61" fmla="*/ 204 h 388"/>
                <a:gd name="T62" fmla="*/ 129 w 213"/>
                <a:gd name="T63" fmla="*/ 226 h 388"/>
                <a:gd name="T64" fmla="*/ 154 w 213"/>
                <a:gd name="T65" fmla="*/ 246 h 388"/>
                <a:gd name="T66" fmla="*/ 171 w 213"/>
                <a:gd name="T67" fmla="*/ 265 h 388"/>
                <a:gd name="T68" fmla="*/ 175 w 213"/>
                <a:gd name="T69" fmla="*/ 292 h 388"/>
                <a:gd name="T70" fmla="*/ 154 w 213"/>
                <a:gd name="T71" fmla="*/ 339 h 388"/>
                <a:gd name="T72" fmla="*/ 90 w 213"/>
                <a:gd name="T73" fmla="*/ 356 h 388"/>
                <a:gd name="T74" fmla="*/ 68 w 213"/>
                <a:gd name="T75" fmla="*/ 353 h 388"/>
                <a:gd name="T76" fmla="*/ 43 w 213"/>
                <a:gd name="T77" fmla="*/ 348 h 388"/>
                <a:gd name="T78" fmla="*/ 21 w 213"/>
                <a:gd name="T79" fmla="*/ 339 h 388"/>
                <a:gd name="T80" fmla="*/ 0 w 213"/>
                <a:gd name="T81" fmla="*/ 327 h 388"/>
                <a:gd name="T82" fmla="*/ 0 w 213"/>
                <a:gd name="T83" fmla="*/ 367 h 388"/>
                <a:gd name="T84" fmla="*/ 18 w 213"/>
                <a:gd name="T85" fmla="*/ 376 h 388"/>
                <a:gd name="T86" fmla="*/ 42 w 213"/>
                <a:gd name="T87" fmla="*/ 38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42" y="381"/>
                  </a:moveTo>
                  <a:lnTo>
                    <a:pt x="42" y="381"/>
                  </a:lnTo>
                  <a:cubicBezTo>
                    <a:pt x="50" y="384"/>
                    <a:pt x="58" y="385"/>
                    <a:pt x="67" y="385"/>
                  </a:cubicBezTo>
                  <a:cubicBezTo>
                    <a:pt x="75" y="387"/>
                    <a:pt x="82" y="387"/>
                    <a:pt x="88" y="387"/>
                  </a:cubicBezTo>
                  <a:cubicBezTo>
                    <a:pt x="106" y="387"/>
                    <a:pt x="122" y="385"/>
                    <a:pt x="138" y="381"/>
                  </a:cubicBezTo>
                  <a:cubicBezTo>
                    <a:pt x="153" y="377"/>
                    <a:pt x="166" y="370"/>
                    <a:pt x="177" y="363"/>
                  </a:cubicBezTo>
                  <a:cubicBezTo>
                    <a:pt x="188" y="355"/>
                    <a:pt x="196" y="344"/>
                    <a:pt x="203" y="331"/>
                  </a:cubicBezTo>
                  <a:cubicBezTo>
                    <a:pt x="209" y="318"/>
                    <a:pt x="212" y="305"/>
                    <a:pt x="212" y="288"/>
                  </a:cubicBezTo>
                  <a:cubicBezTo>
                    <a:pt x="212" y="277"/>
                    <a:pt x="210" y="265"/>
                    <a:pt x="206" y="256"/>
                  </a:cubicBezTo>
                  <a:cubicBezTo>
                    <a:pt x="202" y="246"/>
                    <a:pt x="196" y="238"/>
                    <a:pt x="189" y="228"/>
                  </a:cubicBezTo>
                  <a:cubicBezTo>
                    <a:pt x="181" y="219"/>
                    <a:pt x="171" y="211"/>
                    <a:pt x="160" y="204"/>
                  </a:cubicBezTo>
                  <a:cubicBezTo>
                    <a:pt x="148" y="196"/>
                    <a:pt x="134" y="187"/>
                    <a:pt x="118" y="179"/>
                  </a:cubicBezTo>
                  <a:cubicBezTo>
                    <a:pt x="103" y="171"/>
                    <a:pt x="90" y="164"/>
                    <a:pt x="81" y="158"/>
                  </a:cubicBezTo>
                  <a:cubicBezTo>
                    <a:pt x="69" y="151"/>
                    <a:pt x="61" y="146"/>
                    <a:pt x="56" y="139"/>
                  </a:cubicBezTo>
                  <a:cubicBezTo>
                    <a:pt x="48" y="133"/>
                    <a:pt x="44" y="126"/>
                    <a:pt x="42" y="119"/>
                  </a:cubicBezTo>
                  <a:cubicBezTo>
                    <a:pt x="39" y="112"/>
                    <a:pt x="37" y="104"/>
                    <a:pt x="37" y="94"/>
                  </a:cubicBezTo>
                  <a:cubicBezTo>
                    <a:pt x="37" y="84"/>
                    <a:pt x="39" y="74"/>
                    <a:pt x="43" y="67"/>
                  </a:cubicBezTo>
                  <a:cubicBezTo>
                    <a:pt x="48" y="59"/>
                    <a:pt x="54" y="52"/>
                    <a:pt x="61" y="48"/>
                  </a:cubicBezTo>
                  <a:cubicBezTo>
                    <a:pt x="68" y="42"/>
                    <a:pt x="78" y="38"/>
                    <a:pt x="88" y="35"/>
                  </a:cubicBezTo>
                  <a:cubicBezTo>
                    <a:pt x="97" y="33"/>
                    <a:pt x="107" y="31"/>
                    <a:pt x="118" y="31"/>
                  </a:cubicBezTo>
                  <a:cubicBezTo>
                    <a:pt x="149" y="31"/>
                    <a:pt x="174" y="38"/>
                    <a:pt x="196" y="51"/>
                  </a:cubicBezTo>
                  <a:cubicBezTo>
                    <a:pt x="196" y="12"/>
                    <a:pt x="196" y="12"/>
                    <a:pt x="196" y="12"/>
                  </a:cubicBezTo>
                  <a:cubicBezTo>
                    <a:pt x="177" y="3"/>
                    <a:pt x="152" y="0"/>
                    <a:pt x="122" y="0"/>
                  </a:cubicBezTo>
                  <a:cubicBezTo>
                    <a:pt x="106" y="0"/>
                    <a:pt x="90" y="2"/>
                    <a:pt x="75" y="6"/>
                  </a:cubicBezTo>
                  <a:cubicBezTo>
                    <a:pt x="61" y="12"/>
                    <a:pt x="47" y="17"/>
                    <a:pt x="37" y="26"/>
                  </a:cubicBezTo>
                  <a:cubicBezTo>
                    <a:pt x="26" y="34"/>
                    <a:pt x="16" y="45"/>
                    <a:pt x="11" y="56"/>
                  </a:cubicBezTo>
                  <a:cubicBezTo>
                    <a:pt x="4" y="69"/>
                    <a:pt x="1" y="83"/>
                    <a:pt x="1" y="98"/>
                  </a:cubicBezTo>
                  <a:cubicBezTo>
                    <a:pt x="1" y="109"/>
                    <a:pt x="2" y="120"/>
                    <a:pt x="5" y="130"/>
                  </a:cubicBezTo>
                  <a:cubicBezTo>
                    <a:pt x="9" y="139"/>
                    <a:pt x="15" y="148"/>
                    <a:pt x="22" y="157"/>
                  </a:cubicBezTo>
                  <a:cubicBezTo>
                    <a:pt x="29" y="164"/>
                    <a:pt x="39" y="172"/>
                    <a:pt x="50" y="180"/>
                  </a:cubicBezTo>
                  <a:cubicBezTo>
                    <a:pt x="61" y="187"/>
                    <a:pt x="75" y="196"/>
                    <a:pt x="92" y="204"/>
                  </a:cubicBezTo>
                  <a:cubicBezTo>
                    <a:pt x="106" y="212"/>
                    <a:pt x="118" y="219"/>
                    <a:pt x="129" y="226"/>
                  </a:cubicBezTo>
                  <a:cubicBezTo>
                    <a:pt x="139" y="232"/>
                    <a:pt x="148" y="239"/>
                    <a:pt x="154" y="246"/>
                  </a:cubicBezTo>
                  <a:cubicBezTo>
                    <a:pt x="161" y="251"/>
                    <a:pt x="167" y="258"/>
                    <a:pt x="171" y="265"/>
                  </a:cubicBezTo>
                  <a:cubicBezTo>
                    <a:pt x="174" y="274"/>
                    <a:pt x="175" y="282"/>
                    <a:pt x="175" y="292"/>
                  </a:cubicBezTo>
                  <a:cubicBezTo>
                    <a:pt x="175" y="313"/>
                    <a:pt x="168" y="328"/>
                    <a:pt x="154" y="339"/>
                  </a:cubicBezTo>
                  <a:cubicBezTo>
                    <a:pt x="141" y="351"/>
                    <a:pt x="120" y="356"/>
                    <a:pt x="90" y="356"/>
                  </a:cubicBezTo>
                  <a:cubicBezTo>
                    <a:pt x="83" y="356"/>
                    <a:pt x="75" y="355"/>
                    <a:pt x="68" y="353"/>
                  </a:cubicBezTo>
                  <a:cubicBezTo>
                    <a:pt x="60" y="353"/>
                    <a:pt x="51" y="351"/>
                    <a:pt x="43" y="348"/>
                  </a:cubicBezTo>
                  <a:cubicBezTo>
                    <a:pt x="36" y="346"/>
                    <a:pt x="28" y="342"/>
                    <a:pt x="21" y="339"/>
                  </a:cubicBezTo>
                  <a:cubicBezTo>
                    <a:pt x="12" y="335"/>
                    <a:pt x="5" y="331"/>
                    <a:pt x="0" y="327"/>
                  </a:cubicBezTo>
                  <a:cubicBezTo>
                    <a:pt x="0" y="367"/>
                    <a:pt x="0" y="367"/>
                    <a:pt x="0" y="367"/>
                  </a:cubicBezTo>
                  <a:cubicBezTo>
                    <a:pt x="4" y="370"/>
                    <a:pt x="11" y="373"/>
                    <a:pt x="18" y="376"/>
                  </a:cubicBezTo>
                  <a:cubicBezTo>
                    <a:pt x="26" y="377"/>
                    <a:pt x="33" y="380"/>
                    <a:pt x="42" y="38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7" name="Freeform 226">
            <a:extLst>
              <a:ext uri="{FF2B5EF4-FFF2-40B4-BE49-F238E27FC236}">
                <a16:creationId xmlns:a16="http://schemas.microsoft.com/office/drawing/2014/main" id="{7F88D8A3-D0D5-9CAE-0D66-04C4775FE04E}"/>
              </a:ext>
            </a:extLst>
          </p:cNvPr>
          <p:cNvSpPr>
            <a:spLocks noChangeArrowheads="1"/>
          </p:cNvSpPr>
          <p:nvPr/>
        </p:nvSpPr>
        <p:spPr bwMode="auto">
          <a:xfrm>
            <a:off x="3175669" y="1526283"/>
            <a:ext cx="236537" cy="249237"/>
          </a:xfrm>
          <a:custGeom>
            <a:avLst/>
            <a:gdLst>
              <a:gd name="T0" fmla="*/ 17 w 659"/>
              <a:gd name="T1" fmla="*/ 509 h 691"/>
              <a:gd name="T2" fmla="*/ 17 w 659"/>
              <a:gd name="T3" fmla="*/ 509 h 691"/>
              <a:gd name="T4" fmla="*/ 17 w 659"/>
              <a:gd name="T5" fmla="*/ 509 h 691"/>
              <a:gd name="T6" fmla="*/ 17 w 659"/>
              <a:gd name="T7" fmla="*/ 513 h 691"/>
              <a:gd name="T8" fmla="*/ 28 w 659"/>
              <a:gd name="T9" fmla="*/ 523 h 691"/>
              <a:gd name="T10" fmla="*/ 42 w 659"/>
              <a:gd name="T11" fmla="*/ 519 h 691"/>
              <a:gd name="T12" fmla="*/ 211 w 659"/>
              <a:gd name="T13" fmla="*/ 351 h 691"/>
              <a:gd name="T14" fmla="*/ 536 w 659"/>
              <a:gd name="T15" fmla="*/ 676 h 691"/>
              <a:gd name="T16" fmla="*/ 568 w 659"/>
              <a:gd name="T17" fmla="*/ 690 h 691"/>
              <a:gd name="T18" fmla="*/ 598 w 659"/>
              <a:gd name="T19" fmla="*/ 676 h 691"/>
              <a:gd name="T20" fmla="*/ 646 w 659"/>
              <a:gd name="T21" fmla="*/ 629 h 691"/>
              <a:gd name="T22" fmla="*/ 658 w 659"/>
              <a:gd name="T23" fmla="*/ 598 h 691"/>
              <a:gd name="T24" fmla="*/ 646 w 659"/>
              <a:gd name="T25" fmla="*/ 566 h 691"/>
              <a:gd name="T26" fmla="*/ 321 w 659"/>
              <a:gd name="T27" fmla="*/ 241 h 691"/>
              <a:gd name="T28" fmla="*/ 407 w 659"/>
              <a:gd name="T29" fmla="*/ 153 h 691"/>
              <a:gd name="T30" fmla="*/ 421 w 659"/>
              <a:gd name="T31" fmla="*/ 121 h 691"/>
              <a:gd name="T32" fmla="*/ 407 w 659"/>
              <a:gd name="T33" fmla="*/ 90 h 691"/>
              <a:gd name="T34" fmla="*/ 331 w 659"/>
              <a:gd name="T35" fmla="*/ 14 h 691"/>
              <a:gd name="T36" fmla="*/ 300 w 659"/>
              <a:gd name="T37" fmla="*/ 0 h 691"/>
              <a:gd name="T38" fmla="*/ 268 w 659"/>
              <a:gd name="T39" fmla="*/ 14 h 691"/>
              <a:gd name="T40" fmla="*/ 180 w 659"/>
              <a:gd name="T41" fmla="*/ 100 h 691"/>
              <a:gd name="T42" fmla="*/ 151 w 659"/>
              <a:gd name="T43" fmla="*/ 89 h 691"/>
              <a:gd name="T44" fmla="*/ 119 w 659"/>
              <a:gd name="T45" fmla="*/ 103 h 691"/>
              <a:gd name="T46" fmla="*/ 71 w 659"/>
              <a:gd name="T47" fmla="*/ 149 h 691"/>
              <a:gd name="T48" fmla="*/ 59 w 659"/>
              <a:gd name="T49" fmla="*/ 181 h 691"/>
              <a:gd name="T50" fmla="*/ 71 w 659"/>
              <a:gd name="T51" fmla="*/ 212 h 691"/>
              <a:gd name="T52" fmla="*/ 0 w 659"/>
              <a:gd name="T53" fmla="*/ 410 h 691"/>
              <a:gd name="T54" fmla="*/ 17 w 659"/>
              <a:gd name="T55" fmla="*/ 509 h 691"/>
              <a:gd name="T56" fmla="*/ 629 w 659"/>
              <a:gd name="T57" fmla="*/ 598 h 691"/>
              <a:gd name="T58" fmla="*/ 629 w 659"/>
              <a:gd name="T59" fmla="*/ 598 h 691"/>
              <a:gd name="T60" fmla="*/ 625 w 659"/>
              <a:gd name="T61" fmla="*/ 608 h 691"/>
              <a:gd name="T62" fmla="*/ 577 w 659"/>
              <a:gd name="T63" fmla="*/ 655 h 691"/>
              <a:gd name="T64" fmla="*/ 568 w 659"/>
              <a:gd name="T65" fmla="*/ 659 h 691"/>
              <a:gd name="T66" fmla="*/ 557 w 659"/>
              <a:gd name="T67" fmla="*/ 655 h 691"/>
              <a:gd name="T68" fmla="*/ 232 w 659"/>
              <a:gd name="T69" fmla="*/ 330 h 691"/>
              <a:gd name="T70" fmla="*/ 300 w 659"/>
              <a:gd name="T71" fmla="*/ 262 h 691"/>
              <a:gd name="T72" fmla="*/ 625 w 659"/>
              <a:gd name="T73" fmla="*/ 587 h 691"/>
              <a:gd name="T74" fmla="*/ 629 w 659"/>
              <a:gd name="T75" fmla="*/ 598 h 691"/>
              <a:gd name="T76" fmla="*/ 94 w 659"/>
              <a:gd name="T77" fmla="*/ 171 h 691"/>
              <a:gd name="T78" fmla="*/ 94 w 659"/>
              <a:gd name="T79" fmla="*/ 171 h 691"/>
              <a:gd name="T80" fmla="*/ 140 w 659"/>
              <a:gd name="T81" fmla="*/ 124 h 691"/>
              <a:gd name="T82" fmla="*/ 151 w 659"/>
              <a:gd name="T83" fmla="*/ 120 h 691"/>
              <a:gd name="T84" fmla="*/ 159 w 659"/>
              <a:gd name="T85" fmla="*/ 123 h 691"/>
              <a:gd name="T86" fmla="*/ 92 w 659"/>
              <a:gd name="T87" fmla="*/ 189 h 691"/>
              <a:gd name="T88" fmla="*/ 92 w 659"/>
              <a:gd name="T89" fmla="*/ 189 h 691"/>
              <a:gd name="T90" fmla="*/ 92 w 659"/>
              <a:gd name="T91" fmla="*/ 189 h 691"/>
              <a:gd name="T92" fmla="*/ 88 w 659"/>
              <a:gd name="T93" fmla="*/ 181 h 691"/>
              <a:gd name="T94" fmla="*/ 94 w 659"/>
              <a:gd name="T95" fmla="*/ 171 h 691"/>
              <a:gd name="T96" fmla="*/ 113 w 659"/>
              <a:gd name="T97" fmla="*/ 210 h 691"/>
              <a:gd name="T98" fmla="*/ 113 w 659"/>
              <a:gd name="T99" fmla="*/ 210 h 691"/>
              <a:gd name="T100" fmla="*/ 191 w 659"/>
              <a:gd name="T101" fmla="*/ 132 h 691"/>
              <a:gd name="T102" fmla="*/ 191 w 659"/>
              <a:gd name="T103" fmla="*/ 132 h 691"/>
              <a:gd name="T104" fmla="*/ 289 w 659"/>
              <a:gd name="T105" fmla="*/ 35 h 691"/>
              <a:gd name="T106" fmla="*/ 300 w 659"/>
              <a:gd name="T107" fmla="*/ 30 h 691"/>
              <a:gd name="T108" fmla="*/ 310 w 659"/>
              <a:gd name="T109" fmla="*/ 35 h 691"/>
              <a:gd name="T110" fmla="*/ 310 w 659"/>
              <a:gd name="T111" fmla="*/ 35 h 691"/>
              <a:gd name="T112" fmla="*/ 386 w 659"/>
              <a:gd name="T113" fmla="*/ 111 h 691"/>
              <a:gd name="T114" fmla="*/ 391 w 659"/>
              <a:gd name="T115" fmla="*/ 121 h 691"/>
              <a:gd name="T116" fmla="*/ 386 w 659"/>
              <a:gd name="T117" fmla="*/ 132 h 691"/>
              <a:gd name="T118" fmla="*/ 39 w 659"/>
              <a:gd name="T119" fmla="*/ 481 h 691"/>
              <a:gd name="T120" fmla="*/ 29 w 659"/>
              <a:gd name="T121" fmla="*/ 410 h 691"/>
              <a:gd name="T122" fmla="*/ 113 w 659"/>
              <a:gd name="T123" fmla="*/ 210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659" h="691">
                <a:moveTo>
                  <a:pt x="17" y="509"/>
                </a:moveTo>
                <a:lnTo>
                  <a:pt x="17" y="509"/>
                </a:lnTo>
                <a:lnTo>
                  <a:pt x="17" y="509"/>
                </a:lnTo>
                <a:cubicBezTo>
                  <a:pt x="17" y="513"/>
                  <a:pt x="17" y="513"/>
                  <a:pt x="17" y="513"/>
                </a:cubicBezTo>
                <a:cubicBezTo>
                  <a:pt x="20" y="519"/>
                  <a:pt x="24" y="521"/>
                  <a:pt x="28" y="523"/>
                </a:cubicBezTo>
                <a:cubicBezTo>
                  <a:pt x="34" y="524"/>
                  <a:pt x="39" y="523"/>
                  <a:pt x="42" y="519"/>
                </a:cubicBezTo>
                <a:cubicBezTo>
                  <a:pt x="211" y="351"/>
                  <a:pt x="211" y="351"/>
                  <a:pt x="211" y="351"/>
                </a:cubicBezTo>
                <a:cubicBezTo>
                  <a:pt x="536" y="676"/>
                  <a:pt x="536" y="676"/>
                  <a:pt x="536" y="676"/>
                </a:cubicBezTo>
                <a:cubicBezTo>
                  <a:pt x="544" y="685"/>
                  <a:pt x="555" y="690"/>
                  <a:pt x="568" y="690"/>
                </a:cubicBezTo>
                <a:cubicBezTo>
                  <a:pt x="579" y="690"/>
                  <a:pt x="590" y="685"/>
                  <a:pt x="598" y="676"/>
                </a:cubicBezTo>
                <a:cubicBezTo>
                  <a:pt x="646" y="629"/>
                  <a:pt x="646" y="629"/>
                  <a:pt x="646" y="629"/>
                </a:cubicBezTo>
                <a:cubicBezTo>
                  <a:pt x="654" y="620"/>
                  <a:pt x="658" y="609"/>
                  <a:pt x="658" y="598"/>
                </a:cubicBezTo>
                <a:cubicBezTo>
                  <a:pt x="658" y="587"/>
                  <a:pt x="654" y="574"/>
                  <a:pt x="646" y="566"/>
                </a:cubicBezTo>
                <a:cubicBezTo>
                  <a:pt x="321" y="241"/>
                  <a:pt x="321" y="241"/>
                  <a:pt x="321" y="241"/>
                </a:cubicBezTo>
                <a:cubicBezTo>
                  <a:pt x="407" y="153"/>
                  <a:pt x="407" y="153"/>
                  <a:pt x="407" y="153"/>
                </a:cubicBezTo>
                <a:cubicBezTo>
                  <a:pt x="417" y="145"/>
                  <a:pt x="421" y="134"/>
                  <a:pt x="421" y="121"/>
                </a:cubicBezTo>
                <a:cubicBezTo>
                  <a:pt x="421" y="110"/>
                  <a:pt x="417" y="99"/>
                  <a:pt x="407" y="90"/>
                </a:cubicBezTo>
                <a:cubicBezTo>
                  <a:pt x="331" y="14"/>
                  <a:pt x="331" y="14"/>
                  <a:pt x="331" y="14"/>
                </a:cubicBezTo>
                <a:cubicBezTo>
                  <a:pt x="322" y="4"/>
                  <a:pt x="311" y="0"/>
                  <a:pt x="300" y="0"/>
                </a:cubicBezTo>
                <a:cubicBezTo>
                  <a:pt x="287" y="0"/>
                  <a:pt x="276" y="4"/>
                  <a:pt x="268" y="14"/>
                </a:cubicBezTo>
                <a:cubicBezTo>
                  <a:pt x="180" y="100"/>
                  <a:pt x="180" y="100"/>
                  <a:pt x="180" y="100"/>
                </a:cubicBezTo>
                <a:cubicBezTo>
                  <a:pt x="172" y="93"/>
                  <a:pt x="162" y="89"/>
                  <a:pt x="151" y="89"/>
                </a:cubicBezTo>
                <a:cubicBezTo>
                  <a:pt x="140" y="89"/>
                  <a:pt x="128" y="93"/>
                  <a:pt x="119" y="103"/>
                </a:cubicBezTo>
                <a:cubicBezTo>
                  <a:pt x="71" y="149"/>
                  <a:pt x="71" y="149"/>
                  <a:pt x="71" y="149"/>
                </a:cubicBezTo>
                <a:cubicBezTo>
                  <a:pt x="63" y="159"/>
                  <a:pt x="59" y="170"/>
                  <a:pt x="59" y="181"/>
                </a:cubicBezTo>
                <a:cubicBezTo>
                  <a:pt x="59" y="192"/>
                  <a:pt x="63" y="203"/>
                  <a:pt x="71" y="212"/>
                </a:cubicBezTo>
                <a:cubicBezTo>
                  <a:pt x="25" y="269"/>
                  <a:pt x="0" y="339"/>
                  <a:pt x="0" y="410"/>
                </a:cubicBezTo>
                <a:cubicBezTo>
                  <a:pt x="0" y="443"/>
                  <a:pt x="6" y="477"/>
                  <a:pt x="17" y="509"/>
                </a:cubicBezTo>
                <a:close/>
                <a:moveTo>
                  <a:pt x="629" y="598"/>
                </a:moveTo>
                <a:lnTo>
                  <a:pt x="629" y="598"/>
                </a:lnTo>
                <a:cubicBezTo>
                  <a:pt x="629" y="601"/>
                  <a:pt x="628" y="605"/>
                  <a:pt x="625" y="608"/>
                </a:cubicBezTo>
                <a:cubicBezTo>
                  <a:pt x="577" y="655"/>
                  <a:pt x="577" y="655"/>
                  <a:pt x="577" y="655"/>
                </a:cubicBezTo>
                <a:cubicBezTo>
                  <a:pt x="575" y="658"/>
                  <a:pt x="571" y="659"/>
                  <a:pt x="568" y="659"/>
                </a:cubicBezTo>
                <a:cubicBezTo>
                  <a:pt x="564" y="659"/>
                  <a:pt x="559" y="658"/>
                  <a:pt x="557" y="655"/>
                </a:cubicBezTo>
                <a:cubicBezTo>
                  <a:pt x="232" y="330"/>
                  <a:pt x="232" y="330"/>
                  <a:pt x="232" y="330"/>
                </a:cubicBezTo>
                <a:cubicBezTo>
                  <a:pt x="300" y="262"/>
                  <a:pt x="300" y="262"/>
                  <a:pt x="300" y="262"/>
                </a:cubicBezTo>
                <a:cubicBezTo>
                  <a:pt x="625" y="587"/>
                  <a:pt x="625" y="587"/>
                  <a:pt x="625" y="587"/>
                </a:cubicBezTo>
                <a:cubicBezTo>
                  <a:pt x="628" y="590"/>
                  <a:pt x="629" y="594"/>
                  <a:pt x="629" y="598"/>
                </a:cubicBezTo>
                <a:close/>
                <a:moveTo>
                  <a:pt x="94" y="171"/>
                </a:moveTo>
                <a:lnTo>
                  <a:pt x="94" y="171"/>
                </a:lnTo>
                <a:cubicBezTo>
                  <a:pt x="140" y="124"/>
                  <a:pt x="140" y="124"/>
                  <a:pt x="140" y="124"/>
                </a:cubicBezTo>
                <a:cubicBezTo>
                  <a:pt x="144" y="121"/>
                  <a:pt x="147" y="120"/>
                  <a:pt x="151" y="120"/>
                </a:cubicBezTo>
                <a:cubicBezTo>
                  <a:pt x="154" y="120"/>
                  <a:pt x="156" y="120"/>
                  <a:pt x="159" y="123"/>
                </a:cubicBezTo>
                <a:cubicBezTo>
                  <a:pt x="92" y="189"/>
                  <a:pt x="92" y="189"/>
                  <a:pt x="92" y="189"/>
                </a:cubicBezTo>
                <a:lnTo>
                  <a:pt x="92" y="189"/>
                </a:lnTo>
                <a:lnTo>
                  <a:pt x="92" y="189"/>
                </a:lnTo>
                <a:cubicBezTo>
                  <a:pt x="89" y="187"/>
                  <a:pt x="88" y="184"/>
                  <a:pt x="88" y="181"/>
                </a:cubicBezTo>
                <a:cubicBezTo>
                  <a:pt x="88" y="177"/>
                  <a:pt x="89" y="174"/>
                  <a:pt x="94" y="171"/>
                </a:cubicBezTo>
                <a:close/>
                <a:moveTo>
                  <a:pt x="113" y="210"/>
                </a:moveTo>
                <a:lnTo>
                  <a:pt x="113" y="210"/>
                </a:lnTo>
                <a:cubicBezTo>
                  <a:pt x="191" y="132"/>
                  <a:pt x="191" y="132"/>
                  <a:pt x="191" y="132"/>
                </a:cubicBezTo>
                <a:lnTo>
                  <a:pt x="191" y="132"/>
                </a:lnTo>
                <a:cubicBezTo>
                  <a:pt x="289" y="35"/>
                  <a:pt x="289" y="35"/>
                  <a:pt x="289" y="35"/>
                </a:cubicBezTo>
                <a:cubicBezTo>
                  <a:pt x="292" y="32"/>
                  <a:pt x="296" y="30"/>
                  <a:pt x="300" y="30"/>
                </a:cubicBezTo>
                <a:cubicBezTo>
                  <a:pt x="303" y="30"/>
                  <a:pt x="307" y="32"/>
                  <a:pt x="310" y="35"/>
                </a:cubicBezTo>
                <a:lnTo>
                  <a:pt x="310" y="35"/>
                </a:lnTo>
                <a:cubicBezTo>
                  <a:pt x="386" y="111"/>
                  <a:pt x="386" y="111"/>
                  <a:pt x="386" y="111"/>
                </a:cubicBezTo>
                <a:cubicBezTo>
                  <a:pt x="389" y="114"/>
                  <a:pt x="391" y="118"/>
                  <a:pt x="391" y="121"/>
                </a:cubicBezTo>
                <a:cubicBezTo>
                  <a:pt x="391" y="125"/>
                  <a:pt x="389" y="129"/>
                  <a:pt x="386" y="132"/>
                </a:cubicBezTo>
                <a:cubicBezTo>
                  <a:pt x="39" y="481"/>
                  <a:pt x="39" y="481"/>
                  <a:pt x="39" y="481"/>
                </a:cubicBezTo>
                <a:cubicBezTo>
                  <a:pt x="32" y="457"/>
                  <a:pt x="29" y="434"/>
                  <a:pt x="29" y="410"/>
                </a:cubicBezTo>
                <a:cubicBezTo>
                  <a:pt x="29" y="336"/>
                  <a:pt x="59" y="265"/>
                  <a:pt x="113" y="210"/>
                </a:cubicBezTo>
                <a:close/>
              </a:path>
            </a:pathLst>
          </a:custGeom>
          <a:solidFill>
            <a:schemeClr val="accent4"/>
          </a:solidFill>
          <a:ln>
            <a:noFill/>
          </a:ln>
          <a:effectLst/>
        </p:spPr>
        <p:txBody>
          <a:bodyPr wrap="none" anchor="ctr"/>
          <a:lstStyle/>
          <a:p>
            <a:endParaRPr lang="da-DK"/>
          </a:p>
        </p:txBody>
      </p:sp>
      <p:sp>
        <p:nvSpPr>
          <p:cNvPr id="278" name="Freeform 227">
            <a:extLst>
              <a:ext uri="{FF2B5EF4-FFF2-40B4-BE49-F238E27FC236}">
                <a16:creationId xmlns:a16="http://schemas.microsoft.com/office/drawing/2014/main" id="{12C6A9A3-1A8B-1116-49A7-D91FE65EC334}"/>
              </a:ext>
            </a:extLst>
          </p:cNvPr>
          <p:cNvSpPr>
            <a:spLocks noChangeArrowheads="1"/>
          </p:cNvSpPr>
          <p:nvPr/>
        </p:nvSpPr>
        <p:spPr bwMode="auto">
          <a:xfrm>
            <a:off x="1618331" y="1015107"/>
            <a:ext cx="257175" cy="258762"/>
          </a:xfrm>
          <a:custGeom>
            <a:avLst/>
            <a:gdLst>
              <a:gd name="T0" fmla="*/ 709 w 715"/>
              <a:gd name="T1" fmla="*/ 124 h 717"/>
              <a:gd name="T2" fmla="*/ 709 w 715"/>
              <a:gd name="T3" fmla="*/ 124 h 717"/>
              <a:gd name="T4" fmla="*/ 591 w 715"/>
              <a:gd name="T5" fmla="*/ 4 h 717"/>
              <a:gd name="T6" fmla="*/ 580 w 715"/>
              <a:gd name="T7" fmla="*/ 0 h 717"/>
              <a:gd name="T8" fmla="*/ 570 w 715"/>
              <a:gd name="T9" fmla="*/ 4 h 717"/>
              <a:gd name="T10" fmla="*/ 64 w 715"/>
              <a:gd name="T11" fmla="*/ 511 h 717"/>
              <a:gd name="T12" fmla="*/ 64 w 715"/>
              <a:gd name="T13" fmla="*/ 511 h 717"/>
              <a:gd name="T14" fmla="*/ 61 w 715"/>
              <a:gd name="T15" fmla="*/ 515 h 717"/>
              <a:gd name="T16" fmla="*/ 61 w 715"/>
              <a:gd name="T17" fmla="*/ 516 h 717"/>
              <a:gd name="T18" fmla="*/ 60 w 715"/>
              <a:gd name="T19" fmla="*/ 516 h 717"/>
              <a:gd name="T20" fmla="*/ 1 w 715"/>
              <a:gd name="T21" fmla="*/ 695 h 717"/>
              <a:gd name="T22" fmla="*/ 4 w 715"/>
              <a:gd name="T23" fmla="*/ 710 h 717"/>
              <a:gd name="T24" fmla="*/ 19 w 715"/>
              <a:gd name="T25" fmla="*/ 714 h 717"/>
              <a:gd name="T26" fmla="*/ 198 w 715"/>
              <a:gd name="T27" fmla="*/ 654 h 717"/>
              <a:gd name="T28" fmla="*/ 199 w 715"/>
              <a:gd name="T29" fmla="*/ 654 h 717"/>
              <a:gd name="T30" fmla="*/ 199 w 715"/>
              <a:gd name="T31" fmla="*/ 653 h 717"/>
              <a:gd name="T32" fmla="*/ 203 w 715"/>
              <a:gd name="T33" fmla="*/ 650 h 717"/>
              <a:gd name="T34" fmla="*/ 203 w 715"/>
              <a:gd name="T35" fmla="*/ 650 h 717"/>
              <a:gd name="T36" fmla="*/ 709 w 715"/>
              <a:gd name="T37" fmla="*/ 145 h 717"/>
              <a:gd name="T38" fmla="*/ 714 w 715"/>
              <a:gd name="T39" fmla="*/ 134 h 717"/>
              <a:gd name="T40" fmla="*/ 709 w 715"/>
              <a:gd name="T41" fmla="*/ 124 h 717"/>
              <a:gd name="T42" fmla="*/ 491 w 715"/>
              <a:gd name="T43" fmla="*/ 126 h 717"/>
              <a:gd name="T44" fmla="*/ 491 w 715"/>
              <a:gd name="T45" fmla="*/ 126 h 717"/>
              <a:gd name="T46" fmla="*/ 590 w 715"/>
              <a:gd name="T47" fmla="*/ 223 h 717"/>
              <a:gd name="T48" fmla="*/ 193 w 715"/>
              <a:gd name="T49" fmla="*/ 619 h 717"/>
              <a:gd name="T50" fmla="*/ 96 w 715"/>
              <a:gd name="T51" fmla="*/ 520 h 717"/>
              <a:gd name="T52" fmla="*/ 491 w 715"/>
              <a:gd name="T53" fmla="*/ 126 h 717"/>
              <a:gd name="T54" fmla="*/ 39 w 715"/>
              <a:gd name="T55" fmla="*/ 677 h 717"/>
              <a:gd name="T56" fmla="*/ 39 w 715"/>
              <a:gd name="T57" fmla="*/ 677 h 717"/>
              <a:gd name="T58" fmla="*/ 80 w 715"/>
              <a:gd name="T59" fmla="*/ 548 h 717"/>
              <a:gd name="T60" fmla="*/ 166 w 715"/>
              <a:gd name="T61" fmla="*/ 633 h 717"/>
              <a:gd name="T62" fmla="*/ 39 w 715"/>
              <a:gd name="T63" fmla="*/ 677 h 717"/>
              <a:gd name="T64" fmla="*/ 610 w 715"/>
              <a:gd name="T65" fmla="*/ 202 h 717"/>
              <a:gd name="T66" fmla="*/ 610 w 715"/>
              <a:gd name="T67" fmla="*/ 202 h 717"/>
              <a:gd name="T68" fmla="*/ 511 w 715"/>
              <a:gd name="T69" fmla="*/ 105 h 717"/>
              <a:gd name="T70" fmla="*/ 580 w 715"/>
              <a:gd name="T71" fmla="*/ 36 h 717"/>
              <a:gd name="T72" fmla="*/ 679 w 715"/>
              <a:gd name="T73" fmla="*/ 134 h 717"/>
              <a:gd name="T74" fmla="*/ 610 w 715"/>
              <a:gd name="T75" fmla="*/ 202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717">
                <a:moveTo>
                  <a:pt x="709" y="124"/>
                </a:moveTo>
                <a:lnTo>
                  <a:pt x="709" y="124"/>
                </a:lnTo>
                <a:cubicBezTo>
                  <a:pt x="591" y="4"/>
                  <a:pt x="591" y="4"/>
                  <a:pt x="591" y="4"/>
                </a:cubicBezTo>
                <a:cubicBezTo>
                  <a:pt x="588" y="2"/>
                  <a:pt x="584" y="0"/>
                  <a:pt x="580" y="0"/>
                </a:cubicBezTo>
                <a:cubicBezTo>
                  <a:pt x="576" y="0"/>
                  <a:pt x="573" y="2"/>
                  <a:pt x="570" y="4"/>
                </a:cubicBezTo>
                <a:cubicBezTo>
                  <a:pt x="64" y="511"/>
                  <a:pt x="64" y="511"/>
                  <a:pt x="64" y="511"/>
                </a:cubicBezTo>
                <a:lnTo>
                  <a:pt x="64" y="511"/>
                </a:lnTo>
                <a:cubicBezTo>
                  <a:pt x="62" y="512"/>
                  <a:pt x="61" y="513"/>
                  <a:pt x="61" y="515"/>
                </a:cubicBezTo>
                <a:cubicBezTo>
                  <a:pt x="61" y="515"/>
                  <a:pt x="61" y="515"/>
                  <a:pt x="61" y="516"/>
                </a:cubicBezTo>
                <a:cubicBezTo>
                  <a:pt x="61" y="516"/>
                  <a:pt x="61" y="516"/>
                  <a:pt x="60" y="516"/>
                </a:cubicBezTo>
                <a:cubicBezTo>
                  <a:pt x="1" y="695"/>
                  <a:pt x="1" y="695"/>
                  <a:pt x="1" y="695"/>
                </a:cubicBezTo>
                <a:cubicBezTo>
                  <a:pt x="0" y="700"/>
                  <a:pt x="1" y="706"/>
                  <a:pt x="4" y="710"/>
                </a:cubicBezTo>
                <a:cubicBezTo>
                  <a:pt x="8" y="714"/>
                  <a:pt x="14" y="716"/>
                  <a:pt x="19" y="714"/>
                </a:cubicBezTo>
                <a:cubicBezTo>
                  <a:pt x="198" y="654"/>
                  <a:pt x="198" y="654"/>
                  <a:pt x="198" y="654"/>
                </a:cubicBezTo>
                <a:lnTo>
                  <a:pt x="199" y="654"/>
                </a:lnTo>
                <a:lnTo>
                  <a:pt x="199" y="653"/>
                </a:lnTo>
                <a:cubicBezTo>
                  <a:pt x="200" y="653"/>
                  <a:pt x="202" y="651"/>
                  <a:pt x="203" y="650"/>
                </a:cubicBezTo>
                <a:lnTo>
                  <a:pt x="203" y="650"/>
                </a:lnTo>
                <a:cubicBezTo>
                  <a:pt x="709" y="145"/>
                  <a:pt x="709" y="145"/>
                  <a:pt x="709" y="145"/>
                </a:cubicBezTo>
                <a:cubicBezTo>
                  <a:pt x="712" y="142"/>
                  <a:pt x="714" y="138"/>
                  <a:pt x="714" y="134"/>
                </a:cubicBezTo>
                <a:cubicBezTo>
                  <a:pt x="714" y="130"/>
                  <a:pt x="712" y="127"/>
                  <a:pt x="709" y="124"/>
                </a:cubicBezTo>
                <a:close/>
                <a:moveTo>
                  <a:pt x="491" y="126"/>
                </a:moveTo>
                <a:lnTo>
                  <a:pt x="491" y="126"/>
                </a:lnTo>
                <a:cubicBezTo>
                  <a:pt x="590" y="223"/>
                  <a:pt x="590" y="223"/>
                  <a:pt x="590" y="223"/>
                </a:cubicBezTo>
                <a:cubicBezTo>
                  <a:pt x="193" y="619"/>
                  <a:pt x="193" y="619"/>
                  <a:pt x="193" y="619"/>
                </a:cubicBezTo>
                <a:cubicBezTo>
                  <a:pt x="96" y="520"/>
                  <a:pt x="96" y="520"/>
                  <a:pt x="96" y="520"/>
                </a:cubicBezTo>
                <a:lnTo>
                  <a:pt x="491" y="126"/>
                </a:lnTo>
                <a:close/>
                <a:moveTo>
                  <a:pt x="39" y="677"/>
                </a:moveTo>
                <a:lnTo>
                  <a:pt x="39" y="677"/>
                </a:lnTo>
                <a:cubicBezTo>
                  <a:pt x="80" y="548"/>
                  <a:pt x="80" y="548"/>
                  <a:pt x="80" y="548"/>
                </a:cubicBezTo>
                <a:cubicBezTo>
                  <a:pt x="166" y="633"/>
                  <a:pt x="166" y="633"/>
                  <a:pt x="166" y="633"/>
                </a:cubicBezTo>
                <a:lnTo>
                  <a:pt x="39" y="677"/>
                </a:lnTo>
                <a:close/>
                <a:moveTo>
                  <a:pt x="610" y="202"/>
                </a:moveTo>
                <a:lnTo>
                  <a:pt x="610" y="202"/>
                </a:lnTo>
                <a:cubicBezTo>
                  <a:pt x="511" y="105"/>
                  <a:pt x="511" y="105"/>
                  <a:pt x="511" y="105"/>
                </a:cubicBezTo>
                <a:cubicBezTo>
                  <a:pt x="580" y="36"/>
                  <a:pt x="580" y="36"/>
                  <a:pt x="580" y="36"/>
                </a:cubicBezTo>
                <a:cubicBezTo>
                  <a:pt x="679" y="134"/>
                  <a:pt x="679" y="134"/>
                  <a:pt x="679" y="134"/>
                </a:cubicBezTo>
                <a:lnTo>
                  <a:pt x="610" y="202"/>
                </a:lnTo>
                <a:close/>
              </a:path>
            </a:pathLst>
          </a:custGeom>
          <a:solidFill>
            <a:schemeClr val="accent4"/>
          </a:solidFill>
          <a:ln>
            <a:noFill/>
          </a:ln>
          <a:effectLst/>
        </p:spPr>
        <p:txBody>
          <a:bodyPr wrap="none" anchor="ctr"/>
          <a:lstStyle/>
          <a:p>
            <a:endParaRPr lang="da-DK"/>
          </a:p>
        </p:txBody>
      </p:sp>
      <p:sp>
        <p:nvSpPr>
          <p:cNvPr id="279" name="Freeform 228">
            <a:extLst>
              <a:ext uri="{FF2B5EF4-FFF2-40B4-BE49-F238E27FC236}">
                <a16:creationId xmlns:a16="http://schemas.microsoft.com/office/drawing/2014/main" id="{D1DFA6C1-E99C-D582-A441-A4732E9A96CC}"/>
              </a:ext>
            </a:extLst>
          </p:cNvPr>
          <p:cNvSpPr>
            <a:spLocks noChangeArrowheads="1"/>
          </p:cNvSpPr>
          <p:nvPr/>
        </p:nvSpPr>
        <p:spPr bwMode="auto">
          <a:xfrm>
            <a:off x="1616744" y="1527870"/>
            <a:ext cx="254000" cy="246063"/>
          </a:xfrm>
          <a:custGeom>
            <a:avLst/>
            <a:gdLst>
              <a:gd name="T0" fmla="*/ 6 w 704"/>
              <a:gd name="T1" fmla="*/ 557 h 683"/>
              <a:gd name="T2" fmla="*/ 95 w 704"/>
              <a:gd name="T3" fmla="*/ 667 h 683"/>
              <a:gd name="T4" fmla="*/ 116 w 704"/>
              <a:gd name="T5" fmla="*/ 667 h 683"/>
              <a:gd name="T6" fmla="*/ 476 w 704"/>
              <a:gd name="T7" fmla="*/ 651 h 683"/>
              <a:gd name="T8" fmla="*/ 624 w 704"/>
              <a:gd name="T9" fmla="*/ 651 h 683"/>
              <a:gd name="T10" fmla="*/ 624 w 704"/>
              <a:gd name="T11" fmla="*/ 651 h 683"/>
              <a:gd name="T12" fmla="*/ 624 w 704"/>
              <a:gd name="T13" fmla="*/ 651 h 683"/>
              <a:gd name="T14" fmla="*/ 624 w 704"/>
              <a:gd name="T15" fmla="*/ 504 h 683"/>
              <a:gd name="T16" fmla="*/ 463 w 704"/>
              <a:gd name="T17" fmla="*/ 321 h 683"/>
              <a:gd name="T18" fmla="*/ 582 w 704"/>
              <a:gd name="T19" fmla="*/ 421 h 683"/>
              <a:gd name="T20" fmla="*/ 691 w 704"/>
              <a:gd name="T21" fmla="*/ 331 h 683"/>
              <a:gd name="T22" fmla="*/ 691 w 704"/>
              <a:gd name="T23" fmla="*/ 331 h 683"/>
              <a:gd name="T24" fmla="*/ 691 w 704"/>
              <a:gd name="T25" fmla="*/ 268 h 683"/>
              <a:gd name="T26" fmla="*/ 614 w 704"/>
              <a:gd name="T27" fmla="*/ 151 h 683"/>
              <a:gd name="T28" fmla="*/ 554 w 704"/>
              <a:gd name="T29" fmla="*/ 71 h 683"/>
              <a:gd name="T30" fmla="*/ 493 w 704"/>
              <a:gd name="T31" fmla="*/ 71 h 683"/>
              <a:gd name="T32" fmla="*/ 194 w 704"/>
              <a:gd name="T33" fmla="*/ 15 h 683"/>
              <a:gd name="T34" fmla="*/ 181 w 704"/>
              <a:gd name="T35" fmla="*/ 28 h 683"/>
              <a:gd name="T36" fmla="*/ 353 w 704"/>
              <a:gd name="T37" fmla="*/ 209 h 683"/>
              <a:gd name="T38" fmla="*/ 172 w 704"/>
              <a:gd name="T39" fmla="*/ 179 h 683"/>
              <a:gd name="T40" fmla="*/ 184 w 704"/>
              <a:gd name="T41" fmla="*/ 154 h 683"/>
              <a:gd name="T42" fmla="*/ 155 w 704"/>
              <a:gd name="T43" fmla="*/ 82 h 683"/>
              <a:gd name="T44" fmla="*/ 55 w 704"/>
              <a:gd name="T45" fmla="*/ 43 h 683"/>
              <a:gd name="T46" fmla="*/ 10 w 704"/>
              <a:gd name="T47" fmla="*/ 102 h 683"/>
              <a:gd name="T48" fmla="*/ 60 w 704"/>
              <a:gd name="T49" fmla="*/ 194 h 683"/>
              <a:gd name="T50" fmla="*/ 138 w 704"/>
              <a:gd name="T51" fmla="*/ 211 h 683"/>
              <a:gd name="T52" fmla="*/ 257 w 704"/>
              <a:gd name="T53" fmla="*/ 306 h 683"/>
              <a:gd name="T54" fmla="*/ 533 w 704"/>
              <a:gd name="T55" fmla="*/ 92 h 683"/>
              <a:gd name="T56" fmla="*/ 580 w 704"/>
              <a:gd name="T57" fmla="*/ 140 h 683"/>
              <a:gd name="T58" fmla="*/ 582 w 704"/>
              <a:gd name="T59" fmla="*/ 159 h 683"/>
              <a:gd name="T60" fmla="*/ 515 w 704"/>
              <a:gd name="T61" fmla="*/ 91 h 683"/>
              <a:gd name="T62" fmla="*/ 523 w 704"/>
              <a:gd name="T63" fmla="*/ 88 h 683"/>
              <a:gd name="T64" fmla="*/ 494 w 704"/>
              <a:gd name="T65" fmla="*/ 112 h 683"/>
              <a:gd name="T66" fmla="*/ 572 w 704"/>
              <a:gd name="T67" fmla="*/ 191 h 683"/>
              <a:gd name="T68" fmla="*/ 670 w 704"/>
              <a:gd name="T69" fmla="*/ 289 h 683"/>
              <a:gd name="T70" fmla="*/ 670 w 704"/>
              <a:gd name="T71" fmla="*/ 310 h 683"/>
              <a:gd name="T72" fmla="*/ 593 w 704"/>
              <a:gd name="T73" fmla="*/ 386 h 683"/>
              <a:gd name="T74" fmla="*/ 572 w 704"/>
              <a:gd name="T75" fmla="*/ 386 h 683"/>
              <a:gd name="T76" fmla="*/ 293 w 704"/>
              <a:gd name="T77" fmla="*/ 29 h 683"/>
              <a:gd name="T78" fmla="*/ 124 w 704"/>
              <a:gd name="T79" fmla="*/ 184 h 683"/>
              <a:gd name="T80" fmla="*/ 76 w 704"/>
              <a:gd name="T81" fmla="*/ 167 h 683"/>
              <a:gd name="T82" fmla="*/ 67 w 704"/>
              <a:gd name="T83" fmla="*/ 71 h 683"/>
              <a:gd name="T84" fmla="*/ 154 w 704"/>
              <a:gd name="T85" fmla="*/ 155 h 683"/>
              <a:gd name="T86" fmla="*/ 140 w 704"/>
              <a:gd name="T87" fmla="*/ 167 h 683"/>
              <a:gd name="T88" fmla="*/ 124 w 704"/>
              <a:gd name="T89" fmla="*/ 184 h 683"/>
              <a:gd name="T90" fmla="*/ 38 w 704"/>
              <a:gd name="T91" fmla="*/ 566 h 683"/>
              <a:gd name="T92" fmla="*/ 442 w 704"/>
              <a:gd name="T93" fmla="*/ 299 h 683"/>
              <a:gd name="T94" fmla="*/ 38 w 704"/>
              <a:gd name="T95" fmla="*/ 566 h 683"/>
              <a:gd name="T96" fmla="*/ 603 w 704"/>
              <a:gd name="T97" fmla="*/ 524 h 683"/>
              <a:gd name="T98" fmla="*/ 624 w 704"/>
              <a:gd name="T99" fmla="*/ 577 h 683"/>
              <a:gd name="T100" fmla="*/ 603 w 704"/>
              <a:gd name="T101" fmla="*/ 630 h 683"/>
              <a:gd name="T102" fmla="*/ 497 w 704"/>
              <a:gd name="T103" fmla="*/ 630 h 683"/>
              <a:gd name="T104" fmla="*/ 430 w 704"/>
              <a:gd name="T105" fmla="*/ 353 h 6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683">
                <a:moveTo>
                  <a:pt x="6" y="557"/>
                </a:moveTo>
                <a:lnTo>
                  <a:pt x="6" y="557"/>
                </a:lnTo>
                <a:cubicBezTo>
                  <a:pt x="0" y="562"/>
                  <a:pt x="0" y="572"/>
                  <a:pt x="6" y="577"/>
                </a:cubicBezTo>
                <a:cubicBezTo>
                  <a:pt x="95" y="667"/>
                  <a:pt x="95" y="667"/>
                  <a:pt x="95" y="667"/>
                </a:cubicBezTo>
                <a:cubicBezTo>
                  <a:pt x="98" y="669"/>
                  <a:pt x="102" y="671"/>
                  <a:pt x="106" y="671"/>
                </a:cubicBezTo>
                <a:cubicBezTo>
                  <a:pt x="110" y="671"/>
                  <a:pt x="113" y="669"/>
                  <a:pt x="116" y="667"/>
                </a:cubicBezTo>
                <a:cubicBezTo>
                  <a:pt x="304" y="480"/>
                  <a:pt x="304" y="480"/>
                  <a:pt x="304" y="480"/>
                </a:cubicBezTo>
                <a:cubicBezTo>
                  <a:pt x="476" y="651"/>
                  <a:pt x="476" y="651"/>
                  <a:pt x="476" y="651"/>
                </a:cubicBezTo>
                <a:cubicBezTo>
                  <a:pt x="497" y="671"/>
                  <a:pt x="523" y="682"/>
                  <a:pt x="550" y="682"/>
                </a:cubicBezTo>
                <a:cubicBezTo>
                  <a:pt x="576" y="682"/>
                  <a:pt x="603" y="671"/>
                  <a:pt x="624" y="651"/>
                </a:cubicBezTo>
                <a:lnTo>
                  <a:pt x="624" y="651"/>
                </a:lnTo>
                <a:lnTo>
                  <a:pt x="624" y="651"/>
                </a:lnTo>
                <a:lnTo>
                  <a:pt x="624" y="651"/>
                </a:lnTo>
                <a:lnTo>
                  <a:pt x="624" y="651"/>
                </a:lnTo>
                <a:cubicBezTo>
                  <a:pt x="643" y="630"/>
                  <a:pt x="654" y="604"/>
                  <a:pt x="654" y="577"/>
                </a:cubicBezTo>
                <a:cubicBezTo>
                  <a:pt x="654" y="551"/>
                  <a:pt x="643" y="524"/>
                  <a:pt x="624" y="504"/>
                </a:cubicBezTo>
                <a:cubicBezTo>
                  <a:pt x="452" y="332"/>
                  <a:pt x="452" y="332"/>
                  <a:pt x="452" y="332"/>
                </a:cubicBezTo>
                <a:cubicBezTo>
                  <a:pt x="463" y="321"/>
                  <a:pt x="463" y="321"/>
                  <a:pt x="463" y="321"/>
                </a:cubicBezTo>
                <a:cubicBezTo>
                  <a:pt x="551" y="407"/>
                  <a:pt x="551" y="407"/>
                  <a:pt x="551" y="407"/>
                </a:cubicBezTo>
                <a:cubicBezTo>
                  <a:pt x="559" y="416"/>
                  <a:pt x="571" y="421"/>
                  <a:pt x="582" y="421"/>
                </a:cubicBezTo>
                <a:cubicBezTo>
                  <a:pt x="593" y="421"/>
                  <a:pt x="605" y="416"/>
                  <a:pt x="614" y="407"/>
                </a:cubicBezTo>
                <a:cubicBezTo>
                  <a:pt x="691" y="331"/>
                  <a:pt x="691" y="331"/>
                  <a:pt x="691" y="331"/>
                </a:cubicBezTo>
                <a:cubicBezTo>
                  <a:pt x="681" y="321"/>
                  <a:pt x="681" y="321"/>
                  <a:pt x="681" y="321"/>
                </a:cubicBezTo>
                <a:cubicBezTo>
                  <a:pt x="691" y="331"/>
                  <a:pt x="691" y="331"/>
                  <a:pt x="691" y="331"/>
                </a:cubicBezTo>
                <a:cubicBezTo>
                  <a:pt x="699" y="322"/>
                  <a:pt x="703" y="311"/>
                  <a:pt x="703" y="299"/>
                </a:cubicBezTo>
                <a:cubicBezTo>
                  <a:pt x="703" y="287"/>
                  <a:pt x="699" y="276"/>
                  <a:pt x="691" y="268"/>
                </a:cubicBezTo>
                <a:cubicBezTo>
                  <a:pt x="603" y="180"/>
                  <a:pt x="603" y="180"/>
                  <a:pt x="603" y="180"/>
                </a:cubicBezTo>
                <a:cubicBezTo>
                  <a:pt x="611" y="172"/>
                  <a:pt x="614" y="160"/>
                  <a:pt x="614" y="151"/>
                </a:cubicBezTo>
                <a:cubicBezTo>
                  <a:pt x="614" y="140"/>
                  <a:pt x="610" y="127"/>
                  <a:pt x="601" y="119"/>
                </a:cubicBezTo>
                <a:cubicBezTo>
                  <a:pt x="554" y="71"/>
                  <a:pt x="554" y="71"/>
                  <a:pt x="554" y="71"/>
                </a:cubicBezTo>
                <a:cubicBezTo>
                  <a:pt x="546" y="63"/>
                  <a:pt x="534" y="59"/>
                  <a:pt x="523" y="59"/>
                </a:cubicBezTo>
                <a:cubicBezTo>
                  <a:pt x="512" y="59"/>
                  <a:pt x="501" y="63"/>
                  <a:pt x="493" y="71"/>
                </a:cubicBezTo>
                <a:cubicBezTo>
                  <a:pt x="435" y="25"/>
                  <a:pt x="366" y="0"/>
                  <a:pt x="293" y="0"/>
                </a:cubicBezTo>
                <a:cubicBezTo>
                  <a:pt x="261" y="0"/>
                  <a:pt x="228" y="6"/>
                  <a:pt x="194" y="15"/>
                </a:cubicBezTo>
                <a:cubicBezTo>
                  <a:pt x="191" y="17"/>
                  <a:pt x="191" y="17"/>
                  <a:pt x="191" y="17"/>
                </a:cubicBezTo>
                <a:cubicBezTo>
                  <a:pt x="186" y="18"/>
                  <a:pt x="181" y="22"/>
                  <a:pt x="181" y="28"/>
                </a:cubicBezTo>
                <a:cubicBezTo>
                  <a:pt x="180" y="34"/>
                  <a:pt x="181" y="38"/>
                  <a:pt x="184" y="42"/>
                </a:cubicBezTo>
                <a:cubicBezTo>
                  <a:pt x="353" y="209"/>
                  <a:pt x="353" y="209"/>
                  <a:pt x="353" y="209"/>
                </a:cubicBezTo>
                <a:cubicBezTo>
                  <a:pt x="278" y="285"/>
                  <a:pt x="278" y="285"/>
                  <a:pt x="278" y="285"/>
                </a:cubicBezTo>
                <a:cubicBezTo>
                  <a:pt x="172" y="179"/>
                  <a:pt x="172" y="179"/>
                  <a:pt x="172" y="179"/>
                </a:cubicBezTo>
                <a:cubicBezTo>
                  <a:pt x="180" y="169"/>
                  <a:pt x="180" y="169"/>
                  <a:pt x="180" y="169"/>
                </a:cubicBezTo>
                <a:cubicBezTo>
                  <a:pt x="184" y="165"/>
                  <a:pt x="186" y="159"/>
                  <a:pt x="184" y="154"/>
                </a:cubicBezTo>
                <a:cubicBezTo>
                  <a:pt x="163" y="91"/>
                  <a:pt x="163" y="91"/>
                  <a:pt x="163" y="91"/>
                </a:cubicBezTo>
                <a:cubicBezTo>
                  <a:pt x="162" y="87"/>
                  <a:pt x="159" y="84"/>
                  <a:pt x="155" y="82"/>
                </a:cubicBezTo>
                <a:cubicBezTo>
                  <a:pt x="71" y="41"/>
                  <a:pt x="71" y="41"/>
                  <a:pt x="71" y="41"/>
                </a:cubicBezTo>
                <a:cubicBezTo>
                  <a:pt x="66" y="38"/>
                  <a:pt x="59" y="38"/>
                  <a:pt x="55" y="43"/>
                </a:cubicBezTo>
                <a:cubicBezTo>
                  <a:pt x="13" y="85"/>
                  <a:pt x="13" y="85"/>
                  <a:pt x="13" y="85"/>
                </a:cubicBezTo>
                <a:cubicBezTo>
                  <a:pt x="7" y="89"/>
                  <a:pt x="7" y="96"/>
                  <a:pt x="10" y="102"/>
                </a:cubicBezTo>
                <a:cubicBezTo>
                  <a:pt x="52" y="187"/>
                  <a:pt x="52" y="187"/>
                  <a:pt x="52" y="187"/>
                </a:cubicBezTo>
                <a:cubicBezTo>
                  <a:pt x="53" y="190"/>
                  <a:pt x="56" y="193"/>
                  <a:pt x="60" y="194"/>
                </a:cubicBezTo>
                <a:cubicBezTo>
                  <a:pt x="123" y="215"/>
                  <a:pt x="123" y="215"/>
                  <a:pt x="123" y="215"/>
                </a:cubicBezTo>
                <a:cubicBezTo>
                  <a:pt x="129" y="216"/>
                  <a:pt x="134" y="215"/>
                  <a:pt x="138" y="211"/>
                </a:cubicBezTo>
                <a:cubicBezTo>
                  <a:pt x="151" y="200"/>
                  <a:pt x="151" y="200"/>
                  <a:pt x="151" y="200"/>
                </a:cubicBezTo>
                <a:cubicBezTo>
                  <a:pt x="257" y="306"/>
                  <a:pt x="257" y="306"/>
                  <a:pt x="257" y="306"/>
                </a:cubicBezTo>
                <a:lnTo>
                  <a:pt x="6" y="557"/>
                </a:lnTo>
                <a:close/>
                <a:moveTo>
                  <a:pt x="533" y="92"/>
                </a:moveTo>
                <a:lnTo>
                  <a:pt x="533" y="92"/>
                </a:lnTo>
                <a:cubicBezTo>
                  <a:pt x="580" y="140"/>
                  <a:pt x="580" y="140"/>
                  <a:pt x="580" y="140"/>
                </a:cubicBezTo>
                <a:cubicBezTo>
                  <a:pt x="583" y="142"/>
                  <a:pt x="585" y="147"/>
                  <a:pt x="585" y="151"/>
                </a:cubicBezTo>
                <a:cubicBezTo>
                  <a:pt x="585" y="154"/>
                  <a:pt x="583" y="156"/>
                  <a:pt x="582" y="159"/>
                </a:cubicBezTo>
                <a:cubicBezTo>
                  <a:pt x="515" y="91"/>
                  <a:pt x="515" y="91"/>
                  <a:pt x="515" y="91"/>
                </a:cubicBezTo>
                <a:lnTo>
                  <a:pt x="515" y="91"/>
                </a:lnTo>
                <a:lnTo>
                  <a:pt x="515" y="91"/>
                </a:lnTo>
                <a:cubicBezTo>
                  <a:pt x="516" y="89"/>
                  <a:pt x="519" y="88"/>
                  <a:pt x="523" y="88"/>
                </a:cubicBezTo>
                <a:cubicBezTo>
                  <a:pt x="526" y="88"/>
                  <a:pt x="530" y="89"/>
                  <a:pt x="533" y="92"/>
                </a:cubicBezTo>
                <a:close/>
                <a:moveTo>
                  <a:pt x="494" y="112"/>
                </a:moveTo>
                <a:lnTo>
                  <a:pt x="494" y="112"/>
                </a:lnTo>
                <a:cubicBezTo>
                  <a:pt x="572" y="191"/>
                  <a:pt x="572" y="191"/>
                  <a:pt x="572" y="191"/>
                </a:cubicBezTo>
                <a:lnTo>
                  <a:pt x="572" y="191"/>
                </a:lnTo>
                <a:cubicBezTo>
                  <a:pt x="670" y="289"/>
                  <a:pt x="670" y="289"/>
                  <a:pt x="670" y="289"/>
                </a:cubicBezTo>
                <a:cubicBezTo>
                  <a:pt x="672" y="292"/>
                  <a:pt x="674" y="296"/>
                  <a:pt x="674" y="299"/>
                </a:cubicBezTo>
                <a:cubicBezTo>
                  <a:pt x="674" y="303"/>
                  <a:pt x="672" y="307"/>
                  <a:pt x="670" y="310"/>
                </a:cubicBezTo>
                <a:lnTo>
                  <a:pt x="670" y="310"/>
                </a:lnTo>
                <a:cubicBezTo>
                  <a:pt x="593" y="386"/>
                  <a:pt x="593" y="386"/>
                  <a:pt x="593" y="386"/>
                </a:cubicBezTo>
                <a:cubicBezTo>
                  <a:pt x="590" y="389"/>
                  <a:pt x="586" y="391"/>
                  <a:pt x="582" y="391"/>
                </a:cubicBezTo>
                <a:cubicBezTo>
                  <a:pt x="579" y="391"/>
                  <a:pt x="575" y="389"/>
                  <a:pt x="572" y="386"/>
                </a:cubicBezTo>
                <a:cubicBezTo>
                  <a:pt x="223" y="39"/>
                  <a:pt x="223" y="39"/>
                  <a:pt x="223" y="39"/>
                </a:cubicBezTo>
                <a:cubicBezTo>
                  <a:pt x="247" y="32"/>
                  <a:pt x="271" y="29"/>
                  <a:pt x="293" y="29"/>
                </a:cubicBezTo>
                <a:cubicBezTo>
                  <a:pt x="367" y="29"/>
                  <a:pt x="440" y="59"/>
                  <a:pt x="494" y="112"/>
                </a:cubicBezTo>
                <a:close/>
                <a:moveTo>
                  <a:pt x="124" y="184"/>
                </a:moveTo>
                <a:lnTo>
                  <a:pt x="124" y="184"/>
                </a:lnTo>
                <a:cubicBezTo>
                  <a:pt x="76" y="167"/>
                  <a:pt x="76" y="167"/>
                  <a:pt x="76" y="167"/>
                </a:cubicBezTo>
                <a:cubicBezTo>
                  <a:pt x="41" y="99"/>
                  <a:pt x="41" y="99"/>
                  <a:pt x="41" y="99"/>
                </a:cubicBezTo>
                <a:cubicBezTo>
                  <a:pt x="67" y="71"/>
                  <a:pt x="67" y="71"/>
                  <a:pt x="67" y="71"/>
                </a:cubicBezTo>
                <a:cubicBezTo>
                  <a:pt x="137" y="106"/>
                  <a:pt x="137" y="106"/>
                  <a:pt x="137" y="106"/>
                </a:cubicBezTo>
                <a:cubicBezTo>
                  <a:pt x="154" y="155"/>
                  <a:pt x="154" y="155"/>
                  <a:pt x="154" y="155"/>
                </a:cubicBezTo>
                <a:cubicBezTo>
                  <a:pt x="140" y="167"/>
                  <a:pt x="140" y="167"/>
                  <a:pt x="140" y="167"/>
                </a:cubicBezTo>
                <a:lnTo>
                  <a:pt x="140" y="167"/>
                </a:lnTo>
                <a:lnTo>
                  <a:pt x="140" y="167"/>
                </a:lnTo>
                <a:lnTo>
                  <a:pt x="124" y="184"/>
                </a:lnTo>
                <a:close/>
                <a:moveTo>
                  <a:pt x="38" y="566"/>
                </a:moveTo>
                <a:lnTo>
                  <a:pt x="38" y="566"/>
                </a:lnTo>
                <a:cubicBezTo>
                  <a:pt x="374" y="232"/>
                  <a:pt x="374" y="232"/>
                  <a:pt x="374" y="232"/>
                </a:cubicBezTo>
                <a:cubicBezTo>
                  <a:pt x="442" y="299"/>
                  <a:pt x="442" y="299"/>
                  <a:pt x="442" y="299"/>
                </a:cubicBezTo>
                <a:cubicBezTo>
                  <a:pt x="106" y="635"/>
                  <a:pt x="106" y="635"/>
                  <a:pt x="106" y="635"/>
                </a:cubicBezTo>
                <a:lnTo>
                  <a:pt x="38" y="566"/>
                </a:lnTo>
                <a:close/>
                <a:moveTo>
                  <a:pt x="603" y="524"/>
                </a:moveTo>
                <a:lnTo>
                  <a:pt x="603" y="524"/>
                </a:lnTo>
                <a:lnTo>
                  <a:pt x="603" y="524"/>
                </a:lnTo>
                <a:cubicBezTo>
                  <a:pt x="617" y="540"/>
                  <a:pt x="624" y="558"/>
                  <a:pt x="624" y="577"/>
                </a:cubicBezTo>
                <a:cubicBezTo>
                  <a:pt x="624" y="597"/>
                  <a:pt x="617" y="615"/>
                  <a:pt x="603" y="630"/>
                </a:cubicBezTo>
                <a:lnTo>
                  <a:pt x="603" y="630"/>
                </a:lnTo>
                <a:cubicBezTo>
                  <a:pt x="587" y="644"/>
                  <a:pt x="569" y="651"/>
                  <a:pt x="550" y="651"/>
                </a:cubicBezTo>
                <a:cubicBezTo>
                  <a:pt x="530" y="651"/>
                  <a:pt x="512" y="644"/>
                  <a:pt x="497" y="630"/>
                </a:cubicBezTo>
                <a:cubicBezTo>
                  <a:pt x="325" y="459"/>
                  <a:pt x="325" y="459"/>
                  <a:pt x="325" y="459"/>
                </a:cubicBezTo>
                <a:cubicBezTo>
                  <a:pt x="430" y="353"/>
                  <a:pt x="430" y="353"/>
                  <a:pt x="430" y="353"/>
                </a:cubicBezTo>
                <a:lnTo>
                  <a:pt x="603" y="524"/>
                </a:lnTo>
                <a:close/>
              </a:path>
            </a:pathLst>
          </a:custGeom>
          <a:solidFill>
            <a:schemeClr val="accent4"/>
          </a:solidFill>
          <a:ln>
            <a:noFill/>
          </a:ln>
          <a:effectLst/>
        </p:spPr>
        <p:txBody>
          <a:bodyPr wrap="none" anchor="ctr"/>
          <a:lstStyle/>
          <a:p>
            <a:endParaRPr lang="da-DK"/>
          </a:p>
        </p:txBody>
      </p:sp>
      <p:grpSp>
        <p:nvGrpSpPr>
          <p:cNvPr id="280" name="Group 283">
            <a:extLst>
              <a:ext uri="{FF2B5EF4-FFF2-40B4-BE49-F238E27FC236}">
                <a16:creationId xmlns:a16="http://schemas.microsoft.com/office/drawing/2014/main" id="{C76B4DA4-39D7-693F-6F96-297DDD5FB01E}"/>
              </a:ext>
            </a:extLst>
          </p:cNvPr>
          <p:cNvGrpSpPr/>
          <p:nvPr/>
        </p:nvGrpSpPr>
        <p:grpSpPr>
          <a:xfrm>
            <a:off x="1108744" y="1524695"/>
            <a:ext cx="247650" cy="252413"/>
            <a:chOff x="80963" y="1854200"/>
            <a:chExt cx="247650" cy="252413"/>
          </a:xfrm>
          <a:solidFill>
            <a:schemeClr val="accent4"/>
          </a:solidFill>
        </p:grpSpPr>
        <p:sp>
          <p:nvSpPr>
            <p:cNvPr id="281" name="Freeform 229">
              <a:extLst>
                <a:ext uri="{FF2B5EF4-FFF2-40B4-BE49-F238E27FC236}">
                  <a16:creationId xmlns:a16="http://schemas.microsoft.com/office/drawing/2014/main" id="{82F01EC9-C70B-2EB3-01BB-EAA9A808AC03}"/>
                </a:ext>
              </a:extLst>
            </p:cNvPr>
            <p:cNvSpPr>
              <a:spLocks noChangeArrowheads="1"/>
            </p:cNvSpPr>
            <p:nvPr/>
          </p:nvSpPr>
          <p:spPr bwMode="auto">
            <a:xfrm>
              <a:off x="80963" y="1854200"/>
              <a:ext cx="65087" cy="247650"/>
            </a:xfrm>
            <a:custGeom>
              <a:avLst/>
              <a:gdLst>
                <a:gd name="T0" fmla="*/ 89 w 179"/>
                <a:gd name="T1" fmla="*/ 0 h 686"/>
                <a:gd name="T2" fmla="*/ 89 w 179"/>
                <a:gd name="T3" fmla="*/ 0 h 686"/>
                <a:gd name="T4" fmla="*/ 74 w 179"/>
                <a:gd name="T5" fmla="*/ 16 h 686"/>
                <a:gd name="T6" fmla="*/ 74 w 179"/>
                <a:gd name="T7" fmla="*/ 434 h 686"/>
                <a:gd name="T8" fmla="*/ 0 w 179"/>
                <a:gd name="T9" fmla="*/ 522 h 686"/>
                <a:gd name="T10" fmla="*/ 74 w 179"/>
                <a:gd name="T11" fmla="*/ 610 h 686"/>
                <a:gd name="T12" fmla="*/ 74 w 179"/>
                <a:gd name="T13" fmla="*/ 670 h 686"/>
                <a:gd name="T14" fmla="*/ 89 w 179"/>
                <a:gd name="T15" fmla="*/ 685 h 686"/>
                <a:gd name="T16" fmla="*/ 104 w 179"/>
                <a:gd name="T17" fmla="*/ 670 h 686"/>
                <a:gd name="T18" fmla="*/ 104 w 179"/>
                <a:gd name="T19" fmla="*/ 610 h 686"/>
                <a:gd name="T20" fmla="*/ 178 w 179"/>
                <a:gd name="T21" fmla="*/ 522 h 686"/>
                <a:gd name="T22" fmla="*/ 104 w 179"/>
                <a:gd name="T23" fmla="*/ 434 h 686"/>
                <a:gd name="T24" fmla="*/ 104 w 179"/>
                <a:gd name="T25" fmla="*/ 16 h 686"/>
                <a:gd name="T26" fmla="*/ 89 w 179"/>
                <a:gd name="T27" fmla="*/ 0 h 686"/>
                <a:gd name="T28" fmla="*/ 149 w 179"/>
                <a:gd name="T29" fmla="*/ 522 h 686"/>
                <a:gd name="T30" fmla="*/ 149 w 179"/>
                <a:gd name="T31" fmla="*/ 522 h 686"/>
                <a:gd name="T32" fmla="*/ 131 w 179"/>
                <a:gd name="T33" fmla="*/ 564 h 686"/>
                <a:gd name="T34" fmla="*/ 89 w 179"/>
                <a:gd name="T35" fmla="*/ 580 h 686"/>
                <a:gd name="T36" fmla="*/ 47 w 179"/>
                <a:gd name="T37" fmla="*/ 564 h 686"/>
                <a:gd name="T38" fmla="*/ 29 w 179"/>
                <a:gd name="T39" fmla="*/ 522 h 686"/>
                <a:gd name="T40" fmla="*/ 47 w 179"/>
                <a:gd name="T41" fmla="*/ 480 h 686"/>
                <a:gd name="T42" fmla="*/ 89 w 179"/>
                <a:gd name="T43" fmla="*/ 462 h 686"/>
                <a:gd name="T44" fmla="*/ 131 w 179"/>
                <a:gd name="T45" fmla="*/ 480 h 686"/>
                <a:gd name="T46" fmla="*/ 149 w 179"/>
                <a:gd name="T47" fmla="*/ 522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1" y="0"/>
                    <a:pt x="74" y="7"/>
                    <a:pt x="74" y="16"/>
                  </a:cubicBezTo>
                  <a:cubicBezTo>
                    <a:pt x="74" y="434"/>
                    <a:pt x="74" y="434"/>
                    <a:pt x="74" y="434"/>
                  </a:cubicBezTo>
                  <a:cubicBezTo>
                    <a:pt x="32" y="441"/>
                    <a:pt x="0" y="477"/>
                    <a:pt x="0" y="522"/>
                  </a:cubicBezTo>
                  <a:cubicBezTo>
                    <a:pt x="0" y="565"/>
                    <a:pt x="32" y="603"/>
                    <a:pt x="74" y="610"/>
                  </a:cubicBezTo>
                  <a:cubicBezTo>
                    <a:pt x="74" y="670"/>
                    <a:pt x="74" y="670"/>
                    <a:pt x="74" y="670"/>
                  </a:cubicBezTo>
                  <a:cubicBezTo>
                    <a:pt x="74" y="678"/>
                    <a:pt x="81" y="685"/>
                    <a:pt x="89" y="685"/>
                  </a:cubicBezTo>
                  <a:cubicBezTo>
                    <a:pt x="97" y="685"/>
                    <a:pt x="104" y="678"/>
                    <a:pt x="104" y="670"/>
                  </a:cubicBezTo>
                  <a:cubicBezTo>
                    <a:pt x="104" y="610"/>
                    <a:pt x="104" y="610"/>
                    <a:pt x="104" y="610"/>
                  </a:cubicBezTo>
                  <a:cubicBezTo>
                    <a:pt x="146" y="603"/>
                    <a:pt x="178" y="565"/>
                    <a:pt x="178" y="522"/>
                  </a:cubicBezTo>
                  <a:cubicBezTo>
                    <a:pt x="178" y="477"/>
                    <a:pt x="146" y="441"/>
                    <a:pt x="104" y="434"/>
                  </a:cubicBezTo>
                  <a:cubicBezTo>
                    <a:pt x="104" y="16"/>
                    <a:pt x="104" y="16"/>
                    <a:pt x="104" y="16"/>
                  </a:cubicBezTo>
                  <a:cubicBezTo>
                    <a:pt x="104" y="7"/>
                    <a:pt x="97" y="0"/>
                    <a:pt x="89" y="0"/>
                  </a:cubicBezTo>
                  <a:close/>
                  <a:moveTo>
                    <a:pt x="149" y="522"/>
                  </a:moveTo>
                  <a:lnTo>
                    <a:pt x="149" y="522"/>
                  </a:lnTo>
                  <a:cubicBezTo>
                    <a:pt x="149" y="539"/>
                    <a:pt x="142" y="553"/>
                    <a:pt x="131" y="564"/>
                  </a:cubicBezTo>
                  <a:cubicBezTo>
                    <a:pt x="120" y="575"/>
                    <a:pt x="106" y="580"/>
                    <a:pt x="89" y="580"/>
                  </a:cubicBezTo>
                  <a:cubicBezTo>
                    <a:pt x="72" y="580"/>
                    <a:pt x="58" y="575"/>
                    <a:pt x="47" y="564"/>
                  </a:cubicBezTo>
                  <a:cubicBezTo>
                    <a:pt x="36" y="553"/>
                    <a:pt x="29" y="539"/>
                    <a:pt x="29" y="522"/>
                  </a:cubicBezTo>
                  <a:cubicBezTo>
                    <a:pt x="29" y="505"/>
                    <a:pt x="36" y="490"/>
                    <a:pt x="47" y="480"/>
                  </a:cubicBezTo>
                  <a:cubicBezTo>
                    <a:pt x="58" y="469"/>
                    <a:pt x="72" y="462"/>
                    <a:pt x="89" y="462"/>
                  </a:cubicBezTo>
                  <a:cubicBezTo>
                    <a:pt x="106" y="462"/>
                    <a:pt x="120" y="469"/>
                    <a:pt x="131" y="480"/>
                  </a:cubicBezTo>
                  <a:cubicBezTo>
                    <a:pt x="142" y="490"/>
                    <a:pt x="149" y="505"/>
                    <a:pt x="149" y="5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2" name="Freeform 230">
              <a:extLst>
                <a:ext uri="{FF2B5EF4-FFF2-40B4-BE49-F238E27FC236}">
                  <a16:creationId xmlns:a16="http://schemas.microsoft.com/office/drawing/2014/main" id="{6F9514FB-E75B-2C15-4EFE-20B906898752}"/>
                </a:ext>
              </a:extLst>
            </p:cNvPr>
            <p:cNvSpPr>
              <a:spLocks noChangeArrowheads="1"/>
            </p:cNvSpPr>
            <p:nvPr/>
          </p:nvSpPr>
          <p:spPr bwMode="auto">
            <a:xfrm>
              <a:off x="177800" y="1854200"/>
              <a:ext cx="65088" cy="247650"/>
            </a:xfrm>
            <a:custGeom>
              <a:avLst/>
              <a:gdLst>
                <a:gd name="T0" fmla="*/ 89 w 179"/>
                <a:gd name="T1" fmla="*/ 0 h 686"/>
                <a:gd name="T2" fmla="*/ 89 w 179"/>
                <a:gd name="T3" fmla="*/ 0 h 686"/>
                <a:gd name="T4" fmla="*/ 74 w 179"/>
                <a:gd name="T5" fmla="*/ 16 h 686"/>
                <a:gd name="T6" fmla="*/ 74 w 179"/>
                <a:gd name="T7" fmla="*/ 106 h 686"/>
                <a:gd name="T8" fmla="*/ 0 w 179"/>
                <a:gd name="T9" fmla="*/ 194 h 686"/>
                <a:gd name="T10" fmla="*/ 74 w 179"/>
                <a:gd name="T11" fmla="*/ 282 h 686"/>
                <a:gd name="T12" fmla="*/ 74 w 179"/>
                <a:gd name="T13" fmla="*/ 670 h 686"/>
                <a:gd name="T14" fmla="*/ 89 w 179"/>
                <a:gd name="T15" fmla="*/ 685 h 686"/>
                <a:gd name="T16" fmla="*/ 104 w 179"/>
                <a:gd name="T17" fmla="*/ 670 h 686"/>
                <a:gd name="T18" fmla="*/ 104 w 179"/>
                <a:gd name="T19" fmla="*/ 282 h 686"/>
                <a:gd name="T20" fmla="*/ 178 w 179"/>
                <a:gd name="T21" fmla="*/ 194 h 686"/>
                <a:gd name="T22" fmla="*/ 104 w 179"/>
                <a:gd name="T23" fmla="*/ 106 h 686"/>
                <a:gd name="T24" fmla="*/ 104 w 179"/>
                <a:gd name="T25" fmla="*/ 16 h 686"/>
                <a:gd name="T26" fmla="*/ 89 w 179"/>
                <a:gd name="T27" fmla="*/ 0 h 686"/>
                <a:gd name="T28" fmla="*/ 149 w 179"/>
                <a:gd name="T29" fmla="*/ 194 h 686"/>
                <a:gd name="T30" fmla="*/ 149 w 179"/>
                <a:gd name="T31" fmla="*/ 194 h 686"/>
                <a:gd name="T32" fmla="*/ 131 w 179"/>
                <a:gd name="T33" fmla="*/ 236 h 686"/>
                <a:gd name="T34" fmla="*/ 89 w 179"/>
                <a:gd name="T35" fmla="*/ 254 h 686"/>
                <a:gd name="T36" fmla="*/ 47 w 179"/>
                <a:gd name="T37" fmla="*/ 236 h 686"/>
                <a:gd name="T38" fmla="*/ 29 w 179"/>
                <a:gd name="T39" fmla="*/ 194 h 686"/>
                <a:gd name="T40" fmla="*/ 47 w 179"/>
                <a:gd name="T41" fmla="*/ 152 h 686"/>
                <a:gd name="T42" fmla="*/ 89 w 179"/>
                <a:gd name="T43" fmla="*/ 134 h 686"/>
                <a:gd name="T44" fmla="*/ 131 w 179"/>
                <a:gd name="T45" fmla="*/ 152 h 686"/>
                <a:gd name="T46" fmla="*/ 149 w 179"/>
                <a:gd name="T47" fmla="*/ 194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79" h="686">
                  <a:moveTo>
                    <a:pt x="89" y="0"/>
                  </a:moveTo>
                  <a:lnTo>
                    <a:pt x="89" y="0"/>
                  </a:lnTo>
                  <a:cubicBezTo>
                    <a:pt x="80" y="0"/>
                    <a:pt x="74" y="7"/>
                    <a:pt x="74" y="16"/>
                  </a:cubicBezTo>
                  <a:cubicBezTo>
                    <a:pt x="74" y="106"/>
                    <a:pt x="74" y="106"/>
                    <a:pt x="74" y="106"/>
                  </a:cubicBezTo>
                  <a:cubicBezTo>
                    <a:pt x="32" y="113"/>
                    <a:pt x="0" y="149"/>
                    <a:pt x="0" y="194"/>
                  </a:cubicBezTo>
                  <a:cubicBezTo>
                    <a:pt x="0" y="239"/>
                    <a:pt x="32" y="275"/>
                    <a:pt x="74" y="282"/>
                  </a:cubicBezTo>
                  <a:cubicBezTo>
                    <a:pt x="74" y="670"/>
                    <a:pt x="74" y="670"/>
                    <a:pt x="74" y="670"/>
                  </a:cubicBezTo>
                  <a:cubicBezTo>
                    <a:pt x="74" y="678"/>
                    <a:pt x="80" y="685"/>
                    <a:pt x="89" y="685"/>
                  </a:cubicBezTo>
                  <a:cubicBezTo>
                    <a:pt x="97" y="685"/>
                    <a:pt x="104" y="678"/>
                    <a:pt x="104" y="670"/>
                  </a:cubicBezTo>
                  <a:cubicBezTo>
                    <a:pt x="104" y="282"/>
                    <a:pt x="104" y="282"/>
                    <a:pt x="104" y="282"/>
                  </a:cubicBezTo>
                  <a:cubicBezTo>
                    <a:pt x="146" y="275"/>
                    <a:pt x="178" y="239"/>
                    <a:pt x="178" y="194"/>
                  </a:cubicBezTo>
                  <a:cubicBezTo>
                    <a:pt x="178" y="149"/>
                    <a:pt x="146" y="113"/>
                    <a:pt x="104" y="106"/>
                  </a:cubicBezTo>
                  <a:cubicBezTo>
                    <a:pt x="104" y="16"/>
                    <a:pt x="104" y="16"/>
                    <a:pt x="104" y="16"/>
                  </a:cubicBezTo>
                  <a:cubicBezTo>
                    <a:pt x="104" y="7"/>
                    <a:pt x="97" y="0"/>
                    <a:pt x="89" y="0"/>
                  </a:cubicBezTo>
                  <a:close/>
                  <a:moveTo>
                    <a:pt x="149" y="194"/>
                  </a:moveTo>
                  <a:lnTo>
                    <a:pt x="149" y="194"/>
                  </a:lnTo>
                  <a:cubicBezTo>
                    <a:pt x="149" y="211"/>
                    <a:pt x="142" y="225"/>
                    <a:pt x="131" y="236"/>
                  </a:cubicBezTo>
                  <a:cubicBezTo>
                    <a:pt x="120" y="247"/>
                    <a:pt x="106" y="254"/>
                    <a:pt x="89" y="254"/>
                  </a:cubicBezTo>
                  <a:cubicBezTo>
                    <a:pt x="72" y="254"/>
                    <a:pt x="58" y="247"/>
                    <a:pt x="47" y="236"/>
                  </a:cubicBezTo>
                  <a:cubicBezTo>
                    <a:pt x="36" y="225"/>
                    <a:pt x="29" y="211"/>
                    <a:pt x="29" y="194"/>
                  </a:cubicBezTo>
                  <a:cubicBezTo>
                    <a:pt x="29" y="177"/>
                    <a:pt x="36" y="163"/>
                    <a:pt x="47" y="152"/>
                  </a:cubicBezTo>
                  <a:cubicBezTo>
                    <a:pt x="58" y="141"/>
                    <a:pt x="72" y="134"/>
                    <a:pt x="89" y="134"/>
                  </a:cubicBezTo>
                  <a:cubicBezTo>
                    <a:pt x="106" y="134"/>
                    <a:pt x="120" y="141"/>
                    <a:pt x="131" y="152"/>
                  </a:cubicBezTo>
                  <a:cubicBezTo>
                    <a:pt x="142" y="163"/>
                    <a:pt x="149" y="177"/>
                    <a:pt x="149" y="19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3" name="Freeform 231">
              <a:extLst>
                <a:ext uri="{FF2B5EF4-FFF2-40B4-BE49-F238E27FC236}">
                  <a16:creationId xmlns:a16="http://schemas.microsoft.com/office/drawing/2014/main" id="{8E3E4F68-7BDE-6BB4-4F86-84D2C343F7B8}"/>
                </a:ext>
              </a:extLst>
            </p:cNvPr>
            <p:cNvSpPr>
              <a:spLocks noChangeArrowheads="1"/>
            </p:cNvSpPr>
            <p:nvPr/>
          </p:nvSpPr>
          <p:spPr bwMode="auto">
            <a:xfrm>
              <a:off x="263525" y="1854200"/>
              <a:ext cx="65088" cy="252413"/>
            </a:xfrm>
            <a:custGeom>
              <a:avLst/>
              <a:gdLst>
                <a:gd name="T0" fmla="*/ 89 w 180"/>
                <a:gd name="T1" fmla="*/ 0 h 701"/>
                <a:gd name="T2" fmla="*/ 89 w 180"/>
                <a:gd name="T3" fmla="*/ 0 h 701"/>
                <a:gd name="T4" fmla="*/ 74 w 180"/>
                <a:gd name="T5" fmla="*/ 16 h 701"/>
                <a:gd name="T6" fmla="*/ 74 w 180"/>
                <a:gd name="T7" fmla="*/ 523 h 701"/>
                <a:gd name="T8" fmla="*/ 0 w 180"/>
                <a:gd name="T9" fmla="*/ 611 h 701"/>
                <a:gd name="T10" fmla="*/ 89 w 180"/>
                <a:gd name="T11" fmla="*/ 700 h 701"/>
                <a:gd name="T12" fmla="*/ 179 w 180"/>
                <a:gd name="T13" fmla="*/ 611 h 701"/>
                <a:gd name="T14" fmla="*/ 103 w 180"/>
                <a:gd name="T15" fmla="*/ 523 h 701"/>
                <a:gd name="T16" fmla="*/ 103 w 180"/>
                <a:gd name="T17" fmla="*/ 16 h 701"/>
                <a:gd name="T18" fmla="*/ 89 w 180"/>
                <a:gd name="T19" fmla="*/ 0 h 701"/>
                <a:gd name="T20" fmla="*/ 148 w 180"/>
                <a:gd name="T21" fmla="*/ 611 h 701"/>
                <a:gd name="T22" fmla="*/ 148 w 180"/>
                <a:gd name="T23" fmla="*/ 611 h 701"/>
                <a:gd name="T24" fmla="*/ 131 w 180"/>
                <a:gd name="T25" fmla="*/ 653 h 701"/>
                <a:gd name="T26" fmla="*/ 89 w 180"/>
                <a:gd name="T27" fmla="*/ 670 h 701"/>
                <a:gd name="T28" fmla="*/ 46 w 180"/>
                <a:gd name="T29" fmla="*/ 653 h 701"/>
                <a:gd name="T30" fmla="*/ 29 w 180"/>
                <a:gd name="T31" fmla="*/ 611 h 701"/>
                <a:gd name="T32" fmla="*/ 46 w 180"/>
                <a:gd name="T33" fmla="*/ 569 h 701"/>
                <a:gd name="T34" fmla="*/ 89 w 180"/>
                <a:gd name="T35" fmla="*/ 551 h 701"/>
                <a:gd name="T36" fmla="*/ 131 w 180"/>
                <a:gd name="T37" fmla="*/ 569 h 701"/>
                <a:gd name="T38" fmla="*/ 148 w 180"/>
                <a:gd name="T39" fmla="*/ 611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80" h="701">
                  <a:moveTo>
                    <a:pt x="89" y="0"/>
                  </a:moveTo>
                  <a:lnTo>
                    <a:pt x="89" y="0"/>
                  </a:lnTo>
                  <a:cubicBezTo>
                    <a:pt x="81" y="0"/>
                    <a:pt x="74" y="7"/>
                    <a:pt x="74" y="16"/>
                  </a:cubicBezTo>
                  <a:cubicBezTo>
                    <a:pt x="74" y="523"/>
                    <a:pt x="74" y="523"/>
                    <a:pt x="74" y="523"/>
                  </a:cubicBezTo>
                  <a:cubicBezTo>
                    <a:pt x="32" y="530"/>
                    <a:pt x="0" y="566"/>
                    <a:pt x="0" y="611"/>
                  </a:cubicBezTo>
                  <a:cubicBezTo>
                    <a:pt x="0" y="660"/>
                    <a:pt x="39" y="700"/>
                    <a:pt x="89" y="700"/>
                  </a:cubicBezTo>
                  <a:cubicBezTo>
                    <a:pt x="138" y="700"/>
                    <a:pt x="179" y="660"/>
                    <a:pt x="179" y="611"/>
                  </a:cubicBezTo>
                  <a:cubicBezTo>
                    <a:pt x="179" y="566"/>
                    <a:pt x="147" y="530"/>
                    <a:pt x="103" y="523"/>
                  </a:cubicBezTo>
                  <a:cubicBezTo>
                    <a:pt x="103" y="16"/>
                    <a:pt x="103" y="16"/>
                    <a:pt x="103" y="16"/>
                  </a:cubicBezTo>
                  <a:cubicBezTo>
                    <a:pt x="103" y="7"/>
                    <a:pt x="96" y="0"/>
                    <a:pt x="89" y="0"/>
                  </a:cubicBezTo>
                  <a:close/>
                  <a:moveTo>
                    <a:pt x="148" y="611"/>
                  </a:moveTo>
                  <a:lnTo>
                    <a:pt x="148" y="611"/>
                  </a:lnTo>
                  <a:cubicBezTo>
                    <a:pt x="148" y="628"/>
                    <a:pt x="142" y="642"/>
                    <a:pt x="131" y="653"/>
                  </a:cubicBezTo>
                  <a:cubicBezTo>
                    <a:pt x="120" y="664"/>
                    <a:pt x="105" y="670"/>
                    <a:pt x="89" y="670"/>
                  </a:cubicBezTo>
                  <a:cubicBezTo>
                    <a:pt x="73" y="670"/>
                    <a:pt x="57" y="664"/>
                    <a:pt x="46" y="653"/>
                  </a:cubicBezTo>
                  <a:cubicBezTo>
                    <a:pt x="36" y="642"/>
                    <a:pt x="29" y="628"/>
                    <a:pt x="29" y="611"/>
                  </a:cubicBezTo>
                  <a:cubicBezTo>
                    <a:pt x="29" y="594"/>
                    <a:pt x="36" y="579"/>
                    <a:pt x="46" y="569"/>
                  </a:cubicBezTo>
                  <a:cubicBezTo>
                    <a:pt x="57" y="558"/>
                    <a:pt x="73" y="551"/>
                    <a:pt x="89" y="551"/>
                  </a:cubicBezTo>
                  <a:cubicBezTo>
                    <a:pt x="105" y="551"/>
                    <a:pt x="120" y="558"/>
                    <a:pt x="131" y="569"/>
                  </a:cubicBezTo>
                  <a:cubicBezTo>
                    <a:pt x="142" y="579"/>
                    <a:pt x="148" y="594"/>
                    <a:pt x="148" y="6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4" name="Group 287">
            <a:extLst>
              <a:ext uri="{FF2B5EF4-FFF2-40B4-BE49-F238E27FC236}">
                <a16:creationId xmlns:a16="http://schemas.microsoft.com/office/drawing/2014/main" id="{4AC5E067-DD47-5032-82E5-C17C67D2FCAE}"/>
              </a:ext>
            </a:extLst>
          </p:cNvPr>
          <p:cNvGrpSpPr/>
          <p:nvPr/>
        </p:nvGrpSpPr>
        <p:grpSpPr>
          <a:xfrm>
            <a:off x="1107156" y="2040632"/>
            <a:ext cx="254000" cy="246063"/>
            <a:chOff x="79375" y="2384425"/>
            <a:chExt cx="254000" cy="246063"/>
          </a:xfrm>
          <a:solidFill>
            <a:schemeClr val="accent4"/>
          </a:solidFill>
        </p:grpSpPr>
        <p:sp>
          <p:nvSpPr>
            <p:cNvPr id="285" name="Freeform 232">
              <a:extLst>
                <a:ext uri="{FF2B5EF4-FFF2-40B4-BE49-F238E27FC236}">
                  <a16:creationId xmlns:a16="http://schemas.microsoft.com/office/drawing/2014/main" id="{0EF11A7F-96A7-AB36-0C5A-B91B4DFA4E18}"/>
                </a:ext>
              </a:extLst>
            </p:cNvPr>
            <p:cNvSpPr>
              <a:spLocks noChangeArrowheads="1"/>
            </p:cNvSpPr>
            <p:nvPr/>
          </p:nvSpPr>
          <p:spPr bwMode="auto">
            <a:xfrm>
              <a:off x="85725" y="2384425"/>
              <a:ext cx="247650" cy="65088"/>
            </a:xfrm>
            <a:custGeom>
              <a:avLst/>
              <a:gdLst>
                <a:gd name="T0" fmla="*/ 669 w 686"/>
                <a:gd name="T1" fmla="*/ 74 h 179"/>
                <a:gd name="T2" fmla="*/ 669 w 686"/>
                <a:gd name="T3" fmla="*/ 74 h 179"/>
                <a:gd name="T4" fmla="*/ 251 w 686"/>
                <a:gd name="T5" fmla="*/ 74 h 179"/>
                <a:gd name="T6" fmla="*/ 163 w 686"/>
                <a:gd name="T7" fmla="*/ 0 h 179"/>
                <a:gd name="T8" fmla="*/ 75 w 686"/>
                <a:gd name="T9" fmla="*/ 74 h 179"/>
                <a:gd name="T10" fmla="*/ 15 w 686"/>
                <a:gd name="T11" fmla="*/ 74 h 179"/>
                <a:gd name="T12" fmla="*/ 0 w 686"/>
                <a:gd name="T13" fmla="*/ 89 h 179"/>
                <a:gd name="T14" fmla="*/ 15 w 686"/>
                <a:gd name="T15" fmla="*/ 105 h 179"/>
                <a:gd name="T16" fmla="*/ 75 w 686"/>
                <a:gd name="T17" fmla="*/ 105 h 179"/>
                <a:gd name="T18" fmla="*/ 163 w 686"/>
                <a:gd name="T19" fmla="*/ 178 h 179"/>
                <a:gd name="T20" fmla="*/ 251 w 686"/>
                <a:gd name="T21" fmla="*/ 105 h 179"/>
                <a:gd name="T22" fmla="*/ 669 w 686"/>
                <a:gd name="T23" fmla="*/ 105 h 179"/>
                <a:gd name="T24" fmla="*/ 685 w 686"/>
                <a:gd name="T25" fmla="*/ 89 h 179"/>
                <a:gd name="T26" fmla="*/ 669 w 686"/>
                <a:gd name="T27" fmla="*/ 74 h 179"/>
                <a:gd name="T28" fmla="*/ 205 w 686"/>
                <a:gd name="T29" fmla="*/ 131 h 179"/>
                <a:gd name="T30" fmla="*/ 205 w 686"/>
                <a:gd name="T31" fmla="*/ 131 h 179"/>
                <a:gd name="T32" fmla="*/ 163 w 686"/>
                <a:gd name="T33" fmla="*/ 149 h 179"/>
                <a:gd name="T34" fmla="*/ 121 w 686"/>
                <a:gd name="T35" fmla="*/ 131 h 179"/>
                <a:gd name="T36" fmla="*/ 105 w 686"/>
                <a:gd name="T37" fmla="*/ 89 h 179"/>
                <a:gd name="T38" fmla="*/ 105 w 686"/>
                <a:gd name="T39" fmla="*/ 89 h 179"/>
                <a:gd name="T40" fmla="*/ 105 w 686"/>
                <a:gd name="T41" fmla="*/ 89 h 179"/>
                <a:gd name="T42" fmla="*/ 121 w 686"/>
                <a:gd name="T43" fmla="*/ 47 h 179"/>
                <a:gd name="T44" fmla="*/ 163 w 686"/>
                <a:gd name="T45" fmla="*/ 29 h 179"/>
                <a:gd name="T46" fmla="*/ 205 w 686"/>
                <a:gd name="T47" fmla="*/ 47 h 179"/>
                <a:gd name="T48" fmla="*/ 223 w 686"/>
                <a:gd name="T49" fmla="*/ 89 h 179"/>
                <a:gd name="T50" fmla="*/ 205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251" y="74"/>
                    <a:pt x="251" y="74"/>
                    <a:pt x="251" y="74"/>
                  </a:cubicBezTo>
                  <a:cubicBezTo>
                    <a:pt x="244" y="32"/>
                    <a:pt x="208" y="0"/>
                    <a:pt x="163" y="0"/>
                  </a:cubicBezTo>
                  <a:cubicBezTo>
                    <a:pt x="120" y="0"/>
                    <a:pt x="82" y="32"/>
                    <a:pt x="75" y="74"/>
                  </a:cubicBezTo>
                  <a:cubicBezTo>
                    <a:pt x="15" y="74"/>
                    <a:pt x="15" y="74"/>
                    <a:pt x="15" y="74"/>
                  </a:cubicBezTo>
                  <a:cubicBezTo>
                    <a:pt x="7" y="74"/>
                    <a:pt x="0" y="81"/>
                    <a:pt x="0" y="89"/>
                  </a:cubicBezTo>
                  <a:cubicBezTo>
                    <a:pt x="0" y="98"/>
                    <a:pt x="7" y="105"/>
                    <a:pt x="15" y="105"/>
                  </a:cubicBezTo>
                  <a:cubicBezTo>
                    <a:pt x="75" y="105"/>
                    <a:pt x="75" y="105"/>
                    <a:pt x="75" y="105"/>
                  </a:cubicBezTo>
                  <a:cubicBezTo>
                    <a:pt x="82" y="146"/>
                    <a:pt x="120" y="178"/>
                    <a:pt x="163" y="178"/>
                  </a:cubicBezTo>
                  <a:cubicBezTo>
                    <a:pt x="208" y="178"/>
                    <a:pt x="244" y="146"/>
                    <a:pt x="251" y="105"/>
                  </a:cubicBezTo>
                  <a:cubicBezTo>
                    <a:pt x="669" y="105"/>
                    <a:pt x="669" y="105"/>
                    <a:pt x="669" y="105"/>
                  </a:cubicBezTo>
                  <a:cubicBezTo>
                    <a:pt x="678" y="105"/>
                    <a:pt x="685" y="98"/>
                    <a:pt x="685" y="89"/>
                  </a:cubicBezTo>
                  <a:cubicBezTo>
                    <a:pt x="685" y="81"/>
                    <a:pt x="678" y="74"/>
                    <a:pt x="669" y="74"/>
                  </a:cubicBezTo>
                  <a:close/>
                  <a:moveTo>
                    <a:pt x="205" y="131"/>
                  </a:moveTo>
                  <a:lnTo>
                    <a:pt x="205" y="131"/>
                  </a:lnTo>
                  <a:cubicBezTo>
                    <a:pt x="195" y="142"/>
                    <a:pt x="180" y="149"/>
                    <a:pt x="163" y="149"/>
                  </a:cubicBezTo>
                  <a:cubicBezTo>
                    <a:pt x="146" y="149"/>
                    <a:pt x="133" y="142"/>
                    <a:pt x="121" y="131"/>
                  </a:cubicBezTo>
                  <a:cubicBezTo>
                    <a:pt x="110" y="120"/>
                    <a:pt x="105" y="106"/>
                    <a:pt x="105" y="89"/>
                  </a:cubicBezTo>
                  <a:lnTo>
                    <a:pt x="105" y="89"/>
                  </a:lnTo>
                  <a:lnTo>
                    <a:pt x="105" y="89"/>
                  </a:lnTo>
                  <a:cubicBezTo>
                    <a:pt x="105" y="72"/>
                    <a:pt x="110" y="58"/>
                    <a:pt x="121" y="47"/>
                  </a:cubicBezTo>
                  <a:cubicBezTo>
                    <a:pt x="133" y="36"/>
                    <a:pt x="146" y="29"/>
                    <a:pt x="163" y="29"/>
                  </a:cubicBezTo>
                  <a:cubicBezTo>
                    <a:pt x="180" y="29"/>
                    <a:pt x="195" y="36"/>
                    <a:pt x="205" y="47"/>
                  </a:cubicBezTo>
                  <a:cubicBezTo>
                    <a:pt x="216" y="58"/>
                    <a:pt x="223" y="72"/>
                    <a:pt x="223" y="89"/>
                  </a:cubicBezTo>
                  <a:cubicBezTo>
                    <a:pt x="223" y="106"/>
                    <a:pt x="216" y="120"/>
                    <a:pt x="205"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6" name="Freeform 233">
              <a:extLst>
                <a:ext uri="{FF2B5EF4-FFF2-40B4-BE49-F238E27FC236}">
                  <a16:creationId xmlns:a16="http://schemas.microsoft.com/office/drawing/2014/main" id="{FA8D2AE1-5B42-761E-DF7A-BB78A447026E}"/>
                </a:ext>
              </a:extLst>
            </p:cNvPr>
            <p:cNvSpPr>
              <a:spLocks noChangeArrowheads="1"/>
            </p:cNvSpPr>
            <p:nvPr/>
          </p:nvSpPr>
          <p:spPr bwMode="auto">
            <a:xfrm>
              <a:off x="85725" y="2479675"/>
              <a:ext cx="247650" cy="65088"/>
            </a:xfrm>
            <a:custGeom>
              <a:avLst/>
              <a:gdLst>
                <a:gd name="T0" fmla="*/ 669 w 686"/>
                <a:gd name="T1" fmla="*/ 74 h 179"/>
                <a:gd name="T2" fmla="*/ 669 w 686"/>
                <a:gd name="T3" fmla="*/ 74 h 179"/>
                <a:gd name="T4" fmla="*/ 579 w 686"/>
                <a:gd name="T5" fmla="*/ 74 h 179"/>
                <a:gd name="T6" fmla="*/ 491 w 686"/>
                <a:gd name="T7" fmla="*/ 0 h 179"/>
                <a:gd name="T8" fmla="*/ 403 w 686"/>
                <a:gd name="T9" fmla="*/ 74 h 179"/>
                <a:gd name="T10" fmla="*/ 15 w 686"/>
                <a:gd name="T11" fmla="*/ 74 h 179"/>
                <a:gd name="T12" fmla="*/ 0 w 686"/>
                <a:gd name="T13" fmla="*/ 89 h 179"/>
                <a:gd name="T14" fmla="*/ 15 w 686"/>
                <a:gd name="T15" fmla="*/ 104 h 179"/>
                <a:gd name="T16" fmla="*/ 403 w 686"/>
                <a:gd name="T17" fmla="*/ 104 h 179"/>
                <a:gd name="T18" fmla="*/ 491 w 686"/>
                <a:gd name="T19" fmla="*/ 178 h 179"/>
                <a:gd name="T20" fmla="*/ 579 w 686"/>
                <a:gd name="T21" fmla="*/ 104 h 179"/>
                <a:gd name="T22" fmla="*/ 669 w 686"/>
                <a:gd name="T23" fmla="*/ 104 h 179"/>
                <a:gd name="T24" fmla="*/ 685 w 686"/>
                <a:gd name="T25" fmla="*/ 89 h 179"/>
                <a:gd name="T26" fmla="*/ 669 w 686"/>
                <a:gd name="T27" fmla="*/ 74 h 179"/>
                <a:gd name="T28" fmla="*/ 533 w 686"/>
                <a:gd name="T29" fmla="*/ 131 h 179"/>
                <a:gd name="T30" fmla="*/ 533 w 686"/>
                <a:gd name="T31" fmla="*/ 131 h 179"/>
                <a:gd name="T32" fmla="*/ 491 w 686"/>
                <a:gd name="T33" fmla="*/ 149 h 179"/>
                <a:gd name="T34" fmla="*/ 449 w 686"/>
                <a:gd name="T35" fmla="*/ 131 h 179"/>
                <a:gd name="T36" fmla="*/ 431 w 686"/>
                <a:gd name="T37" fmla="*/ 89 h 179"/>
                <a:gd name="T38" fmla="*/ 431 w 686"/>
                <a:gd name="T39" fmla="*/ 89 h 179"/>
                <a:gd name="T40" fmla="*/ 431 w 686"/>
                <a:gd name="T41" fmla="*/ 89 h 179"/>
                <a:gd name="T42" fmla="*/ 449 w 686"/>
                <a:gd name="T43" fmla="*/ 47 h 179"/>
                <a:gd name="T44" fmla="*/ 491 w 686"/>
                <a:gd name="T45" fmla="*/ 29 h 179"/>
                <a:gd name="T46" fmla="*/ 533 w 686"/>
                <a:gd name="T47" fmla="*/ 47 h 179"/>
                <a:gd name="T48" fmla="*/ 551 w 686"/>
                <a:gd name="T49" fmla="*/ 89 h 179"/>
                <a:gd name="T50" fmla="*/ 533 w 686"/>
                <a:gd name="T51" fmla="*/ 131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686" h="179">
                  <a:moveTo>
                    <a:pt x="669" y="74"/>
                  </a:moveTo>
                  <a:lnTo>
                    <a:pt x="669" y="74"/>
                  </a:lnTo>
                  <a:cubicBezTo>
                    <a:pt x="579" y="74"/>
                    <a:pt x="579" y="74"/>
                    <a:pt x="579" y="74"/>
                  </a:cubicBezTo>
                  <a:cubicBezTo>
                    <a:pt x="572" y="32"/>
                    <a:pt x="536" y="0"/>
                    <a:pt x="491" y="0"/>
                  </a:cubicBezTo>
                  <a:cubicBezTo>
                    <a:pt x="446" y="0"/>
                    <a:pt x="410" y="32"/>
                    <a:pt x="403" y="74"/>
                  </a:cubicBezTo>
                  <a:cubicBezTo>
                    <a:pt x="15" y="74"/>
                    <a:pt x="15" y="74"/>
                    <a:pt x="15" y="74"/>
                  </a:cubicBezTo>
                  <a:cubicBezTo>
                    <a:pt x="7" y="74"/>
                    <a:pt x="0" y="81"/>
                    <a:pt x="0" y="89"/>
                  </a:cubicBezTo>
                  <a:cubicBezTo>
                    <a:pt x="0" y="97"/>
                    <a:pt x="7" y="104"/>
                    <a:pt x="15" y="104"/>
                  </a:cubicBezTo>
                  <a:cubicBezTo>
                    <a:pt x="403" y="104"/>
                    <a:pt x="403" y="104"/>
                    <a:pt x="403" y="104"/>
                  </a:cubicBezTo>
                  <a:cubicBezTo>
                    <a:pt x="410" y="146"/>
                    <a:pt x="446" y="178"/>
                    <a:pt x="491" y="178"/>
                  </a:cubicBezTo>
                  <a:cubicBezTo>
                    <a:pt x="536" y="178"/>
                    <a:pt x="572" y="146"/>
                    <a:pt x="579" y="104"/>
                  </a:cubicBezTo>
                  <a:cubicBezTo>
                    <a:pt x="669" y="104"/>
                    <a:pt x="669" y="104"/>
                    <a:pt x="669" y="104"/>
                  </a:cubicBezTo>
                  <a:cubicBezTo>
                    <a:pt x="678" y="104"/>
                    <a:pt x="685" y="97"/>
                    <a:pt x="685" y="89"/>
                  </a:cubicBezTo>
                  <a:cubicBezTo>
                    <a:pt x="685" y="81"/>
                    <a:pt x="678" y="74"/>
                    <a:pt x="669" y="74"/>
                  </a:cubicBezTo>
                  <a:close/>
                  <a:moveTo>
                    <a:pt x="533" y="131"/>
                  </a:moveTo>
                  <a:lnTo>
                    <a:pt x="533" y="131"/>
                  </a:lnTo>
                  <a:cubicBezTo>
                    <a:pt x="522" y="142"/>
                    <a:pt x="508" y="149"/>
                    <a:pt x="491" y="149"/>
                  </a:cubicBezTo>
                  <a:cubicBezTo>
                    <a:pt x="474" y="149"/>
                    <a:pt x="460" y="142"/>
                    <a:pt x="449" y="131"/>
                  </a:cubicBezTo>
                  <a:cubicBezTo>
                    <a:pt x="438" y="120"/>
                    <a:pt x="431" y="106"/>
                    <a:pt x="431" y="89"/>
                  </a:cubicBezTo>
                  <a:lnTo>
                    <a:pt x="431" y="89"/>
                  </a:lnTo>
                  <a:lnTo>
                    <a:pt x="431" y="89"/>
                  </a:lnTo>
                  <a:cubicBezTo>
                    <a:pt x="431" y="72"/>
                    <a:pt x="438" y="58"/>
                    <a:pt x="449" y="47"/>
                  </a:cubicBezTo>
                  <a:cubicBezTo>
                    <a:pt x="460" y="36"/>
                    <a:pt x="474" y="29"/>
                    <a:pt x="491" y="29"/>
                  </a:cubicBezTo>
                  <a:cubicBezTo>
                    <a:pt x="508" y="29"/>
                    <a:pt x="522" y="36"/>
                    <a:pt x="533" y="47"/>
                  </a:cubicBezTo>
                  <a:cubicBezTo>
                    <a:pt x="544" y="58"/>
                    <a:pt x="551" y="72"/>
                    <a:pt x="551" y="89"/>
                  </a:cubicBezTo>
                  <a:cubicBezTo>
                    <a:pt x="551" y="106"/>
                    <a:pt x="544" y="120"/>
                    <a:pt x="533"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87" name="Freeform 234">
              <a:extLst>
                <a:ext uri="{FF2B5EF4-FFF2-40B4-BE49-F238E27FC236}">
                  <a16:creationId xmlns:a16="http://schemas.microsoft.com/office/drawing/2014/main" id="{A5FA1A49-8B4E-1BCC-ACBD-7CC246DA6AC4}"/>
                </a:ext>
              </a:extLst>
            </p:cNvPr>
            <p:cNvSpPr>
              <a:spLocks noChangeArrowheads="1"/>
            </p:cNvSpPr>
            <p:nvPr/>
          </p:nvSpPr>
          <p:spPr bwMode="auto">
            <a:xfrm>
              <a:off x="79375" y="2565400"/>
              <a:ext cx="252413" cy="65088"/>
            </a:xfrm>
            <a:custGeom>
              <a:avLst/>
              <a:gdLst>
                <a:gd name="T0" fmla="*/ 684 w 701"/>
                <a:gd name="T1" fmla="*/ 74 h 180"/>
                <a:gd name="T2" fmla="*/ 684 w 701"/>
                <a:gd name="T3" fmla="*/ 74 h 180"/>
                <a:gd name="T4" fmla="*/ 177 w 701"/>
                <a:gd name="T5" fmla="*/ 74 h 180"/>
                <a:gd name="T6" fmla="*/ 89 w 701"/>
                <a:gd name="T7" fmla="*/ 0 h 180"/>
                <a:gd name="T8" fmla="*/ 0 w 701"/>
                <a:gd name="T9" fmla="*/ 89 h 180"/>
                <a:gd name="T10" fmla="*/ 89 w 701"/>
                <a:gd name="T11" fmla="*/ 179 h 180"/>
                <a:gd name="T12" fmla="*/ 177 w 701"/>
                <a:gd name="T13" fmla="*/ 103 h 180"/>
                <a:gd name="T14" fmla="*/ 684 w 701"/>
                <a:gd name="T15" fmla="*/ 103 h 180"/>
                <a:gd name="T16" fmla="*/ 700 w 701"/>
                <a:gd name="T17" fmla="*/ 89 h 180"/>
                <a:gd name="T18" fmla="*/ 684 w 701"/>
                <a:gd name="T19" fmla="*/ 74 h 180"/>
                <a:gd name="T20" fmla="*/ 131 w 701"/>
                <a:gd name="T21" fmla="*/ 131 h 180"/>
                <a:gd name="T22" fmla="*/ 131 w 701"/>
                <a:gd name="T23" fmla="*/ 131 h 180"/>
                <a:gd name="T24" fmla="*/ 89 w 701"/>
                <a:gd name="T25" fmla="*/ 148 h 180"/>
                <a:gd name="T26" fmla="*/ 47 w 701"/>
                <a:gd name="T27" fmla="*/ 131 h 180"/>
                <a:gd name="T28" fmla="*/ 30 w 701"/>
                <a:gd name="T29" fmla="*/ 89 h 180"/>
                <a:gd name="T30" fmla="*/ 47 w 701"/>
                <a:gd name="T31" fmla="*/ 48 h 180"/>
                <a:gd name="T32" fmla="*/ 89 w 701"/>
                <a:gd name="T33" fmla="*/ 29 h 180"/>
                <a:gd name="T34" fmla="*/ 131 w 701"/>
                <a:gd name="T35" fmla="*/ 48 h 180"/>
                <a:gd name="T36" fmla="*/ 149 w 701"/>
                <a:gd name="T37" fmla="*/ 89 h 180"/>
                <a:gd name="T38" fmla="*/ 131 w 701"/>
                <a:gd name="T39" fmla="*/ 131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701" h="180">
                  <a:moveTo>
                    <a:pt x="684" y="74"/>
                  </a:moveTo>
                  <a:lnTo>
                    <a:pt x="684" y="74"/>
                  </a:lnTo>
                  <a:cubicBezTo>
                    <a:pt x="177" y="74"/>
                    <a:pt x="177" y="74"/>
                    <a:pt x="177" y="74"/>
                  </a:cubicBezTo>
                  <a:cubicBezTo>
                    <a:pt x="170" y="32"/>
                    <a:pt x="134" y="0"/>
                    <a:pt x="89" y="0"/>
                  </a:cubicBezTo>
                  <a:cubicBezTo>
                    <a:pt x="40" y="0"/>
                    <a:pt x="0" y="39"/>
                    <a:pt x="0" y="89"/>
                  </a:cubicBezTo>
                  <a:cubicBezTo>
                    <a:pt x="0" y="138"/>
                    <a:pt x="40" y="179"/>
                    <a:pt x="89" y="179"/>
                  </a:cubicBezTo>
                  <a:cubicBezTo>
                    <a:pt x="134" y="179"/>
                    <a:pt x="170" y="147"/>
                    <a:pt x="177" y="103"/>
                  </a:cubicBezTo>
                  <a:cubicBezTo>
                    <a:pt x="684" y="103"/>
                    <a:pt x="684" y="103"/>
                    <a:pt x="684" y="103"/>
                  </a:cubicBezTo>
                  <a:cubicBezTo>
                    <a:pt x="693" y="103"/>
                    <a:pt x="700" y="98"/>
                    <a:pt x="700" y="89"/>
                  </a:cubicBezTo>
                  <a:cubicBezTo>
                    <a:pt x="700" y="81"/>
                    <a:pt x="693" y="74"/>
                    <a:pt x="684" y="74"/>
                  </a:cubicBezTo>
                  <a:close/>
                  <a:moveTo>
                    <a:pt x="131" y="131"/>
                  </a:moveTo>
                  <a:lnTo>
                    <a:pt x="131" y="131"/>
                  </a:lnTo>
                  <a:cubicBezTo>
                    <a:pt x="121" y="142"/>
                    <a:pt x="106" y="148"/>
                    <a:pt x="89" y="148"/>
                  </a:cubicBezTo>
                  <a:cubicBezTo>
                    <a:pt x="72" y="148"/>
                    <a:pt x="58" y="142"/>
                    <a:pt x="47" y="131"/>
                  </a:cubicBezTo>
                  <a:cubicBezTo>
                    <a:pt x="36" y="120"/>
                    <a:pt x="30" y="106"/>
                    <a:pt x="30" y="89"/>
                  </a:cubicBezTo>
                  <a:cubicBezTo>
                    <a:pt x="30" y="73"/>
                    <a:pt x="36" y="57"/>
                    <a:pt x="47" y="48"/>
                  </a:cubicBezTo>
                  <a:cubicBezTo>
                    <a:pt x="58" y="36"/>
                    <a:pt x="72" y="29"/>
                    <a:pt x="89" y="29"/>
                  </a:cubicBezTo>
                  <a:cubicBezTo>
                    <a:pt x="106" y="29"/>
                    <a:pt x="121" y="36"/>
                    <a:pt x="131" y="48"/>
                  </a:cubicBezTo>
                  <a:cubicBezTo>
                    <a:pt x="142" y="57"/>
                    <a:pt x="149" y="73"/>
                    <a:pt x="149" y="89"/>
                  </a:cubicBezTo>
                  <a:cubicBezTo>
                    <a:pt x="149" y="106"/>
                    <a:pt x="142" y="120"/>
                    <a:pt x="13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88" name="Group 291">
            <a:extLst>
              <a:ext uri="{FF2B5EF4-FFF2-40B4-BE49-F238E27FC236}">
                <a16:creationId xmlns:a16="http://schemas.microsoft.com/office/drawing/2014/main" id="{A1EAA1DF-9997-D3BB-11C0-8D0B2BBE7310}"/>
              </a:ext>
            </a:extLst>
          </p:cNvPr>
          <p:cNvGrpSpPr/>
          <p:nvPr/>
        </p:nvGrpSpPr>
        <p:grpSpPr>
          <a:xfrm>
            <a:off x="1623094" y="2038251"/>
            <a:ext cx="252412" cy="250825"/>
            <a:chOff x="595313" y="2371725"/>
            <a:chExt cx="252412" cy="250825"/>
          </a:xfrm>
          <a:solidFill>
            <a:schemeClr val="accent4"/>
          </a:solidFill>
        </p:grpSpPr>
        <p:sp>
          <p:nvSpPr>
            <p:cNvPr id="289" name="Freeform 235">
              <a:extLst>
                <a:ext uri="{FF2B5EF4-FFF2-40B4-BE49-F238E27FC236}">
                  <a16:creationId xmlns:a16="http://schemas.microsoft.com/office/drawing/2014/main" id="{CE09B2C1-6ECA-673C-F8D3-214D4EF4CD51}"/>
                </a:ext>
              </a:extLst>
            </p:cNvPr>
            <p:cNvSpPr>
              <a:spLocks noChangeArrowheads="1"/>
            </p:cNvSpPr>
            <p:nvPr/>
          </p:nvSpPr>
          <p:spPr bwMode="auto">
            <a:xfrm>
              <a:off x="827088" y="2490788"/>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0" name="Freeform 236">
              <a:extLst>
                <a:ext uri="{FF2B5EF4-FFF2-40B4-BE49-F238E27FC236}">
                  <a16:creationId xmlns:a16="http://schemas.microsoft.com/office/drawing/2014/main" id="{C124186A-F523-BBD2-1EF8-B4E954584152}"/>
                </a:ext>
              </a:extLst>
            </p:cNvPr>
            <p:cNvSpPr>
              <a:spLocks noChangeArrowheads="1"/>
            </p:cNvSpPr>
            <p:nvPr/>
          </p:nvSpPr>
          <p:spPr bwMode="auto">
            <a:xfrm>
              <a:off x="728663" y="2392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1" name="Freeform 237">
              <a:extLst>
                <a:ext uri="{FF2B5EF4-FFF2-40B4-BE49-F238E27FC236}">
                  <a16:creationId xmlns:a16="http://schemas.microsoft.com/office/drawing/2014/main" id="{50742838-EACB-BA22-EE99-718F7B3CDC82}"/>
                </a:ext>
              </a:extLst>
            </p:cNvPr>
            <p:cNvSpPr>
              <a:spLocks noChangeArrowheads="1"/>
            </p:cNvSpPr>
            <p:nvPr/>
          </p:nvSpPr>
          <p:spPr bwMode="auto">
            <a:xfrm>
              <a:off x="595313" y="2371725"/>
              <a:ext cx="252412" cy="250825"/>
            </a:xfrm>
            <a:custGeom>
              <a:avLst/>
              <a:gdLst>
                <a:gd name="T0" fmla="*/ 680 w 699"/>
                <a:gd name="T1" fmla="*/ 110 h 698"/>
                <a:gd name="T2" fmla="*/ 654 w 699"/>
                <a:gd name="T3" fmla="*/ 106 h 698"/>
                <a:gd name="T4" fmla="*/ 547 w 699"/>
                <a:gd name="T5" fmla="*/ 209 h 698"/>
                <a:gd name="T6" fmla="*/ 494 w 699"/>
                <a:gd name="T7" fmla="*/ 162 h 698"/>
                <a:gd name="T8" fmla="*/ 494 w 699"/>
                <a:gd name="T9" fmla="*/ 141 h 698"/>
                <a:gd name="T10" fmla="*/ 596 w 699"/>
                <a:gd name="T11" fmla="*/ 31 h 698"/>
                <a:gd name="T12" fmla="*/ 505 w 699"/>
                <a:gd name="T13" fmla="*/ 0 h 698"/>
                <a:gd name="T14" fmla="*/ 311 w 699"/>
                <a:gd name="T15" fmla="*/ 194 h 698"/>
                <a:gd name="T16" fmla="*/ 244 w 699"/>
                <a:gd name="T17" fmla="*/ 307 h 698"/>
                <a:gd name="T18" fmla="*/ 31 w 699"/>
                <a:gd name="T19" fmla="*/ 520 h 698"/>
                <a:gd name="T20" fmla="*/ 31 w 699"/>
                <a:gd name="T21" fmla="*/ 666 h 698"/>
                <a:gd name="T22" fmla="*/ 105 w 699"/>
                <a:gd name="T23" fmla="*/ 697 h 698"/>
                <a:gd name="T24" fmla="*/ 329 w 699"/>
                <a:gd name="T25" fmla="*/ 517 h 698"/>
                <a:gd name="T26" fmla="*/ 455 w 699"/>
                <a:gd name="T27" fmla="*/ 390 h 698"/>
                <a:gd name="T28" fmla="*/ 463 w 699"/>
                <a:gd name="T29" fmla="*/ 382 h 698"/>
                <a:gd name="T30" fmla="*/ 642 w 699"/>
                <a:gd name="T31" fmla="*/ 330 h 698"/>
                <a:gd name="T32" fmla="*/ 680 w 699"/>
                <a:gd name="T33" fmla="*/ 110 h 698"/>
                <a:gd name="T34" fmla="*/ 621 w 699"/>
                <a:gd name="T35" fmla="*/ 309 h 698"/>
                <a:gd name="T36" fmla="*/ 505 w 699"/>
                <a:gd name="T37" fmla="*/ 357 h 698"/>
                <a:gd name="T38" fmla="*/ 448 w 699"/>
                <a:gd name="T39" fmla="*/ 355 h 698"/>
                <a:gd name="T40" fmla="*/ 434 w 699"/>
                <a:gd name="T41" fmla="*/ 369 h 698"/>
                <a:gd name="T42" fmla="*/ 158 w 699"/>
                <a:gd name="T43" fmla="*/ 646 h 698"/>
                <a:gd name="T44" fmla="*/ 52 w 699"/>
                <a:gd name="T45" fmla="*/ 646 h 698"/>
                <a:gd name="T46" fmla="*/ 52 w 699"/>
                <a:gd name="T47" fmla="*/ 541 h 698"/>
                <a:gd name="T48" fmla="*/ 343 w 699"/>
                <a:gd name="T49" fmla="*/ 249 h 698"/>
                <a:gd name="T50" fmla="*/ 341 w 699"/>
                <a:gd name="T51" fmla="*/ 194 h 698"/>
                <a:gd name="T52" fmla="*/ 389 w 699"/>
                <a:gd name="T53" fmla="*/ 78 h 698"/>
                <a:gd name="T54" fmla="*/ 555 w 699"/>
                <a:gd name="T55" fmla="*/ 38 h 698"/>
                <a:gd name="T56" fmla="*/ 461 w 699"/>
                <a:gd name="T57" fmla="*/ 152 h 698"/>
                <a:gd name="T58" fmla="*/ 515 w 699"/>
                <a:gd name="T59" fmla="*/ 224 h 698"/>
                <a:gd name="T60" fmla="*/ 578 w 699"/>
                <a:gd name="T61" fmla="*/ 226 h 698"/>
                <a:gd name="T62" fmla="*/ 668 w 699"/>
                <a:gd name="T63" fmla="*/ 194 h 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699" h="698">
                  <a:moveTo>
                    <a:pt x="680" y="110"/>
                  </a:moveTo>
                  <a:lnTo>
                    <a:pt x="680" y="110"/>
                  </a:lnTo>
                  <a:cubicBezTo>
                    <a:pt x="677" y="106"/>
                    <a:pt x="673" y="103"/>
                    <a:pt x="668" y="102"/>
                  </a:cubicBezTo>
                  <a:cubicBezTo>
                    <a:pt x="663" y="102"/>
                    <a:pt x="659" y="103"/>
                    <a:pt x="654" y="106"/>
                  </a:cubicBezTo>
                  <a:cubicBezTo>
                    <a:pt x="557" y="203"/>
                    <a:pt x="557" y="203"/>
                    <a:pt x="557" y="203"/>
                  </a:cubicBezTo>
                  <a:cubicBezTo>
                    <a:pt x="554" y="208"/>
                    <a:pt x="550" y="209"/>
                    <a:pt x="547" y="209"/>
                  </a:cubicBezTo>
                  <a:cubicBezTo>
                    <a:pt x="543" y="209"/>
                    <a:pt x="539" y="208"/>
                    <a:pt x="536" y="203"/>
                  </a:cubicBezTo>
                  <a:cubicBezTo>
                    <a:pt x="494" y="162"/>
                    <a:pt x="494" y="162"/>
                    <a:pt x="494" y="162"/>
                  </a:cubicBezTo>
                  <a:cubicBezTo>
                    <a:pt x="491" y="159"/>
                    <a:pt x="490" y="155"/>
                    <a:pt x="490" y="152"/>
                  </a:cubicBezTo>
                  <a:cubicBezTo>
                    <a:pt x="490" y="148"/>
                    <a:pt x="491" y="144"/>
                    <a:pt x="494" y="141"/>
                  </a:cubicBezTo>
                  <a:cubicBezTo>
                    <a:pt x="592" y="43"/>
                    <a:pt x="592" y="43"/>
                    <a:pt x="592" y="43"/>
                  </a:cubicBezTo>
                  <a:cubicBezTo>
                    <a:pt x="596" y="39"/>
                    <a:pt x="597" y="35"/>
                    <a:pt x="596" y="31"/>
                  </a:cubicBezTo>
                  <a:cubicBezTo>
                    <a:pt x="596" y="25"/>
                    <a:pt x="592" y="21"/>
                    <a:pt x="587" y="19"/>
                  </a:cubicBezTo>
                  <a:cubicBezTo>
                    <a:pt x="561" y="7"/>
                    <a:pt x="533" y="0"/>
                    <a:pt x="505" y="0"/>
                  </a:cubicBezTo>
                  <a:cubicBezTo>
                    <a:pt x="455" y="0"/>
                    <a:pt x="406" y="19"/>
                    <a:pt x="369" y="57"/>
                  </a:cubicBezTo>
                  <a:cubicBezTo>
                    <a:pt x="331" y="95"/>
                    <a:pt x="311" y="144"/>
                    <a:pt x="311" y="194"/>
                  </a:cubicBezTo>
                  <a:cubicBezTo>
                    <a:pt x="311" y="208"/>
                    <a:pt x="313" y="222"/>
                    <a:pt x="317" y="234"/>
                  </a:cubicBezTo>
                  <a:cubicBezTo>
                    <a:pt x="244" y="307"/>
                    <a:pt x="244" y="307"/>
                    <a:pt x="244" y="307"/>
                  </a:cubicBezTo>
                  <a:cubicBezTo>
                    <a:pt x="31" y="520"/>
                    <a:pt x="31" y="520"/>
                    <a:pt x="31" y="520"/>
                  </a:cubicBezTo>
                  <a:lnTo>
                    <a:pt x="31" y="520"/>
                  </a:lnTo>
                  <a:cubicBezTo>
                    <a:pt x="11" y="540"/>
                    <a:pt x="0" y="566"/>
                    <a:pt x="0" y="594"/>
                  </a:cubicBezTo>
                  <a:cubicBezTo>
                    <a:pt x="0" y="620"/>
                    <a:pt x="11" y="647"/>
                    <a:pt x="31" y="666"/>
                  </a:cubicBezTo>
                  <a:lnTo>
                    <a:pt x="31" y="666"/>
                  </a:lnTo>
                  <a:cubicBezTo>
                    <a:pt x="52" y="687"/>
                    <a:pt x="78" y="697"/>
                    <a:pt x="105" y="697"/>
                  </a:cubicBezTo>
                  <a:cubicBezTo>
                    <a:pt x="131" y="697"/>
                    <a:pt x="158" y="687"/>
                    <a:pt x="179" y="666"/>
                  </a:cubicBezTo>
                  <a:cubicBezTo>
                    <a:pt x="329" y="517"/>
                    <a:pt x="329" y="517"/>
                    <a:pt x="329" y="517"/>
                  </a:cubicBezTo>
                  <a:lnTo>
                    <a:pt x="329" y="517"/>
                  </a:lnTo>
                  <a:cubicBezTo>
                    <a:pt x="455" y="390"/>
                    <a:pt x="455" y="390"/>
                    <a:pt x="455" y="390"/>
                  </a:cubicBezTo>
                  <a:lnTo>
                    <a:pt x="455" y="390"/>
                  </a:lnTo>
                  <a:cubicBezTo>
                    <a:pt x="463" y="382"/>
                    <a:pt x="463" y="382"/>
                    <a:pt x="463" y="382"/>
                  </a:cubicBezTo>
                  <a:cubicBezTo>
                    <a:pt x="477" y="385"/>
                    <a:pt x="491" y="386"/>
                    <a:pt x="505" y="386"/>
                  </a:cubicBezTo>
                  <a:cubicBezTo>
                    <a:pt x="554" y="386"/>
                    <a:pt x="604" y="368"/>
                    <a:pt x="642" y="330"/>
                  </a:cubicBezTo>
                  <a:cubicBezTo>
                    <a:pt x="680" y="293"/>
                    <a:pt x="698" y="242"/>
                    <a:pt x="698" y="194"/>
                  </a:cubicBezTo>
                  <a:cubicBezTo>
                    <a:pt x="698" y="164"/>
                    <a:pt x="692" y="137"/>
                    <a:pt x="680" y="110"/>
                  </a:cubicBezTo>
                  <a:close/>
                  <a:moveTo>
                    <a:pt x="621" y="309"/>
                  </a:moveTo>
                  <a:lnTo>
                    <a:pt x="621" y="309"/>
                  </a:lnTo>
                  <a:lnTo>
                    <a:pt x="621" y="309"/>
                  </a:lnTo>
                  <a:cubicBezTo>
                    <a:pt x="589" y="342"/>
                    <a:pt x="547" y="357"/>
                    <a:pt x="505" y="357"/>
                  </a:cubicBezTo>
                  <a:cubicBezTo>
                    <a:pt x="491" y="357"/>
                    <a:pt x="476" y="355"/>
                    <a:pt x="462" y="351"/>
                  </a:cubicBezTo>
                  <a:cubicBezTo>
                    <a:pt x="458" y="350"/>
                    <a:pt x="452" y="351"/>
                    <a:pt x="448" y="355"/>
                  </a:cubicBezTo>
                  <a:cubicBezTo>
                    <a:pt x="434" y="369"/>
                    <a:pt x="434" y="369"/>
                    <a:pt x="434" y="369"/>
                  </a:cubicBezTo>
                  <a:lnTo>
                    <a:pt x="434" y="369"/>
                  </a:lnTo>
                  <a:cubicBezTo>
                    <a:pt x="309" y="495"/>
                    <a:pt x="309" y="495"/>
                    <a:pt x="309" y="495"/>
                  </a:cubicBezTo>
                  <a:cubicBezTo>
                    <a:pt x="158" y="646"/>
                    <a:pt x="158" y="646"/>
                    <a:pt x="158" y="646"/>
                  </a:cubicBezTo>
                  <a:cubicBezTo>
                    <a:pt x="143" y="661"/>
                    <a:pt x="124" y="668"/>
                    <a:pt x="105" y="668"/>
                  </a:cubicBezTo>
                  <a:cubicBezTo>
                    <a:pt x="85" y="668"/>
                    <a:pt x="67" y="661"/>
                    <a:pt x="52" y="646"/>
                  </a:cubicBezTo>
                  <a:cubicBezTo>
                    <a:pt x="38" y="632"/>
                    <a:pt x="31" y="612"/>
                    <a:pt x="31" y="594"/>
                  </a:cubicBezTo>
                  <a:cubicBezTo>
                    <a:pt x="31" y="574"/>
                    <a:pt x="38" y="555"/>
                    <a:pt x="52" y="541"/>
                  </a:cubicBezTo>
                  <a:cubicBezTo>
                    <a:pt x="265" y="328"/>
                    <a:pt x="265" y="328"/>
                    <a:pt x="265" y="328"/>
                  </a:cubicBezTo>
                  <a:cubicBezTo>
                    <a:pt x="343" y="249"/>
                    <a:pt x="343" y="249"/>
                    <a:pt x="343" y="249"/>
                  </a:cubicBezTo>
                  <a:cubicBezTo>
                    <a:pt x="346" y="247"/>
                    <a:pt x="348" y="241"/>
                    <a:pt x="346" y="236"/>
                  </a:cubicBezTo>
                  <a:cubicBezTo>
                    <a:pt x="343" y="222"/>
                    <a:pt x="341" y="208"/>
                    <a:pt x="341" y="194"/>
                  </a:cubicBezTo>
                  <a:cubicBezTo>
                    <a:pt x="341" y="152"/>
                    <a:pt x="357" y="110"/>
                    <a:pt x="389" y="78"/>
                  </a:cubicBezTo>
                  <a:lnTo>
                    <a:pt x="389" y="78"/>
                  </a:lnTo>
                  <a:cubicBezTo>
                    <a:pt x="422" y="46"/>
                    <a:pt x="463" y="31"/>
                    <a:pt x="505" y="31"/>
                  </a:cubicBezTo>
                  <a:cubicBezTo>
                    <a:pt x="522" y="31"/>
                    <a:pt x="539" y="33"/>
                    <a:pt x="555" y="38"/>
                  </a:cubicBezTo>
                  <a:cubicBezTo>
                    <a:pt x="473" y="120"/>
                    <a:pt x="473" y="120"/>
                    <a:pt x="473" y="120"/>
                  </a:cubicBezTo>
                  <a:cubicBezTo>
                    <a:pt x="465" y="128"/>
                    <a:pt x="461" y="141"/>
                    <a:pt x="461" y="152"/>
                  </a:cubicBezTo>
                  <a:cubicBezTo>
                    <a:pt x="461" y="163"/>
                    <a:pt x="465" y="174"/>
                    <a:pt x="473" y="183"/>
                  </a:cubicBezTo>
                  <a:cubicBezTo>
                    <a:pt x="515" y="224"/>
                    <a:pt x="515" y="224"/>
                    <a:pt x="515" y="224"/>
                  </a:cubicBezTo>
                  <a:cubicBezTo>
                    <a:pt x="523" y="234"/>
                    <a:pt x="536" y="238"/>
                    <a:pt x="547" y="238"/>
                  </a:cubicBezTo>
                  <a:cubicBezTo>
                    <a:pt x="558" y="238"/>
                    <a:pt x="569" y="234"/>
                    <a:pt x="578" y="226"/>
                  </a:cubicBezTo>
                  <a:cubicBezTo>
                    <a:pt x="660" y="144"/>
                    <a:pt x="660" y="144"/>
                    <a:pt x="660" y="144"/>
                  </a:cubicBezTo>
                  <a:cubicBezTo>
                    <a:pt x="666" y="159"/>
                    <a:pt x="668" y="177"/>
                    <a:pt x="668" y="194"/>
                  </a:cubicBezTo>
                  <a:cubicBezTo>
                    <a:pt x="668" y="236"/>
                    <a:pt x="652" y="277"/>
                    <a:pt x="621" y="30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92" name="Group 295">
            <a:extLst>
              <a:ext uri="{FF2B5EF4-FFF2-40B4-BE49-F238E27FC236}">
                <a16:creationId xmlns:a16="http://schemas.microsoft.com/office/drawing/2014/main" id="{0808F73E-3AF7-74C3-ECAE-94392A631EB3}"/>
              </a:ext>
            </a:extLst>
          </p:cNvPr>
          <p:cNvGrpSpPr/>
          <p:nvPr/>
        </p:nvGrpSpPr>
        <p:grpSpPr>
          <a:xfrm>
            <a:off x="2645444" y="1015901"/>
            <a:ext cx="257175" cy="257175"/>
            <a:chOff x="1617663" y="1350963"/>
            <a:chExt cx="257175" cy="257175"/>
          </a:xfrm>
          <a:solidFill>
            <a:schemeClr val="accent4"/>
          </a:solidFill>
        </p:grpSpPr>
        <p:sp>
          <p:nvSpPr>
            <p:cNvPr id="293" name="Freeform 238">
              <a:extLst>
                <a:ext uri="{FF2B5EF4-FFF2-40B4-BE49-F238E27FC236}">
                  <a16:creationId xmlns:a16="http://schemas.microsoft.com/office/drawing/2014/main" id="{DC480AE1-294E-042D-7755-70340C0CE738}"/>
                </a:ext>
              </a:extLst>
            </p:cNvPr>
            <p:cNvSpPr>
              <a:spLocks noChangeArrowheads="1"/>
            </p:cNvSpPr>
            <p:nvPr/>
          </p:nvSpPr>
          <p:spPr bwMode="auto">
            <a:xfrm>
              <a:off x="1617663" y="1350963"/>
              <a:ext cx="257175" cy="257175"/>
            </a:xfrm>
            <a:custGeom>
              <a:avLst/>
              <a:gdLst>
                <a:gd name="T0" fmla="*/ 219 w 715"/>
                <a:gd name="T1" fmla="*/ 92 h 715"/>
                <a:gd name="T2" fmla="*/ 143 w 715"/>
                <a:gd name="T3" fmla="*/ 67 h 715"/>
                <a:gd name="T4" fmla="*/ 64 w 715"/>
                <a:gd name="T5" fmla="*/ 159 h 715"/>
                <a:gd name="T6" fmla="*/ 72 w 715"/>
                <a:gd name="T7" fmla="*/ 268 h 715"/>
                <a:gd name="T8" fmla="*/ 0 w 715"/>
                <a:gd name="T9" fmla="*/ 302 h 715"/>
                <a:gd name="T10" fmla="*/ 10 w 715"/>
                <a:gd name="T11" fmla="*/ 424 h 715"/>
                <a:gd name="T12" fmla="*/ 92 w 715"/>
                <a:gd name="T13" fmla="*/ 495 h 715"/>
                <a:gd name="T14" fmla="*/ 67 w 715"/>
                <a:gd name="T15" fmla="*/ 570 h 715"/>
                <a:gd name="T16" fmla="*/ 160 w 715"/>
                <a:gd name="T17" fmla="*/ 650 h 715"/>
                <a:gd name="T18" fmla="*/ 268 w 715"/>
                <a:gd name="T19" fmla="*/ 641 h 715"/>
                <a:gd name="T20" fmla="*/ 304 w 715"/>
                <a:gd name="T21" fmla="*/ 714 h 715"/>
                <a:gd name="T22" fmla="*/ 425 w 715"/>
                <a:gd name="T23" fmla="*/ 704 h 715"/>
                <a:gd name="T24" fmla="*/ 496 w 715"/>
                <a:gd name="T25" fmla="*/ 622 h 715"/>
                <a:gd name="T26" fmla="*/ 572 w 715"/>
                <a:gd name="T27" fmla="*/ 647 h 715"/>
                <a:gd name="T28" fmla="*/ 651 w 715"/>
                <a:gd name="T29" fmla="*/ 554 h 715"/>
                <a:gd name="T30" fmla="*/ 643 w 715"/>
                <a:gd name="T31" fmla="*/ 446 h 715"/>
                <a:gd name="T32" fmla="*/ 714 w 715"/>
                <a:gd name="T33" fmla="*/ 410 h 715"/>
                <a:gd name="T34" fmla="*/ 704 w 715"/>
                <a:gd name="T35" fmla="*/ 289 h 715"/>
                <a:gd name="T36" fmla="*/ 622 w 715"/>
                <a:gd name="T37" fmla="*/ 217 h 715"/>
                <a:gd name="T38" fmla="*/ 647 w 715"/>
                <a:gd name="T39" fmla="*/ 142 h 715"/>
                <a:gd name="T40" fmla="*/ 555 w 715"/>
                <a:gd name="T41" fmla="*/ 63 h 715"/>
                <a:gd name="T42" fmla="*/ 446 w 715"/>
                <a:gd name="T43" fmla="*/ 71 h 715"/>
                <a:gd name="T44" fmla="*/ 411 w 715"/>
                <a:gd name="T45" fmla="*/ 0 h 715"/>
                <a:gd name="T46" fmla="*/ 290 w 715"/>
                <a:gd name="T47" fmla="*/ 10 h 715"/>
                <a:gd name="T48" fmla="*/ 219 w 715"/>
                <a:gd name="T49" fmla="*/ 92 h 715"/>
                <a:gd name="T50" fmla="*/ 293 w 715"/>
                <a:gd name="T51" fmla="*/ 88 h 715"/>
                <a:gd name="T52" fmla="*/ 400 w 715"/>
                <a:gd name="T53" fmla="*/ 29 h 715"/>
                <a:gd name="T54" fmla="*/ 431 w 715"/>
                <a:gd name="T55" fmla="*/ 98 h 715"/>
                <a:gd name="T56" fmla="*/ 502 w 715"/>
                <a:gd name="T57" fmla="*/ 121 h 715"/>
                <a:gd name="T58" fmla="*/ 619 w 715"/>
                <a:gd name="T59" fmla="*/ 156 h 715"/>
                <a:gd name="T60" fmla="*/ 592 w 715"/>
                <a:gd name="T61" fmla="*/ 226 h 715"/>
                <a:gd name="T62" fmla="*/ 626 w 715"/>
                <a:gd name="T63" fmla="*/ 293 h 715"/>
                <a:gd name="T64" fmla="*/ 685 w 715"/>
                <a:gd name="T65" fmla="*/ 400 h 715"/>
                <a:gd name="T66" fmla="*/ 616 w 715"/>
                <a:gd name="T67" fmla="*/ 431 h 715"/>
                <a:gd name="T68" fmla="*/ 592 w 715"/>
                <a:gd name="T69" fmla="*/ 501 h 715"/>
                <a:gd name="T70" fmla="*/ 558 w 715"/>
                <a:gd name="T71" fmla="*/ 619 h 715"/>
                <a:gd name="T72" fmla="*/ 488 w 715"/>
                <a:gd name="T73" fmla="*/ 593 h 715"/>
                <a:gd name="T74" fmla="*/ 421 w 715"/>
                <a:gd name="T75" fmla="*/ 625 h 715"/>
                <a:gd name="T76" fmla="*/ 314 w 715"/>
                <a:gd name="T77" fmla="*/ 683 h 715"/>
                <a:gd name="T78" fmla="*/ 283 w 715"/>
                <a:gd name="T79" fmla="*/ 615 h 715"/>
                <a:gd name="T80" fmla="*/ 213 w 715"/>
                <a:gd name="T81" fmla="*/ 591 h 715"/>
                <a:gd name="T82" fmla="*/ 96 w 715"/>
                <a:gd name="T83" fmla="*/ 556 h 715"/>
                <a:gd name="T84" fmla="*/ 121 w 715"/>
                <a:gd name="T85" fmla="*/ 488 h 715"/>
                <a:gd name="T86" fmla="*/ 95 w 715"/>
                <a:gd name="T87" fmla="*/ 425 h 715"/>
                <a:gd name="T88" fmla="*/ 88 w 715"/>
                <a:gd name="T89" fmla="*/ 420 h 715"/>
                <a:gd name="T90" fmla="*/ 30 w 715"/>
                <a:gd name="T91" fmla="*/ 314 h 715"/>
                <a:gd name="T92" fmla="*/ 95 w 715"/>
                <a:gd name="T93" fmla="*/ 289 h 715"/>
                <a:gd name="T94" fmla="*/ 99 w 715"/>
                <a:gd name="T95" fmla="*/ 282 h 715"/>
                <a:gd name="T96" fmla="*/ 123 w 715"/>
                <a:gd name="T97" fmla="*/ 212 h 715"/>
                <a:gd name="T98" fmla="*/ 156 w 715"/>
                <a:gd name="T99" fmla="*/ 95 h 715"/>
                <a:gd name="T100" fmla="*/ 226 w 715"/>
                <a:gd name="T101" fmla="*/ 121 h 715"/>
                <a:gd name="T102" fmla="*/ 293 w 715"/>
                <a:gd name="T103" fmla="*/ 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715">
                  <a:moveTo>
                    <a:pt x="219" y="92"/>
                  </a:moveTo>
                  <a:lnTo>
                    <a:pt x="219" y="92"/>
                  </a:lnTo>
                  <a:cubicBezTo>
                    <a:pt x="160" y="63"/>
                    <a:pt x="160" y="63"/>
                    <a:pt x="160" y="63"/>
                  </a:cubicBezTo>
                  <a:cubicBezTo>
                    <a:pt x="155" y="60"/>
                    <a:pt x="148" y="61"/>
                    <a:pt x="143" y="67"/>
                  </a:cubicBezTo>
                  <a:cubicBezTo>
                    <a:pt x="104" y="104"/>
                    <a:pt x="104" y="104"/>
                    <a:pt x="67" y="142"/>
                  </a:cubicBezTo>
                  <a:cubicBezTo>
                    <a:pt x="63" y="146"/>
                    <a:pt x="61" y="153"/>
                    <a:pt x="64" y="159"/>
                  </a:cubicBezTo>
                  <a:cubicBezTo>
                    <a:pt x="92" y="217"/>
                    <a:pt x="92" y="217"/>
                    <a:pt x="92" y="217"/>
                  </a:cubicBezTo>
                  <a:cubicBezTo>
                    <a:pt x="83" y="233"/>
                    <a:pt x="77" y="250"/>
                    <a:pt x="72" y="268"/>
                  </a:cubicBezTo>
                  <a:cubicBezTo>
                    <a:pt x="10" y="289"/>
                    <a:pt x="10" y="289"/>
                    <a:pt x="10" y="289"/>
                  </a:cubicBezTo>
                  <a:cubicBezTo>
                    <a:pt x="4" y="291"/>
                    <a:pt x="0" y="297"/>
                    <a:pt x="0" y="302"/>
                  </a:cubicBezTo>
                  <a:cubicBezTo>
                    <a:pt x="0" y="357"/>
                    <a:pt x="0" y="357"/>
                    <a:pt x="0" y="410"/>
                  </a:cubicBezTo>
                  <a:cubicBezTo>
                    <a:pt x="0" y="417"/>
                    <a:pt x="4" y="422"/>
                    <a:pt x="10" y="424"/>
                  </a:cubicBezTo>
                  <a:cubicBezTo>
                    <a:pt x="72" y="446"/>
                    <a:pt x="72" y="446"/>
                    <a:pt x="72" y="446"/>
                  </a:cubicBezTo>
                  <a:cubicBezTo>
                    <a:pt x="77" y="463"/>
                    <a:pt x="83" y="480"/>
                    <a:pt x="92" y="495"/>
                  </a:cubicBezTo>
                  <a:cubicBezTo>
                    <a:pt x="64" y="554"/>
                    <a:pt x="64" y="554"/>
                    <a:pt x="64" y="554"/>
                  </a:cubicBezTo>
                  <a:cubicBezTo>
                    <a:pt x="61" y="559"/>
                    <a:pt x="63" y="566"/>
                    <a:pt x="67" y="570"/>
                  </a:cubicBezTo>
                  <a:cubicBezTo>
                    <a:pt x="104" y="608"/>
                    <a:pt x="106" y="609"/>
                    <a:pt x="143" y="647"/>
                  </a:cubicBezTo>
                  <a:cubicBezTo>
                    <a:pt x="148" y="651"/>
                    <a:pt x="155" y="653"/>
                    <a:pt x="160" y="650"/>
                  </a:cubicBezTo>
                  <a:cubicBezTo>
                    <a:pt x="219" y="622"/>
                    <a:pt x="219" y="622"/>
                    <a:pt x="219" y="622"/>
                  </a:cubicBezTo>
                  <a:cubicBezTo>
                    <a:pt x="234" y="630"/>
                    <a:pt x="251" y="637"/>
                    <a:pt x="268" y="641"/>
                  </a:cubicBezTo>
                  <a:cubicBezTo>
                    <a:pt x="290" y="704"/>
                    <a:pt x="290" y="704"/>
                    <a:pt x="290" y="704"/>
                  </a:cubicBezTo>
                  <a:cubicBezTo>
                    <a:pt x="291" y="710"/>
                    <a:pt x="297" y="714"/>
                    <a:pt x="304" y="714"/>
                  </a:cubicBezTo>
                  <a:cubicBezTo>
                    <a:pt x="357" y="714"/>
                    <a:pt x="357" y="714"/>
                    <a:pt x="411" y="714"/>
                  </a:cubicBezTo>
                  <a:cubicBezTo>
                    <a:pt x="417" y="714"/>
                    <a:pt x="422" y="710"/>
                    <a:pt x="425" y="704"/>
                  </a:cubicBezTo>
                  <a:cubicBezTo>
                    <a:pt x="446" y="641"/>
                    <a:pt x="446" y="641"/>
                    <a:pt x="446" y="641"/>
                  </a:cubicBezTo>
                  <a:cubicBezTo>
                    <a:pt x="464" y="637"/>
                    <a:pt x="480" y="630"/>
                    <a:pt x="496" y="622"/>
                  </a:cubicBezTo>
                  <a:cubicBezTo>
                    <a:pt x="555" y="650"/>
                    <a:pt x="555" y="650"/>
                    <a:pt x="555" y="650"/>
                  </a:cubicBezTo>
                  <a:cubicBezTo>
                    <a:pt x="560" y="653"/>
                    <a:pt x="567" y="651"/>
                    <a:pt x="572" y="647"/>
                  </a:cubicBezTo>
                  <a:cubicBezTo>
                    <a:pt x="609" y="609"/>
                    <a:pt x="609" y="609"/>
                    <a:pt x="647" y="570"/>
                  </a:cubicBezTo>
                  <a:cubicBezTo>
                    <a:pt x="652" y="566"/>
                    <a:pt x="654" y="559"/>
                    <a:pt x="651" y="554"/>
                  </a:cubicBezTo>
                  <a:cubicBezTo>
                    <a:pt x="622" y="495"/>
                    <a:pt x="622" y="495"/>
                    <a:pt x="622" y="495"/>
                  </a:cubicBezTo>
                  <a:cubicBezTo>
                    <a:pt x="630" y="480"/>
                    <a:pt x="637" y="463"/>
                    <a:pt x="643" y="446"/>
                  </a:cubicBezTo>
                  <a:cubicBezTo>
                    <a:pt x="704" y="424"/>
                    <a:pt x="704" y="424"/>
                    <a:pt x="704" y="424"/>
                  </a:cubicBezTo>
                  <a:cubicBezTo>
                    <a:pt x="710" y="422"/>
                    <a:pt x="714" y="417"/>
                    <a:pt x="714" y="410"/>
                  </a:cubicBezTo>
                  <a:cubicBezTo>
                    <a:pt x="714" y="357"/>
                    <a:pt x="714" y="357"/>
                    <a:pt x="714" y="302"/>
                  </a:cubicBezTo>
                  <a:cubicBezTo>
                    <a:pt x="714" y="297"/>
                    <a:pt x="710" y="291"/>
                    <a:pt x="704" y="289"/>
                  </a:cubicBezTo>
                  <a:cubicBezTo>
                    <a:pt x="643" y="268"/>
                    <a:pt x="643" y="268"/>
                    <a:pt x="643" y="268"/>
                  </a:cubicBezTo>
                  <a:cubicBezTo>
                    <a:pt x="637" y="250"/>
                    <a:pt x="630" y="233"/>
                    <a:pt x="622" y="217"/>
                  </a:cubicBezTo>
                  <a:cubicBezTo>
                    <a:pt x="651" y="159"/>
                    <a:pt x="651" y="159"/>
                    <a:pt x="651" y="159"/>
                  </a:cubicBezTo>
                  <a:cubicBezTo>
                    <a:pt x="654" y="153"/>
                    <a:pt x="652" y="146"/>
                    <a:pt x="647" y="142"/>
                  </a:cubicBezTo>
                  <a:cubicBezTo>
                    <a:pt x="609" y="104"/>
                    <a:pt x="609" y="104"/>
                    <a:pt x="572" y="67"/>
                  </a:cubicBezTo>
                  <a:cubicBezTo>
                    <a:pt x="567" y="61"/>
                    <a:pt x="560" y="60"/>
                    <a:pt x="555" y="63"/>
                  </a:cubicBezTo>
                  <a:cubicBezTo>
                    <a:pt x="496" y="92"/>
                    <a:pt x="496" y="92"/>
                    <a:pt x="496" y="92"/>
                  </a:cubicBezTo>
                  <a:cubicBezTo>
                    <a:pt x="480" y="84"/>
                    <a:pt x="464" y="77"/>
                    <a:pt x="446" y="71"/>
                  </a:cubicBezTo>
                  <a:cubicBezTo>
                    <a:pt x="425" y="10"/>
                    <a:pt x="425" y="10"/>
                    <a:pt x="425" y="10"/>
                  </a:cubicBezTo>
                  <a:cubicBezTo>
                    <a:pt x="422" y="4"/>
                    <a:pt x="417" y="0"/>
                    <a:pt x="411" y="0"/>
                  </a:cubicBezTo>
                  <a:cubicBezTo>
                    <a:pt x="357" y="0"/>
                    <a:pt x="357" y="0"/>
                    <a:pt x="304" y="0"/>
                  </a:cubicBezTo>
                  <a:cubicBezTo>
                    <a:pt x="297" y="0"/>
                    <a:pt x="291" y="4"/>
                    <a:pt x="290" y="10"/>
                  </a:cubicBezTo>
                  <a:cubicBezTo>
                    <a:pt x="268" y="71"/>
                    <a:pt x="268" y="71"/>
                    <a:pt x="268" y="71"/>
                  </a:cubicBezTo>
                  <a:cubicBezTo>
                    <a:pt x="251" y="77"/>
                    <a:pt x="234" y="84"/>
                    <a:pt x="219" y="92"/>
                  </a:cubicBezTo>
                  <a:close/>
                  <a:moveTo>
                    <a:pt x="293" y="88"/>
                  </a:moveTo>
                  <a:lnTo>
                    <a:pt x="293" y="88"/>
                  </a:lnTo>
                  <a:cubicBezTo>
                    <a:pt x="314" y="29"/>
                    <a:pt x="314" y="29"/>
                    <a:pt x="314" y="29"/>
                  </a:cubicBezTo>
                  <a:cubicBezTo>
                    <a:pt x="354" y="29"/>
                    <a:pt x="361" y="29"/>
                    <a:pt x="400" y="29"/>
                  </a:cubicBezTo>
                  <a:cubicBezTo>
                    <a:pt x="421" y="88"/>
                    <a:pt x="421" y="88"/>
                    <a:pt x="421" y="88"/>
                  </a:cubicBezTo>
                  <a:cubicBezTo>
                    <a:pt x="422" y="93"/>
                    <a:pt x="427" y="96"/>
                    <a:pt x="431" y="98"/>
                  </a:cubicBezTo>
                  <a:cubicBezTo>
                    <a:pt x="452" y="103"/>
                    <a:pt x="470" y="111"/>
                    <a:pt x="488" y="121"/>
                  </a:cubicBezTo>
                  <a:cubicBezTo>
                    <a:pt x="492" y="123"/>
                    <a:pt x="498" y="124"/>
                    <a:pt x="502" y="121"/>
                  </a:cubicBezTo>
                  <a:cubicBezTo>
                    <a:pt x="558" y="95"/>
                    <a:pt x="558" y="95"/>
                    <a:pt x="558" y="95"/>
                  </a:cubicBezTo>
                  <a:cubicBezTo>
                    <a:pt x="587" y="123"/>
                    <a:pt x="591" y="127"/>
                    <a:pt x="619" y="156"/>
                  </a:cubicBezTo>
                  <a:cubicBezTo>
                    <a:pt x="592" y="212"/>
                    <a:pt x="592" y="212"/>
                    <a:pt x="592" y="212"/>
                  </a:cubicBezTo>
                  <a:cubicBezTo>
                    <a:pt x="590" y="216"/>
                    <a:pt x="591" y="222"/>
                    <a:pt x="592" y="226"/>
                  </a:cubicBezTo>
                  <a:cubicBezTo>
                    <a:pt x="602" y="244"/>
                    <a:pt x="611" y="262"/>
                    <a:pt x="616" y="283"/>
                  </a:cubicBezTo>
                  <a:cubicBezTo>
                    <a:pt x="618" y="287"/>
                    <a:pt x="620" y="291"/>
                    <a:pt x="626" y="293"/>
                  </a:cubicBezTo>
                  <a:cubicBezTo>
                    <a:pt x="685" y="314"/>
                    <a:pt x="685" y="314"/>
                    <a:pt x="685" y="314"/>
                  </a:cubicBezTo>
                  <a:cubicBezTo>
                    <a:pt x="685" y="353"/>
                    <a:pt x="685" y="360"/>
                    <a:pt x="685" y="400"/>
                  </a:cubicBezTo>
                  <a:cubicBezTo>
                    <a:pt x="626" y="421"/>
                    <a:pt x="626" y="421"/>
                    <a:pt x="626" y="421"/>
                  </a:cubicBezTo>
                  <a:cubicBezTo>
                    <a:pt x="620" y="422"/>
                    <a:pt x="618" y="425"/>
                    <a:pt x="616" y="431"/>
                  </a:cubicBezTo>
                  <a:cubicBezTo>
                    <a:pt x="611" y="450"/>
                    <a:pt x="602" y="470"/>
                    <a:pt x="592" y="488"/>
                  </a:cubicBezTo>
                  <a:cubicBezTo>
                    <a:pt x="591" y="492"/>
                    <a:pt x="590" y="496"/>
                    <a:pt x="592" y="501"/>
                  </a:cubicBezTo>
                  <a:cubicBezTo>
                    <a:pt x="619" y="558"/>
                    <a:pt x="619" y="558"/>
                    <a:pt x="619" y="558"/>
                  </a:cubicBezTo>
                  <a:cubicBezTo>
                    <a:pt x="591" y="586"/>
                    <a:pt x="587" y="590"/>
                    <a:pt x="558" y="619"/>
                  </a:cubicBezTo>
                  <a:cubicBezTo>
                    <a:pt x="502" y="591"/>
                    <a:pt x="502" y="591"/>
                    <a:pt x="502" y="591"/>
                  </a:cubicBezTo>
                  <a:cubicBezTo>
                    <a:pt x="498" y="590"/>
                    <a:pt x="492" y="590"/>
                    <a:pt x="488" y="593"/>
                  </a:cubicBezTo>
                  <a:cubicBezTo>
                    <a:pt x="470" y="602"/>
                    <a:pt x="452" y="611"/>
                    <a:pt x="431" y="615"/>
                  </a:cubicBezTo>
                  <a:cubicBezTo>
                    <a:pt x="427" y="616"/>
                    <a:pt x="422" y="620"/>
                    <a:pt x="421" y="625"/>
                  </a:cubicBezTo>
                  <a:cubicBezTo>
                    <a:pt x="400" y="683"/>
                    <a:pt x="400" y="683"/>
                    <a:pt x="400" y="683"/>
                  </a:cubicBezTo>
                  <a:cubicBezTo>
                    <a:pt x="361" y="683"/>
                    <a:pt x="354" y="683"/>
                    <a:pt x="314" y="683"/>
                  </a:cubicBezTo>
                  <a:cubicBezTo>
                    <a:pt x="293" y="625"/>
                    <a:pt x="293" y="625"/>
                    <a:pt x="293" y="625"/>
                  </a:cubicBezTo>
                  <a:cubicBezTo>
                    <a:pt x="291" y="620"/>
                    <a:pt x="288" y="616"/>
                    <a:pt x="283" y="615"/>
                  </a:cubicBezTo>
                  <a:cubicBezTo>
                    <a:pt x="263" y="611"/>
                    <a:pt x="244" y="602"/>
                    <a:pt x="226" y="593"/>
                  </a:cubicBezTo>
                  <a:cubicBezTo>
                    <a:pt x="222" y="590"/>
                    <a:pt x="217" y="590"/>
                    <a:pt x="213" y="591"/>
                  </a:cubicBezTo>
                  <a:cubicBezTo>
                    <a:pt x="157" y="618"/>
                    <a:pt x="157" y="618"/>
                    <a:pt x="157" y="618"/>
                  </a:cubicBezTo>
                  <a:cubicBezTo>
                    <a:pt x="128" y="590"/>
                    <a:pt x="124" y="586"/>
                    <a:pt x="96" y="556"/>
                  </a:cubicBezTo>
                  <a:cubicBezTo>
                    <a:pt x="123" y="501"/>
                    <a:pt x="123" y="501"/>
                    <a:pt x="123" y="501"/>
                  </a:cubicBezTo>
                  <a:cubicBezTo>
                    <a:pt x="124" y="496"/>
                    <a:pt x="124" y="492"/>
                    <a:pt x="121" y="488"/>
                  </a:cubicBezTo>
                  <a:cubicBezTo>
                    <a:pt x="111" y="470"/>
                    <a:pt x="104" y="452"/>
                    <a:pt x="99" y="431"/>
                  </a:cubicBezTo>
                  <a:cubicBezTo>
                    <a:pt x="97" y="429"/>
                    <a:pt x="96" y="427"/>
                    <a:pt x="95" y="425"/>
                  </a:cubicBezTo>
                  <a:cubicBezTo>
                    <a:pt x="95" y="424"/>
                    <a:pt x="95" y="424"/>
                    <a:pt x="95" y="424"/>
                  </a:cubicBezTo>
                  <a:cubicBezTo>
                    <a:pt x="92" y="422"/>
                    <a:pt x="90" y="421"/>
                    <a:pt x="88" y="420"/>
                  </a:cubicBezTo>
                  <a:cubicBezTo>
                    <a:pt x="30" y="400"/>
                    <a:pt x="30" y="400"/>
                    <a:pt x="30" y="400"/>
                  </a:cubicBezTo>
                  <a:cubicBezTo>
                    <a:pt x="30" y="360"/>
                    <a:pt x="30" y="353"/>
                    <a:pt x="30" y="314"/>
                  </a:cubicBezTo>
                  <a:cubicBezTo>
                    <a:pt x="88" y="293"/>
                    <a:pt x="88" y="293"/>
                    <a:pt x="88" y="293"/>
                  </a:cubicBezTo>
                  <a:cubicBezTo>
                    <a:pt x="90" y="291"/>
                    <a:pt x="92" y="291"/>
                    <a:pt x="95" y="289"/>
                  </a:cubicBezTo>
                  <a:lnTo>
                    <a:pt x="95" y="289"/>
                  </a:lnTo>
                  <a:cubicBezTo>
                    <a:pt x="96" y="286"/>
                    <a:pt x="97" y="284"/>
                    <a:pt x="99" y="282"/>
                  </a:cubicBezTo>
                  <a:cubicBezTo>
                    <a:pt x="104" y="262"/>
                    <a:pt x="111" y="242"/>
                    <a:pt x="121" y="226"/>
                  </a:cubicBezTo>
                  <a:cubicBezTo>
                    <a:pt x="124" y="222"/>
                    <a:pt x="124" y="216"/>
                    <a:pt x="123" y="212"/>
                  </a:cubicBezTo>
                  <a:cubicBezTo>
                    <a:pt x="95" y="156"/>
                    <a:pt x="95" y="156"/>
                    <a:pt x="95" y="156"/>
                  </a:cubicBezTo>
                  <a:cubicBezTo>
                    <a:pt x="124" y="127"/>
                    <a:pt x="128" y="123"/>
                    <a:pt x="156" y="95"/>
                  </a:cubicBezTo>
                  <a:cubicBezTo>
                    <a:pt x="213" y="121"/>
                    <a:pt x="213" y="121"/>
                    <a:pt x="213" y="121"/>
                  </a:cubicBezTo>
                  <a:cubicBezTo>
                    <a:pt x="217" y="124"/>
                    <a:pt x="222" y="123"/>
                    <a:pt x="226" y="121"/>
                  </a:cubicBezTo>
                  <a:cubicBezTo>
                    <a:pt x="244" y="111"/>
                    <a:pt x="263" y="103"/>
                    <a:pt x="283" y="98"/>
                  </a:cubicBezTo>
                  <a:cubicBezTo>
                    <a:pt x="288" y="96"/>
                    <a:pt x="291" y="93"/>
                    <a:pt x="293" y="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94" name="Freeform 239">
              <a:extLst>
                <a:ext uri="{FF2B5EF4-FFF2-40B4-BE49-F238E27FC236}">
                  <a16:creationId xmlns:a16="http://schemas.microsoft.com/office/drawing/2014/main" id="{DC22F1A3-A315-8D5C-84A0-2EE337DD7B49}"/>
                </a:ext>
              </a:extLst>
            </p:cNvPr>
            <p:cNvSpPr>
              <a:spLocks noChangeArrowheads="1"/>
            </p:cNvSpPr>
            <p:nvPr/>
          </p:nvSpPr>
          <p:spPr bwMode="auto">
            <a:xfrm>
              <a:off x="1666875" y="1398588"/>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360 w 447"/>
                <a:gd name="T13" fmla="*/ 360 h 447"/>
                <a:gd name="T14" fmla="*/ 360 w 447"/>
                <a:gd name="T15" fmla="*/ 360 h 447"/>
                <a:gd name="T16" fmla="*/ 223 w 447"/>
                <a:gd name="T17" fmla="*/ 415 h 447"/>
                <a:gd name="T18" fmla="*/ 86 w 447"/>
                <a:gd name="T19" fmla="*/ 360 h 447"/>
                <a:gd name="T20" fmla="*/ 58 w 447"/>
                <a:gd name="T21" fmla="*/ 322 h 447"/>
                <a:gd name="T22" fmla="*/ 223 w 447"/>
                <a:gd name="T23" fmla="*/ 240 h 447"/>
                <a:gd name="T24" fmla="*/ 389 w 447"/>
                <a:gd name="T25" fmla="*/ 322 h 447"/>
                <a:gd name="T26" fmla="*/ 360 w 447"/>
                <a:gd name="T27" fmla="*/ 360 h 447"/>
                <a:gd name="T28" fmla="*/ 417 w 447"/>
                <a:gd name="T29" fmla="*/ 223 h 447"/>
                <a:gd name="T30" fmla="*/ 417 w 447"/>
                <a:gd name="T31" fmla="*/ 223 h 447"/>
                <a:gd name="T32" fmla="*/ 403 w 447"/>
                <a:gd name="T33" fmla="*/ 295 h 447"/>
                <a:gd name="T34" fmla="*/ 238 w 447"/>
                <a:gd name="T35" fmla="*/ 213 h 447"/>
                <a:gd name="T36" fmla="*/ 238 w 447"/>
                <a:gd name="T37" fmla="*/ 30 h 447"/>
                <a:gd name="T38" fmla="*/ 360 w 447"/>
                <a:gd name="T39" fmla="*/ 86 h 447"/>
                <a:gd name="T40" fmla="*/ 417 w 447"/>
                <a:gd name="T41" fmla="*/ 223 h 447"/>
                <a:gd name="T42" fmla="*/ 209 w 447"/>
                <a:gd name="T43" fmla="*/ 30 h 447"/>
                <a:gd name="T44" fmla="*/ 209 w 447"/>
                <a:gd name="T45" fmla="*/ 30 h 447"/>
                <a:gd name="T46" fmla="*/ 209 w 447"/>
                <a:gd name="T47" fmla="*/ 213 h 447"/>
                <a:gd name="T48" fmla="*/ 44 w 447"/>
                <a:gd name="T49" fmla="*/ 295 h 447"/>
                <a:gd name="T50" fmla="*/ 30 w 447"/>
                <a:gd name="T51" fmla="*/ 223 h 447"/>
                <a:gd name="T52" fmla="*/ 86 w 447"/>
                <a:gd name="T53" fmla="*/ 86 h 447"/>
                <a:gd name="T54" fmla="*/ 209 w 447"/>
                <a:gd name="T55"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47" h="447">
                  <a:moveTo>
                    <a:pt x="0" y="223"/>
                  </a:moveTo>
                  <a:lnTo>
                    <a:pt x="0" y="223"/>
                  </a:lnTo>
                  <a:cubicBezTo>
                    <a:pt x="0" y="346"/>
                    <a:pt x="100" y="446"/>
                    <a:pt x="223" y="446"/>
                  </a:cubicBezTo>
                  <a:cubicBezTo>
                    <a:pt x="347" y="446"/>
                    <a:pt x="446" y="346"/>
                    <a:pt x="446" y="223"/>
                  </a:cubicBezTo>
                  <a:cubicBezTo>
                    <a:pt x="446" y="99"/>
                    <a:pt x="347" y="0"/>
                    <a:pt x="223" y="0"/>
                  </a:cubicBezTo>
                  <a:cubicBezTo>
                    <a:pt x="100" y="0"/>
                    <a:pt x="0" y="99"/>
                    <a:pt x="0" y="223"/>
                  </a:cubicBezTo>
                  <a:close/>
                  <a:moveTo>
                    <a:pt x="360" y="360"/>
                  </a:moveTo>
                  <a:lnTo>
                    <a:pt x="360" y="360"/>
                  </a:lnTo>
                  <a:cubicBezTo>
                    <a:pt x="325" y="394"/>
                    <a:pt x="277" y="415"/>
                    <a:pt x="223" y="415"/>
                  </a:cubicBezTo>
                  <a:cubicBezTo>
                    <a:pt x="170" y="415"/>
                    <a:pt x="121" y="394"/>
                    <a:pt x="86" y="360"/>
                  </a:cubicBezTo>
                  <a:cubicBezTo>
                    <a:pt x="75" y="348"/>
                    <a:pt x="65" y="336"/>
                    <a:pt x="58" y="322"/>
                  </a:cubicBezTo>
                  <a:cubicBezTo>
                    <a:pt x="223" y="240"/>
                    <a:pt x="223" y="240"/>
                    <a:pt x="223" y="240"/>
                  </a:cubicBezTo>
                  <a:cubicBezTo>
                    <a:pt x="389" y="322"/>
                    <a:pt x="389" y="322"/>
                    <a:pt x="389" y="322"/>
                  </a:cubicBezTo>
                  <a:cubicBezTo>
                    <a:pt x="380" y="336"/>
                    <a:pt x="371" y="348"/>
                    <a:pt x="360" y="360"/>
                  </a:cubicBezTo>
                  <a:close/>
                  <a:moveTo>
                    <a:pt x="417" y="223"/>
                  </a:moveTo>
                  <a:lnTo>
                    <a:pt x="417" y="223"/>
                  </a:lnTo>
                  <a:cubicBezTo>
                    <a:pt x="417" y="248"/>
                    <a:pt x="411" y="273"/>
                    <a:pt x="403" y="295"/>
                  </a:cubicBezTo>
                  <a:cubicBezTo>
                    <a:pt x="238" y="213"/>
                    <a:pt x="238" y="213"/>
                    <a:pt x="238" y="213"/>
                  </a:cubicBezTo>
                  <a:cubicBezTo>
                    <a:pt x="238" y="30"/>
                    <a:pt x="238" y="30"/>
                    <a:pt x="238" y="30"/>
                  </a:cubicBezTo>
                  <a:cubicBezTo>
                    <a:pt x="286" y="33"/>
                    <a:pt x="329" y="54"/>
                    <a:pt x="360" y="86"/>
                  </a:cubicBezTo>
                  <a:cubicBezTo>
                    <a:pt x="394" y="121"/>
                    <a:pt x="417" y="168"/>
                    <a:pt x="417" y="223"/>
                  </a:cubicBezTo>
                  <a:close/>
                  <a:moveTo>
                    <a:pt x="209" y="30"/>
                  </a:moveTo>
                  <a:lnTo>
                    <a:pt x="209" y="30"/>
                  </a:lnTo>
                  <a:cubicBezTo>
                    <a:pt x="209" y="213"/>
                    <a:pt x="209" y="213"/>
                    <a:pt x="209" y="213"/>
                  </a:cubicBezTo>
                  <a:cubicBezTo>
                    <a:pt x="44" y="295"/>
                    <a:pt x="44" y="295"/>
                    <a:pt x="44" y="295"/>
                  </a:cubicBezTo>
                  <a:cubicBezTo>
                    <a:pt x="35" y="273"/>
                    <a:pt x="30" y="248"/>
                    <a:pt x="30" y="223"/>
                  </a:cubicBezTo>
                  <a:cubicBezTo>
                    <a:pt x="30" y="168"/>
                    <a:pt x="51" y="121"/>
                    <a:pt x="86" y="86"/>
                  </a:cubicBezTo>
                  <a:cubicBezTo>
                    <a:pt x="118" y="54"/>
                    <a:pt x="161" y="33"/>
                    <a:pt x="209"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95" name="Freeform 240">
            <a:extLst>
              <a:ext uri="{FF2B5EF4-FFF2-40B4-BE49-F238E27FC236}">
                <a16:creationId xmlns:a16="http://schemas.microsoft.com/office/drawing/2014/main" id="{76071ECB-B224-A26F-EC28-B4C24486C965}"/>
              </a:ext>
            </a:extLst>
          </p:cNvPr>
          <p:cNvSpPr>
            <a:spLocks noChangeArrowheads="1"/>
          </p:cNvSpPr>
          <p:nvPr/>
        </p:nvSpPr>
        <p:spPr bwMode="auto">
          <a:xfrm>
            <a:off x="3674144" y="1084957"/>
            <a:ext cx="257175" cy="119063"/>
          </a:xfrm>
          <a:custGeom>
            <a:avLst/>
            <a:gdLst>
              <a:gd name="T0" fmla="*/ 551 w 715"/>
              <a:gd name="T1" fmla="*/ 0 h 329"/>
              <a:gd name="T2" fmla="*/ 551 w 715"/>
              <a:gd name="T3" fmla="*/ 0 h 329"/>
              <a:gd name="T4" fmla="*/ 165 w 715"/>
              <a:gd name="T5" fmla="*/ 0 h 329"/>
              <a:gd name="T6" fmla="*/ 0 w 715"/>
              <a:gd name="T7" fmla="*/ 165 h 329"/>
              <a:gd name="T8" fmla="*/ 165 w 715"/>
              <a:gd name="T9" fmla="*/ 328 h 329"/>
              <a:gd name="T10" fmla="*/ 551 w 715"/>
              <a:gd name="T11" fmla="*/ 328 h 329"/>
              <a:gd name="T12" fmla="*/ 714 w 715"/>
              <a:gd name="T13" fmla="*/ 165 h 329"/>
              <a:gd name="T14" fmla="*/ 551 w 715"/>
              <a:gd name="T15" fmla="*/ 0 h 329"/>
              <a:gd name="T16" fmla="*/ 70 w 715"/>
              <a:gd name="T17" fmla="*/ 260 h 329"/>
              <a:gd name="T18" fmla="*/ 70 w 715"/>
              <a:gd name="T19" fmla="*/ 260 h 329"/>
              <a:gd name="T20" fmla="*/ 31 w 715"/>
              <a:gd name="T21" fmla="*/ 165 h 329"/>
              <a:gd name="T22" fmla="*/ 70 w 715"/>
              <a:gd name="T23" fmla="*/ 70 h 329"/>
              <a:gd name="T24" fmla="*/ 165 w 715"/>
              <a:gd name="T25" fmla="*/ 31 h 329"/>
              <a:gd name="T26" fmla="*/ 258 w 715"/>
              <a:gd name="T27" fmla="*/ 70 h 329"/>
              <a:gd name="T28" fmla="*/ 298 w 715"/>
              <a:gd name="T29" fmla="*/ 165 h 329"/>
              <a:gd name="T30" fmla="*/ 258 w 715"/>
              <a:gd name="T31" fmla="*/ 260 h 329"/>
              <a:gd name="T32" fmla="*/ 165 w 715"/>
              <a:gd name="T33" fmla="*/ 299 h 329"/>
              <a:gd name="T34" fmla="*/ 70 w 715"/>
              <a:gd name="T35" fmla="*/ 260 h 329"/>
              <a:gd name="T36" fmla="*/ 646 w 715"/>
              <a:gd name="T37" fmla="*/ 260 h 329"/>
              <a:gd name="T38" fmla="*/ 646 w 715"/>
              <a:gd name="T39" fmla="*/ 260 h 329"/>
              <a:gd name="T40" fmla="*/ 551 w 715"/>
              <a:gd name="T41" fmla="*/ 299 h 329"/>
              <a:gd name="T42" fmla="*/ 258 w 715"/>
              <a:gd name="T43" fmla="*/ 299 h 329"/>
              <a:gd name="T44" fmla="*/ 328 w 715"/>
              <a:gd name="T45" fmla="*/ 165 h 329"/>
              <a:gd name="T46" fmla="*/ 258 w 715"/>
              <a:gd name="T47" fmla="*/ 31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5" y="0"/>
                  <a:pt x="165" y="0"/>
                  <a:pt x="165" y="0"/>
                </a:cubicBezTo>
                <a:cubicBezTo>
                  <a:pt x="74" y="0"/>
                  <a:pt x="0" y="74"/>
                  <a:pt x="0" y="165"/>
                </a:cubicBezTo>
                <a:cubicBezTo>
                  <a:pt x="0" y="256"/>
                  <a:pt x="74" y="328"/>
                  <a:pt x="165" y="328"/>
                </a:cubicBezTo>
                <a:cubicBezTo>
                  <a:pt x="551" y="328"/>
                  <a:pt x="551" y="328"/>
                  <a:pt x="551" y="328"/>
                </a:cubicBezTo>
                <a:cubicBezTo>
                  <a:pt x="642" y="328"/>
                  <a:pt x="714" y="256"/>
                  <a:pt x="714" y="165"/>
                </a:cubicBezTo>
                <a:cubicBezTo>
                  <a:pt x="714" y="74"/>
                  <a:pt x="642" y="0"/>
                  <a:pt x="551" y="0"/>
                </a:cubicBezTo>
                <a:close/>
                <a:moveTo>
                  <a:pt x="70" y="260"/>
                </a:moveTo>
                <a:lnTo>
                  <a:pt x="70" y="260"/>
                </a:lnTo>
                <a:cubicBezTo>
                  <a:pt x="45" y="235"/>
                  <a:pt x="31" y="201"/>
                  <a:pt x="31" y="165"/>
                </a:cubicBezTo>
                <a:cubicBezTo>
                  <a:pt x="31" y="127"/>
                  <a:pt x="45" y="94"/>
                  <a:pt x="70" y="70"/>
                </a:cubicBezTo>
                <a:cubicBezTo>
                  <a:pt x="93" y="45"/>
                  <a:pt x="127" y="31"/>
                  <a:pt x="165" y="31"/>
                </a:cubicBezTo>
                <a:cubicBezTo>
                  <a:pt x="201" y="31"/>
                  <a:pt x="234" y="45"/>
                  <a:pt x="258" y="70"/>
                </a:cubicBezTo>
                <a:cubicBezTo>
                  <a:pt x="283" y="94"/>
                  <a:pt x="298" y="127"/>
                  <a:pt x="298" y="165"/>
                </a:cubicBezTo>
                <a:cubicBezTo>
                  <a:pt x="298" y="201"/>
                  <a:pt x="283" y="235"/>
                  <a:pt x="258" y="260"/>
                </a:cubicBezTo>
                <a:cubicBezTo>
                  <a:pt x="234" y="283"/>
                  <a:pt x="201" y="299"/>
                  <a:pt x="165" y="299"/>
                </a:cubicBezTo>
                <a:cubicBezTo>
                  <a:pt x="127" y="299"/>
                  <a:pt x="93" y="283"/>
                  <a:pt x="70" y="260"/>
                </a:cubicBezTo>
                <a:close/>
                <a:moveTo>
                  <a:pt x="646" y="260"/>
                </a:moveTo>
                <a:lnTo>
                  <a:pt x="646" y="260"/>
                </a:lnTo>
                <a:cubicBezTo>
                  <a:pt x="621" y="283"/>
                  <a:pt x="587" y="299"/>
                  <a:pt x="551" y="299"/>
                </a:cubicBezTo>
                <a:cubicBezTo>
                  <a:pt x="258" y="299"/>
                  <a:pt x="258" y="299"/>
                  <a:pt x="258" y="299"/>
                </a:cubicBezTo>
                <a:cubicBezTo>
                  <a:pt x="300" y="269"/>
                  <a:pt x="328" y="219"/>
                  <a:pt x="328" y="165"/>
                </a:cubicBezTo>
                <a:cubicBezTo>
                  <a:pt x="328" y="109"/>
                  <a:pt x="300" y="60"/>
                  <a:pt x="258" y="31"/>
                </a:cubicBezTo>
                <a:cubicBezTo>
                  <a:pt x="551" y="31"/>
                  <a:pt x="551" y="31"/>
                  <a:pt x="551" y="31"/>
                </a:cubicBezTo>
                <a:cubicBezTo>
                  <a:pt x="587" y="31"/>
                  <a:pt x="621" y="45"/>
                  <a:pt x="646" y="70"/>
                </a:cubicBezTo>
                <a:cubicBezTo>
                  <a:pt x="669" y="94"/>
                  <a:pt x="685" y="127"/>
                  <a:pt x="685" y="165"/>
                </a:cubicBezTo>
                <a:cubicBezTo>
                  <a:pt x="685" y="201"/>
                  <a:pt x="669" y="235"/>
                  <a:pt x="646" y="260"/>
                </a:cubicBezTo>
                <a:close/>
              </a:path>
            </a:pathLst>
          </a:custGeom>
          <a:solidFill>
            <a:schemeClr val="accent4"/>
          </a:solidFill>
          <a:ln>
            <a:noFill/>
          </a:ln>
          <a:effectLst/>
        </p:spPr>
        <p:txBody>
          <a:bodyPr wrap="none" anchor="ctr"/>
          <a:lstStyle/>
          <a:p>
            <a:endParaRPr lang="da-DK"/>
          </a:p>
        </p:txBody>
      </p:sp>
      <p:sp>
        <p:nvSpPr>
          <p:cNvPr id="296" name="Freeform 241">
            <a:extLst>
              <a:ext uri="{FF2B5EF4-FFF2-40B4-BE49-F238E27FC236}">
                <a16:creationId xmlns:a16="http://schemas.microsoft.com/office/drawing/2014/main" id="{3BE3382C-02FD-1944-76E8-52B0F951E007}"/>
              </a:ext>
            </a:extLst>
          </p:cNvPr>
          <p:cNvSpPr>
            <a:spLocks noChangeArrowheads="1"/>
          </p:cNvSpPr>
          <p:nvPr/>
        </p:nvSpPr>
        <p:spPr bwMode="auto">
          <a:xfrm>
            <a:off x="3159794" y="1084957"/>
            <a:ext cx="257175" cy="119063"/>
          </a:xfrm>
          <a:custGeom>
            <a:avLst/>
            <a:gdLst>
              <a:gd name="T0" fmla="*/ 551 w 715"/>
              <a:gd name="T1" fmla="*/ 0 h 329"/>
              <a:gd name="T2" fmla="*/ 551 w 715"/>
              <a:gd name="T3" fmla="*/ 0 h 329"/>
              <a:gd name="T4" fmla="*/ 164 w 715"/>
              <a:gd name="T5" fmla="*/ 0 h 329"/>
              <a:gd name="T6" fmla="*/ 0 w 715"/>
              <a:gd name="T7" fmla="*/ 165 h 329"/>
              <a:gd name="T8" fmla="*/ 164 w 715"/>
              <a:gd name="T9" fmla="*/ 328 h 329"/>
              <a:gd name="T10" fmla="*/ 551 w 715"/>
              <a:gd name="T11" fmla="*/ 328 h 329"/>
              <a:gd name="T12" fmla="*/ 714 w 715"/>
              <a:gd name="T13" fmla="*/ 165 h 329"/>
              <a:gd name="T14" fmla="*/ 551 w 715"/>
              <a:gd name="T15" fmla="*/ 0 h 329"/>
              <a:gd name="T16" fmla="*/ 164 w 715"/>
              <a:gd name="T17" fmla="*/ 299 h 329"/>
              <a:gd name="T18" fmla="*/ 164 w 715"/>
              <a:gd name="T19" fmla="*/ 299 h 329"/>
              <a:gd name="T20" fmla="*/ 70 w 715"/>
              <a:gd name="T21" fmla="*/ 260 h 329"/>
              <a:gd name="T22" fmla="*/ 31 w 715"/>
              <a:gd name="T23" fmla="*/ 165 h 329"/>
              <a:gd name="T24" fmla="*/ 70 w 715"/>
              <a:gd name="T25" fmla="*/ 70 h 329"/>
              <a:gd name="T26" fmla="*/ 164 w 715"/>
              <a:gd name="T27" fmla="*/ 31 h 329"/>
              <a:gd name="T28" fmla="*/ 457 w 715"/>
              <a:gd name="T29" fmla="*/ 31 h 329"/>
              <a:gd name="T30" fmla="*/ 388 w 715"/>
              <a:gd name="T31" fmla="*/ 165 h 329"/>
              <a:gd name="T32" fmla="*/ 457 w 715"/>
              <a:gd name="T33" fmla="*/ 299 h 329"/>
              <a:gd name="T34" fmla="*/ 164 w 715"/>
              <a:gd name="T35" fmla="*/ 299 h 329"/>
              <a:gd name="T36" fmla="*/ 646 w 715"/>
              <a:gd name="T37" fmla="*/ 260 h 329"/>
              <a:gd name="T38" fmla="*/ 646 w 715"/>
              <a:gd name="T39" fmla="*/ 260 h 329"/>
              <a:gd name="T40" fmla="*/ 551 w 715"/>
              <a:gd name="T41" fmla="*/ 299 h 329"/>
              <a:gd name="T42" fmla="*/ 456 w 715"/>
              <a:gd name="T43" fmla="*/ 260 h 329"/>
              <a:gd name="T44" fmla="*/ 417 w 715"/>
              <a:gd name="T45" fmla="*/ 165 h 329"/>
              <a:gd name="T46" fmla="*/ 456 w 715"/>
              <a:gd name="T47" fmla="*/ 70 h 329"/>
              <a:gd name="T48" fmla="*/ 551 w 715"/>
              <a:gd name="T49" fmla="*/ 31 h 329"/>
              <a:gd name="T50" fmla="*/ 646 w 715"/>
              <a:gd name="T51" fmla="*/ 70 h 329"/>
              <a:gd name="T52" fmla="*/ 685 w 715"/>
              <a:gd name="T53" fmla="*/ 165 h 329"/>
              <a:gd name="T54" fmla="*/ 646 w 715"/>
              <a:gd name="T55" fmla="*/ 260 h 3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15" h="329">
                <a:moveTo>
                  <a:pt x="551" y="0"/>
                </a:moveTo>
                <a:lnTo>
                  <a:pt x="551" y="0"/>
                </a:lnTo>
                <a:cubicBezTo>
                  <a:pt x="164" y="0"/>
                  <a:pt x="164" y="0"/>
                  <a:pt x="164" y="0"/>
                </a:cubicBezTo>
                <a:cubicBezTo>
                  <a:pt x="74" y="0"/>
                  <a:pt x="0" y="74"/>
                  <a:pt x="0" y="165"/>
                </a:cubicBezTo>
                <a:cubicBezTo>
                  <a:pt x="0" y="256"/>
                  <a:pt x="74" y="328"/>
                  <a:pt x="164" y="328"/>
                </a:cubicBezTo>
                <a:cubicBezTo>
                  <a:pt x="551" y="328"/>
                  <a:pt x="551" y="328"/>
                  <a:pt x="551" y="328"/>
                </a:cubicBezTo>
                <a:cubicBezTo>
                  <a:pt x="641" y="328"/>
                  <a:pt x="714" y="256"/>
                  <a:pt x="714" y="165"/>
                </a:cubicBezTo>
                <a:cubicBezTo>
                  <a:pt x="714" y="74"/>
                  <a:pt x="641" y="0"/>
                  <a:pt x="551" y="0"/>
                </a:cubicBezTo>
                <a:close/>
                <a:moveTo>
                  <a:pt x="164" y="299"/>
                </a:moveTo>
                <a:lnTo>
                  <a:pt x="164" y="299"/>
                </a:lnTo>
                <a:cubicBezTo>
                  <a:pt x="127" y="299"/>
                  <a:pt x="93" y="283"/>
                  <a:pt x="70" y="260"/>
                </a:cubicBezTo>
                <a:cubicBezTo>
                  <a:pt x="45" y="235"/>
                  <a:pt x="31" y="201"/>
                  <a:pt x="31" y="165"/>
                </a:cubicBezTo>
                <a:cubicBezTo>
                  <a:pt x="31" y="127"/>
                  <a:pt x="45" y="94"/>
                  <a:pt x="70" y="70"/>
                </a:cubicBezTo>
                <a:cubicBezTo>
                  <a:pt x="93" y="45"/>
                  <a:pt x="127" y="31"/>
                  <a:pt x="164" y="31"/>
                </a:cubicBezTo>
                <a:cubicBezTo>
                  <a:pt x="457" y="31"/>
                  <a:pt x="457" y="31"/>
                  <a:pt x="457" y="31"/>
                </a:cubicBezTo>
                <a:cubicBezTo>
                  <a:pt x="414" y="60"/>
                  <a:pt x="388" y="109"/>
                  <a:pt x="388" y="165"/>
                </a:cubicBezTo>
                <a:cubicBezTo>
                  <a:pt x="388" y="219"/>
                  <a:pt x="414" y="269"/>
                  <a:pt x="457" y="299"/>
                </a:cubicBezTo>
                <a:lnTo>
                  <a:pt x="164" y="299"/>
                </a:lnTo>
                <a:close/>
                <a:moveTo>
                  <a:pt x="646" y="260"/>
                </a:moveTo>
                <a:lnTo>
                  <a:pt x="646" y="260"/>
                </a:lnTo>
                <a:cubicBezTo>
                  <a:pt x="620" y="283"/>
                  <a:pt x="587" y="299"/>
                  <a:pt x="551" y="299"/>
                </a:cubicBezTo>
                <a:cubicBezTo>
                  <a:pt x="513" y="299"/>
                  <a:pt x="480" y="283"/>
                  <a:pt x="456" y="260"/>
                </a:cubicBezTo>
                <a:cubicBezTo>
                  <a:pt x="432" y="235"/>
                  <a:pt x="417" y="201"/>
                  <a:pt x="417" y="165"/>
                </a:cubicBezTo>
                <a:cubicBezTo>
                  <a:pt x="417" y="127"/>
                  <a:pt x="432" y="94"/>
                  <a:pt x="456" y="70"/>
                </a:cubicBezTo>
                <a:cubicBezTo>
                  <a:pt x="480" y="45"/>
                  <a:pt x="513" y="31"/>
                  <a:pt x="551" y="31"/>
                </a:cubicBezTo>
                <a:cubicBezTo>
                  <a:pt x="587" y="31"/>
                  <a:pt x="620" y="45"/>
                  <a:pt x="646" y="70"/>
                </a:cubicBezTo>
                <a:cubicBezTo>
                  <a:pt x="669" y="94"/>
                  <a:pt x="685" y="127"/>
                  <a:pt x="685" y="165"/>
                </a:cubicBezTo>
                <a:cubicBezTo>
                  <a:pt x="685" y="201"/>
                  <a:pt x="669" y="235"/>
                  <a:pt x="646" y="260"/>
                </a:cubicBezTo>
                <a:close/>
              </a:path>
            </a:pathLst>
          </a:custGeom>
          <a:solidFill>
            <a:schemeClr val="accent4"/>
          </a:solidFill>
          <a:ln>
            <a:noFill/>
          </a:ln>
          <a:effectLst/>
        </p:spPr>
        <p:txBody>
          <a:bodyPr wrap="none" anchor="ctr"/>
          <a:lstStyle/>
          <a:p>
            <a:endParaRPr lang="da-DK"/>
          </a:p>
        </p:txBody>
      </p:sp>
      <p:sp>
        <p:nvSpPr>
          <p:cNvPr id="297" name="Freeform 242">
            <a:extLst>
              <a:ext uri="{FF2B5EF4-FFF2-40B4-BE49-F238E27FC236}">
                <a16:creationId xmlns:a16="http://schemas.microsoft.com/office/drawing/2014/main" id="{1D5BD6D9-0954-B5EA-D42E-C1B967A725B2}"/>
              </a:ext>
            </a:extLst>
          </p:cNvPr>
          <p:cNvSpPr>
            <a:spLocks noChangeArrowheads="1"/>
          </p:cNvSpPr>
          <p:nvPr/>
        </p:nvSpPr>
        <p:spPr bwMode="auto">
          <a:xfrm>
            <a:off x="2645444" y="1522314"/>
            <a:ext cx="257175" cy="257175"/>
          </a:xfrm>
          <a:custGeom>
            <a:avLst/>
            <a:gdLst>
              <a:gd name="T0" fmla="*/ 703 w 715"/>
              <a:gd name="T1" fmla="*/ 103 h 715"/>
              <a:gd name="T2" fmla="*/ 700 w 715"/>
              <a:gd name="T3" fmla="*/ 98 h 715"/>
              <a:gd name="T4" fmla="*/ 693 w 715"/>
              <a:gd name="T5" fmla="*/ 95 h 715"/>
              <a:gd name="T6" fmla="*/ 683 w 715"/>
              <a:gd name="T7" fmla="*/ 95 h 715"/>
              <a:gd name="T8" fmla="*/ 679 w 715"/>
              <a:gd name="T9" fmla="*/ 98 h 715"/>
              <a:gd name="T10" fmla="*/ 530 w 715"/>
              <a:gd name="T11" fmla="*/ 121 h 715"/>
              <a:gd name="T12" fmla="*/ 618 w 715"/>
              <a:gd name="T13" fmla="*/ 32 h 715"/>
              <a:gd name="T14" fmla="*/ 619 w 715"/>
              <a:gd name="T15" fmla="*/ 28 h 715"/>
              <a:gd name="T16" fmla="*/ 619 w 715"/>
              <a:gd name="T17" fmla="*/ 18 h 715"/>
              <a:gd name="T18" fmla="*/ 615 w 715"/>
              <a:gd name="T19" fmla="*/ 14 h 715"/>
              <a:gd name="T20" fmla="*/ 611 w 715"/>
              <a:gd name="T21" fmla="*/ 11 h 715"/>
              <a:gd name="T22" fmla="*/ 435 w 715"/>
              <a:gd name="T23" fmla="*/ 47 h 715"/>
              <a:gd name="T24" fmla="*/ 210 w 715"/>
              <a:gd name="T25" fmla="*/ 393 h 715"/>
              <a:gd name="T26" fmla="*/ 49 w 715"/>
              <a:gd name="T27" fmla="*/ 434 h 715"/>
              <a:gd name="T28" fmla="*/ 11 w 715"/>
              <a:gd name="T29" fmla="*/ 609 h 715"/>
              <a:gd name="T30" fmla="*/ 15 w 715"/>
              <a:gd name="T31" fmla="*/ 615 h 715"/>
              <a:gd name="T32" fmla="*/ 22 w 715"/>
              <a:gd name="T33" fmla="*/ 619 h 715"/>
              <a:gd name="T34" fmla="*/ 30 w 715"/>
              <a:gd name="T35" fmla="*/ 618 h 715"/>
              <a:gd name="T36" fmla="*/ 36 w 715"/>
              <a:gd name="T37" fmla="*/ 615 h 715"/>
              <a:gd name="T38" fmla="*/ 123 w 715"/>
              <a:gd name="T39" fmla="*/ 528 h 715"/>
              <a:gd name="T40" fmla="*/ 99 w 715"/>
              <a:gd name="T41" fmla="*/ 678 h 715"/>
              <a:gd name="T42" fmla="*/ 96 w 715"/>
              <a:gd name="T43" fmla="*/ 683 h 715"/>
              <a:gd name="T44" fmla="*/ 95 w 715"/>
              <a:gd name="T45" fmla="*/ 692 h 715"/>
              <a:gd name="T46" fmla="*/ 99 w 715"/>
              <a:gd name="T47" fmla="*/ 699 h 715"/>
              <a:gd name="T48" fmla="*/ 104 w 715"/>
              <a:gd name="T49" fmla="*/ 703 h 715"/>
              <a:gd name="T50" fmla="*/ 280 w 715"/>
              <a:gd name="T51" fmla="*/ 665 h 715"/>
              <a:gd name="T52" fmla="*/ 321 w 715"/>
              <a:gd name="T53" fmla="*/ 503 h 715"/>
              <a:gd name="T54" fmla="*/ 666 w 715"/>
              <a:gd name="T55" fmla="*/ 279 h 715"/>
              <a:gd name="T56" fmla="*/ 703 w 715"/>
              <a:gd name="T57" fmla="*/ 103 h 715"/>
              <a:gd name="T58" fmla="*/ 163 w 715"/>
              <a:gd name="T59" fmla="*/ 683 h 715"/>
              <a:gd name="T60" fmla="*/ 216 w 715"/>
              <a:gd name="T61" fmla="*/ 581 h 715"/>
              <a:gd name="T62" fmla="*/ 32 w 715"/>
              <a:gd name="T63" fmla="*/ 576 h 715"/>
              <a:gd name="T64" fmla="*/ 164 w 715"/>
              <a:gd name="T65" fmla="*/ 416 h 715"/>
              <a:gd name="T66" fmla="*/ 259 w 715"/>
              <a:gd name="T67" fmla="*/ 455 h 715"/>
              <a:gd name="T68" fmla="*/ 298 w 715"/>
              <a:gd name="T69" fmla="*/ 549 h 715"/>
              <a:gd name="T70" fmla="*/ 308 w 715"/>
              <a:gd name="T71" fmla="*/ 474 h 715"/>
              <a:gd name="T72" fmla="*/ 240 w 715"/>
              <a:gd name="T73" fmla="*/ 406 h 715"/>
              <a:gd name="T74" fmla="*/ 435 w 715"/>
              <a:gd name="T75" fmla="*/ 279 h 715"/>
              <a:gd name="T76" fmla="*/ 646 w 715"/>
              <a:gd name="T77" fmla="*/ 258 h 715"/>
              <a:gd name="T78" fmla="*/ 506 w 715"/>
              <a:gd name="T79" fmla="*/ 289 h 715"/>
              <a:gd name="T80" fmla="*/ 425 w 715"/>
              <a:gd name="T81" fmla="*/ 208 h 715"/>
              <a:gd name="T82" fmla="*/ 456 w 715"/>
              <a:gd name="T83" fmla="*/ 68 h 715"/>
              <a:gd name="T84" fmla="*/ 498 w 715"/>
              <a:gd name="T85" fmla="*/ 110 h 715"/>
              <a:gd name="T86" fmla="*/ 604 w 715"/>
              <a:gd name="T87" fmla="*/ 216 h 715"/>
              <a:gd name="T88" fmla="*/ 646 w 715"/>
              <a:gd name="T89" fmla="*/ 25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715" h="715">
                <a:moveTo>
                  <a:pt x="703" y="103"/>
                </a:moveTo>
                <a:lnTo>
                  <a:pt x="703" y="103"/>
                </a:lnTo>
                <a:lnTo>
                  <a:pt x="703" y="103"/>
                </a:lnTo>
                <a:cubicBezTo>
                  <a:pt x="703" y="102"/>
                  <a:pt x="701" y="102"/>
                  <a:pt x="701" y="100"/>
                </a:cubicBezTo>
                <a:lnTo>
                  <a:pt x="700" y="99"/>
                </a:lnTo>
                <a:cubicBezTo>
                  <a:pt x="700" y="99"/>
                  <a:pt x="700" y="99"/>
                  <a:pt x="700" y="98"/>
                </a:cubicBezTo>
                <a:lnTo>
                  <a:pt x="698" y="98"/>
                </a:lnTo>
                <a:cubicBezTo>
                  <a:pt x="697" y="96"/>
                  <a:pt x="696" y="96"/>
                  <a:pt x="694" y="95"/>
                </a:cubicBezTo>
                <a:lnTo>
                  <a:pt x="693" y="95"/>
                </a:lnTo>
                <a:cubicBezTo>
                  <a:pt x="692" y="95"/>
                  <a:pt x="690" y="93"/>
                  <a:pt x="689" y="93"/>
                </a:cubicBezTo>
                <a:cubicBezTo>
                  <a:pt x="689" y="93"/>
                  <a:pt x="687" y="95"/>
                  <a:pt x="686" y="95"/>
                </a:cubicBezTo>
                <a:cubicBezTo>
                  <a:pt x="685" y="95"/>
                  <a:pt x="685" y="95"/>
                  <a:pt x="683" y="95"/>
                </a:cubicBezTo>
                <a:lnTo>
                  <a:pt x="683" y="95"/>
                </a:lnTo>
                <a:lnTo>
                  <a:pt x="682" y="96"/>
                </a:lnTo>
                <a:cubicBezTo>
                  <a:pt x="680" y="98"/>
                  <a:pt x="679" y="98"/>
                  <a:pt x="679" y="98"/>
                </a:cubicBezTo>
                <a:lnTo>
                  <a:pt x="679" y="98"/>
                </a:lnTo>
                <a:cubicBezTo>
                  <a:pt x="592" y="184"/>
                  <a:pt x="592" y="184"/>
                  <a:pt x="592" y="184"/>
                </a:cubicBezTo>
                <a:cubicBezTo>
                  <a:pt x="530" y="121"/>
                  <a:pt x="530" y="121"/>
                  <a:pt x="530" y="121"/>
                </a:cubicBezTo>
                <a:cubicBezTo>
                  <a:pt x="616" y="35"/>
                  <a:pt x="616" y="35"/>
                  <a:pt x="616" y="35"/>
                </a:cubicBezTo>
                <a:lnTo>
                  <a:pt x="616" y="35"/>
                </a:lnTo>
                <a:cubicBezTo>
                  <a:pt x="616" y="35"/>
                  <a:pt x="616" y="33"/>
                  <a:pt x="618" y="32"/>
                </a:cubicBezTo>
                <a:lnTo>
                  <a:pt x="619" y="31"/>
                </a:lnTo>
                <a:lnTo>
                  <a:pt x="619" y="31"/>
                </a:lnTo>
                <a:cubicBezTo>
                  <a:pt x="619" y="29"/>
                  <a:pt x="619" y="29"/>
                  <a:pt x="619" y="28"/>
                </a:cubicBezTo>
                <a:cubicBezTo>
                  <a:pt x="619" y="26"/>
                  <a:pt x="620" y="25"/>
                  <a:pt x="620" y="24"/>
                </a:cubicBezTo>
                <a:cubicBezTo>
                  <a:pt x="620" y="24"/>
                  <a:pt x="619" y="22"/>
                  <a:pt x="619" y="21"/>
                </a:cubicBezTo>
                <a:cubicBezTo>
                  <a:pt x="619" y="21"/>
                  <a:pt x="619" y="19"/>
                  <a:pt x="619" y="18"/>
                </a:cubicBezTo>
                <a:cubicBezTo>
                  <a:pt x="618" y="18"/>
                  <a:pt x="618" y="17"/>
                  <a:pt x="616" y="15"/>
                </a:cubicBezTo>
                <a:lnTo>
                  <a:pt x="616" y="14"/>
                </a:lnTo>
                <a:cubicBezTo>
                  <a:pt x="615" y="14"/>
                  <a:pt x="615" y="14"/>
                  <a:pt x="615" y="14"/>
                </a:cubicBezTo>
                <a:lnTo>
                  <a:pt x="613" y="12"/>
                </a:lnTo>
                <a:cubicBezTo>
                  <a:pt x="612" y="11"/>
                  <a:pt x="612" y="11"/>
                  <a:pt x="611" y="11"/>
                </a:cubicBezTo>
                <a:lnTo>
                  <a:pt x="611" y="11"/>
                </a:lnTo>
                <a:cubicBezTo>
                  <a:pt x="591" y="3"/>
                  <a:pt x="572" y="0"/>
                  <a:pt x="551" y="0"/>
                </a:cubicBezTo>
                <a:cubicBezTo>
                  <a:pt x="509" y="0"/>
                  <a:pt x="467" y="15"/>
                  <a:pt x="435" y="47"/>
                </a:cubicBezTo>
                <a:lnTo>
                  <a:pt x="435" y="47"/>
                </a:lnTo>
                <a:cubicBezTo>
                  <a:pt x="403" y="79"/>
                  <a:pt x="387" y="121"/>
                  <a:pt x="387" y="163"/>
                </a:cubicBezTo>
                <a:cubicBezTo>
                  <a:pt x="387" y="178"/>
                  <a:pt x="389" y="195"/>
                  <a:pt x="393" y="211"/>
                </a:cubicBezTo>
                <a:cubicBezTo>
                  <a:pt x="210" y="393"/>
                  <a:pt x="210" y="393"/>
                  <a:pt x="210" y="393"/>
                </a:cubicBezTo>
                <a:cubicBezTo>
                  <a:pt x="195" y="389"/>
                  <a:pt x="180" y="386"/>
                  <a:pt x="164" y="386"/>
                </a:cubicBezTo>
                <a:cubicBezTo>
                  <a:pt x="123" y="386"/>
                  <a:pt x="81" y="402"/>
                  <a:pt x="49" y="434"/>
                </a:cubicBezTo>
                <a:lnTo>
                  <a:pt x="49" y="434"/>
                </a:lnTo>
                <a:cubicBezTo>
                  <a:pt x="17" y="466"/>
                  <a:pt x="0" y="509"/>
                  <a:pt x="0" y="549"/>
                </a:cubicBezTo>
                <a:cubicBezTo>
                  <a:pt x="0" y="570"/>
                  <a:pt x="4" y="591"/>
                  <a:pt x="11" y="609"/>
                </a:cubicBezTo>
                <a:lnTo>
                  <a:pt x="11" y="609"/>
                </a:lnTo>
                <a:cubicBezTo>
                  <a:pt x="12" y="611"/>
                  <a:pt x="12" y="612"/>
                  <a:pt x="12" y="612"/>
                </a:cubicBezTo>
                <a:cubicBezTo>
                  <a:pt x="14" y="614"/>
                  <a:pt x="14" y="614"/>
                  <a:pt x="15" y="615"/>
                </a:cubicBezTo>
                <a:lnTo>
                  <a:pt x="15" y="615"/>
                </a:lnTo>
                <a:cubicBezTo>
                  <a:pt x="15" y="615"/>
                  <a:pt x="15" y="615"/>
                  <a:pt x="17" y="616"/>
                </a:cubicBezTo>
                <a:cubicBezTo>
                  <a:pt x="17" y="616"/>
                  <a:pt x="18" y="618"/>
                  <a:pt x="19" y="618"/>
                </a:cubicBezTo>
                <a:cubicBezTo>
                  <a:pt x="21" y="619"/>
                  <a:pt x="21" y="619"/>
                  <a:pt x="22" y="619"/>
                </a:cubicBezTo>
                <a:cubicBezTo>
                  <a:pt x="23" y="619"/>
                  <a:pt x="23" y="619"/>
                  <a:pt x="25" y="619"/>
                </a:cubicBezTo>
                <a:cubicBezTo>
                  <a:pt x="26" y="619"/>
                  <a:pt x="28" y="619"/>
                  <a:pt x="29" y="619"/>
                </a:cubicBezTo>
                <a:cubicBezTo>
                  <a:pt x="29" y="618"/>
                  <a:pt x="30" y="619"/>
                  <a:pt x="30" y="618"/>
                </a:cubicBezTo>
                <a:lnTo>
                  <a:pt x="30" y="618"/>
                </a:lnTo>
                <a:cubicBezTo>
                  <a:pt x="32" y="618"/>
                  <a:pt x="32" y="618"/>
                  <a:pt x="33" y="616"/>
                </a:cubicBezTo>
                <a:cubicBezTo>
                  <a:pt x="35" y="616"/>
                  <a:pt x="35" y="616"/>
                  <a:pt x="36" y="615"/>
                </a:cubicBezTo>
                <a:lnTo>
                  <a:pt x="36" y="615"/>
                </a:lnTo>
                <a:lnTo>
                  <a:pt x="36" y="615"/>
                </a:lnTo>
                <a:cubicBezTo>
                  <a:pt x="123" y="528"/>
                  <a:pt x="123" y="528"/>
                  <a:pt x="123" y="528"/>
                </a:cubicBezTo>
                <a:cubicBezTo>
                  <a:pt x="185" y="591"/>
                  <a:pt x="185" y="591"/>
                  <a:pt x="185" y="591"/>
                </a:cubicBezTo>
                <a:cubicBezTo>
                  <a:pt x="99" y="678"/>
                  <a:pt x="99" y="678"/>
                  <a:pt x="99" y="678"/>
                </a:cubicBezTo>
                <a:lnTo>
                  <a:pt x="99" y="678"/>
                </a:lnTo>
                <a:cubicBezTo>
                  <a:pt x="97" y="679"/>
                  <a:pt x="97" y="679"/>
                  <a:pt x="97" y="680"/>
                </a:cubicBezTo>
                <a:cubicBezTo>
                  <a:pt x="96" y="682"/>
                  <a:pt x="96" y="682"/>
                  <a:pt x="96" y="683"/>
                </a:cubicBezTo>
                <a:lnTo>
                  <a:pt x="96" y="683"/>
                </a:lnTo>
                <a:cubicBezTo>
                  <a:pt x="95" y="683"/>
                  <a:pt x="96" y="685"/>
                  <a:pt x="95" y="685"/>
                </a:cubicBezTo>
                <a:cubicBezTo>
                  <a:pt x="95" y="686"/>
                  <a:pt x="95" y="687"/>
                  <a:pt x="95" y="689"/>
                </a:cubicBezTo>
                <a:cubicBezTo>
                  <a:pt x="95" y="690"/>
                  <a:pt x="95" y="690"/>
                  <a:pt x="95" y="692"/>
                </a:cubicBezTo>
                <a:cubicBezTo>
                  <a:pt x="95" y="693"/>
                  <a:pt x="95" y="693"/>
                  <a:pt x="96" y="694"/>
                </a:cubicBezTo>
                <a:cubicBezTo>
                  <a:pt x="96" y="696"/>
                  <a:pt x="97" y="697"/>
                  <a:pt x="97" y="697"/>
                </a:cubicBezTo>
                <a:cubicBezTo>
                  <a:pt x="99" y="699"/>
                  <a:pt x="99" y="699"/>
                  <a:pt x="99" y="699"/>
                </a:cubicBezTo>
                <a:lnTo>
                  <a:pt x="99" y="699"/>
                </a:lnTo>
                <a:cubicBezTo>
                  <a:pt x="100" y="700"/>
                  <a:pt x="100" y="700"/>
                  <a:pt x="102" y="701"/>
                </a:cubicBezTo>
                <a:cubicBezTo>
                  <a:pt x="102" y="701"/>
                  <a:pt x="103" y="701"/>
                  <a:pt x="104" y="703"/>
                </a:cubicBezTo>
                <a:lnTo>
                  <a:pt x="104" y="703"/>
                </a:lnTo>
                <a:cubicBezTo>
                  <a:pt x="123" y="710"/>
                  <a:pt x="143" y="714"/>
                  <a:pt x="163" y="714"/>
                </a:cubicBezTo>
                <a:cubicBezTo>
                  <a:pt x="205" y="714"/>
                  <a:pt x="248" y="697"/>
                  <a:pt x="280" y="665"/>
                </a:cubicBezTo>
                <a:lnTo>
                  <a:pt x="280" y="665"/>
                </a:lnTo>
                <a:cubicBezTo>
                  <a:pt x="312" y="633"/>
                  <a:pt x="328" y="591"/>
                  <a:pt x="328" y="549"/>
                </a:cubicBezTo>
                <a:cubicBezTo>
                  <a:pt x="328" y="534"/>
                  <a:pt x="325" y="519"/>
                  <a:pt x="321" y="503"/>
                </a:cubicBezTo>
                <a:cubicBezTo>
                  <a:pt x="503" y="321"/>
                  <a:pt x="503" y="321"/>
                  <a:pt x="503" y="321"/>
                </a:cubicBezTo>
                <a:cubicBezTo>
                  <a:pt x="519" y="325"/>
                  <a:pt x="535" y="326"/>
                  <a:pt x="551" y="326"/>
                </a:cubicBezTo>
                <a:cubicBezTo>
                  <a:pt x="592" y="326"/>
                  <a:pt x="634" y="311"/>
                  <a:pt x="666" y="279"/>
                </a:cubicBezTo>
                <a:lnTo>
                  <a:pt x="666" y="279"/>
                </a:lnTo>
                <a:cubicBezTo>
                  <a:pt x="698" y="247"/>
                  <a:pt x="714" y="205"/>
                  <a:pt x="714" y="163"/>
                </a:cubicBezTo>
                <a:cubicBezTo>
                  <a:pt x="714" y="142"/>
                  <a:pt x="711" y="123"/>
                  <a:pt x="703" y="103"/>
                </a:cubicBezTo>
                <a:close/>
                <a:moveTo>
                  <a:pt x="259" y="644"/>
                </a:moveTo>
                <a:lnTo>
                  <a:pt x="259" y="644"/>
                </a:lnTo>
                <a:cubicBezTo>
                  <a:pt x="233" y="671"/>
                  <a:pt x="198" y="683"/>
                  <a:pt x="163" y="683"/>
                </a:cubicBezTo>
                <a:cubicBezTo>
                  <a:pt x="155" y="683"/>
                  <a:pt x="146" y="683"/>
                  <a:pt x="138" y="682"/>
                </a:cubicBezTo>
                <a:cubicBezTo>
                  <a:pt x="216" y="602"/>
                  <a:pt x="216" y="602"/>
                  <a:pt x="216" y="602"/>
                </a:cubicBezTo>
                <a:cubicBezTo>
                  <a:pt x="222" y="597"/>
                  <a:pt x="222" y="587"/>
                  <a:pt x="216" y="581"/>
                </a:cubicBezTo>
                <a:cubicBezTo>
                  <a:pt x="132" y="498"/>
                  <a:pt x="132" y="498"/>
                  <a:pt x="132" y="498"/>
                </a:cubicBezTo>
                <a:cubicBezTo>
                  <a:pt x="127" y="492"/>
                  <a:pt x="117" y="492"/>
                  <a:pt x="111" y="498"/>
                </a:cubicBezTo>
                <a:cubicBezTo>
                  <a:pt x="32" y="576"/>
                  <a:pt x="32" y="576"/>
                  <a:pt x="32" y="576"/>
                </a:cubicBezTo>
                <a:cubicBezTo>
                  <a:pt x="30" y="568"/>
                  <a:pt x="30" y="559"/>
                  <a:pt x="30" y="549"/>
                </a:cubicBezTo>
                <a:cubicBezTo>
                  <a:pt x="30" y="516"/>
                  <a:pt x="43" y="481"/>
                  <a:pt x="70" y="455"/>
                </a:cubicBezTo>
                <a:cubicBezTo>
                  <a:pt x="95" y="429"/>
                  <a:pt x="129" y="416"/>
                  <a:pt x="164" y="416"/>
                </a:cubicBezTo>
                <a:cubicBezTo>
                  <a:pt x="180" y="416"/>
                  <a:pt x="194" y="418"/>
                  <a:pt x="209" y="424"/>
                </a:cubicBezTo>
                <a:lnTo>
                  <a:pt x="209" y="424"/>
                </a:lnTo>
                <a:cubicBezTo>
                  <a:pt x="227" y="431"/>
                  <a:pt x="244" y="441"/>
                  <a:pt x="259" y="455"/>
                </a:cubicBezTo>
                <a:cubicBezTo>
                  <a:pt x="273" y="470"/>
                  <a:pt x="283" y="487"/>
                  <a:pt x="290" y="505"/>
                </a:cubicBezTo>
                <a:lnTo>
                  <a:pt x="290" y="505"/>
                </a:lnTo>
                <a:cubicBezTo>
                  <a:pt x="295" y="520"/>
                  <a:pt x="298" y="534"/>
                  <a:pt x="298" y="549"/>
                </a:cubicBezTo>
                <a:cubicBezTo>
                  <a:pt x="298" y="584"/>
                  <a:pt x="284" y="619"/>
                  <a:pt x="259" y="644"/>
                </a:cubicBezTo>
                <a:close/>
                <a:moveTo>
                  <a:pt x="308" y="474"/>
                </a:moveTo>
                <a:lnTo>
                  <a:pt x="308" y="474"/>
                </a:lnTo>
                <a:cubicBezTo>
                  <a:pt x="301" y="459"/>
                  <a:pt x="291" y="446"/>
                  <a:pt x="280" y="434"/>
                </a:cubicBezTo>
                <a:lnTo>
                  <a:pt x="280" y="434"/>
                </a:lnTo>
                <a:cubicBezTo>
                  <a:pt x="268" y="422"/>
                  <a:pt x="255" y="413"/>
                  <a:pt x="240" y="406"/>
                </a:cubicBezTo>
                <a:cubicBezTo>
                  <a:pt x="406" y="240"/>
                  <a:pt x="406" y="240"/>
                  <a:pt x="406" y="240"/>
                </a:cubicBezTo>
                <a:cubicBezTo>
                  <a:pt x="413" y="254"/>
                  <a:pt x="422" y="268"/>
                  <a:pt x="435" y="279"/>
                </a:cubicBezTo>
                <a:lnTo>
                  <a:pt x="435" y="279"/>
                </a:lnTo>
                <a:cubicBezTo>
                  <a:pt x="446" y="291"/>
                  <a:pt x="460" y="301"/>
                  <a:pt x="474" y="308"/>
                </a:cubicBezTo>
                <a:lnTo>
                  <a:pt x="308" y="474"/>
                </a:lnTo>
                <a:close/>
                <a:moveTo>
                  <a:pt x="646" y="258"/>
                </a:moveTo>
                <a:lnTo>
                  <a:pt x="646" y="258"/>
                </a:lnTo>
                <a:cubicBezTo>
                  <a:pt x="619" y="284"/>
                  <a:pt x="586" y="297"/>
                  <a:pt x="551" y="297"/>
                </a:cubicBezTo>
                <a:cubicBezTo>
                  <a:pt x="535" y="297"/>
                  <a:pt x="520" y="294"/>
                  <a:pt x="506" y="289"/>
                </a:cubicBezTo>
                <a:lnTo>
                  <a:pt x="506" y="289"/>
                </a:lnTo>
                <a:cubicBezTo>
                  <a:pt x="488" y="283"/>
                  <a:pt x="470" y="272"/>
                  <a:pt x="456" y="258"/>
                </a:cubicBezTo>
                <a:cubicBezTo>
                  <a:pt x="442" y="244"/>
                  <a:pt x="431" y="226"/>
                  <a:pt x="425" y="208"/>
                </a:cubicBezTo>
                <a:lnTo>
                  <a:pt x="425" y="208"/>
                </a:lnTo>
                <a:cubicBezTo>
                  <a:pt x="420" y="194"/>
                  <a:pt x="417" y="178"/>
                  <a:pt x="417" y="163"/>
                </a:cubicBezTo>
                <a:cubicBezTo>
                  <a:pt x="417" y="128"/>
                  <a:pt x="429" y="95"/>
                  <a:pt x="456" y="68"/>
                </a:cubicBezTo>
                <a:cubicBezTo>
                  <a:pt x="482" y="42"/>
                  <a:pt x="516" y="29"/>
                  <a:pt x="551" y="29"/>
                </a:cubicBezTo>
                <a:cubicBezTo>
                  <a:pt x="559" y="29"/>
                  <a:pt x="569" y="31"/>
                  <a:pt x="577" y="32"/>
                </a:cubicBezTo>
                <a:cubicBezTo>
                  <a:pt x="498" y="110"/>
                  <a:pt x="498" y="110"/>
                  <a:pt x="498" y="110"/>
                </a:cubicBezTo>
                <a:cubicBezTo>
                  <a:pt x="492" y="117"/>
                  <a:pt x="492" y="125"/>
                  <a:pt x="498" y="132"/>
                </a:cubicBezTo>
                <a:cubicBezTo>
                  <a:pt x="581" y="216"/>
                  <a:pt x="581" y="216"/>
                  <a:pt x="581" y="216"/>
                </a:cubicBezTo>
                <a:cubicBezTo>
                  <a:pt x="588" y="222"/>
                  <a:pt x="597" y="222"/>
                  <a:pt x="604" y="216"/>
                </a:cubicBezTo>
                <a:cubicBezTo>
                  <a:pt x="682" y="137"/>
                  <a:pt x="682" y="137"/>
                  <a:pt x="682" y="137"/>
                </a:cubicBezTo>
                <a:cubicBezTo>
                  <a:pt x="683" y="145"/>
                  <a:pt x="685" y="155"/>
                  <a:pt x="685" y="163"/>
                </a:cubicBezTo>
                <a:cubicBezTo>
                  <a:pt x="685" y="198"/>
                  <a:pt x="672" y="231"/>
                  <a:pt x="646" y="258"/>
                </a:cubicBezTo>
                <a:close/>
              </a:path>
            </a:pathLst>
          </a:custGeom>
          <a:solidFill>
            <a:schemeClr val="accent4"/>
          </a:solidFill>
          <a:ln>
            <a:noFill/>
          </a:ln>
          <a:effectLst/>
        </p:spPr>
        <p:txBody>
          <a:bodyPr wrap="none" anchor="ctr"/>
          <a:lstStyle/>
          <a:p>
            <a:endParaRPr lang="da-DK"/>
          </a:p>
        </p:txBody>
      </p:sp>
      <p:sp>
        <p:nvSpPr>
          <p:cNvPr id="298" name="Freeform 243">
            <a:extLst>
              <a:ext uri="{FF2B5EF4-FFF2-40B4-BE49-F238E27FC236}">
                <a16:creationId xmlns:a16="http://schemas.microsoft.com/office/drawing/2014/main" id="{0E5E9EBC-EA62-3BAB-D9C4-5F7348ED3C6F}"/>
              </a:ext>
            </a:extLst>
          </p:cNvPr>
          <p:cNvSpPr>
            <a:spLocks noChangeArrowheads="1"/>
          </p:cNvSpPr>
          <p:nvPr/>
        </p:nvSpPr>
        <p:spPr bwMode="auto">
          <a:xfrm>
            <a:off x="1107156" y="1023838"/>
            <a:ext cx="252413" cy="241300"/>
          </a:xfrm>
          <a:custGeom>
            <a:avLst/>
            <a:gdLst>
              <a:gd name="T0" fmla="*/ 96 w 700"/>
              <a:gd name="T1" fmla="*/ 425 h 671"/>
              <a:gd name="T2" fmla="*/ 160 w 700"/>
              <a:gd name="T3" fmla="*/ 425 h 671"/>
              <a:gd name="T4" fmla="*/ 181 w 700"/>
              <a:gd name="T5" fmla="*/ 404 h 671"/>
              <a:gd name="T6" fmla="*/ 190 w 700"/>
              <a:gd name="T7" fmla="*/ 354 h 671"/>
              <a:gd name="T8" fmla="*/ 244 w 700"/>
              <a:gd name="T9" fmla="*/ 320 h 671"/>
              <a:gd name="T10" fmla="*/ 612 w 700"/>
              <a:gd name="T11" fmla="*/ 670 h 671"/>
              <a:gd name="T12" fmla="*/ 643 w 700"/>
              <a:gd name="T13" fmla="*/ 657 h 671"/>
              <a:gd name="T14" fmla="*/ 699 w 700"/>
              <a:gd name="T15" fmla="*/ 583 h 671"/>
              <a:gd name="T16" fmla="*/ 349 w 700"/>
              <a:gd name="T17" fmla="*/ 214 h 671"/>
              <a:gd name="T18" fmla="*/ 318 w 700"/>
              <a:gd name="T19" fmla="*/ 184 h 671"/>
              <a:gd name="T20" fmla="*/ 551 w 700"/>
              <a:gd name="T21" fmla="*/ 72 h 671"/>
              <a:gd name="T22" fmla="*/ 555 w 700"/>
              <a:gd name="T23" fmla="*/ 43 h 671"/>
              <a:gd name="T24" fmla="*/ 396 w 700"/>
              <a:gd name="T25" fmla="*/ 0 h 671"/>
              <a:gd name="T26" fmla="*/ 212 w 700"/>
              <a:gd name="T27" fmla="*/ 78 h 671"/>
              <a:gd name="T28" fmla="*/ 170 w 700"/>
              <a:gd name="T29" fmla="*/ 54 h 671"/>
              <a:gd name="T30" fmla="*/ 96 w 700"/>
              <a:gd name="T31" fmla="*/ 110 h 671"/>
              <a:gd name="T32" fmla="*/ 96 w 700"/>
              <a:gd name="T33" fmla="*/ 173 h 671"/>
              <a:gd name="T34" fmla="*/ 117 w 700"/>
              <a:gd name="T35" fmla="*/ 194 h 671"/>
              <a:gd name="T36" fmla="*/ 128 w 700"/>
              <a:gd name="T37" fmla="*/ 205 h 671"/>
              <a:gd name="T38" fmla="*/ 65 w 700"/>
              <a:gd name="T39" fmla="*/ 244 h 671"/>
              <a:gd name="T40" fmla="*/ 12 w 700"/>
              <a:gd name="T41" fmla="*/ 279 h 671"/>
              <a:gd name="T42" fmla="*/ 12 w 700"/>
              <a:gd name="T43" fmla="*/ 341 h 671"/>
              <a:gd name="T44" fmla="*/ 669 w 700"/>
              <a:gd name="T45" fmla="*/ 583 h 671"/>
              <a:gd name="T46" fmla="*/ 665 w 700"/>
              <a:gd name="T47" fmla="*/ 594 h 671"/>
              <a:gd name="T48" fmla="*/ 633 w 700"/>
              <a:gd name="T49" fmla="*/ 647 h 671"/>
              <a:gd name="T50" fmla="*/ 612 w 700"/>
              <a:gd name="T51" fmla="*/ 640 h 671"/>
              <a:gd name="T52" fmla="*/ 275 w 700"/>
              <a:gd name="T53" fmla="*/ 309 h 671"/>
              <a:gd name="T54" fmla="*/ 665 w 700"/>
              <a:gd name="T55" fmla="*/ 573 h 671"/>
              <a:gd name="T56" fmla="*/ 117 w 700"/>
              <a:gd name="T57" fmla="*/ 131 h 671"/>
              <a:gd name="T58" fmla="*/ 160 w 700"/>
              <a:gd name="T59" fmla="*/ 89 h 671"/>
              <a:gd name="T60" fmla="*/ 181 w 700"/>
              <a:gd name="T61" fmla="*/ 89 h 671"/>
              <a:gd name="T62" fmla="*/ 128 w 700"/>
              <a:gd name="T63" fmla="*/ 163 h 671"/>
              <a:gd name="T64" fmla="*/ 113 w 700"/>
              <a:gd name="T65" fmla="*/ 142 h 671"/>
              <a:gd name="T66" fmla="*/ 160 w 700"/>
              <a:gd name="T67" fmla="*/ 214 h 671"/>
              <a:gd name="T68" fmla="*/ 164 w 700"/>
              <a:gd name="T69" fmla="*/ 205 h 671"/>
              <a:gd name="T70" fmla="*/ 149 w 700"/>
              <a:gd name="T71" fmla="*/ 184 h 671"/>
              <a:gd name="T72" fmla="*/ 396 w 700"/>
              <a:gd name="T73" fmla="*/ 29 h 671"/>
              <a:gd name="T74" fmla="*/ 494 w 700"/>
              <a:gd name="T75" fmla="*/ 51 h 671"/>
              <a:gd name="T76" fmla="*/ 286 w 700"/>
              <a:gd name="T77" fmla="*/ 173 h 671"/>
              <a:gd name="T78" fmla="*/ 286 w 700"/>
              <a:gd name="T79" fmla="*/ 194 h 671"/>
              <a:gd name="T80" fmla="*/ 254 w 700"/>
              <a:gd name="T81" fmla="*/ 288 h 671"/>
              <a:gd name="T82" fmla="*/ 223 w 700"/>
              <a:gd name="T83" fmla="*/ 279 h 671"/>
              <a:gd name="T84" fmla="*/ 107 w 700"/>
              <a:gd name="T85" fmla="*/ 267 h 671"/>
              <a:gd name="T86" fmla="*/ 33 w 700"/>
              <a:gd name="T87" fmla="*/ 300 h 671"/>
              <a:gd name="T88" fmla="*/ 54 w 700"/>
              <a:gd name="T89" fmla="*/ 279 h 671"/>
              <a:gd name="T90" fmla="*/ 75 w 700"/>
              <a:gd name="T91" fmla="*/ 279 h 671"/>
              <a:gd name="T92" fmla="*/ 160 w 700"/>
              <a:gd name="T93" fmla="*/ 362 h 671"/>
              <a:gd name="T94" fmla="*/ 160 w 700"/>
              <a:gd name="T95" fmla="*/ 383 h 671"/>
              <a:gd name="T96" fmla="*/ 149 w 700"/>
              <a:gd name="T97" fmla="*/ 415 h 671"/>
              <a:gd name="T98" fmla="*/ 128 w 700"/>
              <a:gd name="T99" fmla="*/ 408 h 671"/>
              <a:gd name="T100" fmla="*/ 33 w 700"/>
              <a:gd name="T101" fmla="*/ 320 h 671"/>
              <a:gd name="T102" fmla="*/ 33 w 700"/>
              <a:gd name="T103" fmla="*/ 300 h 6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00" h="671">
                <a:moveTo>
                  <a:pt x="96" y="425"/>
                </a:moveTo>
                <a:lnTo>
                  <a:pt x="96" y="425"/>
                </a:lnTo>
                <a:cubicBezTo>
                  <a:pt x="104" y="435"/>
                  <a:pt x="117" y="439"/>
                  <a:pt x="128" y="439"/>
                </a:cubicBezTo>
                <a:cubicBezTo>
                  <a:pt x="139" y="439"/>
                  <a:pt x="151" y="435"/>
                  <a:pt x="160" y="425"/>
                </a:cubicBezTo>
                <a:lnTo>
                  <a:pt x="160" y="425"/>
                </a:lnTo>
                <a:cubicBezTo>
                  <a:pt x="181" y="404"/>
                  <a:pt x="181" y="404"/>
                  <a:pt x="181" y="404"/>
                </a:cubicBezTo>
                <a:cubicBezTo>
                  <a:pt x="190" y="396"/>
                  <a:pt x="194" y="385"/>
                  <a:pt x="194" y="373"/>
                </a:cubicBezTo>
                <a:cubicBezTo>
                  <a:pt x="194" y="366"/>
                  <a:pt x="192" y="359"/>
                  <a:pt x="190" y="354"/>
                </a:cubicBezTo>
                <a:cubicBezTo>
                  <a:pt x="233" y="309"/>
                  <a:pt x="233" y="309"/>
                  <a:pt x="233" y="309"/>
                </a:cubicBezTo>
                <a:cubicBezTo>
                  <a:pt x="244" y="320"/>
                  <a:pt x="244" y="320"/>
                  <a:pt x="244" y="320"/>
                </a:cubicBezTo>
                <a:cubicBezTo>
                  <a:pt x="580" y="657"/>
                  <a:pt x="580" y="657"/>
                  <a:pt x="580" y="657"/>
                </a:cubicBezTo>
                <a:cubicBezTo>
                  <a:pt x="588" y="665"/>
                  <a:pt x="601" y="670"/>
                  <a:pt x="612" y="670"/>
                </a:cubicBezTo>
                <a:cubicBezTo>
                  <a:pt x="623" y="670"/>
                  <a:pt x="634" y="665"/>
                  <a:pt x="643" y="657"/>
                </a:cubicBezTo>
                <a:lnTo>
                  <a:pt x="643" y="657"/>
                </a:lnTo>
                <a:cubicBezTo>
                  <a:pt x="686" y="615"/>
                  <a:pt x="686" y="615"/>
                  <a:pt x="686" y="615"/>
                </a:cubicBezTo>
                <a:cubicBezTo>
                  <a:pt x="694" y="606"/>
                  <a:pt x="699" y="595"/>
                  <a:pt x="699" y="583"/>
                </a:cubicBezTo>
                <a:cubicBezTo>
                  <a:pt x="699" y="571"/>
                  <a:pt x="694" y="560"/>
                  <a:pt x="686" y="552"/>
                </a:cubicBezTo>
                <a:cubicBezTo>
                  <a:pt x="349" y="214"/>
                  <a:pt x="349" y="214"/>
                  <a:pt x="349" y="214"/>
                </a:cubicBezTo>
                <a:lnTo>
                  <a:pt x="349" y="214"/>
                </a:lnTo>
                <a:cubicBezTo>
                  <a:pt x="318" y="184"/>
                  <a:pt x="318" y="184"/>
                  <a:pt x="318" y="184"/>
                </a:cubicBezTo>
                <a:cubicBezTo>
                  <a:pt x="346" y="157"/>
                  <a:pt x="374" y="134"/>
                  <a:pt x="409" y="114"/>
                </a:cubicBezTo>
                <a:cubicBezTo>
                  <a:pt x="448" y="93"/>
                  <a:pt x="492" y="78"/>
                  <a:pt x="551" y="72"/>
                </a:cubicBezTo>
                <a:cubicBezTo>
                  <a:pt x="558" y="71"/>
                  <a:pt x="562" y="67"/>
                  <a:pt x="563" y="60"/>
                </a:cubicBezTo>
                <a:cubicBezTo>
                  <a:pt x="565" y="53"/>
                  <a:pt x="561" y="46"/>
                  <a:pt x="555" y="43"/>
                </a:cubicBezTo>
                <a:cubicBezTo>
                  <a:pt x="489" y="18"/>
                  <a:pt x="489" y="18"/>
                  <a:pt x="489" y="18"/>
                </a:cubicBezTo>
                <a:cubicBezTo>
                  <a:pt x="459" y="5"/>
                  <a:pt x="428" y="0"/>
                  <a:pt x="396" y="0"/>
                </a:cubicBezTo>
                <a:cubicBezTo>
                  <a:pt x="330" y="0"/>
                  <a:pt x="265" y="25"/>
                  <a:pt x="217" y="74"/>
                </a:cubicBezTo>
                <a:cubicBezTo>
                  <a:pt x="212" y="78"/>
                  <a:pt x="212" y="78"/>
                  <a:pt x="212" y="78"/>
                </a:cubicBezTo>
                <a:cubicBezTo>
                  <a:pt x="202" y="68"/>
                  <a:pt x="202" y="68"/>
                  <a:pt x="202" y="68"/>
                </a:cubicBezTo>
                <a:cubicBezTo>
                  <a:pt x="192" y="60"/>
                  <a:pt x="181" y="54"/>
                  <a:pt x="170" y="54"/>
                </a:cubicBezTo>
                <a:cubicBezTo>
                  <a:pt x="159" y="54"/>
                  <a:pt x="148" y="60"/>
                  <a:pt x="138" y="68"/>
                </a:cubicBezTo>
                <a:cubicBezTo>
                  <a:pt x="96" y="110"/>
                  <a:pt x="96" y="110"/>
                  <a:pt x="96" y="110"/>
                </a:cubicBezTo>
                <a:cubicBezTo>
                  <a:pt x="88" y="118"/>
                  <a:pt x="84" y="129"/>
                  <a:pt x="84" y="142"/>
                </a:cubicBezTo>
                <a:cubicBezTo>
                  <a:pt x="84" y="153"/>
                  <a:pt x="88" y="164"/>
                  <a:pt x="96" y="173"/>
                </a:cubicBezTo>
                <a:cubicBezTo>
                  <a:pt x="117" y="194"/>
                  <a:pt x="117" y="194"/>
                  <a:pt x="117" y="194"/>
                </a:cubicBezTo>
                <a:lnTo>
                  <a:pt x="117" y="194"/>
                </a:lnTo>
                <a:lnTo>
                  <a:pt x="117" y="194"/>
                </a:lnTo>
                <a:cubicBezTo>
                  <a:pt x="128" y="205"/>
                  <a:pt x="128" y="205"/>
                  <a:pt x="128" y="205"/>
                </a:cubicBezTo>
                <a:cubicBezTo>
                  <a:pt x="84" y="248"/>
                  <a:pt x="84" y="248"/>
                  <a:pt x="84" y="248"/>
                </a:cubicBezTo>
                <a:cubicBezTo>
                  <a:pt x="78" y="245"/>
                  <a:pt x="71" y="244"/>
                  <a:pt x="65" y="244"/>
                </a:cubicBezTo>
                <a:cubicBezTo>
                  <a:pt x="53" y="244"/>
                  <a:pt x="42" y="248"/>
                  <a:pt x="33" y="258"/>
                </a:cubicBezTo>
                <a:cubicBezTo>
                  <a:pt x="12" y="279"/>
                  <a:pt x="12" y="279"/>
                  <a:pt x="12" y="279"/>
                </a:cubicBezTo>
                <a:cubicBezTo>
                  <a:pt x="4" y="287"/>
                  <a:pt x="0" y="298"/>
                  <a:pt x="0" y="309"/>
                </a:cubicBezTo>
                <a:cubicBezTo>
                  <a:pt x="0" y="320"/>
                  <a:pt x="4" y="333"/>
                  <a:pt x="12" y="341"/>
                </a:cubicBezTo>
                <a:lnTo>
                  <a:pt x="96" y="425"/>
                </a:lnTo>
                <a:close/>
                <a:moveTo>
                  <a:pt x="669" y="583"/>
                </a:moveTo>
                <a:lnTo>
                  <a:pt x="669" y="583"/>
                </a:lnTo>
                <a:cubicBezTo>
                  <a:pt x="669" y="587"/>
                  <a:pt x="668" y="591"/>
                  <a:pt x="665" y="594"/>
                </a:cubicBezTo>
                <a:cubicBezTo>
                  <a:pt x="622" y="636"/>
                  <a:pt x="622" y="636"/>
                  <a:pt x="622" y="636"/>
                </a:cubicBezTo>
                <a:cubicBezTo>
                  <a:pt x="633" y="647"/>
                  <a:pt x="633" y="647"/>
                  <a:pt x="633" y="647"/>
                </a:cubicBezTo>
                <a:cubicBezTo>
                  <a:pt x="622" y="636"/>
                  <a:pt x="622" y="636"/>
                  <a:pt x="622" y="636"/>
                </a:cubicBezTo>
                <a:cubicBezTo>
                  <a:pt x="619" y="638"/>
                  <a:pt x="616" y="640"/>
                  <a:pt x="612" y="640"/>
                </a:cubicBezTo>
                <a:cubicBezTo>
                  <a:pt x="608" y="640"/>
                  <a:pt x="604" y="638"/>
                  <a:pt x="601" y="636"/>
                </a:cubicBezTo>
                <a:cubicBezTo>
                  <a:pt x="275" y="309"/>
                  <a:pt x="275" y="309"/>
                  <a:pt x="275" y="309"/>
                </a:cubicBezTo>
                <a:cubicBezTo>
                  <a:pt x="339" y="246"/>
                  <a:pt x="339" y="246"/>
                  <a:pt x="339" y="246"/>
                </a:cubicBezTo>
                <a:cubicBezTo>
                  <a:pt x="665" y="573"/>
                  <a:pt x="665" y="573"/>
                  <a:pt x="665" y="573"/>
                </a:cubicBezTo>
                <a:cubicBezTo>
                  <a:pt x="668" y="576"/>
                  <a:pt x="669" y="580"/>
                  <a:pt x="669" y="583"/>
                </a:cubicBezTo>
                <a:close/>
                <a:moveTo>
                  <a:pt x="117" y="131"/>
                </a:moveTo>
                <a:lnTo>
                  <a:pt x="117" y="131"/>
                </a:lnTo>
                <a:cubicBezTo>
                  <a:pt x="160" y="89"/>
                  <a:pt x="160" y="89"/>
                  <a:pt x="160" y="89"/>
                </a:cubicBezTo>
                <a:cubicBezTo>
                  <a:pt x="163" y="86"/>
                  <a:pt x="166" y="85"/>
                  <a:pt x="170" y="85"/>
                </a:cubicBezTo>
                <a:cubicBezTo>
                  <a:pt x="174" y="85"/>
                  <a:pt x="177" y="86"/>
                  <a:pt x="181" y="89"/>
                </a:cubicBezTo>
                <a:cubicBezTo>
                  <a:pt x="191" y="99"/>
                  <a:pt x="191" y="99"/>
                  <a:pt x="191" y="99"/>
                </a:cubicBezTo>
                <a:cubicBezTo>
                  <a:pt x="128" y="163"/>
                  <a:pt x="128" y="163"/>
                  <a:pt x="128" y="163"/>
                </a:cubicBezTo>
                <a:cubicBezTo>
                  <a:pt x="117" y="152"/>
                  <a:pt x="117" y="152"/>
                  <a:pt x="117" y="152"/>
                </a:cubicBezTo>
                <a:cubicBezTo>
                  <a:pt x="114" y="149"/>
                  <a:pt x="113" y="145"/>
                  <a:pt x="113" y="142"/>
                </a:cubicBezTo>
                <a:cubicBezTo>
                  <a:pt x="113" y="138"/>
                  <a:pt x="114" y="134"/>
                  <a:pt x="117" y="131"/>
                </a:cubicBezTo>
                <a:close/>
                <a:moveTo>
                  <a:pt x="160" y="214"/>
                </a:moveTo>
                <a:lnTo>
                  <a:pt x="160" y="214"/>
                </a:lnTo>
                <a:cubicBezTo>
                  <a:pt x="162" y="212"/>
                  <a:pt x="164" y="209"/>
                  <a:pt x="164" y="205"/>
                </a:cubicBezTo>
                <a:cubicBezTo>
                  <a:pt x="164" y="200"/>
                  <a:pt x="162" y="196"/>
                  <a:pt x="160" y="194"/>
                </a:cubicBezTo>
                <a:cubicBezTo>
                  <a:pt x="149" y="184"/>
                  <a:pt x="149" y="184"/>
                  <a:pt x="149" y="184"/>
                </a:cubicBezTo>
                <a:cubicBezTo>
                  <a:pt x="238" y="95"/>
                  <a:pt x="238" y="95"/>
                  <a:pt x="238" y="95"/>
                </a:cubicBezTo>
                <a:cubicBezTo>
                  <a:pt x="280" y="51"/>
                  <a:pt x="337" y="29"/>
                  <a:pt x="396" y="29"/>
                </a:cubicBezTo>
                <a:cubicBezTo>
                  <a:pt x="424" y="29"/>
                  <a:pt x="452" y="35"/>
                  <a:pt x="478" y="46"/>
                </a:cubicBezTo>
                <a:cubicBezTo>
                  <a:pt x="494" y="51"/>
                  <a:pt x="494" y="51"/>
                  <a:pt x="494" y="51"/>
                </a:cubicBezTo>
                <a:cubicBezTo>
                  <a:pt x="456" y="60"/>
                  <a:pt x="424" y="72"/>
                  <a:pt x="395" y="89"/>
                </a:cubicBezTo>
                <a:cubicBezTo>
                  <a:pt x="353" y="111"/>
                  <a:pt x="318" y="141"/>
                  <a:pt x="286" y="173"/>
                </a:cubicBezTo>
                <a:cubicBezTo>
                  <a:pt x="283" y="175"/>
                  <a:pt x="282" y="180"/>
                  <a:pt x="282" y="184"/>
                </a:cubicBezTo>
                <a:cubicBezTo>
                  <a:pt x="282" y="188"/>
                  <a:pt x="283" y="191"/>
                  <a:pt x="286" y="194"/>
                </a:cubicBezTo>
                <a:cubicBezTo>
                  <a:pt x="318" y="226"/>
                  <a:pt x="318" y="226"/>
                  <a:pt x="318" y="226"/>
                </a:cubicBezTo>
                <a:cubicBezTo>
                  <a:pt x="254" y="288"/>
                  <a:pt x="254" y="288"/>
                  <a:pt x="254" y="288"/>
                </a:cubicBezTo>
                <a:cubicBezTo>
                  <a:pt x="244" y="279"/>
                  <a:pt x="244" y="279"/>
                  <a:pt x="244" y="279"/>
                </a:cubicBezTo>
                <a:cubicBezTo>
                  <a:pt x="238" y="273"/>
                  <a:pt x="229" y="273"/>
                  <a:pt x="223" y="279"/>
                </a:cubicBezTo>
                <a:cubicBezTo>
                  <a:pt x="170" y="330"/>
                  <a:pt x="170" y="330"/>
                  <a:pt x="170" y="330"/>
                </a:cubicBezTo>
                <a:cubicBezTo>
                  <a:pt x="107" y="267"/>
                  <a:pt x="107" y="267"/>
                  <a:pt x="107" y="267"/>
                </a:cubicBezTo>
                <a:lnTo>
                  <a:pt x="160" y="214"/>
                </a:lnTo>
                <a:close/>
                <a:moveTo>
                  <a:pt x="33" y="300"/>
                </a:moveTo>
                <a:lnTo>
                  <a:pt x="33" y="300"/>
                </a:lnTo>
                <a:cubicBezTo>
                  <a:pt x="54" y="279"/>
                  <a:pt x="54" y="279"/>
                  <a:pt x="54" y="279"/>
                </a:cubicBezTo>
                <a:cubicBezTo>
                  <a:pt x="57" y="276"/>
                  <a:pt x="61" y="274"/>
                  <a:pt x="65" y="274"/>
                </a:cubicBezTo>
                <a:cubicBezTo>
                  <a:pt x="68" y="274"/>
                  <a:pt x="72" y="276"/>
                  <a:pt x="75" y="279"/>
                </a:cubicBezTo>
                <a:lnTo>
                  <a:pt x="75" y="279"/>
                </a:lnTo>
                <a:cubicBezTo>
                  <a:pt x="160" y="362"/>
                  <a:pt x="160" y="362"/>
                  <a:pt x="160" y="362"/>
                </a:cubicBezTo>
                <a:cubicBezTo>
                  <a:pt x="163" y="365"/>
                  <a:pt x="164" y="369"/>
                  <a:pt x="164" y="373"/>
                </a:cubicBezTo>
                <a:cubicBezTo>
                  <a:pt x="164" y="376"/>
                  <a:pt x="163" y="380"/>
                  <a:pt x="160" y="383"/>
                </a:cubicBezTo>
                <a:cubicBezTo>
                  <a:pt x="138" y="404"/>
                  <a:pt x="138" y="404"/>
                  <a:pt x="138" y="404"/>
                </a:cubicBezTo>
                <a:cubicBezTo>
                  <a:pt x="149" y="415"/>
                  <a:pt x="149" y="415"/>
                  <a:pt x="149" y="415"/>
                </a:cubicBezTo>
                <a:cubicBezTo>
                  <a:pt x="138" y="404"/>
                  <a:pt x="138" y="404"/>
                  <a:pt x="138" y="404"/>
                </a:cubicBezTo>
                <a:cubicBezTo>
                  <a:pt x="135" y="407"/>
                  <a:pt x="132" y="408"/>
                  <a:pt x="128" y="408"/>
                </a:cubicBezTo>
                <a:cubicBezTo>
                  <a:pt x="124" y="408"/>
                  <a:pt x="120" y="407"/>
                  <a:pt x="117" y="404"/>
                </a:cubicBezTo>
                <a:cubicBezTo>
                  <a:pt x="33" y="320"/>
                  <a:pt x="33" y="320"/>
                  <a:pt x="33" y="320"/>
                </a:cubicBezTo>
                <a:cubicBezTo>
                  <a:pt x="31" y="318"/>
                  <a:pt x="29" y="313"/>
                  <a:pt x="29" y="309"/>
                </a:cubicBezTo>
                <a:cubicBezTo>
                  <a:pt x="29" y="306"/>
                  <a:pt x="31" y="302"/>
                  <a:pt x="33" y="300"/>
                </a:cubicBezTo>
                <a:close/>
              </a:path>
            </a:pathLst>
          </a:custGeom>
          <a:solidFill>
            <a:schemeClr val="accent4"/>
          </a:solidFill>
          <a:ln>
            <a:noFill/>
          </a:ln>
          <a:effectLst/>
        </p:spPr>
        <p:txBody>
          <a:bodyPr wrap="none" anchor="ctr"/>
          <a:lstStyle/>
          <a:p>
            <a:endParaRPr lang="da-DK"/>
          </a:p>
        </p:txBody>
      </p:sp>
      <p:sp>
        <p:nvSpPr>
          <p:cNvPr id="299" name="Freeform 244">
            <a:extLst>
              <a:ext uri="{FF2B5EF4-FFF2-40B4-BE49-F238E27FC236}">
                <a16:creationId xmlns:a16="http://schemas.microsoft.com/office/drawing/2014/main" id="{93E16D23-6F50-935B-FC48-057C5061C5B7}"/>
              </a:ext>
            </a:extLst>
          </p:cNvPr>
          <p:cNvSpPr>
            <a:spLocks noChangeArrowheads="1"/>
          </p:cNvSpPr>
          <p:nvPr/>
        </p:nvSpPr>
        <p:spPr bwMode="auto">
          <a:xfrm>
            <a:off x="3674144" y="1529458"/>
            <a:ext cx="252412" cy="242887"/>
          </a:xfrm>
          <a:custGeom>
            <a:avLst/>
            <a:gdLst>
              <a:gd name="T0" fmla="*/ 634 w 700"/>
              <a:gd name="T1" fmla="*/ 244 h 676"/>
              <a:gd name="T2" fmla="*/ 581 w 700"/>
              <a:gd name="T3" fmla="*/ 194 h 676"/>
              <a:gd name="T4" fmla="*/ 603 w 700"/>
              <a:gd name="T5" fmla="*/ 110 h 676"/>
              <a:gd name="T6" fmla="*/ 497 w 700"/>
              <a:gd name="T7" fmla="*/ 68 h 676"/>
              <a:gd name="T8" fmla="*/ 303 w 700"/>
              <a:gd name="T9" fmla="*/ 0 h 676"/>
              <a:gd name="T10" fmla="*/ 136 w 700"/>
              <a:gd name="T11" fmla="*/ 58 h 676"/>
              <a:gd name="T12" fmla="*/ 381 w 700"/>
              <a:gd name="T13" fmla="*/ 184 h 676"/>
              <a:gd name="T14" fmla="*/ 264 w 700"/>
              <a:gd name="T15" fmla="*/ 300 h 676"/>
              <a:gd name="T16" fmla="*/ 200 w 700"/>
              <a:gd name="T17" fmla="*/ 195 h 676"/>
              <a:gd name="T18" fmla="*/ 67 w 700"/>
              <a:gd name="T19" fmla="*/ 61 h 676"/>
              <a:gd name="T20" fmla="*/ 5 w 700"/>
              <a:gd name="T21" fmla="*/ 124 h 676"/>
              <a:gd name="T22" fmla="*/ 138 w 700"/>
              <a:gd name="T23" fmla="*/ 256 h 676"/>
              <a:gd name="T24" fmla="*/ 243 w 700"/>
              <a:gd name="T25" fmla="*/ 320 h 676"/>
              <a:gd name="T26" fmla="*/ 13 w 700"/>
              <a:gd name="T27" fmla="*/ 615 h 676"/>
              <a:gd name="T28" fmla="*/ 55 w 700"/>
              <a:gd name="T29" fmla="*/ 657 h 676"/>
              <a:gd name="T30" fmla="*/ 87 w 700"/>
              <a:gd name="T31" fmla="*/ 669 h 676"/>
              <a:gd name="T32" fmla="*/ 490 w 700"/>
              <a:gd name="T33" fmla="*/ 652 h 676"/>
              <a:gd name="T34" fmla="*/ 596 w 700"/>
              <a:gd name="T35" fmla="*/ 652 h 676"/>
              <a:gd name="T36" fmla="*/ 412 w 700"/>
              <a:gd name="T37" fmla="*/ 364 h 676"/>
              <a:gd name="T38" fmla="*/ 455 w 700"/>
              <a:gd name="T39" fmla="*/ 320 h 676"/>
              <a:gd name="T40" fmla="*/ 505 w 700"/>
              <a:gd name="T41" fmla="*/ 372 h 676"/>
              <a:gd name="T42" fmla="*/ 550 w 700"/>
              <a:gd name="T43" fmla="*/ 414 h 676"/>
              <a:gd name="T44" fmla="*/ 603 w 700"/>
              <a:gd name="T45" fmla="*/ 425 h 676"/>
              <a:gd name="T46" fmla="*/ 687 w 700"/>
              <a:gd name="T47" fmla="*/ 277 h 676"/>
              <a:gd name="T48" fmla="*/ 140 w 700"/>
              <a:gd name="T49" fmla="*/ 226 h 676"/>
              <a:gd name="T50" fmla="*/ 62 w 700"/>
              <a:gd name="T51" fmla="*/ 93 h 676"/>
              <a:gd name="T52" fmla="*/ 140 w 700"/>
              <a:gd name="T53" fmla="*/ 226 h 676"/>
              <a:gd name="T54" fmla="*/ 529 w 700"/>
              <a:gd name="T55" fmla="*/ 85 h 676"/>
              <a:gd name="T56" fmla="*/ 586 w 700"/>
              <a:gd name="T57" fmla="*/ 141 h 676"/>
              <a:gd name="T58" fmla="*/ 508 w 700"/>
              <a:gd name="T59" fmla="*/ 99 h 676"/>
              <a:gd name="T60" fmla="*/ 98 w 700"/>
              <a:gd name="T61" fmla="*/ 636 h 676"/>
              <a:gd name="T62" fmla="*/ 66 w 700"/>
              <a:gd name="T63" fmla="*/ 645 h 676"/>
              <a:gd name="T64" fmla="*/ 30 w 700"/>
              <a:gd name="T65" fmla="*/ 583 h 676"/>
              <a:gd name="T66" fmla="*/ 423 w 700"/>
              <a:gd name="T67" fmla="*/ 309 h 676"/>
              <a:gd name="T68" fmla="*/ 575 w 700"/>
              <a:gd name="T69" fmla="*/ 569 h 676"/>
              <a:gd name="T70" fmla="*/ 543 w 700"/>
              <a:gd name="T71" fmla="*/ 644 h 676"/>
              <a:gd name="T72" fmla="*/ 391 w 700"/>
              <a:gd name="T73" fmla="*/ 385 h 676"/>
              <a:gd name="T74" fmla="*/ 466 w 700"/>
              <a:gd name="T75" fmla="*/ 273 h 676"/>
              <a:gd name="T76" fmla="*/ 381 w 700"/>
              <a:gd name="T77" fmla="*/ 226 h 676"/>
              <a:gd name="T78" fmla="*/ 413 w 700"/>
              <a:gd name="T79" fmla="*/ 173 h 676"/>
              <a:gd name="T80" fmla="*/ 221 w 700"/>
              <a:gd name="T81" fmla="*/ 44 h 676"/>
              <a:gd name="T82" fmla="*/ 476 w 700"/>
              <a:gd name="T83" fmla="*/ 110 h 676"/>
              <a:gd name="T84" fmla="*/ 539 w 700"/>
              <a:gd name="T85" fmla="*/ 194 h 676"/>
              <a:gd name="T86" fmla="*/ 529 w 700"/>
              <a:gd name="T87" fmla="*/ 330 h 676"/>
              <a:gd name="T88" fmla="*/ 666 w 700"/>
              <a:gd name="T89" fmla="*/ 320 h 676"/>
              <a:gd name="T90" fmla="*/ 571 w 700"/>
              <a:gd name="T91" fmla="*/ 408 h 676"/>
              <a:gd name="T92" fmla="*/ 539 w 700"/>
              <a:gd name="T93" fmla="*/ 383 h 676"/>
              <a:gd name="T94" fmla="*/ 539 w 700"/>
              <a:gd name="T95" fmla="*/ 362 h 676"/>
              <a:gd name="T96" fmla="*/ 634 w 700"/>
              <a:gd name="T97" fmla="*/ 273 h 676"/>
              <a:gd name="T98" fmla="*/ 670 w 700"/>
              <a:gd name="T99" fmla="*/ 309 h 6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00" h="676">
                <a:moveTo>
                  <a:pt x="666" y="256"/>
                </a:moveTo>
                <a:lnTo>
                  <a:pt x="666" y="256"/>
                </a:lnTo>
                <a:cubicBezTo>
                  <a:pt x="657" y="248"/>
                  <a:pt x="645" y="244"/>
                  <a:pt x="634" y="244"/>
                </a:cubicBezTo>
                <a:cubicBezTo>
                  <a:pt x="628" y="244"/>
                  <a:pt x="621" y="245"/>
                  <a:pt x="614" y="248"/>
                </a:cubicBezTo>
                <a:cubicBezTo>
                  <a:pt x="571" y="205"/>
                  <a:pt x="571" y="205"/>
                  <a:pt x="571" y="205"/>
                </a:cubicBezTo>
                <a:cubicBezTo>
                  <a:pt x="581" y="194"/>
                  <a:pt x="581" y="194"/>
                  <a:pt x="581" y="194"/>
                </a:cubicBezTo>
                <a:cubicBezTo>
                  <a:pt x="603" y="173"/>
                  <a:pt x="603" y="173"/>
                  <a:pt x="603" y="173"/>
                </a:cubicBezTo>
                <a:cubicBezTo>
                  <a:pt x="611" y="164"/>
                  <a:pt x="615" y="152"/>
                  <a:pt x="615" y="141"/>
                </a:cubicBezTo>
                <a:cubicBezTo>
                  <a:pt x="615" y="129"/>
                  <a:pt x="611" y="118"/>
                  <a:pt x="603" y="110"/>
                </a:cubicBezTo>
                <a:cubicBezTo>
                  <a:pt x="560" y="68"/>
                  <a:pt x="560" y="68"/>
                  <a:pt x="560" y="68"/>
                </a:cubicBezTo>
                <a:cubicBezTo>
                  <a:pt x="551" y="58"/>
                  <a:pt x="540" y="54"/>
                  <a:pt x="529" y="54"/>
                </a:cubicBezTo>
                <a:cubicBezTo>
                  <a:pt x="518" y="54"/>
                  <a:pt x="505" y="58"/>
                  <a:pt x="497" y="68"/>
                </a:cubicBezTo>
                <a:cubicBezTo>
                  <a:pt x="487" y="78"/>
                  <a:pt x="487" y="78"/>
                  <a:pt x="487" y="78"/>
                </a:cubicBezTo>
                <a:cubicBezTo>
                  <a:pt x="482" y="74"/>
                  <a:pt x="482" y="74"/>
                  <a:pt x="482" y="74"/>
                </a:cubicBezTo>
                <a:cubicBezTo>
                  <a:pt x="434" y="25"/>
                  <a:pt x="369" y="0"/>
                  <a:pt x="303" y="0"/>
                </a:cubicBezTo>
                <a:cubicBezTo>
                  <a:pt x="271" y="0"/>
                  <a:pt x="239" y="5"/>
                  <a:pt x="210" y="18"/>
                </a:cubicBezTo>
                <a:cubicBezTo>
                  <a:pt x="144" y="43"/>
                  <a:pt x="144" y="43"/>
                  <a:pt x="144" y="43"/>
                </a:cubicBezTo>
                <a:cubicBezTo>
                  <a:pt x="138" y="46"/>
                  <a:pt x="134" y="53"/>
                  <a:pt x="136" y="58"/>
                </a:cubicBezTo>
                <a:cubicBezTo>
                  <a:pt x="136" y="65"/>
                  <a:pt x="141" y="71"/>
                  <a:pt x="148" y="72"/>
                </a:cubicBezTo>
                <a:cubicBezTo>
                  <a:pt x="207" y="78"/>
                  <a:pt x="251" y="93"/>
                  <a:pt x="290" y="114"/>
                </a:cubicBezTo>
                <a:cubicBezTo>
                  <a:pt x="324" y="134"/>
                  <a:pt x="353" y="157"/>
                  <a:pt x="381" y="184"/>
                </a:cubicBezTo>
                <a:cubicBezTo>
                  <a:pt x="350" y="214"/>
                  <a:pt x="350" y="214"/>
                  <a:pt x="350" y="214"/>
                </a:cubicBezTo>
                <a:lnTo>
                  <a:pt x="350" y="214"/>
                </a:lnTo>
                <a:cubicBezTo>
                  <a:pt x="264" y="300"/>
                  <a:pt x="264" y="300"/>
                  <a:pt x="264" y="300"/>
                </a:cubicBezTo>
                <a:cubicBezTo>
                  <a:pt x="186" y="221"/>
                  <a:pt x="186" y="221"/>
                  <a:pt x="186" y="221"/>
                </a:cubicBezTo>
                <a:cubicBezTo>
                  <a:pt x="196" y="210"/>
                  <a:pt x="196" y="210"/>
                  <a:pt x="196" y="210"/>
                </a:cubicBezTo>
                <a:cubicBezTo>
                  <a:pt x="200" y="206"/>
                  <a:pt x="201" y="201"/>
                  <a:pt x="200" y="195"/>
                </a:cubicBezTo>
                <a:cubicBezTo>
                  <a:pt x="179" y="132"/>
                  <a:pt x="179" y="132"/>
                  <a:pt x="179" y="132"/>
                </a:cubicBezTo>
                <a:cubicBezTo>
                  <a:pt x="178" y="129"/>
                  <a:pt x="175" y="127"/>
                  <a:pt x="172" y="124"/>
                </a:cubicBezTo>
                <a:cubicBezTo>
                  <a:pt x="67" y="61"/>
                  <a:pt x="67" y="61"/>
                  <a:pt x="67" y="61"/>
                </a:cubicBezTo>
                <a:cubicBezTo>
                  <a:pt x="62" y="58"/>
                  <a:pt x="53" y="58"/>
                  <a:pt x="49" y="64"/>
                </a:cubicBezTo>
                <a:cubicBezTo>
                  <a:pt x="7" y="106"/>
                  <a:pt x="7" y="106"/>
                  <a:pt x="7" y="106"/>
                </a:cubicBezTo>
                <a:cubicBezTo>
                  <a:pt x="2" y="110"/>
                  <a:pt x="0" y="118"/>
                  <a:pt x="5" y="124"/>
                </a:cubicBezTo>
                <a:cubicBezTo>
                  <a:pt x="67" y="228"/>
                  <a:pt x="67" y="228"/>
                  <a:pt x="67" y="228"/>
                </a:cubicBezTo>
                <a:cubicBezTo>
                  <a:pt x="70" y="231"/>
                  <a:pt x="73" y="234"/>
                  <a:pt x="76" y="235"/>
                </a:cubicBezTo>
                <a:cubicBezTo>
                  <a:pt x="138" y="256"/>
                  <a:pt x="138" y="256"/>
                  <a:pt x="138" y="256"/>
                </a:cubicBezTo>
                <a:cubicBezTo>
                  <a:pt x="144" y="258"/>
                  <a:pt x="150" y="256"/>
                  <a:pt x="154" y="252"/>
                </a:cubicBezTo>
                <a:cubicBezTo>
                  <a:pt x="165" y="242"/>
                  <a:pt x="165" y="242"/>
                  <a:pt x="165" y="242"/>
                </a:cubicBezTo>
                <a:cubicBezTo>
                  <a:pt x="243" y="320"/>
                  <a:pt x="243" y="320"/>
                  <a:pt x="243" y="320"/>
                </a:cubicBezTo>
                <a:cubicBezTo>
                  <a:pt x="13" y="551"/>
                  <a:pt x="13" y="551"/>
                  <a:pt x="13" y="551"/>
                </a:cubicBezTo>
                <a:cubicBezTo>
                  <a:pt x="5" y="560"/>
                  <a:pt x="0" y="571"/>
                  <a:pt x="0" y="583"/>
                </a:cubicBezTo>
                <a:cubicBezTo>
                  <a:pt x="0" y="594"/>
                  <a:pt x="5" y="606"/>
                  <a:pt x="13" y="615"/>
                </a:cubicBezTo>
                <a:cubicBezTo>
                  <a:pt x="55" y="657"/>
                  <a:pt x="55" y="657"/>
                  <a:pt x="55" y="657"/>
                </a:cubicBezTo>
                <a:lnTo>
                  <a:pt x="55" y="657"/>
                </a:lnTo>
                <a:lnTo>
                  <a:pt x="55" y="657"/>
                </a:lnTo>
                <a:lnTo>
                  <a:pt x="55" y="657"/>
                </a:lnTo>
                <a:lnTo>
                  <a:pt x="55" y="657"/>
                </a:lnTo>
                <a:cubicBezTo>
                  <a:pt x="65" y="665"/>
                  <a:pt x="76" y="669"/>
                  <a:pt x="87" y="669"/>
                </a:cubicBezTo>
                <a:cubicBezTo>
                  <a:pt x="98" y="669"/>
                  <a:pt x="109" y="665"/>
                  <a:pt x="119" y="657"/>
                </a:cubicBezTo>
                <a:cubicBezTo>
                  <a:pt x="306" y="468"/>
                  <a:pt x="306" y="468"/>
                  <a:pt x="306" y="468"/>
                </a:cubicBezTo>
                <a:cubicBezTo>
                  <a:pt x="490" y="652"/>
                  <a:pt x="490" y="652"/>
                  <a:pt x="490" y="652"/>
                </a:cubicBezTo>
                <a:lnTo>
                  <a:pt x="490" y="652"/>
                </a:lnTo>
                <a:cubicBezTo>
                  <a:pt x="505" y="666"/>
                  <a:pt x="525" y="675"/>
                  <a:pt x="543" y="675"/>
                </a:cubicBezTo>
                <a:cubicBezTo>
                  <a:pt x="562" y="675"/>
                  <a:pt x="582" y="666"/>
                  <a:pt x="596" y="652"/>
                </a:cubicBezTo>
                <a:cubicBezTo>
                  <a:pt x="610" y="638"/>
                  <a:pt x="617" y="619"/>
                  <a:pt x="617" y="599"/>
                </a:cubicBezTo>
                <a:cubicBezTo>
                  <a:pt x="617" y="581"/>
                  <a:pt x="610" y="562"/>
                  <a:pt x="596" y="548"/>
                </a:cubicBezTo>
                <a:cubicBezTo>
                  <a:pt x="412" y="364"/>
                  <a:pt x="412" y="364"/>
                  <a:pt x="412" y="364"/>
                </a:cubicBezTo>
                <a:cubicBezTo>
                  <a:pt x="455" y="320"/>
                  <a:pt x="455" y="320"/>
                  <a:pt x="455" y="320"/>
                </a:cubicBezTo>
                <a:lnTo>
                  <a:pt x="455" y="320"/>
                </a:lnTo>
                <a:lnTo>
                  <a:pt x="455" y="320"/>
                </a:lnTo>
                <a:cubicBezTo>
                  <a:pt x="466" y="309"/>
                  <a:pt x="466" y="309"/>
                  <a:pt x="466" y="309"/>
                </a:cubicBezTo>
                <a:cubicBezTo>
                  <a:pt x="509" y="354"/>
                  <a:pt x="509" y="354"/>
                  <a:pt x="509" y="354"/>
                </a:cubicBezTo>
                <a:cubicBezTo>
                  <a:pt x="507" y="360"/>
                  <a:pt x="505" y="366"/>
                  <a:pt x="505" y="372"/>
                </a:cubicBezTo>
                <a:cubicBezTo>
                  <a:pt x="505" y="383"/>
                  <a:pt x="509" y="396"/>
                  <a:pt x="518" y="404"/>
                </a:cubicBezTo>
                <a:cubicBezTo>
                  <a:pt x="539" y="425"/>
                  <a:pt x="539" y="425"/>
                  <a:pt x="539" y="425"/>
                </a:cubicBezTo>
                <a:cubicBezTo>
                  <a:pt x="550" y="414"/>
                  <a:pt x="550" y="414"/>
                  <a:pt x="550" y="414"/>
                </a:cubicBezTo>
                <a:cubicBezTo>
                  <a:pt x="539" y="425"/>
                  <a:pt x="539" y="425"/>
                  <a:pt x="539" y="425"/>
                </a:cubicBezTo>
                <a:cubicBezTo>
                  <a:pt x="548" y="433"/>
                  <a:pt x="560" y="438"/>
                  <a:pt x="571" y="438"/>
                </a:cubicBezTo>
                <a:cubicBezTo>
                  <a:pt x="582" y="438"/>
                  <a:pt x="593" y="433"/>
                  <a:pt x="603" y="425"/>
                </a:cubicBezTo>
                <a:cubicBezTo>
                  <a:pt x="687" y="341"/>
                  <a:pt x="687" y="341"/>
                  <a:pt x="687" y="341"/>
                </a:cubicBezTo>
                <a:cubicBezTo>
                  <a:pt x="695" y="332"/>
                  <a:pt x="699" y="320"/>
                  <a:pt x="699" y="309"/>
                </a:cubicBezTo>
                <a:cubicBezTo>
                  <a:pt x="699" y="298"/>
                  <a:pt x="695" y="287"/>
                  <a:pt x="687" y="277"/>
                </a:cubicBezTo>
                <a:lnTo>
                  <a:pt x="666" y="256"/>
                </a:lnTo>
                <a:close/>
                <a:moveTo>
                  <a:pt x="140" y="226"/>
                </a:moveTo>
                <a:lnTo>
                  <a:pt x="140" y="226"/>
                </a:lnTo>
                <a:cubicBezTo>
                  <a:pt x="90" y="209"/>
                  <a:pt x="90" y="209"/>
                  <a:pt x="90" y="209"/>
                </a:cubicBezTo>
                <a:cubicBezTo>
                  <a:pt x="37" y="118"/>
                  <a:pt x="37" y="118"/>
                  <a:pt x="37" y="118"/>
                </a:cubicBezTo>
                <a:cubicBezTo>
                  <a:pt x="62" y="93"/>
                  <a:pt x="62" y="93"/>
                  <a:pt x="62" y="93"/>
                </a:cubicBezTo>
                <a:cubicBezTo>
                  <a:pt x="152" y="148"/>
                  <a:pt x="152" y="148"/>
                  <a:pt x="152" y="148"/>
                </a:cubicBezTo>
                <a:cubicBezTo>
                  <a:pt x="169" y="196"/>
                  <a:pt x="169" y="196"/>
                  <a:pt x="169" y="196"/>
                </a:cubicBezTo>
                <a:lnTo>
                  <a:pt x="140" y="226"/>
                </a:lnTo>
                <a:close/>
                <a:moveTo>
                  <a:pt x="518" y="89"/>
                </a:moveTo>
                <a:lnTo>
                  <a:pt x="518" y="89"/>
                </a:lnTo>
                <a:cubicBezTo>
                  <a:pt x="521" y="86"/>
                  <a:pt x="525" y="85"/>
                  <a:pt x="529" y="85"/>
                </a:cubicBezTo>
                <a:cubicBezTo>
                  <a:pt x="533" y="85"/>
                  <a:pt x="536" y="86"/>
                  <a:pt x="539" y="89"/>
                </a:cubicBezTo>
                <a:cubicBezTo>
                  <a:pt x="581" y="131"/>
                  <a:pt x="581" y="131"/>
                  <a:pt x="581" y="131"/>
                </a:cubicBezTo>
                <a:cubicBezTo>
                  <a:pt x="585" y="134"/>
                  <a:pt x="586" y="138"/>
                  <a:pt x="586" y="141"/>
                </a:cubicBezTo>
                <a:cubicBezTo>
                  <a:pt x="586" y="145"/>
                  <a:pt x="585" y="149"/>
                  <a:pt x="581" y="152"/>
                </a:cubicBezTo>
                <a:cubicBezTo>
                  <a:pt x="571" y="162"/>
                  <a:pt x="571" y="162"/>
                  <a:pt x="571" y="162"/>
                </a:cubicBezTo>
                <a:cubicBezTo>
                  <a:pt x="508" y="99"/>
                  <a:pt x="508" y="99"/>
                  <a:pt x="508" y="99"/>
                </a:cubicBezTo>
                <a:lnTo>
                  <a:pt x="518" y="89"/>
                </a:lnTo>
                <a:close/>
                <a:moveTo>
                  <a:pt x="98" y="636"/>
                </a:moveTo>
                <a:lnTo>
                  <a:pt x="98" y="636"/>
                </a:lnTo>
                <a:cubicBezTo>
                  <a:pt x="94" y="638"/>
                  <a:pt x="91" y="640"/>
                  <a:pt x="87" y="640"/>
                </a:cubicBezTo>
                <a:cubicBezTo>
                  <a:pt x="83" y="640"/>
                  <a:pt x="80" y="638"/>
                  <a:pt x="76" y="636"/>
                </a:cubicBezTo>
                <a:cubicBezTo>
                  <a:pt x="66" y="645"/>
                  <a:pt x="66" y="645"/>
                  <a:pt x="66" y="645"/>
                </a:cubicBezTo>
                <a:cubicBezTo>
                  <a:pt x="76" y="636"/>
                  <a:pt x="76" y="636"/>
                  <a:pt x="76" y="636"/>
                </a:cubicBezTo>
                <a:cubicBezTo>
                  <a:pt x="34" y="594"/>
                  <a:pt x="34" y="594"/>
                  <a:pt x="34" y="594"/>
                </a:cubicBezTo>
                <a:cubicBezTo>
                  <a:pt x="31" y="591"/>
                  <a:pt x="30" y="587"/>
                  <a:pt x="30" y="583"/>
                </a:cubicBezTo>
                <a:cubicBezTo>
                  <a:pt x="30" y="578"/>
                  <a:pt x="31" y="576"/>
                  <a:pt x="34" y="573"/>
                </a:cubicBezTo>
                <a:cubicBezTo>
                  <a:pt x="360" y="247"/>
                  <a:pt x="360" y="247"/>
                  <a:pt x="360" y="247"/>
                </a:cubicBezTo>
                <a:cubicBezTo>
                  <a:pt x="423" y="309"/>
                  <a:pt x="423" y="309"/>
                  <a:pt x="423" y="309"/>
                </a:cubicBezTo>
                <a:lnTo>
                  <a:pt x="98" y="636"/>
                </a:lnTo>
                <a:close/>
                <a:moveTo>
                  <a:pt x="575" y="569"/>
                </a:moveTo>
                <a:lnTo>
                  <a:pt x="575" y="569"/>
                </a:lnTo>
                <a:cubicBezTo>
                  <a:pt x="583" y="577"/>
                  <a:pt x="588" y="588"/>
                  <a:pt x="588" y="599"/>
                </a:cubicBezTo>
                <a:cubicBezTo>
                  <a:pt x="588" y="612"/>
                  <a:pt x="583" y="623"/>
                  <a:pt x="575" y="631"/>
                </a:cubicBezTo>
                <a:cubicBezTo>
                  <a:pt x="567" y="640"/>
                  <a:pt x="554" y="644"/>
                  <a:pt x="543" y="644"/>
                </a:cubicBezTo>
                <a:cubicBezTo>
                  <a:pt x="532" y="644"/>
                  <a:pt x="521" y="640"/>
                  <a:pt x="511" y="631"/>
                </a:cubicBezTo>
                <a:cubicBezTo>
                  <a:pt x="328" y="447"/>
                  <a:pt x="328" y="447"/>
                  <a:pt x="328" y="447"/>
                </a:cubicBezTo>
                <a:cubicBezTo>
                  <a:pt x="391" y="385"/>
                  <a:pt x="391" y="385"/>
                  <a:pt x="391" y="385"/>
                </a:cubicBezTo>
                <a:lnTo>
                  <a:pt x="575" y="569"/>
                </a:lnTo>
                <a:close/>
                <a:moveTo>
                  <a:pt x="466" y="273"/>
                </a:moveTo>
                <a:lnTo>
                  <a:pt x="466" y="273"/>
                </a:lnTo>
                <a:cubicBezTo>
                  <a:pt x="462" y="273"/>
                  <a:pt x="458" y="274"/>
                  <a:pt x="455" y="277"/>
                </a:cubicBezTo>
                <a:cubicBezTo>
                  <a:pt x="444" y="288"/>
                  <a:pt x="444" y="288"/>
                  <a:pt x="444" y="288"/>
                </a:cubicBezTo>
                <a:cubicBezTo>
                  <a:pt x="381" y="226"/>
                  <a:pt x="381" y="226"/>
                  <a:pt x="381" y="226"/>
                </a:cubicBezTo>
                <a:cubicBezTo>
                  <a:pt x="413" y="194"/>
                  <a:pt x="413" y="194"/>
                  <a:pt x="413" y="194"/>
                </a:cubicBezTo>
                <a:cubicBezTo>
                  <a:pt x="416" y="191"/>
                  <a:pt x="417" y="187"/>
                  <a:pt x="417" y="184"/>
                </a:cubicBezTo>
                <a:cubicBezTo>
                  <a:pt x="417" y="180"/>
                  <a:pt x="416" y="175"/>
                  <a:pt x="413" y="173"/>
                </a:cubicBezTo>
                <a:cubicBezTo>
                  <a:pt x="381" y="141"/>
                  <a:pt x="346" y="111"/>
                  <a:pt x="304" y="88"/>
                </a:cubicBezTo>
                <a:cubicBezTo>
                  <a:pt x="275" y="72"/>
                  <a:pt x="243" y="60"/>
                  <a:pt x="205" y="51"/>
                </a:cubicBezTo>
                <a:cubicBezTo>
                  <a:pt x="221" y="44"/>
                  <a:pt x="221" y="44"/>
                  <a:pt x="221" y="44"/>
                </a:cubicBezTo>
                <a:cubicBezTo>
                  <a:pt x="247" y="35"/>
                  <a:pt x="275" y="29"/>
                  <a:pt x="303" y="29"/>
                </a:cubicBezTo>
                <a:cubicBezTo>
                  <a:pt x="362" y="29"/>
                  <a:pt x="419" y="51"/>
                  <a:pt x="461" y="95"/>
                </a:cubicBezTo>
                <a:cubicBezTo>
                  <a:pt x="476" y="110"/>
                  <a:pt x="476" y="110"/>
                  <a:pt x="476" y="110"/>
                </a:cubicBezTo>
                <a:lnTo>
                  <a:pt x="476" y="110"/>
                </a:lnTo>
                <a:cubicBezTo>
                  <a:pt x="550" y="184"/>
                  <a:pt x="550" y="184"/>
                  <a:pt x="550" y="184"/>
                </a:cubicBezTo>
                <a:cubicBezTo>
                  <a:pt x="539" y="194"/>
                  <a:pt x="539" y="194"/>
                  <a:pt x="539" y="194"/>
                </a:cubicBezTo>
                <a:cubicBezTo>
                  <a:pt x="533" y="199"/>
                  <a:pt x="533" y="209"/>
                  <a:pt x="539" y="214"/>
                </a:cubicBezTo>
                <a:cubicBezTo>
                  <a:pt x="592" y="267"/>
                  <a:pt x="592" y="267"/>
                  <a:pt x="592" y="267"/>
                </a:cubicBezTo>
                <a:cubicBezTo>
                  <a:pt x="529" y="330"/>
                  <a:pt x="529" y="330"/>
                  <a:pt x="529" y="330"/>
                </a:cubicBezTo>
                <a:cubicBezTo>
                  <a:pt x="476" y="277"/>
                  <a:pt x="476" y="277"/>
                  <a:pt x="476" y="277"/>
                </a:cubicBezTo>
                <a:cubicBezTo>
                  <a:pt x="473" y="274"/>
                  <a:pt x="469" y="273"/>
                  <a:pt x="466" y="273"/>
                </a:cubicBezTo>
                <a:close/>
                <a:moveTo>
                  <a:pt x="666" y="320"/>
                </a:moveTo>
                <a:lnTo>
                  <a:pt x="666" y="320"/>
                </a:lnTo>
                <a:cubicBezTo>
                  <a:pt x="581" y="404"/>
                  <a:pt x="581" y="404"/>
                  <a:pt x="581" y="404"/>
                </a:cubicBezTo>
                <a:cubicBezTo>
                  <a:pt x="578" y="407"/>
                  <a:pt x="575" y="408"/>
                  <a:pt x="571" y="408"/>
                </a:cubicBezTo>
                <a:cubicBezTo>
                  <a:pt x="567" y="408"/>
                  <a:pt x="562" y="407"/>
                  <a:pt x="560" y="404"/>
                </a:cubicBezTo>
                <a:lnTo>
                  <a:pt x="560" y="404"/>
                </a:lnTo>
                <a:cubicBezTo>
                  <a:pt x="539" y="383"/>
                  <a:pt x="539" y="383"/>
                  <a:pt x="539" y="383"/>
                </a:cubicBezTo>
                <a:cubicBezTo>
                  <a:pt x="536" y="380"/>
                  <a:pt x="535" y="376"/>
                  <a:pt x="535" y="372"/>
                </a:cubicBezTo>
                <a:cubicBezTo>
                  <a:pt x="535" y="369"/>
                  <a:pt x="536" y="365"/>
                  <a:pt x="539" y="362"/>
                </a:cubicBezTo>
                <a:lnTo>
                  <a:pt x="539" y="362"/>
                </a:lnTo>
                <a:lnTo>
                  <a:pt x="539" y="362"/>
                </a:lnTo>
                <a:cubicBezTo>
                  <a:pt x="624" y="277"/>
                  <a:pt x="624" y="277"/>
                  <a:pt x="624" y="277"/>
                </a:cubicBezTo>
                <a:cubicBezTo>
                  <a:pt x="627" y="274"/>
                  <a:pt x="629" y="273"/>
                  <a:pt x="634" y="273"/>
                </a:cubicBezTo>
                <a:cubicBezTo>
                  <a:pt x="638" y="273"/>
                  <a:pt x="642" y="274"/>
                  <a:pt x="645" y="277"/>
                </a:cubicBezTo>
                <a:cubicBezTo>
                  <a:pt x="666" y="298"/>
                  <a:pt x="666" y="298"/>
                  <a:pt x="666" y="298"/>
                </a:cubicBezTo>
                <a:cubicBezTo>
                  <a:pt x="668" y="302"/>
                  <a:pt x="670" y="305"/>
                  <a:pt x="670" y="309"/>
                </a:cubicBezTo>
                <a:cubicBezTo>
                  <a:pt x="670" y="314"/>
                  <a:pt x="668" y="316"/>
                  <a:pt x="666" y="320"/>
                </a:cubicBezTo>
                <a:close/>
              </a:path>
            </a:pathLst>
          </a:custGeom>
          <a:solidFill>
            <a:schemeClr val="accent4"/>
          </a:solidFill>
          <a:ln>
            <a:noFill/>
          </a:ln>
          <a:effectLst/>
        </p:spPr>
        <p:txBody>
          <a:bodyPr wrap="none" anchor="ctr"/>
          <a:lstStyle/>
          <a:p>
            <a:endParaRPr lang="da-DK"/>
          </a:p>
        </p:txBody>
      </p:sp>
      <p:grpSp>
        <p:nvGrpSpPr>
          <p:cNvPr id="300" name="Group 303">
            <a:extLst>
              <a:ext uri="{FF2B5EF4-FFF2-40B4-BE49-F238E27FC236}">
                <a16:creationId xmlns:a16="http://schemas.microsoft.com/office/drawing/2014/main" id="{263F7FC4-EEFB-F74D-46B2-6A3F2057F070}"/>
              </a:ext>
            </a:extLst>
          </p:cNvPr>
          <p:cNvGrpSpPr/>
          <p:nvPr/>
        </p:nvGrpSpPr>
        <p:grpSpPr>
          <a:xfrm>
            <a:off x="2645444" y="2035076"/>
            <a:ext cx="257175" cy="257175"/>
            <a:chOff x="1617663" y="2379663"/>
            <a:chExt cx="257175" cy="257175"/>
          </a:xfrm>
          <a:solidFill>
            <a:schemeClr val="accent4"/>
          </a:solidFill>
        </p:grpSpPr>
        <p:sp>
          <p:nvSpPr>
            <p:cNvPr id="301" name="Freeform 245">
              <a:extLst>
                <a:ext uri="{FF2B5EF4-FFF2-40B4-BE49-F238E27FC236}">
                  <a16:creationId xmlns:a16="http://schemas.microsoft.com/office/drawing/2014/main" id="{2E9BFFE1-1B40-B437-AF2E-FF8238C297D2}"/>
                </a:ext>
              </a:extLst>
            </p:cNvPr>
            <p:cNvSpPr>
              <a:spLocks noChangeArrowheads="1"/>
            </p:cNvSpPr>
            <p:nvPr/>
          </p:nvSpPr>
          <p:spPr bwMode="auto">
            <a:xfrm>
              <a:off x="1801813" y="25558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2" name="Freeform 246">
              <a:extLst>
                <a:ext uri="{FF2B5EF4-FFF2-40B4-BE49-F238E27FC236}">
                  <a16:creationId xmlns:a16="http://schemas.microsoft.com/office/drawing/2014/main" id="{12579373-B93B-B55A-2CA5-5E1895972F08}"/>
                </a:ext>
              </a:extLst>
            </p:cNvPr>
            <p:cNvSpPr>
              <a:spLocks noChangeArrowheads="1"/>
            </p:cNvSpPr>
            <p:nvPr/>
          </p:nvSpPr>
          <p:spPr bwMode="auto">
            <a:xfrm>
              <a:off x="1703388" y="24574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3" name="Freeform 247">
              <a:extLst>
                <a:ext uri="{FF2B5EF4-FFF2-40B4-BE49-F238E27FC236}">
                  <a16:creationId xmlns:a16="http://schemas.microsoft.com/office/drawing/2014/main" id="{29A88DF2-A182-139E-0CA4-C3A7353B56DF}"/>
                </a:ext>
              </a:extLst>
            </p:cNvPr>
            <p:cNvSpPr>
              <a:spLocks noChangeArrowheads="1"/>
            </p:cNvSpPr>
            <p:nvPr/>
          </p:nvSpPr>
          <p:spPr bwMode="auto">
            <a:xfrm>
              <a:off x="1617663" y="2379663"/>
              <a:ext cx="257175" cy="257175"/>
            </a:xfrm>
            <a:custGeom>
              <a:avLst/>
              <a:gdLst>
                <a:gd name="T0" fmla="*/ 714 w 715"/>
                <a:gd name="T1" fmla="*/ 357 h 715"/>
                <a:gd name="T2" fmla="*/ 0 w 715"/>
                <a:gd name="T3" fmla="*/ 357 h 715"/>
                <a:gd name="T4" fmla="*/ 714 w 715"/>
                <a:gd name="T5" fmla="*/ 357 h 715"/>
                <a:gd name="T6" fmla="*/ 125 w 715"/>
                <a:gd name="T7" fmla="*/ 126 h 715"/>
                <a:gd name="T8" fmla="*/ 588 w 715"/>
                <a:gd name="T9" fmla="*/ 126 h 715"/>
                <a:gd name="T10" fmla="*/ 588 w 715"/>
                <a:gd name="T11" fmla="*/ 589 h 715"/>
                <a:gd name="T12" fmla="*/ 220 w 715"/>
                <a:gd name="T13" fmla="*/ 654 h 715"/>
                <a:gd name="T14" fmla="*/ 322 w 715"/>
                <a:gd name="T15" fmla="*/ 551 h 715"/>
                <a:gd name="T16" fmla="*/ 372 w 715"/>
                <a:gd name="T17" fmla="*/ 547 h 715"/>
                <a:gd name="T18" fmla="*/ 566 w 715"/>
                <a:gd name="T19" fmla="*/ 354 h 715"/>
                <a:gd name="T20" fmla="*/ 546 w 715"/>
                <a:gd name="T21" fmla="*/ 272 h 715"/>
                <a:gd name="T22" fmla="*/ 545 w 715"/>
                <a:gd name="T23" fmla="*/ 269 h 715"/>
                <a:gd name="T24" fmla="*/ 544 w 715"/>
                <a:gd name="T25" fmla="*/ 266 h 715"/>
                <a:gd name="T26" fmla="*/ 538 w 715"/>
                <a:gd name="T27" fmla="*/ 264 h 715"/>
                <a:gd name="T28" fmla="*/ 533 w 715"/>
                <a:gd name="T29" fmla="*/ 262 h 715"/>
                <a:gd name="T30" fmla="*/ 527 w 715"/>
                <a:gd name="T31" fmla="*/ 264 h 715"/>
                <a:gd name="T32" fmla="*/ 524 w 715"/>
                <a:gd name="T33" fmla="*/ 265 h 715"/>
                <a:gd name="T34" fmla="*/ 425 w 715"/>
                <a:gd name="T35" fmla="*/ 364 h 715"/>
                <a:gd name="T36" fmla="*/ 403 w 715"/>
                <a:gd name="T37" fmla="*/ 364 h 715"/>
                <a:gd name="T38" fmla="*/ 357 w 715"/>
                <a:gd name="T39" fmla="*/ 312 h 715"/>
                <a:gd name="T40" fmla="*/ 460 w 715"/>
                <a:gd name="T41" fmla="*/ 204 h 715"/>
                <a:gd name="T42" fmla="*/ 463 w 715"/>
                <a:gd name="T43" fmla="*/ 199 h 715"/>
                <a:gd name="T44" fmla="*/ 463 w 715"/>
                <a:gd name="T45" fmla="*/ 195 h 715"/>
                <a:gd name="T46" fmla="*/ 463 w 715"/>
                <a:gd name="T47" fmla="*/ 191 h 715"/>
                <a:gd name="T48" fmla="*/ 461 w 715"/>
                <a:gd name="T49" fmla="*/ 185 h 715"/>
                <a:gd name="T50" fmla="*/ 460 w 715"/>
                <a:gd name="T51" fmla="*/ 183 h 715"/>
                <a:gd name="T52" fmla="*/ 456 w 715"/>
                <a:gd name="T53" fmla="*/ 180 h 715"/>
                <a:gd name="T54" fmla="*/ 454 w 715"/>
                <a:gd name="T55" fmla="*/ 178 h 715"/>
                <a:gd name="T56" fmla="*/ 235 w 715"/>
                <a:gd name="T57" fmla="*/ 218 h 715"/>
                <a:gd name="T58" fmla="*/ 184 w 715"/>
                <a:gd name="T59" fmla="*/ 395 h 715"/>
                <a:gd name="T60" fmla="*/ 68 w 715"/>
                <a:gd name="T61" fmla="*/ 510 h 715"/>
                <a:gd name="T62" fmla="*/ 125 w 715"/>
                <a:gd name="T63" fmla="*/ 126 h 715"/>
                <a:gd name="T64" fmla="*/ 83 w 715"/>
                <a:gd name="T65" fmla="*/ 537 h 715"/>
                <a:gd name="T66" fmla="*/ 210 w 715"/>
                <a:gd name="T67" fmla="*/ 410 h 715"/>
                <a:gd name="T68" fmla="*/ 213 w 715"/>
                <a:gd name="T69" fmla="*/ 406 h 715"/>
                <a:gd name="T70" fmla="*/ 215 w 715"/>
                <a:gd name="T71" fmla="*/ 402 h 715"/>
                <a:gd name="T72" fmla="*/ 215 w 715"/>
                <a:gd name="T73" fmla="*/ 396 h 715"/>
                <a:gd name="T74" fmla="*/ 209 w 715"/>
                <a:gd name="T75" fmla="*/ 354 h 715"/>
                <a:gd name="T76" fmla="*/ 256 w 715"/>
                <a:gd name="T77" fmla="*/ 238 h 715"/>
                <a:gd name="T78" fmla="*/ 422 w 715"/>
                <a:gd name="T79" fmla="*/ 198 h 715"/>
                <a:gd name="T80" fmla="*/ 328 w 715"/>
                <a:gd name="T81" fmla="*/ 312 h 715"/>
                <a:gd name="T82" fmla="*/ 382 w 715"/>
                <a:gd name="T83" fmla="*/ 385 h 715"/>
                <a:gd name="T84" fmla="*/ 446 w 715"/>
                <a:gd name="T85" fmla="*/ 386 h 715"/>
                <a:gd name="T86" fmla="*/ 535 w 715"/>
                <a:gd name="T87" fmla="*/ 354 h 715"/>
                <a:gd name="T88" fmla="*/ 488 w 715"/>
                <a:gd name="T89" fmla="*/ 470 h 715"/>
                <a:gd name="T90" fmla="*/ 330 w 715"/>
                <a:gd name="T91" fmla="*/ 512 h 715"/>
                <a:gd name="T92" fmla="*/ 325 w 715"/>
                <a:gd name="T93" fmla="*/ 512 h 715"/>
                <a:gd name="T94" fmla="*/ 319 w 715"/>
                <a:gd name="T95" fmla="*/ 513 h 715"/>
                <a:gd name="T96" fmla="*/ 315 w 715"/>
                <a:gd name="T97" fmla="*/ 516 h 715"/>
                <a:gd name="T98" fmla="*/ 301 w 715"/>
                <a:gd name="T99" fmla="*/ 530 h 715"/>
                <a:gd name="T100" fmla="*/ 125 w 715"/>
                <a:gd name="T101" fmla="*/ 58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5">
                  <a:moveTo>
                    <a:pt x="714" y="357"/>
                  </a:moveTo>
                  <a:lnTo>
                    <a:pt x="714" y="357"/>
                  </a:lnTo>
                  <a:cubicBezTo>
                    <a:pt x="714" y="159"/>
                    <a:pt x="555" y="0"/>
                    <a:pt x="357" y="0"/>
                  </a:cubicBezTo>
                  <a:cubicBezTo>
                    <a:pt x="160" y="0"/>
                    <a:pt x="0" y="159"/>
                    <a:pt x="0" y="357"/>
                  </a:cubicBezTo>
                  <a:cubicBezTo>
                    <a:pt x="0" y="554"/>
                    <a:pt x="160" y="714"/>
                    <a:pt x="357" y="714"/>
                  </a:cubicBezTo>
                  <a:cubicBezTo>
                    <a:pt x="555" y="714"/>
                    <a:pt x="714" y="554"/>
                    <a:pt x="714" y="357"/>
                  </a:cubicBezTo>
                  <a:close/>
                  <a:moveTo>
                    <a:pt x="125" y="126"/>
                  </a:moveTo>
                  <a:lnTo>
                    <a:pt x="125" y="126"/>
                  </a:lnTo>
                  <a:cubicBezTo>
                    <a:pt x="185" y="66"/>
                    <a:pt x="266" y="29"/>
                    <a:pt x="357" y="29"/>
                  </a:cubicBezTo>
                  <a:cubicBezTo>
                    <a:pt x="447" y="29"/>
                    <a:pt x="530" y="66"/>
                    <a:pt x="588" y="126"/>
                  </a:cubicBezTo>
                  <a:cubicBezTo>
                    <a:pt x="648" y="184"/>
                    <a:pt x="685" y="266"/>
                    <a:pt x="685" y="357"/>
                  </a:cubicBezTo>
                  <a:cubicBezTo>
                    <a:pt x="685" y="448"/>
                    <a:pt x="648" y="529"/>
                    <a:pt x="588" y="589"/>
                  </a:cubicBezTo>
                  <a:cubicBezTo>
                    <a:pt x="530" y="647"/>
                    <a:pt x="447" y="683"/>
                    <a:pt x="357" y="683"/>
                  </a:cubicBezTo>
                  <a:cubicBezTo>
                    <a:pt x="308" y="683"/>
                    <a:pt x="262" y="674"/>
                    <a:pt x="220" y="654"/>
                  </a:cubicBezTo>
                  <a:cubicBezTo>
                    <a:pt x="322" y="551"/>
                    <a:pt x="322" y="551"/>
                    <a:pt x="322" y="551"/>
                  </a:cubicBezTo>
                  <a:lnTo>
                    <a:pt x="322" y="551"/>
                  </a:lnTo>
                  <a:cubicBezTo>
                    <a:pt x="330" y="542"/>
                    <a:pt x="330" y="542"/>
                    <a:pt x="330" y="542"/>
                  </a:cubicBezTo>
                  <a:cubicBezTo>
                    <a:pt x="344" y="545"/>
                    <a:pt x="358" y="547"/>
                    <a:pt x="372" y="547"/>
                  </a:cubicBezTo>
                  <a:cubicBezTo>
                    <a:pt x="421" y="547"/>
                    <a:pt x="471" y="529"/>
                    <a:pt x="509" y="491"/>
                  </a:cubicBezTo>
                  <a:cubicBezTo>
                    <a:pt x="546" y="453"/>
                    <a:pt x="566" y="403"/>
                    <a:pt x="566" y="354"/>
                  </a:cubicBezTo>
                  <a:cubicBezTo>
                    <a:pt x="566" y="326"/>
                    <a:pt x="559" y="297"/>
                    <a:pt x="546" y="272"/>
                  </a:cubicBezTo>
                  <a:lnTo>
                    <a:pt x="546" y="272"/>
                  </a:lnTo>
                  <a:cubicBezTo>
                    <a:pt x="546" y="271"/>
                    <a:pt x="546" y="271"/>
                    <a:pt x="546" y="271"/>
                  </a:cubicBezTo>
                  <a:lnTo>
                    <a:pt x="545" y="269"/>
                  </a:lnTo>
                  <a:cubicBezTo>
                    <a:pt x="545" y="268"/>
                    <a:pt x="544" y="268"/>
                    <a:pt x="544" y="266"/>
                  </a:cubicBezTo>
                  <a:lnTo>
                    <a:pt x="544" y="266"/>
                  </a:lnTo>
                  <a:cubicBezTo>
                    <a:pt x="542" y="265"/>
                    <a:pt x="541" y="265"/>
                    <a:pt x="541" y="265"/>
                  </a:cubicBezTo>
                  <a:cubicBezTo>
                    <a:pt x="540" y="264"/>
                    <a:pt x="540" y="264"/>
                    <a:pt x="538" y="264"/>
                  </a:cubicBezTo>
                  <a:cubicBezTo>
                    <a:pt x="537" y="264"/>
                    <a:pt x="537" y="264"/>
                    <a:pt x="535" y="262"/>
                  </a:cubicBezTo>
                  <a:cubicBezTo>
                    <a:pt x="534" y="262"/>
                    <a:pt x="534" y="262"/>
                    <a:pt x="533" y="262"/>
                  </a:cubicBezTo>
                  <a:cubicBezTo>
                    <a:pt x="531" y="262"/>
                    <a:pt x="531" y="262"/>
                    <a:pt x="530" y="262"/>
                  </a:cubicBezTo>
                  <a:cubicBezTo>
                    <a:pt x="530" y="264"/>
                    <a:pt x="528" y="264"/>
                    <a:pt x="527" y="264"/>
                  </a:cubicBezTo>
                  <a:lnTo>
                    <a:pt x="527" y="264"/>
                  </a:lnTo>
                  <a:cubicBezTo>
                    <a:pt x="526" y="264"/>
                    <a:pt x="526" y="265"/>
                    <a:pt x="524" y="265"/>
                  </a:cubicBezTo>
                  <a:cubicBezTo>
                    <a:pt x="524" y="266"/>
                    <a:pt x="523" y="266"/>
                    <a:pt x="523" y="266"/>
                  </a:cubicBezTo>
                  <a:cubicBezTo>
                    <a:pt x="425" y="364"/>
                    <a:pt x="425" y="364"/>
                    <a:pt x="425" y="364"/>
                  </a:cubicBezTo>
                  <a:cubicBezTo>
                    <a:pt x="421" y="368"/>
                    <a:pt x="418" y="370"/>
                    <a:pt x="414" y="370"/>
                  </a:cubicBezTo>
                  <a:cubicBezTo>
                    <a:pt x="410" y="370"/>
                    <a:pt x="407" y="368"/>
                    <a:pt x="403" y="364"/>
                  </a:cubicBezTo>
                  <a:cubicBezTo>
                    <a:pt x="361" y="322"/>
                    <a:pt x="361" y="322"/>
                    <a:pt x="361" y="322"/>
                  </a:cubicBezTo>
                  <a:cubicBezTo>
                    <a:pt x="358" y="319"/>
                    <a:pt x="357" y="315"/>
                    <a:pt x="357" y="312"/>
                  </a:cubicBezTo>
                  <a:cubicBezTo>
                    <a:pt x="357" y="308"/>
                    <a:pt x="358" y="304"/>
                    <a:pt x="361" y="301"/>
                  </a:cubicBezTo>
                  <a:cubicBezTo>
                    <a:pt x="460" y="204"/>
                    <a:pt x="460" y="204"/>
                    <a:pt x="460" y="204"/>
                  </a:cubicBezTo>
                  <a:cubicBezTo>
                    <a:pt x="460" y="202"/>
                    <a:pt x="460" y="202"/>
                    <a:pt x="461" y="201"/>
                  </a:cubicBezTo>
                  <a:cubicBezTo>
                    <a:pt x="461" y="201"/>
                    <a:pt x="461" y="201"/>
                    <a:pt x="463" y="199"/>
                  </a:cubicBezTo>
                  <a:lnTo>
                    <a:pt x="463" y="199"/>
                  </a:lnTo>
                  <a:cubicBezTo>
                    <a:pt x="463" y="198"/>
                    <a:pt x="463" y="197"/>
                    <a:pt x="463" y="195"/>
                  </a:cubicBezTo>
                  <a:lnTo>
                    <a:pt x="464" y="194"/>
                  </a:lnTo>
                  <a:cubicBezTo>
                    <a:pt x="464" y="192"/>
                    <a:pt x="463" y="191"/>
                    <a:pt x="463" y="191"/>
                  </a:cubicBezTo>
                  <a:cubicBezTo>
                    <a:pt x="463" y="190"/>
                    <a:pt x="463" y="188"/>
                    <a:pt x="463" y="188"/>
                  </a:cubicBezTo>
                  <a:cubicBezTo>
                    <a:pt x="463" y="187"/>
                    <a:pt x="461" y="187"/>
                    <a:pt x="461" y="185"/>
                  </a:cubicBezTo>
                  <a:cubicBezTo>
                    <a:pt x="461" y="184"/>
                    <a:pt x="460" y="184"/>
                    <a:pt x="460" y="183"/>
                  </a:cubicBezTo>
                  <a:lnTo>
                    <a:pt x="460" y="183"/>
                  </a:lnTo>
                  <a:cubicBezTo>
                    <a:pt x="459" y="181"/>
                    <a:pt x="459" y="181"/>
                    <a:pt x="457" y="181"/>
                  </a:cubicBezTo>
                  <a:lnTo>
                    <a:pt x="456" y="180"/>
                  </a:lnTo>
                  <a:cubicBezTo>
                    <a:pt x="454" y="180"/>
                    <a:pt x="454" y="180"/>
                    <a:pt x="454" y="180"/>
                  </a:cubicBezTo>
                  <a:cubicBezTo>
                    <a:pt x="454" y="180"/>
                    <a:pt x="454" y="180"/>
                    <a:pt x="454" y="178"/>
                  </a:cubicBezTo>
                  <a:cubicBezTo>
                    <a:pt x="428" y="167"/>
                    <a:pt x="400" y="160"/>
                    <a:pt x="372" y="160"/>
                  </a:cubicBezTo>
                  <a:cubicBezTo>
                    <a:pt x="322" y="160"/>
                    <a:pt x="273" y="180"/>
                    <a:pt x="235" y="218"/>
                  </a:cubicBezTo>
                  <a:cubicBezTo>
                    <a:pt x="198" y="255"/>
                    <a:pt x="178" y="304"/>
                    <a:pt x="178" y="354"/>
                  </a:cubicBezTo>
                  <a:cubicBezTo>
                    <a:pt x="178" y="368"/>
                    <a:pt x="181" y="382"/>
                    <a:pt x="184" y="395"/>
                  </a:cubicBezTo>
                  <a:cubicBezTo>
                    <a:pt x="113" y="467"/>
                    <a:pt x="113" y="467"/>
                    <a:pt x="113" y="467"/>
                  </a:cubicBezTo>
                  <a:cubicBezTo>
                    <a:pt x="68" y="510"/>
                    <a:pt x="68" y="510"/>
                    <a:pt x="68" y="510"/>
                  </a:cubicBezTo>
                  <a:cubicBezTo>
                    <a:pt x="44" y="464"/>
                    <a:pt x="30" y="413"/>
                    <a:pt x="30" y="357"/>
                  </a:cubicBezTo>
                  <a:cubicBezTo>
                    <a:pt x="30" y="266"/>
                    <a:pt x="67" y="184"/>
                    <a:pt x="125" y="126"/>
                  </a:cubicBezTo>
                  <a:close/>
                  <a:moveTo>
                    <a:pt x="83" y="537"/>
                  </a:moveTo>
                  <a:lnTo>
                    <a:pt x="83" y="537"/>
                  </a:lnTo>
                  <a:cubicBezTo>
                    <a:pt x="134" y="488"/>
                    <a:pt x="134" y="488"/>
                    <a:pt x="134" y="488"/>
                  </a:cubicBezTo>
                  <a:cubicBezTo>
                    <a:pt x="210" y="410"/>
                    <a:pt x="210" y="410"/>
                    <a:pt x="210" y="410"/>
                  </a:cubicBezTo>
                  <a:cubicBezTo>
                    <a:pt x="210" y="410"/>
                    <a:pt x="210" y="410"/>
                    <a:pt x="212" y="409"/>
                  </a:cubicBezTo>
                  <a:cubicBezTo>
                    <a:pt x="212" y="409"/>
                    <a:pt x="213" y="407"/>
                    <a:pt x="213" y="406"/>
                  </a:cubicBezTo>
                  <a:cubicBezTo>
                    <a:pt x="213" y="406"/>
                    <a:pt x="213" y="404"/>
                    <a:pt x="215" y="404"/>
                  </a:cubicBezTo>
                  <a:cubicBezTo>
                    <a:pt x="215" y="403"/>
                    <a:pt x="215" y="402"/>
                    <a:pt x="215" y="402"/>
                  </a:cubicBezTo>
                  <a:cubicBezTo>
                    <a:pt x="215" y="400"/>
                    <a:pt x="215" y="399"/>
                    <a:pt x="215" y="397"/>
                  </a:cubicBezTo>
                  <a:cubicBezTo>
                    <a:pt x="215" y="397"/>
                    <a:pt x="215" y="397"/>
                    <a:pt x="215" y="396"/>
                  </a:cubicBezTo>
                  <a:lnTo>
                    <a:pt x="215" y="396"/>
                  </a:lnTo>
                  <a:cubicBezTo>
                    <a:pt x="210" y="382"/>
                    <a:pt x="209" y="368"/>
                    <a:pt x="209" y="354"/>
                  </a:cubicBezTo>
                  <a:cubicBezTo>
                    <a:pt x="209" y="312"/>
                    <a:pt x="224" y="271"/>
                    <a:pt x="256" y="238"/>
                  </a:cubicBezTo>
                  <a:lnTo>
                    <a:pt x="256" y="238"/>
                  </a:lnTo>
                  <a:cubicBezTo>
                    <a:pt x="288" y="206"/>
                    <a:pt x="330" y="191"/>
                    <a:pt x="372" y="191"/>
                  </a:cubicBezTo>
                  <a:cubicBezTo>
                    <a:pt x="389" y="191"/>
                    <a:pt x="406" y="194"/>
                    <a:pt x="422" y="198"/>
                  </a:cubicBezTo>
                  <a:cubicBezTo>
                    <a:pt x="340" y="280"/>
                    <a:pt x="340" y="280"/>
                    <a:pt x="340" y="280"/>
                  </a:cubicBezTo>
                  <a:cubicBezTo>
                    <a:pt x="332" y="289"/>
                    <a:pt x="328" y="301"/>
                    <a:pt x="328" y="312"/>
                  </a:cubicBezTo>
                  <a:cubicBezTo>
                    <a:pt x="328" y="324"/>
                    <a:pt x="332" y="335"/>
                    <a:pt x="340" y="343"/>
                  </a:cubicBezTo>
                  <a:cubicBezTo>
                    <a:pt x="382" y="385"/>
                    <a:pt x="382" y="385"/>
                    <a:pt x="382" y="385"/>
                  </a:cubicBezTo>
                  <a:cubicBezTo>
                    <a:pt x="392" y="395"/>
                    <a:pt x="403" y="399"/>
                    <a:pt x="414" y="399"/>
                  </a:cubicBezTo>
                  <a:cubicBezTo>
                    <a:pt x="425" y="399"/>
                    <a:pt x="436" y="395"/>
                    <a:pt x="446" y="386"/>
                  </a:cubicBezTo>
                  <a:cubicBezTo>
                    <a:pt x="527" y="304"/>
                    <a:pt x="527" y="304"/>
                    <a:pt x="527" y="304"/>
                  </a:cubicBezTo>
                  <a:cubicBezTo>
                    <a:pt x="533" y="321"/>
                    <a:pt x="535" y="337"/>
                    <a:pt x="535" y="354"/>
                  </a:cubicBezTo>
                  <a:cubicBezTo>
                    <a:pt x="535" y="396"/>
                    <a:pt x="520" y="438"/>
                    <a:pt x="488" y="470"/>
                  </a:cubicBezTo>
                  <a:lnTo>
                    <a:pt x="488" y="470"/>
                  </a:lnTo>
                  <a:cubicBezTo>
                    <a:pt x="456" y="502"/>
                    <a:pt x="414" y="517"/>
                    <a:pt x="372" y="517"/>
                  </a:cubicBezTo>
                  <a:cubicBezTo>
                    <a:pt x="358" y="517"/>
                    <a:pt x="344" y="516"/>
                    <a:pt x="330" y="512"/>
                  </a:cubicBezTo>
                  <a:cubicBezTo>
                    <a:pt x="329" y="512"/>
                    <a:pt x="329" y="512"/>
                    <a:pt x="328" y="512"/>
                  </a:cubicBezTo>
                  <a:cubicBezTo>
                    <a:pt x="328" y="512"/>
                    <a:pt x="326" y="512"/>
                    <a:pt x="325" y="512"/>
                  </a:cubicBezTo>
                  <a:cubicBezTo>
                    <a:pt x="323" y="512"/>
                    <a:pt x="323" y="512"/>
                    <a:pt x="322" y="512"/>
                  </a:cubicBezTo>
                  <a:cubicBezTo>
                    <a:pt x="322" y="512"/>
                    <a:pt x="321" y="513"/>
                    <a:pt x="319" y="513"/>
                  </a:cubicBezTo>
                  <a:cubicBezTo>
                    <a:pt x="319" y="513"/>
                    <a:pt x="318" y="515"/>
                    <a:pt x="316" y="515"/>
                  </a:cubicBezTo>
                  <a:cubicBezTo>
                    <a:pt x="316" y="515"/>
                    <a:pt x="316" y="515"/>
                    <a:pt x="315" y="516"/>
                  </a:cubicBezTo>
                  <a:cubicBezTo>
                    <a:pt x="301" y="530"/>
                    <a:pt x="301" y="530"/>
                    <a:pt x="301" y="530"/>
                  </a:cubicBezTo>
                  <a:lnTo>
                    <a:pt x="301" y="530"/>
                  </a:lnTo>
                  <a:cubicBezTo>
                    <a:pt x="192" y="639"/>
                    <a:pt x="192" y="639"/>
                    <a:pt x="192" y="639"/>
                  </a:cubicBezTo>
                  <a:cubicBezTo>
                    <a:pt x="169" y="625"/>
                    <a:pt x="146" y="608"/>
                    <a:pt x="125" y="589"/>
                  </a:cubicBezTo>
                  <a:cubicBezTo>
                    <a:pt x="110" y="572"/>
                    <a:pt x="96" y="555"/>
                    <a:pt x="83" y="5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04" name="Group 307">
            <a:extLst>
              <a:ext uri="{FF2B5EF4-FFF2-40B4-BE49-F238E27FC236}">
                <a16:creationId xmlns:a16="http://schemas.microsoft.com/office/drawing/2014/main" id="{265F94F7-23B7-4137-D6C2-653826905277}"/>
              </a:ext>
            </a:extLst>
          </p:cNvPr>
          <p:cNvGrpSpPr/>
          <p:nvPr/>
        </p:nvGrpSpPr>
        <p:grpSpPr>
          <a:xfrm>
            <a:off x="3159794" y="2056507"/>
            <a:ext cx="257175" cy="214313"/>
            <a:chOff x="2132013" y="2400300"/>
            <a:chExt cx="257175" cy="214313"/>
          </a:xfrm>
          <a:solidFill>
            <a:schemeClr val="accent4"/>
          </a:solidFill>
        </p:grpSpPr>
        <p:sp>
          <p:nvSpPr>
            <p:cNvPr id="305" name="Freeform 248">
              <a:extLst>
                <a:ext uri="{FF2B5EF4-FFF2-40B4-BE49-F238E27FC236}">
                  <a16:creationId xmlns:a16="http://schemas.microsoft.com/office/drawing/2014/main" id="{0C2226D2-125F-58CD-2539-FBE1FA5B5E12}"/>
                </a:ext>
              </a:extLst>
            </p:cNvPr>
            <p:cNvSpPr>
              <a:spLocks noChangeArrowheads="1"/>
            </p:cNvSpPr>
            <p:nvPr/>
          </p:nvSpPr>
          <p:spPr bwMode="auto">
            <a:xfrm>
              <a:off x="2132013" y="2400300"/>
              <a:ext cx="257175" cy="214313"/>
            </a:xfrm>
            <a:custGeom>
              <a:avLst/>
              <a:gdLst>
                <a:gd name="T0" fmla="*/ 714 w 715"/>
                <a:gd name="T1" fmla="*/ 15 h 596"/>
                <a:gd name="T2" fmla="*/ 15 w 715"/>
                <a:gd name="T3" fmla="*/ 0 h 596"/>
                <a:gd name="T4" fmla="*/ 0 w 715"/>
                <a:gd name="T5" fmla="*/ 550 h 596"/>
                <a:gd name="T6" fmla="*/ 714 w 715"/>
                <a:gd name="T7" fmla="*/ 550 h 596"/>
                <a:gd name="T8" fmla="*/ 685 w 715"/>
                <a:gd name="T9" fmla="*/ 30 h 596"/>
                <a:gd name="T10" fmla="*/ 31 w 715"/>
                <a:gd name="T11" fmla="*/ 30 h 596"/>
                <a:gd name="T12" fmla="*/ 257 w 715"/>
                <a:gd name="T13" fmla="*/ 566 h 596"/>
                <a:gd name="T14" fmla="*/ 257 w 715"/>
                <a:gd name="T15" fmla="*/ 566 h 596"/>
                <a:gd name="T16" fmla="*/ 357 w 715"/>
                <a:gd name="T17" fmla="*/ 435 h 596"/>
                <a:gd name="T18" fmla="*/ 75 w 715"/>
                <a:gd name="T19" fmla="*/ 566 h 596"/>
                <a:gd name="T20" fmla="*/ 131 w 715"/>
                <a:gd name="T21" fmla="*/ 528 h 596"/>
                <a:gd name="T22" fmla="*/ 139 w 715"/>
                <a:gd name="T23" fmla="*/ 525 h 596"/>
                <a:gd name="T24" fmla="*/ 145 w 715"/>
                <a:gd name="T25" fmla="*/ 517 h 596"/>
                <a:gd name="T26" fmla="*/ 173 w 715"/>
                <a:gd name="T27" fmla="*/ 449 h 596"/>
                <a:gd name="T28" fmla="*/ 176 w 715"/>
                <a:gd name="T29" fmla="*/ 440 h 596"/>
                <a:gd name="T30" fmla="*/ 171 w 715"/>
                <a:gd name="T31" fmla="*/ 432 h 596"/>
                <a:gd name="T32" fmla="*/ 131 w 715"/>
                <a:gd name="T33" fmla="*/ 391 h 596"/>
                <a:gd name="T34" fmla="*/ 224 w 715"/>
                <a:gd name="T35" fmla="*/ 380 h 596"/>
                <a:gd name="T36" fmla="*/ 231 w 715"/>
                <a:gd name="T37" fmla="*/ 383 h 596"/>
                <a:gd name="T38" fmla="*/ 240 w 715"/>
                <a:gd name="T39" fmla="*/ 382 h 596"/>
                <a:gd name="T40" fmla="*/ 310 w 715"/>
                <a:gd name="T41" fmla="*/ 352 h 596"/>
                <a:gd name="T42" fmla="*/ 316 w 715"/>
                <a:gd name="T43" fmla="*/ 347 h 596"/>
                <a:gd name="T44" fmla="*/ 321 w 715"/>
                <a:gd name="T45" fmla="*/ 340 h 596"/>
                <a:gd name="T46" fmla="*/ 321 w 715"/>
                <a:gd name="T47" fmla="*/ 283 h 596"/>
                <a:gd name="T48" fmla="*/ 395 w 715"/>
                <a:gd name="T49" fmla="*/ 340 h 596"/>
                <a:gd name="T50" fmla="*/ 397 w 715"/>
                <a:gd name="T51" fmla="*/ 347 h 596"/>
                <a:gd name="T52" fmla="*/ 404 w 715"/>
                <a:gd name="T53" fmla="*/ 352 h 596"/>
                <a:gd name="T54" fmla="*/ 474 w 715"/>
                <a:gd name="T55" fmla="*/ 382 h 596"/>
                <a:gd name="T56" fmla="*/ 482 w 715"/>
                <a:gd name="T57" fmla="*/ 383 h 596"/>
                <a:gd name="T58" fmla="*/ 491 w 715"/>
                <a:gd name="T59" fmla="*/ 380 h 596"/>
                <a:gd name="T60" fmla="*/ 531 w 715"/>
                <a:gd name="T61" fmla="*/ 340 h 596"/>
                <a:gd name="T62" fmla="*/ 542 w 715"/>
                <a:gd name="T63" fmla="*/ 432 h 596"/>
                <a:gd name="T64" fmla="*/ 540 w 715"/>
                <a:gd name="T65" fmla="*/ 440 h 596"/>
                <a:gd name="T66" fmla="*/ 541 w 715"/>
                <a:gd name="T67" fmla="*/ 449 h 596"/>
                <a:gd name="T68" fmla="*/ 570 w 715"/>
                <a:gd name="T69" fmla="*/ 517 h 596"/>
                <a:gd name="T70" fmla="*/ 576 w 715"/>
                <a:gd name="T71" fmla="*/ 525 h 596"/>
                <a:gd name="T72" fmla="*/ 583 w 715"/>
                <a:gd name="T73" fmla="*/ 528 h 596"/>
                <a:gd name="T74" fmla="*/ 640 w 715"/>
                <a:gd name="T75" fmla="*/ 566 h 596"/>
                <a:gd name="T76" fmla="*/ 669 w 715"/>
                <a:gd name="T77" fmla="*/ 566 h 596"/>
                <a:gd name="T78" fmla="*/ 669 w 715"/>
                <a:gd name="T79" fmla="*/ 514 h 596"/>
                <a:gd name="T80" fmla="*/ 595 w 715"/>
                <a:gd name="T81" fmla="*/ 499 h 596"/>
                <a:gd name="T82" fmla="*/ 619 w 715"/>
                <a:gd name="T83" fmla="*/ 391 h 596"/>
                <a:gd name="T84" fmla="*/ 531 w 715"/>
                <a:gd name="T85" fmla="*/ 304 h 596"/>
                <a:gd name="T86" fmla="*/ 424 w 715"/>
                <a:gd name="T87" fmla="*/ 327 h 596"/>
                <a:gd name="T88" fmla="*/ 409 w 715"/>
                <a:gd name="T89" fmla="*/ 253 h 596"/>
                <a:gd name="T90" fmla="*/ 291 w 715"/>
                <a:gd name="T91" fmla="*/ 267 h 596"/>
                <a:gd name="T92" fmla="*/ 194 w 715"/>
                <a:gd name="T93" fmla="*/ 308 h 596"/>
                <a:gd name="T94" fmla="*/ 100 w 715"/>
                <a:gd name="T95" fmla="*/ 382 h 596"/>
                <a:gd name="T96" fmla="*/ 142 w 715"/>
                <a:gd name="T97" fmla="*/ 444 h 596"/>
                <a:gd name="T98" fmla="*/ 49 w 715"/>
                <a:gd name="T99" fmla="*/ 503 h 596"/>
                <a:gd name="T100" fmla="*/ 31 w 715"/>
                <a:gd name="T101" fmla="*/ 550 h 596"/>
                <a:gd name="T102" fmla="*/ 685 w 715"/>
                <a:gd name="T103" fmla="*/ 550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15" h="596">
                  <a:moveTo>
                    <a:pt x="714" y="133"/>
                  </a:moveTo>
                  <a:lnTo>
                    <a:pt x="714" y="133"/>
                  </a:lnTo>
                  <a:cubicBezTo>
                    <a:pt x="714" y="15"/>
                    <a:pt x="714" y="15"/>
                    <a:pt x="714" y="15"/>
                  </a:cubicBezTo>
                  <a:cubicBezTo>
                    <a:pt x="714" y="11"/>
                    <a:pt x="713" y="8"/>
                    <a:pt x="710" y="5"/>
                  </a:cubicBezTo>
                  <a:cubicBezTo>
                    <a:pt x="707" y="2"/>
                    <a:pt x="703" y="0"/>
                    <a:pt x="700" y="0"/>
                  </a:cubicBezTo>
                  <a:cubicBezTo>
                    <a:pt x="15" y="0"/>
                    <a:pt x="15" y="0"/>
                    <a:pt x="15" y="0"/>
                  </a:cubicBezTo>
                  <a:cubicBezTo>
                    <a:pt x="11" y="0"/>
                    <a:pt x="7" y="2"/>
                    <a:pt x="4" y="5"/>
                  </a:cubicBezTo>
                  <a:cubicBezTo>
                    <a:pt x="1" y="8"/>
                    <a:pt x="0" y="11"/>
                    <a:pt x="0" y="15"/>
                  </a:cubicBezTo>
                  <a:cubicBezTo>
                    <a:pt x="0" y="550"/>
                    <a:pt x="0" y="550"/>
                    <a:pt x="0" y="550"/>
                  </a:cubicBezTo>
                  <a:cubicBezTo>
                    <a:pt x="0" y="576"/>
                    <a:pt x="21" y="595"/>
                    <a:pt x="45" y="595"/>
                  </a:cubicBezTo>
                  <a:cubicBezTo>
                    <a:pt x="669" y="595"/>
                    <a:pt x="669" y="595"/>
                    <a:pt x="669" y="595"/>
                  </a:cubicBezTo>
                  <a:cubicBezTo>
                    <a:pt x="694" y="595"/>
                    <a:pt x="714" y="576"/>
                    <a:pt x="714" y="550"/>
                  </a:cubicBezTo>
                  <a:cubicBezTo>
                    <a:pt x="714" y="133"/>
                    <a:pt x="714" y="133"/>
                    <a:pt x="714" y="133"/>
                  </a:cubicBezTo>
                  <a:close/>
                  <a:moveTo>
                    <a:pt x="685" y="30"/>
                  </a:moveTo>
                  <a:lnTo>
                    <a:pt x="685" y="30"/>
                  </a:lnTo>
                  <a:cubicBezTo>
                    <a:pt x="685" y="119"/>
                    <a:pt x="685" y="119"/>
                    <a:pt x="685" y="119"/>
                  </a:cubicBezTo>
                  <a:cubicBezTo>
                    <a:pt x="31" y="119"/>
                    <a:pt x="31" y="119"/>
                    <a:pt x="31" y="119"/>
                  </a:cubicBezTo>
                  <a:cubicBezTo>
                    <a:pt x="31" y="30"/>
                    <a:pt x="31" y="30"/>
                    <a:pt x="31" y="30"/>
                  </a:cubicBezTo>
                  <a:lnTo>
                    <a:pt x="685" y="30"/>
                  </a:lnTo>
                  <a:close/>
                  <a:moveTo>
                    <a:pt x="257" y="566"/>
                  </a:moveTo>
                  <a:lnTo>
                    <a:pt x="257" y="566"/>
                  </a:lnTo>
                  <a:cubicBezTo>
                    <a:pt x="257" y="509"/>
                    <a:pt x="301" y="464"/>
                    <a:pt x="357" y="464"/>
                  </a:cubicBezTo>
                  <a:cubicBezTo>
                    <a:pt x="414" y="464"/>
                    <a:pt x="459" y="509"/>
                    <a:pt x="459" y="566"/>
                  </a:cubicBezTo>
                  <a:lnTo>
                    <a:pt x="257" y="566"/>
                  </a:lnTo>
                  <a:close/>
                  <a:moveTo>
                    <a:pt x="450" y="472"/>
                  </a:moveTo>
                  <a:lnTo>
                    <a:pt x="450" y="472"/>
                  </a:lnTo>
                  <a:cubicBezTo>
                    <a:pt x="427" y="449"/>
                    <a:pt x="393" y="435"/>
                    <a:pt x="357" y="435"/>
                  </a:cubicBezTo>
                  <a:cubicBezTo>
                    <a:pt x="321" y="435"/>
                    <a:pt x="289" y="449"/>
                    <a:pt x="265" y="472"/>
                  </a:cubicBezTo>
                  <a:cubicBezTo>
                    <a:pt x="241" y="496"/>
                    <a:pt x="226" y="530"/>
                    <a:pt x="226" y="566"/>
                  </a:cubicBezTo>
                  <a:cubicBezTo>
                    <a:pt x="75" y="566"/>
                    <a:pt x="75" y="566"/>
                    <a:pt x="75" y="566"/>
                  </a:cubicBezTo>
                  <a:cubicBezTo>
                    <a:pt x="75" y="528"/>
                    <a:pt x="75" y="528"/>
                    <a:pt x="75" y="528"/>
                  </a:cubicBezTo>
                  <a:cubicBezTo>
                    <a:pt x="130" y="528"/>
                    <a:pt x="130" y="528"/>
                    <a:pt x="130" y="528"/>
                  </a:cubicBezTo>
                  <a:cubicBezTo>
                    <a:pt x="131" y="528"/>
                    <a:pt x="131" y="528"/>
                    <a:pt x="131" y="528"/>
                  </a:cubicBezTo>
                  <a:cubicBezTo>
                    <a:pt x="132" y="528"/>
                    <a:pt x="134" y="528"/>
                    <a:pt x="134" y="528"/>
                  </a:cubicBezTo>
                  <a:cubicBezTo>
                    <a:pt x="135" y="527"/>
                    <a:pt x="137" y="527"/>
                    <a:pt x="137" y="527"/>
                  </a:cubicBezTo>
                  <a:cubicBezTo>
                    <a:pt x="138" y="527"/>
                    <a:pt x="138" y="525"/>
                    <a:pt x="139" y="525"/>
                  </a:cubicBezTo>
                  <a:cubicBezTo>
                    <a:pt x="139" y="524"/>
                    <a:pt x="141" y="524"/>
                    <a:pt x="142" y="523"/>
                  </a:cubicBezTo>
                  <a:cubicBezTo>
                    <a:pt x="142" y="523"/>
                    <a:pt x="142" y="523"/>
                    <a:pt x="142" y="521"/>
                  </a:cubicBezTo>
                  <a:cubicBezTo>
                    <a:pt x="144" y="520"/>
                    <a:pt x="144" y="518"/>
                    <a:pt x="145" y="517"/>
                  </a:cubicBezTo>
                  <a:lnTo>
                    <a:pt x="145" y="517"/>
                  </a:lnTo>
                  <a:cubicBezTo>
                    <a:pt x="151" y="493"/>
                    <a:pt x="160" y="470"/>
                    <a:pt x="173" y="450"/>
                  </a:cubicBezTo>
                  <a:cubicBezTo>
                    <a:pt x="173" y="449"/>
                    <a:pt x="173" y="449"/>
                    <a:pt x="173" y="449"/>
                  </a:cubicBezTo>
                  <a:cubicBezTo>
                    <a:pt x="174" y="447"/>
                    <a:pt x="174" y="446"/>
                    <a:pt x="174" y="446"/>
                  </a:cubicBezTo>
                  <a:cubicBezTo>
                    <a:pt x="174" y="444"/>
                    <a:pt x="176" y="443"/>
                    <a:pt x="176" y="443"/>
                  </a:cubicBezTo>
                  <a:cubicBezTo>
                    <a:pt x="176" y="442"/>
                    <a:pt x="176" y="440"/>
                    <a:pt x="176" y="440"/>
                  </a:cubicBezTo>
                  <a:cubicBezTo>
                    <a:pt x="174" y="439"/>
                    <a:pt x="174" y="437"/>
                    <a:pt x="174" y="437"/>
                  </a:cubicBezTo>
                  <a:cubicBezTo>
                    <a:pt x="174" y="436"/>
                    <a:pt x="174" y="436"/>
                    <a:pt x="173" y="435"/>
                  </a:cubicBezTo>
                  <a:cubicBezTo>
                    <a:pt x="173" y="433"/>
                    <a:pt x="173" y="433"/>
                    <a:pt x="171" y="432"/>
                  </a:cubicBezTo>
                  <a:cubicBezTo>
                    <a:pt x="171" y="432"/>
                    <a:pt x="171" y="432"/>
                    <a:pt x="171" y="430"/>
                  </a:cubicBezTo>
                  <a:lnTo>
                    <a:pt x="171" y="430"/>
                  </a:lnTo>
                  <a:cubicBezTo>
                    <a:pt x="131" y="391"/>
                    <a:pt x="131" y="391"/>
                    <a:pt x="131" y="391"/>
                  </a:cubicBezTo>
                  <a:cubicBezTo>
                    <a:pt x="184" y="340"/>
                    <a:pt x="184" y="340"/>
                    <a:pt x="184" y="340"/>
                  </a:cubicBezTo>
                  <a:cubicBezTo>
                    <a:pt x="223" y="379"/>
                    <a:pt x="223" y="379"/>
                    <a:pt x="223" y="379"/>
                  </a:cubicBezTo>
                  <a:cubicBezTo>
                    <a:pt x="223" y="379"/>
                    <a:pt x="223" y="379"/>
                    <a:pt x="224" y="380"/>
                  </a:cubicBezTo>
                  <a:cubicBezTo>
                    <a:pt x="224" y="380"/>
                    <a:pt x="226" y="380"/>
                    <a:pt x="226" y="382"/>
                  </a:cubicBezTo>
                  <a:cubicBezTo>
                    <a:pt x="227" y="382"/>
                    <a:pt x="229" y="382"/>
                    <a:pt x="229" y="383"/>
                  </a:cubicBezTo>
                  <a:cubicBezTo>
                    <a:pt x="230" y="383"/>
                    <a:pt x="231" y="383"/>
                    <a:pt x="231" y="383"/>
                  </a:cubicBezTo>
                  <a:cubicBezTo>
                    <a:pt x="233" y="383"/>
                    <a:pt x="234" y="383"/>
                    <a:pt x="234" y="383"/>
                  </a:cubicBezTo>
                  <a:cubicBezTo>
                    <a:pt x="236" y="383"/>
                    <a:pt x="237" y="383"/>
                    <a:pt x="237" y="383"/>
                  </a:cubicBezTo>
                  <a:cubicBezTo>
                    <a:pt x="238" y="382"/>
                    <a:pt x="240" y="382"/>
                    <a:pt x="240" y="382"/>
                  </a:cubicBezTo>
                  <a:cubicBezTo>
                    <a:pt x="241" y="382"/>
                    <a:pt x="241" y="382"/>
                    <a:pt x="241" y="382"/>
                  </a:cubicBezTo>
                  <a:cubicBezTo>
                    <a:pt x="262" y="368"/>
                    <a:pt x="284" y="358"/>
                    <a:pt x="310" y="352"/>
                  </a:cubicBezTo>
                  <a:lnTo>
                    <a:pt x="310" y="352"/>
                  </a:lnTo>
                  <a:cubicBezTo>
                    <a:pt x="311" y="352"/>
                    <a:pt x="312" y="351"/>
                    <a:pt x="312" y="351"/>
                  </a:cubicBezTo>
                  <a:cubicBezTo>
                    <a:pt x="314" y="351"/>
                    <a:pt x="315" y="350"/>
                    <a:pt x="315" y="350"/>
                  </a:cubicBezTo>
                  <a:cubicBezTo>
                    <a:pt x="316" y="348"/>
                    <a:pt x="316" y="348"/>
                    <a:pt x="316" y="347"/>
                  </a:cubicBezTo>
                  <a:cubicBezTo>
                    <a:pt x="318" y="347"/>
                    <a:pt x="318" y="345"/>
                    <a:pt x="319" y="345"/>
                  </a:cubicBezTo>
                  <a:cubicBezTo>
                    <a:pt x="319" y="344"/>
                    <a:pt x="319" y="344"/>
                    <a:pt x="319" y="343"/>
                  </a:cubicBezTo>
                  <a:cubicBezTo>
                    <a:pt x="319" y="341"/>
                    <a:pt x="321" y="340"/>
                    <a:pt x="321" y="340"/>
                  </a:cubicBezTo>
                  <a:cubicBezTo>
                    <a:pt x="321" y="338"/>
                    <a:pt x="321" y="338"/>
                    <a:pt x="321" y="338"/>
                  </a:cubicBezTo>
                  <a:lnTo>
                    <a:pt x="321" y="338"/>
                  </a:lnTo>
                  <a:cubicBezTo>
                    <a:pt x="321" y="283"/>
                    <a:pt x="321" y="283"/>
                    <a:pt x="321" y="283"/>
                  </a:cubicBezTo>
                  <a:cubicBezTo>
                    <a:pt x="395" y="283"/>
                    <a:pt x="395" y="283"/>
                    <a:pt x="395" y="283"/>
                  </a:cubicBezTo>
                  <a:cubicBezTo>
                    <a:pt x="395" y="338"/>
                    <a:pt x="395" y="338"/>
                    <a:pt x="395" y="338"/>
                  </a:cubicBezTo>
                  <a:cubicBezTo>
                    <a:pt x="395" y="338"/>
                    <a:pt x="395" y="338"/>
                    <a:pt x="395" y="340"/>
                  </a:cubicBezTo>
                  <a:cubicBezTo>
                    <a:pt x="395" y="340"/>
                    <a:pt x="395" y="341"/>
                    <a:pt x="395" y="343"/>
                  </a:cubicBezTo>
                  <a:cubicBezTo>
                    <a:pt x="396" y="344"/>
                    <a:pt x="396" y="344"/>
                    <a:pt x="396" y="345"/>
                  </a:cubicBezTo>
                  <a:lnTo>
                    <a:pt x="397" y="347"/>
                  </a:lnTo>
                  <a:cubicBezTo>
                    <a:pt x="399" y="348"/>
                    <a:pt x="399" y="348"/>
                    <a:pt x="400" y="350"/>
                  </a:cubicBezTo>
                  <a:lnTo>
                    <a:pt x="402" y="351"/>
                  </a:lnTo>
                  <a:cubicBezTo>
                    <a:pt x="403" y="351"/>
                    <a:pt x="403" y="352"/>
                    <a:pt x="404" y="352"/>
                  </a:cubicBezTo>
                  <a:lnTo>
                    <a:pt x="406" y="352"/>
                  </a:lnTo>
                  <a:cubicBezTo>
                    <a:pt x="429" y="358"/>
                    <a:pt x="453" y="368"/>
                    <a:pt x="473" y="382"/>
                  </a:cubicBezTo>
                  <a:cubicBezTo>
                    <a:pt x="474" y="382"/>
                    <a:pt x="474" y="382"/>
                    <a:pt x="474" y="382"/>
                  </a:cubicBezTo>
                  <a:cubicBezTo>
                    <a:pt x="475" y="382"/>
                    <a:pt x="477" y="382"/>
                    <a:pt x="477" y="383"/>
                  </a:cubicBezTo>
                  <a:cubicBezTo>
                    <a:pt x="478" y="383"/>
                    <a:pt x="480" y="383"/>
                    <a:pt x="480" y="383"/>
                  </a:cubicBezTo>
                  <a:cubicBezTo>
                    <a:pt x="481" y="383"/>
                    <a:pt x="482" y="383"/>
                    <a:pt x="482" y="383"/>
                  </a:cubicBezTo>
                  <a:cubicBezTo>
                    <a:pt x="484" y="383"/>
                    <a:pt x="485" y="383"/>
                    <a:pt x="485" y="383"/>
                  </a:cubicBezTo>
                  <a:cubicBezTo>
                    <a:pt x="487" y="382"/>
                    <a:pt x="487" y="382"/>
                    <a:pt x="488" y="382"/>
                  </a:cubicBezTo>
                  <a:cubicBezTo>
                    <a:pt x="489" y="380"/>
                    <a:pt x="489" y="380"/>
                    <a:pt x="491" y="380"/>
                  </a:cubicBezTo>
                  <a:cubicBezTo>
                    <a:pt x="491" y="379"/>
                    <a:pt x="491" y="379"/>
                    <a:pt x="492" y="379"/>
                  </a:cubicBezTo>
                  <a:lnTo>
                    <a:pt x="492" y="379"/>
                  </a:lnTo>
                  <a:cubicBezTo>
                    <a:pt x="531" y="340"/>
                    <a:pt x="531" y="340"/>
                    <a:pt x="531" y="340"/>
                  </a:cubicBezTo>
                  <a:cubicBezTo>
                    <a:pt x="583" y="391"/>
                    <a:pt x="583" y="391"/>
                    <a:pt x="583" y="391"/>
                  </a:cubicBezTo>
                  <a:cubicBezTo>
                    <a:pt x="544" y="430"/>
                    <a:pt x="544" y="430"/>
                    <a:pt x="544" y="430"/>
                  </a:cubicBezTo>
                  <a:cubicBezTo>
                    <a:pt x="544" y="432"/>
                    <a:pt x="544" y="432"/>
                    <a:pt x="542" y="432"/>
                  </a:cubicBezTo>
                  <a:cubicBezTo>
                    <a:pt x="542" y="433"/>
                    <a:pt x="542" y="433"/>
                    <a:pt x="541" y="435"/>
                  </a:cubicBezTo>
                  <a:cubicBezTo>
                    <a:pt x="541" y="436"/>
                    <a:pt x="541" y="436"/>
                    <a:pt x="540" y="437"/>
                  </a:cubicBezTo>
                  <a:cubicBezTo>
                    <a:pt x="540" y="437"/>
                    <a:pt x="540" y="439"/>
                    <a:pt x="540" y="440"/>
                  </a:cubicBezTo>
                  <a:cubicBezTo>
                    <a:pt x="540" y="440"/>
                    <a:pt x="540" y="442"/>
                    <a:pt x="540" y="443"/>
                  </a:cubicBezTo>
                  <a:cubicBezTo>
                    <a:pt x="540" y="443"/>
                    <a:pt x="540" y="444"/>
                    <a:pt x="540" y="446"/>
                  </a:cubicBezTo>
                  <a:cubicBezTo>
                    <a:pt x="541" y="446"/>
                    <a:pt x="541" y="447"/>
                    <a:pt x="541" y="449"/>
                  </a:cubicBezTo>
                  <a:cubicBezTo>
                    <a:pt x="541" y="449"/>
                    <a:pt x="541" y="449"/>
                    <a:pt x="541" y="450"/>
                  </a:cubicBezTo>
                  <a:cubicBezTo>
                    <a:pt x="555" y="470"/>
                    <a:pt x="565" y="493"/>
                    <a:pt x="570" y="517"/>
                  </a:cubicBezTo>
                  <a:lnTo>
                    <a:pt x="570" y="517"/>
                  </a:lnTo>
                  <a:cubicBezTo>
                    <a:pt x="570" y="518"/>
                    <a:pt x="572" y="520"/>
                    <a:pt x="572" y="521"/>
                  </a:cubicBezTo>
                  <a:cubicBezTo>
                    <a:pt x="572" y="523"/>
                    <a:pt x="573" y="523"/>
                    <a:pt x="573" y="523"/>
                  </a:cubicBezTo>
                  <a:cubicBezTo>
                    <a:pt x="573" y="524"/>
                    <a:pt x="574" y="524"/>
                    <a:pt x="576" y="525"/>
                  </a:cubicBezTo>
                  <a:lnTo>
                    <a:pt x="577" y="527"/>
                  </a:lnTo>
                  <a:cubicBezTo>
                    <a:pt x="579" y="527"/>
                    <a:pt x="579" y="527"/>
                    <a:pt x="580" y="528"/>
                  </a:cubicBezTo>
                  <a:cubicBezTo>
                    <a:pt x="581" y="528"/>
                    <a:pt x="583" y="528"/>
                    <a:pt x="583" y="528"/>
                  </a:cubicBezTo>
                  <a:cubicBezTo>
                    <a:pt x="584" y="528"/>
                    <a:pt x="584" y="528"/>
                    <a:pt x="584" y="528"/>
                  </a:cubicBezTo>
                  <a:cubicBezTo>
                    <a:pt x="640" y="528"/>
                    <a:pt x="640" y="528"/>
                    <a:pt x="640" y="528"/>
                  </a:cubicBezTo>
                  <a:cubicBezTo>
                    <a:pt x="640" y="566"/>
                    <a:pt x="640" y="566"/>
                    <a:pt x="640" y="566"/>
                  </a:cubicBezTo>
                  <a:cubicBezTo>
                    <a:pt x="488" y="566"/>
                    <a:pt x="488" y="566"/>
                    <a:pt x="488" y="566"/>
                  </a:cubicBezTo>
                  <a:cubicBezTo>
                    <a:pt x="488" y="530"/>
                    <a:pt x="474" y="496"/>
                    <a:pt x="450" y="472"/>
                  </a:cubicBezTo>
                  <a:close/>
                  <a:moveTo>
                    <a:pt x="669" y="566"/>
                  </a:moveTo>
                  <a:lnTo>
                    <a:pt x="669" y="566"/>
                  </a:lnTo>
                  <a:lnTo>
                    <a:pt x="669" y="566"/>
                  </a:lnTo>
                  <a:cubicBezTo>
                    <a:pt x="669" y="514"/>
                    <a:pt x="669" y="514"/>
                    <a:pt x="669" y="514"/>
                  </a:cubicBezTo>
                  <a:cubicBezTo>
                    <a:pt x="669" y="510"/>
                    <a:pt x="668" y="506"/>
                    <a:pt x="665" y="503"/>
                  </a:cubicBezTo>
                  <a:cubicBezTo>
                    <a:pt x="662" y="500"/>
                    <a:pt x="658" y="499"/>
                    <a:pt x="655" y="499"/>
                  </a:cubicBezTo>
                  <a:cubicBezTo>
                    <a:pt x="595" y="499"/>
                    <a:pt x="595" y="499"/>
                    <a:pt x="595" y="499"/>
                  </a:cubicBezTo>
                  <a:cubicBezTo>
                    <a:pt x="590" y="479"/>
                    <a:pt x="583" y="461"/>
                    <a:pt x="573" y="444"/>
                  </a:cubicBezTo>
                  <a:cubicBezTo>
                    <a:pt x="615" y="403"/>
                    <a:pt x="615" y="403"/>
                    <a:pt x="615" y="403"/>
                  </a:cubicBezTo>
                  <a:cubicBezTo>
                    <a:pt x="618" y="400"/>
                    <a:pt x="619" y="396"/>
                    <a:pt x="619" y="391"/>
                  </a:cubicBezTo>
                  <a:cubicBezTo>
                    <a:pt x="619" y="387"/>
                    <a:pt x="618" y="384"/>
                    <a:pt x="615" y="382"/>
                  </a:cubicBezTo>
                  <a:cubicBezTo>
                    <a:pt x="541" y="308"/>
                    <a:pt x="541" y="308"/>
                    <a:pt x="541" y="308"/>
                  </a:cubicBezTo>
                  <a:cubicBezTo>
                    <a:pt x="538" y="305"/>
                    <a:pt x="535" y="304"/>
                    <a:pt x="531" y="304"/>
                  </a:cubicBezTo>
                  <a:cubicBezTo>
                    <a:pt x="527" y="304"/>
                    <a:pt x="523" y="305"/>
                    <a:pt x="520" y="308"/>
                  </a:cubicBezTo>
                  <a:cubicBezTo>
                    <a:pt x="478" y="350"/>
                    <a:pt x="478" y="350"/>
                    <a:pt x="478" y="350"/>
                  </a:cubicBezTo>
                  <a:cubicBezTo>
                    <a:pt x="462" y="340"/>
                    <a:pt x="443" y="333"/>
                    <a:pt x="424" y="327"/>
                  </a:cubicBezTo>
                  <a:cubicBezTo>
                    <a:pt x="424" y="267"/>
                    <a:pt x="424" y="267"/>
                    <a:pt x="424" y="267"/>
                  </a:cubicBezTo>
                  <a:cubicBezTo>
                    <a:pt x="424" y="265"/>
                    <a:pt x="422" y="260"/>
                    <a:pt x="420" y="258"/>
                  </a:cubicBezTo>
                  <a:cubicBezTo>
                    <a:pt x="417" y="255"/>
                    <a:pt x="413" y="253"/>
                    <a:pt x="409" y="253"/>
                  </a:cubicBezTo>
                  <a:cubicBezTo>
                    <a:pt x="305" y="253"/>
                    <a:pt x="305" y="253"/>
                    <a:pt x="305" y="253"/>
                  </a:cubicBezTo>
                  <a:cubicBezTo>
                    <a:pt x="301" y="253"/>
                    <a:pt x="298" y="255"/>
                    <a:pt x="296" y="258"/>
                  </a:cubicBezTo>
                  <a:cubicBezTo>
                    <a:pt x="293" y="260"/>
                    <a:pt x="291" y="265"/>
                    <a:pt x="291" y="267"/>
                  </a:cubicBezTo>
                  <a:cubicBezTo>
                    <a:pt x="291" y="327"/>
                    <a:pt x="291" y="327"/>
                    <a:pt x="291" y="327"/>
                  </a:cubicBezTo>
                  <a:cubicBezTo>
                    <a:pt x="272" y="333"/>
                    <a:pt x="252" y="340"/>
                    <a:pt x="236" y="350"/>
                  </a:cubicBezTo>
                  <a:cubicBezTo>
                    <a:pt x="194" y="308"/>
                    <a:pt x="194" y="308"/>
                    <a:pt x="194" y="308"/>
                  </a:cubicBezTo>
                  <a:cubicBezTo>
                    <a:pt x="191" y="305"/>
                    <a:pt x="187" y="304"/>
                    <a:pt x="184" y="304"/>
                  </a:cubicBezTo>
                  <a:cubicBezTo>
                    <a:pt x="180" y="304"/>
                    <a:pt x="176" y="305"/>
                    <a:pt x="173" y="308"/>
                  </a:cubicBezTo>
                  <a:cubicBezTo>
                    <a:pt x="100" y="382"/>
                    <a:pt x="100" y="382"/>
                    <a:pt x="100" y="382"/>
                  </a:cubicBezTo>
                  <a:cubicBezTo>
                    <a:pt x="98" y="384"/>
                    <a:pt x="95" y="387"/>
                    <a:pt x="95" y="391"/>
                  </a:cubicBezTo>
                  <a:cubicBezTo>
                    <a:pt x="95" y="396"/>
                    <a:pt x="98" y="400"/>
                    <a:pt x="100" y="403"/>
                  </a:cubicBezTo>
                  <a:cubicBezTo>
                    <a:pt x="142" y="444"/>
                    <a:pt x="142" y="444"/>
                    <a:pt x="142" y="444"/>
                  </a:cubicBezTo>
                  <a:cubicBezTo>
                    <a:pt x="132" y="461"/>
                    <a:pt x="124" y="479"/>
                    <a:pt x="118" y="499"/>
                  </a:cubicBezTo>
                  <a:cubicBezTo>
                    <a:pt x="60" y="499"/>
                    <a:pt x="60" y="499"/>
                    <a:pt x="60" y="499"/>
                  </a:cubicBezTo>
                  <a:cubicBezTo>
                    <a:pt x="56" y="499"/>
                    <a:pt x="51" y="500"/>
                    <a:pt x="49" y="503"/>
                  </a:cubicBezTo>
                  <a:cubicBezTo>
                    <a:pt x="46" y="506"/>
                    <a:pt x="45" y="510"/>
                    <a:pt x="45" y="514"/>
                  </a:cubicBezTo>
                  <a:cubicBezTo>
                    <a:pt x="45" y="566"/>
                    <a:pt x="45" y="566"/>
                    <a:pt x="45" y="566"/>
                  </a:cubicBezTo>
                  <a:cubicBezTo>
                    <a:pt x="36" y="566"/>
                    <a:pt x="31" y="559"/>
                    <a:pt x="31" y="550"/>
                  </a:cubicBezTo>
                  <a:cubicBezTo>
                    <a:pt x="31" y="149"/>
                    <a:pt x="31" y="149"/>
                    <a:pt x="31" y="149"/>
                  </a:cubicBezTo>
                  <a:cubicBezTo>
                    <a:pt x="685" y="149"/>
                    <a:pt x="685" y="149"/>
                    <a:pt x="685" y="149"/>
                  </a:cubicBezTo>
                  <a:cubicBezTo>
                    <a:pt x="685" y="550"/>
                    <a:pt x="685" y="550"/>
                    <a:pt x="685" y="550"/>
                  </a:cubicBezTo>
                  <a:cubicBezTo>
                    <a:pt x="685" y="559"/>
                    <a:pt x="678" y="566"/>
                    <a:pt x="669" y="56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6" name="Freeform 249">
              <a:extLst>
                <a:ext uri="{FF2B5EF4-FFF2-40B4-BE49-F238E27FC236}">
                  <a16:creationId xmlns:a16="http://schemas.microsoft.com/office/drawing/2014/main" id="{A5EB47FC-1832-BFDE-335F-F798234CBECB}"/>
                </a:ext>
              </a:extLst>
            </p:cNvPr>
            <p:cNvSpPr>
              <a:spLocks noChangeArrowheads="1"/>
            </p:cNvSpPr>
            <p:nvPr/>
          </p:nvSpPr>
          <p:spPr bwMode="auto">
            <a:xfrm>
              <a:off x="2163763" y="2420938"/>
              <a:ext cx="11112" cy="11112"/>
            </a:xfrm>
            <a:custGeom>
              <a:avLst/>
              <a:gdLst>
                <a:gd name="T0" fmla="*/ 16 w 32"/>
                <a:gd name="T1" fmla="*/ 29 h 30"/>
                <a:gd name="T2" fmla="*/ 16 w 32"/>
                <a:gd name="T3" fmla="*/ 29 h 30"/>
                <a:gd name="T4" fmla="*/ 31 w 32"/>
                <a:gd name="T5" fmla="*/ 15 h 30"/>
                <a:gd name="T6" fmla="*/ 16 w 32"/>
                <a:gd name="T7" fmla="*/ 0 h 30"/>
                <a:gd name="T8" fmla="*/ 0 w 32"/>
                <a:gd name="T9" fmla="*/ 15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3"/>
                    <a:pt x="31" y="15"/>
                  </a:cubicBezTo>
                  <a:cubicBezTo>
                    <a:pt x="31" y="7"/>
                    <a:pt x="24" y="0"/>
                    <a:pt x="16" y="0"/>
                  </a:cubicBezTo>
                  <a:cubicBezTo>
                    <a:pt x="7" y="0"/>
                    <a:pt x="0" y="7"/>
                    <a:pt x="0" y="15"/>
                  </a:cubicBezTo>
                  <a:cubicBezTo>
                    <a:pt x="0" y="23"/>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7" name="Freeform 250">
              <a:extLst>
                <a:ext uri="{FF2B5EF4-FFF2-40B4-BE49-F238E27FC236}">
                  <a16:creationId xmlns:a16="http://schemas.microsoft.com/office/drawing/2014/main" id="{57B7105B-B605-D95F-889B-F3798A8BA780}"/>
                </a:ext>
              </a:extLst>
            </p:cNvPr>
            <p:cNvSpPr>
              <a:spLocks noChangeArrowheads="1"/>
            </p:cNvSpPr>
            <p:nvPr/>
          </p:nvSpPr>
          <p:spPr bwMode="auto">
            <a:xfrm>
              <a:off x="2185988" y="2420938"/>
              <a:ext cx="11112" cy="11112"/>
            </a:xfrm>
            <a:custGeom>
              <a:avLst/>
              <a:gdLst>
                <a:gd name="T0" fmla="*/ 15 w 30"/>
                <a:gd name="T1" fmla="*/ 29 h 30"/>
                <a:gd name="T2" fmla="*/ 15 w 30"/>
                <a:gd name="T3" fmla="*/ 29 h 30"/>
                <a:gd name="T4" fmla="*/ 29 w 30"/>
                <a:gd name="T5" fmla="*/ 15 h 30"/>
                <a:gd name="T6" fmla="*/ 15 w 30"/>
                <a:gd name="T7" fmla="*/ 0 h 30"/>
                <a:gd name="T8" fmla="*/ 0 w 30"/>
                <a:gd name="T9" fmla="*/ 15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2" y="29"/>
                    <a:pt x="29" y="23"/>
                    <a:pt x="29" y="15"/>
                  </a:cubicBezTo>
                  <a:cubicBezTo>
                    <a:pt x="29" y="7"/>
                    <a:pt x="22"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8" name="Freeform 251">
              <a:extLst>
                <a:ext uri="{FF2B5EF4-FFF2-40B4-BE49-F238E27FC236}">
                  <a16:creationId xmlns:a16="http://schemas.microsoft.com/office/drawing/2014/main" id="{F4E444AB-F68A-D259-A5FF-A780DC27ABFE}"/>
                </a:ext>
              </a:extLst>
            </p:cNvPr>
            <p:cNvSpPr>
              <a:spLocks noChangeArrowheads="1"/>
            </p:cNvSpPr>
            <p:nvPr/>
          </p:nvSpPr>
          <p:spPr bwMode="auto">
            <a:xfrm>
              <a:off x="2208213" y="2420938"/>
              <a:ext cx="11112"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09" name="Freeform 252">
            <a:extLst>
              <a:ext uri="{FF2B5EF4-FFF2-40B4-BE49-F238E27FC236}">
                <a16:creationId xmlns:a16="http://schemas.microsoft.com/office/drawing/2014/main" id="{1240182D-0E21-5075-0143-DECF10030BFE}"/>
              </a:ext>
            </a:extLst>
          </p:cNvPr>
          <p:cNvSpPr>
            <a:spLocks noChangeArrowheads="1"/>
          </p:cNvSpPr>
          <p:nvPr/>
        </p:nvSpPr>
        <p:spPr bwMode="auto">
          <a:xfrm>
            <a:off x="3739231" y="2035076"/>
            <a:ext cx="139700" cy="257175"/>
          </a:xfrm>
          <a:custGeom>
            <a:avLst/>
            <a:gdLst>
              <a:gd name="T0" fmla="*/ 372 w 388"/>
              <a:gd name="T1" fmla="*/ 120 h 715"/>
              <a:gd name="T2" fmla="*/ 387 w 388"/>
              <a:gd name="T3" fmla="*/ 105 h 715"/>
              <a:gd name="T4" fmla="*/ 104 w 388"/>
              <a:gd name="T5" fmla="*/ 0 h 715"/>
              <a:gd name="T6" fmla="*/ 4 w 388"/>
              <a:gd name="T7" fmla="*/ 116 h 715"/>
              <a:gd name="T8" fmla="*/ 149 w 388"/>
              <a:gd name="T9" fmla="*/ 120 h 715"/>
              <a:gd name="T10" fmla="*/ 15 w 388"/>
              <a:gd name="T11" fmla="*/ 179 h 715"/>
              <a:gd name="T12" fmla="*/ 0 w 388"/>
              <a:gd name="T13" fmla="*/ 194 h 715"/>
              <a:gd name="T14" fmla="*/ 178 w 388"/>
              <a:gd name="T15" fmla="*/ 299 h 715"/>
              <a:gd name="T16" fmla="*/ 164 w 388"/>
              <a:gd name="T17" fmla="*/ 328 h 715"/>
              <a:gd name="T18" fmla="*/ 119 w 388"/>
              <a:gd name="T19" fmla="*/ 670 h 715"/>
              <a:gd name="T20" fmla="*/ 223 w 388"/>
              <a:gd name="T21" fmla="*/ 714 h 715"/>
              <a:gd name="T22" fmla="*/ 267 w 388"/>
              <a:gd name="T23" fmla="*/ 373 h 715"/>
              <a:gd name="T24" fmla="*/ 209 w 388"/>
              <a:gd name="T25" fmla="*/ 328 h 715"/>
              <a:gd name="T26" fmla="*/ 283 w 388"/>
              <a:gd name="T27" fmla="*/ 299 h 715"/>
              <a:gd name="T28" fmla="*/ 382 w 388"/>
              <a:gd name="T29" fmla="*/ 184 h 715"/>
              <a:gd name="T30" fmla="*/ 238 w 388"/>
              <a:gd name="T31" fmla="*/ 179 h 715"/>
              <a:gd name="T32" fmla="*/ 372 w 388"/>
              <a:gd name="T33" fmla="*/ 120 h 715"/>
              <a:gd name="T34" fmla="*/ 238 w 388"/>
              <a:gd name="T35" fmla="*/ 373 h 715"/>
              <a:gd name="T36" fmla="*/ 223 w 388"/>
              <a:gd name="T37" fmla="*/ 685 h 715"/>
              <a:gd name="T38" fmla="*/ 149 w 388"/>
              <a:gd name="T39" fmla="*/ 670 h 715"/>
              <a:gd name="T40" fmla="*/ 164 w 388"/>
              <a:gd name="T41" fmla="*/ 357 h 715"/>
              <a:gd name="T42" fmla="*/ 238 w 388"/>
              <a:gd name="T43" fmla="*/ 373 h 715"/>
              <a:gd name="T44" fmla="*/ 104 w 388"/>
              <a:gd name="T45" fmla="*/ 31 h 715"/>
              <a:gd name="T46" fmla="*/ 336 w 388"/>
              <a:gd name="T47" fmla="*/ 52 h 715"/>
              <a:gd name="T48" fmla="*/ 223 w 388"/>
              <a:gd name="T49" fmla="*/ 90 h 715"/>
              <a:gd name="T50" fmla="*/ 32 w 388"/>
              <a:gd name="T51" fmla="*/ 90 h 715"/>
              <a:gd name="T52" fmla="*/ 104 w 388"/>
              <a:gd name="T53" fmla="*/ 31 h 715"/>
              <a:gd name="T54" fmla="*/ 283 w 388"/>
              <a:gd name="T55" fmla="*/ 268 h 715"/>
              <a:gd name="T56" fmla="*/ 51 w 388"/>
              <a:gd name="T57" fmla="*/ 247 h 715"/>
              <a:gd name="T58" fmla="*/ 164 w 388"/>
              <a:gd name="T59" fmla="*/ 209 h 715"/>
              <a:gd name="T60" fmla="*/ 355 w 388"/>
              <a:gd name="T61" fmla="*/ 209 h 715"/>
              <a:gd name="T62" fmla="*/ 283 w 388"/>
              <a:gd name="T63" fmla="*/ 268 h 715"/>
              <a:gd name="T64" fmla="*/ 209 w 388"/>
              <a:gd name="T65" fmla="*/ 179 h 715"/>
              <a:gd name="T66" fmla="*/ 178 w 388"/>
              <a:gd name="T67" fmla="*/ 120 h 715"/>
              <a:gd name="T68" fmla="*/ 209 w 388"/>
              <a:gd name="T69" fmla="*/ 17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388" h="715">
                <a:moveTo>
                  <a:pt x="372" y="120"/>
                </a:moveTo>
                <a:lnTo>
                  <a:pt x="372" y="120"/>
                </a:lnTo>
                <a:cubicBezTo>
                  <a:pt x="376" y="120"/>
                  <a:pt x="380" y="119"/>
                  <a:pt x="382" y="116"/>
                </a:cubicBezTo>
                <a:cubicBezTo>
                  <a:pt x="384" y="113"/>
                  <a:pt x="387" y="109"/>
                  <a:pt x="387" y="105"/>
                </a:cubicBezTo>
                <a:cubicBezTo>
                  <a:pt x="387" y="48"/>
                  <a:pt x="340" y="0"/>
                  <a:pt x="283" y="0"/>
                </a:cubicBezTo>
                <a:cubicBezTo>
                  <a:pt x="104" y="0"/>
                  <a:pt x="104" y="0"/>
                  <a:pt x="104" y="0"/>
                </a:cubicBezTo>
                <a:cubicBezTo>
                  <a:pt x="47" y="0"/>
                  <a:pt x="0" y="48"/>
                  <a:pt x="0" y="105"/>
                </a:cubicBezTo>
                <a:cubicBezTo>
                  <a:pt x="0" y="109"/>
                  <a:pt x="1" y="113"/>
                  <a:pt x="4" y="116"/>
                </a:cubicBezTo>
                <a:cubicBezTo>
                  <a:pt x="6" y="119"/>
                  <a:pt x="11" y="120"/>
                  <a:pt x="15" y="120"/>
                </a:cubicBezTo>
                <a:cubicBezTo>
                  <a:pt x="149" y="120"/>
                  <a:pt x="149" y="120"/>
                  <a:pt x="149" y="120"/>
                </a:cubicBezTo>
                <a:cubicBezTo>
                  <a:pt x="149" y="179"/>
                  <a:pt x="149" y="179"/>
                  <a:pt x="149" y="179"/>
                </a:cubicBezTo>
                <a:cubicBezTo>
                  <a:pt x="15" y="179"/>
                  <a:pt x="15" y="179"/>
                  <a:pt x="15" y="179"/>
                </a:cubicBezTo>
                <a:cubicBezTo>
                  <a:pt x="11" y="179"/>
                  <a:pt x="6" y="182"/>
                  <a:pt x="4" y="184"/>
                </a:cubicBezTo>
                <a:cubicBezTo>
                  <a:pt x="1" y="187"/>
                  <a:pt x="0" y="190"/>
                  <a:pt x="0" y="194"/>
                </a:cubicBezTo>
                <a:cubicBezTo>
                  <a:pt x="0" y="251"/>
                  <a:pt x="47" y="299"/>
                  <a:pt x="104" y="299"/>
                </a:cubicBezTo>
                <a:cubicBezTo>
                  <a:pt x="178" y="299"/>
                  <a:pt x="178" y="299"/>
                  <a:pt x="178" y="299"/>
                </a:cubicBezTo>
                <a:cubicBezTo>
                  <a:pt x="178" y="328"/>
                  <a:pt x="178" y="328"/>
                  <a:pt x="178" y="328"/>
                </a:cubicBezTo>
                <a:cubicBezTo>
                  <a:pt x="164" y="328"/>
                  <a:pt x="164" y="328"/>
                  <a:pt x="164" y="328"/>
                </a:cubicBezTo>
                <a:cubicBezTo>
                  <a:pt x="139" y="328"/>
                  <a:pt x="119" y="348"/>
                  <a:pt x="119" y="373"/>
                </a:cubicBezTo>
                <a:cubicBezTo>
                  <a:pt x="119" y="670"/>
                  <a:pt x="119" y="670"/>
                  <a:pt x="119" y="670"/>
                </a:cubicBezTo>
                <a:cubicBezTo>
                  <a:pt x="119" y="695"/>
                  <a:pt x="139" y="714"/>
                  <a:pt x="164" y="714"/>
                </a:cubicBezTo>
                <a:cubicBezTo>
                  <a:pt x="223" y="714"/>
                  <a:pt x="223" y="714"/>
                  <a:pt x="223" y="714"/>
                </a:cubicBezTo>
                <a:cubicBezTo>
                  <a:pt x="248" y="714"/>
                  <a:pt x="267" y="695"/>
                  <a:pt x="267" y="670"/>
                </a:cubicBezTo>
                <a:cubicBezTo>
                  <a:pt x="267" y="373"/>
                  <a:pt x="267" y="373"/>
                  <a:pt x="267" y="373"/>
                </a:cubicBezTo>
                <a:cubicBezTo>
                  <a:pt x="267" y="348"/>
                  <a:pt x="248" y="328"/>
                  <a:pt x="223" y="328"/>
                </a:cubicBezTo>
                <a:cubicBezTo>
                  <a:pt x="209" y="328"/>
                  <a:pt x="209" y="328"/>
                  <a:pt x="209" y="328"/>
                </a:cubicBezTo>
                <a:cubicBezTo>
                  <a:pt x="209" y="299"/>
                  <a:pt x="209" y="299"/>
                  <a:pt x="209" y="299"/>
                </a:cubicBezTo>
                <a:cubicBezTo>
                  <a:pt x="283" y="299"/>
                  <a:pt x="283" y="299"/>
                  <a:pt x="283" y="299"/>
                </a:cubicBezTo>
                <a:cubicBezTo>
                  <a:pt x="340" y="299"/>
                  <a:pt x="387" y="251"/>
                  <a:pt x="387" y="194"/>
                </a:cubicBezTo>
                <a:cubicBezTo>
                  <a:pt x="387" y="190"/>
                  <a:pt x="384" y="187"/>
                  <a:pt x="382" y="184"/>
                </a:cubicBezTo>
                <a:cubicBezTo>
                  <a:pt x="380" y="182"/>
                  <a:pt x="376" y="179"/>
                  <a:pt x="372" y="179"/>
                </a:cubicBezTo>
                <a:cubicBezTo>
                  <a:pt x="238" y="179"/>
                  <a:pt x="238" y="179"/>
                  <a:pt x="238" y="179"/>
                </a:cubicBezTo>
                <a:cubicBezTo>
                  <a:pt x="238" y="120"/>
                  <a:pt x="238" y="120"/>
                  <a:pt x="238" y="120"/>
                </a:cubicBezTo>
                <a:lnTo>
                  <a:pt x="372" y="120"/>
                </a:lnTo>
                <a:close/>
                <a:moveTo>
                  <a:pt x="238" y="373"/>
                </a:moveTo>
                <a:lnTo>
                  <a:pt x="238" y="373"/>
                </a:lnTo>
                <a:cubicBezTo>
                  <a:pt x="238" y="670"/>
                  <a:pt x="238" y="670"/>
                  <a:pt x="238" y="670"/>
                </a:cubicBezTo>
                <a:cubicBezTo>
                  <a:pt x="238" y="678"/>
                  <a:pt x="231" y="685"/>
                  <a:pt x="223" y="685"/>
                </a:cubicBezTo>
                <a:cubicBezTo>
                  <a:pt x="164" y="685"/>
                  <a:pt x="164" y="685"/>
                  <a:pt x="164" y="685"/>
                </a:cubicBezTo>
                <a:cubicBezTo>
                  <a:pt x="156" y="685"/>
                  <a:pt x="149" y="678"/>
                  <a:pt x="149" y="670"/>
                </a:cubicBezTo>
                <a:cubicBezTo>
                  <a:pt x="149" y="373"/>
                  <a:pt x="149" y="373"/>
                  <a:pt x="149" y="373"/>
                </a:cubicBezTo>
                <a:cubicBezTo>
                  <a:pt x="149" y="364"/>
                  <a:pt x="156" y="357"/>
                  <a:pt x="164" y="357"/>
                </a:cubicBezTo>
                <a:cubicBezTo>
                  <a:pt x="223" y="357"/>
                  <a:pt x="223" y="357"/>
                  <a:pt x="223" y="357"/>
                </a:cubicBezTo>
                <a:cubicBezTo>
                  <a:pt x="231" y="357"/>
                  <a:pt x="238" y="364"/>
                  <a:pt x="238" y="373"/>
                </a:cubicBezTo>
                <a:close/>
                <a:moveTo>
                  <a:pt x="104" y="31"/>
                </a:moveTo>
                <a:lnTo>
                  <a:pt x="104" y="31"/>
                </a:lnTo>
                <a:cubicBezTo>
                  <a:pt x="283" y="31"/>
                  <a:pt x="283" y="31"/>
                  <a:pt x="283" y="31"/>
                </a:cubicBezTo>
                <a:cubicBezTo>
                  <a:pt x="304" y="31"/>
                  <a:pt x="322" y="39"/>
                  <a:pt x="336" y="52"/>
                </a:cubicBezTo>
                <a:cubicBezTo>
                  <a:pt x="345" y="63"/>
                  <a:pt x="352" y="76"/>
                  <a:pt x="355" y="90"/>
                </a:cubicBezTo>
                <a:cubicBezTo>
                  <a:pt x="223" y="90"/>
                  <a:pt x="223" y="90"/>
                  <a:pt x="223" y="90"/>
                </a:cubicBezTo>
                <a:cubicBezTo>
                  <a:pt x="164" y="90"/>
                  <a:pt x="164" y="90"/>
                  <a:pt x="164" y="90"/>
                </a:cubicBezTo>
                <a:cubicBezTo>
                  <a:pt x="32" y="90"/>
                  <a:pt x="32" y="90"/>
                  <a:pt x="32" y="90"/>
                </a:cubicBezTo>
                <a:cubicBezTo>
                  <a:pt x="34" y="76"/>
                  <a:pt x="41" y="63"/>
                  <a:pt x="51" y="52"/>
                </a:cubicBezTo>
                <a:cubicBezTo>
                  <a:pt x="65" y="39"/>
                  <a:pt x="83" y="31"/>
                  <a:pt x="104" y="31"/>
                </a:cubicBezTo>
                <a:close/>
                <a:moveTo>
                  <a:pt x="283" y="268"/>
                </a:moveTo>
                <a:lnTo>
                  <a:pt x="283" y="268"/>
                </a:lnTo>
                <a:cubicBezTo>
                  <a:pt x="104" y="268"/>
                  <a:pt x="104" y="268"/>
                  <a:pt x="104" y="268"/>
                </a:cubicBezTo>
                <a:cubicBezTo>
                  <a:pt x="83" y="268"/>
                  <a:pt x="65" y="260"/>
                  <a:pt x="51" y="247"/>
                </a:cubicBezTo>
                <a:cubicBezTo>
                  <a:pt x="41" y="236"/>
                  <a:pt x="34" y="223"/>
                  <a:pt x="32" y="209"/>
                </a:cubicBezTo>
                <a:cubicBezTo>
                  <a:pt x="164" y="209"/>
                  <a:pt x="164" y="209"/>
                  <a:pt x="164" y="209"/>
                </a:cubicBezTo>
                <a:cubicBezTo>
                  <a:pt x="223" y="209"/>
                  <a:pt x="223" y="209"/>
                  <a:pt x="223" y="209"/>
                </a:cubicBezTo>
                <a:cubicBezTo>
                  <a:pt x="355" y="209"/>
                  <a:pt x="355" y="209"/>
                  <a:pt x="355" y="209"/>
                </a:cubicBezTo>
                <a:cubicBezTo>
                  <a:pt x="352" y="223"/>
                  <a:pt x="345" y="236"/>
                  <a:pt x="336" y="247"/>
                </a:cubicBezTo>
                <a:cubicBezTo>
                  <a:pt x="322" y="260"/>
                  <a:pt x="304" y="268"/>
                  <a:pt x="283" y="268"/>
                </a:cubicBezTo>
                <a:close/>
                <a:moveTo>
                  <a:pt x="209" y="179"/>
                </a:moveTo>
                <a:lnTo>
                  <a:pt x="209" y="179"/>
                </a:lnTo>
                <a:cubicBezTo>
                  <a:pt x="178" y="179"/>
                  <a:pt x="178" y="179"/>
                  <a:pt x="178" y="179"/>
                </a:cubicBezTo>
                <a:cubicBezTo>
                  <a:pt x="178" y="120"/>
                  <a:pt x="178" y="120"/>
                  <a:pt x="178" y="120"/>
                </a:cubicBezTo>
                <a:cubicBezTo>
                  <a:pt x="209" y="120"/>
                  <a:pt x="209" y="120"/>
                  <a:pt x="209" y="120"/>
                </a:cubicBezTo>
                <a:lnTo>
                  <a:pt x="209" y="179"/>
                </a:lnTo>
                <a:close/>
              </a:path>
            </a:pathLst>
          </a:custGeom>
          <a:solidFill>
            <a:schemeClr val="accent4"/>
          </a:solidFill>
          <a:ln>
            <a:noFill/>
          </a:ln>
          <a:effectLst/>
        </p:spPr>
        <p:txBody>
          <a:bodyPr wrap="none" anchor="ctr"/>
          <a:lstStyle/>
          <a:p>
            <a:endParaRPr lang="da-DK"/>
          </a:p>
        </p:txBody>
      </p:sp>
      <p:grpSp>
        <p:nvGrpSpPr>
          <p:cNvPr id="310" name="Group 313">
            <a:extLst>
              <a:ext uri="{FF2B5EF4-FFF2-40B4-BE49-F238E27FC236}">
                <a16:creationId xmlns:a16="http://schemas.microsoft.com/office/drawing/2014/main" id="{8543F6FE-817E-8E87-7603-3B84268F23C9}"/>
              </a:ext>
            </a:extLst>
          </p:cNvPr>
          <p:cNvGrpSpPr/>
          <p:nvPr/>
        </p:nvGrpSpPr>
        <p:grpSpPr>
          <a:xfrm>
            <a:off x="2131094" y="2037457"/>
            <a:ext cx="258762" cy="252412"/>
            <a:chOff x="1103313" y="2392363"/>
            <a:chExt cx="258762" cy="252412"/>
          </a:xfrm>
          <a:solidFill>
            <a:schemeClr val="accent4"/>
          </a:solidFill>
        </p:grpSpPr>
        <p:sp>
          <p:nvSpPr>
            <p:cNvPr id="311" name="Freeform 253">
              <a:extLst>
                <a:ext uri="{FF2B5EF4-FFF2-40B4-BE49-F238E27FC236}">
                  <a16:creationId xmlns:a16="http://schemas.microsoft.com/office/drawing/2014/main" id="{AC0D683F-0A56-C9BC-BB28-25BC5A560BF5}"/>
                </a:ext>
              </a:extLst>
            </p:cNvPr>
            <p:cNvSpPr>
              <a:spLocks noChangeArrowheads="1"/>
            </p:cNvSpPr>
            <p:nvPr/>
          </p:nvSpPr>
          <p:spPr bwMode="auto">
            <a:xfrm>
              <a:off x="1325563" y="2578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2" name="Freeform 254">
              <a:extLst>
                <a:ext uri="{FF2B5EF4-FFF2-40B4-BE49-F238E27FC236}">
                  <a16:creationId xmlns:a16="http://schemas.microsoft.com/office/drawing/2014/main" id="{D73E7018-BA88-0F86-A650-8D3DA75967F8}"/>
                </a:ext>
              </a:extLst>
            </p:cNvPr>
            <p:cNvSpPr>
              <a:spLocks noChangeArrowheads="1"/>
            </p:cNvSpPr>
            <p:nvPr/>
          </p:nvSpPr>
          <p:spPr bwMode="auto">
            <a:xfrm>
              <a:off x="1103313" y="2392363"/>
              <a:ext cx="258762" cy="252412"/>
            </a:xfrm>
            <a:custGeom>
              <a:avLst/>
              <a:gdLst>
                <a:gd name="T0" fmla="*/ 710 w 718"/>
                <a:gd name="T1" fmla="*/ 144 h 701"/>
                <a:gd name="T2" fmla="*/ 707 w 718"/>
                <a:gd name="T3" fmla="*/ 138 h 701"/>
                <a:gd name="T4" fmla="*/ 706 w 718"/>
                <a:gd name="T5" fmla="*/ 137 h 701"/>
                <a:gd name="T6" fmla="*/ 700 w 718"/>
                <a:gd name="T7" fmla="*/ 134 h 701"/>
                <a:gd name="T8" fmla="*/ 693 w 718"/>
                <a:gd name="T9" fmla="*/ 133 h 701"/>
                <a:gd name="T10" fmla="*/ 692 w 718"/>
                <a:gd name="T11" fmla="*/ 134 h 701"/>
                <a:gd name="T12" fmla="*/ 686 w 718"/>
                <a:gd name="T13" fmla="*/ 136 h 701"/>
                <a:gd name="T14" fmla="*/ 686 w 718"/>
                <a:gd name="T15" fmla="*/ 137 h 701"/>
                <a:gd name="T16" fmla="*/ 526 w 718"/>
                <a:gd name="T17" fmla="*/ 194 h 701"/>
                <a:gd name="T18" fmla="*/ 582 w 718"/>
                <a:gd name="T19" fmla="*/ 31 h 701"/>
                <a:gd name="T20" fmla="*/ 583 w 718"/>
                <a:gd name="T21" fmla="*/ 28 h 701"/>
                <a:gd name="T22" fmla="*/ 585 w 718"/>
                <a:gd name="T23" fmla="*/ 25 h 701"/>
                <a:gd name="T24" fmla="*/ 585 w 718"/>
                <a:gd name="T25" fmla="*/ 20 h 701"/>
                <a:gd name="T26" fmla="*/ 583 w 718"/>
                <a:gd name="T27" fmla="*/ 14 h 701"/>
                <a:gd name="T28" fmla="*/ 579 w 718"/>
                <a:gd name="T29" fmla="*/ 10 h 701"/>
                <a:gd name="T30" fmla="*/ 576 w 718"/>
                <a:gd name="T31" fmla="*/ 9 h 701"/>
                <a:gd name="T32" fmla="*/ 574 w 718"/>
                <a:gd name="T33" fmla="*/ 7 h 701"/>
                <a:gd name="T34" fmla="*/ 387 w 718"/>
                <a:gd name="T35" fmla="*/ 57 h 701"/>
                <a:gd name="T36" fmla="*/ 335 w 718"/>
                <a:gd name="T37" fmla="*/ 236 h 701"/>
                <a:gd name="T38" fmla="*/ 165 w 718"/>
                <a:gd name="T39" fmla="*/ 191 h 701"/>
                <a:gd name="T40" fmla="*/ 177 w 718"/>
                <a:gd name="T41" fmla="*/ 166 h 701"/>
                <a:gd name="T42" fmla="*/ 148 w 718"/>
                <a:gd name="T43" fmla="*/ 95 h 701"/>
                <a:gd name="T44" fmla="*/ 48 w 718"/>
                <a:gd name="T45" fmla="*/ 56 h 701"/>
                <a:gd name="T46" fmla="*/ 3 w 718"/>
                <a:gd name="T47" fmla="*/ 115 h 701"/>
                <a:gd name="T48" fmla="*/ 53 w 718"/>
                <a:gd name="T49" fmla="*/ 207 h 701"/>
                <a:gd name="T50" fmla="*/ 131 w 718"/>
                <a:gd name="T51" fmla="*/ 223 h 701"/>
                <a:gd name="T52" fmla="*/ 251 w 718"/>
                <a:gd name="T53" fmla="*/ 320 h 701"/>
                <a:gd name="T54" fmla="*/ 48 w 718"/>
                <a:gd name="T55" fmla="*/ 523 h 701"/>
                <a:gd name="T56" fmla="*/ 48 w 718"/>
                <a:gd name="T57" fmla="*/ 670 h 701"/>
                <a:gd name="T58" fmla="*/ 122 w 718"/>
                <a:gd name="T59" fmla="*/ 700 h 701"/>
                <a:gd name="T60" fmla="*/ 196 w 718"/>
                <a:gd name="T61" fmla="*/ 670 h 701"/>
                <a:gd name="T62" fmla="*/ 469 w 718"/>
                <a:gd name="T63" fmla="*/ 664 h 701"/>
                <a:gd name="T64" fmla="*/ 617 w 718"/>
                <a:gd name="T65" fmla="*/ 664 h 701"/>
                <a:gd name="T66" fmla="*/ 617 w 718"/>
                <a:gd name="T67" fmla="*/ 664 h 701"/>
                <a:gd name="T68" fmla="*/ 617 w 718"/>
                <a:gd name="T69" fmla="*/ 664 h 701"/>
                <a:gd name="T70" fmla="*/ 617 w 718"/>
                <a:gd name="T71" fmla="*/ 516 h 701"/>
                <a:gd name="T72" fmla="*/ 525 w 718"/>
                <a:gd name="T73" fmla="*/ 387 h 701"/>
                <a:gd name="T74" fmla="*/ 717 w 718"/>
                <a:gd name="T75" fmla="*/ 194 h 701"/>
                <a:gd name="T76" fmla="*/ 117 w 718"/>
                <a:gd name="T77" fmla="*/ 197 h 701"/>
                <a:gd name="T78" fmla="*/ 69 w 718"/>
                <a:gd name="T79" fmla="*/ 180 h 701"/>
                <a:gd name="T80" fmla="*/ 60 w 718"/>
                <a:gd name="T81" fmla="*/ 84 h 701"/>
                <a:gd name="T82" fmla="*/ 147 w 718"/>
                <a:gd name="T83" fmla="*/ 168 h 701"/>
                <a:gd name="T84" fmla="*/ 133 w 718"/>
                <a:gd name="T85" fmla="*/ 180 h 701"/>
                <a:gd name="T86" fmla="*/ 117 w 718"/>
                <a:gd name="T87" fmla="*/ 197 h 701"/>
                <a:gd name="T88" fmla="*/ 175 w 718"/>
                <a:gd name="T89" fmla="*/ 649 h 701"/>
                <a:gd name="T90" fmla="*/ 69 w 718"/>
                <a:gd name="T91" fmla="*/ 649 h 701"/>
                <a:gd name="T92" fmla="*/ 69 w 718"/>
                <a:gd name="T93" fmla="*/ 544 h 701"/>
                <a:gd name="T94" fmla="*/ 387 w 718"/>
                <a:gd name="T95" fmla="*/ 331 h 701"/>
                <a:gd name="T96" fmla="*/ 324 w 718"/>
                <a:gd name="T97" fmla="*/ 498 h 701"/>
                <a:gd name="T98" fmla="*/ 596 w 718"/>
                <a:gd name="T99" fmla="*/ 537 h 701"/>
                <a:gd name="T100" fmla="*/ 617 w 718"/>
                <a:gd name="T101" fmla="*/ 590 h 701"/>
                <a:gd name="T102" fmla="*/ 596 w 718"/>
                <a:gd name="T103" fmla="*/ 643 h 701"/>
                <a:gd name="T104" fmla="*/ 490 w 718"/>
                <a:gd name="T105" fmla="*/ 643 h 701"/>
                <a:gd name="T106" fmla="*/ 461 w 718"/>
                <a:gd name="T107" fmla="*/ 403 h 701"/>
                <a:gd name="T108" fmla="*/ 639 w 718"/>
                <a:gd name="T109" fmla="*/ 310 h 701"/>
                <a:gd name="T110" fmla="*/ 525 w 718"/>
                <a:gd name="T111" fmla="*/ 357 h 701"/>
                <a:gd name="T112" fmla="*/ 360 w 718"/>
                <a:gd name="T113" fmla="*/ 194 h 701"/>
                <a:gd name="T114" fmla="*/ 523 w 718"/>
                <a:gd name="T115" fmla="*/ 31 h 701"/>
                <a:gd name="T116" fmla="*/ 491 w 718"/>
                <a:gd name="T117" fmla="*/ 90 h 701"/>
                <a:gd name="T118" fmla="*/ 498 w 718"/>
                <a:gd name="T119" fmla="*/ 209 h 701"/>
                <a:gd name="T120" fmla="*/ 611 w 718"/>
                <a:gd name="T121" fmla="*/ 230 h 701"/>
                <a:gd name="T122" fmla="*/ 686 w 718"/>
                <a:gd name="T123" fmla="*/ 175 h 701"/>
                <a:gd name="T124" fmla="*/ 639 w 718"/>
                <a:gd name="T125" fmla="*/ 310 h 7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18" h="701">
                  <a:moveTo>
                    <a:pt x="710" y="144"/>
                  </a:moveTo>
                  <a:lnTo>
                    <a:pt x="710" y="144"/>
                  </a:lnTo>
                  <a:cubicBezTo>
                    <a:pt x="710" y="142"/>
                    <a:pt x="710" y="142"/>
                    <a:pt x="709" y="141"/>
                  </a:cubicBezTo>
                  <a:cubicBezTo>
                    <a:pt x="709" y="140"/>
                    <a:pt x="709" y="140"/>
                    <a:pt x="707" y="138"/>
                  </a:cubicBezTo>
                  <a:lnTo>
                    <a:pt x="707" y="138"/>
                  </a:lnTo>
                  <a:cubicBezTo>
                    <a:pt x="707" y="138"/>
                    <a:pt x="707" y="138"/>
                    <a:pt x="706" y="137"/>
                  </a:cubicBezTo>
                  <a:cubicBezTo>
                    <a:pt x="706" y="137"/>
                    <a:pt x="705" y="136"/>
                    <a:pt x="703" y="136"/>
                  </a:cubicBezTo>
                  <a:cubicBezTo>
                    <a:pt x="703" y="134"/>
                    <a:pt x="702" y="134"/>
                    <a:pt x="700" y="134"/>
                  </a:cubicBezTo>
                  <a:cubicBezTo>
                    <a:pt x="700" y="134"/>
                    <a:pt x="699" y="133"/>
                    <a:pt x="698" y="133"/>
                  </a:cubicBezTo>
                  <a:cubicBezTo>
                    <a:pt x="696" y="133"/>
                    <a:pt x="695" y="133"/>
                    <a:pt x="693" y="133"/>
                  </a:cubicBezTo>
                  <a:cubicBezTo>
                    <a:pt x="693" y="134"/>
                    <a:pt x="693" y="133"/>
                    <a:pt x="692" y="134"/>
                  </a:cubicBezTo>
                  <a:lnTo>
                    <a:pt x="692" y="134"/>
                  </a:lnTo>
                  <a:cubicBezTo>
                    <a:pt x="692" y="134"/>
                    <a:pt x="691" y="134"/>
                    <a:pt x="689" y="136"/>
                  </a:cubicBezTo>
                  <a:cubicBezTo>
                    <a:pt x="689" y="136"/>
                    <a:pt x="688" y="136"/>
                    <a:pt x="686" y="136"/>
                  </a:cubicBezTo>
                  <a:cubicBezTo>
                    <a:pt x="686" y="136"/>
                    <a:pt x="686" y="136"/>
                    <a:pt x="686" y="137"/>
                  </a:cubicBezTo>
                  <a:lnTo>
                    <a:pt x="686" y="137"/>
                  </a:lnTo>
                  <a:cubicBezTo>
                    <a:pt x="608" y="200"/>
                    <a:pt x="608" y="200"/>
                    <a:pt x="608" y="200"/>
                  </a:cubicBezTo>
                  <a:cubicBezTo>
                    <a:pt x="526" y="194"/>
                    <a:pt x="526" y="194"/>
                    <a:pt x="526" y="194"/>
                  </a:cubicBezTo>
                  <a:cubicBezTo>
                    <a:pt x="518" y="105"/>
                    <a:pt x="518" y="105"/>
                    <a:pt x="518" y="105"/>
                  </a:cubicBezTo>
                  <a:cubicBezTo>
                    <a:pt x="582" y="31"/>
                    <a:pt x="582" y="31"/>
                    <a:pt x="582" y="31"/>
                  </a:cubicBezTo>
                  <a:lnTo>
                    <a:pt x="582" y="31"/>
                  </a:lnTo>
                  <a:cubicBezTo>
                    <a:pt x="582" y="31"/>
                    <a:pt x="582" y="30"/>
                    <a:pt x="583" y="28"/>
                  </a:cubicBezTo>
                  <a:cubicBezTo>
                    <a:pt x="583" y="28"/>
                    <a:pt x="585" y="27"/>
                    <a:pt x="585" y="25"/>
                  </a:cubicBezTo>
                  <a:lnTo>
                    <a:pt x="585" y="25"/>
                  </a:lnTo>
                  <a:lnTo>
                    <a:pt x="585" y="24"/>
                  </a:lnTo>
                  <a:cubicBezTo>
                    <a:pt x="585" y="23"/>
                    <a:pt x="585" y="21"/>
                    <a:pt x="585" y="20"/>
                  </a:cubicBezTo>
                  <a:cubicBezTo>
                    <a:pt x="585" y="20"/>
                    <a:pt x="585" y="18"/>
                    <a:pt x="585" y="17"/>
                  </a:cubicBezTo>
                  <a:cubicBezTo>
                    <a:pt x="583" y="17"/>
                    <a:pt x="583" y="16"/>
                    <a:pt x="583" y="14"/>
                  </a:cubicBezTo>
                  <a:cubicBezTo>
                    <a:pt x="583" y="14"/>
                    <a:pt x="582" y="13"/>
                    <a:pt x="580" y="11"/>
                  </a:cubicBezTo>
                  <a:cubicBezTo>
                    <a:pt x="580" y="11"/>
                    <a:pt x="580" y="11"/>
                    <a:pt x="579" y="10"/>
                  </a:cubicBezTo>
                  <a:lnTo>
                    <a:pt x="579" y="10"/>
                  </a:lnTo>
                  <a:cubicBezTo>
                    <a:pt x="579" y="10"/>
                    <a:pt x="578" y="9"/>
                    <a:pt x="576" y="9"/>
                  </a:cubicBezTo>
                  <a:lnTo>
                    <a:pt x="575" y="7"/>
                  </a:lnTo>
                  <a:cubicBezTo>
                    <a:pt x="574" y="7"/>
                    <a:pt x="574" y="7"/>
                    <a:pt x="574" y="7"/>
                  </a:cubicBezTo>
                  <a:cubicBezTo>
                    <a:pt x="558" y="3"/>
                    <a:pt x="540" y="0"/>
                    <a:pt x="523" y="0"/>
                  </a:cubicBezTo>
                  <a:cubicBezTo>
                    <a:pt x="474" y="0"/>
                    <a:pt x="424" y="20"/>
                    <a:pt x="387" y="57"/>
                  </a:cubicBezTo>
                  <a:cubicBezTo>
                    <a:pt x="349" y="95"/>
                    <a:pt x="331" y="144"/>
                    <a:pt x="331" y="194"/>
                  </a:cubicBezTo>
                  <a:cubicBezTo>
                    <a:pt x="331" y="208"/>
                    <a:pt x="332" y="222"/>
                    <a:pt x="335" y="236"/>
                  </a:cubicBezTo>
                  <a:cubicBezTo>
                    <a:pt x="272" y="299"/>
                    <a:pt x="272" y="299"/>
                    <a:pt x="272" y="299"/>
                  </a:cubicBezTo>
                  <a:cubicBezTo>
                    <a:pt x="165" y="191"/>
                    <a:pt x="165" y="191"/>
                    <a:pt x="165" y="191"/>
                  </a:cubicBezTo>
                  <a:cubicBezTo>
                    <a:pt x="173" y="182"/>
                    <a:pt x="173" y="182"/>
                    <a:pt x="173" y="182"/>
                  </a:cubicBezTo>
                  <a:cubicBezTo>
                    <a:pt x="177" y="177"/>
                    <a:pt x="179" y="172"/>
                    <a:pt x="177" y="166"/>
                  </a:cubicBezTo>
                  <a:cubicBezTo>
                    <a:pt x="157" y="103"/>
                    <a:pt x="157" y="103"/>
                    <a:pt x="157" y="103"/>
                  </a:cubicBezTo>
                  <a:cubicBezTo>
                    <a:pt x="155" y="99"/>
                    <a:pt x="152" y="96"/>
                    <a:pt x="148" y="95"/>
                  </a:cubicBezTo>
                  <a:cubicBezTo>
                    <a:pt x="64" y="53"/>
                    <a:pt x="64" y="53"/>
                    <a:pt x="64" y="53"/>
                  </a:cubicBezTo>
                  <a:cubicBezTo>
                    <a:pt x="59" y="50"/>
                    <a:pt x="52" y="52"/>
                    <a:pt x="48" y="56"/>
                  </a:cubicBezTo>
                  <a:cubicBezTo>
                    <a:pt x="6" y="98"/>
                    <a:pt x="6" y="98"/>
                    <a:pt x="6" y="98"/>
                  </a:cubicBezTo>
                  <a:cubicBezTo>
                    <a:pt x="0" y="102"/>
                    <a:pt x="0" y="109"/>
                    <a:pt x="3" y="115"/>
                  </a:cubicBezTo>
                  <a:cubicBezTo>
                    <a:pt x="45" y="200"/>
                    <a:pt x="45" y="200"/>
                    <a:pt x="45" y="200"/>
                  </a:cubicBezTo>
                  <a:cubicBezTo>
                    <a:pt x="46" y="202"/>
                    <a:pt x="49" y="205"/>
                    <a:pt x="53" y="207"/>
                  </a:cubicBezTo>
                  <a:cubicBezTo>
                    <a:pt x="116" y="228"/>
                    <a:pt x="116" y="228"/>
                    <a:pt x="116" y="228"/>
                  </a:cubicBezTo>
                  <a:cubicBezTo>
                    <a:pt x="122" y="229"/>
                    <a:pt x="127" y="228"/>
                    <a:pt x="131" y="223"/>
                  </a:cubicBezTo>
                  <a:cubicBezTo>
                    <a:pt x="144" y="212"/>
                    <a:pt x="144" y="212"/>
                    <a:pt x="144" y="212"/>
                  </a:cubicBezTo>
                  <a:cubicBezTo>
                    <a:pt x="251" y="320"/>
                    <a:pt x="251" y="320"/>
                    <a:pt x="251" y="320"/>
                  </a:cubicBezTo>
                  <a:cubicBezTo>
                    <a:pt x="48" y="523"/>
                    <a:pt x="48" y="523"/>
                    <a:pt x="48" y="523"/>
                  </a:cubicBezTo>
                  <a:lnTo>
                    <a:pt x="48" y="523"/>
                  </a:lnTo>
                  <a:cubicBezTo>
                    <a:pt x="28" y="543"/>
                    <a:pt x="17" y="569"/>
                    <a:pt x="17" y="596"/>
                  </a:cubicBezTo>
                  <a:cubicBezTo>
                    <a:pt x="17" y="622"/>
                    <a:pt x="28" y="649"/>
                    <a:pt x="48" y="670"/>
                  </a:cubicBezTo>
                  <a:lnTo>
                    <a:pt x="48" y="670"/>
                  </a:lnTo>
                  <a:cubicBezTo>
                    <a:pt x="69" y="691"/>
                    <a:pt x="95" y="700"/>
                    <a:pt x="122" y="700"/>
                  </a:cubicBezTo>
                  <a:cubicBezTo>
                    <a:pt x="148" y="700"/>
                    <a:pt x="175" y="691"/>
                    <a:pt x="196" y="670"/>
                  </a:cubicBezTo>
                  <a:lnTo>
                    <a:pt x="196" y="670"/>
                  </a:lnTo>
                  <a:cubicBezTo>
                    <a:pt x="335" y="530"/>
                    <a:pt x="335" y="530"/>
                    <a:pt x="335" y="530"/>
                  </a:cubicBezTo>
                  <a:cubicBezTo>
                    <a:pt x="469" y="664"/>
                    <a:pt x="469" y="664"/>
                    <a:pt x="469" y="664"/>
                  </a:cubicBezTo>
                  <a:cubicBezTo>
                    <a:pt x="490" y="684"/>
                    <a:pt x="516" y="695"/>
                    <a:pt x="543" y="695"/>
                  </a:cubicBezTo>
                  <a:cubicBezTo>
                    <a:pt x="569" y="695"/>
                    <a:pt x="596" y="684"/>
                    <a:pt x="617" y="664"/>
                  </a:cubicBezTo>
                  <a:lnTo>
                    <a:pt x="617" y="664"/>
                  </a:lnTo>
                  <a:lnTo>
                    <a:pt x="617" y="664"/>
                  </a:lnTo>
                  <a:lnTo>
                    <a:pt x="617" y="664"/>
                  </a:lnTo>
                  <a:lnTo>
                    <a:pt x="617" y="664"/>
                  </a:lnTo>
                  <a:cubicBezTo>
                    <a:pt x="636" y="643"/>
                    <a:pt x="647" y="617"/>
                    <a:pt x="647" y="590"/>
                  </a:cubicBezTo>
                  <a:cubicBezTo>
                    <a:pt x="647" y="564"/>
                    <a:pt x="636" y="537"/>
                    <a:pt x="617" y="516"/>
                  </a:cubicBezTo>
                  <a:cubicBezTo>
                    <a:pt x="483" y="382"/>
                    <a:pt x="483" y="382"/>
                    <a:pt x="483" y="382"/>
                  </a:cubicBezTo>
                  <a:cubicBezTo>
                    <a:pt x="495" y="385"/>
                    <a:pt x="509" y="387"/>
                    <a:pt x="525" y="387"/>
                  </a:cubicBezTo>
                  <a:cubicBezTo>
                    <a:pt x="574" y="388"/>
                    <a:pt x="624" y="368"/>
                    <a:pt x="661" y="331"/>
                  </a:cubicBezTo>
                  <a:cubicBezTo>
                    <a:pt x="699" y="293"/>
                    <a:pt x="717" y="243"/>
                    <a:pt x="717" y="194"/>
                  </a:cubicBezTo>
                  <a:cubicBezTo>
                    <a:pt x="717" y="177"/>
                    <a:pt x="716" y="161"/>
                    <a:pt x="710" y="144"/>
                  </a:cubicBezTo>
                  <a:close/>
                  <a:moveTo>
                    <a:pt x="117" y="197"/>
                  </a:moveTo>
                  <a:lnTo>
                    <a:pt x="117" y="197"/>
                  </a:lnTo>
                  <a:cubicBezTo>
                    <a:pt x="69" y="180"/>
                    <a:pt x="69" y="180"/>
                    <a:pt x="69" y="180"/>
                  </a:cubicBezTo>
                  <a:cubicBezTo>
                    <a:pt x="34" y="112"/>
                    <a:pt x="34" y="112"/>
                    <a:pt x="34" y="112"/>
                  </a:cubicBezTo>
                  <a:cubicBezTo>
                    <a:pt x="60" y="84"/>
                    <a:pt x="60" y="84"/>
                    <a:pt x="60" y="84"/>
                  </a:cubicBezTo>
                  <a:cubicBezTo>
                    <a:pt x="130" y="119"/>
                    <a:pt x="130" y="119"/>
                    <a:pt x="130" y="119"/>
                  </a:cubicBezTo>
                  <a:cubicBezTo>
                    <a:pt x="147" y="168"/>
                    <a:pt x="147" y="168"/>
                    <a:pt x="147" y="168"/>
                  </a:cubicBezTo>
                  <a:cubicBezTo>
                    <a:pt x="133" y="180"/>
                    <a:pt x="133" y="180"/>
                    <a:pt x="133" y="180"/>
                  </a:cubicBezTo>
                  <a:lnTo>
                    <a:pt x="133" y="180"/>
                  </a:lnTo>
                  <a:lnTo>
                    <a:pt x="133" y="180"/>
                  </a:lnTo>
                  <a:lnTo>
                    <a:pt x="117" y="197"/>
                  </a:lnTo>
                  <a:close/>
                  <a:moveTo>
                    <a:pt x="175" y="649"/>
                  </a:moveTo>
                  <a:lnTo>
                    <a:pt x="175" y="649"/>
                  </a:lnTo>
                  <a:cubicBezTo>
                    <a:pt x="161" y="663"/>
                    <a:pt x="141" y="671"/>
                    <a:pt x="122" y="671"/>
                  </a:cubicBezTo>
                  <a:cubicBezTo>
                    <a:pt x="103" y="671"/>
                    <a:pt x="84" y="663"/>
                    <a:pt x="69" y="649"/>
                  </a:cubicBezTo>
                  <a:cubicBezTo>
                    <a:pt x="55" y="633"/>
                    <a:pt x="48" y="615"/>
                    <a:pt x="48" y="596"/>
                  </a:cubicBezTo>
                  <a:cubicBezTo>
                    <a:pt x="48" y="578"/>
                    <a:pt x="55" y="558"/>
                    <a:pt x="69" y="544"/>
                  </a:cubicBezTo>
                  <a:cubicBezTo>
                    <a:pt x="345" y="268"/>
                    <a:pt x="345" y="268"/>
                    <a:pt x="345" y="268"/>
                  </a:cubicBezTo>
                  <a:cubicBezTo>
                    <a:pt x="355" y="290"/>
                    <a:pt x="368" y="313"/>
                    <a:pt x="387" y="331"/>
                  </a:cubicBezTo>
                  <a:cubicBezTo>
                    <a:pt x="406" y="349"/>
                    <a:pt x="427" y="363"/>
                    <a:pt x="449" y="373"/>
                  </a:cubicBezTo>
                  <a:cubicBezTo>
                    <a:pt x="324" y="498"/>
                    <a:pt x="324" y="498"/>
                    <a:pt x="324" y="498"/>
                  </a:cubicBezTo>
                  <a:lnTo>
                    <a:pt x="175" y="649"/>
                  </a:lnTo>
                  <a:close/>
                  <a:moveTo>
                    <a:pt x="596" y="537"/>
                  </a:moveTo>
                  <a:lnTo>
                    <a:pt x="596" y="537"/>
                  </a:lnTo>
                  <a:cubicBezTo>
                    <a:pt x="610" y="553"/>
                    <a:pt x="617" y="571"/>
                    <a:pt x="617" y="590"/>
                  </a:cubicBezTo>
                  <a:cubicBezTo>
                    <a:pt x="617" y="610"/>
                    <a:pt x="610" y="628"/>
                    <a:pt x="596" y="643"/>
                  </a:cubicBezTo>
                  <a:lnTo>
                    <a:pt x="596" y="643"/>
                  </a:lnTo>
                  <a:cubicBezTo>
                    <a:pt x="580" y="657"/>
                    <a:pt x="562" y="664"/>
                    <a:pt x="543" y="664"/>
                  </a:cubicBezTo>
                  <a:cubicBezTo>
                    <a:pt x="523" y="664"/>
                    <a:pt x="505" y="657"/>
                    <a:pt x="490" y="643"/>
                  </a:cubicBezTo>
                  <a:cubicBezTo>
                    <a:pt x="356" y="509"/>
                    <a:pt x="356" y="509"/>
                    <a:pt x="356" y="509"/>
                  </a:cubicBezTo>
                  <a:cubicBezTo>
                    <a:pt x="461" y="403"/>
                    <a:pt x="461" y="403"/>
                    <a:pt x="461" y="403"/>
                  </a:cubicBezTo>
                  <a:cubicBezTo>
                    <a:pt x="596" y="537"/>
                    <a:pt x="596" y="537"/>
                    <a:pt x="596" y="537"/>
                  </a:cubicBezTo>
                  <a:close/>
                  <a:moveTo>
                    <a:pt x="639" y="310"/>
                  </a:moveTo>
                  <a:lnTo>
                    <a:pt x="639" y="310"/>
                  </a:lnTo>
                  <a:cubicBezTo>
                    <a:pt x="608" y="342"/>
                    <a:pt x="567" y="357"/>
                    <a:pt x="525" y="357"/>
                  </a:cubicBezTo>
                  <a:cubicBezTo>
                    <a:pt x="481" y="357"/>
                    <a:pt x="440" y="342"/>
                    <a:pt x="409" y="310"/>
                  </a:cubicBezTo>
                  <a:cubicBezTo>
                    <a:pt x="377" y="278"/>
                    <a:pt x="360" y="236"/>
                    <a:pt x="360" y="194"/>
                  </a:cubicBezTo>
                  <a:cubicBezTo>
                    <a:pt x="360" y="152"/>
                    <a:pt x="377" y="110"/>
                    <a:pt x="409" y="78"/>
                  </a:cubicBezTo>
                  <a:cubicBezTo>
                    <a:pt x="440" y="46"/>
                    <a:pt x="481" y="31"/>
                    <a:pt x="523" y="31"/>
                  </a:cubicBezTo>
                  <a:cubicBezTo>
                    <a:pt x="530" y="31"/>
                    <a:pt x="536" y="31"/>
                    <a:pt x="541" y="31"/>
                  </a:cubicBezTo>
                  <a:cubicBezTo>
                    <a:pt x="491" y="90"/>
                    <a:pt x="491" y="90"/>
                    <a:pt x="491" y="90"/>
                  </a:cubicBezTo>
                  <a:cubicBezTo>
                    <a:pt x="488" y="94"/>
                    <a:pt x="488" y="96"/>
                    <a:pt x="488" y="101"/>
                  </a:cubicBezTo>
                  <a:cubicBezTo>
                    <a:pt x="498" y="209"/>
                    <a:pt x="498" y="209"/>
                    <a:pt x="498" y="209"/>
                  </a:cubicBezTo>
                  <a:cubicBezTo>
                    <a:pt x="498" y="216"/>
                    <a:pt x="505" y="222"/>
                    <a:pt x="512" y="222"/>
                  </a:cubicBezTo>
                  <a:cubicBezTo>
                    <a:pt x="611" y="230"/>
                    <a:pt x="611" y="230"/>
                    <a:pt x="611" y="230"/>
                  </a:cubicBezTo>
                  <a:cubicBezTo>
                    <a:pt x="615" y="230"/>
                    <a:pt x="620" y="229"/>
                    <a:pt x="622" y="226"/>
                  </a:cubicBezTo>
                  <a:cubicBezTo>
                    <a:pt x="686" y="175"/>
                    <a:pt x="686" y="175"/>
                    <a:pt x="686" y="175"/>
                  </a:cubicBezTo>
                  <a:cubicBezTo>
                    <a:pt x="686" y="182"/>
                    <a:pt x="688" y="187"/>
                    <a:pt x="688" y="194"/>
                  </a:cubicBezTo>
                  <a:cubicBezTo>
                    <a:pt x="688" y="236"/>
                    <a:pt x="671" y="278"/>
                    <a:pt x="639"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3" name="Group 316">
            <a:extLst>
              <a:ext uri="{FF2B5EF4-FFF2-40B4-BE49-F238E27FC236}">
                <a16:creationId xmlns:a16="http://schemas.microsoft.com/office/drawing/2014/main" id="{D3EF3EDC-E127-6F96-6B46-F33967CB2144}"/>
              </a:ext>
            </a:extLst>
          </p:cNvPr>
          <p:cNvGrpSpPr/>
          <p:nvPr/>
        </p:nvGrpSpPr>
        <p:grpSpPr>
          <a:xfrm>
            <a:off x="2142206" y="1015107"/>
            <a:ext cx="214313" cy="258762"/>
            <a:chOff x="1114425" y="1360488"/>
            <a:chExt cx="214313" cy="258762"/>
          </a:xfrm>
          <a:solidFill>
            <a:schemeClr val="accent4"/>
          </a:solidFill>
        </p:grpSpPr>
        <p:sp>
          <p:nvSpPr>
            <p:cNvPr id="314" name="Freeform 255">
              <a:extLst>
                <a:ext uri="{FF2B5EF4-FFF2-40B4-BE49-F238E27FC236}">
                  <a16:creationId xmlns:a16="http://schemas.microsoft.com/office/drawing/2014/main" id="{63FCC95F-701F-C7F4-C729-0C5D9F66D1A6}"/>
                </a:ext>
              </a:extLst>
            </p:cNvPr>
            <p:cNvSpPr>
              <a:spLocks noChangeArrowheads="1"/>
            </p:cNvSpPr>
            <p:nvPr/>
          </p:nvSpPr>
          <p:spPr bwMode="auto">
            <a:xfrm>
              <a:off x="1114425" y="1365250"/>
              <a:ext cx="117475" cy="254000"/>
            </a:xfrm>
            <a:custGeom>
              <a:avLst/>
              <a:gdLst>
                <a:gd name="T0" fmla="*/ 0 w 328"/>
                <a:gd name="T1" fmla="*/ 152 h 704"/>
                <a:gd name="T2" fmla="*/ 0 w 328"/>
                <a:gd name="T3" fmla="*/ 152 h 704"/>
                <a:gd name="T4" fmla="*/ 90 w 328"/>
                <a:gd name="T5" fmla="*/ 299 h 704"/>
                <a:gd name="T6" fmla="*/ 90 w 328"/>
                <a:gd name="T7" fmla="*/ 629 h 704"/>
                <a:gd name="T8" fmla="*/ 164 w 328"/>
                <a:gd name="T9" fmla="*/ 703 h 704"/>
                <a:gd name="T10" fmla="*/ 237 w 328"/>
                <a:gd name="T11" fmla="*/ 629 h 704"/>
                <a:gd name="T12" fmla="*/ 237 w 328"/>
                <a:gd name="T13" fmla="*/ 299 h 704"/>
                <a:gd name="T14" fmla="*/ 327 w 328"/>
                <a:gd name="T15" fmla="*/ 152 h 704"/>
                <a:gd name="T16" fmla="*/ 229 w 328"/>
                <a:gd name="T17" fmla="*/ 3 h 704"/>
                <a:gd name="T18" fmla="*/ 215 w 328"/>
                <a:gd name="T19" fmla="*/ 4 h 704"/>
                <a:gd name="T20" fmla="*/ 208 w 328"/>
                <a:gd name="T21" fmla="*/ 16 h 704"/>
                <a:gd name="T22" fmla="*/ 208 w 328"/>
                <a:gd name="T23" fmla="*/ 123 h 704"/>
                <a:gd name="T24" fmla="*/ 196 w 328"/>
                <a:gd name="T25" fmla="*/ 155 h 704"/>
                <a:gd name="T26" fmla="*/ 164 w 328"/>
                <a:gd name="T27" fmla="*/ 168 h 704"/>
                <a:gd name="T28" fmla="*/ 131 w 328"/>
                <a:gd name="T29" fmla="*/ 155 h 704"/>
                <a:gd name="T30" fmla="*/ 119 w 328"/>
                <a:gd name="T31" fmla="*/ 123 h 704"/>
                <a:gd name="T32" fmla="*/ 119 w 328"/>
                <a:gd name="T33" fmla="*/ 16 h 704"/>
                <a:gd name="T34" fmla="*/ 112 w 328"/>
                <a:gd name="T35" fmla="*/ 4 h 704"/>
                <a:gd name="T36" fmla="*/ 98 w 328"/>
                <a:gd name="T37" fmla="*/ 3 h 704"/>
                <a:gd name="T38" fmla="*/ 0 w 328"/>
                <a:gd name="T39" fmla="*/ 152 h 704"/>
                <a:gd name="T40" fmla="*/ 90 w 328"/>
                <a:gd name="T41" fmla="*/ 42 h 704"/>
                <a:gd name="T42" fmla="*/ 90 w 328"/>
                <a:gd name="T43" fmla="*/ 42 h 704"/>
                <a:gd name="T44" fmla="*/ 90 w 328"/>
                <a:gd name="T45" fmla="*/ 123 h 704"/>
                <a:gd name="T46" fmla="*/ 164 w 328"/>
                <a:gd name="T47" fmla="*/ 197 h 704"/>
                <a:gd name="T48" fmla="*/ 237 w 328"/>
                <a:gd name="T49" fmla="*/ 123 h 704"/>
                <a:gd name="T50" fmla="*/ 237 w 328"/>
                <a:gd name="T51" fmla="*/ 42 h 704"/>
                <a:gd name="T52" fmla="*/ 297 w 328"/>
                <a:gd name="T53" fmla="*/ 152 h 704"/>
                <a:gd name="T54" fmla="*/ 217 w 328"/>
                <a:gd name="T55" fmla="*/ 276 h 704"/>
                <a:gd name="T56" fmla="*/ 208 w 328"/>
                <a:gd name="T57" fmla="*/ 289 h 704"/>
                <a:gd name="T58" fmla="*/ 208 w 328"/>
                <a:gd name="T59" fmla="*/ 629 h 704"/>
                <a:gd name="T60" fmla="*/ 164 w 328"/>
                <a:gd name="T61" fmla="*/ 674 h 704"/>
                <a:gd name="T62" fmla="*/ 119 w 328"/>
                <a:gd name="T63" fmla="*/ 629 h 704"/>
                <a:gd name="T64" fmla="*/ 119 w 328"/>
                <a:gd name="T65" fmla="*/ 289 h 704"/>
                <a:gd name="T66" fmla="*/ 111 w 328"/>
                <a:gd name="T67" fmla="*/ 276 h 704"/>
                <a:gd name="T68" fmla="*/ 30 w 328"/>
                <a:gd name="T69" fmla="*/ 152 h 704"/>
                <a:gd name="T70" fmla="*/ 90 w 328"/>
                <a:gd name="T71" fmla="*/ 42 h 70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28" h="704">
                  <a:moveTo>
                    <a:pt x="0" y="152"/>
                  </a:moveTo>
                  <a:lnTo>
                    <a:pt x="0" y="152"/>
                  </a:lnTo>
                  <a:cubicBezTo>
                    <a:pt x="0" y="216"/>
                    <a:pt x="37" y="271"/>
                    <a:pt x="90" y="299"/>
                  </a:cubicBezTo>
                  <a:cubicBezTo>
                    <a:pt x="90" y="629"/>
                    <a:pt x="90" y="629"/>
                    <a:pt x="90" y="629"/>
                  </a:cubicBezTo>
                  <a:cubicBezTo>
                    <a:pt x="90" y="670"/>
                    <a:pt x="122" y="703"/>
                    <a:pt x="164" y="703"/>
                  </a:cubicBezTo>
                  <a:cubicBezTo>
                    <a:pt x="204" y="703"/>
                    <a:pt x="237" y="670"/>
                    <a:pt x="237" y="629"/>
                  </a:cubicBezTo>
                  <a:cubicBezTo>
                    <a:pt x="237" y="299"/>
                    <a:pt x="237" y="299"/>
                    <a:pt x="237" y="299"/>
                  </a:cubicBezTo>
                  <a:cubicBezTo>
                    <a:pt x="290" y="271"/>
                    <a:pt x="327" y="216"/>
                    <a:pt x="327" y="152"/>
                  </a:cubicBezTo>
                  <a:cubicBezTo>
                    <a:pt x="327" y="85"/>
                    <a:pt x="286" y="28"/>
                    <a:pt x="229" y="3"/>
                  </a:cubicBezTo>
                  <a:cubicBezTo>
                    <a:pt x="225" y="0"/>
                    <a:pt x="219" y="2"/>
                    <a:pt x="215" y="4"/>
                  </a:cubicBezTo>
                  <a:cubicBezTo>
                    <a:pt x="211" y="6"/>
                    <a:pt x="208" y="11"/>
                    <a:pt x="208" y="16"/>
                  </a:cubicBezTo>
                  <a:cubicBezTo>
                    <a:pt x="208" y="123"/>
                    <a:pt x="208" y="123"/>
                    <a:pt x="208" y="123"/>
                  </a:cubicBezTo>
                  <a:cubicBezTo>
                    <a:pt x="208" y="136"/>
                    <a:pt x="203" y="147"/>
                    <a:pt x="196" y="155"/>
                  </a:cubicBezTo>
                  <a:cubicBezTo>
                    <a:pt x="187" y="162"/>
                    <a:pt x="176" y="168"/>
                    <a:pt x="164" y="168"/>
                  </a:cubicBezTo>
                  <a:cubicBezTo>
                    <a:pt x="151" y="168"/>
                    <a:pt x="140" y="162"/>
                    <a:pt x="131" y="155"/>
                  </a:cubicBezTo>
                  <a:cubicBezTo>
                    <a:pt x="125" y="147"/>
                    <a:pt x="119" y="136"/>
                    <a:pt x="119" y="123"/>
                  </a:cubicBezTo>
                  <a:cubicBezTo>
                    <a:pt x="119" y="16"/>
                    <a:pt x="119" y="16"/>
                    <a:pt x="119" y="16"/>
                  </a:cubicBezTo>
                  <a:cubicBezTo>
                    <a:pt x="119" y="11"/>
                    <a:pt x="116" y="6"/>
                    <a:pt x="112" y="4"/>
                  </a:cubicBezTo>
                  <a:cubicBezTo>
                    <a:pt x="108" y="2"/>
                    <a:pt x="102" y="0"/>
                    <a:pt x="98" y="3"/>
                  </a:cubicBezTo>
                  <a:cubicBezTo>
                    <a:pt x="41" y="28"/>
                    <a:pt x="0" y="85"/>
                    <a:pt x="0" y="152"/>
                  </a:cubicBezTo>
                  <a:close/>
                  <a:moveTo>
                    <a:pt x="90" y="42"/>
                  </a:moveTo>
                  <a:lnTo>
                    <a:pt x="90" y="42"/>
                  </a:lnTo>
                  <a:cubicBezTo>
                    <a:pt x="90" y="123"/>
                    <a:pt x="90" y="123"/>
                    <a:pt x="90" y="123"/>
                  </a:cubicBezTo>
                  <a:cubicBezTo>
                    <a:pt x="90" y="163"/>
                    <a:pt x="123" y="197"/>
                    <a:pt x="164" y="197"/>
                  </a:cubicBezTo>
                  <a:cubicBezTo>
                    <a:pt x="204" y="197"/>
                    <a:pt x="237" y="163"/>
                    <a:pt x="237" y="123"/>
                  </a:cubicBezTo>
                  <a:cubicBezTo>
                    <a:pt x="237" y="42"/>
                    <a:pt x="237" y="42"/>
                    <a:pt x="237" y="42"/>
                  </a:cubicBezTo>
                  <a:cubicBezTo>
                    <a:pt x="274" y="66"/>
                    <a:pt x="297" y="106"/>
                    <a:pt x="297" y="152"/>
                  </a:cubicBezTo>
                  <a:cubicBezTo>
                    <a:pt x="297" y="208"/>
                    <a:pt x="264" y="256"/>
                    <a:pt x="217" y="276"/>
                  </a:cubicBezTo>
                  <a:cubicBezTo>
                    <a:pt x="211" y="278"/>
                    <a:pt x="208" y="283"/>
                    <a:pt x="208" y="289"/>
                  </a:cubicBezTo>
                  <a:cubicBezTo>
                    <a:pt x="208" y="629"/>
                    <a:pt x="208" y="629"/>
                    <a:pt x="208" y="629"/>
                  </a:cubicBezTo>
                  <a:cubicBezTo>
                    <a:pt x="208" y="653"/>
                    <a:pt x="189" y="674"/>
                    <a:pt x="164" y="674"/>
                  </a:cubicBezTo>
                  <a:cubicBezTo>
                    <a:pt x="138" y="674"/>
                    <a:pt x="119" y="653"/>
                    <a:pt x="119" y="629"/>
                  </a:cubicBezTo>
                  <a:cubicBezTo>
                    <a:pt x="119" y="289"/>
                    <a:pt x="119" y="289"/>
                    <a:pt x="119" y="289"/>
                  </a:cubicBezTo>
                  <a:cubicBezTo>
                    <a:pt x="119" y="283"/>
                    <a:pt x="115" y="278"/>
                    <a:pt x="111" y="276"/>
                  </a:cubicBezTo>
                  <a:cubicBezTo>
                    <a:pt x="63" y="256"/>
                    <a:pt x="30" y="208"/>
                    <a:pt x="30" y="152"/>
                  </a:cubicBezTo>
                  <a:cubicBezTo>
                    <a:pt x="30" y="106"/>
                    <a:pt x="53" y="66"/>
                    <a:pt x="90" y="4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5" name="Freeform 256">
              <a:extLst>
                <a:ext uri="{FF2B5EF4-FFF2-40B4-BE49-F238E27FC236}">
                  <a16:creationId xmlns:a16="http://schemas.microsoft.com/office/drawing/2014/main" id="{19E1B499-F660-81A0-246B-528E96315FBE}"/>
                </a:ext>
              </a:extLst>
            </p:cNvPr>
            <p:cNvSpPr>
              <a:spLocks noChangeArrowheads="1"/>
            </p:cNvSpPr>
            <p:nvPr/>
          </p:nvSpPr>
          <p:spPr bwMode="auto">
            <a:xfrm>
              <a:off x="1274763" y="1360488"/>
              <a:ext cx="53975" cy="257175"/>
            </a:xfrm>
            <a:custGeom>
              <a:avLst/>
              <a:gdLst>
                <a:gd name="T0" fmla="*/ 76 w 152"/>
                <a:gd name="T1" fmla="*/ 714 h 715"/>
                <a:gd name="T2" fmla="*/ 76 w 152"/>
                <a:gd name="T3" fmla="*/ 714 h 715"/>
                <a:gd name="T4" fmla="*/ 149 w 152"/>
                <a:gd name="T5" fmla="*/ 640 h 715"/>
                <a:gd name="T6" fmla="*/ 149 w 152"/>
                <a:gd name="T7" fmla="*/ 373 h 715"/>
                <a:gd name="T8" fmla="*/ 145 w 152"/>
                <a:gd name="T9" fmla="*/ 361 h 715"/>
                <a:gd name="T10" fmla="*/ 136 w 152"/>
                <a:gd name="T11" fmla="*/ 357 h 715"/>
                <a:gd name="T12" fmla="*/ 91 w 152"/>
                <a:gd name="T13" fmla="*/ 357 h 715"/>
                <a:gd name="T14" fmla="*/ 91 w 152"/>
                <a:gd name="T15" fmla="*/ 179 h 715"/>
                <a:gd name="T16" fmla="*/ 105 w 152"/>
                <a:gd name="T17" fmla="*/ 179 h 715"/>
                <a:gd name="T18" fmla="*/ 119 w 152"/>
                <a:gd name="T19" fmla="*/ 170 h 715"/>
                <a:gd name="T20" fmla="*/ 148 w 152"/>
                <a:gd name="T21" fmla="*/ 110 h 715"/>
                <a:gd name="T22" fmla="*/ 149 w 152"/>
                <a:gd name="T23" fmla="*/ 99 h 715"/>
                <a:gd name="T24" fmla="*/ 119 w 152"/>
                <a:gd name="T25" fmla="*/ 10 h 715"/>
                <a:gd name="T26" fmla="*/ 105 w 152"/>
                <a:gd name="T27" fmla="*/ 0 h 715"/>
                <a:gd name="T28" fmla="*/ 46 w 152"/>
                <a:gd name="T29" fmla="*/ 0 h 715"/>
                <a:gd name="T30" fmla="*/ 31 w 152"/>
                <a:gd name="T31" fmla="*/ 10 h 715"/>
                <a:gd name="T32" fmla="*/ 2 w 152"/>
                <a:gd name="T33" fmla="*/ 99 h 715"/>
                <a:gd name="T34" fmla="*/ 3 w 152"/>
                <a:gd name="T35" fmla="*/ 110 h 715"/>
                <a:gd name="T36" fmla="*/ 32 w 152"/>
                <a:gd name="T37" fmla="*/ 170 h 715"/>
                <a:gd name="T38" fmla="*/ 46 w 152"/>
                <a:gd name="T39" fmla="*/ 179 h 715"/>
                <a:gd name="T40" fmla="*/ 60 w 152"/>
                <a:gd name="T41" fmla="*/ 179 h 715"/>
                <a:gd name="T42" fmla="*/ 60 w 152"/>
                <a:gd name="T43" fmla="*/ 357 h 715"/>
                <a:gd name="T44" fmla="*/ 16 w 152"/>
                <a:gd name="T45" fmla="*/ 357 h 715"/>
                <a:gd name="T46" fmla="*/ 6 w 152"/>
                <a:gd name="T47" fmla="*/ 361 h 715"/>
                <a:gd name="T48" fmla="*/ 2 w 152"/>
                <a:gd name="T49" fmla="*/ 373 h 715"/>
                <a:gd name="T50" fmla="*/ 2 w 152"/>
                <a:gd name="T51" fmla="*/ 640 h 715"/>
                <a:gd name="T52" fmla="*/ 76 w 152"/>
                <a:gd name="T53" fmla="*/ 714 h 715"/>
                <a:gd name="T54" fmla="*/ 32 w 152"/>
                <a:gd name="T55" fmla="*/ 103 h 715"/>
                <a:gd name="T56" fmla="*/ 32 w 152"/>
                <a:gd name="T57" fmla="*/ 103 h 715"/>
                <a:gd name="T58" fmla="*/ 56 w 152"/>
                <a:gd name="T59" fmla="*/ 29 h 715"/>
                <a:gd name="T60" fmla="*/ 95 w 152"/>
                <a:gd name="T61" fmla="*/ 29 h 715"/>
                <a:gd name="T62" fmla="*/ 119 w 152"/>
                <a:gd name="T63" fmla="*/ 103 h 715"/>
                <a:gd name="T64" fmla="*/ 97 w 152"/>
                <a:gd name="T65" fmla="*/ 149 h 715"/>
                <a:gd name="T66" fmla="*/ 55 w 152"/>
                <a:gd name="T67" fmla="*/ 149 h 715"/>
                <a:gd name="T68" fmla="*/ 32 w 152"/>
                <a:gd name="T69" fmla="*/ 103 h 715"/>
                <a:gd name="T70" fmla="*/ 31 w 152"/>
                <a:gd name="T71" fmla="*/ 386 h 715"/>
                <a:gd name="T72" fmla="*/ 31 w 152"/>
                <a:gd name="T73" fmla="*/ 386 h 715"/>
                <a:gd name="T74" fmla="*/ 120 w 152"/>
                <a:gd name="T75" fmla="*/ 386 h 715"/>
                <a:gd name="T76" fmla="*/ 120 w 152"/>
                <a:gd name="T77" fmla="*/ 640 h 715"/>
                <a:gd name="T78" fmla="*/ 76 w 152"/>
                <a:gd name="T79" fmla="*/ 685 h 715"/>
                <a:gd name="T80" fmla="*/ 31 w 152"/>
                <a:gd name="T81" fmla="*/ 640 h 715"/>
                <a:gd name="T82" fmla="*/ 31 w 152"/>
                <a:gd name="T83" fmla="*/ 38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152" h="715">
                  <a:moveTo>
                    <a:pt x="76" y="714"/>
                  </a:moveTo>
                  <a:lnTo>
                    <a:pt x="76" y="714"/>
                  </a:lnTo>
                  <a:cubicBezTo>
                    <a:pt x="116" y="714"/>
                    <a:pt x="149" y="681"/>
                    <a:pt x="149" y="640"/>
                  </a:cubicBezTo>
                  <a:cubicBezTo>
                    <a:pt x="149" y="373"/>
                    <a:pt x="149" y="373"/>
                    <a:pt x="149" y="373"/>
                  </a:cubicBezTo>
                  <a:cubicBezTo>
                    <a:pt x="149" y="368"/>
                    <a:pt x="148" y="364"/>
                    <a:pt x="145" y="361"/>
                  </a:cubicBezTo>
                  <a:cubicBezTo>
                    <a:pt x="143" y="359"/>
                    <a:pt x="138" y="357"/>
                    <a:pt x="136" y="357"/>
                  </a:cubicBezTo>
                  <a:cubicBezTo>
                    <a:pt x="91" y="357"/>
                    <a:pt x="91" y="357"/>
                    <a:pt x="91" y="357"/>
                  </a:cubicBezTo>
                  <a:cubicBezTo>
                    <a:pt x="91" y="179"/>
                    <a:pt x="91" y="179"/>
                    <a:pt x="91" y="179"/>
                  </a:cubicBezTo>
                  <a:cubicBezTo>
                    <a:pt x="105" y="179"/>
                    <a:pt x="105" y="179"/>
                    <a:pt x="105" y="179"/>
                  </a:cubicBezTo>
                  <a:cubicBezTo>
                    <a:pt x="110" y="179"/>
                    <a:pt x="116" y="176"/>
                    <a:pt x="119" y="170"/>
                  </a:cubicBezTo>
                  <a:cubicBezTo>
                    <a:pt x="148" y="110"/>
                    <a:pt x="148" y="110"/>
                    <a:pt x="148" y="110"/>
                  </a:cubicBezTo>
                  <a:cubicBezTo>
                    <a:pt x="149" y="108"/>
                    <a:pt x="151" y="103"/>
                    <a:pt x="149" y="99"/>
                  </a:cubicBezTo>
                  <a:cubicBezTo>
                    <a:pt x="119" y="10"/>
                    <a:pt x="119" y="10"/>
                    <a:pt x="119" y="10"/>
                  </a:cubicBezTo>
                  <a:cubicBezTo>
                    <a:pt x="117" y="4"/>
                    <a:pt x="112" y="0"/>
                    <a:pt x="105" y="0"/>
                  </a:cubicBezTo>
                  <a:cubicBezTo>
                    <a:pt x="46" y="0"/>
                    <a:pt x="46" y="0"/>
                    <a:pt x="46" y="0"/>
                  </a:cubicBezTo>
                  <a:cubicBezTo>
                    <a:pt x="39" y="0"/>
                    <a:pt x="34" y="4"/>
                    <a:pt x="31" y="10"/>
                  </a:cubicBezTo>
                  <a:cubicBezTo>
                    <a:pt x="2" y="99"/>
                    <a:pt x="2" y="99"/>
                    <a:pt x="2" y="99"/>
                  </a:cubicBezTo>
                  <a:cubicBezTo>
                    <a:pt x="0" y="103"/>
                    <a:pt x="0" y="108"/>
                    <a:pt x="3" y="110"/>
                  </a:cubicBezTo>
                  <a:cubicBezTo>
                    <a:pt x="32" y="170"/>
                    <a:pt x="32" y="170"/>
                    <a:pt x="32" y="170"/>
                  </a:cubicBezTo>
                  <a:cubicBezTo>
                    <a:pt x="35" y="176"/>
                    <a:pt x="41" y="179"/>
                    <a:pt x="46" y="179"/>
                  </a:cubicBezTo>
                  <a:cubicBezTo>
                    <a:pt x="60" y="179"/>
                    <a:pt x="60" y="179"/>
                    <a:pt x="60" y="179"/>
                  </a:cubicBezTo>
                  <a:cubicBezTo>
                    <a:pt x="60" y="357"/>
                    <a:pt x="60" y="357"/>
                    <a:pt x="60" y="357"/>
                  </a:cubicBezTo>
                  <a:cubicBezTo>
                    <a:pt x="16" y="357"/>
                    <a:pt x="16" y="357"/>
                    <a:pt x="16" y="357"/>
                  </a:cubicBezTo>
                  <a:cubicBezTo>
                    <a:pt x="11" y="357"/>
                    <a:pt x="9" y="359"/>
                    <a:pt x="6" y="361"/>
                  </a:cubicBezTo>
                  <a:cubicBezTo>
                    <a:pt x="3" y="364"/>
                    <a:pt x="2" y="368"/>
                    <a:pt x="2" y="373"/>
                  </a:cubicBezTo>
                  <a:cubicBezTo>
                    <a:pt x="2" y="640"/>
                    <a:pt x="2" y="640"/>
                    <a:pt x="2" y="640"/>
                  </a:cubicBezTo>
                  <a:cubicBezTo>
                    <a:pt x="2" y="681"/>
                    <a:pt x="34" y="714"/>
                    <a:pt x="76" y="714"/>
                  </a:cubicBezTo>
                  <a:close/>
                  <a:moveTo>
                    <a:pt x="32" y="103"/>
                  </a:moveTo>
                  <a:lnTo>
                    <a:pt x="32" y="103"/>
                  </a:lnTo>
                  <a:cubicBezTo>
                    <a:pt x="56" y="29"/>
                    <a:pt x="56" y="29"/>
                    <a:pt x="56" y="29"/>
                  </a:cubicBezTo>
                  <a:cubicBezTo>
                    <a:pt x="95" y="29"/>
                    <a:pt x="95" y="29"/>
                    <a:pt x="95" y="29"/>
                  </a:cubicBezTo>
                  <a:cubicBezTo>
                    <a:pt x="119" y="103"/>
                    <a:pt x="119" y="103"/>
                    <a:pt x="119" y="103"/>
                  </a:cubicBezTo>
                  <a:cubicBezTo>
                    <a:pt x="97" y="149"/>
                    <a:pt x="97" y="149"/>
                    <a:pt x="97" y="149"/>
                  </a:cubicBezTo>
                  <a:cubicBezTo>
                    <a:pt x="55" y="149"/>
                    <a:pt x="55" y="149"/>
                    <a:pt x="55" y="149"/>
                  </a:cubicBezTo>
                  <a:lnTo>
                    <a:pt x="32" y="103"/>
                  </a:lnTo>
                  <a:close/>
                  <a:moveTo>
                    <a:pt x="31" y="386"/>
                  </a:moveTo>
                  <a:lnTo>
                    <a:pt x="31" y="386"/>
                  </a:lnTo>
                  <a:cubicBezTo>
                    <a:pt x="120" y="386"/>
                    <a:pt x="120" y="386"/>
                    <a:pt x="120" y="386"/>
                  </a:cubicBezTo>
                  <a:cubicBezTo>
                    <a:pt x="120" y="640"/>
                    <a:pt x="120" y="640"/>
                    <a:pt x="120" y="640"/>
                  </a:cubicBezTo>
                  <a:cubicBezTo>
                    <a:pt x="120" y="664"/>
                    <a:pt x="101" y="685"/>
                    <a:pt x="76" y="685"/>
                  </a:cubicBezTo>
                  <a:cubicBezTo>
                    <a:pt x="50" y="685"/>
                    <a:pt x="31" y="664"/>
                    <a:pt x="31" y="640"/>
                  </a:cubicBezTo>
                  <a:lnTo>
                    <a:pt x="31" y="38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16" name="Group 319">
            <a:extLst>
              <a:ext uri="{FF2B5EF4-FFF2-40B4-BE49-F238E27FC236}">
                <a16:creationId xmlns:a16="http://schemas.microsoft.com/office/drawing/2014/main" id="{FA47A711-F64D-B5C5-C220-705D06DA03C9}"/>
              </a:ext>
            </a:extLst>
          </p:cNvPr>
          <p:cNvGrpSpPr/>
          <p:nvPr/>
        </p:nvGrpSpPr>
        <p:grpSpPr>
          <a:xfrm>
            <a:off x="1605631" y="609501"/>
            <a:ext cx="1824038" cy="139700"/>
            <a:chOff x="577850" y="963613"/>
            <a:chExt cx="1824038" cy="139700"/>
          </a:xfrm>
          <a:solidFill>
            <a:schemeClr val="accent4"/>
          </a:solidFill>
        </p:grpSpPr>
        <p:sp>
          <p:nvSpPr>
            <p:cNvPr id="317" name="Freeform 257">
              <a:extLst>
                <a:ext uri="{FF2B5EF4-FFF2-40B4-BE49-F238E27FC236}">
                  <a16:creationId xmlns:a16="http://schemas.microsoft.com/office/drawing/2014/main" id="{6E37536D-6A81-409F-3CA9-A5A41532DFCF}"/>
                </a:ext>
              </a:extLst>
            </p:cNvPr>
            <p:cNvSpPr>
              <a:spLocks noChangeArrowheads="1"/>
            </p:cNvSpPr>
            <p:nvPr/>
          </p:nvSpPr>
          <p:spPr bwMode="auto">
            <a:xfrm>
              <a:off x="577850" y="963613"/>
              <a:ext cx="76200" cy="139700"/>
            </a:xfrm>
            <a:custGeom>
              <a:avLst/>
              <a:gdLst>
                <a:gd name="T0" fmla="*/ 42 w 213"/>
                <a:gd name="T1" fmla="*/ 380 h 387"/>
                <a:gd name="T2" fmla="*/ 42 w 213"/>
                <a:gd name="T3" fmla="*/ 380 h 387"/>
                <a:gd name="T4" fmla="*/ 67 w 213"/>
                <a:gd name="T5" fmla="*/ 385 h 387"/>
                <a:gd name="T6" fmla="*/ 88 w 213"/>
                <a:gd name="T7" fmla="*/ 386 h 387"/>
                <a:gd name="T8" fmla="*/ 138 w 213"/>
                <a:gd name="T9" fmla="*/ 380 h 387"/>
                <a:gd name="T10" fmla="*/ 177 w 213"/>
                <a:gd name="T11" fmla="*/ 362 h 387"/>
                <a:gd name="T12" fmla="*/ 203 w 213"/>
                <a:gd name="T13" fmla="*/ 330 h 387"/>
                <a:gd name="T14" fmla="*/ 212 w 213"/>
                <a:gd name="T15" fmla="*/ 287 h 387"/>
                <a:gd name="T16" fmla="*/ 206 w 213"/>
                <a:gd name="T17" fmla="*/ 255 h 387"/>
                <a:gd name="T18" fmla="*/ 189 w 213"/>
                <a:gd name="T19" fmla="*/ 228 h 387"/>
                <a:gd name="T20" fmla="*/ 160 w 213"/>
                <a:gd name="T21" fmla="*/ 203 h 387"/>
                <a:gd name="T22" fmla="*/ 118 w 213"/>
                <a:gd name="T23" fmla="*/ 178 h 387"/>
                <a:gd name="T24" fmla="*/ 81 w 213"/>
                <a:gd name="T25" fmla="*/ 157 h 387"/>
                <a:gd name="T26" fmla="*/ 56 w 213"/>
                <a:gd name="T27" fmla="*/ 139 h 387"/>
                <a:gd name="T28" fmla="*/ 42 w 213"/>
                <a:gd name="T29" fmla="*/ 118 h 387"/>
                <a:gd name="T30" fmla="*/ 37 w 213"/>
                <a:gd name="T31" fmla="*/ 93 h 387"/>
                <a:gd name="T32" fmla="*/ 43 w 213"/>
                <a:gd name="T33" fmla="*/ 67 h 387"/>
                <a:gd name="T34" fmla="*/ 61 w 213"/>
                <a:gd name="T35" fmla="*/ 47 h 387"/>
                <a:gd name="T36" fmla="*/ 88 w 213"/>
                <a:gd name="T37" fmla="*/ 35 h 387"/>
                <a:gd name="T38" fmla="*/ 118 w 213"/>
                <a:gd name="T39" fmla="*/ 30 h 387"/>
                <a:gd name="T40" fmla="*/ 196 w 213"/>
                <a:gd name="T41" fmla="*/ 50 h 387"/>
                <a:gd name="T42" fmla="*/ 196 w 213"/>
                <a:gd name="T43" fmla="*/ 11 h 387"/>
                <a:gd name="T44" fmla="*/ 122 w 213"/>
                <a:gd name="T45" fmla="*/ 0 h 387"/>
                <a:gd name="T46" fmla="*/ 75 w 213"/>
                <a:gd name="T47" fmla="*/ 5 h 387"/>
                <a:gd name="T48" fmla="*/ 36 w 213"/>
                <a:gd name="T49" fmla="*/ 25 h 387"/>
                <a:gd name="T50" fmla="*/ 11 w 213"/>
                <a:gd name="T51" fmla="*/ 55 h 387"/>
                <a:gd name="T52" fmla="*/ 1 w 213"/>
                <a:gd name="T53" fmla="*/ 97 h 387"/>
                <a:gd name="T54" fmla="*/ 5 w 213"/>
                <a:gd name="T55" fmla="*/ 129 h 387"/>
                <a:gd name="T56" fmla="*/ 22 w 213"/>
                <a:gd name="T57" fmla="*/ 156 h 387"/>
                <a:gd name="T58" fmla="*/ 50 w 213"/>
                <a:gd name="T59" fmla="*/ 180 h 387"/>
                <a:gd name="T60" fmla="*/ 90 w 213"/>
                <a:gd name="T61" fmla="*/ 203 h 387"/>
                <a:gd name="T62" fmla="*/ 128 w 213"/>
                <a:gd name="T63" fmla="*/ 226 h 387"/>
                <a:gd name="T64" fmla="*/ 155 w 213"/>
                <a:gd name="T65" fmla="*/ 245 h 387"/>
                <a:gd name="T66" fmla="*/ 170 w 213"/>
                <a:gd name="T67" fmla="*/ 266 h 387"/>
                <a:gd name="T68" fmla="*/ 175 w 213"/>
                <a:gd name="T69" fmla="*/ 291 h 387"/>
                <a:gd name="T70" fmla="*/ 155 w 213"/>
                <a:gd name="T71" fmla="*/ 339 h 387"/>
                <a:gd name="T72" fmla="*/ 90 w 213"/>
                <a:gd name="T73" fmla="*/ 355 h 387"/>
                <a:gd name="T74" fmla="*/ 68 w 213"/>
                <a:gd name="T75" fmla="*/ 354 h 387"/>
                <a:gd name="T76" fmla="*/ 43 w 213"/>
                <a:gd name="T77" fmla="*/ 347 h 387"/>
                <a:gd name="T78" fmla="*/ 21 w 213"/>
                <a:gd name="T79" fmla="*/ 339 h 387"/>
                <a:gd name="T80" fmla="*/ 0 w 213"/>
                <a:gd name="T81" fmla="*/ 326 h 387"/>
                <a:gd name="T82" fmla="*/ 0 w 213"/>
                <a:gd name="T83" fmla="*/ 366 h 387"/>
                <a:gd name="T84" fmla="*/ 18 w 213"/>
                <a:gd name="T85" fmla="*/ 375 h 387"/>
                <a:gd name="T86" fmla="*/ 42 w 213"/>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42" y="380"/>
                  </a:moveTo>
                  <a:lnTo>
                    <a:pt x="42" y="380"/>
                  </a:lnTo>
                  <a:cubicBezTo>
                    <a:pt x="50" y="383"/>
                    <a:pt x="58" y="385"/>
                    <a:pt x="67" y="385"/>
                  </a:cubicBezTo>
                  <a:cubicBezTo>
                    <a:pt x="75" y="386"/>
                    <a:pt x="82" y="386"/>
                    <a:pt x="88" y="386"/>
                  </a:cubicBezTo>
                  <a:cubicBezTo>
                    <a:pt x="106" y="386"/>
                    <a:pt x="122" y="385"/>
                    <a:pt x="138" y="380"/>
                  </a:cubicBezTo>
                  <a:cubicBezTo>
                    <a:pt x="153" y="376"/>
                    <a:pt x="166" y="371"/>
                    <a:pt x="177" y="362"/>
                  </a:cubicBezTo>
                  <a:cubicBezTo>
                    <a:pt x="188" y="354"/>
                    <a:pt x="196" y="343"/>
                    <a:pt x="203" y="330"/>
                  </a:cubicBezTo>
                  <a:cubicBezTo>
                    <a:pt x="209" y="318"/>
                    <a:pt x="212" y="304"/>
                    <a:pt x="212" y="287"/>
                  </a:cubicBezTo>
                  <a:cubicBezTo>
                    <a:pt x="212" y="276"/>
                    <a:pt x="210" y="265"/>
                    <a:pt x="206" y="255"/>
                  </a:cubicBezTo>
                  <a:cubicBezTo>
                    <a:pt x="202" y="245"/>
                    <a:pt x="196" y="237"/>
                    <a:pt x="189" y="228"/>
                  </a:cubicBezTo>
                  <a:cubicBezTo>
                    <a:pt x="181" y="219"/>
                    <a:pt x="171" y="210"/>
                    <a:pt x="160" y="203"/>
                  </a:cubicBezTo>
                  <a:cubicBezTo>
                    <a:pt x="148" y="195"/>
                    <a:pt x="134" y="187"/>
                    <a:pt x="118" y="178"/>
                  </a:cubicBezTo>
                  <a:cubicBezTo>
                    <a:pt x="103" y="170"/>
                    <a:pt x="90" y="163"/>
                    <a:pt x="81" y="157"/>
                  </a:cubicBezTo>
                  <a:cubicBezTo>
                    <a:pt x="69" y="150"/>
                    <a:pt x="61" y="145"/>
                    <a:pt x="56" y="139"/>
                  </a:cubicBezTo>
                  <a:cubicBezTo>
                    <a:pt x="49" y="132"/>
                    <a:pt x="44" y="125"/>
                    <a:pt x="42" y="118"/>
                  </a:cubicBezTo>
                  <a:cubicBezTo>
                    <a:pt x="39" y="111"/>
                    <a:pt x="37" y="103"/>
                    <a:pt x="37" y="93"/>
                  </a:cubicBezTo>
                  <a:cubicBezTo>
                    <a:pt x="37" y="83"/>
                    <a:pt x="39" y="74"/>
                    <a:pt x="43" y="67"/>
                  </a:cubicBezTo>
                  <a:cubicBezTo>
                    <a:pt x="49" y="58"/>
                    <a:pt x="54" y="51"/>
                    <a:pt x="61" y="47"/>
                  </a:cubicBezTo>
                  <a:cubicBezTo>
                    <a:pt x="68" y="41"/>
                    <a:pt x="78" y="37"/>
                    <a:pt x="88" y="35"/>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5"/>
                  </a:cubicBezTo>
                  <a:cubicBezTo>
                    <a:pt x="61" y="11"/>
                    <a:pt x="47" y="16"/>
                    <a:pt x="36" y="25"/>
                  </a:cubicBezTo>
                  <a:cubicBezTo>
                    <a:pt x="26" y="33"/>
                    <a:pt x="16" y="44"/>
                    <a:pt x="11" y="55"/>
                  </a:cubicBezTo>
                  <a:cubicBezTo>
                    <a:pt x="4" y="68"/>
                    <a:pt x="1" y="82"/>
                    <a:pt x="1" y="97"/>
                  </a:cubicBezTo>
                  <a:cubicBezTo>
                    <a:pt x="1" y="108"/>
                    <a:pt x="3" y="120"/>
                    <a:pt x="5" y="129"/>
                  </a:cubicBezTo>
                  <a:cubicBezTo>
                    <a:pt x="10" y="139"/>
                    <a:pt x="15" y="147"/>
                    <a:pt x="22" y="156"/>
                  </a:cubicBezTo>
                  <a:cubicBezTo>
                    <a:pt x="29" y="163"/>
                    <a:pt x="39" y="171"/>
                    <a:pt x="50" y="180"/>
                  </a:cubicBezTo>
                  <a:cubicBezTo>
                    <a:pt x="61" y="187"/>
                    <a:pt x="75" y="195"/>
                    <a:pt x="90" y="203"/>
                  </a:cubicBezTo>
                  <a:cubicBezTo>
                    <a:pt x="106" y="212"/>
                    <a:pt x="118" y="219"/>
                    <a:pt x="128" y="226"/>
                  </a:cubicBezTo>
                  <a:cubicBezTo>
                    <a:pt x="139" y="231"/>
                    <a:pt x="148" y="238"/>
                    <a:pt x="155" y="245"/>
                  </a:cubicBezTo>
                  <a:cubicBezTo>
                    <a:pt x="162" y="251"/>
                    <a:pt x="167" y="258"/>
                    <a:pt x="170" y="266"/>
                  </a:cubicBezTo>
                  <a:cubicBezTo>
                    <a:pt x="174" y="273"/>
                    <a:pt x="175" y="281"/>
                    <a:pt x="175" y="291"/>
                  </a:cubicBezTo>
                  <a:cubicBezTo>
                    <a:pt x="175" y="312"/>
                    <a:pt x="168" y="327"/>
                    <a:pt x="155" y="339"/>
                  </a:cubicBezTo>
                  <a:cubicBezTo>
                    <a:pt x="141" y="350"/>
                    <a:pt x="118" y="355"/>
                    <a:pt x="90" y="355"/>
                  </a:cubicBezTo>
                  <a:cubicBezTo>
                    <a:pt x="83" y="355"/>
                    <a:pt x="75" y="354"/>
                    <a:pt x="68" y="354"/>
                  </a:cubicBezTo>
                  <a:cubicBezTo>
                    <a:pt x="60" y="352"/>
                    <a:pt x="51" y="350"/>
                    <a:pt x="43" y="347"/>
                  </a:cubicBezTo>
                  <a:cubicBezTo>
                    <a:pt x="36" y="345"/>
                    <a:pt x="28" y="341"/>
                    <a:pt x="21" y="339"/>
                  </a:cubicBezTo>
                  <a:cubicBezTo>
                    <a:pt x="12" y="334"/>
                    <a:pt x="5" y="330"/>
                    <a:pt x="0" y="326"/>
                  </a:cubicBezTo>
                  <a:cubicBezTo>
                    <a:pt x="0" y="366"/>
                    <a:pt x="0" y="366"/>
                    <a:pt x="0" y="366"/>
                  </a:cubicBezTo>
                  <a:cubicBezTo>
                    <a:pt x="4" y="369"/>
                    <a:pt x="11" y="372"/>
                    <a:pt x="18" y="375"/>
                  </a:cubicBezTo>
                  <a:cubicBezTo>
                    <a:pt x="26" y="378"/>
                    <a:pt x="33" y="379"/>
                    <a:pt x="42"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8" name="Freeform 258">
              <a:extLst>
                <a:ext uri="{FF2B5EF4-FFF2-40B4-BE49-F238E27FC236}">
                  <a16:creationId xmlns:a16="http://schemas.microsoft.com/office/drawing/2014/main" id="{BA6BC280-0325-81F3-91FB-6C4606A5F1FA}"/>
                </a:ext>
              </a:extLst>
            </p:cNvPr>
            <p:cNvSpPr>
              <a:spLocks noChangeArrowheads="1"/>
            </p:cNvSpPr>
            <p:nvPr/>
          </p:nvSpPr>
          <p:spPr bwMode="auto">
            <a:xfrm>
              <a:off x="682625" y="965200"/>
              <a:ext cx="69850" cy="134938"/>
            </a:xfrm>
            <a:custGeom>
              <a:avLst/>
              <a:gdLst>
                <a:gd name="T0" fmla="*/ 191 w 192"/>
                <a:gd name="T1" fmla="*/ 343 h 376"/>
                <a:gd name="T2" fmla="*/ 35 w 192"/>
                <a:gd name="T3" fmla="*/ 343 h 376"/>
                <a:gd name="T4" fmla="*/ 35 w 192"/>
                <a:gd name="T5" fmla="*/ 201 h 376"/>
                <a:gd name="T6" fmla="*/ 171 w 192"/>
                <a:gd name="T7" fmla="*/ 201 h 376"/>
                <a:gd name="T8" fmla="*/ 171 w 192"/>
                <a:gd name="T9" fmla="*/ 170 h 376"/>
                <a:gd name="T10" fmla="*/ 35 w 192"/>
                <a:gd name="T11" fmla="*/ 170 h 376"/>
                <a:gd name="T12" fmla="*/ 35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5" y="343"/>
                  </a:lnTo>
                  <a:lnTo>
                    <a:pt x="35" y="201"/>
                  </a:lnTo>
                  <a:lnTo>
                    <a:pt x="171" y="201"/>
                  </a:lnTo>
                  <a:lnTo>
                    <a:pt x="171" y="170"/>
                  </a:lnTo>
                  <a:lnTo>
                    <a:pt x="35" y="170"/>
                  </a:lnTo>
                  <a:lnTo>
                    <a:pt x="35"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9" name="Freeform 259">
              <a:extLst>
                <a:ext uri="{FF2B5EF4-FFF2-40B4-BE49-F238E27FC236}">
                  <a16:creationId xmlns:a16="http://schemas.microsoft.com/office/drawing/2014/main" id="{8C41AEB4-7BCB-3FA3-14FD-FF5302D2C703}"/>
                </a:ext>
              </a:extLst>
            </p:cNvPr>
            <p:cNvSpPr>
              <a:spLocks noChangeArrowheads="1"/>
            </p:cNvSpPr>
            <p:nvPr/>
          </p:nvSpPr>
          <p:spPr bwMode="auto">
            <a:xfrm>
              <a:off x="766763" y="965200"/>
              <a:ext cx="90487" cy="134938"/>
            </a:xfrm>
            <a:custGeom>
              <a:avLst/>
              <a:gdLst>
                <a:gd name="T0" fmla="*/ 0 w 252"/>
                <a:gd name="T1" fmla="*/ 32 h 376"/>
                <a:gd name="T2" fmla="*/ 109 w 252"/>
                <a:gd name="T3" fmla="*/ 32 h 376"/>
                <a:gd name="T4" fmla="*/ 109 w 252"/>
                <a:gd name="T5" fmla="*/ 375 h 376"/>
                <a:gd name="T6" fmla="*/ 144 w 252"/>
                <a:gd name="T7" fmla="*/ 375 h 376"/>
                <a:gd name="T8" fmla="*/ 144 w 252"/>
                <a:gd name="T9" fmla="*/ 32 h 376"/>
                <a:gd name="T10" fmla="*/ 251 w 252"/>
                <a:gd name="T11" fmla="*/ 32 h 376"/>
                <a:gd name="T12" fmla="*/ 251 w 252"/>
                <a:gd name="T13" fmla="*/ 0 h 376"/>
                <a:gd name="T14" fmla="*/ 0 w 252"/>
                <a:gd name="T15" fmla="*/ 0 h 376"/>
                <a:gd name="T16" fmla="*/ 0 w 252"/>
                <a:gd name="T17"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0" y="32"/>
                  </a:moveTo>
                  <a:lnTo>
                    <a:pt x="109" y="32"/>
                  </a:lnTo>
                  <a:lnTo>
                    <a:pt x="109" y="375"/>
                  </a:lnTo>
                  <a:lnTo>
                    <a:pt x="144" y="375"/>
                  </a:lnTo>
                  <a:lnTo>
                    <a:pt x="144" y="32"/>
                  </a:lnTo>
                  <a:lnTo>
                    <a:pt x="251" y="32"/>
                  </a:lnTo>
                  <a:lnTo>
                    <a:pt x="251" y="0"/>
                  </a:lnTo>
                  <a:lnTo>
                    <a:pt x="0" y="0"/>
                  </a:lnTo>
                  <a:lnTo>
                    <a:pt x="0"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0" name="Freeform 260">
              <a:extLst>
                <a:ext uri="{FF2B5EF4-FFF2-40B4-BE49-F238E27FC236}">
                  <a16:creationId xmlns:a16="http://schemas.microsoft.com/office/drawing/2014/main" id="{1108EF80-4478-3D76-F689-7BEE675F041C}"/>
                </a:ext>
              </a:extLst>
            </p:cNvPr>
            <p:cNvSpPr>
              <a:spLocks noChangeArrowheads="1"/>
            </p:cNvSpPr>
            <p:nvPr/>
          </p:nvSpPr>
          <p:spPr bwMode="auto">
            <a:xfrm>
              <a:off x="869950" y="965200"/>
              <a:ext cx="90488" cy="134938"/>
            </a:xfrm>
            <a:custGeom>
              <a:avLst/>
              <a:gdLst>
                <a:gd name="T0" fmla="*/ 109 w 252"/>
                <a:gd name="T1" fmla="*/ 375 h 376"/>
                <a:gd name="T2" fmla="*/ 144 w 252"/>
                <a:gd name="T3" fmla="*/ 375 h 376"/>
                <a:gd name="T4" fmla="*/ 144 w 252"/>
                <a:gd name="T5" fmla="*/ 32 h 376"/>
                <a:gd name="T6" fmla="*/ 251 w 252"/>
                <a:gd name="T7" fmla="*/ 32 h 376"/>
                <a:gd name="T8" fmla="*/ 251 w 252"/>
                <a:gd name="T9" fmla="*/ 0 h 376"/>
                <a:gd name="T10" fmla="*/ 0 w 252"/>
                <a:gd name="T11" fmla="*/ 0 h 376"/>
                <a:gd name="T12" fmla="*/ 0 w 252"/>
                <a:gd name="T13" fmla="*/ 32 h 376"/>
                <a:gd name="T14" fmla="*/ 109 w 252"/>
                <a:gd name="T15" fmla="*/ 32 h 376"/>
                <a:gd name="T16" fmla="*/ 109 w 252"/>
                <a:gd name="T17"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6">
                  <a:moveTo>
                    <a:pt x="109" y="375"/>
                  </a:moveTo>
                  <a:lnTo>
                    <a:pt x="144" y="375"/>
                  </a:lnTo>
                  <a:lnTo>
                    <a:pt x="144" y="32"/>
                  </a:lnTo>
                  <a:lnTo>
                    <a:pt x="251" y="32"/>
                  </a:lnTo>
                  <a:lnTo>
                    <a:pt x="251" y="0"/>
                  </a:lnTo>
                  <a:lnTo>
                    <a:pt x="0" y="0"/>
                  </a:lnTo>
                  <a:lnTo>
                    <a:pt x="0" y="32"/>
                  </a:lnTo>
                  <a:lnTo>
                    <a:pt x="109" y="32"/>
                  </a:lnTo>
                  <a:lnTo>
                    <a:pt x="109"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1" name="Freeform 261">
              <a:extLst>
                <a:ext uri="{FF2B5EF4-FFF2-40B4-BE49-F238E27FC236}">
                  <a16:creationId xmlns:a16="http://schemas.microsoft.com/office/drawing/2014/main" id="{1F6917EC-6D12-8F9C-011E-B31D9DE337E6}"/>
                </a:ext>
              </a:extLst>
            </p:cNvPr>
            <p:cNvSpPr>
              <a:spLocks noChangeArrowheads="1"/>
            </p:cNvSpPr>
            <p:nvPr/>
          </p:nvSpPr>
          <p:spPr bwMode="auto">
            <a:xfrm>
              <a:off x="982663" y="9652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2" name="Freeform 262">
              <a:extLst>
                <a:ext uri="{FF2B5EF4-FFF2-40B4-BE49-F238E27FC236}">
                  <a16:creationId xmlns:a16="http://schemas.microsoft.com/office/drawing/2014/main" id="{76F69C50-6311-B87D-434F-43FCD06C6292}"/>
                </a:ext>
              </a:extLst>
            </p:cNvPr>
            <p:cNvSpPr>
              <a:spLocks noChangeArrowheads="1"/>
            </p:cNvSpPr>
            <p:nvPr/>
          </p:nvSpPr>
          <p:spPr bwMode="auto">
            <a:xfrm>
              <a:off x="1030288" y="965200"/>
              <a:ext cx="106362" cy="134938"/>
            </a:xfrm>
            <a:custGeom>
              <a:avLst/>
              <a:gdLst>
                <a:gd name="T0" fmla="*/ 35 w 294"/>
                <a:gd name="T1" fmla="*/ 85 h 376"/>
                <a:gd name="T2" fmla="*/ 35 w 294"/>
                <a:gd name="T3" fmla="*/ 85 h 376"/>
                <a:gd name="T4" fmla="*/ 35 w 294"/>
                <a:gd name="T5" fmla="*/ 64 h 376"/>
                <a:gd name="T6" fmla="*/ 34 w 294"/>
                <a:gd name="T7" fmla="*/ 50 h 376"/>
                <a:gd name="T8" fmla="*/ 35 w 294"/>
                <a:gd name="T9" fmla="*/ 50 h 376"/>
                <a:gd name="T10" fmla="*/ 42 w 294"/>
                <a:gd name="T11" fmla="*/ 63 h 376"/>
                <a:gd name="T12" fmla="*/ 49 w 294"/>
                <a:gd name="T13" fmla="*/ 74 h 376"/>
                <a:gd name="T14" fmla="*/ 257 w 294"/>
                <a:gd name="T15" fmla="*/ 375 h 376"/>
                <a:gd name="T16" fmla="*/ 293 w 294"/>
                <a:gd name="T17" fmla="*/ 375 h 376"/>
                <a:gd name="T18" fmla="*/ 293 w 294"/>
                <a:gd name="T19" fmla="*/ 0 h 376"/>
                <a:gd name="T20" fmla="*/ 258 w 294"/>
                <a:gd name="T21" fmla="*/ 0 h 376"/>
                <a:gd name="T22" fmla="*/ 258 w 294"/>
                <a:gd name="T23" fmla="*/ 279 h 376"/>
                <a:gd name="T24" fmla="*/ 260 w 294"/>
                <a:gd name="T25" fmla="*/ 303 h 376"/>
                <a:gd name="T26" fmla="*/ 261 w 294"/>
                <a:gd name="T27" fmla="*/ 322 h 376"/>
                <a:gd name="T28" fmla="*/ 260 w 294"/>
                <a:gd name="T29" fmla="*/ 322 h 376"/>
                <a:gd name="T30" fmla="*/ 253 w 294"/>
                <a:gd name="T31" fmla="*/ 311 h 376"/>
                <a:gd name="T32" fmla="*/ 244 w 294"/>
                <a:gd name="T33" fmla="*/ 297 h 376"/>
                <a:gd name="T34" fmla="*/ 39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5" y="64"/>
                  </a:cubicBezTo>
                  <a:cubicBezTo>
                    <a:pt x="35" y="59"/>
                    <a:pt x="35" y="55"/>
                    <a:pt x="34" y="50"/>
                  </a:cubicBezTo>
                  <a:cubicBezTo>
                    <a:pt x="35" y="50"/>
                    <a:pt x="35" y="50"/>
                    <a:pt x="35" y="50"/>
                  </a:cubicBezTo>
                  <a:cubicBezTo>
                    <a:pt x="37" y="55"/>
                    <a:pt x="39" y="59"/>
                    <a:pt x="42" y="63"/>
                  </a:cubicBezTo>
                  <a:cubicBezTo>
                    <a:pt x="45"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60" y="303"/>
                  </a:cubicBezTo>
                  <a:cubicBezTo>
                    <a:pt x="260" y="310"/>
                    <a:pt x="260" y="317"/>
                    <a:pt x="261" y="322"/>
                  </a:cubicBezTo>
                  <a:cubicBezTo>
                    <a:pt x="260" y="322"/>
                    <a:pt x="260" y="322"/>
                    <a:pt x="260" y="322"/>
                  </a:cubicBezTo>
                  <a:cubicBezTo>
                    <a:pt x="257" y="318"/>
                    <a:pt x="256" y="315"/>
                    <a:pt x="253" y="311"/>
                  </a:cubicBezTo>
                  <a:cubicBezTo>
                    <a:pt x="250" y="307"/>
                    <a:pt x="247" y="303"/>
                    <a:pt x="244" y="297"/>
                  </a:cubicBezTo>
                  <a:cubicBezTo>
                    <a:pt x="39" y="0"/>
                    <a:pt x="39" y="0"/>
                    <a:pt x="39"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3" name="Freeform 263">
              <a:extLst>
                <a:ext uri="{FF2B5EF4-FFF2-40B4-BE49-F238E27FC236}">
                  <a16:creationId xmlns:a16="http://schemas.microsoft.com/office/drawing/2014/main" id="{FCD59D36-F611-9A06-C16B-E96DE956F8CB}"/>
                </a:ext>
              </a:extLst>
            </p:cNvPr>
            <p:cNvSpPr>
              <a:spLocks noChangeArrowheads="1"/>
            </p:cNvSpPr>
            <p:nvPr/>
          </p:nvSpPr>
          <p:spPr bwMode="auto">
            <a:xfrm>
              <a:off x="1162050" y="963613"/>
              <a:ext cx="107950" cy="139700"/>
            </a:xfrm>
            <a:custGeom>
              <a:avLst/>
              <a:gdLst>
                <a:gd name="T0" fmla="*/ 48 w 300"/>
                <a:gd name="T1" fmla="*/ 334 h 388"/>
                <a:gd name="T2" fmla="*/ 48 w 300"/>
                <a:gd name="T3" fmla="*/ 334 h 388"/>
                <a:gd name="T4" fmla="*/ 102 w 300"/>
                <a:gd name="T5" fmla="*/ 373 h 388"/>
                <a:gd name="T6" fmla="*/ 176 w 300"/>
                <a:gd name="T7" fmla="*/ 387 h 388"/>
                <a:gd name="T8" fmla="*/ 299 w 300"/>
                <a:gd name="T9" fmla="*/ 354 h 388"/>
                <a:gd name="T10" fmla="*/ 299 w 300"/>
                <a:gd name="T11" fmla="*/ 189 h 388"/>
                <a:gd name="T12" fmla="*/ 179 w 300"/>
                <a:gd name="T13" fmla="*/ 189 h 388"/>
                <a:gd name="T14" fmla="*/ 179 w 300"/>
                <a:gd name="T15" fmla="*/ 221 h 388"/>
                <a:gd name="T16" fmla="*/ 264 w 300"/>
                <a:gd name="T17" fmla="*/ 221 h 388"/>
                <a:gd name="T18" fmla="*/ 264 w 300"/>
                <a:gd name="T19" fmla="*/ 336 h 388"/>
                <a:gd name="T20" fmla="*/ 182 w 300"/>
                <a:gd name="T21" fmla="*/ 355 h 388"/>
                <a:gd name="T22" fmla="*/ 119 w 300"/>
                <a:gd name="T23" fmla="*/ 343 h 388"/>
                <a:gd name="T24" fmla="*/ 73 w 300"/>
                <a:gd name="T25" fmla="*/ 309 h 388"/>
                <a:gd name="T26" fmla="*/ 46 w 300"/>
                <a:gd name="T27" fmla="*/ 259 h 388"/>
                <a:gd name="T28" fmla="*/ 37 w 300"/>
                <a:gd name="T29" fmla="*/ 195 h 388"/>
                <a:gd name="T30" fmla="*/ 48 w 300"/>
                <a:gd name="T31" fmla="*/ 129 h 388"/>
                <a:gd name="T32" fmla="*/ 79 w 300"/>
                <a:gd name="T33" fmla="*/ 78 h 388"/>
                <a:gd name="T34" fmla="*/ 126 w 300"/>
                <a:gd name="T35" fmla="*/ 43 h 388"/>
                <a:gd name="T36" fmla="*/ 187 w 300"/>
                <a:gd name="T37" fmla="*/ 30 h 388"/>
                <a:gd name="T38" fmla="*/ 291 w 300"/>
                <a:gd name="T39" fmla="*/ 57 h 388"/>
                <a:gd name="T40" fmla="*/ 291 w 300"/>
                <a:gd name="T41" fmla="*/ 19 h 388"/>
                <a:gd name="T42" fmla="*/ 192 w 300"/>
                <a:gd name="T43" fmla="*/ 0 h 388"/>
                <a:gd name="T44" fmla="*/ 136 w 300"/>
                <a:gd name="T45" fmla="*/ 7 h 388"/>
                <a:gd name="T46" fmla="*/ 90 w 300"/>
                <a:gd name="T47" fmla="*/ 26 h 388"/>
                <a:gd name="T48" fmla="*/ 52 w 300"/>
                <a:gd name="T49" fmla="*/ 57 h 388"/>
                <a:gd name="T50" fmla="*/ 24 w 300"/>
                <a:gd name="T51" fmla="*/ 97 h 388"/>
                <a:gd name="T52" fmla="*/ 6 w 300"/>
                <a:gd name="T53" fmla="*/ 145 h 388"/>
                <a:gd name="T54" fmla="*/ 0 w 300"/>
                <a:gd name="T55" fmla="*/ 198 h 388"/>
                <a:gd name="T56" fmla="*/ 13 w 300"/>
                <a:gd name="T57" fmla="*/ 274 h 388"/>
                <a:gd name="T58" fmla="*/ 48 w 300"/>
                <a:gd name="T59" fmla="*/ 33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00" h="388">
                  <a:moveTo>
                    <a:pt x="48" y="334"/>
                  </a:moveTo>
                  <a:lnTo>
                    <a:pt x="48" y="334"/>
                  </a:lnTo>
                  <a:cubicBezTo>
                    <a:pt x="63" y="351"/>
                    <a:pt x="81" y="364"/>
                    <a:pt x="102" y="373"/>
                  </a:cubicBezTo>
                  <a:cubicBezTo>
                    <a:pt x="125" y="382"/>
                    <a:pt x="148" y="387"/>
                    <a:pt x="176" y="387"/>
                  </a:cubicBezTo>
                  <a:cubicBezTo>
                    <a:pt x="219" y="387"/>
                    <a:pt x="260" y="376"/>
                    <a:pt x="299" y="354"/>
                  </a:cubicBezTo>
                  <a:cubicBezTo>
                    <a:pt x="299" y="189"/>
                    <a:pt x="299" y="189"/>
                    <a:pt x="299" y="189"/>
                  </a:cubicBezTo>
                  <a:cubicBezTo>
                    <a:pt x="179" y="189"/>
                    <a:pt x="179" y="189"/>
                    <a:pt x="179" y="189"/>
                  </a:cubicBezTo>
                  <a:cubicBezTo>
                    <a:pt x="179" y="221"/>
                    <a:pt x="179" y="221"/>
                    <a:pt x="179" y="221"/>
                  </a:cubicBezTo>
                  <a:cubicBezTo>
                    <a:pt x="264" y="221"/>
                    <a:pt x="264" y="221"/>
                    <a:pt x="264" y="221"/>
                  </a:cubicBezTo>
                  <a:cubicBezTo>
                    <a:pt x="264" y="336"/>
                    <a:pt x="264" y="336"/>
                    <a:pt x="264" y="336"/>
                  </a:cubicBezTo>
                  <a:cubicBezTo>
                    <a:pt x="240" y="348"/>
                    <a:pt x="212" y="355"/>
                    <a:pt x="182" y="355"/>
                  </a:cubicBezTo>
                  <a:cubicBezTo>
                    <a:pt x="158" y="355"/>
                    <a:pt x="137" y="351"/>
                    <a:pt x="119" y="343"/>
                  </a:cubicBezTo>
                  <a:cubicBezTo>
                    <a:pt x="101" y="336"/>
                    <a:pt x="86" y="325"/>
                    <a:pt x="73" y="309"/>
                  </a:cubicBezTo>
                  <a:cubicBezTo>
                    <a:pt x="62" y="295"/>
                    <a:pt x="52" y="279"/>
                    <a:pt x="46" y="259"/>
                  </a:cubicBezTo>
                  <a:cubicBezTo>
                    <a:pt x="40" y="239"/>
                    <a:pt x="37" y="217"/>
                    <a:pt x="37" y="195"/>
                  </a:cubicBezTo>
                  <a:cubicBezTo>
                    <a:pt x="37" y="171"/>
                    <a:pt x="41" y="150"/>
                    <a:pt x="48" y="129"/>
                  </a:cubicBezTo>
                  <a:cubicBezTo>
                    <a:pt x="55" y="110"/>
                    <a:pt x="65" y="93"/>
                    <a:pt x="79" y="78"/>
                  </a:cubicBezTo>
                  <a:cubicBezTo>
                    <a:pt x="91" y="64"/>
                    <a:pt x="106" y="51"/>
                    <a:pt x="126" y="43"/>
                  </a:cubicBezTo>
                  <a:cubicBezTo>
                    <a:pt x="144" y="35"/>
                    <a:pt x="165" y="30"/>
                    <a:pt x="187" y="30"/>
                  </a:cubicBezTo>
                  <a:cubicBezTo>
                    <a:pt x="225" y="30"/>
                    <a:pt x="258" y="40"/>
                    <a:pt x="291" y="57"/>
                  </a:cubicBezTo>
                  <a:cubicBezTo>
                    <a:pt x="291" y="19"/>
                    <a:pt x="291" y="19"/>
                    <a:pt x="291" y="19"/>
                  </a:cubicBezTo>
                  <a:cubicBezTo>
                    <a:pt x="261" y="5"/>
                    <a:pt x="229" y="0"/>
                    <a:pt x="192" y="0"/>
                  </a:cubicBezTo>
                  <a:cubicBezTo>
                    <a:pt x="172" y="0"/>
                    <a:pt x="154" y="1"/>
                    <a:pt x="136" y="7"/>
                  </a:cubicBezTo>
                  <a:cubicBezTo>
                    <a:pt x="119" y="11"/>
                    <a:pt x="104" y="18"/>
                    <a:pt x="90" y="26"/>
                  </a:cubicBezTo>
                  <a:cubicBezTo>
                    <a:pt x="76" y="35"/>
                    <a:pt x="63" y="46"/>
                    <a:pt x="52" y="57"/>
                  </a:cubicBezTo>
                  <a:cubicBezTo>
                    <a:pt x="41" y="69"/>
                    <a:pt x="31" y="83"/>
                    <a:pt x="24" y="97"/>
                  </a:cubicBezTo>
                  <a:cubicBezTo>
                    <a:pt x="16" y="113"/>
                    <a:pt x="10" y="128"/>
                    <a:pt x="6" y="145"/>
                  </a:cubicBezTo>
                  <a:cubicBezTo>
                    <a:pt x="3" y="163"/>
                    <a:pt x="0" y="180"/>
                    <a:pt x="0" y="198"/>
                  </a:cubicBezTo>
                  <a:cubicBezTo>
                    <a:pt x="0" y="226"/>
                    <a:pt x="5" y="251"/>
                    <a:pt x="13" y="274"/>
                  </a:cubicBezTo>
                  <a:cubicBezTo>
                    <a:pt x="21" y="297"/>
                    <a:pt x="33" y="318"/>
                    <a:pt x="48" y="3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4" name="Freeform 264">
              <a:extLst>
                <a:ext uri="{FF2B5EF4-FFF2-40B4-BE49-F238E27FC236}">
                  <a16:creationId xmlns:a16="http://schemas.microsoft.com/office/drawing/2014/main" id="{F2B8DBB4-FF9A-88CA-892B-D6A14FB69B86}"/>
                </a:ext>
              </a:extLst>
            </p:cNvPr>
            <p:cNvSpPr>
              <a:spLocks noChangeArrowheads="1"/>
            </p:cNvSpPr>
            <p:nvPr/>
          </p:nvSpPr>
          <p:spPr bwMode="auto">
            <a:xfrm>
              <a:off x="1295400" y="963613"/>
              <a:ext cx="77788" cy="139700"/>
            </a:xfrm>
            <a:custGeom>
              <a:avLst/>
              <a:gdLst>
                <a:gd name="T0" fmla="*/ 43 w 214"/>
                <a:gd name="T1" fmla="*/ 380 h 387"/>
                <a:gd name="T2" fmla="*/ 43 w 214"/>
                <a:gd name="T3" fmla="*/ 380 h 387"/>
                <a:gd name="T4" fmla="*/ 68 w 214"/>
                <a:gd name="T5" fmla="*/ 385 h 387"/>
                <a:gd name="T6" fmla="*/ 89 w 214"/>
                <a:gd name="T7" fmla="*/ 386 h 387"/>
                <a:gd name="T8" fmla="*/ 140 w 214"/>
                <a:gd name="T9" fmla="*/ 380 h 387"/>
                <a:gd name="T10" fmla="*/ 179 w 214"/>
                <a:gd name="T11" fmla="*/ 362 h 387"/>
                <a:gd name="T12" fmla="*/ 204 w 214"/>
                <a:gd name="T13" fmla="*/ 330 h 387"/>
                <a:gd name="T14" fmla="*/ 213 w 214"/>
                <a:gd name="T15" fmla="*/ 287 h 387"/>
                <a:gd name="T16" fmla="*/ 208 w 214"/>
                <a:gd name="T17" fmla="*/ 255 h 387"/>
                <a:gd name="T18" fmla="*/ 190 w 214"/>
                <a:gd name="T19" fmla="*/ 228 h 387"/>
                <a:gd name="T20" fmla="*/ 160 w 214"/>
                <a:gd name="T21" fmla="*/ 203 h 387"/>
                <a:gd name="T22" fmla="*/ 120 w 214"/>
                <a:gd name="T23" fmla="*/ 178 h 387"/>
                <a:gd name="T24" fmla="*/ 82 w 214"/>
                <a:gd name="T25" fmla="*/ 157 h 387"/>
                <a:gd name="T26" fmla="*/ 57 w 214"/>
                <a:gd name="T27" fmla="*/ 139 h 387"/>
                <a:gd name="T28" fmla="*/ 43 w 214"/>
                <a:gd name="T29" fmla="*/ 118 h 387"/>
                <a:gd name="T30" fmla="*/ 38 w 214"/>
                <a:gd name="T31" fmla="*/ 93 h 387"/>
                <a:gd name="T32" fmla="*/ 45 w 214"/>
                <a:gd name="T33" fmla="*/ 67 h 387"/>
                <a:gd name="T34" fmla="*/ 63 w 214"/>
                <a:gd name="T35" fmla="*/ 47 h 387"/>
                <a:gd name="T36" fmla="*/ 88 w 214"/>
                <a:gd name="T37" fmla="*/ 35 h 387"/>
                <a:gd name="T38" fmla="*/ 120 w 214"/>
                <a:gd name="T39" fmla="*/ 30 h 387"/>
                <a:gd name="T40" fmla="*/ 198 w 214"/>
                <a:gd name="T41" fmla="*/ 50 h 387"/>
                <a:gd name="T42" fmla="*/ 198 w 214"/>
                <a:gd name="T43" fmla="*/ 11 h 387"/>
                <a:gd name="T44" fmla="*/ 124 w 214"/>
                <a:gd name="T45" fmla="*/ 0 h 387"/>
                <a:gd name="T46" fmla="*/ 77 w 214"/>
                <a:gd name="T47" fmla="*/ 5 h 387"/>
                <a:gd name="T48" fmla="*/ 38 w 214"/>
                <a:gd name="T49" fmla="*/ 25 h 387"/>
                <a:gd name="T50" fmla="*/ 11 w 214"/>
                <a:gd name="T51" fmla="*/ 55 h 387"/>
                <a:gd name="T52" fmla="*/ 1 w 214"/>
                <a:gd name="T53" fmla="*/ 97 h 387"/>
                <a:gd name="T54" fmla="*/ 7 w 214"/>
                <a:gd name="T55" fmla="*/ 129 h 387"/>
                <a:gd name="T56" fmla="*/ 24 w 214"/>
                <a:gd name="T57" fmla="*/ 156 h 387"/>
                <a:gd name="T58" fmla="*/ 52 w 214"/>
                <a:gd name="T59" fmla="*/ 180 h 387"/>
                <a:gd name="T60" fmla="*/ 92 w 214"/>
                <a:gd name="T61" fmla="*/ 203 h 387"/>
                <a:gd name="T62" fmla="*/ 130 w 214"/>
                <a:gd name="T63" fmla="*/ 226 h 387"/>
                <a:gd name="T64" fmla="*/ 156 w 214"/>
                <a:gd name="T65" fmla="*/ 245 h 387"/>
                <a:gd name="T66" fmla="*/ 172 w 214"/>
                <a:gd name="T67" fmla="*/ 266 h 387"/>
                <a:gd name="T68" fmla="*/ 177 w 214"/>
                <a:gd name="T69" fmla="*/ 291 h 387"/>
                <a:gd name="T70" fmla="*/ 155 w 214"/>
                <a:gd name="T71" fmla="*/ 339 h 387"/>
                <a:gd name="T72" fmla="*/ 92 w 214"/>
                <a:gd name="T73" fmla="*/ 355 h 387"/>
                <a:gd name="T74" fmla="*/ 68 w 214"/>
                <a:gd name="T75" fmla="*/ 354 h 387"/>
                <a:gd name="T76" fmla="*/ 45 w 214"/>
                <a:gd name="T77" fmla="*/ 347 h 387"/>
                <a:gd name="T78" fmla="*/ 21 w 214"/>
                <a:gd name="T79" fmla="*/ 339 h 387"/>
                <a:gd name="T80" fmla="*/ 0 w 214"/>
                <a:gd name="T81" fmla="*/ 326 h 387"/>
                <a:gd name="T82" fmla="*/ 0 w 214"/>
                <a:gd name="T83" fmla="*/ 366 h 387"/>
                <a:gd name="T84" fmla="*/ 20 w 214"/>
                <a:gd name="T85" fmla="*/ 375 h 387"/>
                <a:gd name="T86" fmla="*/ 43 w 214"/>
                <a:gd name="T87" fmla="*/ 38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87">
                  <a:moveTo>
                    <a:pt x="43" y="380"/>
                  </a:moveTo>
                  <a:lnTo>
                    <a:pt x="43" y="380"/>
                  </a:lnTo>
                  <a:cubicBezTo>
                    <a:pt x="52" y="383"/>
                    <a:pt x="60" y="385"/>
                    <a:pt x="68" y="385"/>
                  </a:cubicBezTo>
                  <a:cubicBezTo>
                    <a:pt x="77" y="386"/>
                    <a:pt x="84" y="386"/>
                    <a:pt x="89" y="386"/>
                  </a:cubicBezTo>
                  <a:cubicBezTo>
                    <a:pt x="107" y="386"/>
                    <a:pt x="124" y="385"/>
                    <a:pt x="140" y="380"/>
                  </a:cubicBezTo>
                  <a:cubicBezTo>
                    <a:pt x="155" y="376"/>
                    <a:pt x="167" y="371"/>
                    <a:pt x="179" y="362"/>
                  </a:cubicBezTo>
                  <a:cubicBezTo>
                    <a:pt x="190" y="354"/>
                    <a:pt x="198" y="343"/>
                    <a:pt x="204" y="330"/>
                  </a:cubicBezTo>
                  <a:cubicBezTo>
                    <a:pt x="211" y="318"/>
                    <a:pt x="213" y="304"/>
                    <a:pt x="213" y="287"/>
                  </a:cubicBezTo>
                  <a:cubicBezTo>
                    <a:pt x="213" y="276"/>
                    <a:pt x="211" y="265"/>
                    <a:pt x="208" y="255"/>
                  </a:cubicBezTo>
                  <a:cubicBezTo>
                    <a:pt x="204" y="245"/>
                    <a:pt x="198" y="237"/>
                    <a:pt x="190" y="228"/>
                  </a:cubicBezTo>
                  <a:cubicBezTo>
                    <a:pt x="183" y="219"/>
                    <a:pt x="173" y="210"/>
                    <a:pt x="160" y="203"/>
                  </a:cubicBezTo>
                  <a:cubicBezTo>
                    <a:pt x="149" y="195"/>
                    <a:pt x="135" y="187"/>
                    <a:pt x="120" y="178"/>
                  </a:cubicBezTo>
                  <a:cubicBezTo>
                    <a:pt x="105" y="170"/>
                    <a:pt x="92" y="163"/>
                    <a:pt x="82" y="157"/>
                  </a:cubicBezTo>
                  <a:cubicBezTo>
                    <a:pt x="71" y="150"/>
                    <a:pt x="63" y="145"/>
                    <a:pt x="57" y="139"/>
                  </a:cubicBezTo>
                  <a:cubicBezTo>
                    <a:pt x="50" y="132"/>
                    <a:pt x="46" y="125"/>
                    <a:pt x="43" y="118"/>
                  </a:cubicBezTo>
                  <a:cubicBezTo>
                    <a:pt x="41" y="111"/>
                    <a:pt x="38" y="103"/>
                    <a:pt x="38" y="93"/>
                  </a:cubicBezTo>
                  <a:cubicBezTo>
                    <a:pt x="38" y="83"/>
                    <a:pt x="41" y="74"/>
                    <a:pt x="45" y="67"/>
                  </a:cubicBezTo>
                  <a:cubicBezTo>
                    <a:pt x="49" y="58"/>
                    <a:pt x="54" y="51"/>
                    <a:pt x="63" y="47"/>
                  </a:cubicBezTo>
                  <a:cubicBezTo>
                    <a:pt x="70" y="41"/>
                    <a:pt x="78" y="37"/>
                    <a:pt x="88" y="35"/>
                  </a:cubicBezTo>
                  <a:cubicBezTo>
                    <a:pt x="98" y="32"/>
                    <a:pt x="109" y="30"/>
                    <a:pt x="120" y="30"/>
                  </a:cubicBezTo>
                  <a:cubicBezTo>
                    <a:pt x="149" y="30"/>
                    <a:pt x="176" y="37"/>
                    <a:pt x="198" y="50"/>
                  </a:cubicBezTo>
                  <a:cubicBezTo>
                    <a:pt x="198" y="11"/>
                    <a:pt x="198" y="11"/>
                    <a:pt x="198" y="11"/>
                  </a:cubicBezTo>
                  <a:cubicBezTo>
                    <a:pt x="177" y="4"/>
                    <a:pt x="153" y="0"/>
                    <a:pt x="124" y="0"/>
                  </a:cubicBezTo>
                  <a:cubicBezTo>
                    <a:pt x="107" y="0"/>
                    <a:pt x="91" y="1"/>
                    <a:pt x="77" y="5"/>
                  </a:cubicBezTo>
                  <a:cubicBezTo>
                    <a:pt x="61" y="11"/>
                    <a:pt x="49" y="16"/>
                    <a:pt x="38" y="25"/>
                  </a:cubicBezTo>
                  <a:cubicBezTo>
                    <a:pt x="27" y="33"/>
                    <a:pt x="18" y="44"/>
                    <a:pt x="11" y="55"/>
                  </a:cubicBezTo>
                  <a:cubicBezTo>
                    <a:pt x="6" y="68"/>
                    <a:pt x="1" y="82"/>
                    <a:pt x="1" y="97"/>
                  </a:cubicBezTo>
                  <a:cubicBezTo>
                    <a:pt x="1" y="108"/>
                    <a:pt x="4" y="120"/>
                    <a:pt x="7" y="129"/>
                  </a:cubicBezTo>
                  <a:cubicBezTo>
                    <a:pt x="11" y="139"/>
                    <a:pt x="15" y="147"/>
                    <a:pt x="24" y="156"/>
                  </a:cubicBezTo>
                  <a:cubicBezTo>
                    <a:pt x="31" y="163"/>
                    <a:pt x="39" y="171"/>
                    <a:pt x="52" y="180"/>
                  </a:cubicBezTo>
                  <a:cubicBezTo>
                    <a:pt x="63" y="187"/>
                    <a:pt x="77" y="195"/>
                    <a:pt x="92" y="203"/>
                  </a:cubicBezTo>
                  <a:cubicBezTo>
                    <a:pt x="106" y="212"/>
                    <a:pt x="119" y="219"/>
                    <a:pt x="130" y="226"/>
                  </a:cubicBezTo>
                  <a:cubicBezTo>
                    <a:pt x="141" y="231"/>
                    <a:pt x="149" y="238"/>
                    <a:pt x="156" y="245"/>
                  </a:cubicBezTo>
                  <a:cubicBezTo>
                    <a:pt x="163" y="251"/>
                    <a:pt x="169" y="258"/>
                    <a:pt x="172" y="266"/>
                  </a:cubicBezTo>
                  <a:cubicBezTo>
                    <a:pt x="174" y="273"/>
                    <a:pt x="177" y="281"/>
                    <a:pt x="177" y="291"/>
                  </a:cubicBezTo>
                  <a:cubicBezTo>
                    <a:pt x="177" y="312"/>
                    <a:pt x="170" y="327"/>
                    <a:pt x="155" y="339"/>
                  </a:cubicBezTo>
                  <a:cubicBezTo>
                    <a:pt x="141" y="350"/>
                    <a:pt x="120" y="355"/>
                    <a:pt x="92" y="355"/>
                  </a:cubicBezTo>
                  <a:cubicBezTo>
                    <a:pt x="84" y="355"/>
                    <a:pt x="77" y="354"/>
                    <a:pt x="68" y="354"/>
                  </a:cubicBezTo>
                  <a:cubicBezTo>
                    <a:pt x="60" y="352"/>
                    <a:pt x="53" y="350"/>
                    <a:pt x="45" y="347"/>
                  </a:cubicBezTo>
                  <a:cubicBezTo>
                    <a:pt x="36" y="345"/>
                    <a:pt x="29" y="341"/>
                    <a:pt x="21" y="339"/>
                  </a:cubicBezTo>
                  <a:cubicBezTo>
                    <a:pt x="14" y="334"/>
                    <a:pt x="7" y="330"/>
                    <a:pt x="0" y="326"/>
                  </a:cubicBezTo>
                  <a:cubicBezTo>
                    <a:pt x="0" y="366"/>
                    <a:pt x="0" y="366"/>
                    <a:pt x="0" y="366"/>
                  </a:cubicBezTo>
                  <a:cubicBezTo>
                    <a:pt x="6" y="369"/>
                    <a:pt x="11" y="372"/>
                    <a:pt x="20" y="375"/>
                  </a:cubicBezTo>
                  <a:cubicBezTo>
                    <a:pt x="27" y="378"/>
                    <a:pt x="35" y="379"/>
                    <a:pt x="43" y="38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5" name="Freeform 265">
              <a:extLst>
                <a:ext uri="{FF2B5EF4-FFF2-40B4-BE49-F238E27FC236}">
                  <a16:creationId xmlns:a16="http://schemas.microsoft.com/office/drawing/2014/main" id="{DD615CAA-83E6-46BC-CB51-CB3773D4287B}"/>
                </a:ext>
              </a:extLst>
            </p:cNvPr>
            <p:cNvSpPr>
              <a:spLocks noChangeArrowheads="1"/>
            </p:cNvSpPr>
            <p:nvPr/>
          </p:nvSpPr>
          <p:spPr bwMode="auto">
            <a:xfrm>
              <a:off x="1452563" y="965200"/>
              <a:ext cx="66675" cy="134938"/>
            </a:xfrm>
            <a:custGeom>
              <a:avLst/>
              <a:gdLst>
                <a:gd name="T0" fmla="*/ 185 w 186"/>
                <a:gd name="T1" fmla="*/ 343 h 376"/>
                <a:gd name="T2" fmla="*/ 35 w 186"/>
                <a:gd name="T3" fmla="*/ 343 h 376"/>
                <a:gd name="T4" fmla="*/ 35 w 186"/>
                <a:gd name="T5" fmla="*/ 0 h 376"/>
                <a:gd name="T6" fmla="*/ 0 w 186"/>
                <a:gd name="T7" fmla="*/ 0 h 376"/>
                <a:gd name="T8" fmla="*/ 0 w 186"/>
                <a:gd name="T9" fmla="*/ 375 h 376"/>
                <a:gd name="T10" fmla="*/ 185 w 186"/>
                <a:gd name="T11" fmla="*/ 375 h 376"/>
                <a:gd name="T12" fmla="*/ 185 w 186"/>
                <a:gd name="T13" fmla="*/ 343 h 376"/>
              </a:gdLst>
              <a:ahLst/>
              <a:cxnLst>
                <a:cxn ang="0">
                  <a:pos x="T0" y="T1"/>
                </a:cxn>
                <a:cxn ang="0">
                  <a:pos x="T2" y="T3"/>
                </a:cxn>
                <a:cxn ang="0">
                  <a:pos x="T4" y="T5"/>
                </a:cxn>
                <a:cxn ang="0">
                  <a:pos x="T6" y="T7"/>
                </a:cxn>
                <a:cxn ang="0">
                  <a:pos x="T8" y="T9"/>
                </a:cxn>
                <a:cxn ang="0">
                  <a:pos x="T10" y="T11"/>
                </a:cxn>
                <a:cxn ang="0">
                  <a:pos x="T12" y="T13"/>
                </a:cxn>
              </a:cxnLst>
              <a:rect l="0" t="0" r="r" b="b"/>
              <a:pathLst>
                <a:path w="186" h="376">
                  <a:moveTo>
                    <a:pt x="185" y="343"/>
                  </a:moveTo>
                  <a:lnTo>
                    <a:pt x="35" y="343"/>
                  </a:lnTo>
                  <a:lnTo>
                    <a:pt x="35" y="0"/>
                  </a:lnTo>
                  <a:lnTo>
                    <a:pt x="0" y="0"/>
                  </a:lnTo>
                  <a:lnTo>
                    <a:pt x="0" y="375"/>
                  </a:lnTo>
                  <a:lnTo>
                    <a:pt x="185" y="375"/>
                  </a:lnTo>
                  <a:lnTo>
                    <a:pt x="185"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6" name="Freeform 266">
              <a:extLst>
                <a:ext uri="{FF2B5EF4-FFF2-40B4-BE49-F238E27FC236}">
                  <a16:creationId xmlns:a16="http://schemas.microsoft.com/office/drawing/2014/main" id="{0CD48A8D-109B-80CE-08C0-0D6F7C5CDA66}"/>
                </a:ext>
              </a:extLst>
            </p:cNvPr>
            <p:cNvSpPr>
              <a:spLocks noChangeArrowheads="1"/>
            </p:cNvSpPr>
            <p:nvPr/>
          </p:nvSpPr>
          <p:spPr bwMode="auto">
            <a:xfrm>
              <a:off x="1541463"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7" name="Freeform 267">
              <a:extLst>
                <a:ext uri="{FF2B5EF4-FFF2-40B4-BE49-F238E27FC236}">
                  <a16:creationId xmlns:a16="http://schemas.microsoft.com/office/drawing/2014/main" id="{FDCE16EC-A061-3E50-682E-8C735575124A}"/>
                </a:ext>
              </a:extLst>
            </p:cNvPr>
            <p:cNvSpPr>
              <a:spLocks noChangeArrowheads="1"/>
            </p:cNvSpPr>
            <p:nvPr/>
          </p:nvSpPr>
          <p:spPr bwMode="auto">
            <a:xfrm>
              <a:off x="1590675" y="965200"/>
              <a:ext cx="106363" cy="134938"/>
            </a:xfrm>
            <a:custGeom>
              <a:avLst/>
              <a:gdLst>
                <a:gd name="T0" fmla="*/ 35 w 294"/>
                <a:gd name="T1" fmla="*/ 85 h 376"/>
                <a:gd name="T2" fmla="*/ 35 w 294"/>
                <a:gd name="T3" fmla="*/ 85 h 376"/>
                <a:gd name="T4" fmla="*/ 33 w 294"/>
                <a:gd name="T5" fmla="*/ 64 h 376"/>
                <a:gd name="T6" fmla="*/ 33 w 294"/>
                <a:gd name="T7" fmla="*/ 50 h 376"/>
                <a:gd name="T8" fmla="*/ 35 w 294"/>
                <a:gd name="T9" fmla="*/ 50 h 376"/>
                <a:gd name="T10" fmla="*/ 40 w 294"/>
                <a:gd name="T11" fmla="*/ 63 h 376"/>
                <a:gd name="T12" fmla="*/ 49 w 294"/>
                <a:gd name="T13" fmla="*/ 74 h 376"/>
                <a:gd name="T14" fmla="*/ 256 w 294"/>
                <a:gd name="T15" fmla="*/ 375 h 376"/>
                <a:gd name="T16" fmla="*/ 293 w 294"/>
                <a:gd name="T17" fmla="*/ 375 h 376"/>
                <a:gd name="T18" fmla="*/ 293 w 294"/>
                <a:gd name="T19" fmla="*/ 0 h 376"/>
                <a:gd name="T20" fmla="*/ 258 w 294"/>
                <a:gd name="T21" fmla="*/ 0 h 376"/>
                <a:gd name="T22" fmla="*/ 258 w 294"/>
                <a:gd name="T23" fmla="*/ 279 h 376"/>
                <a:gd name="T24" fmla="*/ 258 w 294"/>
                <a:gd name="T25" fmla="*/ 303 h 376"/>
                <a:gd name="T26" fmla="*/ 259 w 294"/>
                <a:gd name="T27" fmla="*/ 322 h 376"/>
                <a:gd name="T28" fmla="*/ 258 w 294"/>
                <a:gd name="T29" fmla="*/ 322 h 376"/>
                <a:gd name="T30" fmla="*/ 251 w 294"/>
                <a:gd name="T31" fmla="*/ 311 h 376"/>
                <a:gd name="T32" fmla="*/ 242 w 294"/>
                <a:gd name="T33" fmla="*/ 297 h 376"/>
                <a:gd name="T34" fmla="*/ 37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5" y="70"/>
                    <a:pt x="33" y="64"/>
                  </a:cubicBezTo>
                  <a:cubicBezTo>
                    <a:pt x="33" y="59"/>
                    <a:pt x="33" y="55"/>
                    <a:pt x="33" y="50"/>
                  </a:cubicBezTo>
                  <a:cubicBezTo>
                    <a:pt x="35" y="50"/>
                    <a:pt x="35" y="50"/>
                    <a:pt x="35" y="50"/>
                  </a:cubicBezTo>
                  <a:cubicBezTo>
                    <a:pt x="36" y="55"/>
                    <a:pt x="37" y="59"/>
                    <a:pt x="40" y="63"/>
                  </a:cubicBezTo>
                  <a:cubicBezTo>
                    <a:pt x="43" y="67"/>
                    <a:pt x="46" y="70"/>
                    <a:pt x="49" y="74"/>
                  </a:cubicBezTo>
                  <a:cubicBezTo>
                    <a:pt x="256" y="375"/>
                    <a:pt x="256" y="375"/>
                    <a:pt x="256" y="375"/>
                  </a:cubicBezTo>
                  <a:cubicBezTo>
                    <a:pt x="293" y="375"/>
                    <a:pt x="293" y="375"/>
                    <a:pt x="293" y="375"/>
                  </a:cubicBezTo>
                  <a:cubicBezTo>
                    <a:pt x="293" y="0"/>
                    <a:pt x="293" y="0"/>
                    <a:pt x="293" y="0"/>
                  </a:cubicBezTo>
                  <a:cubicBezTo>
                    <a:pt x="258" y="0"/>
                    <a:pt x="258" y="0"/>
                    <a:pt x="258" y="0"/>
                  </a:cubicBezTo>
                  <a:cubicBezTo>
                    <a:pt x="258" y="279"/>
                    <a:pt x="258" y="279"/>
                    <a:pt x="258" y="279"/>
                  </a:cubicBezTo>
                  <a:cubicBezTo>
                    <a:pt x="258" y="288"/>
                    <a:pt x="258" y="296"/>
                    <a:pt x="258" y="303"/>
                  </a:cubicBezTo>
                  <a:cubicBezTo>
                    <a:pt x="258" y="310"/>
                    <a:pt x="259" y="317"/>
                    <a:pt x="259" y="322"/>
                  </a:cubicBezTo>
                  <a:cubicBezTo>
                    <a:pt x="258" y="322"/>
                    <a:pt x="258" y="322"/>
                    <a:pt x="258" y="322"/>
                  </a:cubicBezTo>
                  <a:cubicBezTo>
                    <a:pt x="256" y="318"/>
                    <a:pt x="254" y="315"/>
                    <a:pt x="251" y="311"/>
                  </a:cubicBezTo>
                  <a:cubicBezTo>
                    <a:pt x="248" y="307"/>
                    <a:pt x="245" y="303"/>
                    <a:pt x="242" y="297"/>
                  </a:cubicBezTo>
                  <a:cubicBezTo>
                    <a:pt x="37" y="0"/>
                    <a:pt x="37" y="0"/>
                    <a:pt x="37"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8" name="Freeform 268">
              <a:extLst>
                <a:ext uri="{FF2B5EF4-FFF2-40B4-BE49-F238E27FC236}">
                  <a16:creationId xmlns:a16="http://schemas.microsoft.com/office/drawing/2014/main" id="{65878C6E-24A4-CF96-A1B7-25582CD1258A}"/>
                </a:ext>
              </a:extLst>
            </p:cNvPr>
            <p:cNvSpPr>
              <a:spLocks noChangeArrowheads="1"/>
            </p:cNvSpPr>
            <p:nvPr/>
          </p:nvSpPr>
          <p:spPr bwMode="auto">
            <a:xfrm>
              <a:off x="1730375" y="965200"/>
              <a:ext cx="69850" cy="134938"/>
            </a:xfrm>
            <a:custGeom>
              <a:avLst/>
              <a:gdLst>
                <a:gd name="T0" fmla="*/ 191 w 192"/>
                <a:gd name="T1" fmla="*/ 343 h 376"/>
                <a:gd name="T2" fmla="*/ 34 w 192"/>
                <a:gd name="T3" fmla="*/ 343 h 376"/>
                <a:gd name="T4" fmla="*/ 34 w 192"/>
                <a:gd name="T5" fmla="*/ 201 h 376"/>
                <a:gd name="T6" fmla="*/ 172 w 192"/>
                <a:gd name="T7" fmla="*/ 201 h 376"/>
                <a:gd name="T8" fmla="*/ 172 w 192"/>
                <a:gd name="T9" fmla="*/ 170 h 376"/>
                <a:gd name="T10" fmla="*/ 34 w 192"/>
                <a:gd name="T11" fmla="*/ 170 h 376"/>
                <a:gd name="T12" fmla="*/ 34 w 192"/>
                <a:gd name="T13" fmla="*/ 32 h 376"/>
                <a:gd name="T14" fmla="*/ 183 w 192"/>
                <a:gd name="T15" fmla="*/ 32 h 376"/>
                <a:gd name="T16" fmla="*/ 183 w 192"/>
                <a:gd name="T17" fmla="*/ 0 h 376"/>
                <a:gd name="T18" fmla="*/ 0 w 192"/>
                <a:gd name="T19" fmla="*/ 0 h 376"/>
                <a:gd name="T20" fmla="*/ 0 w 192"/>
                <a:gd name="T21" fmla="*/ 375 h 376"/>
                <a:gd name="T22" fmla="*/ 191 w 192"/>
                <a:gd name="T23" fmla="*/ 375 h 376"/>
                <a:gd name="T24" fmla="*/ 191 w 192"/>
                <a:gd name="T25" fmla="*/ 34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91" y="343"/>
                  </a:moveTo>
                  <a:lnTo>
                    <a:pt x="34" y="343"/>
                  </a:lnTo>
                  <a:lnTo>
                    <a:pt x="34" y="201"/>
                  </a:lnTo>
                  <a:lnTo>
                    <a:pt x="172" y="201"/>
                  </a:lnTo>
                  <a:lnTo>
                    <a:pt x="172" y="170"/>
                  </a:lnTo>
                  <a:lnTo>
                    <a:pt x="34" y="170"/>
                  </a:lnTo>
                  <a:lnTo>
                    <a:pt x="34" y="32"/>
                  </a:lnTo>
                  <a:lnTo>
                    <a:pt x="183" y="32"/>
                  </a:lnTo>
                  <a:lnTo>
                    <a:pt x="183" y="0"/>
                  </a:lnTo>
                  <a:lnTo>
                    <a:pt x="0" y="0"/>
                  </a:lnTo>
                  <a:lnTo>
                    <a:pt x="0" y="375"/>
                  </a:lnTo>
                  <a:lnTo>
                    <a:pt x="191" y="375"/>
                  </a:lnTo>
                  <a:lnTo>
                    <a:pt x="191" y="34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29" name="Freeform 269">
              <a:extLst>
                <a:ext uri="{FF2B5EF4-FFF2-40B4-BE49-F238E27FC236}">
                  <a16:creationId xmlns:a16="http://schemas.microsoft.com/office/drawing/2014/main" id="{6796EDDF-6883-CF56-85AB-3D4BD5EC48C1}"/>
                </a:ext>
              </a:extLst>
            </p:cNvPr>
            <p:cNvSpPr>
              <a:spLocks noChangeArrowheads="1"/>
            </p:cNvSpPr>
            <p:nvPr/>
          </p:nvSpPr>
          <p:spPr bwMode="auto">
            <a:xfrm>
              <a:off x="1879600" y="9652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0" name="Freeform 270">
              <a:extLst>
                <a:ext uri="{FF2B5EF4-FFF2-40B4-BE49-F238E27FC236}">
                  <a16:creationId xmlns:a16="http://schemas.microsoft.com/office/drawing/2014/main" id="{598A724C-6411-B0C5-47C4-2E3C851F1952}"/>
                </a:ext>
              </a:extLst>
            </p:cNvPr>
            <p:cNvSpPr>
              <a:spLocks noChangeArrowheads="1"/>
            </p:cNvSpPr>
            <p:nvPr/>
          </p:nvSpPr>
          <p:spPr bwMode="auto">
            <a:xfrm>
              <a:off x="1919288" y="963613"/>
              <a:ext cx="98425" cy="139700"/>
            </a:xfrm>
            <a:custGeom>
              <a:avLst/>
              <a:gdLst>
                <a:gd name="T0" fmla="*/ 273 w 274"/>
                <a:gd name="T1" fmla="*/ 366 h 388"/>
                <a:gd name="T2" fmla="*/ 273 w 274"/>
                <a:gd name="T3" fmla="*/ 366 h 388"/>
                <a:gd name="T4" fmla="*/ 273 w 274"/>
                <a:gd name="T5" fmla="*/ 333 h 388"/>
                <a:gd name="T6" fmla="*/ 178 w 274"/>
                <a:gd name="T7" fmla="*/ 355 h 388"/>
                <a:gd name="T8" fmla="*/ 117 w 274"/>
                <a:gd name="T9" fmla="*/ 343 h 388"/>
                <a:gd name="T10" fmla="*/ 72 w 274"/>
                <a:gd name="T11" fmla="*/ 309 h 388"/>
                <a:gd name="T12" fmla="*/ 45 w 274"/>
                <a:gd name="T13" fmla="*/ 259 h 388"/>
                <a:gd name="T14" fmla="*/ 36 w 274"/>
                <a:gd name="T15" fmla="*/ 198 h 388"/>
                <a:gd name="T16" fmla="*/ 46 w 274"/>
                <a:gd name="T17" fmla="*/ 131 h 388"/>
                <a:gd name="T18" fmla="*/ 75 w 274"/>
                <a:gd name="T19" fmla="*/ 78 h 388"/>
                <a:gd name="T20" fmla="*/ 123 w 274"/>
                <a:gd name="T21" fmla="*/ 43 h 388"/>
                <a:gd name="T22" fmla="*/ 188 w 274"/>
                <a:gd name="T23" fmla="*/ 30 h 388"/>
                <a:gd name="T24" fmla="*/ 273 w 274"/>
                <a:gd name="T25" fmla="*/ 51 h 388"/>
                <a:gd name="T26" fmla="*/ 273 w 274"/>
                <a:gd name="T27" fmla="*/ 14 h 388"/>
                <a:gd name="T28" fmla="*/ 188 w 274"/>
                <a:gd name="T29" fmla="*/ 0 h 388"/>
                <a:gd name="T30" fmla="*/ 110 w 274"/>
                <a:gd name="T31" fmla="*/ 15 h 388"/>
                <a:gd name="T32" fmla="*/ 50 w 274"/>
                <a:gd name="T33" fmla="*/ 57 h 388"/>
                <a:gd name="T34" fmla="*/ 13 w 274"/>
                <a:gd name="T35" fmla="*/ 121 h 388"/>
                <a:gd name="T36" fmla="*/ 0 w 274"/>
                <a:gd name="T37" fmla="*/ 200 h 388"/>
                <a:gd name="T38" fmla="*/ 13 w 274"/>
                <a:gd name="T39" fmla="*/ 274 h 388"/>
                <a:gd name="T40" fmla="*/ 47 w 274"/>
                <a:gd name="T41" fmla="*/ 334 h 388"/>
                <a:gd name="T42" fmla="*/ 103 w 274"/>
                <a:gd name="T43" fmla="*/ 373 h 388"/>
                <a:gd name="T44" fmla="*/ 174 w 274"/>
                <a:gd name="T45" fmla="*/ 387 h 388"/>
                <a:gd name="T46" fmla="*/ 273 w 274"/>
                <a:gd name="T47" fmla="*/ 366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8">
                  <a:moveTo>
                    <a:pt x="273" y="366"/>
                  </a:moveTo>
                  <a:lnTo>
                    <a:pt x="273" y="366"/>
                  </a:lnTo>
                  <a:cubicBezTo>
                    <a:pt x="273" y="333"/>
                    <a:pt x="273" y="333"/>
                    <a:pt x="273" y="333"/>
                  </a:cubicBezTo>
                  <a:cubicBezTo>
                    <a:pt x="247" y="348"/>
                    <a:pt x="215" y="355"/>
                    <a:pt x="178" y="355"/>
                  </a:cubicBezTo>
                  <a:cubicBezTo>
                    <a:pt x="155" y="355"/>
                    <a:pt x="135" y="351"/>
                    <a:pt x="117" y="343"/>
                  </a:cubicBezTo>
                  <a:cubicBezTo>
                    <a:pt x="99" y="334"/>
                    <a:pt x="84" y="323"/>
                    <a:pt x="72" y="309"/>
                  </a:cubicBezTo>
                  <a:cubicBezTo>
                    <a:pt x="60" y="294"/>
                    <a:pt x="52" y="277"/>
                    <a:pt x="45" y="259"/>
                  </a:cubicBezTo>
                  <a:cubicBezTo>
                    <a:pt x="39" y="239"/>
                    <a:pt x="36" y="219"/>
                    <a:pt x="36" y="198"/>
                  </a:cubicBezTo>
                  <a:cubicBezTo>
                    <a:pt x="36" y="174"/>
                    <a:pt x="39" y="152"/>
                    <a:pt x="46" y="131"/>
                  </a:cubicBezTo>
                  <a:cubicBezTo>
                    <a:pt x="53" y="111"/>
                    <a:pt x="63" y="93"/>
                    <a:pt x="75" y="78"/>
                  </a:cubicBezTo>
                  <a:cubicBezTo>
                    <a:pt x="89" y="64"/>
                    <a:pt x="105" y="51"/>
                    <a:pt x="123" y="43"/>
                  </a:cubicBezTo>
                  <a:cubicBezTo>
                    <a:pt x="142" y="35"/>
                    <a:pt x="163" y="30"/>
                    <a:pt x="188" y="30"/>
                  </a:cubicBezTo>
                  <a:cubicBezTo>
                    <a:pt x="219" y="30"/>
                    <a:pt x="247" y="37"/>
                    <a:pt x="273" y="51"/>
                  </a:cubicBezTo>
                  <a:cubicBezTo>
                    <a:pt x="273" y="14"/>
                    <a:pt x="273" y="14"/>
                    <a:pt x="273" y="14"/>
                  </a:cubicBezTo>
                  <a:cubicBezTo>
                    <a:pt x="248" y="4"/>
                    <a:pt x="220" y="0"/>
                    <a:pt x="188" y="0"/>
                  </a:cubicBezTo>
                  <a:cubicBezTo>
                    <a:pt x="159" y="0"/>
                    <a:pt x="134" y="4"/>
                    <a:pt x="110" y="15"/>
                  </a:cubicBezTo>
                  <a:cubicBezTo>
                    <a:pt x="86" y="25"/>
                    <a:pt x="67" y="39"/>
                    <a:pt x="50" y="57"/>
                  </a:cubicBezTo>
                  <a:cubicBezTo>
                    <a:pt x="35" y="75"/>
                    <a:pt x="22" y="96"/>
                    <a:pt x="13" y="121"/>
                  </a:cubicBezTo>
                  <a:cubicBezTo>
                    <a:pt x="4" y="145"/>
                    <a:pt x="0" y="171"/>
                    <a:pt x="0" y="200"/>
                  </a:cubicBezTo>
                  <a:cubicBezTo>
                    <a:pt x="0" y="227"/>
                    <a:pt x="4" y="252"/>
                    <a:pt x="13" y="274"/>
                  </a:cubicBezTo>
                  <a:cubicBezTo>
                    <a:pt x="21" y="298"/>
                    <a:pt x="32" y="318"/>
                    <a:pt x="47" y="334"/>
                  </a:cubicBezTo>
                  <a:cubicBezTo>
                    <a:pt x="63" y="351"/>
                    <a:pt x="81" y="364"/>
                    <a:pt x="103" y="373"/>
                  </a:cubicBezTo>
                  <a:cubicBezTo>
                    <a:pt x="124" y="382"/>
                    <a:pt x="148" y="387"/>
                    <a:pt x="174" y="387"/>
                  </a:cubicBezTo>
                  <a:cubicBezTo>
                    <a:pt x="212" y="387"/>
                    <a:pt x="245" y="380"/>
                    <a:pt x="273" y="36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1" name="Freeform 271">
              <a:extLst>
                <a:ext uri="{FF2B5EF4-FFF2-40B4-BE49-F238E27FC236}">
                  <a16:creationId xmlns:a16="http://schemas.microsoft.com/office/drawing/2014/main" id="{8CAE4F4C-A8D9-74B4-0E5E-40BEC4B184A6}"/>
                </a:ext>
              </a:extLst>
            </p:cNvPr>
            <p:cNvSpPr>
              <a:spLocks noChangeArrowheads="1"/>
            </p:cNvSpPr>
            <p:nvPr/>
          </p:nvSpPr>
          <p:spPr bwMode="auto">
            <a:xfrm>
              <a:off x="2036763" y="963613"/>
              <a:ext cx="127000" cy="139700"/>
            </a:xfrm>
            <a:custGeom>
              <a:avLst/>
              <a:gdLst>
                <a:gd name="T0" fmla="*/ 47 w 354"/>
                <a:gd name="T1" fmla="*/ 332 h 388"/>
                <a:gd name="T2" fmla="*/ 47 w 354"/>
                <a:gd name="T3" fmla="*/ 332 h 388"/>
                <a:gd name="T4" fmla="*/ 102 w 354"/>
                <a:gd name="T5" fmla="*/ 372 h 388"/>
                <a:gd name="T6" fmla="*/ 174 w 354"/>
                <a:gd name="T7" fmla="*/ 387 h 388"/>
                <a:gd name="T8" fmla="*/ 251 w 354"/>
                <a:gd name="T9" fmla="*/ 372 h 388"/>
                <a:gd name="T10" fmla="*/ 307 w 354"/>
                <a:gd name="T11" fmla="*/ 330 h 388"/>
                <a:gd name="T12" fmla="*/ 340 w 354"/>
                <a:gd name="T13" fmla="*/ 266 h 388"/>
                <a:gd name="T14" fmla="*/ 353 w 354"/>
                <a:gd name="T15" fmla="*/ 188 h 388"/>
                <a:gd name="T16" fmla="*/ 340 w 354"/>
                <a:gd name="T17" fmla="*/ 113 h 388"/>
                <a:gd name="T18" fmla="*/ 307 w 354"/>
                <a:gd name="T19" fmla="*/ 53 h 388"/>
                <a:gd name="T20" fmla="*/ 252 w 354"/>
                <a:gd name="T21" fmla="*/ 14 h 388"/>
                <a:gd name="T22" fmla="*/ 181 w 354"/>
                <a:gd name="T23" fmla="*/ 0 h 388"/>
                <a:gd name="T24" fmla="*/ 104 w 354"/>
                <a:gd name="T25" fmla="*/ 14 h 388"/>
                <a:gd name="T26" fmla="*/ 47 w 354"/>
                <a:gd name="T27" fmla="*/ 54 h 388"/>
                <a:gd name="T28" fmla="*/ 12 w 354"/>
                <a:gd name="T29" fmla="*/ 117 h 388"/>
                <a:gd name="T30" fmla="*/ 0 w 354"/>
                <a:gd name="T31" fmla="*/ 198 h 388"/>
                <a:gd name="T32" fmla="*/ 12 w 354"/>
                <a:gd name="T33" fmla="*/ 272 h 388"/>
                <a:gd name="T34" fmla="*/ 47 w 354"/>
                <a:gd name="T35" fmla="*/ 332 h 388"/>
                <a:gd name="T36" fmla="*/ 46 w 354"/>
                <a:gd name="T37" fmla="*/ 131 h 388"/>
                <a:gd name="T38" fmla="*/ 46 w 354"/>
                <a:gd name="T39" fmla="*/ 131 h 388"/>
                <a:gd name="T40" fmla="*/ 72 w 354"/>
                <a:gd name="T41" fmla="*/ 79 h 388"/>
                <a:gd name="T42" fmla="*/ 117 w 354"/>
                <a:gd name="T43" fmla="*/ 44 h 388"/>
                <a:gd name="T44" fmla="*/ 177 w 354"/>
                <a:gd name="T45" fmla="*/ 30 h 388"/>
                <a:gd name="T46" fmla="*/ 240 w 354"/>
                <a:gd name="T47" fmla="*/ 44 h 388"/>
                <a:gd name="T48" fmla="*/ 283 w 354"/>
                <a:gd name="T49" fmla="*/ 79 h 388"/>
                <a:gd name="T50" fmla="*/ 308 w 354"/>
                <a:gd name="T51" fmla="*/ 131 h 388"/>
                <a:gd name="T52" fmla="*/ 316 w 354"/>
                <a:gd name="T53" fmla="*/ 193 h 388"/>
                <a:gd name="T54" fmla="*/ 307 w 354"/>
                <a:gd name="T55" fmla="*/ 258 h 388"/>
                <a:gd name="T56" fmla="*/ 280 w 354"/>
                <a:gd name="T57" fmla="*/ 309 h 388"/>
                <a:gd name="T58" fmla="*/ 236 w 354"/>
                <a:gd name="T59" fmla="*/ 343 h 388"/>
                <a:gd name="T60" fmla="*/ 174 w 354"/>
                <a:gd name="T61" fmla="*/ 355 h 388"/>
                <a:gd name="T62" fmla="*/ 113 w 354"/>
                <a:gd name="T63" fmla="*/ 341 h 388"/>
                <a:gd name="T64" fmla="*/ 70 w 354"/>
                <a:gd name="T65" fmla="*/ 306 h 388"/>
                <a:gd name="T66" fmla="*/ 45 w 354"/>
                <a:gd name="T67" fmla="*/ 255 h 388"/>
                <a:gd name="T68" fmla="*/ 36 w 354"/>
                <a:gd name="T69" fmla="*/ 193 h 388"/>
                <a:gd name="T70" fmla="*/ 46 w 354"/>
                <a:gd name="T71" fmla="*/ 131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47" y="332"/>
                  </a:moveTo>
                  <a:lnTo>
                    <a:pt x="47" y="332"/>
                  </a:lnTo>
                  <a:cubicBezTo>
                    <a:pt x="61" y="348"/>
                    <a:pt x="79" y="362"/>
                    <a:pt x="102" y="372"/>
                  </a:cubicBezTo>
                  <a:cubicBezTo>
                    <a:pt x="123" y="382"/>
                    <a:pt x="148" y="387"/>
                    <a:pt x="174" y="387"/>
                  </a:cubicBezTo>
                  <a:cubicBezTo>
                    <a:pt x="204" y="387"/>
                    <a:pt x="229" y="382"/>
                    <a:pt x="251" y="372"/>
                  </a:cubicBezTo>
                  <a:cubicBezTo>
                    <a:pt x="273" y="362"/>
                    <a:pt x="291" y="348"/>
                    <a:pt x="307" y="330"/>
                  </a:cubicBezTo>
                  <a:cubicBezTo>
                    <a:pt x="322" y="312"/>
                    <a:pt x="333" y="291"/>
                    <a:pt x="340" y="266"/>
                  </a:cubicBezTo>
                  <a:cubicBezTo>
                    <a:pt x="349" y="242"/>
                    <a:pt x="353" y="216"/>
                    <a:pt x="353" y="188"/>
                  </a:cubicBezTo>
                  <a:cubicBezTo>
                    <a:pt x="353" y="160"/>
                    <a:pt x="349" y="135"/>
                    <a:pt x="340" y="113"/>
                  </a:cubicBezTo>
                  <a:cubicBezTo>
                    <a:pt x="333" y="89"/>
                    <a:pt x="321" y="69"/>
                    <a:pt x="307" y="53"/>
                  </a:cubicBezTo>
                  <a:cubicBezTo>
                    <a:pt x="291" y="36"/>
                    <a:pt x="273" y="23"/>
                    <a:pt x="252" y="14"/>
                  </a:cubicBezTo>
                  <a:cubicBezTo>
                    <a:pt x="231" y="4"/>
                    <a:pt x="208" y="0"/>
                    <a:pt x="181" y="0"/>
                  </a:cubicBezTo>
                  <a:cubicBezTo>
                    <a:pt x="152" y="0"/>
                    <a:pt x="127" y="4"/>
                    <a:pt x="104" y="14"/>
                  </a:cubicBezTo>
                  <a:cubicBezTo>
                    <a:pt x="82" y="23"/>
                    <a:pt x="63" y="37"/>
                    <a:pt x="47" y="54"/>
                  </a:cubicBezTo>
                  <a:cubicBezTo>
                    <a:pt x="32" y="71"/>
                    <a:pt x="19" y="92"/>
                    <a:pt x="12" y="117"/>
                  </a:cubicBezTo>
                  <a:cubicBezTo>
                    <a:pt x="4" y="141"/>
                    <a:pt x="0" y="168"/>
                    <a:pt x="0" y="198"/>
                  </a:cubicBezTo>
                  <a:cubicBezTo>
                    <a:pt x="0" y="224"/>
                    <a:pt x="4" y="248"/>
                    <a:pt x="12" y="272"/>
                  </a:cubicBezTo>
                  <a:cubicBezTo>
                    <a:pt x="19" y="294"/>
                    <a:pt x="32" y="315"/>
                    <a:pt x="47" y="332"/>
                  </a:cubicBezTo>
                  <a:close/>
                  <a:moveTo>
                    <a:pt x="46" y="131"/>
                  </a:moveTo>
                  <a:lnTo>
                    <a:pt x="46" y="131"/>
                  </a:lnTo>
                  <a:cubicBezTo>
                    <a:pt x="52" y="111"/>
                    <a:pt x="61" y="93"/>
                    <a:pt x="72" y="79"/>
                  </a:cubicBezTo>
                  <a:cubicBezTo>
                    <a:pt x="85" y="64"/>
                    <a:pt x="100" y="53"/>
                    <a:pt x="117" y="44"/>
                  </a:cubicBezTo>
                  <a:cubicBezTo>
                    <a:pt x="135" y="35"/>
                    <a:pt x="155" y="30"/>
                    <a:pt x="177" y="30"/>
                  </a:cubicBezTo>
                  <a:cubicBezTo>
                    <a:pt x="202" y="30"/>
                    <a:pt x="223" y="35"/>
                    <a:pt x="240" y="44"/>
                  </a:cubicBezTo>
                  <a:cubicBezTo>
                    <a:pt x="258" y="53"/>
                    <a:pt x="272" y="64"/>
                    <a:pt x="283" y="79"/>
                  </a:cubicBezTo>
                  <a:cubicBezTo>
                    <a:pt x="294" y="93"/>
                    <a:pt x="303" y="111"/>
                    <a:pt x="308" y="131"/>
                  </a:cubicBezTo>
                  <a:cubicBezTo>
                    <a:pt x="314" y="150"/>
                    <a:pt x="316" y="171"/>
                    <a:pt x="316" y="193"/>
                  </a:cubicBezTo>
                  <a:cubicBezTo>
                    <a:pt x="316" y="216"/>
                    <a:pt x="314" y="238"/>
                    <a:pt x="307" y="258"/>
                  </a:cubicBezTo>
                  <a:cubicBezTo>
                    <a:pt x="301" y="277"/>
                    <a:pt x="293" y="295"/>
                    <a:pt x="280" y="309"/>
                  </a:cubicBezTo>
                  <a:cubicBezTo>
                    <a:pt x="269" y="323"/>
                    <a:pt x="254" y="334"/>
                    <a:pt x="236" y="343"/>
                  </a:cubicBezTo>
                  <a:cubicBezTo>
                    <a:pt x="219" y="351"/>
                    <a:pt x="198" y="355"/>
                    <a:pt x="174" y="355"/>
                  </a:cubicBezTo>
                  <a:cubicBezTo>
                    <a:pt x="151" y="355"/>
                    <a:pt x="131" y="351"/>
                    <a:pt x="113" y="341"/>
                  </a:cubicBezTo>
                  <a:cubicBezTo>
                    <a:pt x="96" y="333"/>
                    <a:pt x="81" y="320"/>
                    <a:pt x="70" y="306"/>
                  </a:cubicBezTo>
                  <a:cubicBezTo>
                    <a:pt x="58" y="291"/>
                    <a:pt x="50" y="274"/>
                    <a:pt x="45" y="255"/>
                  </a:cubicBezTo>
                  <a:cubicBezTo>
                    <a:pt x="39" y="235"/>
                    <a:pt x="36" y="214"/>
                    <a:pt x="36" y="193"/>
                  </a:cubicBezTo>
                  <a:cubicBezTo>
                    <a:pt x="36" y="171"/>
                    <a:pt x="39" y="150"/>
                    <a:pt x="46"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2" name="Freeform 272">
              <a:extLst>
                <a:ext uri="{FF2B5EF4-FFF2-40B4-BE49-F238E27FC236}">
                  <a16:creationId xmlns:a16="http://schemas.microsoft.com/office/drawing/2014/main" id="{7C5C2B1D-13ED-1C33-5726-46DE6BD4C701}"/>
                </a:ext>
              </a:extLst>
            </p:cNvPr>
            <p:cNvSpPr>
              <a:spLocks noChangeArrowheads="1"/>
            </p:cNvSpPr>
            <p:nvPr/>
          </p:nvSpPr>
          <p:spPr bwMode="auto">
            <a:xfrm>
              <a:off x="2190750" y="965200"/>
              <a:ext cx="106363" cy="134938"/>
            </a:xfrm>
            <a:custGeom>
              <a:avLst/>
              <a:gdLst>
                <a:gd name="T0" fmla="*/ 35 w 294"/>
                <a:gd name="T1" fmla="*/ 85 h 376"/>
                <a:gd name="T2" fmla="*/ 35 w 294"/>
                <a:gd name="T3" fmla="*/ 85 h 376"/>
                <a:gd name="T4" fmla="*/ 34 w 294"/>
                <a:gd name="T5" fmla="*/ 64 h 376"/>
                <a:gd name="T6" fmla="*/ 34 w 294"/>
                <a:gd name="T7" fmla="*/ 50 h 376"/>
                <a:gd name="T8" fmla="*/ 35 w 294"/>
                <a:gd name="T9" fmla="*/ 50 h 376"/>
                <a:gd name="T10" fmla="*/ 41 w 294"/>
                <a:gd name="T11" fmla="*/ 63 h 376"/>
                <a:gd name="T12" fmla="*/ 47 w 294"/>
                <a:gd name="T13" fmla="*/ 74 h 376"/>
                <a:gd name="T14" fmla="*/ 257 w 294"/>
                <a:gd name="T15" fmla="*/ 375 h 376"/>
                <a:gd name="T16" fmla="*/ 293 w 294"/>
                <a:gd name="T17" fmla="*/ 375 h 376"/>
                <a:gd name="T18" fmla="*/ 293 w 294"/>
                <a:gd name="T19" fmla="*/ 0 h 376"/>
                <a:gd name="T20" fmla="*/ 257 w 294"/>
                <a:gd name="T21" fmla="*/ 0 h 376"/>
                <a:gd name="T22" fmla="*/ 257 w 294"/>
                <a:gd name="T23" fmla="*/ 279 h 376"/>
                <a:gd name="T24" fmla="*/ 258 w 294"/>
                <a:gd name="T25" fmla="*/ 303 h 376"/>
                <a:gd name="T26" fmla="*/ 259 w 294"/>
                <a:gd name="T27" fmla="*/ 322 h 376"/>
                <a:gd name="T28" fmla="*/ 258 w 294"/>
                <a:gd name="T29" fmla="*/ 322 h 376"/>
                <a:gd name="T30" fmla="*/ 251 w 294"/>
                <a:gd name="T31" fmla="*/ 311 h 376"/>
                <a:gd name="T32" fmla="*/ 243 w 294"/>
                <a:gd name="T33" fmla="*/ 297 h 376"/>
                <a:gd name="T34" fmla="*/ 38 w 294"/>
                <a:gd name="T35" fmla="*/ 0 h 376"/>
                <a:gd name="T36" fmla="*/ 0 w 294"/>
                <a:gd name="T37" fmla="*/ 0 h 376"/>
                <a:gd name="T38" fmla="*/ 0 w 294"/>
                <a:gd name="T39" fmla="*/ 375 h 376"/>
                <a:gd name="T40" fmla="*/ 35 w 294"/>
                <a:gd name="T41" fmla="*/ 375 h 376"/>
                <a:gd name="T42" fmla="*/ 35 w 294"/>
                <a:gd name="T43" fmla="*/ 8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35" y="85"/>
                  </a:moveTo>
                  <a:lnTo>
                    <a:pt x="35" y="85"/>
                  </a:lnTo>
                  <a:cubicBezTo>
                    <a:pt x="35" y="77"/>
                    <a:pt x="34" y="70"/>
                    <a:pt x="34" y="64"/>
                  </a:cubicBezTo>
                  <a:cubicBezTo>
                    <a:pt x="34" y="59"/>
                    <a:pt x="34" y="55"/>
                    <a:pt x="34" y="50"/>
                  </a:cubicBezTo>
                  <a:cubicBezTo>
                    <a:pt x="35" y="50"/>
                    <a:pt x="35" y="50"/>
                    <a:pt x="35" y="50"/>
                  </a:cubicBezTo>
                  <a:cubicBezTo>
                    <a:pt x="36" y="55"/>
                    <a:pt x="38" y="59"/>
                    <a:pt x="41" y="63"/>
                  </a:cubicBezTo>
                  <a:cubicBezTo>
                    <a:pt x="43" y="67"/>
                    <a:pt x="46" y="70"/>
                    <a:pt x="47" y="74"/>
                  </a:cubicBezTo>
                  <a:cubicBezTo>
                    <a:pt x="257" y="375"/>
                    <a:pt x="257" y="375"/>
                    <a:pt x="257" y="375"/>
                  </a:cubicBezTo>
                  <a:cubicBezTo>
                    <a:pt x="293" y="375"/>
                    <a:pt x="293" y="375"/>
                    <a:pt x="293" y="375"/>
                  </a:cubicBezTo>
                  <a:cubicBezTo>
                    <a:pt x="293" y="0"/>
                    <a:pt x="293" y="0"/>
                    <a:pt x="293" y="0"/>
                  </a:cubicBezTo>
                  <a:cubicBezTo>
                    <a:pt x="257" y="0"/>
                    <a:pt x="257" y="0"/>
                    <a:pt x="257" y="0"/>
                  </a:cubicBezTo>
                  <a:cubicBezTo>
                    <a:pt x="257" y="279"/>
                    <a:pt x="257" y="279"/>
                    <a:pt x="257" y="279"/>
                  </a:cubicBezTo>
                  <a:cubicBezTo>
                    <a:pt x="257" y="288"/>
                    <a:pt x="258" y="296"/>
                    <a:pt x="258" y="303"/>
                  </a:cubicBezTo>
                  <a:cubicBezTo>
                    <a:pt x="258" y="310"/>
                    <a:pt x="258" y="317"/>
                    <a:pt x="259" y="322"/>
                  </a:cubicBezTo>
                  <a:cubicBezTo>
                    <a:pt x="258" y="322"/>
                    <a:pt x="258" y="322"/>
                    <a:pt x="258" y="322"/>
                  </a:cubicBezTo>
                  <a:cubicBezTo>
                    <a:pt x="257" y="318"/>
                    <a:pt x="254" y="315"/>
                    <a:pt x="251" y="311"/>
                  </a:cubicBezTo>
                  <a:cubicBezTo>
                    <a:pt x="248" y="307"/>
                    <a:pt x="246" y="303"/>
                    <a:pt x="243" y="297"/>
                  </a:cubicBezTo>
                  <a:cubicBezTo>
                    <a:pt x="38" y="0"/>
                    <a:pt x="38" y="0"/>
                    <a:pt x="38" y="0"/>
                  </a:cubicBezTo>
                  <a:cubicBezTo>
                    <a:pt x="0" y="0"/>
                    <a:pt x="0" y="0"/>
                    <a:pt x="0" y="0"/>
                  </a:cubicBezTo>
                  <a:cubicBezTo>
                    <a:pt x="0" y="375"/>
                    <a:pt x="0" y="375"/>
                    <a:pt x="0" y="375"/>
                  </a:cubicBezTo>
                  <a:cubicBezTo>
                    <a:pt x="35" y="375"/>
                    <a:pt x="35" y="375"/>
                    <a:pt x="35" y="375"/>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3" name="Freeform 273">
              <a:extLst>
                <a:ext uri="{FF2B5EF4-FFF2-40B4-BE49-F238E27FC236}">
                  <a16:creationId xmlns:a16="http://schemas.microsoft.com/office/drawing/2014/main" id="{731931B3-DE51-C1F9-8021-1BCEF87DA10A}"/>
                </a:ext>
              </a:extLst>
            </p:cNvPr>
            <p:cNvSpPr>
              <a:spLocks noChangeArrowheads="1"/>
            </p:cNvSpPr>
            <p:nvPr/>
          </p:nvSpPr>
          <p:spPr bwMode="auto">
            <a:xfrm>
              <a:off x="2325688" y="963613"/>
              <a:ext cx="76200" cy="139700"/>
            </a:xfrm>
            <a:custGeom>
              <a:avLst/>
              <a:gdLst>
                <a:gd name="T0" fmla="*/ 190 w 213"/>
                <a:gd name="T1" fmla="*/ 228 h 387"/>
                <a:gd name="T2" fmla="*/ 190 w 213"/>
                <a:gd name="T3" fmla="*/ 228 h 387"/>
                <a:gd name="T4" fmla="*/ 161 w 213"/>
                <a:gd name="T5" fmla="*/ 203 h 387"/>
                <a:gd name="T6" fmla="*/ 119 w 213"/>
                <a:gd name="T7" fmla="*/ 178 h 387"/>
                <a:gd name="T8" fmla="*/ 81 w 213"/>
                <a:gd name="T9" fmla="*/ 157 h 387"/>
                <a:gd name="T10" fmla="*/ 56 w 213"/>
                <a:gd name="T11" fmla="*/ 139 h 387"/>
                <a:gd name="T12" fmla="*/ 42 w 213"/>
                <a:gd name="T13" fmla="*/ 118 h 387"/>
                <a:gd name="T14" fmla="*/ 38 w 213"/>
                <a:gd name="T15" fmla="*/ 93 h 387"/>
                <a:gd name="T16" fmla="*/ 43 w 213"/>
                <a:gd name="T17" fmla="*/ 67 h 387"/>
                <a:gd name="T18" fmla="*/ 62 w 213"/>
                <a:gd name="T19" fmla="*/ 47 h 387"/>
                <a:gd name="T20" fmla="*/ 88 w 213"/>
                <a:gd name="T21" fmla="*/ 35 h 387"/>
                <a:gd name="T22" fmla="*/ 119 w 213"/>
                <a:gd name="T23" fmla="*/ 30 h 387"/>
                <a:gd name="T24" fmla="*/ 197 w 213"/>
                <a:gd name="T25" fmla="*/ 50 h 387"/>
                <a:gd name="T26" fmla="*/ 197 w 213"/>
                <a:gd name="T27" fmla="*/ 11 h 387"/>
                <a:gd name="T28" fmla="*/ 123 w 213"/>
                <a:gd name="T29" fmla="*/ 0 h 387"/>
                <a:gd name="T30" fmla="*/ 76 w 213"/>
                <a:gd name="T31" fmla="*/ 5 h 387"/>
                <a:gd name="T32" fmla="*/ 36 w 213"/>
                <a:gd name="T33" fmla="*/ 25 h 387"/>
                <a:gd name="T34" fmla="*/ 11 w 213"/>
                <a:gd name="T35" fmla="*/ 55 h 387"/>
                <a:gd name="T36" fmla="*/ 2 w 213"/>
                <a:gd name="T37" fmla="*/ 97 h 387"/>
                <a:gd name="T38" fmla="*/ 6 w 213"/>
                <a:gd name="T39" fmla="*/ 129 h 387"/>
                <a:gd name="T40" fmla="*/ 23 w 213"/>
                <a:gd name="T41" fmla="*/ 156 h 387"/>
                <a:gd name="T42" fmla="*/ 50 w 213"/>
                <a:gd name="T43" fmla="*/ 180 h 387"/>
                <a:gd name="T44" fmla="*/ 91 w 213"/>
                <a:gd name="T45" fmla="*/ 203 h 387"/>
                <a:gd name="T46" fmla="*/ 129 w 213"/>
                <a:gd name="T47" fmla="*/ 226 h 387"/>
                <a:gd name="T48" fmla="*/ 155 w 213"/>
                <a:gd name="T49" fmla="*/ 245 h 387"/>
                <a:gd name="T50" fmla="*/ 170 w 213"/>
                <a:gd name="T51" fmla="*/ 266 h 387"/>
                <a:gd name="T52" fmla="*/ 176 w 213"/>
                <a:gd name="T53" fmla="*/ 291 h 387"/>
                <a:gd name="T54" fmla="*/ 155 w 213"/>
                <a:gd name="T55" fmla="*/ 339 h 387"/>
                <a:gd name="T56" fmla="*/ 91 w 213"/>
                <a:gd name="T57" fmla="*/ 355 h 387"/>
                <a:gd name="T58" fmla="*/ 69 w 213"/>
                <a:gd name="T59" fmla="*/ 354 h 387"/>
                <a:gd name="T60" fmla="*/ 43 w 213"/>
                <a:gd name="T61" fmla="*/ 347 h 387"/>
                <a:gd name="T62" fmla="*/ 21 w 213"/>
                <a:gd name="T63" fmla="*/ 339 h 387"/>
                <a:gd name="T64" fmla="*/ 0 w 213"/>
                <a:gd name="T65" fmla="*/ 326 h 387"/>
                <a:gd name="T66" fmla="*/ 0 w 213"/>
                <a:gd name="T67" fmla="*/ 366 h 387"/>
                <a:gd name="T68" fmla="*/ 18 w 213"/>
                <a:gd name="T69" fmla="*/ 375 h 387"/>
                <a:gd name="T70" fmla="*/ 42 w 213"/>
                <a:gd name="T71" fmla="*/ 380 h 387"/>
                <a:gd name="T72" fmla="*/ 67 w 213"/>
                <a:gd name="T73" fmla="*/ 385 h 387"/>
                <a:gd name="T74" fmla="*/ 88 w 213"/>
                <a:gd name="T75" fmla="*/ 386 h 387"/>
                <a:gd name="T76" fmla="*/ 138 w 213"/>
                <a:gd name="T77" fmla="*/ 380 h 387"/>
                <a:gd name="T78" fmla="*/ 177 w 213"/>
                <a:gd name="T79" fmla="*/ 362 h 387"/>
                <a:gd name="T80" fmla="*/ 204 w 213"/>
                <a:gd name="T81" fmla="*/ 330 h 387"/>
                <a:gd name="T82" fmla="*/ 212 w 213"/>
                <a:gd name="T83" fmla="*/ 287 h 387"/>
                <a:gd name="T84" fmla="*/ 207 w 213"/>
                <a:gd name="T85" fmla="*/ 255 h 387"/>
                <a:gd name="T86" fmla="*/ 190 w 213"/>
                <a:gd name="T87" fmla="*/ 228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7">
                  <a:moveTo>
                    <a:pt x="190" y="228"/>
                  </a:moveTo>
                  <a:lnTo>
                    <a:pt x="190" y="228"/>
                  </a:lnTo>
                  <a:cubicBezTo>
                    <a:pt x="182" y="219"/>
                    <a:pt x="172" y="210"/>
                    <a:pt x="161" y="203"/>
                  </a:cubicBezTo>
                  <a:cubicBezTo>
                    <a:pt x="148" y="195"/>
                    <a:pt x="134" y="187"/>
                    <a:pt x="119" y="178"/>
                  </a:cubicBezTo>
                  <a:cubicBezTo>
                    <a:pt x="103" y="170"/>
                    <a:pt x="91" y="163"/>
                    <a:pt x="81" y="157"/>
                  </a:cubicBezTo>
                  <a:cubicBezTo>
                    <a:pt x="70" y="150"/>
                    <a:pt x="62" y="145"/>
                    <a:pt x="56" y="139"/>
                  </a:cubicBezTo>
                  <a:cubicBezTo>
                    <a:pt x="49" y="132"/>
                    <a:pt x="45" y="125"/>
                    <a:pt x="42" y="118"/>
                  </a:cubicBezTo>
                  <a:cubicBezTo>
                    <a:pt x="39" y="111"/>
                    <a:pt x="38" y="103"/>
                    <a:pt x="38" y="93"/>
                  </a:cubicBezTo>
                  <a:cubicBezTo>
                    <a:pt x="38" y="83"/>
                    <a:pt x="39" y="74"/>
                    <a:pt x="43" y="67"/>
                  </a:cubicBezTo>
                  <a:cubicBezTo>
                    <a:pt x="49" y="58"/>
                    <a:pt x="55" y="51"/>
                    <a:pt x="62" y="47"/>
                  </a:cubicBezTo>
                  <a:cubicBezTo>
                    <a:pt x="69" y="41"/>
                    <a:pt x="78" y="37"/>
                    <a:pt x="88" y="35"/>
                  </a:cubicBezTo>
                  <a:cubicBezTo>
                    <a:pt x="98" y="32"/>
                    <a:pt x="108" y="30"/>
                    <a:pt x="119" y="30"/>
                  </a:cubicBezTo>
                  <a:cubicBezTo>
                    <a:pt x="149" y="30"/>
                    <a:pt x="175" y="37"/>
                    <a:pt x="197" y="50"/>
                  </a:cubicBezTo>
                  <a:cubicBezTo>
                    <a:pt x="197" y="11"/>
                    <a:pt x="197" y="11"/>
                    <a:pt x="197" y="11"/>
                  </a:cubicBezTo>
                  <a:cubicBezTo>
                    <a:pt x="177" y="4"/>
                    <a:pt x="152" y="0"/>
                    <a:pt x="123" y="0"/>
                  </a:cubicBezTo>
                  <a:cubicBezTo>
                    <a:pt x="106" y="0"/>
                    <a:pt x="91" y="1"/>
                    <a:pt x="76" y="5"/>
                  </a:cubicBezTo>
                  <a:cubicBezTo>
                    <a:pt x="62" y="11"/>
                    <a:pt x="48" y="16"/>
                    <a:pt x="36" y="25"/>
                  </a:cubicBezTo>
                  <a:cubicBezTo>
                    <a:pt x="27" y="33"/>
                    <a:pt x="17" y="44"/>
                    <a:pt x="11" y="55"/>
                  </a:cubicBezTo>
                  <a:cubicBezTo>
                    <a:pt x="4" y="68"/>
                    <a:pt x="2" y="82"/>
                    <a:pt x="2" y="97"/>
                  </a:cubicBezTo>
                  <a:cubicBezTo>
                    <a:pt x="2" y="108"/>
                    <a:pt x="3" y="120"/>
                    <a:pt x="6" y="129"/>
                  </a:cubicBezTo>
                  <a:cubicBezTo>
                    <a:pt x="10" y="139"/>
                    <a:pt x="16" y="147"/>
                    <a:pt x="23" y="156"/>
                  </a:cubicBezTo>
                  <a:cubicBezTo>
                    <a:pt x="30" y="163"/>
                    <a:pt x="39" y="171"/>
                    <a:pt x="50" y="180"/>
                  </a:cubicBezTo>
                  <a:cubicBezTo>
                    <a:pt x="62" y="187"/>
                    <a:pt x="76" y="195"/>
                    <a:pt x="91" y="203"/>
                  </a:cubicBezTo>
                  <a:cubicBezTo>
                    <a:pt x="106" y="212"/>
                    <a:pt x="119" y="219"/>
                    <a:pt x="129" y="226"/>
                  </a:cubicBezTo>
                  <a:cubicBezTo>
                    <a:pt x="140" y="231"/>
                    <a:pt x="148" y="238"/>
                    <a:pt x="155" y="245"/>
                  </a:cubicBezTo>
                  <a:cubicBezTo>
                    <a:pt x="162" y="251"/>
                    <a:pt x="168" y="258"/>
                    <a:pt x="170" y="266"/>
                  </a:cubicBezTo>
                  <a:cubicBezTo>
                    <a:pt x="175" y="273"/>
                    <a:pt x="176" y="281"/>
                    <a:pt x="176" y="291"/>
                  </a:cubicBezTo>
                  <a:cubicBezTo>
                    <a:pt x="176" y="312"/>
                    <a:pt x="169" y="327"/>
                    <a:pt x="155" y="339"/>
                  </a:cubicBezTo>
                  <a:cubicBezTo>
                    <a:pt x="141" y="350"/>
                    <a:pt x="119" y="355"/>
                    <a:pt x="91" y="355"/>
                  </a:cubicBezTo>
                  <a:cubicBezTo>
                    <a:pt x="84" y="355"/>
                    <a:pt x="76" y="354"/>
                    <a:pt x="69" y="354"/>
                  </a:cubicBezTo>
                  <a:cubicBezTo>
                    <a:pt x="60" y="352"/>
                    <a:pt x="52" y="350"/>
                    <a:pt x="43" y="347"/>
                  </a:cubicBezTo>
                  <a:cubicBezTo>
                    <a:pt x="36" y="345"/>
                    <a:pt x="28" y="341"/>
                    <a:pt x="21" y="339"/>
                  </a:cubicBezTo>
                  <a:cubicBezTo>
                    <a:pt x="13" y="334"/>
                    <a:pt x="6" y="330"/>
                    <a:pt x="0" y="326"/>
                  </a:cubicBezTo>
                  <a:cubicBezTo>
                    <a:pt x="0" y="366"/>
                    <a:pt x="0" y="366"/>
                    <a:pt x="0" y="366"/>
                  </a:cubicBezTo>
                  <a:cubicBezTo>
                    <a:pt x="4" y="369"/>
                    <a:pt x="11" y="372"/>
                    <a:pt x="18" y="375"/>
                  </a:cubicBezTo>
                  <a:cubicBezTo>
                    <a:pt x="27" y="378"/>
                    <a:pt x="34" y="379"/>
                    <a:pt x="42" y="380"/>
                  </a:cubicBezTo>
                  <a:cubicBezTo>
                    <a:pt x="50" y="383"/>
                    <a:pt x="59" y="385"/>
                    <a:pt x="67" y="385"/>
                  </a:cubicBezTo>
                  <a:cubicBezTo>
                    <a:pt x="76" y="386"/>
                    <a:pt x="82" y="386"/>
                    <a:pt x="88" y="386"/>
                  </a:cubicBezTo>
                  <a:cubicBezTo>
                    <a:pt x="106" y="386"/>
                    <a:pt x="123" y="385"/>
                    <a:pt x="138" y="380"/>
                  </a:cubicBezTo>
                  <a:cubicBezTo>
                    <a:pt x="154" y="376"/>
                    <a:pt x="166" y="371"/>
                    <a:pt x="177" y="362"/>
                  </a:cubicBezTo>
                  <a:cubicBezTo>
                    <a:pt x="188" y="354"/>
                    <a:pt x="197" y="343"/>
                    <a:pt x="204" y="330"/>
                  </a:cubicBezTo>
                  <a:cubicBezTo>
                    <a:pt x="209" y="318"/>
                    <a:pt x="212" y="304"/>
                    <a:pt x="212" y="287"/>
                  </a:cubicBezTo>
                  <a:cubicBezTo>
                    <a:pt x="212" y="276"/>
                    <a:pt x="211" y="265"/>
                    <a:pt x="207" y="255"/>
                  </a:cubicBezTo>
                  <a:cubicBezTo>
                    <a:pt x="202" y="245"/>
                    <a:pt x="197" y="237"/>
                    <a:pt x="190" y="22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34" name="Freeform 274">
            <a:extLst>
              <a:ext uri="{FF2B5EF4-FFF2-40B4-BE49-F238E27FC236}">
                <a16:creationId xmlns:a16="http://schemas.microsoft.com/office/drawing/2014/main" id="{134B491A-C615-9FED-2F28-0EC5B174C139}"/>
              </a:ext>
            </a:extLst>
          </p:cNvPr>
          <p:cNvSpPr>
            <a:spLocks noChangeArrowheads="1"/>
          </p:cNvSpPr>
          <p:nvPr/>
        </p:nvSpPr>
        <p:spPr bwMode="auto">
          <a:xfrm>
            <a:off x="2181894" y="1522314"/>
            <a:ext cx="236537" cy="257175"/>
          </a:xfrm>
          <a:custGeom>
            <a:avLst/>
            <a:gdLst>
              <a:gd name="T0" fmla="*/ 453 w 655"/>
              <a:gd name="T1" fmla="*/ 573 h 716"/>
              <a:gd name="T2" fmla="*/ 453 w 655"/>
              <a:gd name="T3" fmla="*/ 573 h 716"/>
              <a:gd name="T4" fmla="*/ 344 w 655"/>
              <a:gd name="T5" fmla="*/ 406 h 716"/>
              <a:gd name="T6" fmla="*/ 592 w 655"/>
              <a:gd name="T7" fmla="*/ 25 h 716"/>
              <a:gd name="T8" fmla="*/ 588 w 655"/>
              <a:gd name="T9" fmla="*/ 4 h 716"/>
              <a:gd name="T10" fmla="*/ 567 w 655"/>
              <a:gd name="T11" fmla="*/ 8 h 716"/>
              <a:gd name="T12" fmla="*/ 328 w 655"/>
              <a:gd name="T13" fmla="*/ 378 h 716"/>
              <a:gd name="T14" fmla="*/ 86 w 655"/>
              <a:gd name="T15" fmla="*/ 8 h 716"/>
              <a:gd name="T16" fmla="*/ 65 w 655"/>
              <a:gd name="T17" fmla="*/ 4 h 716"/>
              <a:gd name="T18" fmla="*/ 61 w 655"/>
              <a:gd name="T19" fmla="*/ 25 h 716"/>
              <a:gd name="T20" fmla="*/ 309 w 655"/>
              <a:gd name="T21" fmla="*/ 406 h 716"/>
              <a:gd name="T22" fmla="*/ 201 w 655"/>
              <a:gd name="T23" fmla="*/ 573 h 716"/>
              <a:gd name="T24" fmla="*/ 104 w 655"/>
              <a:gd name="T25" fmla="*/ 507 h 716"/>
              <a:gd name="T26" fmla="*/ 0 w 655"/>
              <a:gd name="T27" fmla="*/ 612 h 716"/>
              <a:gd name="T28" fmla="*/ 104 w 655"/>
              <a:gd name="T29" fmla="*/ 715 h 716"/>
              <a:gd name="T30" fmla="*/ 208 w 655"/>
              <a:gd name="T31" fmla="*/ 616 h 716"/>
              <a:gd name="T32" fmla="*/ 328 w 655"/>
              <a:gd name="T33" fmla="*/ 434 h 716"/>
              <a:gd name="T34" fmla="*/ 446 w 655"/>
              <a:gd name="T35" fmla="*/ 616 h 716"/>
              <a:gd name="T36" fmla="*/ 551 w 655"/>
              <a:gd name="T37" fmla="*/ 715 h 716"/>
              <a:gd name="T38" fmla="*/ 654 w 655"/>
              <a:gd name="T39" fmla="*/ 612 h 716"/>
              <a:gd name="T40" fmla="*/ 551 w 655"/>
              <a:gd name="T41" fmla="*/ 507 h 716"/>
              <a:gd name="T42" fmla="*/ 453 w 655"/>
              <a:gd name="T43" fmla="*/ 573 h 716"/>
              <a:gd name="T44" fmla="*/ 156 w 655"/>
              <a:gd name="T45" fmla="*/ 664 h 716"/>
              <a:gd name="T46" fmla="*/ 156 w 655"/>
              <a:gd name="T47" fmla="*/ 664 h 716"/>
              <a:gd name="T48" fmla="*/ 104 w 655"/>
              <a:gd name="T49" fmla="*/ 686 h 716"/>
              <a:gd name="T50" fmla="*/ 51 w 655"/>
              <a:gd name="T51" fmla="*/ 664 h 716"/>
              <a:gd name="T52" fmla="*/ 29 w 655"/>
              <a:gd name="T53" fmla="*/ 612 h 716"/>
              <a:gd name="T54" fmla="*/ 51 w 655"/>
              <a:gd name="T55" fmla="*/ 559 h 716"/>
              <a:gd name="T56" fmla="*/ 104 w 655"/>
              <a:gd name="T57" fmla="*/ 537 h 716"/>
              <a:gd name="T58" fmla="*/ 156 w 655"/>
              <a:gd name="T59" fmla="*/ 559 h 716"/>
              <a:gd name="T60" fmla="*/ 178 w 655"/>
              <a:gd name="T61" fmla="*/ 612 h 716"/>
              <a:gd name="T62" fmla="*/ 156 w 655"/>
              <a:gd name="T63" fmla="*/ 664 h 716"/>
              <a:gd name="T64" fmla="*/ 625 w 655"/>
              <a:gd name="T65" fmla="*/ 612 h 716"/>
              <a:gd name="T66" fmla="*/ 625 w 655"/>
              <a:gd name="T67" fmla="*/ 612 h 716"/>
              <a:gd name="T68" fmla="*/ 602 w 655"/>
              <a:gd name="T69" fmla="*/ 664 h 716"/>
              <a:gd name="T70" fmla="*/ 551 w 655"/>
              <a:gd name="T71" fmla="*/ 686 h 716"/>
              <a:gd name="T72" fmla="*/ 498 w 655"/>
              <a:gd name="T73" fmla="*/ 664 h 716"/>
              <a:gd name="T74" fmla="*/ 475 w 655"/>
              <a:gd name="T75" fmla="*/ 612 h 716"/>
              <a:gd name="T76" fmla="*/ 498 w 655"/>
              <a:gd name="T77" fmla="*/ 559 h 716"/>
              <a:gd name="T78" fmla="*/ 551 w 655"/>
              <a:gd name="T79" fmla="*/ 537 h 716"/>
              <a:gd name="T80" fmla="*/ 602 w 655"/>
              <a:gd name="T81" fmla="*/ 559 h 716"/>
              <a:gd name="T82" fmla="*/ 625 w 655"/>
              <a:gd name="T83" fmla="*/ 612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5" h="716">
                <a:moveTo>
                  <a:pt x="453" y="573"/>
                </a:moveTo>
                <a:lnTo>
                  <a:pt x="453" y="573"/>
                </a:lnTo>
                <a:cubicBezTo>
                  <a:pt x="344" y="406"/>
                  <a:pt x="344" y="406"/>
                  <a:pt x="344" y="406"/>
                </a:cubicBezTo>
                <a:cubicBezTo>
                  <a:pt x="592" y="25"/>
                  <a:pt x="592" y="25"/>
                  <a:pt x="592" y="25"/>
                </a:cubicBezTo>
                <a:cubicBezTo>
                  <a:pt x="597" y="18"/>
                  <a:pt x="595" y="8"/>
                  <a:pt x="588" y="4"/>
                </a:cubicBezTo>
                <a:cubicBezTo>
                  <a:pt x="581" y="0"/>
                  <a:pt x="572" y="1"/>
                  <a:pt x="567" y="8"/>
                </a:cubicBezTo>
                <a:cubicBezTo>
                  <a:pt x="328" y="378"/>
                  <a:pt x="328" y="378"/>
                  <a:pt x="328" y="378"/>
                </a:cubicBezTo>
                <a:cubicBezTo>
                  <a:pt x="86" y="8"/>
                  <a:pt x="86" y="8"/>
                  <a:pt x="86" y="8"/>
                </a:cubicBezTo>
                <a:cubicBezTo>
                  <a:pt x="82" y="1"/>
                  <a:pt x="72" y="0"/>
                  <a:pt x="65" y="4"/>
                </a:cubicBezTo>
                <a:cubicBezTo>
                  <a:pt x="60" y="8"/>
                  <a:pt x="57" y="18"/>
                  <a:pt x="61" y="25"/>
                </a:cubicBezTo>
                <a:cubicBezTo>
                  <a:pt x="309" y="406"/>
                  <a:pt x="309" y="406"/>
                  <a:pt x="309" y="406"/>
                </a:cubicBezTo>
                <a:cubicBezTo>
                  <a:pt x="201" y="573"/>
                  <a:pt x="201" y="573"/>
                  <a:pt x="201" y="573"/>
                </a:cubicBezTo>
                <a:cubicBezTo>
                  <a:pt x="185" y="534"/>
                  <a:pt x="148" y="507"/>
                  <a:pt x="104" y="507"/>
                </a:cubicBezTo>
                <a:cubicBezTo>
                  <a:pt x="46" y="507"/>
                  <a:pt x="0" y="553"/>
                  <a:pt x="0" y="612"/>
                </a:cubicBezTo>
                <a:cubicBezTo>
                  <a:pt x="0" y="669"/>
                  <a:pt x="46" y="715"/>
                  <a:pt x="104" y="715"/>
                </a:cubicBezTo>
                <a:cubicBezTo>
                  <a:pt x="160" y="715"/>
                  <a:pt x="205" y="672"/>
                  <a:pt x="208" y="616"/>
                </a:cubicBezTo>
                <a:cubicBezTo>
                  <a:pt x="328" y="434"/>
                  <a:pt x="328" y="434"/>
                  <a:pt x="328" y="434"/>
                </a:cubicBezTo>
                <a:cubicBezTo>
                  <a:pt x="446" y="616"/>
                  <a:pt x="446" y="616"/>
                  <a:pt x="446" y="616"/>
                </a:cubicBezTo>
                <a:cubicBezTo>
                  <a:pt x="449" y="672"/>
                  <a:pt x="495" y="715"/>
                  <a:pt x="551" y="715"/>
                </a:cubicBezTo>
                <a:cubicBezTo>
                  <a:pt x="608" y="715"/>
                  <a:pt x="654" y="669"/>
                  <a:pt x="654" y="612"/>
                </a:cubicBezTo>
                <a:cubicBezTo>
                  <a:pt x="654" y="553"/>
                  <a:pt x="608" y="507"/>
                  <a:pt x="551" y="507"/>
                </a:cubicBezTo>
                <a:cubicBezTo>
                  <a:pt x="506" y="507"/>
                  <a:pt x="468" y="534"/>
                  <a:pt x="453" y="573"/>
                </a:cubicBezTo>
                <a:close/>
                <a:moveTo>
                  <a:pt x="156" y="664"/>
                </a:moveTo>
                <a:lnTo>
                  <a:pt x="156" y="664"/>
                </a:lnTo>
                <a:cubicBezTo>
                  <a:pt x="143" y="678"/>
                  <a:pt x="124" y="686"/>
                  <a:pt x="104" y="686"/>
                </a:cubicBezTo>
                <a:cubicBezTo>
                  <a:pt x="83" y="686"/>
                  <a:pt x="65" y="678"/>
                  <a:pt x="51" y="664"/>
                </a:cubicBezTo>
                <a:cubicBezTo>
                  <a:pt x="37" y="651"/>
                  <a:pt x="29" y="632"/>
                  <a:pt x="29" y="612"/>
                </a:cubicBezTo>
                <a:cubicBezTo>
                  <a:pt x="29" y="591"/>
                  <a:pt x="37" y="573"/>
                  <a:pt x="51" y="559"/>
                </a:cubicBezTo>
                <a:cubicBezTo>
                  <a:pt x="65" y="545"/>
                  <a:pt x="83" y="537"/>
                  <a:pt x="104" y="537"/>
                </a:cubicBezTo>
                <a:cubicBezTo>
                  <a:pt x="124" y="537"/>
                  <a:pt x="143" y="545"/>
                  <a:pt x="156" y="559"/>
                </a:cubicBezTo>
                <a:cubicBezTo>
                  <a:pt x="170" y="573"/>
                  <a:pt x="178" y="591"/>
                  <a:pt x="178" y="612"/>
                </a:cubicBezTo>
                <a:cubicBezTo>
                  <a:pt x="178" y="632"/>
                  <a:pt x="170" y="651"/>
                  <a:pt x="156" y="664"/>
                </a:cubicBezTo>
                <a:close/>
                <a:moveTo>
                  <a:pt x="625" y="612"/>
                </a:moveTo>
                <a:lnTo>
                  <a:pt x="625" y="612"/>
                </a:lnTo>
                <a:cubicBezTo>
                  <a:pt x="625" y="632"/>
                  <a:pt x="616" y="651"/>
                  <a:pt x="602" y="664"/>
                </a:cubicBezTo>
                <a:cubicBezTo>
                  <a:pt x="590" y="678"/>
                  <a:pt x="570" y="686"/>
                  <a:pt x="551" y="686"/>
                </a:cubicBezTo>
                <a:cubicBezTo>
                  <a:pt x="530" y="686"/>
                  <a:pt x="512" y="678"/>
                  <a:pt x="498" y="664"/>
                </a:cubicBezTo>
                <a:cubicBezTo>
                  <a:pt x="484" y="651"/>
                  <a:pt x="475" y="632"/>
                  <a:pt x="475" y="612"/>
                </a:cubicBezTo>
                <a:cubicBezTo>
                  <a:pt x="475" y="591"/>
                  <a:pt x="484" y="573"/>
                  <a:pt x="498" y="559"/>
                </a:cubicBezTo>
                <a:cubicBezTo>
                  <a:pt x="512" y="545"/>
                  <a:pt x="530" y="537"/>
                  <a:pt x="551" y="537"/>
                </a:cubicBezTo>
                <a:cubicBezTo>
                  <a:pt x="570" y="537"/>
                  <a:pt x="590" y="545"/>
                  <a:pt x="602" y="559"/>
                </a:cubicBezTo>
                <a:cubicBezTo>
                  <a:pt x="616" y="573"/>
                  <a:pt x="625" y="591"/>
                  <a:pt x="625" y="612"/>
                </a:cubicBezTo>
                <a:close/>
              </a:path>
            </a:pathLst>
          </a:custGeom>
          <a:solidFill>
            <a:schemeClr val="accent4"/>
          </a:solidFill>
          <a:ln>
            <a:noFill/>
          </a:ln>
          <a:effectLst/>
        </p:spPr>
        <p:txBody>
          <a:bodyPr wrap="none" anchor="ctr"/>
          <a:lstStyle/>
          <a:p>
            <a:endParaRPr lang="da-DK"/>
          </a:p>
        </p:txBody>
      </p:sp>
      <p:grpSp>
        <p:nvGrpSpPr>
          <p:cNvPr id="335" name="Group 338">
            <a:extLst>
              <a:ext uri="{FF2B5EF4-FFF2-40B4-BE49-F238E27FC236}">
                <a16:creationId xmlns:a16="http://schemas.microsoft.com/office/drawing/2014/main" id="{8576BE31-6C36-4F80-D237-AA3E2178F252}"/>
              </a:ext>
            </a:extLst>
          </p:cNvPr>
          <p:cNvGrpSpPr/>
          <p:nvPr/>
        </p:nvGrpSpPr>
        <p:grpSpPr>
          <a:xfrm>
            <a:off x="1702469" y="3552726"/>
            <a:ext cx="1568450" cy="139700"/>
            <a:chOff x="674688" y="3897313"/>
            <a:chExt cx="1568450" cy="139700"/>
          </a:xfrm>
          <a:solidFill>
            <a:schemeClr val="accent4"/>
          </a:solidFill>
        </p:grpSpPr>
        <p:sp>
          <p:nvSpPr>
            <p:cNvPr id="336" name="Freeform 275">
              <a:extLst>
                <a:ext uri="{FF2B5EF4-FFF2-40B4-BE49-F238E27FC236}">
                  <a16:creationId xmlns:a16="http://schemas.microsoft.com/office/drawing/2014/main" id="{AA3DEFDF-999C-FB99-14C3-C6EA0EE20B2D}"/>
                </a:ext>
              </a:extLst>
            </p:cNvPr>
            <p:cNvSpPr>
              <a:spLocks noChangeArrowheads="1"/>
            </p:cNvSpPr>
            <p:nvPr/>
          </p:nvSpPr>
          <p:spPr bwMode="auto">
            <a:xfrm>
              <a:off x="674688" y="3898900"/>
              <a:ext cx="131762" cy="134938"/>
            </a:xfrm>
            <a:custGeom>
              <a:avLst/>
              <a:gdLst>
                <a:gd name="T0" fmla="*/ 331 w 367"/>
                <a:gd name="T1" fmla="*/ 375 h 376"/>
                <a:gd name="T2" fmla="*/ 331 w 367"/>
                <a:gd name="T3" fmla="*/ 375 h 376"/>
                <a:gd name="T4" fmla="*/ 366 w 367"/>
                <a:gd name="T5" fmla="*/ 375 h 376"/>
                <a:gd name="T6" fmla="*/ 366 w 367"/>
                <a:gd name="T7" fmla="*/ 0 h 376"/>
                <a:gd name="T8" fmla="*/ 327 w 367"/>
                <a:gd name="T9" fmla="*/ 0 h 376"/>
                <a:gd name="T10" fmla="*/ 199 w 367"/>
                <a:gd name="T11" fmla="*/ 282 h 376"/>
                <a:gd name="T12" fmla="*/ 191 w 367"/>
                <a:gd name="T13" fmla="*/ 301 h 376"/>
                <a:gd name="T14" fmla="*/ 184 w 367"/>
                <a:gd name="T15" fmla="*/ 320 h 376"/>
                <a:gd name="T16" fmla="*/ 182 w 367"/>
                <a:gd name="T17" fmla="*/ 320 h 376"/>
                <a:gd name="T18" fmla="*/ 175 w 367"/>
                <a:gd name="T19" fmla="*/ 300 h 376"/>
                <a:gd name="T20" fmla="*/ 168 w 367"/>
                <a:gd name="T21" fmla="*/ 282 h 376"/>
                <a:gd name="T22" fmla="*/ 41 w 367"/>
                <a:gd name="T23" fmla="*/ 0 h 376"/>
                <a:gd name="T24" fmla="*/ 0 w 367"/>
                <a:gd name="T25" fmla="*/ 0 h 376"/>
                <a:gd name="T26" fmla="*/ 0 w 367"/>
                <a:gd name="T27" fmla="*/ 375 h 376"/>
                <a:gd name="T28" fmla="*/ 33 w 367"/>
                <a:gd name="T29" fmla="*/ 375 h 376"/>
                <a:gd name="T30" fmla="*/ 33 w 367"/>
                <a:gd name="T31" fmla="*/ 113 h 376"/>
                <a:gd name="T32" fmla="*/ 33 w 367"/>
                <a:gd name="T33" fmla="*/ 80 h 376"/>
                <a:gd name="T34" fmla="*/ 32 w 367"/>
                <a:gd name="T35" fmla="*/ 52 h 376"/>
                <a:gd name="T36" fmla="*/ 33 w 367"/>
                <a:gd name="T37" fmla="*/ 52 h 376"/>
                <a:gd name="T38" fmla="*/ 44 w 367"/>
                <a:gd name="T39" fmla="*/ 89 h 376"/>
                <a:gd name="T40" fmla="*/ 175 w 367"/>
                <a:gd name="T41" fmla="*/ 375 h 376"/>
                <a:gd name="T42" fmla="*/ 191 w 367"/>
                <a:gd name="T43" fmla="*/ 375 h 376"/>
                <a:gd name="T44" fmla="*/ 322 w 367"/>
                <a:gd name="T45" fmla="*/ 87 h 376"/>
                <a:gd name="T46" fmla="*/ 327 w 367"/>
                <a:gd name="T47" fmla="*/ 73 h 376"/>
                <a:gd name="T48" fmla="*/ 334 w 367"/>
                <a:gd name="T49" fmla="*/ 52 h 376"/>
                <a:gd name="T50" fmla="*/ 334 w 367"/>
                <a:gd name="T51" fmla="*/ 52 h 376"/>
                <a:gd name="T52" fmla="*/ 331 w 367"/>
                <a:gd name="T53" fmla="*/ 116 h 376"/>
                <a:gd name="T54" fmla="*/ 331 w 367"/>
                <a:gd name="T55"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67" h="376">
                  <a:moveTo>
                    <a:pt x="331" y="375"/>
                  </a:moveTo>
                  <a:lnTo>
                    <a:pt x="331" y="375"/>
                  </a:lnTo>
                  <a:cubicBezTo>
                    <a:pt x="366" y="375"/>
                    <a:pt x="366" y="375"/>
                    <a:pt x="366" y="375"/>
                  </a:cubicBezTo>
                  <a:cubicBezTo>
                    <a:pt x="366" y="0"/>
                    <a:pt x="366" y="0"/>
                    <a:pt x="366" y="0"/>
                  </a:cubicBezTo>
                  <a:cubicBezTo>
                    <a:pt x="327" y="0"/>
                    <a:pt x="327" y="0"/>
                    <a:pt x="327" y="0"/>
                  </a:cubicBezTo>
                  <a:cubicBezTo>
                    <a:pt x="199" y="282"/>
                    <a:pt x="199" y="282"/>
                    <a:pt x="199" y="282"/>
                  </a:cubicBezTo>
                  <a:cubicBezTo>
                    <a:pt x="195" y="289"/>
                    <a:pt x="193" y="296"/>
                    <a:pt x="191" y="301"/>
                  </a:cubicBezTo>
                  <a:cubicBezTo>
                    <a:pt x="189" y="307"/>
                    <a:pt x="186" y="313"/>
                    <a:pt x="184" y="320"/>
                  </a:cubicBezTo>
                  <a:cubicBezTo>
                    <a:pt x="182" y="320"/>
                    <a:pt x="182" y="320"/>
                    <a:pt x="182" y="320"/>
                  </a:cubicBezTo>
                  <a:cubicBezTo>
                    <a:pt x="181" y="313"/>
                    <a:pt x="178" y="307"/>
                    <a:pt x="175" y="300"/>
                  </a:cubicBezTo>
                  <a:cubicBezTo>
                    <a:pt x="174" y="294"/>
                    <a:pt x="171" y="289"/>
                    <a:pt x="168" y="282"/>
                  </a:cubicBezTo>
                  <a:cubicBezTo>
                    <a:pt x="41" y="0"/>
                    <a:pt x="41" y="0"/>
                    <a:pt x="41" y="0"/>
                  </a:cubicBezTo>
                  <a:cubicBezTo>
                    <a:pt x="0" y="0"/>
                    <a:pt x="0" y="0"/>
                    <a:pt x="0" y="0"/>
                  </a:cubicBezTo>
                  <a:cubicBezTo>
                    <a:pt x="0" y="375"/>
                    <a:pt x="0" y="375"/>
                    <a:pt x="0" y="375"/>
                  </a:cubicBezTo>
                  <a:cubicBezTo>
                    <a:pt x="33" y="375"/>
                    <a:pt x="33" y="375"/>
                    <a:pt x="33" y="375"/>
                  </a:cubicBezTo>
                  <a:cubicBezTo>
                    <a:pt x="33" y="113"/>
                    <a:pt x="33" y="113"/>
                    <a:pt x="33" y="113"/>
                  </a:cubicBezTo>
                  <a:cubicBezTo>
                    <a:pt x="33" y="101"/>
                    <a:pt x="33" y="89"/>
                    <a:pt x="33" y="80"/>
                  </a:cubicBezTo>
                  <a:cubicBezTo>
                    <a:pt x="33" y="69"/>
                    <a:pt x="33" y="60"/>
                    <a:pt x="32" y="52"/>
                  </a:cubicBezTo>
                  <a:cubicBezTo>
                    <a:pt x="33" y="52"/>
                    <a:pt x="33" y="52"/>
                    <a:pt x="33" y="52"/>
                  </a:cubicBezTo>
                  <a:cubicBezTo>
                    <a:pt x="37" y="67"/>
                    <a:pt x="41" y="80"/>
                    <a:pt x="44" y="89"/>
                  </a:cubicBezTo>
                  <a:cubicBezTo>
                    <a:pt x="175" y="375"/>
                    <a:pt x="175" y="375"/>
                    <a:pt x="175" y="375"/>
                  </a:cubicBezTo>
                  <a:cubicBezTo>
                    <a:pt x="191" y="375"/>
                    <a:pt x="191" y="375"/>
                    <a:pt x="191" y="375"/>
                  </a:cubicBezTo>
                  <a:cubicBezTo>
                    <a:pt x="322" y="87"/>
                    <a:pt x="322" y="87"/>
                    <a:pt x="322" y="87"/>
                  </a:cubicBezTo>
                  <a:cubicBezTo>
                    <a:pt x="323" y="84"/>
                    <a:pt x="324" y="78"/>
                    <a:pt x="327" y="73"/>
                  </a:cubicBezTo>
                  <a:cubicBezTo>
                    <a:pt x="329" y="67"/>
                    <a:pt x="331" y="60"/>
                    <a:pt x="334" y="52"/>
                  </a:cubicBezTo>
                  <a:lnTo>
                    <a:pt x="334" y="52"/>
                  </a:lnTo>
                  <a:cubicBezTo>
                    <a:pt x="333" y="82"/>
                    <a:pt x="331" y="103"/>
                    <a:pt x="331" y="116"/>
                  </a:cubicBezTo>
                  <a:lnTo>
                    <a:pt x="331"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7" name="Freeform 276">
              <a:extLst>
                <a:ext uri="{FF2B5EF4-FFF2-40B4-BE49-F238E27FC236}">
                  <a16:creationId xmlns:a16="http://schemas.microsoft.com/office/drawing/2014/main" id="{D51AD13C-E781-5C83-F605-44B47671606D}"/>
                </a:ext>
              </a:extLst>
            </p:cNvPr>
            <p:cNvSpPr>
              <a:spLocks noChangeArrowheads="1"/>
            </p:cNvSpPr>
            <p:nvPr/>
          </p:nvSpPr>
          <p:spPr bwMode="auto">
            <a:xfrm>
              <a:off x="841375" y="3898900"/>
              <a:ext cx="69850" cy="134938"/>
            </a:xfrm>
            <a:custGeom>
              <a:avLst/>
              <a:gdLst>
                <a:gd name="T0" fmla="*/ 34 w 192"/>
                <a:gd name="T1" fmla="*/ 201 h 376"/>
                <a:gd name="T2" fmla="*/ 172 w 192"/>
                <a:gd name="T3" fmla="*/ 201 h 376"/>
                <a:gd name="T4" fmla="*/ 172 w 192"/>
                <a:gd name="T5" fmla="*/ 170 h 376"/>
                <a:gd name="T6" fmla="*/ 34 w 192"/>
                <a:gd name="T7" fmla="*/ 170 h 376"/>
                <a:gd name="T8" fmla="*/ 34 w 192"/>
                <a:gd name="T9" fmla="*/ 32 h 376"/>
                <a:gd name="T10" fmla="*/ 182 w 192"/>
                <a:gd name="T11" fmla="*/ 32 h 376"/>
                <a:gd name="T12" fmla="*/ 182 w 192"/>
                <a:gd name="T13" fmla="*/ 0 h 376"/>
                <a:gd name="T14" fmla="*/ 0 w 192"/>
                <a:gd name="T15" fmla="*/ 0 h 376"/>
                <a:gd name="T16" fmla="*/ 0 w 192"/>
                <a:gd name="T17" fmla="*/ 375 h 376"/>
                <a:gd name="T18" fmla="*/ 191 w 192"/>
                <a:gd name="T19" fmla="*/ 375 h 376"/>
                <a:gd name="T20" fmla="*/ 191 w 192"/>
                <a:gd name="T21" fmla="*/ 343 h 376"/>
                <a:gd name="T22" fmla="*/ 34 w 192"/>
                <a:gd name="T23" fmla="*/ 343 h 376"/>
                <a:gd name="T24" fmla="*/ 34 w 192"/>
                <a:gd name="T25" fmla="*/ 201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34" y="201"/>
                  </a:moveTo>
                  <a:lnTo>
                    <a:pt x="172" y="201"/>
                  </a:lnTo>
                  <a:lnTo>
                    <a:pt x="172" y="170"/>
                  </a:lnTo>
                  <a:lnTo>
                    <a:pt x="34" y="170"/>
                  </a:lnTo>
                  <a:lnTo>
                    <a:pt x="34" y="32"/>
                  </a:lnTo>
                  <a:lnTo>
                    <a:pt x="182" y="32"/>
                  </a:lnTo>
                  <a:lnTo>
                    <a:pt x="182" y="0"/>
                  </a:lnTo>
                  <a:lnTo>
                    <a:pt x="0" y="0"/>
                  </a:lnTo>
                  <a:lnTo>
                    <a:pt x="0" y="375"/>
                  </a:lnTo>
                  <a:lnTo>
                    <a:pt x="191" y="375"/>
                  </a:lnTo>
                  <a:lnTo>
                    <a:pt x="191" y="343"/>
                  </a:lnTo>
                  <a:lnTo>
                    <a:pt x="34" y="343"/>
                  </a:lnTo>
                  <a:lnTo>
                    <a:pt x="34"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8" name="Freeform 277">
              <a:extLst>
                <a:ext uri="{FF2B5EF4-FFF2-40B4-BE49-F238E27FC236}">
                  <a16:creationId xmlns:a16="http://schemas.microsoft.com/office/drawing/2014/main" id="{F17008E4-C2AA-15C7-8C08-17AA46477196}"/>
                </a:ext>
              </a:extLst>
            </p:cNvPr>
            <p:cNvSpPr>
              <a:spLocks noChangeArrowheads="1"/>
            </p:cNvSpPr>
            <p:nvPr/>
          </p:nvSpPr>
          <p:spPr bwMode="auto">
            <a:xfrm>
              <a:off x="938213" y="3898900"/>
              <a:ext cx="106362" cy="134938"/>
            </a:xfrm>
            <a:custGeom>
              <a:avLst/>
              <a:gdLst>
                <a:gd name="T0" fmla="*/ 99 w 295"/>
                <a:gd name="T1" fmla="*/ 0 h 376"/>
                <a:gd name="T2" fmla="*/ 99 w 295"/>
                <a:gd name="T3" fmla="*/ 0 h 376"/>
                <a:gd name="T4" fmla="*/ 0 w 295"/>
                <a:gd name="T5" fmla="*/ 0 h 376"/>
                <a:gd name="T6" fmla="*/ 0 w 295"/>
                <a:gd name="T7" fmla="*/ 375 h 376"/>
                <a:gd name="T8" fmla="*/ 95 w 295"/>
                <a:gd name="T9" fmla="*/ 375 h 376"/>
                <a:gd name="T10" fmla="*/ 177 w 295"/>
                <a:gd name="T11" fmla="*/ 361 h 376"/>
                <a:gd name="T12" fmla="*/ 240 w 295"/>
                <a:gd name="T13" fmla="*/ 322 h 376"/>
                <a:gd name="T14" fmla="*/ 280 w 295"/>
                <a:gd name="T15" fmla="*/ 262 h 376"/>
                <a:gd name="T16" fmla="*/ 294 w 295"/>
                <a:gd name="T17" fmla="*/ 183 h 376"/>
                <a:gd name="T18" fmla="*/ 244 w 295"/>
                <a:gd name="T19" fmla="*/ 46 h 376"/>
                <a:gd name="T20" fmla="*/ 99 w 295"/>
                <a:gd name="T21" fmla="*/ 0 h 376"/>
                <a:gd name="T22" fmla="*/ 245 w 295"/>
                <a:gd name="T23" fmla="*/ 253 h 376"/>
                <a:gd name="T24" fmla="*/ 245 w 295"/>
                <a:gd name="T25" fmla="*/ 253 h 376"/>
                <a:gd name="T26" fmla="*/ 213 w 295"/>
                <a:gd name="T27" fmla="*/ 303 h 376"/>
                <a:gd name="T28" fmla="*/ 161 w 295"/>
                <a:gd name="T29" fmla="*/ 333 h 376"/>
                <a:gd name="T30" fmla="*/ 93 w 295"/>
                <a:gd name="T31" fmla="*/ 343 h 376"/>
                <a:gd name="T32" fmla="*/ 35 w 295"/>
                <a:gd name="T33" fmla="*/ 343 h 376"/>
                <a:gd name="T34" fmla="*/ 35 w 295"/>
                <a:gd name="T35" fmla="*/ 32 h 376"/>
                <a:gd name="T36" fmla="*/ 96 w 295"/>
                <a:gd name="T37" fmla="*/ 32 h 376"/>
                <a:gd name="T38" fmla="*/ 256 w 295"/>
                <a:gd name="T39" fmla="*/ 184 h 376"/>
                <a:gd name="T40" fmla="*/ 245 w 295"/>
                <a:gd name="T41" fmla="*/ 253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5" h="376">
                  <a:moveTo>
                    <a:pt x="99" y="0"/>
                  </a:moveTo>
                  <a:lnTo>
                    <a:pt x="99" y="0"/>
                  </a:lnTo>
                  <a:cubicBezTo>
                    <a:pt x="0" y="0"/>
                    <a:pt x="0" y="0"/>
                    <a:pt x="0" y="0"/>
                  </a:cubicBezTo>
                  <a:cubicBezTo>
                    <a:pt x="0" y="375"/>
                    <a:pt x="0" y="375"/>
                    <a:pt x="0" y="375"/>
                  </a:cubicBezTo>
                  <a:cubicBezTo>
                    <a:pt x="95" y="375"/>
                    <a:pt x="95" y="375"/>
                    <a:pt x="95" y="375"/>
                  </a:cubicBezTo>
                  <a:cubicBezTo>
                    <a:pt x="125" y="375"/>
                    <a:pt x="153" y="371"/>
                    <a:pt x="177" y="361"/>
                  </a:cubicBezTo>
                  <a:cubicBezTo>
                    <a:pt x="202" y="353"/>
                    <a:pt x="223" y="339"/>
                    <a:pt x="240" y="322"/>
                  </a:cubicBezTo>
                  <a:cubicBezTo>
                    <a:pt x="258" y="306"/>
                    <a:pt x="270" y="286"/>
                    <a:pt x="280" y="262"/>
                  </a:cubicBezTo>
                  <a:cubicBezTo>
                    <a:pt x="288" y="239"/>
                    <a:pt x="294" y="212"/>
                    <a:pt x="294" y="183"/>
                  </a:cubicBezTo>
                  <a:cubicBezTo>
                    <a:pt x="294" y="123"/>
                    <a:pt x="277" y="77"/>
                    <a:pt x="244" y="46"/>
                  </a:cubicBezTo>
                  <a:cubicBezTo>
                    <a:pt x="212" y="16"/>
                    <a:pt x="163" y="0"/>
                    <a:pt x="99" y="0"/>
                  </a:cubicBezTo>
                  <a:close/>
                  <a:moveTo>
                    <a:pt x="245" y="253"/>
                  </a:moveTo>
                  <a:lnTo>
                    <a:pt x="245" y="253"/>
                  </a:lnTo>
                  <a:cubicBezTo>
                    <a:pt x="238" y="272"/>
                    <a:pt x="227" y="289"/>
                    <a:pt x="213" y="303"/>
                  </a:cubicBezTo>
                  <a:cubicBezTo>
                    <a:pt x="199" y="315"/>
                    <a:pt x="182" y="327"/>
                    <a:pt x="161" y="333"/>
                  </a:cubicBezTo>
                  <a:cubicBezTo>
                    <a:pt x="142" y="340"/>
                    <a:pt x="118" y="343"/>
                    <a:pt x="93" y="343"/>
                  </a:cubicBezTo>
                  <a:cubicBezTo>
                    <a:pt x="35" y="343"/>
                    <a:pt x="35" y="343"/>
                    <a:pt x="35" y="343"/>
                  </a:cubicBezTo>
                  <a:cubicBezTo>
                    <a:pt x="35" y="32"/>
                    <a:pt x="35" y="32"/>
                    <a:pt x="35" y="32"/>
                  </a:cubicBezTo>
                  <a:cubicBezTo>
                    <a:pt x="96" y="32"/>
                    <a:pt x="96" y="32"/>
                    <a:pt x="96" y="32"/>
                  </a:cubicBezTo>
                  <a:cubicBezTo>
                    <a:pt x="203" y="32"/>
                    <a:pt x="256" y="82"/>
                    <a:pt x="256" y="184"/>
                  </a:cubicBezTo>
                  <a:cubicBezTo>
                    <a:pt x="256" y="209"/>
                    <a:pt x="254" y="233"/>
                    <a:pt x="245"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39" name="Freeform 278">
              <a:extLst>
                <a:ext uri="{FF2B5EF4-FFF2-40B4-BE49-F238E27FC236}">
                  <a16:creationId xmlns:a16="http://schemas.microsoft.com/office/drawing/2014/main" id="{EA5045C9-994A-3018-B26A-C16939D0137A}"/>
                </a:ext>
              </a:extLst>
            </p:cNvPr>
            <p:cNvSpPr>
              <a:spLocks noChangeArrowheads="1"/>
            </p:cNvSpPr>
            <p:nvPr/>
          </p:nvSpPr>
          <p:spPr bwMode="auto">
            <a:xfrm>
              <a:off x="1069975" y="3898900"/>
              <a:ext cx="12700" cy="134938"/>
            </a:xfrm>
            <a:custGeom>
              <a:avLst/>
              <a:gdLst>
                <a:gd name="T0" fmla="*/ 35 w 36"/>
                <a:gd name="T1" fmla="*/ 0 h 376"/>
                <a:gd name="T2" fmla="*/ 0 w 36"/>
                <a:gd name="T3" fmla="*/ 0 h 376"/>
                <a:gd name="T4" fmla="*/ 0 w 36"/>
                <a:gd name="T5" fmla="*/ 375 h 376"/>
                <a:gd name="T6" fmla="*/ 35 w 36"/>
                <a:gd name="T7" fmla="*/ 375 h 376"/>
                <a:gd name="T8" fmla="*/ 35 w 36"/>
                <a:gd name="T9" fmla="*/ 0 h 376"/>
              </a:gdLst>
              <a:ahLst/>
              <a:cxnLst>
                <a:cxn ang="0">
                  <a:pos x="T0" y="T1"/>
                </a:cxn>
                <a:cxn ang="0">
                  <a:pos x="T2" y="T3"/>
                </a:cxn>
                <a:cxn ang="0">
                  <a:pos x="T4" y="T5"/>
                </a:cxn>
                <a:cxn ang="0">
                  <a:pos x="T6" y="T7"/>
                </a:cxn>
                <a:cxn ang="0">
                  <a:pos x="T8" y="T9"/>
                </a:cxn>
              </a:cxnLst>
              <a:rect l="0" t="0" r="r" b="b"/>
              <a:pathLst>
                <a:path w="36" h="376">
                  <a:moveTo>
                    <a:pt x="35" y="0"/>
                  </a:moveTo>
                  <a:lnTo>
                    <a:pt x="0" y="0"/>
                  </a:lnTo>
                  <a:lnTo>
                    <a:pt x="0" y="375"/>
                  </a:lnTo>
                  <a:lnTo>
                    <a:pt x="35" y="37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0" name="Freeform 279">
              <a:extLst>
                <a:ext uri="{FF2B5EF4-FFF2-40B4-BE49-F238E27FC236}">
                  <a16:creationId xmlns:a16="http://schemas.microsoft.com/office/drawing/2014/main" id="{277E4C0B-6CC7-082D-A0AE-E3066BC3E809}"/>
                </a:ext>
              </a:extLst>
            </p:cNvPr>
            <p:cNvSpPr>
              <a:spLocks noChangeArrowheads="1"/>
            </p:cNvSpPr>
            <p:nvPr/>
          </p:nvSpPr>
          <p:spPr bwMode="auto">
            <a:xfrm>
              <a:off x="1104900" y="3898900"/>
              <a:ext cx="115888" cy="134938"/>
            </a:xfrm>
            <a:custGeom>
              <a:avLst/>
              <a:gdLst>
                <a:gd name="T0" fmla="*/ 39 w 320"/>
                <a:gd name="T1" fmla="*/ 375 h 376"/>
                <a:gd name="T2" fmla="*/ 39 w 320"/>
                <a:gd name="T3" fmla="*/ 375 h 376"/>
                <a:gd name="T4" fmla="*/ 79 w 320"/>
                <a:gd name="T5" fmla="*/ 265 h 376"/>
                <a:gd name="T6" fmla="*/ 240 w 320"/>
                <a:gd name="T7" fmla="*/ 265 h 376"/>
                <a:gd name="T8" fmla="*/ 281 w 320"/>
                <a:gd name="T9" fmla="*/ 375 h 376"/>
                <a:gd name="T10" fmla="*/ 319 w 320"/>
                <a:gd name="T11" fmla="*/ 375 h 376"/>
                <a:gd name="T12" fmla="*/ 177 w 320"/>
                <a:gd name="T13" fmla="*/ 0 h 376"/>
                <a:gd name="T14" fmla="*/ 142 w 320"/>
                <a:gd name="T15" fmla="*/ 0 h 376"/>
                <a:gd name="T16" fmla="*/ 0 w 320"/>
                <a:gd name="T17" fmla="*/ 375 h 376"/>
                <a:gd name="T18" fmla="*/ 39 w 320"/>
                <a:gd name="T19" fmla="*/ 375 h 376"/>
                <a:gd name="T20" fmla="*/ 152 w 320"/>
                <a:gd name="T21" fmla="*/ 66 h 376"/>
                <a:gd name="T22" fmla="*/ 152 w 320"/>
                <a:gd name="T23" fmla="*/ 66 h 376"/>
                <a:gd name="T24" fmla="*/ 155 w 320"/>
                <a:gd name="T25" fmla="*/ 55 h 376"/>
                <a:gd name="T26" fmla="*/ 159 w 320"/>
                <a:gd name="T27" fmla="*/ 39 h 376"/>
                <a:gd name="T28" fmla="*/ 160 w 320"/>
                <a:gd name="T29" fmla="*/ 39 h 376"/>
                <a:gd name="T30" fmla="*/ 163 w 320"/>
                <a:gd name="T31" fmla="*/ 55 h 376"/>
                <a:gd name="T32" fmla="*/ 167 w 320"/>
                <a:gd name="T33" fmla="*/ 66 h 376"/>
                <a:gd name="T34" fmla="*/ 227 w 320"/>
                <a:gd name="T35" fmla="*/ 233 h 376"/>
                <a:gd name="T36" fmla="*/ 90 w 320"/>
                <a:gd name="T37" fmla="*/ 233 h 376"/>
                <a:gd name="T38" fmla="*/ 152 w 320"/>
                <a:gd name="T39" fmla="*/ 6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6">
                  <a:moveTo>
                    <a:pt x="39" y="375"/>
                  </a:moveTo>
                  <a:lnTo>
                    <a:pt x="39" y="375"/>
                  </a:lnTo>
                  <a:cubicBezTo>
                    <a:pt x="79" y="265"/>
                    <a:pt x="79" y="265"/>
                    <a:pt x="79" y="265"/>
                  </a:cubicBezTo>
                  <a:cubicBezTo>
                    <a:pt x="240" y="265"/>
                    <a:pt x="240" y="265"/>
                    <a:pt x="240" y="265"/>
                  </a:cubicBezTo>
                  <a:cubicBezTo>
                    <a:pt x="281" y="375"/>
                    <a:pt x="281" y="375"/>
                    <a:pt x="281" y="375"/>
                  </a:cubicBezTo>
                  <a:cubicBezTo>
                    <a:pt x="319" y="375"/>
                    <a:pt x="319" y="375"/>
                    <a:pt x="319" y="375"/>
                  </a:cubicBezTo>
                  <a:cubicBezTo>
                    <a:pt x="177" y="0"/>
                    <a:pt x="177" y="0"/>
                    <a:pt x="177" y="0"/>
                  </a:cubicBezTo>
                  <a:cubicBezTo>
                    <a:pt x="142" y="0"/>
                    <a:pt x="142" y="0"/>
                    <a:pt x="142" y="0"/>
                  </a:cubicBezTo>
                  <a:cubicBezTo>
                    <a:pt x="0" y="375"/>
                    <a:pt x="0" y="375"/>
                    <a:pt x="0" y="375"/>
                  </a:cubicBezTo>
                  <a:lnTo>
                    <a:pt x="39" y="375"/>
                  </a:lnTo>
                  <a:close/>
                  <a:moveTo>
                    <a:pt x="152" y="66"/>
                  </a:moveTo>
                  <a:lnTo>
                    <a:pt x="152" y="66"/>
                  </a:lnTo>
                  <a:cubicBezTo>
                    <a:pt x="152" y="63"/>
                    <a:pt x="153" y="59"/>
                    <a:pt x="155" y="55"/>
                  </a:cubicBezTo>
                  <a:cubicBezTo>
                    <a:pt x="156" y="50"/>
                    <a:pt x="157" y="45"/>
                    <a:pt x="159" y="39"/>
                  </a:cubicBezTo>
                  <a:cubicBezTo>
                    <a:pt x="160" y="39"/>
                    <a:pt x="160" y="39"/>
                    <a:pt x="160" y="39"/>
                  </a:cubicBezTo>
                  <a:cubicBezTo>
                    <a:pt x="160" y="45"/>
                    <a:pt x="161" y="50"/>
                    <a:pt x="163" y="55"/>
                  </a:cubicBezTo>
                  <a:cubicBezTo>
                    <a:pt x="164" y="59"/>
                    <a:pt x="166" y="63"/>
                    <a:pt x="167" y="66"/>
                  </a:cubicBezTo>
                  <a:cubicBezTo>
                    <a:pt x="227" y="233"/>
                    <a:pt x="227" y="233"/>
                    <a:pt x="227" y="233"/>
                  </a:cubicBezTo>
                  <a:cubicBezTo>
                    <a:pt x="90" y="233"/>
                    <a:pt x="90" y="233"/>
                    <a:pt x="90" y="233"/>
                  </a:cubicBezTo>
                  <a:lnTo>
                    <a:pt x="152" y="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1" name="Freeform 280">
              <a:extLst>
                <a:ext uri="{FF2B5EF4-FFF2-40B4-BE49-F238E27FC236}">
                  <a16:creationId xmlns:a16="http://schemas.microsoft.com/office/drawing/2014/main" id="{D9059F11-3FDF-5B9F-18ED-4AE8E7860196}"/>
                </a:ext>
              </a:extLst>
            </p:cNvPr>
            <p:cNvSpPr>
              <a:spLocks noChangeArrowheads="1"/>
            </p:cNvSpPr>
            <p:nvPr/>
          </p:nvSpPr>
          <p:spPr bwMode="auto">
            <a:xfrm>
              <a:off x="1293813" y="3898900"/>
              <a:ext cx="66675" cy="134938"/>
            </a:xfrm>
            <a:custGeom>
              <a:avLst/>
              <a:gdLst>
                <a:gd name="T0" fmla="*/ 35 w 187"/>
                <a:gd name="T1" fmla="*/ 0 h 376"/>
                <a:gd name="T2" fmla="*/ 0 w 187"/>
                <a:gd name="T3" fmla="*/ 0 h 376"/>
                <a:gd name="T4" fmla="*/ 0 w 187"/>
                <a:gd name="T5" fmla="*/ 375 h 376"/>
                <a:gd name="T6" fmla="*/ 186 w 187"/>
                <a:gd name="T7" fmla="*/ 375 h 376"/>
                <a:gd name="T8" fmla="*/ 186 w 187"/>
                <a:gd name="T9" fmla="*/ 343 h 376"/>
                <a:gd name="T10" fmla="*/ 35 w 187"/>
                <a:gd name="T11" fmla="*/ 343 h 376"/>
                <a:gd name="T12" fmla="*/ 35 w 187"/>
                <a:gd name="T13" fmla="*/ 0 h 376"/>
              </a:gdLst>
              <a:ahLst/>
              <a:cxnLst>
                <a:cxn ang="0">
                  <a:pos x="T0" y="T1"/>
                </a:cxn>
                <a:cxn ang="0">
                  <a:pos x="T2" y="T3"/>
                </a:cxn>
                <a:cxn ang="0">
                  <a:pos x="T4" y="T5"/>
                </a:cxn>
                <a:cxn ang="0">
                  <a:pos x="T6" y="T7"/>
                </a:cxn>
                <a:cxn ang="0">
                  <a:pos x="T8" y="T9"/>
                </a:cxn>
                <a:cxn ang="0">
                  <a:pos x="T10" y="T11"/>
                </a:cxn>
                <a:cxn ang="0">
                  <a:pos x="T12" y="T13"/>
                </a:cxn>
              </a:cxnLst>
              <a:rect l="0" t="0" r="r" b="b"/>
              <a:pathLst>
                <a:path w="187" h="376">
                  <a:moveTo>
                    <a:pt x="35" y="0"/>
                  </a:moveTo>
                  <a:lnTo>
                    <a:pt x="0" y="0"/>
                  </a:lnTo>
                  <a:lnTo>
                    <a:pt x="0" y="375"/>
                  </a:lnTo>
                  <a:lnTo>
                    <a:pt x="186" y="375"/>
                  </a:lnTo>
                  <a:lnTo>
                    <a:pt x="186" y="343"/>
                  </a:lnTo>
                  <a:lnTo>
                    <a:pt x="35" y="343"/>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2" name="Freeform 281">
              <a:extLst>
                <a:ext uri="{FF2B5EF4-FFF2-40B4-BE49-F238E27FC236}">
                  <a16:creationId xmlns:a16="http://schemas.microsoft.com/office/drawing/2014/main" id="{7D51C789-B635-1B48-71CB-2B0693D28069}"/>
                </a:ext>
              </a:extLst>
            </p:cNvPr>
            <p:cNvSpPr>
              <a:spLocks noChangeArrowheads="1"/>
            </p:cNvSpPr>
            <p:nvPr/>
          </p:nvSpPr>
          <p:spPr bwMode="auto">
            <a:xfrm>
              <a:off x="1382713"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3" name="Freeform 282">
              <a:extLst>
                <a:ext uri="{FF2B5EF4-FFF2-40B4-BE49-F238E27FC236}">
                  <a16:creationId xmlns:a16="http://schemas.microsoft.com/office/drawing/2014/main" id="{49E3AFF6-9359-C8C2-6F19-9E1A6C33FA5F}"/>
                </a:ext>
              </a:extLst>
            </p:cNvPr>
            <p:cNvSpPr>
              <a:spLocks noChangeArrowheads="1"/>
            </p:cNvSpPr>
            <p:nvPr/>
          </p:nvSpPr>
          <p:spPr bwMode="auto">
            <a:xfrm>
              <a:off x="1430338" y="3898900"/>
              <a:ext cx="106362" cy="134938"/>
            </a:xfrm>
            <a:custGeom>
              <a:avLst/>
              <a:gdLst>
                <a:gd name="T0" fmla="*/ 258 w 294"/>
                <a:gd name="T1" fmla="*/ 279 h 376"/>
                <a:gd name="T2" fmla="*/ 258 w 294"/>
                <a:gd name="T3" fmla="*/ 279 h 376"/>
                <a:gd name="T4" fmla="*/ 258 w 294"/>
                <a:gd name="T5" fmla="*/ 303 h 376"/>
                <a:gd name="T6" fmla="*/ 260 w 294"/>
                <a:gd name="T7" fmla="*/ 322 h 376"/>
                <a:gd name="T8" fmla="*/ 258 w 294"/>
                <a:gd name="T9" fmla="*/ 322 h 376"/>
                <a:gd name="T10" fmla="*/ 251 w 294"/>
                <a:gd name="T11" fmla="*/ 311 h 376"/>
                <a:gd name="T12" fmla="*/ 243 w 294"/>
                <a:gd name="T13" fmla="*/ 297 h 376"/>
                <a:gd name="T14" fmla="*/ 39 w 294"/>
                <a:gd name="T15" fmla="*/ 0 h 376"/>
                <a:gd name="T16" fmla="*/ 0 w 294"/>
                <a:gd name="T17" fmla="*/ 0 h 376"/>
                <a:gd name="T18" fmla="*/ 0 w 294"/>
                <a:gd name="T19" fmla="*/ 375 h 376"/>
                <a:gd name="T20" fmla="*/ 35 w 294"/>
                <a:gd name="T21" fmla="*/ 375 h 376"/>
                <a:gd name="T22" fmla="*/ 35 w 294"/>
                <a:gd name="T23" fmla="*/ 85 h 376"/>
                <a:gd name="T24" fmla="*/ 35 w 294"/>
                <a:gd name="T25" fmla="*/ 64 h 376"/>
                <a:gd name="T26" fmla="*/ 34 w 294"/>
                <a:gd name="T27" fmla="*/ 50 h 376"/>
                <a:gd name="T28" fmla="*/ 35 w 294"/>
                <a:gd name="T29" fmla="*/ 50 h 376"/>
                <a:gd name="T30" fmla="*/ 41 w 294"/>
                <a:gd name="T31" fmla="*/ 63 h 376"/>
                <a:gd name="T32" fmla="*/ 49 w 294"/>
                <a:gd name="T33" fmla="*/ 74 h 376"/>
                <a:gd name="T34" fmla="*/ 257 w 294"/>
                <a:gd name="T35" fmla="*/ 375 h 376"/>
                <a:gd name="T36" fmla="*/ 293 w 294"/>
                <a:gd name="T37" fmla="*/ 375 h 376"/>
                <a:gd name="T38" fmla="*/ 293 w 294"/>
                <a:gd name="T39" fmla="*/ 0 h 376"/>
                <a:gd name="T40" fmla="*/ 258 w 294"/>
                <a:gd name="T41" fmla="*/ 0 h 376"/>
                <a:gd name="T42" fmla="*/ 258 w 294"/>
                <a:gd name="T43" fmla="*/ 279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6">
                  <a:moveTo>
                    <a:pt x="258" y="279"/>
                  </a:moveTo>
                  <a:lnTo>
                    <a:pt x="258" y="279"/>
                  </a:lnTo>
                  <a:cubicBezTo>
                    <a:pt x="258" y="287"/>
                    <a:pt x="258" y="296"/>
                    <a:pt x="258" y="303"/>
                  </a:cubicBezTo>
                  <a:cubicBezTo>
                    <a:pt x="260" y="310"/>
                    <a:pt x="260" y="317"/>
                    <a:pt x="260" y="322"/>
                  </a:cubicBezTo>
                  <a:cubicBezTo>
                    <a:pt x="258" y="322"/>
                    <a:pt x="258" y="322"/>
                    <a:pt x="258" y="322"/>
                  </a:cubicBezTo>
                  <a:cubicBezTo>
                    <a:pt x="257" y="318"/>
                    <a:pt x="254" y="315"/>
                    <a:pt x="251" y="311"/>
                  </a:cubicBezTo>
                  <a:cubicBezTo>
                    <a:pt x="250" y="307"/>
                    <a:pt x="247" y="303"/>
                    <a:pt x="243" y="297"/>
                  </a:cubicBezTo>
                  <a:cubicBezTo>
                    <a:pt x="39" y="0"/>
                    <a:pt x="39" y="0"/>
                    <a:pt x="39" y="0"/>
                  </a:cubicBezTo>
                  <a:cubicBezTo>
                    <a:pt x="0" y="0"/>
                    <a:pt x="0" y="0"/>
                    <a:pt x="0" y="0"/>
                  </a:cubicBezTo>
                  <a:cubicBezTo>
                    <a:pt x="0" y="375"/>
                    <a:pt x="0" y="375"/>
                    <a:pt x="0" y="375"/>
                  </a:cubicBezTo>
                  <a:cubicBezTo>
                    <a:pt x="35" y="375"/>
                    <a:pt x="35" y="375"/>
                    <a:pt x="35" y="375"/>
                  </a:cubicBezTo>
                  <a:cubicBezTo>
                    <a:pt x="35" y="85"/>
                    <a:pt x="35" y="85"/>
                    <a:pt x="35" y="85"/>
                  </a:cubicBezTo>
                  <a:cubicBezTo>
                    <a:pt x="35" y="77"/>
                    <a:pt x="35" y="70"/>
                    <a:pt x="35" y="64"/>
                  </a:cubicBezTo>
                  <a:cubicBezTo>
                    <a:pt x="34" y="59"/>
                    <a:pt x="34" y="55"/>
                    <a:pt x="34" y="50"/>
                  </a:cubicBezTo>
                  <a:cubicBezTo>
                    <a:pt x="35" y="50"/>
                    <a:pt x="35" y="50"/>
                    <a:pt x="35" y="50"/>
                  </a:cubicBezTo>
                  <a:cubicBezTo>
                    <a:pt x="36" y="55"/>
                    <a:pt x="39" y="59"/>
                    <a:pt x="41" y="63"/>
                  </a:cubicBezTo>
                  <a:cubicBezTo>
                    <a:pt x="43" y="67"/>
                    <a:pt x="46" y="70"/>
                    <a:pt x="49" y="74"/>
                  </a:cubicBezTo>
                  <a:cubicBezTo>
                    <a:pt x="257" y="375"/>
                    <a:pt x="257" y="375"/>
                    <a:pt x="257" y="375"/>
                  </a:cubicBezTo>
                  <a:cubicBezTo>
                    <a:pt x="293" y="375"/>
                    <a:pt x="293" y="375"/>
                    <a:pt x="293" y="375"/>
                  </a:cubicBezTo>
                  <a:cubicBezTo>
                    <a:pt x="293" y="0"/>
                    <a:pt x="293" y="0"/>
                    <a:pt x="293"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4" name="Freeform 283">
              <a:extLst>
                <a:ext uri="{FF2B5EF4-FFF2-40B4-BE49-F238E27FC236}">
                  <a16:creationId xmlns:a16="http://schemas.microsoft.com/office/drawing/2014/main" id="{CF795F5C-2180-CFFB-9812-2D1769576339}"/>
                </a:ext>
              </a:extLst>
            </p:cNvPr>
            <p:cNvSpPr>
              <a:spLocks noChangeArrowheads="1"/>
            </p:cNvSpPr>
            <p:nvPr/>
          </p:nvSpPr>
          <p:spPr bwMode="auto">
            <a:xfrm>
              <a:off x="1571625" y="3898900"/>
              <a:ext cx="69850" cy="134938"/>
            </a:xfrm>
            <a:custGeom>
              <a:avLst/>
              <a:gdLst>
                <a:gd name="T0" fmla="*/ 182 w 192"/>
                <a:gd name="T1" fmla="*/ 32 h 376"/>
                <a:gd name="T2" fmla="*/ 182 w 192"/>
                <a:gd name="T3" fmla="*/ 0 h 376"/>
                <a:gd name="T4" fmla="*/ 0 w 192"/>
                <a:gd name="T5" fmla="*/ 0 h 376"/>
                <a:gd name="T6" fmla="*/ 0 w 192"/>
                <a:gd name="T7" fmla="*/ 375 h 376"/>
                <a:gd name="T8" fmla="*/ 191 w 192"/>
                <a:gd name="T9" fmla="*/ 375 h 376"/>
                <a:gd name="T10" fmla="*/ 191 w 192"/>
                <a:gd name="T11" fmla="*/ 343 h 376"/>
                <a:gd name="T12" fmla="*/ 35 w 192"/>
                <a:gd name="T13" fmla="*/ 343 h 376"/>
                <a:gd name="T14" fmla="*/ 35 w 192"/>
                <a:gd name="T15" fmla="*/ 201 h 376"/>
                <a:gd name="T16" fmla="*/ 171 w 192"/>
                <a:gd name="T17" fmla="*/ 201 h 376"/>
                <a:gd name="T18" fmla="*/ 171 w 192"/>
                <a:gd name="T19" fmla="*/ 170 h 376"/>
                <a:gd name="T20" fmla="*/ 35 w 192"/>
                <a:gd name="T21" fmla="*/ 170 h 376"/>
                <a:gd name="T22" fmla="*/ 35 w 192"/>
                <a:gd name="T23" fmla="*/ 32 h 376"/>
                <a:gd name="T24" fmla="*/ 182 w 192"/>
                <a:gd name="T25" fmla="*/ 32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6">
                  <a:moveTo>
                    <a:pt x="182" y="32"/>
                  </a:moveTo>
                  <a:lnTo>
                    <a:pt x="182" y="0"/>
                  </a:lnTo>
                  <a:lnTo>
                    <a:pt x="0" y="0"/>
                  </a:lnTo>
                  <a:lnTo>
                    <a:pt x="0" y="375"/>
                  </a:lnTo>
                  <a:lnTo>
                    <a:pt x="191" y="375"/>
                  </a:lnTo>
                  <a:lnTo>
                    <a:pt x="191" y="343"/>
                  </a:lnTo>
                  <a:lnTo>
                    <a:pt x="35" y="343"/>
                  </a:lnTo>
                  <a:lnTo>
                    <a:pt x="35" y="201"/>
                  </a:lnTo>
                  <a:lnTo>
                    <a:pt x="171" y="201"/>
                  </a:lnTo>
                  <a:lnTo>
                    <a:pt x="171" y="170"/>
                  </a:lnTo>
                  <a:lnTo>
                    <a:pt x="35" y="170"/>
                  </a:lnTo>
                  <a:lnTo>
                    <a:pt x="35" y="32"/>
                  </a:lnTo>
                  <a:lnTo>
                    <a:pt x="182" y="3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5" name="Freeform 284">
              <a:extLst>
                <a:ext uri="{FF2B5EF4-FFF2-40B4-BE49-F238E27FC236}">
                  <a16:creationId xmlns:a16="http://schemas.microsoft.com/office/drawing/2014/main" id="{5C7AFFC6-79F4-EBD6-8BF5-02DFF2CF2094}"/>
                </a:ext>
              </a:extLst>
            </p:cNvPr>
            <p:cNvSpPr>
              <a:spLocks noChangeArrowheads="1"/>
            </p:cNvSpPr>
            <p:nvPr/>
          </p:nvSpPr>
          <p:spPr bwMode="auto">
            <a:xfrm>
              <a:off x="1720850" y="3898900"/>
              <a:ext cx="12700" cy="134938"/>
            </a:xfrm>
            <a:custGeom>
              <a:avLst/>
              <a:gdLst>
                <a:gd name="T0" fmla="*/ 0 w 36"/>
                <a:gd name="T1" fmla="*/ 375 h 376"/>
                <a:gd name="T2" fmla="*/ 35 w 36"/>
                <a:gd name="T3" fmla="*/ 375 h 376"/>
                <a:gd name="T4" fmla="*/ 35 w 36"/>
                <a:gd name="T5" fmla="*/ 0 h 376"/>
                <a:gd name="T6" fmla="*/ 0 w 36"/>
                <a:gd name="T7" fmla="*/ 0 h 376"/>
                <a:gd name="T8" fmla="*/ 0 w 36"/>
                <a:gd name="T9" fmla="*/ 375 h 376"/>
              </a:gdLst>
              <a:ahLst/>
              <a:cxnLst>
                <a:cxn ang="0">
                  <a:pos x="T0" y="T1"/>
                </a:cxn>
                <a:cxn ang="0">
                  <a:pos x="T2" y="T3"/>
                </a:cxn>
                <a:cxn ang="0">
                  <a:pos x="T4" y="T5"/>
                </a:cxn>
                <a:cxn ang="0">
                  <a:pos x="T6" y="T7"/>
                </a:cxn>
                <a:cxn ang="0">
                  <a:pos x="T8" y="T9"/>
                </a:cxn>
              </a:cxnLst>
              <a:rect l="0" t="0" r="r" b="b"/>
              <a:pathLst>
                <a:path w="36" h="376">
                  <a:moveTo>
                    <a:pt x="0" y="375"/>
                  </a:moveTo>
                  <a:lnTo>
                    <a:pt x="35" y="375"/>
                  </a:lnTo>
                  <a:lnTo>
                    <a:pt x="35" y="0"/>
                  </a:lnTo>
                  <a:lnTo>
                    <a:pt x="0" y="0"/>
                  </a:lnTo>
                  <a:lnTo>
                    <a:pt x="0"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6" name="Freeform 285">
              <a:extLst>
                <a:ext uri="{FF2B5EF4-FFF2-40B4-BE49-F238E27FC236}">
                  <a16:creationId xmlns:a16="http://schemas.microsoft.com/office/drawing/2014/main" id="{237111E3-BC5C-3CFD-1537-845FDA9A0E8E}"/>
                </a:ext>
              </a:extLst>
            </p:cNvPr>
            <p:cNvSpPr>
              <a:spLocks noChangeArrowheads="1"/>
            </p:cNvSpPr>
            <p:nvPr/>
          </p:nvSpPr>
          <p:spPr bwMode="auto">
            <a:xfrm>
              <a:off x="1760538" y="3897313"/>
              <a:ext cx="100012" cy="139700"/>
            </a:xfrm>
            <a:custGeom>
              <a:avLst/>
              <a:gdLst>
                <a:gd name="T0" fmla="*/ 111 w 276"/>
                <a:gd name="T1" fmla="*/ 15 h 388"/>
                <a:gd name="T2" fmla="*/ 111 w 276"/>
                <a:gd name="T3" fmla="*/ 15 h 388"/>
                <a:gd name="T4" fmla="*/ 52 w 276"/>
                <a:gd name="T5" fmla="*/ 57 h 388"/>
                <a:gd name="T6" fmla="*/ 14 w 276"/>
                <a:gd name="T7" fmla="*/ 121 h 388"/>
                <a:gd name="T8" fmla="*/ 0 w 276"/>
                <a:gd name="T9" fmla="*/ 200 h 388"/>
                <a:gd name="T10" fmla="*/ 13 w 276"/>
                <a:gd name="T11" fmla="*/ 274 h 388"/>
                <a:gd name="T12" fmla="*/ 48 w 276"/>
                <a:gd name="T13" fmla="*/ 334 h 388"/>
                <a:gd name="T14" fmla="*/ 104 w 276"/>
                <a:gd name="T15" fmla="*/ 373 h 388"/>
                <a:gd name="T16" fmla="*/ 176 w 276"/>
                <a:gd name="T17" fmla="*/ 387 h 388"/>
                <a:gd name="T18" fmla="*/ 275 w 276"/>
                <a:gd name="T19" fmla="*/ 366 h 388"/>
                <a:gd name="T20" fmla="*/ 275 w 276"/>
                <a:gd name="T21" fmla="*/ 333 h 388"/>
                <a:gd name="T22" fmla="*/ 179 w 276"/>
                <a:gd name="T23" fmla="*/ 355 h 388"/>
                <a:gd name="T24" fmla="*/ 118 w 276"/>
                <a:gd name="T25" fmla="*/ 343 h 388"/>
                <a:gd name="T26" fmla="*/ 73 w 276"/>
                <a:gd name="T27" fmla="*/ 309 h 388"/>
                <a:gd name="T28" fmla="*/ 46 w 276"/>
                <a:gd name="T29" fmla="*/ 259 h 388"/>
                <a:gd name="T30" fmla="*/ 37 w 276"/>
                <a:gd name="T31" fmla="*/ 198 h 388"/>
                <a:gd name="T32" fmla="*/ 46 w 276"/>
                <a:gd name="T33" fmla="*/ 131 h 388"/>
                <a:gd name="T34" fmla="*/ 77 w 276"/>
                <a:gd name="T35" fmla="*/ 78 h 388"/>
                <a:gd name="T36" fmla="*/ 125 w 276"/>
                <a:gd name="T37" fmla="*/ 43 h 388"/>
                <a:gd name="T38" fmla="*/ 189 w 276"/>
                <a:gd name="T39" fmla="*/ 30 h 388"/>
                <a:gd name="T40" fmla="*/ 275 w 276"/>
                <a:gd name="T41" fmla="*/ 51 h 388"/>
                <a:gd name="T42" fmla="*/ 275 w 276"/>
                <a:gd name="T43" fmla="*/ 14 h 388"/>
                <a:gd name="T44" fmla="*/ 189 w 276"/>
                <a:gd name="T45" fmla="*/ 0 h 388"/>
                <a:gd name="T46" fmla="*/ 111 w 276"/>
                <a:gd name="T47" fmla="*/ 15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6" h="388">
                  <a:moveTo>
                    <a:pt x="111" y="15"/>
                  </a:moveTo>
                  <a:lnTo>
                    <a:pt x="111" y="15"/>
                  </a:lnTo>
                  <a:cubicBezTo>
                    <a:pt x="88" y="25"/>
                    <a:pt x="67" y="39"/>
                    <a:pt x="52" y="57"/>
                  </a:cubicBezTo>
                  <a:cubicBezTo>
                    <a:pt x="35" y="75"/>
                    <a:pt x="23" y="96"/>
                    <a:pt x="14" y="121"/>
                  </a:cubicBezTo>
                  <a:cubicBezTo>
                    <a:pt x="5" y="145"/>
                    <a:pt x="0" y="171"/>
                    <a:pt x="0" y="200"/>
                  </a:cubicBezTo>
                  <a:cubicBezTo>
                    <a:pt x="0" y="227"/>
                    <a:pt x="5" y="252"/>
                    <a:pt x="13" y="274"/>
                  </a:cubicBezTo>
                  <a:cubicBezTo>
                    <a:pt x="21" y="298"/>
                    <a:pt x="33" y="318"/>
                    <a:pt x="48" y="334"/>
                  </a:cubicBezTo>
                  <a:cubicBezTo>
                    <a:pt x="63" y="351"/>
                    <a:pt x="81" y="364"/>
                    <a:pt x="104" y="373"/>
                  </a:cubicBezTo>
                  <a:cubicBezTo>
                    <a:pt x="125" y="382"/>
                    <a:pt x="150" y="387"/>
                    <a:pt x="176" y="387"/>
                  </a:cubicBezTo>
                  <a:cubicBezTo>
                    <a:pt x="212" y="387"/>
                    <a:pt x="246" y="380"/>
                    <a:pt x="275" y="366"/>
                  </a:cubicBezTo>
                  <a:cubicBezTo>
                    <a:pt x="275" y="333"/>
                    <a:pt x="275" y="333"/>
                    <a:pt x="275" y="333"/>
                  </a:cubicBezTo>
                  <a:cubicBezTo>
                    <a:pt x="247" y="348"/>
                    <a:pt x="215" y="355"/>
                    <a:pt x="179" y="355"/>
                  </a:cubicBezTo>
                  <a:cubicBezTo>
                    <a:pt x="157" y="355"/>
                    <a:pt x="136" y="351"/>
                    <a:pt x="118" y="343"/>
                  </a:cubicBezTo>
                  <a:cubicBezTo>
                    <a:pt x="100" y="334"/>
                    <a:pt x="86" y="323"/>
                    <a:pt x="73" y="309"/>
                  </a:cubicBezTo>
                  <a:cubicBezTo>
                    <a:pt x="60" y="294"/>
                    <a:pt x="52" y="277"/>
                    <a:pt x="46" y="259"/>
                  </a:cubicBezTo>
                  <a:cubicBezTo>
                    <a:pt x="40" y="239"/>
                    <a:pt x="37" y="219"/>
                    <a:pt x="37" y="198"/>
                  </a:cubicBezTo>
                  <a:cubicBezTo>
                    <a:pt x="37" y="174"/>
                    <a:pt x="41" y="152"/>
                    <a:pt x="46" y="131"/>
                  </a:cubicBezTo>
                  <a:cubicBezTo>
                    <a:pt x="53" y="111"/>
                    <a:pt x="63" y="93"/>
                    <a:pt x="77" y="78"/>
                  </a:cubicBezTo>
                  <a:cubicBezTo>
                    <a:pt x="90" y="64"/>
                    <a:pt x="105" y="51"/>
                    <a:pt x="125" y="43"/>
                  </a:cubicBezTo>
                  <a:cubicBezTo>
                    <a:pt x="143" y="34"/>
                    <a:pt x="165" y="30"/>
                    <a:pt x="189" y="30"/>
                  </a:cubicBezTo>
                  <a:cubicBezTo>
                    <a:pt x="219" y="30"/>
                    <a:pt x="247" y="37"/>
                    <a:pt x="275" y="51"/>
                  </a:cubicBezTo>
                  <a:cubicBezTo>
                    <a:pt x="275" y="14"/>
                    <a:pt x="275" y="14"/>
                    <a:pt x="275" y="14"/>
                  </a:cubicBezTo>
                  <a:cubicBezTo>
                    <a:pt x="250" y="4"/>
                    <a:pt x="221" y="0"/>
                    <a:pt x="189" y="0"/>
                  </a:cubicBezTo>
                  <a:cubicBezTo>
                    <a:pt x="161" y="0"/>
                    <a:pt x="134" y="4"/>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7" name="Freeform 286">
              <a:extLst>
                <a:ext uri="{FF2B5EF4-FFF2-40B4-BE49-F238E27FC236}">
                  <a16:creationId xmlns:a16="http://schemas.microsoft.com/office/drawing/2014/main" id="{DEEBA53D-3BBB-DDF0-986F-F79E60094E8D}"/>
                </a:ext>
              </a:extLst>
            </p:cNvPr>
            <p:cNvSpPr>
              <a:spLocks noChangeArrowheads="1"/>
            </p:cNvSpPr>
            <p:nvPr/>
          </p:nvSpPr>
          <p:spPr bwMode="auto">
            <a:xfrm>
              <a:off x="1876425" y="3897313"/>
              <a:ext cx="127000" cy="139700"/>
            </a:xfrm>
            <a:custGeom>
              <a:avLst/>
              <a:gdLst>
                <a:gd name="T0" fmla="*/ 307 w 354"/>
                <a:gd name="T1" fmla="*/ 53 h 388"/>
                <a:gd name="T2" fmla="*/ 307 w 354"/>
                <a:gd name="T3" fmla="*/ 53 h 388"/>
                <a:gd name="T4" fmla="*/ 253 w 354"/>
                <a:gd name="T5" fmla="*/ 14 h 388"/>
                <a:gd name="T6" fmla="*/ 182 w 354"/>
                <a:gd name="T7" fmla="*/ 0 h 388"/>
                <a:gd name="T8" fmla="*/ 105 w 354"/>
                <a:gd name="T9" fmla="*/ 14 h 388"/>
                <a:gd name="T10" fmla="*/ 48 w 354"/>
                <a:gd name="T11" fmla="*/ 54 h 388"/>
                <a:gd name="T12" fmla="*/ 13 w 354"/>
                <a:gd name="T13" fmla="*/ 117 h 388"/>
                <a:gd name="T14" fmla="*/ 0 w 354"/>
                <a:gd name="T15" fmla="*/ 198 h 388"/>
                <a:gd name="T16" fmla="*/ 13 w 354"/>
                <a:gd name="T17" fmla="*/ 272 h 388"/>
                <a:gd name="T18" fmla="*/ 48 w 354"/>
                <a:gd name="T19" fmla="*/ 332 h 388"/>
                <a:gd name="T20" fmla="*/ 102 w 354"/>
                <a:gd name="T21" fmla="*/ 372 h 388"/>
                <a:gd name="T22" fmla="*/ 176 w 354"/>
                <a:gd name="T23" fmla="*/ 387 h 388"/>
                <a:gd name="T24" fmla="*/ 251 w 354"/>
                <a:gd name="T25" fmla="*/ 372 h 388"/>
                <a:gd name="T26" fmla="*/ 307 w 354"/>
                <a:gd name="T27" fmla="*/ 330 h 388"/>
                <a:gd name="T28" fmla="*/ 342 w 354"/>
                <a:gd name="T29" fmla="*/ 267 h 388"/>
                <a:gd name="T30" fmla="*/ 353 w 354"/>
                <a:gd name="T31" fmla="*/ 188 h 388"/>
                <a:gd name="T32" fmla="*/ 342 w 354"/>
                <a:gd name="T33" fmla="*/ 113 h 388"/>
                <a:gd name="T34" fmla="*/ 307 w 354"/>
                <a:gd name="T35" fmla="*/ 53 h 388"/>
                <a:gd name="T36" fmla="*/ 309 w 354"/>
                <a:gd name="T37" fmla="*/ 258 h 388"/>
                <a:gd name="T38" fmla="*/ 309 w 354"/>
                <a:gd name="T39" fmla="*/ 258 h 388"/>
                <a:gd name="T40" fmla="*/ 281 w 354"/>
                <a:gd name="T41" fmla="*/ 309 h 388"/>
                <a:gd name="T42" fmla="*/ 238 w 354"/>
                <a:gd name="T43" fmla="*/ 343 h 388"/>
                <a:gd name="T44" fmla="*/ 175 w 354"/>
                <a:gd name="T45" fmla="*/ 355 h 388"/>
                <a:gd name="T46" fmla="*/ 113 w 354"/>
                <a:gd name="T47" fmla="*/ 341 h 388"/>
                <a:gd name="T48" fmla="*/ 70 w 354"/>
                <a:gd name="T49" fmla="*/ 306 h 388"/>
                <a:gd name="T50" fmla="*/ 45 w 354"/>
                <a:gd name="T51" fmla="*/ 255 h 388"/>
                <a:gd name="T52" fmla="*/ 37 w 354"/>
                <a:gd name="T53" fmla="*/ 193 h 388"/>
                <a:gd name="T54" fmla="*/ 46 w 354"/>
                <a:gd name="T55" fmla="*/ 131 h 388"/>
                <a:gd name="T56" fmla="*/ 74 w 354"/>
                <a:gd name="T57" fmla="*/ 79 h 388"/>
                <a:gd name="T58" fmla="*/ 118 w 354"/>
                <a:gd name="T59" fmla="*/ 44 h 388"/>
                <a:gd name="T60" fmla="*/ 179 w 354"/>
                <a:gd name="T61" fmla="*/ 30 h 388"/>
                <a:gd name="T62" fmla="*/ 242 w 354"/>
                <a:gd name="T63" fmla="*/ 44 h 388"/>
                <a:gd name="T64" fmla="*/ 284 w 354"/>
                <a:gd name="T65" fmla="*/ 79 h 388"/>
                <a:gd name="T66" fmla="*/ 309 w 354"/>
                <a:gd name="T67" fmla="*/ 131 h 388"/>
                <a:gd name="T68" fmla="*/ 317 w 354"/>
                <a:gd name="T69" fmla="*/ 193 h 388"/>
                <a:gd name="T70" fmla="*/ 309 w 354"/>
                <a:gd name="T71" fmla="*/ 258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8">
                  <a:moveTo>
                    <a:pt x="307" y="53"/>
                  </a:moveTo>
                  <a:lnTo>
                    <a:pt x="307" y="53"/>
                  </a:lnTo>
                  <a:cubicBezTo>
                    <a:pt x="292" y="36"/>
                    <a:pt x="275" y="23"/>
                    <a:pt x="253" y="14"/>
                  </a:cubicBezTo>
                  <a:cubicBezTo>
                    <a:pt x="232" y="4"/>
                    <a:pt x="208" y="0"/>
                    <a:pt x="182" y="0"/>
                  </a:cubicBezTo>
                  <a:cubicBezTo>
                    <a:pt x="154" y="0"/>
                    <a:pt x="127" y="4"/>
                    <a:pt x="105" y="14"/>
                  </a:cubicBezTo>
                  <a:cubicBezTo>
                    <a:pt x="83" y="23"/>
                    <a:pt x="63" y="37"/>
                    <a:pt x="48" y="54"/>
                  </a:cubicBezTo>
                  <a:cubicBezTo>
                    <a:pt x="33" y="72"/>
                    <a:pt x="21" y="92"/>
                    <a:pt x="13" y="117"/>
                  </a:cubicBezTo>
                  <a:cubicBezTo>
                    <a:pt x="5" y="140"/>
                    <a:pt x="0" y="168"/>
                    <a:pt x="0" y="198"/>
                  </a:cubicBezTo>
                  <a:cubicBezTo>
                    <a:pt x="0" y="224"/>
                    <a:pt x="5" y="248"/>
                    <a:pt x="13" y="272"/>
                  </a:cubicBezTo>
                  <a:cubicBezTo>
                    <a:pt x="21" y="294"/>
                    <a:pt x="33" y="315"/>
                    <a:pt x="48" y="332"/>
                  </a:cubicBezTo>
                  <a:cubicBezTo>
                    <a:pt x="63" y="348"/>
                    <a:pt x="81" y="362"/>
                    <a:pt x="102" y="372"/>
                  </a:cubicBezTo>
                  <a:cubicBezTo>
                    <a:pt x="125" y="382"/>
                    <a:pt x="148" y="387"/>
                    <a:pt x="176" y="387"/>
                  </a:cubicBezTo>
                  <a:cubicBezTo>
                    <a:pt x="204" y="387"/>
                    <a:pt x="229" y="382"/>
                    <a:pt x="251" y="372"/>
                  </a:cubicBezTo>
                  <a:cubicBezTo>
                    <a:pt x="274" y="362"/>
                    <a:pt x="292" y="348"/>
                    <a:pt x="307" y="330"/>
                  </a:cubicBezTo>
                  <a:cubicBezTo>
                    <a:pt x="323" y="312"/>
                    <a:pt x="334" y="291"/>
                    <a:pt x="342" y="267"/>
                  </a:cubicBezTo>
                  <a:cubicBezTo>
                    <a:pt x="349" y="242"/>
                    <a:pt x="353" y="216"/>
                    <a:pt x="353" y="188"/>
                  </a:cubicBezTo>
                  <a:cubicBezTo>
                    <a:pt x="353" y="160"/>
                    <a:pt x="349" y="136"/>
                    <a:pt x="342" y="113"/>
                  </a:cubicBezTo>
                  <a:cubicBezTo>
                    <a:pt x="334" y="90"/>
                    <a:pt x="323" y="69"/>
                    <a:pt x="307" y="53"/>
                  </a:cubicBezTo>
                  <a:close/>
                  <a:moveTo>
                    <a:pt x="309" y="258"/>
                  </a:moveTo>
                  <a:lnTo>
                    <a:pt x="309" y="258"/>
                  </a:lnTo>
                  <a:cubicBezTo>
                    <a:pt x="302" y="279"/>
                    <a:pt x="293" y="295"/>
                    <a:pt x="281" y="309"/>
                  </a:cubicBezTo>
                  <a:cubicBezTo>
                    <a:pt x="270" y="323"/>
                    <a:pt x="254" y="334"/>
                    <a:pt x="238" y="343"/>
                  </a:cubicBezTo>
                  <a:cubicBezTo>
                    <a:pt x="219" y="351"/>
                    <a:pt x="198" y="355"/>
                    <a:pt x="175" y="355"/>
                  </a:cubicBezTo>
                  <a:cubicBezTo>
                    <a:pt x="152" y="355"/>
                    <a:pt x="132" y="351"/>
                    <a:pt x="113" y="341"/>
                  </a:cubicBezTo>
                  <a:cubicBezTo>
                    <a:pt x="97" y="333"/>
                    <a:pt x="83" y="322"/>
                    <a:pt x="70" y="306"/>
                  </a:cubicBezTo>
                  <a:cubicBezTo>
                    <a:pt x="59" y="291"/>
                    <a:pt x="51" y="274"/>
                    <a:pt x="45" y="255"/>
                  </a:cubicBezTo>
                  <a:cubicBezTo>
                    <a:pt x="39" y="235"/>
                    <a:pt x="37" y="214"/>
                    <a:pt x="37" y="193"/>
                  </a:cubicBezTo>
                  <a:cubicBezTo>
                    <a:pt x="37" y="171"/>
                    <a:pt x="41" y="150"/>
                    <a:pt x="46" y="131"/>
                  </a:cubicBezTo>
                  <a:cubicBezTo>
                    <a:pt x="52" y="111"/>
                    <a:pt x="62" y="93"/>
                    <a:pt x="74" y="79"/>
                  </a:cubicBezTo>
                  <a:cubicBezTo>
                    <a:pt x="85" y="64"/>
                    <a:pt x="101" y="53"/>
                    <a:pt x="118" y="44"/>
                  </a:cubicBezTo>
                  <a:cubicBezTo>
                    <a:pt x="136" y="34"/>
                    <a:pt x="155" y="30"/>
                    <a:pt x="179" y="30"/>
                  </a:cubicBezTo>
                  <a:cubicBezTo>
                    <a:pt x="203" y="30"/>
                    <a:pt x="224" y="34"/>
                    <a:pt x="242" y="44"/>
                  </a:cubicBezTo>
                  <a:cubicBezTo>
                    <a:pt x="258" y="53"/>
                    <a:pt x="272" y="64"/>
                    <a:pt x="284" y="79"/>
                  </a:cubicBezTo>
                  <a:cubicBezTo>
                    <a:pt x="295" y="93"/>
                    <a:pt x="303" y="111"/>
                    <a:pt x="309" y="131"/>
                  </a:cubicBezTo>
                  <a:cubicBezTo>
                    <a:pt x="314" y="150"/>
                    <a:pt x="317" y="171"/>
                    <a:pt x="317" y="193"/>
                  </a:cubicBezTo>
                  <a:cubicBezTo>
                    <a:pt x="317" y="216"/>
                    <a:pt x="314" y="238"/>
                    <a:pt x="309" y="25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8" name="Freeform 287">
              <a:extLst>
                <a:ext uri="{FF2B5EF4-FFF2-40B4-BE49-F238E27FC236}">
                  <a16:creationId xmlns:a16="http://schemas.microsoft.com/office/drawing/2014/main" id="{42E214CC-7298-0F8E-0202-12CD94FC99F1}"/>
                </a:ext>
              </a:extLst>
            </p:cNvPr>
            <p:cNvSpPr>
              <a:spLocks noChangeArrowheads="1"/>
            </p:cNvSpPr>
            <p:nvPr/>
          </p:nvSpPr>
          <p:spPr bwMode="auto">
            <a:xfrm>
              <a:off x="2032000" y="3898900"/>
              <a:ext cx="104775" cy="134938"/>
            </a:xfrm>
            <a:custGeom>
              <a:avLst/>
              <a:gdLst>
                <a:gd name="T0" fmla="*/ 292 w 293"/>
                <a:gd name="T1" fmla="*/ 375 h 376"/>
                <a:gd name="T2" fmla="*/ 292 w 293"/>
                <a:gd name="T3" fmla="*/ 375 h 376"/>
                <a:gd name="T4" fmla="*/ 292 w 293"/>
                <a:gd name="T5" fmla="*/ 0 h 376"/>
                <a:gd name="T6" fmla="*/ 258 w 293"/>
                <a:gd name="T7" fmla="*/ 0 h 376"/>
                <a:gd name="T8" fmla="*/ 258 w 293"/>
                <a:gd name="T9" fmla="*/ 279 h 376"/>
                <a:gd name="T10" fmla="*/ 258 w 293"/>
                <a:gd name="T11" fmla="*/ 303 h 376"/>
                <a:gd name="T12" fmla="*/ 259 w 293"/>
                <a:gd name="T13" fmla="*/ 322 h 376"/>
                <a:gd name="T14" fmla="*/ 258 w 293"/>
                <a:gd name="T15" fmla="*/ 322 h 376"/>
                <a:gd name="T16" fmla="*/ 251 w 293"/>
                <a:gd name="T17" fmla="*/ 311 h 376"/>
                <a:gd name="T18" fmla="*/ 242 w 293"/>
                <a:gd name="T19" fmla="*/ 297 h 376"/>
                <a:gd name="T20" fmla="*/ 37 w 293"/>
                <a:gd name="T21" fmla="*/ 0 h 376"/>
                <a:gd name="T22" fmla="*/ 0 w 293"/>
                <a:gd name="T23" fmla="*/ 0 h 376"/>
                <a:gd name="T24" fmla="*/ 0 w 293"/>
                <a:gd name="T25" fmla="*/ 375 h 376"/>
                <a:gd name="T26" fmla="*/ 34 w 293"/>
                <a:gd name="T27" fmla="*/ 375 h 376"/>
                <a:gd name="T28" fmla="*/ 34 w 293"/>
                <a:gd name="T29" fmla="*/ 85 h 376"/>
                <a:gd name="T30" fmla="*/ 33 w 293"/>
                <a:gd name="T31" fmla="*/ 64 h 376"/>
                <a:gd name="T32" fmla="*/ 33 w 293"/>
                <a:gd name="T33" fmla="*/ 50 h 376"/>
                <a:gd name="T34" fmla="*/ 34 w 293"/>
                <a:gd name="T35" fmla="*/ 50 h 376"/>
                <a:gd name="T36" fmla="*/ 40 w 293"/>
                <a:gd name="T37" fmla="*/ 63 h 376"/>
                <a:gd name="T38" fmla="*/ 48 w 293"/>
                <a:gd name="T39" fmla="*/ 74 h 376"/>
                <a:gd name="T40" fmla="*/ 256 w 293"/>
                <a:gd name="T41" fmla="*/ 375 h 376"/>
                <a:gd name="T42" fmla="*/ 292 w 293"/>
                <a:gd name="T43" fmla="*/ 375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3" h="376">
                  <a:moveTo>
                    <a:pt x="292" y="375"/>
                  </a:moveTo>
                  <a:lnTo>
                    <a:pt x="292" y="375"/>
                  </a:lnTo>
                  <a:cubicBezTo>
                    <a:pt x="292" y="0"/>
                    <a:pt x="292" y="0"/>
                    <a:pt x="292" y="0"/>
                  </a:cubicBezTo>
                  <a:cubicBezTo>
                    <a:pt x="258" y="0"/>
                    <a:pt x="258" y="0"/>
                    <a:pt x="258" y="0"/>
                  </a:cubicBezTo>
                  <a:cubicBezTo>
                    <a:pt x="258" y="279"/>
                    <a:pt x="258" y="279"/>
                    <a:pt x="258" y="279"/>
                  </a:cubicBezTo>
                  <a:cubicBezTo>
                    <a:pt x="258" y="287"/>
                    <a:pt x="258" y="296"/>
                    <a:pt x="258" y="303"/>
                  </a:cubicBezTo>
                  <a:cubicBezTo>
                    <a:pt x="258" y="310"/>
                    <a:pt x="259" y="317"/>
                    <a:pt x="259" y="322"/>
                  </a:cubicBezTo>
                  <a:cubicBezTo>
                    <a:pt x="258" y="322"/>
                    <a:pt x="258" y="322"/>
                    <a:pt x="258" y="322"/>
                  </a:cubicBezTo>
                  <a:cubicBezTo>
                    <a:pt x="256" y="318"/>
                    <a:pt x="253" y="315"/>
                    <a:pt x="251" y="311"/>
                  </a:cubicBezTo>
                  <a:cubicBezTo>
                    <a:pt x="249" y="307"/>
                    <a:pt x="245" y="303"/>
                    <a:pt x="242" y="297"/>
                  </a:cubicBezTo>
                  <a:cubicBezTo>
                    <a:pt x="37" y="0"/>
                    <a:pt x="37" y="0"/>
                    <a:pt x="37" y="0"/>
                  </a:cubicBezTo>
                  <a:cubicBezTo>
                    <a:pt x="0" y="0"/>
                    <a:pt x="0" y="0"/>
                    <a:pt x="0" y="0"/>
                  </a:cubicBezTo>
                  <a:cubicBezTo>
                    <a:pt x="0" y="375"/>
                    <a:pt x="0" y="375"/>
                    <a:pt x="0" y="375"/>
                  </a:cubicBezTo>
                  <a:cubicBezTo>
                    <a:pt x="34" y="375"/>
                    <a:pt x="34" y="375"/>
                    <a:pt x="34" y="375"/>
                  </a:cubicBezTo>
                  <a:cubicBezTo>
                    <a:pt x="34" y="85"/>
                    <a:pt x="34" y="85"/>
                    <a:pt x="34" y="85"/>
                  </a:cubicBezTo>
                  <a:cubicBezTo>
                    <a:pt x="34" y="77"/>
                    <a:pt x="34" y="70"/>
                    <a:pt x="33" y="64"/>
                  </a:cubicBezTo>
                  <a:cubicBezTo>
                    <a:pt x="33" y="59"/>
                    <a:pt x="33" y="55"/>
                    <a:pt x="33" y="50"/>
                  </a:cubicBezTo>
                  <a:cubicBezTo>
                    <a:pt x="34" y="50"/>
                    <a:pt x="34" y="50"/>
                    <a:pt x="34" y="50"/>
                  </a:cubicBezTo>
                  <a:cubicBezTo>
                    <a:pt x="36" y="55"/>
                    <a:pt x="37" y="59"/>
                    <a:pt x="40" y="63"/>
                  </a:cubicBezTo>
                  <a:cubicBezTo>
                    <a:pt x="43" y="67"/>
                    <a:pt x="46" y="70"/>
                    <a:pt x="48" y="74"/>
                  </a:cubicBezTo>
                  <a:cubicBezTo>
                    <a:pt x="256" y="375"/>
                    <a:pt x="256" y="375"/>
                    <a:pt x="256" y="375"/>
                  </a:cubicBezTo>
                  <a:lnTo>
                    <a:pt x="292" y="37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9" name="Freeform 288">
              <a:extLst>
                <a:ext uri="{FF2B5EF4-FFF2-40B4-BE49-F238E27FC236}">
                  <a16:creationId xmlns:a16="http://schemas.microsoft.com/office/drawing/2014/main" id="{D480034F-9A04-5DB6-6CC6-80A850427334}"/>
                </a:ext>
              </a:extLst>
            </p:cNvPr>
            <p:cNvSpPr>
              <a:spLocks noChangeArrowheads="1"/>
            </p:cNvSpPr>
            <p:nvPr/>
          </p:nvSpPr>
          <p:spPr bwMode="auto">
            <a:xfrm>
              <a:off x="2166938" y="3897313"/>
              <a:ext cx="76200" cy="139700"/>
            </a:xfrm>
            <a:custGeom>
              <a:avLst/>
              <a:gdLst>
                <a:gd name="T0" fmla="*/ 61 w 213"/>
                <a:gd name="T1" fmla="*/ 47 h 388"/>
                <a:gd name="T2" fmla="*/ 61 w 213"/>
                <a:gd name="T3" fmla="*/ 47 h 388"/>
                <a:gd name="T4" fmla="*/ 88 w 213"/>
                <a:gd name="T5" fmla="*/ 34 h 388"/>
                <a:gd name="T6" fmla="*/ 118 w 213"/>
                <a:gd name="T7" fmla="*/ 30 h 388"/>
                <a:gd name="T8" fmla="*/ 196 w 213"/>
                <a:gd name="T9" fmla="*/ 50 h 388"/>
                <a:gd name="T10" fmla="*/ 196 w 213"/>
                <a:gd name="T11" fmla="*/ 11 h 388"/>
                <a:gd name="T12" fmla="*/ 122 w 213"/>
                <a:gd name="T13" fmla="*/ 0 h 388"/>
                <a:gd name="T14" fmla="*/ 75 w 213"/>
                <a:gd name="T15" fmla="*/ 7 h 388"/>
                <a:gd name="T16" fmla="*/ 37 w 213"/>
                <a:gd name="T17" fmla="*/ 25 h 388"/>
                <a:gd name="T18" fmla="*/ 11 w 213"/>
                <a:gd name="T19" fmla="*/ 57 h 388"/>
                <a:gd name="T20" fmla="*/ 1 w 213"/>
                <a:gd name="T21" fmla="*/ 97 h 388"/>
                <a:gd name="T22" fmla="*/ 7 w 213"/>
                <a:gd name="T23" fmla="*/ 129 h 388"/>
                <a:gd name="T24" fmla="*/ 22 w 213"/>
                <a:gd name="T25" fmla="*/ 156 h 388"/>
                <a:gd name="T26" fmla="*/ 50 w 213"/>
                <a:gd name="T27" fmla="*/ 180 h 388"/>
                <a:gd name="T28" fmla="*/ 92 w 213"/>
                <a:gd name="T29" fmla="*/ 203 h 388"/>
                <a:gd name="T30" fmla="*/ 129 w 213"/>
                <a:gd name="T31" fmla="*/ 226 h 388"/>
                <a:gd name="T32" fmla="*/ 156 w 213"/>
                <a:gd name="T33" fmla="*/ 245 h 388"/>
                <a:gd name="T34" fmla="*/ 171 w 213"/>
                <a:gd name="T35" fmla="*/ 266 h 388"/>
                <a:gd name="T36" fmla="*/ 175 w 213"/>
                <a:gd name="T37" fmla="*/ 291 h 388"/>
                <a:gd name="T38" fmla="*/ 155 w 213"/>
                <a:gd name="T39" fmla="*/ 338 h 388"/>
                <a:gd name="T40" fmla="*/ 90 w 213"/>
                <a:gd name="T41" fmla="*/ 355 h 388"/>
                <a:gd name="T42" fmla="*/ 68 w 213"/>
                <a:gd name="T43" fmla="*/ 354 h 388"/>
                <a:gd name="T44" fmla="*/ 44 w 213"/>
                <a:gd name="T45" fmla="*/ 347 h 388"/>
                <a:gd name="T46" fmla="*/ 21 w 213"/>
                <a:gd name="T47" fmla="*/ 338 h 388"/>
                <a:gd name="T48" fmla="*/ 0 w 213"/>
                <a:gd name="T49" fmla="*/ 326 h 388"/>
                <a:gd name="T50" fmla="*/ 0 w 213"/>
                <a:gd name="T51" fmla="*/ 366 h 388"/>
                <a:gd name="T52" fmla="*/ 18 w 213"/>
                <a:gd name="T53" fmla="*/ 375 h 388"/>
                <a:gd name="T54" fmla="*/ 42 w 213"/>
                <a:gd name="T55" fmla="*/ 380 h 388"/>
                <a:gd name="T56" fmla="*/ 67 w 213"/>
                <a:gd name="T57" fmla="*/ 384 h 388"/>
                <a:gd name="T58" fmla="*/ 88 w 213"/>
                <a:gd name="T59" fmla="*/ 387 h 388"/>
                <a:gd name="T60" fmla="*/ 138 w 213"/>
                <a:gd name="T61" fmla="*/ 380 h 388"/>
                <a:gd name="T62" fmla="*/ 177 w 213"/>
                <a:gd name="T63" fmla="*/ 362 h 388"/>
                <a:gd name="T64" fmla="*/ 203 w 213"/>
                <a:gd name="T65" fmla="*/ 330 h 388"/>
                <a:gd name="T66" fmla="*/ 212 w 213"/>
                <a:gd name="T67" fmla="*/ 287 h 388"/>
                <a:gd name="T68" fmla="*/ 206 w 213"/>
                <a:gd name="T69" fmla="*/ 255 h 388"/>
                <a:gd name="T70" fmla="*/ 189 w 213"/>
                <a:gd name="T71" fmla="*/ 228 h 388"/>
                <a:gd name="T72" fmla="*/ 160 w 213"/>
                <a:gd name="T73" fmla="*/ 203 h 388"/>
                <a:gd name="T74" fmla="*/ 118 w 213"/>
                <a:gd name="T75" fmla="*/ 178 h 388"/>
                <a:gd name="T76" fmla="*/ 81 w 213"/>
                <a:gd name="T77" fmla="*/ 157 h 388"/>
                <a:gd name="T78" fmla="*/ 56 w 213"/>
                <a:gd name="T79" fmla="*/ 139 h 388"/>
                <a:gd name="T80" fmla="*/ 42 w 213"/>
                <a:gd name="T81" fmla="*/ 118 h 388"/>
                <a:gd name="T82" fmla="*/ 37 w 213"/>
                <a:gd name="T83" fmla="*/ 93 h 388"/>
                <a:gd name="T84" fmla="*/ 44 w 213"/>
                <a:gd name="T85" fmla="*/ 67 h 388"/>
                <a:gd name="T86" fmla="*/ 61 w 213"/>
                <a:gd name="T87" fmla="*/ 47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8">
                  <a:moveTo>
                    <a:pt x="61" y="47"/>
                  </a:moveTo>
                  <a:lnTo>
                    <a:pt x="61" y="47"/>
                  </a:lnTo>
                  <a:cubicBezTo>
                    <a:pt x="69" y="41"/>
                    <a:pt x="78" y="37"/>
                    <a:pt x="88" y="34"/>
                  </a:cubicBezTo>
                  <a:cubicBezTo>
                    <a:pt x="97" y="32"/>
                    <a:pt x="107" y="30"/>
                    <a:pt x="118" y="30"/>
                  </a:cubicBezTo>
                  <a:cubicBezTo>
                    <a:pt x="149" y="30"/>
                    <a:pt x="174" y="37"/>
                    <a:pt x="196" y="50"/>
                  </a:cubicBezTo>
                  <a:cubicBezTo>
                    <a:pt x="196" y="11"/>
                    <a:pt x="196" y="11"/>
                    <a:pt x="196" y="11"/>
                  </a:cubicBezTo>
                  <a:cubicBezTo>
                    <a:pt x="177" y="4"/>
                    <a:pt x="152" y="0"/>
                    <a:pt x="122" y="0"/>
                  </a:cubicBezTo>
                  <a:cubicBezTo>
                    <a:pt x="106" y="0"/>
                    <a:pt x="90" y="1"/>
                    <a:pt x="75" y="7"/>
                  </a:cubicBezTo>
                  <a:cubicBezTo>
                    <a:pt x="61" y="11"/>
                    <a:pt x="49" y="16"/>
                    <a:pt x="37" y="25"/>
                  </a:cubicBezTo>
                  <a:cubicBezTo>
                    <a:pt x="26" y="34"/>
                    <a:pt x="18" y="44"/>
                    <a:pt x="11" y="57"/>
                  </a:cubicBezTo>
                  <a:cubicBezTo>
                    <a:pt x="4" y="68"/>
                    <a:pt x="1" y="82"/>
                    <a:pt x="1" y="97"/>
                  </a:cubicBezTo>
                  <a:cubicBezTo>
                    <a:pt x="1" y="108"/>
                    <a:pt x="3" y="120"/>
                    <a:pt x="7" y="129"/>
                  </a:cubicBezTo>
                  <a:cubicBezTo>
                    <a:pt x="10" y="139"/>
                    <a:pt x="15" y="147"/>
                    <a:pt x="22" y="156"/>
                  </a:cubicBezTo>
                  <a:cubicBezTo>
                    <a:pt x="29" y="163"/>
                    <a:pt x="39" y="171"/>
                    <a:pt x="50" y="180"/>
                  </a:cubicBezTo>
                  <a:cubicBezTo>
                    <a:pt x="61" y="186"/>
                    <a:pt x="75" y="195"/>
                    <a:pt x="92" y="203"/>
                  </a:cubicBezTo>
                  <a:cubicBezTo>
                    <a:pt x="106" y="212"/>
                    <a:pt x="118" y="219"/>
                    <a:pt x="129" y="226"/>
                  </a:cubicBezTo>
                  <a:cubicBezTo>
                    <a:pt x="139" y="231"/>
                    <a:pt x="149" y="238"/>
                    <a:pt x="156" y="245"/>
                  </a:cubicBezTo>
                  <a:cubicBezTo>
                    <a:pt x="163" y="251"/>
                    <a:pt x="167" y="258"/>
                    <a:pt x="171" y="266"/>
                  </a:cubicBezTo>
                  <a:cubicBezTo>
                    <a:pt x="174" y="273"/>
                    <a:pt x="175" y="281"/>
                    <a:pt x="175" y="291"/>
                  </a:cubicBezTo>
                  <a:cubicBezTo>
                    <a:pt x="175" y="312"/>
                    <a:pt x="168" y="327"/>
                    <a:pt x="155" y="338"/>
                  </a:cubicBezTo>
                  <a:cubicBezTo>
                    <a:pt x="141" y="350"/>
                    <a:pt x="120" y="355"/>
                    <a:pt x="90" y="355"/>
                  </a:cubicBezTo>
                  <a:cubicBezTo>
                    <a:pt x="83" y="355"/>
                    <a:pt x="76" y="355"/>
                    <a:pt x="68" y="354"/>
                  </a:cubicBezTo>
                  <a:cubicBezTo>
                    <a:pt x="60" y="352"/>
                    <a:pt x="51" y="350"/>
                    <a:pt x="44" y="347"/>
                  </a:cubicBezTo>
                  <a:cubicBezTo>
                    <a:pt x="36" y="345"/>
                    <a:pt x="28" y="341"/>
                    <a:pt x="21" y="338"/>
                  </a:cubicBezTo>
                  <a:cubicBezTo>
                    <a:pt x="14" y="334"/>
                    <a:pt x="7" y="330"/>
                    <a:pt x="0" y="326"/>
                  </a:cubicBezTo>
                  <a:cubicBezTo>
                    <a:pt x="0" y="366"/>
                    <a:pt x="0" y="366"/>
                    <a:pt x="0" y="366"/>
                  </a:cubicBezTo>
                  <a:cubicBezTo>
                    <a:pt x="4" y="369"/>
                    <a:pt x="11" y="372"/>
                    <a:pt x="18" y="375"/>
                  </a:cubicBezTo>
                  <a:cubicBezTo>
                    <a:pt x="26" y="378"/>
                    <a:pt x="33" y="379"/>
                    <a:pt x="42" y="380"/>
                  </a:cubicBezTo>
                  <a:cubicBezTo>
                    <a:pt x="50" y="383"/>
                    <a:pt x="58" y="384"/>
                    <a:pt x="67" y="384"/>
                  </a:cubicBezTo>
                  <a:cubicBezTo>
                    <a:pt x="75" y="386"/>
                    <a:pt x="82" y="387"/>
                    <a:pt x="88" y="387"/>
                  </a:cubicBezTo>
                  <a:cubicBezTo>
                    <a:pt x="106" y="387"/>
                    <a:pt x="122" y="384"/>
                    <a:pt x="138" y="380"/>
                  </a:cubicBezTo>
                  <a:cubicBezTo>
                    <a:pt x="153" y="376"/>
                    <a:pt x="167" y="371"/>
                    <a:pt x="177" y="362"/>
                  </a:cubicBezTo>
                  <a:cubicBezTo>
                    <a:pt x="188" y="354"/>
                    <a:pt x="196" y="343"/>
                    <a:pt x="203" y="330"/>
                  </a:cubicBezTo>
                  <a:cubicBezTo>
                    <a:pt x="209" y="319"/>
                    <a:pt x="212" y="304"/>
                    <a:pt x="212" y="287"/>
                  </a:cubicBezTo>
                  <a:cubicBezTo>
                    <a:pt x="212" y="276"/>
                    <a:pt x="210" y="265"/>
                    <a:pt x="206" y="255"/>
                  </a:cubicBezTo>
                  <a:cubicBezTo>
                    <a:pt x="202" y="245"/>
                    <a:pt x="196" y="237"/>
                    <a:pt x="189" y="228"/>
                  </a:cubicBezTo>
                  <a:cubicBezTo>
                    <a:pt x="181" y="219"/>
                    <a:pt x="171" y="210"/>
                    <a:pt x="160" y="203"/>
                  </a:cubicBezTo>
                  <a:cubicBezTo>
                    <a:pt x="148" y="195"/>
                    <a:pt x="135" y="186"/>
                    <a:pt x="118" y="178"/>
                  </a:cubicBezTo>
                  <a:cubicBezTo>
                    <a:pt x="104" y="171"/>
                    <a:pt x="92" y="163"/>
                    <a:pt x="81" y="157"/>
                  </a:cubicBezTo>
                  <a:cubicBezTo>
                    <a:pt x="71" y="152"/>
                    <a:pt x="62" y="145"/>
                    <a:pt x="56" y="139"/>
                  </a:cubicBezTo>
                  <a:cubicBezTo>
                    <a:pt x="50" y="132"/>
                    <a:pt x="44" y="125"/>
                    <a:pt x="42" y="118"/>
                  </a:cubicBezTo>
                  <a:cubicBezTo>
                    <a:pt x="39" y="111"/>
                    <a:pt x="37" y="103"/>
                    <a:pt x="37" y="93"/>
                  </a:cubicBezTo>
                  <a:cubicBezTo>
                    <a:pt x="37" y="83"/>
                    <a:pt x="40" y="74"/>
                    <a:pt x="44" y="67"/>
                  </a:cubicBezTo>
                  <a:cubicBezTo>
                    <a:pt x="49" y="58"/>
                    <a:pt x="54" y="53"/>
                    <a:pt x="61" y="4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0" name="Group 353">
            <a:extLst>
              <a:ext uri="{FF2B5EF4-FFF2-40B4-BE49-F238E27FC236}">
                <a16:creationId xmlns:a16="http://schemas.microsoft.com/office/drawing/2014/main" id="{F6ED8A13-3B5E-18A3-C974-092CE25D7D34}"/>
              </a:ext>
            </a:extLst>
          </p:cNvPr>
          <p:cNvGrpSpPr/>
          <p:nvPr/>
        </p:nvGrpSpPr>
        <p:grpSpPr>
          <a:xfrm>
            <a:off x="1570706" y="5014813"/>
            <a:ext cx="257175" cy="214312"/>
            <a:chOff x="542925" y="5329238"/>
            <a:chExt cx="257175" cy="214312"/>
          </a:xfrm>
          <a:solidFill>
            <a:schemeClr val="accent4"/>
          </a:solidFill>
        </p:grpSpPr>
        <p:sp>
          <p:nvSpPr>
            <p:cNvPr id="351" name="Freeform 289">
              <a:extLst>
                <a:ext uri="{FF2B5EF4-FFF2-40B4-BE49-F238E27FC236}">
                  <a16:creationId xmlns:a16="http://schemas.microsoft.com/office/drawing/2014/main" id="{F65A10A0-F768-CC4C-84A3-4517CC317705}"/>
                </a:ext>
              </a:extLst>
            </p:cNvPr>
            <p:cNvSpPr>
              <a:spLocks noChangeArrowheads="1"/>
            </p:cNvSpPr>
            <p:nvPr/>
          </p:nvSpPr>
          <p:spPr bwMode="auto">
            <a:xfrm>
              <a:off x="542925" y="5329238"/>
              <a:ext cx="257175" cy="214312"/>
            </a:xfrm>
            <a:custGeom>
              <a:avLst/>
              <a:gdLst>
                <a:gd name="T0" fmla="*/ 714 w 715"/>
                <a:gd name="T1" fmla="*/ 549 h 595"/>
                <a:gd name="T2" fmla="*/ 714 w 715"/>
                <a:gd name="T3" fmla="*/ 549 h 595"/>
                <a:gd name="T4" fmla="*/ 714 w 715"/>
                <a:gd name="T5" fmla="*/ 163 h 595"/>
                <a:gd name="T6" fmla="*/ 714 w 715"/>
                <a:gd name="T7" fmla="*/ 163 h 595"/>
                <a:gd name="T8" fmla="*/ 714 w 715"/>
                <a:gd name="T9" fmla="*/ 163 h 595"/>
                <a:gd name="T10" fmla="*/ 714 w 715"/>
                <a:gd name="T11" fmla="*/ 50 h 595"/>
                <a:gd name="T12" fmla="*/ 663 w 715"/>
                <a:gd name="T13" fmla="*/ 0 h 595"/>
                <a:gd name="T14" fmla="*/ 50 w 715"/>
                <a:gd name="T15" fmla="*/ 0 h 595"/>
                <a:gd name="T16" fmla="*/ 0 w 715"/>
                <a:gd name="T17" fmla="*/ 50 h 595"/>
                <a:gd name="T18" fmla="*/ 0 w 715"/>
                <a:gd name="T19" fmla="*/ 549 h 595"/>
                <a:gd name="T20" fmla="*/ 45 w 715"/>
                <a:gd name="T21" fmla="*/ 594 h 595"/>
                <a:gd name="T22" fmla="*/ 670 w 715"/>
                <a:gd name="T23" fmla="*/ 594 h 595"/>
                <a:gd name="T24" fmla="*/ 714 w 715"/>
                <a:gd name="T25" fmla="*/ 549 h 595"/>
                <a:gd name="T26" fmla="*/ 35 w 715"/>
                <a:gd name="T27" fmla="*/ 36 h 595"/>
                <a:gd name="T28" fmla="*/ 35 w 715"/>
                <a:gd name="T29" fmla="*/ 36 h 595"/>
                <a:gd name="T30" fmla="*/ 50 w 715"/>
                <a:gd name="T31" fmla="*/ 29 h 595"/>
                <a:gd name="T32" fmla="*/ 663 w 715"/>
                <a:gd name="T33" fmla="*/ 29 h 595"/>
                <a:gd name="T34" fmla="*/ 678 w 715"/>
                <a:gd name="T35" fmla="*/ 36 h 595"/>
                <a:gd name="T36" fmla="*/ 683 w 715"/>
                <a:gd name="T37" fmla="*/ 50 h 595"/>
                <a:gd name="T38" fmla="*/ 683 w 715"/>
                <a:gd name="T39" fmla="*/ 147 h 595"/>
                <a:gd name="T40" fmla="*/ 29 w 715"/>
                <a:gd name="T41" fmla="*/ 147 h 595"/>
                <a:gd name="T42" fmla="*/ 29 w 715"/>
                <a:gd name="T43" fmla="*/ 50 h 595"/>
                <a:gd name="T44" fmla="*/ 35 w 715"/>
                <a:gd name="T45" fmla="*/ 36 h 595"/>
                <a:gd name="T46" fmla="*/ 45 w 715"/>
                <a:gd name="T47" fmla="*/ 564 h 595"/>
                <a:gd name="T48" fmla="*/ 45 w 715"/>
                <a:gd name="T49" fmla="*/ 564 h 595"/>
                <a:gd name="T50" fmla="*/ 29 w 715"/>
                <a:gd name="T51" fmla="*/ 549 h 595"/>
                <a:gd name="T52" fmla="*/ 29 w 715"/>
                <a:gd name="T53" fmla="*/ 178 h 595"/>
                <a:gd name="T54" fmla="*/ 683 w 715"/>
                <a:gd name="T55" fmla="*/ 178 h 595"/>
                <a:gd name="T56" fmla="*/ 683 w 715"/>
                <a:gd name="T57" fmla="*/ 549 h 595"/>
                <a:gd name="T58" fmla="*/ 670 w 715"/>
                <a:gd name="T59" fmla="*/ 564 h 595"/>
                <a:gd name="T60" fmla="*/ 45 w 715"/>
                <a:gd name="T61" fmla="*/ 564 h 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715" h="595">
                  <a:moveTo>
                    <a:pt x="714" y="549"/>
                  </a:moveTo>
                  <a:lnTo>
                    <a:pt x="714" y="549"/>
                  </a:lnTo>
                  <a:cubicBezTo>
                    <a:pt x="714" y="163"/>
                    <a:pt x="714" y="163"/>
                    <a:pt x="714" y="163"/>
                  </a:cubicBezTo>
                  <a:lnTo>
                    <a:pt x="714" y="163"/>
                  </a:lnTo>
                  <a:lnTo>
                    <a:pt x="714" y="163"/>
                  </a:lnTo>
                  <a:cubicBezTo>
                    <a:pt x="714" y="50"/>
                    <a:pt x="714" y="50"/>
                    <a:pt x="714" y="50"/>
                  </a:cubicBezTo>
                  <a:cubicBezTo>
                    <a:pt x="714" y="22"/>
                    <a:pt x="690" y="0"/>
                    <a:pt x="663" y="0"/>
                  </a:cubicBezTo>
                  <a:cubicBezTo>
                    <a:pt x="50" y="0"/>
                    <a:pt x="50" y="0"/>
                    <a:pt x="50" y="0"/>
                  </a:cubicBezTo>
                  <a:cubicBezTo>
                    <a:pt x="22" y="0"/>
                    <a:pt x="0" y="22"/>
                    <a:pt x="0" y="50"/>
                  </a:cubicBezTo>
                  <a:cubicBezTo>
                    <a:pt x="0" y="549"/>
                    <a:pt x="0" y="549"/>
                    <a:pt x="0" y="549"/>
                  </a:cubicBezTo>
                  <a:cubicBezTo>
                    <a:pt x="0" y="574"/>
                    <a:pt x="20" y="594"/>
                    <a:pt x="45" y="594"/>
                  </a:cubicBezTo>
                  <a:cubicBezTo>
                    <a:pt x="670" y="594"/>
                    <a:pt x="670" y="594"/>
                    <a:pt x="670" y="594"/>
                  </a:cubicBezTo>
                  <a:cubicBezTo>
                    <a:pt x="693" y="594"/>
                    <a:pt x="714" y="574"/>
                    <a:pt x="714" y="549"/>
                  </a:cubicBezTo>
                  <a:close/>
                  <a:moveTo>
                    <a:pt x="35" y="36"/>
                  </a:moveTo>
                  <a:lnTo>
                    <a:pt x="35" y="36"/>
                  </a:lnTo>
                  <a:cubicBezTo>
                    <a:pt x="39" y="32"/>
                    <a:pt x="45" y="29"/>
                    <a:pt x="50" y="29"/>
                  </a:cubicBezTo>
                  <a:cubicBezTo>
                    <a:pt x="663" y="29"/>
                    <a:pt x="663" y="29"/>
                    <a:pt x="663" y="29"/>
                  </a:cubicBezTo>
                  <a:cubicBezTo>
                    <a:pt x="668" y="29"/>
                    <a:pt x="674" y="32"/>
                    <a:pt x="678" y="36"/>
                  </a:cubicBezTo>
                  <a:cubicBezTo>
                    <a:pt x="682" y="39"/>
                    <a:pt x="683" y="44"/>
                    <a:pt x="683" y="50"/>
                  </a:cubicBezTo>
                  <a:cubicBezTo>
                    <a:pt x="683" y="147"/>
                    <a:pt x="683" y="147"/>
                    <a:pt x="683" y="147"/>
                  </a:cubicBezTo>
                  <a:cubicBezTo>
                    <a:pt x="29" y="147"/>
                    <a:pt x="29" y="147"/>
                    <a:pt x="29" y="147"/>
                  </a:cubicBezTo>
                  <a:cubicBezTo>
                    <a:pt x="29" y="50"/>
                    <a:pt x="29" y="50"/>
                    <a:pt x="29" y="50"/>
                  </a:cubicBezTo>
                  <a:cubicBezTo>
                    <a:pt x="29" y="44"/>
                    <a:pt x="32" y="39"/>
                    <a:pt x="35" y="36"/>
                  </a:cubicBezTo>
                  <a:close/>
                  <a:moveTo>
                    <a:pt x="45" y="564"/>
                  </a:moveTo>
                  <a:lnTo>
                    <a:pt x="45" y="564"/>
                  </a:lnTo>
                  <a:cubicBezTo>
                    <a:pt x="36" y="564"/>
                    <a:pt x="29" y="557"/>
                    <a:pt x="29" y="549"/>
                  </a:cubicBezTo>
                  <a:cubicBezTo>
                    <a:pt x="29" y="178"/>
                    <a:pt x="29" y="178"/>
                    <a:pt x="29" y="178"/>
                  </a:cubicBezTo>
                  <a:cubicBezTo>
                    <a:pt x="683" y="178"/>
                    <a:pt x="683" y="178"/>
                    <a:pt x="683" y="178"/>
                  </a:cubicBezTo>
                  <a:cubicBezTo>
                    <a:pt x="683" y="549"/>
                    <a:pt x="683" y="549"/>
                    <a:pt x="683" y="549"/>
                  </a:cubicBezTo>
                  <a:cubicBezTo>
                    <a:pt x="683" y="557"/>
                    <a:pt x="678" y="564"/>
                    <a:pt x="670" y="564"/>
                  </a:cubicBezTo>
                  <a:lnTo>
                    <a:pt x="45" y="56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2" name="Freeform 290">
              <a:extLst>
                <a:ext uri="{FF2B5EF4-FFF2-40B4-BE49-F238E27FC236}">
                  <a16:creationId xmlns:a16="http://schemas.microsoft.com/office/drawing/2014/main" id="{DF3F4F45-BBCE-E436-9CBB-85674FDF151E}"/>
                </a:ext>
              </a:extLst>
            </p:cNvPr>
            <p:cNvSpPr>
              <a:spLocks noChangeArrowheads="1"/>
            </p:cNvSpPr>
            <p:nvPr/>
          </p:nvSpPr>
          <p:spPr bwMode="auto">
            <a:xfrm>
              <a:off x="563563" y="5349875"/>
              <a:ext cx="22225" cy="22225"/>
            </a:xfrm>
            <a:custGeom>
              <a:avLst/>
              <a:gdLst>
                <a:gd name="T0" fmla="*/ 30 w 61"/>
                <a:gd name="T1" fmla="*/ 60 h 61"/>
                <a:gd name="T2" fmla="*/ 30 w 61"/>
                <a:gd name="T3" fmla="*/ 60 h 61"/>
                <a:gd name="T4" fmla="*/ 60 w 61"/>
                <a:gd name="T5" fmla="*/ 31 h 61"/>
                <a:gd name="T6" fmla="*/ 30 w 61"/>
                <a:gd name="T7" fmla="*/ 0 h 61"/>
                <a:gd name="T8" fmla="*/ 0 w 61"/>
                <a:gd name="T9" fmla="*/ 31 h 61"/>
                <a:gd name="T10" fmla="*/ 30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0" y="60"/>
                  </a:moveTo>
                  <a:lnTo>
                    <a:pt x="30" y="60"/>
                  </a:lnTo>
                  <a:cubicBezTo>
                    <a:pt x="46" y="60"/>
                    <a:pt x="60" y="48"/>
                    <a:pt x="60" y="31"/>
                  </a:cubicBezTo>
                  <a:cubicBezTo>
                    <a:pt x="60" y="14"/>
                    <a:pt x="46" y="0"/>
                    <a:pt x="30" y="0"/>
                  </a:cubicBezTo>
                  <a:cubicBezTo>
                    <a:pt x="14" y="0"/>
                    <a:pt x="0" y="14"/>
                    <a:pt x="0" y="31"/>
                  </a:cubicBezTo>
                  <a:cubicBezTo>
                    <a:pt x="0" y="48"/>
                    <a:pt x="14" y="60"/>
                    <a:pt x="30"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3" name="Freeform 291">
              <a:extLst>
                <a:ext uri="{FF2B5EF4-FFF2-40B4-BE49-F238E27FC236}">
                  <a16:creationId xmlns:a16="http://schemas.microsoft.com/office/drawing/2014/main" id="{77B90749-754C-BE39-7C57-CE5940FE9471}"/>
                </a:ext>
              </a:extLst>
            </p:cNvPr>
            <p:cNvSpPr>
              <a:spLocks noChangeArrowheads="1"/>
            </p:cNvSpPr>
            <p:nvPr/>
          </p:nvSpPr>
          <p:spPr bwMode="auto">
            <a:xfrm>
              <a:off x="59531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4" name="Freeform 292">
              <a:extLst>
                <a:ext uri="{FF2B5EF4-FFF2-40B4-BE49-F238E27FC236}">
                  <a16:creationId xmlns:a16="http://schemas.microsoft.com/office/drawing/2014/main" id="{3C364FD7-D7AF-BDEE-B00B-BF8F88354122}"/>
                </a:ext>
              </a:extLst>
            </p:cNvPr>
            <p:cNvSpPr>
              <a:spLocks noChangeArrowheads="1"/>
            </p:cNvSpPr>
            <p:nvPr/>
          </p:nvSpPr>
          <p:spPr bwMode="auto">
            <a:xfrm>
              <a:off x="627063" y="5349875"/>
              <a:ext cx="22225" cy="22225"/>
            </a:xfrm>
            <a:custGeom>
              <a:avLst/>
              <a:gdLst>
                <a:gd name="T0" fmla="*/ 31 w 61"/>
                <a:gd name="T1" fmla="*/ 60 h 61"/>
                <a:gd name="T2" fmla="*/ 31 w 61"/>
                <a:gd name="T3" fmla="*/ 60 h 61"/>
                <a:gd name="T4" fmla="*/ 60 w 61"/>
                <a:gd name="T5" fmla="*/ 31 h 61"/>
                <a:gd name="T6" fmla="*/ 31 w 61"/>
                <a:gd name="T7" fmla="*/ 0 h 61"/>
                <a:gd name="T8" fmla="*/ 0 w 61"/>
                <a:gd name="T9" fmla="*/ 31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6" y="60"/>
                    <a:pt x="60" y="48"/>
                    <a:pt x="60" y="31"/>
                  </a:cubicBezTo>
                  <a:cubicBezTo>
                    <a:pt x="60" y="14"/>
                    <a:pt x="46" y="0"/>
                    <a:pt x="31" y="0"/>
                  </a:cubicBezTo>
                  <a:cubicBezTo>
                    <a:pt x="14" y="0"/>
                    <a:pt x="0" y="14"/>
                    <a:pt x="0" y="31"/>
                  </a:cubicBezTo>
                  <a:cubicBezTo>
                    <a:pt x="0" y="48"/>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5" name="Group 358">
            <a:extLst>
              <a:ext uri="{FF2B5EF4-FFF2-40B4-BE49-F238E27FC236}">
                <a16:creationId xmlns:a16="http://schemas.microsoft.com/office/drawing/2014/main" id="{9C35A83C-1D54-C540-6BB3-15789350EF95}"/>
              </a:ext>
            </a:extLst>
          </p:cNvPr>
          <p:cNvGrpSpPr/>
          <p:nvPr/>
        </p:nvGrpSpPr>
        <p:grpSpPr>
          <a:xfrm>
            <a:off x="1056356" y="4513164"/>
            <a:ext cx="257175" cy="193675"/>
            <a:chOff x="28575" y="4824413"/>
            <a:chExt cx="257175" cy="193675"/>
          </a:xfrm>
          <a:solidFill>
            <a:schemeClr val="accent4"/>
          </a:solidFill>
        </p:grpSpPr>
        <p:sp>
          <p:nvSpPr>
            <p:cNvPr id="356" name="Freeform 293">
              <a:extLst>
                <a:ext uri="{FF2B5EF4-FFF2-40B4-BE49-F238E27FC236}">
                  <a16:creationId xmlns:a16="http://schemas.microsoft.com/office/drawing/2014/main" id="{366DDAC6-545B-ECEA-EA7A-C2092699998C}"/>
                </a:ext>
              </a:extLst>
            </p:cNvPr>
            <p:cNvSpPr>
              <a:spLocks noChangeArrowheads="1"/>
            </p:cNvSpPr>
            <p:nvPr/>
          </p:nvSpPr>
          <p:spPr bwMode="auto">
            <a:xfrm>
              <a:off x="28575" y="4824413"/>
              <a:ext cx="257175" cy="193675"/>
            </a:xfrm>
            <a:custGeom>
              <a:avLst/>
              <a:gdLst>
                <a:gd name="T0" fmla="*/ 74 w 715"/>
                <a:gd name="T1" fmla="*/ 535 h 536"/>
                <a:gd name="T2" fmla="*/ 74 w 715"/>
                <a:gd name="T3" fmla="*/ 535 h 536"/>
                <a:gd name="T4" fmla="*/ 639 w 715"/>
                <a:gd name="T5" fmla="*/ 535 h 536"/>
                <a:gd name="T6" fmla="*/ 714 w 715"/>
                <a:gd name="T7" fmla="*/ 461 h 536"/>
                <a:gd name="T8" fmla="*/ 714 w 715"/>
                <a:gd name="T9" fmla="*/ 74 h 536"/>
                <a:gd name="T10" fmla="*/ 639 w 715"/>
                <a:gd name="T11" fmla="*/ 0 h 536"/>
                <a:gd name="T12" fmla="*/ 74 w 715"/>
                <a:gd name="T13" fmla="*/ 0 h 536"/>
                <a:gd name="T14" fmla="*/ 0 w 715"/>
                <a:gd name="T15" fmla="*/ 74 h 536"/>
                <a:gd name="T16" fmla="*/ 0 w 715"/>
                <a:gd name="T17" fmla="*/ 461 h 536"/>
                <a:gd name="T18" fmla="*/ 74 w 715"/>
                <a:gd name="T19" fmla="*/ 535 h 536"/>
                <a:gd name="T20" fmla="*/ 29 w 715"/>
                <a:gd name="T21" fmla="*/ 461 h 536"/>
                <a:gd name="T22" fmla="*/ 29 w 715"/>
                <a:gd name="T23" fmla="*/ 461 h 536"/>
                <a:gd name="T24" fmla="*/ 29 w 715"/>
                <a:gd name="T25" fmla="*/ 343 h 536"/>
                <a:gd name="T26" fmla="*/ 176 w 715"/>
                <a:gd name="T27" fmla="*/ 150 h 536"/>
                <a:gd name="T28" fmla="*/ 488 w 715"/>
                <a:gd name="T29" fmla="*/ 506 h 536"/>
                <a:gd name="T30" fmla="*/ 74 w 715"/>
                <a:gd name="T31" fmla="*/ 506 h 536"/>
                <a:gd name="T32" fmla="*/ 29 w 715"/>
                <a:gd name="T33" fmla="*/ 461 h 536"/>
                <a:gd name="T34" fmla="*/ 527 w 715"/>
                <a:gd name="T35" fmla="*/ 506 h 536"/>
                <a:gd name="T36" fmla="*/ 527 w 715"/>
                <a:gd name="T37" fmla="*/ 506 h 536"/>
                <a:gd name="T38" fmla="*/ 350 w 715"/>
                <a:gd name="T39" fmla="*/ 302 h 536"/>
                <a:gd name="T40" fmla="*/ 416 w 715"/>
                <a:gd name="T41" fmla="*/ 233 h 536"/>
                <a:gd name="T42" fmla="*/ 639 w 715"/>
                <a:gd name="T43" fmla="*/ 506 h 536"/>
                <a:gd name="T44" fmla="*/ 639 w 715"/>
                <a:gd name="T45" fmla="*/ 506 h 536"/>
                <a:gd name="T46" fmla="*/ 527 w 715"/>
                <a:gd name="T47" fmla="*/ 506 h 536"/>
                <a:gd name="T48" fmla="*/ 74 w 715"/>
                <a:gd name="T49" fmla="*/ 29 h 536"/>
                <a:gd name="T50" fmla="*/ 74 w 715"/>
                <a:gd name="T51" fmla="*/ 29 h 536"/>
                <a:gd name="T52" fmla="*/ 639 w 715"/>
                <a:gd name="T53" fmla="*/ 29 h 536"/>
                <a:gd name="T54" fmla="*/ 683 w 715"/>
                <a:gd name="T55" fmla="*/ 74 h 536"/>
                <a:gd name="T56" fmla="*/ 683 w 715"/>
                <a:gd name="T57" fmla="*/ 461 h 536"/>
                <a:gd name="T58" fmla="*/ 668 w 715"/>
                <a:gd name="T59" fmla="*/ 495 h 536"/>
                <a:gd name="T60" fmla="*/ 428 w 715"/>
                <a:gd name="T61" fmla="*/ 201 h 536"/>
                <a:gd name="T62" fmla="*/ 428 w 715"/>
                <a:gd name="T63" fmla="*/ 201 h 536"/>
                <a:gd name="T64" fmla="*/ 427 w 715"/>
                <a:gd name="T65" fmla="*/ 201 h 536"/>
                <a:gd name="T66" fmla="*/ 425 w 715"/>
                <a:gd name="T67" fmla="*/ 199 h 536"/>
                <a:gd name="T68" fmla="*/ 423 w 715"/>
                <a:gd name="T69" fmla="*/ 198 h 536"/>
                <a:gd name="T70" fmla="*/ 420 w 715"/>
                <a:gd name="T71" fmla="*/ 196 h 536"/>
                <a:gd name="T72" fmla="*/ 417 w 715"/>
                <a:gd name="T73" fmla="*/ 196 h 536"/>
                <a:gd name="T74" fmla="*/ 414 w 715"/>
                <a:gd name="T75" fmla="*/ 196 h 536"/>
                <a:gd name="T76" fmla="*/ 411 w 715"/>
                <a:gd name="T77" fmla="*/ 196 h 536"/>
                <a:gd name="T78" fmla="*/ 409 w 715"/>
                <a:gd name="T79" fmla="*/ 198 h 536"/>
                <a:gd name="T80" fmla="*/ 407 w 715"/>
                <a:gd name="T81" fmla="*/ 199 h 536"/>
                <a:gd name="T82" fmla="*/ 407 w 715"/>
                <a:gd name="T83" fmla="*/ 199 h 536"/>
                <a:gd name="T84" fmla="*/ 406 w 715"/>
                <a:gd name="T85" fmla="*/ 201 h 536"/>
                <a:gd name="T86" fmla="*/ 331 w 715"/>
                <a:gd name="T87" fmla="*/ 280 h 536"/>
                <a:gd name="T88" fmla="*/ 187 w 715"/>
                <a:gd name="T89" fmla="*/ 117 h 536"/>
                <a:gd name="T90" fmla="*/ 186 w 715"/>
                <a:gd name="T91" fmla="*/ 116 h 536"/>
                <a:gd name="T92" fmla="*/ 184 w 715"/>
                <a:gd name="T93" fmla="*/ 114 h 536"/>
                <a:gd name="T94" fmla="*/ 183 w 715"/>
                <a:gd name="T95" fmla="*/ 114 h 536"/>
                <a:gd name="T96" fmla="*/ 180 w 715"/>
                <a:gd name="T97" fmla="*/ 113 h 536"/>
                <a:gd name="T98" fmla="*/ 177 w 715"/>
                <a:gd name="T99" fmla="*/ 111 h 536"/>
                <a:gd name="T100" fmla="*/ 174 w 715"/>
                <a:gd name="T101" fmla="*/ 111 h 536"/>
                <a:gd name="T102" fmla="*/ 172 w 715"/>
                <a:gd name="T103" fmla="*/ 113 h 536"/>
                <a:gd name="T104" fmla="*/ 170 w 715"/>
                <a:gd name="T105" fmla="*/ 113 h 536"/>
                <a:gd name="T106" fmla="*/ 167 w 715"/>
                <a:gd name="T107" fmla="*/ 114 h 536"/>
                <a:gd name="T108" fmla="*/ 166 w 715"/>
                <a:gd name="T109" fmla="*/ 116 h 536"/>
                <a:gd name="T110" fmla="*/ 165 w 715"/>
                <a:gd name="T111" fmla="*/ 117 h 536"/>
                <a:gd name="T112" fmla="*/ 163 w 715"/>
                <a:gd name="T113" fmla="*/ 117 h 536"/>
                <a:gd name="T114" fmla="*/ 29 w 715"/>
                <a:gd name="T115" fmla="*/ 293 h 536"/>
                <a:gd name="T116" fmla="*/ 29 w 715"/>
                <a:gd name="T117" fmla="*/ 74 h 536"/>
                <a:gd name="T118" fmla="*/ 74 w 715"/>
                <a:gd name="T119" fmla="*/ 29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536">
                  <a:moveTo>
                    <a:pt x="74" y="535"/>
                  </a:moveTo>
                  <a:lnTo>
                    <a:pt x="74" y="535"/>
                  </a:lnTo>
                  <a:cubicBezTo>
                    <a:pt x="639" y="535"/>
                    <a:pt x="639" y="535"/>
                    <a:pt x="639" y="535"/>
                  </a:cubicBezTo>
                  <a:cubicBezTo>
                    <a:pt x="681" y="535"/>
                    <a:pt x="714" y="502"/>
                    <a:pt x="714" y="461"/>
                  </a:cubicBezTo>
                  <a:cubicBezTo>
                    <a:pt x="714" y="74"/>
                    <a:pt x="714" y="74"/>
                    <a:pt x="714" y="74"/>
                  </a:cubicBezTo>
                  <a:cubicBezTo>
                    <a:pt x="714" y="33"/>
                    <a:pt x="681" y="0"/>
                    <a:pt x="639" y="0"/>
                  </a:cubicBezTo>
                  <a:cubicBezTo>
                    <a:pt x="74" y="0"/>
                    <a:pt x="74" y="0"/>
                    <a:pt x="74" y="0"/>
                  </a:cubicBezTo>
                  <a:cubicBezTo>
                    <a:pt x="33" y="0"/>
                    <a:pt x="0" y="33"/>
                    <a:pt x="0" y="74"/>
                  </a:cubicBezTo>
                  <a:cubicBezTo>
                    <a:pt x="0" y="461"/>
                    <a:pt x="0" y="461"/>
                    <a:pt x="0" y="461"/>
                  </a:cubicBezTo>
                  <a:cubicBezTo>
                    <a:pt x="0" y="502"/>
                    <a:pt x="33" y="535"/>
                    <a:pt x="74" y="535"/>
                  </a:cubicBezTo>
                  <a:close/>
                  <a:moveTo>
                    <a:pt x="29" y="461"/>
                  </a:moveTo>
                  <a:lnTo>
                    <a:pt x="29" y="461"/>
                  </a:lnTo>
                  <a:cubicBezTo>
                    <a:pt x="29" y="343"/>
                    <a:pt x="29" y="343"/>
                    <a:pt x="29" y="343"/>
                  </a:cubicBezTo>
                  <a:cubicBezTo>
                    <a:pt x="176" y="150"/>
                    <a:pt x="176" y="150"/>
                    <a:pt x="176" y="150"/>
                  </a:cubicBezTo>
                  <a:cubicBezTo>
                    <a:pt x="488" y="506"/>
                    <a:pt x="488" y="506"/>
                    <a:pt x="488" y="506"/>
                  </a:cubicBezTo>
                  <a:cubicBezTo>
                    <a:pt x="74" y="506"/>
                    <a:pt x="74" y="506"/>
                    <a:pt x="74" y="506"/>
                  </a:cubicBezTo>
                  <a:cubicBezTo>
                    <a:pt x="49" y="506"/>
                    <a:pt x="29" y="485"/>
                    <a:pt x="29" y="461"/>
                  </a:cubicBezTo>
                  <a:close/>
                  <a:moveTo>
                    <a:pt x="527" y="506"/>
                  </a:moveTo>
                  <a:lnTo>
                    <a:pt x="527" y="506"/>
                  </a:lnTo>
                  <a:cubicBezTo>
                    <a:pt x="350" y="302"/>
                    <a:pt x="350" y="302"/>
                    <a:pt x="350" y="302"/>
                  </a:cubicBezTo>
                  <a:cubicBezTo>
                    <a:pt x="416" y="233"/>
                    <a:pt x="416" y="233"/>
                    <a:pt x="416" y="233"/>
                  </a:cubicBezTo>
                  <a:cubicBezTo>
                    <a:pt x="639" y="506"/>
                    <a:pt x="639" y="506"/>
                    <a:pt x="639" y="506"/>
                  </a:cubicBezTo>
                  <a:lnTo>
                    <a:pt x="639" y="506"/>
                  </a:lnTo>
                  <a:lnTo>
                    <a:pt x="527" y="506"/>
                  </a:lnTo>
                  <a:close/>
                  <a:moveTo>
                    <a:pt x="74" y="29"/>
                  </a:moveTo>
                  <a:lnTo>
                    <a:pt x="74" y="29"/>
                  </a:lnTo>
                  <a:cubicBezTo>
                    <a:pt x="639" y="29"/>
                    <a:pt x="639" y="29"/>
                    <a:pt x="639" y="29"/>
                  </a:cubicBezTo>
                  <a:cubicBezTo>
                    <a:pt x="664" y="29"/>
                    <a:pt x="683" y="50"/>
                    <a:pt x="683" y="74"/>
                  </a:cubicBezTo>
                  <a:cubicBezTo>
                    <a:pt x="683" y="461"/>
                    <a:pt x="683" y="461"/>
                    <a:pt x="683" y="461"/>
                  </a:cubicBezTo>
                  <a:cubicBezTo>
                    <a:pt x="683" y="474"/>
                    <a:pt x="678" y="487"/>
                    <a:pt x="668" y="495"/>
                  </a:cubicBezTo>
                  <a:cubicBezTo>
                    <a:pt x="428" y="201"/>
                    <a:pt x="428" y="201"/>
                    <a:pt x="428" y="201"/>
                  </a:cubicBezTo>
                  <a:lnTo>
                    <a:pt x="428" y="201"/>
                  </a:lnTo>
                  <a:lnTo>
                    <a:pt x="427" y="201"/>
                  </a:lnTo>
                  <a:cubicBezTo>
                    <a:pt x="427" y="199"/>
                    <a:pt x="425" y="199"/>
                    <a:pt x="425" y="199"/>
                  </a:cubicBezTo>
                  <a:cubicBezTo>
                    <a:pt x="424" y="198"/>
                    <a:pt x="424" y="198"/>
                    <a:pt x="423" y="198"/>
                  </a:cubicBezTo>
                  <a:cubicBezTo>
                    <a:pt x="423" y="196"/>
                    <a:pt x="421" y="196"/>
                    <a:pt x="420" y="196"/>
                  </a:cubicBezTo>
                  <a:cubicBezTo>
                    <a:pt x="420" y="196"/>
                    <a:pt x="418" y="196"/>
                    <a:pt x="417" y="196"/>
                  </a:cubicBezTo>
                  <a:cubicBezTo>
                    <a:pt x="417" y="196"/>
                    <a:pt x="416" y="196"/>
                    <a:pt x="414" y="196"/>
                  </a:cubicBezTo>
                  <a:cubicBezTo>
                    <a:pt x="414" y="196"/>
                    <a:pt x="413" y="196"/>
                    <a:pt x="411" y="196"/>
                  </a:cubicBezTo>
                  <a:cubicBezTo>
                    <a:pt x="411" y="198"/>
                    <a:pt x="410" y="198"/>
                    <a:pt x="409" y="198"/>
                  </a:cubicBezTo>
                  <a:cubicBezTo>
                    <a:pt x="409" y="199"/>
                    <a:pt x="409" y="199"/>
                    <a:pt x="407" y="199"/>
                  </a:cubicBezTo>
                  <a:lnTo>
                    <a:pt x="407" y="199"/>
                  </a:lnTo>
                  <a:cubicBezTo>
                    <a:pt x="407" y="201"/>
                    <a:pt x="406" y="201"/>
                    <a:pt x="406" y="201"/>
                  </a:cubicBezTo>
                  <a:cubicBezTo>
                    <a:pt x="331" y="280"/>
                    <a:pt x="331" y="280"/>
                    <a:pt x="331" y="280"/>
                  </a:cubicBezTo>
                  <a:cubicBezTo>
                    <a:pt x="187" y="117"/>
                    <a:pt x="187" y="117"/>
                    <a:pt x="187" y="117"/>
                  </a:cubicBezTo>
                  <a:cubicBezTo>
                    <a:pt x="187" y="116"/>
                    <a:pt x="186" y="116"/>
                    <a:pt x="186" y="116"/>
                  </a:cubicBezTo>
                  <a:cubicBezTo>
                    <a:pt x="186" y="116"/>
                    <a:pt x="186" y="116"/>
                    <a:pt x="184" y="114"/>
                  </a:cubicBezTo>
                  <a:cubicBezTo>
                    <a:pt x="184" y="114"/>
                    <a:pt x="184" y="114"/>
                    <a:pt x="183" y="114"/>
                  </a:cubicBezTo>
                  <a:cubicBezTo>
                    <a:pt x="183" y="113"/>
                    <a:pt x="181" y="113"/>
                    <a:pt x="180" y="113"/>
                  </a:cubicBezTo>
                  <a:cubicBezTo>
                    <a:pt x="180" y="113"/>
                    <a:pt x="179" y="111"/>
                    <a:pt x="177" y="111"/>
                  </a:cubicBezTo>
                  <a:cubicBezTo>
                    <a:pt x="177" y="111"/>
                    <a:pt x="176" y="111"/>
                    <a:pt x="174" y="111"/>
                  </a:cubicBezTo>
                  <a:cubicBezTo>
                    <a:pt x="174" y="111"/>
                    <a:pt x="173" y="111"/>
                    <a:pt x="172" y="113"/>
                  </a:cubicBezTo>
                  <a:lnTo>
                    <a:pt x="170" y="113"/>
                  </a:lnTo>
                  <a:cubicBezTo>
                    <a:pt x="169" y="113"/>
                    <a:pt x="167" y="114"/>
                    <a:pt x="167" y="114"/>
                  </a:cubicBezTo>
                  <a:cubicBezTo>
                    <a:pt x="166" y="114"/>
                    <a:pt x="166" y="116"/>
                    <a:pt x="166" y="116"/>
                  </a:cubicBezTo>
                  <a:cubicBezTo>
                    <a:pt x="165" y="116"/>
                    <a:pt x="165" y="116"/>
                    <a:pt x="165" y="117"/>
                  </a:cubicBezTo>
                  <a:cubicBezTo>
                    <a:pt x="165" y="117"/>
                    <a:pt x="165" y="117"/>
                    <a:pt x="163" y="117"/>
                  </a:cubicBezTo>
                  <a:cubicBezTo>
                    <a:pt x="29" y="293"/>
                    <a:pt x="29" y="293"/>
                    <a:pt x="29" y="293"/>
                  </a:cubicBezTo>
                  <a:cubicBezTo>
                    <a:pt x="29" y="74"/>
                    <a:pt x="29" y="74"/>
                    <a:pt x="29" y="74"/>
                  </a:cubicBezTo>
                  <a:cubicBezTo>
                    <a:pt x="29" y="50"/>
                    <a:pt x="49"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7" name="Freeform 294">
              <a:extLst>
                <a:ext uri="{FF2B5EF4-FFF2-40B4-BE49-F238E27FC236}">
                  <a16:creationId xmlns:a16="http://schemas.microsoft.com/office/drawing/2014/main" id="{D78237E6-D80B-45E2-B741-06DBB5D319C0}"/>
                </a:ext>
              </a:extLst>
            </p:cNvPr>
            <p:cNvSpPr>
              <a:spLocks noChangeArrowheads="1"/>
            </p:cNvSpPr>
            <p:nvPr/>
          </p:nvSpPr>
          <p:spPr bwMode="auto">
            <a:xfrm>
              <a:off x="209550" y="4843463"/>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0 h 151"/>
                <a:gd name="T20" fmla="*/ 30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99" y="31"/>
                    <a:pt x="119" y="51"/>
                    <a:pt x="119" y="76"/>
                  </a:cubicBezTo>
                  <a:cubicBezTo>
                    <a:pt x="119" y="99"/>
                    <a:pt x="99" y="120"/>
                    <a:pt x="74" y="120"/>
                  </a:cubicBezTo>
                  <a:cubicBezTo>
                    <a:pt x="51" y="120"/>
                    <a:pt x="30" y="99"/>
                    <a:pt x="30" y="76"/>
                  </a:cubicBezTo>
                  <a:cubicBezTo>
                    <a:pt x="30" y="51"/>
                    <a:pt x="51"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58" name="Group 361">
            <a:extLst>
              <a:ext uri="{FF2B5EF4-FFF2-40B4-BE49-F238E27FC236}">
                <a16:creationId xmlns:a16="http://schemas.microsoft.com/office/drawing/2014/main" id="{7C6EED1F-EF51-5924-786A-7BE28236D0D1}"/>
              </a:ext>
            </a:extLst>
          </p:cNvPr>
          <p:cNvGrpSpPr/>
          <p:nvPr/>
        </p:nvGrpSpPr>
        <p:grpSpPr>
          <a:xfrm>
            <a:off x="1056356" y="5020369"/>
            <a:ext cx="257175" cy="203200"/>
            <a:chOff x="28575" y="5329238"/>
            <a:chExt cx="257175" cy="203200"/>
          </a:xfrm>
          <a:solidFill>
            <a:schemeClr val="accent4"/>
          </a:solidFill>
        </p:grpSpPr>
        <p:sp>
          <p:nvSpPr>
            <p:cNvPr id="359" name="Freeform 295">
              <a:extLst>
                <a:ext uri="{FF2B5EF4-FFF2-40B4-BE49-F238E27FC236}">
                  <a16:creationId xmlns:a16="http://schemas.microsoft.com/office/drawing/2014/main" id="{EC3E427D-E5F6-3DC2-B129-7EB9AA045438}"/>
                </a:ext>
              </a:extLst>
            </p:cNvPr>
            <p:cNvSpPr>
              <a:spLocks noChangeArrowheads="1"/>
            </p:cNvSpPr>
            <p:nvPr/>
          </p:nvSpPr>
          <p:spPr bwMode="auto">
            <a:xfrm>
              <a:off x="123825" y="5376863"/>
              <a:ext cx="74613" cy="107950"/>
            </a:xfrm>
            <a:custGeom>
              <a:avLst/>
              <a:gdLst>
                <a:gd name="T0" fmla="*/ 201 w 209"/>
                <a:gd name="T1" fmla="*/ 123 h 301"/>
                <a:gd name="T2" fmla="*/ 201 w 209"/>
                <a:gd name="T3" fmla="*/ 123 h 301"/>
                <a:gd name="T4" fmla="*/ 22 w 209"/>
                <a:gd name="T5" fmla="*/ 3 h 301"/>
                <a:gd name="T6" fmla="*/ 7 w 209"/>
                <a:gd name="T7" fmla="*/ 3 h 301"/>
                <a:gd name="T8" fmla="*/ 0 w 209"/>
                <a:gd name="T9" fmla="*/ 15 h 301"/>
                <a:gd name="T10" fmla="*/ 0 w 209"/>
                <a:gd name="T11" fmla="*/ 283 h 301"/>
                <a:gd name="T12" fmla="*/ 8 w 209"/>
                <a:gd name="T13" fmla="*/ 297 h 301"/>
                <a:gd name="T14" fmla="*/ 24 w 209"/>
                <a:gd name="T15" fmla="*/ 295 h 301"/>
                <a:gd name="T16" fmla="*/ 202 w 209"/>
                <a:gd name="T17" fmla="*/ 146 h 301"/>
                <a:gd name="T18" fmla="*/ 208 w 209"/>
                <a:gd name="T19" fmla="*/ 134 h 301"/>
                <a:gd name="T20" fmla="*/ 201 w 209"/>
                <a:gd name="T21" fmla="*/ 123 h 301"/>
                <a:gd name="T22" fmla="*/ 29 w 209"/>
                <a:gd name="T23" fmla="*/ 43 h 301"/>
                <a:gd name="T24" fmla="*/ 29 w 209"/>
                <a:gd name="T25" fmla="*/ 43 h 301"/>
                <a:gd name="T26" fmla="*/ 169 w 209"/>
                <a:gd name="T27" fmla="*/ 137 h 301"/>
                <a:gd name="T28" fmla="*/ 29 w 209"/>
                <a:gd name="T29" fmla="*/ 252 h 301"/>
                <a:gd name="T30" fmla="*/ 29 w 209"/>
                <a:gd name="T31" fmla="*/ 43 h 3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9" h="301">
                  <a:moveTo>
                    <a:pt x="201" y="123"/>
                  </a:moveTo>
                  <a:lnTo>
                    <a:pt x="201" y="123"/>
                  </a:lnTo>
                  <a:cubicBezTo>
                    <a:pt x="22" y="3"/>
                    <a:pt x="22" y="3"/>
                    <a:pt x="22" y="3"/>
                  </a:cubicBezTo>
                  <a:cubicBezTo>
                    <a:pt x="18" y="0"/>
                    <a:pt x="12" y="0"/>
                    <a:pt x="7" y="3"/>
                  </a:cubicBezTo>
                  <a:cubicBezTo>
                    <a:pt x="3" y="5"/>
                    <a:pt x="0" y="10"/>
                    <a:pt x="0" y="15"/>
                  </a:cubicBezTo>
                  <a:cubicBezTo>
                    <a:pt x="0" y="283"/>
                    <a:pt x="0" y="283"/>
                    <a:pt x="0" y="283"/>
                  </a:cubicBezTo>
                  <a:cubicBezTo>
                    <a:pt x="0" y="289"/>
                    <a:pt x="3" y="294"/>
                    <a:pt x="8" y="297"/>
                  </a:cubicBezTo>
                  <a:cubicBezTo>
                    <a:pt x="14" y="300"/>
                    <a:pt x="19" y="298"/>
                    <a:pt x="24" y="295"/>
                  </a:cubicBezTo>
                  <a:cubicBezTo>
                    <a:pt x="202" y="146"/>
                    <a:pt x="202" y="146"/>
                    <a:pt x="202" y="146"/>
                  </a:cubicBezTo>
                  <a:cubicBezTo>
                    <a:pt x="206" y="143"/>
                    <a:pt x="208" y="138"/>
                    <a:pt x="208" y="134"/>
                  </a:cubicBezTo>
                  <a:cubicBezTo>
                    <a:pt x="208" y="130"/>
                    <a:pt x="205" y="125"/>
                    <a:pt x="201" y="123"/>
                  </a:cubicBezTo>
                  <a:close/>
                  <a:moveTo>
                    <a:pt x="29" y="43"/>
                  </a:moveTo>
                  <a:lnTo>
                    <a:pt x="29" y="43"/>
                  </a:lnTo>
                  <a:cubicBezTo>
                    <a:pt x="169" y="137"/>
                    <a:pt x="169" y="137"/>
                    <a:pt x="169" y="137"/>
                  </a:cubicBezTo>
                  <a:cubicBezTo>
                    <a:pt x="29" y="252"/>
                    <a:pt x="29" y="252"/>
                    <a:pt x="29" y="252"/>
                  </a:cubicBezTo>
                  <a:lnTo>
                    <a:pt x="29" y="4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0" name="Freeform 296">
              <a:extLst>
                <a:ext uri="{FF2B5EF4-FFF2-40B4-BE49-F238E27FC236}">
                  <a16:creationId xmlns:a16="http://schemas.microsoft.com/office/drawing/2014/main" id="{B56320B6-5AE8-186D-FC04-B6EB891BF633}"/>
                </a:ext>
              </a:extLst>
            </p:cNvPr>
            <p:cNvSpPr>
              <a:spLocks noChangeArrowheads="1"/>
            </p:cNvSpPr>
            <p:nvPr/>
          </p:nvSpPr>
          <p:spPr bwMode="auto">
            <a:xfrm>
              <a:off x="28575" y="5329238"/>
              <a:ext cx="257175" cy="203200"/>
            </a:xfrm>
            <a:custGeom>
              <a:avLst/>
              <a:gdLst>
                <a:gd name="T0" fmla="*/ 669 w 715"/>
                <a:gd name="T1" fmla="*/ 0 h 565"/>
                <a:gd name="T2" fmla="*/ 550 w 715"/>
                <a:gd name="T3" fmla="*/ 0 h 565"/>
                <a:gd name="T4" fmla="*/ 45 w 715"/>
                <a:gd name="T5" fmla="*/ 0 h 565"/>
                <a:gd name="T6" fmla="*/ 0 w 715"/>
                <a:gd name="T7" fmla="*/ 44 h 565"/>
                <a:gd name="T8" fmla="*/ 0 w 715"/>
                <a:gd name="T9" fmla="*/ 518 h 565"/>
                <a:gd name="T10" fmla="*/ 45 w 715"/>
                <a:gd name="T11" fmla="*/ 564 h 565"/>
                <a:gd name="T12" fmla="*/ 163 w 715"/>
                <a:gd name="T13" fmla="*/ 564 h 565"/>
                <a:gd name="T14" fmla="*/ 550 w 715"/>
                <a:gd name="T15" fmla="*/ 564 h 565"/>
                <a:gd name="T16" fmla="*/ 669 w 715"/>
                <a:gd name="T17" fmla="*/ 564 h 565"/>
                <a:gd name="T18" fmla="*/ 714 w 715"/>
                <a:gd name="T19" fmla="*/ 371 h 565"/>
                <a:gd name="T20" fmla="*/ 714 w 715"/>
                <a:gd name="T21" fmla="*/ 371 h 565"/>
                <a:gd name="T22" fmla="*/ 714 w 715"/>
                <a:gd name="T23" fmla="*/ 192 h 565"/>
                <a:gd name="T24" fmla="*/ 714 w 715"/>
                <a:gd name="T25" fmla="*/ 44 h 565"/>
                <a:gd name="T26" fmla="*/ 565 w 715"/>
                <a:gd name="T27" fmla="*/ 535 h 565"/>
                <a:gd name="T28" fmla="*/ 565 w 715"/>
                <a:gd name="T29" fmla="*/ 386 h 565"/>
                <a:gd name="T30" fmla="*/ 683 w 715"/>
                <a:gd name="T31" fmla="*/ 518 h 565"/>
                <a:gd name="T32" fmla="*/ 565 w 715"/>
                <a:gd name="T33" fmla="*/ 535 h 565"/>
                <a:gd name="T34" fmla="*/ 148 w 715"/>
                <a:gd name="T35" fmla="*/ 357 h 565"/>
                <a:gd name="T36" fmla="*/ 29 w 715"/>
                <a:gd name="T37" fmla="*/ 207 h 565"/>
                <a:gd name="T38" fmla="*/ 148 w 715"/>
                <a:gd name="T39" fmla="*/ 357 h 565"/>
                <a:gd name="T40" fmla="*/ 29 w 715"/>
                <a:gd name="T41" fmla="*/ 518 h 565"/>
                <a:gd name="T42" fmla="*/ 148 w 715"/>
                <a:gd name="T43" fmla="*/ 386 h 565"/>
                <a:gd name="T44" fmla="*/ 45 w 715"/>
                <a:gd name="T45" fmla="*/ 535 h 565"/>
                <a:gd name="T46" fmla="*/ 179 w 715"/>
                <a:gd name="T47" fmla="*/ 371 h 565"/>
                <a:gd name="T48" fmla="*/ 179 w 715"/>
                <a:gd name="T49" fmla="*/ 371 h 565"/>
                <a:gd name="T50" fmla="*/ 179 w 715"/>
                <a:gd name="T51" fmla="*/ 192 h 565"/>
                <a:gd name="T52" fmla="*/ 179 w 715"/>
                <a:gd name="T53" fmla="*/ 192 h 565"/>
                <a:gd name="T54" fmla="*/ 536 w 715"/>
                <a:gd name="T55" fmla="*/ 29 h 565"/>
                <a:gd name="T56" fmla="*/ 179 w 715"/>
                <a:gd name="T57" fmla="*/ 535 h 565"/>
                <a:gd name="T58" fmla="*/ 565 w 715"/>
                <a:gd name="T59" fmla="*/ 207 h 565"/>
                <a:gd name="T60" fmla="*/ 683 w 715"/>
                <a:gd name="T61" fmla="*/ 207 h 565"/>
                <a:gd name="T62" fmla="*/ 565 w 715"/>
                <a:gd name="T63" fmla="*/ 357 h 565"/>
                <a:gd name="T64" fmla="*/ 683 w 715"/>
                <a:gd name="T65" fmla="*/ 44 h 565"/>
                <a:gd name="T66" fmla="*/ 683 w 715"/>
                <a:gd name="T67" fmla="*/ 178 h 565"/>
                <a:gd name="T68" fmla="*/ 565 w 715"/>
                <a:gd name="T69" fmla="*/ 29 h 565"/>
                <a:gd name="T70" fmla="*/ 683 w 715"/>
                <a:gd name="T71" fmla="*/ 44 h 565"/>
                <a:gd name="T72" fmla="*/ 148 w 715"/>
                <a:gd name="T73" fmla="*/ 29 h 565"/>
                <a:gd name="T74" fmla="*/ 29 w 715"/>
                <a:gd name="T75" fmla="*/ 178 h 565"/>
                <a:gd name="T76" fmla="*/ 45 w 715"/>
                <a:gd name="T77" fmla="*/ 29 h 5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565">
                  <a:moveTo>
                    <a:pt x="669" y="0"/>
                  </a:moveTo>
                  <a:lnTo>
                    <a:pt x="669" y="0"/>
                  </a:lnTo>
                  <a:cubicBezTo>
                    <a:pt x="668" y="0"/>
                    <a:pt x="668" y="0"/>
                    <a:pt x="668" y="0"/>
                  </a:cubicBezTo>
                  <a:cubicBezTo>
                    <a:pt x="550" y="0"/>
                    <a:pt x="550" y="0"/>
                    <a:pt x="550" y="0"/>
                  </a:cubicBezTo>
                  <a:cubicBezTo>
                    <a:pt x="163" y="0"/>
                    <a:pt x="163" y="0"/>
                    <a:pt x="163" y="0"/>
                  </a:cubicBezTo>
                  <a:cubicBezTo>
                    <a:pt x="45" y="0"/>
                    <a:pt x="45" y="0"/>
                    <a:pt x="45" y="0"/>
                  </a:cubicBezTo>
                  <a:lnTo>
                    <a:pt x="45" y="0"/>
                  </a:lnTo>
                  <a:cubicBezTo>
                    <a:pt x="20" y="0"/>
                    <a:pt x="0" y="19"/>
                    <a:pt x="0" y="44"/>
                  </a:cubicBezTo>
                  <a:lnTo>
                    <a:pt x="0" y="44"/>
                  </a:lnTo>
                  <a:cubicBezTo>
                    <a:pt x="0" y="518"/>
                    <a:pt x="0" y="518"/>
                    <a:pt x="0" y="518"/>
                  </a:cubicBezTo>
                  <a:cubicBezTo>
                    <a:pt x="0" y="520"/>
                    <a:pt x="0" y="520"/>
                    <a:pt x="0" y="520"/>
                  </a:cubicBezTo>
                  <a:cubicBezTo>
                    <a:pt x="0" y="545"/>
                    <a:pt x="20" y="564"/>
                    <a:pt x="45" y="564"/>
                  </a:cubicBezTo>
                  <a:cubicBezTo>
                    <a:pt x="163" y="564"/>
                    <a:pt x="163" y="564"/>
                    <a:pt x="163" y="564"/>
                  </a:cubicBezTo>
                  <a:lnTo>
                    <a:pt x="163" y="564"/>
                  </a:lnTo>
                  <a:cubicBezTo>
                    <a:pt x="550" y="564"/>
                    <a:pt x="550" y="564"/>
                    <a:pt x="550" y="564"/>
                  </a:cubicBezTo>
                  <a:lnTo>
                    <a:pt x="550" y="564"/>
                  </a:lnTo>
                  <a:cubicBezTo>
                    <a:pt x="669" y="564"/>
                    <a:pt x="669" y="564"/>
                    <a:pt x="669" y="564"/>
                  </a:cubicBezTo>
                  <a:lnTo>
                    <a:pt x="669" y="564"/>
                  </a:lnTo>
                  <a:cubicBezTo>
                    <a:pt x="693" y="564"/>
                    <a:pt x="714" y="545"/>
                    <a:pt x="714" y="520"/>
                  </a:cubicBezTo>
                  <a:cubicBezTo>
                    <a:pt x="714" y="371"/>
                    <a:pt x="714" y="371"/>
                    <a:pt x="714" y="371"/>
                  </a:cubicBezTo>
                  <a:lnTo>
                    <a:pt x="714" y="371"/>
                  </a:lnTo>
                  <a:lnTo>
                    <a:pt x="714" y="371"/>
                  </a:lnTo>
                  <a:cubicBezTo>
                    <a:pt x="714" y="192"/>
                    <a:pt x="714" y="192"/>
                    <a:pt x="714" y="192"/>
                  </a:cubicBezTo>
                  <a:lnTo>
                    <a:pt x="714" y="192"/>
                  </a:lnTo>
                  <a:lnTo>
                    <a:pt x="714" y="192"/>
                  </a:lnTo>
                  <a:cubicBezTo>
                    <a:pt x="714" y="44"/>
                    <a:pt x="714" y="44"/>
                    <a:pt x="714" y="44"/>
                  </a:cubicBezTo>
                  <a:cubicBezTo>
                    <a:pt x="714" y="19"/>
                    <a:pt x="693" y="0"/>
                    <a:pt x="669" y="0"/>
                  </a:cubicBezTo>
                  <a:close/>
                  <a:moveTo>
                    <a:pt x="565" y="535"/>
                  </a:moveTo>
                  <a:lnTo>
                    <a:pt x="565" y="535"/>
                  </a:lnTo>
                  <a:cubicBezTo>
                    <a:pt x="565" y="386"/>
                    <a:pt x="565" y="386"/>
                    <a:pt x="565" y="386"/>
                  </a:cubicBezTo>
                  <a:cubicBezTo>
                    <a:pt x="683" y="386"/>
                    <a:pt x="683" y="386"/>
                    <a:pt x="683" y="386"/>
                  </a:cubicBezTo>
                  <a:cubicBezTo>
                    <a:pt x="683" y="518"/>
                    <a:pt x="683" y="518"/>
                    <a:pt x="683" y="518"/>
                  </a:cubicBezTo>
                  <a:cubicBezTo>
                    <a:pt x="683" y="528"/>
                    <a:pt x="676" y="535"/>
                    <a:pt x="668" y="535"/>
                  </a:cubicBezTo>
                  <a:lnTo>
                    <a:pt x="565" y="535"/>
                  </a:lnTo>
                  <a:close/>
                  <a:moveTo>
                    <a:pt x="148" y="357"/>
                  </a:moveTo>
                  <a:lnTo>
                    <a:pt x="148" y="357"/>
                  </a:lnTo>
                  <a:cubicBezTo>
                    <a:pt x="29" y="357"/>
                    <a:pt x="29" y="357"/>
                    <a:pt x="29" y="357"/>
                  </a:cubicBezTo>
                  <a:cubicBezTo>
                    <a:pt x="29" y="207"/>
                    <a:pt x="29" y="207"/>
                    <a:pt x="29" y="207"/>
                  </a:cubicBezTo>
                  <a:cubicBezTo>
                    <a:pt x="148" y="207"/>
                    <a:pt x="148" y="207"/>
                    <a:pt x="148" y="207"/>
                  </a:cubicBezTo>
                  <a:lnTo>
                    <a:pt x="148" y="357"/>
                  </a:lnTo>
                  <a:close/>
                  <a:moveTo>
                    <a:pt x="29" y="518"/>
                  </a:moveTo>
                  <a:lnTo>
                    <a:pt x="29" y="518"/>
                  </a:lnTo>
                  <a:cubicBezTo>
                    <a:pt x="29" y="386"/>
                    <a:pt x="29" y="386"/>
                    <a:pt x="29" y="386"/>
                  </a:cubicBezTo>
                  <a:cubicBezTo>
                    <a:pt x="148" y="386"/>
                    <a:pt x="148" y="386"/>
                    <a:pt x="148" y="386"/>
                  </a:cubicBezTo>
                  <a:cubicBezTo>
                    <a:pt x="148" y="535"/>
                    <a:pt x="148" y="535"/>
                    <a:pt x="148" y="535"/>
                  </a:cubicBezTo>
                  <a:cubicBezTo>
                    <a:pt x="45" y="535"/>
                    <a:pt x="45" y="535"/>
                    <a:pt x="45" y="535"/>
                  </a:cubicBezTo>
                  <a:cubicBezTo>
                    <a:pt x="36" y="535"/>
                    <a:pt x="29" y="528"/>
                    <a:pt x="29" y="518"/>
                  </a:cubicBezTo>
                  <a:close/>
                  <a:moveTo>
                    <a:pt x="179" y="371"/>
                  </a:moveTo>
                  <a:lnTo>
                    <a:pt x="179" y="371"/>
                  </a:lnTo>
                  <a:lnTo>
                    <a:pt x="179" y="371"/>
                  </a:lnTo>
                  <a:lnTo>
                    <a:pt x="179" y="371"/>
                  </a:lnTo>
                  <a:cubicBezTo>
                    <a:pt x="179" y="192"/>
                    <a:pt x="179" y="192"/>
                    <a:pt x="179" y="192"/>
                  </a:cubicBezTo>
                  <a:lnTo>
                    <a:pt x="179" y="192"/>
                  </a:lnTo>
                  <a:lnTo>
                    <a:pt x="179" y="192"/>
                  </a:lnTo>
                  <a:cubicBezTo>
                    <a:pt x="179" y="29"/>
                    <a:pt x="179" y="29"/>
                    <a:pt x="179" y="29"/>
                  </a:cubicBezTo>
                  <a:cubicBezTo>
                    <a:pt x="536" y="29"/>
                    <a:pt x="536" y="29"/>
                    <a:pt x="536" y="29"/>
                  </a:cubicBezTo>
                  <a:cubicBezTo>
                    <a:pt x="536" y="535"/>
                    <a:pt x="536" y="535"/>
                    <a:pt x="536" y="535"/>
                  </a:cubicBezTo>
                  <a:cubicBezTo>
                    <a:pt x="179" y="535"/>
                    <a:pt x="179" y="535"/>
                    <a:pt x="179" y="535"/>
                  </a:cubicBezTo>
                  <a:lnTo>
                    <a:pt x="179" y="371"/>
                  </a:lnTo>
                  <a:close/>
                  <a:moveTo>
                    <a:pt x="565" y="207"/>
                  </a:moveTo>
                  <a:lnTo>
                    <a:pt x="565" y="207"/>
                  </a:lnTo>
                  <a:cubicBezTo>
                    <a:pt x="683" y="207"/>
                    <a:pt x="683" y="207"/>
                    <a:pt x="683" y="207"/>
                  </a:cubicBezTo>
                  <a:cubicBezTo>
                    <a:pt x="683" y="357"/>
                    <a:pt x="683" y="357"/>
                    <a:pt x="683" y="357"/>
                  </a:cubicBezTo>
                  <a:cubicBezTo>
                    <a:pt x="565" y="357"/>
                    <a:pt x="565" y="357"/>
                    <a:pt x="565" y="357"/>
                  </a:cubicBezTo>
                  <a:lnTo>
                    <a:pt x="565" y="207"/>
                  </a:lnTo>
                  <a:close/>
                  <a:moveTo>
                    <a:pt x="683" y="44"/>
                  </a:moveTo>
                  <a:lnTo>
                    <a:pt x="683" y="44"/>
                  </a:lnTo>
                  <a:cubicBezTo>
                    <a:pt x="683" y="178"/>
                    <a:pt x="683" y="178"/>
                    <a:pt x="683" y="178"/>
                  </a:cubicBezTo>
                  <a:cubicBezTo>
                    <a:pt x="565" y="178"/>
                    <a:pt x="565" y="178"/>
                    <a:pt x="565" y="178"/>
                  </a:cubicBezTo>
                  <a:cubicBezTo>
                    <a:pt x="565" y="29"/>
                    <a:pt x="565" y="29"/>
                    <a:pt x="565" y="29"/>
                  </a:cubicBezTo>
                  <a:cubicBezTo>
                    <a:pt x="668" y="29"/>
                    <a:pt x="668" y="29"/>
                    <a:pt x="668" y="29"/>
                  </a:cubicBezTo>
                  <a:cubicBezTo>
                    <a:pt x="676" y="29"/>
                    <a:pt x="683" y="36"/>
                    <a:pt x="683" y="44"/>
                  </a:cubicBezTo>
                  <a:close/>
                  <a:moveTo>
                    <a:pt x="148" y="29"/>
                  </a:moveTo>
                  <a:lnTo>
                    <a:pt x="148" y="29"/>
                  </a:lnTo>
                  <a:cubicBezTo>
                    <a:pt x="148" y="178"/>
                    <a:pt x="148" y="178"/>
                    <a:pt x="148" y="178"/>
                  </a:cubicBezTo>
                  <a:cubicBezTo>
                    <a:pt x="29" y="178"/>
                    <a:pt x="29" y="178"/>
                    <a:pt x="29" y="178"/>
                  </a:cubicBezTo>
                  <a:cubicBezTo>
                    <a:pt x="29" y="44"/>
                    <a:pt x="29" y="44"/>
                    <a:pt x="29" y="44"/>
                  </a:cubicBezTo>
                  <a:cubicBezTo>
                    <a:pt x="29" y="36"/>
                    <a:pt x="36" y="29"/>
                    <a:pt x="45" y="29"/>
                  </a:cubicBezTo>
                  <a:lnTo>
                    <a:pt x="148" y="2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1" name="Freeform 297">
            <a:extLst>
              <a:ext uri="{FF2B5EF4-FFF2-40B4-BE49-F238E27FC236}">
                <a16:creationId xmlns:a16="http://schemas.microsoft.com/office/drawing/2014/main" id="{E085950F-7CEC-CCB4-2BEE-7E240E9699DE}"/>
              </a:ext>
            </a:extLst>
          </p:cNvPr>
          <p:cNvSpPr>
            <a:spLocks noChangeArrowheads="1"/>
          </p:cNvSpPr>
          <p:nvPr/>
        </p:nvSpPr>
        <p:spPr bwMode="auto">
          <a:xfrm>
            <a:off x="2597819" y="5525194"/>
            <a:ext cx="257175" cy="230188"/>
          </a:xfrm>
          <a:custGeom>
            <a:avLst/>
            <a:gdLst>
              <a:gd name="T0" fmla="*/ 670 w 715"/>
              <a:gd name="T1" fmla="*/ 0 h 639"/>
              <a:gd name="T2" fmla="*/ 670 w 715"/>
              <a:gd name="T3" fmla="*/ 0 h 639"/>
              <a:gd name="T4" fmla="*/ 660 w 715"/>
              <a:gd name="T5" fmla="*/ 1 h 639"/>
              <a:gd name="T6" fmla="*/ 659 w 715"/>
              <a:gd name="T7" fmla="*/ 1 h 639"/>
              <a:gd name="T8" fmla="*/ 281 w 715"/>
              <a:gd name="T9" fmla="*/ 111 h 639"/>
              <a:gd name="T10" fmla="*/ 104 w 715"/>
              <a:gd name="T11" fmla="*/ 111 h 639"/>
              <a:gd name="T12" fmla="*/ 0 w 715"/>
              <a:gd name="T13" fmla="*/ 216 h 639"/>
              <a:gd name="T14" fmla="*/ 0 w 715"/>
              <a:gd name="T15" fmla="*/ 305 h 639"/>
              <a:gd name="T16" fmla="*/ 90 w 715"/>
              <a:gd name="T17" fmla="*/ 408 h 639"/>
              <a:gd name="T18" fmla="*/ 90 w 715"/>
              <a:gd name="T19" fmla="*/ 578 h 639"/>
              <a:gd name="T20" fmla="*/ 123 w 715"/>
              <a:gd name="T21" fmla="*/ 623 h 639"/>
              <a:gd name="T22" fmla="*/ 183 w 715"/>
              <a:gd name="T23" fmla="*/ 637 h 639"/>
              <a:gd name="T24" fmla="*/ 186 w 715"/>
              <a:gd name="T25" fmla="*/ 623 h 639"/>
              <a:gd name="T26" fmla="*/ 183 w 715"/>
              <a:gd name="T27" fmla="*/ 637 h 639"/>
              <a:gd name="T28" fmla="*/ 193 w 715"/>
              <a:gd name="T29" fmla="*/ 638 h 639"/>
              <a:gd name="T30" fmla="*/ 225 w 715"/>
              <a:gd name="T31" fmla="*/ 626 h 639"/>
              <a:gd name="T32" fmla="*/ 237 w 715"/>
              <a:gd name="T33" fmla="*/ 594 h 639"/>
              <a:gd name="T34" fmla="*/ 237 w 715"/>
              <a:gd name="T35" fmla="*/ 408 h 639"/>
              <a:gd name="T36" fmla="*/ 279 w 715"/>
              <a:gd name="T37" fmla="*/ 408 h 639"/>
              <a:gd name="T38" fmla="*/ 657 w 715"/>
              <a:gd name="T39" fmla="*/ 546 h 639"/>
              <a:gd name="T40" fmla="*/ 657 w 715"/>
              <a:gd name="T41" fmla="*/ 548 h 639"/>
              <a:gd name="T42" fmla="*/ 670 w 715"/>
              <a:gd name="T43" fmla="*/ 549 h 639"/>
              <a:gd name="T44" fmla="*/ 700 w 715"/>
              <a:gd name="T45" fmla="*/ 535 h 639"/>
              <a:gd name="T46" fmla="*/ 714 w 715"/>
              <a:gd name="T47" fmla="*/ 504 h 639"/>
              <a:gd name="T48" fmla="*/ 714 w 715"/>
              <a:gd name="T49" fmla="*/ 44 h 639"/>
              <a:gd name="T50" fmla="*/ 700 w 715"/>
              <a:gd name="T51" fmla="*/ 12 h 639"/>
              <a:gd name="T52" fmla="*/ 670 w 715"/>
              <a:gd name="T53" fmla="*/ 0 h 639"/>
              <a:gd name="T54" fmla="*/ 204 w 715"/>
              <a:gd name="T55" fmla="*/ 605 h 639"/>
              <a:gd name="T56" fmla="*/ 204 w 715"/>
              <a:gd name="T57" fmla="*/ 605 h 639"/>
              <a:gd name="T58" fmla="*/ 193 w 715"/>
              <a:gd name="T59" fmla="*/ 609 h 639"/>
              <a:gd name="T60" fmla="*/ 190 w 715"/>
              <a:gd name="T61" fmla="*/ 608 h 639"/>
              <a:gd name="T62" fmla="*/ 190 w 715"/>
              <a:gd name="T63" fmla="*/ 608 h 639"/>
              <a:gd name="T64" fmla="*/ 130 w 715"/>
              <a:gd name="T65" fmla="*/ 594 h 639"/>
              <a:gd name="T66" fmla="*/ 119 w 715"/>
              <a:gd name="T67" fmla="*/ 578 h 639"/>
              <a:gd name="T68" fmla="*/ 119 w 715"/>
              <a:gd name="T69" fmla="*/ 408 h 639"/>
              <a:gd name="T70" fmla="*/ 208 w 715"/>
              <a:gd name="T71" fmla="*/ 408 h 639"/>
              <a:gd name="T72" fmla="*/ 208 w 715"/>
              <a:gd name="T73" fmla="*/ 594 h 639"/>
              <a:gd name="T74" fmla="*/ 204 w 715"/>
              <a:gd name="T75" fmla="*/ 605 h 639"/>
              <a:gd name="T76" fmla="*/ 268 w 715"/>
              <a:gd name="T77" fmla="*/ 379 h 639"/>
              <a:gd name="T78" fmla="*/ 268 w 715"/>
              <a:gd name="T79" fmla="*/ 379 h 639"/>
              <a:gd name="T80" fmla="*/ 104 w 715"/>
              <a:gd name="T81" fmla="*/ 379 h 639"/>
              <a:gd name="T82" fmla="*/ 52 w 715"/>
              <a:gd name="T83" fmla="*/ 357 h 639"/>
              <a:gd name="T84" fmla="*/ 30 w 715"/>
              <a:gd name="T85" fmla="*/ 305 h 639"/>
              <a:gd name="T86" fmla="*/ 30 w 715"/>
              <a:gd name="T87" fmla="*/ 216 h 639"/>
              <a:gd name="T88" fmla="*/ 52 w 715"/>
              <a:gd name="T89" fmla="*/ 163 h 639"/>
              <a:gd name="T90" fmla="*/ 104 w 715"/>
              <a:gd name="T91" fmla="*/ 140 h 639"/>
              <a:gd name="T92" fmla="*/ 268 w 715"/>
              <a:gd name="T93" fmla="*/ 140 h 639"/>
              <a:gd name="T94" fmla="*/ 268 w 715"/>
              <a:gd name="T95" fmla="*/ 379 h 639"/>
              <a:gd name="T96" fmla="*/ 684 w 715"/>
              <a:gd name="T97" fmla="*/ 504 h 639"/>
              <a:gd name="T98" fmla="*/ 684 w 715"/>
              <a:gd name="T99" fmla="*/ 504 h 639"/>
              <a:gd name="T100" fmla="*/ 679 w 715"/>
              <a:gd name="T101" fmla="*/ 514 h 639"/>
              <a:gd name="T102" fmla="*/ 670 w 715"/>
              <a:gd name="T103" fmla="*/ 518 h 639"/>
              <a:gd name="T104" fmla="*/ 666 w 715"/>
              <a:gd name="T105" fmla="*/ 518 h 639"/>
              <a:gd name="T106" fmla="*/ 297 w 715"/>
              <a:gd name="T107" fmla="*/ 383 h 639"/>
              <a:gd name="T108" fmla="*/ 297 w 715"/>
              <a:gd name="T109" fmla="*/ 138 h 639"/>
              <a:gd name="T110" fmla="*/ 667 w 715"/>
              <a:gd name="T111" fmla="*/ 29 h 639"/>
              <a:gd name="T112" fmla="*/ 670 w 715"/>
              <a:gd name="T113" fmla="*/ 29 h 639"/>
              <a:gd name="T114" fmla="*/ 679 w 715"/>
              <a:gd name="T115" fmla="*/ 33 h 639"/>
              <a:gd name="T116" fmla="*/ 684 w 715"/>
              <a:gd name="T117" fmla="*/ 44 h 639"/>
              <a:gd name="T118" fmla="*/ 684 w 715"/>
              <a:gd name="T119" fmla="*/ 504 h 6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715" h="639">
                <a:moveTo>
                  <a:pt x="670" y="0"/>
                </a:moveTo>
                <a:lnTo>
                  <a:pt x="670" y="0"/>
                </a:lnTo>
                <a:cubicBezTo>
                  <a:pt x="666" y="0"/>
                  <a:pt x="663" y="0"/>
                  <a:pt x="660" y="1"/>
                </a:cubicBezTo>
                <a:cubicBezTo>
                  <a:pt x="659" y="1"/>
                  <a:pt x="659" y="1"/>
                  <a:pt x="659" y="1"/>
                </a:cubicBezTo>
                <a:cubicBezTo>
                  <a:pt x="281" y="111"/>
                  <a:pt x="281" y="111"/>
                  <a:pt x="281" y="111"/>
                </a:cubicBezTo>
                <a:cubicBezTo>
                  <a:pt x="104" y="111"/>
                  <a:pt x="104" y="111"/>
                  <a:pt x="104" y="111"/>
                </a:cubicBezTo>
                <a:cubicBezTo>
                  <a:pt x="46" y="111"/>
                  <a:pt x="0" y="159"/>
                  <a:pt x="0" y="216"/>
                </a:cubicBezTo>
                <a:cubicBezTo>
                  <a:pt x="0" y="305"/>
                  <a:pt x="0" y="305"/>
                  <a:pt x="0" y="305"/>
                </a:cubicBezTo>
                <a:cubicBezTo>
                  <a:pt x="0" y="357"/>
                  <a:pt x="38" y="400"/>
                  <a:pt x="90" y="408"/>
                </a:cubicBezTo>
                <a:cubicBezTo>
                  <a:pt x="90" y="578"/>
                  <a:pt x="90" y="578"/>
                  <a:pt x="90" y="578"/>
                </a:cubicBezTo>
                <a:cubicBezTo>
                  <a:pt x="90" y="599"/>
                  <a:pt x="104" y="617"/>
                  <a:pt x="123" y="623"/>
                </a:cubicBezTo>
                <a:cubicBezTo>
                  <a:pt x="183" y="637"/>
                  <a:pt x="183" y="637"/>
                  <a:pt x="183" y="637"/>
                </a:cubicBezTo>
                <a:cubicBezTo>
                  <a:pt x="186" y="623"/>
                  <a:pt x="186" y="623"/>
                  <a:pt x="186" y="623"/>
                </a:cubicBezTo>
                <a:cubicBezTo>
                  <a:pt x="183" y="637"/>
                  <a:pt x="183" y="637"/>
                  <a:pt x="183" y="637"/>
                </a:cubicBezTo>
                <a:cubicBezTo>
                  <a:pt x="186" y="638"/>
                  <a:pt x="190" y="638"/>
                  <a:pt x="193" y="638"/>
                </a:cubicBezTo>
                <a:cubicBezTo>
                  <a:pt x="205" y="638"/>
                  <a:pt x="216" y="634"/>
                  <a:pt x="225" y="626"/>
                </a:cubicBezTo>
                <a:cubicBezTo>
                  <a:pt x="233" y="617"/>
                  <a:pt x="237" y="606"/>
                  <a:pt x="237" y="594"/>
                </a:cubicBezTo>
                <a:cubicBezTo>
                  <a:pt x="237" y="408"/>
                  <a:pt x="237" y="408"/>
                  <a:pt x="237" y="408"/>
                </a:cubicBezTo>
                <a:cubicBezTo>
                  <a:pt x="279" y="408"/>
                  <a:pt x="279" y="408"/>
                  <a:pt x="279" y="408"/>
                </a:cubicBezTo>
                <a:cubicBezTo>
                  <a:pt x="657" y="546"/>
                  <a:pt x="657" y="546"/>
                  <a:pt x="657" y="546"/>
                </a:cubicBezTo>
                <a:cubicBezTo>
                  <a:pt x="657" y="548"/>
                  <a:pt x="657" y="548"/>
                  <a:pt x="657" y="548"/>
                </a:cubicBezTo>
                <a:cubicBezTo>
                  <a:pt x="661" y="548"/>
                  <a:pt x="666" y="549"/>
                  <a:pt x="670" y="549"/>
                </a:cubicBezTo>
                <a:cubicBezTo>
                  <a:pt x="681" y="549"/>
                  <a:pt x="692" y="543"/>
                  <a:pt x="700" y="535"/>
                </a:cubicBezTo>
                <a:cubicBezTo>
                  <a:pt x="709" y="528"/>
                  <a:pt x="714" y="517"/>
                  <a:pt x="714" y="504"/>
                </a:cubicBezTo>
                <a:cubicBezTo>
                  <a:pt x="714" y="44"/>
                  <a:pt x="714" y="44"/>
                  <a:pt x="714" y="44"/>
                </a:cubicBezTo>
                <a:cubicBezTo>
                  <a:pt x="714" y="32"/>
                  <a:pt x="709" y="21"/>
                  <a:pt x="700" y="12"/>
                </a:cubicBezTo>
                <a:cubicBezTo>
                  <a:pt x="692" y="4"/>
                  <a:pt x="681" y="0"/>
                  <a:pt x="670" y="0"/>
                </a:cubicBezTo>
                <a:close/>
                <a:moveTo>
                  <a:pt x="204" y="605"/>
                </a:moveTo>
                <a:lnTo>
                  <a:pt x="204" y="605"/>
                </a:lnTo>
                <a:cubicBezTo>
                  <a:pt x="201" y="608"/>
                  <a:pt x="197" y="609"/>
                  <a:pt x="193" y="609"/>
                </a:cubicBezTo>
                <a:cubicBezTo>
                  <a:pt x="190" y="608"/>
                  <a:pt x="190" y="608"/>
                  <a:pt x="190" y="608"/>
                </a:cubicBezTo>
                <a:lnTo>
                  <a:pt x="190" y="608"/>
                </a:lnTo>
                <a:cubicBezTo>
                  <a:pt x="130" y="594"/>
                  <a:pt x="130" y="594"/>
                  <a:pt x="130" y="594"/>
                </a:cubicBezTo>
                <a:cubicBezTo>
                  <a:pt x="123" y="592"/>
                  <a:pt x="119" y="585"/>
                  <a:pt x="119" y="578"/>
                </a:cubicBezTo>
                <a:cubicBezTo>
                  <a:pt x="119" y="408"/>
                  <a:pt x="119" y="408"/>
                  <a:pt x="119" y="408"/>
                </a:cubicBezTo>
                <a:cubicBezTo>
                  <a:pt x="208" y="408"/>
                  <a:pt x="208" y="408"/>
                  <a:pt x="208" y="408"/>
                </a:cubicBezTo>
                <a:cubicBezTo>
                  <a:pt x="208" y="594"/>
                  <a:pt x="208" y="594"/>
                  <a:pt x="208" y="594"/>
                </a:cubicBezTo>
                <a:cubicBezTo>
                  <a:pt x="208" y="598"/>
                  <a:pt x="207" y="602"/>
                  <a:pt x="204" y="605"/>
                </a:cubicBezTo>
                <a:close/>
                <a:moveTo>
                  <a:pt x="268" y="379"/>
                </a:moveTo>
                <a:lnTo>
                  <a:pt x="268" y="379"/>
                </a:lnTo>
                <a:cubicBezTo>
                  <a:pt x="104" y="379"/>
                  <a:pt x="104" y="379"/>
                  <a:pt x="104" y="379"/>
                </a:cubicBezTo>
                <a:cubicBezTo>
                  <a:pt x="84" y="379"/>
                  <a:pt x="64" y="371"/>
                  <a:pt x="52" y="357"/>
                </a:cubicBezTo>
                <a:cubicBezTo>
                  <a:pt x="38" y="344"/>
                  <a:pt x="30" y="326"/>
                  <a:pt x="30" y="305"/>
                </a:cubicBezTo>
                <a:cubicBezTo>
                  <a:pt x="30" y="216"/>
                  <a:pt x="30" y="216"/>
                  <a:pt x="30" y="216"/>
                </a:cubicBezTo>
                <a:cubicBezTo>
                  <a:pt x="30" y="195"/>
                  <a:pt x="38" y="177"/>
                  <a:pt x="52" y="163"/>
                </a:cubicBezTo>
                <a:cubicBezTo>
                  <a:pt x="64" y="149"/>
                  <a:pt x="84" y="140"/>
                  <a:pt x="104" y="140"/>
                </a:cubicBezTo>
                <a:cubicBezTo>
                  <a:pt x="268" y="140"/>
                  <a:pt x="268" y="140"/>
                  <a:pt x="268" y="140"/>
                </a:cubicBezTo>
                <a:lnTo>
                  <a:pt x="268" y="379"/>
                </a:lnTo>
                <a:close/>
                <a:moveTo>
                  <a:pt x="684" y="504"/>
                </a:moveTo>
                <a:lnTo>
                  <a:pt x="684" y="504"/>
                </a:lnTo>
                <a:cubicBezTo>
                  <a:pt x="684" y="509"/>
                  <a:pt x="682" y="511"/>
                  <a:pt x="679" y="514"/>
                </a:cubicBezTo>
                <a:cubicBezTo>
                  <a:pt x="677" y="517"/>
                  <a:pt x="674" y="518"/>
                  <a:pt x="670" y="518"/>
                </a:cubicBezTo>
                <a:cubicBezTo>
                  <a:pt x="668" y="518"/>
                  <a:pt x="667" y="518"/>
                  <a:pt x="666" y="518"/>
                </a:cubicBezTo>
                <a:cubicBezTo>
                  <a:pt x="297" y="383"/>
                  <a:pt x="297" y="383"/>
                  <a:pt x="297" y="383"/>
                </a:cubicBezTo>
                <a:cubicBezTo>
                  <a:pt x="297" y="138"/>
                  <a:pt x="297" y="138"/>
                  <a:pt x="297" y="138"/>
                </a:cubicBezTo>
                <a:cubicBezTo>
                  <a:pt x="667" y="29"/>
                  <a:pt x="667" y="29"/>
                  <a:pt x="667" y="29"/>
                </a:cubicBezTo>
                <a:cubicBezTo>
                  <a:pt x="670" y="29"/>
                  <a:pt x="670" y="29"/>
                  <a:pt x="670" y="29"/>
                </a:cubicBezTo>
                <a:cubicBezTo>
                  <a:pt x="674" y="29"/>
                  <a:pt x="677" y="30"/>
                  <a:pt x="679" y="33"/>
                </a:cubicBezTo>
                <a:cubicBezTo>
                  <a:pt x="682" y="36"/>
                  <a:pt x="684" y="40"/>
                  <a:pt x="684" y="44"/>
                </a:cubicBezTo>
                <a:lnTo>
                  <a:pt x="684" y="504"/>
                </a:lnTo>
                <a:close/>
              </a:path>
            </a:pathLst>
          </a:custGeom>
          <a:solidFill>
            <a:schemeClr val="accent4"/>
          </a:solidFill>
          <a:ln>
            <a:noFill/>
          </a:ln>
          <a:effectLst/>
        </p:spPr>
        <p:txBody>
          <a:bodyPr wrap="none" anchor="ctr"/>
          <a:lstStyle/>
          <a:p>
            <a:endParaRPr lang="da-DK"/>
          </a:p>
        </p:txBody>
      </p:sp>
      <p:sp>
        <p:nvSpPr>
          <p:cNvPr id="362" name="Freeform 298">
            <a:extLst>
              <a:ext uri="{FF2B5EF4-FFF2-40B4-BE49-F238E27FC236}">
                <a16:creationId xmlns:a16="http://schemas.microsoft.com/office/drawing/2014/main" id="{01D20A1D-36FC-19F1-79ED-1D07EC1A5D85}"/>
              </a:ext>
            </a:extLst>
          </p:cNvPr>
          <p:cNvSpPr>
            <a:spLocks noChangeArrowheads="1"/>
          </p:cNvSpPr>
          <p:nvPr/>
        </p:nvSpPr>
        <p:spPr bwMode="auto">
          <a:xfrm>
            <a:off x="1613569" y="5512494"/>
            <a:ext cx="193675" cy="255588"/>
          </a:xfrm>
          <a:custGeom>
            <a:avLst/>
            <a:gdLst>
              <a:gd name="T0" fmla="*/ 485 w 536"/>
              <a:gd name="T1" fmla="*/ 0 h 711"/>
              <a:gd name="T2" fmla="*/ 485 w 536"/>
              <a:gd name="T3" fmla="*/ 0 h 711"/>
              <a:gd name="T4" fmla="*/ 277 w 536"/>
              <a:gd name="T5" fmla="*/ 22 h 711"/>
              <a:gd name="T6" fmla="*/ 238 w 536"/>
              <a:gd name="T7" fmla="*/ 67 h 711"/>
              <a:gd name="T8" fmla="*/ 238 w 536"/>
              <a:gd name="T9" fmla="*/ 114 h 711"/>
              <a:gd name="T10" fmla="*/ 238 w 536"/>
              <a:gd name="T11" fmla="*/ 236 h 711"/>
              <a:gd name="T12" fmla="*/ 238 w 536"/>
              <a:gd name="T13" fmla="*/ 492 h 711"/>
              <a:gd name="T14" fmla="*/ 134 w 536"/>
              <a:gd name="T15" fmla="*/ 442 h 711"/>
              <a:gd name="T16" fmla="*/ 0 w 536"/>
              <a:gd name="T17" fmla="*/ 576 h 711"/>
              <a:gd name="T18" fmla="*/ 134 w 536"/>
              <a:gd name="T19" fmla="*/ 710 h 711"/>
              <a:gd name="T20" fmla="*/ 267 w 536"/>
              <a:gd name="T21" fmla="*/ 576 h 711"/>
              <a:gd name="T22" fmla="*/ 267 w 536"/>
              <a:gd name="T23" fmla="*/ 576 h 711"/>
              <a:gd name="T24" fmla="*/ 267 w 536"/>
              <a:gd name="T25" fmla="*/ 233 h 711"/>
              <a:gd name="T26" fmla="*/ 496 w 536"/>
              <a:gd name="T27" fmla="*/ 206 h 711"/>
              <a:gd name="T28" fmla="*/ 535 w 536"/>
              <a:gd name="T29" fmla="*/ 163 h 711"/>
              <a:gd name="T30" fmla="*/ 535 w 536"/>
              <a:gd name="T31" fmla="*/ 44 h 711"/>
              <a:gd name="T32" fmla="*/ 491 w 536"/>
              <a:gd name="T33" fmla="*/ 0 h 711"/>
              <a:gd name="T34" fmla="*/ 485 w 536"/>
              <a:gd name="T35" fmla="*/ 0 h 711"/>
              <a:gd name="T36" fmla="*/ 207 w 536"/>
              <a:gd name="T37" fmla="*/ 650 h 711"/>
              <a:gd name="T38" fmla="*/ 207 w 536"/>
              <a:gd name="T39" fmla="*/ 650 h 711"/>
              <a:gd name="T40" fmla="*/ 134 w 536"/>
              <a:gd name="T41" fmla="*/ 680 h 711"/>
              <a:gd name="T42" fmla="*/ 60 w 536"/>
              <a:gd name="T43" fmla="*/ 650 h 711"/>
              <a:gd name="T44" fmla="*/ 29 w 536"/>
              <a:gd name="T45" fmla="*/ 576 h 711"/>
              <a:gd name="T46" fmla="*/ 60 w 536"/>
              <a:gd name="T47" fmla="*/ 502 h 711"/>
              <a:gd name="T48" fmla="*/ 134 w 536"/>
              <a:gd name="T49" fmla="*/ 471 h 711"/>
              <a:gd name="T50" fmla="*/ 207 w 536"/>
              <a:gd name="T51" fmla="*/ 502 h 711"/>
              <a:gd name="T52" fmla="*/ 238 w 536"/>
              <a:gd name="T53" fmla="*/ 576 h 711"/>
              <a:gd name="T54" fmla="*/ 207 w 536"/>
              <a:gd name="T55" fmla="*/ 650 h 711"/>
              <a:gd name="T56" fmla="*/ 506 w 536"/>
              <a:gd name="T57" fmla="*/ 44 h 711"/>
              <a:gd name="T58" fmla="*/ 506 w 536"/>
              <a:gd name="T59" fmla="*/ 44 h 711"/>
              <a:gd name="T60" fmla="*/ 506 w 536"/>
              <a:gd name="T61" fmla="*/ 163 h 711"/>
              <a:gd name="T62" fmla="*/ 492 w 536"/>
              <a:gd name="T63" fmla="*/ 177 h 711"/>
              <a:gd name="T64" fmla="*/ 267 w 536"/>
              <a:gd name="T65" fmla="*/ 202 h 711"/>
              <a:gd name="T66" fmla="*/ 267 w 536"/>
              <a:gd name="T67" fmla="*/ 114 h 711"/>
              <a:gd name="T68" fmla="*/ 267 w 536"/>
              <a:gd name="T69" fmla="*/ 114 h 711"/>
              <a:gd name="T70" fmla="*/ 267 w 536"/>
              <a:gd name="T71" fmla="*/ 67 h 711"/>
              <a:gd name="T72" fmla="*/ 280 w 536"/>
              <a:gd name="T73" fmla="*/ 53 h 711"/>
              <a:gd name="T74" fmla="*/ 489 w 536"/>
              <a:gd name="T75" fmla="*/ 29 h 711"/>
              <a:gd name="T76" fmla="*/ 491 w 536"/>
              <a:gd name="T77" fmla="*/ 29 h 711"/>
              <a:gd name="T78" fmla="*/ 506 w 536"/>
              <a:gd name="T79" fmla="*/ 44 h 7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536" h="711">
                <a:moveTo>
                  <a:pt x="485" y="0"/>
                </a:moveTo>
                <a:lnTo>
                  <a:pt x="485" y="0"/>
                </a:lnTo>
                <a:cubicBezTo>
                  <a:pt x="277" y="22"/>
                  <a:pt x="277" y="22"/>
                  <a:pt x="277" y="22"/>
                </a:cubicBezTo>
                <a:cubicBezTo>
                  <a:pt x="255" y="25"/>
                  <a:pt x="238" y="44"/>
                  <a:pt x="238" y="67"/>
                </a:cubicBezTo>
                <a:cubicBezTo>
                  <a:pt x="238" y="114"/>
                  <a:pt x="238" y="114"/>
                  <a:pt x="238" y="114"/>
                </a:cubicBezTo>
                <a:cubicBezTo>
                  <a:pt x="238" y="236"/>
                  <a:pt x="238" y="236"/>
                  <a:pt x="238" y="236"/>
                </a:cubicBezTo>
                <a:cubicBezTo>
                  <a:pt x="238" y="492"/>
                  <a:pt x="238" y="492"/>
                  <a:pt x="238" y="492"/>
                </a:cubicBezTo>
                <a:cubicBezTo>
                  <a:pt x="213" y="461"/>
                  <a:pt x="175" y="442"/>
                  <a:pt x="134" y="442"/>
                </a:cubicBezTo>
                <a:cubicBezTo>
                  <a:pt x="60" y="442"/>
                  <a:pt x="0" y="502"/>
                  <a:pt x="0" y="576"/>
                </a:cubicBezTo>
                <a:cubicBezTo>
                  <a:pt x="0" y="650"/>
                  <a:pt x="60" y="710"/>
                  <a:pt x="134" y="710"/>
                </a:cubicBezTo>
                <a:cubicBezTo>
                  <a:pt x="207" y="710"/>
                  <a:pt x="267" y="650"/>
                  <a:pt x="267" y="576"/>
                </a:cubicBezTo>
                <a:lnTo>
                  <a:pt x="267" y="576"/>
                </a:lnTo>
                <a:cubicBezTo>
                  <a:pt x="267" y="233"/>
                  <a:pt x="267" y="233"/>
                  <a:pt x="267" y="233"/>
                </a:cubicBezTo>
                <a:cubicBezTo>
                  <a:pt x="496" y="206"/>
                  <a:pt x="496" y="206"/>
                  <a:pt x="496" y="206"/>
                </a:cubicBezTo>
                <a:cubicBezTo>
                  <a:pt x="518" y="205"/>
                  <a:pt x="535" y="185"/>
                  <a:pt x="535" y="163"/>
                </a:cubicBezTo>
                <a:cubicBezTo>
                  <a:pt x="535" y="44"/>
                  <a:pt x="535" y="44"/>
                  <a:pt x="535" y="44"/>
                </a:cubicBezTo>
                <a:cubicBezTo>
                  <a:pt x="535" y="19"/>
                  <a:pt x="516" y="0"/>
                  <a:pt x="491" y="0"/>
                </a:cubicBezTo>
                <a:cubicBezTo>
                  <a:pt x="489" y="0"/>
                  <a:pt x="488" y="0"/>
                  <a:pt x="485" y="0"/>
                </a:cubicBezTo>
                <a:close/>
                <a:moveTo>
                  <a:pt x="207" y="650"/>
                </a:moveTo>
                <a:lnTo>
                  <a:pt x="207" y="650"/>
                </a:lnTo>
                <a:cubicBezTo>
                  <a:pt x="188" y="668"/>
                  <a:pt x="163" y="680"/>
                  <a:pt x="134" y="680"/>
                </a:cubicBezTo>
                <a:cubicBezTo>
                  <a:pt x="104" y="680"/>
                  <a:pt x="79" y="668"/>
                  <a:pt x="60" y="650"/>
                </a:cubicBezTo>
                <a:cubicBezTo>
                  <a:pt x="41" y="630"/>
                  <a:pt x="29" y="605"/>
                  <a:pt x="29" y="576"/>
                </a:cubicBezTo>
                <a:cubicBezTo>
                  <a:pt x="29" y="547"/>
                  <a:pt x="41" y="521"/>
                  <a:pt x="60" y="502"/>
                </a:cubicBezTo>
                <a:cubicBezTo>
                  <a:pt x="79" y="484"/>
                  <a:pt x="104" y="471"/>
                  <a:pt x="134" y="471"/>
                </a:cubicBezTo>
                <a:cubicBezTo>
                  <a:pt x="163" y="471"/>
                  <a:pt x="188" y="484"/>
                  <a:pt x="207" y="502"/>
                </a:cubicBezTo>
                <a:cubicBezTo>
                  <a:pt x="226" y="521"/>
                  <a:pt x="238" y="547"/>
                  <a:pt x="238" y="576"/>
                </a:cubicBezTo>
                <a:cubicBezTo>
                  <a:pt x="238" y="605"/>
                  <a:pt x="226" y="630"/>
                  <a:pt x="207" y="650"/>
                </a:cubicBezTo>
                <a:close/>
                <a:moveTo>
                  <a:pt x="506" y="44"/>
                </a:moveTo>
                <a:lnTo>
                  <a:pt x="506" y="44"/>
                </a:lnTo>
                <a:cubicBezTo>
                  <a:pt x="506" y="163"/>
                  <a:pt x="506" y="163"/>
                  <a:pt x="506" y="163"/>
                </a:cubicBezTo>
                <a:cubicBezTo>
                  <a:pt x="506" y="170"/>
                  <a:pt x="500" y="177"/>
                  <a:pt x="492" y="177"/>
                </a:cubicBezTo>
                <a:cubicBezTo>
                  <a:pt x="267" y="202"/>
                  <a:pt x="267" y="202"/>
                  <a:pt x="267" y="202"/>
                </a:cubicBezTo>
                <a:cubicBezTo>
                  <a:pt x="267" y="114"/>
                  <a:pt x="267" y="114"/>
                  <a:pt x="267" y="114"/>
                </a:cubicBezTo>
                <a:lnTo>
                  <a:pt x="267" y="114"/>
                </a:lnTo>
                <a:cubicBezTo>
                  <a:pt x="267" y="67"/>
                  <a:pt x="267" y="67"/>
                  <a:pt x="267" y="67"/>
                </a:cubicBezTo>
                <a:cubicBezTo>
                  <a:pt x="267" y="60"/>
                  <a:pt x="273" y="53"/>
                  <a:pt x="280" y="53"/>
                </a:cubicBezTo>
                <a:cubicBezTo>
                  <a:pt x="489" y="29"/>
                  <a:pt x="489" y="29"/>
                  <a:pt x="489" y="29"/>
                </a:cubicBezTo>
                <a:cubicBezTo>
                  <a:pt x="491" y="29"/>
                  <a:pt x="491" y="29"/>
                  <a:pt x="491" y="29"/>
                </a:cubicBezTo>
                <a:cubicBezTo>
                  <a:pt x="499" y="29"/>
                  <a:pt x="506" y="36"/>
                  <a:pt x="506" y="44"/>
                </a:cubicBezTo>
                <a:close/>
              </a:path>
            </a:pathLst>
          </a:custGeom>
          <a:solidFill>
            <a:schemeClr val="accent4"/>
          </a:solidFill>
          <a:ln>
            <a:noFill/>
          </a:ln>
          <a:effectLst/>
        </p:spPr>
        <p:txBody>
          <a:bodyPr wrap="none" anchor="ctr"/>
          <a:lstStyle/>
          <a:p>
            <a:endParaRPr lang="da-DK"/>
          </a:p>
        </p:txBody>
      </p:sp>
      <p:sp>
        <p:nvSpPr>
          <p:cNvPr id="363" name="Freeform 299">
            <a:extLst>
              <a:ext uri="{FF2B5EF4-FFF2-40B4-BE49-F238E27FC236}">
                <a16:creationId xmlns:a16="http://schemas.microsoft.com/office/drawing/2014/main" id="{50619E56-91B9-28F9-533E-64F68C4AE153}"/>
              </a:ext>
            </a:extLst>
          </p:cNvPr>
          <p:cNvSpPr>
            <a:spLocks noChangeArrowheads="1"/>
          </p:cNvSpPr>
          <p:nvPr/>
        </p:nvSpPr>
        <p:spPr bwMode="auto">
          <a:xfrm>
            <a:off x="1056356" y="5513288"/>
            <a:ext cx="246063" cy="254000"/>
          </a:xfrm>
          <a:custGeom>
            <a:avLst/>
            <a:gdLst>
              <a:gd name="T0" fmla="*/ 671 w 684"/>
              <a:gd name="T1" fmla="*/ 13 h 706"/>
              <a:gd name="T2" fmla="*/ 671 w 684"/>
              <a:gd name="T3" fmla="*/ 13 h 706"/>
              <a:gd name="T4" fmla="*/ 639 w 684"/>
              <a:gd name="T5" fmla="*/ 0 h 706"/>
              <a:gd name="T6" fmla="*/ 628 w 684"/>
              <a:gd name="T7" fmla="*/ 2 h 706"/>
              <a:gd name="T8" fmla="*/ 241 w 684"/>
              <a:gd name="T9" fmla="*/ 105 h 706"/>
              <a:gd name="T10" fmla="*/ 208 w 684"/>
              <a:gd name="T11" fmla="*/ 148 h 706"/>
              <a:gd name="T12" fmla="*/ 208 w 684"/>
              <a:gd name="T13" fmla="*/ 507 h 706"/>
              <a:gd name="T14" fmla="*/ 119 w 684"/>
              <a:gd name="T15" fmla="*/ 466 h 706"/>
              <a:gd name="T16" fmla="*/ 0 w 684"/>
              <a:gd name="T17" fmla="*/ 586 h 706"/>
              <a:gd name="T18" fmla="*/ 119 w 684"/>
              <a:gd name="T19" fmla="*/ 705 h 706"/>
              <a:gd name="T20" fmla="*/ 237 w 684"/>
              <a:gd name="T21" fmla="*/ 586 h 706"/>
              <a:gd name="T22" fmla="*/ 237 w 684"/>
              <a:gd name="T23" fmla="*/ 586 h 706"/>
              <a:gd name="T24" fmla="*/ 237 w 684"/>
              <a:gd name="T25" fmla="*/ 256 h 706"/>
              <a:gd name="T26" fmla="*/ 654 w 684"/>
              <a:gd name="T27" fmla="*/ 144 h 706"/>
              <a:gd name="T28" fmla="*/ 654 w 684"/>
              <a:gd name="T29" fmla="*/ 388 h 706"/>
              <a:gd name="T30" fmla="*/ 565 w 684"/>
              <a:gd name="T31" fmla="*/ 348 h 706"/>
              <a:gd name="T32" fmla="*/ 446 w 684"/>
              <a:gd name="T33" fmla="*/ 466 h 706"/>
              <a:gd name="T34" fmla="*/ 565 w 684"/>
              <a:gd name="T35" fmla="*/ 586 h 706"/>
              <a:gd name="T36" fmla="*/ 683 w 684"/>
              <a:gd name="T37" fmla="*/ 466 h 706"/>
              <a:gd name="T38" fmla="*/ 683 w 684"/>
              <a:gd name="T39" fmla="*/ 466 h 706"/>
              <a:gd name="T40" fmla="*/ 683 w 684"/>
              <a:gd name="T41" fmla="*/ 466 h 706"/>
              <a:gd name="T42" fmla="*/ 683 w 684"/>
              <a:gd name="T43" fmla="*/ 45 h 706"/>
              <a:gd name="T44" fmla="*/ 671 w 684"/>
              <a:gd name="T45" fmla="*/ 13 h 706"/>
              <a:gd name="T46" fmla="*/ 628 w 684"/>
              <a:gd name="T47" fmla="*/ 530 h 706"/>
              <a:gd name="T48" fmla="*/ 628 w 684"/>
              <a:gd name="T49" fmla="*/ 530 h 706"/>
              <a:gd name="T50" fmla="*/ 565 w 684"/>
              <a:gd name="T51" fmla="*/ 555 h 706"/>
              <a:gd name="T52" fmla="*/ 502 w 684"/>
              <a:gd name="T53" fmla="*/ 530 h 706"/>
              <a:gd name="T54" fmla="*/ 476 w 684"/>
              <a:gd name="T55" fmla="*/ 466 h 706"/>
              <a:gd name="T56" fmla="*/ 502 w 684"/>
              <a:gd name="T57" fmla="*/ 403 h 706"/>
              <a:gd name="T58" fmla="*/ 565 w 684"/>
              <a:gd name="T59" fmla="*/ 377 h 706"/>
              <a:gd name="T60" fmla="*/ 628 w 684"/>
              <a:gd name="T61" fmla="*/ 403 h 706"/>
              <a:gd name="T62" fmla="*/ 654 w 684"/>
              <a:gd name="T63" fmla="*/ 466 h 706"/>
              <a:gd name="T64" fmla="*/ 628 w 684"/>
              <a:gd name="T65" fmla="*/ 530 h 706"/>
              <a:gd name="T66" fmla="*/ 181 w 684"/>
              <a:gd name="T67" fmla="*/ 649 h 706"/>
              <a:gd name="T68" fmla="*/ 181 w 684"/>
              <a:gd name="T69" fmla="*/ 649 h 706"/>
              <a:gd name="T70" fmla="*/ 119 w 684"/>
              <a:gd name="T71" fmla="*/ 675 h 706"/>
              <a:gd name="T72" fmla="*/ 56 w 684"/>
              <a:gd name="T73" fmla="*/ 649 h 706"/>
              <a:gd name="T74" fmla="*/ 29 w 684"/>
              <a:gd name="T75" fmla="*/ 586 h 706"/>
              <a:gd name="T76" fmla="*/ 56 w 684"/>
              <a:gd name="T77" fmla="*/ 523 h 706"/>
              <a:gd name="T78" fmla="*/ 119 w 684"/>
              <a:gd name="T79" fmla="*/ 497 h 706"/>
              <a:gd name="T80" fmla="*/ 181 w 684"/>
              <a:gd name="T81" fmla="*/ 523 h 706"/>
              <a:gd name="T82" fmla="*/ 208 w 684"/>
              <a:gd name="T83" fmla="*/ 586 h 706"/>
              <a:gd name="T84" fmla="*/ 181 w 684"/>
              <a:gd name="T85" fmla="*/ 649 h 706"/>
              <a:gd name="T86" fmla="*/ 237 w 684"/>
              <a:gd name="T87" fmla="*/ 225 h 706"/>
              <a:gd name="T88" fmla="*/ 237 w 684"/>
              <a:gd name="T89" fmla="*/ 225 h 706"/>
              <a:gd name="T90" fmla="*/ 237 w 684"/>
              <a:gd name="T91" fmla="*/ 148 h 706"/>
              <a:gd name="T92" fmla="*/ 248 w 684"/>
              <a:gd name="T93" fmla="*/ 133 h 706"/>
              <a:gd name="T94" fmla="*/ 636 w 684"/>
              <a:gd name="T95" fmla="*/ 30 h 706"/>
              <a:gd name="T96" fmla="*/ 639 w 684"/>
              <a:gd name="T97" fmla="*/ 30 h 706"/>
              <a:gd name="T98" fmla="*/ 650 w 684"/>
              <a:gd name="T99" fmla="*/ 34 h 706"/>
              <a:gd name="T100" fmla="*/ 654 w 684"/>
              <a:gd name="T101" fmla="*/ 45 h 706"/>
              <a:gd name="T102" fmla="*/ 654 w 684"/>
              <a:gd name="T103" fmla="*/ 113 h 706"/>
              <a:gd name="T104" fmla="*/ 237 w 684"/>
              <a:gd name="T105" fmla="*/ 225 h 7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4" h="706">
                <a:moveTo>
                  <a:pt x="671" y="13"/>
                </a:moveTo>
                <a:lnTo>
                  <a:pt x="671" y="13"/>
                </a:lnTo>
                <a:cubicBezTo>
                  <a:pt x="662" y="5"/>
                  <a:pt x="651" y="0"/>
                  <a:pt x="639" y="0"/>
                </a:cubicBezTo>
                <a:cubicBezTo>
                  <a:pt x="636" y="0"/>
                  <a:pt x="632" y="0"/>
                  <a:pt x="628" y="2"/>
                </a:cubicBezTo>
                <a:cubicBezTo>
                  <a:pt x="241" y="105"/>
                  <a:pt x="241" y="105"/>
                  <a:pt x="241" y="105"/>
                </a:cubicBezTo>
                <a:cubicBezTo>
                  <a:pt x="222" y="109"/>
                  <a:pt x="208" y="127"/>
                  <a:pt x="208" y="148"/>
                </a:cubicBezTo>
                <a:cubicBezTo>
                  <a:pt x="208" y="507"/>
                  <a:pt x="208" y="507"/>
                  <a:pt x="208" y="507"/>
                </a:cubicBezTo>
                <a:cubicBezTo>
                  <a:pt x="186" y="483"/>
                  <a:pt x="155" y="466"/>
                  <a:pt x="119" y="466"/>
                </a:cubicBezTo>
                <a:cubicBezTo>
                  <a:pt x="53" y="466"/>
                  <a:pt x="0" y="521"/>
                  <a:pt x="0" y="586"/>
                </a:cubicBezTo>
                <a:cubicBezTo>
                  <a:pt x="0" y="652"/>
                  <a:pt x="53" y="705"/>
                  <a:pt x="119" y="705"/>
                </a:cubicBezTo>
                <a:cubicBezTo>
                  <a:pt x="184" y="705"/>
                  <a:pt x="237" y="652"/>
                  <a:pt x="237" y="586"/>
                </a:cubicBezTo>
                <a:lnTo>
                  <a:pt x="237" y="586"/>
                </a:lnTo>
                <a:cubicBezTo>
                  <a:pt x="237" y="256"/>
                  <a:pt x="237" y="256"/>
                  <a:pt x="237" y="256"/>
                </a:cubicBezTo>
                <a:cubicBezTo>
                  <a:pt x="654" y="144"/>
                  <a:pt x="654" y="144"/>
                  <a:pt x="654" y="144"/>
                </a:cubicBezTo>
                <a:cubicBezTo>
                  <a:pt x="654" y="388"/>
                  <a:pt x="654" y="388"/>
                  <a:pt x="654" y="388"/>
                </a:cubicBezTo>
                <a:cubicBezTo>
                  <a:pt x="632" y="363"/>
                  <a:pt x="601" y="348"/>
                  <a:pt x="565" y="348"/>
                </a:cubicBezTo>
                <a:cubicBezTo>
                  <a:pt x="499" y="348"/>
                  <a:pt x="446" y="401"/>
                  <a:pt x="446" y="466"/>
                </a:cubicBezTo>
                <a:cubicBezTo>
                  <a:pt x="446" y="533"/>
                  <a:pt x="499" y="586"/>
                  <a:pt x="565" y="586"/>
                </a:cubicBezTo>
                <a:cubicBezTo>
                  <a:pt x="630" y="586"/>
                  <a:pt x="683" y="533"/>
                  <a:pt x="683" y="466"/>
                </a:cubicBezTo>
                <a:lnTo>
                  <a:pt x="683" y="466"/>
                </a:lnTo>
                <a:lnTo>
                  <a:pt x="683" y="466"/>
                </a:lnTo>
                <a:cubicBezTo>
                  <a:pt x="683" y="45"/>
                  <a:pt x="683" y="45"/>
                  <a:pt x="683" y="45"/>
                </a:cubicBezTo>
                <a:cubicBezTo>
                  <a:pt x="683" y="32"/>
                  <a:pt x="679" y="20"/>
                  <a:pt x="671" y="13"/>
                </a:cubicBezTo>
                <a:close/>
                <a:moveTo>
                  <a:pt x="628" y="530"/>
                </a:moveTo>
                <a:lnTo>
                  <a:pt x="628" y="530"/>
                </a:lnTo>
                <a:cubicBezTo>
                  <a:pt x="612" y="546"/>
                  <a:pt x="590" y="555"/>
                  <a:pt x="565" y="555"/>
                </a:cubicBezTo>
                <a:cubicBezTo>
                  <a:pt x="540" y="555"/>
                  <a:pt x="517" y="546"/>
                  <a:pt x="502" y="530"/>
                </a:cubicBezTo>
                <a:cubicBezTo>
                  <a:pt x="485" y="514"/>
                  <a:pt x="476" y="491"/>
                  <a:pt x="476" y="466"/>
                </a:cubicBezTo>
                <a:cubicBezTo>
                  <a:pt x="476" y="442"/>
                  <a:pt x="485" y="420"/>
                  <a:pt x="502" y="403"/>
                </a:cubicBezTo>
                <a:cubicBezTo>
                  <a:pt x="517" y="388"/>
                  <a:pt x="540" y="377"/>
                  <a:pt x="565" y="377"/>
                </a:cubicBezTo>
                <a:cubicBezTo>
                  <a:pt x="590" y="377"/>
                  <a:pt x="612" y="388"/>
                  <a:pt x="628" y="403"/>
                </a:cubicBezTo>
                <a:cubicBezTo>
                  <a:pt x="644" y="420"/>
                  <a:pt x="654" y="442"/>
                  <a:pt x="654" y="466"/>
                </a:cubicBezTo>
                <a:cubicBezTo>
                  <a:pt x="654" y="491"/>
                  <a:pt x="644" y="514"/>
                  <a:pt x="628" y="530"/>
                </a:cubicBezTo>
                <a:close/>
                <a:moveTo>
                  <a:pt x="181" y="649"/>
                </a:moveTo>
                <a:lnTo>
                  <a:pt x="181" y="649"/>
                </a:lnTo>
                <a:cubicBezTo>
                  <a:pt x="166" y="666"/>
                  <a:pt x="144" y="675"/>
                  <a:pt x="119" y="675"/>
                </a:cubicBezTo>
                <a:cubicBezTo>
                  <a:pt x="93" y="675"/>
                  <a:pt x="71" y="666"/>
                  <a:pt x="56" y="649"/>
                </a:cubicBezTo>
                <a:cubicBezTo>
                  <a:pt x="39" y="632"/>
                  <a:pt x="29" y="610"/>
                  <a:pt x="29" y="586"/>
                </a:cubicBezTo>
                <a:cubicBezTo>
                  <a:pt x="29" y="561"/>
                  <a:pt x="39" y="539"/>
                  <a:pt x="56" y="523"/>
                </a:cubicBezTo>
                <a:cubicBezTo>
                  <a:pt x="71" y="507"/>
                  <a:pt x="93" y="497"/>
                  <a:pt x="119" y="497"/>
                </a:cubicBezTo>
                <a:cubicBezTo>
                  <a:pt x="144" y="497"/>
                  <a:pt x="166" y="507"/>
                  <a:pt x="181" y="523"/>
                </a:cubicBezTo>
                <a:cubicBezTo>
                  <a:pt x="198" y="539"/>
                  <a:pt x="208" y="561"/>
                  <a:pt x="208" y="586"/>
                </a:cubicBezTo>
                <a:cubicBezTo>
                  <a:pt x="208" y="610"/>
                  <a:pt x="198" y="632"/>
                  <a:pt x="181" y="649"/>
                </a:cubicBezTo>
                <a:close/>
                <a:moveTo>
                  <a:pt x="237" y="225"/>
                </a:moveTo>
                <a:lnTo>
                  <a:pt x="237" y="225"/>
                </a:lnTo>
                <a:cubicBezTo>
                  <a:pt x="237" y="148"/>
                  <a:pt x="237" y="148"/>
                  <a:pt x="237" y="148"/>
                </a:cubicBezTo>
                <a:cubicBezTo>
                  <a:pt x="237" y="141"/>
                  <a:pt x="243" y="134"/>
                  <a:pt x="248" y="133"/>
                </a:cubicBezTo>
                <a:cubicBezTo>
                  <a:pt x="636" y="30"/>
                  <a:pt x="636" y="30"/>
                  <a:pt x="636" y="30"/>
                </a:cubicBezTo>
                <a:cubicBezTo>
                  <a:pt x="637" y="30"/>
                  <a:pt x="637" y="30"/>
                  <a:pt x="639" y="30"/>
                </a:cubicBezTo>
                <a:cubicBezTo>
                  <a:pt x="643" y="30"/>
                  <a:pt x="647" y="31"/>
                  <a:pt x="650" y="34"/>
                </a:cubicBezTo>
                <a:cubicBezTo>
                  <a:pt x="653" y="37"/>
                  <a:pt x="654" y="39"/>
                  <a:pt x="654" y="45"/>
                </a:cubicBezTo>
                <a:cubicBezTo>
                  <a:pt x="654" y="113"/>
                  <a:pt x="654" y="113"/>
                  <a:pt x="654" y="113"/>
                </a:cubicBezTo>
                <a:lnTo>
                  <a:pt x="237" y="225"/>
                </a:lnTo>
                <a:close/>
              </a:path>
            </a:pathLst>
          </a:custGeom>
          <a:solidFill>
            <a:schemeClr val="accent4"/>
          </a:solidFill>
          <a:ln>
            <a:noFill/>
          </a:ln>
          <a:effectLst/>
        </p:spPr>
        <p:txBody>
          <a:bodyPr wrap="none" anchor="ctr"/>
          <a:lstStyle/>
          <a:p>
            <a:endParaRPr lang="da-DK"/>
          </a:p>
        </p:txBody>
      </p:sp>
      <p:grpSp>
        <p:nvGrpSpPr>
          <p:cNvPr id="364" name="Group 367">
            <a:extLst>
              <a:ext uri="{FF2B5EF4-FFF2-40B4-BE49-F238E27FC236}">
                <a16:creationId xmlns:a16="http://schemas.microsoft.com/office/drawing/2014/main" id="{1272E9B9-C6DB-0B2C-2EC8-B324FCE8C2AF}"/>
              </a:ext>
            </a:extLst>
          </p:cNvPr>
          <p:cNvGrpSpPr/>
          <p:nvPr/>
        </p:nvGrpSpPr>
        <p:grpSpPr>
          <a:xfrm>
            <a:off x="3112169" y="4481414"/>
            <a:ext cx="257175" cy="257175"/>
            <a:chOff x="2084388" y="4803775"/>
            <a:chExt cx="257175" cy="257175"/>
          </a:xfrm>
          <a:solidFill>
            <a:schemeClr val="accent4"/>
          </a:solidFill>
        </p:grpSpPr>
        <p:sp>
          <p:nvSpPr>
            <p:cNvPr id="365" name="Freeform 300">
              <a:extLst>
                <a:ext uri="{FF2B5EF4-FFF2-40B4-BE49-F238E27FC236}">
                  <a16:creationId xmlns:a16="http://schemas.microsoft.com/office/drawing/2014/main" id="{3829C6B1-2901-AA50-F416-9F65E2770A4D}"/>
                </a:ext>
              </a:extLst>
            </p:cNvPr>
            <p:cNvSpPr>
              <a:spLocks noChangeArrowheads="1"/>
            </p:cNvSpPr>
            <p:nvPr/>
          </p:nvSpPr>
          <p:spPr bwMode="auto">
            <a:xfrm>
              <a:off x="2084388" y="4803775"/>
              <a:ext cx="257175" cy="257175"/>
            </a:xfrm>
            <a:custGeom>
              <a:avLst/>
              <a:gdLst>
                <a:gd name="T0" fmla="*/ 357 w 715"/>
                <a:gd name="T1" fmla="*/ 0 h 715"/>
                <a:gd name="T2" fmla="*/ 357 w 715"/>
                <a:gd name="T3" fmla="*/ 0 h 715"/>
                <a:gd name="T4" fmla="*/ 0 w 715"/>
                <a:gd name="T5" fmla="*/ 357 h 715"/>
                <a:gd name="T6" fmla="*/ 357 w 715"/>
                <a:gd name="T7" fmla="*/ 714 h 715"/>
                <a:gd name="T8" fmla="*/ 714 w 715"/>
                <a:gd name="T9" fmla="*/ 357 h 715"/>
                <a:gd name="T10" fmla="*/ 357 w 715"/>
                <a:gd name="T11" fmla="*/ 0 h 715"/>
                <a:gd name="T12" fmla="*/ 589 w 715"/>
                <a:gd name="T13" fmla="*/ 588 h 715"/>
                <a:gd name="T14" fmla="*/ 589 w 715"/>
                <a:gd name="T15" fmla="*/ 588 h 715"/>
                <a:gd name="T16" fmla="*/ 357 w 715"/>
                <a:gd name="T17" fmla="*/ 685 h 715"/>
                <a:gd name="T18" fmla="*/ 126 w 715"/>
                <a:gd name="T19" fmla="*/ 588 h 715"/>
                <a:gd name="T20" fmla="*/ 30 w 715"/>
                <a:gd name="T21" fmla="*/ 357 h 715"/>
                <a:gd name="T22" fmla="*/ 126 w 715"/>
                <a:gd name="T23" fmla="*/ 127 h 715"/>
                <a:gd name="T24" fmla="*/ 357 w 715"/>
                <a:gd name="T25" fmla="*/ 31 h 715"/>
                <a:gd name="T26" fmla="*/ 589 w 715"/>
                <a:gd name="T27" fmla="*/ 127 h 715"/>
                <a:gd name="T28" fmla="*/ 684 w 715"/>
                <a:gd name="T29" fmla="*/ 357 h 715"/>
                <a:gd name="T30" fmla="*/ 589 w 715"/>
                <a:gd name="T31" fmla="*/ 588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15" h="715">
                  <a:moveTo>
                    <a:pt x="357" y="0"/>
                  </a:moveTo>
                  <a:lnTo>
                    <a:pt x="357" y="0"/>
                  </a:lnTo>
                  <a:cubicBezTo>
                    <a:pt x="159" y="0"/>
                    <a:pt x="0" y="160"/>
                    <a:pt x="0" y="357"/>
                  </a:cubicBezTo>
                  <a:cubicBezTo>
                    <a:pt x="0" y="555"/>
                    <a:pt x="159" y="714"/>
                    <a:pt x="357" y="714"/>
                  </a:cubicBezTo>
                  <a:cubicBezTo>
                    <a:pt x="554" y="714"/>
                    <a:pt x="714" y="555"/>
                    <a:pt x="714" y="357"/>
                  </a:cubicBezTo>
                  <a:cubicBezTo>
                    <a:pt x="714" y="160"/>
                    <a:pt x="554" y="0"/>
                    <a:pt x="357" y="0"/>
                  </a:cubicBezTo>
                  <a:close/>
                  <a:moveTo>
                    <a:pt x="589" y="588"/>
                  </a:moveTo>
                  <a:lnTo>
                    <a:pt x="589" y="588"/>
                  </a:lnTo>
                  <a:cubicBezTo>
                    <a:pt x="529" y="648"/>
                    <a:pt x="448" y="685"/>
                    <a:pt x="357" y="685"/>
                  </a:cubicBezTo>
                  <a:cubicBezTo>
                    <a:pt x="267" y="685"/>
                    <a:pt x="184" y="648"/>
                    <a:pt x="126" y="588"/>
                  </a:cubicBezTo>
                  <a:cubicBezTo>
                    <a:pt x="66" y="530"/>
                    <a:pt x="30" y="447"/>
                    <a:pt x="30" y="357"/>
                  </a:cubicBezTo>
                  <a:cubicBezTo>
                    <a:pt x="30" y="268"/>
                    <a:pt x="66" y="185"/>
                    <a:pt x="126" y="127"/>
                  </a:cubicBezTo>
                  <a:cubicBezTo>
                    <a:pt x="184" y="67"/>
                    <a:pt x="267" y="31"/>
                    <a:pt x="357" y="31"/>
                  </a:cubicBezTo>
                  <a:cubicBezTo>
                    <a:pt x="448" y="31"/>
                    <a:pt x="529" y="67"/>
                    <a:pt x="589" y="127"/>
                  </a:cubicBezTo>
                  <a:cubicBezTo>
                    <a:pt x="647" y="185"/>
                    <a:pt x="684" y="268"/>
                    <a:pt x="684" y="357"/>
                  </a:cubicBezTo>
                  <a:cubicBezTo>
                    <a:pt x="684" y="447"/>
                    <a:pt x="647" y="530"/>
                    <a:pt x="589" y="58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6" name="Freeform 301">
              <a:extLst>
                <a:ext uri="{FF2B5EF4-FFF2-40B4-BE49-F238E27FC236}">
                  <a16:creationId xmlns:a16="http://schemas.microsoft.com/office/drawing/2014/main" id="{609EEE86-32F9-98F3-81E4-331CF2DDF886}"/>
                </a:ext>
              </a:extLst>
            </p:cNvPr>
            <p:cNvSpPr>
              <a:spLocks noChangeArrowheads="1"/>
            </p:cNvSpPr>
            <p:nvPr/>
          </p:nvSpPr>
          <p:spPr bwMode="auto">
            <a:xfrm>
              <a:off x="2181225" y="4900613"/>
              <a:ext cx="65088" cy="65087"/>
            </a:xfrm>
            <a:custGeom>
              <a:avLst/>
              <a:gdLst>
                <a:gd name="T0" fmla="*/ 179 w 180"/>
                <a:gd name="T1" fmla="*/ 89 h 179"/>
                <a:gd name="T2" fmla="*/ 179 w 180"/>
                <a:gd name="T3" fmla="*/ 89 h 179"/>
                <a:gd name="T4" fmla="*/ 89 w 180"/>
                <a:gd name="T5" fmla="*/ 0 h 179"/>
                <a:gd name="T6" fmla="*/ 0 w 180"/>
                <a:gd name="T7" fmla="*/ 89 h 179"/>
                <a:gd name="T8" fmla="*/ 89 w 180"/>
                <a:gd name="T9" fmla="*/ 178 h 179"/>
                <a:gd name="T10" fmla="*/ 179 w 180"/>
                <a:gd name="T11" fmla="*/ 89 h 179"/>
                <a:gd name="T12" fmla="*/ 29 w 180"/>
                <a:gd name="T13" fmla="*/ 89 h 179"/>
                <a:gd name="T14" fmla="*/ 29 w 180"/>
                <a:gd name="T15" fmla="*/ 89 h 179"/>
                <a:gd name="T16" fmla="*/ 46 w 180"/>
                <a:gd name="T17" fmla="*/ 47 h 179"/>
                <a:gd name="T18" fmla="*/ 89 w 180"/>
                <a:gd name="T19" fmla="*/ 30 h 179"/>
                <a:gd name="T20" fmla="*/ 131 w 180"/>
                <a:gd name="T21" fmla="*/ 47 h 179"/>
                <a:gd name="T22" fmla="*/ 148 w 180"/>
                <a:gd name="T23" fmla="*/ 89 h 179"/>
                <a:gd name="T24" fmla="*/ 131 w 180"/>
                <a:gd name="T25" fmla="*/ 132 h 179"/>
                <a:gd name="T26" fmla="*/ 89 w 180"/>
                <a:gd name="T27" fmla="*/ 149 h 179"/>
                <a:gd name="T28" fmla="*/ 46 w 180"/>
                <a:gd name="T29" fmla="*/ 132 h 179"/>
                <a:gd name="T30" fmla="*/ 29 w 180"/>
                <a:gd name="T31" fmla="*/ 8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0" h="179">
                  <a:moveTo>
                    <a:pt x="179" y="89"/>
                  </a:moveTo>
                  <a:lnTo>
                    <a:pt x="179" y="89"/>
                  </a:lnTo>
                  <a:cubicBezTo>
                    <a:pt x="179" y="40"/>
                    <a:pt x="138" y="0"/>
                    <a:pt x="89" y="0"/>
                  </a:cubicBezTo>
                  <a:cubicBezTo>
                    <a:pt x="39" y="0"/>
                    <a:pt x="0" y="40"/>
                    <a:pt x="0" y="89"/>
                  </a:cubicBezTo>
                  <a:cubicBezTo>
                    <a:pt x="0" y="139"/>
                    <a:pt x="39" y="178"/>
                    <a:pt x="89" y="178"/>
                  </a:cubicBezTo>
                  <a:cubicBezTo>
                    <a:pt x="138" y="178"/>
                    <a:pt x="179" y="139"/>
                    <a:pt x="179" y="89"/>
                  </a:cubicBezTo>
                  <a:close/>
                  <a:moveTo>
                    <a:pt x="29" y="89"/>
                  </a:moveTo>
                  <a:lnTo>
                    <a:pt x="29" y="89"/>
                  </a:lnTo>
                  <a:cubicBezTo>
                    <a:pt x="29" y="74"/>
                    <a:pt x="36" y="58"/>
                    <a:pt x="46" y="47"/>
                  </a:cubicBezTo>
                  <a:cubicBezTo>
                    <a:pt x="57" y="37"/>
                    <a:pt x="73" y="30"/>
                    <a:pt x="89" y="30"/>
                  </a:cubicBezTo>
                  <a:cubicBezTo>
                    <a:pt x="105" y="30"/>
                    <a:pt x="120" y="37"/>
                    <a:pt x="131" y="47"/>
                  </a:cubicBezTo>
                  <a:cubicBezTo>
                    <a:pt x="142" y="58"/>
                    <a:pt x="148" y="74"/>
                    <a:pt x="148" y="89"/>
                  </a:cubicBezTo>
                  <a:cubicBezTo>
                    <a:pt x="148" y="106"/>
                    <a:pt x="142" y="121"/>
                    <a:pt x="131" y="132"/>
                  </a:cubicBezTo>
                  <a:cubicBezTo>
                    <a:pt x="120" y="142"/>
                    <a:pt x="105" y="149"/>
                    <a:pt x="89" y="149"/>
                  </a:cubicBezTo>
                  <a:cubicBezTo>
                    <a:pt x="73" y="149"/>
                    <a:pt x="57" y="142"/>
                    <a:pt x="46" y="132"/>
                  </a:cubicBezTo>
                  <a:cubicBezTo>
                    <a:pt x="36" y="121"/>
                    <a:pt x="29" y="106"/>
                    <a:pt x="2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7" name="Freeform 302">
              <a:extLst>
                <a:ext uri="{FF2B5EF4-FFF2-40B4-BE49-F238E27FC236}">
                  <a16:creationId xmlns:a16="http://schemas.microsoft.com/office/drawing/2014/main" id="{256EDC9E-A71E-7034-23A6-9740679EDA52}"/>
                </a:ext>
              </a:extLst>
            </p:cNvPr>
            <p:cNvSpPr>
              <a:spLocks noChangeArrowheads="1"/>
            </p:cNvSpPr>
            <p:nvPr/>
          </p:nvSpPr>
          <p:spPr bwMode="auto">
            <a:xfrm>
              <a:off x="2208213" y="4991100"/>
              <a:ext cx="76200" cy="38100"/>
            </a:xfrm>
            <a:custGeom>
              <a:avLst/>
              <a:gdLst>
                <a:gd name="T0" fmla="*/ 183 w 212"/>
                <a:gd name="T1" fmla="*/ 6 h 106"/>
                <a:gd name="T2" fmla="*/ 183 w 212"/>
                <a:gd name="T3" fmla="*/ 6 h 106"/>
                <a:gd name="T4" fmla="*/ 183 w 212"/>
                <a:gd name="T5" fmla="*/ 6 h 106"/>
                <a:gd name="T6" fmla="*/ 15 w 212"/>
                <a:gd name="T7" fmla="*/ 75 h 106"/>
                <a:gd name="T8" fmla="*/ 0 w 212"/>
                <a:gd name="T9" fmla="*/ 91 h 106"/>
                <a:gd name="T10" fmla="*/ 15 w 212"/>
                <a:gd name="T11" fmla="*/ 105 h 106"/>
                <a:gd name="T12" fmla="*/ 204 w 212"/>
                <a:gd name="T13" fmla="*/ 27 h 106"/>
                <a:gd name="T14" fmla="*/ 204 w 212"/>
                <a:gd name="T15" fmla="*/ 6 h 106"/>
                <a:gd name="T16" fmla="*/ 183 w 212"/>
                <a:gd name="T17" fmla="*/ 6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2" h="106">
                  <a:moveTo>
                    <a:pt x="183" y="6"/>
                  </a:moveTo>
                  <a:lnTo>
                    <a:pt x="183" y="6"/>
                  </a:lnTo>
                  <a:lnTo>
                    <a:pt x="183" y="6"/>
                  </a:lnTo>
                  <a:cubicBezTo>
                    <a:pt x="140" y="49"/>
                    <a:pt x="81" y="75"/>
                    <a:pt x="15" y="75"/>
                  </a:cubicBezTo>
                  <a:cubicBezTo>
                    <a:pt x="7" y="75"/>
                    <a:pt x="0" y="82"/>
                    <a:pt x="0" y="91"/>
                  </a:cubicBezTo>
                  <a:cubicBezTo>
                    <a:pt x="0" y="99"/>
                    <a:pt x="7" y="105"/>
                    <a:pt x="15" y="105"/>
                  </a:cubicBezTo>
                  <a:cubicBezTo>
                    <a:pt x="89" y="105"/>
                    <a:pt x="156" y="75"/>
                    <a:pt x="204" y="27"/>
                  </a:cubicBezTo>
                  <a:cubicBezTo>
                    <a:pt x="211" y="21"/>
                    <a:pt x="211" y="11"/>
                    <a:pt x="204" y="6"/>
                  </a:cubicBezTo>
                  <a:cubicBezTo>
                    <a:pt x="198" y="0"/>
                    <a:pt x="190" y="0"/>
                    <a:pt x="18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68" name="Freeform 303">
              <a:extLst>
                <a:ext uri="{FF2B5EF4-FFF2-40B4-BE49-F238E27FC236}">
                  <a16:creationId xmlns:a16="http://schemas.microsoft.com/office/drawing/2014/main" id="{2EA0D616-93E5-79C2-273D-8E54E64620EE}"/>
                </a:ext>
              </a:extLst>
            </p:cNvPr>
            <p:cNvSpPr>
              <a:spLocks noChangeArrowheads="1"/>
            </p:cNvSpPr>
            <p:nvPr/>
          </p:nvSpPr>
          <p:spPr bwMode="auto">
            <a:xfrm>
              <a:off x="2143125" y="4835525"/>
              <a:ext cx="76200" cy="38100"/>
            </a:xfrm>
            <a:custGeom>
              <a:avLst/>
              <a:gdLst>
                <a:gd name="T0" fmla="*/ 195 w 210"/>
                <a:gd name="T1" fmla="*/ 31 h 107"/>
                <a:gd name="T2" fmla="*/ 195 w 210"/>
                <a:gd name="T3" fmla="*/ 31 h 107"/>
                <a:gd name="T4" fmla="*/ 209 w 210"/>
                <a:gd name="T5" fmla="*/ 15 h 107"/>
                <a:gd name="T6" fmla="*/ 195 w 210"/>
                <a:gd name="T7" fmla="*/ 0 h 107"/>
                <a:gd name="T8" fmla="*/ 6 w 210"/>
                <a:gd name="T9" fmla="*/ 80 h 107"/>
                <a:gd name="T10" fmla="*/ 6 w 210"/>
                <a:gd name="T11" fmla="*/ 101 h 107"/>
                <a:gd name="T12" fmla="*/ 27 w 210"/>
                <a:gd name="T13" fmla="*/ 101 h 107"/>
                <a:gd name="T14" fmla="*/ 27 w 210"/>
                <a:gd name="T15" fmla="*/ 101 h 107"/>
                <a:gd name="T16" fmla="*/ 195 w 210"/>
                <a:gd name="T17" fmla="*/ 31 h 1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10" h="107">
                  <a:moveTo>
                    <a:pt x="195" y="31"/>
                  </a:moveTo>
                  <a:lnTo>
                    <a:pt x="195" y="31"/>
                  </a:lnTo>
                  <a:cubicBezTo>
                    <a:pt x="204" y="31"/>
                    <a:pt x="209" y="24"/>
                    <a:pt x="209" y="15"/>
                  </a:cubicBezTo>
                  <a:cubicBezTo>
                    <a:pt x="209" y="7"/>
                    <a:pt x="204" y="0"/>
                    <a:pt x="195" y="0"/>
                  </a:cubicBezTo>
                  <a:cubicBezTo>
                    <a:pt x="122" y="0"/>
                    <a:pt x="55" y="31"/>
                    <a:pt x="6" y="80"/>
                  </a:cubicBezTo>
                  <a:cubicBezTo>
                    <a:pt x="0" y="85"/>
                    <a:pt x="0" y="95"/>
                    <a:pt x="6" y="101"/>
                  </a:cubicBezTo>
                  <a:cubicBezTo>
                    <a:pt x="11" y="106"/>
                    <a:pt x="21" y="106"/>
                    <a:pt x="27" y="101"/>
                  </a:cubicBezTo>
                  <a:lnTo>
                    <a:pt x="27" y="101"/>
                  </a:lnTo>
                  <a:cubicBezTo>
                    <a:pt x="70" y="57"/>
                    <a:pt x="130" y="31"/>
                    <a:pt x="19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69" name="Group 372">
            <a:extLst>
              <a:ext uri="{FF2B5EF4-FFF2-40B4-BE49-F238E27FC236}">
                <a16:creationId xmlns:a16="http://schemas.microsoft.com/office/drawing/2014/main" id="{5CF3E493-B315-D5CB-B126-80F2ACFB7EB5}"/>
              </a:ext>
            </a:extLst>
          </p:cNvPr>
          <p:cNvGrpSpPr/>
          <p:nvPr/>
        </p:nvGrpSpPr>
        <p:grpSpPr>
          <a:xfrm>
            <a:off x="2083469" y="4481414"/>
            <a:ext cx="246062" cy="257175"/>
            <a:chOff x="1055688" y="4792663"/>
            <a:chExt cx="246062" cy="257175"/>
          </a:xfrm>
          <a:solidFill>
            <a:schemeClr val="accent4"/>
          </a:solidFill>
        </p:grpSpPr>
        <p:sp>
          <p:nvSpPr>
            <p:cNvPr id="370" name="Freeform 304">
              <a:extLst>
                <a:ext uri="{FF2B5EF4-FFF2-40B4-BE49-F238E27FC236}">
                  <a16:creationId xmlns:a16="http://schemas.microsoft.com/office/drawing/2014/main" id="{77BFDC56-D1FB-1FFA-188C-F319CD74415F}"/>
                </a:ext>
              </a:extLst>
            </p:cNvPr>
            <p:cNvSpPr>
              <a:spLocks noChangeArrowheads="1"/>
            </p:cNvSpPr>
            <p:nvPr/>
          </p:nvSpPr>
          <p:spPr bwMode="auto">
            <a:xfrm>
              <a:off x="1055688" y="4792663"/>
              <a:ext cx="246062" cy="257175"/>
            </a:xfrm>
            <a:custGeom>
              <a:avLst/>
              <a:gdLst>
                <a:gd name="T0" fmla="*/ 89 w 685"/>
                <a:gd name="T1" fmla="*/ 714 h 715"/>
                <a:gd name="T2" fmla="*/ 89 w 685"/>
                <a:gd name="T3" fmla="*/ 714 h 715"/>
                <a:gd name="T4" fmla="*/ 89 w 685"/>
                <a:gd name="T5" fmla="*/ 714 h 715"/>
                <a:gd name="T6" fmla="*/ 163 w 685"/>
                <a:gd name="T7" fmla="*/ 714 h 715"/>
                <a:gd name="T8" fmla="*/ 223 w 685"/>
                <a:gd name="T9" fmla="*/ 714 h 715"/>
                <a:gd name="T10" fmla="*/ 253 w 685"/>
                <a:gd name="T11" fmla="*/ 714 h 715"/>
                <a:gd name="T12" fmla="*/ 253 w 685"/>
                <a:gd name="T13" fmla="*/ 714 h 715"/>
                <a:gd name="T14" fmla="*/ 580 w 685"/>
                <a:gd name="T15" fmla="*/ 714 h 715"/>
                <a:gd name="T16" fmla="*/ 684 w 685"/>
                <a:gd name="T17" fmla="*/ 609 h 715"/>
                <a:gd name="T18" fmla="*/ 684 w 685"/>
                <a:gd name="T19" fmla="*/ 44 h 715"/>
                <a:gd name="T20" fmla="*/ 639 w 685"/>
                <a:gd name="T21" fmla="*/ 0 h 715"/>
                <a:gd name="T22" fmla="*/ 193 w 685"/>
                <a:gd name="T23" fmla="*/ 0 h 715"/>
                <a:gd name="T24" fmla="*/ 148 w 685"/>
                <a:gd name="T25" fmla="*/ 44 h 715"/>
                <a:gd name="T26" fmla="*/ 148 w 685"/>
                <a:gd name="T27" fmla="*/ 252 h 715"/>
                <a:gd name="T28" fmla="*/ 148 w 685"/>
                <a:gd name="T29" fmla="*/ 297 h 715"/>
                <a:gd name="T30" fmla="*/ 45 w 685"/>
                <a:gd name="T31" fmla="*/ 297 h 715"/>
                <a:gd name="T32" fmla="*/ 0 w 685"/>
                <a:gd name="T33" fmla="*/ 341 h 715"/>
                <a:gd name="T34" fmla="*/ 0 w 685"/>
                <a:gd name="T35" fmla="*/ 624 h 715"/>
                <a:gd name="T36" fmla="*/ 89 w 685"/>
                <a:gd name="T37" fmla="*/ 714 h 715"/>
                <a:gd name="T38" fmla="*/ 179 w 685"/>
                <a:gd name="T39" fmla="*/ 252 h 715"/>
                <a:gd name="T40" fmla="*/ 179 w 685"/>
                <a:gd name="T41" fmla="*/ 252 h 715"/>
                <a:gd name="T42" fmla="*/ 179 w 685"/>
                <a:gd name="T43" fmla="*/ 44 h 715"/>
                <a:gd name="T44" fmla="*/ 193 w 685"/>
                <a:gd name="T45" fmla="*/ 29 h 715"/>
                <a:gd name="T46" fmla="*/ 639 w 685"/>
                <a:gd name="T47" fmla="*/ 29 h 715"/>
                <a:gd name="T48" fmla="*/ 654 w 685"/>
                <a:gd name="T49" fmla="*/ 44 h 715"/>
                <a:gd name="T50" fmla="*/ 654 w 685"/>
                <a:gd name="T51" fmla="*/ 609 h 715"/>
                <a:gd name="T52" fmla="*/ 632 w 685"/>
                <a:gd name="T53" fmla="*/ 662 h 715"/>
                <a:gd name="T54" fmla="*/ 580 w 685"/>
                <a:gd name="T55" fmla="*/ 684 h 715"/>
                <a:gd name="T56" fmla="*/ 253 w 685"/>
                <a:gd name="T57" fmla="*/ 684 h 715"/>
                <a:gd name="T58" fmla="*/ 223 w 685"/>
                <a:gd name="T59" fmla="*/ 684 h 715"/>
                <a:gd name="T60" fmla="*/ 163 w 685"/>
                <a:gd name="T61" fmla="*/ 684 h 715"/>
                <a:gd name="T62" fmla="*/ 155 w 685"/>
                <a:gd name="T63" fmla="*/ 684 h 715"/>
                <a:gd name="T64" fmla="*/ 179 w 685"/>
                <a:gd name="T65" fmla="*/ 624 h 715"/>
                <a:gd name="T66" fmla="*/ 179 w 685"/>
                <a:gd name="T67" fmla="*/ 609 h 715"/>
                <a:gd name="T68" fmla="*/ 179 w 685"/>
                <a:gd name="T69" fmla="*/ 609 h 715"/>
                <a:gd name="T70" fmla="*/ 179 w 685"/>
                <a:gd name="T71" fmla="*/ 609 h 715"/>
                <a:gd name="T72" fmla="*/ 179 w 685"/>
                <a:gd name="T73" fmla="*/ 312 h 715"/>
                <a:gd name="T74" fmla="*/ 179 w 685"/>
                <a:gd name="T75" fmla="*/ 252 h 715"/>
                <a:gd name="T76" fmla="*/ 30 w 685"/>
                <a:gd name="T77" fmla="*/ 341 h 715"/>
                <a:gd name="T78" fmla="*/ 30 w 685"/>
                <a:gd name="T79" fmla="*/ 341 h 715"/>
                <a:gd name="T80" fmla="*/ 45 w 685"/>
                <a:gd name="T81" fmla="*/ 327 h 715"/>
                <a:gd name="T82" fmla="*/ 148 w 685"/>
                <a:gd name="T83" fmla="*/ 327 h 715"/>
                <a:gd name="T84" fmla="*/ 148 w 685"/>
                <a:gd name="T85" fmla="*/ 609 h 715"/>
                <a:gd name="T86" fmla="*/ 148 w 685"/>
                <a:gd name="T87" fmla="*/ 624 h 715"/>
                <a:gd name="T88" fmla="*/ 131 w 685"/>
                <a:gd name="T89" fmla="*/ 666 h 715"/>
                <a:gd name="T90" fmla="*/ 89 w 685"/>
                <a:gd name="T91" fmla="*/ 684 h 715"/>
                <a:gd name="T92" fmla="*/ 46 w 685"/>
                <a:gd name="T93" fmla="*/ 666 h 715"/>
                <a:gd name="T94" fmla="*/ 30 w 685"/>
                <a:gd name="T95" fmla="*/ 624 h 715"/>
                <a:gd name="T96" fmla="*/ 30 w 685"/>
                <a:gd name="T97" fmla="*/ 341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85" h="715">
                  <a:moveTo>
                    <a:pt x="89" y="714"/>
                  </a:moveTo>
                  <a:lnTo>
                    <a:pt x="89" y="714"/>
                  </a:lnTo>
                  <a:lnTo>
                    <a:pt x="89" y="714"/>
                  </a:lnTo>
                  <a:cubicBezTo>
                    <a:pt x="163" y="714"/>
                    <a:pt x="163" y="714"/>
                    <a:pt x="163" y="714"/>
                  </a:cubicBezTo>
                  <a:cubicBezTo>
                    <a:pt x="223" y="714"/>
                    <a:pt x="223" y="714"/>
                    <a:pt x="223" y="714"/>
                  </a:cubicBezTo>
                  <a:cubicBezTo>
                    <a:pt x="253" y="714"/>
                    <a:pt x="253" y="714"/>
                    <a:pt x="253" y="714"/>
                  </a:cubicBezTo>
                  <a:lnTo>
                    <a:pt x="253" y="714"/>
                  </a:lnTo>
                  <a:cubicBezTo>
                    <a:pt x="580" y="714"/>
                    <a:pt x="580" y="714"/>
                    <a:pt x="580" y="714"/>
                  </a:cubicBezTo>
                  <a:cubicBezTo>
                    <a:pt x="638" y="714"/>
                    <a:pt x="684" y="668"/>
                    <a:pt x="684" y="609"/>
                  </a:cubicBezTo>
                  <a:cubicBezTo>
                    <a:pt x="684" y="44"/>
                    <a:pt x="684" y="44"/>
                    <a:pt x="684" y="44"/>
                  </a:cubicBezTo>
                  <a:cubicBezTo>
                    <a:pt x="684" y="19"/>
                    <a:pt x="664" y="0"/>
                    <a:pt x="639" y="0"/>
                  </a:cubicBezTo>
                  <a:cubicBezTo>
                    <a:pt x="193" y="0"/>
                    <a:pt x="193" y="0"/>
                    <a:pt x="193" y="0"/>
                  </a:cubicBezTo>
                  <a:cubicBezTo>
                    <a:pt x="169" y="0"/>
                    <a:pt x="148" y="19"/>
                    <a:pt x="148" y="44"/>
                  </a:cubicBezTo>
                  <a:cubicBezTo>
                    <a:pt x="148" y="252"/>
                    <a:pt x="148" y="252"/>
                    <a:pt x="148" y="252"/>
                  </a:cubicBezTo>
                  <a:cubicBezTo>
                    <a:pt x="148" y="297"/>
                    <a:pt x="148" y="297"/>
                    <a:pt x="148" y="297"/>
                  </a:cubicBezTo>
                  <a:cubicBezTo>
                    <a:pt x="45" y="297"/>
                    <a:pt x="45" y="297"/>
                    <a:pt x="45" y="297"/>
                  </a:cubicBezTo>
                  <a:cubicBezTo>
                    <a:pt x="20" y="297"/>
                    <a:pt x="0" y="317"/>
                    <a:pt x="0" y="341"/>
                  </a:cubicBezTo>
                  <a:cubicBezTo>
                    <a:pt x="0" y="624"/>
                    <a:pt x="0" y="624"/>
                    <a:pt x="0" y="624"/>
                  </a:cubicBezTo>
                  <a:cubicBezTo>
                    <a:pt x="0" y="673"/>
                    <a:pt x="39" y="714"/>
                    <a:pt x="89" y="714"/>
                  </a:cubicBezTo>
                  <a:close/>
                  <a:moveTo>
                    <a:pt x="179" y="252"/>
                  </a:moveTo>
                  <a:lnTo>
                    <a:pt x="179" y="252"/>
                  </a:lnTo>
                  <a:cubicBezTo>
                    <a:pt x="179" y="44"/>
                    <a:pt x="179" y="44"/>
                    <a:pt x="179" y="44"/>
                  </a:cubicBezTo>
                  <a:cubicBezTo>
                    <a:pt x="179" y="36"/>
                    <a:pt x="184" y="29"/>
                    <a:pt x="193" y="29"/>
                  </a:cubicBezTo>
                  <a:cubicBezTo>
                    <a:pt x="639" y="29"/>
                    <a:pt x="639" y="29"/>
                    <a:pt x="639" y="29"/>
                  </a:cubicBezTo>
                  <a:cubicBezTo>
                    <a:pt x="647" y="29"/>
                    <a:pt x="654" y="36"/>
                    <a:pt x="654" y="44"/>
                  </a:cubicBezTo>
                  <a:cubicBezTo>
                    <a:pt x="654" y="609"/>
                    <a:pt x="654" y="609"/>
                    <a:pt x="654" y="609"/>
                  </a:cubicBezTo>
                  <a:cubicBezTo>
                    <a:pt x="654" y="630"/>
                    <a:pt x="646" y="648"/>
                    <a:pt x="632" y="662"/>
                  </a:cubicBezTo>
                  <a:cubicBezTo>
                    <a:pt x="619" y="676"/>
                    <a:pt x="600" y="684"/>
                    <a:pt x="580" y="684"/>
                  </a:cubicBezTo>
                  <a:cubicBezTo>
                    <a:pt x="253" y="684"/>
                    <a:pt x="253" y="684"/>
                    <a:pt x="253" y="684"/>
                  </a:cubicBezTo>
                  <a:cubicBezTo>
                    <a:pt x="223" y="684"/>
                    <a:pt x="223" y="684"/>
                    <a:pt x="223" y="684"/>
                  </a:cubicBezTo>
                  <a:cubicBezTo>
                    <a:pt x="163" y="684"/>
                    <a:pt x="163" y="684"/>
                    <a:pt x="163"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12"/>
                    <a:pt x="179" y="312"/>
                    <a:pt x="179" y="312"/>
                  </a:cubicBezTo>
                  <a:lnTo>
                    <a:pt x="179" y="252"/>
                  </a:lnTo>
                  <a:close/>
                  <a:moveTo>
                    <a:pt x="30" y="341"/>
                  </a:moveTo>
                  <a:lnTo>
                    <a:pt x="30" y="341"/>
                  </a:lnTo>
                  <a:cubicBezTo>
                    <a:pt x="30" y="334"/>
                    <a:pt x="36" y="327"/>
                    <a:pt x="45" y="327"/>
                  </a:cubicBezTo>
                  <a:cubicBezTo>
                    <a:pt x="148" y="327"/>
                    <a:pt x="148" y="327"/>
                    <a:pt x="148" y="327"/>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lnTo>
                    <a:pt x="30"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1" name="Freeform 305">
              <a:extLst>
                <a:ext uri="{FF2B5EF4-FFF2-40B4-BE49-F238E27FC236}">
                  <a16:creationId xmlns:a16="http://schemas.microsoft.com/office/drawing/2014/main" id="{11714AC6-5CB8-B299-FE20-BCC7E86909EC}"/>
                </a:ext>
              </a:extLst>
            </p:cNvPr>
            <p:cNvSpPr>
              <a:spLocks noChangeArrowheads="1"/>
            </p:cNvSpPr>
            <p:nvPr/>
          </p:nvSpPr>
          <p:spPr bwMode="auto">
            <a:xfrm>
              <a:off x="1152525" y="4835525"/>
              <a:ext cx="107950" cy="11113"/>
            </a:xfrm>
            <a:custGeom>
              <a:avLst/>
              <a:gdLst>
                <a:gd name="T0" fmla="*/ 14 w 298"/>
                <a:gd name="T1" fmla="*/ 31 h 32"/>
                <a:gd name="T2" fmla="*/ 14 w 298"/>
                <a:gd name="T3" fmla="*/ 31 h 32"/>
                <a:gd name="T4" fmla="*/ 282 w 298"/>
                <a:gd name="T5" fmla="*/ 31 h 32"/>
                <a:gd name="T6" fmla="*/ 297 w 298"/>
                <a:gd name="T7" fmla="*/ 15 h 32"/>
                <a:gd name="T8" fmla="*/ 282 w 298"/>
                <a:gd name="T9" fmla="*/ 0 h 32"/>
                <a:gd name="T10" fmla="*/ 14 w 298"/>
                <a:gd name="T11" fmla="*/ 0 h 32"/>
                <a:gd name="T12" fmla="*/ 0 w 298"/>
                <a:gd name="T13" fmla="*/ 15 h 32"/>
                <a:gd name="T14" fmla="*/ 14 w 29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2">
                  <a:moveTo>
                    <a:pt x="14" y="31"/>
                  </a:moveTo>
                  <a:lnTo>
                    <a:pt x="14" y="31"/>
                  </a:lnTo>
                  <a:cubicBezTo>
                    <a:pt x="282" y="31"/>
                    <a:pt x="282" y="31"/>
                    <a:pt x="282" y="31"/>
                  </a:cubicBezTo>
                  <a:cubicBezTo>
                    <a:pt x="290" y="31"/>
                    <a:pt x="297" y="24"/>
                    <a:pt x="297" y="15"/>
                  </a:cubicBezTo>
                  <a:cubicBezTo>
                    <a:pt x="297" y="7"/>
                    <a:pt x="290" y="0"/>
                    <a:pt x="282" y="0"/>
                  </a:cubicBezTo>
                  <a:cubicBezTo>
                    <a:pt x="14" y="0"/>
                    <a:pt x="14" y="0"/>
                    <a:pt x="14" y="0"/>
                  </a:cubicBezTo>
                  <a:cubicBezTo>
                    <a:pt x="6" y="0"/>
                    <a:pt x="0" y="7"/>
                    <a:pt x="0" y="15"/>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2" name="Freeform 306">
              <a:extLst>
                <a:ext uri="{FF2B5EF4-FFF2-40B4-BE49-F238E27FC236}">
                  <a16:creationId xmlns:a16="http://schemas.microsoft.com/office/drawing/2014/main" id="{7C983F2D-F6B2-DF1E-01BF-CE1DF28C1699}"/>
                </a:ext>
              </a:extLst>
            </p:cNvPr>
            <p:cNvSpPr>
              <a:spLocks noChangeArrowheads="1"/>
            </p:cNvSpPr>
            <p:nvPr/>
          </p:nvSpPr>
          <p:spPr bwMode="auto">
            <a:xfrm>
              <a:off x="1152525" y="4878388"/>
              <a:ext cx="107950" cy="11112"/>
            </a:xfrm>
            <a:custGeom>
              <a:avLst/>
              <a:gdLst>
                <a:gd name="T0" fmla="*/ 14 w 298"/>
                <a:gd name="T1" fmla="*/ 29 h 30"/>
                <a:gd name="T2" fmla="*/ 14 w 298"/>
                <a:gd name="T3" fmla="*/ 29 h 30"/>
                <a:gd name="T4" fmla="*/ 282 w 298"/>
                <a:gd name="T5" fmla="*/ 29 h 30"/>
                <a:gd name="T6" fmla="*/ 297 w 298"/>
                <a:gd name="T7" fmla="*/ 14 h 30"/>
                <a:gd name="T8" fmla="*/ 282 w 298"/>
                <a:gd name="T9" fmla="*/ 0 h 30"/>
                <a:gd name="T10" fmla="*/ 14 w 298"/>
                <a:gd name="T11" fmla="*/ 0 h 30"/>
                <a:gd name="T12" fmla="*/ 0 w 298"/>
                <a:gd name="T13" fmla="*/ 14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2"/>
                    <a:pt x="297" y="14"/>
                  </a:cubicBezTo>
                  <a:cubicBezTo>
                    <a:pt x="297" y="7"/>
                    <a:pt x="290" y="0"/>
                    <a:pt x="282" y="0"/>
                  </a:cubicBezTo>
                  <a:cubicBezTo>
                    <a:pt x="14" y="0"/>
                    <a:pt x="14" y="0"/>
                    <a:pt x="14" y="0"/>
                  </a:cubicBezTo>
                  <a:cubicBezTo>
                    <a:pt x="6" y="0"/>
                    <a:pt x="0" y="7"/>
                    <a:pt x="0" y="14"/>
                  </a:cubicBezTo>
                  <a:cubicBezTo>
                    <a:pt x="0" y="22"/>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3" name="Freeform 307">
              <a:extLst>
                <a:ext uri="{FF2B5EF4-FFF2-40B4-BE49-F238E27FC236}">
                  <a16:creationId xmlns:a16="http://schemas.microsoft.com/office/drawing/2014/main" id="{DF4374AF-5EDD-09F5-B835-11ECC0E19848}"/>
                </a:ext>
              </a:extLst>
            </p:cNvPr>
            <p:cNvSpPr>
              <a:spLocks noChangeArrowheads="1"/>
            </p:cNvSpPr>
            <p:nvPr/>
          </p:nvSpPr>
          <p:spPr bwMode="auto">
            <a:xfrm>
              <a:off x="1152525" y="4921250"/>
              <a:ext cx="107950" cy="11113"/>
            </a:xfrm>
            <a:custGeom>
              <a:avLst/>
              <a:gdLst>
                <a:gd name="T0" fmla="*/ 14 w 298"/>
                <a:gd name="T1" fmla="*/ 29 h 30"/>
                <a:gd name="T2" fmla="*/ 14 w 298"/>
                <a:gd name="T3" fmla="*/ 29 h 30"/>
                <a:gd name="T4" fmla="*/ 282 w 298"/>
                <a:gd name="T5" fmla="*/ 29 h 30"/>
                <a:gd name="T6" fmla="*/ 297 w 298"/>
                <a:gd name="T7" fmla="*/ 15 h 30"/>
                <a:gd name="T8" fmla="*/ 282 w 298"/>
                <a:gd name="T9" fmla="*/ 0 h 30"/>
                <a:gd name="T10" fmla="*/ 14 w 298"/>
                <a:gd name="T11" fmla="*/ 0 h 30"/>
                <a:gd name="T12" fmla="*/ 0 w 298"/>
                <a:gd name="T13" fmla="*/ 15 h 30"/>
                <a:gd name="T14" fmla="*/ 14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4" y="29"/>
                  </a:moveTo>
                  <a:lnTo>
                    <a:pt x="14" y="29"/>
                  </a:lnTo>
                  <a:cubicBezTo>
                    <a:pt x="282" y="29"/>
                    <a:pt x="282" y="29"/>
                    <a:pt x="282" y="29"/>
                  </a:cubicBezTo>
                  <a:cubicBezTo>
                    <a:pt x="290" y="29"/>
                    <a:pt x="297" y="23"/>
                    <a:pt x="297" y="15"/>
                  </a:cubicBezTo>
                  <a:cubicBezTo>
                    <a:pt x="297" y="7"/>
                    <a:pt x="290" y="0"/>
                    <a:pt x="282" y="0"/>
                  </a:cubicBezTo>
                  <a:cubicBezTo>
                    <a:pt x="14" y="0"/>
                    <a:pt x="14" y="0"/>
                    <a:pt x="14" y="0"/>
                  </a:cubicBezTo>
                  <a:cubicBezTo>
                    <a:pt x="6" y="0"/>
                    <a:pt x="0" y="7"/>
                    <a:pt x="0" y="15"/>
                  </a:cubicBezTo>
                  <a:cubicBezTo>
                    <a:pt x="0" y="23"/>
                    <a:pt x="6"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4" name="Group 377">
            <a:extLst>
              <a:ext uri="{FF2B5EF4-FFF2-40B4-BE49-F238E27FC236}">
                <a16:creationId xmlns:a16="http://schemas.microsoft.com/office/drawing/2014/main" id="{899F25D1-2C9D-329E-9625-8F33C680EAA8}"/>
              </a:ext>
            </a:extLst>
          </p:cNvPr>
          <p:cNvGrpSpPr/>
          <p:nvPr/>
        </p:nvGrpSpPr>
        <p:grpSpPr>
          <a:xfrm>
            <a:off x="1613569" y="4481414"/>
            <a:ext cx="160337" cy="257175"/>
            <a:chOff x="585788" y="4792663"/>
            <a:chExt cx="160337" cy="257175"/>
          </a:xfrm>
          <a:solidFill>
            <a:schemeClr val="accent4"/>
          </a:solidFill>
        </p:grpSpPr>
        <p:sp>
          <p:nvSpPr>
            <p:cNvPr id="375" name="Freeform 308">
              <a:extLst>
                <a:ext uri="{FF2B5EF4-FFF2-40B4-BE49-F238E27FC236}">
                  <a16:creationId xmlns:a16="http://schemas.microsoft.com/office/drawing/2014/main" id="{644BA0E8-2B43-3830-B126-C9DA00EA4698}"/>
                </a:ext>
              </a:extLst>
            </p:cNvPr>
            <p:cNvSpPr>
              <a:spLocks noChangeArrowheads="1"/>
            </p:cNvSpPr>
            <p:nvPr/>
          </p:nvSpPr>
          <p:spPr bwMode="auto">
            <a:xfrm>
              <a:off x="585788" y="4921250"/>
              <a:ext cx="160337" cy="128588"/>
            </a:xfrm>
            <a:custGeom>
              <a:avLst/>
              <a:gdLst>
                <a:gd name="T0" fmla="*/ 446 w 447"/>
                <a:gd name="T1" fmla="*/ 15 h 358"/>
                <a:gd name="T2" fmla="*/ 446 w 447"/>
                <a:gd name="T3" fmla="*/ 15 h 358"/>
                <a:gd name="T4" fmla="*/ 431 w 447"/>
                <a:gd name="T5" fmla="*/ 0 h 358"/>
                <a:gd name="T6" fmla="*/ 417 w 447"/>
                <a:gd name="T7" fmla="*/ 15 h 358"/>
                <a:gd name="T8" fmla="*/ 417 w 447"/>
                <a:gd name="T9" fmla="*/ 15 h 358"/>
                <a:gd name="T10" fmla="*/ 359 w 447"/>
                <a:gd name="T11" fmla="*/ 152 h 358"/>
                <a:gd name="T12" fmla="*/ 223 w 447"/>
                <a:gd name="T13" fmla="*/ 207 h 358"/>
                <a:gd name="T14" fmla="*/ 86 w 447"/>
                <a:gd name="T15" fmla="*/ 152 h 358"/>
                <a:gd name="T16" fmla="*/ 29 w 447"/>
                <a:gd name="T17" fmla="*/ 15 h 358"/>
                <a:gd name="T18" fmla="*/ 15 w 447"/>
                <a:gd name="T19" fmla="*/ 0 h 358"/>
                <a:gd name="T20" fmla="*/ 0 w 447"/>
                <a:gd name="T21" fmla="*/ 15 h 358"/>
                <a:gd name="T22" fmla="*/ 207 w 447"/>
                <a:gd name="T23" fmla="*/ 237 h 358"/>
                <a:gd name="T24" fmla="*/ 207 w 447"/>
                <a:gd name="T25" fmla="*/ 327 h 358"/>
                <a:gd name="T26" fmla="*/ 163 w 447"/>
                <a:gd name="T27" fmla="*/ 327 h 358"/>
                <a:gd name="T28" fmla="*/ 149 w 447"/>
                <a:gd name="T29" fmla="*/ 341 h 358"/>
                <a:gd name="T30" fmla="*/ 163 w 447"/>
                <a:gd name="T31" fmla="*/ 357 h 358"/>
                <a:gd name="T32" fmla="*/ 283 w 447"/>
                <a:gd name="T33" fmla="*/ 357 h 358"/>
                <a:gd name="T34" fmla="*/ 297 w 447"/>
                <a:gd name="T35" fmla="*/ 341 h 358"/>
                <a:gd name="T36" fmla="*/ 283 w 447"/>
                <a:gd name="T37" fmla="*/ 327 h 358"/>
                <a:gd name="T38" fmla="*/ 238 w 447"/>
                <a:gd name="T39" fmla="*/ 327 h 358"/>
                <a:gd name="T40" fmla="*/ 238 w 447"/>
                <a:gd name="T41" fmla="*/ 237 h 358"/>
                <a:gd name="T42" fmla="*/ 446 w 447"/>
                <a:gd name="T43" fmla="*/ 15 h 3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7" h="358">
                  <a:moveTo>
                    <a:pt x="446" y="15"/>
                  </a:moveTo>
                  <a:lnTo>
                    <a:pt x="446" y="15"/>
                  </a:lnTo>
                  <a:cubicBezTo>
                    <a:pt x="446" y="7"/>
                    <a:pt x="439" y="0"/>
                    <a:pt x="431" y="0"/>
                  </a:cubicBezTo>
                  <a:cubicBezTo>
                    <a:pt x="422" y="0"/>
                    <a:pt x="417" y="7"/>
                    <a:pt x="417" y="15"/>
                  </a:cubicBezTo>
                  <a:lnTo>
                    <a:pt x="417" y="15"/>
                  </a:lnTo>
                  <a:cubicBezTo>
                    <a:pt x="417" y="68"/>
                    <a:pt x="394" y="117"/>
                    <a:pt x="359" y="152"/>
                  </a:cubicBezTo>
                  <a:cubicBezTo>
                    <a:pt x="325" y="186"/>
                    <a:pt x="276" y="207"/>
                    <a:pt x="223" y="207"/>
                  </a:cubicBezTo>
                  <a:cubicBezTo>
                    <a:pt x="170" y="207"/>
                    <a:pt x="121" y="186"/>
                    <a:pt x="86" y="152"/>
                  </a:cubicBezTo>
                  <a:cubicBezTo>
                    <a:pt x="51" y="117"/>
                    <a:pt x="29" y="68"/>
                    <a:pt x="29" y="15"/>
                  </a:cubicBezTo>
                  <a:cubicBezTo>
                    <a:pt x="29" y="7"/>
                    <a:pt x="23" y="0"/>
                    <a:pt x="15" y="0"/>
                  </a:cubicBezTo>
                  <a:cubicBezTo>
                    <a:pt x="7" y="0"/>
                    <a:pt x="0" y="7"/>
                    <a:pt x="0" y="15"/>
                  </a:cubicBezTo>
                  <a:cubicBezTo>
                    <a:pt x="0" y="133"/>
                    <a:pt x="92" y="230"/>
                    <a:pt x="207" y="237"/>
                  </a:cubicBezTo>
                  <a:cubicBezTo>
                    <a:pt x="207" y="327"/>
                    <a:pt x="207" y="327"/>
                    <a:pt x="207" y="327"/>
                  </a:cubicBezTo>
                  <a:cubicBezTo>
                    <a:pt x="163" y="327"/>
                    <a:pt x="163" y="327"/>
                    <a:pt x="163" y="327"/>
                  </a:cubicBezTo>
                  <a:cubicBezTo>
                    <a:pt x="154" y="327"/>
                    <a:pt x="149" y="334"/>
                    <a:pt x="149" y="341"/>
                  </a:cubicBezTo>
                  <a:cubicBezTo>
                    <a:pt x="149" y="350"/>
                    <a:pt x="154" y="357"/>
                    <a:pt x="163" y="357"/>
                  </a:cubicBezTo>
                  <a:cubicBezTo>
                    <a:pt x="283" y="357"/>
                    <a:pt x="283" y="357"/>
                    <a:pt x="283" y="357"/>
                  </a:cubicBezTo>
                  <a:cubicBezTo>
                    <a:pt x="291" y="357"/>
                    <a:pt x="297" y="350"/>
                    <a:pt x="297" y="341"/>
                  </a:cubicBezTo>
                  <a:cubicBezTo>
                    <a:pt x="297" y="334"/>
                    <a:pt x="291" y="327"/>
                    <a:pt x="283" y="327"/>
                  </a:cubicBezTo>
                  <a:cubicBezTo>
                    <a:pt x="238" y="327"/>
                    <a:pt x="238" y="327"/>
                    <a:pt x="238" y="327"/>
                  </a:cubicBezTo>
                  <a:cubicBezTo>
                    <a:pt x="238" y="237"/>
                    <a:pt x="238" y="237"/>
                    <a:pt x="238" y="237"/>
                  </a:cubicBezTo>
                  <a:cubicBezTo>
                    <a:pt x="354" y="230"/>
                    <a:pt x="446" y="133"/>
                    <a:pt x="446"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76" name="Freeform 309">
              <a:extLst>
                <a:ext uri="{FF2B5EF4-FFF2-40B4-BE49-F238E27FC236}">
                  <a16:creationId xmlns:a16="http://schemas.microsoft.com/office/drawing/2014/main" id="{1BFB76ED-7BC9-2AE1-3F5C-EFF0543F46E1}"/>
                </a:ext>
              </a:extLst>
            </p:cNvPr>
            <p:cNvSpPr>
              <a:spLocks noChangeArrowheads="1"/>
            </p:cNvSpPr>
            <p:nvPr/>
          </p:nvSpPr>
          <p:spPr bwMode="auto">
            <a:xfrm>
              <a:off x="617538" y="4792663"/>
              <a:ext cx="96837" cy="182562"/>
            </a:xfrm>
            <a:custGeom>
              <a:avLst/>
              <a:gdLst>
                <a:gd name="T0" fmla="*/ 134 w 269"/>
                <a:gd name="T1" fmla="*/ 0 h 507"/>
                <a:gd name="T2" fmla="*/ 134 w 269"/>
                <a:gd name="T3" fmla="*/ 0 h 507"/>
                <a:gd name="T4" fmla="*/ 0 w 269"/>
                <a:gd name="T5" fmla="*/ 133 h 507"/>
                <a:gd name="T6" fmla="*/ 0 w 269"/>
                <a:gd name="T7" fmla="*/ 372 h 507"/>
                <a:gd name="T8" fmla="*/ 134 w 269"/>
                <a:gd name="T9" fmla="*/ 506 h 507"/>
                <a:gd name="T10" fmla="*/ 268 w 269"/>
                <a:gd name="T11" fmla="*/ 372 h 507"/>
                <a:gd name="T12" fmla="*/ 268 w 269"/>
                <a:gd name="T13" fmla="*/ 341 h 507"/>
                <a:gd name="T14" fmla="*/ 268 w 269"/>
                <a:gd name="T15" fmla="*/ 341 h 507"/>
                <a:gd name="T16" fmla="*/ 268 w 269"/>
                <a:gd name="T17" fmla="*/ 341 h 507"/>
                <a:gd name="T18" fmla="*/ 268 w 269"/>
                <a:gd name="T19" fmla="*/ 252 h 507"/>
                <a:gd name="T20" fmla="*/ 268 w 269"/>
                <a:gd name="T21" fmla="*/ 252 h 507"/>
                <a:gd name="T22" fmla="*/ 268 w 269"/>
                <a:gd name="T23" fmla="*/ 252 h 507"/>
                <a:gd name="T24" fmla="*/ 268 w 269"/>
                <a:gd name="T25" fmla="*/ 163 h 507"/>
                <a:gd name="T26" fmla="*/ 268 w 269"/>
                <a:gd name="T27" fmla="*/ 163 h 507"/>
                <a:gd name="T28" fmla="*/ 268 w 269"/>
                <a:gd name="T29" fmla="*/ 163 h 507"/>
                <a:gd name="T30" fmla="*/ 268 w 269"/>
                <a:gd name="T31" fmla="*/ 133 h 507"/>
                <a:gd name="T32" fmla="*/ 134 w 269"/>
                <a:gd name="T33" fmla="*/ 0 h 507"/>
                <a:gd name="T34" fmla="*/ 208 w 269"/>
                <a:gd name="T35" fmla="*/ 446 h 507"/>
                <a:gd name="T36" fmla="*/ 208 w 269"/>
                <a:gd name="T37" fmla="*/ 446 h 507"/>
                <a:gd name="T38" fmla="*/ 134 w 269"/>
                <a:gd name="T39" fmla="*/ 475 h 507"/>
                <a:gd name="T40" fmla="*/ 60 w 269"/>
                <a:gd name="T41" fmla="*/ 446 h 507"/>
                <a:gd name="T42" fmla="*/ 29 w 269"/>
                <a:gd name="T43" fmla="*/ 372 h 507"/>
                <a:gd name="T44" fmla="*/ 29 w 269"/>
                <a:gd name="T45" fmla="*/ 357 h 507"/>
                <a:gd name="T46" fmla="*/ 45 w 269"/>
                <a:gd name="T47" fmla="*/ 357 h 507"/>
                <a:gd name="T48" fmla="*/ 60 w 269"/>
                <a:gd name="T49" fmla="*/ 341 h 507"/>
                <a:gd name="T50" fmla="*/ 45 w 269"/>
                <a:gd name="T51" fmla="*/ 327 h 507"/>
                <a:gd name="T52" fmla="*/ 29 w 269"/>
                <a:gd name="T53" fmla="*/ 327 h 507"/>
                <a:gd name="T54" fmla="*/ 29 w 269"/>
                <a:gd name="T55" fmla="*/ 267 h 507"/>
                <a:gd name="T56" fmla="*/ 45 w 269"/>
                <a:gd name="T57" fmla="*/ 267 h 507"/>
                <a:gd name="T58" fmla="*/ 60 w 269"/>
                <a:gd name="T59" fmla="*/ 252 h 507"/>
                <a:gd name="T60" fmla="*/ 45 w 269"/>
                <a:gd name="T61" fmla="*/ 238 h 507"/>
                <a:gd name="T62" fmla="*/ 29 w 269"/>
                <a:gd name="T63" fmla="*/ 238 h 507"/>
                <a:gd name="T64" fmla="*/ 29 w 269"/>
                <a:gd name="T65" fmla="*/ 178 h 507"/>
                <a:gd name="T66" fmla="*/ 45 w 269"/>
                <a:gd name="T67" fmla="*/ 178 h 507"/>
                <a:gd name="T68" fmla="*/ 60 w 269"/>
                <a:gd name="T69" fmla="*/ 163 h 507"/>
                <a:gd name="T70" fmla="*/ 45 w 269"/>
                <a:gd name="T71" fmla="*/ 149 h 507"/>
                <a:gd name="T72" fmla="*/ 29 w 269"/>
                <a:gd name="T73" fmla="*/ 149 h 507"/>
                <a:gd name="T74" fmla="*/ 29 w 269"/>
                <a:gd name="T75" fmla="*/ 133 h 507"/>
                <a:gd name="T76" fmla="*/ 60 w 269"/>
                <a:gd name="T77" fmla="*/ 60 h 507"/>
                <a:gd name="T78" fmla="*/ 134 w 269"/>
                <a:gd name="T79" fmla="*/ 29 h 507"/>
                <a:gd name="T80" fmla="*/ 208 w 269"/>
                <a:gd name="T81" fmla="*/ 60 h 507"/>
                <a:gd name="T82" fmla="*/ 238 w 269"/>
                <a:gd name="T83" fmla="*/ 133 h 507"/>
                <a:gd name="T84" fmla="*/ 238 w 269"/>
                <a:gd name="T85" fmla="*/ 149 h 507"/>
                <a:gd name="T86" fmla="*/ 223 w 269"/>
                <a:gd name="T87" fmla="*/ 149 h 507"/>
                <a:gd name="T88" fmla="*/ 208 w 269"/>
                <a:gd name="T89" fmla="*/ 163 h 507"/>
                <a:gd name="T90" fmla="*/ 223 w 269"/>
                <a:gd name="T91" fmla="*/ 178 h 507"/>
                <a:gd name="T92" fmla="*/ 238 w 269"/>
                <a:gd name="T93" fmla="*/ 178 h 507"/>
                <a:gd name="T94" fmla="*/ 238 w 269"/>
                <a:gd name="T95" fmla="*/ 238 h 507"/>
                <a:gd name="T96" fmla="*/ 223 w 269"/>
                <a:gd name="T97" fmla="*/ 238 h 507"/>
                <a:gd name="T98" fmla="*/ 208 w 269"/>
                <a:gd name="T99" fmla="*/ 252 h 507"/>
                <a:gd name="T100" fmla="*/ 223 w 269"/>
                <a:gd name="T101" fmla="*/ 267 h 507"/>
                <a:gd name="T102" fmla="*/ 238 w 269"/>
                <a:gd name="T103" fmla="*/ 267 h 507"/>
                <a:gd name="T104" fmla="*/ 238 w 269"/>
                <a:gd name="T105" fmla="*/ 327 h 507"/>
                <a:gd name="T106" fmla="*/ 223 w 269"/>
                <a:gd name="T107" fmla="*/ 327 h 507"/>
                <a:gd name="T108" fmla="*/ 208 w 269"/>
                <a:gd name="T109" fmla="*/ 341 h 507"/>
                <a:gd name="T110" fmla="*/ 223 w 269"/>
                <a:gd name="T111" fmla="*/ 357 h 507"/>
                <a:gd name="T112" fmla="*/ 238 w 269"/>
                <a:gd name="T113" fmla="*/ 357 h 507"/>
                <a:gd name="T114" fmla="*/ 238 w 269"/>
                <a:gd name="T115" fmla="*/ 372 h 507"/>
                <a:gd name="T116" fmla="*/ 208 w 269"/>
                <a:gd name="T117" fmla="*/ 446 h 5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69" h="507">
                  <a:moveTo>
                    <a:pt x="134" y="0"/>
                  </a:moveTo>
                  <a:lnTo>
                    <a:pt x="134" y="0"/>
                  </a:lnTo>
                  <a:cubicBezTo>
                    <a:pt x="60" y="0"/>
                    <a:pt x="0" y="60"/>
                    <a:pt x="0" y="133"/>
                  </a:cubicBezTo>
                  <a:cubicBezTo>
                    <a:pt x="0" y="372"/>
                    <a:pt x="0" y="372"/>
                    <a:pt x="0" y="372"/>
                  </a:cubicBezTo>
                  <a:cubicBezTo>
                    <a:pt x="0" y="446"/>
                    <a:pt x="60" y="506"/>
                    <a:pt x="134" y="506"/>
                  </a:cubicBezTo>
                  <a:cubicBezTo>
                    <a:pt x="208" y="506"/>
                    <a:pt x="268" y="446"/>
                    <a:pt x="268" y="372"/>
                  </a:cubicBezTo>
                  <a:cubicBezTo>
                    <a:pt x="268" y="341"/>
                    <a:pt x="268" y="341"/>
                    <a:pt x="268" y="341"/>
                  </a:cubicBezTo>
                  <a:lnTo>
                    <a:pt x="268" y="341"/>
                  </a:lnTo>
                  <a:lnTo>
                    <a:pt x="268" y="341"/>
                  </a:lnTo>
                  <a:cubicBezTo>
                    <a:pt x="268" y="252"/>
                    <a:pt x="268" y="252"/>
                    <a:pt x="268" y="252"/>
                  </a:cubicBezTo>
                  <a:lnTo>
                    <a:pt x="268" y="252"/>
                  </a:lnTo>
                  <a:lnTo>
                    <a:pt x="268" y="252"/>
                  </a:lnTo>
                  <a:cubicBezTo>
                    <a:pt x="268" y="163"/>
                    <a:pt x="268" y="163"/>
                    <a:pt x="268" y="163"/>
                  </a:cubicBezTo>
                  <a:lnTo>
                    <a:pt x="268" y="163"/>
                  </a:lnTo>
                  <a:lnTo>
                    <a:pt x="268" y="163"/>
                  </a:lnTo>
                  <a:cubicBezTo>
                    <a:pt x="268" y="133"/>
                    <a:pt x="268" y="133"/>
                    <a:pt x="268" y="133"/>
                  </a:cubicBezTo>
                  <a:cubicBezTo>
                    <a:pt x="268" y="60"/>
                    <a:pt x="208" y="0"/>
                    <a:pt x="134" y="0"/>
                  </a:cubicBezTo>
                  <a:close/>
                  <a:moveTo>
                    <a:pt x="208" y="446"/>
                  </a:moveTo>
                  <a:lnTo>
                    <a:pt x="208" y="446"/>
                  </a:lnTo>
                  <a:cubicBezTo>
                    <a:pt x="188" y="464"/>
                    <a:pt x="163" y="475"/>
                    <a:pt x="134" y="475"/>
                  </a:cubicBezTo>
                  <a:cubicBezTo>
                    <a:pt x="104" y="475"/>
                    <a:pt x="79" y="464"/>
                    <a:pt x="60" y="446"/>
                  </a:cubicBezTo>
                  <a:cubicBezTo>
                    <a:pt x="42" y="426"/>
                    <a:pt x="29" y="400"/>
                    <a:pt x="29" y="372"/>
                  </a:cubicBezTo>
                  <a:cubicBezTo>
                    <a:pt x="29" y="357"/>
                    <a:pt x="29" y="357"/>
                    <a:pt x="29" y="357"/>
                  </a:cubicBezTo>
                  <a:cubicBezTo>
                    <a:pt x="45" y="357"/>
                    <a:pt x="45" y="357"/>
                    <a:pt x="45" y="357"/>
                  </a:cubicBezTo>
                  <a:cubicBezTo>
                    <a:pt x="53" y="357"/>
                    <a:pt x="60" y="350"/>
                    <a:pt x="60" y="341"/>
                  </a:cubicBezTo>
                  <a:cubicBezTo>
                    <a:pt x="60" y="334"/>
                    <a:pt x="53" y="327"/>
                    <a:pt x="45" y="327"/>
                  </a:cubicBezTo>
                  <a:cubicBezTo>
                    <a:pt x="29" y="327"/>
                    <a:pt x="29" y="327"/>
                    <a:pt x="29" y="327"/>
                  </a:cubicBezTo>
                  <a:cubicBezTo>
                    <a:pt x="29" y="267"/>
                    <a:pt x="29" y="267"/>
                    <a:pt x="29" y="267"/>
                  </a:cubicBezTo>
                  <a:cubicBezTo>
                    <a:pt x="45" y="267"/>
                    <a:pt x="45" y="267"/>
                    <a:pt x="45" y="267"/>
                  </a:cubicBezTo>
                  <a:cubicBezTo>
                    <a:pt x="53" y="267"/>
                    <a:pt x="60" y="260"/>
                    <a:pt x="60" y="252"/>
                  </a:cubicBezTo>
                  <a:cubicBezTo>
                    <a:pt x="60" y="245"/>
                    <a:pt x="53" y="238"/>
                    <a:pt x="45" y="238"/>
                  </a:cubicBezTo>
                  <a:cubicBezTo>
                    <a:pt x="29" y="238"/>
                    <a:pt x="29" y="238"/>
                    <a:pt x="29" y="238"/>
                  </a:cubicBezTo>
                  <a:cubicBezTo>
                    <a:pt x="29" y="178"/>
                    <a:pt x="29" y="178"/>
                    <a:pt x="29" y="178"/>
                  </a:cubicBezTo>
                  <a:cubicBezTo>
                    <a:pt x="45" y="178"/>
                    <a:pt x="45" y="178"/>
                    <a:pt x="45" y="178"/>
                  </a:cubicBezTo>
                  <a:cubicBezTo>
                    <a:pt x="53" y="178"/>
                    <a:pt x="60" y="171"/>
                    <a:pt x="60" y="163"/>
                  </a:cubicBezTo>
                  <a:cubicBezTo>
                    <a:pt x="60" y="156"/>
                    <a:pt x="53" y="149"/>
                    <a:pt x="45" y="149"/>
                  </a:cubicBezTo>
                  <a:cubicBezTo>
                    <a:pt x="29" y="149"/>
                    <a:pt x="29" y="149"/>
                    <a:pt x="29" y="149"/>
                  </a:cubicBezTo>
                  <a:cubicBezTo>
                    <a:pt x="29" y="133"/>
                    <a:pt x="29" y="133"/>
                    <a:pt x="29" y="133"/>
                  </a:cubicBezTo>
                  <a:cubicBezTo>
                    <a:pt x="29" y="104"/>
                    <a:pt x="42" y="79"/>
                    <a:pt x="60" y="60"/>
                  </a:cubicBezTo>
                  <a:cubicBezTo>
                    <a:pt x="79" y="41"/>
                    <a:pt x="104" y="29"/>
                    <a:pt x="134" y="29"/>
                  </a:cubicBezTo>
                  <a:cubicBezTo>
                    <a:pt x="163" y="29"/>
                    <a:pt x="188" y="41"/>
                    <a:pt x="208" y="60"/>
                  </a:cubicBezTo>
                  <a:cubicBezTo>
                    <a:pt x="226" y="79"/>
                    <a:pt x="238" y="104"/>
                    <a:pt x="238" y="133"/>
                  </a:cubicBezTo>
                  <a:cubicBezTo>
                    <a:pt x="238" y="149"/>
                    <a:pt x="238" y="149"/>
                    <a:pt x="238" y="149"/>
                  </a:cubicBezTo>
                  <a:cubicBezTo>
                    <a:pt x="223" y="149"/>
                    <a:pt x="223" y="149"/>
                    <a:pt x="223" y="149"/>
                  </a:cubicBezTo>
                  <a:cubicBezTo>
                    <a:pt x="215" y="149"/>
                    <a:pt x="208" y="156"/>
                    <a:pt x="208" y="163"/>
                  </a:cubicBezTo>
                  <a:cubicBezTo>
                    <a:pt x="208" y="171"/>
                    <a:pt x="215" y="178"/>
                    <a:pt x="223" y="178"/>
                  </a:cubicBezTo>
                  <a:cubicBezTo>
                    <a:pt x="238" y="178"/>
                    <a:pt x="238" y="178"/>
                    <a:pt x="238" y="178"/>
                  </a:cubicBezTo>
                  <a:cubicBezTo>
                    <a:pt x="238" y="238"/>
                    <a:pt x="238" y="238"/>
                    <a:pt x="238" y="238"/>
                  </a:cubicBezTo>
                  <a:cubicBezTo>
                    <a:pt x="223" y="238"/>
                    <a:pt x="223" y="238"/>
                    <a:pt x="223" y="238"/>
                  </a:cubicBezTo>
                  <a:cubicBezTo>
                    <a:pt x="215" y="238"/>
                    <a:pt x="208" y="245"/>
                    <a:pt x="208" y="252"/>
                  </a:cubicBezTo>
                  <a:cubicBezTo>
                    <a:pt x="208" y="260"/>
                    <a:pt x="215" y="267"/>
                    <a:pt x="223" y="267"/>
                  </a:cubicBezTo>
                  <a:cubicBezTo>
                    <a:pt x="238" y="267"/>
                    <a:pt x="238" y="267"/>
                    <a:pt x="238" y="267"/>
                  </a:cubicBezTo>
                  <a:cubicBezTo>
                    <a:pt x="238" y="327"/>
                    <a:pt x="238" y="327"/>
                    <a:pt x="238" y="327"/>
                  </a:cubicBezTo>
                  <a:cubicBezTo>
                    <a:pt x="223" y="327"/>
                    <a:pt x="223" y="327"/>
                    <a:pt x="223" y="327"/>
                  </a:cubicBezTo>
                  <a:cubicBezTo>
                    <a:pt x="215" y="327"/>
                    <a:pt x="208" y="334"/>
                    <a:pt x="208" y="341"/>
                  </a:cubicBezTo>
                  <a:cubicBezTo>
                    <a:pt x="208" y="350"/>
                    <a:pt x="215" y="357"/>
                    <a:pt x="223" y="357"/>
                  </a:cubicBezTo>
                  <a:cubicBezTo>
                    <a:pt x="238" y="357"/>
                    <a:pt x="238" y="357"/>
                    <a:pt x="238" y="357"/>
                  </a:cubicBezTo>
                  <a:cubicBezTo>
                    <a:pt x="238" y="372"/>
                    <a:pt x="238" y="372"/>
                    <a:pt x="238" y="372"/>
                  </a:cubicBezTo>
                  <a:cubicBezTo>
                    <a:pt x="238" y="400"/>
                    <a:pt x="226" y="426"/>
                    <a:pt x="208"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77" name="Group 380">
            <a:extLst>
              <a:ext uri="{FF2B5EF4-FFF2-40B4-BE49-F238E27FC236}">
                <a16:creationId xmlns:a16="http://schemas.microsoft.com/office/drawing/2014/main" id="{B42A2AE6-A5BA-EA0D-4CC6-D64CC89D1B88}"/>
              </a:ext>
            </a:extLst>
          </p:cNvPr>
          <p:cNvGrpSpPr/>
          <p:nvPr/>
        </p:nvGrpSpPr>
        <p:grpSpPr>
          <a:xfrm>
            <a:off x="2083469" y="4993382"/>
            <a:ext cx="257175" cy="257175"/>
            <a:chOff x="1055688" y="5307013"/>
            <a:chExt cx="257175" cy="257175"/>
          </a:xfrm>
          <a:solidFill>
            <a:schemeClr val="accent4"/>
          </a:solidFill>
        </p:grpSpPr>
        <p:sp>
          <p:nvSpPr>
            <p:cNvPr id="378" name="Freeform 310">
              <a:extLst>
                <a:ext uri="{FF2B5EF4-FFF2-40B4-BE49-F238E27FC236}">
                  <a16:creationId xmlns:a16="http://schemas.microsoft.com/office/drawing/2014/main" id="{10AA128A-EC14-0ABE-9BB7-2AA749208331}"/>
                </a:ext>
              </a:extLst>
            </p:cNvPr>
            <p:cNvSpPr>
              <a:spLocks noChangeArrowheads="1"/>
            </p:cNvSpPr>
            <p:nvPr/>
          </p:nvSpPr>
          <p:spPr bwMode="auto">
            <a:xfrm>
              <a:off x="1055688" y="5307013"/>
              <a:ext cx="257175" cy="257175"/>
            </a:xfrm>
            <a:custGeom>
              <a:avLst/>
              <a:gdLst>
                <a:gd name="T0" fmla="*/ 89 w 715"/>
                <a:gd name="T1" fmla="*/ 714 h 715"/>
                <a:gd name="T2" fmla="*/ 89 w 715"/>
                <a:gd name="T3" fmla="*/ 714 h 715"/>
                <a:gd name="T4" fmla="*/ 610 w 715"/>
                <a:gd name="T5" fmla="*/ 714 h 715"/>
                <a:gd name="T6" fmla="*/ 714 w 715"/>
                <a:gd name="T7" fmla="*/ 609 h 715"/>
                <a:gd name="T8" fmla="*/ 714 w 715"/>
                <a:gd name="T9" fmla="*/ 44 h 715"/>
                <a:gd name="T10" fmla="*/ 670 w 715"/>
                <a:gd name="T11" fmla="*/ 0 h 715"/>
                <a:gd name="T12" fmla="*/ 193 w 715"/>
                <a:gd name="T13" fmla="*/ 0 h 715"/>
                <a:gd name="T14" fmla="*/ 148 w 715"/>
                <a:gd name="T15" fmla="*/ 44 h 715"/>
                <a:gd name="T16" fmla="*/ 148 w 715"/>
                <a:gd name="T17" fmla="*/ 357 h 715"/>
                <a:gd name="T18" fmla="*/ 45 w 715"/>
                <a:gd name="T19" fmla="*/ 357 h 715"/>
                <a:gd name="T20" fmla="*/ 0 w 715"/>
                <a:gd name="T21" fmla="*/ 401 h 715"/>
                <a:gd name="T22" fmla="*/ 0 w 715"/>
                <a:gd name="T23" fmla="*/ 624 h 715"/>
                <a:gd name="T24" fmla="*/ 89 w 715"/>
                <a:gd name="T25" fmla="*/ 714 h 715"/>
                <a:gd name="T26" fmla="*/ 179 w 715"/>
                <a:gd name="T27" fmla="*/ 44 h 715"/>
                <a:gd name="T28" fmla="*/ 179 w 715"/>
                <a:gd name="T29" fmla="*/ 44 h 715"/>
                <a:gd name="T30" fmla="*/ 193 w 715"/>
                <a:gd name="T31" fmla="*/ 29 h 715"/>
                <a:gd name="T32" fmla="*/ 670 w 715"/>
                <a:gd name="T33" fmla="*/ 29 h 715"/>
                <a:gd name="T34" fmla="*/ 684 w 715"/>
                <a:gd name="T35" fmla="*/ 44 h 715"/>
                <a:gd name="T36" fmla="*/ 684 w 715"/>
                <a:gd name="T37" fmla="*/ 609 h 715"/>
                <a:gd name="T38" fmla="*/ 663 w 715"/>
                <a:gd name="T39" fmla="*/ 662 h 715"/>
                <a:gd name="T40" fmla="*/ 610 w 715"/>
                <a:gd name="T41" fmla="*/ 684 h 715"/>
                <a:gd name="T42" fmla="*/ 155 w 715"/>
                <a:gd name="T43" fmla="*/ 684 h 715"/>
                <a:gd name="T44" fmla="*/ 179 w 715"/>
                <a:gd name="T45" fmla="*/ 624 h 715"/>
                <a:gd name="T46" fmla="*/ 179 w 715"/>
                <a:gd name="T47" fmla="*/ 609 h 715"/>
                <a:gd name="T48" fmla="*/ 179 w 715"/>
                <a:gd name="T49" fmla="*/ 609 h 715"/>
                <a:gd name="T50" fmla="*/ 179 w 715"/>
                <a:gd name="T51" fmla="*/ 609 h 715"/>
                <a:gd name="T52" fmla="*/ 179 w 715"/>
                <a:gd name="T53" fmla="*/ 372 h 715"/>
                <a:gd name="T54" fmla="*/ 179 w 715"/>
                <a:gd name="T55" fmla="*/ 44 h 715"/>
                <a:gd name="T56" fmla="*/ 30 w 715"/>
                <a:gd name="T57" fmla="*/ 624 h 715"/>
                <a:gd name="T58" fmla="*/ 30 w 715"/>
                <a:gd name="T59" fmla="*/ 624 h 715"/>
                <a:gd name="T60" fmla="*/ 30 w 715"/>
                <a:gd name="T61" fmla="*/ 401 h 715"/>
                <a:gd name="T62" fmla="*/ 45 w 715"/>
                <a:gd name="T63" fmla="*/ 386 h 715"/>
                <a:gd name="T64" fmla="*/ 148 w 715"/>
                <a:gd name="T65" fmla="*/ 386 h 715"/>
                <a:gd name="T66" fmla="*/ 148 w 715"/>
                <a:gd name="T67" fmla="*/ 609 h 715"/>
                <a:gd name="T68" fmla="*/ 148 w 715"/>
                <a:gd name="T69" fmla="*/ 624 h 715"/>
                <a:gd name="T70" fmla="*/ 131 w 715"/>
                <a:gd name="T71" fmla="*/ 666 h 715"/>
                <a:gd name="T72" fmla="*/ 89 w 715"/>
                <a:gd name="T73" fmla="*/ 684 h 715"/>
                <a:gd name="T74" fmla="*/ 46 w 715"/>
                <a:gd name="T75" fmla="*/ 666 h 715"/>
                <a:gd name="T76" fmla="*/ 30 w 715"/>
                <a:gd name="T77" fmla="*/ 62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5" h="715">
                  <a:moveTo>
                    <a:pt x="89" y="714"/>
                  </a:moveTo>
                  <a:lnTo>
                    <a:pt x="89" y="714"/>
                  </a:lnTo>
                  <a:cubicBezTo>
                    <a:pt x="610" y="714"/>
                    <a:pt x="610" y="714"/>
                    <a:pt x="610" y="714"/>
                  </a:cubicBezTo>
                  <a:cubicBezTo>
                    <a:pt x="667" y="714"/>
                    <a:pt x="714" y="668"/>
                    <a:pt x="714" y="609"/>
                  </a:cubicBezTo>
                  <a:cubicBezTo>
                    <a:pt x="714" y="44"/>
                    <a:pt x="714" y="44"/>
                    <a:pt x="714" y="44"/>
                  </a:cubicBezTo>
                  <a:cubicBezTo>
                    <a:pt x="714" y="19"/>
                    <a:pt x="693" y="0"/>
                    <a:pt x="670" y="0"/>
                  </a:cubicBezTo>
                  <a:cubicBezTo>
                    <a:pt x="193" y="0"/>
                    <a:pt x="193" y="0"/>
                    <a:pt x="193" y="0"/>
                  </a:cubicBezTo>
                  <a:cubicBezTo>
                    <a:pt x="169" y="0"/>
                    <a:pt x="148" y="19"/>
                    <a:pt x="148" y="44"/>
                  </a:cubicBezTo>
                  <a:cubicBezTo>
                    <a:pt x="148" y="357"/>
                    <a:pt x="148" y="357"/>
                    <a:pt x="148" y="357"/>
                  </a:cubicBezTo>
                  <a:cubicBezTo>
                    <a:pt x="45" y="357"/>
                    <a:pt x="45" y="357"/>
                    <a:pt x="45" y="357"/>
                  </a:cubicBezTo>
                  <a:cubicBezTo>
                    <a:pt x="20" y="357"/>
                    <a:pt x="0" y="376"/>
                    <a:pt x="0" y="401"/>
                  </a:cubicBezTo>
                  <a:cubicBezTo>
                    <a:pt x="0" y="624"/>
                    <a:pt x="0" y="624"/>
                    <a:pt x="0" y="624"/>
                  </a:cubicBezTo>
                  <a:cubicBezTo>
                    <a:pt x="0" y="673"/>
                    <a:pt x="39" y="714"/>
                    <a:pt x="89" y="714"/>
                  </a:cubicBezTo>
                  <a:close/>
                  <a:moveTo>
                    <a:pt x="179" y="44"/>
                  </a:moveTo>
                  <a:lnTo>
                    <a:pt x="179" y="44"/>
                  </a:lnTo>
                  <a:cubicBezTo>
                    <a:pt x="179" y="36"/>
                    <a:pt x="184" y="29"/>
                    <a:pt x="193" y="29"/>
                  </a:cubicBezTo>
                  <a:cubicBezTo>
                    <a:pt x="670" y="29"/>
                    <a:pt x="670" y="29"/>
                    <a:pt x="670" y="29"/>
                  </a:cubicBezTo>
                  <a:cubicBezTo>
                    <a:pt x="678" y="29"/>
                    <a:pt x="684" y="36"/>
                    <a:pt x="684" y="44"/>
                  </a:cubicBezTo>
                  <a:cubicBezTo>
                    <a:pt x="684" y="609"/>
                    <a:pt x="684" y="609"/>
                    <a:pt x="684" y="609"/>
                  </a:cubicBezTo>
                  <a:cubicBezTo>
                    <a:pt x="684" y="630"/>
                    <a:pt x="675" y="648"/>
                    <a:pt x="663" y="662"/>
                  </a:cubicBezTo>
                  <a:cubicBezTo>
                    <a:pt x="649" y="676"/>
                    <a:pt x="631" y="684"/>
                    <a:pt x="610" y="684"/>
                  </a:cubicBezTo>
                  <a:cubicBezTo>
                    <a:pt x="155" y="684"/>
                    <a:pt x="155" y="684"/>
                    <a:pt x="155" y="684"/>
                  </a:cubicBezTo>
                  <a:cubicBezTo>
                    <a:pt x="169" y="668"/>
                    <a:pt x="179" y="648"/>
                    <a:pt x="179" y="624"/>
                  </a:cubicBezTo>
                  <a:cubicBezTo>
                    <a:pt x="179" y="609"/>
                    <a:pt x="179" y="609"/>
                    <a:pt x="179" y="609"/>
                  </a:cubicBezTo>
                  <a:lnTo>
                    <a:pt x="179" y="609"/>
                  </a:lnTo>
                  <a:lnTo>
                    <a:pt x="179" y="609"/>
                  </a:lnTo>
                  <a:cubicBezTo>
                    <a:pt x="179" y="372"/>
                    <a:pt x="179" y="372"/>
                    <a:pt x="179" y="372"/>
                  </a:cubicBezTo>
                  <a:lnTo>
                    <a:pt x="179" y="44"/>
                  </a:lnTo>
                  <a:close/>
                  <a:moveTo>
                    <a:pt x="30" y="624"/>
                  </a:moveTo>
                  <a:lnTo>
                    <a:pt x="30" y="624"/>
                  </a:lnTo>
                  <a:cubicBezTo>
                    <a:pt x="30" y="401"/>
                    <a:pt x="30" y="401"/>
                    <a:pt x="30" y="401"/>
                  </a:cubicBezTo>
                  <a:cubicBezTo>
                    <a:pt x="30" y="393"/>
                    <a:pt x="36" y="386"/>
                    <a:pt x="45" y="386"/>
                  </a:cubicBezTo>
                  <a:cubicBezTo>
                    <a:pt x="148" y="386"/>
                    <a:pt x="148" y="386"/>
                    <a:pt x="148" y="386"/>
                  </a:cubicBezTo>
                  <a:cubicBezTo>
                    <a:pt x="148" y="609"/>
                    <a:pt x="148" y="609"/>
                    <a:pt x="148" y="609"/>
                  </a:cubicBezTo>
                  <a:cubicBezTo>
                    <a:pt x="148" y="624"/>
                    <a:pt x="148" y="624"/>
                    <a:pt x="148" y="624"/>
                  </a:cubicBezTo>
                  <a:cubicBezTo>
                    <a:pt x="148" y="641"/>
                    <a:pt x="142" y="656"/>
                    <a:pt x="131" y="666"/>
                  </a:cubicBezTo>
                  <a:cubicBezTo>
                    <a:pt x="120" y="677"/>
                    <a:pt x="105" y="684"/>
                    <a:pt x="89" y="684"/>
                  </a:cubicBezTo>
                  <a:cubicBezTo>
                    <a:pt x="73" y="684"/>
                    <a:pt x="57" y="677"/>
                    <a:pt x="46" y="666"/>
                  </a:cubicBezTo>
                  <a:cubicBezTo>
                    <a:pt x="36" y="656"/>
                    <a:pt x="30" y="641"/>
                    <a:pt x="30" y="62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nvGrpSpPr>
            <p:cNvPr id="379" name="Group 382">
              <a:extLst>
                <a:ext uri="{FF2B5EF4-FFF2-40B4-BE49-F238E27FC236}">
                  <a16:creationId xmlns:a16="http://schemas.microsoft.com/office/drawing/2014/main" id="{E92B1F66-5D7F-2FBA-F334-A278ADB12B06}"/>
                </a:ext>
              </a:extLst>
            </p:cNvPr>
            <p:cNvGrpSpPr/>
            <p:nvPr/>
          </p:nvGrpSpPr>
          <p:grpSpPr>
            <a:xfrm>
              <a:off x="1141413" y="5349875"/>
              <a:ext cx="139700" cy="171450"/>
              <a:chOff x="1141413" y="5349875"/>
              <a:chExt cx="139700" cy="171450"/>
            </a:xfrm>
            <a:grpFill/>
          </p:grpSpPr>
          <p:sp>
            <p:nvSpPr>
              <p:cNvPr id="380" name="Freeform 311">
                <a:extLst>
                  <a:ext uri="{FF2B5EF4-FFF2-40B4-BE49-F238E27FC236}">
                    <a16:creationId xmlns:a16="http://schemas.microsoft.com/office/drawing/2014/main" id="{8655DA2E-C7EB-1859-1F3B-3DACBF5D6592}"/>
                  </a:ext>
                </a:extLst>
              </p:cNvPr>
              <p:cNvSpPr>
                <a:spLocks noChangeArrowheads="1"/>
              </p:cNvSpPr>
              <p:nvPr/>
            </p:nvSpPr>
            <p:spPr bwMode="auto">
              <a:xfrm>
                <a:off x="1152525" y="5478463"/>
                <a:ext cx="117475" cy="11112"/>
              </a:xfrm>
              <a:custGeom>
                <a:avLst/>
                <a:gdLst>
                  <a:gd name="T0" fmla="*/ 312 w 327"/>
                  <a:gd name="T1" fmla="*/ 0 h 32"/>
                  <a:gd name="T2" fmla="*/ 312 w 327"/>
                  <a:gd name="T3" fmla="*/ 0 h 32"/>
                  <a:gd name="T4" fmla="*/ 14 w 327"/>
                  <a:gd name="T5" fmla="*/ 0 h 32"/>
                  <a:gd name="T6" fmla="*/ 0 w 327"/>
                  <a:gd name="T7" fmla="*/ 15 h 32"/>
                  <a:gd name="T8" fmla="*/ 14 w 327"/>
                  <a:gd name="T9" fmla="*/ 31 h 32"/>
                  <a:gd name="T10" fmla="*/ 312 w 327"/>
                  <a:gd name="T11" fmla="*/ 31 h 32"/>
                  <a:gd name="T12" fmla="*/ 326 w 327"/>
                  <a:gd name="T13" fmla="*/ 15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5"/>
                    </a:cubicBezTo>
                    <a:cubicBezTo>
                      <a:pt x="0" y="24"/>
                      <a:pt x="6" y="31"/>
                      <a:pt x="14" y="31"/>
                    </a:cubicBezTo>
                    <a:cubicBezTo>
                      <a:pt x="312" y="31"/>
                      <a:pt x="312" y="31"/>
                      <a:pt x="312" y="31"/>
                    </a:cubicBezTo>
                    <a:cubicBezTo>
                      <a:pt x="321" y="31"/>
                      <a:pt x="326" y="24"/>
                      <a:pt x="326" y="15"/>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1" name="Freeform 312">
                <a:extLst>
                  <a:ext uri="{FF2B5EF4-FFF2-40B4-BE49-F238E27FC236}">
                    <a16:creationId xmlns:a16="http://schemas.microsoft.com/office/drawing/2014/main" id="{78C135BE-CCB7-9AA5-9971-47F107CEAF0C}"/>
                  </a:ext>
                </a:extLst>
              </p:cNvPr>
              <p:cNvSpPr>
                <a:spLocks noChangeArrowheads="1"/>
              </p:cNvSpPr>
              <p:nvPr/>
            </p:nvSpPr>
            <p:spPr bwMode="auto">
              <a:xfrm>
                <a:off x="1152525" y="5510213"/>
                <a:ext cx="117475" cy="11112"/>
              </a:xfrm>
              <a:custGeom>
                <a:avLst/>
                <a:gdLst>
                  <a:gd name="T0" fmla="*/ 312 w 327"/>
                  <a:gd name="T1" fmla="*/ 0 h 32"/>
                  <a:gd name="T2" fmla="*/ 312 w 327"/>
                  <a:gd name="T3" fmla="*/ 0 h 32"/>
                  <a:gd name="T4" fmla="*/ 14 w 327"/>
                  <a:gd name="T5" fmla="*/ 0 h 32"/>
                  <a:gd name="T6" fmla="*/ 0 w 327"/>
                  <a:gd name="T7" fmla="*/ 16 h 32"/>
                  <a:gd name="T8" fmla="*/ 14 w 327"/>
                  <a:gd name="T9" fmla="*/ 31 h 32"/>
                  <a:gd name="T10" fmla="*/ 312 w 327"/>
                  <a:gd name="T11" fmla="*/ 31 h 32"/>
                  <a:gd name="T12" fmla="*/ 326 w 327"/>
                  <a:gd name="T13" fmla="*/ 16 h 32"/>
                  <a:gd name="T14" fmla="*/ 312 w 327"/>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7" h="32">
                    <a:moveTo>
                      <a:pt x="312" y="0"/>
                    </a:moveTo>
                    <a:lnTo>
                      <a:pt x="312" y="0"/>
                    </a:lnTo>
                    <a:cubicBezTo>
                      <a:pt x="14" y="0"/>
                      <a:pt x="14" y="0"/>
                      <a:pt x="14" y="0"/>
                    </a:cubicBezTo>
                    <a:cubicBezTo>
                      <a:pt x="6" y="0"/>
                      <a:pt x="0" y="7"/>
                      <a:pt x="0" y="16"/>
                    </a:cubicBezTo>
                    <a:cubicBezTo>
                      <a:pt x="0" y="24"/>
                      <a:pt x="6" y="31"/>
                      <a:pt x="14" y="31"/>
                    </a:cubicBezTo>
                    <a:cubicBezTo>
                      <a:pt x="312" y="31"/>
                      <a:pt x="312" y="31"/>
                      <a:pt x="312" y="31"/>
                    </a:cubicBezTo>
                    <a:cubicBezTo>
                      <a:pt x="321" y="31"/>
                      <a:pt x="326" y="24"/>
                      <a:pt x="326" y="16"/>
                    </a:cubicBezTo>
                    <a:cubicBezTo>
                      <a:pt x="326" y="7"/>
                      <a:pt x="321" y="0"/>
                      <a:pt x="31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2" name="Freeform 313">
                <a:extLst>
                  <a:ext uri="{FF2B5EF4-FFF2-40B4-BE49-F238E27FC236}">
                    <a16:creationId xmlns:a16="http://schemas.microsoft.com/office/drawing/2014/main" id="{379A7DD2-111F-F616-C885-EC55C04E2B45}"/>
                  </a:ext>
                </a:extLst>
              </p:cNvPr>
              <p:cNvSpPr>
                <a:spLocks noChangeArrowheads="1"/>
              </p:cNvSpPr>
              <p:nvPr/>
            </p:nvSpPr>
            <p:spPr bwMode="auto">
              <a:xfrm>
                <a:off x="1141413" y="5349875"/>
                <a:ext cx="139700" cy="85725"/>
              </a:xfrm>
              <a:custGeom>
                <a:avLst/>
                <a:gdLst>
                  <a:gd name="T0" fmla="*/ 16 w 389"/>
                  <a:gd name="T1" fmla="*/ 239 h 240"/>
                  <a:gd name="T2" fmla="*/ 16 w 389"/>
                  <a:gd name="T3" fmla="*/ 239 h 240"/>
                  <a:gd name="T4" fmla="*/ 373 w 389"/>
                  <a:gd name="T5" fmla="*/ 239 h 240"/>
                  <a:gd name="T6" fmla="*/ 384 w 389"/>
                  <a:gd name="T7" fmla="*/ 234 h 240"/>
                  <a:gd name="T8" fmla="*/ 388 w 389"/>
                  <a:gd name="T9" fmla="*/ 223 h 240"/>
                  <a:gd name="T10" fmla="*/ 388 w 389"/>
                  <a:gd name="T11" fmla="*/ 15 h 240"/>
                  <a:gd name="T12" fmla="*/ 384 w 389"/>
                  <a:gd name="T13" fmla="*/ 6 h 240"/>
                  <a:gd name="T14" fmla="*/ 373 w 389"/>
                  <a:gd name="T15" fmla="*/ 0 h 240"/>
                  <a:gd name="T16" fmla="*/ 16 w 389"/>
                  <a:gd name="T17" fmla="*/ 0 h 240"/>
                  <a:gd name="T18" fmla="*/ 4 w 389"/>
                  <a:gd name="T19" fmla="*/ 6 h 240"/>
                  <a:gd name="T20" fmla="*/ 0 w 389"/>
                  <a:gd name="T21" fmla="*/ 15 h 240"/>
                  <a:gd name="T22" fmla="*/ 0 w 389"/>
                  <a:gd name="T23" fmla="*/ 223 h 240"/>
                  <a:gd name="T24" fmla="*/ 4 w 389"/>
                  <a:gd name="T25" fmla="*/ 234 h 240"/>
                  <a:gd name="T26" fmla="*/ 16 w 389"/>
                  <a:gd name="T27" fmla="*/ 239 h 240"/>
                  <a:gd name="T28" fmla="*/ 31 w 389"/>
                  <a:gd name="T29" fmla="*/ 31 h 240"/>
                  <a:gd name="T30" fmla="*/ 31 w 389"/>
                  <a:gd name="T31" fmla="*/ 31 h 240"/>
                  <a:gd name="T32" fmla="*/ 357 w 389"/>
                  <a:gd name="T33" fmla="*/ 31 h 240"/>
                  <a:gd name="T34" fmla="*/ 357 w 389"/>
                  <a:gd name="T35" fmla="*/ 209 h 240"/>
                  <a:gd name="T36" fmla="*/ 31 w 389"/>
                  <a:gd name="T37" fmla="*/ 209 h 240"/>
                  <a:gd name="T38" fmla="*/ 31 w 389"/>
                  <a:gd name="T39" fmla="*/ 31 h 2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89" h="240">
                    <a:moveTo>
                      <a:pt x="16" y="239"/>
                    </a:moveTo>
                    <a:lnTo>
                      <a:pt x="16" y="239"/>
                    </a:lnTo>
                    <a:cubicBezTo>
                      <a:pt x="373" y="239"/>
                      <a:pt x="373" y="239"/>
                      <a:pt x="373" y="239"/>
                    </a:cubicBezTo>
                    <a:cubicBezTo>
                      <a:pt x="377" y="239"/>
                      <a:pt x="381" y="237"/>
                      <a:pt x="384" y="234"/>
                    </a:cubicBezTo>
                    <a:cubicBezTo>
                      <a:pt x="387" y="232"/>
                      <a:pt x="388" y="227"/>
                      <a:pt x="388" y="223"/>
                    </a:cubicBezTo>
                    <a:cubicBezTo>
                      <a:pt x="388" y="15"/>
                      <a:pt x="388" y="15"/>
                      <a:pt x="388" y="15"/>
                    </a:cubicBezTo>
                    <a:cubicBezTo>
                      <a:pt x="388" y="11"/>
                      <a:pt x="387" y="9"/>
                      <a:pt x="384" y="6"/>
                    </a:cubicBezTo>
                    <a:cubicBezTo>
                      <a:pt x="381" y="3"/>
                      <a:pt x="377" y="0"/>
                      <a:pt x="373" y="0"/>
                    </a:cubicBezTo>
                    <a:cubicBezTo>
                      <a:pt x="16" y="0"/>
                      <a:pt x="16" y="0"/>
                      <a:pt x="16" y="0"/>
                    </a:cubicBezTo>
                    <a:cubicBezTo>
                      <a:pt x="11" y="0"/>
                      <a:pt x="7" y="3"/>
                      <a:pt x="4" y="6"/>
                    </a:cubicBezTo>
                    <a:cubicBezTo>
                      <a:pt x="2" y="9"/>
                      <a:pt x="0" y="11"/>
                      <a:pt x="0" y="15"/>
                    </a:cubicBezTo>
                    <a:cubicBezTo>
                      <a:pt x="0" y="223"/>
                      <a:pt x="0" y="223"/>
                      <a:pt x="0" y="223"/>
                    </a:cubicBezTo>
                    <a:cubicBezTo>
                      <a:pt x="0" y="227"/>
                      <a:pt x="2" y="232"/>
                      <a:pt x="4" y="234"/>
                    </a:cubicBezTo>
                    <a:cubicBezTo>
                      <a:pt x="7" y="237"/>
                      <a:pt x="11" y="239"/>
                      <a:pt x="16" y="239"/>
                    </a:cubicBezTo>
                    <a:close/>
                    <a:moveTo>
                      <a:pt x="31" y="31"/>
                    </a:moveTo>
                    <a:lnTo>
                      <a:pt x="31" y="31"/>
                    </a:lnTo>
                    <a:cubicBezTo>
                      <a:pt x="357" y="31"/>
                      <a:pt x="357" y="31"/>
                      <a:pt x="357" y="31"/>
                    </a:cubicBezTo>
                    <a:cubicBezTo>
                      <a:pt x="357" y="209"/>
                      <a:pt x="357" y="209"/>
                      <a:pt x="357" y="209"/>
                    </a:cubicBezTo>
                    <a:cubicBezTo>
                      <a:pt x="31" y="209"/>
                      <a:pt x="31" y="209"/>
                      <a:pt x="31" y="209"/>
                    </a:cubicBezTo>
                    <a:lnTo>
                      <a:pt x="31"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sp>
        <p:nvSpPr>
          <p:cNvPr id="383" name="Freeform 314">
            <a:extLst>
              <a:ext uri="{FF2B5EF4-FFF2-40B4-BE49-F238E27FC236}">
                <a16:creationId xmlns:a16="http://schemas.microsoft.com/office/drawing/2014/main" id="{8C7978B9-5944-4AB2-B140-5E1D4C1BE836}"/>
              </a:ext>
            </a:extLst>
          </p:cNvPr>
          <p:cNvSpPr>
            <a:spLocks noChangeArrowheads="1"/>
          </p:cNvSpPr>
          <p:nvPr/>
        </p:nvSpPr>
        <p:spPr bwMode="auto">
          <a:xfrm>
            <a:off x="2597819" y="4993382"/>
            <a:ext cx="257175" cy="257175"/>
          </a:xfrm>
          <a:custGeom>
            <a:avLst/>
            <a:gdLst>
              <a:gd name="T0" fmla="*/ 410 w 715"/>
              <a:gd name="T1" fmla="*/ 4 h 715"/>
              <a:gd name="T2" fmla="*/ 410 w 715"/>
              <a:gd name="T3" fmla="*/ 4 h 715"/>
              <a:gd name="T4" fmla="*/ 410 w 715"/>
              <a:gd name="T5" fmla="*/ 4 h 715"/>
              <a:gd name="T6" fmla="*/ 357 w 715"/>
              <a:gd name="T7" fmla="*/ 0 h 715"/>
              <a:gd name="T8" fmla="*/ 88 w 715"/>
              <a:gd name="T9" fmla="*/ 121 h 715"/>
              <a:gd name="T10" fmla="*/ 88 w 715"/>
              <a:gd name="T11" fmla="*/ 122 h 715"/>
              <a:gd name="T12" fmla="*/ 0 w 715"/>
              <a:gd name="T13" fmla="*/ 357 h 715"/>
              <a:gd name="T14" fmla="*/ 17 w 715"/>
              <a:gd name="T15" fmla="*/ 467 h 715"/>
              <a:gd name="T16" fmla="*/ 17 w 715"/>
              <a:gd name="T17" fmla="*/ 467 h 715"/>
              <a:gd name="T18" fmla="*/ 289 w 715"/>
              <a:gd name="T19" fmla="*/ 707 h 715"/>
              <a:gd name="T20" fmla="*/ 289 w 715"/>
              <a:gd name="T21" fmla="*/ 707 h 715"/>
              <a:gd name="T22" fmla="*/ 357 w 715"/>
              <a:gd name="T23" fmla="*/ 714 h 715"/>
              <a:gd name="T24" fmla="*/ 636 w 715"/>
              <a:gd name="T25" fmla="*/ 578 h 715"/>
              <a:gd name="T26" fmla="*/ 638 w 715"/>
              <a:gd name="T27" fmla="*/ 577 h 715"/>
              <a:gd name="T28" fmla="*/ 714 w 715"/>
              <a:gd name="T29" fmla="*/ 357 h 715"/>
              <a:gd name="T30" fmla="*/ 410 w 715"/>
              <a:gd name="T31" fmla="*/ 4 h 715"/>
              <a:gd name="T32" fmla="*/ 649 w 715"/>
              <a:gd name="T33" fmla="*/ 207 h 715"/>
              <a:gd name="T34" fmla="*/ 649 w 715"/>
              <a:gd name="T35" fmla="*/ 207 h 715"/>
              <a:gd name="T36" fmla="*/ 316 w 715"/>
              <a:gd name="T37" fmla="*/ 207 h 715"/>
              <a:gd name="T38" fmla="*/ 416 w 715"/>
              <a:gd name="T39" fmla="*/ 34 h 715"/>
              <a:gd name="T40" fmla="*/ 589 w 715"/>
              <a:gd name="T41" fmla="*/ 125 h 715"/>
              <a:gd name="T42" fmla="*/ 649 w 715"/>
              <a:gd name="T43" fmla="*/ 207 h 715"/>
              <a:gd name="T44" fmla="*/ 417 w 715"/>
              <a:gd name="T45" fmla="*/ 446 h 715"/>
              <a:gd name="T46" fmla="*/ 417 w 715"/>
              <a:gd name="T47" fmla="*/ 446 h 715"/>
              <a:gd name="T48" fmla="*/ 297 w 715"/>
              <a:gd name="T49" fmla="*/ 446 h 715"/>
              <a:gd name="T50" fmla="*/ 237 w 715"/>
              <a:gd name="T51" fmla="*/ 341 h 715"/>
              <a:gd name="T52" fmla="*/ 297 w 715"/>
              <a:gd name="T53" fmla="*/ 238 h 715"/>
              <a:gd name="T54" fmla="*/ 417 w 715"/>
              <a:gd name="T55" fmla="*/ 238 h 715"/>
              <a:gd name="T56" fmla="*/ 477 w 715"/>
              <a:gd name="T57" fmla="*/ 341 h 715"/>
              <a:gd name="T58" fmla="*/ 417 w 715"/>
              <a:gd name="T59" fmla="*/ 446 h 715"/>
              <a:gd name="T60" fmla="*/ 357 w 715"/>
              <a:gd name="T61" fmla="*/ 29 h 715"/>
              <a:gd name="T62" fmla="*/ 357 w 715"/>
              <a:gd name="T63" fmla="*/ 29 h 715"/>
              <a:gd name="T64" fmla="*/ 384 w 715"/>
              <a:gd name="T65" fmla="*/ 30 h 715"/>
              <a:gd name="T66" fmla="*/ 221 w 715"/>
              <a:gd name="T67" fmla="*/ 312 h 715"/>
              <a:gd name="T68" fmla="*/ 119 w 715"/>
              <a:gd name="T69" fmla="*/ 132 h 715"/>
              <a:gd name="T70" fmla="*/ 126 w 715"/>
              <a:gd name="T71" fmla="*/ 125 h 715"/>
              <a:gd name="T72" fmla="*/ 357 w 715"/>
              <a:gd name="T73" fmla="*/ 29 h 715"/>
              <a:gd name="T74" fmla="*/ 98 w 715"/>
              <a:gd name="T75" fmla="*/ 157 h 715"/>
              <a:gd name="T76" fmla="*/ 98 w 715"/>
              <a:gd name="T77" fmla="*/ 157 h 715"/>
              <a:gd name="T78" fmla="*/ 262 w 715"/>
              <a:gd name="T79" fmla="*/ 446 h 715"/>
              <a:gd name="T80" fmla="*/ 42 w 715"/>
              <a:gd name="T81" fmla="*/ 446 h 715"/>
              <a:gd name="T82" fmla="*/ 30 w 715"/>
              <a:gd name="T83" fmla="*/ 357 h 715"/>
              <a:gd name="T84" fmla="*/ 98 w 715"/>
              <a:gd name="T85" fmla="*/ 157 h 715"/>
              <a:gd name="T86" fmla="*/ 52 w 715"/>
              <a:gd name="T87" fmla="*/ 475 h 715"/>
              <a:gd name="T88" fmla="*/ 52 w 715"/>
              <a:gd name="T89" fmla="*/ 475 h 715"/>
              <a:gd name="T90" fmla="*/ 399 w 715"/>
              <a:gd name="T91" fmla="*/ 475 h 715"/>
              <a:gd name="T92" fmla="*/ 283 w 715"/>
              <a:gd name="T93" fmla="*/ 676 h 715"/>
              <a:gd name="T94" fmla="*/ 126 w 715"/>
              <a:gd name="T95" fmla="*/ 588 h 715"/>
              <a:gd name="T96" fmla="*/ 52 w 715"/>
              <a:gd name="T97" fmla="*/ 475 h 715"/>
              <a:gd name="T98" fmla="*/ 357 w 715"/>
              <a:gd name="T99" fmla="*/ 684 h 715"/>
              <a:gd name="T100" fmla="*/ 357 w 715"/>
              <a:gd name="T101" fmla="*/ 684 h 715"/>
              <a:gd name="T102" fmla="*/ 314 w 715"/>
              <a:gd name="T103" fmla="*/ 682 h 715"/>
              <a:gd name="T104" fmla="*/ 494 w 715"/>
              <a:gd name="T105" fmla="*/ 372 h 715"/>
              <a:gd name="T106" fmla="*/ 607 w 715"/>
              <a:gd name="T107" fmla="*/ 567 h 715"/>
              <a:gd name="T108" fmla="*/ 589 w 715"/>
              <a:gd name="T109" fmla="*/ 588 h 715"/>
              <a:gd name="T110" fmla="*/ 357 w 715"/>
              <a:gd name="T111" fmla="*/ 684 h 715"/>
              <a:gd name="T112" fmla="*/ 627 w 715"/>
              <a:gd name="T113" fmla="*/ 542 h 715"/>
              <a:gd name="T114" fmla="*/ 627 w 715"/>
              <a:gd name="T115" fmla="*/ 542 h 715"/>
              <a:gd name="T116" fmla="*/ 451 w 715"/>
              <a:gd name="T117" fmla="*/ 238 h 715"/>
              <a:gd name="T118" fmla="*/ 661 w 715"/>
              <a:gd name="T119" fmla="*/ 238 h 715"/>
              <a:gd name="T120" fmla="*/ 684 w 715"/>
              <a:gd name="T121" fmla="*/ 357 h 715"/>
              <a:gd name="T122" fmla="*/ 627 w 715"/>
              <a:gd name="T123" fmla="*/ 54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15" h="715">
                <a:moveTo>
                  <a:pt x="410" y="4"/>
                </a:moveTo>
                <a:lnTo>
                  <a:pt x="410" y="4"/>
                </a:lnTo>
                <a:lnTo>
                  <a:pt x="410" y="4"/>
                </a:lnTo>
                <a:cubicBezTo>
                  <a:pt x="394" y="1"/>
                  <a:pt x="375" y="0"/>
                  <a:pt x="357" y="0"/>
                </a:cubicBezTo>
                <a:cubicBezTo>
                  <a:pt x="250" y="0"/>
                  <a:pt x="154" y="47"/>
                  <a:pt x="88" y="121"/>
                </a:cubicBezTo>
                <a:lnTo>
                  <a:pt x="88" y="122"/>
                </a:lnTo>
                <a:cubicBezTo>
                  <a:pt x="34" y="185"/>
                  <a:pt x="0" y="267"/>
                  <a:pt x="0" y="357"/>
                </a:cubicBezTo>
                <a:cubicBezTo>
                  <a:pt x="0" y="396"/>
                  <a:pt x="6" y="432"/>
                  <a:pt x="17" y="467"/>
                </a:cubicBezTo>
                <a:lnTo>
                  <a:pt x="17" y="467"/>
                </a:lnTo>
                <a:cubicBezTo>
                  <a:pt x="56" y="590"/>
                  <a:pt x="161" y="683"/>
                  <a:pt x="289" y="707"/>
                </a:cubicBezTo>
                <a:lnTo>
                  <a:pt x="289" y="707"/>
                </a:lnTo>
                <a:cubicBezTo>
                  <a:pt x="311" y="711"/>
                  <a:pt x="334" y="714"/>
                  <a:pt x="357" y="714"/>
                </a:cubicBezTo>
                <a:cubicBezTo>
                  <a:pt x="470" y="714"/>
                  <a:pt x="571" y="661"/>
                  <a:pt x="636" y="578"/>
                </a:cubicBezTo>
                <a:cubicBezTo>
                  <a:pt x="638" y="578"/>
                  <a:pt x="638" y="578"/>
                  <a:pt x="638" y="577"/>
                </a:cubicBezTo>
                <a:cubicBezTo>
                  <a:pt x="685" y="517"/>
                  <a:pt x="714" y="440"/>
                  <a:pt x="714" y="357"/>
                </a:cubicBezTo>
                <a:cubicBezTo>
                  <a:pt x="714" y="178"/>
                  <a:pt x="582" y="30"/>
                  <a:pt x="410" y="4"/>
                </a:cubicBezTo>
                <a:close/>
                <a:moveTo>
                  <a:pt x="649" y="207"/>
                </a:moveTo>
                <a:lnTo>
                  <a:pt x="649" y="207"/>
                </a:lnTo>
                <a:cubicBezTo>
                  <a:pt x="316" y="207"/>
                  <a:pt x="316" y="207"/>
                  <a:pt x="316" y="207"/>
                </a:cubicBezTo>
                <a:cubicBezTo>
                  <a:pt x="416" y="34"/>
                  <a:pt x="416" y="34"/>
                  <a:pt x="416" y="34"/>
                </a:cubicBezTo>
                <a:cubicBezTo>
                  <a:pt x="483" y="47"/>
                  <a:pt x="543" y="79"/>
                  <a:pt x="589" y="125"/>
                </a:cubicBezTo>
                <a:cubicBezTo>
                  <a:pt x="613" y="149"/>
                  <a:pt x="632" y="177"/>
                  <a:pt x="649" y="207"/>
                </a:cubicBezTo>
                <a:close/>
                <a:moveTo>
                  <a:pt x="417" y="446"/>
                </a:moveTo>
                <a:lnTo>
                  <a:pt x="417" y="446"/>
                </a:lnTo>
                <a:cubicBezTo>
                  <a:pt x="297" y="446"/>
                  <a:pt x="297" y="446"/>
                  <a:pt x="297" y="446"/>
                </a:cubicBezTo>
                <a:cubicBezTo>
                  <a:pt x="237" y="341"/>
                  <a:pt x="237" y="341"/>
                  <a:pt x="237" y="341"/>
                </a:cubicBezTo>
                <a:cubicBezTo>
                  <a:pt x="297" y="238"/>
                  <a:pt x="297" y="238"/>
                  <a:pt x="297" y="238"/>
                </a:cubicBezTo>
                <a:cubicBezTo>
                  <a:pt x="417" y="238"/>
                  <a:pt x="417" y="238"/>
                  <a:pt x="417" y="238"/>
                </a:cubicBezTo>
                <a:cubicBezTo>
                  <a:pt x="477" y="341"/>
                  <a:pt x="477" y="341"/>
                  <a:pt x="477" y="341"/>
                </a:cubicBezTo>
                <a:lnTo>
                  <a:pt x="417" y="446"/>
                </a:lnTo>
                <a:close/>
                <a:moveTo>
                  <a:pt x="357" y="29"/>
                </a:moveTo>
                <a:lnTo>
                  <a:pt x="357" y="29"/>
                </a:lnTo>
                <a:cubicBezTo>
                  <a:pt x="366" y="29"/>
                  <a:pt x="375" y="30"/>
                  <a:pt x="384" y="30"/>
                </a:cubicBezTo>
                <a:cubicBezTo>
                  <a:pt x="221" y="312"/>
                  <a:pt x="221" y="312"/>
                  <a:pt x="221" y="312"/>
                </a:cubicBezTo>
                <a:cubicBezTo>
                  <a:pt x="119" y="132"/>
                  <a:pt x="119" y="132"/>
                  <a:pt x="119" y="132"/>
                </a:cubicBezTo>
                <a:cubicBezTo>
                  <a:pt x="120" y="131"/>
                  <a:pt x="123" y="128"/>
                  <a:pt x="126" y="125"/>
                </a:cubicBezTo>
                <a:cubicBezTo>
                  <a:pt x="184" y="67"/>
                  <a:pt x="267" y="29"/>
                  <a:pt x="357" y="29"/>
                </a:cubicBezTo>
                <a:close/>
                <a:moveTo>
                  <a:pt x="98" y="157"/>
                </a:moveTo>
                <a:lnTo>
                  <a:pt x="98" y="157"/>
                </a:lnTo>
                <a:cubicBezTo>
                  <a:pt x="262" y="446"/>
                  <a:pt x="262" y="446"/>
                  <a:pt x="262" y="446"/>
                </a:cubicBezTo>
                <a:cubicBezTo>
                  <a:pt x="42" y="446"/>
                  <a:pt x="42" y="446"/>
                  <a:pt x="42" y="446"/>
                </a:cubicBezTo>
                <a:cubicBezTo>
                  <a:pt x="34" y="418"/>
                  <a:pt x="30" y="387"/>
                  <a:pt x="30" y="357"/>
                </a:cubicBezTo>
                <a:cubicBezTo>
                  <a:pt x="30" y="281"/>
                  <a:pt x="55" y="212"/>
                  <a:pt x="98" y="157"/>
                </a:cubicBezTo>
                <a:close/>
                <a:moveTo>
                  <a:pt x="52" y="475"/>
                </a:moveTo>
                <a:lnTo>
                  <a:pt x="52" y="475"/>
                </a:lnTo>
                <a:cubicBezTo>
                  <a:pt x="399" y="475"/>
                  <a:pt x="399" y="475"/>
                  <a:pt x="399" y="475"/>
                </a:cubicBezTo>
                <a:cubicBezTo>
                  <a:pt x="283" y="676"/>
                  <a:pt x="283" y="676"/>
                  <a:pt x="283" y="676"/>
                </a:cubicBezTo>
                <a:cubicBezTo>
                  <a:pt x="222" y="662"/>
                  <a:pt x="168" y="631"/>
                  <a:pt x="126" y="588"/>
                </a:cubicBezTo>
                <a:cubicBezTo>
                  <a:pt x="94" y="556"/>
                  <a:pt x="69" y="518"/>
                  <a:pt x="52" y="475"/>
                </a:cubicBezTo>
                <a:close/>
                <a:moveTo>
                  <a:pt x="357" y="684"/>
                </a:moveTo>
                <a:lnTo>
                  <a:pt x="357" y="684"/>
                </a:lnTo>
                <a:cubicBezTo>
                  <a:pt x="342" y="684"/>
                  <a:pt x="328" y="683"/>
                  <a:pt x="314" y="682"/>
                </a:cubicBezTo>
                <a:cubicBezTo>
                  <a:pt x="494" y="372"/>
                  <a:pt x="494" y="372"/>
                  <a:pt x="494" y="372"/>
                </a:cubicBezTo>
                <a:cubicBezTo>
                  <a:pt x="607" y="567"/>
                  <a:pt x="607" y="567"/>
                  <a:pt x="607" y="567"/>
                </a:cubicBezTo>
                <a:cubicBezTo>
                  <a:pt x="601" y="574"/>
                  <a:pt x="594" y="581"/>
                  <a:pt x="589" y="588"/>
                </a:cubicBezTo>
                <a:cubicBezTo>
                  <a:pt x="529" y="648"/>
                  <a:pt x="448" y="684"/>
                  <a:pt x="357" y="684"/>
                </a:cubicBezTo>
                <a:close/>
                <a:moveTo>
                  <a:pt x="627" y="542"/>
                </a:moveTo>
                <a:lnTo>
                  <a:pt x="627" y="542"/>
                </a:lnTo>
                <a:cubicBezTo>
                  <a:pt x="451" y="238"/>
                  <a:pt x="451" y="238"/>
                  <a:pt x="451" y="238"/>
                </a:cubicBezTo>
                <a:cubicBezTo>
                  <a:pt x="661" y="238"/>
                  <a:pt x="661" y="238"/>
                  <a:pt x="661" y="238"/>
                </a:cubicBezTo>
                <a:cubicBezTo>
                  <a:pt x="677" y="274"/>
                  <a:pt x="684" y="315"/>
                  <a:pt x="684" y="357"/>
                </a:cubicBezTo>
                <a:cubicBezTo>
                  <a:pt x="684" y="425"/>
                  <a:pt x="663" y="489"/>
                  <a:pt x="627" y="542"/>
                </a:cubicBezTo>
                <a:close/>
              </a:path>
            </a:pathLst>
          </a:custGeom>
          <a:solidFill>
            <a:schemeClr val="accent4"/>
          </a:solidFill>
          <a:ln>
            <a:noFill/>
          </a:ln>
          <a:effectLst/>
        </p:spPr>
        <p:txBody>
          <a:bodyPr wrap="none" anchor="ctr"/>
          <a:lstStyle/>
          <a:p>
            <a:endParaRPr lang="da-DK"/>
          </a:p>
        </p:txBody>
      </p:sp>
      <p:grpSp>
        <p:nvGrpSpPr>
          <p:cNvPr id="384" name="Group 387">
            <a:extLst>
              <a:ext uri="{FF2B5EF4-FFF2-40B4-BE49-F238E27FC236}">
                <a16:creationId xmlns:a16="http://schemas.microsoft.com/office/drawing/2014/main" id="{4A69E24E-FA42-17A0-7F65-7EB7F0CFFE04}"/>
              </a:ext>
            </a:extLst>
          </p:cNvPr>
          <p:cNvGrpSpPr/>
          <p:nvPr/>
        </p:nvGrpSpPr>
        <p:grpSpPr>
          <a:xfrm>
            <a:off x="3132806" y="3945656"/>
            <a:ext cx="225425" cy="258763"/>
            <a:chOff x="2105025" y="4289425"/>
            <a:chExt cx="225425" cy="258763"/>
          </a:xfrm>
          <a:solidFill>
            <a:schemeClr val="accent4"/>
          </a:solidFill>
        </p:grpSpPr>
        <p:sp>
          <p:nvSpPr>
            <p:cNvPr id="385" name="Freeform 315">
              <a:extLst>
                <a:ext uri="{FF2B5EF4-FFF2-40B4-BE49-F238E27FC236}">
                  <a16:creationId xmlns:a16="http://schemas.microsoft.com/office/drawing/2014/main" id="{ECDA49B6-D65F-E67E-6EAA-4FF39E8BEE67}"/>
                </a:ext>
              </a:extLst>
            </p:cNvPr>
            <p:cNvSpPr>
              <a:spLocks noChangeArrowheads="1"/>
            </p:cNvSpPr>
            <p:nvPr/>
          </p:nvSpPr>
          <p:spPr bwMode="auto">
            <a:xfrm>
              <a:off x="2233613" y="4352925"/>
              <a:ext cx="31750" cy="33338"/>
            </a:xfrm>
            <a:custGeom>
              <a:avLst/>
              <a:gdLst>
                <a:gd name="T0" fmla="*/ 0 w 90"/>
                <a:gd name="T1" fmla="*/ 16 h 91"/>
                <a:gd name="T2" fmla="*/ 0 w 90"/>
                <a:gd name="T3" fmla="*/ 16 h 91"/>
                <a:gd name="T4" fmla="*/ 15 w 90"/>
                <a:gd name="T5" fmla="*/ 31 h 91"/>
                <a:gd name="T6" fmla="*/ 15 w 90"/>
                <a:gd name="T7" fmla="*/ 31 h 91"/>
                <a:gd name="T8" fmla="*/ 60 w 90"/>
                <a:gd name="T9" fmla="*/ 76 h 91"/>
                <a:gd name="T10" fmla="*/ 75 w 90"/>
                <a:gd name="T11" fmla="*/ 90 h 91"/>
                <a:gd name="T12" fmla="*/ 89 w 90"/>
                <a:gd name="T13" fmla="*/ 76 h 91"/>
                <a:gd name="T14" fmla="*/ 15 w 90"/>
                <a:gd name="T15" fmla="*/ 0 h 91"/>
                <a:gd name="T16" fmla="*/ 0 w 90"/>
                <a:gd name="T17" fmla="*/ 16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0" h="91">
                  <a:moveTo>
                    <a:pt x="0" y="16"/>
                  </a:moveTo>
                  <a:lnTo>
                    <a:pt x="0" y="16"/>
                  </a:lnTo>
                  <a:cubicBezTo>
                    <a:pt x="0" y="24"/>
                    <a:pt x="7" y="31"/>
                    <a:pt x="15" y="31"/>
                  </a:cubicBezTo>
                  <a:lnTo>
                    <a:pt x="15" y="31"/>
                  </a:lnTo>
                  <a:cubicBezTo>
                    <a:pt x="40" y="31"/>
                    <a:pt x="60" y="51"/>
                    <a:pt x="60" y="76"/>
                  </a:cubicBezTo>
                  <a:cubicBezTo>
                    <a:pt x="60" y="84"/>
                    <a:pt x="67" y="90"/>
                    <a:pt x="75" y="90"/>
                  </a:cubicBezTo>
                  <a:cubicBezTo>
                    <a:pt x="84" y="90"/>
                    <a:pt x="89" y="84"/>
                    <a:pt x="89" y="76"/>
                  </a:cubicBezTo>
                  <a:cubicBezTo>
                    <a:pt x="89" y="34"/>
                    <a:pt x="56"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6" name="Freeform 316">
              <a:extLst>
                <a:ext uri="{FF2B5EF4-FFF2-40B4-BE49-F238E27FC236}">
                  <a16:creationId xmlns:a16="http://schemas.microsoft.com/office/drawing/2014/main" id="{E25D33A4-9887-5AEE-A4AB-5D83867A390E}"/>
                </a:ext>
              </a:extLst>
            </p:cNvPr>
            <p:cNvSpPr>
              <a:spLocks noChangeArrowheads="1"/>
            </p:cNvSpPr>
            <p:nvPr/>
          </p:nvSpPr>
          <p:spPr bwMode="auto">
            <a:xfrm>
              <a:off x="2244725" y="4321175"/>
              <a:ext cx="53975" cy="53975"/>
            </a:xfrm>
            <a:custGeom>
              <a:avLst/>
              <a:gdLst>
                <a:gd name="T0" fmla="*/ 0 w 149"/>
                <a:gd name="T1" fmla="*/ 15 h 150"/>
                <a:gd name="T2" fmla="*/ 0 w 149"/>
                <a:gd name="T3" fmla="*/ 15 h 150"/>
                <a:gd name="T4" fmla="*/ 14 w 149"/>
                <a:gd name="T5" fmla="*/ 31 h 150"/>
                <a:gd name="T6" fmla="*/ 14 w 149"/>
                <a:gd name="T7" fmla="*/ 31 h 150"/>
                <a:gd name="T8" fmla="*/ 88 w 149"/>
                <a:gd name="T9" fmla="*/ 61 h 150"/>
                <a:gd name="T10" fmla="*/ 118 w 149"/>
                <a:gd name="T11" fmla="*/ 134 h 150"/>
                <a:gd name="T12" fmla="*/ 134 w 149"/>
                <a:gd name="T13" fmla="*/ 149 h 150"/>
                <a:gd name="T14" fmla="*/ 148 w 149"/>
                <a:gd name="T15" fmla="*/ 134 h 150"/>
                <a:gd name="T16" fmla="*/ 14 w 149"/>
                <a:gd name="T17" fmla="*/ 0 h 150"/>
                <a:gd name="T18" fmla="*/ 0 w 149"/>
                <a:gd name="T19" fmla="*/ 15 h 1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49" h="150">
                  <a:moveTo>
                    <a:pt x="0" y="15"/>
                  </a:moveTo>
                  <a:lnTo>
                    <a:pt x="0" y="15"/>
                  </a:lnTo>
                  <a:cubicBezTo>
                    <a:pt x="0" y="24"/>
                    <a:pt x="5" y="31"/>
                    <a:pt x="14" y="31"/>
                  </a:cubicBezTo>
                  <a:lnTo>
                    <a:pt x="14" y="31"/>
                  </a:lnTo>
                  <a:cubicBezTo>
                    <a:pt x="43" y="31"/>
                    <a:pt x="69" y="42"/>
                    <a:pt x="88" y="61"/>
                  </a:cubicBezTo>
                  <a:cubicBezTo>
                    <a:pt x="107" y="80"/>
                    <a:pt x="118" y="106"/>
                    <a:pt x="118" y="134"/>
                  </a:cubicBezTo>
                  <a:cubicBezTo>
                    <a:pt x="118" y="142"/>
                    <a:pt x="125" y="149"/>
                    <a:pt x="134" y="149"/>
                  </a:cubicBezTo>
                  <a:cubicBezTo>
                    <a:pt x="142" y="149"/>
                    <a:pt x="148" y="142"/>
                    <a:pt x="148" y="134"/>
                  </a:cubicBezTo>
                  <a:cubicBezTo>
                    <a:pt x="148" y="60"/>
                    <a:pt x="88" y="0"/>
                    <a:pt x="14" y="0"/>
                  </a:cubicBezTo>
                  <a:cubicBezTo>
                    <a:pt x="5"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7" name="Freeform 317">
              <a:extLst>
                <a:ext uri="{FF2B5EF4-FFF2-40B4-BE49-F238E27FC236}">
                  <a16:creationId xmlns:a16="http://schemas.microsoft.com/office/drawing/2014/main" id="{BB321A86-6314-6979-F3B6-9BEA757056C1}"/>
                </a:ext>
              </a:extLst>
            </p:cNvPr>
            <p:cNvSpPr>
              <a:spLocks noChangeArrowheads="1"/>
            </p:cNvSpPr>
            <p:nvPr/>
          </p:nvSpPr>
          <p:spPr bwMode="auto">
            <a:xfrm>
              <a:off x="2255838" y="4289425"/>
              <a:ext cx="74612" cy="76200"/>
            </a:xfrm>
            <a:custGeom>
              <a:avLst/>
              <a:gdLst>
                <a:gd name="T0" fmla="*/ 15 w 209"/>
                <a:gd name="T1" fmla="*/ 30 h 210"/>
                <a:gd name="T2" fmla="*/ 15 w 209"/>
                <a:gd name="T3" fmla="*/ 30 h 210"/>
                <a:gd name="T4" fmla="*/ 131 w 209"/>
                <a:gd name="T5" fmla="*/ 78 h 210"/>
                <a:gd name="T6" fmla="*/ 179 w 209"/>
                <a:gd name="T7" fmla="*/ 194 h 210"/>
                <a:gd name="T8" fmla="*/ 194 w 209"/>
                <a:gd name="T9" fmla="*/ 209 h 210"/>
                <a:gd name="T10" fmla="*/ 208 w 209"/>
                <a:gd name="T11" fmla="*/ 194 h 210"/>
                <a:gd name="T12" fmla="*/ 15 w 209"/>
                <a:gd name="T13" fmla="*/ 0 h 210"/>
                <a:gd name="T14" fmla="*/ 0 w 209"/>
                <a:gd name="T15" fmla="*/ 15 h 210"/>
                <a:gd name="T16" fmla="*/ 15 w 209"/>
                <a:gd name="T17" fmla="*/ 30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9" h="210">
                  <a:moveTo>
                    <a:pt x="15" y="30"/>
                  </a:moveTo>
                  <a:lnTo>
                    <a:pt x="15" y="30"/>
                  </a:lnTo>
                  <a:cubicBezTo>
                    <a:pt x="60" y="30"/>
                    <a:pt x="100" y="49"/>
                    <a:pt x="131" y="78"/>
                  </a:cubicBezTo>
                  <a:cubicBezTo>
                    <a:pt x="160" y="107"/>
                    <a:pt x="179" y="149"/>
                    <a:pt x="179" y="194"/>
                  </a:cubicBezTo>
                  <a:cubicBezTo>
                    <a:pt x="179" y="202"/>
                    <a:pt x="185" y="209"/>
                    <a:pt x="194" y="209"/>
                  </a:cubicBezTo>
                  <a:cubicBezTo>
                    <a:pt x="202" y="209"/>
                    <a:pt x="208" y="202"/>
                    <a:pt x="208" y="194"/>
                  </a:cubicBezTo>
                  <a:cubicBezTo>
                    <a:pt x="208" y="88"/>
                    <a:pt x="121"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88" name="Freeform 318">
              <a:extLst>
                <a:ext uri="{FF2B5EF4-FFF2-40B4-BE49-F238E27FC236}">
                  <a16:creationId xmlns:a16="http://schemas.microsoft.com/office/drawing/2014/main" id="{E2BE9C8C-F63C-78A1-7A82-9FC76B57F22E}"/>
                </a:ext>
              </a:extLst>
            </p:cNvPr>
            <p:cNvSpPr>
              <a:spLocks noChangeArrowheads="1"/>
            </p:cNvSpPr>
            <p:nvPr/>
          </p:nvSpPr>
          <p:spPr bwMode="auto">
            <a:xfrm>
              <a:off x="2105025" y="4327525"/>
              <a:ext cx="177800" cy="220663"/>
            </a:xfrm>
            <a:custGeom>
              <a:avLst/>
              <a:gdLst>
                <a:gd name="T0" fmla="*/ 283 w 493"/>
                <a:gd name="T1" fmla="*/ 491 h 611"/>
                <a:gd name="T2" fmla="*/ 283 w 493"/>
                <a:gd name="T3" fmla="*/ 491 h 611"/>
                <a:gd name="T4" fmla="*/ 483 w 493"/>
                <a:gd name="T5" fmla="*/ 409 h 611"/>
                <a:gd name="T6" fmla="*/ 483 w 493"/>
                <a:gd name="T7" fmla="*/ 409 h 611"/>
                <a:gd name="T8" fmla="*/ 490 w 493"/>
                <a:gd name="T9" fmla="*/ 396 h 611"/>
                <a:gd name="T10" fmla="*/ 492 w 493"/>
                <a:gd name="T11" fmla="*/ 384 h 611"/>
                <a:gd name="T12" fmla="*/ 480 w 493"/>
                <a:gd name="T13" fmla="*/ 341 h 611"/>
                <a:gd name="T14" fmla="*/ 425 w 493"/>
                <a:gd name="T15" fmla="*/ 257 h 611"/>
                <a:gd name="T16" fmla="*/ 336 w 493"/>
                <a:gd name="T17" fmla="*/ 157 h 611"/>
                <a:gd name="T18" fmla="*/ 325 w 493"/>
                <a:gd name="T19" fmla="*/ 166 h 611"/>
                <a:gd name="T20" fmla="*/ 336 w 493"/>
                <a:gd name="T21" fmla="*/ 157 h 611"/>
                <a:gd name="T22" fmla="*/ 205 w 493"/>
                <a:gd name="T23" fmla="*/ 45 h 611"/>
                <a:gd name="T24" fmla="*/ 151 w 493"/>
                <a:gd name="T25" fmla="*/ 13 h 611"/>
                <a:gd name="T26" fmla="*/ 107 w 493"/>
                <a:gd name="T27" fmla="*/ 0 h 611"/>
                <a:gd name="T28" fmla="*/ 95 w 493"/>
                <a:gd name="T29" fmla="*/ 2 h 611"/>
                <a:gd name="T30" fmla="*/ 84 w 493"/>
                <a:gd name="T31" fmla="*/ 9 h 611"/>
                <a:gd name="T32" fmla="*/ 84 w 493"/>
                <a:gd name="T33" fmla="*/ 9 h 611"/>
                <a:gd name="T34" fmla="*/ 0 w 493"/>
                <a:gd name="T35" fmla="*/ 208 h 611"/>
                <a:gd name="T36" fmla="*/ 209 w 493"/>
                <a:gd name="T37" fmla="*/ 482 h 611"/>
                <a:gd name="T38" fmla="*/ 209 w 493"/>
                <a:gd name="T39" fmla="*/ 580 h 611"/>
                <a:gd name="T40" fmla="*/ 134 w 493"/>
                <a:gd name="T41" fmla="*/ 580 h 611"/>
                <a:gd name="T42" fmla="*/ 120 w 493"/>
                <a:gd name="T43" fmla="*/ 596 h 611"/>
                <a:gd name="T44" fmla="*/ 134 w 493"/>
                <a:gd name="T45" fmla="*/ 610 h 611"/>
                <a:gd name="T46" fmla="*/ 312 w 493"/>
                <a:gd name="T47" fmla="*/ 610 h 611"/>
                <a:gd name="T48" fmla="*/ 328 w 493"/>
                <a:gd name="T49" fmla="*/ 596 h 611"/>
                <a:gd name="T50" fmla="*/ 312 w 493"/>
                <a:gd name="T51" fmla="*/ 580 h 611"/>
                <a:gd name="T52" fmla="*/ 238 w 493"/>
                <a:gd name="T53" fmla="*/ 580 h 611"/>
                <a:gd name="T54" fmla="*/ 238 w 493"/>
                <a:gd name="T55" fmla="*/ 487 h 611"/>
                <a:gd name="T56" fmla="*/ 283 w 493"/>
                <a:gd name="T57" fmla="*/ 491 h 611"/>
                <a:gd name="T58" fmla="*/ 218 w 493"/>
                <a:gd name="T59" fmla="*/ 91 h 611"/>
                <a:gd name="T60" fmla="*/ 218 w 493"/>
                <a:gd name="T61" fmla="*/ 91 h 611"/>
                <a:gd name="T62" fmla="*/ 315 w 493"/>
                <a:gd name="T63" fmla="*/ 177 h 611"/>
                <a:gd name="T64" fmla="*/ 315 w 493"/>
                <a:gd name="T65" fmla="*/ 177 h 611"/>
                <a:gd name="T66" fmla="*/ 423 w 493"/>
                <a:gd name="T67" fmla="*/ 304 h 611"/>
                <a:gd name="T68" fmla="*/ 453 w 493"/>
                <a:gd name="T69" fmla="*/ 353 h 611"/>
                <a:gd name="T70" fmla="*/ 462 w 493"/>
                <a:gd name="T71" fmla="*/ 384 h 611"/>
                <a:gd name="T72" fmla="*/ 462 w 493"/>
                <a:gd name="T73" fmla="*/ 388 h 611"/>
                <a:gd name="T74" fmla="*/ 462 w 493"/>
                <a:gd name="T75" fmla="*/ 388 h 611"/>
                <a:gd name="T76" fmla="*/ 459 w 493"/>
                <a:gd name="T77" fmla="*/ 388 h 611"/>
                <a:gd name="T78" fmla="*/ 428 w 493"/>
                <a:gd name="T79" fmla="*/ 378 h 611"/>
                <a:gd name="T80" fmla="*/ 349 w 493"/>
                <a:gd name="T81" fmla="*/ 327 h 611"/>
                <a:gd name="T82" fmla="*/ 251 w 493"/>
                <a:gd name="T83" fmla="*/ 240 h 611"/>
                <a:gd name="T84" fmla="*/ 144 w 493"/>
                <a:gd name="T85" fmla="*/ 113 h 611"/>
                <a:gd name="T86" fmla="*/ 113 w 493"/>
                <a:gd name="T87" fmla="*/ 65 h 611"/>
                <a:gd name="T88" fmla="*/ 105 w 493"/>
                <a:gd name="T89" fmla="*/ 32 h 611"/>
                <a:gd name="T90" fmla="*/ 105 w 493"/>
                <a:gd name="T91" fmla="*/ 30 h 611"/>
                <a:gd name="T92" fmla="*/ 105 w 493"/>
                <a:gd name="T93" fmla="*/ 30 h 611"/>
                <a:gd name="T94" fmla="*/ 107 w 493"/>
                <a:gd name="T95" fmla="*/ 30 h 611"/>
                <a:gd name="T96" fmla="*/ 138 w 493"/>
                <a:gd name="T97" fmla="*/ 39 h 611"/>
                <a:gd name="T98" fmla="*/ 218 w 493"/>
                <a:gd name="T99" fmla="*/ 91 h 611"/>
                <a:gd name="T100" fmla="*/ 31 w 493"/>
                <a:gd name="T101" fmla="*/ 208 h 611"/>
                <a:gd name="T102" fmla="*/ 31 w 493"/>
                <a:gd name="T103" fmla="*/ 208 h 611"/>
                <a:gd name="T104" fmla="*/ 79 w 493"/>
                <a:gd name="T105" fmla="*/ 59 h 611"/>
                <a:gd name="T106" fmla="*/ 86 w 493"/>
                <a:gd name="T107" fmla="*/ 77 h 611"/>
                <a:gd name="T108" fmla="*/ 141 w 493"/>
                <a:gd name="T109" fmla="*/ 161 h 611"/>
                <a:gd name="T110" fmla="*/ 230 w 493"/>
                <a:gd name="T111" fmla="*/ 261 h 611"/>
                <a:gd name="T112" fmla="*/ 361 w 493"/>
                <a:gd name="T113" fmla="*/ 373 h 611"/>
                <a:gd name="T114" fmla="*/ 416 w 493"/>
                <a:gd name="T115" fmla="*/ 405 h 611"/>
                <a:gd name="T116" fmla="*/ 432 w 493"/>
                <a:gd name="T117" fmla="*/ 412 h 611"/>
                <a:gd name="T118" fmla="*/ 283 w 493"/>
                <a:gd name="T119" fmla="*/ 462 h 611"/>
                <a:gd name="T120" fmla="*/ 105 w 493"/>
                <a:gd name="T121" fmla="*/ 388 h 611"/>
                <a:gd name="T122" fmla="*/ 31 w 493"/>
                <a:gd name="T123" fmla="*/ 208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3" h="611">
                  <a:moveTo>
                    <a:pt x="283" y="491"/>
                  </a:moveTo>
                  <a:lnTo>
                    <a:pt x="283" y="491"/>
                  </a:lnTo>
                  <a:cubicBezTo>
                    <a:pt x="361" y="491"/>
                    <a:pt x="432" y="459"/>
                    <a:pt x="483" y="409"/>
                  </a:cubicBezTo>
                  <a:lnTo>
                    <a:pt x="483" y="409"/>
                  </a:lnTo>
                  <a:cubicBezTo>
                    <a:pt x="487" y="405"/>
                    <a:pt x="488" y="401"/>
                    <a:pt x="490" y="396"/>
                  </a:cubicBezTo>
                  <a:cubicBezTo>
                    <a:pt x="491" y="392"/>
                    <a:pt x="492" y="388"/>
                    <a:pt x="492" y="384"/>
                  </a:cubicBezTo>
                  <a:cubicBezTo>
                    <a:pt x="492" y="371"/>
                    <a:pt x="487" y="357"/>
                    <a:pt x="480" y="341"/>
                  </a:cubicBezTo>
                  <a:cubicBezTo>
                    <a:pt x="469" y="317"/>
                    <a:pt x="449" y="288"/>
                    <a:pt x="425" y="257"/>
                  </a:cubicBezTo>
                  <a:cubicBezTo>
                    <a:pt x="400" y="225"/>
                    <a:pt x="370" y="190"/>
                    <a:pt x="336" y="157"/>
                  </a:cubicBezTo>
                  <a:cubicBezTo>
                    <a:pt x="325" y="166"/>
                    <a:pt x="325" y="166"/>
                    <a:pt x="325" y="166"/>
                  </a:cubicBezTo>
                  <a:cubicBezTo>
                    <a:pt x="336" y="157"/>
                    <a:pt x="336" y="157"/>
                    <a:pt x="336" y="157"/>
                  </a:cubicBezTo>
                  <a:cubicBezTo>
                    <a:pt x="290" y="111"/>
                    <a:pt x="244" y="71"/>
                    <a:pt x="205" y="45"/>
                  </a:cubicBezTo>
                  <a:cubicBezTo>
                    <a:pt x="185" y="31"/>
                    <a:pt x="167" y="20"/>
                    <a:pt x="151" y="13"/>
                  </a:cubicBezTo>
                  <a:cubicBezTo>
                    <a:pt x="135" y="5"/>
                    <a:pt x="121" y="0"/>
                    <a:pt x="107" y="0"/>
                  </a:cubicBezTo>
                  <a:cubicBezTo>
                    <a:pt x="103" y="0"/>
                    <a:pt x="99" y="0"/>
                    <a:pt x="95" y="2"/>
                  </a:cubicBezTo>
                  <a:cubicBezTo>
                    <a:pt x="91" y="3"/>
                    <a:pt x="86" y="6"/>
                    <a:pt x="84" y="9"/>
                  </a:cubicBezTo>
                  <a:lnTo>
                    <a:pt x="84" y="9"/>
                  </a:lnTo>
                  <a:cubicBezTo>
                    <a:pt x="32" y="60"/>
                    <a:pt x="0" y="131"/>
                    <a:pt x="0" y="208"/>
                  </a:cubicBezTo>
                  <a:cubicBezTo>
                    <a:pt x="0" y="339"/>
                    <a:pt x="89" y="448"/>
                    <a:pt x="209" y="482"/>
                  </a:cubicBezTo>
                  <a:cubicBezTo>
                    <a:pt x="209" y="580"/>
                    <a:pt x="209" y="580"/>
                    <a:pt x="209" y="580"/>
                  </a:cubicBezTo>
                  <a:cubicBezTo>
                    <a:pt x="134" y="580"/>
                    <a:pt x="134" y="580"/>
                    <a:pt x="134" y="580"/>
                  </a:cubicBezTo>
                  <a:cubicBezTo>
                    <a:pt x="125" y="580"/>
                    <a:pt x="120" y="588"/>
                    <a:pt x="120" y="596"/>
                  </a:cubicBezTo>
                  <a:cubicBezTo>
                    <a:pt x="120" y="604"/>
                    <a:pt x="125" y="610"/>
                    <a:pt x="134" y="610"/>
                  </a:cubicBezTo>
                  <a:cubicBezTo>
                    <a:pt x="312" y="610"/>
                    <a:pt x="312" y="610"/>
                    <a:pt x="312" y="610"/>
                  </a:cubicBezTo>
                  <a:cubicBezTo>
                    <a:pt x="321" y="610"/>
                    <a:pt x="328" y="604"/>
                    <a:pt x="328" y="596"/>
                  </a:cubicBezTo>
                  <a:cubicBezTo>
                    <a:pt x="328" y="588"/>
                    <a:pt x="321" y="580"/>
                    <a:pt x="312" y="580"/>
                  </a:cubicBezTo>
                  <a:cubicBezTo>
                    <a:pt x="238" y="580"/>
                    <a:pt x="238" y="580"/>
                    <a:pt x="238" y="580"/>
                  </a:cubicBezTo>
                  <a:cubicBezTo>
                    <a:pt x="238" y="487"/>
                    <a:pt x="238" y="487"/>
                    <a:pt x="238" y="487"/>
                  </a:cubicBezTo>
                  <a:cubicBezTo>
                    <a:pt x="252" y="490"/>
                    <a:pt x="268" y="491"/>
                    <a:pt x="283" y="491"/>
                  </a:cubicBezTo>
                  <a:close/>
                  <a:moveTo>
                    <a:pt x="218" y="91"/>
                  </a:moveTo>
                  <a:lnTo>
                    <a:pt x="218" y="91"/>
                  </a:lnTo>
                  <a:cubicBezTo>
                    <a:pt x="248" y="115"/>
                    <a:pt x="282" y="144"/>
                    <a:pt x="315" y="177"/>
                  </a:cubicBezTo>
                  <a:lnTo>
                    <a:pt x="315" y="177"/>
                  </a:lnTo>
                  <a:cubicBezTo>
                    <a:pt x="360" y="222"/>
                    <a:pt x="397" y="267"/>
                    <a:pt x="423" y="304"/>
                  </a:cubicBezTo>
                  <a:cubicBezTo>
                    <a:pt x="436" y="323"/>
                    <a:pt x="446" y="339"/>
                    <a:pt x="453" y="353"/>
                  </a:cubicBezTo>
                  <a:cubicBezTo>
                    <a:pt x="459" y="367"/>
                    <a:pt x="463" y="380"/>
                    <a:pt x="462" y="384"/>
                  </a:cubicBezTo>
                  <a:cubicBezTo>
                    <a:pt x="462" y="387"/>
                    <a:pt x="462" y="387"/>
                    <a:pt x="462" y="388"/>
                  </a:cubicBezTo>
                  <a:lnTo>
                    <a:pt x="462" y="388"/>
                  </a:lnTo>
                  <a:cubicBezTo>
                    <a:pt x="459" y="388"/>
                    <a:pt x="459" y="388"/>
                    <a:pt x="459" y="388"/>
                  </a:cubicBezTo>
                  <a:cubicBezTo>
                    <a:pt x="453" y="388"/>
                    <a:pt x="442" y="385"/>
                    <a:pt x="428" y="378"/>
                  </a:cubicBezTo>
                  <a:cubicBezTo>
                    <a:pt x="407" y="369"/>
                    <a:pt x="379" y="350"/>
                    <a:pt x="349" y="327"/>
                  </a:cubicBezTo>
                  <a:cubicBezTo>
                    <a:pt x="318" y="303"/>
                    <a:pt x="284" y="274"/>
                    <a:pt x="251" y="240"/>
                  </a:cubicBezTo>
                  <a:cubicBezTo>
                    <a:pt x="206" y="196"/>
                    <a:pt x="169" y="151"/>
                    <a:pt x="144" y="113"/>
                  </a:cubicBezTo>
                  <a:cubicBezTo>
                    <a:pt x="130" y="95"/>
                    <a:pt x="120" y="78"/>
                    <a:pt x="113" y="65"/>
                  </a:cubicBezTo>
                  <a:cubicBezTo>
                    <a:pt x="107" y="51"/>
                    <a:pt x="103" y="38"/>
                    <a:pt x="105" y="32"/>
                  </a:cubicBezTo>
                  <a:cubicBezTo>
                    <a:pt x="105" y="31"/>
                    <a:pt x="105" y="31"/>
                    <a:pt x="105" y="30"/>
                  </a:cubicBezTo>
                  <a:lnTo>
                    <a:pt x="105" y="30"/>
                  </a:lnTo>
                  <a:cubicBezTo>
                    <a:pt x="107" y="30"/>
                    <a:pt x="107" y="30"/>
                    <a:pt x="107" y="30"/>
                  </a:cubicBezTo>
                  <a:cubicBezTo>
                    <a:pt x="113" y="30"/>
                    <a:pt x="124" y="32"/>
                    <a:pt x="138" y="39"/>
                  </a:cubicBezTo>
                  <a:cubicBezTo>
                    <a:pt x="159" y="49"/>
                    <a:pt x="187" y="67"/>
                    <a:pt x="218" y="91"/>
                  </a:cubicBezTo>
                  <a:close/>
                  <a:moveTo>
                    <a:pt x="31" y="208"/>
                  </a:moveTo>
                  <a:lnTo>
                    <a:pt x="31" y="208"/>
                  </a:lnTo>
                  <a:cubicBezTo>
                    <a:pt x="31" y="152"/>
                    <a:pt x="49" y="101"/>
                    <a:pt x="79" y="59"/>
                  </a:cubicBezTo>
                  <a:cubicBezTo>
                    <a:pt x="81" y="65"/>
                    <a:pt x="84" y="70"/>
                    <a:pt x="86" y="77"/>
                  </a:cubicBezTo>
                  <a:cubicBezTo>
                    <a:pt x="98" y="101"/>
                    <a:pt x="117" y="130"/>
                    <a:pt x="141" y="161"/>
                  </a:cubicBezTo>
                  <a:cubicBezTo>
                    <a:pt x="166" y="193"/>
                    <a:pt x="197" y="228"/>
                    <a:pt x="230" y="261"/>
                  </a:cubicBezTo>
                  <a:cubicBezTo>
                    <a:pt x="276" y="307"/>
                    <a:pt x="322" y="346"/>
                    <a:pt x="361" y="373"/>
                  </a:cubicBezTo>
                  <a:cubicBezTo>
                    <a:pt x="381" y="387"/>
                    <a:pt x="399" y="398"/>
                    <a:pt x="416" y="405"/>
                  </a:cubicBezTo>
                  <a:cubicBezTo>
                    <a:pt x="421" y="408"/>
                    <a:pt x="427" y="410"/>
                    <a:pt x="432" y="412"/>
                  </a:cubicBezTo>
                  <a:cubicBezTo>
                    <a:pt x="390" y="444"/>
                    <a:pt x="339" y="462"/>
                    <a:pt x="283" y="462"/>
                  </a:cubicBezTo>
                  <a:cubicBezTo>
                    <a:pt x="213" y="462"/>
                    <a:pt x="151" y="434"/>
                    <a:pt x="105" y="388"/>
                  </a:cubicBezTo>
                  <a:cubicBezTo>
                    <a:pt x="59" y="342"/>
                    <a:pt x="31" y="279"/>
                    <a:pt x="31"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89" name="Group 392">
            <a:extLst>
              <a:ext uri="{FF2B5EF4-FFF2-40B4-BE49-F238E27FC236}">
                <a16:creationId xmlns:a16="http://schemas.microsoft.com/office/drawing/2014/main" id="{C845A83B-B3EC-2B2B-849F-95948E9CE3F4}"/>
              </a:ext>
            </a:extLst>
          </p:cNvPr>
          <p:cNvGrpSpPr/>
          <p:nvPr/>
        </p:nvGrpSpPr>
        <p:grpSpPr>
          <a:xfrm>
            <a:off x="3637631" y="3947243"/>
            <a:ext cx="247650" cy="255588"/>
            <a:chOff x="2609850" y="4279900"/>
            <a:chExt cx="247650" cy="255588"/>
          </a:xfrm>
          <a:solidFill>
            <a:schemeClr val="accent4"/>
          </a:solidFill>
        </p:grpSpPr>
        <p:sp>
          <p:nvSpPr>
            <p:cNvPr id="390" name="Freeform 319">
              <a:extLst>
                <a:ext uri="{FF2B5EF4-FFF2-40B4-BE49-F238E27FC236}">
                  <a16:creationId xmlns:a16="http://schemas.microsoft.com/office/drawing/2014/main" id="{4AE16D00-13D8-72C4-1C1A-6B2BB1B89569}"/>
                </a:ext>
              </a:extLst>
            </p:cNvPr>
            <p:cNvSpPr>
              <a:spLocks noChangeArrowheads="1"/>
            </p:cNvSpPr>
            <p:nvPr/>
          </p:nvSpPr>
          <p:spPr bwMode="auto">
            <a:xfrm>
              <a:off x="2609850" y="4364038"/>
              <a:ext cx="247650" cy="171450"/>
            </a:xfrm>
            <a:custGeom>
              <a:avLst/>
              <a:gdLst>
                <a:gd name="T0" fmla="*/ 669 w 686"/>
                <a:gd name="T1" fmla="*/ 0 h 476"/>
                <a:gd name="T2" fmla="*/ 669 w 686"/>
                <a:gd name="T3" fmla="*/ 0 h 476"/>
                <a:gd name="T4" fmla="*/ 15 w 686"/>
                <a:gd name="T5" fmla="*/ 0 h 476"/>
                <a:gd name="T6" fmla="*/ 4 w 686"/>
                <a:gd name="T7" fmla="*/ 4 h 476"/>
                <a:gd name="T8" fmla="*/ 0 w 686"/>
                <a:gd name="T9" fmla="*/ 14 h 476"/>
                <a:gd name="T10" fmla="*/ 0 w 686"/>
                <a:gd name="T11" fmla="*/ 431 h 476"/>
                <a:gd name="T12" fmla="*/ 44 w 686"/>
                <a:gd name="T13" fmla="*/ 475 h 476"/>
                <a:gd name="T14" fmla="*/ 640 w 686"/>
                <a:gd name="T15" fmla="*/ 475 h 476"/>
                <a:gd name="T16" fmla="*/ 685 w 686"/>
                <a:gd name="T17" fmla="*/ 431 h 476"/>
                <a:gd name="T18" fmla="*/ 685 w 686"/>
                <a:gd name="T19" fmla="*/ 14 h 476"/>
                <a:gd name="T20" fmla="*/ 680 w 686"/>
                <a:gd name="T21" fmla="*/ 4 h 476"/>
                <a:gd name="T22" fmla="*/ 669 w 686"/>
                <a:gd name="T23" fmla="*/ 0 h 476"/>
                <a:gd name="T24" fmla="*/ 640 w 686"/>
                <a:gd name="T25" fmla="*/ 446 h 476"/>
                <a:gd name="T26" fmla="*/ 640 w 686"/>
                <a:gd name="T27" fmla="*/ 446 h 476"/>
                <a:gd name="T28" fmla="*/ 44 w 686"/>
                <a:gd name="T29" fmla="*/ 446 h 476"/>
                <a:gd name="T30" fmla="*/ 29 w 686"/>
                <a:gd name="T31" fmla="*/ 431 h 476"/>
                <a:gd name="T32" fmla="*/ 29 w 686"/>
                <a:gd name="T33" fmla="*/ 29 h 476"/>
                <a:gd name="T34" fmla="*/ 654 w 686"/>
                <a:gd name="T35" fmla="*/ 29 h 476"/>
                <a:gd name="T36" fmla="*/ 654 w 686"/>
                <a:gd name="T37" fmla="*/ 431 h 476"/>
                <a:gd name="T38" fmla="*/ 640 w 686"/>
                <a:gd name="T39" fmla="*/ 446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86" h="476">
                  <a:moveTo>
                    <a:pt x="669" y="0"/>
                  </a:moveTo>
                  <a:lnTo>
                    <a:pt x="669" y="0"/>
                  </a:lnTo>
                  <a:cubicBezTo>
                    <a:pt x="15" y="0"/>
                    <a:pt x="15" y="0"/>
                    <a:pt x="15" y="0"/>
                  </a:cubicBezTo>
                  <a:cubicBezTo>
                    <a:pt x="11" y="0"/>
                    <a:pt x="7" y="1"/>
                    <a:pt x="4" y="4"/>
                  </a:cubicBezTo>
                  <a:cubicBezTo>
                    <a:pt x="1" y="7"/>
                    <a:pt x="0" y="11"/>
                    <a:pt x="0" y="14"/>
                  </a:cubicBezTo>
                  <a:cubicBezTo>
                    <a:pt x="0" y="431"/>
                    <a:pt x="0" y="431"/>
                    <a:pt x="0" y="431"/>
                  </a:cubicBezTo>
                  <a:cubicBezTo>
                    <a:pt x="0" y="456"/>
                    <a:pt x="19" y="475"/>
                    <a:pt x="44" y="475"/>
                  </a:cubicBezTo>
                  <a:cubicBezTo>
                    <a:pt x="640" y="475"/>
                    <a:pt x="640" y="475"/>
                    <a:pt x="640" y="475"/>
                  </a:cubicBezTo>
                  <a:cubicBezTo>
                    <a:pt x="664" y="475"/>
                    <a:pt x="685" y="456"/>
                    <a:pt x="685" y="431"/>
                  </a:cubicBezTo>
                  <a:cubicBezTo>
                    <a:pt x="685" y="14"/>
                    <a:pt x="685" y="14"/>
                    <a:pt x="685" y="14"/>
                  </a:cubicBezTo>
                  <a:cubicBezTo>
                    <a:pt x="685" y="11"/>
                    <a:pt x="683" y="7"/>
                    <a:pt x="680" y="4"/>
                  </a:cubicBezTo>
                  <a:cubicBezTo>
                    <a:pt x="678" y="1"/>
                    <a:pt x="673" y="0"/>
                    <a:pt x="669" y="0"/>
                  </a:cubicBezTo>
                  <a:close/>
                  <a:moveTo>
                    <a:pt x="640" y="446"/>
                  </a:moveTo>
                  <a:lnTo>
                    <a:pt x="640" y="446"/>
                  </a:lnTo>
                  <a:cubicBezTo>
                    <a:pt x="44" y="446"/>
                    <a:pt x="44" y="446"/>
                    <a:pt x="44" y="446"/>
                  </a:cubicBezTo>
                  <a:cubicBezTo>
                    <a:pt x="36" y="446"/>
                    <a:pt x="29" y="439"/>
                    <a:pt x="29" y="431"/>
                  </a:cubicBezTo>
                  <a:cubicBezTo>
                    <a:pt x="29" y="29"/>
                    <a:pt x="29" y="29"/>
                    <a:pt x="29" y="29"/>
                  </a:cubicBezTo>
                  <a:cubicBezTo>
                    <a:pt x="654" y="29"/>
                    <a:pt x="654" y="29"/>
                    <a:pt x="654" y="29"/>
                  </a:cubicBezTo>
                  <a:cubicBezTo>
                    <a:pt x="654" y="431"/>
                    <a:pt x="654" y="431"/>
                    <a:pt x="654" y="431"/>
                  </a:cubicBezTo>
                  <a:cubicBezTo>
                    <a:pt x="654" y="439"/>
                    <a:pt x="648" y="446"/>
                    <a:pt x="640" y="44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1" name="Freeform 320">
              <a:extLst>
                <a:ext uri="{FF2B5EF4-FFF2-40B4-BE49-F238E27FC236}">
                  <a16:creationId xmlns:a16="http://schemas.microsoft.com/office/drawing/2014/main" id="{3FBE8D7A-19BF-3CB0-5487-DE08A5DDE787}"/>
                </a:ext>
              </a:extLst>
            </p:cNvPr>
            <p:cNvSpPr>
              <a:spLocks noChangeArrowheads="1"/>
            </p:cNvSpPr>
            <p:nvPr/>
          </p:nvSpPr>
          <p:spPr bwMode="auto">
            <a:xfrm>
              <a:off x="2609850" y="4279900"/>
              <a:ext cx="247650" cy="85725"/>
            </a:xfrm>
            <a:custGeom>
              <a:avLst/>
              <a:gdLst>
                <a:gd name="T0" fmla="*/ 640 w 686"/>
                <a:gd name="T1" fmla="*/ 0 h 237"/>
                <a:gd name="T2" fmla="*/ 640 w 686"/>
                <a:gd name="T3" fmla="*/ 0 h 237"/>
                <a:gd name="T4" fmla="*/ 636 w 686"/>
                <a:gd name="T5" fmla="*/ 0 h 237"/>
                <a:gd name="T6" fmla="*/ 40 w 686"/>
                <a:gd name="T7" fmla="*/ 55 h 237"/>
                <a:gd name="T8" fmla="*/ 0 w 686"/>
                <a:gd name="T9" fmla="*/ 99 h 237"/>
                <a:gd name="T10" fmla="*/ 0 w 686"/>
                <a:gd name="T11" fmla="*/ 221 h 237"/>
                <a:gd name="T12" fmla="*/ 4 w 686"/>
                <a:gd name="T13" fmla="*/ 232 h 237"/>
                <a:gd name="T14" fmla="*/ 17 w 686"/>
                <a:gd name="T15" fmla="*/ 236 h 237"/>
                <a:gd name="T16" fmla="*/ 671 w 686"/>
                <a:gd name="T17" fmla="*/ 176 h 237"/>
                <a:gd name="T18" fmla="*/ 685 w 686"/>
                <a:gd name="T19" fmla="*/ 161 h 237"/>
                <a:gd name="T20" fmla="*/ 685 w 686"/>
                <a:gd name="T21" fmla="*/ 45 h 237"/>
                <a:gd name="T22" fmla="*/ 640 w 686"/>
                <a:gd name="T23" fmla="*/ 0 h 237"/>
                <a:gd name="T24" fmla="*/ 639 w 686"/>
                <a:gd name="T25" fmla="*/ 31 h 237"/>
                <a:gd name="T26" fmla="*/ 639 w 686"/>
                <a:gd name="T27" fmla="*/ 31 h 237"/>
                <a:gd name="T28" fmla="*/ 640 w 686"/>
                <a:gd name="T29" fmla="*/ 30 h 237"/>
                <a:gd name="T30" fmla="*/ 654 w 686"/>
                <a:gd name="T31" fmla="*/ 45 h 237"/>
                <a:gd name="T32" fmla="*/ 654 w 686"/>
                <a:gd name="T33" fmla="*/ 148 h 237"/>
                <a:gd name="T34" fmla="*/ 615 w 686"/>
                <a:gd name="T35" fmla="*/ 151 h 237"/>
                <a:gd name="T36" fmla="*/ 520 w 686"/>
                <a:gd name="T37" fmla="*/ 41 h 237"/>
                <a:gd name="T38" fmla="*/ 639 w 686"/>
                <a:gd name="T39" fmla="*/ 31 h 237"/>
                <a:gd name="T40" fmla="*/ 406 w 686"/>
                <a:gd name="T41" fmla="*/ 170 h 237"/>
                <a:gd name="T42" fmla="*/ 406 w 686"/>
                <a:gd name="T43" fmla="*/ 170 h 237"/>
                <a:gd name="T44" fmla="*/ 309 w 686"/>
                <a:gd name="T45" fmla="*/ 60 h 237"/>
                <a:gd name="T46" fmla="*/ 484 w 686"/>
                <a:gd name="T47" fmla="*/ 45 h 237"/>
                <a:gd name="T48" fmla="*/ 579 w 686"/>
                <a:gd name="T49" fmla="*/ 155 h 237"/>
                <a:gd name="T50" fmla="*/ 406 w 686"/>
                <a:gd name="T51" fmla="*/ 170 h 237"/>
                <a:gd name="T52" fmla="*/ 199 w 686"/>
                <a:gd name="T53" fmla="*/ 189 h 237"/>
                <a:gd name="T54" fmla="*/ 199 w 686"/>
                <a:gd name="T55" fmla="*/ 189 h 237"/>
                <a:gd name="T56" fmla="*/ 104 w 686"/>
                <a:gd name="T57" fmla="*/ 78 h 237"/>
                <a:gd name="T58" fmla="*/ 273 w 686"/>
                <a:gd name="T59" fmla="*/ 63 h 237"/>
                <a:gd name="T60" fmla="*/ 368 w 686"/>
                <a:gd name="T61" fmla="*/ 173 h 237"/>
                <a:gd name="T62" fmla="*/ 199 w 686"/>
                <a:gd name="T63" fmla="*/ 189 h 237"/>
                <a:gd name="T64" fmla="*/ 29 w 686"/>
                <a:gd name="T65" fmla="*/ 99 h 237"/>
                <a:gd name="T66" fmla="*/ 29 w 686"/>
                <a:gd name="T67" fmla="*/ 99 h 237"/>
                <a:gd name="T68" fmla="*/ 43 w 686"/>
                <a:gd name="T69" fmla="*/ 84 h 237"/>
                <a:gd name="T70" fmla="*/ 67 w 686"/>
                <a:gd name="T71" fmla="*/ 83 h 237"/>
                <a:gd name="T72" fmla="*/ 163 w 686"/>
                <a:gd name="T73" fmla="*/ 193 h 237"/>
                <a:gd name="T74" fmla="*/ 29 w 686"/>
                <a:gd name="T75" fmla="*/ 204 h 237"/>
                <a:gd name="T76" fmla="*/ 29 w 686"/>
                <a:gd name="T77" fmla="*/ 99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6" h="237">
                  <a:moveTo>
                    <a:pt x="640" y="0"/>
                  </a:moveTo>
                  <a:lnTo>
                    <a:pt x="640" y="0"/>
                  </a:lnTo>
                  <a:cubicBezTo>
                    <a:pt x="639" y="0"/>
                    <a:pt x="637" y="0"/>
                    <a:pt x="636" y="0"/>
                  </a:cubicBezTo>
                  <a:cubicBezTo>
                    <a:pt x="40" y="55"/>
                    <a:pt x="40" y="55"/>
                    <a:pt x="40" y="55"/>
                  </a:cubicBezTo>
                  <a:cubicBezTo>
                    <a:pt x="18" y="57"/>
                    <a:pt x="0" y="76"/>
                    <a:pt x="0" y="99"/>
                  </a:cubicBezTo>
                  <a:cubicBezTo>
                    <a:pt x="0" y="221"/>
                    <a:pt x="0" y="221"/>
                    <a:pt x="0" y="221"/>
                  </a:cubicBezTo>
                  <a:cubicBezTo>
                    <a:pt x="0" y="225"/>
                    <a:pt x="1" y="229"/>
                    <a:pt x="4" y="232"/>
                  </a:cubicBezTo>
                  <a:cubicBezTo>
                    <a:pt x="8" y="235"/>
                    <a:pt x="12" y="236"/>
                    <a:pt x="17" y="236"/>
                  </a:cubicBezTo>
                  <a:cubicBezTo>
                    <a:pt x="671" y="176"/>
                    <a:pt x="671" y="176"/>
                    <a:pt x="671" y="176"/>
                  </a:cubicBezTo>
                  <a:cubicBezTo>
                    <a:pt x="678" y="176"/>
                    <a:pt x="685" y="169"/>
                    <a:pt x="685" y="161"/>
                  </a:cubicBezTo>
                  <a:cubicBezTo>
                    <a:pt x="685" y="45"/>
                    <a:pt x="685" y="45"/>
                    <a:pt x="685" y="45"/>
                  </a:cubicBezTo>
                  <a:cubicBezTo>
                    <a:pt x="685" y="20"/>
                    <a:pt x="664" y="0"/>
                    <a:pt x="640" y="0"/>
                  </a:cubicBezTo>
                  <a:close/>
                  <a:moveTo>
                    <a:pt x="639" y="31"/>
                  </a:moveTo>
                  <a:lnTo>
                    <a:pt x="639" y="31"/>
                  </a:lnTo>
                  <a:cubicBezTo>
                    <a:pt x="640" y="30"/>
                    <a:pt x="640" y="30"/>
                    <a:pt x="640" y="30"/>
                  </a:cubicBezTo>
                  <a:cubicBezTo>
                    <a:pt x="647" y="30"/>
                    <a:pt x="654" y="37"/>
                    <a:pt x="654" y="45"/>
                  </a:cubicBezTo>
                  <a:cubicBezTo>
                    <a:pt x="654" y="148"/>
                    <a:pt x="654" y="148"/>
                    <a:pt x="654" y="148"/>
                  </a:cubicBezTo>
                  <a:cubicBezTo>
                    <a:pt x="615" y="151"/>
                    <a:pt x="615" y="151"/>
                    <a:pt x="615" y="151"/>
                  </a:cubicBezTo>
                  <a:cubicBezTo>
                    <a:pt x="520" y="41"/>
                    <a:pt x="520" y="41"/>
                    <a:pt x="520" y="41"/>
                  </a:cubicBezTo>
                  <a:lnTo>
                    <a:pt x="639" y="31"/>
                  </a:lnTo>
                  <a:close/>
                  <a:moveTo>
                    <a:pt x="406" y="170"/>
                  </a:moveTo>
                  <a:lnTo>
                    <a:pt x="406" y="170"/>
                  </a:lnTo>
                  <a:cubicBezTo>
                    <a:pt x="309" y="60"/>
                    <a:pt x="309" y="60"/>
                    <a:pt x="309" y="60"/>
                  </a:cubicBezTo>
                  <a:cubicBezTo>
                    <a:pt x="484" y="45"/>
                    <a:pt x="484" y="45"/>
                    <a:pt x="484" y="45"/>
                  </a:cubicBezTo>
                  <a:cubicBezTo>
                    <a:pt x="579" y="155"/>
                    <a:pt x="579" y="155"/>
                    <a:pt x="579" y="155"/>
                  </a:cubicBezTo>
                  <a:lnTo>
                    <a:pt x="406" y="170"/>
                  </a:lnTo>
                  <a:close/>
                  <a:moveTo>
                    <a:pt x="199" y="189"/>
                  </a:moveTo>
                  <a:lnTo>
                    <a:pt x="199" y="189"/>
                  </a:lnTo>
                  <a:cubicBezTo>
                    <a:pt x="104" y="78"/>
                    <a:pt x="104" y="78"/>
                    <a:pt x="104" y="78"/>
                  </a:cubicBezTo>
                  <a:cubicBezTo>
                    <a:pt x="273" y="63"/>
                    <a:pt x="273" y="63"/>
                    <a:pt x="273" y="63"/>
                  </a:cubicBezTo>
                  <a:cubicBezTo>
                    <a:pt x="368" y="173"/>
                    <a:pt x="368" y="173"/>
                    <a:pt x="368" y="173"/>
                  </a:cubicBezTo>
                  <a:lnTo>
                    <a:pt x="199" y="189"/>
                  </a:lnTo>
                  <a:close/>
                  <a:moveTo>
                    <a:pt x="29" y="99"/>
                  </a:moveTo>
                  <a:lnTo>
                    <a:pt x="29" y="99"/>
                  </a:lnTo>
                  <a:cubicBezTo>
                    <a:pt x="29" y="91"/>
                    <a:pt x="36" y="85"/>
                    <a:pt x="43" y="84"/>
                  </a:cubicBezTo>
                  <a:cubicBezTo>
                    <a:pt x="67" y="83"/>
                    <a:pt x="67" y="83"/>
                    <a:pt x="67" y="83"/>
                  </a:cubicBezTo>
                  <a:cubicBezTo>
                    <a:pt x="163" y="193"/>
                    <a:pt x="163" y="193"/>
                    <a:pt x="163" y="193"/>
                  </a:cubicBezTo>
                  <a:cubicBezTo>
                    <a:pt x="29" y="204"/>
                    <a:pt x="29" y="204"/>
                    <a:pt x="29" y="204"/>
                  </a:cubicBezTo>
                  <a:lnTo>
                    <a:pt x="29" y="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2" name="Freeform 321">
              <a:extLst>
                <a:ext uri="{FF2B5EF4-FFF2-40B4-BE49-F238E27FC236}">
                  <a16:creationId xmlns:a16="http://schemas.microsoft.com/office/drawing/2014/main" id="{4D012833-8A56-6BE0-5403-1C736B4FA8CD}"/>
                </a:ext>
              </a:extLst>
            </p:cNvPr>
            <p:cNvSpPr>
              <a:spLocks noChangeArrowheads="1"/>
            </p:cNvSpPr>
            <p:nvPr/>
          </p:nvSpPr>
          <p:spPr bwMode="auto">
            <a:xfrm>
              <a:off x="2716213" y="4411663"/>
              <a:ext cx="68262" cy="87312"/>
            </a:xfrm>
            <a:custGeom>
              <a:avLst/>
              <a:gdLst>
                <a:gd name="T0" fmla="*/ 180 w 188"/>
                <a:gd name="T1" fmla="*/ 108 h 241"/>
                <a:gd name="T2" fmla="*/ 180 w 188"/>
                <a:gd name="T3" fmla="*/ 108 h 241"/>
                <a:gd name="T4" fmla="*/ 24 w 188"/>
                <a:gd name="T5" fmla="*/ 5 h 241"/>
                <a:gd name="T6" fmla="*/ 8 w 188"/>
                <a:gd name="T7" fmla="*/ 3 h 241"/>
                <a:gd name="T8" fmla="*/ 0 w 188"/>
                <a:gd name="T9" fmla="*/ 16 h 241"/>
                <a:gd name="T10" fmla="*/ 0 w 188"/>
                <a:gd name="T11" fmla="*/ 225 h 241"/>
                <a:gd name="T12" fmla="*/ 8 w 188"/>
                <a:gd name="T13" fmla="*/ 238 h 241"/>
                <a:gd name="T14" fmla="*/ 24 w 188"/>
                <a:gd name="T15" fmla="*/ 238 h 241"/>
                <a:gd name="T16" fmla="*/ 180 w 188"/>
                <a:gd name="T17" fmla="*/ 133 h 241"/>
                <a:gd name="T18" fmla="*/ 187 w 188"/>
                <a:gd name="T19" fmla="*/ 120 h 241"/>
                <a:gd name="T20" fmla="*/ 180 w 188"/>
                <a:gd name="T21" fmla="*/ 108 h 241"/>
                <a:gd name="T22" fmla="*/ 31 w 188"/>
                <a:gd name="T23" fmla="*/ 197 h 241"/>
                <a:gd name="T24" fmla="*/ 31 w 188"/>
                <a:gd name="T25" fmla="*/ 197 h 241"/>
                <a:gd name="T26" fmla="*/ 31 w 188"/>
                <a:gd name="T27" fmla="*/ 44 h 241"/>
                <a:gd name="T28" fmla="*/ 145 w 188"/>
                <a:gd name="T29" fmla="*/ 120 h 241"/>
                <a:gd name="T30" fmla="*/ 31 w 188"/>
                <a:gd name="T31" fmla="*/ 197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8" h="241">
                  <a:moveTo>
                    <a:pt x="180" y="108"/>
                  </a:moveTo>
                  <a:lnTo>
                    <a:pt x="180" y="108"/>
                  </a:lnTo>
                  <a:cubicBezTo>
                    <a:pt x="24" y="5"/>
                    <a:pt x="24" y="5"/>
                    <a:pt x="24" y="5"/>
                  </a:cubicBezTo>
                  <a:cubicBezTo>
                    <a:pt x="19" y="0"/>
                    <a:pt x="12" y="0"/>
                    <a:pt x="8" y="3"/>
                  </a:cubicBezTo>
                  <a:cubicBezTo>
                    <a:pt x="3" y="6"/>
                    <a:pt x="0" y="12"/>
                    <a:pt x="0" y="16"/>
                  </a:cubicBezTo>
                  <a:cubicBezTo>
                    <a:pt x="0" y="225"/>
                    <a:pt x="0" y="225"/>
                    <a:pt x="0" y="225"/>
                  </a:cubicBezTo>
                  <a:cubicBezTo>
                    <a:pt x="0" y="231"/>
                    <a:pt x="3" y="235"/>
                    <a:pt x="8" y="238"/>
                  </a:cubicBezTo>
                  <a:cubicBezTo>
                    <a:pt x="12" y="240"/>
                    <a:pt x="19" y="240"/>
                    <a:pt x="24" y="238"/>
                  </a:cubicBezTo>
                  <a:cubicBezTo>
                    <a:pt x="180" y="133"/>
                    <a:pt x="180" y="133"/>
                    <a:pt x="180" y="133"/>
                  </a:cubicBezTo>
                  <a:cubicBezTo>
                    <a:pt x="184" y="130"/>
                    <a:pt x="187" y="126"/>
                    <a:pt x="187" y="120"/>
                  </a:cubicBezTo>
                  <a:cubicBezTo>
                    <a:pt x="187" y="116"/>
                    <a:pt x="184" y="111"/>
                    <a:pt x="180" y="108"/>
                  </a:cubicBezTo>
                  <a:close/>
                  <a:moveTo>
                    <a:pt x="31" y="197"/>
                  </a:moveTo>
                  <a:lnTo>
                    <a:pt x="31" y="197"/>
                  </a:lnTo>
                  <a:cubicBezTo>
                    <a:pt x="31" y="44"/>
                    <a:pt x="31" y="44"/>
                    <a:pt x="31" y="44"/>
                  </a:cubicBezTo>
                  <a:cubicBezTo>
                    <a:pt x="145" y="120"/>
                    <a:pt x="145" y="120"/>
                    <a:pt x="145" y="120"/>
                  </a:cubicBezTo>
                  <a:lnTo>
                    <a:pt x="31" y="19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93" name="Freeform 322">
            <a:extLst>
              <a:ext uri="{FF2B5EF4-FFF2-40B4-BE49-F238E27FC236}">
                <a16:creationId xmlns:a16="http://schemas.microsoft.com/office/drawing/2014/main" id="{D98CD15D-2CEB-7A8F-5E8E-E210639AD6F0}"/>
              </a:ext>
            </a:extLst>
          </p:cNvPr>
          <p:cNvSpPr>
            <a:spLocks noChangeArrowheads="1"/>
          </p:cNvSpPr>
          <p:nvPr/>
        </p:nvSpPr>
        <p:spPr bwMode="auto">
          <a:xfrm>
            <a:off x="1056356" y="6011763"/>
            <a:ext cx="257175" cy="247650"/>
          </a:xfrm>
          <a:custGeom>
            <a:avLst/>
            <a:gdLst>
              <a:gd name="T0" fmla="*/ 669 w 715"/>
              <a:gd name="T1" fmla="*/ 0 h 686"/>
              <a:gd name="T2" fmla="*/ 669 w 715"/>
              <a:gd name="T3" fmla="*/ 0 h 686"/>
              <a:gd name="T4" fmla="*/ 45 w 715"/>
              <a:gd name="T5" fmla="*/ 0 h 686"/>
              <a:gd name="T6" fmla="*/ 0 w 715"/>
              <a:gd name="T7" fmla="*/ 45 h 686"/>
              <a:gd name="T8" fmla="*/ 0 w 715"/>
              <a:gd name="T9" fmla="*/ 522 h 686"/>
              <a:gd name="T10" fmla="*/ 45 w 715"/>
              <a:gd name="T11" fmla="*/ 566 h 686"/>
              <a:gd name="T12" fmla="*/ 268 w 715"/>
              <a:gd name="T13" fmla="*/ 566 h 686"/>
              <a:gd name="T14" fmla="*/ 268 w 715"/>
              <a:gd name="T15" fmla="*/ 655 h 686"/>
              <a:gd name="T16" fmla="*/ 192 w 715"/>
              <a:gd name="T17" fmla="*/ 655 h 686"/>
              <a:gd name="T18" fmla="*/ 179 w 715"/>
              <a:gd name="T19" fmla="*/ 669 h 686"/>
              <a:gd name="T20" fmla="*/ 192 w 715"/>
              <a:gd name="T21" fmla="*/ 685 h 686"/>
              <a:gd name="T22" fmla="*/ 520 w 715"/>
              <a:gd name="T23" fmla="*/ 685 h 686"/>
              <a:gd name="T24" fmla="*/ 536 w 715"/>
              <a:gd name="T25" fmla="*/ 669 h 686"/>
              <a:gd name="T26" fmla="*/ 520 w 715"/>
              <a:gd name="T27" fmla="*/ 655 h 686"/>
              <a:gd name="T28" fmla="*/ 446 w 715"/>
              <a:gd name="T29" fmla="*/ 655 h 686"/>
              <a:gd name="T30" fmla="*/ 446 w 715"/>
              <a:gd name="T31" fmla="*/ 566 h 686"/>
              <a:gd name="T32" fmla="*/ 669 w 715"/>
              <a:gd name="T33" fmla="*/ 566 h 686"/>
              <a:gd name="T34" fmla="*/ 714 w 715"/>
              <a:gd name="T35" fmla="*/ 522 h 686"/>
              <a:gd name="T36" fmla="*/ 714 w 715"/>
              <a:gd name="T37" fmla="*/ 462 h 686"/>
              <a:gd name="T38" fmla="*/ 714 w 715"/>
              <a:gd name="T39" fmla="*/ 462 h 686"/>
              <a:gd name="T40" fmla="*/ 714 w 715"/>
              <a:gd name="T41" fmla="*/ 462 h 686"/>
              <a:gd name="T42" fmla="*/ 714 w 715"/>
              <a:gd name="T43" fmla="*/ 45 h 686"/>
              <a:gd name="T44" fmla="*/ 669 w 715"/>
              <a:gd name="T45" fmla="*/ 0 h 686"/>
              <a:gd name="T46" fmla="*/ 45 w 715"/>
              <a:gd name="T47" fmla="*/ 31 h 686"/>
              <a:gd name="T48" fmla="*/ 45 w 715"/>
              <a:gd name="T49" fmla="*/ 31 h 686"/>
              <a:gd name="T50" fmla="*/ 669 w 715"/>
              <a:gd name="T51" fmla="*/ 31 h 686"/>
              <a:gd name="T52" fmla="*/ 683 w 715"/>
              <a:gd name="T53" fmla="*/ 45 h 686"/>
              <a:gd name="T54" fmla="*/ 683 w 715"/>
              <a:gd name="T55" fmla="*/ 446 h 686"/>
              <a:gd name="T56" fmla="*/ 29 w 715"/>
              <a:gd name="T57" fmla="*/ 446 h 686"/>
              <a:gd name="T58" fmla="*/ 29 w 715"/>
              <a:gd name="T59" fmla="*/ 45 h 686"/>
              <a:gd name="T60" fmla="*/ 45 w 715"/>
              <a:gd name="T61" fmla="*/ 31 h 686"/>
              <a:gd name="T62" fmla="*/ 416 w 715"/>
              <a:gd name="T63" fmla="*/ 655 h 686"/>
              <a:gd name="T64" fmla="*/ 416 w 715"/>
              <a:gd name="T65" fmla="*/ 655 h 686"/>
              <a:gd name="T66" fmla="*/ 297 w 715"/>
              <a:gd name="T67" fmla="*/ 655 h 686"/>
              <a:gd name="T68" fmla="*/ 297 w 715"/>
              <a:gd name="T69" fmla="*/ 566 h 686"/>
              <a:gd name="T70" fmla="*/ 416 w 715"/>
              <a:gd name="T71" fmla="*/ 566 h 686"/>
              <a:gd name="T72" fmla="*/ 416 w 715"/>
              <a:gd name="T73" fmla="*/ 655 h 686"/>
              <a:gd name="T74" fmla="*/ 669 w 715"/>
              <a:gd name="T75" fmla="*/ 536 h 686"/>
              <a:gd name="T76" fmla="*/ 669 w 715"/>
              <a:gd name="T77" fmla="*/ 536 h 686"/>
              <a:gd name="T78" fmla="*/ 431 w 715"/>
              <a:gd name="T79" fmla="*/ 536 h 686"/>
              <a:gd name="T80" fmla="*/ 282 w 715"/>
              <a:gd name="T81" fmla="*/ 536 h 686"/>
              <a:gd name="T82" fmla="*/ 45 w 715"/>
              <a:gd name="T83" fmla="*/ 536 h 686"/>
              <a:gd name="T84" fmla="*/ 29 w 715"/>
              <a:gd name="T85" fmla="*/ 522 h 686"/>
              <a:gd name="T86" fmla="*/ 29 w 715"/>
              <a:gd name="T87" fmla="*/ 477 h 686"/>
              <a:gd name="T88" fmla="*/ 683 w 715"/>
              <a:gd name="T89" fmla="*/ 477 h 686"/>
              <a:gd name="T90" fmla="*/ 683 w 715"/>
              <a:gd name="T91" fmla="*/ 522 h 686"/>
              <a:gd name="T92" fmla="*/ 669 w 715"/>
              <a:gd name="T93" fmla="*/ 536 h 6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715" h="686">
                <a:moveTo>
                  <a:pt x="669" y="0"/>
                </a:moveTo>
                <a:lnTo>
                  <a:pt x="669" y="0"/>
                </a:lnTo>
                <a:cubicBezTo>
                  <a:pt x="45" y="0"/>
                  <a:pt x="45" y="0"/>
                  <a:pt x="45" y="0"/>
                </a:cubicBezTo>
                <a:cubicBezTo>
                  <a:pt x="20" y="0"/>
                  <a:pt x="0" y="21"/>
                  <a:pt x="0" y="45"/>
                </a:cubicBezTo>
                <a:cubicBezTo>
                  <a:pt x="0" y="522"/>
                  <a:pt x="0" y="522"/>
                  <a:pt x="0" y="522"/>
                </a:cubicBezTo>
                <a:cubicBezTo>
                  <a:pt x="0" y="545"/>
                  <a:pt x="20" y="566"/>
                  <a:pt x="45" y="566"/>
                </a:cubicBezTo>
                <a:cubicBezTo>
                  <a:pt x="268" y="566"/>
                  <a:pt x="268" y="566"/>
                  <a:pt x="268" y="566"/>
                </a:cubicBezTo>
                <a:cubicBezTo>
                  <a:pt x="268" y="655"/>
                  <a:pt x="268" y="655"/>
                  <a:pt x="268" y="655"/>
                </a:cubicBezTo>
                <a:cubicBezTo>
                  <a:pt x="192" y="655"/>
                  <a:pt x="192" y="655"/>
                  <a:pt x="192" y="655"/>
                </a:cubicBezTo>
                <a:cubicBezTo>
                  <a:pt x="184" y="655"/>
                  <a:pt x="179" y="662"/>
                  <a:pt x="179" y="669"/>
                </a:cubicBezTo>
                <a:cubicBezTo>
                  <a:pt x="179" y="678"/>
                  <a:pt x="184" y="685"/>
                  <a:pt x="192" y="685"/>
                </a:cubicBezTo>
                <a:cubicBezTo>
                  <a:pt x="520" y="685"/>
                  <a:pt x="520" y="685"/>
                  <a:pt x="520" y="685"/>
                </a:cubicBezTo>
                <a:cubicBezTo>
                  <a:pt x="529" y="685"/>
                  <a:pt x="536" y="678"/>
                  <a:pt x="536" y="669"/>
                </a:cubicBezTo>
                <a:cubicBezTo>
                  <a:pt x="536" y="662"/>
                  <a:pt x="529" y="655"/>
                  <a:pt x="520" y="655"/>
                </a:cubicBezTo>
                <a:cubicBezTo>
                  <a:pt x="446" y="655"/>
                  <a:pt x="446" y="655"/>
                  <a:pt x="446" y="655"/>
                </a:cubicBezTo>
                <a:cubicBezTo>
                  <a:pt x="446" y="566"/>
                  <a:pt x="446" y="566"/>
                  <a:pt x="446" y="566"/>
                </a:cubicBezTo>
                <a:cubicBezTo>
                  <a:pt x="669" y="566"/>
                  <a:pt x="669" y="566"/>
                  <a:pt x="669" y="566"/>
                </a:cubicBezTo>
                <a:cubicBezTo>
                  <a:pt x="693" y="566"/>
                  <a:pt x="714" y="545"/>
                  <a:pt x="714" y="522"/>
                </a:cubicBezTo>
                <a:cubicBezTo>
                  <a:pt x="714" y="462"/>
                  <a:pt x="714" y="462"/>
                  <a:pt x="714" y="462"/>
                </a:cubicBezTo>
                <a:lnTo>
                  <a:pt x="714" y="462"/>
                </a:lnTo>
                <a:lnTo>
                  <a:pt x="714" y="462"/>
                </a:lnTo>
                <a:cubicBezTo>
                  <a:pt x="714" y="45"/>
                  <a:pt x="714" y="45"/>
                  <a:pt x="714" y="45"/>
                </a:cubicBezTo>
                <a:cubicBezTo>
                  <a:pt x="714" y="21"/>
                  <a:pt x="693" y="0"/>
                  <a:pt x="669" y="0"/>
                </a:cubicBezTo>
                <a:close/>
                <a:moveTo>
                  <a:pt x="45" y="31"/>
                </a:moveTo>
                <a:lnTo>
                  <a:pt x="45" y="31"/>
                </a:lnTo>
                <a:cubicBezTo>
                  <a:pt x="669" y="31"/>
                  <a:pt x="669" y="31"/>
                  <a:pt x="669" y="31"/>
                </a:cubicBezTo>
                <a:cubicBezTo>
                  <a:pt x="678" y="31"/>
                  <a:pt x="683" y="38"/>
                  <a:pt x="683" y="45"/>
                </a:cubicBezTo>
                <a:cubicBezTo>
                  <a:pt x="683" y="446"/>
                  <a:pt x="683" y="446"/>
                  <a:pt x="683" y="446"/>
                </a:cubicBezTo>
                <a:cubicBezTo>
                  <a:pt x="29" y="446"/>
                  <a:pt x="29" y="446"/>
                  <a:pt x="29" y="446"/>
                </a:cubicBezTo>
                <a:cubicBezTo>
                  <a:pt x="29" y="45"/>
                  <a:pt x="29" y="45"/>
                  <a:pt x="29" y="45"/>
                </a:cubicBezTo>
                <a:cubicBezTo>
                  <a:pt x="29" y="38"/>
                  <a:pt x="36" y="31"/>
                  <a:pt x="45" y="31"/>
                </a:cubicBezTo>
                <a:close/>
                <a:moveTo>
                  <a:pt x="416" y="655"/>
                </a:moveTo>
                <a:lnTo>
                  <a:pt x="416" y="655"/>
                </a:lnTo>
                <a:cubicBezTo>
                  <a:pt x="297" y="655"/>
                  <a:pt x="297" y="655"/>
                  <a:pt x="297" y="655"/>
                </a:cubicBezTo>
                <a:cubicBezTo>
                  <a:pt x="297" y="566"/>
                  <a:pt x="297" y="566"/>
                  <a:pt x="297" y="566"/>
                </a:cubicBezTo>
                <a:cubicBezTo>
                  <a:pt x="416" y="566"/>
                  <a:pt x="416" y="566"/>
                  <a:pt x="416" y="566"/>
                </a:cubicBezTo>
                <a:lnTo>
                  <a:pt x="416" y="655"/>
                </a:lnTo>
                <a:close/>
                <a:moveTo>
                  <a:pt x="669" y="536"/>
                </a:moveTo>
                <a:lnTo>
                  <a:pt x="669" y="536"/>
                </a:lnTo>
                <a:cubicBezTo>
                  <a:pt x="431" y="536"/>
                  <a:pt x="431" y="536"/>
                  <a:pt x="431" y="536"/>
                </a:cubicBezTo>
                <a:cubicBezTo>
                  <a:pt x="282" y="536"/>
                  <a:pt x="282" y="536"/>
                  <a:pt x="282" y="536"/>
                </a:cubicBezTo>
                <a:cubicBezTo>
                  <a:pt x="45" y="536"/>
                  <a:pt x="45" y="536"/>
                  <a:pt x="45" y="536"/>
                </a:cubicBezTo>
                <a:cubicBezTo>
                  <a:pt x="36" y="536"/>
                  <a:pt x="29" y="530"/>
                  <a:pt x="29" y="522"/>
                </a:cubicBezTo>
                <a:cubicBezTo>
                  <a:pt x="29" y="477"/>
                  <a:pt x="29" y="477"/>
                  <a:pt x="29" y="477"/>
                </a:cubicBezTo>
                <a:cubicBezTo>
                  <a:pt x="683" y="477"/>
                  <a:pt x="683" y="477"/>
                  <a:pt x="683" y="477"/>
                </a:cubicBezTo>
                <a:cubicBezTo>
                  <a:pt x="683" y="522"/>
                  <a:pt x="683" y="522"/>
                  <a:pt x="683" y="522"/>
                </a:cubicBezTo>
                <a:cubicBezTo>
                  <a:pt x="683" y="530"/>
                  <a:pt x="678" y="536"/>
                  <a:pt x="669" y="536"/>
                </a:cubicBezTo>
                <a:close/>
              </a:path>
            </a:pathLst>
          </a:custGeom>
          <a:solidFill>
            <a:schemeClr val="accent4"/>
          </a:solidFill>
          <a:ln>
            <a:noFill/>
          </a:ln>
          <a:effectLst/>
        </p:spPr>
        <p:txBody>
          <a:bodyPr wrap="none" anchor="ctr"/>
          <a:lstStyle/>
          <a:p>
            <a:endParaRPr lang="da-DK"/>
          </a:p>
        </p:txBody>
      </p:sp>
      <p:grpSp>
        <p:nvGrpSpPr>
          <p:cNvPr id="394" name="Group 397">
            <a:extLst>
              <a:ext uri="{FF2B5EF4-FFF2-40B4-BE49-F238E27FC236}">
                <a16:creationId xmlns:a16="http://schemas.microsoft.com/office/drawing/2014/main" id="{7835BE8E-0ED2-3B2D-97C9-F842B88E9E81}"/>
              </a:ext>
            </a:extLst>
          </p:cNvPr>
          <p:cNvGrpSpPr/>
          <p:nvPr/>
        </p:nvGrpSpPr>
        <p:grpSpPr>
          <a:xfrm>
            <a:off x="2105694" y="5512494"/>
            <a:ext cx="242887" cy="255588"/>
            <a:chOff x="1077913" y="5822950"/>
            <a:chExt cx="242887" cy="255588"/>
          </a:xfrm>
          <a:solidFill>
            <a:schemeClr val="accent4"/>
          </a:solidFill>
        </p:grpSpPr>
        <p:sp>
          <p:nvSpPr>
            <p:cNvPr id="395" name="Freeform 324">
              <a:extLst>
                <a:ext uri="{FF2B5EF4-FFF2-40B4-BE49-F238E27FC236}">
                  <a16:creationId xmlns:a16="http://schemas.microsoft.com/office/drawing/2014/main" id="{D0764DC1-3325-2446-999C-B3AD1BBFEEB4}"/>
                </a:ext>
              </a:extLst>
            </p:cNvPr>
            <p:cNvSpPr>
              <a:spLocks noChangeArrowheads="1"/>
            </p:cNvSpPr>
            <p:nvPr/>
          </p:nvSpPr>
          <p:spPr bwMode="auto">
            <a:xfrm>
              <a:off x="1077913" y="5822950"/>
              <a:ext cx="242887" cy="255588"/>
            </a:xfrm>
            <a:custGeom>
              <a:avLst/>
              <a:gdLst>
                <a:gd name="T0" fmla="*/ 672 w 673"/>
                <a:gd name="T1" fmla="*/ 329 h 708"/>
                <a:gd name="T2" fmla="*/ 605 w 673"/>
                <a:gd name="T3" fmla="*/ 262 h 708"/>
                <a:gd name="T4" fmla="*/ 535 w 673"/>
                <a:gd name="T5" fmla="*/ 117 h 708"/>
                <a:gd name="T6" fmla="*/ 498 w 673"/>
                <a:gd name="T7" fmla="*/ 15 h 708"/>
                <a:gd name="T8" fmla="*/ 424 w 673"/>
                <a:gd name="T9" fmla="*/ 11 h 708"/>
                <a:gd name="T10" fmla="*/ 348 w 673"/>
                <a:gd name="T11" fmla="*/ 226 h 708"/>
                <a:gd name="T12" fmla="*/ 238 w 673"/>
                <a:gd name="T13" fmla="*/ 305 h 708"/>
                <a:gd name="T14" fmla="*/ 44 w 673"/>
                <a:gd name="T15" fmla="*/ 260 h 708"/>
                <a:gd name="T16" fmla="*/ 0 w 673"/>
                <a:gd name="T17" fmla="*/ 662 h 708"/>
                <a:gd name="T18" fmla="*/ 194 w 673"/>
                <a:gd name="T19" fmla="*/ 707 h 708"/>
                <a:gd name="T20" fmla="*/ 238 w 673"/>
                <a:gd name="T21" fmla="*/ 656 h 708"/>
                <a:gd name="T22" fmla="*/ 322 w 673"/>
                <a:gd name="T23" fmla="*/ 687 h 708"/>
                <a:gd name="T24" fmla="*/ 410 w 673"/>
                <a:gd name="T25" fmla="*/ 696 h 708"/>
                <a:gd name="T26" fmla="*/ 527 w 673"/>
                <a:gd name="T27" fmla="*/ 696 h 708"/>
                <a:gd name="T28" fmla="*/ 553 w 673"/>
                <a:gd name="T29" fmla="*/ 696 h 708"/>
                <a:gd name="T30" fmla="*/ 608 w 673"/>
                <a:gd name="T31" fmla="*/ 634 h 708"/>
                <a:gd name="T32" fmla="*/ 633 w 673"/>
                <a:gd name="T33" fmla="*/ 537 h 708"/>
                <a:gd name="T34" fmla="*/ 634 w 673"/>
                <a:gd name="T35" fmla="*/ 485 h 708"/>
                <a:gd name="T36" fmla="*/ 659 w 673"/>
                <a:gd name="T37" fmla="*/ 432 h 708"/>
                <a:gd name="T38" fmla="*/ 672 w 673"/>
                <a:gd name="T39" fmla="*/ 329 h 708"/>
                <a:gd name="T40" fmla="*/ 209 w 673"/>
                <a:gd name="T41" fmla="*/ 662 h 708"/>
                <a:gd name="T42" fmla="*/ 44 w 673"/>
                <a:gd name="T43" fmla="*/ 677 h 708"/>
                <a:gd name="T44" fmla="*/ 30 w 673"/>
                <a:gd name="T45" fmla="*/ 305 h 708"/>
                <a:gd name="T46" fmla="*/ 194 w 673"/>
                <a:gd name="T47" fmla="*/ 290 h 708"/>
                <a:gd name="T48" fmla="*/ 209 w 673"/>
                <a:gd name="T49" fmla="*/ 662 h 708"/>
                <a:gd name="T50" fmla="*/ 605 w 673"/>
                <a:gd name="T51" fmla="*/ 365 h 708"/>
                <a:gd name="T52" fmla="*/ 577 w 673"/>
                <a:gd name="T53" fmla="*/ 380 h 708"/>
                <a:gd name="T54" fmla="*/ 592 w 673"/>
                <a:gd name="T55" fmla="*/ 396 h 708"/>
                <a:gd name="T56" fmla="*/ 592 w 673"/>
                <a:gd name="T57" fmla="*/ 470 h 708"/>
                <a:gd name="T58" fmla="*/ 566 w 673"/>
                <a:gd name="T59" fmla="*/ 470 h 708"/>
                <a:gd name="T60" fmla="*/ 566 w 673"/>
                <a:gd name="T61" fmla="*/ 500 h 708"/>
                <a:gd name="T62" fmla="*/ 604 w 673"/>
                <a:gd name="T63" fmla="*/ 537 h 708"/>
                <a:gd name="T64" fmla="*/ 553 w 673"/>
                <a:gd name="T65" fmla="*/ 574 h 708"/>
                <a:gd name="T66" fmla="*/ 546 w 673"/>
                <a:gd name="T67" fmla="*/ 574 h 708"/>
                <a:gd name="T68" fmla="*/ 526 w 673"/>
                <a:gd name="T69" fmla="*/ 590 h 708"/>
                <a:gd name="T70" fmla="*/ 541 w 673"/>
                <a:gd name="T71" fmla="*/ 603 h 708"/>
                <a:gd name="T72" fmla="*/ 577 w 673"/>
                <a:gd name="T73" fmla="*/ 634 h 708"/>
                <a:gd name="T74" fmla="*/ 527 w 673"/>
                <a:gd name="T75" fmla="*/ 665 h 708"/>
                <a:gd name="T76" fmla="*/ 371 w 673"/>
                <a:gd name="T77" fmla="*/ 665 h 708"/>
                <a:gd name="T78" fmla="*/ 262 w 673"/>
                <a:gd name="T79" fmla="*/ 634 h 708"/>
                <a:gd name="T80" fmla="*/ 238 w 673"/>
                <a:gd name="T81" fmla="*/ 623 h 708"/>
                <a:gd name="T82" fmla="*/ 372 w 673"/>
                <a:gd name="T83" fmla="*/ 242 h 708"/>
                <a:gd name="T84" fmla="*/ 442 w 673"/>
                <a:gd name="T85" fmla="*/ 33 h 708"/>
                <a:gd name="T86" fmla="*/ 480 w 673"/>
                <a:gd name="T87" fmla="*/ 39 h 708"/>
                <a:gd name="T88" fmla="*/ 506 w 673"/>
                <a:gd name="T89" fmla="*/ 117 h 708"/>
                <a:gd name="T90" fmla="*/ 463 w 673"/>
                <a:gd name="T91" fmla="*/ 284 h 708"/>
                <a:gd name="T92" fmla="*/ 605 w 673"/>
                <a:gd name="T93" fmla="*/ 291 h 708"/>
                <a:gd name="T94" fmla="*/ 605 w 673"/>
                <a:gd name="T95" fmla="*/ 291 h 708"/>
                <a:gd name="T96" fmla="*/ 605 w 673"/>
                <a:gd name="T97" fmla="*/ 365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73" h="708">
                  <a:moveTo>
                    <a:pt x="672" y="329"/>
                  </a:moveTo>
                  <a:lnTo>
                    <a:pt x="672" y="329"/>
                  </a:lnTo>
                  <a:cubicBezTo>
                    <a:pt x="672" y="291"/>
                    <a:pt x="643" y="262"/>
                    <a:pt x="605" y="262"/>
                  </a:cubicBezTo>
                  <a:lnTo>
                    <a:pt x="605" y="262"/>
                  </a:lnTo>
                  <a:cubicBezTo>
                    <a:pt x="498" y="262"/>
                    <a:pt x="498" y="262"/>
                    <a:pt x="498" y="262"/>
                  </a:cubicBezTo>
                  <a:cubicBezTo>
                    <a:pt x="516" y="217"/>
                    <a:pt x="535" y="170"/>
                    <a:pt x="535" y="117"/>
                  </a:cubicBezTo>
                  <a:cubicBezTo>
                    <a:pt x="535" y="99"/>
                    <a:pt x="534" y="82"/>
                    <a:pt x="528" y="64"/>
                  </a:cubicBezTo>
                  <a:cubicBezTo>
                    <a:pt x="523" y="41"/>
                    <a:pt x="512" y="26"/>
                    <a:pt x="498" y="15"/>
                  </a:cubicBezTo>
                  <a:cubicBezTo>
                    <a:pt x="485" y="5"/>
                    <a:pt x="470" y="0"/>
                    <a:pt x="456" y="0"/>
                  </a:cubicBezTo>
                  <a:cubicBezTo>
                    <a:pt x="443" y="0"/>
                    <a:pt x="432" y="4"/>
                    <a:pt x="424" y="11"/>
                  </a:cubicBezTo>
                  <a:cubicBezTo>
                    <a:pt x="414" y="16"/>
                    <a:pt x="408" y="29"/>
                    <a:pt x="408" y="41"/>
                  </a:cubicBezTo>
                  <a:cubicBezTo>
                    <a:pt x="408" y="111"/>
                    <a:pt x="385" y="175"/>
                    <a:pt x="348" y="226"/>
                  </a:cubicBezTo>
                  <a:cubicBezTo>
                    <a:pt x="318" y="269"/>
                    <a:pt x="277" y="299"/>
                    <a:pt x="238" y="315"/>
                  </a:cubicBezTo>
                  <a:cubicBezTo>
                    <a:pt x="238" y="305"/>
                    <a:pt x="238" y="305"/>
                    <a:pt x="238" y="305"/>
                  </a:cubicBezTo>
                  <a:cubicBezTo>
                    <a:pt x="238" y="280"/>
                    <a:pt x="219" y="260"/>
                    <a:pt x="194" y="260"/>
                  </a:cubicBezTo>
                  <a:cubicBezTo>
                    <a:pt x="44" y="260"/>
                    <a:pt x="44" y="260"/>
                    <a:pt x="44" y="260"/>
                  </a:cubicBezTo>
                  <a:cubicBezTo>
                    <a:pt x="21" y="260"/>
                    <a:pt x="0" y="280"/>
                    <a:pt x="0" y="305"/>
                  </a:cubicBezTo>
                  <a:cubicBezTo>
                    <a:pt x="0" y="662"/>
                    <a:pt x="0" y="662"/>
                    <a:pt x="0" y="662"/>
                  </a:cubicBezTo>
                  <a:cubicBezTo>
                    <a:pt x="0" y="687"/>
                    <a:pt x="21" y="707"/>
                    <a:pt x="44" y="707"/>
                  </a:cubicBezTo>
                  <a:cubicBezTo>
                    <a:pt x="194" y="707"/>
                    <a:pt x="194" y="707"/>
                    <a:pt x="194" y="707"/>
                  </a:cubicBezTo>
                  <a:cubicBezTo>
                    <a:pt x="219" y="707"/>
                    <a:pt x="238" y="687"/>
                    <a:pt x="238" y="662"/>
                  </a:cubicBezTo>
                  <a:cubicBezTo>
                    <a:pt x="238" y="656"/>
                    <a:pt x="238" y="656"/>
                    <a:pt x="238" y="656"/>
                  </a:cubicBezTo>
                  <a:cubicBezTo>
                    <a:pt x="248" y="661"/>
                    <a:pt x="259" y="665"/>
                    <a:pt x="272" y="670"/>
                  </a:cubicBezTo>
                  <a:cubicBezTo>
                    <a:pt x="287" y="676"/>
                    <a:pt x="305" y="683"/>
                    <a:pt x="322" y="687"/>
                  </a:cubicBezTo>
                  <a:cubicBezTo>
                    <a:pt x="339" y="691"/>
                    <a:pt x="355" y="696"/>
                    <a:pt x="371" y="696"/>
                  </a:cubicBezTo>
                  <a:cubicBezTo>
                    <a:pt x="410" y="696"/>
                    <a:pt x="410" y="696"/>
                    <a:pt x="410" y="696"/>
                  </a:cubicBezTo>
                  <a:cubicBezTo>
                    <a:pt x="527" y="696"/>
                    <a:pt x="527" y="696"/>
                    <a:pt x="527" y="696"/>
                  </a:cubicBezTo>
                  <a:lnTo>
                    <a:pt x="527" y="696"/>
                  </a:lnTo>
                  <a:cubicBezTo>
                    <a:pt x="546" y="696"/>
                    <a:pt x="546" y="696"/>
                    <a:pt x="546" y="696"/>
                  </a:cubicBezTo>
                  <a:cubicBezTo>
                    <a:pt x="553" y="696"/>
                    <a:pt x="553" y="696"/>
                    <a:pt x="553" y="696"/>
                  </a:cubicBezTo>
                  <a:cubicBezTo>
                    <a:pt x="556" y="696"/>
                    <a:pt x="558" y="694"/>
                    <a:pt x="559" y="694"/>
                  </a:cubicBezTo>
                  <a:cubicBezTo>
                    <a:pt x="587" y="689"/>
                    <a:pt x="608" y="663"/>
                    <a:pt x="608" y="634"/>
                  </a:cubicBezTo>
                  <a:cubicBezTo>
                    <a:pt x="608" y="620"/>
                    <a:pt x="602" y="608"/>
                    <a:pt x="594" y="598"/>
                  </a:cubicBezTo>
                  <a:cubicBezTo>
                    <a:pt x="618" y="587"/>
                    <a:pt x="633" y="564"/>
                    <a:pt x="633" y="537"/>
                  </a:cubicBezTo>
                  <a:cubicBezTo>
                    <a:pt x="633" y="521"/>
                    <a:pt x="627" y="506"/>
                    <a:pt x="618" y="495"/>
                  </a:cubicBezTo>
                  <a:cubicBezTo>
                    <a:pt x="625" y="492"/>
                    <a:pt x="630" y="489"/>
                    <a:pt x="634" y="485"/>
                  </a:cubicBezTo>
                  <a:cubicBezTo>
                    <a:pt x="636" y="484"/>
                    <a:pt x="637" y="484"/>
                    <a:pt x="637" y="482"/>
                  </a:cubicBezTo>
                  <a:cubicBezTo>
                    <a:pt x="651" y="470"/>
                    <a:pt x="659" y="453"/>
                    <a:pt x="659" y="432"/>
                  </a:cubicBezTo>
                  <a:cubicBezTo>
                    <a:pt x="659" y="414"/>
                    <a:pt x="652" y="397"/>
                    <a:pt x="640" y="386"/>
                  </a:cubicBezTo>
                  <a:cubicBezTo>
                    <a:pt x="659" y="373"/>
                    <a:pt x="672" y="352"/>
                    <a:pt x="672" y="329"/>
                  </a:cubicBezTo>
                  <a:close/>
                  <a:moveTo>
                    <a:pt x="209" y="662"/>
                  </a:moveTo>
                  <a:lnTo>
                    <a:pt x="209" y="662"/>
                  </a:lnTo>
                  <a:cubicBezTo>
                    <a:pt x="209" y="670"/>
                    <a:pt x="202" y="677"/>
                    <a:pt x="194" y="677"/>
                  </a:cubicBezTo>
                  <a:cubicBezTo>
                    <a:pt x="44" y="677"/>
                    <a:pt x="44" y="677"/>
                    <a:pt x="44" y="677"/>
                  </a:cubicBezTo>
                  <a:cubicBezTo>
                    <a:pt x="36" y="677"/>
                    <a:pt x="30" y="670"/>
                    <a:pt x="30" y="662"/>
                  </a:cubicBezTo>
                  <a:cubicBezTo>
                    <a:pt x="30" y="305"/>
                    <a:pt x="30" y="305"/>
                    <a:pt x="30" y="305"/>
                  </a:cubicBezTo>
                  <a:cubicBezTo>
                    <a:pt x="30" y="297"/>
                    <a:pt x="36" y="290"/>
                    <a:pt x="44" y="290"/>
                  </a:cubicBezTo>
                  <a:cubicBezTo>
                    <a:pt x="194" y="290"/>
                    <a:pt x="194" y="290"/>
                    <a:pt x="194" y="290"/>
                  </a:cubicBezTo>
                  <a:cubicBezTo>
                    <a:pt x="202" y="290"/>
                    <a:pt x="209" y="297"/>
                    <a:pt x="209" y="305"/>
                  </a:cubicBezTo>
                  <a:lnTo>
                    <a:pt x="209" y="662"/>
                  </a:lnTo>
                  <a:close/>
                  <a:moveTo>
                    <a:pt x="605" y="365"/>
                  </a:moveTo>
                  <a:lnTo>
                    <a:pt x="605" y="365"/>
                  </a:lnTo>
                  <a:cubicBezTo>
                    <a:pt x="592" y="365"/>
                    <a:pt x="592" y="365"/>
                    <a:pt x="592" y="365"/>
                  </a:cubicBezTo>
                  <a:cubicBezTo>
                    <a:pt x="584" y="365"/>
                    <a:pt x="577" y="372"/>
                    <a:pt x="577" y="380"/>
                  </a:cubicBezTo>
                  <a:cubicBezTo>
                    <a:pt x="577" y="389"/>
                    <a:pt x="584" y="396"/>
                    <a:pt x="592" y="396"/>
                  </a:cubicBezTo>
                  <a:lnTo>
                    <a:pt x="592" y="396"/>
                  </a:lnTo>
                  <a:cubicBezTo>
                    <a:pt x="613" y="396"/>
                    <a:pt x="630" y="412"/>
                    <a:pt x="630" y="432"/>
                  </a:cubicBezTo>
                  <a:cubicBezTo>
                    <a:pt x="630" y="453"/>
                    <a:pt x="613" y="470"/>
                    <a:pt x="592" y="470"/>
                  </a:cubicBezTo>
                  <a:cubicBezTo>
                    <a:pt x="580" y="470"/>
                    <a:pt x="580" y="470"/>
                    <a:pt x="580" y="470"/>
                  </a:cubicBezTo>
                  <a:cubicBezTo>
                    <a:pt x="566" y="470"/>
                    <a:pt x="566" y="470"/>
                    <a:pt x="566" y="470"/>
                  </a:cubicBezTo>
                  <a:cubicBezTo>
                    <a:pt x="558" y="470"/>
                    <a:pt x="552" y="477"/>
                    <a:pt x="552" y="485"/>
                  </a:cubicBezTo>
                  <a:cubicBezTo>
                    <a:pt x="552" y="493"/>
                    <a:pt x="558" y="500"/>
                    <a:pt x="566" y="500"/>
                  </a:cubicBezTo>
                  <a:lnTo>
                    <a:pt x="566" y="500"/>
                  </a:lnTo>
                  <a:cubicBezTo>
                    <a:pt x="587" y="500"/>
                    <a:pt x="604" y="516"/>
                    <a:pt x="604" y="537"/>
                  </a:cubicBezTo>
                  <a:cubicBezTo>
                    <a:pt x="604" y="557"/>
                    <a:pt x="587" y="574"/>
                    <a:pt x="566" y="574"/>
                  </a:cubicBezTo>
                  <a:cubicBezTo>
                    <a:pt x="553" y="574"/>
                    <a:pt x="553" y="574"/>
                    <a:pt x="553" y="574"/>
                  </a:cubicBezTo>
                  <a:cubicBezTo>
                    <a:pt x="552" y="574"/>
                    <a:pt x="552" y="574"/>
                    <a:pt x="551" y="574"/>
                  </a:cubicBezTo>
                  <a:cubicBezTo>
                    <a:pt x="549" y="574"/>
                    <a:pt x="548" y="574"/>
                    <a:pt x="546" y="574"/>
                  </a:cubicBezTo>
                  <a:cubicBezTo>
                    <a:pt x="541" y="574"/>
                    <a:pt x="541" y="574"/>
                    <a:pt x="541" y="574"/>
                  </a:cubicBezTo>
                  <a:cubicBezTo>
                    <a:pt x="533" y="574"/>
                    <a:pt x="526" y="581"/>
                    <a:pt x="526" y="590"/>
                  </a:cubicBezTo>
                  <a:cubicBezTo>
                    <a:pt x="526" y="598"/>
                    <a:pt x="533" y="603"/>
                    <a:pt x="541" y="603"/>
                  </a:cubicBezTo>
                  <a:lnTo>
                    <a:pt x="541" y="603"/>
                  </a:lnTo>
                  <a:cubicBezTo>
                    <a:pt x="546" y="603"/>
                    <a:pt x="546" y="603"/>
                    <a:pt x="546" y="603"/>
                  </a:cubicBezTo>
                  <a:cubicBezTo>
                    <a:pt x="563" y="603"/>
                    <a:pt x="577" y="617"/>
                    <a:pt x="577" y="634"/>
                  </a:cubicBezTo>
                  <a:cubicBezTo>
                    <a:pt x="577" y="652"/>
                    <a:pt x="563" y="665"/>
                    <a:pt x="546" y="665"/>
                  </a:cubicBezTo>
                  <a:cubicBezTo>
                    <a:pt x="527" y="665"/>
                    <a:pt x="527" y="665"/>
                    <a:pt x="527" y="665"/>
                  </a:cubicBezTo>
                  <a:cubicBezTo>
                    <a:pt x="410" y="665"/>
                    <a:pt x="410" y="665"/>
                    <a:pt x="410" y="665"/>
                  </a:cubicBezTo>
                  <a:cubicBezTo>
                    <a:pt x="371" y="665"/>
                    <a:pt x="371" y="665"/>
                    <a:pt x="371" y="665"/>
                  </a:cubicBezTo>
                  <a:cubicBezTo>
                    <a:pt x="360" y="665"/>
                    <a:pt x="346" y="663"/>
                    <a:pt x="330" y="658"/>
                  </a:cubicBezTo>
                  <a:cubicBezTo>
                    <a:pt x="307" y="652"/>
                    <a:pt x="281" y="643"/>
                    <a:pt x="262" y="634"/>
                  </a:cubicBezTo>
                  <a:cubicBezTo>
                    <a:pt x="252" y="630"/>
                    <a:pt x="244" y="626"/>
                    <a:pt x="238" y="623"/>
                  </a:cubicBezTo>
                  <a:lnTo>
                    <a:pt x="238" y="623"/>
                  </a:lnTo>
                  <a:cubicBezTo>
                    <a:pt x="238" y="346"/>
                    <a:pt x="238" y="346"/>
                    <a:pt x="238" y="346"/>
                  </a:cubicBezTo>
                  <a:cubicBezTo>
                    <a:pt x="288" y="330"/>
                    <a:pt x="336" y="294"/>
                    <a:pt x="372" y="242"/>
                  </a:cubicBezTo>
                  <a:cubicBezTo>
                    <a:pt x="411" y="188"/>
                    <a:pt x="438" y="118"/>
                    <a:pt x="438" y="41"/>
                  </a:cubicBezTo>
                  <a:cubicBezTo>
                    <a:pt x="438" y="37"/>
                    <a:pt x="439" y="36"/>
                    <a:pt x="442" y="33"/>
                  </a:cubicBezTo>
                  <a:cubicBezTo>
                    <a:pt x="445" y="32"/>
                    <a:pt x="449" y="30"/>
                    <a:pt x="456" y="30"/>
                  </a:cubicBezTo>
                  <a:cubicBezTo>
                    <a:pt x="463" y="30"/>
                    <a:pt x="471" y="32"/>
                    <a:pt x="480" y="39"/>
                  </a:cubicBezTo>
                  <a:cubicBezTo>
                    <a:pt x="488" y="46"/>
                    <a:pt x="495" y="55"/>
                    <a:pt x="500" y="71"/>
                  </a:cubicBezTo>
                  <a:cubicBezTo>
                    <a:pt x="505" y="86"/>
                    <a:pt x="506" y="101"/>
                    <a:pt x="506" y="117"/>
                  </a:cubicBezTo>
                  <a:cubicBezTo>
                    <a:pt x="506" y="168"/>
                    <a:pt x="482" y="219"/>
                    <a:pt x="461" y="270"/>
                  </a:cubicBezTo>
                  <a:cubicBezTo>
                    <a:pt x="460" y="276"/>
                    <a:pt x="460" y="280"/>
                    <a:pt x="463" y="284"/>
                  </a:cubicBezTo>
                  <a:cubicBezTo>
                    <a:pt x="466" y="288"/>
                    <a:pt x="470" y="291"/>
                    <a:pt x="475" y="291"/>
                  </a:cubicBezTo>
                  <a:cubicBezTo>
                    <a:pt x="605" y="291"/>
                    <a:pt x="605" y="291"/>
                    <a:pt x="605" y="291"/>
                  </a:cubicBezTo>
                  <a:lnTo>
                    <a:pt x="605" y="291"/>
                  </a:lnTo>
                  <a:lnTo>
                    <a:pt x="605" y="291"/>
                  </a:lnTo>
                  <a:cubicBezTo>
                    <a:pt x="626" y="291"/>
                    <a:pt x="643" y="308"/>
                    <a:pt x="643" y="329"/>
                  </a:cubicBezTo>
                  <a:cubicBezTo>
                    <a:pt x="643" y="348"/>
                    <a:pt x="626" y="365"/>
                    <a:pt x="605" y="3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6" name="Freeform 325">
              <a:extLst>
                <a:ext uri="{FF2B5EF4-FFF2-40B4-BE49-F238E27FC236}">
                  <a16:creationId xmlns:a16="http://schemas.microsoft.com/office/drawing/2014/main" id="{F31EDE6F-27AF-4164-7F38-7DFFE0A2B99F}"/>
                </a:ext>
              </a:extLst>
            </p:cNvPr>
            <p:cNvSpPr>
              <a:spLocks noChangeArrowheads="1"/>
            </p:cNvSpPr>
            <p:nvPr/>
          </p:nvSpPr>
          <p:spPr bwMode="auto">
            <a:xfrm>
              <a:off x="1125538" y="6040438"/>
              <a:ext cx="20637" cy="20637"/>
            </a:xfrm>
            <a:custGeom>
              <a:avLst/>
              <a:gdLst>
                <a:gd name="T0" fmla="*/ 28 w 56"/>
                <a:gd name="T1" fmla="*/ 0 h 56"/>
                <a:gd name="T2" fmla="*/ 28 w 56"/>
                <a:gd name="T3" fmla="*/ 0 h 56"/>
                <a:gd name="T4" fmla="*/ 0 w 56"/>
                <a:gd name="T5" fmla="*/ 28 h 56"/>
                <a:gd name="T6" fmla="*/ 28 w 56"/>
                <a:gd name="T7" fmla="*/ 55 h 56"/>
                <a:gd name="T8" fmla="*/ 55 w 56"/>
                <a:gd name="T9" fmla="*/ 28 h 56"/>
                <a:gd name="T10" fmla="*/ 28 w 56"/>
                <a:gd name="T11" fmla="*/ 0 h 56"/>
                <a:gd name="T12" fmla="*/ 28 w 56"/>
                <a:gd name="T13" fmla="*/ 28 h 56"/>
                <a:gd name="T14" fmla="*/ 28 w 56"/>
                <a:gd name="T15" fmla="*/ 28 h 56"/>
                <a:gd name="T16" fmla="*/ 28 w 56"/>
                <a:gd name="T17" fmla="*/ 28 h 56"/>
                <a:gd name="T18" fmla="*/ 30 w 56"/>
                <a:gd name="T19" fmla="*/ 28 h 56"/>
                <a:gd name="T20" fmla="*/ 28 w 56"/>
                <a:gd name="T21" fmla="*/ 28 h 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6" h="56">
                  <a:moveTo>
                    <a:pt x="28" y="0"/>
                  </a:moveTo>
                  <a:lnTo>
                    <a:pt x="28" y="0"/>
                  </a:lnTo>
                  <a:cubicBezTo>
                    <a:pt x="12" y="0"/>
                    <a:pt x="0" y="12"/>
                    <a:pt x="0" y="28"/>
                  </a:cubicBezTo>
                  <a:cubicBezTo>
                    <a:pt x="0" y="43"/>
                    <a:pt x="12" y="55"/>
                    <a:pt x="28" y="55"/>
                  </a:cubicBezTo>
                  <a:cubicBezTo>
                    <a:pt x="43" y="55"/>
                    <a:pt x="55" y="43"/>
                    <a:pt x="55" y="28"/>
                  </a:cubicBezTo>
                  <a:cubicBezTo>
                    <a:pt x="55" y="12"/>
                    <a:pt x="43" y="0"/>
                    <a:pt x="28" y="0"/>
                  </a:cubicBezTo>
                  <a:close/>
                  <a:moveTo>
                    <a:pt x="28" y="28"/>
                  </a:moveTo>
                  <a:lnTo>
                    <a:pt x="28" y="28"/>
                  </a:lnTo>
                  <a:lnTo>
                    <a:pt x="28" y="28"/>
                  </a:lnTo>
                  <a:cubicBezTo>
                    <a:pt x="30" y="28"/>
                    <a:pt x="30" y="28"/>
                    <a:pt x="30" y="28"/>
                  </a:cubicBezTo>
                  <a:lnTo>
                    <a:pt x="28" y="2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97" name="Group 400">
            <a:extLst>
              <a:ext uri="{FF2B5EF4-FFF2-40B4-BE49-F238E27FC236}">
                <a16:creationId xmlns:a16="http://schemas.microsoft.com/office/drawing/2014/main" id="{E36BE57A-DC5D-C50B-D5BC-CE1A8AEE0BA1}"/>
              </a:ext>
            </a:extLst>
          </p:cNvPr>
          <p:cNvGrpSpPr/>
          <p:nvPr/>
        </p:nvGrpSpPr>
        <p:grpSpPr>
          <a:xfrm>
            <a:off x="3637631" y="4482208"/>
            <a:ext cx="246063" cy="255587"/>
            <a:chOff x="2609850" y="4795838"/>
            <a:chExt cx="246063" cy="255587"/>
          </a:xfrm>
          <a:solidFill>
            <a:schemeClr val="accent4"/>
          </a:solidFill>
        </p:grpSpPr>
        <p:sp>
          <p:nvSpPr>
            <p:cNvPr id="398" name="Freeform 326">
              <a:extLst>
                <a:ext uri="{FF2B5EF4-FFF2-40B4-BE49-F238E27FC236}">
                  <a16:creationId xmlns:a16="http://schemas.microsoft.com/office/drawing/2014/main" id="{28E28575-848D-200F-AAFD-6706AC6378BA}"/>
                </a:ext>
              </a:extLst>
            </p:cNvPr>
            <p:cNvSpPr>
              <a:spLocks noChangeArrowheads="1"/>
            </p:cNvSpPr>
            <p:nvPr/>
          </p:nvSpPr>
          <p:spPr bwMode="auto">
            <a:xfrm>
              <a:off x="2784475" y="4818063"/>
              <a:ext cx="28575" cy="90487"/>
            </a:xfrm>
            <a:custGeom>
              <a:avLst/>
              <a:gdLst>
                <a:gd name="T0" fmla="*/ 5 w 78"/>
                <a:gd name="T1" fmla="*/ 245 h 252"/>
                <a:gd name="T2" fmla="*/ 5 w 78"/>
                <a:gd name="T3" fmla="*/ 245 h 252"/>
                <a:gd name="T4" fmla="*/ 26 w 78"/>
                <a:gd name="T5" fmla="*/ 245 h 252"/>
                <a:gd name="T6" fmla="*/ 77 w 78"/>
                <a:gd name="T7" fmla="*/ 125 h 252"/>
                <a:gd name="T8" fmla="*/ 26 w 78"/>
                <a:gd name="T9" fmla="*/ 5 h 252"/>
                <a:gd name="T10" fmla="*/ 5 w 78"/>
                <a:gd name="T11" fmla="*/ 5 h 252"/>
                <a:gd name="T12" fmla="*/ 5 w 78"/>
                <a:gd name="T13" fmla="*/ 26 h 252"/>
                <a:gd name="T14" fmla="*/ 5 w 78"/>
                <a:gd name="T15" fmla="*/ 26 h 252"/>
                <a:gd name="T16" fmla="*/ 46 w 78"/>
                <a:gd name="T17" fmla="*/ 125 h 252"/>
                <a:gd name="T18" fmla="*/ 5 w 78"/>
                <a:gd name="T19" fmla="*/ 224 h 252"/>
                <a:gd name="T20" fmla="*/ 5 w 78"/>
                <a:gd name="T21" fmla="*/ 245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8" h="252">
                  <a:moveTo>
                    <a:pt x="5" y="245"/>
                  </a:moveTo>
                  <a:lnTo>
                    <a:pt x="5" y="245"/>
                  </a:lnTo>
                  <a:cubicBezTo>
                    <a:pt x="11" y="251"/>
                    <a:pt x="21" y="251"/>
                    <a:pt x="26" y="245"/>
                  </a:cubicBezTo>
                  <a:cubicBezTo>
                    <a:pt x="60" y="213"/>
                    <a:pt x="77" y="169"/>
                    <a:pt x="77" y="125"/>
                  </a:cubicBezTo>
                  <a:cubicBezTo>
                    <a:pt x="77" y="82"/>
                    <a:pt x="60" y="39"/>
                    <a:pt x="26" y="5"/>
                  </a:cubicBezTo>
                  <a:cubicBezTo>
                    <a:pt x="21" y="0"/>
                    <a:pt x="11" y="0"/>
                    <a:pt x="5" y="5"/>
                  </a:cubicBezTo>
                  <a:cubicBezTo>
                    <a:pt x="0" y="11"/>
                    <a:pt x="0" y="21"/>
                    <a:pt x="5" y="26"/>
                  </a:cubicBezTo>
                  <a:lnTo>
                    <a:pt x="5" y="26"/>
                  </a:lnTo>
                  <a:cubicBezTo>
                    <a:pt x="32" y="54"/>
                    <a:pt x="46" y="91"/>
                    <a:pt x="46" y="125"/>
                  </a:cubicBezTo>
                  <a:cubicBezTo>
                    <a:pt x="46" y="162"/>
                    <a:pt x="32" y="198"/>
                    <a:pt x="5" y="224"/>
                  </a:cubicBezTo>
                  <a:cubicBezTo>
                    <a:pt x="0" y="230"/>
                    <a:pt x="0" y="240"/>
                    <a:pt x="5" y="2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9" name="Freeform 327">
              <a:extLst>
                <a:ext uri="{FF2B5EF4-FFF2-40B4-BE49-F238E27FC236}">
                  <a16:creationId xmlns:a16="http://schemas.microsoft.com/office/drawing/2014/main" id="{34D47E95-A080-EEEE-746E-6B8B0EDFDD9D}"/>
                </a:ext>
              </a:extLst>
            </p:cNvPr>
            <p:cNvSpPr>
              <a:spLocks noChangeArrowheads="1"/>
            </p:cNvSpPr>
            <p:nvPr/>
          </p:nvSpPr>
          <p:spPr bwMode="auto">
            <a:xfrm>
              <a:off x="2819400" y="4797425"/>
              <a:ext cx="36513" cy="130175"/>
            </a:xfrm>
            <a:custGeom>
              <a:avLst/>
              <a:gdLst>
                <a:gd name="T0" fmla="*/ 7 w 101"/>
                <a:gd name="T1" fmla="*/ 356 h 363"/>
                <a:gd name="T2" fmla="*/ 7 w 101"/>
                <a:gd name="T3" fmla="*/ 356 h 363"/>
                <a:gd name="T4" fmla="*/ 28 w 101"/>
                <a:gd name="T5" fmla="*/ 356 h 363"/>
                <a:gd name="T6" fmla="*/ 100 w 101"/>
                <a:gd name="T7" fmla="*/ 180 h 363"/>
                <a:gd name="T8" fmla="*/ 28 w 101"/>
                <a:gd name="T9" fmla="*/ 6 h 363"/>
                <a:gd name="T10" fmla="*/ 7 w 101"/>
                <a:gd name="T11" fmla="*/ 6 h 363"/>
                <a:gd name="T12" fmla="*/ 7 w 101"/>
                <a:gd name="T13" fmla="*/ 27 h 363"/>
                <a:gd name="T14" fmla="*/ 7 w 101"/>
                <a:gd name="T15" fmla="*/ 27 h 363"/>
                <a:gd name="T16" fmla="*/ 69 w 101"/>
                <a:gd name="T17" fmla="*/ 180 h 363"/>
                <a:gd name="T18" fmla="*/ 7 w 101"/>
                <a:gd name="T19" fmla="*/ 334 h 363"/>
                <a:gd name="T20" fmla="*/ 7 w 101"/>
                <a:gd name="T21" fmla="*/ 356 h 3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363">
                  <a:moveTo>
                    <a:pt x="7" y="356"/>
                  </a:moveTo>
                  <a:lnTo>
                    <a:pt x="7" y="356"/>
                  </a:lnTo>
                  <a:cubicBezTo>
                    <a:pt x="12" y="362"/>
                    <a:pt x="22" y="362"/>
                    <a:pt x="28" y="356"/>
                  </a:cubicBezTo>
                  <a:cubicBezTo>
                    <a:pt x="75" y="307"/>
                    <a:pt x="100" y="245"/>
                    <a:pt x="100" y="180"/>
                  </a:cubicBezTo>
                  <a:cubicBezTo>
                    <a:pt x="100" y="118"/>
                    <a:pt x="75" y="55"/>
                    <a:pt x="28" y="6"/>
                  </a:cubicBezTo>
                  <a:cubicBezTo>
                    <a:pt x="22" y="0"/>
                    <a:pt x="12" y="0"/>
                    <a:pt x="7" y="6"/>
                  </a:cubicBezTo>
                  <a:cubicBezTo>
                    <a:pt x="0" y="12"/>
                    <a:pt x="0" y="21"/>
                    <a:pt x="7" y="27"/>
                  </a:cubicBezTo>
                  <a:lnTo>
                    <a:pt x="7" y="27"/>
                  </a:lnTo>
                  <a:cubicBezTo>
                    <a:pt x="49" y="70"/>
                    <a:pt x="69" y="125"/>
                    <a:pt x="69" y="180"/>
                  </a:cubicBezTo>
                  <a:cubicBezTo>
                    <a:pt x="69" y="236"/>
                    <a:pt x="49" y="292"/>
                    <a:pt x="7" y="334"/>
                  </a:cubicBezTo>
                  <a:cubicBezTo>
                    <a:pt x="0" y="341"/>
                    <a:pt x="0" y="349"/>
                    <a:pt x="7" y="3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0" name="Freeform 328">
              <a:extLst>
                <a:ext uri="{FF2B5EF4-FFF2-40B4-BE49-F238E27FC236}">
                  <a16:creationId xmlns:a16="http://schemas.microsoft.com/office/drawing/2014/main" id="{CE4240BC-B98B-6893-800C-5A531EF2D98B}"/>
                </a:ext>
              </a:extLst>
            </p:cNvPr>
            <p:cNvSpPr>
              <a:spLocks noChangeArrowheads="1"/>
            </p:cNvSpPr>
            <p:nvPr/>
          </p:nvSpPr>
          <p:spPr bwMode="auto">
            <a:xfrm>
              <a:off x="2652713" y="4814888"/>
              <a:ext cx="26987" cy="90487"/>
            </a:xfrm>
            <a:custGeom>
              <a:avLst/>
              <a:gdLst>
                <a:gd name="T0" fmla="*/ 71 w 77"/>
                <a:gd name="T1" fmla="*/ 6 h 252"/>
                <a:gd name="T2" fmla="*/ 71 w 77"/>
                <a:gd name="T3" fmla="*/ 6 h 252"/>
                <a:gd name="T4" fmla="*/ 50 w 77"/>
                <a:gd name="T5" fmla="*/ 6 h 252"/>
                <a:gd name="T6" fmla="*/ 50 w 77"/>
                <a:gd name="T7" fmla="*/ 6 h 252"/>
                <a:gd name="T8" fmla="*/ 0 w 77"/>
                <a:gd name="T9" fmla="*/ 126 h 252"/>
                <a:gd name="T10" fmla="*/ 50 w 77"/>
                <a:gd name="T11" fmla="*/ 246 h 252"/>
                <a:gd name="T12" fmla="*/ 71 w 77"/>
                <a:gd name="T13" fmla="*/ 246 h 252"/>
                <a:gd name="T14" fmla="*/ 71 w 77"/>
                <a:gd name="T15" fmla="*/ 225 h 252"/>
                <a:gd name="T16" fmla="*/ 29 w 77"/>
                <a:gd name="T17" fmla="*/ 126 h 252"/>
                <a:gd name="T18" fmla="*/ 71 w 77"/>
                <a:gd name="T19" fmla="*/ 27 h 252"/>
                <a:gd name="T20" fmla="*/ 71 w 77"/>
                <a:gd name="T21"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77" h="252">
                  <a:moveTo>
                    <a:pt x="71" y="6"/>
                  </a:moveTo>
                  <a:lnTo>
                    <a:pt x="71" y="6"/>
                  </a:lnTo>
                  <a:cubicBezTo>
                    <a:pt x="65" y="0"/>
                    <a:pt x="56" y="0"/>
                    <a:pt x="50" y="6"/>
                  </a:cubicBezTo>
                  <a:lnTo>
                    <a:pt x="50" y="6"/>
                  </a:lnTo>
                  <a:cubicBezTo>
                    <a:pt x="16" y="38"/>
                    <a:pt x="0" y="83"/>
                    <a:pt x="0" y="126"/>
                  </a:cubicBezTo>
                  <a:cubicBezTo>
                    <a:pt x="0" y="169"/>
                    <a:pt x="16" y="212"/>
                    <a:pt x="50" y="246"/>
                  </a:cubicBezTo>
                  <a:cubicBezTo>
                    <a:pt x="56" y="251"/>
                    <a:pt x="65" y="251"/>
                    <a:pt x="71" y="246"/>
                  </a:cubicBezTo>
                  <a:cubicBezTo>
                    <a:pt x="76" y="240"/>
                    <a:pt x="76" y="230"/>
                    <a:pt x="71" y="225"/>
                  </a:cubicBezTo>
                  <a:cubicBezTo>
                    <a:pt x="43" y="197"/>
                    <a:pt x="29" y="161"/>
                    <a:pt x="29" y="126"/>
                  </a:cubicBezTo>
                  <a:cubicBezTo>
                    <a:pt x="29" y="90"/>
                    <a:pt x="43" y="53"/>
                    <a:pt x="71" y="27"/>
                  </a:cubicBezTo>
                  <a:cubicBezTo>
                    <a:pt x="76" y="21"/>
                    <a:pt x="76" y="11"/>
                    <a:pt x="7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1" name="Freeform 329">
              <a:extLst>
                <a:ext uri="{FF2B5EF4-FFF2-40B4-BE49-F238E27FC236}">
                  <a16:creationId xmlns:a16="http://schemas.microsoft.com/office/drawing/2014/main" id="{CD85F695-4EE2-2BBD-244A-FB374B6BD702}"/>
                </a:ext>
              </a:extLst>
            </p:cNvPr>
            <p:cNvSpPr>
              <a:spLocks noChangeArrowheads="1"/>
            </p:cNvSpPr>
            <p:nvPr/>
          </p:nvSpPr>
          <p:spPr bwMode="auto">
            <a:xfrm>
              <a:off x="2609850" y="4795838"/>
              <a:ext cx="36513" cy="130175"/>
            </a:xfrm>
            <a:custGeom>
              <a:avLst/>
              <a:gdLst>
                <a:gd name="T0" fmla="*/ 94 w 100"/>
                <a:gd name="T1" fmla="*/ 5 h 362"/>
                <a:gd name="T2" fmla="*/ 94 w 100"/>
                <a:gd name="T3" fmla="*/ 5 h 362"/>
                <a:gd name="T4" fmla="*/ 73 w 100"/>
                <a:gd name="T5" fmla="*/ 5 h 362"/>
                <a:gd name="T6" fmla="*/ 73 w 100"/>
                <a:gd name="T7" fmla="*/ 5 h 362"/>
                <a:gd name="T8" fmla="*/ 0 w 100"/>
                <a:gd name="T9" fmla="*/ 181 h 362"/>
                <a:gd name="T10" fmla="*/ 73 w 100"/>
                <a:gd name="T11" fmla="*/ 355 h 362"/>
                <a:gd name="T12" fmla="*/ 94 w 100"/>
                <a:gd name="T13" fmla="*/ 355 h 362"/>
                <a:gd name="T14" fmla="*/ 94 w 100"/>
                <a:gd name="T15" fmla="*/ 334 h 362"/>
                <a:gd name="T16" fmla="*/ 29 w 100"/>
                <a:gd name="T17" fmla="*/ 181 h 362"/>
                <a:gd name="T18" fmla="*/ 94 w 100"/>
                <a:gd name="T19" fmla="*/ 27 h 362"/>
                <a:gd name="T20" fmla="*/ 94 w 100"/>
                <a:gd name="T21" fmla="*/ 5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0" h="362">
                  <a:moveTo>
                    <a:pt x="94" y="5"/>
                  </a:moveTo>
                  <a:lnTo>
                    <a:pt x="94" y="5"/>
                  </a:lnTo>
                  <a:cubicBezTo>
                    <a:pt x="88" y="0"/>
                    <a:pt x="78" y="0"/>
                    <a:pt x="73" y="5"/>
                  </a:cubicBezTo>
                  <a:lnTo>
                    <a:pt x="73" y="5"/>
                  </a:lnTo>
                  <a:cubicBezTo>
                    <a:pt x="24" y="54"/>
                    <a:pt x="0" y="117"/>
                    <a:pt x="0" y="181"/>
                  </a:cubicBezTo>
                  <a:cubicBezTo>
                    <a:pt x="0" y="244"/>
                    <a:pt x="24" y="306"/>
                    <a:pt x="73" y="355"/>
                  </a:cubicBezTo>
                  <a:cubicBezTo>
                    <a:pt x="78" y="361"/>
                    <a:pt x="88" y="361"/>
                    <a:pt x="94" y="355"/>
                  </a:cubicBezTo>
                  <a:cubicBezTo>
                    <a:pt x="99" y="350"/>
                    <a:pt x="99" y="340"/>
                    <a:pt x="94" y="334"/>
                  </a:cubicBezTo>
                  <a:cubicBezTo>
                    <a:pt x="52" y="291"/>
                    <a:pt x="29" y="237"/>
                    <a:pt x="29" y="181"/>
                  </a:cubicBezTo>
                  <a:cubicBezTo>
                    <a:pt x="29" y="125"/>
                    <a:pt x="52" y="69"/>
                    <a:pt x="94" y="27"/>
                  </a:cubicBezTo>
                  <a:cubicBezTo>
                    <a:pt x="99" y="20"/>
                    <a:pt x="99" y="12"/>
                    <a:pt x="94"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2" name="Freeform 330">
              <a:extLst>
                <a:ext uri="{FF2B5EF4-FFF2-40B4-BE49-F238E27FC236}">
                  <a16:creationId xmlns:a16="http://schemas.microsoft.com/office/drawing/2014/main" id="{207BD89C-F41B-33D2-A00D-D2D80A029D2B}"/>
                </a:ext>
              </a:extLst>
            </p:cNvPr>
            <p:cNvSpPr>
              <a:spLocks noChangeArrowheads="1"/>
            </p:cNvSpPr>
            <p:nvPr/>
          </p:nvSpPr>
          <p:spPr bwMode="auto">
            <a:xfrm>
              <a:off x="2690813" y="4830763"/>
              <a:ext cx="84137" cy="220662"/>
            </a:xfrm>
            <a:custGeom>
              <a:avLst/>
              <a:gdLst>
                <a:gd name="T0" fmla="*/ 102 w 232"/>
                <a:gd name="T1" fmla="*/ 460 h 611"/>
                <a:gd name="T2" fmla="*/ 102 w 232"/>
                <a:gd name="T3" fmla="*/ 460 h 611"/>
                <a:gd name="T4" fmla="*/ 57 w 232"/>
                <a:gd name="T5" fmla="*/ 460 h 611"/>
                <a:gd name="T6" fmla="*/ 43 w 232"/>
                <a:gd name="T7" fmla="*/ 469 h 611"/>
                <a:gd name="T8" fmla="*/ 5 w 232"/>
                <a:gd name="T9" fmla="*/ 545 h 611"/>
                <a:gd name="T10" fmla="*/ 0 w 232"/>
                <a:gd name="T11" fmla="*/ 565 h 611"/>
                <a:gd name="T12" fmla="*/ 14 w 232"/>
                <a:gd name="T13" fmla="*/ 596 h 611"/>
                <a:gd name="T14" fmla="*/ 46 w 232"/>
                <a:gd name="T15" fmla="*/ 610 h 611"/>
                <a:gd name="T16" fmla="*/ 187 w 232"/>
                <a:gd name="T17" fmla="*/ 610 h 611"/>
                <a:gd name="T18" fmla="*/ 219 w 232"/>
                <a:gd name="T19" fmla="*/ 596 h 611"/>
                <a:gd name="T20" fmla="*/ 231 w 232"/>
                <a:gd name="T21" fmla="*/ 565 h 611"/>
                <a:gd name="T22" fmla="*/ 227 w 232"/>
                <a:gd name="T23" fmla="*/ 545 h 611"/>
                <a:gd name="T24" fmla="*/ 189 w 232"/>
                <a:gd name="T25" fmla="*/ 469 h 611"/>
                <a:gd name="T26" fmla="*/ 175 w 232"/>
                <a:gd name="T27" fmla="*/ 460 h 611"/>
                <a:gd name="T28" fmla="*/ 131 w 232"/>
                <a:gd name="T29" fmla="*/ 460 h 611"/>
                <a:gd name="T30" fmla="*/ 131 w 232"/>
                <a:gd name="T31" fmla="*/ 179 h 611"/>
                <a:gd name="T32" fmla="*/ 131 w 232"/>
                <a:gd name="T33" fmla="*/ 177 h 611"/>
                <a:gd name="T34" fmla="*/ 205 w 232"/>
                <a:gd name="T35" fmla="*/ 89 h 611"/>
                <a:gd name="T36" fmla="*/ 115 w 232"/>
                <a:gd name="T37" fmla="*/ 0 h 611"/>
                <a:gd name="T38" fmla="*/ 26 w 232"/>
                <a:gd name="T39" fmla="*/ 89 h 611"/>
                <a:gd name="T40" fmla="*/ 102 w 232"/>
                <a:gd name="T41" fmla="*/ 177 h 611"/>
                <a:gd name="T42" fmla="*/ 102 w 232"/>
                <a:gd name="T43" fmla="*/ 179 h 611"/>
                <a:gd name="T44" fmla="*/ 102 w 232"/>
                <a:gd name="T45" fmla="*/ 460 h 611"/>
                <a:gd name="T46" fmla="*/ 201 w 232"/>
                <a:gd name="T47" fmla="*/ 558 h 611"/>
                <a:gd name="T48" fmla="*/ 201 w 232"/>
                <a:gd name="T49" fmla="*/ 558 h 611"/>
                <a:gd name="T50" fmla="*/ 202 w 232"/>
                <a:gd name="T51" fmla="*/ 565 h 611"/>
                <a:gd name="T52" fmla="*/ 198 w 232"/>
                <a:gd name="T53" fmla="*/ 576 h 611"/>
                <a:gd name="T54" fmla="*/ 187 w 232"/>
                <a:gd name="T55" fmla="*/ 580 h 611"/>
                <a:gd name="T56" fmla="*/ 46 w 232"/>
                <a:gd name="T57" fmla="*/ 580 h 611"/>
                <a:gd name="T58" fmla="*/ 35 w 232"/>
                <a:gd name="T59" fmla="*/ 576 h 611"/>
                <a:gd name="T60" fmla="*/ 30 w 232"/>
                <a:gd name="T61" fmla="*/ 565 h 611"/>
                <a:gd name="T62" fmla="*/ 32 w 232"/>
                <a:gd name="T63" fmla="*/ 558 h 611"/>
                <a:gd name="T64" fmla="*/ 65 w 232"/>
                <a:gd name="T65" fmla="*/ 491 h 611"/>
                <a:gd name="T66" fmla="*/ 166 w 232"/>
                <a:gd name="T67" fmla="*/ 491 h 611"/>
                <a:gd name="T68" fmla="*/ 201 w 232"/>
                <a:gd name="T69" fmla="*/ 558 h 611"/>
                <a:gd name="T70" fmla="*/ 57 w 232"/>
                <a:gd name="T71" fmla="*/ 89 h 611"/>
                <a:gd name="T72" fmla="*/ 57 w 232"/>
                <a:gd name="T73" fmla="*/ 89 h 611"/>
                <a:gd name="T74" fmla="*/ 74 w 232"/>
                <a:gd name="T75" fmla="*/ 48 h 611"/>
                <a:gd name="T76" fmla="*/ 115 w 232"/>
                <a:gd name="T77" fmla="*/ 31 h 611"/>
                <a:gd name="T78" fmla="*/ 159 w 232"/>
                <a:gd name="T79" fmla="*/ 48 h 611"/>
                <a:gd name="T80" fmla="*/ 175 w 232"/>
                <a:gd name="T81" fmla="*/ 89 h 611"/>
                <a:gd name="T82" fmla="*/ 159 w 232"/>
                <a:gd name="T83" fmla="*/ 131 h 611"/>
                <a:gd name="T84" fmla="*/ 115 w 232"/>
                <a:gd name="T85" fmla="*/ 149 h 611"/>
                <a:gd name="T86" fmla="*/ 74 w 232"/>
                <a:gd name="T87" fmla="*/ 131 h 611"/>
                <a:gd name="T88" fmla="*/ 57 w 232"/>
                <a:gd name="T89" fmla="*/ 89 h 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32" h="611">
                  <a:moveTo>
                    <a:pt x="102" y="460"/>
                  </a:moveTo>
                  <a:lnTo>
                    <a:pt x="102" y="460"/>
                  </a:lnTo>
                  <a:cubicBezTo>
                    <a:pt x="57" y="460"/>
                    <a:pt x="57" y="460"/>
                    <a:pt x="57" y="460"/>
                  </a:cubicBezTo>
                  <a:cubicBezTo>
                    <a:pt x="51" y="460"/>
                    <a:pt x="46" y="465"/>
                    <a:pt x="43" y="469"/>
                  </a:cubicBezTo>
                  <a:cubicBezTo>
                    <a:pt x="5" y="545"/>
                    <a:pt x="5" y="545"/>
                    <a:pt x="5" y="545"/>
                  </a:cubicBezTo>
                  <a:cubicBezTo>
                    <a:pt x="3" y="551"/>
                    <a:pt x="0" y="558"/>
                    <a:pt x="0" y="565"/>
                  </a:cubicBezTo>
                  <a:cubicBezTo>
                    <a:pt x="1" y="578"/>
                    <a:pt x="5" y="587"/>
                    <a:pt x="14" y="596"/>
                  </a:cubicBezTo>
                  <a:cubicBezTo>
                    <a:pt x="21" y="604"/>
                    <a:pt x="32" y="610"/>
                    <a:pt x="46" y="610"/>
                  </a:cubicBezTo>
                  <a:cubicBezTo>
                    <a:pt x="187" y="610"/>
                    <a:pt x="187" y="610"/>
                    <a:pt x="187" y="610"/>
                  </a:cubicBezTo>
                  <a:cubicBezTo>
                    <a:pt x="199" y="610"/>
                    <a:pt x="212" y="604"/>
                    <a:pt x="219" y="596"/>
                  </a:cubicBezTo>
                  <a:cubicBezTo>
                    <a:pt x="227" y="587"/>
                    <a:pt x="231" y="578"/>
                    <a:pt x="231" y="565"/>
                  </a:cubicBezTo>
                  <a:cubicBezTo>
                    <a:pt x="231" y="558"/>
                    <a:pt x="230" y="551"/>
                    <a:pt x="227" y="545"/>
                  </a:cubicBezTo>
                  <a:cubicBezTo>
                    <a:pt x="189" y="469"/>
                    <a:pt x="189" y="469"/>
                    <a:pt x="189" y="469"/>
                  </a:cubicBezTo>
                  <a:cubicBezTo>
                    <a:pt x="187" y="465"/>
                    <a:pt x="181" y="460"/>
                    <a:pt x="175" y="460"/>
                  </a:cubicBezTo>
                  <a:cubicBezTo>
                    <a:pt x="131" y="460"/>
                    <a:pt x="131" y="460"/>
                    <a:pt x="131" y="460"/>
                  </a:cubicBezTo>
                  <a:cubicBezTo>
                    <a:pt x="131" y="179"/>
                    <a:pt x="131" y="179"/>
                    <a:pt x="131" y="179"/>
                  </a:cubicBezTo>
                  <a:cubicBezTo>
                    <a:pt x="131" y="179"/>
                    <a:pt x="131" y="179"/>
                    <a:pt x="131" y="177"/>
                  </a:cubicBezTo>
                  <a:cubicBezTo>
                    <a:pt x="173" y="170"/>
                    <a:pt x="205" y="134"/>
                    <a:pt x="205" y="89"/>
                  </a:cubicBezTo>
                  <a:cubicBezTo>
                    <a:pt x="205" y="41"/>
                    <a:pt x="166" y="0"/>
                    <a:pt x="115" y="0"/>
                  </a:cubicBezTo>
                  <a:cubicBezTo>
                    <a:pt x="67" y="0"/>
                    <a:pt x="26" y="41"/>
                    <a:pt x="26" y="89"/>
                  </a:cubicBezTo>
                  <a:cubicBezTo>
                    <a:pt x="26" y="134"/>
                    <a:pt x="58" y="170"/>
                    <a:pt x="102" y="177"/>
                  </a:cubicBezTo>
                  <a:cubicBezTo>
                    <a:pt x="102" y="179"/>
                    <a:pt x="102" y="179"/>
                    <a:pt x="102" y="179"/>
                  </a:cubicBezTo>
                  <a:lnTo>
                    <a:pt x="102" y="460"/>
                  </a:lnTo>
                  <a:close/>
                  <a:moveTo>
                    <a:pt x="201" y="558"/>
                  </a:moveTo>
                  <a:lnTo>
                    <a:pt x="201" y="558"/>
                  </a:lnTo>
                  <a:cubicBezTo>
                    <a:pt x="202" y="561"/>
                    <a:pt x="202" y="564"/>
                    <a:pt x="202" y="565"/>
                  </a:cubicBezTo>
                  <a:cubicBezTo>
                    <a:pt x="202" y="569"/>
                    <a:pt x="201" y="573"/>
                    <a:pt x="198" y="576"/>
                  </a:cubicBezTo>
                  <a:cubicBezTo>
                    <a:pt x="195" y="579"/>
                    <a:pt x="191" y="580"/>
                    <a:pt x="187" y="580"/>
                  </a:cubicBezTo>
                  <a:cubicBezTo>
                    <a:pt x="46" y="580"/>
                    <a:pt x="46" y="580"/>
                    <a:pt x="46" y="580"/>
                  </a:cubicBezTo>
                  <a:cubicBezTo>
                    <a:pt x="40" y="580"/>
                    <a:pt x="37" y="579"/>
                    <a:pt x="35" y="576"/>
                  </a:cubicBezTo>
                  <a:cubicBezTo>
                    <a:pt x="32" y="573"/>
                    <a:pt x="30" y="569"/>
                    <a:pt x="30" y="565"/>
                  </a:cubicBezTo>
                  <a:cubicBezTo>
                    <a:pt x="30" y="564"/>
                    <a:pt x="30" y="561"/>
                    <a:pt x="32" y="558"/>
                  </a:cubicBezTo>
                  <a:cubicBezTo>
                    <a:pt x="65" y="491"/>
                    <a:pt x="65" y="491"/>
                    <a:pt x="65" y="491"/>
                  </a:cubicBezTo>
                  <a:cubicBezTo>
                    <a:pt x="166" y="491"/>
                    <a:pt x="166" y="491"/>
                    <a:pt x="166" y="491"/>
                  </a:cubicBezTo>
                  <a:lnTo>
                    <a:pt x="201" y="558"/>
                  </a:lnTo>
                  <a:close/>
                  <a:moveTo>
                    <a:pt x="57" y="89"/>
                  </a:moveTo>
                  <a:lnTo>
                    <a:pt x="57" y="89"/>
                  </a:lnTo>
                  <a:cubicBezTo>
                    <a:pt x="57" y="74"/>
                    <a:pt x="62" y="59"/>
                    <a:pt x="74" y="48"/>
                  </a:cubicBezTo>
                  <a:cubicBezTo>
                    <a:pt x="85" y="36"/>
                    <a:pt x="100" y="31"/>
                    <a:pt x="115" y="31"/>
                  </a:cubicBezTo>
                  <a:cubicBezTo>
                    <a:pt x="132" y="31"/>
                    <a:pt x="148" y="36"/>
                    <a:pt x="159" y="48"/>
                  </a:cubicBezTo>
                  <a:cubicBezTo>
                    <a:pt x="168" y="59"/>
                    <a:pt x="175" y="73"/>
                    <a:pt x="175" y="89"/>
                  </a:cubicBezTo>
                  <a:cubicBezTo>
                    <a:pt x="175" y="106"/>
                    <a:pt x="168" y="121"/>
                    <a:pt x="159" y="131"/>
                  </a:cubicBezTo>
                  <a:cubicBezTo>
                    <a:pt x="148" y="142"/>
                    <a:pt x="132" y="149"/>
                    <a:pt x="115" y="149"/>
                  </a:cubicBezTo>
                  <a:cubicBezTo>
                    <a:pt x="100" y="149"/>
                    <a:pt x="85" y="142"/>
                    <a:pt x="74" y="131"/>
                  </a:cubicBezTo>
                  <a:cubicBezTo>
                    <a:pt x="62" y="121"/>
                    <a:pt x="57" y="106"/>
                    <a:pt x="57"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3" name="Group 406">
            <a:extLst>
              <a:ext uri="{FF2B5EF4-FFF2-40B4-BE49-F238E27FC236}">
                <a16:creationId xmlns:a16="http://schemas.microsoft.com/office/drawing/2014/main" id="{E536EA9D-DBD8-B70D-9347-C17B16E6BE52}"/>
              </a:ext>
            </a:extLst>
          </p:cNvPr>
          <p:cNvGrpSpPr/>
          <p:nvPr/>
        </p:nvGrpSpPr>
        <p:grpSpPr>
          <a:xfrm>
            <a:off x="2597819" y="3946450"/>
            <a:ext cx="257175" cy="257175"/>
            <a:chOff x="1570038" y="4278313"/>
            <a:chExt cx="257175" cy="257175"/>
          </a:xfrm>
          <a:solidFill>
            <a:schemeClr val="accent4"/>
          </a:solidFill>
        </p:grpSpPr>
        <p:sp>
          <p:nvSpPr>
            <p:cNvPr id="404" name="Freeform 331">
              <a:extLst>
                <a:ext uri="{FF2B5EF4-FFF2-40B4-BE49-F238E27FC236}">
                  <a16:creationId xmlns:a16="http://schemas.microsoft.com/office/drawing/2014/main" id="{39A82808-9F5D-F2A9-C4D9-4923C5C79EBD}"/>
                </a:ext>
              </a:extLst>
            </p:cNvPr>
            <p:cNvSpPr>
              <a:spLocks noChangeArrowheads="1"/>
            </p:cNvSpPr>
            <p:nvPr/>
          </p:nvSpPr>
          <p:spPr bwMode="auto">
            <a:xfrm>
              <a:off x="1570038" y="4278313"/>
              <a:ext cx="257175" cy="257175"/>
            </a:xfrm>
            <a:custGeom>
              <a:avLst/>
              <a:gdLst>
                <a:gd name="T0" fmla="*/ 714 w 715"/>
                <a:gd name="T1" fmla="*/ 357 h 715"/>
                <a:gd name="T2" fmla="*/ 714 w 715"/>
                <a:gd name="T3" fmla="*/ 357 h 715"/>
                <a:gd name="T4" fmla="*/ 357 w 715"/>
                <a:gd name="T5" fmla="*/ 0 h 715"/>
                <a:gd name="T6" fmla="*/ 0 w 715"/>
                <a:gd name="T7" fmla="*/ 357 h 715"/>
                <a:gd name="T8" fmla="*/ 357 w 715"/>
                <a:gd name="T9" fmla="*/ 714 h 715"/>
                <a:gd name="T10" fmla="*/ 357 w 715"/>
                <a:gd name="T11" fmla="*/ 714 h 715"/>
                <a:gd name="T12" fmla="*/ 699 w 715"/>
                <a:gd name="T13" fmla="*/ 714 h 715"/>
                <a:gd name="T14" fmla="*/ 714 w 715"/>
                <a:gd name="T15" fmla="*/ 699 h 715"/>
                <a:gd name="T16" fmla="*/ 699 w 715"/>
                <a:gd name="T17" fmla="*/ 685 h 715"/>
                <a:gd name="T18" fmla="*/ 500 w 715"/>
                <a:gd name="T19" fmla="*/ 685 h 715"/>
                <a:gd name="T20" fmla="*/ 714 w 715"/>
                <a:gd name="T21" fmla="*/ 357 h 715"/>
                <a:gd name="T22" fmla="*/ 357 w 715"/>
                <a:gd name="T23" fmla="*/ 685 h 715"/>
                <a:gd name="T24" fmla="*/ 357 w 715"/>
                <a:gd name="T25" fmla="*/ 685 h 715"/>
                <a:gd name="T26" fmla="*/ 126 w 715"/>
                <a:gd name="T27" fmla="*/ 589 h 715"/>
                <a:gd name="T28" fmla="*/ 30 w 715"/>
                <a:gd name="T29" fmla="*/ 357 h 715"/>
                <a:gd name="T30" fmla="*/ 126 w 715"/>
                <a:gd name="T31" fmla="*/ 126 h 715"/>
                <a:gd name="T32" fmla="*/ 357 w 715"/>
                <a:gd name="T33" fmla="*/ 30 h 715"/>
                <a:gd name="T34" fmla="*/ 589 w 715"/>
                <a:gd name="T35" fmla="*/ 126 h 715"/>
                <a:gd name="T36" fmla="*/ 684 w 715"/>
                <a:gd name="T37" fmla="*/ 357 h 715"/>
                <a:gd name="T38" fmla="*/ 589 w 715"/>
                <a:gd name="T39" fmla="*/ 589 h 715"/>
                <a:gd name="T40" fmla="*/ 357 w 715"/>
                <a:gd name="T41"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715" h="715">
                  <a:moveTo>
                    <a:pt x="714" y="357"/>
                  </a:moveTo>
                  <a:lnTo>
                    <a:pt x="714" y="357"/>
                  </a:lnTo>
                  <a:cubicBezTo>
                    <a:pt x="714" y="161"/>
                    <a:pt x="554" y="0"/>
                    <a:pt x="357" y="0"/>
                  </a:cubicBezTo>
                  <a:cubicBezTo>
                    <a:pt x="159" y="0"/>
                    <a:pt x="0" y="161"/>
                    <a:pt x="0" y="357"/>
                  </a:cubicBezTo>
                  <a:cubicBezTo>
                    <a:pt x="0" y="556"/>
                    <a:pt x="159" y="714"/>
                    <a:pt x="357" y="714"/>
                  </a:cubicBezTo>
                  <a:lnTo>
                    <a:pt x="357" y="714"/>
                  </a:lnTo>
                  <a:cubicBezTo>
                    <a:pt x="699" y="714"/>
                    <a:pt x="699" y="714"/>
                    <a:pt x="699" y="714"/>
                  </a:cubicBezTo>
                  <a:cubicBezTo>
                    <a:pt x="707" y="714"/>
                    <a:pt x="714" y="708"/>
                    <a:pt x="714" y="699"/>
                  </a:cubicBezTo>
                  <a:cubicBezTo>
                    <a:pt x="714" y="692"/>
                    <a:pt x="707" y="685"/>
                    <a:pt x="699" y="685"/>
                  </a:cubicBezTo>
                  <a:cubicBezTo>
                    <a:pt x="500" y="685"/>
                    <a:pt x="500" y="685"/>
                    <a:pt x="500" y="685"/>
                  </a:cubicBezTo>
                  <a:cubicBezTo>
                    <a:pt x="625" y="629"/>
                    <a:pt x="714" y="504"/>
                    <a:pt x="714" y="357"/>
                  </a:cubicBezTo>
                  <a:close/>
                  <a:moveTo>
                    <a:pt x="357" y="685"/>
                  </a:moveTo>
                  <a:lnTo>
                    <a:pt x="357" y="685"/>
                  </a:lnTo>
                  <a:cubicBezTo>
                    <a:pt x="267" y="685"/>
                    <a:pt x="184" y="649"/>
                    <a:pt x="126" y="589"/>
                  </a:cubicBezTo>
                  <a:cubicBezTo>
                    <a:pt x="66" y="530"/>
                    <a:pt x="30" y="448"/>
                    <a:pt x="30" y="357"/>
                  </a:cubicBezTo>
                  <a:cubicBezTo>
                    <a:pt x="30" y="267"/>
                    <a:pt x="66" y="186"/>
                    <a:pt x="126" y="126"/>
                  </a:cubicBezTo>
                  <a:cubicBezTo>
                    <a:pt x="184" y="67"/>
                    <a:pt x="267" y="30"/>
                    <a:pt x="357" y="30"/>
                  </a:cubicBezTo>
                  <a:cubicBezTo>
                    <a:pt x="448" y="30"/>
                    <a:pt x="529" y="67"/>
                    <a:pt x="589" y="126"/>
                  </a:cubicBezTo>
                  <a:cubicBezTo>
                    <a:pt x="647" y="186"/>
                    <a:pt x="684" y="267"/>
                    <a:pt x="684" y="357"/>
                  </a:cubicBezTo>
                  <a:cubicBezTo>
                    <a:pt x="684" y="448"/>
                    <a:pt x="647" y="530"/>
                    <a:pt x="589" y="589"/>
                  </a:cubicBezTo>
                  <a:cubicBezTo>
                    <a:pt x="529" y="649"/>
                    <a:pt x="448" y="685"/>
                    <a:pt x="357"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5" name="Freeform 332">
              <a:extLst>
                <a:ext uri="{FF2B5EF4-FFF2-40B4-BE49-F238E27FC236}">
                  <a16:creationId xmlns:a16="http://schemas.microsoft.com/office/drawing/2014/main" id="{3486F4D5-E599-2C44-3098-599BAA42C4FE}"/>
                </a:ext>
              </a:extLst>
            </p:cNvPr>
            <p:cNvSpPr>
              <a:spLocks noChangeArrowheads="1"/>
            </p:cNvSpPr>
            <p:nvPr/>
          </p:nvSpPr>
          <p:spPr bwMode="auto">
            <a:xfrm>
              <a:off x="1668463" y="4441825"/>
              <a:ext cx="60325" cy="58738"/>
            </a:xfrm>
            <a:custGeom>
              <a:avLst/>
              <a:gdLst>
                <a:gd name="T0" fmla="*/ 121 w 168"/>
                <a:gd name="T1" fmla="*/ 22 h 165"/>
                <a:gd name="T2" fmla="*/ 121 w 168"/>
                <a:gd name="T3" fmla="*/ 22 h 165"/>
                <a:gd name="T4" fmla="*/ 83 w 168"/>
                <a:gd name="T5" fmla="*/ 0 h 165"/>
                <a:gd name="T6" fmla="*/ 44 w 168"/>
                <a:gd name="T7" fmla="*/ 22 h 165"/>
                <a:gd name="T8" fmla="*/ 44 w 168"/>
                <a:gd name="T9" fmla="*/ 22 h 165"/>
                <a:gd name="T10" fmla="*/ 44 w 168"/>
                <a:gd name="T11" fmla="*/ 22 h 165"/>
                <a:gd name="T12" fmla="*/ 44 w 168"/>
                <a:gd name="T13" fmla="*/ 22 h 165"/>
                <a:gd name="T14" fmla="*/ 44 w 168"/>
                <a:gd name="T15" fmla="*/ 22 h 165"/>
                <a:gd name="T16" fmla="*/ 5 w 168"/>
                <a:gd name="T17" fmla="*/ 90 h 165"/>
                <a:gd name="T18" fmla="*/ 0 w 168"/>
                <a:gd name="T19" fmla="*/ 113 h 165"/>
                <a:gd name="T20" fmla="*/ 7 w 168"/>
                <a:gd name="T21" fmla="*/ 138 h 165"/>
                <a:gd name="T22" fmla="*/ 28 w 168"/>
                <a:gd name="T23" fmla="*/ 155 h 165"/>
                <a:gd name="T24" fmla="*/ 83 w 168"/>
                <a:gd name="T25" fmla="*/ 164 h 165"/>
                <a:gd name="T26" fmla="*/ 138 w 168"/>
                <a:gd name="T27" fmla="*/ 155 h 165"/>
                <a:gd name="T28" fmla="*/ 159 w 168"/>
                <a:gd name="T29" fmla="*/ 138 h 165"/>
                <a:gd name="T30" fmla="*/ 167 w 168"/>
                <a:gd name="T31" fmla="*/ 113 h 165"/>
                <a:gd name="T32" fmla="*/ 160 w 168"/>
                <a:gd name="T33" fmla="*/ 90 h 165"/>
                <a:gd name="T34" fmla="*/ 121 w 168"/>
                <a:gd name="T35" fmla="*/ 22 h 165"/>
                <a:gd name="T36" fmla="*/ 134 w 168"/>
                <a:gd name="T37" fmla="*/ 121 h 165"/>
                <a:gd name="T38" fmla="*/ 134 w 168"/>
                <a:gd name="T39" fmla="*/ 121 h 165"/>
                <a:gd name="T40" fmla="*/ 128 w 168"/>
                <a:gd name="T41" fmla="*/ 125 h 165"/>
                <a:gd name="T42" fmla="*/ 83 w 168"/>
                <a:gd name="T43" fmla="*/ 134 h 165"/>
                <a:gd name="T44" fmla="*/ 39 w 168"/>
                <a:gd name="T45" fmla="*/ 125 h 165"/>
                <a:gd name="T46" fmla="*/ 32 w 168"/>
                <a:gd name="T47" fmla="*/ 121 h 165"/>
                <a:gd name="T48" fmla="*/ 29 w 168"/>
                <a:gd name="T49" fmla="*/ 113 h 165"/>
                <a:gd name="T50" fmla="*/ 32 w 168"/>
                <a:gd name="T51" fmla="*/ 104 h 165"/>
                <a:gd name="T52" fmla="*/ 69 w 168"/>
                <a:gd name="T53" fmla="*/ 37 h 165"/>
                <a:gd name="T54" fmla="*/ 57 w 168"/>
                <a:gd name="T55" fmla="*/ 30 h 165"/>
                <a:gd name="T56" fmla="*/ 69 w 168"/>
                <a:gd name="T57" fmla="*/ 37 h 165"/>
                <a:gd name="T58" fmla="*/ 83 w 168"/>
                <a:gd name="T59" fmla="*/ 30 h 165"/>
                <a:gd name="T60" fmla="*/ 96 w 168"/>
                <a:gd name="T61" fmla="*/ 37 h 165"/>
                <a:gd name="T62" fmla="*/ 135 w 168"/>
                <a:gd name="T63" fmla="*/ 104 h 165"/>
                <a:gd name="T64" fmla="*/ 136 w 168"/>
                <a:gd name="T65" fmla="*/ 113 h 165"/>
                <a:gd name="T66" fmla="*/ 134 w 168"/>
                <a:gd name="T67" fmla="*/ 121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21" y="22"/>
                  </a:moveTo>
                  <a:lnTo>
                    <a:pt x="121" y="22"/>
                  </a:lnTo>
                  <a:cubicBezTo>
                    <a:pt x="113" y="8"/>
                    <a:pt x="97" y="0"/>
                    <a:pt x="83" y="0"/>
                  </a:cubicBezTo>
                  <a:cubicBezTo>
                    <a:pt x="68" y="0"/>
                    <a:pt x="53" y="8"/>
                    <a:pt x="44" y="22"/>
                  </a:cubicBezTo>
                  <a:lnTo>
                    <a:pt x="44" y="22"/>
                  </a:lnTo>
                  <a:lnTo>
                    <a:pt x="44" y="22"/>
                  </a:lnTo>
                  <a:lnTo>
                    <a:pt x="44" y="22"/>
                  </a:lnTo>
                  <a:lnTo>
                    <a:pt x="44" y="22"/>
                  </a:lnTo>
                  <a:cubicBezTo>
                    <a:pt x="5" y="90"/>
                    <a:pt x="5" y="90"/>
                    <a:pt x="5" y="90"/>
                  </a:cubicBezTo>
                  <a:cubicBezTo>
                    <a:pt x="1" y="97"/>
                    <a:pt x="0" y="104"/>
                    <a:pt x="0" y="113"/>
                  </a:cubicBezTo>
                  <a:cubicBezTo>
                    <a:pt x="0" y="121"/>
                    <a:pt x="2" y="129"/>
                    <a:pt x="7" y="138"/>
                  </a:cubicBezTo>
                  <a:cubicBezTo>
                    <a:pt x="12" y="145"/>
                    <a:pt x="19" y="150"/>
                    <a:pt x="28" y="155"/>
                  </a:cubicBezTo>
                  <a:cubicBezTo>
                    <a:pt x="47" y="160"/>
                    <a:pt x="65" y="164"/>
                    <a:pt x="83" y="164"/>
                  </a:cubicBezTo>
                  <a:cubicBezTo>
                    <a:pt x="101" y="164"/>
                    <a:pt x="120" y="160"/>
                    <a:pt x="138" y="155"/>
                  </a:cubicBezTo>
                  <a:cubicBezTo>
                    <a:pt x="146" y="150"/>
                    <a:pt x="154" y="145"/>
                    <a:pt x="159" y="138"/>
                  </a:cubicBezTo>
                  <a:cubicBezTo>
                    <a:pt x="164" y="129"/>
                    <a:pt x="167" y="121"/>
                    <a:pt x="167" y="113"/>
                  </a:cubicBezTo>
                  <a:cubicBezTo>
                    <a:pt x="167" y="104"/>
                    <a:pt x="164" y="97"/>
                    <a:pt x="160" y="90"/>
                  </a:cubicBezTo>
                  <a:lnTo>
                    <a:pt x="121" y="22"/>
                  </a:lnTo>
                  <a:close/>
                  <a:moveTo>
                    <a:pt x="134" y="121"/>
                  </a:moveTo>
                  <a:lnTo>
                    <a:pt x="134" y="121"/>
                  </a:lnTo>
                  <a:cubicBezTo>
                    <a:pt x="132" y="124"/>
                    <a:pt x="131" y="125"/>
                    <a:pt x="128" y="125"/>
                  </a:cubicBezTo>
                  <a:cubicBezTo>
                    <a:pt x="111" y="132"/>
                    <a:pt x="97" y="134"/>
                    <a:pt x="83" y="134"/>
                  </a:cubicBezTo>
                  <a:cubicBezTo>
                    <a:pt x="68" y="134"/>
                    <a:pt x="54" y="132"/>
                    <a:pt x="39" y="125"/>
                  </a:cubicBezTo>
                  <a:cubicBezTo>
                    <a:pt x="36" y="125"/>
                    <a:pt x="33" y="124"/>
                    <a:pt x="32" y="121"/>
                  </a:cubicBezTo>
                  <a:cubicBezTo>
                    <a:pt x="30" y="118"/>
                    <a:pt x="29" y="115"/>
                    <a:pt x="29" y="113"/>
                  </a:cubicBezTo>
                  <a:cubicBezTo>
                    <a:pt x="29" y="110"/>
                    <a:pt x="30" y="107"/>
                    <a:pt x="32" y="104"/>
                  </a:cubicBezTo>
                  <a:cubicBezTo>
                    <a:pt x="69" y="37"/>
                    <a:pt x="69" y="37"/>
                    <a:pt x="69" y="37"/>
                  </a:cubicBezTo>
                  <a:cubicBezTo>
                    <a:pt x="57" y="30"/>
                    <a:pt x="57" y="30"/>
                    <a:pt x="57" y="30"/>
                  </a:cubicBezTo>
                  <a:cubicBezTo>
                    <a:pt x="69" y="37"/>
                    <a:pt x="69" y="37"/>
                    <a:pt x="69" y="37"/>
                  </a:cubicBezTo>
                  <a:cubicBezTo>
                    <a:pt x="74" y="32"/>
                    <a:pt x="78" y="30"/>
                    <a:pt x="83" y="30"/>
                  </a:cubicBezTo>
                  <a:cubicBezTo>
                    <a:pt x="88" y="30"/>
                    <a:pt x="93" y="32"/>
                    <a:pt x="96" y="37"/>
                  </a:cubicBezTo>
                  <a:cubicBezTo>
                    <a:pt x="135" y="104"/>
                    <a:pt x="135" y="104"/>
                    <a:pt x="135" y="104"/>
                  </a:cubicBezTo>
                  <a:cubicBezTo>
                    <a:pt x="136" y="107"/>
                    <a:pt x="136" y="110"/>
                    <a:pt x="136" y="113"/>
                  </a:cubicBezTo>
                  <a:cubicBezTo>
                    <a:pt x="136" y="115"/>
                    <a:pt x="136" y="118"/>
                    <a:pt x="134" y="12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6" name="Freeform 333">
              <a:extLst>
                <a:ext uri="{FF2B5EF4-FFF2-40B4-BE49-F238E27FC236}">
                  <a16:creationId xmlns:a16="http://schemas.microsoft.com/office/drawing/2014/main" id="{AE0F1B8F-0E24-0326-D789-E3FC989707F6}"/>
                </a:ext>
              </a:extLst>
            </p:cNvPr>
            <p:cNvSpPr>
              <a:spLocks noChangeArrowheads="1"/>
            </p:cNvSpPr>
            <p:nvPr/>
          </p:nvSpPr>
          <p:spPr bwMode="auto">
            <a:xfrm>
              <a:off x="1668463" y="4313238"/>
              <a:ext cx="60325" cy="58737"/>
            </a:xfrm>
            <a:custGeom>
              <a:avLst/>
              <a:gdLst>
                <a:gd name="T0" fmla="*/ 138 w 168"/>
                <a:gd name="T1" fmla="*/ 11 h 165"/>
                <a:gd name="T2" fmla="*/ 138 w 168"/>
                <a:gd name="T3" fmla="*/ 11 h 165"/>
                <a:gd name="T4" fmla="*/ 83 w 168"/>
                <a:gd name="T5" fmla="*/ 0 h 165"/>
                <a:gd name="T6" fmla="*/ 28 w 168"/>
                <a:gd name="T7" fmla="*/ 11 h 165"/>
                <a:gd name="T8" fmla="*/ 7 w 168"/>
                <a:gd name="T9" fmla="*/ 28 h 165"/>
                <a:gd name="T10" fmla="*/ 0 w 168"/>
                <a:gd name="T11" fmla="*/ 51 h 165"/>
                <a:gd name="T12" fmla="*/ 5 w 168"/>
                <a:gd name="T13" fmla="*/ 75 h 165"/>
                <a:gd name="T14" fmla="*/ 44 w 168"/>
                <a:gd name="T15" fmla="*/ 142 h 165"/>
                <a:gd name="T16" fmla="*/ 83 w 168"/>
                <a:gd name="T17" fmla="*/ 164 h 165"/>
                <a:gd name="T18" fmla="*/ 121 w 168"/>
                <a:gd name="T19" fmla="*/ 142 h 165"/>
                <a:gd name="T20" fmla="*/ 121 w 168"/>
                <a:gd name="T21" fmla="*/ 142 h 165"/>
                <a:gd name="T22" fmla="*/ 121 w 168"/>
                <a:gd name="T23" fmla="*/ 142 h 165"/>
                <a:gd name="T24" fmla="*/ 121 w 168"/>
                <a:gd name="T25" fmla="*/ 142 h 165"/>
                <a:gd name="T26" fmla="*/ 121 w 168"/>
                <a:gd name="T27" fmla="*/ 142 h 165"/>
                <a:gd name="T28" fmla="*/ 160 w 168"/>
                <a:gd name="T29" fmla="*/ 75 h 165"/>
                <a:gd name="T30" fmla="*/ 167 w 168"/>
                <a:gd name="T31" fmla="*/ 51 h 165"/>
                <a:gd name="T32" fmla="*/ 159 w 168"/>
                <a:gd name="T33" fmla="*/ 28 h 165"/>
                <a:gd name="T34" fmla="*/ 138 w 168"/>
                <a:gd name="T35" fmla="*/ 11 h 165"/>
                <a:gd name="T36" fmla="*/ 135 w 168"/>
                <a:gd name="T37" fmla="*/ 60 h 165"/>
                <a:gd name="T38" fmla="*/ 135 w 168"/>
                <a:gd name="T39" fmla="*/ 60 h 165"/>
                <a:gd name="T40" fmla="*/ 96 w 168"/>
                <a:gd name="T41" fmla="*/ 127 h 165"/>
                <a:gd name="T42" fmla="*/ 108 w 168"/>
                <a:gd name="T43" fmla="*/ 134 h 165"/>
                <a:gd name="T44" fmla="*/ 96 w 168"/>
                <a:gd name="T45" fmla="*/ 127 h 165"/>
                <a:gd name="T46" fmla="*/ 83 w 168"/>
                <a:gd name="T47" fmla="*/ 134 h 165"/>
                <a:gd name="T48" fmla="*/ 69 w 168"/>
                <a:gd name="T49" fmla="*/ 127 h 165"/>
                <a:gd name="T50" fmla="*/ 32 w 168"/>
                <a:gd name="T51" fmla="*/ 60 h 165"/>
                <a:gd name="T52" fmla="*/ 29 w 168"/>
                <a:gd name="T53" fmla="*/ 51 h 165"/>
                <a:gd name="T54" fmla="*/ 32 w 168"/>
                <a:gd name="T55" fmla="*/ 43 h 165"/>
                <a:gd name="T56" fmla="*/ 39 w 168"/>
                <a:gd name="T57" fmla="*/ 39 h 165"/>
                <a:gd name="T58" fmla="*/ 83 w 168"/>
                <a:gd name="T59" fmla="*/ 30 h 165"/>
                <a:gd name="T60" fmla="*/ 128 w 168"/>
                <a:gd name="T61" fmla="*/ 39 h 165"/>
                <a:gd name="T62" fmla="*/ 134 w 168"/>
                <a:gd name="T63" fmla="*/ 43 h 165"/>
                <a:gd name="T64" fmla="*/ 136 w 168"/>
                <a:gd name="T65" fmla="*/ 51 h 165"/>
                <a:gd name="T66" fmla="*/ 135 w 168"/>
                <a:gd name="T67" fmla="*/ 60 h 1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8" h="165">
                  <a:moveTo>
                    <a:pt x="138" y="11"/>
                  </a:moveTo>
                  <a:lnTo>
                    <a:pt x="138" y="11"/>
                  </a:lnTo>
                  <a:cubicBezTo>
                    <a:pt x="120" y="4"/>
                    <a:pt x="101" y="0"/>
                    <a:pt x="83" y="0"/>
                  </a:cubicBezTo>
                  <a:cubicBezTo>
                    <a:pt x="65" y="0"/>
                    <a:pt x="47" y="4"/>
                    <a:pt x="28" y="11"/>
                  </a:cubicBezTo>
                  <a:cubicBezTo>
                    <a:pt x="19" y="14"/>
                    <a:pt x="12" y="19"/>
                    <a:pt x="7" y="28"/>
                  </a:cubicBezTo>
                  <a:cubicBezTo>
                    <a:pt x="2" y="35"/>
                    <a:pt x="0" y="43"/>
                    <a:pt x="0" y="51"/>
                  </a:cubicBezTo>
                  <a:cubicBezTo>
                    <a:pt x="0" y="60"/>
                    <a:pt x="1" y="68"/>
                    <a:pt x="5" y="75"/>
                  </a:cubicBezTo>
                  <a:cubicBezTo>
                    <a:pt x="44" y="142"/>
                    <a:pt x="44" y="142"/>
                    <a:pt x="44" y="142"/>
                  </a:cubicBezTo>
                  <a:cubicBezTo>
                    <a:pt x="53" y="156"/>
                    <a:pt x="68" y="164"/>
                    <a:pt x="83" y="164"/>
                  </a:cubicBezTo>
                  <a:cubicBezTo>
                    <a:pt x="97" y="164"/>
                    <a:pt x="113" y="156"/>
                    <a:pt x="121" y="142"/>
                  </a:cubicBezTo>
                  <a:lnTo>
                    <a:pt x="121" y="142"/>
                  </a:lnTo>
                  <a:lnTo>
                    <a:pt x="121" y="142"/>
                  </a:lnTo>
                  <a:lnTo>
                    <a:pt x="121" y="142"/>
                  </a:lnTo>
                  <a:lnTo>
                    <a:pt x="121" y="142"/>
                  </a:lnTo>
                  <a:cubicBezTo>
                    <a:pt x="160" y="75"/>
                    <a:pt x="160" y="75"/>
                    <a:pt x="160" y="75"/>
                  </a:cubicBezTo>
                  <a:cubicBezTo>
                    <a:pt x="164" y="68"/>
                    <a:pt x="167" y="60"/>
                    <a:pt x="167" y="51"/>
                  </a:cubicBezTo>
                  <a:cubicBezTo>
                    <a:pt x="167" y="43"/>
                    <a:pt x="164" y="35"/>
                    <a:pt x="159" y="28"/>
                  </a:cubicBezTo>
                  <a:cubicBezTo>
                    <a:pt x="154" y="19"/>
                    <a:pt x="146" y="14"/>
                    <a:pt x="138" y="11"/>
                  </a:cubicBezTo>
                  <a:close/>
                  <a:moveTo>
                    <a:pt x="135" y="60"/>
                  </a:moveTo>
                  <a:lnTo>
                    <a:pt x="135" y="60"/>
                  </a:lnTo>
                  <a:cubicBezTo>
                    <a:pt x="96" y="127"/>
                    <a:pt x="96" y="127"/>
                    <a:pt x="96" y="127"/>
                  </a:cubicBezTo>
                  <a:cubicBezTo>
                    <a:pt x="108" y="134"/>
                    <a:pt x="108" y="134"/>
                    <a:pt x="108" y="134"/>
                  </a:cubicBezTo>
                  <a:cubicBezTo>
                    <a:pt x="96" y="127"/>
                    <a:pt x="96" y="127"/>
                    <a:pt x="96" y="127"/>
                  </a:cubicBezTo>
                  <a:cubicBezTo>
                    <a:pt x="93" y="132"/>
                    <a:pt x="88" y="134"/>
                    <a:pt x="83" y="134"/>
                  </a:cubicBezTo>
                  <a:cubicBezTo>
                    <a:pt x="78" y="134"/>
                    <a:pt x="74" y="132"/>
                    <a:pt x="69" y="127"/>
                  </a:cubicBezTo>
                  <a:cubicBezTo>
                    <a:pt x="32" y="60"/>
                    <a:pt x="32" y="60"/>
                    <a:pt x="32" y="60"/>
                  </a:cubicBezTo>
                  <a:cubicBezTo>
                    <a:pt x="30" y="57"/>
                    <a:pt x="29" y="54"/>
                    <a:pt x="29" y="51"/>
                  </a:cubicBezTo>
                  <a:cubicBezTo>
                    <a:pt x="29" y="49"/>
                    <a:pt x="30" y="46"/>
                    <a:pt x="32" y="43"/>
                  </a:cubicBezTo>
                  <a:cubicBezTo>
                    <a:pt x="33" y="42"/>
                    <a:pt x="36" y="39"/>
                    <a:pt x="39" y="39"/>
                  </a:cubicBezTo>
                  <a:cubicBezTo>
                    <a:pt x="54" y="33"/>
                    <a:pt x="68" y="30"/>
                    <a:pt x="83" y="30"/>
                  </a:cubicBezTo>
                  <a:cubicBezTo>
                    <a:pt x="97" y="30"/>
                    <a:pt x="111" y="33"/>
                    <a:pt x="128" y="39"/>
                  </a:cubicBezTo>
                  <a:cubicBezTo>
                    <a:pt x="131" y="39"/>
                    <a:pt x="132" y="42"/>
                    <a:pt x="134" y="43"/>
                  </a:cubicBezTo>
                  <a:cubicBezTo>
                    <a:pt x="136" y="46"/>
                    <a:pt x="136" y="49"/>
                    <a:pt x="136" y="51"/>
                  </a:cubicBezTo>
                  <a:cubicBezTo>
                    <a:pt x="136" y="54"/>
                    <a:pt x="136" y="57"/>
                    <a:pt x="135"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7" name="Freeform 334">
              <a:extLst>
                <a:ext uri="{FF2B5EF4-FFF2-40B4-BE49-F238E27FC236}">
                  <a16:creationId xmlns:a16="http://schemas.microsoft.com/office/drawing/2014/main" id="{EC553711-9194-A257-8E69-CD3A0465A36B}"/>
                </a:ext>
              </a:extLst>
            </p:cNvPr>
            <p:cNvSpPr>
              <a:spLocks noChangeArrowheads="1"/>
            </p:cNvSpPr>
            <p:nvPr/>
          </p:nvSpPr>
          <p:spPr bwMode="auto">
            <a:xfrm>
              <a:off x="1733550" y="4376738"/>
              <a:ext cx="58738" cy="60325"/>
            </a:xfrm>
            <a:custGeom>
              <a:avLst/>
              <a:gdLst>
                <a:gd name="T0" fmla="*/ 153 w 164"/>
                <a:gd name="T1" fmla="*/ 29 h 168"/>
                <a:gd name="T2" fmla="*/ 153 w 164"/>
                <a:gd name="T3" fmla="*/ 29 h 168"/>
                <a:gd name="T4" fmla="*/ 136 w 164"/>
                <a:gd name="T5" fmla="*/ 8 h 168"/>
                <a:gd name="T6" fmla="*/ 111 w 164"/>
                <a:gd name="T7" fmla="*/ 0 h 168"/>
                <a:gd name="T8" fmla="*/ 89 w 164"/>
                <a:gd name="T9" fmla="*/ 7 h 168"/>
                <a:gd name="T10" fmla="*/ 22 w 164"/>
                <a:gd name="T11" fmla="*/ 44 h 168"/>
                <a:gd name="T12" fmla="*/ 0 w 164"/>
                <a:gd name="T13" fmla="*/ 83 h 168"/>
                <a:gd name="T14" fmla="*/ 22 w 164"/>
                <a:gd name="T15" fmla="*/ 123 h 168"/>
                <a:gd name="T16" fmla="*/ 89 w 164"/>
                <a:gd name="T17" fmla="*/ 162 h 168"/>
                <a:gd name="T18" fmla="*/ 111 w 164"/>
                <a:gd name="T19" fmla="*/ 167 h 168"/>
                <a:gd name="T20" fmla="*/ 136 w 164"/>
                <a:gd name="T21" fmla="*/ 160 h 168"/>
                <a:gd name="T22" fmla="*/ 153 w 164"/>
                <a:gd name="T23" fmla="*/ 138 h 168"/>
                <a:gd name="T24" fmla="*/ 163 w 164"/>
                <a:gd name="T25" fmla="*/ 83 h 168"/>
                <a:gd name="T26" fmla="*/ 153 w 164"/>
                <a:gd name="T27" fmla="*/ 29 h 168"/>
                <a:gd name="T28" fmla="*/ 125 w 164"/>
                <a:gd name="T29" fmla="*/ 128 h 168"/>
                <a:gd name="T30" fmla="*/ 125 w 164"/>
                <a:gd name="T31" fmla="*/ 128 h 168"/>
                <a:gd name="T32" fmla="*/ 119 w 164"/>
                <a:gd name="T33" fmla="*/ 135 h 168"/>
                <a:gd name="T34" fmla="*/ 111 w 164"/>
                <a:gd name="T35" fmla="*/ 138 h 168"/>
                <a:gd name="T36" fmla="*/ 104 w 164"/>
                <a:gd name="T37" fmla="*/ 135 h 168"/>
                <a:gd name="T38" fmla="*/ 37 w 164"/>
                <a:gd name="T39" fmla="*/ 96 h 168"/>
                <a:gd name="T40" fmla="*/ 29 w 164"/>
                <a:gd name="T41" fmla="*/ 83 h 168"/>
                <a:gd name="T42" fmla="*/ 37 w 164"/>
                <a:gd name="T43" fmla="*/ 71 h 168"/>
                <a:gd name="T44" fmla="*/ 104 w 164"/>
                <a:gd name="T45" fmla="*/ 32 h 168"/>
                <a:gd name="T46" fmla="*/ 111 w 164"/>
                <a:gd name="T47" fmla="*/ 31 h 168"/>
                <a:gd name="T48" fmla="*/ 119 w 164"/>
                <a:gd name="T49" fmla="*/ 32 h 168"/>
                <a:gd name="T50" fmla="*/ 125 w 164"/>
                <a:gd name="T51" fmla="*/ 39 h 168"/>
                <a:gd name="T52" fmla="*/ 133 w 164"/>
                <a:gd name="T53" fmla="*/ 83 h 168"/>
                <a:gd name="T54" fmla="*/ 125 w 164"/>
                <a:gd name="T55" fmla="*/ 128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64" h="168">
                  <a:moveTo>
                    <a:pt x="153" y="29"/>
                  </a:moveTo>
                  <a:lnTo>
                    <a:pt x="153" y="29"/>
                  </a:lnTo>
                  <a:cubicBezTo>
                    <a:pt x="150" y="19"/>
                    <a:pt x="143" y="12"/>
                    <a:pt x="136" y="8"/>
                  </a:cubicBezTo>
                  <a:cubicBezTo>
                    <a:pt x="129" y="3"/>
                    <a:pt x="121" y="0"/>
                    <a:pt x="111" y="0"/>
                  </a:cubicBezTo>
                  <a:cubicBezTo>
                    <a:pt x="104" y="0"/>
                    <a:pt x="96" y="3"/>
                    <a:pt x="89" y="7"/>
                  </a:cubicBezTo>
                  <a:cubicBezTo>
                    <a:pt x="22" y="44"/>
                    <a:pt x="22" y="44"/>
                    <a:pt x="22" y="44"/>
                  </a:cubicBezTo>
                  <a:cubicBezTo>
                    <a:pt x="7" y="53"/>
                    <a:pt x="0" y="68"/>
                    <a:pt x="0" y="83"/>
                  </a:cubicBezTo>
                  <a:cubicBezTo>
                    <a:pt x="0" y="99"/>
                    <a:pt x="7" y="114"/>
                    <a:pt x="22" y="123"/>
                  </a:cubicBezTo>
                  <a:cubicBezTo>
                    <a:pt x="89" y="162"/>
                    <a:pt x="89" y="162"/>
                    <a:pt x="89" y="162"/>
                  </a:cubicBezTo>
                  <a:cubicBezTo>
                    <a:pt x="96" y="166"/>
                    <a:pt x="104" y="167"/>
                    <a:pt x="111" y="167"/>
                  </a:cubicBezTo>
                  <a:cubicBezTo>
                    <a:pt x="121" y="167"/>
                    <a:pt x="129" y="164"/>
                    <a:pt x="136" y="160"/>
                  </a:cubicBezTo>
                  <a:cubicBezTo>
                    <a:pt x="143" y="155"/>
                    <a:pt x="150" y="148"/>
                    <a:pt x="153" y="138"/>
                  </a:cubicBezTo>
                  <a:cubicBezTo>
                    <a:pt x="160" y="120"/>
                    <a:pt x="163" y="102"/>
                    <a:pt x="163" y="83"/>
                  </a:cubicBezTo>
                  <a:cubicBezTo>
                    <a:pt x="163" y="65"/>
                    <a:pt x="160" y="47"/>
                    <a:pt x="153" y="29"/>
                  </a:cubicBezTo>
                  <a:close/>
                  <a:moveTo>
                    <a:pt x="125" y="128"/>
                  </a:moveTo>
                  <a:lnTo>
                    <a:pt x="125" y="128"/>
                  </a:lnTo>
                  <a:cubicBezTo>
                    <a:pt x="124" y="131"/>
                    <a:pt x="122" y="134"/>
                    <a:pt x="119" y="135"/>
                  </a:cubicBezTo>
                  <a:cubicBezTo>
                    <a:pt x="118" y="137"/>
                    <a:pt x="114" y="138"/>
                    <a:pt x="111" y="138"/>
                  </a:cubicBezTo>
                  <a:cubicBezTo>
                    <a:pt x="108" y="138"/>
                    <a:pt x="107" y="137"/>
                    <a:pt x="104" y="135"/>
                  </a:cubicBezTo>
                  <a:cubicBezTo>
                    <a:pt x="37" y="96"/>
                    <a:pt x="37" y="96"/>
                    <a:pt x="37" y="96"/>
                  </a:cubicBezTo>
                  <a:cubicBezTo>
                    <a:pt x="32" y="93"/>
                    <a:pt x="29" y="89"/>
                    <a:pt x="29" y="83"/>
                  </a:cubicBezTo>
                  <a:cubicBezTo>
                    <a:pt x="29" y="78"/>
                    <a:pt x="32" y="74"/>
                    <a:pt x="37" y="71"/>
                  </a:cubicBezTo>
                  <a:cubicBezTo>
                    <a:pt x="104" y="32"/>
                    <a:pt x="104" y="32"/>
                    <a:pt x="104" y="32"/>
                  </a:cubicBezTo>
                  <a:cubicBezTo>
                    <a:pt x="107" y="31"/>
                    <a:pt x="108" y="31"/>
                    <a:pt x="111" y="31"/>
                  </a:cubicBezTo>
                  <a:cubicBezTo>
                    <a:pt x="114" y="31"/>
                    <a:pt x="118" y="31"/>
                    <a:pt x="119" y="32"/>
                  </a:cubicBezTo>
                  <a:cubicBezTo>
                    <a:pt x="122" y="35"/>
                    <a:pt x="124" y="36"/>
                    <a:pt x="125" y="39"/>
                  </a:cubicBezTo>
                  <a:cubicBezTo>
                    <a:pt x="131" y="54"/>
                    <a:pt x="133" y="70"/>
                    <a:pt x="133" y="83"/>
                  </a:cubicBezTo>
                  <a:cubicBezTo>
                    <a:pt x="133" y="99"/>
                    <a:pt x="131" y="113"/>
                    <a:pt x="125" y="12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8" name="Freeform 335">
              <a:extLst>
                <a:ext uri="{FF2B5EF4-FFF2-40B4-BE49-F238E27FC236}">
                  <a16:creationId xmlns:a16="http://schemas.microsoft.com/office/drawing/2014/main" id="{2CD80801-C9C3-5E84-8AD0-0E8EDDB7A3A3}"/>
                </a:ext>
              </a:extLst>
            </p:cNvPr>
            <p:cNvSpPr>
              <a:spLocks noChangeArrowheads="1"/>
            </p:cNvSpPr>
            <p:nvPr/>
          </p:nvSpPr>
          <p:spPr bwMode="auto">
            <a:xfrm>
              <a:off x="1604963" y="4376738"/>
              <a:ext cx="58737" cy="60325"/>
            </a:xfrm>
            <a:custGeom>
              <a:avLst/>
              <a:gdLst>
                <a:gd name="T0" fmla="*/ 140 w 164"/>
                <a:gd name="T1" fmla="*/ 44 h 168"/>
                <a:gd name="T2" fmla="*/ 140 w 164"/>
                <a:gd name="T3" fmla="*/ 44 h 168"/>
                <a:gd name="T4" fmla="*/ 140 w 164"/>
                <a:gd name="T5" fmla="*/ 44 h 168"/>
                <a:gd name="T6" fmla="*/ 140 w 164"/>
                <a:gd name="T7" fmla="*/ 44 h 168"/>
                <a:gd name="T8" fmla="*/ 140 w 164"/>
                <a:gd name="T9" fmla="*/ 44 h 168"/>
                <a:gd name="T10" fmla="*/ 140 w 164"/>
                <a:gd name="T11" fmla="*/ 44 h 168"/>
                <a:gd name="T12" fmla="*/ 73 w 164"/>
                <a:gd name="T13" fmla="*/ 7 h 168"/>
                <a:gd name="T14" fmla="*/ 51 w 164"/>
                <a:gd name="T15" fmla="*/ 0 h 168"/>
                <a:gd name="T16" fmla="*/ 26 w 164"/>
                <a:gd name="T17" fmla="*/ 8 h 168"/>
                <a:gd name="T18" fmla="*/ 9 w 164"/>
                <a:gd name="T19" fmla="*/ 29 h 168"/>
                <a:gd name="T20" fmla="*/ 0 w 164"/>
                <a:gd name="T21" fmla="*/ 83 h 168"/>
                <a:gd name="T22" fmla="*/ 9 w 164"/>
                <a:gd name="T23" fmla="*/ 138 h 168"/>
                <a:gd name="T24" fmla="*/ 26 w 164"/>
                <a:gd name="T25" fmla="*/ 160 h 168"/>
                <a:gd name="T26" fmla="*/ 51 w 164"/>
                <a:gd name="T27" fmla="*/ 167 h 168"/>
                <a:gd name="T28" fmla="*/ 73 w 164"/>
                <a:gd name="T29" fmla="*/ 162 h 168"/>
                <a:gd name="T30" fmla="*/ 140 w 164"/>
                <a:gd name="T31" fmla="*/ 123 h 168"/>
                <a:gd name="T32" fmla="*/ 163 w 164"/>
                <a:gd name="T33" fmla="*/ 83 h 168"/>
                <a:gd name="T34" fmla="*/ 140 w 164"/>
                <a:gd name="T35" fmla="*/ 44 h 168"/>
                <a:gd name="T36" fmla="*/ 126 w 164"/>
                <a:gd name="T37" fmla="*/ 96 h 168"/>
                <a:gd name="T38" fmla="*/ 126 w 164"/>
                <a:gd name="T39" fmla="*/ 96 h 168"/>
                <a:gd name="T40" fmla="*/ 58 w 164"/>
                <a:gd name="T41" fmla="*/ 135 h 168"/>
                <a:gd name="T42" fmla="*/ 51 w 164"/>
                <a:gd name="T43" fmla="*/ 138 h 168"/>
                <a:gd name="T44" fmla="*/ 43 w 164"/>
                <a:gd name="T45" fmla="*/ 135 h 168"/>
                <a:gd name="T46" fmla="*/ 37 w 164"/>
                <a:gd name="T47" fmla="*/ 128 h 168"/>
                <a:gd name="T48" fmla="*/ 29 w 164"/>
                <a:gd name="T49" fmla="*/ 83 h 168"/>
                <a:gd name="T50" fmla="*/ 37 w 164"/>
                <a:gd name="T51" fmla="*/ 39 h 168"/>
                <a:gd name="T52" fmla="*/ 43 w 164"/>
                <a:gd name="T53" fmla="*/ 32 h 168"/>
                <a:gd name="T54" fmla="*/ 51 w 164"/>
                <a:gd name="T55" fmla="*/ 31 h 168"/>
                <a:gd name="T56" fmla="*/ 58 w 164"/>
                <a:gd name="T57" fmla="*/ 32 h 168"/>
                <a:gd name="T58" fmla="*/ 126 w 164"/>
                <a:gd name="T59" fmla="*/ 71 h 168"/>
                <a:gd name="T60" fmla="*/ 133 w 164"/>
                <a:gd name="T61" fmla="*/ 58 h 168"/>
                <a:gd name="T62" fmla="*/ 126 w 164"/>
                <a:gd name="T63" fmla="*/ 71 h 168"/>
                <a:gd name="T64" fmla="*/ 133 w 164"/>
                <a:gd name="T65" fmla="*/ 83 h 168"/>
                <a:gd name="T66" fmla="*/ 126 w 164"/>
                <a:gd name="T67" fmla="*/ 9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164" h="168">
                  <a:moveTo>
                    <a:pt x="140" y="44"/>
                  </a:moveTo>
                  <a:lnTo>
                    <a:pt x="140" y="44"/>
                  </a:lnTo>
                  <a:lnTo>
                    <a:pt x="140" y="44"/>
                  </a:lnTo>
                  <a:lnTo>
                    <a:pt x="140" y="44"/>
                  </a:lnTo>
                  <a:lnTo>
                    <a:pt x="140" y="44"/>
                  </a:lnTo>
                  <a:lnTo>
                    <a:pt x="140" y="44"/>
                  </a:lnTo>
                  <a:cubicBezTo>
                    <a:pt x="73" y="7"/>
                    <a:pt x="73" y="7"/>
                    <a:pt x="73" y="7"/>
                  </a:cubicBezTo>
                  <a:cubicBezTo>
                    <a:pt x="66" y="3"/>
                    <a:pt x="58" y="0"/>
                    <a:pt x="51" y="0"/>
                  </a:cubicBezTo>
                  <a:cubicBezTo>
                    <a:pt x="43" y="0"/>
                    <a:pt x="34" y="3"/>
                    <a:pt x="26" y="8"/>
                  </a:cubicBezTo>
                  <a:cubicBezTo>
                    <a:pt x="19" y="12"/>
                    <a:pt x="13" y="19"/>
                    <a:pt x="9" y="29"/>
                  </a:cubicBezTo>
                  <a:cubicBezTo>
                    <a:pt x="2" y="47"/>
                    <a:pt x="0" y="65"/>
                    <a:pt x="0" y="83"/>
                  </a:cubicBezTo>
                  <a:cubicBezTo>
                    <a:pt x="0" y="102"/>
                    <a:pt x="2" y="120"/>
                    <a:pt x="9" y="138"/>
                  </a:cubicBezTo>
                  <a:cubicBezTo>
                    <a:pt x="13" y="148"/>
                    <a:pt x="19" y="155"/>
                    <a:pt x="26" y="160"/>
                  </a:cubicBezTo>
                  <a:cubicBezTo>
                    <a:pt x="34" y="164"/>
                    <a:pt x="43" y="167"/>
                    <a:pt x="51" y="167"/>
                  </a:cubicBezTo>
                  <a:cubicBezTo>
                    <a:pt x="58" y="167"/>
                    <a:pt x="66" y="166"/>
                    <a:pt x="73" y="162"/>
                  </a:cubicBezTo>
                  <a:cubicBezTo>
                    <a:pt x="140" y="123"/>
                    <a:pt x="140" y="123"/>
                    <a:pt x="140" y="123"/>
                  </a:cubicBezTo>
                  <a:cubicBezTo>
                    <a:pt x="156" y="114"/>
                    <a:pt x="163" y="99"/>
                    <a:pt x="163" y="83"/>
                  </a:cubicBezTo>
                  <a:cubicBezTo>
                    <a:pt x="163" y="68"/>
                    <a:pt x="156" y="53"/>
                    <a:pt x="140" y="44"/>
                  </a:cubicBezTo>
                  <a:close/>
                  <a:moveTo>
                    <a:pt x="126" y="96"/>
                  </a:moveTo>
                  <a:lnTo>
                    <a:pt x="126" y="96"/>
                  </a:lnTo>
                  <a:cubicBezTo>
                    <a:pt x="58" y="135"/>
                    <a:pt x="58" y="135"/>
                    <a:pt x="58" y="135"/>
                  </a:cubicBezTo>
                  <a:cubicBezTo>
                    <a:pt x="57" y="137"/>
                    <a:pt x="54" y="138"/>
                    <a:pt x="51" y="138"/>
                  </a:cubicBezTo>
                  <a:cubicBezTo>
                    <a:pt x="48" y="138"/>
                    <a:pt x="46" y="137"/>
                    <a:pt x="43" y="135"/>
                  </a:cubicBezTo>
                  <a:cubicBezTo>
                    <a:pt x="40" y="134"/>
                    <a:pt x="39" y="131"/>
                    <a:pt x="37" y="128"/>
                  </a:cubicBezTo>
                  <a:cubicBezTo>
                    <a:pt x="32" y="113"/>
                    <a:pt x="29" y="99"/>
                    <a:pt x="29" y="83"/>
                  </a:cubicBezTo>
                  <a:cubicBezTo>
                    <a:pt x="29" y="70"/>
                    <a:pt x="32" y="54"/>
                    <a:pt x="37" y="39"/>
                  </a:cubicBezTo>
                  <a:cubicBezTo>
                    <a:pt x="39" y="36"/>
                    <a:pt x="40" y="35"/>
                    <a:pt x="43" y="32"/>
                  </a:cubicBezTo>
                  <a:cubicBezTo>
                    <a:pt x="46" y="31"/>
                    <a:pt x="48" y="31"/>
                    <a:pt x="51" y="31"/>
                  </a:cubicBezTo>
                  <a:cubicBezTo>
                    <a:pt x="54" y="31"/>
                    <a:pt x="57" y="31"/>
                    <a:pt x="58" y="32"/>
                  </a:cubicBezTo>
                  <a:cubicBezTo>
                    <a:pt x="126" y="71"/>
                    <a:pt x="126" y="71"/>
                    <a:pt x="126" y="71"/>
                  </a:cubicBezTo>
                  <a:cubicBezTo>
                    <a:pt x="133" y="58"/>
                    <a:pt x="133" y="58"/>
                    <a:pt x="133" y="58"/>
                  </a:cubicBezTo>
                  <a:cubicBezTo>
                    <a:pt x="126" y="71"/>
                    <a:pt x="126" y="71"/>
                    <a:pt x="126" y="71"/>
                  </a:cubicBezTo>
                  <a:cubicBezTo>
                    <a:pt x="131" y="74"/>
                    <a:pt x="133" y="78"/>
                    <a:pt x="133" y="83"/>
                  </a:cubicBezTo>
                  <a:cubicBezTo>
                    <a:pt x="133" y="89"/>
                    <a:pt x="131" y="93"/>
                    <a:pt x="126" y="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09" name="Freeform 336">
              <a:extLst>
                <a:ext uri="{FF2B5EF4-FFF2-40B4-BE49-F238E27FC236}">
                  <a16:creationId xmlns:a16="http://schemas.microsoft.com/office/drawing/2014/main" id="{D834CE34-99EC-0555-13F4-4F3828337921}"/>
                </a:ext>
              </a:extLst>
            </p:cNvPr>
            <p:cNvSpPr>
              <a:spLocks noChangeArrowheads="1"/>
            </p:cNvSpPr>
            <p:nvPr/>
          </p:nvSpPr>
          <p:spPr bwMode="auto">
            <a:xfrm>
              <a:off x="1687513" y="4397375"/>
              <a:ext cx="22225" cy="22225"/>
            </a:xfrm>
            <a:custGeom>
              <a:avLst/>
              <a:gdLst>
                <a:gd name="T0" fmla="*/ 60 w 61"/>
                <a:gd name="T1" fmla="*/ 29 h 60"/>
                <a:gd name="T2" fmla="*/ 60 w 61"/>
                <a:gd name="T3" fmla="*/ 29 h 60"/>
                <a:gd name="T4" fmla="*/ 30 w 61"/>
                <a:gd name="T5" fmla="*/ 0 h 60"/>
                <a:gd name="T6" fmla="*/ 0 w 61"/>
                <a:gd name="T7" fmla="*/ 29 h 60"/>
                <a:gd name="T8" fmla="*/ 30 w 61"/>
                <a:gd name="T9" fmla="*/ 59 h 60"/>
                <a:gd name="T10" fmla="*/ 60 w 61"/>
                <a:gd name="T11" fmla="*/ 29 h 60"/>
              </a:gdLst>
              <a:ahLst/>
              <a:cxnLst>
                <a:cxn ang="0">
                  <a:pos x="T0" y="T1"/>
                </a:cxn>
                <a:cxn ang="0">
                  <a:pos x="T2" y="T3"/>
                </a:cxn>
                <a:cxn ang="0">
                  <a:pos x="T4" y="T5"/>
                </a:cxn>
                <a:cxn ang="0">
                  <a:pos x="T6" y="T7"/>
                </a:cxn>
                <a:cxn ang="0">
                  <a:pos x="T8" y="T9"/>
                </a:cxn>
                <a:cxn ang="0">
                  <a:pos x="T10" y="T11"/>
                </a:cxn>
              </a:cxnLst>
              <a:rect l="0" t="0" r="r" b="b"/>
              <a:pathLst>
                <a:path w="61" h="60">
                  <a:moveTo>
                    <a:pt x="60" y="29"/>
                  </a:moveTo>
                  <a:lnTo>
                    <a:pt x="60" y="29"/>
                  </a:lnTo>
                  <a:cubicBezTo>
                    <a:pt x="60" y="13"/>
                    <a:pt x="46" y="0"/>
                    <a:pt x="30" y="0"/>
                  </a:cubicBezTo>
                  <a:cubicBezTo>
                    <a:pt x="14" y="0"/>
                    <a:pt x="0" y="13"/>
                    <a:pt x="0" y="29"/>
                  </a:cubicBezTo>
                  <a:cubicBezTo>
                    <a:pt x="0" y="46"/>
                    <a:pt x="14" y="59"/>
                    <a:pt x="30" y="59"/>
                  </a:cubicBezTo>
                  <a:cubicBezTo>
                    <a:pt x="46" y="59"/>
                    <a:pt x="60" y="46"/>
                    <a:pt x="60"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10" name="Freeform 337">
            <a:extLst>
              <a:ext uri="{FF2B5EF4-FFF2-40B4-BE49-F238E27FC236}">
                <a16:creationId xmlns:a16="http://schemas.microsoft.com/office/drawing/2014/main" id="{0A6828D6-9A58-CF4B-ADF4-D30AE6EC894C}"/>
              </a:ext>
            </a:extLst>
          </p:cNvPr>
          <p:cNvSpPr>
            <a:spLocks noChangeArrowheads="1"/>
          </p:cNvSpPr>
          <p:nvPr/>
        </p:nvSpPr>
        <p:spPr bwMode="auto">
          <a:xfrm>
            <a:off x="2083469" y="3965500"/>
            <a:ext cx="257175" cy="219075"/>
          </a:xfrm>
          <a:custGeom>
            <a:avLst/>
            <a:gdLst>
              <a:gd name="T0" fmla="*/ 45 w 715"/>
              <a:gd name="T1" fmla="*/ 609 h 610"/>
              <a:gd name="T2" fmla="*/ 45 w 715"/>
              <a:gd name="T3" fmla="*/ 609 h 610"/>
              <a:gd name="T4" fmla="*/ 520 w 715"/>
              <a:gd name="T5" fmla="*/ 609 h 610"/>
              <a:gd name="T6" fmla="*/ 520 w 715"/>
              <a:gd name="T7" fmla="*/ 609 h 610"/>
              <a:gd name="T8" fmla="*/ 565 w 715"/>
              <a:gd name="T9" fmla="*/ 565 h 610"/>
              <a:gd name="T10" fmla="*/ 565 w 715"/>
              <a:gd name="T11" fmla="*/ 498 h 610"/>
              <a:gd name="T12" fmla="*/ 693 w 715"/>
              <a:gd name="T13" fmla="*/ 549 h 610"/>
              <a:gd name="T14" fmla="*/ 707 w 715"/>
              <a:gd name="T15" fmla="*/ 548 h 610"/>
              <a:gd name="T16" fmla="*/ 714 w 715"/>
              <a:gd name="T17" fmla="*/ 535 h 610"/>
              <a:gd name="T18" fmla="*/ 714 w 715"/>
              <a:gd name="T19" fmla="*/ 208 h 610"/>
              <a:gd name="T20" fmla="*/ 707 w 715"/>
              <a:gd name="T21" fmla="*/ 195 h 610"/>
              <a:gd name="T22" fmla="*/ 693 w 715"/>
              <a:gd name="T23" fmla="*/ 194 h 610"/>
              <a:gd name="T24" fmla="*/ 565 w 715"/>
              <a:gd name="T25" fmla="*/ 245 h 610"/>
              <a:gd name="T26" fmla="*/ 565 w 715"/>
              <a:gd name="T27" fmla="*/ 178 h 610"/>
              <a:gd name="T28" fmla="*/ 520 w 715"/>
              <a:gd name="T29" fmla="*/ 134 h 610"/>
              <a:gd name="T30" fmla="*/ 495 w 715"/>
              <a:gd name="T31" fmla="*/ 134 h 610"/>
              <a:gd name="T32" fmla="*/ 321 w 715"/>
              <a:gd name="T33" fmla="*/ 3 h 610"/>
              <a:gd name="T34" fmla="*/ 320 w 715"/>
              <a:gd name="T35" fmla="*/ 1 h 610"/>
              <a:gd name="T36" fmla="*/ 317 w 715"/>
              <a:gd name="T37" fmla="*/ 0 h 610"/>
              <a:gd name="T38" fmla="*/ 314 w 715"/>
              <a:gd name="T39" fmla="*/ 0 h 610"/>
              <a:gd name="T40" fmla="*/ 313 w 715"/>
              <a:gd name="T41" fmla="*/ 0 h 610"/>
              <a:gd name="T42" fmla="*/ 45 w 715"/>
              <a:gd name="T43" fmla="*/ 0 h 610"/>
              <a:gd name="T44" fmla="*/ 30 w 715"/>
              <a:gd name="T45" fmla="*/ 14 h 610"/>
              <a:gd name="T46" fmla="*/ 45 w 715"/>
              <a:gd name="T47" fmla="*/ 29 h 610"/>
              <a:gd name="T48" fmla="*/ 307 w 715"/>
              <a:gd name="T49" fmla="*/ 29 h 610"/>
              <a:gd name="T50" fmla="*/ 446 w 715"/>
              <a:gd name="T51" fmla="*/ 134 h 610"/>
              <a:gd name="T52" fmla="*/ 45 w 715"/>
              <a:gd name="T53" fmla="*/ 134 h 610"/>
              <a:gd name="T54" fmla="*/ 0 w 715"/>
              <a:gd name="T55" fmla="*/ 178 h 610"/>
              <a:gd name="T56" fmla="*/ 0 w 715"/>
              <a:gd name="T57" fmla="*/ 565 h 610"/>
              <a:gd name="T58" fmla="*/ 45 w 715"/>
              <a:gd name="T59" fmla="*/ 609 h 610"/>
              <a:gd name="T60" fmla="*/ 684 w 715"/>
              <a:gd name="T61" fmla="*/ 230 h 610"/>
              <a:gd name="T62" fmla="*/ 684 w 715"/>
              <a:gd name="T63" fmla="*/ 230 h 610"/>
              <a:gd name="T64" fmla="*/ 684 w 715"/>
              <a:gd name="T65" fmla="*/ 513 h 610"/>
              <a:gd name="T66" fmla="*/ 565 w 715"/>
              <a:gd name="T67" fmla="*/ 466 h 610"/>
              <a:gd name="T68" fmla="*/ 565 w 715"/>
              <a:gd name="T69" fmla="*/ 277 h 610"/>
              <a:gd name="T70" fmla="*/ 684 w 715"/>
              <a:gd name="T71" fmla="*/ 230 h 610"/>
              <a:gd name="T72" fmla="*/ 30 w 715"/>
              <a:gd name="T73" fmla="*/ 178 h 610"/>
              <a:gd name="T74" fmla="*/ 30 w 715"/>
              <a:gd name="T75" fmla="*/ 178 h 610"/>
              <a:gd name="T76" fmla="*/ 45 w 715"/>
              <a:gd name="T77" fmla="*/ 163 h 610"/>
              <a:gd name="T78" fmla="*/ 520 w 715"/>
              <a:gd name="T79" fmla="*/ 163 h 610"/>
              <a:gd name="T80" fmla="*/ 536 w 715"/>
              <a:gd name="T81" fmla="*/ 178 h 610"/>
              <a:gd name="T82" fmla="*/ 536 w 715"/>
              <a:gd name="T83" fmla="*/ 268 h 610"/>
              <a:gd name="T84" fmla="*/ 536 w 715"/>
              <a:gd name="T85" fmla="*/ 475 h 610"/>
              <a:gd name="T86" fmla="*/ 536 w 715"/>
              <a:gd name="T87" fmla="*/ 565 h 610"/>
              <a:gd name="T88" fmla="*/ 520 w 715"/>
              <a:gd name="T89" fmla="*/ 580 h 610"/>
              <a:gd name="T90" fmla="*/ 45 w 715"/>
              <a:gd name="T91" fmla="*/ 580 h 610"/>
              <a:gd name="T92" fmla="*/ 30 w 715"/>
              <a:gd name="T93" fmla="*/ 565 h 610"/>
              <a:gd name="T94" fmla="*/ 30 w 715"/>
              <a:gd name="T95" fmla="*/ 178 h 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715" h="610">
                <a:moveTo>
                  <a:pt x="45" y="609"/>
                </a:moveTo>
                <a:lnTo>
                  <a:pt x="45" y="609"/>
                </a:lnTo>
                <a:cubicBezTo>
                  <a:pt x="520" y="609"/>
                  <a:pt x="520" y="609"/>
                  <a:pt x="520" y="609"/>
                </a:cubicBezTo>
                <a:lnTo>
                  <a:pt x="520" y="609"/>
                </a:lnTo>
                <a:cubicBezTo>
                  <a:pt x="546" y="609"/>
                  <a:pt x="565" y="590"/>
                  <a:pt x="565" y="565"/>
                </a:cubicBezTo>
                <a:cubicBezTo>
                  <a:pt x="565" y="498"/>
                  <a:pt x="565" y="498"/>
                  <a:pt x="565" y="498"/>
                </a:cubicBezTo>
                <a:cubicBezTo>
                  <a:pt x="693" y="549"/>
                  <a:pt x="693" y="549"/>
                  <a:pt x="693" y="549"/>
                </a:cubicBezTo>
                <a:cubicBezTo>
                  <a:pt x="698" y="551"/>
                  <a:pt x="703" y="551"/>
                  <a:pt x="707" y="548"/>
                </a:cubicBezTo>
                <a:cubicBezTo>
                  <a:pt x="711" y="545"/>
                  <a:pt x="714" y="540"/>
                  <a:pt x="714" y="535"/>
                </a:cubicBezTo>
                <a:cubicBezTo>
                  <a:pt x="714" y="208"/>
                  <a:pt x="714" y="208"/>
                  <a:pt x="714" y="208"/>
                </a:cubicBezTo>
                <a:cubicBezTo>
                  <a:pt x="714" y="203"/>
                  <a:pt x="711" y="198"/>
                  <a:pt x="707" y="195"/>
                </a:cubicBezTo>
                <a:cubicBezTo>
                  <a:pt x="703" y="192"/>
                  <a:pt x="698" y="192"/>
                  <a:pt x="693" y="194"/>
                </a:cubicBezTo>
                <a:cubicBezTo>
                  <a:pt x="565" y="245"/>
                  <a:pt x="565" y="245"/>
                  <a:pt x="565" y="245"/>
                </a:cubicBezTo>
                <a:cubicBezTo>
                  <a:pt x="565" y="178"/>
                  <a:pt x="565" y="178"/>
                  <a:pt x="565" y="178"/>
                </a:cubicBezTo>
                <a:cubicBezTo>
                  <a:pt x="565" y="153"/>
                  <a:pt x="546" y="134"/>
                  <a:pt x="520" y="134"/>
                </a:cubicBezTo>
                <a:cubicBezTo>
                  <a:pt x="495" y="134"/>
                  <a:pt x="495" y="134"/>
                  <a:pt x="495" y="134"/>
                </a:cubicBezTo>
                <a:cubicBezTo>
                  <a:pt x="321" y="3"/>
                  <a:pt x="321" y="3"/>
                  <a:pt x="321" y="3"/>
                </a:cubicBezTo>
                <a:cubicBezTo>
                  <a:pt x="321" y="3"/>
                  <a:pt x="320" y="3"/>
                  <a:pt x="320" y="1"/>
                </a:cubicBezTo>
                <a:cubicBezTo>
                  <a:pt x="318" y="1"/>
                  <a:pt x="318" y="1"/>
                  <a:pt x="317" y="0"/>
                </a:cubicBezTo>
                <a:cubicBezTo>
                  <a:pt x="315" y="0"/>
                  <a:pt x="315" y="0"/>
                  <a:pt x="314" y="0"/>
                </a:cubicBezTo>
                <a:cubicBezTo>
                  <a:pt x="313" y="0"/>
                  <a:pt x="313" y="0"/>
                  <a:pt x="313" y="0"/>
                </a:cubicBezTo>
                <a:cubicBezTo>
                  <a:pt x="45" y="0"/>
                  <a:pt x="45" y="0"/>
                  <a:pt x="45" y="0"/>
                </a:cubicBezTo>
                <a:cubicBezTo>
                  <a:pt x="36" y="0"/>
                  <a:pt x="30" y="7"/>
                  <a:pt x="30" y="14"/>
                </a:cubicBezTo>
                <a:cubicBezTo>
                  <a:pt x="30" y="22"/>
                  <a:pt x="36" y="29"/>
                  <a:pt x="45" y="29"/>
                </a:cubicBezTo>
                <a:cubicBezTo>
                  <a:pt x="307" y="29"/>
                  <a:pt x="307" y="29"/>
                  <a:pt x="307" y="29"/>
                </a:cubicBezTo>
                <a:cubicBezTo>
                  <a:pt x="446" y="134"/>
                  <a:pt x="446" y="134"/>
                  <a:pt x="446" y="134"/>
                </a:cubicBezTo>
                <a:cubicBezTo>
                  <a:pt x="45" y="134"/>
                  <a:pt x="45" y="134"/>
                  <a:pt x="45" y="134"/>
                </a:cubicBezTo>
                <a:cubicBezTo>
                  <a:pt x="20" y="134"/>
                  <a:pt x="0" y="153"/>
                  <a:pt x="0" y="178"/>
                </a:cubicBezTo>
                <a:cubicBezTo>
                  <a:pt x="0" y="565"/>
                  <a:pt x="0" y="565"/>
                  <a:pt x="0" y="565"/>
                </a:cubicBezTo>
                <a:cubicBezTo>
                  <a:pt x="0" y="590"/>
                  <a:pt x="20" y="609"/>
                  <a:pt x="45" y="609"/>
                </a:cubicBezTo>
                <a:close/>
                <a:moveTo>
                  <a:pt x="684" y="230"/>
                </a:moveTo>
                <a:lnTo>
                  <a:pt x="684" y="230"/>
                </a:lnTo>
                <a:cubicBezTo>
                  <a:pt x="684" y="513"/>
                  <a:pt x="684" y="513"/>
                  <a:pt x="684" y="513"/>
                </a:cubicBezTo>
                <a:cubicBezTo>
                  <a:pt x="565" y="466"/>
                  <a:pt x="565" y="466"/>
                  <a:pt x="565" y="466"/>
                </a:cubicBezTo>
                <a:cubicBezTo>
                  <a:pt x="565" y="277"/>
                  <a:pt x="565" y="277"/>
                  <a:pt x="565" y="277"/>
                </a:cubicBezTo>
                <a:lnTo>
                  <a:pt x="684" y="230"/>
                </a:lnTo>
                <a:close/>
                <a:moveTo>
                  <a:pt x="30" y="178"/>
                </a:moveTo>
                <a:lnTo>
                  <a:pt x="30" y="178"/>
                </a:lnTo>
                <a:cubicBezTo>
                  <a:pt x="30" y="170"/>
                  <a:pt x="36" y="163"/>
                  <a:pt x="45" y="163"/>
                </a:cubicBezTo>
                <a:cubicBezTo>
                  <a:pt x="520" y="163"/>
                  <a:pt x="520" y="163"/>
                  <a:pt x="520" y="163"/>
                </a:cubicBezTo>
                <a:cubicBezTo>
                  <a:pt x="529" y="163"/>
                  <a:pt x="536" y="170"/>
                  <a:pt x="536" y="178"/>
                </a:cubicBezTo>
                <a:cubicBezTo>
                  <a:pt x="536" y="268"/>
                  <a:pt x="536" y="268"/>
                  <a:pt x="536" y="268"/>
                </a:cubicBezTo>
                <a:cubicBezTo>
                  <a:pt x="536" y="475"/>
                  <a:pt x="536" y="475"/>
                  <a:pt x="536" y="475"/>
                </a:cubicBezTo>
                <a:cubicBezTo>
                  <a:pt x="536" y="565"/>
                  <a:pt x="536" y="565"/>
                  <a:pt x="536" y="565"/>
                </a:cubicBezTo>
                <a:cubicBezTo>
                  <a:pt x="536" y="573"/>
                  <a:pt x="529" y="580"/>
                  <a:pt x="520" y="580"/>
                </a:cubicBezTo>
                <a:cubicBezTo>
                  <a:pt x="45" y="580"/>
                  <a:pt x="45" y="580"/>
                  <a:pt x="45" y="580"/>
                </a:cubicBezTo>
                <a:cubicBezTo>
                  <a:pt x="36" y="580"/>
                  <a:pt x="30" y="573"/>
                  <a:pt x="30" y="565"/>
                </a:cubicBezTo>
                <a:lnTo>
                  <a:pt x="30" y="178"/>
                </a:lnTo>
                <a:close/>
              </a:path>
            </a:pathLst>
          </a:custGeom>
          <a:solidFill>
            <a:schemeClr val="accent4"/>
          </a:solidFill>
          <a:ln>
            <a:noFill/>
          </a:ln>
          <a:effectLst/>
        </p:spPr>
        <p:txBody>
          <a:bodyPr wrap="none" anchor="ctr"/>
          <a:lstStyle/>
          <a:p>
            <a:endParaRPr lang="da-DK"/>
          </a:p>
        </p:txBody>
      </p:sp>
      <p:grpSp>
        <p:nvGrpSpPr>
          <p:cNvPr id="411" name="Group 414">
            <a:extLst>
              <a:ext uri="{FF2B5EF4-FFF2-40B4-BE49-F238E27FC236}">
                <a16:creationId xmlns:a16="http://schemas.microsoft.com/office/drawing/2014/main" id="{024A74D5-5F89-89B2-AF2C-B00BEA967FE4}"/>
              </a:ext>
            </a:extLst>
          </p:cNvPr>
          <p:cNvGrpSpPr/>
          <p:nvPr/>
        </p:nvGrpSpPr>
        <p:grpSpPr>
          <a:xfrm>
            <a:off x="1056356" y="3951212"/>
            <a:ext cx="257175" cy="247650"/>
            <a:chOff x="28575" y="4278313"/>
            <a:chExt cx="257175" cy="247650"/>
          </a:xfrm>
          <a:solidFill>
            <a:schemeClr val="accent4"/>
          </a:solidFill>
        </p:grpSpPr>
        <p:sp>
          <p:nvSpPr>
            <p:cNvPr id="412" name="Freeform 338">
              <a:extLst>
                <a:ext uri="{FF2B5EF4-FFF2-40B4-BE49-F238E27FC236}">
                  <a16:creationId xmlns:a16="http://schemas.microsoft.com/office/drawing/2014/main" id="{D66D7A59-1CAC-B3A8-0F67-0E85A0A97916}"/>
                </a:ext>
              </a:extLst>
            </p:cNvPr>
            <p:cNvSpPr>
              <a:spLocks noChangeArrowheads="1"/>
            </p:cNvSpPr>
            <p:nvPr/>
          </p:nvSpPr>
          <p:spPr bwMode="auto">
            <a:xfrm>
              <a:off x="28575" y="4278313"/>
              <a:ext cx="257175" cy="247650"/>
            </a:xfrm>
            <a:custGeom>
              <a:avLst/>
              <a:gdLst>
                <a:gd name="T0" fmla="*/ 74 w 715"/>
                <a:gd name="T1" fmla="*/ 686 h 687"/>
                <a:gd name="T2" fmla="*/ 74 w 715"/>
                <a:gd name="T3" fmla="*/ 686 h 687"/>
                <a:gd name="T4" fmla="*/ 639 w 715"/>
                <a:gd name="T5" fmla="*/ 686 h 687"/>
                <a:gd name="T6" fmla="*/ 714 w 715"/>
                <a:gd name="T7" fmla="*/ 611 h 687"/>
                <a:gd name="T8" fmla="*/ 714 w 715"/>
                <a:gd name="T9" fmla="*/ 254 h 687"/>
                <a:gd name="T10" fmla="*/ 639 w 715"/>
                <a:gd name="T11" fmla="*/ 180 h 687"/>
                <a:gd name="T12" fmla="*/ 554 w 715"/>
                <a:gd name="T13" fmla="*/ 180 h 687"/>
                <a:gd name="T14" fmla="*/ 230 w 715"/>
                <a:gd name="T15" fmla="*/ 3 h 687"/>
                <a:gd name="T16" fmla="*/ 209 w 715"/>
                <a:gd name="T17" fmla="*/ 10 h 687"/>
                <a:gd name="T18" fmla="*/ 216 w 715"/>
                <a:gd name="T19" fmla="*/ 29 h 687"/>
                <a:gd name="T20" fmla="*/ 492 w 715"/>
                <a:gd name="T21" fmla="*/ 180 h 687"/>
                <a:gd name="T22" fmla="*/ 74 w 715"/>
                <a:gd name="T23" fmla="*/ 180 h 687"/>
                <a:gd name="T24" fmla="*/ 0 w 715"/>
                <a:gd name="T25" fmla="*/ 254 h 687"/>
                <a:gd name="T26" fmla="*/ 0 w 715"/>
                <a:gd name="T27" fmla="*/ 611 h 687"/>
                <a:gd name="T28" fmla="*/ 74 w 715"/>
                <a:gd name="T29" fmla="*/ 686 h 687"/>
                <a:gd name="T30" fmla="*/ 29 w 715"/>
                <a:gd name="T31" fmla="*/ 254 h 687"/>
                <a:gd name="T32" fmla="*/ 29 w 715"/>
                <a:gd name="T33" fmla="*/ 254 h 687"/>
                <a:gd name="T34" fmla="*/ 74 w 715"/>
                <a:gd name="T35" fmla="*/ 209 h 687"/>
                <a:gd name="T36" fmla="*/ 639 w 715"/>
                <a:gd name="T37" fmla="*/ 209 h 687"/>
                <a:gd name="T38" fmla="*/ 683 w 715"/>
                <a:gd name="T39" fmla="*/ 254 h 687"/>
                <a:gd name="T40" fmla="*/ 683 w 715"/>
                <a:gd name="T41" fmla="*/ 611 h 687"/>
                <a:gd name="T42" fmla="*/ 639 w 715"/>
                <a:gd name="T43" fmla="*/ 656 h 687"/>
                <a:gd name="T44" fmla="*/ 74 w 715"/>
                <a:gd name="T45" fmla="*/ 656 h 687"/>
                <a:gd name="T46" fmla="*/ 29 w 715"/>
                <a:gd name="T47" fmla="*/ 611 h 687"/>
                <a:gd name="T48" fmla="*/ 29 w 715"/>
                <a:gd name="T49" fmla="*/ 254 h 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715" h="687">
                  <a:moveTo>
                    <a:pt x="74" y="686"/>
                  </a:moveTo>
                  <a:lnTo>
                    <a:pt x="74" y="686"/>
                  </a:lnTo>
                  <a:cubicBezTo>
                    <a:pt x="639" y="686"/>
                    <a:pt x="639" y="686"/>
                    <a:pt x="639" y="686"/>
                  </a:cubicBezTo>
                  <a:cubicBezTo>
                    <a:pt x="681" y="686"/>
                    <a:pt x="714" y="653"/>
                    <a:pt x="714" y="611"/>
                  </a:cubicBezTo>
                  <a:cubicBezTo>
                    <a:pt x="714" y="254"/>
                    <a:pt x="714" y="254"/>
                    <a:pt x="714" y="254"/>
                  </a:cubicBezTo>
                  <a:cubicBezTo>
                    <a:pt x="714" y="213"/>
                    <a:pt x="681" y="180"/>
                    <a:pt x="639" y="180"/>
                  </a:cubicBezTo>
                  <a:cubicBezTo>
                    <a:pt x="554" y="180"/>
                    <a:pt x="554" y="180"/>
                    <a:pt x="554" y="180"/>
                  </a:cubicBezTo>
                  <a:cubicBezTo>
                    <a:pt x="230" y="3"/>
                    <a:pt x="230" y="3"/>
                    <a:pt x="230" y="3"/>
                  </a:cubicBezTo>
                  <a:cubicBezTo>
                    <a:pt x="223" y="0"/>
                    <a:pt x="213" y="3"/>
                    <a:pt x="209" y="10"/>
                  </a:cubicBezTo>
                  <a:cubicBezTo>
                    <a:pt x="205" y="17"/>
                    <a:pt x="208" y="25"/>
                    <a:pt x="216" y="29"/>
                  </a:cubicBezTo>
                  <a:cubicBezTo>
                    <a:pt x="492" y="180"/>
                    <a:pt x="492" y="180"/>
                    <a:pt x="492" y="180"/>
                  </a:cubicBezTo>
                  <a:cubicBezTo>
                    <a:pt x="74" y="180"/>
                    <a:pt x="74" y="180"/>
                    <a:pt x="74" y="180"/>
                  </a:cubicBezTo>
                  <a:cubicBezTo>
                    <a:pt x="33" y="180"/>
                    <a:pt x="0" y="213"/>
                    <a:pt x="0" y="254"/>
                  </a:cubicBezTo>
                  <a:cubicBezTo>
                    <a:pt x="0" y="611"/>
                    <a:pt x="0" y="611"/>
                    <a:pt x="0" y="611"/>
                  </a:cubicBezTo>
                  <a:cubicBezTo>
                    <a:pt x="0" y="653"/>
                    <a:pt x="33" y="686"/>
                    <a:pt x="74" y="686"/>
                  </a:cubicBezTo>
                  <a:close/>
                  <a:moveTo>
                    <a:pt x="29" y="254"/>
                  </a:moveTo>
                  <a:lnTo>
                    <a:pt x="29" y="254"/>
                  </a:lnTo>
                  <a:cubicBezTo>
                    <a:pt x="29" y="230"/>
                    <a:pt x="49" y="209"/>
                    <a:pt x="74" y="209"/>
                  </a:cubicBezTo>
                  <a:cubicBezTo>
                    <a:pt x="639" y="209"/>
                    <a:pt x="639" y="209"/>
                    <a:pt x="639" y="209"/>
                  </a:cubicBezTo>
                  <a:cubicBezTo>
                    <a:pt x="664" y="209"/>
                    <a:pt x="683" y="230"/>
                    <a:pt x="683" y="254"/>
                  </a:cubicBezTo>
                  <a:cubicBezTo>
                    <a:pt x="683" y="611"/>
                    <a:pt x="683" y="611"/>
                    <a:pt x="683" y="611"/>
                  </a:cubicBezTo>
                  <a:cubicBezTo>
                    <a:pt x="683" y="636"/>
                    <a:pt x="664" y="656"/>
                    <a:pt x="639" y="656"/>
                  </a:cubicBezTo>
                  <a:cubicBezTo>
                    <a:pt x="74" y="656"/>
                    <a:pt x="74" y="656"/>
                    <a:pt x="74" y="656"/>
                  </a:cubicBezTo>
                  <a:cubicBezTo>
                    <a:pt x="49" y="656"/>
                    <a:pt x="29" y="636"/>
                    <a:pt x="29" y="611"/>
                  </a:cubicBezTo>
                  <a:lnTo>
                    <a:pt x="29" y="25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3" name="Freeform 339">
              <a:extLst>
                <a:ext uri="{FF2B5EF4-FFF2-40B4-BE49-F238E27FC236}">
                  <a16:creationId xmlns:a16="http://schemas.microsoft.com/office/drawing/2014/main" id="{096189D7-738D-BAC7-C76F-E905BF96D293}"/>
                </a:ext>
              </a:extLst>
            </p:cNvPr>
            <p:cNvSpPr>
              <a:spLocks noChangeArrowheads="1"/>
            </p:cNvSpPr>
            <p:nvPr/>
          </p:nvSpPr>
          <p:spPr bwMode="auto">
            <a:xfrm>
              <a:off x="60325" y="4386263"/>
              <a:ext cx="96838" cy="96837"/>
            </a:xfrm>
            <a:custGeom>
              <a:avLst/>
              <a:gdLst>
                <a:gd name="T0" fmla="*/ 134 w 269"/>
                <a:gd name="T1" fmla="*/ 267 h 268"/>
                <a:gd name="T2" fmla="*/ 134 w 269"/>
                <a:gd name="T3" fmla="*/ 267 h 268"/>
                <a:gd name="T4" fmla="*/ 268 w 269"/>
                <a:gd name="T5" fmla="*/ 133 h 268"/>
                <a:gd name="T6" fmla="*/ 134 w 269"/>
                <a:gd name="T7" fmla="*/ 0 h 268"/>
                <a:gd name="T8" fmla="*/ 0 w 269"/>
                <a:gd name="T9" fmla="*/ 133 h 268"/>
                <a:gd name="T10" fmla="*/ 134 w 269"/>
                <a:gd name="T11" fmla="*/ 267 h 268"/>
                <a:gd name="T12" fmla="*/ 60 w 269"/>
                <a:gd name="T13" fmla="*/ 61 h 268"/>
                <a:gd name="T14" fmla="*/ 60 w 269"/>
                <a:gd name="T15" fmla="*/ 61 h 268"/>
                <a:gd name="T16" fmla="*/ 134 w 269"/>
                <a:gd name="T17" fmla="*/ 30 h 268"/>
                <a:gd name="T18" fmla="*/ 207 w 269"/>
                <a:gd name="T19" fmla="*/ 61 h 268"/>
                <a:gd name="T20" fmla="*/ 237 w 269"/>
                <a:gd name="T21" fmla="*/ 133 h 268"/>
                <a:gd name="T22" fmla="*/ 207 w 269"/>
                <a:gd name="T23" fmla="*/ 207 h 268"/>
                <a:gd name="T24" fmla="*/ 134 w 269"/>
                <a:gd name="T25" fmla="*/ 238 h 268"/>
                <a:gd name="T26" fmla="*/ 60 w 269"/>
                <a:gd name="T27" fmla="*/ 207 h 268"/>
                <a:gd name="T28" fmla="*/ 30 w 269"/>
                <a:gd name="T29" fmla="*/ 133 h 268"/>
                <a:gd name="T30" fmla="*/ 60 w 269"/>
                <a:gd name="T31" fmla="*/ 61 h 2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8">
                  <a:moveTo>
                    <a:pt x="134" y="267"/>
                  </a:moveTo>
                  <a:lnTo>
                    <a:pt x="134" y="267"/>
                  </a:lnTo>
                  <a:cubicBezTo>
                    <a:pt x="208" y="267"/>
                    <a:pt x="268" y="207"/>
                    <a:pt x="268" y="133"/>
                  </a:cubicBezTo>
                  <a:cubicBezTo>
                    <a:pt x="268" y="59"/>
                    <a:pt x="208" y="0"/>
                    <a:pt x="134" y="0"/>
                  </a:cubicBezTo>
                  <a:cubicBezTo>
                    <a:pt x="60" y="0"/>
                    <a:pt x="0" y="59"/>
                    <a:pt x="0" y="133"/>
                  </a:cubicBezTo>
                  <a:cubicBezTo>
                    <a:pt x="0" y="207"/>
                    <a:pt x="60" y="267"/>
                    <a:pt x="134" y="267"/>
                  </a:cubicBezTo>
                  <a:close/>
                  <a:moveTo>
                    <a:pt x="60" y="61"/>
                  </a:moveTo>
                  <a:lnTo>
                    <a:pt x="60" y="61"/>
                  </a:lnTo>
                  <a:cubicBezTo>
                    <a:pt x="78" y="41"/>
                    <a:pt x="105" y="30"/>
                    <a:pt x="134" y="30"/>
                  </a:cubicBezTo>
                  <a:cubicBezTo>
                    <a:pt x="162" y="30"/>
                    <a:pt x="189" y="41"/>
                    <a:pt x="207" y="61"/>
                  </a:cubicBezTo>
                  <a:cubicBezTo>
                    <a:pt x="226" y="79"/>
                    <a:pt x="237" y="106"/>
                    <a:pt x="237" y="133"/>
                  </a:cubicBezTo>
                  <a:cubicBezTo>
                    <a:pt x="237" y="163"/>
                    <a:pt x="226" y="189"/>
                    <a:pt x="207" y="207"/>
                  </a:cubicBezTo>
                  <a:cubicBezTo>
                    <a:pt x="189" y="227"/>
                    <a:pt x="162" y="238"/>
                    <a:pt x="134" y="238"/>
                  </a:cubicBezTo>
                  <a:cubicBezTo>
                    <a:pt x="105" y="238"/>
                    <a:pt x="78" y="227"/>
                    <a:pt x="60" y="207"/>
                  </a:cubicBezTo>
                  <a:cubicBezTo>
                    <a:pt x="41" y="189"/>
                    <a:pt x="30" y="163"/>
                    <a:pt x="30" y="133"/>
                  </a:cubicBezTo>
                  <a:cubicBezTo>
                    <a:pt x="30" y="106"/>
                    <a:pt x="41" y="79"/>
                    <a:pt x="60" y="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4" name="Freeform 340">
              <a:extLst>
                <a:ext uri="{FF2B5EF4-FFF2-40B4-BE49-F238E27FC236}">
                  <a16:creationId xmlns:a16="http://schemas.microsoft.com/office/drawing/2014/main" id="{A7B397AE-AB24-3AEB-E220-857DDF220CDD}"/>
                </a:ext>
              </a:extLst>
            </p:cNvPr>
            <p:cNvSpPr>
              <a:spLocks noChangeArrowheads="1"/>
            </p:cNvSpPr>
            <p:nvPr/>
          </p:nvSpPr>
          <p:spPr bwMode="auto">
            <a:xfrm>
              <a:off x="177800" y="4386263"/>
              <a:ext cx="76200" cy="11112"/>
            </a:xfrm>
            <a:custGeom>
              <a:avLst/>
              <a:gdLst>
                <a:gd name="T0" fmla="*/ 15 w 210"/>
                <a:gd name="T1" fmla="*/ 30 h 31"/>
                <a:gd name="T2" fmla="*/ 15 w 210"/>
                <a:gd name="T3" fmla="*/ 30 h 31"/>
                <a:gd name="T4" fmla="*/ 193 w 210"/>
                <a:gd name="T5" fmla="*/ 30 h 31"/>
                <a:gd name="T6" fmla="*/ 209 w 210"/>
                <a:gd name="T7" fmla="*/ 15 h 31"/>
                <a:gd name="T8" fmla="*/ 193 w 210"/>
                <a:gd name="T9" fmla="*/ 0 h 31"/>
                <a:gd name="T10" fmla="*/ 15 w 210"/>
                <a:gd name="T11" fmla="*/ 0 h 31"/>
                <a:gd name="T12" fmla="*/ 0 w 210"/>
                <a:gd name="T13" fmla="*/ 15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5"/>
                  </a:cubicBezTo>
                  <a:cubicBezTo>
                    <a:pt x="209" y="7"/>
                    <a:pt x="202" y="0"/>
                    <a:pt x="193" y="0"/>
                  </a:cubicBezTo>
                  <a:cubicBezTo>
                    <a:pt x="15" y="0"/>
                    <a:pt x="15" y="0"/>
                    <a:pt x="15" y="0"/>
                  </a:cubicBezTo>
                  <a:cubicBezTo>
                    <a:pt x="7" y="0"/>
                    <a:pt x="0" y="7"/>
                    <a:pt x="0" y="15"/>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5" name="Freeform 341">
              <a:extLst>
                <a:ext uri="{FF2B5EF4-FFF2-40B4-BE49-F238E27FC236}">
                  <a16:creationId xmlns:a16="http://schemas.microsoft.com/office/drawing/2014/main" id="{46024073-BC31-8DF3-58C5-323EECBE0BD1}"/>
                </a:ext>
              </a:extLst>
            </p:cNvPr>
            <p:cNvSpPr>
              <a:spLocks noChangeArrowheads="1"/>
            </p:cNvSpPr>
            <p:nvPr/>
          </p:nvSpPr>
          <p:spPr bwMode="auto">
            <a:xfrm>
              <a:off x="177800" y="4429125"/>
              <a:ext cx="76200" cy="11113"/>
            </a:xfrm>
            <a:custGeom>
              <a:avLst/>
              <a:gdLst>
                <a:gd name="T0" fmla="*/ 15 w 210"/>
                <a:gd name="T1" fmla="*/ 30 h 31"/>
                <a:gd name="T2" fmla="*/ 15 w 210"/>
                <a:gd name="T3" fmla="*/ 30 h 31"/>
                <a:gd name="T4" fmla="*/ 193 w 210"/>
                <a:gd name="T5" fmla="*/ 30 h 31"/>
                <a:gd name="T6" fmla="*/ 209 w 210"/>
                <a:gd name="T7" fmla="*/ 14 h 31"/>
                <a:gd name="T8" fmla="*/ 193 w 210"/>
                <a:gd name="T9" fmla="*/ 0 h 31"/>
                <a:gd name="T10" fmla="*/ 15 w 210"/>
                <a:gd name="T11" fmla="*/ 0 h 31"/>
                <a:gd name="T12" fmla="*/ 0 w 210"/>
                <a:gd name="T13" fmla="*/ 14 h 31"/>
                <a:gd name="T14" fmla="*/ 15 w 21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1">
                  <a:moveTo>
                    <a:pt x="15" y="30"/>
                  </a:moveTo>
                  <a:lnTo>
                    <a:pt x="15" y="30"/>
                  </a:lnTo>
                  <a:cubicBezTo>
                    <a:pt x="193" y="30"/>
                    <a:pt x="193" y="30"/>
                    <a:pt x="193" y="30"/>
                  </a:cubicBezTo>
                  <a:cubicBezTo>
                    <a:pt x="202" y="30"/>
                    <a:pt x="209" y="23"/>
                    <a:pt x="209" y="14"/>
                  </a:cubicBezTo>
                  <a:cubicBezTo>
                    <a:pt x="209" y="7"/>
                    <a:pt x="202" y="0"/>
                    <a:pt x="193"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6" name="Freeform 342">
              <a:extLst>
                <a:ext uri="{FF2B5EF4-FFF2-40B4-BE49-F238E27FC236}">
                  <a16:creationId xmlns:a16="http://schemas.microsoft.com/office/drawing/2014/main" id="{F204FDC9-D92F-A367-580E-1F0AC6495E96}"/>
                </a:ext>
              </a:extLst>
            </p:cNvPr>
            <p:cNvSpPr>
              <a:spLocks noChangeArrowheads="1"/>
            </p:cNvSpPr>
            <p:nvPr/>
          </p:nvSpPr>
          <p:spPr bwMode="auto">
            <a:xfrm>
              <a:off x="177800" y="4471988"/>
              <a:ext cx="76200" cy="11112"/>
            </a:xfrm>
            <a:custGeom>
              <a:avLst/>
              <a:gdLst>
                <a:gd name="T0" fmla="*/ 15 w 210"/>
                <a:gd name="T1" fmla="*/ 29 h 30"/>
                <a:gd name="T2" fmla="*/ 15 w 210"/>
                <a:gd name="T3" fmla="*/ 29 h 30"/>
                <a:gd name="T4" fmla="*/ 193 w 210"/>
                <a:gd name="T5" fmla="*/ 29 h 30"/>
                <a:gd name="T6" fmla="*/ 209 w 210"/>
                <a:gd name="T7" fmla="*/ 15 h 30"/>
                <a:gd name="T8" fmla="*/ 193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3" y="29"/>
                    <a:pt x="193" y="29"/>
                    <a:pt x="193" y="29"/>
                  </a:cubicBezTo>
                  <a:cubicBezTo>
                    <a:pt x="202" y="29"/>
                    <a:pt x="209" y="24"/>
                    <a:pt x="209" y="15"/>
                  </a:cubicBezTo>
                  <a:cubicBezTo>
                    <a:pt x="209" y="7"/>
                    <a:pt x="202" y="0"/>
                    <a:pt x="193"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17" name="Group 420">
            <a:extLst>
              <a:ext uri="{FF2B5EF4-FFF2-40B4-BE49-F238E27FC236}">
                <a16:creationId xmlns:a16="http://schemas.microsoft.com/office/drawing/2014/main" id="{D7C05424-572D-19B3-8F21-CDD08CD432F8}"/>
              </a:ext>
            </a:extLst>
          </p:cNvPr>
          <p:cNvGrpSpPr/>
          <p:nvPr/>
        </p:nvGrpSpPr>
        <p:grpSpPr>
          <a:xfrm>
            <a:off x="10235281" y="4480620"/>
            <a:ext cx="257175" cy="258762"/>
            <a:chOff x="9207500" y="4814888"/>
            <a:chExt cx="257175" cy="258762"/>
          </a:xfrm>
          <a:solidFill>
            <a:schemeClr val="accent4"/>
          </a:solidFill>
        </p:grpSpPr>
        <p:sp>
          <p:nvSpPr>
            <p:cNvPr id="418" name="Freeform 343">
              <a:extLst>
                <a:ext uri="{FF2B5EF4-FFF2-40B4-BE49-F238E27FC236}">
                  <a16:creationId xmlns:a16="http://schemas.microsoft.com/office/drawing/2014/main" id="{91B1FDD0-77DC-71F7-19E1-51D01A0CFDCF}"/>
                </a:ext>
              </a:extLst>
            </p:cNvPr>
            <p:cNvSpPr>
              <a:spLocks noChangeArrowheads="1"/>
            </p:cNvSpPr>
            <p:nvPr/>
          </p:nvSpPr>
          <p:spPr bwMode="auto">
            <a:xfrm>
              <a:off x="9207500" y="4814888"/>
              <a:ext cx="257175" cy="258762"/>
            </a:xfrm>
            <a:custGeom>
              <a:avLst/>
              <a:gdLst>
                <a:gd name="T0" fmla="*/ 700 w 715"/>
                <a:gd name="T1" fmla="*/ 327 h 717"/>
                <a:gd name="T2" fmla="*/ 700 w 715"/>
                <a:gd name="T3" fmla="*/ 327 h 717"/>
                <a:gd name="T4" fmla="*/ 685 w 715"/>
                <a:gd name="T5" fmla="*/ 327 h 717"/>
                <a:gd name="T6" fmla="*/ 60 w 715"/>
                <a:gd name="T7" fmla="*/ 327 h 717"/>
                <a:gd name="T8" fmla="*/ 60 w 715"/>
                <a:gd name="T9" fmla="*/ 134 h 717"/>
                <a:gd name="T10" fmla="*/ 60 w 715"/>
                <a:gd name="T11" fmla="*/ 134 h 717"/>
                <a:gd name="T12" fmla="*/ 60 w 715"/>
                <a:gd name="T13" fmla="*/ 90 h 717"/>
                <a:gd name="T14" fmla="*/ 78 w 715"/>
                <a:gd name="T15" fmla="*/ 46 h 717"/>
                <a:gd name="T16" fmla="*/ 120 w 715"/>
                <a:gd name="T17" fmla="*/ 30 h 717"/>
                <a:gd name="T18" fmla="*/ 162 w 715"/>
                <a:gd name="T19" fmla="*/ 46 h 717"/>
                <a:gd name="T20" fmla="*/ 178 w 715"/>
                <a:gd name="T21" fmla="*/ 90 h 717"/>
                <a:gd name="T22" fmla="*/ 178 w 715"/>
                <a:gd name="T23" fmla="*/ 103 h 717"/>
                <a:gd name="T24" fmla="*/ 194 w 715"/>
                <a:gd name="T25" fmla="*/ 119 h 717"/>
                <a:gd name="T26" fmla="*/ 209 w 715"/>
                <a:gd name="T27" fmla="*/ 103 h 717"/>
                <a:gd name="T28" fmla="*/ 209 w 715"/>
                <a:gd name="T29" fmla="*/ 90 h 717"/>
                <a:gd name="T30" fmla="*/ 120 w 715"/>
                <a:gd name="T31" fmla="*/ 0 h 717"/>
                <a:gd name="T32" fmla="*/ 30 w 715"/>
                <a:gd name="T33" fmla="*/ 90 h 717"/>
                <a:gd name="T34" fmla="*/ 30 w 715"/>
                <a:gd name="T35" fmla="*/ 134 h 717"/>
                <a:gd name="T36" fmla="*/ 30 w 715"/>
                <a:gd name="T37" fmla="*/ 327 h 717"/>
                <a:gd name="T38" fmla="*/ 15 w 715"/>
                <a:gd name="T39" fmla="*/ 327 h 717"/>
                <a:gd name="T40" fmla="*/ 0 w 715"/>
                <a:gd name="T41" fmla="*/ 342 h 717"/>
                <a:gd name="T42" fmla="*/ 15 w 715"/>
                <a:gd name="T43" fmla="*/ 357 h 717"/>
                <a:gd name="T44" fmla="*/ 30 w 715"/>
                <a:gd name="T45" fmla="*/ 357 h 717"/>
                <a:gd name="T46" fmla="*/ 30 w 715"/>
                <a:gd name="T47" fmla="*/ 461 h 717"/>
                <a:gd name="T48" fmla="*/ 173 w 715"/>
                <a:gd name="T49" fmla="*/ 647 h 717"/>
                <a:gd name="T50" fmla="*/ 150 w 715"/>
                <a:gd name="T51" fmla="*/ 692 h 717"/>
                <a:gd name="T52" fmla="*/ 157 w 715"/>
                <a:gd name="T53" fmla="*/ 713 h 717"/>
                <a:gd name="T54" fmla="*/ 177 w 715"/>
                <a:gd name="T55" fmla="*/ 706 h 717"/>
                <a:gd name="T56" fmla="*/ 203 w 715"/>
                <a:gd name="T57" fmla="*/ 653 h 717"/>
                <a:gd name="T58" fmla="*/ 223 w 715"/>
                <a:gd name="T59" fmla="*/ 654 h 717"/>
                <a:gd name="T60" fmla="*/ 491 w 715"/>
                <a:gd name="T61" fmla="*/ 654 h 717"/>
                <a:gd name="T62" fmla="*/ 512 w 715"/>
                <a:gd name="T63" fmla="*/ 653 h 717"/>
                <a:gd name="T64" fmla="*/ 537 w 715"/>
                <a:gd name="T65" fmla="*/ 706 h 717"/>
                <a:gd name="T66" fmla="*/ 558 w 715"/>
                <a:gd name="T67" fmla="*/ 713 h 717"/>
                <a:gd name="T68" fmla="*/ 565 w 715"/>
                <a:gd name="T69" fmla="*/ 692 h 717"/>
                <a:gd name="T70" fmla="*/ 541 w 715"/>
                <a:gd name="T71" fmla="*/ 647 h 717"/>
                <a:gd name="T72" fmla="*/ 685 w 715"/>
                <a:gd name="T73" fmla="*/ 461 h 717"/>
                <a:gd name="T74" fmla="*/ 685 w 715"/>
                <a:gd name="T75" fmla="*/ 357 h 717"/>
                <a:gd name="T76" fmla="*/ 700 w 715"/>
                <a:gd name="T77" fmla="*/ 357 h 717"/>
                <a:gd name="T78" fmla="*/ 714 w 715"/>
                <a:gd name="T79" fmla="*/ 342 h 717"/>
                <a:gd name="T80" fmla="*/ 700 w 715"/>
                <a:gd name="T81" fmla="*/ 327 h 717"/>
                <a:gd name="T82" fmla="*/ 655 w 715"/>
                <a:gd name="T83" fmla="*/ 461 h 717"/>
                <a:gd name="T84" fmla="*/ 655 w 715"/>
                <a:gd name="T85" fmla="*/ 461 h 717"/>
                <a:gd name="T86" fmla="*/ 606 w 715"/>
                <a:gd name="T87" fmla="*/ 576 h 717"/>
                <a:gd name="T88" fmla="*/ 491 w 715"/>
                <a:gd name="T89" fmla="*/ 625 h 717"/>
                <a:gd name="T90" fmla="*/ 223 w 715"/>
                <a:gd name="T91" fmla="*/ 625 h 717"/>
                <a:gd name="T92" fmla="*/ 107 w 715"/>
                <a:gd name="T93" fmla="*/ 576 h 717"/>
                <a:gd name="T94" fmla="*/ 60 w 715"/>
                <a:gd name="T95" fmla="*/ 461 h 717"/>
                <a:gd name="T96" fmla="*/ 60 w 715"/>
                <a:gd name="T97" fmla="*/ 357 h 717"/>
                <a:gd name="T98" fmla="*/ 655 w 715"/>
                <a:gd name="T99" fmla="*/ 357 h 717"/>
                <a:gd name="T100" fmla="*/ 655 w 715"/>
                <a:gd name="T101" fmla="*/ 46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5" h="717">
                  <a:moveTo>
                    <a:pt x="700" y="327"/>
                  </a:moveTo>
                  <a:lnTo>
                    <a:pt x="700" y="327"/>
                  </a:lnTo>
                  <a:cubicBezTo>
                    <a:pt x="685" y="327"/>
                    <a:pt x="685" y="327"/>
                    <a:pt x="685" y="327"/>
                  </a:cubicBezTo>
                  <a:cubicBezTo>
                    <a:pt x="60" y="327"/>
                    <a:pt x="60" y="327"/>
                    <a:pt x="60" y="327"/>
                  </a:cubicBezTo>
                  <a:cubicBezTo>
                    <a:pt x="60" y="134"/>
                    <a:pt x="60" y="134"/>
                    <a:pt x="60" y="134"/>
                  </a:cubicBezTo>
                  <a:lnTo>
                    <a:pt x="60" y="134"/>
                  </a:lnTo>
                  <a:cubicBezTo>
                    <a:pt x="60" y="90"/>
                    <a:pt x="60" y="90"/>
                    <a:pt x="60" y="90"/>
                  </a:cubicBezTo>
                  <a:cubicBezTo>
                    <a:pt x="60" y="73"/>
                    <a:pt x="67" y="57"/>
                    <a:pt x="78" y="46"/>
                  </a:cubicBezTo>
                  <a:cubicBezTo>
                    <a:pt x="88" y="37"/>
                    <a:pt x="103" y="30"/>
                    <a:pt x="120" y="30"/>
                  </a:cubicBezTo>
                  <a:cubicBezTo>
                    <a:pt x="136" y="30"/>
                    <a:pt x="150" y="37"/>
                    <a:pt x="162" y="46"/>
                  </a:cubicBezTo>
                  <a:cubicBezTo>
                    <a:pt x="173" y="57"/>
                    <a:pt x="178" y="73"/>
                    <a:pt x="178" y="90"/>
                  </a:cubicBezTo>
                  <a:cubicBezTo>
                    <a:pt x="178" y="103"/>
                    <a:pt x="178" y="103"/>
                    <a:pt x="178" y="103"/>
                  </a:cubicBezTo>
                  <a:cubicBezTo>
                    <a:pt x="178" y="112"/>
                    <a:pt x="185" y="119"/>
                    <a:pt x="194" y="119"/>
                  </a:cubicBezTo>
                  <a:cubicBezTo>
                    <a:pt x="202" y="119"/>
                    <a:pt x="209" y="112"/>
                    <a:pt x="209" y="103"/>
                  </a:cubicBezTo>
                  <a:cubicBezTo>
                    <a:pt x="209" y="90"/>
                    <a:pt x="209" y="90"/>
                    <a:pt x="209" y="90"/>
                  </a:cubicBezTo>
                  <a:cubicBezTo>
                    <a:pt x="209" y="39"/>
                    <a:pt x="169" y="0"/>
                    <a:pt x="120" y="0"/>
                  </a:cubicBezTo>
                  <a:cubicBezTo>
                    <a:pt x="69" y="0"/>
                    <a:pt x="30" y="39"/>
                    <a:pt x="30" y="90"/>
                  </a:cubicBezTo>
                  <a:cubicBezTo>
                    <a:pt x="30" y="134"/>
                    <a:pt x="30" y="134"/>
                    <a:pt x="30" y="134"/>
                  </a:cubicBezTo>
                  <a:cubicBezTo>
                    <a:pt x="30" y="327"/>
                    <a:pt x="30" y="327"/>
                    <a:pt x="30" y="327"/>
                  </a:cubicBezTo>
                  <a:cubicBezTo>
                    <a:pt x="15" y="327"/>
                    <a:pt x="15" y="327"/>
                    <a:pt x="15" y="327"/>
                  </a:cubicBezTo>
                  <a:cubicBezTo>
                    <a:pt x="7" y="327"/>
                    <a:pt x="0" y="334"/>
                    <a:pt x="0" y="342"/>
                  </a:cubicBezTo>
                  <a:cubicBezTo>
                    <a:pt x="0" y="350"/>
                    <a:pt x="7" y="357"/>
                    <a:pt x="15" y="357"/>
                  </a:cubicBezTo>
                  <a:cubicBezTo>
                    <a:pt x="30" y="357"/>
                    <a:pt x="30" y="357"/>
                    <a:pt x="30" y="357"/>
                  </a:cubicBezTo>
                  <a:cubicBezTo>
                    <a:pt x="30" y="461"/>
                    <a:pt x="30" y="461"/>
                    <a:pt x="30" y="461"/>
                  </a:cubicBezTo>
                  <a:cubicBezTo>
                    <a:pt x="30" y="550"/>
                    <a:pt x="90" y="625"/>
                    <a:pt x="173" y="647"/>
                  </a:cubicBezTo>
                  <a:cubicBezTo>
                    <a:pt x="150" y="692"/>
                    <a:pt x="150" y="692"/>
                    <a:pt x="150" y="692"/>
                  </a:cubicBezTo>
                  <a:cubicBezTo>
                    <a:pt x="148" y="699"/>
                    <a:pt x="150" y="709"/>
                    <a:pt x="157" y="713"/>
                  </a:cubicBezTo>
                  <a:cubicBezTo>
                    <a:pt x="164" y="716"/>
                    <a:pt x="174" y="713"/>
                    <a:pt x="177" y="706"/>
                  </a:cubicBezTo>
                  <a:cubicBezTo>
                    <a:pt x="203" y="653"/>
                    <a:pt x="203" y="653"/>
                    <a:pt x="203" y="653"/>
                  </a:cubicBezTo>
                  <a:cubicBezTo>
                    <a:pt x="210" y="654"/>
                    <a:pt x="217" y="654"/>
                    <a:pt x="223" y="654"/>
                  </a:cubicBezTo>
                  <a:cubicBezTo>
                    <a:pt x="491" y="654"/>
                    <a:pt x="491" y="654"/>
                    <a:pt x="491" y="654"/>
                  </a:cubicBezTo>
                  <a:cubicBezTo>
                    <a:pt x="498" y="654"/>
                    <a:pt x="505" y="654"/>
                    <a:pt x="512" y="653"/>
                  </a:cubicBezTo>
                  <a:cubicBezTo>
                    <a:pt x="537" y="706"/>
                    <a:pt x="537" y="706"/>
                    <a:pt x="537" y="706"/>
                  </a:cubicBezTo>
                  <a:cubicBezTo>
                    <a:pt x="541" y="713"/>
                    <a:pt x="551" y="716"/>
                    <a:pt x="558" y="713"/>
                  </a:cubicBezTo>
                  <a:cubicBezTo>
                    <a:pt x="565" y="709"/>
                    <a:pt x="567" y="699"/>
                    <a:pt x="565" y="692"/>
                  </a:cubicBezTo>
                  <a:cubicBezTo>
                    <a:pt x="541" y="647"/>
                    <a:pt x="541" y="647"/>
                    <a:pt x="541" y="647"/>
                  </a:cubicBezTo>
                  <a:cubicBezTo>
                    <a:pt x="625" y="625"/>
                    <a:pt x="685" y="550"/>
                    <a:pt x="685" y="461"/>
                  </a:cubicBezTo>
                  <a:cubicBezTo>
                    <a:pt x="685" y="357"/>
                    <a:pt x="685" y="357"/>
                    <a:pt x="685" y="357"/>
                  </a:cubicBezTo>
                  <a:cubicBezTo>
                    <a:pt x="700" y="357"/>
                    <a:pt x="700" y="357"/>
                    <a:pt x="700" y="357"/>
                  </a:cubicBezTo>
                  <a:cubicBezTo>
                    <a:pt x="708" y="357"/>
                    <a:pt x="714" y="350"/>
                    <a:pt x="714" y="342"/>
                  </a:cubicBezTo>
                  <a:cubicBezTo>
                    <a:pt x="714" y="334"/>
                    <a:pt x="708" y="327"/>
                    <a:pt x="700" y="327"/>
                  </a:cubicBezTo>
                  <a:close/>
                  <a:moveTo>
                    <a:pt x="655" y="461"/>
                  </a:moveTo>
                  <a:lnTo>
                    <a:pt x="655" y="461"/>
                  </a:lnTo>
                  <a:cubicBezTo>
                    <a:pt x="655" y="507"/>
                    <a:pt x="637" y="547"/>
                    <a:pt x="606" y="576"/>
                  </a:cubicBezTo>
                  <a:cubicBezTo>
                    <a:pt x="577" y="607"/>
                    <a:pt x="537" y="625"/>
                    <a:pt x="491" y="625"/>
                  </a:cubicBezTo>
                  <a:cubicBezTo>
                    <a:pt x="223" y="625"/>
                    <a:pt x="223" y="625"/>
                    <a:pt x="223" y="625"/>
                  </a:cubicBezTo>
                  <a:cubicBezTo>
                    <a:pt x="178" y="625"/>
                    <a:pt x="138" y="607"/>
                    <a:pt x="107" y="576"/>
                  </a:cubicBezTo>
                  <a:cubicBezTo>
                    <a:pt x="78" y="547"/>
                    <a:pt x="60" y="507"/>
                    <a:pt x="60" y="461"/>
                  </a:cubicBezTo>
                  <a:cubicBezTo>
                    <a:pt x="60" y="357"/>
                    <a:pt x="60" y="357"/>
                    <a:pt x="60" y="357"/>
                  </a:cubicBezTo>
                  <a:cubicBezTo>
                    <a:pt x="655" y="357"/>
                    <a:pt x="655" y="357"/>
                    <a:pt x="655" y="357"/>
                  </a:cubicBezTo>
                  <a:lnTo>
                    <a:pt x="655" y="46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19" name="Freeform 344">
              <a:extLst>
                <a:ext uri="{FF2B5EF4-FFF2-40B4-BE49-F238E27FC236}">
                  <a16:creationId xmlns:a16="http://schemas.microsoft.com/office/drawing/2014/main" id="{25B53D3D-C631-EF35-AC7D-2F6340476383}"/>
                </a:ext>
              </a:extLst>
            </p:cNvPr>
            <p:cNvSpPr>
              <a:spLocks noChangeArrowheads="1"/>
            </p:cNvSpPr>
            <p:nvPr/>
          </p:nvSpPr>
          <p:spPr bwMode="auto">
            <a:xfrm>
              <a:off x="9261475" y="4879975"/>
              <a:ext cx="11113" cy="20638"/>
            </a:xfrm>
            <a:custGeom>
              <a:avLst/>
              <a:gdLst>
                <a:gd name="T0" fmla="*/ 0 w 30"/>
                <a:gd name="T1" fmla="*/ 14 h 59"/>
                <a:gd name="T2" fmla="*/ 0 w 30"/>
                <a:gd name="T3" fmla="*/ 14 h 59"/>
                <a:gd name="T4" fmla="*/ 0 w 30"/>
                <a:gd name="T5" fmla="*/ 44 h 59"/>
                <a:gd name="T6" fmla="*/ 15 w 30"/>
                <a:gd name="T7" fmla="*/ 58 h 59"/>
                <a:gd name="T8" fmla="*/ 29 w 30"/>
                <a:gd name="T9" fmla="*/ 44 h 59"/>
                <a:gd name="T10" fmla="*/ 29 w 30"/>
                <a:gd name="T11" fmla="*/ 14 h 59"/>
                <a:gd name="T12" fmla="*/ 15 w 30"/>
                <a:gd name="T13" fmla="*/ 0 h 59"/>
                <a:gd name="T14" fmla="*/ 0 w 30"/>
                <a:gd name="T15" fmla="*/ 1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0" y="14"/>
                  </a:moveTo>
                  <a:lnTo>
                    <a:pt x="0" y="14"/>
                  </a:lnTo>
                  <a:cubicBezTo>
                    <a:pt x="0" y="44"/>
                    <a:pt x="0" y="44"/>
                    <a:pt x="0" y="44"/>
                  </a:cubicBezTo>
                  <a:cubicBezTo>
                    <a:pt x="0" y="53"/>
                    <a:pt x="7" y="58"/>
                    <a:pt x="15" y="58"/>
                  </a:cubicBezTo>
                  <a:cubicBezTo>
                    <a:pt x="24" y="58"/>
                    <a:pt x="29" y="53"/>
                    <a:pt x="29" y="44"/>
                  </a:cubicBezTo>
                  <a:cubicBezTo>
                    <a:pt x="29" y="14"/>
                    <a:pt x="29" y="14"/>
                    <a:pt x="29" y="14"/>
                  </a:cubicBezTo>
                  <a:cubicBezTo>
                    <a:pt x="29" y="5"/>
                    <a:pt x="24" y="0"/>
                    <a:pt x="15" y="0"/>
                  </a:cubicBezTo>
                  <a:cubicBezTo>
                    <a:pt x="7" y="0"/>
                    <a:pt x="0" y="5"/>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0" name="Freeform 345">
              <a:extLst>
                <a:ext uri="{FF2B5EF4-FFF2-40B4-BE49-F238E27FC236}">
                  <a16:creationId xmlns:a16="http://schemas.microsoft.com/office/drawing/2014/main" id="{ECCF58CE-A474-B60E-91CE-D849ECCC6FE7}"/>
                </a:ext>
              </a:extLst>
            </p:cNvPr>
            <p:cNvSpPr>
              <a:spLocks noChangeArrowheads="1"/>
            </p:cNvSpPr>
            <p:nvPr/>
          </p:nvSpPr>
          <p:spPr bwMode="auto">
            <a:xfrm>
              <a:off x="9283700" y="4900613"/>
              <a:ext cx="11113" cy="22225"/>
            </a:xfrm>
            <a:custGeom>
              <a:avLst/>
              <a:gdLst>
                <a:gd name="T0" fmla="*/ 14 w 30"/>
                <a:gd name="T1" fmla="*/ 0 h 61"/>
                <a:gd name="T2" fmla="*/ 14 w 30"/>
                <a:gd name="T3" fmla="*/ 0 h 61"/>
                <a:gd name="T4" fmla="*/ 0 w 30"/>
                <a:gd name="T5" fmla="*/ 16 h 61"/>
                <a:gd name="T6" fmla="*/ 0 w 30"/>
                <a:gd name="T7" fmla="*/ 45 h 61"/>
                <a:gd name="T8" fmla="*/ 14 w 30"/>
                <a:gd name="T9" fmla="*/ 60 h 61"/>
                <a:gd name="T10" fmla="*/ 29 w 30"/>
                <a:gd name="T11" fmla="*/ 45 h 61"/>
                <a:gd name="T12" fmla="*/ 29 w 30"/>
                <a:gd name="T13" fmla="*/ 16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6" y="0"/>
                    <a:pt x="0" y="7"/>
                    <a:pt x="0" y="16"/>
                  </a:cubicBezTo>
                  <a:cubicBezTo>
                    <a:pt x="0" y="45"/>
                    <a:pt x="0" y="45"/>
                    <a:pt x="0" y="45"/>
                  </a:cubicBezTo>
                  <a:cubicBezTo>
                    <a:pt x="0" y="53"/>
                    <a:pt x="6" y="60"/>
                    <a:pt x="14" y="60"/>
                  </a:cubicBezTo>
                  <a:cubicBezTo>
                    <a:pt x="22" y="60"/>
                    <a:pt x="29" y="53"/>
                    <a:pt x="29" y="45"/>
                  </a:cubicBezTo>
                  <a:cubicBezTo>
                    <a:pt x="29" y="16"/>
                    <a:pt x="29" y="16"/>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1" name="Freeform 346">
              <a:extLst>
                <a:ext uri="{FF2B5EF4-FFF2-40B4-BE49-F238E27FC236}">
                  <a16:creationId xmlns:a16="http://schemas.microsoft.com/office/drawing/2014/main" id="{B5621590-5152-9095-F678-8557BB3BD1D2}"/>
                </a:ext>
              </a:extLst>
            </p:cNvPr>
            <p:cNvSpPr>
              <a:spLocks noChangeArrowheads="1"/>
            </p:cNvSpPr>
            <p:nvPr/>
          </p:nvSpPr>
          <p:spPr bwMode="auto">
            <a:xfrm>
              <a:off x="9283700" y="4868863"/>
              <a:ext cx="11113" cy="22225"/>
            </a:xfrm>
            <a:custGeom>
              <a:avLst/>
              <a:gdLst>
                <a:gd name="T0" fmla="*/ 29 w 30"/>
                <a:gd name="T1" fmla="*/ 15 h 61"/>
                <a:gd name="T2" fmla="*/ 29 w 30"/>
                <a:gd name="T3" fmla="*/ 15 h 61"/>
                <a:gd name="T4" fmla="*/ 14 w 30"/>
                <a:gd name="T5" fmla="*/ 0 h 61"/>
                <a:gd name="T6" fmla="*/ 0 w 30"/>
                <a:gd name="T7" fmla="*/ 15 h 61"/>
                <a:gd name="T8" fmla="*/ 0 w 30"/>
                <a:gd name="T9" fmla="*/ 45 h 61"/>
                <a:gd name="T10" fmla="*/ 14 w 30"/>
                <a:gd name="T11" fmla="*/ 60 h 61"/>
                <a:gd name="T12" fmla="*/ 29 w 30"/>
                <a:gd name="T13" fmla="*/ 45 h 61"/>
                <a:gd name="T14" fmla="*/ 29 w 30"/>
                <a:gd name="T15" fmla="*/ 1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15"/>
                  </a:moveTo>
                  <a:lnTo>
                    <a:pt x="29" y="15"/>
                  </a:lnTo>
                  <a:cubicBezTo>
                    <a:pt x="29" y="7"/>
                    <a:pt x="22" y="0"/>
                    <a:pt x="14" y="0"/>
                  </a:cubicBezTo>
                  <a:cubicBezTo>
                    <a:pt x="6" y="0"/>
                    <a:pt x="0" y="7"/>
                    <a:pt x="0" y="15"/>
                  </a:cubicBezTo>
                  <a:cubicBezTo>
                    <a:pt x="0" y="45"/>
                    <a:pt x="0" y="45"/>
                    <a:pt x="0" y="45"/>
                  </a:cubicBezTo>
                  <a:cubicBezTo>
                    <a:pt x="0" y="53"/>
                    <a:pt x="6" y="60"/>
                    <a:pt x="14" y="60"/>
                  </a:cubicBezTo>
                  <a:cubicBezTo>
                    <a:pt x="22" y="60"/>
                    <a:pt x="29" y="53"/>
                    <a:pt x="29" y="45"/>
                  </a:cubicBezTo>
                  <a:lnTo>
                    <a:pt x="29" y="1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2" name="Group 425">
            <a:extLst>
              <a:ext uri="{FF2B5EF4-FFF2-40B4-BE49-F238E27FC236}">
                <a16:creationId xmlns:a16="http://schemas.microsoft.com/office/drawing/2014/main" id="{FAF81660-BED7-9773-6DCC-5C5AA18E0669}"/>
              </a:ext>
            </a:extLst>
          </p:cNvPr>
          <p:cNvGrpSpPr/>
          <p:nvPr/>
        </p:nvGrpSpPr>
        <p:grpSpPr>
          <a:xfrm>
            <a:off x="9235156" y="5511701"/>
            <a:ext cx="182563" cy="257175"/>
            <a:chOff x="8207375" y="5819775"/>
            <a:chExt cx="182563" cy="257175"/>
          </a:xfrm>
          <a:solidFill>
            <a:schemeClr val="accent4"/>
          </a:solidFill>
        </p:grpSpPr>
        <p:sp>
          <p:nvSpPr>
            <p:cNvPr id="423" name="Freeform 347">
              <a:extLst>
                <a:ext uri="{FF2B5EF4-FFF2-40B4-BE49-F238E27FC236}">
                  <a16:creationId xmlns:a16="http://schemas.microsoft.com/office/drawing/2014/main" id="{F2F17A0B-8489-78AC-59B3-6757DC61B87F}"/>
                </a:ext>
              </a:extLst>
            </p:cNvPr>
            <p:cNvSpPr>
              <a:spLocks noChangeArrowheads="1"/>
            </p:cNvSpPr>
            <p:nvPr/>
          </p:nvSpPr>
          <p:spPr bwMode="auto">
            <a:xfrm>
              <a:off x="8207375" y="5819775"/>
              <a:ext cx="96838" cy="255588"/>
            </a:xfrm>
            <a:custGeom>
              <a:avLst/>
              <a:gdLst>
                <a:gd name="T0" fmla="*/ 134 w 269"/>
                <a:gd name="T1" fmla="*/ 707 h 708"/>
                <a:gd name="T2" fmla="*/ 134 w 269"/>
                <a:gd name="T3" fmla="*/ 707 h 708"/>
                <a:gd name="T4" fmla="*/ 179 w 269"/>
                <a:gd name="T5" fmla="*/ 662 h 708"/>
                <a:gd name="T6" fmla="*/ 179 w 269"/>
                <a:gd name="T7" fmla="*/ 367 h 708"/>
                <a:gd name="T8" fmla="*/ 214 w 269"/>
                <a:gd name="T9" fmla="*/ 319 h 708"/>
                <a:gd name="T10" fmla="*/ 268 w 269"/>
                <a:gd name="T11" fmla="*/ 244 h 708"/>
                <a:gd name="T12" fmla="*/ 268 w 269"/>
                <a:gd name="T13" fmla="*/ 15 h 708"/>
                <a:gd name="T14" fmla="*/ 254 w 269"/>
                <a:gd name="T15" fmla="*/ 0 h 708"/>
                <a:gd name="T16" fmla="*/ 239 w 269"/>
                <a:gd name="T17" fmla="*/ 15 h 708"/>
                <a:gd name="T18" fmla="*/ 239 w 269"/>
                <a:gd name="T19" fmla="*/ 15 h 708"/>
                <a:gd name="T20" fmla="*/ 239 w 269"/>
                <a:gd name="T21" fmla="*/ 244 h 708"/>
                <a:gd name="T22" fmla="*/ 204 w 269"/>
                <a:gd name="T23" fmla="*/ 291 h 708"/>
                <a:gd name="T24" fmla="*/ 149 w 269"/>
                <a:gd name="T25" fmla="*/ 367 h 708"/>
                <a:gd name="T26" fmla="*/ 149 w 269"/>
                <a:gd name="T27" fmla="*/ 662 h 708"/>
                <a:gd name="T28" fmla="*/ 134 w 269"/>
                <a:gd name="T29" fmla="*/ 678 h 708"/>
                <a:gd name="T30" fmla="*/ 120 w 269"/>
                <a:gd name="T31" fmla="*/ 662 h 708"/>
                <a:gd name="T32" fmla="*/ 120 w 269"/>
                <a:gd name="T33" fmla="*/ 367 h 708"/>
                <a:gd name="T34" fmla="*/ 64 w 269"/>
                <a:gd name="T35" fmla="*/ 291 h 708"/>
                <a:gd name="T36" fmla="*/ 31 w 269"/>
                <a:gd name="T37" fmla="*/ 244 h 708"/>
                <a:gd name="T38" fmla="*/ 31 w 269"/>
                <a:gd name="T39" fmla="*/ 15 h 708"/>
                <a:gd name="T40" fmla="*/ 16 w 269"/>
                <a:gd name="T41" fmla="*/ 0 h 708"/>
                <a:gd name="T42" fmla="*/ 0 w 269"/>
                <a:gd name="T43" fmla="*/ 15 h 708"/>
                <a:gd name="T44" fmla="*/ 0 w 269"/>
                <a:gd name="T45" fmla="*/ 244 h 708"/>
                <a:gd name="T46" fmla="*/ 56 w 269"/>
                <a:gd name="T47" fmla="*/ 319 h 708"/>
                <a:gd name="T48" fmla="*/ 90 w 269"/>
                <a:gd name="T49" fmla="*/ 367 h 708"/>
                <a:gd name="T50" fmla="*/ 90 w 269"/>
                <a:gd name="T51" fmla="*/ 662 h 708"/>
                <a:gd name="T52" fmla="*/ 134 w 269"/>
                <a:gd name="T53" fmla="*/ 707 h 7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69" h="708">
                  <a:moveTo>
                    <a:pt x="134" y="707"/>
                  </a:moveTo>
                  <a:lnTo>
                    <a:pt x="134" y="707"/>
                  </a:lnTo>
                  <a:cubicBezTo>
                    <a:pt x="159" y="707"/>
                    <a:pt x="179" y="687"/>
                    <a:pt x="179" y="662"/>
                  </a:cubicBezTo>
                  <a:cubicBezTo>
                    <a:pt x="179" y="367"/>
                    <a:pt x="179" y="367"/>
                    <a:pt x="179" y="367"/>
                  </a:cubicBezTo>
                  <a:cubicBezTo>
                    <a:pt x="179" y="346"/>
                    <a:pt x="193" y="326"/>
                    <a:pt x="214" y="319"/>
                  </a:cubicBezTo>
                  <a:cubicBezTo>
                    <a:pt x="247" y="308"/>
                    <a:pt x="268" y="277"/>
                    <a:pt x="268" y="244"/>
                  </a:cubicBezTo>
                  <a:cubicBezTo>
                    <a:pt x="268" y="15"/>
                    <a:pt x="268" y="15"/>
                    <a:pt x="268" y="15"/>
                  </a:cubicBezTo>
                  <a:cubicBezTo>
                    <a:pt x="268" y="7"/>
                    <a:pt x="262" y="0"/>
                    <a:pt x="254" y="0"/>
                  </a:cubicBezTo>
                  <a:cubicBezTo>
                    <a:pt x="246" y="0"/>
                    <a:pt x="239" y="7"/>
                    <a:pt x="239" y="15"/>
                  </a:cubicBezTo>
                  <a:lnTo>
                    <a:pt x="239" y="15"/>
                  </a:lnTo>
                  <a:cubicBezTo>
                    <a:pt x="239" y="244"/>
                    <a:pt x="239" y="244"/>
                    <a:pt x="239" y="244"/>
                  </a:cubicBezTo>
                  <a:cubicBezTo>
                    <a:pt x="239" y="265"/>
                    <a:pt x="225" y="284"/>
                    <a:pt x="204" y="291"/>
                  </a:cubicBezTo>
                  <a:cubicBezTo>
                    <a:pt x="172" y="302"/>
                    <a:pt x="149" y="333"/>
                    <a:pt x="149" y="367"/>
                  </a:cubicBezTo>
                  <a:cubicBezTo>
                    <a:pt x="149" y="662"/>
                    <a:pt x="149" y="662"/>
                    <a:pt x="149" y="662"/>
                  </a:cubicBezTo>
                  <a:cubicBezTo>
                    <a:pt x="149" y="671"/>
                    <a:pt x="143" y="678"/>
                    <a:pt x="134" y="678"/>
                  </a:cubicBezTo>
                  <a:cubicBezTo>
                    <a:pt x="126" y="678"/>
                    <a:pt x="120" y="671"/>
                    <a:pt x="120" y="662"/>
                  </a:cubicBezTo>
                  <a:cubicBezTo>
                    <a:pt x="120" y="367"/>
                    <a:pt x="120" y="367"/>
                    <a:pt x="120" y="367"/>
                  </a:cubicBezTo>
                  <a:cubicBezTo>
                    <a:pt x="120" y="333"/>
                    <a:pt x="98" y="302"/>
                    <a:pt x="64" y="291"/>
                  </a:cubicBezTo>
                  <a:cubicBezTo>
                    <a:pt x="45" y="284"/>
                    <a:pt x="31" y="265"/>
                    <a:pt x="31" y="244"/>
                  </a:cubicBezTo>
                  <a:cubicBezTo>
                    <a:pt x="31" y="15"/>
                    <a:pt x="31" y="15"/>
                    <a:pt x="31" y="15"/>
                  </a:cubicBezTo>
                  <a:cubicBezTo>
                    <a:pt x="31" y="7"/>
                    <a:pt x="24" y="0"/>
                    <a:pt x="16" y="0"/>
                  </a:cubicBezTo>
                  <a:cubicBezTo>
                    <a:pt x="7" y="0"/>
                    <a:pt x="0" y="7"/>
                    <a:pt x="0" y="15"/>
                  </a:cubicBezTo>
                  <a:cubicBezTo>
                    <a:pt x="0" y="244"/>
                    <a:pt x="0" y="244"/>
                    <a:pt x="0" y="244"/>
                  </a:cubicBezTo>
                  <a:cubicBezTo>
                    <a:pt x="0" y="277"/>
                    <a:pt x="23" y="308"/>
                    <a:pt x="56" y="319"/>
                  </a:cubicBezTo>
                  <a:cubicBezTo>
                    <a:pt x="76" y="326"/>
                    <a:pt x="90" y="346"/>
                    <a:pt x="90" y="367"/>
                  </a:cubicBezTo>
                  <a:cubicBezTo>
                    <a:pt x="90" y="662"/>
                    <a:pt x="90" y="662"/>
                    <a:pt x="90" y="662"/>
                  </a:cubicBezTo>
                  <a:cubicBezTo>
                    <a:pt x="90" y="687"/>
                    <a:pt x="110" y="707"/>
                    <a:pt x="134" y="7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4" name="Freeform 348">
              <a:extLst>
                <a:ext uri="{FF2B5EF4-FFF2-40B4-BE49-F238E27FC236}">
                  <a16:creationId xmlns:a16="http://schemas.microsoft.com/office/drawing/2014/main" id="{85F0E580-EB70-2CE1-BF9F-4CD43AF12B88}"/>
                </a:ext>
              </a:extLst>
            </p:cNvPr>
            <p:cNvSpPr>
              <a:spLocks noChangeArrowheads="1"/>
            </p:cNvSpPr>
            <p:nvPr/>
          </p:nvSpPr>
          <p:spPr bwMode="auto">
            <a:xfrm>
              <a:off x="8250238" y="5819775"/>
              <a:ext cx="11112" cy="96838"/>
            </a:xfrm>
            <a:custGeom>
              <a:avLst/>
              <a:gdLst>
                <a:gd name="T0" fmla="*/ 0 w 30"/>
                <a:gd name="T1" fmla="*/ 15 h 269"/>
                <a:gd name="T2" fmla="*/ 0 w 30"/>
                <a:gd name="T3" fmla="*/ 15 h 269"/>
                <a:gd name="T4" fmla="*/ 0 w 30"/>
                <a:gd name="T5" fmla="*/ 254 h 269"/>
                <a:gd name="T6" fmla="*/ 14 w 30"/>
                <a:gd name="T7" fmla="*/ 268 h 269"/>
                <a:gd name="T8" fmla="*/ 29 w 30"/>
                <a:gd name="T9" fmla="*/ 254 h 269"/>
                <a:gd name="T10" fmla="*/ 29 w 30"/>
                <a:gd name="T11" fmla="*/ 15 h 269"/>
                <a:gd name="T12" fmla="*/ 14 w 30"/>
                <a:gd name="T13" fmla="*/ 0 h 269"/>
                <a:gd name="T14" fmla="*/ 0 w 30"/>
                <a:gd name="T15" fmla="*/ 15 h 26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69">
                  <a:moveTo>
                    <a:pt x="0" y="15"/>
                  </a:moveTo>
                  <a:lnTo>
                    <a:pt x="0" y="15"/>
                  </a:lnTo>
                  <a:cubicBezTo>
                    <a:pt x="0" y="254"/>
                    <a:pt x="0" y="254"/>
                    <a:pt x="0" y="254"/>
                  </a:cubicBezTo>
                  <a:cubicBezTo>
                    <a:pt x="0" y="262"/>
                    <a:pt x="6" y="268"/>
                    <a:pt x="14" y="268"/>
                  </a:cubicBezTo>
                  <a:cubicBezTo>
                    <a:pt x="23" y="268"/>
                    <a:pt x="29" y="262"/>
                    <a:pt x="29" y="254"/>
                  </a:cubicBezTo>
                  <a:cubicBezTo>
                    <a:pt x="29" y="15"/>
                    <a:pt x="29" y="15"/>
                    <a:pt x="29" y="15"/>
                  </a:cubicBezTo>
                  <a:cubicBezTo>
                    <a:pt x="29"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5" name="Freeform 349">
              <a:extLst>
                <a:ext uri="{FF2B5EF4-FFF2-40B4-BE49-F238E27FC236}">
                  <a16:creationId xmlns:a16="http://schemas.microsoft.com/office/drawing/2014/main" id="{45027A9D-A82B-22F7-1326-F8F584569433}"/>
                </a:ext>
              </a:extLst>
            </p:cNvPr>
            <p:cNvSpPr>
              <a:spLocks noChangeArrowheads="1"/>
            </p:cNvSpPr>
            <p:nvPr/>
          </p:nvSpPr>
          <p:spPr bwMode="auto">
            <a:xfrm>
              <a:off x="8335963" y="5819775"/>
              <a:ext cx="53975" cy="257175"/>
            </a:xfrm>
            <a:custGeom>
              <a:avLst/>
              <a:gdLst>
                <a:gd name="T0" fmla="*/ 70 w 151"/>
                <a:gd name="T1" fmla="*/ 697 h 715"/>
                <a:gd name="T2" fmla="*/ 70 w 151"/>
                <a:gd name="T3" fmla="*/ 697 h 715"/>
                <a:gd name="T4" fmla="*/ 98 w 151"/>
                <a:gd name="T5" fmla="*/ 714 h 715"/>
                <a:gd name="T6" fmla="*/ 105 w 151"/>
                <a:gd name="T7" fmla="*/ 714 h 715"/>
                <a:gd name="T8" fmla="*/ 150 w 151"/>
                <a:gd name="T9" fmla="*/ 669 h 715"/>
                <a:gd name="T10" fmla="*/ 150 w 151"/>
                <a:gd name="T11" fmla="*/ 388 h 715"/>
                <a:gd name="T12" fmla="*/ 150 w 151"/>
                <a:gd name="T13" fmla="*/ 44 h 715"/>
                <a:gd name="T14" fmla="*/ 105 w 151"/>
                <a:gd name="T15" fmla="*/ 0 h 715"/>
                <a:gd name="T16" fmla="*/ 0 w 151"/>
                <a:gd name="T17" fmla="*/ 104 h 715"/>
                <a:gd name="T18" fmla="*/ 0 w 151"/>
                <a:gd name="T19" fmla="*/ 325 h 715"/>
                <a:gd name="T20" fmla="*/ 9 w 151"/>
                <a:gd name="T21" fmla="*/ 353 h 715"/>
                <a:gd name="T22" fmla="*/ 35 w 151"/>
                <a:gd name="T23" fmla="*/ 383 h 715"/>
                <a:gd name="T24" fmla="*/ 60 w 151"/>
                <a:gd name="T25" fmla="*/ 397 h 715"/>
                <a:gd name="T26" fmla="*/ 60 w 151"/>
                <a:gd name="T27" fmla="*/ 668 h 715"/>
                <a:gd name="T28" fmla="*/ 70 w 151"/>
                <a:gd name="T29" fmla="*/ 697 h 715"/>
                <a:gd name="T30" fmla="*/ 34 w 151"/>
                <a:gd name="T31" fmla="*/ 339 h 715"/>
                <a:gd name="T32" fmla="*/ 34 w 151"/>
                <a:gd name="T33" fmla="*/ 339 h 715"/>
                <a:gd name="T34" fmla="*/ 31 w 151"/>
                <a:gd name="T35" fmla="*/ 325 h 715"/>
                <a:gd name="T36" fmla="*/ 31 w 151"/>
                <a:gd name="T37" fmla="*/ 104 h 715"/>
                <a:gd name="T38" fmla="*/ 52 w 151"/>
                <a:gd name="T39" fmla="*/ 51 h 715"/>
                <a:gd name="T40" fmla="*/ 105 w 151"/>
                <a:gd name="T41" fmla="*/ 31 h 715"/>
                <a:gd name="T42" fmla="*/ 120 w 151"/>
                <a:gd name="T43" fmla="*/ 44 h 715"/>
                <a:gd name="T44" fmla="*/ 120 w 151"/>
                <a:gd name="T45" fmla="*/ 388 h 715"/>
                <a:gd name="T46" fmla="*/ 120 w 151"/>
                <a:gd name="T47" fmla="*/ 669 h 715"/>
                <a:gd name="T48" fmla="*/ 105 w 151"/>
                <a:gd name="T49" fmla="*/ 685 h 715"/>
                <a:gd name="T50" fmla="*/ 102 w 151"/>
                <a:gd name="T51" fmla="*/ 685 h 715"/>
                <a:gd name="T52" fmla="*/ 94 w 151"/>
                <a:gd name="T53" fmla="*/ 679 h 715"/>
                <a:gd name="T54" fmla="*/ 90 w 151"/>
                <a:gd name="T55" fmla="*/ 668 h 715"/>
                <a:gd name="T56" fmla="*/ 90 w 151"/>
                <a:gd name="T57" fmla="*/ 388 h 715"/>
                <a:gd name="T58" fmla="*/ 90 w 151"/>
                <a:gd name="T59" fmla="*/ 388 h 715"/>
                <a:gd name="T60" fmla="*/ 90 w 151"/>
                <a:gd name="T61" fmla="*/ 388 h 715"/>
                <a:gd name="T62" fmla="*/ 90 w 151"/>
                <a:gd name="T63" fmla="*/ 386 h 715"/>
                <a:gd name="T64" fmla="*/ 85 w 151"/>
                <a:gd name="T65" fmla="*/ 376 h 715"/>
                <a:gd name="T66" fmla="*/ 85 w 151"/>
                <a:gd name="T67" fmla="*/ 376 h 715"/>
                <a:gd name="T68" fmla="*/ 85 w 151"/>
                <a:gd name="T69" fmla="*/ 376 h 715"/>
                <a:gd name="T70" fmla="*/ 80 w 151"/>
                <a:gd name="T71" fmla="*/ 374 h 715"/>
                <a:gd name="T72" fmla="*/ 80 w 151"/>
                <a:gd name="T73" fmla="*/ 374 h 715"/>
                <a:gd name="T74" fmla="*/ 46 w 151"/>
                <a:gd name="T75" fmla="*/ 353 h 715"/>
                <a:gd name="T76" fmla="*/ 34 w 151"/>
                <a:gd name="T77" fmla="*/ 339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1" h="715">
                  <a:moveTo>
                    <a:pt x="70" y="697"/>
                  </a:moveTo>
                  <a:lnTo>
                    <a:pt x="70" y="697"/>
                  </a:lnTo>
                  <a:cubicBezTo>
                    <a:pt x="77" y="706"/>
                    <a:pt x="87" y="713"/>
                    <a:pt x="98" y="714"/>
                  </a:cubicBezTo>
                  <a:cubicBezTo>
                    <a:pt x="101" y="714"/>
                    <a:pt x="102" y="714"/>
                    <a:pt x="105" y="714"/>
                  </a:cubicBezTo>
                  <a:cubicBezTo>
                    <a:pt x="130" y="714"/>
                    <a:pt x="150" y="694"/>
                    <a:pt x="150" y="669"/>
                  </a:cubicBezTo>
                  <a:cubicBezTo>
                    <a:pt x="150" y="388"/>
                    <a:pt x="150" y="388"/>
                    <a:pt x="150" y="388"/>
                  </a:cubicBezTo>
                  <a:cubicBezTo>
                    <a:pt x="150" y="44"/>
                    <a:pt x="150" y="44"/>
                    <a:pt x="150" y="44"/>
                  </a:cubicBezTo>
                  <a:cubicBezTo>
                    <a:pt x="150" y="21"/>
                    <a:pt x="130" y="0"/>
                    <a:pt x="105" y="0"/>
                  </a:cubicBezTo>
                  <a:cubicBezTo>
                    <a:pt x="48" y="0"/>
                    <a:pt x="0" y="47"/>
                    <a:pt x="0" y="104"/>
                  </a:cubicBezTo>
                  <a:cubicBezTo>
                    <a:pt x="0" y="325"/>
                    <a:pt x="0" y="325"/>
                    <a:pt x="0" y="325"/>
                  </a:cubicBezTo>
                  <a:cubicBezTo>
                    <a:pt x="0" y="335"/>
                    <a:pt x="3" y="344"/>
                    <a:pt x="9" y="353"/>
                  </a:cubicBezTo>
                  <a:cubicBezTo>
                    <a:pt x="14" y="365"/>
                    <a:pt x="25" y="375"/>
                    <a:pt x="35" y="383"/>
                  </a:cubicBezTo>
                  <a:cubicBezTo>
                    <a:pt x="44" y="389"/>
                    <a:pt x="52" y="393"/>
                    <a:pt x="60" y="397"/>
                  </a:cubicBezTo>
                  <a:cubicBezTo>
                    <a:pt x="60" y="668"/>
                    <a:pt x="60" y="668"/>
                    <a:pt x="60" y="668"/>
                  </a:cubicBezTo>
                  <a:cubicBezTo>
                    <a:pt x="60" y="679"/>
                    <a:pt x="64" y="689"/>
                    <a:pt x="70" y="697"/>
                  </a:cubicBezTo>
                  <a:close/>
                  <a:moveTo>
                    <a:pt x="34" y="339"/>
                  </a:moveTo>
                  <a:lnTo>
                    <a:pt x="34" y="339"/>
                  </a:lnTo>
                  <a:cubicBezTo>
                    <a:pt x="32" y="333"/>
                    <a:pt x="31" y="329"/>
                    <a:pt x="31" y="325"/>
                  </a:cubicBezTo>
                  <a:cubicBezTo>
                    <a:pt x="31" y="104"/>
                    <a:pt x="31" y="104"/>
                    <a:pt x="31" y="104"/>
                  </a:cubicBezTo>
                  <a:cubicBezTo>
                    <a:pt x="31" y="84"/>
                    <a:pt x="39" y="65"/>
                    <a:pt x="52" y="51"/>
                  </a:cubicBezTo>
                  <a:cubicBezTo>
                    <a:pt x="66" y="39"/>
                    <a:pt x="84" y="31"/>
                    <a:pt x="105" y="31"/>
                  </a:cubicBezTo>
                  <a:cubicBezTo>
                    <a:pt x="113" y="31"/>
                    <a:pt x="120" y="36"/>
                    <a:pt x="120" y="44"/>
                  </a:cubicBezTo>
                  <a:cubicBezTo>
                    <a:pt x="120" y="388"/>
                    <a:pt x="120" y="388"/>
                    <a:pt x="120" y="388"/>
                  </a:cubicBezTo>
                  <a:cubicBezTo>
                    <a:pt x="120" y="669"/>
                    <a:pt x="120" y="669"/>
                    <a:pt x="120" y="669"/>
                  </a:cubicBezTo>
                  <a:cubicBezTo>
                    <a:pt x="120" y="678"/>
                    <a:pt x="113" y="685"/>
                    <a:pt x="105" y="685"/>
                  </a:cubicBezTo>
                  <a:cubicBezTo>
                    <a:pt x="102" y="685"/>
                    <a:pt x="102" y="685"/>
                    <a:pt x="102" y="685"/>
                  </a:cubicBezTo>
                  <a:cubicBezTo>
                    <a:pt x="99" y="683"/>
                    <a:pt x="97" y="682"/>
                    <a:pt x="94" y="679"/>
                  </a:cubicBezTo>
                  <a:cubicBezTo>
                    <a:pt x="91" y="676"/>
                    <a:pt x="90" y="672"/>
                    <a:pt x="90" y="668"/>
                  </a:cubicBezTo>
                  <a:cubicBezTo>
                    <a:pt x="90" y="388"/>
                    <a:pt x="90" y="388"/>
                    <a:pt x="90" y="388"/>
                  </a:cubicBezTo>
                  <a:lnTo>
                    <a:pt x="90" y="388"/>
                  </a:lnTo>
                  <a:lnTo>
                    <a:pt x="90" y="388"/>
                  </a:lnTo>
                  <a:cubicBezTo>
                    <a:pt x="90" y="386"/>
                    <a:pt x="90" y="386"/>
                    <a:pt x="90" y="386"/>
                  </a:cubicBezTo>
                  <a:cubicBezTo>
                    <a:pt x="90" y="382"/>
                    <a:pt x="88" y="379"/>
                    <a:pt x="85" y="376"/>
                  </a:cubicBezTo>
                  <a:lnTo>
                    <a:pt x="85" y="376"/>
                  </a:lnTo>
                  <a:lnTo>
                    <a:pt x="85" y="376"/>
                  </a:lnTo>
                  <a:cubicBezTo>
                    <a:pt x="84" y="375"/>
                    <a:pt x="81" y="374"/>
                    <a:pt x="80" y="374"/>
                  </a:cubicBezTo>
                  <a:lnTo>
                    <a:pt x="80" y="374"/>
                  </a:lnTo>
                  <a:cubicBezTo>
                    <a:pt x="69" y="369"/>
                    <a:pt x="55" y="361"/>
                    <a:pt x="46" y="353"/>
                  </a:cubicBezTo>
                  <a:cubicBezTo>
                    <a:pt x="41" y="348"/>
                    <a:pt x="37" y="343"/>
                    <a:pt x="34" y="3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26" name="Group 429">
            <a:extLst>
              <a:ext uri="{FF2B5EF4-FFF2-40B4-BE49-F238E27FC236}">
                <a16:creationId xmlns:a16="http://schemas.microsoft.com/office/drawing/2014/main" id="{75713014-093C-A520-5486-0C913737E145}"/>
              </a:ext>
            </a:extLst>
          </p:cNvPr>
          <p:cNvGrpSpPr/>
          <p:nvPr/>
        </p:nvGrpSpPr>
        <p:grpSpPr>
          <a:xfrm>
            <a:off x="5733131" y="2552601"/>
            <a:ext cx="257175" cy="257175"/>
            <a:chOff x="4705350" y="2898775"/>
            <a:chExt cx="257175" cy="257175"/>
          </a:xfrm>
          <a:solidFill>
            <a:schemeClr val="accent4"/>
          </a:solidFill>
        </p:grpSpPr>
        <p:sp>
          <p:nvSpPr>
            <p:cNvPr id="427" name="Freeform 350">
              <a:extLst>
                <a:ext uri="{FF2B5EF4-FFF2-40B4-BE49-F238E27FC236}">
                  <a16:creationId xmlns:a16="http://schemas.microsoft.com/office/drawing/2014/main" id="{B5F32D9C-1A8B-178C-5DEA-0E3BEF6886B1}"/>
                </a:ext>
              </a:extLst>
            </p:cNvPr>
            <p:cNvSpPr>
              <a:spLocks noChangeArrowheads="1"/>
            </p:cNvSpPr>
            <p:nvPr/>
          </p:nvSpPr>
          <p:spPr bwMode="auto">
            <a:xfrm>
              <a:off x="4705350" y="2898775"/>
              <a:ext cx="73025" cy="73025"/>
            </a:xfrm>
            <a:custGeom>
              <a:avLst/>
              <a:gdLst>
                <a:gd name="T0" fmla="*/ 0 w 202"/>
                <a:gd name="T1" fmla="*/ 186 h 202"/>
                <a:gd name="T2" fmla="*/ 0 w 202"/>
                <a:gd name="T3" fmla="*/ 186 h 202"/>
                <a:gd name="T4" fmla="*/ 16 w 202"/>
                <a:gd name="T5" fmla="*/ 201 h 202"/>
                <a:gd name="T6" fmla="*/ 31 w 202"/>
                <a:gd name="T7" fmla="*/ 186 h 202"/>
                <a:gd name="T8" fmla="*/ 31 w 202"/>
                <a:gd name="T9" fmla="*/ 186 h 202"/>
                <a:gd name="T10" fmla="*/ 31 w 202"/>
                <a:gd name="T11" fmla="*/ 45 h 202"/>
                <a:gd name="T12" fmla="*/ 45 w 202"/>
                <a:gd name="T13" fmla="*/ 30 h 202"/>
                <a:gd name="T14" fmla="*/ 187 w 202"/>
                <a:gd name="T15" fmla="*/ 30 h 202"/>
                <a:gd name="T16" fmla="*/ 201 w 202"/>
                <a:gd name="T17" fmla="*/ 16 h 202"/>
                <a:gd name="T18" fmla="*/ 187 w 202"/>
                <a:gd name="T19" fmla="*/ 0 h 202"/>
                <a:gd name="T20" fmla="*/ 45 w 202"/>
                <a:gd name="T21" fmla="*/ 0 h 202"/>
                <a:gd name="T22" fmla="*/ 0 w 202"/>
                <a:gd name="T23" fmla="*/ 45 h 202"/>
                <a:gd name="T24" fmla="*/ 0 w 202"/>
                <a:gd name="T25" fmla="*/ 186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2" h="202">
                  <a:moveTo>
                    <a:pt x="0" y="186"/>
                  </a:moveTo>
                  <a:lnTo>
                    <a:pt x="0" y="186"/>
                  </a:lnTo>
                  <a:cubicBezTo>
                    <a:pt x="0" y="194"/>
                    <a:pt x="7" y="201"/>
                    <a:pt x="16" y="201"/>
                  </a:cubicBezTo>
                  <a:cubicBezTo>
                    <a:pt x="24" y="201"/>
                    <a:pt x="31" y="194"/>
                    <a:pt x="31" y="186"/>
                  </a:cubicBezTo>
                  <a:lnTo>
                    <a:pt x="31" y="186"/>
                  </a:lnTo>
                  <a:cubicBezTo>
                    <a:pt x="31" y="45"/>
                    <a:pt x="31" y="45"/>
                    <a:pt x="31" y="45"/>
                  </a:cubicBezTo>
                  <a:cubicBezTo>
                    <a:pt x="31" y="37"/>
                    <a:pt x="37" y="30"/>
                    <a:pt x="45" y="30"/>
                  </a:cubicBezTo>
                  <a:cubicBezTo>
                    <a:pt x="187" y="30"/>
                    <a:pt x="187" y="30"/>
                    <a:pt x="187" y="30"/>
                  </a:cubicBezTo>
                  <a:cubicBezTo>
                    <a:pt x="196" y="30"/>
                    <a:pt x="201" y="24"/>
                    <a:pt x="201" y="16"/>
                  </a:cubicBezTo>
                  <a:cubicBezTo>
                    <a:pt x="201" y="7"/>
                    <a:pt x="196" y="0"/>
                    <a:pt x="187" y="0"/>
                  </a:cubicBezTo>
                  <a:cubicBezTo>
                    <a:pt x="45" y="0"/>
                    <a:pt x="45" y="0"/>
                    <a:pt x="45" y="0"/>
                  </a:cubicBezTo>
                  <a:cubicBezTo>
                    <a:pt x="21" y="0"/>
                    <a:pt x="0" y="20"/>
                    <a:pt x="0" y="45"/>
                  </a:cubicBezTo>
                  <a:lnTo>
                    <a:pt x="0" y="18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8" name="Freeform 351">
              <a:extLst>
                <a:ext uri="{FF2B5EF4-FFF2-40B4-BE49-F238E27FC236}">
                  <a16:creationId xmlns:a16="http://schemas.microsoft.com/office/drawing/2014/main" id="{85DD7DBA-76D9-44D5-6BC1-456A0C0FA815}"/>
                </a:ext>
              </a:extLst>
            </p:cNvPr>
            <p:cNvSpPr>
              <a:spLocks noChangeArrowheads="1"/>
            </p:cNvSpPr>
            <p:nvPr/>
          </p:nvSpPr>
          <p:spPr bwMode="auto">
            <a:xfrm>
              <a:off x="4705350" y="3082925"/>
              <a:ext cx="73025" cy="73025"/>
            </a:xfrm>
            <a:custGeom>
              <a:avLst/>
              <a:gdLst>
                <a:gd name="T0" fmla="*/ 45 w 202"/>
                <a:gd name="T1" fmla="*/ 200 h 201"/>
                <a:gd name="T2" fmla="*/ 45 w 202"/>
                <a:gd name="T3" fmla="*/ 200 h 201"/>
                <a:gd name="T4" fmla="*/ 187 w 202"/>
                <a:gd name="T5" fmla="*/ 200 h 201"/>
                <a:gd name="T6" fmla="*/ 201 w 202"/>
                <a:gd name="T7" fmla="*/ 185 h 201"/>
                <a:gd name="T8" fmla="*/ 187 w 202"/>
                <a:gd name="T9" fmla="*/ 171 h 201"/>
                <a:gd name="T10" fmla="*/ 45 w 202"/>
                <a:gd name="T11" fmla="*/ 171 h 201"/>
                <a:gd name="T12" fmla="*/ 31 w 202"/>
                <a:gd name="T13" fmla="*/ 156 h 201"/>
                <a:gd name="T14" fmla="*/ 31 w 202"/>
                <a:gd name="T15" fmla="*/ 15 h 201"/>
                <a:gd name="T16" fmla="*/ 16 w 202"/>
                <a:gd name="T17" fmla="*/ 0 h 201"/>
                <a:gd name="T18" fmla="*/ 0 w 202"/>
                <a:gd name="T19" fmla="*/ 15 h 201"/>
                <a:gd name="T20" fmla="*/ 0 w 202"/>
                <a:gd name="T21" fmla="*/ 156 h 201"/>
                <a:gd name="T22" fmla="*/ 45 w 202"/>
                <a:gd name="T23" fmla="*/ 20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2" h="201">
                  <a:moveTo>
                    <a:pt x="45" y="200"/>
                  </a:moveTo>
                  <a:lnTo>
                    <a:pt x="45" y="200"/>
                  </a:lnTo>
                  <a:cubicBezTo>
                    <a:pt x="187" y="200"/>
                    <a:pt x="187" y="200"/>
                    <a:pt x="187" y="200"/>
                  </a:cubicBezTo>
                  <a:cubicBezTo>
                    <a:pt x="196" y="200"/>
                    <a:pt x="201" y="193"/>
                    <a:pt x="201" y="185"/>
                  </a:cubicBezTo>
                  <a:cubicBezTo>
                    <a:pt x="201" y="177"/>
                    <a:pt x="196" y="171"/>
                    <a:pt x="187" y="171"/>
                  </a:cubicBezTo>
                  <a:cubicBezTo>
                    <a:pt x="45" y="171"/>
                    <a:pt x="45" y="171"/>
                    <a:pt x="45" y="171"/>
                  </a:cubicBezTo>
                  <a:cubicBezTo>
                    <a:pt x="37" y="171"/>
                    <a:pt x="31" y="164"/>
                    <a:pt x="31" y="156"/>
                  </a:cubicBezTo>
                  <a:cubicBezTo>
                    <a:pt x="31" y="15"/>
                    <a:pt x="31" y="15"/>
                    <a:pt x="31" y="15"/>
                  </a:cubicBezTo>
                  <a:cubicBezTo>
                    <a:pt x="31" y="7"/>
                    <a:pt x="24" y="0"/>
                    <a:pt x="16" y="0"/>
                  </a:cubicBezTo>
                  <a:cubicBezTo>
                    <a:pt x="7" y="0"/>
                    <a:pt x="0" y="7"/>
                    <a:pt x="0" y="15"/>
                  </a:cubicBezTo>
                  <a:cubicBezTo>
                    <a:pt x="0" y="156"/>
                    <a:pt x="0" y="156"/>
                    <a:pt x="0" y="156"/>
                  </a:cubicBezTo>
                  <a:cubicBezTo>
                    <a:pt x="0" y="181"/>
                    <a:pt x="21" y="200"/>
                    <a:pt x="45" y="20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9" name="Freeform 352">
              <a:extLst>
                <a:ext uri="{FF2B5EF4-FFF2-40B4-BE49-F238E27FC236}">
                  <a16:creationId xmlns:a16="http://schemas.microsoft.com/office/drawing/2014/main" id="{4DD2A2E1-D79A-F960-5FC6-71D5AE6A68B7}"/>
                </a:ext>
              </a:extLst>
            </p:cNvPr>
            <p:cNvSpPr>
              <a:spLocks noChangeArrowheads="1"/>
            </p:cNvSpPr>
            <p:nvPr/>
          </p:nvSpPr>
          <p:spPr bwMode="auto">
            <a:xfrm>
              <a:off x="4889500" y="3082925"/>
              <a:ext cx="73025" cy="73025"/>
            </a:xfrm>
            <a:custGeom>
              <a:avLst/>
              <a:gdLst>
                <a:gd name="T0" fmla="*/ 186 w 201"/>
                <a:gd name="T1" fmla="*/ 0 h 201"/>
                <a:gd name="T2" fmla="*/ 186 w 201"/>
                <a:gd name="T3" fmla="*/ 0 h 201"/>
                <a:gd name="T4" fmla="*/ 171 w 201"/>
                <a:gd name="T5" fmla="*/ 15 h 201"/>
                <a:gd name="T6" fmla="*/ 171 w 201"/>
                <a:gd name="T7" fmla="*/ 15 h 201"/>
                <a:gd name="T8" fmla="*/ 171 w 201"/>
                <a:gd name="T9" fmla="*/ 156 h 201"/>
                <a:gd name="T10" fmla="*/ 156 w 201"/>
                <a:gd name="T11" fmla="*/ 171 h 201"/>
                <a:gd name="T12" fmla="*/ 15 w 201"/>
                <a:gd name="T13" fmla="*/ 171 h 201"/>
                <a:gd name="T14" fmla="*/ 0 w 201"/>
                <a:gd name="T15" fmla="*/ 185 h 201"/>
                <a:gd name="T16" fmla="*/ 15 w 201"/>
                <a:gd name="T17" fmla="*/ 200 h 201"/>
                <a:gd name="T18" fmla="*/ 156 w 201"/>
                <a:gd name="T19" fmla="*/ 200 h 201"/>
                <a:gd name="T20" fmla="*/ 200 w 201"/>
                <a:gd name="T21" fmla="*/ 156 h 201"/>
                <a:gd name="T22" fmla="*/ 200 w 201"/>
                <a:gd name="T23" fmla="*/ 15 h 201"/>
                <a:gd name="T24" fmla="*/ 186 w 201"/>
                <a:gd name="T25" fmla="*/ 0 h 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01" h="201">
                  <a:moveTo>
                    <a:pt x="186" y="0"/>
                  </a:moveTo>
                  <a:lnTo>
                    <a:pt x="186" y="0"/>
                  </a:lnTo>
                  <a:cubicBezTo>
                    <a:pt x="178" y="0"/>
                    <a:pt x="171" y="7"/>
                    <a:pt x="171" y="15"/>
                  </a:cubicBezTo>
                  <a:lnTo>
                    <a:pt x="171" y="15"/>
                  </a:lnTo>
                  <a:cubicBezTo>
                    <a:pt x="171" y="156"/>
                    <a:pt x="171" y="156"/>
                    <a:pt x="171" y="156"/>
                  </a:cubicBezTo>
                  <a:cubicBezTo>
                    <a:pt x="171" y="164"/>
                    <a:pt x="164" y="171"/>
                    <a:pt x="156" y="171"/>
                  </a:cubicBezTo>
                  <a:cubicBezTo>
                    <a:pt x="15" y="171"/>
                    <a:pt x="15" y="171"/>
                    <a:pt x="15" y="171"/>
                  </a:cubicBezTo>
                  <a:cubicBezTo>
                    <a:pt x="7" y="171"/>
                    <a:pt x="0" y="177"/>
                    <a:pt x="0" y="185"/>
                  </a:cubicBezTo>
                  <a:cubicBezTo>
                    <a:pt x="0" y="193"/>
                    <a:pt x="7" y="200"/>
                    <a:pt x="15" y="200"/>
                  </a:cubicBezTo>
                  <a:cubicBezTo>
                    <a:pt x="156" y="200"/>
                    <a:pt x="156" y="200"/>
                    <a:pt x="156" y="200"/>
                  </a:cubicBezTo>
                  <a:cubicBezTo>
                    <a:pt x="181" y="200"/>
                    <a:pt x="200" y="181"/>
                    <a:pt x="200" y="156"/>
                  </a:cubicBezTo>
                  <a:cubicBezTo>
                    <a:pt x="200" y="15"/>
                    <a:pt x="200" y="15"/>
                    <a:pt x="200" y="15"/>
                  </a:cubicBezTo>
                  <a:cubicBezTo>
                    <a:pt x="200" y="7"/>
                    <a:pt x="195" y="0"/>
                    <a:pt x="18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0" name="Freeform 353">
              <a:extLst>
                <a:ext uri="{FF2B5EF4-FFF2-40B4-BE49-F238E27FC236}">
                  <a16:creationId xmlns:a16="http://schemas.microsoft.com/office/drawing/2014/main" id="{B8CD364C-1CAC-0449-6EDD-9D4294691C8D}"/>
                </a:ext>
              </a:extLst>
            </p:cNvPr>
            <p:cNvSpPr>
              <a:spLocks noChangeArrowheads="1"/>
            </p:cNvSpPr>
            <p:nvPr/>
          </p:nvSpPr>
          <p:spPr bwMode="auto">
            <a:xfrm>
              <a:off x="4889500" y="2898775"/>
              <a:ext cx="73025" cy="73025"/>
            </a:xfrm>
            <a:custGeom>
              <a:avLst/>
              <a:gdLst>
                <a:gd name="T0" fmla="*/ 156 w 201"/>
                <a:gd name="T1" fmla="*/ 0 h 202"/>
                <a:gd name="T2" fmla="*/ 156 w 201"/>
                <a:gd name="T3" fmla="*/ 0 h 202"/>
                <a:gd name="T4" fmla="*/ 15 w 201"/>
                <a:gd name="T5" fmla="*/ 0 h 202"/>
                <a:gd name="T6" fmla="*/ 0 w 201"/>
                <a:gd name="T7" fmla="*/ 16 h 202"/>
                <a:gd name="T8" fmla="*/ 15 w 201"/>
                <a:gd name="T9" fmla="*/ 30 h 202"/>
                <a:gd name="T10" fmla="*/ 156 w 201"/>
                <a:gd name="T11" fmla="*/ 30 h 202"/>
                <a:gd name="T12" fmla="*/ 171 w 201"/>
                <a:gd name="T13" fmla="*/ 45 h 202"/>
                <a:gd name="T14" fmla="*/ 171 w 201"/>
                <a:gd name="T15" fmla="*/ 186 h 202"/>
                <a:gd name="T16" fmla="*/ 186 w 201"/>
                <a:gd name="T17" fmla="*/ 201 h 202"/>
                <a:gd name="T18" fmla="*/ 200 w 201"/>
                <a:gd name="T19" fmla="*/ 186 h 202"/>
                <a:gd name="T20" fmla="*/ 200 w 201"/>
                <a:gd name="T21" fmla="*/ 45 h 202"/>
                <a:gd name="T22" fmla="*/ 156 w 201"/>
                <a:gd name="T23" fmla="*/ 0 h 2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201" h="202">
                  <a:moveTo>
                    <a:pt x="156" y="0"/>
                  </a:moveTo>
                  <a:lnTo>
                    <a:pt x="156" y="0"/>
                  </a:lnTo>
                  <a:cubicBezTo>
                    <a:pt x="15" y="0"/>
                    <a:pt x="15" y="0"/>
                    <a:pt x="15" y="0"/>
                  </a:cubicBezTo>
                  <a:cubicBezTo>
                    <a:pt x="7" y="0"/>
                    <a:pt x="0" y="7"/>
                    <a:pt x="0" y="16"/>
                  </a:cubicBezTo>
                  <a:cubicBezTo>
                    <a:pt x="0" y="24"/>
                    <a:pt x="7" y="30"/>
                    <a:pt x="15" y="30"/>
                  </a:cubicBezTo>
                  <a:cubicBezTo>
                    <a:pt x="156" y="30"/>
                    <a:pt x="156" y="30"/>
                    <a:pt x="156" y="30"/>
                  </a:cubicBezTo>
                  <a:cubicBezTo>
                    <a:pt x="164" y="30"/>
                    <a:pt x="171" y="37"/>
                    <a:pt x="171" y="45"/>
                  </a:cubicBezTo>
                  <a:cubicBezTo>
                    <a:pt x="171" y="186"/>
                    <a:pt x="171" y="186"/>
                    <a:pt x="171" y="186"/>
                  </a:cubicBezTo>
                  <a:cubicBezTo>
                    <a:pt x="171" y="194"/>
                    <a:pt x="178" y="201"/>
                    <a:pt x="186" y="201"/>
                  </a:cubicBezTo>
                  <a:cubicBezTo>
                    <a:pt x="195" y="201"/>
                    <a:pt x="200" y="194"/>
                    <a:pt x="200" y="186"/>
                  </a:cubicBezTo>
                  <a:cubicBezTo>
                    <a:pt x="200" y="45"/>
                    <a:pt x="200" y="45"/>
                    <a:pt x="200" y="45"/>
                  </a:cubicBezTo>
                  <a:cubicBezTo>
                    <a:pt x="200" y="20"/>
                    <a:pt x="181" y="0"/>
                    <a:pt x="15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1" name="Freeform 354">
              <a:extLst>
                <a:ext uri="{FF2B5EF4-FFF2-40B4-BE49-F238E27FC236}">
                  <a16:creationId xmlns:a16="http://schemas.microsoft.com/office/drawing/2014/main" id="{E4632ED2-CFB7-071A-D43C-92B5B27A263E}"/>
                </a:ext>
              </a:extLst>
            </p:cNvPr>
            <p:cNvSpPr>
              <a:spLocks noChangeArrowheads="1"/>
            </p:cNvSpPr>
            <p:nvPr/>
          </p:nvSpPr>
          <p:spPr bwMode="auto">
            <a:xfrm>
              <a:off x="4737100" y="2941638"/>
              <a:ext cx="11113" cy="171450"/>
            </a:xfrm>
            <a:custGeom>
              <a:avLst/>
              <a:gdLst>
                <a:gd name="T0" fmla="*/ 0 w 31"/>
                <a:gd name="T1" fmla="*/ 15 h 478"/>
                <a:gd name="T2" fmla="*/ 0 w 31"/>
                <a:gd name="T3" fmla="*/ 15 h 478"/>
                <a:gd name="T4" fmla="*/ 0 w 31"/>
                <a:gd name="T5" fmla="*/ 462 h 478"/>
                <a:gd name="T6" fmla="*/ 15 w 31"/>
                <a:gd name="T7" fmla="*/ 477 h 478"/>
                <a:gd name="T8" fmla="*/ 30 w 31"/>
                <a:gd name="T9" fmla="*/ 462 h 478"/>
                <a:gd name="T10" fmla="*/ 30 w 31"/>
                <a:gd name="T11" fmla="*/ 15 h 478"/>
                <a:gd name="T12" fmla="*/ 15 w 31"/>
                <a:gd name="T13" fmla="*/ 0 h 478"/>
                <a:gd name="T14" fmla="*/ 0 w 31"/>
                <a:gd name="T15" fmla="*/ 15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0" y="15"/>
                  </a:moveTo>
                  <a:lnTo>
                    <a:pt x="0" y="15"/>
                  </a:lnTo>
                  <a:cubicBezTo>
                    <a:pt x="0" y="462"/>
                    <a:pt x="0" y="462"/>
                    <a:pt x="0" y="462"/>
                  </a:cubicBezTo>
                  <a:cubicBezTo>
                    <a:pt x="0" y="470"/>
                    <a:pt x="7" y="477"/>
                    <a:pt x="15" y="477"/>
                  </a:cubicBezTo>
                  <a:cubicBezTo>
                    <a:pt x="23" y="477"/>
                    <a:pt x="30" y="470"/>
                    <a:pt x="30" y="462"/>
                  </a:cubicBezTo>
                  <a:cubicBezTo>
                    <a:pt x="30" y="15"/>
                    <a:pt x="30" y="15"/>
                    <a:pt x="30" y="15"/>
                  </a:cubicBezTo>
                  <a:cubicBezTo>
                    <a:pt x="30" y="7"/>
                    <a:pt x="23" y="0"/>
                    <a:pt x="15" y="0"/>
                  </a:cubicBezTo>
                  <a:cubicBezTo>
                    <a:pt x="7"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2" name="Freeform 355">
              <a:extLst>
                <a:ext uri="{FF2B5EF4-FFF2-40B4-BE49-F238E27FC236}">
                  <a16:creationId xmlns:a16="http://schemas.microsoft.com/office/drawing/2014/main" id="{A9B01FB1-E3B3-9688-4370-F02CD1B8A340}"/>
                </a:ext>
              </a:extLst>
            </p:cNvPr>
            <p:cNvSpPr>
              <a:spLocks noChangeArrowheads="1"/>
            </p:cNvSpPr>
            <p:nvPr/>
          </p:nvSpPr>
          <p:spPr bwMode="auto">
            <a:xfrm>
              <a:off x="4768850" y="2941638"/>
              <a:ext cx="11113" cy="171450"/>
            </a:xfrm>
            <a:custGeom>
              <a:avLst/>
              <a:gdLst>
                <a:gd name="T0" fmla="*/ 15 w 32"/>
                <a:gd name="T1" fmla="*/ 0 h 478"/>
                <a:gd name="T2" fmla="*/ 15 w 32"/>
                <a:gd name="T3" fmla="*/ 0 h 478"/>
                <a:gd name="T4" fmla="*/ 0 w 32"/>
                <a:gd name="T5" fmla="*/ 15 h 478"/>
                <a:gd name="T6" fmla="*/ 0 w 32"/>
                <a:gd name="T7" fmla="*/ 462 h 478"/>
                <a:gd name="T8" fmla="*/ 15 w 32"/>
                <a:gd name="T9" fmla="*/ 477 h 478"/>
                <a:gd name="T10" fmla="*/ 31 w 32"/>
                <a:gd name="T11" fmla="*/ 462 h 478"/>
                <a:gd name="T12" fmla="*/ 31 w 32"/>
                <a:gd name="T13" fmla="*/ 15 h 478"/>
                <a:gd name="T14" fmla="*/ 15 w 32"/>
                <a:gd name="T15" fmla="*/ 0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478">
                  <a:moveTo>
                    <a:pt x="15" y="0"/>
                  </a:moveTo>
                  <a:lnTo>
                    <a:pt x="15" y="0"/>
                  </a:lnTo>
                  <a:cubicBezTo>
                    <a:pt x="7" y="0"/>
                    <a:pt x="0" y="7"/>
                    <a:pt x="0" y="15"/>
                  </a:cubicBezTo>
                  <a:cubicBezTo>
                    <a:pt x="0" y="462"/>
                    <a:pt x="0" y="462"/>
                    <a:pt x="0" y="462"/>
                  </a:cubicBezTo>
                  <a:cubicBezTo>
                    <a:pt x="0" y="470"/>
                    <a:pt x="7" y="477"/>
                    <a:pt x="15" y="477"/>
                  </a:cubicBezTo>
                  <a:cubicBezTo>
                    <a:pt x="24" y="477"/>
                    <a:pt x="31" y="470"/>
                    <a:pt x="31" y="462"/>
                  </a:cubicBezTo>
                  <a:cubicBezTo>
                    <a:pt x="31" y="15"/>
                    <a:pt x="31" y="15"/>
                    <a:pt x="31" y="15"/>
                  </a:cubicBezTo>
                  <a:cubicBezTo>
                    <a:pt x="31"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3" name="Freeform 356">
              <a:extLst>
                <a:ext uri="{FF2B5EF4-FFF2-40B4-BE49-F238E27FC236}">
                  <a16:creationId xmlns:a16="http://schemas.microsoft.com/office/drawing/2014/main" id="{AC38AD14-E130-2D70-41FE-8D5156FF8BB2}"/>
                </a:ext>
              </a:extLst>
            </p:cNvPr>
            <p:cNvSpPr>
              <a:spLocks noChangeArrowheads="1"/>
            </p:cNvSpPr>
            <p:nvPr/>
          </p:nvSpPr>
          <p:spPr bwMode="auto">
            <a:xfrm>
              <a:off x="481330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5" y="0"/>
                    <a:pt x="0" y="7"/>
                    <a:pt x="0" y="15"/>
                  </a:cubicBezTo>
                  <a:cubicBezTo>
                    <a:pt x="0" y="462"/>
                    <a:pt x="0" y="462"/>
                    <a:pt x="0" y="462"/>
                  </a:cubicBezTo>
                  <a:cubicBezTo>
                    <a:pt x="0" y="470"/>
                    <a:pt x="5"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4" name="Freeform 357">
              <a:extLst>
                <a:ext uri="{FF2B5EF4-FFF2-40B4-BE49-F238E27FC236}">
                  <a16:creationId xmlns:a16="http://schemas.microsoft.com/office/drawing/2014/main" id="{C87DB169-BB80-2F1A-08E2-7C4703A419BB}"/>
                </a:ext>
              </a:extLst>
            </p:cNvPr>
            <p:cNvSpPr>
              <a:spLocks noChangeArrowheads="1"/>
            </p:cNvSpPr>
            <p:nvPr/>
          </p:nvSpPr>
          <p:spPr bwMode="auto">
            <a:xfrm>
              <a:off x="4845050" y="2941638"/>
              <a:ext cx="11113" cy="171450"/>
            </a:xfrm>
            <a:custGeom>
              <a:avLst/>
              <a:gdLst>
                <a:gd name="T0" fmla="*/ 29 w 30"/>
                <a:gd name="T1" fmla="*/ 462 h 478"/>
                <a:gd name="T2" fmla="*/ 29 w 30"/>
                <a:gd name="T3" fmla="*/ 462 h 478"/>
                <a:gd name="T4" fmla="*/ 29 w 30"/>
                <a:gd name="T5" fmla="*/ 15 h 478"/>
                <a:gd name="T6" fmla="*/ 14 w 30"/>
                <a:gd name="T7" fmla="*/ 0 h 478"/>
                <a:gd name="T8" fmla="*/ 0 w 30"/>
                <a:gd name="T9" fmla="*/ 15 h 478"/>
                <a:gd name="T10" fmla="*/ 0 w 30"/>
                <a:gd name="T11" fmla="*/ 462 h 478"/>
                <a:gd name="T12" fmla="*/ 14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2" y="0"/>
                    <a:pt x="14" y="0"/>
                  </a:cubicBezTo>
                  <a:cubicBezTo>
                    <a:pt x="6" y="0"/>
                    <a:pt x="0" y="7"/>
                    <a:pt x="0" y="15"/>
                  </a:cubicBezTo>
                  <a:cubicBezTo>
                    <a:pt x="0" y="462"/>
                    <a:pt x="0" y="462"/>
                    <a:pt x="0" y="462"/>
                  </a:cubicBezTo>
                  <a:cubicBezTo>
                    <a:pt x="0" y="470"/>
                    <a:pt x="6" y="477"/>
                    <a:pt x="14" y="477"/>
                  </a:cubicBezTo>
                  <a:cubicBezTo>
                    <a:pt x="22"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5" name="Freeform 358">
              <a:extLst>
                <a:ext uri="{FF2B5EF4-FFF2-40B4-BE49-F238E27FC236}">
                  <a16:creationId xmlns:a16="http://schemas.microsoft.com/office/drawing/2014/main" id="{23FFBF33-00D8-4B44-C29C-9533642DBC73}"/>
                </a:ext>
              </a:extLst>
            </p:cNvPr>
            <p:cNvSpPr>
              <a:spLocks noChangeArrowheads="1"/>
            </p:cNvSpPr>
            <p:nvPr/>
          </p:nvSpPr>
          <p:spPr bwMode="auto">
            <a:xfrm>
              <a:off x="4876800" y="2941638"/>
              <a:ext cx="11113" cy="171450"/>
            </a:xfrm>
            <a:custGeom>
              <a:avLst/>
              <a:gdLst>
                <a:gd name="T0" fmla="*/ 14 w 31"/>
                <a:gd name="T1" fmla="*/ 477 h 478"/>
                <a:gd name="T2" fmla="*/ 14 w 31"/>
                <a:gd name="T3" fmla="*/ 477 h 478"/>
                <a:gd name="T4" fmla="*/ 30 w 31"/>
                <a:gd name="T5" fmla="*/ 462 h 478"/>
                <a:gd name="T6" fmla="*/ 30 w 31"/>
                <a:gd name="T7" fmla="*/ 15 h 478"/>
                <a:gd name="T8" fmla="*/ 14 w 31"/>
                <a:gd name="T9" fmla="*/ 0 h 478"/>
                <a:gd name="T10" fmla="*/ 0 w 31"/>
                <a:gd name="T11" fmla="*/ 15 h 478"/>
                <a:gd name="T12" fmla="*/ 0 w 31"/>
                <a:gd name="T13" fmla="*/ 462 h 478"/>
                <a:gd name="T14" fmla="*/ 14 w 31"/>
                <a:gd name="T15" fmla="*/ 477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478">
                  <a:moveTo>
                    <a:pt x="14" y="477"/>
                  </a:moveTo>
                  <a:lnTo>
                    <a:pt x="14" y="477"/>
                  </a:lnTo>
                  <a:cubicBezTo>
                    <a:pt x="23" y="477"/>
                    <a:pt x="30" y="470"/>
                    <a:pt x="30" y="462"/>
                  </a:cubicBezTo>
                  <a:cubicBezTo>
                    <a:pt x="30" y="15"/>
                    <a:pt x="30" y="15"/>
                    <a:pt x="30" y="15"/>
                  </a:cubicBezTo>
                  <a:cubicBezTo>
                    <a:pt x="30" y="7"/>
                    <a:pt x="23" y="0"/>
                    <a:pt x="14" y="0"/>
                  </a:cubicBezTo>
                  <a:cubicBezTo>
                    <a:pt x="6" y="0"/>
                    <a:pt x="0" y="7"/>
                    <a:pt x="0" y="15"/>
                  </a:cubicBezTo>
                  <a:cubicBezTo>
                    <a:pt x="0" y="462"/>
                    <a:pt x="0" y="462"/>
                    <a:pt x="0" y="462"/>
                  </a:cubicBezTo>
                  <a:cubicBezTo>
                    <a:pt x="0" y="470"/>
                    <a:pt x="6" y="477"/>
                    <a:pt x="14" y="47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6" name="Freeform 359">
              <a:extLst>
                <a:ext uri="{FF2B5EF4-FFF2-40B4-BE49-F238E27FC236}">
                  <a16:creationId xmlns:a16="http://schemas.microsoft.com/office/drawing/2014/main" id="{AD66C62D-E8FA-20FB-B424-C38F0CD9798F}"/>
                </a:ext>
              </a:extLst>
            </p:cNvPr>
            <p:cNvSpPr>
              <a:spLocks noChangeArrowheads="1"/>
            </p:cNvSpPr>
            <p:nvPr/>
          </p:nvSpPr>
          <p:spPr bwMode="auto">
            <a:xfrm>
              <a:off x="4919663" y="2941638"/>
              <a:ext cx="11112" cy="171450"/>
            </a:xfrm>
            <a:custGeom>
              <a:avLst/>
              <a:gdLst>
                <a:gd name="T0" fmla="*/ 29 w 30"/>
                <a:gd name="T1" fmla="*/ 462 h 478"/>
                <a:gd name="T2" fmla="*/ 29 w 30"/>
                <a:gd name="T3" fmla="*/ 462 h 478"/>
                <a:gd name="T4" fmla="*/ 29 w 30"/>
                <a:gd name="T5" fmla="*/ 15 h 478"/>
                <a:gd name="T6" fmla="*/ 15 w 30"/>
                <a:gd name="T7" fmla="*/ 0 h 478"/>
                <a:gd name="T8" fmla="*/ 0 w 30"/>
                <a:gd name="T9" fmla="*/ 15 h 478"/>
                <a:gd name="T10" fmla="*/ 0 w 30"/>
                <a:gd name="T11" fmla="*/ 462 h 478"/>
                <a:gd name="T12" fmla="*/ 15 w 30"/>
                <a:gd name="T13" fmla="*/ 477 h 478"/>
                <a:gd name="T14" fmla="*/ 29 w 30"/>
                <a:gd name="T15" fmla="*/ 462 h 47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478">
                  <a:moveTo>
                    <a:pt x="29" y="462"/>
                  </a:moveTo>
                  <a:lnTo>
                    <a:pt x="29" y="462"/>
                  </a:lnTo>
                  <a:cubicBezTo>
                    <a:pt x="29" y="15"/>
                    <a:pt x="29" y="15"/>
                    <a:pt x="29" y="15"/>
                  </a:cubicBezTo>
                  <a:cubicBezTo>
                    <a:pt x="29" y="7"/>
                    <a:pt x="24" y="0"/>
                    <a:pt x="15" y="0"/>
                  </a:cubicBezTo>
                  <a:cubicBezTo>
                    <a:pt x="7" y="0"/>
                    <a:pt x="0" y="7"/>
                    <a:pt x="0" y="15"/>
                  </a:cubicBezTo>
                  <a:cubicBezTo>
                    <a:pt x="0" y="462"/>
                    <a:pt x="0" y="462"/>
                    <a:pt x="0" y="462"/>
                  </a:cubicBezTo>
                  <a:cubicBezTo>
                    <a:pt x="0" y="470"/>
                    <a:pt x="7" y="477"/>
                    <a:pt x="15" y="477"/>
                  </a:cubicBezTo>
                  <a:cubicBezTo>
                    <a:pt x="24" y="477"/>
                    <a:pt x="29" y="470"/>
                    <a:pt x="29" y="4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37" name="Group 440">
            <a:extLst>
              <a:ext uri="{FF2B5EF4-FFF2-40B4-BE49-F238E27FC236}">
                <a16:creationId xmlns:a16="http://schemas.microsoft.com/office/drawing/2014/main" id="{05356F3D-E777-C3BC-FE45-DDDFEA910796}"/>
              </a:ext>
            </a:extLst>
          </p:cNvPr>
          <p:cNvGrpSpPr/>
          <p:nvPr/>
        </p:nvGrpSpPr>
        <p:grpSpPr>
          <a:xfrm>
            <a:off x="5733131" y="1565176"/>
            <a:ext cx="257175" cy="171450"/>
            <a:chOff x="4705350" y="1916113"/>
            <a:chExt cx="257175" cy="171450"/>
          </a:xfrm>
          <a:solidFill>
            <a:schemeClr val="accent4"/>
          </a:solidFill>
        </p:grpSpPr>
        <p:sp>
          <p:nvSpPr>
            <p:cNvPr id="438" name="Freeform 360">
              <a:extLst>
                <a:ext uri="{FF2B5EF4-FFF2-40B4-BE49-F238E27FC236}">
                  <a16:creationId xmlns:a16="http://schemas.microsoft.com/office/drawing/2014/main" id="{2525E1FA-5FA9-D899-5948-35EBE55E9854}"/>
                </a:ext>
              </a:extLst>
            </p:cNvPr>
            <p:cNvSpPr>
              <a:spLocks noChangeArrowheads="1"/>
            </p:cNvSpPr>
            <p:nvPr/>
          </p:nvSpPr>
          <p:spPr bwMode="auto">
            <a:xfrm>
              <a:off x="4705350" y="1916113"/>
              <a:ext cx="257175" cy="171450"/>
            </a:xfrm>
            <a:custGeom>
              <a:avLst/>
              <a:gdLst>
                <a:gd name="T0" fmla="*/ 45 w 715"/>
                <a:gd name="T1" fmla="*/ 475 h 476"/>
                <a:gd name="T2" fmla="*/ 45 w 715"/>
                <a:gd name="T3" fmla="*/ 475 h 476"/>
                <a:gd name="T4" fmla="*/ 581 w 715"/>
                <a:gd name="T5" fmla="*/ 475 h 476"/>
                <a:gd name="T6" fmla="*/ 625 w 715"/>
                <a:gd name="T7" fmla="*/ 431 h 476"/>
                <a:gd name="T8" fmla="*/ 625 w 715"/>
                <a:gd name="T9" fmla="*/ 386 h 476"/>
                <a:gd name="T10" fmla="*/ 670 w 715"/>
                <a:gd name="T11" fmla="*/ 386 h 476"/>
                <a:gd name="T12" fmla="*/ 714 w 715"/>
                <a:gd name="T13" fmla="*/ 341 h 476"/>
                <a:gd name="T14" fmla="*/ 714 w 715"/>
                <a:gd name="T15" fmla="*/ 44 h 476"/>
                <a:gd name="T16" fmla="*/ 670 w 715"/>
                <a:gd name="T17" fmla="*/ 0 h 476"/>
                <a:gd name="T18" fmla="*/ 134 w 715"/>
                <a:gd name="T19" fmla="*/ 0 h 476"/>
                <a:gd name="T20" fmla="*/ 90 w 715"/>
                <a:gd name="T21" fmla="*/ 44 h 476"/>
                <a:gd name="T22" fmla="*/ 90 w 715"/>
                <a:gd name="T23" fmla="*/ 89 h 476"/>
                <a:gd name="T24" fmla="*/ 45 w 715"/>
                <a:gd name="T25" fmla="*/ 89 h 476"/>
                <a:gd name="T26" fmla="*/ 0 w 715"/>
                <a:gd name="T27" fmla="*/ 134 h 476"/>
                <a:gd name="T28" fmla="*/ 0 w 715"/>
                <a:gd name="T29" fmla="*/ 431 h 476"/>
                <a:gd name="T30" fmla="*/ 45 w 715"/>
                <a:gd name="T31" fmla="*/ 475 h 476"/>
                <a:gd name="T32" fmla="*/ 120 w 715"/>
                <a:gd name="T33" fmla="*/ 44 h 476"/>
                <a:gd name="T34" fmla="*/ 120 w 715"/>
                <a:gd name="T35" fmla="*/ 44 h 476"/>
                <a:gd name="T36" fmla="*/ 134 w 715"/>
                <a:gd name="T37" fmla="*/ 29 h 476"/>
                <a:gd name="T38" fmla="*/ 670 w 715"/>
                <a:gd name="T39" fmla="*/ 29 h 476"/>
                <a:gd name="T40" fmla="*/ 685 w 715"/>
                <a:gd name="T41" fmla="*/ 44 h 476"/>
                <a:gd name="T42" fmla="*/ 685 w 715"/>
                <a:gd name="T43" fmla="*/ 341 h 476"/>
                <a:gd name="T44" fmla="*/ 670 w 715"/>
                <a:gd name="T45" fmla="*/ 357 h 476"/>
                <a:gd name="T46" fmla="*/ 625 w 715"/>
                <a:gd name="T47" fmla="*/ 357 h 476"/>
                <a:gd name="T48" fmla="*/ 625 w 715"/>
                <a:gd name="T49" fmla="*/ 134 h 476"/>
                <a:gd name="T50" fmla="*/ 581 w 715"/>
                <a:gd name="T51" fmla="*/ 89 h 476"/>
                <a:gd name="T52" fmla="*/ 120 w 715"/>
                <a:gd name="T53" fmla="*/ 89 h 476"/>
                <a:gd name="T54" fmla="*/ 120 w 715"/>
                <a:gd name="T55" fmla="*/ 44 h 476"/>
                <a:gd name="T56" fmla="*/ 31 w 715"/>
                <a:gd name="T57" fmla="*/ 134 h 476"/>
                <a:gd name="T58" fmla="*/ 31 w 715"/>
                <a:gd name="T59" fmla="*/ 134 h 476"/>
                <a:gd name="T60" fmla="*/ 45 w 715"/>
                <a:gd name="T61" fmla="*/ 118 h 476"/>
                <a:gd name="T62" fmla="*/ 581 w 715"/>
                <a:gd name="T63" fmla="*/ 118 h 476"/>
                <a:gd name="T64" fmla="*/ 596 w 715"/>
                <a:gd name="T65" fmla="*/ 134 h 476"/>
                <a:gd name="T66" fmla="*/ 596 w 715"/>
                <a:gd name="T67" fmla="*/ 431 h 476"/>
                <a:gd name="T68" fmla="*/ 581 w 715"/>
                <a:gd name="T69" fmla="*/ 446 h 476"/>
                <a:gd name="T70" fmla="*/ 45 w 715"/>
                <a:gd name="T71" fmla="*/ 446 h 476"/>
                <a:gd name="T72" fmla="*/ 31 w 715"/>
                <a:gd name="T73" fmla="*/ 431 h 476"/>
                <a:gd name="T74" fmla="*/ 31 w 715"/>
                <a:gd name="T75" fmla="*/ 134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715" h="476">
                  <a:moveTo>
                    <a:pt x="45" y="475"/>
                  </a:moveTo>
                  <a:lnTo>
                    <a:pt x="45" y="475"/>
                  </a:lnTo>
                  <a:cubicBezTo>
                    <a:pt x="581" y="475"/>
                    <a:pt x="581" y="475"/>
                    <a:pt x="581" y="475"/>
                  </a:cubicBezTo>
                  <a:cubicBezTo>
                    <a:pt x="606" y="475"/>
                    <a:pt x="625" y="456"/>
                    <a:pt x="625" y="431"/>
                  </a:cubicBezTo>
                  <a:cubicBezTo>
                    <a:pt x="625" y="386"/>
                    <a:pt x="625" y="386"/>
                    <a:pt x="625" y="386"/>
                  </a:cubicBezTo>
                  <a:cubicBezTo>
                    <a:pt x="670" y="386"/>
                    <a:pt x="670" y="386"/>
                    <a:pt x="670" y="386"/>
                  </a:cubicBezTo>
                  <a:cubicBezTo>
                    <a:pt x="695" y="386"/>
                    <a:pt x="714" y="367"/>
                    <a:pt x="714" y="341"/>
                  </a:cubicBezTo>
                  <a:cubicBezTo>
                    <a:pt x="714" y="44"/>
                    <a:pt x="714" y="44"/>
                    <a:pt x="714" y="44"/>
                  </a:cubicBezTo>
                  <a:cubicBezTo>
                    <a:pt x="714" y="19"/>
                    <a:pt x="695" y="0"/>
                    <a:pt x="670" y="0"/>
                  </a:cubicBezTo>
                  <a:cubicBezTo>
                    <a:pt x="134" y="0"/>
                    <a:pt x="134" y="0"/>
                    <a:pt x="134" y="0"/>
                  </a:cubicBezTo>
                  <a:cubicBezTo>
                    <a:pt x="111" y="0"/>
                    <a:pt x="90" y="19"/>
                    <a:pt x="90" y="44"/>
                  </a:cubicBezTo>
                  <a:cubicBezTo>
                    <a:pt x="90" y="89"/>
                    <a:pt x="90" y="89"/>
                    <a:pt x="90" y="89"/>
                  </a:cubicBezTo>
                  <a:cubicBezTo>
                    <a:pt x="45" y="89"/>
                    <a:pt x="45" y="89"/>
                    <a:pt x="45" y="89"/>
                  </a:cubicBezTo>
                  <a:cubicBezTo>
                    <a:pt x="21" y="89"/>
                    <a:pt x="0" y="109"/>
                    <a:pt x="0" y="134"/>
                  </a:cubicBezTo>
                  <a:cubicBezTo>
                    <a:pt x="0" y="431"/>
                    <a:pt x="0" y="431"/>
                    <a:pt x="0" y="431"/>
                  </a:cubicBezTo>
                  <a:cubicBezTo>
                    <a:pt x="0" y="456"/>
                    <a:pt x="21" y="475"/>
                    <a:pt x="45" y="475"/>
                  </a:cubicBezTo>
                  <a:close/>
                  <a:moveTo>
                    <a:pt x="120" y="44"/>
                  </a:moveTo>
                  <a:lnTo>
                    <a:pt x="120" y="44"/>
                  </a:lnTo>
                  <a:cubicBezTo>
                    <a:pt x="120" y="36"/>
                    <a:pt x="126" y="29"/>
                    <a:pt x="134" y="29"/>
                  </a:cubicBezTo>
                  <a:cubicBezTo>
                    <a:pt x="670" y="29"/>
                    <a:pt x="670" y="29"/>
                    <a:pt x="670" y="29"/>
                  </a:cubicBezTo>
                  <a:cubicBezTo>
                    <a:pt x="678" y="29"/>
                    <a:pt x="685" y="36"/>
                    <a:pt x="685" y="44"/>
                  </a:cubicBezTo>
                  <a:cubicBezTo>
                    <a:pt x="685" y="341"/>
                    <a:pt x="685" y="341"/>
                    <a:pt x="685" y="341"/>
                  </a:cubicBezTo>
                  <a:cubicBezTo>
                    <a:pt x="685" y="350"/>
                    <a:pt x="678" y="357"/>
                    <a:pt x="670" y="357"/>
                  </a:cubicBezTo>
                  <a:cubicBezTo>
                    <a:pt x="625" y="357"/>
                    <a:pt x="625" y="357"/>
                    <a:pt x="625" y="357"/>
                  </a:cubicBezTo>
                  <a:cubicBezTo>
                    <a:pt x="625" y="134"/>
                    <a:pt x="625" y="134"/>
                    <a:pt x="625" y="134"/>
                  </a:cubicBezTo>
                  <a:cubicBezTo>
                    <a:pt x="625" y="109"/>
                    <a:pt x="606" y="89"/>
                    <a:pt x="581" y="89"/>
                  </a:cubicBezTo>
                  <a:cubicBezTo>
                    <a:pt x="120" y="89"/>
                    <a:pt x="120" y="89"/>
                    <a:pt x="120" y="89"/>
                  </a:cubicBezTo>
                  <a:lnTo>
                    <a:pt x="120" y="44"/>
                  </a:lnTo>
                  <a:close/>
                  <a:moveTo>
                    <a:pt x="31" y="134"/>
                  </a:moveTo>
                  <a:lnTo>
                    <a:pt x="31" y="134"/>
                  </a:lnTo>
                  <a:cubicBezTo>
                    <a:pt x="31" y="125"/>
                    <a:pt x="37" y="118"/>
                    <a:pt x="45" y="118"/>
                  </a:cubicBezTo>
                  <a:cubicBezTo>
                    <a:pt x="581" y="118"/>
                    <a:pt x="581" y="118"/>
                    <a:pt x="581" y="118"/>
                  </a:cubicBezTo>
                  <a:cubicBezTo>
                    <a:pt x="589" y="118"/>
                    <a:pt x="596" y="125"/>
                    <a:pt x="596" y="134"/>
                  </a:cubicBezTo>
                  <a:cubicBezTo>
                    <a:pt x="596" y="431"/>
                    <a:pt x="596" y="431"/>
                    <a:pt x="596" y="431"/>
                  </a:cubicBezTo>
                  <a:cubicBezTo>
                    <a:pt x="596" y="439"/>
                    <a:pt x="589" y="446"/>
                    <a:pt x="581" y="446"/>
                  </a:cubicBezTo>
                  <a:cubicBezTo>
                    <a:pt x="45" y="446"/>
                    <a:pt x="45" y="446"/>
                    <a:pt x="45" y="446"/>
                  </a:cubicBezTo>
                  <a:cubicBezTo>
                    <a:pt x="37" y="446"/>
                    <a:pt x="31" y="439"/>
                    <a:pt x="31" y="431"/>
                  </a:cubicBezTo>
                  <a:lnTo>
                    <a:pt x="31" y="13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9" name="Freeform 361">
              <a:extLst>
                <a:ext uri="{FF2B5EF4-FFF2-40B4-BE49-F238E27FC236}">
                  <a16:creationId xmlns:a16="http://schemas.microsoft.com/office/drawing/2014/main" id="{9A11D940-1C45-3300-FAFD-654B278CA059}"/>
                </a:ext>
              </a:extLst>
            </p:cNvPr>
            <p:cNvSpPr>
              <a:spLocks noChangeArrowheads="1"/>
            </p:cNvSpPr>
            <p:nvPr/>
          </p:nvSpPr>
          <p:spPr bwMode="auto">
            <a:xfrm>
              <a:off x="4781550" y="1979613"/>
              <a:ext cx="74613" cy="74612"/>
            </a:xfrm>
            <a:custGeom>
              <a:avLst/>
              <a:gdLst>
                <a:gd name="T0" fmla="*/ 103 w 208"/>
                <a:gd name="T1" fmla="*/ 208 h 209"/>
                <a:gd name="T2" fmla="*/ 103 w 208"/>
                <a:gd name="T3" fmla="*/ 208 h 209"/>
                <a:gd name="T4" fmla="*/ 207 w 208"/>
                <a:gd name="T5" fmla="*/ 103 h 209"/>
                <a:gd name="T6" fmla="*/ 103 w 208"/>
                <a:gd name="T7" fmla="*/ 0 h 209"/>
                <a:gd name="T8" fmla="*/ 0 w 208"/>
                <a:gd name="T9" fmla="*/ 103 h 209"/>
                <a:gd name="T10" fmla="*/ 103 w 208"/>
                <a:gd name="T11" fmla="*/ 208 h 209"/>
                <a:gd name="T12" fmla="*/ 51 w 208"/>
                <a:gd name="T13" fmla="*/ 52 h 209"/>
                <a:gd name="T14" fmla="*/ 51 w 208"/>
                <a:gd name="T15" fmla="*/ 52 h 209"/>
                <a:gd name="T16" fmla="*/ 103 w 208"/>
                <a:gd name="T17" fmla="*/ 30 h 209"/>
                <a:gd name="T18" fmla="*/ 156 w 208"/>
                <a:gd name="T19" fmla="*/ 52 h 209"/>
                <a:gd name="T20" fmla="*/ 178 w 208"/>
                <a:gd name="T21" fmla="*/ 103 h 209"/>
                <a:gd name="T22" fmla="*/ 156 w 208"/>
                <a:gd name="T23" fmla="*/ 156 h 209"/>
                <a:gd name="T24" fmla="*/ 103 w 208"/>
                <a:gd name="T25" fmla="*/ 179 h 209"/>
                <a:gd name="T26" fmla="*/ 51 w 208"/>
                <a:gd name="T27" fmla="*/ 156 h 209"/>
                <a:gd name="T28" fmla="*/ 29 w 208"/>
                <a:gd name="T29" fmla="*/ 103 h 209"/>
                <a:gd name="T30" fmla="*/ 51 w 208"/>
                <a:gd name="T31" fmla="*/ 52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08" h="209">
                  <a:moveTo>
                    <a:pt x="103" y="208"/>
                  </a:moveTo>
                  <a:lnTo>
                    <a:pt x="103" y="208"/>
                  </a:lnTo>
                  <a:cubicBezTo>
                    <a:pt x="161" y="208"/>
                    <a:pt x="207" y="162"/>
                    <a:pt x="207" y="103"/>
                  </a:cubicBezTo>
                  <a:cubicBezTo>
                    <a:pt x="207" y="46"/>
                    <a:pt x="161" y="0"/>
                    <a:pt x="103" y="0"/>
                  </a:cubicBezTo>
                  <a:cubicBezTo>
                    <a:pt x="46" y="0"/>
                    <a:pt x="0" y="46"/>
                    <a:pt x="0" y="103"/>
                  </a:cubicBezTo>
                  <a:cubicBezTo>
                    <a:pt x="0" y="162"/>
                    <a:pt x="46" y="208"/>
                    <a:pt x="103" y="208"/>
                  </a:cubicBezTo>
                  <a:close/>
                  <a:moveTo>
                    <a:pt x="51" y="52"/>
                  </a:moveTo>
                  <a:lnTo>
                    <a:pt x="51" y="52"/>
                  </a:lnTo>
                  <a:cubicBezTo>
                    <a:pt x="64" y="38"/>
                    <a:pt x="83" y="30"/>
                    <a:pt x="103" y="30"/>
                  </a:cubicBezTo>
                  <a:cubicBezTo>
                    <a:pt x="124" y="30"/>
                    <a:pt x="142" y="38"/>
                    <a:pt x="156" y="52"/>
                  </a:cubicBezTo>
                  <a:cubicBezTo>
                    <a:pt x="170" y="64"/>
                    <a:pt x="178" y="84"/>
                    <a:pt x="178" y="103"/>
                  </a:cubicBezTo>
                  <a:cubicBezTo>
                    <a:pt x="178" y="124"/>
                    <a:pt x="170" y="143"/>
                    <a:pt x="156" y="156"/>
                  </a:cubicBezTo>
                  <a:cubicBezTo>
                    <a:pt x="142" y="170"/>
                    <a:pt x="124" y="179"/>
                    <a:pt x="103" y="179"/>
                  </a:cubicBezTo>
                  <a:cubicBezTo>
                    <a:pt x="83" y="179"/>
                    <a:pt x="64" y="170"/>
                    <a:pt x="51" y="156"/>
                  </a:cubicBezTo>
                  <a:cubicBezTo>
                    <a:pt x="37" y="143"/>
                    <a:pt x="29" y="124"/>
                    <a:pt x="29" y="103"/>
                  </a:cubicBezTo>
                  <a:cubicBezTo>
                    <a:pt x="29" y="84"/>
                    <a:pt x="37" y="64"/>
                    <a:pt x="51" y="5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0" name="Group 443">
            <a:extLst>
              <a:ext uri="{FF2B5EF4-FFF2-40B4-BE49-F238E27FC236}">
                <a16:creationId xmlns:a16="http://schemas.microsoft.com/office/drawing/2014/main" id="{7B053AA3-FB03-840A-B07E-7490019DE605}"/>
              </a:ext>
            </a:extLst>
          </p:cNvPr>
          <p:cNvGrpSpPr/>
          <p:nvPr/>
        </p:nvGrpSpPr>
        <p:grpSpPr>
          <a:xfrm>
            <a:off x="5234656" y="1015901"/>
            <a:ext cx="204788" cy="257175"/>
            <a:chOff x="4206875" y="1350963"/>
            <a:chExt cx="204788" cy="257175"/>
          </a:xfrm>
          <a:solidFill>
            <a:schemeClr val="accent4"/>
          </a:solidFill>
        </p:grpSpPr>
        <p:sp>
          <p:nvSpPr>
            <p:cNvPr id="441" name="Freeform 362">
              <a:extLst>
                <a:ext uri="{FF2B5EF4-FFF2-40B4-BE49-F238E27FC236}">
                  <a16:creationId xmlns:a16="http://schemas.microsoft.com/office/drawing/2014/main" id="{2E73E4F8-2300-FC1F-7322-223660466723}"/>
                </a:ext>
              </a:extLst>
            </p:cNvPr>
            <p:cNvSpPr>
              <a:spLocks noChangeArrowheads="1"/>
            </p:cNvSpPr>
            <p:nvPr/>
          </p:nvSpPr>
          <p:spPr bwMode="auto">
            <a:xfrm>
              <a:off x="4206875" y="1350963"/>
              <a:ext cx="204788" cy="257175"/>
            </a:xfrm>
            <a:custGeom>
              <a:avLst/>
              <a:gdLst>
                <a:gd name="T0" fmla="*/ 7 w 567"/>
                <a:gd name="T1" fmla="*/ 63 h 715"/>
                <a:gd name="T2" fmla="*/ 7 w 567"/>
                <a:gd name="T3" fmla="*/ 63 h 715"/>
                <a:gd name="T4" fmla="*/ 0 w 567"/>
                <a:gd name="T5" fmla="*/ 76 h 715"/>
                <a:gd name="T6" fmla="*/ 0 w 567"/>
                <a:gd name="T7" fmla="*/ 402 h 715"/>
                <a:gd name="T8" fmla="*/ 32 w 567"/>
                <a:gd name="T9" fmla="*/ 495 h 715"/>
                <a:gd name="T10" fmla="*/ 149 w 567"/>
                <a:gd name="T11" fmla="*/ 610 h 715"/>
                <a:gd name="T12" fmla="*/ 272 w 567"/>
                <a:gd name="T13" fmla="*/ 710 h 715"/>
                <a:gd name="T14" fmla="*/ 283 w 567"/>
                <a:gd name="T15" fmla="*/ 714 h 715"/>
                <a:gd name="T16" fmla="*/ 294 w 567"/>
                <a:gd name="T17" fmla="*/ 710 h 715"/>
                <a:gd name="T18" fmla="*/ 460 w 567"/>
                <a:gd name="T19" fmla="*/ 573 h 715"/>
                <a:gd name="T20" fmla="*/ 534 w 567"/>
                <a:gd name="T21" fmla="*/ 495 h 715"/>
                <a:gd name="T22" fmla="*/ 566 w 567"/>
                <a:gd name="T23" fmla="*/ 402 h 715"/>
                <a:gd name="T24" fmla="*/ 566 w 567"/>
                <a:gd name="T25" fmla="*/ 76 h 715"/>
                <a:gd name="T26" fmla="*/ 559 w 567"/>
                <a:gd name="T27" fmla="*/ 63 h 715"/>
                <a:gd name="T28" fmla="*/ 547 w 567"/>
                <a:gd name="T29" fmla="*/ 62 h 715"/>
                <a:gd name="T30" fmla="*/ 480 w 567"/>
                <a:gd name="T31" fmla="*/ 71 h 715"/>
                <a:gd name="T32" fmla="*/ 291 w 567"/>
                <a:gd name="T33" fmla="*/ 3 h 715"/>
                <a:gd name="T34" fmla="*/ 275 w 567"/>
                <a:gd name="T35" fmla="*/ 3 h 715"/>
                <a:gd name="T36" fmla="*/ 86 w 567"/>
                <a:gd name="T37" fmla="*/ 71 h 715"/>
                <a:gd name="T38" fmla="*/ 19 w 567"/>
                <a:gd name="T39" fmla="*/ 62 h 715"/>
                <a:gd name="T40" fmla="*/ 7 w 567"/>
                <a:gd name="T41" fmla="*/ 63 h 715"/>
                <a:gd name="T42" fmla="*/ 283 w 567"/>
                <a:gd name="T43" fmla="*/ 34 h 715"/>
                <a:gd name="T44" fmla="*/ 283 w 567"/>
                <a:gd name="T45" fmla="*/ 34 h 715"/>
                <a:gd name="T46" fmla="*/ 480 w 567"/>
                <a:gd name="T47" fmla="*/ 102 h 715"/>
                <a:gd name="T48" fmla="*/ 535 w 567"/>
                <a:gd name="T49" fmla="*/ 95 h 715"/>
                <a:gd name="T50" fmla="*/ 535 w 567"/>
                <a:gd name="T51" fmla="*/ 402 h 715"/>
                <a:gd name="T52" fmla="*/ 509 w 567"/>
                <a:gd name="T53" fmla="*/ 479 h 715"/>
                <a:gd name="T54" fmla="*/ 397 w 567"/>
                <a:gd name="T55" fmla="*/ 586 h 715"/>
                <a:gd name="T56" fmla="*/ 283 w 567"/>
                <a:gd name="T57" fmla="*/ 679 h 715"/>
                <a:gd name="T58" fmla="*/ 125 w 567"/>
                <a:gd name="T59" fmla="*/ 551 h 715"/>
                <a:gd name="T60" fmla="*/ 57 w 567"/>
                <a:gd name="T61" fmla="*/ 479 h 715"/>
                <a:gd name="T62" fmla="*/ 31 w 567"/>
                <a:gd name="T63" fmla="*/ 402 h 715"/>
                <a:gd name="T64" fmla="*/ 31 w 567"/>
                <a:gd name="T65" fmla="*/ 95 h 715"/>
                <a:gd name="T66" fmla="*/ 86 w 567"/>
                <a:gd name="T67" fmla="*/ 102 h 715"/>
                <a:gd name="T68" fmla="*/ 283 w 567"/>
                <a:gd name="T69" fmla="*/ 34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567" h="715">
                  <a:moveTo>
                    <a:pt x="7" y="63"/>
                  </a:moveTo>
                  <a:lnTo>
                    <a:pt x="7" y="63"/>
                  </a:lnTo>
                  <a:cubicBezTo>
                    <a:pt x="3" y="66"/>
                    <a:pt x="0" y="70"/>
                    <a:pt x="0" y="76"/>
                  </a:cubicBezTo>
                  <a:cubicBezTo>
                    <a:pt x="0" y="402"/>
                    <a:pt x="0" y="402"/>
                    <a:pt x="0" y="402"/>
                  </a:cubicBezTo>
                  <a:cubicBezTo>
                    <a:pt x="0" y="435"/>
                    <a:pt x="12" y="467"/>
                    <a:pt x="32" y="495"/>
                  </a:cubicBezTo>
                  <a:cubicBezTo>
                    <a:pt x="61" y="537"/>
                    <a:pt x="104" y="575"/>
                    <a:pt x="149" y="610"/>
                  </a:cubicBezTo>
                  <a:cubicBezTo>
                    <a:pt x="195" y="645"/>
                    <a:pt x="240" y="678"/>
                    <a:pt x="272" y="710"/>
                  </a:cubicBezTo>
                  <a:cubicBezTo>
                    <a:pt x="275" y="713"/>
                    <a:pt x="279" y="714"/>
                    <a:pt x="283" y="714"/>
                  </a:cubicBezTo>
                  <a:cubicBezTo>
                    <a:pt x="287" y="714"/>
                    <a:pt x="291" y="713"/>
                    <a:pt x="294" y="710"/>
                  </a:cubicBezTo>
                  <a:cubicBezTo>
                    <a:pt x="336" y="667"/>
                    <a:pt x="403" y="622"/>
                    <a:pt x="460" y="573"/>
                  </a:cubicBezTo>
                  <a:cubicBezTo>
                    <a:pt x="488" y="548"/>
                    <a:pt x="515" y="523"/>
                    <a:pt x="534" y="495"/>
                  </a:cubicBezTo>
                  <a:cubicBezTo>
                    <a:pt x="554" y="467"/>
                    <a:pt x="566" y="435"/>
                    <a:pt x="566" y="402"/>
                  </a:cubicBezTo>
                  <a:cubicBezTo>
                    <a:pt x="566" y="76"/>
                    <a:pt x="566" y="76"/>
                    <a:pt x="566" y="76"/>
                  </a:cubicBezTo>
                  <a:cubicBezTo>
                    <a:pt x="566" y="70"/>
                    <a:pt x="563" y="66"/>
                    <a:pt x="559" y="63"/>
                  </a:cubicBezTo>
                  <a:cubicBezTo>
                    <a:pt x="555" y="60"/>
                    <a:pt x="551" y="60"/>
                    <a:pt x="547" y="62"/>
                  </a:cubicBezTo>
                  <a:cubicBezTo>
                    <a:pt x="524" y="69"/>
                    <a:pt x="502" y="71"/>
                    <a:pt x="480" y="71"/>
                  </a:cubicBezTo>
                  <a:cubicBezTo>
                    <a:pt x="418" y="71"/>
                    <a:pt x="356" y="46"/>
                    <a:pt x="291" y="3"/>
                  </a:cubicBezTo>
                  <a:cubicBezTo>
                    <a:pt x="286" y="0"/>
                    <a:pt x="280" y="0"/>
                    <a:pt x="275" y="3"/>
                  </a:cubicBezTo>
                  <a:cubicBezTo>
                    <a:pt x="210" y="46"/>
                    <a:pt x="148" y="71"/>
                    <a:pt x="86" y="71"/>
                  </a:cubicBezTo>
                  <a:cubicBezTo>
                    <a:pt x="64" y="71"/>
                    <a:pt x="42" y="69"/>
                    <a:pt x="19" y="62"/>
                  </a:cubicBezTo>
                  <a:cubicBezTo>
                    <a:pt x="15" y="60"/>
                    <a:pt x="11" y="60"/>
                    <a:pt x="7" y="63"/>
                  </a:cubicBezTo>
                  <a:close/>
                  <a:moveTo>
                    <a:pt x="283" y="34"/>
                  </a:moveTo>
                  <a:lnTo>
                    <a:pt x="283" y="34"/>
                  </a:lnTo>
                  <a:cubicBezTo>
                    <a:pt x="347" y="74"/>
                    <a:pt x="413" y="102"/>
                    <a:pt x="480" y="102"/>
                  </a:cubicBezTo>
                  <a:cubicBezTo>
                    <a:pt x="498" y="102"/>
                    <a:pt x="517" y="99"/>
                    <a:pt x="535" y="95"/>
                  </a:cubicBezTo>
                  <a:cubicBezTo>
                    <a:pt x="535" y="402"/>
                    <a:pt x="535" y="402"/>
                    <a:pt x="535" y="402"/>
                  </a:cubicBezTo>
                  <a:cubicBezTo>
                    <a:pt x="535" y="428"/>
                    <a:pt x="526" y="454"/>
                    <a:pt x="509" y="479"/>
                  </a:cubicBezTo>
                  <a:cubicBezTo>
                    <a:pt x="484" y="515"/>
                    <a:pt x="442" y="551"/>
                    <a:pt x="397" y="586"/>
                  </a:cubicBezTo>
                  <a:cubicBezTo>
                    <a:pt x="358" y="618"/>
                    <a:pt x="316" y="649"/>
                    <a:pt x="283" y="679"/>
                  </a:cubicBezTo>
                  <a:cubicBezTo>
                    <a:pt x="237" y="636"/>
                    <a:pt x="176" y="596"/>
                    <a:pt x="125" y="551"/>
                  </a:cubicBezTo>
                  <a:cubicBezTo>
                    <a:pt x="98" y="527"/>
                    <a:pt x="74" y="504"/>
                    <a:pt x="57" y="479"/>
                  </a:cubicBezTo>
                  <a:cubicBezTo>
                    <a:pt x="40" y="454"/>
                    <a:pt x="31" y="428"/>
                    <a:pt x="31" y="402"/>
                  </a:cubicBezTo>
                  <a:cubicBezTo>
                    <a:pt x="31" y="95"/>
                    <a:pt x="31" y="95"/>
                    <a:pt x="31" y="95"/>
                  </a:cubicBezTo>
                  <a:cubicBezTo>
                    <a:pt x="49" y="99"/>
                    <a:pt x="68" y="102"/>
                    <a:pt x="86" y="102"/>
                  </a:cubicBezTo>
                  <a:cubicBezTo>
                    <a:pt x="153" y="102"/>
                    <a:pt x="219" y="74"/>
                    <a:pt x="283" y="3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2" name="Freeform 363">
              <a:extLst>
                <a:ext uri="{FF2B5EF4-FFF2-40B4-BE49-F238E27FC236}">
                  <a16:creationId xmlns:a16="http://schemas.microsoft.com/office/drawing/2014/main" id="{B9FBF4B1-8602-77F4-84D2-88131F845B10}"/>
                </a:ext>
              </a:extLst>
            </p:cNvPr>
            <p:cNvSpPr>
              <a:spLocks noChangeArrowheads="1"/>
            </p:cNvSpPr>
            <p:nvPr/>
          </p:nvSpPr>
          <p:spPr bwMode="auto">
            <a:xfrm>
              <a:off x="4265613" y="1441450"/>
              <a:ext cx="87312" cy="76200"/>
            </a:xfrm>
            <a:custGeom>
              <a:avLst/>
              <a:gdLst>
                <a:gd name="T0" fmla="*/ 95 w 242"/>
                <a:gd name="T1" fmla="*/ 205 h 211"/>
                <a:gd name="T2" fmla="*/ 95 w 242"/>
                <a:gd name="T3" fmla="*/ 205 h 211"/>
                <a:gd name="T4" fmla="*/ 106 w 242"/>
                <a:gd name="T5" fmla="*/ 209 h 211"/>
                <a:gd name="T6" fmla="*/ 117 w 242"/>
                <a:gd name="T7" fmla="*/ 204 h 211"/>
                <a:gd name="T8" fmla="*/ 237 w 242"/>
                <a:gd name="T9" fmla="*/ 25 h 211"/>
                <a:gd name="T10" fmla="*/ 233 w 242"/>
                <a:gd name="T11" fmla="*/ 4 h 211"/>
                <a:gd name="T12" fmla="*/ 212 w 242"/>
                <a:gd name="T13" fmla="*/ 8 h 211"/>
                <a:gd name="T14" fmla="*/ 212 w 242"/>
                <a:gd name="T15" fmla="*/ 8 h 211"/>
                <a:gd name="T16" fmla="*/ 103 w 242"/>
                <a:gd name="T17" fmla="*/ 171 h 211"/>
                <a:gd name="T18" fmla="*/ 27 w 242"/>
                <a:gd name="T19" fmla="*/ 95 h 211"/>
                <a:gd name="T20" fmla="*/ 6 w 242"/>
                <a:gd name="T21" fmla="*/ 95 h 211"/>
                <a:gd name="T22" fmla="*/ 6 w 242"/>
                <a:gd name="T23" fmla="*/ 116 h 211"/>
                <a:gd name="T24" fmla="*/ 95 w 242"/>
                <a:gd name="T25" fmla="*/ 205 h 2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42" h="211">
                  <a:moveTo>
                    <a:pt x="95" y="205"/>
                  </a:moveTo>
                  <a:lnTo>
                    <a:pt x="95" y="205"/>
                  </a:lnTo>
                  <a:cubicBezTo>
                    <a:pt x="98" y="209"/>
                    <a:pt x="102" y="210"/>
                    <a:pt x="106" y="209"/>
                  </a:cubicBezTo>
                  <a:cubicBezTo>
                    <a:pt x="112" y="209"/>
                    <a:pt x="114" y="206"/>
                    <a:pt x="117" y="204"/>
                  </a:cubicBezTo>
                  <a:cubicBezTo>
                    <a:pt x="237" y="25"/>
                    <a:pt x="237" y="25"/>
                    <a:pt x="237" y="25"/>
                  </a:cubicBezTo>
                  <a:cubicBezTo>
                    <a:pt x="241" y="18"/>
                    <a:pt x="239" y="8"/>
                    <a:pt x="233" y="4"/>
                  </a:cubicBezTo>
                  <a:cubicBezTo>
                    <a:pt x="226" y="0"/>
                    <a:pt x="216" y="1"/>
                    <a:pt x="212" y="8"/>
                  </a:cubicBezTo>
                  <a:lnTo>
                    <a:pt x="212" y="8"/>
                  </a:lnTo>
                  <a:cubicBezTo>
                    <a:pt x="103" y="171"/>
                    <a:pt x="103" y="171"/>
                    <a:pt x="103" y="171"/>
                  </a:cubicBezTo>
                  <a:cubicBezTo>
                    <a:pt x="27" y="95"/>
                    <a:pt x="27" y="95"/>
                    <a:pt x="27" y="95"/>
                  </a:cubicBezTo>
                  <a:cubicBezTo>
                    <a:pt x="21" y="89"/>
                    <a:pt x="11" y="89"/>
                    <a:pt x="6" y="95"/>
                  </a:cubicBezTo>
                  <a:cubicBezTo>
                    <a:pt x="0" y="100"/>
                    <a:pt x="0" y="110"/>
                    <a:pt x="6" y="116"/>
                  </a:cubicBezTo>
                  <a:lnTo>
                    <a:pt x="95" y="2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3" name="Group 446">
            <a:extLst>
              <a:ext uri="{FF2B5EF4-FFF2-40B4-BE49-F238E27FC236}">
                <a16:creationId xmlns:a16="http://schemas.microsoft.com/office/drawing/2014/main" id="{3079FFC6-5651-CBBA-27A8-291F77120E5C}"/>
              </a:ext>
            </a:extLst>
          </p:cNvPr>
          <p:cNvGrpSpPr/>
          <p:nvPr/>
        </p:nvGrpSpPr>
        <p:grpSpPr>
          <a:xfrm>
            <a:off x="5207669" y="2040632"/>
            <a:ext cx="257175" cy="246062"/>
            <a:chOff x="4179888" y="2376488"/>
            <a:chExt cx="257175" cy="246062"/>
          </a:xfrm>
          <a:solidFill>
            <a:schemeClr val="accent4"/>
          </a:solidFill>
        </p:grpSpPr>
        <p:sp>
          <p:nvSpPr>
            <p:cNvPr id="444" name="Freeform 364">
              <a:extLst>
                <a:ext uri="{FF2B5EF4-FFF2-40B4-BE49-F238E27FC236}">
                  <a16:creationId xmlns:a16="http://schemas.microsoft.com/office/drawing/2014/main" id="{4A8C988A-FEED-9880-5F0B-AEDB742AD423}"/>
                </a:ext>
              </a:extLst>
            </p:cNvPr>
            <p:cNvSpPr>
              <a:spLocks noChangeArrowheads="1"/>
            </p:cNvSpPr>
            <p:nvPr/>
          </p:nvSpPr>
          <p:spPr bwMode="auto">
            <a:xfrm>
              <a:off x="4179888" y="2376488"/>
              <a:ext cx="257175" cy="246062"/>
            </a:xfrm>
            <a:custGeom>
              <a:avLst/>
              <a:gdLst>
                <a:gd name="T0" fmla="*/ 714 w 715"/>
                <a:gd name="T1" fmla="*/ 283 h 685"/>
                <a:gd name="T2" fmla="*/ 648 w 715"/>
                <a:gd name="T3" fmla="*/ 238 h 685"/>
                <a:gd name="T4" fmla="*/ 586 w 715"/>
                <a:gd name="T5" fmla="*/ 106 h 685"/>
                <a:gd name="T6" fmla="*/ 476 w 715"/>
                <a:gd name="T7" fmla="*/ 60 h 685"/>
                <a:gd name="T8" fmla="*/ 297 w 715"/>
                <a:gd name="T9" fmla="*/ 0 h 685"/>
                <a:gd name="T10" fmla="*/ 197 w 715"/>
                <a:gd name="T11" fmla="*/ 60 h 685"/>
                <a:gd name="T12" fmla="*/ 128 w 715"/>
                <a:gd name="T13" fmla="*/ 106 h 685"/>
                <a:gd name="T14" fmla="*/ 45 w 715"/>
                <a:gd name="T15" fmla="*/ 238 h 685"/>
                <a:gd name="T16" fmla="*/ 0 w 715"/>
                <a:gd name="T17" fmla="*/ 312 h 685"/>
                <a:gd name="T18" fmla="*/ 105 w 715"/>
                <a:gd name="T19" fmla="*/ 634 h 685"/>
                <a:gd name="T20" fmla="*/ 176 w 715"/>
                <a:gd name="T21" fmla="*/ 684 h 685"/>
                <a:gd name="T22" fmla="*/ 608 w 715"/>
                <a:gd name="T23" fmla="*/ 636 h 685"/>
                <a:gd name="T24" fmla="*/ 682 w 715"/>
                <a:gd name="T25" fmla="*/ 355 h 685"/>
                <a:gd name="T26" fmla="*/ 714 w 715"/>
                <a:gd name="T27" fmla="*/ 283 h 685"/>
                <a:gd name="T28" fmla="*/ 297 w 715"/>
                <a:gd name="T29" fmla="*/ 29 h 685"/>
                <a:gd name="T30" fmla="*/ 446 w 715"/>
                <a:gd name="T31" fmla="*/ 60 h 685"/>
                <a:gd name="T32" fmla="*/ 297 w 715"/>
                <a:gd name="T33" fmla="*/ 89 h 685"/>
                <a:gd name="T34" fmla="*/ 297 w 715"/>
                <a:gd name="T35" fmla="*/ 29 h 685"/>
                <a:gd name="T36" fmla="*/ 155 w 715"/>
                <a:gd name="T37" fmla="*/ 118 h 685"/>
                <a:gd name="T38" fmla="*/ 197 w 715"/>
                <a:gd name="T39" fmla="*/ 89 h 685"/>
                <a:gd name="T40" fmla="*/ 297 w 715"/>
                <a:gd name="T41" fmla="*/ 118 h 685"/>
                <a:gd name="T42" fmla="*/ 467 w 715"/>
                <a:gd name="T43" fmla="*/ 89 h 685"/>
                <a:gd name="T44" fmla="*/ 558 w 715"/>
                <a:gd name="T45" fmla="*/ 117 h 685"/>
                <a:gd name="T46" fmla="*/ 616 w 715"/>
                <a:gd name="T47" fmla="*/ 238 h 685"/>
                <a:gd name="T48" fmla="*/ 155 w 715"/>
                <a:gd name="T49" fmla="*/ 118 h 685"/>
                <a:gd name="T50" fmla="*/ 580 w 715"/>
                <a:gd name="T51" fmla="*/ 626 h 685"/>
                <a:gd name="T52" fmla="*/ 176 w 715"/>
                <a:gd name="T53" fmla="*/ 654 h 685"/>
                <a:gd name="T54" fmla="*/ 64 w 715"/>
                <a:gd name="T55" fmla="*/ 357 h 685"/>
                <a:gd name="T56" fmla="*/ 580 w 715"/>
                <a:gd name="T57" fmla="*/ 626 h 685"/>
                <a:gd name="T58" fmla="*/ 685 w 715"/>
                <a:gd name="T59" fmla="*/ 312 h 685"/>
                <a:gd name="T60" fmla="*/ 45 w 715"/>
                <a:gd name="T61" fmla="*/ 327 h 685"/>
                <a:gd name="T62" fmla="*/ 29 w 715"/>
                <a:gd name="T63" fmla="*/ 283 h 685"/>
                <a:gd name="T64" fmla="*/ 74 w 715"/>
                <a:gd name="T65" fmla="*/ 267 h 685"/>
                <a:gd name="T66" fmla="*/ 669 w 715"/>
                <a:gd name="T67" fmla="*/ 267 h 685"/>
                <a:gd name="T68" fmla="*/ 685 w 715"/>
                <a:gd name="T69" fmla="*/ 312 h 6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15" h="685">
                  <a:moveTo>
                    <a:pt x="714" y="283"/>
                  </a:moveTo>
                  <a:lnTo>
                    <a:pt x="714" y="283"/>
                  </a:lnTo>
                  <a:cubicBezTo>
                    <a:pt x="714" y="258"/>
                    <a:pt x="695" y="238"/>
                    <a:pt x="669" y="238"/>
                  </a:cubicBezTo>
                  <a:cubicBezTo>
                    <a:pt x="648" y="238"/>
                    <a:pt x="648" y="238"/>
                    <a:pt x="648" y="238"/>
                  </a:cubicBezTo>
                  <a:cubicBezTo>
                    <a:pt x="586" y="106"/>
                    <a:pt x="586" y="106"/>
                    <a:pt x="586" y="106"/>
                  </a:cubicBezTo>
                  <a:lnTo>
                    <a:pt x="586" y="106"/>
                  </a:lnTo>
                  <a:cubicBezTo>
                    <a:pt x="575" y="78"/>
                    <a:pt x="547" y="60"/>
                    <a:pt x="517" y="60"/>
                  </a:cubicBezTo>
                  <a:cubicBezTo>
                    <a:pt x="476" y="60"/>
                    <a:pt x="476" y="60"/>
                    <a:pt x="476" y="60"/>
                  </a:cubicBezTo>
                  <a:cubicBezTo>
                    <a:pt x="476" y="26"/>
                    <a:pt x="449" y="0"/>
                    <a:pt x="417" y="0"/>
                  </a:cubicBezTo>
                  <a:cubicBezTo>
                    <a:pt x="297" y="0"/>
                    <a:pt x="297" y="0"/>
                    <a:pt x="297" y="0"/>
                  </a:cubicBezTo>
                  <a:cubicBezTo>
                    <a:pt x="265" y="0"/>
                    <a:pt x="238" y="26"/>
                    <a:pt x="238" y="60"/>
                  </a:cubicBezTo>
                  <a:cubicBezTo>
                    <a:pt x="197" y="60"/>
                    <a:pt x="197" y="60"/>
                    <a:pt x="197" y="60"/>
                  </a:cubicBezTo>
                  <a:cubicBezTo>
                    <a:pt x="167" y="60"/>
                    <a:pt x="139" y="78"/>
                    <a:pt x="128" y="106"/>
                  </a:cubicBezTo>
                  <a:lnTo>
                    <a:pt x="128" y="106"/>
                  </a:lnTo>
                  <a:cubicBezTo>
                    <a:pt x="66" y="238"/>
                    <a:pt x="66" y="238"/>
                    <a:pt x="66" y="238"/>
                  </a:cubicBezTo>
                  <a:cubicBezTo>
                    <a:pt x="45" y="238"/>
                    <a:pt x="45" y="238"/>
                    <a:pt x="45" y="238"/>
                  </a:cubicBezTo>
                  <a:cubicBezTo>
                    <a:pt x="20" y="238"/>
                    <a:pt x="0" y="258"/>
                    <a:pt x="0" y="283"/>
                  </a:cubicBezTo>
                  <a:cubicBezTo>
                    <a:pt x="0" y="312"/>
                    <a:pt x="0" y="312"/>
                    <a:pt x="0" y="312"/>
                  </a:cubicBezTo>
                  <a:cubicBezTo>
                    <a:pt x="0" y="333"/>
                    <a:pt x="14" y="350"/>
                    <a:pt x="32" y="355"/>
                  </a:cubicBezTo>
                  <a:cubicBezTo>
                    <a:pt x="105" y="634"/>
                    <a:pt x="105" y="634"/>
                    <a:pt x="105" y="634"/>
                  </a:cubicBezTo>
                  <a:cubicBezTo>
                    <a:pt x="106" y="636"/>
                    <a:pt x="106" y="636"/>
                    <a:pt x="106" y="636"/>
                  </a:cubicBezTo>
                  <a:cubicBezTo>
                    <a:pt x="116" y="665"/>
                    <a:pt x="144" y="684"/>
                    <a:pt x="176" y="684"/>
                  </a:cubicBezTo>
                  <a:cubicBezTo>
                    <a:pt x="538" y="684"/>
                    <a:pt x="538" y="684"/>
                    <a:pt x="538" y="684"/>
                  </a:cubicBezTo>
                  <a:cubicBezTo>
                    <a:pt x="570" y="684"/>
                    <a:pt x="598" y="665"/>
                    <a:pt x="608" y="636"/>
                  </a:cubicBezTo>
                  <a:cubicBezTo>
                    <a:pt x="608" y="634"/>
                    <a:pt x="608" y="634"/>
                    <a:pt x="608" y="634"/>
                  </a:cubicBezTo>
                  <a:cubicBezTo>
                    <a:pt x="682" y="355"/>
                    <a:pt x="682" y="355"/>
                    <a:pt x="682" y="355"/>
                  </a:cubicBezTo>
                  <a:cubicBezTo>
                    <a:pt x="700" y="350"/>
                    <a:pt x="714" y="333"/>
                    <a:pt x="714" y="312"/>
                  </a:cubicBezTo>
                  <a:lnTo>
                    <a:pt x="714" y="283"/>
                  </a:lnTo>
                  <a:close/>
                  <a:moveTo>
                    <a:pt x="297" y="29"/>
                  </a:moveTo>
                  <a:lnTo>
                    <a:pt x="297" y="29"/>
                  </a:lnTo>
                  <a:cubicBezTo>
                    <a:pt x="417" y="29"/>
                    <a:pt x="417" y="29"/>
                    <a:pt x="417" y="29"/>
                  </a:cubicBezTo>
                  <a:cubicBezTo>
                    <a:pt x="432" y="29"/>
                    <a:pt x="446" y="43"/>
                    <a:pt x="446" y="60"/>
                  </a:cubicBezTo>
                  <a:cubicBezTo>
                    <a:pt x="446" y="75"/>
                    <a:pt x="432" y="89"/>
                    <a:pt x="417" y="89"/>
                  </a:cubicBezTo>
                  <a:cubicBezTo>
                    <a:pt x="297" y="89"/>
                    <a:pt x="297" y="89"/>
                    <a:pt x="297" y="89"/>
                  </a:cubicBezTo>
                  <a:cubicBezTo>
                    <a:pt x="282" y="89"/>
                    <a:pt x="268" y="75"/>
                    <a:pt x="268" y="60"/>
                  </a:cubicBezTo>
                  <a:cubicBezTo>
                    <a:pt x="268" y="43"/>
                    <a:pt x="282" y="29"/>
                    <a:pt x="297" y="29"/>
                  </a:cubicBezTo>
                  <a:close/>
                  <a:moveTo>
                    <a:pt x="155" y="118"/>
                  </a:moveTo>
                  <a:lnTo>
                    <a:pt x="155" y="118"/>
                  </a:lnTo>
                  <a:cubicBezTo>
                    <a:pt x="156" y="117"/>
                    <a:pt x="156" y="117"/>
                    <a:pt x="156" y="117"/>
                  </a:cubicBezTo>
                  <a:cubicBezTo>
                    <a:pt x="163" y="100"/>
                    <a:pt x="178" y="89"/>
                    <a:pt x="197" y="89"/>
                  </a:cubicBezTo>
                  <a:cubicBezTo>
                    <a:pt x="247" y="89"/>
                    <a:pt x="247" y="89"/>
                    <a:pt x="247" y="89"/>
                  </a:cubicBezTo>
                  <a:cubicBezTo>
                    <a:pt x="257" y="107"/>
                    <a:pt x="276" y="118"/>
                    <a:pt x="297" y="118"/>
                  </a:cubicBezTo>
                  <a:cubicBezTo>
                    <a:pt x="417" y="118"/>
                    <a:pt x="417" y="118"/>
                    <a:pt x="417" y="118"/>
                  </a:cubicBezTo>
                  <a:cubicBezTo>
                    <a:pt x="438" y="118"/>
                    <a:pt x="457" y="107"/>
                    <a:pt x="467" y="89"/>
                  </a:cubicBezTo>
                  <a:cubicBezTo>
                    <a:pt x="517" y="89"/>
                    <a:pt x="517" y="89"/>
                    <a:pt x="517" y="89"/>
                  </a:cubicBezTo>
                  <a:cubicBezTo>
                    <a:pt x="536" y="89"/>
                    <a:pt x="551" y="100"/>
                    <a:pt x="558" y="117"/>
                  </a:cubicBezTo>
                  <a:cubicBezTo>
                    <a:pt x="559" y="118"/>
                    <a:pt x="559" y="118"/>
                    <a:pt x="559" y="118"/>
                  </a:cubicBezTo>
                  <a:cubicBezTo>
                    <a:pt x="616" y="238"/>
                    <a:pt x="616" y="238"/>
                    <a:pt x="616" y="238"/>
                  </a:cubicBezTo>
                  <a:cubicBezTo>
                    <a:pt x="98" y="238"/>
                    <a:pt x="98" y="238"/>
                    <a:pt x="98" y="238"/>
                  </a:cubicBezTo>
                  <a:lnTo>
                    <a:pt x="155" y="118"/>
                  </a:lnTo>
                  <a:close/>
                  <a:moveTo>
                    <a:pt x="580" y="626"/>
                  </a:moveTo>
                  <a:lnTo>
                    <a:pt x="580" y="626"/>
                  </a:lnTo>
                  <a:cubicBezTo>
                    <a:pt x="573" y="643"/>
                    <a:pt x="556" y="654"/>
                    <a:pt x="538" y="654"/>
                  </a:cubicBezTo>
                  <a:cubicBezTo>
                    <a:pt x="176" y="654"/>
                    <a:pt x="176" y="654"/>
                    <a:pt x="176" y="654"/>
                  </a:cubicBezTo>
                  <a:cubicBezTo>
                    <a:pt x="156" y="654"/>
                    <a:pt x="141" y="643"/>
                    <a:pt x="134" y="626"/>
                  </a:cubicBezTo>
                  <a:cubicBezTo>
                    <a:pt x="64" y="357"/>
                    <a:pt x="64" y="357"/>
                    <a:pt x="64" y="357"/>
                  </a:cubicBezTo>
                  <a:cubicBezTo>
                    <a:pt x="650" y="357"/>
                    <a:pt x="650" y="357"/>
                    <a:pt x="650" y="357"/>
                  </a:cubicBezTo>
                  <a:lnTo>
                    <a:pt x="580" y="626"/>
                  </a:lnTo>
                  <a:close/>
                  <a:moveTo>
                    <a:pt x="685" y="312"/>
                  </a:moveTo>
                  <a:lnTo>
                    <a:pt x="685" y="312"/>
                  </a:lnTo>
                  <a:cubicBezTo>
                    <a:pt x="685" y="320"/>
                    <a:pt x="678" y="327"/>
                    <a:pt x="669" y="327"/>
                  </a:cubicBezTo>
                  <a:cubicBezTo>
                    <a:pt x="45" y="327"/>
                    <a:pt x="45" y="327"/>
                    <a:pt x="45" y="327"/>
                  </a:cubicBezTo>
                  <a:cubicBezTo>
                    <a:pt x="36" y="327"/>
                    <a:pt x="29" y="320"/>
                    <a:pt x="29" y="312"/>
                  </a:cubicBezTo>
                  <a:cubicBezTo>
                    <a:pt x="29" y="283"/>
                    <a:pt x="29" y="283"/>
                    <a:pt x="29" y="283"/>
                  </a:cubicBezTo>
                  <a:cubicBezTo>
                    <a:pt x="29" y="274"/>
                    <a:pt x="36" y="267"/>
                    <a:pt x="45" y="267"/>
                  </a:cubicBezTo>
                  <a:cubicBezTo>
                    <a:pt x="74" y="267"/>
                    <a:pt x="74" y="267"/>
                    <a:pt x="74" y="267"/>
                  </a:cubicBezTo>
                  <a:cubicBezTo>
                    <a:pt x="640" y="267"/>
                    <a:pt x="640" y="267"/>
                    <a:pt x="640" y="267"/>
                  </a:cubicBezTo>
                  <a:cubicBezTo>
                    <a:pt x="669" y="267"/>
                    <a:pt x="669" y="267"/>
                    <a:pt x="669" y="267"/>
                  </a:cubicBezTo>
                  <a:cubicBezTo>
                    <a:pt x="678" y="267"/>
                    <a:pt x="685" y="274"/>
                    <a:pt x="685" y="283"/>
                  </a:cubicBezTo>
                  <a:lnTo>
                    <a:pt x="685" y="31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5" name="Freeform 365">
              <a:extLst>
                <a:ext uri="{FF2B5EF4-FFF2-40B4-BE49-F238E27FC236}">
                  <a16:creationId xmlns:a16="http://schemas.microsoft.com/office/drawing/2014/main" id="{B92BCB50-2DB7-EEB1-2E9E-EA0082086A41}"/>
                </a:ext>
              </a:extLst>
            </p:cNvPr>
            <p:cNvSpPr>
              <a:spLocks noChangeArrowheads="1"/>
            </p:cNvSpPr>
            <p:nvPr/>
          </p:nvSpPr>
          <p:spPr bwMode="auto">
            <a:xfrm>
              <a:off x="4256088" y="2525713"/>
              <a:ext cx="11112" cy="65087"/>
            </a:xfrm>
            <a:custGeom>
              <a:avLst/>
              <a:gdLst>
                <a:gd name="T0" fmla="*/ 15 w 31"/>
                <a:gd name="T1" fmla="*/ 178 h 179"/>
                <a:gd name="T2" fmla="*/ 15 w 31"/>
                <a:gd name="T3" fmla="*/ 178 h 179"/>
                <a:gd name="T4" fmla="*/ 30 w 31"/>
                <a:gd name="T5" fmla="*/ 163 h 179"/>
                <a:gd name="T6" fmla="*/ 30 w 31"/>
                <a:gd name="T7" fmla="*/ 14 h 179"/>
                <a:gd name="T8" fmla="*/ 15 w 31"/>
                <a:gd name="T9" fmla="*/ 0 h 179"/>
                <a:gd name="T10" fmla="*/ 0 w 31"/>
                <a:gd name="T11" fmla="*/ 14 h 179"/>
                <a:gd name="T12" fmla="*/ 0 w 31"/>
                <a:gd name="T13" fmla="*/ 163 h 179"/>
                <a:gd name="T14" fmla="*/ 15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5" y="178"/>
                  </a:moveTo>
                  <a:lnTo>
                    <a:pt x="15" y="178"/>
                  </a:lnTo>
                  <a:cubicBezTo>
                    <a:pt x="23" y="178"/>
                    <a:pt x="30" y="171"/>
                    <a:pt x="30" y="163"/>
                  </a:cubicBezTo>
                  <a:cubicBezTo>
                    <a:pt x="30" y="14"/>
                    <a:pt x="30" y="14"/>
                    <a:pt x="30" y="14"/>
                  </a:cubicBezTo>
                  <a:cubicBezTo>
                    <a:pt x="30" y="5"/>
                    <a:pt x="23"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6" name="Freeform 366">
              <a:extLst>
                <a:ext uri="{FF2B5EF4-FFF2-40B4-BE49-F238E27FC236}">
                  <a16:creationId xmlns:a16="http://schemas.microsoft.com/office/drawing/2014/main" id="{097C0C00-F357-E44B-76E1-E1968BFDEE92}"/>
                </a:ext>
              </a:extLst>
            </p:cNvPr>
            <p:cNvSpPr>
              <a:spLocks noChangeArrowheads="1"/>
            </p:cNvSpPr>
            <p:nvPr/>
          </p:nvSpPr>
          <p:spPr bwMode="auto">
            <a:xfrm>
              <a:off x="4308475" y="2525713"/>
              <a:ext cx="11113" cy="65087"/>
            </a:xfrm>
            <a:custGeom>
              <a:avLst/>
              <a:gdLst>
                <a:gd name="T0" fmla="*/ 15 w 30"/>
                <a:gd name="T1" fmla="*/ 178 h 179"/>
                <a:gd name="T2" fmla="*/ 15 w 30"/>
                <a:gd name="T3" fmla="*/ 178 h 179"/>
                <a:gd name="T4" fmla="*/ 29 w 30"/>
                <a:gd name="T5" fmla="*/ 163 h 179"/>
                <a:gd name="T6" fmla="*/ 29 w 30"/>
                <a:gd name="T7" fmla="*/ 14 h 179"/>
                <a:gd name="T8" fmla="*/ 15 w 30"/>
                <a:gd name="T9" fmla="*/ 0 h 179"/>
                <a:gd name="T10" fmla="*/ 0 w 30"/>
                <a:gd name="T11" fmla="*/ 14 h 179"/>
                <a:gd name="T12" fmla="*/ 0 w 30"/>
                <a:gd name="T13" fmla="*/ 163 h 179"/>
                <a:gd name="T14" fmla="*/ 15 w 30"/>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79">
                  <a:moveTo>
                    <a:pt x="15" y="178"/>
                  </a:moveTo>
                  <a:lnTo>
                    <a:pt x="15" y="178"/>
                  </a:lnTo>
                  <a:cubicBezTo>
                    <a:pt x="24" y="178"/>
                    <a:pt x="29" y="171"/>
                    <a:pt x="29" y="163"/>
                  </a:cubicBezTo>
                  <a:cubicBezTo>
                    <a:pt x="29" y="14"/>
                    <a:pt x="29" y="14"/>
                    <a:pt x="29" y="14"/>
                  </a:cubicBezTo>
                  <a:cubicBezTo>
                    <a:pt x="29" y="5"/>
                    <a:pt x="24" y="0"/>
                    <a:pt x="15" y="0"/>
                  </a:cubicBezTo>
                  <a:cubicBezTo>
                    <a:pt x="7" y="0"/>
                    <a:pt x="0" y="5"/>
                    <a:pt x="0" y="14"/>
                  </a:cubicBezTo>
                  <a:cubicBezTo>
                    <a:pt x="0" y="163"/>
                    <a:pt x="0" y="163"/>
                    <a:pt x="0" y="163"/>
                  </a:cubicBezTo>
                  <a:cubicBezTo>
                    <a:pt x="0" y="171"/>
                    <a:pt x="7" y="178"/>
                    <a:pt x="15"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7" name="Freeform 367">
              <a:extLst>
                <a:ext uri="{FF2B5EF4-FFF2-40B4-BE49-F238E27FC236}">
                  <a16:creationId xmlns:a16="http://schemas.microsoft.com/office/drawing/2014/main" id="{C9486AB5-7747-6DDB-D594-754318FDCE97}"/>
                </a:ext>
              </a:extLst>
            </p:cNvPr>
            <p:cNvSpPr>
              <a:spLocks noChangeArrowheads="1"/>
            </p:cNvSpPr>
            <p:nvPr/>
          </p:nvSpPr>
          <p:spPr bwMode="auto">
            <a:xfrm>
              <a:off x="4362450" y="2525713"/>
              <a:ext cx="11113" cy="65087"/>
            </a:xfrm>
            <a:custGeom>
              <a:avLst/>
              <a:gdLst>
                <a:gd name="T0" fmla="*/ 14 w 31"/>
                <a:gd name="T1" fmla="*/ 178 h 179"/>
                <a:gd name="T2" fmla="*/ 14 w 31"/>
                <a:gd name="T3" fmla="*/ 178 h 179"/>
                <a:gd name="T4" fmla="*/ 30 w 31"/>
                <a:gd name="T5" fmla="*/ 163 h 179"/>
                <a:gd name="T6" fmla="*/ 30 w 31"/>
                <a:gd name="T7" fmla="*/ 14 h 179"/>
                <a:gd name="T8" fmla="*/ 14 w 31"/>
                <a:gd name="T9" fmla="*/ 0 h 179"/>
                <a:gd name="T10" fmla="*/ 0 w 31"/>
                <a:gd name="T11" fmla="*/ 14 h 179"/>
                <a:gd name="T12" fmla="*/ 0 w 31"/>
                <a:gd name="T13" fmla="*/ 163 h 179"/>
                <a:gd name="T14" fmla="*/ 14 w 31"/>
                <a:gd name="T15" fmla="*/ 178 h 17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79">
                  <a:moveTo>
                    <a:pt x="14" y="178"/>
                  </a:moveTo>
                  <a:lnTo>
                    <a:pt x="14" y="178"/>
                  </a:lnTo>
                  <a:cubicBezTo>
                    <a:pt x="23" y="178"/>
                    <a:pt x="30" y="171"/>
                    <a:pt x="30" y="163"/>
                  </a:cubicBezTo>
                  <a:cubicBezTo>
                    <a:pt x="30" y="14"/>
                    <a:pt x="30" y="14"/>
                    <a:pt x="30" y="14"/>
                  </a:cubicBezTo>
                  <a:cubicBezTo>
                    <a:pt x="30" y="5"/>
                    <a:pt x="23" y="0"/>
                    <a:pt x="14" y="0"/>
                  </a:cubicBezTo>
                  <a:cubicBezTo>
                    <a:pt x="6" y="0"/>
                    <a:pt x="0" y="5"/>
                    <a:pt x="0" y="14"/>
                  </a:cubicBezTo>
                  <a:cubicBezTo>
                    <a:pt x="0" y="163"/>
                    <a:pt x="0" y="163"/>
                    <a:pt x="0" y="163"/>
                  </a:cubicBezTo>
                  <a:cubicBezTo>
                    <a:pt x="0" y="171"/>
                    <a:pt x="6" y="178"/>
                    <a:pt x="14" y="1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48" name="Group 451">
            <a:extLst>
              <a:ext uri="{FF2B5EF4-FFF2-40B4-BE49-F238E27FC236}">
                <a16:creationId xmlns:a16="http://schemas.microsoft.com/office/drawing/2014/main" id="{53B19650-56B2-8CD9-857B-CBEA2DDD4990}"/>
              </a:ext>
            </a:extLst>
          </p:cNvPr>
          <p:cNvGrpSpPr/>
          <p:nvPr/>
        </p:nvGrpSpPr>
        <p:grpSpPr>
          <a:xfrm>
            <a:off x="6750719" y="2077938"/>
            <a:ext cx="257175" cy="171450"/>
            <a:chOff x="5722938" y="2417763"/>
            <a:chExt cx="257175" cy="171450"/>
          </a:xfrm>
          <a:solidFill>
            <a:schemeClr val="accent4"/>
          </a:solidFill>
        </p:grpSpPr>
        <p:sp>
          <p:nvSpPr>
            <p:cNvPr id="449" name="Freeform 368">
              <a:extLst>
                <a:ext uri="{FF2B5EF4-FFF2-40B4-BE49-F238E27FC236}">
                  <a16:creationId xmlns:a16="http://schemas.microsoft.com/office/drawing/2014/main" id="{26208F79-4CEC-CD21-8A80-6D9D196663B3}"/>
                </a:ext>
              </a:extLst>
            </p:cNvPr>
            <p:cNvSpPr>
              <a:spLocks noChangeArrowheads="1"/>
            </p:cNvSpPr>
            <p:nvPr/>
          </p:nvSpPr>
          <p:spPr bwMode="auto">
            <a:xfrm>
              <a:off x="5722938" y="2417763"/>
              <a:ext cx="257175" cy="171450"/>
            </a:xfrm>
            <a:custGeom>
              <a:avLst/>
              <a:gdLst>
                <a:gd name="T0" fmla="*/ 45 w 715"/>
                <a:gd name="T1" fmla="*/ 0 h 478"/>
                <a:gd name="T2" fmla="*/ 45 w 715"/>
                <a:gd name="T3" fmla="*/ 0 h 478"/>
                <a:gd name="T4" fmla="*/ 0 w 715"/>
                <a:gd name="T5" fmla="*/ 45 h 478"/>
                <a:gd name="T6" fmla="*/ 0 w 715"/>
                <a:gd name="T7" fmla="*/ 105 h 478"/>
                <a:gd name="T8" fmla="*/ 0 w 715"/>
                <a:gd name="T9" fmla="*/ 194 h 478"/>
                <a:gd name="T10" fmla="*/ 0 w 715"/>
                <a:gd name="T11" fmla="*/ 432 h 478"/>
                <a:gd name="T12" fmla="*/ 45 w 715"/>
                <a:gd name="T13" fmla="*/ 477 h 478"/>
                <a:gd name="T14" fmla="*/ 670 w 715"/>
                <a:gd name="T15" fmla="*/ 477 h 478"/>
                <a:gd name="T16" fmla="*/ 714 w 715"/>
                <a:gd name="T17" fmla="*/ 432 h 478"/>
                <a:gd name="T18" fmla="*/ 714 w 715"/>
                <a:gd name="T19" fmla="*/ 194 h 478"/>
                <a:gd name="T20" fmla="*/ 714 w 715"/>
                <a:gd name="T21" fmla="*/ 105 h 478"/>
                <a:gd name="T22" fmla="*/ 714 w 715"/>
                <a:gd name="T23" fmla="*/ 45 h 478"/>
                <a:gd name="T24" fmla="*/ 670 w 715"/>
                <a:gd name="T25" fmla="*/ 0 h 478"/>
                <a:gd name="T26" fmla="*/ 45 w 715"/>
                <a:gd name="T27" fmla="*/ 0 h 478"/>
                <a:gd name="T28" fmla="*/ 30 w 715"/>
                <a:gd name="T29" fmla="*/ 120 h 478"/>
                <a:gd name="T30" fmla="*/ 30 w 715"/>
                <a:gd name="T31" fmla="*/ 120 h 478"/>
                <a:gd name="T32" fmla="*/ 685 w 715"/>
                <a:gd name="T33" fmla="*/ 120 h 478"/>
                <a:gd name="T34" fmla="*/ 685 w 715"/>
                <a:gd name="T35" fmla="*/ 179 h 478"/>
                <a:gd name="T36" fmla="*/ 30 w 715"/>
                <a:gd name="T37" fmla="*/ 179 h 478"/>
                <a:gd name="T38" fmla="*/ 30 w 715"/>
                <a:gd name="T39" fmla="*/ 120 h 478"/>
                <a:gd name="T40" fmla="*/ 670 w 715"/>
                <a:gd name="T41" fmla="*/ 446 h 478"/>
                <a:gd name="T42" fmla="*/ 670 w 715"/>
                <a:gd name="T43" fmla="*/ 446 h 478"/>
                <a:gd name="T44" fmla="*/ 45 w 715"/>
                <a:gd name="T45" fmla="*/ 446 h 478"/>
                <a:gd name="T46" fmla="*/ 30 w 715"/>
                <a:gd name="T47" fmla="*/ 432 h 478"/>
                <a:gd name="T48" fmla="*/ 30 w 715"/>
                <a:gd name="T49" fmla="*/ 209 h 478"/>
                <a:gd name="T50" fmla="*/ 685 w 715"/>
                <a:gd name="T51" fmla="*/ 209 h 478"/>
                <a:gd name="T52" fmla="*/ 685 w 715"/>
                <a:gd name="T53" fmla="*/ 432 h 478"/>
                <a:gd name="T54" fmla="*/ 670 w 715"/>
                <a:gd name="T55" fmla="*/ 446 h 478"/>
                <a:gd name="T56" fmla="*/ 685 w 715"/>
                <a:gd name="T57" fmla="*/ 45 h 478"/>
                <a:gd name="T58" fmla="*/ 685 w 715"/>
                <a:gd name="T59" fmla="*/ 45 h 478"/>
                <a:gd name="T60" fmla="*/ 685 w 715"/>
                <a:gd name="T61" fmla="*/ 89 h 478"/>
                <a:gd name="T62" fmla="*/ 30 w 715"/>
                <a:gd name="T63" fmla="*/ 89 h 478"/>
                <a:gd name="T64" fmla="*/ 30 w 715"/>
                <a:gd name="T65" fmla="*/ 45 h 478"/>
                <a:gd name="T66" fmla="*/ 45 w 715"/>
                <a:gd name="T67" fmla="*/ 31 h 478"/>
                <a:gd name="T68" fmla="*/ 670 w 715"/>
                <a:gd name="T69" fmla="*/ 31 h 478"/>
                <a:gd name="T70" fmla="*/ 685 w 715"/>
                <a:gd name="T71" fmla="*/ 4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478">
                  <a:moveTo>
                    <a:pt x="45" y="0"/>
                  </a:moveTo>
                  <a:lnTo>
                    <a:pt x="45" y="0"/>
                  </a:lnTo>
                  <a:cubicBezTo>
                    <a:pt x="20" y="0"/>
                    <a:pt x="0" y="21"/>
                    <a:pt x="0" y="45"/>
                  </a:cubicBezTo>
                  <a:cubicBezTo>
                    <a:pt x="0" y="105"/>
                    <a:pt x="0" y="105"/>
                    <a:pt x="0" y="105"/>
                  </a:cubicBezTo>
                  <a:cubicBezTo>
                    <a:pt x="0" y="194"/>
                    <a:pt x="0" y="194"/>
                    <a:pt x="0" y="194"/>
                  </a:cubicBezTo>
                  <a:cubicBezTo>
                    <a:pt x="0" y="432"/>
                    <a:pt x="0" y="432"/>
                    <a:pt x="0" y="432"/>
                  </a:cubicBezTo>
                  <a:cubicBezTo>
                    <a:pt x="0" y="456"/>
                    <a:pt x="20" y="477"/>
                    <a:pt x="45" y="477"/>
                  </a:cubicBezTo>
                  <a:cubicBezTo>
                    <a:pt x="670" y="477"/>
                    <a:pt x="670" y="477"/>
                    <a:pt x="670" y="477"/>
                  </a:cubicBezTo>
                  <a:cubicBezTo>
                    <a:pt x="695" y="477"/>
                    <a:pt x="714" y="456"/>
                    <a:pt x="714" y="432"/>
                  </a:cubicBezTo>
                  <a:cubicBezTo>
                    <a:pt x="714" y="194"/>
                    <a:pt x="714" y="194"/>
                    <a:pt x="714" y="194"/>
                  </a:cubicBezTo>
                  <a:cubicBezTo>
                    <a:pt x="714" y="105"/>
                    <a:pt x="714" y="105"/>
                    <a:pt x="714" y="105"/>
                  </a:cubicBezTo>
                  <a:cubicBezTo>
                    <a:pt x="714" y="45"/>
                    <a:pt x="714" y="45"/>
                    <a:pt x="714" y="45"/>
                  </a:cubicBezTo>
                  <a:cubicBezTo>
                    <a:pt x="714" y="21"/>
                    <a:pt x="695" y="0"/>
                    <a:pt x="670" y="0"/>
                  </a:cubicBezTo>
                  <a:lnTo>
                    <a:pt x="45" y="0"/>
                  </a:lnTo>
                  <a:close/>
                  <a:moveTo>
                    <a:pt x="30" y="120"/>
                  </a:moveTo>
                  <a:lnTo>
                    <a:pt x="30" y="120"/>
                  </a:lnTo>
                  <a:cubicBezTo>
                    <a:pt x="685" y="120"/>
                    <a:pt x="685" y="120"/>
                    <a:pt x="685" y="120"/>
                  </a:cubicBezTo>
                  <a:cubicBezTo>
                    <a:pt x="685" y="179"/>
                    <a:pt x="685" y="179"/>
                    <a:pt x="685" y="179"/>
                  </a:cubicBezTo>
                  <a:cubicBezTo>
                    <a:pt x="30" y="179"/>
                    <a:pt x="30" y="179"/>
                    <a:pt x="30" y="179"/>
                  </a:cubicBezTo>
                  <a:lnTo>
                    <a:pt x="30" y="120"/>
                  </a:lnTo>
                  <a:close/>
                  <a:moveTo>
                    <a:pt x="670" y="446"/>
                  </a:moveTo>
                  <a:lnTo>
                    <a:pt x="670" y="446"/>
                  </a:lnTo>
                  <a:cubicBezTo>
                    <a:pt x="45" y="446"/>
                    <a:pt x="45" y="446"/>
                    <a:pt x="45" y="446"/>
                  </a:cubicBezTo>
                  <a:cubicBezTo>
                    <a:pt x="37" y="446"/>
                    <a:pt x="30" y="441"/>
                    <a:pt x="30" y="432"/>
                  </a:cubicBezTo>
                  <a:cubicBezTo>
                    <a:pt x="30" y="209"/>
                    <a:pt x="30" y="209"/>
                    <a:pt x="30" y="209"/>
                  </a:cubicBezTo>
                  <a:cubicBezTo>
                    <a:pt x="685" y="209"/>
                    <a:pt x="685" y="209"/>
                    <a:pt x="685" y="209"/>
                  </a:cubicBezTo>
                  <a:cubicBezTo>
                    <a:pt x="685" y="432"/>
                    <a:pt x="685" y="432"/>
                    <a:pt x="685" y="432"/>
                  </a:cubicBezTo>
                  <a:cubicBezTo>
                    <a:pt x="685" y="441"/>
                    <a:pt x="678" y="446"/>
                    <a:pt x="670" y="446"/>
                  </a:cubicBezTo>
                  <a:close/>
                  <a:moveTo>
                    <a:pt x="685" y="45"/>
                  </a:moveTo>
                  <a:lnTo>
                    <a:pt x="685" y="45"/>
                  </a:lnTo>
                  <a:cubicBezTo>
                    <a:pt x="685" y="89"/>
                    <a:pt x="685" y="89"/>
                    <a:pt x="685" y="89"/>
                  </a:cubicBezTo>
                  <a:cubicBezTo>
                    <a:pt x="30" y="89"/>
                    <a:pt x="30" y="89"/>
                    <a:pt x="30" y="89"/>
                  </a:cubicBezTo>
                  <a:cubicBezTo>
                    <a:pt x="30" y="45"/>
                    <a:pt x="30" y="45"/>
                    <a:pt x="30" y="45"/>
                  </a:cubicBezTo>
                  <a:cubicBezTo>
                    <a:pt x="30" y="36"/>
                    <a:pt x="37" y="31"/>
                    <a:pt x="45" y="31"/>
                  </a:cubicBezTo>
                  <a:cubicBezTo>
                    <a:pt x="670" y="31"/>
                    <a:pt x="670" y="31"/>
                    <a:pt x="670" y="31"/>
                  </a:cubicBezTo>
                  <a:cubicBezTo>
                    <a:pt x="678" y="31"/>
                    <a:pt x="685" y="36"/>
                    <a:pt x="685"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0" name="Freeform 369">
              <a:extLst>
                <a:ext uri="{FF2B5EF4-FFF2-40B4-BE49-F238E27FC236}">
                  <a16:creationId xmlns:a16="http://schemas.microsoft.com/office/drawing/2014/main" id="{D789BAE5-2C38-442D-8921-464431E71476}"/>
                </a:ext>
              </a:extLst>
            </p:cNvPr>
            <p:cNvSpPr>
              <a:spLocks noChangeArrowheads="1"/>
            </p:cNvSpPr>
            <p:nvPr/>
          </p:nvSpPr>
          <p:spPr bwMode="auto">
            <a:xfrm>
              <a:off x="5883275" y="2546350"/>
              <a:ext cx="65088" cy="11113"/>
            </a:xfrm>
            <a:custGeom>
              <a:avLst/>
              <a:gdLst>
                <a:gd name="T0" fmla="*/ 163 w 179"/>
                <a:gd name="T1" fmla="*/ 0 h 32"/>
                <a:gd name="T2" fmla="*/ 163 w 179"/>
                <a:gd name="T3" fmla="*/ 0 h 32"/>
                <a:gd name="T4" fmla="*/ 15 w 179"/>
                <a:gd name="T5" fmla="*/ 0 h 32"/>
                <a:gd name="T6" fmla="*/ 0 w 179"/>
                <a:gd name="T7" fmla="*/ 16 h 32"/>
                <a:gd name="T8" fmla="*/ 15 w 179"/>
                <a:gd name="T9" fmla="*/ 31 h 32"/>
                <a:gd name="T10" fmla="*/ 163 w 179"/>
                <a:gd name="T11" fmla="*/ 31 h 32"/>
                <a:gd name="T12" fmla="*/ 178 w 179"/>
                <a:gd name="T13" fmla="*/ 16 h 32"/>
                <a:gd name="T14" fmla="*/ 163 w 17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79" h="32">
                  <a:moveTo>
                    <a:pt x="163" y="0"/>
                  </a:moveTo>
                  <a:lnTo>
                    <a:pt x="163" y="0"/>
                  </a:lnTo>
                  <a:cubicBezTo>
                    <a:pt x="15" y="0"/>
                    <a:pt x="15" y="0"/>
                    <a:pt x="15" y="0"/>
                  </a:cubicBezTo>
                  <a:cubicBezTo>
                    <a:pt x="7" y="0"/>
                    <a:pt x="0" y="7"/>
                    <a:pt x="0" y="16"/>
                  </a:cubicBezTo>
                  <a:cubicBezTo>
                    <a:pt x="0" y="24"/>
                    <a:pt x="7" y="31"/>
                    <a:pt x="15" y="31"/>
                  </a:cubicBezTo>
                  <a:cubicBezTo>
                    <a:pt x="163" y="31"/>
                    <a:pt x="163" y="31"/>
                    <a:pt x="163" y="31"/>
                  </a:cubicBezTo>
                  <a:cubicBezTo>
                    <a:pt x="171" y="31"/>
                    <a:pt x="178" y="24"/>
                    <a:pt x="178" y="16"/>
                  </a:cubicBezTo>
                  <a:cubicBezTo>
                    <a:pt x="178" y="7"/>
                    <a:pt x="171"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1" name="Freeform 372">
            <a:extLst>
              <a:ext uri="{FF2B5EF4-FFF2-40B4-BE49-F238E27FC236}">
                <a16:creationId xmlns:a16="http://schemas.microsoft.com/office/drawing/2014/main" id="{448D057C-6EA5-C85A-96E2-5686F25F9A5C}"/>
              </a:ext>
            </a:extLst>
          </p:cNvPr>
          <p:cNvSpPr>
            <a:spLocks noChangeArrowheads="1"/>
          </p:cNvSpPr>
          <p:nvPr/>
        </p:nvSpPr>
        <p:spPr bwMode="auto">
          <a:xfrm>
            <a:off x="1777081" y="3552726"/>
            <a:ext cx="42863" cy="11112"/>
          </a:xfrm>
          <a:custGeom>
            <a:avLst/>
            <a:gdLst>
              <a:gd name="T0" fmla="*/ 105 w 120"/>
              <a:gd name="T1" fmla="*/ 0 h 31"/>
              <a:gd name="T2" fmla="*/ 105 w 120"/>
              <a:gd name="T3" fmla="*/ 0 h 31"/>
              <a:gd name="T4" fmla="*/ 16 w 120"/>
              <a:gd name="T5" fmla="*/ 0 h 31"/>
              <a:gd name="T6" fmla="*/ 0 w 120"/>
              <a:gd name="T7" fmla="*/ 15 h 31"/>
              <a:gd name="T8" fmla="*/ 16 w 120"/>
              <a:gd name="T9" fmla="*/ 30 h 31"/>
              <a:gd name="T10" fmla="*/ 105 w 120"/>
              <a:gd name="T11" fmla="*/ 30 h 31"/>
              <a:gd name="T12" fmla="*/ 119 w 120"/>
              <a:gd name="T13" fmla="*/ 15 h 31"/>
              <a:gd name="T14" fmla="*/ 105 w 12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0" h="31">
                <a:moveTo>
                  <a:pt x="105" y="0"/>
                </a:moveTo>
                <a:lnTo>
                  <a:pt x="105" y="0"/>
                </a:lnTo>
                <a:cubicBezTo>
                  <a:pt x="16" y="0"/>
                  <a:pt x="16" y="0"/>
                  <a:pt x="16" y="0"/>
                </a:cubicBezTo>
                <a:cubicBezTo>
                  <a:pt x="7" y="0"/>
                  <a:pt x="0" y="7"/>
                  <a:pt x="0" y="15"/>
                </a:cubicBezTo>
                <a:cubicBezTo>
                  <a:pt x="0" y="23"/>
                  <a:pt x="7" y="30"/>
                  <a:pt x="16" y="30"/>
                </a:cubicBezTo>
                <a:cubicBezTo>
                  <a:pt x="105" y="30"/>
                  <a:pt x="105" y="30"/>
                  <a:pt x="105" y="30"/>
                </a:cubicBezTo>
                <a:cubicBezTo>
                  <a:pt x="113" y="30"/>
                  <a:pt x="119" y="23"/>
                  <a:pt x="119" y="15"/>
                </a:cubicBezTo>
                <a:cubicBezTo>
                  <a:pt x="119" y="7"/>
                  <a:pt x="113" y="0"/>
                  <a:pt x="105" y="0"/>
                </a:cubicBezTo>
              </a:path>
            </a:pathLst>
          </a:custGeom>
          <a:solidFill>
            <a:schemeClr val="accent4"/>
          </a:solidFill>
          <a:ln>
            <a:noFill/>
          </a:ln>
          <a:effectLst/>
        </p:spPr>
        <p:txBody>
          <a:bodyPr wrap="none" anchor="ctr"/>
          <a:lstStyle/>
          <a:p>
            <a:endParaRPr lang="da-DK"/>
          </a:p>
        </p:txBody>
      </p:sp>
      <p:grpSp>
        <p:nvGrpSpPr>
          <p:cNvPr id="452" name="Group 455">
            <a:extLst>
              <a:ext uri="{FF2B5EF4-FFF2-40B4-BE49-F238E27FC236}">
                <a16:creationId xmlns:a16="http://schemas.microsoft.com/office/drawing/2014/main" id="{4EF10899-8D66-9D38-C4F9-973C9A722B04}"/>
              </a:ext>
            </a:extLst>
          </p:cNvPr>
          <p:cNvGrpSpPr/>
          <p:nvPr/>
        </p:nvGrpSpPr>
        <p:grpSpPr>
          <a:xfrm>
            <a:off x="1584994" y="3962325"/>
            <a:ext cx="257175" cy="225425"/>
            <a:chOff x="557213" y="4291013"/>
            <a:chExt cx="257175" cy="225425"/>
          </a:xfrm>
          <a:solidFill>
            <a:schemeClr val="accent4"/>
          </a:solidFill>
        </p:grpSpPr>
        <p:sp>
          <p:nvSpPr>
            <p:cNvPr id="453" name="Freeform 370">
              <a:extLst>
                <a:ext uri="{FF2B5EF4-FFF2-40B4-BE49-F238E27FC236}">
                  <a16:creationId xmlns:a16="http://schemas.microsoft.com/office/drawing/2014/main" id="{DE4D4A18-385E-266E-AFC5-EED051FA69F3}"/>
                </a:ext>
              </a:extLst>
            </p:cNvPr>
            <p:cNvSpPr>
              <a:spLocks noChangeArrowheads="1"/>
            </p:cNvSpPr>
            <p:nvPr/>
          </p:nvSpPr>
          <p:spPr bwMode="auto">
            <a:xfrm>
              <a:off x="557213" y="4291013"/>
              <a:ext cx="257175" cy="225425"/>
            </a:xfrm>
            <a:custGeom>
              <a:avLst/>
              <a:gdLst>
                <a:gd name="T0" fmla="*/ 45 w 715"/>
                <a:gd name="T1" fmla="*/ 624 h 625"/>
                <a:gd name="T2" fmla="*/ 45 w 715"/>
                <a:gd name="T3" fmla="*/ 624 h 625"/>
                <a:gd name="T4" fmla="*/ 669 w 715"/>
                <a:gd name="T5" fmla="*/ 624 h 625"/>
                <a:gd name="T6" fmla="*/ 714 w 715"/>
                <a:gd name="T7" fmla="*/ 580 h 625"/>
                <a:gd name="T8" fmla="*/ 714 w 715"/>
                <a:gd name="T9" fmla="*/ 133 h 625"/>
                <a:gd name="T10" fmla="*/ 669 w 715"/>
                <a:gd name="T11" fmla="*/ 89 h 625"/>
                <a:gd name="T12" fmla="*/ 462 w 715"/>
                <a:gd name="T13" fmla="*/ 89 h 625"/>
                <a:gd name="T14" fmla="*/ 450 w 715"/>
                <a:gd name="T15" fmla="*/ 83 h 625"/>
                <a:gd name="T16" fmla="*/ 409 w 715"/>
                <a:gd name="T17" fmla="*/ 20 h 625"/>
                <a:gd name="T18" fmla="*/ 371 w 715"/>
                <a:gd name="T19" fmla="*/ 0 h 625"/>
                <a:gd name="T20" fmla="*/ 224 w 715"/>
                <a:gd name="T21" fmla="*/ 0 h 625"/>
                <a:gd name="T22" fmla="*/ 187 w 715"/>
                <a:gd name="T23" fmla="*/ 20 h 625"/>
                <a:gd name="T24" fmla="*/ 145 w 715"/>
                <a:gd name="T25" fmla="*/ 83 h 625"/>
                <a:gd name="T26" fmla="*/ 132 w 715"/>
                <a:gd name="T27" fmla="*/ 89 h 625"/>
                <a:gd name="T28" fmla="*/ 45 w 715"/>
                <a:gd name="T29" fmla="*/ 89 h 625"/>
                <a:gd name="T30" fmla="*/ 0 w 715"/>
                <a:gd name="T31" fmla="*/ 133 h 625"/>
                <a:gd name="T32" fmla="*/ 0 w 715"/>
                <a:gd name="T33" fmla="*/ 580 h 625"/>
                <a:gd name="T34" fmla="*/ 45 w 715"/>
                <a:gd name="T35" fmla="*/ 624 h 625"/>
                <a:gd name="T36" fmla="*/ 29 w 715"/>
                <a:gd name="T37" fmla="*/ 133 h 625"/>
                <a:gd name="T38" fmla="*/ 29 w 715"/>
                <a:gd name="T39" fmla="*/ 133 h 625"/>
                <a:gd name="T40" fmla="*/ 45 w 715"/>
                <a:gd name="T41" fmla="*/ 120 h 625"/>
                <a:gd name="T42" fmla="*/ 132 w 715"/>
                <a:gd name="T43" fmla="*/ 120 h 625"/>
                <a:gd name="T44" fmla="*/ 170 w 715"/>
                <a:gd name="T45" fmla="*/ 99 h 625"/>
                <a:gd name="T46" fmla="*/ 212 w 715"/>
                <a:gd name="T47" fmla="*/ 36 h 625"/>
                <a:gd name="T48" fmla="*/ 224 w 715"/>
                <a:gd name="T49" fmla="*/ 30 h 625"/>
                <a:gd name="T50" fmla="*/ 371 w 715"/>
                <a:gd name="T51" fmla="*/ 30 h 625"/>
                <a:gd name="T52" fmla="*/ 383 w 715"/>
                <a:gd name="T53" fmla="*/ 36 h 625"/>
                <a:gd name="T54" fmla="*/ 425 w 715"/>
                <a:gd name="T55" fmla="*/ 99 h 625"/>
                <a:gd name="T56" fmla="*/ 462 w 715"/>
                <a:gd name="T57" fmla="*/ 120 h 625"/>
                <a:gd name="T58" fmla="*/ 669 w 715"/>
                <a:gd name="T59" fmla="*/ 120 h 625"/>
                <a:gd name="T60" fmla="*/ 685 w 715"/>
                <a:gd name="T61" fmla="*/ 133 h 625"/>
                <a:gd name="T62" fmla="*/ 685 w 715"/>
                <a:gd name="T63" fmla="*/ 580 h 625"/>
                <a:gd name="T64" fmla="*/ 669 w 715"/>
                <a:gd name="T65" fmla="*/ 595 h 625"/>
                <a:gd name="T66" fmla="*/ 45 w 715"/>
                <a:gd name="T67" fmla="*/ 595 h 625"/>
                <a:gd name="T68" fmla="*/ 29 w 715"/>
                <a:gd name="T69" fmla="*/ 580 h 625"/>
                <a:gd name="T70" fmla="*/ 29 w 715"/>
                <a:gd name="T71" fmla="*/ 133 h 6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715" h="625">
                  <a:moveTo>
                    <a:pt x="45" y="624"/>
                  </a:moveTo>
                  <a:lnTo>
                    <a:pt x="45" y="624"/>
                  </a:lnTo>
                  <a:cubicBezTo>
                    <a:pt x="669" y="624"/>
                    <a:pt x="669" y="624"/>
                    <a:pt x="669" y="624"/>
                  </a:cubicBezTo>
                  <a:cubicBezTo>
                    <a:pt x="694" y="624"/>
                    <a:pt x="714" y="605"/>
                    <a:pt x="714" y="580"/>
                  </a:cubicBezTo>
                  <a:cubicBezTo>
                    <a:pt x="714" y="133"/>
                    <a:pt x="714" y="133"/>
                    <a:pt x="714" y="133"/>
                  </a:cubicBezTo>
                  <a:cubicBezTo>
                    <a:pt x="714" y="110"/>
                    <a:pt x="694" y="89"/>
                    <a:pt x="669" y="89"/>
                  </a:cubicBezTo>
                  <a:cubicBezTo>
                    <a:pt x="462" y="89"/>
                    <a:pt x="462" y="89"/>
                    <a:pt x="462" y="89"/>
                  </a:cubicBezTo>
                  <a:cubicBezTo>
                    <a:pt x="457" y="89"/>
                    <a:pt x="453" y="87"/>
                    <a:pt x="450" y="83"/>
                  </a:cubicBezTo>
                  <a:cubicBezTo>
                    <a:pt x="409" y="20"/>
                    <a:pt x="409" y="20"/>
                    <a:pt x="409" y="20"/>
                  </a:cubicBezTo>
                  <a:cubicBezTo>
                    <a:pt x="400" y="8"/>
                    <a:pt x="386" y="0"/>
                    <a:pt x="371" y="0"/>
                  </a:cubicBezTo>
                  <a:cubicBezTo>
                    <a:pt x="224" y="0"/>
                    <a:pt x="224" y="0"/>
                    <a:pt x="224" y="0"/>
                  </a:cubicBezTo>
                  <a:cubicBezTo>
                    <a:pt x="209" y="0"/>
                    <a:pt x="195" y="8"/>
                    <a:pt x="187" y="20"/>
                  </a:cubicBezTo>
                  <a:cubicBezTo>
                    <a:pt x="145" y="83"/>
                    <a:pt x="145" y="83"/>
                    <a:pt x="145" y="83"/>
                  </a:cubicBezTo>
                  <a:cubicBezTo>
                    <a:pt x="142" y="87"/>
                    <a:pt x="138" y="89"/>
                    <a:pt x="132" y="89"/>
                  </a:cubicBezTo>
                  <a:cubicBezTo>
                    <a:pt x="45" y="89"/>
                    <a:pt x="45" y="89"/>
                    <a:pt x="45" y="89"/>
                  </a:cubicBezTo>
                  <a:cubicBezTo>
                    <a:pt x="19" y="89"/>
                    <a:pt x="0" y="110"/>
                    <a:pt x="0" y="133"/>
                  </a:cubicBezTo>
                  <a:cubicBezTo>
                    <a:pt x="0" y="580"/>
                    <a:pt x="0" y="580"/>
                    <a:pt x="0" y="580"/>
                  </a:cubicBezTo>
                  <a:cubicBezTo>
                    <a:pt x="0" y="605"/>
                    <a:pt x="19" y="624"/>
                    <a:pt x="45" y="624"/>
                  </a:cubicBezTo>
                  <a:close/>
                  <a:moveTo>
                    <a:pt x="29" y="133"/>
                  </a:moveTo>
                  <a:lnTo>
                    <a:pt x="29" y="133"/>
                  </a:lnTo>
                  <a:cubicBezTo>
                    <a:pt x="29" y="125"/>
                    <a:pt x="36" y="120"/>
                    <a:pt x="45" y="120"/>
                  </a:cubicBezTo>
                  <a:cubicBezTo>
                    <a:pt x="132" y="120"/>
                    <a:pt x="132" y="120"/>
                    <a:pt x="132" y="120"/>
                  </a:cubicBezTo>
                  <a:cubicBezTo>
                    <a:pt x="148" y="120"/>
                    <a:pt x="162" y="111"/>
                    <a:pt x="170" y="99"/>
                  </a:cubicBezTo>
                  <a:cubicBezTo>
                    <a:pt x="212" y="36"/>
                    <a:pt x="212" y="36"/>
                    <a:pt x="212" y="36"/>
                  </a:cubicBezTo>
                  <a:cubicBezTo>
                    <a:pt x="215" y="32"/>
                    <a:pt x="219" y="30"/>
                    <a:pt x="224" y="30"/>
                  </a:cubicBezTo>
                  <a:cubicBezTo>
                    <a:pt x="371" y="30"/>
                    <a:pt x="371" y="30"/>
                    <a:pt x="371" y="30"/>
                  </a:cubicBezTo>
                  <a:cubicBezTo>
                    <a:pt x="375" y="30"/>
                    <a:pt x="381" y="32"/>
                    <a:pt x="383" y="36"/>
                  </a:cubicBezTo>
                  <a:cubicBezTo>
                    <a:pt x="425" y="99"/>
                    <a:pt x="425" y="99"/>
                    <a:pt x="425" y="99"/>
                  </a:cubicBezTo>
                  <a:cubicBezTo>
                    <a:pt x="434" y="111"/>
                    <a:pt x="448" y="120"/>
                    <a:pt x="462" y="120"/>
                  </a:cubicBezTo>
                  <a:cubicBezTo>
                    <a:pt x="669" y="120"/>
                    <a:pt x="669" y="120"/>
                    <a:pt x="669" y="120"/>
                  </a:cubicBezTo>
                  <a:cubicBezTo>
                    <a:pt x="678" y="120"/>
                    <a:pt x="685" y="125"/>
                    <a:pt x="685" y="133"/>
                  </a:cubicBezTo>
                  <a:cubicBezTo>
                    <a:pt x="685" y="580"/>
                    <a:pt x="685" y="580"/>
                    <a:pt x="685" y="580"/>
                  </a:cubicBezTo>
                  <a:cubicBezTo>
                    <a:pt x="685" y="588"/>
                    <a:pt x="678" y="595"/>
                    <a:pt x="669" y="595"/>
                  </a:cubicBezTo>
                  <a:cubicBezTo>
                    <a:pt x="45" y="595"/>
                    <a:pt x="45" y="595"/>
                    <a:pt x="45" y="595"/>
                  </a:cubicBezTo>
                  <a:cubicBezTo>
                    <a:pt x="36" y="595"/>
                    <a:pt x="29" y="588"/>
                    <a:pt x="29" y="580"/>
                  </a:cubicBezTo>
                  <a:lnTo>
                    <a:pt x="29" y="1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4" name="Freeform 371">
              <a:extLst>
                <a:ext uri="{FF2B5EF4-FFF2-40B4-BE49-F238E27FC236}">
                  <a16:creationId xmlns:a16="http://schemas.microsoft.com/office/drawing/2014/main" id="{8065981D-2BB2-12B8-59B5-681BC307991A}"/>
                </a:ext>
              </a:extLst>
            </p:cNvPr>
            <p:cNvSpPr>
              <a:spLocks noChangeArrowheads="1"/>
            </p:cNvSpPr>
            <p:nvPr/>
          </p:nvSpPr>
          <p:spPr bwMode="auto">
            <a:xfrm>
              <a:off x="604838" y="4349750"/>
              <a:ext cx="119062" cy="117475"/>
            </a:xfrm>
            <a:custGeom>
              <a:avLst/>
              <a:gdLst>
                <a:gd name="T0" fmla="*/ 163 w 329"/>
                <a:gd name="T1" fmla="*/ 326 h 327"/>
                <a:gd name="T2" fmla="*/ 163 w 329"/>
                <a:gd name="T3" fmla="*/ 326 h 327"/>
                <a:gd name="T4" fmla="*/ 328 w 329"/>
                <a:gd name="T5" fmla="*/ 163 h 327"/>
                <a:gd name="T6" fmla="*/ 163 w 329"/>
                <a:gd name="T7" fmla="*/ 0 h 327"/>
                <a:gd name="T8" fmla="*/ 0 w 329"/>
                <a:gd name="T9" fmla="*/ 163 h 327"/>
                <a:gd name="T10" fmla="*/ 163 w 329"/>
                <a:gd name="T11" fmla="*/ 326 h 327"/>
                <a:gd name="T12" fmla="*/ 68 w 329"/>
                <a:gd name="T13" fmla="*/ 68 h 327"/>
                <a:gd name="T14" fmla="*/ 68 w 329"/>
                <a:gd name="T15" fmla="*/ 68 h 327"/>
                <a:gd name="T16" fmla="*/ 163 w 329"/>
                <a:gd name="T17" fmla="*/ 29 h 327"/>
                <a:gd name="T18" fmla="*/ 258 w 329"/>
                <a:gd name="T19" fmla="*/ 68 h 327"/>
                <a:gd name="T20" fmla="*/ 297 w 329"/>
                <a:gd name="T21" fmla="*/ 163 h 327"/>
                <a:gd name="T22" fmla="*/ 258 w 329"/>
                <a:gd name="T23" fmla="*/ 258 h 327"/>
                <a:gd name="T24" fmla="*/ 163 w 329"/>
                <a:gd name="T25" fmla="*/ 297 h 327"/>
                <a:gd name="T26" fmla="*/ 68 w 329"/>
                <a:gd name="T27" fmla="*/ 258 h 327"/>
                <a:gd name="T28" fmla="*/ 29 w 329"/>
                <a:gd name="T29" fmla="*/ 163 h 327"/>
                <a:gd name="T30" fmla="*/ 68 w 329"/>
                <a:gd name="T31" fmla="*/ 68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29" h="327">
                  <a:moveTo>
                    <a:pt x="163" y="326"/>
                  </a:moveTo>
                  <a:lnTo>
                    <a:pt x="163" y="326"/>
                  </a:lnTo>
                  <a:cubicBezTo>
                    <a:pt x="254" y="326"/>
                    <a:pt x="328" y="254"/>
                    <a:pt x="328" y="163"/>
                  </a:cubicBezTo>
                  <a:cubicBezTo>
                    <a:pt x="328" y="73"/>
                    <a:pt x="254" y="0"/>
                    <a:pt x="163" y="0"/>
                  </a:cubicBezTo>
                  <a:cubicBezTo>
                    <a:pt x="74" y="0"/>
                    <a:pt x="0" y="73"/>
                    <a:pt x="0" y="163"/>
                  </a:cubicBezTo>
                  <a:cubicBezTo>
                    <a:pt x="0" y="254"/>
                    <a:pt x="74" y="326"/>
                    <a:pt x="163" y="326"/>
                  </a:cubicBezTo>
                  <a:close/>
                  <a:moveTo>
                    <a:pt x="68" y="68"/>
                  </a:moveTo>
                  <a:lnTo>
                    <a:pt x="68" y="68"/>
                  </a:lnTo>
                  <a:cubicBezTo>
                    <a:pt x="93" y="45"/>
                    <a:pt x="127" y="29"/>
                    <a:pt x="163" y="29"/>
                  </a:cubicBezTo>
                  <a:cubicBezTo>
                    <a:pt x="201" y="29"/>
                    <a:pt x="234" y="45"/>
                    <a:pt x="258" y="68"/>
                  </a:cubicBezTo>
                  <a:cubicBezTo>
                    <a:pt x="283" y="94"/>
                    <a:pt x="297" y="126"/>
                    <a:pt x="297" y="163"/>
                  </a:cubicBezTo>
                  <a:cubicBezTo>
                    <a:pt x="297" y="201"/>
                    <a:pt x="283" y="233"/>
                    <a:pt x="258" y="258"/>
                  </a:cubicBezTo>
                  <a:cubicBezTo>
                    <a:pt x="234" y="282"/>
                    <a:pt x="201" y="297"/>
                    <a:pt x="163" y="297"/>
                  </a:cubicBezTo>
                  <a:cubicBezTo>
                    <a:pt x="127" y="297"/>
                    <a:pt x="93" y="282"/>
                    <a:pt x="68" y="258"/>
                  </a:cubicBezTo>
                  <a:cubicBezTo>
                    <a:pt x="44" y="233"/>
                    <a:pt x="29" y="201"/>
                    <a:pt x="29" y="163"/>
                  </a:cubicBezTo>
                  <a:cubicBezTo>
                    <a:pt x="29" y="126"/>
                    <a:pt x="44" y="94"/>
                    <a:pt x="68" y="6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55" name="Freeform 373">
              <a:extLst>
                <a:ext uri="{FF2B5EF4-FFF2-40B4-BE49-F238E27FC236}">
                  <a16:creationId xmlns:a16="http://schemas.microsoft.com/office/drawing/2014/main" id="{3FE3D851-3661-9690-77A1-B69BF0E3970B}"/>
                </a:ext>
              </a:extLst>
            </p:cNvPr>
            <p:cNvSpPr>
              <a:spLocks noChangeArrowheads="1"/>
            </p:cNvSpPr>
            <p:nvPr/>
          </p:nvSpPr>
          <p:spPr bwMode="auto">
            <a:xfrm>
              <a:off x="744538" y="4349750"/>
              <a:ext cx="31750" cy="31750"/>
            </a:xfrm>
            <a:custGeom>
              <a:avLst/>
              <a:gdLst>
                <a:gd name="T0" fmla="*/ 45 w 90"/>
                <a:gd name="T1" fmla="*/ 89 h 90"/>
                <a:gd name="T2" fmla="*/ 45 w 90"/>
                <a:gd name="T3" fmla="*/ 89 h 90"/>
                <a:gd name="T4" fmla="*/ 89 w 90"/>
                <a:gd name="T5" fmla="*/ 45 h 90"/>
                <a:gd name="T6" fmla="*/ 45 w 90"/>
                <a:gd name="T7" fmla="*/ 0 h 90"/>
                <a:gd name="T8" fmla="*/ 0 w 90"/>
                <a:gd name="T9" fmla="*/ 45 h 90"/>
                <a:gd name="T10" fmla="*/ 45 w 90"/>
                <a:gd name="T11" fmla="*/ 89 h 90"/>
                <a:gd name="T12" fmla="*/ 45 w 90"/>
                <a:gd name="T13" fmla="*/ 29 h 90"/>
                <a:gd name="T14" fmla="*/ 45 w 90"/>
                <a:gd name="T15" fmla="*/ 29 h 90"/>
                <a:gd name="T16" fmla="*/ 60 w 90"/>
                <a:gd name="T17" fmla="*/ 45 h 90"/>
                <a:gd name="T18" fmla="*/ 45 w 90"/>
                <a:gd name="T19" fmla="*/ 59 h 90"/>
                <a:gd name="T20" fmla="*/ 31 w 90"/>
                <a:gd name="T21" fmla="*/ 45 h 90"/>
                <a:gd name="T22" fmla="*/ 45 w 90"/>
                <a:gd name="T23" fmla="*/ 29 h 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90" h="90">
                  <a:moveTo>
                    <a:pt x="45" y="89"/>
                  </a:moveTo>
                  <a:lnTo>
                    <a:pt x="45" y="89"/>
                  </a:lnTo>
                  <a:cubicBezTo>
                    <a:pt x="70" y="89"/>
                    <a:pt x="89" y="68"/>
                    <a:pt x="89" y="45"/>
                  </a:cubicBezTo>
                  <a:cubicBezTo>
                    <a:pt x="89" y="20"/>
                    <a:pt x="70" y="0"/>
                    <a:pt x="45" y="0"/>
                  </a:cubicBezTo>
                  <a:cubicBezTo>
                    <a:pt x="21" y="0"/>
                    <a:pt x="0" y="20"/>
                    <a:pt x="0" y="45"/>
                  </a:cubicBezTo>
                  <a:cubicBezTo>
                    <a:pt x="0" y="68"/>
                    <a:pt x="21" y="89"/>
                    <a:pt x="45" y="89"/>
                  </a:cubicBezTo>
                  <a:close/>
                  <a:moveTo>
                    <a:pt x="45" y="29"/>
                  </a:moveTo>
                  <a:lnTo>
                    <a:pt x="45" y="29"/>
                  </a:lnTo>
                  <a:cubicBezTo>
                    <a:pt x="53" y="29"/>
                    <a:pt x="60" y="36"/>
                    <a:pt x="60" y="45"/>
                  </a:cubicBezTo>
                  <a:cubicBezTo>
                    <a:pt x="60" y="53"/>
                    <a:pt x="53" y="59"/>
                    <a:pt x="45" y="59"/>
                  </a:cubicBezTo>
                  <a:cubicBezTo>
                    <a:pt x="36" y="59"/>
                    <a:pt x="31" y="53"/>
                    <a:pt x="31" y="45"/>
                  </a:cubicBezTo>
                  <a:cubicBezTo>
                    <a:pt x="31" y="36"/>
                    <a:pt x="36" y="29"/>
                    <a:pt x="45"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6" name="Freeform 374">
            <a:extLst>
              <a:ext uri="{FF2B5EF4-FFF2-40B4-BE49-F238E27FC236}">
                <a16:creationId xmlns:a16="http://schemas.microsoft.com/office/drawing/2014/main" id="{7309D864-78DB-C11B-FF50-EC7C023659F1}"/>
              </a:ext>
            </a:extLst>
          </p:cNvPr>
          <p:cNvSpPr>
            <a:spLocks noChangeArrowheads="1"/>
          </p:cNvSpPr>
          <p:nvPr/>
        </p:nvSpPr>
        <p:spPr bwMode="auto">
          <a:xfrm>
            <a:off x="3104231" y="5549007"/>
            <a:ext cx="257175" cy="182562"/>
          </a:xfrm>
          <a:custGeom>
            <a:avLst/>
            <a:gdLst>
              <a:gd name="T0" fmla="*/ 669 w 715"/>
              <a:gd name="T1" fmla="*/ 0 h 506"/>
              <a:gd name="T2" fmla="*/ 669 w 715"/>
              <a:gd name="T3" fmla="*/ 0 h 506"/>
              <a:gd name="T4" fmla="*/ 44 w 715"/>
              <a:gd name="T5" fmla="*/ 0 h 506"/>
              <a:gd name="T6" fmla="*/ 0 w 715"/>
              <a:gd name="T7" fmla="*/ 45 h 506"/>
              <a:gd name="T8" fmla="*/ 0 w 715"/>
              <a:gd name="T9" fmla="*/ 460 h 506"/>
              <a:gd name="T10" fmla="*/ 12 w 715"/>
              <a:gd name="T11" fmla="*/ 491 h 506"/>
              <a:gd name="T12" fmla="*/ 12 w 715"/>
              <a:gd name="T13" fmla="*/ 492 h 506"/>
              <a:gd name="T14" fmla="*/ 13 w 715"/>
              <a:gd name="T15" fmla="*/ 494 h 506"/>
              <a:gd name="T16" fmla="*/ 44 w 715"/>
              <a:gd name="T17" fmla="*/ 505 h 506"/>
              <a:gd name="T18" fmla="*/ 669 w 715"/>
              <a:gd name="T19" fmla="*/ 505 h 506"/>
              <a:gd name="T20" fmla="*/ 700 w 715"/>
              <a:gd name="T21" fmla="*/ 494 h 506"/>
              <a:gd name="T22" fmla="*/ 700 w 715"/>
              <a:gd name="T23" fmla="*/ 492 h 506"/>
              <a:gd name="T24" fmla="*/ 701 w 715"/>
              <a:gd name="T25" fmla="*/ 491 h 506"/>
              <a:gd name="T26" fmla="*/ 714 w 715"/>
              <a:gd name="T27" fmla="*/ 460 h 506"/>
              <a:gd name="T28" fmla="*/ 714 w 715"/>
              <a:gd name="T29" fmla="*/ 45 h 506"/>
              <a:gd name="T30" fmla="*/ 669 w 715"/>
              <a:gd name="T31" fmla="*/ 0 h 506"/>
              <a:gd name="T32" fmla="*/ 683 w 715"/>
              <a:gd name="T33" fmla="*/ 455 h 506"/>
              <a:gd name="T34" fmla="*/ 683 w 715"/>
              <a:gd name="T35" fmla="*/ 455 h 506"/>
              <a:gd name="T36" fmla="*/ 450 w 715"/>
              <a:gd name="T37" fmla="*/ 222 h 506"/>
              <a:gd name="T38" fmla="*/ 673 w 715"/>
              <a:gd name="T39" fmla="*/ 31 h 506"/>
              <a:gd name="T40" fmla="*/ 683 w 715"/>
              <a:gd name="T41" fmla="*/ 45 h 506"/>
              <a:gd name="T42" fmla="*/ 683 w 715"/>
              <a:gd name="T43" fmla="*/ 455 h 506"/>
              <a:gd name="T44" fmla="*/ 327 w 715"/>
              <a:gd name="T45" fmla="*/ 278 h 506"/>
              <a:gd name="T46" fmla="*/ 327 w 715"/>
              <a:gd name="T47" fmla="*/ 278 h 506"/>
              <a:gd name="T48" fmla="*/ 357 w 715"/>
              <a:gd name="T49" fmla="*/ 287 h 506"/>
              <a:gd name="T50" fmla="*/ 384 w 715"/>
              <a:gd name="T51" fmla="*/ 278 h 506"/>
              <a:gd name="T52" fmla="*/ 428 w 715"/>
              <a:gd name="T53" fmla="*/ 241 h 506"/>
              <a:gd name="T54" fmla="*/ 662 w 715"/>
              <a:gd name="T55" fmla="*/ 476 h 506"/>
              <a:gd name="T56" fmla="*/ 50 w 715"/>
              <a:gd name="T57" fmla="*/ 476 h 506"/>
              <a:gd name="T58" fmla="*/ 285 w 715"/>
              <a:gd name="T59" fmla="*/ 241 h 506"/>
              <a:gd name="T60" fmla="*/ 327 w 715"/>
              <a:gd name="T61" fmla="*/ 278 h 506"/>
              <a:gd name="T62" fmla="*/ 366 w 715"/>
              <a:gd name="T63" fmla="*/ 254 h 506"/>
              <a:gd name="T64" fmla="*/ 366 w 715"/>
              <a:gd name="T65" fmla="*/ 254 h 506"/>
              <a:gd name="T66" fmla="*/ 357 w 715"/>
              <a:gd name="T67" fmla="*/ 258 h 506"/>
              <a:gd name="T68" fmla="*/ 347 w 715"/>
              <a:gd name="T69" fmla="*/ 254 h 506"/>
              <a:gd name="T70" fmla="*/ 83 w 715"/>
              <a:gd name="T71" fmla="*/ 29 h 506"/>
              <a:gd name="T72" fmla="*/ 628 w 715"/>
              <a:gd name="T73" fmla="*/ 29 h 506"/>
              <a:gd name="T74" fmla="*/ 366 w 715"/>
              <a:gd name="T75" fmla="*/ 254 h 506"/>
              <a:gd name="T76" fmla="*/ 39 w 715"/>
              <a:gd name="T77" fmla="*/ 31 h 506"/>
              <a:gd name="T78" fmla="*/ 39 w 715"/>
              <a:gd name="T79" fmla="*/ 31 h 506"/>
              <a:gd name="T80" fmla="*/ 262 w 715"/>
              <a:gd name="T81" fmla="*/ 222 h 506"/>
              <a:gd name="T82" fmla="*/ 29 w 715"/>
              <a:gd name="T83" fmla="*/ 455 h 506"/>
              <a:gd name="T84" fmla="*/ 29 w 715"/>
              <a:gd name="T85" fmla="*/ 45 h 506"/>
              <a:gd name="T86" fmla="*/ 39 w 715"/>
              <a:gd name="T87" fmla="*/ 31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15" h="506">
                <a:moveTo>
                  <a:pt x="669" y="0"/>
                </a:moveTo>
                <a:lnTo>
                  <a:pt x="669" y="0"/>
                </a:lnTo>
                <a:cubicBezTo>
                  <a:pt x="44" y="0"/>
                  <a:pt x="44" y="0"/>
                  <a:pt x="44" y="0"/>
                </a:cubicBezTo>
                <a:cubicBezTo>
                  <a:pt x="19" y="0"/>
                  <a:pt x="0" y="20"/>
                  <a:pt x="0" y="45"/>
                </a:cubicBezTo>
                <a:cubicBezTo>
                  <a:pt x="0" y="460"/>
                  <a:pt x="0" y="460"/>
                  <a:pt x="0" y="460"/>
                </a:cubicBezTo>
                <a:cubicBezTo>
                  <a:pt x="0" y="473"/>
                  <a:pt x="4" y="484"/>
                  <a:pt x="12" y="491"/>
                </a:cubicBezTo>
                <a:cubicBezTo>
                  <a:pt x="12" y="492"/>
                  <a:pt x="12" y="492"/>
                  <a:pt x="12" y="492"/>
                </a:cubicBezTo>
                <a:cubicBezTo>
                  <a:pt x="12" y="492"/>
                  <a:pt x="12" y="492"/>
                  <a:pt x="13" y="494"/>
                </a:cubicBezTo>
                <a:cubicBezTo>
                  <a:pt x="20" y="501"/>
                  <a:pt x="32" y="505"/>
                  <a:pt x="44" y="505"/>
                </a:cubicBezTo>
                <a:cubicBezTo>
                  <a:pt x="669" y="505"/>
                  <a:pt x="669" y="505"/>
                  <a:pt x="669" y="505"/>
                </a:cubicBezTo>
                <a:cubicBezTo>
                  <a:pt x="680" y="505"/>
                  <a:pt x="691" y="501"/>
                  <a:pt x="700" y="494"/>
                </a:cubicBezTo>
                <a:cubicBezTo>
                  <a:pt x="700" y="492"/>
                  <a:pt x="700" y="492"/>
                  <a:pt x="700" y="492"/>
                </a:cubicBezTo>
                <a:cubicBezTo>
                  <a:pt x="701" y="492"/>
                  <a:pt x="701" y="492"/>
                  <a:pt x="701" y="491"/>
                </a:cubicBezTo>
                <a:cubicBezTo>
                  <a:pt x="708" y="484"/>
                  <a:pt x="714" y="473"/>
                  <a:pt x="714" y="460"/>
                </a:cubicBezTo>
                <a:cubicBezTo>
                  <a:pt x="714" y="45"/>
                  <a:pt x="714" y="45"/>
                  <a:pt x="714" y="45"/>
                </a:cubicBezTo>
                <a:cubicBezTo>
                  <a:pt x="714" y="20"/>
                  <a:pt x="693" y="0"/>
                  <a:pt x="669" y="0"/>
                </a:cubicBezTo>
                <a:close/>
                <a:moveTo>
                  <a:pt x="683" y="455"/>
                </a:moveTo>
                <a:lnTo>
                  <a:pt x="683" y="455"/>
                </a:lnTo>
                <a:cubicBezTo>
                  <a:pt x="450" y="222"/>
                  <a:pt x="450" y="222"/>
                  <a:pt x="450" y="222"/>
                </a:cubicBezTo>
                <a:cubicBezTo>
                  <a:pt x="673" y="31"/>
                  <a:pt x="673" y="31"/>
                  <a:pt x="673" y="31"/>
                </a:cubicBezTo>
                <a:cubicBezTo>
                  <a:pt x="679" y="32"/>
                  <a:pt x="683" y="38"/>
                  <a:pt x="683" y="45"/>
                </a:cubicBezTo>
                <a:lnTo>
                  <a:pt x="683" y="455"/>
                </a:lnTo>
                <a:close/>
                <a:moveTo>
                  <a:pt x="327" y="278"/>
                </a:moveTo>
                <a:lnTo>
                  <a:pt x="327" y="278"/>
                </a:lnTo>
                <a:cubicBezTo>
                  <a:pt x="336" y="285"/>
                  <a:pt x="345" y="287"/>
                  <a:pt x="357" y="287"/>
                </a:cubicBezTo>
                <a:cubicBezTo>
                  <a:pt x="366" y="287"/>
                  <a:pt x="377" y="285"/>
                  <a:pt x="384" y="278"/>
                </a:cubicBezTo>
                <a:cubicBezTo>
                  <a:pt x="428" y="241"/>
                  <a:pt x="428" y="241"/>
                  <a:pt x="428" y="241"/>
                </a:cubicBezTo>
                <a:cubicBezTo>
                  <a:pt x="662" y="476"/>
                  <a:pt x="662" y="476"/>
                  <a:pt x="662" y="476"/>
                </a:cubicBezTo>
                <a:cubicBezTo>
                  <a:pt x="50" y="476"/>
                  <a:pt x="50" y="476"/>
                  <a:pt x="50" y="476"/>
                </a:cubicBezTo>
                <a:cubicBezTo>
                  <a:pt x="285" y="241"/>
                  <a:pt x="285" y="241"/>
                  <a:pt x="285" y="241"/>
                </a:cubicBezTo>
                <a:lnTo>
                  <a:pt x="327" y="278"/>
                </a:lnTo>
                <a:close/>
                <a:moveTo>
                  <a:pt x="366" y="254"/>
                </a:moveTo>
                <a:lnTo>
                  <a:pt x="366" y="254"/>
                </a:lnTo>
                <a:cubicBezTo>
                  <a:pt x="363" y="257"/>
                  <a:pt x="359" y="258"/>
                  <a:pt x="357" y="258"/>
                </a:cubicBezTo>
                <a:cubicBezTo>
                  <a:pt x="352" y="258"/>
                  <a:pt x="350" y="257"/>
                  <a:pt x="347" y="254"/>
                </a:cubicBezTo>
                <a:cubicBezTo>
                  <a:pt x="83" y="29"/>
                  <a:pt x="83" y="29"/>
                  <a:pt x="83" y="29"/>
                </a:cubicBezTo>
                <a:cubicBezTo>
                  <a:pt x="628" y="29"/>
                  <a:pt x="628" y="29"/>
                  <a:pt x="628" y="29"/>
                </a:cubicBezTo>
                <a:lnTo>
                  <a:pt x="366" y="254"/>
                </a:lnTo>
                <a:close/>
                <a:moveTo>
                  <a:pt x="39" y="31"/>
                </a:moveTo>
                <a:lnTo>
                  <a:pt x="39" y="31"/>
                </a:lnTo>
                <a:cubicBezTo>
                  <a:pt x="262" y="222"/>
                  <a:pt x="262" y="222"/>
                  <a:pt x="262" y="222"/>
                </a:cubicBezTo>
                <a:cubicBezTo>
                  <a:pt x="29" y="455"/>
                  <a:pt x="29" y="455"/>
                  <a:pt x="29" y="455"/>
                </a:cubicBezTo>
                <a:cubicBezTo>
                  <a:pt x="29" y="45"/>
                  <a:pt x="29" y="45"/>
                  <a:pt x="29" y="45"/>
                </a:cubicBezTo>
                <a:cubicBezTo>
                  <a:pt x="29" y="38"/>
                  <a:pt x="33" y="32"/>
                  <a:pt x="39" y="31"/>
                </a:cubicBezTo>
                <a:close/>
              </a:path>
            </a:pathLst>
          </a:custGeom>
          <a:solidFill>
            <a:schemeClr val="accent4"/>
          </a:solidFill>
          <a:ln>
            <a:noFill/>
          </a:ln>
          <a:effectLst/>
        </p:spPr>
        <p:txBody>
          <a:bodyPr wrap="none" anchor="ctr"/>
          <a:lstStyle/>
          <a:p>
            <a:endParaRPr lang="da-DK"/>
          </a:p>
        </p:txBody>
      </p:sp>
      <p:sp>
        <p:nvSpPr>
          <p:cNvPr id="457" name="Freeform 375">
            <a:extLst>
              <a:ext uri="{FF2B5EF4-FFF2-40B4-BE49-F238E27FC236}">
                <a16:creationId xmlns:a16="http://schemas.microsoft.com/office/drawing/2014/main" id="{3D52A8E8-CDD0-5582-1411-DB18CE6683C2}"/>
              </a:ext>
            </a:extLst>
          </p:cNvPr>
          <p:cNvSpPr>
            <a:spLocks noChangeArrowheads="1"/>
          </p:cNvSpPr>
          <p:nvPr/>
        </p:nvSpPr>
        <p:spPr bwMode="auto">
          <a:xfrm>
            <a:off x="1589756" y="6007795"/>
            <a:ext cx="257175" cy="255587"/>
          </a:xfrm>
          <a:custGeom>
            <a:avLst/>
            <a:gdLst>
              <a:gd name="T0" fmla="*/ 714 w 715"/>
              <a:gd name="T1" fmla="*/ 218 h 710"/>
              <a:gd name="T2" fmla="*/ 714 w 715"/>
              <a:gd name="T3" fmla="*/ 218 h 710"/>
              <a:gd name="T4" fmla="*/ 713 w 715"/>
              <a:gd name="T5" fmla="*/ 214 h 710"/>
              <a:gd name="T6" fmla="*/ 713 w 715"/>
              <a:gd name="T7" fmla="*/ 212 h 710"/>
              <a:gd name="T8" fmla="*/ 710 w 715"/>
              <a:gd name="T9" fmla="*/ 208 h 710"/>
              <a:gd name="T10" fmla="*/ 709 w 715"/>
              <a:gd name="T11" fmla="*/ 208 h 710"/>
              <a:gd name="T12" fmla="*/ 707 w 715"/>
              <a:gd name="T13" fmla="*/ 205 h 710"/>
              <a:gd name="T14" fmla="*/ 380 w 715"/>
              <a:gd name="T15" fmla="*/ 7 h 710"/>
              <a:gd name="T16" fmla="*/ 357 w 715"/>
              <a:gd name="T17" fmla="*/ 0 h 710"/>
              <a:gd name="T18" fmla="*/ 334 w 715"/>
              <a:gd name="T19" fmla="*/ 7 h 710"/>
              <a:gd name="T20" fmla="*/ 7 w 715"/>
              <a:gd name="T21" fmla="*/ 205 h 710"/>
              <a:gd name="T22" fmla="*/ 4 w 715"/>
              <a:gd name="T23" fmla="*/ 208 h 710"/>
              <a:gd name="T24" fmla="*/ 4 w 715"/>
              <a:gd name="T25" fmla="*/ 208 h 710"/>
              <a:gd name="T26" fmla="*/ 2 w 715"/>
              <a:gd name="T27" fmla="*/ 212 h 710"/>
              <a:gd name="T28" fmla="*/ 0 w 715"/>
              <a:gd name="T29" fmla="*/ 214 h 710"/>
              <a:gd name="T30" fmla="*/ 0 w 715"/>
              <a:gd name="T31" fmla="*/ 218 h 710"/>
              <a:gd name="T32" fmla="*/ 0 w 715"/>
              <a:gd name="T33" fmla="*/ 218 h 710"/>
              <a:gd name="T34" fmla="*/ 0 w 715"/>
              <a:gd name="T35" fmla="*/ 218 h 710"/>
              <a:gd name="T36" fmla="*/ 0 w 715"/>
              <a:gd name="T37" fmla="*/ 664 h 710"/>
              <a:gd name="T38" fmla="*/ 45 w 715"/>
              <a:gd name="T39" fmla="*/ 709 h 710"/>
              <a:gd name="T40" fmla="*/ 670 w 715"/>
              <a:gd name="T41" fmla="*/ 709 h 710"/>
              <a:gd name="T42" fmla="*/ 714 w 715"/>
              <a:gd name="T43" fmla="*/ 664 h 710"/>
              <a:gd name="T44" fmla="*/ 714 w 715"/>
              <a:gd name="T45" fmla="*/ 218 h 710"/>
              <a:gd name="T46" fmla="*/ 349 w 715"/>
              <a:gd name="T47" fmla="*/ 33 h 710"/>
              <a:gd name="T48" fmla="*/ 349 w 715"/>
              <a:gd name="T49" fmla="*/ 33 h 710"/>
              <a:gd name="T50" fmla="*/ 357 w 715"/>
              <a:gd name="T51" fmla="*/ 30 h 710"/>
              <a:gd name="T52" fmla="*/ 364 w 715"/>
              <a:gd name="T53" fmla="*/ 33 h 710"/>
              <a:gd name="T54" fmla="*/ 672 w 715"/>
              <a:gd name="T55" fmla="*/ 219 h 710"/>
              <a:gd name="T56" fmla="*/ 366 w 715"/>
              <a:gd name="T57" fmla="*/ 461 h 710"/>
              <a:gd name="T58" fmla="*/ 357 w 715"/>
              <a:gd name="T59" fmla="*/ 463 h 710"/>
              <a:gd name="T60" fmla="*/ 348 w 715"/>
              <a:gd name="T61" fmla="*/ 461 h 710"/>
              <a:gd name="T62" fmla="*/ 41 w 715"/>
              <a:gd name="T63" fmla="*/ 219 h 710"/>
              <a:gd name="T64" fmla="*/ 349 w 715"/>
              <a:gd name="T65" fmla="*/ 33 h 710"/>
              <a:gd name="T66" fmla="*/ 679 w 715"/>
              <a:gd name="T67" fmla="*/ 675 h 710"/>
              <a:gd name="T68" fmla="*/ 679 w 715"/>
              <a:gd name="T69" fmla="*/ 675 h 710"/>
              <a:gd name="T70" fmla="*/ 670 w 715"/>
              <a:gd name="T71" fmla="*/ 680 h 710"/>
              <a:gd name="T72" fmla="*/ 45 w 715"/>
              <a:gd name="T73" fmla="*/ 680 h 710"/>
              <a:gd name="T74" fmla="*/ 34 w 715"/>
              <a:gd name="T75" fmla="*/ 675 h 710"/>
              <a:gd name="T76" fmla="*/ 30 w 715"/>
              <a:gd name="T77" fmla="*/ 664 h 710"/>
              <a:gd name="T78" fmla="*/ 30 w 715"/>
              <a:gd name="T79" fmla="*/ 249 h 710"/>
              <a:gd name="T80" fmla="*/ 329 w 715"/>
              <a:gd name="T81" fmla="*/ 483 h 710"/>
              <a:gd name="T82" fmla="*/ 357 w 715"/>
              <a:gd name="T83" fmla="*/ 493 h 710"/>
              <a:gd name="T84" fmla="*/ 384 w 715"/>
              <a:gd name="T85" fmla="*/ 483 h 710"/>
              <a:gd name="T86" fmla="*/ 684 w 715"/>
              <a:gd name="T87" fmla="*/ 249 h 710"/>
              <a:gd name="T88" fmla="*/ 684 w 715"/>
              <a:gd name="T89" fmla="*/ 664 h 710"/>
              <a:gd name="T90" fmla="*/ 679 w 715"/>
              <a:gd name="T91" fmla="*/ 67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5" h="710">
                <a:moveTo>
                  <a:pt x="714" y="218"/>
                </a:moveTo>
                <a:lnTo>
                  <a:pt x="714" y="218"/>
                </a:lnTo>
                <a:cubicBezTo>
                  <a:pt x="714" y="217"/>
                  <a:pt x="713" y="215"/>
                  <a:pt x="713" y="214"/>
                </a:cubicBezTo>
                <a:cubicBezTo>
                  <a:pt x="713" y="212"/>
                  <a:pt x="713" y="212"/>
                  <a:pt x="713" y="212"/>
                </a:cubicBezTo>
                <a:cubicBezTo>
                  <a:pt x="712" y="211"/>
                  <a:pt x="710" y="210"/>
                  <a:pt x="710" y="208"/>
                </a:cubicBezTo>
                <a:lnTo>
                  <a:pt x="709" y="208"/>
                </a:lnTo>
                <a:cubicBezTo>
                  <a:pt x="709" y="207"/>
                  <a:pt x="707" y="207"/>
                  <a:pt x="707" y="205"/>
                </a:cubicBezTo>
                <a:cubicBezTo>
                  <a:pt x="380" y="7"/>
                  <a:pt x="380" y="7"/>
                  <a:pt x="380" y="7"/>
                </a:cubicBezTo>
                <a:cubicBezTo>
                  <a:pt x="373" y="3"/>
                  <a:pt x="364" y="0"/>
                  <a:pt x="357" y="0"/>
                </a:cubicBezTo>
                <a:cubicBezTo>
                  <a:pt x="349" y="0"/>
                  <a:pt x="341" y="3"/>
                  <a:pt x="334" y="7"/>
                </a:cubicBezTo>
                <a:cubicBezTo>
                  <a:pt x="7" y="205"/>
                  <a:pt x="7" y="205"/>
                  <a:pt x="7" y="205"/>
                </a:cubicBezTo>
                <a:cubicBezTo>
                  <a:pt x="6" y="207"/>
                  <a:pt x="4" y="207"/>
                  <a:pt x="4" y="208"/>
                </a:cubicBezTo>
                <a:lnTo>
                  <a:pt x="4" y="208"/>
                </a:lnTo>
                <a:cubicBezTo>
                  <a:pt x="3" y="210"/>
                  <a:pt x="2" y="211"/>
                  <a:pt x="2" y="212"/>
                </a:cubicBezTo>
                <a:cubicBezTo>
                  <a:pt x="2" y="212"/>
                  <a:pt x="2" y="212"/>
                  <a:pt x="0" y="214"/>
                </a:cubicBezTo>
                <a:cubicBezTo>
                  <a:pt x="0" y="215"/>
                  <a:pt x="0" y="217"/>
                  <a:pt x="0" y="218"/>
                </a:cubicBezTo>
                <a:lnTo>
                  <a:pt x="0" y="218"/>
                </a:lnTo>
                <a:lnTo>
                  <a:pt x="0" y="218"/>
                </a:lnTo>
                <a:cubicBezTo>
                  <a:pt x="0" y="664"/>
                  <a:pt x="0" y="664"/>
                  <a:pt x="0" y="664"/>
                </a:cubicBezTo>
                <a:cubicBezTo>
                  <a:pt x="0" y="689"/>
                  <a:pt x="20" y="709"/>
                  <a:pt x="45" y="709"/>
                </a:cubicBezTo>
                <a:cubicBezTo>
                  <a:pt x="670" y="709"/>
                  <a:pt x="670" y="709"/>
                  <a:pt x="670" y="709"/>
                </a:cubicBezTo>
                <a:cubicBezTo>
                  <a:pt x="693" y="709"/>
                  <a:pt x="714" y="689"/>
                  <a:pt x="714" y="664"/>
                </a:cubicBezTo>
                <a:cubicBezTo>
                  <a:pt x="714" y="218"/>
                  <a:pt x="714" y="218"/>
                  <a:pt x="714" y="218"/>
                </a:cubicBezTo>
                <a:close/>
                <a:moveTo>
                  <a:pt x="349" y="33"/>
                </a:moveTo>
                <a:lnTo>
                  <a:pt x="349" y="33"/>
                </a:lnTo>
                <a:cubicBezTo>
                  <a:pt x="352" y="31"/>
                  <a:pt x="355" y="30"/>
                  <a:pt x="357" y="30"/>
                </a:cubicBezTo>
                <a:cubicBezTo>
                  <a:pt x="360" y="30"/>
                  <a:pt x="361" y="31"/>
                  <a:pt x="364" y="33"/>
                </a:cubicBezTo>
                <a:cubicBezTo>
                  <a:pt x="672" y="219"/>
                  <a:pt x="672" y="219"/>
                  <a:pt x="672" y="219"/>
                </a:cubicBezTo>
                <a:cubicBezTo>
                  <a:pt x="366" y="461"/>
                  <a:pt x="366" y="461"/>
                  <a:pt x="366" y="461"/>
                </a:cubicBezTo>
                <a:cubicBezTo>
                  <a:pt x="363" y="462"/>
                  <a:pt x="360" y="463"/>
                  <a:pt x="357" y="463"/>
                </a:cubicBezTo>
                <a:cubicBezTo>
                  <a:pt x="353" y="463"/>
                  <a:pt x="350" y="462"/>
                  <a:pt x="348" y="461"/>
                </a:cubicBezTo>
                <a:cubicBezTo>
                  <a:pt x="41" y="219"/>
                  <a:pt x="41" y="219"/>
                  <a:pt x="41" y="219"/>
                </a:cubicBezTo>
                <a:lnTo>
                  <a:pt x="349" y="33"/>
                </a:lnTo>
                <a:close/>
                <a:moveTo>
                  <a:pt x="679" y="675"/>
                </a:moveTo>
                <a:lnTo>
                  <a:pt x="679" y="675"/>
                </a:lnTo>
                <a:cubicBezTo>
                  <a:pt x="677" y="678"/>
                  <a:pt x="674" y="680"/>
                  <a:pt x="670" y="680"/>
                </a:cubicBezTo>
                <a:cubicBezTo>
                  <a:pt x="45" y="680"/>
                  <a:pt x="45" y="680"/>
                  <a:pt x="45" y="680"/>
                </a:cubicBezTo>
                <a:cubicBezTo>
                  <a:pt x="41" y="680"/>
                  <a:pt x="37" y="678"/>
                  <a:pt x="34" y="675"/>
                </a:cubicBezTo>
                <a:cubicBezTo>
                  <a:pt x="31" y="673"/>
                  <a:pt x="30" y="668"/>
                  <a:pt x="30" y="664"/>
                </a:cubicBezTo>
                <a:cubicBezTo>
                  <a:pt x="30" y="249"/>
                  <a:pt x="30" y="249"/>
                  <a:pt x="30" y="249"/>
                </a:cubicBezTo>
                <a:cubicBezTo>
                  <a:pt x="329" y="483"/>
                  <a:pt x="329" y="483"/>
                  <a:pt x="329" y="483"/>
                </a:cubicBezTo>
                <a:cubicBezTo>
                  <a:pt x="338" y="490"/>
                  <a:pt x="348" y="493"/>
                  <a:pt x="357" y="493"/>
                </a:cubicBezTo>
                <a:cubicBezTo>
                  <a:pt x="367" y="493"/>
                  <a:pt x="377" y="490"/>
                  <a:pt x="384" y="483"/>
                </a:cubicBezTo>
                <a:cubicBezTo>
                  <a:pt x="684" y="249"/>
                  <a:pt x="684" y="249"/>
                  <a:pt x="684" y="249"/>
                </a:cubicBezTo>
                <a:cubicBezTo>
                  <a:pt x="684" y="664"/>
                  <a:pt x="684" y="664"/>
                  <a:pt x="684" y="664"/>
                </a:cubicBezTo>
                <a:cubicBezTo>
                  <a:pt x="684" y="668"/>
                  <a:pt x="682" y="673"/>
                  <a:pt x="679" y="675"/>
                </a:cubicBezTo>
                <a:close/>
              </a:path>
            </a:pathLst>
          </a:custGeom>
          <a:solidFill>
            <a:schemeClr val="accent4"/>
          </a:solidFill>
          <a:ln>
            <a:noFill/>
          </a:ln>
          <a:effectLst/>
        </p:spPr>
        <p:txBody>
          <a:bodyPr wrap="none" anchor="ctr"/>
          <a:lstStyle/>
          <a:p>
            <a:endParaRPr lang="da-DK"/>
          </a:p>
        </p:txBody>
      </p:sp>
      <p:grpSp>
        <p:nvGrpSpPr>
          <p:cNvPr id="458" name="Group 461">
            <a:extLst>
              <a:ext uri="{FF2B5EF4-FFF2-40B4-BE49-F238E27FC236}">
                <a16:creationId xmlns:a16="http://schemas.microsoft.com/office/drawing/2014/main" id="{430F87B0-B264-F46C-CF74-880EDD88F98C}"/>
              </a:ext>
            </a:extLst>
          </p:cNvPr>
          <p:cNvGrpSpPr/>
          <p:nvPr/>
        </p:nvGrpSpPr>
        <p:grpSpPr>
          <a:xfrm>
            <a:off x="3148681" y="4993382"/>
            <a:ext cx="161925" cy="257175"/>
            <a:chOff x="2120900" y="5308600"/>
            <a:chExt cx="161925" cy="257175"/>
          </a:xfrm>
          <a:solidFill>
            <a:schemeClr val="accent4"/>
          </a:solidFill>
        </p:grpSpPr>
        <p:sp>
          <p:nvSpPr>
            <p:cNvPr id="459" name="Freeform 376">
              <a:extLst>
                <a:ext uri="{FF2B5EF4-FFF2-40B4-BE49-F238E27FC236}">
                  <a16:creationId xmlns:a16="http://schemas.microsoft.com/office/drawing/2014/main" id="{7F842D81-8044-213C-3BDD-0103F1D3AE56}"/>
                </a:ext>
              </a:extLst>
            </p:cNvPr>
            <p:cNvSpPr>
              <a:spLocks noChangeArrowheads="1"/>
            </p:cNvSpPr>
            <p:nvPr/>
          </p:nvSpPr>
          <p:spPr bwMode="auto">
            <a:xfrm>
              <a:off x="2120900" y="5308600"/>
              <a:ext cx="161925" cy="257175"/>
            </a:xfrm>
            <a:custGeom>
              <a:avLst/>
              <a:gdLst>
                <a:gd name="T0" fmla="*/ 371 w 448"/>
                <a:gd name="T1" fmla="*/ 0 h 715"/>
                <a:gd name="T2" fmla="*/ 371 w 448"/>
                <a:gd name="T3" fmla="*/ 0 h 715"/>
                <a:gd name="T4" fmla="*/ 74 w 448"/>
                <a:gd name="T5" fmla="*/ 0 h 715"/>
                <a:gd name="T6" fmla="*/ 0 w 448"/>
                <a:gd name="T7" fmla="*/ 74 h 715"/>
                <a:gd name="T8" fmla="*/ 0 w 448"/>
                <a:gd name="T9" fmla="*/ 641 h 715"/>
                <a:gd name="T10" fmla="*/ 74 w 448"/>
                <a:gd name="T11" fmla="*/ 714 h 715"/>
                <a:gd name="T12" fmla="*/ 371 w 448"/>
                <a:gd name="T13" fmla="*/ 714 h 715"/>
                <a:gd name="T14" fmla="*/ 447 w 448"/>
                <a:gd name="T15" fmla="*/ 641 h 715"/>
                <a:gd name="T16" fmla="*/ 447 w 448"/>
                <a:gd name="T17" fmla="*/ 581 h 715"/>
                <a:gd name="T18" fmla="*/ 447 w 448"/>
                <a:gd name="T19" fmla="*/ 581 h 715"/>
                <a:gd name="T20" fmla="*/ 447 w 448"/>
                <a:gd name="T21" fmla="*/ 581 h 715"/>
                <a:gd name="T22" fmla="*/ 447 w 448"/>
                <a:gd name="T23" fmla="*/ 74 h 715"/>
                <a:gd name="T24" fmla="*/ 371 w 448"/>
                <a:gd name="T25" fmla="*/ 0 h 715"/>
                <a:gd name="T26" fmla="*/ 74 w 448"/>
                <a:gd name="T27" fmla="*/ 30 h 715"/>
                <a:gd name="T28" fmla="*/ 74 w 448"/>
                <a:gd name="T29" fmla="*/ 30 h 715"/>
                <a:gd name="T30" fmla="*/ 371 w 448"/>
                <a:gd name="T31" fmla="*/ 30 h 715"/>
                <a:gd name="T32" fmla="*/ 416 w 448"/>
                <a:gd name="T33" fmla="*/ 74 h 715"/>
                <a:gd name="T34" fmla="*/ 416 w 448"/>
                <a:gd name="T35" fmla="*/ 565 h 715"/>
                <a:gd name="T36" fmla="*/ 30 w 448"/>
                <a:gd name="T37" fmla="*/ 565 h 715"/>
                <a:gd name="T38" fmla="*/ 30 w 448"/>
                <a:gd name="T39" fmla="*/ 74 h 715"/>
                <a:gd name="T40" fmla="*/ 74 w 448"/>
                <a:gd name="T41" fmla="*/ 30 h 715"/>
                <a:gd name="T42" fmla="*/ 371 w 448"/>
                <a:gd name="T43" fmla="*/ 685 h 715"/>
                <a:gd name="T44" fmla="*/ 371 w 448"/>
                <a:gd name="T45" fmla="*/ 685 h 715"/>
                <a:gd name="T46" fmla="*/ 74 w 448"/>
                <a:gd name="T47" fmla="*/ 685 h 715"/>
                <a:gd name="T48" fmla="*/ 30 w 448"/>
                <a:gd name="T49" fmla="*/ 641 h 715"/>
                <a:gd name="T50" fmla="*/ 30 w 448"/>
                <a:gd name="T51" fmla="*/ 596 h 715"/>
                <a:gd name="T52" fmla="*/ 416 w 448"/>
                <a:gd name="T53" fmla="*/ 596 h 715"/>
                <a:gd name="T54" fmla="*/ 416 w 448"/>
                <a:gd name="T55" fmla="*/ 641 h 715"/>
                <a:gd name="T56" fmla="*/ 371 w 448"/>
                <a:gd name="T57" fmla="*/ 68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448" h="715">
                  <a:moveTo>
                    <a:pt x="371" y="0"/>
                  </a:moveTo>
                  <a:lnTo>
                    <a:pt x="371" y="0"/>
                  </a:lnTo>
                  <a:cubicBezTo>
                    <a:pt x="74" y="0"/>
                    <a:pt x="74" y="0"/>
                    <a:pt x="74" y="0"/>
                  </a:cubicBezTo>
                  <a:cubicBezTo>
                    <a:pt x="34" y="0"/>
                    <a:pt x="0" y="34"/>
                    <a:pt x="0" y="74"/>
                  </a:cubicBezTo>
                  <a:cubicBezTo>
                    <a:pt x="0" y="641"/>
                    <a:pt x="0" y="641"/>
                    <a:pt x="0" y="641"/>
                  </a:cubicBezTo>
                  <a:cubicBezTo>
                    <a:pt x="0" y="681"/>
                    <a:pt x="34" y="714"/>
                    <a:pt x="74" y="714"/>
                  </a:cubicBezTo>
                  <a:cubicBezTo>
                    <a:pt x="371" y="714"/>
                    <a:pt x="371" y="714"/>
                    <a:pt x="371" y="714"/>
                  </a:cubicBezTo>
                  <a:cubicBezTo>
                    <a:pt x="413" y="714"/>
                    <a:pt x="447" y="681"/>
                    <a:pt x="447" y="641"/>
                  </a:cubicBezTo>
                  <a:cubicBezTo>
                    <a:pt x="447" y="581"/>
                    <a:pt x="447" y="581"/>
                    <a:pt x="447" y="581"/>
                  </a:cubicBezTo>
                  <a:lnTo>
                    <a:pt x="447" y="581"/>
                  </a:lnTo>
                  <a:lnTo>
                    <a:pt x="447" y="581"/>
                  </a:lnTo>
                  <a:cubicBezTo>
                    <a:pt x="447" y="74"/>
                    <a:pt x="447" y="74"/>
                    <a:pt x="447" y="74"/>
                  </a:cubicBezTo>
                  <a:cubicBezTo>
                    <a:pt x="447" y="34"/>
                    <a:pt x="413" y="0"/>
                    <a:pt x="371" y="0"/>
                  </a:cubicBezTo>
                  <a:close/>
                  <a:moveTo>
                    <a:pt x="74" y="30"/>
                  </a:moveTo>
                  <a:lnTo>
                    <a:pt x="74" y="30"/>
                  </a:lnTo>
                  <a:cubicBezTo>
                    <a:pt x="371" y="30"/>
                    <a:pt x="371" y="30"/>
                    <a:pt x="371" y="30"/>
                  </a:cubicBezTo>
                  <a:cubicBezTo>
                    <a:pt x="396" y="30"/>
                    <a:pt x="416" y="51"/>
                    <a:pt x="416" y="74"/>
                  </a:cubicBezTo>
                  <a:cubicBezTo>
                    <a:pt x="416" y="565"/>
                    <a:pt x="416" y="565"/>
                    <a:pt x="416" y="565"/>
                  </a:cubicBezTo>
                  <a:cubicBezTo>
                    <a:pt x="30" y="565"/>
                    <a:pt x="30" y="565"/>
                    <a:pt x="30" y="565"/>
                  </a:cubicBezTo>
                  <a:cubicBezTo>
                    <a:pt x="30" y="74"/>
                    <a:pt x="30" y="74"/>
                    <a:pt x="30" y="74"/>
                  </a:cubicBezTo>
                  <a:cubicBezTo>
                    <a:pt x="30" y="51"/>
                    <a:pt x="49" y="30"/>
                    <a:pt x="74" y="30"/>
                  </a:cubicBezTo>
                  <a:close/>
                  <a:moveTo>
                    <a:pt x="371" y="685"/>
                  </a:moveTo>
                  <a:lnTo>
                    <a:pt x="371" y="685"/>
                  </a:lnTo>
                  <a:cubicBezTo>
                    <a:pt x="74" y="685"/>
                    <a:pt x="74" y="685"/>
                    <a:pt x="74" y="685"/>
                  </a:cubicBezTo>
                  <a:cubicBezTo>
                    <a:pt x="49" y="685"/>
                    <a:pt x="30" y="664"/>
                    <a:pt x="30" y="641"/>
                  </a:cubicBezTo>
                  <a:cubicBezTo>
                    <a:pt x="30" y="596"/>
                    <a:pt x="30" y="596"/>
                    <a:pt x="30" y="596"/>
                  </a:cubicBezTo>
                  <a:cubicBezTo>
                    <a:pt x="416" y="596"/>
                    <a:pt x="416" y="596"/>
                    <a:pt x="416" y="596"/>
                  </a:cubicBezTo>
                  <a:cubicBezTo>
                    <a:pt x="416" y="641"/>
                    <a:pt x="416" y="641"/>
                    <a:pt x="416" y="641"/>
                  </a:cubicBezTo>
                  <a:cubicBezTo>
                    <a:pt x="416" y="664"/>
                    <a:pt x="396" y="685"/>
                    <a:pt x="371" y="6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0" name="Freeform 377">
              <a:extLst>
                <a:ext uri="{FF2B5EF4-FFF2-40B4-BE49-F238E27FC236}">
                  <a16:creationId xmlns:a16="http://schemas.microsoft.com/office/drawing/2014/main" id="{DEBBA2DB-2116-C8BB-55E7-809192AAB22D}"/>
                </a:ext>
              </a:extLst>
            </p:cNvPr>
            <p:cNvSpPr>
              <a:spLocks noChangeArrowheads="1"/>
            </p:cNvSpPr>
            <p:nvPr/>
          </p:nvSpPr>
          <p:spPr bwMode="auto">
            <a:xfrm>
              <a:off x="2185988" y="5532438"/>
              <a:ext cx="31750" cy="11112"/>
            </a:xfrm>
            <a:custGeom>
              <a:avLst/>
              <a:gdLst>
                <a:gd name="T0" fmla="*/ 74 w 90"/>
                <a:gd name="T1" fmla="*/ 0 h 30"/>
                <a:gd name="T2" fmla="*/ 74 w 90"/>
                <a:gd name="T3" fmla="*/ 0 h 30"/>
                <a:gd name="T4" fmla="*/ 14 w 90"/>
                <a:gd name="T5" fmla="*/ 0 h 30"/>
                <a:gd name="T6" fmla="*/ 0 w 90"/>
                <a:gd name="T7" fmla="*/ 16 h 30"/>
                <a:gd name="T8" fmla="*/ 14 w 90"/>
                <a:gd name="T9" fmla="*/ 29 h 30"/>
                <a:gd name="T10" fmla="*/ 74 w 90"/>
                <a:gd name="T11" fmla="*/ 29 h 30"/>
                <a:gd name="T12" fmla="*/ 89 w 90"/>
                <a:gd name="T13" fmla="*/ 16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5" y="0"/>
                    <a:pt x="0" y="7"/>
                    <a:pt x="0" y="16"/>
                  </a:cubicBezTo>
                  <a:cubicBezTo>
                    <a:pt x="0" y="24"/>
                    <a:pt x="5" y="29"/>
                    <a:pt x="14" y="29"/>
                  </a:cubicBezTo>
                  <a:cubicBezTo>
                    <a:pt x="74" y="29"/>
                    <a:pt x="74" y="29"/>
                    <a:pt x="74" y="29"/>
                  </a:cubicBezTo>
                  <a:cubicBezTo>
                    <a:pt x="82" y="29"/>
                    <a:pt x="89" y="24"/>
                    <a:pt x="89" y="16"/>
                  </a:cubicBezTo>
                  <a:cubicBezTo>
                    <a:pt x="89" y="7"/>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1" name="Group 464">
            <a:extLst>
              <a:ext uri="{FF2B5EF4-FFF2-40B4-BE49-F238E27FC236}">
                <a16:creationId xmlns:a16="http://schemas.microsoft.com/office/drawing/2014/main" id="{DED35984-19E0-DF01-1C76-20D647E75511}"/>
              </a:ext>
            </a:extLst>
          </p:cNvPr>
          <p:cNvGrpSpPr/>
          <p:nvPr/>
        </p:nvGrpSpPr>
        <p:grpSpPr>
          <a:xfrm>
            <a:off x="3647156" y="5511701"/>
            <a:ext cx="198438" cy="257175"/>
            <a:chOff x="2619375" y="5827713"/>
            <a:chExt cx="198438" cy="257175"/>
          </a:xfrm>
          <a:solidFill>
            <a:schemeClr val="accent4"/>
          </a:solidFill>
        </p:grpSpPr>
        <p:sp>
          <p:nvSpPr>
            <p:cNvPr id="462" name="Freeform 323">
              <a:extLst>
                <a:ext uri="{FF2B5EF4-FFF2-40B4-BE49-F238E27FC236}">
                  <a16:creationId xmlns:a16="http://schemas.microsoft.com/office/drawing/2014/main" id="{4017C578-20BE-C3CE-B30A-205D68EA09DA}"/>
                </a:ext>
              </a:extLst>
            </p:cNvPr>
            <p:cNvSpPr>
              <a:spLocks noChangeArrowheads="1"/>
            </p:cNvSpPr>
            <p:nvPr/>
          </p:nvSpPr>
          <p:spPr bwMode="auto">
            <a:xfrm>
              <a:off x="2678113" y="5875338"/>
              <a:ext cx="139700" cy="139700"/>
            </a:xfrm>
            <a:custGeom>
              <a:avLst/>
              <a:gdLst>
                <a:gd name="T0" fmla="*/ 346 w 387"/>
                <a:gd name="T1" fmla="*/ 0 h 388"/>
                <a:gd name="T2" fmla="*/ 346 w 387"/>
                <a:gd name="T3" fmla="*/ 0 h 388"/>
                <a:gd name="T4" fmla="*/ 40 w 387"/>
                <a:gd name="T5" fmla="*/ 0 h 388"/>
                <a:gd name="T6" fmla="*/ 0 w 387"/>
                <a:gd name="T7" fmla="*/ 40 h 388"/>
                <a:gd name="T8" fmla="*/ 0 w 387"/>
                <a:gd name="T9" fmla="*/ 269 h 388"/>
                <a:gd name="T10" fmla="*/ 4 w 387"/>
                <a:gd name="T11" fmla="*/ 280 h 388"/>
                <a:gd name="T12" fmla="*/ 15 w 387"/>
                <a:gd name="T13" fmla="*/ 284 h 388"/>
                <a:gd name="T14" fmla="*/ 25 w 387"/>
                <a:gd name="T15" fmla="*/ 284 h 388"/>
                <a:gd name="T16" fmla="*/ 25 w 387"/>
                <a:gd name="T17" fmla="*/ 371 h 388"/>
                <a:gd name="T18" fmla="*/ 35 w 387"/>
                <a:gd name="T19" fmla="*/ 385 h 388"/>
                <a:gd name="T20" fmla="*/ 50 w 387"/>
                <a:gd name="T21" fmla="*/ 382 h 388"/>
                <a:gd name="T22" fmla="*/ 149 w 387"/>
                <a:gd name="T23" fmla="*/ 284 h 388"/>
                <a:gd name="T24" fmla="*/ 346 w 387"/>
                <a:gd name="T25" fmla="*/ 284 h 388"/>
                <a:gd name="T26" fmla="*/ 386 w 387"/>
                <a:gd name="T27" fmla="*/ 244 h 388"/>
                <a:gd name="T28" fmla="*/ 386 w 387"/>
                <a:gd name="T29" fmla="*/ 40 h 388"/>
                <a:gd name="T30" fmla="*/ 346 w 387"/>
                <a:gd name="T31" fmla="*/ 0 h 388"/>
                <a:gd name="T32" fmla="*/ 357 w 387"/>
                <a:gd name="T33" fmla="*/ 244 h 388"/>
                <a:gd name="T34" fmla="*/ 357 w 387"/>
                <a:gd name="T35" fmla="*/ 244 h 388"/>
                <a:gd name="T36" fmla="*/ 346 w 387"/>
                <a:gd name="T37" fmla="*/ 255 h 388"/>
                <a:gd name="T38" fmla="*/ 142 w 387"/>
                <a:gd name="T39" fmla="*/ 255 h 388"/>
                <a:gd name="T40" fmla="*/ 132 w 387"/>
                <a:gd name="T41" fmla="*/ 259 h 388"/>
                <a:gd name="T42" fmla="*/ 56 w 387"/>
                <a:gd name="T43" fmla="*/ 336 h 388"/>
                <a:gd name="T44" fmla="*/ 56 w 387"/>
                <a:gd name="T45" fmla="*/ 269 h 388"/>
                <a:gd name="T46" fmla="*/ 50 w 387"/>
                <a:gd name="T47" fmla="*/ 259 h 388"/>
                <a:gd name="T48" fmla="*/ 40 w 387"/>
                <a:gd name="T49" fmla="*/ 255 h 388"/>
                <a:gd name="T50" fmla="*/ 29 w 387"/>
                <a:gd name="T51" fmla="*/ 255 h 388"/>
                <a:gd name="T52" fmla="*/ 29 w 387"/>
                <a:gd name="T53" fmla="*/ 40 h 388"/>
                <a:gd name="T54" fmla="*/ 40 w 387"/>
                <a:gd name="T55" fmla="*/ 29 h 388"/>
                <a:gd name="T56" fmla="*/ 346 w 387"/>
                <a:gd name="T57" fmla="*/ 29 h 388"/>
                <a:gd name="T58" fmla="*/ 357 w 387"/>
                <a:gd name="T59" fmla="*/ 40 h 388"/>
                <a:gd name="T60" fmla="*/ 357 w 387"/>
                <a:gd name="T61" fmla="*/ 244 h 3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387" h="388">
                  <a:moveTo>
                    <a:pt x="346" y="0"/>
                  </a:moveTo>
                  <a:lnTo>
                    <a:pt x="346" y="0"/>
                  </a:lnTo>
                  <a:cubicBezTo>
                    <a:pt x="40" y="0"/>
                    <a:pt x="40" y="0"/>
                    <a:pt x="40" y="0"/>
                  </a:cubicBezTo>
                  <a:cubicBezTo>
                    <a:pt x="18" y="0"/>
                    <a:pt x="0" y="18"/>
                    <a:pt x="0" y="40"/>
                  </a:cubicBezTo>
                  <a:cubicBezTo>
                    <a:pt x="0" y="269"/>
                    <a:pt x="0" y="269"/>
                    <a:pt x="0" y="269"/>
                  </a:cubicBezTo>
                  <a:cubicBezTo>
                    <a:pt x="0" y="273"/>
                    <a:pt x="1" y="277"/>
                    <a:pt x="4" y="280"/>
                  </a:cubicBezTo>
                  <a:cubicBezTo>
                    <a:pt x="7" y="283"/>
                    <a:pt x="11" y="284"/>
                    <a:pt x="15" y="284"/>
                  </a:cubicBezTo>
                  <a:cubicBezTo>
                    <a:pt x="25" y="284"/>
                    <a:pt x="25" y="284"/>
                    <a:pt x="25" y="284"/>
                  </a:cubicBezTo>
                  <a:cubicBezTo>
                    <a:pt x="25" y="371"/>
                    <a:pt x="25" y="371"/>
                    <a:pt x="25" y="371"/>
                  </a:cubicBezTo>
                  <a:cubicBezTo>
                    <a:pt x="25" y="378"/>
                    <a:pt x="29" y="383"/>
                    <a:pt x="35" y="385"/>
                  </a:cubicBezTo>
                  <a:cubicBezTo>
                    <a:pt x="40" y="387"/>
                    <a:pt x="46" y="386"/>
                    <a:pt x="50" y="382"/>
                  </a:cubicBezTo>
                  <a:cubicBezTo>
                    <a:pt x="149" y="284"/>
                    <a:pt x="149" y="284"/>
                    <a:pt x="149" y="284"/>
                  </a:cubicBezTo>
                  <a:cubicBezTo>
                    <a:pt x="346" y="284"/>
                    <a:pt x="346" y="284"/>
                    <a:pt x="346" y="284"/>
                  </a:cubicBezTo>
                  <a:cubicBezTo>
                    <a:pt x="368" y="284"/>
                    <a:pt x="386" y="266"/>
                    <a:pt x="386" y="244"/>
                  </a:cubicBezTo>
                  <a:cubicBezTo>
                    <a:pt x="386" y="40"/>
                    <a:pt x="386" y="40"/>
                    <a:pt x="386" y="40"/>
                  </a:cubicBezTo>
                  <a:cubicBezTo>
                    <a:pt x="386" y="18"/>
                    <a:pt x="368" y="0"/>
                    <a:pt x="346" y="0"/>
                  </a:cubicBezTo>
                  <a:close/>
                  <a:moveTo>
                    <a:pt x="357" y="244"/>
                  </a:moveTo>
                  <a:lnTo>
                    <a:pt x="357" y="244"/>
                  </a:lnTo>
                  <a:cubicBezTo>
                    <a:pt x="357" y="249"/>
                    <a:pt x="353" y="255"/>
                    <a:pt x="346" y="255"/>
                  </a:cubicBezTo>
                  <a:cubicBezTo>
                    <a:pt x="142" y="255"/>
                    <a:pt x="142" y="255"/>
                    <a:pt x="142" y="255"/>
                  </a:cubicBezTo>
                  <a:cubicBezTo>
                    <a:pt x="138" y="255"/>
                    <a:pt x="135" y="256"/>
                    <a:pt x="132" y="259"/>
                  </a:cubicBezTo>
                  <a:cubicBezTo>
                    <a:pt x="56" y="336"/>
                    <a:pt x="56" y="336"/>
                    <a:pt x="56" y="336"/>
                  </a:cubicBezTo>
                  <a:cubicBezTo>
                    <a:pt x="56" y="269"/>
                    <a:pt x="56" y="269"/>
                    <a:pt x="56" y="269"/>
                  </a:cubicBezTo>
                  <a:cubicBezTo>
                    <a:pt x="56" y="265"/>
                    <a:pt x="53" y="262"/>
                    <a:pt x="50" y="259"/>
                  </a:cubicBezTo>
                  <a:cubicBezTo>
                    <a:pt x="49" y="256"/>
                    <a:pt x="44" y="255"/>
                    <a:pt x="40" y="255"/>
                  </a:cubicBezTo>
                  <a:cubicBezTo>
                    <a:pt x="29" y="255"/>
                    <a:pt x="29" y="255"/>
                    <a:pt x="29" y="255"/>
                  </a:cubicBezTo>
                  <a:cubicBezTo>
                    <a:pt x="29" y="40"/>
                    <a:pt x="29" y="40"/>
                    <a:pt x="29" y="40"/>
                  </a:cubicBezTo>
                  <a:cubicBezTo>
                    <a:pt x="29" y="33"/>
                    <a:pt x="35" y="29"/>
                    <a:pt x="40" y="29"/>
                  </a:cubicBezTo>
                  <a:cubicBezTo>
                    <a:pt x="346" y="29"/>
                    <a:pt x="346" y="29"/>
                    <a:pt x="346" y="29"/>
                  </a:cubicBezTo>
                  <a:cubicBezTo>
                    <a:pt x="353" y="29"/>
                    <a:pt x="357" y="33"/>
                    <a:pt x="357" y="40"/>
                  </a:cubicBezTo>
                  <a:lnTo>
                    <a:pt x="357" y="24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3" name="Freeform 378">
              <a:extLst>
                <a:ext uri="{FF2B5EF4-FFF2-40B4-BE49-F238E27FC236}">
                  <a16:creationId xmlns:a16="http://schemas.microsoft.com/office/drawing/2014/main" id="{CA53411F-7CC5-EA2E-7384-85A1370F9A60}"/>
                </a:ext>
              </a:extLst>
            </p:cNvPr>
            <p:cNvSpPr>
              <a:spLocks noChangeArrowheads="1"/>
            </p:cNvSpPr>
            <p:nvPr/>
          </p:nvSpPr>
          <p:spPr bwMode="auto">
            <a:xfrm>
              <a:off x="2619375" y="5827713"/>
              <a:ext cx="160338" cy="257175"/>
            </a:xfrm>
            <a:custGeom>
              <a:avLst/>
              <a:gdLst>
                <a:gd name="T0" fmla="*/ 446 w 447"/>
                <a:gd name="T1" fmla="*/ 580 h 715"/>
                <a:gd name="T2" fmla="*/ 446 w 447"/>
                <a:gd name="T3" fmla="*/ 580 h 715"/>
                <a:gd name="T4" fmla="*/ 446 w 447"/>
                <a:gd name="T5" fmla="*/ 475 h 715"/>
                <a:gd name="T6" fmla="*/ 431 w 447"/>
                <a:gd name="T7" fmla="*/ 460 h 715"/>
                <a:gd name="T8" fmla="*/ 415 w 447"/>
                <a:gd name="T9" fmla="*/ 475 h 715"/>
                <a:gd name="T10" fmla="*/ 415 w 447"/>
                <a:gd name="T11" fmla="*/ 475 h 715"/>
                <a:gd name="T12" fmla="*/ 415 w 447"/>
                <a:gd name="T13" fmla="*/ 565 h 715"/>
                <a:gd name="T14" fmla="*/ 29 w 447"/>
                <a:gd name="T15" fmla="*/ 565 h 715"/>
                <a:gd name="T16" fmla="*/ 29 w 447"/>
                <a:gd name="T17" fmla="*/ 74 h 715"/>
                <a:gd name="T18" fmla="*/ 74 w 447"/>
                <a:gd name="T19" fmla="*/ 29 h 715"/>
                <a:gd name="T20" fmla="*/ 371 w 447"/>
                <a:gd name="T21" fmla="*/ 29 h 715"/>
                <a:gd name="T22" fmla="*/ 415 w 447"/>
                <a:gd name="T23" fmla="*/ 74 h 715"/>
                <a:gd name="T24" fmla="*/ 415 w 447"/>
                <a:gd name="T25" fmla="*/ 89 h 715"/>
                <a:gd name="T26" fmla="*/ 431 w 447"/>
                <a:gd name="T27" fmla="*/ 103 h 715"/>
                <a:gd name="T28" fmla="*/ 446 w 447"/>
                <a:gd name="T29" fmla="*/ 89 h 715"/>
                <a:gd name="T30" fmla="*/ 446 w 447"/>
                <a:gd name="T31" fmla="*/ 74 h 715"/>
                <a:gd name="T32" fmla="*/ 371 w 447"/>
                <a:gd name="T33" fmla="*/ 0 h 715"/>
                <a:gd name="T34" fmla="*/ 74 w 447"/>
                <a:gd name="T35" fmla="*/ 0 h 715"/>
                <a:gd name="T36" fmla="*/ 0 w 447"/>
                <a:gd name="T37" fmla="*/ 74 h 715"/>
                <a:gd name="T38" fmla="*/ 0 w 447"/>
                <a:gd name="T39" fmla="*/ 639 h 715"/>
                <a:gd name="T40" fmla="*/ 74 w 447"/>
                <a:gd name="T41" fmla="*/ 714 h 715"/>
                <a:gd name="T42" fmla="*/ 371 w 447"/>
                <a:gd name="T43" fmla="*/ 714 h 715"/>
                <a:gd name="T44" fmla="*/ 446 w 447"/>
                <a:gd name="T45" fmla="*/ 639 h 715"/>
                <a:gd name="T46" fmla="*/ 446 w 447"/>
                <a:gd name="T47" fmla="*/ 580 h 715"/>
                <a:gd name="T48" fmla="*/ 371 w 447"/>
                <a:gd name="T49" fmla="*/ 683 h 715"/>
                <a:gd name="T50" fmla="*/ 371 w 447"/>
                <a:gd name="T51" fmla="*/ 683 h 715"/>
                <a:gd name="T52" fmla="*/ 74 w 447"/>
                <a:gd name="T53" fmla="*/ 683 h 715"/>
                <a:gd name="T54" fmla="*/ 29 w 447"/>
                <a:gd name="T55" fmla="*/ 639 h 715"/>
                <a:gd name="T56" fmla="*/ 29 w 447"/>
                <a:gd name="T57" fmla="*/ 594 h 715"/>
                <a:gd name="T58" fmla="*/ 415 w 447"/>
                <a:gd name="T59" fmla="*/ 594 h 715"/>
                <a:gd name="T60" fmla="*/ 415 w 447"/>
                <a:gd name="T61" fmla="*/ 639 h 715"/>
                <a:gd name="T62" fmla="*/ 371 w 447"/>
                <a:gd name="T63" fmla="*/ 683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447" h="715">
                  <a:moveTo>
                    <a:pt x="446" y="580"/>
                  </a:moveTo>
                  <a:lnTo>
                    <a:pt x="446" y="580"/>
                  </a:lnTo>
                  <a:cubicBezTo>
                    <a:pt x="446" y="475"/>
                    <a:pt x="446" y="475"/>
                    <a:pt x="446" y="475"/>
                  </a:cubicBezTo>
                  <a:cubicBezTo>
                    <a:pt x="446" y="467"/>
                    <a:pt x="439" y="460"/>
                    <a:pt x="431" y="460"/>
                  </a:cubicBezTo>
                  <a:cubicBezTo>
                    <a:pt x="422" y="460"/>
                    <a:pt x="415" y="467"/>
                    <a:pt x="415" y="475"/>
                  </a:cubicBezTo>
                  <a:lnTo>
                    <a:pt x="415" y="475"/>
                  </a:lnTo>
                  <a:cubicBezTo>
                    <a:pt x="415" y="565"/>
                    <a:pt x="415" y="565"/>
                    <a:pt x="415" y="565"/>
                  </a:cubicBezTo>
                  <a:cubicBezTo>
                    <a:pt x="29" y="565"/>
                    <a:pt x="29" y="565"/>
                    <a:pt x="29" y="565"/>
                  </a:cubicBezTo>
                  <a:cubicBezTo>
                    <a:pt x="29" y="74"/>
                    <a:pt x="29" y="74"/>
                    <a:pt x="29" y="74"/>
                  </a:cubicBezTo>
                  <a:cubicBezTo>
                    <a:pt x="29" y="49"/>
                    <a:pt x="48" y="29"/>
                    <a:pt x="74" y="29"/>
                  </a:cubicBezTo>
                  <a:cubicBezTo>
                    <a:pt x="371" y="29"/>
                    <a:pt x="371" y="29"/>
                    <a:pt x="371" y="29"/>
                  </a:cubicBezTo>
                  <a:cubicBezTo>
                    <a:pt x="396" y="29"/>
                    <a:pt x="415" y="49"/>
                    <a:pt x="415" y="74"/>
                  </a:cubicBezTo>
                  <a:cubicBezTo>
                    <a:pt x="415" y="89"/>
                    <a:pt x="415" y="89"/>
                    <a:pt x="415" y="89"/>
                  </a:cubicBezTo>
                  <a:cubicBezTo>
                    <a:pt x="415" y="97"/>
                    <a:pt x="422" y="103"/>
                    <a:pt x="431" y="103"/>
                  </a:cubicBezTo>
                  <a:cubicBezTo>
                    <a:pt x="439" y="103"/>
                    <a:pt x="446" y="97"/>
                    <a:pt x="446" y="89"/>
                  </a:cubicBezTo>
                  <a:cubicBezTo>
                    <a:pt x="446" y="74"/>
                    <a:pt x="446" y="74"/>
                    <a:pt x="446" y="74"/>
                  </a:cubicBezTo>
                  <a:cubicBezTo>
                    <a:pt x="446" y="33"/>
                    <a:pt x="413" y="0"/>
                    <a:pt x="371" y="0"/>
                  </a:cubicBezTo>
                  <a:cubicBezTo>
                    <a:pt x="74" y="0"/>
                    <a:pt x="74" y="0"/>
                    <a:pt x="74" y="0"/>
                  </a:cubicBezTo>
                  <a:cubicBezTo>
                    <a:pt x="33" y="0"/>
                    <a:pt x="0" y="33"/>
                    <a:pt x="0" y="74"/>
                  </a:cubicBezTo>
                  <a:cubicBezTo>
                    <a:pt x="0" y="639"/>
                    <a:pt x="0" y="639"/>
                    <a:pt x="0" y="639"/>
                  </a:cubicBezTo>
                  <a:cubicBezTo>
                    <a:pt x="0" y="680"/>
                    <a:pt x="33" y="714"/>
                    <a:pt x="74" y="714"/>
                  </a:cubicBezTo>
                  <a:cubicBezTo>
                    <a:pt x="371" y="714"/>
                    <a:pt x="371" y="714"/>
                    <a:pt x="371" y="714"/>
                  </a:cubicBezTo>
                  <a:cubicBezTo>
                    <a:pt x="413" y="714"/>
                    <a:pt x="446" y="680"/>
                    <a:pt x="446" y="639"/>
                  </a:cubicBezTo>
                  <a:cubicBezTo>
                    <a:pt x="446" y="580"/>
                    <a:pt x="446" y="580"/>
                    <a:pt x="446" y="580"/>
                  </a:cubicBezTo>
                  <a:close/>
                  <a:moveTo>
                    <a:pt x="371" y="683"/>
                  </a:moveTo>
                  <a:lnTo>
                    <a:pt x="371" y="683"/>
                  </a:lnTo>
                  <a:cubicBezTo>
                    <a:pt x="74" y="683"/>
                    <a:pt x="74" y="683"/>
                    <a:pt x="74" y="683"/>
                  </a:cubicBezTo>
                  <a:cubicBezTo>
                    <a:pt x="48" y="683"/>
                    <a:pt x="29" y="664"/>
                    <a:pt x="29" y="639"/>
                  </a:cubicBezTo>
                  <a:cubicBezTo>
                    <a:pt x="29" y="594"/>
                    <a:pt x="29" y="594"/>
                    <a:pt x="29" y="594"/>
                  </a:cubicBezTo>
                  <a:cubicBezTo>
                    <a:pt x="415" y="594"/>
                    <a:pt x="415" y="594"/>
                    <a:pt x="415" y="594"/>
                  </a:cubicBezTo>
                  <a:cubicBezTo>
                    <a:pt x="415" y="639"/>
                    <a:pt x="415" y="639"/>
                    <a:pt x="415" y="639"/>
                  </a:cubicBezTo>
                  <a:cubicBezTo>
                    <a:pt x="415" y="664"/>
                    <a:pt x="396" y="683"/>
                    <a:pt x="371" y="6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4" name="Freeform 379">
              <a:extLst>
                <a:ext uri="{FF2B5EF4-FFF2-40B4-BE49-F238E27FC236}">
                  <a16:creationId xmlns:a16="http://schemas.microsoft.com/office/drawing/2014/main" id="{9AD664CA-C9A2-85CD-E3A0-00BE89188BCD}"/>
                </a:ext>
              </a:extLst>
            </p:cNvPr>
            <p:cNvSpPr>
              <a:spLocks noChangeArrowheads="1"/>
            </p:cNvSpPr>
            <p:nvPr/>
          </p:nvSpPr>
          <p:spPr bwMode="auto">
            <a:xfrm>
              <a:off x="2682875" y="6053138"/>
              <a:ext cx="31750" cy="11112"/>
            </a:xfrm>
            <a:custGeom>
              <a:avLst/>
              <a:gdLst>
                <a:gd name="T0" fmla="*/ 74 w 90"/>
                <a:gd name="T1" fmla="*/ 0 h 30"/>
                <a:gd name="T2" fmla="*/ 74 w 90"/>
                <a:gd name="T3" fmla="*/ 0 h 30"/>
                <a:gd name="T4" fmla="*/ 14 w 90"/>
                <a:gd name="T5" fmla="*/ 0 h 30"/>
                <a:gd name="T6" fmla="*/ 0 w 90"/>
                <a:gd name="T7" fmla="*/ 14 h 30"/>
                <a:gd name="T8" fmla="*/ 14 w 90"/>
                <a:gd name="T9" fmla="*/ 29 h 30"/>
                <a:gd name="T10" fmla="*/ 74 w 90"/>
                <a:gd name="T11" fmla="*/ 29 h 30"/>
                <a:gd name="T12" fmla="*/ 89 w 90"/>
                <a:gd name="T13" fmla="*/ 14 h 30"/>
                <a:gd name="T14" fmla="*/ 7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0"/>
                  </a:moveTo>
                  <a:lnTo>
                    <a:pt x="74" y="0"/>
                  </a:lnTo>
                  <a:cubicBezTo>
                    <a:pt x="14" y="0"/>
                    <a:pt x="14" y="0"/>
                    <a:pt x="14" y="0"/>
                  </a:cubicBezTo>
                  <a:cubicBezTo>
                    <a:pt x="6" y="0"/>
                    <a:pt x="0" y="5"/>
                    <a:pt x="0" y="14"/>
                  </a:cubicBezTo>
                  <a:cubicBezTo>
                    <a:pt x="0" y="22"/>
                    <a:pt x="6" y="29"/>
                    <a:pt x="14" y="29"/>
                  </a:cubicBezTo>
                  <a:cubicBezTo>
                    <a:pt x="74" y="29"/>
                    <a:pt x="74" y="29"/>
                    <a:pt x="74" y="29"/>
                  </a:cubicBezTo>
                  <a:cubicBezTo>
                    <a:pt x="82" y="29"/>
                    <a:pt x="89" y="22"/>
                    <a:pt x="89" y="14"/>
                  </a:cubicBezTo>
                  <a:cubicBezTo>
                    <a:pt x="89" y="5"/>
                    <a:pt x="82" y="0"/>
                    <a:pt x="7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5" name="Group 468">
            <a:extLst>
              <a:ext uri="{FF2B5EF4-FFF2-40B4-BE49-F238E27FC236}">
                <a16:creationId xmlns:a16="http://schemas.microsoft.com/office/drawing/2014/main" id="{04DFF0B0-587B-B277-8918-4425BFD52986}"/>
              </a:ext>
            </a:extLst>
          </p:cNvPr>
          <p:cNvGrpSpPr/>
          <p:nvPr/>
        </p:nvGrpSpPr>
        <p:grpSpPr>
          <a:xfrm>
            <a:off x="2599406" y="4507608"/>
            <a:ext cx="257175" cy="204787"/>
            <a:chOff x="1571625" y="4830763"/>
            <a:chExt cx="257175" cy="204787"/>
          </a:xfrm>
          <a:solidFill>
            <a:schemeClr val="accent4"/>
          </a:solidFill>
        </p:grpSpPr>
        <p:sp>
          <p:nvSpPr>
            <p:cNvPr id="466" name="Freeform 380">
              <a:extLst>
                <a:ext uri="{FF2B5EF4-FFF2-40B4-BE49-F238E27FC236}">
                  <a16:creationId xmlns:a16="http://schemas.microsoft.com/office/drawing/2014/main" id="{57CD8E0C-22FB-78BA-8931-BBD1E16FB5E7}"/>
                </a:ext>
              </a:extLst>
            </p:cNvPr>
            <p:cNvSpPr>
              <a:spLocks noChangeArrowheads="1"/>
            </p:cNvSpPr>
            <p:nvPr/>
          </p:nvSpPr>
          <p:spPr bwMode="auto">
            <a:xfrm>
              <a:off x="1571625" y="4830763"/>
              <a:ext cx="257175" cy="204787"/>
            </a:xfrm>
            <a:custGeom>
              <a:avLst/>
              <a:gdLst>
                <a:gd name="T0" fmla="*/ 670 w 716"/>
                <a:gd name="T1" fmla="*/ 0 h 569"/>
                <a:gd name="T2" fmla="*/ 670 w 716"/>
                <a:gd name="T3" fmla="*/ 0 h 569"/>
                <a:gd name="T4" fmla="*/ 45 w 716"/>
                <a:gd name="T5" fmla="*/ 0 h 569"/>
                <a:gd name="T6" fmla="*/ 0 w 716"/>
                <a:gd name="T7" fmla="*/ 45 h 569"/>
                <a:gd name="T8" fmla="*/ 0 w 716"/>
                <a:gd name="T9" fmla="*/ 431 h 569"/>
                <a:gd name="T10" fmla="*/ 45 w 716"/>
                <a:gd name="T11" fmla="*/ 476 h 569"/>
                <a:gd name="T12" fmla="*/ 166 w 716"/>
                <a:gd name="T13" fmla="*/ 476 h 569"/>
                <a:gd name="T14" fmla="*/ 122 w 716"/>
                <a:gd name="T15" fmla="*/ 543 h 569"/>
                <a:gd name="T16" fmla="*/ 126 w 716"/>
                <a:gd name="T17" fmla="*/ 562 h 569"/>
                <a:gd name="T18" fmla="*/ 147 w 716"/>
                <a:gd name="T19" fmla="*/ 558 h 569"/>
                <a:gd name="T20" fmla="*/ 203 w 716"/>
                <a:gd name="T21" fmla="*/ 476 h 569"/>
                <a:gd name="T22" fmla="*/ 514 w 716"/>
                <a:gd name="T23" fmla="*/ 476 h 569"/>
                <a:gd name="T24" fmla="*/ 568 w 716"/>
                <a:gd name="T25" fmla="*/ 558 h 569"/>
                <a:gd name="T26" fmla="*/ 589 w 716"/>
                <a:gd name="T27" fmla="*/ 562 h 569"/>
                <a:gd name="T28" fmla="*/ 593 w 716"/>
                <a:gd name="T29" fmla="*/ 543 h 569"/>
                <a:gd name="T30" fmla="*/ 593 w 716"/>
                <a:gd name="T31" fmla="*/ 543 h 569"/>
                <a:gd name="T32" fmla="*/ 550 w 716"/>
                <a:gd name="T33" fmla="*/ 476 h 569"/>
                <a:gd name="T34" fmla="*/ 670 w 716"/>
                <a:gd name="T35" fmla="*/ 476 h 569"/>
                <a:gd name="T36" fmla="*/ 715 w 716"/>
                <a:gd name="T37" fmla="*/ 431 h 569"/>
                <a:gd name="T38" fmla="*/ 715 w 716"/>
                <a:gd name="T39" fmla="*/ 45 h 569"/>
                <a:gd name="T40" fmla="*/ 670 w 716"/>
                <a:gd name="T41" fmla="*/ 0 h 569"/>
                <a:gd name="T42" fmla="*/ 685 w 716"/>
                <a:gd name="T43" fmla="*/ 431 h 569"/>
                <a:gd name="T44" fmla="*/ 685 w 716"/>
                <a:gd name="T45" fmla="*/ 431 h 569"/>
                <a:gd name="T46" fmla="*/ 670 w 716"/>
                <a:gd name="T47" fmla="*/ 446 h 569"/>
                <a:gd name="T48" fmla="*/ 522 w 716"/>
                <a:gd name="T49" fmla="*/ 446 h 569"/>
                <a:gd name="T50" fmla="*/ 194 w 716"/>
                <a:gd name="T51" fmla="*/ 446 h 569"/>
                <a:gd name="T52" fmla="*/ 45 w 716"/>
                <a:gd name="T53" fmla="*/ 446 h 569"/>
                <a:gd name="T54" fmla="*/ 31 w 716"/>
                <a:gd name="T55" fmla="*/ 431 h 569"/>
                <a:gd name="T56" fmla="*/ 31 w 716"/>
                <a:gd name="T57" fmla="*/ 45 h 569"/>
                <a:gd name="T58" fmla="*/ 45 w 716"/>
                <a:gd name="T59" fmla="*/ 29 h 569"/>
                <a:gd name="T60" fmla="*/ 670 w 716"/>
                <a:gd name="T61" fmla="*/ 29 h 569"/>
                <a:gd name="T62" fmla="*/ 685 w 716"/>
                <a:gd name="T63" fmla="*/ 45 h 569"/>
                <a:gd name="T64" fmla="*/ 685 w 716"/>
                <a:gd name="T65" fmla="*/ 431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716" h="569">
                  <a:moveTo>
                    <a:pt x="670" y="0"/>
                  </a:moveTo>
                  <a:lnTo>
                    <a:pt x="670" y="0"/>
                  </a:lnTo>
                  <a:cubicBezTo>
                    <a:pt x="45" y="0"/>
                    <a:pt x="45" y="0"/>
                    <a:pt x="45" y="0"/>
                  </a:cubicBezTo>
                  <a:cubicBezTo>
                    <a:pt x="21" y="0"/>
                    <a:pt x="0" y="20"/>
                    <a:pt x="0" y="45"/>
                  </a:cubicBezTo>
                  <a:cubicBezTo>
                    <a:pt x="0" y="431"/>
                    <a:pt x="0" y="431"/>
                    <a:pt x="0" y="431"/>
                  </a:cubicBezTo>
                  <a:cubicBezTo>
                    <a:pt x="0" y="456"/>
                    <a:pt x="21" y="476"/>
                    <a:pt x="45" y="476"/>
                  </a:cubicBezTo>
                  <a:cubicBezTo>
                    <a:pt x="166" y="476"/>
                    <a:pt x="166" y="476"/>
                    <a:pt x="166" y="476"/>
                  </a:cubicBezTo>
                  <a:cubicBezTo>
                    <a:pt x="122" y="543"/>
                    <a:pt x="122" y="543"/>
                    <a:pt x="122" y="543"/>
                  </a:cubicBezTo>
                  <a:cubicBezTo>
                    <a:pt x="118" y="548"/>
                    <a:pt x="120" y="558"/>
                    <a:pt x="126" y="562"/>
                  </a:cubicBezTo>
                  <a:cubicBezTo>
                    <a:pt x="133" y="568"/>
                    <a:pt x="143" y="565"/>
                    <a:pt x="147" y="558"/>
                  </a:cubicBezTo>
                  <a:cubicBezTo>
                    <a:pt x="203" y="476"/>
                    <a:pt x="203" y="476"/>
                    <a:pt x="203" y="476"/>
                  </a:cubicBezTo>
                  <a:cubicBezTo>
                    <a:pt x="514" y="476"/>
                    <a:pt x="514" y="476"/>
                    <a:pt x="514" y="476"/>
                  </a:cubicBezTo>
                  <a:cubicBezTo>
                    <a:pt x="568" y="558"/>
                    <a:pt x="568" y="558"/>
                    <a:pt x="568" y="558"/>
                  </a:cubicBezTo>
                  <a:cubicBezTo>
                    <a:pt x="574" y="565"/>
                    <a:pt x="582" y="568"/>
                    <a:pt x="589" y="562"/>
                  </a:cubicBezTo>
                  <a:cubicBezTo>
                    <a:pt x="596" y="558"/>
                    <a:pt x="597" y="548"/>
                    <a:pt x="593" y="543"/>
                  </a:cubicBezTo>
                  <a:lnTo>
                    <a:pt x="593" y="543"/>
                  </a:lnTo>
                  <a:cubicBezTo>
                    <a:pt x="550" y="476"/>
                    <a:pt x="550" y="476"/>
                    <a:pt x="550" y="476"/>
                  </a:cubicBezTo>
                  <a:cubicBezTo>
                    <a:pt x="670" y="476"/>
                    <a:pt x="670" y="476"/>
                    <a:pt x="670" y="476"/>
                  </a:cubicBezTo>
                  <a:cubicBezTo>
                    <a:pt x="695" y="476"/>
                    <a:pt x="715" y="456"/>
                    <a:pt x="715" y="431"/>
                  </a:cubicBezTo>
                  <a:cubicBezTo>
                    <a:pt x="715" y="45"/>
                    <a:pt x="715" y="45"/>
                    <a:pt x="715" y="45"/>
                  </a:cubicBezTo>
                  <a:cubicBezTo>
                    <a:pt x="715" y="20"/>
                    <a:pt x="695" y="0"/>
                    <a:pt x="670" y="0"/>
                  </a:cubicBezTo>
                  <a:close/>
                  <a:moveTo>
                    <a:pt x="685" y="431"/>
                  </a:moveTo>
                  <a:lnTo>
                    <a:pt x="685" y="431"/>
                  </a:lnTo>
                  <a:cubicBezTo>
                    <a:pt x="685" y="439"/>
                    <a:pt x="678" y="446"/>
                    <a:pt x="670" y="446"/>
                  </a:cubicBezTo>
                  <a:cubicBezTo>
                    <a:pt x="522" y="446"/>
                    <a:pt x="522" y="446"/>
                    <a:pt x="522" y="446"/>
                  </a:cubicBezTo>
                  <a:cubicBezTo>
                    <a:pt x="194" y="446"/>
                    <a:pt x="194" y="446"/>
                    <a:pt x="194" y="446"/>
                  </a:cubicBezTo>
                  <a:cubicBezTo>
                    <a:pt x="45" y="446"/>
                    <a:pt x="45" y="446"/>
                    <a:pt x="45" y="446"/>
                  </a:cubicBezTo>
                  <a:cubicBezTo>
                    <a:pt x="37" y="446"/>
                    <a:pt x="31" y="439"/>
                    <a:pt x="31" y="431"/>
                  </a:cubicBezTo>
                  <a:cubicBezTo>
                    <a:pt x="31" y="45"/>
                    <a:pt x="31" y="45"/>
                    <a:pt x="31" y="45"/>
                  </a:cubicBezTo>
                  <a:cubicBezTo>
                    <a:pt x="31" y="36"/>
                    <a:pt x="37" y="29"/>
                    <a:pt x="45" y="29"/>
                  </a:cubicBezTo>
                  <a:cubicBezTo>
                    <a:pt x="670" y="29"/>
                    <a:pt x="670" y="29"/>
                    <a:pt x="670" y="29"/>
                  </a:cubicBezTo>
                  <a:cubicBezTo>
                    <a:pt x="678" y="29"/>
                    <a:pt x="685" y="36"/>
                    <a:pt x="685" y="45"/>
                  </a:cubicBezTo>
                  <a:lnTo>
                    <a:pt x="685" y="4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7" name="Freeform 381">
              <a:extLst>
                <a:ext uri="{FF2B5EF4-FFF2-40B4-BE49-F238E27FC236}">
                  <a16:creationId xmlns:a16="http://schemas.microsoft.com/office/drawing/2014/main" id="{07048B7C-C458-C20F-C141-7E57662BAC91}"/>
                </a:ext>
              </a:extLst>
            </p:cNvPr>
            <p:cNvSpPr>
              <a:spLocks noChangeArrowheads="1"/>
            </p:cNvSpPr>
            <p:nvPr/>
          </p:nvSpPr>
          <p:spPr bwMode="auto">
            <a:xfrm>
              <a:off x="1592263" y="4862513"/>
              <a:ext cx="33337" cy="33337"/>
            </a:xfrm>
            <a:custGeom>
              <a:avLst/>
              <a:gdLst>
                <a:gd name="T0" fmla="*/ 27 w 93"/>
                <a:gd name="T1" fmla="*/ 86 h 93"/>
                <a:gd name="T2" fmla="*/ 27 w 93"/>
                <a:gd name="T3" fmla="*/ 86 h 93"/>
                <a:gd name="T4" fmla="*/ 87 w 93"/>
                <a:gd name="T5" fmla="*/ 27 h 93"/>
                <a:gd name="T6" fmla="*/ 87 w 93"/>
                <a:gd name="T7" fmla="*/ 6 h 93"/>
                <a:gd name="T8" fmla="*/ 66 w 93"/>
                <a:gd name="T9" fmla="*/ 6 h 93"/>
                <a:gd name="T10" fmla="*/ 6 w 93"/>
                <a:gd name="T11" fmla="*/ 66 h 93"/>
                <a:gd name="T12" fmla="*/ 6 w 93"/>
                <a:gd name="T13" fmla="*/ 86 h 93"/>
                <a:gd name="T14" fmla="*/ 27 w 93"/>
                <a:gd name="T15" fmla="*/ 86 h 9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3" h="93">
                  <a:moveTo>
                    <a:pt x="27" y="86"/>
                  </a:moveTo>
                  <a:lnTo>
                    <a:pt x="27" y="86"/>
                  </a:lnTo>
                  <a:cubicBezTo>
                    <a:pt x="87" y="27"/>
                    <a:pt x="87" y="27"/>
                    <a:pt x="87" y="27"/>
                  </a:cubicBezTo>
                  <a:cubicBezTo>
                    <a:pt x="92" y="21"/>
                    <a:pt x="92" y="11"/>
                    <a:pt x="87" y="6"/>
                  </a:cubicBezTo>
                  <a:cubicBezTo>
                    <a:pt x="81" y="0"/>
                    <a:pt x="71" y="0"/>
                    <a:pt x="66" y="6"/>
                  </a:cubicBezTo>
                  <a:cubicBezTo>
                    <a:pt x="6" y="66"/>
                    <a:pt x="6" y="66"/>
                    <a:pt x="6" y="66"/>
                  </a:cubicBezTo>
                  <a:cubicBezTo>
                    <a:pt x="0" y="71"/>
                    <a:pt x="0" y="79"/>
                    <a:pt x="6" y="86"/>
                  </a:cubicBezTo>
                  <a:cubicBezTo>
                    <a:pt x="11" y="92"/>
                    <a:pt x="21" y="92"/>
                    <a:pt x="27" y="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68" name="Freeform 382">
              <a:extLst>
                <a:ext uri="{FF2B5EF4-FFF2-40B4-BE49-F238E27FC236}">
                  <a16:creationId xmlns:a16="http://schemas.microsoft.com/office/drawing/2014/main" id="{FC6DF072-4C5A-1844-6D12-4A21E282D744}"/>
                </a:ext>
              </a:extLst>
            </p:cNvPr>
            <p:cNvSpPr>
              <a:spLocks noChangeArrowheads="1"/>
            </p:cNvSpPr>
            <p:nvPr/>
          </p:nvSpPr>
          <p:spPr bwMode="auto">
            <a:xfrm>
              <a:off x="1592263" y="4862513"/>
              <a:ext cx="76200" cy="76200"/>
            </a:xfrm>
            <a:custGeom>
              <a:avLst/>
              <a:gdLst>
                <a:gd name="T0" fmla="*/ 184 w 212"/>
                <a:gd name="T1" fmla="*/ 6 h 212"/>
                <a:gd name="T2" fmla="*/ 184 w 212"/>
                <a:gd name="T3" fmla="*/ 6 h 212"/>
                <a:gd name="T4" fmla="*/ 6 w 212"/>
                <a:gd name="T5" fmla="*/ 184 h 212"/>
                <a:gd name="T6" fmla="*/ 6 w 212"/>
                <a:gd name="T7" fmla="*/ 205 h 212"/>
                <a:gd name="T8" fmla="*/ 27 w 212"/>
                <a:gd name="T9" fmla="*/ 205 h 212"/>
                <a:gd name="T10" fmla="*/ 205 w 212"/>
                <a:gd name="T11" fmla="*/ 27 h 212"/>
                <a:gd name="T12" fmla="*/ 205 w 212"/>
                <a:gd name="T13" fmla="*/ 6 h 212"/>
                <a:gd name="T14" fmla="*/ 184 w 212"/>
                <a:gd name="T15" fmla="*/ 6 h 21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212">
                  <a:moveTo>
                    <a:pt x="184" y="6"/>
                  </a:moveTo>
                  <a:lnTo>
                    <a:pt x="184" y="6"/>
                  </a:lnTo>
                  <a:cubicBezTo>
                    <a:pt x="6" y="184"/>
                    <a:pt x="6" y="184"/>
                    <a:pt x="6" y="184"/>
                  </a:cubicBezTo>
                  <a:cubicBezTo>
                    <a:pt x="0" y="190"/>
                    <a:pt x="0" y="199"/>
                    <a:pt x="6" y="205"/>
                  </a:cubicBezTo>
                  <a:cubicBezTo>
                    <a:pt x="11" y="211"/>
                    <a:pt x="21" y="211"/>
                    <a:pt x="27" y="205"/>
                  </a:cubicBezTo>
                  <a:cubicBezTo>
                    <a:pt x="205" y="27"/>
                    <a:pt x="205" y="27"/>
                    <a:pt x="205" y="27"/>
                  </a:cubicBezTo>
                  <a:cubicBezTo>
                    <a:pt x="211" y="21"/>
                    <a:pt x="211" y="11"/>
                    <a:pt x="205" y="6"/>
                  </a:cubicBezTo>
                  <a:cubicBezTo>
                    <a:pt x="199" y="0"/>
                    <a:pt x="190" y="0"/>
                    <a:pt x="184"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69" name="Group 472">
            <a:extLst>
              <a:ext uri="{FF2B5EF4-FFF2-40B4-BE49-F238E27FC236}">
                <a16:creationId xmlns:a16="http://schemas.microsoft.com/office/drawing/2014/main" id="{7297C4AE-E024-304F-72BD-EA61ACA2505B}"/>
              </a:ext>
            </a:extLst>
          </p:cNvPr>
          <p:cNvGrpSpPr/>
          <p:nvPr/>
        </p:nvGrpSpPr>
        <p:grpSpPr>
          <a:xfrm>
            <a:off x="1115094" y="2558157"/>
            <a:ext cx="247650" cy="246063"/>
            <a:chOff x="87313" y="2895600"/>
            <a:chExt cx="247650" cy="246063"/>
          </a:xfrm>
          <a:solidFill>
            <a:schemeClr val="accent4"/>
          </a:solidFill>
        </p:grpSpPr>
        <p:sp>
          <p:nvSpPr>
            <p:cNvPr id="470" name="Freeform 383">
              <a:extLst>
                <a:ext uri="{FF2B5EF4-FFF2-40B4-BE49-F238E27FC236}">
                  <a16:creationId xmlns:a16="http://schemas.microsoft.com/office/drawing/2014/main" id="{E3F20B00-3130-F552-16DF-FC0D2D623371}"/>
                </a:ext>
              </a:extLst>
            </p:cNvPr>
            <p:cNvSpPr>
              <a:spLocks noChangeArrowheads="1"/>
            </p:cNvSpPr>
            <p:nvPr/>
          </p:nvSpPr>
          <p:spPr bwMode="auto">
            <a:xfrm>
              <a:off x="87313" y="2895600"/>
              <a:ext cx="247650" cy="246063"/>
            </a:xfrm>
            <a:custGeom>
              <a:avLst/>
              <a:gdLst>
                <a:gd name="T0" fmla="*/ 602 w 686"/>
                <a:gd name="T1" fmla="*/ 265 h 684"/>
                <a:gd name="T2" fmla="*/ 582 w 686"/>
                <a:gd name="T3" fmla="*/ 222 h 684"/>
                <a:gd name="T4" fmla="*/ 605 w 686"/>
                <a:gd name="T5" fmla="*/ 184 h 684"/>
                <a:gd name="T6" fmla="*/ 563 w 686"/>
                <a:gd name="T7" fmla="*/ 80 h 684"/>
                <a:gd name="T8" fmla="*/ 480 w 686"/>
                <a:gd name="T9" fmla="*/ 99 h 684"/>
                <a:gd name="T10" fmla="*/ 427 w 686"/>
                <a:gd name="T11" fmla="*/ 88 h 684"/>
                <a:gd name="T12" fmla="*/ 372 w 686"/>
                <a:gd name="T13" fmla="*/ 0 h 684"/>
                <a:gd name="T14" fmla="*/ 265 w 686"/>
                <a:gd name="T15" fmla="*/ 82 h 684"/>
                <a:gd name="T16" fmla="*/ 222 w 686"/>
                <a:gd name="T17" fmla="*/ 103 h 684"/>
                <a:gd name="T18" fmla="*/ 153 w 686"/>
                <a:gd name="T19" fmla="*/ 66 h 684"/>
                <a:gd name="T20" fmla="*/ 79 w 686"/>
                <a:gd name="T21" fmla="*/ 184 h 684"/>
                <a:gd name="T22" fmla="*/ 103 w 686"/>
                <a:gd name="T23" fmla="*/ 222 h 684"/>
                <a:gd name="T24" fmla="*/ 74 w 686"/>
                <a:gd name="T25" fmla="*/ 268 h 684"/>
                <a:gd name="T26" fmla="*/ 45 w 686"/>
                <a:gd name="T27" fmla="*/ 416 h 684"/>
                <a:gd name="T28" fmla="*/ 88 w 686"/>
                <a:gd name="T29" fmla="*/ 425 h 684"/>
                <a:gd name="T30" fmla="*/ 100 w 686"/>
                <a:gd name="T31" fmla="*/ 478 h 684"/>
                <a:gd name="T32" fmla="*/ 121 w 686"/>
                <a:gd name="T33" fmla="*/ 605 h 684"/>
                <a:gd name="T34" fmla="*/ 205 w 686"/>
                <a:gd name="T35" fmla="*/ 584 h 684"/>
                <a:gd name="T36" fmla="*/ 259 w 686"/>
                <a:gd name="T37" fmla="*/ 595 h 684"/>
                <a:gd name="T38" fmla="*/ 268 w 686"/>
                <a:gd name="T39" fmla="*/ 639 h 684"/>
                <a:gd name="T40" fmla="*/ 417 w 686"/>
                <a:gd name="T41" fmla="*/ 609 h 684"/>
                <a:gd name="T42" fmla="*/ 463 w 686"/>
                <a:gd name="T43" fmla="*/ 580 h 684"/>
                <a:gd name="T44" fmla="*/ 480 w 686"/>
                <a:gd name="T45" fmla="*/ 584 h 684"/>
                <a:gd name="T46" fmla="*/ 563 w 686"/>
                <a:gd name="T47" fmla="*/ 605 h 684"/>
                <a:gd name="T48" fmla="*/ 605 w 686"/>
                <a:gd name="T49" fmla="*/ 499 h 684"/>
                <a:gd name="T50" fmla="*/ 582 w 686"/>
                <a:gd name="T51" fmla="*/ 463 h 684"/>
                <a:gd name="T52" fmla="*/ 602 w 686"/>
                <a:gd name="T53" fmla="*/ 418 h 684"/>
                <a:gd name="T54" fmla="*/ 685 w 686"/>
                <a:gd name="T55" fmla="*/ 312 h 684"/>
                <a:gd name="T56" fmla="*/ 640 w 686"/>
                <a:gd name="T57" fmla="*/ 386 h 684"/>
                <a:gd name="T58" fmla="*/ 569 w 686"/>
                <a:gd name="T59" fmla="*/ 416 h 684"/>
                <a:gd name="T60" fmla="*/ 563 w 686"/>
                <a:gd name="T61" fmla="*/ 499 h 684"/>
                <a:gd name="T62" fmla="*/ 589 w 686"/>
                <a:gd name="T63" fmla="*/ 531 h 684"/>
                <a:gd name="T64" fmla="*/ 542 w 686"/>
                <a:gd name="T65" fmla="*/ 583 h 684"/>
                <a:gd name="T66" fmla="*/ 501 w 686"/>
                <a:gd name="T67" fmla="*/ 563 h 684"/>
                <a:gd name="T68" fmla="*/ 417 w 686"/>
                <a:gd name="T69" fmla="*/ 568 h 684"/>
                <a:gd name="T70" fmla="*/ 388 w 686"/>
                <a:gd name="T71" fmla="*/ 639 h 684"/>
                <a:gd name="T72" fmla="*/ 298 w 686"/>
                <a:gd name="T73" fmla="*/ 609 h 684"/>
                <a:gd name="T74" fmla="*/ 236 w 686"/>
                <a:gd name="T75" fmla="*/ 554 h 684"/>
                <a:gd name="T76" fmla="*/ 184 w 686"/>
                <a:gd name="T77" fmla="*/ 563 h 684"/>
                <a:gd name="T78" fmla="*/ 142 w 686"/>
                <a:gd name="T79" fmla="*/ 583 h 684"/>
                <a:gd name="T80" fmla="*/ 100 w 686"/>
                <a:gd name="T81" fmla="*/ 520 h 684"/>
                <a:gd name="T82" fmla="*/ 130 w 686"/>
                <a:gd name="T83" fmla="*/ 449 h 684"/>
                <a:gd name="T84" fmla="*/ 74 w 686"/>
                <a:gd name="T85" fmla="*/ 386 h 684"/>
                <a:gd name="T86" fmla="*/ 45 w 686"/>
                <a:gd name="T87" fmla="*/ 297 h 684"/>
                <a:gd name="T88" fmla="*/ 116 w 686"/>
                <a:gd name="T89" fmla="*/ 268 h 684"/>
                <a:gd name="T90" fmla="*/ 121 w 686"/>
                <a:gd name="T91" fmla="*/ 184 h 684"/>
                <a:gd name="T92" fmla="*/ 100 w 686"/>
                <a:gd name="T93" fmla="*/ 142 h 684"/>
                <a:gd name="T94" fmla="*/ 184 w 686"/>
                <a:gd name="T95" fmla="*/ 121 h 684"/>
                <a:gd name="T96" fmla="*/ 236 w 686"/>
                <a:gd name="T97" fmla="*/ 130 h 684"/>
                <a:gd name="T98" fmla="*/ 298 w 686"/>
                <a:gd name="T99" fmla="*/ 74 h 684"/>
                <a:gd name="T100" fmla="*/ 388 w 686"/>
                <a:gd name="T101" fmla="*/ 45 h 684"/>
                <a:gd name="T102" fmla="*/ 449 w 686"/>
                <a:gd name="T103" fmla="*/ 130 h 684"/>
                <a:gd name="T104" fmla="*/ 522 w 686"/>
                <a:gd name="T105" fmla="*/ 100 h 684"/>
                <a:gd name="T106" fmla="*/ 542 w 686"/>
                <a:gd name="T107" fmla="*/ 100 h 684"/>
                <a:gd name="T108" fmla="*/ 584 w 686"/>
                <a:gd name="T109" fmla="*/ 163 h 684"/>
                <a:gd name="T110" fmla="*/ 551 w 686"/>
                <a:gd name="T111" fmla="*/ 215 h 684"/>
                <a:gd name="T112" fmla="*/ 569 w 686"/>
                <a:gd name="T113" fmla="*/ 268 h 684"/>
                <a:gd name="T114" fmla="*/ 655 w 686"/>
                <a:gd name="T115" fmla="*/ 312 h 6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686" h="684">
                  <a:moveTo>
                    <a:pt x="640" y="268"/>
                  </a:moveTo>
                  <a:lnTo>
                    <a:pt x="640" y="268"/>
                  </a:lnTo>
                  <a:cubicBezTo>
                    <a:pt x="611" y="268"/>
                    <a:pt x="611" y="268"/>
                    <a:pt x="611" y="268"/>
                  </a:cubicBezTo>
                  <a:cubicBezTo>
                    <a:pt x="608" y="268"/>
                    <a:pt x="604" y="266"/>
                    <a:pt x="602" y="265"/>
                  </a:cubicBezTo>
                  <a:cubicBezTo>
                    <a:pt x="600" y="264"/>
                    <a:pt x="598" y="261"/>
                    <a:pt x="597" y="258"/>
                  </a:cubicBezTo>
                  <a:lnTo>
                    <a:pt x="597" y="258"/>
                  </a:lnTo>
                  <a:cubicBezTo>
                    <a:pt x="593" y="245"/>
                    <a:pt x="587" y="233"/>
                    <a:pt x="582" y="222"/>
                  </a:cubicBezTo>
                  <a:lnTo>
                    <a:pt x="582" y="222"/>
                  </a:lnTo>
                  <a:cubicBezTo>
                    <a:pt x="580" y="219"/>
                    <a:pt x="580" y="218"/>
                    <a:pt x="580" y="215"/>
                  </a:cubicBezTo>
                  <a:cubicBezTo>
                    <a:pt x="580" y="212"/>
                    <a:pt x="582" y="208"/>
                    <a:pt x="584" y="205"/>
                  </a:cubicBezTo>
                  <a:lnTo>
                    <a:pt x="584" y="205"/>
                  </a:lnTo>
                  <a:cubicBezTo>
                    <a:pt x="605" y="184"/>
                    <a:pt x="605" y="184"/>
                    <a:pt x="605" y="184"/>
                  </a:cubicBezTo>
                  <a:lnTo>
                    <a:pt x="605" y="184"/>
                  </a:lnTo>
                  <a:cubicBezTo>
                    <a:pt x="614" y="176"/>
                    <a:pt x="619" y="165"/>
                    <a:pt x="618" y="152"/>
                  </a:cubicBezTo>
                  <a:cubicBezTo>
                    <a:pt x="619" y="141"/>
                    <a:pt x="614" y="130"/>
                    <a:pt x="605" y="121"/>
                  </a:cubicBezTo>
                  <a:cubicBezTo>
                    <a:pt x="563" y="80"/>
                    <a:pt x="563" y="80"/>
                    <a:pt x="563" y="80"/>
                  </a:cubicBezTo>
                  <a:cubicBezTo>
                    <a:pt x="555" y="70"/>
                    <a:pt x="542" y="66"/>
                    <a:pt x="531" y="66"/>
                  </a:cubicBezTo>
                  <a:cubicBezTo>
                    <a:pt x="520" y="66"/>
                    <a:pt x="509" y="70"/>
                    <a:pt x="501" y="80"/>
                  </a:cubicBezTo>
                  <a:lnTo>
                    <a:pt x="501" y="80"/>
                  </a:lnTo>
                  <a:cubicBezTo>
                    <a:pt x="480" y="99"/>
                    <a:pt x="480" y="99"/>
                    <a:pt x="480" y="99"/>
                  </a:cubicBezTo>
                  <a:cubicBezTo>
                    <a:pt x="477" y="103"/>
                    <a:pt x="473" y="105"/>
                    <a:pt x="469" y="105"/>
                  </a:cubicBezTo>
                  <a:cubicBezTo>
                    <a:pt x="467" y="105"/>
                    <a:pt x="464" y="103"/>
                    <a:pt x="463" y="103"/>
                  </a:cubicBezTo>
                  <a:lnTo>
                    <a:pt x="463" y="103"/>
                  </a:lnTo>
                  <a:cubicBezTo>
                    <a:pt x="452" y="96"/>
                    <a:pt x="439" y="92"/>
                    <a:pt x="427" y="88"/>
                  </a:cubicBezTo>
                  <a:cubicBezTo>
                    <a:pt x="424" y="86"/>
                    <a:pt x="421" y="85"/>
                    <a:pt x="420" y="82"/>
                  </a:cubicBezTo>
                  <a:cubicBezTo>
                    <a:pt x="418" y="80"/>
                    <a:pt x="417" y="77"/>
                    <a:pt x="417" y="74"/>
                  </a:cubicBezTo>
                  <a:cubicBezTo>
                    <a:pt x="417" y="45"/>
                    <a:pt x="417" y="45"/>
                    <a:pt x="417" y="45"/>
                  </a:cubicBezTo>
                  <a:cubicBezTo>
                    <a:pt x="417" y="20"/>
                    <a:pt x="397" y="0"/>
                    <a:pt x="372" y="0"/>
                  </a:cubicBezTo>
                  <a:cubicBezTo>
                    <a:pt x="312" y="0"/>
                    <a:pt x="312" y="0"/>
                    <a:pt x="312" y="0"/>
                  </a:cubicBezTo>
                  <a:cubicBezTo>
                    <a:pt x="289" y="0"/>
                    <a:pt x="268" y="20"/>
                    <a:pt x="268" y="45"/>
                  </a:cubicBezTo>
                  <a:cubicBezTo>
                    <a:pt x="268" y="74"/>
                    <a:pt x="268" y="74"/>
                    <a:pt x="268" y="74"/>
                  </a:cubicBezTo>
                  <a:cubicBezTo>
                    <a:pt x="268" y="77"/>
                    <a:pt x="268" y="80"/>
                    <a:pt x="265" y="82"/>
                  </a:cubicBezTo>
                  <a:cubicBezTo>
                    <a:pt x="264" y="85"/>
                    <a:pt x="262" y="86"/>
                    <a:pt x="259" y="88"/>
                  </a:cubicBezTo>
                  <a:lnTo>
                    <a:pt x="259" y="88"/>
                  </a:lnTo>
                  <a:cubicBezTo>
                    <a:pt x="247" y="92"/>
                    <a:pt x="234" y="96"/>
                    <a:pt x="222" y="103"/>
                  </a:cubicBezTo>
                  <a:lnTo>
                    <a:pt x="222" y="103"/>
                  </a:lnTo>
                  <a:cubicBezTo>
                    <a:pt x="220" y="103"/>
                    <a:pt x="219" y="105"/>
                    <a:pt x="216" y="105"/>
                  </a:cubicBezTo>
                  <a:cubicBezTo>
                    <a:pt x="212" y="105"/>
                    <a:pt x="209" y="103"/>
                    <a:pt x="205" y="99"/>
                  </a:cubicBezTo>
                  <a:cubicBezTo>
                    <a:pt x="185" y="80"/>
                    <a:pt x="185" y="80"/>
                    <a:pt x="185" y="80"/>
                  </a:cubicBezTo>
                  <a:cubicBezTo>
                    <a:pt x="176" y="70"/>
                    <a:pt x="165" y="66"/>
                    <a:pt x="153" y="66"/>
                  </a:cubicBezTo>
                  <a:cubicBezTo>
                    <a:pt x="142" y="66"/>
                    <a:pt x="131" y="70"/>
                    <a:pt x="121" y="80"/>
                  </a:cubicBezTo>
                  <a:cubicBezTo>
                    <a:pt x="79" y="121"/>
                    <a:pt x="79" y="121"/>
                    <a:pt x="79" y="121"/>
                  </a:cubicBezTo>
                  <a:cubicBezTo>
                    <a:pt x="71" y="130"/>
                    <a:pt x="67" y="141"/>
                    <a:pt x="67" y="152"/>
                  </a:cubicBezTo>
                  <a:cubicBezTo>
                    <a:pt x="67" y="163"/>
                    <a:pt x="71" y="176"/>
                    <a:pt x="79" y="184"/>
                  </a:cubicBezTo>
                  <a:cubicBezTo>
                    <a:pt x="100" y="205"/>
                    <a:pt x="100" y="205"/>
                    <a:pt x="100" y="205"/>
                  </a:cubicBezTo>
                  <a:cubicBezTo>
                    <a:pt x="103" y="208"/>
                    <a:pt x="105" y="212"/>
                    <a:pt x="105" y="215"/>
                  </a:cubicBezTo>
                  <a:cubicBezTo>
                    <a:pt x="105" y="218"/>
                    <a:pt x="105" y="219"/>
                    <a:pt x="103" y="222"/>
                  </a:cubicBezTo>
                  <a:lnTo>
                    <a:pt x="103" y="222"/>
                  </a:lnTo>
                  <a:cubicBezTo>
                    <a:pt x="98" y="233"/>
                    <a:pt x="92" y="245"/>
                    <a:pt x="88" y="258"/>
                  </a:cubicBezTo>
                  <a:lnTo>
                    <a:pt x="88" y="258"/>
                  </a:lnTo>
                  <a:cubicBezTo>
                    <a:pt x="88" y="261"/>
                    <a:pt x="85" y="264"/>
                    <a:pt x="84" y="265"/>
                  </a:cubicBezTo>
                  <a:cubicBezTo>
                    <a:pt x="81" y="266"/>
                    <a:pt x="78" y="268"/>
                    <a:pt x="74" y="268"/>
                  </a:cubicBezTo>
                  <a:cubicBezTo>
                    <a:pt x="45" y="268"/>
                    <a:pt x="45" y="268"/>
                    <a:pt x="45" y="268"/>
                  </a:cubicBezTo>
                  <a:cubicBezTo>
                    <a:pt x="21" y="268"/>
                    <a:pt x="0" y="287"/>
                    <a:pt x="0" y="312"/>
                  </a:cubicBezTo>
                  <a:cubicBezTo>
                    <a:pt x="0" y="371"/>
                    <a:pt x="0" y="371"/>
                    <a:pt x="0" y="371"/>
                  </a:cubicBezTo>
                  <a:cubicBezTo>
                    <a:pt x="0" y="396"/>
                    <a:pt x="21" y="416"/>
                    <a:pt x="45" y="416"/>
                  </a:cubicBezTo>
                  <a:cubicBezTo>
                    <a:pt x="74" y="416"/>
                    <a:pt x="74" y="416"/>
                    <a:pt x="74" y="416"/>
                  </a:cubicBezTo>
                  <a:cubicBezTo>
                    <a:pt x="78" y="416"/>
                    <a:pt x="81" y="417"/>
                    <a:pt x="84" y="418"/>
                  </a:cubicBezTo>
                  <a:cubicBezTo>
                    <a:pt x="85" y="420"/>
                    <a:pt x="88" y="423"/>
                    <a:pt x="88" y="425"/>
                  </a:cubicBezTo>
                  <a:lnTo>
                    <a:pt x="88" y="425"/>
                  </a:lnTo>
                  <a:cubicBezTo>
                    <a:pt x="92" y="438"/>
                    <a:pt x="98" y="450"/>
                    <a:pt x="103" y="462"/>
                  </a:cubicBezTo>
                  <a:lnTo>
                    <a:pt x="103" y="462"/>
                  </a:lnTo>
                  <a:cubicBezTo>
                    <a:pt x="105" y="464"/>
                    <a:pt x="105" y="466"/>
                    <a:pt x="105" y="469"/>
                  </a:cubicBezTo>
                  <a:cubicBezTo>
                    <a:pt x="105" y="471"/>
                    <a:pt x="103" y="476"/>
                    <a:pt x="100" y="478"/>
                  </a:cubicBezTo>
                  <a:cubicBezTo>
                    <a:pt x="79" y="499"/>
                    <a:pt x="79" y="499"/>
                    <a:pt x="79" y="499"/>
                  </a:cubicBezTo>
                  <a:cubicBezTo>
                    <a:pt x="71" y="508"/>
                    <a:pt x="67" y="520"/>
                    <a:pt x="67" y="531"/>
                  </a:cubicBezTo>
                  <a:cubicBezTo>
                    <a:pt x="67" y="543"/>
                    <a:pt x="71" y="554"/>
                    <a:pt x="79" y="562"/>
                  </a:cubicBezTo>
                  <a:cubicBezTo>
                    <a:pt x="121" y="605"/>
                    <a:pt x="121" y="605"/>
                    <a:pt x="121" y="605"/>
                  </a:cubicBezTo>
                  <a:cubicBezTo>
                    <a:pt x="131" y="614"/>
                    <a:pt x="142" y="618"/>
                    <a:pt x="153" y="618"/>
                  </a:cubicBezTo>
                  <a:cubicBezTo>
                    <a:pt x="165" y="618"/>
                    <a:pt x="176" y="614"/>
                    <a:pt x="185" y="605"/>
                  </a:cubicBezTo>
                  <a:lnTo>
                    <a:pt x="185" y="605"/>
                  </a:lnTo>
                  <a:cubicBezTo>
                    <a:pt x="205" y="584"/>
                    <a:pt x="205" y="584"/>
                    <a:pt x="205" y="584"/>
                  </a:cubicBezTo>
                  <a:cubicBezTo>
                    <a:pt x="209" y="582"/>
                    <a:pt x="212" y="579"/>
                    <a:pt x="216" y="579"/>
                  </a:cubicBezTo>
                  <a:cubicBezTo>
                    <a:pt x="219" y="579"/>
                    <a:pt x="220" y="580"/>
                    <a:pt x="222" y="580"/>
                  </a:cubicBezTo>
                  <a:lnTo>
                    <a:pt x="222" y="580"/>
                  </a:lnTo>
                  <a:cubicBezTo>
                    <a:pt x="234" y="587"/>
                    <a:pt x="247" y="591"/>
                    <a:pt x="259" y="595"/>
                  </a:cubicBezTo>
                  <a:lnTo>
                    <a:pt x="259" y="595"/>
                  </a:lnTo>
                  <a:cubicBezTo>
                    <a:pt x="262" y="597"/>
                    <a:pt x="264" y="598"/>
                    <a:pt x="265" y="601"/>
                  </a:cubicBezTo>
                  <a:cubicBezTo>
                    <a:pt x="268" y="604"/>
                    <a:pt x="268" y="607"/>
                    <a:pt x="268" y="609"/>
                  </a:cubicBezTo>
                  <a:cubicBezTo>
                    <a:pt x="268" y="639"/>
                    <a:pt x="268" y="639"/>
                    <a:pt x="268" y="639"/>
                  </a:cubicBezTo>
                  <a:cubicBezTo>
                    <a:pt x="268" y="664"/>
                    <a:pt x="289" y="683"/>
                    <a:pt x="312" y="683"/>
                  </a:cubicBezTo>
                  <a:cubicBezTo>
                    <a:pt x="372" y="683"/>
                    <a:pt x="372" y="683"/>
                    <a:pt x="372" y="683"/>
                  </a:cubicBezTo>
                  <a:cubicBezTo>
                    <a:pt x="397" y="683"/>
                    <a:pt x="417" y="664"/>
                    <a:pt x="417" y="639"/>
                  </a:cubicBezTo>
                  <a:cubicBezTo>
                    <a:pt x="417" y="609"/>
                    <a:pt x="417" y="609"/>
                    <a:pt x="417" y="609"/>
                  </a:cubicBezTo>
                  <a:cubicBezTo>
                    <a:pt x="417" y="607"/>
                    <a:pt x="418" y="604"/>
                    <a:pt x="420" y="601"/>
                  </a:cubicBezTo>
                  <a:cubicBezTo>
                    <a:pt x="421" y="598"/>
                    <a:pt x="424" y="597"/>
                    <a:pt x="427" y="595"/>
                  </a:cubicBezTo>
                  <a:lnTo>
                    <a:pt x="427" y="595"/>
                  </a:lnTo>
                  <a:cubicBezTo>
                    <a:pt x="439" y="591"/>
                    <a:pt x="452" y="587"/>
                    <a:pt x="463" y="580"/>
                  </a:cubicBezTo>
                  <a:lnTo>
                    <a:pt x="463" y="580"/>
                  </a:lnTo>
                  <a:cubicBezTo>
                    <a:pt x="464" y="580"/>
                    <a:pt x="467" y="579"/>
                    <a:pt x="469" y="579"/>
                  </a:cubicBezTo>
                  <a:cubicBezTo>
                    <a:pt x="473" y="579"/>
                    <a:pt x="477" y="582"/>
                    <a:pt x="480" y="584"/>
                  </a:cubicBezTo>
                  <a:lnTo>
                    <a:pt x="480" y="584"/>
                  </a:lnTo>
                  <a:cubicBezTo>
                    <a:pt x="501" y="605"/>
                    <a:pt x="501" y="605"/>
                    <a:pt x="501" y="605"/>
                  </a:cubicBezTo>
                  <a:lnTo>
                    <a:pt x="501" y="605"/>
                  </a:lnTo>
                  <a:cubicBezTo>
                    <a:pt x="509" y="614"/>
                    <a:pt x="520" y="618"/>
                    <a:pt x="531" y="618"/>
                  </a:cubicBezTo>
                  <a:cubicBezTo>
                    <a:pt x="542" y="618"/>
                    <a:pt x="555" y="614"/>
                    <a:pt x="563" y="605"/>
                  </a:cubicBezTo>
                  <a:cubicBezTo>
                    <a:pt x="605" y="562"/>
                    <a:pt x="605" y="562"/>
                    <a:pt x="605" y="562"/>
                  </a:cubicBezTo>
                  <a:cubicBezTo>
                    <a:pt x="614" y="554"/>
                    <a:pt x="619" y="543"/>
                    <a:pt x="618" y="531"/>
                  </a:cubicBezTo>
                  <a:cubicBezTo>
                    <a:pt x="619" y="520"/>
                    <a:pt x="614" y="508"/>
                    <a:pt x="605" y="499"/>
                  </a:cubicBezTo>
                  <a:lnTo>
                    <a:pt x="605" y="499"/>
                  </a:lnTo>
                  <a:cubicBezTo>
                    <a:pt x="584" y="478"/>
                    <a:pt x="584" y="478"/>
                    <a:pt x="584" y="478"/>
                  </a:cubicBezTo>
                  <a:lnTo>
                    <a:pt x="584" y="478"/>
                  </a:lnTo>
                  <a:cubicBezTo>
                    <a:pt x="582" y="476"/>
                    <a:pt x="580" y="471"/>
                    <a:pt x="580" y="469"/>
                  </a:cubicBezTo>
                  <a:cubicBezTo>
                    <a:pt x="580" y="466"/>
                    <a:pt x="580" y="464"/>
                    <a:pt x="582" y="463"/>
                  </a:cubicBezTo>
                  <a:cubicBezTo>
                    <a:pt x="582" y="462"/>
                    <a:pt x="582" y="462"/>
                    <a:pt x="582" y="462"/>
                  </a:cubicBezTo>
                  <a:cubicBezTo>
                    <a:pt x="587" y="450"/>
                    <a:pt x="593" y="438"/>
                    <a:pt x="597" y="425"/>
                  </a:cubicBezTo>
                  <a:lnTo>
                    <a:pt x="597" y="425"/>
                  </a:lnTo>
                  <a:cubicBezTo>
                    <a:pt x="598" y="423"/>
                    <a:pt x="600" y="420"/>
                    <a:pt x="602" y="418"/>
                  </a:cubicBezTo>
                  <a:cubicBezTo>
                    <a:pt x="604" y="417"/>
                    <a:pt x="608" y="416"/>
                    <a:pt x="611" y="416"/>
                  </a:cubicBezTo>
                  <a:cubicBezTo>
                    <a:pt x="640" y="416"/>
                    <a:pt x="640" y="416"/>
                    <a:pt x="640" y="416"/>
                  </a:cubicBezTo>
                  <a:cubicBezTo>
                    <a:pt x="665" y="416"/>
                    <a:pt x="685" y="396"/>
                    <a:pt x="685" y="371"/>
                  </a:cubicBezTo>
                  <a:cubicBezTo>
                    <a:pt x="685" y="312"/>
                    <a:pt x="685" y="312"/>
                    <a:pt x="685" y="312"/>
                  </a:cubicBezTo>
                  <a:cubicBezTo>
                    <a:pt x="685" y="287"/>
                    <a:pt x="665" y="268"/>
                    <a:pt x="640" y="268"/>
                  </a:cubicBezTo>
                  <a:close/>
                  <a:moveTo>
                    <a:pt x="655" y="371"/>
                  </a:moveTo>
                  <a:lnTo>
                    <a:pt x="655" y="371"/>
                  </a:lnTo>
                  <a:cubicBezTo>
                    <a:pt x="655" y="379"/>
                    <a:pt x="648" y="386"/>
                    <a:pt x="640" y="386"/>
                  </a:cubicBezTo>
                  <a:cubicBezTo>
                    <a:pt x="611" y="386"/>
                    <a:pt x="611" y="386"/>
                    <a:pt x="611" y="386"/>
                  </a:cubicBezTo>
                  <a:cubicBezTo>
                    <a:pt x="601" y="386"/>
                    <a:pt x="593" y="389"/>
                    <a:pt x="586" y="395"/>
                  </a:cubicBezTo>
                  <a:cubicBezTo>
                    <a:pt x="577" y="399"/>
                    <a:pt x="572" y="407"/>
                    <a:pt x="569" y="416"/>
                  </a:cubicBezTo>
                  <a:lnTo>
                    <a:pt x="569" y="416"/>
                  </a:lnTo>
                  <a:cubicBezTo>
                    <a:pt x="565" y="427"/>
                    <a:pt x="561" y="438"/>
                    <a:pt x="555" y="449"/>
                  </a:cubicBezTo>
                  <a:lnTo>
                    <a:pt x="555" y="449"/>
                  </a:lnTo>
                  <a:cubicBezTo>
                    <a:pt x="552" y="455"/>
                    <a:pt x="551" y="462"/>
                    <a:pt x="551" y="469"/>
                  </a:cubicBezTo>
                  <a:cubicBezTo>
                    <a:pt x="551" y="480"/>
                    <a:pt x="555" y="491"/>
                    <a:pt x="563" y="499"/>
                  </a:cubicBezTo>
                  <a:lnTo>
                    <a:pt x="563" y="499"/>
                  </a:lnTo>
                  <a:cubicBezTo>
                    <a:pt x="584" y="520"/>
                    <a:pt x="584" y="520"/>
                    <a:pt x="584" y="520"/>
                  </a:cubicBezTo>
                  <a:lnTo>
                    <a:pt x="584" y="520"/>
                  </a:lnTo>
                  <a:cubicBezTo>
                    <a:pt x="587" y="523"/>
                    <a:pt x="589" y="527"/>
                    <a:pt x="589" y="531"/>
                  </a:cubicBezTo>
                  <a:cubicBezTo>
                    <a:pt x="589" y="534"/>
                    <a:pt x="587" y="538"/>
                    <a:pt x="584" y="541"/>
                  </a:cubicBezTo>
                  <a:lnTo>
                    <a:pt x="584" y="541"/>
                  </a:lnTo>
                  <a:cubicBezTo>
                    <a:pt x="542" y="583"/>
                    <a:pt x="542" y="583"/>
                    <a:pt x="542" y="583"/>
                  </a:cubicBezTo>
                  <a:lnTo>
                    <a:pt x="542" y="583"/>
                  </a:lnTo>
                  <a:cubicBezTo>
                    <a:pt x="540" y="587"/>
                    <a:pt x="536" y="589"/>
                    <a:pt x="531" y="589"/>
                  </a:cubicBezTo>
                  <a:cubicBezTo>
                    <a:pt x="529" y="589"/>
                    <a:pt x="524" y="587"/>
                    <a:pt x="522" y="583"/>
                  </a:cubicBezTo>
                  <a:lnTo>
                    <a:pt x="522" y="583"/>
                  </a:lnTo>
                  <a:cubicBezTo>
                    <a:pt x="501" y="563"/>
                    <a:pt x="501" y="563"/>
                    <a:pt x="501" y="563"/>
                  </a:cubicBezTo>
                  <a:lnTo>
                    <a:pt x="501" y="563"/>
                  </a:lnTo>
                  <a:cubicBezTo>
                    <a:pt x="492" y="554"/>
                    <a:pt x="481" y="549"/>
                    <a:pt x="469" y="549"/>
                  </a:cubicBezTo>
                  <a:cubicBezTo>
                    <a:pt x="463" y="549"/>
                    <a:pt x="456" y="551"/>
                    <a:pt x="449" y="554"/>
                  </a:cubicBezTo>
                  <a:cubicBezTo>
                    <a:pt x="439" y="559"/>
                    <a:pt x="428" y="563"/>
                    <a:pt x="417" y="568"/>
                  </a:cubicBezTo>
                  <a:lnTo>
                    <a:pt x="417" y="568"/>
                  </a:lnTo>
                  <a:cubicBezTo>
                    <a:pt x="407" y="570"/>
                    <a:pt x="400" y="577"/>
                    <a:pt x="395" y="584"/>
                  </a:cubicBezTo>
                  <a:cubicBezTo>
                    <a:pt x="390" y="591"/>
                    <a:pt x="388" y="601"/>
                    <a:pt x="388" y="609"/>
                  </a:cubicBezTo>
                  <a:cubicBezTo>
                    <a:pt x="388" y="639"/>
                    <a:pt x="388" y="639"/>
                    <a:pt x="388" y="639"/>
                  </a:cubicBezTo>
                  <a:cubicBezTo>
                    <a:pt x="388" y="647"/>
                    <a:pt x="381" y="654"/>
                    <a:pt x="372" y="654"/>
                  </a:cubicBezTo>
                  <a:cubicBezTo>
                    <a:pt x="312" y="654"/>
                    <a:pt x="312" y="654"/>
                    <a:pt x="312" y="654"/>
                  </a:cubicBezTo>
                  <a:cubicBezTo>
                    <a:pt x="304" y="654"/>
                    <a:pt x="298" y="647"/>
                    <a:pt x="298" y="639"/>
                  </a:cubicBezTo>
                  <a:cubicBezTo>
                    <a:pt x="298" y="609"/>
                    <a:pt x="298" y="609"/>
                    <a:pt x="298" y="609"/>
                  </a:cubicBezTo>
                  <a:cubicBezTo>
                    <a:pt x="298" y="601"/>
                    <a:pt x="296" y="591"/>
                    <a:pt x="290" y="584"/>
                  </a:cubicBezTo>
                  <a:cubicBezTo>
                    <a:pt x="284" y="577"/>
                    <a:pt x="278" y="570"/>
                    <a:pt x="268" y="568"/>
                  </a:cubicBezTo>
                  <a:lnTo>
                    <a:pt x="268" y="568"/>
                  </a:lnTo>
                  <a:cubicBezTo>
                    <a:pt x="257" y="563"/>
                    <a:pt x="245" y="559"/>
                    <a:pt x="236" y="554"/>
                  </a:cubicBezTo>
                  <a:lnTo>
                    <a:pt x="236" y="554"/>
                  </a:lnTo>
                  <a:cubicBezTo>
                    <a:pt x="229" y="551"/>
                    <a:pt x="223" y="549"/>
                    <a:pt x="216" y="549"/>
                  </a:cubicBezTo>
                  <a:cubicBezTo>
                    <a:pt x="205" y="549"/>
                    <a:pt x="192" y="554"/>
                    <a:pt x="184" y="563"/>
                  </a:cubicBezTo>
                  <a:lnTo>
                    <a:pt x="184" y="563"/>
                  </a:lnTo>
                  <a:cubicBezTo>
                    <a:pt x="163" y="583"/>
                    <a:pt x="163" y="583"/>
                    <a:pt x="163" y="583"/>
                  </a:cubicBezTo>
                  <a:cubicBezTo>
                    <a:pt x="160" y="587"/>
                    <a:pt x="158" y="589"/>
                    <a:pt x="153" y="589"/>
                  </a:cubicBezTo>
                  <a:cubicBezTo>
                    <a:pt x="149" y="589"/>
                    <a:pt x="145" y="587"/>
                    <a:pt x="142" y="583"/>
                  </a:cubicBezTo>
                  <a:lnTo>
                    <a:pt x="142" y="583"/>
                  </a:lnTo>
                  <a:cubicBezTo>
                    <a:pt x="100" y="541"/>
                    <a:pt x="100" y="541"/>
                    <a:pt x="100" y="541"/>
                  </a:cubicBezTo>
                  <a:lnTo>
                    <a:pt x="100" y="541"/>
                  </a:lnTo>
                  <a:cubicBezTo>
                    <a:pt x="98" y="538"/>
                    <a:pt x="96" y="534"/>
                    <a:pt x="96" y="531"/>
                  </a:cubicBezTo>
                  <a:cubicBezTo>
                    <a:pt x="96" y="527"/>
                    <a:pt x="98" y="523"/>
                    <a:pt x="100" y="520"/>
                  </a:cubicBezTo>
                  <a:cubicBezTo>
                    <a:pt x="121" y="499"/>
                    <a:pt x="121" y="499"/>
                    <a:pt x="121" y="499"/>
                  </a:cubicBezTo>
                  <a:cubicBezTo>
                    <a:pt x="130" y="491"/>
                    <a:pt x="135" y="480"/>
                    <a:pt x="135" y="469"/>
                  </a:cubicBezTo>
                  <a:cubicBezTo>
                    <a:pt x="135" y="462"/>
                    <a:pt x="134" y="455"/>
                    <a:pt x="130" y="449"/>
                  </a:cubicBezTo>
                  <a:lnTo>
                    <a:pt x="130" y="449"/>
                  </a:lnTo>
                  <a:cubicBezTo>
                    <a:pt x="124" y="438"/>
                    <a:pt x="120" y="427"/>
                    <a:pt x="116" y="416"/>
                  </a:cubicBezTo>
                  <a:lnTo>
                    <a:pt x="116" y="416"/>
                  </a:lnTo>
                  <a:cubicBezTo>
                    <a:pt x="113" y="407"/>
                    <a:pt x="107" y="399"/>
                    <a:pt x="100" y="395"/>
                  </a:cubicBezTo>
                  <a:cubicBezTo>
                    <a:pt x="92" y="389"/>
                    <a:pt x="84" y="386"/>
                    <a:pt x="74" y="386"/>
                  </a:cubicBezTo>
                  <a:cubicBezTo>
                    <a:pt x="45" y="386"/>
                    <a:pt x="45" y="386"/>
                    <a:pt x="45" y="386"/>
                  </a:cubicBezTo>
                  <a:cubicBezTo>
                    <a:pt x="36" y="386"/>
                    <a:pt x="31" y="379"/>
                    <a:pt x="31" y="371"/>
                  </a:cubicBezTo>
                  <a:cubicBezTo>
                    <a:pt x="31" y="312"/>
                    <a:pt x="31" y="312"/>
                    <a:pt x="31" y="312"/>
                  </a:cubicBezTo>
                  <a:cubicBezTo>
                    <a:pt x="31" y="304"/>
                    <a:pt x="36" y="297"/>
                    <a:pt x="45" y="297"/>
                  </a:cubicBezTo>
                  <a:cubicBezTo>
                    <a:pt x="74" y="297"/>
                    <a:pt x="74" y="297"/>
                    <a:pt x="74" y="297"/>
                  </a:cubicBezTo>
                  <a:cubicBezTo>
                    <a:pt x="84" y="297"/>
                    <a:pt x="92" y="294"/>
                    <a:pt x="100" y="289"/>
                  </a:cubicBezTo>
                  <a:cubicBezTo>
                    <a:pt x="107" y="284"/>
                    <a:pt x="113" y="276"/>
                    <a:pt x="116" y="268"/>
                  </a:cubicBezTo>
                  <a:lnTo>
                    <a:pt x="116" y="268"/>
                  </a:lnTo>
                  <a:cubicBezTo>
                    <a:pt x="120" y="257"/>
                    <a:pt x="124" y="245"/>
                    <a:pt x="130" y="234"/>
                  </a:cubicBezTo>
                  <a:lnTo>
                    <a:pt x="130" y="234"/>
                  </a:lnTo>
                  <a:cubicBezTo>
                    <a:pt x="134" y="229"/>
                    <a:pt x="135" y="222"/>
                    <a:pt x="135" y="215"/>
                  </a:cubicBezTo>
                  <a:cubicBezTo>
                    <a:pt x="135" y="204"/>
                    <a:pt x="130" y="192"/>
                    <a:pt x="121" y="184"/>
                  </a:cubicBezTo>
                  <a:lnTo>
                    <a:pt x="121" y="184"/>
                  </a:lnTo>
                  <a:cubicBezTo>
                    <a:pt x="100" y="163"/>
                    <a:pt x="100" y="163"/>
                    <a:pt x="100" y="163"/>
                  </a:cubicBezTo>
                  <a:cubicBezTo>
                    <a:pt x="98" y="160"/>
                    <a:pt x="96" y="156"/>
                    <a:pt x="96" y="152"/>
                  </a:cubicBezTo>
                  <a:cubicBezTo>
                    <a:pt x="96" y="149"/>
                    <a:pt x="98" y="145"/>
                    <a:pt x="100" y="142"/>
                  </a:cubicBezTo>
                  <a:cubicBezTo>
                    <a:pt x="142" y="100"/>
                    <a:pt x="142" y="100"/>
                    <a:pt x="142" y="100"/>
                  </a:cubicBezTo>
                  <a:cubicBezTo>
                    <a:pt x="145" y="96"/>
                    <a:pt x="149" y="95"/>
                    <a:pt x="153" y="95"/>
                  </a:cubicBezTo>
                  <a:cubicBezTo>
                    <a:pt x="158" y="95"/>
                    <a:pt x="160" y="96"/>
                    <a:pt x="163" y="100"/>
                  </a:cubicBezTo>
                  <a:cubicBezTo>
                    <a:pt x="184" y="121"/>
                    <a:pt x="184" y="121"/>
                    <a:pt x="184" y="121"/>
                  </a:cubicBezTo>
                  <a:lnTo>
                    <a:pt x="184" y="121"/>
                  </a:lnTo>
                  <a:cubicBezTo>
                    <a:pt x="192" y="130"/>
                    <a:pt x="205" y="134"/>
                    <a:pt x="216" y="134"/>
                  </a:cubicBezTo>
                  <a:cubicBezTo>
                    <a:pt x="223" y="134"/>
                    <a:pt x="229" y="132"/>
                    <a:pt x="236" y="130"/>
                  </a:cubicBezTo>
                  <a:lnTo>
                    <a:pt x="236" y="130"/>
                  </a:lnTo>
                  <a:cubicBezTo>
                    <a:pt x="245" y="124"/>
                    <a:pt x="257" y="120"/>
                    <a:pt x="268" y="116"/>
                  </a:cubicBezTo>
                  <a:lnTo>
                    <a:pt x="268" y="116"/>
                  </a:lnTo>
                  <a:cubicBezTo>
                    <a:pt x="278" y="113"/>
                    <a:pt x="284" y="106"/>
                    <a:pt x="290" y="99"/>
                  </a:cubicBezTo>
                  <a:cubicBezTo>
                    <a:pt x="296" y="92"/>
                    <a:pt x="298" y="82"/>
                    <a:pt x="298" y="74"/>
                  </a:cubicBezTo>
                  <a:cubicBezTo>
                    <a:pt x="298" y="45"/>
                    <a:pt x="298" y="45"/>
                    <a:pt x="298" y="45"/>
                  </a:cubicBezTo>
                  <a:cubicBezTo>
                    <a:pt x="298" y="36"/>
                    <a:pt x="304" y="29"/>
                    <a:pt x="312" y="29"/>
                  </a:cubicBezTo>
                  <a:cubicBezTo>
                    <a:pt x="372" y="29"/>
                    <a:pt x="372" y="29"/>
                    <a:pt x="372" y="29"/>
                  </a:cubicBezTo>
                  <a:cubicBezTo>
                    <a:pt x="381" y="29"/>
                    <a:pt x="388" y="36"/>
                    <a:pt x="388" y="45"/>
                  </a:cubicBezTo>
                  <a:cubicBezTo>
                    <a:pt x="388" y="74"/>
                    <a:pt x="388" y="74"/>
                    <a:pt x="388" y="74"/>
                  </a:cubicBezTo>
                  <a:cubicBezTo>
                    <a:pt x="388" y="82"/>
                    <a:pt x="390" y="92"/>
                    <a:pt x="395" y="99"/>
                  </a:cubicBezTo>
                  <a:cubicBezTo>
                    <a:pt x="400" y="106"/>
                    <a:pt x="407" y="113"/>
                    <a:pt x="417" y="116"/>
                  </a:cubicBezTo>
                  <a:cubicBezTo>
                    <a:pt x="428" y="120"/>
                    <a:pt x="439" y="124"/>
                    <a:pt x="449" y="130"/>
                  </a:cubicBezTo>
                  <a:lnTo>
                    <a:pt x="449" y="130"/>
                  </a:lnTo>
                  <a:cubicBezTo>
                    <a:pt x="456" y="132"/>
                    <a:pt x="463" y="134"/>
                    <a:pt x="469" y="134"/>
                  </a:cubicBezTo>
                  <a:cubicBezTo>
                    <a:pt x="481" y="134"/>
                    <a:pt x="492" y="130"/>
                    <a:pt x="501" y="121"/>
                  </a:cubicBezTo>
                  <a:cubicBezTo>
                    <a:pt x="522" y="100"/>
                    <a:pt x="522" y="100"/>
                    <a:pt x="522" y="100"/>
                  </a:cubicBezTo>
                  <a:lnTo>
                    <a:pt x="522" y="100"/>
                  </a:lnTo>
                  <a:cubicBezTo>
                    <a:pt x="524" y="96"/>
                    <a:pt x="529" y="95"/>
                    <a:pt x="531" y="95"/>
                  </a:cubicBezTo>
                  <a:cubicBezTo>
                    <a:pt x="536" y="95"/>
                    <a:pt x="540" y="96"/>
                    <a:pt x="542" y="100"/>
                  </a:cubicBezTo>
                  <a:lnTo>
                    <a:pt x="542" y="100"/>
                  </a:lnTo>
                  <a:cubicBezTo>
                    <a:pt x="584" y="142"/>
                    <a:pt x="584" y="142"/>
                    <a:pt x="584" y="142"/>
                  </a:cubicBezTo>
                  <a:lnTo>
                    <a:pt x="584" y="142"/>
                  </a:lnTo>
                  <a:cubicBezTo>
                    <a:pt x="587" y="145"/>
                    <a:pt x="589" y="149"/>
                    <a:pt x="589" y="152"/>
                  </a:cubicBezTo>
                  <a:cubicBezTo>
                    <a:pt x="589" y="156"/>
                    <a:pt x="587" y="160"/>
                    <a:pt x="584" y="163"/>
                  </a:cubicBezTo>
                  <a:lnTo>
                    <a:pt x="584" y="163"/>
                  </a:lnTo>
                  <a:cubicBezTo>
                    <a:pt x="563" y="184"/>
                    <a:pt x="563" y="184"/>
                    <a:pt x="563" y="184"/>
                  </a:cubicBezTo>
                  <a:lnTo>
                    <a:pt x="563" y="184"/>
                  </a:lnTo>
                  <a:cubicBezTo>
                    <a:pt x="555" y="192"/>
                    <a:pt x="551" y="204"/>
                    <a:pt x="551" y="215"/>
                  </a:cubicBezTo>
                  <a:cubicBezTo>
                    <a:pt x="551" y="222"/>
                    <a:pt x="552" y="229"/>
                    <a:pt x="555" y="234"/>
                  </a:cubicBezTo>
                  <a:lnTo>
                    <a:pt x="555" y="234"/>
                  </a:lnTo>
                  <a:cubicBezTo>
                    <a:pt x="561" y="245"/>
                    <a:pt x="565" y="257"/>
                    <a:pt x="569" y="268"/>
                  </a:cubicBezTo>
                  <a:lnTo>
                    <a:pt x="569" y="268"/>
                  </a:lnTo>
                  <a:cubicBezTo>
                    <a:pt x="572" y="276"/>
                    <a:pt x="577" y="284"/>
                    <a:pt x="586" y="289"/>
                  </a:cubicBezTo>
                  <a:cubicBezTo>
                    <a:pt x="593" y="294"/>
                    <a:pt x="601" y="297"/>
                    <a:pt x="611" y="297"/>
                  </a:cubicBezTo>
                  <a:cubicBezTo>
                    <a:pt x="640" y="297"/>
                    <a:pt x="640" y="297"/>
                    <a:pt x="640" y="297"/>
                  </a:cubicBezTo>
                  <a:cubicBezTo>
                    <a:pt x="648" y="297"/>
                    <a:pt x="655" y="304"/>
                    <a:pt x="655" y="312"/>
                  </a:cubicBezTo>
                  <a:lnTo>
                    <a:pt x="655" y="37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1" name="Freeform 384">
              <a:extLst>
                <a:ext uri="{FF2B5EF4-FFF2-40B4-BE49-F238E27FC236}">
                  <a16:creationId xmlns:a16="http://schemas.microsoft.com/office/drawing/2014/main" id="{AB7F1C26-B5EB-0063-3FBD-DE6FB6D3C0B7}"/>
                </a:ext>
              </a:extLst>
            </p:cNvPr>
            <p:cNvSpPr>
              <a:spLocks noChangeArrowheads="1"/>
            </p:cNvSpPr>
            <p:nvPr/>
          </p:nvSpPr>
          <p:spPr bwMode="auto">
            <a:xfrm>
              <a:off x="249238" y="30956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2" name="Freeform 385">
              <a:extLst>
                <a:ext uri="{FF2B5EF4-FFF2-40B4-BE49-F238E27FC236}">
                  <a16:creationId xmlns:a16="http://schemas.microsoft.com/office/drawing/2014/main" id="{E342F433-15FA-6537-3F26-626E8BEB8DB8}"/>
                </a:ext>
              </a:extLst>
            </p:cNvPr>
            <p:cNvSpPr>
              <a:spLocks noChangeArrowheads="1"/>
            </p:cNvSpPr>
            <p:nvPr/>
          </p:nvSpPr>
          <p:spPr bwMode="auto">
            <a:xfrm>
              <a:off x="163513" y="2970213"/>
              <a:ext cx="96837" cy="96837"/>
            </a:xfrm>
            <a:custGeom>
              <a:avLst/>
              <a:gdLst>
                <a:gd name="T0" fmla="*/ 134 w 269"/>
                <a:gd name="T1" fmla="*/ 0 h 269"/>
                <a:gd name="T2" fmla="*/ 134 w 269"/>
                <a:gd name="T3" fmla="*/ 0 h 269"/>
                <a:gd name="T4" fmla="*/ 0 w 269"/>
                <a:gd name="T5" fmla="*/ 134 h 269"/>
                <a:gd name="T6" fmla="*/ 134 w 269"/>
                <a:gd name="T7" fmla="*/ 268 h 269"/>
                <a:gd name="T8" fmla="*/ 268 w 269"/>
                <a:gd name="T9" fmla="*/ 134 h 269"/>
                <a:gd name="T10" fmla="*/ 134 w 269"/>
                <a:gd name="T11" fmla="*/ 0 h 269"/>
                <a:gd name="T12" fmla="*/ 207 w 269"/>
                <a:gd name="T13" fmla="*/ 208 h 269"/>
                <a:gd name="T14" fmla="*/ 207 w 269"/>
                <a:gd name="T15" fmla="*/ 208 h 269"/>
                <a:gd name="T16" fmla="*/ 134 w 269"/>
                <a:gd name="T17" fmla="*/ 238 h 269"/>
                <a:gd name="T18" fmla="*/ 60 w 269"/>
                <a:gd name="T19" fmla="*/ 208 h 269"/>
                <a:gd name="T20" fmla="*/ 29 w 269"/>
                <a:gd name="T21" fmla="*/ 134 h 269"/>
                <a:gd name="T22" fmla="*/ 60 w 269"/>
                <a:gd name="T23" fmla="*/ 60 h 269"/>
                <a:gd name="T24" fmla="*/ 134 w 269"/>
                <a:gd name="T25" fmla="*/ 29 h 269"/>
                <a:gd name="T26" fmla="*/ 207 w 269"/>
                <a:gd name="T27" fmla="*/ 60 h 269"/>
                <a:gd name="T28" fmla="*/ 237 w 269"/>
                <a:gd name="T29" fmla="*/ 134 h 269"/>
                <a:gd name="T30" fmla="*/ 207 w 269"/>
                <a:gd name="T31" fmla="*/ 208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69" h="269">
                  <a:moveTo>
                    <a:pt x="134" y="0"/>
                  </a:moveTo>
                  <a:lnTo>
                    <a:pt x="134" y="0"/>
                  </a:lnTo>
                  <a:cubicBezTo>
                    <a:pt x="60" y="0"/>
                    <a:pt x="0" y="60"/>
                    <a:pt x="0" y="134"/>
                  </a:cubicBezTo>
                  <a:cubicBezTo>
                    <a:pt x="0" y="208"/>
                    <a:pt x="60" y="268"/>
                    <a:pt x="134" y="268"/>
                  </a:cubicBezTo>
                  <a:cubicBezTo>
                    <a:pt x="208" y="268"/>
                    <a:pt x="268" y="208"/>
                    <a:pt x="268" y="134"/>
                  </a:cubicBezTo>
                  <a:cubicBezTo>
                    <a:pt x="268" y="60"/>
                    <a:pt x="208" y="0"/>
                    <a:pt x="134" y="0"/>
                  </a:cubicBezTo>
                  <a:close/>
                  <a:moveTo>
                    <a:pt x="207" y="208"/>
                  </a:moveTo>
                  <a:lnTo>
                    <a:pt x="207" y="208"/>
                  </a:lnTo>
                  <a:cubicBezTo>
                    <a:pt x="188" y="226"/>
                    <a:pt x="162" y="238"/>
                    <a:pt x="134" y="238"/>
                  </a:cubicBezTo>
                  <a:cubicBezTo>
                    <a:pt x="105" y="238"/>
                    <a:pt x="78" y="226"/>
                    <a:pt x="60" y="208"/>
                  </a:cubicBezTo>
                  <a:cubicBezTo>
                    <a:pt x="41" y="188"/>
                    <a:pt x="29" y="163"/>
                    <a:pt x="29" y="134"/>
                  </a:cubicBezTo>
                  <a:cubicBezTo>
                    <a:pt x="29" y="104"/>
                    <a:pt x="41" y="79"/>
                    <a:pt x="60" y="60"/>
                  </a:cubicBezTo>
                  <a:cubicBezTo>
                    <a:pt x="78" y="42"/>
                    <a:pt x="105" y="29"/>
                    <a:pt x="134" y="29"/>
                  </a:cubicBezTo>
                  <a:cubicBezTo>
                    <a:pt x="162" y="29"/>
                    <a:pt x="188" y="42"/>
                    <a:pt x="207" y="60"/>
                  </a:cubicBezTo>
                  <a:cubicBezTo>
                    <a:pt x="226" y="79"/>
                    <a:pt x="237" y="104"/>
                    <a:pt x="237" y="134"/>
                  </a:cubicBezTo>
                  <a:cubicBezTo>
                    <a:pt x="237" y="163"/>
                    <a:pt x="226" y="188"/>
                    <a:pt x="207" y="20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3" name="Group 476">
            <a:extLst>
              <a:ext uri="{FF2B5EF4-FFF2-40B4-BE49-F238E27FC236}">
                <a16:creationId xmlns:a16="http://schemas.microsoft.com/office/drawing/2014/main" id="{E1C596AE-CA48-3685-D9ED-F1CBC82C3D7D}"/>
              </a:ext>
            </a:extLst>
          </p:cNvPr>
          <p:cNvGrpSpPr/>
          <p:nvPr/>
        </p:nvGrpSpPr>
        <p:grpSpPr>
          <a:xfrm>
            <a:off x="1613569" y="2552601"/>
            <a:ext cx="257175" cy="257175"/>
            <a:chOff x="585788" y="2892425"/>
            <a:chExt cx="257175" cy="257175"/>
          </a:xfrm>
          <a:solidFill>
            <a:schemeClr val="accent4"/>
          </a:solidFill>
        </p:grpSpPr>
        <p:sp>
          <p:nvSpPr>
            <p:cNvPr id="474" name="Freeform 386">
              <a:extLst>
                <a:ext uri="{FF2B5EF4-FFF2-40B4-BE49-F238E27FC236}">
                  <a16:creationId xmlns:a16="http://schemas.microsoft.com/office/drawing/2014/main" id="{E00BF004-E031-9017-EC10-9CA8DDB2BDA4}"/>
                </a:ext>
              </a:extLst>
            </p:cNvPr>
            <p:cNvSpPr>
              <a:spLocks noChangeArrowheads="1"/>
            </p:cNvSpPr>
            <p:nvPr/>
          </p:nvSpPr>
          <p:spPr bwMode="auto">
            <a:xfrm>
              <a:off x="585788" y="2892425"/>
              <a:ext cx="204787" cy="204788"/>
            </a:xfrm>
            <a:custGeom>
              <a:avLst/>
              <a:gdLst>
                <a:gd name="T0" fmla="*/ 561 w 568"/>
                <a:gd name="T1" fmla="*/ 353 h 567"/>
                <a:gd name="T2" fmla="*/ 561 w 568"/>
                <a:gd name="T3" fmla="*/ 213 h 567"/>
                <a:gd name="T4" fmla="*/ 484 w 568"/>
                <a:gd name="T5" fmla="*/ 187 h 567"/>
                <a:gd name="T6" fmla="*/ 525 w 568"/>
                <a:gd name="T7" fmla="*/ 126 h 567"/>
                <a:gd name="T8" fmla="*/ 420 w 568"/>
                <a:gd name="T9" fmla="*/ 42 h 567"/>
                <a:gd name="T10" fmla="*/ 357 w 568"/>
                <a:gd name="T11" fmla="*/ 15 h 567"/>
                <a:gd name="T12" fmla="*/ 224 w 568"/>
                <a:gd name="T13" fmla="*/ 0 h 567"/>
                <a:gd name="T14" fmla="*/ 210 w 568"/>
                <a:gd name="T15" fmla="*/ 73 h 567"/>
                <a:gd name="T16" fmla="*/ 136 w 568"/>
                <a:gd name="T17" fmla="*/ 36 h 567"/>
                <a:gd name="T18" fmla="*/ 37 w 568"/>
                <a:gd name="T19" fmla="*/ 135 h 567"/>
                <a:gd name="T20" fmla="*/ 73 w 568"/>
                <a:gd name="T21" fmla="*/ 209 h 567"/>
                <a:gd name="T22" fmla="*/ 0 w 568"/>
                <a:gd name="T23" fmla="*/ 223 h 567"/>
                <a:gd name="T24" fmla="*/ 16 w 568"/>
                <a:gd name="T25" fmla="*/ 357 h 567"/>
                <a:gd name="T26" fmla="*/ 83 w 568"/>
                <a:gd name="T27" fmla="*/ 379 h 567"/>
                <a:gd name="T28" fmla="*/ 41 w 568"/>
                <a:gd name="T29" fmla="*/ 441 h 567"/>
                <a:gd name="T30" fmla="*/ 187 w 568"/>
                <a:gd name="T31" fmla="*/ 484 h 567"/>
                <a:gd name="T32" fmla="*/ 214 w 568"/>
                <a:gd name="T33" fmla="*/ 562 h 567"/>
                <a:gd name="T34" fmla="*/ 353 w 568"/>
                <a:gd name="T35" fmla="*/ 562 h 567"/>
                <a:gd name="T36" fmla="*/ 380 w 568"/>
                <a:gd name="T37" fmla="*/ 484 h 567"/>
                <a:gd name="T38" fmla="*/ 441 w 568"/>
                <a:gd name="T39" fmla="*/ 526 h 567"/>
                <a:gd name="T40" fmla="*/ 525 w 568"/>
                <a:gd name="T41" fmla="*/ 420 h 567"/>
                <a:gd name="T42" fmla="*/ 551 w 568"/>
                <a:gd name="T43" fmla="*/ 357 h 567"/>
                <a:gd name="T44" fmla="*/ 394 w 568"/>
                <a:gd name="T45" fmla="*/ 456 h 567"/>
                <a:gd name="T46" fmla="*/ 328 w 568"/>
                <a:gd name="T47" fmla="*/ 483 h 567"/>
                <a:gd name="T48" fmla="*/ 239 w 568"/>
                <a:gd name="T49" fmla="*/ 483 h 567"/>
                <a:gd name="T50" fmla="*/ 173 w 568"/>
                <a:gd name="T51" fmla="*/ 456 h 567"/>
                <a:gd name="T52" fmla="*/ 111 w 568"/>
                <a:gd name="T53" fmla="*/ 393 h 567"/>
                <a:gd name="T54" fmla="*/ 105 w 568"/>
                <a:gd name="T55" fmla="*/ 356 h 567"/>
                <a:gd name="T56" fmla="*/ 31 w 568"/>
                <a:gd name="T57" fmla="*/ 328 h 567"/>
                <a:gd name="T58" fmla="*/ 98 w 568"/>
                <a:gd name="T59" fmla="*/ 227 h 567"/>
                <a:gd name="T60" fmla="*/ 73 w 568"/>
                <a:gd name="T61" fmla="*/ 135 h 567"/>
                <a:gd name="T62" fmla="*/ 173 w 568"/>
                <a:gd name="T63" fmla="*/ 110 h 567"/>
                <a:gd name="T64" fmla="*/ 185 w 568"/>
                <a:gd name="T65" fmla="*/ 114 h 567"/>
                <a:gd name="T66" fmla="*/ 191 w 568"/>
                <a:gd name="T67" fmla="*/ 113 h 567"/>
                <a:gd name="T68" fmla="*/ 239 w 568"/>
                <a:gd name="T69" fmla="*/ 31 h 567"/>
                <a:gd name="T70" fmla="*/ 339 w 568"/>
                <a:gd name="T71" fmla="*/ 98 h 567"/>
                <a:gd name="T72" fmla="*/ 377 w 568"/>
                <a:gd name="T73" fmla="*/ 114 h 567"/>
                <a:gd name="T74" fmla="*/ 391 w 568"/>
                <a:gd name="T75" fmla="*/ 112 h 567"/>
                <a:gd name="T76" fmla="*/ 394 w 568"/>
                <a:gd name="T77" fmla="*/ 110 h 567"/>
                <a:gd name="T78" fmla="*/ 456 w 568"/>
                <a:gd name="T79" fmla="*/ 173 h 567"/>
                <a:gd name="T80" fmla="*/ 483 w 568"/>
                <a:gd name="T81" fmla="*/ 239 h 567"/>
                <a:gd name="T82" fmla="*/ 483 w 568"/>
                <a:gd name="T83" fmla="*/ 328 h 567"/>
                <a:gd name="T84" fmla="*/ 454 w 568"/>
                <a:gd name="T85" fmla="*/ 377 h 567"/>
                <a:gd name="T86" fmla="*/ 452 w 568"/>
                <a:gd name="T87" fmla="*/ 382 h 567"/>
                <a:gd name="T88" fmla="*/ 456 w 568"/>
                <a:gd name="T89" fmla="*/ 393 h 567"/>
                <a:gd name="T90" fmla="*/ 431 w 568"/>
                <a:gd name="T91" fmla="*/ 494 h 5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568" h="567">
                  <a:moveTo>
                    <a:pt x="551" y="357"/>
                  </a:moveTo>
                  <a:lnTo>
                    <a:pt x="551" y="357"/>
                  </a:lnTo>
                  <a:cubicBezTo>
                    <a:pt x="556" y="357"/>
                    <a:pt x="558" y="356"/>
                    <a:pt x="561" y="353"/>
                  </a:cubicBezTo>
                  <a:cubicBezTo>
                    <a:pt x="564" y="350"/>
                    <a:pt x="567" y="347"/>
                    <a:pt x="567" y="343"/>
                  </a:cubicBezTo>
                  <a:cubicBezTo>
                    <a:pt x="567" y="223"/>
                    <a:pt x="567" y="223"/>
                    <a:pt x="567" y="223"/>
                  </a:cubicBezTo>
                  <a:cubicBezTo>
                    <a:pt x="567" y="220"/>
                    <a:pt x="564" y="216"/>
                    <a:pt x="561" y="213"/>
                  </a:cubicBezTo>
                  <a:cubicBezTo>
                    <a:pt x="558" y="211"/>
                    <a:pt x="556" y="209"/>
                    <a:pt x="551" y="209"/>
                  </a:cubicBezTo>
                  <a:cubicBezTo>
                    <a:pt x="494" y="209"/>
                    <a:pt x="494" y="209"/>
                    <a:pt x="494" y="209"/>
                  </a:cubicBezTo>
                  <a:cubicBezTo>
                    <a:pt x="491" y="201"/>
                    <a:pt x="489" y="194"/>
                    <a:pt x="484" y="187"/>
                  </a:cubicBezTo>
                  <a:cubicBezTo>
                    <a:pt x="525" y="146"/>
                    <a:pt x="525" y="146"/>
                    <a:pt x="525" y="146"/>
                  </a:cubicBezTo>
                  <a:cubicBezTo>
                    <a:pt x="528" y="144"/>
                    <a:pt x="530" y="139"/>
                    <a:pt x="530" y="135"/>
                  </a:cubicBezTo>
                  <a:cubicBezTo>
                    <a:pt x="530" y="133"/>
                    <a:pt x="528" y="128"/>
                    <a:pt x="525" y="126"/>
                  </a:cubicBezTo>
                  <a:cubicBezTo>
                    <a:pt x="441" y="42"/>
                    <a:pt x="441" y="42"/>
                    <a:pt x="441" y="42"/>
                  </a:cubicBezTo>
                  <a:cubicBezTo>
                    <a:pt x="438" y="39"/>
                    <a:pt x="434" y="36"/>
                    <a:pt x="431" y="36"/>
                  </a:cubicBezTo>
                  <a:cubicBezTo>
                    <a:pt x="427" y="36"/>
                    <a:pt x="423" y="39"/>
                    <a:pt x="420" y="42"/>
                  </a:cubicBezTo>
                  <a:cubicBezTo>
                    <a:pt x="380" y="82"/>
                    <a:pt x="380" y="82"/>
                    <a:pt x="380" y="82"/>
                  </a:cubicBezTo>
                  <a:cubicBezTo>
                    <a:pt x="373" y="78"/>
                    <a:pt x="366" y="75"/>
                    <a:pt x="357" y="73"/>
                  </a:cubicBezTo>
                  <a:cubicBezTo>
                    <a:pt x="357" y="15"/>
                    <a:pt x="357" y="15"/>
                    <a:pt x="357" y="15"/>
                  </a:cubicBezTo>
                  <a:cubicBezTo>
                    <a:pt x="357" y="11"/>
                    <a:pt x="356" y="7"/>
                    <a:pt x="353" y="4"/>
                  </a:cubicBezTo>
                  <a:cubicBezTo>
                    <a:pt x="351" y="3"/>
                    <a:pt x="346" y="0"/>
                    <a:pt x="344" y="0"/>
                  </a:cubicBezTo>
                  <a:cubicBezTo>
                    <a:pt x="224" y="0"/>
                    <a:pt x="224" y="0"/>
                    <a:pt x="224" y="0"/>
                  </a:cubicBezTo>
                  <a:cubicBezTo>
                    <a:pt x="219" y="0"/>
                    <a:pt x="217" y="3"/>
                    <a:pt x="214" y="4"/>
                  </a:cubicBezTo>
                  <a:cubicBezTo>
                    <a:pt x="211" y="7"/>
                    <a:pt x="210" y="11"/>
                    <a:pt x="210" y="15"/>
                  </a:cubicBezTo>
                  <a:cubicBezTo>
                    <a:pt x="210" y="73"/>
                    <a:pt x="210" y="73"/>
                    <a:pt x="210" y="73"/>
                  </a:cubicBezTo>
                  <a:cubicBezTo>
                    <a:pt x="201" y="75"/>
                    <a:pt x="194" y="78"/>
                    <a:pt x="187" y="82"/>
                  </a:cubicBezTo>
                  <a:cubicBezTo>
                    <a:pt x="147" y="42"/>
                    <a:pt x="147" y="42"/>
                    <a:pt x="147" y="42"/>
                  </a:cubicBezTo>
                  <a:cubicBezTo>
                    <a:pt x="144" y="39"/>
                    <a:pt x="140" y="36"/>
                    <a:pt x="136" y="36"/>
                  </a:cubicBezTo>
                  <a:cubicBezTo>
                    <a:pt x="133" y="36"/>
                    <a:pt x="129" y="39"/>
                    <a:pt x="126" y="42"/>
                  </a:cubicBezTo>
                  <a:cubicBezTo>
                    <a:pt x="41" y="126"/>
                    <a:pt x="41" y="126"/>
                    <a:pt x="41" y="126"/>
                  </a:cubicBezTo>
                  <a:cubicBezTo>
                    <a:pt x="38" y="128"/>
                    <a:pt x="37" y="133"/>
                    <a:pt x="37" y="135"/>
                  </a:cubicBezTo>
                  <a:cubicBezTo>
                    <a:pt x="37" y="139"/>
                    <a:pt x="38" y="144"/>
                    <a:pt x="41" y="146"/>
                  </a:cubicBezTo>
                  <a:cubicBezTo>
                    <a:pt x="83" y="187"/>
                    <a:pt x="83" y="187"/>
                    <a:pt x="83" y="187"/>
                  </a:cubicBezTo>
                  <a:cubicBezTo>
                    <a:pt x="79" y="194"/>
                    <a:pt x="76" y="201"/>
                    <a:pt x="73" y="209"/>
                  </a:cubicBezTo>
                  <a:cubicBezTo>
                    <a:pt x="16" y="209"/>
                    <a:pt x="16" y="209"/>
                    <a:pt x="16" y="209"/>
                  </a:cubicBezTo>
                  <a:cubicBezTo>
                    <a:pt x="12" y="209"/>
                    <a:pt x="7" y="211"/>
                    <a:pt x="5" y="213"/>
                  </a:cubicBezTo>
                  <a:cubicBezTo>
                    <a:pt x="2" y="216"/>
                    <a:pt x="0" y="220"/>
                    <a:pt x="0" y="223"/>
                  </a:cubicBezTo>
                  <a:cubicBezTo>
                    <a:pt x="0" y="343"/>
                    <a:pt x="0" y="343"/>
                    <a:pt x="0" y="343"/>
                  </a:cubicBezTo>
                  <a:cubicBezTo>
                    <a:pt x="0" y="347"/>
                    <a:pt x="2" y="350"/>
                    <a:pt x="5" y="353"/>
                  </a:cubicBezTo>
                  <a:cubicBezTo>
                    <a:pt x="7" y="356"/>
                    <a:pt x="12" y="357"/>
                    <a:pt x="16" y="357"/>
                  </a:cubicBezTo>
                  <a:cubicBezTo>
                    <a:pt x="73" y="357"/>
                    <a:pt x="73" y="357"/>
                    <a:pt x="73" y="357"/>
                  </a:cubicBezTo>
                  <a:cubicBezTo>
                    <a:pt x="76" y="363"/>
                    <a:pt x="77" y="368"/>
                    <a:pt x="80" y="374"/>
                  </a:cubicBezTo>
                  <a:cubicBezTo>
                    <a:pt x="81" y="375"/>
                    <a:pt x="81" y="378"/>
                    <a:pt x="83" y="379"/>
                  </a:cubicBezTo>
                  <a:cubicBezTo>
                    <a:pt x="41" y="420"/>
                    <a:pt x="41" y="420"/>
                    <a:pt x="41" y="420"/>
                  </a:cubicBezTo>
                  <a:cubicBezTo>
                    <a:pt x="38" y="423"/>
                    <a:pt x="37" y="427"/>
                    <a:pt x="37" y="431"/>
                  </a:cubicBezTo>
                  <a:cubicBezTo>
                    <a:pt x="37" y="434"/>
                    <a:pt x="38" y="438"/>
                    <a:pt x="41" y="441"/>
                  </a:cubicBezTo>
                  <a:cubicBezTo>
                    <a:pt x="126" y="526"/>
                    <a:pt x="126" y="526"/>
                    <a:pt x="126" y="526"/>
                  </a:cubicBezTo>
                  <a:cubicBezTo>
                    <a:pt x="132" y="531"/>
                    <a:pt x="141" y="531"/>
                    <a:pt x="147" y="526"/>
                  </a:cubicBezTo>
                  <a:cubicBezTo>
                    <a:pt x="187" y="484"/>
                    <a:pt x="187" y="484"/>
                    <a:pt x="187" y="484"/>
                  </a:cubicBezTo>
                  <a:cubicBezTo>
                    <a:pt x="194" y="488"/>
                    <a:pt x="201" y="491"/>
                    <a:pt x="210" y="494"/>
                  </a:cubicBezTo>
                  <a:cubicBezTo>
                    <a:pt x="210" y="551"/>
                    <a:pt x="210" y="551"/>
                    <a:pt x="210" y="551"/>
                  </a:cubicBezTo>
                  <a:cubicBezTo>
                    <a:pt x="210" y="555"/>
                    <a:pt x="211" y="559"/>
                    <a:pt x="214" y="562"/>
                  </a:cubicBezTo>
                  <a:cubicBezTo>
                    <a:pt x="217" y="565"/>
                    <a:pt x="219" y="566"/>
                    <a:pt x="224" y="566"/>
                  </a:cubicBezTo>
                  <a:cubicBezTo>
                    <a:pt x="344" y="566"/>
                    <a:pt x="344" y="566"/>
                    <a:pt x="344" y="566"/>
                  </a:cubicBezTo>
                  <a:cubicBezTo>
                    <a:pt x="346" y="566"/>
                    <a:pt x="351" y="565"/>
                    <a:pt x="353" y="562"/>
                  </a:cubicBezTo>
                  <a:cubicBezTo>
                    <a:pt x="356" y="559"/>
                    <a:pt x="357" y="555"/>
                    <a:pt x="357" y="551"/>
                  </a:cubicBezTo>
                  <a:cubicBezTo>
                    <a:pt x="357" y="494"/>
                    <a:pt x="357" y="494"/>
                    <a:pt x="357" y="494"/>
                  </a:cubicBezTo>
                  <a:cubicBezTo>
                    <a:pt x="366" y="491"/>
                    <a:pt x="373" y="488"/>
                    <a:pt x="380" y="484"/>
                  </a:cubicBezTo>
                  <a:cubicBezTo>
                    <a:pt x="420" y="526"/>
                    <a:pt x="420" y="526"/>
                    <a:pt x="420" y="526"/>
                  </a:cubicBezTo>
                  <a:cubicBezTo>
                    <a:pt x="423" y="529"/>
                    <a:pt x="427" y="530"/>
                    <a:pt x="431" y="530"/>
                  </a:cubicBezTo>
                  <a:cubicBezTo>
                    <a:pt x="434" y="530"/>
                    <a:pt x="438" y="529"/>
                    <a:pt x="441" y="526"/>
                  </a:cubicBezTo>
                  <a:cubicBezTo>
                    <a:pt x="525" y="441"/>
                    <a:pt x="525" y="441"/>
                    <a:pt x="525" y="441"/>
                  </a:cubicBezTo>
                  <a:cubicBezTo>
                    <a:pt x="528" y="438"/>
                    <a:pt x="530" y="434"/>
                    <a:pt x="530" y="431"/>
                  </a:cubicBezTo>
                  <a:cubicBezTo>
                    <a:pt x="530" y="427"/>
                    <a:pt x="528" y="423"/>
                    <a:pt x="525" y="420"/>
                  </a:cubicBezTo>
                  <a:cubicBezTo>
                    <a:pt x="484" y="379"/>
                    <a:pt x="484" y="379"/>
                    <a:pt x="484" y="379"/>
                  </a:cubicBezTo>
                  <a:cubicBezTo>
                    <a:pt x="489" y="372"/>
                    <a:pt x="491" y="365"/>
                    <a:pt x="494" y="357"/>
                  </a:cubicBezTo>
                  <a:lnTo>
                    <a:pt x="551" y="357"/>
                  </a:lnTo>
                  <a:close/>
                  <a:moveTo>
                    <a:pt x="431" y="494"/>
                  </a:moveTo>
                  <a:lnTo>
                    <a:pt x="431" y="494"/>
                  </a:lnTo>
                  <a:cubicBezTo>
                    <a:pt x="394" y="456"/>
                    <a:pt x="394" y="456"/>
                    <a:pt x="394" y="456"/>
                  </a:cubicBezTo>
                  <a:cubicBezTo>
                    <a:pt x="388" y="452"/>
                    <a:pt x="381" y="450"/>
                    <a:pt x="376" y="453"/>
                  </a:cubicBezTo>
                  <a:cubicBezTo>
                    <a:pt x="364" y="460"/>
                    <a:pt x="352" y="464"/>
                    <a:pt x="339" y="469"/>
                  </a:cubicBezTo>
                  <a:cubicBezTo>
                    <a:pt x="332" y="470"/>
                    <a:pt x="328" y="476"/>
                    <a:pt x="328" y="483"/>
                  </a:cubicBezTo>
                  <a:cubicBezTo>
                    <a:pt x="328" y="536"/>
                    <a:pt x="328" y="536"/>
                    <a:pt x="328" y="536"/>
                  </a:cubicBezTo>
                  <a:cubicBezTo>
                    <a:pt x="239" y="536"/>
                    <a:pt x="239" y="536"/>
                    <a:pt x="239" y="536"/>
                  </a:cubicBezTo>
                  <a:cubicBezTo>
                    <a:pt x="239" y="483"/>
                    <a:pt x="239" y="483"/>
                    <a:pt x="239" y="483"/>
                  </a:cubicBezTo>
                  <a:cubicBezTo>
                    <a:pt x="239" y="476"/>
                    <a:pt x="235" y="470"/>
                    <a:pt x="228" y="469"/>
                  </a:cubicBezTo>
                  <a:cubicBezTo>
                    <a:pt x="215" y="464"/>
                    <a:pt x="203" y="460"/>
                    <a:pt x="191" y="453"/>
                  </a:cubicBezTo>
                  <a:cubicBezTo>
                    <a:pt x="186" y="450"/>
                    <a:pt x="179" y="452"/>
                    <a:pt x="173" y="456"/>
                  </a:cubicBezTo>
                  <a:cubicBezTo>
                    <a:pt x="136" y="494"/>
                    <a:pt x="136" y="494"/>
                    <a:pt x="136" y="494"/>
                  </a:cubicBezTo>
                  <a:cubicBezTo>
                    <a:pt x="73" y="431"/>
                    <a:pt x="73" y="431"/>
                    <a:pt x="73" y="431"/>
                  </a:cubicBezTo>
                  <a:cubicBezTo>
                    <a:pt x="111" y="393"/>
                    <a:pt x="111" y="393"/>
                    <a:pt x="111" y="393"/>
                  </a:cubicBezTo>
                  <a:cubicBezTo>
                    <a:pt x="115" y="388"/>
                    <a:pt x="116" y="382"/>
                    <a:pt x="113" y="377"/>
                  </a:cubicBezTo>
                  <a:cubicBezTo>
                    <a:pt x="113" y="377"/>
                    <a:pt x="113" y="374"/>
                    <a:pt x="112" y="372"/>
                  </a:cubicBezTo>
                  <a:cubicBezTo>
                    <a:pt x="111" y="368"/>
                    <a:pt x="108" y="361"/>
                    <a:pt x="105" y="356"/>
                  </a:cubicBezTo>
                  <a:cubicBezTo>
                    <a:pt x="102" y="349"/>
                    <a:pt x="99" y="343"/>
                    <a:pt x="98" y="339"/>
                  </a:cubicBezTo>
                  <a:cubicBezTo>
                    <a:pt x="97" y="332"/>
                    <a:pt x="90" y="328"/>
                    <a:pt x="84" y="328"/>
                  </a:cubicBezTo>
                  <a:cubicBezTo>
                    <a:pt x="31" y="328"/>
                    <a:pt x="31" y="328"/>
                    <a:pt x="31" y="328"/>
                  </a:cubicBezTo>
                  <a:cubicBezTo>
                    <a:pt x="31" y="239"/>
                    <a:pt x="31" y="239"/>
                    <a:pt x="31" y="239"/>
                  </a:cubicBezTo>
                  <a:cubicBezTo>
                    <a:pt x="84" y="239"/>
                    <a:pt x="84" y="239"/>
                    <a:pt x="84" y="239"/>
                  </a:cubicBezTo>
                  <a:cubicBezTo>
                    <a:pt x="90" y="239"/>
                    <a:pt x="97" y="234"/>
                    <a:pt x="98" y="227"/>
                  </a:cubicBezTo>
                  <a:cubicBezTo>
                    <a:pt x="102" y="215"/>
                    <a:pt x="106" y="202"/>
                    <a:pt x="113" y="191"/>
                  </a:cubicBezTo>
                  <a:cubicBezTo>
                    <a:pt x="116" y="186"/>
                    <a:pt x="115" y="179"/>
                    <a:pt x="111" y="173"/>
                  </a:cubicBezTo>
                  <a:cubicBezTo>
                    <a:pt x="73" y="135"/>
                    <a:pt x="73" y="135"/>
                    <a:pt x="73" y="135"/>
                  </a:cubicBezTo>
                  <a:cubicBezTo>
                    <a:pt x="136" y="73"/>
                    <a:pt x="136" y="73"/>
                    <a:pt x="136" y="73"/>
                  </a:cubicBezTo>
                  <a:cubicBezTo>
                    <a:pt x="173" y="110"/>
                    <a:pt x="173" y="110"/>
                    <a:pt x="173" y="110"/>
                  </a:cubicBezTo>
                  <a:lnTo>
                    <a:pt x="173" y="110"/>
                  </a:lnTo>
                  <a:cubicBezTo>
                    <a:pt x="175" y="112"/>
                    <a:pt x="176" y="113"/>
                    <a:pt x="179" y="113"/>
                  </a:cubicBezTo>
                  <a:cubicBezTo>
                    <a:pt x="180" y="114"/>
                    <a:pt x="182" y="114"/>
                    <a:pt x="185" y="114"/>
                  </a:cubicBezTo>
                  <a:lnTo>
                    <a:pt x="185" y="114"/>
                  </a:lnTo>
                  <a:cubicBezTo>
                    <a:pt x="186" y="114"/>
                    <a:pt x="187" y="114"/>
                    <a:pt x="190" y="114"/>
                  </a:cubicBezTo>
                  <a:cubicBezTo>
                    <a:pt x="190" y="113"/>
                    <a:pt x="190" y="113"/>
                    <a:pt x="190" y="113"/>
                  </a:cubicBezTo>
                  <a:cubicBezTo>
                    <a:pt x="191" y="113"/>
                    <a:pt x="191" y="113"/>
                    <a:pt x="191" y="113"/>
                  </a:cubicBezTo>
                  <a:cubicBezTo>
                    <a:pt x="203" y="106"/>
                    <a:pt x="215" y="102"/>
                    <a:pt x="228" y="98"/>
                  </a:cubicBezTo>
                  <a:cubicBezTo>
                    <a:pt x="235" y="96"/>
                    <a:pt x="239" y="91"/>
                    <a:pt x="239" y="84"/>
                  </a:cubicBezTo>
                  <a:cubicBezTo>
                    <a:pt x="239" y="31"/>
                    <a:pt x="239" y="31"/>
                    <a:pt x="239" y="31"/>
                  </a:cubicBezTo>
                  <a:cubicBezTo>
                    <a:pt x="328" y="31"/>
                    <a:pt x="328" y="31"/>
                    <a:pt x="328" y="31"/>
                  </a:cubicBezTo>
                  <a:cubicBezTo>
                    <a:pt x="328" y="84"/>
                    <a:pt x="328" y="84"/>
                    <a:pt x="328" y="84"/>
                  </a:cubicBezTo>
                  <a:cubicBezTo>
                    <a:pt x="328" y="91"/>
                    <a:pt x="332" y="96"/>
                    <a:pt x="339" y="98"/>
                  </a:cubicBezTo>
                  <a:cubicBezTo>
                    <a:pt x="352" y="102"/>
                    <a:pt x="364" y="106"/>
                    <a:pt x="376" y="113"/>
                  </a:cubicBezTo>
                  <a:cubicBezTo>
                    <a:pt x="376" y="113"/>
                    <a:pt x="376" y="113"/>
                    <a:pt x="377" y="113"/>
                  </a:cubicBezTo>
                  <a:cubicBezTo>
                    <a:pt x="377" y="113"/>
                    <a:pt x="377" y="113"/>
                    <a:pt x="377" y="114"/>
                  </a:cubicBezTo>
                  <a:cubicBezTo>
                    <a:pt x="378" y="114"/>
                    <a:pt x="381" y="114"/>
                    <a:pt x="383" y="114"/>
                  </a:cubicBezTo>
                  <a:lnTo>
                    <a:pt x="383" y="114"/>
                  </a:lnTo>
                  <a:cubicBezTo>
                    <a:pt x="385" y="114"/>
                    <a:pt x="390" y="113"/>
                    <a:pt x="391" y="112"/>
                  </a:cubicBezTo>
                  <a:cubicBezTo>
                    <a:pt x="392" y="112"/>
                    <a:pt x="392" y="112"/>
                    <a:pt x="394" y="110"/>
                  </a:cubicBezTo>
                  <a:lnTo>
                    <a:pt x="394" y="110"/>
                  </a:lnTo>
                  <a:lnTo>
                    <a:pt x="394" y="110"/>
                  </a:lnTo>
                  <a:cubicBezTo>
                    <a:pt x="431" y="73"/>
                    <a:pt x="431" y="73"/>
                    <a:pt x="431" y="73"/>
                  </a:cubicBezTo>
                  <a:cubicBezTo>
                    <a:pt x="494" y="135"/>
                    <a:pt x="494" y="135"/>
                    <a:pt x="494" y="135"/>
                  </a:cubicBezTo>
                  <a:cubicBezTo>
                    <a:pt x="456" y="173"/>
                    <a:pt x="456" y="173"/>
                    <a:pt x="456" y="173"/>
                  </a:cubicBezTo>
                  <a:cubicBezTo>
                    <a:pt x="451" y="179"/>
                    <a:pt x="451" y="186"/>
                    <a:pt x="454" y="191"/>
                  </a:cubicBezTo>
                  <a:cubicBezTo>
                    <a:pt x="459" y="202"/>
                    <a:pt x="465" y="215"/>
                    <a:pt x="469" y="227"/>
                  </a:cubicBezTo>
                  <a:cubicBezTo>
                    <a:pt x="470" y="234"/>
                    <a:pt x="476" y="239"/>
                    <a:pt x="483" y="239"/>
                  </a:cubicBezTo>
                  <a:cubicBezTo>
                    <a:pt x="536" y="239"/>
                    <a:pt x="536" y="239"/>
                    <a:pt x="536" y="239"/>
                  </a:cubicBezTo>
                  <a:cubicBezTo>
                    <a:pt x="536" y="328"/>
                    <a:pt x="536" y="328"/>
                    <a:pt x="536" y="328"/>
                  </a:cubicBezTo>
                  <a:cubicBezTo>
                    <a:pt x="483" y="328"/>
                    <a:pt x="483" y="328"/>
                    <a:pt x="483" y="328"/>
                  </a:cubicBezTo>
                  <a:cubicBezTo>
                    <a:pt x="476" y="328"/>
                    <a:pt x="470" y="332"/>
                    <a:pt x="469" y="339"/>
                  </a:cubicBezTo>
                  <a:cubicBezTo>
                    <a:pt x="465" y="351"/>
                    <a:pt x="459" y="364"/>
                    <a:pt x="454" y="375"/>
                  </a:cubicBezTo>
                  <a:cubicBezTo>
                    <a:pt x="454" y="375"/>
                    <a:pt x="454" y="375"/>
                    <a:pt x="454" y="377"/>
                  </a:cubicBezTo>
                  <a:cubicBezTo>
                    <a:pt x="454" y="377"/>
                    <a:pt x="454" y="377"/>
                    <a:pt x="452" y="377"/>
                  </a:cubicBezTo>
                  <a:cubicBezTo>
                    <a:pt x="452" y="379"/>
                    <a:pt x="452" y="381"/>
                    <a:pt x="452" y="382"/>
                  </a:cubicBezTo>
                  <a:lnTo>
                    <a:pt x="452" y="382"/>
                  </a:lnTo>
                  <a:cubicBezTo>
                    <a:pt x="452" y="386"/>
                    <a:pt x="454" y="389"/>
                    <a:pt x="455" y="392"/>
                  </a:cubicBezTo>
                  <a:cubicBezTo>
                    <a:pt x="455" y="392"/>
                    <a:pt x="455" y="392"/>
                    <a:pt x="456" y="393"/>
                  </a:cubicBezTo>
                  <a:lnTo>
                    <a:pt x="456" y="393"/>
                  </a:lnTo>
                  <a:lnTo>
                    <a:pt x="456" y="393"/>
                  </a:lnTo>
                  <a:cubicBezTo>
                    <a:pt x="494" y="431"/>
                    <a:pt x="494" y="431"/>
                    <a:pt x="494" y="431"/>
                  </a:cubicBezTo>
                  <a:lnTo>
                    <a:pt x="431" y="49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5" name="Freeform 387">
              <a:extLst>
                <a:ext uri="{FF2B5EF4-FFF2-40B4-BE49-F238E27FC236}">
                  <a16:creationId xmlns:a16="http://schemas.microsoft.com/office/drawing/2014/main" id="{7D76AB90-E041-93BE-1ED0-47A1DFCF48D6}"/>
                </a:ext>
              </a:extLst>
            </p:cNvPr>
            <p:cNvSpPr>
              <a:spLocks noChangeArrowheads="1"/>
            </p:cNvSpPr>
            <p:nvPr/>
          </p:nvSpPr>
          <p:spPr bwMode="auto">
            <a:xfrm>
              <a:off x="671513" y="2971800"/>
              <a:ext cx="171450" cy="177800"/>
            </a:xfrm>
            <a:custGeom>
              <a:avLst/>
              <a:gdLst>
                <a:gd name="T0" fmla="*/ 318 w 476"/>
                <a:gd name="T1" fmla="*/ 422 h 495"/>
                <a:gd name="T2" fmla="*/ 318 w 476"/>
                <a:gd name="T3" fmla="*/ 422 h 495"/>
                <a:gd name="T4" fmla="*/ 357 w 476"/>
                <a:gd name="T5" fmla="*/ 459 h 495"/>
                <a:gd name="T6" fmla="*/ 378 w 476"/>
                <a:gd name="T7" fmla="*/ 458 h 495"/>
                <a:gd name="T8" fmla="*/ 449 w 476"/>
                <a:gd name="T9" fmla="*/ 381 h 495"/>
                <a:gd name="T10" fmla="*/ 453 w 476"/>
                <a:gd name="T11" fmla="*/ 370 h 495"/>
                <a:gd name="T12" fmla="*/ 448 w 476"/>
                <a:gd name="T13" fmla="*/ 359 h 495"/>
                <a:gd name="T14" fmla="*/ 400 w 476"/>
                <a:gd name="T15" fmla="*/ 321 h 495"/>
                <a:gd name="T16" fmla="*/ 409 w 476"/>
                <a:gd name="T17" fmla="*/ 304 h 495"/>
                <a:gd name="T18" fmla="*/ 462 w 476"/>
                <a:gd name="T19" fmla="*/ 302 h 495"/>
                <a:gd name="T20" fmla="*/ 475 w 476"/>
                <a:gd name="T21" fmla="*/ 286 h 495"/>
                <a:gd name="T22" fmla="*/ 475 w 476"/>
                <a:gd name="T23" fmla="*/ 182 h 495"/>
                <a:gd name="T24" fmla="*/ 471 w 476"/>
                <a:gd name="T25" fmla="*/ 172 h 495"/>
                <a:gd name="T26" fmla="*/ 462 w 476"/>
                <a:gd name="T27" fmla="*/ 168 h 495"/>
                <a:gd name="T28" fmla="*/ 406 w 476"/>
                <a:gd name="T29" fmla="*/ 168 h 495"/>
                <a:gd name="T30" fmla="*/ 397 w 476"/>
                <a:gd name="T31" fmla="*/ 147 h 495"/>
                <a:gd name="T32" fmla="*/ 436 w 476"/>
                <a:gd name="T33" fmla="*/ 108 h 495"/>
                <a:gd name="T34" fmla="*/ 441 w 476"/>
                <a:gd name="T35" fmla="*/ 98 h 495"/>
                <a:gd name="T36" fmla="*/ 436 w 476"/>
                <a:gd name="T37" fmla="*/ 87 h 495"/>
                <a:gd name="T38" fmla="*/ 356 w 476"/>
                <a:gd name="T39" fmla="*/ 6 h 495"/>
                <a:gd name="T40" fmla="*/ 335 w 476"/>
                <a:gd name="T41" fmla="*/ 6 h 495"/>
                <a:gd name="T42" fmla="*/ 335 w 476"/>
                <a:gd name="T43" fmla="*/ 27 h 495"/>
                <a:gd name="T44" fmla="*/ 335 w 476"/>
                <a:gd name="T45" fmla="*/ 27 h 495"/>
                <a:gd name="T46" fmla="*/ 406 w 476"/>
                <a:gd name="T47" fmla="*/ 98 h 495"/>
                <a:gd name="T48" fmla="*/ 369 w 476"/>
                <a:gd name="T49" fmla="*/ 134 h 495"/>
                <a:gd name="T50" fmla="*/ 367 w 476"/>
                <a:gd name="T51" fmla="*/ 151 h 495"/>
                <a:gd name="T52" fmla="*/ 382 w 476"/>
                <a:gd name="T53" fmla="*/ 187 h 495"/>
                <a:gd name="T54" fmla="*/ 396 w 476"/>
                <a:gd name="T55" fmla="*/ 197 h 495"/>
                <a:gd name="T56" fmla="*/ 446 w 476"/>
                <a:gd name="T57" fmla="*/ 197 h 495"/>
                <a:gd name="T58" fmla="*/ 446 w 476"/>
                <a:gd name="T59" fmla="*/ 272 h 495"/>
                <a:gd name="T60" fmla="*/ 397 w 476"/>
                <a:gd name="T61" fmla="*/ 275 h 495"/>
                <a:gd name="T62" fmla="*/ 385 w 476"/>
                <a:gd name="T63" fmla="*/ 283 h 495"/>
                <a:gd name="T64" fmla="*/ 368 w 476"/>
                <a:gd name="T65" fmla="*/ 318 h 495"/>
                <a:gd name="T66" fmla="*/ 372 w 476"/>
                <a:gd name="T67" fmla="*/ 336 h 495"/>
                <a:gd name="T68" fmla="*/ 417 w 476"/>
                <a:gd name="T69" fmla="*/ 373 h 495"/>
                <a:gd name="T70" fmla="*/ 367 w 476"/>
                <a:gd name="T71" fmla="*/ 427 h 495"/>
                <a:gd name="T72" fmla="*/ 330 w 476"/>
                <a:gd name="T73" fmla="*/ 394 h 495"/>
                <a:gd name="T74" fmla="*/ 314 w 476"/>
                <a:gd name="T75" fmla="*/ 391 h 495"/>
                <a:gd name="T76" fmla="*/ 279 w 476"/>
                <a:gd name="T77" fmla="*/ 405 h 495"/>
                <a:gd name="T78" fmla="*/ 268 w 476"/>
                <a:gd name="T79" fmla="*/ 419 h 495"/>
                <a:gd name="T80" fmla="*/ 268 w 476"/>
                <a:gd name="T81" fmla="*/ 465 h 495"/>
                <a:gd name="T82" fmla="*/ 178 w 476"/>
                <a:gd name="T83" fmla="*/ 465 h 495"/>
                <a:gd name="T84" fmla="*/ 178 w 476"/>
                <a:gd name="T85" fmla="*/ 422 h 495"/>
                <a:gd name="T86" fmla="*/ 167 w 476"/>
                <a:gd name="T87" fmla="*/ 408 h 495"/>
                <a:gd name="T88" fmla="*/ 137 w 476"/>
                <a:gd name="T89" fmla="*/ 394 h 495"/>
                <a:gd name="T90" fmla="*/ 118 w 476"/>
                <a:gd name="T91" fmla="*/ 396 h 495"/>
                <a:gd name="T92" fmla="*/ 88 w 476"/>
                <a:gd name="T93" fmla="*/ 427 h 495"/>
                <a:gd name="T94" fmla="*/ 26 w 476"/>
                <a:gd name="T95" fmla="*/ 366 h 495"/>
                <a:gd name="T96" fmla="*/ 6 w 476"/>
                <a:gd name="T97" fmla="*/ 366 h 495"/>
                <a:gd name="T98" fmla="*/ 6 w 476"/>
                <a:gd name="T99" fmla="*/ 387 h 495"/>
                <a:gd name="T100" fmla="*/ 78 w 476"/>
                <a:gd name="T101" fmla="*/ 459 h 495"/>
                <a:gd name="T102" fmla="*/ 99 w 476"/>
                <a:gd name="T103" fmla="*/ 459 h 495"/>
                <a:gd name="T104" fmla="*/ 132 w 476"/>
                <a:gd name="T105" fmla="*/ 426 h 495"/>
                <a:gd name="T106" fmla="*/ 149 w 476"/>
                <a:gd name="T107" fmla="*/ 431 h 495"/>
                <a:gd name="T108" fmla="*/ 149 w 476"/>
                <a:gd name="T109" fmla="*/ 480 h 495"/>
                <a:gd name="T110" fmla="*/ 153 w 476"/>
                <a:gd name="T111" fmla="*/ 490 h 495"/>
                <a:gd name="T112" fmla="*/ 163 w 476"/>
                <a:gd name="T113" fmla="*/ 494 h 495"/>
                <a:gd name="T114" fmla="*/ 283 w 476"/>
                <a:gd name="T115" fmla="*/ 494 h 495"/>
                <a:gd name="T116" fmla="*/ 293 w 476"/>
                <a:gd name="T117" fmla="*/ 490 h 495"/>
                <a:gd name="T118" fmla="*/ 297 w 476"/>
                <a:gd name="T119" fmla="*/ 480 h 495"/>
                <a:gd name="T120" fmla="*/ 297 w 476"/>
                <a:gd name="T121" fmla="*/ 430 h 495"/>
                <a:gd name="T122" fmla="*/ 318 w 476"/>
                <a:gd name="T123" fmla="*/ 422 h 4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76" h="495">
                  <a:moveTo>
                    <a:pt x="318" y="422"/>
                  </a:moveTo>
                  <a:lnTo>
                    <a:pt x="318" y="422"/>
                  </a:lnTo>
                  <a:cubicBezTo>
                    <a:pt x="357" y="459"/>
                    <a:pt x="357" y="459"/>
                    <a:pt x="357" y="459"/>
                  </a:cubicBezTo>
                  <a:cubicBezTo>
                    <a:pt x="363" y="463"/>
                    <a:pt x="372" y="463"/>
                    <a:pt x="378" y="458"/>
                  </a:cubicBezTo>
                  <a:cubicBezTo>
                    <a:pt x="449" y="381"/>
                    <a:pt x="449" y="381"/>
                    <a:pt x="449" y="381"/>
                  </a:cubicBezTo>
                  <a:cubicBezTo>
                    <a:pt x="452" y="378"/>
                    <a:pt x="453" y="374"/>
                    <a:pt x="453" y="370"/>
                  </a:cubicBezTo>
                  <a:cubicBezTo>
                    <a:pt x="453" y="366"/>
                    <a:pt x="452" y="362"/>
                    <a:pt x="448" y="359"/>
                  </a:cubicBezTo>
                  <a:cubicBezTo>
                    <a:pt x="400" y="321"/>
                    <a:pt x="400" y="321"/>
                    <a:pt x="400" y="321"/>
                  </a:cubicBezTo>
                  <a:cubicBezTo>
                    <a:pt x="409" y="304"/>
                    <a:pt x="409" y="304"/>
                    <a:pt x="409" y="304"/>
                  </a:cubicBezTo>
                  <a:cubicBezTo>
                    <a:pt x="462" y="302"/>
                    <a:pt x="462" y="302"/>
                    <a:pt x="462" y="302"/>
                  </a:cubicBezTo>
                  <a:cubicBezTo>
                    <a:pt x="470" y="302"/>
                    <a:pt x="475" y="295"/>
                    <a:pt x="475" y="286"/>
                  </a:cubicBezTo>
                  <a:cubicBezTo>
                    <a:pt x="475" y="182"/>
                    <a:pt x="475" y="182"/>
                    <a:pt x="475" y="182"/>
                  </a:cubicBezTo>
                  <a:cubicBezTo>
                    <a:pt x="475" y="179"/>
                    <a:pt x="474" y="175"/>
                    <a:pt x="471" y="172"/>
                  </a:cubicBezTo>
                  <a:cubicBezTo>
                    <a:pt x="469" y="169"/>
                    <a:pt x="464" y="168"/>
                    <a:pt x="462" y="168"/>
                  </a:cubicBezTo>
                  <a:cubicBezTo>
                    <a:pt x="406" y="168"/>
                    <a:pt x="406" y="168"/>
                    <a:pt x="406" y="168"/>
                  </a:cubicBezTo>
                  <a:cubicBezTo>
                    <a:pt x="403" y="161"/>
                    <a:pt x="400" y="154"/>
                    <a:pt x="397" y="147"/>
                  </a:cubicBezTo>
                  <a:cubicBezTo>
                    <a:pt x="436" y="108"/>
                    <a:pt x="436" y="108"/>
                    <a:pt x="436" y="108"/>
                  </a:cubicBezTo>
                  <a:cubicBezTo>
                    <a:pt x="439" y="105"/>
                    <a:pt x="441" y="102"/>
                    <a:pt x="441" y="98"/>
                  </a:cubicBezTo>
                  <a:cubicBezTo>
                    <a:pt x="441" y="94"/>
                    <a:pt x="439" y="90"/>
                    <a:pt x="436" y="87"/>
                  </a:cubicBezTo>
                  <a:cubicBezTo>
                    <a:pt x="356" y="6"/>
                    <a:pt x="356" y="6"/>
                    <a:pt x="356" y="6"/>
                  </a:cubicBezTo>
                  <a:cubicBezTo>
                    <a:pt x="350" y="0"/>
                    <a:pt x="340" y="0"/>
                    <a:pt x="335" y="6"/>
                  </a:cubicBezTo>
                  <a:cubicBezTo>
                    <a:pt x="329" y="12"/>
                    <a:pt x="329" y="21"/>
                    <a:pt x="335" y="27"/>
                  </a:cubicBezTo>
                  <a:lnTo>
                    <a:pt x="335" y="27"/>
                  </a:lnTo>
                  <a:cubicBezTo>
                    <a:pt x="406" y="98"/>
                    <a:pt x="406" y="98"/>
                    <a:pt x="406" y="98"/>
                  </a:cubicBezTo>
                  <a:cubicBezTo>
                    <a:pt x="369" y="134"/>
                    <a:pt x="369" y="134"/>
                    <a:pt x="369" y="134"/>
                  </a:cubicBezTo>
                  <a:cubicBezTo>
                    <a:pt x="364" y="138"/>
                    <a:pt x="364" y="145"/>
                    <a:pt x="367" y="151"/>
                  </a:cubicBezTo>
                  <a:cubicBezTo>
                    <a:pt x="372" y="162"/>
                    <a:pt x="378" y="175"/>
                    <a:pt x="382" y="187"/>
                  </a:cubicBezTo>
                  <a:cubicBezTo>
                    <a:pt x="383" y="193"/>
                    <a:pt x="389" y="197"/>
                    <a:pt x="396" y="197"/>
                  </a:cubicBezTo>
                  <a:cubicBezTo>
                    <a:pt x="446" y="197"/>
                    <a:pt x="446" y="197"/>
                    <a:pt x="446" y="197"/>
                  </a:cubicBezTo>
                  <a:cubicBezTo>
                    <a:pt x="446" y="272"/>
                    <a:pt x="446" y="272"/>
                    <a:pt x="446" y="272"/>
                  </a:cubicBezTo>
                  <a:cubicBezTo>
                    <a:pt x="397" y="275"/>
                    <a:pt x="397" y="275"/>
                    <a:pt x="397" y="275"/>
                  </a:cubicBezTo>
                  <a:cubicBezTo>
                    <a:pt x="392" y="277"/>
                    <a:pt x="388" y="279"/>
                    <a:pt x="385" y="283"/>
                  </a:cubicBezTo>
                  <a:cubicBezTo>
                    <a:pt x="368" y="318"/>
                    <a:pt x="368" y="318"/>
                    <a:pt x="368" y="318"/>
                  </a:cubicBezTo>
                  <a:cubicBezTo>
                    <a:pt x="365" y="325"/>
                    <a:pt x="367" y="332"/>
                    <a:pt x="372" y="336"/>
                  </a:cubicBezTo>
                  <a:cubicBezTo>
                    <a:pt x="417" y="373"/>
                    <a:pt x="417" y="373"/>
                    <a:pt x="417" y="373"/>
                  </a:cubicBezTo>
                  <a:cubicBezTo>
                    <a:pt x="367" y="427"/>
                    <a:pt x="367" y="427"/>
                    <a:pt x="367" y="427"/>
                  </a:cubicBezTo>
                  <a:cubicBezTo>
                    <a:pt x="330" y="394"/>
                    <a:pt x="330" y="394"/>
                    <a:pt x="330" y="394"/>
                  </a:cubicBezTo>
                  <a:cubicBezTo>
                    <a:pt x="326" y="389"/>
                    <a:pt x="319" y="388"/>
                    <a:pt x="314" y="391"/>
                  </a:cubicBezTo>
                  <a:cubicBezTo>
                    <a:pt x="303" y="396"/>
                    <a:pt x="291" y="402"/>
                    <a:pt x="279" y="405"/>
                  </a:cubicBezTo>
                  <a:cubicBezTo>
                    <a:pt x="272" y="406"/>
                    <a:pt x="268" y="412"/>
                    <a:pt x="268" y="419"/>
                  </a:cubicBezTo>
                  <a:cubicBezTo>
                    <a:pt x="268" y="465"/>
                    <a:pt x="268" y="465"/>
                    <a:pt x="268" y="465"/>
                  </a:cubicBezTo>
                  <a:cubicBezTo>
                    <a:pt x="178" y="465"/>
                    <a:pt x="178" y="465"/>
                    <a:pt x="178" y="465"/>
                  </a:cubicBezTo>
                  <a:cubicBezTo>
                    <a:pt x="178" y="422"/>
                    <a:pt x="178" y="422"/>
                    <a:pt x="178" y="422"/>
                  </a:cubicBezTo>
                  <a:cubicBezTo>
                    <a:pt x="178" y="415"/>
                    <a:pt x="174" y="409"/>
                    <a:pt x="167" y="408"/>
                  </a:cubicBezTo>
                  <a:cubicBezTo>
                    <a:pt x="158" y="403"/>
                    <a:pt x="146" y="399"/>
                    <a:pt x="137" y="394"/>
                  </a:cubicBezTo>
                  <a:cubicBezTo>
                    <a:pt x="131" y="391"/>
                    <a:pt x="124" y="392"/>
                    <a:pt x="118" y="396"/>
                  </a:cubicBezTo>
                  <a:cubicBezTo>
                    <a:pt x="88" y="427"/>
                    <a:pt x="88" y="427"/>
                    <a:pt x="88" y="427"/>
                  </a:cubicBezTo>
                  <a:cubicBezTo>
                    <a:pt x="26" y="366"/>
                    <a:pt x="26" y="366"/>
                    <a:pt x="26" y="366"/>
                  </a:cubicBezTo>
                  <a:cubicBezTo>
                    <a:pt x="21" y="360"/>
                    <a:pt x="11" y="360"/>
                    <a:pt x="6" y="366"/>
                  </a:cubicBezTo>
                  <a:cubicBezTo>
                    <a:pt x="0" y="371"/>
                    <a:pt x="0" y="381"/>
                    <a:pt x="6" y="387"/>
                  </a:cubicBezTo>
                  <a:cubicBezTo>
                    <a:pt x="78" y="459"/>
                    <a:pt x="78" y="459"/>
                    <a:pt x="78" y="459"/>
                  </a:cubicBezTo>
                  <a:cubicBezTo>
                    <a:pt x="84" y="465"/>
                    <a:pt x="93" y="465"/>
                    <a:pt x="99" y="459"/>
                  </a:cubicBezTo>
                  <a:cubicBezTo>
                    <a:pt x="132" y="426"/>
                    <a:pt x="132" y="426"/>
                    <a:pt x="132" y="426"/>
                  </a:cubicBezTo>
                  <a:cubicBezTo>
                    <a:pt x="138" y="427"/>
                    <a:pt x="144" y="430"/>
                    <a:pt x="149" y="431"/>
                  </a:cubicBezTo>
                  <a:cubicBezTo>
                    <a:pt x="149" y="480"/>
                    <a:pt x="149" y="480"/>
                    <a:pt x="149" y="480"/>
                  </a:cubicBezTo>
                  <a:cubicBezTo>
                    <a:pt x="149" y="484"/>
                    <a:pt x="151" y="487"/>
                    <a:pt x="153" y="490"/>
                  </a:cubicBezTo>
                  <a:cubicBezTo>
                    <a:pt x="156" y="493"/>
                    <a:pt x="159" y="494"/>
                    <a:pt x="163" y="494"/>
                  </a:cubicBezTo>
                  <a:cubicBezTo>
                    <a:pt x="283" y="494"/>
                    <a:pt x="283" y="494"/>
                    <a:pt x="283" y="494"/>
                  </a:cubicBezTo>
                  <a:cubicBezTo>
                    <a:pt x="286" y="494"/>
                    <a:pt x="290" y="493"/>
                    <a:pt x="293" y="490"/>
                  </a:cubicBezTo>
                  <a:cubicBezTo>
                    <a:pt x="296" y="487"/>
                    <a:pt x="297" y="484"/>
                    <a:pt x="297" y="480"/>
                  </a:cubicBezTo>
                  <a:cubicBezTo>
                    <a:pt x="297" y="430"/>
                    <a:pt x="297" y="430"/>
                    <a:pt x="297" y="430"/>
                  </a:cubicBezTo>
                  <a:cubicBezTo>
                    <a:pt x="304" y="427"/>
                    <a:pt x="311" y="426"/>
                    <a:pt x="318" y="4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6" name="Freeform 388">
              <a:extLst>
                <a:ext uri="{FF2B5EF4-FFF2-40B4-BE49-F238E27FC236}">
                  <a16:creationId xmlns:a16="http://schemas.microsoft.com/office/drawing/2014/main" id="{755C2654-01E2-F3FF-9420-0C091D70D86C}"/>
                </a:ext>
              </a:extLst>
            </p:cNvPr>
            <p:cNvSpPr>
              <a:spLocks noChangeArrowheads="1"/>
            </p:cNvSpPr>
            <p:nvPr/>
          </p:nvSpPr>
          <p:spPr bwMode="auto">
            <a:xfrm>
              <a:off x="650875" y="2957513"/>
              <a:ext cx="76200" cy="76200"/>
            </a:xfrm>
            <a:custGeom>
              <a:avLst/>
              <a:gdLst>
                <a:gd name="T0" fmla="*/ 105 w 210"/>
                <a:gd name="T1" fmla="*/ 0 h 210"/>
                <a:gd name="T2" fmla="*/ 105 w 210"/>
                <a:gd name="T3" fmla="*/ 0 h 210"/>
                <a:gd name="T4" fmla="*/ 0 w 210"/>
                <a:gd name="T5" fmla="*/ 104 h 210"/>
                <a:gd name="T6" fmla="*/ 105 w 210"/>
                <a:gd name="T7" fmla="*/ 209 h 210"/>
                <a:gd name="T8" fmla="*/ 209 w 210"/>
                <a:gd name="T9" fmla="*/ 104 h 210"/>
                <a:gd name="T10" fmla="*/ 105 w 210"/>
                <a:gd name="T11" fmla="*/ 0 h 210"/>
                <a:gd name="T12" fmla="*/ 158 w 210"/>
                <a:gd name="T13" fmla="*/ 157 h 210"/>
                <a:gd name="T14" fmla="*/ 158 w 210"/>
                <a:gd name="T15" fmla="*/ 157 h 210"/>
                <a:gd name="T16" fmla="*/ 105 w 210"/>
                <a:gd name="T17" fmla="*/ 178 h 210"/>
                <a:gd name="T18" fmla="*/ 52 w 210"/>
                <a:gd name="T19" fmla="*/ 157 h 210"/>
                <a:gd name="T20" fmla="*/ 31 w 210"/>
                <a:gd name="T21" fmla="*/ 104 h 210"/>
                <a:gd name="T22" fmla="*/ 52 w 210"/>
                <a:gd name="T23" fmla="*/ 51 h 210"/>
                <a:gd name="T24" fmla="*/ 105 w 210"/>
                <a:gd name="T25" fmla="*/ 30 h 210"/>
                <a:gd name="T26" fmla="*/ 158 w 210"/>
                <a:gd name="T27" fmla="*/ 51 h 210"/>
                <a:gd name="T28" fmla="*/ 178 w 210"/>
                <a:gd name="T29" fmla="*/ 104 h 210"/>
                <a:gd name="T30" fmla="*/ 158 w 210"/>
                <a:gd name="T31" fmla="*/ 157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0" h="210">
                  <a:moveTo>
                    <a:pt x="105" y="0"/>
                  </a:moveTo>
                  <a:lnTo>
                    <a:pt x="105" y="0"/>
                  </a:lnTo>
                  <a:cubicBezTo>
                    <a:pt x="47" y="0"/>
                    <a:pt x="0" y="47"/>
                    <a:pt x="0" y="104"/>
                  </a:cubicBezTo>
                  <a:cubicBezTo>
                    <a:pt x="0" y="161"/>
                    <a:pt x="47" y="209"/>
                    <a:pt x="105" y="209"/>
                  </a:cubicBezTo>
                  <a:cubicBezTo>
                    <a:pt x="162" y="209"/>
                    <a:pt x="209" y="161"/>
                    <a:pt x="209" y="104"/>
                  </a:cubicBezTo>
                  <a:cubicBezTo>
                    <a:pt x="209" y="47"/>
                    <a:pt x="162" y="0"/>
                    <a:pt x="105" y="0"/>
                  </a:cubicBezTo>
                  <a:close/>
                  <a:moveTo>
                    <a:pt x="158" y="157"/>
                  </a:moveTo>
                  <a:lnTo>
                    <a:pt x="158" y="157"/>
                  </a:lnTo>
                  <a:cubicBezTo>
                    <a:pt x="144" y="170"/>
                    <a:pt x="125" y="178"/>
                    <a:pt x="105" y="178"/>
                  </a:cubicBezTo>
                  <a:cubicBezTo>
                    <a:pt x="84" y="178"/>
                    <a:pt x="66" y="170"/>
                    <a:pt x="52" y="157"/>
                  </a:cubicBezTo>
                  <a:cubicBezTo>
                    <a:pt x="39" y="143"/>
                    <a:pt x="31" y="125"/>
                    <a:pt x="31" y="104"/>
                  </a:cubicBezTo>
                  <a:cubicBezTo>
                    <a:pt x="31" y="83"/>
                    <a:pt x="39" y="65"/>
                    <a:pt x="52" y="51"/>
                  </a:cubicBezTo>
                  <a:cubicBezTo>
                    <a:pt x="66" y="39"/>
                    <a:pt x="84" y="30"/>
                    <a:pt x="105" y="30"/>
                  </a:cubicBezTo>
                  <a:cubicBezTo>
                    <a:pt x="125" y="30"/>
                    <a:pt x="144" y="39"/>
                    <a:pt x="158" y="51"/>
                  </a:cubicBezTo>
                  <a:cubicBezTo>
                    <a:pt x="170" y="65"/>
                    <a:pt x="178" y="83"/>
                    <a:pt x="178" y="104"/>
                  </a:cubicBezTo>
                  <a:cubicBezTo>
                    <a:pt x="178" y="125"/>
                    <a:pt x="170" y="143"/>
                    <a:pt x="158" y="1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77" name="Group 480">
            <a:extLst>
              <a:ext uri="{FF2B5EF4-FFF2-40B4-BE49-F238E27FC236}">
                <a16:creationId xmlns:a16="http://schemas.microsoft.com/office/drawing/2014/main" id="{CC22FA21-7A17-63AA-344B-26DC7D42F9AF}"/>
              </a:ext>
            </a:extLst>
          </p:cNvPr>
          <p:cNvGrpSpPr/>
          <p:nvPr/>
        </p:nvGrpSpPr>
        <p:grpSpPr>
          <a:xfrm>
            <a:off x="3626519" y="4993382"/>
            <a:ext cx="257175" cy="257175"/>
            <a:chOff x="2598738" y="5302250"/>
            <a:chExt cx="257175" cy="257175"/>
          </a:xfrm>
          <a:solidFill>
            <a:schemeClr val="accent4"/>
          </a:solidFill>
        </p:grpSpPr>
        <p:sp>
          <p:nvSpPr>
            <p:cNvPr id="478" name="Freeform 389">
              <a:extLst>
                <a:ext uri="{FF2B5EF4-FFF2-40B4-BE49-F238E27FC236}">
                  <a16:creationId xmlns:a16="http://schemas.microsoft.com/office/drawing/2014/main" id="{5FDFC09E-C29A-5191-FE5D-017D6E133F92}"/>
                </a:ext>
              </a:extLst>
            </p:cNvPr>
            <p:cNvSpPr>
              <a:spLocks noChangeArrowheads="1"/>
            </p:cNvSpPr>
            <p:nvPr/>
          </p:nvSpPr>
          <p:spPr bwMode="auto">
            <a:xfrm>
              <a:off x="2598738" y="5302250"/>
              <a:ext cx="257175" cy="257175"/>
            </a:xfrm>
            <a:custGeom>
              <a:avLst/>
              <a:gdLst>
                <a:gd name="T0" fmla="*/ 639 w 716"/>
                <a:gd name="T1" fmla="*/ 147 h 713"/>
                <a:gd name="T2" fmla="*/ 639 w 716"/>
                <a:gd name="T3" fmla="*/ 147 h 713"/>
                <a:gd name="T4" fmla="*/ 473 w 716"/>
                <a:gd name="T5" fmla="*/ 147 h 713"/>
                <a:gd name="T6" fmla="*/ 464 w 716"/>
                <a:gd name="T7" fmla="*/ 129 h 713"/>
                <a:gd name="T8" fmla="*/ 433 w 716"/>
                <a:gd name="T9" fmla="*/ 107 h 713"/>
                <a:gd name="T10" fmla="*/ 586 w 716"/>
                <a:gd name="T11" fmla="*/ 30 h 713"/>
                <a:gd name="T12" fmla="*/ 593 w 716"/>
                <a:gd name="T13" fmla="*/ 9 h 713"/>
                <a:gd name="T14" fmla="*/ 574 w 716"/>
                <a:gd name="T15" fmla="*/ 2 h 713"/>
                <a:gd name="T16" fmla="*/ 395 w 716"/>
                <a:gd name="T17" fmla="*/ 92 h 713"/>
                <a:gd name="T18" fmla="*/ 394 w 716"/>
                <a:gd name="T19" fmla="*/ 93 h 713"/>
                <a:gd name="T20" fmla="*/ 342 w 716"/>
                <a:gd name="T21" fmla="*/ 88 h 713"/>
                <a:gd name="T22" fmla="*/ 291 w 716"/>
                <a:gd name="T23" fmla="*/ 93 h 713"/>
                <a:gd name="T24" fmla="*/ 289 w 716"/>
                <a:gd name="T25" fmla="*/ 92 h 713"/>
                <a:gd name="T26" fmla="*/ 111 w 716"/>
                <a:gd name="T27" fmla="*/ 2 h 713"/>
                <a:gd name="T28" fmla="*/ 91 w 716"/>
                <a:gd name="T29" fmla="*/ 9 h 713"/>
                <a:gd name="T30" fmla="*/ 98 w 716"/>
                <a:gd name="T31" fmla="*/ 30 h 713"/>
                <a:gd name="T32" fmla="*/ 252 w 716"/>
                <a:gd name="T33" fmla="*/ 107 h 713"/>
                <a:gd name="T34" fmla="*/ 252 w 716"/>
                <a:gd name="T35" fmla="*/ 107 h 713"/>
                <a:gd name="T36" fmla="*/ 221 w 716"/>
                <a:gd name="T37" fmla="*/ 129 h 713"/>
                <a:gd name="T38" fmla="*/ 211 w 716"/>
                <a:gd name="T39" fmla="*/ 147 h 713"/>
                <a:gd name="T40" fmla="*/ 74 w 716"/>
                <a:gd name="T41" fmla="*/ 147 h 713"/>
                <a:gd name="T42" fmla="*/ 0 w 716"/>
                <a:gd name="T43" fmla="*/ 221 h 713"/>
                <a:gd name="T44" fmla="*/ 0 w 716"/>
                <a:gd name="T45" fmla="*/ 638 h 713"/>
                <a:gd name="T46" fmla="*/ 74 w 716"/>
                <a:gd name="T47" fmla="*/ 712 h 713"/>
                <a:gd name="T48" fmla="*/ 639 w 716"/>
                <a:gd name="T49" fmla="*/ 712 h 713"/>
                <a:gd name="T50" fmla="*/ 715 w 716"/>
                <a:gd name="T51" fmla="*/ 638 h 713"/>
                <a:gd name="T52" fmla="*/ 715 w 716"/>
                <a:gd name="T53" fmla="*/ 221 h 713"/>
                <a:gd name="T54" fmla="*/ 639 w 716"/>
                <a:gd name="T55" fmla="*/ 147 h 713"/>
                <a:gd name="T56" fmla="*/ 281 w 716"/>
                <a:gd name="T57" fmla="*/ 128 h 713"/>
                <a:gd name="T58" fmla="*/ 281 w 716"/>
                <a:gd name="T59" fmla="*/ 128 h 713"/>
                <a:gd name="T60" fmla="*/ 342 w 716"/>
                <a:gd name="T61" fmla="*/ 118 h 713"/>
                <a:gd name="T62" fmla="*/ 420 w 716"/>
                <a:gd name="T63" fmla="*/ 134 h 713"/>
                <a:gd name="T64" fmla="*/ 440 w 716"/>
                <a:gd name="T65" fmla="*/ 147 h 713"/>
                <a:gd name="T66" fmla="*/ 245 w 716"/>
                <a:gd name="T67" fmla="*/ 147 h 713"/>
                <a:gd name="T68" fmla="*/ 281 w 716"/>
                <a:gd name="T69" fmla="*/ 128 h 713"/>
                <a:gd name="T70" fmla="*/ 684 w 716"/>
                <a:gd name="T71" fmla="*/ 638 h 713"/>
                <a:gd name="T72" fmla="*/ 684 w 716"/>
                <a:gd name="T73" fmla="*/ 638 h 713"/>
                <a:gd name="T74" fmla="*/ 639 w 716"/>
                <a:gd name="T75" fmla="*/ 683 h 713"/>
                <a:gd name="T76" fmla="*/ 74 w 716"/>
                <a:gd name="T77" fmla="*/ 683 h 713"/>
                <a:gd name="T78" fmla="*/ 30 w 716"/>
                <a:gd name="T79" fmla="*/ 638 h 713"/>
                <a:gd name="T80" fmla="*/ 30 w 716"/>
                <a:gd name="T81" fmla="*/ 221 h 713"/>
                <a:gd name="T82" fmla="*/ 74 w 716"/>
                <a:gd name="T83" fmla="*/ 177 h 713"/>
                <a:gd name="T84" fmla="*/ 224 w 716"/>
                <a:gd name="T85" fmla="*/ 177 h 713"/>
                <a:gd name="T86" fmla="*/ 224 w 716"/>
                <a:gd name="T87" fmla="*/ 177 h 713"/>
                <a:gd name="T88" fmla="*/ 461 w 716"/>
                <a:gd name="T89" fmla="*/ 177 h 713"/>
                <a:gd name="T90" fmla="*/ 461 w 716"/>
                <a:gd name="T91" fmla="*/ 177 h 713"/>
                <a:gd name="T92" fmla="*/ 639 w 716"/>
                <a:gd name="T93" fmla="*/ 177 h 713"/>
                <a:gd name="T94" fmla="*/ 684 w 716"/>
                <a:gd name="T95" fmla="*/ 221 h 713"/>
                <a:gd name="T96" fmla="*/ 684 w 716"/>
                <a:gd name="T97" fmla="*/ 638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716" h="713">
                  <a:moveTo>
                    <a:pt x="639" y="147"/>
                  </a:moveTo>
                  <a:lnTo>
                    <a:pt x="639" y="147"/>
                  </a:lnTo>
                  <a:cubicBezTo>
                    <a:pt x="473" y="147"/>
                    <a:pt x="473" y="147"/>
                    <a:pt x="473" y="147"/>
                  </a:cubicBezTo>
                  <a:cubicBezTo>
                    <a:pt x="471" y="141"/>
                    <a:pt x="468" y="135"/>
                    <a:pt x="464" y="129"/>
                  </a:cubicBezTo>
                  <a:cubicBezTo>
                    <a:pt x="455" y="121"/>
                    <a:pt x="444" y="113"/>
                    <a:pt x="433" y="107"/>
                  </a:cubicBezTo>
                  <a:cubicBezTo>
                    <a:pt x="586" y="30"/>
                    <a:pt x="586" y="30"/>
                    <a:pt x="586" y="30"/>
                  </a:cubicBezTo>
                  <a:cubicBezTo>
                    <a:pt x="595" y="26"/>
                    <a:pt x="597" y="16"/>
                    <a:pt x="593" y="9"/>
                  </a:cubicBezTo>
                  <a:cubicBezTo>
                    <a:pt x="590" y="2"/>
                    <a:pt x="581" y="0"/>
                    <a:pt x="574" y="2"/>
                  </a:cubicBezTo>
                  <a:cubicBezTo>
                    <a:pt x="395" y="92"/>
                    <a:pt x="395" y="92"/>
                    <a:pt x="395" y="92"/>
                  </a:cubicBezTo>
                  <a:cubicBezTo>
                    <a:pt x="394" y="93"/>
                    <a:pt x="394" y="93"/>
                    <a:pt x="394" y="93"/>
                  </a:cubicBezTo>
                  <a:cubicBezTo>
                    <a:pt x="377" y="90"/>
                    <a:pt x="360" y="88"/>
                    <a:pt x="342" y="88"/>
                  </a:cubicBezTo>
                  <a:cubicBezTo>
                    <a:pt x="324" y="88"/>
                    <a:pt x="307" y="90"/>
                    <a:pt x="291" y="93"/>
                  </a:cubicBezTo>
                  <a:cubicBezTo>
                    <a:pt x="291" y="93"/>
                    <a:pt x="291" y="93"/>
                    <a:pt x="289" y="92"/>
                  </a:cubicBezTo>
                  <a:cubicBezTo>
                    <a:pt x="111" y="2"/>
                    <a:pt x="111" y="2"/>
                    <a:pt x="111" y="2"/>
                  </a:cubicBezTo>
                  <a:cubicBezTo>
                    <a:pt x="104" y="0"/>
                    <a:pt x="94" y="2"/>
                    <a:pt x="91" y="9"/>
                  </a:cubicBezTo>
                  <a:cubicBezTo>
                    <a:pt x="87" y="16"/>
                    <a:pt x="90" y="26"/>
                    <a:pt x="98" y="30"/>
                  </a:cubicBezTo>
                  <a:cubicBezTo>
                    <a:pt x="252" y="107"/>
                    <a:pt x="252" y="107"/>
                    <a:pt x="252" y="107"/>
                  </a:cubicBezTo>
                  <a:lnTo>
                    <a:pt x="252" y="107"/>
                  </a:lnTo>
                  <a:cubicBezTo>
                    <a:pt x="239" y="113"/>
                    <a:pt x="229" y="121"/>
                    <a:pt x="221" y="129"/>
                  </a:cubicBezTo>
                  <a:cubicBezTo>
                    <a:pt x="217" y="135"/>
                    <a:pt x="214" y="141"/>
                    <a:pt x="211" y="147"/>
                  </a:cubicBezTo>
                  <a:cubicBezTo>
                    <a:pt x="74" y="147"/>
                    <a:pt x="74" y="147"/>
                    <a:pt x="74" y="147"/>
                  </a:cubicBezTo>
                  <a:cubicBezTo>
                    <a:pt x="34" y="147"/>
                    <a:pt x="0" y="181"/>
                    <a:pt x="0" y="221"/>
                  </a:cubicBezTo>
                  <a:cubicBezTo>
                    <a:pt x="0" y="638"/>
                    <a:pt x="0" y="638"/>
                    <a:pt x="0" y="638"/>
                  </a:cubicBezTo>
                  <a:cubicBezTo>
                    <a:pt x="0" y="680"/>
                    <a:pt x="34" y="712"/>
                    <a:pt x="74" y="712"/>
                  </a:cubicBezTo>
                  <a:cubicBezTo>
                    <a:pt x="639" y="712"/>
                    <a:pt x="639" y="712"/>
                    <a:pt x="639" y="712"/>
                  </a:cubicBezTo>
                  <a:cubicBezTo>
                    <a:pt x="681" y="712"/>
                    <a:pt x="715" y="680"/>
                    <a:pt x="715" y="638"/>
                  </a:cubicBezTo>
                  <a:cubicBezTo>
                    <a:pt x="715" y="221"/>
                    <a:pt x="715" y="221"/>
                    <a:pt x="715" y="221"/>
                  </a:cubicBezTo>
                  <a:cubicBezTo>
                    <a:pt x="715" y="181"/>
                    <a:pt x="681" y="147"/>
                    <a:pt x="639" y="147"/>
                  </a:cubicBezTo>
                  <a:close/>
                  <a:moveTo>
                    <a:pt x="281" y="128"/>
                  </a:moveTo>
                  <a:lnTo>
                    <a:pt x="281" y="128"/>
                  </a:lnTo>
                  <a:cubicBezTo>
                    <a:pt x="298" y="121"/>
                    <a:pt x="318" y="118"/>
                    <a:pt x="342" y="118"/>
                  </a:cubicBezTo>
                  <a:cubicBezTo>
                    <a:pt x="373" y="118"/>
                    <a:pt x="401" y="124"/>
                    <a:pt x="420" y="134"/>
                  </a:cubicBezTo>
                  <a:cubicBezTo>
                    <a:pt x="429" y="138"/>
                    <a:pt x="434" y="143"/>
                    <a:pt x="440" y="147"/>
                  </a:cubicBezTo>
                  <a:cubicBezTo>
                    <a:pt x="245" y="147"/>
                    <a:pt x="245" y="147"/>
                    <a:pt x="245" y="147"/>
                  </a:cubicBezTo>
                  <a:cubicBezTo>
                    <a:pt x="252" y="141"/>
                    <a:pt x="264" y="132"/>
                    <a:pt x="281" y="128"/>
                  </a:cubicBezTo>
                  <a:close/>
                  <a:moveTo>
                    <a:pt x="684" y="638"/>
                  </a:moveTo>
                  <a:lnTo>
                    <a:pt x="684" y="638"/>
                  </a:lnTo>
                  <a:cubicBezTo>
                    <a:pt x="684" y="663"/>
                    <a:pt x="664" y="683"/>
                    <a:pt x="639" y="683"/>
                  </a:cubicBezTo>
                  <a:cubicBezTo>
                    <a:pt x="74" y="683"/>
                    <a:pt x="74" y="683"/>
                    <a:pt x="74" y="683"/>
                  </a:cubicBezTo>
                  <a:cubicBezTo>
                    <a:pt x="49" y="683"/>
                    <a:pt x="30" y="663"/>
                    <a:pt x="30" y="638"/>
                  </a:cubicBezTo>
                  <a:cubicBezTo>
                    <a:pt x="30" y="221"/>
                    <a:pt x="30" y="221"/>
                    <a:pt x="30" y="221"/>
                  </a:cubicBezTo>
                  <a:cubicBezTo>
                    <a:pt x="30" y="198"/>
                    <a:pt x="49" y="177"/>
                    <a:pt x="74" y="177"/>
                  </a:cubicBezTo>
                  <a:cubicBezTo>
                    <a:pt x="224" y="177"/>
                    <a:pt x="224" y="177"/>
                    <a:pt x="224" y="177"/>
                  </a:cubicBezTo>
                  <a:lnTo>
                    <a:pt x="224" y="177"/>
                  </a:lnTo>
                  <a:cubicBezTo>
                    <a:pt x="461" y="177"/>
                    <a:pt x="461" y="177"/>
                    <a:pt x="461" y="177"/>
                  </a:cubicBezTo>
                  <a:lnTo>
                    <a:pt x="461" y="177"/>
                  </a:lnTo>
                  <a:cubicBezTo>
                    <a:pt x="639" y="177"/>
                    <a:pt x="639" y="177"/>
                    <a:pt x="639" y="177"/>
                  </a:cubicBezTo>
                  <a:cubicBezTo>
                    <a:pt x="664" y="177"/>
                    <a:pt x="684" y="198"/>
                    <a:pt x="684" y="221"/>
                  </a:cubicBezTo>
                  <a:lnTo>
                    <a:pt x="684" y="63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79" name="Freeform 390">
              <a:extLst>
                <a:ext uri="{FF2B5EF4-FFF2-40B4-BE49-F238E27FC236}">
                  <a16:creationId xmlns:a16="http://schemas.microsoft.com/office/drawing/2014/main" id="{5E9FA409-E8CE-397D-E00E-6F6CD1A8C389}"/>
                </a:ext>
              </a:extLst>
            </p:cNvPr>
            <p:cNvSpPr>
              <a:spLocks noChangeArrowheads="1"/>
            </p:cNvSpPr>
            <p:nvPr/>
          </p:nvSpPr>
          <p:spPr bwMode="auto">
            <a:xfrm>
              <a:off x="2630488" y="5387975"/>
              <a:ext cx="149225" cy="139700"/>
            </a:xfrm>
            <a:custGeom>
              <a:avLst/>
              <a:gdLst>
                <a:gd name="T0" fmla="*/ 371 w 416"/>
                <a:gd name="T1" fmla="*/ 0 h 387"/>
                <a:gd name="T2" fmla="*/ 371 w 416"/>
                <a:gd name="T3" fmla="*/ 0 h 387"/>
                <a:gd name="T4" fmla="*/ 44 w 416"/>
                <a:gd name="T5" fmla="*/ 0 h 387"/>
                <a:gd name="T6" fmla="*/ 0 w 416"/>
                <a:gd name="T7" fmla="*/ 44 h 387"/>
                <a:gd name="T8" fmla="*/ 0 w 416"/>
                <a:gd name="T9" fmla="*/ 341 h 387"/>
                <a:gd name="T10" fmla="*/ 44 w 416"/>
                <a:gd name="T11" fmla="*/ 386 h 387"/>
                <a:gd name="T12" fmla="*/ 371 w 416"/>
                <a:gd name="T13" fmla="*/ 386 h 387"/>
                <a:gd name="T14" fmla="*/ 415 w 416"/>
                <a:gd name="T15" fmla="*/ 341 h 387"/>
                <a:gd name="T16" fmla="*/ 415 w 416"/>
                <a:gd name="T17" fmla="*/ 44 h 387"/>
                <a:gd name="T18" fmla="*/ 371 w 416"/>
                <a:gd name="T19" fmla="*/ 0 h 387"/>
                <a:gd name="T20" fmla="*/ 386 w 416"/>
                <a:gd name="T21" fmla="*/ 341 h 387"/>
                <a:gd name="T22" fmla="*/ 386 w 416"/>
                <a:gd name="T23" fmla="*/ 341 h 387"/>
                <a:gd name="T24" fmla="*/ 371 w 416"/>
                <a:gd name="T25" fmla="*/ 357 h 387"/>
                <a:gd name="T26" fmla="*/ 44 w 416"/>
                <a:gd name="T27" fmla="*/ 357 h 387"/>
                <a:gd name="T28" fmla="*/ 29 w 416"/>
                <a:gd name="T29" fmla="*/ 341 h 387"/>
                <a:gd name="T30" fmla="*/ 29 w 416"/>
                <a:gd name="T31" fmla="*/ 44 h 387"/>
                <a:gd name="T32" fmla="*/ 44 w 416"/>
                <a:gd name="T33" fmla="*/ 29 h 387"/>
                <a:gd name="T34" fmla="*/ 371 w 416"/>
                <a:gd name="T35" fmla="*/ 29 h 387"/>
                <a:gd name="T36" fmla="*/ 386 w 416"/>
                <a:gd name="T37" fmla="*/ 44 h 387"/>
                <a:gd name="T38" fmla="*/ 386 w 416"/>
                <a:gd name="T39" fmla="*/ 341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416" h="387">
                  <a:moveTo>
                    <a:pt x="371" y="0"/>
                  </a:moveTo>
                  <a:lnTo>
                    <a:pt x="371" y="0"/>
                  </a:lnTo>
                  <a:cubicBezTo>
                    <a:pt x="44" y="0"/>
                    <a:pt x="44" y="0"/>
                    <a:pt x="44" y="0"/>
                  </a:cubicBezTo>
                  <a:cubicBezTo>
                    <a:pt x="19" y="0"/>
                    <a:pt x="0" y="19"/>
                    <a:pt x="0" y="44"/>
                  </a:cubicBezTo>
                  <a:cubicBezTo>
                    <a:pt x="0" y="341"/>
                    <a:pt x="0" y="341"/>
                    <a:pt x="0" y="341"/>
                  </a:cubicBezTo>
                  <a:cubicBezTo>
                    <a:pt x="0" y="367"/>
                    <a:pt x="19" y="386"/>
                    <a:pt x="44" y="386"/>
                  </a:cubicBezTo>
                  <a:cubicBezTo>
                    <a:pt x="371" y="386"/>
                    <a:pt x="371" y="386"/>
                    <a:pt x="371" y="386"/>
                  </a:cubicBezTo>
                  <a:cubicBezTo>
                    <a:pt x="396" y="386"/>
                    <a:pt x="415" y="367"/>
                    <a:pt x="415" y="341"/>
                  </a:cubicBezTo>
                  <a:cubicBezTo>
                    <a:pt x="415" y="44"/>
                    <a:pt x="415" y="44"/>
                    <a:pt x="415" y="44"/>
                  </a:cubicBezTo>
                  <a:cubicBezTo>
                    <a:pt x="415" y="19"/>
                    <a:pt x="396" y="0"/>
                    <a:pt x="371" y="0"/>
                  </a:cubicBezTo>
                  <a:close/>
                  <a:moveTo>
                    <a:pt x="386" y="341"/>
                  </a:moveTo>
                  <a:lnTo>
                    <a:pt x="386" y="341"/>
                  </a:lnTo>
                  <a:cubicBezTo>
                    <a:pt x="386" y="350"/>
                    <a:pt x="379" y="357"/>
                    <a:pt x="371" y="357"/>
                  </a:cubicBezTo>
                  <a:cubicBezTo>
                    <a:pt x="44" y="357"/>
                    <a:pt x="44" y="357"/>
                    <a:pt x="44" y="357"/>
                  </a:cubicBezTo>
                  <a:cubicBezTo>
                    <a:pt x="36" y="357"/>
                    <a:pt x="29" y="350"/>
                    <a:pt x="29" y="341"/>
                  </a:cubicBezTo>
                  <a:cubicBezTo>
                    <a:pt x="29" y="44"/>
                    <a:pt x="29" y="44"/>
                    <a:pt x="29" y="44"/>
                  </a:cubicBezTo>
                  <a:cubicBezTo>
                    <a:pt x="29" y="36"/>
                    <a:pt x="36" y="29"/>
                    <a:pt x="44" y="29"/>
                  </a:cubicBezTo>
                  <a:cubicBezTo>
                    <a:pt x="371" y="29"/>
                    <a:pt x="371" y="29"/>
                    <a:pt x="371" y="29"/>
                  </a:cubicBezTo>
                  <a:cubicBezTo>
                    <a:pt x="379" y="29"/>
                    <a:pt x="386" y="36"/>
                    <a:pt x="386" y="44"/>
                  </a:cubicBezTo>
                  <a:lnTo>
                    <a:pt x="386" y="34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0" name="Freeform 391">
              <a:extLst>
                <a:ext uri="{FF2B5EF4-FFF2-40B4-BE49-F238E27FC236}">
                  <a16:creationId xmlns:a16="http://schemas.microsoft.com/office/drawing/2014/main" id="{2E3DBDE2-292F-7D06-5974-DA65B9B826B1}"/>
                </a:ext>
              </a:extLst>
            </p:cNvPr>
            <p:cNvSpPr>
              <a:spLocks noChangeArrowheads="1"/>
            </p:cNvSpPr>
            <p:nvPr/>
          </p:nvSpPr>
          <p:spPr bwMode="auto">
            <a:xfrm>
              <a:off x="2790825" y="5397500"/>
              <a:ext cx="42863" cy="42863"/>
            </a:xfrm>
            <a:custGeom>
              <a:avLst/>
              <a:gdLst>
                <a:gd name="T0" fmla="*/ 59 w 120"/>
                <a:gd name="T1" fmla="*/ 0 h 121"/>
                <a:gd name="T2" fmla="*/ 59 w 120"/>
                <a:gd name="T3" fmla="*/ 0 h 121"/>
                <a:gd name="T4" fmla="*/ 0 w 120"/>
                <a:gd name="T5" fmla="*/ 60 h 121"/>
                <a:gd name="T6" fmla="*/ 59 w 120"/>
                <a:gd name="T7" fmla="*/ 120 h 121"/>
                <a:gd name="T8" fmla="*/ 119 w 120"/>
                <a:gd name="T9" fmla="*/ 60 h 121"/>
                <a:gd name="T10" fmla="*/ 59 w 120"/>
                <a:gd name="T11" fmla="*/ 0 h 121"/>
                <a:gd name="T12" fmla="*/ 59 w 120"/>
                <a:gd name="T13" fmla="*/ 89 h 121"/>
                <a:gd name="T14" fmla="*/ 59 w 120"/>
                <a:gd name="T15" fmla="*/ 89 h 121"/>
                <a:gd name="T16" fmla="*/ 29 w 120"/>
                <a:gd name="T17" fmla="*/ 60 h 121"/>
                <a:gd name="T18" fmla="*/ 59 w 120"/>
                <a:gd name="T19" fmla="*/ 31 h 121"/>
                <a:gd name="T20" fmla="*/ 89 w 120"/>
                <a:gd name="T21" fmla="*/ 60 h 121"/>
                <a:gd name="T22" fmla="*/ 59 w 120"/>
                <a:gd name="T23" fmla="*/ 89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1">
                  <a:moveTo>
                    <a:pt x="59" y="0"/>
                  </a:moveTo>
                  <a:lnTo>
                    <a:pt x="59" y="0"/>
                  </a:lnTo>
                  <a:cubicBezTo>
                    <a:pt x="27" y="0"/>
                    <a:pt x="0" y="28"/>
                    <a:pt x="0" y="60"/>
                  </a:cubicBezTo>
                  <a:cubicBezTo>
                    <a:pt x="0" y="93"/>
                    <a:pt x="27" y="120"/>
                    <a:pt x="59" y="120"/>
                  </a:cubicBezTo>
                  <a:cubicBezTo>
                    <a:pt x="92" y="120"/>
                    <a:pt x="119" y="93"/>
                    <a:pt x="119" y="60"/>
                  </a:cubicBezTo>
                  <a:cubicBezTo>
                    <a:pt x="119" y="28"/>
                    <a:pt x="92" y="0"/>
                    <a:pt x="59" y="0"/>
                  </a:cubicBezTo>
                  <a:close/>
                  <a:moveTo>
                    <a:pt x="59" y="89"/>
                  </a:moveTo>
                  <a:lnTo>
                    <a:pt x="59" y="89"/>
                  </a:lnTo>
                  <a:cubicBezTo>
                    <a:pt x="43" y="89"/>
                    <a:pt x="29" y="77"/>
                    <a:pt x="29" y="60"/>
                  </a:cubicBezTo>
                  <a:cubicBezTo>
                    <a:pt x="29" y="43"/>
                    <a:pt x="43" y="31"/>
                    <a:pt x="59" y="31"/>
                  </a:cubicBezTo>
                  <a:cubicBezTo>
                    <a:pt x="75" y="31"/>
                    <a:pt x="89" y="43"/>
                    <a:pt x="89" y="60"/>
                  </a:cubicBezTo>
                  <a:cubicBezTo>
                    <a:pt x="89" y="77"/>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1" name="Freeform 392">
              <a:extLst>
                <a:ext uri="{FF2B5EF4-FFF2-40B4-BE49-F238E27FC236}">
                  <a16:creationId xmlns:a16="http://schemas.microsoft.com/office/drawing/2014/main" id="{CD26D484-3DF6-E8A5-C981-C73DA857D91C}"/>
                </a:ext>
              </a:extLst>
            </p:cNvPr>
            <p:cNvSpPr>
              <a:spLocks noChangeArrowheads="1"/>
            </p:cNvSpPr>
            <p:nvPr/>
          </p:nvSpPr>
          <p:spPr bwMode="auto">
            <a:xfrm>
              <a:off x="2790825" y="5462588"/>
              <a:ext cx="42863" cy="42862"/>
            </a:xfrm>
            <a:custGeom>
              <a:avLst/>
              <a:gdLst>
                <a:gd name="T0" fmla="*/ 59 w 120"/>
                <a:gd name="T1" fmla="*/ 0 h 120"/>
                <a:gd name="T2" fmla="*/ 59 w 120"/>
                <a:gd name="T3" fmla="*/ 0 h 120"/>
                <a:gd name="T4" fmla="*/ 0 w 120"/>
                <a:gd name="T5" fmla="*/ 59 h 120"/>
                <a:gd name="T6" fmla="*/ 59 w 120"/>
                <a:gd name="T7" fmla="*/ 119 h 120"/>
                <a:gd name="T8" fmla="*/ 119 w 120"/>
                <a:gd name="T9" fmla="*/ 59 h 120"/>
                <a:gd name="T10" fmla="*/ 59 w 120"/>
                <a:gd name="T11" fmla="*/ 0 h 120"/>
                <a:gd name="T12" fmla="*/ 59 w 120"/>
                <a:gd name="T13" fmla="*/ 89 h 120"/>
                <a:gd name="T14" fmla="*/ 59 w 120"/>
                <a:gd name="T15" fmla="*/ 89 h 120"/>
                <a:gd name="T16" fmla="*/ 29 w 120"/>
                <a:gd name="T17" fmla="*/ 59 h 120"/>
                <a:gd name="T18" fmla="*/ 59 w 120"/>
                <a:gd name="T19" fmla="*/ 30 h 120"/>
                <a:gd name="T20" fmla="*/ 89 w 120"/>
                <a:gd name="T21" fmla="*/ 59 h 120"/>
                <a:gd name="T22" fmla="*/ 59 w 120"/>
                <a:gd name="T23" fmla="*/ 89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 h="120">
                  <a:moveTo>
                    <a:pt x="59" y="0"/>
                  </a:moveTo>
                  <a:lnTo>
                    <a:pt x="59" y="0"/>
                  </a:lnTo>
                  <a:cubicBezTo>
                    <a:pt x="27" y="0"/>
                    <a:pt x="0" y="27"/>
                    <a:pt x="0" y="59"/>
                  </a:cubicBezTo>
                  <a:cubicBezTo>
                    <a:pt x="0" y="93"/>
                    <a:pt x="27" y="119"/>
                    <a:pt x="59" y="119"/>
                  </a:cubicBezTo>
                  <a:cubicBezTo>
                    <a:pt x="92" y="119"/>
                    <a:pt x="119" y="93"/>
                    <a:pt x="119" y="59"/>
                  </a:cubicBezTo>
                  <a:cubicBezTo>
                    <a:pt x="119" y="27"/>
                    <a:pt x="92" y="0"/>
                    <a:pt x="59" y="0"/>
                  </a:cubicBezTo>
                  <a:close/>
                  <a:moveTo>
                    <a:pt x="59" y="89"/>
                  </a:moveTo>
                  <a:lnTo>
                    <a:pt x="59" y="89"/>
                  </a:lnTo>
                  <a:cubicBezTo>
                    <a:pt x="43" y="89"/>
                    <a:pt x="29" y="76"/>
                    <a:pt x="29" y="59"/>
                  </a:cubicBezTo>
                  <a:cubicBezTo>
                    <a:pt x="29" y="43"/>
                    <a:pt x="43" y="30"/>
                    <a:pt x="59" y="30"/>
                  </a:cubicBezTo>
                  <a:cubicBezTo>
                    <a:pt x="75" y="30"/>
                    <a:pt x="89" y="43"/>
                    <a:pt x="89" y="59"/>
                  </a:cubicBezTo>
                  <a:cubicBezTo>
                    <a:pt x="89" y="76"/>
                    <a:pt x="75" y="89"/>
                    <a:pt x="59" y="8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82" name="Group 485">
            <a:extLst>
              <a:ext uri="{FF2B5EF4-FFF2-40B4-BE49-F238E27FC236}">
                <a16:creationId xmlns:a16="http://schemas.microsoft.com/office/drawing/2014/main" id="{018B90C8-4AB8-64B8-4CC1-FED438E1D770}"/>
              </a:ext>
            </a:extLst>
          </p:cNvPr>
          <p:cNvGrpSpPr/>
          <p:nvPr/>
        </p:nvGrpSpPr>
        <p:grpSpPr>
          <a:xfrm>
            <a:off x="5139406" y="3552726"/>
            <a:ext cx="1841500" cy="139700"/>
            <a:chOff x="4111625" y="3908425"/>
            <a:chExt cx="1841500" cy="139700"/>
          </a:xfrm>
          <a:solidFill>
            <a:schemeClr val="accent4"/>
          </a:solidFill>
        </p:grpSpPr>
        <p:sp>
          <p:nvSpPr>
            <p:cNvPr id="483" name="Freeform 393">
              <a:extLst>
                <a:ext uri="{FF2B5EF4-FFF2-40B4-BE49-F238E27FC236}">
                  <a16:creationId xmlns:a16="http://schemas.microsoft.com/office/drawing/2014/main" id="{02BF999C-E1F4-9507-9E02-A40E145F45FB}"/>
                </a:ext>
              </a:extLst>
            </p:cNvPr>
            <p:cNvSpPr>
              <a:spLocks noChangeArrowheads="1"/>
            </p:cNvSpPr>
            <p:nvPr/>
          </p:nvSpPr>
          <p:spPr bwMode="auto">
            <a:xfrm>
              <a:off x="4111625" y="3910013"/>
              <a:ext cx="169863" cy="134937"/>
            </a:xfrm>
            <a:custGeom>
              <a:avLst/>
              <a:gdLst>
                <a:gd name="T0" fmla="*/ 146 w 471"/>
                <a:gd name="T1" fmla="*/ 376 h 377"/>
                <a:gd name="T2" fmla="*/ 146 w 471"/>
                <a:gd name="T3" fmla="*/ 376 h 377"/>
                <a:gd name="T4" fmla="*/ 230 w 471"/>
                <a:gd name="T5" fmla="*/ 98 h 377"/>
                <a:gd name="T6" fmla="*/ 237 w 471"/>
                <a:gd name="T7" fmla="*/ 62 h 377"/>
                <a:gd name="T8" fmla="*/ 238 w 471"/>
                <a:gd name="T9" fmla="*/ 62 h 377"/>
                <a:gd name="T10" fmla="*/ 241 w 471"/>
                <a:gd name="T11" fmla="*/ 79 h 377"/>
                <a:gd name="T12" fmla="*/ 245 w 471"/>
                <a:gd name="T13" fmla="*/ 98 h 377"/>
                <a:gd name="T14" fmla="*/ 325 w 471"/>
                <a:gd name="T15" fmla="*/ 376 h 377"/>
                <a:gd name="T16" fmla="*/ 361 w 471"/>
                <a:gd name="T17" fmla="*/ 376 h 377"/>
                <a:gd name="T18" fmla="*/ 470 w 471"/>
                <a:gd name="T19" fmla="*/ 0 h 377"/>
                <a:gd name="T20" fmla="*/ 432 w 471"/>
                <a:gd name="T21" fmla="*/ 0 h 377"/>
                <a:gd name="T22" fmla="*/ 350 w 471"/>
                <a:gd name="T23" fmla="*/ 304 h 377"/>
                <a:gd name="T24" fmla="*/ 346 w 471"/>
                <a:gd name="T25" fmla="*/ 318 h 377"/>
                <a:gd name="T26" fmla="*/ 344 w 471"/>
                <a:gd name="T27" fmla="*/ 331 h 377"/>
                <a:gd name="T28" fmla="*/ 343 w 471"/>
                <a:gd name="T29" fmla="*/ 331 h 377"/>
                <a:gd name="T30" fmla="*/ 340 w 471"/>
                <a:gd name="T31" fmla="*/ 314 h 377"/>
                <a:gd name="T32" fmla="*/ 336 w 471"/>
                <a:gd name="T33" fmla="*/ 296 h 377"/>
                <a:gd name="T34" fmla="*/ 254 w 471"/>
                <a:gd name="T35" fmla="*/ 0 h 377"/>
                <a:gd name="T36" fmla="*/ 226 w 471"/>
                <a:gd name="T37" fmla="*/ 0 h 377"/>
                <a:gd name="T38" fmla="*/ 138 w 471"/>
                <a:gd name="T39" fmla="*/ 295 h 377"/>
                <a:gd name="T40" fmla="*/ 130 w 471"/>
                <a:gd name="T41" fmla="*/ 331 h 377"/>
                <a:gd name="T42" fmla="*/ 128 w 471"/>
                <a:gd name="T43" fmla="*/ 331 h 377"/>
                <a:gd name="T44" fmla="*/ 125 w 471"/>
                <a:gd name="T45" fmla="*/ 314 h 377"/>
                <a:gd name="T46" fmla="*/ 121 w 471"/>
                <a:gd name="T47" fmla="*/ 295 h 377"/>
                <a:gd name="T48" fmla="*/ 39 w 471"/>
                <a:gd name="T49" fmla="*/ 0 h 377"/>
                <a:gd name="T50" fmla="*/ 0 w 471"/>
                <a:gd name="T51" fmla="*/ 0 h 377"/>
                <a:gd name="T52" fmla="*/ 110 w 471"/>
                <a:gd name="T53" fmla="*/ 376 h 377"/>
                <a:gd name="T54" fmla="*/ 146 w 471"/>
                <a:gd name="T5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1" h="377">
                  <a:moveTo>
                    <a:pt x="146" y="376"/>
                  </a:moveTo>
                  <a:lnTo>
                    <a:pt x="146" y="376"/>
                  </a:lnTo>
                  <a:cubicBezTo>
                    <a:pt x="230" y="98"/>
                    <a:pt x="230" y="98"/>
                    <a:pt x="230" y="98"/>
                  </a:cubicBezTo>
                  <a:cubicBezTo>
                    <a:pt x="234" y="84"/>
                    <a:pt x="237" y="72"/>
                    <a:pt x="237" y="62"/>
                  </a:cubicBezTo>
                  <a:cubicBezTo>
                    <a:pt x="238" y="62"/>
                    <a:pt x="238" y="62"/>
                    <a:pt x="238" y="62"/>
                  </a:cubicBezTo>
                  <a:cubicBezTo>
                    <a:pt x="238" y="67"/>
                    <a:pt x="240" y="73"/>
                    <a:pt x="241" y="79"/>
                  </a:cubicBezTo>
                  <a:cubicBezTo>
                    <a:pt x="241" y="86"/>
                    <a:pt x="243" y="91"/>
                    <a:pt x="245" y="98"/>
                  </a:cubicBezTo>
                  <a:cubicBezTo>
                    <a:pt x="325" y="376"/>
                    <a:pt x="325" y="376"/>
                    <a:pt x="325" y="376"/>
                  </a:cubicBezTo>
                  <a:cubicBezTo>
                    <a:pt x="361" y="376"/>
                    <a:pt x="361" y="376"/>
                    <a:pt x="361" y="376"/>
                  </a:cubicBezTo>
                  <a:cubicBezTo>
                    <a:pt x="470" y="0"/>
                    <a:pt x="470" y="0"/>
                    <a:pt x="470" y="0"/>
                  </a:cubicBezTo>
                  <a:cubicBezTo>
                    <a:pt x="432" y="0"/>
                    <a:pt x="432" y="0"/>
                    <a:pt x="432" y="0"/>
                  </a:cubicBezTo>
                  <a:cubicBezTo>
                    <a:pt x="350" y="304"/>
                    <a:pt x="350" y="304"/>
                    <a:pt x="350" y="304"/>
                  </a:cubicBezTo>
                  <a:cubicBezTo>
                    <a:pt x="349" y="309"/>
                    <a:pt x="347" y="314"/>
                    <a:pt x="346" y="318"/>
                  </a:cubicBezTo>
                  <a:cubicBezTo>
                    <a:pt x="344" y="323"/>
                    <a:pt x="344" y="327"/>
                    <a:pt x="344" y="331"/>
                  </a:cubicBezTo>
                  <a:cubicBezTo>
                    <a:pt x="343" y="331"/>
                    <a:pt x="343" y="331"/>
                    <a:pt x="343" y="331"/>
                  </a:cubicBezTo>
                  <a:cubicBezTo>
                    <a:pt x="342" y="325"/>
                    <a:pt x="342" y="320"/>
                    <a:pt x="340" y="314"/>
                  </a:cubicBezTo>
                  <a:cubicBezTo>
                    <a:pt x="339" y="309"/>
                    <a:pt x="337" y="302"/>
                    <a:pt x="336" y="296"/>
                  </a:cubicBezTo>
                  <a:cubicBezTo>
                    <a:pt x="254" y="0"/>
                    <a:pt x="254" y="0"/>
                    <a:pt x="254" y="0"/>
                  </a:cubicBezTo>
                  <a:cubicBezTo>
                    <a:pt x="226" y="0"/>
                    <a:pt x="226" y="0"/>
                    <a:pt x="226" y="0"/>
                  </a:cubicBezTo>
                  <a:cubicBezTo>
                    <a:pt x="138" y="295"/>
                    <a:pt x="138" y="295"/>
                    <a:pt x="138" y="295"/>
                  </a:cubicBezTo>
                  <a:cubicBezTo>
                    <a:pt x="134" y="311"/>
                    <a:pt x="131" y="323"/>
                    <a:pt x="130" y="331"/>
                  </a:cubicBezTo>
                  <a:cubicBezTo>
                    <a:pt x="128" y="331"/>
                    <a:pt x="128" y="331"/>
                    <a:pt x="128" y="331"/>
                  </a:cubicBezTo>
                  <a:cubicBezTo>
                    <a:pt x="128" y="325"/>
                    <a:pt x="127" y="320"/>
                    <a:pt x="125" y="314"/>
                  </a:cubicBezTo>
                  <a:cubicBezTo>
                    <a:pt x="124" y="307"/>
                    <a:pt x="123" y="302"/>
                    <a:pt x="121" y="295"/>
                  </a:cubicBezTo>
                  <a:cubicBezTo>
                    <a:pt x="39" y="0"/>
                    <a:pt x="39" y="0"/>
                    <a:pt x="39" y="0"/>
                  </a:cubicBezTo>
                  <a:cubicBezTo>
                    <a:pt x="0" y="0"/>
                    <a:pt x="0" y="0"/>
                    <a:pt x="0" y="0"/>
                  </a:cubicBezTo>
                  <a:cubicBezTo>
                    <a:pt x="110" y="376"/>
                    <a:pt x="110" y="376"/>
                    <a:pt x="110" y="376"/>
                  </a:cubicBezTo>
                  <a:lnTo>
                    <a:pt x="146"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4" name="Freeform 394">
              <a:extLst>
                <a:ext uri="{FF2B5EF4-FFF2-40B4-BE49-F238E27FC236}">
                  <a16:creationId xmlns:a16="http://schemas.microsoft.com/office/drawing/2014/main" id="{38E4EEDE-C4D5-A938-78D5-4A78ED1C23DF}"/>
                </a:ext>
              </a:extLst>
            </p:cNvPr>
            <p:cNvSpPr>
              <a:spLocks noChangeArrowheads="1"/>
            </p:cNvSpPr>
            <p:nvPr/>
          </p:nvSpPr>
          <p:spPr bwMode="auto">
            <a:xfrm>
              <a:off x="4302125" y="3910013"/>
              <a:ext cx="69850" cy="134937"/>
            </a:xfrm>
            <a:custGeom>
              <a:avLst/>
              <a:gdLst>
                <a:gd name="T0" fmla="*/ 35 w 193"/>
                <a:gd name="T1" fmla="*/ 201 h 377"/>
                <a:gd name="T2" fmla="*/ 172 w 193"/>
                <a:gd name="T3" fmla="*/ 201 h 377"/>
                <a:gd name="T4" fmla="*/ 172 w 193"/>
                <a:gd name="T5" fmla="*/ 171 h 377"/>
                <a:gd name="T6" fmla="*/ 35 w 193"/>
                <a:gd name="T7" fmla="*/ 171 h 377"/>
                <a:gd name="T8" fmla="*/ 35 w 193"/>
                <a:gd name="T9" fmla="*/ 33 h 377"/>
                <a:gd name="T10" fmla="*/ 183 w 193"/>
                <a:gd name="T11" fmla="*/ 33 h 377"/>
                <a:gd name="T12" fmla="*/ 183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1"/>
                  </a:moveTo>
                  <a:lnTo>
                    <a:pt x="172" y="201"/>
                  </a:lnTo>
                  <a:lnTo>
                    <a:pt x="172" y="171"/>
                  </a:lnTo>
                  <a:lnTo>
                    <a:pt x="35" y="171"/>
                  </a:lnTo>
                  <a:lnTo>
                    <a:pt x="35" y="33"/>
                  </a:lnTo>
                  <a:lnTo>
                    <a:pt x="183" y="33"/>
                  </a:lnTo>
                  <a:lnTo>
                    <a:pt x="183" y="0"/>
                  </a:lnTo>
                  <a:lnTo>
                    <a:pt x="0" y="0"/>
                  </a:lnTo>
                  <a:lnTo>
                    <a:pt x="0" y="376"/>
                  </a:lnTo>
                  <a:lnTo>
                    <a:pt x="192" y="376"/>
                  </a:lnTo>
                  <a:lnTo>
                    <a:pt x="192" y="345"/>
                  </a:lnTo>
                  <a:lnTo>
                    <a:pt x="35" y="345"/>
                  </a:lnTo>
                  <a:lnTo>
                    <a:pt x="35" y="20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5" name="Freeform 395">
              <a:extLst>
                <a:ext uri="{FF2B5EF4-FFF2-40B4-BE49-F238E27FC236}">
                  <a16:creationId xmlns:a16="http://schemas.microsoft.com/office/drawing/2014/main" id="{555FE976-4F2A-06A9-B4FB-4A93C80CE554}"/>
                </a:ext>
              </a:extLst>
            </p:cNvPr>
            <p:cNvSpPr>
              <a:spLocks noChangeArrowheads="1"/>
            </p:cNvSpPr>
            <p:nvPr/>
          </p:nvSpPr>
          <p:spPr bwMode="auto">
            <a:xfrm>
              <a:off x="4386263" y="3910013"/>
              <a:ext cx="115887" cy="134937"/>
            </a:xfrm>
            <a:custGeom>
              <a:avLst/>
              <a:gdLst>
                <a:gd name="T0" fmla="*/ 142 w 320"/>
                <a:gd name="T1" fmla="*/ 0 h 377"/>
                <a:gd name="T2" fmla="*/ 142 w 320"/>
                <a:gd name="T3" fmla="*/ 0 h 377"/>
                <a:gd name="T4" fmla="*/ 0 w 320"/>
                <a:gd name="T5" fmla="*/ 376 h 377"/>
                <a:gd name="T6" fmla="*/ 37 w 320"/>
                <a:gd name="T7" fmla="*/ 376 h 377"/>
                <a:gd name="T8" fmla="*/ 78 w 320"/>
                <a:gd name="T9" fmla="*/ 265 h 377"/>
                <a:gd name="T10" fmla="*/ 238 w 320"/>
                <a:gd name="T11" fmla="*/ 265 h 377"/>
                <a:gd name="T12" fmla="*/ 280 w 320"/>
                <a:gd name="T13" fmla="*/ 376 h 377"/>
                <a:gd name="T14" fmla="*/ 319 w 320"/>
                <a:gd name="T15" fmla="*/ 376 h 377"/>
                <a:gd name="T16" fmla="*/ 177 w 320"/>
                <a:gd name="T17" fmla="*/ 0 h 377"/>
                <a:gd name="T18" fmla="*/ 142 w 320"/>
                <a:gd name="T19" fmla="*/ 0 h 377"/>
                <a:gd name="T20" fmla="*/ 90 w 320"/>
                <a:gd name="T21" fmla="*/ 233 h 377"/>
                <a:gd name="T22" fmla="*/ 90 w 320"/>
                <a:gd name="T23" fmla="*/ 233 h 377"/>
                <a:gd name="T24" fmla="*/ 150 w 320"/>
                <a:gd name="T25" fmla="*/ 67 h 377"/>
                <a:gd name="T26" fmla="*/ 155 w 320"/>
                <a:gd name="T27" fmla="*/ 55 h 377"/>
                <a:gd name="T28" fmla="*/ 157 w 320"/>
                <a:gd name="T29" fmla="*/ 41 h 377"/>
                <a:gd name="T30" fmla="*/ 159 w 320"/>
                <a:gd name="T31" fmla="*/ 41 h 377"/>
                <a:gd name="T32" fmla="*/ 162 w 320"/>
                <a:gd name="T33" fmla="*/ 55 h 377"/>
                <a:gd name="T34" fmla="*/ 166 w 320"/>
                <a:gd name="T35" fmla="*/ 67 h 377"/>
                <a:gd name="T36" fmla="*/ 227 w 320"/>
                <a:gd name="T37" fmla="*/ 233 h 377"/>
                <a:gd name="T38" fmla="*/ 90 w 320"/>
                <a:gd name="T39" fmla="*/ 2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20" h="377">
                  <a:moveTo>
                    <a:pt x="142" y="0"/>
                  </a:moveTo>
                  <a:lnTo>
                    <a:pt x="142" y="0"/>
                  </a:lnTo>
                  <a:cubicBezTo>
                    <a:pt x="0" y="376"/>
                    <a:pt x="0" y="376"/>
                    <a:pt x="0" y="376"/>
                  </a:cubicBezTo>
                  <a:cubicBezTo>
                    <a:pt x="37" y="376"/>
                    <a:pt x="37" y="376"/>
                    <a:pt x="37" y="376"/>
                  </a:cubicBezTo>
                  <a:cubicBezTo>
                    <a:pt x="78" y="265"/>
                    <a:pt x="78" y="265"/>
                    <a:pt x="78" y="265"/>
                  </a:cubicBezTo>
                  <a:cubicBezTo>
                    <a:pt x="238" y="265"/>
                    <a:pt x="238" y="265"/>
                    <a:pt x="238" y="265"/>
                  </a:cubicBezTo>
                  <a:cubicBezTo>
                    <a:pt x="280" y="376"/>
                    <a:pt x="280" y="376"/>
                    <a:pt x="280" y="376"/>
                  </a:cubicBezTo>
                  <a:cubicBezTo>
                    <a:pt x="319" y="376"/>
                    <a:pt x="319" y="376"/>
                    <a:pt x="319" y="376"/>
                  </a:cubicBezTo>
                  <a:cubicBezTo>
                    <a:pt x="177" y="0"/>
                    <a:pt x="177" y="0"/>
                    <a:pt x="177" y="0"/>
                  </a:cubicBezTo>
                  <a:lnTo>
                    <a:pt x="142" y="0"/>
                  </a:lnTo>
                  <a:close/>
                  <a:moveTo>
                    <a:pt x="90" y="233"/>
                  </a:moveTo>
                  <a:lnTo>
                    <a:pt x="90" y="233"/>
                  </a:lnTo>
                  <a:cubicBezTo>
                    <a:pt x="150" y="67"/>
                    <a:pt x="150" y="67"/>
                    <a:pt x="150" y="67"/>
                  </a:cubicBezTo>
                  <a:cubicBezTo>
                    <a:pt x="152" y="63"/>
                    <a:pt x="153" y="59"/>
                    <a:pt x="155" y="55"/>
                  </a:cubicBezTo>
                  <a:cubicBezTo>
                    <a:pt x="156" y="51"/>
                    <a:pt x="157" y="46"/>
                    <a:pt x="157" y="41"/>
                  </a:cubicBezTo>
                  <a:cubicBezTo>
                    <a:pt x="159" y="41"/>
                    <a:pt x="159" y="41"/>
                    <a:pt x="159" y="41"/>
                  </a:cubicBezTo>
                  <a:cubicBezTo>
                    <a:pt x="160" y="46"/>
                    <a:pt x="162" y="51"/>
                    <a:pt x="162" y="55"/>
                  </a:cubicBezTo>
                  <a:cubicBezTo>
                    <a:pt x="163" y="59"/>
                    <a:pt x="164" y="63"/>
                    <a:pt x="166" y="67"/>
                  </a:cubicBezTo>
                  <a:cubicBezTo>
                    <a:pt x="227" y="233"/>
                    <a:pt x="227" y="233"/>
                    <a:pt x="227" y="233"/>
                  </a:cubicBezTo>
                  <a:lnTo>
                    <a:pt x="90"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6" name="Freeform 396">
              <a:extLst>
                <a:ext uri="{FF2B5EF4-FFF2-40B4-BE49-F238E27FC236}">
                  <a16:creationId xmlns:a16="http://schemas.microsoft.com/office/drawing/2014/main" id="{309D8279-0329-EB28-D2B0-EDBD964D9998}"/>
                </a:ext>
              </a:extLst>
            </p:cNvPr>
            <p:cNvSpPr>
              <a:spLocks noChangeArrowheads="1"/>
            </p:cNvSpPr>
            <p:nvPr/>
          </p:nvSpPr>
          <p:spPr bwMode="auto">
            <a:xfrm>
              <a:off x="4495800" y="3910013"/>
              <a:ext cx="90488" cy="134937"/>
            </a:xfrm>
            <a:custGeom>
              <a:avLst/>
              <a:gdLst>
                <a:gd name="T0" fmla="*/ 0 w 252"/>
                <a:gd name="T1" fmla="*/ 33 h 377"/>
                <a:gd name="T2" fmla="*/ 109 w 252"/>
                <a:gd name="T3" fmla="*/ 33 h 377"/>
                <a:gd name="T4" fmla="*/ 109 w 252"/>
                <a:gd name="T5" fmla="*/ 376 h 377"/>
                <a:gd name="T6" fmla="*/ 143 w 252"/>
                <a:gd name="T7" fmla="*/ 376 h 377"/>
                <a:gd name="T8" fmla="*/ 143 w 252"/>
                <a:gd name="T9" fmla="*/ 33 h 377"/>
                <a:gd name="T10" fmla="*/ 251 w 252"/>
                <a:gd name="T11" fmla="*/ 33 h 377"/>
                <a:gd name="T12" fmla="*/ 251 w 252"/>
                <a:gd name="T13" fmla="*/ 0 h 377"/>
                <a:gd name="T14" fmla="*/ 0 w 252"/>
                <a:gd name="T15" fmla="*/ 0 h 377"/>
                <a:gd name="T16" fmla="*/ 0 w 252"/>
                <a:gd name="T17"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2" h="377">
                  <a:moveTo>
                    <a:pt x="0" y="33"/>
                  </a:moveTo>
                  <a:lnTo>
                    <a:pt x="109" y="33"/>
                  </a:lnTo>
                  <a:lnTo>
                    <a:pt x="109" y="376"/>
                  </a:lnTo>
                  <a:lnTo>
                    <a:pt x="143" y="376"/>
                  </a:lnTo>
                  <a:lnTo>
                    <a:pt x="143" y="33"/>
                  </a:lnTo>
                  <a:lnTo>
                    <a:pt x="251" y="33"/>
                  </a:lnTo>
                  <a:lnTo>
                    <a:pt x="251" y="0"/>
                  </a:lnTo>
                  <a:lnTo>
                    <a:pt x="0" y="0"/>
                  </a:lnTo>
                  <a:lnTo>
                    <a:pt x="0"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7" name="Freeform 397">
              <a:extLst>
                <a:ext uri="{FF2B5EF4-FFF2-40B4-BE49-F238E27FC236}">
                  <a16:creationId xmlns:a16="http://schemas.microsoft.com/office/drawing/2014/main" id="{0DEC1770-32A8-C092-60B0-823F2761B705}"/>
                </a:ext>
              </a:extLst>
            </p:cNvPr>
            <p:cNvSpPr>
              <a:spLocks noChangeArrowheads="1"/>
            </p:cNvSpPr>
            <p:nvPr/>
          </p:nvSpPr>
          <p:spPr bwMode="auto">
            <a:xfrm>
              <a:off x="4608513" y="3910013"/>
              <a:ext cx="100012" cy="134937"/>
            </a:xfrm>
            <a:custGeom>
              <a:avLst/>
              <a:gdLst>
                <a:gd name="T0" fmla="*/ 240 w 276"/>
                <a:gd name="T1" fmla="*/ 376 h 377"/>
                <a:gd name="T2" fmla="*/ 275 w 276"/>
                <a:gd name="T3" fmla="*/ 376 h 377"/>
                <a:gd name="T4" fmla="*/ 275 w 276"/>
                <a:gd name="T5" fmla="*/ 0 h 377"/>
                <a:gd name="T6" fmla="*/ 240 w 276"/>
                <a:gd name="T7" fmla="*/ 0 h 377"/>
                <a:gd name="T8" fmla="*/ 240 w 276"/>
                <a:gd name="T9" fmla="*/ 169 h 377"/>
                <a:gd name="T10" fmla="*/ 35 w 276"/>
                <a:gd name="T11" fmla="*/ 169 h 377"/>
                <a:gd name="T12" fmla="*/ 35 w 276"/>
                <a:gd name="T13" fmla="*/ 0 h 377"/>
                <a:gd name="T14" fmla="*/ 0 w 276"/>
                <a:gd name="T15" fmla="*/ 0 h 377"/>
                <a:gd name="T16" fmla="*/ 0 w 276"/>
                <a:gd name="T17" fmla="*/ 376 h 377"/>
                <a:gd name="T18" fmla="*/ 35 w 276"/>
                <a:gd name="T19" fmla="*/ 376 h 377"/>
                <a:gd name="T20" fmla="*/ 35 w 276"/>
                <a:gd name="T21" fmla="*/ 201 h 377"/>
                <a:gd name="T22" fmla="*/ 240 w 276"/>
                <a:gd name="T23" fmla="*/ 201 h 377"/>
                <a:gd name="T24" fmla="*/ 240 w 276"/>
                <a:gd name="T25"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6" h="377">
                  <a:moveTo>
                    <a:pt x="240" y="376"/>
                  </a:moveTo>
                  <a:lnTo>
                    <a:pt x="275" y="376"/>
                  </a:lnTo>
                  <a:lnTo>
                    <a:pt x="275" y="0"/>
                  </a:lnTo>
                  <a:lnTo>
                    <a:pt x="240" y="0"/>
                  </a:lnTo>
                  <a:lnTo>
                    <a:pt x="240" y="169"/>
                  </a:lnTo>
                  <a:lnTo>
                    <a:pt x="35" y="169"/>
                  </a:lnTo>
                  <a:lnTo>
                    <a:pt x="35" y="0"/>
                  </a:lnTo>
                  <a:lnTo>
                    <a:pt x="0" y="0"/>
                  </a:lnTo>
                  <a:lnTo>
                    <a:pt x="0" y="376"/>
                  </a:lnTo>
                  <a:lnTo>
                    <a:pt x="35" y="376"/>
                  </a:lnTo>
                  <a:lnTo>
                    <a:pt x="35" y="201"/>
                  </a:lnTo>
                  <a:lnTo>
                    <a:pt x="240" y="201"/>
                  </a:lnTo>
                  <a:lnTo>
                    <a:pt x="24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8" name="Freeform 398">
              <a:extLst>
                <a:ext uri="{FF2B5EF4-FFF2-40B4-BE49-F238E27FC236}">
                  <a16:creationId xmlns:a16="http://schemas.microsoft.com/office/drawing/2014/main" id="{9D5B91B8-67EE-7267-3240-568AE6F9E5C8}"/>
                </a:ext>
              </a:extLst>
            </p:cNvPr>
            <p:cNvSpPr>
              <a:spLocks noChangeArrowheads="1"/>
            </p:cNvSpPr>
            <p:nvPr/>
          </p:nvSpPr>
          <p:spPr bwMode="auto">
            <a:xfrm>
              <a:off x="4741863"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1 w 192"/>
                <a:gd name="T17" fmla="*/ 201 h 377"/>
                <a:gd name="T18" fmla="*/ 171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1" y="201"/>
                  </a:lnTo>
                  <a:lnTo>
                    <a:pt x="171"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9" name="Freeform 399">
              <a:extLst>
                <a:ext uri="{FF2B5EF4-FFF2-40B4-BE49-F238E27FC236}">
                  <a16:creationId xmlns:a16="http://schemas.microsoft.com/office/drawing/2014/main" id="{7A2A4C91-A099-8EF8-9E28-AE6EC67F09BD}"/>
                </a:ext>
              </a:extLst>
            </p:cNvPr>
            <p:cNvSpPr>
              <a:spLocks noChangeArrowheads="1"/>
            </p:cNvSpPr>
            <p:nvPr/>
          </p:nvSpPr>
          <p:spPr bwMode="auto">
            <a:xfrm>
              <a:off x="4838700" y="3910013"/>
              <a:ext cx="88900" cy="134937"/>
            </a:xfrm>
            <a:custGeom>
              <a:avLst/>
              <a:gdLst>
                <a:gd name="T0" fmla="*/ 170 w 245"/>
                <a:gd name="T1" fmla="*/ 239 h 377"/>
                <a:gd name="T2" fmla="*/ 170 w 245"/>
                <a:gd name="T3" fmla="*/ 239 h 377"/>
                <a:gd name="T4" fmla="*/ 157 w 245"/>
                <a:gd name="T5" fmla="*/ 222 h 377"/>
                <a:gd name="T6" fmla="*/ 146 w 245"/>
                <a:gd name="T7" fmla="*/ 211 h 377"/>
                <a:gd name="T8" fmla="*/ 132 w 245"/>
                <a:gd name="T9" fmla="*/ 203 h 377"/>
                <a:gd name="T10" fmla="*/ 132 w 245"/>
                <a:gd name="T11" fmla="*/ 201 h 377"/>
                <a:gd name="T12" fmla="*/ 167 w 245"/>
                <a:gd name="T13" fmla="*/ 189 h 377"/>
                <a:gd name="T14" fmla="*/ 195 w 245"/>
                <a:gd name="T15" fmla="*/ 166 h 377"/>
                <a:gd name="T16" fmla="*/ 212 w 245"/>
                <a:gd name="T17" fmla="*/ 137 h 377"/>
                <a:gd name="T18" fmla="*/ 217 w 245"/>
                <a:gd name="T19" fmla="*/ 99 h 377"/>
                <a:gd name="T20" fmla="*/ 209 w 245"/>
                <a:gd name="T21" fmla="*/ 56 h 377"/>
                <a:gd name="T22" fmla="*/ 184 w 245"/>
                <a:gd name="T23" fmla="*/ 26 h 377"/>
                <a:gd name="T24" fmla="*/ 149 w 245"/>
                <a:gd name="T25" fmla="*/ 7 h 377"/>
                <a:gd name="T26" fmla="*/ 107 w 245"/>
                <a:gd name="T27" fmla="*/ 0 h 377"/>
                <a:gd name="T28" fmla="*/ 0 w 245"/>
                <a:gd name="T29" fmla="*/ 0 h 377"/>
                <a:gd name="T30" fmla="*/ 0 w 245"/>
                <a:gd name="T31" fmla="*/ 376 h 377"/>
                <a:gd name="T32" fmla="*/ 35 w 245"/>
                <a:gd name="T33" fmla="*/ 376 h 377"/>
                <a:gd name="T34" fmla="*/ 35 w 245"/>
                <a:gd name="T35" fmla="*/ 212 h 377"/>
                <a:gd name="T36" fmla="*/ 75 w 245"/>
                <a:gd name="T37" fmla="*/ 212 h 377"/>
                <a:gd name="T38" fmla="*/ 97 w 245"/>
                <a:gd name="T39" fmla="*/ 215 h 377"/>
                <a:gd name="T40" fmla="*/ 114 w 245"/>
                <a:gd name="T41" fmla="*/ 225 h 377"/>
                <a:gd name="T42" fmla="*/ 131 w 245"/>
                <a:gd name="T43" fmla="*/ 242 h 377"/>
                <a:gd name="T44" fmla="*/ 148 w 245"/>
                <a:gd name="T45" fmla="*/ 268 h 377"/>
                <a:gd name="T46" fmla="*/ 203 w 245"/>
                <a:gd name="T47" fmla="*/ 376 h 377"/>
                <a:gd name="T48" fmla="*/ 244 w 245"/>
                <a:gd name="T49" fmla="*/ 376 h 377"/>
                <a:gd name="T50" fmla="*/ 181 w 245"/>
                <a:gd name="T51" fmla="*/ 260 h 377"/>
                <a:gd name="T52" fmla="*/ 170 w 245"/>
                <a:gd name="T53" fmla="*/ 239 h 377"/>
                <a:gd name="T54" fmla="*/ 96 w 245"/>
                <a:gd name="T55" fmla="*/ 182 h 377"/>
                <a:gd name="T56" fmla="*/ 96 w 245"/>
                <a:gd name="T57" fmla="*/ 182 h 377"/>
                <a:gd name="T58" fmla="*/ 35 w 245"/>
                <a:gd name="T59" fmla="*/ 182 h 377"/>
                <a:gd name="T60" fmla="*/ 35 w 245"/>
                <a:gd name="T61" fmla="*/ 33 h 377"/>
                <a:gd name="T62" fmla="*/ 99 w 245"/>
                <a:gd name="T63" fmla="*/ 33 h 377"/>
                <a:gd name="T64" fmla="*/ 160 w 245"/>
                <a:gd name="T65" fmla="*/ 52 h 377"/>
                <a:gd name="T66" fmla="*/ 181 w 245"/>
                <a:gd name="T67" fmla="*/ 104 h 377"/>
                <a:gd name="T68" fmla="*/ 175 w 245"/>
                <a:gd name="T69" fmla="*/ 136 h 377"/>
                <a:gd name="T70" fmla="*/ 157 w 245"/>
                <a:gd name="T71" fmla="*/ 159 h 377"/>
                <a:gd name="T72" fmla="*/ 131 w 245"/>
                <a:gd name="T73" fmla="*/ 176 h 377"/>
                <a:gd name="T74" fmla="*/ 96 w 245"/>
                <a:gd name="T75" fmla="*/ 18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5" h="377">
                  <a:moveTo>
                    <a:pt x="170" y="239"/>
                  </a:moveTo>
                  <a:lnTo>
                    <a:pt x="170" y="239"/>
                  </a:lnTo>
                  <a:cubicBezTo>
                    <a:pt x="166" y="233"/>
                    <a:pt x="161" y="228"/>
                    <a:pt x="157" y="222"/>
                  </a:cubicBezTo>
                  <a:cubicBezTo>
                    <a:pt x="155" y="218"/>
                    <a:pt x="150" y="214"/>
                    <a:pt x="146" y="211"/>
                  </a:cubicBezTo>
                  <a:cubicBezTo>
                    <a:pt x="142" y="207"/>
                    <a:pt x="136" y="205"/>
                    <a:pt x="132" y="203"/>
                  </a:cubicBezTo>
                  <a:cubicBezTo>
                    <a:pt x="132" y="201"/>
                    <a:pt x="132" y="201"/>
                    <a:pt x="132" y="201"/>
                  </a:cubicBezTo>
                  <a:cubicBezTo>
                    <a:pt x="145" y="198"/>
                    <a:pt x="157" y="194"/>
                    <a:pt x="167" y="189"/>
                  </a:cubicBezTo>
                  <a:cubicBezTo>
                    <a:pt x="178" y="182"/>
                    <a:pt x="187" y="175"/>
                    <a:pt x="195" y="166"/>
                  </a:cubicBezTo>
                  <a:cubicBezTo>
                    <a:pt x="202" y="158"/>
                    <a:pt x="208" y="148"/>
                    <a:pt x="212" y="137"/>
                  </a:cubicBezTo>
                  <a:cubicBezTo>
                    <a:pt x="216" y="126"/>
                    <a:pt x="217" y="113"/>
                    <a:pt x="217" y="99"/>
                  </a:cubicBezTo>
                  <a:cubicBezTo>
                    <a:pt x="217" y="84"/>
                    <a:pt x="215" y="69"/>
                    <a:pt x="209" y="56"/>
                  </a:cubicBezTo>
                  <a:cubicBezTo>
                    <a:pt x="202" y="45"/>
                    <a:pt x="194" y="34"/>
                    <a:pt x="184" y="26"/>
                  </a:cubicBezTo>
                  <a:cubicBezTo>
                    <a:pt x="173" y="17"/>
                    <a:pt x="161" y="12"/>
                    <a:pt x="149" y="7"/>
                  </a:cubicBezTo>
                  <a:cubicBezTo>
                    <a:pt x="135" y="3"/>
                    <a:pt x="121" y="0"/>
                    <a:pt x="107" y="0"/>
                  </a:cubicBezTo>
                  <a:cubicBezTo>
                    <a:pt x="0" y="0"/>
                    <a:pt x="0" y="0"/>
                    <a:pt x="0" y="0"/>
                  </a:cubicBezTo>
                  <a:cubicBezTo>
                    <a:pt x="0" y="376"/>
                    <a:pt x="0" y="376"/>
                    <a:pt x="0" y="376"/>
                  </a:cubicBezTo>
                  <a:cubicBezTo>
                    <a:pt x="35" y="376"/>
                    <a:pt x="35" y="376"/>
                    <a:pt x="35" y="376"/>
                  </a:cubicBezTo>
                  <a:cubicBezTo>
                    <a:pt x="35" y="212"/>
                    <a:pt x="35" y="212"/>
                    <a:pt x="35" y="212"/>
                  </a:cubicBezTo>
                  <a:cubicBezTo>
                    <a:pt x="75" y="212"/>
                    <a:pt x="75" y="212"/>
                    <a:pt x="75" y="212"/>
                  </a:cubicBezTo>
                  <a:cubicBezTo>
                    <a:pt x="83" y="212"/>
                    <a:pt x="90" y="214"/>
                    <a:pt x="97" y="215"/>
                  </a:cubicBezTo>
                  <a:cubicBezTo>
                    <a:pt x="103" y="218"/>
                    <a:pt x="109" y="221"/>
                    <a:pt x="114" y="225"/>
                  </a:cubicBezTo>
                  <a:cubicBezTo>
                    <a:pt x="120" y="229"/>
                    <a:pt x="125" y="235"/>
                    <a:pt x="131" y="242"/>
                  </a:cubicBezTo>
                  <a:cubicBezTo>
                    <a:pt x="136" y="249"/>
                    <a:pt x="142" y="258"/>
                    <a:pt x="148" y="268"/>
                  </a:cubicBezTo>
                  <a:cubicBezTo>
                    <a:pt x="203" y="376"/>
                    <a:pt x="203" y="376"/>
                    <a:pt x="203" y="376"/>
                  </a:cubicBezTo>
                  <a:cubicBezTo>
                    <a:pt x="244" y="376"/>
                    <a:pt x="244" y="376"/>
                    <a:pt x="244" y="376"/>
                  </a:cubicBezTo>
                  <a:cubicBezTo>
                    <a:pt x="181" y="260"/>
                    <a:pt x="181" y="260"/>
                    <a:pt x="181" y="260"/>
                  </a:cubicBezTo>
                  <a:cubicBezTo>
                    <a:pt x="177" y="252"/>
                    <a:pt x="173" y="245"/>
                    <a:pt x="170" y="239"/>
                  </a:cubicBezTo>
                  <a:close/>
                  <a:moveTo>
                    <a:pt x="96" y="182"/>
                  </a:moveTo>
                  <a:lnTo>
                    <a:pt x="96" y="182"/>
                  </a:lnTo>
                  <a:cubicBezTo>
                    <a:pt x="35" y="182"/>
                    <a:pt x="35" y="182"/>
                    <a:pt x="35" y="182"/>
                  </a:cubicBezTo>
                  <a:cubicBezTo>
                    <a:pt x="35" y="33"/>
                    <a:pt x="35" y="33"/>
                    <a:pt x="35" y="33"/>
                  </a:cubicBezTo>
                  <a:cubicBezTo>
                    <a:pt x="99" y="33"/>
                    <a:pt x="99" y="33"/>
                    <a:pt x="99" y="33"/>
                  </a:cubicBezTo>
                  <a:cubicBezTo>
                    <a:pt x="125" y="33"/>
                    <a:pt x="146" y="40"/>
                    <a:pt x="160" y="52"/>
                  </a:cubicBezTo>
                  <a:cubicBezTo>
                    <a:pt x="174" y="65"/>
                    <a:pt x="181" y="81"/>
                    <a:pt x="181" y="104"/>
                  </a:cubicBezTo>
                  <a:cubicBezTo>
                    <a:pt x="181" y="115"/>
                    <a:pt x="180" y="126"/>
                    <a:pt x="175" y="136"/>
                  </a:cubicBezTo>
                  <a:cubicBezTo>
                    <a:pt x="171" y="146"/>
                    <a:pt x="166" y="154"/>
                    <a:pt x="157" y="159"/>
                  </a:cubicBezTo>
                  <a:cubicBezTo>
                    <a:pt x="150" y="166"/>
                    <a:pt x="142" y="172"/>
                    <a:pt x="131" y="176"/>
                  </a:cubicBezTo>
                  <a:cubicBezTo>
                    <a:pt x="121" y="179"/>
                    <a:pt x="109" y="182"/>
                    <a:pt x="96" y="1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0" name="Freeform 400">
              <a:extLst>
                <a:ext uri="{FF2B5EF4-FFF2-40B4-BE49-F238E27FC236}">
                  <a16:creationId xmlns:a16="http://schemas.microsoft.com/office/drawing/2014/main" id="{098A97B5-0275-04BC-EAF1-7453E27B1286}"/>
                </a:ext>
              </a:extLst>
            </p:cNvPr>
            <p:cNvSpPr>
              <a:spLocks noChangeArrowheads="1"/>
            </p:cNvSpPr>
            <p:nvPr/>
          </p:nvSpPr>
          <p:spPr bwMode="auto">
            <a:xfrm>
              <a:off x="5002213" y="3910013"/>
              <a:ext cx="66675" cy="134937"/>
            </a:xfrm>
            <a:custGeom>
              <a:avLst/>
              <a:gdLst>
                <a:gd name="T0" fmla="*/ 35 w 186"/>
                <a:gd name="T1" fmla="*/ 0 h 377"/>
                <a:gd name="T2" fmla="*/ 0 w 186"/>
                <a:gd name="T3" fmla="*/ 0 h 377"/>
                <a:gd name="T4" fmla="*/ 0 w 186"/>
                <a:gd name="T5" fmla="*/ 376 h 377"/>
                <a:gd name="T6" fmla="*/ 185 w 186"/>
                <a:gd name="T7" fmla="*/ 376 h 377"/>
                <a:gd name="T8" fmla="*/ 185 w 186"/>
                <a:gd name="T9" fmla="*/ 345 h 377"/>
                <a:gd name="T10" fmla="*/ 35 w 186"/>
                <a:gd name="T11" fmla="*/ 345 h 377"/>
                <a:gd name="T12" fmla="*/ 35 w 186"/>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6" h="377">
                  <a:moveTo>
                    <a:pt x="35" y="0"/>
                  </a:moveTo>
                  <a:lnTo>
                    <a:pt x="0" y="0"/>
                  </a:lnTo>
                  <a:lnTo>
                    <a:pt x="0" y="376"/>
                  </a:lnTo>
                  <a:lnTo>
                    <a:pt x="185" y="376"/>
                  </a:lnTo>
                  <a:lnTo>
                    <a:pt x="185"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1" name="Freeform 401">
              <a:extLst>
                <a:ext uri="{FF2B5EF4-FFF2-40B4-BE49-F238E27FC236}">
                  <a16:creationId xmlns:a16="http://schemas.microsoft.com/office/drawing/2014/main" id="{355F21C2-2FA8-54E7-D409-38BC78ADFBD0}"/>
                </a:ext>
              </a:extLst>
            </p:cNvPr>
            <p:cNvSpPr>
              <a:spLocks noChangeArrowheads="1"/>
            </p:cNvSpPr>
            <p:nvPr/>
          </p:nvSpPr>
          <p:spPr bwMode="auto">
            <a:xfrm>
              <a:off x="5092700" y="391001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2" name="Freeform 402">
              <a:extLst>
                <a:ext uri="{FF2B5EF4-FFF2-40B4-BE49-F238E27FC236}">
                  <a16:creationId xmlns:a16="http://schemas.microsoft.com/office/drawing/2014/main" id="{B5368EEC-28A0-D708-67D7-FA54E95EC49D}"/>
                </a:ext>
              </a:extLst>
            </p:cNvPr>
            <p:cNvSpPr>
              <a:spLocks noChangeArrowheads="1"/>
            </p:cNvSpPr>
            <p:nvPr/>
          </p:nvSpPr>
          <p:spPr bwMode="auto">
            <a:xfrm>
              <a:off x="5140325" y="3910013"/>
              <a:ext cx="106363" cy="134937"/>
            </a:xfrm>
            <a:custGeom>
              <a:avLst/>
              <a:gdLst>
                <a:gd name="T0" fmla="*/ 293 w 294"/>
                <a:gd name="T1" fmla="*/ 376 h 377"/>
                <a:gd name="T2" fmla="*/ 293 w 294"/>
                <a:gd name="T3" fmla="*/ 376 h 377"/>
                <a:gd name="T4" fmla="*/ 293 w 294"/>
                <a:gd name="T5" fmla="*/ 0 h 377"/>
                <a:gd name="T6" fmla="*/ 257 w 294"/>
                <a:gd name="T7" fmla="*/ 0 h 377"/>
                <a:gd name="T8" fmla="*/ 257 w 294"/>
                <a:gd name="T9" fmla="*/ 279 h 377"/>
                <a:gd name="T10" fmla="*/ 258 w 294"/>
                <a:gd name="T11" fmla="*/ 303 h 377"/>
                <a:gd name="T12" fmla="*/ 260 w 294"/>
                <a:gd name="T13" fmla="*/ 323 h 377"/>
                <a:gd name="T14" fmla="*/ 258 w 294"/>
                <a:gd name="T15" fmla="*/ 323 h 377"/>
                <a:gd name="T16" fmla="*/ 252 w 294"/>
                <a:gd name="T17" fmla="*/ 311 h 377"/>
                <a:gd name="T18" fmla="*/ 243 w 294"/>
                <a:gd name="T19" fmla="*/ 299 h 377"/>
                <a:gd name="T20" fmla="*/ 38 w 294"/>
                <a:gd name="T21" fmla="*/ 0 h 377"/>
                <a:gd name="T22" fmla="*/ 0 w 294"/>
                <a:gd name="T23" fmla="*/ 0 h 377"/>
                <a:gd name="T24" fmla="*/ 0 w 294"/>
                <a:gd name="T25" fmla="*/ 376 h 377"/>
                <a:gd name="T26" fmla="*/ 35 w 294"/>
                <a:gd name="T27" fmla="*/ 376 h 377"/>
                <a:gd name="T28" fmla="*/ 35 w 294"/>
                <a:gd name="T29" fmla="*/ 86 h 377"/>
                <a:gd name="T30" fmla="*/ 34 w 294"/>
                <a:gd name="T31" fmla="*/ 65 h 377"/>
                <a:gd name="T32" fmla="*/ 34 w 294"/>
                <a:gd name="T33" fmla="*/ 52 h 377"/>
                <a:gd name="T34" fmla="*/ 35 w 294"/>
                <a:gd name="T35" fmla="*/ 52 h 377"/>
                <a:gd name="T36" fmla="*/ 41 w 294"/>
                <a:gd name="T37" fmla="*/ 63 h 377"/>
                <a:gd name="T38" fmla="*/ 48 w 294"/>
                <a:gd name="T39" fmla="*/ 76 h 377"/>
                <a:gd name="T40" fmla="*/ 257 w 294"/>
                <a:gd name="T41" fmla="*/ 376 h 377"/>
                <a:gd name="T42" fmla="*/ 293 w 294"/>
                <a:gd name="T43" fmla="*/ 376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93" y="376"/>
                  </a:moveTo>
                  <a:lnTo>
                    <a:pt x="293" y="376"/>
                  </a:lnTo>
                  <a:cubicBezTo>
                    <a:pt x="293" y="0"/>
                    <a:pt x="293" y="0"/>
                    <a:pt x="293" y="0"/>
                  </a:cubicBezTo>
                  <a:cubicBezTo>
                    <a:pt x="257" y="0"/>
                    <a:pt x="257" y="0"/>
                    <a:pt x="257" y="0"/>
                  </a:cubicBezTo>
                  <a:cubicBezTo>
                    <a:pt x="257" y="279"/>
                    <a:pt x="257" y="279"/>
                    <a:pt x="257" y="279"/>
                  </a:cubicBezTo>
                  <a:cubicBezTo>
                    <a:pt x="257" y="289"/>
                    <a:pt x="258" y="296"/>
                    <a:pt x="258" y="303"/>
                  </a:cubicBezTo>
                  <a:cubicBezTo>
                    <a:pt x="258" y="311"/>
                    <a:pt x="258" y="317"/>
                    <a:pt x="260" y="323"/>
                  </a:cubicBezTo>
                  <a:cubicBezTo>
                    <a:pt x="258" y="323"/>
                    <a:pt x="258" y="323"/>
                    <a:pt x="258" y="323"/>
                  </a:cubicBezTo>
                  <a:cubicBezTo>
                    <a:pt x="257" y="320"/>
                    <a:pt x="254" y="316"/>
                    <a:pt x="252" y="311"/>
                  </a:cubicBezTo>
                  <a:cubicBezTo>
                    <a:pt x="249" y="307"/>
                    <a:pt x="246" y="303"/>
                    <a:pt x="243" y="299"/>
                  </a:cubicBezTo>
                  <a:cubicBezTo>
                    <a:pt x="38" y="0"/>
                    <a:pt x="38" y="0"/>
                    <a:pt x="38"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4" y="70"/>
                    <a:pt x="34" y="65"/>
                  </a:cubicBezTo>
                  <a:cubicBezTo>
                    <a:pt x="34" y="59"/>
                    <a:pt x="34" y="55"/>
                    <a:pt x="34" y="52"/>
                  </a:cubicBezTo>
                  <a:cubicBezTo>
                    <a:pt x="35" y="52"/>
                    <a:pt x="35" y="52"/>
                    <a:pt x="35" y="52"/>
                  </a:cubicBezTo>
                  <a:cubicBezTo>
                    <a:pt x="37" y="55"/>
                    <a:pt x="38" y="59"/>
                    <a:pt x="41" y="63"/>
                  </a:cubicBezTo>
                  <a:cubicBezTo>
                    <a:pt x="44" y="67"/>
                    <a:pt x="47" y="72"/>
                    <a:pt x="48" y="76"/>
                  </a:cubicBezTo>
                  <a:cubicBezTo>
                    <a:pt x="257" y="376"/>
                    <a:pt x="257" y="376"/>
                    <a:pt x="257" y="376"/>
                  </a:cubicBezTo>
                  <a:lnTo>
                    <a:pt x="293"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3" name="Freeform 403">
              <a:extLst>
                <a:ext uri="{FF2B5EF4-FFF2-40B4-BE49-F238E27FC236}">
                  <a16:creationId xmlns:a16="http://schemas.microsoft.com/office/drawing/2014/main" id="{A6DB8DCA-04C8-CF14-F696-ACA6A78D7F8B}"/>
                </a:ext>
              </a:extLst>
            </p:cNvPr>
            <p:cNvSpPr>
              <a:spLocks noChangeArrowheads="1"/>
            </p:cNvSpPr>
            <p:nvPr/>
          </p:nvSpPr>
          <p:spPr bwMode="auto">
            <a:xfrm>
              <a:off x="5280025" y="3910013"/>
              <a:ext cx="69850" cy="134937"/>
            </a:xfrm>
            <a:custGeom>
              <a:avLst/>
              <a:gdLst>
                <a:gd name="T0" fmla="*/ 182 w 192"/>
                <a:gd name="T1" fmla="*/ 33 h 377"/>
                <a:gd name="T2" fmla="*/ 182 w 192"/>
                <a:gd name="T3" fmla="*/ 0 h 377"/>
                <a:gd name="T4" fmla="*/ 0 w 192"/>
                <a:gd name="T5" fmla="*/ 0 h 377"/>
                <a:gd name="T6" fmla="*/ 0 w 192"/>
                <a:gd name="T7" fmla="*/ 376 h 377"/>
                <a:gd name="T8" fmla="*/ 191 w 192"/>
                <a:gd name="T9" fmla="*/ 376 h 377"/>
                <a:gd name="T10" fmla="*/ 191 w 192"/>
                <a:gd name="T11" fmla="*/ 345 h 377"/>
                <a:gd name="T12" fmla="*/ 34 w 192"/>
                <a:gd name="T13" fmla="*/ 345 h 377"/>
                <a:gd name="T14" fmla="*/ 34 w 192"/>
                <a:gd name="T15" fmla="*/ 201 h 377"/>
                <a:gd name="T16" fmla="*/ 173 w 192"/>
                <a:gd name="T17" fmla="*/ 201 h 377"/>
                <a:gd name="T18" fmla="*/ 173 w 192"/>
                <a:gd name="T19" fmla="*/ 171 h 377"/>
                <a:gd name="T20" fmla="*/ 34 w 192"/>
                <a:gd name="T21" fmla="*/ 171 h 377"/>
                <a:gd name="T22" fmla="*/ 34 w 192"/>
                <a:gd name="T23" fmla="*/ 33 h 377"/>
                <a:gd name="T24" fmla="*/ 182 w 192"/>
                <a:gd name="T25" fmla="*/ 33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2" h="377">
                  <a:moveTo>
                    <a:pt x="182" y="33"/>
                  </a:moveTo>
                  <a:lnTo>
                    <a:pt x="182" y="0"/>
                  </a:lnTo>
                  <a:lnTo>
                    <a:pt x="0" y="0"/>
                  </a:lnTo>
                  <a:lnTo>
                    <a:pt x="0" y="376"/>
                  </a:lnTo>
                  <a:lnTo>
                    <a:pt x="191" y="376"/>
                  </a:lnTo>
                  <a:lnTo>
                    <a:pt x="191" y="345"/>
                  </a:lnTo>
                  <a:lnTo>
                    <a:pt x="34" y="345"/>
                  </a:lnTo>
                  <a:lnTo>
                    <a:pt x="34" y="201"/>
                  </a:lnTo>
                  <a:lnTo>
                    <a:pt x="173" y="201"/>
                  </a:lnTo>
                  <a:lnTo>
                    <a:pt x="173" y="171"/>
                  </a:lnTo>
                  <a:lnTo>
                    <a:pt x="34" y="171"/>
                  </a:lnTo>
                  <a:lnTo>
                    <a:pt x="34" y="33"/>
                  </a:lnTo>
                  <a:lnTo>
                    <a:pt x="182" y="33"/>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4" name="Freeform 404">
              <a:extLst>
                <a:ext uri="{FF2B5EF4-FFF2-40B4-BE49-F238E27FC236}">
                  <a16:creationId xmlns:a16="http://schemas.microsoft.com/office/drawing/2014/main" id="{598CE948-35F4-4B25-0FB5-A63CBA322729}"/>
                </a:ext>
              </a:extLst>
            </p:cNvPr>
            <p:cNvSpPr>
              <a:spLocks noChangeArrowheads="1"/>
            </p:cNvSpPr>
            <p:nvPr/>
          </p:nvSpPr>
          <p:spPr bwMode="auto">
            <a:xfrm>
              <a:off x="5430838" y="3910013"/>
              <a:ext cx="12700" cy="134937"/>
            </a:xfrm>
            <a:custGeom>
              <a:avLst/>
              <a:gdLst>
                <a:gd name="T0" fmla="*/ 0 w 35"/>
                <a:gd name="T1" fmla="*/ 376 h 377"/>
                <a:gd name="T2" fmla="*/ 34 w 35"/>
                <a:gd name="T3" fmla="*/ 376 h 377"/>
                <a:gd name="T4" fmla="*/ 34 w 35"/>
                <a:gd name="T5" fmla="*/ 0 h 377"/>
                <a:gd name="T6" fmla="*/ 0 w 35"/>
                <a:gd name="T7" fmla="*/ 0 h 377"/>
                <a:gd name="T8" fmla="*/ 0 w 35"/>
                <a:gd name="T9" fmla="*/ 376 h 377"/>
              </a:gdLst>
              <a:ahLst/>
              <a:cxnLst>
                <a:cxn ang="0">
                  <a:pos x="T0" y="T1"/>
                </a:cxn>
                <a:cxn ang="0">
                  <a:pos x="T2" y="T3"/>
                </a:cxn>
                <a:cxn ang="0">
                  <a:pos x="T4" y="T5"/>
                </a:cxn>
                <a:cxn ang="0">
                  <a:pos x="T6" y="T7"/>
                </a:cxn>
                <a:cxn ang="0">
                  <a:pos x="T8" y="T9"/>
                </a:cxn>
              </a:cxnLst>
              <a:rect l="0" t="0" r="r" b="b"/>
              <a:pathLst>
                <a:path w="35" h="377">
                  <a:moveTo>
                    <a:pt x="0" y="376"/>
                  </a:moveTo>
                  <a:lnTo>
                    <a:pt x="34" y="376"/>
                  </a:lnTo>
                  <a:lnTo>
                    <a:pt x="34"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5" name="Freeform 405">
              <a:extLst>
                <a:ext uri="{FF2B5EF4-FFF2-40B4-BE49-F238E27FC236}">
                  <a16:creationId xmlns:a16="http://schemas.microsoft.com/office/drawing/2014/main" id="{6A5204EC-33EA-20C9-17AE-8AA775A5F5EB}"/>
                </a:ext>
              </a:extLst>
            </p:cNvPr>
            <p:cNvSpPr>
              <a:spLocks noChangeArrowheads="1"/>
            </p:cNvSpPr>
            <p:nvPr/>
          </p:nvSpPr>
          <p:spPr bwMode="auto">
            <a:xfrm>
              <a:off x="5470525" y="3908425"/>
              <a:ext cx="98425" cy="139700"/>
            </a:xfrm>
            <a:custGeom>
              <a:avLst/>
              <a:gdLst>
                <a:gd name="T0" fmla="*/ 110 w 274"/>
                <a:gd name="T1" fmla="*/ 15 h 389"/>
                <a:gd name="T2" fmla="*/ 110 w 274"/>
                <a:gd name="T3" fmla="*/ 15 h 389"/>
                <a:gd name="T4" fmla="*/ 50 w 274"/>
                <a:gd name="T5" fmla="*/ 57 h 389"/>
                <a:gd name="T6" fmla="*/ 12 w 274"/>
                <a:gd name="T7" fmla="*/ 121 h 389"/>
                <a:gd name="T8" fmla="*/ 0 w 274"/>
                <a:gd name="T9" fmla="*/ 201 h 389"/>
                <a:gd name="T10" fmla="*/ 12 w 274"/>
                <a:gd name="T11" fmla="*/ 276 h 389"/>
                <a:gd name="T12" fmla="*/ 47 w 274"/>
                <a:gd name="T13" fmla="*/ 335 h 389"/>
                <a:gd name="T14" fmla="*/ 102 w 274"/>
                <a:gd name="T15" fmla="*/ 374 h 389"/>
                <a:gd name="T16" fmla="*/ 174 w 274"/>
                <a:gd name="T17" fmla="*/ 388 h 389"/>
                <a:gd name="T18" fmla="*/ 273 w 274"/>
                <a:gd name="T19" fmla="*/ 367 h 389"/>
                <a:gd name="T20" fmla="*/ 273 w 274"/>
                <a:gd name="T21" fmla="*/ 333 h 389"/>
                <a:gd name="T22" fmla="*/ 178 w 274"/>
                <a:gd name="T23" fmla="*/ 355 h 389"/>
                <a:gd name="T24" fmla="*/ 117 w 274"/>
                <a:gd name="T25" fmla="*/ 343 h 389"/>
                <a:gd name="T26" fmla="*/ 72 w 274"/>
                <a:gd name="T27" fmla="*/ 309 h 389"/>
                <a:gd name="T28" fmla="*/ 44 w 274"/>
                <a:gd name="T29" fmla="*/ 259 h 389"/>
                <a:gd name="T30" fmla="*/ 36 w 274"/>
                <a:gd name="T31" fmla="*/ 198 h 389"/>
                <a:gd name="T32" fmla="*/ 46 w 274"/>
                <a:gd name="T33" fmla="*/ 132 h 389"/>
                <a:gd name="T34" fmla="*/ 75 w 274"/>
                <a:gd name="T35" fmla="*/ 79 h 389"/>
                <a:gd name="T36" fmla="*/ 122 w 274"/>
                <a:gd name="T37" fmla="*/ 45 h 389"/>
                <a:gd name="T38" fmla="*/ 188 w 274"/>
                <a:gd name="T39" fmla="*/ 32 h 389"/>
                <a:gd name="T40" fmla="*/ 273 w 274"/>
                <a:gd name="T41" fmla="*/ 51 h 389"/>
                <a:gd name="T42" fmla="*/ 273 w 274"/>
                <a:gd name="T43" fmla="*/ 14 h 389"/>
                <a:gd name="T44" fmla="*/ 188 w 274"/>
                <a:gd name="T45" fmla="*/ 0 h 389"/>
                <a:gd name="T46" fmla="*/ 110 w 274"/>
                <a:gd name="T47" fmla="*/ 1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4" h="389">
                  <a:moveTo>
                    <a:pt x="110" y="15"/>
                  </a:moveTo>
                  <a:lnTo>
                    <a:pt x="110" y="15"/>
                  </a:lnTo>
                  <a:cubicBezTo>
                    <a:pt x="86" y="25"/>
                    <a:pt x="67" y="40"/>
                    <a:pt x="50" y="57"/>
                  </a:cubicBezTo>
                  <a:cubicBezTo>
                    <a:pt x="33" y="75"/>
                    <a:pt x="21" y="98"/>
                    <a:pt x="12" y="121"/>
                  </a:cubicBezTo>
                  <a:cubicBezTo>
                    <a:pt x="4" y="146"/>
                    <a:pt x="0" y="173"/>
                    <a:pt x="0" y="201"/>
                  </a:cubicBezTo>
                  <a:cubicBezTo>
                    <a:pt x="0" y="229"/>
                    <a:pt x="4" y="252"/>
                    <a:pt x="12" y="276"/>
                  </a:cubicBezTo>
                  <a:cubicBezTo>
                    <a:pt x="19" y="298"/>
                    <a:pt x="32" y="318"/>
                    <a:pt x="47" y="335"/>
                  </a:cubicBezTo>
                  <a:cubicBezTo>
                    <a:pt x="63" y="351"/>
                    <a:pt x="81" y="364"/>
                    <a:pt x="102" y="374"/>
                  </a:cubicBezTo>
                  <a:cubicBezTo>
                    <a:pt x="124" y="383"/>
                    <a:pt x="148" y="388"/>
                    <a:pt x="174" y="388"/>
                  </a:cubicBezTo>
                  <a:cubicBezTo>
                    <a:pt x="212" y="388"/>
                    <a:pt x="245" y="381"/>
                    <a:pt x="273" y="367"/>
                  </a:cubicBezTo>
                  <a:cubicBezTo>
                    <a:pt x="273" y="333"/>
                    <a:pt x="273" y="333"/>
                    <a:pt x="273" y="333"/>
                  </a:cubicBezTo>
                  <a:cubicBezTo>
                    <a:pt x="247" y="349"/>
                    <a:pt x="215" y="355"/>
                    <a:pt x="178" y="355"/>
                  </a:cubicBezTo>
                  <a:cubicBezTo>
                    <a:pt x="155" y="355"/>
                    <a:pt x="134" y="351"/>
                    <a:pt x="117" y="343"/>
                  </a:cubicBezTo>
                  <a:cubicBezTo>
                    <a:pt x="99" y="335"/>
                    <a:pt x="83" y="323"/>
                    <a:pt x="72" y="309"/>
                  </a:cubicBezTo>
                  <a:cubicBezTo>
                    <a:pt x="60" y="296"/>
                    <a:pt x="51" y="279"/>
                    <a:pt x="44" y="259"/>
                  </a:cubicBezTo>
                  <a:cubicBezTo>
                    <a:pt x="39" y="240"/>
                    <a:pt x="36" y="220"/>
                    <a:pt x="36" y="198"/>
                  </a:cubicBezTo>
                  <a:cubicBezTo>
                    <a:pt x="36" y="174"/>
                    <a:pt x="39" y="152"/>
                    <a:pt x="46" y="132"/>
                  </a:cubicBezTo>
                  <a:cubicBezTo>
                    <a:pt x="53" y="111"/>
                    <a:pt x="63" y="93"/>
                    <a:pt x="75" y="79"/>
                  </a:cubicBezTo>
                  <a:cubicBezTo>
                    <a:pt x="88" y="64"/>
                    <a:pt x="104" y="53"/>
                    <a:pt x="122" y="45"/>
                  </a:cubicBezTo>
                  <a:cubicBezTo>
                    <a:pt x="142" y="36"/>
                    <a:pt x="163" y="32"/>
                    <a:pt x="188" y="32"/>
                  </a:cubicBezTo>
                  <a:cubicBezTo>
                    <a:pt x="217" y="32"/>
                    <a:pt x="247" y="38"/>
                    <a:pt x="273" y="51"/>
                  </a:cubicBezTo>
                  <a:cubicBezTo>
                    <a:pt x="273" y="14"/>
                    <a:pt x="273" y="14"/>
                    <a:pt x="273" y="14"/>
                  </a:cubicBezTo>
                  <a:cubicBezTo>
                    <a:pt x="248" y="4"/>
                    <a:pt x="220" y="0"/>
                    <a:pt x="188" y="0"/>
                  </a:cubicBezTo>
                  <a:cubicBezTo>
                    <a:pt x="159" y="0"/>
                    <a:pt x="134" y="5"/>
                    <a:pt x="11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6" name="Freeform 406">
              <a:extLst>
                <a:ext uri="{FF2B5EF4-FFF2-40B4-BE49-F238E27FC236}">
                  <a16:creationId xmlns:a16="http://schemas.microsoft.com/office/drawing/2014/main" id="{0E303A63-391B-FCA0-CC36-CCB59F153FA6}"/>
                </a:ext>
              </a:extLst>
            </p:cNvPr>
            <p:cNvSpPr>
              <a:spLocks noChangeArrowheads="1"/>
            </p:cNvSpPr>
            <p:nvPr/>
          </p:nvSpPr>
          <p:spPr bwMode="auto">
            <a:xfrm>
              <a:off x="5586413" y="3908425"/>
              <a:ext cx="127000" cy="139700"/>
            </a:xfrm>
            <a:custGeom>
              <a:avLst/>
              <a:gdLst>
                <a:gd name="T0" fmla="*/ 307 w 354"/>
                <a:gd name="T1" fmla="*/ 330 h 389"/>
                <a:gd name="T2" fmla="*/ 307 w 354"/>
                <a:gd name="T3" fmla="*/ 330 h 389"/>
                <a:gd name="T4" fmla="*/ 340 w 354"/>
                <a:gd name="T5" fmla="*/ 268 h 389"/>
                <a:gd name="T6" fmla="*/ 353 w 354"/>
                <a:gd name="T7" fmla="*/ 188 h 389"/>
                <a:gd name="T8" fmla="*/ 340 w 354"/>
                <a:gd name="T9" fmla="*/ 113 h 389"/>
                <a:gd name="T10" fmla="*/ 307 w 354"/>
                <a:gd name="T11" fmla="*/ 53 h 389"/>
                <a:gd name="T12" fmla="*/ 252 w 354"/>
                <a:gd name="T13" fmla="*/ 14 h 389"/>
                <a:gd name="T14" fmla="*/ 181 w 354"/>
                <a:gd name="T15" fmla="*/ 0 h 389"/>
                <a:gd name="T16" fmla="*/ 104 w 354"/>
                <a:gd name="T17" fmla="*/ 14 h 389"/>
                <a:gd name="T18" fmla="*/ 47 w 354"/>
                <a:gd name="T19" fmla="*/ 54 h 389"/>
                <a:gd name="T20" fmla="*/ 11 w 354"/>
                <a:gd name="T21" fmla="*/ 117 h 389"/>
                <a:gd name="T22" fmla="*/ 0 w 354"/>
                <a:gd name="T23" fmla="*/ 198 h 389"/>
                <a:gd name="T24" fmla="*/ 11 w 354"/>
                <a:gd name="T25" fmla="*/ 272 h 389"/>
                <a:gd name="T26" fmla="*/ 46 w 354"/>
                <a:gd name="T27" fmla="*/ 332 h 389"/>
                <a:gd name="T28" fmla="*/ 102 w 354"/>
                <a:gd name="T29" fmla="*/ 372 h 389"/>
                <a:gd name="T30" fmla="*/ 174 w 354"/>
                <a:gd name="T31" fmla="*/ 388 h 389"/>
                <a:gd name="T32" fmla="*/ 251 w 354"/>
                <a:gd name="T33" fmla="*/ 372 h 389"/>
                <a:gd name="T34" fmla="*/ 307 w 354"/>
                <a:gd name="T35" fmla="*/ 330 h 389"/>
                <a:gd name="T36" fmla="*/ 174 w 354"/>
                <a:gd name="T37" fmla="*/ 355 h 389"/>
                <a:gd name="T38" fmla="*/ 174 w 354"/>
                <a:gd name="T39" fmla="*/ 355 h 389"/>
                <a:gd name="T40" fmla="*/ 113 w 354"/>
                <a:gd name="T41" fmla="*/ 343 h 389"/>
                <a:gd name="T42" fmla="*/ 69 w 354"/>
                <a:gd name="T43" fmla="*/ 307 h 389"/>
                <a:gd name="T44" fmla="*/ 44 w 354"/>
                <a:gd name="T45" fmla="*/ 255 h 389"/>
                <a:gd name="T46" fmla="*/ 36 w 354"/>
                <a:gd name="T47" fmla="*/ 194 h 389"/>
                <a:gd name="T48" fmla="*/ 46 w 354"/>
                <a:gd name="T49" fmla="*/ 131 h 389"/>
                <a:gd name="T50" fmla="*/ 72 w 354"/>
                <a:gd name="T51" fmla="*/ 79 h 389"/>
                <a:gd name="T52" fmla="*/ 117 w 354"/>
                <a:gd name="T53" fmla="*/ 45 h 389"/>
                <a:gd name="T54" fmla="*/ 177 w 354"/>
                <a:gd name="T55" fmla="*/ 32 h 389"/>
                <a:gd name="T56" fmla="*/ 240 w 354"/>
                <a:gd name="T57" fmla="*/ 45 h 389"/>
                <a:gd name="T58" fmla="*/ 283 w 354"/>
                <a:gd name="T59" fmla="*/ 79 h 389"/>
                <a:gd name="T60" fmla="*/ 308 w 354"/>
                <a:gd name="T61" fmla="*/ 131 h 389"/>
                <a:gd name="T62" fmla="*/ 316 w 354"/>
                <a:gd name="T63" fmla="*/ 194 h 389"/>
                <a:gd name="T64" fmla="*/ 307 w 354"/>
                <a:gd name="T65" fmla="*/ 259 h 389"/>
                <a:gd name="T66" fmla="*/ 280 w 354"/>
                <a:gd name="T67" fmla="*/ 309 h 389"/>
                <a:gd name="T68" fmla="*/ 235 w 354"/>
                <a:gd name="T69" fmla="*/ 344 h 389"/>
                <a:gd name="T70" fmla="*/ 174 w 354"/>
                <a:gd name="T71" fmla="*/ 355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4" h="389">
                  <a:moveTo>
                    <a:pt x="307" y="330"/>
                  </a:moveTo>
                  <a:lnTo>
                    <a:pt x="307" y="330"/>
                  </a:lnTo>
                  <a:cubicBezTo>
                    <a:pt x="322" y="312"/>
                    <a:pt x="333" y="291"/>
                    <a:pt x="340" y="268"/>
                  </a:cubicBezTo>
                  <a:cubicBezTo>
                    <a:pt x="348" y="243"/>
                    <a:pt x="353" y="217"/>
                    <a:pt x="353" y="188"/>
                  </a:cubicBezTo>
                  <a:cubicBezTo>
                    <a:pt x="353" y="162"/>
                    <a:pt x="348" y="137"/>
                    <a:pt x="340" y="113"/>
                  </a:cubicBezTo>
                  <a:cubicBezTo>
                    <a:pt x="332" y="91"/>
                    <a:pt x="320" y="71"/>
                    <a:pt x="307" y="53"/>
                  </a:cubicBezTo>
                  <a:cubicBezTo>
                    <a:pt x="291" y="36"/>
                    <a:pt x="273" y="24"/>
                    <a:pt x="252" y="14"/>
                  </a:cubicBezTo>
                  <a:cubicBezTo>
                    <a:pt x="231" y="4"/>
                    <a:pt x="208" y="0"/>
                    <a:pt x="181" y="0"/>
                  </a:cubicBezTo>
                  <a:cubicBezTo>
                    <a:pt x="152" y="0"/>
                    <a:pt x="127" y="4"/>
                    <a:pt x="104" y="14"/>
                  </a:cubicBezTo>
                  <a:cubicBezTo>
                    <a:pt x="82" y="24"/>
                    <a:pt x="62" y="38"/>
                    <a:pt x="47" y="54"/>
                  </a:cubicBezTo>
                  <a:cubicBezTo>
                    <a:pt x="32" y="72"/>
                    <a:pt x="19" y="93"/>
                    <a:pt x="11" y="117"/>
                  </a:cubicBezTo>
                  <a:cubicBezTo>
                    <a:pt x="4" y="142"/>
                    <a:pt x="0" y="169"/>
                    <a:pt x="0" y="198"/>
                  </a:cubicBezTo>
                  <a:cubicBezTo>
                    <a:pt x="0" y="224"/>
                    <a:pt x="4" y="250"/>
                    <a:pt x="11" y="272"/>
                  </a:cubicBezTo>
                  <a:cubicBezTo>
                    <a:pt x="19" y="296"/>
                    <a:pt x="32" y="315"/>
                    <a:pt x="46" y="332"/>
                  </a:cubicBezTo>
                  <a:cubicBezTo>
                    <a:pt x="61" y="350"/>
                    <a:pt x="79" y="362"/>
                    <a:pt x="102" y="372"/>
                  </a:cubicBezTo>
                  <a:cubicBezTo>
                    <a:pt x="122" y="382"/>
                    <a:pt x="148" y="388"/>
                    <a:pt x="174" y="388"/>
                  </a:cubicBezTo>
                  <a:cubicBezTo>
                    <a:pt x="203" y="388"/>
                    <a:pt x="228" y="382"/>
                    <a:pt x="251" y="372"/>
                  </a:cubicBezTo>
                  <a:cubicBezTo>
                    <a:pt x="273" y="362"/>
                    <a:pt x="291" y="349"/>
                    <a:pt x="307" y="330"/>
                  </a:cubicBezTo>
                  <a:close/>
                  <a:moveTo>
                    <a:pt x="174" y="355"/>
                  </a:moveTo>
                  <a:lnTo>
                    <a:pt x="174" y="355"/>
                  </a:lnTo>
                  <a:cubicBezTo>
                    <a:pt x="150" y="355"/>
                    <a:pt x="131" y="351"/>
                    <a:pt x="113" y="343"/>
                  </a:cubicBezTo>
                  <a:cubicBezTo>
                    <a:pt x="96" y="333"/>
                    <a:pt x="81" y="322"/>
                    <a:pt x="69" y="307"/>
                  </a:cubicBezTo>
                  <a:cubicBezTo>
                    <a:pt x="58" y="291"/>
                    <a:pt x="50" y="275"/>
                    <a:pt x="44" y="255"/>
                  </a:cubicBezTo>
                  <a:cubicBezTo>
                    <a:pt x="39" y="236"/>
                    <a:pt x="36" y="216"/>
                    <a:pt x="36" y="194"/>
                  </a:cubicBezTo>
                  <a:cubicBezTo>
                    <a:pt x="36" y="171"/>
                    <a:pt x="39" y="151"/>
                    <a:pt x="46" y="131"/>
                  </a:cubicBezTo>
                  <a:cubicBezTo>
                    <a:pt x="51" y="111"/>
                    <a:pt x="61" y="95"/>
                    <a:pt x="72" y="79"/>
                  </a:cubicBezTo>
                  <a:cubicBezTo>
                    <a:pt x="85" y="64"/>
                    <a:pt x="99" y="53"/>
                    <a:pt x="117" y="45"/>
                  </a:cubicBezTo>
                  <a:cubicBezTo>
                    <a:pt x="135" y="36"/>
                    <a:pt x="155" y="32"/>
                    <a:pt x="177" y="32"/>
                  </a:cubicBezTo>
                  <a:cubicBezTo>
                    <a:pt x="202" y="32"/>
                    <a:pt x="223" y="36"/>
                    <a:pt x="240" y="45"/>
                  </a:cubicBezTo>
                  <a:cubicBezTo>
                    <a:pt x="258" y="53"/>
                    <a:pt x="272" y="64"/>
                    <a:pt x="283" y="79"/>
                  </a:cubicBezTo>
                  <a:cubicBezTo>
                    <a:pt x="294" y="95"/>
                    <a:pt x="302" y="111"/>
                    <a:pt x="308" y="131"/>
                  </a:cubicBezTo>
                  <a:cubicBezTo>
                    <a:pt x="314" y="151"/>
                    <a:pt x="316" y="171"/>
                    <a:pt x="316" y="194"/>
                  </a:cubicBezTo>
                  <a:cubicBezTo>
                    <a:pt x="316" y="217"/>
                    <a:pt x="312" y="238"/>
                    <a:pt x="307" y="259"/>
                  </a:cubicBezTo>
                  <a:cubicBezTo>
                    <a:pt x="301" y="279"/>
                    <a:pt x="291" y="296"/>
                    <a:pt x="280" y="309"/>
                  </a:cubicBezTo>
                  <a:cubicBezTo>
                    <a:pt x="268" y="325"/>
                    <a:pt x="254" y="336"/>
                    <a:pt x="235" y="344"/>
                  </a:cubicBezTo>
                  <a:cubicBezTo>
                    <a:pt x="217" y="351"/>
                    <a:pt x="198" y="355"/>
                    <a:pt x="174" y="35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7" name="Freeform 407">
              <a:extLst>
                <a:ext uri="{FF2B5EF4-FFF2-40B4-BE49-F238E27FC236}">
                  <a16:creationId xmlns:a16="http://schemas.microsoft.com/office/drawing/2014/main" id="{BC93A392-2487-8307-079D-37AAF4EC7C88}"/>
                </a:ext>
              </a:extLst>
            </p:cNvPr>
            <p:cNvSpPr>
              <a:spLocks noChangeArrowheads="1"/>
            </p:cNvSpPr>
            <p:nvPr/>
          </p:nvSpPr>
          <p:spPr bwMode="auto">
            <a:xfrm>
              <a:off x="5740400" y="3910013"/>
              <a:ext cx="106363" cy="134937"/>
            </a:xfrm>
            <a:custGeom>
              <a:avLst/>
              <a:gdLst>
                <a:gd name="T0" fmla="*/ 253 w 294"/>
                <a:gd name="T1" fmla="*/ 311 h 377"/>
                <a:gd name="T2" fmla="*/ 253 w 294"/>
                <a:gd name="T3" fmla="*/ 311 h 377"/>
                <a:gd name="T4" fmla="*/ 245 w 294"/>
                <a:gd name="T5" fmla="*/ 299 h 377"/>
                <a:gd name="T6" fmla="*/ 40 w 294"/>
                <a:gd name="T7" fmla="*/ 0 h 377"/>
                <a:gd name="T8" fmla="*/ 0 w 294"/>
                <a:gd name="T9" fmla="*/ 0 h 377"/>
                <a:gd name="T10" fmla="*/ 0 w 294"/>
                <a:gd name="T11" fmla="*/ 376 h 377"/>
                <a:gd name="T12" fmla="*/ 35 w 294"/>
                <a:gd name="T13" fmla="*/ 376 h 377"/>
                <a:gd name="T14" fmla="*/ 35 w 294"/>
                <a:gd name="T15" fmla="*/ 86 h 377"/>
                <a:gd name="T16" fmla="*/ 35 w 294"/>
                <a:gd name="T17" fmla="*/ 65 h 377"/>
                <a:gd name="T18" fmla="*/ 34 w 294"/>
                <a:gd name="T19" fmla="*/ 52 h 377"/>
                <a:gd name="T20" fmla="*/ 35 w 294"/>
                <a:gd name="T21" fmla="*/ 52 h 377"/>
                <a:gd name="T22" fmla="*/ 42 w 294"/>
                <a:gd name="T23" fmla="*/ 63 h 377"/>
                <a:gd name="T24" fmla="*/ 49 w 294"/>
                <a:gd name="T25" fmla="*/ 76 h 377"/>
                <a:gd name="T26" fmla="*/ 258 w 294"/>
                <a:gd name="T27" fmla="*/ 376 h 377"/>
                <a:gd name="T28" fmla="*/ 293 w 294"/>
                <a:gd name="T29" fmla="*/ 376 h 377"/>
                <a:gd name="T30" fmla="*/ 293 w 294"/>
                <a:gd name="T31" fmla="*/ 0 h 377"/>
                <a:gd name="T32" fmla="*/ 258 w 294"/>
                <a:gd name="T33" fmla="*/ 0 h 377"/>
                <a:gd name="T34" fmla="*/ 258 w 294"/>
                <a:gd name="T35" fmla="*/ 279 h 377"/>
                <a:gd name="T36" fmla="*/ 260 w 294"/>
                <a:gd name="T37" fmla="*/ 303 h 377"/>
                <a:gd name="T38" fmla="*/ 261 w 294"/>
                <a:gd name="T39" fmla="*/ 323 h 377"/>
                <a:gd name="T40" fmla="*/ 260 w 294"/>
                <a:gd name="T41" fmla="*/ 323 h 377"/>
                <a:gd name="T42" fmla="*/ 253 w 294"/>
                <a:gd name="T43" fmla="*/ 31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77">
                  <a:moveTo>
                    <a:pt x="253" y="311"/>
                  </a:moveTo>
                  <a:lnTo>
                    <a:pt x="253" y="311"/>
                  </a:lnTo>
                  <a:cubicBezTo>
                    <a:pt x="250" y="307"/>
                    <a:pt x="247" y="303"/>
                    <a:pt x="245" y="299"/>
                  </a:cubicBezTo>
                  <a:cubicBezTo>
                    <a:pt x="40" y="0"/>
                    <a:pt x="40" y="0"/>
                    <a:pt x="40" y="0"/>
                  </a:cubicBezTo>
                  <a:cubicBezTo>
                    <a:pt x="0" y="0"/>
                    <a:pt x="0" y="0"/>
                    <a:pt x="0" y="0"/>
                  </a:cubicBezTo>
                  <a:cubicBezTo>
                    <a:pt x="0" y="376"/>
                    <a:pt x="0" y="376"/>
                    <a:pt x="0" y="376"/>
                  </a:cubicBezTo>
                  <a:cubicBezTo>
                    <a:pt x="35" y="376"/>
                    <a:pt x="35" y="376"/>
                    <a:pt x="35" y="376"/>
                  </a:cubicBezTo>
                  <a:cubicBezTo>
                    <a:pt x="35" y="86"/>
                    <a:pt x="35" y="86"/>
                    <a:pt x="35" y="86"/>
                  </a:cubicBezTo>
                  <a:cubicBezTo>
                    <a:pt x="35" y="77"/>
                    <a:pt x="35" y="70"/>
                    <a:pt x="35" y="65"/>
                  </a:cubicBezTo>
                  <a:cubicBezTo>
                    <a:pt x="35" y="59"/>
                    <a:pt x="35" y="55"/>
                    <a:pt x="34" y="52"/>
                  </a:cubicBezTo>
                  <a:cubicBezTo>
                    <a:pt x="35" y="52"/>
                    <a:pt x="35" y="52"/>
                    <a:pt x="35" y="52"/>
                  </a:cubicBezTo>
                  <a:cubicBezTo>
                    <a:pt x="37" y="55"/>
                    <a:pt x="40" y="59"/>
                    <a:pt x="42" y="63"/>
                  </a:cubicBezTo>
                  <a:cubicBezTo>
                    <a:pt x="45" y="67"/>
                    <a:pt x="46" y="72"/>
                    <a:pt x="49" y="76"/>
                  </a:cubicBezTo>
                  <a:cubicBezTo>
                    <a:pt x="258" y="376"/>
                    <a:pt x="258" y="376"/>
                    <a:pt x="258" y="376"/>
                  </a:cubicBezTo>
                  <a:cubicBezTo>
                    <a:pt x="293" y="376"/>
                    <a:pt x="293" y="376"/>
                    <a:pt x="293" y="376"/>
                  </a:cubicBezTo>
                  <a:cubicBezTo>
                    <a:pt x="293" y="0"/>
                    <a:pt x="293" y="0"/>
                    <a:pt x="293" y="0"/>
                  </a:cubicBezTo>
                  <a:cubicBezTo>
                    <a:pt x="258" y="0"/>
                    <a:pt x="258" y="0"/>
                    <a:pt x="258" y="0"/>
                  </a:cubicBezTo>
                  <a:cubicBezTo>
                    <a:pt x="258" y="279"/>
                    <a:pt x="258" y="279"/>
                    <a:pt x="258" y="279"/>
                  </a:cubicBezTo>
                  <a:cubicBezTo>
                    <a:pt x="258" y="289"/>
                    <a:pt x="258" y="296"/>
                    <a:pt x="260" y="303"/>
                  </a:cubicBezTo>
                  <a:cubicBezTo>
                    <a:pt x="260" y="311"/>
                    <a:pt x="260" y="317"/>
                    <a:pt x="261" y="323"/>
                  </a:cubicBezTo>
                  <a:cubicBezTo>
                    <a:pt x="260" y="323"/>
                    <a:pt x="260" y="323"/>
                    <a:pt x="260" y="323"/>
                  </a:cubicBezTo>
                  <a:cubicBezTo>
                    <a:pt x="257" y="320"/>
                    <a:pt x="256" y="316"/>
                    <a:pt x="253" y="31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8" name="Freeform 408">
              <a:extLst>
                <a:ext uri="{FF2B5EF4-FFF2-40B4-BE49-F238E27FC236}">
                  <a16:creationId xmlns:a16="http://schemas.microsoft.com/office/drawing/2014/main" id="{2C2ABA6F-0F2F-7CD1-F8B8-E8A391D4FE11}"/>
                </a:ext>
              </a:extLst>
            </p:cNvPr>
            <p:cNvSpPr>
              <a:spLocks noChangeArrowheads="1"/>
            </p:cNvSpPr>
            <p:nvPr/>
          </p:nvSpPr>
          <p:spPr bwMode="auto">
            <a:xfrm>
              <a:off x="5876925" y="3908425"/>
              <a:ext cx="76200" cy="139700"/>
            </a:xfrm>
            <a:custGeom>
              <a:avLst/>
              <a:gdLst>
                <a:gd name="T0" fmla="*/ 188 w 213"/>
                <a:gd name="T1" fmla="*/ 229 h 389"/>
                <a:gd name="T2" fmla="*/ 188 w 213"/>
                <a:gd name="T3" fmla="*/ 229 h 389"/>
                <a:gd name="T4" fmla="*/ 159 w 213"/>
                <a:gd name="T5" fmla="*/ 203 h 389"/>
                <a:gd name="T6" fmla="*/ 119 w 213"/>
                <a:gd name="T7" fmla="*/ 180 h 389"/>
                <a:gd name="T8" fmla="*/ 81 w 213"/>
                <a:gd name="T9" fmla="*/ 157 h 389"/>
                <a:gd name="T10" fmla="*/ 56 w 213"/>
                <a:gd name="T11" fmla="*/ 139 h 389"/>
                <a:gd name="T12" fmla="*/ 42 w 213"/>
                <a:gd name="T13" fmla="*/ 120 h 389"/>
                <a:gd name="T14" fmla="*/ 38 w 213"/>
                <a:gd name="T15" fmla="*/ 93 h 389"/>
                <a:gd name="T16" fmla="*/ 43 w 213"/>
                <a:gd name="T17" fmla="*/ 67 h 389"/>
                <a:gd name="T18" fmla="*/ 61 w 213"/>
                <a:gd name="T19" fmla="*/ 47 h 389"/>
                <a:gd name="T20" fmla="*/ 86 w 213"/>
                <a:gd name="T21" fmla="*/ 36 h 389"/>
                <a:gd name="T22" fmla="*/ 119 w 213"/>
                <a:gd name="T23" fmla="*/ 32 h 389"/>
                <a:gd name="T24" fmla="*/ 197 w 213"/>
                <a:gd name="T25" fmla="*/ 50 h 389"/>
                <a:gd name="T26" fmla="*/ 197 w 213"/>
                <a:gd name="T27" fmla="*/ 12 h 389"/>
                <a:gd name="T28" fmla="*/ 123 w 213"/>
                <a:gd name="T29" fmla="*/ 0 h 389"/>
                <a:gd name="T30" fmla="*/ 75 w 213"/>
                <a:gd name="T31" fmla="*/ 7 h 389"/>
                <a:gd name="T32" fmla="*/ 36 w 213"/>
                <a:gd name="T33" fmla="*/ 26 h 389"/>
                <a:gd name="T34" fmla="*/ 11 w 213"/>
                <a:gd name="T35" fmla="*/ 57 h 389"/>
                <a:gd name="T36" fmla="*/ 1 w 213"/>
                <a:gd name="T37" fmla="*/ 98 h 389"/>
                <a:gd name="T38" fmla="*/ 6 w 213"/>
                <a:gd name="T39" fmla="*/ 130 h 389"/>
                <a:gd name="T40" fmla="*/ 22 w 213"/>
                <a:gd name="T41" fmla="*/ 156 h 389"/>
                <a:gd name="T42" fmla="*/ 50 w 213"/>
                <a:gd name="T43" fmla="*/ 180 h 389"/>
                <a:gd name="T44" fmla="*/ 91 w 213"/>
                <a:gd name="T45" fmla="*/ 205 h 389"/>
                <a:gd name="T46" fmla="*/ 128 w 213"/>
                <a:gd name="T47" fmla="*/ 226 h 389"/>
                <a:gd name="T48" fmla="*/ 155 w 213"/>
                <a:gd name="T49" fmla="*/ 245 h 389"/>
                <a:gd name="T50" fmla="*/ 170 w 213"/>
                <a:gd name="T51" fmla="*/ 266 h 389"/>
                <a:gd name="T52" fmla="*/ 176 w 213"/>
                <a:gd name="T53" fmla="*/ 293 h 389"/>
                <a:gd name="T54" fmla="*/ 155 w 213"/>
                <a:gd name="T55" fmla="*/ 340 h 389"/>
                <a:gd name="T56" fmla="*/ 91 w 213"/>
                <a:gd name="T57" fmla="*/ 355 h 389"/>
                <a:gd name="T58" fmla="*/ 67 w 213"/>
                <a:gd name="T59" fmla="*/ 354 h 389"/>
                <a:gd name="T60" fmla="*/ 43 w 213"/>
                <a:gd name="T61" fmla="*/ 349 h 389"/>
                <a:gd name="T62" fmla="*/ 21 w 213"/>
                <a:gd name="T63" fmla="*/ 339 h 389"/>
                <a:gd name="T64" fmla="*/ 0 w 213"/>
                <a:gd name="T65" fmla="*/ 326 h 389"/>
                <a:gd name="T66" fmla="*/ 0 w 213"/>
                <a:gd name="T67" fmla="*/ 367 h 389"/>
                <a:gd name="T68" fmla="*/ 18 w 213"/>
                <a:gd name="T69" fmla="*/ 375 h 389"/>
                <a:gd name="T70" fmla="*/ 42 w 213"/>
                <a:gd name="T71" fmla="*/ 382 h 389"/>
                <a:gd name="T72" fmla="*/ 67 w 213"/>
                <a:gd name="T73" fmla="*/ 386 h 389"/>
                <a:gd name="T74" fmla="*/ 88 w 213"/>
                <a:gd name="T75" fmla="*/ 388 h 389"/>
                <a:gd name="T76" fmla="*/ 138 w 213"/>
                <a:gd name="T77" fmla="*/ 381 h 389"/>
                <a:gd name="T78" fmla="*/ 177 w 213"/>
                <a:gd name="T79" fmla="*/ 362 h 389"/>
                <a:gd name="T80" fmla="*/ 202 w 213"/>
                <a:gd name="T81" fmla="*/ 332 h 389"/>
                <a:gd name="T82" fmla="*/ 212 w 213"/>
                <a:gd name="T83" fmla="*/ 289 h 389"/>
                <a:gd name="T84" fmla="*/ 206 w 213"/>
                <a:gd name="T85" fmla="*/ 257 h 389"/>
                <a:gd name="T86" fmla="*/ 188 w 213"/>
                <a:gd name="T87" fmla="*/ 229 h 3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3" h="389">
                  <a:moveTo>
                    <a:pt x="188" y="229"/>
                  </a:moveTo>
                  <a:lnTo>
                    <a:pt x="188" y="229"/>
                  </a:lnTo>
                  <a:cubicBezTo>
                    <a:pt x="181" y="220"/>
                    <a:pt x="172" y="212"/>
                    <a:pt x="159" y="203"/>
                  </a:cubicBezTo>
                  <a:cubicBezTo>
                    <a:pt x="148" y="195"/>
                    <a:pt x="134" y="188"/>
                    <a:pt x="119" y="180"/>
                  </a:cubicBezTo>
                  <a:cubicBezTo>
                    <a:pt x="103" y="171"/>
                    <a:pt x="91" y="164"/>
                    <a:pt x="81" y="157"/>
                  </a:cubicBezTo>
                  <a:cubicBezTo>
                    <a:pt x="70" y="152"/>
                    <a:pt x="61" y="145"/>
                    <a:pt x="56" y="139"/>
                  </a:cubicBezTo>
                  <a:cubicBezTo>
                    <a:pt x="49" y="132"/>
                    <a:pt x="45" y="127"/>
                    <a:pt x="42" y="120"/>
                  </a:cubicBezTo>
                  <a:cubicBezTo>
                    <a:pt x="39" y="111"/>
                    <a:pt x="38" y="103"/>
                    <a:pt x="38" y="93"/>
                  </a:cubicBezTo>
                  <a:cubicBezTo>
                    <a:pt x="38" y="84"/>
                    <a:pt x="39" y="75"/>
                    <a:pt x="43" y="67"/>
                  </a:cubicBezTo>
                  <a:cubicBezTo>
                    <a:pt x="47" y="58"/>
                    <a:pt x="54" y="53"/>
                    <a:pt x="61" y="47"/>
                  </a:cubicBezTo>
                  <a:cubicBezTo>
                    <a:pt x="68" y="42"/>
                    <a:pt x="77" y="38"/>
                    <a:pt x="86" y="36"/>
                  </a:cubicBezTo>
                  <a:cubicBezTo>
                    <a:pt x="96" y="33"/>
                    <a:pt x="107" y="32"/>
                    <a:pt x="119" y="32"/>
                  </a:cubicBezTo>
                  <a:cubicBezTo>
                    <a:pt x="148" y="32"/>
                    <a:pt x="174" y="38"/>
                    <a:pt x="197" y="50"/>
                  </a:cubicBezTo>
                  <a:cubicBezTo>
                    <a:pt x="197" y="12"/>
                    <a:pt x="197" y="12"/>
                    <a:pt x="197" y="12"/>
                  </a:cubicBezTo>
                  <a:cubicBezTo>
                    <a:pt x="177" y="4"/>
                    <a:pt x="152" y="0"/>
                    <a:pt x="123" y="0"/>
                  </a:cubicBezTo>
                  <a:cubicBezTo>
                    <a:pt x="106" y="0"/>
                    <a:pt x="91" y="3"/>
                    <a:pt x="75" y="7"/>
                  </a:cubicBezTo>
                  <a:cubicBezTo>
                    <a:pt x="60" y="11"/>
                    <a:pt x="47" y="18"/>
                    <a:pt x="36" y="26"/>
                  </a:cubicBezTo>
                  <a:cubicBezTo>
                    <a:pt x="25" y="35"/>
                    <a:pt x="17" y="45"/>
                    <a:pt x="11" y="57"/>
                  </a:cubicBezTo>
                  <a:cubicBezTo>
                    <a:pt x="4" y="68"/>
                    <a:pt x="1" y="82"/>
                    <a:pt x="1" y="98"/>
                  </a:cubicBezTo>
                  <a:cubicBezTo>
                    <a:pt x="1" y="110"/>
                    <a:pt x="3" y="120"/>
                    <a:pt x="6" y="130"/>
                  </a:cubicBezTo>
                  <a:cubicBezTo>
                    <a:pt x="10" y="139"/>
                    <a:pt x="15" y="148"/>
                    <a:pt x="22" y="156"/>
                  </a:cubicBezTo>
                  <a:cubicBezTo>
                    <a:pt x="29" y="164"/>
                    <a:pt x="39" y="171"/>
                    <a:pt x="50" y="180"/>
                  </a:cubicBezTo>
                  <a:cubicBezTo>
                    <a:pt x="61" y="188"/>
                    <a:pt x="75" y="197"/>
                    <a:pt x="91" y="205"/>
                  </a:cubicBezTo>
                  <a:cubicBezTo>
                    <a:pt x="106" y="213"/>
                    <a:pt x="119" y="220"/>
                    <a:pt x="128" y="226"/>
                  </a:cubicBezTo>
                  <a:cubicBezTo>
                    <a:pt x="140" y="233"/>
                    <a:pt x="148" y="238"/>
                    <a:pt x="155" y="245"/>
                  </a:cubicBezTo>
                  <a:cubicBezTo>
                    <a:pt x="162" y="252"/>
                    <a:pt x="167" y="259"/>
                    <a:pt x="170" y="266"/>
                  </a:cubicBezTo>
                  <a:cubicBezTo>
                    <a:pt x="174" y="273"/>
                    <a:pt x="176" y="282"/>
                    <a:pt x="176" y="293"/>
                  </a:cubicBezTo>
                  <a:cubicBezTo>
                    <a:pt x="176" y="312"/>
                    <a:pt x="169" y="329"/>
                    <a:pt x="155" y="340"/>
                  </a:cubicBezTo>
                  <a:cubicBezTo>
                    <a:pt x="141" y="350"/>
                    <a:pt x="119" y="355"/>
                    <a:pt x="91" y="355"/>
                  </a:cubicBezTo>
                  <a:cubicBezTo>
                    <a:pt x="84" y="355"/>
                    <a:pt x="75" y="355"/>
                    <a:pt x="67" y="354"/>
                  </a:cubicBezTo>
                  <a:cubicBezTo>
                    <a:pt x="60" y="353"/>
                    <a:pt x="52" y="351"/>
                    <a:pt x="43" y="349"/>
                  </a:cubicBezTo>
                  <a:cubicBezTo>
                    <a:pt x="36" y="346"/>
                    <a:pt x="28" y="343"/>
                    <a:pt x="21" y="339"/>
                  </a:cubicBezTo>
                  <a:cubicBezTo>
                    <a:pt x="13" y="335"/>
                    <a:pt x="6" y="330"/>
                    <a:pt x="0" y="326"/>
                  </a:cubicBezTo>
                  <a:cubicBezTo>
                    <a:pt x="0" y="367"/>
                    <a:pt x="0" y="367"/>
                    <a:pt x="0" y="367"/>
                  </a:cubicBezTo>
                  <a:cubicBezTo>
                    <a:pt x="4" y="369"/>
                    <a:pt x="10" y="372"/>
                    <a:pt x="18" y="375"/>
                  </a:cubicBezTo>
                  <a:cubicBezTo>
                    <a:pt x="25" y="378"/>
                    <a:pt x="34" y="379"/>
                    <a:pt x="42" y="382"/>
                  </a:cubicBezTo>
                  <a:cubicBezTo>
                    <a:pt x="50" y="383"/>
                    <a:pt x="59" y="385"/>
                    <a:pt x="67" y="386"/>
                  </a:cubicBezTo>
                  <a:cubicBezTo>
                    <a:pt x="75" y="386"/>
                    <a:pt x="82" y="388"/>
                    <a:pt x="88" y="388"/>
                  </a:cubicBezTo>
                  <a:cubicBezTo>
                    <a:pt x="106" y="388"/>
                    <a:pt x="123" y="385"/>
                    <a:pt x="138" y="381"/>
                  </a:cubicBezTo>
                  <a:cubicBezTo>
                    <a:pt x="153" y="376"/>
                    <a:pt x="166" y="371"/>
                    <a:pt x="177" y="362"/>
                  </a:cubicBezTo>
                  <a:cubicBezTo>
                    <a:pt x="188" y="354"/>
                    <a:pt x="197" y="344"/>
                    <a:pt x="202" y="332"/>
                  </a:cubicBezTo>
                  <a:cubicBezTo>
                    <a:pt x="209" y="319"/>
                    <a:pt x="212" y="305"/>
                    <a:pt x="212" y="289"/>
                  </a:cubicBezTo>
                  <a:cubicBezTo>
                    <a:pt x="212" y="276"/>
                    <a:pt x="211" y="266"/>
                    <a:pt x="206" y="257"/>
                  </a:cubicBezTo>
                  <a:cubicBezTo>
                    <a:pt x="202" y="247"/>
                    <a:pt x="197" y="237"/>
                    <a:pt x="188" y="2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99" name="Freeform 409">
            <a:extLst>
              <a:ext uri="{FF2B5EF4-FFF2-40B4-BE49-F238E27FC236}">
                <a16:creationId xmlns:a16="http://schemas.microsoft.com/office/drawing/2014/main" id="{9C3A54B4-0BDE-22F8-0ECD-98BA1E226032}"/>
              </a:ext>
            </a:extLst>
          </p:cNvPr>
          <p:cNvSpPr>
            <a:spLocks noChangeArrowheads="1"/>
          </p:cNvSpPr>
          <p:nvPr/>
        </p:nvSpPr>
        <p:spPr bwMode="auto">
          <a:xfrm>
            <a:off x="5161631" y="3989312"/>
            <a:ext cx="257175" cy="171450"/>
          </a:xfrm>
          <a:custGeom>
            <a:avLst/>
            <a:gdLst>
              <a:gd name="T0" fmla="*/ 535 w 715"/>
              <a:gd name="T1" fmla="*/ 475 h 476"/>
              <a:gd name="T2" fmla="*/ 535 w 715"/>
              <a:gd name="T3" fmla="*/ 475 h 476"/>
              <a:gd name="T4" fmla="*/ 714 w 715"/>
              <a:gd name="T5" fmla="*/ 297 h 476"/>
              <a:gd name="T6" fmla="*/ 570 w 715"/>
              <a:gd name="T7" fmla="*/ 123 h 476"/>
              <a:gd name="T8" fmla="*/ 371 w 715"/>
              <a:gd name="T9" fmla="*/ 0 h 476"/>
              <a:gd name="T10" fmla="*/ 163 w 715"/>
              <a:gd name="T11" fmla="*/ 144 h 476"/>
              <a:gd name="T12" fmla="*/ 171 w 715"/>
              <a:gd name="T13" fmla="*/ 163 h 476"/>
              <a:gd name="T14" fmla="*/ 191 w 715"/>
              <a:gd name="T15" fmla="*/ 155 h 476"/>
              <a:gd name="T16" fmla="*/ 191 w 715"/>
              <a:gd name="T17" fmla="*/ 155 h 476"/>
              <a:gd name="T18" fmla="*/ 371 w 715"/>
              <a:gd name="T19" fmla="*/ 29 h 476"/>
              <a:gd name="T20" fmla="*/ 547 w 715"/>
              <a:gd name="T21" fmla="*/ 142 h 476"/>
              <a:gd name="T22" fmla="*/ 551 w 715"/>
              <a:gd name="T23" fmla="*/ 149 h 476"/>
              <a:gd name="T24" fmla="*/ 558 w 715"/>
              <a:gd name="T25" fmla="*/ 151 h 476"/>
              <a:gd name="T26" fmla="*/ 683 w 715"/>
              <a:gd name="T27" fmla="*/ 297 h 476"/>
              <a:gd name="T28" fmla="*/ 640 w 715"/>
              <a:gd name="T29" fmla="*/ 403 h 476"/>
              <a:gd name="T30" fmla="*/ 535 w 715"/>
              <a:gd name="T31" fmla="*/ 446 h 476"/>
              <a:gd name="T32" fmla="*/ 163 w 715"/>
              <a:gd name="T33" fmla="*/ 446 h 476"/>
              <a:gd name="T34" fmla="*/ 68 w 715"/>
              <a:gd name="T35" fmla="*/ 410 h 476"/>
              <a:gd name="T36" fmla="*/ 29 w 715"/>
              <a:gd name="T37" fmla="*/ 326 h 476"/>
              <a:gd name="T38" fmla="*/ 68 w 715"/>
              <a:gd name="T39" fmla="*/ 243 h 476"/>
              <a:gd name="T40" fmla="*/ 163 w 715"/>
              <a:gd name="T41" fmla="*/ 208 h 476"/>
              <a:gd name="T42" fmla="*/ 243 w 715"/>
              <a:gd name="T43" fmla="*/ 251 h 476"/>
              <a:gd name="T44" fmla="*/ 263 w 715"/>
              <a:gd name="T45" fmla="*/ 252 h 476"/>
              <a:gd name="T46" fmla="*/ 266 w 715"/>
              <a:gd name="T47" fmla="*/ 231 h 476"/>
              <a:gd name="T48" fmla="*/ 163 w 715"/>
              <a:gd name="T49" fmla="*/ 178 h 476"/>
              <a:gd name="T50" fmla="*/ 47 w 715"/>
              <a:gd name="T51" fmla="*/ 222 h 476"/>
              <a:gd name="T52" fmla="*/ 0 w 715"/>
              <a:gd name="T53" fmla="*/ 326 h 476"/>
              <a:gd name="T54" fmla="*/ 47 w 715"/>
              <a:gd name="T55" fmla="*/ 432 h 476"/>
              <a:gd name="T56" fmla="*/ 163 w 715"/>
              <a:gd name="T57" fmla="*/ 475 h 476"/>
              <a:gd name="T58" fmla="*/ 535 w 715"/>
              <a:gd name="T59" fmla="*/ 475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715" h="476">
                <a:moveTo>
                  <a:pt x="535" y="475"/>
                </a:moveTo>
                <a:lnTo>
                  <a:pt x="535" y="475"/>
                </a:lnTo>
                <a:cubicBezTo>
                  <a:pt x="633" y="475"/>
                  <a:pt x="714" y="396"/>
                  <a:pt x="714" y="297"/>
                </a:cubicBezTo>
                <a:cubicBezTo>
                  <a:pt x="714" y="211"/>
                  <a:pt x="653" y="139"/>
                  <a:pt x="570" y="123"/>
                </a:cubicBezTo>
                <a:cubicBezTo>
                  <a:pt x="534" y="50"/>
                  <a:pt x="459" y="0"/>
                  <a:pt x="371" y="0"/>
                </a:cubicBezTo>
                <a:cubicBezTo>
                  <a:pt x="276" y="0"/>
                  <a:pt x="195" y="60"/>
                  <a:pt x="163" y="144"/>
                </a:cubicBezTo>
                <a:cubicBezTo>
                  <a:pt x="160" y="152"/>
                  <a:pt x="163" y="160"/>
                  <a:pt x="171" y="163"/>
                </a:cubicBezTo>
                <a:cubicBezTo>
                  <a:pt x="178" y="166"/>
                  <a:pt x="188" y="162"/>
                  <a:pt x="191" y="155"/>
                </a:cubicBezTo>
                <a:lnTo>
                  <a:pt x="191" y="155"/>
                </a:lnTo>
                <a:cubicBezTo>
                  <a:pt x="219" y="81"/>
                  <a:pt x="289" y="29"/>
                  <a:pt x="371" y="29"/>
                </a:cubicBezTo>
                <a:cubicBezTo>
                  <a:pt x="449" y="29"/>
                  <a:pt x="516" y="75"/>
                  <a:pt x="547" y="142"/>
                </a:cubicBezTo>
                <a:cubicBezTo>
                  <a:pt x="551" y="149"/>
                  <a:pt x="551" y="149"/>
                  <a:pt x="551" y="149"/>
                </a:cubicBezTo>
                <a:cubicBezTo>
                  <a:pt x="558" y="151"/>
                  <a:pt x="558" y="151"/>
                  <a:pt x="558" y="151"/>
                </a:cubicBezTo>
                <a:cubicBezTo>
                  <a:pt x="629" y="162"/>
                  <a:pt x="683" y="223"/>
                  <a:pt x="683" y="297"/>
                </a:cubicBezTo>
                <a:cubicBezTo>
                  <a:pt x="683" y="339"/>
                  <a:pt x="667" y="375"/>
                  <a:pt x="640" y="403"/>
                </a:cubicBezTo>
                <a:cubicBezTo>
                  <a:pt x="614" y="429"/>
                  <a:pt x="576" y="446"/>
                  <a:pt x="535" y="446"/>
                </a:cubicBezTo>
                <a:cubicBezTo>
                  <a:pt x="495" y="446"/>
                  <a:pt x="210" y="446"/>
                  <a:pt x="163" y="446"/>
                </a:cubicBezTo>
                <a:cubicBezTo>
                  <a:pt x="125" y="446"/>
                  <a:pt x="92" y="432"/>
                  <a:pt x="68" y="410"/>
                </a:cubicBezTo>
                <a:cubicBezTo>
                  <a:pt x="43" y="389"/>
                  <a:pt x="29" y="360"/>
                  <a:pt x="29" y="326"/>
                </a:cubicBezTo>
                <a:cubicBezTo>
                  <a:pt x="29" y="294"/>
                  <a:pt x="43" y="265"/>
                  <a:pt x="68" y="243"/>
                </a:cubicBezTo>
                <a:cubicBezTo>
                  <a:pt x="92" y="222"/>
                  <a:pt x="125" y="208"/>
                  <a:pt x="163" y="208"/>
                </a:cubicBezTo>
                <a:cubicBezTo>
                  <a:pt x="191" y="208"/>
                  <a:pt x="223" y="224"/>
                  <a:pt x="243" y="251"/>
                </a:cubicBezTo>
                <a:cubicBezTo>
                  <a:pt x="248" y="257"/>
                  <a:pt x="258" y="258"/>
                  <a:pt x="263" y="252"/>
                </a:cubicBezTo>
                <a:cubicBezTo>
                  <a:pt x="270" y="247"/>
                  <a:pt x="272" y="238"/>
                  <a:pt x="266" y="231"/>
                </a:cubicBezTo>
                <a:cubicBezTo>
                  <a:pt x="241" y="201"/>
                  <a:pt x="203" y="178"/>
                  <a:pt x="163" y="178"/>
                </a:cubicBezTo>
                <a:cubicBezTo>
                  <a:pt x="118" y="178"/>
                  <a:pt x="78" y="194"/>
                  <a:pt x="47" y="222"/>
                </a:cubicBezTo>
                <a:cubicBezTo>
                  <a:pt x="18" y="248"/>
                  <a:pt x="0" y="286"/>
                  <a:pt x="0" y="326"/>
                </a:cubicBezTo>
                <a:cubicBezTo>
                  <a:pt x="0" y="368"/>
                  <a:pt x="18" y="406"/>
                  <a:pt x="47" y="432"/>
                </a:cubicBezTo>
                <a:cubicBezTo>
                  <a:pt x="78" y="459"/>
                  <a:pt x="118" y="475"/>
                  <a:pt x="163" y="475"/>
                </a:cubicBezTo>
                <a:cubicBezTo>
                  <a:pt x="210" y="475"/>
                  <a:pt x="495" y="475"/>
                  <a:pt x="535" y="475"/>
                </a:cubicBezTo>
              </a:path>
            </a:pathLst>
          </a:custGeom>
          <a:solidFill>
            <a:schemeClr val="accent4"/>
          </a:solidFill>
          <a:ln>
            <a:noFill/>
          </a:ln>
          <a:effectLst/>
        </p:spPr>
        <p:txBody>
          <a:bodyPr wrap="none" anchor="ctr"/>
          <a:lstStyle/>
          <a:p>
            <a:endParaRPr lang="da-DK"/>
          </a:p>
        </p:txBody>
      </p:sp>
      <p:grpSp>
        <p:nvGrpSpPr>
          <p:cNvPr id="500" name="Group 503">
            <a:extLst>
              <a:ext uri="{FF2B5EF4-FFF2-40B4-BE49-F238E27FC236}">
                <a16:creationId xmlns:a16="http://schemas.microsoft.com/office/drawing/2014/main" id="{56AE1D3E-4BB0-014D-AE1E-0F5EB09EB737}"/>
              </a:ext>
            </a:extLst>
          </p:cNvPr>
          <p:cNvGrpSpPr/>
          <p:nvPr/>
        </p:nvGrpSpPr>
        <p:grpSpPr>
          <a:xfrm>
            <a:off x="6188744" y="4523483"/>
            <a:ext cx="258762" cy="173037"/>
            <a:chOff x="5160963" y="4894263"/>
            <a:chExt cx="258762" cy="173037"/>
          </a:xfrm>
          <a:solidFill>
            <a:schemeClr val="accent4"/>
          </a:solidFill>
        </p:grpSpPr>
        <p:sp>
          <p:nvSpPr>
            <p:cNvPr id="501" name="Freeform 410">
              <a:extLst>
                <a:ext uri="{FF2B5EF4-FFF2-40B4-BE49-F238E27FC236}">
                  <a16:creationId xmlns:a16="http://schemas.microsoft.com/office/drawing/2014/main" id="{594F4BD3-F6A1-86C0-B924-C52B57510866}"/>
                </a:ext>
              </a:extLst>
            </p:cNvPr>
            <p:cNvSpPr>
              <a:spLocks noChangeArrowheads="1"/>
            </p:cNvSpPr>
            <p:nvPr/>
          </p:nvSpPr>
          <p:spPr bwMode="auto">
            <a:xfrm>
              <a:off x="5219700" y="4894263"/>
              <a:ext cx="100013" cy="60325"/>
            </a:xfrm>
            <a:custGeom>
              <a:avLst/>
              <a:gdLst>
                <a:gd name="T0" fmla="*/ 258 w 280"/>
                <a:gd name="T1" fmla="*/ 34 h 167"/>
                <a:gd name="T2" fmla="*/ 258 w 280"/>
                <a:gd name="T3" fmla="*/ 34 h 167"/>
                <a:gd name="T4" fmla="*/ 277 w 280"/>
                <a:gd name="T5" fmla="*/ 25 h 167"/>
                <a:gd name="T6" fmla="*/ 265 w 280"/>
                <a:gd name="T7" fmla="*/ 7 h 167"/>
                <a:gd name="T8" fmla="*/ 211 w 280"/>
                <a:gd name="T9" fmla="*/ 0 h 167"/>
                <a:gd name="T10" fmla="*/ 3 w 280"/>
                <a:gd name="T11" fmla="*/ 143 h 167"/>
                <a:gd name="T12" fmla="*/ 12 w 280"/>
                <a:gd name="T13" fmla="*/ 163 h 167"/>
                <a:gd name="T14" fmla="*/ 31 w 280"/>
                <a:gd name="T15" fmla="*/ 154 h 167"/>
                <a:gd name="T16" fmla="*/ 31 w 280"/>
                <a:gd name="T17" fmla="*/ 154 h 167"/>
                <a:gd name="T18" fmla="*/ 211 w 280"/>
                <a:gd name="T19" fmla="*/ 29 h 167"/>
                <a:gd name="T20" fmla="*/ 258 w 280"/>
                <a:gd name="T21" fmla="*/ 34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280" h="167">
                  <a:moveTo>
                    <a:pt x="258" y="34"/>
                  </a:moveTo>
                  <a:lnTo>
                    <a:pt x="258" y="34"/>
                  </a:lnTo>
                  <a:cubicBezTo>
                    <a:pt x="267" y="37"/>
                    <a:pt x="275" y="32"/>
                    <a:pt x="277" y="25"/>
                  </a:cubicBezTo>
                  <a:cubicBezTo>
                    <a:pt x="279" y="16"/>
                    <a:pt x="274" y="8"/>
                    <a:pt x="265" y="7"/>
                  </a:cubicBezTo>
                  <a:cubicBezTo>
                    <a:pt x="249" y="1"/>
                    <a:pt x="231" y="0"/>
                    <a:pt x="211" y="0"/>
                  </a:cubicBezTo>
                  <a:cubicBezTo>
                    <a:pt x="116" y="0"/>
                    <a:pt x="35" y="60"/>
                    <a:pt x="3" y="143"/>
                  </a:cubicBezTo>
                  <a:cubicBezTo>
                    <a:pt x="0" y="152"/>
                    <a:pt x="5" y="160"/>
                    <a:pt x="12" y="163"/>
                  </a:cubicBezTo>
                  <a:cubicBezTo>
                    <a:pt x="20" y="166"/>
                    <a:pt x="28" y="161"/>
                    <a:pt x="31" y="154"/>
                  </a:cubicBezTo>
                  <a:lnTo>
                    <a:pt x="31" y="154"/>
                  </a:lnTo>
                  <a:cubicBezTo>
                    <a:pt x="59" y="81"/>
                    <a:pt x="129" y="29"/>
                    <a:pt x="211" y="29"/>
                  </a:cubicBezTo>
                  <a:cubicBezTo>
                    <a:pt x="228" y="29"/>
                    <a:pt x="243" y="32"/>
                    <a:pt x="258" y="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2" name="Freeform 411">
              <a:extLst>
                <a:ext uri="{FF2B5EF4-FFF2-40B4-BE49-F238E27FC236}">
                  <a16:creationId xmlns:a16="http://schemas.microsoft.com/office/drawing/2014/main" id="{58407951-ABAC-404A-87A9-57998C5EDB4B}"/>
                </a:ext>
              </a:extLst>
            </p:cNvPr>
            <p:cNvSpPr>
              <a:spLocks noChangeArrowheads="1"/>
            </p:cNvSpPr>
            <p:nvPr/>
          </p:nvSpPr>
          <p:spPr bwMode="auto">
            <a:xfrm>
              <a:off x="5160963" y="4959350"/>
              <a:ext cx="257175" cy="107950"/>
            </a:xfrm>
            <a:custGeom>
              <a:avLst/>
              <a:gdLst>
                <a:gd name="T0" fmla="*/ 68 w 715"/>
                <a:gd name="T1" fmla="*/ 64 h 298"/>
                <a:gd name="T2" fmla="*/ 68 w 715"/>
                <a:gd name="T3" fmla="*/ 64 h 298"/>
                <a:gd name="T4" fmla="*/ 163 w 715"/>
                <a:gd name="T5" fmla="*/ 29 h 298"/>
                <a:gd name="T6" fmla="*/ 243 w 715"/>
                <a:gd name="T7" fmla="*/ 73 h 298"/>
                <a:gd name="T8" fmla="*/ 264 w 715"/>
                <a:gd name="T9" fmla="*/ 74 h 298"/>
                <a:gd name="T10" fmla="*/ 266 w 715"/>
                <a:gd name="T11" fmla="*/ 53 h 298"/>
                <a:gd name="T12" fmla="*/ 163 w 715"/>
                <a:gd name="T13" fmla="*/ 0 h 298"/>
                <a:gd name="T14" fmla="*/ 47 w 715"/>
                <a:gd name="T15" fmla="*/ 43 h 298"/>
                <a:gd name="T16" fmla="*/ 0 w 715"/>
                <a:gd name="T17" fmla="*/ 148 h 298"/>
                <a:gd name="T18" fmla="*/ 47 w 715"/>
                <a:gd name="T19" fmla="*/ 254 h 298"/>
                <a:gd name="T20" fmla="*/ 163 w 715"/>
                <a:gd name="T21" fmla="*/ 297 h 298"/>
                <a:gd name="T22" fmla="*/ 536 w 715"/>
                <a:gd name="T23" fmla="*/ 297 h 298"/>
                <a:gd name="T24" fmla="*/ 714 w 715"/>
                <a:gd name="T25" fmla="*/ 119 h 298"/>
                <a:gd name="T26" fmla="*/ 709 w 715"/>
                <a:gd name="T27" fmla="*/ 74 h 298"/>
                <a:gd name="T28" fmla="*/ 690 w 715"/>
                <a:gd name="T29" fmla="*/ 64 h 298"/>
                <a:gd name="T30" fmla="*/ 679 w 715"/>
                <a:gd name="T31" fmla="*/ 82 h 298"/>
                <a:gd name="T32" fmla="*/ 679 w 715"/>
                <a:gd name="T33" fmla="*/ 82 h 298"/>
                <a:gd name="T34" fmla="*/ 683 w 715"/>
                <a:gd name="T35" fmla="*/ 119 h 298"/>
                <a:gd name="T36" fmla="*/ 640 w 715"/>
                <a:gd name="T37" fmla="*/ 225 h 298"/>
                <a:gd name="T38" fmla="*/ 536 w 715"/>
                <a:gd name="T39" fmla="*/ 268 h 298"/>
                <a:gd name="T40" fmla="*/ 163 w 715"/>
                <a:gd name="T41" fmla="*/ 268 h 298"/>
                <a:gd name="T42" fmla="*/ 68 w 715"/>
                <a:gd name="T43" fmla="*/ 232 h 298"/>
                <a:gd name="T44" fmla="*/ 29 w 715"/>
                <a:gd name="T45" fmla="*/ 148 h 298"/>
                <a:gd name="T46" fmla="*/ 68 w 715"/>
                <a:gd name="T47" fmla="*/ 64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15" h="298">
                  <a:moveTo>
                    <a:pt x="68" y="64"/>
                  </a:moveTo>
                  <a:lnTo>
                    <a:pt x="68" y="64"/>
                  </a:lnTo>
                  <a:cubicBezTo>
                    <a:pt x="92" y="43"/>
                    <a:pt x="126" y="29"/>
                    <a:pt x="163" y="29"/>
                  </a:cubicBezTo>
                  <a:cubicBezTo>
                    <a:pt x="191" y="29"/>
                    <a:pt x="223" y="46"/>
                    <a:pt x="243" y="73"/>
                  </a:cubicBezTo>
                  <a:cubicBezTo>
                    <a:pt x="248" y="78"/>
                    <a:pt x="258" y="80"/>
                    <a:pt x="264" y="74"/>
                  </a:cubicBezTo>
                  <a:cubicBezTo>
                    <a:pt x="271" y="68"/>
                    <a:pt x="272" y="60"/>
                    <a:pt x="266" y="53"/>
                  </a:cubicBezTo>
                  <a:cubicBezTo>
                    <a:pt x="241" y="22"/>
                    <a:pt x="204" y="0"/>
                    <a:pt x="163" y="0"/>
                  </a:cubicBezTo>
                  <a:cubicBezTo>
                    <a:pt x="119" y="0"/>
                    <a:pt x="78" y="15"/>
                    <a:pt x="47" y="43"/>
                  </a:cubicBezTo>
                  <a:cubicBezTo>
                    <a:pt x="18" y="70"/>
                    <a:pt x="0" y="108"/>
                    <a:pt x="0" y="148"/>
                  </a:cubicBezTo>
                  <a:cubicBezTo>
                    <a:pt x="0" y="190"/>
                    <a:pt x="18" y="227"/>
                    <a:pt x="47" y="254"/>
                  </a:cubicBezTo>
                  <a:cubicBezTo>
                    <a:pt x="78" y="280"/>
                    <a:pt x="119" y="297"/>
                    <a:pt x="163" y="297"/>
                  </a:cubicBezTo>
                  <a:cubicBezTo>
                    <a:pt x="211" y="297"/>
                    <a:pt x="495" y="297"/>
                    <a:pt x="536" y="297"/>
                  </a:cubicBezTo>
                  <a:cubicBezTo>
                    <a:pt x="633" y="297"/>
                    <a:pt x="714" y="218"/>
                    <a:pt x="714" y="119"/>
                  </a:cubicBezTo>
                  <a:cubicBezTo>
                    <a:pt x="714" y="103"/>
                    <a:pt x="711" y="89"/>
                    <a:pt x="709" y="74"/>
                  </a:cubicBezTo>
                  <a:cubicBezTo>
                    <a:pt x="706" y="67"/>
                    <a:pt x="699" y="62"/>
                    <a:pt x="690" y="64"/>
                  </a:cubicBezTo>
                  <a:cubicBezTo>
                    <a:pt x="682" y="66"/>
                    <a:pt x="678" y="74"/>
                    <a:pt x="679" y="82"/>
                  </a:cubicBezTo>
                  <a:lnTo>
                    <a:pt x="679" y="82"/>
                  </a:lnTo>
                  <a:cubicBezTo>
                    <a:pt x="682" y="94"/>
                    <a:pt x="683" y="106"/>
                    <a:pt x="683" y="119"/>
                  </a:cubicBezTo>
                  <a:cubicBezTo>
                    <a:pt x="683" y="161"/>
                    <a:pt x="667" y="197"/>
                    <a:pt x="640" y="225"/>
                  </a:cubicBezTo>
                  <a:cubicBezTo>
                    <a:pt x="614" y="251"/>
                    <a:pt x="576" y="268"/>
                    <a:pt x="536" y="268"/>
                  </a:cubicBezTo>
                  <a:cubicBezTo>
                    <a:pt x="495" y="268"/>
                    <a:pt x="211" y="268"/>
                    <a:pt x="163" y="268"/>
                  </a:cubicBezTo>
                  <a:cubicBezTo>
                    <a:pt x="126" y="268"/>
                    <a:pt x="92" y="254"/>
                    <a:pt x="68" y="232"/>
                  </a:cubicBezTo>
                  <a:cubicBezTo>
                    <a:pt x="43" y="211"/>
                    <a:pt x="29" y="181"/>
                    <a:pt x="29" y="148"/>
                  </a:cubicBezTo>
                  <a:cubicBezTo>
                    <a:pt x="29" y="116"/>
                    <a:pt x="43" y="87"/>
                    <a:pt x="68" y="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3" name="Freeform 412">
              <a:extLst>
                <a:ext uri="{FF2B5EF4-FFF2-40B4-BE49-F238E27FC236}">
                  <a16:creationId xmlns:a16="http://schemas.microsoft.com/office/drawing/2014/main" id="{9B0BC066-1340-9014-41DA-443795029087}"/>
                </a:ext>
              </a:extLst>
            </p:cNvPr>
            <p:cNvSpPr>
              <a:spLocks noChangeArrowheads="1"/>
            </p:cNvSpPr>
            <p:nvPr/>
          </p:nvSpPr>
          <p:spPr bwMode="auto">
            <a:xfrm>
              <a:off x="5284788" y="4894263"/>
              <a:ext cx="134937" cy="90487"/>
            </a:xfrm>
            <a:custGeom>
              <a:avLst/>
              <a:gdLst>
                <a:gd name="T0" fmla="*/ 297 w 373"/>
                <a:gd name="T1" fmla="*/ 62 h 253"/>
                <a:gd name="T2" fmla="*/ 297 w 373"/>
                <a:gd name="T3" fmla="*/ 62 h 253"/>
                <a:gd name="T4" fmla="*/ 194 w 373"/>
                <a:gd name="T5" fmla="*/ 0 h 253"/>
                <a:gd name="T6" fmla="*/ 82 w 373"/>
                <a:gd name="T7" fmla="*/ 76 h 253"/>
                <a:gd name="T8" fmla="*/ 83 w 373"/>
                <a:gd name="T9" fmla="*/ 89 h 253"/>
                <a:gd name="T10" fmla="*/ 26 w 373"/>
                <a:gd name="T11" fmla="*/ 113 h 253"/>
                <a:gd name="T12" fmla="*/ 0 w 373"/>
                <a:gd name="T13" fmla="*/ 170 h 253"/>
                <a:gd name="T14" fmla="*/ 26 w 373"/>
                <a:gd name="T15" fmla="*/ 228 h 253"/>
                <a:gd name="T16" fmla="*/ 89 w 373"/>
                <a:gd name="T17" fmla="*/ 252 h 253"/>
                <a:gd name="T18" fmla="*/ 272 w 373"/>
                <a:gd name="T19" fmla="*/ 252 h 253"/>
                <a:gd name="T20" fmla="*/ 332 w 373"/>
                <a:gd name="T21" fmla="*/ 234 h 253"/>
                <a:gd name="T22" fmla="*/ 368 w 373"/>
                <a:gd name="T23" fmla="*/ 184 h 253"/>
                <a:gd name="T24" fmla="*/ 372 w 373"/>
                <a:gd name="T25" fmla="*/ 156 h 253"/>
                <a:gd name="T26" fmla="*/ 297 w 373"/>
                <a:gd name="T27" fmla="*/ 62 h 253"/>
                <a:gd name="T28" fmla="*/ 339 w 373"/>
                <a:gd name="T29" fmla="*/ 175 h 253"/>
                <a:gd name="T30" fmla="*/ 339 w 373"/>
                <a:gd name="T31" fmla="*/ 175 h 253"/>
                <a:gd name="T32" fmla="*/ 314 w 373"/>
                <a:gd name="T33" fmla="*/ 209 h 253"/>
                <a:gd name="T34" fmla="*/ 272 w 373"/>
                <a:gd name="T35" fmla="*/ 223 h 253"/>
                <a:gd name="T36" fmla="*/ 89 w 373"/>
                <a:gd name="T37" fmla="*/ 223 h 253"/>
                <a:gd name="T38" fmla="*/ 46 w 373"/>
                <a:gd name="T39" fmla="*/ 206 h 253"/>
                <a:gd name="T40" fmla="*/ 29 w 373"/>
                <a:gd name="T41" fmla="*/ 170 h 253"/>
                <a:gd name="T42" fmla="*/ 46 w 373"/>
                <a:gd name="T43" fmla="*/ 134 h 253"/>
                <a:gd name="T44" fmla="*/ 89 w 373"/>
                <a:gd name="T45" fmla="*/ 118 h 253"/>
                <a:gd name="T46" fmla="*/ 89 w 373"/>
                <a:gd name="T47" fmla="*/ 118 h 253"/>
                <a:gd name="T48" fmla="*/ 89 w 373"/>
                <a:gd name="T49" fmla="*/ 118 h 253"/>
                <a:gd name="T50" fmla="*/ 122 w 373"/>
                <a:gd name="T51" fmla="*/ 136 h 253"/>
                <a:gd name="T52" fmla="*/ 143 w 373"/>
                <a:gd name="T53" fmla="*/ 139 h 253"/>
                <a:gd name="T54" fmla="*/ 146 w 373"/>
                <a:gd name="T55" fmla="*/ 118 h 253"/>
                <a:gd name="T56" fmla="*/ 107 w 373"/>
                <a:gd name="T57" fmla="*/ 92 h 253"/>
                <a:gd name="T58" fmla="*/ 110 w 373"/>
                <a:gd name="T59" fmla="*/ 86 h 253"/>
                <a:gd name="T60" fmla="*/ 194 w 373"/>
                <a:gd name="T61" fmla="*/ 29 h 253"/>
                <a:gd name="T62" fmla="*/ 274 w 373"/>
                <a:gd name="T63" fmla="*/ 81 h 253"/>
                <a:gd name="T64" fmla="*/ 277 w 373"/>
                <a:gd name="T65" fmla="*/ 89 h 253"/>
                <a:gd name="T66" fmla="*/ 286 w 373"/>
                <a:gd name="T67" fmla="*/ 89 h 253"/>
                <a:gd name="T68" fmla="*/ 341 w 373"/>
                <a:gd name="T69" fmla="*/ 156 h 253"/>
                <a:gd name="T70" fmla="*/ 339 w 373"/>
                <a:gd name="T71" fmla="*/ 175 h 2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73" h="253">
                  <a:moveTo>
                    <a:pt x="297" y="62"/>
                  </a:moveTo>
                  <a:lnTo>
                    <a:pt x="297" y="62"/>
                  </a:lnTo>
                  <a:cubicBezTo>
                    <a:pt x="277" y="25"/>
                    <a:pt x="238" y="0"/>
                    <a:pt x="194" y="0"/>
                  </a:cubicBezTo>
                  <a:cubicBezTo>
                    <a:pt x="142" y="0"/>
                    <a:pt x="99" y="32"/>
                    <a:pt x="82" y="76"/>
                  </a:cubicBezTo>
                  <a:cubicBezTo>
                    <a:pt x="81" y="81"/>
                    <a:pt x="81" y="85"/>
                    <a:pt x="83" y="89"/>
                  </a:cubicBezTo>
                  <a:cubicBezTo>
                    <a:pt x="61" y="90"/>
                    <a:pt x="42" y="99"/>
                    <a:pt x="26" y="113"/>
                  </a:cubicBezTo>
                  <a:cubicBezTo>
                    <a:pt x="10" y="127"/>
                    <a:pt x="0" y="147"/>
                    <a:pt x="0" y="170"/>
                  </a:cubicBezTo>
                  <a:cubicBezTo>
                    <a:pt x="0" y="193"/>
                    <a:pt x="10" y="214"/>
                    <a:pt x="26" y="228"/>
                  </a:cubicBezTo>
                  <a:cubicBezTo>
                    <a:pt x="43" y="244"/>
                    <a:pt x="65" y="252"/>
                    <a:pt x="89" y="252"/>
                  </a:cubicBezTo>
                  <a:cubicBezTo>
                    <a:pt x="272" y="252"/>
                    <a:pt x="272" y="252"/>
                    <a:pt x="272" y="252"/>
                  </a:cubicBezTo>
                  <a:cubicBezTo>
                    <a:pt x="293" y="252"/>
                    <a:pt x="314" y="245"/>
                    <a:pt x="332" y="234"/>
                  </a:cubicBezTo>
                  <a:cubicBezTo>
                    <a:pt x="348" y="221"/>
                    <a:pt x="362" y="205"/>
                    <a:pt x="368" y="184"/>
                  </a:cubicBezTo>
                  <a:cubicBezTo>
                    <a:pt x="371" y="174"/>
                    <a:pt x="372" y="164"/>
                    <a:pt x="372" y="156"/>
                  </a:cubicBezTo>
                  <a:cubicBezTo>
                    <a:pt x="372" y="110"/>
                    <a:pt x="340" y="72"/>
                    <a:pt x="297" y="62"/>
                  </a:cubicBezTo>
                  <a:close/>
                  <a:moveTo>
                    <a:pt x="339" y="175"/>
                  </a:moveTo>
                  <a:lnTo>
                    <a:pt x="339" y="175"/>
                  </a:lnTo>
                  <a:cubicBezTo>
                    <a:pt x="334" y="189"/>
                    <a:pt x="326" y="200"/>
                    <a:pt x="314" y="209"/>
                  </a:cubicBezTo>
                  <a:cubicBezTo>
                    <a:pt x="302" y="217"/>
                    <a:pt x="287" y="223"/>
                    <a:pt x="272" y="223"/>
                  </a:cubicBezTo>
                  <a:cubicBezTo>
                    <a:pt x="89" y="223"/>
                    <a:pt x="89" y="223"/>
                    <a:pt x="89" y="223"/>
                  </a:cubicBezTo>
                  <a:cubicBezTo>
                    <a:pt x="72" y="223"/>
                    <a:pt x="57" y="216"/>
                    <a:pt x="46" y="206"/>
                  </a:cubicBezTo>
                  <a:cubicBezTo>
                    <a:pt x="36" y="198"/>
                    <a:pt x="29" y="184"/>
                    <a:pt x="29" y="170"/>
                  </a:cubicBezTo>
                  <a:cubicBezTo>
                    <a:pt x="29" y="156"/>
                    <a:pt x="36" y="143"/>
                    <a:pt x="46" y="134"/>
                  </a:cubicBezTo>
                  <a:cubicBezTo>
                    <a:pt x="57" y="125"/>
                    <a:pt x="72" y="118"/>
                    <a:pt x="89" y="118"/>
                  </a:cubicBezTo>
                  <a:lnTo>
                    <a:pt x="89" y="118"/>
                  </a:lnTo>
                  <a:lnTo>
                    <a:pt x="89" y="118"/>
                  </a:lnTo>
                  <a:cubicBezTo>
                    <a:pt x="100" y="118"/>
                    <a:pt x="114" y="125"/>
                    <a:pt x="122" y="136"/>
                  </a:cubicBezTo>
                  <a:cubicBezTo>
                    <a:pt x="128" y="143"/>
                    <a:pt x="138" y="145"/>
                    <a:pt x="143" y="139"/>
                  </a:cubicBezTo>
                  <a:cubicBezTo>
                    <a:pt x="150" y="134"/>
                    <a:pt x="152" y="124"/>
                    <a:pt x="146" y="118"/>
                  </a:cubicBezTo>
                  <a:cubicBezTo>
                    <a:pt x="136" y="106"/>
                    <a:pt x="122" y="96"/>
                    <a:pt x="107" y="92"/>
                  </a:cubicBezTo>
                  <a:cubicBezTo>
                    <a:pt x="109" y="90"/>
                    <a:pt x="109" y="89"/>
                    <a:pt x="110" y="86"/>
                  </a:cubicBezTo>
                  <a:cubicBezTo>
                    <a:pt x="122" y="53"/>
                    <a:pt x="155" y="29"/>
                    <a:pt x="194" y="29"/>
                  </a:cubicBezTo>
                  <a:cubicBezTo>
                    <a:pt x="228" y="29"/>
                    <a:pt x="261" y="50"/>
                    <a:pt x="274" y="81"/>
                  </a:cubicBezTo>
                  <a:cubicBezTo>
                    <a:pt x="277" y="89"/>
                    <a:pt x="277" y="89"/>
                    <a:pt x="277" y="89"/>
                  </a:cubicBezTo>
                  <a:cubicBezTo>
                    <a:pt x="286" y="89"/>
                    <a:pt x="286" y="89"/>
                    <a:pt x="286" y="89"/>
                  </a:cubicBezTo>
                  <a:cubicBezTo>
                    <a:pt x="318" y="94"/>
                    <a:pt x="341" y="122"/>
                    <a:pt x="341" y="156"/>
                  </a:cubicBezTo>
                  <a:cubicBezTo>
                    <a:pt x="341" y="161"/>
                    <a:pt x="341" y="168"/>
                    <a:pt x="339" y="1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04" name="Group 507">
            <a:extLst>
              <a:ext uri="{FF2B5EF4-FFF2-40B4-BE49-F238E27FC236}">
                <a16:creationId xmlns:a16="http://schemas.microsoft.com/office/drawing/2014/main" id="{CEAAB29A-FC0E-F868-157A-CB8EB6BAC9BC}"/>
              </a:ext>
            </a:extLst>
          </p:cNvPr>
          <p:cNvGrpSpPr/>
          <p:nvPr/>
        </p:nvGrpSpPr>
        <p:grpSpPr>
          <a:xfrm>
            <a:off x="5161631" y="4503639"/>
            <a:ext cx="257175" cy="212725"/>
            <a:chOff x="4133850" y="4867275"/>
            <a:chExt cx="257175" cy="212725"/>
          </a:xfrm>
          <a:solidFill>
            <a:schemeClr val="accent4"/>
          </a:solidFill>
        </p:grpSpPr>
        <p:sp>
          <p:nvSpPr>
            <p:cNvPr id="505" name="Freeform 413">
              <a:extLst>
                <a:ext uri="{FF2B5EF4-FFF2-40B4-BE49-F238E27FC236}">
                  <a16:creationId xmlns:a16="http://schemas.microsoft.com/office/drawing/2014/main" id="{4FEC5DA7-A19B-A426-2CC4-95DD6C258381}"/>
                </a:ext>
              </a:extLst>
            </p:cNvPr>
            <p:cNvSpPr>
              <a:spLocks noChangeArrowheads="1"/>
            </p:cNvSpPr>
            <p:nvPr/>
          </p:nvSpPr>
          <p:spPr bwMode="auto">
            <a:xfrm>
              <a:off x="4191000" y="4867275"/>
              <a:ext cx="200025" cy="171450"/>
            </a:xfrm>
            <a:custGeom>
              <a:avLst/>
              <a:gdLst>
                <a:gd name="T0" fmla="*/ 410 w 555"/>
                <a:gd name="T1" fmla="*/ 124 h 478"/>
                <a:gd name="T2" fmla="*/ 410 w 555"/>
                <a:gd name="T3" fmla="*/ 124 h 478"/>
                <a:gd name="T4" fmla="*/ 211 w 555"/>
                <a:gd name="T5" fmla="*/ 0 h 478"/>
                <a:gd name="T6" fmla="*/ 3 w 555"/>
                <a:gd name="T7" fmla="*/ 145 h 478"/>
                <a:gd name="T8" fmla="*/ 11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8 w 555"/>
                <a:gd name="T27" fmla="*/ 447 h 478"/>
                <a:gd name="T28" fmla="*/ 331 w 555"/>
                <a:gd name="T29" fmla="*/ 447 h 478"/>
                <a:gd name="T30" fmla="*/ 315 w 555"/>
                <a:gd name="T31" fmla="*/ 462 h 478"/>
                <a:gd name="T32" fmla="*/ 331 w 555"/>
                <a:gd name="T33" fmla="*/ 477 h 478"/>
                <a:gd name="T34" fmla="*/ 331 w 555"/>
                <a:gd name="T35" fmla="*/ 477 h 478"/>
                <a:gd name="T36" fmla="*/ 368 w 555"/>
                <a:gd name="T37" fmla="*/ 477 h 478"/>
                <a:gd name="T38" fmla="*/ 488 w 555"/>
                <a:gd name="T39" fmla="*/ 434 h 478"/>
                <a:gd name="T40" fmla="*/ 551 w 555"/>
                <a:gd name="T41" fmla="*/ 324 h 478"/>
                <a:gd name="T42" fmla="*/ 554 w 555"/>
                <a:gd name="T43" fmla="*/ 299 h 478"/>
                <a:gd name="T44" fmla="*/ 410 w 555"/>
                <a:gd name="T45" fmla="*/ 124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4"/>
                  </a:moveTo>
                  <a:lnTo>
                    <a:pt x="410" y="124"/>
                  </a:lnTo>
                  <a:cubicBezTo>
                    <a:pt x="374" y="51"/>
                    <a:pt x="299" y="0"/>
                    <a:pt x="211" y="0"/>
                  </a:cubicBezTo>
                  <a:cubicBezTo>
                    <a:pt x="116" y="0"/>
                    <a:pt x="35" y="60"/>
                    <a:pt x="3" y="145"/>
                  </a:cubicBezTo>
                  <a:cubicBezTo>
                    <a:pt x="0" y="152"/>
                    <a:pt x="3" y="162"/>
                    <a:pt x="11" y="165"/>
                  </a:cubicBezTo>
                  <a:cubicBezTo>
                    <a:pt x="18"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2" y="434"/>
                    <a:pt x="406" y="447"/>
                    <a:pt x="368" y="447"/>
                  </a:cubicBezTo>
                  <a:cubicBezTo>
                    <a:pt x="331" y="447"/>
                    <a:pt x="331" y="447"/>
                    <a:pt x="331" y="447"/>
                  </a:cubicBezTo>
                  <a:cubicBezTo>
                    <a:pt x="322" y="447"/>
                    <a:pt x="315" y="454"/>
                    <a:pt x="315" y="462"/>
                  </a:cubicBezTo>
                  <a:cubicBezTo>
                    <a:pt x="315" y="470"/>
                    <a:pt x="322" y="477"/>
                    <a:pt x="331" y="477"/>
                  </a:cubicBezTo>
                  <a:lnTo>
                    <a:pt x="331" y="477"/>
                  </a:lnTo>
                  <a:cubicBezTo>
                    <a:pt x="368" y="477"/>
                    <a:pt x="368" y="477"/>
                    <a:pt x="368" y="477"/>
                  </a:cubicBezTo>
                  <a:cubicBezTo>
                    <a:pt x="413" y="477"/>
                    <a:pt x="455" y="462"/>
                    <a:pt x="488" y="434"/>
                  </a:cubicBezTo>
                  <a:cubicBezTo>
                    <a:pt x="522" y="408"/>
                    <a:pt x="546" y="370"/>
                    <a:pt x="551" y="324"/>
                  </a:cubicBezTo>
                  <a:cubicBezTo>
                    <a:pt x="553" y="316"/>
                    <a:pt x="554" y="307"/>
                    <a:pt x="554" y="299"/>
                  </a:cubicBezTo>
                  <a:cubicBezTo>
                    <a:pt x="554" y="212"/>
                    <a:pt x="493" y="140"/>
                    <a:pt x="410" y="12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6" name="Freeform 414">
              <a:extLst>
                <a:ext uri="{FF2B5EF4-FFF2-40B4-BE49-F238E27FC236}">
                  <a16:creationId xmlns:a16="http://schemas.microsoft.com/office/drawing/2014/main" id="{E03D59C9-4808-366E-E7B0-FAC19A82DF92}"/>
                </a:ext>
              </a:extLst>
            </p:cNvPr>
            <p:cNvSpPr>
              <a:spLocks noChangeArrowheads="1"/>
            </p:cNvSpPr>
            <p:nvPr/>
          </p:nvSpPr>
          <p:spPr bwMode="auto">
            <a:xfrm>
              <a:off x="4133850" y="4932363"/>
              <a:ext cx="98425" cy="107950"/>
            </a:xfrm>
            <a:custGeom>
              <a:avLst/>
              <a:gdLst>
                <a:gd name="T0" fmla="*/ 266 w 273"/>
                <a:gd name="T1" fmla="*/ 54 h 299"/>
                <a:gd name="T2" fmla="*/ 266 w 273"/>
                <a:gd name="T3" fmla="*/ 54 h 299"/>
                <a:gd name="T4" fmla="*/ 163 w 273"/>
                <a:gd name="T5" fmla="*/ 0 h 299"/>
                <a:gd name="T6" fmla="*/ 47 w 273"/>
                <a:gd name="T7" fmla="*/ 43 h 299"/>
                <a:gd name="T8" fmla="*/ 0 w 273"/>
                <a:gd name="T9" fmla="*/ 149 h 299"/>
                <a:gd name="T10" fmla="*/ 47 w 273"/>
                <a:gd name="T11" fmla="*/ 255 h 299"/>
                <a:gd name="T12" fmla="*/ 163 w 273"/>
                <a:gd name="T13" fmla="*/ 298 h 299"/>
                <a:gd name="T14" fmla="*/ 178 w 273"/>
                <a:gd name="T15" fmla="*/ 283 h 299"/>
                <a:gd name="T16" fmla="*/ 163 w 273"/>
                <a:gd name="T17" fmla="*/ 268 h 299"/>
                <a:gd name="T18" fmla="*/ 68 w 273"/>
                <a:gd name="T19" fmla="*/ 233 h 299"/>
                <a:gd name="T20" fmla="*/ 29 w 273"/>
                <a:gd name="T21" fmla="*/ 149 h 299"/>
                <a:gd name="T22" fmla="*/ 68 w 273"/>
                <a:gd name="T23" fmla="*/ 65 h 299"/>
                <a:gd name="T24" fmla="*/ 163 w 273"/>
                <a:gd name="T25" fmla="*/ 31 h 299"/>
                <a:gd name="T26" fmla="*/ 243 w 273"/>
                <a:gd name="T27" fmla="*/ 72 h 299"/>
                <a:gd name="T28" fmla="*/ 263 w 273"/>
                <a:gd name="T29" fmla="*/ 75 h 299"/>
                <a:gd name="T30" fmla="*/ 266 w 273"/>
                <a:gd name="T31" fmla="*/ 54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3" h="299">
                  <a:moveTo>
                    <a:pt x="266" y="54"/>
                  </a:moveTo>
                  <a:lnTo>
                    <a:pt x="266" y="54"/>
                  </a:lnTo>
                  <a:cubicBezTo>
                    <a:pt x="241" y="24"/>
                    <a:pt x="203" y="1"/>
                    <a:pt x="163" y="0"/>
                  </a:cubicBezTo>
                  <a:cubicBezTo>
                    <a:pt x="118" y="0"/>
                    <a:pt x="78" y="17"/>
                    <a:pt x="47" y="43"/>
                  </a:cubicBezTo>
                  <a:cubicBezTo>
                    <a:pt x="18" y="70"/>
                    <a:pt x="0" y="107"/>
                    <a:pt x="0" y="149"/>
                  </a:cubicBezTo>
                  <a:cubicBezTo>
                    <a:pt x="0" y="191"/>
                    <a:pt x="18" y="229"/>
                    <a:pt x="47" y="255"/>
                  </a:cubicBezTo>
                  <a:cubicBezTo>
                    <a:pt x="78" y="282"/>
                    <a:pt x="118" y="298"/>
                    <a:pt x="163" y="298"/>
                  </a:cubicBezTo>
                  <a:cubicBezTo>
                    <a:pt x="171" y="298"/>
                    <a:pt x="178" y="291"/>
                    <a:pt x="178" y="283"/>
                  </a:cubicBezTo>
                  <a:cubicBezTo>
                    <a:pt x="178" y="275"/>
                    <a:pt x="171" y="268"/>
                    <a:pt x="163" y="268"/>
                  </a:cubicBezTo>
                  <a:cubicBezTo>
                    <a:pt x="125" y="268"/>
                    <a:pt x="92" y="255"/>
                    <a:pt x="68" y="233"/>
                  </a:cubicBezTo>
                  <a:cubicBezTo>
                    <a:pt x="43" y="210"/>
                    <a:pt x="29" y="181"/>
                    <a:pt x="29" y="149"/>
                  </a:cubicBezTo>
                  <a:cubicBezTo>
                    <a:pt x="29" y="117"/>
                    <a:pt x="43" y="88"/>
                    <a:pt x="68" y="65"/>
                  </a:cubicBezTo>
                  <a:cubicBezTo>
                    <a:pt x="92" y="44"/>
                    <a:pt x="125" y="31"/>
                    <a:pt x="163" y="31"/>
                  </a:cubicBezTo>
                  <a:cubicBezTo>
                    <a:pt x="191" y="31"/>
                    <a:pt x="223" y="47"/>
                    <a:pt x="243" y="72"/>
                  </a:cubicBezTo>
                  <a:cubicBezTo>
                    <a:pt x="248" y="79"/>
                    <a:pt x="258" y="79"/>
                    <a:pt x="263" y="75"/>
                  </a:cubicBezTo>
                  <a:cubicBezTo>
                    <a:pt x="270" y="70"/>
                    <a:pt x="272" y="60"/>
                    <a:pt x="266"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7" name="Freeform 415">
              <a:extLst>
                <a:ext uri="{FF2B5EF4-FFF2-40B4-BE49-F238E27FC236}">
                  <a16:creationId xmlns:a16="http://schemas.microsoft.com/office/drawing/2014/main" id="{2A3812C7-4BE2-DCF5-F63C-A50B72D15F25}"/>
                </a:ext>
              </a:extLst>
            </p:cNvPr>
            <p:cNvSpPr>
              <a:spLocks noChangeArrowheads="1"/>
            </p:cNvSpPr>
            <p:nvPr/>
          </p:nvSpPr>
          <p:spPr bwMode="auto">
            <a:xfrm>
              <a:off x="4208463" y="5006975"/>
              <a:ext cx="23812" cy="55563"/>
            </a:xfrm>
            <a:custGeom>
              <a:avLst/>
              <a:gdLst>
                <a:gd name="T0" fmla="*/ 51 w 64"/>
                <a:gd name="T1" fmla="*/ 1 h 153"/>
                <a:gd name="T2" fmla="*/ 51 w 64"/>
                <a:gd name="T3" fmla="*/ 1 h 153"/>
                <a:gd name="T4" fmla="*/ 32 w 64"/>
                <a:gd name="T5" fmla="*/ 12 h 153"/>
                <a:gd name="T6" fmla="*/ 2 w 64"/>
                <a:gd name="T7" fmla="*/ 131 h 153"/>
                <a:gd name="T8" fmla="*/ 13 w 64"/>
                <a:gd name="T9" fmla="*/ 149 h 153"/>
                <a:gd name="T10" fmla="*/ 31 w 64"/>
                <a:gd name="T11" fmla="*/ 138 h 153"/>
                <a:gd name="T12" fmla="*/ 60 w 64"/>
                <a:gd name="T13" fmla="*/ 19 h 153"/>
                <a:gd name="T14" fmla="*/ 51 w 64"/>
                <a:gd name="T15" fmla="*/ 1 h 15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3">
                  <a:moveTo>
                    <a:pt x="51" y="1"/>
                  </a:moveTo>
                  <a:lnTo>
                    <a:pt x="51" y="1"/>
                  </a:lnTo>
                  <a:cubicBezTo>
                    <a:pt x="42" y="0"/>
                    <a:pt x="34" y="4"/>
                    <a:pt x="32" y="12"/>
                  </a:cubicBezTo>
                  <a:cubicBezTo>
                    <a:pt x="2" y="131"/>
                    <a:pt x="2" y="131"/>
                    <a:pt x="2" y="131"/>
                  </a:cubicBezTo>
                  <a:cubicBezTo>
                    <a:pt x="0" y="139"/>
                    <a:pt x="4" y="147"/>
                    <a:pt x="13" y="149"/>
                  </a:cubicBezTo>
                  <a:cubicBezTo>
                    <a:pt x="21" y="152"/>
                    <a:pt x="30" y="146"/>
                    <a:pt x="31" y="138"/>
                  </a:cubicBezTo>
                  <a:cubicBezTo>
                    <a:pt x="60" y="19"/>
                    <a:pt x="60" y="19"/>
                    <a:pt x="60" y="19"/>
                  </a:cubicBezTo>
                  <a:cubicBezTo>
                    <a:pt x="63" y="11"/>
                    <a:pt x="57" y="4"/>
                    <a:pt x="51"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8" name="Freeform 416">
              <a:extLst>
                <a:ext uri="{FF2B5EF4-FFF2-40B4-BE49-F238E27FC236}">
                  <a16:creationId xmlns:a16="http://schemas.microsoft.com/office/drawing/2014/main" id="{01DE6522-B2F0-3B2A-9CA0-59DF524BF9D8}"/>
                </a:ext>
              </a:extLst>
            </p:cNvPr>
            <p:cNvSpPr>
              <a:spLocks noChangeArrowheads="1"/>
            </p:cNvSpPr>
            <p:nvPr/>
          </p:nvSpPr>
          <p:spPr bwMode="auto">
            <a:xfrm>
              <a:off x="4235450" y="5045075"/>
              <a:ext cx="17463" cy="34925"/>
            </a:xfrm>
            <a:custGeom>
              <a:avLst/>
              <a:gdLst>
                <a:gd name="T0" fmla="*/ 18 w 49"/>
                <a:gd name="T1" fmla="*/ 13 h 98"/>
                <a:gd name="T2" fmla="*/ 18 w 49"/>
                <a:gd name="T3" fmla="*/ 13 h 98"/>
                <a:gd name="T4" fmla="*/ 2 w 49"/>
                <a:gd name="T5" fmla="*/ 76 h 98"/>
                <a:gd name="T6" fmla="*/ 12 w 49"/>
                <a:gd name="T7" fmla="*/ 94 h 98"/>
                <a:gd name="T8" fmla="*/ 30 w 49"/>
                <a:gd name="T9" fmla="*/ 84 h 98"/>
                <a:gd name="T10" fmla="*/ 47 w 49"/>
                <a:gd name="T11" fmla="*/ 21 h 98"/>
                <a:gd name="T12" fmla="*/ 36 w 49"/>
                <a:gd name="T13" fmla="*/ 3 h 98"/>
                <a:gd name="T14" fmla="*/ 18 w 49"/>
                <a:gd name="T15" fmla="*/ 13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9" h="98">
                  <a:moveTo>
                    <a:pt x="18" y="13"/>
                  </a:moveTo>
                  <a:lnTo>
                    <a:pt x="18" y="13"/>
                  </a:lnTo>
                  <a:cubicBezTo>
                    <a:pt x="2" y="76"/>
                    <a:pt x="2" y="76"/>
                    <a:pt x="2" y="76"/>
                  </a:cubicBezTo>
                  <a:cubicBezTo>
                    <a:pt x="0" y="84"/>
                    <a:pt x="5" y="92"/>
                    <a:pt x="12" y="94"/>
                  </a:cubicBezTo>
                  <a:cubicBezTo>
                    <a:pt x="21" y="97"/>
                    <a:pt x="29" y="91"/>
                    <a:pt x="30" y="84"/>
                  </a:cubicBezTo>
                  <a:cubicBezTo>
                    <a:pt x="47" y="21"/>
                    <a:pt x="47" y="21"/>
                    <a:pt x="47" y="21"/>
                  </a:cubicBezTo>
                  <a:cubicBezTo>
                    <a:pt x="48" y="13"/>
                    <a:pt x="44" y="5"/>
                    <a:pt x="36" y="3"/>
                  </a:cubicBezTo>
                  <a:cubicBezTo>
                    <a:pt x="27" y="0"/>
                    <a:pt x="19" y="6"/>
                    <a:pt x="18" y="1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9" name="Freeform 417">
              <a:extLst>
                <a:ext uri="{FF2B5EF4-FFF2-40B4-BE49-F238E27FC236}">
                  <a16:creationId xmlns:a16="http://schemas.microsoft.com/office/drawing/2014/main" id="{2378AEB5-626C-858E-90EE-10869A77A0B0}"/>
                </a:ext>
              </a:extLst>
            </p:cNvPr>
            <p:cNvSpPr>
              <a:spLocks noChangeArrowheads="1"/>
            </p:cNvSpPr>
            <p:nvPr/>
          </p:nvSpPr>
          <p:spPr bwMode="auto">
            <a:xfrm>
              <a:off x="4244975" y="5006975"/>
              <a:ext cx="19050" cy="36513"/>
            </a:xfrm>
            <a:custGeom>
              <a:avLst/>
              <a:gdLst>
                <a:gd name="T0" fmla="*/ 14 w 51"/>
                <a:gd name="T1" fmla="*/ 96 h 100"/>
                <a:gd name="T2" fmla="*/ 14 w 51"/>
                <a:gd name="T3" fmla="*/ 96 h 100"/>
                <a:gd name="T4" fmla="*/ 31 w 51"/>
                <a:gd name="T5" fmla="*/ 85 h 100"/>
                <a:gd name="T6" fmla="*/ 47 w 51"/>
                <a:gd name="T7" fmla="*/ 19 h 100"/>
                <a:gd name="T8" fmla="*/ 38 w 51"/>
                <a:gd name="T9" fmla="*/ 1 h 100"/>
                <a:gd name="T10" fmla="*/ 20 w 51"/>
                <a:gd name="T11" fmla="*/ 12 h 100"/>
                <a:gd name="T12" fmla="*/ 3 w 51"/>
                <a:gd name="T13" fmla="*/ 78 h 100"/>
                <a:gd name="T14" fmla="*/ 14 w 51"/>
                <a:gd name="T15" fmla="*/ 96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0">
                  <a:moveTo>
                    <a:pt x="14" y="96"/>
                  </a:moveTo>
                  <a:lnTo>
                    <a:pt x="14" y="96"/>
                  </a:lnTo>
                  <a:cubicBezTo>
                    <a:pt x="21" y="99"/>
                    <a:pt x="29" y="93"/>
                    <a:pt x="31" y="85"/>
                  </a:cubicBezTo>
                  <a:cubicBezTo>
                    <a:pt x="47" y="19"/>
                    <a:pt x="47" y="19"/>
                    <a:pt x="47" y="19"/>
                  </a:cubicBezTo>
                  <a:cubicBezTo>
                    <a:pt x="50" y="11"/>
                    <a:pt x="45" y="4"/>
                    <a:pt x="38" y="1"/>
                  </a:cubicBezTo>
                  <a:cubicBezTo>
                    <a:pt x="29" y="0"/>
                    <a:pt x="21" y="4"/>
                    <a:pt x="20" y="12"/>
                  </a:cubicBezTo>
                  <a:cubicBezTo>
                    <a:pt x="3" y="78"/>
                    <a:pt x="3" y="78"/>
                    <a:pt x="3" y="78"/>
                  </a:cubicBezTo>
                  <a:cubicBezTo>
                    <a:pt x="0" y="86"/>
                    <a:pt x="6" y="94"/>
                    <a:pt x="14"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0" name="Freeform 418">
              <a:extLst>
                <a:ext uri="{FF2B5EF4-FFF2-40B4-BE49-F238E27FC236}">
                  <a16:creationId xmlns:a16="http://schemas.microsoft.com/office/drawing/2014/main" id="{F6D3C9ED-6F1C-8F7E-E2A1-15009CB996B3}"/>
                </a:ext>
              </a:extLst>
            </p:cNvPr>
            <p:cNvSpPr>
              <a:spLocks noChangeArrowheads="1"/>
            </p:cNvSpPr>
            <p:nvPr/>
          </p:nvSpPr>
          <p:spPr bwMode="auto">
            <a:xfrm>
              <a:off x="4268788" y="4995863"/>
              <a:ext cx="26987" cy="68262"/>
            </a:xfrm>
            <a:custGeom>
              <a:avLst/>
              <a:gdLst>
                <a:gd name="T0" fmla="*/ 31 w 73"/>
                <a:gd name="T1" fmla="*/ 174 h 188"/>
                <a:gd name="T2" fmla="*/ 31 w 73"/>
                <a:gd name="T3" fmla="*/ 174 h 188"/>
                <a:gd name="T4" fmla="*/ 69 w 73"/>
                <a:gd name="T5" fmla="*/ 21 h 188"/>
                <a:gd name="T6" fmla="*/ 59 w 73"/>
                <a:gd name="T7" fmla="*/ 3 h 188"/>
                <a:gd name="T8" fmla="*/ 41 w 73"/>
                <a:gd name="T9" fmla="*/ 14 h 188"/>
                <a:gd name="T10" fmla="*/ 2 w 73"/>
                <a:gd name="T11" fmla="*/ 166 h 188"/>
                <a:gd name="T12" fmla="*/ 13 w 73"/>
                <a:gd name="T13" fmla="*/ 184 h 188"/>
                <a:gd name="T14" fmla="*/ 31 w 73"/>
                <a:gd name="T15" fmla="*/ 174 h 18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3" h="188">
                  <a:moveTo>
                    <a:pt x="31" y="174"/>
                  </a:moveTo>
                  <a:lnTo>
                    <a:pt x="31" y="174"/>
                  </a:lnTo>
                  <a:cubicBezTo>
                    <a:pt x="69" y="21"/>
                    <a:pt x="69" y="21"/>
                    <a:pt x="69" y="21"/>
                  </a:cubicBezTo>
                  <a:cubicBezTo>
                    <a:pt x="72" y="13"/>
                    <a:pt x="66" y="4"/>
                    <a:pt x="59" y="3"/>
                  </a:cubicBezTo>
                  <a:cubicBezTo>
                    <a:pt x="51" y="0"/>
                    <a:pt x="42" y="6"/>
                    <a:pt x="41" y="14"/>
                  </a:cubicBezTo>
                  <a:cubicBezTo>
                    <a:pt x="2" y="166"/>
                    <a:pt x="2" y="166"/>
                    <a:pt x="2" y="166"/>
                  </a:cubicBezTo>
                  <a:cubicBezTo>
                    <a:pt x="0" y="174"/>
                    <a:pt x="5" y="183"/>
                    <a:pt x="13" y="184"/>
                  </a:cubicBezTo>
                  <a:cubicBezTo>
                    <a:pt x="21" y="187"/>
                    <a:pt x="28" y="181"/>
                    <a:pt x="31" y="1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1" name="Group 514">
            <a:extLst>
              <a:ext uri="{FF2B5EF4-FFF2-40B4-BE49-F238E27FC236}">
                <a16:creationId xmlns:a16="http://schemas.microsoft.com/office/drawing/2014/main" id="{7ACAEE3C-7E30-F81F-F5BC-481145B81805}"/>
              </a:ext>
            </a:extLst>
          </p:cNvPr>
          <p:cNvGrpSpPr/>
          <p:nvPr/>
        </p:nvGrpSpPr>
        <p:grpSpPr>
          <a:xfrm>
            <a:off x="5675981" y="4506814"/>
            <a:ext cx="257175" cy="206375"/>
            <a:chOff x="4648200" y="4878388"/>
            <a:chExt cx="257175" cy="206375"/>
          </a:xfrm>
          <a:solidFill>
            <a:schemeClr val="accent4"/>
          </a:solidFill>
        </p:grpSpPr>
        <p:sp>
          <p:nvSpPr>
            <p:cNvPr id="512" name="Freeform 419">
              <a:extLst>
                <a:ext uri="{FF2B5EF4-FFF2-40B4-BE49-F238E27FC236}">
                  <a16:creationId xmlns:a16="http://schemas.microsoft.com/office/drawing/2014/main" id="{A7885C0C-6D31-57CA-7EF4-F4128720BB59}"/>
                </a:ext>
              </a:extLst>
            </p:cNvPr>
            <p:cNvSpPr>
              <a:spLocks noChangeArrowheads="1"/>
            </p:cNvSpPr>
            <p:nvPr/>
          </p:nvSpPr>
          <p:spPr bwMode="auto">
            <a:xfrm>
              <a:off x="4705350" y="4878388"/>
              <a:ext cx="200025" cy="171450"/>
            </a:xfrm>
            <a:custGeom>
              <a:avLst/>
              <a:gdLst>
                <a:gd name="T0" fmla="*/ 376 w 555"/>
                <a:gd name="T1" fmla="*/ 446 h 478"/>
                <a:gd name="T2" fmla="*/ 376 w 555"/>
                <a:gd name="T3" fmla="*/ 446 h 478"/>
                <a:gd name="T4" fmla="*/ 316 w 555"/>
                <a:gd name="T5" fmla="*/ 446 h 478"/>
                <a:gd name="T6" fmla="*/ 300 w 555"/>
                <a:gd name="T7" fmla="*/ 461 h 478"/>
                <a:gd name="T8" fmla="*/ 316 w 555"/>
                <a:gd name="T9" fmla="*/ 477 h 478"/>
                <a:gd name="T10" fmla="*/ 316 w 555"/>
                <a:gd name="T11" fmla="*/ 477 h 478"/>
                <a:gd name="T12" fmla="*/ 376 w 555"/>
                <a:gd name="T13" fmla="*/ 477 h 478"/>
                <a:gd name="T14" fmla="*/ 554 w 555"/>
                <a:gd name="T15" fmla="*/ 298 h 478"/>
                <a:gd name="T16" fmla="*/ 410 w 555"/>
                <a:gd name="T17" fmla="*/ 122 h 478"/>
                <a:gd name="T18" fmla="*/ 211 w 555"/>
                <a:gd name="T19" fmla="*/ 0 h 478"/>
                <a:gd name="T20" fmla="*/ 3 w 555"/>
                <a:gd name="T21" fmla="*/ 145 h 478"/>
                <a:gd name="T22" fmla="*/ 12 w 555"/>
                <a:gd name="T23" fmla="*/ 163 h 478"/>
                <a:gd name="T24" fmla="*/ 31 w 555"/>
                <a:gd name="T25" fmla="*/ 154 h 478"/>
                <a:gd name="T26" fmla="*/ 211 w 555"/>
                <a:gd name="T27" fmla="*/ 30 h 478"/>
                <a:gd name="T28" fmla="*/ 387 w 555"/>
                <a:gd name="T29" fmla="*/ 142 h 478"/>
                <a:gd name="T30" fmla="*/ 389 w 555"/>
                <a:gd name="T31" fmla="*/ 150 h 478"/>
                <a:gd name="T32" fmla="*/ 398 w 555"/>
                <a:gd name="T33" fmla="*/ 150 h 478"/>
                <a:gd name="T34" fmla="*/ 523 w 555"/>
                <a:gd name="T35" fmla="*/ 298 h 478"/>
                <a:gd name="T36" fmla="*/ 480 w 555"/>
                <a:gd name="T37" fmla="*/ 403 h 478"/>
                <a:gd name="T38" fmla="*/ 376 w 555"/>
                <a:gd name="T39" fmla="*/ 44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5" h="478">
                  <a:moveTo>
                    <a:pt x="376" y="446"/>
                  </a:moveTo>
                  <a:lnTo>
                    <a:pt x="376" y="446"/>
                  </a:lnTo>
                  <a:cubicBezTo>
                    <a:pt x="366" y="446"/>
                    <a:pt x="343" y="446"/>
                    <a:pt x="316" y="446"/>
                  </a:cubicBezTo>
                  <a:cubicBezTo>
                    <a:pt x="307" y="446"/>
                    <a:pt x="300" y="453"/>
                    <a:pt x="300" y="461"/>
                  </a:cubicBezTo>
                  <a:cubicBezTo>
                    <a:pt x="300" y="470"/>
                    <a:pt x="307" y="477"/>
                    <a:pt x="316" y="477"/>
                  </a:cubicBezTo>
                  <a:lnTo>
                    <a:pt x="316" y="477"/>
                  </a:lnTo>
                  <a:cubicBezTo>
                    <a:pt x="343" y="477"/>
                    <a:pt x="366" y="477"/>
                    <a:pt x="376" y="477"/>
                  </a:cubicBezTo>
                  <a:cubicBezTo>
                    <a:pt x="473" y="477"/>
                    <a:pt x="554" y="396"/>
                    <a:pt x="554" y="298"/>
                  </a:cubicBezTo>
                  <a:cubicBezTo>
                    <a:pt x="554" y="212"/>
                    <a:pt x="491" y="139"/>
                    <a:pt x="410" y="122"/>
                  </a:cubicBezTo>
                  <a:cubicBezTo>
                    <a:pt x="374" y="50"/>
                    <a:pt x="299" y="0"/>
                    <a:pt x="211" y="0"/>
                  </a:cubicBezTo>
                  <a:cubicBezTo>
                    <a:pt x="116" y="0"/>
                    <a:pt x="35" y="60"/>
                    <a:pt x="3" y="145"/>
                  </a:cubicBezTo>
                  <a:cubicBezTo>
                    <a:pt x="0" y="152"/>
                    <a:pt x="3" y="160"/>
                    <a:pt x="12" y="163"/>
                  </a:cubicBezTo>
                  <a:cubicBezTo>
                    <a:pt x="19" y="167"/>
                    <a:pt x="28" y="163"/>
                    <a:pt x="31" y="154"/>
                  </a:cubicBezTo>
                  <a:cubicBezTo>
                    <a:pt x="58" y="82"/>
                    <a:pt x="129" y="30"/>
                    <a:pt x="211" y="30"/>
                  </a:cubicBezTo>
                  <a:cubicBezTo>
                    <a:pt x="289" y="30"/>
                    <a:pt x="356" y="76"/>
                    <a:pt x="387" y="142"/>
                  </a:cubicBezTo>
                  <a:cubicBezTo>
                    <a:pt x="389" y="150"/>
                    <a:pt x="389" y="150"/>
                    <a:pt x="389" y="150"/>
                  </a:cubicBezTo>
                  <a:cubicBezTo>
                    <a:pt x="398" y="150"/>
                    <a:pt x="398" y="150"/>
                    <a:pt x="398" y="150"/>
                  </a:cubicBezTo>
                  <a:cubicBezTo>
                    <a:pt x="469" y="161"/>
                    <a:pt x="523" y="223"/>
                    <a:pt x="523" y="298"/>
                  </a:cubicBezTo>
                  <a:cubicBezTo>
                    <a:pt x="523" y="339"/>
                    <a:pt x="507" y="376"/>
                    <a:pt x="480" y="403"/>
                  </a:cubicBezTo>
                  <a:cubicBezTo>
                    <a:pt x="454" y="429"/>
                    <a:pt x="416" y="446"/>
                    <a:pt x="376" y="4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3" name="Freeform 420">
              <a:extLst>
                <a:ext uri="{FF2B5EF4-FFF2-40B4-BE49-F238E27FC236}">
                  <a16:creationId xmlns:a16="http://schemas.microsoft.com/office/drawing/2014/main" id="{4F5DA84E-585B-4380-09AF-0E8FA4F8A667}"/>
                </a:ext>
              </a:extLst>
            </p:cNvPr>
            <p:cNvSpPr>
              <a:spLocks noChangeArrowheads="1"/>
            </p:cNvSpPr>
            <p:nvPr/>
          </p:nvSpPr>
          <p:spPr bwMode="auto">
            <a:xfrm>
              <a:off x="4648200" y="4941888"/>
              <a:ext cx="98425" cy="107950"/>
            </a:xfrm>
            <a:custGeom>
              <a:avLst/>
              <a:gdLst>
                <a:gd name="T0" fmla="*/ 47 w 272"/>
                <a:gd name="T1" fmla="*/ 255 h 300"/>
                <a:gd name="T2" fmla="*/ 47 w 272"/>
                <a:gd name="T3" fmla="*/ 255 h 300"/>
                <a:gd name="T4" fmla="*/ 163 w 272"/>
                <a:gd name="T5" fmla="*/ 299 h 300"/>
                <a:gd name="T6" fmla="*/ 179 w 272"/>
                <a:gd name="T7" fmla="*/ 283 h 300"/>
                <a:gd name="T8" fmla="*/ 163 w 272"/>
                <a:gd name="T9" fmla="*/ 268 h 300"/>
                <a:gd name="T10" fmla="*/ 68 w 272"/>
                <a:gd name="T11" fmla="*/ 233 h 300"/>
                <a:gd name="T12" fmla="*/ 29 w 272"/>
                <a:gd name="T13" fmla="*/ 149 h 300"/>
                <a:gd name="T14" fmla="*/ 68 w 272"/>
                <a:gd name="T15" fmla="*/ 66 h 300"/>
                <a:gd name="T16" fmla="*/ 163 w 272"/>
                <a:gd name="T17" fmla="*/ 31 h 300"/>
                <a:gd name="T18" fmla="*/ 243 w 272"/>
                <a:gd name="T19" fmla="*/ 73 h 300"/>
                <a:gd name="T20" fmla="*/ 264 w 272"/>
                <a:gd name="T21" fmla="*/ 75 h 300"/>
                <a:gd name="T22" fmla="*/ 266 w 272"/>
                <a:gd name="T23" fmla="*/ 55 h 300"/>
                <a:gd name="T24" fmla="*/ 163 w 272"/>
                <a:gd name="T25" fmla="*/ 0 h 300"/>
                <a:gd name="T26" fmla="*/ 47 w 272"/>
                <a:gd name="T27" fmla="*/ 43 h 300"/>
                <a:gd name="T28" fmla="*/ 0 w 272"/>
                <a:gd name="T29" fmla="*/ 149 h 300"/>
                <a:gd name="T30" fmla="*/ 47 w 272"/>
                <a:gd name="T31" fmla="*/ 255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72" h="300">
                  <a:moveTo>
                    <a:pt x="47" y="255"/>
                  </a:moveTo>
                  <a:lnTo>
                    <a:pt x="47" y="255"/>
                  </a:lnTo>
                  <a:cubicBezTo>
                    <a:pt x="78" y="282"/>
                    <a:pt x="119" y="299"/>
                    <a:pt x="163" y="299"/>
                  </a:cubicBezTo>
                  <a:cubicBezTo>
                    <a:pt x="172" y="299"/>
                    <a:pt x="179" y="292"/>
                    <a:pt x="179" y="283"/>
                  </a:cubicBezTo>
                  <a:cubicBezTo>
                    <a:pt x="179" y="275"/>
                    <a:pt x="172" y="268"/>
                    <a:pt x="163" y="268"/>
                  </a:cubicBezTo>
                  <a:cubicBezTo>
                    <a:pt x="125" y="268"/>
                    <a:pt x="92" y="255"/>
                    <a:pt x="68" y="233"/>
                  </a:cubicBezTo>
                  <a:cubicBezTo>
                    <a:pt x="43" y="211"/>
                    <a:pt x="29" y="181"/>
                    <a:pt x="29" y="149"/>
                  </a:cubicBezTo>
                  <a:cubicBezTo>
                    <a:pt x="29" y="117"/>
                    <a:pt x="43" y="88"/>
                    <a:pt x="68" y="66"/>
                  </a:cubicBezTo>
                  <a:cubicBezTo>
                    <a:pt x="92" y="43"/>
                    <a:pt x="125" y="31"/>
                    <a:pt x="163" y="31"/>
                  </a:cubicBezTo>
                  <a:cubicBezTo>
                    <a:pt x="191" y="31"/>
                    <a:pt x="223" y="48"/>
                    <a:pt x="243" y="73"/>
                  </a:cubicBezTo>
                  <a:cubicBezTo>
                    <a:pt x="248" y="80"/>
                    <a:pt x="258" y="80"/>
                    <a:pt x="264" y="75"/>
                  </a:cubicBezTo>
                  <a:cubicBezTo>
                    <a:pt x="271" y="70"/>
                    <a:pt x="271" y="60"/>
                    <a:pt x="266" y="55"/>
                  </a:cubicBezTo>
                  <a:cubicBezTo>
                    <a:pt x="241" y="22"/>
                    <a:pt x="204" y="0"/>
                    <a:pt x="163" y="0"/>
                  </a:cubicBezTo>
                  <a:cubicBezTo>
                    <a:pt x="119" y="0"/>
                    <a:pt x="78" y="17"/>
                    <a:pt x="47" y="43"/>
                  </a:cubicBezTo>
                  <a:cubicBezTo>
                    <a:pt x="18" y="70"/>
                    <a:pt x="0" y="108"/>
                    <a:pt x="0" y="149"/>
                  </a:cubicBezTo>
                  <a:cubicBezTo>
                    <a:pt x="0" y="191"/>
                    <a:pt x="18" y="229"/>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4" name="Freeform 421">
              <a:extLst>
                <a:ext uri="{FF2B5EF4-FFF2-40B4-BE49-F238E27FC236}">
                  <a16:creationId xmlns:a16="http://schemas.microsoft.com/office/drawing/2014/main" id="{C22C29DE-DC4E-13A5-FFC8-6EA4EB630D43}"/>
                </a:ext>
              </a:extLst>
            </p:cNvPr>
            <p:cNvSpPr>
              <a:spLocks noChangeArrowheads="1"/>
            </p:cNvSpPr>
            <p:nvPr/>
          </p:nvSpPr>
          <p:spPr bwMode="auto">
            <a:xfrm>
              <a:off x="4784725" y="5046663"/>
              <a:ext cx="19050" cy="38100"/>
            </a:xfrm>
            <a:custGeom>
              <a:avLst/>
              <a:gdLst>
                <a:gd name="T0" fmla="*/ 20 w 52"/>
                <a:gd name="T1" fmla="*/ 12 h 105"/>
                <a:gd name="T2" fmla="*/ 20 w 52"/>
                <a:gd name="T3" fmla="*/ 12 h 105"/>
                <a:gd name="T4" fmla="*/ 2 w 52"/>
                <a:gd name="T5" fmla="*/ 84 h 105"/>
                <a:gd name="T6" fmla="*/ 13 w 52"/>
                <a:gd name="T7" fmla="*/ 102 h 105"/>
                <a:gd name="T8" fmla="*/ 31 w 52"/>
                <a:gd name="T9" fmla="*/ 92 h 105"/>
                <a:gd name="T10" fmla="*/ 49 w 52"/>
                <a:gd name="T11" fmla="*/ 19 h 105"/>
                <a:gd name="T12" fmla="*/ 38 w 52"/>
                <a:gd name="T13" fmla="*/ 1 h 105"/>
                <a:gd name="T14" fmla="*/ 20 w 52"/>
                <a:gd name="T15" fmla="*/ 12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 h="105">
                  <a:moveTo>
                    <a:pt x="20" y="12"/>
                  </a:moveTo>
                  <a:lnTo>
                    <a:pt x="20" y="12"/>
                  </a:lnTo>
                  <a:cubicBezTo>
                    <a:pt x="2" y="84"/>
                    <a:pt x="2" y="84"/>
                    <a:pt x="2" y="84"/>
                  </a:cubicBezTo>
                  <a:cubicBezTo>
                    <a:pt x="0" y="92"/>
                    <a:pt x="5" y="100"/>
                    <a:pt x="13" y="102"/>
                  </a:cubicBezTo>
                  <a:cubicBezTo>
                    <a:pt x="20" y="104"/>
                    <a:pt x="28" y="99"/>
                    <a:pt x="31" y="92"/>
                  </a:cubicBezTo>
                  <a:cubicBezTo>
                    <a:pt x="49" y="19"/>
                    <a:pt x="49" y="19"/>
                    <a:pt x="49" y="19"/>
                  </a:cubicBezTo>
                  <a:cubicBezTo>
                    <a:pt x="51" y="12"/>
                    <a:pt x="45" y="4"/>
                    <a:pt x="38" y="1"/>
                  </a:cubicBezTo>
                  <a:cubicBezTo>
                    <a:pt x="30" y="0"/>
                    <a:pt x="21" y="4"/>
                    <a:pt x="20" y="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5" name="Freeform 422">
              <a:extLst>
                <a:ext uri="{FF2B5EF4-FFF2-40B4-BE49-F238E27FC236}">
                  <a16:creationId xmlns:a16="http://schemas.microsoft.com/office/drawing/2014/main" id="{95D83503-521A-7A93-AE77-2EBC71655FB7}"/>
                </a:ext>
              </a:extLst>
            </p:cNvPr>
            <p:cNvSpPr>
              <a:spLocks noChangeArrowheads="1"/>
            </p:cNvSpPr>
            <p:nvPr/>
          </p:nvSpPr>
          <p:spPr bwMode="auto">
            <a:xfrm>
              <a:off x="4721225" y="5046663"/>
              <a:ext cx="19050" cy="38100"/>
            </a:xfrm>
            <a:custGeom>
              <a:avLst/>
              <a:gdLst>
                <a:gd name="T0" fmla="*/ 38 w 51"/>
                <a:gd name="T1" fmla="*/ 1 h 105"/>
                <a:gd name="T2" fmla="*/ 38 w 51"/>
                <a:gd name="T3" fmla="*/ 1 h 105"/>
                <a:gd name="T4" fmla="*/ 20 w 51"/>
                <a:gd name="T5" fmla="*/ 12 h 105"/>
                <a:gd name="T6" fmla="*/ 1 w 51"/>
                <a:gd name="T7" fmla="*/ 84 h 105"/>
                <a:gd name="T8" fmla="*/ 13 w 51"/>
                <a:gd name="T9" fmla="*/ 102 h 105"/>
                <a:gd name="T10" fmla="*/ 31 w 51"/>
                <a:gd name="T11" fmla="*/ 92 h 105"/>
                <a:gd name="T12" fmla="*/ 49 w 51"/>
                <a:gd name="T13" fmla="*/ 19 h 105"/>
                <a:gd name="T14" fmla="*/ 38 w 51"/>
                <a:gd name="T15" fmla="*/ 1 h 10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1" h="105">
                  <a:moveTo>
                    <a:pt x="38" y="1"/>
                  </a:moveTo>
                  <a:lnTo>
                    <a:pt x="38" y="1"/>
                  </a:lnTo>
                  <a:cubicBezTo>
                    <a:pt x="29" y="0"/>
                    <a:pt x="21" y="4"/>
                    <a:pt x="20" y="12"/>
                  </a:cubicBezTo>
                  <a:cubicBezTo>
                    <a:pt x="1" y="84"/>
                    <a:pt x="1" y="84"/>
                    <a:pt x="1" y="84"/>
                  </a:cubicBezTo>
                  <a:cubicBezTo>
                    <a:pt x="0" y="92"/>
                    <a:pt x="4" y="100"/>
                    <a:pt x="13" y="102"/>
                  </a:cubicBezTo>
                  <a:cubicBezTo>
                    <a:pt x="20" y="104"/>
                    <a:pt x="28" y="99"/>
                    <a:pt x="31" y="92"/>
                  </a:cubicBezTo>
                  <a:cubicBezTo>
                    <a:pt x="49" y="19"/>
                    <a:pt x="49" y="19"/>
                    <a:pt x="49" y="19"/>
                  </a:cubicBezTo>
                  <a:cubicBezTo>
                    <a:pt x="50" y="12"/>
                    <a:pt x="45" y="4"/>
                    <a:pt x="38" y="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6" name="Freeform 423">
              <a:extLst>
                <a:ext uri="{FF2B5EF4-FFF2-40B4-BE49-F238E27FC236}">
                  <a16:creationId xmlns:a16="http://schemas.microsoft.com/office/drawing/2014/main" id="{3EE8772D-4398-49DA-9485-719F6070FBAB}"/>
                </a:ext>
              </a:extLst>
            </p:cNvPr>
            <p:cNvSpPr>
              <a:spLocks noChangeArrowheads="1"/>
            </p:cNvSpPr>
            <p:nvPr/>
          </p:nvSpPr>
          <p:spPr bwMode="auto">
            <a:xfrm>
              <a:off x="4751388" y="4967288"/>
              <a:ext cx="33337" cy="95250"/>
            </a:xfrm>
            <a:custGeom>
              <a:avLst/>
              <a:gdLst>
                <a:gd name="T0" fmla="*/ 35 w 91"/>
                <a:gd name="T1" fmla="*/ 259 h 263"/>
                <a:gd name="T2" fmla="*/ 35 w 91"/>
                <a:gd name="T3" fmla="*/ 259 h 263"/>
                <a:gd name="T4" fmla="*/ 53 w 91"/>
                <a:gd name="T5" fmla="*/ 251 h 263"/>
                <a:gd name="T6" fmla="*/ 88 w 91"/>
                <a:gd name="T7" fmla="*/ 141 h 263"/>
                <a:gd name="T8" fmla="*/ 87 w 91"/>
                <a:gd name="T9" fmla="*/ 128 h 263"/>
                <a:gd name="T10" fmla="*/ 76 w 91"/>
                <a:gd name="T11" fmla="*/ 121 h 263"/>
                <a:gd name="T12" fmla="*/ 35 w 91"/>
                <a:gd name="T13" fmla="*/ 119 h 263"/>
                <a:gd name="T14" fmla="*/ 59 w 91"/>
                <a:gd name="T15" fmla="*/ 20 h 263"/>
                <a:gd name="T16" fmla="*/ 49 w 91"/>
                <a:gd name="T17" fmla="*/ 1 h 263"/>
                <a:gd name="T18" fmla="*/ 31 w 91"/>
                <a:gd name="T19" fmla="*/ 13 h 263"/>
                <a:gd name="T20" fmla="*/ 31 w 91"/>
                <a:gd name="T21" fmla="*/ 13 h 263"/>
                <a:gd name="T22" fmla="*/ 2 w 91"/>
                <a:gd name="T23" fmla="*/ 128 h 263"/>
                <a:gd name="T24" fmla="*/ 4 w 91"/>
                <a:gd name="T25" fmla="*/ 140 h 263"/>
                <a:gd name="T26" fmla="*/ 16 w 91"/>
                <a:gd name="T27" fmla="*/ 146 h 263"/>
                <a:gd name="T28" fmla="*/ 55 w 91"/>
                <a:gd name="T29" fmla="*/ 149 h 263"/>
                <a:gd name="T30" fmla="*/ 25 w 91"/>
                <a:gd name="T31" fmla="*/ 241 h 263"/>
                <a:gd name="T32" fmla="*/ 35 w 91"/>
                <a:gd name="T33" fmla="*/ 259 h 2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91" h="263">
                  <a:moveTo>
                    <a:pt x="35" y="259"/>
                  </a:moveTo>
                  <a:lnTo>
                    <a:pt x="35" y="259"/>
                  </a:lnTo>
                  <a:cubicBezTo>
                    <a:pt x="44" y="262"/>
                    <a:pt x="52" y="258"/>
                    <a:pt x="53" y="251"/>
                  </a:cubicBezTo>
                  <a:cubicBezTo>
                    <a:pt x="88" y="141"/>
                    <a:pt x="88" y="141"/>
                    <a:pt x="88" y="141"/>
                  </a:cubicBezTo>
                  <a:cubicBezTo>
                    <a:pt x="90" y="137"/>
                    <a:pt x="90" y="131"/>
                    <a:pt x="87" y="128"/>
                  </a:cubicBezTo>
                  <a:cubicBezTo>
                    <a:pt x="84" y="124"/>
                    <a:pt x="80" y="121"/>
                    <a:pt x="76" y="121"/>
                  </a:cubicBezTo>
                  <a:cubicBezTo>
                    <a:pt x="35" y="119"/>
                    <a:pt x="35" y="119"/>
                    <a:pt x="35" y="119"/>
                  </a:cubicBezTo>
                  <a:cubicBezTo>
                    <a:pt x="59" y="20"/>
                    <a:pt x="59" y="20"/>
                    <a:pt x="59" y="20"/>
                  </a:cubicBezTo>
                  <a:cubicBezTo>
                    <a:pt x="62" y="11"/>
                    <a:pt x="56" y="4"/>
                    <a:pt x="49" y="1"/>
                  </a:cubicBezTo>
                  <a:cubicBezTo>
                    <a:pt x="41" y="0"/>
                    <a:pt x="32" y="4"/>
                    <a:pt x="31" y="13"/>
                  </a:cubicBezTo>
                  <a:lnTo>
                    <a:pt x="31" y="13"/>
                  </a:lnTo>
                  <a:cubicBezTo>
                    <a:pt x="2" y="128"/>
                    <a:pt x="2" y="128"/>
                    <a:pt x="2" y="128"/>
                  </a:cubicBezTo>
                  <a:cubicBezTo>
                    <a:pt x="0" y="133"/>
                    <a:pt x="2" y="137"/>
                    <a:pt x="4" y="140"/>
                  </a:cubicBezTo>
                  <a:cubicBezTo>
                    <a:pt x="7" y="144"/>
                    <a:pt x="10" y="145"/>
                    <a:pt x="16" y="146"/>
                  </a:cubicBezTo>
                  <a:cubicBezTo>
                    <a:pt x="55" y="149"/>
                    <a:pt x="55" y="149"/>
                    <a:pt x="55" y="149"/>
                  </a:cubicBezTo>
                  <a:cubicBezTo>
                    <a:pt x="25" y="241"/>
                    <a:pt x="25" y="241"/>
                    <a:pt x="25" y="241"/>
                  </a:cubicBezTo>
                  <a:cubicBezTo>
                    <a:pt x="23" y="250"/>
                    <a:pt x="27" y="258"/>
                    <a:pt x="35" y="2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17" name="Group 520">
            <a:extLst>
              <a:ext uri="{FF2B5EF4-FFF2-40B4-BE49-F238E27FC236}">
                <a16:creationId xmlns:a16="http://schemas.microsoft.com/office/drawing/2014/main" id="{705F2A55-CDAC-72FC-CAF6-4EE1642ADBB2}"/>
              </a:ext>
            </a:extLst>
          </p:cNvPr>
          <p:cNvGrpSpPr/>
          <p:nvPr/>
        </p:nvGrpSpPr>
        <p:grpSpPr>
          <a:xfrm>
            <a:off x="4647281" y="4494908"/>
            <a:ext cx="257175" cy="230187"/>
            <a:chOff x="3619500" y="4846638"/>
            <a:chExt cx="257175" cy="230187"/>
          </a:xfrm>
          <a:solidFill>
            <a:schemeClr val="accent4"/>
          </a:solidFill>
        </p:grpSpPr>
        <p:sp>
          <p:nvSpPr>
            <p:cNvPr id="518" name="Freeform 424">
              <a:extLst>
                <a:ext uri="{FF2B5EF4-FFF2-40B4-BE49-F238E27FC236}">
                  <a16:creationId xmlns:a16="http://schemas.microsoft.com/office/drawing/2014/main" id="{CE220AE0-28F6-FA5E-8288-A16DE211D679}"/>
                </a:ext>
              </a:extLst>
            </p:cNvPr>
            <p:cNvSpPr>
              <a:spLocks noChangeArrowheads="1"/>
            </p:cNvSpPr>
            <p:nvPr/>
          </p:nvSpPr>
          <p:spPr bwMode="auto">
            <a:xfrm>
              <a:off x="3676650" y="4846638"/>
              <a:ext cx="200025" cy="171450"/>
            </a:xfrm>
            <a:custGeom>
              <a:avLst/>
              <a:gdLst>
                <a:gd name="T0" fmla="*/ 410 w 555"/>
                <a:gd name="T1" fmla="*/ 122 h 476"/>
                <a:gd name="T2" fmla="*/ 410 w 555"/>
                <a:gd name="T3" fmla="*/ 122 h 476"/>
                <a:gd name="T4" fmla="*/ 212 w 555"/>
                <a:gd name="T5" fmla="*/ 0 h 476"/>
                <a:gd name="T6" fmla="*/ 3 w 555"/>
                <a:gd name="T7" fmla="*/ 143 h 476"/>
                <a:gd name="T8" fmla="*/ 11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5 w 555"/>
                <a:gd name="T25" fmla="*/ 446 h 476"/>
                <a:gd name="T26" fmla="*/ 360 w 555"/>
                <a:gd name="T27" fmla="*/ 460 h 476"/>
                <a:gd name="T28" fmla="*/ 375 w 555"/>
                <a:gd name="T29" fmla="*/ 475 h 476"/>
                <a:gd name="T30" fmla="*/ 375 w 555"/>
                <a:gd name="T31" fmla="*/ 475 h 476"/>
                <a:gd name="T32" fmla="*/ 554 w 555"/>
                <a:gd name="T33" fmla="*/ 297 h 476"/>
                <a:gd name="T34" fmla="*/ 410 w 555"/>
                <a:gd name="T35" fmla="*/ 122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2"/>
                  </a:moveTo>
                  <a:lnTo>
                    <a:pt x="410" y="122"/>
                  </a:lnTo>
                  <a:cubicBezTo>
                    <a:pt x="374" y="50"/>
                    <a:pt x="299" y="0"/>
                    <a:pt x="212" y="0"/>
                  </a:cubicBezTo>
                  <a:cubicBezTo>
                    <a:pt x="116" y="0"/>
                    <a:pt x="35" y="60"/>
                    <a:pt x="3" y="143"/>
                  </a:cubicBezTo>
                  <a:cubicBezTo>
                    <a:pt x="0" y="152"/>
                    <a:pt x="4" y="160"/>
                    <a:pt x="11" y="163"/>
                  </a:cubicBezTo>
                  <a:cubicBezTo>
                    <a:pt x="20" y="166"/>
                    <a:pt x="28" y="162"/>
                    <a:pt x="31" y="155"/>
                  </a:cubicBezTo>
                  <a:cubicBezTo>
                    <a:pt x="59" y="81"/>
                    <a:pt x="128"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3" y="429"/>
                    <a:pt x="417" y="446"/>
                    <a:pt x="375" y="446"/>
                  </a:cubicBezTo>
                  <a:cubicBezTo>
                    <a:pt x="367" y="446"/>
                    <a:pt x="360" y="453"/>
                    <a:pt x="360" y="460"/>
                  </a:cubicBezTo>
                  <a:cubicBezTo>
                    <a:pt x="360" y="468"/>
                    <a:pt x="367" y="475"/>
                    <a:pt x="375" y="475"/>
                  </a:cubicBezTo>
                  <a:lnTo>
                    <a:pt x="375" y="475"/>
                  </a:lnTo>
                  <a:cubicBezTo>
                    <a:pt x="474" y="475"/>
                    <a:pt x="554" y="396"/>
                    <a:pt x="554" y="297"/>
                  </a:cubicBezTo>
                  <a:cubicBezTo>
                    <a:pt x="554" y="210"/>
                    <a:pt x="492" y="139"/>
                    <a:pt x="410" y="1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9" name="Freeform 425">
              <a:extLst>
                <a:ext uri="{FF2B5EF4-FFF2-40B4-BE49-F238E27FC236}">
                  <a16:creationId xmlns:a16="http://schemas.microsoft.com/office/drawing/2014/main" id="{DB7DAB32-DC85-EDE6-858F-D74B4B47CEA8}"/>
                </a:ext>
              </a:extLst>
            </p:cNvPr>
            <p:cNvSpPr>
              <a:spLocks noChangeArrowheads="1"/>
            </p:cNvSpPr>
            <p:nvPr/>
          </p:nvSpPr>
          <p:spPr bwMode="auto">
            <a:xfrm>
              <a:off x="3619500" y="491013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29 w 273"/>
                <a:gd name="T15" fmla="*/ 264 h 296"/>
                <a:gd name="T16" fmla="*/ 129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8"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29" y="264"/>
                  </a:cubicBezTo>
                  <a:lnTo>
                    <a:pt x="129" y="264"/>
                  </a:lnTo>
                  <a:cubicBezTo>
                    <a:pt x="100" y="257"/>
                    <a:pt x="75" y="242"/>
                    <a:pt x="57" y="222"/>
                  </a:cubicBezTo>
                  <a:cubicBezTo>
                    <a:pt x="40" y="201"/>
                    <a:pt x="29" y="176"/>
                    <a:pt x="29" y="148"/>
                  </a:cubicBezTo>
                  <a:cubicBezTo>
                    <a:pt x="29" y="116"/>
                    <a:pt x="44" y="87"/>
                    <a:pt x="68" y="64"/>
                  </a:cubicBezTo>
                  <a:cubicBezTo>
                    <a:pt x="92" y="44"/>
                    <a:pt x="125" y="30"/>
                    <a:pt x="163" y="30"/>
                  </a:cubicBezTo>
                  <a:cubicBezTo>
                    <a:pt x="192" y="30"/>
                    <a:pt x="223" y="46"/>
                    <a:pt x="244" y="73"/>
                  </a:cubicBezTo>
                  <a:cubicBezTo>
                    <a:pt x="248" y="78"/>
                    <a:pt x="258" y="80"/>
                    <a:pt x="265" y="74"/>
                  </a:cubicBezTo>
                  <a:cubicBezTo>
                    <a:pt x="270" y="69"/>
                    <a:pt x="272" y="60"/>
                    <a:pt x="266" y="53"/>
                  </a:cubicBezTo>
                  <a:cubicBezTo>
                    <a:pt x="241" y="23"/>
                    <a:pt x="203"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0" name="Freeform 426">
              <a:extLst>
                <a:ext uri="{FF2B5EF4-FFF2-40B4-BE49-F238E27FC236}">
                  <a16:creationId xmlns:a16="http://schemas.microsoft.com/office/drawing/2014/main" id="{6598EB13-5055-8AEB-F8A5-6741C538301E}"/>
                </a:ext>
              </a:extLst>
            </p:cNvPr>
            <p:cNvSpPr>
              <a:spLocks noChangeArrowheads="1"/>
            </p:cNvSpPr>
            <p:nvPr/>
          </p:nvSpPr>
          <p:spPr bwMode="auto">
            <a:xfrm>
              <a:off x="3689350" y="5033963"/>
              <a:ext cx="42863" cy="42862"/>
            </a:xfrm>
            <a:custGeom>
              <a:avLst/>
              <a:gdLst>
                <a:gd name="T0" fmla="*/ 111 w 118"/>
                <a:gd name="T1" fmla="*/ 6 h 119"/>
                <a:gd name="T2" fmla="*/ 111 w 118"/>
                <a:gd name="T3" fmla="*/ 6 h 119"/>
                <a:gd name="T4" fmla="*/ 90 w 118"/>
                <a:gd name="T5" fmla="*/ 6 h 119"/>
                <a:gd name="T6" fmla="*/ 58 w 118"/>
                <a:gd name="T7" fmla="*/ 38 h 119"/>
                <a:gd name="T8" fmla="*/ 26 w 118"/>
                <a:gd name="T9" fmla="*/ 6 h 119"/>
                <a:gd name="T10" fmla="*/ 5 w 118"/>
                <a:gd name="T11" fmla="*/ 6 h 119"/>
                <a:gd name="T12" fmla="*/ 5 w 118"/>
                <a:gd name="T13" fmla="*/ 27 h 119"/>
                <a:gd name="T14" fmla="*/ 37 w 118"/>
                <a:gd name="T15" fmla="*/ 59 h 119"/>
                <a:gd name="T16" fmla="*/ 5 w 118"/>
                <a:gd name="T17" fmla="*/ 90 h 119"/>
                <a:gd name="T18" fmla="*/ 5 w 118"/>
                <a:gd name="T19" fmla="*/ 110 h 119"/>
                <a:gd name="T20" fmla="*/ 26 w 118"/>
                <a:gd name="T21" fmla="*/ 110 h 119"/>
                <a:gd name="T22" fmla="*/ 58 w 118"/>
                <a:gd name="T23" fmla="*/ 80 h 119"/>
                <a:gd name="T24" fmla="*/ 90 w 118"/>
                <a:gd name="T25" fmla="*/ 110 h 119"/>
                <a:gd name="T26" fmla="*/ 111 w 118"/>
                <a:gd name="T27" fmla="*/ 110 h 119"/>
                <a:gd name="T28" fmla="*/ 111 w 118"/>
                <a:gd name="T29" fmla="*/ 90 h 119"/>
                <a:gd name="T30" fmla="*/ 79 w 118"/>
                <a:gd name="T31" fmla="*/ 59 h 119"/>
                <a:gd name="T32" fmla="*/ 111 w 118"/>
                <a:gd name="T33" fmla="*/ 27 h 119"/>
                <a:gd name="T34" fmla="*/ 111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1" y="6"/>
                  </a:moveTo>
                  <a:lnTo>
                    <a:pt x="111" y="6"/>
                  </a:lnTo>
                  <a:cubicBezTo>
                    <a:pt x="106" y="0"/>
                    <a:pt x="96" y="0"/>
                    <a:pt x="90" y="6"/>
                  </a:cubicBezTo>
                  <a:cubicBezTo>
                    <a:pt x="58" y="38"/>
                    <a:pt x="58" y="38"/>
                    <a:pt x="58" y="38"/>
                  </a:cubicBezTo>
                  <a:cubicBezTo>
                    <a:pt x="26" y="6"/>
                    <a:pt x="26" y="6"/>
                    <a:pt x="26" y="6"/>
                  </a:cubicBezTo>
                  <a:cubicBezTo>
                    <a:pt x="21" y="0"/>
                    <a:pt x="11" y="0"/>
                    <a:pt x="5" y="6"/>
                  </a:cubicBezTo>
                  <a:cubicBezTo>
                    <a:pt x="0" y="12"/>
                    <a:pt x="0" y="21"/>
                    <a:pt x="5" y="27"/>
                  </a:cubicBezTo>
                  <a:cubicBezTo>
                    <a:pt x="37" y="59"/>
                    <a:pt x="37" y="59"/>
                    <a:pt x="37" y="59"/>
                  </a:cubicBezTo>
                  <a:cubicBezTo>
                    <a:pt x="5" y="90"/>
                    <a:pt x="5" y="90"/>
                    <a:pt x="5" y="90"/>
                  </a:cubicBezTo>
                  <a:cubicBezTo>
                    <a:pt x="0" y="97"/>
                    <a:pt x="0" y="105"/>
                    <a:pt x="5" y="110"/>
                  </a:cubicBezTo>
                  <a:cubicBezTo>
                    <a:pt x="11" y="118"/>
                    <a:pt x="21" y="118"/>
                    <a:pt x="26" y="110"/>
                  </a:cubicBezTo>
                  <a:cubicBezTo>
                    <a:pt x="58" y="80"/>
                    <a:pt x="58" y="80"/>
                    <a:pt x="58" y="80"/>
                  </a:cubicBezTo>
                  <a:cubicBezTo>
                    <a:pt x="90" y="110"/>
                    <a:pt x="90" y="110"/>
                    <a:pt x="90" y="110"/>
                  </a:cubicBezTo>
                  <a:cubicBezTo>
                    <a:pt x="96" y="118"/>
                    <a:pt x="106" y="118"/>
                    <a:pt x="111" y="110"/>
                  </a:cubicBezTo>
                  <a:cubicBezTo>
                    <a:pt x="117" y="105"/>
                    <a:pt x="117" y="97"/>
                    <a:pt x="111" y="90"/>
                  </a:cubicBezTo>
                  <a:cubicBezTo>
                    <a:pt x="79" y="59"/>
                    <a:pt x="79" y="59"/>
                    <a:pt x="79" y="59"/>
                  </a:cubicBezTo>
                  <a:cubicBezTo>
                    <a:pt x="111" y="27"/>
                    <a:pt x="111" y="27"/>
                    <a:pt x="111" y="27"/>
                  </a:cubicBezTo>
                  <a:cubicBezTo>
                    <a:pt x="117" y="21"/>
                    <a:pt x="117" y="12"/>
                    <a:pt x="111"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1" name="Freeform 427">
              <a:extLst>
                <a:ext uri="{FF2B5EF4-FFF2-40B4-BE49-F238E27FC236}">
                  <a16:creationId xmlns:a16="http://schemas.microsoft.com/office/drawing/2014/main" id="{57836D31-1558-4506-9804-1ED953DE4DD5}"/>
                </a:ext>
              </a:extLst>
            </p:cNvPr>
            <p:cNvSpPr>
              <a:spLocks noChangeArrowheads="1"/>
            </p:cNvSpPr>
            <p:nvPr/>
          </p:nvSpPr>
          <p:spPr bwMode="auto">
            <a:xfrm>
              <a:off x="3752850" y="5033963"/>
              <a:ext cx="42863" cy="42862"/>
            </a:xfrm>
            <a:custGeom>
              <a:avLst/>
              <a:gdLst>
                <a:gd name="T0" fmla="*/ 112 w 118"/>
                <a:gd name="T1" fmla="*/ 6 h 119"/>
                <a:gd name="T2" fmla="*/ 112 w 118"/>
                <a:gd name="T3" fmla="*/ 6 h 119"/>
                <a:gd name="T4" fmla="*/ 91 w 118"/>
                <a:gd name="T5" fmla="*/ 6 h 119"/>
                <a:gd name="T6" fmla="*/ 59 w 118"/>
                <a:gd name="T7" fmla="*/ 38 h 119"/>
                <a:gd name="T8" fmla="*/ 27 w 118"/>
                <a:gd name="T9" fmla="*/ 6 h 119"/>
                <a:gd name="T10" fmla="*/ 6 w 118"/>
                <a:gd name="T11" fmla="*/ 6 h 119"/>
                <a:gd name="T12" fmla="*/ 6 w 118"/>
                <a:gd name="T13" fmla="*/ 27 h 119"/>
                <a:gd name="T14" fmla="*/ 38 w 118"/>
                <a:gd name="T15" fmla="*/ 59 h 119"/>
                <a:gd name="T16" fmla="*/ 6 w 118"/>
                <a:gd name="T17" fmla="*/ 90 h 119"/>
                <a:gd name="T18" fmla="*/ 6 w 118"/>
                <a:gd name="T19" fmla="*/ 110 h 119"/>
                <a:gd name="T20" fmla="*/ 27 w 118"/>
                <a:gd name="T21" fmla="*/ 110 h 119"/>
                <a:gd name="T22" fmla="*/ 59 w 118"/>
                <a:gd name="T23" fmla="*/ 80 h 119"/>
                <a:gd name="T24" fmla="*/ 91 w 118"/>
                <a:gd name="T25" fmla="*/ 110 h 119"/>
                <a:gd name="T26" fmla="*/ 112 w 118"/>
                <a:gd name="T27" fmla="*/ 110 h 119"/>
                <a:gd name="T28" fmla="*/ 112 w 118"/>
                <a:gd name="T29" fmla="*/ 90 h 119"/>
                <a:gd name="T30" fmla="*/ 80 w 118"/>
                <a:gd name="T31" fmla="*/ 59 h 119"/>
                <a:gd name="T32" fmla="*/ 112 w 118"/>
                <a:gd name="T33" fmla="*/ 27 h 119"/>
                <a:gd name="T34" fmla="*/ 112 w 118"/>
                <a:gd name="T35" fmla="*/ 6 h 1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9">
                  <a:moveTo>
                    <a:pt x="112" y="6"/>
                  </a:moveTo>
                  <a:lnTo>
                    <a:pt x="112" y="6"/>
                  </a:lnTo>
                  <a:cubicBezTo>
                    <a:pt x="106" y="0"/>
                    <a:pt x="96" y="0"/>
                    <a:pt x="91" y="6"/>
                  </a:cubicBezTo>
                  <a:cubicBezTo>
                    <a:pt x="59" y="38"/>
                    <a:pt x="59" y="38"/>
                    <a:pt x="59" y="38"/>
                  </a:cubicBezTo>
                  <a:cubicBezTo>
                    <a:pt x="27" y="6"/>
                    <a:pt x="27" y="6"/>
                    <a:pt x="27" y="6"/>
                  </a:cubicBezTo>
                  <a:cubicBezTo>
                    <a:pt x="21" y="0"/>
                    <a:pt x="11" y="0"/>
                    <a:pt x="6" y="6"/>
                  </a:cubicBezTo>
                  <a:cubicBezTo>
                    <a:pt x="0" y="12"/>
                    <a:pt x="0" y="21"/>
                    <a:pt x="6" y="27"/>
                  </a:cubicBezTo>
                  <a:cubicBezTo>
                    <a:pt x="38" y="59"/>
                    <a:pt x="38" y="59"/>
                    <a:pt x="38" y="59"/>
                  </a:cubicBezTo>
                  <a:cubicBezTo>
                    <a:pt x="6" y="90"/>
                    <a:pt x="6" y="90"/>
                    <a:pt x="6" y="90"/>
                  </a:cubicBezTo>
                  <a:cubicBezTo>
                    <a:pt x="0" y="97"/>
                    <a:pt x="0" y="105"/>
                    <a:pt x="6" y="110"/>
                  </a:cubicBezTo>
                  <a:cubicBezTo>
                    <a:pt x="11" y="118"/>
                    <a:pt x="21" y="118"/>
                    <a:pt x="27" y="110"/>
                  </a:cubicBezTo>
                  <a:cubicBezTo>
                    <a:pt x="59" y="80"/>
                    <a:pt x="59" y="80"/>
                    <a:pt x="59" y="80"/>
                  </a:cubicBezTo>
                  <a:cubicBezTo>
                    <a:pt x="91" y="110"/>
                    <a:pt x="91" y="110"/>
                    <a:pt x="91" y="110"/>
                  </a:cubicBezTo>
                  <a:cubicBezTo>
                    <a:pt x="96" y="118"/>
                    <a:pt x="106" y="118"/>
                    <a:pt x="112" y="110"/>
                  </a:cubicBezTo>
                  <a:cubicBezTo>
                    <a:pt x="117" y="105"/>
                    <a:pt x="117" y="97"/>
                    <a:pt x="112" y="90"/>
                  </a:cubicBezTo>
                  <a:cubicBezTo>
                    <a:pt x="80" y="59"/>
                    <a:pt x="80" y="59"/>
                    <a:pt x="80" y="59"/>
                  </a:cubicBezTo>
                  <a:cubicBezTo>
                    <a:pt x="112" y="27"/>
                    <a:pt x="112" y="27"/>
                    <a:pt x="112" y="27"/>
                  </a:cubicBezTo>
                  <a:cubicBezTo>
                    <a:pt x="117" y="21"/>
                    <a:pt x="117" y="12"/>
                    <a:pt x="112"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2" name="Freeform 428">
              <a:extLst>
                <a:ext uri="{FF2B5EF4-FFF2-40B4-BE49-F238E27FC236}">
                  <a16:creationId xmlns:a16="http://schemas.microsoft.com/office/drawing/2014/main" id="{AEEC18AB-3979-3B74-10DC-5F9AAF47F813}"/>
                </a:ext>
              </a:extLst>
            </p:cNvPr>
            <p:cNvSpPr>
              <a:spLocks noChangeArrowheads="1"/>
            </p:cNvSpPr>
            <p:nvPr/>
          </p:nvSpPr>
          <p:spPr bwMode="auto">
            <a:xfrm>
              <a:off x="3732213" y="4970463"/>
              <a:ext cx="42862" cy="42862"/>
            </a:xfrm>
            <a:custGeom>
              <a:avLst/>
              <a:gdLst>
                <a:gd name="T0" fmla="*/ 7 w 118"/>
                <a:gd name="T1" fmla="*/ 110 h 118"/>
                <a:gd name="T2" fmla="*/ 7 w 118"/>
                <a:gd name="T3" fmla="*/ 110 h 118"/>
                <a:gd name="T4" fmla="*/ 28 w 118"/>
                <a:gd name="T5" fmla="*/ 110 h 118"/>
                <a:gd name="T6" fmla="*/ 59 w 118"/>
                <a:gd name="T7" fmla="*/ 79 h 118"/>
                <a:gd name="T8" fmla="*/ 91 w 118"/>
                <a:gd name="T9" fmla="*/ 110 h 118"/>
                <a:gd name="T10" fmla="*/ 112 w 118"/>
                <a:gd name="T11" fmla="*/ 110 h 118"/>
                <a:gd name="T12" fmla="*/ 112 w 118"/>
                <a:gd name="T13" fmla="*/ 89 h 118"/>
                <a:gd name="T14" fmla="*/ 80 w 118"/>
                <a:gd name="T15" fmla="*/ 58 h 118"/>
                <a:gd name="T16" fmla="*/ 112 w 118"/>
                <a:gd name="T17" fmla="*/ 26 h 118"/>
                <a:gd name="T18" fmla="*/ 112 w 118"/>
                <a:gd name="T19" fmla="*/ 5 h 118"/>
                <a:gd name="T20" fmla="*/ 91 w 118"/>
                <a:gd name="T21" fmla="*/ 5 h 118"/>
                <a:gd name="T22" fmla="*/ 59 w 118"/>
                <a:gd name="T23" fmla="*/ 37 h 118"/>
                <a:gd name="T24" fmla="*/ 28 w 118"/>
                <a:gd name="T25" fmla="*/ 5 h 118"/>
                <a:gd name="T26" fmla="*/ 7 w 118"/>
                <a:gd name="T27" fmla="*/ 5 h 118"/>
                <a:gd name="T28" fmla="*/ 7 w 118"/>
                <a:gd name="T29" fmla="*/ 26 h 118"/>
                <a:gd name="T30" fmla="*/ 38 w 118"/>
                <a:gd name="T31" fmla="*/ 58 h 118"/>
                <a:gd name="T32" fmla="*/ 7 w 118"/>
                <a:gd name="T33" fmla="*/ 89 h 118"/>
                <a:gd name="T34" fmla="*/ 7 w 118"/>
                <a:gd name="T35" fmla="*/ 110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18" h="118">
                  <a:moveTo>
                    <a:pt x="7" y="110"/>
                  </a:moveTo>
                  <a:lnTo>
                    <a:pt x="7" y="110"/>
                  </a:lnTo>
                  <a:cubicBezTo>
                    <a:pt x="13" y="117"/>
                    <a:pt x="23" y="117"/>
                    <a:pt x="28" y="110"/>
                  </a:cubicBezTo>
                  <a:cubicBezTo>
                    <a:pt x="59" y="79"/>
                    <a:pt x="59" y="79"/>
                    <a:pt x="59" y="79"/>
                  </a:cubicBezTo>
                  <a:cubicBezTo>
                    <a:pt x="91" y="110"/>
                    <a:pt x="91" y="110"/>
                    <a:pt x="91" y="110"/>
                  </a:cubicBezTo>
                  <a:cubicBezTo>
                    <a:pt x="96" y="117"/>
                    <a:pt x="106" y="117"/>
                    <a:pt x="112" y="110"/>
                  </a:cubicBezTo>
                  <a:cubicBezTo>
                    <a:pt x="117" y="104"/>
                    <a:pt x="117" y="96"/>
                    <a:pt x="112" y="89"/>
                  </a:cubicBezTo>
                  <a:cubicBezTo>
                    <a:pt x="80" y="58"/>
                    <a:pt x="80" y="58"/>
                    <a:pt x="80" y="58"/>
                  </a:cubicBezTo>
                  <a:cubicBezTo>
                    <a:pt x="112" y="26"/>
                    <a:pt x="112" y="26"/>
                    <a:pt x="112" y="26"/>
                  </a:cubicBezTo>
                  <a:cubicBezTo>
                    <a:pt x="117" y="21"/>
                    <a:pt x="117" y="11"/>
                    <a:pt x="112" y="5"/>
                  </a:cubicBezTo>
                  <a:cubicBezTo>
                    <a:pt x="106" y="0"/>
                    <a:pt x="96" y="0"/>
                    <a:pt x="91" y="5"/>
                  </a:cubicBezTo>
                  <a:cubicBezTo>
                    <a:pt x="59" y="37"/>
                    <a:pt x="59" y="37"/>
                    <a:pt x="59" y="37"/>
                  </a:cubicBezTo>
                  <a:cubicBezTo>
                    <a:pt x="28" y="5"/>
                    <a:pt x="28" y="5"/>
                    <a:pt x="28" y="5"/>
                  </a:cubicBezTo>
                  <a:cubicBezTo>
                    <a:pt x="23" y="0"/>
                    <a:pt x="13" y="0"/>
                    <a:pt x="7" y="5"/>
                  </a:cubicBezTo>
                  <a:cubicBezTo>
                    <a:pt x="0" y="11"/>
                    <a:pt x="0" y="21"/>
                    <a:pt x="7" y="26"/>
                  </a:cubicBezTo>
                  <a:cubicBezTo>
                    <a:pt x="38" y="58"/>
                    <a:pt x="38" y="58"/>
                    <a:pt x="38" y="58"/>
                  </a:cubicBezTo>
                  <a:cubicBezTo>
                    <a:pt x="7" y="89"/>
                    <a:pt x="7" y="89"/>
                    <a:pt x="7" y="89"/>
                  </a:cubicBezTo>
                  <a:cubicBezTo>
                    <a:pt x="0" y="96"/>
                    <a:pt x="0" y="104"/>
                    <a:pt x="7" y="1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23" name="Freeform 429">
            <a:extLst>
              <a:ext uri="{FF2B5EF4-FFF2-40B4-BE49-F238E27FC236}">
                <a16:creationId xmlns:a16="http://schemas.microsoft.com/office/drawing/2014/main" id="{A7F2F493-CA37-9524-EBA0-6635F72C601E}"/>
              </a:ext>
            </a:extLst>
          </p:cNvPr>
          <p:cNvSpPr>
            <a:spLocks noChangeArrowheads="1"/>
          </p:cNvSpPr>
          <p:nvPr/>
        </p:nvSpPr>
        <p:spPr bwMode="auto">
          <a:xfrm>
            <a:off x="5204494" y="5512494"/>
            <a:ext cx="193675" cy="255588"/>
          </a:xfrm>
          <a:custGeom>
            <a:avLst/>
            <a:gdLst>
              <a:gd name="T0" fmla="*/ 502 w 537"/>
              <a:gd name="T1" fmla="*/ 66 h 710"/>
              <a:gd name="T2" fmla="*/ 502 w 537"/>
              <a:gd name="T3" fmla="*/ 66 h 710"/>
              <a:gd name="T4" fmla="*/ 497 w 537"/>
              <a:gd name="T5" fmla="*/ 79 h 710"/>
              <a:gd name="T6" fmla="*/ 502 w 537"/>
              <a:gd name="T7" fmla="*/ 66 h 710"/>
              <a:gd name="T8" fmla="*/ 352 w 537"/>
              <a:gd name="T9" fmla="*/ 35 h 710"/>
              <a:gd name="T10" fmla="*/ 185 w 537"/>
              <a:gd name="T11" fmla="*/ 44 h 710"/>
              <a:gd name="T12" fmla="*/ 23 w 537"/>
              <a:gd name="T13" fmla="*/ 3 h 710"/>
              <a:gd name="T14" fmla="*/ 7 w 537"/>
              <a:gd name="T15" fmla="*/ 3 h 710"/>
              <a:gd name="T16" fmla="*/ 0 w 537"/>
              <a:gd name="T17" fmla="*/ 16 h 710"/>
              <a:gd name="T18" fmla="*/ 0 w 537"/>
              <a:gd name="T19" fmla="*/ 277 h 710"/>
              <a:gd name="T20" fmla="*/ 0 w 537"/>
              <a:gd name="T21" fmla="*/ 284 h 710"/>
              <a:gd name="T22" fmla="*/ 0 w 537"/>
              <a:gd name="T23" fmla="*/ 694 h 710"/>
              <a:gd name="T24" fmla="*/ 16 w 537"/>
              <a:gd name="T25" fmla="*/ 709 h 710"/>
              <a:gd name="T26" fmla="*/ 30 w 537"/>
              <a:gd name="T27" fmla="*/ 694 h 710"/>
              <a:gd name="T28" fmla="*/ 30 w 537"/>
              <a:gd name="T29" fmla="*/ 303 h 710"/>
              <a:gd name="T30" fmla="*/ 81 w 537"/>
              <a:gd name="T31" fmla="*/ 309 h 710"/>
              <a:gd name="T32" fmla="*/ 274 w 537"/>
              <a:gd name="T33" fmla="*/ 261 h 710"/>
              <a:gd name="T34" fmla="*/ 455 w 537"/>
              <a:gd name="T35" fmla="*/ 217 h 710"/>
              <a:gd name="T36" fmla="*/ 493 w 537"/>
              <a:gd name="T37" fmla="*/ 219 h 710"/>
              <a:gd name="T38" fmla="*/ 493 w 537"/>
              <a:gd name="T39" fmla="*/ 219 h 710"/>
              <a:gd name="T40" fmla="*/ 500 w 537"/>
              <a:gd name="T41" fmla="*/ 219 h 710"/>
              <a:gd name="T42" fmla="*/ 525 w 537"/>
              <a:gd name="T43" fmla="*/ 211 h 710"/>
              <a:gd name="T44" fmla="*/ 536 w 537"/>
              <a:gd name="T45" fmla="*/ 185 h 710"/>
              <a:gd name="T46" fmla="*/ 536 w 537"/>
              <a:gd name="T47" fmla="*/ 116 h 710"/>
              <a:gd name="T48" fmla="*/ 526 w 537"/>
              <a:gd name="T49" fmla="*/ 87 h 710"/>
              <a:gd name="T50" fmla="*/ 502 w 537"/>
              <a:gd name="T51" fmla="*/ 66 h 710"/>
              <a:gd name="T52" fmla="*/ 507 w 537"/>
              <a:gd name="T53" fmla="*/ 185 h 710"/>
              <a:gd name="T54" fmla="*/ 507 w 537"/>
              <a:gd name="T55" fmla="*/ 185 h 710"/>
              <a:gd name="T56" fmla="*/ 505 w 537"/>
              <a:gd name="T57" fmla="*/ 189 h 710"/>
              <a:gd name="T58" fmla="*/ 500 w 537"/>
              <a:gd name="T59" fmla="*/ 190 h 710"/>
              <a:gd name="T60" fmla="*/ 497 w 537"/>
              <a:gd name="T61" fmla="*/ 190 h 710"/>
              <a:gd name="T62" fmla="*/ 497 w 537"/>
              <a:gd name="T63" fmla="*/ 190 h 710"/>
              <a:gd name="T64" fmla="*/ 455 w 537"/>
              <a:gd name="T65" fmla="*/ 187 h 710"/>
              <a:gd name="T66" fmla="*/ 417 w 537"/>
              <a:gd name="T67" fmla="*/ 190 h 710"/>
              <a:gd name="T68" fmla="*/ 417 w 537"/>
              <a:gd name="T69" fmla="*/ 104 h 710"/>
              <a:gd name="T70" fmla="*/ 402 w 537"/>
              <a:gd name="T71" fmla="*/ 88 h 710"/>
              <a:gd name="T72" fmla="*/ 387 w 537"/>
              <a:gd name="T73" fmla="*/ 104 h 710"/>
              <a:gd name="T74" fmla="*/ 387 w 537"/>
              <a:gd name="T75" fmla="*/ 104 h 710"/>
              <a:gd name="T76" fmla="*/ 387 w 537"/>
              <a:gd name="T77" fmla="*/ 193 h 710"/>
              <a:gd name="T78" fmla="*/ 388 w 537"/>
              <a:gd name="T79" fmla="*/ 194 h 710"/>
              <a:gd name="T80" fmla="*/ 297 w 537"/>
              <a:gd name="T81" fmla="*/ 221 h 710"/>
              <a:gd name="T82" fmla="*/ 297 w 537"/>
              <a:gd name="T83" fmla="*/ 104 h 710"/>
              <a:gd name="T84" fmla="*/ 284 w 537"/>
              <a:gd name="T85" fmla="*/ 88 h 710"/>
              <a:gd name="T86" fmla="*/ 268 w 537"/>
              <a:gd name="T87" fmla="*/ 104 h 710"/>
              <a:gd name="T88" fmla="*/ 268 w 537"/>
              <a:gd name="T89" fmla="*/ 232 h 710"/>
              <a:gd name="T90" fmla="*/ 263 w 537"/>
              <a:gd name="T91" fmla="*/ 233 h 710"/>
              <a:gd name="T92" fmla="*/ 179 w 537"/>
              <a:gd name="T93" fmla="*/ 263 h 710"/>
              <a:gd name="T94" fmla="*/ 179 w 537"/>
              <a:gd name="T95" fmla="*/ 104 h 710"/>
              <a:gd name="T96" fmla="*/ 164 w 537"/>
              <a:gd name="T97" fmla="*/ 88 h 710"/>
              <a:gd name="T98" fmla="*/ 150 w 537"/>
              <a:gd name="T99" fmla="*/ 104 h 710"/>
              <a:gd name="T100" fmla="*/ 150 w 537"/>
              <a:gd name="T101" fmla="*/ 104 h 710"/>
              <a:gd name="T102" fmla="*/ 150 w 537"/>
              <a:gd name="T103" fmla="*/ 270 h 710"/>
              <a:gd name="T104" fmla="*/ 150 w 537"/>
              <a:gd name="T105" fmla="*/ 270 h 710"/>
              <a:gd name="T106" fmla="*/ 81 w 537"/>
              <a:gd name="T107" fmla="*/ 278 h 710"/>
              <a:gd name="T108" fmla="*/ 30 w 537"/>
              <a:gd name="T109" fmla="*/ 272 h 710"/>
              <a:gd name="T110" fmla="*/ 30 w 537"/>
              <a:gd name="T111" fmla="*/ 41 h 710"/>
              <a:gd name="T112" fmla="*/ 185 w 537"/>
              <a:gd name="T113" fmla="*/ 73 h 710"/>
              <a:gd name="T114" fmla="*/ 352 w 537"/>
              <a:gd name="T115" fmla="*/ 65 h 710"/>
              <a:gd name="T116" fmla="*/ 490 w 537"/>
              <a:gd name="T117" fmla="*/ 93 h 710"/>
              <a:gd name="T118" fmla="*/ 501 w 537"/>
              <a:gd name="T119" fmla="*/ 102 h 710"/>
              <a:gd name="T120" fmla="*/ 507 w 537"/>
              <a:gd name="T121" fmla="*/ 116 h 710"/>
              <a:gd name="T122" fmla="*/ 507 w 537"/>
              <a:gd name="T123" fmla="*/ 185 h 7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537" h="710">
                <a:moveTo>
                  <a:pt x="502" y="66"/>
                </a:moveTo>
                <a:lnTo>
                  <a:pt x="502" y="66"/>
                </a:lnTo>
                <a:cubicBezTo>
                  <a:pt x="497" y="79"/>
                  <a:pt x="497" y="79"/>
                  <a:pt x="497" y="79"/>
                </a:cubicBezTo>
                <a:cubicBezTo>
                  <a:pt x="502" y="66"/>
                  <a:pt x="502" y="66"/>
                  <a:pt x="502" y="66"/>
                </a:cubicBezTo>
                <a:cubicBezTo>
                  <a:pt x="452" y="41"/>
                  <a:pt x="401" y="35"/>
                  <a:pt x="352" y="35"/>
                </a:cubicBezTo>
                <a:cubicBezTo>
                  <a:pt x="295" y="35"/>
                  <a:pt x="239" y="44"/>
                  <a:pt x="185" y="44"/>
                </a:cubicBezTo>
                <a:cubicBezTo>
                  <a:pt x="129" y="44"/>
                  <a:pt x="76" y="35"/>
                  <a:pt x="23" y="3"/>
                </a:cubicBezTo>
                <a:cubicBezTo>
                  <a:pt x="19" y="0"/>
                  <a:pt x="13" y="0"/>
                  <a:pt x="7" y="3"/>
                </a:cubicBezTo>
                <a:cubicBezTo>
                  <a:pt x="3" y="6"/>
                  <a:pt x="0" y="12"/>
                  <a:pt x="0" y="16"/>
                </a:cubicBezTo>
                <a:cubicBezTo>
                  <a:pt x="0" y="104"/>
                  <a:pt x="0" y="190"/>
                  <a:pt x="0" y="277"/>
                </a:cubicBezTo>
                <a:cubicBezTo>
                  <a:pt x="0" y="284"/>
                  <a:pt x="0" y="284"/>
                  <a:pt x="0" y="284"/>
                </a:cubicBezTo>
                <a:cubicBezTo>
                  <a:pt x="0" y="694"/>
                  <a:pt x="0" y="694"/>
                  <a:pt x="0" y="694"/>
                </a:cubicBezTo>
                <a:cubicBezTo>
                  <a:pt x="0" y="702"/>
                  <a:pt x="7" y="709"/>
                  <a:pt x="16" y="709"/>
                </a:cubicBezTo>
                <a:cubicBezTo>
                  <a:pt x="24" y="709"/>
                  <a:pt x="30" y="702"/>
                  <a:pt x="30" y="694"/>
                </a:cubicBezTo>
                <a:cubicBezTo>
                  <a:pt x="30" y="303"/>
                  <a:pt x="30" y="303"/>
                  <a:pt x="30" y="303"/>
                </a:cubicBezTo>
                <a:cubicBezTo>
                  <a:pt x="46" y="307"/>
                  <a:pt x="65" y="309"/>
                  <a:pt x="81" y="309"/>
                </a:cubicBezTo>
                <a:cubicBezTo>
                  <a:pt x="147" y="309"/>
                  <a:pt x="211" y="285"/>
                  <a:pt x="274" y="261"/>
                </a:cubicBezTo>
                <a:cubicBezTo>
                  <a:pt x="335" y="239"/>
                  <a:pt x="397" y="217"/>
                  <a:pt x="455" y="217"/>
                </a:cubicBezTo>
                <a:cubicBezTo>
                  <a:pt x="468" y="217"/>
                  <a:pt x="480" y="218"/>
                  <a:pt x="493" y="219"/>
                </a:cubicBezTo>
                <a:lnTo>
                  <a:pt x="493" y="219"/>
                </a:lnTo>
                <a:cubicBezTo>
                  <a:pt x="496" y="219"/>
                  <a:pt x="497" y="219"/>
                  <a:pt x="500" y="219"/>
                </a:cubicBezTo>
                <a:cubicBezTo>
                  <a:pt x="509" y="221"/>
                  <a:pt x="519" y="217"/>
                  <a:pt x="525" y="211"/>
                </a:cubicBezTo>
                <a:cubicBezTo>
                  <a:pt x="532" y="204"/>
                  <a:pt x="536" y="194"/>
                  <a:pt x="536" y="185"/>
                </a:cubicBezTo>
                <a:cubicBezTo>
                  <a:pt x="536" y="162"/>
                  <a:pt x="536" y="140"/>
                  <a:pt x="536" y="116"/>
                </a:cubicBezTo>
                <a:cubicBezTo>
                  <a:pt x="536" y="106"/>
                  <a:pt x="532" y="95"/>
                  <a:pt x="526" y="87"/>
                </a:cubicBezTo>
                <a:cubicBezTo>
                  <a:pt x="521" y="79"/>
                  <a:pt x="514" y="70"/>
                  <a:pt x="502" y="66"/>
                </a:cubicBezTo>
                <a:close/>
                <a:moveTo>
                  <a:pt x="507" y="185"/>
                </a:moveTo>
                <a:lnTo>
                  <a:pt x="507" y="185"/>
                </a:lnTo>
                <a:cubicBezTo>
                  <a:pt x="507" y="187"/>
                  <a:pt x="505" y="189"/>
                  <a:pt x="505" y="189"/>
                </a:cubicBezTo>
                <a:cubicBezTo>
                  <a:pt x="504" y="190"/>
                  <a:pt x="504" y="190"/>
                  <a:pt x="500" y="190"/>
                </a:cubicBezTo>
                <a:cubicBezTo>
                  <a:pt x="497" y="190"/>
                  <a:pt x="497" y="190"/>
                  <a:pt x="497" y="190"/>
                </a:cubicBezTo>
                <a:lnTo>
                  <a:pt x="497" y="190"/>
                </a:lnTo>
                <a:cubicBezTo>
                  <a:pt x="483" y="187"/>
                  <a:pt x="469" y="187"/>
                  <a:pt x="455" y="187"/>
                </a:cubicBezTo>
                <a:cubicBezTo>
                  <a:pt x="443" y="187"/>
                  <a:pt x="430" y="187"/>
                  <a:pt x="417" y="190"/>
                </a:cubicBezTo>
                <a:cubicBezTo>
                  <a:pt x="417" y="161"/>
                  <a:pt x="417" y="132"/>
                  <a:pt x="417" y="104"/>
                </a:cubicBezTo>
                <a:cubicBezTo>
                  <a:pt x="417" y="95"/>
                  <a:pt x="410" y="88"/>
                  <a:pt x="402" y="88"/>
                </a:cubicBezTo>
                <a:cubicBezTo>
                  <a:pt x="394" y="88"/>
                  <a:pt x="387" y="95"/>
                  <a:pt x="387" y="104"/>
                </a:cubicBezTo>
                <a:lnTo>
                  <a:pt x="387" y="104"/>
                </a:lnTo>
                <a:cubicBezTo>
                  <a:pt x="387" y="133"/>
                  <a:pt x="387" y="162"/>
                  <a:pt x="387" y="193"/>
                </a:cubicBezTo>
                <a:lnTo>
                  <a:pt x="388" y="194"/>
                </a:lnTo>
                <a:cubicBezTo>
                  <a:pt x="357" y="201"/>
                  <a:pt x="327" y="211"/>
                  <a:pt x="297" y="221"/>
                </a:cubicBezTo>
                <a:cubicBezTo>
                  <a:pt x="297" y="104"/>
                  <a:pt x="297" y="104"/>
                  <a:pt x="297" y="104"/>
                </a:cubicBezTo>
                <a:cubicBezTo>
                  <a:pt x="297" y="95"/>
                  <a:pt x="292" y="88"/>
                  <a:pt x="284" y="88"/>
                </a:cubicBezTo>
                <a:cubicBezTo>
                  <a:pt x="275" y="88"/>
                  <a:pt x="268" y="95"/>
                  <a:pt x="268" y="104"/>
                </a:cubicBezTo>
                <a:cubicBezTo>
                  <a:pt x="268" y="232"/>
                  <a:pt x="268" y="232"/>
                  <a:pt x="268" y="232"/>
                </a:cubicBezTo>
                <a:cubicBezTo>
                  <a:pt x="267" y="232"/>
                  <a:pt x="265" y="233"/>
                  <a:pt x="263" y="233"/>
                </a:cubicBezTo>
                <a:cubicBezTo>
                  <a:pt x="235" y="245"/>
                  <a:pt x="207" y="254"/>
                  <a:pt x="179" y="263"/>
                </a:cubicBezTo>
                <a:cubicBezTo>
                  <a:pt x="179" y="205"/>
                  <a:pt x="179" y="161"/>
                  <a:pt x="179" y="104"/>
                </a:cubicBezTo>
                <a:cubicBezTo>
                  <a:pt x="179" y="95"/>
                  <a:pt x="172" y="88"/>
                  <a:pt x="164" y="88"/>
                </a:cubicBezTo>
                <a:cubicBezTo>
                  <a:pt x="155" y="88"/>
                  <a:pt x="150" y="95"/>
                  <a:pt x="150" y="104"/>
                </a:cubicBezTo>
                <a:lnTo>
                  <a:pt x="150" y="104"/>
                </a:lnTo>
                <a:cubicBezTo>
                  <a:pt x="150" y="162"/>
                  <a:pt x="150" y="210"/>
                  <a:pt x="150" y="270"/>
                </a:cubicBezTo>
                <a:lnTo>
                  <a:pt x="150" y="270"/>
                </a:lnTo>
                <a:cubicBezTo>
                  <a:pt x="126" y="275"/>
                  <a:pt x="104" y="278"/>
                  <a:pt x="81" y="278"/>
                </a:cubicBezTo>
                <a:cubicBezTo>
                  <a:pt x="63" y="278"/>
                  <a:pt x="46" y="277"/>
                  <a:pt x="30" y="272"/>
                </a:cubicBezTo>
                <a:cubicBezTo>
                  <a:pt x="30" y="196"/>
                  <a:pt x="30" y="119"/>
                  <a:pt x="30" y="41"/>
                </a:cubicBezTo>
                <a:cubicBezTo>
                  <a:pt x="81" y="66"/>
                  <a:pt x="134" y="73"/>
                  <a:pt x="185" y="73"/>
                </a:cubicBezTo>
                <a:cubicBezTo>
                  <a:pt x="242" y="73"/>
                  <a:pt x="297" y="65"/>
                  <a:pt x="352" y="65"/>
                </a:cubicBezTo>
                <a:cubicBezTo>
                  <a:pt x="399" y="65"/>
                  <a:pt x="444" y="70"/>
                  <a:pt x="490" y="93"/>
                </a:cubicBezTo>
                <a:cubicBezTo>
                  <a:pt x="494" y="94"/>
                  <a:pt x="498" y="98"/>
                  <a:pt x="501" y="102"/>
                </a:cubicBezTo>
                <a:cubicBezTo>
                  <a:pt x="505" y="108"/>
                  <a:pt x="507" y="113"/>
                  <a:pt x="507" y="116"/>
                </a:cubicBezTo>
                <a:cubicBezTo>
                  <a:pt x="507" y="140"/>
                  <a:pt x="507" y="162"/>
                  <a:pt x="507" y="185"/>
                </a:cubicBezTo>
                <a:close/>
              </a:path>
            </a:pathLst>
          </a:custGeom>
          <a:solidFill>
            <a:schemeClr val="accent4"/>
          </a:solidFill>
          <a:ln>
            <a:noFill/>
          </a:ln>
          <a:effectLst/>
        </p:spPr>
        <p:txBody>
          <a:bodyPr wrap="none" anchor="ctr"/>
          <a:lstStyle/>
          <a:p>
            <a:endParaRPr lang="da-DK"/>
          </a:p>
        </p:txBody>
      </p:sp>
      <p:grpSp>
        <p:nvGrpSpPr>
          <p:cNvPr id="524" name="Group 527">
            <a:extLst>
              <a:ext uri="{FF2B5EF4-FFF2-40B4-BE49-F238E27FC236}">
                <a16:creationId xmlns:a16="http://schemas.microsoft.com/office/drawing/2014/main" id="{47AA803D-E2B5-CEDA-E4DD-4E73D6A776EB}"/>
              </a:ext>
            </a:extLst>
          </p:cNvPr>
          <p:cNvGrpSpPr/>
          <p:nvPr/>
        </p:nvGrpSpPr>
        <p:grpSpPr>
          <a:xfrm>
            <a:off x="6703094" y="3955975"/>
            <a:ext cx="257175" cy="238125"/>
            <a:chOff x="5675313" y="4343400"/>
            <a:chExt cx="257175" cy="238125"/>
          </a:xfrm>
          <a:solidFill>
            <a:schemeClr val="accent4"/>
          </a:solidFill>
        </p:grpSpPr>
        <p:sp>
          <p:nvSpPr>
            <p:cNvPr id="525" name="Freeform 430">
              <a:extLst>
                <a:ext uri="{FF2B5EF4-FFF2-40B4-BE49-F238E27FC236}">
                  <a16:creationId xmlns:a16="http://schemas.microsoft.com/office/drawing/2014/main" id="{2B45910E-5B1C-4ADE-1D91-827916A2FD0B}"/>
                </a:ext>
              </a:extLst>
            </p:cNvPr>
            <p:cNvSpPr>
              <a:spLocks noChangeArrowheads="1"/>
            </p:cNvSpPr>
            <p:nvPr/>
          </p:nvSpPr>
          <p:spPr bwMode="auto">
            <a:xfrm>
              <a:off x="5729288" y="4445000"/>
              <a:ext cx="203200" cy="136525"/>
            </a:xfrm>
            <a:custGeom>
              <a:avLst/>
              <a:gdLst>
                <a:gd name="T0" fmla="*/ 59 w 566"/>
                <a:gd name="T1" fmla="*/ 195 h 379"/>
                <a:gd name="T2" fmla="*/ 59 w 566"/>
                <a:gd name="T3" fmla="*/ 195 h 379"/>
                <a:gd name="T4" fmla="*/ 131 w 566"/>
                <a:gd name="T5" fmla="*/ 168 h 379"/>
                <a:gd name="T6" fmla="*/ 163 w 566"/>
                <a:gd name="T7" fmla="*/ 177 h 379"/>
                <a:gd name="T8" fmla="*/ 191 w 566"/>
                <a:gd name="T9" fmla="*/ 201 h 379"/>
                <a:gd name="T10" fmla="*/ 212 w 566"/>
                <a:gd name="T11" fmla="*/ 202 h 379"/>
                <a:gd name="T12" fmla="*/ 213 w 566"/>
                <a:gd name="T13" fmla="*/ 181 h 379"/>
                <a:gd name="T14" fmla="*/ 177 w 566"/>
                <a:gd name="T15" fmla="*/ 150 h 379"/>
                <a:gd name="T16" fmla="*/ 131 w 566"/>
                <a:gd name="T17" fmla="*/ 139 h 379"/>
                <a:gd name="T18" fmla="*/ 39 w 566"/>
                <a:gd name="T19" fmla="*/ 173 h 379"/>
                <a:gd name="T20" fmla="*/ 0 w 566"/>
                <a:gd name="T21" fmla="*/ 259 h 379"/>
                <a:gd name="T22" fmla="*/ 39 w 566"/>
                <a:gd name="T23" fmla="*/ 344 h 379"/>
                <a:gd name="T24" fmla="*/ 131 w 566"/>
                <a:gd name="T25" fmla="*/ 378 h 379"/>
                <a:gd name="T26" fmla="*/ 417 w 566"/>
                <a:gd name="T27" fmla="*/ 378 h 379"/>
                <a:gd name="T28" fmla="*/ 508 w 566"/>
                <a:gd name="T29" fmla="*/ 347 h 379"/>
                <a:gd name="T30" fmla="*/ 562 w 566"/>
                <a:gd name="T31" fmla="*/ 269 h 379"/>
                <a:gd name="T32" fmla="*/ 565 w 566"/>
                <a:gd name="T33" fmla="*/ 235 h 379"/>
                <a:gd name="T34" fmla="*/ 452 w 566"/>
                <a:gd name="T35" fmla="*/ 96 h 379"/>
                <a:gd name="T36" fmla="*/ 294 w 566"/>
                <a:gd name="T37" fmla="*/ 0 h 379"/>
                <a:gd name="T38" fmla="*/ 128 w 566"/>
                <a:gd name="T39" fmla="*/ 114 h 379"/>
                <a:gd name="T40" fmla="*/ 137 w 566"/>
                <a:gd name="T41" fmla="*/ 134 h 379"/>
                <a:gd name="T42" fmla="*/ 156 w 566"/>
                <a:gd name="T43" fmla="*/ 125 h 379"/>
                <a:gd name="T44" fmla="*/ 156 w 566"/>
                <a:gd name="T45" fmla="*/ 125 h 379"/>
                <a:gd name="T46" fmla="*/ 294 w 566"/>
                <a:gd name="T47" fmla="*/ 29 h 379"/>
                <a:gd name="T48" fmla="*/ 428 w 566"/>
                <a:gd name="T49" fmla="*/ 115 h 379"/>
                <a:gd name="T50" fmla="*/ 439 w 566"/>
                <a:gd name="T51" fmla="*/ 124 h 379"/>
                <a:gd name="T52" fmla="*/ 536 w 566"/>
                <a:gd name="T53" fmla="*/ 235 h 379"/>
                <a:gd name="T54" fmla="*/ 533 w 566"/>
                <a:gd name="T55" fmla="*/ 262 h 379"/>
                <a:gd name="T56" fmla="*/ 490 w 566"/>
                <a:gd name="T57" fmla="*/ 323 h 379"/>
                <a:gd name="T58" fmla="*/ 417 w 566"/>
                <a:gd name="T59" fmla="*/ 348 h 379"/>
                <a:gd name="T60" fmla="*/ 131 w 566"/>
                <a:gd name="T61" fmla="*/ 348 h 379"/>
                <a:gd name="T62" fmla="*/ 59 w 566"/>
                <a:gd name="T63" fmla="*/ 322 h 379"/>
                <a:gd name="T64" fmla="*/ 29 w 566"/>
                <a:gd name="T65" fmla="*/ 259 h 379"/>
                <a:gd name="T66" fmla="*/ 59 w 566"/>
                <a:gd name="T67" fmla="*/ 195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66" h="379">
                  <a:moveTo>
                    <a:pt x="59" y="195"/>
                  </a:moveTo>
                  <a:lnTo>
                    <a:pt x="59" y="195"/>
                  </a:lnTo>
                  <a:cubicBezTo>
                    <a:pt x="77" y="180"/>
                    <a:pt x="103" y="168"/>
                    <a:pt x="131" y="168"/>
                  </a:cubicBezTo>
                  <a:cubicBezTo>
                    <a:pt x="142" y="168"/>
                    <a:pt x="152" y="171"/>
                    <a:pt x="163" y="177"/>
                  </a:cubicBezTo>
                  <a:cubicBezTo>
                    <a:pt x="173" y="182"/>
                    <a:pt x="183" y="191"/>
                    <a:pt x="191" y="201"/>
                  </a:cubicBezTo>
                  <a:cubicBezTo>
                    <a:pt x="197" y="206"/>
                    <a:pt x="205" y="207"/>
                    <a:pt x="212" y="202"/>
                  </a:cubicBezTo>
                  <a:cubicBezTo>
                    <a:pt x="218" y="198"/>
                    <a:pt x="219" y="188"/>
                    <a:pt x="213" y="181"/>
                  </a:cubicBezTo>
                  <a:cubicBezTo>
                    <a:pt x="204" y="170"/>
                    <a:pt x="191" y="159"/>
                    <a:pt x="177" y="150"/>
                  </a:cubicBezTo>
                  <a:cubicBezTo>
                    <a:pt x="163" y="143"/>
                    <a:pt x="148" y="139"/>
                    <a:pt x="131" y="139"/>
                  </a:cubicBezTo>
                  <a:cubicBezTo>
                    <a:pt x="96" y="139"/>
                    <a:pt x="63" y="152"/>
                    <a:pt x="39" y="173"/>
                  </a:cubicBezTo>
                  <a:cubicBezTo>
                    <a:pt x="15" y="195"/>
                    <a:pt x="0" y="224"/>
                    <a:pt x="0" y="259"/>
                  </a:cubicBezTo>
                  <a:cubicBezTo>
                    <a:pt x="0" y="293"/>
                    <a:pt x="15" y="322"/>
                    <a:pt x="39" y="344"/>
                  </a:cubicBezTo>
                  <a:cubicBezTo>
                    <a:pt x="63" y="365"/>
                    <a:pt x="96" y="378"/>
                    <a:pt x="131" y="378"/>
                  </a:cubicBezTo>
                  <a:cubicBezTo>
                    <a:pt x="417" y="378"/>
                    <a:pt x="417" y="378"/>
                    <a:pt x="417" y="378"/>
                  </a:cubicBezTo>
                  <a:cubicBezTo>
                    <a:pt x="449" y="378"/>
                    <a:pt x="481" y="366"/>
                    <a:pt x="508" y="347"/>
                  </a:cubicBezTo>
                  <a:cubicBezTo>
                    <a:pt x="534" y="327"/>
                    <a:pt x="554" y="301"/>
                    <a:pt x="562" y="269"/>
                  </a:cubicBezTo>
                  <a:cubicBezTo>
                    <a:pt x="563" y="258"/>
                    <a:pt x="565" y="247"/>
                    <a:pt x="565" y="235"/>
                  </a:cubicBezTo>
                  <a:cubicBezTo>
                    <a:pt x="565" y="167"/>
                    <a:pt x="517" y="110"/>
                    <a:pt x="452" y="96"/>
                  </a:cubicBezTo>
                  <a:cubicBezTo>
                    <a:pt x="423" y="39"/>
                    <a:pt x="363" y="0"/>
                    <a:pt x="294" y="0"/>
                  </a:cubicBezTo>
                  <a:cubicBezTo>
                    <a:pt x="219" y="0"/>
                    <a:pt x="153" y="47"/>
                    <a:pt x="128" y="114"/>
                  </a:cubicBezTo>
                  <a:cubicBezTo>
                    <a:pt x="126" y="121"/>
                    <a:pt x="130" y="131"/>
                    <a:pt x="137" y="134"/>
                  </a:cubicBezTo>
                  <a:cubicBezTo>
                    <a:pt x="145" y="136"/>
                    <a:pt x="153" y="132"/>
                    <a:pt x="156" y="125"/>
                  </a:cubicBezTo>
                  <a:lnTo>
                    <a:pt x="156" y="125"/>
                  </a:lnTo>
                  <a:cubicBezTo>
                    <a:pt x="177" y="68"/>
                    <a:pt x="232" y="29"/>
                    <a:pt x="294" y="29"/>
                  </a:cubicBezTo>
                  <a:cubicBezTo>
                    <a:pt x="354" y="29"/>
                    <a:pt x="406" y="64"/>
                    <a:pt x="428" y="115"/>
                  </a:cubicBezTo>
                  <a:cubicBezTo>
                    <a:pt x="431" y="120"/>
                    <a:pt x="435" y="122"/>
                    <a:pt x="439" y="124"/>
                  </a:cubicBezTo>
                  <a:cubicBezTo>
                    <a:pt x="494" y="132"/>
                    <a:pt x="536" y="178"/>
                    <a:pt x="536" y="235"/>
                  </a:cubicBezTo>
                  <a:cubicBezTo>
                    <a:pt x="536" y="244"/>
                    <a:pt x="534" y="253"/>
                    <a:pt x="533" y="262"/>
                  </a:cubicBezTo>
                  <a:cubicBezTo>
                    <a:pt x="527" y="286"/>
                    <a:pt x="512" y="307"/>
                    <a:pt x="490" y="323"/>
                  </a:cubicBezTo>
                  <a:cubicBezTo>
                    <a:pt x="469" y="339"/>
                    <a:pt x="442" y="348"/>
                    <a:pt x="417" y="348"/>
                  </a:cubicBezTo>
                  <a:cubicBezTo>
                    <a:pt x="131" y="348"/>
                    <a:pt x="131" y="348"/>
                    <a:pt x="131" y="348"/>
                  </a:cubicBezTo>
                  <a:cubicBezTo>
                    <a:pt x="103" y="348"/>
                    <a:pt x="77" y="339"/>
                    <a:pt x="59" y="322"/>
                  </a:cubicBezTo>
                  <a:cubicBezTo>
                    <a:pt x="40" y="305"/>
                    <a:pt x="29" y="283"/>
                    <a:pt x="29" y="259"/>
                  </a:cubicBezTo>
                  <a:cubicBezTo>
                    <a:pt x="29" y="234"/>
                    <a:pt x="40" y="212"/>
                    <a:pt x="59" y="19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6" name="Freeform 431">
              <a:extLst>
                <a:ext uri="{FF2B5EF4-FFF2-40B4-BE49-F238E27FC236}">
                  <a16:creationId xmlns:a16="http://schemas.microsoft.com/office/drawing/2014/main" id="{4392800D-F4EA-2439-25F5-EDFDE878CFD6}"/>
                </a:ext>
              </a:extLst>
            </p:cNvPr>
            <p:cNvSpPr>
              <a:spLocks noChangeArrowheads="1"/>
            </p:cNvSpPr>
            <p:nvPr/>
          </p:nvSpPr>
          <p:spPr bwMode="auto">
            <a:xfrm>
              <a:off x="5721350" y="4392613"/>
              <a:ext cx="147638" cy="107950"/>
            </a:xfrm>
            <a:custGeom>
              <a:avLst/>
              <a:gdLst>
                <a:gd name="T0" fmla="*/ 14 w 412"/>
                <a:gd name="T1" fmla="*/ 290 h 302"/>
                <a:gd name="T2" fmla="*/ 14 w 412"/>
                <a:gd name="T3" fmla="*/ 290 h 302"/>
                <a:gd name="T4" fmla="*/ 33 w 412"/>
                <a:gd name="T5" fmla="*/ 299 h 302"/>
                <a:gd name="T6" fmla="*/ 42 w 412"/>
                <a:gd name="T7" fmla="*/ 279 h 302"/>
                <a:gd name="T8" fmla="*/ 42 w 412"/>
                <a:gd name="T9" fmla="*/ 279 h 302"/>
                <a:gd name="T10" fmla="*/ 30 w 412"/>
                <a:gd name="T11" fmla="*/ 213 h 302"/>
                <a:gd name="T12" fmla="*/ 85 w 412"/>
                <a:gd name="T13" fmla="*/ 84 h 302"/>
                <a:gd name="T14" fmla="*/ 214 w 412"/>
                <a:gd name="T15" fmla="*/ 29 h 302"/>
                <a:gd name="T16" fmla="*/ 380 w 412"/>
                <a:gd name="T17" fmla="*/ 133 h 302"/>
                <a:gd name="T18" fmla="*/ 400 w 412"/>
                <a:gd name="T19" fmla="*/ 140 h 302"/>
                <a:gd name="T20" fmla="*/ 407 w 412"/>
                <a:gd name="T21" fmla="*/ 119 h 302"/>
                <a:gd name="T22" fmla="*/ 214 w 412"/>
                <a:gd name="T23" fmla="*/ 0 h 302"/>
                <a:gd name="T24" fmla="*/ 0 w 412"/>
                <a:gd name="T25" fmla="*/ 213 h 302"/>
                <a:gd name="T26" fmla="*/ 14 w 412"/>
                <a:gd name="T27" fmla="*/ 290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12" h="302">
                  <a:moveTo>
                    <a:pt x="14" y="290"/>
                  </a:moveTo>
                  <a:lnTo>
                    <a:pt x="14" y="290"/>
                  </a:lnTo>
                  <a:cubicBezTo>
                    <a:pt x="16" y="297"/>
                    <a:pt x="26" y="301"/>
                    <a:pt x="33" y="299"/>
                  </a:cubicBezTo>
                  <a:cubicBezTo>
                    <a:pt x="42" y="296"/>
                    <a:pt x="44" y="287"/>
                    <a:pt x="42" y="279"/>
                  </a:cubicBezTo>
                  <a:lnTo>
                    <a:pt x="42" y="279"/>
                  </a:lnTo>
                  <a:cubicBezTo>
                    <a:pt x="35" y="259"/>
                    <a:pt x="30" y="237"/>
                    <a:pt x="30" y="213"/>
                  </a:cubicBezTo>
                  <a:cubicBezTo>
                    <a:pt x="30" y="163"/>
                    <a:pt x="51" y="117"/>
                    <a:pt x="85" y="84"/>
                  </a:cubicBezTo>
                  <a:cubicBezTo>
                    <a:pt x="118" y="50"/>
                    <a:pt x="164" y="29"/>
                    <a:pt x="214" y="29"/>
                  </a:cubicBezTo>
                  <a:cubicBezTo>
                    <a:pt x="287" y="29"/>
                    <a:pt x="351" y="71"/>
                    <a:pt x="380" y="133"/>
                  </a:cubicBezTo>
                  <a:cubicBezTo>
                    <a:pt x="385" y="140"/>
                    <a:pt x="393" y="142"/>
                    <a:pt x="400" y="140"/>
                  </a:cubicBezTo>
                  <a:cubicBezTo>
                    <a:pt x="408" y="135"/>
                    <a:pt x="411" y="127"/>
                    <a:pt x="407" y="119"/>
                  </a:cubicBezTo>
                  <a:cubicBezTo>
                    <a:pt x="372" y="49"/>
                    <a:pt x="300" y="0"/>
                    <a:pt x="214" y="0"/>
                  </a:cubicBezTo>
                  <a:cubicBezTo>
                    <a:pt x="96" y="0"/>
                    <a:pt x="0" y="96"/>
                    <a:pt x="0" y="213"/>
                  </a:cubicBezTo>
                  <a:cubicBezTo>
                    <a:pt x="0" y="241"/>
                    <a:pt x="5" y="266"/>
                    <a:pt x="14" y="2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7" name="Freeform 432">
              <a:extLst>
                <a:ext uri="{FF2B5EF4-FFF2-40B4-BE49-F238E27FC236}">
                  <a16:creationId xmlns:a16="http://schemas.microsoft.com/office/drawing/2014/main" id="{7E4D9A0B-C3D7-9FE8-3ACA-A0FCC47C9F93}"/>
                </a:ext>
              </a:extLst>
            </p:cNvPr>
            <p:cNvSpPr>
              <a:spLocks noChangeArrowheads="1"/>
            </p:cNvSpPr>
            <p:nvPr/>
          </p:nvSpPr>
          <p:spPr bwMode="auto">
            <a:xfrm>
              <a:off x="5792788" y="4343400"/>
              <a:ext cx="11112" cy="31750"/>
            </a:xfrm>
            <a:custGeom>
              <a:avLst/>
              <a:gdLst>
                <a:gd name="T0" fmla="*/ 0 w 31"/>
                <a:gd name="T1" fmla="*/ 15 h 90"/>
                <a:gd name="T2" fmla="*/ 0 w 31"/>
                <a:gd name="T3" fmla="*/ 15 h 90"/>
                <a:gd name="T4" fmla="*/ 0 w 31"/>
                <a:gd name="T5" fmla="*/ 74 h 90"/>
                <a:gd name="T6" fmla="*/ 15 w 31"/>
                <a:gd name="T7" fmla="*/ 89 h 90"/>
                <a:gd name="T8" fmla="*/ 30 w 31"/>
                <a:gd name="T9" fmla="*/ 74 h 90"/>
                <a:gd name="T10" fmla="*/ 30 w 31"/>
                <a:gd name="T11" fmla="*/ 15 h 90"/>
                <a:gd name="T12" fmla="*/ 15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5" y="89"/>
                  </a:cubicBezTo>
                  <a:cubicBezTo>
                    <a:pt x="23" y="89"/>
                    <a:pt x="30" y="82"/>
                    <a:pt x="30" y="74"/>
                  </a:cubicBezTo>
                  <a:cubicBezTo>
                    <a:pt x="30" y="15"/>
                    <a:pt x="30" y="15"/>
                    <a:pt x="30" y="15"/>
                  </a:cubicBezTo>
                  <a:cubicBezTo>
                    <a:pt x="30" y="7"/>
                    <a:pt x="23" y="0"/>
                    <a:pt x="15"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8" name="Freeform 433">
              <a:extLst>
                <a:ext uri="{FF2B5EF4-FFF2-40B4-BE49-F238E27FC236}">
                  <a16:creationId xmlns:a16="http://schemas.microsoft.com/office/drawing/2014/main" id="{CF8905D6-2432-C677-E78A-B1198250D851}"/>
                </a:ext>
              </a:extLst>
            </p:cNvPr>
            <p:cNvSpPr>
              <a:spLocks noChangeArrowheads="1"/>
            </p:cNvSpPr>
            <p:nvPr/>
          </p:nvSpPr>
          <p:spPr bwMode="auto">
            <a:xfrm>
              <a:off x="5707063" y="4378325"/>
              <a:ext cx="28575" cy="28575"/>
            </a:xfrm>
            <a:custGeom>
              <a:avLst/>
              <a:gdLst>
                <a:gd name="T0" fmla="*/ 27 w 81"/>
                <a:gd name="T1" fmla="*/ 6 h 81"/>
                <a:gd name="T2" fmla="*/ 27 w 81"/>
                <a:gd name="T3" fmla="*/ 6 h 81"/>
                <a:gd name="T4" fmla="*/ 6 w 81"/>
                <a:gd name="T5" fmla="*/ 6 h 81"/>
                <a:gd name="T6" fmla="*/ 6 w 81"/>
                <a:gd name="T7" fmla="*/ 27 h 81"/>
                <a:gd name="T8" fmla="*/ 53 w 81"/>
                <a:gd name="T9" fmla="*/ 74 h 81"/>
                <a:gd name="T10" fmla="*/ 74 w 81"/>
                <a:gd name="T11" fmla="*/ 74 h 81"/>
                <a:gd name="T12" fmla="*/ 74 w 81"/>
                <a:gd name="T13" fmla="*/ 53 h 81"/>
                <a:gd name="T14" fmla="*/ 27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27" y="6"/>
                  </a:moveTo>
                  <a:lnTo>
                    <a:pt x="27" y="6"/>
                  </a:lnTo>
                  <a:cubicBezTo>
                    <a:pt x="21" y="0"/>
                    <a:pt x="12" y="0"/>
                    <a:pt x="6" y="6"/>
                  </a:cubicBezTo>
                  <a:cubicBezTo>
                    <a:pt x="0" y="12"/>
                    <a:pt x="0" y="21"/>
                    <a:pt x="6" y="27"/>
                  </a:cubicBezTo>
                  <a:cubicBezTo>
                    <a:pt x="53" y="74"/>
                    <a:pt x="53" y="74"/>
                    <a:pt x="53" y="74"/>
                  </a:cubicBezTo>
                  <a:cubicBezTo>
                    <a:pt x="59" y="80"/>
                    <a:pt x="69" y="80"/>
                    <a:pt x="74" y="74"/>
                  </a:cubicBezTo>
                  <a:cubicBezTo>
                    <a:pt x="80" y="69"/>
                    <a:pt x="80" y="59"/>
                    <a:pt x="74" y="53"/>
                  </a:cubicBezTo>
                  <a:lnTo>
                    <a:pt x="27"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9" name="Freeform 434">
              <a:extLst>
                <a:ext uri="{FF2B5EF4-FFF2-40B4-BE49-F238E27FC236}">
                  <a16:creationId xmlns:a16="http://schemas.microsoft.com/office/drawing/2014/main" id="{667EA769-42FD-57E8-42D0-CCBA0483E68E}"/>
                </a:ext>
              </a:extLst>
            </p:cNvPr>
            <p:cNvSpPr>
              <a:spLocks noChangeArrowheads="1"/>
            </p:cNvSpPr>
            <p:nvPr/>
          </p:nvSpPr>
          <p:spPr bwMode="auto">
            <a:xfrm>
              <a:off x="5675313" y="4460875"/>
              <a:ext cx="31750" cy="11113"/>
            </a:xfrm>
            <a:custGeom>
              <a:avLst/>
              <a:gdLst>
                <a:gd name="T0" fmla="*/ 14 w 90"/>
                <a:gd name="T1" fmla="*/ 0 h 30"/>
                <a:gd name="T2" fmla="*/ 14 w 90"/>
                <a:gd name="T3" fmla="*/ 0 h 30"/>
                <a:gd name="T4" fmla="*/ 0 w 90"/>
                <a:gd name="T5" fmla="*/ 14 h 30"/>
                <a:gd name="T6" fmla="*/ 14 w 90"/>
                <a:gd name="T7" fmla="*/ 29 h 30"/>
                <a:gd name="T8" fmla="*/ 74 w 90"/>
                <a:gd name="T9" fmla="*/ 29 h 30"/>
                <a:gd name="T10" fmla="*/ 89 w 90"/>
                <a:gd name="T11" fmla="*/ 14 h 30"/>
                <a:gd name="T12" fmla="*/ 74 w 90"/>
                <a:gd name="T13" fmla="*/ 0 h 30"/>
                <a:gd name="T14" fmla="*/ 14 w 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4" y="0"/>
                  </a:moveTo>
                  <a:lnTo>
                    <a:pt x="14" y="0"/>
                  </a:lnTo>
                  <a:cubicBezTo>
                    <a:pt x="6" y="0"/>
                    <a:pt x="0" y="7"/>
                    <a:pt x="0" y="14"/>
                  </a:cubicBezTo>
                  <a:cubicBezTo>
                    <a:pt x="0" y="22"/>
                    <a:pt x="6" y="29"/>
                    <a:pt x="14" y="29"/>
                  </a:cubicBezTo>
                  <a:cubicBezTo>
                    <a:pt x="74" y="29"/>
                    <a:pt x="74" y="29"/>
                    <a:pt x="74" y="29"/>
                  </a:cubicBezTo>
                  <a:cubicBezTo>
                    <a:pt x="82" y="29"/>
                    <a:pt x="89" y="22"/>
                    <a:pt x="89" y="14"/>
                  </a:cubicBezTo>
                  <a:cubicBezTo>
                    <a:pt x="89" y="7"/>
                    <a:pt x="82" y="0"/>
                    <a:pt x="74"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0" name="Freeform 435">
              <a:extLst>
                <a:ext uri="{FF2B5EF4-FFF2-40B4-BE49-F238E27FC236}">
                  <a16:creationId xmlns:a16="http://schemas.microsoft.com/office/drawing/2014/main" id="{31826C65-EAA5-59B9-2BB5-2243829F0DD0}"/>
                </a:ext>
              </a:extLst>
            </p:cNvPr>
            <p:cNvSpPr>
              <a:spLocks noChangeArrowheads="1"/>
            </p:cNvSpPr>
            <p:nvPr/>
          </p:nvSpPr>
          <p:spPr bwMode="auto">
            <a:xfrm>
              <a:off x="5859463" y="4378325"/>
              <a:ext cx="28575" cy="28575"/>
            </a:xfrm>
            <a:custGeom>
              <a:avLst/>
              <a:gdLst>
                <a:gd name="T0" fmla="*/ 53 w 81"/>
                <a:gd name="T1" fmla="*/ 6 h 81"/>
                <a:gd name="T2" fmla="*/ 53 w 81"/>
                <a:gd name="T3" fmla="*/ 6 h 81"/>
                <a:gd name="T4" fmla="*/ 6 w 81"/>
                <a:gd name="T5" fmla="*/ 53 h 81"/>
                <a:gd name="T6" fmla="*/ 6 w 81"/>
                <a:gd name="T7" fmla="*/ 74 h 81"/>
                <a:gd name="T8" fmla="*/ 27 w 81"/>
                <a:gd name="T9" fmla="*/ 74 h 81"/>
                <a:gd name="T10" fmla="*/ 74 w 81"/>
                <a:gd name="T11" fmla="*/ 27 h 81"/>
                <a:gd name="T12" fmla="*/ 74 w 81"/>
                <a:gd name="T13" fmla="*/ 6 h 81"/>
                <a:gd name="T14" fmla="*/ 53 w 81"/>
                <a:gd name="T15" fmla="*/ 6 h 8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81" h="81">
                  <a:moveTo>
                    <a:pt x="53" y="6"/>
                  </a:moveTo>
                  <a:lnTo>
                    <a:pt x="53" y="6"/>
                  </a:lnTo>
                  <a:cubicBezTo>
                    <a:pt x="6" y="53"/>
                    <a:pt x="6" y="53"/>
                    <a:pt x="6" y="53"/>
                  </a:cubicBezTo>
                  <a:cubicBezTo>
                    <a:pt x="0" y="59"/>
                    <a:pt x="0" y="69"/>
                    <a:pt x="6" y="74"/>
                  </a:cubicBezTo>
                  <a:cubicBezTo>
                    <a:pt x="12" y="80"/>
                    <a:pt x="21" y="80"/>
                    <a:pt x="27" y="74"/>
                  </a:cubicBezTo>
                  <a:cubicBezTo>
                    <a:pt x="74" y="27"/>
                    <a:pt x="74" y="27"/>
                    <a:pt x="74" y="27"/>
                  </a:cubicBezTo>
                  <a:cubicBezTo>
                    <a:pt x="80" y="21"/>
                    <a:pt x="80" y="12"/>
                    <a:pt x="74" y="6"/>
                  </a:cubicBezTo>
                  <a:cubicBezTo>
                    <a:pt x="67" y="0"/>
                    <a:pt x="59" y="0"/>
                    <a:pt x="53"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31" name="Group 534">
            <a:extLst>
              <a:ext uri="{FF2B5EF4-FFF2-40B4-BE49-F238E27FC236}">
                <a16:creationId xmlns:a16="http://schemas.microsoft.com/office/drawing/2014/main" id="{5F41F582-024E-964D-3BFC-AC46CE2F15A2}"/>
              </a:ext>
            </a:extLst>
          </p:cNvPr>
          <p:cNvGrpSpPr/>
          <p:nvPr/>
        </p:nvGrpSpPr>
        <p:grpSpPr>
          <a:xfrm>
            <a:off x="7228556" y="3951212"/>
            <a:ext cx="246063" cy="247650"/>
            <a:chOff x="6200775" y="4343400"/>
            <a:chExt cx="246063" cy="247650"/>
          </a:xfrm>
          <a:solidFill>
            <a:schemeClr val="accent4"/>
          </a:solidFill>
        </p:grpSpPr>
        <p:sp>
          <p:nvSpPr>
            <p:cNvPr id="532" name="Freeform 436">
              <a:extLst>
                <a:ext uri="{FF2B5EF4-FFF2-40B4-BE49-F238E27FC236}">
                  <a16:creationId xmlns:a16="http://schemas.microsoft.com/office/drawing/2014/main" id="{CBED1EC0-1BFF-C8B2-76F4-BA73C64667DC}"/>
                </a:ext>
              </a:extLst>
            </p:cNvPr>
            <p:cNvSpPr>
              <a:spLocks noChangeArrowheads="1"/>
            </p:cNvSpPr>
            <p:nvPr/>
          </p:nvSpPr>
          <p:spPr bwMode="auto">
            <a:xfrm>
              <a:off x="6318250" y="4343400"/>
              <a:ext cx="11113" cy="31750"/>
            </a:xfrm>
            <a:custGeom>
              <a:avLst/>
              <a:gdLst>
                <a:gd name="T0" fmla="*/ 0 w 31"/>
                <a:gd name="T1" fmla="*/ 15 h 90"/>
                <a:gd name="T2" fmla="*/ 0 w 31"/>
                <a:gd name="T3" fmla="*/ 15 h 90"/>
                <a:gd name="T4" fmla="*/ 0 w 31"/>
                <a:gd name="T5" fmla="*/ 74 h 90"/>
                <a:gd name="T6" fmla="*/ 14 w 31"/>
                <a:gd name="T7" fmla="*/ 89 h 90"/>
                <a:gd name="T8" fmla="*/ 30 w 31"/>
                <a:gd name="T9" fmla="*/ 74 h 90"/>
                <a:gd name="T10" fmla="*/ 30 w 31"/>
                <a:gd name="T11" fmla="*/ 15 h 90"/>
                <a:gd name="T12" fmla="*/ 14 w 31"/>
                <a:gd name="T13" fmla="*/ 0 h 90"/>
                <a:gd name="T14" fmla="*/ 0 w 31"/>
                <a:gd name="T15" fmla="*/ 15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0">
                  <a:moveTo>
                    <a:pt x="0" y="15"/>
                  </a:moveTo>
                  <a:lnTo>
                    <a:pt x="0" y="15"/>
                  </a:lnTo>
                  <a:cubicBezTo>
                    <a:pt x="0" y="74"/>
                    <a:pt x="0" y="74"/>
                    <a:pt x="0" y="74"/>
                  </a:cubicBezTo>
                  <a:cubicBezTo>
                    <a:pt x="0" y="82"/>
                    <a:pt x="6" y="89"/>
                    <a:pt x="14" y="89"/>
                  </a:cubicBezTo>
                  <a:cubicBezTo>
                    <a:pt x="23" y="89"/>
                    <a:pt x="30" y="82"/>
                    <a:pt x="30" y="74"/>
                  </a:cubicBezTo>
                  <a:cubicBezTo>
                    <a:pt x="30" y="15"/>
                    <a:pt x="30" y="15"/>
                    <a:pt x="30" y="15"/>
                  </a:cubicBezTo>
                  <a:cubicBezTo>
                    <a:pt x="30" y="7"/>
                    <a:pt x="23" y="0"/>
                    <a:pt x="14" y="0"/>
                  </a:cubicBezTo>
                  <a:cubicBezTo>
                    <a:pt x="6" y="0"/>
                    <a:pt x="0" y="7"/>
                    <a:pt x="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3" name="Freeform 437">
              <a:extLst>
                <a:ext uri="{FF2B5EF4-FFF2-40B4-BE49-F238E27FC236}">
                  <a16:creationId xmlns:a16="http://schemas.microsoft.com/office/drawing/2014/main" id="{B1B2A967-7F2A-0DDA-A555-384C43CA3D2E}"/>
                </a:ext>
              </a:extLst>
            </p:cNvPr>
            <p:cNvSpPr>
              <a:spLocks noChangeArrowheads="1"/>
            </p:cNvSpPr>
            <p:nvPr/>
          </p:nvSpPr>
          <p:spPr bwMode="auto">
            <a:xfrm>
              <a:off x="6234113" y="4376738"/>
              <a:ext cx="26987" cy="26987"/>
            </a:xfrm>
            <a:custGeom>
              <a:avLst/>
              <a:gdLst>
                <a:gd name="T0" fmla="*/ 27 w 75"/>
                <a:gd name="T1" fmla="*/ 5 h 75"/>
                <a:gd name="T2" fmla="*/ 27 w 75"/>
                <a:gd name="T3" fmla="*/ 5 h 75"/>
                <a:gd name="T4" fmla="*/ 6 w 75"/>
                <a:gd name="T5" fmla="*/ 5 h 75"/>
                <a:gd name="T6" fmla="*/ 6 w 75"/>
                <a:gd name="T7" fmla="*/ 26 h 75"/>
                <a:gd name="T8" fmla="*/ 48 w 75"/>
                <a:gd name="T9" fmla="*/ 68 h 75"/>
                <a:gd name="T10" fmla="*/ 69 w 75"/>
                <a:gd name="T11" fmla="*/ 68 h 75"/>
                <a:gd name="T12" fmla="*/ 69 w 75"/>
                <a:gd name="T13" fmla="*/ 47 h 75"/>
                <a:gd name="T14" fmla="*/ 27 w 75"/>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27" y="5"/>
                  </a:moveTo>
                  <a:lnTo>
                    <a:pt x="27" y="5"/>
                  </a:lnTo>
                  <a:cubicBezTo>
                    <a:pt x="21" y="0"/>
                    <a:pt x="12" y="0"/>
                    <a:pt x="6" y="5"/>
                  </a:cubicBezTo>
                  <a:cubicBezTo>
                    <a:pt x="0" y="11"/>
                    <a:pt x="0" y="21"/>
                    <a:pt x="6" y="26"/>
                  </a:cubicBezTo>
                  <a:cubicBezTo>
                    <a:pt x="48" y="68"/>
                    <a:pt x="48" y="68"/>
                    <a:pt x="48" y="68"/>
                  </a:cubicBezTo>
                  <a:cubicBezTo>
                    <a:pt x="53" y="74"/>
                    <a:pt x="63" y="74"/>
                    <a:pt x="69" y="68"/>
                  </a:cubicBezTo>
                  <a:cubicBezTo>
                    <a:pt x="74" y="63"/>
                    <a:pt x="74" y="53"/>
                    <a:pt x="69" y="47"/>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4" name="Freeform 438">
              <a:extLst>
                <a:ext uri="{FF2B5EF4-FFF2-40B4-BE49-F238E27FC236}">
                  <a16:creationId xmlns:a16="http://schemas.microsoft.com/office/drawing/2014/main" id="{15DC86F8-4D41-6BC3-09DB-676169BC18DE}"/>
                </a:ext>
              </a:extLst>
            </p:cNvPr>
            <p:cNvSpPr>
              <a:spLocks noChangeArrowheads="1"/>
            </p:cNvSpPr>
            <p:nvPr/>
          </p:nvSpPr>
          <p:spPr bwMode="auto">
            <a:xfrm>
              <a:off x="6200775" y="4460875"/>
              <a:ext cx="31750" cy="11113"/>
            </a:xfrm>
            <a:custGeom>
              <a:avLst/>
              <a:gdLst>
                <a:gd name="T0" fmla="*/ 15 w 90"/>
                <a:gd name="T1" fmla="*/ 29 h 30"/>
                <a:gd name="T2" fmla="*/ 15 w 90"/>
                <a:gd name="T3" fmla="*/ 29 h 30"/>
                <a:gd name="T4" fmla="*/ 73 w 90"/>
                <a:gd name="T5" fmla="*/ 29 h 30"/>
                <a:gd name="T6" fmla="*/ 89 w 90"/>
                <a:gd name="T7" fmla="*/ 14 h 30"/>
                <a:gd name="T8" fmla="*/ 73 w 90"/>
                <a:gd name="T9" fmla="*/ 0 h 30"/>
                <a:gd name="T10" fmla="*/ 15 w 90"/>
                <a:gd name="T11" fmla="*/ 0 h 30"/>
                <a:gd name="T12" fmla="*/ 0 w 90"/>
                <a:gd name="T13" fmla="*/ 14 h 30"/>
                <a:gd name="T14" fmla="*/ 15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15" y="29"/>
                  </a:moveTo>
                  <a:lnTo>
                    <a:pt x="15" y="29"/>
                  </a:lnTo>
                  <a:cubicBezTo>
                    <a:pt x="73" y="29"/>
                    <a:pt x="73" y="29"/>
                    <a:pt x="73" y="29"/>
                  </a:cubicBezTo>
                  <a:cubicBezTo>
                    <a:pt x="82" y="29"/>
                    <a:pt x="89" y="22"/>
                    <a:pt x="89" y="14"/>
                  </a:cubicBezTo>
                  <a:cubicBezTo>
                    <a:pt x="89" y="7"/>
                    <a:pt x="82" y="0"/>
                    <a:pt x="73"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5" name="Freeform 439">
              <a:extLst>
                <a:ext uri="{FF2B5EF4-FFF2-40B4-BE49-F238E27FC236}">
                  <a16:creationId xmlns:a16="http://schemas.microsoft.com/office/drawing/2014/main" id="{45E41FAE-FB40-96BF-BA0B-D1194782D08C}"/>
                </a:ext>
              </a:extLst>
            </p:cNvPr>
            <p:cNvSpPr>
              <a:spLocks noChangeArrowheads="1"/>
            </p:cNvSpPr>
            <p:nvPr/>
          </p:nvSpPr>
          <p:spPr bwMode="auto">
            <a:xfrm>
              <a:off x="6234113" y="4529138"/>
              <a:ext cx="26987" cy="26987"/>
            </a:xfrm>
            <a:custGeom>
              <a:avLst/>
              <a:gdLst>
                <a:gd name="T0" fmla="*/ 48 w 75"/>
                <a:gd name="T1" fmla="*/ 6 h 75"/>
                <a:gd name="T2" fmla="*/ 48 w 75"/>
                <a:gd name="T3" fmla="*/ 6 h 75"/>
                <a:gd name="T4" fmla="*/ 6 w 75"/>
                <a:gd name="T5" fmla="*/ 47 h 75"/>
                <a:gd name="T6" fmla="*/ 6 w 75"/>
                <a:gd name="T7" fmla="*/ 68 h 75"/>
                <a:gd name="T8" fmla="*/ 27 w 75"/>
                <a:gd name="T9" fmla="*/ 68 h 75"/>
                <a:gd name="T10" fmla="*/ 69 w 75"/>
                <a:gd name="T11" fmla="*/ 27 h 75"/>
                <a:gd name="T12" fmla="*/ 69 w 75"/>
                <a:gd name="T13" fmla="*/ 6 h 75"/>
                <a:gd name="T14" fmla="*/ 48 w 75"/>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5" h="75">
                  <a:moveTo>
                    <a:pt x="48" y="6"/>
                  </a:moveTo>
                  <a:lnTo>
                    <a:pt x="48" y="6"/>
                  </a:lnTo>
                  <a:cubicBezTo>
                    <a:pt x="6" y="47"/>
                    <a:pt x="6" y="47"/>
                    <a:pt x="6" y="47"/>
                  </a:cubicBezTo>
                  <a:cubicBezTo>
                    <a:pt x="0" y="53"/>
                    <a:pt x="0" y="63"/>
                    <a:pt x="6" y="68"/>
                  </a:cubicBezTo>
                  <a:cubicBezTo>
                    <a:pt x="12" y="74"/>
                    <a:pt x="21" y="74"/>
                    <a:pt x="27" y="68"/>
                  </a:cubicBezTo>
                  <a:cubicBezTo>
                    <a:pt x="69" y="27"/>
                    <a:pt x="69" y="27"/>
                    <a:pt x="69" y="27"/>
                  </a:cubicBezTo>
                  <a:cubicBezTo>
                    <a:pt x="74" y="21"/>
                    <a:pt x="74" y="11"/>
                    <a:pt x="69" y="6"/>
                  </a:cubicBezTo>
                  <a:cubicBezTo>
                    <a:pt x="63" y="0"/>
                    <a:pt x="53" y="0"/>
                    <a:pt x="48"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6" name="Freeform 440">
              <a:extLst>
                <a:ext uri="{FF2B5EF4-FFF2-40B4-BE49-F238E27FC236}">
                  <a16:creationId xmlns:a16="http://schemas.microsoft.com/office/drawing/2014/main" id="{65BD119E-0F1A-E002-9FF0-4C734AA608B8}"/>
                </a:ext>
              </a:extLst>
            </p:cNvPr>
            <p:cNvSpPr>
              <a:spLocks noChangeArrowheads="1"/>
            </p:cNvSpPr>
            <p:nvPr/>
          </p:nvSpPr>
          <p:spPr bwMode="auto">
            <a:xfrm>
              <a:off x="6318250" y="4557713"/>
              <a:ext cx="11113" cy="33337"/>
            </a:xfrm>
            <a:custGeom>
              <a:avLst/>
              <a:gdLst>
                <a:gd name="T0" fmla="*/ 0 w 31"/>
                <a:gd name="T1" fmla="*/ 14 h 91"/>
                <a:gd name="T2" fmla="*/ 0 w 31"/>
                <a:gd name="T3" fmla="*/ 14 h 91"/>
                <a:gd name="T4" fmla="*/ 0 w 31"/>
                <a:gd name="T5" fmla="*/ 74 h 91"/>
                <a:gd name="T6" fmla="*/ 14 w 31"/>
                <a:gd name="T7" fmla="*/ 90 h 91"/>
                <a:gd name="T8" fmla="*/ 30 w 31"/>
                <a:gd name="T9" fmla="*/ 74 h 91"/>
                <a:gd name="T10" fmla="*/ 30 w 31"/>
                <a:gd name="T11" fmla="*/ 14 h 91"/>
                <a:gd name="T12" fmla="*/ 14 w 31"/>
                <a:gd name="T13" fmla="*/ 0 h 91"/>
                <a:gd name="T14" fmla="*/ 0 w 31"/>
                <a:gd name="T15" fmla="*/ 14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0" y="14"/>
                  </a:moveTo>
                  <a:lnTo>
                    <a:pt x="0" y="14"/>
                  </a:lnTo>
                  <a:cubicBezTo>
                    <a:pt x="0" y="74"/>
                    <a:pt x="0" y="74"/>
                    <a:pt x="0" y="74"/>
                  </a:cubicBezTo>
                  <a:cubicBezTo>
                    <a:pt x="0" y="83"/>
                    <a:pt x="6" y="90"/>
                    <a:pt x="14" y="90"/>
                  </a:cubicBezTo>
                  <a:cubicBezTo>
                    <a:pt x="23" y="90"/>
                    <a:pt x="30" y="83"/>
                    <a:pt x="30" y="74"/>
                  </a:cubicBezTo>
                  <a:cubicBezTo>
                    <a:pt x="30" y="14"/>
                    <a:pt x="30" y="14"/>
                    <a:pt x="30" y="14"/>
                  </a:cubicBezTo>
                  <a:cubicBezTo>
                    <a:pt x="30" y="7"/>
                    <a:pt x="23" y="0"/>
                    <a:pt x="14" y="0"/>
                  </a:cubicBezTo>
                  <a:cubicBezTo>
                    <a:pt x="6"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7" name="Freeform 441">
              <a:extLst>
                <a:ext uri="{FF2B5EF4-FFF2-40B4-BE49-F238E27FC236}">
                  <a16:creationId xmlns:a16="http://schemas.microsoft.com/office/drawing/2014/main" id="{1F0A3601-FCF0-6358-FE3C-305240DE2108}"/>
                </a:ext>
              </a:extLst>
            </p:cNvPr>
            <p:cNvSpPr>
              <a:spLocks noChangeArrowheads="1"/>
            </p:cNvSpPr>
            <p:nvPr/>
          </p:nvSpPr>
          <p:spPr bwMode="auto">
            <a:xfrm>
              <a:off x="6384925" y="4529138"/>
              <a:ext cx="26988" cy="26987"/>
            </a:xfrm>
            <a:custGeom>
              <a:avLst/>
              <a:gdLst>
                <a:gd name="T0" fmla="*/ 28 w 77"/>
                <a:gd name="T1" fmla="*/ 6 h 75"/>
                <a:gd name="T2" fmla="*/ 28 w 77"/>
                <a:gd name="T3" fmla="*/ 6 h 75"/>
                <a:gd name="T4" fmla="*/ 7 w 77"/>
                <a:gd name="T5" fmla="*/ 6 h 75"/>
                <a:gd name="T6" fmla="*/ 7 w 77"/>
                <a:gd name="T7" fmla="*/ 27 h 75"/>
                <a:gd name="T8" fmla="*/ 49 w 77"/>
                <a:gd name="T9" fmla="*/ 68 h 75"/>
                <a:gd name="T10" fmla="*/ 70 w 77"/>
                <a:gd name="T11" fmla="*/ 68 h 75"/>
                <a:gd name="T12" fmla="*/ 70 w 77"/>
                <a:gd name="T13" fmla="*/ 47 h 75"/>
                <a:gd name="T14" fmla="*/ 28 w 77"/>
                <a:gd name="T15" fmla="*/ 6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28" y="6"/>
                  </a:moveTo>
                  <a:lnTo>
                    <a:pt x="28" y="6"/>
                  </a:lnTo>
                  <a:cubicBezTo>
                    <a:pt x="21" y="0"/>
                    <a:pt x="13" y="0"/>
                    <a:pt x="7" y="6"/>
                  </a:cubicBezTo>
                  <a:cubicBezTo>
                    <a:pt x="0" y="11"/>
                    <a:pt x="0" y="21"/>
                    <a:pt x="7" y="27"/>
                  </a:cubicBezTo>
                  <a:cubicBezTo>
                    <a:pt x="49" y="68"/>
                    <a:pt x="49" y="68"/>
                    <a:pt x="49" y="68"/>
                  </a:cubicBezTo>
                  <a:cubicBezTo>
                    <a:pt x="55" y="74"/>
                    <a:pt x="64" y="74"/>
                    <a:pt x="70" y="68"/>
                  </a:cubicBezTo>
                  <a:cubicBezTo>
                    <a:pt x="76" y="63"/>
                    <a:pt x="76" y="53"/>
                    <a:pt x="70" y="47"/>
                  </a:cubicBezTo>
                  <a:lnTo>
                    <a:pt x="28" y="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8" name="Freeform 442">
              <a:extLst>
                <a:ext uri="{FF2B5EF4-FFF2-40B4-BE49-F238E27FC236}">
                  <a16:creationId xmlns:a16="http://schemas.microsoft.com/office/drawing/2014/main" id="{C385D3A4-15C5-58D4-A726-ACC7C6F1BF56}"/>
                </a:ext>
              </a:extLst>
            </p:cNvPr>
            <p:cNvSpPr>
              <a:spLocks noChangeArrowheads="1"/>
            </p:cNvSpPr>
            <p:nvPr/>
          </p:nvSpPr>
          <p:spPr bwMode="auto">
            <a:xfrm>
              <a:off x="6415088"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9" name="Freeform 443">
              <a:extLst>
                <a:ext uri="{FF2B5EF4-FFF2-40B4-BE49-F238E27FC236}">
                  <a16:creationId xmlns:a16="http://schemas.microsoft.com/office/drawing/2014/main" id="{D34BDFC4-03E5-CFFB-D298-957DB246252E}"/>
                </a:ext>
              </a:extLst>
            </p:cNvPr>
            <p:cNvSpPr>
              <a:spLocks noChangeArrowheads="1"/>
            </p:cNvSpPr>
            <p:nvPr/>
          </p:nvSpPr>
          <p:spPr bwMode="auto">
            <a:xfrm>
              <a:off x="6384925" y="4376738"/>
              <a:ext cx="26988" cy="26987"/>
            </a:xfrm>
            <a:custGeom>
              <a:avLst/>
              <a:gdLst>
                <a:gd name="T0" fmla="*/ 70 w 77"/>
                <a:gd name="T1" fmla="*/ 5 h 75"/>
                <a:gd name="T2" fmla="*/ 70 w 77"/>
                <a:gd name="T3" fmla="*/ 5 h 75"/>
                <a:gd name="T4" fmla="*/ 49 w 77"/>
                <a:gd name="T5" fmla="*/ 5 h 75"/>
                <a:gd name="T6" fmla="*/ 7 w 77"/>
                <a:gd name="T7" fmla="*/ 47 h 75"/>
                <a:gd name="T8" fmla="*/ 7 w 77"/>
                <a:gd name="T9" fmla="*/ 68 h 75"/>
                <a:gd name="T10" fmla="*/ 28 w 77"/>
                <a:gd name="T11" fmla="*/ 68 h 75"/>
                <a:gd name="T12" fmla="*/ 70 w 77"/>
                <a:gd name="T13" fmla="*/ 26 h 75"/>
                <a:gd name="T14" fmla="*/ 70 w 77"/>
                <a:gd name="T15" fmla="*/ 5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5"/>
                  </a:moveTo>
                  <a:lnTo>
                    <a:pt x="70" y="5"/>
                  </a:lnTo>
                  <a:cubicBezTo>
                    <a:pt x="64" y="0"/>
                    <a:pt x="55" y="0"/>
                    <a:pt x="49" y="5"/>
                  </a:cubicBezTo>
                  <a:cubicBezTo>
                    <a:pt x="7" y="47"/>
                    <a:pt x="7" y="47"/>
                    <a:pt x="7" y="47"/>
                  </a:cubicBezTo>
                  <a:cubicBezTo>
                    <a:pt x="0" y="53"/>
                    <a:pt x="0" y="63"/>
                    <a:pt x="7" y="68"/>
                  </a:cubicBezTo>
                  <a:cubicBezTo>
                    <a:pt x="13" y="74"/>
                    <a:pt x="21" y="74"/>
                    <a:pt x="28" y="68"/>
                  </a:cubicBezTo>
                  <a:cubicBezTo>
                    <a:pt x="70" y="26"/>
                    <a:pt x="70" y="26"/>
                    <a:pt x="70" y="26"/>
                  </a:cubicBezTo>
                  <a:cubicBezTo>
                    <a:pt x="76" y="21"/>
                    <a:pt x="76" y="11"/>
                    <a:pt x="70" y="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0" name="Freeform 444">
              <a:extLst>
                <a:ext uri="{FF2B5EF4-FFF2-40B4-BE49-F238E27FC236}">
                  <a16:creationId xmlns:a16="http://schemas.microsoft.com/office/drawing/2014/main" id="{712CF9B5-D7DE-6506-9DF4-3C007F57D63A}"/>
                </a:ext>
              </a:extLst>
            </p:cNvPr>
            <p:cNvSpPr>
              <a:spLocks noChangeArrowheads="1"/>
            </p:cNvSpPr>
            <p:nvPr/>
          </p:nvSpPr>
          <p:spPr bwMode="auto">
            <a:xfrm>
              <a:off x="6242050" y="4386263"/>
              <a:ext cx="160338" cy="160337"/>
            </a:xfrm>
            <a:custGeom>
              <a:avLst/>
              <a:gdLst>
                <a:gd name="T0" fmla="*/ 0 w 447"/>
                <a:gd name="T1" fmla="*/ 223 h 447"/>
                <a:gd name="T2" fmla="*/ 0 w 447"/>
                <a:gd name="T3" fmla="*/ 223 h 447"/>
                <a:gd name="T4" fmla="*/ 223 w 447"/>
                <a:gd name="T5" fmla="*/ 446 h 447"/>
                <a:gd name="T6" fmla="*/ 446 w 447"/>
                <a:gd name="T7" fmla="*/ 223 h 447"/>
                <a:gd name="T8" fmla="*/ 223 w 447"/>
                <a:gd name="T9" fmla="*/ 0 h 447"/>
                <a:gd name="T10" fmla="*/ 0 w 447"/>
                <a:gd name="T11" fmla="*/ 223 h 447"/>
                <a:gd name="T12" fmla="*/ 223 w 447"/>
                <a:gd name="T13" fmla="*/ 30 h 447"/>
                <a:gd name="T14" fmla="*/ 223 w 447"/>
                <a:gd name="T15" fmla="*/ 30 h 447"/>
                <a:gd name="T16" fmla="*/ 360 w 447"/>
                <a:gd name="T17" fmla="*/ 86 h 447"/>
                <a:gd name="T18" fmla="*/ 417 w 447"/>
                <a:gd name="T19" fmla="*/ 223 h 447"/>
                <a:gd name="T20" fmla="*/ 360 w 447"/>
                <a:gd name="T21" fmla="*/ 361 h 447"/>
                <a:gd name="T22" fmla="*/ 223 w 447"/>
                <a:gd name="T23" fmla="*/ 416 h 447"/>
                <a:gd name="T24" fmla="*/ 87 w 447"/>
                <a:gd name="T25" fmla="*/ 361 h 447"/>
                <a:gd name="T26" fmla="*/ 31 w 447"/>
                <a:gd name="T27" fmla="*/ 223 h 447"/>
                <a:gd name="T28" fmla="*/ 87 w 447"/>
                <a:gd name="T29" fmla="*/ 86 h 447"/>
                <a:gd name="T30" fmla="*/ 223 w 447"/>
                <a:gd name="T31" fmla="*/ 30 h 4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447" h="447">
                  <a:moveTo>
                    <a:pt x="0" y="223"/>
                  </a:moveTo>
                  <a:lnTo>
                    <a:pt x="0" y="223"/>
                  </a:lnTo>
                  <a:cubicBezTo>
                    <a:pt x="0" y="347"/>
                    <a:pt x="101" y="446"/>
                    <a:pt x="223" y="446"/>
                  </a:cubicBezTo>
                  <a:cubicBezTo>
                    <a:pt x="347" y="446"/>
                    <a:pt x="446" y="347"/>
                    <a:pt x="446" y="223"/>
                  </a:cubicBezTo>
                  <a:cubicBezTo>
                    <a:pt x="446" y="100"/>
                    <a:pt x="347" y="0"/>
                    <a:pt x="223" y="0"/>
                  </a:cubicBezTo>
                  <a:cubicBezTo>
                    <a:pt x="101" y="0"/>
                    <a:pt x="0" y="100"/>
                    <a:pt x="0" y="223"/>
                  </a:cubicBezTo>
                  <a:close/>
                  <a:moveTo>
                    <a:pt x="223" y="30"/>
                  </a:moveTo>
                  <a:lnTo>
                    <a:pt x="223" y="30"/>
                  </a:lnTo>
                  <a:cubicBezTo>
                    <a:pt x="278" y="30"/>
                    <a:pt x="325" y="51"/>
                    <a:pt x="360" y="86"/>
                  </a:cubicBezTo>
                  <a:cubicBezTo>
                    <a:pt x="395" y="122"/>
                    <a:pt x="417" y="170"/>
                    <a:pt x="417" y="223"/>
                  </a:cubicBezTo>
                  <a:cubicBezTo>
                    <a:pt x="417" y="277"/>
                    <a:pt x="395" y="324"/>
                    <a:pt x="360" y="361"/>
                  </a:cubicBezTo>
                  <a:cubicBezTo>
                    <a:pt x="325" y="396"/>
                    <a:pt x="278" y="416"/>
                    <a:pt x="223" y="416"/>
                  </a:cubicBezTo>
                  <a:cubicBezTo>
                    <a:pt x="170" y="416"/>
                    <a:pt x="121" y="396"/>
                    <a:pt x="87" y="361"/>
                  </a:cubicBezTo>
                  <a:cubicBezTo>
                    <a:pt x="52" y="324"/>
                    <a:pt x="31" y="277"/>
                    <a:pt x="31" y="223"/>
                  </a:cubicBezTo>
                  <a:cubicBezTo>
                    <a:pt x="31" y="170"/>
                    <a:pt x="52" y="122"/>
                    <a:pt x="87" y="86"/>
                  </a:cubicBezTo>
                  <a:cubicBezTo>
                    <a:pt x="121" y="51"/>
                    <a:pt x="170" y="30"/>
                    <a:pt x="223"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41" name="Group 544">
            <a:extLst>
              <a:ext uri="{FF2B5EF4-FFF2-40B4-BE49-F238E27FC236}">
                <a16:creationId xmlns:a16="http://schemas.microsoft.com/office/drawing/2014/main" id="{27E8FD55-EE3F-E3BF-5E93-716A9434DEFA}"/>
              </a:ext>
            </a:extLst>
          </p:cNvPr>
          <p:cNvGrpSpPr/>
          <p:nvPr/>
        </p:nvGrpSpPr>
        <p:grpSpPr>
          <a:xfrm>
            <a:off x="6188744" y="3957562"/>
            <a:ext cx="257175" cy="234950"/>
            <a:chOff x="5160963" y="4343400"/>
            <a:chExt cx="257175" cy="234950"/>
          </a:xfrm>
          <a:solidFill>
            <a:schemeClr val="accent4"/>
          </a:solidFill>
        </p:grpSpPr>
        <p:sp>
          <p:nvSpPr>
            <p:cNvPr id="542" name="Freeform 445">
              <a:extLst>
                <a:ext uri="{FF2B5EF4-FFF2-40B4-BE49-F238E27FC236}">
                  <a16:creationId xmlns:a16="http://schemas.microsoft.com/office/drawing/2014/main" id="{EF47C702-1002-D333-E314-6C4C6D560F9F}"/>
                </a:ext>
              </a:extLst>
            </p:cNvPr>
            <p:cNvSpPr>
              <a:spLocks noChangeArrowheads="1"/>
            </p:cNvSpPr>
            <p:nvPr/>
          </p:nvSpPr>
          <p:spPr bwMode="auto">
            <a:xfrm>
              <a:off x="5246688" y="4462463"/>
              <a:ext cx="171450" cy="115887"/>
            </a:xfrm>
            <a:custGeom>
              <a:avLst/>
              <a:gdLst>
                <a:gd name="T0" fmla="*/ 379 w 476"/>
                <a:gd name="T1" fmla="*/ 81 h 322"/>
                <a:gd name="T2" fmla="*/ 379 w 476"/>
                <a:gd name="T3" fmla="*/ 81 h 322"/>
                <a:gd name="T4" fmla="*/ 246 w 476"/>
                <a:gd name="T5" fmla="*/ 0 h 322"/>
                <a:gd name="T6" fmla="*/ 106 w 476"/>
                <a:gd name="T7" fmla="*/ 98 h 322"/>
                <a:gd name="T8" fmla="*/ 114 w 476"/>
                <a:gd name="T9" fmla="*/ 117 h 322"/>
                <a:gd name="T10" fmla="*/ 115 w 476"/>
                <a:gd name="T11" fmla="*/ 117 h 322"/>
                <a:gd name="T12" fmla="*/ 111 w 476"/>
                <a:gd name="T13" fmla="*/ 117 h 322"/>
                <a:gd name="T14" fmla="*/ 32 w 476"/>
                <a:gd name="T15" fmla="*/ 147 h 322"/>
                <a:gd name="T16" fmla="*/ 0 w 476"/>
                <a:gd name="T17" fmla="*/ 219 h 322"/>
                <a:gd name="T18" fmla="*/ 32 w 476"/>
                <a:gd name="T19" fmla="*/ 292 h 322"/>
                <a:gd name="T20" fmla="*/ 111 w 476"/>
                <a:gd name="T21" fmla="*/ 321 h 322"/>
                <a:gd name="T22" fmla="*/ 350 w 476"/>
                <a:gd name="T23" fmla="*/ 321 h 322"/>
                <a:gd name="T24" fmla="*/ 426 w 476"/>
                <a:gd name="T25" fmla="*/ 295 h 322"/>
                <a:gd name="T26" fmla="*/ 472 w 476"/>
                <a:gd name="T27" fmla="*/ 229 h 322"/>
                <a:gd name="T28" fmla="*/ 475 w 476"/>
                <a:gd name="T29" fmla="*/ 200 h 322"/>
                <a:gd name="T30" fmla="*/ 379 w 476"/>
                <a:gd name="T31" fmla="*/ 81 h 322"/>
                <a:gd name="T32" fmla="*/ 443 w 476"/>
                <a:gd name="T33" fmla="*/ 222 h 322"/>
                <a:gd name="T34" fmla="*/ 443 w 476"/>
                <a:gd name="T35" fmla="*/ 222 h 322"/>
                <a:gd name="T36" fmla="*/ 408 w 476"/>
                <a:gd name="T37" fmla="*/ 271 h 322"/>
                <a:gd name="T38" fmla="*/ 350 w 476"/>
                <a:gd name="T39" fmla="*/ 292 h 322"/>
                <a:gd name="T40" fmla="*/ 111 w 476"/>
                <a:gd name="T41" fmla="*/ 292 h 322"/>
                <a:gd name="T42" fmla="*/ 53 w 476"/>
                <a:gd name="T43" fmla="*/ 271 h 322"/>
                <a:gd name="T44" fmla="*/ 29 w 476"/>
                <a:gd name="T45" fmla="*/ 219 h 322"/>
                <a:gd name="T46" fmla="*/ 53 w 476"/>
                <a:gd name="T47" fmla="*/ 169 h 322"/>
                <a:gd name="T48" fmla="*/ 111 w 476"/>
                <a:gd name="T49" fmla="*/ 147 h 322"/>
                <a:gd name="T50" fmla="*/ 136 w 476"/>
                <a:gd name="T51" fmla="*/ 154 h 322"/>
                <a:gd name="T52" fmla="*/ 159 w 476"/>
                <a:gd name="T53" fmla="*/ 173 h 322"/>
                <a:gd name="T54" fmla="*/ 179 w 476"/>
                <a:gd name="T55" fmla="*/ 176 h 322"/>
                <a:gd name="T56" fmla="*/ 182 w 476"/>
                <a:gd name="T57" fmla="*/ 154 h 322"/>
                <a:gd name="T58" fmla="*/ 150 w 476"/>
                <a:gd name="T59" fmla="*/ 129 h 322"/>
                <a:gd name="T60" fmla="*/ 121 w 476"/>
                <a:gd name="T61" fmla="*/ 117 h 322"/>
                <a:gd name="T62" fmla="*/ 133 w 476"/>
                <a:gd name="T63" fmla="*/ 109 h 322"/>
                <a:gd name="T64" fmla="*/ 133 w 476"/>
                <a:gd name="T65" fmla="*/ 109 h 322"/>
                <a:gd name="T66" fmla="*/ 246 w 476"/>
                <a:gd name="T67" fmla="*/ 31 h 322"/>
                <a:gd name="T68" fmla="*/ 357 w 476"/>
                <a:gd name="T69" fmla="*/ 101 h 322"/>
                <a:gd name="T70" fmla="*/ 368 w 476"/>
                <a:gd name="T71" fmla="*/ 109 h 322"/>
                <a:gd name="T72" fmla="*/ 446 w 476"/>
                <a:gd name="T73" fmla="*/ 200 h 322"/>
                <a:gd name="T74" fmla="*/ 443 w 476"/>
                <a:gd name="T75" fmla="*/ 222 h 3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476" h="322">
                  <a:moveTo>
                    <a:pt x="379" y="81"/>
                  </a:moveTo>
                  <a:lnTo>
                    <a:pt x="379" y="81"/>
                  </a:lnTo>
                  <a:cubicBezTo>
                    <a:pt x="354" y="34"/>
                    <a:pt x="305" y="0"/>
                    <a:pt x="246" y="0"/>
                  </a:cubicBezTo>
                  <a:cubicBezTo>
                    <a:pt x="182" y="0"/>
                    <a:pt x="128" y="41"/>
                    <a:pt x="106" y="98"/>
                  </a:cubicBezTo>
                  <a:cubicBezTo>
                    <a:pt x="103" y="106"/>
                    <a:pt x="107" y="115"/>
                    <a:pt x="114" y="117"/>
                  </a:cubicBezTo>
                  <a:cubicBezTo>
                    <a:pt x="115" y="117"/>
                    <a:pt x="115" y="117"/>
                    <a:pt x="115" y="117"/>
                  </a:cubicBezTo>
                  <a:cubicBezTo>
                    <a:pt x="114" y="117"/>
                    <a:pt x="113" y="117"/>
                    <a:pt x="111" y="117"/>
                  </a:cubicBezTo>
                  <a:cubicBezTo>
                    <a:pt x="80" y="117"/>
                    <a:pt x="53" y="129"/>
                    <a:pt x="32" y="147"/>
                  </a:cubicBezTo>
                  <a:cubicBezTo>
                    <a:pt x="12" y="165"/>
                    <a:pt x="0" y="191"/>
                    <a:pt x="0" y="219"/>
                  </a:cubicBezTo>
                  <a:cubicBezTo>
                    <a:pt x="0" y="249"/>
                    <a:pt x="12" y="274"/>
                    <a:pt x="32" y="292"/>
                  </a:cubicBezTo>
                  <a:cubicBezTo>
                    <a:pt x="53" y="310"/>
                    <a:pt x="80" y="321"/>
                    <a:pt x="111" y="321"/>
                  </a:cubicBezTo>
                  <a:cubicBezTo>
                    <a:pt x="350" y="321"/>
                    <a:pt x="350" y="321"/>
                    <a:pt x="350" y="321"/>
                  </a:cubicBezTo>
                  <a:cubicBezTo>
                    <a:pt x="376" y="321"/>
                    <a:pt x="404" y="311"/>
                    <a:pt x="426" y="295"/>
                  </a:cubicBezTo>
                  <a:cubicBezTo>
                    <a:pt x="447" y="279"/>
                    <a:pt x="465" y="256"/>
                    <a:pt x="472" y="229"/>
                  </a:cubicBezTo>
                  <a:cubicBezTo>
                    <a:pt x="474" y="219"/>
                    <a:pt x="475" y="210"/>
                    <a:pt x="475" y="200"/>
                  </a:cubicBezTo>
                  <a:cubicBezTo>
                    <a:pt x="475" y="143"/>
                    <a:pt x="435" y="94"/>
                    <a:pt x="379" y="81"/>
                  </a:cubicBezTo>
                  <a:close/>
                  <a:moveTo>
                    <a:pt x="443" y="222"/>
                  </a:moveTo>
                  <a:lnTo>
                    <a:pt x="443" y="222"/>
                  </a:lnTo>
                  <a:cubicBezTo>
                    <a:pt x="439" y="240"/>
                    <a:pt x="425" y="258"/>
                    <a:pt x="408" y="271"/>
                  </a:cubicBezTo>
                  <a:cubicBezTo>
                    <a:pt x="390" y="285"/>
                    <a:pt x="369" y="292"/>
                    <a:pt x="350" y="292"/>
                  </a:cubicBezTo>
                  <a:cubicBezTo>
                    <a:pt x="111" y="292"/>
                    <a:pt x="111" y="292"/>
                    <a:pt x="111" y="292"/>
                  </a:cubicBezTo>
                  <a:cubicBezTo>
                    <a:pt x="87" y="292"/>
                    <a:pt x="66" y="283"/>
                    <a:pt x="53" y="271"/>
                  </a:cubicBezTo>
                  <a:cubicBezTo>
                    <a:pt x="37" y="257"/>
                    <a:pt x="29" y="239"/>
                    <a:pt x="29" y="219"/>
                  </a:cubicBezTo>
                  <a:cubicBezTo>
                    <a:pt x="29" y="200"/>
                    <a:pt x="37" y="182"/>
                    <a:pt x="53" y="169"/>
                  </a:cubicBezTo>
                  <a:cubicBezTo>
                    <a:pt x="66" y="155"/>
                    <a:pt x="87" y="147"/>
                    <a:pt x="111" y="147"/>
                  </a:cubicBezTo>
                  <a:cubicBezTo>
                    <a:pt x="120" y="147"/>
                    <a:pt x="128" y="150"/>
                    <a:pt x="136" y="154"/>
                  </a:cubicBezTo>
                  <a:cubicBezTo>
                    <a:pt x="145" y="159"/>
                    <a:pt x="153" y="165"/>
                    <a:pt x="159" y="173"/>
                  </a:cubicBezTo>
                  <a:cubicBezTo>
                    <a:pt x="164" y="180"/>
                    <a:pt x="172" y="180"/>
                    <a:pt x="179" y="176"/>
                  </a:cubicBezTo>
                  <a:cubicBezTo>
                    <a:pt x="186" y="170"/>
                    <a:pt x="186" y="161"/>
                    <a:pt x="182" y="154"/>
                  </a:cubicBezTo>
                  <a:cubicBezTo>
                    <a:pt x="172" y="144"/>
                    <a:pt x="163" y="134"/>
                    <a:pt x="150" y="129"/>
                  </a:cubicBezTo>
                  <a:cubicBezTo>
                    <a:pt x="142" y="123"/>
                    <a:pt x="132" y="120"/>
                    <a:pt x="121" y="117"/>
                  </a:cubicBezTo>
                  <a:cubicBezTo>
                    <a:pt x="126" y="117"/>
                    <a:pt x="132" y="115"/>
                    <a:pt x="133" y="109"/>
                  </a:cubicBezTo>
                  <a:lnTo>
                    <a:pt x="133" y="109"/>
                  </a:lnTo>
                  <a:cubicBezTo>
                    <a:pt x="150" y="63"/>
                    <a:pt x="195" y="31"/>
                    <a:pt x="246" y="31"/>
                  </a:cubicBezTo>
                  <a:cubicBezTo>
                    <a:pt x="295" y="31"/>
                    <a:pt x="337" y="59"/>
                    <a:pt x="357" y="101"/>
                  </a:cubicBezTo>
                  <a:cubicBezTo>
                    <a:pt x="358" y="105"/>
                    <a:pt x="362" y="109"/>
                    <a:pt x="368" y="109"/>
                  </a:cubicBezTo>
                  <a:cubicBezTo>
                    <a:pt x="411" y="116"/>
                    <a:pt x="446" y="154"/>
                    <a:pt x="446" y="200"/>
                  </a:cubicBezTo>
                  <a:cubicBezTo>
                    <a:pt x="446" y="207"/>
                    <a:pt x="444" y="215"/>
                    <a:pt x="443" y="2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3" name="Freeform 446">
              <a:extLst>
                <a:ext uri="{FF2B5EF4-FFF2-40B4-BE49-F238E27FC236}">
                  <a16:creationId xmlns:a16="http://schemas.microsoft.com/office/drawing/2014/main" id="{5D54459C-D342-4145-20F7-E62BFA7AE04B}"/>
                </a:ext>
              </a:extLst>
            </p:cNvPr>
            <p:cNvSpPr>
              <a:spLocks noChangeArrowheads="1"/>
            </p:cNvSpPr>
            <p:nvPr/>
          </p:nvSpPr>
          <p:spPr bwMode="auto">
            <a:xfrm>
              <a:off x="5278438" y="4343400"/>
              <a:ext cx="11112" cy="31750"/>
            </a:xfrm>
            <a:custGeom>
              <a:avLst/>
              <a:gdLst>
                <a:gd name="T0" fmla="*/ 0 w 32"/>
                <a:gd name="T1" fmla="*/ 74 h 90"/>
                <a:gd name="T2" fmla="*/ 0 w 32"/>
                <a:gd name="T3" fmla="*/ 74 h 90"/>
                <a:gd name="T4" fmla="*/ 16 w 32"/>
                <a:gd name="T5" fmla="*/ 89 h 90"/>
                <a:gd name="T6" fmla="*/ 31 w 32"/>
                <a:gd name="T7" fmla="*/ 74 h 90"/>
                <a:gd name="T8" fmla="*/ 31 w 32"/>
                <a:gd name="T9" fmla="*/ 15 h 90"/>
                <a:gd name="T10" fmla="*/ 16 w 32"/>
                <a:gd name="T11" fmla="*/ 0 h 90"/>
                <a:gd name="T12" fmla="*/ 0 w 32"/>
                <a:gd name="T13" fmla="*/ 15 h 90"/>
                <a:gd name="T14" fmla="*/ 0 w 32"/>
                <a:gd name="T15" fmla="*/ 74 h 9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0">
                  <a:moveTo>
                    <a:pt x="0" y="74"/>
                  </a:moveTo>
                  <a:lnTo>
                    <a:pt x="0" y="74"/>
                  </a:lnTo>
                  <a:cubicBezTo>
                    <a:pt x="0" y="82"/>
                    <a:pt x="7" y="89"/>
                    <a:pt x="16" y="89"/>
                  </a:cubicBezTo>
                  <a:cubicBezTo>
                    <a:pt x="24" y="89"/>
                    <a:pt x="31" y="82"/>
                    <a:pt x="31" y="74"/>
                  </a:cubicBezTo>
                  <a:cubicBezTo>
                    <a:pt x="31" y="15"/>
                    <a:pt x="31" y="15"/>
                    <a:pt x="31" y="15"/>
                  </a:cubicBezTo>
                  <a:cubicBezTo>
                    <a:pt x="31" y="7"/>
                    <a:pt x="24" y="0"/>
                    <a:pt x="16" y="0"/>
                  </a:cubicBezTo>
                  <a:cubicBezTo>
                    <a:pt x="7" y="0"/>
                    <a:pt x="0" y="7"/>
                    <a:pt x="0" y="15"/>
                  </a:cubicBezTo>
                  <a:lnTo>
                    <a:pt x="0" y="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4" name="Freeform 447">
              <a:extLst>
                <a:ext uri="{FF2B5EF4-FFF2-40B4-BE49-F238E27FC236}">
                  <a16:creationId xmlns:a16="http://schemas.microsoft.com/office/drawing/2014/main" id="{7985376B-0081-C83D-386F-26C50E1B3AA6}"/>
                </a:ext>
              </a:extLst>
            </p:cNvPr>
            <p:cNvSpPr>
              <a:spLocks noChangeArrowheads="1"/>
            </p:cNvSpPr>
            <p:nvPr/>
          </p:nvSpPr>
          <p:spPr bwMode="auto">
            <a:xfrm>
              <a:off x="5194300" y="4376738"/>
              <a:ext cx="26988" cy="26987"/>
            </a:xfrm>
            <a:custGeom>
              <a:avLst/>
              <a:gdLst>
                <a:gd name="T0" fmla="*/ 70 w 77"/>
                <a:gd name="T1" fmla="*/ 68 h 75"/>
                <a:gd name="T2" fmla="*/ 70 w 77"/>
                <a:gd name="T3" fmla="*/ 68 h 75"/>
                <a:gd name="T4" fmla="*/ 70 w 77"/>
                <a:gd name="T5" fmla="*/ 47 h 75"/>
                <a:gd name="T6" fmla="*/ 28 w 77"/>
                <a:gd name="T7" fmla="*/ 5 h 75"/>
                <a:gd name="T8" fmla="*/ 6 w 77"/>
                <a:gd name="T9" fmla="*/ 5 h 75"/>
                <a:gd name="T10" fmla="*/ 6 w 77"/>
                <a:gd name="T11" fmla="*/ 26 h 75"/>
                <a:gd name="T12" fmla="*/ 49 w 77"/>
                <a:gd name="T13" fmla="*/ 68 h 75"/>
                <a:gd name="T14" fmla="*/ 70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70" y="68"/>
                  </a:moveTo>
                  <a:lnTo>
                    <a:pt x="70" y="68"/>
                  </a:lnTo>
                  <a:cubicBezTo>
                    <a:pt x="76" y="63"/>
                    <a:pt x="76" y="53"/>
                    <a:pt x="70" y="47"/>
                  </a:cubicBezTo>
                  <a:cubicBezTo>
                    <a:pt x="28" y="5"/>
                    <a:pt x="28" y="5"/>
                    <a:pt x="28" y="5"/>
                  </a:cubicBezTo>
                  <a:cubicBezTo>
                    <a:pt x="21" y="0"/>
                    <a:pt x="13" y="0"/>
                    <a:pt x="6" y="5"/>
                  </a:cubicBezTo>
                  <a:cubicBezTo>
                    <a:pt x="0" y="11"/>
                    <a:pt x="0" y="21"/>
                    <a:pt x="6" y="26"/>
                  </a:cubicBezTo>
                  <a:cubicBezTo>
                    <a:pt x="49" y="68"/>
                    <a:pt x="49" y="68"/>
                    <a:pt x="49" y="68"/>
                  </a:cubicBezTo>
                  <a:cubicBezTo>
                    <a:pt x="55" y="74"/>
                    <a:pt x="65" y="74"/>
                    <a:pt x="70"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5" name="Freeform 448">
              <a:extLst>
                <a:ext uri="{FF2B5EF4-FFF2-40B4-BE49-F238E27FC236}">
                  <a16:creationId xmlns:a16="http://schemas.microsoft.com/office/drawing/2014/main" id="{6CA59A91-A437-1157-B1BF-7A01717D0655}"/>
                </a:ext>
              </a:extLst>
            </p:cNvPr>
            <p:cNvSpPr>
              <a:spLocks noChangeArrowheads="1"/>
            </p:cNvSpPr>
            <p:nvPr/>
          </p:nvSpPr>
          <p:spPr bwMode="auto">
            <a:xfrm>
              <a:off x="5160963" y="4460875"/>
              <a:ext cx="31750" cy="11113"/>
            </a:xfrm>
            <a:custGeom>
              <a:avLst/>
              <a:gdLst>
                <a:gd name="T0" fmla="*/ 74 w 90"/>
                <a:gd name="T1" fmla="*/ 29 h 30"/>
                <a:gd name="T2" fmla="*/ 74 w 90"/>
                <a:gd name="T3" fmla="*/ 29 h 30"/>
                <a:gd name="T4" fmla="*/ 89 w 90"/>
                <a:gd name="T5" fmla="*/ 14 h 30"/>
                <a:gd name="T6" fmla="*/ 74 w 90"/>
                <a:gd name="T7" fmla="*/ 0 h 30"/>
                <a:gd name="T8" fmla="*/ 14 w 90"/>
                <a:gd name="T9" fmla="*/ 0 h 30"/>
                <a:gd name="T10" fmla="*/ 0 w 90"/>
                <a:gd name="T11" fmla="*/ 14 h 30"/>
                <a:gd name="T12" fmla="*/ 14 w 90"/>
                <a:gd name="T13" fmla="*/ 29 h 30"/>
                <a:gd name="T14" fmla="*/ 74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4" y="29"/>
                  </a:moveTo>
                  <a:lnTo>
                    <a:pt x="74" y="29"/>
                  </a:lnTo>
                  <a:cubicBezTo>
                    <a:pt x="82" y="29"/>
                    <a:pt x="89" y="22"/>
                    <a:pt x="89" y="14"/>
                  </a:cubicBezTo>
                  <a:cubicBezTo>
                    <a:pt x="89" y="7"/>
                    <a:pt x="82" y="0"/>
                    <a:pt x="74" y="0"/>
                  </a:cubicBezTo>
                  <a:cubicBezTo>
                    <a:pt x="14" y="0"/>
                    <a:pt x="14" y="0"/>
                    <a:pt x="14" y="0"/>
                  </a:cubicBezTo>
                  <a:cubicBezTo>
                    <a:pt x="6" y="0"/>
                    <a:pt x="0" y="7"/>
                    <a:pt x="0" y="14"/>
                  </a:cubicBezTo>
                  <a:cubicBezTo>
                    <a:pt x="0" y="22"/>
                    <a:pt x="6" y="29"/>
                    <a:pt x="14" y="29"/>
                  </a:cubicBezTo>
                  <a:lnTo>
                    <a:pt x="74"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6" name="Freeform 449">
              <a:extLst>
                <a:ext uri="{FF2B5EF4-FFF2-40B4-BE49-F238E27FC236}">
                  <a16:creationId xmlns:a16="http://schemas.microsoft.com/office/drawing/2014/main" id="{78F4448C-9E8E-9B74-9B39-21FE664D0C07}"/>
                </a:ext>
              </a:extLst>
            </p:cNvPr>
            <p:cNvSpPr>
              <a:spLocks noChangeArrowheads="1"/>
            </p:cNvSpPr>
            <p:nvPr/>
          </p:nvSpPr>
          <p:spPr bwMode="auto">
            <a:xfrm>
              <a:off x="5194300" y="4529138"/>
              <a:ext cx="26988" cy="26987"/>
            </a:xfrm>
            <a:custGeom>
              <a:avLst/>
              <a:gdLst>
                <a:gd name="T0" fmla="*/ 6 w 77"/>
                <a:gd name="T1" fmla="*/ 68 h 75"/>
                <a:gd name="T2" fmla="*/ 6 w 77"/>
                <a:gd name="T3" fmla="*/ 68 h 75"/>
                <a:gd name="T4" fmla="*/ 28 w 77"/>
                <a:gd name="T5" fmla="*/ 68 h 75"/>
                <a:gd name="T6" fmla="*/ 70 w 77"/>
                <a:gd name="T7" fmla="*/ 27 h 75"/>
                <a:gd name="T8" fmla="*/ 70 w 77"/>
                <a:gd name="T9" fmla="*/ 6 h 75"/>
                <a:gd name="T10" fmla="*/ 49 w 77"/>
                <a:gd name="T11" fmla="*/ 6 h 75"/>
                <a:gd name="T12" fmla="*/ 6 w 77"/>
                <a:gd name="T13" fmla="*/ 47 h 75"/>
                <a:gd name="T14" fmla="*/ 6 w 77"/>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7" h="75">
                  <a:moveTo>
                    <a:pt x="6" y="68"/>
                  </a:moveTo>
                  <a:lnTo>
                    <a:pt x="6" y="68"/>
                  </a:lnTo>
                  <a:cubicBezTo>
                    <a:pt x="13" y="74"/>
                    <a:pt x="21" y="74"/>
                    <a:pt x="28" y="68"/>
                  </a:cubicBezTo>
                  <a:cubicBezTo>
                    <a:pt x="70" y="27"/>
                    <a:pt x="70" y="27"/>
                    <a:pt x="70" y="27"/>
                  </a:cubicBezTo>
                  <a:cubicBezTo>
                    <a:pt x="76" y="21"/>
                    <a:pt x="76" y="11"/>
                    <a:pt x="70" y="6"/>
                  </a:cubicBezTo>
                  <a:cubicBezTo>
                    <a:pt x="65" y="0"/>
                    <a:pt x="55" y="0"/>
                    <a:pt x="49" y="6"/>
                  </a:cubicBezTo>
                  <a:cubicBezTo>
                    <a:pt x="6" y="47"/>
                    <a:pt x="6" y="47"/>
                    <a:pt x="6" y="47"/>
                  </a:cubicBezTo>
                  <a:cubicBezTo>
                    <a:pt x="0" y="53"/>
                    <a:pt x="0" y="63"/>
                    <a:pt x="6"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7" name="Freeform 450">
              <a:extLst>
                <a:ext uri="{FF2B5EF4-FFF2-40B4-BE49-F238E27FC236}">
                  <a16:creationId xmlns:a16="http://schemas.microsoft.com/office/drawing/2014/main" id="{BD2B6A47-E2D1-6E83-5D82-AB998BDE67CD}"/>
                </a:ext>
              </a:extLst>
            </p:cNvPr>
            <p:cNvSpPr>
              <a:spLocks noChangeArrowheads="1"/>
            </p:cNvSpPr>
            <p:nvPr/>
          </p:nvSpPr>
          <p:spPr bwMode="auto">
            <a:xfrm>
              <a:off x="5375275" y="4460875"/>
              <a:ext cx="31750" cy="11113"/>
            </a:xfrm>
            <a:custGeom>
              <a:avLst/>
              <a:gdLst>
                <a:gd name="T0" fmla="*/ 76 w 90"/>
                <a:gd name="T1" fmla="*/ 29 h 30"/>
                <a:gd name="T2" fmla="*/ 76 w 90"/>
                <a:gd name="T3" fmla="*/ 29 h 30"/>
                <a:gd name="T4" fmla="*/ 89 w 90"/>
                <a:gd name="T5" fmla="*/ 14 h 30"/>
                <a:gd name="T6" fmla="*/ 76 w 90"/>
                <a:gd name="T7" fmla="*/ 0 h 30"/>
                <a:gd name="T8" fmla="*/ 16 w 90"/>
                <a:gd name="T9" fmla="*/ 0 h 30"/>
                <a:gd name="T10" fmla="*/ 0 w 90"/>
                <a:gd name="T11" fmla="*/ 14 h 30"/>
                <a:gd name="T12" fmla="*/ 16 w 90"/>
                <a:gd name="T13" fmla="*/ 29 h 30"/>
                <a:gd name="T14" fmla="*/ 76 w 9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0" h="30">
                  <a:moveTo>
                    <a:pt x="76" y="29"/>
                  </a:moveTo>
                  <a:lnTo>
                    <a:pt x="76" y="29"/>
                  </a:lnTo>
                  <a:cubicBezTo>
                    <a:pt x="84" y="29"/>
                    <a:pt x="89" y="22"/>
                    <a:pt x="89" y="14"/>
                  </a:cubicBezTo>
                  <a:cubicBezTo>
                    <a:pt x="89" y="7"/>
                    <a:pt x="84" y="0"/>
                    <a:pt x="76" y="0"/>
                  </a:cubicBezTo>
                  <a:cubicBezTo>
                    <a:pt x="16" y="0"/>
                    <a:pt x="16" y="0"/>
                    <a:pt x="16" y="0"/>
                  </a:cubicBezTo>
                  <a:cubicBezTo>
                    <a:pt x="7" y="0"/>
                    <a:pt x="0" y="7"/>
                    <a:pt x="0" y="14"/>
                  </a:cubicBezTo>
                  <a:cubicBezTo>
                    <a:pt x="0" y="22"/>
                    <a:pt x="7" y="29"/>
                    <a:pt x="16" y="29"/>
                  </a:cubicBezTo>
                  <a:lnTo>
                    <a:pt x="76" y="2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8" name="Freeform 451">
              <a:extLst>
                <a:ext uri="{FF2B5EF4-FFF2-40B4-BE49-F238E27FC236}">
                  <a16:creationId xmlns:a16="http://schemas.microsoft.com/office/drawing/2014/main" id="{23A80597-4EE0-3A82-5894-388A4E6259B3}"/>
                </a:ext>
              </a:extLst>
            </p:cNvPr>
            <p:cNvSpPr>
              <a:spLocks noChangeArrowheads="1"/>
            </p:cNvSpPr>
            <p:nvPr/>
          </p:nvSpPr>
          <p:spPr bwMode="auto">
            <a:xfrm>
              <a:off x="5346700" y="4376738"/>
              <a:ext cx="26988" cy="26987"/>
            </a:xfrm>
            <a:custGeom>
              <a:avLst/>
              <a:gdLst>
                <a:gd name="T0" fmla="*/ 5 w 76"/>
                <a:gd name="T1" fmla="*/ 68 h 75"/>
                <a:gd name="T2" fmla="*/ 5 w 76"/>
                <a:gd name="T3" fmla="*/ 68 h 75"/>
                <a:gd name="T4" fmla="*/ 26 w 76"/>
                <a:gd name="T5" fmla="*/ 68 h 75"/>
                <a:gd name="T6" fmla="*/ 68 w 76"/>
                <a:gd name="T7" fmla="*/ 26 h 75"/>
                <a:gd name="T8" fmla="*/ 68 w 76"/>
                <a:gd name="T9" fmla="*/ 5 h 75"/>
                <a:gd name="T10" fmla="*/ 47 w 76"/>
                <a:gd name="T11" fmla="*/ 5 h 75"/>
                <a:gd name="T12" fmla="*/ 5 w 76"/>
                <a:gd name="T13" fmla="*/ 47 h 75"/>
                <a:gd name="T14" fmla="*/ 5 w 76"/>
                <a:gd name="T15" fmla="*/ 68 h 7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6" h="75">
                  <a:moveTo>
                    <a:pt x="5" y="68"/>
                  </a:moveTo>
                  <a:lnTo>
                    <a:pt x="5" y="68"/>
                  </a:lnTo>
                  <a:cubicBezTo>
                    <a:pt x="11" y="74"/>
                    <a:pt x="21" y="74"/>
                    <a:pt x="26" y="68"/>
                  </a:cubicBezTo>
                  <a:cubicBezTo>
                    <a:pt x="68" y="26"/>
                    <a:pt x="68" y="26"/>
                    <a:pt x="68" y="26"/>
                  </a:cubicBezTo>
                  <a:cubicBezTo>
                    <a:pt x="75" y="21"/>
                    <a:pt x="75" y="11"/>
                    <a:pt x="68" y="5"/>
                  </a:cubicBezTo>
                  <a:cubicBezTo>
                    <a:pt x="62" y="0"/>
                    <a:pt x="54" y="0"/>
                    <a:pt x="47" y="5"/>
                  </a:cubicBezTo>
                  <a:cubicBezTo>
                    <a:pt x="5" y="47"/>
                    <a:pt x="5" y="47"/>
                    <a:pt x="5" y="47"/>
                  </a:cubicBezTo>
                  <a:cubicBezTo>
                    <a:pt x="0" y="53"/>
                    <a:pt x="0" y="63"/>
                    <a:pt x="5" y="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9" name="Freeform 452">
              <a:extLst>
                <a:ext uri="{FF2B5EF4-FFF2-40B4-BE49-F238E27FC236}">
                  <a16:creationId xmlns:a16="http://schemas.microsoft.com/office/drawing/2014/main" id="{FC6C5D41-E7C9-20D3-9401-2035D6284A2C}"/>
                </a:ext>
              </a:extLst>
            </p:cNvPr>
            <p:cNvSpPr>
              <a:spLocks noChangeArrowheads="1"/>
            </p:cNvSpPr>
            <p:nvPr/>
          </p:nvSpPr>
          <p:spPr bwMode="auto">
            <a:xfrm>
              <a:off x="5203825" y="4386263"/>
              <a:ext cx="160338" cy="147637"/>
            </a:xfrm>
            <a:custGeom>
              <a:avLst/>
              <a:gdLst>
                <a:gd name="T0" fmla="*/ 0 w 447"/>
                <a:gd name="T1" fmla="*/ 223 h 408"/>
                <a:gd name="T2" fmla="*/ 0 w 447"/>
                <a:gd name="T3" fmla="*/ 223 h 408"/>
                <a:gd name="T4" fmla="*/ 89 w 447"/>
                <a:gd name="T5" fmla="*/ 401 h 408"/>
                <a:gd name="T6" fmla="*/ 110 w 447"/>
                <a:gd name="T7" fmla="*/ 398 h 408"/>
                <a:gd name="T8" fmla="*/ 107 w 447"/>
                <a:gd name="T9" fmla="*/ 377 h 408"/>
                <a:gd name="T10" fmla="*/ 29 w 447"/>
                <a:gd name="T11" fmla="*/ 223 h 408"/>
                <a:gd name="T12" fmla="*/ 223 w 447"/>
                <a:gd name="T13" fmla="*/ 30 h 408"/>
                <a:gd name="T14" fmla="*/ 415 w 447"/>
                <a:gd name="T15" fmla="*/ 202 h 408"/>
                <a:gd name="T16" fmla="*/ 432 w 447"/>
                <a:gd name="T17" fmla="*/ 214 h 408"/>
                <a:gd name="T18" fmla="*/ 445 w 447"/>
                <a:gd name="T19" fmla="*/ 199 h 408"/>
                <a:gd name="T20" fmla="*/ 445 w 447"/>
                <a:gd name="T21" fmla="*/ 199 h 408"/>
                <a:gd name="T22" fmla="*/ 223 w 447"/>
                <a:gd name="T23" fmla="*/ 0 h 408"/>
                <a:gd name="T24" fmla="*/ 65 w 447"/>
                <a:gd name="T25" fmla="*/ 65 h 408"/>
                <a:gd name="T26" fmla="*/ 0 w 447"/>
                <a:gd name="T27" fmla="*/ 223 h 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447" h="408">
                  <a:moveTo>
                    <a:pt x="0" y="223"/>
                  </a:moveTo>
                  <a:lnTo>
                    <a:pt x="0" y="223"/>
                  </a:lnTo>
                  <a:cubicBezTo>
                    <a:pt x="0" y="297"/>
                    <a:pt x="34" y="361"/>
                    <a:pt x="89" y="401"/>
                  </a:cubicBezTo>
                  <a:cubicBezTo>
                    <a:pt x="96" y="407"/>
                    <a:pt x="104" y="405"/>
                    <a:pt x="110" y="398"/>
                  </a:cubicBezTo>
                  <a:cubicBezTo>
                    <a:pt x="114" y="393"/>
                    <a:pt x="113" y="383"/>
                    <a:pt x="107" y="377"/>
                  </a:cubicBezTo>
                  <a:cubicBezTo>
                    <a:pt x="60" y="343"/>
                    <a:pt x="29" y="287"/>
                    <a:pt x="29" y="223"/>
                  </a:cubicBezTo>
                  <a:cubicBezTo>
                    <a:pt x="29" y="117"/>
                    <a:pt x="115" y="30"/>
                    <a:pt x="223" y="30"/>
                  </a:cubicBezTo>
                  <a:cubicBezTo>
                    <a:pt x="322" y="30"/>
                    <a:pt x="404" y="106"/>
                    <a:pt x="415" y="202"/>
                  </a:cubicBezTo>
                  <a:cubicBezTo>
                    <a:pt x="415" y="210"/>
                    <a:pt x="424" y="216"/>
                    <a:pt x="432" y="214"/>
                  </a:cubicBezTo>
                  <a:cubicBezTo>
                    <a:pt x="439" y="214"/>
                    <a:pt x="446" y="206"/>
                    <a:pt x="445" y="199"/>
                  </a:cubicBezTo>
                  <a:lnTo>
                    <a:pt x="445" y="199"/>
                  </a:lnTo>
                  <a:cubicBezTo>
                    <a:pt x="432" y="87"/>
                    <a:pt x="337" y="0"/>
                    <a:pt x="223" y="0"/>
                  </a:cubicBezTo>
                  <a:cubicBezTo>
                    <a:pt x="161" y="0"/>
                    <a:pt x="106" y="25"/>
                    <a:pt x="65" y="65"/>
                  </a:cubicBezTo>
                  <a:cubicBezTo>
                    <a:pt x="25" y="106"/>
                    <a:pt x="0" y="161"/>
                    <a:pt x="0" y="2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0" name="Group 553">
            <a:extLst>
              <a:ext uri="{FF2B5EF4-FFF2-40B4-BE49-F238E27FC236}">
                <a16:creationId xmlns:a16="http://schemas.microsoft.com/office/drawing/2014/main" id="{10869197-F733-5508-EC08-6D1C5DE677CF}"/>
              </a:ext>
            </a:extLst>
          </p:cNvPr>
          <p:cNvGrpSpPr/>
          <p:nvPr/>
        </p:nvGrpSpPr>
        <p:grpSpPr>
          <a:xfrm>
            <a:off x="4647281" y="4998144"/>
            <a:ext cx="257175" cy="247650"/>
            <a:chOff x="3619500" y="5370513"/>
            <a:chExt cx="257175" cy="247650"/>
          </a:xfrm>
          <a:solidFill>
            <a:schemeClr val="accent4"/>
          </a:solidFill>
        </p:grpSpPr>
        <p:sp>
          <p:nvSpPr>
            <p:cNvPr id="551" name="Freeform 453">
              <a:extLst>
                <a:ext uri="{FF2B5EF4-FFF2-40B4-BE49-F238E27FC236}">
                  <a16:creationId xmlns:a16="http://schemas.microsoft.com/office/drawing/2014/main" id="{A7B73F7E-5B14-23FC-E8B8-4B2866FE25B7}"/>
                </a:ext>
              </a:extLst>
            </p:cNvPr>
            <p:cNvSpPr>
              <a:spLocks noChangeArrowheads="1"/>
            </p:cNvSpPr>
            <p:nvPr/>
          </p:nvSpPr>
          <p:spPr bwMode="auto">
            <a:xfrm>
              <a:off x="3676650" y="5370513"/>
              <a:ext cx="200025" cy="171450"/>
            </a:xfrm>
            <a:custGeom>
              <a:avLst/>
              <a:gdLst>
                <a:gd name="T0" fmla="*/ 410 w 555"/>
                <a:gd name="T1" fmla="*/ 123 h 478"/>
                <a:gd name="T2" fmla="*/ 410 w 555"/>
                <a:gd name="T3" fmla="*/ 123 h 478"/>
                <a:gd name="T4" fmla="*/ 211 w 555"/>
                <a:gd name="T5" fmla="*/ 0 h 478"/>
                <a:gd name="T6" fmla="*/ 3 w 555"/>
                <a:gd name="T7" fmla="*/ 145 h 478"/>
                <a:gd name="T8" fmla="*/ 11 w 555"/>
                <a:gd name="T9" fmla="*/ 163 h 478"/>
                <a:gd name="T10" fmla="*/ 31 w 555"/>
                <a:gd name="T11" fmla="*/ 155 h 478"/>
                <a:gd name="T12" fmla="*/ 211 w 555"/>
                <a:gd name="T13" fmla="*/ 31 h 478"/>
                <a:gd name="T14" fmla="*/ 386 w 555"/>
                <a:gd name="T15" fmla="*/ 142 h 478"/>
                <a:gd name="T16" fmla="*/ 391 w 555"/>
                <a:gd name="T17" fmla="*/ 149 h 478"/>
                <a:gd name="T18" fmla="*/ 398 w 555"/>
                <a:gd name="T19" fmla="*/ 151 h 478"/>
                <a:gd name="T20" fmla="*/ 523 w 555"/>
                <a:gd name="T21" fmla="*/ 299 h 478"/>
                <a:gd name="T22" fmla="*/ 480 w 555"/>
                <a:gd name="T23" fmla="*/ 403 h 478"/>
                <a:gd name="T24" fmla="*/ 375 w 555"/>
                <a:gd name="T25" fmla="*/ 446 h 478"/>
                <a:gd name="T26" fmla="*/ 360 w 555"/>
                <a:gd name="T27" fmla="*/ 462 h 478"/>
                <a:gd name="T28" fmla="*/ 375 w 555"/>
                <a:gd name="T29" fmla="*/ 477 h 478"/>
                <a:gd name="T30" fmla="*/ 375 w 555"/>
                <a:gd name="T31" fmla="*/ 477 h 478"/>
                <a:gd name="T32" fmla="*/ 554 w 555"/>
                <a:gd name="T33" fmla="*/ 299 h 478"/>
                <a:gd name="T34" fmla="*/ 410 w 555"/>
                <a:gd name="T35" fmla="*/ 123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8">
                  <a:moveTo>
                    <a:pt x="410" y="123"/>
                  </a:moveTo>
                  <a:lnTo>
                    <a:pt x="410" y="123"/>
                  </a:lnTo>
                  <a:cubicBezTo>
                    <a:pt x="374" y="50"/>
                    <a:pt x="299" y="0"/>
                    <a:pt x="211" y="0"/>
                  </a:cubicBezTo>
                  <a:cubicBezTo>
                    <a:pt x="116" y="0"/>
                    <a:pt x="35" y="60"/>
                    <a:pt x="3" y="145"/>
                  </a:cubicBezTo>
                  <a:cubicBezTo>
                    <a:pt x="0" y="152"/>
                    <a:pt x="3" y="160"/>
                    <a:pt x="11" y="163"/>
                  </a:cubicBezTo>
                  <a:cubicBezTo>
                    <a:pt x="20" y="167"/>
                    <a:pt x="28" y="163"/>
                    <a:pt x="31" y="155"/>
                  </a:cubicBezTo>
                  <a:cubicBezTo>
                    <a:pt x="59" y="82"/>
                    <a:pt x="128" y="31"/>
                    <a:pt x="211" y="31"/>
                  </a:cubicBezTo>
                  <a:cubicBezTo>
                    <a:pt x="289" y="31"/>
                    <a:pt x="356" y="77"/>
                    <a:pt x="386" y="142"/>
                  </a:cubicBezTo>
                  <a:cubicBezTo>
                    <a:pt x="391" y="149"/>
                    <a:pt x="391" y="149"/>
                    <a:pt x="391" y="149"/>
                  </a:cubicBezTo>
                  <a:cubicBezTo>
                    <a:pt x="398" y="151"/>
                    <a:pt x="398" y="151"/>
                    <a:pt x="398" y="151"/>
                  </a:cubicBezTo>
                  <a:cubicBezTo>
                    <a:pt x="469" y="162"/>
                    <a:pt x="523" y="223"/>
                    <a:pt x="523" y="299"/>
                  </a:cubicBezTo>
                  <a:cubicBezTo>
                    <a:pt x="523" y="339"/>
                    <a:pt x="506" y="377"/>
                    <a:pt x="480" y="403"/>
                  </a:cubicBezTo>
                  <a:cubicBezTo>
                    <a:pt x="453" y="430"/>
                    <a:pt x="416" y="446"/>
                    <a:pt x="375" y="446"/>
                  </a:cubicBezTo>
                  <a:cubicBezTo>
                    <a:pt x="367" y="446"/>
                    <a:pt x="360" y="453"/>
                    <a:pt x="360" y="462"/>
                  </a:cubicBezTo>
                  <a:cubicBezTo>
                    <a:pt x="360" y="470"/>
                    <a:pt x="367" y="477"/>
                    <a:pt x="375" y="477"/>
                  </a:cubicBezTo>
                  <a:lnTo>
                    <a:pt x="375" y="477"/>
                  </a:lnTo>
                  <a:cubicBezTo>
                    <a:pt x="473" y="477"/>
                    <a:pt x="554" y="396"/>
                    <a:pt x="554" y="299"/>
                  </a:cubicBezTo>
                  <a:cubicBezTo>
                    <a:pt x="554" y="212"/>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2" name="Freeform 454">
              <a:extLst>
                <a:ext uri="{FF2B5EF4-FFF2-40B4-BE49-F238E27FC236}">
                  <a16:creationId xmlns:a16="http://schemas.microsoft.com/office/drawing/2014/main" id="{6B26E573-85C9-C9C7-463C-0742268D51E7}"/>
                </a:ext>
              </a:extLst>
            </p:cNvPr>
            <p:cNvSpPr>
              <a:spLocks noChangeArrowheads="1"/>
            </p:cNvSpPr>
            <p:nvPr/>
          </p:nvSpPr>
          <p:spPr bwMode="auto">
            <a:xfrm>
              <a:off x="3619500" y="5435600"/>
              <a:ext cx="98425" cy="107950"/>
            </a:xfrm>
            <a:custGeom>
              <a:avLst/>
              <a:gdLst>
                <a:gd name="T0" fmla="*/ 47 w 273"/>
                <a:gd name="T1" fmla="*/ 255 h 299"/>
                <a:gd name="T2" fmla="*/ 47 w 273"/>
                <a:gd name="T3" fmla="*/ 255 h 299"/>
                <a:gd name="T4" fmla="*/ 163 w 273"/>
                <a:gd name="T5" fmla="*/ 298 h 299"/>
                <a:gd name="T6" fmla="*/ 178 w 273"/>
                <a:gd name="T7" fmla="*/ 283 h 299"/>
                <a:gd name="T8" fmla="*/ 163 w 273"/>
                <a:gd name="T9" fmla="*/ 267 h 299"/>
                <a:gd name="T10" fmla="*/ 163 w 273"/>
                <a:gd name="T11" fmla="*/ 267 h 299"/>
                <a:gd name="T12" fmla="*/ 68 w 273"/>
                <a:gd name="T13" fmla="*/ 233 h 299"/>
                <a:gd name="T14" fmla="*/ 29 w 273"/>
                <a:gd name="T15" fmla="*/ 149 h 299"/>
                <a:gd name="T16" fmla="*/ 68 w 273"/>
                <a:gd name="T17" fmla="*/ 65 h 299"/>
                <a:gd name="T18" fmla="*/ 163 w 273"/>
                <a:gd name="T19" fmla="*/ 30 h 299"/>
                <a:gd name="T20" fmla="*/ 242 w 273"/>
                <a:gd name="T21" fmla="*/ 72 h 299"/>
                <a:gd name="T22" fmla="*/ 263 w 273"/>
                <a:gd name="T23" fmla="*/ 75 h 299"/>
                <a:gd name="T24" fmla="*/ 266 w 273"/>
                <a:gd name="T25" fmla="*/ 54 h 299"/>
                <a:gd name="T26" fmla="*/ 163 w 273"/>
                <a:gd name="T27" fmla="*/ 0 h 299"/>
                <a:gd name="T28" fmla="*/ 47 w 273"/>
                <a:gd name="T29" fmla="*/ 43 h 299"/>
                <a:gd name="T30" fmla="*/ 0 w 273"/>
                <a:gd name="T31" fmla="*/ 149 h 299"/>
                <a:gd name="T32" fmla="*/ 47 w 273"/>
                <a:gd name="T33" fmla="*/ 255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47" y="255"/>
                  </a:moveTo>
                  <a:lnTo>
                    <a:pt x="47" y="255"/>
                  </a:lnTo>
                  <a:cubicBezTo>
                    <a:pt x="78" y="281"/>
                    <a:pt x="118" y="298"/>
                    <a:pt x="163" y="298"/>
                  </a:cubicBezTo>
                  <a:cubicBezTo>
                    <a:pt x="171" y="298"/>
                    <a:pt x="178" y="291"/>
                    <a:pt x="178" y="283"/>
                  </a:cubicBezTo>
                  <a:cubicBezTo>
                    <a:pt x="178" y="274"/>
                    <a:pt x="171" y="267"/>
                    <a:pt x="163" y="267"/>
                  </a:cubicBezTo>
                  <a:lnTo>
                    <a:pt x="163" y="267"/>
                  </a:lnTo>
                  <a:cubicBezTo>
                    <a:pt x="125" y="267"/>
                    <a:pt x="92" y="253"/>
                    <a:pt x="68" y="233"/>
                  </a:cubicBezTo>
                  <a:cubicBezTo>
                    <a:pt x="43" y="210"/>
                    <a:pt x="29" y="181"/>
                    <a:pt x="29" y="149"/>
                  </a:cubicBezTo>
                  <a:cubicBezTo>
                    <a:pt x="29" y="117"/>
                    <a:pt x="43" y="87"/>
                    <a:pt x="68" y="65"/>
                  </a:cubicBezTo>
                  <a:cubicBezTo>
                    <a:pt x="92" y="43"/>
                    <a:pt x="125" y="30"/>
                    <a:pt x="163" y="30"/>
                  </a:cubicBezTo>
                  <a:cubicBezTo>
                    <a:pt x="191" y="29"/>
                    <a:pt x="223" y="47"/>
                    <a:pt x="242" y="72"/>
                  </a:cubicBezTo>
                  <a:cubicBezTo>
                    <a:pt x="248" y="79"/>
                    <a:pt x="258" y="79"/>
                    <a:pt x="263" y="75"/>
                  </a:cubicBezTo>
                  <a:cubicBezTo>
                    <a:pt x="270" y="69"/>
                    <a:pt x="272" y="60"/>
                    <a:pt x="266" y="54"/>
                  </a:cubicBezTo>
                  <a:cubicBezTo>
                    <a:pt x="241" y="22"/>
                    <a:pt x="203" y="0"/>
                    <a:pt x="163" y="0"/>
                  </a:cubicBezTo>
                  <a:cubicBezTo>
                    <a:pt x="118" y="0"/>
                    <a:pt x="78" y="16"/>
                    <a:pt x="47" y="43"/>
                  </a:cubicBezTo>
                  <a:cubicBezTo>
                    <a:pt x="18" y="69"/>
                    <a:pt x="0" y="107"/>
                    <a:pt x="0" y="149"/>
                  </a:cubicBezTo>
                  <a:cubicBezTo>
                    <a:pt x="0" y="191"/>
                    <a:pt x="18" y="228"/>
                    <a:pt x="47" y="25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3" name="Freeform 455">
              <a:extLst>
                <a:ext uri="{FF2B5EF4-FFF2-40B4-BE49-F238E27FC236}">
                  <a16:creationId xmlns:a16="http://schemas.microsoft.com/office/drawing/2014/main" id="{E881E5B1-566B-9840-856D-5C69DD9022F0}"/>
                </a:ext>
              </a:extLst>
            </p:cNvPr>
            <p:cNvSpPr>
              <a:spLocks noChangeArrowheads="1"/>
            </p:cNvSpPr>
            <p:nvPr/>
          </p:nvSpPr>
          <p:spPr bwMode="auto">
            <a:xfrm>
              <a:off x="3689350" y="5521325"/>
              <a:ext cx="42863" cy="65088"/>
            </a:xfrm>
            <a:custGeom>
              <a:avLst/>
              <a:gdLst>
                <a:gd name="T0" fmla="*/ 48 w 121"/>
                <a:gd name="T1" fmla="*/ 6 h 180"/>
                <a:gd name="T2" fmla="*/ 48 w 121"/>
                <a:gd name="T3" fmla="*/ 6 h 180"/>
                <a:gd name="T4" fmla="*/ 25 w 121"/>
                <a:gd name="T5" fmla="*/ 43 h 180"/>
                <a:gd name="T6" fmla="*/ 9 w 121"/>
                <a:gd name="T7" fmla="*/ 80 h 180"/>
                <a:gd name="T8" fmla="*/ 0 w 121"/>
                <a:gd name="T9" fmla="*/ 119 h 180"/>
                <a:gd name="T10" fmla="*/ 60 w 121"/>
                <a:gd name="T11" fmla="*/ 179 h 180"/>
                <a:gd name="T12" fmla="*/ 120 w 121"/>
                <a:gd name="T13" fmla="*/ 119 h 180"/>
                <a:gd name="T14" fmla="*/ 112 w 121"/>
                <a:gd name="T15" fmla="*/ 80 h 180"/>
                <a:gd name="T16" fmla="*/ 73 w 121"/>
                <a:gd name="T17" fmla="*/ 6 h 180"/>
                <a:gd name="T18" fmla="*/ 60 w 121"/>
                <a:gd name="T19" fmla="*/ 0 h 180"/>
                <a:gd name="T20" fmla="*/ 48 w 121"/>
                <a:gd name="T21" fmla="*/ 6 h 180"/>
                <a:gd name="T22" fmla="*/ 89 w 121"/>
                <a:gd name="T23" fmla="*/ 119 h 180"/>
                <a:gd name="T24" fmla="*/ 89 w 121"/>
                <a:gd name="T25" fmla="*/ 119 h 180"/>
                <a:gd name="T26" fmla="*/ 60 w 121"/>
                <a:gd name="T27" fmla="*/ 149 h 180"/>
                <a:gd name="T28" fmla="*/ 31 w 121"/>
                <a:gd name="T29" fmla="*/ 119 h 180"/>
                <a:gd name="T30" fmla="*/ 37 w 121"/>
                <a:gd name="T31" fmla="*/ 89 h 180"/>
                <a:gd name="T32" fmla="*/ 59 w 121"/>
                <a:gd name="T33" fmla="*/ 43 h 180"/>
                <a:gd name="T34" fmla="*/ 60 w 121"/>
                <a:gd name="T35" fmla="*/ 42 h 180"/>
                <a:gd name="T36" fmla="*/ 71 w 121"/>
                <a:gd name="T37" fmla="*/ 61 h 180"/>
                <a:gd name="T38" fmla="*/ 89 w 121"/>
                <a:gd name="T39" fmla="*/ 119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1" h="180">
                  <a:moveTo>
                    <a:pt x="48" y="6"/>
                  </a:moveTo>
                  <a:lnTo>
                    <a:pt x="48" y="6"/>
                  </a:lnTo>
                  <a:cubicBezTo>
                    <a:pt x="48" y="6"/>
                    <a:pt x="37" y="21"/>
                    <a:pt x="25" y="43"/>
                  </a:cubicBezTo>
                  <a:cubicBezTo>
                    <a:pt x="18" y="54"/>
                    <a:pt x="13" y="66"/>
                    <a:pt x="9" y="80"/>
                  </a:cubicBezTo>
                  <a:cubicBezTo>
                    <a:pt x="4" y="92"/>
                    <a:pt x="0" y="106"/>
                    <a:pt x="0" y="119"/>
                  </a:cubicBezTo>
                  <a:cubicBezTo>
                    <a:pt x="0" y="152"/>
                    <a:pt x="27" y="179"/>
                    <a:pt x="60" y="179"/>
                  </a:cubicBezTo>
                  <a:cubicBezTo>
                    <a:pt x="94" y="179"/>
                    <a:pt x="120" y="152"/>
                    <a:pt x="120" y="119"/>
                  </a:cubicBezTo>
                  <a:cubicBezTo>
                    <a:pt x="120" y="106"/>
                    <a:pt x="116" y="92"/>
                    <a:pt x="112" y="80"/>
                  </a:cubicBezTo>
                  <a:cubicBezTo>
                    <a:pt x="98" y="41"/>
                    <a:pt x="73" y="7"/>
                    <a:pt x="73" y="6"/>
                  </a:cubicBezTo>
                  <a:cubicBezTo>
                    <a:pt x="70" y="3"/>
                    <a:pt x="64" y="0"/>
                    <a:pt x="60" y="0"/>
                  </a:cubicBezTo>
                  <a:cubicBezTo>
                    <a:pt x="56" y="0"/>
                    <a:pt x="50" y="3"/>
                    <a:pt x="48" y="6"/>
                  </a:cubicBezTo>
                  <a:close/>
                  <a:moveTo>
                    <a:pt x="89" y="119"/>
                  </a:moveTo>
                  <a:lnTo>
                    <a:pt x="89" y="119"/>
                  </a:lnTo>
                  <a:cubicBezTo>
                    <a:pt x="89" y="135"/>
                    <a:pt x="77" y="149"/>
                    <a:pt x="60" y="149"/>
                  </a:cubicBezTo>
                  <a:cubicBezTo>
                    <a:pt x="43" y="149"/>
                    <a:pt x="31" y="135"/>
                    <a:pt x="31" y="119"/>
                  </a:cubicBezTo>
                  <a:cubicBezTo>
                    <a:pt x="31" y="110"/>
                    <a:pt x="32" y="99"/>
                    <a:pt x="37" y="89"/>
                  </a:cubicBezTo>
                  <a:cubicBezTo>
                    <a:pt x="42" y="73"/>
                    <a:pt x="52" y="56"/>
                    <a:pt x="59" y="43"/>
                  </a:cubicBezTo>
                  <a:lnTo>
                    <a:pt x="60" y="42"/>
                  </a:lnTo>
                  <a:cubicBezTo>
                    <a:pt x="64" y="48"/>
                    <a:pt x="67" y="54"/>
                    <a:pt x="71" y="61"/>
                  </a:cubicBezTo>
                  <a:cubicBezTo>
                    <a:pt x="81" y="80"/>
                    <a:pt x="89" y="103"/>
                    <a:pt x="89" y="11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4" name="Freeform 456">
              <a:extLst>
                <a:ext uri="{FF2B5EF4-FFF2-40B4-BE49-F238E27FC236}">
                  <a16:creationId xmlns:a16="http://schemas.microsoft.com/office/drawing/2014/main" id="{26612F5A-04FF-1793-91CD-E6D87B985D87}"/>
                </a:ext>
              </a:extLst>
            </p:cNvPr>
            <p:cNvSpPr>
              <a:spLocks noChangeArrowheads="1"/>
            </p:cNvSpPr>
            <p:nvPr/>
          </p:nvSpPr>
          <p:spPr bwMode="auto">
            <a:xfrm>
              <a:off x="3741738" y="5489575"/>
              <a:ext cx="42862" cy="65088"/>
            </a:xfrm>
            <a:custGeom>
              <a:avLst/>
              <a:gdLst>
                <a:gd name="T0" fmla="*/ 72 w 120"/>
                <a:gd name="T1" fmla="*/ 5 h 179"/>
                <a:gd name="T2" fmla="*/ 72 w 120"/>
                <a:gd name="T3" fmla="*/ 5 h 179"/>
                <a:gd name="T4" fmla="*/ 60 w 120"/>
                <a:gd name="T5" fmla="*/ 0 h 179"/>
                <a:gd name="T6" fmla="*/ 48 w 120"/>
                <a:gd name="T7" fmla="*/ 5 h 179"/>
                <a:gd name="T8" fmla="*/ 24 w 120"/>
                <a:gd name="T9" fmla="*/ 43 h 179"/>
                <a:gd name="T10" fmla="*/ 9 w 120"/>
                <a:gd name="T11" fmla="*/ 79 h 179"/>
                <a:gd name="T12" fmla="*/ 0 w 120"/>
                <a:gd name="T13" fmla="*/ 118 h 179"/>
                <a:gd name="T14" fmla="*/ 60 w 120"/>
                <a:gd name="T15" fmla="*/ 178 h 179"/>
                <a:gd name="T16" fmla="*/ 119 w 120"/>
                <a:gd name="T17" fmla="*/ 118 h 179"/>
                <a:gd name="T18" fmla="*/ 112 w 120"/>
                <a:gd name="T19" fmla="*/ 79 h 179"/>
                <a:gd name="T20" fmla="*/ 72 w 120"/>
                <a:gd name="T21" fmla="*/ 5 h 179"/>
                <a:gd name="T22" fmla="*/ 60 w 120"/>
                <a:gd name="T23" fmla="*/ 149 h 179"/>
                <a:gd name="T24" fmla="*/ 60 w 120"/>
                <a:gd name="T25" fmla="*/ 149 h 179"/>
                <a:gd name="T26" fmla="*/ 30 w 120"/>
                <a:gd name="T27" fmla="*/ 118 h 179"/>
                <a:gd name="T28" fmla="*/ 37 w 120"/>
                <a:gd name="T29" fmla="*/ 89 h 179"/>
                <a:gd name="T30" fmla="*/ 59 w 120"/>
                <a:gd name="T31" fmla="*/ 43 h 179"/>
                <a:gd name="T32" fmla="*/ 60 w 120"/>
                <a:gd name="T33" fmla="*/ 42 h 179"/>
                <a:gd name="T34" fmla="*/ 72 w 120"/>
                <a:gd name="T35" fmla="*/ 61 h 179"/>
                <a:gd name="T36" fmla="*/ 90 w 120"/>
                <a:gd name="T37" fmla="*/ 118 h 179"/>
                <a:gd name="T38" fmla="*/ 60 w 120"/>
                <a:gd name="T39" fmla="*/ 149 h 1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79">
                  <a:moveTo>
                    <a:pt x="72" y="5"/>
                  </a:moveTo>
                  <a:lnTo>
                    <a:pt x="72" y="5"/>
                  </a:lnTo>
                  <a:cubicBezTo>
                    <a:pt x="69" y="3"/>
                    <a:pt x="65" y="0"/>
                    <a:pt x="60" y="0"/>
                  </a:cubicBezTo>
                  <a:cubicBezTo>
                    <a:pt x="55" y="0"/>
                    <a:pt x="51" y="3"/>
                    <a:pt x="48" y="5"/>
                  </a:cubicBezTo>
                  <a:cubicBezTo>
                    <a:pt x="48" y="5"/>
                    <a:pt x="37" y="21"/>
                    <a:pt x="24" y="43"/>
                  </a:cubicBezTo>
                  <a:cubicBezTo>
                    <a:pt x="19" y="54"/>
                    <a:pt x="13" y="65"/>
                    <a:pt x="9" y="79"/>
                  </a:cubicBezTo>
                  <a:cubicBezTo>
                    <a:pt x="3" y="92"/>
                    <a:pt x="0" y="106"/>
                    <a:pt x="0" y="118"/>
                  </a:cubicBezTo>
                  <a:cubicBezTo>
                    <a:pt x="0" y="152"/>
                    <a:pt x="27" y="178"/>
                    <a:pt x="60" y="178"/>
                  </a:cubicBezTo>
                  <a:cubicBezTo>
                    <a:pt x="92" y="178"/>
                    <a:pt x="119" y="152"/>
                    <a:pt x="119" y="118"/>
                  </a:cubicBezTo>
                  <a:cubicBezTo>
                    <a:pt x="119" y="106"/>
                    <a:pt x="116" y="92"/>
                    <a:pt x="112" y="79"/>
                  </a:cubicBezTo>
                  <a:cubicBezTo>
                    <a:pt x="98" y="40"/>
                    <a:pt x="72" y="7"/>
                    <a:pt x="72" y="5"/>
                  </a:cubicBezTo>
                  <a:close/>
                  <a:moveTo>
                    <a:pt x="60" y="149"/>
                  </a:moveTo>
                  <a:lnTo>
                    <a:pt x="60" y="149"/>
                  </a:lnTo>
                  <a:cubicBezTo>
                    <a:pt x="44" y="149"/>
                    <a:pt x="30" y="135"/>
                    <a:pt x="30" y="118"/>
                  </a:cubicBezTo>
                  <a:cubicBezTo>
                    <a:pt x="30" y="110"/>
                    <a:pt x="33" y="99"/>
                    <a:pt x="37" y="89"/>
                  </a:cubicBezTo>
                  <a:cubicBezTo>
                    <a:pt x="42" y="72"/>
                    <a:pt x="51" y="56"/>
                    <a:pt x="59" y="43"/>
                  </a:cubicBezTo>
                  <a:cubicBezTo>
                    <a:pt x="59" y="43"/>
                    <a:pt x="59" y="42"/>
                    <a:pt x="60" y="42"/>
                  </a:cubicBezTo>
                  <a:cubicBezTo>
                    <a:pt x="63" y="47"/>
                    <a:pt x="67" y="54"/>
                    <a:pt x="72" y="61"/>
                  </a:cubicBezTo>
                  <a:cubicBezTo>
                    <a:pt x="81" y="79"/>
                    <a:pt x="90" y="103"/>
                    <a:pt x="90" y="118"/>
                  </a:cubicBezTo>
                  <a:cubicBezTo>
                    <a:pt x="90" y="135"/>
                    <a:pt x="76" y="149"/>
                    <a:pt x="60" y="14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5" name="Freeform 457">
              <a:extLst>
                <a:ext uri="{FF2B5EF4-FFF2-40B4-BE49-F238E27FC236}">
                  <a16:creationId xmlns:a16="http://schemas.microsoft.com/office/drawing/2014/main" id="{C48800E1-59D3-4ED9-5ADD-4BDFC91D5CDE}"/>
                </a:ext>
              </a:extLst>
            </p:cNvPr>
            <p:cNvSpPr>
              <a:spLocks noChangeArrowheads="1"/>
            </p:cNvSpPr>
            <p:nvPr/>
          </p:nvSpPr>
          <p:spPr bwMode="auto">
            <a:xfrm>
              <a:off x="3763963" y="5553075"/>
              <a:ext cx="42862" cy="65088"/>
            </a:xfrm>
            <a:custGeom>
              <a:avLst/>
              <a:gdLst>
                <a:gd name="T0" fmla="*/ 7 w 120"/>
                <a:gd name="T1" fmla="*/ 80 h 180"/>
                <a:gd name="T2" fmla="*/ 7 w 120"/>
                <a:gd name="T3" fmla="*/ 80 h 180"/>
                <a:gd name="T4" fmla="*/ 0 w 120"/>
                <a:gd name="T5" fmla="*/ 119 h 180"/>
                <a:gd name="T6" fmla="*/ 59 w 120"/>
                <a:gd name="T7" fmla="*/ 179 h 180"/>
                <a:gd name="T8" fmla="*/ 119 w 120"/>
                <a:gd name="T9" fmla="*/ 119 h 180"/>
                <a:gd name="T10" fmla="*/ 111 w 120"/>
                <a:gd name="T11" fmla="*/ 80 h 180"/>
                <a:gd name="T12" fmla="*/ 72 w 120"/>
                <a:gd name="T13" fmla="*/ 6 h 180"/>
                <a:gd name="T14" fmla="*/ 59 w 120"/>
                <a:gd name="T15" fmla="*/ 0 h 180"/>
                <a:gd name="T16" fmla="*/ 48 w 120"/>
                <a:gd name="T17" fmla="*/ 6 h 180"/>
                <a:gd name="T18" fmla="*/ 24 w 120"/>
                <a:gd name="T19" fmla="*/ 44 h 180"/>
                <a:gd name="T20" fmla="*/ 7 w 120"/>
                <a:gd name="T21" fmla="*/ 80 h 180"/>
                <a:gd name="T22" fmla="*/ 35 w 120"/>
                <a:gd name="T23" fmla="*/ 90 h 180"/>
                <a:gd name="T24" fmla="*/ 35 w 120"/>
                <a:gd name="T25" fmla="*/ 90 h 180"/>
                <a:gd name="T26" fmla="*/ 58 w 120"/>
                <a:gd name="T27" fmla="*/ 44 h 180"/>
                <a:gd name="T28" fmla="*/ 59 w 120"/>
                <a:gd name="T29" fmla="*/ 42 h 180"/>
                <a:gd name="T30" fmla="*/ 70 w 120"/>
                <a:gd name="T31" fmla="*/ 62 h 180"/>
                <a:gd name="T32" fmla="*/ 90 w 120"/>
                <a:gd name="T33" fmla="*/ 119 h 180"/>
                <a:gd name="T34" fmla="*/ 59 w 120"/>
                <a:gd name="T35" fmla="*/ 150 h 180"/>
                <a:gd name="T36" fmla="*/ 30 w 120"/>
                <a:gd name="T37" fmla="*/ 119 h 180"/>
                <a:gd name="T38" fmla="*/ 35 w 120"/>
                <a:gd name="T39" fmla="*/ 90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20" h="180">
                  <a:moveTo>
                    <a:pt x="7" y="80"/>
                  </a:moveTo>
                  <a:lnTo>
                    <a:pt x="7" y="80"/>
                  </a:lnTo>
                  <a:cubicBezTo>
                    <a:pt x="3" y="92"/>
                    <a:pt x="0" y="106"/>
                    <a:pt x="0" y="119"/>
                  </a:cubicBezTo>
                  <a:cubicBezTo>
                    <a:pt x="0" y="152"/>
                    <a:pt x="27" y="179"/>
                    <a:pt x="59" y="179"/>
                  </a:cubicBezTo>
                  <a:cubicBezTo>
                    <a:pt x="92" y="179"/>
                    <a:pt x="119" y="152"/>
                    <a:pt x="119" y="119"/>
                  </a:cubicBezTo>
                  <a:cubicBezTo>
                    <a:pt x="119" y="106"/>
                    <a:pt x="116" y="92"/>
                    <a:pt x="111" y="80"/>
                  </a:cubicBezTo>
                  <a:cubicBezTo>
                    <a:pt x="98" y="41"/>
                    <a:pt x="72" y="7"/>
                    <a:pt x="72" y="6"/>
                  </a:cubicBezTo>
                  <a:cubicBezTo>
                    <a:pt x="69" y="3"/>
                    <a:pt x="65" y="0"/>
                    <a:pt x="59" y="0"/>
                  </a:cubicBezTo>
                  <a:cubicBezTo>
                    <a:pt x="55" y="0"/>
                    <a:pt x="51" y="3"/>
                    <a:pt x="48" y="6"/>
                  </a:cubicBezTo>
                  <a:cubicBezTo>
                    <a:pt x="48" y="6"/>
                    <a:pt x="35" y="21"/>
                    <a:pt x="24" y="44"/>
                  </a:cubicBezTo>
                  <a:cubicBezTo>
                    <a:pt x="19" y="55"/>
                    <a:pt x="13" y="66"/>
                    <a:pt x="7" y="80"/>
                  </a:cubicBezTo>
                  <a:close/>
                  <a:moveTo>
                    <a:pt x="35" y="90"/>
                  </a:moveTo>
                  <a:lnTo>
                    <a:pt x="35" y="90"/>
                  </a:lnTo>
                  <a:cubicBezTo>
                    <a:pt x="41" y="73"/>
                    <a:pt x="51" y="56"/>
                    <a:pt x="58" y="44"/>
                  </a:cubicBezTo>
                  <a:cubicBezTo>
                    <a:pt x="59" y="44"/>
                    <a:pt x="59" y="42"/>
                    <a:pt x="59" y="42"/>
                  </a:cubicBezTo>
                  <a:cubicBezTo>
                    <a:pt x="63" y="48"/>
                    <a:pt x="67" y="55"/>
                    <a:pt x="70" y="62"/>
                  </a:cubicBezTo>
                  <a:cubicBezTo>
                    <a:pt x="81" y="80"/>
                    <a:pt x="90" y="104"/>
                    <a:pt x="90" y="119"/>
                  </a:cubicBezTo>
                  <a:cubicBezTo>
                    <a:pt x="90" y="136"/>
                    <a:pt x="76" y="150"/>
                    <a:pt x="59" y="150"/>
                  </a:cubicBezTo>
                  <a:cubicBezTo>
                    <a:pt x="44" y="150"/>
                    <a:pt x="30" y="136"/>
                    <a:pt x="30" y="119"/>
                  </a:cubicBezTo>
                  <a:cubicBezTo>
                    <a:pt x="30" y="111"/>
                    <a:pt x="32" y="99"/>
                    <a:pt x="3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6" name="Group 559">
            <a:extLst>
              <a:ext uri="{FF2B5EF4-FFF2-40B4-BE49-F238E27FC236}">
                <a16:creationId xmlns:a16="http://schemas.microsoft.com/office/drawing/2014/main" id="{59B8A27A-FEFE-5DAA-CC59-EBE1870A8011}"/>
              </a:ext>
            </a:extLst>
          </p:cNvPr>
          <p:cNvGrpSpPr/>
          <p:nvPr/>
        </p:nvGrpSpPr>
        <p:grpSpPr>
          <a:xfrm>
            <a:off x="5733131" y="5511701"/>
            <a:ext cx="134938" cy="257175"/>
            <a:chOff x="4705350" y="5875338"/>
            <a:chExt cx="134938" cy="257175"/>
          </a:xfrm>
          <a:solidFill>
            <a:schemeClr val="accent4"/>
          </a:solidFill>
        </p:grpSpPr>
        <p:sp>
          <p:nvSpPr>
            <p:cNvPr id="557" name="Freeform 458">
              <a:extLst>
                <a:ext uri="{FF2B5EF4-FFF2-40B4-BE49-F238E27FC236}">
                  <a16:creationId xmlns:a16="http://schemas.microsoft.com/office/drawing/2014/main" id="{152E6F62-4528-3D0B-C226-04BECD114325}"/>
                </a:ext>
              </a:extLst>
            </p:cNvPr>
            <p:cNvSpPr>
              <a:spLocks noChangeArrowheads="1"/>
            </p:cNvSpPr>
            <p:nvPr/>
          </p:nvSpPr>
          <p:spPr bwMode="auto">
            <a:xfrm>
              <a:off x="4705350" y="5907088"/>
              <a:ext cx="107950" cy="225425"/>
            </a:xfrm>
            <a:custGeom>
              <a:avLst/>
              <a:gdLst>
                <a:gd name="T0" fmla="*/ 137 w 301"/>
                <a:gd name="T1" fmla="*/ 119 h 626"/>
                <a:gd name="T2" fmla="*/ 137 w 301"/>
                <a:gd name="T3" fmla="*/ 119 h 626"/>
                <a:gd name="T4" fmla="*/ 137 w 301"/>
                <a:gd name="T5" fmla="*/ 14 h 626"/>
                <a:gd name="T6" fmla="*/ 122 w 301"/>
                <a:gd name="T7" fmla="*/ 0 h 626"/>
                <a:gd name="T8" fmla="*/ 108 w 301"/>
                <a:gd name="T9" fmla="*/ 14 h 626"/>
                <a:gd name="T10" fmla="*/ 108 w 301"/>
                <a:gd name="T11" fmla="*/ 119 h 626"/>
                <a:gd name="T12" fmla="*/ 16 w 301"/>
                <a:gd name="T13" fmla="*/ 119 h 626"/>
                <a:gd name="T14" fmla="*/ 0 w 301"/>
                <a:gd name="T15" fmla="*/ 134 h 626"/>
                <a:gd name="T16" fmla="*/ 16 w 301"/>
                <a:gd name="T17" fmla="*/ 148 h 626"/>
                <a:gd name="T18" fmla="*/ 108 w 301"/>
                <a:gd name="T19" fmla="*/ 148 h 626"/>
                <a:gd name="T20" fmla="*/ 108 w 301"/>
                <a:gd name="T21" fmla="*/ 520 h 626"/>
                <a:gd name="T22" fmla="*/ 108 w 301"/>
                <a:gd name="T23" fmla="*/ 520 h 626"/>
                <a:gd name="T24" fmla="*/ 136 w 301"/>
                <a:gd name="T25" fmla="*/ 598 h 626"/>
                <a:gd name="T26" fmla="*/ 204 w 301"/>
                <a:gd name="T27" fmla="*/ 625 h 626"/>
                <a:gd name="T28" fmla="*/ 272 w 301"/>
                <a:gd name="T29" fmla="*/ 598 h 626"/>
                <a:gd name="T30" fmla="*/ 300 w 301"/>
                <a:gd name="T31" fmla="*/ 536 h 626"/>
                <a:gd name="T32" fmla="*/ 286 w 301"/>
                <a:gd name="T33" fmla="*/ 520 h 626"/>
                <a:gd name="T34" fmla="*/ 271 w 301"/>
                <a:gd name="T35" fmla="*/ 536 h 626"/>
                <a:gd name="T36" fmla="*/ 271 w 301"/>
                <a:gd name="T37" fmla="*/ 536 h 626"/>
                <a:gd name="T38" fmla="*/ 251 w 301"/>
                <a:gd name="T39" fmla="*/ 578 h 626"/>
                <a:gd name="T40" fmla="*/ 204 w 301"/>
                <a:gd name="T41" fmla="*/ 594 h 626"/>
                <a:gd name="T42" fmla="*/ 157 w 301"/>
                <a:gd name="T43" fmla="*/ 578 h 626"/>
                <a:gd name="T44" fmla="*/ 137 w 301"/>
                <a:gd name="T45" fmla="*/ 520 h 626"/>
                <a:gd name="T46" fmla="*/ 137 w 301"/>
                <a:gd name="T47" fmla="*/ 520 h 626"/>
                <a:gd name="T48" fmla="*/ 137 w 301"/>
                <a:gd name="T49" fmla="*/ 148 h 626"/>
                <a:gd name="T50" fmla="*/ 223 w 301"/>
                <a:gd name="T51" fmla="*/ 148 h 626"/>
                <a:gd name="T52" fmla="*/ 239 w 301"/>
                <a:gd name="T53" fmla="*/ 134 h 626"/>
                <a:gd name="T54" fmla="*/ 223 w 301"/>
                <a:gd name="T55" fmla="*/ 119 h 626"/>
                <a:gd name="T56" fmla="*/ 137 w 301"/>
                <a:gd name="T57" fmla="*/ 119 h 6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01" h="626">
                  <a:moveTo>
                    <a:pt x="137" y="119"/>
                  </a:moveTo>
                  <a:lnTo>
                    <a:pt x="137" y="119"/>
                  </a:lnTo>
                  <a:cubicBezTo>
                    <a:pt x="137" y="14"/>
                    <a:pt x="137" y="14"/>
                    <a:pt x="137" y="14"/>
                  </a:cubicBezTo>
                  <a:cubicBezTo>
                    <a:pt x="137" y="7"/>
                    <a:pt x="130" y="0"/>
                    <a:pt x="122" y="0"/>
                  </a:cubicBezTo>
                  <a:cubicBezTo>
                    <a:pt x="113" y="0"/>
                    <a:pt x="108" y="7"/>
                    <a:pt x="108" y="14"/>
                  </a:cubicBezTo>
                  <a:cubicBezTo>
                    <a:pt x="108" y="119"/>
                    <a:pt x="108" y="119"/>
                    <a:pt x="108" y="119"/>
                  </a:cubicBezTo>
                  <a:cubicBezTo>
                    <a:pt x="16" y="119"/>
                    <a:pt x="16" y="119"/>
                    <a:pt x="16" y="119"/>
                  </a:cubicBezTo>
                  <a:cubicBezTo>
                    <a:pt x="7" y="119"/>
                    <a:pt x="0" y="126"/>
                    <a:pt x="0" y="134"/>
                  </a:cubicBezTo>
                  <a:cubicBezTo>
                    <a:pt x="0" y="142"/>
                    <a:pt x="7" y="148"/>
                    <a:pt x="16" y="148"/>
                  </a:cubicBezTo>
                  <a:cubicBezTo>
                    <a:pt x="108" y="148"/>
                    <a:pt x="108" y="148"/>
                    <a:pt x="108" y="148"/>
                  </a:cubicBezTo>
                  <a:cubicBezTo>
                    <a:pt x="108" y="520"/>
                    <a:pt x="108" y="520"/>
                    <a:pt x="108" y="520"/>
                  </a:cubicBezTo>
                  <a:lnTo>
                    <a:pt x="108" y="520"/>
                  </a:lnTo>
                  <a:cubicBezTo>
                    <a:pt x="108" y="554"/>
                    <a:pt x="117" y="580"/>
                    <a:pt x="136" y="598"/>
                  </a:cubicBezTo>
                  <a:cubicBezTo>
                    <a:pt x="154" y="617"/>
                    <a:pt x="177" y="625"/>
                    <a:pt x="204" y="625"/>
                  </a:cubicBezTo>
                  <a:cubicBezTo>
                    <a:pt x="230" y="625"/>
                    <a:pt x="254" y="615"/>
                    <a:pt x="272" y="598"/>
                  </a:cubicBezTo>
                  <a:cubicBezTo>
                    <a:pt x="289" y="583"/>
                    <a:pt x="300" y="561"/>
                    <a:pt x="300" y="536"/>
                  </a:cubicBezTo>
                  <a:cubicBezTo>
                    <a:pt x="300" y="527"/>
                    <a:pt x="295" y="520"/>
                    <a:pt x="286" y="520"/>
                  </a:cubicBezTo>
                  <a:cubicBezTo>
                    <a:pt x="278" y="520"/>
                    <a:pt x="271" y="527"/>
                    <a:pt x="271" y="536"/>
                  </a:cubicBezTo>
                  <a:lnTo>
                    <a:pt x="271" y="536"/>
                  </a:lnTo>
                  <a:cubicBezTo>
                    <a:pt x="271" y="551"/>
                    <a:pt x="264" y="566"/>
                    <a:pt x="251" y="578"/>
                  </a:cubicBezTo>
                  <a:cubicBezTo>
                    <a:pt x="240" y="587"/>
                    <a:pt x="223" y="594"/>
                    <a:pt x="204" y="594"/>
                  </a:cubicBezTo>
                  <a:cubicBezTo>
                    <a:pt x="184" y="594"/>
                    <a:pt x="168" y="589"/>
                    <a:pt x="157" y="578"/>
                  </a:cubicBezTo>
                  <a:cubicBezTo>
                    <a:pt x="145" y="565"/>
                    <a:pt x="137" y="547"/>
                    <a:pt x="137" y="520"/>
                  </a:cubicBezTo>
                  <a:lnTo>
                    <a:pt x="137" y="520"/>
                  </a:lnTo>
                  <a:cubicBezTo>
                    <a:pt x="137" y="148"/>
                    <a:pt x="137" y="148"/>
                    <a:pt x="137" y="148"/>
                  </a:cubicBezTo>
                  <a:cubicBezTo>
                    <a:pt x="223" y="148"/>
                    <a:pt x="223" y="148"/>
                    <a:pt x="223" y="148"/>
                  </a:cubicBezTo>
                  <a:cubicBezTo>
                    <a:pt x="232" y="148"/>
                    <a:pt x="239" y="142"/>
                    <a:pt x="239" y="134"/>
                  </a:cubicBezTo>
                  <a:cubicBezTo>
                    <a:pt x="239" y="126"/>
                    <a:pt x="232" y="119"/>
                    <a:pt x="223" y="119"/>
                  </a:cubicBezTo>
                  <a:lnTo>
                    <a:pt x="137" y="11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58" name="Freeform 459">
              <a:extLst>
                <a:ext uri="{FF2B5EF4-FFF2-40B4-BE49-F238E27FC236}">
                  <a16:creationId xmlns:a16="http://schemas.microsoft.com/office/drawing/2014/main" id="{85574043-CF10-8D60-4157-E39CF75F74C6}"/>
                </a:ext>
              </a:extLst>
            </p:cNvPr>
            <p:cNvSpPr>
              <a:spLocks noChangeArrowheads="1"/>
            </p:cNvSpPr>
            <p:nvPr/>
          </p:nvSpPr>
          <p:spPr bwMode="auto">
            <a:xfrm>
              <a:off x="4786313" y="5875338"/>
              <a:ext cx="53975" cy="53975"/>
            </a:xfrm>
            <a:custGeom>
              <a:avLst/>
              <a:gdLst>
                <a:gd name="T0" fmla="*/ 74 w 151"/>
                <a:gd name="T1" fmla="*/ 148 h 149"/>
                <a:gd name="T2" fmla="*/ 74 w 151"/>
                <a:gd name="T3" fmla="*/ 148 h 149"/>
                <a:gd name="T4" fmla="*/ 150 w 151"/>
                <a:gd name="T5" fmla="*/ 74 h 149"/>
                <a:gd name="T6" fmla="*/ 74 w 151"/>
                <a:gd name="T7" fmla="*/ 0 h 149"/>
                <a:gd name="T8" fmla="*/ 0 w 151"/>
                <a:gd name="T9" fmla="*/ 74 h 149"/>
                <a:gd name="T10" fmla="*/ 74 w 151"/>
                <a:gd name="T11" fmla="*/ 148 h 149"/>
                <a:gd name="T12" fmla="*/ 74 w 151"/>
                <a:gd name="T13" fmla="*/ 29 h 149"/>
                <a:gd name="T14" fmla="*/ 74 w 151"/>
                <a:gd name="T15" fmla="*/ 29 h 149"/>
                <a:gd name="T16" fmla="*/ 119 w 151"/>
                <a:gd name="T17" fmla="*/ 74 h 149"/>
                <a:gd name="T18" fmla="*/ 74 w 151"/>
                <a:gd name="T19" fmla="*/ 118 h 149"/>
                <a:gd name="T20" fmla="*/ 30 w 151"/>
                <a:gd name="T21" fmla="*/ 74 h 149"/>
                <a:gd name="T22" fmla="*/ 74 w 151"/>
                <a:gd name="T23" fmla="*/ 29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49">
                  <a:moveTo>
                    <a:pt x="74" y="148"/>
                  </a:moveTo>
                  <a:lnTo>
                    <a:pt x="74" y="148"/>
                  </a:lnTo>
                  <a:cubicBezTo>
                    <a:pt x="116" y="148"/>
                    <a:pt x="150" y="116"/>
                    <a:pt x="150" y="74"/>
                  </a:cubicBezTo>
                  <a:cubicBezTo>
                    <a:pt x="150" y="33"/>
                    <a:pt x="116" y="0"/>
                    <a:pt x="74" y="0"/>
                  </a:cubicBezTo>
                  <a:cubicBezTo>
                    <a:pt x="34" y="0"/>
                    <a:pt x="0" y="33"/>
                    <a:pt x="0" y="74"/>
                  </a:cubicBezTo>
                  <a:cubicBezTo>
                    <a:pt x="0" y="116"/>
                    <a:pt x="34" y="148"/>
                    <a:pt x="74" y="148"/>
                  </a:cubicBezTo>
                  <a:close/>
                  <a:moveTo>
                    <a:pt x="74" y="29"/>
                  </a:moveTo>
                  <a:lnTo>
                    <a:pt x="74" y="29"/>
                  </a:lnTo>
                  <a:cubicBezTo>
                    <a:pt x="99" y="29"/>
                    <a:pt x="119" y="49"/>
                    <a:pt x="119" y="74"/>
                  </a:cubicBezTo>
                  <a:cubicBezTo>
                    <a:pt x="119" y="99"/>
                    <a:pt x="99" y="118"/>
                    <a:pt x="74" y="118"/>
                  </a:cubicBezTo>
                  <a:cubicBezTo>
                    <a:pt x="51" y="118"/>
                    <a:pt x="30" y="99"/>
                    <a:pt x="30" y="74"/>
                  </a:cubicBezTo>
                  <a:cubicBezTo>
                    <a:pt x="30" y="49"/>
                    <a:pt x="51" y="29"/>
                    <a:pt x="74" y="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59" name="Group 562">
            <a:extLst>
              <a:ext uri="{FF2B5EF4-FFF2-40B4-BE49-F238E27FC236}">
                <a16:creationId xmlns:a16="http://schemas.microsoft.com/office/drawing/2014/main" id="{BB9DF412-942B-7309-D8D2-7E39A13C9E59}"/>
              </a:ext>
            </a:extLst>
          </p:cNvPr>
          <p:cNvGrpSpPr/>
          <p:nvPr/>
        </p:nvGrpSpPr>
        <p:grpSpPr>
          <a:xfrm>
            <a:off x="4658394" y="5514082"/>
            <a:ext cx="247650" cy="252412"/>
            <a:chOff x="3630613" y="5875338"/>
            <a:chExt cx="247650" cy="252412"/>
          </a:xfrm>
          <a:solidFill>
            <a:schemeClr val="accent4"/>
          </a:solidFill>
        </p:grpSpPr>
        <p:sp>
          <p:nvSpPr>
            <p:cNvPr id="560" name="Freeform 460">
              <a:extLst>
                <a:ext uri="{FF2B5EF4-FFF2-40B4-BE49-F238E27FC236}">
                  <a16:creationId xmlns:a16="http://schemas.microsoft.com/office/drawing/2014/main" id="{981B1EA4-EA6C-C25E-E5D9-D4C418B6932C}"/>
                </a:ext>
              </a:extLst>
            </p:cNvPr>
            <p:cNvSpPr>
              <a:spLocks noChangeArrowheads="1"/>
            </p:cNvSpPr>
            <p:nvPr/>
          </p:nvSpPr>
          <p:spPr bwMode="auto">
            <a:xfrm>
              <a:off x="3630613" y="5895975"/>
              <a:ext cx="247650" cy="231775"/>
            </a:xfrm>
            <a:custGeom>
              <a:avLst/>
              <a:gdLst>
                <a:gd name="T0" fmla="*/ 342 w 686"/>
                <a:gd name="T1" fmla="*/ 0 h 644"/>
                <a:gd name="T2" fmla="*/ 4 w 686"/>
                <a:gd name="T3" fmla="*/ 353 h 644"/>
                <a:gd name="T4" fmla="*/ 15 w 686"/>
                <a:gd name="T5" fmla="*/ 357 h 644"/>
                <a:gd name="T6" fmla="*/ 17 w 686"/>
                <a:gd name="T7" fmla="*/ 357 h 644"/>
                <a:gd name="T8" fmla="*/ 22 w 686"/>
                <a:gd name="T9" fmla="*/ 356 h 644"/>
                <a:gd name="T10" fmla="*/ 27 w 686"/>
                <a:gd name="T11" fmla="*/ 353 h 644"/>
                <a:gd name="T12" fmla="*/ 29 w 686"/>
                <a:gd name="T13" fmla="*/ 349 h 644"/>
                <a:gd name="T14" fmla="*/ 31 w 686"/>
                <a:gd name="T15" fmla="*/ 344 h 644"/>
                <a:gd name="T16" fmla="*/ 31 w 686"/>
                <a:gd name="T17" fmla="*/ 342 h 644"/>
                <a:gd name="T18" fmla="*/ 31 w 686"/>
                <a:gd name="T19" fmla="*/ 342 h 644"/>
                <a:gd name="T20" fmla="*/ 73 w 686"/>
                <a:gd name="T21" fmla="*/ 309 h 644"/>
                <a:gd name="T22" fmla="*/ 180 w 686"/>
                <a:gd name="T23" fmla="*/ 316 h 644"/>
                <a:gd name="T24" fmla="*/ 206 w 686"/>
                <a:gd name="T25" fmla="*/ 342 h 644"/>
                <a:gd name="T26" fmla="*/ 206 w 686"/>
                <a:gd name="T27" fmla="*/ 344 h 644"/>
                <a:gd name="T28" fmla="*/ 208 w 686"/>
                <a:gd name="T29" fmla="*/ 346 h 644"/>
                <a:gd name="T30" fmla="*/ 209 w 686"/>
                <a:gd name="T31" fmla="*/ 352 h 644"/>
                <a:gd name="T32" fmla="*/ 213 w 686"/>
                <a:gd name="T33" fmla="*/ 355 h 644"/>
                <a:gd name="T34" fmla="*/ 219 w 686"/>
                <a:gd name="T35" fmla="*/ 357 h 644"/>
                <a:gd name="T36" fmla="*/ 222 w 686"/>
                <a:gd name="T37" fmla="*/ 357 h 644"/>
                <a:gd name="T38" fmla="*/ 223 w 686"/>
                <a:gd name="T39" fmla="*/ 357 h 644"/>
                <a:gd name="T40" fmla="*/ 239 w 686"/>
                <a:gd name="T41" fmla="*/ 344 h 644"/>
                <a:gd name="T42" fmla="*/ 283 w 686"/>
                <a:gd name="T43" fmla="*/ 309 h 644"/>
                <a:gd name="T44" fmla="*/ 328 w 686"/>
                <a:gd name="T45" fmla="*/ 579 h 644"/>
                <a:gd name="T46" fmla="*/ 328 w 686"/>
                <a:gd name="T47" fmla="*/ 579 h 644"/>
                <a:gd name="T48" fmla="*/ 353 w 686"/>
                <a:gd name="T49" fmla="*/ 634 h 644"/>
                <a:gd name="T50" fmla="*/ 418 w 686"/>
                <a:gd name="T51" fmla="*/ 635 h 644"/>
                <a:gd name="T52" fmla="*/ 444 w 686"/>
                <a:gd name="T53" fmla="*/ 585 h 644"/>
                <a:gd name="T54" fmla="*/ 430 w 686"/>
                <a:gd name="T55" fmla="*/ 569 h 644"/>
                <a:gd name="T56" fmla="*/ 414 w 686"/>
                <a:gd name="T57" fmla="*/ 585 h 644"/>
                <a:gd name="T58" fmla="*/ 403 w 686"/>
                <a:gd name="T59" fmla="*/ 610 h 644"/>
                <a:gd name="T60" fmla="*/ 370 w 686"/>
                <a:gd name="T61" fmla="*/ 609 h 644"/>
                <a:gd name="T62" fmla="*/ 357 w 686"/>
                <a:gd name="T63" fmla="*/ 579 h 644"/>
                <a:gd name="T64" fmla="*/ 357 w 686"/>
                <a:gd name="T65" fmla="*/ 579 h 644"/>
                <a:gd name="T66" fmla="*/ 417 w 686"/>
                <a:gd name="T67" fmla="*/ 316 h 644"/>
                <a:gd name="T68" fmla="*/ 446 w 686"/>
                <a:gd name="T69" fmla="*/ 344 h 644"/>
                <a:gd name="T70" fmla="*/ 462 w 686"/>
                <a:gd name="T71" fmla="*/ 357 h 644"/>
                <a:gd name="T72" fmla="*/ 463 w 686"/>
                <a:gd name="T73" fmla="*/ 357 h 644"/>
                <a:gd name="T74" fmla="*/ 469 w 686"/>
                <a:gd name="T75" fmla="*/ 356 h 644"/>
                <a:gd name="T76" fmla="*/ 473 w 686"/>
                <a:gd name="T77" fmla="*/ 353 h 644"/>
                <a:gd name="T78" fmla="*/ 476 w 686"/>
                <a:gd name="T79" fmla="*/ 349 h 644"/>
                <a:gd name="T80" fmla="*/ 477 w 686"/>
                <a:gd name="T81" fmla="*/ 344 h 644"/>
                <a:gd name="T82" fmla="*/ 477 w 686"/>
                <a:gd name="T83" fmla="*/ 342 h 644"/>
                <a:gd name="T84" fmla="*/ 477 w 686"/>
                <a:gd name="T85" fmla="*/ 342 h 644"/>
                <a:gd name="T86" fmla="*/ 516 w 686"/>
                <a:gd name="T87" fmla="*/ 309 h 644"/>
                <a:gd name="T88" fmla="*/ 629 w 686"/>
                <a:gd name="T89" fmla="*/ 314 h 644"/>
                <a:gd name="T90" fmla="*/ 653 w 686"/>
                <a:gd name="T91" fmla="*/ 342 h 644"/>
                <a:gd name="T92" fmla="*/ 653 w 686"/>
                <a:gd name="T93" fmla="*/ 344 h 644"/>
                <a:gd name="T94" fmla="*/ 654 w 686"/>
                <a:gd name="T95" fmla="*/ 346 h 644"/>
                <a:gd name="T96" fmla="*/ 656 w 686"/>
                <a:gd name="T97" fmla="*/ 350 h 644"/>
                <a:gd name="T98" fmla="*/ 660 w 686"/>
                <a:gd name="T99" fmla="*/ 355 h 644"/>
                <a:gd name="T100" fmla="*/ 665 w 686"/>
                <a:gd name="T101" fmla="*/ 357 h 644"/>
                <a:gd name="T102" fmla="*/ 668 w 686"/>
                <a:gd name="T103" fmla="*/ 357 h 644"/>
                <a:gd name="T104" fmla="*/ 669 w 686"/>
                <a:gd name="T105" fmla="*/ 357 h 644"/>
                <a:gd name="T106" fmla="*/ 685 w 686"/>
                <a:gd name="T107" fmla="*/ 344 h 644"/>
                <a:gd name="T108" fmla="*/ 626 w 686"/>
                <a:gd name="T109" fmla="*/ 281 h 644"/>
                <a:gd name="T110" fmla="*/ 565 w 686"/>
                <a:gd name="T111" fmla="*/ 268 h 644"/>
                <a:gd name="T112" fmla="*/ 460 w 686"/>
                <a:gd name="T113" fmla="*/ 310 h 644"/>
                <a:gd name="T114" fmla="*/ 342 w 686"/>
                <a:gd name="T115" fmla="*/ 268 h 644"/>
                <a:gd name="T116" fmla="*/ 223 w 686"/>
                <a:gd name="T117" fmla="*/ 310 h 644"/>
                <a:gd name="T118" fmla="*/ 119 w 686"/>
                <a:gd name="T119" fmla="*/ 268 h 644"/>
                <a:gd name="T120" fmla="*/ 34 w 686"/>
                <a:gd name="T121" fmla="*/ 295 h 644"/>
                <a:gd name="T122" fmla="*/ 342 w 686"/>
                <a:gd name="T123" fmla="*/ 31 h 644"/>
                <a:gd name="T124" fmla="*/ 650 w 686"/>
                <a:gd name="T125" fmla="*/ 293 h 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86" h="644">
                  <a:moveTo>
                    <a:pt x="342" y="0"/>
                  </a:moveTo>
                  <a:lnTo>
                    <a:pt x="342" y="0"/>
                  </a:lnTo>
                  <a:cubicBezTo>
                    <a:pt x="153" y="0"/>
                    <a:pt x="0" y="154"/>
                    <a:pt x="0" y="344"/>
                  </a:cubicBezTo>
                  <a:cubicBezTo>
                    <a:pt x="0" y="348"/>
                    <a:pt x="1" y="350"/>
                    <a:pt x="4" y="353"/>
                  </a:cubicBezTo>
                  <a:cubicBezTo>
                    <a:pt x="7" y="356"/>
                    <a:pt x="11" y="357"/>
                    <a:pt x="15" y="357"/>
                  </a:cubicBezTo>
                  <a:lnTo>
                    <a:pt x="15" y="357"/>
                  </a:lnTo>
                  <a:cubicBezTo>
                    <a:pt x="17" y="357"/>
                    <a:pt x="17" y="357"/>
                    <a:pt x="17" y="357"/>
                  </a:cubicBezTo>
                  <a:lnTo>
                    <a:pt x="17" y="357"/>
                  </a:lnTo>
                  <a:cubicBezTo>
                    <a:pt x="18" y="357"/>
                    <a:pt x="18" y="357"/>
                    <a:pt x="20" y="357"/>
                  </a:cubicBezTo>
                  <a:cubicBezTo>
                    <a:pt x="20" y="357"/>
                    <a:pt x="21" y="357"/>
                    <a:pt x="22" y="356"/>
                  </a:cubicBezTo>
                  <a:cubicBezTo>
                    <a:pt x="22" y="356"/>
                    <a:pt x="24" y="356"/>
                    <a:pt x="25" y="355"/>
                  </a:cubicBezTo>
                  <a:cubicBezTo>
                    <a:pt x="25" y="355"/>
                    <a:pt x="27" y="355"/>
                    <a:pt x="27" y="353"/>
                  </a:cubicBezTo>
                  <a:cubicBezTo>
                    <a:pt x="28" y="353"/>
                    <a:pt x="28" y="352"/>
                    <a:pt x="28" y="350"/>
                  </a:cubicBezTo>
                  <a:cubicBezTo>
                    <a:pt x="29" y="350"/>
                    <a:pt x="29" y="349"/>
                    <a:pt x="29" y="349"/>
                  </a:cubicBezTo>
                  <a:cubicBezTo>
                    <a:pt x="31" y="348"/>
                    <a:pt x="31" y="346"/>
                    <a:pt x="31" y="346"/>
                  </a:cubicBezTo>
                  <a:cubicBezTo>
                    <a:pt x="31" y="345"/>
                    <a:pt x="31" y="344"/>
                    <a:pt x="31" y="344"/>
                  </a:cubicBezTo>
                  <a:lnTo>
                    <a:pt x="31" y="344"/>
                  </a:lnTo>
                  <a:cubicBezTo>
                    <a:pt x="31" y="342"/>
                    <a:pt x="31" y="342"/>
                    <a:pt x="31" y="342"/>
                  </a:cubicBezTo>
                  <a:lnTo>
                    <a:pt x="31" y="342"/>
                  </a:lnTo>
                  <a:lnTo>
                    <a:pt x="31" y="342"/>
                  </a:lnTo>
                  <a:cubicBezTo>
                    <a:pt x="31" y="341"/>
                    <a:pt x="32" y="337"/>
                    <a:pt x="36" y="331"/>
                  </a:cubicBezTo>
                  <a:cubicBezTo>
                    <a:pt x="43" y="323"/>
                    <a:pt x="57" y="314"/>
                    <a:pt x="73" y="309"/>
                  </a:cubicBezTo>
                  <a:cubicBezTo>
                    <a:pt x="88" y="302"/>
                    <a:pt x="105" y="299"/>
                    <a:pt x="119" y="299"/>
                  </a:cubicBezTo>
                  <a:cubicBezTo>
                    <a:pt x="138" y="299"/>
                    <a:pt x="162" y="306"/>
                    <a:pt x="180" y="316"/>
                  </a:cubicBezTo>
                  <a:cubicBezTo>
                    <a:pt x="188" y="320"/>
                    <a:pt x="197" y="325"/>
                    <a:pt x="201" y="331"/>
                  </a:cubicBezTo>
                  <a:cubicBezTo>
                    <a:pt x="206" y="337"/>
                    <a:pt x="208" y="341"/>
                    <a:pt x="206" y="342"/>
                  </a:cubicBezTo>
                  <a:cubicBezTo>
                    <a:pt x="206" y="344"/>
                    <a:pt x="206" y="344"/>
                    <a:pt x="206" y="344"/>
                  </a:cubicBezTo>
                  <a:lnTo>
                    <a:pt x="206" y="344"/>
                  </a:lnTo>
                  <a:lnTo>
                    <a:pt x="206" y="344"/>
                  </a:lnTo>
                  <a:cubicBezTo>
                    <a:pt x="206" y="344"/>
                    <a:pt x="208" y="345"/>
                    <a:pt x="208" y="346"/>
                  </a:cubicBezTo>
                  <a:cubicBezTo>
                    <a:pt x="208" y="346"/>
                    <a:pt x="208" y="348"/>
                    <a:pt x="208" y="349"/>
                  </a:cubicBezTo>
                  <a:cubicBezTo>
                    <a:pt x="209" y="349"/>
                    <a:pt x="209" y="350"/>
                    <a:pt x="209" y="352"/>
                  </a:cubicBezTo>
                  <a:cubicBezTo>
                    <a:pt x="211" y="352"/>
                    <a:pt x="211" y="353"/>
                    <a:pt x="212" y="353"/>
                  </a:cubicBezTo>
                  <a:cubicBezTo>
                    <a:pt x="212" y="355"/>
                    <a:pt x="213" y="355"/>
                    <a:pt x="213" y="355"/>
                  </a:cubicBezTo>
                  <a:cubicBezTo>
                    <a:pt x="215" y="356"/>
                    <a:pt x="215" y="356"/>
                    <a:pt x="216" y="357"/>
                  </a:cubicBezTo>
                  <a:cubicBezTo>
                    <a:pt x="218" y="357"/>
                    <a:pt x="218" y="357"/>
                    <a:pt x="219" y="357"/>
                  </a:cubicBezTo>
                  <a:cubicBezTo>
                    <a:pt x="220" y="357"/>
                    <a:pt x="220" y="357"/>
                    <a:pt x="222" y="357"/>
                  </a:cubicBezTo>
                  <a:lnTo>
                    <a:pt x="222" y="357"/>
                  </a:lnTo>
                  <a:lnTo>
                    <a:pt x="222" y="357"/>
                  </a:lnTo>
                  <a:cubicBezTo>
                    <a:pt x="223" y="357"/>
                    <a:pt x="223" y="357"/>
                    <a:pt x="223" y="357"/>
                  </a:cubicBezTo>
                  <a:cubicBezTo>
                    <a:pt x="232" y="357"/>
                    <a:pt x="239" y="352"/>
                    <a:pt x="239" y="344"/>
                  </a:cubicBezTo>
                  <a:lnTo>
                    <a:pt x="239" y="344"/>
                  </a:lnTo>
                  <a:cubicBezTo>
                    <a:pt x="239" y="341"/>
                    <a:pt x="240" y="337"/>
                    <a:pt x="244" y="331"/>
                  </a:cubicBezTo>
                  <a:cubicBezTo>
                    <a:pt x="251" y="324"/>
                    <a:pt x="266" y="314"/>
                    <a:pt x="283" y="309"/>
                  </a:cubicBezTo>
                  <a:cubicBezTo>
                    <a:pt x="297" y="304"/>
                    <a:pt x="312" y="300"/>
                    <a:pt x="328" y="299"/>
                  </a:cubicBezTo>
                  <a:cubicBezTo>
                    <a:pt x="328" y="579"/>
                    <a:pt x="328" y="579"/>
                    <a:pt x="328" y="579"/>
                  </a:cubicBezTo>
                  <a:lnTo>
                    <a:pt x="328" y="579"/>
                  </a:lnTo>
                  <a:lnTo>
                    <a:pt x="328" y="579"/>
                  </a:lnTo>
                  <a:cubicBezTo>
                    <a:pt x="328" y="582"/>
                    <a:pt x="328" y="596"/>
                    <a:pt x="335" y="611"/>
                  </a:cubicBezTo>
                  <a:cubicBezTo>
                    <a:pt x="338" y="620"/>
                    <a:pt x="343" y="627"/>
                    <a:pt x="353" y="634"/>
                  </a:cubicBezTo>
                  <a:cubicBezTo>
                    <a:pt x="361" y="639"/>
                    <a:pt x="372" y="643"/>
                    <a:pt x="386" y="643"/>
                  </a:cubicBezTo>
                  <a:cubicBezTo>
                    <a:pt x="399" y="643"/>
                    <a:pt x="410" y="641"/>
                    <a:pt x="418" y="635"/>
                  </a:cubicBezTo>
                  <a:cubicBezTo>
                    <a:pt x="431" y="627"/>
                    <a:pt x="438" y="614"/>
                    <a:pt x="441" y="604"/>
                  </a:cubicBezTo>
                  <a:cubicBezTo>
                    <a:pt x="444" y="595"/>
                    <a:pt x="444" y="588"/>
                    <a:pt x="444" y="585"/>
                  </a:cubicBezTo>
                  <a:cubicBezTo>
                    <a:pt x="444" y="583"/>
                    <a:pt x="444" y="583"/>
                    <a:pt x="444" y="583"/>
                  </a:cubicBezTo>
                  <a:cubicBezTo>
                    <a:pt x="444" y="575"/>
                    <a:pt x="437" y="569"/>
                    <a:pt x="430" y="569"/>
                  </a:cubicBezTo>
                  <a:cubicBezTo>
                    <a:pt x="421" y="569"/>
                    <a:pt x="414" y="576"/>
                    <a:pt x="414" y="583"/>
                  </a:cubicBezTo>
                  <a:cubicBezTo>
                    <a:pt x="414" y="585"/>
                    <a:pt x="414" y="585"/>
                    <a:pt x="414" y="585"/>
                  </a:cubicBezTo>
                  <a:cubicBezTo>
                    <a:pt x="414" y="585"/>
                    <a:pt x="414" y="595"/>
                    <a:pt x="410" y="601"/>
                  </a:cubicBezTo>
                  <a:cubicBezTo>
                    <a:pt x="409" y="604"/>
                    <a:pt x="406" y="607"/>
                    <a:pt x="403" y="610"/>
                  </a:cubicBezTo>
                  <a:cubicBezTo>
                    <a:pt x="399" y="611"/>
                    <a:pt x="395" y="614"/>
                    <a:pt x="386" y="614"/>
                  </a:cubicBezTo>
                  <a:cubicBezTo>
                    <a:pt x="378" y="614"/>
                    <a:pt x="372" y="611"/>
                    <a:pt x="370" y="609"/>
                  </a:cubicBezTo>
                  <a:cubicBezTo>
                    <a:pt x="364" y="606"/>
                    <a:pt x="361" y="599"/>
                    <a:pt x="358" y="592"/>
                  </a:cubicBezTo>
                  <a:cubicBezTo>
                    <a:pt x="357" y="586"/>
                    <a:pt x="357" y="581"/>
                    <a:pt x="357" y="579"/>
                  </a:cubicBezTo>
                  <a:lnTo>
                    <a:pt x="357" y="579"/>
                  </a:lnTo>
                  <a:lnTo>
                    <a:pt x="357" y="579"/>
                  </a:lnTo>
                  <a:cubicBezTo>
                    <a:pt x="357" y="299"/>
                    <a:pt x="357" y="299"/>
                    <a:pt x="357" y="299"/>
                  </a:cubicBezTo>
                  <a:cubicBezTo>
                    <a:pt x="379" y="302"/>
                    <a:pt x="400" y="307"/>
                    <a:pt x="417" y="316"/>
                  </a:cubicBezTo>
                  <a:cubicBezTo>
                    <a:pt x="427" y="321"/>
                    <a:pt x="435" y="327"/>
                    <a:pt x="439" y="331"/>
                  </a:cubicBezTo>
                  <a:cubicBezTo>
                    <a:pt x="445" y="337"/>
                    <a:pt x="446" y="341"/>
                    <a:pt x="446" y="344"/>
                  </a:cubicBezTo>
                  <a:cubicBezTo>
                    <a:pt x="446" y="352"/>
                    <a:pt x="453" y="357"/>
                    <a:pt x="462" y="357"/>
                  </a:cubicBezTo>
                  <a:lnTo>
                    <a:pt x="462" y="357"/>
                  </a:lnTo>
                  <a:cubicBezTo>
                    <a:pt x="463" y="357"/>
                    <a:pt x="463" y="357"/>
                    <a:pt x="463" y="357"/>
                  </a:cubicBezTo>
                  <a:lnTo>
                    <a:pt x="463" y="357"/>
                  </a:lnTo>
                  <a:cubicBezTo>
                    <a:pt x="464" y="357"/>
                    <a:pt x="464" y="357"/>
                    <a:pt x="466" y="357"/>
                  </a:cubicBezTo>
                  <a:cubicBezTo>
                    <a:pt x="466" y="357"/>
                    <a:pt x="467" y="357"/>
                    <a:pt x="469" y="356"/>
                  </a:cubicBezTo>
                  <a:cubicBezTo>
                    <a:pt x="469" y="356"/>
                    <a:pt x="470" y="356"/>
                    <a:pt x="471" y="355"/>
                  </a:cubicBezTo>
                  <a:cubicBezTo>
                    <a:pt x="471" y="355"/>
                    <a:pt x="473" y="355"/>
                    <a:pt x="473" y="353"/>
                  </a:cubicBezTo>
                  <a:cubicBezTo>
                    <a:pt x="474" y="353"/>
                    <a:pt x="474" y="352"/>
                    <a:pt x="474" y="350"/>
                  </a:cubicBezTo>
                  <a:cubicBezTo>
                    <a:pt x="476" y="350"/>
                    <a:pt x="476" y="349"/>
                    <a:pt x="476" y="349"/>
                  </a:cubicBezTo>
                  <a:cubicBezTo>
                    <a:pt x="477" y="348"/>
                    <a:pt x="477" y="346"/>
                    <a:pt x="477" y="346"/>
                  </a:cubicBezTo>
                  <a:cubicBezTo>
                    <a:pt x="477" y="345"/>
                    <a:pt x="477" y="344"/>
                    <a:pt x="477" y="344"/>
                  </a:cubicBezTo>
                  <a:lnTo>
                    <a:pt x="477" y="344"/>
                  </a:lnTo>
                  <a:cubicBezTo>
                    <a:pt x="477" y="342"/>
                    <a:pt x="477" y="342"/>
                    <a:pt x="477" y="342"/>
                  </a:cubicBezTo>
                  <a:lnTo>
                    <a:pt x="477" y="342"/>
                  </a:lnTo>
                  <a:lnTo>
                    <a:pt x="477" y="342"/>
                  </a:lnTo>
                  <a:cubicBezTo>
                    <a:pt x="477" y="339"/>
                    <a:pt x="478" y="335"/>
                    <a:pt x="483" y="330"/>
                  </a:cubicBezTo>
                  <a:cubicBezTo>
                    <a:pt x="488" y="323"/>
                    <a:pt x="501" y="314"/>
                    <a:pt x="516" y="309"/>
                  </a:cubicBezTo>
                  <a:cubicBezTo>
                    <a:pt x="530" y="302"/>
                    <a:pt x="548" y="299"/>
                    <a:pt x="565" y="299"/>
                  </a:cubicBezTo>
                  <a:cubicBezTo>
                    <a:pt x="589" y="299"/>
                    <a:pt x="612" y="306"/>
                    <a:pt x="629" y="314"/>
                  </a:cubicBezTo>
                  <a:cubicBezTo>
                    <a:pt x="637" y="320"/>
                    <a:pt x="644" y="325"/>
                    <a:pt x="649" y="330"/>
                  </a:cubicBezTo>
                  <a:cubicBezTo>
                    <a:pt x="653" y="335"/>
                    <a:pt x="653" y="339"/>
                    <a:pt x="653" y="342"/>
                  </a:cubicBezTo>
                  <a:lnTo>
                    <a:pt x="653" y="342"/>
                  </a:lnTo>
                  <a:lnTo>
                    <a:pt x="653" y="344"/>
                  </a:lnTo>
                  <a:lnTo>
                    <a:pt x="653" y="344"/>
                  </a:lnTo>
                  <a:cubicBezTo>
                    <a:pt x="653" y="344"/>
                    <a:pt x="654" y="345"/>
                    <a:pt x="654" y="346"/>
                  </a:cubicBezTo>
                  <a:cubicBezTo>
                    <a:pt x="654" y="346"/>
                    <a:pt x="654" y="348"/>
                    <a:pt x="654" y="349"/>
                  </a:cubicBezTo>
                  <a:cubicBezTo>
                    <a:pt x="656" y="349"/>
                    <a:pt x="656" y="350"/>
                    <a:pt x="656" y="350"/>
                  </a:cubicBezTo>
                  <a:cubicBezTo>
                    <a:pt x="657" y="352"/>
                    <a:pt x="657" y="353"/>
                    <a:pt x="657" y="353"/>
                  </a:cubicBezTo>
                  <a:cubicBezTo>
                    <a:pt x="658" y="355"/>
                    <a:pt x="660" y="355"/>
                    <a:pt x="660" y="355"/>
                  </a:cubicBezTo>
                  <a:cubicBezTo>
                    <a:pt x="661" y="356"/>
                    <a:pt x="661" y="356"/>
                    <a:pt x="663" y="357"/>
                  </a:cubicBezTo>
                  <a:cubicBezTo>
                    <a:pt x="663" y="357"/>
                    <a:pt x="664" y="357"/>
                    <a:pt x="665" y="357"/>
                  </a:cubicBezTo>
                  <a:cubicBezTo>
                    <a:pt x="667" y="357"/>
                    <a:pt x="667" y="357"/>
                    <a:pt x="668" y="357"/>
                  </a:cubicBezTo>
                  <a:lnTo>
                    <a:pt x="668" y="357"/>
                  </a:lnTo>
                  <a:lnTo>
                    <a:pt x="668" y="357"/>
                  </a:lnTo>
                  <a:cubicBezTo>
                    <a:pt x="669" y="357"/>
                    <a:pt x="669" y="357"/>
                    <a:pt x="669" y="357"/>
                  </a:cubicBezTo>
                  <a:cubicBezTo>
                    <a:pt x="674" y="357"/>
                    <a:pt x="678" y="356"/>
                    <a:pt x="681" y="353"/>
                  </a:cubicBezTo>
                  <a:cubicBezTo>
                    <a:pt x="682" y="350"/>
                    <a:pt x="685" y="348"/>
                    <a:pt x="685" y="344"/>
                  </a:cubicBezTo>
                  <a:cubicBezTo>
                    <a:pt x="685" y="154"/>
                    <a:pt x="531" y="0"/>
                    <a:pt x="342" y="0"/>
                  </a:cubicBezTo>
                  <a:close/>
                  <a:moveTo>
                    <a:pt x="626" y="281"/>
                  </a:moveTo>
                  <a:lnTo>
                    <a:pt x="626" y="281"/>
                  </a:lnTo>
                  <a:cubicBezTo>
                    <a:pt x="608" y="274"/>
                    <a:pt x="587" y="268"/>
                    <a:pt x="565" y="268"/>
                  </a:cubicBezTo>
                  <a:cubicBezTo>
                    <a:pt x="537" y="268"/>
                    <a:pt x="509" y="277"/>
                    <a:pt x="487" y="289"/>
                  </a:cubicBezTo>
                  <a:cubicBezTo>
                    <a:pt x="477" y="295"/>
                    <a:pt x="467" y="302"/>
                    <a:pt x="460" y="310"/>
                  </a:cubicBezTo>
                  <a:cubicBezTo>
                    <a:pt x="449" y="298"/>
                    <a:pt x="431" y="288"/>
                    <a:pt x="412" y="281"/>
                  </a:cubicBezTo>
                  <a:cubicBezTo>
                    <a:pt x="391" y="274"/>
                    <a:pt x="367" y="268"/>
                    <a:pt x="342" y="268"/>
                  </a:cubicBezTo>
                  <a:cubicBezTo>
                    <a:pt x="310" y="268"/>
                    <a:pt x="279" y="277"/>
                    <a:pt x="254" y="289"/>
                  </a:cubicBezTo>
                  <a:cubicBezTo>
                    <a:pt x="241" y="295"/>
                    <a:pt x="232" y="302"/>
                    <a:pt x="223" y="310"/>
                  </a:cubicBezTo>
                  <a:cubicBezTo>
                    <a:pt x="212" y="298"/>
                    <a:pt x="195" y="288"/>
                    <a:pt x="177" y="281"/>
                  </a:cubicBezTo>
                  <a:cubicBezTo>
                    <a:pt x="158" y="274"/>
                    <a:pt x="138" y="268"/>
                    <a:pt x="119" y="268"/>
                  </a:cubicBezTo>
                  <a:cubicBezTo>
                    <a:pt x="94" y="270"/>
                    <a:pt x="67" y="277"/>
                    <a:pt x="43" y="289"/>
                  </a:cubicBezTo>
                  <a:cubicBezTo>
                    <a:pt x="41" y="291"/>
                    <a:pt x="38" y="293"/>
                    <a:pt x="34" y="295"/>
                  </a:cubicBezTo>
                  <a:cubicBezTo>
                    <a:pt x="45" y="228"/>
                    <a:pt x="75" y="168"/>
                    <a:pt x="121" y="122"/>
                  </a:cubicBezTo>
                  <a:cubicBezTo>
                    <a:pt x="177" y="66"/>
                    <a:pt x="255" y="31"/>
                    <a:pt x="342" y="31"/>
                  </a:cubicBezTo>
                  <a:cubicBezTo>
                    <a:pt x="428" y="31"/>
                    <a:pt x="506" y="66"/>
                    <a:pt x="564" y="122"/>
                  </a:cubicBezTo>
                  <a:cubicBezTo>
                    <a:pt x="608" y="168"/>
                    <a:pt x="640" y="226"/>
                    <a:pt x="650" y="293"/>
                  </a:cubicBezTo>
                  <a:cubicBezTo>
                    <a:pt x="643" y="288"/>
                    <a:pt x="635" y="284"/>
                    <a:pt x="626" y="2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1" name="Freeform 461">
              <a:extLst>
                <a:ext uri="{FF2B5EF4-FFF2-40B4-BE49-F238E27FC236}">
                  <a16:creationId xmlns:a16="http://schemas.microsoft.com/office/drawing/2014/main" id="{50D6AB13-20FD-6B42-8414-20DBF615B538}"/>
                </a:ext>
              </a:extLst>
            </p:cNvPr>
            <p:cNvSpPr>
              <a:spLocks noChangeArrowheads="1"/>
            </p:cNvSpPr>
            <p:nvPr/>
          </p:nvSpPr>
          <p:spPr bwMode="auto">
            <a:xfrm>
              <a:off x="3748088" y="5875338"/>
              <a:ext cx="11112" cy="20637"/>
            </a:xfrm>
            <a:custGeom>
              <a:avLst/>
              <a:gdLst>
                <a:gd name="T0" fmla="*/ 29 w 30"/>
                <a:gd name="T1" fmla="*/ 44 h 59"/>
                <a:gd name="T2" fmla="*/ 29 w 30"/>
                <a:gd name="T3" fmla="*/ 44 h 59"/>
                <a:gd name="T4" fmla="*/ 29 w 30"/>
                <a:gd name="T5" fmla="*/ 14 h 59"/>
                <a:gd name="T6" fmla="*/ 14 w 30"/>
                <a:gd name="T7" fmla="*/ 0 h 59"/>
                <a:gd name="T8" fmla="*/ 0 w 30"/>
                <a:gd name="T9" fmla="*/ 14 h 59"/>
                <a:gd name="T10" fmla="*/ 0 w 30"/>
                <a:gd name="T11" fmla="*/ 44 h 59"/>
                <a:gd name="T12" fmla="*/ 14 w 30"/>
                <a:gd name="T13" fmla="*/ 58 h 59"/>
                <a:gd name="T14" fmla="*/ 29 w 30"/>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59">
                  <a:moveTo>
                    <a:pt x="29" y="44"/>
                  </a:moveTo>
                  <a:lnTo>
                    <a:pt x="29" y="44"/>
                  </a:lnTo>
                  <a:cubicBezTo>
                    <a:pt x="29" y="14"/>
                    <a:pt x="29" y="14"/>
                    <a:pt x="29" y="14"/>
                  </a:cubicBezTo>
                  <a:cubicBezTo>
                    <a:pt x="29" y="7"/>
                    <a:pt x="22" y="0"/>
                    <a:pt x="14" y="0"/>
                  </a:cubicBezTo>
                  <a:cubicBezTo>
                    <a:pt x="5" y="0"/>
                    <a:pt x="0" y="7"/>
                    <a:pt x="0" y="14"/>
                  </a:cubicBezTo>
                  <a:cubicBezTo>
                    <a:pt x="0" y="44"/>
                    <a:pt x="0" y="44"/>
                    <a:pt x="0" y="44"/>
                  </a:cubicBezTo>
                  <a:cubicBezTo>
                    <a:pt x="0" y="53"/>
                    <a:pt x="5" y="58"/>
                    <a:pt x="14" y="58"/>
                  </a:cubicBezTo>
                  <a:cubicBezTo>
                    <a:pt x="22" y="58"/>
                    <a:pt x="29" y="53"/>
                    <a:pt x="29"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62" name="Group 565">
            <a:extLst>
              <a:ext uri="{FF2B5EF4-FFF2-40B4-BE49-F238E27FC236}">
                <a16:creationId xmlns:a16="http://schemas.microsoft.com/office/drawing/2014/main" id="{9A588400-692A-C515-2C98-55E443ACAA54}"/>
              </a:ext>
            </a:extLst>
          </p:cNvPr>
          <p:cNvGrpSpPr/>
          <p:nvPr/>
        </p:nvGrpSpPr>
        <p:grpSpPr>
          <a:xfrm>
            <a:off x="5161631" y="5008463"/>
            <a:ext cx="257175" cy="227013"/>
            <a:chOff x="4133850" y="5381625"/>
            <a:chExt cx="257175" cy="227013"/>
          </a:xfrm>
          <a:solidFill>
            <a:schemeClr val="accent4"/>
          </a:solidFill>
        </p:grpSpPr>
        <p:sp>
          <p:nvSpPr>
            <p:cNvPr id="563" name="Freeform 462">
              <a:extLst>
                <a:ext uri="{FF2B5EF4-FFF2-40B4-BE49-F238E27FC236}">
                  <a16:creationId xmlns:a16="http://schemas.microsoft.com/office/drawing/2014/main" id="{E856C206-CFA8-623E-4E40-B748AD534D26}"/>
                </a:ext>
              </a:extLst>
            </p:cNvPr>
            <p:cNvSpPr>
              <a:spLocks noChangeArrowheads="1"/>
            </p:cNvSpPr>
            <p:nvPr/>
          </p:nvSpPr>
          <p:spPr bwMode="auto">
            <a:xfrm>
              <a:off x="4240213" y="5478463"/>
              <a:ext cx="44450" cy="130175"/>
            </a:xfrm>
            <a:custGeom>
              <a:avLst/>
              <a:gdLst>
                <a:gd name="T0" fmla="*/ 79 w 122"/>
                <a:gd name="T1" fmla="*/ 3 h 362"/>
                <a:gd name="T2" fmla="*/ 79 w 122"/>
                <a:gd name="T3" fmla="*/ 3 h 362"/>
                <a:gd name="T4" fmla="*/ 61 w 122"/>
                <a:gd name="T5" fmla="*/ 12 h 362"/>
                <a:gd name="T6" fmla="*/ 61 w 122"/>
                <a:gd name="T7" fmla="*/ 12 h 362"/>
                <a:gd name="T8" fmla="*/ 1 w 122"/>
                <a:gd name="T9" fmla="*/ 191 h 362"/>
                <a:gd name="T10" fmla="*/ 4 w 122"/>
                <a:gd name="T11" fmla="*/ 205 h 362"/>
                <a:gd name="T12" fmla="*/ 15 w 122"/>
                <a:gd name="T13" fmla="*/ 210 h 362"/>
                <a:gd name="T14" fmla="*/ 84 w 122"/>
                <a:gd name="T15" fmla="*/ 210 h 362"/>
                <a:gd name="T16" fmla="*/ 32 w 122"/>
                <a:gd name="T17" fmla="*/ 339 h 362"/>
                <a:gd name="T18" fmla="*/ 40 w 122"/>
                <a:gd name="T19" fmla="*/ 358 h 362"/>
                <a:gd name="T20" fmla="*/ 60 w 122"/>
                <a:gd name="T21" fmla="*/ 350 h 362"/>
                <a:gd name="T22" fmla="*/ 118 w 122"/>
                <a:gd name="T23" fmla="*/ 201 h 362"/>
                <a:gd name="T24" fmla="*/ 117 w 122"/>
                <a:gd name="T25" fmla="*/ 187 h 362"/>
                <a:gd name="T26" fmla="*/ 105 w 122"/>
                <a:gd name="T27" fmla="*/ 181 h 362"/>
                <a:gd name="T28" fmla="*/ 36 w 122"/>
                <a:gd name="T29" fmla="*/ 181 h 362"/>
                <a:gd name="T30" fmla="*/ 89 w 122"/>
                <a:gd name="T31" fmla="*/ 22 h 362"/>
                <a:gd name="T32" fmla="*/ 79 w 122"/>
                <a:gd name="T33" fmla="*/ 3 h 36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22" h="362">
                  <a:moveTo>
                    <a:pt x="79" y="3"/>
                  </a:moveTo>
                  <a:lnTo>
                    <a:pt x="79" y="3"/>
                  </a:lnTo>
                  <a:cubicBezTo>
                    <a:pt x="72" y="0"/>
                    <a:pt x="64" y="4"/>
                    <a:pt x="61" y="12"/>
                  </a:cubicBezTo>
                  <a:lnTo>
                    <a:pt x="61" y="12"/>
                  </a:lnTo>
                  <a:cubicBezTo>
                    <a:pt x="1" y="191"/>
                    <a:pt x="1" y="191"/>
                    <a:pt x="1" y="191"/>
                  </a:cubicBezTo>
                  <a:cubicBezTo>
                    <a:pt x="0" y="195"/>
                    <a:pt x="1" y="201"/>
                    <a:pt x="4" y="205"/>
                  </a:cubicBezTo>
                  <a:cubicBezTo>
                    <a:pt x="7" y="208"/>
                    <a:pt x="11" y="210"/>
                    <a:pt x="15" y="210"/>
                  </a:cubicBezTo>
                  <a:cubicBezTo>
                    <a:pt x="84" y="210"/>
                    <a:pt x="84" y="210"/>
                    <a:pt x="84" y="210"/>
                  </a:cubicBezTo>
                  <a:cubicBezTo>
                    <a:pt x="32" y="339"/>
                    <a:pt x="32" y="339"/>
                    <a:pt x="32" y="339"/>
                  </a:cubicBezTo>
                  <a:cubicBezTo>
                    <a:pt x="29" y="346"/>
                    <a:pt x="32" y="355"/>
                    <a:pt x="40" y="358"/>
                  </a:cubicBezTo>
                  <a:cubicBezTo>
                    <a:pt x="47" y="361"/>
                    <a:pt x="56" y="357"/>
                    <a:pt x="60" y="350"/>
                  </a:cubicBezTo>
                  <a:cubicBezTo>
                    <a:pt x="118" y="201"/>
                    <a:pt x="118" y="201"/>
                    <a:pt x="118" y="201"/>
                  </a:cubicBezTo>
                  <a:cubicBezTo>
                    <a:pt x="121" y="196"/>
                    <a:pt x="120" y="191"/>
                    <a:pt x="117" y="187"/>
                  </a:cubicBezTo>
                  <a:cubicBezTo>
                    <a:pt x="114" y="182"/>
                    <a:pt x="110" y="181"/>
                    <a:pt x="105" y="181"/>
                  </a:cubicBezTo>
                  <a:cubicBezTo>
                    <a:pt x="36" y="181"/>
                    <a:pt x="36" y="181"/>
                    <a:pt x="36" y="181"/>
                  </a:cubicBezTo>
                  <a:cubicBezTo>
                    <a:pt x="89" y="22"/>
                    <a:pt x="89" y="22"/>
                    <a:pt x="89" y="22"/>
                  </a:cubicBezTo>
                  <a:cubicBezTo>
                    <a:pt x="92" y="14"/>
                    <a:pt x="88" y="5"/>
                    <a:pt x="79"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4" name="Freeform 463">
              <a:extLst>
                <a:ext uri="{FF2B5EF4-FFF2-40B4-BE49-F238E27FC236}">
                  <a16:creationId xmlns:a16="http://schemas.microsoft.com/office/drawing/2014/main" id="{BE70D6C5-A413-94CB-BD9C-42B28F178CF9}"/>
                </a:ext>
              </a:extLst>
            </p:cNvPr>
            <p:cNvSpPr>
              <a:spLocks noChangeArrowheads="1"/>
            </p:cNvSpPr>
            <p:nvPr/>
          </p:nvSpPr>
          <p:spPr bwMode="auto">
            <a:xfrm>
              <a:off x="4191000" y="5381625"/>
              <a:ext cx="200025" cy="171450"/>
            </a:xfrm>
            <a:custGeom>
              <a:avLst/>
              <a:gdLst>
                <a:gd name="T0" fmla="*/ 410 w 555"/>
                <a:gd name="T1" fmla="*/ 123 h 476"/>
                <a:gd name="T2" fmla="*/ 410 w 555"/>
                <a:gd name="T3" fmla="*/ 123 h 476"/>
                <a:gd name="T4" fmla="*/ 211 w 555"/>
                <a:gd name="T5" fmla="*/ 0 h 476"/>
                <a:gd name="T6" fmla="*/ 3 w 555"/>
                <a:gd name="T7" fmla="*/ 143 h 476"/>
                <a:gd name="T8" fmla="*/ 11 w 555"/>
                <a:gd name="T9" fmla="*/ 163 h 476"/>
                <a:gd name="T10" fmla="*/ 31 w 555"/>
                <a:gd name="T11" fmla="*/ 155 h 476"/>
                <a:gd name="T12" fmla="*/ 211 w 555"/>
                <a:gd name="T13" fmla="*/ 29 h 476"/>
                <a:gd name="T14" fmla="*/ 387 w 555"/>
                <a:gd name="T15" fmla="*/ 142 h 476"/>
                <a:gd name="T16" fmla="*/ 391 w 555"/>
                <a:gd name="T17" fmla="*/ 149 h 476"/>
                <a:gd name="T18" fmla="*/ 398 w 555"/>
                <a:gd name="T19" fmla="*/ 150 h 476"/>
                <a:gd name="T20" fmla="*/ 523 w 555"/>
                <a:gd name="T21" fmla="*/ 297 h 476"/>
                <a:gd name="T22" fmla="*/ 480 w 555"/>
                <a:gd name="T23" fmla="*/ 403 h 476"/>
                <a:gd name="T24" fmla="*/ 375 w 555"/>
                <a:gd name="T25" fmla="*/ 446 h 476"/>
                <a:gd name="T26" fmla="*/ 361 w 555"/>
                <a:gd name="T27" fmla="*/ 446 h 476"/>
                <a:gd name="T28" fmla="*/ 361 w 555"/>
                <a:gd name="T29" fmla="*/ 446 h 476"/>
                <a:gd name="T30" fmla="*/ 331 w 555"/>
                <a:gd name="T31" fmla="*/ 446 h 476"/>
                <a:gd name="T32" fmla="*/ 317 w 555"/>
                <a:gd name="T33" fmla="*/ 460 h 476"/>
                <a:gd name="T34" fmla="*/ 331 w 555"/>
                <a:gd name="T35" fmla="*/ 475 h 476"/>
                <a:gd name="T36" fmla="*/ 360 w 555"/>
                <a:gd name="T37" fmla="*/ 475 h 476"/>
                <a:gd name="T38" fmla="*/ 374 w 555"/>
                <a:gd name="T39" fmla="*/ 475 h 476"/>
                <a:gd name="T40" fmla="*/ 374 w 555"/>
                <a:gd name="T41" fmla="*/ 475 h 476"/>
                <a:gd name="T42" fmla="*/ 375 w 555"/>
                <a:gd name="T43" fmla="*/ 475 h 476"/>
                <a:gd name="T44" fmla="*/ 554 w 555"/>
                <a:gd name="T45" fmla="*/ 297 h 476"/>
                <a:gd name="T46" fmla="*/ 410 w 555"/>
                <a:gd name="T47"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555" h="476">
                  <a:moveTo>
                    <a:pt x="410" y="123"/>
                  </a:moveTo>
                  <a:lnTo>
                    <a:pt x="410" y="123"/>
                  </a:lnTo>
                  <a:cubicBezTo>
                    <a:pt x="374" y="50"/>
                    <a:pt x="299" y="0"/>
                    <a:pt x="211" y="0"/>
                  </a:cubicBezTo>
                  <a:cubicBezTo>
                    <a:pt x="116" y="0"/>
                    <a:pt x="35" y="60"/>
                    <a:pt x="3" y="143"/>
                  </a:cubicBezTo>
                  <a:cubicBezTo>
                    <a:pt x="0" y="152"/>
                    <a:pt x="3" y="160"/>
                    <a:pt x="11" y="163"/>
                  </a:cubicBezTo>
                  <a:cubicBezTo>
                    <a:pt x="18" y="166"/>
                    <a:pt x="28" y="162"/>
                    <a:pt x="31" y="155"/>
                  </a:cubicBezTo>
                  <a:cubicBezTo>
                    <a:pt x="59" y="82"/>
                    <a:pt x="129" y="29"/>
                    <a:pt x="211" y="29"/>
                  </a:cubicBezTo>
                  <a:cubicBezTo>
                    <a:pt x="289" y="29"/>
                    <a:pt x="356" y="75"/>
                    <a:pt x="387" y="142"/>
                  </a:cubicBezTo>
                  <a:cubicBezTo>
                    <a:pt x="391" y="149"/>
                    <a:pt x="391" y="149"/>
                    <a:pt x="391" y="149"/>
                  </a:cubicBezTo>
                  <a:cubicBezTo>
                    <a:pt x="398" y="150"/>
                    <a:pt x="398" y="150"/>
                    <a:pt x="398" y="150"/>
                  </a:cubicBezTo>
                  <a:cubicBezTo>
                    <a:pt x="469" y="162"/>
                    <a:pt x="523" y="223"/>
                    <a:pt x="523" y="297"/>
                  </a:cubicBezTo>
                  <a:cubicBezTo>
                    <a:pt x="523" y="339"/>
                    <a:pt x="507" y="375"/>
                    <a:pt x="480" y="403"/>
                  </a:cubicBezTo>
                  <a:cubicBezTo>
                    <a:pt x="454" y="429"/>
                    <a:pt x="416" y="446"/>
                    <a:pt x="375" y="446"/>
                  </a:cubicBezTo>
                  <a:cubicBezTo>
                    <a:pt x="361" y="446"/>
                    <a:pt x="361" y="446"/>
                    <a:pt x="361" y="446"/>
                  </a:cubicBezTo>
                  <a:lnTo>
                    <a:pt x="361" y="446"/>
                  </a:lnTo>
                  <a:cubicBezTo>
                    <a:pt x="331" y="446"/>
                    <a:pt x="331" y="446"/>
                    <a:pt x="331" y="446"/>
                  </a:cubicBezTo>
                  <a:cubicBezTo>
                    <a:pt x="322" y="446"/>
                    <a:pt x="317" y="452"/>
                    <a:pt x="317" y="460"/>
                  </a:cubicBezTo>
                  <a:cubicBezTo>
                    <a:pt x="317" y="468"/>
                    <a:pt x="322" y="475"/>
                    <a:pt x="331" y="475"/>
                  </a:cubicBezTo>
                  <a:cubicBezTo>
                    <a:pt x="360" y="475"/>
                    <a:pt x="360" y="475"/>
                    <a:pt x="360" y="475"/>
                  </a:cubicBezTo>
                  <a:cubicBezTo>
                    <a:pt x="374" y="475"/>
                    <a:pt x="374" y="475"/>
                    <a:pt x="374" y="475"/>
                  </a:cubicBezTo>
                  <a:lnTo>
                    <a:pt x="374" y="475"/>
                  </a:lnTo>
                  <a:cubicBezTo>
                    <a:pt x="375" y="475"/>
                    <a:pt x="375" y="475"/>
                    <a:pt x="375" y="475"/>
                  </a:cubicBezTo>
                  <a:cubicBezTo>
                    <a:pt x="473"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65" name="Freeform 464">
              <a:extLst>
                <a:ext uri="{FF2B5EF4-FFF2-40B4-BE49-F238E27FC236}">
                  <a16:creationId xmlns:a16="http://schemas.microsoft.com/office/drawing/2014/main" id="{3012E619-6671-16E2-EB5F-8E3327A89A74}"/>
                </a:ext>
              </a:extLst>
            </p:cNvPr>
            <p:cNvSpPr>
              <a:spLocks noChangeArrowheads="1"/>
            </p:cNvSpPr>
            <p:nvPr/>
          </p:nvSpPr>
          <p:spPr bwMode="auto">
            <a:xfrm>
              <a:off x="4133850" y="5446713"/>
              <a:ext cx="98425" cy="107950"/>
            </a:xfrm>
            <a:custGeom>
              <a:avLst/>
              <a:gdLst>
                <a:gd name="T0" fmla="*/ 178 w 273"/>
                <a:gd name="T1" fmla="*/ 297 h 298"/>
                <a:gd name="T2" fmla="*/ 178 w 273"/>
                <a:gd name="T3" fmla="*/ 297 h 298"/>
                <a:gd name="T4" fmla="*/ 194 w 273"/>
                <a:gd name="T5" fmla="*/ 297 h 298"/>
                <a:gd name="T6" fmla="*/ 209 w 273"/>
                <a:gd name="T7" fmla="*/ 282 h 298"/>
                <a:gd name="T8" fmla="*/ 194 w 273"/>
                <a:gd name="T9" fmla="*/ 268 h 298"/>
                <a:gd name="T10" fmla="*/ 194 w 273"/>
                <a:gd name="T11" fmla="*/ 268 h 298"/>
                <a:gd name="T12" fmla="*/ 178 w 273"/>
                <a:gd name="T13" fmla="*/ 268 h 298"/>
                <a:gd name="T14" fmla="*/ 163 w 273"/>
                <a:gd name="T15" fmla="*/ 268 h 298"/>
                <a:gd name="T16" fmla="*/ 68 w 273"/>
                <a:gd name="T17" fmla="*/ 232 h 298"/>
                <a:gd name="T18" fmla="*/ 29 w 273"/>
                <a:gd name="T19" fmla="*/ 148 h 298"/>
                <a:gd name="T20" fmla="*/ 68 w 273"/>
                <a:gd name="T21" fmla="*/ 64 h 298"/>
                <a:gd name="T22" fmla="*/ 163 w 273"/>
                <a:gd name="T23" fmla="*/ 30 h 298"/>
                <a:gd name="T24" fmla="*/ 206 w 273"/>
                <a:gd name="T25" fmla="*/ 41 h 298"/>
                <a:gd name="T26" fmla="*/ 243 w 273"/>
                <a:gd name="T27" fmla="*/ 73 h 298"/>
                <a:gd name="T28" fmla="*/ 263 w 273"/>
                <a:gd name="T29" fmla="*/ 74 h 298"/>
                <a:gd name="T30" fmla="*/ 266 w 273"/>
                <a:gd name="T31" fmla="*/ 53 h 298"/>
                <a:gd name="T32" fmla="*/ 220 w 273"/>
                <a:gd name="T33" fmla="*/ 16 h 298"/>
                <a:gd name="T34" fmla="*/ 163 w 273"/>
                <a:gd name="T35" fmla="*/ 0 h 298"/>
                <a:gd name="T36" fmla="*/ 47 w 273"/>
                <a:gd name="T37" fmla="*/ 42 h 298"/>
                <a:gd name="T38" fmla="*/ 0 w 273"/>
                <a:gd name="T39" fmla="*/ 148 h 298"/>
                <a:gd name="T40" fmla="*/ 47 w 273"/>
                <a:gd name="T41" fmla="*/ 254 h 298"/>
                <a:gd name="T42" fmla="*/ 163 w 273"/>
                <a:gd name="T43" fmla="*/ 297 h 298"/>
                <a:gd name="T44" fmla="*/ 178 w 273"/>
                <a:gd name="T45" fmla="*/ 297 h 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273" h="298">
                  <a:moveTo>
                    <a:pt x="178" y="297"/>
                  </a:moveTo>
                  <a:lnTo>
                    <a:pt x="178" y="297"/>
                  </a:lnTo>
                  <a:cubicBezTo>
                    <a:pt x="194" y="297"/>
                    <a:pt x="194" y="297"/>
                    <a:pt x="194" y="297"/>
                  </a:cubicBezTo>
                  <a:cubicBezTo>
                    <a:pt x="202" y="297"/>
                    <a:pt x="209" y="290"/>
                    <a:pt x="209" y="282"/>
                  </a:cubicBezTo>
                  <a:cubicBezTo>
                    <a:pt x="209" y="274"/>
                    <a:pt x="202" y="268"/>
                    <a:pt x="194" y="268"/>
                  </a:cubicBezTo>
                  <a:lnTo>
                    <a:pt x="194" y="268"/>
                  </a:lnTo>
                  <a:cubicBezTo>
                    <a:pt x="178" y="268"/>
                    <a:pt x="178" y="268"/>
                    <a:pt x="178" y="268"/>
                  </a:cubicBezTo>
                  <a:cubicBezTo>
                    <a:pt x="163" y="268"/>
                    <a:pt x="163" y="268"/>
                    <a:pt x="163" y="268"/>
                  </a:cubicBezTo>
                  <a:cubicBezTo>
                    <a:pt x="125" y="268"/>
                    <a:pt x="92" y="254"/>
                    <a:pt x="68" y="232"/>
                  </a:cubicBezTo>
                  <a:cubicBezTo>
                    <a:pt x="43" y="211"/>
                    <a:pt x="29" y="182"/>
                    <a:pt x="29" y="148"/>
                  </a:cubicBezTo>
                  <a:cubicBezTo>
                    <a:pt x="29" y="116"/>
                    <a:pt x="43" y="87"/>
                    <a:pt x="68" y="64"/>
                  </a:cubicBezTo>
                  <a:cubicBezTo>
                    <a:pt x="92" y="44"/>
                    <a:pt x="125" y="30"/>
                    <a:pt x="163" y="30"/>
                  </a:cubicBezTo>
                  <a:cubicBezTo>
                    <a:pt x="177" y="30"/>
                    <a:pt x="192" y="34"/>
                    <a:pt x="206" y="41"/>
                  </a:cubicBezTo>
                  <a:cubicBezTo>
                    <a:pt x="220" y="49"/>
                    <a:pt x="233" y="60"/>
                    <a:pt x="243" y="73"/>
                  </a:cubicBezTo>
                  <a:cubicBezTo>
                    <a:pt x="248" y="78"/>
                    <a:pt x="258" y="80"/>
                    <a:pt x="263" y="74"/>
                  </a:cubicBezTo>
                  <a:cubicBezTo>
                    <a:pt x="270" y="70"/>
                    <a:pt x="272" y="60"/>
                    <a:pt x="266" y="53"/>
                  </a:cubicBezTo>
                  <a:cubicBezTo>
                    <a:pt x="254" y="38"/>
                    <a:pt x="238" y="25"/>
                    <a:pt x="220" y="16"/>
                  </a:cubicBezTo>
                  <a:cubicBezTo>
                    <a:pt x="202" y="6"/>
                    <a:pt x="183" y="0"/>
                    <a:pt x="163" y="0"/>
                  </a:cubicBezTo>
                  <a:cubicBezTo>
                    <a:pt x="118" y="0"/>
                    <a:pt x="78" y="16"/>
                    <a:pt x="47" y="42"/>
                  </a:cubicBezTo>
                  <a:cubicBezTo>
                    <a:pt x="18" y="70"/>
                    <a:pt x="0" y="108"/>
                    <a:pt x="0" y="148"/>
                  </a:cubicBezTo>
                  <a:cubicBezTo>
                    <a:pt x="0" y="190"/>
                    <a:pt x="18" y="228"/>
                    <a:pt x="47" y="254"/>
                  </a:cubicBezTo>
                  <a:cubicBezTo>
                    <a:pt x="78" y="281"/>
                    <a:pt x="118" y="297"/>
                    <a:pt x="163" y="297"/>
                  </a:cubicBezTo>
                  <a:lnTo>
                    <a:pt x="178" y="29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66" name="Freeform 465">
            <a:extLst>
              <a:ext uri="{FF2B5EF4-FFF2-40B4-BE49-F238E27FC236}">
                <a16:creationId xmlns:a16="http://schemas.microsoft.com/office/drawing/2014/main" id="{74951D9F-E834-5C5F-71ED-25E2B39D7751}"/>
              </a:ext>
            </a:extLst>
          </p:cNvPr>
          <p:cNvSpPr>
            <a:spLocks noChangeArrowheads="1"/>
          </p:cNvSpPr>
          <p:nvPr/>
        </p:nvSpPr>
        <p:spPr bwMode="auto">
          <a:xfrm>
            <a:off x="4710781" y="5950074"/>
            <a:ext cx="150813" cy="257175"/>
          </a:xfrm>
          <a:custGeom>
            <a:avLst/>
            <a:gdLst>
              <a:gd name="T0" fmla="*/ 289 w 417"/>
              <a:gd name="T1" fmla="*/ 162 h 715"/>
              <a:gd name="T2" fmla="*/ 289 w 417"/>
              <a:gd name="T3" fmla="*/ 162 h 715"/>
              <a:gd name="T4" fmla="*/ 244 w 417"/>
              <a:gd name="T5" fmla="*/ 81 h 715"/>
              <a:gd name="T6" fmla="*/ 223 w 417"/>
              <a:gd name="T7" fmla="*/ 12 h 715"/>
              <a:gd name="T8" fmla="*/ 208 w 417"/>
              <a:gd name="T9" fmla="*/ 0 h 715"/>
              <a:gd name="T10" fmla="*/ 193 w 417"/>
              <a:gd name="T11" fmla="*/ 12 h 715"/>
              <a:gd name="T12" fmla="*/ 158 w 417"/>
              <a:gd name="T13" fmla="*/ 106 h 715"/>
              <a:gd name="T14" fmla="*/ 59 w 417"/>
              <a:gd name="T15" fmla="*/ 279 h 715"/>
              <a:gd name="T16" fmla="*/ 0 w 417"/>
              <a:gd name="T17" fmla="*/ 460 h 715"/>
              <a:gd name="T18" fmla="*/ 67 w 417"/>
              <a:gd name="T19" fmla="*/ 657 h 715"/>
              <a:gd name="T20" fmla="*/ 208 w 417"/>
              <a:gd name="T21" fmla="*/ 714 h 715"/>
              <a:gd name="T22" fmla="*/ 349 w 417"/>
              <a:gd name="T23" fmla="*/ 657 h 715"/>
              <a:gd name="T24" fmla="*/ 416 w 417"/>
              <a:gd name="T25" fmla="*/ 460 h 715"/>
              <a:gd name="T26" fmla="*/ 387 w 417"/>
              <a:gd name="T27" fmla="*/ 339 h 715"/>
              <a:gd name="T28" fmla="*/ 289 w 417"/>
              <a:gd name="T29" fmla="*/ 162 h 715"/>
              <a:gd name="T30" fmla="*/ 328 w 417"/>
              <a:gd name="T31" fmla="*/ 636 h 715"/>
              <a:gd name="T32" fmla="*/ 328 w 417"/>
              <a:gd name="T33" fmla="*/ 636 h 715"/>
              <a:gd name="T34" fmla="*/ 208 w 417"/>
              <a:gd name="T35" fmla="*/ 683 h 715"/>
              <a:gd name="T36" fmla="*/ 88 w 417"/>
              <a:gd name="T37" fmla="*/ 636 h 715"/>
              <a:gd name="T38" fmla="*/ 30 w 417"/>
              <a:gd name="T39" fmla="*/ 460 h 715"/>
              <a:gd name="T40" fmla="*/ 56 w 417"/>
              <a:gd name="T41" fmla="*/ 351 h 715"/>
              <a:gd name="T42" fmla="*/ 154 w 417"/>
              <a:gd name="T43" fmla="*/ 177 h 715"/>
              <a:gd name="T44" fmla="*/ 198 w 417"/>
              <a:gd name="T45" fmla="*/ 93 h 715"/>
              <a:gd name="T46" fmla="*/ 208 w 417"/>
              <a:gd name="T47" fmla="*/ 70 h 715"/>
              <a:gd name="T48" fmla="*/ 232 w 417"/>
              <a:gd name="T49" fmla="*/ 120 h 715"/>
              <a:gd name="T50" fmla="*/ 331 w 417"/>
              <a:gd name="T51" fmla="*/ 293 h 715"/>
              <a:gd name="T52" fmla="*/ 387 w 417"/>
              <a:gd name="T53" fmla="*/ 460 h 715"/>
              <a:gd name="T54" fmla="*/ 328 w 417"/>
              <a:gd name="T55" fmla="*/ 63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17" h="715">
                <a:moveTo>
                  <a:pt x="289" y="162"/>
                </a:moveTo>
                <a:lnTo>
                  <a:pt x="289" y="162"/>
                </a:lnTo>
                <a:cubicBezTo>
                  <a:pt x="272" y="132"/>
                  <a:pt x="257" y="106"/>
                  <a:pt x="244" y="81"/>
                </a:cubicBezTo>
                <a:cubicBezTo>
                  <a:pt x="233" y="56"/>
                  <a:pt x="225" y="32"/>
                  <a:pt x="223" y="12"/>
                </a:cubicBezTo>
                <a:cubicBezTo>
                  <a:pt x="222" y="6"/>
                  <a:pt x="215" y="0"/>
                  <a:pt x="208" y="0"/>
                </a:cubicBezTo>
                <a:cubicBezTo>
                  <a:pt x="201" y="0"/>
                  <a:pt x="194" y="6"/>
                  <a:pt x="193" y="12"/>
                </a:cubicBezTo>
                <a:cubicBezTo>
                  <a:pt x="190" y="39"/>
                  <a:pt x="177" y="71"/>
                  <a:pt x="158" y="106"/>
                </a:cubicBezTo>
                <a:cubicBezTo>
                  <a:pt x="131" y="159"/>
                  <a:pt x="91" y="219"/>
                  <a:pt x="59" y="279"/>
                </a:cubicBezTo>
                <a:cubicBezTo>
                  <a:pt x="27" y="339"/>
                  <a:pt x="0" y="400"/>
                  <a:pt x="0" y="460"/>
                </a:cubicBezTo>
                <a:cubicBezTo>
                  <a:pt x="0" y="552"/>
                  <a:pt x="27" y="616"/>
                  <a:pt x="67" y="657"/>
                </a:cubicBezTo>
                <a:cubicBezTo>
                  <a:pt x="106" y="697"/>
                  <a:pt x="159" y="714"/>
                  <a:pt x="208" y="714"/>
                </a:cubicBezTo>
                <a:cubicBezTo>
                  <a:pt x="257" y="714"/>
                  <a:pt x="310" y="697"/>
                  <a:pt x="349" y="657"/>
                </a:cubicBezTo>
                <a:cubicBezTo>
                  <a:pt x="389" y="616"/>
                  <a:pt x="416" y="552"/>
                  <a:pt x="416" y="460"/>
                </a:cubicBezTo>
                <a:cubicBezTo>
                  <a:pt x="416" y="421"/>
                  <a:pt x="405" y="379"/>
                  <a:pt x="387" y="339"/>
                </a:cubicBezTo>
                <a:cubicBezTo>
                  <a:pt x="361" y="279"/>
                  <a:pt x="322" y="217"/>
                  <a:pt x="289" y="162"/>
                </a:cubicBezTo>
                <a:close/>
                <a:moveTo>
                  <a:pt x="328" y="636"/>
                </a:moveTo>
                <a:lnTo>
                  <a:pt x="328" y="636"/>
                </a:lnTo>
                <a:cubicBezTo>
                  <a:pt x="295" y="671"/>
                  <a:pt x="250" y="683"/>
                  <a:pt x="208" y="683"/>
                </a:cubicBezTo>
                <a:cubicBezTo>
                  <a:pt x="166" y="683"/>
                  <a:pt x="122" y="671"/>
                  <a:pt x="88" y="636"/>
                </a:cubicBezTo>
                <a:cubicBezTo>
                  <a:pt x="55" y="602"/>
                  <a:pt x="30" y="547"/>
                  <a:pt x="30" y="460"/>
                </a:cubicBezTo>
                <a:cubicBezTo>
                  <a:pt x="30" y="427"/>
                  <a:pt x="39" y="389"/>
                  <a:pt x="56" y="351"/>
                </a:cubicBezTo>
                <a:cubicBezTo>
                  <a:pt x="81" y="293"/>
                  <a:pt x="119" y="233"/>
                  <a:pt x="154" y="177"/>
                </a:cubicBezTo>
                <a:cubicBezTo>
                  <a:pt x="170" y="148"/>
                  <a:pt x="186" y="120"/>
                  <a:pt x="198" y="93"/>
                </a:cubicBezTo>
                <a:cubicBezTo>
                  <a:pt x="201" y="85"/>
                  <a:pt x="205" y="78"/>
                  <a:pt x="208" y="70"/>
                </a:cubicBezTo>
                <a:cubicBezTo>
                  <a:pt x="215" y="86"/>
                  <a:pt x="222" y="103"/>
                  <a:pt x="232" y="120"/>
                </a:cubicBezTo>
                <a:cubicBezTo>
                  <a:pt x="260" y="176"/>
                  <a:pt x="299" y="234"/>
                  <a:pt x="331" y="293"/>
                </a:cubicBezTo>
                <a:cubicBezTo>
                  <a:pt x="363" y="351"/>
                  <a:pt x="387" y="410"/>
                  <a:pt x="387" y="460"/>
                </a:cubicBezTo>
                <a:cubicBezTo>
                  <a:pt x="387" y="547"/>
                  <a:pt x="361" y="602"/>
                  <a:pt x="328" y="636"/>
                </a:cubicBezTo>
                <a:close/>
              </a:path>
            </a:pathLst>
          </a:custGeom>
          <a:solidFill>
            <a:schemeClr val="accent4"/>
          </a:solidFill>
          <a:ln>
            <a:noFill/>
          </a:ln>
          <a:effectLst/>
        </p:spPr>
        <p:txBody>
          <a:bodyPr wrap="none" anchor="ctr"/>
          <a:lstStyle/>
          <a:p>
            <a:endParaRPr lang="da-DK"/>
          </a:p>
        </p:txBody>
      </p:sp>
      <p:sp>
        <p:nvSpPr>
          <p:cNvPr id="567" name="Freeform 466">
            <a:extLst>
              <a:ext uri="{FF2B5EF4-FFF2-40B4-BE49-F238E27FC236}">
                <a16:creationId xmlns:a16="http://schemas.microsoft.com/office/drawing/2014/main" id="{B1EDE6A1-78C7-74FF-6907-E835AB7680EE}"/>
              </a:ext>
            </a:extLst>
          </p:cNvPr>
          <p:cNvSpPr>
            <a:spLocks noChangeArrowheads="1"/>
          </p:cNvSpPr>
          <p:nvPr/>
        </p:nvSpPr>
        <p:spPr bwMode="auto">
          <a:xfrm>
            <a:off x="6207794" y="5950074"/>
            <a:ext cx="231775" cy="257175"/>
          </a:xfrm>
          <a:custGeom>
            <a:avLst/>
            <a:gdLst>
              <a:gd name="T0" fmla="*/ 490 w 644"/>
              <a:gd name="T1" fmla="*/ 276 h 715"/>
              <a:gd name="T2" fmla="*/ 639 w 644"/>
              <a:gd name="T3" fmla="*/ 325 h 715"/>
              <a:gd name="T4" fmla="*/ 522 w 644"/>
              <a:gd name="T5" fmla="*/ 258 h 715"/>
              <a:gd name="T6" fmla="*/ 631 w 644"/>
              <a:gd name="T7" fmla="*/ 178 h 715"/>
              <a:gd name="T8" fmla="*/ 508 w 644"/>
              <a:gd name="T9" fmla="*/ 233 h 715"/>
              <a:gd name="T10" fmla="*/ 508 w 644"/>
              <a:gd name="T11" fmla="*/ 98 h 715"/>
              <a:gd name="T12" fmla="*/ 474 w 644"/>
              <a:gd name="T13" fmla="*/ 251 h 715"/>
              <a:gd name="T14" fmla="*/ 336 w 644"/>
              <a:gd name="T15" fmla="*/ 170 h 715"/>
              <a:gd name="T16" fmla="*/ 452 w 644"/>
              <a:gd name="T17" fmla="*/ 65 h 715"/>
              <a:gd name="T18" fmla="*/ 336 w 644"/>
              <a:gd name="T19" fmla="*/ 134 h 715"/>
              <a:gd name="T20" fmla="*/ 321 w 644"/>
              <a:gd name="T21" fmla="*/ 0 h 715"/>
              <a:gd name="T22" fmla="*/ 307 w 644"/>
              <a:gd name="T23" fmla="*/ 134 h 715"/>
              <a:gd name="T24" fmla="*/ 190 w 644"/>
              <a:gd name="T25" fmla="*/ 65 h 715"/>
              <a:gd name="T26" fmla="*/ 307 w 644"/>
              <a:gd name="T27" fmla="*/ 170 h 715"/>
              <a:gd name="T28" fmla="*/ 168 w 644"/>
              <a:gd name="T29" fmla="*/ 251 h 715"/>
              <a:gd name="T30" fmla="*/ 134 w 644"/>
              <a:gd name="T31" fmla="*/ 98 h 715"/>
              <a:gd name="T32" fmla="*/ 136 w 644"/>
              <a:gd name="T33" fmla="*/ 233 h 715"/>
              <a:gd name="T34" fmla="*/ 13 w 644"/>
              <a:gd name="T35" fmla="*/ 178 h 715"/>
              <a:gd name="T36" fmla="*/ 120 w 644"/>
              <a:gd name="T37" fmla="*/ 258 h 715"/>
              <a:gd name="T38" fmla="*/ 3 w 644"/>
              <a:gd name="T39" fmla="*/ 325 h 715"/>
              <a:gd name="T40" fmla="*/ 152 w 644"/>
              <a:gd name="T41" fmla="*/ 276 h 715"/>
              <a:gd name="T42" fmla="*/ 152 w 644"/>
              <a:gd name="T43" fmla="*/ 436 h 715"/>
              <a:gd name="T44" fmla="*/ 3 w 644"/>
              <a:gd name="T45" fmla="*/ 389 h 715"/>
              <a:gd name="T46" fmla="*/ 120 w 644"/>
              <a:gd name="T47" fmla="*/ 456 h 715"/>
              <a:gd name="T48" fmla="*/ 13 w 644"/>
              <a:gd name="T49" fmla="*/ 535 h 715"/>
              <a:gd name="T50" fmla="*/ 136 w 644"/>
              <a:gd name="T51" fmla="*/ 481 h 715"/>
              <a:gd name="T52" fmla="*/ 134 w 644"/>
              <a:gd name="T53" fmla="*/ 616 h 715"/>
              <a:gd name="T54" fmla="*/ 168 w 644"/>
              <a:gd name="T55" fmla="*/ 463 h 715"/>
              <a:gd name="T56" fmla="*/ 307 w 644"/>
              <a:gd name="T57" fmla="*/ 542 h 715"/>
              <a:gd name="T58" fmla="*/ 190 w 644"/>
              <a:gd name="T59" fmla="*/ 648 h 715"/>
              <a:gd name="T60" fmla="*/ 307 w 644"/>
              <a:gd name="T61" fmla="*/ 580 h 715"/>
              <a:gd name="T62" fmla="*/ 321 w 644"/>
              <a:gd name="T63" fmla="*/ 714 h 715"/>
              <a:gd name="T64" fmla="*/ 336 w 644"/>
              <a:gd name="T65" fmla="*/ 580 h 715"/>
              <a:gd name="T66" fmla="*/ 452 w 644"/>
              <a:gd name="T67" fmla="*/ 648 h 715"/>
              <a:gd name="T68" fmla="*/ 336 w 644"/>
              <a:gd name="T69" fmla="*/ 542 h 715"/>
              <a:gd name="T70" fmla="*/ 474 w 644"/>
              <a:gd name="T71" fmla="*/ 463 h 715"/>
              <a:gd name="T72" fmla="*/ 508 w 644"/>
              <a:gd name="T73" fmla="*/ 616 h 715"/>
              <a:gd name="T74" fmla="*/ 508 w 644"/>
              <a:gd name="T75" fmla="*/ 481 h 715"/>
              <a:gd name="T76" fmla="*/ 631 w 644"/>
              <a:gd name="T77" fmla="*/ 535 h 715"/>
              <a:gd name="T78" fmla="*/ 522 w 644"/>
              <a:gd name="T79" fmla="*/ 456 h 715"/>
              <a:gd name="T80" fmla="*/ 639 w 644"/>
              <a:gd name="T81" fmla="*/ 389 h 715"/>
              <a:gd name="T82" fmla="*/ 490 w 644"/>
              <a:gd name="T83" fmla="*/ 436 h 715"/>
              <a:gd name="T84" fmla="*/ 490 w 644"/>
              <a:gd name="T85" fmla="*/ 276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44" h="715">
                <a:moveTo>
                  <a:pt x="490" y="276"/>
                </a:moveTo>
                <a:lnTo>
                  <a:pt x="490" y="276"/>
                </a:lnTo>
                <a:cubicBezTo>
                  <a:pt x="620" y="332"/>
                  <a:pt x="620" y="332"/>
                  <a:pt x="620" y="332"/>
                </a:cubicBezTo>
                <a:cubicBezTo>
                  <a:pt x="628" y="335"/>
                  <a:pt x="636" y="332"/>
                  <a:pt x="639" y="325"/>
                </a:cubicBezTo>
                <a:cubicBezTo>
                  <a:pt x="643" y="317"/>
                  <a:pt x="639" y="308"/>
                  <a:pt x="632" y="305"/>
                </a:cubicBezTo>
                <a:cubicBezTo>
                  <a:pt x="522" y="258"/>
                  <a:pt x="522" y="258"/>
                  <a:pt x="522" y="258"/>
                </a:cubicBezTo>
                <a:cubicBezTo>
                  <a:pt x="625" y="198"/>
                  <a:pt x="625" y="198"/>
                  <a:pt x="625" y="198"/>
                </a:cubicBezTo>
                <a:cubicBezTo>
                  <a:pt x="632" y="194"/>
                  <a:pt x="635" y="185"/>
                  <a:pt x="631" y="178"/>
                </a:cubicBezTo>
                <a:cubicBezTo>
                  <a:pt x="626" y="171"/>
                  <a:pt x="618" y="169"/>
                  <a:pt x="610" y="173"/>
                </a:cubicBezTo>
                <a:cubicBezTo>
                  <a:pt x="508" y="233"/>
                  <a:pt x="508" y="233"/>
                  <a:pt x="508" y="233"/>
                </a:cubicBezTo>
                <a:cubicBezTo>
                  <a:pt x="522" y="114"/>
                  <a:pt x="522" y="114"/>
                  <a:pt x="522" y="114"/>
                </a:cubicBezTo>
                <a:cubicBezTo>
                  <a:pt x="522" y="106"/>
                  <a:pt x="516" y="99"/>
                  <a:pt x="508" y="98"/>
                </a:cubicBezTo>
                <a:cubicBezTo>
                  <a:pt x="501" y="96"/>
                  <a:pt x="493" y="102"/>
                  <a:pt x="493" y="110"/>
                </a:cubicBezTo>
                <a:cubicBezTo>
                  <a:pt x="474" y="251"/>
                  <a:pt x="474" y="251"/>
                  <a:pt x="474" y="251"/>
                </a:cubicBezTo>
                <a:cubicBezTo>
                  <a:pt x="336" y="330"/>
                  <a:pt x="336" y="330"/>
                  <a:pt x="336" y="330"/>
                </a:cubicBezTo>
                <a:cubicBezTo>
                  <a:pt x="336" y="170"/>
                  <a:pt x="336" y="170"/>
                  <a:pt x="336" y="170"/>
                </a:cubicBezTo>
                <a:cubicBezTo>
                  <a:pt x="449" y="86"/>
                  <a:pt x="449" y="86"/>
                  <a:pt x="449" y="86"/>
                </a:cubicBezTo>
                <a:cubicBezTo>
                  <a:pt x="456" y="81"/>
                  <a:pt x="458" y="71"/>
                  <a:pt x="452" y="65"/>
                </a:cubicBezTo>
                <a:cubicBezTo>
                  <a:pt x="448" y="59"/>
                  <a:pt x="438" y="57"/>
                  <a:pt x="431" y="63"/>
                </a:cubicBezTo>
                <a:cubicBezTo>
                  <a:pt x="336" y="134"/>
                  <a:pt x="336" y="134"/>
                  <a:pt x="336" y="134"/>
                </a:cubicBezTo>
                <a:cubicBezTo>
                  <a:pt x="336" y="14"/>
                  <a:pt x="336" y="14"/>
                  <a:pt x="336" y="14"/>
                </a:cubicBezTo>
                <a:cubicBezTo>
                  <a:pt x="336" y="7"/>
                  <a:pt x="329" y="0"/>
                  <a:pt x="321" y="0"/>
                </a:cubicBezTo>
                <a:cubicBezTo>
                  <a:pt x="313" y="0"/>
                  <a:pt x="307" y="7"/>
                  <a:pt x="307" y="14"/>
                </a:cubicBezTo>
                <a:cubicBezTo>
                  <a:pt x="307" y="134"/>
                  <a:pt x="307" y="134"/>
                  <a:pt x="307" y="134"/>
                </a:cubicBezTo>
                <a:cubicBezTo>
                  <a:pt x="211" y="63"/>
                  <a:pt x="211" y="63"/>
                  <a:pt x="211" y="63"/>
                </a:cubicBezTo>
                <a:cubicBezTo>
                  <a:pt x="205" y="57"/>
                  <a:pt x="196" y="59"/>
                  <a:pt x="190" y="65"/>
                </a:cubicBezTo>
                <a:cubicBezTo>
                  <a:pt x="186" y="71"/>
                  <a:pt x="187" y="81"/>
                  <a:pt x="194" y="86"/>
                </a:cubicBezTo>
                <a:cubicBezTo>
                  <a:pt x="307" y="170"/>
                  <a:pt x="307" y="170"/>
                  <a:pt x="307" y="170"/>
                </a:cubicBezTo>
                <a:cubicBezTo>
                  <a:pt x="307" y="330"/>
                  <a:pt x="307" y="330"/>
                  <a:pt x="307" y="330"/>
                </a:cubicBezTo>
                <a:cubicBezTo>
                  <a:pt x="168" y="251"/>
                  <a:pt x="168" y="251"/>
                  <a:pt x="168" y="251"/>
                </a:cubicBezTo>
                <a:cubicBezTo>
                  <a:pt x="151" y="110"/>
                  <a:pt x="151" y="110"/>
                  <a:pt x="151" y="110"/>
                </a:cubicBezTo>
                <a:cubicBezTo>
                  <a:pt x="149" y="102"/>
                  <a:pt x="143" y="96"/>
                  <a:pt x="134" y="98"/>
                </a:cubicBezTo>
                <a:cubicBezTo>
                  <a:pt x="126" y="99"/>
                  <a:pt x="120" y="106"/>
                  <a:pt x="122" y="114"/>
                </a:cubicBezTo>
                <a:cubicBezTo>
                  <a:pt x="136" y="233"/>
                  <a:pt x="136" y="233"/>
                  <a:pt x="136" y="233"/>
                </a:cubicBezTo>
                <a:cubicBezTo>
                  <a:pt x="32" y="173"/>
                  <a:pt x="32" y="173"/>
                  <a:pt x="32" y="173"/>
                </a:cubicBezTo>
                <a:cubicBezTo>
                  <a:pt x="25" y="169"/>
                  <a:pt x="17" y="171"/>
                  <a:pt x="13" y="178"/>
                </a:cubicBezTo>
                <a:cubicBezTo>
                  <a:pt x="9" y="185"/>
                  <a:pt x="10" y="194"/>
                  <a:pt x="18" y="198"/>
                </a:cubicBezTo>
                <a:cubicBezTo>
                  <a:pt x="120" y="258"/>
                  <a:pt x="120" y="258"/>
                  <a:pt x="120" y="258"/>
                </a:cubicBezTo>
                <a:cubicBezTo>
                  <a:pt x="11" y="305"/>
                  <a:pt x="11" y="305"/>
                  <a:pt x="11" y="305"/>
                </a:cubicBezTo>
                <a:cubicBezTo>
                  <a:pt x="4" y="308"/>
                  <a:pt x="0" y="317"/>
                  <a:pt x="3" y="325"/>
                </a:cubicBezTo>
                <a:cubicBezTo>
                  <a:pt x="7" y="332"/>
                  <a:pt x="16" y="335"/>
                  <a:pt x="23" y="332"/>
                </a:cubicBezTo>
                <a:cubicBezTo>
                  <a:pt x="152" y="276"/>
                  <a:pt x="152" y="276"/>
                  <a:pt x="152" y="276"/>
                </a:cubicBezTo>
                <a:cubicBezTo>
                  <a:pt x="292" y="357"/>
                  <a:pt x="292" y="357"/>
                  <a:pt x="292" y="357"/>
                </a:cubicBezTo>
                <a:cubicBezTo>
                  <a:pt x="152" y="436"/>
                  <a:pt x="152" y="436"/>
                  <a:pt x="152" y="436"/>
                </a:cubicBezTo>
                <a:cubicBezTo>
                  <a:pt x="23" y="381"/>
                  <a:pt x="23" y="381"/>
                  <a:pt x="23" y="381"/>
                </a:cubicBezTo>
                <a:cubicBezTo>
                  <a:pt x="16" y="378"/>
                  <a:pt x="7" y="382"/>
                  <a:pt x="3" y="389"/>
                </a:cubicBezTo>
                <a:cubicBezTo>
                  <a:pt x="0" y="396"/>
                  <a:pt x="4" y="406"/>
                  <a:pt x="11" y="409"/>
                </a:cubicBezTo>
                <a:cubicBezTo>
                  <a:pt x="120" y="456"/>
                  <a:pt x="120" y="456"/>
                  <a:pt x="120" y="456"/>
                </a:cubicBezTo>
                <a:cubicBezTo>
                  <a:pt x="18" y="515"/>
                  <a:pt x="18" y="515"/>
                  <a:pt x="18" y="515"/>
                </a:cubicBezTo>
                <a:cubicBezTo>
                  <a:pt x="10" y="519"/>
                  <a:pt x="9" y="528"/>
                  <a:pt x="13" y="535"/>
                </a:cubicBezTo>
                <a:cubicBezTo>
                  <a:pt x="17" y="542"/>
                  <a:pt x="25" y="545"/>
                  <a:pt x="32" y="541"/>
                </a:cubicBezTo>
                <a:cubicBezTo>
                  <a:pt x="136" y="481"/>
                  <a:pt x="136" y="481"/>
                  <a:pt x="136" y="481"/>
                </a:cubicBezTo>
                <a:cubicBezTo>
                  <a:pt x="122" y="600"/>
                  <a:pt x="122" y="600"/>
                  <a:pt x="122" y="600"/>
                </a:cubicBezTo>
                <a:cubicBezTo>
                  <a:pt x="120" y="608"/>
                  <a:pt x="126" y="615"/>
                  <a:pt x="134" y="616"/>
                </a:cubicBezTo>
                <a:cubicBezTo>
                  <a:pt x="143" y="616"/>
                  <a:pt x="149" y="611"/>
                  <a:pt x="151" y="602"/>
                </a:cubicBezTo>
                <a:cubicBezTo>
                  <a:pt x="168" y="463"/>
                  <a:pt x="168" y="463"/>
                  <a:pt x="168" y="463"/>
                </a:cubicBezTo>
                <a:cubicBezTo>
                  <a:pt x="307" y="382"/>
                  <a:pt x="307" y="382"/>
                  <a:pt x="307" y="382"/>
                </a:cubicBezTo>
                <a:cubicBezTo>
                  <a:pt x="307" y="542"/>
                  <a:pt x="307" y="542"/>
                  <a:pt x="307" y="542"/>
                </a:cubicBezTo>
                <a:cubicBezTo>
                  <a:pt x="194" y="628"/>
                  <a:pt x="194" y="628"/>
                  <a:pt x="194" y="628"/>
                </a:cubicBezTo>
                <a:cubicBezTo>
                  <a:pt x="187" y="632"/>
                  <a:pt x="186" y="641"/>
                  <a:pt x="190" y="648"/>
                </a:cubicBezTo>
                <a:cubicBezTo>
                  <a:pt x="196" y="655"/>
                  <a:pt x="205" y="657"/>
                  <a:pt x="211" y="651"/>
                </a:cubicBezTo>
                <a:cubicBezTo>
                  <a:pt x="307" y="580"/>
                  <a:pt x="307" y="580"/>
                  <a:pt x="307" y="580"/>
                </a:cubicBezTo>
                <a:cubicBezTo>
                  <a:pt x="307" y="699"/>
                  <a:pt x="307" y="699"/>
                  <a:pt x="307" y="699"/>
                </a:cubicBezTo>
                <a:cubicBezTo>
                  <a:pt x="307" y="707"/>
                  <a:pt x="313" y="714"/>
                  <a:pt x="321" y="714"/>
                </a:cubicBezTo>
                <a:cubicBezTo>
                  <a:pt x="329" y="714"/>
                  <a:pt x="336" y="707"/>
                  <a:pt x="336" y="699"/>
                </a:cubicBezTo>
                <a:cubicBezTo>
                  <a:pt x="336" y="580"/>
                  <a:pt x="336" y="580"/>
                  <a:pt x="336" y="580"/>
                </a:cubicBezTo>
                <a:cubicBezTo>
                  <a:pt x="431" y="651"/>
                  <a:pt x="431" y="651"/>
                  <a:pt x="431" y="651"/>
                </a:cubicBezTo>
                <a:cubicBezTo>
                  <a:pt x="438" y="657"/>
                  <a:pt x="448" y="655"/>
                  <a:pt x="452" y="648"/>
                </a:cubicBezTo>
                <a:cubicBezTo>
                  <a:pt x="458" y="641"/>
                  <a:pt x="456" y="632"/>
                  <a:pt x="449" y="628"/>
                </a:cubicBezTo>
                <a:cubicBezTo>
                  <a:pt x="336" y="542"/>
                  <a:pt x="336" y="542"/>
                  <a:pt x="336" y="542"/>
                </a:cubicBezTo>
                <a:cubicBezTo>
                  <a:pt x="336" y="382"/>
                  <a:pt x="336" y="382"/>
                  <a:pt x="336" y="382"/>
                </a:cubicBezTo>
                <a:cubicBezTo>
                  <a:pt x="474" y="463"/>
                  <a:pt x="474" y="463"/>
                  <a:pt x="474" y="463"/>
                </a:cubicBezTo>
                <a:cubicBezTo>
                  <a:pt x="493" y="602"/>
                  <a:pt x="493" y="602"/>
                  <a:pt x="493" y="602"/>
                </a:cubicBezTo>
                <a:cubicBezTo>
                  <a:pt x="493" y="611"/>
                  <a:pt x="501" y="616"/>
                  <a:pt x="508" y="616"/>
                </a:cubicBezTo>
                <a:cubicBezTo>
                  <a:pt x="516" y="615"/>
                  <a:pt x="522" y="608"/>
                  <a:pt x="522" y="600"/>
                </a:cubicBezTo>
                <a:cubicBezTo>
                  <a:pt x="508" y="481"/>
                  <a:pt x="508" y="481"/>
                  <a:pt x="508" y="481"/>
                </a:cubicBezTo>
                <a:cubicBezTo>
                  <a:pt x="610" y="541"/>
                  <a:pt x="610" y="541"/>
                  <a:pt x="610" y="541"/>
                </a:cubicBezTo>
                <a:cubicBezTo>
                  <a:pt x="618" y="545"/>
                  <a:pt x="626" y="542"/>
                  <a:pt x="631" y="535"/>
                </a:cubicBezTo>
                <a:cubicBezTo>
                  <a:pt x="635" y="528"/>
                  <a:pt x="632" y="519"/>
                  <a:pt x="625" y="515"/>
                </a:cubicBezTo>
                <a:cubicBezTo>
                  <a:pt x="522" y="456"/>
                  <a:pt x="522" y="456"/>
                  <a:pt x="522" y="456"/>
                </a:cubicBezTo>
                <a:cubicBezTo>
                  <a:pt x="632" y="409"/>
                  <a:pt x="632" y="409"/>
                  <a:pt x="632" y="409"/>
                </a:cubicBezTo>
                <a:cubicBezTo>
                  <a:pt x="639" y="406"/>
                  <a:pt x="643" y="396"/>
                  <a:pt x="639" y="389"/>
                </a:cubicBezTo>
                <a:cubicBezTo>
                  <a:pt x="636" y="382"/>
                  <a:pt x="628" y="378"/>
                  <a:pt x="620" y="381"/>
                </a:cubicBezTo>
                <a:cubicBezTo>
                  <a:pt x="490" y="436"/>
                  <a:pt x="490" y="436"/>
                  <a:pt x="490" y="436"/>
                </a:cubicBezTo>
                <a:cubicBezTo>
                  <a:pt x="352" y="357"/>
                  <a:pt x="352" y="357"/>
                  <a:pt x="352" y="357"/>
                </a:cubicBezTo>
                <a:lnTo>
                  <a:pt x="490" y="276"/>
                </a:lnTo>
              </a:path>
            </a:pathLst>
          </a:custGeom>
          <a:solidFill>
            <a:schemeClr val="accent4"/>
          </a:solidFill>
          <a:ln>
            <a:noFill/>
          </a:ln>
          <a:effectLst/>
        </p:spPr>
        <p:txBody>
          <a:bodyPr wrap="none" anchor="ctr"/>
          <a:lstStyle/>
          <a:p>
            <a:endParaRPr lang="da-DK"/>
          </a:p>
        </p:txBody>
      </p:sp>
      <p:grpSp>
        <p:nvGrpSpPr>
          <p:cNvPr id="568" name="Group 571">
            <a:extLst>
              <a:ext uri="{FF2B5EF4-FFF2-40B4-BE49-F238E27FC236}">
                <a16:creationId xmlns:a16="http://schemas.microsoft.com/office/drawing/2014/main" id="{D6CCE8B8-188F-0923-4E2D-D0CE69537F65}"/>
              </a:ext>
            </a:extLst>
          </p:cNvPr>
          <p:cNvGrpSpPr/>
          <p:nvPr/>
        </p:nvGrpSpPr>
        <p:grpSpPr>
          <a:xfrm>
            <a:off x="6261769" y="5511701"/>
            <a:ext cx="149225" cy="257175"/>
            <a:chOff x="5233988" y="5880100"/>
            <a:chExt cx="149225" cy="257175"/>
          </a:xfrm>
          <a:solidFill>
            <a:schemeClr val="accent4"/>
          </a:solidFill>
        </p:grpSpPr>
        <p:sp>
          <p:nvSpPr>
            <p:cNvPr id="569" name="Freeform 467">
              <a:extLst>
                <a:ext uri="{FF2B5EF4-FFF2-40B4-BE49-F238E27FC236}">
                  <a16:creationId xmlns:a16="http://schemas.microsoft.com/office/drawing/2014/main" id="{C56C1357-92D8-8B51-D84B-A33C13806543}"/>
                </a:ext>
              </a:extLst>
            </p:cNvPr>
            <p:cNvSpPr>
              <a:spLocks noChangeArrowheads="1"/>
            </p:cNvSpPr>
            <p:nvPr/>
          </p:nvSpPr>
          <p:spPr bwMode="auto">
            <a:xfrm>
              <a:off x="5233988" y="5880100"/>
              <a:ext cx="119062" cy="257175"/>
            </a:xfrm>
            <a:custGeom>
              <a:avLst/>
              <a:gdLst>
                <a:gd name="T0" fmla="*/ 89 w 329"/>
                <a:gd name="T1" fmla="*/ 75 h 715"/>
                <a:gd name="T2" fmla="*/ 89 w 329"/>
                <a:gd name="T3" fmla="*/ 75 h 715"/>
                <a:gd name="T4" fmla="*/ 89 w 329"/>
                <a:gd name="T5" fmla="*/ 406 h 715"/>
                <a:gd name="T6" fmla="*/ 0 w 329"/>
                <a:gd name="T7" fmla="*/ 551 h 715"/>
                <a:gd name="T8" fmla="*/ 163 w 329"/>
                <a:gd name="T9" fmla="*/ 714 h 715"/>
                <a:gd name="T10" fmla="*/ 328 w 329"/>
                <a:gd name="T11" fmla="*/ 551 h 715"/>
                <a:gd name="T12" fmla="*/ 238 w 329"/>
                <a:gd name="T13" fmla="*/ 406 h 715"/>
                <a:gd name="T14" fmla="*/ 238 w 329"/>
                <a:gd name="T15" fmla="*/ 75 h 715"/>
                <a:gd name="T16" fmla="*/ 163 w 329"/>
                <a:gd name="T17" fmla="*/ 0 h 715"/>
                <a:gd name="T18" fmla="*/ 89 w 329"/>
                <a:gd name="T19" fmla="*/ 75 h 715"/>
                <a:gd name="T20" fmla="*/ 208 w 329"/>
                <a:gd name="T21" fmla="*/ 75 h 715"/>
                <a:gd name="T22" fmla="*/ 208 w 329"/>
                <a:gd name="T23" fmla="*/ 75 h 715"/>
                <a:gd name="T24" fmla="*/ 208 w 329"/>
                <a:gd name="T25" fmla="*/ 414 h 715"/>
                <a:gd name="T26" fmla="*/ 217 w 329"/>
                <a:gd name="T27" fmla="*/ 428 h 715"/>
                <a:gd name="T28" fmla="*/ 297 w 329"/>
                <a:gd name="T29" fmla="*/ 551 h 715"/>
                <a:gd name="T30" fmla="*/ 258 w 329"/>
                <a:gd name="T31" fmla="*/ 645 h 715"/>
                <a:gd name="T32" fmla="*/ 163 w 329"/>
                <a:gd name="T33" fmla="*/ 685 h 715"/>
                <a:gd name="T34" fmla="*/ 68 w 329"/>
                <a:gd name="T35" fmla="*/ 645 h 715"/>
                <a:gd name="T36" fmla="*/ 29 w 329"/>
                <a:gd name="T37" fmla="*/ 551 h 715"/>
                <a:gd name="T38" fmla="*/ 110 w 329"/>
                <a:gd name="T39" fmla="*/ 428 h 715"/>
                <a:gd name="T40" fmla="*/ 118 w 329"/>
                <a:gd name="T41" fmla="*/ 414 h 715"/>
                <a:gd name="T42" fmla="*/ 118 w 329"/>
                <a:gd name="T43" fmla="*/ 75 h 715"/>
                <a:gd name="T44" fmla="*/ 163 w 329"/>
                <a:gd name="T45" fmla="*/ 30 h 715"/>
                <a:gd name="T46" fmla="*/ 208 w 329"/>
                <a:gd name="T47" fmla="*/ 75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329" h="715">
                  <a:moveTo>
                    <a:pt x="89" y="75"/>
                  </a:moveTo>
                  <a:lnTo>
                    <a:pt x="89" y="75"/>
                  </a:lnTo>
                  <a:cubicBezTo>
                    <a:pt x="89" y="406"/>
                    <a:pt x="89" y="406"/>
                    <a:pt x="89" y="406"/>
                  </a:cubicBezTo>
                  <a:cubicBezTo>
                    <a:pt x="36" y="432"/>
                    <a:pt x="0" y="488"/>
                    <a:pt x="0" y="551"/>
                  </a:cubicBezTo>
                  <a:cubicBezTo>
                    <a:pt x="0" y="641"/>
                    <a:pt x="74" y="714"/>
                    <a:pt x="163" y="714"/>
                  </a:cubicBezTo>
                  <a:cubicBezTo>
                    <a:pt x="254" y="714"/>
                    <a:pt x="328" y="641"/>
                    <a:pt x="328" y="551"/>
                  </a:cubicBezTo>
                  <a:cubicBezTo>
                    <a:pt x="328" y="488"/>
                    <a:pt x="291" y="432"/>
                    <a:pt x="238" y="406"/>
                  </a:cubicBezTo>
                  <a:cubicBezTo>
                    <a:pt x="238" y="75"/>
                    <a:pt x="238" y="75"/>
                    <a:pt x="238" y="75"/>
                  </a:cubicBezTo>
                  <a:cubicBezTo>
                    <a:pt x="238" y="33"/>
                    <a:pt x="205" y="0"/>
                    <a:pt x="163" y="0"/>
                  </a:cubicBezTo>
                  <a:cubicBezTo>
                    <a:pt x="123" y="0"/>
                    <a:pt x="89" y="33"/>
                    <a:pt x="89" y="75"/>
                  </a:cubicBezTo>
                  <a:close/>
                  <a:moveTo>
                    <a:pt x="208" y="75"/>
                  </a:moveTo>
                  <a:lnTo>
                    <a:pt x="208" y="75"/>
                  </a:lnTo>
                  <a:cubicBezTo>
                    <a:pt x="208" y="414"/>
                    <a:pt x="208" y="414"/>
                    <a:pt x="208" y="414"/>
                  </a:cubicBezTo>
                  <a:cubicBezTo>
                    <a:pt x="208" y="421"/>
                    <a:pt x="212" y="427"/>
                    <a:pt x="217" y="428"/>
                  </a:cubicBezTo>
                  <a:cubicBezTo>
                    <a:pt x="265" y="449"/>
                    <a:pt x="297" y="496"/>
                    <a:pt x="297" y="551"/>
                  </a:cubicBezTo>
                  <a:cubicBezTo>
                    <a:pt x="297" y="588"/>
                    <a:pt x="283" y="622"/>
                    <a:pt x="258" y="645"/>
                  </a:cubicBezTo>
                  <a:cubicBezTo>
                    <a:pt x="234" y="669"/>
                    <a:pt x="201" y="685"/>
                    <a:pt x="163" y="685"/>
                  </a:cubicBezTo>
                  <a:cubicBezTo>
                    <a:pt x="127" y="685"/>
                    <a:pt x="93" y="669"/>
                    <a:pt x="68" y="645"/>
                  </a:cubicBezTo>
                  <a:cubicBezTo>
                    <a:pt x="45" y="622"/>
                    <a:pt x="29" y="588"/>
                    <a:pt x="29" y="551"/>
                  </a:cubicBezTo>
                  <a:cubicBezTo>
                    <a:pt x="29" y="496"/>
                    <a:pt x="63" y="449"/>
                    <a:pt x="110" y="428"/>
                  </a:cubicBezTo>
                  <a:cubicBezTo>
                    <a:pt x="116" y="427"/>
                    <a:pt x="118" y="421"/>
                    <a:pt x="118" y="414"/>
                  </a:cubicBezTo>
                  <a:cubicBezTo>
                    <a:pt x="118" y="75"/>
                    <a:pt x="118" y="75"/>
                    <a:pt x="118" y="75"/>
                  </a:cubicBezTo>
                  <a:cubicBezTo>
                    <a:pt x="118" y="50"/>
                    <a:pt x="139" y="30"/>
                    <a:pt x="163" y="30"/>
                  </a:cubicBezTo>
                  <a:cubicBezTo>
                    <a:pt x="188" y="30"/>
                    <a:pt x="208" y="50"/>
                    <a:pt x="208" y="7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0" name="Freeform 468">
              <a:extLst>
                <a:ext uri="{FF2B5EF4-FFF2-40B4-BE49-F238E27FC236}">
                  <a16:creationId xmlns:a16="http://schemas.microsoft.com/office/drawing/2014/main" id="{3DBE6290-DA90-6D02-4FA2-72BB7C5FC761}"/>
                </a:ext>
              </a:extLst>
            </p:cNvPr>
            <p:cNvSpPr>
              <a:spLocks noChangeArrowheads="1"/>
            </p:cNvSpPr>
            <p:nvPr/>
          </p:nvSpPr>
          <p:spPr bwMode="auto">
            <a:xfrm>
              <a:off x="5340350" y="5900738"/>
              <a:ext cx="42863" cy="11112"/>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1" name="Freeform 469">
              <a:extLst>
                <a:ext uri="{FF2B5EF4-FFF2-40B4-BE49-F238E27FC236}">
                  <a16:creationId xmlns:a16="http://schemas.microsoft.com/office/drawing/2014/main" id="{CD2E5813-FB2A-EDA3-8DEE-E9866E7C466A}"/>
                </a:ext>
              </a:extLst>
            </p:cNvPr>
            <p:cNvSpPr>
              <a:spLocks noChangeArrowheads="1"/>
            </p:cNvSpPr>
            <p:nvPr/>
          </p:nvSpPr>
          <p:spPr bwMode="auto">
            <a:xfrm>
              <a:off x="5340350" y="59340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4"/>
                    <a:pt x="120" y="15"/>
                  </a:cubicBezTo>
                  <a:cubicBezTo>
                    <a:pt x="120" y="7"/>
                    <a:pt x="113" y="0"/>
                    <a:pt x="105"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2" name="Freeform 470">
              <a:extLst>
                <a:ext uri="{FF2B5EF4-FFF2-40B4-BE49-F238E27FC236}">
                  <a16:creationId xmlns:a16="http://schemas.microsoft.com/office/drawing/2014/main" id="{8A548B80-FD6E-E3E8-1BFE-E4FBEB6D7567}"/>
                </a:ext>
              </a:extLst>
            </p:cNvPr>
            <p:cNvSpPr>
              <a:spLocks noChangeArrowheads="1"/>
            </p:cNvSpPr>
            <p:nvPr/>
          </p:nvSpPr>
          <p:spPr bwMode="auto">
            <a:xfrm>
              <a:off x="5340350" y="5965825"/>
              <a:ext cx="42863" cy="11113"/>
            </a:xfrm>
            <a:custGeom>
              <a:avLst/>
              <a:gdLst>
                <a:gd name="T0" fmla="*/ 15 w 121"/>
                <a:gd name="T1" fmla="*/ 30 h 31"/>
                <a:gd name="T2" fmla="*/ 15 w 121"/>
                <a:gd name="T3" fmla="*/ 30 h 31"/>
                <a:gd name="T4" fmla="*/ 105 w 121"/>
                <a:gd name="T5" fmla="*/ 30 h 31"/>
                <a:gd name="T6" fmla="*/ 120 w 121"/>
                <a:gd name="T7" fmla="*/ 16 h 31"/>
                <a:gd name="T8" fmla="*/ 105 w 121"/>
                <a:gd name="T9" fmla="*/ 0 h 31"/>
                <a:gd name="T10" fmla="*/ 15 w 121"/>
                <a:gd name="T11" fmla="*/ 0 h 31"/>
                <a:gd name="T12" fmla="*/ 0 w 121"/>
                <a:gd name="T13" fmla="*/ 16 h 31"/>
                <a:gd name="T14" fmla="*/ 15 w 12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15" y="30"/>
                  </a:moveTo>
                  <a:lnTo>
                    <a:pt x="15" y="30"/>
                  </a:lnTo>
                  <a:cubicBezTo>
                    <a:pt x="105" y="30"/>
                    <a:pt x="105" y="30"/>
                    <a:pt x="105" y="30"/>
                  </a:cubicBezTo>
                  <a:cubicBezTo>
                    <a:pt x="113" y="30"/>
                    <a:pt x="120" y="24"/>
                    <a:pt x="120" y="16"/>
                  </a:cubicBezTo>
                  <a:cubicBezTo>
                    <a:pt x="120" y="7"/>
                    <a:pt x="113" y="0"/>
                    <a:pt x="105" y="0"/>
                  </a:cubicBezTo>
                  <a:cubicBezTo>
                    <a:pt x="15" y="0"/>
                    <a:pt x="15" y="0"/>
                    <a:pt x="15" y="0"/>
                  </a:cubicBezTo>
                  <a:cubicBezTo>
                    <a:pt x="7" y="0"/>
                    <a:pt x="0" y="7"/>
                    <a:pt x="0" y="16"/>
                  </a:cubicBezTo>
                  <a:cubicBezTo>
                    <a:pt x="0" y="24"/>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3" name="Freeform 471">
              <a:extLst>
                <a:ext uri="{FF2B5EF4-FFF2-40B4-BE49-F238E27FC236}">
                  <a16:creationId xmlns:a16="http://schemas.microsoft.com/office/drawing/2014/main" id="{9B0D795E-46A3-AAF4-F9B0-A90568D3AF24}"/>
                </a:ext>
              </a:extLst>
            </p:cNvPr>
            <p:cNvSpPr>
              <a:spLocks noChangeArrowheads="1"/>
            </p:cNvSpPr>
            <p:nvPr/>
          </p:nvSpPr>
          <p:spPr bwMode="auto">
            <a:xfrm>
              <a:off x="5340350" y="5997575"/>
              <a:ext cx="42863" cy="11113"/>
            </a:xfrm>
            <a:custGeom>
              <a:avLst/>
              <a:gdLst>
                <a:gd name="T0" fmla="*/ 15 w 121"/>
                <a:gd name="T1" fmla="*/ 29 h 30"/>
                <a:gd name="T2" fmla="*/ 15 w 121"/>
                <a:gd name="T3" fmla="*/ 29 h 30"/>
                <a:gd name="T4" fmla="*/ 105 w 121"/>
                <a:gd name="T5" fmla="*/ 29 h 30"/>
                <a:gd name="T6" fmla="*/ 120 w 121"/>
                <a:gd name="T7" fmla="*/ 15 h 30"/>
                <a:gd name="T8" fmla="*/ 105 w 121"/>
                <a:gd name="T9" fmla="*/ 0 h 30"/>
                <a:gd name="T10" fmla="*/ 15 w 121"/>
                <a:gd name="T11" fmla="*/ 0 h 30"/>
                <a:gd name="T12" fmla="*/ 0 w 121"/>
                <a:gd name="T13" fmla="*/ 15 h 30"/>
                <a:gd name="T14" fmla="*/ 15 w 121"/>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0">
                  <a:moveTo>
                    <a:pt x="15" y="29"/>
                  </a:moveTo>
                  <a:lnTo>
                    <a:pt x="15" y="29"/>
                  </a:lnTo>
                  <a:cubicBezTo>
                    <a:pt x="105" y="29"/>
                    <a:pt x="105" y="29"/>
                    <a:pt x="105" y="29"/>
                  </a:cubicBezTo>
                  <a:cubicBezTo>
                    <a:pt x="113" y="29"/>
                    <a:pt x="120" y="23"/>
                    <a:pt x="120" y="15"/>
                  </a:cubicBezTo>
                  <a:cubicBezTo>
                    <a:pt x="120" y="7"/>
                    <a:pt x="113" y="0"/>
                    <a:pt x="105" y="0"/>
                  </a:cubicBezTo>
                  <a:cubicBezTo>
                    <a:pt x="15" y="0"/>
                    <a:pt x="15" y="0"/>
                    <a:pt x="15" y="0"/>
                  </a:cubicBezTo>
                  <a:cubicBezTo>
                    <a:pt x="7" y="0"/>
                    <a:pt x="0" y="7"/>
                    <a:pt x="0" y="15"/>
                  </a:cubicBezTo>
                  <a:cubicBezTo>
                    <a:pt x="0" y="23"/>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4" name="Freeform 472">
              <a:extLst>
                <a:ext uri="{FF2B5EF4-FFF2-40B4-BE49-F238E27FC236}">
                  <a16:creationId xmlns:a16="http://schemas.microsoft.com/office/drawing/2014/main" id="{5C0B890B-8839-0FE3-BCF7-0CC033F40919}"/>
                </a:ext>
              </a:extLst>
            </p:cNvPr>
            <p:cNvSpPr>
              <a:spLocks noChangeArrowheads="1"/>
            </p:cNvSpPr>
            <p:nvPr/>
          </p:nvSpPr>
          <p:spPr bwMode="auto">
            <a:xfrm>
              <a:off x="5265738" y="5986463"/>
              <a:ext cx="53975" cy="117475"/>
            </a:xfrm>
            <a:custGeom>
              <a:avLst/>
              <a:gdLst>
                <a:gd name="T0" fmla="*/ 60 w 150"/>
                <a:gd name="T1" fmla="*/ 14 h 328"/>
                <a:gd name="T2" fmla="*/ 60 w 150"/>
                <a:gd name="T3" fmla="*/ 14 h 328"/>
                <a:gd name="T4" fmla="*/ 60 w 150"/>
                <a:gd name="T5" fmla="*/ 180 h 328"/>
                <a:gd name="T6" fmla="*/ 0 w 150"/>
                <a:gd name="T7" fmla="*/ 253 h 328"/>
                <a:gd name="T8" fmla="*/ 74 w 150"/>
                <a:gd name="T9" fmla="*/ 327 h 328"/>
                <a:gd name="T10" fmla="*/ 149 w 150"/>
                <a:gd name="T11" fmla="*/ 253 h 328"/>
                <a:gd name="T12" fmla="*/ 89 w 150"/>
                <a:gd name="T13" fmla="*/ 180 h 328"/>
                <a:gd name="T14" fmla="*/ 89 w 150"/>
                <a:gd name="T15" fmla="*/ 14 h 328"/>
                <a:gd name="T16" fmla="*/ 74 w 150"/>
                <a:gd name="T17" fmla="*/ 0 h 328"/>
                <a:gd name="T18" fmla="*/ 60 w 150"/>
                <a:gd name="T19" fmla="*/ 14 h 328"/>
                <a:gd name="T20" fmla="*/ 119 w 150"/>
                <a:gd name="T21" fmla="*/ 253 h 328"/>
                <a:gd name="T22" fmla="*/ 119 w 150"/>
                <a:gd name="T23" fmla="*/ 253 h 328"/>
                <a:gd name="T24" fmla="*/ 74 w 150"/>
                <a:gd name="T25" fmla="*/ 297 h 328"/>
                <a:gd name="T26" fmla="*/ 29 w 150"/>
                <a:gd name="T27" fmla="*/ 253 h 328"/>
                <a:gd name="T28" fmla="*/ 74 w 150"/>
                <a:gd name="T29" fmla="*/ 208 h 328"/>
                <a:gd name="T30" fmla="*/ 74 w 150"/>
                <a:gd name="T31" fmla="*/ 208 h 328"/>
                <a:gd name="T32" fmla="*/ 74 w 150"/>
                <a:gd name="T33" fmla="*/ 208 h 328"/>
                <a:gd name="T34" fmla="*/ 119 w 150"/>
                <a:gd name="T35" fmla="*/ 253 h 3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50" h="328">
                  <a:moveTo>
                    <a:pt x="60" y="14"/>
                  </a:moveTo>
                  <a:lnTo>
                    <a:pt x="60" y="14"/>
                  </a:lnTo>
                  <a:cubicBezTo>
                    <a:pt x="60" y="180"/>
                    <a:pt x="60" y="180"/>
                    <a:pt x="60" y="180"/>
                  </a:cubicBezTo>
                  <a:cubicBezTo>
                    <a:pt x="25" y="187"/>
                    <a:pt x="0" y="216"/>
                    <a:pt x="0" y="253"/>
                  </a:cubicBezTo>
                  <a:cubicBezTo>
                    <a:pt x="0" y="295"/>
                    <a:pt x="34" y="327"/>
                    <a:pt x="74" y="327"/>
                  </a:cubicBezTo>
                  <a:cubicBezTo>
                    <a:pt x="116" y="327"/>
                    <a:pt x="149" y="295"/>
                    <a:pt x="149" y="253"/>
                  </a:cubicBezTo>
                  <a:cubicBezTo>
                    <a:pt x="149" y="216"/>
                    <a:pt x="123" y="187"/>
                    <a:pt x="89" y="180"/>
                  </a:cubicBezTo>
                  <a:cubicBezTo>
                    <a:pt x="89" y="14"/>
                    <a:pt x="89" y="14"/>
                    <a:pt x="89" y="14"/>
                  </a:cubicBezTo>
                  <a:cubicBezTo>
                    <a:pt x="89" y="7"/>
                    <a:pt x="82" y="0"/>
                    <a:pt x="74" y="0"/>
                  </a:cubicBezTo>
                  <a:cubicBezTo>
                    <a:pt x="66" y="0"/>
                    <a:pt x="60" y="7"/>
                    <a:pt x="60" y="14"/>
                  </a:cubicBezTo>
                  <a:close/>
                  <a:moveTo>
                    <a:pt x="119" y="253"/>
                  </a:moveTo>
                  <a:lnTo>
                    <a:pt x="119" y="253"/>
                  </a:lnTo>
                  <a:cubicBezTo>
                    <a:pt x="119" y="278"/>
                    <a:pt x="99" y="297"/>
                    <a:pt x="74" y="297"/>
                  </a:cubicBezTo>
                  <a:cubicBezTo>
                    <a:pt x="50" y="297"/>
                    <a:pt x="29" y="278"/>
                    <a:pt x="29" y="253"/>
                  </a:cubicBezTo>
                  <a:cubicBezTo>
                    <a:pt x="29" y="228"/>
                    <a:pt x="50" y="208"/>
                    <a:pt x="74" y="208"/>
                  </a:cubicBezTo>
                  <a:lnTo>
                    <a:pt x="74" y="208"/>
                  </a:lnTo>
                  <a:lnTo>
                    <a:pt x="74" y="208"/>
                  </a:lnTo>
                  <a:cubicBezTo>
                    <a:pt x="99" y="208"/>
                    <a:pt x="119" y="228"/>
                    <a:pt x="11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75" name="Freeform 473">
            <a:extLst>
              <a:ext uri="{FF2B5EF4-FFF2-40B4-BE49-F238E27FC236}">
                <a16:creationId xmlns:a16="http://schemas.microsoft.com/office/drawing/2014/main" id="{96F2E918-ADE1-7842-A95E-BF43FD201A65}"/>
              </a:ext>
            </a:extLst>
          </p:cNvPr>
          <p:cNvSpPr>
            <a:spLocks noChangeArrowheads="1"/>
          </p:cNvSpPr>
          <p:nvPr/>
        </p:nvSpPr>
        <p:spPr bwMode="auto">
          <a:xfrm>
            <a:off x="2127704" y="5949280"/>
            <a:ext cx="128588" cy="258763"/>
          </a:xfrm>
          <a:custGeom>
            <a:avLst/>
            <a:gdLst>
              <a:gd name="T0" fmla="*/ 343 w 359"/>
              <a:gd name="T1" fmla="*/ 327 h 717"/>
              <a:gd name="T2" fmla="*/ 343 w 359"/>
              <a:gd name="T3" fmla="*/ 327 h 717"/>
              <a:gd name="T4" fmla="*/ 211 w 359"/>
              <a:gd name="T5" fmla="*/ 327 h 717"/>
              <a:gd name="T6" fmla="*/ 238 w 359"/>
              <a:gd name="T7" fmla="*/ 16 h 717"/>
              <a:gd name="T8" fmla="*/ 229 w 359"/>
              <a:gd name="T9" fmla="*/ 1 h 717"/>
              <a:gd name="T10" fmla="*/ 211 w 359"/>
              <a:gd name="T11" fmla="*/ 9 h 717"/>
              <a:gd name="T12" fmla="*/ 3 w 359"/>
              <a:gd name="T13" fmla="*/ 425 h 717"/>
              <a:gd name="T14" fmla="*/ 3 w 359"/>
              <a:gd name="T15" fmla="*/ 440 h 717"/>
              <a:gd name="T16" fmla="*/ 15 w 359"/>
              <a:gd name="T17" fmla="*/ 447 h 717"/>
              <a:gd name="T18" fmla="*/ 148 w 359"/>
              <a:gd name="T19" fmla="*/ 447 h 717"/>
              <a:gd name="T20" fmla="*/ 120 w 359"/>
              <a:gd name="T21" fmla="*/ 698 h 717"/>
              <a:gd name="T22" fmla="*/ 130 w 359"/>
              <a:gd name="T23" fmla="*/ 714 h 717"/>
              <a:gd name="T24" fmla="*/ 148 w 359"/>
              <a:gd name="T25" fmla="*/ 707 h 717"/>
              <a:gd name="T26" fmla="*/ 356 w 359"/>
              <a:gd name="T27" fmla="*/ 350 h 717"/>
              <a:gd name="T28" fmla="*/ 356 w 359"/>
              <a:gd name="T29" fmla="*/ 336 h 717"/>
              <a:gd name="T30" fmla="*/ 343 w 359"/>
              <a:gd name="T31" fmla="*/ 327 h 717"/>
              <a:gd name="T32" fmla="*/ 158 w 359"/>
              <a:gd name="T33" fmla="*/ 631 h 717"/>
              <a:gd name="T34" fmla="*/ 158 w 359"/>
              <a:gd name="T35" fmla="*/ 631 h 717"/>
              <a:gd name="T36" fmla="*/ 180 w 359"/>
              <a:gd name="T37" fmla="*/ 433 h 717"/>
              <a:gd name="T38" fmla="*/ 176 w 359"/>
              <a:gd name="T39" fmla="*/ 422 h 717"/>
              <a:gd name="T40" fmla="*/ 165 w 359"/>
              <a:gd name="T41" fmla="*/ 417 h 717"/>
              <a:gd name="T42" fmla="*/ 40 w 359"/>
              <a:gd name="T43" fmla="*/ 417 h 717"/>
              <a:gd name="T44" fmla="*/ 202 w 359"/>
              <a:gd name="T45" fmla="*/ 93 h 717"/>
              <a:gd name="T46" fmla="*/ 180 w 359"/>
              <a:gd name="T47" fmla="*/ 341 h 717"/>
              <a:gd name="T48" fmla="*/ 183 w 359"/>
              <a:gd name="T49" fmla="*/ 352 h 717"/>
              <a:gd name="T50" fmla="*/ 194 w 359"/>
              <a:gd name="T51" fmla="*/ 358 h 717"/>
              <a:gd name="T52" fmla="*/ 317 w 359"/>
              <a:gd name="T53" fmla="*/ 358 h 717"/>
              <a:gd name="T54" fmla="*/ 158 w 359"/>
              <a:gd name="T55" fmla="*/ 63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359" h="717">
                <a:moveTo>
                  <a:pt x="343" y="327"/>
                </a:moveTo>
                <a:lnTo>
                  <a:pt x="343" y="327"/>
                </a:lnTo>
                <a:cubicBezTo>
                  <a:pt x="211" y="327"/>
                  <a:pt x="211" y="327"/>
                  <a:pt x="211" y="327"/>
                </a:cubicBezTo>
                <a:cubicBezTo>
                  <a:pt x="238" y="16"/>
                  <a:pt x="238" y="16"/>
                  <a:pt x="238" y="16"/>
                </a:cubicBezTo>
                <a:cubicBezTo>
                  <a:pt x="240" y="9"/>
                  <a:pt x="234" y="4"/>
                  <a:pt x="229" y="1"/>
                </a:cubicBezTo>
                <a:cubicBezTo>
                  <a:pt x="222" y="0"/>
                  <a:pt x="213" y="2"/>
                  <a:pt x="211" y="9"/>
                </a:cubicBezTo>
                <a:cubicBezTo>
                  <a:pt x="3" y="425"/>
                  <a:pt x="3" y="425"/>
                  <a:pt x="3" y="425"/>
                </a:cubicBezTo>
                <a:cubicBezTo>
                  <a:pt x="0" y="430"/>
                  <a:pt x="0" y="436"/>
                  <a:pt x="3" y="440"/>
                </a:cubicBezTo>
                <a:cubicBezTo>
                  <a:pt x="6" y="444"/>
                  <a:pt x="11" y="447"/>
                  <a:pt x="15" y="447"/>
                </a:cubicBezTo>
                <a:cubicBezTo>
                  <a:pt x="148" y="447"/>
                  <a:pt x="148" y="447"/>
                  <a:pt x="148" y="447"/>
                </a:cubicBezTo>
                <a:cubicBezTo>
                  <a:pt x="120" y="698"/>
                  <a:pt x="120" y="698"/>
                  <a:pt x="120" y="698"/>
                </a:cubicBezTo>
                <a:cubicBezTo>
                  <a:pt x="119" y="705"/>
                  <a:pt x="124" y="712"/>
                  <a:pt x="130" y="714"/>
                </a:cubicBezTo>
                <a:cubicBezTo>
                  <a:pt x="137" y="716"/>
                  <a:pt x="144" y="714"/>
                  <a:pt x="148" y="707"/>
                </a:cubicBezTo>
                <a:cubicBezTo>
                  <a:pt x="356" y="350"/>
                  <a:pt x="356" y="350"/>
                  <a:pt x="356" y="350"/>
                </a:cubicBezTo>
                <a:cubicBezTo>
                  <a:pt x="358" y="345"/>
                  <a:pt x="358" y="340"/>
                  <a:pt x="356" y="336"/>
                </a:cubicBezTo>
                <a:cubicBezTo>
                  <a:pt x="353" y="330"/>
                  <a:pt x="349" y="327"/>
                  <a:pt x="343" y="327"/>
                </a:cubicBezTo>
                <a:close/>
                <a:moveTo>
                  <a:pt x="158" y="631"/>
                </a:moveTo>
                <a:lnTo>
                  <a:pt x="158" y="631"/>
                </a:lnTo>
                <a:cubicBezTo>
                  <a:pt x="180" y="433"/>
                  <a:pt x="180" y="433"/>
                  <a:pt x="180" y="433"/>
                </a:cubicBezTo>
                <a:cubicBezTo>
                  <a:pt x="180" y="429"/>
                  <a:pt x="178" y="425"/>
                  <a:pt x="176" y="422"/>
                </a:cubicBezTo>
                <a:cubicBezTo>
                  <a:pt x="173" y="419"/>
                  <a:pt x="169" y="417"/>
                  <a:pt x="165" y="417"/>
                </a:cubicBezTo>
                <a:cubicBezTo>
                  <a:pt x="40" y="417"/>
                  <a:pt x="40" y="417"/>
                  <a:pt x="40" y="417"/>
                </a:cubicBezTo>
                <a:cubicBezTo>
                  <a:pt x="202" y="93"/>
                  <a:pt x="202" y="93"/>
                  <a:pt x="202" y="93"/>
                </a:cubicBezTo>
                <a:cubicBezTo>
                  <a:pt x="180" y="341"/>
                  <a:pt x="180" y="341"/>
                  <a:pt x="180" y="341"/>
                </a:cubicBezTo>
                <a:cubicBezTo>
                  <a:pt x="178" y="345"/>
                  <a:pt x="180" y="350"/>
                  <a:pt x="183" y="352"/>
                </a:cubicBezTo>
                <a:cubicBezTo>
                  <a:pt x="185" y="357"/>
                  <a:pt x="190" y="358"/>
                  <a:pt x="194" y="358"/>
                </a:cubicBezTo>
                <a:cubicBezTo>
                  <a:pt x="317" y="358"/>
                  <a:pt x="317" y="358"/>
                  <a:pt x="317" y="358"/>
                </a:cubicBezTo>
                <a:lnTo>
                  <a:pt x="158" y="631"/>
                </a:lnTo>
                <a:close/>
              </a:path>
            </a:pathLst>
          </a:custGeom>
          <a:solidFill>
            <a:schemeClr val="accent4"/>
          </a:solidFill>
          <a:ln>
            <a:noFill/>
          </a:ln>
          <a:effectLst/>
        </p:spPr>
        <p:txBody>
          <a:bodyPr wrap="none" anchor="ctr"/>
          <a:lstStyle/>
          <a:p>
            <a:endParaRPr lang="da-DK"/>
          </a:p>
        </p:txBody>
      </p:sp>
      <p:sp>
        <p:nvSpPr>
          <p:cNvPr id="576" name="Freeform 474">
            <a:extLst>
              <a:ext uri="{FF2B5EF4-FFF2-40B4-BE49-F238E27FC236}">
                <a16:creationId xmlns:a16="http://schemas.microsoft.com/office/drawing/2014/main" id="{71BFFAC8-EDCD-E2FB-99B9-DE423FA7569E}"/>
              </a:ext>
            </a:extLst>
          </p:cNvPr>
          <p:cNvSpPr>
            <a:spLocks noChangeArrowheads="1"/>
          </p:cNvSpPr>
          <p:nvPr/>
        </p:nvSpPr>
        <p:spPr bwMode="auto">
          <a:xfrm>
            <a:off x="6757069" y="5950074"/>
            <a:ext cx="171450" cy="257175"/>
          </a:xfrm>
          <a:custGeom>
            <a:avLst/>
            <a:gdLst>
              <a:gd name="T0" fmla="*/ 462 w 478"/>
              <a:gd name="T1" fmla="*/ 0 h 716"/>
              <a:gd name="T2" fmla="*/ 462 w 478"/>
              <a:gd name="T3" fmla="*/ 0 h 716"/>
              <a:gd name="T4" fmla="*/ 194 w 478"/>
              <a:gd name="T5" fmla="*/ 0 h 716"/>
              <a:gd name="T6" fmla="*/ 180 w 478"/>
              <a:gd name="T7" fmla="*/ 8 h 716"/>
              <a:gd name="T8" fmla="*/ 1 w 478"/>
              <a:gd name="T9" fmla="*/ 395 h 716"/>
              <a:gd name="T10" fmla="*/ 3 w 478"/>
              <a:gd name="T11" fmla="*/ 410 h 716"/>
              <a:gd name="T12" fmla="*/ 15 w 478"/>
              <a:gd name="T13" fmla="*/ 416 h 716"/>
              <a:gd name="T14" fmla="*/ 148 w 478"/>
              <a:gd name="T15" fmla="*/ 416 h 716"/>
              <a:gd name="T16" fmla="*/ 120 w 478"/>
              <a:gd name="T17" fmla="*/ 697 h 716"/>
              <a:gd name="T18" fmla="*/ 130 w 478"/>
              <a:gd name="T19" fmla="*/ 713 h 716"/>
              <a:gd name="T20" fmla="*/ 146 w 478"/>
              <a:gd name="T21" fmla="*/ 707 h 716"/>
              <a:gd name="T22" fmla="*/ 444 w 478"/>
              <a:gd name="T23" fmla="*/ 291 h 716"/>
              <a:gd name="T24" fmla="*/ 445 w 478"/>
              <a:gd name="T25" fmla="*/ 276 h 716"/>
              <a:gd name="T26" fmla="*/ 432 w 478"/>
              <a:gd name="T27" fmla="*/ 268 h 716"/>
              <a:gd name="T28" fmla="*/ 311 w 478"/>
              <a:gd name="T29" fmla="*/ 268 h 716"/>
              <a:gd name="T30" fmla="*/ 474 w 478"/>
              <a:gd name="T31" fmla="*/ 22 h 716"/>
              <a:gd name="T32" fmla="*/ 474 w 478"/>
              <a:gd name="T33" fmla="*/ 7 h 716"/>
              <a:gd name="T34" fmla="*/ 462 w 478"/>
              <a:gd name="T35" fmla="*/ 0 h 716"/>
              <a:gd name="T36" fmla="*/ 271 w 478"/>
              <a:gd name="T37" fmla="*/ 275 h 716"/>
              <a:gd name="T38" fmla="*/ 271 w 478"/>
              <a:gd name="T39" fmla="*/ 275 h 716"/>
              <a:gd name="T40" fmla="*/ 271 w 478"/>
              <a:gd name="T41" fmla="*/ 289 h 716"/>
              <a:gd name="T42" fmla="*/ 283 w 478"/>
              <a:gd name="T43" fmla="*/ 297 h 716"/>
              <a:gd name="T44" fmla="*/ 403 w 478"/>
              <a:gd name="T45" fmla="*/ 297 h 716"/>
              <a:gd name="T46" fmla="*/ 155 w 478"/>
              <a:gd name="T47" fmla="*/ 644 h 716"/>
              <a:gd name="T48" fmla="*/ 179 w 478"/>
              <a:gd name="T49" fmla="*/ 403 h 716"/>
              <a:gd name="T50" fmla="*/ 176 w 478"/>
              <a:gd name="T51" fmla="*/ 392 h 716"/>
              <a:gd name="T52" fmla="*/ 165 w 478"/>
              <a:gd name="T53" fmla="*/ 386 h 716"/>
              <a:gd name="T54" fmla="*/ 39 w 478"/>
              <a:gd name="T55" fmla="*/ 386 h 716"/>
              <a:gd name="T56" fmla="*/ 204 w 478"/>
              <a:gd name="T57" fmla="*/ 29 h 716"/>
              <a:gd name="T58" fmla="*/ 434 w 478"/>
              <a:gd name="T59" fmla="*/ 29 h 716"/>
              <a:gd name="T60" fmla="*/ 271 w 478"/>
              <a:gd name="T61" fmla="*/ 275 h 7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478" h="716">
                <a:moveTo>
                  <a:pt x="462" y="0"/>
                </a:moveTo>
                <a:lnTo>
                  <a:pt x="462" y="0"/>
                </a:lnTo>
                <a:cubicBezTo>
                  <a:pt x="194" y="0"/>
                  <a:pt x="194" y="0"/>
                  <a:pt x="194" y="0"/>
                </a:cubicBezTo>
                <a:cubicBezTo>
                  <a:pt x="188" y="0"/>
                  <a:pt x="183" y="3"/>
                  <a:pt x="180" y="8"/>
                </a:cubicBezTo>
                <a:cubicBezTo>
                  <a:pt x="1" y="395"/>
                  <a:pt x="1" y="395"/>
                  <a:pt x="1" y="395"/>
                </a:cubicBezTo>
                <a:cubicBezTo>
                  <a:pt x="0" y="400"/>
                  <a:pt x="0" y="404"/>
                  <a:pt x="3" y="410"/>
                </a:cubicBezTo>
                <a:cubicBezTo>
                  <a:pt x="6" y="414"/>
                  <a:pt x="10" y="416"/>
                  <a:pt x="15" y="416"/>
                </a:cubicBezTo>
                <a:cubicBezTo>
                  <a:pt x="148" y="416"/>
                  <a:pt x="148" y="416"/>
                  <a:pt x="148" y="416"/>
                </a:cubicBezTo>
                <a:cubicBezTo>
                  <a:pt x="120" y="697"/>
                  <a:pt x="120" y="697"/>
                  <a:pt x="120" y="697"/>
                </a:cubicBezTo>
                <a:cubicBezTo>
                  <a:pt x="119" y="704"/>
                  <a:pt x="123" y="710"/>
                  <a:pt x="130" y="713"/>
                </a:cubicBezTo>
                <a:cubicBezTo>
                  <a:pt x="135" y="715"/>
                  <a:pt x="142" y="713"/>
                  <a:pt x="146" y="707"/>
                </a:cubicBezTo>
                <a:cubicBezTo>
                  <a:pt x="444" y="291"/>
                  <a:pt x="444" y="291"/>
                  <a:pt x="444" y="291"/>
                </a:cubicBezTo>
                <a:cubicBezTo>
                  <a:pt x="448" y="286"/>
                  <a:pt x="448" y="280"/>
                  <a:pt x="445" y="276"/>
                </a:cubicBezTo>
                <a:cubicBezTo>
                  <a:pt x="442" y="270"/>
                  <a:pt x="438" y="268"/>
                  <a:pt x="432" y="268"/>
                </a:cubicBezTo>
                <a:cubicBezTo>
                  <a:pt x="311" y="268"/>
                  <a:pt x="311" y="268"/>
                  <a:pt x="311" y="268"/>
                </a:cubicBezTo>
                <a:cubicBezTo>
                  <a:pt x="474" y="22"/>
                  <a:pt x="474" y="22"/>
                  <a:pt x="474" y="22"/>
                </a:cubicBezTo>
                <a:cubicBezTo>
                  <a:pt x="477" y="18"/>
                  <a:pt x="477" y="12"/>
                  <a:pt x="474" y="7"/>
                </a:cubicBezTo>
                <a:cubicBezTo>
                  <a:pt x="473" y="3"/>
                  <a:pt x="467" y="0"/>
                  <a:pt x="462" y="0"/>
                </a:cubicBezTo>
                <a:close/>
                <a:moveTo>
                  <a:pt x="271" y="275"/>
                </a:moveTo>
                <a:lnTo>
                  <a:pt x="271" y="275"/>
                </a:lnTo>
                <a:cubicBezTo>
                  <a:pt x="268" y="279"/>
                  <a:pt x="268" y="284"/>
                  <a:pt x="271" y="289"/>
                </a:cubicBezTo>
                <a:cubicBezTo>
                  <a:pt x="272" y="294"/>
                  <a:pt x="278" y="297"/>
                  <a:pt x="283" y="297"/>
                </a:cubicBezTo>
                <a:cubicBezTo>
                  <a:pt x="403" y="297"/>
                  <a:pt x="403" y="297"/>
                  <a:pt x="403" y="297"/>
                </a:cubicBezTo>
                <a:cubicBezTo>
                  <a:pt x="155" y="644"/>
                  <a:pt x="155" y="644"/>
                  <a:pt x="155" y="644"/>
                </a:cubicBezTo>
                <a:cubicBezTo>
                  <a:pt x="179" y="403"/>
                  <a:pt x="179" y="403"/>
                  <a:pt x="179" y="403"/>
                </a:cubicBezTo>
                <a:cubicBezTo>
                  <a:pt x="180" y="399"/>
                  <a:pt x="179" y="395"/>
                  <a:pt x="176" y="392"/>
                </a:cubicBezTo>
                <a:cubicBezTo>
                  <a:pt x="173" y="388"/>
                  <a:pt x="169" y="386"/>
                  <a:pt x="165" y="386"/>
                </a:cubicBezTo>
                <a:cubicBezTo>
                  <a:pt x="39" y="386"/>
                  <a:pt x="39" y="386"/>
                  <a:pt x="39" y="386"/>
                </a:cubicBezTo>
                <a:cubicBezTo>
                  <a:pt x="204" y="29"/>
                  <a:pt x="204" y="29"/>
                  <a:pt x="204" y="29"/>
                </a:cubicBezTo>
                <a:cubicBezTo>
                  <a:pt x="434" y="29"/>
                  <a:pt x="434" y="29"/>
                  <a:pt x="434" y="29"/>
                </a:cubicBezTo>
                <a:lnTo>
                  <a:pt x="271" y="275"/>
                </a:lnTo>
                <a:close/>
              </a:path>
            </a:pathLst>
          </a:custGeom>
          <a:solidFill>
            <a:schemeClr val="accent4"/>
          </a:solidFill>
          <a:ln>
            <a:noFill/>
          </a:ln>
          <a:effectLst/>
        </p:spPr>
        <p:txBody>
          <a:bodyPr wrap="none" anchor="ctr"/>
          <a:lstStyle/>
          <a:p>
            <a:endParaRPr lang="da-DK"/>
          </a:p>
        </p:txBody>
      </p:sp>
      <p:grpSp>
        <p:nvGrpSpPr>
          <p:cNvPr id="577" name="Group 580">
            <a:extLst>
              <a:ext uri="{FF2B5EF4-FFF2-40B4-BE49-F238E27FC236}">
                <a16:creationId xmlns:a16="http://schemas.microsoft.com/office/drawing/2014/main" id="{6BDEE063-58A2-B295-0AB5-5989DDA87A85}"/>
              </a:ext>
            </a:extLst>
          </p:cNvPr>
          <p:cNvGrpSpPr/>
          <p:nvPr/>
        </p:nvGrpSpPr>
        <p:grpSpPr>
          <a:xfrm>
            <a:off x="5675981" y="5998493"/>
            <a:ext cx="255588" cy="160337"/>
            <a:chOff x="4648200" y="6453188"/>
            <a:chExt cx="255588" cy="160337"/>
          </a:xfrm>
          <a:solidFill>
            <a:schemeClr val="accent4"/>
          </a:solidFill>
        </p:grpSpPr>
        <p:sp>
          <p:nvSpPr>
            <p:cNvPr id="578" name="Freeform 475">
              <a:extLst>
                <a:ext uri="{FF2B5EF4-FFF2-40B4-BE49-F238E27FC236}">
                  <a16:creationId xmlns:a16="http://schemas.microsoft.com/office/drawing/2014/main" id="{2C396E60-5071-6362-18A0-CBCA3267F620}"/>
                </a:ext>
              </a:extLst>
            </p:cNvPr>
            <p:cNvSpPr>
              <a:spLocks noChangeArrowheads="1"/>
            </p:cNvSpPr>
            <p:nvPr/>
          </p:nvSpPr>
          <p:spPr bwMode="auto">
            <a:xfrm>
              <a:off x="4648200" y="6527800"/>
              <a:ext cx="66675" cy="11113"/>
            </a:xfrm>
            <a:custGeom>
              <a:avLst/>
              <a:gdLst>
                <a:gd name="T0" fmla="*/ 14 w 186"/>
                <a:gd name="T1" fmla="*/ 0 h 31"/>
                <a:gd name="T2" fmla="*/ 14 w 186"/>
                <a:gd name="T3" fmla="*/ 0 h 31"/>
                <a:gd name="T4" fmla="*/ 0 w 186"/>
                <a:gd name="T5" fmla="*/ 16 h 31"/>
                <a:gd name="T6" fmla="*/ 14 w 186"/>
                <a:gd name="T7" fmla="*/ 30 h 31"/>
                <a:gd name="T8" fmla="*/ 170 w 186"/>
                <a:gd name="T9" fmla="*/ 30 h 31"/>
                <a:gd name="T10" fmla="*/ 185 w 186"/>
                <a:gd name="T11" fmla="*/ 16 h 31"/>
                <a:gd name="T12" fmla="*/ 170 w 186"/>
                <a:gd name="T13" fmla="*/ 0 h 31"/>
                <a:gd name="T14" fmla="*/ 14 w 18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86" h="31">
                  <a:moveTo>
                    <a:pt x="14" y="0"/>
                  </a:moveTo>
                  <a:lnTo>
                    <a:pt x="14" y="0"/>
                  </a:lnTo>
                  <a:cubicBezTo>
                    <a:pt x="6" y="0"/>
                    <a:pt x="0" y="7"/>
                    <a:pt x="0" y="16"/>
                  </a:cubicBezTo>
                  <a:cubicBezTo>
                    <a:pt x="0" y="24"/>
                    <a:pt x="6" y="30"/>
                    <a:pt x="14" y="30"/>
                  </a:cubicBezTo>
                  <a:cubicBezTo>
                    <a:pt x="170" y="30"/>
                    <a:pt x="170" y="30"/>
                    <a:pt x="170" y="30"/>
                  </a:cubicBezTo>
                  <a:cubicBezTo>
                    <a:pt x="179" y="30"/>
                    <a:pt x="185" y="24"/>
                    <a:pt x="185" y="16"/>
                  </a:cubicBezTo>
                  <a:cubicBezTo>
                    <a:pt x="185" y="7"/>
                    <a:pt x="179" y="0"/>
                    <a:pt x="170"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79" name="Freeform 476">
              <a:extLst>
                <a:ext uri="{FF2B5EF4-FFF2-40B4-BE49-F238E27FC236}">
                  <a16:creationId xmlns:a16="http://schemas.microsoft.com/office/drawing/2014/main" id="{286D75F6-ADAD-4689-9AFB-0E2E3F59F86F}"/>
                </a:ext>
              </a:extLst>
            </p:cNvPr>
            <p:cNvSpPr>
              <a:spLocks noChangeArrowheads="1"/>
            </p:cNvSpPr>
            <p:nvPr/>
          </p:nvSpPr>
          <p:spPr bwMode="auto">
            <a:xfrm>
              <a:off x="4648200" y="6559550"/>
              <a:ext cx="34925" cy="11113"/>
            </a:xfrm>
            <a:custGeom>
              <a:avLst/>
              <a:gdLst>
                <a:gd name="T0" fmla="*/ 81 w 97"/>
                <a:gd name="T1" fmla="*/ 0 h 31"/>
                <a:gd name="T2" fmla="*/ 81 w 97"/>
                <a:gd name="T3" fmla="*/ 0 h 31"/>
                <a:gd name="T4" fmla="*/ 14 w 97"/>
                <a:gd name="T5" fmla="*/ 0 h 31"/>
                <a:gd name="T6" fmla="*/ 0 w 97"/>
                <a:gd name="T7" fmla="*/ 16 h 31"/>
                <a:gd name="T8" fmla="*/ 14 w 97"/>
                <a:gd name="T9" fmla="*/ 30 h 31"/>
                <a:gd name="T10" fmla="*/ 81 w 97"/>
                <a:gd name="T11" fmla="*/ 30 h 31"/>
                <a:gd name="T12" fmla="*/ 96 w 97"/>
                <a:gd name="T13" fmla="*/ 16 h 31"/>
                <a:gd name="T14" fmla="*/ 81 w 97"/>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97" h="31">
                  <a:moveTo>
                    <a:pt x="81" y="0"/>
                  </a:moveTo>
                  <a:lnTo>
                    <a:pt x="81" y="0"/>
                  </a:lnTo>
                  <a:cubicBezTo>
                    <a:pt x="14" y="0"/>
                    <a:pt x="14" y="0"/>
                    <a:pt x="14" y="0"/>
                  </a:cubicBezTo>
                  <a:cubicBezTo>
                    <a:pt x="6" y="0"/>
                    <a:pt x="0" y="7"/>
                    <a:pt x="0" y="16"/>
                  </a:cubicBezTo>
                  <a:cubicBezTo>
                    <a:pt x="0" y="24"/>
                    <a:pt x="6" y="30"/>
                    <a:pt x="14" y="30"/>
                  </a:cubicBezTo>
                  <a:cubicBezTo>
                    <a:pt x="81" y="30"/>
                    <a:pt x="81" y="30"/>
                    <a:pt x="81" y="30"/>
                  </a:cubicBezTo>
                  <a:cubicBezTo>
                    <a:pt x="89" y="30"/>
                    <a:pt x="96" y="24"/>
                    <a:pt x="96" y="16"/>
                  </a:cubicBezTo>
                  <a:cubicBezTo>
                    <a:pt x="96" y="7"/>
                    <a:pt x="89" y="0"/>
                    <a:pt x="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0" name="Freeform 477">
              <a:extLst>
                <a:ext uri="{FF2B5EF4-FFF2-40B4-BE49-F238E27FC236}">
                  <a16:creationId xmlns:a16="http://schemas.microsoft.com/office/drawing/2014/main" id="{78D3D688-C14E-6207-C5D9-EB98C3CAADEE}"/>
                </a:ext>
              </a:extLst>
            </p:cNvPr>
            <p:cNvSpPr>
              <a:spLocks noChangeArrowheads="1"/>
            </p:cNvSpPr>
            <p:nvPr/>
          </p:nvSpPr>
          <p:spPr bwMode="auto">
            <a:xfrm>
              <a:off x="4743450" y="6464300"/>
              <a:ext cx="160338" cy="74613"/>
            </a:xfrm>
            <a:custGeom>
              <a:avLst/>
              <a:gdLst>
                <a:gd name="T0" fmla="*/ 341 w 447"/>
                <a:gd name="T1" fmla="*/ 0 h 209"/>
                <a:gd name="T2" fmla="*/ 341 w 447"/>
                <a:gd name="T3" fmla="*/ 0 h 209"/>
                <a:gd name="T4" fmla="*/ 237 w 447"/>
                <a:gd name="T5" fmla="*/ 104 h 209"/>
                <a:gd name="T6" fmla="*/ 252 w 447"/>
                <a:gd name="T7" fmla="*/ 118 h 209"/>
                <a:gd name="T8" fmla="*/ 268 w 447"/>
                <a:gd name="T9" fmla="*/ 104 h 209"/>
                <a:gd name="T10" fmla="*/ 268 w 447"/>
                <a:gd name="T11" fmla="*/ 104 h 209"/>
                <a:gd name="T12" fmla="*/ 288 w 447"/>
                <a:gd name="T13" fmla="*/ 51 h 209"/>
                <a:gd name="T14" fmla="*/ 341 w 447"/>
                <a:gd name="T15" fmla="*/ 29 h 209"/>
                <a:gd name="T16" fmla="*/ 394 w 447"/>
                <a:gd name="T17" fmla="*/ 51 h 209"/>
                <a:gd name="T18" fmla="*/ 415 w 447"/>
                <a:gd name="T19" fmla="*/ 104 h 209"/>
                <a:gd name="T20" fmla="*/ 394 w 447"/>
                <a:gd name="T21" fmla="*/ 156 h 209"/>
                <a:gd name="T22" fmla="*/ 341 w 447"/>
                <a:gd name="T23" fmla="*/ 178 h 209"/>
                <a:gd name="T24" fmla="*/ 14 w 447"/>
                <a:gd name="T25" fmla="*/ 178 h 209"/>
                <a:gd name="T26" fmla="*/ 0 w 447"/>
                <a:gd name="T27" fmla="*/ 194 h 209"/>
                <a:gd name="T28" fmla="*/ 14 w 447"/>
                <a:gd name="T29" fmla="*/ 208 h 209"/>
                <a:gd name="T30" fmla="*/ 341 w 447"/>
                <a:gd name="T31" fmla="*/ 208 h 209"/>
                <a:gd name="T32" fmla="*/ 446 w 447"/>
                <a:gd name="T33" fmla="*/ 104 h 209"/>
                <a:gd name="T34" fmla="*/ 341 w 447"/>
                <a:gd name="T35" fmla="*/ 0 h 2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447" h="209">
                  <a:moveTo>
                    <a:pt x="341" y="0"/>
                  </a:moveTo>
                  <a:lnTo>
                    <a:pt x="341" y="0"/>
                  </a:lnTo>
                  <a:cubicBezTo>
                    <a:pt x="284" y="0"/>
                    <a:pt x="237" y="47"/>
                    <a:pt x="237" y="104"/>
                  </a:cubicBezTo>
                  <a:cubicBezTo>
                    <a:pt x="237" y="113"/>
                    <a:pt x="244" y="118"/>
                    <a:pt x="252" y="118"/>
                  </a:cubicBezTo>
                  <a:cubicBezTo>
                    <a:pt x="261" y="118"/>
                    <a:pt x="268" y="113"/>
                    <a:pt x="268" y="104"/>
                  </a:cubicBezTo>
                  <a:lnTo>
                    <a:pt x="268" y="104"/>
                  </a:lnTo>
                  <a:cubicBezTo>
                    <a:pt x="268" y="83"/>
                    <a:pt x="276" y="65"/>
                    <a:pt x="288" y="51"/>
                  </a:cubicBezTo>
                  <a:cubicBezTo>
                    <a:pt x="302" y="37"/>
                    <a:pt x="321" y="29"/>
                    <a:pt x="341" y="29"/>
                  </a:cubicBezTo>
                  <a:cubicBezTo>
                    <a:pt x="362" y="29"/>
                    <a:pt x="380" y="37"/>
                    <a:pt x="394" y="51"/>
                  </a:cubicBezTo>
                  <a:cubicBezTo>
                    <a:pt x="407" y="65"/>
                    <a:pt x="415" y="83"/>
                    <a:pt x="415" y="104"/>
                  </a:cubicBezTo>
                  <a:cubicBezTo>
                    <a:pt x="415" y="125"/>
                    <a:pt x="407" y="143"/>
                    <a:pt x="394" y="156"/>
                  </a:cubicBezTo>
                  <a:cubicBezTo>
                    <a:pt x="380" y="170"/>
                    <a:pt x="362" y="178"/>
                    <a:pt x="341" y="178"/>
                  </a:cubicBezTo>
                  <a:cubicBezTo>
                    <a:pt x="14" y="178"/>
                    <a:pt x="14" y="178"/>
                    <a:pt x="14" y="178"/>
                  </a:cubicBezTo>
                  <a:cubicBezTo>
                    <a:pt x="5" y="178"/>
                    <a:pt x="0" y="185"/>
                    <a:pt x="0" y="194"/>
                  </a:cubicBezTo>
                  <a:cubicBezTo>
                    <a:pt x="0" y="202"/>
                    <a:pt x="5" y="208"/>
                    <a:pt x="14" y="208"/>
                  </a:cubicBezTo>
                  <a:cubicBezTo>
                    <a:pt x="341" y="208"/>
                    <a:pt x="341" y="208"/>
                    <a:pt x="341" y="208"/>
                  </a:cubicBezTo>
                  <a:cubicBezTo>
                    <a:pt x="399" y="208"/>
                    <a:pt x="446" y="161"/>
                    <a:pt x="446" y="104"/>
                  </a:cubicBezTo>
                  <a:cubicBezTo>
                    <a:pt x="446" y="47"/>
                    <a:pt x="399" y="0"/>
                    <a:pt x="34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1" name="Freeform 478">
              <a:extLst>
                <a:ext uri="{FF2B5EF4-FFF2-40B4-BE49-F238E27FC236}">
                  <a16:creationId xmlns:a16="http://schemas.microsoft.com/office/drawing/2014/main" id="{F673FE0C-61B3-4A58-C1E8-7CC18C9BB4AA}"/>
                </a:ext>
              </a:extLst>
            </p:cNvPr>
            <p:cNvSpPr>
              <a:spLocks noChangeArrowheads="1"/>
            </p:cNvSpPr>
            <p:nvPr/>
          </p:nvSpPr>
          <p:spPr bwMode="auto">
            <a:xfrm>
              <a:off x="4648200" y="6453188"/>
              <a:ext cx="160338" cy="53975"/>
            </a:xfrm>
            <a:custGeom>
              <a:avLst/>
              <a:gdLst>
                <a:gd name="T0" fmla="*/ 446 w 447"/>
                <a:gd name="T1" fmla="*/ 74 h 149"/>
                <a:gd name="T2" fmla="*/ 446 w 447"/>
                <a:gd name="T3" fmla="*/ 74 h 149"/>
                <a:gd name="T4" fmla="*/ 371 w 447"/>
                <a:gd name="T5" fmla="*/ 0 h 149"/>
                <a:gd name="T6" fmla="*/ 297 w 447"/>
                <a:gd name="T7" fmla="*/ 74 h 149"/>
                <a:gd name="T8" fmla="*/ 312 w 447"/>
                <a:gd name="T9" fmla="*/ 90 h 149"/>
                <a:gd name="T10" fmla="*/ 326 w 447"/>
                <a:gd name="T11" fmla="*/ 74 h 149"/>
                <a:gd name="T12" fmla="*/ 326 w 447"/>
                <a:gd name="T13" fmla="*/ 74 h 149"/>
                <a:gd name="T14" fmla="*/ 371 w 447"/>
                <a:gd name="T15" fmla="*/ 30 h 149"/>
                <a:gd name="T16" fmla="*/ 416 w 447"/>
                <a:gd name="T17" fmla="*/ 74 h 149"/>
                <a:gd name="T18" fmla="*/ 371 w 447"/>
                <a:gd name="T19" fmla="*/ 119 h 149"/>
                <a:gd name="T20" fmla="*/ 14 w 447"/>
                <a:gd name="T21" fmla="*/ 119 h 149"/>
                <a:gd name="T22" fmla="*/ 0 w 447"/>
                <a:gd name="T23" fmla="*/ 134 h 149"/>
                <a:gd name="T24" fmla="*/ 14 w 447"/>
                <a:gd name="T25" fmla="*/ 148 h 149"/>
                <a:gd name="T26" fmla="*/ 371 w 447"/>
                <a:gd name="T27" fmla="*/ 148 h 149"/>
                <a:gd name="T28" fmla="*/ 446 w 447"/>
                <a:gd name="T29" fmla="*/ 74 h 1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47" h="149">
                  <a:moveTo>
                    <a:pt x="446" y="74"/>
                  </a:moveTo>
                  <a:lnTo>
                    <a:pt x="446" y="74"/>
                  </a:lnTo>
                  <a:cubicBezTo>
                    <a:pt x="446" y="34"/>
                    <a:pt x="413" y="0"/>
                    <a:pt x="371" y="0"/>
                  </a:cubicBezTo>
                  <a:cubicBezTo>
                    <a:pt x="331" y="0"/>
                    <a:pt x="297" y="34"/>
                    <a:pt x="297" y="74"/>
                  </a:cubicBezTo>
                  <a:cubicBezTo>
                    <a:pt x="297" y="83"/>
                    <a:pt x="304" y="90"/>
                    <a:pt x="312" y="90"/>
                  </a:cubicBezTo>
                  <a:cubicBezTo>
                    <a:pt x="321" y="90"/>
                    <a:pt x="326" y="83"/>
                    <a:pt x="326" y="74"/>
                  </a:cubicBezTo>
                  <a:lnTo>
                    <a:pt x="326" y="74"/>
                  </a:lnTo>
                  <a:cubicBezTo>
                    <a:pt x="326" y="49"/>
                    <a:pt x="347" y="30"/>
                    <a:pt x="371" y="30"/>
                  </a:cubicBezTo>
                  <a:cubicBezTo>
                    <a:pt x="396" y="30"/>
                    <a:pt x="416" y="49"/>
                    <a:pt x="416" y="74"/>
                  </a:cubicBezTo>
                  <a:cubicBezTo>
                    <a:pt x="416" y="99"/>
                    <a:pt x="396" y="119"/>
                    <a:pt x="371" y="119"/>
                  </a:cubicBezTo>
                  <a:cubicBezTo>
                    <a:pt x="14" y="119"/>
                    <a:pt x="14" y="119"/>
                    <a:pt x="14" y="119"/>
                  </a:cubicBezTo>
                  <a:cubicBezTo>
                    <a:pt x="6" y="119"/>
                    <a:pt x="0" y="126"/>
                    <a:pt x="0" y="134"/>
                  </a:cubicBezTo>
                  <a:cubicBezTo>
                    <a:pt x="0" y="143"/>
                    <a:pt x="6" y="148"/>
                    <a:pt x="14" y="148"/>
                  </a:cubicBezTo>
                  <a:cubicBezTo>
                    <a:pt x="371" y="148"/>
                    <a:pt x="371" y="148"/>
                    <a:pt x="371" y="148"/>
                  </a:cubicBezTo>
                  <a:cubicBezTo>
                    <a:pt x="413" y="148"/>
                    <a:pt x="446" y="116"/>
                    <a:pt x="446" y="7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2" name="Freeform 479">
              <a:extLst>
                <a:ext uri="{FF2B5EF4-FFF2-40B4-BE49-F238E27FC236}">
                  <a16:creationId xmlns:a16="http://schemas.microsoft.com/office/drawing/2014/main" id="{CA8D7C71-24E7-2404-9A82-188816F33BB1}"/>
                </a:ext>
              </a:extLst>
            </p:cNvPr>
            <p:cNvSpPr>
              <a:spLocks noChangeArrowheads="1"/>
            </p:cNvSpPr>
            <p:nvPr/>
          </p:nvSpPr>
          <p:spPr bwMode="auto">
            <a:xfrm>
              <a:off x="4703763" y="6559550"/>
              <a:ext cx="147637" cy="53975"/>
            </a:xfrm>
            <a:custGeom>
              <a:avLst/>
              <a:gdLst>
                <a:gd name="T0" fmla="*/ 335 w 410"/>
                <a:gd name="T1" fmla="*/ 0 h 151"/>
                <a:gd name="T2" fmla="*/ 335 w 410"/>
                <a:gd name="T3" fmla="*/ 0 h 151"/>
                <a:gd name="T4" fmla="*/ 14 w 410"/>
                <a:gd name="T5" fmla="*/ 0 h 151"/>
                <a:gd name="T6" fmla="*/ 0 w 410"/>
                <a:gd name="T7" fmla="*/ 16 h 151"/>
                <a:gd name="T8" fmla="*/ 14 w 410"/>
                <a:gd name="T9" fmla="*/ 30 h 151"/>
                <a:gd name="T10" fmla="*/ 335 w 410"/>
                <a:gd name="T11" fmla="*/ 30 h 151"/>
                <a:gd name="T12" fmla="*/ 335 w 410"/>
                <a:gd name="T13" fmla="*/ 30 h 151"/>
                <a:gd name="T14" fmla="*/ 380 w 410"/>
                <a:gd name="T15" fmla="*/ 74 h 151"/>
                <a:gd name="T16" fmla="*/ 335 w 410"/>
                <a:gd name="T17" fmla="*/ 119 h 151"/>
                <a:gd name="T18" fmla="*/ 290 w 410"/>
                <a:gd name="T19" fmla="*/ 74 h 151"/>
                <a:gd name="T20" fmla="*/ 275 w 410"/>
                <a:gd name="T21" fmla="*/ 60 h 151"/>
                <a:gd name="T22" fmla="*/ 260 w 410"/>
                <a:gd name="T23" fmla="*/ 74 h 151"/>
                <a:gd name="T24" fmla="*/ 335 w 410"/>
                <a:gd name="T25" fmla="*/ 150 h 151"/>
                <a:gd name="T26" fmla="*/ 409 w 410"/>
                <a:gd name="T27" fmla="*/ 74 h 151"/>
                <a:gd name="T28" fmla="*/ 335 w 410"/>
                <a:gd name="T29" fmla="*/ 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10" h="151">
                  <a:moveTo>
                    <a:pt x="335" y="0"/>
                  </a:moveTo>
                  <a:lnTo>
                    <a:pt x="335" y="0"/>
                  </a:lnTo>
                  <a:cubicBezTo>
                    <a:pt x="14" y="0"/>
                    <a:pt x="14" y="0"/>
                    <a:pt x="14" y="0"/>
                  </a:cubicBezTo>
                  <a:cubicBezTo>
                    <a:pt x="6" y="0"/>
                    <a:pt x="0" y="7"/>
                    <a:pt x="0" y="16"/>
                  </a:cubicBezTo>
                  <a:cubicBezTo>
                    <a:pt x="0" y="24"/>
                    <a:pt x="6" y="30"/>
                    <a:pt x="14" y="30"/>
                  </a:cubicBezTo>
                  <a:cubicBezTo>
                    <a:pt x="335" y="30"/>
                    <a:pt x="335" y="30"/>
                    <a:pt x="335" y="30"/>
                  </a:cubicBezTo>
                  <a:lnTo>
                    <a:pt x="335" y="30"/>
                  </a:lnTo>
                  <a:cubicBezTo>
                    <a:pt x="359" y="30"/>
                    <a:pt x="380" y="51"/>
                    <a:pt x="380" y="74"/>
                  </a:cubicBezTo>
                  <a:cubicBezTo>
                    <a:pt x="380" y="99"/>
                    <a:pt x="359" y="119"/>
                    <a:pt x="335" y="119"/>
                  </a:cubicBezTo>
                  <a:cubicBezTo>
                    <a:pt x="310" y="119"/>
                    <a:pt x="290" y="99"/>
                    <a:pt x="290" y="74"/>
                  </a:cubicBezTo>
                  <a:cubicBezTo>
                    <a:pt x="290" y="67"/>
                    <a:pt x="283" y="60"/>
                    <a:pt x="275" y="60"/>
                  </a:cubicBezTo>
                  <a:cubicBezTo>
                    <a:pt x="267" y="60"/>
                    <a:pt x="260" y="67"/>
                    <a:pt x="260" y="74"/>
                  </a:cubicBezTo>
                  <a:cubicBezTo>
                    <a:pt x="260" y="116"/>
                    <a:pt x="293" y="150"/>
                    <a:pt x="335" y="150"/>
                  </a:cubicBezTo>
                  <a:cubicBezTo>
                    <a:pt x="375" y="150"/>
                    <a:pt x="409" y="116"/>
                    <a:pt x="409" y="74"/>
                  </a:cubicBezTo>
                  <a:cubicBezTo>
                    <a:pt x="409" y="34"/>
                    <a:pt x="375" y="0"/>
                    <a:pt x="33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83" name="Group 586">
            <a:extLst>
              <a:ext uri="{FF2B5EF4-FFF2-40B4-BE49-F238E27FC236}">
                <a16:creationId xmlns:a16="http://schemas.microsoft.com/office/drawing/2014/main" id="{306A07F6-A073-5707-6A97-8B8CD1C343DA}"/>
              </a:ext>
            </a:extLst>
          </p:cNvPr>
          <p:cNvGrpSpPr/>
          <p:nvPr/>
        </p:nvGrpSpPr>
        <p:grpSpPr>
          <a:xfrm>
            <a:off x="7228556" y="5965949"/>
            <a:ext cx="246063" cy="225425"/>
            <a:chOff x="6200775" y="6410325"/>
            <a:chExt cx="246063" cy="225425"/>
          </a:xfrm>
          <a:solidFill>
            <a:schemeClr val="accent4"/>
          </a:solidFill>
        </p:grpSpPr>
        <p:sp>
          <p:nvSpPr>
            <p:cNvPr id="584" name="Freeform 480">
              <a:extLst>
                <a:ext uri="{FF2B5EF4-FFF2-40B4-BE49-F238E27FC236}">
                  <a16:creationId xmlns:a16="http://schemas.microsoft.com/office/drawing/2014/main" id="{44E98304-337C-825A-3924-25B6639AF243}"/>
                </a:ext>
              </a:extLst>
            </p:cNvPr>
            <p:cNvSpPr>
              <a:spLocks noChangeArrowheads="1"/>
            </p:cNvSpPr>
            <p:nvPr/>
          </p:nvSpPr>
          <p:spPr bwMode="auto">
            <a:xfrm>
              <a:off x="6350000" y="6410325"/>
              <a:ext cx="20638" cy="11113"/>
            </a:xfrm>
            <a:custGeom>
              <a:avLst/>
              <a:gdLst>
                <a:gd name="T0" fmla="*/ 44 w 59"/>
                <a:gd name="T1" fmla="*/ 30 h 31"/>
                <a:gd name="T2" fmla="*/ 44 w 59"/>
                <a:gd name="T3" fmla="*/ 30 h 31"/>
                <a:gd name="T4" fmla="*/ 58 w 59"/>
                <a:gd name="T5" fmla="*/ 15 h 31"/>
                <a:gd name="T6" fmla="*/ 44 w 59"/>
                <a:gd name="T7" fmla="*/ 0 h 31"/>
                <a:gd name="T8" fmla="*/ 13 w 59"/>
                <a:gd name="T9" fmla="*/ 0 h 31"/>
                <a:gd name="T10" fmla="*/ 0 w 59"/>
                <a:gd name="T11" fmla="*/ 15 h 31"/>
                <a:gd name="T12" fmla="*/ 13 w 59"/>
                <a:gd name="T13" fmla="*/ 30 h 31"/>
                <a:gd name="T14" fmla="*/ 44 w 59"/>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 h="31">
                  <a:moveTo>
                    <a:pt x="44" y="30"/>
                  </a:moveTo>
                  <a:lnTo>
                    <a:pt x="44" y="30"/>
                  </a:lnTo>
                  <a:cubicBezTo>
                    <a:pt x="53" y="30"/>
                    <a:pt x="58" y="23"/>
                    <a:pt x="58" y="15"/>
                  </a:cubicBezTo>
                  <a:cubicBezTo>
                    <a:pt x="58" y="6"/>
                    <a:pt x="53" y="0"/>
                    <a:pt x="44" y="0"/>
                  </a:cubicBezTo>
                  <a:cubicBezTo>
                    <a:pt x="13" y="0"/>
                    <a:pt x="13" y="0"/>
                    <a:pt x="13" y="0"/>
                  </a:cubicBezTo>
                  <a:cubicBezTo>
                    <a:pt x="5" y="0"/>
                    <a:pt x="0" y="6"/>
                    <a:pt x="0" y="15"/>
                  </a:cubicBezTo>
                  <a:cubicBezTo>
                    <a:pt x="0" y="23"/>
                    <a:pt x="5" y="30"/>
                    <a:pt x="13" y="30"/>
                  </a:cubicBezTo>
                  <a:lnTo>
                    <a:pt x="4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5" name="Freeform 481">
              <a:extLst>
                <a:ext uri="{FF2B5EF4-FFF2-40B4-BE49-F238E27FC236}">
                  <a16:creationId xmlns:a16="http://schemas.microsoft.com/office/drawing/2014/main" id="{CC4BAD24-9857-BC97-B492-E35D84EBBB97}"/>
                </a:ext>
              </a:extLst>
            </p:cNvPr>
            <p:cNvSpPr>
              <a:spLocks noChangeArrowheads="1"/>
            </p:cNvSpPr>
            <p:nvPr/>
          </p:nvSpPr>
          <p:spPr bwMode="auto">
            <a:xfrm>
              <a:off x="6275388" y="6410325"/>
              <a:ext cx="53975" cy="11113"/>
            </a:xfrm>
            <a:custGeom>
              <a:avLst/>
              <a:gdLst>
                <a:gd name="T0" fmla="*/ 134 w 151"/>
                <a:gd name="T1" fmla="*/ 30 h 31"/>
                <a:gd name="T2" fmla="*/ 134 w 151"/>
                <a:gd name="T3" fmla="*/ 30 h 31"/>
                <a:gd name="T4" fmla="*/ 150 w 151"/>
                <a:gd name="T5" fmla="*/ 15 h 31"/>
                <a:gd name="T6" fmla="*/ 134 w 151"/>
                <a:gd name="T7" fmla="*/ 0 h 31"/>
                <a:gd name="T8" fmla="*/ 16 w 151"/>
                <a:gd name="T9" fmla="*/ 0 h 31"/>
                <a:gd name="T10" fmla="*/ 0 w 151"/>
                <a:gd name="T11" fmla="*/ 15 h 31"/>
                <a:gd name="T12" fmla="*/ 16 w 151"/>
                <a:gd name="T13" fmla="*/ 30 h 31"/>
                <a:gd name="T14" fmla="*/ 134 w 151"/>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1" h="31">
                  <a:moveTo>
                    <a:pt x="134" y="30"/>
                  </a:moveTo>
                  <a:lnTo>
                    <a:pt x="134" y="30"/>
                  </a:lnTo>
                  <a:cubicBezTo>
                    <a:pt x="143" y="30"/>
                    <a:pt x="150" y="23"/>
                    <a:pt x="150" y="15"/>
                  </a:cubicBezTo>
                  <a:cubicBezTo>
                    <a:pt x="150" y="6"/>
                    <a:pt x="143" y="0"/>
                    <a:pt x="134" y="0"/>
                  </a:cubicBezTo>
                  <a:cubicBezTo>
                    <a:pt x="16" y="0"/>
                    <a:pt x="16" y="0"/>
                    <a:pt x="16" y="0"/>
                  </a:cubicBezTo>
                  <a:cubicBezTo>
                    <a:pt x="7" y="0"/>
                    <a:pt x="0" y="6"/>
                    <a:pt x="0" y="15"/>
                  </a:cubicBezTo>
                  <a:cubicBezTo>
                    <a:pt x="0" y="23"/>
                    <a:pt x="7" y="30"/>
                    <a:pt x="16"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6" name="Freeform 482">
              <a:extLst>
                <a:ext uri="{FF2B5EF4-FFF2-40B4-BE49-F238E27FC236}">
                  <a16:creationId xmlns:a16="http://schemas.microsoft.com/office/drawing/2014/main" id="{FD1D8575-5D8B-4BB9-E2E3-AB8CDCB876D1}"/>
                </a:ext>
              </a:extLst>
            </p:cNvPr>
            <p:cNvSpPr>
              <a:spLocks noChangeArrowheads="1"/>
            </p:cNvSpPr>
            <p:nvPr/>
          </p:nvSpPr>
          <p:spPr bwMode="auto">
            <a:xfrm>
              <a:off x="6264275" y="6453188"/>
              <a:ext cx="85725" cy="11112"/>
            </a:xfrm>
            <a:custGeom>
              <a:avLst/>
              <a:gdLst>
                <a:gd name="T0" fmla="*/ 239 w 240"/>
                <a:gd name="T1" fmla="*/ 14 h 31"/>
                <a:gd name="T2" fmla="*/ 239 w 240"/>
                <a:gd name="T3" fmla="*/ 14 h 31"/>
                <a:gd name="T4" fmla="*/ 223 w 240"/>
                <a:gd name="T5" fmla="*/ 0 h 31"/>
                <a:gd name="T6" fmla="*/ 15 w 240"/>
                <a:gd name="T7" fmla="*/ 0 h 31"/>
                <a:gd name="T8" fmla="*/ 0 w 240"/>
                <a:gd name="T9" fmla="*/ 14 h 31"/>
                <a:gd name="T10" fmla="*/ 15 w 240"/>
                <a:gd name="T11" fmla="*/ 30 h 31"/>
                <a:gd name="T12" fmla="*/ 223 w 240"/>
                <a:gd name="T13" fmla="*/ 30 h 31"/>
                <a:gd name="T14" fmla="*/ 239 w 24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40" h="31">
                  <a:moveTo>
                    <a:pt x="239" y="14"/>
                  </a:moveTo>
                  <a:lnTo>
                    <a:pt x="239" y="14"/>
                  </a:lnTo>
                  <a:cubicBezTo>
                    <a:pt x="239" y="7"/>
                    <a:pt x="232" y="0"/>
                    <a:pt x="223" y="0"/>
                  </a:cubicBezTo>
                  <a:cubicBezTo>
                    <a:pt x="15" y="0"/>
                    <a:pt x="15" y="0"/>
                    <a:pt x="15" y="0"/>
                  </a:cubicBezTo>
                  <a:cubicBezTo>
                    <a:pt x="7" y="0"/>
                    <a:pt x="0" y="7"/>
                    <a:pt x="0" y="14"/>
                  </a:cubicBezTo>
                  <a:cubicBezTo>
                    <a:pt x="0" y="23"/>
                    <a:pt x="7" y="30"/>
                    <a:pt x="15" y="30"/>
                  </a:cubicBezTo>
                  <a:cubicBezTo>
                    <a:pt x="223" y="30"/>
                    <a:pt x="223" y="30"/>
                    <a:pt x="223" y="30"/>
                  </a:cubicBezTo>
                  <a:cubicBezTo>
                    <a:pt x="232" y="30"/>
                    <a:pt x="239" y="23"/>
                    <a:pt x="23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7" name="Freeform 483">
              <a:extLst>
                <a:ext uri="{FF2B5EF4-FFF2-40B4-BE49-F238E27FC236}">
                  <a16:creationId xmlns:a16="http://schemas.microsoft.com/office/drawing/2014/main" id="{E7CCBFE5-E66A-876B-F92D-8D2BDD952BC9}"/>
                </a:ext>
              </a:extLst>
            </p:cNvPr>
            <p:cNvSpPr>
              <a:spLocks noChangeArrowheads="1"/>
            </p:cNvSpPr>
            <p:nvPr/>
          </p:nvSpPr>
          <p:spPr bwMode="auto">
            <a:xfrm>
              <a:off x="6210300" y="6453188"/>
              <a:ext cx="42863" cy="11112"/>
            </a:xfrm>
            <a:custGeom>
              <a:avLst/>
              <a:gdLst>
                <a:gd name="T0" fmla="*/ 0 w 121"/>
                <a:gd name="T1" fmla="*/ 14 h 31"/>
                <a:gd name="T2" fmla="*/ 0 w 121"/>
                <a:gd name="T3" fmla="*/ 14 h 31"/>
                <a:gd name="T4" fmla="*/ 15 w 121"/>
                <a:gd name="T5" fmla="*/ 30 h 31"/>
                <a:gd name="T6" fmla="*/ 104 w 121"/>
                <a:gd name="T7" fmla="*/ 30 h 31"/>
                <a:gd name="T8" fmla="*/ 120 w 121"/>
                <a:gd name="T9" fmla="*/ 14 h 31"/>
                <a:gd name="T10" fmla="*/ 104 w 121"/>
                <a:gd name="T11" fmla="*/ 0 h 31"/>
                <a:gd name="T12" fmla="*/ 15 w 121"/>
                <a:gd name="T13" fmla="*/ 0 h 31"/>
                <a:gd name="T14" fmla="*/ 0 w 121"/>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21" h="31">
                  <a:moveTo>
                    <a:pt x="0" y="14"/>
                  </a:moveTo>
                  <a:lnTo>
                    <a:pt x="0" y="14"/>
                  </a:lnTo>
                  <a:cubicBezTo>
                    <a:pt x="0" y="23"/>
                    <a:pt x="7" y="30"/>
                    <a:pt x="15" y="30"/>
                  </a:cubicBezTo>
                  <a:cubicBezTo>
                    <a:pt x="104" y="30"/>
                    <a:pt x="104" y="30"/>
                    <a:pt x="104" y="30"/>
                  </a:cubicBezTo>
                  <a:cubicBezTo>
                    <a:pt x="113" y="30"/>
                    <a:pt x="120" y="23"/>
                    <a:pt x="120" y="14"/>
                  </a:cubicBezTo>
                  <a:cubicBezTo>
                    <a:pt x="120" y="7"/>
                    <a:pt x="113" y="0"/>
                    <a:pt x="104" y="0"/>
                  </a:cubicBezTo>
                  <a:cubicBezTo>
                    <a:pt x="15" y="0"/>
                    <a:pt x="15" y="0"/>
                    <a:pt x="15" y="0"/>
                  </a:cubicBezTo>
                  <a:cubicBezTo>
                    <a:pt x="7" y="0"/>
                    <a:pt x="0" y="7"/>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8" name="Freeform 484">
              <a:extLst>
                <a:ext uri="{FF2B5EF4-FFF2-40B4-BE49-F238E27FC236}">
                  <a16:creationId xmlns:a16="http://schemas.microsoft.com/office/drawing/2014/main" id="{129621F6-D59D-A343-A60F-521AC444E25A}"/>
                </a:ext>
              </a:extLst>
            </p:cNvPr>
            <p:cNvSpPr>
              <a:spLocks noChangeArrowheads="1"/>
            </p:cNvSpPr>
            <p:nvPr/>
          </p:nvSpPr>
          <p:spPr bwMode="auto">
            <a:xfrm>
              <a:off x="6361113" y="6624638"/>
              <a:ext cx="22225" cy="11112"/>
            </a:xfrm>
            <a:custGeom>
              <a:avLst/>
              <a:gdLst>
                <a:gd name="T0" fmla="*/ 44 w 61"/>
                <a:gd name="T1" fmla="*/ 0 h 30"/>
                <a:gd name="T2" fmla="*/ 44 w 61"/>
                <a:gd name="T3" fmla="*/ 0 h 30"/>
                <a:gd name="T4" fmla="*/ 15 w 61"/>
                <a:gd name="T5" fmla="*/ 0 h 30"/>
                <a:gd name="T6" fmla="*/ 0 w 61"/>
                <a:gd name="T7" fmla="*/ 15 h 30"/>
                <a:gd name="T8" fmla="*/ 15 w 61"/>
                <a:gd name="T9" fmla="*/ 29 h 30"/>
                <a:gd name="T10" fmla="*/ 44 w 61"/>
                <a:gd name="T11" fmla="*/ 29 h 30"/>
                <a:gd name="T12" fmla="*/ 60 w 61"/>
                <a:gd name="T13" fmla="*/ 15 h 30"/>
                <a:gd name="T14" fmla="*/ 44 w 61"/>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1" h="30">
                  <a:moveTo>
                    <a:pt x="44" y="0"/>
                  </a:moveTo>
                  <a:lnTo>
                    <a:pt x="44" y="0"/>
                  </a:lnTo>
                  <a:cubicBezTo>
                    <a:pt x="15" y="0"/>
                    <a:pt x="15" y="0"/>
                    <a:pt x="15" y="0"/>
                  </a:cubicBezTo>
                  <a:cubicBezTo>
                    <a:pt x="7" y="0"/>
                    <a:pt x="0" y="7"/>
                    <a:pt x="0" y="15"/>
                  </a:cubicBezTo>
                  <a:cubicBezTo>
                    <a:pt x="0" y="24"/>
                    <a:pt x="7" y="29"/>
                    <a:pt x="15" y="29"/>
                  </a:cubicBezTo>
                  <a:cubicBezTo>
                    <a:pt x="44" y="29"/>
                    <a:pt x="44" y="29"/>
                    <a:pt x="44" y="29"/>
                  </a:cubicBezTo>
                  <a:cubicBezTo>
                    <a:pt x="53" y="29"/>
                    <a:pt x="60" y="24"/>
                    <a:pt x="60" y="15"/>
                  </a:cubicBezTo>
                  <a:cubicBezTo>
                    <a:pt x="60" y="7"/>
                    <a:pt x="53" y="0"/>
                    <a:pt x="4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89" name="Freeform 485">
              <a:extLst>
                <a:ext uri="{FF2B5EF4-FFF2-40B4-BE49-F238E27FC236}">
                  <a16:creationId xmlns:a16="http://schemas.microsoft.com/office/drawing/2014/main" id="{0C5DA03D-5A28-E9AB-3885-08B9B7EDB5A4}"/>
                </a:ext>
              </a:extLst>
            </p:cNvPr>
            <p:cNvSpPr>
              <a:spLocks noChangeArrowheads="1"/>
            </p:cNvSpPr>
            <p:nvPr/>
          </p:nvSpPr>
          <p:spPr bwMode="auto">
            <a:xfrm>
              <a:off x="6242050" y="6624638"/>
              <a:ext cx="104775" cy="11112"/>
            </a:xfrm>
            <a:custGeom>
              <a:avLst/>
              <a:gdLst>
                <a:gd name="T0" fmla="*/ 275 w 290"/>
                <a:gd name="T1" fmla="*/ 0 h 30"/>
                <a:gd name="T2" fmla="*/ 275 w 290"/>
                <a:gd name="T3" fmla="*/ 0 h 30"/>
                <a:gd name="T4" fmla="*/ 15 w 290"/>
                <a:gd name="T5" fmla="*/ 0 h 30"/>
                <a:gd name="T6" fmla="*/ 0 w 290"/>
                <a:gd name="T7" fmla="*/ 15 h 30"/>
                <a:gd name="T8" fmla="*/ 15 w 290"/>
                <a:gd name="T9" fmla="*/ 29 h 30"/>
                <a:gd name="T10" fmla="*/ 275 w 290"/>
                <a:gd name="T11" fmla="*/ 29 h 30"/>
                <a:gd name="T12" fmla="*/ 289 w 290"/>
                <a:gd name="T13" fmla="*/ 15 h 30"/>
                <a:gd name="T14" fmla="*/ 275 w 29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0" h="30">
                  <a:moveTo>
                    <a:pt x="275" y="0"/>
                  </a:moveTo>
                  <a:lnTo>
                    <a:pt x="275" y="0"/>
                  </a:lnTo>
                  <a:cubicBezTo>
                    <a:pt x="15" y="0"/>
                    <a:pt x="15" y="0"/>
                    <a:pt x="15" y="0"/>
                  </a:cubicBezTo>
                  <a:cubicBezTo>
                    <a:pt x="7" y="0"/>
                    <a:pt x="0" y="7"/>
                    <a:pt x="0" y="15"/>
                  </a:cubicBezTo>
                  <a:cubicBezTo>
                    <a:pt x="0" y="24"/>
                    <a:pt x="7" y="29"/>
                    <a:pt x="15" y="29"/>
                  </a:cubicBezTo>
                  <a:cubicBezTo>
                    <a:pt x="275" y="29"/>
                    <a:pt x="275" y="29"/>
                    <a:pt x="275" y="29"/>
                  </a:cubicBezTo>
                  <a:cubicBezTo>
                    <a:pt x="283" y="29"/>
                    <a:pt x="289" y="24"/>
                    <a:pt x="289" y="15"/>
                  </a:cubicBezTo>
                  <a:cubicBezTo>
                    <a:pt x="289" y="7"/>
                    <a:pt x="283" y="0"/>
                    <a:pt x="27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0" name="Freeform 486">
              <a:extLst>
                <a:ext uri="{FF2B5EF4-FFF2-40B4-BE49-F238E27FC236}">
                  <a16:creationId xmlns:a16="http://schemas.microsoft.com/office/drawing/2014/main" id="{55C8072D-DF3F-84C2-3682-ADD4F3A9B7F2}"/>
                </a:ext>
              </a:extLst>
            </p:cNvPr>
            <p:cNvSpPr>
              <a:spLocks noChangeArrowheads="1"/>
            </p:cNvSpPr>
            <p:nvPr/>
          </p:nvSpPr>
          <p:spPr bwMode="auto">
            <a:xfrm>
              <a:off x="6338888" y="6496050"/>
              <a:ext cx="76200" cy="11113"/>
            </a:xfrm>
            <a:custGeom>
              <a:avLst/>
              <a:gdLst>
                <a:gd name="T0" fmla="*/ 15 w 210"/>
                <a:gd name="T1" fmla="*/ 29 h 30"/>
                <a:gd name="T2" fmla="*/ 15 w 210"/>
                <a:gd name="T3" fmla="*/ 29 h 30"/>
                <a:gd name="T4" fmla="*/ 194 w 210"/>
                <a:gd name="T5" fmla="*/ 29 h 30"/>
                <a:gd name="T6" fmla="*/ 209 w 210"/>
                <a:gd name="T7" fmla="*/ 15 h 30"/>
                <a:gd name="T8" fmla="*/ 194 w 210"/>
                <a:gd name="T9" fmla="*/ 0 h 30"/>
                <a:gd name="T10" fmla="*/ 15 w 210"/>
                <a:gd name="T11" fmla="*/ 0 h 30"/>
                <a:gd name="T12" fmla="*/ 0 w 210"/>
                <a:gd name="T13" fmla="*/ 15 h 30"/>
                <a:gd name="T14" fmla="*/ 15 w 210"/>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0" h="30">
                  <a:moveTo>
                    <a:pt x="15" y="29"/>
                  </a:moveTo>
                  <a:lnTo>
                    <a:pt x="15" y="29"/>
                  </a:lnTo>
                  <a:cubicBezTo>
                    <a:pt x="194" y="29"/>
                    <a:pt x="194" y="29"/>
                    <a:pt x="194" y="29"/>
                  </a:cubicBezTo>
                  <a:cubicBezTo>
                    <a:pt x="202" y="29"/>
                    <a:pt x="209" y="24"/>
                    <a:pt x="209" y="15"/>
                  </a:cubicBezTo>
                  <a:cubicBezTo>
                    <a:pt x="209" y="7"/>
                    <a:pt x="202" y="0"/>
                    <a:pt x="194" y="0"/>
                  </a:cubicBezTo>
                  <a:cubicBezTo>
                    <a:pt x="15" y="0"/>
                    <a:pt x="15" y="0"/>
                    <a:pt x="15" y="0"/>
                  </a:cubicBezTo>
                  <a:cubicBezTo>
                    <a:pt x="7" y="0"/>
                    <a:pt x="0" y="7"/>
                    <a:pt x="0" y="15"/>
                  </a:cubicBezTo>
                  <a:cubicBezTo>
                    <a:pt x="0" y="24"/>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1" name="Freeform 487">
              <a:extLst>
                <a:ext uri="{FF2B5EF4-FFF2-40B4-BE49-F238E27FC236}">
                  <a16:creationId xmlns:a16="http://schemas.microsoft.com/office/drawing/2014/main" id="{B63208C9-B90B-EFCC-ED45-005F2D2A6F39}"/>
                </a:ext>
              </a:extLst>
            </p:cNvPr>
            <p:cNvSpPr>
              <a:spLocks noChangeArrowheads="1"/>
            </p:cNvSpPr>
            <p:nvPr/>
          </p:nvSpPr>
          <p:spPr bwMode="auto">
            <a:xfrm>
              <a:off x="6221413" y="6496050"/>
              <a:ext cx="107950" cy="11113"/>
            </a:xfrm>
            <a:custGeom>
              <a:avLst/>
              <a:gdLst>
                <a:gd name="T0" fmla="*/ 13 w 298"/>
                <a:gd name="T1" fmla="*/ 29 h 30"/>
                <a:gd name="T2" fmla="*/ 13 w 298"/>
                <a:gd name="T3" fmla="*/ 29 h 30"/>
                <a:gd name="T4" fmla="*/ 281 w 298"/>
                <a:gd name="T5" fmla="*/ 29 h 30"/>
                <a:gd name="T6" fmla="*/ 297 w 298"/>
                <a:gd name="T7" fmla="*/ 15 h 30"/>
                <a:gd name="T8" fmla="*/ 281 w 298"/>
                <a:gd name="T9" fmla="*/ 0 h 30"/>
                <a:gd name="T10" fmla="*/ 13 w 298"/>
                <a:gd name="T11" fmla="*/ 0 h 30"/>
                <a:gd name="T12" fmla="*/ 0 w 298"/>
                <a:gd name="T13" fmla="*/ 15 h 30"/>
                <a:gd name="T14" fmla="*/ 13 w 298"/>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0">
                  <a:moveTo>
                    <a:pt x="13" y="29"/>
                  </a:moveTo>
                  <a:lnTo>
                    <a:pt x="13" y="29"/>
                  </a:lnTo>
                  <a:cubicBezTo>
                    <a:pt x="281" y="29"/>
                    <a:pt x="281" y="29"/>
                    <a:pt x="281" y="29"/>
                  </a:cubicBezTo>
                  <a:cubicBezTo>
                    <a:pt x="290" y="29"/>
                    <a:pt x="297" y="24"/>
                    <a:pt x="297" y="15"/>
                  </a:cubicBezTo>
                  <a:cubicBezTo>
                    <a:pt x="297" y="7"/>
                    <a:pt x="290" y="0"/>
                    <a:pt x="281" y="0"/>
                  </a:cubicBezTo>
                  <a:cubicBezTo>
                    <a:pt x="13" y="0"/>
                    <a:pt x="13" y="0"/>
                    <a:pt x="13" y="0"/>
                  </a:cubicBezTo>
                  <a:cubicBezTo>
                    <a:pt x="5" y="0"/>
                    <a:pt x="0" y="7"/>
                    <a:pt x="0" y="15"/>
                  </a:cubicBezTo>
                  <a:cubicBezTo>
                    <a:pt x="0" y="24"/>
                    <a:pt x="5" y="29"/>
                    <a:pt x="13"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2" name="Freeform 488">
              <a:extLst>
                <a:ext uri="{FF2B5EF4-FFF2-40B4-BE49-F238E27FC236}">
                  <a16:creationId xmlns:a16="http://schemas.microsoft.com/office/drawing/2014/main" id="{E33DF071-2070-705B-6E5D-6ED2899671B7}"/>
                </a:ext>
              </a:extLst>
            </p:cNvPr>
            <p:cNvSpPr>
              <a:spLocks noChangeArrowheads="1"/>
            </p:cNvSpPr>
            <p:nvPr/>
          </p:nvSpPr>
          <p:spPr bwMode="auto">
            <a:xfrm>
              <a:off x="6329363" y="6581775"/>
              <a:ext cx="107950" cy="11113"/>
            </a:xfrm>
            <a:custGeom>
              <a:avLst/>
              <a:gdLst>
                <a:gd name="T0" fmla="*/ 283 w 298"/>
                <a:gd name="T1" fmla="*/ 0 h 31"/>
                <a:gd name="T2" fmla="*/ 283 w 298"/>
                <a:gd name="T3" fmla="*/ 0 h 31"/>
                <a:gd name="T4" fmla="*/ 15 w 298"/>
                <a:gd name="T5" fmla="*/ 0 h 31"/>
                <a:gd name="T6" fmla="*/ 0 w 298"/>
                <a:gd name="T7" fmla="*/ 14 h 31"/>
                <a:gd name="T8" fmla="*/ 15 w 298"/>
                <a:gd name="T9" fmla="*/ 30 h 31"/>
                <a:gd name="T10" fmla="*/ 283 w 298"/>
                <a:gd name="T11" fmla="*/ 30 h 31"/>
                <a:gd name="T12" fmla="*/ 297 w 298"/>
                <a:gd name="T13" fmla="*/ 14 h 31"/>
                <a:gd name="T14" fmla="*/ 283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3" y="0"/>
                  </a:moveTo>
                  <a:lnTo>
                    <a:pt x="283" y="0"/>
                  </a:lnTo>
                  <a:cubicBezTo>
                    <a:pt x="15" y="0"/>
                    <a:pt x="15" y="0"/>
                    <a:pt x="15" y="0"/>
                  </a:cubicBezTo>
                  <a:cubicBezTo>
                    <a:pt x="7" y="0"/>
                    <a:pt x="0" y="7"/>
                    <a:pt x="0" y="14"/>
                  </a:cubicBezTo>
                  <a:cubicBezTo>
                    <a:pt x="0" y="23"/>
                    <a:pt x="7" y="30"/>
                    <a:pt x="15" y="30"/>
                  </a:cubicBezTo>
                  <a:cubicBezTo>
                    <a:pt x="283" y="30"/>
                    <a:pt x="283" y="30"/>
                    <a:pt x="283" y="30"/>
                  </a:cubicBezTo>
                  <a:cubicBezTo>
                    <a:pt x="291" y="30"/>
                    <a:pt x="297" y="23"/>
                    <a:pt x="297" y="14"/>
                  </a:cubicBezTo>
                  <a:cubicBezTo>
                    <a:pt x="297" y="7"/>
                    <a:pt x="291" y="0"/>
                    <a:pt x="28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3" name="Freeform 489">
              <a:extLst>
                <a:ext uri="{FF2B5EF4-FFF2-40B4-BE49-F238E27FC236}">
                  <a16:creationId xmlns:a16="http://schemas.microsoft.com/office/drawing/2014/main" id="{4A8934F9-4C23-13CC-A412-E1DFA7DBCF61}"/>
                </a:ext>
              </a:extLst>
            </p:cNvPr>
            <p:cNvSpPr>
              <a:spLocks noChangeArrowheads="1"/>
            </p:cNvSpPr>
            <p:nvPr/>
          </p:nvSpPr>
          <p:spPr bwMode="auto">
            <a:xfrm>
              <a:off x="6264275" y="6581775"/>
              <a:ext cx="53975" cy="11113"/>
            </a:xfrm>
            <a:custGeom>
              <a:avLst/>
              <a:gdLst>
                <a:gd name="T0" fmla="*/ 134 w 150"/>
                <a:gd name="T1" fmla="*/ 30 h 31"/>
                <a:gd name="T2" fmla="*/ 134 w 150"/>
                <a:gd name="T3" fmla="*/ 30 h 31"/>
                <a:gd name="T4" fmla="*/ 149 w 150"/>
                <a:gd name="T5" fmla="*/ 14 h 31"/>
                <a:gd name="T6" fmla="*/ 134 w 150"/>
                <a:gd name="T7" fmla="*/ 0 h 31"/>
                <a:gd name="T8" fmla="*/ 15 w 150"/>
                <a:gd name="T9" fmla="*/ 0 h 31"/>
                <a:gd name="T10" fmla="*/ 0 w 150"/>
                <a:gd name="T11" fmla="*/ 14 h 31"/>
                <a:gd name="T12" fmla="*/ 15 w 150"/>
                <a:gd name="T13" fmla="*/ 30 h 31"/>
                <a:gd name="T14" fmla="*/ 134 w 1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50" h="31">
                  <a:moveTo>
                    <a:pt x="134" y="30"/>
                  </a:moveTo>
                  <a:lnTo>
                    <a:pt x="134" y="30"/>
                  </a:lnTo>
                  <a:cubicBezTo>
                    <a:pt x="142" y="30"/>
                    <a:pt x="149" y="23"/>
                    <a:pt x="149" y="14"/>
                  </a:cubicBezTo>
                  <a:cubicBezTo>
                    <a:pt x="149" y="7"/>
                    <a:pt x="142" y="0"/>
                    <a:pt x="134" y="0"/>
                  </a:cubicBezTo>
                  <a:cubicBezTo>
                    <a:pt x="15" y="0"/>
                    <a:pt x="15" y="0"/>
                    <a:pt x="15" y="0"/>
                  </a:cubicBezTo>
                  <a:cubicBezTo>
                    <a:pt x="7" y="0"/>
                    <a:pt x="0" y="7"/>
                    <a:pt x="0" y="14"/>
                  </a:cubicBezTo>
                  <a:cubicBezTo>
                    <a:pt x="0" y="23"/>
                    <a:pt x="7" y="30"/>
                    <a:pt x="15" y="30"/>
                  </a:cubicBezTo>
                  <a:lnTo>
                    <a:pt x="134" y="3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4" name="Freeform 490">
              <a:extLst>
                <a:ext uri="{FF2B5EF4-FFF2-40B4-BE49-F238E27FC236}">
                  <a16:creationId xmlns:a16="http://schemas.microsoft.com/office/drawing/2014/main" id="{F080B0BC-6A20-E6E8-30FB-FDFA60801C7E}"/>
                </a:ext>
              </a:extLst>
            </p:cNvPr>
            <p:cNvSpPr>
              <a:spLocks noChangeArrowheads="1"/>
            </p:cNvSpPr>
            <p:nvPr/>
          </p:nvSpPr>
          <p:spPr bwMode="auto">
            <a:xfrm>
              <a:off x="6200775" y="6538913"/>
              <a:ext cx="246063" cy="11112"/>
            </a:xfrm>
            <a:custGeom>
              <a:avLst/>
              <a:gdLst>
                <a:gd name="T0" fmla="*/ 669 w 685"/>
                <a:gd name="T1" fmla="*/ 0 h 31"/>
                <a:gd name="T2" fmla="*/ 669 w 685"/>
                <a:gd name="T3" fmla="*/ 0 h 31"/>
                <a:gd name="T4" fmla="*/ 15 w 685"/>
                <a:gd name="T5" fmla="*/ 0 h 31"/>
                <a:gd name="T6" fmla="*/ 0 w 685"/>
                <a:gd name="T7" fmla="*/ 15 h 31"/>
                <a:gd name="T8" fmla="*/ 15 w 685"/>
                <a:gd name="T9" fmla="*/ 30 h 31"/>
                <a:gd name="T10" fmla="*/ 669 w 685"/>
                <a:gd name="T11" fmla="*/ 30 h 31"/>
                <a:gd name="T12" fmla="*/ 684 w 685"/>
                <a:gd name="T13" fmla="*/ 15 h 31"/>
                <a:gd name="T14" fmla="*/ 669 w 685"/>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85" h="31">
                  <a:moveTo>
                    <a:pt x="669" y="0"/>
                  </a:moveTo>
                  <a:lnTo>
                    <a:pt x="669" y="0"/>
                  </a:lnTo>
                  <a:cubicBezTo>
                    <a:pt x="15" y="0"/>
                    <a:pt x="15" y="0"/>
                    <a:pt x="15" y="0"/>
                  </a:cubicBezTo>
                  <a:cubicBezTo>
                    <a:pt x="7" y="0"/>
                    <a:pt x="0" y="6"/>
                    <a:pt x="0" y="15"/>
                  </a:cubicBezTo>
                  <a:cubicBezTo>
                    <a:pt x="0" y="23"/>
                    <a:pt x="7" y="30"/>
                    <a:pt x="15" y="30"/>
                  </a:cubicBezTo>
                  <a:cubicBezTo>
                    <a:pt x="669" y="30"/>
                    <a:pt x="669" y="30"/>
                    <a:pt x="669" y="30"/>
                  </a:cubicBezTo>
                  <a:cubicBezTo>
                    <a:pt x="677" y="30"/>
                    <a:pt x="684" y="23"/>
                    <a:pt x="684" y="15"/>
                  </a:cubicBezTo>
                  <a:cubicBezTo>
                    <a:pt x="684" y="6"/>
                    <a:pt x="677" y="0"/>
                    <a:pt x="66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595" name="Group 598">
            <a:extLst>
              <a:ext uri="{FF2B5EF4-FFF2-40B4-BE49-F238E27FC236}">
                <a16:creationId xmlns:a16="http://schemas.microsoft.com/office/drawing/2014/main" id="{262B08C0-03B3-3C2C-C4B7-1D178C40BF98}"/>
              </a:ext>
            </a:extLst>
          </p:cNvPr>
          <p:cNvGrpSpPr/>
          <p:nvPr/>
        </p:nvGrpSpPr>
        <p:grpSpPr>
          <a:xfrm>
            <a:off x="4647281" y="3952006"/>
            <a:ext cx="257175" cy="246062"/>
            <a:chOff x="3619500" y="4332288"/>
            <a:chExt cx="257175" cy="246062"/>
          </a:xfrm>
          <a:solidFill>
            <a:schemeClr val="accent4"/>
          </a:solidFill>
        </p:grpSpPr>
        <p:sp>
          <p:nvSpPr>
            <p:cNvPr id="596" name="Freeform 491">
              <a:extLst>
                <a:ext uri="{FF2B5EF4-FFF2-40B4-BE49-F238E27FC236}">
                  <a16:creationId xmlns:a16="http://schemas.microsoft.com/office/drawing/2014/main" id="{4F8553EB-5D3F-CA27-8A10-4725A7CF5411}"/>
                </a:ext>
              </a:extLst>
            </p:cNvPr>
            <p:cNvSpPr>
              <a:spLocks noChangeArrowheads="1"/>
            </p:cNvSpPr>
            <p:nvPr/>
          </p:nvSpPr>
          <p:spPr bwMode="auto">
            <a:xfrm>
              <a:off x="3721100" y="4364038"/>
              <a:ext cx="112713" cy="80962"/>
            </a:xfrm>
            <a:custGeom>
              <a:avLst/>
              <a:gdLst>
                <a:gd name="T0" fmla="*/ 4 w 312"/>
                <a:gd name="T1" fmla="*/ 85 h 227"/>
                <a:gd name="T2" fmla="*/ 4 w 312"/>
                <a:gd name="T3" fmla="*/ 85 h 227"/>
                <a:gd name="T4" fmla="*/ 10 w 312"/>
                <a:gd name="T5" fmla="*/ 106 h 227"/>
                <a:gd name="T6" fmla="*/ 31 w 312"/>
                <a:gd name="T7" fmla="*/ 99 h 227"/>
                <a:gd name="T8" fmla="*/ 148 w 312"/>
                <a:gd name="T9" fmla="*/ 29 h 227"/>
                <a:gd name="T10" fmla="*/ 243 w 312"/>
                <a:gd name="T11" fmla="*/ 68 h 227"/>
                <a:gd name="T12" fmla="*/ 282 w 312"/>
                <a:gd name="T13" fmla="*/ 163 h 227"/>
                <a:gd name="T14" fmla="*/ 275 w 312"/>
                <a:gd name="T15" fmla="*/ 205 h 227"/>
                <a:gd name="T16" fmla="*/ 284 w 312"/>
                <a:gd name="T17" fmla="*/ 223 h 227"/>
                <a:gd name="T18" fmla="*/ 304 w 312"/>
                <a:gd name="T19" fmla="*/ 213 h 227"/>
                <a:gd name="T20" fmla="*/ 304 w 312"/>
                <a:gd name="T21" fmla="*/ 213 h 227"/>
                <a:gd name="T22" fmla="*/ 311 w 312"/>
                <a:gd name="T23" fmla="*/ 163 h 227"/>
                <a:gd name="T24" fmla="*/ 148 w 312"/>
                <a:gd name="T25" fmla="*/ 0 h 227"/>
                <a:gd name="T26" fmla="*/ 4 w 312"/>
                <a:gd name="T27" fmla="*/ 85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12" h="227">
                  <a:moveTo>
                    <a:pt x="4" y="85"/>
                  </a:moveTo>
                  <a:lnTo>
                    <a:pt x="4" y="85"/>
                  </a:lnTo>
                  <a:cubicBezTo>
                    <a:pt x="0" y="92"/>
                    <a:pt x="3" y="102"/>
                    <a:pt x="10" y="106"/>
                  </a:cubicBezTo>
                  <a:cubicBezTo>
                    <a:pt x="17" y="109"/>
                    <a:pt x="26" y="107"/>
                    <a:pt x="31" y="99"/>
                  </a:cubicBezTo>
                  <a:cubicBezTo>
                    <a:pt x="53" y="57"/>
                    <a:pt x="98" y="29"/>
                    <a:pt x="148" y="29"/>
                  </a:cubicBezTo>
                  <a:cubicBezTo>
                    <a:pt x="184" y="29"/>
                    <a:pt x="217" y="45"/>
                    <a:pt x="243" y="68"/>
                  </a:cubicBezTo>
                  <a:cubicBezTo>
                    <a:pt x="266" y="93"/>
                    <a:pt x="282" y="127"/>
                    <a:pt x="282" y="163"/>
                  </a:cubicBezTo>
                  <a:cubicBezTo>
                    <a:pt x="282" y="178"/>
                    <a:pt x="279" y="191"/>
                    <a:pt x="275" y="205"/>
                  </a:cubicBezTo>
                  <a:cubicBezTo>
                    <a:pt x="272" y="212"/>
                    <a:pt x="277" y="220"/>
                    <a:pt x="284" y="223"/>
                  </a:cubicBezTo>
                  <a:cubicBezTo>
                    <a:pt x="293" y="226"/>
                    <a:pt x="301" y="222"/>
                    <a:pt x="304" y="213"/>
                  </a:cubicBezTo>
                  <a:lnTo>
                    <a:pt x="304" y="213"/>
                  </a:lnTo>
                  <a:cubicBezTo>
                    <a:pt x="308" y="198"/>
                    <a:pt x="311" y="181"/>
                    <a:pt x="311" y="163"/>
                  </a:cubicBezTo>
                  <a:cubicBezTo>
                    <a:pt x="311" y="72"/>
                    <a:pt x="238" y="0"/>
                    <a:pt x="148" y="0"/>
                  </a:cubicBezTo>
                  <a:cubicBezTo>
                    <a:pt x="85" y="0"/>
                    <a:pt x="32" y="35"/>
                    <a:pt x="4" y="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7" name="Freeform 492">
              <a:extLst>
                <a:ext uri="{FF2B5EF4-FFF2-40B4-BE49-F238E27FC236}">
                  <a16:creationId xmlns:a16="http://schemas.microsoft.com/office/drawing/2014/main" id="{44647C66-5598-637F-BBCF-E1956CF09D88}"/>
                </a:ext>
              </a:extLst>
            </p:cNvPr>
            <p:cNvSpPr>
              <a:spLocks noChangeArrowheads="1"/>
            </p:cNvSpPr>
            <p:nvPr/>
          </p:nvSpPr>
          <p:spPr bwMode="auto">
            <a:xfrm>
              <a:off x="3703638" y="4352925"/>
              <a:ext cx="23812" cy="23813"/>
            </a:xfrm>
            <a:custGeom>
              <a:avLst/>
              <a:gdLst>
                <a:gd name="T0" fmla="*/ 28 w 64"/>
                <a:gd name="T1" fmla="*/ 7 h 64"/>
                <a:gd name="T2" fmla="*/ 28 w 64"/>
                <a:gd name="T3" fmla="*/ 7 h 64"/>
                <a:gd name="T4" fmla="*/ 6 w 64"/>
                <a:gd name="T5" fmla="*/ 7 h 64"/>
                <a:gd name="T6" fmla="*/ 6 w 64"/>
                <a:gd name="T7" fmla="*/ 28 h 64"/>
                <a:gd name="T8" fmla="*/ 37 w 64"/>
                <a:gd name="T9" fmla="*/ 57 h 64"/>
                <a:gd name="T10" fmla="*/ 58 w 64"/>
                <a:gd name="T11" fmla="*/ 57 h 64"/>
                <a:gd name="T12" fmla="*/ 58 w 64"/>
                <a:gd name="T13" fmla="*/ 36 h 64"/>
                <a:gd name="T14" fmla="*/ 28 w 64"/>
                <a:gd name="T15" fmla="*/ 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7"/>
                  </a:moveTo>
                  <a:lnTo>
                    <a:pt x="28" y="7"/>
                  </a:lnTo>
                  <a:cubicBezTo>
                    <a:pt x="21" y="0"/>
                    <a:pt x="13" y="0"/>
                    <a:pt x="6" y="7"/>
                  </a:cubicBezTo>
                  <a:cubicBezTo>
                    <a:pt x="0" y="12"/>
                    <a:pt x="0" y="21"/>
                    <a:pt x="6" y="28"/>
                  </a:cubicBezTo>
                  <a:cubicBezTo>
                    <a:pt x="37" y="57"/>
                    <a:pt x="37" y="57"/>
                    <a:pt x="37" y="57"/>
                  </a:cubicBezTo>
                  <a:cubicBezTo>
                    <a:pt x="42" y="63"/>
                    <a:pt x="52" y="63"/>
                    <a:pt x="58" y="57"/>
                  </a:cubicBezTo>
                  <a:cubicBezTo>
                    <a:pt x="63" y="52"/>
                    <a:pt x="63" y="42"/>
                    <a:pt x="58" y="36"/>
                  </a:cubicBezTo>
                  <a:lnTo>
                    <a:pt x="28" y="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8" name="Freeform 493">
              <a:extLst>
                <a:ext uri="{FF2B5EF4-FFF2-40B4-BE49-F238E27FC236}">
                  <a16:creationId xmlns:a16="http://schemas.microsoft.com/office/drawing/2014/main" id="{160AFE3A-89FC-4387-F6B3-2FF9817F501D}"/>
                </a:ext>
              </a:extLst>
            </p:cNvPr>
            <p:cNvSpPr>
              <a:spLocks noChangeArrowheads="1"/>
            </p:cNvSpPr>
            <p:nvPr/>
          </p:nvSpPr>
          <p:spPr bwMode="auto">
            <a:xfrm>
              <a:off x="3768725" y="4332288"/>
              <a:ext cx="11113" cy="20637"/>
            </a:xfrm>
            <a:custGeom>
              <a:avLst/>
              <a:gdLst>
                <a:gd name="T0" fmla="*/ 31 w 32"/>
                <a:gd name="T1" fmla="*/ 44 h 59"/>
                <a:gd name="T2" fmla="*/ 31 w 32"/>
                <a:gd name="T3" fmla="*/ 44 h 59"/>
                <a:gd name="T4" fmla="*/ 31 w 32"/>
                <a:gd name="T5" fmla="*/ 14 h 59"/>
                <a:gd name="T6" fmla="*/ 16 w 32"/>
                <a:gd name="T7" fmla="*/ 0 h 59"/>
                <a:gd name="T8" fmla="*/ 0 w 32"/>
                <a:gd name="T9" fmla="*/ 14 h 59"/>
                <a:gd name="T10" fmla="*/ 0 w 32"/>
                <a:gd name="T11" fmla="*/ 44 h 59"/>
                <a:gd name="T12" fmla="*/ 16 w 32"/>
                <a:gd name="T13" fmla="*/ 58 h 59"/>
                <a:gd name="T14" fmla="*/ 31 w 32"/>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59">
                  <a:moveTo>
                    <a:pt x="31" y="44"/>
                  </a:moveTo>
                  <a:lnTo>
                    <a:pt x="31" y="44"/>
                  </a:lnTo>
                  <a:cubicBezTo>
                    <a:pt x="31" y="14"/>
                    <a:pt x="31" y="14"/>
                    <a:pt x="31" y="14"/>
                  </a:cubicBezTo>
                  <a:cubicBezTo>
                    <a:pt x="31" y="7"/>
                    <a:pt x="24" y="0"/>
                    <a:pt x="16" y="0"/>
                  </a:cubicBezTo>
                  <a:cubicBezTo>
                    <a:pt x="7" y="0"/>
                    <a:pt x="0" y="7"/>
                    <a:pt x="0" y="14"/>
                  </a:cubicBezTo>
                  <a:cubicBezTo>
                    <a:pt x="0" y="44"/>
                    <a:pt x="0" y="44"/>
                    <a:pt x="0" y="44"/>
                  </a:cubicBezTo>
                  <a:cubicBezTo>
                    <a:pt x="0" y="53"/>
                    <a:pt x="7" y="58"/>
                    <a:pt x="16" y="58"/>
                  </a:cubicBezTo>
                  <a:cubicBezTo>
                    <a:pt x="24" y="58"/>
                    <a:pt x="31" y="53"/>
                    <a:pt x="31"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99" name="Freeform 494">
              <a:extLst>
                <a:ext uri="{FF2B5EF4-FFF2-40B4-BE49-F238E27FC236}">
                  <a16:creationId xmlns:a16="http://schemas.microsoft.com/office/drawing/2014/main" id="{2EEC1FED-AABE-A49F-9782-CE212424A093}"/>
                </a:ext>
              </a:extLst>
            </p:cNvPr>
            <p:cNvSpPr>
              <a:spLocks noChangeArrowheads="1"/>
            </p:cNvSpPr>
            <p:nvPr/>
          </p:nvSpPr>
          <p:spPr bwMode="auto">
            <a:xfrm>
              <a:off x="3822700" y="4352925"/>
              <a:ext cx="23813" cy="23813"/>
            </a:xfrm>
            <a:custGeom>
              <a:avLst/>
              <a:gdLst>
                <a:gd name="T0" fmla="*/ 27 w 64"/>
                <a:gd name="T1" fmla="*/ 57 h 64"/>
                <a:gd name="T2" fmla="*/ 27 w 64"/>
                <a:gd name="T3" fmla="*/ 57 h 64"/>
                <a:gd name="T4" fmla="*/ 57 w 64"/>
                <a:gd name="T5" fmla="*/ 28 h 64"/>
                <a:gd name="T6" fmla="*/ 57 w 64"/>
                <a:gd name="T7" fmla="*/ 7 h 64"/>
                <a:gd name="T8" fmla="*/ 35 w 64"/>
                <a:gd name="T9" fmla="*/ 7 h 64"/>
                <a:gd name="T10" fmla="*/ 6 w 64"/>
                <a:gd name="T11" fmla="*/ 36 h 64"/>
                <a:gd name="T12" fmla="*/ 6 w 64"/>
                <a:gd name="T13" fmla="*/ 57 h 64"/>
                <a:gd name="T14" fmla="*/ 27 w 64"/>
                <a:gd name="T15" fmla="*/ 57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7" y="57"/>
                  </a:moveTo>
                  <a:lnTo>
                    <a:pt x="27" y="57"/>
                  </a:lnTo>
                  <a:cubicBezTo>
                    <a:pt x="57" y="28"/>
                    <a:pt x="57" y="28"/>
                    <a:pt x="57" y="28"/>
                  </a:cubicBezTo>
                  <a:cubicBezTo>
                    <a:pt x="63" y="21"/>
                    <a:pt x="63" y="12"/>
                    <a:pt x="57" y="7"/>
                  </a:cubicBezTo>
                  <a:cubicBezTo>
                    <a:pt x="50" y="0"/>
                    <a:pt x="42" y="0"/>
                    <a:pt x="35" y="7"/>
                  </a:cubicBezTo>
                  <a:cubicBezTo>
                    <a:pt x="6" y="36"/>
                    <a:pt x="6" y="36"/>
                    <a:pt x="6" y="36"/>
                  </a:cubicBezTo>
                  <a:cubicBezTo>
                    <a:pt x="0" y="42"/>
                    <a:pt x="0" y="52"/>
                    <a:pt x="6" y="57"/>
                  </a:cubicBezTo>
                  <a:cubicBezTo>
                    <a:pt x="11" y="63"/>
                    <a:pt x="21" y="63"/>
                    <a:pt x="27" y="5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0" name="Freeform 495">
              <a:extLst>
                <a:ext uri="{FF2B5EF4-FFF2-40B4-BE49-F238E27FC236}">
                  <a16:creationId xmlns:a16="http://schemas.microsoft.com/office/drawing/2014/main" id="{67FEFE97-BE98-16A2-1907-2F60AC859D42}"/>
                </a:ext>
              </a:extLst>
            </p:cNvPr>
            <p:cNvSpPr>
              <a:spLocks noChangeArrowheads="1"/>
            </p:cNvSpPr>
            <p:nvPr/>
          </p:nvSpPr>
          <p:spPr bwMode="auto">
            <a:xfrm>
              <a:off x="3619500" y="4406900"/>
              <a:ext cx="257175" cy="171450"/>
            </a:xfrm>
            <a:custGeom>
              <a:avLst/>
              <a:gdLst>
                <a:gd name="T0" fmla="*/ 237 w 715"/>
                <a:gd name="T1" fmla="*/ 476 h 477"/>
                <a:gd name="T2" fmla="*/ 237 w 715"/>
                <a:gd name="T3" fmla="*/ 476 h 477"/>
                <a:gd name="T4" fmla="*/ 535 w 715"/>
                <a:gd name="T5" fmla="*/ 476 h 477"/>
                <a:gd name="T6" fmla="*/ 714 w 715"/>
                <a:gd name="T7" fmla="*/ 298 h 477"/>
                <a:gd name="T8" fmla="*/ 535 w 715"/>
                <a:gd name="T9" fmla="*/ 119 h 477"/>
                <a:gd name="T10" fmla="*/ 443 w 715"/>
                <a:gd name="T11" fmla="*/ 119 h 477"/>
                <a:gd name="T12" fmla="*/ 237 w 715"/>
                <a:gd name="T13" fmla="*/ 0 h 477"/>
                <a:gd name="T14" fmla="*/ 0 w 715"/>
                <a:gd name="T15" fmla="*/ 239 h 477"/>
                <a:gd name="T16" fmla="*/ 237 w 715"/>
                <a:gd name="T17" fmla="*/ 476 h 477"/>
                <a:gd name="T18" fmla="*/ 90 w 715"/>
                <a:gd name="T19" fmla="*/ 91 h 477"/>
                <a:gd name="T20" fmla="*/ 90 w 715"/>
                <a:gd name="T21" fmla="*/ 91 h 477"/>
                <a:gd name="T22" fmla="*/ 237 w 715"/>
                <a:gd name="T23" fmla="*/ 30 h 477"/>
                <a:gd name="T24" fmla="*/ 421 w 715"/>
                <a:gd name="T25" fmla="*/ 141 h 477"/>
                <a:gd name="T26" fmla="*/ 435 w 715"/>
                <a:gd name="T27" fmla="*/ 150 h 477"/>
                <a:gd name="T28" fmla="*/ 535 w 715"/>
                <a:gd name="T29" fmla="*/ 150 h 477"/>
                <a:gd name="T30" fmla="*/ 640 w 715"/>
                <a:gd name="T31" fmla="*/ 193 h 477"/>
                <a:gd name="T32" fmla="*/ 683 w 715"/>
                <a:gd name="T33" fmla="*/ 298 h 477"/>
                <a:gd name="T34" fmla="*/ 640 w 715"/>
                <a:gd name="T35" fmla="*/ 404 h 477"/>
                <a:gd name="T36" fmla="*/ 535 w 715"/>
                <a:gd name="T37" fmla="*/ 447 h 477"/>
                <a:gd name="T38" fmla="*/ 237 w 715"/>
                <a:gd name="T39" fmla="*/ 447 h 477"/>
                <a:gd name="T40" fmla="*/ 90 w 715"/>
                <a:gd name="T41" fmla="*/ 385 h 477"/>
                <a:gd name="T42" fmla="*/ 29 w 715"/>
                <a:gd name="T43" fmla="*/ 239 h 477"/>
                <a:gd name="T44" fmla="*/ 90 w 715"/>
                <a:gd name="T45" fmla="*/ 91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15" h="477">
                  <a:moveTo>
                    <a:pt x="237" y="476"/>
                  </a:moveTo>
                  <a:lnTo>
                    <a:pt x="237" y="476"/>
                  </a:lnTo>
                  <a:cubicBezTo>
                    <a:pt x="301" y="476"/>
                    <a:pt x="480" y="476"/>
                    <a:pt x="535" y="476"/>
                  </a:cubicBezTo>
                  <a:cubicBezTo>
                    <a:pt x="633" y="476"/>
                    <a:pt x="714" y="397"/>
                    <a:pt x="714" y="298"/>
                  </a:cubicBezTo>
                  <a:cubicBezTo>
                    <a:pt x="714" y="200"/>
                    <a:pt x="633" y="119"/>
                    <a:pt x="535" y="119"/>
                  </a:cubicBezTo>
                  <a:cubicBezTo>
                    <a:pt x="443" y="119"/>
                    <a:pt x="443" y="119"/>
                    <a:pt x="443" y="119"/>
                  </a:cubicBezTo>
                  <a:cubicBezTo>
                    <a:pt x="401" y="48"/>
                    <a:pt x="325" y="0"/>
                    <a:pt x="237" y="0"/>
                  </a:cubicBezTo>
                  <a:cubicBezTo>
                    <a:pt x="106" y="0"/>
                    <a:pt x="0" y="108"/>
                    <a:pt x="0" y="239"/>
                  </a:cubicBezTo>
                  <a:cubicBezTo>
                    <a:pt x="0" y="370"/>
                    <a:pt x="106" y="476"/>
                    <a:pt x="237" y="476"/>
                  </a:cubicBezTo>
                  <a:close/>
                  <a:moveTo>
                    <a:pt x="90" y="91"/>
                  </a:moveTo>
                  <a:lnTo>
                    <a:pt x="90" y="91"/>
                  </a:lnTo>
                  <a:cubicBezTo>
                    <a:pt x="128" y="54"/>
                    <a:pt x="180" y="30"/>
                    <a:pt x="237" y="30"/>
                  </a:cubicBezTo>
                  <a:cubicBezTo>
                    <a:pt x="316" y="30"/>
                    <a:pt x="386" y="76"/>
                    <a:pt x="421" y="141"/>
                  </a:cubicBezTo>
                  <a:cubicBezTo>
                    <a:pt x="424" y="147"/>
                    <a:pt x="429" y="150"/>
                    <a:pt x="435" y="150"/>
                  </a:cubicBezTo>
                  <a:cubicBezTo>
                    <a:pt x="535" y="150"/>
                    <a:pt x="535" y="150"/>
                    <a:pt x="535" y="150"/>
                  </a:cubicBezTo>
                  <a:cubicBezTo>
                    <a:pt x="576" y="150"/>
                    <a:pt x="613" y="166"/>
                    <a:pt x="640" y="193"/>
                  </a:cubicBezTo>
                  <a:cubicBezTo>
                    <a:pt x="666" y="219"/>
                    <a:pt x="683" y="257"/>
                    <a:pt x="683" y="298"/>
                  </a:cubicBezTo>
                  <a:cubicBezTo>
                    <a:pt x="683" y="339"/>
                    <a:pt x="666" y="377"/>
                    <a:pt x="640" y="404"/>
                  </a:cubicBezTo>
                  <a:cubicBezTo>
                    <a:pt x="613" y="430"/>
                    <a:pt x="576" y="447"/>
                    <a:pt x="535" y="447"/>
                  </a:cubicBezTo>
                  <a:cubicBezTo>
                    <a:pt x="480" y="447"/>
                    <a:pt x="301" y="447"/>
                    <a:pt x="237" y="447"/>
                  </a:cubicBezTo>
                  <a:cubicBezTo>
                    <a:pt x="180" y="447"/>
                    <a:pt x="128" y="423"/>
                    <a:pt x="90" y="385"/>
                  </a:cubicBezTo>
                  <a:cubicBezTo>
                    <a:pt x="53" y="348"/>
                    <a:pt x="29" y="296"/>
                    <a:pt x="29" y="239"/>
                  </a:cubicBezTo>
                  <a:cubicBezTo>
                    <a:pt x="29" y="182"/>
                    <a:pt x="53" y="129"/>
                    <a:pt x="90" y="9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1" name="Group 604">
            <a:extLst>
              <a:ext uri="{FF2B5EF4-FFF2-40B4-BE49-F238E27FC236}">
                <a16:creationId xmlns:a16="http://schemas.microsoft.com/office/drawing/2014/main" id="{CEB374CB-9BE8-CEA2-1426-FDB019E2398E}"/>
              </a:ext>
            </a:extLst>
          </p:cNvPr>
          <p:cNvGrpSpPr/>
          <p:nvPr/>
        </p:nvGrpSpPr>
        <p:grpSpPr>
          <a:xfrm>
            <a:off x="5675981" y="5014813"/>
            <a:ext cx="257175" cy="214312"/>
            <a:chOff x="4648200" y="5360988"/>
            <a:chExt cx="257175" cy="214312"/>
          </a:xfrm>
          <a:solidFill>
            <a:schemeClr val="accent4"/>
          </a:solidFill>
        </p:grpSpPr>
        <p:sp>
          <p:nvSpPr>
            <p:cNvPr id="602" name="Freeform 496">
              <a:extLst>
                <a:ext uri="{FF2B5EF4-FFF2-40B4-BE49-F238E27FC236}">
                  <a16:creationId xmlns:a16="http://schemas.microsoft.com/office/drawing/2014/main" id="{E8D86E12-912B-FD99-ED7F-ECC23FBDF350}"/>
                </a:ext>
              </a:extLst>
            </p:cNvPr>
            <p:cNvSpPr>
              <a:spLocks noChangeArrowheads="1"/>
            </p:cNvSpPr>
            <p:nvPr/>
          </p:nvSpPr>
          <p:spPr bwMode="auto">
            <a:xfrm>
              <a:off x="4705350" y="5360988"/>
              <a:ext cx="200025" cy="171450"/>
            </a:xfrm>
            <a:custGeom>
              <a:avLst/>
              <a:gdLst>
                <a:gd name="T0" fmla="*/ 410 w 555"/>
                <a:gd name="T1" fmla="*/ 123 h 476"/>
                <a:gd name="T2" fmla="*/ 410 w 555"/>
                <a:gd name="T3" fmla="*/ 123 h 476"/>
                <a:gd name="T4" fmla="*/ 212 w 555"/>
                <a:gd name="T5" fmla="*/ 0 h 476"/>
                <a:gd name="T6" fmla="*/ 3 w 555"/>
                <a:gd name="T7" fmla="*/ 143 h 476"/>
                <a:gd name="T8" fmla="*/ 12 w 555"/>
                <a:gd name="T9" fmla="*/ 163 h 476"/>
                <a:gd name="T10" fmla="*/ 31 w 555"/>
                <a:gd name="T11" fmla="*/ 155 h 476"/>
                <a:gd name="T12" fmla="*/ 212 w 555"/>
                <a:gd name="T13" fmla="*/ 29 h 476"/>
                <a:gd name="T14" fmla="*/ 388 w 555"/>
                <a:gd name="T15" fmla="*/ 142 h 476"/>
                <a:gd name="T16" fmla="*/ 391 w 555"/>
                <a:gd name="T17" fmla="*/ 149 h 476"/>
                <a:gd name="T18" fmla="*/ 399 w 555"/>
                <a:gd name="T19" fmla="*/ 150 h 476"/>
                <a:gd name="T20" fmla="*/ 525 w 555"/>
                <a:gd name="T21" fmla="*/ 297 h 476"/>
                <a:gd name="T22" fmla="*/ 480 w 555"/>
                <a:gd name="T23" fmla="*/ 403 h 476"/>
                <a:gd name="T24" fmla="*/ 376 w 555"/>
                <a:gd name="T25" fmla="*/ 446 h 476"/>
                <a:gd name="T26" fmla="*/ 360 w 555"/>
                <a:gd name="T27" fmla="*/ 460 h 476"/>
                <a:gd name="T28" fmla="*/ 376 w 555"/>
                <a:gd name="T29" fmla="*/ 475 h 476"/>
                <a:gd name="T30" fmla="*/ 376 w 555"/>
                <a:gd name="T31" fmla="*/ 475 h 476"/>
                <a:gd name="T32" fmla="*/ 554 w 555"/>
                <a:gd name="T33" fmla="*/ 297 h 476"/>
                <a:gd name="T34" fmla="*/ 410 w 555"/>
                <a:gd name="T35" fmla="*/ 123 h 4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5" h="476">
                  <a:moveTo>
                    <a:pt x="410" y="123"/>
                  </a:moveTo>
                  <a:lnTo>
                    <a:pt x="410" y="123"/>
                  </a:lnTo>
                  <a:cubicBezTo>
                    <a:pt x="374" y="50"/>
                    <a:pt x="299" y="0"/>
                    <a:pt x="212" y="0"/>
                  </a:cubicBezTo>
                  <a:cubicBezTo>
                    <a:pt x="116" y="0"/>
                    <a:pt x="35" y="60"/>
                    <a:pt x="3" y="143"/>
                  </a:cubicBezTo>
                  <a:cubicBezTo>
                    <a:pt x="0" y="152"/>
                    <a:pt x="5" y="160"/>
                    <a:pt x="12" y="163"/>
                  </a:cubicBezTo>
                  <a:cubicBezTo>
                    <a:pt x="20" y="166"/>
                    <a:pt x="28" y="162"/>
                    <a:pt x="31" y="155"/>
                  </a:cubicBezTo>
                  <a:cubicBezTo>
                    <a:pt x="59" y="81"/>
                    <a:pt x="129" y="29"/>
                    <a:pt x="212" y="29"/>
                  </a:cubicBezTo>
                  <a:cubicBezTo>
                    <a:pt x="290" y="29"/>
                    <a:pt x="357" y="75"/>
                    <a:pt x="388" y="142"/>
                  </a:cubicBezTo>
                  <a:cubicBezTo>
                    <a:pt x="391" y="149"/>
                    <a:pt x="391" y="149"/>
                    <a:pt x="391" y="149"/>
                  </a:cubicBezTo>
                  <a:cubicBezTo>
                    <a:pt x="399" y="150"/>
                    <a:pt x="399" y="150"/>
                    <a:pt x="399" y="150"/>
                  </a:cubicBezTo>
                  <a:cubicBezTo>
                    <a:pt x="470" y="162"/>
                    <a:pt x="525" y="223"/>
                    <a:pt x="525" y="297"/>
                  </a:cubicBezTo>
                  <a:cubicBezTo>
                    <a:pt x="525" y="339"/>
                    <a:pt x="508" y="375"/>
                    <a:pt x="480" y="403"/>
                  </a:cubicBezTo>
                  <a:cubicBezTo>
                    <a:pt x="454" y="429"/>
                    <a:pt x="417" y="446"/>
                    <a:pt x="376" y="446"/>
                  </a:cubicBezTo>
                  <a:cubicBezTo>
                    <a:pt x="367" y="446"/>
                    <a:pt x="360" y="453"/>
                    <a:pt x="360" y="460"/>
                  </a:cubicBezTo>
                  <a:cubicBezTo>
                    <a:pt x="360" y="468"/>
                    <a:pt x="367" y="475"/>
                    <a:pt x="376" y="475"/>
                  </a:cubicBezTo>
                  <a:lnTo>
                    <a:pt x="376" y="475"/>
                  </a:lnTo>
                  <a:cubicBezTo>
                    <a:pt x="475" y="475"/>
                    <a:pt x="554" y="396"/>
                    <a:pt x="554" y="297"/>
                  </a:cubicBezTo>
                  <a:cubicBezTo>
                    <a:pt x="554" y="210"/>
                    <a:pt x="493" y="139"/>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3" name="Freeform 497">
              <a:extLst>
                <a:ext uri="{FF2B5EF4-FFF2-40B4-BE49-F238E27FC236}">
                  <a16:creationId xmlns:a16="http://schemas.microsoft.com/office/drawing/2014/main" id="{A05DDD54-A3CF-F9A9-4931-FB47825E847E}"/>
                </a:ext>
              </a:extLst>
            </p:cNvPr>
            <p:cNvSpPr>
              <a:spLocks noChangeArrowheads="1"/>
            </p:cNvSpPr>
            <p:nvPr/>
          </p:nvSpPr>
          <p:spPr bwMode="auto">
            <a:xfrm>
              <a:off x="4648200" y="5424488"/>
              <a:ext cx="98425" cy="106362"/>
            </a:xfrm>
            <a:custGeom>
              <a:avLst/>
              <a:gdLst>
                <a:gd name="T0" fmla="*/ 163 w 273"/>
                <a:gd name="T1" fmla="*/ 0 h 296"/>
                <a:gd name="T2" fmla="*/ 163 w 273"/>
                <a:gd name="T3" fmla="*/ 0 h 296"/>
                <a:gd name="T4" fmla="*/ 49 w 273"/>
                <a:gd name="T5" fmla="*/ 44 h 296"/>
                <a:gd name="T6" fmla="*/ 0 w 273"/>
                <a:gd name="T7" fmla="*/ 148 h 296"/>
                <a:gd name="T8" fmla="*/ 35 w 273"/>
                <a:gd name="T9" fmla="*/ 242 h 296"/>
                <a:gd name="T10" fmla="*/ 123 w 273"/>
                <a:gd name="T11" fmla="*/ 293 h 296"/>
                <a:gd name="T12" fmla="*/ 141 w 273"/>
                <a:gd name="T13" fmla="*/ 282 h 296"/>
                <a:gd name="T14" fmla="*/ 130 w 273"/>
                <a:gd name="T15" fmla="*/ 264 h 296"/>
                <a:gd name="T16" fmla="*/ 130 w 273"/>
                <a:gd name="T17" fmla="*/ 264 h 296"/>
                <a:gd name="T18" fmla="*/ 57 w 273"/>
                <a:gd name="T19" fmla="*/ 222 h 296"/>
                <a:gd name="T20" fmla="*/ 29 w 273"/>
                <a:gd name="T21" fmla="*/ 148 h 296"/>
                <a:gd name="T22" fmla="*/ 68 w 273"/>
                <a:gd name="T23" fmla="*/ 64 h 296"/>
                <a:gd name="T24" fmla="*/ 163 w 273"/>
                <a:gd name="T25" fmla="*/ 30 h 296"/>
                <a:gd name="T26" fmla="*/ 244 w 273"/>
                <a:gd name="T27" fmla="*/ 73 h 296"/>
                <a:gd name="T28" fmla="*/ 265 w 273"/>
                <a:gd name="T29" fmla="*/ 74 h 296"/>
                <a:gd name="T30" fmla="*/ 266 w 273"/>
                <a:gd name="T31" fmla="*/ 53 h 296"/>
                <a:gd name="T32" fmla="*/ 163 w 273"/>
                <a:gd name="T33" fmla="*/ 0 h 2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6">
                  <a:moveTo>
                    <a:pt x="163" y="0"/>
                  </a:moveTo>
                  <a:lnTo>
                    <a:pt x="163" y="0"/>
                  </a:lnTo>
                  <a:cubicBezTo>
                    <a:pt x="119" y="0"/>
                    <a:pt x="78" y="16"/>
                    <a:pt x="49" y="44"/>
                  </a:cubicBezTo>
                  <a:cubicBezTo>
                    <a:pt x="18" y="70"/>
                    <a:pt x="0" y="108"/>
                    <a:pt x="0" y="148"/>
                  </a:cubicBezTo>
                  <a:cubicBezTo>
                    <a:pt x="0" y="184"/>
                    <a:pt x="14" y="216"/>
                    <a:pt x="35" y="242"/>
                  </a:cubicBezTo>
                  <a:cubicBezTo>
                    <a:pt x="57" y="267"/>
                    <a:pt x="88" y="285"/>
                    <a:pt x="123" y="293"/>
                  </a:cubicBezTo>
                  <a:cubicBezTo>
                    <a:pt x="131" y="295"/>
                    <a:pt x="139" y="290"/>
                    <a:pt x="141" y="282"/>
                  </a:cubicBezTo>
                  <a:cubicBezTo>
                    <a:pt x="142" y="274"/>
                    <a:pt x="138" y="265"/>
                    <a:pt x="130" y="264"/>
                  </a:cubicBezTo>
                  <a:lnTo>
                    <a:pt x="130" y="264"/>
                  </a:lnTo>
                  <a:cubicBezTo>
                    <a:pt x="100" y="257"/>
                    <a:pt x="75" y="242"/>
                    <a:pt x="57" y="222"/>
                  </a:cubicBezTo>
                  <a:cubicBezTo>
                    <a:pt x="40" y="201"/>
                    <a:pt x="29" y="176"/>
                    <a:pt x="29" y="148"/>
                  </a:cubicBezTo>
                  <a:cubicBezTo>
                    <a:pt x="29" y="116"/>
                    <a:pt x="45" y="87"/>
                    <a:pt x="68" y="64"/>
                  </a:cubicBezTo>
                  <a:cubicBezTo>
                    <a:pt x="92" y="44"/>
                    <a:pt x="125" y="30"/>
                    <a:pt x="163" y="30"/>
                  </a:cubicBezTo>
                  <a:cubicBezTo>
                    <a:pt x="192" y="30"/>
                    <a:pt x="223" y="46"/>
                    <a:pt x="244" y="73"/>
                  </a:cubicBezTo>
                  <a:cubicBezTo>
                    <a:pt x="248" y="78"/>
                    <a:pt x="258" y="80"/>
                    <a:pt x="265" y="74"/>
                  </a:cubicBezTo>
                  <a:cubicBezTo>
                    <a:pt x="271" y="69"/>
                    <a:pt x="272" y="60"/>
                    <a:pt x="266" y="53"/>
                  </a:cubicBezTo>
                  <a:cubicBezTo>
                    <a:pt x="241" y="23"/>
                    <a:pt x="204" y="0"/>
                    <a:pt x="163"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4" name="Freeform 498">
              <a:extLst>
                <a:ext uri="{FF2B5EF4-FFF2-40B4-BE49-F238E27FC236}">
                  <a16:creationId xmlns:a16="http://schemas.microsoft.com/office/drawing/2014/main" id="{FFE6B0B6-998A-3763-07B1-27827B458DC7}"/>
                </a:ext>
              </a:extLst>
            </p:cNvPr>
            <p:cNvSpPr>
              <a:spLocks noChangeArrowheads="1"/>
            </p:cNvSpPr>
            <p:nvPr/>
          </p:nvSpPr>
          <p:spPr bwMode="auto">
            <a:xfrm>
              <a:off x="4732338" y="5510213"/>
              <a:ext cx="22225" cy="22225"/>
            </a:xfrm>
            <a:custGeom>
              <a:avLst/>
              <a:gdLst>
                <a:gd name="T0" fmla="*/ 31 w 61"/>
                <a:gd name="T1" fmla="*/ 0 h 61"/>
                <a:gd name="T2" fmla="*/ 31 w 61"/>
                <a:gd name="T3" fmla="*/ 0 h 61"/>
                <a:gd name="T4" fmla="*/ 0 w 61"/>
                <a:gd name="T5" fmla="*/ 31 h 61"/>
                <a:gd name="T6" fmla="*/ 31 w 61"/>
                <a:gd name="T7" fmla="*/ 60 h 61"/>
                <a:gd name="T8" fmla="*/ 60 w 61"/>
                <a:gd name="T9" fmla="*/ 31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1"/>
                  </a:cubicBezTo>
                  <a:cubicBezTo>
                    <a:pt x="0" y="48"/>
                    <a:pt x="14" y="60"/>
                    <a:pt x="31" y="60"/>
                  </a:cubicBezTo>
                  <a:cubicBezTo>
                    <a:pt x="46" y="60"/>
                    <a:pt x="60" y="48"/>
                    <a:pt x="60" y="31"/>
                  </a:cubicBezTo>
                  <a:cubicBezTo>
                    <a:pt x="60" y="14"/>
                    <a:pt x="46"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5" name="Freeform 499">
              <a:extLst>
                <a:ext uri="{FF2B5EF4-FFF2-40B4-BE49-F238E27FC236}">
                  <a16:creationId xmlns:a16="http://schemas.microsoft.com/office/drawing/2014/main" id="{1771F3F2-A39B-EF21-84B4-C43ECDEECBC9}"/>
                </a:ext>
              </a:extLst>
            </p:cNvPr>
            <p:cNvSpPr>
              <a:spLocks noChangeArrowheads="1"/>
            </p:cNvSpPr>
            <p:nvPr/>
          </p:nvSpPr>
          <p:spPr bwMode="auto">
            <a:xfrm>
              <a:off x="4786313" y="5510213"/>
              <a:ext cx="22225" cy="22225"/>
            </a:xfrm>
            <a:custGeom>
              <a:avLst/>
              <a:gdLst>
                <a:gd name="T0" fmla="*/ 30 w 61"/>
                <a:gd name="T1" fmla="*/ 0 h 61"/>
                <a:gd name="T2" fmla="*/ 30 w 61"/>
                <a:gd name="T3" fmla="*/ 0 h 61"/>
                <a:gd name="T4" fmla="*/ 0 w 61"/>
                <a:gd name="T5" fmla="*/ 31 h 61"/>
                <a:gd name="T6" fmla="*/ 30 w 61"/>
                <a:gd name="T7" fmla="*/ 60 h 61"/>
                <a:gd name="T8" fmla="*/ 60 w 61"/>
                <a:gd name="T9" fmla="*/ 31 h 61"/>
                <a:gd name="T10" fmla="*/ 30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0" y="0"/>
                  </a:moveTo>
                  <a:lnTo>
                    <a:pt x="30" y="0"/>
                  </a:lnTo>
                  <a:cubicBezTo>
                    <a:pt x="14" y="0"/>
                    <a:pt x="0" y="14"/>
                    <a:pt x="0" y="31"/>
                  </a:cubicBezTo>
                  <a:cubicBezTo>
                    <a:pt x="0" y="48"/>
                    <a:pt x="14" y="60"/>
                    <a:pt x="30" y="60"/>
                  </a:cubicBezTo>
                  <a:cubicBezTo>
                    <a:pt x="46" y="60"/>
                    <a:pt x="60" y="48"/>
                    <a:pt x="60" y="31"/>
                  </a:cubicBezTo>
                  <a:cubicBezTo>
                    <a:pt x="60" y="14"/>
                    <a:pt x="46" y="0"/>
                    <a:pt x="3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6" name="Freeform 500">
              <a:extLst>
                <a:ext uri="{FF2B5EF4-FFF2-40B4-BE49-F238E27FC236}">
                  <a16:creationId xmlns:a16="http://schemas.microsoft.com/office/drawing/2014/main" id="{8E0EA171-DBFC-6F9E-A10A-6F3680776573}"/>
                </a:ext>
              </a:extLst>
            </p:cNvPr>
            <p:cNvSpPr>
              <a:spLocks noChangeArrowheads="1"/>
            </p:cNvSpPr>
            <p:nvPr/>
          </p:nvSpPr>
          <p:spPr bwMode="auto">
            <a:xfrm>
              <a:off x="4700588" y="5553075"/>
              <a:ext cx="22225" cy="22225"/>
            </a:xfrm>
            <a:custGeom>
              <a:avLst/>
              <a:gdLst>
                <a:gd name="T0" fmla="*/ 60 w 61"/>
                <a:gd name="T1" fmla="*/ 30 h 60"/>
                <a:gd name="T2" fmla="*/ 60 w 61"/>
                <a:gd name="T3" fmla="*/ 30 h 60"/>
                <a:gd name="T4" fmla="*/ 31 w 61"/>
                <a:gd name="T5" fmla="*/ 0 h 60"/>
                <a:gd name="T6" fmla="*/ 0 w 61"/>
                <a:gd name="T7" fmla="*/ 30 h 60"/>
                <a:gd name="T8" fmla="*/ 31 w 61"/>
                <a:gd name="T9" fmla="*/ 59 h 60"/>
                <a:gd name="T10" fmla="*/ 60 w 61"/>
                <a:gd name="T11" fmla="*/ 30 h 60"/>
              </a:gdLst>
              <a:ahLst/>
              <a:cxnLst>
                <a:cxn ang="0">
                  <a:pos x="T0" y="T1"/>
                </a:cxn>
                <a:cxn ang="0">
                  <a:pos x="T2" y="T3"/>
                </a:cxn>
                <a:cxn ang="0">
                  <a:pos x="T4" y="T5"/>
                </a:cxn>
                <a:cxn ang="0">
                  <a:pos x="T6" y="T7"/>
                </a:cxn>
                <a:cxn ang="0">
                  <a:pos x="T8" y="T9"/>
                </a:cxn>
                <a:cxn ang="0">
                  <a:pos x="T10" y="T11"/>
                </a:cxn>
              </a:cxnLst>
              <a:rect l="0" t="0" r="r" b="b"/>
              <a:pathLst>
                <a:path w="61" h="60">
                  <a:moveTo>
                    <a:pt x="60" y="30"/>
                  </a:moveTo>
                  <a:lnTo>
                    <a:pt x="60" y="30"/>
                  </a:lnTo>
                  <a:cubicBezTo>
                    <a:pt x="60" y="13"/>
                    <a:pt x="46" y="0"/>
                    <a:pt x="31" y="0"/>
                  </a:cubicBezTo>
                  <a:cubicBezTo>
                    <a:pt x="14" y="0"/>
                    <a:pt x="0" y="13"/>
                    <a:pt x="0" y="30"/>
                  </a:cubicBezTo>
                  <a:cubicBezTo>
                    <a:pt x="0" y="46"/>
                    <a:pt x="14" y="59"/>
                    <a:pt x="31" y="59"/>
                  </a:cubicBezTo>
                  <a:cubicBezTo>
                    <a:pt x="46" y="59"/>
                    <a:pt x="60" y="46"/>
                    <a:pt x="60"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7" name="Freeform 501">
              <a:extLst>
                <a:ext uri="{FF2B5EF4-FFF2-40B4-BE49-F238E27FC236}">
                  <a16:creationId xmlns:a16="http://schemas.microsoft.com/office/drawing/2014/main" id="{137E7C95-0CBE-4C97-FB34-CB17AFBB5BD5}"/>
                </a:ext>
              </a:extLst>
            </p:cNvPr>
            <p:cNvSpPr>
              <a:spLocks noChangeArrowheads="1"/>
            </p:cNvSpPr>
            <p:nvPr/>
          </p:nvSpPr>
          <p:spPr bwMode="auto">
            <a:xfrm>
              <a:off x="4754563" y="5553075"/>
              <a:ext cx="22225" cy="22225"/>
            </a:xfrm>
            <a:custGeom>
              <a:avLst/>
              <a:gdLst>
                <a:gd name="T0" fmla="*/ 29 w 61"/>
                <a:gd name="T1" fmla="*/ 0 h 60"/>
                <a:gd name="T2" fmla="*/ 29 w 61"/>
                <a:gd name="T3" fmla="*/ 0 h 60"/>
                <a:gd name="T4" fmla="*/ 0 w 61"/>
                <a:gd name="T5" fmla="*/ 30 h 60"/>
                <a:gd name="T6" fmla="*/ 29 w 61"/>
                <a:gd name="T7" fmla="*/ 59 h 60"/>
                <a:gd name="T8" fmla="*/ 60 w 61"/>
                <a:gd name="T9" fmla="*/ 30 h 60"/>
                <a:gd name="T10" fmla="*/ 29 w 61"/>
                <a:gd name="T11" fmla="*/ 0 h 60"/>
              </a:gdLst>
              <a:ahLst/>
              <a:cxnLst>
                <a:cxn ang="0">
                  <a:pos x="T0" y="T1"/>
                </a:cxn>
                <a:cxn ang="0">
                  <a:pos x="T2" y="T3"/>
                </a:cxn>
                <a:cxn ang="0">
                  <a:pos x="T4" y="T5"/>
                </a:cxn>
                <a:cxn ang="0">
                  <a:pos x="T6" y="T7"/>
                </a:cxn>
                <a:cxn ang="0">
                  <a:pos x="T8" y="T9"/>
                </a:cxn>
                <a:cxn ang="0">
                  <a:pos x="T10" y="T11"/>
                </a:cxn>
              </a:cxnLst>
              <a:rect l="0" t="0" r="r" b="b"/>
              <a:pathLst>
                <a:path w="61" h="60">
                  <a:moveTo>
                    <a:pt x="29" y="0"/>
                  </a:moveTo>
                  <a:lnTo>
                    <a:pt x="29" y="0"/>
                  </a:lnTo>
                  <a:cubicBezTo>
                    <a:pt x="14" y="0"/>
                    <a:pt x="0" y="13"/>
                    <a:pt x="0" y="30"/>
                  </a:cubicBezTo>
                  <a:cubicBezTo>
                    <a:pt x="0" y="46"/>
                    <a:pt x="14" y="59"/>
                    <a:pt x="29" y="59"/>
                  </a:cubicBezTo>
                  <a:cubicBezTo>
                    <a:pt x="46" y="59"/>
                    <a:pt x="60" y="46"/>
                    <a:pt x="60" y="30"/>
                  </a:cubicBezTo>
                  <a:cubicBezTo>
                    <a:pt x="60" y="13"/>
                    <a:pt x="46" y="0"/>
                    <a:pt x="29"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8" name="Freeform 502">
              <a:extLst>
                <a:ext uri="{FF2B5EF4-FFF2-40B4-BE49-F238E27FC236}">
                  <a16:creationId xmlns:a16="http://schemas.microsoft.com/office/drawing/2014/main" id="{1969E141-89C4-BDD4-51DA-B25D32835520}"/>
                </a:ext>
              </a:extLst>
            </p:cNvPr>
            <p:cNvSpPr>
              <a:spLocks noChangeArrowheads="1"/>
            </p:cNvSpPr>
            <p:nvPr/>
          </p:nvSpPr>
          <p:spPr bwMode="auto">
            <a:xfrm>
              <a:off x="4808538" y="5553075"/>
              <a:ext cx="22225" cy="22225"/>
            </a:xfrm>
            <a:custGeom>
              <a:avLst/>
              <a:gdLst>
                <a:gd name="T0" fmla="*/ 30 w 60"/>
                <a:gd name="T1" fmla="*/ 59 h 60"/>
                <a:gd name="T2" fmla="*/ 30 w 60"/>
                <a:gd name="T3" fmla="*/ 59 h 60"/>
                <a:gd name="T4" fmla="*/ 59 w 60"/>
                <a:gd name="T5" fmla="*/ 30 h 60"/>
                <a:gd name="T6" fmla="*/ 30 w 60"/>
                <a:gd name="T7" fmla="*/ 0 h 60"/>
                <a:gd name="T8" fmla="*/ 0 w 60"/>
                <a:gd name="T9" fmla="*/ 30 h 60"/>
                <a:gd name="T10" fmla="*/ 30 w 60"/>
                <a:gd name="T11" fmla="*/ 59 h 60"/>
              </a:gdLst>
              <a:ahLst/>
              <a:cxnLst>
                <a:cxn ang="0">
                  <a:pos x="T0" y="T1"/>
                </a:cxn>
                <a:cxn ang="0">
                  <a:pos x="T2" y="T3"/>
                </a:cxn>
                <a:cxn ang="0">
                  <a:pos x="T4" y="T5"/>
                </a:cxn>
                <a:cxn ang="0">
                  <a:pos x="T6" y="T7"/>
                </a:cxn>
                <a:cxn ang="0">
                  <a:pos x="T8" y="T9"/>
                </a:cxn>
                <a:cxn ang="0">
                  <a:pos x="T10" y="T11"/>
                </a:cxn>
              </a:cxnLst>
              <a:rect l="0" t="0" r="r" b="b"/>
              <a:pathLst>
                <a:path w="60" h="60">
                  <a:moveTo>
                    <a:pt x="30" y="59"/>
                  </a:moveTo>
                  <a:lnTo>
                    <a:pt x="30" y="59"/>
                  </a:lnTo>
                  <a:cubicBezTo>
                    <a:pt x="46" y="59"/>
                    <a:pt x="59" y="46"/>
                    <a:pt x="59" y="30"/>
                  </a:cubicBezTo>
                  <a:cubicBezTo>
                    <a:pt x="59" y="13"/>
                    <a:pt x="46" y="0"/>
                    <a:pt x="30" y="0"/>
                  </a:cubicBezTo>
                  <a:cubicBezTo>
                    <a:pt x="13" y="0"/>
                    <a:pt x="0" y="13"/>
                    <a:pt x="0" y="30"/>
                  </a:cubicBezTo>
                  <a:cubicBezTo>
                    <a:pt x="0" y="46"/>
                    <a:pt x="13"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09" name="Group 612">
            <a:extLst>
              <a:ext uri="{FF2B5EF4-FFF2-40B4-BE49-F238E27FC236}">
                <a16:creationId xmlns:a16="http://schemas.microsoft.com/office/drawing/2014/main" id="{B6EEE869-3180-8C63-9D2C-368C2ED17218}"/>
              </a:ext>
            </a:extLst>
          </p:cNvPr>
          <p:cNvGrpSpPr/>
          <p:nvPr/>
        </p:nvGrpSpPr>
        <p:grpSpPr>
          <a:xfrm>
            <a:off x="5675981" y="3978200"/>
            <a:ext cx="257175" cy="193675"/>
            <a:chOff x="4648200" y="4352925"/>
            <a:chExt cx="257175" cy="193675"/>
          </a:xfrm>
          <a:solidFill>
            <a:schemeClr val="accent4"/>
          </a:solidFill>
        </p:grpSpPr>
        <p:sp>
          <p:nvSpPr>
            <p:cNvPr id="610" name="Freeform 503">
              <a:extLst>
                <a:ext uri="{FF2B5EF4-FFF2-40B4-BE49-F238E27FC236}">
                  <a16:creationId xmlns:a16="http://schemas.microsoft.com/office/drawing/2014/main" id="{BE10142A-70CE-36CD-2949-F96C5CAB6A2A}"/>
                </a:ext>
              </a:extLst>
            </p:cNvPr>
            <p:cNvSpPr>
              <a:spLocks noChangeArrowheads="1"/>
            </p:cNvSpPr>
            <p:nvPr/>
          </p:nvSpPr>
          <p:spPr bwMode="auto">
            <a:xfrm>
              <a:off x="4679950" y="4395788"/>
              <a:ext cx="225425" cy="150812"/>
            </a:xfrm>
            <a:custGeom>
              <a:avLst/>
              <a:gdLst>
                <a:gd name="T0" fmla="*/ 142 w 626"/>
                <a:gd name="T1" fmla="*/ 127 h 418"/>
                <a:gd name="T2" fmla="*/ 142 w 626"/>
                <a:gd name="T3" fmla="*/ 127 h 418"/>
                <a:gd name="T4" fmla="*/ 150 w 626"/>
                <a:gd name="T5" fmla="*/ 145 h 418"/>
                <a:gd name="T6" fmla="*/ 170 w 626"/>
                <a:gd name="T7" fmla="*/ 136 h 418"/>
                <a:gd name="T8" fmla="*/ 170 w 626"/>
                <a:gd name="T9" fmla="*/ 136 h 418"/>
                <a:gd name="T10" fmla="*/ 325 w 626"/>
                <a:gd name="T11" fmla="*/ 29 h 418"/>
                <a:gd name="T12" fmla="*/ 477 w 626"/>
                <a:gd name="T13" fmla="*/ 127 h 418"/>
                <a:gd name="T14" fmla="*/ 488 w 626"/>
                <a:gd name="T15" fmla="*/ 135 h 418"/>
                <a:gd name="T16" fmla="*/ 595 w 626"/>
                <a:gd name="T17" fmla="*/ 261 h 418"/>
                <a:gd name="T18" fmla="*/ 594 w 626"/>
                <a:gd name="T19" fmla="*/ 279 h 418"/>
                <a:gd name="T20" fmla="*/ 549 w 626"/>
                <a:gd name="T21" fmla="*/ 357 h 418"/>
                <a:gd name="T22" fmla="*/ 461 w 626"/>
                <a:gd name="T23" fmla="*/ 387 h 418"/>
                <a:gd name="T24" fmla="*/ 145 w 626"/>
                <a:gd name="T25" fmla="*/ 387 h 418"/>
                <a:gd name="T26" fmla="*/ 63 w 626"/>
                <a:gd name="T27" fmla="*/ 357 h 418"/>
                <a:gd name="T28" fmla="*/ 29 w 626"/>
                <a:gd name="T29" fmla="*/ 286 h 418"/>
                <a:gd name="T30" fmla="*/ 63 w 626"/>
                <a:gd name="T31" fmla="*/ 215 h 418"/>
                <a:gd name="T32" fmla="*/ 145 w 626"/>
                <a:gd name="T33" fmla="*/ 184 h 418"/>
                <a:gd name="T34" fmla="*/ 181 w 626"/>
                <a:gd name="T35" fmla="*/ 195 h 418"/>
                <a:gd name="T36" fmla="*/ 212 w 626"/>
                <a:gd name="T37" fmla="*/ 222 h 418"/>
                <a:gd name="T38" fmla="*/ 233 w 626"/>
                <a:gd name="T39" fmla="*/ 223 h 418"/>
                <a:gd name="T40" fmla="*/ 236 w 626"/>
                <a:gd name="T41" fmla="*/ 202 h 418"/>
                <a:gd name="T42" fmla="*/ 195 w 626"/>
                <a:gd name="T43" fmla="*/ 169 h 418"/>
                <a:gd name="T44" fmla="*/ 145 w 626"/>
                <a:gd name="T45" fmla="*/ 155 h 418"/>
                <a:gd name="T46" fmla="*/ 43 w 626"/>
                <a:gd name="T47" fmla="*/ 192 h 418"/>
                <a:gd name="T48" fmla="*/ 0 w 626"/>
                <a:gd name="T49" fmla="*/ 286 h 418"/>
                <a:gd name="T50" fmla="*/ 43 w 626"/>
                <a:gd name="T51" fmla="*/ 379 h 418"/>
                <a:gd name="T52" fmla="*/ 145 w 626"/>
                <a:gd name="T53" fmla="*/ 417 h 418"/>
                <a:gd name="T54" fmla="*/ 461 w 626"/>
                <a:gd name="T55" fmla="*/ 417 h 418"/>
                <a:gd name="T56" fmla="*/ 567 w 626"/>
                <a:gd name="T57" fmla="*/ 381 h 418"/>
                <a:gd name="T58" fmla="*/ 623 w 626"/>
                <a:gd name="T59" fmla="*/ 283 h 418"/>
                <a:gd name="T60" fmla="*/ 625 w 626"/>
                <a:gd name="T61" fmla="*/ 261 h 418"/>
                <a:gd name="T62" fmla="*/ 499 w 626"/>
                <a:gd name="T63" fmla="*/ 107 h 418"/>
                <a:gd name="T64" fmla="*/ 325 w 626"/>
                <a:gd name="T65" fmla="*/ 0 h 418"/>
                <a:gd name="T66" fmla="*/ 142 w 626"/>
                <a:gd name="T67" fmla="*/ 127 h 4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626" h="418">
                  <a:moveTo>
                    <a:pt x="142" y="127"/>
                  </a:moveTo>
                  <a:lnTo>
                    <a:pt x="142" y="127"/>
                  </a:lnTo>
                  <a:cubicBezTo>
                    <a:pt x="139" y="134"/>
                    <a:pt x="143" y="142"/>
                    <a:pt x="150" y="145"/>
                  </a:cubicBezTo>
                  <a:cubicBezTo>
                    <a:pt x="159" y="149"/>
                    <a:pt x="167" y="145"/>
                    <a:pt x="170" y="136"/>
                  </a:cubicBezTo>
                  <a:lnTo>
                    <a:pt x="170" y="136"/>
                  </a:lnTo>
                  <a:cubicBezTo>
                    <a:pt x="194" y="74"/>
                    <a:pt x="254" y="29"/>
                    <a:pt x="325" y="29"/>
                  </a:cubicBezTo>
                  <a:cubicBezTo>
                    <a:pt x="392" y="29"/>
                    <a:pt x="450" y="70"/>
                    <a:pt x="477" y="127"/>
                  </a:cubicBezTo>
                  <a:cubicBezTo>
                    <a:pt x="478" y="131"/>
                    <a:pt x="482" y="134"/>
                    <a:pt x="488" y="135"/>
                  </a:cubicBezTo>
                  <a:cubicBezTo>
                    <a:pt x="548" y="143"/>
                    <a:pt x="595" y="196"/>
                    <a:pt x="595" y="261"/>
                  </a:cubicBezTo>
                  <a:cubicBezTo>
                    <a:pt x="595" y="266"/>
                    <a:pt x="594" y="273"/>
                    <a:pt x="594" y="279"/>
                  </a:cubicBezTo>
                  <a:cubicBezTo>
                    <a:pt x="590" y="311"/>
                    <a:pt x="573" y="337"/>
                    <a:pt x="549" y="357"/>
                  </a:cubicBezTo>
                  <a:cubicBezTo>
                    <a:pt x="526" y="376"/>
                    <a:pt x="494" y="387"/>
                    <a:pt x="461" y="387"/>
                  </a:cubicBezTo>
                  <a:cubicBezTo>
                    <a:pt x="145" y="387"/>
                    <a:pt x="145" y="387"/>
                    <a:pt x="145" y="387"/>
                  </a:cubicBezTo>
                  <a:cubicBezTo>
                    <a:pt x="111" y="387"/>
                    <a:pt x="84" y="376"/>
                    <a:pt x="63" y="357"/>
                  </a:cubicBezTo>
                  <a:cubicBezTo>
                    <a:pt x="42" y="339"/>
                    <a:pt x="29" y="314"/>
                    <a:pt x="29" y="286"/>
                  </a:cubicBezTo>
                  <a:cubicBezTo>
                    <a:pt x="29" y="259"/>
                    <a:pt x="42" y="234"/>
                    <a:pt x="63" y="215"/>
                  </a:cubicBezTo>
                  <a:cubicBezTo>
                    <a:pt x="84" y="196"/>
                    <a:pt x="111" y="184"/>
                    <a:pt x="145" y="184"/>
                  </a:cubicBezTo>
                  <a:cubicBezTo>
                    <a:pt x="156" y="184"/>
                    <a:pt x="169" y="188"/>
                    <a:pt x="181" y="195"/>
                  </a:cubicBezTo>
                  <a:cubicBezTo>
                    <a:pt x="192" y="201"/>
                    <a:pt x="203" y="210"/>
                    <a:pt x="212" y="222"/>
                  </a:cubicBezTo>
                  <a:cubicBezTo>
                    <a:pt x="217" y="227"/>
                    <a:pt x="227" y="229"/>
                    <a:pt x="233" y="223"/>
                  </a:cubicBezTo>
                  <a:cubicBezTo>
                    <a:pt x="240" y="217"/>
                    <a:pt x="241" y="209"/>
                    <a:pt x="236" y="202"/>
                  </a:cubicBezTo>
                  <a:cubicBezTo>
                    <a:pt x="224" y="188"/>
                    <a:pt x="210" y="177"/>
                    <a:pt x="195" y="169"/>
                  </a:cubicBezTo>
                  <a:cubicBezTo>
                    <a:pt x="180" y="160"/>
                    <a:pt x="162" y="155"/>
                    <a:pt x="145" y="155"/>
                  </a:cubicBezTo>
                  <a:cubicBezTo>
                    <a:pt x="104" y="155"/>
                    <a:pt x="70" y="169"/>
                    <a:pt x="43" y="192"/>
                  </a:cubicBezTo>
                  <a:cubicBezTo>
                    <a:pt x="17" y="216"/>
                    <a:pt x="0" y="249"/>
                    <a:pt x="0" y="286"/>
                  </a:cubicBezTo>
                  <a:cubicBezTo>
                    <a:pt x="0" y="323"/>
                    <a:pt x="17" y="355"/>
                    <a:pt x="43" y="379"/>
                  </a:cubicBezTo>
                  <a:cubicBezTo>
                    <a:pt x="70" y="403"/>
                    <a:pt x="104" y="417"/>
                    <a:pt x="145" y="417"/>
                  </a:cubicBezTo>
                  <a:cubicBezTo>
                    <a:pt x="461" y="417"/>
                    <a:pt x="461" y="417"/>
                    <a:pt x="461" y="417"/>
                  </a:cubicBezTo>
                  <a:cubicBezTo>
                    <a:pt x="501" y="417"/>
                    <a:pt x="538" y="404"/>
                    <a:pt x="567" y="381"/>
                  </a:cubicBezTo>
                  <a:cubicBezTo>
                    <a:pt x="597" y="357"/>
                    <a:pt x="618" y="322"/>
                    <a:pt x="623" y="283"/>
                  </a:cubicBezTo>
                  <a:cubicBezTo>
                    <a:pt x="625" y="276"/>
                    <a:pt x="625" y="268"/>
                    <a:pt x="625" y="261"/>
                  </a:cubicBezTo>
                  <a:cubicBezTo>
                    <a:pt x="625" y="184"/>
                    <a:pt x="572" y="121"/>
                    <a:pt x="499" y="107"/>
                  </a:cubicBezTo>
                  <a:cubicBezTo>
                    <a:pt x="467" y="43"/>
                    <a:pt x="401" y="0"/>
                    <a:pt x="325" y="0"/>
                  </a:cubicBezTo>
                  <a:cubicBezTo>
                    <a:pt x="241" y="0"/>
                    <a:pt x="170" y="53"/>
                    <a:pt x="142" y="12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1" name="Freeform 504">
              <a:extLst>
                <a:ext uri="{FF2B5EF4-FFF2-40B4-BE49-F238E27FC236}">
                  <a16:creationId xmlns:a16="http://schemas.microsoft.com/office/drawing/2014/main" id="{9666D94F-8EDB-2DFF-690B-542A4DF04D34}"/>
                </a:ext>
              </a:extLst>
            </p:cNvPr>
            <p:cNvSpPr>
              <a:spLocks noChangeArrowheads="1"/>
            </p:cNvSpPr>
            <p:nvPr/>
          </p:nvSpPr>
          <p:spPr bwMode="auto">
            <a:xfrm>
              <a:off x="4722813" y="4352925"/>
              <a:ext cx="11112" cy="22225"/>
            </a:xfrm>
            <a:custGeom>
              <a:avLst/>
              <a:gdLst>
                <a:gd name="T0" fmla="*/ 29 w 30"/>
                <a:gd name="T1" fmla="*/ 45 h 61"/>
                <a:gd name="T2" fmla="*/ 29 w 30"/>
                <a:gd name="T3" fmla="*/ 45 h 61"/>
                <a:gd name="T4" fmla="*/ 29 w 30"/>
                <a:gd name="T5" fmla="*/ 16 h 61"/>
                <a:gd name="T6" fmla="*/ 15 w 30"/>
                <a:gd name="T7" fmla="*/ 0 h 61"/>
                <a:gd name="T8" fmla="*/ 0 w 30"/>
                <a:gd name="T9" fmla="*/ 16 h 61"/>
                <a:gd name="T10" fmla="*/ 0 w 30"/>
                <a:gd name="T11" fmla="*/ 45 h 61"/>
                <a:gd name="T12" fmla="*/ 15 w 30"/>
                <a:gd name="T13" fmla="*/ 60 h 61"/>
                <a:gd name="T14" fmla="*/ 29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29" y="45"/>
                  </a:moveTo>
                  <a:lnTo>
                    <a:pt x="29" y="45"/>
                  </a:lnTo>
                  <a:cubicBezTo>
                    <a:pt x="29" y="16"/>
                    <a:pt x="29" y="16"/>
                    <a:pt x="29" y="16"/>
                  </a:cubicBezTo>
                  <a:cubicBezTo>
                    <a:pt x="29" y="7"/>
                    <a:pt x="23" y="0"/>
                    <a:pt x="15" y="0"/>
                  </a:cubicBezTo>
                  <a:cubicBezTo>
                    <a:pt x="7" y="0"/>
                    <a:pt x="0" y="7"/>
                    <a:pt x="0" y="16"/>
                  </a:cubicBezTo>
                  <a:cubicBezTo>
                    <a:pt x="0" y="45"/>
                    <a:pt x="0" y="45"/>
                    <a:pt x="0" y="45"/>
                  </a:cubicBezTo>
                  <a:cubicBezTo>
                    <a:pt x="0" y="53"/>
                    <a:pt x="7" y="60"/>
                    <a:pt x="15" y="60"/>
                  </a:cubicBezTo>
                  <a:cubicBezTo>
                    <a:pt x="23" y="60"/>
                    <a:pt x="29" y="53"/>
                    <a:pt x="29" y="4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2" name="Freeform 505">
              <a:extLst>
                <a:ext uri="{FF2B5EF4-FFF2-40B4-BE49-F238E27FC236}">
                  <a16:creationId xmlns:a16="http://schemas.microsoft.com/office/drawing/2014/main" id="{9A66D729-E722-3452-6150-DB8EA173A664}"/>
                </a:ext>
              </a:extLst>
            </p:cNvPr>
            <p:cNvSpPr>
              <a:spLocks noChangeArrowheads="1"/>
            </p:cNvSpPr>
            <p:nvPr/>
          </p:nvSpPr>
          <p:spPr bwMode="auto">
            <a:xfrm>
              <a:off x="4668838" y="4375150"/>
              <a:ext cx="23812" cy="23813"/>
            </a:xfrm>
            <a:custGeom>
              <a:avLst/>
              <a:gdLst>
                <a:gd name="T0" fmla="*/ 28 w 64"/>
                <a:gd name="T1" fmla="*/ 5 h 64"/>
                <a:gd name="T2" fmla="*/ 28 w 64"/>
                <a:gd name="T3" fmla="*/ 5 h 64"/>
                <a:gd name="T4" fmla="*/ 6 w 64"/>
                <a:gd name="T5" fmla="*/ 5 h 64"/>
                <a:gd name="T6" fmla="*/ 6 w 64"/>
                <a:gd name="T7" fmla="*/ 26 h 64"/>
                <a:gd name="T8" fmla="*/ 36 w 64"/>
                <a:gd name="T9" fmla="*/ 57 h 64"/>
                <a:gd name="T10" fmla="*/ 57 w 64"/>
                <a:gd name="T11" fmla="*/ 57 h 64"/>
                <a:gd name="T12" fmla="*/ 57 w 64"/>
                <a:gd name="T13" fmla="*/ 36 h 64"/>
                <a:gd name="T14" fmla="*/ 28 w 64"/>
                <a:gd name="T15" fmla="*/ 5 h 6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64">
                  <a:moveTo>
                    <a:pt x="28" y="5"/>
                  </a:moveTo>
                  <a:lnTo>
                    <a:pt x="28" y="5"/>
                  </a:lnTo>
                  <a:cubicBezTo>
                    <a:pt x="21" y="0"/>
                    <a:pt x="13" y="0"/>
                    <a:pt x="6" y="5"/>
                  </a:cubicBezTo>
                  <a:cubicBezTo>
                    <a:pt x="0" y="11"/>
                    <a:pt x="0" y="21"/>
                    <a:pt x="6" y="26"/>
                  </a:cubicBezTo>
                  <a:cubicBezTo>
                    <a:pt x="36" y="57"/>
                    <a:pt x="36" y="57"/>
                    <a:pt x="36" y="57"/>
                  </a:cubicBezTo>
                  <a:cubicBezTo>
                    <a:pt x="42" y="63"/>
                    <a:pt x="52" y="63"/>
                    <a:pt x="57" y="57"/>
                  </a:cubicBezTo>
                  <a:cubicBezTo>
                    <a:pt x="63" y="50"/>
                    <a:pt x="63" y="42"/>
                    <a:pt x="57" y="36"/>
                  </a:cubicBezTo>
                  <a:lnTo>
                    <a:pt x="28"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3" name="Freeform 506">
              <a:extLst>
                <a:ext uri="{FF2B5EF4-FFF2-40B4-BE49-F238E27FC236}">
                  <a16:creationId xmlns:a16="http://schemas.microsoft.com/office/drawing/2014/main" id="{E5248998-E242-FBC7-14D9-168A25EAB6D8}"/>
                </a:ext>
              </a:extLst>
            </p:cNvPr>
            <p:cNvSpPr>
              <a:spLocks noChangeArrowheads="1"/>
            </p:cNvSpPr>
            <p:nvPr/>
          </p:nvSpPr>
          <p:spPr bwMode="auto">
            <a:xfrm>
              <a:off x="4648200" y="4429125"/>
              <a:ext cx="22225" cy="11113"/>
            </a:xfrm>
            <a:custGeom>
              <a:avLst/>
              <a:gdLst>
                <a:gd name="T0" fmla="*/ 14 w 60"/>
                <a:gd name="T1" fmla="*/ 0 h 31"/>
                <a:gd name="T2" fmla="*/ 14 w 60"/>
                <a:gd name="T3" fmla="*/ 0 h 31"/>
                <a:gd name="T4" fmla="*/ 0 w 60"/>
                <a:gd name="T5" fmla="*/ 14 h 31"/>
                <a:gd name="T6" fmla="*/ 14 w 60"/>
                <a:gd name="T7" fmla="*/ 30 h 31"/>
                <a:gd name="T8" fmla="*/ 45 w 60"/>
                <a:gd name="T9" fmla="*/ 30 h 31"/>
                <a:gd name="T10" fmla="*/ 59 w 60"/>
                <a:gd name="T11" fmla="*/ 14 h 31"/>
                <a:gd name="T12" fmla="*/ 45 w 60"/>
                <a:gd name="T13" fmla="*/ 0 h 31"/>
                <a:gd name="T14" fmla="*/ 14 w 60"/>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1">
                  <a:moveTo>
                    <a:pt x="14" y="0"/>
                  </a:moveTo>
                  <a:lnTo>
                    <a:pt x="14" y="0"/>
                  </a:lnTo>
                  <a:cubicBezTo>
                    <a:pt x="6" y="0"/>
                    <a:pt x="0" y="7"/>
                    <a:pt x="0" y="14"/>
                  </a:cubicBezTo>
                  <a:cubicBezTo>
                    <a:pt x="0" y="23"/>
                    <a:pt x="6" y="30"/>
                    <a:pt x="14" y="30"/>
                  </a:cubicBezTo>
                  <a:cubicBezTo>
                    <a:pt x="45" y="30"/>
                    <a:pt x="45" y="30"/>
                    <a:pt x="45" y="30"/>
                  </a:cubicBezTo>
                  <a:cubicBezTo>
                    <a:pt x="53" y="30"/>
                    <a:pt x="59" y="23"/>
                    <a:pt x="59" y="14"/>
                  </a:cubicBezTo>
                  <a:cubicBezTo>
                    <a:pt x="59" y="7"/>
                    <a:pt x="53" y="0"/>
                    <a:pt x="45" y="0"/>
                  </a:cubicBezTo>
                  <a:lnTo>
                    <a:pt x="1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4" name="Freeform 507">
              <a:extLst>
                <a:ext uri="{FF2B5EF4-FFF2-40B4-BE49-F238E27FC236}">
                  <a16:creationId xmlns:a16="http://schemas.microsoft.com/office/drawing/2014/main" id="{97748CDE-D223-EBB8-11EC-80E8A47BEACD}"/>
                </a:ext>
              </a:extLst>
            </p:cNvPr>
            <p:cNvSpPr>
              <a:spLocks noChangeArrowheads="1"/>
            </p:cNvSpPr>
            <p:nvPr/>
          </p:nvSpPr>
          <p:spPr bwMode="auto">
            <a:xfrm>
              <a:off x="4679950" y="4386263"/>
              <a:ext cx="85725" cy="79375"/>
            </a:xfrm>
            <a:custGeom>
              <a:avLst/>
              <a:gdLst>
                <a:gd name="T0" fmla="*/ 0 w 240"/>
                <a:gd name="T1" fmla="*/ 164 h 221"/>
                <a:gd name="T2" fmla="*/ 0 w 240"/>
                <a:gd name="T3" fmla="*/ 164 h 221"/>
                <a:gd name="T4" fmla="*/ 6 w 240"/>
                <a:gd name="T5" fmla="*/ 206 h 221"/>
                <a:gd name="T6" fmla="*/ 24 w 240"/>
                <a:gd name="T7" fmla="*/ 217 h 221"/>
                <a:gd name="T8" fmla="*/ 34 w 240"/>
                <a:gd name="T9" fmla="*/ 199 h 221"/>
                <a:gd name="T10" fmla="*/ 34 w 240"/>
                <a:gd name="T11" fmla="*/ 199 h 221"/>
                <a:gd name="T12" fmla="*/ 30 w 240"/>
                <a:gd name="T13" fmla="*/ 164 h 221"/>
                <a:gd name="T14" fmla="*/ 69 w 240"/>
                <a:gd name="T15" fmla="*/ 69 h 221"/>
                <a:gd name="T16" fmla="*/ 163 w 240"/>
                <a:gd name="T17" fmla="*/ 30 h 221"/>
                <a:gd name="T18" fmla="*/ 215 w 240"/>
                <a:gd name="T19" fmla="*/ 40 h 221"/>
                <a:gd name="T20" fmla="*/ 235 w 240"/>
                <a:gd name="T21" fmla="*/ 33 h 221"/>
                <a:gd name="T22" fmla="*/ 228 w 240"/>
                <a:gd name="T23" fmla="*/ 13 h 221"/>
                <a:gd name="T24" fmla="*/ 163 w 240"/>
                <a:gd name="T25" fmla="*/ 0 h 221"/>
                <a:gd name="T26" fmla="*/ 0 w 240"/>
                <a:gd name="T27" fmla="*/ 164 h 2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240" h="221">
                  <a:moveTo>
                    <a:pt x="0" y="164"/>
                  </a:moveTo>
                  <a:lnTo>
                    <a:pt x="0" y="164"/>
                  </a:lnTo>
                  <a:cubicBezTo>
                    <a:pt x="0" y="178"/>
                    <a:pt x="2" y="193"/>
                    <a:pt x="6" y="206"/>
                  </a:cubicBezTo>
                  <a:cubicBezTo>
                    <a:pt x="7" y="214"/>
                    <a:pt x="16" y="220"/>
                    <a:pt x="24" y="217"/>
                  </a:cubicBezTo>
                  <a:cubicBezTo>
                    <a:pt x="31" y="214"/>
                    <a:pt x="36" y="207"/>
                    <a:pt x="34" y="199"/>
                  </a:cubicBezTo>
                  <a:lnTo>
                    <a:pt x="34" y="199"/>
                  </a:lnTo>
                  <a:cubicBezTo>
                    <a:pt x="31" y="188"/>
                    <a:pt x="30" y="175"/>
                    <a:pt x="30" y="164"/>
                  </a:cubicBezTo>
                  <a:cubicBezTo>
                    <a:pt x="30" y="126"/>
                    <a:pt x="45" y="93"/>
                    <a:pt x="69" y="69"/>
                  </a:cubicBezTo>
                  <a:cubicBezTo>
                    <a:pt x="92" y="46"/>
                    <a:pt x="126" y="30"/>
                    <a:pt x="163" y="30"/>
                  </a:cubicBezTo>
                  <a:cubicBezTo>
                    <a:pt x="182" y="30"/>
                    <a:pt x="200" y="33"/>
                    <a:pt x="215" y="40"/>
                  </a:cubicBezTo>
                  <a:cubicBezTo>
                    <a:pt x="223" y="44"/>
                    <a:pt x="232" y="40"/>
                    <a:pt x="235" y="33"/>
                  </a:cubicBezTo>
                  <a:cubicBezTo>
                    <a:pt x="239" y="25"/>
                    <a:pt x="235" y="16"/>
                    <a:pt x="228" y="13"/>
                  </a:cubicBezTo>
                  <a:cubicBezTo>
                    <a:pt x="208" y="5"/>
                    <a:pt x="186" y="0"/>
                    <a:pt x="163" y="0"/>
                  </a:cubicBezTo>
                  <a:cubicBezTo>
                    <a:pt x="73" y="0"/>
                    <a:pt x="0" y="73"/>
                    <a:pt x="0"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15" name="Group 618">
            <a:extLst>
              <a:ext uri="{FF2B5EF4-FFF2-40B4-BE49-F238E27FC236}">
                <a16:creationId xmlns:a16="http://schemas.microsoft.com/office/drawing/2014/main" id="{4544D919-C8D4-279A-D69B-CE8229AF930E}"/>
              </a:ext>
            </a:extLst>
          </p:cNvPr>
          <p:cNvGrpSpPr/>
          <p:nvPr/>
        </p:nvGrpSpPr>
        <p:grpSpPr>
          <a:xfrm>
            <a:off x="7239669" y="4992588"/>
            <a:ext cx="223837" cy="258763"/>
            <a:chOff x="6211888" y="5359400"/>
            <a:chExt cx="223837" cy="258763"/>
          </a:xfrm>
          <a:solidFill>
            <a:schemeClr val="accent4"/>
          </a:solidFill>
        </p:grpSpPr>
        <p:sp>
          <p:nvSpPr>
            <p:cNvPr id="616" name="Freeform 508">
              <a:extLst>
                <a:ext uri="{FF2B5EF4-FFF2-40B4-BE49-F238E27FC236}">
                  <a16:creationId xmlns:a16="http://schemas.microsoft.com/office/drawing/2014/main" id="{108B6FEF-2E56-166B-3393-6D56C4615AE5}"/>
                </a:ext>
              </a:extLst>
            </p:cNvPr>
            <p:cNvSpPr>
              <a:spLocks noChangeArrowheads="1"/>
            </p:cNvSpPr>
            <p:nvPr/>
          </p:nvSpPr>
          <p:spPr bwMode="auto">
            <a:xfrm>
              <a:off x="6221413" y="5541963"/>
              <a:ext cx="214312" cy="11112"/>
            </a:xfrm>
            <a:custGeom>
              <a:avLst/>
              <a:gdLst>
                <a:gd name="T0" fmla="*/ 594 w 595"/>
                <a:gd name="T1" fmla="*/ 15 h 31"/>
                <a:gd name="T2" fmla="*/ 594 w 595"/>
                <a:gd name="T3" fmla="*/ 15 h 31"/>
                <a:gd name="T4" fmla="*/ 580 w 595"/>
                <a:gd name="T5" fmla="*/ 0 h 31"/>
                <a:gd name="T6" fmla="*/ 13 w 595"/>
                <a:gd name="T7" fmla="*/ 0 h 31"/>
                <a:gd name="T8" fmla="*/ 0 w 595"/>
                <a:gd name="T9" fmla="*/ 15 h 31"/>
                <a:gd name="T10" fmla="*/ 13 w 595"/>
                <a:gd name="T11" fmla="*/ 30 h 31"/>
                <a:gd name="T12" fmla="*/ 580 w 595"/>
                <a:gd name="T13" fmla="*/ 30 h 31"/>
                <a:gd name="T14" fmla="*/ 594 w 595"/>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95" h="31">
                  <a:moveTo>
                    <a:pt x="594" y="15"/>
                  </a:moveTo>
                  <a:lnTo>
                    <a:pt x="594" y="15"/>
                  </a:lnTo>
                  <a:cubicBezTo>
                    <a:pt x="594" y="7"/>
                    <a:pt x="588" y="0"/>
                    <a:pt x="580" y="0"/>
                  </a:cubicBezTo>
                  <a:cubicBezTo>
                    <a:pt x="13" y="0"/>
                    <a:pt x="13" y="0"/>
                    <a:pt x="13" y="0"/>
                  </a:cubicBezTo>
                  <a:cubicBezTo>
                    <a:pt x="5" y="0"/>
                    <a:pt x="0" y="7"/>
                    <a:pt x="0" y="15"/>
                  </a:cubicBezTo>
                  <a:cubicBezTo>
                    <a:pt x="0" y="23"/>
                    <a:pt x="5" y="30"/>
                    <a:pt x="13" y="30"/>
                  </a:cubicBezTo>
                  <a:cubicBezTo>
                    <a:pt x="580" y="30"/>
                    <a:pt x="580" y="30"/>
                    <a:pt x="580" y="30"/>
                  </a:cubicBezTo>
                  <a:cubicBezTo>
                    <a:pt x="588" y="30"/>
                    <a:pt x="594" y="23"/>
                    <a:pt x="594"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7" name="Freeform 509">
              <a:extLst>
                <a:ext uri="{FF2B5EF4-FFF2-40B4-BE49-F238E27FC236}">
                  <a16:creationId xmlns:a16="http://schemas.microsoft.com/office/drawing/2014/main" id="{8AC5CCCC-639F-8485-FD71-59B9B1F0ABC9}"/>
                </a:ext>
              </a:extLst>
            </p:cNvPr>
            <p:cNvSpPr>
              <a:spLocks noChangeArrowheads="1"/>
            </p:cNvSpPr>
            <p:nvPr/>
          </p:nvSpPr>
          <p:spPr bwMode="auto">
            <a:xfrm>
              <a:off x="6242050" y="5575300"/>
              <a:ext cx="171450" cy="11113"/>
            </a:xfrm>
            <a:custGeom>
              <a:avLst/>
              <a:gdLst>
                <a:gd name="T0" fmla="*/ 477 w 478"/>
                <a:gd name="T1" fmla="*/ 15 h 32"/>
                <a:gd name="T2" fmla="*/ 477 w 478"/>
                <a:gd name="T3" fmla="*/ 15 h 32"/>
                <a:gd name="T4" fmla="*/ 462 w 478"/>
                <a:gd name="T5" fmla="*/ 0 h 32"/>
                <a:gd name="T6" fmla="*/ 15 w 478"/>
                <a:gd name="T7" fmla="*/ 0 h 32"/>
                <a:gd name="T8" fmla="*/ 0 w 478"/>
                <a:gd name="T9" fmla="*/ 15 h 32"/>
                <a:gd name="T10" fmla="*/ 15 w 478"/>
                <a:gd name="T11" fmla="*/ 31 h 32"/>
                <a:gd name="T12" fmla="*/ 462 w 478"/>
                <a:gd name="T13" fmla="*/ 31 h 32"/>
                <a:gd name="T14" fmla="*/ 477 w 478"/>
                <a:gd name="T15" fmla="*/ 15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78" h="32">
                  <a:moveTo>
                    <a:pt x="477" y="15"/>
                  </a:moveTo>
                  <a:lnTo>
                    <a:pt x="477" y="15"/>
                  </a:lnTo>
                  <a:cubicBezTo>
                    <a:pt x="477" y="7"/>
                    <a:pt x="470" y="0"/>
                    <a:pt x="462" y="0"/>
                  </a:cubicBezTo>
                  <a:cubicBezTo>
                    <a:pt x="15" y="0"/>
                    <a:pt x="15" y="0"/>
                    <a:pt x="15" y="0"/>
                  </a:cubicBezTo>
                  <a:cubicBezTo>
                    <a:pt x="7" y="0"/>
                    <a:pt x="0" y="7"/>
                    <a:pt x="0" y="15"/>
                  </a:cubicBezTo>
                  <a:cubicBezTo>
                    <a:pt x="0" y="24"/>
                    <a:pt x="7" y="31"/>
                    <a:pt x="15" y="31"/>
                  </a:cubicBezTo>
                  <a:cubicBezTo>
                    <a:pt x="462" y="31"/>
                    <a:pt x="462" y="31"/>
                    <a:pt x="462" y="31"/>
                  </a:cubicBezTo>
                  <a:cubicBezTo>
                    <a:pt x="470" y="31"/>
                    <a:pt x="477" y="24"/>
                    <a:pt x="477"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8" name="Freeform 510">
              <a:extLst>
                <a:ext uri="{FF2B5EF4-FFF2-40B4-BE49-F238E27FC236}">
                  <a16:creationId xmlns:a16="http://schemas.microsoft.com/office/drawing/2014/main" id="{178F6E6C-5641-D82C-6B72-904156651D65}"/>
                </a:ext>
              </a:extLst>
            </p:cNvPr>
            <p:cNvSpPr>
              <a:spLocks noChangeArrowheads="1"/>
            </p:cNvSpPr>
            <p:nvPr/>
          </p:nvSpPr>
          <p:spPr bwMode="auto">
            <a:xfrm>
              <a:off x="6275388" y="5607050"/>
              <a:ext cx="107950" cy="11113"/>
            </a:xfrm>
            <a:custGeom>
              <a:avLst/>
              <a:gdLst>
                <a:gd name="T0" fmla="*/ 16 w 300"/>
                <a:gd name="T1" fmla="*/ 0 h 32"/>
                <a:gd name="T2" fmla="*/ 16 w 300"/>
                <a:gd name="T3" fmla="*/ 0 h 32"/>
                <a:gd name="T4" fmla="*/ 0 w 300"/>
                <a:gd name="T5" fmla="*/ 15 h 32"/>
                <a:gd name="T6" fmla="*/ 16 w 300"/>
                <a:gd name="T7" fmla="*/ 31 h 32"/>
                <a:gd name="T8" fmla="*/ 283 w 300"/>
                <a:gd name="T9" fmla="*/ 31 h 32"/>
                <a:gd name="T10" fmla="*/ 299 w 300"/>
                <a:gd name="T11" fmla="*/ 15 h 32"/>
                <a:gd name="T12" fmla="*/ 283 w 300"/>
                <a:gd name="T13" fmla="*/ 0 h 32"/>
                <a:gd name="T14" fmla="*/ 16 w 300"/>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0" h="32">
                  <a:moveTo>
                    <a:pt x="16" y="0"/>
                  </a:moveTo>
                  <a:lnTo>
                    <a:pt x="16" y="0"/>
                  </a:lnTo>
                  <a:cubicBezTo>
                    <a:pt x="7" y="0"/>
                    <a:pt x="0" y="7"/>
                    <a:pt x="0" y="15"/>
                  </a:cubicBezTo>
                  <a:cubicBezTo>
                    <a:pt x="0" y="24"/>
                    <a:pt x="7" y="31"/>
                    <a:pt x="16" y="31"/>
                  </a:cubicBezTo>
                  <a:cubicBezTo>
                    <a:pt x="283" y="31"/>
                    <a:pt x="283" y="31"/>
                    <a:pt x="283" y="31"/>
                  </a:cubicBezTo>
                  <a:cubicBezTo>
                    <a:pt x="292" y="31"/>
                    <a:pt x="299" y="24"/>
                    <a:pt x="299" y="15"/>
                  </a:cubicBezTo>
                  <a:cubicBezTo>
                    <a:pt x="299" y="7"/>
                    <a:pt x="292" y="0"/>
                    <a:pt x="283" y="0"/>
                  </a:cubicBezTo>
                  <a:lnTo>
                    <a:pt x="1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9" name="Freeform 511">
              <a:extLst>
                <a:ext uri="{FF2B5EF4-FFF2-40B4-BE49-F238E27FC236}">
                  <a16:creationId xmlns:a16="http://schemas.microsoft.com/office/drawing/2014/main" id="{2504410A-2493-6456-DB42-B7A58B6DEB31}"/>
                </a:ext>
              </a:extLst>
            </p:cNvPr>
            <p:cNvSpPr>
              <a:spLocks noChangeArrowheads="1"/>
            </p:cNvSpPr>
            <p:nvPr/>
          </p:nvSpPr>
          <p:spPr bwMode="auto">
            <a:xfrm>
              <a:off x="6211888" y="5359400"/>
              <a:ext cx="203200" cy="176213"/>
            </a:xfrm>
            <a:custGeom>
              <a:avLst/>
              <a:gdLst>
                <a:gd name="T0" fmla="*/ 78 w 563"/>
                <a:gd name="T1" fmla="*/ 483 h 491"/>
                <a:gd name="T2" fmla="*/ 78 w 563"/>
                <a:gd name="T3" fmla="*/ 483 h 491"/>
                <a:gd name="T4" fmla="*/ 99 w 563"/>
                <a:gd name="T5" fmla="*/ 483 h 491"/>
                <a:gd name="T6" fmla="*/ 99 w 563"/>
                <a:gd name="T7" fmla="*/ 462 h 491"/>
                <a:gd name="T8" fmla="*/ 99 w 563"/>
                <a:gd name="T9" fmla="*/ 462 h 491"/>
                <a:gd name="T10" fmla="*/ 35 w 563"/>
                <a:gd name="T11" fmla="*/ 350 h 491"/>
                <a:gd name="T12" fmla="*/ 100 w 563"/>
                <a:gd name="T13" fmla="*/ 359 h 491"/>
                <a:gd name="T14" fmla="*/ 384 w 563"/>
                <a:gd name="T15" fmla="*/ 76 h 491"/>
                <a:gd name="T16" fmla="*/ 384 w 563"/>
                <a:gd name="T17" fmla="*/ 38 h 491"/>
                <a:gd name="T18" fmla="*/ 485 w 563"/>
                <a:gd name="T19" fmla="*/ 127 h 491"/>
                <a:gd name="T20" fmla="*/ 531 w 563"/>
                <a:gd name="T21" fmla="*/ 284 h 491"/>
                <a:gd name="T22" fmla="*/ 457 w 563"/>
                <a:gd name="T23" fmla="*/ 463 h 491"/>
                <a:gd name="T24" fmla="*/ 457 w 563"/>
                <a:gd name="T25" fmla="*/ 484 h 491"/>
                <a:gd name="T26" fmla="*/ 478 w 563"/>
                <a:gd name="T27" fmla="*/ 484 h 491"/>
                <a:gd name="T28" fmla="*/ 562 w 563"/>
                <a:gd name="T29" fmla="*/ 284 h 491"/>
                <a:gd name="T30" fmla="*/ 509 w 563"/>
                <a:gd name="T31" fmla="*/ 111 h 491"/>
                <a:gd name="T32" fmla="*/ 372 w 563"/>
                <a:gd name="T33" fmla="*/ 2 h 491"/>
                <a:gd name="T34" fmla="*/ 360 w 563"/>
                <a:gd name="T35" fmla="*/ 5 h 491"/>
                <a:gd name="T36" fmla="*/ 353 w 563"/>
                <a:gd name="T37" fmla="*/ 16 h 491"/>
                <a:gd name="T38" fmla="*/ 353 w 563"/>
                <a:gd name="T39" fmla="*/ 76 h 491"/>
                <a:gd name="T40" fmla="*/ 279 w 563"/>
                <a:gd name="T41" fmla="*/ 254 h 491"/>
                <a:gd name="T42" fmla="*/ 100 w 563"/>
                <a:gd name="T43" fmla="*/ 328 h 491"/>
                <a:gd name="T44" fmla="*/ 21 w 563"/>
                <a:gd name="T45" fmla="*/ 316 h 491"/>
                <a:gd name="T46" fmla="*/ 13 w 563"/>
                <a:gd name="T47" fmla="*/ 314 h 491"/>
                <a:gd name="T48" fmla="*/ 4 w 563"/>
                <a:gd name="T49" fmla="*/ 320 h 491"/>
                <a:gd name="T50" fmla="*/ 4 w 563"/>
                <a:gd name="T51" fmla="*/ 320 h 491"/>
                <a:gd name="T52" fmla="*/ 1 w 563"/>
                <a:gd name="T53" fmla="*/ 324 h 491"/>
                <a:gd name="T54" fmla="*/ 1 w 563"/>
                <a:gd name="T55" fmla="*/ 325 h 491"/>
                <a:gd name="T56" fmla="*/ 1 w 563"/>
                <a:gd name="T57" fmla="*/ 325 h 491"/>
                <a:gd name="T58" fmla="*/ 0 w 563"/>
                <a:gd name="T59" fmla="*/ 328 h 491"/>
                <a:gd name="T60" fmla="*/ 0 w 563"/>
                <a:gd name="T61" fmla="*/ 331 h 491"/>
                <a:gd name="T62" fmla="*/ 0 w 563"/>
                <a:gd name="T63" fmla="*/ 332 h 491"/>
                <a:gd name="T64" fmla="*/ 78 w 563"/>
                <a:gd name="T65" fmla="*/ 483 h 4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563" h="491">
                  <a:moveTo>
                    <a:pt x="78" y="483"/>
                  </a:moveTo>
                  <a:lnTo>
                    <a:pt x="78" y="483"/>
                  </a:lnTo>
                  <a:cubicBezTo>
                    <a:pt x="84" y="489"/>
                    <a:pt x="93" y="489"/>
                    <a:pt x="99" y="483"/>
                  </a:cubicBezTo>
                  <a:cubicBezTo>
                    <a:pt x="105" y="477"/>
                    <a:pt x="105" y="468"/>
                    <a:pt x="99" y="462"/>
                  </a:cubicBezTo>
                  <a:lnTo>
                    <a:pt x="99" y="462"/>
                  </a:lnTo>
                  <a:cubicBezTo>
                    <a:pt x="68" y="431"/>
                    <a:pt x="46" y="394"/>
                    <a:pt x="35" y="350"/>
                  </a:cubicBezTo>
                  <a:cubicBezTo>
                    <a:pt x="56" y="356"/>
                    <a:pt x="78" y="359"/>
                    <a:pt x="100" y="359"/>
                  </a:cubicBezTo>
                  <a:cubicBezTo>
                    <a:pt x="257" y="359"/>
                    <a:pt x="384" y="232"/>
                    <a:pt x="384" y="76"/>
                  </a:cubicBezTo>
                  <a:cubicBezTo>
                    <a:pt x="384" y="38"/>
                    <a:pt x="384" y="38"/>
                    <a:pt x="384" y="38"/>
                  </a:cubicBezTo>
                  <a:cubicBezTo>
                    <a:pt x="424" y="56"/>
                    <a:pt x="459" y="88"/>
                    <a:pt x="485" y="127"/>
                  </a:cubicBezTo>
                  <a:cubicBezTo>
                    <a:pt x="515" y="173"/>
                    <a:pt x="531" y="228"/>
                    <a:pt x="531" y="284"/>
                  </a:cubicBezTo>
                  <a:cubicBezTo>
                    <a:pt x="531" y="355"/>
                    <a:pt x="503" y="417"/>
                    <a:pt x="457" y="463"/>
                  </a:cubicBezTo>
                  <a:cubicBezTo>
                    <a:pt x="452" y="469"/>
                    <a:pt x="452" y="479"/>
                    <a:pt x="457" y="484"/>
                  </a:cubicBezTo>
                  <a:cubicBezTo>
                    <a:pt x="463" y="490"/>
                    <a:pt x="473" y="490"/>
                    <a:pt x="478" y="484"/>
                  </a:cubicBezTo>
                  <a:cubicBezTo>
                    <a:pt x="530" y="433"/>
                    <a:pt x="562" y="362"/>
                    <a:pt x="562" y="284"/>
                  </a:cubicBezTo>
                  <a:cubicBezTo>
                    <a:pt x="562" y="222"/>
                    <a:pt x="543" y="161"/>
                    <a:pt x="509" y="111"/>
                  </a:cubicBezTo>
                  <a:cubicBezTo>
                    <a:pt x="477" y="60"/>
                    <a:pt x="430" y="21"/>
                    <a:pt x="372" y="2"/>
                  </a:cubicBezTo>
                  <a:cubicBezTo>
                    <a:pt x="368" y="0"/>
                    <a:pt x="364" y="2"/>
                    <a:pt x="360" y="5"/>
                  </a:cubicBezTo>
                  <a:cubicBezTo>
                    <a:pt x="356" y="7"/>
                    <a:pt x="353" y="12"/>
                    <a:pt x="353" y="16"/>
                  </a:cubicBezTo>
                  <a:cubicBezTo>
                    <a:pt x="353" y="76"/>
                    <a:pt x="353" y="76"/>
                    <a:pt x="353" y="76"/>
                  </a:cubicBezTo>
                  <a:cubicBezTo>
                    <a:pt x="353" y="145"/>
                    <a:pt x="325" y="208"/>
                    <a:pt x="279" y="254"/>
                  </a:cubicBezTo>
                  <a:cubicBezTo>
                    <a:pt x="233" y="300"/>
                    <a:pt x="170" y="328"/>
                    <a:pt x="100" y="328"/>
                  </a:cubicBezTo>
                  <a:cubicBezTo>
                    <a:pt x="73" y="328"/>
                    <a:pt x="45" y="324"/>
                    <a:pt x="21" y="316"/>
                  </a:cubicBezTo>
                  <a:cubicBezTo>
                    <a:pt x="18" y="314"/>
                    <a:pt x="15" y="314"/>
                    <a:pt x="13" y="314"/>
                  </a:cubicBezTo>
                  <a:cubicBezTo>
                    <a:pt x="8" y="316"/>
                    <a:pt x="6" y="317"/>
                    <a:pt x="4" y="320"/>
                  </a:cubicBezTo>
                  <a:lnTo>
                    <a:pt x="4" y="320"/>
                  </a:lnTo>
                  <a:cubicBezTo>
                    <a:pt x="3" y="321"/>
                    <a:pt x="1" y="323"/>
                    <a:pt x="1" y="324"/>
                  </a:cubicBezTo>
                  <a:cubicBezTo>
                    <a:pt x="1" y="324"/>
                    <a:pt x="1" y="324"/>
                    <a:pt x="1" y="325"/>
                  </a:cubicBezTo>
                  <a:lnTo>
                    <a:pt x="1" y="325"/>
                  </a:lnTo>
                  <a:cubicBezTo>
                    <a:pt x="0" y="327"/>
                    <a:pt x="0" y="327"/>
                    <a:pt x="0" y="328"/>
                  </a:cubicBezTo>
                  <a:cubicBezTo>
                    <a:pt x="0" y="330"/>
                    <a:pt x="0" y="331"/>
                    <a:pt x="0" y="331"/>
                  </a:cubicBezTo>
                  <a:lnTo>
                    <a:pt x="0" y="332"/>
                  </a:lnTo>
                  <a:cubicBezTo>
                    <a:pt x="10" y="391"/>
                    <a:pt x="38" y="443"/>
                    <a:pt x="78" y="4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0" name="Group 623">
            <a:extLst>
              <a:ext uri="{FF2B5EF4-FFF2-40B4-BE49-F238E27FC236}">
                <a16:creationId xmlns:a16="http://schemas.microsoft.com/office/drawing/2014/main" id="{D939D480-CC8C-34BA-856B-D54C91AAF017}"/>
              </a:ext>
            </a:extLst>
          </p:cNvPr>
          <p:cNvGrpSpPr/>
          <p:nvPr/>
        </p:nvGrpSpPr>
        <p:grpSpPr>
          <a:xfrm>
            <a:off x="6703094" y="4481414"/>
            <a:ext cx="257175" cy="257175"/>
            <a:chOff x="5675313" y="4846638"/>
            <a:chExt cx="257175" cy="257175"/>
          </a:xfrm>
          <a:solidFill>
            <a:schemeClr val="accent4"/>
          </a:solidFill>
        </p:grpSpPr>
        <p:sp>
          <p:nvSpPr>
            <p:cNvPr id="621" name="Freeform 512">
              <a:extLst>
                <a:ext uri="{FF2B5EF4-FFF2-40B4-BE49-F238E27FC236}">
                  <a16:creationId xmlns:a16="http://schemas.microsoft.com/office/drawing/2014/main" id="{79412AC3-10EB-0823-54C7-60D3B0373872}"/>
                </a:ext>
              </a:extLst>
            </p:cNvPr>
            <p:cNvSpPr>
              <a:spLocks noChangeArrowheads="1"/>
            </p:cNvSpPr>
            <p:nvPr/>
          </p:nvSpPr>
          <p:spPr bwMode="auto">
            <a:xfrm>
              <a:off x="5675313" y="4846638"/>
              <a:ext cx="257175" cy="257175"/>
            </a:xfrm>
            <a:custGeom>
              <a:avLst/>
              <a:gdLst>
                <a:gd name="T0" fmla="*/ 707 w 715"/>
                <a:gd name="T1" fmla="*/ 344 h 715"/>
                <a:gd name="T2" fmla="*/ 601 w 715"/>
                <a:gd name="T3" fmla="*/ 194 h 715"/>
                <a:gd name="T4" fmla="*/ 610 w 715"/>
                <a:gd name="T5" fmla="*/ 104 h 715"/>
                <a:gd name="T6" fmla="*/ 519 w 715"/>
                <a:gd name="T7" fmla="*/ 111 h 715"/>
                <a:gd name="T8" fmla="*/ 370 w 715"/>
                <a:gd name="T9" fmla="*/ 7 h 715"/>
                <a:gd name="T10" fmla="*/ 345 w 715"/>
                <a:gd name="T11" fmla="*/ 7 h 715"/>
                <a:gd name="T12" fmla="*/ 194 w 715"/>
                <a:gd name="T13" fmla="*/ 111 h 715"/>
                <a:gd name="T14" fmla="*/ 105 w 715"/>
                <a:gd name="T15" fmla="*/ 104 h 715"/>
                <a:gd name="T16" fmla="*/ 112 w 715"/>
                <a:gd name="T17" fmla="*/ 194 h 715"/>
                <a:gd name="T18" fmla="*/ 7 w 715"/>
                <a:gd name="T19" fmla="*/ 344 h 715"/>
                <a:gd name="T20" fmla="*/ 7 w 715"/>
                <a:gd name="T21" fmla="*/ 369 h 715"/>
                <a:gd name="T22" fmla="*/ 112 w 715"/>
                <a:gd name="T23" fmla="*/ 519 h 715"/>
                <a:gd name="T24" fmla="*/ 105 w 715"/>
                <a:gd name="T25" fmla="*/ 609 h 715"/>
                <a:gd name="T26" fmla="*/ 194 w 715"/>
                <a:gd name="T27" fmla="*/ 601 h 715"/>
                <a:gd name="T28" fmla="*/ 345 w 715"/>
                <a:gd name="T29" fmla="*/ 707 h 715"/>
                <a:gd name="T30" fmla="*/ 370 w 715"/>
                <a:gd name="T31" fmla="*/ 707 h 715"/>
                <a:gd name="T32" fmla="*/ 519 w 715"/>
                <a:gd name="T33" fmla="*/ 601 h 715"/>
                <a:gd name="T34" fmla="*/ 610 w 715"/>
                <a:gd name="T35" fmla="*/ 609 h 715"/>
                <a:gd name="T36" fmla="*/ 601 w 715"/>
                <a:gd name="T37" fmla="*/ 519 h 715"/>
                <a:gd name="T38" fmla="*/ 707 w 715"/>
                <a:gd name="T39" fmla="*/ 369 h 715"/>
                <a:gd name="T40" fmla="*/ 707 w 715"/>
                <a:gd name="T41" fmla="*/ 344 h 715"/>
                <a:gd name="T42" fmla="*/ 601 w 715"/>
                <a:gd name="T43" fmla="*/ 422 h 715"/>
                <a:gd name="T44" fmla="*/ 579 w 715"/>
                <a:gd name="T45" fmla="*/ 579 h 715"/>
                <a:gd name="T46" fmla="*/ 423 w 715"/>
                <a:gd name="T47" fmla="*/ 601 h 715"/>
                <a:gd name="T48" fmla="*/ 292 w 715"/>
                <a:gd name="T49" fmla="*/ 601 h 715"/>
                <a:gd name="T50" fmla="*/ 135 w 715"/>
                <a:gd name="T51" fmla="*/ 579 h 715"/>
                <a:gd name="T52" fmla="*/ 112 w 715"/>
                <a:gd name="T53" fmla="*/ 422 h 715"/>
                <a:gd name="T54" fmla="*/ 112 w 715"/>
                <a:gd name="T55" fmla="*/ 291 h 715"/>
                <a:gd name="T56" fmla="*/ 135 w 715"/>
                <a:gd name="T57" fmla="*/ 135 h 715"/>
                <a:gd name="T58" fmla="*/ 292 w 715"/>
                <a:gd name="T59" fmla="*/ 111 h 715"/>
                <a:gd name="T60" fmla="*/ 423 w 715"/>
                <a:gd name="T61" fmla="*/ 111 h 715"/>
                <a:gd name="T62" fmla="*/ 579 w 715"/>
                <a:gd name="T63" fmla="*/ 135 h 715"/>
                <a:gd name="T64" fmla="*/ 601 w 715"/>
                <a:gd name="T65" fmla="*/ 291 h 715"/>
                <a:gd name="T66" fmla="*/ 601 w 715"/>
                <a:gd name="T67" fmla="*/ 422 h 7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15" h="715">
                  <a:moveTo>
                    <a:pt x="707" y="344"/>
                  </a:moveTo>
                  <a:lnTo>
                    <a:pt x="707" y="344"/>
                  </a:lnTo>
                  <a:cubicBezTo>
                    <a:pt x="670" y="321"/>
                    <a:pt x="643" y="298"/>
                    <a:pt x="626" y="274"/>
                  </a:cubicBezTo>
                  <a:cubicBezTo>
                    <a:pt x="610" y="251"/>
                    <a:pt x="601" y="226"/>
                    <a:pt x="601" y="194"/>
                  </a:cubicBezTo>
                  <a:cubicBezTo>
                    <a:pt x="601" y="173"/>
                    <a:pt x="605" y="148"/>
                    <a:pt x="614" y="118"/>
                  </a:cubicBezTo>
                  <a:cubicBezTo>
                    <a:pt x="615" y="113"/>
                    <a:pt x="612" y="107"/>
                    <a:pt x="610" y="104"/>
                  </a:cubicBezTo>
                  <a:cubicBezTo>
                    <a:pt x="605" y="100"/>
                    <a:pt x="600" y="99"/>
                    <a:pt x="596" y="100"/>
                  </a:cubicBezTo>
                  <a:cubicBezTo>
                    <a:pt x="566" y="109"/>
                    <a:pt x="541" y="111"/>
                    <a:pt x="519" y="111"/>
                  </a:cubicBezTo>
                  <a:cubicBezTo>
                    <a:pt x="487" y="111"/>
                    <a:pt x="463" y="104"/>
                    <a:pt x="439" y="88"/>
                  </a:cubicBezTo>
                  <a:cubicBezTo>
                    <a:pt x="416" y="71"/>
                    <a:pt x="393" y="44"/>
                    <a:pt x="370" y="7"/>
                  </a:cubicBezTo>
                  <a:cubicBezTo>
                    <a:pt x="367" y="3"/>
                    <a:pt x="361" y="0"/>
                    <a:pt x="357" y="0"/>
                  </a:cubicBezTo>
                  <a:cubicBezTo>
                    <a:pt x="352" y="0"/>
                    <a:pt x="347" y="3"/>
                    <a:pt x="345" y="7"/>
                  </a:cubicBezTo>
                  <a:cubicBezTo>
                    <a:pt x="321" y="44"/>
                    <a:pt x="297" y="71"/>
                    <a:pt x="275" y="88"/>
                  </a:cubicBezTo>
                  <a:cubicBezTo>
                    <a:pt x="251" y="104"/>
                    <a:pt x="226" y="111"/>
                    <a:pt x="194" y="111"/>
                  </a:cubicBezTo>
                  <a:cubicBezTo>
                    <a:pt x="173" y="111"/>
                    <a:pt x="148" y="109"/>
                    <a:pt x="119" y="100"/>
                  </a:cubicBezTo>
                  <a:cubicBezTo>
                    <a:pt x="113" y="99"/>
                    <a:pt x="108" y="100"/>
                    <a:pt x="105" y="104"/>
                  </a:cubicBezTo>
                  <a:cubicBezTo>
                    <a:pt x="101" y="107"/>
                    <a:pt x="99" y="113"/>
                    <a:pt x="101" y="118"/>
                  </a:cubicBezTo>
                  <a:cubicBezTo>
                    <a:pt x="108" y="148"/>
                    <a:pt x="112" y="173"/>
                    <a:pt x="112" y="194"/>
                  </a:cubicBezTo>
                  <a:cubicBezTo>
                    <a:pt x="112" y="226"/>
                    <a:pt x="105" y="251"/>
                    <a:pt x="88" y="274"/>
                  </a:cubicBezTo>
                  <a:cubicBezTo>
                    <a:pt x="71" y="298"/>
                    <a:pt x="45" y="321"/>
                    <a:pt x="7" y="344"/>
                  </a:cubicBezTo>
                  <a:cubicBezTo>
                    <a:pt x="3" y="347"/>
                    <a:pt x="0" y="351"/>
                    <a:pt x="0" y="357"/>
                  </a:cubicBezTo>
                  <a:cubicBezTo>
                    <a:pt x="0" y="361"/>
                    <a:pt x="3" y="367"/>
                    <a:pt x="7" y="369"/>
                  </a:cubicBezTo>
                  <a:cubicBezTo>
                    <a:pt x="45" y="393"/>
                    <a:pt x="71" y="415"/>
                    <a:pt x="88" y="439"/>
                  </a:cubicBezTo>
                  <a:cubicBezTo>
                    <a:pt x="105" y="463"/>
                    <a:pt x="112" y="488"/>
                    <a:pt x="112" y="519"/>
                  </a:cubicBezTo>
                  <a:cubicBezTo>
                    <a:pt x="112" y="541"/>
                    <a:pt x="108" y="566"/>
                    <a:pt x="101" y="595"/>
                  </a:cubicBezTo>
                  <a:cubicBezTo>
                    <a:pt x="99" y="599"/>
                    <a:pt x="101" y="605"/>
                    <a:pt x="105" y="609"/>
                  </a:cubicBezTo>
                  <a:cubicBezTo>
                    <a:pt x="108" y="613"/>
                    <a:pt x="113" y="615"/>
                    <a:pt x="119" y="613"/>
                  </a:cubicBezTo>
                  <a:cubicBezTo>
                    <a:pt x="148" y="605"/>
                    <a:pt x="173" y="601"/>
                    <a:pt x="194" y="601"/>
                  </a:cubicBezTo>
                  <a:cubicBezTo>
                    <a:pt x="226" y="601"/>
                    <a:pt x="251" y="609"/>
                    <a:pt x="275" y="626"/>
                  </a:cubicBezTo>
                  <a:cubicBezTo>
                    <a:pt x="297" y="643"/>
                    <a:pt x="321" y="669"/>
                    <a:pt x="345" y="707"/>
                  </a:cubicBezTo>
                  <a:cubicBezTo>
                    <a:pt x="347" y="711"/>
                    <a:pt x="352" y="714"/>
                    <a:pt x="357" y="714"/>
                  </a:cubicBezTo>
                  <a:cubicBezTo>
                    <a:pt x="361" y="714"/>
                    <a:pt x="367" y="711"/>
                    <a:pt x="370" y="707"/>
                  </a:cubicBezTo>
                  <a:cubicBezTo>
                    <a:pt x="393" y="669"/>
                    <a:pt x="416" y="643"/>
                    <a:pt x="439" y="626"/>
                  </a:cubicBezTo>
                  <a:cubicBezTo>
                    <a:pt x="463" y="609"/>
                    <a:pt x="487" y="601"/>
                    <a:pt x="519" y="601"/>
                  </a:cubicBezTo>
                  <a:cubicBezTo>
                    <a:pt x="541" y="601"/>
                    <a:pt x="566" y="605"/>
                    <a:pt x="596" y="613"/>
                  </a:cubicBezTo>
                  <a:cubicBezTo>
                    <a:pt x="600" y="615"/>
                    <a:pt x="605" y="613"/>
                    <a:pt x="610" y="609"/>
                  </a:cubicBezTo>
                  <a:cubicBezTo>
                    <a:pt x="612" y="605"/>
                    <a:pt x="615" y="599"/>
                    <a:pt x="614" y="595"/>
                  </a:cubicBezTo>
                  <a:cubicBezTo>
                    <a:pt x="605" y="566"/>
                    <a:pt x="601" y="541"/>
                    <a:pt x="601" y="519"/>
                  </a:cubicBezTo>
                  <a:cubicBezTo>
                    <a:pt x="601" y="488"/>
                    <a:pt x="610" y="463"/>
                    <a:pt x="626" y="439"/>
                  </a:cubicBezTo>
                  <a:cubicBezTo>
                    <a:pt x="643" y="415"/>
                    <a:pt x="670" y="393"/>
                    <a:pt x="707" y="369"/>
                  </a:cubicBezTo>
                  <a:cubicBezTo>
                    <a:pt x="711" y="367"/>
                    <a:pt x="714" y="361"/>
                    <a:pt x="714" y="357"/>
                  </a:cubicBezTo>
                  <a:cubicBezTo>
                    <a:pt x="714" y="351"/>
                    <a:pt x="711" y="347"/>
                    <a:pt x="707" y="344"/>
                  </a:cubicBezTo>
                  <a:close/>
                  <a:moveTo>
                    <a:pt x="601" y="422"/>
                  </a:moveTo>
                  <a:lnTo>
                    <a:pt x="601" y="422"/>
                  </a:lnTo>
                  <a:cubicBezTo>
                    <a:pt x="582" y="450"/>
                    <a:pt x="572" y="482"/>
                    <a:pt x="572" y="519"/>
                  </a:cubicBezTo>
                  <a:cubicBezTo>
                    <a:pt x="572" y="537"/>
                    <a:pt x="575" y="558"/>
                    <a:pt x="579" y="579"/>
                  </a:cubicBezTo>
                  <a:cubicBezTo>
                    <a:pt x="558" y="574"/>
                    <a:pt x="537" y="572"/>
                    <a:pt x="519" y="572"/>
                  </a:cubicBezTo>
                  <a:cubicBezTo>
                    <a:pt x="483" y="572"/>
                    <a:pt x="451" y="581"/>
                    <a:pt x="423" y="601"/>
                  </a:cubicBezTo>
                  <a:cubicBezTo>
                    <a:pt x="399" y="618"/>
                    <a:pt x="378" y="641"/>
                    <a:pt x="357" y="672"/>
                  </a:cubicBezTo>
                  <a:cubicBezTo>
                    <a:pt x="336" y="641"/>
                    <a:pt x="315" y="618"/>
                    <a:pt x="292" y="601"/>
                  </a:cubicBezTo>
                  <a:cubicBezTo>
                    <a:pt x="264" y="581"/>
                    <a:pt x="232" y="572"/>
                    <a:pt x="194" y="572"/>
                  </a:cubicBezTo>
                  <a:cubicBezTo>
                    <a:pt x="176" y="572"/>
                    <a:pt x="156" y="574"/>
                    <a:pt x="135" y="579"/>
                  </a:cubicBezTo>
                  <a:cubicBezTo>
                    <a:pt x="140" y="558"/>
                    <a:pt x="142" y="537"/>
                    <a:pt x="142" y="519"/>
                  </a:cubicBezTo>
                  <a:cubicBezTo>
                    <a:pt x="142" y="482"/>
                    <a:pt x="133" y="450"/>
                    <a:pt x="112" y="422"/>
                  </a:cubicBezTo>
                  <a:cubicBezTo>
                    <a:pt x="95" y="399"/>
                    <a:pt x="71" y="378"/>
                    <a:pt x="42" y="357"/>
                  </a:cubicBezTo>
                  <a:cubicBezTo>
                    <a:pt x="71" y="336"/>
                    <a:pt x="95" y="315"/>
                    <a:pt x="112" y="291"/>
                  </a:cubicBezTo>
                  <a:cubicBezTo>
                    <a:pt x="133" y="263"/>
                    <a:pt x="142" y="231"/>
                    <a:pt x="142" y="194"/>
                  </a:cubicBezTo>
                  <a:cubicBezTo>
                    <a:pt x="142" y="175"/>
                    <a:pt x="140" y="156"/>
                    <a:pt x="135" y="135"/>
                  </a:cubicBezTo>
                  <a:cubicBezTo>
                    <a:pt x="156" y="139"/>
                    <a:pt x="176" y="142"/>
                    <a:pt x="194" y="142"/>
                  </a:cubicBezTo>
                  <a:cubicBezTo>
                    <a:pt x="232" y="142"/>
                    <a:pt x="264" y="132"/>
                    <a:pt x="292" y="111"/>
                  </a:cubicBezTo>
                  <a:cubicBezTo>
                    <a:pt x="315" y="95"/>
                    <a:pt x="336" y="71"/>
                    <a:pt x="357" y="42"/>
                  </a:cubicBezTo>
                  <a:cubicBezTo>
                    <a:pt x="378" y="71"/>
                    <a:pt x="399" y="95"/>
                    <a:pt x="423" y="111"/>
                  </a:cubicBezTo>
                  <a:cubicBezTo>
                    <a:pt x="451" y="132"/>
                    <a:pt x="483" y="142"/>
                    <a:pt x="519" y="142"/>
                  </a:cubicBezTo>
                  <a:cubicBezTo>
                    <a:pt x="537" y="142"/>
                    <a:pt x="558" y="139"/>
                    <a:pt x="579" y="135"/>
                  </a:cubicBezTo>
                  <a:cubicBezTo>
                    <a:pt x="575" y="156"/>
                    <a:pt x="572" y="175"/>
                    <a:pt x="572" y="194"/>
                  </a:cubicBezTo>
                  <a:cubicBezTo>
                    <a:pt x="572" y="231"/>
                    <a:pt x="582" y="263"/>
                    <a:pt x="601" y="291"/>
                  </a:cubicBezTo>
                  <a:cubicBezTo>
                    <a:pt x="618" y="315"/>
                    <a:pt x="642" y="336"/>
                    <a:pt x="672" y="357"/>
                  </a:cubicBezTo>
                  <a:cubicBezTo>
                    <a:pt x="642" y="378"/>
                    <a:pt x="618" y="399"/>
                    <a:pt x="601" y="42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2" name="Freeform 513">
              <a:extLst>
                <a:ext uri="{FF2B5EF4-FFF2-40B4-BE49-F238E27FC236}">
                  <a16:creationId xmlns:a16="http://schemas.microsoft.com/office/drawing/2014/main" id="{704B929A-6A28-21E9-4794-1E480CE08368}"/>
                </a:ext>
              </a:extLst>
            </p:cNvPr>
            <p:cNvSpPr>
              <a:spLocks noChangeArrowheads="1"/>
            </p:cNvSpPr>
            <p:nvPr/>
          </p:nvSpPr>
          <p:spPr bwMode="auto">
            <a:xfrm>
              <a:off x="5734050" y="4905375"/>
              <a:ext cx="139700" cy="139700"/>
            </a:xfrm>
            <a:custGeom>
              <a:avLst/>
              <a:gdLst>
                <a:gd name="T0" fmla="*/ 194 w 388"/>
                <a:gd name="T1" fmla="*/ 0 h 387"/>
                <a:gd name="T2" fmla="*/ 194 w 388"/>
                <a:gd name="T3" fmla="*/ 0 h 387"/>
                <a:gd name="T4" fmla="*/ 0 w 388"/>
                <a:gd name="T5" fmla="*/ 194 h 387"/>
                <a:gd name="T6" fmla="*/ 194 w 388"/>
                <a:gd name="T7" fmla="*/ 386 h 387"/>
                <a:gd name="T8" fmla="*/ 387 w 388"/>
                <a:gd name="T9" fmla="*/ 194 h 387"/>
                <a:gd name="T10" fmla="*/ 194 w 388"/>
                <a:gd name="T11" fmla="*/ 0 h 387"/>
                <a:gd name="T12" fmla="*/ 310 w 388"/>
                <a:gd name="T13" fmla="*/ 310 h 387"/>
                <a:gd name="T14" fmla="*/ 310 w 388"/>
                <a:gd name="T15" fmla="*/ 310 h 387"/>
                <a:gd name="T16" fmla="*/ 194 w 388"/>
                <a:gd name="T17" fmla="*/ 357 h 387"/>
                <a:gd name="T18" fmla="*/ 78 w 388"/>
                <a:gd name="T19" fmla="*/ 310 h 387"/>
                <a:gd name="T20" fmla="*/ 30 w 388"/>
                <a:gd name="T21" fmla="*/ 194 h 387"/>
                <a:gd name="T22" fmla="*/ 78 w 388"/>
                <a:gd name="T23" fmla="*/ 78 h 387"/>
                <a:gd name="T24" fmla="*/ 194 w 388"/>
                <a:gd name="T25" fmla="*/ 29 h 387"/>
                <a:gd name="T26" fmla="*/ 310 w 388"/>
                <a:gd name="T27" fmla="*/ 78 h 387"/>
                <a:gd name="T28" fmla="*/ 357 w 388"/>
                <a:gd name="T29" fmla="*/ 194 h 387"/>
                <a:gd name="T30" fmla="*/ 310 w 388"/>
                <a:gd name="T31" fmla="*/ 310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88" h="387">
                  <a:moveTo>
                    <a:pt x="194" y="0"/>
                  </a:moveTo>
                  <a:lnTo>
                    <a:pt x="194" y="0"/>
                  </a:lnTo>
                  <a:cubicBezTo>
                    <a:pt x="87" y="0"/>
                    <a:pt x="0" y="86"/>
                    <a:pt x="0" y="194"/>
                  </a:cubicBezTo>
                  <a:cubicBezTo>
                    <a:pt x="0" y="300"/>
                    <a:pt x="87" y="386"/>
                    <a:pt x="194" y="386"/>
                  </a:cubicBezTo>
                  <a:cubicBezTo>
                    <a:pt x="300" y="386"/>
                    <a:pt x="387" y="300"/>
                    <a:pt x="387" y="194"/>
                  </a:cubicBezTo>
                  <a:cubicBezTo>
                    <a:pt x="387" y="86"/>
                    <a:pt x="300" y="0"/>
                    <a:pt x="194" y="0"/>
                  </a:cubicBezTo>
                  <a:close/>
                  <a:moveTo>
                    <a:pt x="310" y="310"/>
                  </a:moveTo>
                  <a:lnTo>
                    <a:pt x="310" y="310"/>
                  </a:lnTo>
                  <a:cubicBezTo>
                    <a:pt x="279" y="339"/>
                    <a:pt x="239" y="357"/>
                    <a:pt x="194" y="357"/>
                  </a:cubicBezTo>
                  <a:cubicBezTo>
                    <a:pt x="148" y="357"/>
                    <a:pt x="108" y="339"/>
                    <a:pt x="78" y="310"/>
                  </a:cubicBezTo>
                  <a:cubicBezTo>
                    <a:pt x="49" y="279"/>
                    <a:pt x="30" y="238"/>
                    <a:pt x="30" y="194"/>
                  </a:cubicBezTo>
                  <a:cubicBezTo>
                    <a:pt x="30" y="148"/>
                    <a:pt x="49" y="107"/>
                    <a:pt x="78" y="78"/>
                  </a:cubicBezTo>
                  <a:cubicBezTo>
                    <a:pt x="108" y="49"/>
                    <a:pt x="148" y="29"/>
                    <a:pt x="194" y="29"/>
                  </a:cubicBezTo>
                  <a:cubicBezTo>
                    <a:pt x="239" y="29"/>
                    <a:pt x="279" y="49"/>
                    <a:pt x="310" y="78"/>
                  </a:cubicBezTo>
                  <a:cubicBezTo>
                    <a:pt x="339" y="107"/>
                    <a:pt x="357" y="148"/>
                    <a:pt x="357" y="194"/>
                  </a:cubicBezTo>
                  <a:cubicBezTo>
                    <a:pt x="357" y="238"/>
                    <a:pt x="339" y="279"/>
                    <a:pt x="310" y="31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23" name="Freeform 514">
            <a:extLst>
              <a:ext uri="{FF2B5EF4-FFF2-40B4-BE49-F238E27FC236}">
                <a16:creationId xmlns:a16="http://schemas.microsoft.com/office/drawing/2014/main" id="{C3833838-B1E8-4E6B-9DE2-DD9C5C0681E6}"/>
              </a:ext>
            </a:extLst>
          </p:cNvPr>
          <p:cNvSpPr>
            <a:spLocks noChangeArrowheads="1"/>
          </p:cNvSpPr>
          <p:nvPr/>
        </p:nvSpPr>
        <p:spPr bwMode="auto">
          <a:xfrm>
            <a:off x="7217444" y="4483795"/>
            <a:ext cx="257175" cy="252413"/>
          </a:xfrm>
          <a:custGeom>
            <a:avLst/>
            <a:gdLst>
              <a:gd name="T0" fmla="*/ 353 w 716"/>
              <a:gd name="T1" fmla="*/ 701 h 702"/>
              <a:gd name="T2" fmla="*/ 353 w 716"/>
              <a:gd name="T3" fmla="*/ 701 h 702"/>
              <a:gd name="T4" fmla="*/ 715 w 716"/>
              <a:gd name="T5" fmla="*/ 338 h 702"/>
              <a:gd name="T6" fmla="*/ 487 w 716"/>
              <a:gd name="T7" fmla="*/ 2 h 702"/>
              <a:gd name="T8" fmla="*/ 470 w 716"/>
              <a:gd name="T9" fmla="*/ 5 h 702"/>
              <a:gd name="T10" fmla="*/ 467 w 716"/>
              <a:gd name="T11" fmla="*/ 20 h 702"/>
              <a:gd name="T12" fmla="*/ 482 w 716"/>
              <a:gd name="T13" fmla="*/ 122 h 702"/>
              <a:gd name="T14" fmla="*/ 390 w 716"/>
              <a:gd name="T15" fmla="*/ 347 h 702"/>
              <a:gd name="T16" fmla="*/ 166 w 716"/>
              <a:gd name="T17" fmla="*/ 440 h 702"/>
              <a:gd name="T18" fmla="*/ 22 w 716"/>
              <a:gd name="T19" fmla="*/ 405 h 702"/>
              <a:gd name="T20" fmla="*/ 7 w 716"/>
              <a:gd name="T21" fmla="*/ 407 h 702"/>
              <a:gd name="T22" fmla="*/ 1 w 716"/>
              <a:gd name="T23" fmla="*/ 422 h 702"/>
              <a:gd name="T24" fmla="*/ 353 w 716"/>
              <a:gd name="T25" fmla="*/ 701 h 702"/>
              <a:gd name="T26" fmla="*/ 513 w 716"/>
              <a:gd name="T27" fmla="*/ 122 h 702"/>
              <a:gd name="T28" fmla="*/ 513 w 716"/>
              <a:gd name="T29" fmla="*/ 122 h 702"/>
              <a:gd name="T30" fmla="*/ 503 w 716"/>
              <a:gd name="T31" fmla="*/ 43 h 702"/>
              <a:gd name="T32" fmla="*/ 685 w 716"/>
              <a:gd name="T33" fmla="*/ 338 h 702"/>
              <a:gd name="T34" fmla="*/ 588 w 716"/>
              <a:gd name="T35" fmla="*/ 574 h 702"/>
              <a:gd name="T36" fmla="*/ 353 w 716"/>
              <a:gd name="T37" fmla="*/ 670 h 702"/>
              <a:gd name="T38" fmla="*/ 39 w 716"/>
              <a:gd name="T39" fmla="*/ 446 h 702"/>
              <a:gd name="T40" fmla="*/ 166 w 716"/>
              <a:gd name="T41" fmla="*/ 470 h 702"/>
              <a:gd name="T42" fmla="*/ 513 w 716"/>
              <a:gd name="T43" fmla="*/ 122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16" h="702">
                <a:moveTo>
                  <a:pt x="353" y="701"/>
                </a:moveTo>
                <a:lnTo>
                  <a:pt x="353" y="701"/>
                </a:lnTo>
                <a:cubicBezTo>
                  <a:pt x="554" y="701"/>
                  <a:pt x="715" y="539"/>
                  <a:pt x="715" y="338"/>
                </a:cubicBezTo>
                <a:cubicBezTo>
                  <a:pt x="715" y="186"/>
                  <a:pt x="621" y="55"/>
                  <a:pt x="487" y="2"/>
                </a:cubicBezTo>
                <a:cubicBezTo>
                  <a:pt x="481" y="0"/>
                  <a:pt x="474" y="1"/>
                  <a:pt x="470" y="5"/>
                </a:cubicBezTo>
                <a:cubicBezTo>
                  <a:pt x="466" y="9"/>
                  <a:pt x="464" y="15"/>
                  <a:pt x="467" y="20"/>
                </a:cubicBezTo>
                <a:cubicBezTo>
                  <a:pt x="477" y="53"/>
                  <a:pt x="482" y="87"/>
                  <a:pt x="482" y="122"/>
                </a:cubicBezTo>
                <a:cubicBezTo>
                  <a:pt x="482" y="210"/>
                  <a:pt x="448" y="290"/>
                  <a:pt x="390" y="347"/>
                </a:cubicBezTo>
                <a:cubicBezTo>
                  <a:pt x="332" y="404"/>
                  <a:pt x="254" y="440"/>
                  <a:pt x="166" y="440"/>
                </a:cubicBezTo>
                <a:cubicBezTo>
                  <a:pt x="114" y="440"/>
                  <a:pt x="65" y="428"/>
                  <a:pt x="22" y="405"/>
                </a:cubicBezTo>
                <a:cubicBezTo>
                  <a:pt x="18" y="403"/>
                  <a:pt x="11" y="404"/>
                  <a:pt x="7" y="407"/>
                </a:cubicBezTo>
                <a:cubicBezTo>
                  <a:pt x="3" y="411"/>
                  <a:pt x="0" y="417"/>
                  <a:pt x="1" y="422"/>
                </a:cubicBezTo>
                <a:cubicBezTo>
                  <a:pt x="39" y="582"/>
                  <a:pt x="183" y="701"/>
                  <a:pt x="353" y="701"/>
                </a:cubicBezTo>
                <a:close/>
                <a:moveTo>
                  <a:pt x="513" y="122"/>
                </a:moveTo>
                <a:lnTo>
                  <a:pt x="513" y="122"/>
                </a:lnTo>
                <a:cubicBezTo>
                  <a:pt x="513" y="94"/>
                  <a:pt x="509" y="68"/>
                  <a:pt x="503" y="43"/>
                </a:cubicBezTo>
                <a:cubicBezTo>
                  <a:pt x="611" y="97"/>
                  <a:pt x="685" y="210"/>
                  <a:pt x="685" y="338"/>
                </a:cubicBezTo>
                <a:cubicBezTo>
                  <a:pt x="685" y="430"/>
                  <a:pt x="648" y="514"/>
                  <a:pt x="588" y="574"/>
                </a:cubicBezTo>
                <a:cubicBezTo>
                  <a:pt x="528" y="634"/>
                  <a:pt x="445" y="670"/>
                  <a:pt x="353" y="670"/>
                </a:cubicBezTo>
                <a:cubicBezTo>
                  <a:pt x="208" y="670"/>
                  <a:pt x="84" y="577"/>
                  <a:pt x="39" y="446"/>
                </a:cubicBezTo>
                <a:cubicBezTo>
                  <a:pt x="78" y="461"/>
                  <a:pt x="121" y="470"/>
                  <a:pt x="166" y="470"/>
                </a:cubicBezTo>
                <a:cubicBezTo>
                  <a:pt x="357" y="470"/>
                  <a:pt x="513" y="313"/>
                  <a:pt x="513" y="122"/>
                </a:cubicBezTo>
                <a:close/>
              </a:path>
            </a:pathLst>
          </a:custGeom>
          <a:solidFill>
            <a:schemeClr val="accent4"/>
          </a:solidFill>
          <a:ln>
            <a:noFill/>
          </a:ln>
          <a:effectLst/>
        </p:spPr>
        <p:txBody>
          <a:bodyPr wrap="none" anchor="ctr"/>
          <a:lstStyle/>
          <a:p>
            <a:endParaRPr lang="da-DK"/>
          </a:p>
        </p:txBody>
      </p:sp>
      <p:grpSp>
        <p:nvGrpSpPr>
          <p:cNvPr id="624" name="Group 627">
            <a:extLst>
              <a:ext uri="{FF2B5EF4-FFF2-40B4-BE49-F238E27FC236}">
                <a16:creationId xmlns:a16="http://schemas.microsoft.com/office/drawing/2014/main" id="{791F53DB-6F72-5371-D2E3-AA1FFCB0D33A}"/>
              </a:ext>
            </a:extLst>
          </p:cNvPr>
          <p:cNvGrpSpPr/>
          <p:nvPr/>
        </p:nvGrpSpPr>
        <p:grpSpPr>
          <a:xfrm>
            <a:off x="6703094" y="5012432"/>
            <a:ext cx="257175" cy="219075"/>
            <a:chOff x="5675313" y="5387975"/>
            <a:chExt cx="257175" cy="219075"/>
          </a:xfrm>
          <a:solidFill>
            <a:schemeClr val="accent4"/>
          </a:solidFill>
        </p:grpSpPr>
        <p:sp>
          <p:nvSpPr>
            <p:cNvPr id="625" name="Freeform 515">
              <a:extLst>
                <a:ext uri="{FF2B5EF4-FFF2-40B4-BE49-F238E27FC236}">
                  <a16:creationId xmlns:a16="http://schemas.microsoft.com/office/drawing/2014/main" id="{2094A8B5-C8B7-80BB-25EA-DECF251B781D}"/>
                </a:ext>
              </a:extLst>
            </p:cNvPr>
            <p:cNvSpPr>
              <a:spLocks noChangeArrowheads="1"/>
            </p:cNvSpPr>
            <p:nvPr/>
          </p:nvSpPr>
          <p:spPr bwMode="auto">
            <a:xfrm>
              <a:off x="5729288" y="5470525"/>
              <a:ext cx="203200" cy="136525"/>
            </a:xfrm>
            <a:custGeom>
              <a:avLst/>
              <a:gdLst>
                <a:gd name="T0" fmla="*/ 452 w 566"/>
                <a:gd name="T1" fmla="*/ 96 h 379"/>
                <a:gd name="T2" fmla="*/ 452 w 566"/>
                <a:gd name="T3" fmla="*/ 96 h 379"/>
                <a:gd name="T4" fmla="*/ 294 w 566"/>
                <a:gd name="T5" fmla="*/ 0 h 379"/>
                <a:gd name="T6" fmla="*/ 128 w 566"/>
                <a:gd name="T7" fmla="*/ 115 h 379"/>
                <a:gd name="T8" fmla="*/ 137 w 566"/>
                <a:gd name="T9" fmla="*/ 134 h 379"/>
                <a:gd name="T10" fmla="*/ 156 w 566"/>
                <a:gd name="T11" fmla="*/ 126 h 379"/>
                <a:gd name="T12" fmla="*/ 156 w 566"/>
                <a:gd name="T13" fmla="*/ 126 h 379"/>
                <a:gd name="T14" fmla="*/ 294 w 566"/>
                <a:gd name="T15" fmla="*/ 30 h 379"/>
                <a:gd name="T16" fmla="*/ 428 w 566"/>
                <a:gd name="T17" fmla="*/ 116 h 379"/>
                <a:gd name="T18" fmla="*/ 439 w 566"/>
                <a:gd name="T19" fmla="*/ 124 h 379"/>
                <a:gd name="T20" fmla="*/ 536 w 566"/>
                <a:gd name="T21" fmla="*/ 236 h 379"/>
                <a:gd name="T22" fmla="*/ 533 w 566"/>
                <a:gd name="T23" fmla="*/ 262 h 379"/>
                <a:gd name="T24" fmla="*/ 490 w 566"/>
                <a:gd name="T25" fmla="*/ 324 h 379"/>
                <a:gd name="T26" fmla="*/ 417 w 566"/>
                <a:gd name="T27" fmla="*/ 349 h 379"/>
                <a:gd name="T28" fmla="*/ 131 w 566"/>
                <a:gd name="T29" fmla="*/ 349 h 379"/>
                <a:gd name="T30" fmla="*/ 59 w 566"/>
                <a:gd name="T31" fmla="*/ 322 h 379"/>
                <a:gd name="T32" fmla="*/ 29 w 566"/>
                <a:gd name="T33" fmla="*/ 260 h 379"/>
                <a:gd name="T34" fmla="*/ 59 w 566"/>
                <a:gd name="T35" fmla="*/ 195 h 379"/>
                <a:gd name="T36" fmla="*/ 131 w 566"/>
                <a:gd name="T37" fmla="*/ 169 h 379"/>
                <a:gd name="T38" fmla="*/ 131 w 566"/>
                <a:gd name="T39" fmla="*/ 169 h 379"/>
                <a:gd name="T40" fmla="*/ 191 w 566"/>
                <a:gd name="T41" fmla="*/ 201 h 379"/>
                <a:gd name="T42" fmla="*/ 212 w 566"/>
                <a:gd name="T43" fmla="*/ 204 h 379"/>
                <a:gd name="T44" fmla="*/ 213 w 566"/>
                <a:gd name="T45" fmla="*/ 183 h 379"/>
                <a:gd name="T46" fmla="*/ 132 w 566"/>
                <a:gd name="T47" fmla="*/ 140 h 379"/>
                <a:gd name="T48" fmla="*/ 132 w 566"/>
                <a:gd name="T49" fmla="*/ 140 h 379"/>
                <a:gd name="T50" fmla="*/ 132 w 566"/>
                <a:gd name="T51" fmla="*/ 140 h 379"/>
                <a:gd name="T52" fmla="*/ 131 w 566"/>
                <a:gd name="T53" fmla="*/ 140 h 379"/>
                <a:gd name="T54" fmla="*/ 130 w 566"/>
                <a:gd name="T55" fmla="*/ 140 h 379"/>
                <a:gd name="T56" fmla="*/ 39 w 566"/>
                <a:gd name="T57" fmla="*/ 175 h 379"/>
                <a:gd name="T58" fmla="*/ 0 w 566"/>
                <a:gd name="T59" fmla="*/ 260 h 379"/>
                <a:gd name="T60" fmla="*/ 39 w 566"/>
                <a:gd name="T61" fmla="*/ 345 h 379"/>
                <a:gd name="T62" fmla="*/ 131 w 566"/>
                <a:gd name="T63" fmla="*/ 378 h 379"/>
                <a:gd name="T64" fmla="*/ 417 w 566"/>
                <a:gd name="T65" fmla="*/ 378 h 379"/>
                <a:gd name="T66" fmla="*/ 508 w 566"/>
                <a:gd name="T67" fmla="*/ 347 h 379"/>
                <a:gd name="T68" fmla="*/ 562 w 566"/>
                <a:gd name="T69" fmla="*/ 269 h 379"/>
                <a:gd name="T70" fmla="*/ 565 w 566"/>
                <a:gd name="T71" fmla="*/ 236 h 379"/>
                <a:gd name="T72" fmla="*/ 452 w 566"/>
                <a:gd name="T73" fmla="*/ 96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566" h="379">
                  <a:moveTo>
                    <a:pt x="452" y="96"/>
                  </a:moveTo>
                  <a:lnTo>
                    <a:pt x="452" y="96"/>
                  </a:lnTo>
                  <a:cubicBezTo>
                    <a:pt x="423" y="39"/>
                    <a:pt x="363" y="0"/>
                    <a:pt x="294" y="0"/>
                  </a:cubicBezTo>
                  <a:cubicBezTo>
                    <a:pt x="219" y="0"/>
                    <a:pt x="153" y="48"/>
                    <a:pt x="128" y="115"/>
                  </a:cubicBezTo>
                  <a:cubicBezTo>
                    <a:pt x="126" y="123"/>
                    <a:pt x="130" y="131"/>
                    <a:pt x="137" y="134"/>
                  </a:cubicBezTo>
                  <a:cubicBezTo>
                    <a:pt x="145" y="137"/>
                    <a:pt x="153" y="133"/>
                    <a:pt x="156" y="126"/>
                  </a:cubicBezTo>
                  <a:lnTo>
                    <a:pt x="156" y="126"/>
                  </a:lnTo>
                  <a:cubicBezTo>
                    <a:pt x="177" y="70"/>
                    <a:pt x="232" y="30"/>
                    <a:pt x="294" y="30"/>
                  </a:cubicBezTo>
                  <a:cubicBezTo>
                    <a:pt x="354" y="30"/>
                    <a:pt x="406" y="64"/>
                    <a:pt x="428" y="116"/>
                  </a:cubicBezTo>
                  <a:cubicBezTo>
                    <a:pt x="431" y="120"/>
                    <a:pt x="435" y="123"/>
                    <a:pt x="439" y="124"/>
                  </a:cubicBezTo>
                  <a:cubicBezTo>
                    <a:pt x="494" y="133"/>
                    <a:pt x="536" y="179"/>
                    <a:pt x="536" y="236"/>
                  </a:cubicBezTo>
                  <a:cubicBezTo>
                    <a:pt x="536" y="244"/>
                    <a:pt x="534" y="254"/>
                    <a:pt x="533" y="262"/>
                  </a:cubicBezTo>
                  <a:cubicBezTo>
                    <a:pt x="527" y="286"/>
                    <a:pt x="512" y="307"/>
                    <a:pt x="490" y="324"/>
                  </a:cubicBezTo>
                  <a:cubicBezTo>
                    <a:pt x="469" y="339"/>
                    <a:pt x="442" y="349"/>
                    <a:pt x="417" y="349"/>
                  </a:cubicBezTo>
                  <a:cubicBezTo>
                    <a:pt x="131" y="349"/>
                    <a:pt x="131" y="349"/>
                    <a:pt x="131" y="349"/>
                  </a:cubicBezTo>
                  <a:cubicBezTo>
                    <a:pt x="103" y="349"/>
                    <a:pt x="77" y="339"/>
                    <a:pt x="59" y="322"/>
                  </a:cubicBezTo>
                  <a:cubicBezTo>
                    <a:pt x="40" y="306"/>
                    <a:pt x="29" y="283"/>
                    <a:pt x="29" y="260"/>
                  </a:cubicBezTo>
                  <a:cubicBezTo>
                    <a:pt x="29" y="235"/>
                    <a:pt x="40" y="212"/>
                    <a:pt x="59" y="195"/>
                  </a:cubicBezTo>
                  <a:cubicBezTo>
                    <a:pt x="77" y="180"/>
                    <a:pt x="103" y="169"/>
                    <a:pt x="131" y="169"/>
                  </a:cubicBezTo>
                  <a:lnTo>
                    <a:pt x="131" y="169"/>
                  </a:lnTo>
                  <a:cubicBezTo>
                    <a:pt x="152" y="169"/>
                    <a:pt x="176" y="183"/>
                    <a:pt x="191" y="201"/>
                  </a:cubicBezTo>
                  <a:cubicBezTo>
                    <a:pt x="197" y="208"/>
                    <a:pt x="205" y="208"/>
                    <a:pt x="212" y="204"/>
                  </a:cubicBezTo>
                  <a:cubicBezTo>
                    <a:pt x="218" y="198"/>
                    <a:pt x="219" y="189"/>
                    <a:pt x="213" y="183"/>
                  </a:cubicBezTo>
                  <a:cubicBezTo>
                    <a:pt x="194" y="158"/>
                    <a:pt x="165" y="141"/>
                    <a:pt x="132" y="140"/>
                  </a:cubicBezTo>
                  <a:lnTo>
                    <a:pt x="132" y="140"/>
                  </a:lnTo>
                  <a:lnTo>
                    <a:pt x="132" y="140"/>
                  </a:lnTo>
                  <a:lnTo>
                    <a:pt x="131" y="140"/>
                  </a:lnTo>
                  <a:lnTo>
                    <a:pt x="130" y="140"/>
                  </a:lnTo>
                  <a:cubicBezTo>
                    <a:pt x="95" y="140"/>
                    <a:pt x="63" y="152"/>
                    <a:pt x="39" y="175"/>
                  </a:cubicBezTo>
                  <a:cubicBezTo>
                    <a:pt x="15" y="195"/>
                    <a:pt x="0" y="226"/>
                    <a:pt x="0" y="260"/>
                  </a:cubicBezTo>
                  <a:cubicBezTo>
                    <a:pt x="0" y="293"/>
                    <a:pt x="15" y="322"/>
                    <a:pt x="39" y="345"/>
                  </a:cubicBezTo>
                  <a:cubicBezTo>
                    <a:pt x="63" y="366"/>
                    <a:pt x="96" y="378"/>
                    <a:pt x="131" y="378"/>
                  </a:cubicBezTo>
                  <a:cubicBezTo>
                    <a:pt x="417" y="378"/>
                    <a:pt x="417" y="378"/>
                    <a:pt x="417" y="378"/>
                  </a:cubicBezTo>
                  <a:cubicBezTo>
                    <a:pt x="449" y="378"/>
                    <a:pt x="481" y="367"/>
                    <a:pt x="508" y="347"/>
                  </a:cubicBezTo>
                  <a:cubicBezTo>
                    <a:pt x="534" y="328"/>
                    <a:pt x="554" y="301"/>
                    <a:pt x="562" y="269"/>
                  </a:cubicBezTo>
                  <a:cubicBezTo>
                    <a:pt x="563" y="258"/>
                    <a:pt x="565" y="247"/>
                    <a:pt x="565" y="236"/>
                  </a:cubicBezTo>
                  <a:cubicBezTo>
                    <a:pt x="565" y="168"/>
                    <a:pt x="517" y="110"/>
                    <a:pt x="452" y="9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6" name="Freeform 516">
              <a:extLst>
                <a:ext uri="{FF2B5EF4-FFF2-40B4-BE49-F238E27FC236}">
                  <a16:creationId xmlns:a16="http://schemas.microsoft.com/office/drawing/2014/main" id="{BC56EA4A-2F7C-AA6E-7547-EB83642CF38F}"/>
                </a:ext>
              </a:extLst>
            </p:cNvPr>
            <p:cNvSpPr>
              <a:spLocks noChangeArrowheads="1"/>
            </p:cNvSpPr>
            <p:nvPr/>
          </p:nvSpPr>
          <p:spPr bwMode="auto">
            <a:xfrm>
              <a:off x="5675313" y="5387975"/>
              <a:ext cx="161925" cy="153988"/>
            </a:xfrm>
            <a:custGeom>
              <a:avLst/>
              <a:gdLst>
                <a:gd name="T0" fmla="*/ 107 w 448"/>
                <a:gd name="T1" fmla="*/ 268 h 428"/>
                <a:gd name="T2" fmla="*/ 107 w 448"/>
                <a:gd name="T3" fmla="*/ 268 h 428"/>
                <a:gd name="T4" fmla="*/ 22 w 448"/>
                <a:gd name="T5" fmla="*/ 248 h 428"/>
                <a:gd name="T6" fmla="*/ 7 w 448"/>
                <a:gd name="T7" fmla="*/ 250 h 428"/>
                <a:gd name="T8" fmla="*/ 1 w 448"/>
                <a:gd name="T9" fmla="*/ 265 h 428"/>
                <a:gd name="T10" fmla="*/ 142 w 448"/>
                <a:gd name="T11" fmla="*/ 424 h 428"/>
                <a:gd name="T12" fmla="*/ 160 w 448"/>
                <a:gd name="T13" fmla="*/ 414 h 428"/>
                <a:gd name="T14" fmla="*/ 152 w 448"/>
                <a:gd name="T15" fmla="*/ 396 h 428"/>
                <a:gd name="T16" fmla="*/ 152 w 448"/>
                <a:gd name="T17" fmla="*/ 396 h 428"/>
                <a:gd name="T18" fmla="*/ 40 w 448"/>
                <a:gd name="T19" fmla="*/ 286 h 428"/>
                <a:gd name="T20" fmla="*/ 107 w 448"/>
                <a:gd name="T21" fmla="*/ 297 h 428"/>
                <a:gd name="T22" fmla="*/ 325 w 448"/>
                <a:gd name="T23" fmla="*/ 81 h 428"/>
                <a:gd name="T24" fmla="*/ 321 w 448"/>
                <a:gd name="T25" fmla="*/ 43 h 428"/>
                <a:gd name="T26" fmla="*/ 417 w 448"/>
                <a:gd name="T27" fmla="*/ 197 h 428"/>
                <a:gd name="T28" fmla="*/ 434 w 448"/>
                <a:gd name="T29" fmla="*/ 211 h 428"/>
                <a:gd name="T30" fmla="*/ 446 w 448"/>
                <a:gd name="T31" fmla="*/ 194 h 428"/>
                <a:gd name="T32" fmla="*/ 304 w 448"/>
                <a:gd name="T33" fmla="*/ 2 h 428"/>
                <a:gd name="T34" fmla="*/ 288 w 448"/>
                <a:gd name="T35" fmla="*/ 6 h 428"/>
                <a:gd name="T36" fmla="*/ 284 w 448"/>
                <a:gd name="T37" fmla="*/ 21 h 428"/>
                <a:gd name="T38" fmla="*/ 294 w 448"/>
                <a:gd name="T39" fmla="*/ 81 h 428"/>
                <a:gd name="T40" fmla="*/ 240 w 448"/>
                <a:gd name="T41" fmla="*/ 214 h 428"/>
                <a:gd name="T42" fmla="*/ 107 w 448"/>
                <a:gd name="T43" fmla="*/ 268 h 4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48" h="428">
                  <a:moveTo>
                    <a:pt x="107" y="268"/>
                  </a:moveTo>
                  <a:lnTo>
                    <a:pt x="107" y="268"/>
                  </a:lnTo>
                  <a:cubicBezTo>
                    <a:pt x="76" y="268"/>
                    <a:pt x="49" y="261"/>
                    <a:pt x="22" y="248"/>
                  </a:cubicBezTo>
                  <a:cubicBezTo>
                    <a:pt x="18" y="246"/>
                    <a:pt x="11" y="246"/>
                    <a:pt x="7" y="250"/>
                  </a:cubicBezTo>
                  <a:cubicBezTo>
                    <a:pt x="3" y="253"/>
                    <a:pt x="0" y="258"/>
                    <a:pt x="1" y="265"/>
                  </a:cubicBezTo>
                  <a:cubicBezTo>
                    <a:pt x="19" y="338"/>
                    <a:pt x="72" y="398"/>
                    <a:pt x="142" y="424"/>
                  </a:cubicBezTo>
                  <a:cubicBezTo>
                    <a:pt x="149" y="427"/>
                    <a:pt x="157" y="423"/>
                    <a:pt x="160" y="414"/>
                  </a:cubicBezTo>
                  <a:cubicBezTo>
                    <a:pt x="163" y="407"/>
                    <a:pt x="160" y="399"/>
                    <a:pt x="152" y="396"/>
                  </a:cubicBezTo>
                  <a:lnTo>
                    <a:pt x="152" y="396"/>
                  </a:lnTo>
                  <a:cubicBezTo>
                    <a:pt x="102" y="377"/>
                    <a:pt x="61" y="336"/>
                    <a:pt x="40" y="286"/>
                  </a:cubicBezTo>
                  <a:cubicBezTo>
                    <a:pt x="61" y="293"/>
                    <a:pt x="83" y="297"/>
                    <a:pt x="107" y="297"/>
                  </a:cubicBezTo>
                  <a:cubicBezTo>
                    <a:pt x="227" y="297"/>
                    <a:pt x="325" y="201"/>
                    <a:pt x="325" y="81"/>
                  </a:cubicBezTo>
                  <a:cubicBezTo>
                    <a:pt x="325" y="68"/>
                    <a:pt x="323" y="56"/>
                    <a:pt x="321" y="43"/>
                  </a:cubicBezTo>
                  <a:cubicBezTo>
                    <a:pt x="375" y="75"/>
                    <a:pt x="411" y="131"/>
                    <a:pt x="417" y="197"/>
                  </a:cubicBezTo>
                  <a:cubicBezTo>
                    <a:pt x="418" y="205"/>
                    <a:pt x="425" y="211"/>
                    <a:pt x="434" y="211"/>
                  </a:cubicBezTo>
                  <a:cubicBezTo>
                    <a:pt x="440" y="209"/>
                    <a:pt x="447" y="202"/>
                    <a:pt x="446" y="194"/>
                  </a:cubicBezTo>
                  <a:cubicBezTo>
                    <a:pt x="439" y="106"/>
                    <a:pt x="383" y="34"/>
                    <a:pt x="304" y="2"/>
                  </a:cubicBezTo>
                  <a:cubicBezTo>
                    <a:pt x="298" y="0"/>
                    <a:pt x="293" y="2"/>
                    <a:pt x="288" y="6"/>
                  </a:cubicBezTo>
                  <a:cubicBezTo>
                    <a:pt x="284" y="8"/>
                    <a:pt x="283" y="15"/>
                    <a:pt x="284" y="21"/>
                  </a:cubicBezTo>
                  <a:cubicBezTo>
                    <a:pt x="291" y="39"/>
                    <a:pt x="294" y="59"/>
                    <a:pt x="294" y="81"/>
                  </a:cubicBezTo>
                  <a:cubicBezTo>
                    <a:pt x="294" y="133"/>
                    <a:pt x="273" y="179"/>
                    <a:pt x="240" y="214"/>
                  </a:cubicBezTo>
                  <a:cubicBezTo>
                    <a:pt x="206" y="247"/>
                    <a:pt x="159" y="268"/>
                    <a:pt x="107" y="26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27" name="Group 630">
            <a:extLst>
              <a:ext uri="{FF2B5EF4-FFF2-40B4-BE49-F238E27FC236}">
                <a16:creationId xmlns:a16="http://schemas.microsoft.com/office/drawing/2014/main" id="{4BD8A251-DCC9-5843-1CA4-9D7D3C19D4F4}"/>
              </a:ext>
            </a:extLst>
          </p:cNvPr>
          <p:cNvGrpSpPr/>
          <p:nvPr/>
        </p:nvGrpSpPr>
        <p:grpSpPr>
          <a:xfrm>
            <a:off x="6703094" y="5511701"/>
            <a:ext cx="247650" cy="257175"/>
            <a:chOff x="5675313" y="5875338"/>
            <a:chExt cx="247650" cy="257175"/>
          </a:xfrm>
          <a:solidFill>
            <a:schemeClr val="accent4"/>
          </a:solidFill>
        </p:grpSpPr>
        <p:sp>
          <p:nvSpPr>
            <p:cNvPr id="628" name="Freeform 517">
              <a:extLst>
                <a:ext uri="{FF2B5EF4-FFF2-40B4-BE49-F238E27FC236}">
                  <a16:creationId xmlns:a16="http://schemas.microsoft.com/office/drawing/2014/main" id="{72B6DA5F-31E8-EEE2-479B-04DFD0FA9F23}"/>
                </a:ext>
              </a:extLst>
            </p:cNvPr>
            <p:cNvSpPr>
              <a:spLocks noChangeArrowheads="1"/>
            </p:cNvSpPr>
            <p:nvPr/>
          </p:nvSpPr>
          <p:spPr bwMode="auto">
            <a:xfrm>
              <a:off x="5792788" y="5875338"/>
              <a:ext cx="11112" cy="20637"/>
            </a:xfrm>
            <a:custGeom>
              <a:avLst/>
              <a:gdLst>
                <a:gd name="T0" fmla="*/ 30 w 31"/>
                <a:gd name="T1" fmla="*/ 44 h 59"/>
                <a:gd name="T2" fmla="*/ 30 w 31"/>
                <a:gd name="T3" fmla="*/ 44 h 59"/>
                <a:gd name="T4" fmla="*/ 30 w 31"/>
                <a:gd name="T5" fmla="*/ 14 h 59"/>
                <a:gd name="T6" fmla="*/ 15 w 31"/>
                <a:gd name="T7" fmla="*/ 0 h 59"/>
                <a:gd name="T8" fmla="*/ 0 w 31"/>
                <a:gd name="T9" fmla="*/ 14 h 59"/>
                <a:gd name="T10" fmla="*/ 0 w 31"/>
                <a:gd name="T11" fmla="*/ 44 h 59"/>
                <a:gd name="T12" fmla="*/ 15 w 31"/>
                <a:gd name="T13" fmla="*/ 58 h 59"/>
                <a:gd name="T14" fmla="*/ 30 w 31"/>
                <a:gd name="T15" fmla="*/ 44 h 5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59">
                  <a:moveTo>
                    <a:pt x="30" y="44"/>
                  </a:moveTo>
                  <a:lnTo>
                    <a:pt x="30" y="44"/>
                  </a:lnTo>
                  <a:cubicBezTo>
                    <a:pt x="30" y="14"/>
                    <a:pt x="30" y="14"/>
                    <a:pt x="30" y="14"/>
                  </a:cubicBezTo>
                  <a:cubicBezTo>
                    <a:pt x="30" y="7"/>
                    <a:pt x="23" y="0"/>
                    <a:pt x="15" y="0"/>
                  </a:cubicBezTo>
                  <a:cubicBezTo>
                    <a:pt x="6" y="0"/>
                    <a:pt x="0" y="7"/>
                    <a:pt x="0" y="14"/>
                  </a:cubicBezTo>
                  <a:cubicBezTo>
                    <a:pt x="0" y="44"/>
                    <a:pt x="0" y="44"/>
                    <a:pt x="0" y="44"/>
                  </a:cubicBezTo>
                  <a:cubicBezTo>
                    <a:pt x="0" y="53"/>
                    <a:pt x="6" y="58"/>
                    <a:pt x="15" y="58"/>
                  </a:cubicBezTo>
                  <a:cubicBezTo>
                    <a:pt x="23" y="58"/>
                    <a:pt x="30" y="53"/>
                    <a:pt x="30" y="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9" name="Freeform 518">
              <a:extLst>
                <a:ext uri="{FF2B5EF4-FFF2-40B4-BE49-F238E27FC236}">
                  <a16:creationId xmlns:a16="http://schemas.microsoft.com/office/drawing/2014/main" id="{949875E3-6A9F-3302-745B-9FE7E96ABBF6}"/>
                </a:ext>
              </a:extLst>
            </p:cNvPr>
            <p:cNvSpPr>
              <a:spLocks noChangeArrowheads="1"/>
            </p:cNvSpPr>
            <p:nvPr/>
          </p:nvSpPr>
          <p:spPr bwMode="auto">
            <a:xfrm>
              <a:off x="5707063" y="5907088"/>
              <a:ext cx="22225" cy="22225"/>
            </a:xfrm>
            <a:custGeom>
              <a:avLst/>
              <a:gdLst>
                <a:gd name="T0" fmla="*/ 27 w 62"/>
                <a:gd name="T1" fmla="*/ 5 h 62"/>
                <a:gd name="T2" fmla="*/ 27 w 62"/>
                <a:gd name="T3" fmla="*/ 5 h 62"/>
                <a:gd name="T4" fmla="*/ 6 w 62"/>
                <a:gd name="T5" fmla="*/ 5 h 62"/>
                <a:gd name="T6" fmla="*/ 6 w 62"/>
                <a:gd name="T7" fmla="*/ 26 h 62"/>
                <a:gd name="T8" fmla="*/ 35 w 62"/>
                <a:gd name="T9" fmla="*/ 56 h 62"/>
                <a:gd name="T10" fmla="*/ 56 w 62"/>
                <a:gd name="T11" fmla="*/ 56 h 62"/>
                <a:gd name="T12" fmla="*/ 56 w 62"/>
                <a:gd name="T13" fmla="*/ 35 h 62"/>
                <a:gd name="T14" fmla="*/ 27 w 62"/>
                <a:gd name="T15" fmla="*/ 5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2" h="62">
                  <a:moveTo>
                    <a:pt x="27" y="5"/>
                  </a:moveTo>
                  <a:lnTo>
                    <a:pt x="27" y="5"/>
                  </a:lnTo>
                  <a:cubicBezTo>
                    <a:pt x="21" y="0"/>
                    <a:pt x="11" y="0"/>
                    <a:pt x="6" y="5"/>
                  </a:cubicBezTo>
                  <a:cubicBezTo>
                    <a:pt x="0" y="11"/>
                    <a:pt x="0" y="21"/>
                    <a:pt x="6" y="26"/>
                  </a:cubicBezTo>
                  <a:cubicBezTo>
                    <a:pt x="35" y="56"/>
                    <a:pt x="35" y="56"/>
                    <a:pt x="35" y="56"/>
                  </a:cubicBezTo>
                  <a:cubicBezTo>
                    <a:pt x="40" y="61"/>
                    <a:pt x="50" y="61"/>
                    <a:pt x="56" y="56"/>
                  </a:cubicBezTo>
                  <a:cubicBezTo>
                    <a:pt x="61" y="50"/>
                    <a:pt x="61" y="40"/>
                    <a:pt x="56" y="35"/>
                  </a:cubicBezTo>
                  <a:lnTo>
                    <a:pt x="27" y="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0" name="Freeform 519">
              <a:extLst>
                <a:ext uri="{FF2B5EF4-FFF2-40B4-BE49-F238E27FC236}">
                  <a16:creationId xmlns:a16="http://schemas.microsoft.com/office/drawing/2014/main" id="{926FE1AD-363C-3F8B-5812-8AE88485AFC7}"/>
                </a:ext>
              </a:extLst>
            </p:cNvPr>
            <p:cNvSpPr>
              <a:spLocks noChangeArrowheads="1"/>
            </p:cNvSpPr>
            <p:nvPr/>
          </p:nvSpPr>
          <p:spPr bwMode="auto">
            <a:xfrm>
              <a:off x="5867400" y="5907088"/>
              <a:ext cx="22225" cy="22225"/>
            </a:xfrm>
            <a:custGeom>
              <a:avLst/>
              <a:gdLst>
                <a:gd name="T0" fmla="*/ 27 w 63"/>
                <a:gd name="T1" fmla="*/ 56 h 62"/>
                <a:gd name="T2" fmla="*/ 27 w 63"/>
                <a:gd name="T3" fmla="*/ 56 h 62"/>
                <a:gd name="T4" fmla="*/ 56 w 63"/>
                <a:gd name="T5" fmla="*/ 26 h 62"/>
                <a:gd name="T6" fmla="*/ 56 w 63"/>
                <a:gd name="T7" fmla="*/ 5 h 62"/>
                <a:gd name="T8" fmla="*/ 35 w 63"/>
                <a:gd name="T9" fmla="*/ 5 h 62"/>
                <a:gd name="T10" fmla="*/ 6 w 63"/>
                <a:gd name="T11" fmla="*/ 35 h 62"/>
                <a:gd name="T12" fmla="*/ 6 w 63"/>
                <a:gd name="T13" fmla="*/ 56 h 62"/>
                <a:gd name="T14" fmla="*/ 27 w 63"/>
                <a:gd name="T15" fmla="*/ 5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3" h="62">
                  <a:moveTo>
                    <a:pt x="27" y="56"/>
                  </a:moveTo>
                  <a:lnTo>
                    <a:pt x="27" y="56"/>
                  </a:lnTo>
                  <a:cubicBezTo>
                    <a:pt x="56" y="26"/>
                    <a:pt x="56" y="26"/>
                    <a:pt x="56" y="26"/>
                  </a:cubicBezTo>
                  <a:cubicBezTo>
                    <a:pt x="62" y="21"/>
                    <a:pt x="62" y="11"/>
                    <a:pt x="56" y="5"/>
                  </a:cubicBezTo>
                  <a:cubicBezTo>
                    <a:pt x="51" y="0"/>
                    <a:pt x="41" y="0"/>
                    <a:pt x="35" y="5"/>
                  </a:cubicBezTo>
                  <a:cubicBezTo>
                    <a:pt x="6" y="35"/>
                    <a:pt x="6" y="35"/>
                    <a:pt x="6" y="35"/>
                  </a:cubicBezTo>
                  <a:cubicBezTo>
                    <a:pt x="0" y="40"/>
                    <a:pt x="0" y="50"/>
                    <a:pt x="6" y="56"/>
                  </a:cubicBezTo>
                  <a:cubicBezTo>
                    <a:pt x="11" y="61"/>
                    <a:pt x="21" y="61"/>
                    <a:pt x="27" y="5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1" name="Freeform 520">
              <a:extLst>
                <a:ext uri="{FF2B5EF4-FFF2-40B4-BE49-F238E27FC236}">
                  <a16:creationId xmlns:a16="http://schemas.microsoft.com/office/drawing/2014/main" id="{5F33E830-F102-3829-456F-02016263D03E}"/>
                </a:ext>
              </a:extLst>
            </p:cNvPr>
            <p:cNvSpPr>
              <a:spLocks noChangeArrowheads="1"/>
            </p:cNvSpPr>
            <p:nvPr/>
          </p:nvSpPr>
          <p:spPr bwMode="auto">
            <a:xfrm>
              <a:off x="5675313"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2" name="Freeform 521">
              <a:extLst>
                <a:ext uri="{FF2B5EF4-FFF2-40B4-BE49-F238E27FC236}">
                  <a16:creationId xmlns:a16="http://schemas.microsoft.com/office/drawing/2014/main" id="{D208D016-0041-C2A5-B368-1B3CF7700128}"/>
                </a:ext>
              </a:extLst>
            </p:cNvPr>
            <p:cNvSpPr>
              <a:spLocks noChangeArrowheads="1"/>
            </p:cNvSpPr>
            <p:nvPr/>
          </p:nvSpPr>
          <p:spPr bwMode="auto">
            <a:xfrm>
              <a:off x="5900738" y="6003925"/>
              <a:ext cx="22225" cy="11113"/>
            </a:xfrm>
            <a:custGeom>
              <a:avLst/>
              <a:gdLst>
                <a:gd name="T0" fmla="*/ 45 w 60"/>
                <a:gd name="T1" fmla="*/ 0 h 30"/>
                <a:gd name="T2" fmla="*/ 45 w 60"/>
                <a:gd name="T3" fmla="*/ 0 h 30"/>
                <a:gd name="T4" fmla="*/ 14 w 60"/>
                <a:gd name="T5" fmla="*/ 0 h 30"/>
                <a:gd name="T6" fmla="*/ 0 w 60"/>
                <a:gd name="T7" fmla="*/ 14 h 30"/>
                <a:gd name="T8" fmla="*/ 14 w 60"/>
                <a:gd name="T9" fmla="*/ 29 h 30"/>
                <a:gd name="T10" fmla="*/ 45 w 60"/>
                <a:gd name="T11" fmla="*/ 29 h 30"/>
                <a:gd name="T12" fmla="*/ 59 w 60"/>
                <a:gd name="T13" fmla="*/ 14 h 30"/>
                <a:gd name="T14" fmla="*/ 45 w 60"/>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0" h="30">
                  <a:moveTo>
                    <a:pt x="45" y="0"/>
                  </a:moveTo>
                  <a:lnTo>
                    <a:pt x="45" y="0"/>
                  </a:lnTo>
                  <a:cubicBezTo>
                    <a:pt x="14" y="0"/>
                    <a:pt x="14" y="0"/>
                    <a:pt x="14" y="0"/>
                  </a:cubicBezTo>
                  <a:cubicBezTo>
                    <a:pt x="6" y="0"/>
                    <a:pt x="0" y="7"/>
                    <a:pt x="0" y="14"/>
                  </a:cubicBezTo>
                  <a:cubicBezTo>
                    <a:pt x="0" y="22"/>
                    <a:pt x="6" y="29"/>
                    <a:pt x="14" y="29"/>
                  </a:cubicBezTo>
                  <a:cubicBezTo>
                    <a:pt x="45" y="29"/>
                    <a:pt x="45" y="29"/>
                    <a:pt x="45" y="29"/>
                  </a:cubicBezTo>
                  <a:cubicBezTo>
                    <a:pt x="53" y="29"/>
                    <a:pt x="59" y="22"/>
                    <a:pt x="59" y="14"/>
                  </a:cubicBezTo>
                  <a:cubicBezTo>
                    <a:pt x="59" y="7"/>
                    <a:pt x="53" y="0"/>
                    <a:pt x="4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3" name="Freeform 522">
              <a:extLst>
                <a:ext uri="{FF2B5EF4-FFF2-40B4-BE49-F238E27FC236}">
                  <a16:creationId xmlns:a16="http://schemas.microsoft.com/office/drawing/2014/main" id="{7B4655E6-D9DB-814A-2B23-67CCEF61DBA4}"/>
                </a:ext>
              </a:extLst>
            </p:cNvPr>
            <p:cNvSpPr>
              <a:spLocks noChangeArrowheads="1"/>
            </p:cNvSpPr>
            <p:nvPr/>
          </p:nvSpPr>
          <p:spPr bwMode="auto">
            <a:xfrm>
              <a:off x="5695950" y="6056313"/>
              <a:ext cx="193675" cy="11112"/>
            </a:xfrm>
            <a:custGeom>
              <a:avLst/>
              <a:gdLst>
                <a:gd name="T0" fmla="*/ 535 w 536"/>
                <a:gd name="T1" fmla="*/ 15 h 31"/>
                <a:gd name="T2" fmla="*/ 535 w 536"/>
                <a:gd name="T3" fmla="*/ 15 h 31"/>
                <a:gd name="T4" fmla="*/ 521 w 536"/>
                <a:gd name="T5" fmla="*/ 0 h 31"/>
                <a:gd name="T6" fmla="*/ 15 w 536"/>
                <a:gd name="T7" fmla="*/ 0 h 31"/>
                <a:gd name="T8" fmla="*/ 0 w 536"/>
                <a:gd name="T9" fmla="*/ 15 h 31"/>
                <a:gd name="T10" fmla="*/ 15 w 536"/>
                <a:gd name="T11" fmla="*/ 30 h 31"/>
                <a:gd name="T12" fmla="*/ 521 w 536"/>
                <a:gd name="T13" fmla="*/ 30 h 31"/>
                <a:gd name="T14" fmla="*/ 535 w 536"/>
                <a:gd name="T15" fmla="*/ 15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6" h="31">
                  <a:moveTo>
                    <a:pt x="535" y="15"/>
                  </a:moveTo>
                  <a:lnTo>
                    <a:pt x="535" y="15"/>
                  </a:lnTo>
                  <a:cubicBezTo>
                    <a:pt x="535" y="7"/>
                    <a:pt x="530" y="0"/>
                    <a:pt x="521" y="0"/>
                  </a:cubicBezTo>
                  <a:cubicBezTo>
                    <a:pt x="15" y="0"/>
                    <a:pt x="15" y="0"/>
                    <a:pt x="15" y="0"/>
                  </a:cubicBezTo>
                  <a:cubicBezTo>
                    <a:pt x="7" y="0"/>
                    <a:pt x="0" y="7"/>
                    <a:pt x="0" y="15"/>
                  </a:cubicBezTo>
                  <a:cubicBezTo>
                    <a:pt x="0" y="23"/>
                    <a:pt x="7" y="30"/>
                    <a:pt x="15" y="30"/>
                  </a:cubicBezTo>
                  <a:cubicBezTo>
                    <a:pt x="521" y="30"/>
                    <a:pt x="521" y="30"/>
                    <a:pt x="521" y="30"/>
                  </a:cubicBezTo>
                  <a:cubicBezTo>
                    <a:pt x="530" y="30"/>
                    <a:pt x="535" y="23"/>
                    <a:pt x="535"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4" name="Freeform 523">
              <a:extLst>
                <a:ext uri="{FF2B5EF4-FFF2-40B4-BE49-F238E27FC236}">
                  <a16:creationId xmlns:a16="http://schemas.microsoft.com/office/drawing/2014/main" id="{2A6AE32C-1856-9D06-D142-6ACABC241AAC}"/>
                </a:ext>
              </a:extLst>
            </p:cNvPr>
            <p:cNvSpPr>
              <a:spLocks noChangeArrowheads="1"/>
            </p:cNvSpPr>
            <p:nvPr/>
          </p:nvSpPr>
          <p:spPr bwMode="auto">
            <a:xfrm>
              <a:off x="5729288" y="6088063"/>
              <a:ext cx="150812" cy="11112"/>
            </a:xfrm>
            <a:custGeom>
              <a:avLst/>
              <a:gdLst>
                <a:gd name="T0" fmla="*/ 15 w 418"/>
                <a:gd name="T1" fmla="*/ 31 h 32"/>
                <a:gd name="T2" fmla="*/ 15 w 418"/>
                <a:gd name="T3" fmla="*/ 31 h 32"/>
                <a:gd name="T4" fmla="*/ 402 w 418"/>
                <a:gd name="T5" fmla="*/ 31 h 32"/>
                <a:gd name="T6" fmla="*/ 417 w 418"/>
                <a:gd name="T7" fmla="*/ 15 h 32"/>
                <a:gd name="T8" fmla="*/ 402 w 418"/>
                <a:gd name="T9" fmla="*/ 0 h 32"/>
                <a:gd name="T10" fmla="*/ 15 w 418"/>
                <a:gd name="T11" fmla="*/ 0 h 32"/>
                <a:gd name="T12" fmla="*/ 0 w 418"/>
                <a:gd name="T13" fmla="*/ 15 h 32"/>
                <a:gd name="T14" fmla="*/ 15 w 41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18" h="32">
                  <a:moveTo>
                    <a:pt x="15" y="31"/>
                  </a:moveTo>
                  <a:lnTo>
                    <a:pt x="15" y="31"/>
                  </a:lnTo>
                  <a:cubicBezTo>
                    <a:pt x="402" y="31"/>
                    <a:pt x="402" y="31"/>
                    <a:pt x="402" y="31"/>
                  </a:cubicBezTo>
                  <a:cubicBezTo>
                    <a:pt x="410" y="31"/>
                    <a:pt x="417" y="24"/>
                    <a:pt x="417" y="15"/>
                  </a:cubicBezTo>
                  <a:cubicBezTo>
                    <a:pt x="417" y="7"/>
                    <a:pt x="410" y="0"/>
                    <a:pt x="402" y="0"/>
                  </a:cubicBezTo>
                  <a:cubicBezTo>
                    <a:pt x="15" y="0"/>
                    <a:pt x="15" y="0"/>
                    <a:pt x="15" y="0"/>
                  </a:cubicBezTo>
                  <a:cubicBezTo>
                    <a:pt x="7" y="0"/>
                    <a:pt x="0" y="7"/>
                    <a:pt x="0" y="15"/>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5" name="Freeform 524">
              <a:extLst>
                <a:ext uri="{FF2B5EF4-FFF2-40B4-BE49-F238E27FC236}">
                  <a16:creationId xmlns:a16="http://schemas.microsoft.com/office/drawing/2014/main" id="{F8557AE3-9D56-9026-87D7-C796EE7D7FC2}"/>
                </a:ext>
              </a:extLst>
            </p:cNvPr>
            <p:cNvSpPr>
              <a:spLocks noChangeArrowheads="1"/>
            </p:cNvSpPr>
            <p:nvPr/>
          </p:nvSpPr>
          <p:spPr bwMode="auto">
            <a:xfrm>
              <a:off x="5749925" y="6121400"/>
              <a:ext cx="85725" cy="11113"/>
            </a:xfrm>
            <a:custGeom>
              <a:avLst/>
              <a:gdLst>
                <a:gd name="T0" fmla="*/ 15 w 239"/>
                <a:gd name="T1" fmla="*/ 0 h 32"/>
                <a:gd name="T2" fmla="*/ 15 w 239"/>
                <a:gd name="T3" fmla="*/ 0 h 32"/>
                <a:gd name="T4" fmla="*/ 0 w 239"/>
                <a:gd name="T5" fmla="*/ 16 h 32"/>
                <a:gd name="T6" fmla="*/ 15 w 239"/>
                <a:gd name="T7" fmla="*/ 31 h 32"/>
                <a:gd name="T8" fmla="*/ 223 w 239"/>
                <a:gd name="T9" fmla="*/ 31 h 32"/>
                <a:gd name="T10" fmla="*/ 238 w 239"/>
                <a:gd name="T11" fmla="*/ 16 h 32"/>
                <a:gd name="T12" fmla="*/ 223 w 239"/>
                <a:gd name="T13" fmla="*/ 0 h 32"/>
                <a:gd name="T14" fmla="*/ 15 w 23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39" h="32">
                  <a:moveTo>
                    <a:pt x="15" y="0"/>
                  </a:moveTo>
                  <a:lnTo>
                    <a:pt x="15" y="0"/>
                  </a:lnTo>
                  <a:cubicBezTo>
                    <a:pt x="7" y="0"/>
                    <a:pt x="0" y="7"/>
                    <a:pt x="0" y="16"/>
                  </a:cubicBezTo>
                  <a:cubicBezTo>
                    <a:pt x="0" y="24"/>
                    <a:pt x="7" y="31"/>
                    <a:pt x="15" y="31"/>
                  </a:cubicBezTo>
                  <a:cubicBezTo>
                    <a:pt x="223" y="31"/>
                    <a:pt x="223" y="31"/>
                    <a:pt x="223" y="31"/>
                  </a:cubicBezTo>
                  <a:cubicBezTo>
                    <a:pt x="231" y="31"/>
                    <a:pt x="238" y="24"/>
                    <a:pt x="238" y="16"/>
                  </a:cubicBezTo>
                  <a:cubicBezTo>
                    <a:pt x="238" y="7"/>
                    <a:pt x="231" y="0"/>
                    <a:pt x="223" y="0"/>
                  </a:cubicBezTo>
                  <a:lnTo>
                    <a:pt x="1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6" name="Freeform 525">
              <a:extLst>
                <a:ext uri="{FF2B5EF4-FFF2-40B4-BE49-F238E27FC236}">
                  <a16:creationId xmlns:a16="http://schemas.microsoft.com/office/drawing/2014/main" id="{35EC3699-B280-EC0D-1239-7CE1DFCB7D3A}"/>
                </a:ext>
              </a:extLst>
            </p:cNvPr>
            <p:cNvSpPr>
              <a:spLocks noChangeArrowheads="1"/>
            </p:cNvSpPr>
            <p:nvPr/>
          </p:nvSpPr>
          <p:spPr bwMode="auto">
            <a:xfrm>
              <a:off x="5707063" y="5907088"/>
              <a:ext cx="182562" cy="139700"/>
            </a:xfrm>
            <a:custGeom>
              <a:avLst/>
              <a:gdLst>
                <a:gd name="T0" fmla="*/ 0 w 506"/>
                <a:gd name="T1" fmla="*/ 253 h 387"/>
                <a:gd name="T2" fmla="*/ 0 w 506"/>
                <a:gd name="T3" fmla="*/ 253 h 387"/>
                <a:gd name="T4" fmla="*/ 32 w 506"/>
                <a:gd name="T5" fmla="*/ 377 h 387"/>
                <a:gd name="T6" fmla="*/ 53 w 506"/>
                <a:gd name="T7" fmla="*/ 382 h 387"/>
                <a:gd name="T8" fmla="*/ 59 w 506"/>
                <a:gd name="T9" fmla="*/ 363 h 387"/>
                <a:gd name="T10" fmla="*/ 59 w 506"/>
                <a:gd name="T11" fmla="*/ 363 h 387"/>
                <a:gd name="T12" fmla="*/ 30 w 506"/>
                <a:gd name="T13" fmla="*/ 253 h 387"/>
                <a:gd name="T14" fmla="*/ 95 w 506"/>
                <a:gd name="T15" fmla="*/ 95 h 387"/>
                <a:gd name="T16" fmla="*/ 253 w 506"/>
                <a:gd name="T17" fmla="*/ 29 h 387"/>
                <a:gd name="T18" fmla="*/ 410 w 506"/>
                <a:gd name="T19" fmla="*/ 95 h 387"/>
                <a:gd name="T20" fmla="*/ 476 w 506"/>
                <a:gd name="T21" fmla="*/ 253 h 387"/>
                <a:gd name="T22" fmla="*/ 448 w 506"/>
                <a:gd name="T23" fmla="*/ 361 h 387"/>
                <a:gd name="T24" fmla="*/ 454 w 506"/>
                <a:gd name="T25" fmla="*/ 381 h 387"/>
                <a:gd name="T26" fmla="*/ 475 w 506"/>
                <a:gd name="T27" fmla="*/ 375 h 387"/>
                <a:gd name="T28" fmla="*/ 505 w 506"/>
                <a:gd name="T29" fmla="*/ 253 h 387"/>
                <a:gd name="T30" fmla="*/ 253 w 506"/>
                <a:gd name="T31" fmla="*/ 0 h 387"/>
                <a:gd name="T32" fmla="*/ 0 w 506"/>
                <a:gd name="T33" fmla="*/ 253 h 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506" h="387">
                  <a:moveTo>
                    <a:pt x="0" y="253"/>
                  </a:moveTo>
                  <a:lnTo>
                    <a:pt x="0" y="253"/>
                  </a:lnTo>
                  <a:cubicBezTo>
                    <a:pt x="0" y="299"/>
                    <a:pt x="12" y="340"/>
                    <a:pt x="32" y="377"/>
                  </a:cubicBezTo>
                  <a:cubicBezTo>
                    <a:pt x="37" y="384"/>
                    <a:pt x="45" y="386"/>
                    <a:pt x="53" y="382"/>
                  </a:cubicBezTo>
                  <a:cubicBezTo>
                    <a:pt x="60" y="378"/>
                    <a:pt x="63" y="370"/>
                    <a:pt x="59" y="363"/>
                  </a:cubicBezTo>
                  <a:lnTo>
                    <a:pt x="59" y="363"/>
                  </a:lnTo>
                  <a:cubicBezTo>
                    <a:pt x="39" y="331"/>
                    <a:pt x="30" y="293"/>
                    <a:pt x="30" y="253"/>
                  </a:cubicBezTo>
                  <a:cubicBezTo>
                    <a:pt x="30" y="191"/>
                    <a:pt x="55" y="135"/>
                    <a:pt x="95" y="95"/>
                  </a:cubicBezTo>
                  <a:cubicBezTo>
                    <a:pt x="136" y="55"/>
                    <a:pt x="191" y="29"/>
                    <a:pt x="253" y="29"/>
                  </a:cubicBezTo>
                  <a:cubicBezTo>
                    <a:pt x="314" y="29"/>
                    <a:pt x="370" y="55"/>
                    <a:pt x="410" y="95"/>
                  </a:cubicBezTo>
                  <a:cubicBezTo>
                    <a:pt x="451" y="135"/>
                    <a:pt x="476" y="191"/>
                    <a:pt x="476" y="253"/>
                  </a:cubicBezTo>
                  <a:cubicBezTo>
                    <a:pt x="476" y="292"/>
                    <a:pt x="466" y="329"/>
                    <a:pt x="448" y="361"/>
                  </a:cubicBezTo>
                  <a:cubicBezTo>
                    <a:pt x="444" y="368"/>
                    <a:pt x="447" y="377"/>
                    <a:pt x="454" y="381"/>
                  </a:cubicBezTo>
                  <a:cubicBezTo>
                    <a:pt x="461" y="385"/>
                    <a:pt x="470" y="382"/>
                    <a:pt x="475" y="375"/>
                  </a:cubicBezTo>
                  <a:cubicBezTo>
                    <a:pt x="494" y="339"/>
                    <a:pt x="505" y="297"/>
                    <a:pt x="505" y="253"/>
                  </a:cubicBezTo>
                  <a:cubicBezTo>
                    <a:pt x="505" y="113"/>
                    <a:pt x="392" y="0"/>
                    <a:pt x="253" y="0"/>
                  </a:cubicBezTo>
                  <a:cubicBezTo>
                    <a:pt x="113" y="0"/>
                    <a:pt x="0" y="113"/>
                    <a:pt x="0" y="25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37" name="Group 640">
            <a:extLst>
              <a:ext uri="{FF2B5EF4-FFF2-40B4-BE49-F238E27FC236}">
                <a16:creationId xmlns:a16="http://schemas.microsoft.com/office/drawing/2014/main" id="{BE41E509-6C37-3DFB-9DF4-81555D0B4B2F}"/>
              </a:ext>
            </a:extLst>
          </p:cNvPr>
          <p:cNvGrpSpPr/>
          <p:nvPr/>
        </p:nvGrpSpPr>
        <p:grpSpPr>
          <a:xfrm>
            <a:off x="7217444" y="5516463"/>
            <a:ext cx="257175" cy="247650"/>
            <a:chOff x="6189663" y="5884863"/>
            <a:chExt cx="257175" cy="247650"/>
          </a:xfrm>
          <a:solidFill>
            <a:schemeClr val="accent4"/>
          </a:solidFill>
        </p:grpSpPr>
        <p:sp>
          <p:nvSpPr>
            <p:cNvPr id="638" name="Freeform 526">
              <a:extLst>
                <a:ext uri="{FF2B5EF4-FFF2-40B4-BE49-F238E27FC236}">
                  <a16:creationId xmlns:a16="http://schemas.microsoft.com/office/drawing/2014/main" id="{F4240A52-3339-A87C-DBE2-167BA5B93ED4}"/>
                </a:ext>
              </a:extLst>
            </p:cNvPr>
            <p:cNvSpPr>
              <a:spLocks noChangeArrowheads="1"/>
            </p:cNvSpPr>
            <p:nvPr/>
          </p:nvSpPr>
          <p:spPr bwMode="auto">
            <a:xfrm>
              <a:off x="6246813" y="5884863"/>
              <a:ext cx="200025" cy="171450"/>
            </a:xfrm>
            <a:custGeom>
              <a:avLst/>
              <a:gdLst>
                <a:gd name="T0" fmla="*/ 410 w 554"/>
                <a:gd name="T1" fmla="*/ 123 h 477"/>
                <a:gd name="T2" fmla="*/ 410 w 554"/>
                <a:gd name="T3" fmla="*/ 123 h 477"/>
                <a:gd name="T4" fmla="*/ 212 w 554"/>
                <a:gd name="T5" fmla="*/ 0 h 477"/>
                <a:gd name="T6" fmla="*/ 2 w 554"/>
                <a:gd name="T7" fmla="*/ 145 h 477"/>
                <a:gd name="T8" fmla="*/ 11 w 554"/>
                <a:gd name="T9" fmla="*/ 163 h 477"/>
                <a:gd name="T10" fmla="*/ 30 w 554"/>
                <a:gd name="T11" fmla="*/ 155 h 477"/>
                <a:gd name="T12" fmla="*/ 212 w 554"/>
                <a:gd name="T13" fmla="*/ 29 h 477"/>
                <a:gd name="T14" fmla="*/ 387 w 554"/>
                <a:gd name="T15" fmla="*/ 142 h 477"/>
                <a:gd name="T16" fmla="*/ 390 w 554"/>
                <a:gd name="T17" fmla="*/ 149 h 477"/>
                <a:gd name="T18" fmla="*/ 399 w 554"/>
                <a:gd name="T19" fmla="*/ 151 h 477"/>
                <a:gd name="T20" fmla="*/ 524 w 554"/>
                <a:gd name="T21" fmla="*/ 297 h 477"/>
                <a:gd name="T22" fmla="*/ 479 w 554"/>
                <a:gd name="T23" fmla="*/ 403 h 477"/>
                <a:gd name="T24" fmla="*/ 375 w 554"/>
                <a:gd name="T25" fmla="*/ 446 h 477"/>
                <a:gd name="T26" fmla="*/ 359 w 554"/>
                <a:gd name="T27" fmla="*/ 462 h 477"/>
                <a:gd name="T28" fmla="*/ 375 w 554"/>
                <a:gd name="T29" fmla="*/ 476 h 477"/>
                <a:gd name="T30" fmla="*/ 375 w 554"/>
                <a:gd name="T31" fmla="*/ 476 h 477"/>
                <a:gd name="T32" fmla="*/ 553 w 554"/>
                <a:gd name="T33" fmla="*/ 297 h 477"/>
                <a:gd name="T34" fmla="*/ 410 w 554"/>
                <a:gd name="T35" fmla="*/ 123 h 4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554" h="477">
                  <a:moveTo>
                    <a:pt x="410" y="123"/>
                  </a:moveTo>
                  <a:lnTo>
                    <a:pt x="410" y="123"/>
                  </a:lnTo>
                  <a:cubicBezTo>
                    <a:pt x="373" y="50"/>
                    <a:pt x="298" y="0"/>
                    <a:pt x="212" y="0"/>
                  </a:cubicBezTo>
                  <a:cubicBezTo>
                    <a:pt x="115" y="0"/>
                    <a:pt x="35" y="60"/>
                    <a:pt x="2" y="145"/>
                  </a:cubicBezTo>
                  <a:cubicBezTo>
                    <a:pt x="0" y="152"/>
                    <a:pt x="4" y="161"/>
                    <a:pt x="11" y="163"/>
                  </a:cubicBezTo>
                  <a:cubicBezTo>
                    <a:pt x="19" y="166"/>
                    <a:pt x="28" y="163"/>
                    <a:pt x="30" y="155"/>
                  </a:cubicBezTo>
                  <a:cubicBezTo>
                    <a:pt x="58" y="82"/>
                    <a:pt x="128" y="29"/>
                    <a:pt x="212" y="29"/>
                  </a:cubicBezTo>
                  <a:cubicBezTo>
                    <a:pt x="290" y="29"/>
                    <a:pt x="357" y="77"/>
                    <a:pt x="387" y="142"/>
                  </a:cubicBezTo>
                  <a:cubicBezTo>
                    <a:pt x="390" y="149"/>
                    <a:pt x="390" y="149"/>
                    <a:pt x="390" y="149"/>
                  </a:cubicBezTo>
                  <a:cubicBezTo>
                    <a:pt x="399" y="151"/>
                    <a:pt x="399" y="151"/>
                    <a:pt x="399" y="151"/>
                  </a:cubicBezTo>
                  <a:cubicBezTo>
                    <a:pt x="470" y="162"/>
                    <a:pt x="524" y="223"/>
                    <a:pt x="524" y="297"/>
                  </a:cubicBezTo>
                  <a:cubicBezTo>
                    <a:pt x="524" y="339"/>
                    <a:pt x="507" y="377"/>
                    <a:pt x="479" y="403"/>
                  </a:cubicBezTo>
                  <a:cubicBezTo>
                    <a:pt x="453" y="430"/>
                    <a:pt x="417" y="446"/>
                    <a:pt x="375" y="446"/>
                  </a:cubicBezTo>
                  <a:cubicBezTo>
                    <a:pt x="366" y="446"/>
                    <a:pt x="359" y="453"/>
                    <a:pt x="359" y="462"/>
                  </a:cubicBezTo>
                  <a:cubicBezTo>
                    <a:pt x="359" y="470"/>
                    <a:pt x="366" y="476"/>
                    <a:pt x="375" y="476"/>
                  </a:cubicBezTo>
                  <a:lnTo>
                    <a:pt x="375" y="476"/>
                  </a:lnTo>
                  <a:cubicBezTo>
                    <a:pt x="474" y="476"/>
                    <a:pt x="553" y="396"/>
                    <a:pt x="553" y="297"/>
                  </a:cubicBezTo>
                  <a:cubicBezTo>
                    <a:pt x="553" y="211"/>
                    <a:pt x="492" y="140"/>
                    <a:pt x="410" y="12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9" name="Freeform 527">
              <a:extLst>
                <a:ext uri="{FF2B5EF4-FFF2-40B4-BE49-F238E27FC236}">
                  <a16:creationId xmlns:a16="http://schemas.microsoft.com/office/drawing/2014/main" id="{B1AC83EF-EEC6-744A-EC9C-F5A64AE4AE82}"/>
                </a:ext>
              </a:extLst>
            </p:cNvPr>
            <p:cNvSpPr>
              <a:spLocks noChangeArrowheads="1"/>
            </p:cNvSpPr>
            <p:nvPr/>
          </p:nvSpPr>
          <p:spPr bwMode="auto">
            <a:xfrm>
              <a:off x="6189663" y="5949950"/>
              <a:ext cx="98425" cy="106363"/>
            </a:xfrm>
            <a:custGeom>
              <a:avLst/>
              <a:gdLst>
                <a:gd name="T0" fmla="*/ 123 w 273"/>
                <a:gd name="T1" fmla="*/ 293 h 295"/>
                <a:gd name="T2" fmla="*/ 123 w 273"/>
                <a:gd name="T3" fmla="*/ 293 h 295"/>
                <a:gd name="T4" fmla="*/ 141 w 273"/>
                <a:gd name="T5" fmla="*/ 281 h 295"/>
                <a:gd name="T6" fmla="*/ 130 w 273"/>
                <a:gd name="T7" fmla="*/ 263 h 295"/>
                <a:gd name="T8" fmla="*/ 130 w 273"/>
                <a:gd name="T9" fmla="*/ 263 h 295"/>
                <a:gd name="T10" fmla="*/ 57 w 273"/>
                <a:gd name="T11" fmla="*/ 221 h 295"/>
                <a:gd name="T12" fmla="*/ 30 w 273"/>
                <a:gd name="T13" fmla="*/ 149 h 295"/>
                <a:gd name="T14" fmla="*/ 69 w 273"/>
                <a:gd name="T15" fmla="*/ 65 h 295"/>
                <a:gd name="T16" fmla="*/ 163 w 273"/>
                <a:gd name="T17" fmla="*/ 29 h 295"/>
                <a:gd name="T18" fmla="*/ 244 w 273"/>
                <a:gd name="T19" fmla="*/ 72 h 295"/>
                <a:gd name="T20" fmla="*/ 265 w 273"/>
                <a:gd name="T21" fmla="*/ 74 h 295"/>
                <a:gd name="T22" fmla="*/ 267 w 273"/>
                <a:gd name="T23" fmla="*/ 53 h 295"/>
                <a:gd name="T24" fmla="*/ 163 w 273"/>
                <a:gd name="T25" fmla="*/ 0 h 295"/>
                <a:gd name="T26" fmla="*/ 49 w 273"/>
                <a:gd name="T27" fmla="*/ 43 h 295"/>
                <a:gd name="T28" fmla="*/ 0 w 273"/>
                <a:gd name="T29" fmla="*/ 149 h 295"/>
                <a:gd name="T30" fmla="*/ 35 w 273"/>
                <a:gd name="T31" fmla="*/ 241 h 295"/>
                <a:gd name="T32" fmla="*/ 123 w 273"/>
                <a:gd name="T33" fmla="*/ 293 h 2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5">
                  <a:moveTo>
                    <a:pt x="123" y="293"/>
                  </a:moveTo>
                  <a:lnTo>
                    <a:pt x="123" y="293"/>
                  </a:lnTo>
                  <a:cubicBezTo>
                    <a:pt x="131" y="294"/>
                    <a:pt x="140" y="290"/>
                    <a:pt x="141" y="281"/>
                  </a:cubicBezTo>
                  <a:cubicBezTo>
                    <a:pt x="143" y="273"/>
                    <a:pt x="138" y="266"/>
                    <a:pt x="130" y="263"/>
                  </a:cubicBezTo>
                  <a:lnTo>
                    <a:pt x="130" y="263"/>
                  </a:lnTo>
                  <a:cubicBezTo>
                    <a:pt x="101" y="258"/>
                    <a:pt x="76" y="242"/>
                    <a:pt x="57" y="221"/>
                  </a:cubicBezTo>
                  <a:cubicBezTo>
                    <a:pt x="41" y="200"/>
                    <a:pt x="30" y="175"/>
                    <a:pt x="30" y="149"/>
                  </a:cubicBezTo>
                  <a:cubicBezTo>
                    <a:pt x="30" y="117"/>
                    <a:pt x="45" y="86"/>
                    <a:pt x="69" y="65"/>
                  </a:cubicBezTo>
                  <a:cubicBezTo>
                    <a:pt x="92" y="43"/>
                    <a:pt x="126" y="29"/>
                    <a:pt x="163" y="29"/>
                  </a:cubicBezTo>
                  <a:cubicBezTo>
                    <a:pt x="193" y="29"/>
                    <a:pt x="223" y="47"/>
                    <a:pt x="244" y="72"/>
                  </a:cubicBezTo>
                  <a:cubicBezTo>
                    <a:pt x="249" y="78"/>
                    <a:pt x="258" y="79"/>
                    <a:pt x="265" y="74"/>
                  </a:cubicBezTo>
                  <a:cubicBezTo>
                    <a:pt x="271" y="69"/>
                    <a:pt x="272" y="60"/>
                    <a:pt x="267" y="53"/>
                  </a:cubicBezTo>
                  <a:cubicBezTo>
                    <a:pt x="242" y="22"/>
                    <a:pt x="204" y="0"/>
                    <a:pt x="163" y="0"/>
                  </a:cubicBezTo>
                  <a:cubicBezTo>
                    <a:pt x="119" y="0"/>
                    <a:pt x="78" y="16"/>
                    <a:pt x="49" y="43"/>
                  </a:cubicBezTo>
                  <a:cubicBezTo>
                    <a:pt x="18" y="69"/>
                    <a:pt x="0" y="107"/>
                    <a:pt x="0" y="149"/>
                  </a:cubicBezTo>
                  <a:cubicBezTo>
                    <a:pt x="0" y="184"/>
                    <a:pt x="14" y="216"/>
                    <a:pt x="35" y="241"/>
                  </a:cubicBezTo>
                  <a:cubicBezTo>
                    <a:pt x="57" y="266"/>
                    <a:pt x="88" y="284"/>
                    <a:pt x="123" y="2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0" name="Freeform 528">
              <a:extLst>
                <a:ext uri="{FF2B5EF4-FFF2-40B4-BE49-F238E27FC236}">
                  <a16:creationId xmlns:a16="http://schemas.microsoft.com/office/drawing/2014/main" id="{28AB615B-F261-C310-9385-A27167EFB5F1}"/>
                </a:ext>
              </a:extLst>
            </p:cNvPr>
            <p:cNvSpPr>
              <a:spLocks noChangeArrowheads="1"/>
            </p:cNvSpPr>
            <p:nvPr/>
          </p:nvSpPr>
          <p:spPr bwMode="auto">
            <a:xfrm>
              <a:off x="6253163" y="6056313"/>
              <a:ext cx="107950" cy="11112"/>
            </a:xfrm>
            <a:custGeom>
              <a:avLst/>
              <a:gdLst>
                <a:gd name="T0" fmla="*/ 281 w 298"/>
                <a:gd name="T1" fmla="*/ 0 h 31"/>
                <a:gd name="T2" fmla="*/ 281 w 298"/>
                <a:gd name="T3" fmla="*/ 0 h 31"/>
                <a:gd name="T4" fmla="*/ 14 w 298"/>
                <a:gd name="T5" fmla="*/ 0 h 31"/>
                <a:gd name="T6" fmla="*/ 0 w 298"/>
                <a:gd name="T7" fmla="*/ 15 h 31"/>
                <a:gd name="T8" fmla="*/ 14 w 298"/>
                <a:gd name="T9" fmla="*/ 30 h 31"/>
                <a:gd name="T10" fmla="*/ 281 w 298"/>
                <a:gd name="T11" fmla="*/ 30 h 31"/>
                <a:gd name="T12" fmla="*/ 297 w 298"/>
                <a:gd name="T13" fmla="*/ 15 h 31"/>
                <a:gd name="T14" fmla="*/ 281 w 298"/>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98" h="31">
                  <a:moveTo>
                    <a:pt x="281" y="0"/>
                  </a:moveTo>
                  <a:lnTo>
                    <a:pt x="281" y="0"/>
                  </a:lnTo>
                  <a:cubicBezTo>
                    <a:pt x="14" y="0"/>
                    <a:pt x="14" y="0"/>
                    <a:pt x="14" y="0"/>
                  </a:cubicBezTo>
                  <a:cubicBezTo>
                    <a:pt x="5" y="0"/>
                    <a:pt x="0" y="7"/>
                    <a:pt x="0" y="15"/>
                  </a:cubicBezTo>
                  <a:cubicBezTo>
                    <a:pt x="0" y="23"/>
                    <a:pt x="5" y="30"/>
                    <a:pt x="14" y="30"/>
                  </a:cubicBezTo>
                  <a:cubicBezTo>
                    <a:pt x="281" y="30"/>
                    <a:pt x="281" y="30"/>
                    <a:pt x="281" y="30"/>
                  </a:cubicBezTo>
                  <a:cubicBezTo>
                    <a:pt x="290" y="30"/>
                    <a:pt x="297" y="23"/>
                    <a:pt x="297" y="15"/>
                  </a:cubicBezTo>
                  <a:cubicBezTo>
                    <a:pt x="297" y="7"/>
                    <a:pt x="290" y="0"/>
                    <a:pt x="28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1" name="Freeform 529">
              <a:extLst>
                <a:ext uri="{FF2B5EF4-FFF2-40B4-BE49-F238E27FC236}">
                  <a16:creationId xmlns:a16="http://schemas.microsoft.com/office/drawing/2014/main" id="{E8EF4C0F-7D62-9F0B-DDAF-ABDF9BF7080D}"/>
                </a:ext>
              </a:extLst>
            </p:cNvPr>
            <p:cNvSpPr>
              <a:spLocks noChangeArrowheads="1"/>
            </p:cNvSpPr>
            <p:nvPr/>
          </p:nvSpPr>
          <p:spPr bwMode="auto">
            <a:xfrm>
              <a:off x="6221413" y="6088063"/>
              <a:ext cx="128587" cy="11112"/>
            </a:xfrm>
            <a:custGeom>
              <a:avLst/>
              <a:gdLst>
                <a:gd name="T0" fmla="*/ 341 w 358"/>
                <a:gd name="T1" fmla="*/ 31 h 32"/>
                <a:gd name="T2" fmla="*/ 341 w 358"/>
                <a:gd name="T3" fmla="*/ 31 h 32"/>
                <a:gd name="T4" fmla="*/ 357 w 358"/>
                <a:gd name="T5" fmla="*/ 15 h 32"/>
                <a:gd name="T6" fmla="*/ 341 w 358"/>
                <a:gd name="T7" fmla="*/ 0 h 32"/>
                <a:gd name="T8" fmla="*/ 13 w 358"/>
                <a:gd name="T9" fmla="*/ 0 h 32"/>
                <a:gd name="T10" fmla="*/ 0 w 358"/>
                <a:gd name="T11" fmla="*/ 15 h 32"/>
                <a:gd name="T12" fmla="*/ 13 w 358"/>
                <a:gd name="T13" fmla="*/ 31 h 32"/>
                <a:gd name="T14" fmla="*/ 341 w 358"/>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8" h="32">
                  <a:moveTo>
                    <a:pt x="341" y="31"/>
                  </a:moveTo>
                  <a:lnTo>
                    <a:pt x="341" y="31"/>
                  </a:lnTo>
                  <a:cubicBezTo>
                    <a:pt x="350" y="31"/>
                    <a:pt x="357" y="24"/>
                    <a:pt x="357" y="15"/>
                  </a:cubicBezTo>
                  <a:cubicBezTo>
                    <a:pt x="357" y="7"/>
                    <a:pt x="350" y="0"/>
                    <a:pt x="341" y="0"/>
                  </a:cubicBezTo>
                  <a:cubicBezTo>
                    <a:pt x="13" y="0"/>
                    <a:pt x="13" y="0"/>
                    <a:pt x="13" y="0"/>
                  </a:cubicBezTo>
                  <a:cubicBezTo>
                    <a:pt x="5" y="0"/>
                    <a:pt x="0" y="7"/>
                    <a:pt x="0" y="15"/>
                  </a:cubicBezTo>
                  <a:cubicBezTo>
                    <a:pt x="0" y="24"/>
                    <a:pt x="5" y="31"/>
                    <a:pt x="13" y="31"/>
                  </a:cubicBezTo>
                  <a:lnTo>
                    <a:pt x="341"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2" name="Freeform 530">
              <a:extLst>
                <a:ext uri="{FF2B5EF4-FFF2-40B4-BE49-F238E27FC236}">
                  <a16:creationId xmlns:a16="http://schemas.microsoft.com/office/drawing/2014/main" id="{C2CB87AA-94BF-FE45-9D2C-FB4DFDDF3931}"/>
                </a:ext>
              </a:extLst>
            </p:cNvPr>
            <p:cNvSpPr>
              <a:spLocks noChangeArrowheads="1"/>
            </p:cNvSpPr>
            <p:nvPr/>
          </p:nvSpPr>
          <p:spPr bwMode="auto">
            <a:xfrm>
              <a:off x="6275388" y="6121400"/>
              <a:ext cx="96837" cy="11113"/>
            </a:xfrm>
            <a:custGeom>
              <a:avLst/>
              <a:gdLst>
                <a:gd name="T0" fmla="*/ 254 w 269"/>
                <a:gd name="T1" fmla="*/ 0 h 32"/>
                <a:gd name="T2" fmla="*/ 254 w 269"/>
                <a:gd name="T3" fmla="*/ 0 h 32"/>
                <a:gd name="T4" fmla="*/ 16 w 269"/>
                <a:gd name="T5" fmla="*/ 0 h 32"/>
                <a:gd name="T6" fmla="*/ 0 w 269"/>
                <a:gd name="T7" fmla="*/ 16 h 32"/>
                <a:gd name="T8" fmla="*/ 16 w 269"/>
                <a:gd name="T9" fmla="*/ 31 h 32"/>
                <a:gd name="T10" fmla="*/ 254 w 269"/>
                <a:gd name="T11" fmla="*/ 31 h 32"/>
                <a:gd name="T12" fmla="*/ 268 w 269"/>
                <a:gd name="T13" fmla="*/ 16 h 32"/>
                <a:gd name="T14" fmla="*/ 254 w 269"/>
                <a:gd name="T15" fmla="*/ 0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69" h="32">
                  <a:moveTo>
                    <a:pt x="254" y="0"/>
                  </a:moveTo>
                  <a:lnTo>
                    <a:pt x="254" y="0"/>
                  </a:lnTo>
                  <a:cubicBezTo>
                    <a:pt x="16" y="0"/>
                    <a:pt x="16" y="0"/>
                    <a:pt x="16" y="0"/>
                  </a:cubicBezTo>
                  <a:cubicBezTo>
                    <a:pt x="7" y="0"/>
                    <a:pt x="0" y="7"/>
                    <a:pt x="0" y="16"/>
                  </a:cubicBezTo>
                  <a:cubicBezTo>
                    <a:pt x="0" y="24"/>
                    <a:pt x="7" y="31"/>
                    <a:pt x="16" y="31"/>
                  </a:cubicBezTo>
                  <a:cubicBezTo>
                    <a:pt x="254" y="31"/>
                    <a:pt x="254" y="31"/>
                    <a:pt x="254" y="31"/>
                  </a:cubicBezTo>
                  <a:cubicBezTo>
                    <a:pt x="263" y="31"/>
                    <a:pt x="268" y="24"/>
                    <a:pt x="268" y="16"/>
                  </a:cubicBezTo>
                  <a:cubicBezTo>
                    <a:pt x="268" y="7"/>
                    <a:pt x="263" y="0"/>
                    <a:pt x="25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43" name="Group 646">
            <a:extLst>
              <a:ext uri="{FF2B5EF4-FFF2-40B4-BE49-F238E27FC236}">
                <a16:creationId xmlns:a16="http://schemas.microsoft.com/office/drawing/2014/main" id="{3184FC0A-D450-B309-7344-42B0BA0786B0}"/>
              </a:ext>
            </a:extLst>
          </p:cNvPr>
          <p:cNvGrpSpPr/>
          <p:nvPr/>
        </p:nvGrpSpPr>
        <p:grpSpPr>
          <a:xfrm>
            <a:off x="6188744" y="5014019"/>
            <a:ext cx="258762" cy="215900"/>
            <a:chOff x="5160963" y="5381625"/>
            <a:chExt cx="258762" cy="215900"/>
          </a:xfrm>
          <a:solidFill>
            <a:schemeClr val="accent4"/>
          </a:solidFill>
        </p:grpSpPr>
        <p:sp>
          <p:nvSpPr>
            <p:cNvPr id="644" name="Freeform 531">
              <a:extLst>
                <a:ext uri="{FF2B5EF4-FFF2-40B4-BE49-F238E27FC236}">
                  <a16:creationId xmlns:a16="http://schemas.microsoft.com/office/drawing/2014/main" id="{16248D13-9C0F-78B5-E0FD-74B047C6411A}"/>
                </a:ext>
              </a:extLst>
            </p:cNvPr>
            <p:cNvSpPr>
              <a:spLocks noChangeArrowheads="1"/>
            </p:cNvSpPr>
            <p:nvPr/>
          </p:nvSpPr>
          <p:spPr bwMode="auto">
            <a:xfrm>
              <a:off x="5219700" y="5381625"/>
              <a:ext cx="200025" cy="171450"/>
            </a:xfrm>
            <a:custGeom>
              <a:avLst/>
              <a:gdLst>
                <a:gd name="T0" fmla="*/ 410 w 555"/>
                <a:gd name="T1" fmla="*/ 125 h 478"/>
                <a:gd name="T2" fmla="*/ 410 w 555"/>
                <a:gd name="T3" fmla="*/ 125 h 478"/>
                <a:gd name="T4" fmla="*/ 211 w 555"/>
                <a:gd name="T5" fmla="*/ 0 h 478"/>
                <a:gd name="T6" fmla="*/ 3 w 555"/>
                <a:gd name="T7" fmla="*/ 145 h 478"/>
                <a:gd name="T8" fmla="*/ 12 w 555"/>
                <a:gd name="T9" fmla="*/ 165 h 478"/>
                <a:gd name="T10" fmla="*/ 31 w 555"/>
                <a:gd name="T11" fmla="*/ 155 h 478"/>
                <a:gd name="T12" fmla="*/ 211 w 555"/>
                <a:gd name="T13" fmla="*/ 31 h 478"/>
                <a:gd name="T14" fmla="*/ 387 w 555"/>
                <a:gd name="T15" fmla="*/ 143 h 478"/>
                <a:gd name="T16" fmla="*/ 391 w 555"/>
                <a:gd name="T17" fmla="*/ 151 h 478"/>
                <a:gd name="T18" fmla="*/ 398 w 555"/>
                <a:gd name="T19" fmla="*/ 152 h 478"/>
                <a:gd name="T20" fmla="*/ 523 w 555"/>
                <a:gd name="T21" fmla="*/ 299 h 478"/>
                <a:gd name="T22" fmla="*/ 522 w 555"/>
                <a:gd name="T23" fmla="*/ 320 h 478"/>
                <a:gd name="T24" fmla="*/ 470 w 555"/>
                <a:gd name="T25" fmla="*/ 412 h 478"/>
                <a:gd name="T26" fmla="*/ 369 w 555"/>
                <a:gd name="T27" fmla="*/ 447 h 478"/>
                <a:gd name="T28" fmla="*/ 331 w 555"/>
                <a:gd name="T29" fmla="*/ 447 h 478"/>
                <a:gd name="T30" fmla="*/ 316 w 555"/>
                <a:gd name="T31" fmla="*/ 462 h 478"/>
                <a:gd name="T32" fmla="*/ 331 w 555"/>
                <a:gd name="T33" fmla="*/ 477 h 478"/>
                <a:gd name="T34" fmla="*/ 331 w 555"/>
                <a:gd name="T35" fmla="*/ 477 h 478"/>
                <a:gd name="T36" fmla="*/ 369 w 555"/>
                <a:gd name="T37" fmla="*/ 477 h 478"/>
                <a:gd name="T38" fmla="*/ 489 w 555"/>
                <a:gd name="T39" fmla="*/ 434 h 478"/>
                <a:gd name="T40" fmla="*/ 551 w 555"/>
                <a:gd name="T41" fmla="*/ 324 h 478"/>
                <a:gd name="T42" fmla="*/ 554 w 555"/>
                <a:gd name="T43" fmla="*/ 299 h 478"/>
                <a:gd name="T44" fmla="*/ 410 w 555"/>
                <a:gd name="T45" fmla="*/ 125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555" h="478">
                  <a:moveTo>
                    <a:pt x="410" y="125"/>
                  </a:moveTo>
                  <a:lnTo>
                    <a:pt x="410" y="125"/>
                  </a:lnTo>
                  <a:cubicBezTo>
                    <a:pt x="374" y="51"/>
                    <a:pt x="299" y="0"/>
                    <a:pt x="211" y="0"/>
                  </a:cubicBezTo>
                  <a:cubicBezTo>
                    <a:pt x="116" y="0"/>
                    <a:pt x="35" y="60"/>
                    <a:pt x="3" y="145"/>
                  </a:cubicBezTo>
                  <a:cubicBezTo>
                    <a:pt x="0" y="152"/>
                    <a:pt x="3" y="162"/>
                    <a:pt x="12" y="165"/>
                  </a:cubicBezTo>
                  <a:cubicBezTo>
                    <a:pt x="19" y="168"/>
                    <a:pt x="28" y="164"/>
                    <a:pt x="31" y="155"/>
                  </a:cubicBezTo>
                  <a:cubicBezTo>
                    <a:pt x="59" y="83"/>
                    <a:pt x="129" y="31"/>
                    <a:pt x="211" y="31"/>
                  </a:cubicBezTo>
                  <a:cubicBezTo>
                    <a:pt x="289" y="31"/>
                    <a:pt x="356" y="77"/>
                    <a:pt x="387" y="143"/>
                  </a:cubicBezTo>
                  <a:cubicBezTo>
                    <a:pt x="391" y="151"/>
                    <a:pt x="391" y="151"/>
                    <a:pt x="391" y="151"/>
                  </a:cubicBezTo>
                  <a:cubicBezTo>
                    <a:pt x="398" y="152"/>
                    <a:pt x="398" y="152"/>
                    <a:pt x="398" y="152"/>
                  </a:cubicBezTo>
                  <a:cubicBezTo>
                    <a:pt x="469" y="164"/>
                    <a:pt x="523" y="225"/>
                    <a:pt x="523" y="299"/>
                  </a:cubicBezTo>
                  <a:cubicBezTo>
                    <a:pt x="523" y="306"/>
                    <a:pt x="523" y="313"/>
                    <a:pt x="522" y="320"/>
                  </a:cubicBezTo>
                  <a:cubicBezTo>
                    <a:pt x="516" y="357"/>
                    <a:pt x="498" y="389"/>
                    <a:pt x="470" y="412"/>
                  </a:cubicBezTo>
                  <a:cubicBezTo>
                    <a:pt x="443" y="434"/>
                    <a:pt x="406" y="447"/>
                    <a:pt x="369" y="447"/>
                  </a:cubicBezTo>
                  <a:cubicBezTo>
                    <a:pt x="331" y="447"/>
                    <a:pt x="331" y="447"/>
                    <a:pt x="331" y="447"/>
                  </a:cubicBezTo>
                  <a:cubicBezTo>
                    <a:pt x="323" y="447"/>
                    <a:pt x="316" y="454"/>
                    <a:pt x="316" y="462"/>
                  </a:cubicBezTo>
                  <a:cubicBezTo>
                    <a:pt x="316" y="470"/>
                    <a:pt x="323" y="477"/>
                    <a:pt x="331" y="477"/>
                  </a:cubicBezTo>
                  <a:lnTo>
                    <a:pt x="331" y="477"/>
                  </a:lnTo>
                  <a:cubicBezTo>
                    <a:pt x="369" y="477"/>
                    <a:pt x="369" y="477"/>
                    <a:pt x="369" y="477"/>
                  </a:cubicBezTo>
                  <a:cubicBezTo>
                    <a:pt x="413" y="477"/>
                    <a:pt x="455" y="462"/>
                    <a:pt x="489" y="434"/>
                  </a:cubicBezTo>
                  <a:cubicBezTo>
                    <a:pt x="522" y="408"/>
                    <a:pt x="546" y="370"/>
                    <a:pt x="551" y="324"/>
                  </a:cubicBezTo>
                  <a:cubicBezTo>
                    <a:pt x="553" y="316"/>
                    <a:pt x="554" y="307"/>
                    <a:pt x="554" y="299"/>
                  </a:cubicBezTo>
                  <a:cubicBezTo>
                    <a:pt x="554" y="212"/>
                    <a:pt x="493" y="140"/>
                    <a:pt x="410" y="12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5" name="Freeform 532">
              <a:extLst>
                <a:ext uri="{FF2B5EF4-FFF2-40B4-BE49-F238E27FC236}">
                  <a16:creationId xmlns:a16="http://schemas.microsoft.com/office/drawing/2014/main" id="{74EACF01-8C40-ACE0-CB37-41A90EEC1FC0}"/>
                </a:ext>
              </a:extLst>
            </p:cNvPr>
            <p:cNvSpPr>
              <a:spLocks noChangeArrowheads="1"/>
            </p:cNvSpPr>
            <p:nvPr/>
          </p:nvSpPr>
          <p:spPr bwMode="auto">
            <a:xfrm>
              <a:off x="5160963" y="5446713"/>
              <a:ext cx="98425" cy="107950"/>
            </a:xfrm>
            <a:custGeom>
              <a:avLst/>
              <a:gdLst>
                <a:gd name="T0" fmla="*/ 179 w 273"/>
                <a:gd name="T1" fmla="*/ 283 h 299"/>
                <a:gd name="T2" fmla="*/ 179 w 273"/>
                <a:gd name="T3" fmla="*/ 283 h 299"/>
                <a:gd name="T4" fmla="*/ 163 w 273"/>
                <a:gd name="T5" fmla="*/ 268 h 299"/>
                <a:gd name="T6" fmla="*/ 163 w 273"/>
                <a:gd name="T7" fmla="*/ 268 h 299"/>
                <a:gd name="T8" fmla="*/ 68 w 273"/>
                <a:gd name="T9" fmla="*/ 233 h 299"/>
                <a:gd name="T10" fmla="*/ 29 w 273"/>
                <a:gd name="T11" fmla="*/ 149 h 299"/>
                <a:gd name="T12" fmla="*/ 68 w 273"/>
                <a:gd name="T13" fmla="*/ 65 h 299"/>
                <a:gd name="T14" fmla="*/ 163 w 273"/>
                <a:gd name="T15" fmla="*/ 31 h 299"/>
                <a:gd name="T16" fmla="*/ 243 w 273"/>
                <a:gd name="T17" fmla="*/ 72 h 299"/>
                <a:gd name="T18" fmla="*/ 264 w 273"/>
                <a:gd name="T19" fmla="*/ 75 h 299"/>
                <a:gd name="T20" fmla="*/ 266 w 273"/>
                <a:gd name="T21" fmla="*/ 54 h 299"/>
                <a:gd name="T22" fmla="*/ 163 w 273"/>
                <a:gd name="T23" fmla="*/ 0 h 299"/>
                <a:gd name="T24" fmla="*/ 47 w 273"/>
                <a:gd name="T25" fmla="*/ 43 h 299"/>
                <a:gd name="T26" fmla="*/ 0 w 273"/>
                <a:gd name="T27" fmla="*/ 149 h 299"/>
                <a:gd name="T28" fmla="*/ 47 w 273"/>
                <a:gd name="T29" fmla="*/ 255 h 299"/>
                <a:gd name="T30" fmla="*/ 163 w 273"/>
                <a:gd name="T31" fmla="*/ 298 h 299"/>
                <a:gd name="T32" fmla="*/ 179 w 273"/>
                <a:gd name="T33" fmla="*/ 28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3" h="299">
                  <a:moveTo>
                    <a:pt x="179" y="283"/>
                  </a:moveTo>
                  <a:lnTo>
                    <a:pt x="179" y="283"/>
                  </a:lnTo>
                  <a:cubicBezTo>
                    <a:pt x="179" y="275"/>
                    <a:pt x="172" y="268"/>
                    <a:pt x="163" y="268"/>
                  </a:cubicBezTo>
                  <a:lnTo>
                    <a:pt x="163" y="268"/>
                  </a:lnTo>
                  <a:cubicBezTo>
                    <a:pt x="126" y="268"/>
                    <a:pt x="92" y="255"/>
                    <a:pt x="68" y="233"/>
                  </a:cubicBezTo>
                  <a:cubicBezTo>
                    <a:pt x="43" y="210"/>
                    <a:pt x="29" y="181"/>
                    <a:pt x="29" y="149"/>
                  </a:cubicBezTo>
                  <a:cubicBezTo>
                    <a:pt x="29" y="117"/>
                    <a:pt x="43" y="88"/>
                    <a:pt x="68" y="65"/>
                  </a:cubicBezTo>
                  <a:cubicBezTo>
                    <a:pt x="92" y="45"/>
                    <a:pt x="126" y="31"/>
                    <a:pt x="163" y="31"/>
                  </a:cubicBezTo>
                  <a:cubicBezTo>
                    <a:pt x="191" y="31"/>
                    <a:pt x="223" y="47"/>
                    <a:pt x="243" y="72"/>
                  </a:cubicBezTo>
                  <a:cubicBezTo>
                    <a:pt x="248" y="79"/>
                    <a:pt x="258" y="79"/>
                    <a:pt x="264" y="75"/>
                  </a:cubicBezTo>
                  <a:cubicBezTo>
                    <a:pt x="271" y="70"/>
                    <a:pt x="272" y="60"/>
                    <a:pt x="266" y="54"/>
                  </a:cubicBezTo>
                  <a:cubicBezTo>
                    <a:pt x="241" y="24"/>
                    <a:pt x="204" y="1"/>
                    <a:pt x="163" y="0"/>
                  </a:cubicBezTo>
                  <a:cubicBezTo>
                    <a:pt x="119" y="0"/>
                    <a:pt x="78" y="17"/>
                    <a:pt x="47" y="43"/>
                  </a:cubicBezTo>
                  <a:cubicBezTo>
                    <a:pt x="18" y="70"/>
                    <a:pt x="0" y="107"/>
                    <a:pt x="0" y="149"/>
                  </a:cubicBezTo>
                  <a:cubicBezTo>
                    <a:pt x="0" y="191"/>
                    <a:pt x="18" y="229"/>
                    <a:pt x="47" y="255"/>
                  </a:cubicBezTo>
                  <a:cubicBezTo>
                    <a:pt x="78" y="282"/>
                    <a:pt x="119" y="298"/>
                    <a:pt x="163" y="298"/>
                  </a:cubicBezTo>
                  <a:cubicBezTo>
                    <a:pt x="172" y="298"/>
                    <a:pt x="179" y="291"/>
                    <a:pt x="179" y="2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6" name="Freeform 533">
              <a:extLst>
                <a:ext uri="{FF2B5EF4-FFF2-40B4-BE49-F238E27FC236}">
                  <a16:creationId xmlns:a16="http://schemas.microsoft.com/office/drawing/2014/main" id="{0454EBBD-47AA-49C9-DFF1-1EB1DDC29631}"/>
                </a:ext>
              </a:extLst>
            </p:cNvPr>
            <p:cNvSpPr>
              <a:spLocks noChangeArrowheads="1"/>
            </p:cNvSpPr>
            <p:nvPr/>
          </p:nvSpPr>
          <p:spPr bwMode="auto">
            <a:xfrm>
              <a:off x="5311775" y="5510213"/>
              <a:ext cx="11113" cy="11112"/>
            </a:xfrm>
            <a:custGeom>
              <a:avLst/>
              <a:gdLst>
                <a:gd name="T0" fmla="*/ 15 w 31"/>
                <a:gd name="T1" fmla="*/ 31 h 32"/>
                <a:gd name="T2" fmla="*/ 15 w 31"/>
                <a:gd name="T3" fmla="*/ 31 h 32"/>
                <a:gd name="T4" fmla="*/ 30 w 31"/>
                <a:gd name="T5" fmla="*/ 16 h 32"/>
                <a:gd name="T6" fmla="*/ 15 w 31"/>
                <a:gd name="T7" fmla="*/ 0 h 32"/>
                <a:gd name="T8" fmla="*/ 0 w 31"/>
                <a:gd name="T9" fmla="*/ 16 h 32"/>
                <a:gd name="T10" fmla="*/ 15 w 31"/>
                <a:gd name="T11" fmla="*/ 31 h 32"/>
              </a:gdLst>
              <a:ahLst/>
              <a:cxnLst>
                <a:cxn ang="0">
                  <a:pos x="T0" y="T1"/>
                </a:cxn>
                <a:cxn ang="0">
                  <a:pos x="T2" y="T3"/>
                </a:cxn>
                <a:cxn ang="0">
                  <a:pos x="T4" y="T5"/>
                </a:cxn>
                <a:cxn ang="0">
                  <a:pos x="T6" y="T7"/>
                </a:cxn>
                <a:cxn ang="0">
                  <a:pos x="T8" y="T9"/>
                </a:cxn>
                <a:cxn ang="0">
                  <a:pos x="T10" y="T11"/>
                </a:cxn>
              </a:cxnLst>
              <a:rect l="0" t="0" r="r" b="b"/>
              <a:pathLst>
                <a:path w="31" h="32">
                  <a:moveTo>
                    <a:pt x="15" y="31"/>
                  </a:moveTo>
                  <a:lnTo>
                    <a:pt x="15" y="31"/>
                  </a:lnTo>
                  <a:cubicBezTo>
                    <a:pt x="23" y="31"/>
                    <a:pt x="30" y="24"/>
                    <a:pt x="30" y="16"/>
                  </a:cubicBezTo>
                  <a:cubicBezTo>
                    <a:pt x="30" y="7"/>
                    <a:pt x="23" y="0"/>
                    <a:pt x="15" y="0"/>
                  </a:cubicBezTo>
                  <a:cubicBezTo>
                    <a:pt x="7" y="0"/>
                    <a:pt x="0" y="7"/>
                    <a:pt x="0" y="16"/>
                  </a:cubicBezTo>
                  <a:cubicBezTo>
                    <a:pt x="0" y="24"/>
                    <a:pt x="7" y="31"/>
                    <a:pt x="15"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7" name="Freeform 534">
              <a:extLst>
                <a:ext uri="{FF2B5EF4-FFF2-40B4-BE49-F238E27FC236}">
                  <a16:creationId xmlns:a16="http://schemas.microsoft.com/office/drawing/2014/main" id="{9785231F-EBE3-1004-0682-009A13BC9CF2}"/>
                </a:ext>
              </a:extLst>
            </p:cNvPr>
            <p:cNvSpPr>
              <a:spLocks noChangeArrowheads="1"/>
            </p:cNvSpPr>
            <p:nvPr/>
          </p:nvSpPr>
          <p:spPr bwMode="auto">
            <a:xfrm>
              <a:off x="5300663" y="5532438"/>
              <a:ext cx="11112" cy="11112"/>
            </a:xfrm>
            <a:custGeom>
              <a:avLst/>
              <a:gdLst>
                <a:gd name="T0" fmla="*/ 30 w 31"/>
                <a:gd name="T1" fmla="*/ 16 h 31"/>
                <a:gd name="T2" fmla="*/ 30 w 31"/>
                <a:gd name="T3" fmla="*/ 16 h 31"/>
                <a:gd name="T4" fmla="*/ 16 w 31"/>
                <a:gd name="T5" fmla="*/ 0 h 31"/>
                <a:gd name="T6" fmla="*/ 0 w 31"/>
                <a:gd name="T7" fmla="*/ 16 h 31"/>
                <a:gd name="T8" fmla="*/ 16 w 31"/>
                <a:gd name="T9" fmla="*/ 30 h 31"/>
                <a:gd name="T10" fmla="*/ 3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30" y="16"/>
                  </a:moveTo>
                  <a:lnTo>
                    <a:pt x="30" y="16"/>
                  </a:lnTo>
                  <a:cubicBezTo>
                    <a:pt x="30" y="7"/>
                    <a:pt x="24" y="0"/>
                    <a:pt x="16" y="0"/>
                  </a:cubicBezTo>
                  <a:cubicBezTo>
                    <a:pt x="7" y="0"/>
                    <a:pt x="0" y="7"/>
                    <a:pt x="0" y="16"/>
                  </a:cubicBezTo>
                  <a:cubicBezTo>
                    <a:pt x="0" y="24"/>
                    <a:pt x="7" y="30"/>
                    <a:pt x="16" y="30"/>
                  </a:cubicBezTo>
                  <a:cubicBezTo>
                    <a:pt x="24" y="30"/>
                    <a:pt x="30" y="24"/>
                    <a:pt x="3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8" name="Freeform 535">
              <a:extLst>
                <a:ext uri="{FF2B5EF4-FFF2-40B4-BE49-F238E27FC236}">
                  <a16:creationId xmlns:a16="http://schemas.microsoft.com/office/drawing/2014/main" id="{0E17A563-EE0E-90BC-F61D-C22BA44D8F21}"/>
                </a:ext>
              </a:extLst>
            </p:cNvPr>
            <p:cNvSpPr>
              <a:spLocks noChangeArrowheads="1"/>
            </p:cNvSpPr>
            <p:nvPr/>
          </p:nvSpPr>
          <p:spPr bwMode="auto">
            <a:xfrm>
              <a:off x="5289550" y="5553075"/>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6" y="0"/>
                    <a:pt x="0" y="7"/>
                    <a:pt x="0" y="14"/>
                  </a:cubicBezTo>
                  <a:cubicBezTo>
                    <a:pt x="0" y="23"/>
                    <a:pt x="6" y="30"/>
                    <a:pt x="14" y="30"/>
                  </a:cubicBezTo>
                  <a:cubicBezTo>
                    <a:pt x="22" y="30"/>
                    <a:pt x="29" y="23"/>
                    <a:pt x="29" y="14"/>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9" name="Freeform 536">
              <a:extLst>
                <a:ext uri="{FF2B5EF4-FFF2-40B4-BE49-F238E27FC236}">
                  <a16:creationId xmlns:a16="http://schemas.microsoft.com/office/drawing/2014/main" id="{54FE710F-2BE9-40FD-73EF-09827E861CC0}"/>
                </a:ext>
              </a:extLst>
            </p:cNvPr>
            <p:cNvSpPr>
              <a:spLocks noChangeArrowheads="1"/>
            </p:cNvSpPr>
            <p:nvPr/>
          </p:nvSpPr>
          <p:spPr bwMode="auto">
            <a:xfrm>
              <a:off x="5278438" y="5575300"/>
              <a:ext cx="11112" cy="11113"/>
            </a:xfrm>
            <a:custGeom>
              <a:avLst/>
              <a:gdLst>
                <a:gd name="T0" fmla="*/ 16 w 32"/>
                <a:gd name="T1" fmla="*/ 31 h 32"/>
                <a:gd name="T2" fmla="*/ 16 w 32"/>
                <a:gd name="T3" fmla="*/ 31 h 32"/>
                <a:gd name="T4" fmla="*/ 31 w 32"/>
                <a:gd name="T5" fmla="*/ 15 h 32"/>
                <a:gd name="T6" fmla="*/ 16 w 32"/>
                <a:gd name="T7" fmla="*/ 0 h 32"/>
                <a:gd name="T8" fmla="*/ 0 w 32"/>
                <a:gd name="T9" fmla="*/ 15 h 32"/>
                <a:gd name="T10" fmla="*/ 16 w 32"/>
                <a:gd name="T11" fmla="*/ 31 h 32"/>
              </a:gdLst>
              <a:ahLst/>
              <a:cxnLst>
                <a:cxn ang="0">
                  <a:pos x="T0" y="T1"/>
                </a:cxn>
                <a:cxn ang="0">
                  <a:pos x="T2" y="T3"/>
                </a:cxn>
                <a:cxn ang="0">
                  <a:pos x="T4" y="T5"/>
                </a:cxn>
                <a:cxn ang="0">
                  <a:pos x="T6" y="T7"/>
                </a:cxn>
                <a:cxn ang="0">
                  <a:pos x="T8" y="T9"/>
                </a:cxn>
                <a:cxn ang="0">
                  <a:pos x="T10" y="T11"/>
                </a:cxn>
              </a:cxnLst>
              <a:rect l="0" t="0" r="r" b="b"/>
              <a:pathLst>
                <a:path w="32" h="32">
                  <a:moveTo>
                    <a:pt x="16" y="31"/>
                  </a:moveTo>
                  <a:lnTo>
                    <a:pt x="16" y="31"/>
                  </a:lnTo>
                  <a:cubicBezTo>
                    <a:pt x="24" y="31"/>
                    <a:pt x="31" y="24"/>
                    <a:pt x="31" y="15"/>
                  </a:cubicBezTo>
                  <a:cubicBezTo>
                    <a:pt x="31" y="7"/>
                    <a:pt x="24" y="0"/>
                    <a:pt x="16" y="0"/>
                  </a:cubicBezTo>
                  <a:cubicBezTo>
                    <a:pt x="7" y="0"/>
                    <a:pt x="0" y="7"/>
                    <a:pt x="0" y="15"/>
                  </a:cubicBezTo>
                  <a:cubicBezTo>
                    <a:pt x="0" y="24"/>
                    <a:pt x="7" y="31"/>
                    <a:pt x="16"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0" name="Freeform 537">
              <a:extLst>
                <a:ext uri="{FF2B5EF4-FFF2-40B4-BE49-F238E27FC236}">
                  <a16:creationId xmlns:a16="http://schemas.microsoft.com/office/drawing/2014/main" id="{77C03FBB-4BB5-58EE-FB8B-44ECCBF5C603}"/>
                </a:ext>
              </a:extLst>
            </p:cNvPr>
            <p:cNvSpPr>
              <a:spLocks noChangeArrowheads="1"/>
            </p:cNvSpPr>
            <p:nvPr/>
          </p:nvSpPr>
          <p:spPr bwMode="auto">
            <a:xfrm>
              <a:off x="5278438" y="5521325"/>
              <a:ext cx="11112" cy="11113"/>
            </a:xfrm>
            <a:custGeom>
              <a:avLst/>
              <a:gdLst>
                <a:gd name="T0" fmla="*/ 16 w 32"/>
                <a:gd name="T1" fmla="*/ 0 h 30"/>
                <a:gd name="T2" fmla="*/ 16 w 32"/>
                <a:gd name="T3" fmla="*/ 0 h 30"/>
                <a:gd name="T4" fmla="*/ 0 w 32"/>
                <a:gd name="T5" fmla="*/ 14 h 30"/>
                <a:gd name="T6" fmla="*/ 16 w 32"/>
                <a:gd name="T7" fmla="*/ 29 h 30"/>
                <a:gd name="T8" fmla="*/ 31 w 32"/>
                <a:gd name="T9" fmla="*/ 14 h 30"/>
                <a:gd name="T10" fmla="*/ 16 w 32"/>
                <a:gd name="T11" fmla="*/ 0 h 30"/>
              </a:gdLst>
              <a:ahLst/>
              <a:cxnLst>
                <a:cxn ang="0">
                  <a:pos x="T0" y="T1"/>
                </a:cxn>
                <a:cxn ang="0">
                  <a:pos x="T2" y="T3"/>
                </a:cxn>
                <a:cxn ang="0">
                  <a:pos x="T4" y="T5"/>
                </a:cxn>
                <a:cxn ang="0">
                  <a:pos x="T6" y="T7"/>
                </a:cxn>
                <a:cxn ang="0">
                  <a:pos x="T8" y="T9"/>
                </a:cxn>
                <a:cxn ang="0">
                  <a:pos x="T10" y="T11"/>
                </a:cxn>
              </a:cxnLst>
              <a:rect l="0" t="0" r="r" b="b"/>
              <a:pathLst>
                <a:path w="32" h="30">
                  <a:moveTo>
                    <a:pt x="16" y="0"/>
                  </a:moveTo>
                  <a:lnTo>
                    <a:pt x="16" y="0"/>
                  </a:lnTo>
                  <a:cubicBezTo>
                    <a:pt x="7" y="0"/>
                    <a:pt x="0" y="7"/>
                    <a:pt x="0" y="14"/>
                  </a:cubicBezTo>
                  <a:cubicBezTo>
                    <a:pt x="0" y="22"/>
                    <a:pt x="7" y="29"/>
                    <a:pt x="16" y="29"/>
                  </a:cubicBezTo>
                  <a:cubicBezTo>
                    <a:pt x="24" y="29"/>
                    <a:pt x="31" y="22"/>
                    <a:pt x="31" y="14"/>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1" name="Freeform 538">
              <a:extLst>
                <a:ext uri="{FF2B5EF4-FFF2-40B4-BE49-F238E27FC236}">
                  <a16:creationId xmlns:a16="http://schemas.microsoft.com/office/drawing/2014/main" id="{4FB55E20-3443-2572-1015-E291A53998A8}"/>
                </a:ext>
              </a:extLst>
            </p:cNvPr>
            <p:cNvSpPr>
              <a:spLocks noChangeArrowheads="1"/>
            </p:cNvSpPr>
            <p:nvPr/>
          </p:nvSpPr>
          <p:spPr bwMode="auto">
            <a:xfrm>
              <a:off x="5268913" y="5541963"/>
              <a:ext cx="11112" cy="11112"/>
            </a:xfrm>
            <a:custGeom>
              <a:avLst/>
              <a:gdLst>
                <a:gd name="T0" fmla="*/ 15 w 30"/>
                <a:gd name="T1" fmla="*/ 0 h 31"/>
                <a:gd name="T2" fmla="*/ 15 w 30"/>
                <a:gd name="T3" fmla="*/ 0 h 31"/>
                <a:gd name="T4" fmla="*/ 0 w 30"/>
                <a:gd name="T5" fmla="*/ 15 h 31"/>
                <a:gd name="T6" fmla="*/ 15 w 30"/>
                <a:gd name="T7" fmla="*/ 30 h 31"/>
                <a:gd name="T8" fmla="*/ 29 w 30"/>
                <a:gd name="T9" fmla="*/ 15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5"/>
                  </a:cubicBezTo>
                  <a:cubicBezTo>
                    <a:pt x="0" y="23"/>
                    <a:pt x="7" y="30"/>
                    <a:pt x="15" y="30"/>
                  </a:cubicBezTo>
                  <a:cubicBezTo>
                    <a:pt x="24" y="30"/>
                    <a:pt x="29" y="23"/>
                    <a:pt x="29" y="15"/>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2" name="Freeform 539">
              <a:extLst>
                <a:ext uri="{FF2B5EF4-FFF2-40B4-BE49-F238E27FC236}">
                  <a16:creationId xmlns:a16="http://schemas.microsoft.com/office/drawing/2014/main" id="{F87CE1A1-377A-6425-E632-286BFECAD3C7}"/>
                </a:ext>
              </a:extLst>
            </p:cNvPr>
            <p:cNvSpPr>
              <a:spLocks noChangeArrowheads="1"/>
            </p:cNvSpPr>
            <p:nvPr/>
          </p:nvSpPr>
          <p:spPr bwMode="auto">
            <a:xfrm>
              <a:off x="5257800" y="5564188"/>
              <a:ext cx="11113" cy="11112"/>
            </a:xfrm>
            <a:custGeom>
              <a:avLst/>
              <a:gdLst>
                <a:gd name="T0" fmla="*/ 14 w 30"/>
                <a:gd name="T1" fmla="*/ 29 h 30"/>
                <a:gd name="T2" fmla="*/ 14 w 30"/>
                <a:gd name="T3" fmla="*/ 29 h 30"/>
                <a:gd name="T4" fmla="*/ 29 w 30"/>
                <a:gd name="T5" fmla="*/ 15 h 30"/>
                <a:gd name="T6" fmla="*/ 14 w 30"/>
                <a:gd name="T7" fmla="*/ 0 h 30"/>
                <a:gd name="T8" fmla="*/ 0 w 30"/>
                <a:gd name="T9" fmla="*/ 15 h 30"/>
                <a:gd name="T10" fmla="*/ 14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4" y="29"/>
                  </a:moveTo>
                  <a:lnTo>
                    <a:pt x="14" y="29"/>
                  </a:lnTo>
                  <a:cubicBezTo>
                    <a:pt x="22" y="29"/>
                    <a:pt x="29" y="23"/>
                    <a:pt x="29" y="15"/>
                  </a:cubicBezTo>
                  <a:cubicBezTo>
                    <a:pt x="29" y="7"/>
                    <a:pt x="22" y="0"/>
                    <a:pt x="14" y="0"/>
                  </a:cubicBezTo>
                  <a:cubicBezTo>
                    <a:pt x="5" y="0"/>
                    <a:pt x="0" y="7"/>
                    <a:pt x="0" y="15"/>
                  </a:cubicBezTo>
                  <a:cubicBezTo>
                    <a:pt x="0" y="23"/>
                    <a:pt x="5" y="29"/>
                    <a:pt x="14"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3" name="Freeform 540">
              <a:extLst>
                <a:ext uri="{FF2B5EF4-FFF2-40B4-BE49-F238E27FC236}">
                  <a16:creationId xmlns:a16="http://schemas.microsoft.com/office/drawing/2014/main" id="{5E9A6E36-A584-0A95-1799-CEBF09608D1C}"/>
                </a:ext>
              </a:extLst>
            </p:cNvPr>
            <p:cNvSpPr>
              <a:spLocks noChangeArrowheads="1"/>
            </p:cNvSpPr>
            <p:nvPr/>
          </p:nvSpPr>
          <p:spPr bwMode="auto">
            <a:xfrm>
              <a:off x="5246688" y="5586413"/>
              <a:ext cx="11112" cy="11112"/>
            </a:xfrm>
            <a:custGeom>
              <a:avLst/>
              <a:gdLst>
                <a:gd name="T0" fmla="*/ 16 w 32"/>
                <a:gd name="T1" fmla="*/ 29 h 30"/>
                <a:gd name="T2" fmla="*/ 16 w 32"/>
                <a:gd name="T3" fmla="*/ 29 h 30"/>
                <a:gd name="T4" fmla="*/ 31 w 32"/>
                <a:gd name="T5" fmla="*/ 14 h 30"/>
                <a:gd name="T6" fmla="*/ 16 w 32"/>
                <a:gd name="T7" fmla="*/ 0 h 30"/>
                <a:gd name="T8" fmla="*/ 0 w 32"/>
                <a:gd name="T9" fmla="*/ 14 h 30"/>
                <a:gd name="T10" fmla="*/ 16 w 32"/>
                <a:gd name="T11" fmla="*/ 29 h 30"/>
              </a:gdLst>
              <a:ahLst/>
              <a:cxnLst>
                <a:cxn ang="0">
                  <a:pos x="T0" y="T1"/>
                </a:cxn>
                <a:cxn ang="0">
                  <a:pos x="T2" y="T3"/>
                </a:cxn>
                <a:cxn ang="0">
                  <a:pos x="T4" y="T5"/>
                </a:cxn>
                <a:cxn ang="0">
                  <a:pos x="T6" y="T7"/>
                </a:cxn>
                <a:cxn ang="0">
                  <a:pos x="T8" y="T9"/>
                </a:cxn>
                <a:cxn ang="0">
                  <a:pos x="T10" y="T11"/>
                </a:cxn>
              </a:cxnLst>
              <a:rect l="0" t="0" r="r" b="b"/>
              <a:pathLst>
                <a:path w="32" h="30">
                  <a:moveTo>
                    <a:pt x="16" y="29"/>
                  </a:moveTo>
                  <a:lnTo>
                    <a:pt x="16" y="29"/>
                  </a:lnTo>
                  <a:cubicBezTo>
                    <a:pt x="24" y="29"/>
                    <a:pt x="31" y="22"/>
                    <a:pt x="31" y="14"/>
                  </a:cubicBezTo>
                  <a:cubicBezTo>
                    <a:pt x="31" y="7"/>
                    <a:pt x="24" y="0"/>
                    <a:pt x="16" y="0"/>
                  </a:cubicBezTo>
                  <a:cubicBezTo>
                    <a:pt x="7" y="0"/>
                    <a:pt x="0" y="7"/>
                    <a:pt x="0" y="14"/>
                  </a:cubicBezTo>
                  <a:cubicBezTo>
                    <a:pt x="0" y="22"/>
                    <a:pt x="7" y="29"/>
                    <a:pt x="16"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4" name="Freeform 541">
              <a:extLst>
                <a:ext uri="{FF2B5EF4-FFF2-40B4-BE49-F238E27FC236}">
                  <a16:creationId xmlns:a16="http://schemas.microsoft.com/office/drawing/2014/main" id="{109F2A76-FF7E-6424-BBE1-2E32A414B545}"/>
                </a:ext>
              </a:extLst>
            </p:cNvPr>
            <p:cNvSpPr>
              <a:spLocks noChangeArrowheads="1"/>
            </p:cNvSpPr>
            <p:nvPr/>
          </p:nvSpPr>
          <p:spPr bwMode="auto">
            <a:xfrm>
              <a:off x="5257800" y="5510213"/>
              <a:ext cx="11113" cy="11112"/>
            </a:xfrm>
            <a:custGeom>
              <a:avLst/>
              <a:gdLst>
                <a:gd name="T0" fmla="*/ 14 w 30"/>
                <a:gd name="T1" fmla="*/ 0 h 32"/>
                <a:gd name="T2" fmla="*/ 14 w 30"/>
                <a:gd name="T3" fmla="*/ 0 h 32"/>
                <a:gd name="T4" fmla="*/ 0 w 30"/>
                <a:gd name="T5" fmla="*/ 16 h 32"/>
                <a:gd name="T6" fmla="*/ 14 w 30"/>
                <a:gd name="T7" fmla="*/ 31 h 32"/>
                <a:gd name="T8" fmla="*/ 29 w 30"/>
                <a:gd name="T9" fmla="*/ 16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6"/>
                  </a:cubicBezTo>
                  <a:cubicBezTo>
                    <a:pt x="0" y="24"/>
                    <a:pt x="5" y="31"/>
                    <a:pt x="14" y="31"/>
                  </a:cubicBezTo>
                  <a:cubicBezTo>
                    <a:pt x="22" y="31"/>
                    <a:pt x="29" y="24"/>
                    <a:pt x="29" y="16"/>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5" name="Freeform 542">
              <a:extLst>
                <a:ext uri="{FF2B5EF4-FFF2-40B4-BE49-F238E27FC236}">
                  <a16:creationId xmlns:a16="http://schemas.microsoft.com/office/drawing/2014/main" id="{51CCEBBB-999D-F19E-5FBA-9BACDC2EC9DF}"/>
                </a:ext>
              </a:extLst>
            </p:cNvPr>
            <p:cNvSpPr>
              <a:spLocks noChangeArrowheads="1"/>
            </p:cNvSpPr>
            <p:nvPr/>
          </p:nvSpPr>
          <p:spPr bwMode="auto">
            <a:xfrm>
              <a:off x="5246688" y="5532438"/>
              <a:ext cx="11112" cy="11112"/>
            </a:xfrm>
            <a:custGeom>
              <a:avLst/>
              <a:gdLst>
                <a:gd name="T0" fmla="*/ 16 w 32"/>
                <a:gd name="T1" fmla="*/ 0 h 31"/>
                <a:gd name="T2" fmla="*/ 16 w 32"/>
                <a:gd name="T3" fmla="*/ 0 h 31"/>
                <a:gd name="T4" fmla="*/ 0 w 32"/>
                <a:gd name="T5" fmla="*/ 16 h 31"/>
                <a:gd name="T6" fmla="*/ 16 w 32"/>
                <a:gd name="T7" fmla="*/ 30 h 31"/>
                <a:gd name="T8" fmla="*/ 31 w 32"/>
                <a:gd name="T9" fmla="*/ 16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7"/>
                    <a:pt x="0" y="16"/>
                  </a:cubicBezTo>
                  <a:cubicBezTo>
                    <a:pt x="0" y="24"/>
                    <a:pt x="7" y="30"/>
                    <a:pt x="16" y="30"/>
                  </a:cubicBezTo>
                  <a:cubicBezTo>
                    <a:pt x="24" y="30"/>
                    <a:pt x="31" y="24"/>
                    <a:pt x="31" y="16"/>
                  </a:cubicBezTo>
                  <a:cubicBezTo>
                    <a:pt x="31" y="7"/>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6" name="Freeform 543">
              <a:extLst>
                <a:ext uri="{FF2B5EF4-FFF2-40B4-BE49-F238E27FC236}">
                  <a16:creationId xmlns:a16="http://schemas.microsoft.com/office/drawing/2014/main" id="{2C3A1FE5-7175-5752-14C3-64FD3B2156E0}"/>
                </a:ext>
              </a:extLst>
            </p:cNvPr>
            <p:cNvSpPr>
              <a:spLocks noChangeArrowheads="1"/>
            </p:cNvSpPr>
            <p:nvPr/>
          </p:nvSpPr>
          <p:spPr bwMode="auto">
            <a:xfrm>
              <a:off x="5235575" y="5553075"/>
              <a:ext cx="11113" cy="11113"/>
            </a:xfrm>
            <a:custGeom>
              <a:avLst/>
              <a:gdLst>
                <a:gd name="T0" fmla="*/ 15 w 30"/>
                <a:gd name="T1" fmla="*/ 0 h 31"/>
                <a:gd name="T2" fmla="*/ 15 w 30"/>
                <a:gd name="T3" fmla="*/ 0 h 31"/>
                <a:gd name="T4" fmla="*/ 0 w 30"/>
                <a:gd name="T5" fmla="*/ 14 h 31"/>
                <a:gd name="T6" fmla="*/ 15 w 30"/>
                <a:gd name="T7" fmla="*/ 30 h 31"/>
                <a:gd name="T8" fmla="*/ 29 w 30"/>
                <a:gd name="T9" fmla="*/ 14 h 31"/>
                <a:gd name="T10" fmla="*/ 15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5" y="0"/>
                  </a:moveTo>
                  <a:lnTo>
                    <a:pt x="15" y="0"/>
                  </a:lnTo>
                  <a:cubicBezTo>
                    <a:pt x="7" y="0"/>
                    <a:pt x="0" y="7"/>
                    <a:pt x="0" y="14"/>
                  </a:cubicBezTo>
                  <a:cubicBezTo>
                    <a:pt x="0" y="23"/>
                    <a:pt x="7" y="30"/>
                    <a:pt x="15" y="30"/>
                  </a:cubicBezTo>
                  <a:cubicBezTo>
                    <a:pt x="24" y="30"/>
                    <a:pt x="29" y="23"/>
                    <a:pt x="29" y="14"/>
                  </a:cubicBezTo>
                  <a:cubicBezTo>
                    <a:pt x="29" y="7"/>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7" name="Freeform 544">
              <a:extLst>
                <a:ext uri="{FF2B5EF4-FFF2-40B4-BE49-F238E27FC236}">
                  <a16:creationId xmlns:a16="http://schemas.microsoft.com/office/drawing/2014/main" id="{CF302E64-6291-3596-818F-A9601DD06D31}"/>
                </a:ext>
              </a:extLst>
            </p:cNvPr>
            <p:cNvSpPr>
              <a:spLocks noChangeArrowheads="1"/>
            </p:cNvSpPr>
            <p:nvPr/>
          </p:nvSpPr>
          <p:spPr bwMode="auto">
            <a:xfrm>
              <a:off x="5226050" y="5575300"/>
              <a:ext cx="11113" cy="11113"/>
            </a:xfrm>
            <a:custGeom>
              <a:avLst/>
              <a:gdLst>
                <a:gd name="T0" fmla="*/ 14 w 30"/>
                <a:gd name="T1" fmla="*/ 0 h 32"/>
                <a:gd name="T2" fmla="*/ 14 w 30"/>
                <a:gd name="T3" fmla="*/ 0 h 32"/>
                <a:gd name="T4" fmla="*/ 0 w 30"/>
                <a:gd name="T5" fmla="*/ 15 h 32"/>
                <a:gd name="T6" fmla="*/ 14 w 30"/>
                <a:gd name="T7" fmla="*/ 31 h 32"/>
                <a:gd name="T8" fmla="*/ 29 w 30"/>
                <a:gd name="T9" fmla="*/ 15 h 32"/>
                <a:gd name="T10" fmla="*/ 14 w 30"/>
                <a:gd name="T11" fmla="*/ 0 h 32"/>
              </a:gdLst>
              <a:ahLst/>
              <a:cxnLst>
                <a:cxn ang="0">
                  <a:pos x="T0" y="T1"/>
                </a:cxn>
                <a:cxn ang="0">
                  <a:pos x="T2" y="T3"/>
                </a:cxn>
                <a:cxn ang="0">
                  <a:pos x="T4" y="T5"/>
                </a:cxn>
                <a:cxn ang="0">
                  <a:pos x="T6" y="T7"/>
                </a:cxn>
                <a:cxn ang="0">
                  <a:pos x="T8" y="T9"/>
                </a:cxn>
                <a:cxn ang="0">
                  <a:pos x="T10" y="T11"/>
                </a:cxn>
              </a:cxnLst>
              <a:rect l="0" t="0" r="r" b="b"/>
              <a:pathLst>
                <a:path w="30" h="32">
                  <a:moveTo>
                    <a:pt x="14" y="0"/>
                  </a:moveTo>
                  <a:lnTo>
                    <a:pt x="14" y="0"/>
                  </a:lnTo>
                  <a:cubicBezTo>
                    <a:pt x="5" y="0"/>
                    <a:pt x="0" y="7"/>
                    <a:pt x="0" y="15"/>
                  </a:cubicBezTo>
                  <a:cubicBezTo>
                    <a:pt x="0" y="24"/>
                    <a:pt x="5" y="31"/>
                    <a:pt x="14" y="31"/>
                  </a:cubicBezTo>
                  <a:cubicBezTo>
                    <a:pt x="22" y="31"/>
                    <a:pt x="29" y="24"/>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658" name="Freeform 545">
            <a:extLst>
              <a:ext uri="{FF2B5EF4-FFF2-40B4-BE49-F238E27FC236}">
                <a16:creationId xmlns:a16="http://schemas.microsoft.com/office/drawing/2014/main" id="{2412DD18-EFFD-4B72-8C8A-86DFC1F034A9}"/>
              </a:ext>
            </a:extLst>
          </p:cNvPr>
          <p:cNvSpPr>
            <a:spLocks noChangeArrowheads="1"/>
          </p:cNvSpPr>
          <p:nvPr/>
        </p:nvSpPr>
        <p:spPr bwMode="auto">
          <a:xfrm>
            <a:off x="6244306" y="1054795"/>
            <a:ext cx="287338" cy="179387"/>
          </a:xfrm>
          <a:custGeom>
            <a:avLst/>
            <a:gdLst>
              <a:gd name="T0" fmla="*/ 0 w 799"/>
              <a:gd name="T1" fmla="*/ 415 h 497"/>
              <a:gd name="T2" fmla="*/ 14 w 799"/>
              <a:gd name="T3" fmla="*/ 429 h 497"/>
              <a:gd name="T4" fmla="*/ 148 w 799"/>
              <a:gd name="T5" fmla="*/ 496 h 497"/>
              <a:gd name="T6" fmla="*/ 448 w 799"/>
              <a:gd name="T7" fmla="*/ 429 h 497"/>
              <a:gd name="T8" fmla="*/ 649 w 799"/>
              <a:gd name="T9" fmla="*/ 496 h 497"/>
              <a:gd name="T10" fmla="*/ 782 w 799"/>
              <a:gd name="T11" fmla="*/ 429 h 497"/>
              <a:gd name="T12" fmla="*/ 798 w 799"/>
              <a:gd name="T13" fmla="*/ 415 h 497"/>
              <a:gd name="T14" fmla="*/ 716 w 799"/>
              <a:gd name="T15" fmla="*/ 233 h 497"/>
              <a:gd name="T16" fmla="*/ 633 w 799"/>
              <a:gd name="T17" fmla="*/ 174 h 497"/>
              <a:gd name="T18" fmla="*/ 576 w 799"/>
              <a:gd name="T19" fmla="*/ 107 h 497"/>
              <a:gd name="T20" fmla="*/ 463 w 799"/>
              <a:gd name="T21" fmla="*/ 100 h 497"/>
              <a:gd name="T22" fmla="*/ 416 w 799"/>
              <a:gd name="T23" fmla="*/ 0 h 497"/>
              <a:gd name="T24" fmla="*/ 0 w 799"/>
              <a:gd name="T25" fmla="*/ 47 h 497"/>
              <a:gd name="T26" fmla="*/ 148 w 799"/>
              <a:gd name="T27" fmla="*/ 467 h 497"/>
              <a:gd name="T28" fmla="*/ 96 w 799"/>
              <a:gd name="T29" fmla="*/ 415 h 497"/>
              <a:gd name="T30" fmla="*/ 200 w 799"/>
              <a:gd name="T31" fmla="*/ 415 h 497"/>
              <a:gd name="T32" fmla="*/ 649 w 799"/>
              <a:gd name="T33" fmla="*/ 467 h 497"/>
              <a:gd name="T34" fmla="*/ 597 w 799"/>
              <a:gd name="T35" fmla="*/ 415 h 497"/>
              <a:gd name="T36" fmla="*/ 700 w 799"/>
              <a:gd name="T37" fmla="*/ 415 h 497"/>
              <a:gd name="T38" fmla="*/ 752 w 799"/>
              <a:gd name="T39" fmla="*/ 279 h 497"/>
              <a:gd name="T40" fmla="*/ 767 w 799"/>
              <a:gd name="T41" fmla="*/ 315 h 497"/>
              <a:gd name="T42" fmla="*/ 729 w 799"/>
              <a:gd name="T43" fmla="*/ 400 h 497"/>
              <a:gd name="T44" fmla="*/ 569 w 799"/>
              <a:gd name="T45" fmla="*/ 400 h 497"/>
              <a:gd name="T46" fmla="*/ 463 w 799"/>
              <a:gd name="T47" fmla="*/ 263 h 497"/>
              <a:gd name="T48" fmla="*/ 716 w 799"/>
              <a:gd name="T49" fmla="*/ 263 h 497"/>
              <a:gd name="T50" fmla="*/ 548 w 799"/>
              <a:gd name="T51" fmla="*/ 129 h 497"/>
              <a:gd name="T52" fmla="*/ 562 w 799"/>
              <a:gd name="T53" fmla="*/ 134 h 497"/>
              <a:gd name="T54" fmla="*/ 622 w 799"/>
              <a:gd name="T55" fmla="*/ 220 h 497"/>
              <a:gd name="T56" fmla="*/ 463 w 799"/>
              <a:gd name="T57" fmla="*/ 233 h 497"/>
              <a:gd name="T58" fmla="*/ 548 w 799"/>
              <a:gd name="T59" fmla="*/ 129 h 497"/>
              <a:gd name="T60" fmla="*/ 29 w 799"/>
              <a:gd name="T61" fmla="*/ 47 h 497"/>
              <a:gd name="T62" fmla="*/ 47 w 799"/>
              <a:gd name="T63" fmla="*/ 29 h 497"/>
              <a:gd name="T64" fmla="*/ 428 w 799"/>
              <a:gd name="T65" fmla="*/ 35 h 497"/>
              <a:gd name="T66" fmla="*/ 434 w 799"/>
              <a:gd name="T67" fmla="*/ 114 h 497"/>
              <a:gd name="T68" fmla="*/ 434 w 799"/>
              <a:gd name="T69" fmla="*/ 400 h 497"/>
              <a:gd name="T70" fmla="*/ 148 w 799"/>
              <a:gd name="T71" fmla="*/ 333 h 497"/>
              <a:gd name="T72" fmla="*/ 29 w 799"/>
              <a:gd name="T73" fmla="*/ 400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0" y="415"/>
                </a:moveTo>
                <a:lnTo>
                  <a:pt x="0" y="415"/>
                </a:lnTo>
                <a:cubicBezTo>
                  <a:pt x="0" y="420"/>
                  <a:pt x="1" y="422"/>
                  <a:pt x="4" y="425"/>
                </a:cubicBezTo>
                <a:cubicBezTo>
                  <a:pt x="7" y="428"/>
                  <a:pt x="10" y="429"/>
                  <a:pt x="14" y="429"/>
                </a:cubicBezTo>
                <a:cubicBezTo>
                  <a:pt x="67" y="429"/>
                  <a:pt x="67" y="429"/>
                  <a:pt x="67" y="429"/>
                </a:cubicBezTo>
                <a:cubicBezTo>
                  <a:pt x="74" y="468"/>
                  <a:pt x="107" y="496"/>
                  <a:pt x="148" y="496"/>
                </a:cubicBezTo>
                <a:cubicBezTo>
                  <a:pt x="188" y="496"/>
                  <a:pt x="220" y="468"/>
                  <a:pt x="229" y="429"/>
                </a:cubicBezTo>
                <a:cubicBezTo>
                  <a:pt x="448" y="429"/>
                  <a:pt x="448" y="429"/>
                  <a:pt x="448" y="429"/>
                </a:cubicBezTo>
                <a:cubicBezTo>
                  <a:pt x="569" y="429"/>
                  <a:pt x="569" y="429"/>
                  <a:pt x="569" y="429"/>
                </a:cubicBezTo>
                <a:cubicBezTo>
                  <a:pt x="576" y="468"/>
                  <a:pt x="608" y="496"/>
                  <a:pt x="649" y="496"/>
                </a:cubicBezTo>
                <a:cubicBezTo>
                  <a:pt x="689" y="496"/>
                  <a:pt x="722" y="468"/>
                  <a:pt x="729" y="429"/>
                </a:cubicBezTo>
                <a:cubicBezTo>
                  <a:pt x="782" y="429"/>
                  <a:pt x="782" y="429"/>
                  <a:pt x="782"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ubicBezTo>
                  <a:pt x="660" y="233"/>
                  <a:pt x="660" y="233"/>
                  <a:pt x="660" y="233"/>
                </a:cubicBezTo>
                <a:cubicBezTo>
                  <a:pt x="654" y="220"/>
                  <a:pt x="646" y="198"/>
                  <a:pt x="633" y="174"/>
                </a:cubicBezTo>
                <a:cubicBezTo>
                  <a:pt x="624" y="157"/>
                  <a:pt x="612" y="139"/>
                  <a:pt x="598" y="125"/>
                </a:cubicBezTo>
                <a:cubicBezTo>
                  <a:pt x="591" y="118"/>
                  <a:pt x="584"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7" y="0"/>
                  <a:pt x="47" y="0"/>
                  <a:pt x="47" y="0"/>
                </a:cubicBezTo>
                <a:cubicBezTo>
                  <a:pt x="21" y="0"/>
                  <a:pt x="0" y="21"/>
                  <a:pt x="0" y="47"/>
                </a:cubicBezTo>
                <a:lnTo>
                  <a:pt x="0" y="415"/>
                </a:lnTo>
                <a:close/>
                <a:moveTo>
                  <a:pt x="148" y="467"/>
                </a:moveTo>
                <a:lnTo>
                  <a:pt x="148" y="467"/>
                </a:lnTo>
                <a:cubicBezTo>
                  <a:pt x="119" y="467"/>
                  <a:pt x="96" y="443"/>
                  <a:pt x="96" y="415"/>
                </a:cubicBezTo>
                <a:cubicBezTo>
                  <a:pt x="96"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52" y="279"/>
                </a:moveTo>
                <a:lnTo>
                  <a:pt x="752" y="279"/>
                </a:lnTo>
                <a:cubicBezTo>
                  <a:pt x="762" y="287"/>
                  <a:pt x="767" y="301"/>
                  <a:pt x="767" y="315"/>
                </a:cubicBezTo>
                <a:cubicBezTo>
                  <a:pt x="767" y="400"/>
                  <a:pt x="767" y="400"/>
                  <a:pt x="767" y="400"/>
                </a:cubicBezTo>
                <a:cubicBezTo>
                  <a:pt x="729" y="400"/>
                  <a:pt x="729" y="400"/>
                  <a:pt x="729" y="400"/>
                </a:cubicBezTo>
                <a:cubicBezTo>
                  <a:pt x="722"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29" y="263"/>
                  <a:pt x="743" y="269"/>
                  <a:pt x="752" y="279"/>
                </a:cubicBezTo>
                <a:close/>
                <a:moveTo>
                  <a:pt x="548" y="129"/>
                </a:moveTo>
                <a:lnTo>
                  <a:pt x="548" y="129"/>
                </a:lnTo>
                <a:cubicBezTo>
                  <a:pt x="552" y="129"/>
                  <a:pt x="557" y="131"/>
                  <a:pt x="562" y="134"/>
                </a:cubicBezTo>
                <a:cubicBezTo>
                  <a:pt x="570" y="138"/>
                  <a:pt x="580" y="148"/>
                  <a:pt x="589" y="160"/>
                </a:cubicBezTo>
                <a:cubicBezTo>
                  <a:pt x="603" y="178"/>
                  <a:pt x="614" y="202"/>
                  <a:pt x="622" y="220"/>
                </a:cubicBezTo>
                <a:cubicBezTo>
                  <a:pt x="624" y="224"/>
                  <a:pt x="626" y="230"/>
                  <a:pt x="628" y="233"/>
                </a:cubicBezTo>
                <a:cubicBezTo>
                  <a:pt x="463" y="233"/>
                  <a:pt x="463" y="233"/>
                  <a:pt x="463" y="233"/>
                </a:cubicBezTo>
                <a:cubicBezTo>
                  <a:pt x="463" y="129"/>
                  <a:pt x="463" y="129"/>
                  <a:pt x="463" y="129"/>
                </a:cubicBezTo>
                <a:lnTo>
                  <a:pt x="548" y="129"/>
                </a:lnTo>
                <a:close/>
                <a:moveTo>
                  <a:pt x="29" y="47"/>
                </a:moveTo>
                <a:lnTo>
                  <a:pt x="29" y="47"/>
                </a:lnTo>
                <a:cubicBezTo>
                  <a:pt x="29" y="43"/>
                  <a:pt x="31" y="37"/>
                  <a:pt x="35" y="35"/>
                </a:cubicBezTo>
                <a:cubicBezTo>
                  <a:pt x="38" y="32"/>
                  <a:pt x="42" y="29"/>
                  <a:pt x="47" y="29"/>
                </a:cubicBezTo>
                <a:cubicBezTo>
                  <a:pt x="416" y="29"/>
                  <a:pt x="416" y="29"/>
                  <a:pt x="416" y="29"/>
                </a:cubicBezTo>
                <a:cubicBezTo>
                  <a:pt x="420" y="29"/>
                  <a:pt x="424" y="32"/>
                  <a:pt x="428"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0" y="362"/>
                  <a:pt x="188" y="333"/>
                  <a:pt x="148" y="333"/>
                </a:cubicBezTo>
                <a:cubicBezTo>
                  <a:pt x="107" y="333"/>
                  <a:pt x="74" y="362"/>
                  <a:pt x="67" y="400"/>
                </a:cubicBezTo>
                <a:cubicBezTo>
                  <a:pt x="29" y="400"/>
                  <a:pt x="29" y="400"/>
                  <a:pt x="29" y="400"/>
                </a:cubicBezTo>
                <a:lnTo>
                  <a:pt x="29" y="47"/>
                </a:lnTo>
                <a:close/>
              </a:path>
            </a:pathLst>
          </a:custGeom>
          <a:solidFill>
            <a:schemeClr val="accent4"/>
          </a:solidFill>
          <a:ln>
            <a:noFill/>
          </a:ln>
          <a:effectLst/>
        </p:spPr>
        <p:txBody>
          <a:bodyPr wrap="none" anchor="ctr"/>
          <a:lstStyle/>
          <a:p>
            <a:endParaRPr lang="da-DK"/>
          </a:p>
        </p:txBody>
      </p:sp>
      <p:grpSp>
        <p:nvGrpSpPr>
          <p:cNvPr id="659" name="Group 662">
            <a:extLst>
              <a:ext uri="{FF2B5EF4-FFF2-40B4-BE49-F238E27FC236}">
                <a16:creationId xmlns:a16="http://schemas.microsoft.com/office/drawing/2014/main" id="{EC1C9705-ADEE-5C96-C89B-6ABD94726138}"/>
              </a:ext>
            </a:extLst>
          </p:cNvPr>
          <p:cNvGrpSpPr/>
          <p:nvPr/>
        </p:nvGrpSpPr>
        <p:grpSpPr>
          <a:xfrm>
            <a:off x="5714081" y="1054795"/>
            <a:ext cx="287338" cy="179387"/>
            <a:chOff x="4686300" y="1417638"/>
            <a:chExt cx="287338" cy="179387"/>
          </a:xfrm>
          <a:solidFill>
            <a:schemeClr val="accent4"/>
          </a:solidFill>
        </p:grpSpPr>
        <p:sp>
          <p:nvSpPr>
            <p:cNvPr id="660" name="Freeform 546">
              <a:extLst>
                <a:ext uri="{FF2B5EF4-FFF2-40B4-BE49-F238E27FC236}">
                  <a16:creationId xmlns:a16="http://schemas.microsoft.com/office/drawing/2014/main" id="{235A30FD-64E6-954D-32FF-4A5D9B104FE3}"/>
                </a:ext>
              </a:extLst>
            </p:cNvPr>
            <p:cNvSpPr>
              <a:spLocks noChangeArrowheads="1"/>
            </p:cNvSpPr>
            <p:nvPr/>
          </p:nvSpPr>
          <p:spPr bwMode="auto">
            <a:xfrm>
              <a:off x="4725988" y="1457325"/>
              <a:ext cx="98425" cy="65088"/>
            </a:xfrm>
            <a:custGeom>
              <a:avLst/>
              <a:gdLst>
                <a:gd name="T0" fmla="*/ 95 w 273"/>
                <a:gd name="T1" fmla="*/ 174 h 180"/>
                <a:gd name="T2" fmla="*/ 95 w 273"/>
                <a:gd name="T3" fmla="*/ 174 h 180"/>
                <a:gd name="T4" fmla="*/ 105 w 273"/>
                <a:gd name="T5" fmla="*/ 178 h 180"/>
                <a:gd name="T6" fmla="*/ 116 w 273"/>
                <a:gd name="T7" fmla="*/ 174 h 180"/>
                <a:gd name="T8" fmla="*/ 266 w 273"/>
                <a:gd name="T9" fmla="*/ 27 h 180"/>
                <a:gd name="T10" fmla="*/ 266 w 273"/>
                <a:gd name="T11" fmla="*/ 6 h 180"/>
                <a:gd name="T12" fmla="*/ 245 w 273"/>
                <a:gd name="T13" fmla="*/ 6 h 180"/>
                <a:gd name="T14" fmla="*/ 245 w 273"/>
                <a:gd name="T15" fmla="*/ 6 h 180"/>
                <a:gd name="T16" fmla="*/ 106 w 273"/>
                <a:gd name="T17" fmla="*/ 143 h 180"/>
                <a:gd name="T18" fmla="*/ 28 w 273"/>
                <a:gd name="T19" fmla="*/ 64 h 180"/>
                <a:gd name="T20" fmla="*/ 7 w 273"/>
                <a:gd name="T21" fmla="*/ 64 h 180"/>
                <a:gd name="T22" fmla="*/ 6 w 273"/>
                <a:gd name="T23" fmla="*/ 85 h 180"/>
                <a:gd name="T24" fmla="*/ 95 w 273"/>
                <a:gd name="T25" fmla="*/ 174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3" h="180">
                  <a:moveTo>
                    <a:pt x="95" y="174"/>
                  </a:moveTo>
                  <a:lnTo>
                    <a:pt x="95" y="174"/>
                  </a:lnTo>
                  <a:cubicBezTo>
                    <a:pt x="98" y="177"/>
                    <a:pt x="100" y="178"/>
                    <a:pt x="105" y="178"/>
                  </a:cubicBezTo>
                  <a:cubicBezTo>
                    <a:pt x="109" y="179"/>
                    <a:pt x="113" y="177"/>
                    <a:pt x="116" y="174"/>
                  </a:cubicBezTo>
                  <a:cubicBezTo>
                    <a:pt x="266" y="27"/>
                    <a:pt x="266" y="27"/>
                    <a:pt x="266" y="27"/>
                  </a:cubicBezTo>
                  <a:cubicBezTo>
                    <a:pt x="272" y="22"/>
                    <a:pt x="272" y="12"/>
                    <a:pt x="266" y="6"/>
                  </a:cubicBezTo>
                  <a:cubicBezTo>
                    <a:pt x="261" y="1"/>
                    <a:pt x="251" y="0"/>
                    <a:pt x="245" y="6"/>
                  </a:cubicBezTo>
                  <a:lnTo>
                    <a:pt x="245" y="6"/>
                  </a:lnTo>
                  <a:cubicBezTo>
                    <a:pt x="106" y="143"/>
                    <a:pt x="106" y="143"/>
                    <a:pt x="106" y="143"/>
                  </a:cubicBezTo>
                  <a:cubicBezTo>
                    <a:pt x="28" y="64"/>
                    <a:pt x="28" y="64"/>
                    <a:pt x="28" y="64"/>
                  </a:cubicBezTo>
                  <a:cubicBezTo>
                    <a:pt x="21" y="58"/>
                    <a:pt x="12" y="57"/>
                    <a:pt x="7" y="64"/>
                  </a:cubicBezTo>
                  <a:cubicBezTo>
                    <a:pt x="0" y="69"/>
                    <a:pt x="0" y="78"/>
                    <a:pt x="6" y="85"/>
                  </a:cubicBezTo>
                  <a:lnTo>
                    <a:pt x="95"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1" name="Freeform 547">
              <a:extLst>
                <a:ext uri="{FF2B5EF4-FFF2-40B4-BE49-F238E27FC236}">
                  <a16:creationId xmlns:a16="http://schemas.microsoft.com/office/drawing/2014/main" id="{AF4B1293-D5FA-9664-285E-CE83F4E4C4C0}"/>
                </a:ext>
              </a:extLst>
            </p:cNvPr>
            <p:cNvSpPr>
              <a:spLocks noChangeArrowheads="1"/>
            </p:cNvSpPr>
            <p:nvPr/>
          </p:nvSpPr>
          <p:spPr bwMode="auto">
            <a:xfrm>
              <a:off x="4686300" y="1417638"/>
              <a:ext cx="287338" cy="179387"/>
            </a:xfrm>
            <a:custGeom>
              <a:avLst/>
              <a:gdLst>
                <a:gd name="T0" fmla="*/ 716 w 799"/>
                <a:gd name="T1" fmla="*/ 233 h 497"/>
                <a:gd name="T2" fmla="*/ 634 w 799"/>
                <a:gd name="T3" fmla="*/ 174 h 497"/>
                <a:gd name="T4" fmla="*/ 576 w 799"/>
                <a:gd name="T5" fmla="*/ 107 h 497"/>
                <a:gd name="T6" fmla="*/ 463 w 799"/>
                <a:gd name="T7" fmla="*/ 100 h 497"/>
                <a:gd name="T8" fmla="*/ 416 w 799"/>
                <a:gd name="T9" fmla="*/ 0 h 497"/>
                <a:gd name="T10" fmla="*/ 0 w 799"/>
                <a:gd name="T11" fmla="*/ 47 h 497"/>
                <a:gd name="T12" fmla="*/ 5 w 799"/>
                <a:gd name="T13" fmla="*/ 425 h 497"/>
                <a:gd name="T14" fmla="*/ 67 w 799"/>
                <a:gd name="T15" fmla="*/ 429 h 497"/>
                <a:gd name="T16" fmla="*/ 229 w 799"/>
                <a:gd name="T17" fmla="*/ 429 h 497"/>
                <a:gd name="T18" fmla="*/ 569 w 799"/>
                <a:gd name="T19" fmla="*/ 429 h 497"/>
                <a:gd name="T20" fmla="*/ 730 w 799"/>
                <a:gd name="T21" fmla="*/ 429 h 497"/>
                <a:gd name="T22" fmla="*/ 794 w 799"/>
                <a:gd name="T23" fmla="*/ 425 h 497"/>
                <a:gd name="T24" fmla="*/ 798 w 799"/>
                <a:gd name="T25" fmla="*/ 315 h 497"/>
                <a:gd name="T26" fmla="*/ 548 w 799"/>
                <a:gd name="T27" fmla="*/ 129 h 497"/>
                <a:gd name="T28" fmla="*/ 562 w 799"/>
                <a:gd name="T29" fmla="*/ 134 h 497"/>
                <a:gd name="T30" fmla="*/ 622 w 799"/>
                <a:gd name="T31" fmla="*/ 220 h 497"/>
                <a:gd name="T32" fmla="*/ 463 w 799"/>
                <a:gd name="T33" fmla="*/ 233 h 497"/>
                <a:gd name="T34" fmla="*/ 548 w 799"/>
                <a:gd name="T35" fmla="*/ 129 h 497"/>
                <a:gd name="T36" fmla="*/ 30 w 799"/>
                <a:gd name="T37" fmla="*/ 47 h 497"/>
                <a:gd name="T38" fmla="*/ 48 w 799"/>
                <a:gd name="T39" fmla="*/ 29 h 497"/>
                <a:gd name="T40" fmla="*/ 429 w 799"/>
                <a:gd name="T41" fmla="*/ 35 h 497"/>
                <a:gd name="T42" fmla="*/ 434 w 799"/>
                <a:gd name="T43" fmla="*/ 114 h 497"/>
                <a:gd name="T44" fmla="*/ 434 w 799"/>
                <a:gd name="T45" fmla="*/ 400 h 497"/>
                <a:gd name="T46" fmla="*/ 148 w 799"/>
                <a:gd name="T47" fmla="*/ 333 h 497"/>
                <a:gd name="T48" fmla="*/ 30 w 799"/>
                <a:gd name="T49" fmla="*/ 400 h 497"/>
                <a:gd name="T50" fmla="*/ 148 w 799"/>
                <a:gd name="T51" fmla="*/ 467 h 497"/>
                <a:gd name="T52" fmla="*/ 97 w 799"/>
                <a:gd name="T53" fmla="*/ 415 h 497"/>
                <a:gd name="T54" fmla="*/ 200 w 799"/>
                <a:gd name="T55" fmla="*/ 415 h 497"/>
                <a:gd name="T56" fmla="*/ 649 w 799"/>
                <a:gd name="T57" fmla="*/ 467 h 497"/>
                <a:gd name="T58" fmla="*/ 597 w 799"/>
                <a:gd name="T59" fmla="*/ 415 h 497"/>
                <a:gd name="T60" fmla="*/ 700 w 799"/>
                <a:gd name="T61" fmla="*/ 415 h 497"/>
                <a:gd name="T62" fmla="*/ 767 w 799"/>
                <a:gd name="T63" fmla="*/ 400 h 497"/>
                <a:gd name="T64" fmla="*/ 730 w 799"/>
                <a:gd name="T65" fmla="*/ 400 h 497"/>
                <a:gd name="T66" fmla="*/ 569 w 799"/>
                <a:gd name="T67" fmla="*/ 400 h 497"/>
                <a:gd name="T68" fmla="*/ 463 w 799"/>
                <a:gd name="T69" fmla="*/ 263 h 497"/>
                <a:gd name="T70" fmla="*/ 716 w 799"/>
                <a:gd name="T71" fmla="*/ 263 h 497"/>
                <a:gd name="T72" fmla="*/ 767 w 799"/>
                <a:gd name="T73" fmla="*/ 315 h 4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99" h="497">
                  <a:moveTo>
                    <a:pt x="716" y="233"/>
                  </a:moveTo>
                  <a:lnTo>
                    <a:pt x="716" y="233"/>
                  </a:lnTo>
                  <a:cubicBezTo>
                    <a:pt x="660" y="233"/>
                    <a:pt x="660" y="233"/>
                    <a:pt x="660" y="233"/>
                  </a:cubicBezTo>
                  <a:cubicBezTo>
                    <a:pt x="654" y="220"/>
                    <a:pt x="646" y="198"/>
                    <a:pt x="634" y="174"/>
                  </a:cubicBezTo>
                  <a:cubicBezTo>
                    <a:pt x="624" y="157"/>
                    <a:pt x="613" y="139"/>
                    <a:pt x="599" y="125"/>
                  </a:cubicBezTo>
                  <a:cubicBezTo>
                    <a:pt x="592" y="118"/>
                    <a:pt x="585" y="111"/>
                    <a:pt x="576" y="107"/>
                  </a:cubicBezTo>
                  <a:cubicBezTo>
                    <a:pt x="568" y="103"/>
                    <a:pt x="558" y="100"/>
                    <a:pt x="548" y="100"/>
                  </a:cubicBezTo>
                  <a:cubicBezTo>
                    <a:pt x="463" y="100"/>
                    <a:pt x="463" y="100"/>
                    <a:pt x="463" y="100"/>
                  </a:cubicBezTo>
                  <a:cubicBezTo>
                    <a:pt x="463" y="47"/>
                    <a:pt x="463" y="47"/>
                    <a:pt x="463" y="47"/>
                  </a:cubicBezTo>
                  <a:cubicBezTo>
                    <a:pt x="463" y="21"/>
                    <a:pt x="442" y="0"/>
                    <a:pt x="416" y="0"/>
                  </a:cubicBezTo>
                  <a:cubicBezTo>
                    <a:pt x="48" y="0"/>
                    <a:pt x="48" y="0"/>
                    <a:pt x="48" y="0"/>
                  </a:cubicBezTo>
                  <a:cubicBezTo>
                    <a:pt x="21" y="0"/>
                    <a:pt x="0" y="21"/>
                    <a:pt x="0" y="47"/>
                  </a:cubicBezTo>
                  <a:cubicBezTo>
                    <a:pt x="0" y="415"/>
                    <a:pt x="0" y="415"/>
                    <a:pt x="0" y="415"/>
                  </a:cubicBezTo>
                  <a:cubicBezTo>
                    <a:pt x="0" y="420"/>
                    <a:pt x="2" y="422"/>
                    <a:pt x="5" y="425"/>
                  </a:cubicBezTo>
                  <a:cubicBezTo>
                    <a:pt x="7" y="428"/>
                    <a:pt x="10" y="429"/>
                    <a:pt x="14" y="429"/>
                  </a:cubicBezTo>
                  <a:cubicBezTo>
                    <a:pt x="67" y="429"/>
                    <a:pt x="67" y="429"/>
                    <a:pt x="67" y="429"/>
                  </a:cubicBezTo>
                  <a:cubicBezTo>
                    <a:pt x="74" y="468"/>
                    <a:pt x="108" y="496"/>
                    <a:pt x="148" y="496"/>
                  </a:cubicBezTo>
                  <a:cubicBezTo>
                    <a:pt x="189" y="496"/>
                    <a:pt x="221" y="468"/>
                    <a:pt x="229" y="429"/>
                  </a:cubicBezTo>
                  <a:cubicBezTo>
                    <a:pt x="448" y="429"/>
                    <a:pt x="448" y="429"/>
                    <a:pt x="448" y="429"/>
                  </a:cubicBezTo>
                  <a:cubicBezTo>
                    <a:pt x="569" y="429"/>
                    <a:pt x="569" y="429"/>
                    <a:pt x="569" y="429"/>
                  </a:cubicBezTo>
                  <a:cubicBezTo>
                    <a:pt x="576" y="468"/>
                    <a:pt x="608" y="496"/>
                    <a:pt x="649" y="496"/>
                  </a:cubicBezTo>
                  <a:cubicBezTo>
                    <a:pt x="689" y="496"/>
                    <a:pt x="723" y="468"/>
                    <a:pt x="730" y="429"/>
                  </a:cubicBezTo>
                  <a:cubicBezTo>
                    <a:pt x="783" y="429"/>
                    <a:pt x="783" y="429"/>
                    <a:pt x="783" y="429"/>
                  </a:cubicBezTo>
                  <a:cubicBezTo>
                    <a:pt x="787" y="429"/>
                    <a:pt x="791" y="428"/>
                    <a:pt x="794" y="425"/>
                  </a:cubicBezTo>
                  <a:cubicBezTo>
                    <a:pt x="795" y="422"/>
                    <a:pt x="798" y="420"/>
                    <a:pt x="798" y="415"/>
                  </a:cubicBezTo>
                  <a:cubicBezTo>
                    <a:pt x="798" y="315"/>
                    <a:pt x="798" y="315"/>
                    <a:pt x="798" y="315"/>
                  </a:cubicBezTo>
                  <a:cubicBezTo>
                    <a:pt x="798" y="270"/>
                    <a:pt x="760" y="233"/>
                    <a:pt x="716" y="233"/>
                  </a:cubicBezTo>
                  <a:close/>
                  <a:moveTo>
                    <a:pt x="548" y="129"/>
                  </a:moveTo>
                  <a:lnTo>
                    <a:pt x="548" y="129"/>
                  </a:lnTo>
                  <a:cubicBezTo>
                    <a:pt x="553" y="129"/>
                    <a:pt x="557" y="131"/>
                    <a:pt x="562" y="134"/>
                  </a:cubicBezTo>
                  <a:cubicBezTo>
                    <a:pt x="571" y="138"/>
                    <a:pt x="581" y="148"/>
                    <a:pt x="589" y="160"/>
                  </a:cubicBezTo>
                  <a:cubicBezTo>
                    <a:pt x="603" y="178"/>
                    <a:pt x="614" y="202"/>
                    <a:pt x="622" y="220"/>
                  </a:cubicBezTo>
                  <a:cubicBezTo>
                    <a:pt x="624" y="224"/>
                    <a:pt x="627" y="230"/>
                    <a:pt x="628" y="233"/>
                  </a:cubicBezTo>
                  <a:cubicBezTo>
                    <a:pt x="463" y="233"/>
                    <a:pt x="463" y="233"/>
                    <a:pt x="463" y="233"/>
                  </a:cubicBezTo>
                  <a:cubicBezTo>
                    <a:pt x="463" y="129"/>
                    <a:pt x="463" y="129"/>
                    <a:pt x="463" y="129"/>
                  </a:cubicBezTo>
                  <a:lnTo>
                    <a:pt x="548" y="129"/>
                  </a:lnTo>
                  <a:close/>
                  <a:moveTo>
                    <a:pt x="30" y="47"/>
                  </a:moveTo>
                  <a:lnTo>
                    <a:pt x="30" y="47"/>
                  </a:lnTo>
                  <a:cubicBezTo>
                    <a:pt x="30" y="43"/>
                    <a:pt x="31" y="37"/>
                    <a:pt x="35" y="35"/>
                  </a:cubicBezTo>
                  <a:cubicBezTo>
                    <a:pt x="38" y="32"/>
                    <a:pt x="42" y="29"/>
                    <a:pt x="48" y="29"/>
                  </a:cubicBezTo>
                  <a:cubicBezTo>
                    <a:pt x="416" y="29"/>
                    <a:pt x="416" y="29"/>
                    <a:pt x="416" y="29"/>
                  </a:cubicBezTo>
                  <a:cubicBezTo>
                    <a:pt x="420" y="29"/>
                    <a:pt x="424" y="32"/>
                    <a:pt x="429" y="35"/>
                  </a:cubicBezTo>
                  <a:cubicBezTo>
                    <a:pt x="431" y="37"/>
                    <a:pt x="434" y="43"/>
                    <a:pt x="434" y="47"/>
                  </a:cubicBezTo>
                  <a:cubicBezTo>
                    <a:pt x="434" y="114"/>
                    <a:pt x="434" y="114"/>
                    <a:pt x="434" y="114"/>
                  </a:cubicBezTo>
                  <a:cubicBezTo>
                    <a:pt x="434" y="248"/>
                    <a:pt x="434" y="248"/>
                    <a:pt x="434" y="248"/>
                  </a:cubicBezTo>
                  <a:cubicBezTo>
                    <a:pt x="434" y="400"/>
                    <a:pt x="434" y="400"/>
                    <a:pt x="434" y="400"/>
                  </a:cubicBezTo>
                  <a:cubicBezTo>
                    <a:pt x="229" y="400"/>
                    <a:pt x="229" y="400"/>
                    <a:pt x="229" y="400"/>
                  </a:cubicBezTo>
                  <a:cubicBezTo>
                    <a:pt x="221" y="362"/>
                    <a:pt x="189" y="333"/>
                    <a:pt x="148" y="333"/>
                  </a:cubicBezTo>
                  <a:cubicBezTo>
                    <a:pt x="108" y="333"/>
                    <a:pt x="74" y="362"/>
                    <a:pt x="67" y="400"/>
                  </a:cubicBezTo>
                  <a:cubicBezTo>
                    <a:pt x="30" y="400"/>
                    <a:pt x="30" y="400"/>
                    <a:pt x="30" y="400"/>
                  </a:cubicBezTo>
                  <a:lnTo>
                    <a:pt x="30" y="47"/>
                  </a:lnTo>
                  <a:close/>
                  <a:moveTo>
                    <a:pt x="148" y="467"/>
                  </a:moveTo>
                  <a:lnTo>
                    <a:pt x="148" y="467"/>
                  </a:lnTo>
                  <a:cubicBezTo>
                    <a:pt x="119" y="467"/>
                    <a:pt x="97" y="443"/>
                    <a:pt x="97" y="415"/>
                  </a:cubicBezTo>
                  <a:cubicBezTo>
                    <a:pt x="97" y="386"/>
                    <a:pt x="119" y="364"/>
                    <a:pt x="148" y="364"/>
                  </a:cubicBezTo>
                  <a:cubicBezTo>
                    <a:pt x="177" y="364"/>
                    <a:pt x="200" y="386"/>
                    <a:pt x="200" y="415"/>
                  </a:cubicBezTo>
                  <a:cubicBezTo>
                    <a:pt x="200" y="443"/>
                    <a:pt x="177" y="467"/>
                    <a:pt x="148" y="467"/>
                  </a:cubicBezTo>
                  <a:close/>
                  <a:moveTo>
                    <a:pt x="649" y="467"/>
                  </a:moveTo>
                  <a:lnTo>
                    <a:pt x="649" y="467"/>
                  </a:lnTo>
                  <a:cubicBezTo>
                    <a:pt x="621" y="467"/>
                    <a:pt x="597" y="443"/>
                    <a:pt x="597" y="415"/>
                  </a:cubicBezTo>
                  <a:cubicBezTo>
                    <a:pt x="597" y="386"/>
                    <a:pt x="621" y="364"/>
                    <a:pt x="649" y="364"/>
                  </a:cubicBezTo>
                  <a:cubicBezTo>
                    <a:pt x="678" y="364"/>
                    <a:pt x="700" y="386"/>
                    <a:pt x="700" y="415"/>
                  </a:cubicBezTo>
                  <a:cubicBezTo>
                    <a:pt x="700" y="443"/>
                    <a:pt x="678" y="467"/>
                    <a:pt x="649" y="467"/>
                  </a:cubicBezTo>
                  <a:close/>
                  <a:moveTo>
                    <a:pt x="767" y="400"/>
                  </a:moveTo>
                  <a:lnTo>
                    <a:pt x="767" y="400"/>
                  </a:lnTo>
                  <a:cubicBezTo>
                    <a:pt x="730" y="400"/>
                    <a:pt x="730" y="400"/>
                    <a:pt x="730" y="400"/>
                  </a:cubicBezTo>
                  <a:cubicBezTo>
                    <a:pt x="723" y="362"/>
                    <a:pt x="689" y="333"/>
                    <a:pt x="649" y="333"/>
                  </a:cubicBezTo>
                  <a:cubicBezTo>
                    <a:pt x="608" y="333"/>
                    <a:pt x="576" y="362"/>
                    <a:pt x="569" y="400"/>
                  </a:cubicBezTo>
                  <a:cubicBezTo>
                    <a:pt x="463" y="400"/>
                    <a:pt x="463" y="400"/>
                    <a:pt x="463" y="400"/>
                  </a:cubicBezTo>
                  <a:cubicBezTo>
                    <a:pt x="463" y="263"/>
                    <a:pt x="463" y="263"/>
                    <a:pt x="463" y="263"/>
                  </a:cubicBezTo>
                  <a:cubicBezTo>
                    <a:pt x="649" y="263"/>
                    <a:pt x="649" y="263"/>
                    <a:pt x="649" y="263"/>
                  </a:cubicBezTo>
                  <a:cubicBezTo>
                    <a:pt x="716" y="263"/>
                    <a:pt x="716" y="263"/>
                    <a:pt x="716" y="263"/>
                  </a:cubicBezTo>
                  <a:cubicBezTo>
                    <a:pt x="730" y="263"/>
                    <a:pt x="744" y="269"/>
                    <a:pt x="752" y="279"/>
                  </a:cubicBezTo>
                  <a:cubicBezTo>
                    <a:pt x="762" y="287"/>
                    <a:pt x="767" y="301"/>
                    <a:pt x="767" y="315"/>
                  </a:cubicBezTo>
                  <a:lnTo>
                    <a:pt x="767" y="40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62" name="Group 677">
            <a:extLst>
              <a:ext uri="{FF2B5EF4-FFF2-40B4-BE49-F238E27FC236}">
                <a16:creationId xmlns:a16="http://schemas.microsoft.com/office/drawing/2014/main" id="{03F9C89F-BC42-8385-AE5C-EF0C819C81A3}"/>
              </a:ext>
            </a:extLst>
          </p:cNvPr>
          <p:cNvGrpSpPr/>
          <p:nvPr/>
        </p:nvGrpSpPr>
        <p:grpSpPr>
          <a:xfrm>
            <a:off x="5072991" y="5901655"/>
            <a:ext cx="328613" cy="342900"/>
            <a:chOff x="3048000" y="6321425"/>
            <a:chExt cx="328613" cy="342900"/>
          </a:xfrm>
          <a:solidFill>
            <a:schemeClr val="accent4"/>
          </a:solidFill>
        </p:grpSpPr>
        <p:sp>
          <p:nvSpPr>
            <p:cNvPr id="663" name="Freeform 557">
              <a:extLst>
                <a:ext uri="{FF2B5EF4-FFF2-40B4-BE49-F238E27FC236}">
                  <a16:creationId xmlns:a16="http://schemas.microsoft.com/office/drawing/2014/main" id="{62AF13BF-FA15-DB74-DB32-4A98F490831A}"/>
                </a:ext>
              </a:extLst>
            </p:cNvPr>
            <p:cNvSpPr>
              <a:spLocks noChangeArrowheads="1"/>
            </p:cNvSpPr>
            <p:nvPr/>
          </p:nvSpPr>
          <p:spPr bwMode="auto">
            <a:xfrm>
              <a:off x="3181350" y="6456363"/>
              <a:ext cx="195263" cy="169862"/>
            </a:xfrm>
            <a:custGeom>
              <a:avLst/>
              <a:gdLst>
                <a:gd name="T0" fmla="*/ 527 w 541"/>
                <a:gd name="T1" fmla="*/ 232 h 473"/>
                <a:gd name="T2" fmla="*/ 527 w 541"/>
                <a:gd name="T3" fmla="*/ 232 h 473"/>
                <a:gd name="T4" fmla="*/ 474 w 541"/>
                <a:gd name="T5" fmla="*/ 156 h 473"/>
                <a:gd name="T6" fmla="*/ 400 w 541"/>
                <a:gd name="T7" fmla="*/ 121 h 473"/>
                <a:gd name="T8" fmla="*/ 323 w 541"/>
                <a:gd name="T9" fmla="*/ 36 h 473"/>
                <a:gd name="T10" fmla="*/ 203 w 541"/>
                <a:gd name="T11" fmla="*/ 0 h 473"/>
                <a:gd name="T12" fmla="*/ 85 w 541"/>
                <a:gd name="T13" fmla="*/ 34 h 473"/>
                <a:gd name="T14" fmla="*/ 6 w 541"/>
                <a:gd name="T15" fmla="*/ 123 h 473"/>
                <a:gd name="T16" fmla="*/ 14 w 541"/>
                <a:gd name="T17" fmla="*/ 148 h 473"/>
                <a:gd name="T18" fmla="*/ 37 w 541"/>
                <a:gd name="T19" fmla="*/ 140 h 473"/>
                <a:gd name="T20" fmla="*/ 104 w 541"/>
                <a:gd name="T21" fmla="*/ 64 h 473"/>
                <a:gd name="T22" fmla="*/ 203 w 541"/>
                <a:gd name="T23" fmla="*/ 36 h 473"/>
                <a:gd name="T24" fmla="*/ 303 w 541"/>
                <a:gd name="T25" fmla="*/ 66 h 473"/>
                <a:gd name="T26" fmla="*/ 371 w 541"/>
                <a:gd name="T27" fmla="*/ 144 h 473"/>
                <a:gd name="T28" fmla="*/ 384 w 541"/>
                <a:gd name="T29" fmla="*/ 154 h 473"/>
                <a:gd name="T30" fmla="*/ 470 w 541"/>
                <a:gd name="T31" fmla="*/ 202 h 473"/>
                <a:gd name="T32" fmla="*/ 494 w 541"/>
                <a:gd name="T33" fmla="*/ 244 h 473"/>
                <a:gd name="T34" fmla="*/ 504 w 541"/>
                <a:gd name="T35" fmla="*/ 294 h 473"/>
                <a:gd name="T36" fmla="*/ 502 w 541"/>
                <a:gd name="T37" fmla="*/ 316 h 473"/>
                <a:gd name="T38" fmla="*/ 485 w 541"/>
                <a:gd name="T39" fmla="*/ 364 h 473"/>
                <a:gd name="T40" fmla="*/ 431 w 541"/>
                <a:gd name="T41" fmla="*/ 416 h 473"/>
                <a:gd name="T42" fmla="*/ 356 w 541"/>
                <a:gd name="T43" fmla="*/ 436 h 473"/>
                <a:gd name="T44" fmla="*/ 319 w 541"/>
                <a:gd name="T45" fmla="*/ 436 h 473"/>
                <a:gd name="T46" fmla="*/ 301 w 541"/>
                <a:gd name="T47" fmla="*/ 454 h 473"/>
                <a:gd name="T48" fmla="*/ 319 w 541"/>
                <a:gd name="T49" fmla="*/ 472 h 473"/>
                <a:gd name="T50" fmla="*/ 319 w 541"/>
                <a:gd name="T51" fmla="*/ 472 h 473"/>
                <a:gd name="T52" fmla="*/ 356 w 541"/>
                <a:gd name="T53" fmla="*/ 472 h 473"/>
                <a:gd name="T54" fmla="*/ 475 w 541"/>
                <a:gd name="T55" fmla="*/ 430 h 473"/>
                <a:gd name="T56" fmla="*/ 516 w 541"/>
                <a:gd name="T57" fmla="*/ 381 h 473"/>
                <a:gd name="T58" fmla="*/ 537 w 541"/>
                <a:gd name="T59" fmla="*/ 320 h 473"/>
                <a:gd name="T60" fmla="*/ 540 w 541"/>
                <a:gd name="T61" fmla="*/ 294 h 473"/>
                <a:gd name="T62" fmla="*/ 527 w 541"/>
                <a:gd name="T63" fmla="*/ 232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1" h="473">
                  <a:moveTo>
                    <a:pt x="527" y="232"/>
                  </a:moveTo>
                  <a:lnTo>
                    <a:pt x="527" y="232"/>
                  </a:lnTo>
                  <a:cubicBezTo>
                    <a:pt x="516" y="202"/>
                    <a:pt x="498" y="176"/>
                    <a:pt x="474" y="156"/>
                  </a:cubicBezTo>
                  <a:cubicBezTo>
                    <a:pt x="453" y="139"/>
                    <a:pt x="427" y="126"/>
                    <a:pt x="400" y="121"/>
                  </a:cubicBezTo>
                  <a:cubicBezTo>
                    <a:pt x="382" y="86"/>
                    <a:pt x="356" y="58"/>
                    <a:pt x="323" y="36"/>
                  </a:cubicBezTo>
                  <a:cubicBezTo>
                    <a:pt x="288" y="14"/>
                    <a:pt x="247" y="0"/>
                    <a:pt x="203" y="0"/>
                  </a:cubicBezTo>
                  <a:cubicBezTo>
                    <a:pt x="159" y="0"/>
                    <a:pt x="120" y="12"/>
                    <a:pt x="85" y="34"/>
                  </a:cubicBezTo>
                  <a:cubicBezTo>
                    <a:pt x="51" y="56"/>
                    <a:pt x="23" y="88"/>
                    <a:pt x="6" y="123"/>
                  </a:cubicBezTo>
                  <a:cubicBezTo>
                    <a:pt x="0" y="133"/>
                    <a:pt x="4" y="143"/>
                    <a:pt x="14" y="148"/>
                  </a:cubicBezTo>
                  <a:cubicBezTo>
                    <a:pt x="22" y="152"/>
                    <a:pt x="33" y="148"/>
                    <a:pt x="37" y="140"/>
                  </a:cubicBezTo>
                  <a:cubicBezTo>
                    <a:pt x="52" y="108"/>
                    <a:pt x="76" y="82"/>
                    <a:pt x="104" y="64"/>
                  </a:cubicBezTo>
                  <a:cubicBezTo>
                    <a:pt x="132" y="47"/>
                    <a:pt x="166" y="36"/>
                    <a:pt x="203" y="36"/>
                  </a:cubicBezTo>
                  <a:cubicBezTo>
                    <a:pt x="240" y="36"/>
                    <a:pt x="275" y="47"/>
                    <a:pt x="303" y="66"/>
                  </a:cubicBezTo>
                  <a:cubicBezTo>
                    <a:pt x="332" y="85"/>
                    <a:pt x="356" y="112"/>
                    <a:pt x="371" y="144"/>
                  </a:cubicBezTo>
                  <a:cubicBezTo>
                    <a:pt x="373" y="150"/>
                    <a:pt x="378" y="154"/>
                    <a:pt x="384" y="154"/>
                  </a:cubicBezTo>
                  <a:cubicBezTo>
                    <a:pt x="417" y="159"/>
                    <a:pt x="448" y="177"/>
                    <a:pt x="470" y="202"/>
                  </a:cubicBezTo>
                  <a:cubicBezTo>
                    <a:pt x="481" y="214"/>
                    <a:pt x="489" y="228"/>
                    <a:pt x="494" y="244"/>
                  </a:cubicBezTo>
                  <a:cubicBezTo>
                    <a:pt x="500" y="259"/>
                    <a:pt x="504" y="276"/>
                    <a:pt x="504" y="294"/>
                  </a:cubicBezTo>
                  <a:cubicBezTo>
                    <a:pt x="504" y="300"/>
                    <a:pt x="502" y="309"/>
                    <a:pt x="502" y="316"/>
                  </a:cubicBezTo>
                  <a:cubicBezTo>
                    <a:pt x="500" y="333"/>
                    <a:pt x="494" y="349"/>
                    <a:pt x="485" y="364"/>
                  </a:cubicBezTo>
                  <a:cubicBezTo>
                    <a:pt x="472" y="386"/>
                    <a:pt x="453" y="403"/>
                    <a:pt x="431" y="416"/>
                  </a:cubicBezTo>
                  <a:cubicBezTo>
                    <a:pt x="409" y="430"/>
                    <a:pt x="383" y="436"/>
                    <a:pt x="356" y="436"/>
                  </a:cubicBezTo>
                  <a:cubicBezTo>
                    <a:pt x="319" y="436"/>
                    <a:pt x="319" y="436"/>
                    <a:pt x="319" y="436"/>
                  </a:cubicBezTo>
                  <a:cubicBezTo>
                    <a:pt x="309" y="436"/>
                    <a:pt x="301" y="445"/>
                    <a:pt x="301" y="454"/>
                  </a:cubicBezTo>
                  <a:cubicBezTo>
                    <a:pt x="301" y="464"/>
                    <a:pt x="309" y="472"/>
                    <a:pt x="319" y="472"/>
                  </a:cubicBezTo>
                  <a:lnTo>
                    <a:pt x="319" y="472"/>
                  </a:lnTo>
                  <a:cubicBezTo>
                    <a:pt x="356" y="472"/>
                    <a:pt x="356" y="472"/>
                    <a:pt x="356" y="472"/>
                  </a:cubicBezTo>
                  <a:cubicBezTo>
                    <a:pt x="400" y="472"/>
                    <a:pt x="442" y="457"/>
                    <a:pt x="475" y="430"/>
                  </a:cubicBezTo>
                  <a:cubicBezTo>
                    <a:pt x="492" y="416"/>
                    <a:pt x="505" y="401"/>
                    <a:pt x="516" y="381"/>
                  </a:cubicBezTo>
                  <a:cubicBezTo>
                    <a:pt x="527" y="364"/>
                    <a:pt x="534" y="343"/>
                    <a:pt x="537" y="320"/>
                  </a:cubicBezTo>
                  <a:cubicBezTo>
                    <a:pt x="538" y="311"/>
                    <a:pt x="540" y="303"/>
                    <a:pt x="540" y="294"/>
                  </a:cubicBezTo>
                  <a:cubicBezTo>
                    <a:pt x="540" y="272"/>
                    <a:pt x="535" y="251"/>
                    <a:pt x="527" y="23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4" name="Freeform 558">
              <a:extLst>
                <a:ext uri="{FF2B5EF4-FFF2-40B4-BE49-F238E27FC236}">
                  <a16:creationId xmlns:a16="http://schemas.microsoft.com/office/drawing/2014/main" id="{8031AD47-23EF-1C63-A71A-F3E24A719AB4}"/>
                </a:ext>
              </a:extLst>
            </p:cNvPr>
            <p:cNvSpPr>
              <a:spLocks noChangeArrowheads="1"/>
            </p:cNvSpPr>
            <p:nvPr/>
          </p:nvSpPr>
          <p:spPr bwMode="auto">
            <a:xfrm>
              <a:off x="3124200" y="6516688"/>
              <a:ext cx="100013" cy="109537"/>
            </a:xfrm>
            <a:custGeom>
              <a:avLst/>
              <a:gdLst>
                <a:gd name="T0" fmla="*/ 272 w 280"/>
                <a:gd name="T1" fmla="*/ 54 h 303"/>
                <a:gd name="T2" fmla="*/ 272 w 280"/>
                <a:gd name="T3" fmla="*/ 54 h 303"/>
                <a:gd name="T4" fmla="*/ 225 w 280"/>
                <a:gd name="T5" fmla="*/ 15 h 303"/>
                <a:gd name="T6" fmla="*/ 198 w 280"/>
                <a:gd name="T7" fmla="*/ 4 h 303"/>
                <a:gd name="T8" fmla="*/ 167 w 280"/>
                <a:gd name="T9" fmla="*/ 0 h 303"/>
                <a:gd name="T10" fmla="*/ 49 w 280"/>
                <a:gd name="T11" fmla="*/ 44 h 303"/>
                <a:gd name="T12" fmla="*/ 14 w 280"/>
                <a:gd name="T13" fmla="*/ 92 h 303"/>
                <a:gd name="T14" fmla="*/ 0 w 280"/>
                <a:gd name="T15" fmla="*/ 151 h 303"/>
                <a:gd name="T16" fmla="*/ 14 w 280"/>
                <a:gd name="T17" fmla="*/ 210 h 303"/>
                <a:gd name="T18" fmla="*/ 74 w 280"/>
                <a:gd name="T19" fmla="*/ 276 h 303"/>
                <a:gd name="T20" fmla="*/ 167 w 280"/>
                <a:gd name="T21" fmla="*/ 302 h 303"/>
                <a:gd name="T22" fmla="*/ 185 w 280"/>
                <a:gd name="T23" fmla="*/ 284 h 303"/>
                <a:gd name="T24" fmla="*/ 167 w 280"/>
                <a:gd name="T25" fmla="*/ 266 h 303"/>
                <a:gd name="T26" fmla="*/ 167 w 280"/>
                <a:gd name="T27" fmla="*/ 266 h 303"/>
                <a:gd name="T28" fmla="*/ 74 w 280"/>
                <a:gd name="T29" fmla="*/ 232 h 303"/>
                <a:gd name="T30" fmla="*/ 47 w 280"/>
                <a:gd name="T31" fmla="*/ 195 h 303"/>
                <a:gd name="T32" fmla="*/ 36 w 280"/>
                <a:gd name="T33" fmla="*/ 151 h 303"/>
                <a:gd name="T34" fmla="*/ 47 w 280"/>
                <a:gd name="T35" fmla="*/ 107 h 303"/>
                <a:gd name="T36" fmla="*/ 93 w 280"/>
                <a:gd name="T37" fmla="*/ 55 h 303"/>
                <a:gd name="T38" fmla="*/ 167 w 280"/>
                <a:gd name="T39" fmla="*/ 36 h 303"/>
                <a:gd name="T40" fmla="*/ 188 w 280"/>
                <a:gd name="T41" fmla="*/ 39 h 303"/>
                <a:gd name="T42" fmla="*/ 218 w 280"/>
                <a:gd name="T43" fmla="*/ 52 h 303"/>
                <a:gd name="T44" fmla="*/ 244 w 280"/>
                <a:gd name="T45" fmla="*/ 77 h 303"/>
                <a:gd name="T46" fmla="*/ 270 w 280"/>
                <a:gd name="T47" fmla="*/ 80 h 303"/>
                <a:gd name="T48" fmla="*/ 272 w 280"/>
                <a:gd name="T49" fmla="*/ 54 h 3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80" h="303">
                  <a:moveTo>
                    <a:pt x="272" y="54"/>
                  </a:moveTo>
                  <a:lnTo>
                    <a:pt x="272" y="54"/>
                  </a:lnTo>
                  <a:cubicBezTo>
                    <a:pt x="259" y="39"/>
                    <a:pt x="243" y="25"/>
                    <a:pt x="225" y="15"/>
                  </a:cubicBezTo>
                  <a:cubicBezTo>
                    <a:pt x="217" y="11"/>
                    <a:pt x="207" y="7"/>
                    <a:pt x="198" y="4"/>
                  </a:cubicBezTo>
                  <a:cubicBezTo>
                    <a:pt x="188" y="1"/>
                    <a:pt x="177" y="0"/>
                    <a:pt x="167" y="0"/>
                  </a:cubicBezTo>
                  <a:cubicBezTo>
                    <a:pt x="122" y="0"/>
                    <a:pt x="79" y="17"/>
                    <a:pt x="49" y="44"/>
                  </a:cubicBezTo>
                  <a:cubicBezTo>
                    <a:pt x="34" y="56"/>
                    <a:pt x="22" y="73"/>
                    <a:pt x="14" y="92"/>
                  </a:cubicBezTo>
                  <a:cubicBezTo>
                    <a:pt x="5" y="110"/>
                    <a:pt x="0" y="129"/>
                    <a:pt x="0" y="151"/>
                  </a:cubicBezTo>
                  <a:cubicBezTo>
                    <a:pt x="0" y="172"/>
                    <a:pt x="5" y="192"/>
                    <a:pt x="14" y="210"/>
                  </a:cubicBezTo>
                  <a:cubicBezTo>
                    <a:pt x="26" y="238"/>
                    <a:pt x="48" y="261"/>
                    <a:pt x="74" y="276"/>
                  </a:cubicBezTo>
                  <a:cubicBezTo>
                    <a:pt x="101" y="292"/>
                    <a:pt x="133" y="302"/>
                    <a:pt x="167" y="302"/>
                  </a:cubicBezTo>
                  <a:cubicBezTo>
                    <a:pt x="177" y="302"/>
                    <a:pt x="185" y="294"/>
                    <a:pt x="185" y="284"/>
                  </a:cubicBezTo>
                  <a:cubicBezTo>
                    <a:pt x="185" y="275"/>
                    <a:pt x="177" y="266"/>
                    <a:pt x="167" y="266"/>
                  </a:cubicBezTo>
                  <a:lnTo>
                    <a:pt x="167" y="266"/>
                  </a:lnTo>
                  <a:cubicBezTo>
                    <a:pt x="130" y="266"/>
                    <a:pt x="97" y="253"/>
                    <a:pt x="74" y="232"/>
                  </a:cubicBezTo>
                  <a:cubicBezTo>
                    <a:pt x="62" y="221"/>
                    <a:pt x="52" y="209"/>
                    <a:pt x="47" y="195"/>
                  </a:cubicBezTo>
                  <a:cubicBezTo>
                    <a:pt x="40" y="181"/>
                    <a:pt x="36" y="166"/>
                    <a:pt x="36" y="151"/>
                  </a:cubicBezTo>
                  <a:cubicBezTo>
                    <a:pt x="36" y="135"/>
                    <a:pt x="40" y="121"/>
                    <a:pt x="47" y="107"/>
                  </a:cubicBezTo>
                  <a:cubicBezTo>
                    <a:pt x="56" y="87"/>
                    <a:pt x="73" y="69"/>
                    <a:pt x="93" y="55"/>
                  </a:cubicBezTo>
                  <a:cubicBezTo>
                    <a:pt x="114" y="43"/>
                    <a:pt x="140" y="36"/>
                    <a:pt x="167" y="36"/>
                  </a:cubicBezTo>
                  <a:cubicBezTo>
                    <a:pt x="174" y="36"/>
                    <a:pt x="181" y="36"/>
                    <a:pt x="188" y="39"/>
                  </a:cubicBezTo>
                  <a:cubicBezTo>
                    <a:pt x="199" y="41"/>
                    <a:pt x="209" y="47"/>
                    <a:pt x="218" y="52"/>
                  </a:cubicBezTo>
                  <a:cubicBezTo>
                    <a:pt x="228" y="59"/>
                    <a:pt x="237" y="67"/>
                    <a:pt x="244" y="77"/>
                  </a:cubicBezTo>
                  <a:cubicBezTo>
                    <a:pt x="251" y="84"/>
                    <a:pt x="262" y="85"/>
                    <a:pt x="270" y="80"/>
                  </a:cubicBezTo>
                  <a:cubicBezTo>
                    <a:pt x="277" y="73"/>
                    <a:pt x="279" y="62"/>
                    <a:pt x="272" y="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5" name="Freeform 559">
              <a:extLst>
                <a:ext uri="{FF2B5EF4-FFF2-40B4-BE49-F238E27FC236}">
                  <a16:creationId xmlns:a16="http://schemas.microsoft.com/office/drawing/2014/main" id="{15F45B30-29A6-9E9B-C957-C4217A1B25D6}"/>
                </a:ext>
              </a:extLst>
            </p:cNvPr>
            <p:cNvSpPr>
              <a:spLocks noChangeArrowheads="1"/>
            </p:cNvSpPr>
            <p:nvPr/>
          </p:nvSpPr>
          <p:spPr bwMode="auto">
            <a:xfrm>
              <a:off x="3194050" y="6588125"/>
              <a:ext cx="25400" cy="57150"/>
            </a:xfrm>
            <a:custGeom>
              <a:avLst/>
              <a:gdLst>
                <a:gd name="T0" fmla="*/ 54 w 71"/>
                <a:gd name="T1" fmla="*/ 3 h 160"/>
                <a:gd name="T2" fmla="*/ 54 w 71"/>
                <a:gd name="T3" fmla="*/ 3 h 160"/>
                <a:gd name="T4" fmla="*/ 33 w 71"/>
                <a:gd name="T5" fmla="*/ 15 h 160"/>
                <a:gd name="T6" fmla="*/ 3 w 71"/>
                <a:gd name="T7" fmla="*/ 136 h 160"/>
                <a:gd name="T8" fmla="*/ 15 w 71"/>
                <a:gd name="T9" fmla="*/ 156 h 160"/>
                <a:gd name="T10" fmla="*/ 37 w 71"/>
                <a:gd name="T11" fmla="*/ 144 h 160"/>
                <a:gd name="T12" fmla="*/ 67 w 71"/>
                <a:gd name="T13" fmla="*/ 23 h 160"/>
                <a:gd name="T14" fmla="*/ 54 w 71"/>
                <a:gd name="T15" fmla="*/ 3 h 16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1" h="160">
                  <a:moveTo>
                    <a:pt x="54" y="3"/>
                  </a:moveTo>
                  <a:lnTo>
                    <a:pt x="54" y="3"/>
                  </a:lnTo>
                  <a:cubicBezTo>
                    <a:pt x="44" y="0"/>
                    <a:pt x="34" y="5"/>
                    <a:pt x="33" y="15"/>
                  </a:cubicBezTo>
                  <a:cubicBezTo>
                    <a:pt x="3" y="136"/>
                    <a:pt x="3" y="136"/>
                    <a:pt x="3" y="136"/>
                  </a:cubicBezTo>
                  <a:cubicBezTo>
                    <a:pt x="0" y="145"/>
                    <a:pt x="6" y="155"/>
                    <a:pt x="15" y="156"/>
                  </a:cubicBezTo>
                  <a:cubicBezTo>
                    <a:pt x="25" y="159"/>
                    <a:pt x="34" y="154"/>
                    <a:pt x="37" y="144"/>
                  </a:cubicBezTo>
                  <a:cubicBezTo>
                    <a:pt x="67" y="23"/>
                    <a:pt x="67" y="23"/>
                    <a:pt x="67" y="23"/>
                  </a:cubicBezTo>
                  <a:cubicBezTo>
                    <a:pt x="70" y="13"/>
                    <a:pt x="63" y="4"/>
                    <a:pt x="54"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6" name="Freeform 560">
              <a:extLst>
                <a:ext uri="{FF2B5EF4-FFF2-40B4-BE49-F238E27FC236}">
                  <a16:creationId xmlns:a16="http://schemas.microsoft.com/office/drawing/2014/main" id="{F51ACDAA-DCA2-AB3F-E049-1E0BDC02B11B}"/>
                </a:ext>
              </a:extLst>
            </p:cNvPr>
            <p:cNvSpPr>
              <a:spLocks noChangeArrowheads="1"/>
            </p:cNvSpPr>
            <p:nvPr/>
          </p:nvSpPr>
          <p:spPr bwMode="auto">
            <a:xfrm>
              <a:off x="3233738" y="6588125"/>
              <a:ext cx="19050" cy="33338"/>
            </a:xfrm>
            <a:custGeom>
              <a:avLst/>
              <a:gdLst>
                <a:gd name="T0" fmla="*/ 37 w 53"/>
                <a:gd name="T1" fmla="*/ 3 h 94"/>
                <a:gd name="T2" fmla="*/ 37 w 53"/>
                <a:gd name="T3" fmla="*/ 3 h 94"/>
                <a:gd name="T4" fmla="*/ 15 w 53"/>
                <a:gd name="T5" fmla="*/ 15 h 94"/>
                <a:gd name="T6" fmla="*/ 2 w 53"/>
                <a:gd name="T7" fmla="*/ 70 h 94"/>
                <a:gd name="T8" fmla="*/ 15 w 53"/>
                <a:gd name="T9" fmla="*/ 92 h 94"/>
                <a:gd name="T10" fmla="*/ 37 w 53"/>
                <a:gd name="T11" fmla="*/ 78 h 94"/>
                <a:gd name="T12" fmla="*/ 50 w 53"/>
                <a:gd name="T13" fmla="*/ 23 h 94"/>
                <a:gd name="T14" fmla="*/ 37 w 53"/>
                <a:gd name="T15" fmla="*/ 3 h 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3" h="94">
                  <a:moveTo>
                    <a:pt x="37" y="3"/>
                  </a:moveTo>
                  <a:lnTo>
                    <a:pt x="37" y="3"/>
                  </a:lnTo>
                  <a:cubicBezTo>
                    <a:pt x="28" y="0"/>
                    <a:pt x="18" y="5"/>
                    <a:pt x="15" y="15"/>
                  </a:cubicBezTo>
                  <a:cubicBezTo>
                    <a:pt x="2" y="70"/>
                    <a:pt x="2" y="70"/>
                    <a:pt x="2" y="70"/>
                  </a:cubicBezTo>
                  <a:cubicBezTo>
                    <a:pt x="0" y="79"/>
                    <a:pt x="6" y="89"/>
                    <a:pt x="15" y="92"/>
                  </a:cubicBezTo>
                  <a:cubicBezTo>
                    <a:pt x="25" y="93"/>
                    <a:pt x="35" y="88"/>
                    <a:pt x="37" y="78"/>
                  </a:cubicBezTo>
                  <a:cubicBezTo>
                    <a:pt x="50" y="23"/>
                    <a:pt x="50" y="23"/>
                    <a:pt x="50" y="23"/>
                  </a:cubicBezTo>
                  <a:cubicBezTo>
                    <a:pt x="52" y="13"/>
                    <a:pt x="47" y="4"/>
                    <a:pt x="37"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7" name="Freeform 561">
              <a:extLst>
                <a:ext uri="{FF2B5EF4-FFF2-40B4-BE49-F238E27FC236}">
                  <a16:creationId xmlns:a16="http://schemas.microsoft.com/office/drawing/2014/main" id="{D9D4325D-7C12-60D1-EB01-C7AFF024611B}"/>
                </a:ext>
              </a:extLst>
            </p:cNvPr>
            <p:cNvSpPr>
              <a:spLocks noChangeArrowheads="1"/>
            </p:cNvSpPr>
            <p:nvPr/>
          </p:nvSpPr>
          <p:spPr bwMode="auto">
            <a:xfrm>
              <a:off x="3255963" y="6577013"/>
              <a:ext cx="28575" cy="69850"/>
            </a:xfrm>
            <a:custGeom>
              <a:avLst/>
              <a:gdLst>
                <a:gd name="T0" fmla="*/ 63 w 79"/>
                <a:gd name="T1" fmla="*/ 2 h 194"/>
                <a:gd name="T2" fmla="*/ 63 w 79"/>
                <a:gd name="T3" fmla="*/ 2 h 194"/>
                <a:gd name="T4" fmla="*/ 41 w 79"/>
                <a:gd name="T5" fmla="*/ 15 h 194"/>
                <a:gd name="T6" fmla="*/ 2 w 79"/>
                <a:gd name="T7" fmla="*/ 170 h 194"/>
                <a:gd name="T8" fmla="*/ 15 w 79"/>
                <a:gd name="T9" fmla="*/ 192 h 194"/>
                <a:gd name="T10" fmla="*/ 37 w 79"/>
                <a:gd name="T11" fmla="*/ 178 h 194"/>
                <a:gd name="T12" fmla="*/ 75 w 79"/>
                <a:gd name="T13" fmla="*/ 24 h 194"/>
                <a:gd name="T14" fmla="*/ 63 w 79"/>
                <a:gd name="T15" fmla="*/ 2 h 19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9" h="194">
                  <a:moveTo>
                    <a:pt x="63" y="2"/>
                  </a:moveTo>
                  <a:lnTo>
                    <a:pt x="63" y="2"/>
                  </a:lnTo>
                  <a:cubicBezTo>
                    <a:pt x="53" y="0"/>
                    <a:pt x="44" y="5"/>
                    <a:pt x="41" y="15"/>
                  </a:cubicBezTo>
                  <a:cubicBezTo>
                    <a:pt x="2" y="170"/>
                    <a:pt x="2" y="170"/>
                    <a:pt x="2" y="170"/>
                  </a:cubicBezTo>
                  <a:cubicBezTo>
                    <a:pt x="0" y="179"/>
                    <a:pt x="5" y="189"/>
                    <a:pt x="15" y="192"/>
                  </a:cubicBezTo>
                  <a:cubicBezTo>
                    <a:pt x="24" y="193"/>
                    <a:pt x="34" y="188"/>
                    <a:pt x="37" y="178"/>
                  </a:cubicBezTo>
                  <a:cubicBezTo>
                    <a:pt x="75" y="24"/>
                    <a:pt x="75" y="24"/>
                    <a:pt x="75" y="24"/>
                  </a:cubicBezTo>
                  <a:cubicBezTo>
                    <a:pt x="78" y="15"/>
                    <a:pt x="72" y="4"/>
                    <a:pt x="63"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8" name="Freeform 562">
              <a:extLst>
                <a:ext uri="{FF2B5EF4-FFF2-40B4-BE49-F238E27FC236}">
                  <a16:creationId xmlns:a16="http://schemas.microsoft.com/office/drawing/2014/main" id="{9D3872B0-191A-64D3-C077-41D38991FE96}"/>
                </a:ext>
              </a:extLst>
            </p:cNvPr>
            <p:cNvSpPr>
              <a:spLocks noChangeArrowheads="1"/>
            </p:cNvSpPr>
            <p:nvPr/>
          </p:nvSpPr>
          <p:spPr bwMode="auto">
            <a:xfrm>
              <a:off x="3222625" y="6629400"/>
              <a:ext cx="19050" cy="34925"/>
            </a:xfrm>
            <a:custGeom>
              <a:avLst/>
              <a:gdLst>
                <a:gd name="T0" fmla="*/ 38 w 55"/>
                <a:gd name="T1" fmla="*/ 2 h 98"/>
                <a:gd name="T2" fmla="*/ 38 w 55"/>
                <a:gd name="T3" fmla="*/ 2 h 98"/>
                <a:gd name="T4" fmla="*/ 17 w 55"/>
                <a:gd name="T5" fmla="*/ 16 h 98"/>
                <a:gd name="T6" fmla="*/ 3 w 55"/>
                <a:gd name="T7" fmla="*/ 73 h 98"/>
                <a:gd name="T8" fmla="*/ 15 w 55"/>
                <a:gd name="T9" fmla="*/ 95 h 98"/>
                <a:gd name="T10" fmla="*/ 37 w 55"/>
                <a:gd name="T11" fmla="*/ 81 h 98"/>
                <a:gd name="T12" fmla="*/ 51 w 55"/>
                <a:gd name="T13" fmla="*/ 24 h 98"/>
                <a:gd name="T14" fmla="*/ 38 w 55"/>
                <a:gd name="T15" fmla="*/ 2 h 98"/>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5" h="98">
                  <a:moveTo>
                    <a:pt x="38" y="2"/>
                  </a:moveTo>
                  <a:lnTo>
                    <a:pt x="38" y="2"/>
                  </a:lnTo>
                  <a:cubicBezTo>
                    <a:pt x="29" y="0"/>
                    <a:pt x="19" y="6"/>
                    <a:pt x="17" y="16"/>
                  </a:cubicBezTo>
                  <a:cubicBezTo>
                    <a:pt x="3" y="73"/>
                    <a:pt x="3" y="73"/>
                    <a:pt x="3" y="73"/>
                  </a:cubicBezTo>
                  <a:cubicBezTo>
                    <a:pt x="0" y="83"/>
                    <a:pt x="6" y="92"/>
                    <a:pt x="15" y="95"/>
                  </a:cubicBezTo>
                  <a:cubicBezTo>
                    <a:pt x="25" y="97"/>
                    <a:pt x="34" y="91"/>
                    <a:pt x="37" y="81"/>
                  </a:cubicBezTo>
                  <a:cubicBezTo>
                    <a:pt x="51" y="24"/>
                    <a:pt x="51" y="24"/>
                    <a:pt x="51" y="24"/>
                  </a:cubicBezTo>
                  <a:cubicBezTo>
                    <a:pt x="54" y="14"/>
                    <a:pt x="48" y="5"/>
                    <a:pt x="38"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9" name="Freeform 563">
              <a:extLst>
                <a:ext uri="{FF2B5EF4-FFF2-40B4-BE49-F238E27FC236}">
                  <a16:creationId xmlns:a16="http://schemas.microsoft.com/office/drawing/2014/main" id="{16CAAD78-086A-83A1-2DD3-0170F1104D77}"/>
                </a:ext>
              </a:extLst>
            </p:cNvPr>
            <p:cNvSpPr>
              <a:spLocks noChangeArrowheads="1"/>
            </p:cNvSpPr>
            <p:nvPr/>
          </p:nvSpPr>
          <p:spPr bwMode="auto">
            <a:xfrm>
              <a:off x="3297238" y="6370638"/>
              <a:ext cx="36512" cy="36512"/>
            </a:xfrm>
            <a:custGeom>
              <a:avLst/>
              <a:gdLst>
                <a:gd name="T0" fmla="*/ 29 w 100"/>
                <a:gd name="T1" fmla="*/ 93 h 100"/>
                <a:gd name="T2" fmla="*/ 29 w 100"/>
                <a:gd name="T3" fmla="*/ 93 h 100"/>
                <a:gd name="T4" fmla="*/ 94 w 100"/>
                <a:gd name="T5" fmla="*/ 29 h 100"/>
                <a:gd name="T6" fmla="*/ 94 w 100"/>
                <a:gd name="T7" fmla="*/ 5 h 100"/>
                <a:gd name="T8" fmla="*/ 70 w 100"/>
                <a:gd name="T9" fmla="*/ 5 h 100"/>
                <a:gd name="T10" fmla="*/ 6 w 100"/>
                <a:gd name="T11" fmla="*/ 70 h 100"/>
                <a:gd name="T12" fmla="*/ 6 w 100"/>
                <a:gd name="T13" fmla="*/ 93 h 100"/>
                <a:gd name="T14" fmla="*/ 29 w 100"/>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0" h="100">
                  <a:moveTo>
                    <a:pt x="29" y="93"/>
                  </a:moveTo>
                  <a:lnTo>
                    <a:pt x="29" y="93"/>
                  </a:lnTo>
                  <a:cubicBezTo>
                    <a:pt x="94" y="29"/>
                    <a:pt x="94" y="29"/>
                    <a:pt x="94" y="29"/>
                  </a:cubicBezTo>
                  <a:cubicBezTo>
                    <a:pt x="99" y="23"/>
                    <a:pt x="99" y="12"/>
                    <a:pt x="94" y="5"/>
                  </a:cubicBezTo>
                  <a:cubicBezTo>
                    <a:pt x="87" y="0"/>
                    <a:pt x="76" y="0"/>
                    <a:pt x="70" y="5"/>
                  </a:cubicBezTo>
                  <a:cubicBezTo>
                    <a:pt x="6" y="70"/>
                    <a:pt x="6" y="70"/>
                    <a:pt x="6" y="70"/>
                  </a:cubicBezTo>
                  <a:cubicBezTo>
                    <a:pt x="0" y="75"/>
                    <a:pt x="0" y="86"/>
                    <a:pt x="6" y="93"/>
                  </a:cubicBezTo>
                  <a:cubicBezTo>
                    <a:pt x="13" y="99"/>
                    <a:pt x="24" y="99"/>
                    <a:pt x="29"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0" name="Freeform 564">
              <a:extLst>
                <a:ext uri="{FF2B5EF4-FFF2-40B4-BE49-F238E27FC236}">
                  <a16:creationId xmlns:a16="http://schemas.microsoft.com/office/drawing/2014/main" id="{6182FB6A-C05A-12A3-BC11-2BDD8DBB9C54}"/>
                </a:ext>
              </a:extLst>
            </p:cNvPr>
            <p:cNvSpPr>
              <a:spLocks noChangeArrowheads="1"/>
            </p:cNvSpPr>
            <p:nvPr/>
          </p:nvSpPr>
          <p:spPr bwMode="auto">
            <a:xfrm>
              <a:off x="3206750" y="6321425"/>
              <a:ext cx="12700" cy="41275"/>
            </a:xfrm>
            <a:custGeom>
              <a:avLst/>
              <a:gdLst>
                <a:gd name="T0" fmla="*/ 17 w 34"/>
                <a:gd name="T1" fmla="*/ 112 h 113"/>
                <a:gd name="T2" fmla="*/ 17 w 34"/>
                <a:gd name="T3" fmla="*/ 112 h 113"/>
                <a:gd name="T4" fmla="*/ 33 w 34"/>
                <a:gd name="T5" fmla="*/ 96 h 113"/>
                <a:gd name="T6" fmla="*/ 33 w 34"/>
                <a:gd name="T7" fmla="*/ 16 h 113"/>
                <a:gd name="T8" fmla="*/ 17 w 34"/>
                <a:gd name="T9" fmla="*/ 0 h 113"/>
                <a:gd name="T10" fmla="*/ 0 w 34"/>
                <a:gd name="T11" fmla="*/ 16 h 113"/>
                <a:gd name="T12" fmla="*/ 0 w 34"/>
                <a:gd name="T13" fmla="*/ 96 h 113"/>
                <a:gd name="T14" fmla="*/ 17 w 34"/>
                <a:gd name="T15" fmla="*/ 112 h 11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 h="113">
                  <a:moveTo>
                    <a:pt x="17" y="112"/>
                  </a:moveTo>
                  <a:lnTo>
                    <a:pt x="17" y="112"/>
                  </a:lnTo>
                  <a:cubicBezTo>
                    <a:pt x="26" y="112"/>
                    <a:pt x="33" y="106"/>
                    <a:pt x="33" y="96"/>
                  </a:cubicBezTo>
                  <a:cubicBezTo>
                    <a:pt x="33" y="16"/>
                    <a:pt x="33" y="16"/>
                    <a:pt x="33" y="16"/>
                  </a:cubicBezTo>
                  <a:cubicBezTo>
                    <a:pt x="33" y="7"/>
                    <a:pt x="26" y="0"/>
                    <a:pt x="17" y="0"/>
                  </a:cubicBezTo>
                  <a:cubicBezTo>
                    <a:pt x="8" y="0"/>
                    <a:pt x="0" y="7"/>
                    <a:pt x="0" y="16"/>
                  </a:cubicBezTo>
                  <a:cubicBezTo>
                    <a:pt x="0" y="96"/>
                    <a:pt x="0" y="96"/>
                    <a:pt x="0" y="96"/>
                  </a:cubicBezTo>
                  <a:cubicBezTo>
                    <a:pt x="0" y="106"/>
                    <a:pt x="8" y="112"/>
                    <a:pt x="17" y="1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1" name="Freeform 565">
              <a:extLst>
                <a:ext uri="{FF2B5EF4-FFF2-40B4-BE49-F238E27FC236}">
                  <a16:creationId xmlns:a16="http://schemas.microsoft.com/office/drawing/2014/main" id="{CB75E86A-8ED1-9A0E-B3D2-8C02787F4F29}"/>
                </a:ext>
              </a:extLst>
            </p:cNvPr>
            <p:cNvSpPr>
              <a:spLocks noChangeArrowheads="1"/>
            </p:cNvSpPr>
            <p:nvPr/>
          </p:nvSpPr>
          <p:spPr bwMode="auto">
            <a:xfrm>
              <a:off x="3109913" y="6388100"/>
              <a:ext cx="196850" cy="144463"/>
            </a:xfrm>
            <a:custGeom>
              <a:avLst/>
              <a:gdLst>
                <a:gd name="T0" fmla="*/ 48 w 545"/>
                <a:gd name="T1" fmla="*/ 376 h 402"/>
                <a:gd name="T2" fmla="*/ 48 w 545"/>
                <a:gd name="T3" fmla="*/ 376 h 402"/>
                <a:gd name="T4" fmla="*/ 48 w 545"/>
                <a:gd name="T5" fmla="*/ 376 h 402"/>
                <a:gd name="T6" fmla="*/ 33 w 545"/>
                <a:gd name="T7" fmla="*/ 287 h 402"/>
                <a:gd name="T8" fmla="*/ 52 w 545"/>
                <a:gd name="T9" fmla="*/ 188 h 402"/>
                <a:gd name="T10" fmla="*/ 144 w 545"/>
                <a:gd name="T11" fmla="*/ 77 h 402"/>
                <a:gd name="T12" fmla="*/ 284 w 545"/>
                <a:gd name="T13" fmla="*/ 33 h 402"/>
                <a:gd name="T14" fmla="*/ 420 w 545"/>
                <a:gd name="T15" fmla="*/ 73 h 402"/>
                <a:gd name="T16" fmla="*/ 511 w 545"/>
                <a:gd name="T17" fmla="*/ 175 h 402"/>
                <a:gd name="T18" fmla="*/ 533 w 545"/>
                <a:gd name="T19" fmla="*/ 181 h 402"/>
                <a:gd name="T20" fmla="*/ 541 w 545"/>
                <a:gd name="T21" fmla="*/ 159 h 402"/>
                <a:gd name="T22" fmla="*/ 437 w 545"/>
                <a:gd name="T23" fmla="*/ 44 h 402"/>
                <a:gd name="T24" fmla="*/ 284 w 545"/>
                <a:gd name="T25" fmla="*/ 0 h 402"/>
                <a:gd name="T26" fmla="*/ 174 w 545"/>
                <a:gd name="T27" fmla="*/ 22 h 402"/>
                <a:gd name="T28" fmla="*/ 48 w 545"/>
                <a:gd name="T29" fmla="*/ 127 h 402"/>
                <a:gd name="T30" fmla="*/ 0 w 545"/>
                <a:gd name="T31" fmla="*/ 287 h 402"/>
                <a:gd name="T32" fmla="*/ 18 w 545"/>
                <a:gd name="T33" fmla="*/ 389 h 402"/>
                <a:gd name="T34" fmla="*/ 39 w 545"/>
                <a:gd name="T35" fmla="*/ 398 h 402"/>
                <a:gd name="T36" fmla="*/ 48 w 545"/>
                <a:gd name="T37" fmla="*/ 376 h 4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45" h="402">
                  <a:moveTo>
                    <a:pt x="48" y="376"/>
                  </a:moveTo>
                  <a:lnTo>
                    <a:pt x="48" y="376"/>
                  </a:lnTo>
                  <a:lnTo>
                    <a:pt x="48" y="376"/>
                  </a:lnTo>
                  <a:cubicBezTo>
                    <a:pt x="39" y="349"/>
                    <a:pt x="33" y="319"/>
                    <a:pt x="33" y="287"/>
                  </a:cubicBezTo>
                  <a:cubicBezTo>
                    <a:pt x="33" y="251"/>
                    <a:pt x="40" y="218"/>
                    <a:pt x="52" y="188"/>
                  </a:cubicBezTo>
                  <a:cubicBezTo>
                    <a:pt x="71" y="143"/>
                    <a:pt x="103" y="105"/>
                    <a:pt x="144" y="77"/>
                  </a:cubicBezTo>
                  <a:cubicBezTo>
                    <a:pt x="184" y="50"/>
                    <a:pt x="232" y="33"/>
                    <a:pt x="284" y="33"/>
                  </a:cubicBezTo>
                  <a:cubicBezTo>
                    <a:pt x="334" y="33"/>
                    <a:pt x="380" y="47"/>
                    <a:pt x="420" y="73"/>
                  </a:cubicBezTo>
                  <a:cubicBezTo>
                    <a:pt x="459" y="98"/>
                    <a:pt x="490" y="132"/>
                    <a:pt x="511" y="175"/>
                  </a:cubicBezTo>
                  <a:cubicBezTo>
                    <a:pt x="515" y="183"/>
                    <a:pt x="524" y="186"/>
                    <a:pt x="533" y="181"/>
                  </a:cubicBezTo>
                  <a:cubicBezTo>
                    <a:pt x="541" y="179"/>
                    <a:pt x="544" y="168"/>
                    <a:pt x="541" y="159"/>
                  </a:cubicBezTo>
                  <a:cubicBezTo>
                    <a:pt x="518" y="113"/>
                    <a:pt x="482" y="73"/>
                    <a:pt x="437" y="44"/>
                  </a:cubicBezTo>
                  <a:cubicBezTo>
                    <a:pt x="393" y="17"/>
                    <a:pt x="341" y="0"/>
                    <a:pt x="284" y="0"/>
                  </a:cubicBezTo>
                  <a:cubicBezTo>
                    <a:pt x="246" y="0"/>
                    <a:pt x="207" y="8"/>
                    <a:pt x="174" y="22"/>
                  </a:cubicBezTo>
                  <a:cubicBezTo>
                    <a:pt x="122" y="44"/>
                    <a:pt x="80" y="81"/>
                    <a:pt x="48" y="127"/>
                  </a:cubicBezTo>
                  <a:cubicBezTo>
                    <a:pt x="18" y="173"/>
                    <a:pt x="0" y="228"/>
                    <a:pt x="0" y="287"/>
                  </a:cubicBezTo>
                  <a:cubicBezTo>
                    <a:pt x="0" y="323"/>
                    <a:pt x="6" y="357"/>
                    <a:pt x="18" y="389"/>
                  </a:cubicBezTo>
                  <a:cubicBezTo>
                    <a:pt x="21" y="397"/>
                    <a:pt x="30" y="401"/>
                    <a:pt x="39" y="398"/>
                  </a:cubicBezTo>
                  <a:cubicBezTo>
                    <a:pt x="48" y="394"/>
                    <a:pt x="52" y="386"/>
                    <a:pt x="48" y="3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2" name="Freeform 566">
              <a:extLst>
                <a:ext uri="{FF2B5EF4-FFF2-40B4-BE49-F238E27FC236}">
                  <a16:creationId xmlns:a16="http://schemas.microsoft.com/office/drawing/2014/main" id="{60A5EA1E-C8EB-93F3-C34A-E3C6D7EB4704}"/>
                </a:ext>
              </a:extLst>
            </p:cNvPr>
            <p:cNvSpPr>
              <a:spLocks noChangeArrowheads="1"/>
            </p:cNvSpPr>
            <p:nvPr/>
          </p:nvSpPr>
          <p:spPr bwMode="auto">
            <a:xfrm>
              <a:off x="3048000" y="6481763"/>
              <a:ext cx="41275" cy="12700"/>
            </a:xfrm>
            <a:custGeom>
              <a:avLst/>
              <a:gdLst>
                <a:gd name="T0" fmla="*/ 96 w 113"/>
                <a:gd name="T1" fmla="*/ 0 h 34"/>
                <a:gd name="T2" fmla="*/ 96 w 113"/>
                <a:gd name="T3" fmla="*/ 0 h 34"/>
                <a:gd name="T4" fmla="*/ 16 w 113"/>
                <a:gd name="T5" fmla="*/ 0 h 34"/>
                <a:gd name="T6" fmla="*/ 0 w 113"/>
                <a:gd name="T7" fmla="*/ 16 h 34"/>
                <a:gd name="T8" fmla="*/ 16 w 113"/>
                <a:gd name="T9" fmla="*/ 33 h 34"/>
                <a:gd name="T10" fmla="*/ 96 w 113"/>
                <a:gd name="T11" fmla="*/ 33 h 34"/>
                <a:gd name="T12" fmla="*/ 112 w 113"/>
                <a:gd name="T13" fmla="*/ 16 h 34"/>
                <a:gd name="T14" fmla="*/ 96 w 113"/>
                <a:gd name="T15" fmla="*/ 0 h 3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13" h="34">
                  <a:moveTo>
                    <a:pt x="96" y="0"/>
                  </a:moveTo>
                  <a:lnTo>
                    <a:pt x="96" y="0"/>
                  </a:lnTo>
                  <a:cubicBezTo>
                    <a:pt x="16" y="0"/>
                    <a:pt x="16" y="0"/>
                    <a:pt x="16" y="0"/>
                  </a:cubicBezTo>
                  <a:cubicBezTo>
                    <a:pt x="7" y="0"/>
                    <a:pt x="0" y="8"/>
                    <a:pt x="0" y="16"/>
                  </a:cubicBezTo>
                  <a:cubicBezTo>
                    <a:pt x="0" y="26"/>
                    <a:pt x="7" y="33"/>
                    <a:pt x="16" y="33"/>
                  </a:cubicBezTo>
                  <a:cubicBezTo>
                    <a:pt x="96" y="33"/>
                    <a:pt x="96" y="33"/>
                    <a:pt x="96" y="33"/>
                  </a:cubicBezTo>
                  <a:cubicBezTo>
                    <a:pt x="104" y="33"/>
                    <a:pt x="112" y="26"/>
                    <a:pt x="112" y="16"/>
                  </a:cubicBezTo>
                  <a:cubicBezTo>
                    <a:pt x="112" y="8"/>
                    <a:pt x="104" y="0"/>
                    <a:pt x="9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3" name="Freeform 567">
              <a:extLst>
                <a:ext uri="{FF2B5EF4-FFF2-40B4-BE49-F238E27FC236}">
                  <a16:creationId xmlns:a16="http://schemas.microsoft.com/office/drawing/2014/main" id="{B9D4D462-054C-3AA3-BE4B-387F8D123846}"/>
                </a:ext>
              </a:extLst>
            </p:cNvPr>
            <p:cNvSpPr>
              <a:spLocks noChangeArrowheads="1"/>
            </p:cNvSpPr>
            <p:nvPr/>
          </p:nvSpPr>
          <p:spPr bwMode="auto">
            <a:xfrm>
              <a:off x="3090863" y="6370638"/>
              <a:ext cx="36512" cy="36512"/>
            </a:xfrm>
            <a:custGeom>
              <a:avLst/>
              <a:gdLst>
                <a:gd name="T0" fmla="*/ 94 w 101"/>
                <a:gd name="T1" fmla="*/ 93 h 100"/>
                <a:gd name="T2" fmla="*/ 94 w 101"/>
                <a:gd name="T3" fmla="*/ 93 h 100"/>
                <a:gd name="T4" fmla="*/ 94 w 101"/>
                <a:gd name="T5" fmla="*/ 70 h 100"/>
                <a:gd name="T6" fmla="*/ 30 w 101"/>
                <a:gd name="T7" fmla="*/ 5 h 100"/>
                <a:gd name="T8" fmla="*/ 7 w 101"/>
                <a:gd name="T9" fmla="*/ 5 h 100"/>
                <a:gd name="T10" fmla="*/ 7 w 101"/>
                <a:gd name="T11" fmla="*/ 29 h 100"/>
                <a:gd name="T12" fmla="*/ 70 w 101"/>
                <a:gd name="T13" fmla="*/ 93 h 100"/>
                <a:gd name="T14" fmla="*/ 94 w 101"/>
                <a:gd name="T15" fmla="*/ 93 h 10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1" h="100">
                  <a:moveTo>
                    <a:pt x="94" y="93"/>
                  </a:moveTo>
                  <a:lnTo>
                    <a:pt x="94" y="93"/>
                  </a:lnTo>
                  <a:cubicBezTo>
                    <a:pt x="100" y="86"/>
                    <a:pt x="100" y="75"/>
                    <a:pt x="94" y="70"/>
                  </a:cubicBezTo>
                  <a:cubicBezTo>
                    <a:pt x="30" y="5"/>
                    <a:pt x="30" y="5"/>
                    <a:pt x="30" y="5"/>
                  </a:cubicBezTo>
                  <a:cubicBezTo>
                    <a:pt x="24" y="0"/>
                    <a:pt x="14" y="0"/>
                    <a:pt x="7" y="5"/>
                  </a:cubicBezTo>
                  <a:cubicBezTo>
                    <a:pt x="0" y="12"/>
                    <a:pt x="0" y="23"/>
                    <a:pt x="7" y="29"/>
                  </a:cubicBezTo>
                  <a:cubicBezTo>
                    <a:pt x="70" y="93"/>
                    <a:pt x="70" y="93"/>
                    <a:pt x="70" y="93"/>
                  </a:cubicBezTo>
                  <a:cubicBezTo>
                    <a:pt x="77" y="99"/>
                    <a:pt x="88" y="99"/>
                    <a:pt x="94" y="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2733200943"/>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A8ABD-628E-07EF-0A39-B3258B985315}"/>
            </a:ext>
          </a:extLst>
        </p:cNvPr>
        <p:cNvGrpSpPr/>
        <p:nvPr/>
      </p:nvGrpSpPr>
      <p:grpSpPr>
        <a:xfrm>
          <a:off x="0" y="0"/>
          <a:ext cx="0" cy="0"/>
          <a:chOff x="0" y="0"/>
          <a:chExt cx="0" cy="0"/>
        </a:xfrm>
      </p:grpSpPr>
      <p:grpSp>
        <p:nvGrpSpPr>
          <p:cNvPr id="2" name="Group 5">
            <a:extLst>
              <a:ext uri="{FF2B5EF4-FFF2-40B4-BE49-F238E27FC236}">
                <a16:creationId xmlns:a16="http://schemas.microsoft.com/office/drawing/2014/main" id="{881D9537-F11A-D03B-1F52-F4B29F44F719}"/>
              </a:ext>
            </a:extLst>
          </p:cNvPr>
          <p:cNvGrpSpPr/>
          <p:nvPr/>
        </p:nvGrpSpPr>
        <p:grpSpPr>
          <a:xfrm>
            <a:off x="2638028" y="1884239"/>
            <a:ext cx="249237" cy="184150"/>
            <a:chOff x="1601788" y="3676650"/>
            <a:chExt cx="249237" cy="184150"/>
          </a:xfrm>
          <a:solidFill>
            <a:schemeClr val="accent4"/>
          </a:solidFill>
        </p:grpSpPr>
        <p:sp>
          <p:nvSpPr>
            <p:cNvPr id="3" name="Freeform 1">
              <a:extLst>
                <a:ext uri="{FF2B5EF4-FFF2-40B4-BE49-F238E27FC236}">
                  <a16:creationId xmlns:a16="http://schemas.microsoft.com/office/drawing/2014/main" id="{92CC755C-2AA1-AB05-1728-9B93BA70A699}"/>
                </a:ext>
              </a:extLst>
            </p:cNvPr>
            <p:cNvSpPr>
              <a:spLocks noChangeArrowheads="1"/>
            </p:cNvSpPr>
            <p:nvPr/>
          </p:nvSpPr>
          <p:spPr bwMode="auto">
            <a:xfrm>
              <a:off x="1754188" y="3676650"/>
              <a:ext cx="96837" cy="184150"/>
            </a:xfrm>
            <a:custGeom>
              <a:avLst/>
              <a:gdLst>
                <a:gd name="T0" fmla="*/ 255 w 270"/>
                <a:gd name="T1" fmla="*/ 2 h 510"/>
                <a:gd name="T2" fmla="*/ 255 w 270"/>
                <a:gd name="T3" fmla="*/ 2 h 510"/>
                <a:gd name="T4" fmla="*/ 238 w 270"/>
                <a:gd name="T5" fmla="*/ 14 h 510"/>
                <a:gd name="T6" fmla="*/ 210 w 270"/>
                <a:gd name="T7" fmla="*/ 271 h 510"/>
                <a:gd name="T8" fmla="*/ 0 w 270"/>
                <a:gd name="T9" fmla="*/ 271 h 510"/>
                <a:gd name="T10" fmla="*/ 0 w 270"/>
                <a:gd name="T11" fmla="*/ 495 h 510"/>
                <a:gd name="T12" fmla="*/ 14 w 270"/>
                <a:gd name="T13" fmla="*/ 509 h 510"/>
                <a:gd name="T14" fmla="*/ 29 w 270"/>
                <a:gd name="T15" fmla="*/ 495 h 510"/>
                <a:gd name="T16" fmla="*/ 29 w 270"/>
                <a:gd name="T17" fmla="*/ 495 h 510"/>
                <a:gd name="T18" fmla="*/ 29 w 270"/>
                <a:gd name="T19" fmla="*/ 301 h 510"/>
                <a:gd name="T20" fmla="*/ 209 w 270"/>
                <a:gd name="T21" fmla="*/ 301 h 510"/>
                <a:gd name="T22" fmla="*/ 209 w 270"/>
                <a:gd name="T23" fmla="*/ 495 h 510"/>
                <a:gd name="T24" fmla="*/ 224 w 270"/>
                <a:gd name="T25" fmla="*/ 509 h 510"/>
                <a:gd name="T26" fmla="*/ 238 w 270"/>
                <a:gd name="T27" fmla="*/ 495 h 510"/>
                <a:gd name="T28" fmla="*/ 238 w 270"/>
                <a:gd name="T29" fmla="*/ 287 h 510"/>
                <a:gd name="T30" fmla="*/ 269 w 270"/>
                <a:gd name="T31" fmla="*/ 17 h 510"/>
                <a:gd name="T32" fmla="*/ 255 w 270"/>
                <a:gd name="T33" fmla="*/ 2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0" h="510">
                  <a:moveTo>
                    <a:pt x="255" y="2"/>
                  </a:moveTo>
                  <a:lnTo>
                    <a:pt x="255" y="2"/>
                  </a:lnTo>
                  <a:cubicBezTo>
                    <a:pt x="247" y="0"/>
                    <a:pt x="240" y="6"/>
                    <a:pt x="238" y="14"/>
                  </a:cubicBezTo>
                  <a:cubicBezTo>
                    <a:pt x="210" y="271"/>
                    <a:pt x="210" y="271"/>
                    <a:pt x="210" y="271"/>
                  </a:cubicBezTo>
                  <a:cubicBezTo>
                    <a:pt x="0" y="271"/>
                    <a:pt x="0" y="271"/>
                    <a:pt x="0" y="271"/>
                  </a:cubicBezTo>
                  <a:cubicBezTo>
                    <a:pt x="0" y="495"/>
                    <a:pt x="0" y="495"/>
                    <a:pt x="0" y="495"/>
                  </a:cubicBezTo>
                  <a:cubicBezTo>
                    <a:pt x="0" y="502"/>
                    <a:pt x="7" y="509"/>
                    <a:pt x="14" y="509"/>
                  </a:cubicBezTo>
                  <a:cubicBezTo>
                    <a:pt x="22" y="509"/>
                    <a:pt x="29" y="502"/>
                    <a:pt x="29" y="495"/>
                  </a:cubicBezTo>
                  <a:lnTo>
                    <a:pt x="29" y="495"/>
                  </a:lnTo>
                  <a:cubicBezTo>
                    <a:pt x="29" y="301"/>
                    <a:pt x="29" y="301"/>
                    <a:pt x="29" y="301"/>
                  </a:cubicBezTo>
                  <a:cubicBezTo>
                    <a:pt x="209" y="301"/>
                    <a:pt x="209" y="301"/>
                    <a:pt x="209" y="301"/>
                  </a:cubicBezTo>
                  <a:cubicBezTo>
                    <a:pt x="209" y="495"/>
                    <a:pt x="209" y="495"/>
                    <a:pt x="209" y="495"/>
                  </a:cubicBezTo>
                  <a:cubicBezTo>
                    <a:pt x="209" y="502"/>
                    <a:pt x="216" y="509"/>
                    <a:pt x="224" y="509"/>
                  </a:cubicBezTo>
                  <a:cubicBezTo>
                    <a:pt x="233" y="509"/>
                    <a:pt x="238" y="502"/>
                    <a:pt x="238" y="495"/>
                  </a:cubicBezTo>
                  <a:cubicBezTo>
                    <a:pt x="238" y="287"/>
                    <a:pt x="238" y="287"/>
                    <a:pt x="238" y="287"/>
                  </a:cubicBezTo>
                  <a:cubicBezTo>
                    <a:pt x="269" y="17"/>
                    <a:pt x="269" y="17"/>
                    <a:pt x="269" y="17"/>
                  </a:cubicBezTo>
                  <a:cubicBezTo>
                    <a:pt x="269" y="10"/>
                    <a:pt x="263" y="2"/>
                    <a:pt x="255"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 name="Freeform 2">
              <a:extLst>
                <a:ext uri="{FF2B5EF4-FFF2-40B4-BE49-F238E27FC236}">
                  <a16:creationId xmlns:a16="http://schemas.microsoft.com/office/drawing/2014/main" id="{AEA88560-CBB9-47D5-292C-2C040FD8450B}"/>
                </a:ext>
              </a:extLst>
            </p:cNvPr>
            <p:cNvSpPr>
              <a:spLocks noChangeArrowheads="1"/>
            </p:cNvSpPr>
            <p:nvPr/>
          </p:nvSpPr>
          <p:spPr bwMode="auto">
            <a:xfrm>
              <a:off x="1601788" y="3676650"/>
              <a:ext cx="98425" cy="184150"/>
            </a:xfrm>
            <a:custGeom>
              <a:avLst/>
              <a:gdLst>
                <a:gd name="T0" fmla="*/ 31 w 272"/>
                <a:gd name="T1" fmla="*/ 495 h 510"/>
                <a:gd name="T2" fmla="*/ 31 w 272"/>
                <a:gd name="T3" fmla="*/ 495 h 510"/>
                <a:gd name="T4" fmla="*/ 47 w 272"/>
                <a:gd name="T5" fmla="*/ 509 h 510"/>
                <a:gd name="T6" fmla="*/ 62 w 272"/>
                <a:gd name="T7" fmla="*/ 495 h 510"/>
                <a:gd name="T8" fmla="*/ 62 w 272"/>
                <a:gd name="T9" fmla="*/ 301 h 510"/>
                <a:gd name="T10" fmla="*/ 242 w 272"/>
                <a:gd name="T11" fmla="*/ 301 h 510"/>
                <a:gd name="T12" fmla="*/ 242 w 272"/>
                <a:gd name="T13" fmla="*/ 495 h 510"/>
                <a:gd name="T14" fmla="*/ 256 w 272"/>
                <a:gd name="T15" fmla="*/ 509 h 510"/>
                <a:gd name="T16" fmla="*/ 271 w 272"/>
                <a:gd name="T17" fmla="*/ 495 h 510"/>
                <a:gd name="T18" fmla="*/ 271 w 272"/>
                <a:gd name="T19" fmla="*/ 495 h 510"/>
                <a:gd name="T20" fmla="*/ 271 w 272"/>
                <a:gd name="T21" fmla="*/ 271 h 510"/>
                <a:gd name="T22" fmla="*/ 61 w 272"/>
                <a:gd name="T23" fmla="*/ 271 h 510"/>
                <a:gd name="T24" fmla="*/ 31 w 272"/>
                <a:gd name="T25" fmla="*/ 14 h 510"/>
                <a:gd name="T26" fmla="*/ 16 w 272"/>
                <a:gd name="T27" fmla="*/ 2 h 510"/>
                <a:gd name="T28" fmla="*/ 2 w 272"/>
                <a:gd name="T29" fmla="*/ 17 h 510"/>
                <a:gd name="T30" fmla="*/ 31 w 272"/>
                <a:gd name="T31" fmla="*/ 287 h 510"/>
                <a:gd name="T32" fmla="*/ 31 w 272"/>
                <a:gd name="T33" fmla="*/ 495 h 5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72" h="510">
                  <a:moveTo>
                    <a:pt x="31" y="495"/>
                  </a:moveTo>
                  <a:lnTo>
                    <a:pt x="31" y="495"/>
                  </a:lnTo>
                  <a:cubicBezTo>
                    <a:pt x="31" y="502"/>
                    <a:pt x="38" y="509"/>
                    <a:pt x="47" y="509"/>
                  </a:cubicBezTo>
                  <a:cubicBezTo>
                    <a:pt x="55" y="509"/>
                    <a:pt x="62" y="502"/>
                    <a:pt x="62" y="495"/>
                  </a:cubicBezTo>
                  <a:cubicBezTo>
                    <a:pt x="62" y="301"/>
                    <a:pt x="62" y="301"/>
                    <a:pt x="62" y="301"/>
                  </a:cubicBezTo>
                  <a:cubicBezTo>
                    <a:pt x="242" y="301"/>
                    <a:pt x="242" y="301"/>
                    <a:pt x="242" y="301"/>
                  </a:cubicBezTo>
                  <a:cubicBezTo>
                    <a:pt x="242" y="495"/>
                    <a:pt x="242" y="495"/>
                    <a:pt x="242" y="495"/>
                  </a:cubicBezTo>
                  <a:cubicBezTo>
                    <a:pt x="242" y="502"/>
                    <a:pt x="249" y="509"/>
                    <a:pt x="256" y="509"/>
                  </a:cubicBezTo>
                  <a:cubicBezTo>
                    <a:pt x="264" y="509"/>
                    <a:pt x="271" y="502"/>
                    <a:pt x="271" y="495"/>
                  </a:cubicBezTo>
                  <a:lnTo>
                    <a:pt x="271" y="495"/>
                  </a:lnTo>
                  <a:cubicBezTo>
                    <a:pt x="271" y="271"/>
                    <a:pt x="271" y="271"/>
                    <a:pt x="271" y="271"/>
                  </a:cubicBezTo>
                  <a:cubicBezTo>
                    <a:pt x="61" y="271"/>
                    <a:pt x="61" y="271"/>
                    <a:pt x="61" y="271"/>
                  </a:cubicBezTo>
                  <a:cubicBezTo>
                    <a:pt x="31" y="14"/>
                    <a:pt x="31" y="14"/>
                    <a:pt x="31" y="14"/>
                  </a:cubicBezTo>
                  <a:cubicBezTo>
                    <a:pt x="31" y="6"/>
                    <a:pt x="23" y="0"/>
                    <a:pt x="16" y="2"/>
                  </a:cubicBezTo>
                  <a:cubicBezTo>
                    <a:pt x="7" y="2"/>
                    <a:pt x="0" y="10"/>
                    <a:pt x="2" y="17"/>
                  </a:cubicBezTo>
                  <a:cubicBezTo>
                    <a:pt x="31" y="287"/>
                    <a:pt x="31" y="287"/>
                    <a:pt x="31" y="287"/>
                  </a:cubicBezTo>
                  <a:lnTo>
                    <a:pt x="31" y="49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 name="Freeform 3">
              <a:extLst>
                <a:ext uri="{FF2B5EF4-FFF2-40B4-BE49-F238E27FC236}">
                  <a16:creationId xmlns:a16="http://schemas.microsoft.com/office/drawing/2014/main" id="{F596C890-2227-CCC1-9E50-D64DA3ED74C2}"/>
                </a:ext>
              </a:extLst>
            </p:cNvPr>
            <p:cNvSpPr>
              <a:spLocks noChangeArrowheads="1"/>
            </p:cNvSpPr>
            <p:nvPr/>
          </p:nvSpPr>
          <p:spPr bwMode="auto">
            <a:xfrm>
              <a:off x="1677988" y="3732213"/>
              <a:ext cx="96837" cy="128587"/>
            </a:xfrm>
            <a:custGeom>
              <a:avLst/>
              <a:gdLst>
                <a:gd name="T0" fmla="*/ 255 w 270"/>
                <a:gd name="T1" fmla="*/ 31 h 359"/>
                <a:gd name="T2" fmla="*/ 255 w 270"/>
                <a:gd name="T3" fmla="*/ 31 h 359"/>
                <a:gd name="T4" fmla="*/ 269 w 270"/>
                <a:gd name="T5" fmla="*/ 15 h 359"/>
                <a:gd name="T6" fmla="*/ 255 w 270"/>
                <a:gd name="T7" fmla="*/ 0 h 359"/>
                <a:gd name="T8" fmla="*/ 15 w 270"/>
                <a:gd name="T9" fmla="*/ 0 h 359"/>
                <a:gd name="T10" fmla="*/ 0 w 270"/>
                <a:gd name="T11" fmla="*/ 15 h 359"/>
                <a:gd name="T12" fmla="*/ 15 w 270"/>
                <a:gd name="T13" fmla="*/ 31 h 359"/>
                <a:gd name="T14" fmla="*/ 121 w 270"/>
                <a:gd name="T15" fmla="*/ 31 h 359"/>
                <a:gd name="T16" fmla="*/ 121 w 270"/>
                <a:gd name="T17" fmla="*/ 329 h 359"/>
                <a:gd name="T18" fmla="*/ 105 w 270"/>
                <a:gd name="T19" fmla="*/ 329 h 359"/>
                <a:gd name="T20" fmla="*/ 90 w 270"/>
                <a:gd name="T21" fmla="*/ 344 h 359"/>
                <a:gd name="T22" fmla="*/ 105 w 270"/>
                <a:gd name="T23" fmla="*/ 358 h 359"/>
                <a:gd name="T24" fmla="*/ 166 w 270"/>
                <a:gd name="T25" fmla="*/ 358 h 359"/>
                <a:gd name="T26" fmla="*/ 180 w 270"/>
                <a:gd name="T27" fmla="*/ 344 h 359"/>
                <a:gd name="T28" fmla="*/ 166 w 270"/>
                <a:gd name="T29" fmla="*/ 329 h 359"/>
                <a:gd name="T30" fmla="*/ 150 w 270"/>
                <a:gd name="T31" fmla="*/ 329 h 359"/>
                <a:gd name="T32" fmla="*/ 150 w 270"/>
                <a:gd name="T33" fmla="*/ 31 h 359"/>
                <a:gd name="T34" fmla="*/ 255 w 270"/>
                <a:gd name="T35" fmla="*/ 31 h 3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70" h="359">
                  <a:moveTo>
                    <a:pt x="255" y="31"/>
                  </a:moveTo>
                  <a:lnTo>
                    <a:pt x="255" y="31"/>
                  </a:lnTo>
                  <a:cubicBezTo>
                    <a:pt x="264" y="31"/>
                    <a:pt x="269" y="24"/>
                    <a:pt x="269" y="15"/>
                  </a:cubicBezTo>
                  <a:cubicBezTo>
                    <a:pt x="269" y="7"/>
                    <a:pt x="264" y="0"/>
                    <a:pt x="255" y="0"/>
                  </a:cubicBezTo>
                  <a:cubicBezTo>
                    <a:pt x="15" y="0"/>
                    <a:pt x="15" y="0"/>
                    <a:pt x="15" y="0"/>
                  </a:cubicBezTo>
                  <a:cubicBezTo>
                    <a:pt x="7" y="0"/>
                    <a:pt x="0" y="7"/>
                    <a:pt x="0" y="15"/>
                  </a:cubicBezTo>
                  <a:cubicBezTo>
                    <a:pt x="0" y="24"/>
                    <a:pt x="7" y="31"/>
                    <a:pt x="15" y="31"/>
                  </a:cubicBezTo>
                  <a:cubicBezTo>
                    <a:pt x="121" y="31"/>
                    <a:pt x="121" y="31"/>
                    <a:pt x="121" y="31"/>
                  </a:cubicBezTo>
                  <a:cubicBezTo>
                    <a:pt x="121" y="329"/>
                    <a:pt x="121" y="329"/>
                    <a:pt x="121" y="329"/>
                  </a:cubicBezTo>
                  <a:cubicBezTo>
                    <a:pt x="105" y="329"/>
                    <a:pt x="105" y="329"/>
                    <a:pt x="105" y="329"/>
                  </a:cubicBezTo>
                  <a:cubicBezTo>
                    <a:pt x="97" y="329"/>
                    <a:pt x="90" y="336"/>
                    <a:pt x="90" y="344"/>
                  </a:cubicBezTo>
                  <a:cubicBezTo>
                    <a:pt x="90" y="351"/>
                    <a:pt x="97" y="358"/>
                    <a:pt x="105" y="358"/>
                  </a:cubicBezTo>
                  <a:cubicBezTo>
                    <a:pt x="166" y="358"/>
                    <a:pt x="166" y="358"/>
                    <a:pt x="166" y="358"/>
                  </a:cubicBezTo>
                  <a:cubicBezTo>
                    <a:pt x="174" y="358"/>
                    <a:pt x="180" y="351"/>
                    <a:pt x="180" y="344"/>
                  </a:cubicBezTo>
                  <a:cubicBezTo>
                    <a:pt x="180" y="336"/>
                    <a:pt x="174" y="329"/>
                    <a:pt x="166" y="329"/>
                  </a:cubicBezTo>
                  <a:cubicBezTo>
                    <a:pt x="150" y="329"/>
                    <a:pt x="150" y="329"/>
                    <a:pt x="150" y="329"/>
                  </a:cubicBezTo>
                  <a:cubicBezTo>
                    <a:pt x="150" y="31"/>
                    <a:pt x="150" y="31"/>
                    <a:pt x="150" y="31"/>
                  </a:cubicBezTo>
                  <a:lnTo>
                    <a:pt x="255" y="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6" name="Group 9">
            <a:extLst>
              <a:ext uri="{FF2B5EF4-FFF2-40B4-BE49-F238E27FC236}">
                <a16:creationId xmlns:a16="http://schemas.microsoft.com/office/drawing/2014/main" id="{0444A89B-DCAD-555F-0C94-20979B22E6D6}"/>
              </a:ext>
            </a:extLst>
          </p:cNvPr>
          <p:cNvGrpSpPr/>
          <p:nvPr/>
        </p:nvGrpSpPr>
        <p:grpSpPr>
          <a:xfrm>
            <a:off x="1602978" y="2350964"/>
            <a:ext cx="227012" cy="258762"/>
            <a:chOff x="566738" y="4141788"/>
            <a:chExt cx="227012" cy="258762"/>
          </a:xfrm>
          <a:solidFill>
            <a:schemeClr val="accent4"/>
          </a:solidFill>
        </p:grpSpPr>
        <p:sp>
          <p:nvSpPr>
            <p:cNvPr id="7" name="Freeform 4">
              <a:extLst>
                <a:ext uri="{FF2B5EF4-FFF2-40B4-BE49-F238E27FC236}">
                  <a16:creationId xmlns:a16="http://schemas.microsoft.com/office/drawing/2014/main" id="{A7504585-1894-E511-5D19-94792F16A335}"/>
                </a:ext>
              </a:extLst>
            </p:cNvPr>
            <p:cNvSpPr>
              <a:spLocks noChangeArrowheads="1"/>
            </p:cNvSpPr>
            <p:nvPr/>
          </p:nvSpPr>
          <p:spPr bwMode="auto">
            <a:xfrm>
              <a:off x="566738" y="4141788"/>
              <a:ext cx="227012" cy="258762"/>
            </a:xfrm>
            <a:custGeom>
              <a:avLst/>
              <a:gdLst>
                <a:gd name="T0" fmla="*/ 4 w 630"/>
                <a:gd name="T1" fmla="*/ 5 h 720"/>
                <a:gd name="T2" fmla="*/ 4 w 630"/>
                <a:gd name="T3" fmla="*/ 5 h 720"/>
                <a:gd name="T4" fmla="*/ 0 w 630"/>
                <a:gd name="T5" fmla="*/ 16 h 720"/>
                <a:gd name="T6" fmla="*/ 0 w 630"/>
                <a:gd name="T7" fmla="*/ 704 h 720"/>
                <a:gd name="T8" fmla="*/ 4 w 630"/>
                <a:gd name="T9" fmla="*/ 715 h 720"/>
                <a:gd name="T10" fmla="*/ 16 w 630"/>
                <a:gd name="T11" fmla="*/ 719 h 720"/>
                <a:gd name="T12" fmla="*/ 315 w 630"/>
                <a:gd name="T13" fmla="*/ 719 h 720"/>
                <a:gd name="T14" fmla="*/ 315 w 630"/>
                <a:gd name="T15" fmla="*/ 719 h 720"/>
                <a:gd name="T16" fmla="*/ 315 w 630"/>
                <a:gd name="T17" fmla="*/ 719 h 720"/>
                <a:gd name="T18" fmla="*/ 614 w 630"/>
                <a:gd name="T19" fmla="*/ 719 h 720"/>
                <a:gd name="T20" fmla="*/ 625 w 630"/>
                <a:gd name="T21" fmla="*/ 715 h 720"/>
                <a:gd name="T22" fmla="*/ 629 w 630"/>
                <a:gd name="T23" fmla="*/ 704 h 720"/>
                <a:gd name="T24" fmla="*/ 629 w 630"/>
                <a:gd name="T25" fmla="*/ 106 h 720"/>
                <a:gd name="T26" fmla="*/ 629 w 630"/>
                <a:gd name="T27" fmla="*/ 106 h 720"/>
                <a:gd name="T28" fmla="*/ 629 w 630"/>
                <a:gd name="T29" fmla="*/ 106 h 720"/>
                <a:gd name="T30" fmla="*/ 629 w 630"/>
                <a:gd name="T31" fmla="*/ 16 h 720"/>
                <a:gd name="T32" fmla="*/ 625 w 630"/>
                <a:gd name="T33" fmla="*/ 5 h 720"/>
                <a:gd name="T34" fmla="*/ 614 w 630"/>
                <a:gd name="T35" fmla="*/ 0 h 720"/>
                <a:gd name="T36" fmla="*/ 16 w 630"/>
                <a:gd name="T37" fmla="*/ 0 h 720"/>
                <a:gd name="T38" fmla="*/ 4 w 630"/>
                <a:gd name="T39" fmla="*/ 5 h 720"/>
                <a:gd name="T40" fmla="*/ 30 w 630"/>
                <a:gd name="T41" fmla="*/ 120 h 720"/>
                <a:gd name="T42" fmla="*/ 30 w 630"/>
                <a:gd name="T43" fmla="*/ 120 h 720"/>
                <a:gd name="T44" fmla="*/ 299 w 630"/>
                <a:gd name="T45" fmla="*/ 120 h 720"/>
                <a:gd name="T46" fmla="*/ 299 w 630"/>
                <a:gd name="T47" fmla="*/ 690 h 720"/>
                <a:gd name="T48" fmla="*/ 30 w 630"/>
                <a:gd name="T49" fmla="*/ 690 h 720"/>
                <a:gd name="T50" fmla="*/ 30 w 630"/>
                <a:gd name="T51" fmla="*/ 120 h 720"/>
                <a:gd name="T52" fmla="*/ 600 w 630"/>
                <a:gd name="T53" fmla="*/ 690 h 720"/>
                <a:gd name="T54" fmla="*/ 600 w 630"/>
                <a:gd name="T55" fmla="*/ 690 h 720"/>
                <a:gd name="T56" fmla="*/ 330 w 630"/>
                <a:gd name="T57" fmla="*/ 690 h 720"/>
                <a:gd name="T58" fmla="*/ 330 w 630"/>
                <a:gd name="T59" fmla="*/ 120 h 720"/>
                <a:gd name="T60" fmla="*/ 600 w 630"/>
                <a:gd name="T61" fmla="*/ 120 h 720"/>
                <a:gd name="T62" fmla="*/ 600 w 630"/>
                <a:gd name="T63" fmla="*/ 690 h 720"/>
                <a:gd name="T64" fmla="*/ 600 w 630"/>
                <a:gd name="T65" fmla="*/ 90 h 720"/>
                <a:gd name="T66" fmla="*/ 600 w 630"/>
                <a:gd name="T67" fmla="*/ 90 h 720"/>
                <a:gd name="T68" fmla="*/ 330 w 630"/>
                <a:gd name="T69" fmla="*/ 90 h 720"/>
                <a:gd name="T70" fmla="*/ 330 w 630"/>
                <a:gd name="T71" fmla="*/ 30 h 720"/>
                <a:gd name="T72" fmla="*/ 600 w 630"/>
                <a:gd name="T73" fmla="*/ 30 h 720"/>
                <a:gd name="T74" fmla="*/ 600 w 630"/>
                <a:gd name="T75" fmla="*/ 90 h 720"/>
                <a:gd name="T76" fmla="*/ 299 w 630"/>
                <a:gd name="T77" fmla="*/ 30 h 720"/>
                <a:gd name="T78" fmla="*/ 299 w 630"/>
                <a:gd name="T79" fmla="*/ 30 h 720"/>
                <a:gd name="T80" fmla="*/ 299 w 630"/>
                <a:gd name="T81" fmla="*/ 90 h 720"/>
                <a:gd name="T82" fmla="*/ 30 w 630"/>
                <a:gd name="T83" fmla="*/ 90 h 720"/>
                <a:gd name="T84" fmla="*/ 30 w 630"/>
                <a:gd name="T85" fmla="*/ 30 h 720"/>
                <a:gd name="T86" fmla="*/ 299 w 630"/>
                <a:gd name="T8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 h="720">
                  <a:moveTo>
                    <a:pt x="4" y="5"/>
                  </a:moveTo>
                  <a:lnTo>
                    <a:pt x="4" y="5"/>
                  </a:lnTo>
                  <a:cubicBezTo>
                    <a:pt x="2" y="7"/>
                    <a:pt x="0" y="12"/>
                    <a:pt x="0" y="16"/>
                  </a:cubicBezTo>
                  <a:cubicBezTo>
                    <a:pt x="0" y="704"/>
                    <a:pt x="0" y="704"/>
                    <a:pt x="0" y="704"/>
                  </a:cubicBezTo>
                  <a:cubicBezTo>
                    <a:pt x="0" y="708"/>
                    <a:pt x="2" y="712"/>
                    <a:pt x="4" y="715"/>
                  </a:cubicBezTo>
                  <a:cubicBezTo>
                    <a:pt x="7" y="718"/>
                    <a:pt x="11" y="719"/>
                    <a:pt x="16" y="719"/>
                  </a:cubicBezTo>
                  <a:cubicBezTo>
                    <a:pt x="315" y="719"/>
                    <a:pt x="315" y="719"/>
                    <a:pt x="315" y="719"/>
                  </a:cubicBezTo>
                  <a:lnTo>
                    <a:pt x="315" y="719"/>
                  </a:lnTo>
                  <a:lnTo>
                    <a:pt x="315" y="719"/>
                  </a:lnTo>
                  <a:cubicBezTo>
                    <a:pt x="614" y="719"/>
                    <a:pt x="614" y="719"/>
                    <a:pt x="614" y="719"/>
                  </a:cubicBezTo>
                  <a:cubicBezTo>
                    <a:pt x="618" y="719"/>
                    <a:pt x="622" y="718"/>
                    <a:pt x="625" y="715"/>
                  </a:cubicBezTo>
                  <a:cubicBezTo>
                    <a:pt x="628" y="712"/>
                    <a:pt x="629" y="708"/>
                    <a:pt x="629" y="704"/>
                  </a:cubicBezTo>
                  <a:cubicBezTo>
                    <a:pt x="629" y="106"/>
                    <a:pt x="629" y="106"/>
                    <a:pt x="629" y="106"/>
                  </a:cubicBezTo>
                  <a:lnTo>
                    <a:pt x="629" y="106"/>
                  </a:lnTo>
                  <a:lnTo>
                    <a:pt x="629" y="106"/>
                  </a:lnTo>
                  <a:cubicBezTo>
                    <a:pt x="629" y="16"/>
                    <a:pt x="629" y="16"/>
                    <a:pt x="629" y="16"/>
                  </a:cubicBezTo>
                  <a:cubicBezTo>
                    <a:pt x="629" y="12"/>
                    <a:pt x="628" y="7"/>
                    <a:pt x="625" y="5"/>
                  </a:cubicBezTo>
                  <a:cubicBezTo>
                    <a:pt x="622" y="2"/>
                    <a:pt x="618" y="0"/>
                    <a:pt x="614" y="0"/>
                  </a:cubicBezTo>
                  <a:cubicBezTo>
                    <a:pt x="16" y="0"/>
                    <a:pt x="16" y="0"/>
                    <a:pt x="16" y="0"/>
                  </a:cubicBezTo>
                  <a:cubicBezTo>
                    <a:pt x="11" y="0"/>
                    <a:pt x="7" y="2"/>
                    <a:pt x="4" y="5"/>
                  </a:cubicBezTo>
                  <a:close/>
                  <a:moveTo>
                    <a:pt x="30" y="120"/>
                  </a:moveTo>
                  <a:lnTo>
                    <a:pt x="30" y="120"/>
                  </a:lnTo>
                  <a:cubicBezTo>
                    <a:pt x="299" y="120"/>
                    <a:pt x="299" y="120"/>
                    <a:pt x="299" y="120"/>
                  </a:cubicBezTo>
                  <a:cubicBezTo>
                    <a:pt x="299" y="690"/>
                    <a:pt x="299" y="690"/>
                    <a:pt x="299" y="690"/>
                  </a:cubicBezTo>
                  <a:cubicBezTo>
                    <a:pt x="30" y="690"/>
                    <a:pt x="30" y="690"/>
                    <a:pt x="30" y="690"/>
                  </a:cubicBezTo>
                  <a:lnTo>
                    <a:pt x="30" y="120"/>
                  </a:lnTo>
                  <a:close/>
                  <a:moveTo>
                    <a:pt x="600" y="690"/>
                  </a:moveTo>
                  <a:lnTo>
                    <a:pt x="600" y="690"/>
                  </a:lnTo>
                  <a:cubicBezTo>
                    <a:pt x="330" y="690"/>
                    <a:pt x="330" y="690"/>
                    <a:pt x="330" y="690"/>
                  </a:cubicBezTo>
                  <a:cubicBezTo>
                    <a:pt x="330" y="120"/>
                    <a:pt x="330" y="120"/>
                    <a:pt x="330" y="120"/>
                  </a:cubicBezTo>
                  <a:cubicBezTo>
                    <a:pt x="600" y="120"/>
                    <a:pt x="600" y="120"/>
                    <a:pt x="600" y="120"/>
                  </a:cubicBezTo>
                  <a:lnTo>
                    <a:pt x="600" y="690"/>
                  </a:lnTo>
                  <a:close/>
                  <a:moveTo>
                    <a:pt x="600" y="90"/>
                  </a:moveTo>
                  <a:lnTo>
                    <a:pt x="600" y="90"/>
                  </a:lnTo>
                  <a:cubicBezTo>
                    <a:pt x="330" y="90"/>
                    <a:pt x="330" y="90"/>
                    <a:pt x="330" y="90"/>
                  </a:cubicBezTo>
                  <a:cubicBezTo>
                    <a:pt x="330" y="30"/>
                    <a:pt x="330" y="30"/>
                    <a:pt x="330" y="30"/>
                  </a:cubicBezTo>
                  <a:cubicBezTo>
                    <a:pt x="600" y="30"/>
                    <a:pt x="600" y="30"/>
                    <a:pt x="600" y="30"/>
                  </a:cubicBezTo>
                  <a:lnTo>
                    <a:pt x="600" y="90"/>
                  </a:lnTo>
                  <a:close/>
                  <a:moveTo>
                    <a:pt x="299" y="30"/>
                  </a:moveTo>
                  <a:lnTo>
                    <a:pt x="299" y="30"/>
                  </a:lnTo>
                  <a:cubicBezTo>
                    <a:pt x="299" y="90"/>
                    <a:pt x="299" y="90"/>
                    <a:pt x="299" y="90"/>
                  </a:cubicBezTo>
                  <a:cubicBezTo>
                    <a:pt x="30" y="90"/>
                    <a:pt x="30" y="90"/>
                    <a:pt x="30" y="9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 name="Freeform 5">
              <a:extLst>
                <a:ext uri="{FF2B5EF4-FFF2-40B4-BE49-F238E27FC236}">
                  <a16:creationId xmlns:a16="http://schemas.microsoft.com/office/drawing/2014/main" id="{410FCF30-0726-C212-74C1-32739480BBD6}"/>
                </a:ext>
              </a:extLst>
            </p:cNvPr>
            <p:cNvSpPr>
              <a:spLocks noChangeArrowheads="1"/>
            </p:cNvSpPr>
            <p:nvPr/>
          </p:nvSpPr>
          <p:spPr bwMode="auto">
            <a:xfrm>
              <a:off x="654050" y="4259263"/>
              <a:ext cx="11113" cy="33337"/>
            </a:xfrm>
            <a:custGeom>
              <a:avLst/>
              <a:gdLst>
                <a:gd name="T0" fmla="*/ 14 w 31"/>
                <a:gd name="T1" fmla="*/ 0 h 91"/>
                <a:gd name="T2" fmla="*/ 14 w 31"/>
                <a:gd name="T3" fmla="*/ 0 h 91"/>
                <a:gd name="T4" fmla="*/ 0 w 31"/>
                <a:gd name="T5" fmla="*/ 14 h 91"/>
                <a:gd name="T6" fmla="*/ 0 w 31"/>
                <a:gd name="T7" fmla="*/ 75 h 91"/>
                <a:gd name="T8" fmla="*/ 14 w 31"/>
                <a:gd name="T9" fmla="*/ 90 h 91"/>
                <a:gd name="T10" fmla="*/ 30 w 31"/>
                <a:gd name="T11" fmla="*/ 75 h 91"/>
                <a:gd name="T12" fmla="*/ 30 w 31"/>
                <a:gd name="T13" fmla="*/ 14 h 91"/>
                <a:gd name="T14" fmla="*/ 14 w 31"/>
                <a:gd name="T15" fmla="*/ 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91">
                  <a:moveTo>
                    <a:pt x="14" y="0"/>
                  </a:moveTo>
                  <a:lnTo>
                    <a:pt x="14" y="0"/>
                  </a:lnTo>
                  <a:cubicBezTo>
                    <a:pt x="7" y="0"/>
                    <a:pt x="0" y="6"/>
                    <a:pt x="0" y="14"/>
                  </a:cubicBezTo>
                  <a:cubicBezTo>
                    <a:pt x="0" y="75"/>
                    <a:pt x="0" y="75"/>
                    <a:pt x="0" y="75"/>
                  </a:cubicBezTo>
                  <a:cubicBezTo>
                    <a:pt x="0" y="83"/>
                    <a:pt x="7" y="90"/>
                    <a:pt x="14" y="90"/>
                  </a:cubicBezTo>
                  <a:cubicBezTo>
                    <a:pt x="23" y="90"/>
                    <a:pt x="30" y="83"/>
                    <a:pt x="30" y="75"/>
                  </a:cubicBezTo>
                  <a:cubicBezTo>
                    <a:pt x="30" y="14"/>
                    <a:pt x="30" y="14"/>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 name="Freeform 6">
              <a:extLst>
                <a:ext uri="{FF2B5EF4-FFF2-40B4-BE49-F238E27FC236}">
                  <a16:creationId xmlns:a16="http://schemas.microsoft.com/office/drawing/2014/main" id="{94E81252-5813-68C4-7E18-08F0D3BB6DC0}"/>
                </a:ext>
              </a:extLst>
            </p:cNvPr>
            <p:cNvSpPr>
              <a:spLocks noChangeArrowheads="1"/>
            </p:cNvSpPr>
            <p:nvPr/>
          </p:nvSpPr>
          <p:spPr bwMode="auto">
            <a:xfrm>
              <a:off x="696913" y="4259263"/>
              <a:ext cx="11112" cy="33337"/>
            </a:xfrm>
            <a:custGeom>
              <a:avLst/>
              <a:gdLst>
                <a:gd name="T0" fmla="*/ 15 w 30"/>
                <a:gd name="T1" fmla="*/ 90 h 91"/>
                <a:gd name="T2" fmla="*/ 15 w 30"/>
                <a:gd name="T3" fmla="*/ 90 h 91"/>
                <a:gd name="T4" fmla="*/ 29 w 30"/>
                <a:gd name="T5" fmla="*/ 75 h 91"/>
                <a:gd name="T6" fmla="*/ 29 w 30"/>
                <a:gd name="T7" fmla="*/ 14 h 91"/>
                <a:gd name="T8" fmla="*/ 15 w 30"/>
                <a:gd name="T9" fmla="*/ 0 h 91"/>
                <a:gd name="T10" fmla="*/ 0 w 30"/>
                <a:gd name="T11" fmla="*/ 14 h 91"/>
                <a:gd name="T12" fmla="*/ 0 w 30"/>
                <a:gd name="T13" fmla="*/ 75 h 91"/>
                <a:gd name="T14" fmla="*/ 15 w 30"/>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91">
                  <a:moveTo>
                    <a:pt x="15" y="90"/>
                  </a:moveTo>
                  <a:lnTo>
                    <a:pt x="15" y="90"/>
                  </a:lnTo>
                  <a:cubicBezTo>
                    <a:pt x="23" y="90"/>
                    <a:pt x="29" y="83"/>
                    <a:pt x="29" y="75"/>
                  </a:cubicBezTo>
                  <a:cubicBezTo>
                    <a:pt x="29" y="14"/>
                    <a:pt x="29" y="14"/>
                    <a:pt x="29" y="14"/>
                  </a:cubicBezTo>
                  <a:cubicBezTo>
                    <a:pt x="29" y="6"/>
                    <a:pt x="23"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 name="Group 13">
            <a:extLst>
              <a:ext uri="{FF2B5EF4-FFF2-40B4-BE49-F238E27FC236}">
                <a16:creationId xmlns:a16="http://schemas.microsoft.com/office/drawing/2014/main" id="{9BC55F5A-80ED-3D32-1EB4-F5C4687F9A5D}"/>
              </a:ext>
            </a:extLst>
          </p:cNvPr>
          <p:cNvGrpSpPr/>
          <p:nvPr/>
        </p:nvGrpSpPr>
        <p:grpSpPr>
          <a:xfrm>
            <a:off x="1064815" y="1338932"/>
            <a:ext cx="258763" cy="260350"/>
            <a:chOff x="28575" y="3100388"/>
            <a:chExt cx="258763" cy="260350"/>
          </a:xfrm>
          <a:solidFill>
            <a:schemeClr val="accent4"/>
          </a:solidFill>
        </p:grpSpPr>
        <p:sp>
          <p:nvSpPr>
            <p:cNvPr id="11" name="Freeform 7">
              <a:extLst>
                <a:ext uri="{FF2B5EF4-FFF2-40B4-BE49-F238E27FC236}">
                  <a16:creationId xmlns:a16="http://schemas.microsoft.com/office/drawing/2014/main" id="{A017F5F6-C657-91E9-33C4-E451FB3B6DE8}"/>
                </a:ext>
              </a:extLst>
            </p:cNvPr>
            <p:cNvSpPr>
              <a:spLocks noChangeArrowheads="1"/>
            </p:cNvSpPr>
            <p:nvPr/>
          </p:nvSpPr>
          <p:spPr bwMode="auto">
            <a:xfrm>
              <a:off x="28575" y="3100388"/>
              <a:ext cx="258763" cy="260350"/>
            </a:xfrm>
            <a:custGeom>
              <a:avLst/>
              <a:gdLst>
                <a:gd name="T0" fmla="*/ 31 w 720"/>
                <a:gd name="T1" fmla="*/ 360 h 723"/>
                <a:gd name="T2" fmla="*/ 31 w 720"/>
                <a:gd name="T3" fmla="*/ 360 h 723"/>
                <a:gd name="T4" fmla="*/ 31 w 720"/>
                <a:gd name="T5" fmla="*/ 465 h 723"/>
                <a:gd name="T6" fmla="*/ 174 w 720"/>
                <a:gd name="T7" fmla="*/ 653 h 723"/>
                <a:gd name="T8" fmla="*/ 152 w 720"/>
                <a:gd name="T9" fmla="*/ 698 h 723"/>
                <a:gd name="T10" fmla="*/ 159 w 720"/>
                <a:gd name="T11" fmla="*/ 718 h 723"/>
                <a:gd name="T12" fmla="*/ 178 w 720"/>
                <a:gd name="T13" fmla="*/ 711 h 723"/>
                <a:gd name="T14" fmla="*/ 205 w 720"/>
                <a:gd name="T15" fmla="*/ 659 h 723"/>
                <a:gd name="T16" fmla="*/ 225 w 720"/>
                <a:gd name="T17" fmla="*/ 660 h 723"/>
                <a:gd name="T18" fmla="*/ 494 w 720"/>
                <a:gd name="T19" fmla="*/ 660 h 723"/>
                <a:gd name="T20" fmla="*/ 515 w 720"/>
                <a:gd name="T21" fmla="*/ 659 h 723"/>
                <a:gd name="T22" fmla="*/ 542 w 720"/>
                <a:gd name="T23" fmla="*/ 711 h 723"/>
                <a:gd name="T24" fmla="*/ 562 w 720"/>
                <a:gd name="T25" fmla="*/ 718 h 723"/>
                <a:gd name="T26" fmla="*/ 569 w 720"/>
                <a:gd name="T27" fmla="*/ 698 h 723"/>
                <a:gd name="T28" fmla="*/ 546 w 720"/>
                <a:gd name="T29" fmla="*/ 653 h 723"/>
                <a:gd name="T30" fmla="*/ 689 w 720"/>
                <a:gd name="T31" fmla="*/ 465 h 723"/>
                <a:gd name="T32" fmla="*/ 689 w 720"/>
                <a:gd name="T33" fmla="*/ 360 h 723"/>
                <a:gd name="T34" fmla="*/ 705 w 720"/>
                <a:gd name="T35" fmla="*/ 360 h 723"/>
                <a:gd name="T36" fmla="*/ 719 w 720"/>
                <a:gd name="T37" fmla="*/ 346 h 723"/>
                <a:gd name="T38" fmla="*/ 705 w 720"/>
                <a:gd name="T39" fmla="*/ 330 h 723"/>
                <a:gd name="T40" fmla="*/ 689 w 720"/>
                <a:gd name="T41" fmla="*/ 330 h 723"/>
                <a:gd name="T42" fmla="*/ 60 w 720"/>
                <a:gd name="T43" fmla="*/ 330 h 723"/>
                <a:gd name="T44" fmla="*/ 60 w 720"/>
                <a:gd name="T45" fmla="*/ 135 h 723"/>
                <a:gd name="T46" fmla="*/ 60 w 720"/>
                <a:gd name="T47" fmla="*/ 135 h 723"/>
                <a:gd name="T48" fmla="*/ 60 w 720"/>
                <a:gd name="T49" fmla="*/ 90 h 723"/>
                <a:gd name="T50" fmla="*/ 79 w 720"/>
                <a:gd name="T51" fmla="*/ 48 h 723"/>
                <a:gd name="T52" fmla="*/ 121 w 720"/>
                <a:gd name="T53" fmla="*/ 31 h 723"/>
                <a:gd name="T54" fmla="*/ 163 w 720"/>
                <a:gd name="T55" fmla="*/ 48 h 723"/>
                <a:gd name="T56" fmla="*/ 180 w 720"/>
                <a:gd name="T57" fmla="*/ 90 h 723"/>
                <a:gd name="T58" fmla="*/ 180 w 720"/>
                <a:gd name="T59" fmla="*/ 106 h 723"/>
                <a:gd name="T60" fmla="*/ 195 w 720"/>
                <a:gd name="T61" fmla="*/ 121 h 723"/>
                <a:gd name="T62" fmla="*/ 211 w 720"/>
                <a:gd name="T63" fmla="*/ 106 h 723"/>
                <a:gd name="T64" fmla="*/ 211 w 720"/>
                <a:gd name="T65" fmla="*/ 90 h 723"/>
                <a:gd name="T66" fmla="*/ 121 w 720"/>
                <a:gd name="T67" fmla="*/ 0 h 723"/>
                <a:gd name="T68" fmla="*/ 31 w 720"/>
                <a:gd name="T69" fmla="*/ 90 h 723"/>
                <a:gd name="T70" fmla="*/ 31 w 720"/>
                <a:gd name="T71" fmla="*/ 135 h 723"/>
                <a:gd name="T72" fmla="*/ 31 w 720"/>
                <a:gd name="T73" fmla="*/ 330 h 723"/>
                <a:gd name="T74" fmla="*/ 15 w 720"/>
                <a:gd name="T75" fmla="*/ 330 h 723"/>
                <a:gd name="T76" fmla="*/ 0 w 720"/>
                <a:gd name="T77" fmla="*/ 346 h 723"/>
                <a:gd name="T78" fmla="*/ 15 w 720"/>
                <a:gd name="T79" fmla="*/ 360 h 723"/>
                <a:gd name="T80" fmla="*/ 31 w 720"/>
                <a:gd name="T81" fmla="*/ 360 h 723"/>
                <a:gd name="T82" fmla="*/ 660 w 720"/>
                <a:gd name="T83" fmla="*/ 465 h 723"/>
                <a:gd name="T84" fmla="*/ 660 w 720"/>
                <a:gd name="T85" fmla="*/ 465 h 723"/>
                <a:gd name="T86" fmla="*/ 611 w 720"/>
                <a:gd name="T87" fmla="*/ 582 h 723"/>
                <a:gd name="T88" fmla="*/ 494 w 720"/>
                <a:gd name="T89" fmla="*/ 629 h 723"/>
                <a:gd name="T90" fmla="*/ 225 w 720"/>
                <a:gd name="T91" fmla="*/ 629 h 723"/>
                <a:gd name="T92" fmla="*/ 108 w 720"/>
                <a:gd name="T93" fmla="*/ 582 h 723"/>
                <a:gd name="T94" fmla="*/ 60 w 720"/>
                <a:gd name="T95" fmla="*/ 465 h 723"/>
                <a:gd name="T96" fmla="*/ 60 w 720"/>
                <a:gd name="T97" fmla="*/ 360 h 723"/>
                <a:gd name="T98" fmla="*/ 660 w 720"/>
                <a:gd name="T99" fmla="*/ 360 h 723"/>
                <a:gd name="T100" fmla="*/ 660 w 720"/>
                <a:gd name="T101" fmla="*/ 465 h 7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20" h="723">
                  <a:moveTo>
                    <a:pt x="31" y="360"/>
                  </a:moveTo>
                  <a:lnTo>
                    <a:pt x="31" y="360"/>
                  </a:lnTo>
                  <a:cubicBezTo>
                    <a:pt x="31" y="465"/>
                    <a:pt x="31" y="465"/>
                    <a:pt x="31" y="465"/>
                  </a:cubicBezTo>
                  <a:cubicBezTo>
                    <a:pt x="31" y="555"/>
                    <a:pt x="91" y="631"/>
                    <a:pt x="174" y="653"/>
                  </a:cubicBezTo>
                  <a:cubicBezTo>
                    <a:pt x="152" y="698"/>
                    <a:pt x="152" y="698"/>
                    <a:pt x="152" y="698"/>
                  </a:cubicBezTo>
                  <a:cubicBezTo>
                    <a:pt x="149" y="705"/>
                    <a:pt x="152" y="714"/>
                    <a:pt x="159" y="718"/>
                  </a:cubicBezTo>
                  <a:cubicBezTo>
                    <a:pt x="166" y="722"/>
                    <a:pt x="176" y="719"/>
                    <a:pt x="178" y="711"/>
                  </a:cubicBezTo>
                  <a:cubicBezTo>
                    <a:pt x="205" y="659"/>
                    <a:pt x="205" y="659"/>
                    <a:pt x="205" y="659"/>
                  </a:cubicBezTo>
                  <a:cubicBezTo>
                    <a:pt x="212" y="659"/>
                    <a:pt x="219" y="660"/>
                    <a:pt x="225" y="660"/>
                  </a:cubicBezTo>
                  <a:cubicBezTo>
                    <a:pt x="494" y="660"/>
                    <a:pt x="494" y="660"/>
                    <a:pt x="494" y="660"/>
                  </a:cubicBezTo>
                  <a:cubicBezTo>
                    <a:pt x="501" y="660"/>
                    <a:pt x="508" y="659"/>
                    <a:pt x="515" y="659"/>
                  </a:cubicBezTo>
                  <a:cubicBezTo>
                    <a:pt x="542" y="711"/>
                    <a:pt x="542" y="711"/>
                    <a:pt x="542" y="711"/>
                  </a:cubicBezTo>
                  <a:cubicBezTo>
                    <a:pt x="545" y="719"/>
                    <a:pt x="555" y="722"/>
                    <a:pt x="562" y="718"/>
                  </a:cubicBezTo>
                  <a:cubicBezTo>
                    <a:pt x="569" y="714"/>
                    <a:pt x="571" y="705"/>
                    <a:pt x="569" y="698"/>
                  </a:cubicBezTo>
                  <a:cubicBezTo>
                    <a:pt x="546" y="653"/>
                    <a:pt x="546" y="653"/>
                    <a:pt x="546" y="653"/>
                  </a:cubicBezTo>
                  <a:cubicBezTo>
                    <a:pt x="629" y="631"/>
                    <a:pt x="689" y="555"/>
                    <a:pt x="689" y="465"/>
                  </a:cubicBezTo>
                  <a:cubicBezTo>
                    <a:pt x="689" y="360"/>
                    <a:pt x="689" y="360"/>
                    <a:pt x="689" y="360"/>
                  </a:cubicBezTo>
                  <a:cubicBezTo>
                    <a:pt x="705" y="360"/>
                    <a:pt x="705" y="360"/>
                    <a:pt x="705" y="360"/>
                  </a:cubicBezTo>
                  <a:cubicBezTo>
                    <a:pt x="713" y="360"/>
                    <a:pt x="719" y="353"/>
                    <a:pt x="719" y="346"/>
                  </a:cubicBezTo>
                  <a:cubicBezTo>
                    <a:pt x="719" y="337"/>
                    <a:pt x="713" y="330"/>
                    <a:pt x="705" y="330"/>
                  </a:cubicBezTo>
                  <a:cubicBezTo>
                    <a:pt x="689" y="330"/>
                    <a:pt x="689" y="330"/>
                    <a:pt x="689" y="330"/>
                  </a:cubicBezTo>
                  <a:cubicBezTo>
                    <a:pt x="60" y="330"/>
                    <a:pt x="60" y="330"/>
                    <a:pt x="60" y="330"/>
                  </a:cubicBezTo>
                  <a:cubicBezTo>
                    <a:pt x="60" y="135"/>
                    <a:pt x="60" y="135"/>
                    <a:pt x="60" y="135"/>
                  </a:cubicBezTo>
                  <a:lnTo>
                    <a:pt x="60" y="135"/>
                  </a:lnTo>
                  <a:cubicBezTo>
                    <a:pt x="60" y="90"/>
                    <a:pt x="60" y="90"/>
                    <a:pt x="60" y="90"/>
                  </a:cubicBezTo>
                  <a:cubicBezTo>
                    <a:pt x="60" y="73"/>
                    <a:pt x="67" y="59"/>
                    <a:pt x="79" y="48"/>
                  </a:cubicBezTo>
                  <a:cubicBezTo>
                    <a:pt x="88" y="37"/>
                    <a:pt x="104" y="31"/>
                    <a:pt x="121" y="31"/>
                  </a:cubicBezTo>
                  <a:cubicBezTo>
                    <a:pt x="138" y="31"/>
                    <a:pt x="152" y="37"/>
                    <a:pt x="163" y="48"/>
                  </a:cubicBezTo>
                  <a:cubicBezTo>
                    <a:pt x="174" y="59"/>
                    <a:pt x="180" y="73"/>
                    <a:pt x="180" y="90"/>
                  </a:cubicBezTo>
                  <a:cubicBezTo>
                    <a:pt x="180" y="106"/>
                    <a:pt x="180" y="106"/>
                    <a:pt x="180" y="106"/>
                  </a:cubicBezTo>
                  <a:cubicBezTo>
                    <a:pt x="180" y="114"/>
                    <a:pt x="187" y="121"/>
                    <a:pt x="195" y="121"/>
                  </a:cubicBezTo>
                  <a:cubicBezTo>
                    <a:pt x="204" y="121"/>
                    <a:pt x="211" y="114"/>
                    <a:pt x="211" y="106"/>
                  </a:cubicBezTo>
                  <a:cubicBezTo>
                    <a:pt x="211" y="90"/>
                    <a:pt x="211" y="90"/>
                    <a:pt x="211" y="90"/>
                  </a:cubicBezTo>
                  <a:cubicBezTo>
                    <a:pt x="211" y="41"/>
                    <a:pt x="170" y="0"/>
                    <a:pt x="121" y="0"/>
                  </a:cubicBezTo>
                  <a:cubicBezTo>
                    <a:pt x="70" y="0"/>
                    <a:pt x="31" y="41"/>
                    <a:pt x="31" y="90"/>
                  </a:cubicBezTo>
                  <a:cubicBezTo>
                    <a:pt x="31" y="135"/>
                    <a:pt x="31" y="135"/>
                    <a:pt x="31" y="135"/>
                  </a:cubicBezTo>
                  <a:cubicBezTo>
                    <a:pt x="31" y="330"/>
                    <a:pt x="31" y="330"/>
                    <a:pt x="31" y="330"/>
                  </a:cubicBezTo>
                  <a:cubicBezTo>
                    <a:pt x="15" y="330"/>
                    <a:pt x="15" y="330"/>
                    <a:pt x="15" y="330"/>
                  </a:cubicBezTo>
                  <a:cubicBezTo>
                    <a:pt x="7" y="330"/>
                    <a:pt x="0" y="337"/>
                    <a:pt x="0" y="346"/>
                  </a:cubicBezTo>
                  <a:cubicBezTo>
                    <a:pt x="0" y="353"/>
                    <a:pt x="7" y="360"/>
                    <a:pt x="15" y="360"/>
                  </a:cubicBezTo>
                  <a:lnTo>
                    <a:pt x="31" y="360"/>
                  </a:lnTo>
                  <a:close/>
                  <a:moveTo>
                    <a:pt x="660" y="465"/>
                  </a:moveTo>
                  <a:lnTo>
                    <a:pt x="660" y="465"/>
                  </a:lnTo>
                  <a:cubicBezTo>
                    <a:pt x="660" y="510"/>
                    <a:pt x="642" y="552"/>
                    <a:pt x="611" y="582"/>
                  </a:cubicBezTo>
                  <a:cubicBezTo>
                    <a:pt x="581" y="611"/>
                    <a:pt x="541" y="629"/>
                    <a:pt x="494" y="629"/>
                  </a:cubicBezTo>
                  <a:cubicBezTo>
                    <a:pt x="225" y="629"/>
                    <a:pt x="225" y="629"/>
                    <a:pt x="225" y="629"/>
                  </a:cubicBezTo>
                  <a:cubicBezTo>
                    <a:pt x="180" y="629"/>
                    <a:pt x="139" y="611"/>
                    <a:pt x="108" y="582"/>
                  </a:cubicBezTo>
                  <a:cubicBezTo>
                    <a:pt x="79" y="552"/>
                    <a:pt x="60" y="510"/>
                    <a:pt x="60" y="465"/>
                  </a:cubicBezTo>
                  <a:cubicBezTo>
                    <a:pt x="60" y="360"/>
                    <a:pt x="60" y="360"/>
                    <a:pt x="60" y="360"/>
                  </a:cubicBezTo>
                  <a:cubicBezTo>
                    <a:pt x="660" y="360"/>
                    <a:pt x="660" y="360"/>
                    <a:pt x="660" y="360"/>
                  </a:cubicBezTo>
                  <a:lnTo>
                    <a:pt x="660" y="46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 name="Freeform 8">
              <a:extLst>
                <a:ext uri="{FF2B5EF4-FFF2-40B4-BE49-F238E27FC236}">
                  <a16:creationId xmlns:a16="http://schemas.microsoft.com/office/drawing/2014/main" id="{7B2E8334-7C47-0FB5-D275-A7831189AD6B}"/>
                </a:ext>
              </a:extLst>
            </p:cNvPr>
            <p:cNvSpPr>
              <a:spLocks noChangeArrowheads="1"/>
            </p:cNvSpPr>
            <p:nvPr/>
          </p:nvSpPr>
          <p:spPr bwMode="auto">
            <a:xfrm>
              <a:off x="82550" y="3165475"/>
              <a:ext cx="11113" cy="22225"/>
            </a:xfrm>
            <a:custGeom>
              <a:avLst/>
              <a:gdLst>
                <a:gd name="T0" fmla="*/ 0 w 31"/>
                <a:gd name="T1" fmla="*/ 16 h 62"/>
                <a:gd name="T2" fmla="*/ 0 w 31"/>
                <a:gd name="T3" fmla="*/ 16 h 62"/>
                <a:gd name="T4" fmla="*/ 0 w 31"/>
                <a:gd name="T5" fmla="*/ 45 h 62"/>
                <a:gd name="T6" fmla="*/ 16 w 31"/>
                <a:gd name="T7" fmla="*/ 61 h 62"/>
                <a:gd name="T8" fmla="*/ 30 w 31"/>
                <a:gd name="T9" fmla="*/ 45 h 62"/>
                <a:gd name="T10" fmla="*/ 30 w 31"/>
                <a:gd name="T11" fmla="*/ 16 h 62"/>
                <a:gd name="T12" fmla="*/ 16 w 31"/>
                <a:gd name="T13" fmla="*/ 0 h 62"/>
                <a:gd name="T14" fmla="*/ 0 w 31"/>
                <a:gd name="T15" fmla="*/ 16 h 6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62">
                  <a:moveTo>
                    <a:pt x="0" y="16"/>
                  </a:moveTo>
                  <a:lnTo>
                    <a:pt x="0" y="16"/>
                  </a:lnTo>
                  <a:cubicBezTo>
                    <a:pt x="0" y="45"/>
                    <a:pt x="0" y="45"/>
                    <a:pt x="0" y="45"/>
                  </a:cubicBezTo>
                  <a:cubicBezTo>
                    <a:pt x="0" y="53"/>
                    <a:pt x="7" y="61"/>
                    <a:pt x="16" y="61"/>
                  </a:cubicBezTo>
                  <a:cubicBezTo>
                    <a:pt x="24" y="61"/>
                    <a:pt x="30" y="53"/>
                    <a:pt x="30" y="45"/>
                  </a:cubicBezTo>
                  <a:cubicBezTo>
                    <a:pt x="30" y="16"/>
                    <a:pt x="30" y="16"/>
                    <a:pt x="30" y="16"/>
                  </a:cubicBezTo>
                  <a:cubicBezTo>
                    <a:pt x="30"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 name="Freeform 9">
              <a:extLst>
                <a:ext uri="{FF2B5EF4-FFF2-40B4-BE49-F238E27FC236}">
                  <a16:creationId xmlns:a16="http://schemas.microsoft.com/office/drawing/2014/main" id="{407F3D14-E79F-FC44-6DA4-FCA68947C268}"/>
                </a:ext>
              </a:extLst>
            </p:cNvPr>
            <p:cNvSpPr>
              <a:spLocks noChangeArrowheads="1"/>
            </p:cNvSpPr>
            <p:nvPr/>
          </p:nvSpPr>
          <p:spPr bwMode="auto">
            <a:xfrm>
              <a:off x="104775" y="3187700"/>
              <a:ext cx="11113" cy="22225"/>
            </a:xfrm>
            <a:custGeom>
              <a:avLst/>
              <a:gdLst>
                <a:gd name="T0" fmla="*/ 14 w 30"/>
                <a:gd name="T1" fmla="*/ 0 h 61"/>
                <a:gd name="T2" fmla="*/ 14 w 30"/>
                <a:gd name="T3" fmla="*/ 0 h 61"/>
                <a:gd name="T4" fmla="*/ 0 w 30"/>
                <a:gd name="T5" fmla="*/ 15 h 61"/>
                <a:gd name="T6" fmla="*/ 0 w 30"/>
                <a:gd name="T7" fmla="*/ 44 h 61"/>
                <a:gd name="T8" fmla="*/ 14 w 30"/>
                <a:gd name="T9" fmla="*/ 60 h 61"/>
                <a:gd name="T10" fmla="*/ 29 w 30"/>
                <a:gd name="T11" fmla="*/ 44 h 61"/>
                <a:gd name="T12" fmla="*/ 29 w 30"/>
                <a:gd name="T13" fmla="*/ 15 h 61"/>
                <a:gd name="T14" fmla="*/ 14 w 30"/>
                <a:gd name="T15" fmla="*/ 0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14" y="0"/>
                  </a:moveTo>
                  <a:lnTo>
                    <a:pt x="14" y="0"/>
                  </a:lnTo>
                  <a:cubicBezTo>
                    <a:pt x="7" y="0"/>
                    <a:pt x="0" y="7"/>
                    <a:pt x="0" y="15"/>
                  </a:cubicBezTo>
                  <a:cubicBezTo>
                    <a:pt x="0" y="44"/>
                    <a:pt x="0" y="44"/>
                    <a:pt x="0" y="44"/>
                  </a:cubicBezTo>
                  <a:cubicBezTo>
                    <a:pt x="0" y="53"/>
                    <a:pt x="7" y="60"/>
                    <a:pt x="14" y="60"/>
                  </a:cubicBezTo>
                  <a:cubicBezTo>
                    <a:pt x="22" y="60"/>
                    <a:pt x="29" y="53"/>
                    <a:pt x="29" y="44"/>
                  </a:cubicBezTo>
                  <a:cubicBezTo>
                    <a:pt x="29" y="15"/>
                    <a:pt x="29" y="15"/>
                    <a:pt x="29" y="15"/>
                  </a:cubicBezTo>
                  <a:cubicBezTo>
                    <a:pt x="29" y="7"/>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 name="Freeform 10">
              <a:extLst>
                <a:ext uri="{FF2B5EF4-FFF2-40B4-BE49-F238E27FC236}">
                  <a16:creationId xmlns:a16="http://schemas.microsoft.com/office/drawing/2014/main" id="{101B5200-265D-EE50-C0CD-00227C9F11AA}"/>
                </a:ext>
              </a:extLst>
            </p:cNvPr>
            <p:cNvSpPr>
              <a:spLocks noChangeArrowheads="1"/>
            </p:cNvSpPr>
            <p:nvPr/>
          </p:nvSpPr>
          <p:spPr bwMode="auto">
            <a:xfrm>
              <a:off x="104775" y="3154363"/>
              <a:ext cx="11113" cy="22225"/>
            </a:xfrm>
            <a:custGeom>
              <a:avLst/>
              <a:gdLst>
                <a:gd name="T0" fmla="*/ 0 w 30"/>
                <a:gd name="T1" fmla="*/ 45 h 61"/>
                <a:gd name="T2" fmla="*/ 0 w 30"/>
                <a:gd name="T3" fmla="*/ 45 h 61"/>
                <a:gd name="T4" fmla="*/ 14 w 30"/>
                <a:gd name="T5" fmla="*/ 60 h 61"/>
                <a:gd name="T6" fmla="*/ 29 w 30"/>
                <a:gd name="T7" fmla="*/ 45 h 61"/>
                <a:gd name="T8" fmla="*/ 29 w 30"/>
                <a:gd name="T9" fmla="*/ 15 h 61"/>
                <a:gd name="T10" fmla="*/ 14 w 30"/>
                <a:gd name="T11" fmla="*/ 0 h 61"/>
                <a:gd name="T12" fmla="*/ 0 w 30"/>
                <a:gd name="T13" fmla="*/ 15 h 61"/>
                <a:gd name="T14" fmla="*/ 0 w 30"/>
                <a:gd name="T15" fmla="*/ 45 h 6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61">
                  <a:moveTo>
                    <a:pt x="0" y="45"/>
                  </a:moveTo>
                  <a:lnTo>
                    <a:pt x="0" y="45"/>
                  </a:lnTo>
                  <a:cubicBezTo>
                    <a:pt x="0" y="53"/>
                    <a:pt x="7" y="60"/>
                    <a:pt x="14" y="60"/>
                  </a:cubicBezTo>
                  <a:cubicBezTo>
                    <a:pt x="22" y="60"/>
                    <a:pt x="29" y="53"/>
                    <a:pt x="29" y="45"/>
                  </a:cubicBezTo>
                  <a:cubicBezTo>
                    <a:pt x="29" y="15"/>
                    <a:pt x="29" y="15"/>
                    <a:pt x="29" y="15"/>
                  </a:cubicBezTo>
                  <a:cubicBezTo>
                    <a:pt x="29" y="7"/>
                    <a:pt x="22" y="0"/>
                    <a:pt x="14" y="0"/>
                  </a:cubicBezTo>
                  <a:cubicBezTo>
                    <a:pt x="7" y="0"/>
                    <a:pt x="0" y="7"/>
                    <a:pt x="0" y="15"/>
                  </a:cubicBezTo>
                  <a:lnTo>
                    <a:pt x="0" y="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5" name="Group 18">
            <a:extLst>
              <a:ext uri="{FF2B5EF4-FFF2-40B4-BE49-F238E27FC236}">
                <a16:creationId xmlns:a16="http://schemas.microsoft.com/office/drawing/2014/main" id="{059E3F36-A806-40A3-B65A-8447902D650E}"/>
              </a:ext>
            </a:extLst>
          </p:cNvPr>
          <p:cNvGrpSpPr/>
          <p:nvPr/>
        </p:nvGrpSpPr>
        <p:grpSpPr>
          <a:xfrm>
            <a:off x="2110978" y="1846933"/>
            <a:ext cx="247650" cy="258762"/>
            <a:chOff x="1074738" y="3624263"/>
            <a:chExt cx="247650" cy="258762"/>
          </a:xfrm>
          <a:solidFill>
            <a:schemeClr val="accent4"/>
          </a:solidFill>
        </p:grpSpPr>
        <p:sp>
          <p:nvSpPr>
            <p:cNvPr id="16" name="Freeform 11">
              <a:extLst>
                <a:ext uri="{FF2B5EF4-FFF2-40B4-BE49-F238E27FC236}">
                  <a16:creationId xmlns:a16="http://schemas.microsoft.com/office/drawing/2014/main" id="{8EB0B485-A217-9BAD-D9A7-B7F8E569696E}"/>
                </a:ext>
              </a:extLst>
            </p:cNvPr>
            <p:cNvSpPr>
              <a:spLocks noChangeArrowheads="1"/>
            </p:cNvSpPr>
            <p:nvPr/>
          </p:nvSpPr>
          <p:spPr bwMode="auto">
            <a:xfrm>
              <a:off x="1074738" y="3624263"/>
              <a:ext cx="247650" cy="258762"/>
            </a:xfrm>
            <a:custGeom>
              <a:avLst/>
              <a:gdLst>
                <a:gd name="T0" fmla="*/ 674 w 689"/>
                <a:gd name="T1" fmla="*/ 419 h 720"/>
                <a:gd name="T2" fmla="*/ 629 w 689"/>
                <a:gd name="T3" fmla="*/ 224 h 720"/>
                <a:gd name="T4" fmla="*/ 524 w 689"/>
                <a:gd name="T5" fmla="*/ 119 h 720"/>
                <a:gd name="T6" fmla="*/ 344 w 689"/>
                <a:gd name="T7" fmla="*/ 0 h 720"/>
                <a:gd name="T8" fmla="*/ 165 w 689"/>
                <a:gd name="T9" fmla="*/ 119 h 720"/>
                <a:gd name="T10" fmla="*/ 59 w 689"/>
                <a:gd name="T11" fmla="*/ 224 h 720"/>
                <a:gd name="T12" fmla="*/ 14 w 689"/>
                <a:gd name="T13" fmla="*/ 419 h 720"/>
                <a:gd name="T14" fmla="*/ 0 w 689"/>
                <a:gd name="T15" fmla="*/ 433 h 720"/>
                <a:gd name="T16" fmla="*/ 5 w 689"/>
                <a:gd name="T17" fmla="*/ 653 h 720"/>
                <a:gd name="T18" fmla="*/ 51 w 689"/>
                <a:gd name="T19" fmla="*/ 657 h 720"/>
                <a:gd name="T20" fmla="*/ 38 w 689"/>
                <a:gd name="T21" fmla="*/ 716 h 720"/>
                <a:gd name="T22" fmla="*/ 85 w 689"/>
                <a:gd name="T23" fmla="*/ 657 h 720"/>
                <a:gd name="T24" fmla="*/ 344 w 689"/>
                <a:gd name="T25" fmla="*/ 657 h 720"/>
                <a:gd name="T26" fmla="*/ 604 w 689"/>
                <a:gd name="T27" fmla="*/ 657 h 720"/>
                <a:gd name="T28" fmla="*/ 651 w 689"/>
                <a:gd name="T29" fmla="*/ 716 h 720"/>
                <a:gd name="T30" fmla="*/ 638 w 689"/>
                <a:gd name="T31" fmla="*/ 657 h 720"/>
                <a:gd name="T32" fmla="*/ 684 w 689"/>
                <a:gd name="T33" fmla="*/ 653 h 720"/>
                <a:gd name="T34" fmla="*/ 688 w 689"/>
                <a:gd name="T35" fmla="*/ 433 h 720"/>
                <a:gd name="T36" fmla="*/ 674 w 689"/>
                <a:gd name="T37" fmla="*/ 419 h 720"/>
                <a:gd name="T38" fmla="*/ 659 w 689"/>
                <a:gd name="T39" fmla="*/ 628 h 720"/>
                <a:gd name="T40" fmla="*/ 360 w 689"/>
                <a:gd name="T41" fmla="*/ 449 h 720"/>
                <a:gd name="T42" fmla="*/ 464 w 689"/>
                <a:gd name="T43" fmla="*/ 449 h 720"/>
                <a:gd name="T44" fmla="*/ 659 w 689"/>
                <a:gd name="T45" fmla="*/ 449 h 720"/>
                <a:gd name="T46" fmla="*/ 578 w 689"/>
                <a:gd name="T47" fmla="*/ 171 h 720"/>
                <a:gd name="T48" fmla="*/ 599 w 689"/>
                <a:gd name="T49" fmla="*/ 224 h 720"/>
                <a:gd name="T50" fmla="*/ 479 w 689"/>
                <a:gd name="T51" fmla="*/ 419 h 720"/>
                <a:gd name="T52" fmla="*/ 524 w 689"/>
                <a:gd name="T53" fmla="*/ 150 h 720"/>
                <a:gd name="T54" fmla="*/ 239 w 689"/>
                <a:gd name="T55" fmla="*/ 134 h 720"/>
                <a:gd name="T56" fmla="*/ 270 w 689"/>
                <a:gd name="T57" fmla="*/ 60 h 720"/>
                <a:gd name="T58" fmla="*/ 419 w 689"/>
                <a:gd name="T59" fmla="*/ 60 h 720"/>
                <a:gd name="T60" fmla="*/ 450 w 689"/>
                <a:gd name="T61" fmla="*/ 419 h 720"/>
                <a:gd name="T62" fmla="*/ 255 w 689"/>
                <a:gd name="T63" fmla="*/ 419 h 720"/>
                <a:gd name="T64" fmla="*/ 239 w 689"/>
                <a:gd name="T65" fmla="*/ 134 h 720"/>
                <a:gd name="T66" fmla="*/ 90 w 689"/>
                <a:gd name="T67" fmla="*/ 224 h 720"/>
                <a:gd name="T68" fmla="*/ 210 w 689"/>
                <a:gd name="T69" fmla="*/ 165 h 720"/>
                <a:gd name="T70" fmla="*/ 90 w 689"/>
                <a:gd name="T71" fmla="*/ 419 h 720"/>
                <a:gd name="T72" fmla="*/ 30 w 689"/>
                <a:gd name="T73" fmla="*/ 449 h 720"/>
                <a:gd name="T74" fmla="*/ 75 w 689"/>
                <a:gd name="T75" fmla="*/ 449 h 720"/>
                <a:gd name="T76" fmla="*/ 225 w 689"/>
                <a:gd name="T77" fmla="*/ 449 h 720"/>
                <a:gd name="T78" fmla="*/ 329 w 689"/>
                <a:gd name="T79" fmla="*/ 628 h 720"/>
                <a:gd name="T80" fmla="*/ 30 w 689"/>
                <a:gd name="T81" fmla="*/ 44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89" h="720">
                  <a:moveTo>
                    <a:pt x="674" y="419"/>
                  </a:moveTo>
                  <a:lnTo>
                    <a:pt x="674" y="419"/>
                  </a:lnTo>
                  <a:cubicBezTo>
                    <a:pt x="629" y="419"/>
                    <a:pt x="629" y="419"/>
                    <a:pt x="629" y="419"/>
                  </a:cubicBezTo>
                  <a:cubicBezTo>
                    <a:pt x="629" y="224"/>
                    <a:pt x="629" y="224"/>
                    <a:pt x="629" y="224"/>
                  </a:cubicBezTo>
                  <a:cubicBezTo>
                    <a:pt x="629" y="195"/>
                    <a:pt x="617" y="169"/>
                    <a:pt x="599" y="150"/>
                  </a:cubicBezTo>
                  <a:cubicBezTo>
                    <a:pt x="579" y="132"/>
                    <a:pt x="554" y="119"/>
                    <a:pt x="524" y="119"/>
                  </a:cubicBezTo>
                  <a:cubicBezTo>
                    <a:pt x="509" y="119"/>
                    <a:pt x="493" y="123"/>
                    <a:pt x="479" y="130"/>
                  </a:cubicBezTo>
                  <a:cubicBezTo>
                    <a:pt x="476" y="57"/>
                    <a:pt x="417" y="0"/>
                    <a:pt x="344" y="0"/>
                  </a:cubicBezTo>
                  <a:cubicBezTo>
                    <a:pt x="271" y="0"/>
                    <a:pt x="212" y="57"/>
                    <a:pt x="210" y="130"/>
                  </a:cubicBezTo>
                  <a:cubicBezTo>
                    <a:pt x="196" y="123"/>
                    <a:pt x="182" y="119"/>
                    <a:pt x="165" y="119"/>
                  </a:cubicBezTo>
                  <a:cubicBezTo>
                    <a:pt x="135" y="119"/>
                    <a:pt x="110" y="132"/>
                    <a:pt x="90" y="150"/>
                  </a:cubicBezTo>
                  <a:cubicBezTo>
                    <a:pt x="72" y="169"/>
                    <a:pt x="59" y="195"/>
                    <a:pt x="59" y="224"/>
                  </a:cubicBezTo>
                  <a:cubicBezTo>
                    <a:pt x="59" y="419"/>
                    <a:pt x="59" y="419"/>
                    <a:pt x="59" y="419"/>
                  </a:cubicBezTo>
                  <a:cubicBezTo>
                    <a:pt x="14" y="419"/>
                    <a:pt x="14" y="419"/>
                    <a:pt x="14" y="419"/>
                  </a:cubicBezTo>
                  <a:cubicBezTo>
                    <a:pt x="12" y="419"/>
                    <a:pt x="7" y="421"/>
                    <a:pt x="5" y="424"/>
                  </a:cubicBezTo>
                  <a:cubicBezTo>
                    <a:pt x="2" y="426"/>
                    <a:pt x="0" y="429"/>
                    <a:pt x="0" y="433"/>
                  </a:cubicBezTo>
                  <a:cubicBezTo>
                    <a:pt x="0" y="643"/>
                    <a:pt x="0" y="643"/>
                    <a:pt x="0" y="643"/>
                  </a:cubicBezTo>
                  <a:cubicBezTo>
                    <a:pt x="0" y="646"/>
                    <a:pt x="2" y="650"/>
                    <a:pt x="5" y="653"/>
                  </a:cubicBezTo>
                  <a:cubicBezTo>
                    <a:pt x="7" y="656"/>
                    <a:pt x="12" y="657"/>
                    <a:pt x="14" y="657"/>
                  </a:cubicBezTo>
                  <a:cubicBezTo>
                    <a:pt x="51" y="657"/>
                    <a:pt x="51" y="657"/>
                    <a:pt x="51" y="657"/>
                  </a:cubicBezTo>
                  <a:cubicBezTo>
                    <a:pt x="31" y="695"/>
                    <a:pt x="31" y="695"/>
                    <a:pt x="31" y="695"/>
                  </a:cubicBezTo>
                  <a:cubicBezTo>
                    <a:pt x="29" y="703"/>
                    <a:pt x="31" y="712"/>
                    <a:pt x="38" y="716"/>
                  </a:cubicBezTo>
                  <a:cubicBezTo>
                    <a:pt x="45" y="719"/>
                    <a:pt x="55" y="716"/>
                    <a:pt x="58" y="709"/>
                  </a:cubicBezTo>
                  <a:cubicBezTo>
                    <a:pt x="85" y="657"/>
                    <a:pt x="85" y="657"/>
                    <a:pt x="85" y="657"/>
                  </a:cubicBezTo>
                  <a:cubicBezTo>
                    <a:pt x="344" y="657"/>
                    <a:pt x="344" y="657"/>
                    <a:pt x="344" y="657"/>
                  </a:cubicBezTo>
                  <a:lnTo>
                    <a:pt x="344" y="657"/>
                  </a:lnTo>
                  <a:lnTo>
                    <a:pt x="344" y="657"/>
                  </a:lnTo>
                  <a:cubicBezTo>
                    <a:pt x="604" y="657"/>
                    <a:pt x="604" y="657"/>
                    <a:pt x="604" y="657"/>
                  </a:cubicBezTo>
                  <a:cubicBezTo>
                    <a:pt x="631" y="709"/>
                    <a:pt x="631" y="709"/>
                    <a:pt x="631" y="709"/>
                  </a:cubicBezTo>
                  <a:cubicBezTo>
                    <a:pt x="635" y="716"/>
                    <a:pt x="643" y="719"/>
                    <a:pt x="651" y="716"/>
                  </a:cubicBezTo>
                  <a:cubicBezTo>
                    <a:pt x="658" y="712"/>
                    <a:pt x="662" y="703"/>
                    <a:pt x="658" y="695"/>
                  </a:cubicBezTo>
                  <a:cubicBezTo>
                    <a:pt x="638" y="657"/>
                    <a:pt x="638" y="657"/>
                    <a:pt x="638" y="657"/>
                  </a:cubicBezTo>
                  <a:cubicBezTo>
                    <a:pt x="674" y="657"/>
                    <a:pt x="674" y="657"/>
                    <a:pt x="674" y="657"/>
                  </a:cubicBezTo>
                  <a:cubicBezTo>
                    <a:pt x="679" y="657"/>
                    <a:pt x="681" y="656"/>
                    <a:pt x="684" y="653"/>
                  </a:cubicBezTo>
                  <a:cubicBezTo>
                    <a:pt x="687" y="650"/>
                    <a:pt x="688" y="646"/>
                    <a:pt x="688" y="643"/>
                  </a:cubicBezTo>
                  <a:cubicBezTo>
                    <a:pt x="688" y="433"/>
                    <a:pt x="688" y="433"/>
                    <a:pt x="688" y="433"/>
                  </a:cubicBezTo>
                  <a:cubicBezTo>
                    <a:pt x="688" y="429"/>
                    <a:pt x="687" y="426"/>
                    <a:pt x="684" y="424"/>
                  </a:cubicBezTo>
                  <a:cubicBezTo>
                    <a:pt x="681" y="421"/>
                    <a:pt x="679" y="419"/>
                    <a:pt x="674" y="419"/>
                  </a:cubicBezTo>
                  <a:close/>
                  <a:moveTo>
                    <a:pt x="659" y="628"/>
                  </a:moveTo>
                  <a:lnTo>
                    <a:pt x="659" y="628"/>
                  </a:lnTo>
                  <a:cubicBezTo>
                    <a:pt x="360" y="628"/>
                    <a:pt x="360" y="628"/>
                    <a:pt x="360" y="628"/>
                  </a:cubicBezTo>
                  <a:cubicBezTo>
                    <a:pt x="360" y="449"/>
                    <a:pt x="360" y="449"/>
                    <a:pt x="360" y="449"/>
                  </a:cubicBezTo>
                  <a:cubicBezTo>
                    <a:pt x="434" y="449"/>
                    <a:pt x="434" y="449"/>
                    <a:pt x="434" y="449"/>
                  </a:cubicBezTo>
                  <a:cubicBezTo>
                    <a:pt x="464" y="449"/>
                    <a:pt x="464" y="449"/>
                    <a:pt x="464" y="449"/>
                  </a:cubicBezTo>
                  <a:cubicBezTo>
                    <a:pt x="614" y="449"/>
                    <a:pt x="614" y="449"/>
                    <a:pt x="614" y="449"/>
                  </a:cubicBezTo>
                  <a:cubicBezTo>
                    <a:pt x="659" y="449"/>
                    <a:pt x="659" y="449"/>
                    <a:pt x="659" y="449"/>
                  </a:cubicBezTo>
                  <a:lnTo>
                    <a:pt x="659" y="628"/>
                  </a:lnTo>
                  <a:close/>
                  <a:moveTo>
                    <a:pt x="578" y="171"/>
                  </a:moveTo>
                  <a:lnTo>
                    <a:pt x="578" y="171"/>
                  </a:lnTo>
                  <a:cubicBezTo>
                    <a:pt x="590" y="185"/>
                    <a:pt x="599" y="203"/>
                    <a:pt x="599" y="224"/>
                  </a:cubicBezTo>
                  <a:cubicBezTo>
                    <a:pt x="599" y="419"/>
                    <a:pt x="599" y="419"/>
                    <a:pt x="599" y="419"/>
                  </a:cubicBezTo>
                  <a:cubicBezTo>
                    <a:pt x="479" y="419"/>
                    <a:pt x="479" y="419"/>
                    <a:pt x="479" y="419"/>
                  </a:cubicBezTo>
                  <a:cubicBezTo>
                    <a:pt x="479" y="165"/>
                    <a:pt x="479" y="165"/>
                    <a:pt x="479" y="165"/>
                  </a:cubicBezTo>
                  <a:cubicBezTo>
                    <a:pt x="492" y="155"/>
                    <a:pt x="507" y="150"/>
                    <a:pt x="524" y="150"/>
                  </a:cubicBezTo>
                  <a:cubicBezTo>
                    <a:pt x="545" y="150"/>
                    <a:pt x="563" y="158"/>
                    <a:pt x="578" y="171"/>
                  </a:cubicBezTo>
                  <a:close/>
                  <a:moveTo>
                    <a:pt x="239" y="134"/>
                  </a:moveTo>
                  <a:lnTo>
                    <a:pt x="239" y="134"/>
                  </a:lnTo>
                  <a:cubicBezTo>
                    <a:pt x="239" y="105"/>
                    <a:pt x="252" y="80"/>
                    <a:pt x="270" y="60"/>
                  </a:cubicBezTo>
                  <a:cubicBezTo>
                    <a:pt x="290" y="42"/>
                    <a:pt x="315" y="29"/>
                    <a:pt x="344" y="29"/>
                  </a:cubicBezTo>
                  <a:cubicBezTo>
                    <a:pt x="374" y="29"/>
                    <a:pt x="399" y="42"/>
                    <a:pt x="419" y="60"/>
                  </a:cubicBezTo>
                  <a:cubicBezTo>
                    <a:pt x="437" y="80"/>
                    <a:pt x="450" y="105"/>
                    <a:pt x="450" y="134"/>
                  </a:cubicBezTo>
                  <a:cubicBezTo>
                    <a:pt x="450" y="419"/>
                    <a:pt x="450" y="419"/>
                    <a:pt x="450" y="419"/>
                  </a:cubicBezTo>
                  <a:cubicBezTo>
                    <a:pt x="434" y="419"/>
                    <a:pt x="434" y="419"/>
                    <a:pt x="434" y="419"/>
                  </a:cubicBezTo>
                  <a:cubicBezTo>
                    <a:pt x="255" y="419"/>
                    <a:pt x="255" y="419"/>
                    <a:pt x="255" y="419"/>
                  </a:cubicBezTo>
                  <a:cubicBezTo>
                    <a:pt x="239" y="419"/>
                    <a:pt x="239" y="419"/>
                    <a:pt x="239" y="419"/>
                  </a:cubicBezTo>
                  <a:lnTo>
                    <a:pt x="239" y="134"/>
                  </a:lnTo>
                  <a:close/>
                  <a:moveTo>
                    <a:pt x="90" y="224"/>
                  </a:moveTo>
                  <a:lnTo>
                    <a:pt x="90" y="224"/>
                  </a:lnTo>
                  <a:cubicBezTo>
                    <a:pt x="90" y="182"/>
                    <a:pt x="124" y="150"/>
                    <a:pt x="165" y="150"/>
                  </a:cubicBezTo>
                  <a:cubicBezTo>
                    <a:pt x="182" y="150"/>
                    <a:pt x="197" y="155"/>
                    <a:pt x="210" y="165"/>
                  </a:cubicBezTo>
                  <a:cubicBezTo>
                    <a:pt x="210" y="419"/>
                    <a:pt x="210" y="419"/>
                    <a:pt x="210" y="419"/>
                  </a:cubicBezTo>
                  <a:cubicBezTo>
                    <a:pt x="90" y="419"/>
                    <a:pt x="90" y="419"/>
                    <a:pt x="90" y="419"/>
                  </a:cubicBezTo>
                  <a:lnTo>
                    <a:pt x="90" y="224"/>
                  </a:lnTo>
                  <a:close/>
                  <a:moveTo>
                    <a:pt x="30" y="449"/>
                  </a:moveTo>
                  <a:lnTo>
                    <a:pt x="30" y="449"/>
                  </a:lnTo>
                  <a:cubicBezTo>
                    <a:pt x="75" y="449"/>
                    <a:pt x="75" y="449"/>
                    <a:pt x="75" y="449"/>
                  </a:cubicBezTo>
                  <a:cubicBezTo>
                    <a:pt x="225" y="449"/>
                    <a:pt x="225" y="449"/>
                    <a:pt x="225" y="449"/>
                  </a:cubicBezTo>
                  <a:lnTo>
                    <a:pt x="225" y="449"/>
                  </a:lnTo>
                  <a:cubicBezTo>
                    <a:pt x="329" y="449"/>
                    <a:pt x="329" y="449"/>
                    <a:pt x="329" y="449"/>
                  </a:cubicBezTo>
                  <a:cubicBezTo>
                    <a:pt x="329" y="628"/>
                    <a:pt x="329" y="628"/>
                    <a:pt x="329" y="628"/>
                  </a:cubicBezTo>
                  <a:cubicBezTo>
                    <a:pt x="30" y="628"/>
                    <a:pt x="30" y="628"/>
                    <a:pt x="30" y="628"/>
                  </a:cubicBezTo>
                  <a:lnTo>
                    <a:pt x="30" y="44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 name="Freeform 12">
              <a:extLst>
                <a:ext uri="{FF2B5EF4-FFF2-40B4-BE49-F238E27FC236}">
                  <a16:creationId xmlns:a16="http://schemas.microsoft.com/office/drawing/2014/main" id="{B405CBB7-4412-1F2C-EAF6-220D979F65F8}"/>
                </a:ext>
              </a:extLst>
            </p:cNvPr>
            <p:cNvSpPr>
              <a:spLocks noChangeArrowheads="1"/>
            </p:cNvSpPr>
            <p:nvPr/>
          </p:nvSpPr>
          <p:spPr bwMode="auto">
            <a:xfrm>
              <a:off x="1225550" y="3806825"/>
              <a:ext cx="11113" cy="11113"/>
            </a:xfrm>
            <a:custGeom>
              <a:avLst/>
              <a:gdLst>
                <a:gd name="T0" fmla="*/ 15 w 32"/>
                <a:gd name="T1" fmla="*/ 0 h 31"/>
                <a:gd name="T2" fmla="*/ 15 w 32"/>
                <a:gd name="T3" fmla="*/ 0 h 31"/>
                <a:gd name="T4" fmla="*/ 0 w 32"/>
                <a:gd name="T5" fmla="*/ 14 h 31"/>
                <a:gd name="T6" fmla="*/ 15 w 32"/>
                <a:gd name="T7" fmla="*/ 30 h 31"/>
                <a:gd name="T8" fmla="*/ 31 w 32"/>
                <a:gd name="T9" fmla="*/ 14 h 31"/>
                <a:gd name="T10" fmla="*/ 15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5" y="0"/>
                  </a:moveTo>
                  <a:lnTo>
                    <a:pt x="15" y="0"/>
                  </a:lnTo>
                  <a:cubicBezTo>
                    <a:pt x="7" y="0"/>
                    <a:pt x="0" y="6"/>
                    <a:pt x="0" y="14"/>
                  </a:cubicBezTo>
                  <a:cubicBezTo>
                    <a:pt x="0" y="23"/>
                    <a:pt x="7" y="30"/>
                    <a:pt x="15" y="30"/>
                  </a:cubicBezTo>
                  <a:cubicBezTo>
                    <a:pt x="24" y="30"/>
                    <a:pt x="31" y="23"/>
                    <a:pt x="31" y="14"/>
                  </a:cubicBezTo>
                  <a:cubicBezTo>
                    <a:pt x="31" y="6"/>
                    <a:pt x="24"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 name="Freeform 13">
              <a:extLst>
                <a:ext uri="{FF2B5EF4-FFF2-40B4-BE49-F238E27FC236}">
                  <a16:creationId xmlns:a16="http://schemas.microsoft.com/office/drawing/2014/main" id="{61C358FF-1B90-328B-BC97-15CFB20A90A6}"/>
                </a:ext>
              </a:extLst>
            </p:cNvPr>
            <p:cNvSpPr>
              <a:spLocks noChangeArrowheads="1"/>
            </p:cNvSpPr>
            <p:nvPr/>
          </p:nvSpPr>
          <p:spPr bwMode="auto">
            <a:xfrm>
              <a:off x="1160463" y="3806825"/>
              <a:ext cx="11112"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 name="Group 22">
            <a:extLst>
              <a:ext uri="{FF2B5EF4-FFF2-40B4-BE49-F238E27FC236}">
                <a16:creationId xmlns:a16="http://schemas.microsoft.com/office/drawing/2014/main" id="{793C72CD-0143-2283-9192-7084A6C70BD0}"/>
              </a:ext>
            </a:extLst>
          </p:cNvPr>
          <p:cNvGrpSpPr/>
          <p:nvPr/>
        </p:nvGrpSpPr>
        <p:grpSpPr>
          <a:xfrm>
            <a:off x="3146028" y="1846933"/>
            <a:ext cx="247650" cy="258762"/>
            <a:chOff x="2109788" y="3624263"/>
            <a:chExt cx="247650" cy="258762"/>
          </a:xfrm>
          <a:solidFill>
            <a:schemeClr val="accent4"/>
          </a:solidFill>
        </p:grpSpPr>
        <p:sp>
          <p:nvSpPr>
            <p:cNvPr id="20" name="Freeform 14">
              <a:extLst>
                <a:ext uri="{FF2B5EF4-FFF2-40B4-BE49-F238E27FC236}">
                  <a16:creationId xmlns:a16="http://schemas.microsoft.com/office/drawing/2014/main" id="{264EB61F-2C82-F92F-9FFA-F9D1070E6DC6}"/>
                </a:ext>
              </a:extLst>
            </p:cNvPr>
            <p:cNvSpPr>
              <a:spLocks noChangeArrowheads="1"/>
            </p:cNvSpPr>
            <p:nvPr/>
          </p:nvSpPr>
          <p:spPr bwMode="auto">
            <a:xfrm>
              <a:off x="2109788" y="3624263"/>
              <a:ext cx="247650" cy="258762"/>
            </a:xfrm>
            <a:custGeom>
              <a:avLst/>
              <a:gdLst>
                <a:gd name="T0" fmla="*/ 674 w 689"/>
                <a:gd name="T1" fmla="*/ 330 h 718"/>
                <a:gd name="T2" fmla="*/ 539 w 689"/>
                <a:gd name="T3" fmla="*/ 314 h 718"/>
                <a:gd name="T4" fmla="*/ 535 w 689"/>
                <a:gd name="T5" fmla="*/ 213 h 718"/>
                <a:gd name="T6" fmla="*/ 329 w 689"/>
                <a:gd name="T7" fmla="*/ 209 h 718"/>
                <a:gd name="T8" fmla="*/ 373 w 689"/>
                <a:gd name="T9" fmla="*/ 29 h 718"/>
                <a:gd name="T10" fmla="*/ 434 w 689"/>
                <a:gd name="T11" fmla="*/ 89 h 718"/>
                <a:gd name="T12" fmla="*/ 373 w 689"/>
                <a:gd name="T13" fmla="*/ 0 h 718"/>
                <a:gd name="T14" fmla="*/ 299 w 689"/>
                <a:gd name="T15" fmla="*/ 209 h 718"/>
                <a:gd name="T16" fmla="*/ 154 w 689"/>
                <a:gd name="T17" fmla="*/ 213 h 718"/>
                <a:gd name="T18" fmla="*/ 149 w 689"/>
                <a:gd name="T19" fmla="*/ 314 h 718"/>
                <a:gd name="T20" fmla="*/ 14 w 689"/>
                <a:gd name="T21" fmla="*/ 330 h 718"/>
                <a:gd name="T22" fmla="*/ 0 w 689"/>
                <a:gd name="T23" fmla="*/ 344 h 718"/>
                <a:gd name="T24" fmla="*/ 4 w 689"/>
                <a:gd name="T25" fmla="*/ 713 h 718"/>
                <a:gd name="T26" fmla="*/ 344 w 689"/>
                <a:gd name="T27" fmla="*/ 717 h 718"/>
                <a:gd name="T28" fmla="*/ 344 w 689"/>
                <a:gd name="T29" fmla="*/ 717 h 718"/>
                <a:gd name="T30" fmla="*/ 684 w 689"/>
                <a:gd name="T31" fmla="*/ 713 h 718"/>
                <a:gd name="T32" fmla="*/ 688 w 689"/>
                <a:gd name="T33" fmla="*/ 522 h 718"/>
                <a:gd name="T34" fmla="*/ 684 w 689"/>
                <a:gd name="T35" fmla="*/ 334 h 718"/>
                <a:gd name="T36" fmla="*/ 180 w 689"/>
                <a:gd name="T37" fmla="*/ 240 h 718"/>
                <a:gd name="T38" fmla="*/ 314 w 689"/>
                <a:gd name="T39" fmla="*/ 240 h 718"/>
                <a:gd name="T40" fmla="*/ 314 w 689"/>
                <a:gd name="T41" fmla="*/ 240 h 718"/>
                <a:gd name="T42" fmla="*/ 508 w 689"/>
                <a:gd name="T43" fmla="*/ 314 h 718"/>
                <a:gd name="T44" fmla="*/ 225 w 689"/>
                <a:gd name="T45" fmla="*/ 359 h 718"/>
                <a:gd name="T46" fmla="*/ 180 w 689"/>
                <a:gd name="T47" fmla="*/ 240 h 718"/>
                <a:gd name="T48" fmla="*/ 29 w 689"/>
                <a:gd name="T49" fmla="*/ 522 h 718"/>
                <a:gd name="T50" fmla="*/ 164 w 689"/>
                <a:gd name="T51" fmla="*/ 359 h 718"/>
                <a:gd name="T52" fmla="*/ 329 w 689"/>
                <a:gd name="T53" fmla="*/ 389 h 718"/>
                <a:gd name="T54" fmla="*/ 29 w 689"/>
                <a:gd name="T55" fmla="*/ 688 h 718"/>
                <a:gd name="T56" fmla="*/ 359 w 689"/>
                <a:gd name="T57" fmla="*/ 688 h 718"/>
                <a:gd name="T58" fmla="*/ 359 w 689"/>
                <a:gd name="T59" fmla="*/ 389 h 718"/>
                <a:gd name="T60" fmla="*/ 463 w 689"/>
                <a:gd name="T61" fmla="*/ 389 h 718"/>
                <a:gd name="T62" fmla="*/ 658 w 689"/>
                <a:gd name="T63" fmla="*/ 359 h 718"/>
                <a:gd name="T64" fmla="*/ 359 w 689"/>
                <a:gd name="T65" fmla="*/ 688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689" h="718">
                  <a:moveTo>
                    <a:pt x="674" y="330"/>
                  </a:moveTo>
                  <a:lnTo>
                    <a:pt x="674" y="330"/>
                  </a:lnTo>
                  <a:cubicBezTo>
                    <a:pt x="538" y="330"/>
                    <a:pt x="538" y="330"/>
                    <a:pt x="538" y="330"/>
                  </a:cubicBezTo>
                  <a:cubicBezTo>
                    <a:pt x="538" y="324"/>
                    <a:pt x="539" y="320"/>
                    <a:pt x="539" y="314"/>
                  </a:cubicBezTo>
                  <a:cubicBezTo>
                    <a:pt x="539" y="224"/>
                    <a:pt x="539" y="224"/>
                    <a:pt x="539" y="224"/>
                  </a:cubicBezTo>
                  <a:cubicBezTo>
                    <a:pt x="539" y="220"/>
                    <a:pt x="538" y="216"/>
                    <a:pt x="535" y="213"/>
                  </a:cubicBezTo>
                  <a:cubicBezTo>
                    <a:pt x="532" y="210"/>
                    <a:pt x="528" y="209"/>
                    <a:pt x="524" y="209"/>
                  </a:cubicBezTo>
                  <a:cubicBezTo>
                    <a:pt x="329" y="209"/>
                    <a:pt x="329" y="209"/>
                    <a:pt x="329" y="209"/>
                  </a:cubicBezTo>
                  <a:cubicBezTo>
                    <a:pt x="329" y="74"/>
                    <a:pt x="329" y="74"/>
                    <a:pt x="329" y="74"/>
                  </a:cubicBezTo>
                  <a:cubicBezTo>
                    <a:pt x="329" y="50"/>
                    <a:pt x="350" y="29"/>
                    <a:pt x="373" y="29"/>
                  </a:cubicBezTo>
                  <a:cubicBezTo>
                    <a:pt x="399" y="29"/>
                    <a:pt x="418" y="50"/>
                    <a:pt x="418" y="74"/>
                  </a:cubicBezTo>
                  <a:cubicBezTo>
                    <a:pt x="418" y="82"/>
                    <a:pt x="425" y="89"/>
                    <a:pt x="434" y="89"/>
                  </a:cubicBezTo>
                  <a:cubicBezTo>
                    <a:pt x="442" y="89"/>
                    <a:pt x="449" y="82"/>
                    <a:pt x="449" y="74"/>
                  </a:cubicBezTo>
                  <a:cubicBezTo>
                    <a:pt x="449" y="33"/>
                    <a:pt x="416" y="0"/>
                    <a:pt x="373" y="0"/>
                  </a:cubicBezTo>
                  <a:cubicBezTo>
                    <a:pt x="333" y="0"/>
                    <a:pt x="299" y="33"/>
                    <a:pt x="299" y="74"/>
                  </a:cubicBezTo>
                  <a:cubicBezTo>
                    <a:pt x="299" y="209"/>
                    <a:pt x="299" y="209"/>
                    <a:pt x="299" y="209"/>
                  </a:cubicBezTo>
                  <a:cubicBezTo>
                    <a:pt x="164" y="209"/>
                    <a:pt x="164" y="209"/>
                    <a:pt x="164" y="209"/>
                  </a:cubicBezTo>
                  <a:cubicBezTo>
                    <a:pt x="160" y="209"/>
                    <a:pt x="157" y="210"/>
                    <a:pt x="154" y="213"/>
                  </a:cubicBezTo>
                  <a:cubicBezTo>
                    <a:pt x="152" y="216"/>
                    <a:pt x="149" y="220"/>
                    <a:pt x="149" y="224"/>
                  </a:cubicBezTo>
                  <a:cubicBezTo>
                    <a:pt x="149" y="314"/>
                    <a:pt x="149" y="314"/>
                    <a:pt x="149" y="314"/>
                  </a:cubicBezTo>
                  <a:cubicBezTo>
                    <a:pt x="149" y="320"/>
                    <a:pt x="150" y="324"/>
                    <a:pt x="150" y="330"/>
                  </a:cubicBezTo>
                  <a:cubicBezTo>
                    <a:pt x="14" y="330"/>
                    <a:pt x="14" y="330"/>
                    <a:pt x="14" y="330"/>
                  </a:cubicBezTo>
                  <a:cubicBezTo>
                    <a:pt x="11" y="330"/>
                    <a:pt x="7" y="331"/>
                    <a:pt x="4" y="334"/>
                  </a:cubicBezTo>
                  <a:cubicBezTo>
                    <a:pt x="1" y="337"/>
                    <a:pt x="0" y="339"/>
                    <a:pt x="0" y="344"/>
                  </a:cubicBezTo>
                  <a:cubicBezTo>
                    <a:pt x="0" y="702"/>
                    <a:pt x="0" y="702"/>
                    <a:pt x="0" y="702"/>
                  </a:cubicBezTo>
                  <a:cubicBezTo>
                    <a:pt x="0" y="706"/>
                    <a:pt x="1" y="710"/>
                    <a:pt x="4" y="713"/>
                  </a:cubicBezTo>
                  <a:cubicBezTo>
                    <a:pt x="7" y="716"/>
                    <a:pt x="11" y="717"/>
                    <a:pt x="14" y="717"/>
                  </a:cubicBezTo>
                  <a:cubicBezTo>
                    <a:pt x="344" y="717"/>
                    <a:pt x="344" y="717"/>
                    <a:pt x="344" y="717"/>
                  </a:cubicBezTo>
                  <a:lnTo>
                    <a:pt x="344" y="717"/>
                  </a:lnTo>
                  <a:lnTo>
                    <a:pt x="344" y="717"/>
                  </a:lnTo>
                  <a:cubicBezTo>
                    <a:pt x="674" y="717"/>
                    <a:pt x="674" y="717"/>
                    <a:pt x="674" y="717"/>
                  </a:cubicBezTo>
                  <a:cubicBezTo>
                    <a:pt x="678" y="717"/>
                    <a:pt x="681" y="716"/>
                    <a:pt x="684" y="713"/>
                  </a:cubicBezTo>
                  <a:cubicBezTo>
                    <a:pt x="687" y="710"/>
                    <a:pt x="688" y="706"/>
                    <a:pt x="688" y="702"/>
                  </a:cubicBezTo>
                  <a:cubicBezTo>
                    <a:pt x="688" y="522"/>
                    <a:pt x="688" y="522"/>
                    <a:pt x="688" y="522"/>
                  </a:cubicBezTo>
                  <a:cubicBezTo>
                    <a:pt x="688" y="344"/>
                    <a:pt x="688" y="344"/>
                    <a:pt x="688" y="344"/>
                  </a:cubicBezTo>
                  <a:cubicBezTo>
                    <a:pt x="688" y="339"/>
                    <a:pt x="687" y="337"/>
                    <a:pt x="684" y="334"/>
                  </a:cubicBezTo>
                  <a:cubicBezTo>
                    <a:pt x="681" y="331"/>
                    <a:pt x="678" y="330"/>
                    <a:pt x="674" y="330"/>
                  </a:cubicBezTo>
                  <a:close/>
                  <a:moveTo>
                    <a:pt x="180" y="240"/>
                  </a:moveTo>
                  <a:lnTo>
                    <a:pt x="180" y="240"/>
                  </a:lnTo>
                  <a:cubicBezTo>
                    <a:pt x="314" y="240"/>
                    <a:pt x="314" y="240"/>
                    <a:pt x="314" y="240"/>
                  </a:cubicBezTo>
                  <a:lnTo>
                    <a:pt x="314" y="240"/>
                  </a:lnTo>
                  <a:lnTo>
                    <a:pt x="314" y="240"/>
                  </a:lnTo>
                  <a:cubicBezTo>
                    <a:pt x="508" y="240"/>
                    <a:pt x="508" y="240"/>
                    <a:pt x="508" y="240"/>
                  </a:cubicBezTo>
                  <a:cubicBezTo>
                    <a:pt x="508" y="314"/>
                    <a:pt x="508" y="314"/>
                    <a:pt x="508" y="314"/>
                  </a:cubicBezTo>
                  <a:cubicBezTo>
                    <a:pt x="508" y="339"/>
                    <a:pt x="489" y="359"/>
                    <a:pt x="463" y="359"/>
                  </a:cubicBezTo>
                  <a:cubicBezTo>
                    <a:pt x="225" y="359"/>
                    <a:pt x="225" y="359"/>
                    <a:pt x="225" y="359"/>
                  </a:cubicBezTo>
                  <a:cubicBezTo>
                    <a:pt x="199" y="359"/>
                    <a:pt x="180" y="339"/>
                    <a:pt x="180" y="314"/>
                  </a:cubicBezTo>
                  <a:lnTo>
                    <a:pt x="180" y="240"/>
                  </a:lnTo>
                  <a:close/>
                  <a:moveTo>
                    <a:pt x="29" y="522"/>
                  </a:moveTo>
                  <a:lnTo>
                    <a:pt x="29" y="522"/>
                  </a:lnTo>
                  <a:cubicBezTo>
                    <a:pt x="29" y="359"/>
                    <a:pt x="29" y="359"/>
                    <a:pt x="29" y="359"/>
                  </a:cubicBezTo>
                  <a:cubicBezTo>
                    <a:pt x="164" y="359"/>
                    <a:pt x="164" y="359"/>
                    <a:pt x="164" y="359"/>
                  </a:cubicBezTo>
                  <a:cubicBezTo>
                    <a:pt x="178" y="377"/>
                    <a:pt x="199" y="389"/>
                    <a:pt x="225" y="389"/>
                  </a:cubicBezTo>
                  <a:cubicBezTo>
                    <a:pt x="329" y="389"/>
                    <a:pt x="329" y="389"/>
                    <a:pt x="329" y="389"/>
                  </a:cubicBezTo>
                  <a:cubicBezTo>
                    <a:pt x="329" y="688"/>
                    <a:pt x="329" y="688"/>
                    <a:pt x="329" y="688"/>
                  </a:cubicBezTo>
                  <a:cubicBezTo>
                    <a:pt x="29" y="688"/>
                    <a:pt x="29" y="688"/>
                    <a:pt x="29" y="688"/>
                  </a:cubicBezTo>
                  <a:cubicBezTo>
                    <a:pt x="29" y="522"/>
                    <a:pt x="29" y="522"/>
                    <a:pt x="29" y="522"/>
                  </a:cubicBezTo>
                  <a:close/>
                  <a:moveTo>
                    <a:pt x="359" y="688"/>
                  </a:moveTo>
                  <a:lnTo>
                    <a:pt x="359" y="688"/>
                  </a:lnTo>
                  <a:cubicBezTo>
                    <a:pt x="359" y="389"/>
                    <a:pt x="359" y="389"/>
                    <a:pt x="359" y="389"/>
                  </a:cubicBezTo>
                  <a:cubicBezTo>
                    <a:pt x="463" y="389"/>
                    <a:pt x="463" y="389"/>
                    <a:pt x="463" y="389"/>
                  </a:cubicBezTo>
                  <a:lnTo>
                    <a:pt x="463" y="389"/>
                  </a:lnTo>
                  <a:cubicBezTo>
                    <a:pt x="489" y="389"/>
                    <a:pt x="510" y="377"/>
                    <a:pt x="524" y="359"/>
                  </a:cubicBezTo>
                  <a:cubicBezTo>
                    <a:pt x="658" y="359"/>
                    <a:pt x="658" y="359"/>
                    <a:pt x="658" y="359"/>
                  </a:cubicBezTo>
                  <a:cubicBezTo>
                    <a:pt x="658" y="688"/>
                    <a:pt x="658" y="688"/>
                    <a:pt x="658" y="688"/>
                  </a:cubicBezTo>
                  <a:lnTo>
                    <a:pt x="359" y="68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 name="Freeform 15">
              <a:extLst>
                <a:ext uri="{FF2B5EF4-FFF2-40B4-BE49-F238E27FC236}">
                  <a16:creationId xmlns:a16="http://schemas.microsoft.com/office/drawing/2014/main" id="{DD0A9ADD-CADE-2A23-E9F9-8B8B39106E09}"/>
                </a:ext>
              </a:extLst>
            </p:cNvPr>
            <p:cNvSpPr>
              <a:spLocks noChangeArrowheads="1"/>
            </p:cNvSpPr>
            <p:nvPr/>
          </p:nvSpPr>
          <p:spPr bwMode="auto">
            <a:xfrm>
              <a:off x="2260600" y="3806825"/>
              <a:ext cx="11113" cy="11113"/>
            </a:xfrm>
            <a:custGeom>
              <a:avLst/>
              <a:gdLst>
                <a:gd name="T0" fmla="*/ 16 w 32"/>
                <a:gd name="T1" fmla="*/ 0 h 31"/>
                <a:gd name="T2" fmla="*/ 16 w 32"/>
                <a:gd name="T3" fmla="*/ 0 h 31"/>
                <a:gd name="T4" fmla="*/ 0 w 32"/>
                <a:gd name="T5" fmla="*/ 14 h 31"/>
                <a:gd name="T6" fmla="*/ 16 w 32"/>
                <a:gd name="T7" fmla="*/ 30 h 31"/>
                <a:gd name="T8" fmla="*/ 31 w 32"/>
                <a:gd name="T9" fmla="*/ 14 h 31"/>
                <a:gd name="T10" fmla="*/ 16 w 32"/>
                <a:gd name="T11" fmla="*/ 0 h 31"/>
              </a:gdLst>
              <a:ahLst/>
              <a:cxnLst>
                <a:cxn ang="0">
                  <a:pos x="T0" y="T1"/>
                </a:cxn>
                <a:cxn ang="0">
                  <a:pos x="T2" y="T3"/>
                </a:cxn>
                <a:cxn ang="0">
                  <a:pos x="T4" y="T5"/>
                </a:cxn>
                <a:cxn ang="0">
                  <a:pos x="T6" y="T7"/>
                </a:cxn>
                <a:cxn ang="0">
                  <a:pos x="T8" y="T9"/>
                </a:cxn>
                <a:cxn ang="0">
                  <a:pos x="T10" y="T11"/>
                </a:cxn>
              </a:cxnLst>
              <a:rect l="0" t="0" r="r" b="b"/>
              <a:pathLst>
                <a:path w="32" h="31">
                  <a:moveTo>
                    <a:pt x="16" y="0"/>
                  </a:moveTo>
                  <a:lnTo>
                    <a:pt x="16" y="0"/>
                  </a:lnTo>
                  <a:cubicBezTo>
                    <a:pt x="7" y="0"/>
                    <a:pt x="0" y="6"/>
                    <a:pt x="0" y="14"/>
                  </a:cubicBezTo>
                  <a:cubicBezTo>
                    <a:pt x="0" y="23"/>
                    <a:pt x="7" y="30"/>
                    <a:pt x="16" y="30"/>
                  </a:cubicBezTo>
                  <a:cubicBezTo>
                    <a:pt x="24" y="30"/>
                    <a:pt x="31" y="23"/>
                    <a:pt x="31" y="14"/>
                  </a:cubicBezTo>
                  <a:cubicBezTo>
                    <a:pt x="31" y="6"/>
                    <a:pt x="24" y="0"/>
                    <a:pt x="16"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 name="Freeform 16">
              <a:extLst>
                <a:ext uri="{FF2B5EF4-FFF2-40B4-BE49-F238E27FC236}">
                  <a16:creationId xmlns:a16="http://schemas.microsoft.com/office/drawing/2014/main" id="{3593BF4E-A985-B64F-A06A-075C0B6ABCAF}"/>
                </a:ext>
              </a:extLst>
            </p:cNvPr>
            <p:cNvSpPr>
              <a:spLocks noChangeArrowheads="1"/>
            </p:cNvSpPr>
            <p:nvPr/>
          </p:nvSpPr>
          <p:spPr bwMode="auto">
            <a:xfrm>
              <a:off x="2195513" y="3806825"/>
              <a:ext cx="11112" cy="11113"/>
            </a:xfrm>
            <a:custGeom>
              <a:avLst/>
              <a:gdLst>
                <a:gd name="T0" fmla="*/ 15 w 32"/>
                <a:gd name="T1" fmla="*/ 30 h 31"/>
                <a:gd name="T2" fmla="*/ 15 w 32"/>
                <a:gd name="T3" fmla="*/ 30 h 31"/>
                <a:gd name="T4" fmla="*/ 31 w 32"/>
                <a:gd name="T5" fmla="*/ 14 h 31"/>
                <a:gd name="T6" fmla="*/ 15 w 32"/>
                <a:gd name="T7" fmla="*/ 0 h 31"/>
                <a:gd name="T8" fmla="*/ 0 w 32"/>
                <a:gd name="T9" fmla="*/ 14 h 31"/>
                <a:gd name="T10" fmla="*/ 15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5" y="30"/>
                  </a:moveTo>
                  <a:lnTo>
                    <a:pt x="15" y="30"/>
                  </a:lnTo>
                  <a:cubicBezTo>
                    <a:pt x="24" y="30"/>
                    <a:pt x="31" y="23"/>
                    <a:pt x="31" y="14"/>
                  </a:cubicBezTo>
                  <a:cubicBezTo>
                    <a:pt x="31" y="6"/>
                    <a:pt x="24" y="0"/>
                    <a:pt x="15" y="0"/>
                  </a:cubicBezTo>
                  <a:cubicBezTo>
                    <a:pt x="7" y="0"/>
                    <a:pt x="0" y="6"/>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 name="Group 26">
            <a:extLst>
              <a:ext uri="{FF2B5EF4-FFF2-40B4-BE49-F238E27FC236}">
                <a16:creationId xmlns:a16="http://schemas.microsoft.com/office/drawing/2014/main" id="{0DD96A85-3322-E2A8-44AC-38DBE6852C27}"/>
              </a:ext>
            </a:extLst>
          </p:cNvPr>
          <p:cNvGrpSpPr/>
          <p:nvPr/>
        </p:nvGrpSpPr>
        <p:grpSpPr>
          <a:xfrm>
            <a:off x="3663553" y="1846933"/>
            <a:ext cx="247650" cy="258762"/>
            <a:chOff x="2627313" y="3624263"/>
            <a:chExt cx="247650" cy="258762"/>
          </a:xfrm>
          <a:solidFill>
            <a:schemeClr val="accent4"/>
          </a:solidFill>
        </p:grpSpPr>
        <p:sp>
          <p:nvSpPr>
            <p:cNvPr id="24" name="Freeform 17">
              <a:extLst>
                <a:ext uri="{FF2B5EF4-FFF2-40B4-BE49-F238E27FC236}">
                  <a16:creationId xmlns:a16="http://schemas.microsoft.com/office/drawing/2014/main" id="{191B9CBA-C352-32A6-2D14-E5CE4974186F}"/>
                </a:ext>
              </a:extLst>
            </p:cNvPr>
            <p:cNvSpPr>
              <a:spLocks noChangeArrowheads="1"/>
            </p:cNvSpPr>
            <p:nvPr/>
          </p:nvSpPr>
          <p:spPr bwMode="auto">
            <a:xfrm>
              <a:off x="2627313" y="3624263"/>
              <a:ext cx="247650" cy="258762"/>
            </a:xfrm>
            <a:custGeom>
              <a:avLst/>
              <a:gdLst>
                <a:gd name="T0" fmla="*/ 14 w 689"/>
                <a:gd name="T1" fmla="*/ 657 h 718"/>
                <a:gd name="T2" fmla="*/ 29 w 689"/>
                <a:gd name="T3" fmla="*/ 702 h 718"/>
                <a:gd name="T4" fmla="*/ 59 w 689"/>
                <a:gd name="T5" fmla="*/ 702 h 718"/>
                <a:gd name="T6" fmla="*/ 629 w 689"/>
                <a:gd name="T7" fmla="*/ 657 h 718"/>
                <a:gd name="T8" fmla="*/ 643 w 689"/>
                <a:gd name="T9" fmla="*/ 717 h 718"/>
                <a:gd name="T10" fmla="*/ 658 w 689"/>
                <a:gd name="T11" fmla="*/ 657 h 718"/>
                <a:gd name="T12" fmla="*/ 684 w 689"/>
                <a:gd name="T13" fmla="*/ 653 h 718"/>
                <a:gd name="T14" fmla="*/ 688 w 689"/>
                <a:gd name="T15" fmla="*/ 522 h 718"/>
                <a:gd name="T16" fmla="*/ 643 w 689"/>
                <a:gd name="T17" fmla="*/ 359 h 718"/>
                <a:gd name="T18" fmla="*/ 508 w 689"/>
                <a:gd name="T19" fmla="*/ 45 h 718"/>
                <a:gd name="T20" fmla="*/ 224 w 689"/>
                <a:gd name="T21" fmla="*/ 0 h 718"/>
                <a:gd name="T22" fmla="*/ 179 w 689"/>
                <a:gd name="T23" fmla="*/ 359 h 718"/>
                <a:gd name="T24" fmla="*/ 0 w 689"/>
                <a:gd name="T25" fmla="*/ 404 h 718"/>
                <a:gd name="T26" fmla="*/ 0 w 689"/>
                <a:gd name="T27" fmla="*/ 643 h 718"/>
                <a:gd name="T28" fmla="*/ 14 w 689"/>
                <a:gd name="T29" fmla="*/ 657 h 718"/>
                <a:gd name="T30" fmla="*/ 418 w 689"/>
                <a:gd name="T31" fmla="*/ 359 h 718"/>
                <a:gd name="T32" fmla="*/ 269 w 689"/>
                <a:gd name="T33" fmla="*/ 359 h 718"/>
                <a:gd name="T34" fmla="*/ 290 w 689"/>
                <a:gd name="T35" fmla="*/ 141 h 718"/>
                <a:gd name="T36" fmla="*/ 397 w 689"/>
                <a:gd name="T37" fmla="*/ 141 h 718"/>
                <a:gd name="T38" fmla="*/ 418 w 689"/>
                <a:gd name="T39" fmla="*/ 359 h 718"/>
                <a:gd name="T40" fmla="*/ 344 w 689"/>
                <a:gd name="T41" fmla="*/ 538 h 718"/>
                <a:gd name="T42" fmla="*/ 658 w 689"/>
                <a:gd name="T43" fmla="*/ 628 h 718"/>
                <a:gd name="T44" fmla="*/ 29 w 689"/>
                <a:gd name="T45" fmla="*/ 538 h 718"/>
                <a:gd name="T46" fmla="*/ 658 w 689"/>
                <a:gd name="T47" fmla="*/ 404 h 718"/>
                <a:gd name="T48" fmla="*/ 658 w 689"/>
                <a:gd name="T49" fmla="*/ 508 h 718"/>
                <a:gd name="T50" fmla="*/ 359 w 689"/>
                <a:gd name="T51" fmla="*/ 389 h 718"/>
                <a:gd name="T52" fmla="*/ 494 w 689"/>
                <a:gd name="T53" fmla="*/ 389 h 718"/>
                <a:gd name="T54" fmla="*/ 658 w 689"/>
                <a:gd name="T55" fmla="*/ 404 h 718"/>
                <a:gd name="T56" fmla="*/ 209 w 689"/>
                <a:gd name="T57" fmla="*/ 45 h 718"/>
                <a:gd name="T58" fmla="*/ 463 w 689"/>
                <a:gd name="T59" fmla="*/ 29 h 718"/>
                <a:gd name="T60" fmla="*/ 479 w 689"/>
                <a:gd name="T61" fmla="*/ 359 h 718"/>
                <a:gd name="T62" fmla="*/ 449 w 689"/>
                <a:gd name="T63" fmla="*/ 195 h 718"/>
                <a:gd name="T64" fmla="*/ 238 w 689"/>
                <a:gd name="T65" fmla="*/ 195 h 718"/>
                <a:gd name="T66" fmla="*/ 209 w 689"/>
                <a:gd name="T67" fmla="*/ 359 h 718"/>
                <a:gd name="T68" fmla="*/ 29 w 689"/>
                <a:gd name="T69" fmla="*/ 404 h 718"/>
                <a:gd name="T70" fmla="*/ 45 w 689"/>
                <a:gd name="T71" fmla="*/ 389 h 718"/>
                <a:gd name="T72" fmla="*/ 254 w 689"/>
                <a:gd name="T73" fmla="*/ 389 h 718"/>
                <a:gd name="T74" fmla="*/ 328 w 689"/>
                <a:gd name="T75" fmla="*/ 508 h 718"/>
                <a:gd name="T76" fmla="*/ 29 w 689"/>
                <a:gd name="T77" fmla="*/ 404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89" h="718">
                  <a:moveTo>
                    <a:pt x="14" y="657"/>
                  </a:moveTo>
                  <a:lnTo>
                    <a:pt x="14" y="657"/>
                  </a:lnTo>
                  <a:cubicBezTo>
                    <a:pt x="29" y="657"/>
                    <a:pt x="29" y="657"/>
                    <a:pt x="29" y="657"/>
                  </a:cubicBezTo>
                  <a:cubicBezTo>
                    <a:pt x="29" y="702"/>
                    <a:pt x="29" y="702"/>
                    <a:pt x="29" y="702"/>
                  </a:cubicBezTo>
                  <a:cubicBezTo>
                    <a:pt x="29" y="710"/>
                    <a:pt x="36" y="717"/>
                    <a:pt x="45" y="717"/>
                  </a:cubicBezTo>
                  <a:cubicBezTo>
                    <a:pt x="53" y="717"/>
                    <a:pt x="59" y="710"/>
                    <a:pt x="59" y="702"/>
                  </a:cubicBezTo>
                  <a:cubicBezTo>
                    <a:pt x="59" y="657"/>
                    <a:pt x="59" y="657"/>
                    <a:pt x="59" y="657"/>
                  </a:cubicBezTo>
                  <a:cubicBezTo>
                    <a:pt x="629" y="657"/>
                    <a:pt x="629" y="657"/>
                    <a:pt x="629" y="657"/>
                  </a:cubicBezTo>
                  <a:cubicBezTo>
                    <a:pt x="629" y="702"/>
                    <a:pt x="629" y="702"/>
                    <a:pt x="629" y="702"/>
                  </a:cubicBezTo>
                  <a:cubicBezTo>
                    <a:pt x="629" y="710"/>
                    <a:pt x="636" y="717"/>
                    <a:pt x="643" y="717"/>
                  </a:cubicBezTo>
                  <a:cubicBezTo>
                    <a:pt x="651" y="717"/>
                    <a:pt x="658" y="710"/>
                    <a:pt x="658" y="702"/>
                  </a:cubicBezTo>
                  <a:cubicBezTo>
                    <a:pt x="658" y="657"/>
                    <a:pt x="658" y="657"/>
                    <a:pt x="658" y="657"/>
                  </a:cubicBezTo>
                  <a:cubicBezTo>
                    <a:pt x="674" y="657"/>
                    <a:pt x="674" y="657"/>
                    <a:pt x="674" y="657"/>
                  </a:cubicBezTo>
                  <a:cubicBezTo>
                    <a:pt x="678" y="657"/>
                    <a:pt x="681" y="656"/>
                    <a:pt x="684" y="653"/>
                  </a:cubicBezTo>
                  <a:cubicBezTo>
                    <a:pt x="686" y="650"/>
                    <a:pt x="688" y="646"/>
                    <a:pt x="688" y="643"/>
                  </a:cubicBezTo>
                  <a:cubicBezTo>
                    <a:pt x="688" y="522"/>
                    <a:pt x="688" y="522"/>
                    <a:pt x="688" y="522"/>
                  </a:cubicBezTo>
                  <a:cubicBezTo>
                    <a:pt x="688" y="404"/>
                    <a:pt x="688" y="404"/>
                    <a:pt x="688" y="404"/>
                  </a:cubicBezTo>
                  <a:cubicBezTo>
                    <a:pt x="688" y="379"/>
                    <a:pt x="668" y="359"/>
                    <a:pt x="643" y="359"/>
                  </a:cubicBezTo>
                  <a:cubicBezTo>
                    <a:pt x="508" y="359"/>
                    <a:pt x="508" y="359"/>
                    <a:pt x="508" y="359"/>
                  </a:cubicBezTo>
                  <a:cubicBezTo>
                    <a:pt x="508" y="45"/>
                    <a:pt x="508" y="45"/>
                    <a:pt x="508" y="45"/>
                  </a:cubicBezTo>
                  <a:cubicBezTo>
                    <a:pt x="508" y="19"/>
                    <a:pt x="488" y="0"/>
                    <a:pt x="463" y="0"/>
                  </a:cubicBezTo>
                  <a:cubicBezTo>
                    <a:pt x="224" y="0"/>
                    <a:pt x="224" y="0"/>
                    <a:pt x="224" y="0"/>
                  </a:cubicBezTo>
                  <a:cubicBezTo>
                    <a:pt x="199" y="0"/>
                    <a:pt x="179" y="19"/>
                    <a:pt x="179" y="45"/>
                  </a:cubicBezTo>
                  <a:cubicBezTo>
                    <a:pt x="179" y="359"/>
                    <a:pt x="179" y="359"/>
                    <a:pt x="179" y="359"/>
                  </a:cubicBezTo>
                  <a:cubicBezTo>
                    <a:pt x="45" y="359"/>
                    <a:pt x="45" y="359"/>
                    <a:pt x="45" y="359"/>
                  </a:cubicBezTo>
                  <a:cubicBezTo>
                    <a:pt x="19" y="359"/>
                    <a:pt x="0" y="379"/>
                    <a:pt x="0" y="404"/>
                  </a:cubicBezTo>
                  <a:cubicBezTo>
                    <a:pt x="0" y="522"/>
                    <a:pt x="0" y="522"/>
                    <a:pt x="0" y="522"/>
                  </a:cubicBezTo>
                  <a:cubicBezTo>
                    <a:pt x="0" y="643"/>
                    <a:pt x="0" y="643"/>
                    <a:pt x="0" y="643"/>
                  </a:cubicBezTo>
                  <a:cubicBezTo>
                    <a:pt x="0" y="646"/>
                    <a:pt x="1" y="650"/>
                    <a:pt x="4" y="653"/>
                  </a:cubicBezTo>
                  <a:cubicBezTo>
                    <a:pt x="7" y="656"/>
                    <a:pt x="11" y="657"/>
                    <a:pt x="14" y="657"/>
                  </a:cubicBezTo>
                  <a:close/>
                  <a:moveTo>
                    <a:pt x="418" y="359"/>
                  </a:moveTo>
                  <a:lnTo>
                    <a:pt x="418" y="359"/>
                  </a:lnTo>
                  <a:cubicBezTo>
                    <a:pt x="344" y="359"/>
                    <a:pt x="344" y="359"/>
                    <a:pt x="344" y="359"/>
                  </a:cubicBezTo>
                  <a:cubicBezTo>
                    <a:pt x="269" y="359"/>
                    <a:pt x="269" y="359"/>
                    <a:pt x="269" y="359"/>
                  </a:cubicBezTo>
                  <a:cubicBezTo>
                    <a:pt x="269" y="195"/>
                    <a:pt x="269" y="195"/>
                    <a:pt x="269" y="195"/>
                  </a:cubicBezTo>
                  <a:cubicBezTo>
                    <a:pt x="269" y="174"/>
                    <a:pt x="278" y="155"/>
                    <a:pt x="290" y="141"/>
                  </a:cubicBezTo>
                  <a:cubicBezTo>
                    <a:pt x="304" y="127"/>
                    <a:pt x="323" y="119"/>
                    <a:pt x="344" y="119"/>
                  </a:cubicBezTo>
                  <a:cubicBezTo>
                    <a:pt x="365" y="119"/>
                    <a:pt x="383" y="127"/>
                    <a:pt x="397" y="141"/>
                  </a:cubicBezTo>
                  <a:cubicBezTo>
                    <a:pt x="410" y="155"/>
                    <a:pt x="418" y="174"/>
                    <a:pt x="418" y="195"/>
                  </a:cubicBezTo>
                  <a:lnTo>
                    <a:pt x="418" y="359"/>
                  </a:lnTo>
                  <a:close/>
                  <a:moveTo>
                    <a:pt x="344" y="538"/>
                  </a:moveTo>
                  <a:lnTo>
                    <a:pt x="344" y="538"/>
                  </a:lnTo>
                  <a:cubicBezTo>
                    <a:pt x="658" y="538"/>
                    <a:pt x="658" y="538"/>
                    <a:pt x="658" y="538"/>
                  </a:cubicBezTo>
                  <a:cubicBezTo>
                    <a:pt x="658" y="628"/>
                    <a:pt x="658" y="628"/>
                    <a:pt x="658" y="628"/>
                  </a:cubicBezTo>
                  <a:cubicBezTo>
                    <a:pt x="29" y="628"/>
                    <a:pt x="29" y="628"/>
                    <a:pt x="29" y="628"/>
                  </a:cubicBezTo>
                  <a:cubicBezTo>
                    <a:pt x="29" y="538"/>
                    <a:pt x="29" y="538"/>
                    <a:pt x="29" y="538"/>
                  </a:cubicBezTo>
                  <a:lnTo>
                    <a:pt x="344" y="538"/>
                  </a:lnTo>
                  <a:close/>
                  <a:moveTo>
                    <a:pt x="658" y="404"/>
                  </a:moveTo>
                  <a:lnTo>
                    <a:pt x="658" y="404"/>
                  </a:lnTo>
                  <a:cubicBezTo>
                    <a:pt x="658" y="508"/>
                    <a:pt x="658" y="508"/>
                    <a:pt x="658" y="508"/>
                  </a:cubicBezTo>
                  <a:cubicBezTo>
                    <a:pt x="359" y="508"/>
                    <a:pt x="359" y="508"/>
                    <a:pt x="359" y="508"/>
                  </a:cubicBezTo>
                  <a:cubicBezTo>
                    <a:pt x="359" y="389"/>
                    <a:pt x="359" y="389"/>
                    <a:pt x="359" y="389"/>
                  </a:cubicBezTo>
                  <a:cubicBezTo>
                    <a:pt x="434" y="389"/>
                    <a:pt x="434" y="389"/>
                    <a:pt x="434" y="389"/>
                  </a:cubicBezTo>
                  <a:cubicBezTo>
                    <a:pt x="494" y="389"/>
                    <a:pt x="494" y="389"/>
                    <a:pt x="494" y="389"/>
                  </a:cubicBezTo>
                  <a:cubicBezTo>
                    <a:pt x="643" y="389"/>
                    <a:pt x="643" y="389"/>
                    <a:pt x="643" y="389"/>
                  </a:cubicBezTo>
                  <a:cubicBezTo>
                    <a:pt x="651" y="389"/>
                    <a:pt x="658" y="396"/>
                    <a:pt x="658" y="404"/>
                  </a:cubicBezTo>
                  <a:close/>
                  <a:moveTo>
                    <a:pt x="209" y="45"/>
                  </a:moveTo>
                  <a:lnTo>
                    <a:pt x="209" y="45"/>
                  </a:lnTo>
                  <a:cubicBezTo>
                    <a:pt x="209" y="36"/>
                    <a:pt x="216" y="29"/>
                    <a:pt x="224" y="29"/>
                  </a:cubicBezTo>
                  <a:cubicBezTo>
                    <a:pt x="463" y="29"/>
                    <a:pt x="463" y="29"/>
                    <a:pt x="463" y="29"/>
                  </a:cubicBezTo>
                  <a:cubicBezTo>
                    <a:pt x="472" y="29"/>
                    <a:pt x="479" y="36"/>
                    <a:pt x="479" y="45"/>
                  </a:cubicBezTo>
                  <a:cubicBezTo>
                    <a:pt x="479" y="359"/>
                    <a:pt x="479" y="359"/>
                    <a:pt x="479" y="359"/>
                  </a:cubicBezTo>
                  <a:cubicBezTo>
                    <a:pt x="449" y="359"/>
                    <a:pt x="449" y="359"/>
                    <a:pt x="449" y="359"/>
                  </a:cubicBezTo>
                  <a:cubicBezTo>
                    <a:pt x="449" y="195"/>
                    <a:pt x="449" y="195"/>
                    <a:pt x="449" y="195"/>
                  </a:cubicBezTo>
                  <a:cubicBezTo>
                    <a:pt x="449" y="136"/>
                    <a:pt x="401" y="89"/>
                    <a:pt x="344" y="89"/>
                  </a:cubicBezTo>
                  <a:cubicBezTo>
                    <a:pt x="286" y="89"/>
                    <a:pt x="238" y="136"/>
                    <a:pt x="238" y="195"/>
                  </a:cubicBezTo>
                  <a:cubicBezTo>
                    <a:pt x="238" y="359"/>
                    <a:pt x="238" y="359"/>
                    <a:pt x="238" y="359"/>
                  </a:cubicBezTo>
                  <a:cubicBezTo>
                    <a:pt x="209" y="359"/>
                    <a:pt x="209" y="359"/>
                    <a:pt x="209" y="359"/>
                  </a:cubicBezTo>
                  <a:lnTo>
                    <a:pt x="209" y="45"/>
                  </a:lnTo>
                  <a:close/>
                  <a:moveTo>
                    <a:pt x="29" y="404"/>
                  </a:moveTo>
                  <a:lnTo>
                    <a:pt x="29" y="404"/>
                  </a:lnTo>
                  <a:cubicBezTo>
                    <a:pt x="29" y="396"/>
                    <a:pt x="36" y="389"/>
                    <a:pt x="45" y="389"/>
                  </a:cubicBezTo>
                  <a:cubicBezTo>
                    <a:pt x="193" y="389"/>
                    <a:pt x="193" y="389"/>
                    <a:pt x="193" y="389"/>
                  </a:cubicBezTo>
                  <a:cubicBezTo>
                    <a:pt x="254" y="389"/>
                    <a:pt x="254" y="389"/>
                    <a:pt x="254" y="389"/>
                  </a:cubicBezTo>
                  <a:cubicBezTo>
                    <a:pt x="328" y="389"/>
                    <a:pt x="328" y="389"/>
                    <a:pt x="328" y="389"/>
                  </a:cubicBezTo>
                  <a:cubicBezTo>
                    <a:pt x="328" y="508"/>
                    <a:pt x="328" y="508"/>
                    <a:pt x="328" y="508"/>
                  </a:cubicBezTo>
                  <a:cubicBezTo>
                    <a:pt x="29" y="508"/>
                    <a:pt x="29" y="508"/>
                    <a:pt x="29" y="508"/>
                  </a:cubicBezTo>
                  <a:lnTo>
                    <a:pt x="29" y="40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 name="Freeform 18">
              <a:extLst>
                <a:ext uri="{FF2B5EF4-FFF2-40B4-BE49-F238E27FC236}">
                  <a16:creationId xmlns:a16="http://schemas.microsoft.com/office/drawing/2014/main" id="{F92A67B4-CF7A-F5C8-3225-12141CD0B6FD}"/>
                </a:ext>
              </a:extLst>
            </p:cNvPr>
            <p:cNvSpPr>
              <a:spLocks noChangeArrowheads="1"/>
            </p:cNvSpPr>
            <p:nvPr/>
          </p:nvSpPr>
          <p:spPr bwMode="auto">
            <a:xfrm>
              <a:off x="2692400" y="3775075"/>
              <a:ext cx="11113" cy="11113"/>
            </a:xfrm>
            <a:custGeom>
              <a:avLst/>
              <a:gdLst>
                <a:gd name="T0" fmla="*/ 14 w 31"/>
                <a:gd name="T1" fmla="*/ 0 h 31"/>
                <a:gd name="T2" fmla="*/ 14 w 31"/>
                <a:gd name="T3" fmla="*/ 0 h 31"/>
                <a:gd name="T4" fmla="*/ 0 w 31"/>
                <a:gd name="T5" fmla="*/ 14 h 31"/>
                <a:gd name="T6" fmla="*/ 14 w 31"/>
                <a:gd name="T7" fmla="*/ 30 h 31"/>
                <a:gd name="T8" fmla="*/ 30 w 31"/>
                <a:gd name="T9" fmla="*/ 14 h 31"/>
                <a:gd name="T10" fmla="*/ 14 w 31"/>
                <a:gd name="T11" fmla="*/ 0 h 31"/>
              </a:gdLst>
              <a:ahLst/>
              <a:cxnLst>
                <a:cxn ang="0">
                  <a:pos x="T0" y="T1"/>
                </a:cxn>
                <a:cxn ang="0">
                  <a:pos x="T2" y="T3"/>
                </a:cxn>
                <a:cxn ang="0">
                  <a:pos x="T4" y="T5"/>
                </a:cxn>
                <a:cxn ang="0">
                  <a:pos x="T6" y="T7"/>
                </a:cxn>
                <a:cxn ang="0">
                  <a:pos x="T8" y="T9"/>
                </a:cxn>
                <a:cxn ang="0">
                  <a:pos x="T10" y="T11"/>
                </a:cxn>
              </a:cxnLst>
              <a:rect l="0" t="0" r="r" b="b"/>
              <a:pathLst>
                <a:path w="31" h="31">
                  <a:moveTo>
                    <a:pt x="14" y="0"/>
                  </a:moveTo>
                  <a:lnTo>
                    <a:pt x="14" y="0"/>
                  </a:lnTo>
                  <a:cubicBezTo>
                    <a:pt x="7" y="0"/>
                    <a:pt x="0" y="6"/>
                    <a:pt x="0" y="14"/>
                  </a:cubicBezTo>
                  <a:cubicBezTo>
                    <a:pt x="0" y="23"/>
                    <a:pt x="7" y="30"/>
                    <a:pt x="14" y="30"/>
                  </a:cubicBezTo>
                  <a:cubicBezTo>
                    <a:pt x="23" y="30"/>
                    <a:pt x="30" y="23"/>
                    <a:pt x="30" y="14"/>
                  </a:cubicBezTo>
                  <a:cubicBezTo>
                    <a:pt x="30" y="6"/>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 name="Freeform 19">
              <a:extLst>
                <a:ext uri="{FF2B5EF4-FFF2-40B4-BE49-F238E27FC236}">
                  <a16:creationId xmlns:a16="http://schemas.microsoft.com/office/drawing/2014/main" id="{974FDC86-95FD-57D4-5F53-0F6085483007}"/>
                </a:ext>
              </a:extLst>
            </p:cNvPr>
            <p:cNvSpPr>
              <a:spLocks noChangeArrowheads="1"/>
            </p:cNvSpPr>
            <p:nvPr/>
          </p:nvSpPr>
          <p:spPr bwMode="auto">
            <a:xfrm>
              <a:off x="2800350" y="3775075"/>
              <a:ext cx="11113" cy="11113"/>
            </a:xfrm>
            <a:custGeom>
              <a:avLst/>
              <a:gdLst>
                <a:gd name="T0" fmla="*/ 0 w 30"/>
                <a:gd name="T1" fmla="*/ 14 h 31"/>
                <a:gd name="T2" fmla="*/ 0 w 30"/>
                <a:gd name="T3" fmla="*/ 14 h 31"/>
                <a:gd name="T4" fmla="*/ 15 w 30"/>
                <a:gd name="T5" fmla="*/ 30 h 31"/>
                <a:gd name="T6" fmla="*/ 29 w 30"/>
                <a:gd name="T7" fmla="*/ 14 h 31"/>
                <a:gd name="T8" fmla="*/ 15 w 30"/>
                <a:gd name="T9" fmla="*/ 0 h 31"/>
                <a:gd name="T10" fmla="*/ 0 w 30"/>
                <a:gd name="T11" fmla="*/ 14 h 31"/>
              </a:gdLst>
              <a:ahLst/>
              <a:cxnLst>
                <a:cxn ang="0">
                  <a:pos x="T0" y="T1"/>
                </a:cxn>
                <a:cxn ang="0">
                  <a:pos x="T2" y="T3"/>
                </a:cxn>
                <a:cxn ang="0">
                  <a:pos x="T4" y="T5"/>
                </a:cxn>
                <a:cxn ang="0">
                  <a:pos x="T6" y="T7"/>
                </a:cxn>
                <a:cxn ang="0">
                  <a:pos x="T8" y="T9"/>
                </a:cxn>
                <a:cxn ang="0">
                  <a:pos x="T10" y="T11"/>
                </a:cxn>
              </a:cxnLst>
              <a:rect l="0" t="0" r="r" b="b"/>
              <a:pathLst>
                <a:path w="30" h="31">
                  <a:moveTo>
                    <a:pt x="0" y="14"/>
                  </a:moveTo>
                  <a:lnTo>
                    <a:pt x="0" y="14"/>
                  </a:lnTo>
                  <a:cubicBezTo>
                    <a:pt x="0" y="23"/>
                    <a:pt x="7" y="30"/>
                    <a:pt x="15" y="30"/>
                  </a:cubicBezTo>
                  <a:cubicBezTo>
                    <a:pt x="23" y="30"/>
                    <a:pt x="29" y="23"/>
                    <a:pt x="29" y="14"/>
                  </a:cubicBezTo>
                  <a:cubicBezTo>
                    <a:pt x="29" y="6"/>
                    <a:pt x="23" y="0"/>
                    <a:pt x="15" y="0"/>
                  </a:cubicBezTo>
                  <a:cubicBezTo>
                    <a:pt x="7" y="0"/>
                    <a:pt x="0" y="6"/>
                    <a:pt x="0"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7" name="Freeform 20">
            <a:extLst>
              <a:ext uri="{FF2B5EF4-FFF2-40B4-BE49-F238E27FC236}">
                <a16:creationId xmlns:a16="http://schemas.microsoft.com/office/drawing/2014/main" id="{D5995A86-F19F-5824-D296-FDE158E42449}"/>
              </a:ext>
            </a:extLst>
          </p:cNvPr>
          <p:cNvSpPr>
            <a:spLocks noChangeArrowheads="1"/>
          </p:cNvSpPr>
          <p:nvPr/>
        </p:nvSpPr>
        <p:spPr bwMode="auto">
          <a:xfrm>
            <a:off x="1069578" y="2848645"/>
            <a:ext cx="249237" cy="258762"/>
          </a:xfrm>
          <a:custGeom>
            <a:avLst/>
            <a:gdLst>
              <a:gd name="T0" fmla="*/ 674 w 691"/>
              <a:gd name="T1" fmla="*/ 270 h 720"/>
              <a:gd name="T2" fmla="*/ 555 w 691"/>
              <a:gd name="T3" fmla="*/ 270 h 720"/>
              <a:gd name="T4" fmla="*/ 389 w 691"/>
              <a:gd name="T5" fmla="*/ 240 h 720"/>
              <a:gd name="T6" fmla="*/ 465 w 691"/>
              <a:gd name="T7" fmla="*/ 240 h 720"/>
              <a:gd name="T8" fmla="*/ 510 w 691"/>
              <a:gd name="T9" fmla="*/ 45 h 720"/>
              <a:gd name="T10" fmla="*/ 225 w 691"/>
              <a:gd name="T11" fmla="*/ 0 h 720"/>
              <a:gd name="T12" fmla="*/ 180 w 691"/>
              <a:gd name="T13" fmla="*/ 195 h 720"/>
              <a:gd name="T14" fmla="*/ 300 w 691"/>
              <a:gd name="T15" fmla="*/ 240 h 720"/>
              <a:gd name="T16" fmla="*/ 135 w 691"/>
              <a:gd name="T17" fmla="*/ 270 h 720"/>
              <a:gd name="T18" fmla="*/ 16 w 691"/>
              <a:gd name="T19" fmla="*/ 270 h 720"/>
              <a:gd name="T20" fmla="*/ 16 w 691"/>
              <a:gd name="T21" fmla="*/ 299 h 720"/>
              <a:gd name="T22" fmla="*/ 30 w 691"/>
              <a:gd name="T23" fmla="*/ 703 h 720"/>
              <a:gd name="T24" fmla="*/ 61 w 691"/>
              <a:gd name="T25" fmla="*/ 703 h 720"/>
              <a:gd name="T26" fmla="*/ 61 w 691"/>
              <a:gd name="T27" fmla="*/ 299 h 720"/>
              <a:gd name="T28" fmla="*/ 120 w 691"/>
              <a:gd name="T29" fmla="*/ 404 h 720"/>
              <a:gd name="T30" fmla="*/ 135 w 691"/>
              <a:gd name="T31" fmla="*/ 420 h 720"/>
              <a:gd name="T32" fmla="*/ 565 w 691"/>
              <a:gd name="T33" fmla="*/ 414 h 720"/>
              <a:gd name="T34" fmla="*/ 569 w 691"/>
              <a:gd name="T35" fmla="*/ 299 h 720"/>
              <a:gd name="T36" fmla="*/ 629 w 691"/>
              <a:gd name="T37" fmla="*/ 703 h 720"/>
              <a:gd name="T38" fmla="*/ 659 w 691"/>
              <a:gd name="T39" fmla="*/ 703 h 720"/>
              <a:gd name="T40" fmla="*/ 674 w 691"/>
              <a:gd name="T41" fmla="*/ 299 h 720"/>
              <a:gd name="T42" fmla="*/ 674 w 691"/>
              <a:gd name="T43" fmla="*/ 270 h 720"/>
              <a:gd name="T44" fmla="*/ 210 w 691"/>
              <a:gd name="T45" fmla="*/ 195 h 720"/>
              <a:gd name="T46" fmla="*/ 225 w 691"/>
              <a:gd name="T47" fmla="*/ 30 h 720"/>
              <a:gd name="T48" fmla="*/ 479 w 691"/>
              <a:gd name="T49" fmla="*/ 45 h 720"/>
              <a:gd name="T50" fmla="*/ 465 w 691"/>
              <a:gd name="T51" fmla="*/ 209 h 720"/>
              <a:gd name="T52" fmla="*/ 315 w 691"/>
              <a:gd name="T53" fmla="*/ 209 h 720"/>
              <a:gd name="T54" fmla="*/ 210 w 691"/>
              <a:gd name="T55" fmla="*/ 195 h 720"/>
              <a:gd name="T56" fmla="*/ 330 w 691"/>
              <a:gd name="T57" fmla="*/ 240 h 720"/>
              <a:gd name="T58" fmla="*/ 360 w 691"/>
              <a:gd name="T59" fmla="*/ 270 h 720"/>
              <a:gd name="T60" fmla="*/ 330 w 691"/>
              <a:gd name="T61" fmla="*/ 240 h 720"/>
              <a:gd name="T62" fmla="*/ 540 w 691"/>
              <a:gd name="T63" fmla="*/ 389 h 720"/>
              <a:gd name="T64" fmla="*/ 151 w 691"/>
              <a:gd name="T65" fmla="*/ 299 h 720"/>
              <a:gd name="T66" fmla="*/ 375 w 691"/>
              <a:gd name="T67" fmla="*/ 299 h 720"/>
              <a:gd name="T68" fmla="*/ 540 w 691"/>
              <a:gd name="T69" fmla="*/ 38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691" h="720">
                <a:moveTo>
                  <a:pt x="674" y="270"/>
                </a:moveTo>
                <a:lnTo>
                  <a:pt x="674" y="270"/>
                </a:lnTo>
                <a:cubicBezTo>
                  <a:pt x="645" y="270"/>
                  <a:pt x="645" y="270"/>
                  <a:pt x="645" y="270"/>
                </a:cubicBezTo>
                <a:cubicBezTo>
                  <a:pt x="555" y="270"/>
                  <a:pt x="555" y="270"/>
                  <a:pt x="555" y="270"/>
                </a:cubicBezTo>
                <a:cubicBezTo>
                  <a:pt x="389" y="270"/>
                  <a:pt x="389" y="270"/>
                  <a:pt x="389" y="270"/>
                </a:cubicBezTo>
                <a:cubicBezTo>
                  <a:pt x="389" y="240"/>
                  <a:pt x="389" y="240"/>
                  <a:pt x="389" y="240"/>
                </a:cubicBezTo>
                <a:cubicBezTo>
                  <a:pt x="465" y="240"/>
                  <a:pt x="465" y="240"/>
                  <a:pt x="465" y="240"/>
                </a:cubicBezTo>
                <a:lnTo>
                  <a:pt x="465" y="240"/>
                </a:lnTo>
                <a:cubicBezTo>
                  <a:pt x="489" y="240"/>
                  <a:pt x="510" y="219"/>
                  <a:pt x="510" y="195"/>
                </a:cubicBezTo>
                <a:cubicBezTo>
                  <a:pt x="510" y="45"/>
                  <a:pt x="510" y="45"/>
                  <a:pt x="510" y="45"/>
                </a:cubicBezTo>
                <a:cubicBezTo>
                  <a:pt x="510" y="20"/>
                  <a:pt x="489" y="0"/>
                  <a:pt x="465" y="0"/>
                </a:cubicBezTo>
                <a:cubicBezTo>
                  <a:pt x="225" y="0"/>
                  <a:pt x="225" y="0"/>
                  <a:pt x="225" y="0"/>
                </a:cubicBezTo>
                <a:cubicBezTo>
                  <a:pt x="200" y="0"/>
                  <a:pt x="180" y="20"/>
                  <a:pt x="180" y="45"/>
                </a:cubicBezTo>
                <a:cubicBezTo>
                  <a:pt x="180" y="195"/>
                  <a:pt x="180" y="195"/>
                  <a:pt x="180" y="195"/>
                </a:cubicBezTo>
                <a:cubicBezTo>
                  <a:pt x="180" y="219"/>
                  <a:pt x="200" y="240"/>
                  <a:pt x="225" y="240"/>
                </a:cubicBezTo>
                <a:cubicBezTo>
                  <a:pt x="300" y="240"/>
                  <a:pt x="300" y="240"/>
                  <a:pt x="300" y="240"/>
                </a:cubicBezTo>
                <a:cubicBezTo>
                  <a:pt x="300" y="270"/>
                  <a:pt x="300" y="270"/>
                  <a:pt x="300" y="270"/>
                </a:cubicBezTo>
                <a:cubicBezTo>
                  <a:pt x="135" y="270"/>
                  <a:pt x="135" y="270"/>
                  <a:pt x="135" y="270"/>
                </a:cubicBezTo>
                <a:cubicBezTo>
                  <a:pt x="45" y="270"/>
                  <a:pt x="45" y="270"/>
                  <a:pt x="45" y="270"/>
                </a:cubicBezTo>
                <a:cubicBezTo>
                  <a:pt x="16" y="270"/>
                  <a:pt x="16" y="270"/>
                  <a:pt x="16" y="270"/>
                </a:cubicBezTo>
                <a:cubicBezTo>
                  <a:pt x="7" y="270"/>
                  <a:pt x="0" y="277"/>
                  <a:pt x="0" y="285"/>
                </a:cubicBezTo>
                <a:cubicBezTo>
                  <a:pt x="0" y="292"/>
                  <a:pt x="7" y="299"/>
                  <a:pt x="16" y="299"/>
                </a:cubicBezTo>
                <a:cubicBezTo>
                  <a:pt x="30" y="299"/>
                  <a:pt x="30" y="299"/>
                  <a:pt x="30" y="299"/>
                </a:cubicBezTo>
                <a:cubicBezTo>
                  <a:pt x="30" y="703"/>
                  <a:pt x="30" y="703"/>
                  <a:pt x="30" y="703"/>
                </a:cubicBezTo>
                <a:cubicBezTo>
                  <a:pt x="30" y="712"/>
                  <a:pt x="37" y="719"/>
                  <a:pt x="45" y="719"/>
                </a:cubicBezTo>
                <a:cubicBezTo>
                  <a:pt x="54" y="719"/>
                  <a:pt x="61" y="712"/>
                  <a:pt x="61" y="703"/>
                </a:cubicBezTo>
                <a:lnTo>
                  <a:pt x="61" y="703"/>
                </a:lnTo>
                <a:cubicBezTo>
                  <a:pt x="61" y="299"/>
                  <a:pt x="61" y="299"/>
                  <a:pt x="61" y="299"/>
                </a:cubicBezTo>
                <a:cubicBezTo>
                  <a:pt x="120" y="299"/>
                  <a:pt x="120" y="299"/>
                  <a:pt x="120" y="299"/>
                </a:cubicBezTo>
                <a:cubicBezTo>
                  <a:pt x="120" y="404"/>
                  <a:pt x="120" y="404"/>
                  <a:pt x="120" y="404"/>
                </a:cubicBezTo>
                <a:cubicBezTo>
                  <a:pt x="120" y="409"/>
                  <a:pt x="123" y="411"/>
                  <a:pt x="125" y="414"/>
                </a:cubicBezTo>
                <a:cubicBezTo>
                  <a:pt x="128" y="417"/>
                  <a:pt x="131" y="420"/>
                  <a:pt x="135" y="420"/>
                </a:cubicBezTo>
                <a:cubicBezTo>
                  <a:pt x="555" y="420"/>
                  <a:pt x="555" y="420"/>
                  <a:pt x="555" y="420"/>
                </a:cubicBezTo>
                <a:cubicBezTo>
                  <a:pt x="559" y="420"/>
                  <a:pt x="562" y="417"/>
                  <a:pt x="565" y="414"/>
                </a:cubicBezTo>
                <a:cubicBezTo>
                  <a:pt x="568" y="411"/>
                  <a:pt x="569" y="409"/>
                  <a:pt x="569" y="404"/>
                </a:cubicBezTo>
                <a:cubicBezTo>
                  <a:pt x="569" y="299"/>
                  <a:pt x="569" y="299"/>
                  <a:pt x="569" y="299"/>
                </a:cubicBezTo>
                <a:cubicBezTo>
                  <a:pt x="629" y="299"/>
                  <a:pt x="629" y="299"/>
                  <a:pt x="629" y="299"/>
                </a:cubicBezTo>
                <a:cubicBezTo>
                  <a:pt x="629" y="703"/>
                  <a:pt x="629" y="703"/>
                  <a:pt x="629" y="703"/>
                </a:cubicBezTo>
                <a:cubicBezTo>
                  <a:pt x="629" y="712"/>
                  <a:pt x="636" y="719"/>
                  <a:pt x="645" y="719"/>
                </a:cubicBezTo>
                <a:cubicBezTo>
                  <a:pt x="653" y="719"/>
                  <a:pt x="659" y="712"/>
                  <a:pt x="659" y="703"/>
                </a:cubicBezTo>
                <a:cubicBezTo>
                  <a:pt x="659" y="299"/>
                  <a:pt x="659" y="299"/>
                  <a:pt x="659" y="299"/>
                </a:cubicBezTo>
                <a:cubicBezTo>
                  <a:pt x="674" y="299"/>
                  <a:pt x="674" y="299"/>
                  <a:pt x="674" y="299"/>
                </a:cubicBezTo>
                <a:cubicBezTo>
                  <a:pt x="683" y="299"/>
                  <a:pt x="690" y="292"/>
                  <a:pt x="690" y="285"/>
                </a:cubicBezTo>
                <a:cubicBezTo>
                  <a:pt x="690" y="277"/>
                  <a:pt x="683" y="270"/>
                  <a:pt x="674" y="270"/>
                </a:cubicBezTo>
                <a:close/>
                <a:moveTo>
                  <a:pt x="210" y="195"/>
                </a:moveTo>
                <a:lnTo>
                  <a:pt x="210" y="195"/>
                </a:lnTo>
                <a:cubicBezTo>
                  <a:pt x="210" y="45"/>
                  <a:pt x="210" y="45"/>
                  <a:pt x="210" y="45"/>
                </a:cubicBezTo>
                <a:cubicBezTo>
                  <a:pt x="210" y="37"/>
                  <a:pt x="217" y="30"/>
                  <a:pt x="225" y="30"/>
                </a:cubicBezTo>
                <a:cubicBezTo>
                  <a:pt x="465" y="30"/>
                  <a:pt x="465" y="30"/>
                  <a:pt x="465" y="30"/>
                </a:cubicBezTo>
                <a:cubicBezTo>
                  <a:pt x="474" y="30"/>
                  <a:pt x="479" y="37"/>
                  <a:pt x="479" y="45"/>
                </a:cubicBezTo>
                <a:cubicBezTo>
                  <a:pt x="479" y="195"/>
                  <a:pt x="479" y="195"/>
                  <a:pt x="479" y="195"/>
                </a:cubicBezTo>
                <a:cubicBezTo>
                  <a:pt x="479" y="202"/>
                  <a:pt x="474" y="209"/>
                  <a:pt x="465" y="209"/>
                </a:cubicBezTo>
                <a:cubicBezTo>
                  <a:pt x="375" y="209"/>
                  <a:pt x="375" y="209"/>
                  <a:pt x="375" y="209"/>
                </a:cubicBezTo>
                <a:cubicBezTo>
                  <a:pt x="315" y="209"/>
                  <a:pt x="315" y="209"/>
                  <a:pt x="315" y="209"/>
                </a:cubicBezTo>
                <a:cubicBezTo>
                  <a:pt x="225" y="209"/>
                  <a:pt x="225" y="209"/>
                  <a:pt x="225" y="209"/>
                </a:cubicBezTo>
                <a:cubicBezTo>
                  <a:pt x="217" y="209"/>
                  <a:pt x="210" y="202"/>
                  <a:pt x="210" y="195"/>
                </a:cubicBezTo>
                <a:close/>
                <a:moveTo>
                  <a:pt x="330" y="240"/>
                </a:moveTo>
                <a:lnTo>
                  <a:pt x="330" y="240"/>
                </a:lnTo>
                <a:cubicBezTo>
                  <a:pt x="360" y="240"/>
                  <a:pt x="360" y="240"/>
                  <a:pt x="360" y="240"/>
                </a:cubicBezTo>
                <a:cubicBezTo>
                  <a:pt x="360" y="270"/>
                  <a:pt x="360" y="270"/>
                  <a:pt x="360" y="270"/>
                </a:cubicBezTo>
                <a:cubicBezTo>
                  <a:pt x="330" y="270"/>
                  <a:pt x="330" y="270"/>
                  <a:pt x="330" y="270"/>
                </a:cubicBezTo>
                <a:lnTo>
                  <a:pt x="330" y="240"/>
                </a:lnTo>
                <a:close/>
                <a:moveTo>
                  <a:pt x="540" y="389"/>
                </a:moveTo>
                <a:lnTo>
                  <a:pt x="540" y="389"/>
                </a:lnTo>
                <a:cubicBezTo>
                  <a:pt x="151" y="389"/>
                  <a:pt x="151" y="389"/>
                  <a:pt x="151" y="389"/>
                </a:cubicBezTo>
                <a:cubicBezTo>
                  <a:pt x="151" y="299"/>
                  <a:pt x="151" y="299"/>
                  <a:pt x="151" y="299"/>
                </a:cubicBezTo>
                <a:cubicBezTo>
                  <a:pt x="315" y="299"/>
                  <a:pt x="315" y="299"/>
                  <a:pt x="315" y="299"/>
                </a:cubicBezTo>
                <a:cubicBezTo>
                  <a:pt x="375" y="299"/>
                  <a:pt x="375" y="299"/>
                  <a:pt x="375" y="299"/>
                </a:cubicBezTo>
                <a:cubicBezTo>
                  <a:pt x="540" y="299"/>
                  <a:pt x="540" y="299"/>
                  <a:pt x="540" y="299"/>
                </a:cubicBezTo>
                <a:lnTo>
                  <a:pt x="540" y="389"/>
                </a:lnTo>
                <a:close/>
              </a:path>
            </a:pathLst>
          </a:custGeom>
          <a:solidFill>
            <a:schemeClr val="accent4"/>
          </a:solidFill>
          <a:ln>
            <a:noFill/>
          </a:ln>
          <a:effectLst/>
        </p:spPr>
        <p:txBody>
          <a:bodyPr wrap="none" anchor="ctr"/>
          <a:lstStyle/>
          <a:p>
            <a:endParaRPr lang="da-DK"/>
          </a:p>
        </p:txBody>
      </p:sp>
      <p:grpSp>
        <p:nvGrpSpPr>
          <p:cNvPr id="28" name="Group 31">
            <a:extLst>
              <a:ext uri="{FF2B5EF4-FFF2-40B4-BE49-F238E27FC236}">
                <a16:creationId xmlns:a16="http://schemas.microsoft.com/office/drawing/2014/main" id="{74C2C730-519A-011F-72B4-3AEA54BE199B}"/>
              </a:ext>
            </a:extLst>
          </p:cNvPr>
          <p:cNvGrpSpPr/>
          <p:nvPr/>
        </p:nvGrpSpPr>
        <p:grpSpPr>
          <a:xfrm>
            <a:off x="2131615" y="2350964"/>
            <a:ext cx="227013" cy="258762"/>
            <a:chOff x="1095375" y="4141788"/>
            <a:chExt cx="227013" cy="258762"/>
          </a:xfrm>
          <a:solidFill>
            <a:schemeClr val="accent4"/>
          </a:solidFill>
        </p:grpSpPr>
        <p:sp>
          <p:nvSpPr>
            <p:cNvPr id="29" name="Freeform 21">
              <a:extLst>
                <a:ext uri="{FF2B5EF4-FFF2-40B4-BE49-F238E27FC236}">
                  <a16:creationId xmlns:a16="http://schemas.microsoft.com/office/drawing/2014/main" id="{154283E4-F05C-C477-09E7-BD42F989F717}"/>
                </a:ext>
              </a:extLst>
            </p:cNvPr>
            <p:cNvSpPr>
              <a:spLocks noChangeArrowheads="1"/>
            </p:cNvSpPr>
            <p:nvPr/>
          </p:nvSpPr>
          <p:spPr bwMode="auto">
            <a:xfrm>
              <a:off x="1095375" y="4141788"/>
              <a:ext cx="227013" cy="258762"/>
            </a:xfrm>
            <a:custGeom>
              <a:avLst/>
              <a:gdLst>
                <a:gd name="T0" fmla="*/ 615 w 630"/>
                <a:gd name="T1" fmla="*/ 0 h 720"/>
                <a:gd name="T2" fmla="*/ 615 w 630"/>
                <a:gd name="T3" fmla="*/ 0 h 720"/>
                <a:gd name="T4" fmla="*/ 16 w 630"/>
                <a:gd name="T5" fmla="*/ 0 h 720"/>
                <a:gd name="T6" fmla="*/ 6 w 630"/>
                <a:gd name="T7" fmla="*/ 5 h 720"/>
                <a:gd name="T8" fmla="*/ 0 w 630"/>
                <a:gd name="T9" fmla="*/ 16 h 720"/>
                <a:gd name="T10" fmla="*/ 0 w 630"/>
                <a:gd name="T11" fmla="*/ 674 h 720"/>
                <a:gd name="T12" fmla="*/ 6 w 630"/>
                <a:gd name="T13" fmla="*/ 684 h 720"/>
                <a:gd name="T14" fmla="*/ 16 w 630"/>
                <a:gd name="T15" fmla="*/ 690 h 720"/>
                <a:gd name="T16" fmla="*/ 31 w 630"/>
                <a:gd name="T17" fmla="*/ 690 h 720"/>
                <a:gd name="T18" fmla="*/ 31 w 630"/>
                <a:gd name="T19" fmla="*/ 704 h 720"/>
                <a:gd name="T20" fmla="*/ 45 w 630"/>
                <a:gd name="T21" fmla="*/ 719 h 720"/>
                <a:gd name="T22" fmla="*/ 61 w 630"/>
                <a:gd name="T23" fmla="*/ 704 h 720"/>
                <a:gd name="T24" fmla="*/ 61 w 630"/>
                <a:gd name="T25" fmla="*/ 690 h 720"/>
                <a:gd name="T26" fmla="*/ 315 w 630"/>
                <a:gd name="T27" fmla="*/ 690 h 720"/>
                <a:gd name="T28" fmla="*/ 315 w 630"/>
                <a:gd name="T29" fmla="*/ 690 h 720"/>
                <a:gd name="T30" fmla="*/ 315 w 630"/>
                <a:gd name="T31" fmla="*/ 690 h 720"/>
                <a:gd name="T32" fmla="*/ 570 w 630"/>
                <a:gd name="T33" fmla="*/ 690 h 720"/>
                <a:gd name="T34" fmla="*/ 570 w 630"/>
                <a:gd name="T35" fmla="*/ 704 h 720"/>
                <a:gd name="T36" fmla="*/ 584 w 630"/>
                <a:gd name="T37" fmla="*/ 719 h 720"/>
                <a:gd name="T38" fmla="*/ 600 w 630"/>
                <a:gd name="T39" fmla="*/ 704 h 720"/>
                <a:gd name="T40" fmla="*/ 600 w 630"/>
                <a:gd name="T41" fmla="*/ 690 h 720"/>
                <a:gd name="T42" fmla="*/ 615 w 630"/>
                <a:gd name="T43" fmla="*/ 690 h 720"/>
                <a:gd name="T44" fmla="*/ 625 w 630"/>
                <a:gd name="T45" fmla="*/ 684 h 720"/>
                <a:gd name="T46" fmla="*/ 629 w 630"/>
                <a:gd name="T47" fmla="*/ 674 h 720"/>
                <a:gd name="T48" fmla="*/ 629 w 630"/>
                <a:gd name="T49" fmla="*/ 16 h 720"/>
                <a:gd name="T50" fmla="*/ 625 w 630"/>
                <a:gd name="T51" fmla="*/ 5 h 720"/>
                <a:gd name="T52" fmla="*/ 615 w 630"/>
                <a:gd name="T53" fmla="*/ 0 h 720"/>
                <a:gd name="T54" fmla="*/ 600 w 630"/>
                <a:gd name="T55" fmla="*/ 659 h 720"/>
                <a:gd name="T56" fmla="*/ 600 w 630"/>
                <a:gd name="T57" fmla="*/ 659 h 720"/>
                <a:gd name="T58" fmla="*/ 330 w 630"/>
                <a:gd name="T59" fmla="*/ 659 h 720"/>
                <a:gd name="T60" fmla="*/ 330 w 630"/>
                <a:gd name="T61" fmla="*/ 30 h 720"/>
                <a:gd name="T62" fmla="*/ 600 w 630"/>
                <a:gd name="T63" fmla="*/ 30 h 720"/>
                <a:gd name="T64" fmla="*/ 600 w 630"/>
                <a:gd name="T65" fmla="*/ 659 h 720"/>
                <a:gd name="T66" fmla="*/ 31 w 630"/>
                <a:gd name="T67" fmla="*/ 30 h 720"/>
                <a:gd name="T68" fmla="*/ 31 w 630"/>
                <a:gd name="T69" fmla="*/ 30 h 720"/>
                <a:gd name="T70" fmla="*/ 301 w 630"/>
                <a:gd name="T71" fmla="*/ 30 h 720"/>
                <a:gd name="T72" fmla="*/ 301 w 630"/>
                <a:gd name="T73" fmla="*/ 659 h 720"/>
                <a:gd name="T74" fmla="*/ 31 w 630"/>
                <a:gd name="T75" fmla="*/ 659 h 720"/>
                <a:gd name="T76" fmla="*/ 31 w 630"/>
                <a:gd name="T77"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630" h="720">
                  <a:moveTo>
                    <a:pt x="615" y="0"/>
                  </a:moveTo>
                  <a:lnTo>
                    <a:pt x="615" y="0"/>
                  </a:lnTo>
                  <a:cubicBezTo>
                    <a:pt x="16" y="0"/>
                    <a:pt x="16" y="0"/>
                    <a:pt x="16" y="0"/>
                  </a:cubicBezTo>
                  <a:cubicBezTo>
                    <a:pt x="12" y="0"/>
                    <a:pt x="9" y="2"/>
                    <a:pt x="6" y="5"/>
                  </a:cubicBezTo>
                  <a:cubicBezTo>
                    <a:pt x="3" y="7"/>
                    <a:pt x="0" y="12"/>
                    <a:pt x="0" y="16"/>
                  </a:cubicBezTo>
                  <a:cubicBezTo>
                    <a:pt x="0" y="674"/>
                    <a:pt x="0" y="674"/>
                    <a:pt x="0" y="674"/>
                  </a:cubicBezTo>
                  <a:cubicBezTo>
                    <a:pt x="0" y="679"/>
                    <a:pt x="3" y="681"/>
                    <a:pt x="6" y="684"/>
                  </a:cubicBezTo>
                  <a:cubicBezTo>
                    <a:pt x="9" y="687"/>
                    <a:pt x="12" y="690"/>
                    <a:pt x="16" y="690"/>
                  </a:cubicBezTo>
                  <a:cubicBezTo>
                    <a:pt x="31" y="690"/>
                    <a:pt x="31" y="690"/>
                    <a:pt x="31" y="690"/>
                  </a:cubicBezTo>
                  <a:cubicBezTo>
                    <a:pt x="31" y="704"/>
                    <a:pt x="31" y="704"/>
                    <a:pt x="31" y="704"/>
                  </a:cubicBezTo>
                  <a:cubicBezTo>
                    <a:pt x="31" y="712"/>
                    <a:pt x="38" y="719"/>
                    <a:pt x="45" y="719"/>
                  </a:cubicBezTo>
                  <a:cubicBezTo>
                    <a:pt x="54" y="719"/>
                    <a:pt x="61" y="712"/>
                    <a:pt x="61" y="704"/>
                  </a:cubicBezTo>
                  <a:cubicBezTo>
                    <a:pt x="61" y="690"/>
                    <a:pt x="61" y="690"/>
                    <a:pt x="61" y="690"/>
                  </a:cubicBezTo>
                  <a:cubicBezTo>
                    <a:pt x="315" y="690"/>
                    <a:pt x="315" y="690"/>
                    <a:pt x="315" y="690"/>
                  </a:cubicBezTo>
                  <a:lnTo>
                    <a:pt x="315" y="690"/>
                  </a:lnTo>
                  <a:lnTo>
                    <a:pt x="315" y="690"/>
                  </a:lnTo>
                  <a:cubicBezTo>
                    <a:pt x="570" y="690"/>
                    <a:pt x="570" y="690"/>
                    <a:pt x="570" y="690"/>
                  </a:cubicBezTo>
                  <a:cubicBezTo>
                    <a:pt x="570" y="704"/>
                    <a:pt x="570" y="704"/>
                    <a:pt x="570" y="704"/>
                  </a:cubicBezTo>
                  <a:cubicBezTo>
                    <a:pt x="570" y="712"/>
                    <a:pt x="577" y="719"/>
                    <a:pt x="584" y="719"/>
                  </a:cubicBezTo>
                  <a:cubicBezTo>
                    <a:pt x="593" y="719"/>
                    <a:pt x="600" y="712"/>
                    <a:pt x="600" y="704"/>
                  </a:cubicBezTo>
                  <a:cubicBezTo>
                    <a:pt x="600" y="690"/>
                    <a:pt x="600" y="690"/>
                    <a:pt x="600" y="690"/>
                  </a:cubicBezTo>
                  <a:cubicBezTo>
                    <a:pt x="615" y="690"/>
                    <a:pt x="615" y="690"/>
                    <a:pt x="615" y="690"/>
                  </a:cubicBezTo>
                  <a:cubicBezTo>
                    <a:pt x="620" y="690"/>
                    <a:pt x="622" y="687"/>
                    <a:pt x="625" y="684"/>
                  </a:cubicBezTo>
                  <a:cubicBezTo>
                    <a:pt x="628" y="681"/>
                    <a:pt x="629" y="679"/>
                    <a:pt x="629" y="674"/>
                  </a:cubicBezTo>
                  <a:cubicBezTo>
                    <a:pt x="629" y="16"/>
                    <a:pt x="629" y="16"/>
                    <a:pt x="629" y="16"/>
                  </a:cubicBezTo>
                  <a:cubicBezTo>
                    <a:pt x="629" y="12"/>
                    <a:pt x="628" y="7"/>
                    <a:pt x="625" y="5"/>
                  </a:cubicBezTo>
                  <a:cubicBezTo>
                    <a:pt x="622" y="2"/>
                    <a:pt x="620" y="0"/>
                    <a:pt x="615" y="0"/>
                  </a:cubicBezTo>
                  <a:close/>
                  <a:moveTo>
                    <a:pt x="600" y="659"/>
                  </a:moveTo>
                  <a:lnTo>
                    <a:pt x="600" y="659"/>
                  </a:lnTo>
                  <a:cubicBezTo>
                    <a:pt x="330" y="659"/>
                    <a:pt x="330" y="659"/>
                    <a:pt x="330" y="659"/>
                  </a:cubicBezTo>
                  <a:cubicBezTo>
                    <a:pt x="330" y="30"/>
                    <a:pt x="330" y="30"/>
                    <a:pt x="330" y="30"/>
                  </a:cubicBezTo>
                  <a:cubicBezTo>
                    <a:pt x="600" y="30"/>
                    <a:pt x="600" y="30"/>
                    <a:pt x="600" y="30"/>
                  </a:cubicBezTo>
                  <a:lnTo>
                    <a:pt x="600" y="659"/>
                  </a:lnTo>
                  <a:close/>
                  <a:moveTo>
                    <a:pt x="31" y="30"/>
                  </a:moveTo>
                  <a:lnTo>
                    <a:pt x="31" y="30"/>
                  </a:lnTo>
                  <a:cubicBezTo>
                    <a:pt x="301" y="30"/>
                    <a:pt x="301" y="30"/>
                    <a:pt x="301" y="30"/>
                  </a:cubicBezTo>
                  <a:cubicBezTo>
                    <a:pt x="301" y="659"/>
                    <a:pt x="301" y="659"/>
                    <a:pt x="301" y="659"/>
                  </a:cubicBezTo>
                  <a:cubicBezTo>
                    <a:pt x="31" y="659"/>
                    <a:pt x="31" y="659"/>
                    <a:pt x="31" y="659"/>
                  </a:cubicBezTo>
                  <a:lnTo>
                    <a:pt x="31"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0" name="Freeform 22">
              <a:extLst>
                <a:ext uri="{FF2B5EF4-FFF2-40B4-BE49-F238E27FC236}">
                  <a16:creationId xmlns:a16="http://schemas.microsoft.com/office/drawing/2014/main" id="{3EF993C6-3B3D-D558-5F60-EAA60A9EFC81}"/>
                </a:ext>
              </a:extLst>
            </p:cNvPr>
            <p:cNvSpPr>
              <a:spLocks noChangeArrowheads="1"/>
            </p:cNvSpPr>
            <p:nvPr/>
          </p:nvSpPr>
          <p:spPr bwMode="auto">
            <a:xfrm>
              <a:off x="1225550" y="4259263"/>
              <a:ext cx="11113" cy="33337"/>
            </a:xfrm>
            <a:custGeom>
              <a:avLst/>
              <a:gdLst>
                <a:gd name="T0" fmla="*/ 15 w 32"/>
                <a:gd name="T1" fmla="*/ 90 h 91"/>
                <a:gd name="T2" fmla="*/ 15 w 32"/>
                <a:gd name="T3" fmla="*/ 90 h 91"/>
                <a:gd name="T4" fmla="*/ 31 w 32"/>
                <a:gd name="T5" fmla="*/ 75 h 91"/>
                <a:gd name="T6" fmla="*/ 31 w 32"/>
                <a:gd name="T7" fmla="*/ 14 h 91"/>
                <a:gd name="T8" fmla="*/ 15 w 32"/>
                <a:gd name="T9" fmla="*/ 0 h 91"/>
                <a:gd name="T10" fmla="*/ 0 w 32"/>
                <a:gd name="T11" fmla="*/ 14 h 91"/>
                <a:gd name="T12" fmla="*/ 0 w 32"/>
                <a:gd name="T13" fmla="*/ 75 h 91"/>
                <a:gd name="T14" fmla="*/ 15 w 32"/>
                <a:gd name="T15" fmla="*/ 90 h 9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91">
                  <a:moveTo>
                    <a:pt x="15" y="90"/>
                  </a:moveTo>
                  <a:lnTo>
                    <a:pt x="15" y="90"/>
                  </a:lnTo>
                  <a:cubicBezTo>
                    <a:pt x="24" y="90"/>
                    <a:pt x="31" y="83"/>
                    <a:pt x="31" y="75"/>
                  </a:cubicBezTo>
                  <a:cubicBezTo>
                    <a:pt x="31" y="14"/>
                    <a:pt x="31" y="14"/>
                    <a:pt x="31" y="14"/>
                  </a:cubicBezTo>
                  <a:cubicBezTo>
                    <a:pt x="31" y="6"/>
                    <a:pt x="24" y="0"/>
                    <a:pt x="15" y="0"/>
                  </a:cubicBezTo>
                  <a:cubicBezTo>
                    <a:pt x="7" y="0"/>
                    <a:pt x="0" y="6"/>
                    <a:pt x="0" y="14"/>
                  </a:cubicBezTo>
                  <a:cubicBezTo>
                    <a:pt x="0" y="75"/>
                    <a:pt x="0" y="75"/>
                    <a:pt x="0" y="75"/>
                  </a:cubicBezTo>
                  <a:cubicBezTo>
                    <a:pt x="0" y="83"/>
                    <a:pt x="7" y="90"/>
                    <a:pt x="15" y="9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1" name="Freeform 23">
              <a:extLst>
                <a:ext uri="{FF2B5EF4-FFF2-40B4-BE49-F238E27FC236}">
                  <a16:creationId xmlns:a16="http://schemas.microsoft.com/office/drawing/2014/main" id="{0EBA9604-9741-EF89-5D23-605BC4786BAF}"/>
                </a:ext>
              </a:extLst>
            </p:cNvPr>
            <p:cNvSpPr>
              <a:spLocks noChangeArrowheads="1"/>
            </p:cNvSpPr>
            <p:nvPr/>
          </p:nvSpPr>
          <p:spPr bwMode="auto">
            <a:xfrm>
              <a:off x="1117600" y="4173538"/>
              <a:ext cx="76200" cy="184150"/>
            </a:xfrm>
            <a:custGeom>
              <a:avLst/>
              <a:gdLst>
                <a:gd name="T0" fmla="*/ 59 w 210"/>
                <a:gd name="T1" fmla="*/ 486 h 511"/>
                <a:gd name="T2" fmla="*/ 59 w 210"/>
                <a:gd name="T3" fmla="*/ 486 h 511"/>
                <a:gd name="T4" fmla="*/ 80 w 210"/>
                <a:gd name="T5" fmla="*/ 503 h 511"/>
                <a:gd name="T6" fmla="*/ 105 w 210"/>
                <a:gd name="T7" fmla="*/ 510 h 511"/>
                <a:gd name="T8" fmla="*/ 130 w 210"/>
                <a:gd name="T9" fmla="*/ 503 h 511"/>
                <a:gd name="T10" fmla="*/ 164 w 210"/>
                <a:gd name="T11" fmla="*/ 468 h 511"/>
                <a:gd name="T12" fmla="*/ 198 w 210"/>
                <a:gd name="T13" fmla="*/ 376 h 511"/>
                <a:gd name="T14" fmla="*/ 209 w 210"/>
                <a:gd name="T15" fmla="*/ 254 h 511"/>
                <a:gd name="T16" fmla="*/ 182 w 210"/>
                <a:gd name="T17" fmla="*/ 80 h 511"/>
                <a:gd name="T18" fmla="*/ 151 w 210"/>
                <a:gd name="T19" fmla="*/ 24 h 511"/>
                <a:gd name="T20" fmla="*/ 130 w 210"/>
                <a:gd name="T21" fmla="*/ 7 h 511"/>
                <a:gd name="T22" fmla="*/ 105 w 210"/>
                <a:gd name="T23" fmla="*/ 0 h 511"/>
                <a:gd name="T24" fmla="*/ 80 w 210"/>
                <a:gd name="T25" fmla="*/ 7 h 511"/>
                <a:gd name="T26" fmla="*/ 45 w 210"/>
                <a:gd name="T27" fmla="*/ 42 h 511"/>
                <a:gd name="T28" fmla="*/ 12 w 210"/>
                <a:gd name="T29" fmla="*/ 132 h 511"/>
                <a:gd name="T30" fmla="*/ 0 w 210"/>
                <a:gd name="T31" fmla="*/ 254 h 511"/>
                <a:gd name="T32" fmla="*/ 26 w 210"/>
                <a:gd name="T33" fmla="*/ 430 h 511"/>
                <a:gd name="T34" fmla="*/ 59 w 210"/>
                <a:gd name="T35" fmla="*/ 486 h 511"/>
                <a:gd name="T36" fmla="*/ 55 w 210"/>
                <a:gd name="T37" fmla="*/ 90 h 511"/>
                <a:gd name="T38" fmla="*/ 55 w 210"/>
                <a:gd name="T39" fmla="*/ 90 h 511"/>
                <a:gd name="T40" fmla="*/ 81 w 210"/>
                <a:gd name="T41" fmla="*/ 44 h 511"/>
                <a:gd name="T42" fmla="*/ 94 w 210"/>
                <a:gd name="T43" fmla="*/ 33 h 511"/>
                <a:gd name="T44" fmla="*/ 105 w 210"/>
                <a:gd name="T45" fmla="*/ 30 h 511"/>
                <a:gd name="T46" fmla="*/ 116 w 210"/>
                <a:gd name="T47" fmla="*/ 33 h 511"/>
                <a:gd name="T48" fmla="*/ 139 w 210"/>
                <a:gd name="T49" fmla="*/ 58 h 511"/>
                <a:gd name="T50" fmla="*/ 168 w 210"/>
                <a:gd name="T51" fmla="*/ 139 h 511"/>
                <a:gd name="T52" fmla="*/ 179 w 210"/>
                <a:gd name="T53" fmla="*/ 254 h 511"/>
                <a:gd name="T54" fmla="*/ 154 w 210"/>
                <a:gd name="T55" fmla="*/ 419 h 511"/>
                <a:gd name="T56" fmla="*/ 129 w 210"/>
                <a:gd name="T57" fmla="*/ 465 h 511"/>
                <a:gd name="T58" fmla="*/ 116 w 210"/>
                <a:gd name="T59" fmla="*/ 476 h 511"/>
                <a:gd name="T60" fmla="*/ 105 w 210"/>
                <a:gd name="T61" fmla="*/ 479 h 511"/>
                <a:gd name="T62" fmla="*/ 94 w 210"/>
                <a:gd name="T63" fmla="*/ 476 h 511"/>
                <a:gd name="T64" fmla="*/ 71 w 210"/>
                <a:gd name="T65" fmla="*/ 452 h 511"/>
                <a:gd name="T66" fmla="*/ 42 w 210"/>
                <a:gd name="T67" fmla="*/ 371 h 511"/>
                <a:gd name="T68" fmla="*/ 29 w 210"/>
                <a:gd name="T69" fmla="*/ 254 h 511"/>
                <a:gd name="T70" fmla="*/ 55 w 210"/>
                <a:gd name="T71" fmla="*/ 90 h 5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10" h="511">
                  <a:moveTo>
                    <a:pt x="59" y="486"/>
                  </a:moveTo>
                  <a:lnTo>
                    <a:pt x="59" y="486"/>
                  </a:lnTo>
                  <a:cubicBezTo>
                    <a:pt x="64" y="493"/>
                    <a:pt x="71" y="499"/>
                    <a:pt x="80" y="503"/>
                  </a:cubicBezTo>
                  <a:cubicBezTo>
                    <a:pt x="87" y="507"/>
                    <a:pt x="95" y="510"/>
                    <a:pt x="105" y="510"/>
                  </a:cubicBezTo>
                  <a:cubicBezTo>
                    <a:pt x="113" y="510"/>
                    <a:pt x="122" y="507"/>
                    <a:pt x="130" y="503"/>
                  </a:cubicBezTo>
                  <a:cubicBezTo>
                    <a:pt x="143" y="494"/>
                    <a:pt x="154" y="483"/>
                    <a:pt x="164" y="468"/>
                  </a:cubicBezTo>
                  <a:cubicBezTo>
                    <a:pt x="178" y="444"/>
                    <a:pt x="189" y="413"/>
                    <a:pt x="198" y="376"/>
                  </a:cubicBezTo>
                  <a:cubicBezTo>
                    <a:pt x="205" y="341"/>
                    <a:pt x="209" y="299"/>
                    <a:pt x="209" y="254"/>
                  </a:cubicBezTo>
                  <a:cubicBezTo>
                    <a:pt x="209" y="187"/>
                    <a:pt x="199" y="125"/>
                    <a:pt x="182" y="80"/>
                  </a:cubicBezTo>
                  <a:cubicBezTo>
                    <a:pt x="174" y="58"/>
                    <a:pt x="164" y="38"/>
                    <a:pt x="151" y="24"/>
                  </a:cubicBezTo>
                  <a:cubicBezTo>
                    <a:pt x="144" y="17"/>
                    <a:pt x="137" y="11"/>
                    <a:pt x="130" y="7"/>
                  </a:cubicBezTo>
                  <a:cubicBezTo>
                    <a:pt x="122" y="3"/>
                    <a:pt x="113" y="0"/>
                    <a:pt x="105" y="0"/>
                  </a:cubicBezTo>
                  <a:cubicBezTo>
                    <a:pt x="95" y="0"/>
                    <a:pt x="87" y="3"/>
                    <a:pt x="80" y="7"/>
                  </a:cubicBezTo>
                  <a:cubicBezTo>
                    <a:pt x="66" y="14"/>
                    <a:pt x="55" y="27"/>
                    <a:pt x="45" y="42"/>
                  </a:cubicBezTo>
                  <a:cubicBezTo>
                    <a:pt x="31" y="65"/>
                    <a:pt x="19" y="96"/>
                    <a:pt x="12" y="132"/>
                  </a:cubicBezTo>
                  <a:cubicBezTo>
                    <a:pt x="4" y="169"/>
                    <a:pt x="0" y="211"/>
                    <a:pt x="0" y="254"/>
                  </a:cubicBezTo>
                  <a:cubicBezTo>
                    <a:pt x="0" y="322"/>
                    <a:pt x="10" y="383"/>
                    <a:pt x="26" y="430"/>
                  </a:cubicBezTo>
                  <a:cubicBezTo>
                    <a:pt x="36" y="452"/>
                    <a:pt x="46" y="471"/>
                    <a:pt x="59" y="486"/>
                  </a:cubicBezTo>
                  <a:close/>
                  <a:moveTo>
                    <a:pt x="55" y="90"/>
                  </a:moveTo>
                  <a:lnTo>
                    <a:pt x="55" y="90"/>
                  </a:lnTo>
                  <a:cubicBezTo>
                    <a:pt x="63" y="70"/>
                    <a:pt x="71" y="54"/>
                    <a:pt x="81" y="44"/>
                  </a:cubicBezTo>
                  <a:cubicBezTo>
                    <a:pt x="85" y="38"/>
                    <a:pt x="90" y="35"/>
                    <a:pt x="94" y="33"/>
                  </a:cubicBezTo>
                  <a:cubicBezTo>
                    <a:pt x="98" y="31"/>
                    <a:pt x="101" y="30"/>
                    <a:pt x="105" y="30"/>
                  </a:cubicBezTo>
                  <a:cubicBezTo>
                    <a:pt x="108" y="30"/>
                    <a:pt x="112" y="31"/>
                    <a:pt x="116" y="33"/>
                  </a:cubicBezTo>
                  <a:cubicBezTo>
                    <a:pt x="122" y="37"/>
                    <a:pt x="130" y="45"/>
                    <a:pt x="139" y="58"/>
                  </a:cubicBezTo>
                  <a:cubicBezTo>
                    <a:pt x="150" y="76"/>
                    <a:pt x="161" y="104"/>
                    <a:pt x="168" y="139"/>
                  </a:cubicBezTo>
                  <a:cubicBezTo>
                    <a:pt x="175" y="173"/>
                    <a:pt x="179" y="212"/>
                    <a:pt x="179" y="254"/>
                  </a:cubicBezTo>
                  <a:cubicBezTo>
                    <a:pt x="179" y="319"/>
                    <a:pt x="170" y="378"/>
                    <a:pt x="154" y="419"/>
                  </a:cubicBezTo>
                  <a:cubicBezTo>
                    <a:pt x="147" y="440"/>
                    <a:pt x="137" y="455"/>
                    <a:pt x="129" y="465"/>
                  </a:cubicBezTo>
                  <a:cubicBezTo>
                    <a:pt x="123" y="471"/>
                    <a:pt x="119" y="475"/>
                    <a:pt x="116" y="476"/>
                  </a:cubicBezTo>
                  <a:cubicBezTo>
                    <a:pt x="112" y="479"/>
                    <a:pt x="108" y="479"/>
                    <a:pt x="105" y="479"/>
                  </a:cubicBezTo>
                  <a:cubicBezTo>
                    <a:pt x="101" y="479"/>
                    <a:pt x="98" y="479"/>
                    <a:pt x="94" y="476"/>
                  </a:cubicBezTo>
                  <a:cubicBezTo>
                    <a:pt x="87" y="472"/>
                    <a:pt x="78" y="465"/>
                    <a:pt x="71" y="452"/>
                  </a:cubicBezTo>
                  <a:cubicBezTo>
                    <a:pt x="59" y="433"/>
                    <a:pt x="49" y="405"/>
                    <a:pt x="42" y="371"/>
                  </a:cubicBezTo>
                  <a:cubicBezTo>
                    <a:pt x="33" y="337"/>
                    <a:pt x="29" y="296"/>
                    <a:pt x="29" y="254"/>
                  </a:cubicBezTo>
                  <a:cubicBezTo>
                    <a:pt x="29" y="190"/>
                    <a:pt x="39" y="132"/>
                    <a:pt x="55"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32" name="Group 35">
            <a:extLst>
              <a:ext uri="{FF2B5EF4-FFF2-40B4-BE49-F238E27FC236}">
                <a16:creationId xmlns:a16="http://schemas.microsoft.com/office/drawing/2014/main" id="{08DB46C3-8BD1-C128-FCBC-3B48B5002DEE}"/>
              </a:ext>
            </a:extLst>
          </p:cNvPr>
          <p:cNvGrpSpPr/>
          <p:nvPr/>
        </p:nvGrpSpPr>
        <p:grpSpPr>
          <a:xfrm>
            <a:off x="2649140" y="2350170"/>
            <a:ext cx="227013" cy="260350"/>
            <a:chOff x="1612900" y="4141788"/>
            <a:chExt cx="227013" cy="260350"/>
          </a:xfrm>
          <a:solidFill>
            <a:schemeClr val="accent4"/>
          </a:solidFill>
        </p:grpSpPr>
        <p:sp>
          <p:nvSpPr>
            <p:cNvPr id="33" name="Freeform 24">
              <a:extLst>
                <a:ext uri="{FF2B5EF4-FFF2-40B4-BE49-F238E27FC236}">
                  <a16:creationId xmlns:a16="http://schemas.microsoft.com/office/drawing/2014/main" id="{071EA3A7-4CF7-18C7-7F92-FE55E66FC2A4}"/>
                </a:ext>
              </a:extLst>
            </p:cNvPr>
            <p:cNvSpPr>
              <a:spLocks noChangeArrowheads="1"/>
            </p:cNvSpPr>
            <p:nvPr/>
          </p:nvSpPr>
          <p:spPr bwMode="auto">
            <a:xfrm>
              <a:off x="1720850" y="4173538"/>
              <a:ext cx="11113" cy="11112"/>
            </a:xfrm>
            <a:custGeom>
              <a:avLst/>
              <a:gdLst>
                <a:gd name="T0" fmla="*/ 14 w 30"/>
                <a:gd name="T1" fmla="*/ 30 h 31"/>
                <a:gd name="T2" fmla="*/ 14 w 30"/>
                <a:gd name="T3" fmla="*/ 30 h 31"/>
                <a:gd name="T4" fmla="*/ 29 w 30"/>
                <a:gd name="T5" fmla="*/ 16 h 31"/>
                <a:gd name="T6" fmla="*/ 14 w 30"/>
                <a:gd name="T7" fmla="*/ 0 h 31"/>
                <a:gd name="T8" fmla="*/ 0 w 30"/>
                <a:gd name="T9" fmla="*/ 16 h 31"/>
                <a:gd name="T10" fmla="*/ 14 w 30"/>
                <a:gd name="T11" fmla="*/ 30 h 31"/>
              </a:gdLst>
              <a:ahLst/>
              <a:cxnLst>
                <a:cxn ang="0">
                  <a:pos x="T0" y="T1"/>
                </a:cxn>
                <a:cxn ang="0">
                  <a:pos x="T2" y="T3"/>
                </a:cxn>
                <a:cxn ang="0">
                  <a:pos x="T4" y="T5"/>
                </a:cxn>
                <a:cxn ang="0">
                  <a:pos x="T6" y="T7"/>
                </a:cxn>
                <a:cxn ang="0">
                  <a:pos x="T8" y="T9"/>
                </a:cxn>
                <a:cxn ang="0">
                  <a:pos x="T10" y="T11"/>
                </a:cxn>
              </a:cxnLst>
              <a:rect l="0" t="0" r="r" b="b"/>
              <a:pathLst>
                <a:path w="30" h="31">
                  <a:moveTo>
                    <a:pt x="14" y="30"/>
                  </a:moveTo>
                  <a:lnTo>
                    <a:pt x="14" y="30"/>
                  </a:lnTo>
                  <a:cubicBezTo>
                    <a:pt x="22" y="30"/>
                    <a:pt x="29" y="23"/>
                    <a:pt x="29" y="16"/>
                  </a:cubicBezTo>
                  <a:cubicBezTo>
                    <a:pt x="29" y="7"/>
                    <a:pt x="22" y="0"/>
                    <a:pt x="14" y="0"/>
                  </a:cubicBezTo>
                  <a:cubicBezTo>
                    <a:pt x="7" y="0"/>
                    <a:pt x="0" y="7"/>
                    <a:pt x="0" y="16"/>
                  </a:cubicBezTo>
                  <a:cubicBezTo>
                    <a:pt x="0" y="23"/>
                    <a:pt x="7" y="30"/>
                    <a:pt x="14"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4" name="Freeform 25">
              <a:extLst>
                <a:ext uri="{FF2B5EF4-FFF2-40B4-BE49-F238E27FC236}">
                  <a16:creationId xmlns:a16="http://schemas.microsoft.com/office/drawing/2014/main" id="{5746B3E9-B5CD-7578-3D0C-048AC74D29D7}"/>
                </a:ext>
              </a:extLst>
            </p:cNvPr>
            <p:cNvSpPr>
              <a:spLocks noChangeArrowheads="1"/>
            </p:cNvSpPr>
            <p:nvPr/>
          </p:nvSpPr>
          <p:spPr bwMode="auto">
            <a:xfrm>
              <a:off x="1720850" y="4292600"/>
              <a:ext cx="11113" cy="11113"/>
            </a:xfrm>
            <a:custGeom>
              <a:avLst/>
              <a:gdLst>
                <a:gd name="T0" fmla="*/ 14 w 30"/>
                <a:gd name="T1" fmla="*/ 0 h 31"/>
                <a:gd name="T2" fmla="*/ 14 w 30"/>
                <a:gd name="T3" fmla="*/ 0 h 31"/>
                <a:gd name="T4" fmla="*/ 0 w 30"/>
                <a:gd name="T5" fmla="*/ 14 h 31"/>
                <a:gd name="T6" fmla="*/ 14 w 30"/>
                <a:gd name="T7" fmla="*/ 30 h 31"/>
                <a:gd name="T8" fmla="*/ 29 w 30"/>
                <a:gd name="T9" fmla="*/ 14 h 31"/>
                <a:gd name="T10" fmla="*/ 14 w 30"/>
                <a:gd name="T11" fmla="*/ 0 h 31"/>
              </a:gdLst>
              <a:ahLst/>
              <a:cxnLst>
                <a:cxn ang="0">
                  <a:pos x="T0" y="T1"/>
                </a:cxn>
                <a:cxn ang="0">
                  <a:pos x="T2" y="T3"/>
                </a:cxn>
                <a:cxn ang="0">
                  <a:pos x="T4" y="T5"/>
                </a:cxn>
                <a:cxn ang="0">
                  <a:pos x="T6" y="T7"/>
                </a:cxn>
                <a:cxn ang="0">
                  <a:pos x="T8" y="T9"/>
                </a:cxn>
                <a:cxn ang="0">
                  <a:pos x="T10" y="T11"/>
                </a:cxn>
              </a:cxnLst>
              <a:rect l="0" t="0" r="r" b="b"/>
              <a:pathLst>
                <a:path w="30" h="31">
                  <a:moveTo>
                    <a:pt x="14" y="0"/>
                  </a:moveTo>
                  <a:lnTo>
                    <a:pt x="14" y="0"/>
                  </a:lnTo>
                  <a:cubicBezTo>
                    <a:pt x="7" y="0"/>
                    <a:pt x="0" y="6"/>
                    <a:pt x="0" y="14"/>
                  </a:cubicBezTo>
                  <a:cubicBezTo>
                    <a:pt x="0" y="23"/>
                    <a:pt x="7" y="30"/>
                    <a:pt x="14" y="30"/>
                  </a:cubicBezTo>
                  <a:cubicBezTo>
                    <a:pt x="22" y="30"/>
                    <a:pt x="29" y="23"/>
                    <a:pt x="29" y="14"/>
                  </a:cubicBezTo>
                  <a:cubicBezTo>
                    <a:pt x="29" y="6"/>
                    <a:pt x="22"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5" name="Freeform 26">
              <a:extLst>
                <a:ext uri="{FF2B5EF4-FFF2-40B4-BE49-F238E27FC236}">
                  <a16:creationId xmlns:a16="http://schemas.microsoft.com/office/drawing/2014/main" id="{D75DE8ED-5B3E-9C42-A3B7-124422ED3036}"/>
                </a:ext>
              </a:extLst>
            </p:cNvPr>
            <p:cNvSpPr>
              <a:spLocks noChangeArrowheads="1"/>
            </p:cNvSpPr>
            <p:nvPr/>
          </p:nvSpPr>
          <p:spPr bwMode="auto">
            <a:xfrm>
              <a:off x="1612900" y="4141788"/>
              <a:ext cx="227013" cy="260350"/>
            </a:xfrm>
            <a:custGeom>
              <a:avLst/>
              <a:gdLst>
                <a:gd name="T0" fmla="*/ 615 w 630"/>
                <a:gd name="T1" fmla="*/ 0 h 722"/>
                <a:gd name="T2" fmla="*/ 615 w 630"/>
                <a:gd name="T3" fmla="*/ 0 h 722"/>
                <a:gd name="T4" fmla="*/ 555 w 630"/>
                <a:gd name="T5" fmla="*/ 0 h 722"/>
                <a:gd name="T6" fmla="*/ 76 w 630"/>
                <a:gd name="T7" fmla="*/ 0 h 722"/>
                <a:gd name="T8" fmla="*/ 16 w 630"/>
                <a:gd name="T9" fmla="*/ 0 h 722"/>
                <a:gd name="T10" fmla="*/ 0 w 630"/>
                <a:gd name="T11" fmla="*/ 16 h 722"/>
                <a:gd name="T12" fmla="*/ 16 w 630"/>
                <a:gd name="T13" fmla="*/ 30 h 722"/>
                <a:gd name="T14" fmla="*/ 61 w 630"/>
                <a:gd name="T15" fmla="*/ 30 h 722"/>
                <a:gd name="T16" fmla="*/ 61 w 630"/>
                <a:gd name="T17" fmla="*/ 614 h 722"/>
                <a:gd name="T18" fmla="*/ 105 w 630"/>
                <a:gd name="T19" fmla="*/ 659 h 722"/>
                <a:gd name="T20" fmla="*/ 111 w 630"/>
                <a:gd name="T21" fmla="*/ 659 h 722"/>
                <a:gd name="T22" fmla="*/ 93 w 630"/>
                <a:gd name="T23" fmla="*/ 697 h 722"/>
                <a:gd name="T24" fmla="*/ 98 w 630"/>
                <a:gd name="T25" fmla="*/ 718 h 722"/>
                <a:gd name="T26" fmla="*/ 120 w 630"/>
                <a:gd name="T27" fmla="*/ 711 h 722"/>
                <a:gd name="T28" fmla="*/ 145 w 630"/>
                <a:gd name="T29" fmla="*/ 659 h 722"/>
                <a:gd name="T30" fmla="*/ 486 w 630"/>
                <a:gd name="T31" fmla="*/ 659 h 722"/>
                <a:gd name="T32" fmla="*/ 511 w 630"/>
                <a:gd name="T33" fmla="*/ 711 h 722"/>
                <a:gd name="T34" fmla="*/ 532 w 630"/>
                <a:gd name="T35" fmla="*/ 718 h 722"/>
                <a:gd name="T36" fmla="*/ 538 w 630"/>
                <a:gd name="T37" fmla="*/ 697 h 722"/>
                <a:gd name="T38" fmla="*/ 520 w 630"/>
                <a:gd name="T39" fmla="*/ 659 h 722"/>
                <a:gd name="T40" fmla="*/ 525 w 630"/>
                <a:gd name="T41" fmla="*/ 659 h 722"/>
                <a:gd name="T42" fmla="*/ 570 w 630"/>
                <a:gd name="T43" fmla="*/ 614 h 722"/>
                <a:gd name="T44" fmla="*/ 570 w 630"/>
                <a:gd name="T45" fmla="*/ 315 h 722"/>
                <a:gd name="T46" fmla="*/ 570 w 630"/>
                <a:gd name="T47" fmla="*/ 315 h 722"/>
                <a:gd name="T48" fmla="*/ 570 w 630"/>
                <a:gd name="T49" fmla="*/ 315 h 722"/>
                <a:gd name="T50" fmla="*/ 570 w 630"/>
                <a:gd name="T51" fmla="*/ 30 h 722"/>
                <a:gd name="T52" fmla="*/ 615 w 630"/>
                <a:gd name="T53" fmla="*/ 30 h 722"/>
                <a:gd name="T54" fmla="*/ 629 w 630"/>
                <a:gd name="T55" fmla="*/ 16 h 722"/>
                <a:gd name="T56" fmla="*/ 615 w 630"/>
                <a:gd name="T57" fmla="*/ 0 h 722"/>
                <a:gd name="T58" fmla="*/ 525 w 630"/>
                <a:gd name="T59" fmla="*/ 629 h 722"/>
                <a:gd name="T60" fmla="*/ 525 w 630"/>
                <a:gd name="T61" fmla="*/ 629 h 722"/>
                <a:gd name="T62" fmla="*/ 105 w 630"/>
                <a:gd name="T63" fmla="*/ 629 h 722"/>
                <a:gd name="T64" fmla="*/ 90 w 630"/>
                <a:gd name="T65" fmla="*/ 614 h 722"/>
                <a:gd name="T66" fmla="*/ 90 w 630"/>
                <a:gd name="T67" fmla="*/ 330 h 722"/>
                <a:gd name="T68" fmla="*/ 539 w 630"/>
                <a:gd name="T69" fmla="*/ 330 h 722"/>
                <a:gd name="T70" fmla="*/ 539 w 630"/>
                <a:gd name="T71" fmla="*/ 614 h 722"/>
                <a:gd name="T72" fmla="*/ 525 w 630"/>
                <a:gd name="T73" fmla="*/ 629 h 722"/>
                <a:gd name="T74" fmla="*/ 539 w 630"/>
                <a:gd name="T75" fmla="*/ 299 h 722"/>
                <a:gd name="T76" fmla="*/ 539 w 630"/>
                <a:gd name="T77" fmla="*/ 299 h 722"/>
                <a:gd name="T78" fmla="*/ 90 w 630"/>
                <a:gd name="T79" fmla="*/ 299 h 722"/>
                <a:gd name="T80" fmla="*/ 90 w 630"/>
                <a:gd name="T81" fmla="*/ 30 h 722"/>
                <a:gd name="T82" fmla="*/ 539 w 630"/>
                <a:gd name="T83" fmla="*/ 30 h 722"/>
                <a:gd name="T84" fmla="*/ 539 w 630"/>
                <a:gd name="T85" fmla="*/ 299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630" h="722">
                  <a:moveTo>
                    <a:pt x="615" y="0"/>
                  </a:moveTo>
                  <a:lnTo>
                    <a:pt x="615" y="0"/>
                  </a:lnTo>
                  <a:cubicBezTo>
                    <a:pt x="555" y="0"/>
                    <a:pt x="555" y="0"/>
                    <a:pt x="555" y="0"/>
                  </a:cubicBezTo>
                  <a:cubicBezTo>
                    <a:pt x="76" y="0"/>
                    <a:pt x="76" y="0"/>
                    <a:pt x="76" y="0"/>
                  </a:cubicBezTo>
                  <a:cubicBezTo>
                    <a:pt x="16" y="0"/>
                    <a:pt x="16" y="0"/>
                    <a:pt x="16" y="0"/>
                  </a:cubicBezTo>
                  <a:cubicBezTo>
                    <a:pt x="7" y="0"/>
                    <a:pt x="0" y="7"/>
                    <a:pt x="0" y="16"/>
                  </a:cubicBezTo>
                  <a:cubicBezTo>
                    <a:pt x="0" y="23"/>
                    <a:pt x="7" y="30"/>
                    <a:pt x="16" y="30"/>
                  </a:cubicBezTo>
                  <a:cubicBezTo>
                    <a:pt x="61" y="30"/>
                    <a:pt x="61" y="30"/>
                    <a:pt x="61" y="30"/>
                  </a:cubicBezTo>
                  <a:cubicBezTo>
                    <a:pt x="61" y="614"/>
                    <a:pt x="61" y="614"/>
                    <a:pt x="61" y="614"/>
                  </a:cubicBezTo>
                  <a:cubicBezTo>
                    <a:pt x="61" y="639"/>
                    <a:pt x="80" y="659"/>
                    <a:pt x="105" y="659"/>
                  </a:cubicBezTo>
                  <a:cubicBezTo>
                    <a:pt x="111" y="659"/>
                    <a:pt x="111" y="659"/>
                    <a:pt x="111" y="659"/>
                  </a:cubicBezTo>
                  <a:cubicBezTo>
                    <a:pt x="93" y="697"/>
                    <a:pt x="93" y="697"/>
                    <a:pt x="93" y="697"/>
                  </a:cubicBezTo>
                  <a:cubicBezTo>
                    <a:pt x="89" y="705"/>
                    <a:pt x="91" y="714"/>
                    <a:pt x="98" y="718"/>
                  </a:cubicBezTo>
                  <a:cubicBezTo>
                    <a:pt x="107" y="721"/>
                    <a:pt x="115" y="718"/>
                    <a:pt x="120" y="711"/>
                  </a:cubicBezTo>
                  <a:cubicBezTo>
                    <a:pt x="145" y="659"/>
                    <a:pt x="145" y="659"/>
                    <a:pt x="145" y="659"/>
                  </a:cubicBezTo>
                  <a:cubicBezTo>
                    <a:pt x="486" y="659"/>
                    <a:pt x="486" y="659"/>
                    <a:pt x="486" y="659"/>
                  </a:cubicBezTo>
                  <a:cubicBezTo>
                    <a:pt x="511" y="711"/>
                    <a:pt x="511" y="711"/>
                    <a:pt x="511" y="711"/>
                  </a:cubicBezTo>
                  <a:cubicBezTo>
                    <a:pt x="515" y="718"/>
                    <a:pt x="524" y="721"/>
                    <a:pt x="532" y="718"/>
                  </a:cubicBezTo>
                  <a:cubicBezTo>
                    <a:pt x="539" y="714"/>
                    <a:pt x="542" y="705"/>
                    <a:pt x="538" y="697"/>
                  </a:cubicBezTo>
                  <a:cubicBezTo>
                    <a:pt x="520" y="659"/>
                    <a:pt x="520" y="659"/>
                    <a:pt x="520" y="659"/>
                  </a:cubicBezTo>
                  <a:cubicBezTo>
                    <a:pt x="525" y="659"/>
                    <a:pt x="525" y="659"/>
                    <a:pt x="525" y="659"/>
                  </a:cubicBezTo>
                  <a:cubicBezTo>
                    <a:pt x="549" y="659"/>
                    <a:pt x="570" y="639"/>
                    <a:pt x="570" y="614"/>
                  </a:cubicBezTo>
                  <a:cubicBezTo>
                    <a:pt x="570" y="315"/>
                    <a:pt x="570" y="315"/>
                    <a:pt x="570" y="315"/>
                  </a:cubicBezTo>
                  <a:lnTo>
                    <a:pt x="570" y="315"/>
                  </a:lnTo>
                  <a:lnTo>
                    <a:pt x="570" y="315"/>
                  </a:lnTo>
                  <a:cubicBezTo>
                    <a:pt x="570" y="30"/>
                    <a:pt x="570" y="30"/>
                    <a:pt x="570" y="30"/>
                  </a:cubicBezTo>
                  <a:cubicBezTo>
                    <a:pt x="615" y="30"/>
                    <a:pt x="615" y="30"/>
                    <a:pt x="615" y="30"/>
                  </a:cubicBezTo>
                  <a:cubicBezTo>
                    <a:pt x="624" y="30"/>
                    <a:pt x="629" y="23"/>
                    <a:pt x="629" y="16"/>
                  </a:cubicBezTo>
                  <a:cubicBezTo>
                    <a:pt x="629" y="7"/>
                    <a:pt x="624" y="0"/>
                    <a:pt x="615" y="0"/>
                  </a:cubicBezTo>
                  <a:close/>
                  <a:moveTo>
                    <a:pt x="525" y="629"/>
                  </a:moveTo>
                  <a:lnTo>
                    <a:pt x="525" y="629"/>
                  </a:lnTo>
                  <a:cubicBezTo>
                    <a:pt x="105" y="629"/>
                    <a:pt x="105" y="629"/>
                    <a:pt x="105" y="629"/>
                  </a:cubicBezTo>
                  <a:cubicBezTo>
                    <a:pt x="97" y="629"/>
                    <a:pt x="90" y="622"/>
                    <a:pt x="90" y="614"/>
                  </a:cubicBezTo>
                  <a:cubicBezTo>
                    <a:pt x="90" y="330"/>
                    <a:pt x="90" y="330"/>
                    <a:pt x="90" y="330"/>
                  </a:cubicBezTo>
                  <a:cubicBezTo>
                    <a:pt x="539" y="330"/>
                    <a:pt x="539" y="330"/>
                    <a:pt x="539" y="330"/>
                  </a:cubicBezTo>
                  <a:cubicBezTo>
                    <a:pt x="539" y="614"/>
                    <a:pt x="539" y="614"/>
                    <a:pt x="539" y="614"/>
                  </a:cubicBezTo>
                  <a:cubicBezTo>
                    <a:pt x="539" y="622"/>
                    <a:pt x="534" y="629"/>
                    <a:pt x="525" y="629"/>
                  </a:cubicBezTo>
                  <a:close/>
                  <a:moveTo>
                    <a:pt x="539" y="299"/>
                  </a:moveTo>
                  <a:lnTo>
                    <a:pt x="539" y="299"/>
                  </a:lnTo>
                  <a:cubicBezTo>
                    <a:pt x="90" y="299"/>
                    <a:pt x="90" y="299"/>
                    <a:pt x="90" y="299"/>
                  </a:cubicBezTo>
                  <a:cubicBezTo>
                    <a:pt x="90" y="30"/>
                    <a:pt x="90" y="30"/>
                    <a:pt x="90" y="30"/>
                  </a:cubicBezTo>
                  <a:cubicBezTo>
                    <a:pt x="539" y="30"/>
                    <a:pt x="539" y="30"/>
                    <a:pt x="539" y="30"/>
                  </a:cubicBezTo>
                  <a:lnTo>
                    <a:pt x="539" y="29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36" name="Freeform 27">
            <a:extLst>
              <a:ext uri="{FF2B5EF4-FFF2-40B4-BE49-F238E27FC236}">
                <a16:creationId xmlns:a16="http://schemas.microsoft.com/office/drawing/2014/main" id="{47D96D15-7FAF-CE20-8210-611D6DC61E01}"/>
              </a:ext>
            </a:extLst>
          </p:cNvPr>
          <p:cNvSpPr>
            <a:spLocks noChangeArrowheads="1"/>
          </p:cNvSpPr>
          <p:nvPr/>
        </p:nvSpPr>
        <p:spPr bwMode="auto">
          <a:xfrm>
            <a:off x="1577578" y="2870076"/>
            <a:ext cx="258762" cy="215900"/>
          </a:xfrm>
          <a:custGeom>
            <a:avLst/>
            <a:gdLst>
              <a:gd name="T0" fmla="*/ 703 w 720"/>
              <a:gd name="T1" fmla="*/ 359 h 600"/>
              <a:gd name="T2" fmla="*/ 598 w 720"/>
              <a:gd name="T3" fmla="*/ 299 h 600"/>
              <a:gd name="T4" fmla="*/ 714 w 720"/>
              <a:gd name="T5" fmla="*/ 295 h 600"/>
              <a:gd name="T6" fmla="*/ 719 w 720"/>
              <a:gd name="T7" fmla="*/ 195 h 600"/>
              <a:gd name="T8" fmla="*/ 703 w 720"/>
              <a:gd name="T9" fmla="*/ 180 h 600"/>
              <a:gd name="T10" fmla="*/ 598 w 720"/>
              <a:gd name="T11" fmla="*/ 150 h 600"/>
              <a:gd name="T12" fmla="*/ 714 w 720"/>
              <a:gd name="T13" fmla="*/ 145 h 600"/>
              <a:gd name="T14" fmla="*/ 719 w 720"/>
              <a:gd name="T15" fmla="*/ 45 h 600"/>
              <a:gd name="T16" fmla="*/ 703 w 720"/>
              <a:gd name="T17" fmla="*/ 29 h 600"/>
              <a:gd name="T18" fmla="*/ 598 w 720"/>
              <a:gd name="T19" fmla="*/ 15 h 600"/>
              <a:gd name="T20" fmla="*/ 568 w 720"/>
              <a:gd name="T21" fmla="*/ 15 h 600"/>
              <a:gd name="T22" fmla="*/ 149 w 720"/>
              <a:gd name="T23" fmla="*/ 29 h 600"/>
              <a:gd name="T24" fmla="*/ 135 w 720"/>
              <a:gd name="T25" fmla="*/ 0 h 600"/>
              <a:gd name="T26" fmla="*/ 119 w 720"/>
              <a:gd name="T27" fmla="*/ 29 h 600"/>
              <a:gd name="T28" fmla="*/ 4 w 720"/>
              <a:gd name="T29" fmla="*/ 34 h 600"/>
              <a:gd name="T30" fmla="*/ 0 w 720"/>
              <a:gd name="T31" fmla="*/ 135 h 600"/>
              <a:gd name="T32" fmla="*/ 14 w 720"/>
              <a:gd name="T33" fmla="*/ 150 h 600"/>
              <a:gd name="T34" fmla="*/ 119 w 720"/>
              <a:gd name="T35" fmla="*/ 180 h 600"/>
              <a:gd name="T36" fmla="*/ 4 w 720"/>
              <a:gd name="T37" fmla="*/ 184 h 600"/>
              <a:gd name="T38" fmla="*/ 0 w 720"/>
              <a:gd name="T39" fmla="*/ 285 h 600"/>
              <a:gd name="T40" fmla="*/ 14 w 720"/>
              <a:gd name="T41" fmla="*/ 299 h 600"/>
              <a:gd name="T42" fmla="*/ 119 w 720"/>
              <a:gd name="T43" fmla="*/ 359 h 600"/>
              <a:gd name="T44" fmla="*/ 0 w 720"/>
              <a:gd name="T45" fmla="*/ 375 h 600"/>
              <a:gd name="T46" fmla="*/ 63 w 720"/>
              <a:gd name="T47" fmla="*/ 389 h 600"/>
              <a:gd name="T48" fmla="*/ 29 w 720"/>
              <a:gd name="T49" fmla="*/ 581 h 600"/>
              <a:gd name="T50" fmla="*/ 59 w 720"/>
              <a:gd name="T51" fmla="*/ 585 h 600"/>
              <a:gd name="T52" fmla="*/ 116 w 720"/>
              <a:gd name="T53" fmla="*/ 389 h 600"/>
              <a:gd name="T54" fmla="*/ 149 w 720"/>
              <a:gd name="T55" fmla="*/ 423 h 600"/>
              <a:gd name="T56" fmla="*/ 164 w 720"/>
              <a:gd name="T57" fmla="*/ 569 h 600"/>
              <a:gd name="T58" fmla="*/ 179 w 720"/>
              <a:gd name="T59" fmla="*/ 555 h 600"/>
              <a:gd name="T60" fmla="*/ 170 w 720"/>
              <a:gd name="T61" fmla="*/ 389 h 600"/>
              <a:gd name="T62" fmla="*/ 539 w 720"/>
              <a:gd name="T63" fmla="*/ 423 h 600"/>
              <a:gd name="T64" fmla="*/ 553 w 720"/>
              <a:gd name="T65" fmla="*/ 569 h 600"/>
              <a:gd name="T66" fmla="*/ 568 w 720"/>
              <a:gd name="T67" fmla="*/ 555 h 600"/>
              <a:gd name="T68" fmla="*/ 602 w 720"/>
              <a:gd name="T69" fmla="*/ 389 h 600"/>
              <a:gd name="T70" fmla="*/ 634 w 720"/>
              <a:gd name="T71" fmla="*/ 417 h 600"/>
              <a:gd name="T72" fmla="*/ 675 w 720"/>
              <a:gd name="T73" fmla="*/ 598 h 600"/>
              <a:gd name="T74" fmla="*/ 664 w 720"/>
              <a:gd name="T75" fmla="*/ 413 h 600"/>
              <a:gd name="T76" fmla="*/ 703 w 720"/>
              <a:gd name="T77" fmla="*/ 389 h 600"/>
              <a:gd name="T78" fmla="*/ 703 w 720"/>
              <a:gd name="T79" fmla="*/ 359 h 600"/>
              <a:gd name="T80" fmla="*/ 29 w 720"/>
              <a:gd name="T81" fmla="*/ 60 h 600"/>
              <a:gd name="T82" fmla="*/ 135 w 720"/>
              <a:gd name="T83" fmla="*/ 60 h 600"/>
              <a:gd name="T84" fmla="*/ 584 w 720"/>
              <a:gd name="T85" fmla="*/ 60 h 600"/>
              <a:gd name="T86" fmla="*/ 584 w 720"/>
              <a:gd name="T87" fmla="*/ 60 h 600"/>
              <a:gd name="T88" fmla="*/ 688 w 720"/>
              <a:gd name="T89" fmla="*/ 119 h 600"/>
              <a:gd name="T90" fmla="*/ 29 w 720"/>
              <a:gd name="T91" fmla="*/ 60 h 600"/>
              <a:gd name="T92" fmla="*/ 149 w 720"/>
              <a:gd name="T93" fmla="*/ 150 h 600"/>
              <a:gd name="T94" fmla="*/ 568 w 720"/>
              <a:gd name="T95" fmla="*/ 180 h 600"/>
              <a:gd name="T96" fmla="*/ 149 w 720"/>
              <a:gd name="T97" fmla="*/ 150 h 600"/>
              <a:gd name="T98" fmla="*/ 29 w 720"/>
              <a:gd name="T99" fmla="*/ 209 h 600"/>
              <a:gd name="T100" fmla="*/ 135 w 720"/>
              <a:gd name="T101" fmla="*/ 209 h 600"/>
              <a:gd name="T102" fmla="*/ 584 w 720"/>
              <a:gd name="T103" fmla="*/ 209 h 600"/>
              <a:gd name="T104" fmla="*/ 584 w 720"/>
              <a:gd name="T105" fmla="*/ 209 h 600"/>
              <a:gd name="T106" fmla="*/ 688 w 720"/>
              <a:gd name="T107" fmla="*/ 270 h 600"/>
              <a:gd name="T108" fmla="*/ 29 w 720"/>
              <a:gd name="T109" fmla="*/ 209 h 600"/>
              <a:gd name="T110" fmla="*/ 149 w 720"/>
              <a:gd name="T111" fmla="*/ 299 h 600"/>
              <a:gd name="T112" fmla="*/ 568 w 720"/>
              <a:gd name="T113" fmla="*/ 359 h 600"/>
              <a:gd name="T114" fmla="*/ 149 w 720"/>
              <a:gd name="T115" fmla="*/ 299 h 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720" h="600">
                <a:moveTo>
                  <a:pt x="703" y="359"/>
                </a:moveTo>
                <a:lnTo>
                  <a:pt x="703" y="359"/>
                </a:lnTo>
                <a:cubicBezTo>
                  <a:pt x="598" y="359"/>
                  <a:pt x="598" y="359"/>
                  <a:pt x="598" y="359"/>
                </a:cubicBezTo>
                <a:cubicBezTo>
                  <a:pt x="598" y="299"/>
                  <a:pt x="598" y="299"/>
                  <a:pt x="598" y="299"/>
                </a:cubicBezTo>
                <a:cubicBezTo>
                  <a:pt x="703" y="299"/>
                  <a:pt x="703" y="299"/>
                  <a:pt x="703" y="299"/>
                </a:cubicBezTo>
                <a:cubicBezTo>
                  <a:pt x="707" y="299"/>
                  <a:pt x="712" y="298"/>
                  <a:pt x="714" y="295"/>
                </a:cubicBezTo>
                <a:cubicBezTo>
                  <a:pt x="717" y="292"/>
                  <a:pt x="719" y="288"/>
                  <a:pt x="719" y="285"/>
                </a:cubicBezTo>
                <a:cubicBezTo>
                  <a:pt x="719" y="195"/>
                  <a:pt x="719" y="195"/>
                  <a:pt x="719" y="195"/>
                </a:cubicBezTo>
                <a:cubicBezTo>
                  <a:pt x="719" y="191"/>
                  <a:pt x="717" y="187"/>
                  <a:pt x="714" y="184"/>
                </a:cubicBezTo>
                <a:cubicBezTo>
                  <a:pt x="712" y="181"/>
                  <a:pt x="707" y="180"/>
                  <a:pt x="703" y="180"/>
                </a:cubicBezTo>
                <a:cubicBezTo>
                  <a:pt x="598" y="180"/>
                  <a:pt x="598" y="180"/>
                  <a:pt x="598" y="180"/>
                </a:cubicBezTo>
                <a:cubicBezTo>
                  <a:pt x="598" y="150"/>
                  <a:pt x="598" y="150"/>
                  <a:pt x="598" y="150"/>
                </a:cubicBezTo>
                <a:cubicBezTo>
                  <a:pt x="703" y="150"/>
                  <a:pt x="703" y="150"/>
                  <a:pt x="703" y="150"/>
                </a:cubicBezTo>
                <a:cubicBezTo>
                  <a:pt x="707" y="150"/>
                  <a:pt x="712" y="147"/>
                  <a:pt x="714" y="145"/>
                </a:cubicBezTo>
                <a:cubicBezTo>
                  <a:pt x="717" y="142"/>
                  <a:pt x="719" y="139"/>
                  <a:pt x="719" y="135"/>
                </a:cubicBezTo>
                <a:cubicBezTo>
                  <a:pt x="719" y="45"/>
                  <a:pt x="719" y="45"/>
                  <a:pt x="719" y="45"/>
                </a:cubicBezTo>
                <a:cubicBezTo>
                  <a:pt x="719" y="41"/>
                  <a:pt x="717" y="36"/>
                  <a:pt x="714" y="34"/>
                </a:cubicBezTo>
                <a:cubicBezTo>
                  <a:pt x="712" y="31"/>
                  <a:pt x="707" y="29"/>
                  <a:pt x="703" y="29"/>
                </a:cubicBezTo>
                <a:cubicBezTo>
                  <a:pt x="598" y="29"/>
                  <a:pt x="598" y="29"/>
                  <a:pt x="598" y="29"/>
                </a:cubicBezTo>
                <a:cubicBezTo>
                  <a:pt x="598" y="15"/>
                  <a:pt x="598" y="15"/>
                  <a:pt x="598" y="15"/>
                </a:cubicBezTo>
                <a:cubicBezTo>
                  <a:pt x="598" y="7"/>
                  <a:pt x="592" y="0"/>
                  <a:pt x="584" y="0"/>
                </a:cubicBezTo>
                <a:cubicBezTo>
                  <a:pt x="575" y="0"/>
                  <a:pt x="568" y="7"/>
                  <a:pt x="568" y="15"/>
                </a:cubicBezTo>
                <a:cubicBezTo>
                  <a:pt x="568" y="29"/>
                  <a:pt x="568" y="29"/>
                  <a:pt x="568" y="29"/>
                </a:cubicBezTo>
                <a:cubicBezTo>
                  <a:pt x="149" y="29"/>
                  <a:pt x="149" y="29"/>
                  <a:pt x="149" y="29"/>
                </a:cubicBezTo>
                <a:cubicBezTo>
                  <a:pt x="149" y="15"/>
                  <a:pt x="149" y="15"/>
                  <a:pt x="149" y="15"/>
                </a:cubicBezTo>
                <a:cubicBezTo>
                  <a:pt x="149" y="7"/>
                  <a:pt x="143" y="0"/>
                  <a:pt x="135" y="0"/>
                </a:cubicBezTo>
                <a:cubicBezTo>
                  <a:pt x="126" y="0"/>
                  <a:pt x="119" y="7"/>
                  <a:pt x="119" y="15"/>
                </a:cubicBezTo>
                <a:cubicBezTo>
                  <a:pt x="119" y="29"/>
                  <a:pt x="119" y="29"/>
                  <a:pt x="119" y="29"/>
                </a:cubicBezTo>
                <a:cubicBezTo>
                  <a:pt x="14" y="29"/>
                  <a:pt x="14" y="29"/>
                  <a:pt x="14" y="29"/>
                </a:cubicBezTo>
                <a:cubicBezTo>
                  <a:pt x="11" y="29"/>
                  <a:pt x="7" y="31"/>
                  <a:pt x="4" y="34"/>
                </a:cubicBezTo>
                <a:cubicBezTo>
                  <a:pt x="1" y="36"/>
                  <a:pt x="0" y="41"/>
                  <a:pt x="0" y="45"/>
                </a:cubicBezTo>
                <a:cubicBezTo>
                  <a:pt x="0" y="135"/>
                  <a:pt x="0" y="135"/>
                  <a:pt x="0" y="135"/>
                </a:cubicBezTo>
                <a:cubicBezTo>
                  <a:pt x="0" y="139"/>
                  <a:pt x="1" y="142"/>
                  <a:pt x="4" y="145"/>
                </a:cubicBezTo>
                <a:cubicBezTo>
                  <a:pt x="7" y="147"/>
                  <a:pt x="11" y="150"/>
                  <a:pt x="14" y="150"/>
                </a:cubicBezTo>
                <a:cubicBezTo>
                  <a:pt x="119" y="150"/>
                  <a:pt x="119" y="150"/>
                  <a:pt x="119" y="150"/>
                </a:cubicBezTo>
                <a:cubicBezTo>
                  <a:pt x="119" y="180"/>
                  <a:pt x="119" y="180"/>
                  <a:pt x="119" y="180"/>
                </a:cubicBezTo>
                <a:cubicBezTo>
                  <a:pt x="14" y="180"/>
                  <a:pt x="14" y="180"/>
                  <a:pt x="14" y="180"/>
                </a:cubicBezTo>
                <a:cubicBezTo>
                  <a:pt x="11" y="180"/>
                  <a:pt x="7" y="181"/>
                  <a:pt x="4" y="184"/>
                </a:cubicBezTo>
                <a:cubicBezTo>
                  <a:pt x="1" y="187"/>
                  <a:pt x="0" y="191"/>
                  <a:pt x="0" y="195"/>
                </a:cubicBezTo>
                <a:cubicBezTo>
                  <a:pt x="0" y="285"/>
                  <a:pt x="0" y="285"/>
                  <a:pt x="0" y="285"/>
                </a:cubicBezTo>
                <a:cubicBezTo>
                  <a:pt x="0" y="288"/>
                  <a:pt x="1" y="292"/>
                  <a:pt x="4" y="295"/>
                </a:cubicBezTo>
                <a:cubicBezTo>
                  <a:pt x="7" y="298"/>
                  <a:pt x="11" y="299"/>
                  <a:pt x="14" y="299"/>
                </a:cubicBezTo>
                <a:cubicBezTo>
                  <a:pt x="119" y="299"/>
                  <a:pt x="119" y="299"/>
                  <a:pt x="119" y="299"/>
                </a:cubicBezTo>
                <a:cubicBezTo>
                  <a:pt x="119" y="359"/>
                  <a:pt x="119" y="359"/>
                  <a:pt x="119" y="359"/>
                </a:cubicBezTo>
                <a:cubicBezTo>
                  <a:pt x="14" y="359"/>
                  <a:pt x="14" y="359"/>
                  <a:pt x="14" y="359"/>
                </a:cubicBezTo>
                <a:cubicBezTo>
                  <a:pt x="7" y="359"/>
                  <a:pt x="0" y="366"/>
                  <a:pt x="0" y="375"/>
                </a:cubicBezTo>
                <a:cubicBezTo>
                  <a:pt x="0" y="382"/>
                  <a:pt x="7" y="389"/>
                  <a:pt x="14" y="389"/>
                </a:cubicBezTo>
                <a:cubicBezTo>
                  <a:pt x="63" y="389"/>
                  <a:pt x="63" y="389"/>
                  <a:pt x="63" y="389"/>
                </a:cubicBezTo>
                <a:cubicBezTo>
                  <a:pt x="59" y="396"/>
                  <a:pt x="55" y="404"/>
                  <a:pt x="53" y="413"/>
                </a:cubicBezTo>
                <a:cubicBezTo>
                  <a:pt x="29" y="581"/>
                  <a:pt x="29" y="581"/>
                  <a:pt x="29" y="581"/>
                </a:cubicBezTo>
                <a:cubicBezTo>
                  <a:pt x="28" y="590"/>
                  <a:pt x="33" y="598"/>
                  <a:pt x="42" y="598"/>
                </a:cubicBezTo>
                <a:cubicBezTo>
                  <a:pt x="50" y="599"/>
                  <a:pt x="57" y="594"/>
                  <a:pt x="59" y="585"/>
                </a:cubicBezTo>
                <a:cubicBezTo>
                  <a:pt x="83" y="417"/>
                  <a:pt x="83" y="417"/>
                  <a:pt x="83" y="417"/>
                </a:cubicBezTo>
                <a:cubicBezTo>
                  <a:pt x="85" y="402"/>
                  <a:pt x="99" y="389"/>
                  <a:pt x="116" y="389"/>
                </a:cubicBezTo>
                <a:lnTo>
                  <a:pt x="116" y="389"/>
                </a:lnTo>
                <a:cubicBezTo>
                  <a:pt x="135" y="389"/>
                  <a:pt x="149" y="404"/>
                  <a:pt x="149" y="423"/>
                </a:cubicBezTo>
                <a:cubicBezTo>
                  <a:pt x="149" y="555"/>
                  <a:pt x="149" y="555"/>
                  <a:pt x="149" y="555"/>
                </a:cubicBezTo>
                <a:cubicBezTo>
                  <a:pt x="149" y="562"/>
                  <a:pt x="156" y="569"/>
                  <a:pt x="164" y="569"/>
                </a:cubicBezTo>
                <a:cubicBezTo>
                  <a:pt x="172" y="569"/>
                  <a:pt x="179" y="562"/>
                  <a:pt x="179" y="555"/>
                </a:cubicBezTo>
                <a:lnTo>
                  <a:pt x="179" y="555"/>
                </a:lnTo>
                <a:cubicBezTo>
                  <a:pt x="179" y="423"/>
                  <a:pt x="179" y="423"/>
                  <a:pt x="179" y="423"/>
                </a:cubicBezTo>
                <a:cubicBezTo>
                  <a:pt x="179" y="410"/>
                  <a:pt x="175" y="399"/>
                  <a:pt x="170" y="389"/>
                </a:cubicBezTo>
                <a:cubicBezTo>
                  <a:pt x="549" y="389"/>
                  <a:pt x="549" y="389"/>
                  <a:pt x="549" y="389"/>
                </a:cubicBezTo>
                <a:cubicBezTo>
                  <a:pt x="542" y="399"/>
                  <a:pt x="539" y="410"/>
                  <a:pt x="539" y="423"/>
                </a:cubicBezTo>
                <a:cubicBezTo>
                  <a:pt x="539" y="555"/>
                  <a:pt x="539" y="555"/>
                  <a:pt x="539" y="555"/>
                </a:cubicBezTo>
                <a:cubicBezTo>
                  <a:pt x="539" y="562"/>
                  <a:pt x="546" y="569"/>
                  <a:pt x="553" y="569"/>
                </a:cubicBezTo>
                <a:cubicBezTo>
                  <a:pt x="561" y="569"/>
                  <a:pt x="568" y="562"/>
                  <a:pt x="568" y="555"/>
                </a:cubicBezTo>
                <a:lnTo>
                  <a:pt x="568" y="555"/>
                </a:lnTo>
                <a:cubicBezTo>
                  <a:pt x="568" y="423"/>
                  <a:pt x="568" y="423"/>
                  <a:pt x="568" y="423"/>
                </a:cubicBezTo>
                <a:cubicBezTo>
                  <a:pt x="568" y="404"/>
                  <a:pt x="584" y="389"/>
                  <a:pt x="602" y="389"/>
                </a:cubicBezTo>
                <a:lnTo>
                  <a:pt x="602" y="389"/>
                </a:lnTo>
                <a:cubicBezTo>
                  <a:pt x="618" y="389"/>
                  <a:pt x="632" y="402"/>
                  <a:pt x="634" y="417"/>
                </a:cubicBezTo>
                <a:cubicBezTo>
                  <a:pt x="658" y="585"/>
                  <a:pt x="658" y="585"/>
                  <a:pt x="658" y="585"/>
                </a:cubicBezTo>
                <a:cubicBezTo>
                  <a:pt x="660" y="594"/>
                  <a:pt x="667" y="599"/>
                  <a:pt x="675" y="598"/>
                </a:cubicBezTo>
                <a:cubicBezTo>
                  <a:pt x="684" y="598"/>
                  <a:pt x="689" y="590"/>
                  <a:pt x="688" y="581"/>
                </a:cubicBezTo>
                <a:cubicBezTo>
                  <a:pt x="664" y="413"/>
                  <a:pt x="664" y="413"/>
                  <a:pt x="664" y="413"/>
                </a:cubicBezTo>
                <a:cubicBezTo>
                  <a:pt x="662" y="404"/>
                  <a:pt x="660" y="396"/>
                  <a:pt x="655" y="389"/>
                </a:cubicBezTo>
                <a:cubicBezTo>
                  <a:pt x="703" y="389"/>
                  <a:pt x="703" y="389"/>
                  <a:pt x="703" y="389"/>
                </a:cubicBezTo>
                <a:cubicBezTo>
                  <a:pt x="712" y="389"/>
                  <a:pt x="719" y="382"/>
                  <a:pt x="719" y="375"/>
                </a:cubicBezTo>
                <a:cubicBezTo>
                  <a:pt x="719" y="366"/>
                  <a:pt x="712" y="359"/>
                  <a:pt x="703" y="359"/>
                </a:cubicBezTo>
                <a:close/>
                <a:moveTo>
                  <a:pt x="29" y="60"/>
                </a:moveTo>
                <a:lnTo>
                  <a:pt x="29" y="60"/>
                </a:lnTo>
                <a:cubicBezTo>
                  <a:pt x="135" y="60"/>
                  <a:pt x="135" y="60"/>
                  <a:pt x="135" y="60"/>
                </a:cubicBezTo>
                <a:lnTo>
                  <a:pt x="135" y="60"/>
                </a:lnTo>
                <a:lnTo>
                  <a:pt x="135" y="60"/>
                </a:lnTo>
                <a:cubicBezTo>
                  <a:pt x="584" y="60"/>
                  <a:pt x="584" y="60"/>
                  <a:pt x="584" y="60"/>
                </a:cubicBezTo>
                <a:lnTo>
                  <a:pt x="584" y="60"/>
                </a:lnTo>
                <a:lnTo>
                  <a:pt x="584" y="60"/>
                </a:lnTo>
                <a:cubicBezTo>
                  <a:pt x="688" y="60"/>
                  <a:pt x="688" y="60"/>
                  <a:pt x="688" y="60"/>
                </a:cubicBezTo>
                <a:cubicBezTo>
                  <a:pt x="688" y="119"/>
                  <a:pt x="688" y="119"/>
                  <a:pt x="688" y="119"/>
                </a:cubicBezTo>
                <a:cubicBezTo>
                  <a:pt x="29" y="119"/>
                  <a:pt x="29" y="119"/>
                  <a:pt x="29" y="119"/>
                </a:cubicBezTo>
                <a:lnTo>
                  <a:pt x="29" y="60"/>
                </a:lnTo>
                <a:close/>
                <a:moveTo>
                  <a:pt x="149" y="150"/>
                </a:moveTo>
                <a:lnTo>
                  <a:pt x="149" y="150"/>
                </a:lnTo>
                <a:cubicBezTo>
                  <a:pt x="568" y="150"/>
                  <a:pt x="568" y="150"/>
                  <a:pt x="568" y="150"/>
                </a:cubicBezTo>
                <a:cubicBezTo>
                  <a:pt x="568" y="180"/>
                  <a:pt x="568" y="180"/>
                  <a:pt x="568" y="180"/>
                </a:cubicBezTo>
                <a:cubicBezTo>
                  <a:pt x="149" y="180"/>
                  <a:pt x="149" y="180"/>
                  <a:pt x="149" y="180"/>
                </a:cubicBezTo>
                <a:lnTo>
                  <a:pt x="149" y="150"/>
                </a:lnTo>
                <a:close/>
                <a:moveTo>
                  <a:pt x="29" y="209"/>
                </a:moveTo>
                <a:lnTo>
                  <a:pt x="29" y="209"/>
                </a:lnTo>
                <a:cubicBezTo>
                  <a:pt x="135" y="209"/>
                  <a:pt x="135" y="209"/>
                  <a:pt x="135" y="209"/>
                </a:cubicBezTo>
                <a:lnTo>
                  <a:pt x="135" y="209"/>
                </a:lnTo>
                <a:lnTo>
                  <a:pt x="135" y="209"/>
                </a:lnTo>
                <a:cubicBezTo>
                  <a:pt x="584" y="209"/>
                  <a:pt x="584" y="209"/>
                  <a:pt x="584" y="209"/>
                </a:cubicBezTo>
                <a:lnTo>
                  <a:pt x="584" y="209"/>
                </a:lnTo>
                <a:lnTo>
                  <a:pt x="584" y="209"/>
                </a:lnTo>
                <a:cubicBezTo>
                  <a:pt x="688" y="209"/>
                  <a:pt x="688" y="209"/>
                  <a:pt x="688" y="209"/>
                </a:cubicBezTo>
                <a:cubicBezTo>
                  <a:pt x="688" y="270"/>
                  <a:pt x="688" y="270"/>
                  <a:pt x="688" y="270"/>
                </a:cubicBezTo>
                <a:cubicBezTo>
                  <a:pt x="29" y="270"/>
                  <a:pt x="29" y="270"/>
                  <a:pt x="29" y="270"/>
                </a:cubicBezTo>
                <a:lnTo>
                  <a:pt x="29" y="209"/>
                </a:lnTo>
                <a:close/>
                <a:moveTo>
                  <a:pt x="149" y="299"/>
                </a:moveTo>
                <a:lnTo>
                  <a:pt x="149" y="299"/>
                </a:lnTo>
                <a:cubicBezTo>
                  <a:pt x="568" y="299"/>
                  <a:pt x="568" y="299"/>
                  <a:pt x="568" y="299"/>
                </a:cubicBezTo>
                <a:cubicBezTo>
                  <a:pt x="568" y="359"/>
                  <a:pt x="568" y="359"/>
                  <a:pt x="568" y="359"/>
                </a:cubicBezTo>
                <a:cubicBezTo>
                  <a:pt x="149" y="359"/>
                  <a:pt x="149" y="359"/>
                  <a:pt x="149" y="359"/>
                </a:cubicBezTo>
                <a:lnTo>
                  <a:pt x="149" y="299"/>
                </a:lnTo>
                <a:close/>
              </a:path>
            </a:pathLst>
          </a:custGeom>
          <a:solidFill>
            <a:schemeClr val="accent4"/>
          </a:solidFill>
          <a:ln>
            <a:noFill/>
          </a:ln>
          <a:effectLst/>
        </p:spPr>
        <p:txBody>
          <a:bodyPr wrap="none" anchor="ctr"/>
          <a:lstStyle/>
          <a:p>
            <a:endParaRPr lang="da-DK"/>
          </a:p>
        </p:txBody>
      </p:sp>
      <p:grpSp>
        <p:nvGrpSpPr>
          <p:cNvPr id="37" name="Group 40">
            <a:extLst>
              <a:ext uri="{FF2B5EF4-FFF2-40B4-BE49-F238E27FC236}">
                <a16:creationId xmlns:a16="http://schemas.microsoft.com/office/drawing/2014/main" id="{C3D4963E-3877-3A0E-F671-5FD2FC4FE3A1}"/>
              </a:ext>
            </a:extLst>
          </p:cNvPr>
          <p:cNvGrpSpPr/>
          <p:nvPr/>
        </p:nvGrpSpPr>
        <p:grpSpPr>
          <a:xfrm>
            <a:off x="3663553" y="2383508"/>
            <a:ext cx="258762" cy="193675"/>
            <a:chOff x="2627313" y="4184650"/>
            <a:chExt cx="258762" cy="193675"/>
          </a:xfrm>
          <a:solidFill>
            <a:schemeClr val="accent4"/>
          </a:solidFill>
        </p:grpSpPr>
        <p:sp>
          <p:nvSpPr>
            <p:cNvPr id="38" name="Freeform 28">
              <a:extLst>
                <a:ext uri="{FF2B5EF4-FFF2-40B4-BE49-F238E27FC236}">
                  <a16:creationId xmlns:a16="http://schemas.microsoft.com/office/drawing/2014/main" id="{A18CAB8B-9F65-9CA5-1962-E726869E3B4F}"/>
                </a:ext>
              </a:extLst>
            </p:cNvPr>
            <p:cNvSpPr>
              <a:spLocks noChangeArrowheads="1"/>
            </p:cNvSpPr>
            <p:nvPr/>
          </p:nvSpPr>
          <p:spPr bwMode="auto">
            <a:xfrm>
              <a:off x="2627313" y="4184650"/>
              <a:ext cx="258762" cy="193675"/>
            </a:xfrm>
            <a:custGeom>
              <a:avLst/>
              <a:gdLst>
                <a:gd name="T0" fmla="*/ 643 w 720"/>
                <a:gd name="T1" fmla="*/ 240 h 540"/>
                <a:gd name="T2" fmla="*/ 643 w 720"/>
                <a:gd name="T3" fmla="*/ 240 h 540"/>
                <a:gd name="T4" fmla="*/ 252 w 720"/>
                <a:gd name="T5" fmla="*/ 240 h 540"/>
                <a:gd name="T6" fmla="*/ 224 w 720"/>
                <a:gd name="T7" fmla="*/ 240 h 540"/>
                <a:gd name="T8" fmla="*/ 119 w 720"/>
                <a:gd name="T9" fmla="*/ 240 h 540"/>
                <a:gd name="T10" fmla="*/ 29 w 720"/>
                <a:gd name="T11" fmla="*/ 240 h 540"/>
                <a:gd name="T12" fmla="*/ 29 w 720"/>
                <a:gd name="T13" fmla="*/ 179 h 540"/>
                <a:gd name="T14" fmla="*/ 29 w 720"/>
                <a:gd name="T15" fmla="*/ 15 h 540"/>
                <a:gd name="T16" fmla="*/ 14 w 720"/>
                <a:gd name="T17" fmla="*/ 0 h 540"/>
                <a:gd name="T18" fmla="*/ 0 w 720"/>
                <a:gd name="T19" fmla="*/ 15 h 540"/>
                <a:gd name="T20" fmla="*/ 0 w 720"/>
                <a:gd name="T21" fmla="*/ 255 h 540"/>
                <a:gd name="T22" fmla="*/ 0 w 720"/>
                <a:gd name="T23" fmla="*/ 314 h 540"/>
                <a:gd name="T24" fmla="*/ 0 w 720"/>
                <a:gd name="T25" fmla="*/ 435 h 540"/>
                <a:gd name="T26" fmla="*/ 4 w 720"/>
                <a:gd name="T27" fmla="*/ 445 h 540"/>
                <a:gd name="T28" fmla="*/ 14 w 720"/>
                <a:gd name="T29" fmla="*/ 449 h 540"/>
                <a:gd name="T30" fmla="*/ 29 w 720"/>
                <a:gd name="T31" fmla="*/ 449 h 540"/>
                <a:gd name="T32" fmla="*/ 29 w 720"/>
                <a:gd name="T33" fmla="*/ 525 h 540"/>
                <a:gd name="T34" fmla="*/ 45 w 720"/>
                <a:gd name="T35" fmla="*/ 539 h 540"/>
                <a:gd name="T36" fmla="*/ 59 w 720"/>
                <a:gd name="T37" fmla="*/ 525 h 540"/>
                <a:gd name="T38" fmla="*/ 59 w 720"/>
                <a:gd name="T39" fmla="*/ 449 h 540"/>
                <a:gd name="T40" fmla="*/ 658 w 720"/>
                <a:gd name="T41" fmla="*/ 449 h 540"/>
                <a:gd name="T42" fmla="*/ 658 w 720"/>
                <a:gd name="T43" fmla="*/ 525 h 540"/>
                <a:gd name="T44" fmla="*/ 674 w 720"/>
                <a:gd name="T45" fmla="*/ 539 h 540"/>
                <a:gd name="T46" fmla="*/ 688 w 720"/>
                <a:gd name="T47" fmla="*/ 525 h 540"/>
                <a:gd name="T48" fmla="*/ 688 w 720"/>
                <a:gd name="T49" fmla="*/ 449 h 540"/>
                <a:gd name="T50" fmla="*/ 703 w 720"/>
                <a:gd name="T51" fmla="*/ 449 h 540"/>
                <a:gd name="T52" fmla="*/ 714 w 720"/>
                <a:gd name="T53" fmla="*/ 445 h 540"/>
                <a:gd name="T54" fmla="*/ 719 w 720"/>
                <a:gd name="T55" fmla="*/ 435 h 540"/>
                <a:gd name="T56" fmla="*/ 719 w 720"/>
                <a:gd name="T57" fmla="*/ 345 h 540"/>
                <a:gd name="T58" fmla="*/ 719 w 720"/>
                <a:gd name="T59" fmla="*/ 314 h 540"/>
                <a:gd name="T60" fmla="*/ 643 w 720"/>
                <a:gd name="T61" fmla="*/ 240 h 540"/>
                <a:gd name="T62" fmla="*/ 688 w 720"/>
                <a:gd name="T63" fmla="*/ 314 h 540"/>
                <a:gd name="T64" fmla="*/ 688 w 720"/>
                <a:gd name="T65" fmla="*/ 314 h 540"/>
                <a:gd name="T66" fmla="*/ 688 w 720"/>
                <a:gd name="T67" fmla="*/ 330 h 540"/>
                <a:gd name="T68" fmla="*/ 340 w 720"/>
                <a:gd name="T69" fmla="*/ 330 h 540"/>
                <a:gd name="T70" fmla="*/ 327 w 720"/>
                <a:gd name="T71" fmla="*/ 317 h 540"/>
                <a:gd name="T72" fmla="*/ 327 w 720"/>
                <a:gd name="T73" fmla="*/ 317 h 540"/>
                <a:gd name="T74" fmla="*/ 327 w 720"/>
                <a:gd name="T75" fmla="*/ 317 h 540"/>
                <a:gd name="T76" fmla="*/ 327 w 720"/>
                <a:gd name="T77" fmla="*/ 314 h 540"/>
                <a:gd name="T78" fmla="*/ 311 w 720"/>
                <a:gd name="T79" fmla="*/ 269 h 540"/>
                <a:gd name="T80" fmla="*/ 643 w 720"/>
                <a:gd name="T81" fmla="*/ 269 h 540"/>
                <a:gd name="T82" fmla="*/ 688 w 720"/>
                <a:gd name="T83" fmla="*/ 314 h 540"/>
                <a:gd name="T84" fmla="*/ 29 w 720"/>
                <a:gd name="T85" fmla="*/ 314 h 540"/>
                <a:gd name="T86" fmla="*/ 29 w 720"/>
                <a:gd name="T87" fmla="*/ 314 h 540"/>
                <a:gd name="T88" fmla="*/ 29 w 720"/>
                <a:gd name="T89" fmla="*/ 314 h 540"/>
                <a:gd name="T90" fmla="*/ 29 w 720"/>
                <a:gd name="T91" fmla="*/ 269 h 540"/>
                <a:gd name="T92" fmla="*/ 224 w 720"/>
                <a:gd name="T93" fmla="*/ 269 h 540"/>
                <a:gd name="T94" fmla="*/ 252 w 720"/>
                <a:gd name="T95" fmla="*/ 269 h 540"/>
                <a:gd name="T96" fmla="*/ 297 w 720"/>
                <a:gd name="T97" fmla="*/ 314 h 540"/>
                <a:gd name="T98" fmla="*/ 297 w 720"/>
                <a:gd name="T99" fmla="*/ 316 h 540"/>
                <a:gd name="T100" fmla="*/ 297 w 720"/>
                <a:gd name="T101" fmla="*/ 316 h 540"/>
                <a:gd name="T102" fmla="*/ 297 w 720"/>
                <a:gd name="T103" fmla="*/ 317 h 540"/>
                <a:gd name="T104" fmla="*/ 340 w 720"/>
                <a:gd name="T105" fmla="*/ 359 h 540"/>
                <a:gd name="T106" fmla="*/ 688 w 720"/>
                <a:gd name="T107" fmla="*/ 359 h 540"/>
                <a:gd name="T108" fmla="*/ 688 w 720"/>
                <a:gd name="T109" fmla="*/ 419 h 540"/>
                <a:gd name="T110" fmla="*/ 29 w 720"/>
                <a:gd name="T111" fmla="*/ 419 h 540"/>
                <a:gd name="T112" fmla="*/ 29 w 720"/>
                <a:gd name="T113" fmla="*/ 314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720" h="540">
                  <a:moveTo>
                    <a:pt x="643" y="240"/>
                  </a:moveTo>
                  <a:lnTo>
                    <a:pt x="643" y="240"/>
                  </a:lnTo>
                  <a:cubicBezTo>
                    <a:pt x="252" y="240"/>
                    <a:pt x="252" y="240"/>
                    <a:pt x="252" y="240"/>
                  </a:cubicBezTo>
                  <a:cubicBezTo>
                    <a:pt x="224" y="240"/>
                    <a:pt x="224" y="240"/>
                    <a:pt x="224" y="240"/>
                  </a:cubicBezTo>
                  <a:cubicBezTo>
                    <a:pt x="119" y="240"/>
                    <a:pt x="119" y="240"/>
                    <a:pt x="119" y="240"/>
                  </a:cubicBezTo>
                  <a:cubicBezTo>
                    <a:pt x="29" y="240"/>
                    <a:pt x="29" y="240"/>
                    <a:pt x="29" y="240"/>
                  </a:cubicBezTo>
                  <a:cubicBezTo>
                    <a:pt x="29" y="179"/>
                    <a:pt x="29" y="179"/>
                    <a:pt x="29" y="179"/>
                  </a:cubicBezTo>
                  <a:cubicBezTo>
                    <a:pt x="29" y="15"/>
                    <a:pt x="29" y="15"/>
                    <a:pt x="29" y="15"/>
                  </a:cubicBezTo>
                  <a:cubicBezTo>
                    <a:pt x="29" y="7"/>
                    <a:pt x="22" y="0"/>
                    <a:pt x="14" y="0"/>
                  </a:cubicBezTo>
                  <a:cubicBezTo>
                    <a:pt x="7" y="0"/>
                    <a:pt x="0" y="7"/>
                    <a:pt x="0" y="15"/>
                  </a:cubicBezTo>
                  <a:cubicBezTo>
                    <a:pt x="0" y="255"/>
                    <a:pt x="0" y="255"/>
                    <a:pt x="0" y="255"/>
                  </a:cubicBezTo>
                  <a:cubicBezTo>
                    <a:pt x="0" y="314"/>
                    <a:pt x="0" y="314"/>
                    <a:pt x="0" y="314"/>
                  </a:cubicBezTo>
                  <a:cubicBezTo>
                    <a:pt x="0" y="435"/>
                    <a:pt x="0" y="435"/>
                    <a:pt x="0" y="435"/>
                  </a:cubicBezTo>
                  <a:cubicBezTo>
                    <a:pt x="0" y="438"/>
                    <a:pt x="1" y="442"/>
                    <a:pt x="4" y="445"/>
                  </a:cubicBezTo>
                  <a:cubicBezTo>
                    <a:pt x="7" y="448"/>
                    <a:pt x="11" y="449"/>
                    <a:pt x="14" y="449"/>
                  </a:cubicBezTo>
                  <a:cubicBezTo>
                    <a:pt x="29" y="449"/>
                    <a:pt x="29" y="449"/>
                    <a:pt x="29" y="449"/>
                  </a:cubicBezTo>
                  <a:cubicBezTo>
                    <a:pt x="29" y="525"/>
                    <a:pt x="29" y="525"/>
                    <a:pt x="29" y="525"/>
                  </a:cubicBezTo>
                  <a:cubicBezTo>
                    <a:pt x="29" y="532"/>
                    <a:pt x="36" y="539"/>
                    <a:pt x="45" y="539"/>
                  </a:cubicBezTo>
                  <a:cubicBezTo>
                    <a:pt x="53" y="539"/>
                    <a:pt x="59" y="532"/>
                    <a:pt x="59" y="525"/>
                  </a:cubicBezTo>
                  <a:cubicBezTo>
                    <a:pt x="59" y="449"/>
                    <a:pt x="59" y="449"/>
                    <a:pt x="59" y="449"/>
                  </a:cubicBezTo>
                  <a:cubicBezTo>
                    <a:pt x="658" y="449"/>
                    <a:pt x="658" y="449"/>
                    <a:pt x="658" y="449"/>
                  </a:cubicBezTo>
                  <a:cubicBezTo>
                    <a:pt x="658" y="525"/>
                    <a:pt x="658" y="525"/>
                    <a:pt x="658" y="525"/>
                  </a:cubicBezTo>
                  <a:cubicBezTo>
                    <a:pt x="658" y="532"/>
                    <a:pt x="665" y="539"/>
                    <a:pt x="674" y="539"/>
                  </a:cubicBezTo>
                  <a:cubicBezTo>
                    <a:pt x="682" y="539"/>
                    <a:pt x="688" y="532"/>
                    <a:pt x="688" y="525"/>
                  </a:cubicBezTo>
                  <a:cubicBezTo>
                    <a:pt x="688" y="449"/>
                    <a:pt x="688" y="449"/>
                    <a:pt x="688" y="449"/>
                  </a:cubicBezTo>
                  <a:cubicBezTo>
                    <a:pt x="703" y="449"/>
                    <a:pt x="703" y="449"/>
                    <a:pt x="703" y="449"/>
                  </a:cubicBezTo>
                  <a:cubicBezTo>
                    <a:pt x="707" y="449"/>
                    <a:pt x="712" y="448"/>
                    <a:pt x="714" y="445"/>
                  </a:cubicBezTo>
                  <a:cubicBezTo>
                    <a:pt x="717" y="442"/>
                    <a:pt x="719" y="438"/>
                    <a:pt x="719" y="435"/>
                  </a:cubicBezTo>
                  <a:cubicBezTo>
                    <a:pt x="719" y="345"/>
                    <a:pt x="719" y="345"/>
                    <a:pt x="719" y="345"/>
                  </a:cubicBezTo>
                  <a:cubicBezTo>
                    <a:pt x="719" y="314"/>
                    <a:pt x="719" y="314"/>
                    <a:pt x="719" y="314"/>
                  </a:cubicBezTo>
                  <a:cubicBezTo>
                    <a:pt x="719" y="273"/>
                    <a:pt x="685" y="240"/>
                    <a:pt x="643" y="240"/>
                  </a:cubicBezTo>
                  <a:close/>
                  <a:moveTo>
                    <a:pt x="688" y="314"/>
                  </a:moveTo>
                  <a:lnTo>
                    <a:pt x="688" y="314"/>
                  </a:lnTo>
                  <a:cubicBezTo>
                    <a:pt x="688" y="330"/>
                    <a:pt x="688" y="330"/>
                    <a:pt x="688" y="330"/>
                  </a:cubicBezTo>
                  <a:cubicBezTo>
                    <a:pt x="340" y="330"/>
                    <a:pt x="340" y="330"/>
                    <a:pt x="340" y="330"/>
                  </a:cubicBezTo>
                  <a:cubicBezTo>
                    <a:pt x="332" y="330"/>
                    <a:pt x="327" y="324"/>
                    <a:pt x="327" y="317"/>
                  </a:cubicBezTo>
                  <a:lnTo>
                    <a:pt x="327" y="317"/>
                  </a:lnTo>
                  <a:lnTo>
                    <a:pt x="327" y="317"/>
                  </a:lnTo>
                  <a:cubicBezTo>
                    <a:pt x="327" y="314"/>
                    <a:pt x="327" y="314"/>
                    <a:pt x="327" y="314"/>
                  </a:cubicBezTo>
                  <a:cubicBezTo>
                    <a:pt x="327" y="297"/>
                    <a:pt x="321" y="282"/>
                    <a:pt x="311" y="269"/>
                  </a:cubicBezTo>
                  <a:cubicBezTo>
                    <a:pt x="643" y="269"/>
                    <a:pt x="643" y="269"/>
                    <a:pt x="643" y="269"/>
                  </a:cubicBezTo>
                  <a:cubicBezTo>
                    <a:pt x="668" y="269"/>
                    <a:pt x="688" y="290"/>
                    <a:pt x="688" y="314"/>
                  </a:cubicBezTo>
                  <a:close/>
                  <a:moveTo>
                    <a:pt x="29" y="314"/>
                  </a:moveTo>
                  <a:lnTo>
                    <a:pt x="29" y="314"/>
                  </a:lnTo>
                  <a:lnTo>
                    <a:pt x="29" y="314"/>
                  </a:lnTo>
                  <a:cubicBezTo>
                    <a:pt x="29" y="269"/>
                    <a:pt x="29" y="269"/>
                    <a:pt x="29" y="269"/>
                  </a:cubicBezTo>
                  <a:cubicBezTo>
                    <a:pt x="224" y="269"/>
                    <a:pt x="224" y="269"/>
                    <a:pt x="224" y="269"/>
                  </a:cubicBezTo>
                  <a:cubicBezTo>
                    <a:pt x="252" y="269"/>
                    <a:pt x="252" y="269"/>
                    <a:pt x="252" y="269"/>
                  </a:cubicBezTo>
                  <a:cubicBezTo>
                    <a:pt x="278" y="269"/>
                    <a:pt x="297" y="290"/>
                    <a:pt x="297" y="314"/>
                  </a:cubicBezTo>
                  <a:cubicBezTo>
                    <a:pt x="297" y="316"/>
                    <a:pt x="297" y="316"/>
                    <a:pt x="297" y="316"/>
                  </a:cubicBezTo>
                  <a:lnTo>
                    <a:pt x="297" y="316"/>
                  </a:lnTo>
                  <a:cubicBezTo>
                    <a:pt x="297" y="317"/>
                    <a:pt x="297" y="317"/>
                    <a:pt x="297" y="317"/>
                  </a:cubicBezTo>
                  <a:cubicBezTo>
                    <a:pt x="297" y="341"/>
                    <a:pt x="316" y="359"/>
                    <a:pt x="340" y="359"/>
                  </a:cubicBezTo>
                  <a:cubicBezTo>
                    <a:pt x="688" y="359"/>
                    <a:pt x="688" y="359"/>
                    <a:pt x="688" y="359"/>
                  </a:cubicBezTo>
                  <a:cubicBezTo>
                    <a:pt x="688" y="419"/>
                    <a:pt x="688" y="419"/>
                    <a:pt x="688" y="419"/>
                  </a:cubicBezTo>
                  <a:cubicBezTo>
                    <a:pt x="29" y="419"/>
                    <a:pt x="29" y="419"/>
                    <a:pt x="29" y="419"/>
                  </a:cubicBezTo>
                  <a:lnTo>
                    <a:pt x="29" y="314"/>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39" name="Freeform 29">
              <a:extLst>
                <a:ext uri="{FF2B5EF4-FFF2-40B4-BE49-F238E27FC236}">
                  <a16:creationId xmlns:a16="http://schemas.microsoft.com/office/drawing/2014/main" id="{87AA65BA-9ACD-3BF9-32AD-B558DA051567}"/>
                </a:ext>
              </a:extLst>
            </p:cNvPr>
            <p:cNvSpPr>
              <a:spLocks noChangeArrowheads="1"/>
            </p:cNvSpPr>
            <p:nvPr/>
          </p:nvSpPr>
          <p:spPr bwMode="auto">
            <a:xfrm>
              <a:off x="2638425" y="4227513"/>
              <a:ext cx="53975" cy="42862"/>
            </a:xfrm>
            <a:custGeom>
              <a:avLst/>
              <a:gdLst>
                <a:gd name="T0" fmla="*/ 61 w 151"/>
                <a:gd name="T1" fmla="*/ 120 h 121"/>
                <a:gd name="T2" fmla="*/ 61 w 151"/>
                <a:gd name="T3" fmla="*/ 120 h 121"/>
                <a:gd name="T4" fmla="*/ 90 w 151"/>
                <a:gd name="T5" fmla="*/ 120 h 121"/>
                <a:gd name="T6" fmla="*/ 90 w 151"/>
                <a:gd name="T7" fmla="*/ 120 h 121"/>
                <a:gd name="T8" fmla="*/ 150 w 151"/>
                <a:gd name="T9" fmla="*/ 59 h 121"/>
                <a:gd name="T10" fmla="*/ 90 w 151"/>
                <a:gd name="T11" fmla="*/ 0 h 121"/>
                <a:gd name="T12" fmla="*/ 61 w 151"/>
                <a:gd name="T13" fmla="*/ 0 h 121"/>
                <a:gd name="T14" fmla="*/ 0 w 151"/>
                <a:gd name="T15" fmla="*/ 59 h 121"/>
                <a:gd name="T16" fmla="*/ 61 w 151"/>
                <a:gd name="T17" fmla="*/ 120 h 121"/>
                <a:gd name="T18" fmla="*/ 61 w 151"/>
                <a:gd name="T19" fmla="*/ 30 h 121"/>
                <a:gd name="T20" fmla="*/ 61 w 151"/>
                <a:gd name="T21" fmla="*/ 30 h 121"/>
                <a:gd name="T22" fmla="*/ 90 w 151"/>
                <a:gd name="T23" fmla="*/ 30 h 121"/>
                <a:gd name="T24" fmla="*/ 120 w 151"/>
                <a:gd name="T25" fmla="*/ 59 h 121"/>
                <a:gd name="T26" fmla="*/ 90 w 151"/>
                <a:gd name="T27" fmla="*/ 90 h 121"/>
                <a:gd name="T28" fmla="*/ 61 w 151"/>
                <a:gd name="T29" fmla="*/ 90 h 121"/>
                <a:gd name="T30" fmla="*/ 30 w 151"/>
                <a:gd name="T31" fmla="*/ 59 h 121"/>
                <a:gd name="T32" fmla="*/ 61 w 151"/>
                <a:gd name="T33" fmla="*/ 30 h 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1" h="121">
                  <a:moveTo>
                    <a:pt x="61" y="120"/>
                  </a:moveTo>
                  <a:lnTo>
                    <a:pt x="61" y="120"/>
                  </a:lnTo>
                  <a:cubicBezTo>
                    <a:pt x="90" y="120"/>
                    <a:pt x="90" y="120"/>
                    <a:pt x="90" y="120"/>
                  </a:cubicBezTo>
                  <a:lnTo>
                    <a:pt x="90" y="120"/>
                  </a:lnTo>
                  <a:cubicBezTo>
                    <a:pt x="124" y="120"/>
                    <a:pt x="150" y="93"/>
                    <a:pt x="150" y="59"/>
                  </a:cubicBezTo>
                  <a:cubicBezTo>
                    <a:pt x="150" y="27"/>
                    <a:pt x="124" y="0"/>
                    <a:pt x="90" y="0"/>
                  </a:cubicBezTo>
                  <a:cubicBezTo>
                    <a:pt x="61" y="0"/>
                    <a:pt x="61" y="0"/>
                    <a:pt x="61" y="0"/>
                  </a:cubicBezTo>
                  <a:cubicBezTo>
                    <a:pt x="27" y="0"/>
                    <a:pt x="0" y="27"/>
                    <a:pt x="0" y="59"/>
                  </a:cubicBezTo>
                  <a:cubicBezTo>
                    <a:pt x="0" y="93"/>
                    <a:pt x="27" y="120"/>
                    <a:pt x="61" y="120"/>
                  </a:cubicBezTo>
                  <a:close/>
                  <a:moveTo>
                    <a:pt x="61" y="30"/>
                  </a:moveTo>
                  <a:lnTo>
                    <a:pt x="61" y="30"/>
                  </a:lnTo>
                  <a:cubicBezTo>
                    <a:pt x="90" y="30"/>
                    <a:pt x="90" y="30"/>
                    <a:pt x="90" y="30"/>
                  </a:cubicBezTo>
                  <a:cubicBezTo>
                    <a:pt x="107" y="30"/>
                    <a:pt x="120" y="43"/>
                    <a:pt x="120" y="59"/>
                  </a:cubicBezTo>
                  <a:cubicBezTo>
                    <a:pt x="120" y="76"/>
                    <a:pt x="107" y="90"/>
                    <a:pt x="90" y="90"/>
                  </a:cubicBezTo>
                  <a:cubicBezTo>
                    <a:pt x="61" y="90"/>
                    <a:pt x="61" y="90"/>
                    <a:pt x="61" y="90"/>
                  </a:cubicBezTo>
                  <a:cubicBezTo>
                    <a:pt x="44" y="90"/>
                    <a:pt x="30" y="76"/>
                    <a:pt x="30" y="59"/>
                  </a:cubicBezTo>
                  <a:cubicBezTo>
                    <a:pt x="30" y="43"/>
                    <a:pt x="44" y="30"/>
                    <a:pt x="61"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40" name="Group 43">
            <a:extLst>
              <a:ext uri="{FF2B5EF4-FFF2-40B4-BE49-F238E27FC236}">
                <a16:creationId xmlns:a16="http://schemas.microsoft.com/office/drawing/2014/main" id="{D742F64E-A1D9-70E9-AF09-2F9851428E7E}"/>
              </a:ext>
            </a:extLst>
          </p:cNvPr>
          <p:cNvGrpSpPr/>
          <p:nvPr/>
        </p:nvGrpSpPr>
        <p:grpSpPr>
          <a:xfrm>
            <a:off x="1668065" y="1846933"/>
            <a:ext cx="131763" cy="258762"/>
            <a:chOff x="631825" y="3624263"/>
            <a:chExt cx="131763" cy="258762"/>
          </a:xfrm>
          <a:solidFill>
            <a:schemeClr val="accent4"/>
          </a:solidFill>
        </p:grpSpPr>
        <p:sp>
          <p:nvSpPr>
            <p:cNvPr id="41" name="Freeform 30">
              <a:extLst>
                <a:ext uri="{FF2B5EF4-FFF2-40B4-BE49-F238E27FC236}">
                  <a16:creationId xmlns:a16="http://schemas.microsoft.com/office/drawing/2014/main" id="{062D0B73-08B8-A5FA-AEF4-7A5F4548987F}"/>
                </a:ext>
              </a:extLst>
            </p:cNvPr>
            <p:cNvSpPr>
              <a:spLocks noChangeArrowheads="1"/>
            </p:cNvSpPr>
            <p:nvPr/>
          </p:nvSpPr>
          <p:spPr bwMode="auto">
            <a:xfrm>
              <a:off x="631825" y="3732213"/>
              <a:ext cx="130175" cy="150812"/>
            </a:xfrm>
            <a:custGeom>
              <a:avLst/>
              <a:gdLst>
                <a:gd name="T0" fmla="*/ 0 w 360"/>
                <a:gd name="T1" fmla="*/ 403 h 419"/>
                <a:gd name="T2" fmla="*/ 0 w 360"/>
                <a:gd name="T3" fmla="*/ 403 h 419"/>
                <a:gd name="T4" fmla="*/ 4 w 360"/>
                <a:gd name="T5" fmla="*/ 414 h 419"/>
                <a:gd name="T6" fmla="*/ 15 w 360"/>
                <a:gd name="T7" fmla="*/ 418 h 419"/>
                <a:gd name="T8" fmla="*/ 344 w 360"/>
                <a:gd name="T9" fmla="*/ 418 h 419"/>
                <a:gd name="T10" fmla="*/ 355 w 360"/>
                <a:gd name="T11" fmla="*/ 414 h 419"/>
                <a:gd name="T12" fmla="*/ 359 w 360"/>
                <a:gd name="T13" fmla="*/ 403 h 419"/>
                <a:gd name="T14" fmla="*/ 359 w 360"/>
                <a:gd name="T15" fmla="*/ 134 h 419"/>
                <a:gd name="T16" fmla="*/ 359 w 360"/>
                <a:gd name="T17" fmla="*/ 134 h 419"/>
                <a:gd name="T18" fmla="*/ 359 w 360"/>
                <a:gd name="T19" fmla="*/ 134 h 419"/>
                <a:gd name="T20" fmla="*/ 359 w 360"/>
                <a:gd name="T21" fmla="*/ 15 h 419"/>
                <a:gd name="T22" fmla="*/ 355 w 360"/>
                <a:gd name="T23" fmla="*/ 4 h 419"/>
                <a:gd name="T24" fmla="*/ 344 w 360"/>
                <a:gd name="T25" fmla="*/ 0 h 419"/>
                <a:gd name="T26" fmla="*/ 15 w 360"/>
                <a:gd name="T27" fmla="*/ 0 h 419"/>
                <a:gd name="T28" fmla="*/ 4 w 360"/>
                <a:gd name="T29" fmla="*/ 4 h 419"/>
                <a:gd name="T30" fmla="*/ 0 w 360"/>
                <a:gd name="T31" fmla="*/ 15 h 419"/>
                <a:gd name="T32" fmla="*/ 0 w 360"/>
                <a:gd name="T33" fmla="*/ 403 h 419"/>
                <a:gd name="T34" fmla="*/ 29 w 360"/>
                <a:gd name="T35" fmla="*/ 150 h 419"/>
                <a:gd name="T36" fmla="*/ 29 w 360"/>
                <a:gd name="T37" fmla="*/ 150 h 419"/>
                <a:gd name="T38" fmla="*/ 330 w 360"/>
                <a:gd name="T39" fmla="*/ 150 h 419"/>
                <a:gd name="T40" fmla="*/ 330 w 360"/>
                <a:gd name="T41" fmla="*/ 389 h 419"/>
                <a:gd name="T42" fmla="*/ 29 w 360"/>
                <a:gd name="T43" fmla="*/ 389 h 419"/>
                <a:gd name="T44" fmla="*/ 29 w 360"/>
                <a:gd name="T45" fmla="*/ 150 h 419"/>
                <a:gd name="T46" fmla="*/ 330 w 360"/>
                <a:gd name="T47" fmla="*/ 31 h 419"/>
                <a:gd name="T48" fmla="*/ 330 w 360"/>
                <a:gd name="T49" fmla="*/ 31 h 419"/>
                <a:gd name="T50" fmla="*/ 330 w 360"/>
                <a:gd name="T51" fmla="*/ 120 h 419"/>
                <a:gd name="T52" fmla="*/ 29 w 360"/>
                <a:gd name="T53" fmla="*/ 120 h 419"/>
                <a:gd name="T54" fmla="*/ 29 w 360"/>
                <a:gd name="T55" fmla="*/ 31 h 419"/>
                <a:gd name="T56" fmla="*/ 330 w 360"/>
                <a:gd name="T57" fmla="*/ 31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60" h="419">
                  <a:moveTo>
                    <a:pt x="0" y="403"/>
                  </a:moveTo>
                  <a:lnTo>
                    <a:pt x="0" y="403"/>
                  </a:lnTo>
                  <a:cubicBezTo>
                    <a:pt x="0" y="407"/>
                    <a:pt x="1" y="411"/>
                    <a:pt x="4" y="414"/>
                  </a:cubicBezTo>
                  <a:cubicBezTo>
                    <a:pt x="7" y="417"/>
                    <a:pt x="11" y="418"/>
                    <a:pt x="15" y="418"/>
                  </a:cubicBezTo>
                  <a:cubicBezTo>
                    <a:pt x="344" y="418"/>
                    <a:pt x="344" y="418"/>
                    <a:pt x="344" y="418"/>
                  </a:cubicBezTo>
                  <a:cubicBezTo>
                    <a:pt x="348" y="418"/>
                    <a:pt x="352" y="417"/>
                    <a:pt x="355" y="414"/>
                  </a:cubicBezTo>
                  <a:cubicBezTo>
                    <a:pt x="358" y="411"/>
                    <a:pt x="359" y="407"/>
                    <a:pt x="359" y="403"/>
                  </a:cubicBezTo>
                  <a:cubicBezTo>
                    <a:pt x="359" y="134"/>
                    <a:pt x="359" y="134"/>
                    <a:pt x="359" y="134"/>
                  </a:cubicBezTo>
                  <a:lnTo>
                    <a:pt x="359" y="134"/>
                  </a:lnTo>
                  <a:lnTo>
                    <a:pt x="359" y="134"/>
                  </a:lnTo>
                  <a:cubicBezTo>
                    <a:pt x="359" y="15"/>
                    <a:pt x="359" y="15"/>
                    <a:pt x="359" y="15"/>
                  </a:cubicBezTo>
                  <a:cubicBezTo>
                    <a:pt x="359" y="11"/>
                    <a:pt x="358" y="7"/>
                    <a:pt x="355" y="4"/>
                  </a:cubicBezTo>
                  <a:cubicBezTo>
                    <a:pt x="352" y="1"/>
                    <a:pt x="348" y="0"/>
                    <a:pt x="344" y="0"/>
                  </a:cubicBezTo>
                  <a:cubicBezTo>
                    <a:pt x="15" y="0"/>
                    <a:pt x="15" y="0"/>
                    <a:pt x="15" y="0"/>
                  </a:cubicBezTo>
                  <a:cubicBezTo>
                    <a:pt x="11" y="0"/>
                    <a:pt x="7" y="1"/>
                    <a:pt x="4" y="4"/>
                  </a:cubicBezTo>
                  <a:cubicBezTo>
                    <a:pt x="1" y="7"/>
                    <a:pt x="0" y="11"/>
                    <a:pt x="0" y="15"/>
                  </a:cubicBezTo>
                  <a:lnTo>
                    <a:pt x="0" y="403"/>
                  </a:lnTo>
                  <a:close/>
                  <a:moveTo>
                    <a:pt x="29" y="150"/>
                  </a:moveTo>
                  <a:lnTo>
                    <a:pt x="29" y="150"/>
                  </a:lnTo>
                  <a:cubicBezTo>
                    <a:pt x="330" y="150"/>
                    <a:pt x="330" y="150"/>
                    <a:pt x="330" y="150"/>
                  </a:cubicBezTo>
                  <a:cubicBezTo>
                    <a:pt x="330" y="389"/>
                    <a:pt x="330" y="389"/>
                    <a:pt x="330" y="389"/>
                  </a:cubicBezTo>
                  <a:cubicBezTo>
                    <a:pt x="29" y="389"/>
                    <a:pt x="29" y="389"/>
                    <a:pt x="29" y="389"/>
                  </a:cubicBezTo>
                  <a:lnTo>
                    <a:pt x="29" y="150"/>
                  </a:lnTo>
                  <a:close/>
                  <a:moveTo>
                    <a:pt x="330" y="31"/>
                  </a:moveTo>
                  <a:lnTo>
                    <a:pt x="330" y="31"/>
                  </a:lnTo>
                  <a:cubicBezTo>
                    <a:pt x="330" y="120"/>
                    <a:pt x="330" y="120"/>
                    <a:pt x="330" y="120"/>
                  </a:cubicBezTo>
                  <a:cubicBezTo>
                    <a:pt x="29" y="120"/>
                    <a:pt x="29" y="120"/>
                    <a:pt x="29" y="120"/>
                  </a:cubicBezTo>
                  <a:cubicBezTo>
                    <a:pt x="29" y="31"/>
                    <a:pt x="29" y="31"/>
                    <a:pt x="29" y="31"/>
                  </a:cubicBezTo>
                  <a:lnTo>
                    <a:pt x="330"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2" name="Freeform 31">
              <a:extLst>
                <a:ext uri="{FF2B5EF4-FFF2-40B4-BE49-F238E27FC236}">
                  <a16:creationId xmlns:a16="http://schemas.microsoft.com/office/drawing/2014/main" id="{8DB92B37-2EBB-10CD-F23F-C364039BE587}"/>
                </a:ext>
              </a:extLst>
            </p:cNvPr>
            <p:cNvSpPr>
              <a:spLocks noChangeArrowheads="1"/>
            </p:cNvSpPr>
            <p:nvPr/>
          </p:nvSpPr>
          <p:spPr bwMode="auto">
            <a:xfrm>
              <a:off x="674688" y="3752850"/>
              <a:ext cx="11112"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3" name="Freeform 32">
              <a:extLst>
                <a:ext uri="{FF2B5EF4-FFF2-40B4-BE49-F238E27FC236}">
                  <a16:creationId xmlns:a16="http://schemas.microsoft.com/office/drawing/2014/main" id="{622D71CE-5505-CEA1-5344-1A8CBDFBB939}"/>
                </a:ext>
              </a:extLst>
            </p:cNvPr>
            <p:cNvSpPr>
              <a:spLocks noChangeArrowheads="1"/>
            </p:cNvSpPr>
            <p:nvPr/>
          </p:nvSpPr>
          <p:spPr bwMode="auto">
            <a:xfrm>
              <a:off x="708025" y="3752850"/>
              <a:ext cx="11113" cy="11113"/>
            </a:xfrm>
            <a:custGeom>
              <a:avLst/>
              <a:gdLst>
                <a:gd name="T0" fmla="*/ 16 w 32"/>
                <a:gd name="T1" fmla="*/ 30 h 31"/>
                <a:gd name="T2" fmla="*/ 16 w 32"/>
                <a:gd name="T3" fmla="*/ 30 h 31"/>
                <a:gd name="T4" fmla="*/ 31 w 32"/>
                <a:gd name="T5" fmla="*/ 15 h 31"/>
                <a:gd name="T6" fmla="*/ 16 w 32"/>
                <a:gd name="T7" fmla="*/ 0 h 31"/>
                <a:gd name="T8" fmla="*/ 0 w 32"/>
                <a:gd name="T9" fmla="*/ 15 h 31"/>
                <a:gd name="T10" fmla="*/ 16 w 32"/>
                <a:gd name="T11" fmla="*/ 30 h 31"/>
              </a:gdLst>
              <a:ahLst/>
              <a:cxnLst>
                <a:cxn ang="0">
                  <a:pos x="T0" y="T1"/>
                </a:cxn>
                <a:cxn ang="0">
                  <a:pos x="T2" y="T3"/>
                </a:cxn>
                <a:cxn ang="0">
                  <a:pos x="T4" y="T5"/>
                </a:cxn>
                <a:cxn ang="0">
                  <a:pos x="T6" y="T7"/>
                </a:cxn>
                <a:cxn ang="0">
                  <a:pos x="T8" y="T9"/>
                </a:cxn>
                <a:cxn ang="0">
                  <a:pos x="T10" y="T11"/>
                </a:cxn>
              </a:cxnLst>
              <a:rect l="0" t="0" r="r" b="b"/>
              <a:pathLst>
                <a:path w="32" h="31">
                  <a:moveTo>
                    <a:pt x="16" y="30"/>
                  </a:moveTo>
                  <a:lnTo>
                    <a:pt x="16" y="30"/>
                  </a:lnTo>
                  <a:cubicBezTo>
                    <a:pt x="24" y="30"/>
                    <a:pt x="31" y="22"/>
                    <a:pt x="31" y="15"/>
                  </a:cubicBezTo>
                  <a:cubicBezTo>
                    <a:pt x="31" y="7"/>
                    <a:pt x="24" y="0"/>
                    <a:pt x="16" y="0"/>
                  </a:cubicBezTo>
                  <a:cubicBezTo>
                    <a:pt x="7" y="0"/>
                    <a:pt x="0" y="7"/>
                    <a:pt x="0" y="15"/>
                  </a:cubicBezTo>
                  <a:cubicBezTo>
                    <a:pt x="0" y="22"/>
                    <a:pt x="7" y="30"/>
                    <a:pt x="16"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4" name="Freeform 33">
              <a:extLst>
                <a:ext uri="{FF2B5EF4-FFF2-40B4-BE49-F238E27FC236}">
                  <a16:creationId xmlns:a16="http://schemas.microsoft.com/office/drawing/2014/main" id="{6FC66752-66B1-58BE-6930-A971C584E3EC}"/>
                </a:ext>
              </a:extLst>
            </p:cNvPr>
            <p:cNvSpPr>
              <a:spLocks noChangeArrowheads="1"/>
            </p:cNvSpPr>
            <p:nvPr/>
          </p:nvSpPr>
          <p:spPr bwMode="auto">
            <a:xfrm>
              <a:off x="631825" y="3624263"/>
              <a:ext cx="131763" cy="76200"/>
            </a:xfrm>
            <a:custGeom>
              <a:avLst/>
              <a:gdLst>
                <a:gd name="T0" fmla="*/ 267 w 364"/>
                <a:gd name="T1" fmla="*/ 4 h 210"/>
                <a:gd name="T2" fmla="*/ 267 w 364"/>
                <a:gd name="T3" fmla="*/ 4 h 210"/>
                <a:gd name="T4" fmla="*/ 256 w 364"/>
                <a:gd name="T5" fmla="*/ 0 h 210"/>
                <a:gd name="T6" fmla="*/ 107 w 364"/>
                <a:gd name="T7" fmla="*/ 0 h 210"/>
                <a:gd name="T8" fmla="*/ 96 w 364"/>
                <a:gd name="T9" fmla="*/ 4 h 210"/>
                <a:gd name="T10" fmla="*/ 92 w 364"/>
                <a:gd name="T11" fmla="*/ 15 h 210"/>
                <a:gd name="T12" fmla="*/ 92 w 364"/>
                <a:gd name="T13" fmla="*/ 98 h 210"/>
                <a:gd name="T14" fmla="*/ 6 w 364"/>
                <a:gd name="T15" fmla="*/ 184 h 210"/>
                <a:gd name="T16" fmla="*/ 3 w 364"/>
                <a:gd name="T17" fmla="*/ 200 h 210"/>
                <a:gd name="T18" fmla="*/ 17 w 364"/>
                <a:gd name="T19" fmla="*/ 209 h 210"/>
                <a:gd name="T20" fmla="*/ 346 w 364"/>
                <a:gd name="T21" fmla="*/ 209 h 210"/>
                <a:gd name="T22" fmla="*/ 360 w 364"/>
                <a:gd name="T23" fmla="*/ 200 h 210"/>
                <a:gd name="T24" fmla="*/ 357 w 364"/>
                <a:gd name="T25" fmla="*/ 184 h 210"/>
                <a:gd name="T26" fmla="*/ 271 w 364"/>
                <a:gd name="T27" fmla="*/ 98 h 210"/>
                <a:gd name="T28" fmla="*/ 271 w 364"/>
                <a:gd name="T29" fmla="*/ 15 h 210"/>
                <a:gd name="T30" fmla="*/ 267 w 364"/>
                <a:gd name="T31" fmla="*/ 4 h 210"/>
                <a:gd name="T32" fmla="*/ 52 w 364"/>
                <a:gd name="T33" fmla="*/ 179 h 210"/>
                <a:gd name="T34" fmla="*/ 52 w 364"/>
                <a:gd name="T35" fmla="*/ 179 h 210"/>
                <a:gd name="T36" fmla="*/ 117 w 364"/>
                <a:gd name="T37" fmla="*/ 115 h 210"/>
                <a:gd name="T38" fmla="*/ 121 w 364"/>
                <a:gd name="T39" fmla="*/ 105 h 210"/>
                <a:gd name="T40" fmla="*/ 121 w 364"/>
                <a:gd name="T41" fmla="*/ 29 h 210"/>
                <a:gd name="T42" fmla="*/ 242 w 364"/>
                <a:gd name="T43" fmla="*/ 29 h 210"/>
                <a:gd name="T44" fmla="*/ 242 w 364"/>
                <a:gd name="T45" fmla="*/ 105 h 210"/>
                <a:gd name="T46" fmla="*/ 246 w 364"/>
                <a:gd name="T47" fmla="*/ 115 h 210"/>
                <a:gd name="T48" fmla="*/ 311 w 364"/>
                <a:gd name="T49" fmla="*/ 179 h 210"/>
                <a:gd name="T50" fmla="*/ 52 w 364"/>
                <a:gd name="T51" fmla="*/ 179 h 2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Lst>
              <a:rect l="0" t="0" r="r" b="b"/>
              <a:pathLst>
                <a:path w="364" h="210">
                  <a:moveTo>
                    <a:pt x="267" y="4"/>
                  </a:moveTo>
                  <a:lnTo>
                    <a:pt x="267" y="4"/>
                  </a:lnTo>
                  <a:cubicBezTo>
                    <a:pt x="264" y="1"/>
                    <a:pt x="260" y="0"/>
                    <a:pt x="256" y="0"/>
                  </a:cubicBezTo>
                  <a:cubicBezTo>
                    <a:pt x="107" y="0"/>
                    <a:pt x="107" y="0"/>
                    <a:pt x="107" y="0"/>
                  </a:cubicBezTo>
                  <a:cubicBezTo>
                    <a:pt x="103" y="0"/>
                    <a:pt x="99" y="1"/>
                    <a:pt x="96" y="4"/>
                  </a:cubicBezTo>
                  <a:cubicBezTo>
                    <a:pt x="93" y="7"/>
                    <a:pt x="92" y="11"/>
                    <a:pt x="92" y="15"/>
                  </a:cubicBezTo>
                  <a:cubicBezTo>
                    <a:pt x="92" y="98"/>
                    <a:pt x="92" y="98"/>
                    <a:pt x="92" y="98"/>
                  </a:cubicBezTo>
                  <a:cubicBezTo>
                    <a:pt x="6" y="184"/>
                    <a:pt x="6" y="184"/>
                    <a:pt x="6" y="184"/>
                  </a:cubicBezTo>
                  <a:cubicBezTo>
                    <a:pt x="2" y="188"/>
                    <a:pt x="0" y="195"/>
                    <a:pt x="3" y="200"/>
                  </a:cubicBezTo>
                  <a:cubicBezTo>
                    <a:pt x="6" y="206"/>
                    <a:pt x="10" y="209"/>
                    <a:pt x="17" y="209"/>
                  </a:cubicBezTo>
                  <a:cubicBezTo>
                    <a:pt x="346" y="209"/>
                    <a:pt x="346" y="209"/>
                    <a:pt x="346" y="209"/>
                  </a:cubicBezTo>
                  <a:cubicBezTo>
                    <a:pt x="353" y="209"/>
                    <a:pt x="359" y="206"/>
                    <a:pt x="360" y="200"/>
                  </a:cubicBezTo>
                  <a:cubicBezTo>
                    <a:pt x="363" y="195"/>
                    <a:pt x="361" y="188"/>
                    <a:pt x="357" y="184"/>
                  </a:cubicBezTo>
                  <a:cubicBezTo>
                    <a:pt x="271" y="98"/>
                    <a:pt x="271" y="98"/>
                    <a:pt x="271" y="98"/>
                  </a:cubicBezTo>
                  <a:cubicBezTo>
                    <a:pt x="271" y="15"/>
                    <a:pt x="271" y="15"/>
                    <a:pt x="271" y="15"/>
                  </a:cubicBezTo>
                  <a:cubicBezTo>
                    <a:pt x="271" y="11"/>
                    <a:pt x="270" y="7"/>
                    <a:pt x="267" y="4"/>
                  </a:cubicBezTo>
                  <a:close/>
                  <a:moveTo>
                    <a:pt x="52" y="179"/>
                  </a:moveTo>
                  <a:lnTo>
                    <a:pt x="52" y="179"/>
                  </a:lnTo>
                  <a:cubicBezTo>
                    <a:pt x="117" y="115"/>
                    <a:pt x="117" y="115"/>
                    <a:pt x="117" y="115"/>
                  </a:cubicBezTo>
                  <a:cubicBezTo>
                    <a:pt x="120" y="112"/>
                    <a:pt x="121" y="108"/>
                    <a:pt x="121" y="105"/>
                  </a:cubicBezTo>
                  <a:cubicBezTo>
                    <a:pt x="121" y="29"/>
                    <a:pt x="121" y="29"/>
                    <a:pt x="121" y="29"/>
                  </a:cubicBezTo>
                  <a:cubicBezTo>
                    <a:pt x="242" y="29"/>
                    <a:pt x="242" y="29"/>
                    <a:pt x="242" y="29"/>
                  </a:cubicBezTo>
                  <a:cubicBezTo>
                    <a:pt x="242" y="105"/>
                    <a:pt x="242" y="105"/>
                    <a:pt x="242" y="105"/>
                  </a:cubicBezTo>
                  <a:cubicBezTo>
                    <a:pt x="242" y="108"/>
                    <a:pt x="243" y="112"/>
                    <a:pt x="246" y="115"/>
                  </a:cubicBezTo>
                  <a:cubicBezTo>
                    <a:pt x="311" y="179"/>
                    <a:pt x="311" y="179"/>
                    <a:pt x="311" y="179"/>
                  </a:cubicBezTo>
                  <a:lnTo>
                    <a:pt x="52" y="17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45" name="Freeform 34">
            <a:extLst>
              <a:ext uri="{FF2B5EF4-FFF2-40B4-BE49-F238E27FC236}">
                <a16:creationId xmlns:a16="http://schemas.microsoft.com/office/drawing/2014/main" id="{A410472B-B350-048B-A416-EC5C54A35EBF}"/>
              </a:ext>
            </a:extLst>
          </p:cNvPr>
          <p:cNvSpPr>
            <a:spLocks noChangeArrowheads="1"/>
          </p:cNvSpPr>
          <p:nvPr/>
        </p:nvSpPr>
        <p:spPr bwMode="auto">
          <a:xfrm>
            <a:off x="1085453" y="1846933"/>
            <a:ext cx="249237" cy="258762"/>
          </a:xfrm>
          <a:custGeom>
            <a:avLst/>
            <a:gdLst>
              <a:gd name="T0" fmla="*/ 690 w 691"/>
              <a:gd name="T1" fmla="*/ 554 h 719"/>
              <a:gd name="T2" fmla="*/ 645 w 691"/>
              <a:gd name="T3" fmla="*/ 420 h 719"/>
              <a:gd name="T4" fmla="*/ 479 w 691"/>
              <a:gd name="T5" fmla="*/ 405 h 719"/>
              <a:gd name="T6" fmla="*/ 420 w 691"/>
              <a:gd name="T7" fmla="*/ 390 h 719"/>
              <a:gd name="T8" fmla="*/ 584 w 691"/>
              <a:gd name="T9" fmla="*/ 330 h 719"/>
              <a:gd name="T10" fmla="*/ 600 w 691"/>
              <a:gd name="T11" fmla="*/ 315 h 719"/>
              <a:gd name="T12" fmla="*/ 596 w 691"/>
              <a:gd name="T13" fmla="*/ 4 h 719"/>
              <a:gd name="T14" fmla="*/ 106 w 691"/>
              <a:gd name="T15" fmla="*/ 0 h 719"/>
              <a:gd name="T16" fmla="*/ 90 w 691"/>
              <a:gd name="T17" fmla="*/ 16 h 719"/>
              <a:gd name="T18" fmla="*/ 94 w 691"/>
              <a:gd name="T19" fmla="*/ 326 h 719"/>
              <a:gd name="T20" fmla="*/ 270 w 691"/>
              <a:gd name="T21" fmla="*/ 330 h 719"/>
              <a:gd name="T22" fmla="*/ 225 w 691"/>
              <a:gd name="T23" fmla="*/ 390 h 719"/>
              <a:gd name="T24" fmla="*/ 225 w 691"/>
              <a:gd name="T25" fmla="*/ 420 h 719"/>
              <a:gd name="T26" fmla="*/ 0 w 691"/>
              <a:gd name="T27" fmla="*/ 465 h 719"/>
              <a:gd name="T28" fmla="*/ 30 w 691"/>
              <a:gd name="T29" fmla="*/ 656 h 719"/>
              <a:gd name="T30" fmla="*/ 45 w 691"/>
              <a:gd name="T31" fmla="*/ 718 h 719"/>
              <a:gd name="T32" fmla="*/ 61 w 691"/>
              <a:gd name="T33" fmla="*/ 659 h 719"/>
              <a:gd name="T34" fmla="*/ 344 w 691"/>
              <a:gd name="T35" fmla="*/ 659 h 719"/>
              <a:gd name="T36" fmla="*/ 629 w 691"/>
              <a:gd name="T37" fmla="*/ 659 h 719"/>
              <a:gd name="T38" fmla="*/ 645 w 691"/>
              <a:gd name="T39" fmla="*/ 718 h 719"/>
              <a:gd name="T40" fmla="*/ 659 w 691"/>
              <a:gd name="T41" fmla="*/ 656 h 719"/>
              <a:gd name="T42" fmla="*/ 690 w 691"/>
              <a:gd name="T43" fmla="*/ 554 h 719"/>
              <a:gd name="T44" fmla="*/ 120 w 691"/>
              <a:gd name="T45" fmla="*/ 31 h 719"/>
              <a:gd name="T46" fmla="*/ 569 w 691"/>
              <a:gd name="T47" fmla="*/ 301 h 719"/>
              <a:gd name="T48" fmla="*/ 285 w 691"/>
              <a:gd name="T49" fmla="*/ 301 h 719"/>
              <a:gd name="T50" fmla="*/ 120 w 691"/>
              <a:gd name="T51" fmla="*/ 31 h 719"/>
              <a:gd name="T52" fmla="*/ 299 w 691"/>
              <a:gd name="T53" fmla="*/ 330 h 719"/>
              <a:gd name="T54" fmla="*/ 389 w 691"/>
              <a:gd name="T55" fmla="*/ 390 h 719"/>
              <a:gd name="T56" fmla="*/ 299 w 691"/>
              <a:gd name="T57" fmla="*/ 330 h 719"/>
              <a:gd name="T58" fmla="*/ 45 w 691"/>
              <a:gd name="T59" fmla="*/ 449 h 719"/>
              <a:gd name="T60" fmla="*/ 659 w 691"/>
              <a:gd name="T61" fmla="*/ 465 h 719"/>
              <a:gd name="T62" fmla="*/ 30 w 691"/>
              <a:gd name="T63" fmla="*/ 538 h 719"/>
              <a:gd name="T64" fmla="*/ 45 w 691"/>
              <a:gd name="T65" fmla="*/ 449 h 719"/>
              <a:gd name="T66" fmla="*/ 30 w 691"/>
              <a:gd name="T67" fmla="*/ 569 h 719"/>
              <a:gd name="T68" fmla="*/ 330 w 691"/>
              <a:gd name="T69" fmla="*/ 628 h 719"/>
              <a:gd name="T70" fmla="*/ 30 w 691"/>
              <a:gd name="T71" fmla="*/ 614 h 719"/>
              <a:gd name="T72" fmla="*/ 645 w 691"/>
              <a:gd name="T73" fmla="*/ 628 h 719"/>
              <a:gd name="T74" fmla="*/ 360 w 691"/>
              <a:gd name="T75" fmla="*/ 628 h 719"/>
              <a:gd name="T76" fmla="*/ 659 w 691"/>
              <a:gd name="T77" fmla="*/ 569 h 719"/>
              <a:gd name="T78" fmla="*/ 645 w 691"/>
              <a:gd name="T79" fmla="*/ 62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91" h="719">
                <a:moveTo>
                  <a:pt x="690" y="554"/>
                </a:moveTo>
                <a:lnTo>
                  <a:pt x="690" y="554"/>
                </a:lnTo>
                <a:cubicBezTo>
                  <a:pt x="690" y="465"/>
                  <a:pt x="690" y="465"/>
                  <a:pt x="690" y="465"/>
                </a:cubicBezTo>
                <a:cubicBezTo>
                  <a:pt x="690" y="440"/>
                  <a:pt x="669" y="420"/>
                  <a:pt x="645" y="420"/>
                </a:cubicBezTo>
                <a:cubicBezTo>
                  <a:pt x="465" y="420"/>
                  <a:pt x="465" y="420"/>
                  <a:pt x="465" y="420"/>
                </a:cubicBezTo>
                <a:cubicBezTo>
                  <a:pt x="474" y="420"/>
                  <a:pt x="479" y="413"/>
                  <a:pt x="479" y="405"/>
                </a:cubicBezTo>
                <a:cubicBezTo>
                  <a:pt x="479" y="396"/>
                  <a:pt x="474" y="390"/>
                  <a:pt x="465" y="390"/>
                </a:cubicBezTo>
                <a:cubicBezTo>
                  <a:pt x="420" y="390"/>
                  <a:pt x="420" y="390"/>
                  <a:pt x="420" y="390"/>
                </a:cubicBezTo>
                <a:cubicBezTo>
                  <a:pt x="420" y="330"/>
                  <a:pt x="420" y="330"/>
                  <a:pt x="420" y="330"/>
                </a:cubicBezTo>
                <a:cubicBezTo>
                  <a:pt x="584" y="330"/>
                  <a:pt x="584" y="330"/>
                  <a:pt x="584" y="330"/>
                </a:cubicBezTo>
                <a:cubicBezTo>
                  <a:pt x="589" y="330"/>
                  <a:pt x="593" y="329"/>
                  <a:pt x="596" y="326"/>
                </a:cubicBezTo>
                <a:cubicBezTo>
                  <a:pt x="599" y="323"/>
                  <a:pt x="600" y="319"/>
                  <a:pt x="600" y="315"/>
                </a:cubicBezTo>
                <a:cubicBezTo>
                  <a:pt x="600" y="16"/>
                  <a:pt x="600" y="16"/>
                  <a:pt x="600" y="16"/>
                </a:cubicBezTo>
                <a:cubicBezTo>
                  <a:pt x="600" y="11"/>
                  <a:pt x="599" y="7"/>
                  <a:pt x="596" y="4"/>
                </a:cubicBezTo>
                <a:cubicBezTo>
                  <a:pt x="593" y="2"/>
                  <a:pt x="589" y="0"/>
                  <a:pt x="584" y="0"/>
                </a:cubicBezTo>
                <a:cubicBezTo>
                  <a:pt x="106" y="0"/>
                  <a:pt x="106" y="0"/>
                  <a:pt x="106" y="0"/>
                </a:cubicBezTo>
                <a:cubicBezTo>
                  <a:pt x="101" y="0"/>
                  <a:pt x="97" y="2"/>
                  <a:pt x="94" y="4"/>
                </a:cubicBezTo>
                <a:cubicBezTo>
                  <a:pt x="92" y="7"/>
                  <a:pt x="90" y="11"/>
                  <a:pt x="90" y="16"/>
                </a:cubicBezTo>
                <a:cubicBezTo>
                  <a:pt x="90" y="315"/>
                  <a:pt x="90" y="315"/>
                  <a:pt x="90" y="315"/>
                </a:cubicBezTo>
                <a:cubicBezTo>
                  <a:pt x="90" y="319"/>
                  <a:pt x="92" y="323"/>
                  <a:pt x="94" y="326"/>
                </a:cubicBezTo>
                <a:cubicBezTo>
                  <a:pt x="97" y="329"/>
                  <a:pt x="101" y="330"/>
                  <a:pt x="106" y="330"/>
                </a:cubicBezTo>
                <a:cubicBezTo>
                  <a:pt x="270" y="330"/>
                  <a:pt x="270" y="330"/>
                  <a:pt x="270" y="330"/>
                </a:cubicBezTo>
                <a:cubicBezTo>
                  <a:pt x="270" y="390"/>
                  <a:pt x="270" y="390"/>
                  <a:pt x="270" y="390"/>
                </a:cubicBezTo>
                <a:cubicBezTo>
                  <a:pt x="225" y="390"/>
                  <a:pt x="225" y="390"/>
                  <a:pt x="225" y="390"/>
                </a:cubicBezTo>
                <a:cubicBezTo>
                  <a:pt x="217" y="390"/>
                  <a:pt x="210" y="396"/>
                  <a:pt x="210" y="405"/>
                </a:cubicBezTo>
                <a:cubicBezTo>
                  <a:pt x="210" y="413"/>
                  <a:pt x="217" y="420"/>
                  <a:pt x="225" y="420"/>
                </a:cubicBezTo>
                <a:cubicBezTo>
                  <a:pt x="45" y="420"/>
                  <a:pt x="45" y="420"/>
                  <a:pt x="45" y="420"/>
                </a:cubicBezTo>
                <a:cubicBezTo>
                  <a:pt x="20" y="420"/>
                  <a:pt x="0" y="440"/>
                  <a:pt x="0" y="465"/>
                </a:cubicBezTo>
                <a:cubicBezTo>
                  <a:pt x="0" y="614"/>
                  <a:pt x="0" y="614"/>
                  <a:pt x="0" y="614"/>
                </a:cubicBezTo>
                <a:cubicBezTo>
                  <a:pt x="0" y="632"/>
                  <a:pt x="13" y="649"/>
                  <a:pt x="30" y="656"/>
                </a:cubicBezTo>
                <a:cubicBezTo>
                  <a:pt x="30" y="704"/>
                  <a:pt x="30" y="704"/>
                  <a:pt x="30" y="704"/>
                </a:cubicBezTo>
                <a:cubicBezTo>
                  <a:pt x="30" y="711"/>
                  <a:pt x="37" y="718"/>
                  <a:pt x="45" y="718"/>
                </a:cubicBezTo>
                <a:cubicBezTo>
                  <a:pt x="54" y="718"/>
                  <a:pt x="61" y="711"/>
                  <a:pt x="61" y="704"/>
                </a:cubicBezTo>
                <a:cubicBezTo>
                  <a:pt x="61" y="659"/>
                  <a:pt x="61" y="659"/>
                  <a:pt x="61" y="659"/>
                </a:cubicBezTo>
                <a:cubicBezTo>
                  <a:pt x="344" y="659"/>
                  <a:pt x="344" y="659"/>
                  <a:pt x="344" y="659"/>
                </a:cubicBezTo>
                <a:lnTo>
                  <a:pt x="344" y="659"/>
                </a:lnTo>
                <a:lnTo>
                  <a:pt x="344" y="659"/>
                </a:lnTo>
                <a:cubicBezTo>
                  <a:pt x="629" y="659"/>
                  <a:pt x="629" y="659"/>
                  <a:pt x="629" y="659"/>
                </a:cubicBezTo>
                <a:cubicBezTo>
                  <a:pt x="629" y="704"/>
                  <a:pt x="629" y="704"/>
                  <a:pt x="629" y="704"/>
                </a:cubicBezTo>
                <a:cubicBezTo>
                  <a:pt x="629" y="711"/>
                  <a:pt x="636" y="718"/>
                  <a:pt x="645" y="718"/>
                </a:cubicBezTo>
                <a:cubicBezTo>
                  <a:pt x="653" y="718"/>
                  <a:pt x="659" y="711"/>
                  <a:pt x="659" y="704"/>
                </a:cubicBezTo>
                <a:cubicBezTo>
                  <a:pt x="659" y="656"/>
                  <a:pt x="659" y="656"/>
                  <a:pt x="659" y="656"/>
                </a:cubicBezTo>
                <a:cubicBezTo>
                  <a:pt x="677" y="649"/>
                  <a:pt x="690" y="632"/>
                  <a:pt x="690" y="614"/>
                </a:cubicBezTo>
                <a:cubicBezTo>
                  <a:pt x="690" y="554"/>
                  <a:pt x="690" y="554"/>
                  <a:pt x="690" y="554"/>
                </a:cubicBezTo>
                <a:close/>
                <a:moveTo>
                  <a:pt x="120" y="31"/>
                </a:moveTo>
                <a:lnTo>
                  <a:pt x="120" y="31"/>
                </a:lnTo>
                <a:cubicBezTo>
                  <a:pt x="569" y="31"/>
                  <a:pt x="569" y="31"/>
                  <a:pt x="569" y="31"/>
                </a:cubicBezTo>
                <a:cubicBezTo>
                  <a:pt x="569" y="301"/>
                  <a:pt x="569" y="301"/>
                  <a:pt x="569" y="301"/>
                </a:cubicBezTo>
                <a:cubicBezTo>
                  <a:pt x="405" y="301"/>
                  <a:pt x="405" y="301"/>
                  <a:pt x="405" y="301"/>
                </a:cubicBezTo>
                <a:cubicBezTo>
                  <a:pt x="285" y="301"/>
                  <a:pt x="285" y="301"/>
                  <a:pt x="285" y="301"/>
                </a:cubicBezTo>
                <a:cubicBezTo>
                  <a:pt x="120" y="301"/>
                  <a:pt x="120" y="301"/>
                  <a:pt x="120" y="301"/>
                </a:cubicBezTo>
                <a:lnTo>
                  <a:pt x="120" y="31"/>
                </a:lnTo>
                <a:close/>
                <a:moveTo>
                  <a:pt x="299" y="330"/>
                </a:moveTo>
                <a:lnTo>
                  <a:pt x="299" y="330"/>
                </a:lnTo>
                <a:cubicBezTo>
                  <a:pt x="389" y="330"/>
                  <a:pt x="389" y="330"/>
                  <a:pt x="389" y="330"/>
                </a:cubicBezTo>
                <a:cubicBezTo>
                  <a:pt x="389" y="390"/>
                  <a:pt x="389" y="390"/>
                  <a:pt x="389" y="390"/>
                </a:cubicBezTo>
                <a:cubicBezTo>
                  <a:pt x="299" y="390"/>
                  <a:pt x="299" y="390"/>
                  <a:pt x="299" y="390"/>
                </a:cubicBezTo>
                <a:lnTo>
                  <a:pt x="299" y="330"/>
                </a:lnTo>
                <a:close/>
                <a:moveTo>
                  <a:pt x="45" y="449"/>
                </a:moveTo>
                <a:lnTo>
                  <a:pt x="45" y="449"/>
                </a:lnTo>
                <a:cubicBezTo>
                  <a:pt x="645" y="449"/>
                  <a:pt x="645" y="449"/>
                  <a:pt x="645" y="449"/>
                </a:cubicBezTo>
                <a:cubicBezTo>
                  <a:pt x="653" y="449"/>
                  <a:pt x="659" y="456"/>
                  <a:pt x="659" y="465"/>
                </a:cubicBezTo>
                <a:cubicBezTo>
                  <a:pt x="659" y="538"/>
                  <a:pt x="659" y="538"/>
                  <a:pt x="659" y="538"/>
                </a:cubicBezTo>
                <a:cubicBezTo>
                  <a:pt x="30" y="538"/>
                  <a:pt x="30" y="538"/>
                  <a:pt x="30" y="538"/>
                </a:cubicBezTo>
                <a:cubicBezTo>
                  <a:pt x="30" y="465"/>
                  <a:pt x="30" y="465"/>
                  <a:pt x="30" y="465"/>
                </a:cubicBezTo>
                <a:cubicBezTo>
                  <a:pt x="30" y="456"/>
                  <a:pt x="37" y="449"/>
                  <a:pt x="45" y="449"/>
                </a:cubicBezTo>
                <a:close/>
                <a:moveTo>
                  <a:pt x="30" y="569"/>
                </a:moveTo>
                <a:lnTo>
                  <a:pt x="30" y="569"/>
                </a:lnTo>
                <a:cubicBezTo>
                  <a:pt x="330" y="569"/>
                  <a:pt x="330" y="569"/>
                  <a:pt x="330" y="569"/>
                </a:cubicBezTo>
                <a:cubicBezTo>
                  <a:pt x="330" y="628"/>
                  <a:pt x="330" y="628"/>
                  <a:pt x="330" y="628"/>
                </a:cubicBezTo>
                <a:cubicBezTo>
                  <a:pt x="45" y="628"/>
                  <a:pt x="45" y="628"/>
                  <a:pt x="45" y="628"/>
                </a:cubicBezTo>
                <a:cubicBezTo>
                  <a:pt x="37" y="628"/>
                  <a:pt x="30" y="621"/>
                  <a:pt x="30" y="614"/>
                </a:cubicBezTo>
                <a:lnTo>
                  <a:pt x="30" y="569"/>
                </a:lnTo>
                <a:close/>
                <a:moveTo>
                  <a:pt x="645" y="628"/>
                </a:moveTo>
                <a:lnTo>
                  <a:pt x="645" y="628"/>
                </a:lnTo>
                <a:cubicBezTo>
                  <a:pt x="360" y="628"/>
                  <a:pt x="360" y="628"/>
                  <a:pt x="360" y="628"/>
                </a:cubicBezTo>
                <a:cubicBezTo>
                  <a:pt x="360" y="569"/>
                  <a:pt x="360" y="569"/>
                  <a:pt x="360" y="569"/>
                </a:cubicBezTo>
                <a:cubicBezTo>
                  <a:pt x="659" y="569"/>
                  <a:pt x="659" y="569"/>
                  <a:pt x="659" y="569"/>
                </a:cubicBezTo>
                <a:cubicBezTo>
                  <a:pt x="659" y="614"/>
                  <a:pt x="659" y="614"/>
                  <a:pt x="659" y="614"/>
                </a:cubicBezTo>
                <a:cubicBezTo>
                  <a:pt x="659" y="621"/>
                  <a:pt x="653" y="628"/>
                  <a:pt x="645" y="628"/>
                </a:cubicBezTo>
                <a:close/>
              </a:path>
            </a:pathLst>
          </a:custGeom>
          <a:solidFill>
            <a:schemeClr val="accent4"/>
          </a:solidFill>
          <a:ln>
            <a:noFill/>
          </a:ln>
          <a:effectLst/>
        </p:spPr>
        <p:txBody>
          <a:bodyPr wrap="none" anchor="ctr"/>
          <a:lstStyle/>
          <a:p>
            <a:endParaRPr lang="da-DK"/>
          </a:p>
        </p:txBody>
      </p:sp>
      <p:grpSp>
        <p:nvGrpSpPr>
          <p:cNvPr id="46" name="Group 49">
            <a:extLst>
              <a:ext uri="{FF2B5EF4-FFF2-40B4-BE49-F238E27FC236}">
                <a16:creationId xmlns:a16="http://schemas.microsoft.com/office/drawing/2014/main" id="{5495E835-CA04-4BA8-ECFC-EFF9E409DBF1}"/>
              </a:ext>
            </a:extLst>
          </p:cNvPr>
          <p:cNvGrpSpPr/>
          <p:nvPr/>
        </p:nvGrpSpPr>
        <p:grpSpPr>
          <a:xfrm>
            <a:off x="3674665" y="1339726"/>
            <a:ext cx="227013" cy="258763"/>
            <a:chOff x="2638425" y="3095625"/>
            <a:chExt cx="227013" cy="258763"/>
          </a:xfrm>
          <a:solidFill>
            <a:schemeClr val="accent4"/>
          </a:solidFill>
        </p:grpSpPr>
        <p:sp>
          <p:nvSpPr>
            <p:cNvPr id="47" name="Freeform 35">
              <a:extLst>
                <a:ext uri="{FF2B5EF4-FFF2-40B4-BE49-F238E27FC236}">
                  <a16:creationId xmlns:a16="http://schemas.microsoft.com/office/drawing/2014/main" id="{F5A4E429-59E1-2E51-BCEE-A04A62635EBB}"/>
                </a:ext>
              </a:extLst>
            </p:cNvPr>
            <p:cNvSpPr>
              <a:spLocks noChangeArrowheads="1"/>
            </p:cNvSpPr>
            <p:nvPr/>
          </p:nvSpPr>
          <p:spPr bwMode="auto">
            <a:xfrm>
              <a:off x="2638425" y="3095625"/>
              <a:ext cx="227013" cy="258763"/>
            </a:xfrm>
            <a:custGeom>
              <a:avLst/>
              <a:gdLst>
                <a:gd name="T0" fmla="*/ 16 w 630"/>
                <a:gd name="T1" fmla="*/ 719 h 720"/>
                <a:gd name="T2" fmla="*/ 16 w 630"/>
                <a:gd name="T3" fmla="*/ 719 h 720"/>
                <a:gd name="T4" fmla="*/ 614 w 630"/>
                <a:gd name="T5" fmla="*/ 719 h 720"/>
                <a:gd name="T6" fmla="*/ 625 w 630"/>
                <a:gd name="T7" fmla="*/ 714 h 720"/>
                <a:gd name="T8" fmla="*/ 629 w 630"/>
                <a:gd name="T9" fmla="*/ 704 h 720"/>
                <a:gd name="T10" fmla="*/ 629 w 630"/>
                <a:gd name="T11" fmla="*/ 495 h 720"/>
                <a:gd name="T12" fmla="*/ 629 w 630"/>
                <a:gd name="T13" fmla="*/ 495 h 720"/>
                <a:gd name="T14" fmla="*/ 629 w 630"/>
                <a:gd name="T15" fmla="*/ 495 h 720"/>
                <a:gd name="T16" fmla="*/ 629 w 630"/>
                <a:gd name="T17" fmla="*/ 225 h 720"/>
                <a:gd name="T18" fmla="*/ 629 w 630"/>
                <a:gd name="T19" fmla="*/ 225 h 720"/>
                <a:gd name="T20" fmla="*/ 629 w 630"/>
                <a:gd name="T21" fmla="*/ 225 h 720"/>
                <a:gd name="T22" fmla="*/ 629 w 630"/>
                <a:gd name="T23" fmla="*/ 14 h 720"/>
                <a:gd name="T24" fmla="*/ 625 w 630"/>
                <a:gd name="T25" fmla="*/ 5 h 720"/>
                <a:gd name="T26" fmla="*/ 614 w 630"/>
                <a:gd name="T27" fmla="*/ 0 h 720"/>
                <a:gd name="T28" fmla="*/ 16 w 630"/>
                <a:gd name="T29" fmla="*/ 0 h 720"/>
                <a:gd name="T30" fmla="*/ 4 w 630"/>
                <a:gd name="T31" fmla="*/ 5 h 720"/>
                <a:gd name="T32" fmla="*/ 0 w 630"/>
                <a:gd name="T33" fmla="*/ 14 h 720"/>
                <a:gd name="T34" fmla="*/ 0 w 630"/>
                <a:gd name="T35" fmla="*/ 704 h 720"/>
                <a:gd name="T36" fmla="*/ 4 w 630"/>
                <a:gd name="T37" fmla="*/ 714 h 720"/>
                <a:gd name="T38" fmla="*/ 16 w 630"/>
                <a:gd name="T39" fmla="*/ 719 h 720"/>
                <a:gd name="T40" fmla="*/ 600 w 630"/>
                <a:gd name="T41" fmla="*/ 688 h 720"/>
                <a:gd name="T42" fmla="*/ 600 w 630"/>
                <a:gd name="T43" fmla="*/ 688 h 720"/>
                <a:gd name="T44" fmla="*/ 330 w 630"/>
                <a:gd name="T45" fmla="*/ 688 h 720"/>
                <a:gd name="T46" fmla="*/ 330 w 630"/>
                <a:gd name="T47" fmla="*/ 509 h 720"/>
                <a:gd name="T48" fmla="*/ 600 w 630"/>
                <a:gd name="T49" fmla="*/ 509 h 720"/>
                <a:gd name="T50" fmla="*/ 600 w 630"/>
                <a:gd name="T51" fmla="*/ 688 h 720"/>
                <a:gd name="T52" fmla="*/ 600 w 630"/>
                <a:gd name="T53" fmla="*/ 479 h 720"/>
                <a:gd name="T54" fmla="*/ 600 w 630"/>
                <a:gd name="T55" fmla="*/ 479 h 720"/>
                <a:gd name="T56" fmla="*/ 555 w 630"/>
                <a:gd name="T57" fmla="*/ 479 h 720"/>
                <a:gd name="T58" fmla="*/ 465 w 630"/>
                <a:gd name="T59" fmla="*/ 479 h 720"/>
                <a:gd name="T60" fmla="*/ 330 w 630"/>
                <a:gd name="T61" fmla="*/ 479 h 720"/>
                <a:gd name="T62" fmla="*/ 330 w 630"/>
                <a:gd name="T63" fmla="*/ 239 h 720"/>
                <a:gd name="T64" fmla="*/ 600 w 630"/>
                <a:gd name="T65" fmla="*/ 239 h 720"/>
                <a:gd name="T66" fmla="*/ 600 w 630"/>
                <a:gd name="T67" fmla="*/ 479 h 720"/>
                <a:gd name="T68" fmla="*/ 299 w 630"/>
                <a:gd name="T69" fmla="*/ 479 h 720"/>
                <a:gd name="T70" fmla="*/ 299 w 630"/>
                <a:gd name="T71" fmla="*/ 479 h 720"/>
                <a:gd name="T72" fmla="*/ 30 w 630"/>
                <a:gd name="T73" fmla="*/ 479 h 720"/>
                <a:gd name="T74" fmla="*/ 30 w 630"/>
                <a:gd name="T75" fmla="*/ 239 h 720"/>
                <a:gd name="T76" fmla="*/ 299 w 630"/>
                <a:gd name="T77" fmla="*/ 239 h 720"/>
                <a:gd name="T78" fmla="*/ 299 w 630"/>
                <a:gd name="T79" fmla="*/ 479 h 720"/>
                <a:gd name="T80" fmla="*/ 30 w 630"/>
                <a:gd name="T81" fmla="*/ 688 h 720"/>
                <a:gd name="T82" fmla="*/ 30 w 630"/>
                <a:gd name="T83" fmla="*/ 688 h 720"/>
                <a:gd name="T84" fmla="*/ 30 w 630"/>
                <a:gd name="T85" fmla="*/ 509 h 720"/>
                <a:gd name="T86" fmla="*/ 299 w 630"/>
                <a:gd name="T87" fmla="*/ 509 h 720"/>
                <a:gd name="T88" fmla="*/ 299 w 630"/>
                <a:gd name="T89" fmla="*/ 688 h 720"/>
                <a:gd name="T90" fmla="*/ 225 w 630"/>
                <a:gd name="T91" fmla="*/ 688 h 720"/>
                <a:gd name="T92" fmla="*/ 30 w 630"/>
                <a:gd name="T93" fmla="*/ 688 h 720"/>
                <a:gd name="T94" fmla="*/ 600 w 630"/>
                <a:gd name="T95" fmla="*/ 210 h 720"/>
                <a:gd name="T96" fmla="*/ 600 w 630"/>
                <a:gd name="T97" fmla="*/ 210 h 720"/>
                <a:gd name="T98" fmla="*/ 330 w 630"/>
                <a:gd name="T99" fmla="*/ 210 h 720"/>
                <a:gd name="T100" fmla="*/ 330 w 630"/>
                <a:gd name="T101" fmla="*/ 30 h 720"/>
                <a:gd name="T102" fmla="*/ 600 w 630"/>
                <a:gd name="T103" fmla="*/ 30 h 720"/>
                <a:gd name="T104" fmla="*/ 600 w 630"/>
                <a:gd name="T105" fmla="*/ 210 h 720"/>
                <a:gd name="T106" fmla="*/ 299 w 630"/>
                <a:gd name="T107" fmla="*/ 30 h 720"/>
                <a:gd name="T108" fmla="*/ 299 w 630"/>
                <a:gd name="T109" fmla="*/ 30 h 720"/>
                <a:gd name="T110" fmla="*/ 299 w 630"/>
                <a:gd name="T111" fmla="*/ 210 h 720"/>
                <a:gd name="T112" fmla="*/ 195 w 630"/>
                <a:gd name="T113" fmla="*/ 210 h 720"/>
                <a:gd name="T114" fmla="*/ 106 w 630"/>
                <a:gd name="T115" fmla="*/ 210 h 720"/>
                <a:gd name="T116" fmla="*/ 30 w 630"/>
                <a:gd name="T117" fmla="*/ 210 h 720"/>
                <a:gd name="T118" fmla="*/ 30 w 630"/>
                <a:gd name="T119" fmla="*/ 30 h 720"/>
                <a:gd name="T120" fmla="*/ 299 w 630"/>
                <a:gd name="T121" fmla="*/ 3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630" h="720">
                  <a:moveTo>
                    <a:pt x="16" y="719"/>
                  </a:moveTo>
                  <a:lnTo>
                    <a:pt x="16" y="719"/>
                  </a:lnTo>
                  <a:cubicBezTo>
                    <a:pt x="614" y="719"/>
                    <a:pt x="614" y="719"/>
                    <a:pt x="614" y="719"/>
                  </a:cubicBezTo>
                  <a:cubicBezTo>
                    <a:pt x="618" y="719"/>
                    <a:pt x="622" y="716"/>
                    <a:pt x="625" y="714"/>
                  </a:cubicBezTo>
                  <a:cubicBezTo>
                    <a:pt x="628" y="711"/>
                    <a:pt x="629" y="708"/>
                    <a:pt x="629" y="704"/>
                  </a:cubicBezTo>
                  <a:cubicBezTo>
                    <a:pt x="629" y="495"/>
                    <a:pt x="629" y="495"/>
                    <a:pt x="629" y="495"/>
                  </a:cubicBezTo>
                  <a:lnTo>
                    <a:pt x="629" y="495"/>
                  </a:lnTo>
                  <a:lnTo>
                    <a:pt x="629" y="495"/>
                  </a:lnTo>
                  <a:cubicBezTo>
                    <a:pt x="629" y="225"/>
                    <a:pt x="629" y="225"/>
                    <a:pt x="629" y="225"/>
                  </a:cubicBezTo>
                  <a:lnTo>
                    <a:pt x="629" y="225"/>
                  </a:lnTo>
                  <a:lnTo>
                    <a:pt x="629" y="225"/>
                  </a:lnTo>
                  <a:cubicBezTo>
                    <a:pt x="629" y="14"/>
                    <a:pt x="629" y="14"/>
                    <a:pt x="629" y="14"/>
                  </a:cubicBezTo>
                  <a:cubicBezTo>
                    <a:pt x="629" y="10"/>
                    <a:pt x="628" y="7"/>
                    <a:pt x="625" y="5"/>
                  </a:cubicBezTo>
                  <a:cubicBezTo>
                    <a:pt x="622" y="2"/>
                    <a:pt x="618" y="0"/>
                    <a:pt x="614" y="0"/>
                  </a:cubicBezTo>
                  <a:cubicBezTo>
                    <a:pt x="16" y="0"/>
                    <a:pt x="16" y="0"/>
                    <a:pt x="16" y="0"/>
                  </a:cubicBezTo>
                  <a:cubicBezTo>
                    <a:pt x="11" y="0"/>
                    <a:pt x="7" y="2"/>
                    <a:pt x="4" y="5"/>
                  </a:cubicBezTo>
                  <a:cubicBezTo>
                    <a:pt x="2" y="7"/>
                    <a:pt x="0" y="10"/>
                    <a:pt x="0" y="14"/>
                  </a:cubicBezTo>
                  <a:cubicBezTo>
                    <a:pt x="0" y="704"/>
                    <a:pt x="0" y="704"/>
                    <a:pt x="0" y="704"/>
                  </a:cubicBezTo>
                  <a:cubicBezTo>
                    <a:pt x="0" y="708"/>
                    <a:pt x="2" y="711"/>
                    <a:pt x="4" y="714"/>
                  </a:cubicBezTo>
                  <a:cubicBezTo>
                    <a:pt x="7" y="716"/>
                    <a:pt x="11" y="719"/>
                    <a:pt x="16" y="719"/>
                  </a:cubicBezTo>
                  <a:close/>
                  <a:moveTo>
                    <a:pt x="600" y="688"/>
                  </a:moveTo>
                  <a:lnTo>
                    <a:pt x="600" y="688"/>
                  </a:lnTo>
                  <a:cubicBezTo>
                    <a:pt x="330" y="688"/>
                    <a:pt x="330" y="688"/>
                    <a:pt x="330" y="688"/>
                  </a:cubicBezTo>
                  <a:cubicBezTo>
                    <a:pt x="330" y="509"/>
                    <a:pt x="330" y="509"/>
                    <a:pt x="330" y="509"/>
                  </a:cubicBezTo>
                  <a:cubicBezTo>
                    <a:pt x="600" y="509"/>
                    <a:pt x="600" y="509"/>
                    <a:pt x="600" y="509"/>
                  </a:cubicBezTo>
                  <a:lnTo>
                    <a:pt x="600" y="688"/>
                  </a:lnTo>
                  <a:close/>
                  <a:moveTo>
                    <a:pt x="600" y="479"/>
                  </a:moveTo>
                  <a:lnTo>
                    <a:pt x="600" y="479"/>
                  </a:lnTo>
                  <a:cubicBezTo>
                    <a:pt x="555" y="479"/>
                    <a:pt x="555" y="479"/>
                    <a:pt x="555" y="479"/>
                  </a:cubicBezTo>
                  <a:cubicBezTo>
                    <a:pt x="465" y="479"/>
                    <a:pt x="465" y="479"/>
                    <a:pt x="465" y="479"/>
                  </a:cubicBezTo>
                  <a:cubicBezTo>
                    <a:pt x="330" y="479"/>
                    <a:pt x="330" y="479"/>
                    <a:pt x="330" y="479"/>
                  </a:cubicBezTo>
                  <a:cubicBezTo>
                    <a:pt x="330" y="239"/>
                    <a:pt x="330" y="239"/>
                    <a:pt x="330" y="239"/>
                  </a:cubicBezTo>
                  <a:cubicBezTo>
                    <a:pt x="600" y="239"/>
                    <a:pt x="600" y="239"/>
                    <a:pt x="600" y="239"/>
                  </a:cubicBezTo>
                  <a:lnTo>
                    <a:pt x="600" y="479"/>
                  </a:lnTo>
                  <a:close/>
                  <a:moveTo>
                    <a:pt x="299" y="479"/>
                  </a:moveTo>
                  <a:lnTo>
                    <a:pt x="299" y="479"/>
                  </a:lnTo>
                  <a:cubicBezTo>
                    <a:pt x="30" y="479"/>
                    <a:pt x="30" y="479"/>
                    <a:pt x="30" y="479"/>
                  </a:cubicBezTo>
                  <a:cubicBezTo>
                    <a:pt x="30" y="239"/>
                    <a:pt x="30" y="239"/>
                    <a:pt x="30" y="239"/>
                  </a:cubicBezTo>
                  <a:cubicBezTo>
                    <a:pt x="299" y="239"/>
                    <a:pt x="299" y="239"/>
                    <a:pt x="299" y="239"/>
                  </a:cubicBezTo>
                  <a:lnTo>
                    <a:pt x="299" y="479"/>
                  </a:lnTo>
                  <a:close/>
                  <a:moveTo>
                    <a:pt x="30" y="688"/>
                  </a:moveTo>
                  <a:lnTo>
                    <a:pt x="30" y="688"/>
                  </a:lnTo>
                  <a:cubicBezTo>
                    <a:pt x="30" y="509"/>
                    <a:pt x="30" y="509"/>
                    <a:pt x="30" y="509"/>
                  </a:cubicBezTo>
                  <a:cubicBezTo>
                    <a:pt x="299" y="509"/>
                    <a:pt x="299" y="509"/>
                    <a:pt x="299" y="509"/>
                  </a:cubicBezTo>
                  <a:cubicBezTo>
                    <a:pt x="299" y="688"/>
                    <a:pt x="299" y="688"/>
                    <a:pt x="299" y="688"/>
                  </a:cubicBezTo>
                  <a:cubicBezTo>
                    <a:pt x="225" y="688"/>
                    <a:pt x="225" y="688"/>
                    <a:pt x="225" y="688"/>
                  </a:cubicBezTo>
                  <a:lnTo>
                    <a:pt x="30" y="688"/>
                  </a:lnTo>
                  <a:close/>
                  <a:moveTo>
                    <a:pt x="600" y="210"/>
                  </a:moveTo>
                  <a:lnTo>
                    <a:pt x="600" y="210"/>
                  </a:lnTo>
                  <a:cubicBezTo>
                    <a:pt x="330" y="210"/>
                    <a:pt x="330" y="210"/>
                    <a:pt x="330" y="210"/>
                  </a:cubicBezTo>
                  <a:cubicBezTo>
                    <a:pt x="330" y="30"/>
                    <a:pt x="330" y="30"/>
                    <a:pt x="330" y="30"/>
                  </a:cubicBezTo>
                  <a:cubicBezTo>
                    <a:pt x="600" y="30"/>
                    <a:pt x="600" y="30"/>
                    <a:pt x="600" y="30"/>
                  </a:cubicBezTo>
                  <a:lnTo>
                    <a:pt x="600" y="210"/>
                  </a:lnTo>
                  <a:close/>
                  <a:moveTo>
                    <a:pt x="299" y="30"/>
                  </a:moveTo>
                  <a:lnTo>
                    <a:pt x="299" y="30"/>
                  </a:lnTo>
                  <a:cubicBezTo>
                    <a:pt x="299" y="210"/>
                    <a:pt x="299" y="210"/>
                    <a:pt x="299" y="210"/>
                  </a:cubicBezTo>
                  <a:cubicBezTo>
                    <a:pt x="195" y="210"/>
                    <a:pt x="195" y="210"/>
                    <a:pt x="195" y="210"/>
                  </a:cubicBezTo>
                  <a:cubicBezTo>
                    <a:pt x="106" y="210"/>
                    <a:pt x="106" y="210"/>
                    <a:pt x="106" y="210"/>
                  </a:cubicBezTo>
                  <a:cubicBezTo>
                    <a:pt x="30" y="210"/>
                    <a:pt x="30" y="210"/>
                    <a:pt x="30" y="210"/>
                  </a:cubicBezTo>
                  <a:cubicBezTo>
                    <a:pt x="30" y="30"/>
                    <a:pt x="30" y="30"/>
                    <a:pt x="30" y="30"/>
                  </a:cubicBezTo>
                  <a:lnTo>
                    <a:pt x="299"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8" name="Freeform 36">
              <a:extLst>
                <a:ext uri="{FF2B5EF4-FFF2-40B4-BE49-F238E27FC236}">
                  <a16:creationId xmlns:a16="http://schemas.microsoft.com/office/drawing/2014/main" id="{B80804EC-73AF-7F67-0771-298BF2EC3DC6}"/>
                </a:ext>
              </a:extLst>
            </p:cNvPr>
            <p:cNvSpPr>
              <a:spLocks noChangeArrowheads="1"/>
            </p:cNvSpPr>
            <p:nvPr/>
          </p:nvSpPr>
          <p:spPr bwMode="auto">
            <a:xfrm>
              <a:off x="2767013" y="3213100"/>
              <a:ext cx="23812" cy="55563"/>
            </a:xfrm>
            <a:custGeom>
              <a:avLst/>
              <a:gdLst>
                <a:gd name="T0" fmla="*/ 13 w 64"/>
                <a:gd name="T1" fmla="*/ 151 h 154"/>
                <a:gd name="T2" fmla="*/ 13 w 64"/>
                <a:gd name="T3" fmla="*/ 151 h 154"/>
                <a:gd name="T4" fmla="*/ 31 w 64"/>
                <a:gd name="T5" fmla="*/ 140 h 154"/>
                <a:gd name="T6" fmla="*/ 61 w 64"/>
                <a:gd name="T7" fmla="*/ 19 h 154"/>
                <a:gd name="T8" fmla="*/ 51 w 64"/>
                <a:gd name="T9" fmla="*/ 2 h 154"/>
                <a:gd name="T10" fmla="*/ 33 w 64"/>
                <a:gd name="T11" fmla="*/ 12 h 154"/>
                <a:gd name="T12" fmla="*/ 2 w 64"/>
                <a:gd name="T13" fmla="*/ 133 h 154"/>
                <a:gd name="T14" fmla="*/ 13 w 64"/>
                <a:gd name="T15" fmla="*/ 151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13" y="151"/>
                  </a:moveTo>
                  <a:lnTo>
                    <a:pt x="13" y="151"/>
                  </a:lnTo>
                  <a:cubicBezTo>
                    <a:pt x="21" y="153"/>
                    <a:pt x="30" y="148"/>
                    <a:pt x="31" y="140"/>
                  </a:cubicBezTo>
                  <a:cubicBezTo>
                    <a:pt x="61" y="19"/>
                    <a:pt x="61" y="19"/>
                    <a:pt x="61" y="19"/>
                  </a:cubicBezTo>
                  <a:cubicBezTo>
                    <a:pt x="63" y="12"/>
                    <a:pt x="58" y="4"/>
                    <a:pt x="51" y="2"/>
                  </a:cubicBezTo>
                  <a:cubicBezTo>
                    <a:pt x="42" y="0"/>
                    <a:pt x="34" y="5"/>
                    <a:pt x="33" y="12"/>
                  </a:cubicBezTo>
                  <a:cubicBezTo>
                    <a:pt x="2" y="133"/>
                    <a:pt x="2" y="133"/>
                    <a:pt x="2" y="133"/>
                  </a:cubicBezTo>
                  <a:cubicBezTo>
                    <a:pt x="0" y="140"/>
                    <a:pt x="4" y="148"/>
                    <a:pt x="13" y="1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49" name="Freeform 37">
              <a:extLst>
                <a:ext uri="{FF2B5EF4-FFF2-40B4-BE49-F238E27FC236}">
                  <a16:creationId xmlns:a16="http://schemas.microsoft.com/office/drawing/2014/main" id="{C6EF2F23-DE22-F602-A563-8F673E95C7E4}"/>
                </a:ext>
              </a:extLst>
            </p:cNvPr>
            <p:cNvSpPr>
              <a:spLocks noChangeArrowheads="1"/>
            </p:cNvSpPr>
            <p:nvPr/>
          </p:nvSpPr>
          <p:spPr bwMode="auto">
            <a:xfrm>
              <a:off x="2679700" y="3289300"/>
              <a:ext cx="23813" cy="55563"/>
            </a:xfrm>
            <a:custGeom>
              <a:avLst/>
              <a:gdLst>
                <a:gd name="T0" fmla="*/ 51 w 64"/>
                <a:gd name="T1" fmla="*/ 3 h 154"/>
                <a:gd name="T2" fmla="*/ 51 w 64"/>
                <a:gd name="T3" fmla="*/ 3 h 154"/>
                <a:gd name="T4" fmla="*/ 32 w 64"/>
                <a:gd name="T5" fmla="*/ 14 h 154"/>
                <a:gd name="T6" fmla="*/ 3 w 64"/>
                <a:gd name="T7" fmla="*/ 133 h 154"/>
                <a:gd name="T8" fmla="*/ 13 w 64"/>
                <a:gd name="T9" fmla="*/ 151 h 154"/>
                <a:gd name="T10" fmla="*/ 31 w 64"/>
                <a:gd name="T11" fmla="*/ 140 h 154"/>
                <a:gd name="T12" fmla="*/ 62 w 64"/>
                <a:gd name="T13" fmla="*/ 21 h 154"/>
                <a:gd name="T14" fmla="*/ 51 w 64"/>
                <a:gd name="T15" fmla="*/ 3 h 154"/>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 h="154">
                  <a:moveTo>
                    <a:pt x="51" y="3"/>
                  </a:moveTo>
                  <a:lnTo>
                    <a:pt x="51" y="3"/>
                  </a:lnTo>
                  <a:cubicBezTo>
                    <a:pt x="42" y="0"/>
                    <a:pt x="34" y="5"/>
                    <a:pt x="32" y="14"/>
                  </a:cubicBezTo>
                  <a:cubicBezTo>
                    <a:pt x="3" y="133"/>
                    <a:pt x="3" y="133"/>
                    <a:pt x="3" y="133"/>
                  </a:cubicBezTo>
                  <a:cubicBezTo>
                    <a:pt x="0" y="142"/>
                    <a:pt x="6" y="149"/>
                    <a:pt x="13" y="151"/>
                  </a:cubicBezTo>
                  <a:cubicBezTo>
                    <a:pt x="21" y="153"/>
                    <a:pt x="30" y="149"/>
                    <a:pt x="31" y="140"/>
                  </a:cubicBezTo>
                  <a:cubicBezTo>
                    <a:pt x="62" y="21"/>
                    <a:pt x="62" y="21"/>
                    <a:pt x="62" y="21"/>
                  </a:cubicBezTo>
                  <a:cubicBezTo>
                    <a:pt x="63" y="12"/>
                    <a:pt x="59" y="4"/>
                    <a:pt x="51" y="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0" name="Freeform 38">
              <a:extLst>
                <a:ext uri="{FF2B5EF4-FFF2-40B4-BE49-F238E27FC236}">
                  <a16:creationId xmlns:a16="http://schemas.microsoft.com/office/drawing/2014/main" id="{1B21004F-7E22-6953-E89B-C8827384DFD4}"/>
                </a:ext>
              </a:extLst>
            </p:cNvPr>
            <p:cNvSpPr>
              <a:spLocks noChangeArrowheads="1"/>
            </p:cNvSpPr>
            <p:nvPr/>
          </p:nvSpPr>
          <p:spPr bwMode="auto">
            <a:xfrm>
              <a:off x="2800350" y="3214688"/>
              <a:ext cx="11113" cy="53975"/>
            </a:xfrm>
            <a:custGeom>
              <a:avLst/>
              <a:gdLst>
                <a:gd name="T0" fmla="*/ 29 w 30"/>
                <a:gd name="T1" fmla="*/ 135 h 151"/>
                <a:gd name="T2" fmla="*/ 29 w 30"/>
                <a:gd name="T3" fmla="*/ 135 h 151"/>
                <a:gd name="T4" fmla="*/ 29 w 30"/>
                <a:gd name="T5" fmla="*/ 15 h 151"/>
                <a:gd name="T6" fmla="*/ 15 w 30"/>
                <a:gd name="T7" fmla="*/ 0 h 151"/>
                <a:gd name="T8" fmla="*/ 0 w 30"/>
                <a:gd name="T9" fmla="*/ 15 h 151"/>
                <a:gd name="T10" fmla="*/ 0 w 30"/>
                <a:gd name="T11" fmla="*/ 135 h 151"/>
                <a:gd name="T12" fmla="*/ 15 w 30"/>
                <a:gd name="T13" fmla="*/ 150 h 151"/>
                <a:gd name="T14" fmla="*/ 29 w 30"/>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1">
                  <a:moveTo>
                    <a:pt x="29" y="135"/>
                  </a:moveTo>
                  <a:lnTo>
                    <a:pt x="29" y="135"/>
                  </a:lnTo>
                  <a:cubicBezTo>
                    <a:pt x="29" y="15"/>
                    <a:pt x="29" y="15"/>
                    <a:pt x="29" y="15"/>
                  </a:cubicBezTo>
                  <a:cubicBezTo>
                    <a:pt x="29" y="7"/>
                    <a:pt x="23" y="0"/>
                    <a:pt x="15" y="0"/>
                  </a:cubicBezTo>
                  <a:cubicBezTo>
                    <a:pt x="7" y="0"/>
                    <a:pt x="0" y="7"/>
                    <a:pt x="0" y="15"/>
                  </a:cubicBezTo>
                  <a:cubicBezTo>
                    <a:pt x="0" y="135"/>
                    <a:pt x="0" y="135"/>
                    <a:pt x="0" y="135"/>
                  </a:cubicBezTo>
                  <a:cubicBezTo>
                    <a:pt x="0" y="143"/>
                    <a:pt x="7" y="150"/>
                    <a:pt x="15" y="150"/>
                  </a:cubicBezTo>
                  <a:cubicBezTo>
                    <a:pt x="23" y="150"/>
                    <a:pt x="29" y="143"/>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1" name="Freeform 39">
              <a:extLst>
                <a:ext uri="{FF2B5EF4-FFF2-40B4-BE49-F238E27FC236}">
                  <a16:creationId xmlns:a16="http://schemas.microsoft.com/office/drawing/2014/main" id="{40079AB8-CAAD-4D4C-8DCC-B452037535B1}"/>
                </a:ext>
              </a:extLst>
            </p:cNvPr>
            <p:cNvSpPr>
              <a:spLocks noChangeArrowheads="1"/>
            </p:cNvSpPr>
            <p:nvPr/>
          </p:nvSpPr>
          <p:spPr bwMode="auto">
            <a:xfrm>
              <a:off x="2832100" y="3214688"/>
              <a:ext cx="11113" cy="53975"/>
            </a:xfrm>
            <a:custGeom>
              <a:avLst/>
              <a:gdLst>
                <a:gd name="T0" fmla="*/ 30 w 31"/>
                <a:gd name="T1" fmla="*/ 135 h 151"/>
                <a:gd name="T2" fmla="*/ 30 w 31"/>
                <a:gd name="T3" fmla="*/ 135 h 151"/>
                <a:gd name="T4" fmla="*/ 30 w 31"/>
                <a:gd name="T5" fmla="*/ 15 h 151"/>
                <a:gd name="T6" fmla="*/ 16 w 31"/>
                <a:gd name="T7" fmla="*/ 0 h 151"/>
                <a:gd name="T8" fmla="*/ 0 w 31"/>
                <a:gd name="T9" fmla="*/ 15 h 151"/>
                <a:gd name="T10" fmla="*/ 0 w 31"/>
                <a:gd name="T11" fmla="*/ 135 h 151"/>
                <a:gd name="T12" fmla="*/ 16 w 31"/>
                <a:gd name="T13" fmla="*/ 150 h 151"/>
                <a:gd name="T14" fmla="*/ 30 w 31"/>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1">
                  <a:moveTo>
                    <a:pt x="30" y="135"/>
                  </a:moveTo>
                  <a:lnTo>
                    <a:pt x="30" y="135"/>
                  </a:lnTo>
                  <a:cubicBezTo>
                    <a:pt x="30" y="15"/>
                    <a:pt x="30" y="15"/>
                    <a:pt x="30" y="15"/>
                  </a:cubicBezTo>
                  <a:cubicBezTo>
                    <a:pt x="30" y="7"/>
                    <a:pt x="24" y="0"/>
                    <a:pt x="16" y="0"/>
                  </a:cubicBezTo>
                  <a:cubicBezTo>
                    <a:pt x="7" y="0"/>
                    <a:pt x="0" y="7"/>
                    <a:pt x="0" y="15"/>
                  </a:cubicBezTo>
                  <a:cubicBezTo>
                    <a:pt x="0" y="135"/>
                    <a:pt x="0" y="135"/>
                    <a:pt x="0" y="135"/>
                  </a:cubicBezTo>
                  <a:cubicBezTo>
                    <a:pt x="0" y="143"/>
                    <a:pt x="7" y="150"/>
                    <a:pt x="16" y="150"/>
                  </a:cubicBezTo>
                  <a:cubicBezTo>
                    <a:pt x="24" y="150"/>
                    <a:pt x="30" y="143"/>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2" name="Freeform 40">
              <a:extLst>
                <a:ext uri="{FF2B5EF4-FFF2-40B4-BE49-F238E27FC236}">
                  <a16:creationId xmlns:a16="http://schemas.microsoft.com/office/drawing/2014/main" id="{14AE1792-0A9E-0471-75E0-90DD5716C4E5}"/>
                </a:ext>
              </a:extLst>
            </p:cNvPr>
            <p:cNvSpPr>
              <a:spLocks noChangeArrowheads="1"/>
            </p:cNvSpPr>
            <p:nvPr/>
          </p:nvSpPr>
          <p:spPr bwMode="auto">
            <a:xfrm>
              <a:off x="2670175" y="3116263"/>
              <a:ext cx="11113" cy="53975"/>
            </a:xfrm>
            <a:custGeom>
              <a:avLst/>
              <a:gdLst>
                <a:gd name="T0" fmla="*/ 30 w 31"/>
                <a:gd name="T1" fmla="*/ 135 h 152"/>
                <a:gd name="T2" fmla="*/ 30 w 31"/>
                <a:gd name="T3" fmla="*/ 135 h 152"/>
                <a:gd name="T4" fmla="*/ 30 w 31"/>
                <a:gd name="T5" fmla="*/ 16 h 152"/>
                <a:gd name="T6" fmla="*/ 16 w 31"/>
                <a:gd name="T7" fmla="*/ 0 h 152"/>
                <a:gd name="T8" fmla="*/ 0 w 31"/>
                <a:gd name="T9" fmla="*/ 16 h 152"/>
                <a:gd name="T10" fmla="*/ 0 w 31"/>
                <a:gd name="T11" fmla="*/ 135 h 152"/>
                <a:gd name="T12" fmla="*/ 16 w 31"/>
                <a:gd name="T13" fmla="*/ 151 h 152"/>
                <a:gd name="T14" fmla="*/ 30 w 31"/>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152">
                  <a:moveTo>
                    <a:pt x="30" y="135"/>
                  </a:moveTo>
                  <a:lnTo>
                    <a:pt x="30" y="135"/>
                  </a:lnTo>
                  <a:cubicBezTo>
                    <a:pt x="30" y="16"/>
                    <a:pt x="30" y="16"/>
                    <a:pt x="30" y="16"/>
                  </a:cubicBezTo>
                  <a:cubicBezTo>
                    <a:pt x="30" y="7"/>
                    <a:pt x="24" y="0"/>
                    <a:pt x="16" y="0"/>
                  </a:cubicBezTo>
                  <a:cubicBezTo>
                    <a:pt x="7" y="0"/>
                    <a:pt x="0" y="7"/>
                    <a:pt x="0" y="16"/>
                  </a:cubicBezTo>
                  <a:cubicBezTo>
                    <a:pt x="0" y="135"/>
                    <a:pt x="0" y="135"/>
                    <a:pt x="0" y="135"/>
                  </a:cubicBezTo>
                  <a:cubicBezTo>
                    <a:pt x="0" y="144"/>
                    <a:pt x="7" y="151"/>
                    <a:pt x="16" y="151"/>
                  </a:cubicBezTo>
                  <a:cubicBezTo>
                    <a:pt x="24" y="151"/>
                    <a:pt x="30" y="144"/>
                    <a:pt x="3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3" name="Freeform 41">
              <a:extLst>
                <a:ext uri="{FF2B5EF4-FFF2-40B4-BE49-F238E27FC236}">
                  <a16:creationId xmlns:a16="http://schemas.microsoft.com/office/drawing/2014/main" id="{7D1BC40D-8DA3-A98C-9DA1-FECC6E99B605}"/>
                </a:ext>
              </a:extLst>
            </p:cNvPr>
            <p:cNvSpPr>
              <a:spLocks noChangeArrowheads="1"/>
            </p:cNvSpPr>
            <p:nvPr/>
          </p:nvSpPr>
          <p:spPr bwMode="auto">
            <a:xfrm>
              <a:off x="2701925" y="3116263"/>
              <a:ext cx="11113" cy="53975"/>
            </a:xfrm>
            <a:custGeom>
              <a:avLst/>
              <a:gdLst>
                <a:gd name="T0" fmla="*/ 29 w 30"/>
                <a:gd name="T1" fmla="*/ 135 h 152"/>
                <a:gd name="T2" fmla="*/ 29 w 30"/>
                <a:gd name="T3" fmla="*/ 135 h 152"/>
                <a:gd name="T4" fmla="*/ 29 w 30"/>
                <a:gd name="T5" fmla="*/ 16 h 152"/>
                <a:gd name="T6" fmla="*/ 15 w 30"/>
                <a:gd name="T7" fmla="*/ 0 h 152"/>
                <a:gd name="T8" fmla="*/ 0 w 30"/>
                <a:gd name="T9" fmla="*/ 16 h 152"/>
                <a:gd name="T10" fmla="*/ 0 w 30"/>
                <a:gd name="T11" fmla="*/ 135 h 152"/>
                <a:gd name="T12" fmla="*/ 15 w 30"/>
                <a:gd name="T13" fmla="*/ 151 h 152"/>
                <a:gd name="T14" fmla="*/ 29 w 30"/>
                <a:gd name="T15" fmla="*/ 135 h 15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152">
                  <a:moveTo>
                    <a:pt x="29" y="135"/>
                  </a:moveTo>
                  <a:lnTo>
                    <a:pt x="29" y="135"/>
                  </a:lnTo>
                  <a:cubicBezTo>
                    <a:pt x="29" y="16"/>
                    <a:pt x="29" y="16"/>
                    <a:pt x="29" y="16"/>
                  </a:cubicBezTo>
                  <a:cubicBezTo>
                    <a:pt x="29" y="7"/>
                    <a:pt x="24" y="0"/>
                    <a:pt x="15" y="0"/>
                  </a:cubicBezTo>
                  <a:cubicBezTo>
                    <a:pt x="7" y="0"/>
                    <a:pt x="0" y="7"/>
                    <a:pt x="0" y="16"/>
                  </a:cubicBezTo>
                  <a:cubicBezTo>
                    <a:pt x="0" y="135"/>
                    <a:pt x="0" y="135"/>
                    <a:pt x="0" y="135"/>
                  </a:cubicBezTo>
                  <a:cubicBezTo>
                    <a:pt x="0" y="144"/>
                    <a:pt x="7" y="151"/>
                    <a:pt x="15" y="151"/>
                  </a:cubicBezTo>
                  <a:cubicBezTo>
                    <a:pt x="24" y="151"/>
                    <a:pt x="29" y="144"/>
                    <a:pt x="29"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54" name="Freeform 42">
              <a:extLst>
                <a:ext uri="{FF2B5EF4-FFF2-40B4-BE49-F238E27FC236}">
                  <a16:creationId xmlns:a16="http://schemas.microsoft.com/office/drawing/2014/main" id="{B5E34CD2-FE53-CFEC-59BA-0E75D31E1F0E}"/>
                </a:ext>
              </a:extLst>
            </p:cNvPr>
            <p:cNvSpPr>
              <a:spLocks noChangeArrowheads="1"/>
            </p:cNvSpPr>
            <p:nvPr/>
          </p:nvSpPr>
          <p:spPr bwMode="auto">
            <a:xfrm>
              <a:off x="2713038" y="3289300"/>
              <a:ext cx="11112" cy="53975"/>
            </a:xfrm>
            <a:custGeom>
              <a:avLst/>
              <a:gdLst>
                <a:gd name="T0" fmla="*/ 31 w 32"/>
                <a:gd name="T1" fmla="*/ 134 h 149"/>
                <a:gd name="T2" fmla="*/ 31 w 32"/>
                <a:gd name="T3" fmla="*/ 134 h 149"/>
                <a:gd name="T4" fmla="*/ 31 w 32"/>
                <a:gd name="T5" fmla="*/ 14 h 149"/>
                <a:gd name="T6" fmla="*/ 16 w 32"/>
                <a:gd name="T7" fmla="*/ 0 h 149"/>
                <a:gd name="T8" fmla="*/ 0 w 32"/>
                <a:gd name="T9" fmla="*/ 14 h 149"/>
                <a:gd name="T10" fmla="*/ 0 w 32"/>
                <a:gd name="T11" fmla="*/ 134 h 149"/>
                <a:gd name="T12" fmla="*/ 16 w 32"/>
                <a:gd name="T13" fmla="*/ 148 h 149"/>
                <a:gd name="T14" fmla="*/ 31 w 32"/>
                <a:gd name="T15" fmla="*/ 134 h 14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49">
                  <a:moveTo>
                    <a:pt x="31" y="134"/>
                  </a:moveTo>
                  <a:lnTo>
                    <a:pt x="31" y="134"/>
                  </a:lnTo>
                  <a:cubicBezTo>
                    <a:pt x="31" y="14"/>
                    <a:pt x="31" y="14"/>
                    <a:pt x="31" y="14"/>
                  </a:cubicBezTo>
                  <a:cubicBezTo>
                    <a:pt x="31" y="5"/>
                    <a:pt x="24" y="0"/>
                    <a:pt x="16" y="0"/>
                  </a:cubicBezTo>
                  <a:cubicBezTo>
                    <a:pt x="7" y="0"/>
                    <a:pt x="0" y="5"/>
                    <a:pt x="0" y="14"/>
                  </a:cubicBezTo>
                  <a:cubicBezTo>
                    <a:pt x="0" y="134"/>
                    <a:pt x="0" y="134"/>
                    <a:pt x="0" y="134"/>
                  </a:cubicBezTo>
                  <a:cubicBezTo>
                    <a:pt x="0" y="141"/>
                    <a:pt x="7" y="148"/>
                    <a:pt x="16" y="148"/>
                  </a:cubicBezTo>
                  <a:cubicBezTo>
                    <a:pt x="24" y="148"/>
                    <a:pt x="31" y="141"/>
                    <a:pt x="31" y="13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55" name="Freeform 43">
            <a:extLst>
              <a:ext uri="{FF2B5EF4-FFF2-40B4-BE49-F238E27FC236}">
                <a16:creationId xmlns:a16="http://schemas.microsoft.com/office/drawing/2014/main" id="{E78643EA-7C4D-D7CF-F8A0-98117DE5B6E8}"/>
              </a:ext>
            </a:extLst>
          </p:cNvPr>
          <p:cNvSpPr>
            <a:spLocks noChangeArrowheads="1"/>
          </p:cNvSpPr>
          <p:nvPr/>
        </p:nvSpPr>
        <p:spPr bwMode="auto">
          <a:xfrm>
            <a:off x="1107678" y="2342233"/>
            <a:ext cx="219075" cy="276225"/>
          </a:xfrm>
          <a:custGeom>
            <a:avLst/>
            <a:gdLst>
              <a:gd name="T0" fmla="*/ 591 w 607"/>
              <a:gd name="T1" fmla="*/ 288 h 768"/>
              <a:gd name="T2" fmla="*/ 526 w 607"/>
              <a:gd name="T3" fmla="*/ 288 h 768"/>
              <a:gd name="T4" fmla="*/ 526 w 607"/>
              <a:gd name="T5" fmla="*/ 319 h 768"/>
              <a:gd name="T6" fmla="*/ 509 w 607"/>
              <a:gd name="T7" fmla="*/ 412 h 768"/>
              <a:gd name="T8" fmla="*/ 488 w 607"/>
              <a:gd name="T9" fmla="*/ 458 h 768"/>
              <a:gd name="T10" fmla="*/ 366 w 607"/>
              <a:gd name="T11" fmla="*/ 385 h 768"/>
              <a:gd name="T12" fmla="*/ 317 w 607"/>
              <a:gd name="T13" fmla="*/ 319 h 768"/>
              <a:gd name="T14" fmla="*/ 456 w 607"/>
              <a:gd name="T15" fmla="*/ 222 h 768"/>
              <a:gd name="T16" fmla="*/ 465 w 607"/>
              <a:gd name="T17" fmla="*/ 156 h 768"/>
              <a:gd name="T18" fmla="*/ 323 w 607"/>
              <a:gd name="T19" fmla="*/ 0 h 768"/>
              <a:gd name="T20" fmla="*/ 140 w 607"/>
              <a:gd name="T21" fmla="*/ 143 h 768"/>
              <a:gd name="T22" fmla="*/ 140 w 607"/>
              <a:gd name="T23" fmla="*/ 157 h 768"/>
              <a:gd name="T24" fmla="*/ 260 w 607"/>
              <a:gd name="T25" fmla="*/ 319 h 768"/>
              <a:gd name="T26" fmla="*/ 288 w 607"/>
              <a:gd name="T27" fmla="*/ 385 h 768"/>
              <a:gd name="T28" fmla="*/ 129 w 607"/>
              <a:gd name="T29" fmla="*/ 478 h 768"/>
              <a:gd name="T30" fmla="*/ 101 w 607"/>
              <a:gd name="T31" fmla="*/ 449 h 768"/>
              <a:gd name="T32" fmla="*/ 62 w 607"/>
              <a:gd name="T33" fmla="*/ 319 h 768"/>
              <a:gd name="T34" fmla="*/ 94 w 607"/>
              <a:gd name="T35" fmla="*/ 303 h 768"/>
              <a:gd name="T36" fmla="*/ 46 w 607"/>
              <a:gd name="T37" fmla="*/ 288 h 768"/>
              <a:gd name="T38" fmla="*/ 0 w 607"/>
              <a:gd name="T39" fmla="*/ 303 h 768"/>
              <a:gd name="T40" fmla="*/ 32 w 607"/>
              <a:gd name="T41" fmla="*/ 319 h 768"/>
              <a:gd name="T42" fmla="*/ 90 w 607"/>
              <a:gd name="T43" fmla="*/ 485 h 768"/>
              <a:gd name="T44" fmla="*/ 143 w 607"/>
              <a:gd name="T45" fmla="*/ 511 h 768"/>
              <a:gd name="T46" fmla="*/ 288 w 607"/>
              <a:gd name="T47" fmla="*/ 673 h 768"/>
              <a:gd name="T48" fmla="*/ 160 w 607"/>
              <a:gd name="T49" fmla="*/ 753 h 768"/>
              <a:gd name="T50" fmla="*/ 189 w 607"/>
              <a:gd name="T51" fmla="*/ 753 h 768"/>
              <a:gd name="T52" fmla="*/ 288 w 607"/>
              <a:gd name="T53" fmla="*/ 704 h 768"/>
              <a:gd name="T54" fmla="*/ 303 w 607"/>
              <a:gd name="T55" fmla="*/ 767 h 768"/>
              <a:gd name="T56" fmla="*/ 317 w 607"/>
              <a:gd name="T57" fmla="*/ 704 h 768"/>
              <a:gd name="T58" fmla="*/ 415 w 607"/>
              <a:gd name="T59" fmla="*/ 753 h 768"/>
              <a:gd name="T60" fmla="*/ 446 w 607"/>
              <a:gd name="T61" fmla="*/ 753 h 768"/>
              <a:gd name="T62" fmla="*/ 366 w 607"/>
              <a:gd name="T63" fmla="*/ 673 h 768"/>
              <a:gd name="T64" fmla="*/ 317 w 607"/>
              <a:gd name="T65" fmla="*/ 511 h 768"/>
              <a:gd name="T66" fmla="*/ 463 w 607"/>
              <a:gd name="T67" fmla="*/ 511 h 768"/>
              <a:gd name="T68" fmla="*/ 493 w 607"/>
              <a:gd name="T69" fmla="*/ 499 h 768"/>
              <a:gd name="T70" fmla="*/ 538 w 607"/>
              <a:gd name="T71" fmla="*/ 420 h 768"/>
              <a:gd name="T72" fmla="*/ 591 w 607"/>
              <a:gd name="T73" fmla="*/ 319 h 768"/>
              <a:gd name="T74" fmla="*/ 591 w 607"/>
              <a:gd name="T75" fmla="*/ 288 h 768"/>
              <a:gd name="T76" fmla="*/ 178 w 607"/>
              <a:gd name="T77" fmla="*/ 218 h 768"/>
              <a:gd name="T78" fmla="*/ 170 w 607"/>
              <a:gd name="T79" fmla="*/ 143 h 768"/>
              <a:gd name="T80" fmla="*/ 283 w 607"/>
              <a:gd name="T81" fmla="*/ 30 h 768"/>
              <a:gd name="T82" fmla="*/ 403 w 607"/>
              <a:gd name="T83" fmla="*/ 63 h 768"/>
              <a:gd name="T84" fmla="*/ 435 w 607"/>
              <a:gd name="T85" fmla="*/ 153 h 768"/>
              <a:gd name="T86" fmla="*/ 347 w 607"/>
              <a:gd name="T87" fmla="*/ 288 h 768"/>
              <a:gd name="T88" fmla="*/ 178 w 607"/>
              <a:gd name="T89" fmla="*/ 218 h 768"/>
              <a:gd name="T90" fmla="*/ 181 w 607"/>
              <a:gd name="T91" fmla="*/ 438 h 768"/>
              <a:gd name="T92" fmla="*/ 303 w 607"/>
              <a:gd name="T93" fmla="*/ 414 h 768"/>
              <a:gd name="T94" fmla="*/ 303 w 607"/>
              <a:gd name="T95" fmla="*/ 414 h 768"/>
              <a:gd name="T96" fmla="*/ 424 w 607"/>
              <a:gd name="T97" fmla="*/ 438 h 768"/>
              <a:gd name="T98" fmla="*/ 158 w 607"/>
              <a:gd name="T99" fmla="*/ 480 h 7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07" h="768">
                <a:moveTo>
                  <a:pt x="591" y="288"/>
                </a:moveTo>
                <a:lnTo>
                  <a:pt x="591" y="288"/>
                </a:lnTo>
                <a:cubicBezTo>
                  <a:pt x="559" y="288"/>
                  <a:pt x="559" y="288"/>
                  <a:pt x="559" y="288"/>
                </a:cubicBezTo>
                <a:cubicBezTo>
                  <a:pt x="526" y="288"/>
                  <a:pt x="526" y="288"/>
                  <a:pt x="526" y="288"/>
                </a:cubicBezTo>
                <a:cubicBezTo>
                  <a:pt x="519" y="288"/>
                  <a:pt x="512" y="295"/>
                  <a:pt x="512" y="303"/>
                </a:cubicBezTo>
                <a:cubicBezTo>
                  <a:pt x="512" y="312"/>
                  <a:pt x="519" y="319"/>
                  <a:pt x="526" y="319"/>
                </a:cubicBezTo>
                <a:cubicBezTo>
                  <a:pt x="539" y="319"/>
                  <a:pt x="539" y="319"/>
                  <a:pt x="539" y="319"/>
                </a:cubicBezTo>
                <a:cubicBezTo>
                  <a:pt x="509" y="412"/>
                  <a:pt x="509" y="412"/>
                  <a:pt x="509" y="412"/>
                </a:cubicBezTo>
                <a:cubicBezTo>
                  <a:pt x="508" y="412"/>
                  <a:pt x="508" y="412"/>
                  <a:pt x="508" y="412"/>
                </a:cubicBezTo>
                <a:cubicBezTo>
                  <a:pt x="505" y="424"/>
                  <a:pt x="498" y="444"/>
                  <a:pt x="488" y="458"/>
                </a:cubicBezTo>
                <a:cubicBezTo>
                  <a:pt x="484" y="465"/>
                  <a:pt x="480" y="471"/>
                  <a:pt x="476" y="475"/>
                </a:cubicBezTo>
                <a:cubicBezTo>
                  <a:pt x="466" y="423"/>
                  <a:pt x="421" y="385"/>
                  <a:pt x="366" y="385"/>
                </a:cubicBezTo>
                <a:cubicBezTo>
                  <a:pt x="317" y="385"/>
                  <a:pt x="317" y="385"/>
                  <a:pt x="317" y="385"/>
                </a:cubicBezTo>
                <a:cubicBezTo>
                  <a:pt x="317" y="319"/>
                  <a:pt x="317" y="319"/>
                  <a:pt x="317" y="319"/>
                </a:cubicBezTo>
                <a:cubicBezTo>
                  <a:pt x="347" y="319"/>
                  <a:pt x="347" y="319"/>
                  <a:pt x="347" y="319"/>
                </a:cubicBezTo>
                <a:cubicBezTo>
                  <a:pt x="403" y="319"/>
                  <a:pt x="449" y="277"/>
                  <a:pt x="456" y="222"/>
                </a:cubicBezTo>
                <a:cubicBezTo>
                  <a:pt x="465" y="157"/>
                  <a:pt x="465" y="157"/>
                  <a:pt x="465" y="157"/>
                </a:cubicBezTo>
                <a:cubicBezTo>
                  <a:pt x="465" y="156"/>
                  <a:pt x="465" y="156"/>
                  <a:pt x="465" y="156"/>
                </a:cubicBezTo>
                <a:cubicBezTo>
                  <a:pt x="466" y="152"/>
                  <a:pt x="466" y="148"/>
                  <a:pt x="466" y="143"/>
                </a:cubicBezTo>
                <a:cubicBezTo>
                  <a:pt x="466" y="65"/>
                  <a:pt x="403" y="0"/>
                  <a:pt x="323" y="0"/>
                </a:cubicBezTo>
                <a:cubicBezTo>
                  <a:pt x="283" y="0"/>
                  <a:pt x="283" y="0"/>
                  <a:pt x="283" y="0"/>
                </a:cubicBezTo>
                <a:cubicBezTo>
                  <a:pt x="203" y="0"/>
                  <a:pt x="140" y="65"/>
                  <a:pt x="140" y="143"/>
                </a:cubicBezTo>
                <a:cubicBezTo>
                  <a:pt x="140" y="148"/>
                  <a:pt x="140" y="152"/>
                  <a:pt x="140" y="156"/>
                </a:cubicBezTo>
                <a:cubicBezTo>
                  <a:pt x="140" y="157"/>
                  <a:pt x="140" y="157"/>
                  <a:pt x="140" y="157"/>
                </a:cubicBezTo>
                <a:cubicBezTo>
                  <a:pt x="149" y="222"/>
                  <a:pt x="149" y="222"/>
                  <a:pt x="149" y="222"/>
                </a:cubicBezTo>
                <a:cubicBezTo>
                  <a:pt x="156" y="277"/>
                  <a:pt x="203" y="319"/>
                  <a:pt x="260" y="319"/>
                </a:cubicBezTo>
                <a:cubicBezTo>
                  <a:pt x="288" y="319"/>
                  <a:pt x="288" y="319"/>
                  <a:pt x="288" y="319"/>
                </a:cubicBezTo>
                <a:cubicBezTo>
                  <a:pt x="288" y="385"/>
                  <a:pt x="288" y="385"/>
                  <a:pt x="288" y="385"/>
                </a:cubicBezTo>
                <a:cubicBezTo>
                  <a:pt x="238" y="385"/>
                  <a:pt x="238" y="385"/>
                  <a:pt x="238" y="385"/>
                </a:cubicBezTo>
                <a:cubicBezTo>
                  <a:pt x="184" y="385"/>
                  <a:pt x="137" y="426"/>
                  <a:pt x="129" y="478"/>
                </a:cubicBezTo>
                <a:lnTo>
                  <a:pt x="128" y="478"/>
                </a:lnTo>
                <a:cubicBezTo>
                  <a:pt x="118" y="472"/>
                  <a:pt x="109" y="463"/>
                  <a:pt x="101" y="449"/>
                </a:cubicBezTo>
                <a:cubicBezTo>
                  <a:pt x="88" y="431"/>
                  <a:pt x="78" y="405"/>
                  <a:pt x="71" y="376"/>
                </a:cubicBezTo>
                <a:cubicBezTo>
                  <a:pt x="66" y="357"/>
                  <a:pt x="63" y="336"/>
                  <a:pt x="62" y="319"/>
                </a:cubicBezTo>
                <a:cubicBezTo>
                  <a:pt x="78" y="319"/>
                  <a:pt x="78" y="319"/>
                  <a:pt x="78" y="319"/>
                </a:cubicBezTo>
                <a:cubicBezTo>
                  <a:pt x="87" y="319"/>
                  <a:pt x="94" y="312"/>
                  <a:pt x="94" y="303"/>
                </a:cubicBezTo>
                <a:cubicBezTo>
                  <a:pt x="94" y="295"/>
                  <a:pt x="87" y="288"/>
                  <a:pt x="78" y="288"/>
                </a:cubicBezTo>
                <a:cubicBezTo>
                  <a:pt x="46" y="288"/>
                  <a:pt x="46" y="288"/>
                  <a:pt x="46" y="288"/>
                </a:cubicBezTo>
                <a:cubicBezTo>
                  <a:pt x="14" y="288"/>
                  <a:pt x="14" y="288"/>
                  <a:pt x="14" y="288"/>
                </a:cubicBezTo>
                <a:cubicBezTo>
                  <a:pt x="7" y="288"/>
                  <a:pt x="0" y="295"/>
                  <a:pt x="0" y="303"/>
                </a:cubicBezTo>
                <a:cubicBezTo>
                  <a:pt x="0" y="312"/>
                  <a:pt x="7" y="319"/>
                  <a:pt x="14" y="319"/>
                </a:cubicBezTo>
                <a:cubicBezTo>
                  <a:pt x="32" y="319"/>
                  <a:pt x="32" y="319"/>
                  <a:pt x="32" y="319"/>
                </a:cubicBezTo>
                <a:cubicBezTo>
                  <a:pt x="33" y="351"/>
                  <a:pt x="42" y="393"/>
                  <a:pt x="56" y="430"/>
                </a:cubicBezTo>
                <a:cubicBezTo>
                  <a:pt x="64" y="451"/>
                  <a:pt x="76" y="471"/>
                  <a:pt x="90" y="485"/>
                </a:cubicBezTo>
                <a:cubicBezTo>
                  <a:pt x="97" y="493"/>
                  <a:pt x="104" y="499"/>
                  <a:pt x="113" y="503"/>
                </a:cubicBezTo>
                <a:cubicBezTo>
                  <a:pt x="122" y="508"/>
                  <a:pt x="132" y="511"/>
                  <a:pt x="143" y="511"/>
                </a:cubicBezTo>
                <a:cubicBezTo>
                  <a:pt x="288" y="511"/>
                  <a:pt x="288" y="511"/>
                  <a:pt x="288" y="511"/>
                </a:cubicBezTo>
                <a:cubicBezTo>
                  <a:pt x="288" y="673"/>
                  <a:pt x="288" y="673"/>
                  <a:pt x="288" y="673"/>
                </a:cubicBezTo>
                <a:cubicBezTo>
                  <a:pt x="238" y="673"/>
                  <a:pt x="238" y="673"/>
                  <a:pt x="238" y="673"/>
                </a:cubicBezTo>
                <a:cubicBezTo>
                  <a:pt x="195" y="673"/>
                  <a:pt x="160" y="708"/>
                  <a:pt x="160" y="753"/>
                </a:cubicBezTo>
                <a:cubicBezTo>
                  <a:pt x="160" y="760"/>
                  <a:pt x="167" y="767"/>
                  <a:pt x="174" y="767"/>
                </a:cubicBezTo>
                <a:cubicBezTo>
                  <a:pt x="182" y="767"/>
                  <a:pt x="189" y="760"/>
                  <a:pt x="189" y="753"/>
                </a:cubicBezTo>
                <a:cubicBezTo>
                  <a:pt x="189" y="725"/>
                  <a:pt x="212" y="704"/>
                  <a:pt x="238" y="704"/>
                </a:cubicBezTo>
                <a:cubicBezTo>
                  <a:pt x="288" y="704"/>
                  <a:pt x="288" y="704"/>
                  <a:pt x="288" y="704"/>
                </a:cubicBezTo>
                <a:cubicBezTo>
                  <a:pt x="288" y="753"/>
                  <a:pt x="288" y="753"/>
                  <a:pt x="288" y="753"/>
                </a:cubicBezTo>
                <a:cubicBezTo>
                  <a:pt x="288" y="760"/>
                  <a:pt x="295" y="767"/>
                  <a:pt x="303" y="767"/>
                </a:cubicBezTo>
                <a:cubicBezTo>
                  <a:pt x="311" y="767"/>
                  <a:pt x="317" y="760"/>
                  <a:pt x="317" y="753"/>
                </a:cubicBezTo>
                <a:cubicBezTo>
                  <a:pt x="317" y="704"/>
                  <a:pt x="317" y="704"/>
                  <a:pt x="317" y="704"/>
                </a:cubicBezTo>
                <a:cubicBezTo>
                  <a:pt x="366" y="704"/>
                  <a:pt x="366" y="704"/>
                  <a:pt x="366" y="704"/>
                </a:cubicBezTo>
                <a:cubicBezTo>
                  <a:pt x="394" y="704"/>
                  <a:pt x="415" y="725"/>
                  <a:pt x="415" y="753"/>
                </a:cubicBezTo>
                <a:cubicBezTo>
                  <a:pt x="415" y="760"/>
                  <a:pt x="422" y="767"/>
                  <a:pt x="431" y="767"/>
                </a:cubicBezTo>
                <a:cubicBezTo>
                  <a:pt x="439" y="767"/>
                  <a:pt x="446" y="760"/>
                  <a:pt x="446" y="753"/>
                </a:cubicBezTo>
                <a:lnTo>
                  <a:pt x="446" y="753"/>
                </a:lnTo>
                <a:cubicBezTo>
                  <a:pt x="446" y="708"/>
                  <a:pt x="410" y="673"/>
                  <a:pt x="366" y="673"/>
                </a:cubicBezTo>
                <a:cubicBezTo>
                  <a:pt x="317" y="673"/>
                  <a:pt x="317" y="673"/>
                  <a:pt x="317" y="673"/>
                </a:cubicBezTo>
                <a:cubicBezTo>
                  <a:pt x="317" y="511"/>
                  <a:pt x="317" y="511"/>
                  <a:pt x="317" y="511"/>
                </a:cubicBezTo>
                <a:cubicBezTo>
                  <a:pt x="463" y="511"/>
                  <a:pt x="463" y="511"/>
                  <a:pt x="463" y="511"/>
                </a:cubicBezTo>
                <a:lnTo>
                  <a:pt x="463" y="511"/>
                </a:lnTo>
                <a:lnTo>
                  <a:pt x="463" y="511"/>
                </a:lnTo>
                <a:cubicBezTo>
                  <a:pt x="474" y="511"/>
                  <a:pt x="486" y="506"/>
                  <a:pt x="493" y="499"/>
                </a:cubicBezTo>
                <a:cubicBezTo>
                  <a:pt x="505" y="489"/>
                  <a:pt x="515" y="475"/>
                  <a:pt x="522" y="461"/>
                </a:cubicBezTo>
                <a:cubicBezTo>
                  <a:pt x="529" y="447"/>
                  <a:pt x="535" y="431"/>
                  <a:pt x="538" y="420"/>
                </a:cubicBezTo>
                <a:cubicBezTo>
                  <a:pt x="570" y="319"/>
                  <a:pt x="570" y="319"/>
                  <a:pt x="570" y="319"/>
                </a:cubicBezTo>
                <a:cubicBezTo>
                  <a:pt x="591" y="319"/>
                  <a:pt x="591" y="319"/>
                  <a:pt x="591" y="319"/>
                </a:cubicBezTo>
                <a:cubicBezTo>
                  <a:pt x="599" y="319"/>
                  <a:pt x="606" y="312"/>
                  <a:pt x="606" y="303"/>
                </a:cubicBezTo>
                <a:cubicBezTo>
                  <a:pt x="606" y="295"/>
                  <a:pt x="599" y="288"/>
                  <a:pt x="591" y="288"/>
                </a:cubicBezTo>
                <a:close/>
                <a:moveTo>
                  <a:pt x="178" y="218"/>
                </a:moveTo>
                <a:lnTo>
                  <a:pt x="178" y="218"/>
                </a:lnTo>
                <a:cubicBezTo>
                  <a:pt x="170" y="153"/>
                  <a:pt x="170" y="153"/>
                  <a:pt x="170" y="153"/>
                </a:cubicBezTo>
                <a:cubicBezTo>
                  <a:pt x="170" y="150"/>
                  <a:pt x="170" y="146"/>
                  <a:pt x="170" y="143"/>
                </a:cubicBezTo>
                <a:cubicBezTo>
                  <a:pt x="170" y="112"/>
                  <a:pt x="182" y="84"/>
                  <a:pt x="202" y="63"/>
                </a:cubicBezTo>
                <a:cubicBezTo>
                  <a:pt x="223" y="44"/>
                  <a:pt x="251" y="30"/>
                  <a:pt x="283" y="30"/>
                </a:cubicBezTo>
                <a:cubicBezTo>
                  <a:pt x="323" y="30"/>
                  <a:pt x="323" y="30"/>
                  <a:pt x="323" y="30"/>
                </a:cubicBezTo>
                <a:cubicBezTo>
                  <a:pt x="354" y="30"/>
                  <a:pt x="382" y="44"/>
                  <a:pt x="403" y="63"/>
                </a:cubicBezTo>
                <a:cubicBezTo>
                  <a:pt x="424" y="84"/>
                  <a:pt x="435" y="112"/>
                  <a:pt x="435" y="143"/>
                </a:cubicBezTo>
                <a:cubicBezTo>
                  <a:pt x="435" y="146"/>
                  <a:pt x="435" y="150"/>
                  <a:pt x="435" y="153"/>
                </a:cubicBezTo>
                <a:cubicBezTo>
                  <a:pt x="427" y="218"/>
                  <a:pt x="427" y="218"/>
                  <a:pt x="427" y="218"/>
                </a:cubicBezTo>
                <a:cubicBezTo>
                  <a:pt x="421" y="259"/>
                  <a:pt x="387" y="288"/>
                  <a:pt x="347" y="288"/>
                </a:cubicBezTo>
                <a:cubicBezTo>
                  <a:pt x="260" y="288"/>
                  <a:pt x="260" y="288"/>
                  <a:pt x="260" y="288"/>
                </a:cubicBezTo>
                <a:cubicBezTo>
                  <a:pt x="219" y="288"/>
                  <a:pt x="184" y="259"/>
                  <a:pt x="178" y="218"/>
                </a:cubicBezTo>
                <a:close/>
                <a:moveTo>
                  <a:pt x="181" y="438"/>
                </a:moveTo>
                <a:lnTo>
                  <a:pt x="181" y="438"/>
                </a:lnTo>
                <a:cubicBezTo>
                  <a:pt x="196" y="424"/>
                  <a:pt x="216" y="414"/>
                  <a:pt x="238" y="414"/>
                </a:cubicBezTo>
                <a:cubicBezTo>
                  <a:pt x="303" y="414"/>
                  <a:pt x="303" y="414"/>
                  <a:pt x="303" y="414"/>
                </a:cubicBezTo>
                <a:lnTo>
                  <a:pt x="303" y="414"/>
                </a:lnTo>
                <a:lnTo>
                  <a:pt x="303" y="414"/>
                </a:lnTo>
                <a:cubicBezTo>
                  <a:pt x="366" y="414"/>
                  <a:pt x="366" y="414"/>
                  <a:pt x="366" y="414"/>
                </a:cubicBezTo>
                <a:cubicBezTo>
                  <a:pt x="389" y="414"/>
                  <a:pt x="410" y="424"/>
                  <a:pt x="424" y="438"/>
                </a:cubicBezTo>
                <a:cubicBezTo>
                  <a:pt x="435" y="449"/>
                  <a:pt x="443" y="465"/>
                  <a:pt x="446" y="480"/>
                </a:cubicBezTo>
                <a:cubicBezTo>
                  <a:pt x="158" y="480"/>
                  <a:pt x="158" y="480"/>
                  <a:pt x="158" y="480"/>
                </a:cubicBezTo>
                <a:cubicBezTo>
                  <a:pt x="163" y="465"/>
                  <a:pt x="170" y="449"/>
                  <a:pt x="181" y="438"/>
                </a:cubicBezTo>
                <a:close/>
              </a:path>
            </a:pathLst>
          </a:custGeom>
          <a:solidFill>
            <a:schemeClr val="accent4"/>
          </a:solidFill>
          <a:ln>
            <a:noFill/>
          </a:ln>
          <a:effectLst/>
        </p:spPr>
        <p:txBody>
          <a:bodyPr wrap="none" anchor="ctr"/>
          <a:lstStyle/>
          <a:p>
            <a:endParaRPr lang="da-DK"/>
          </a:p>
        </p:txBody>
      </p:sp>
      <p:sp>
        <p:nvSpPr>
          <p:cNvPr id="56" name="Freeform 44">
            <a:extLst>
              <a:ext uri="{FF2B5EF4-FFF2-40B4-BE49-F238E27FC236}">
                <a16:creationId xmlns:a16="http://schemas.microsoft.com/office/drawing/2014/main" id="{E2DB015A-8E6F-524F-67C1-112AE683B3DB}"/>
              </a:ext>
            </a:extLst>
          </p:cNvPr>
          <p:cNvSpPr>
            <a:spLocks noChangeArrowheads="1"/>
          </p:cNvSpPr>
          <p:nvPr/>
        </p:nvSpPr>
        <p:spPr bwMode="auto">
          <a:xfrm>
            <a:off x="3146028" y="1400845"/>
            <a:ext cx="247650" cy="136525"/>
          </a:xfrm>
          <a:custGeom>
            <a:avLst/>
            <a:gdLst>
              <a:gd name="T0" fmla="*/ 688 w 689"/>
              <a:gd name="T1" fmla="*/ 135 h 378"/>
              <a:gd name="T2" fmla="*/ 629 w 689"/>
              <a:gd name="T3" fmla="*/ 90 h 378"/>
              <a:gd name="T4" fmla="*/ 553 w 689"/>
              <a:gd name="T5" fmla="*/ 0 h 378"/>
              <a:gd name="T6" fmla="*/ 344 w 689"/>
              <a:gd name="T7" fmla="*/ 31 h 378"/>
              <a:gd name="T8" fmla="*/ 135 w 689"/>
              <a:gd name="T9" fmla="*/ 0 h 378"/>
              <a:gd name="T10" fmla="*/ 59 w 689"/>
              <a:gd name="T11" fmla="*/ 90 h 378"/>
              <a:gd name="T12" fmla="*/ 0 w 689"/>
              <a:gd name="T13" fmla="*/ 135 h 378"/>
              <a:gd name="T14" fmla="*/ 0 w 689"/>
              <a:gd name="T15" fmla="*/ 285 h 378"/>
              <a:gd name="T16" fmla="*/ 14 w 689"/>
              <a:gd name="T17" fmla="*/ 299 h 378"/>
              <a:gd name="T18" fmla="*/ 31 w 689"/>
              <a:gd name="T19" fmla="*/ 354 h 378"/>
              <a:gd name="T20" fmla="*/ 59 w 689"/>
              <a:gd name="T21" fmla="*/ 365 h 378"/>
              <a:gd name="T22" fmla="*/ 84 w 689"/>
              <a:gd name="T23" fmla="*/ 299 h 378"/>
              <a:gd name="T24" fmla="*/ 630 w 689"/>
              <a:gd name="T25" fmla="*/ 365 h 378"/>
              <a:gd name="T26" fmla="*/ 657 w 689"/>
              <a:gd name="T27" fmla="*/ 354 h 378"/>
              <a:gd name="T28" fmla="*/ 636 w 689"/>
              <a:gd name="T29" fmla="*/ 299 h 378"/>
              <a:gd name="T30" fmla="*/ 684 w 689"/>
              <a:gd name="T31" fmla="*/ 295 h 378"/>
              <a:gd name="T32" fmla="*/ 688 w 689"/>
              <a:gd name="T33" fmla="*/ 225 h 378"/>
              <a:gd name="T34" fmla="*/ 688 w 689"/>
              <a:gd name="T35" fmla="*/ 135 h 378"/>
              <a:gd name="T36" fmla="*/ 643 w 689"/>
              <a:gd name="T37" fmla="*/ 120 h 378"/>
              <a:gd name="T38" fmla="*/ 658 w 689"/>
              <a:gd name="T39" fmla="*/ 180 h 378"/>
              <a:gd name="T40" fmla="*/ 629 w 689"/>
              <a:gd name="T41" fmla="*/ 180 h 378"/>
              <a:gd name="T42" fmla="*/ 643 w 689"/>
              <a:gd name="T43" fmla="*/ 120 h 378"/>
              <a:gd name="T44" fmla="*/ 404 w 689"/>
              <a:gd name="T45" fmla="*/ 30 h 378"/>
              <a:gd name="T46" fmla="*/ 598 w 689"/>
              <a:gd name="T47" fmla="*/ 75 h 378"/>
              <a:gd name="T48" fmla="*/ 598 w 689"/>
              <a:gd name="T49" fmla="*/ 180 h 378"/>
              <a:gd name="T50" fmla="*/ 359 w 689"/>
              <a:gd name="T51" fmla="*/ 75 h 378"/>
              <a:gd name="T52" fmla="*/ 90 w 689"/>
              <a:gd name="T53" fmla="*/ 75 h 378"/>
              <a:gd name="T54" fmla="*/ 135 w 689"/>
              <a:gd name="T55" fmla="*/ 30 h 378"/>
              <a:gd name="T56" fmla="*/ 329 w 689"/>
              <a:gd name="T57" fmla="*/ 75 h 378"/>
              <a:gd name="T58" fmla="*/ 90 w 689"/>
              <a:gd name="T59" fmla="*/ 180 h 378"/>
              <a:gd name="T60" fmla="*/ 45 w 689"/>
              <a:gd name="T61" fmla="*/ 120 h 378"/>
              <a:gd name="T62" fmla="*/ 59 w 689"/>
              <a:gd name="T63" fmla="*/ 120 h 378"/>
              <a:gd name="T64" fmla="*/ 45 w 689"/>
              <a:gd name="T65" fmla="*/ 180 h 378"/>
              <a:gd name="T66" fmla="*/ 29 w 689"/>
              <a:gd name="T67" fmla="*/ 135 h 378"/>
              <a:gd name="T68" fmla="*/ 29 w 689"/>
              <a:gd name="T69" fmla="*/ 225 h 378"/>
              <a:gd name="T70" fmla="*/ 29 w 689"/>
              <a:gd name="T71" fmla="*/ 224 h 378"/>
              <a:gd name="T72" fmla="*/ 59 w 689"/>
              <a:gd name="T73" fmla="*/ 210 h 378"/>
              <a:gd name="T74" fmla="*/ 329 w 689"/>
              <a:gd name="T75" fmla="*/ 210 h 378"/>
              <a:gd name="T76" fmla="*/ 598 w 689"/>
              <a:gd name="T77" fmla="*/ 210 h 378"/>
              <a:gd name="T78" fmla="*/ 643 w 689"/>
              <a:gd name="T79" fmla="*/ 210 h 378"/>
              <a:gd name="T80" fmla="*/ 658 w 689"/>
              <a:gd name="T81" fmla="*/ 225 h 378"/>
              <a:gd name="T82" fmla="*/ 614 w 689"/>
              <a:gd name="T83" fmla="*/ 270 h 378"/>
              <a:gd name="T84" fmla="*/ 74 w 689"/>
              <a:gd name="T85" fmla="*/ 270 h 378"/>
              <a:gd name="T86" fmla="*/ 29 w 689"/>
              <a:gd name="T87" fmla="*/ 27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89" h="378">
                <a:moveTo>
                  <a:pt x="688" y="135"/>
                </a:moveTo>
                <a:lnTo>
                  <a:pt x="688" y="135"/>
                </a:lnTo>
                <a:cubicBezTo>
                  <a:pt x="688" y="110"/>
                  <a:pt x="668" y="90"/>
                  <a:pt x="643" y="90"/>
                </a:cubicBezTo>
                <a:cubicBezTo>
                  <a:pt x="629" y="90"/>
                  <a:pt x="629" y="90"/>
                  <a:pt x="629" y="90"/>
                </a:cubicBezTo>
                <a:cubicBezTo>
                  <a:pt x="629" y="75"/>
                  <a:pt x="629" y="75"/>
                  <a:pt x="629" y="75"/>
                </a:cubicBezTo>
                <a:cubicBezTo>
                  <a:pt x="629" y="34"/>
                  <a:pt x="595" y="0"/>
                  <a:pt x="553" y="0"/>
                </a:cubicBezTo>
                <a:cubicBezTo>
                  <a:pt x="404" y="0"/>
                  <a:pt x="404" y="0"/>
                  <a:pt x="404" y="0"/>
                </a:cubicBezTo>
                <a:cubicBezTo>
                  <a:pt x="379" y="0"/>
                  <a:pt x="358" y="12"/>
                  <a:pt x="344" y="31"/>
                </a:cubicBezTo>
                <a:cubicBezTo>
                  <a:pt x="330" y="12"/>
                  <a:pt x="309" y="0"/>
                  <a:pt x="284" y="0"/>
                </a:cubicBezTo>
                <a:cubicBezTo>
                  <a:pt x="135" y="0"/>
                  <a:pt x="135" y="0"/>
                  <a:pt x="135" y="0"/>
                </a:cubicBezTo>
                <a:cubicBezTo>
                  <a:pt x="93" y="0"/>
                  <a:pt x="59" y="34"/>
                  <a:pt x="59" y="75"/>
                </a:cubicBezTo>
                <a:cubicBezTo>
                  <a:pt x="59" y="90"/>
                  <a:pt x="59" y="90"/>
                  <a:pt x="59" y="90"/>
                </a:cubicBezTo>
                <a:cubicBezTo>
                  <a:pt x="45" y="90"/>
                  <a:pt x="45" y="90"/>
                  <a:pt x="45" y="90"/>
                </a:cubicBezTo>
                <a:cubicBezTo>
                  <a:pt x="20" y="90"/>
                  <a:pt x="0" y="110"/>
                  <a:pt x="0" y="135"/>
                </a:cubicBezTo>
                <a:cubicBezTo>
                  <a:pt x="0" y="225"/>
                  <a:pt x="0" y="225"/>
                  <a:pt x="0" y="225"/>
                </a:cubicBezTo>
                <a:cubicBezTo>
                  <a:pt x="0" y="285"/>
                  <a:pt x="0" y="285"/>
                  <a:pt x="0" y="285"/>
                </a:cubicBezTo>
                <a:cubicBezTo>
                  <a:pt x="0" y="288"/>
                  <a:pt x="1" y="292"/>
                  <a:pt x="4" y="295"/>
                </a:cubicBezTo>
                <a:cubicBezTo>
                  <a:pt x="7" y="298"/>
                  <a:pt x="11" y="299"/>
                  <a:pt x="14" y="299"/>
                </a:cubicBezTo>
                <a:cubicBezTo>
                  <a:pt x="52" y="299"/>
                  <a:pt x="52" y="299"/>
                  <a:pt x="52" y="299"/>
                </a:cubicBezTo>
                <a:cubicBezTo>
                  <a:pt x="31" y="354"/>
                  <a:pt x="31" y="354"/>
                  <a:pt x="31" y="354"/>
                </a:cubicBezTo>
                <a:cubicBezTo>
                  <a:pt x="28" y="361"/>
                  <a:pt x="31" y="371"/>
                  <a:pt x="39" y="374"/>
                </a:cubicBezTo>
                <a:cubicBezTo>
                  <a:pt x="46" y="377"/>
                  <a:pt x="55" y="372"/>
                  <a:pt x="59" y="365"/>
                </a:cubicBezTo>
                <a:lnTo>
                  <a:pt x="59" y="365"/>
                </a:lnTo>
                <a:cubicBezTo>
                  <a:pt x="84" y="299"/>
                  <a:pt x="84" y="299"/>
                  <a:pt x="84" y="299"/>
                </a:cubicBezTo>
                <a:cubicBezTo>
                  <a:pt x="604" y="299"/>
                  <a:pt x="604" y="299"/>
                  <a:pt x="604" y="299"/>
                </a:cubicBezTo>
                <a:cubicBezTo>
                  <a:pt x="630" y="365"/>
                  <a:pt x="630" y="365"/>
                  <a:pt x="630" y="365"/>
                </a:cubicBezTo>
                <a:cubicBezTo>
                  <a:pt x="633" y="372"/>
                  <a:pt x="642" y="377"/>
                  <a:pt x="649" y="374"/>
                </a:cubicBezTo>
                <a:cubicBezTo>
                  <a:pt x="657" y="371"/>
                  <a:pt x="661" y="361"/>
                  <a:pt x="657" y="354"/>
                </a:cubicBezTo>
                <a:lnTo>
                  <a:pt x="657" y="354"/>
                </a:lnTo>
                <a:cubicBezTo>
                  <a:pt x="636" y="299"/>
                  <a:pt x="636" y="299"/>
                  <a:pt x="636" y="299"/>
                </a:cubicBezTo>
                <a:cubicBezTo>
                  <a:pt x="674" y="299"/>
                  <a:pt x="674" y="299"/>
                  <a:pt x="674" y="299"/>
                </a:cubicBezTo>
                <a:cubicBezTo>
                  <a:pt x="678" y="299"/>
                  <a:pt x="681" y="298"/>
                  <a:pt x="684" y="295"/>
                </a:cubicBezTo>
                <a:cubicBezTo>
                  <a:pt x="687" y="292"/>
                  <a:pt x="688" y="288"/>
                  <a:pt x="688" y="285"/>
                </a:cubicBezTo>
                <a:cubicBezTo>
                  <a:pt x="688" y="225"/>
                  <a:pt x="688" y="225"/>
                  <a:pt x="688" y="225"/>
                </a:cubicBezTo>
                <a:lnTo>
                  <a:pt x="688" y="225"/>
                </a:lnTo>
                <a:lnTo>
                  <a:pt x="688" y="135"/>
                </a:lnTo>
                <a:close/>
                <a:moveTo>
                  <a:pt x="643" y="120"/>
                </a:moveTo>
                <a:lnTo>
                  <a:pt x="643" y="120"/>
                </a:lnTo>
                <a:cubicBezTo>
                  <a:pt x="651" y="120"/>
                  <a:pt x="658" y="127"/>
                  <a:pt x="658" y="135"/>
                </a:cubicBezTo>
                <a:cubicBezTo>
                  <a:pt x="658" y="180"/>
                  <a:pt x="658" y="180"/>
                  <a:pt x="658" y="180"/>
                </a:cubicBezTo>
                <a:cubicBezTo>
                  <a:pt x="643" y="180"/>
                  <a:pt x="643" y="180"/>
                  <a:pt x="643" y="180"/>
                </a:cubicBezTo>
                <a:cubicBezTo>
                  <a:pt x="629" y="180"/>
                  <a:pt x="629" y="180"/>
                  <a:pt x="629" y="180"/>
                </a:cubicBezTo>
                <a:cubicBezTo>
                  <a:pt x="629" y="120"/>
                  <a:pt x="629" y="120"/>
                  <a:pt x="629" y="120"/>
                </a:cubicBezTo>
                <a:lnTo>
                  <a:pt x="643" y="120"/>
                </a:lnTo>
                <a:close/>
                <a:moveTo>
                  <a:pt x="404" y="30"/>
                </a:moveTo>
                <a:lnTo>
                  <a:pt x="404" y="30"/>
                </a:lnTo>
                <a:cubicBezTo>
                  <a:pt x="553" y="30"/>
                  <a:pt x="553" y="30"/>
                  <a:pt x="553" y="30"/>
                </a:cubicBezTo>
                <a:cubicBezTo>
                  <a:pt x="578" y="30"/>
                  <a:pt x="598" y="51"/>
                  <a:pt x="598" y="75"/>
                </a:cubicBezTo>
                <a:cubicBezTo>
                  <a:pt x="598" y="90"/>
                  <a:pt x="598" y="90"/>
                  <a:pt x="598" y="90"/>
                </a:cubicBezTo>
                <a:cubicBezTo>
                  <a:pt x="598" y="180"/>
                  <a:pt x="598" y="180"/>
                  <a:pt x="598" y="180"/>
                </a:cubicBezTo>
                <a:cubicBezTo>
                  <a:pt x="359" y="180"/>
                  <a:pt x="359" y="180"/>
                  <a:pt x="359" y="180"/>
                </a:cubicBezTo>
                <a:cubicBezTo>
                  <a:pt x="359" y="75"/>
                  <a:pt x="359" y="75"/>
                  <a:pt x="359" y="75"/>
                </a:cubicBezTo>
                <a:cubicBezTo>
                  <a:pt x="359" y="51"/>
                  <a:pt x="379" y="30"/>
                  <a:pt x="404" y="30"/>
                </a:cubicBezTo>
                <a:close/>
                <a:moveTo>
                  <a:pt x="90" y="75"/>
                </a:moveTo>
                <a:lnTo>
                  <a:pt x="90" y="75"/>
                </a:lnTo>
                <a:cubicBezTo>
                  <a:pt x="90" y="51"/>
                  <a:pt x="109" y="30"/>
                  <a:pt x="135" y="30"/>
                </a:cubicBezTo>
                <a:cubicBezTo>
                  <a:pt x="284" y="30"/>
                  <a:pt x="284" y="30"/>
                  <a:pt x="284" y="30"/>
                </a:cubicBezTo>
                <a:cubicBezTo>
                  <a:pt x="309" y="30"/>
                  <a:pt x="329" y="51"/>
                  <a:pt x="329" y="75"/>
                </a:cubicBezTo>
                <a:cubicBezTo>
                  <a:pt x="329" y="180"/>
                  <a:pt x="329" y="180"/>
                  <a:pt x="329" y="180"/>
                </a:cubicBezTo>
                <a:cubicBezTo>
                  <a:pt x="90" y="180"/>
                  <a:pt x="90" y="180"/>
                  <a:pt x="90" y="180"/>
                </a:cubicBezTo>
                <a:lnTo>
                  <a:pt x="90" y="75"/>
                </a:lnTo>
                <a:close/>
                <a:moveTo>
                  <a:pt x="45" y="120"/>
                </a:moveTo>
                <a:lnTo>
                  <a:pt x="45" y="120"/>
                </a:lnTo>
                <a:cubicBezTo>
                  <a:pt x="59" y="120"/>
                  <a:pt x="59" y="120"/>
                  <a:pt x="59" y="120"/>
                </a:cubicBezTo>
                <a:cubicBezTo>
                  <a:pt x="59" y="180"/>
                  <a:pt x="59" y="180"/>
                  <a:pt x="59" y="180"/>
                </a:cubicBezTo>
                <a:cubicBezTo>
                  <a:pt x="45" y="180"/>
                  <a:pt x="45" y="180"/>
                  <a:pt x="45" y="180"/>
                </a:cubicBezTo>
                <a:cubicBezTo>
                  <a:pt x="29" y="180"/>
                  <a:pt x="29" y="180"/>
                  <a:pt x="29" y="180"/>
                </a:cubicBezTo>
                <a:cubicBezTo>
                  <a:pt x="29" y="135"/>
                  <a:pt x="29" y="135"/>
                  <a:pt x="29" y="135"/>
                </a:cubicBezTo>
                <a:cubicBezTo>
                  <a:pt x="29" y="127"/>
                  <a:pt x="36" y="120"/>
                  <a:pt x="45" y="120"/>
                </a:cubicBezTo>
                <a:close/>
                <a:moveTo>
                  <a:pt x="29" y="225"/>
                </a:moveTo>
                <a:lnTo>
                  <a:pt x="29" y="225"/>
                </a:lnTo>
                <a:cubicBezTo>
                  <a:pt x="29" y="224"/>
                  <a:pt x="29" y="224"/>
                  <a:pt x="29" y="224"/>
                </a:cubicBezTo>
                <a:cubicBezTo>
                  <a:pt x="31" y="217"/>
                  <a:pt x="36" y="210"/>
                  <a:pt x="45" y="210"/>
                </a:cubicBezTo>
                <a:cubicBezTo>
                  <a:pt x="59" y="210"/>
                  <a:pt x="59" y="210"/>
                  <a:pt x="59" y="210"/>
                </a:cubicBezTo>
                <a:cubicBezTo>
                  <a:pt x="90" y="210"/>
                  <a:pt x="90" y="210"/>
                  <a:pt x="90" y="210"/>
                </a:cubicBezTo>
                <a:cubicBezTo>
                  <a:pt x="329" y="210"/>
                  <a:pt x="329" y="210"/>
                  <a:pt x="329" y="210"/>
                </a:cubicBezTo>
                <a:cubicBezTo>
                  <a:pt x="359" y="210"/>
                  <a:pt x="359" y="210"/>
                  <a:pt x="359" y="210"/>
                </a:cubicBezTo>
                <a:cubicBezTo>
                  <a:pt x="598" y="210"/>
                  <a:pt x="598" y="210"/>
                  <a:pt x="598" y="210"/>
                </a:cubicBezTo>
                <a:cubicBezTo>
                  <a:pt x="629" y="210"/>
                  <a:pt x="629" y="210"/>
                  <a:pt x="629" y="210"/>
                </a:cubicBezTo>
                <a:cubicBezTo>
                  <a:pt x="643" y="210"/>
                  <a:pt x="643" y="210"/>
                  <a:pt x="643" y="210"/>
                </a:cubicBezTo>
                <a:cubicBezTo>
                  <a:pt x="651" y="210"/>
                  <a:pt x="658" y="217"/>
                  <a:pt x="658" y="224"/>
                </a:cubicBezTo>
                <a:cubicBezTo>
                  <a:pt x="658" y="225"/>
                  <a:pt x="658" y="225"/>
                  <a:pt x="658" y="225"/>
                </a:cubicBezTo>
                <a:cubicBezTo>
                  <a:pt x="658" y="270"/>
                  <a:pt x="658" y="270"/>
                  <a:pt x="658" y="270"/>
                </a:cubicBezTo>
                <a:cubicBezTo>
                  <a:pt x="614" y="270"/>
                  <a:pt x="614" y="270"/>
                  <a:pt x="614" y="270"/>
                </a:cubicBezTo>
                <a:lnTo>
                  <a:pt x="614" y="270"/>
                </a:lnTo>
                <a:cubicBezTo>
                  <a:pt x="74" y="270"/>
                  <a:pt x="74" y="270"/>
                  <a:pt x="74" y="270"/>
                </a:cubicBezTo>
                <a:lnTo>
                  <a:pt x="74" y="270"/>
                </a:lnTo>
                <a:cubicBezTo>
                  <a:pt x="29" y="270"/>
                  <a:pt x="29" y="270"/>
                  <a:pt x="29" y="270"/>
                </a:cubicBezTo>
                <a:lnTo>
                  <a:pt x="29" y="225"/>
                </a:lnTo>
                <a:close/>
              </a:path>
            </a:pathLst>
          </a:custGeom>
          <a:solidFill>
            <a:schemeClr val="accent4"/>
          </a:solidFill>
          <a:ln>
            <a:noFill/>
          </a:ln>
          <a:effectLst/>
        </p:spPr>
        <p:txBody>
          <a:bodyPr wrap="none" anchor="ctr"/>
          <a:lstStyle/>
          <a:p>
            <a:endParaRPr lang="da-DK"/>
          </a:p>
        </p:txBody>
      </p:sp>
      <p:sp>
        <p:nvSpPr>
          <p:cNvPr id="57" name="Freeform 45">
            <a:extLst>
              <a:ext uri="{FF2B5EF4-FFF2-40B4-BE49-F238E27FC236}">
                <a16:creationId xmlns:a16="http://schemas.microsoft.com/office/drawing/2014/main" id="{1C18B43D-150B-6695-406F-C36A395C9982}"/>
              </a:ext>
            </a:extLst>
          </p:cNvPr>
          <p:cNvSpPr>
            <a:spLocks noChangeArrowheads="1"/>
          </p:cNvSpPr>
          <p:nvPr/>
        </p:nvSpPr>
        <p:spPr bwMode="auto">
          <a:xfrm>
            <a:off x="3146028" y="2383508"/>
            <a:ext cx="247650" cy="193675"/>
          </a:xfrm>
          <a:custGeom>
            <a:avLst/>
            <a:gdLst>
              <a:gd name="T0" fmla="*/ 668 w 689"/>
              <a:gd name="T1" fmla="*/ 45 h 540"/>
              <a:gd name="T2" fmla="*/ 668 w 689"/>
              <a:gd name="T3" fmla="*/ 45 h 540"/>
              <a:gd name="T4" fmla="*/ 618 w 689"/>
              <a:gd name="T5" fmla="*/ 26 h 540"/>
              <a:gd name="T6" fmla="*/ 344 w 689"/>
              <a:gd name="T7" fmla="*/ 0 h 540"/>
              <a:gd name="T8" fmla="*/ 108 w 689"/>
              <a:gd name="T9" fmla="*/ 18 h 540"/>
              <a:gd name="T10" fmla="*/ 35 w 689"/>
              <a:gd name="T11" fmla="*/ 38 h 540"/>
              <a:gd name="T12" fmla="*/ 11 w 689"/>
              <a:gd name="T13" fmla="*/ 52 h 540"/>
              <a:gd name="T14" fmla="*/ 3 w 689"/>
              <a:gd name="T15" fmla="*/ 61 h 540"/>
              <a:gd name="T16" fmla="*/ 0 w 689"/>
              <a:gd name="T17" fmla="*/ 76 h 540"/>
              <a:gd name="T18" fmla="*/ 3 w 689"/>
              <a:gd name="T19" fmla="*/ 88 h 540"/>
              <a:gd name="T20" fmla="*/ 21 w 689"/>
              <a:gd name="T21" fmla="*/ 105 h 540"/>
              <a:gd name="T22" fmla="*/ 70 w 689"/>
              <a:gd name="T23" fmla="*/ 123 h 540"/>
              <a:gd name="T24" fmla="*/ 329 w 689"/>
              <a:gd name="T25" fmla="*/ 150 h 540"/>
              <a:gd name="T26" fmla="*/ 329 w 689"/>
              <a:gd name="T27" fmla="*/ 449 h 540"/>
              <a:gd name="T28" fmla="*/ 284 w 689"/>
              <a:gd name="T29" fmla="*/ 449 h 540"/>
              <a:gd name="T30" fmla="*/ 209 w 689"/>
              <a:gd name="T31" fmla="*/ 525 h 540"/>
              <a:gd name="T32" fmla="*/ 225 w 689"/>
              <a:gd name="T33" fmla="*/ 539 h 540"/>
              <a:gd name="T34" fmla="*/ 239 w 689"/>
              <a:gd name="T35" fmla="*/ 525 h 540"/>
              <a:gd name="T36" fmla="*/ 239 w 689"/>
              <a:gd name="T37" fmla="*/ 525 h 540"/>
              <a:gd name="T38" fmla="*/ 284 w 689"/>
              <a:gd name="T39" fmla="*/ 480 h 540"/>
              <a:gd name="T40" fmla="*/ 344 w 689"/>
              <a:gd name="T41" fmla="*/ 480 h 540"/>
              <a:gd name="T42" fmla="*/ 344 w 689"/>
              <a:gd name="T43" fmla="*/ 480 h 540"/>
              <a:gd name="T44" fmla="*/ 344 w 689"/>
              <a:gd name="T45" fmla="*/ 480 h 540"/>
              <a:gd name="T46" fmla="*/ 404 w 689"/>
              <a:gd name="T47" fmla="*/ 480 h 540"/>
              <a:gd name="T48" fmla="*/ 449 w 689"/>
              <a:gd name="T49" fmla="*/ 525 h 540"/>
              <a:gd name="T50" fmla="*/ 463 w 689"/>
              <a:gd name="T51" fmla="*/ 539 h 540"/>
              <a:gd name="T52" fmla="*/ 479 w 689"/>
              <a:gd name="T53" fmla="*/ 525 h 540"/>
              <a:gd name="T54" fmla="*/ 404 w 689"/>
              <a:gd name="T55" fmla="*/ 449 h 540"/>
              <a:gd name="T56" fmla="*/ 359 w 689"/>
              <a:gd name="T57" fmla="*/ 449 h 540"/>
              <a:gd name="T58" fmla="*/ 359 w 689"/>
              <a:gd name="T59" fmla="*/ 150 h 540"/>
              <a:gd name="T60" fmla="*/ 580 w 689"/>
              <a:gd name="T61" fmla="*/ 132 h 540"/>
              <a:gd name="T62" fmla="*/ 654 w 689"/>
              <a:gd name="T63" fmla="*/ 112 h 540"/>
              <a:gd name="T64" fmla="*/ 677 w 689"/>
              <a:gd name="T65" fmla="*/ 98 h 540"/>
              <a:gd name="T66" fmla="*/ 685 w 689"/>
              <a:gd name="T67" fmla="*/ 88 h 540"/>
              <a:gd name="T68" fmla="*/ 688 w 689"/>
              <a:gd name="T69" fmla="*/ 76 h 540"/>
              <a:gd name="T70" fmla="*/ 685 w 689"/>
              <a:gd name="T71" fmla="*/ 61 h 540"/>
              <a:gd name="T72" fmla="*/ 668 w 689"/>
              <a:gd name="T73" fmla="*/ 45 h 540"/>
              <a:gd name="T74" fmla="*/ 653 w 689"/>
              <a:gd name="T75" fmla="*/ 80 h 540"/>
              <a:gd name="T76" fmla="*/ 653 w 689"/>
              <a:gd name="T77" fmla="*/ 80 h 540"/>
              <a:gd name="T78" fmla="*/ 611 w 689"/>
              <a:gd name="T79" fmla="*/ 95 h 540"/>
              <a:gd name="T80" fmla="*/ 344 w 689"/>
              <a:gd name="T81" fmla="*/ 120 h 540"/>
              <a:gd name="T82" fmla="*/ 114 w 689"/>
              <a:gd name="T83" fmla="*/ 102 h 540"/>
              <a:gd name="T84" fmla="*/ 46 w 689"/>
              <a:gd name="T85" fmla="*/ 84 h 540"/>
              <a:gd name="T86" fmla="*/ 31 w 689"/>
              <a:gd name="T87" fmla="*/ 76 h 540"/>
              <a:gd name="T88" fmla="*/ 31 w 689"/>
              <a:gd name="T89" fmla="*/ 76 h 540"/>
              <a:gd name="T90" fmla="*/ 36 w 689"/>
              <a:gd name="T91" fmla="*/ 71 h 540"/>
              <a:gd name="T92" fmla="*/ 77 w 689"/>
              <a:gd name="T93" fmla="*/ 56 h 540"/>
              <a:gd name="T94" fmla="*/ 344 w 689"/>
              <a:gd name="T95" fmla="*/ 31 h 540"/>
              <a:gd name="T96" fmla="*/ 574 w 689"/>
              <a:gd name="T97" fmla="*/ 47 h 540"/>
              <a:gd name="T98" fmla="*/ 642 w 689"/>
              <a:gd name="T99" fmla="*/ 66 h 540"/>
              <a:gd name="T100" fmla="*/ 657 w 689"/>
              <a:gd name="T101" fmla="*/ 74 h 540"/>
              <a:gd name="T102" fmla="*/ 657 w 689"/>
              <a:gd name="T103" fmla="*/ 76 h 540"/>
              <a:gd name="T104" fmla="*/ 653 w 689"/>
              <a:gd name="T105" fmla="*/ 80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689" h="540">
                <a:moveTo>
                  <a:pt x="668" y="45"/>
                </a:moveTo>
                <a:lnTo>
                  <a:pt x="668" y="45"/>
                </a:lnTo>
                <a:cubicBezTo>
                  <a:pt x="656" y="38"/>
                  <a:pt x="639" y="32"/>
                  <a:pt x="618" y="26"/>
                </a:cubicBezTo>
                <a:cubicBezTo>
                  <a:pt x="556" y="10"/>
                  <a:pt x="458" y="0"/>
                  <a:pt x="344" y="0"/>
                </a:cubicBezTo>
                <a:cubicBezTo>
                  <a:pt x="253" y="0"/>
                  <a:pt x="170" y="7"/>
                  <a:pt x="108" y="18"/>
                </a:cubicBezTo>
                <a:cubicBezTo>
                  <a:pt x="79" y="24"/>
                  <a:pt x="53" y="31"/>
                  <a:pt x="35" y="38"/>
                </a:cubicBezTo>
                <a:cubicBezTo>
                  <a:pt x="25" y="42"/>
                  <a:pt x="18" y="46"/>
                  <a:pt x="11" y="52"/>
                </a:cubicBezTo>
                <a:cubicBezTo>
                  <a:pt x="8" y="54"/>
                  <a:pt x="6" y="57"/>
                  <a:pt x="3" y="61"/>
                </a:cubicBezTo>
                <a:cubicBezTo>
                  <a:pt x="1" y="66"/>
                  <a:pt x="0" y="70"/>
                  <a:pt x="0" y="76"/>
                </a:cubicBezTo>
                <a:cubicBezTo>
                  <a:pt x="0" y="80"/>
                  <a:pt x="1" y="84"/>
                  <a:pt x="3" y="88"/>
                </a:cubicBezTo>
                <a:cubicBezTo>
                  <a:pt x="7" y="95"/>
                  <a:pt x="14" y="101"/>
                  <a:pt x="21" y="105"/>
                </a:cubicBezTo>
                <a:cubicBezTo>
                  <a:pt x="32" y="112"/>
                  <a:pt x="49" y="118"/>
                  <a:pt x="70" y="123"/>
                </a:cubicBezTo>
                <a:cubicBezTo>
                  <a:pt x="129" y="139"/>
                  <a:pt x="222" y="149"/>
                  <a:pt x="329" y="150"/>
                </a:cubicBezTo>
                <a:cubicBezTo>
                  <a:pt x="329" y="449"/>
                  <a:pt x="329" y="449"/>
                  <a:pt x="329" y="449"/>
                </a:cubicBezTo>
                <a:cubicBezTo>
                  <a:pt x="284" y="449"/>
                  <a:pt x="284" y="449"/>
                  <a:pt x="284" y="449"/>
                </a:cubicBezTo>
                <a:cubicBezTo>
                  <a:pt x="243" y="449"/>
                  <a:pt x="209" y="483"/>
                  <a:pt x="209" y="525"/>
                </a:cubicBezTo>
                <a:cubicBezTo>
                  <a:pt x="209" y="532"/>
                  <a:pt x="216" y="539"/>
                  <a:pt x="225" y="539"/>
                </a:cubicBezTo>
                <a:cubicBezTo>
                  <a:pt x="233" y="539"/>
                  <a:pt x="239" y="532"/>
                  <a:pt x="239" y="525"/>
                </a:cubicBezTo>
                <a:lnTo>
                  <a:pt x="239" y="525"/>
                </a:lnTo>
                <a:cubicBezTo>
                  <a:pt x="239" y="500"/>
                  <a:pt x="260" y="480"/>
                  <a:pt x="284" y="480"/>
                </a:cubicBezTo>
                <a:cubicBezTo>
                  <a:pt x="344" y="480"/>
                  <a:pt x="344" y="480"/>
                  <a:pt x="344" y="480"/>
                </a:cubicBezTo>
                <a:lnTo>
                  <a:pt x="344" y="480"/>
                </a:lnTo>
                <a:lnTo>
                  <a:pt x="344" y="480"/>
                </a:lnTo>
                <a:cubicBezTo>
                  <a:pt x="404" y="480"/>
                  <a:pt x="404" y="480"/>
                  <a:pt x="404" y="480"/>
                </a:cubicBezTo>
                <a:cubicBezTo>
                  <a:pt x="428" y="480"/>
                  <a:pt x="449" y="500"/>
                  <a:pt x="449" y="525"/>
                </a:cubicBezTo>
                <a:cubicBezTo>
                  <a:pt x="449" y="532"/>
                  <a:pt x="456" y="539"/>
                  <a:pt x="463" y="539"/>
                </a:cubicBezTo>
                <a:cubicBezTo>
                  <a:pt x="472" y="539"/>
                  <a:pt x="479" y="532"/>
                  <a:pt x="479" y="525"/>
                </a:cubicBezTo>
                <a:cubicBezTo>
                  <a:pt x="479" y="483"/>
                  <a:pt x="445" y="449"/>
                  <a:pt x="404" y="449"/>
                </a:cubicBezTo>
                <a:cubicBezTo>
                  <a:pt x="359" y="449"/>
                  <a:pt x="359" y="449"/>
                  <a:pt x="359" y="449"/>
                </a:cubicBezTo>
                <a:cubicBezTo>
                  <a:pt x="359" y="150"/>
                  <a:pt x="359" y="150"/>
                  <a:pt x="359" y="150"/>
                </a:cubicBezTo>
                <a:cubicBezTo>
                  <a:pt x="445" y="149"/>
                  <a:pt x="522" y="143"/>
                  <a:pt x="580" y="132"/>
                </a:cubicBezTo>
                <a:cubicBezTo>
                  <a:pt x="611" y="126"/>
                  <a:pt x="635" y="120"/>
                  <a:pt x="654" y="112"/>
                </a:cubicBezTo>
                <a:cubicBezTo>
                  <a:pt x="663" y="108"/>
                  <a:pt x="671" y="104"/>
                  <a:pt x="677" y="98"/>
                </a:cubicBezTo>
                <a:cubicBezTo>
                  <a:pt x="680" y="95"/>
                  <a:pt x="682" y="92"/>
                  <a:pt x="685" y="88"/>
                </a:cubicBezTo>
                <a:cubicBezTo>
                  <a:pt x="687" y="84"/>
                  <a:pt x="688" y="80"/>
                  <a:pt x="688" y="76"/>
                </a:cubicBezTo>
                <a:cubicBezTo>
                  <a:pt x="688" y="70"/>
                  <a:pt x="687" y="66"/>
                  <a:pt x="685" y="61"/>
                </a:cubicBezTo>
                <a:cubicBezTo>
                  <a:pt x="681" y="54"/>
                  <a:pt x="675" y="49"/>
                  <a:pt x="668" y="45"/>
                </a:cubicBezTo>
                <a:close/>
                <a:moveTo>
                  <a:pt x="653" y="80"/>
                </a:moveTo>
                <a:lnTo>
                  <a:pt x="653" y="80"/>
                </a:lnTo>
                <a:cubicBezTo>
                  <a:pt x="644" y="84"/>
                  <a:pt x="630" y="90"/>
                  <a:pt x="611" y="95"/>
                </a:cubicBezTo>
                <a:cubicBezTo>
                  <a:pt x="553" y="109"/>
                  <a:pt x="455" y="120"/>
                  <a:pt x="344" y="120"/>
                </a:cubicBezTo>
                <a:cubicBezTo>
                  <a:pt x="254" y="120"/>
                  <a:pt x="173" y="113"/>
                  <a:pt x="114" y="102"/>
                </a:cubicBezTo>
                <a:cubicBezTo>
                  <a:pt x="84" y="97"/>
                  <a:pt x="62" y="91"/>
                  <a:pt x="46" y="84"/>
                </a:cubicBezTo>
                <a:cubicBezTo>
                  <a:pt x="39" y="81"/>
                  <a:pt x="34" y="78"/>
                  <a:pt x="31" y="76"/>
                </a:cubicBezTo>
                <a:lnTo>
                  <a:pt x="31" y="76"/>
                </a:lnTo>
                <a:cubicBezTo>
                  <a:pt x="31" y="74"/>
                  <a:pt x="34" y="73"/>
                  <a:pt x="36" y="71"/>
                </a:cubicBezTo>
                <a:cubicBezTo>
                  <a:pt x="44" y="66"/>
                  <a:pt x="59" y="60"/>
                  <a:pt x="77" y="56"/>
                </a:cubicBezTo>
                <a:cubicBezTo>
                  <a:pt x="135" y="40"/>
                  <a:pt x="233" y="31"/>
                  <a:pt x="344" y="31"/>
                </a:cubicBezTo>
                <a:cubicBezTo>
                  <a:pt x="434" y="31"/>
                  <a:pt x="517" y="36"/>
                  <a:pt x="574" y="47"/>
                </a:cubicBezTo>
                <a:cubicBezTo>
                  <a:pt x="604" y="53"/>
                  <a:pt x="626" y="59"/>
                  <a:pt x="642" y="66"/>
                </a:cubicBezTo>
                <a:cubicBezTo>
                  <a:pt x="649" y="69"/>
                  <a:pt x="654" y="71"/>
                  <a:pt x="657" y="74"/>
                </a:cubicBezTo>
                <a:cubicBezTo>
                  <a:pt x="657" y="76"/>
                  <a:pt x="657" y="76"/>
                  <a:pt x="657" y="76"/>
                </a:cubicBezTo>
                <a:cubicBezTo>
                  <a:pt x="657" y="76"/>
                  <a:pt x="656" y="77"/>
                  <a:pt x="653" y="80"/>
                </a:cubicBezTo>
                <a:close/>
              </a:path>
            </a:pathLst>
          </a:custGeom>
          <a:solidFill>
            <a:schemeClr val="accent4"/>
          </a:solidFill>
          <a:ln>
            <a:noFill/>
          </a:ln>
          <a:effectLst/>
        </p:spPr>
        <p:txBody>
          <a:bodyPr wrap="none" anchor="ctr"/>
          <a:lstStyle/>
          <a:p>
            <a:endParaRPr lang="da-DK"/>
          </a:p>
        </p:txBody>
      </p:sp>
      <p:grpSp>
        <p:nvGrpSpPr>
          <p:cNvPr id="58" name="Group 61">
            <a:extLst>
              <a:ext uri="{FF2B5EF4-FFF2-40B4-BE49-F238E27FC236}">
                <a16:creationId xmlns:a16="http://schemas.microsoft.com/office/drawing/2014/main" id="{CD732CF2-251D-E51A-05D3-1CFEC7FFC002}"/>
              </a:ext>
            </a:extLst>
          </p:cNvPr>
          <p:cNvGrpSpPr/>
          <p:nvPr/>
        </p:nvGrpSpPr>
        <p:grpSpPr>
          <a:xfrm>
            <a:off x="1520428" y="908720"/>
            <a:ext cx="1973262" cy="141288"/>
            <a:chOff x="484188" y="2695575"/>
            <a:chExt cx="1973262" cy="141288"/>
          </a:xfrm>
          <a:solidFill>
            <a:schemeClr val="accent4"/>
          </a:solidFill>
        </p:grpSpPr>
        <p:sp>
          <p:nvSpPr>
            <p:cNvPr id="59" name="Freeform 46">
              <a:extLst>
                <a:ext uri="{FF2B5EF4-FFF2-40B4-BE49-F238E27FC236}">
                  <a16:creationId xmlns:a16="http://schemas.microsoft.com/office/drawing/2014/main" id="{610F9049-D744-3A70-5290-D6AC6CDDCDE7}"/>
                </a:ext>
              </a:extLst>
            </p:cNvPr>
            <p:cNvSpPr>
              <a:spLocks noChangeArrowheads="1"/>
            </p:cNvSpPr>
            <p:nvPr/>
          </p:nvSpPr>
          <p:spPr bwMode="auto">
            <a:xfrm>
              <a:off x="484188" y="2697163"/>
              <a:ext cx="66675" cy="134937"/>
            </a:xfrm>
            <a:custGeom>
              <a:avLst/>
              <a:gdLst>
                <a:gd name="T0" fmla="*/ 173 w 185"/>
                <a:gd name="T1" fmla="*/ 174 h 377"/>
                <a:gd name="T2" fmla="*/ 35 w 185"/>
                <a:gd name="T3" fmla="*/ 174 h 377"/>
                <a:gd name="T4" fmla="*/ 35 w 185"/>
                <a:gd name="T5" fmla="*/ 31 h 377"/>
                <a:gd name="T6" fmla="*/ 184 w 185"/>
                <a:gd name="T7" fmla="*/ 31 h 377"/>
                <a:gd name="T8" fmla="*/ 184 w 185"/>
                <a:gd name="T9" fmla="*/ 0 h 377"/>
                <a:gd name="T10" fmla="*/ 0 w 185"/>
                <a:gd name="T11" fmla="*/ 0 h 377"/>
                <a:gd name="T12" fmla="*/ 0 w 185"/>
                <a:gd name="T13" fmla="*/ 376 h 377"/>
                <a:gd name="T14" fmla="*/ 35 w 185"/>
                <a:gd name="T15" fmla="*/ 376 h 377"/>
                <a:gd name="T16" fmla="*/ 35 w 185"/>
                <a:gd name="T17" fmla="*/ 205 h 377"/>
                <a:gd name="T18" fmla="*/ 173 w 185"/>
                <a:gd name="T19" fmla="*/ 205 h 377"/>
                <a:gd name="T20" fmla="*/ 173 w 185"/>
                <a:gd name="T21" fmla="*/ 17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7">
                  <a:moveTo>
                    <a:pt x="173" y="174"/>
                  </a:moveTo>
                  <a:lnTo>
                    <a:pt x="35" y="174"/>
                  </a:lnTo>
                  <a:lnTo>
                    <a:pt x="35" y="31"/>
                  </a:lnTo>
                  <a:lnTo>
                    <a:pt x="184" y="31"/>
                  </a:lnTo>
                  <a:lnTo>
                    <a:pt x="184" y="0"/>
                  </a:lnTo>
                  <a:lnTo>
                    <a:pt x="0" y="0"/>
                  </a:lnTo>
                  <a:lnTo>
                    <a:pt x="0" y="376"/>
                  </a:lnTo>
                  <a:lnTo>
                    <a:pt x="35" y="376"/>
                  </a:lnTo>
                  <a:lnTo>
                    <a:pt x="35" y="205"/>
                  </a:lnTo>
                  <a:lnTo>
                    <a:pt x="173" y="205"/>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0" name="Freeform 47">
              <a:extLst>
                <a:ext uri="{FF2B5EF4-FFF2-40B4-BE49-F238E27FC236}">
                  <a16:creationId xmlns:a16="http://schemas.microsoft.com/office/drawing/2014/main" id="{E9443666-C659-5681-5BF6-EF2CE9739AD0}"/>
                </a:ext>
              </a:extLst>
            </p:cNvPr>
            <p:cNvSpPr>
              <a:spLocks noChangeArrowheads="1"/>
            </p:cNvSpPr>
            <p:nvPr/>
          </p:nvSpPr>
          <p:spPr bwMode="auto">
            <a:xfrm>
              <a:off x="574675" y="2697163"/>
              <a:ext cx="98425" cy="138112"/>
            </a:xfrm>
            <a:custGeom>
              <a:avLst/>
              <a:gdLst>
                <a:gd name="T0" fmla="*/ 134 w 274"/>
                <a:gd name="T1" fmla="*/ 383 h 384"/>
                <a:gd name="T2" fmla="*/ 134 w 274"/>
                <a:gd name="T3" fmla="*/ 383 h 384"/>
                <a:gd name="T4" fmla="*/ 273 w 274"/>
                <a:gd name="T5" fmla="*/ 225 h 384"/>
                <a:gd name="T6" fmla="*/ 273 w 274"/>
                <a:gd name="T7" fmla="*/ 0 h 384"/>
                <a:gd name="T8" fmla="*/ 238 w 274"/>
                <a:gd name="T9" fmla="*/ 0 h 384"/>
                <a:gd name="T10" fmla="*/ 238 w 274"/>
                <a:gd name="T11" fmla="*/ 232 h 384"/>
                <a:gd name="T12" fmla="*/ 138 w 274"/>
                <a:gd name="T13" fmla="*/ 351 h 384"/>
                <a:gd name="T14" fmla="*/ 61 w 274"/>
                <a:gd name="T15" fmla="*/ 322 h 384"/>
                <a:gd name="T16" fmla="*/ 35 w 274"/>
                <a:gd name="T17" fmla="*/ 227 h 384"/>
                <a:gd name="T18" fmla="*/ 35 w 274"/>
                <a:gd name="T19" fmla="*/ 0 h 384"/>
                <a:gd name="T20" fmla="*/ 0 w 274"/>
                <a:gd name="T21" fmla="*/ 0 h 384"/>
                <a:gd name="T22" fmla="*/ 0 w 274"/>
                <a:gd name="T23" fmla="*/ 232 h 384"/>
                <a:gd name="T24" fmla="*/ 134 w 274"/>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4" h="384">
                  <a:moveTo>
                    <a:pt x="134" y="383"/>
                  </a:moveTo>
                  <a:lnTo>
                    <a:pt x="134" y="383"/>
                  </a:lnTo>
                  <a:cubicBezTo>
                    <a:pt x="226" y="383"/>
                    <a:pt x="273" y="331"/>
                    <a:pt x="273" y="225"/>
                  </a:cubicBezTo>
                  <a:cubicBezTo>
                    <a:pt x="273" y="0"/>
                    <a:pt x="273" y="0"/>
                    <a:pt x="273" y="0"/>
                  </a:cubicBezTo>
                  <a:cubicBezTo>
                    <a:pt x="238" y="0"/>
                    <a:pt x="238" y="0"/>
                    <a:pt x="238" y="0"/>
                  </a:cubicBezTo>
                  <a:cubicBezTo>
                    <a:pt x="238" y="232"/>
                    <a:pt x="238" y="232"/>
                    <a:pt x="238" y="232"/>
                  </a:cubicBezTo>
                  <a:cubicBezTo>
                    <a:pt x="238" y="312"/>
                    <a:pt x="204" y="351"/>
                    <a:pt x="138" y="351"/>
                  </a:cubicBezTo>
                  <a:cubicBezTo>
                    <a:pt x="103" y="351"/>
                    <a:pt x="77" y="341"/>
                    <a:pt x="61" y="322"/>
                  </a:cubicBezTo>
                  <a:cubicBezTo>
                    <a:pt x="44" y="300"/>
                    <a:pt x="35" y="270"/>
                    <a:pt x="35" y="227"/>
                  </a:cubicBezTo>
                  <a:cubicBezTo>
                    <a:pt x="35" y="0"/>
                    <a:pt x="35" y="0"/>
                    <a:pt x="35" y="0"/>
                  </a:cubicBezTo>
                  <a:cubicBezTo>
                    <a:pt x="0" y="0"/>
                    <a:pt x="0" y="0"/>
                    <a:pt x="0" y="0"/>
                  </a:cubicBezTo>
                  <a:cubicBezTo>
                    <a:pt x="0" y="232"/>
                    <a:pt x="0" y="232"/>
                    <a:pt x="0" y="232"/>
                  </a:cubicBezTo>
                  <a:cubicBezTo>
                    <a:pt x="0" y="333"/>
                    <a:pt x="45" y="383"/>
                    <a:pt x="134"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1" name="Freeform 48">
              <a:extLst>
                <a:ext uri="{FF2B5EF4-FFF2-40B4-BE49-F238E27FC236}">
                  <a16:creationId xmlns:a16="http://schemas.microsoft.com/office/drawing/2014/main" id="{4C074DA7-A4CA-6D84-93E0-380683F36491}"/>
                </a:ext>
              </a:extLst>
            </p:cNvPr>
            <p:cNvSpPr>
              <a:spLocks noChangeArrowheads="1"/>
            </p:cNvSpPr>
            <p:nvPr/>
          </p:nvSpPr>
          <p:spPr bwMode="auto">
            <a:xfrm>
              <a:off x="706438" y="2697163"/>
              <a:ext cx="88900" cy="134937"/>
            </a:xfrm>
            <a:custGeom>
              <a:avLst/>
              <a:gdLst>
                <a:gd name="T0" fmla="*/ 35 w 248"/>
                <a:gd name="T1" fmla="*/ 212 h 377"/>
                <a:gd name="T2" fmla="*/ 35 w 248"/>
                <a:gd name="T3" fmla="*/ 212 h 377"/>
                <a:gd name="T4" fmla="*/ 78 w 248"/>
                <a:gd name="T5" fmla="*/ 212 h 377"/>
                <a:gd name="T6" fmla="*/ 99 w 248"/>
                <a:gd name="T7" fmla="*/ 215 h 377"/>
                <a:gd name="T8" fmla="*/ 117 w 248"/>
                <a:gd name="T9" fmla="*/ 225 h 377"/>
                <a:gd name="T10" fmla="*/ 132 w 248"/>
                <a:gd name="T11" fmla="*/ 241 h 377"/>
                <a:gd name="T12" fmla="*/ 149 w 248"/>
                <a:gd name="T13" fmla="*/ 268 h 377"/>
                <a:gd name="T14" fmla="*/ 207 w 248"/>
                <a:gd name="T15" fmla="*/ 376 h 377"/>
                <a:gd name="T16" fmla="*/ 247 w 248"/>
                <a:gd name="T17" fmla="*/ 376 h 377"/>
                <a:gd name="T18" fmla="*/ 184 w 248"/>
                <a:gd name="T19" fmla="*/ 260 h 377"/>
                <a:gd name="T20" fmla="*/ 172 w 248"/>
                <a:gd name="T21" fmla="*/ 239 h 377"/>
                <a:gd name="T22" fmla="*/ 160 w 248"/>
                <a:gd name="T23" fmla="*/ 223 h 377"/>
                <a:gd name="T24" fmla="*/ 148 w 248"/>
                <a:gd name="T25" fmla="*/ 211 h 377"/>
                <a:gd name="T26" fmla="*/ 134 w 248"/>
                <a:gd name="T27" fmla="*/ 202 h 377"/>
                <a:gd name="T28" fmla="*/ 134 w 248"/>
                <a:gd name="T29" fmla="*/ 201 h 377"/>
                <a:gd name="T30" fmla="*/ 170 w 248"/>
                <a:gd name="T31" fmla="*/ 188 h 377"/>
                <a:gd name="T32" fmla="*/ 197 w 248"/>
                <a:gd name="T33" fmla="*/ 166 h 377"/>
                <a:gd name="T34" fmla="*/ 214 w 248"/>
                <a:gd name="T35" fmla="*/ 136 h 377"/>
                <a:gd name="T36" fmla="*/ 221 w 248"/>
                <a:gd name="T37" fmla="*/ 98 h 377"/>
                <a:gd name="T38" fmla="*/ 211 w 248"/>
                <a:gd name="T39" fmla="*/ 56 h 377"/>
                <a:gd name="T40" fmla="*/ 186 w 248"/>
                <a:gd name="T41" fmla="*/ 24 h 377"/>
                <a:gd name="T42" fmla="*/ 151 w 248"/>
                <a:gd name="T43" fmla="*/ 6 h 377"/>
                <a:gd name="T44" fmla="*/ 110 w 248"/>
                <a:gd name="T45" fmla="*/ 0 h 377"/>
                <a:gd name="T46" fmla="*/ 0 w 248"/>
                <a:gd name="T47" fmla="*/ 0 h 377"/>
                <a:gd name="T48" fmla="*/ 0 w 248"/>
                <a:gd name="T49" fmla="*/ 376 h 377"/>
                <a:gd name="T50" fmla="*/ 35 w 248"/>
                <a:gd name="T51" fmla="*/ 376 h 377"/>
                <a:gd name="T52" fmla="*/ 35 w 248"/>
                <a:gd name="T53" fmla="*/ 212 h 377"/>
                <a:gd name="T54" fmla="*/ 35 w 248"/>
                <a:gd name="T55" fmla="*/ 31 h 377"/>
                <a:gd name="T56" fmla="*/ 35 w 248"/>
                <a:gd name="T57" fmla="*/ 31 h 377"/>
                <a:gd name="T58" fmla="*/ 101 w 248"/>
                <a:gd name="T59" fmla="*/ 31 h 377"/>
                <a:gd name="T60" fmla="*/ 162 w 248"/>
                <a:gd name="T61" fmla="*/ 51 h 377"/>
                <a:gd name="T62" fmla="*/ 183 w 248"/>
                <a:gd name="T63" fmla="*/ 102 h 377"/>
                <a:gd name="T64" fmla="*/ 177 w 248"/>
                <a:gd name="T65" fmla="*/ 135 h 377"/>
                <a:gd name="T66" fmla="*/ 160 w 248"/>
                <a:gd name="T67" fmla="*/ 160 h 377"/>
                <a:gd name="T68" fmla="*/ 132 w 248"/>
                <a:gd name="T69" fmla="*/ 175 h 377"/>
                <a:gd name="T70" fmla="*/ 99 w 248"/>
                <a:gd name="T71" fmla="*/ 181 h 377"/>
                <a:gd name="T72" fmla="*/ 35 w 248"/>
                <a:gd name="T73" fmla="*/ 181 h 377"/>
                <a:gd name="T74" fmla="*/ 35 w 248"/>
                <a:gd name="T75" fmla="*/ 3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35" y="212"/>
                  </a:moveTo>
                  <a:lnTo>
                    <a:pt x="35" y="212"/>
                  </a:lnTo>
                  <a:cubicBezTo>
                    <a:pt x="78" y="212"/>
                    <a:pt x="78" y="212"/>
                    <a:pt x="78" y="212"/>
                  </a:cubicBezTo>
                  <a:cubicBezTo>
                    <a:pt x="85" y="212"/>
                    <a:pt x="92" y="213"/>
                    <a:pt x="99" y="215"/>
                  </a:cubicBezTo>
                  <a:cubicBezTo>
                    <a:pt x="106" y="218"/>
                    <a:pt x="111" y="220"/>
                    <a:pt x="117" y="225"/>
                  </a:cubicBezTo>
                  <a:cubicBezTo>
                    <a:pt x="122" y="229"/>
                    <a:pt x="128" y="234"/>
                    <a:pt x="132" y="241"/>
                  </a:cubicBezTo>
                  <a:cubicBezTo>
                    <a:pt x="138" y="248"/>
                    <a:pt x="143" y="258"/>
                    <a:pt x="149" y="268"/>
                  </a:cubicBezTo>
                  <a:cubicBezTo>
                    <a:pt x="207" y="376"/>
                    <a:pt x="207" y="376"/>
                    <a:pt x="207" y="376"/>
                  </a:cubicBezTo>
                  <a:cubicBezTo>
                    <a:pt x="247" y="376"/>
                    <a:pt x="247" y="376"/>
                    <a:pt x="247" y="376"/>
                  </a:cubicBezTo>
                  <a:cubicBezTo>
                    <a:pt x="184" y="260"/>
                    <a:pt x="184" y="260"/>
                    <a:pt x="184" y="260"/>
                  </a:cubicBezTo>
                  <a:cubicBezTo>
                    <a:pt x="180" y="253"/>
                    <a:pt x="176" y="246"/>
                    <a:pt x="172" y="239"/>
                  </a:cubicBezTo>
                  <a:cubicBezTo>
                    <a:pt x="167" y="233"/>
                    <a:pt x="163" y="227"/>
                    <a:pt x="160" y="223"/>
                  </a:cubicBezTo>
                  <a:cubicBezTo>
                    <a:pt x="156" y="218"/>
                    <a:pt x="152" y="213"/>
                    <a:pt x="148" y="211"/>
                  </a:cubicBezTo>
                  <a:cubicBezTo>
                    <a:pt x="143" y="208"/>
                    <a:pt x="139" y="205"/>
                    <a:pt x="134" y="202"/>
                  </a:cubicBezTo>
                  <a:cubicBezTo>
                    <a:pt x="134" y="201"/>
                    <a:pt x="134" y="201"/>
                    <a:pt x="134" y="201"/>
                  </a:cubicBezTo>
                  <a:cubicBezTo>
                    <a:pt x="148" y="198"/>
                    <a:pt x="159" y="194"/>
                    <a:pt x="170" y="188"/>
                  </a:cubicBezTo>
                  <a:cubicBezTo>
                    <a:pt x="180" y="181"/>
                    <a:pt x="190" y="174"/>
                    <a:pt x="197" y="166"/>
                  </a:cubicBezTo>
                  <a:cubicBezTo>
                    <a:pt x="204" y="157"/>
                    <a:pt x="209" y="147"/>
                    <a:pt x="214" y="136"/>
                  </a:cubicBezTo>
                  <a:cubicBezTo>
                    <a:pt x="218" y="125"/>
                    <a:pt x="221" y="112"/>
                    <a:pt x="221" y="98"/>
                  </a:cubicBezTo>
                  <a:cubicBezTo>
                    <a:pt x="221" y="83"/>
                    <a:pt x="216" y="67"/>
                    <a:pt x="211" y="56"/>
                  </a:cubicBezTo>
                  <a:cubicBezTo>
                    <a:pt x="204" y="44"/>
                    <a:pt x="197" y="32"/>
                    <a:pt x="186" y="24"/>
                  </a:cubicBezTo>
                  <a:cubicBezTo>
                    <a:pt x="176" y="17"/>
                    <a:pt x="163" y="10"/>
                    <a:pt x="151" y="6"/>
                  </a:cubicBezTo>
                  <a:cubicBezTo>
                    <a:pt x="136" y="1"/>
                    <a:pt x="124" y="0"/>
                    <a:pt x="110" y="0"/>
                  </a:cubicBezTo>
                  <a:cubicBezTo>
                    <a:pt x="0" y="0"/>
                    <a:pt x="0" y="0"/>
                    <a:pt x="0" y="0"/>
                  </a:cubicBezTo>
                  <a:cubicBezTo>
                    <a:pt x="0" y="376"/>
                    <a:pt x="0" y="376"/>
                    <a:pt x="0" y="376"/>
                  </a:cubicBezTo>
                  <a:cubicBezTo>
                    <a:pt x="35" y="376"/>
                    <a:pt x="35" y="376"/>
                    <a:pt x="35" y="376"/>
                  </a:cubicBezTo>
                  <a:lnTo>
                    <a:pt x="35" y="212"/>
                  </a:lnTo>
                  <a:close/>
                  <a:moveTo>
                    <a:pt x="35" y="31"/>
                  </a:moveTo>
                  <a:lnTo>
                    <a:pt x="35" y="31"/>
                  </a:lnTo>
                  <a:cubicBezTo>
                    <a:pt x="101" y="31"/>
                    <a:pt x="101" y="31"/>
                    <a:pt x="101" y="31"/>
                  </a:cubicBezTo>
                  <a:cubicBezTo>
                    <a:pt x="128" y="31"/>
                    <a:pt x="148" y="38"/>
                    <a:pt x="162" y="51"/>
                  </a:cubicBezTo>
                  <a:cubicBezTo>
                    <a:pt x="176" y="63"/>
                    <a:pt x="183" y="80"/>
                    <a:pt x="183" y="102"/>
                  </a:cubicBezTo>
                  <a:cubicBezTo>
                    <a:pt x="183" y="114"/>
                    <a:pt x="181" y="125"/>
                    <a:pt x="177" y="135"/>
                  </a:cubicBezTo>
                  <a:cubicBezTo>
                    <a:pt x="173" y="145"/>
                    <a:pt x="167" y="153"/>
                    <a:pt x="160" y="160"/>
                  </a:cubicBezTo>
                  <a:cubicBezTo>
                    <a:pt x="152" y="166"/>
                    <a:pt x="143" y="171"/>
                    <a:pt x="132" y="175"/>
                  </a:cubicBezTo>
                  <a:cubicBezTo>
                    <a:pt x="122" y="178"/>
                    <a:pt x="111" y="181"/>
                    <a:pt x="99" y="181"/>
                  </a:cubicBezTo>
                  <a:cubicBezTo>
                    <a:pt x="35" y="181"/>
                    <a:pt x="35" y="181"/>
                    <a:pt x="35" y="181"/>
                  </a:cubicBezTo>
                  <a:lnTo>
                    <a:pt x="35"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2" name="Freeform 49">
              <a:extLst>
                <a:ext uri="{FF2B5EF4-FFF2-40B4-BE49-F238E27FC236}">
                  <a16:creationId xmlns:a16="http://schemas.microsoft.com/office/drawing/2014/main" id="{DD5C6DC1-2719-093B-1CF3-A0D8D66DBD43}"/>
                </a:ext>
              </a:extLst>
            </p:cNvPr>
            <p:cNvSpPr>
              <a:spLocks noChangeArrowheads="1"/>
            </p:cNvSpPr>
            <p:nvPr/>
          </p:nvSpPr>
          <p:spPr bwMode="auto">
            <a:xfrm>
              <a:off x="819150" y="2697163"/>
              <a:ext cx="106363" cy="134937"/>
            </a:xfrm>
            <a:custGeom>
              <a:avLst/>
              <a:gdLst>
                <a:gd name="T0" fmla="*/ 258 w 296"/>
                <a:gd name="T1" fmla="*/ 279 h 377"/>
                <a:gd name="T2" fmla="*/ 258 w 296"/>
                <a:gd name="T3" fmla="*/ 279 h 377"/>
                <a:gd name="T4" fmla="*/ 260 w 296"/>
                <a:gd name="T5" fmla="*/ 305 h 377"/>
                <a:gd name="T6" fmla="*/ 261 w 296"/>
                <a:gd name="T7" fmla="*/ 323 h 377"/>
                <a:gd name="T8" fmla="*/ 260 w 296"/>
                <a:gd name="T9" fmla="*/ 323 h 377"/>
                <a:gd name="T10" fmla="*/ 253 w 296"/>
                <a:gd name="T11" fmla="*/ 312 h 377"/>
                <a:gd name="T12" fmla="*/ 244 w 296"/>
                <a:gd name="T13" fmla="*/ 299 h 377"/>
                <a:gd name="T14" fmla="*/ 38 w 296"/>
                <a:gd name="T15" fmla="*/ 0 h 377"/>
                <a:gd name="T16" fmla="*/ 0 w 296"/>
                <a:gd name="T17" fmla="*/ 0 h 377"/>
                <a:gd name="T18" fmla="*/ 0 w 296"/>
                <a:gd name="T19" fmla="*/ 376 h 377"/>
                <a:gd name="T20" fmla="*/ 35 w 296"/>
                <a:gd name="T21" fmla="*/ 376 h 377"/>
                <a:gd name="T22" fmla="*/ 35 w 296"/>
                <a:gd name="T23" fmla="*/ 84 h 377"/>
                <a:gd name="T24" fmla="*/ 34 w 296"/>
                <a:gd name="T25" fmla="*/ 63 h 377"/>
                <a:gd name="T26" fmla="*/ 34 w 296"/>
                <a:gd name="T27" fmla="*/ 51 h 377"/>
                <a:gd name="T28" fmla="*/ 35 w 296"/>
                <a:gd name="T29" fmla="*/ 51 h 377"/>
                <a:gd name="T30" fmla="*/ 41 w 296"/>
                <a:gd name="T31" fmla="*/ 62 h 377"/>
                <a:gd name="T32" fmla="*/ 48 w 296"/>
                <a:gd name="T33" fmla="*/ 74 h 377"/>
                <a:gd name="T34" fmla="*/ 258 w 296"/>
                <a:gd name="T35" fmla="*/ 376 h 377"/>
                <a:gd name="T36" fmla="*/ 295 w 296"/>
                <a:gd name="T37" fmla="*/ 376 h 377"/>
                <a:gd name="T38" fmla="*/ 295 w 296"/>
                <a:gd name="T39" fmla="*/ 0 h 377"/>
                <a:gd name="T40" fmla="*/ 258 w 296"/>
                <a:gd name="T41" fmla="*/ 0 h 377"/>
                <a:gd name="T42" fmla="*/ 258 w 296"/>
                <a:gd name="T43" fmla="*/ 279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258" y="279"/>
                  </a:moveTo>
                  <a:lnTo>
                    <a:pt x="258" y="279"/>
                  </a:lnTo>
                  <a:cubicBezTo>
                    <a:pt x="258" y="289"/>
                    <a:pt x="260" y="296"/>
                    <a:pt x="260" y="305"/>
                  </a:cubicBezTo>
                  <a:cubicBezTo>
                    <a:pt x="260" y="312"/>
                    <a:pt x="260" y="317"/>
                    <a:pt x="261" y="323"/>
                  </a:cubicBezTo>
                  <a:cubicBezTo>
                    <a:pt x="260" y="323"/>
                    <a:pt x="260" y="323"/>
                    <a:pt x="260" y="323"/>
                  </a:cubicBezTo>
                  <a:cubicBezTo>
                    <a:pt x="258" y="320"/>
                    <a:pt x="256" y="316"/>
                    <a:pt x="253" y="312"/>
                  </a:cubicBezTo>
                  <a:cubicBezTo>
                    <a:pt x="250" y="307"/>
                    <a:pt x="247" y="303"/>
                    <a:pt x="244" y="299"/>
                  </a:cubicBezTo>
                  <a:cubicBezTo>
                    <a:pt x="38" y="0"/>
                    <a:pt x="38" y="0"/>
                    <a:pt x="38" y="0"/>
                  </a:cubicBezTo>
                  <a:cubicBezTo>
                    <a:pt x="0" y="0"/>
                    <a:pt x="0" y="0"/>
                    <a:pt x="0" y="0"/>
                  </a:cubicBezTo>
                  <a:cubicBezTo>
                    <a:pt x="0" y="376"/>
                    <a:pt x="0" y="376"/>
                    <a:pt x="0" y="376"/>
                  </a:cubicBezTo>
                  <a:cubicBezTo>
                    <a:pt x="35" y="376"/>
                    <a:pt x="35" y="376"/>
                    <a:pt x="35" y="376"/>
                  </a:cubicBezTo>
                  <a:cubicBezTo>
                    <a:pt x="35" y="84"/>
                    <a:pt x="35" y="84"/>
                    <a:pt x="35" y="84"/>
                  </a:cubicBezTo>
                  <a:cubicBezTo>
                    <a:pt x="35" y="76"/>
                    <a:pt x="34" y="69"/>
                    <a:pt x="34" y="63"/>
                  </a:cubicBezTo>
                  <a:cubicBezTo>
                    <a:pt x="34" y="58"/>
                    <a:pt x="34" y="53"/>
                    <a:pt x="34" y="51"/>
                  </a:cubicBezTo>
                  <a:cubicBezTo>
                    <a:pt x="35" y="51"/>
                    <a:pt x="35" y="51"/>
                    <a:pt x="35" y="51"/>
                  </a:cubicBezTo>
                  <a:cubicBezTo>
                    <a:pt x="36" y="55"/>
                    <a:pt x="38" y="58"/>
                    <a:pt x="41" y="62"/>
                  </a:cubicBezTo>
                  <a:cubicBezTo>
                    <a:pt x="44" y="66"/>
                    <a:pt x="46" y="70"/>
                    <a:pt x="48" y="74"/>
                  </a:cubicBezTo>
                  <a:cubicBezTo>
                    <a:pt x="258" y="376"/>
                    <a:pt x="258" y="376"/>
                    <a:pt x="258" y="376"/>
                  </a:cubicBezTo>
                  <a:cubicBezTo>
                    <a:pt x="295" y="376"/>
                    <a:pt x="295" y="376"/>
                    <a:pt x="295" y="376"/>
                  </a:cubicBezTo>
                  <a:cubicBezTo>
                    <a:pt x="295" y="0"/>
                    <a:pt x="295" y="0"/>
                    <a:pt x="295" y="0"/>
                  </a:cubicBezTo>
                  <a:cubicBezTo>
                    <a:pt x="258" y="0"/>
                    <a:pt x="258" y="0"/>
                    <a:pt x="258" y="0"/>
                  </a:cubicBezTo>
                  <a:lnTo>
                    <a:pt x="258" y="279"/>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3" name="Freeform 50">
              <a:extLst>
                <a:ext uri="{FF2B5EF4-FFF2-40B4-BE49-F238E27FC236}">
                  <a16:creationId xmlns:a16="http://schemas.microsoft.com/office/drawing/2014/main" id="{06BF5E96-AE16-FD2B-D923-FCA68DA51573}"/>
                </a:ext>
              </a:extLst>
            </p:cNvPr>
            <p:cNvSpPr>
              <a:spLocks noChangeArrowheads="1"/>
            </p:cNvSpPr>
            <p:nvPr/>
          </p:nvSpPr>
          <p:spPr bwMode="auto">
            <a:xfrm>
              <a:off x="960438"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4" name="Freeform 51">
              <a:extLst>
                <a:ext uri="{FF2B5EF4-FFF2-40B4-BE49-F238E27FC236}">
                  <a16:creationId xmlns:a16="http://schemas.microsoft.com/office/drawing/2014/main" id="{BE992645-848E-6882-F7C2-BBE0C8A15760}"/>
                </a:ext>
              </a:extLst>
            </p:cNvPr>
            <p:cNvSpPr>
              <a:spLocks noChangeArrowheads="1"/>
            </p:cNvSpPr>
            <p:nvPr/>
          </p:nvSpPr>
          <p:spPr bwMode="auto">
            <a:xfrm>
              <a:off x="995363" y="2697163"/>
              <a:ext cx="92075" cy="134937"/>
            </a:xfrm>
            <a:custGeom>
              <a:avLst/>
              <a:gdLst>
                <a:gd name="T0" fmla="*/ 253 w 254"/>
                <a:gd name="T1" fmla="*/ 0 h 377"/>
                <a:gd name="T2" fmla="*/ 0 w 254"/>
                <a:gd name="T3" fmla="*/ 0 h 377"/>
                <a:gd name="T4" fmla="*/ 0 w 254"/>
                <a:gd name="T5" fmla="*/ 31 h 377"/>
                <a:gd name="T6" fmla="*/ 108 w 254"/>
                <a:gd name="T7" fmla="*/ 31 h 377"/>
                <a:gd name="T8" fmla="*/ 108 w 254"/>
                <a:gd name="T9" fmla="*/ 376 h 377"/>
                <a:gd name="T10" fmla="*/ 143 w 254"/>
                <a:gd name="T11" fmla="*/ 376 h 377"/>
                <a:gd name="T12" fmla="*/ 143 w 254"/>
                <a:gd name="T13" fmla="*/ 31 h 377"/>
                <a:gd name="T14" fmla="*/ 253 w 254"/>
                <a:gd name="T15" fmla="*/ 31 h 377"/>
                <a:gd name="T16" fmla="*/ 253 w 254"/>
                <a:gd name="T17" fmla="*/ 0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54" h="377">
                  <a:moveTo>
                    <a:pt x="253" y="0"/>
                  </a:moveTo>
                  <a:lnTo>
                    <a:pt x="0" y="0"/>
                  </a:lnTo>
                  <a:lnTo>
                    <a:pt x="0" y="31"/>
                  </a:lnTo>
                  <a:lnTo>
                    <a:pt x="108" y="31"/>
                  </a:lnTo>
                  <a:lnTo>
                    <a:pt x="108" y="376"/>
                  </a:lnTo>
                  <a:lnTo>
                    <a:pt x="143" y="376"/>
                  </a:lnTo>
                  <a:lnTo>
                    <a:pt x="143" y="31"/>
                  </a:lnTo>
                  <a:lnTo>
                    <a:pt x="253" y="31"/>
                  </a:lnTo>
                  <a:lnTo>
                    <a:pt x="25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5" name="Freeform 52">
              <a:extLst>
                <a:ext uri="{FF2B5EF4-FFF2-40B4-BE49-F238E27FC236}">
                  <a16:creationId xmlns:a16="http://schemas.microsoft.com/office/drawing/2014/main" id="{874DEFB6-2965-823F-A3D7-FAC962690152}"/>
                </a:ext>
              </a:extLst>
            </p:cNvPr>
            <p:cNvSpPr>
              <a:spLocks noChangeArrowheads="1"/>
            </p:cNvSpPr>
            <p:nvPr/>
          </p:nvSpPr>
          <p:spPr bwMode="auto">
            <a:xfrm>
              <a:off x="1106488" y="2697163"/>
              <a:ext cx="98425" cy="138112"/>
            </a:xfrm>
            <a:custGeom>
              <a:avLst/>
              <a:gdLst>
                <a:gd name="T0" fmla="*/ 132 w 272"/>
                <a:gd name="T1" fmla="*/ 383 h 384"/>
                <a:gd name="T2" fmla="*/ 132 w 272"/>
                <a:gd name="T3" fmla="*/ 383 h 384"/>
                <a:gd name="T4" fmla="*/ 271 w 272"/>
                <a:gd name="T5" fmla="*/ 225 h 384"/>
                <a:gd name="T6" fmla="*/ 271 w 272"/>
                <a:gd name="T7" fmla="*/ 0 h 384"/>
                <a:gd name="T8" fmla="*/ 236 w 272"/>
                <a:gd name="T9" fmla="*/ 0 h 384"/>
                <a:gd name="T10" fmla="*/ 236 w 272"/>
                <a:gd name="T11" fmla="*/ 232 h 384"/>
                <a:gd name="T12" fmla="*/ 136 w 272"/>
                <a:gd name="T13" fmla="*/ 351 h 384"/>
                <a:gd name="T14" fmla="*/ 59 w 272"/>
                <a:gd name="T15" fmla="*/ 322 h 384"/>
                <a:gd name="T16" fmla="*/ 35 w 272"/>
                <a:gd name="T17" fmla="*/ 227 h 384"/>
                <a:gd name="T18" fmla="*/ 35 w 272"/>
                <a:gd name="T19" fmla="*/ 0 h 384"/>
                <a:gd name="T20" fmla="*/ 0 w 272"/>
                <a:gd name="T21" fmla="*/ 0 h 384"/>
                <a:gd name="T22" fmla="*/ 0 w 272"/>
                <a:gd name="T23" fmla="*/ 232 h 384"/>
                <a:gd name="T24" fmla="*/ 132 w 272"/>
                <a:gd name="T25" fmla="*/ 383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72" h="384">
                  <a:moveTo>
                    <a:pt x="132" y="383"/>
                  </a:moveTo>
                  <a:lnTo>
                    <a:pt x="132" y="383"/>
                  </a:lnTo>
                  <a:cubicBezTo>
                    <a:pt x="225" y="383"/>
                    <a:pt x="271" y="331"/>
                    <a:pt x="271" y="225"/>
                  </a:cubicBezTo>
                  <a:cubicBezTo>
                    <a:pt x="271" y="0"/>
                    <a:pt x="271" y="0"/>
                    <a:pt x="271" y="0"/>
                  </a:cubicBezTo>
                  <a:cubicBezTo>
                    <a:pt x="236" y="0"/>
                    <a:pt x="236" y="0"/>
                    <a:pt x="236" y="0"/>
                  </a:cubicBezTo>
                  <a:cubicBezTo>
                    <a:pt x="236" y="232"/>
                    <a:pt x="236" y="232"/>
                    <a:pt x="236" y="232"/>
                  </a:cubicBezTo>
                  <a:cubicBezTo>
                    <a:pt x="236" y="312"/>
                    <a:pt x="202" y="351"/>
                    <a:pt x="136" y="351"/>
                  </a:cubicBezTo>
                  <a:cubicBezTo>
                    <a:pt x="103" y="351"/>
                    <a:pt x="76" y="341"/>
                    <a:pt x="59" y="322"/>
                  </a:cubicBezTo>
                  <a:cubicBezTo>
                    <a:pt x="42" y="300"/>
                    <a:pt x="35" y="270"/>
                    <a:pt x="35" y="227"/>
                  </a:cubicBezTo>
                  <a:cubicBezTo>
                    <a:pt x="35" y="0"/>
                    <a:pt x="35" y="0"/>
                    <a:pt x="35" y="0"/>
                  </a:cubicBezTo>
                  <a:cubicBezTo>
                    <a:pt x="0" y="0"/>
                    <a:pt x="0" y="0"/>
                    <a:pt x="0" y="0"/>
                  </a:cubicBezTo>
                  <a:cubicBezTo>
                    <a:pt x="0" y="232"/>
                    <a:pt x="0" y="232"/>
                    <a:pt x="0" y="232"/>
                  </a:cubicBezTo>
                  <a:cubicBezTo>
                    <a:pt x="0" y="333"/>
                    <a:pt x="44" y="383"/>
                    <a:pt x="132" y="38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6" name="Freeform 53">
              <a:extLst>
                <a:ext uri="{FF2B5EF4-FFF2-40B4-BE49-F238E27FC236}">
                  <a16:creationId xmlns:a16="http://schemas.microsoft.com/office/drawing/2014/main" id="{F4C857C7-9117-D82F-658C-F3BCDF4566A7}"/>
                </a:ext>
              </a:extLst>
            </p:cNvPr>
            <p:cNvSpPr>
              <a:spLocks noChangeArrowheads="1"/>
            </p:cNvSpPr>
            <p:nvPr/>
          </p:nvSpPr>
          <p:spPr bwMode="auto">
            <a:xfrm>
              <a:off x="1238250" y="2697163"/>
              <a:ext cx="88900" cy="134937"/>
            </a:xfrm>
            <a:custGeom>
              <a:avLst/>
              <a:gdLst>
                <a:gd name="T0" fmla="*/ 171 w 248"/>
                <a:gd name="T1" fmla="*/ 239 h 377"/>
                <a:gd name="T2" fmla="*/ 171 w 248"/>
                <a:gd name="T3" fmla="*/ 239 h 377"/>
                <a:gd name="T4" fmla="*/ 160 w 248"/>
                <a:gd name="T5" fmla="*/ 223 h 377"/>
                <a:gd name="T6" fmla="*/ 147 w 248"/>
                <a:gd name="T7" fmla="*/ 211 h 377"/>
                <a:gd name="T8" fmla="*/ 133 w 248"/>
                <a:gd name="T9" fmla="*/ 202 h 377"/>
                <a:gd name="T10" fmla="*/ 133 w 248"/>
                <a:gd name="T11" fmla="*/ 201 h 377"/>
                <a:gd name="T12" fmla="*/ 170 w 248"/>
                <a:gd name="T13" fmla="*/ 188 h 377"/>
                <a:gd name="T14" fmla="*/ 197 w 248"/>
                <a:gd name="T15" fmla="*/ 166 h 377"/>
                <a:gd name="T16" fmla="*/ 213 w 248"/>
                <a:gd name="T17" fmla="*/ 136 h 377"/>
                <a:gd name="T18" fmla="*/ 220 w 248"/>
                <a:gd name="T19" fmla="*/ 98 h 377"/>
                <a:gd name="T20" fmla="*/ 211 w 248"/>
                <a:gd name="T21" fmla="*/ 56 h 377"/>
                <a:gd name="T22" fmla="*/ 185 w 248"/>
                <a:gd name="T23" fmla="*/ 24 h 377"/>
                <a:gd name="T24" fmla="*/ 150 w 248"/>
                <a:gd name="T25" fmla="*/ 6 h 377"/>
                <a:gd name="T26" fmla="*/ 109 w 248"/>
                <a:gd name="T27" fmla="*/ 0 h 377"/>
                <a:gd name="T28" fmla="*/ 0 w 248"/>
                <a:gd name="T29" fmla="*/ 0 h 377"/>
                <a:gd name="T30" fmla="*/ 0 w 248"/>
                <a:gd name="T31" fmla="*/ 376 h 377"/>
                <a:gd name="T32" fmla="*/ 35 w 248"/>
                <a:gd name="T33" fmla="*/ 376 h 377"/>
                <a:gd name="T34" fmla="*/ 35 w 248"/>
                <a:gd name="T35" fmla="*/ 212 h 377"/>
                <a:gd name="T36" fmla="*/ 77 w 248"/>
                <a:gd name="T37" fmla="*/ 212 h 377"/>
                <a:gd name="T38" fmla="*/ 98 w 248"/>
                <a:gd name="T39" fmla="*/ 215 h 377"/>
                <a:gd name="T40" fmla="*/ 116 w 248"/>
                <a:gd name="T41" fmla="*/ 225 h 377"/>
                <a:gd name="T42" fmla="*/ 133 w 248"/>
                <a:gd name="T43" fmla="*/ 241 h 377"/>
                <a:gd name="T44" fmla="*/ 149 w 248"/>
                <a:gd name="T45" fmla="*/ 268 h 377"/>
                <a:gd name="T46" fmla="*/ 206 w 248"/>
                <a:gd name="T47" fmla="*/ 376 h 377"/>
                <a:gd name="T48" fmla="*/ 247 w 248"/>
                <a:gd name="T49" fmla="*/ 376 h 377"/>
                <a:gd name="T50" fmla="*/ 184 w 248"/>
                <a:gd name="T51" fmla="*/ 260 h 377"/>
                <a:gd name="T52" fmla="*/ 171 w 248"/>
                <a:gd name="T53" fmla="*/ 239 h 377"/>
                <a:gd name="T54" fmla="*/ 98 w 248"/>
                <a:gd name="T55" fmla="*/ 181 h 377"/>
                <a:gd name="T56" fmla="*/ 98 w 248"/>
                <a:gd name="T57" fmla="*/ 181 h 377"/>
                <a:gd name="T58" fmla="*/ 35 w 248"/>
                <a:gd name="T59" fmla="*/ 181 h 377"/>
                <a:gd name="T60" fmla="*/ 35 w 248"/>
                <a:gd name="T61" fmla="*/ 31 h 377"/>
                <a:gd name="T62" fmla="*/ 101 w 248"/>
                <a:gd name="T63" fmla="*/ 31 h 377"/>
                <a:gd name="T64" fmla="*/ 161 w 248"/>
                <a:gd name="T65" fmla="*/ 51 h 377"/>
                <a:gd name="T66" fmla="*/ 184 w 248"/>
                <a:gd name="T67" fmla="*/ 102 h 377"/>
                <a:gd name="T68" fmla="*/ 177 w 248"/>
                <a:gd name="T69" fmla="*/ 135 h 377"/>
                <a:gd name="T70" fmla="*/ 160 w 248"/>
                <a:gd name="T71" fmla="*/ 160 h 377"/>
                <a:gd name="T72" fmla="*/ 133 w 248"/>
                <a:gd name="T73" fmla="*/ 175 h 377"/>
                <a:gd name="T74" fmla="*/ 98 w 248"/>
                <a:gd name="T75" fmla="*/ 181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248" h="377">
                  <a:moveTo>
                    <a:pt x="171" y="239"/>
                  </a:moveTo>
                  <a:lnTo>
                    <a:pt x="171" y="239"/>
                  </a:lnTo>
                  <a:cubicBezTo>
                    <a:pt x="167" y="233"/>
                    <a:pt x="164" y="227"/>
                    <a:pt x="160" y="223"/>
                  </a:cubicBezTo>
                  <a:cubicBezTo>
                    <a:pt x="156" y="218"/>
                    <a:pt x="152" y="213"/>
                    <a:pt x="147" y="211"/>
                  </a:cubicBezTo>
                  <a:cubicBezTo>
                    <a:pt x="143" y="208"/>
                    <a:pt x="139" y="205"/>
                    <a:pt x="133" y="202"/>
                  </a:cubicBezTo>
                  <a:cubicBezTo>
                    <a:pt x="133" y="201"/>
                    <a:pt x="133" y="201"/>
                    <a:pt x="133" y="201"/>
                  </a:cubicBezTo>
                  <a:cubicBezTo>
                    <a:pt x="147" y="198"/>
                    <a:pt x="159" y="194"/>
                    <a:pt x="170" y="188"/>
                  </a:cubicBezTo>
                  <a:cubicBezTo>
                    <a:pt x="180" y="181"/>
                    <a:pt x="189" y="174"/>
                    <a:pt x="197" y="166"/>
                  </a:cubicBezTo>
                  <a:cubicBezTo>
                    <a:pt x="204" y="157"/>
                    <a:pt x="209" y="147"/>
                    <a:pt x="213" y="136"/>
                  </a:cubicBezTo>
                  <a:cubicBezTo>
                    <a:pt x="218" y="125"/>
                    <a:pt x="220" y="112"/>
                    <a:pt x="220" y="98"/>
                  </a:cubicBezTo>
                  <a:cubicBezTo>
                    <a:pt x="220" y="83"/>
                    <a:pt x="216" y="67"/>
                    <a:pt x="211" y="56"/>
                  </a:cubicBezTo>
                  <a:cubicBezTo>
                    <a:pt x="205" y="44"/>
                    <a:pt x="197" y="32"/>
                    <a:pt x="185" y="24"/>
                  </a:cubicBezTo>
                  <a:cubicBezTo>
                    <a:pt x="175" y="17"/>
                    <a:pt x="163" y="10"/>
                    <a:pt x="150" y="6"/>
                  </a:cubicBezTo>
                  <a:cubicBezTo>
                    <a:pt x="138" y="1"/>
                    <a:pt x="124" y="0"/>
                    <a:pt x="109" y="0"/>
                  </a:cubicBezTo>
                  <a:cubicBezTo>
                    <a:pt x="0" y="0"/>
                    <a:pt x="0" y="0"/>
                    <a:pt x="0" y="0"/>
                  </a:cubicBezTo>
                  <a:cubicBezTo>
                    <a:pt x="0" y="376"/>
                    <a:pt x="0" y="376"/>
                    <a:pt x="0" y="376"/>
                  </a:cubicBezTo>
                  <a:cubicBezTo>
                    <a:pt x="35" y="376"/>
                    <a:pt x="35" y="376"/>
                    <a:pt x="35" y="376"/>
                  </a:cubicBezTo>
                  <a:cubicBezTo>
                    <a:pt x="35" y="212"/>
                    <a:pt x="35" y="212"/>
                    <a:pt x="35" y="212"/>
                  </a:cubicBezTo>
                  <a:cubicBezTo>
                    <a:pt x="77" y="212"/>
                    <a:pt x="77" y="212"/>
                    <a:pt x="77" y="212"/>
                  </a:cubicBezTo>
                  <a:cubicBezTo>
                    <a:pt x="84" y="212"/>
                    <a:pt x="93" y="213"/>
                    <a:pt x="98" y="215"/>
                  </a:cubicBezTo>
                  <a:cubicBezTo>
                    <a:pt x="105" y="218"/>
                    <a:pt x="111" y="220"/>
                    <a:pt x="116" y="225"/>
                  </a:cubicBezTo>
                  <a:cubicBezTo>
                    <a:pt x="122" y="229"/>
                    <a:pt x="128" y="234"/>
                    <a:pt x="133" y="241"/>
                  </a:cubicBezTo>
                  <a:cubicBezTo>
                    <a:pt x="138" y="248"/>
                    <a:pt x="143" y="258"/>
                    <a:pt x="149" y="268"/>
                  </a:cubicBezTo>
                  <a:cubicBezTo>
                    <a:pt x="206" y="376"/>
                    <a:pt x="206" y="376"/>
                    <a:pt x="206" y="376"/>
                  </a:cubicBezTo>
                  <a:cubicBezTo>
                    <a:pt x="247" y="376"/>
                    <a:pt x="247" y="376"/>
                    <a:pt x="247" y="376"/>
                  </a:cubicBezTo>
                  <a:cubicBezTo>
                    <a:pt x="184" y="260"/>
                    <a:pt x="184" y="260"/>
                    <a:pt x="184" y="260"/>
                  </a:cubicBezTo>
                  <a:cubicBezTo>
                    <a:pt x="180" y="253"/>
                    <a:pt x="175" y="246"/>
                    <a:pt x="171" y="239"/>
                  </a:cubicBezTo>
                  <a:close/>
                  <a:moveTo>
                    <a:pt x="98" y="181"/>
                  </a:moveTo>
                  <a:lnTo>
                    <a:pt x="98" y="181"/>
                  </a:lnTo>
                  <a:cubicBezTo>
                    <a:pt x="35" y="181"/>
                    <a:pt x="35" y="181"/>
                    <a:pt x="35" y="181"/>
                  </a:cubicBezTo>
                  <a:cubicBezTo>
                    <a:pt x="35" y="31"/>
                    <a:pt x="35" y="31"/>
                    <a:pt x="35" y="31"/>
                  </a:cubicBezTo>
                  <a:cubicBezTo>
                    <a:pt x="101" y="31"/>
                    <a:pt x="101" y="31"/>
                    <a:pt x="101" y="31"/>
                  </a:cubicBezTo>
                  <a:cubicBezTo>
                    <a:pt x="128" y="31"/>
                    <a:pt x="147" y="38"/>
                    <a:pt x="161" y="51"/>
                  </a:cubicBezTo>
                  <a:cubicBezTo>
                    <a:pt x="177" y="63"/>
                    <a:pt x="184" y="80"/>
                    <a:pt x="184" y="102"/>
                  </a:cubicBezTo>
                  <a:cubicBezTo>
                    <a:pt x="184" y="114"/>
                    <a:pt x="181" y="125"/>
                    <a:pt x="177" y="135"/>
                  </a:cubicBezTo>
                  <a:cubicBezTo>
                    <a:pt x="173" y="145"/>
                    <a:pt x="167" y="153"/>
                    <a:pt x="160" y="160"/>
                  </a:cubicBezTo>
                  <a:cubicBezTo>
                    <a:pt x="152" y="166"/>
                    <a:pt x="143" y="171"/>
                    <a:pt x="133" y="175"/>
                  </a:cubicBezTo>
                  <a:cubicBezTo>
                    <a:pt x="122" y="178"/>
                    <a:pt x="111" y="181"/>
                    <a:pt x="98" y="18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7" name="Freeform 54">
              <a:extLst>
                <a:ext uri="{FF2B5EF4-FFF2-40B4-BE49-F238E27FC236}">
                  <a16:creationId xmlns:a16="http://schemas.microsoft.com/office/drawing/2014/main" id="{0D79578E-5286-9CD1-82C2-2DB1B20BC09C}"/>
                </a:ext>
              </a:extLst>
            </p:cNvPr>
            <p:cNvSpPr>
              <a:spLocks noChangeArrowheads="1"/>
            </p:cNvSpPr>
            <p:nvPr/>
          </p:nvSpPr>
          <p:spPr bwMode="auto">
            <a:xfrm>
              <a:off x="1349375" y="2697163"/>
              <a:ext cx="69850" cy="134937"/>
            </a:xfrm>
            <a:custGeom>
              <a:avLst/>
              <a:gdLst>
                <a:gd name="T0" fmla="*/ 35 w 193"/>
                <a:gd name="T1" fmla="*/ 202 h 377"/>
                <a:gd name="T2" fmla="*/ 172 w 193"/>
                <a:gd name="T3" fmla="*/ 202 h 377"/>
                <a:gd name="T4" fmla="*/ 172 w 193"/>
                <a:gd name="T5" fmla="*/ 170 h 377"/>
                <a:gd name="T6" fmla="*/ 35 w 193"/>
                <a:gd name="T7" fmla="*/ 170 h 377"/>
                <a:gd name="T8" fmla="*/ 35 w 193"/>
                <a:gd name="T9" fmla="*/ 31 h 377"/>
                <a:gd name="T10" fmla="*/ 184 w 193"/>
                <a:gd name="T11" fmla="*/ 31 h 377"/>
                <a:gd name="T12" fmla="*/ 184 w 193"/>
                <a:gd name="T13" fmla="*/ 0 h 377"/>
                <a:gd name="T14" fmla="*/ 0 w 193"/>
                <a:gd name="T15" fmla="*/ 0 h 377"/>
                <a:gd name="T16" fmla="*/ 0 w 193"/>
                <a:gd name="T17" fmla="*/ 376 h 377"/>
                <a:gd name="T18" fmla="*/ 192 w 193"/>
                <a:gd name="T19" fmla="*/ 376 h 377"/>
                <a:gd name="T20" fmla="*/ 192 w 193"/>
                <a:gd name="T21" fmla="*/ 345 h 377"/>
                <a:gd name="T22" fmla="*/ 35 w 193"/>
                <a:gd name="T23" fmla="*/ 345 h 377"/>
                <a:gd name="T24" fmla="*/ 35 w 193"/>
                <a:gd name="T25" fmla="*/ 202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35" y="202"/>
                  </a:moveTo>
                  <a:lnTo>
                    <a:pt x="172" y="202"/>
                  </a:lnTo>
                  <a:lnTo>
                    <a:pt x="172" y="170"/>
                  </a:lnTo>
                  <a:lnTo>
                    <a:pt x="35" y="170"/>
                  </a:lnTo>
                  <a:lnTo>
                    <a:pt x="35" y="31"/>
                  </a:lnTo>
                  <a:lnTo>
                    <a:pt x="184" y="31"/>
                  </a:lnTo>
                  <a:lnTo>
                    <a:pt x="184" y="0"/>
                  </a:lnTo>
                  <a:lnTo>
                    <a:pt x="0" y="0"/>
                  </a:lnTo>
                  <a:lnTo>
                    <a:pt x="0" y="376"/>
                  </a:lnTo>
                  <a:lnTo>
                    <a:pt x="192" y="376"/>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8" name="Freeform 55">
              <a:extLst>
                <a:ext uri="{FF2B5EF4-FFF2-40B4-BE49-F238E27FC236}">
                  <a16:creationId xmlns:a16="http://schemas.microsoft.com/office/drawing/2014/main" id="{49F2FDBE-29D8-4D85-873A-9AD9F9BAC642}"/>
                </a:ext>
              </a:extLst>
            </p:cNvPr>
            <p:cNvSpPr>
              <a:spLocks noChangeArrowheads="1"/>
            </p:cNvSpPr>
            <p:nvPr/>
          </p:nvSpPr>
          <p:spPr bwMode="auto">
            <a:xfrm>
              <a:off x="1500188" y="2697163"/>
              <a:ext cx="68262" cy="134937"/>
            </a:xfrm>
            <a:custGeom>
              <a:avLst/>
              <a:gdLst>
                <a:gd name="T0" fmla="*/ 35 w 188"/>
                <a:gd name="T1" fmla="*/ 0 h 377"/>
                <a:gd name="T2" fmla="*/ 0 w 188"/>
                <a:gd name="T3" fmla="*/ 0 h 377"/>
                <a:gd name="T4" fmla="*/ 0 w 188"/>
                <a:gd name="T5" fmla="*/ 376 h 377"/>
                <a:gd name="T6" fmla="*/ 187 w 188"/>
                <a:gd name="T7" fmla="*/ 376 h 377"/>
                <a:gd name="T8" fmla="*/ 187 w 188"/>
                <a:gd name="T9" fmla="*/ 345 h 377"/>
                <a:gd name="T10" fmla="*/ 35 w 188"/>
                <a:gd name="T11" fmla="*/ 345 h 377"/>
                <a:gd name="T12" fmla="*/ 35 w 188"/>
                <a:gd name="T13" fmla="*/ 0 h 377"/>
              </a:gdLst>
              <a:ahLst/>
              <a:cxnLst>
                <a:cxn ang="0">
                  <a:pos x="T0" y="T1"/>
                </a:cxn>
                <a:cxn ang="0">
                  <a:pos x="T2" y="T3"/>
                </a:cxn>
                <a:cxn ang="0">
                  <a:pos x="T4" y="T5"/>
                </a:cxn>
                <a:cxn ang="0">
                  <a:pos x="T6" y="T7"/>
                </a:cxn>
                <a:cxn ang="0">
                  <a:pos x="T8" y="T9"/>
                </a:cxn>
                <a:cxn ang="0">
                  <a:pos x="T10" y="T11"/>
                </a:cxn>
                <a:cxn ang="0">
                  <a:pos x="T12" y="T13"/>
                </a:cxn>
              </a:cxnLst>
              <a:rect l="0" t="0" r="r" b="b"/>
              <a:pathLst>
                <a:path w="188" h="377">
                  <a:moveTo>
                    <a:pt x="35" y="0"/>
                  </a:moveTo>
                  <a:lnTo>
                    <a:pt x="0" y="0"/>
                  </a:lnTo>
                  <a:lnTo>
                    <a:pt x="0" y="376"/>
                  </a:lnTo>
                  <a:lnTo>
                    <a:pt x="187" y="376"/>
                  </a:lnTo>
                  <a:lnTo>
                    <a:pt x="187" y="345"/>
                  </a:lnTo>
                  <a:lnTo>
                    <a:pt x="35" y="345"/>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69" name="Freeform 56">
              <a:extLst>
                <a:ext uri="{FF2B5EF4-FFF2-40B4-BE49-F238E27FC236}">
                  <a16:creationId xmlns:a16="http://schemas.microsoft.com/office/drawing/2014/main" id="{A79F320A-A5DF-3C31-FBF7-B20F833C7778}"/>
                </a:ext>
              </a:extLst>
            </p:cNvPr>
            <p:cNvSpPr>
              <a:spLocks noChangeArrowheads="1"/>
            </p:cNvSpPr>
            <p:nvPr/>
          </p:nvSpPr>
          <p:spPr bwMode="auto">
            <a:xfrm>
              <a:off x="1590675" y="2697163"/>
              <a:ext cx="12700" cy="134937"/>
            </a:xfrm>
            <a:custGeom>
              <a:avLst/>
              <a:gdLst>
                <a:gd name="T0" fmla="*/ 35 w 36"/>
                <a:gd name="T1" fmla="*/ 0 h 377"/>
                <a:gd name="T2" fmla="*/ 0 w 36"/>
                <a:gd name="T3" fmla="*/ 0 h 377"/>
                <a:gd name="T4" fmla="*/ 0 w 36"/>
                <a:gd name="T5" fmla="*/ 376 h 377"/>
                <a:gd name="T6" fmla="*/ 35 w 36"/>
                <a:gd name="T7" fmla="*/ 376 h 377"/>
                <a:gd name="T8" fmla="*/ 35 w 36"/>
                <a:gd name="T9" fmla="*/ 0 h 377"/>
              </a:gdLst>
              <a:ahLst/>
              <a:cxnLst>
                <a:cxn ang="0">
                  <a:pos x="T0" y="T1"/>
                </a:cxn>
                <a:cxn ang="0">
                  <a:pos x="T2" y="T3"/>
                </a:cxn>
                <a:cxn ang="0">
                  <a:pos x="T4" y="T5"/>
                </a:cxn>
                <a:cxn ang="0">
                  <a:pos x="T6" y="T7"/>
                </a:cxn>
                <a:cxn ang="0">
                  <a:pos x="T8" y="T9"/>
                </a:cxn>
              </a:cxnLst>
              <a:rect l="0" t="0" r="r" b="b"/>
              <a:pathLst>
                <a:path w="36" h="377">
                  <a:moveTo>
                    <a:pt x="35" y="0"/>
                  </a:moveTo>
                  <a:lnTo>
                    <a:pt x="0" y="0"/>
                  </a:lnTo>
                  <a:lnTo>
                    <a:pt x="0" y="376"/>
                  </a:lnTo>
                  <a:lnTo>
                    <a:pt x="35" y="376"/>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0" name="Freeform 57">
              <a:extLst>
                <a:ext uri="{FF2B5EF4-FFF2-40B4-BE49-F238E27FC236}">
                  <a16:creationId xmlns:a16="http://schemas.microsoft.com/office/drawing/2014/main" id="{86B4965A-2799-7FF2-8758-C3A3B7A90BF4}"/>
                </a:ext>
              </a:extLst>
            </p:cNvPr>
            <p:cNvSpPr>
              <a:spLocks noChangeArrowheads="1"/>
            </p:cNvSpPr>
            <p:nvPr/>
          </p:nvSpPr>
          <p:spPr bwMode="auto">
            <a:xfrm>
              <a:off x="1638300" y="2697163"/>
              <a:ext cx="106363"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2 w 296"/>
                <a:gd name="T11" fmla="*/ 62 h 377"/>
                <a:gd name="T12" fmla="*/ 50 w 296"/>
                <a:gd name="T13" fmla="*/ 74 h 377"/>
                <a:gd name="T14" fmla="*/ 259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3 w 296"/>
                <a:gd name="T27" fmla="*/ 323 h 377"/>
                <a:gd name="T28" fmla="*/ 262 w 296"/>
                <a:gd name="T29" fmla="*/ 323 h 377"/>
                <a:gd name="T30" fmla="*/ 255 w 296"/>
                <a:gd name="T31" fmla="*/ 312 h 377"/>
                <a:gd name="T32" fmla="*/ 246 w 296"/>
                <a:gd name="T33" fmla="*/ 299 h 377"/>
                <a:gd name="T34" fmla="*/ 40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5" y="58"/>
                    <a:pt x="34" y="53"/>
                    <a:pt x="34" y="51"/>
                  </a:cubicBezTo>
                  <a:cubicBezTo>
                    <a:pt x="35" y="51"/>
                    <a:pt x="35" y="51"/>
                    <a:pt x="35" y="51"/>
                  </a:cubicBezTo>
                  <a:cubicBezTo>
                    <a:pt x="37" y="55"/>
                    <a:pt x="40" y="58"/>
                    <a:pt x="42" y="62"/>
                  </a:cubicBezTo>
                  <a:cubicBezTo>
                    <a:pt x="44" y="66"/>
                    <a:pt x="47" y="70"/>
                    <a:pt x="50" y="74"/>
                  </a:cubicBezTo>
                  <a:cubicBezTo>
                    <a:pt x="259" y="376"/>
                    <a:pt x="259" y="376"/>
                    <a:pt x="259"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2" y="312"/>
                    <a:pt x="262" y="317"/>
                    <a:pt x="263" y="323"/>
                  </a:cubicBezTo>
                  <a:cubicBezTo>
                    <a:pt x="262" y="323"/>
                    <a:pt x="262" y="323"/>
                    <a:pt x="262" y="323"/>
                  </a:cubicBezTo>
                  <a:cubicBezTo>
                    <a:pt x="259" y="320"/>
                    <a:pt x="256" y="316"/>
                    <a:pt x="255" y="312"/>
                  </a:cubicBezTo>
                  <a:cubicBezTo>
                    <a:pt x="252" y="307"/>
                    <a:pt x="249" y="303"/>
                    <a:pt x="246" y="299"/>
                  </a:cubicBezTo>
                  <a:cubicBezTo>
                    <a:pt x="40" y="0"/>
                    <a:pt x="40" y="0"/>
                    <a:pt x="40"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1" name="Freeform 58">
              <a:extLst>
                <a:ext uri="{FF2B5EF4-FFF2-40B4-BE49-F238E27FC236}">
                  <a16:creationId xmlns:a16="http://schemas.microsoft.com/office/drawing/2014/main" id="{F08983D4-98E5-CBD0-4741-A9D349B48421}"/>
                </a:ext>
              </a:extLst>
            </p:cNvPr>
            <p:cNvSpPr>
              <a:spLocks noChangeArrowheads="1"/>
            </p:cNvSpPr>
            <p:nvPr/>
          </p:nvSpPr>
          <p:spPr bwMode="auto">
            <a:xfrm>
              <a:off x="1779588" y="2697163"/>
              <a:ext cx="69850" cy="134937"/>
            </a:xfrm>
            <a:custGeom>
              <a:avLst/>
              <a:gdLst>
                <a:gd name="T0" fmla="*/ 192 w 193"/>
                <a:gd name="T1" fmla="*/ 345 h 377"/>
                <a:gd name="T2" fmla="*/ 35 w 193"/>
                <a:gd name="T3" fmla="*/ 345 h 377"/>
                <a:gd name="T4" fmla="*/ 35 w 193"/>
                <a:gd name="T5" fmla="*/ 202 h 377"/>
                <a:gd name="T6" fmla="*/ 172 w 193"/>
                <a:gd name="T7" fmla="*/ 202 h 377"/>
                <a:gd name="T8" fmla="*/ 172 w 193"/>
                <a:gd name="T9" fmla="*/ 170 h 377"/>
                <a:gd name="T10" fmla="*/ 35 w 193"/>
                <a:gd name="T11" fmla="*/ 170 h 377"/>
                <a:gd name="T12" fmla="*/ 35 w 193"/>
                <a:gd name="T13" fmla="*/ 31 h 377"/>
                <a:gd name="T14" fmla="*/ 183 w 193"/>
                <a:gd name="T15" fmla="*/ 31 h 377"/>
                <a:gd name="T16" fmla="*/ 183 w 193"/>
                <a:gd name="T17" fmla="*/ 0 h 377"/>
                <a:gd name="T18" fmla="*/ 0 w 193"/>
                <a:gd name="T19" fmla="*/ 0 h 377"/>
                <a:gd name="T20" fmla="*/ 0 w 193"/>
                <a:gd name="T21" fmla="*/ 376 h 377"/>
                <a:gd name="T22" fmla="*/ 192 w 193"/>
                <a:gd name="T23" fmla="*/ 376 h 377"/>
                <a:gd name="T24" fmla="*/ 192 w 193"/>
                <a:gd name="T25" fmla="*/ 345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7">
                  <a:moveTo>
                    <a:pt x="192" y="345"/>
                  </a:moveTo>
                  <a:lnTo>
                    <a:pt x="35" y="345"/>
                  </a:lnTo>
                  <a:lnTo>
                    <a:pt x="35" y="202"/>
                  </a:lnTo>
                  <a:lnTo>
                    <a:pt x="172" y="202"/>
                  </a:lnTo>
                  <a:lnTo>
                    <a:pt x="172" y="170"/>
                  </a:lnTo>
                  <a:lnTo>
                    <a:pt x="35" y="170"/>
                  </a:lnTo>
                  <a:lnTo>
                    <a:pt x="35" y="31"/>
                  </a:lnTo>
                  <a:lnTo>
                    <a:pt x="183" y="31"/>
                  </a:lnTo>
                  <a:lnTo>
                    <a:pt x="183" y="0"/>
                  </a:lnTo>
                  <a:lnTo>
                    <a:pt x="0" y="0"/>
                  </a:lnTo>
                  <a:lnTo>
                    <a:pt x="0" y="376"/>
                  </a:lnTo>
                  <a:lnTo>
                    <a:pt x="192" y="376"/>
                  </a:lnTo>
                  <a:lnTo>
                    <a:pt x="192"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2" name="Freeform 59">
              <a:extLst>
                <a:ext uri="{FF2B5EF4-FFF2-40B4-BE49-F238E27FC236}">
                  <a16:creationId xmlns:a16="http://schemas.microsoft.com/office/drawing/2014/main" id="{C208F6DA-8C7B-6A68-36B5-7A3210820D9D}"/>
                </a:ext>
              </a:extLst>
            </p:cNvPr>
            <p:cNvSpPr>
              <a:spLocks noChangeArrowheads="1"/>
            </p:cNvSpPr>
            <p:nvPr/>
          </p:nvSpPr>
          <p:spPr bwMode="auto">
            <a:xfrm>
              <a:off x="1930400" y="2697163"/>
              <a:ext cx="12700" cy="134937"/>
            </a:xfrm>
            <a:custGeom>
              <a:avLst/>
              <a:gdLst>
                <a:gd name="T0" fmla="*/ 0 w 36"/>
                <a:gd name="T1" fmla="*/ 376 h 377"/>
                <a:gd name="T2" fmla="*/ 35 w 36"/>
                <a:gd name="T3" fmla="*/ 376 h 377"/>
                <a:gd name="T4" fmla="*/ 35 w 36"/>
                <a:gd name="T5" fmla="*/ 0 h 377"/>
                <a:gd name="T6" fmla="*/ 0 w 36"/>
                <a:gd name="T7" fmla="*/ 0 h 377"/>
                <a:gd name="T8" fmla="*/ 0 w 36"/>
                <a:gd name="T9" fmla="*/ 376 h 377"/>
              </a:gdLst>
              <a:ahLst/>
              <a:cxnLst>
                <a:cxn ang="0">
                  <a:pos x="T0" y="T1"/>
                </a:cxn>
                <a:cxn ang="0">
                  <a:pos x="T2" y="T3"/>
                </a:cxn>
                <a:cxn ang="0">
                  <a:pos x="T4" y="T5"/>
                </a:cxn>
                <a:cxn ang="0">
                  <a:pos x="T6" y="T7"/>
                </a:cxn>
                <a:cxn ang="0">
                  <a:pos x="T8" y="T9"/>
                </a:cxn>
              </a:cxnLst>
              <a:rect l="0" t="0" r="r" b="b"/>
              <a:pathLst>
                <a:path w="36" h="377">
                  <a:moveTo>
                    <a:pt x="0" y="376"/>
                  </a:moveTo>
                  <a:lnTo>
                    <a:pt x="35" y="376"/>
                  </a:lnTo>
                  <a:lnTo>
                    <a:pt x="35" y="0"/>
                  </a:lnTo>
                  <a:lnTo>
                    <a:pt x="0" y="0"/>
                  </a:lnTo>
                  <a:lnTo>
                    <a:pt x="0" y="37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3" name="Freeform 60">
              <a:extLst>
                <a:ext uri="{FF2B5EF4-FFF2-40B4-BE49-F238E27FC236}">
                  <a16:creationId xmlns:a16="http://schemas.microsoft.com/office/drawing/2014/main" id="{E2F39F5E-1EAD-7D05-7E86-0F3F830DDF68}"/>
                </a:ext>
              </a:extLst>
            </p:cNvPr>
            <p:cNvSpPr>
              <a:spLocks noChangeArrowheads="1"/>
            </p:cNvSpPr>
            <p:nvPr/>
          </p:nvSpPr>
          <p:spPr bwMode="auto">
            <a:xfrm>
              <a:off x="1970088" y="2695575"/>
              <a:ext cx="100012" cy="141288"/>
            </a:xfrm>
            <a:custGeom>
              <a:avLst/>
              <a:gdLst>
                <a:gd name="T0" fmla="*/ 111 w 277"/>
                <a:gd name="T1" fmla="*/ 15 h 391"/>
                <a:gd name="T2" fmla="*/ 111 w 277"/>
                <a:gd name="T3" fmla="*/ 15 h 391"/>
                <a:gd name="T4" fmla="*/ 52 w 277"/>
                <a:gd name="T5" fmla="*/ 59 h 391"/>
                <a:gd name="T6" fmla="*/ 14 w 277"/>
                <a:gd name="T7" fmla="*/ 122 h 391"/>
                <a:gd name="T8" fmla="*/ 0 w 277"/>
                <a:gd name="T9" fmla="*/ 202 h 391"/>
                <a:gd name="T10" fmla="*/ 12 w 277"/>
                <a:gd name="T11" fmla="*/ 278 h 391"/>
                <a:gd name="T12" fmla="*/ 48 w 277"/>
                <a:gd name="T13" fmla="*/ 337 h 391"/>
                <a:gd name="T14" fmla="*/ 104 w 277"/>
                <a:gd name="T15" fmla="*/ 376 h 391"/>
                <a:gd name="T16" fmla="*/ 177 w 277"/>
                <a:gd name="T17" fmla="*/ 390 h 391"/>
                <a:gd name="T18" fmla="*/ 276 w 277"/>
                <a:gd name="T19" fmla="*/ 371 h 391"/>
                <a:gd name="T20" fmla="*/ 276 w 277"/>
                <a:gd name="T21" fmla="*/ 336 h 391"/>
                <a:gd name="T22" fmla="*/ 181 w 277"/>
                <a:gd name="T23" fmla="*/ 358 h 391"/>
                <a:gd name="T24" fmla="*/ 118 w 277"/>
                <a:gd name="T25" fmla="*/ 345 h 391"/>
                <a:gd name="T26" fmla="*/ 73 w 277"/>
                <a:gd name="T27" fmla="*/ 312 h 391"/>
                <a:gd name="T28" fmla="*/ 46 w 277"/>
                <a:gd name="T29" fmla="*/ 261 h 391"/>
                <a:gd name="T30" fmla="*/ 36 w 277"/>
                <a:gd name="T31" fmla="*/ 199 h 391"/>
                <a:gd name="T32" fmla="*/ 48 w 277"/>
                <a:gd name="T33" fmla="*/ 133 h 391"/>
                <a:gd name="T34" fmla="*/ 77 w 277"/>
                <a:gd name="T35" fmla="*/ 80 h 391"/>
                <a:gd name="T36" fmla="*/ 125 w 277"/>
                <a:gd name="T37" fmla="*/ 45 h 391"/>
                <a:gd name="T38" fmla="*/ 189 w 277"/>
                <a:gd name="T39" fmla="*/ 32 h 391"/>
                <a:gd name="T40" fmla="*/ 276 w 277"/>
                <a:gd name="T41" fmla="*/ 52 h 391"/>
                <a:gd name="T42" fmla="*/ 276 w 277"/>
                <a:gd name="T43" fmla="*/ 15 h 391"/>
                <a:gd name="T44" fmla="*/ 191 w 277"/>
                <a:gd name="T45" fmla="*/ 0 h 391"/>
                <a:gd name="T46" fmla="*/ 111 w 277"/>
                <a:gd name="T47" fmla="*/ 15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7" h="391">
                  <a:moveTo>
                    <a:pt x="111" y="15"/>
                  </a:moveTo>
                  <a:lnTo>
                    <a:pt x="111" y="15"/>
                  </a:lnTo>
                  <a:cubicBezTo>
                    <a:pt x="88" y="27"/>
                    <a:pt x="69" y="41"/>
                    <a:pt x="52" y="59"/>
                  </a:cubicBezTo>
                  <a:cubicBezTo>
                    <a:pt x="35" y="77"/>
                    <a:pt x="22" y="98"/>
                    <a:pt x="14" y="122"/>
                  </a:cubicBezTo>
                  <a:cubicBezTo>
                    <a:pt x="4" y="147"/>
                    <a:pt x="0" y="174"/>
                    <a:pt x="0" y="202"/>
                  </a:cubicBezTo>
                  <a:cubicBezTo>
                    <a:pt x="0" y="230"/>
                    <a:pt x="4" y="255"/>
                    <a:pt x="12" y="278"/>
                  </a:cubicBezTo>
                  <a:cubicBezTo>
                    <a:pt x="21" y="300"/>
                    <a:pt x="32" y="320"/>
                    <a:pt x="48" y="337"/>
                  </a:cubicBezTo>
                  <a:cubicBezTo>
                    <a:pt x="63" y="354"/>
                    <a:pt x="83" y="366"/>
                    <a:pt x="104" y="376"/>
                  </a:cubicBezTo>
                  <a:cubicBezTo>
                    <a:pt x="126" y="386"/>
                    <a:pt x="150" y="390"/>
                    <a:pt x="177" y="390"/>
                  </a:cubicBezTo>
                  <a:cubicBezTo>
                    <a:pt x="213" y="390"/>
                    <a:pt x="247" y="383"/>
                    <a:pt x="276" y="371"/>
                  </a:cubicBezTo>
                  <a:cubicBezTo>
                    <a:pt x="276" y="336"/>
                    <a:pt x="276" y="336"/>
                    <a:pt x="276" y="336"/>
                  </a:cubicBezTo>
                  <a:cubicBezTo>
                    <a:pt x="248" y="351"/>
                    <a:pt x="217" y="358"/>
                    <a:pt x="181" y="358"/>
                  </a:cubicBezTo>
                  <a:cubicBezTo>
                    <a:pt x="157" y="358"/>
                    <a:pt x="136" y="354"/>
                    <a:pt x="118" y="345"/>
                  </a:cubicBezTo>
                  <a:cubicBezTo>
                    <a:pt x="100" y="337"/>
                    <a:pt x="85" y="326"/>
                    <a:pt x="73" y="312"/>
                  </a:cubicBezTo>
                  <a:cubicBezTo>
                    <a:pt x="62" y="298"/>
                    <a:pt x="52" y="281"/>
                    <a:pt x="46" y="261"/>
                  </a:cubicBezTo>
                  <a:cubicBezTo>
                    <a:pt x="39" y="241"/>
                    <a:pt x="36" y="222"/>
                    <a:pt x="36" y="199"/>
                  </a:cubicBezTo>
                  <a:cubicBezTo>
                    <a:pt x="36" y="175"/>
                    <a:pt x="41" y="153"/>
                    <a:pt x="48" y="133"/>
                  </a:cubicBezTo>
                  <a:cubicBezTo>
                    <a:pt x="53" y="112"/>
                    <a:pt x="64" y="94"/>
                    <a:pt x="77" y="80"/>
                  </a:cubicBezTo>
                  <a:cubicBezTo>
                    <a:pt x="90" y="65"/>
                    <a:pt x="105" y="53"/>
                    <a:pt x="125" y="45"/>
                  </a:cubicBezTo>
                  <a:cubicBezTo>
                    <a:pt x="143" y="36"/>
                    <a:pt x="166" y="32"/>
                    <a:pt x="189" y="32"/>
                  </a:cubicBezTo>
                  <a:cubicBezTo>
                    <a:pt x="220" y="32"/>
                    <a:pt x="250" y="39"/>
                    <a:pt x="276" y="52"/>
                  </a:cubicBezTo>
                  <a:cubicBezTo>
                    <a:pt x="276" y="15"/>
                    <a:pt x="276" y="15"/>
                    <a:pt x="276" y="15"/>
                  </a:cubicBezTo>
                  <a:cubicBezTo>
                    <a:pt x="251" y="6"/>
                    <a:pt x="222" y="0"/>
                    <a:pt x="191" y="0"/>
                  </a:cubicBezTo>
                  <a:cubicBezTo>
                    <a:pt x="161" y="0"/>
                    <a:pt x="135" y="6"/>
                    <a:pt x="111"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4" name="Freeform 61">
              <a:extLst>
                <a:ext uri="{FF2B5EF4-FFF2-40B4-BE49-F238E27FC236}">
                  <a16:creationId xmlns:a16="http://schemas.microsoft.com/office/drawing/2014/main" id="{982C666B-84C4-4322-0FEE-021CD0B0DAAC}"/>
                </a:ext>
              </a:extLst>
            </p:cNvPr>
            <p:cNvSpPr>
              <a:spLocks noChangeArrowheads="1"/>
            </p:cNvSpPr>
            <p:nvPr/>
          </p:nvSpPr>
          <p:spPr bwMode="auto">
            <a:xfrm>
              <a:off x="2089150" y="2695575"/>
              <a:ext cx="128588" cy="141288"/>
            </a:xfrm>
            <a:custGeom>
              <a:avLst/>
              <a:gdLst>
                <a:gd name="T0" fmla="*/ 103 w 356"/>
                <a:gd name="T1" fmla="*/ 376 h 391"/>
                <a:gd name="T2" fmla="*/ 103 w 356"/>
                <a:gd name="T3" fmla="*/ 376 h 391"/>
                <a:gd name="T4" fmla="*/ 177 w 356"/>
                <a:gd name="T5" fmla="*/ 390 h 391"/>
                <a:gd name="T6" fmla="*/ 253 w 356"/>
                <a:gd name="T7" fmla="*/ 375 h 391"/>
                <a:gd name="T8" fmla="*/ 309 w 356"/>
                <a:gd name="T9" fmla="*/ 333 h 391"/>
                <a:gd name="T10" fmla="*/ 344 w 356"/>
                <a:gd name="T11" fmla="*/ 270 h 391"/>
                <a:gd name="T12" fmla="*/ 355 w 356"/>
                <a:gd name="T13" fmla="*/ 189 h 391"/>
                <a:gd name="T14" fmla="*/ 344 w 356"/>
                <a:gd name="T15" fmla="*/ 114 h 391"/>
                <a:gd name="T16" fmla="*/ 309 w 356"/>
                <a:gd name="T17" fmla="*/ 55 h 391"/>
                <a:gd name="T18" fmla="*/ 256 w 356"/>
                <a:gd name="T19" fmla="*/ 14 h 391"/>
                <a:gd name="T20" fmla="*/ 183 w 356"/>
                <a:gd name="T21" fmla="*/ 0 h 391"/>
                <a:gd name="T22" fmla="*/ 105 w 356"/>
                <a:gd name="T23" fmla="*/ 14 h 391"/>
                <a:gd name="T24" fmla="*/ 48 w 356"/>
                <a:gd name="T25" fmla="*/ 56 h 391"/>
                <a:gd name="T26" fmla="*/ 13 w 356"/>
                <a:gd name="T27" fmla="*/ 118 h 391"/>
                <a:gd name="T28" fmla="*/ 0 w 356"/>
                <a:gd name="T29" fmla="*/ 199 h 391"/>
                <a:gd name="T30" fmla="*/ 13 w 356"/>
                <a:gd name="T31" fmla="*/ 274 h 391"/>
                <a:gd name="T32" fmla="*/ 48 w 356"/>
                <a:gd name="T33" fmla="*/ 336 h 391"/>
                <a:gd name="T34" fmla="*/ 103 w 356"/>
                <a:gd name="T35" fmla="*/ 376 h 391"/>
                <a:gd name="T36" fmla="*/ 45 w 356"/>
                <a:gd name="T37" fmla="*/ 257 h 391"/>
                <a:gd name="T38" fmla="*/ 45 w 356"/>
                <a:gd name="T39" fmla="*/ 257 h 391"/>
                <a:gd name="T40" fmla="*/ 37 w 356"/>
                <a:gd name="T41" fmla="*/ 197 h 391"/>
                <a:gd name="T42" fmla="*/ 46 w 356"/>
                <a:gd name="T43" fmla="*/ 132 h 391"/>
                <a:gd name="T44" fmla="*/ 74 w 356"/>
                <a:gd name="T45" fmla="*/ 80 h 391"/>
                <a:gd name="T46" fmla="*/ 119 w 356"/>
                <a:gd name="T47" fmla="*/ 45 h 391"/>
                <a:gd name="T48" fmla="*/ 180 w 356"/>
                <a:gd name="T49" fmla="*/ 32 h 391"/>
                <a:gd name="T50" fmla="*/ 243 w 356"/>
                <a:gd name="T51" fmla="*/ 45 h 391"/>
                <a:gd name="T52" fmla="*/ 286 w 356"/>
                <a:gd name="T53" fmla="*/ 80 h 391"/>
                <a:gd name="T54" fmla="*/ 310 w 356"/>
                <a:gd name="T55" fmla="*/ 132 h 391"/>
                <a:gd name="T56" fmla="*/ 319 w 356"/>
                <a:gd name="T57" fmla="*/ 195 h 391"/>
                <a:gd name="T58" fmla="*/ 310 w 356"/>
                <a:gd name="T59" fmla="*/ 261 h 391"/>
                <a:gd name="T60" fmla="*/ 282 w 356"/>
                <a:gd name="T61" fmla="*/ 313 h 391"/>
                <a:gd name="T62" fmla="*/ 239 w 356"/>
                <a:gd name="T63" fmla="*/ 347 h 391"/>
                <a:gd name="T64" fmla="*/ 177 w 356"/>
                <a:gd name="T65" fmla="*/ 358 h 391"/>
                <a:gd name="T66" fmla="*/ 115 w 356"/>
                <a:gd name="T67" fmla="*/ 345 h 391"/>
                <a:gd name="T68" fmla="*/ 72 w 356"/>
                <a:gd name="T69" fmla="*/ 309 h 391"/>
                <a:gd name="T70" fmla="*/ 45 w 356"/>
                <a:gd name="T71" fmla="*/ 25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103" y="376"/>
                  </a:moveTo>
                  <a:lnTo>
                    <a:pt x="103" y="376"/>
                  </a:lnTo>
                  <a:cubicBezTo>
                    <a:pt x="125" y="386"/>
                    <a:pt x="149" y="390"/>
                    <a:pt x="177" y="390"/>
                  </a:cubicBezTo>
                  <a:cubicBezTo>
                    <a:pt x="205" y="390"/>
                    <a:pt x="232" y="386"/>
                    <a:pt x="253" y="375"/>
                  </a:cubicBezTo>
                  <a:cubicBezTo>
                    <a:pt x="275" y="365"/>
                    <a:pt x="293" y="351"/>
                    <a:pt x="309" y="333"/>
                  </a:cubicBezTo>
                  <a:cubicBezTo>
                    <a:pt x="324" y="316"/>
                    <a:pt x="336" y="293"/>
                    <a:pt x="344" y="270"/>
                  </a:cubicBezTo>
                  <a:cubicBezTo>
                    <a:pt x="351" y="246"/>
                    <a:pt x="355" y="219"/>
                    <a:pt x="355" y="189"/>
                  </a:cubicBezTo>
                  <a:cubicBezTo>
                    <a:pt x="355" y="163"/>
                    <a:pt x="351" y="138"/>
                    <a:pt x="344" y="114"/>
                  </a:cubicBezTo>
                  <a:cubicBezTo>
                    <a:pt x="336" y="91"/>
                    <a:pt x="324" y="72"/>
                    <a:pt x="309" y="55"/>
                  </a:cubicBezTo>
                  <a:cubicBezTo>
                    <a:pt x="295" y="38"/>
                    <a:pt x="277" y="24"/>
                    <a:pt x="256" y="14"/>
                  </a:cubicBezTo>
                  <a:cubicBezTo>
                    <a:pt x="233" y="4"/>
                    <a:pt x="209" y="0"/>
                    <a:pt x="183" y="0"/>
                  </a:cubicBezTo>
                  <a:cubicBezTo>
                    <a:pt x="154" y="0"/>
                    <a:pt x="128" y="6"/>
                    <a:pt x="105" y="14"/>
                  </a:cubicBezTo>
                  <a:cubicBezTo>
                    <a:pt x="83" y="24"/>
                    <a:pt x="65" y="38"/>
                    <a:pt x="48" y="56"/>
                  </a:cubicBezTo>
                  <a:cubicBezTo>
                    <a:pt x="32" y="73"/>
                    <a:pt x="21" y="94"/>
                    <a:pt x="13" y="118"/>
                  </a:cubicBezTo>
                  <a:cubicBezTo>
                    <a:pt x="4" y="143"/>
                    <a:pt x="0" y="170"/>
                    <a:pt x="0" y="199"/>
                  </a:cubicBezTo>
                  <a:cubicBezTo>
                    <a:pt x="0" y="226"/>
                    <a:pt x="4" y="251"/>
                    <a:pt x="13" y="274"/>
                  </a:cubicBezTo>
                  <a:cubicBezTo>
                    <a:pt x="21" y="298"/>
                    <a:pt x="32" y="317"/>
                    <a:pt x="48" y="336"/>
                  </a:cubicBezTo>
                  <a:cubicBezTo>
                    <a:pt x="63" y="352"/>
                    <a:pt x="81" y="365"/>
                    <a:pt x="103" y="376"/>
                  </a:cubicBezTo>
                  <a:close/>
                  <a:moveTo>
                    <a:pt x="45" y="257"/>
                  </a:moveTo>
                  <a:lnTo>
                    <a:pt x="45" y="257"/>
                  </a:lnTo>
                  <a:cubicBezTo>
                    <a:pt x="39" y="237"/>
                    <a:pt x="37" y="218"/>
                    <a:pt x="37" y="197"/>
                  </a:cubicBezTo>
                  <a:cubicBezTo>
                    <a:pt x="37" y="174"/>
                    <a:pt x="41" y="152"/>
                    <a:pt x="46" y="132"/>
                  </a:cubicBezTo>
                  <a:cubicBezTo>
                    <a:pt x="53" y="112"/>
                    <a:pt x="62" y="95"/>
                    <a:pt x="74" y="80"/>
                  </a:cubicBezTo>
                  <a:cubicBezTo>
                    <a:pt x="86" y="66"/>
                    <a:pt x="101" y="53"/>
                    <a:pt x="119" y="45"/>
                  </a:cubicBezTo>
                  <a:cubicBezTo>
                    <a:pt x="136" y="36"/>
                    <a:pt x="157" y="32"/>
                    <a:pt x="180" y="32"/>
                  </a:cubicBezTo>
                  <a:cubicBezTo>
                    <a:pt x="204" y="32"/>
                    <a:pt x="225" y="36"/>
                    <a:pt x="243" y="45"/>
                  </a:cubicBezTo>
                  <a:cubicBezTo>
                    <a:pt x="260" y="53"/>
                    <a:pt x="275" y="66"/>
                    <a:pt x="286" y="80"/>
                  </a:cubicBezTo>
                  <a:cubicBezTo>
                    <a:pt x="298" y="95"/>
                    <a:pt x="306" y="112"/>
                    <a:pt x="310" y="132"/>
                  </a:cubicBezTo>
                  <a:cubicBezTo>
                    <a:pt x="316" y="152"/>
                    <a:pt x="319" y="173"/>
                    <a:pt x="319" y="195"/>
                  </a:cubicBezTo>
                  <a:cubicBezTo>
                    <a:pt x="319" y="219"/>
                    <a:pt x="316" y="240"/>
                    <a:pt x="310" y="261"/>
                  </a:cubicBezTo>
                  <a:cubicBezTo>
                    <a:pt x="303" y="281"/>
                    <a:pt x="295" y="298"/>
                    <a:pt x="282" y="313"/>
                  </a:cubicBezTo>
                  <a:cubicBezTo>
                    <a:pt x="271" y="327"/>
                    <a:pt x="256" y="338"/>
                    <a:pt x="239" y="347"/>
                  </a:cubicBezTo>
                  <a:cubicBezTo>
                    <a:pt x="220" y="355"/>
                    <a:pt x="199" y="358"/>
                    <a:pt x="177" y="358"/>
                  </a:cubicBezTo>
                  <a:cubicBezTo>
                    <a:pt x="153" y="358"/>
                    <a:pt x="132" y="354"/>
                    <a:pt x="115" y="345"/>
                  </a:cubicBezTo>
                  <a:cubicBezTo>
                    <a:pt x="97" y="337"/>
                    <a:pt x="83" y="324"/>
                    <a:pt x="72" y="309"/>
                  </a:cubicBezTo>
                  <a:cubicBezTo>
                    <a:pt x="59" y="295"/>
                    <a:pt x="51" y="277"/>
                    <a:pt x="45" y="25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5" name="Freeform 62">
              <a:extLst>
                <a:ext uri="{FF2B5EF4-FFF2-40B4-BE49-F238E27FC236}">
                  <a16:creationId xmlns:a16="http://schemas.microsoft.com/office/drawing/2014/main" id="{D8BF1DA8-77B1-89E4-D332-CBCADC95CF14}"/>
                </a:ext>
              </a:extLst>
            </p:cNvPr>
            <p:cNvSpPr>
              <a:spLocks noChangeArrowheads="1"/>
            </p:cNvSpPr>
            <p:nvPr/>
          </p:nvSpPr>
          <p:spPr bwMode="auto">
            <a:xfrm>
              <a:off x="2243138" y="2697163"/>
              <a:ext cx="106362" cy="134937"/>
            </a:xfrm>
            <a:custGeom>
              <a:avLst/>
              <a:gdLst>
                <a:gd name="T0" fmla="*/ 35 w 296"/>
                <a:gd name="T1" fmla="*/ 84 h 377"/>
                <a:gd name="T2" fmla="*/ 35 w 296"/>
                <a:gd name="T3" fmla="*/ 84 h 377"/>
                <a:gd name="T4" fmla="*/ 35 w 296"/>
                <a:gd name="T5" fmla="*/ 63 h 377"/>
                <a:gd name="T6" fmla="*/ 34 w 296"/>
                <a:gd name="T7" fmla="*/ 51 h 377"/>
                <a:gd name="T8" fmla="*/ 35 w 296"/>
                <a:gd name="T9" fmla="*/ 51 h 377"/>
                <a:gd name="T10" fmla="*/ 41 w 296"/>
                <a:gd name="T11" fmla="*/ 62 h 377"/>
                <a:gd name="T12" fmla="*/ 49 w 296"/>
                <a:gd name="T13" fmla="*/ 74 h 377"/>
                <a:gd name="T14" fmla="*/ 258 w 296"/>
                <a:gd name="T15" fmla="*/ 376 h 377"/>
                <a:gd name="T16" fmla="*/ 295 w 296"/>
                <a:gd name="T17" fmla="*/ 376 h 377"/>
                <a:gd name="T18" fmla="*/ 295 w 296"/>
                <a:gd name="T19" fmla="*/ 0 h 377"/>
                <a:gd name="T20" fmla="*/ 260 w 296"/>
                <a:gd name="T21" fmla="*/ 0 h 377"/>
                <a:gd name="T22" fmla="*/ 260 w 296"/>
                <a:gd name="T23" fmla="*/ 279 h 377"/>
                <a:gd name="T24" fmla="*/ 260 w 296"/>
                <a:gd name="T25" fmla="*/ 305 h 377"/>
                <a:gd name="T26" fmla="*/ 261 w 296"/>
                <a:gd name="T27" fmla="*/ 323 h 377"/>
                <a:gd name="T28" fmla="*/ 260 w 296"/>
                <a:gd name="T29" fmla="*/ 323 h 377"/>
                <a:gd name="T30" fmla="*/ 253 w 296"/>
                <a:gd name="T31" fmla="*/ 312 h 377"/>
                <a:gd name="T32" fmla="*/ 244 w 296"/>
                <a:gd name="T33" fmla="*/ 299 h 377"/>
                <a:gd name="T34" fmla="*/ 39 w 296"/>
                <a:gd name="T35" fmla="*/ 0 h 377"/>
                <a:gd name="T36" fmla="*/ 0 w 296"/>
                <a:gd name="T37" fmla="*/ 0 h 377"/>
                <a:gd name="T38" fmla="*/ 0 w 296"/>
                <a:gd name="T39" fmla="*/ 376 h 377"/>
                <a:gd name="T40" fmla="*/ 35 w 296"/>
                <a:gd name="T41" fmla="*/ 376 h 377"/>
                <a:gd name="T42" fmla="*/ 35 w 296"/>
                <a:gd name="T43" fmla="*/ 84 h 3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7">
                  <a:moveTo>
                    <a:pt x="35" y="84"/>
                  </a:moveTo>
                  <a:lnTo>
                    <a:pt x="35" y="84"/>
                  </a:lnTo>
                  <a:cubicBezTo>
                    <a:pt x="35" y="76"/>
                    <a:pt x="35" y="69"/>
                    <a:pt x="35" y="63"/>
                  </a:cubicBezTo>
                  <a:cubicBezTo>
                    <a:pt x="34" y="58"/>
                    <a:pt x="34" y="53"/>
                    <a:pt x="34" y="51"/>
                  </a:cubicBezTo>
                  <a:cubicBezTo>
                    <a:pt x="35" y="51"/>
                    <a:pt x="35" y="51"/>
                    <a:pt x="35" y="51"/>
                  </a:cubicBezTo>
                  <a:cubicBezTo>
                    <a:pt x="37" y="55"/>
                    <a:pt x="39" y="58"/>
                    <a:pt x="41" y="62"/>
                  </a:cubicBezTo>
                  <a:cubicBezTo>
                    <a:pt x="44" y="66"/>
                    <a:pt x="46" y="70"/>
                    <a:pt x="49" y="74"/>
                  </a:cubicBezTo>
                  <a:cubicBezTo>
                    <a:pt x="258" y="376"/>
                    <a:pt x="258" y="376"/>
                    <a:pt x="258" y="376"/>
                  </a:cubicBezTo>
                  <a:cubicBezTo>
                    <a:pt x="295" y="376"/>
                    <a:pt x="295" y="376"/>
                    <a:pt x="295" y="376"/>
                  </a:cubicBezTo>
                  <a:cubicBezTo>
                    <a:pt x="295" y="0"/>
                    <a:pt x="295" y="0"/>
                    <a:pt x="295" y="0"/>
                  </a:cubicBezTo>
                  <a:cubicBezTo>
                    <a:pt x="260" y="0"/>
                    <a:pt x="260" y="0"/>
                    <a:pt x="260" y="0"/>
                  </a:cubicBezTo>
                  <a:cubicBezTo>
                    <a:pt x="260" y="279"/>
                    <a:pt x="260" y="279"/>
                    <a:pt x="260" y="279"/>
                  </a:cubicBezTo>
                  <a:cubicBezTo>
                    <a:pt x="260" y="289"/>
                    <a:pt x="260" y="296"/>
                    <a:pt x="260" y="305"/>
                  </a:cubicBezTo>
                  <a:cubicBezTo>
                    <a:pt x="261" y="312"/>
                    <a:pt x="261" y="317"/>
                    <a:pt x="261" y="323"/>
                  </a:cubicBezTo>
                  <a:cubicBezTo>
                    <a:pt x="260" y="323"/>
                    <a:pt x="260" y="323"/>
                    <a:pt x="260" y="323"/>
                  </a:cubicBezTo>
                  <a:cubicBezTo>
                    <a:pt x="258" y="320"/>
                    <a:pt x="256" y="316"/>
                    <a:pt x="253" y="312"/>
                  </a:cubicBezTo>
                  <a:cubicBezTo>
                    <a:pt x="251" y="307"/>
                    <a:pt x="249" y="303"/>
                    <a:pt x="244" y="299"/>
                  </a:cubicBezTo>
                  <a:cubicBezTo>
                    <a:pt x="39" y="0"/>
                    <a:pt x="39" y="0"/>
                    <a:pt x="39" y="0"/>
                  </a:cubicBezTo>
                  <a:cubicBezTo>
                    <a:pt x="0" y="0"/>
                    <a:pt x="0" y="0"/>
                    <a:pt x="0" y="0"/>
                  </a:cubicBezTo>
                  <a:cubicBezTo>
                    <a:pt x="0" y="376"/>
                    <a:pt x="0" y="376"/>
                    <a:pt x="0" y="376"/>
                  </a:cubicBezTo>
                  <a:cubicBezTo>
                    <a:pt x="35" y="376"/>
                    <a:pt x="35" y="376"/>
                    <a:pt x="35" y="376"/>
                  </a:cubicBezTo>
                  <a:lnTo>
                    <a:pt x="35" y="8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6" name="Freeform 63">
              <a:extLst>
                <a:ext uri="{FF2B5EF4-FFF2-40B4-BE49-F238E27FC236}">
                  <a16:creationId xmlns:a16="http://schemas.microsoft.com/office/drawing/2014/main" id="{12EB7FE5-E1E7-C27F-FDAF-06AF70813323}"/>
                </a:ext>
              </a:extLst>
            </p:cNvPr>
            <p:cNvSpPr>
              <a:spLocks noChangeArrowheads="1"/>
            </p:cNvSpPr>
            <p:nvPr/>
          </p:nvSpPr>
          <p:spPr bwMode="auto">
            <a:xfrm>
              <a:off x="2379663" y="2695575"/>
              <a:ext cx="77787" cy="141288"/>
            </a:xfrm>
            <a:custGeom>
              <a:avLst/>
              <a:gdLst>
                <a:gd name="T0" fmla="*/ 191 w 216"/>
                <a:gd name="T1" fmla="*/ 230 h 391"/>
                <a:gd name="T2" fmla="*/ 191 w 216"/>
                <a:gd name="T3" fmla="*/ 230 h 391"/>
                <a:gd name="T4" fmla="*/ 161 w 216"/>
                <a:gd name="T5" fmla="*/ 205 h 391"/>
                <a:gd name="T6" fmla="*/ 120 w 216"/>
                <a:gd name="T7" fmla="*/ 181 h 391"/>
                <a:gd name="T8" fmla="*/ 81 w 216"/>
                <a:gd name="T9" fmla="*/ 159 h 391"/>
                <a:gd name="T10" fmla="*/ 56 w 216"/>
                <a:gd name="T11" fmla="*/ 140 h 391"/>
                <a:gd name="T12" fmla="*/ 42 w 216"/>
                <a:gd name="T13" fmla="*/ 121 h 391"/>
                <a:gd name="T14" fmla="*/ 38 w 216"/>
                <a:gd name="T15" fmla="*/ 95 h 391"/>
                <a:gd name="T16" fmla="*/ 45 w 216"/>
                <a:gd name="T17" fmla="*/ 67 h 391"/>
                <a:gd name="T18" fmla="*/ 62 w 216"/>
                <a:gd name="T19" fmla="*/ 48 h 391"/>
                <a:gd name="T20" fmla="*/ 88 w 216"/>
                <a:gd name="T21" fmla="*/ 36 h 391"/>
                <a:gd name="T22" fmla="*/ 120 w 216"/>
                <a:gd name="T23" fmla="*/ 32 h 391"/>
                <a:gd name="T24" fmla="*/ 198 w 216"/>
                <a:gd name="T25" fmla="*/ 51 h 391"/>
                <a:gd name="T26" fmla="*/ 198 w 216"/>
                <a:gd name="T27" fmla="*/ 13 h 391"/>
                <a:gd name="T28" fmla="*/ 123 w 216"/>
                <a:gd name="T29" fmla="*/ 0 h 391"/>
                <a:gd name="T30" fmla="*/ 77 w 216"/>
                <a:gd name="T31" fmla="*/ 7 h 391"/>
                <a:gd name="T32" fmla="*/ 38 w 216"/>
                <a:gd name="T33" fmla="*/ 27 h 391"/>
                <a:gd name="T34" fmla="*/ 11 w 216"/>
                <a:gd name="T35" fmla="*/ 58 h 391"/>
                <a:gd name="T36" fmla="*/ 1 w 216"/>
                <a:gd name="T37" fmla="*/ 98 h 391"/>
                <a:gd name="T38" fmla="*/ 7 w 216"/>
                <a:gd name="T39" fmla="*/ 131 h 391"/>
                <a:gd name="T40" fmla="*/ 22 w 216"/>
                <a:gd name="T41" fmla="*/ 157 h 391"/>
                <a:gd name="T42" fmla="*/ 50 w 216"/>
                <a:gd name="T43" fmla="*/ 181 h 391"/>
                <a:gd name="T44" fmla="*/ 92 w 216"/>
                <a:gd name="T45" fmla="*/ 206 h 391"/>
                <a:gd name="T46" fmla="*/ 130 w 216"/>
                <a:gd name="T47" fmla="*/ 227 h 391"/>
                <a:gd name="T48" fmla="*/ 157 w 216"/>
                <a:gd name="T49" fmla="*/ 247 h 391"/>
                <a:gd name="T50" fmla="*/ 172 w 216"/>
                <a:gd name="T51" fmla="*/ 268 h 391"/>
                <a:gd name="T52" fmla="*/ 177 w 216"/>
                <a:gd name="T53" fmla="*/ 295 h 391"/>
                <a:gd name="T54" fmla="*/ 156 w 216"/>
                <a:gd name="T55" fmla="*/ 343 h 391"/>
                <a:gd name="T56" fmla="*/ 92 w 216"/>
                <a:gd name="T57" fmla="*/ 358 h 391"/>
                <a:gd name="T58" fmla="*/ 69 w 216"/>
                <a:gd name="T59" fmla="*/ 357 h 391"/>
                <a:gd name="T60" fmla="*/ 45 w 216"/>
                <a:gd name="T61" fmla="*/ 351 h 391"/>
                <a:gd name="T62" fmla="*/ 21 w 216"/>
                <a:gd name="T63" fmla="*/ 341 h 391"/>
                <a:gd name="T64" fmla="*/ 0 w 216"/>
                <a:gd name="T65" fmla="*/ 329 h 391"/>
                <a:gd name="T66" fmla="*/ 0 w 216"/>
                <a:gd name="T67" fmla="*/ 369 h 391"/>
                <a:gd name="T68" fmla="*/ 18 w 216"/>
                <a:gd name="T69" fmla="*/ 378 h 391"/>
                <a:gd name="T70" fmla="*/ 43 w 216"/>
                <a:gd name="T71" fmla="*/ 385 h 391"/>
                <a:gd name="T72" fmla="*/ 67 w 216"/>
                <a:gd name="T73" fmla="*/ 389 h 391"/>
                <a:gd name="T74" fmla="*/ 90 w 216"/>
                <a:gd name="T75" fmla="*/ 390 h 391"/>
                <a:gd name="T76" fmla="*/ 139 w 216"/>
                <a:gd name="T77" fmla="*/ 383 h 391"/>
                <a:gd name="T78" fmla="*/ 179 w 216"/>
                <a:gd name="T79" fmla="*/ 365 h 391"/>
                <a:gd name="T80" fmla="*/ 205 w 216"/>
                <a:gd name="T81" fmla="*/ 334 h 391"/>
                <a:gd name="T82" fmla="*/ 215 w 216"/>
                <a:gd name="T83" fmla="*/ 291 h 391"/>
                <a:gd name="T84" fmla="*/ 208 w 216"/>
                <a:gd name="T85" fmla="*/ 258 h 391"/>
                <a:gd name="T86" fmla="*/ 191 w 216"/>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6" h="391">
                  <a:moveTo>
                    <a:pt x="191" y="230"/>
                  </a:moveTo>
                  <a:lnTo>
                    <a:pt x="191" y="230"/>
                  </a:lnTo>
                  <a:cubicBezTo>
                    <a:pt x="182" y="222"/>
                    <a:pt x="172" y="213"/>
                    <a:pt x="161" y="205"/>
                  </a:cubicBezTo>
                  <a:cubicBezTo>
                    <a:pt x="150" y="198"/>
                    <a:pt x="136" y="189"/>
                    <a:pt x="120" y="181"/>
                  </a:cubicBezTo>
                  <a:cubicBezTo>
                    <a:pt x="105" y="173"/>
                    <a:pt x="92" y="166"/>
                    <a:pt x="81" y="159"/>
                  </a:cubicBezTo>
                  <a:cubicBezTo>
                    <a:pt x="71" y="153"/>
                    <a:pt x="63" y="147"/>
                    <a:pt x="56" y="140"/>
                  </a:cubicBezTo>
                  <a:cubicBezTo>
                    <a:pt x="50" y="135"/>
                    <a:pt x="45" y="128"/>
                    <a:pt x="42" y="121"/>
                  </a:cubicBezTo>
                  <a:cubicBezTo>
                    <a:pt x="39" y="114"/>
                    <a:pt x="38" y="105"/>
                    <a:pt x="38" y="95"/>
                  </a:cubicBezTo>
                  <a:cubicBezTo>
                    <a:pt x="38" y="84"/>
                    <a:pt x="40" y="76"/>
                    <a:pt x="45" y="67"/>
                  </a:cubicBezTo>
                  <a:cubicBezTo>
                    <a:pt x="49" y="60"/>
                    <a:pt x="54" y="53"/>
                    <a:pt x="62" y="48"/>
                  </a:cubicBezTo>
                  <a:cubicBezTo>
                    <a:pt x="70" y="42"/>
                    <a:pt x="78" y="39"/>
                    <a:pt x="88" y="36"/>
                  </a:cubicBezTo>
                  <a:cubicBezTo>
                    <a:pt x="98" y="34"/>
                    <a:pt x="109" y="32"/>
                    <a:pt x="120" y="32"/>
                  </a:cubicBezTo>
                  <a:cubicBezTo>
                    <a:pt x="150" y="32"/>
                    <a:pt x="177" y="38"/>
                    <a:pt x="198" y="51"/>
                  </a:cubicBezTo>
                  <a:cubicBezTo>
                    <a:pt x="198" y="13"/>
                    <a:pt x="198" y="13"/>
                    <a:pt x="198" y="13"/>
                  </a:cubicBezTo>
                  <a:cubicBezTo>
                    <a:pt x="178" y="4"/>
                    <a:pt x="154" y="0"/>
                    <a:pt x="123" y="0"/>
                  </a:cubicBezTo>
                  <a:cubicBezTo>
                    <a:pt x="106" y="0"/>
                    <a:pt x="91" y="3"/>
                    <a:pt x="77" y="7"/>
                  </a:cubicBezTo>
                  <a:cubicBezTo>
                    <a:pt x="62" y="11"/>
                    <a:pt x="49" y="18"/>
                    <a:pt x="38" y="27"/>
                  </a:cubicBezTo>
                  <a:cubicBezTo>
                    <a:pt x="26" y="35"/>
                    <a:pt x="18" y="45"/>
                    <a:pt x="11" y="58"/>
                  </a:cubicBezTo>
                  <a:cubicBezTo>
                    <a:pt x="5" y="70"/>
                    <a:pt x="1" y="83"/>
                    <a:pt x="1" y="98"/>
                  </a:cubicBezTo>
                  <a:cubicBezTo>
                    <a:pt x="1" y="111"/>
                    <a:pt x="3" y="122"/>
                    <a:pt x="7" y="131"/>
                  </a:cubicBezTo>
                  <a:cubicBezTo>
                    <a:pt x="10" y="140"/>
                    <a:pt x="15" y="149"/>
                    <a:pt x="22" y="157"/>
                  </a:cubicBezTo>
                  <a:cubicBezTo>
                    <a:pt x="29" y="166"/>
                    <a:pt x="39" y="174"/>
                    <a:pt x="50" y="181"/>
                  </a:cubicBezTo>
                  <a:cubicBezTo>
                    <a:pt x="63" y="189"/>
                    <a:pt x="76" y="198"/>
                    <a:pt x="92" y="206"/>
                  </a:cubicBezTo>
                  <a:cubicBezTo>
                    <a:pt x="106" y="215"/>
                    <a:pt x="119" y="222"/>
                    <a:pt x="130" y="227"/>
                  </a:cubicBezTo>
                  <a:cubicBezTo>
                    <a:pt x="142" y="234"/>
                    <a:pt x="150" y="241"/>
                    <a:pt x="157" y="247"/>
                  </a:cubicBezTo>
                  <a:cubicBezTo>
                    <a:pt x="164" y="254"/>
                    <a:pt x="170" y="261"/>
                    <a:pt x="172" y="268"/>
                  </a:cubicBezTo>
                  <a:cubicBezTo>
                    <a:pt x="175" y="275"/>
                    <a:pt x="177" y="285"/>
                    <a:pt x="177" y="295"/>
                  </a:cubicBezTo>
                  <a:cubicBezTo>
                    <a:pt x="177" y="314"/>
                    <a:pt x="170" y="331"/>
                    <a:pt x="156" y="343"/>
                  </a:cubicBezTo>
                  <a:cubicBezTo>
                    <a:pt x="142" y="354"/>
                    <a:pt x="120" y="358"/>
                    <a:pt x="92" y="358"/>
                  </a:cubicBezTo>
                  <a:cubicBezTo>
                    <a:pt x="84" y="358"/>
                    <a:pt x="77" y="358"/>
                    <a:pt x="69" y="357"/>
                  </a:cubicBezTo>
                  <a:cubicBezTo>
                    <a:pt x="60" y="355"/>
                    <a:pt x="53" y="354"/>
                    <a:pt x="45" y="351"/>
                  </a:cubicBezTo>
                  <a:cubicBezTo>
                    <a:pt x="36" y="348"/>
                    <a:pt x="29" y="345"/>
                    <a:pt x="21" y="341"/>
                  </a:cubicBezTo>
                  <a:cubicBezTo>
                    <a:pt x="14" y="337"/>
                    <a:pt x="7" y="333"/>
                    <a:pt x="0" y="329"/>
                  </a:cubicBezTo>
                  <a:cubicBezTo>
                    <a:pt x="0" y="369"/>
                    <a:pt x="0" y="369"/>
                    <a:pt x="0" y="369"/>
                  </a:cubicBezTo>
                  <a:cubicBezTo>
                    <a:pt x="5" y="372"/>
                    <a:pt x="11" y="375"/>
                    <a:pt x="18" y="378"/>
                  </a:cubicBezTo>
                  <a:cubicBezTo>
                    <a:pt x="26" y="380"/>
                    <a:pt x="35" y="383"/>
                    <a:pt x="43" y="385"/>
                  </a:cubicBezTo>
                  <a:cubicBezTo>
                    <a:pt x="52" y="386"/>
                    <a:pt x="60" y="388"/>
                    <a:pt x="67" y="389"/>
                  </a:cubicBezTo>
                  <a:cubicBezTo>
                    <a:pt x="76" y="390"/>
                    <a:pt x="83" y="390"/>
                    <a:pt x="90" y="390"/>
                  </a:cubicBezTo>
                  <a:cubicBezTo>
                    <a:pt x="108" y="390"/>
                    <a:pt x="125" y="388"/>
                    <a:pt x="139" y="383"/>
                  </a:cubicBezTo>
                  <a:cubicBezTo>
                    <a:pt x="154" y="379"/>
                    <a:pt x="168" y="373"/>
                    <a:pt x="179" y="365"/>
                  </a:cubicBezTo>
                  <a:cubicBezTo>
                    <a:pt x="189" y="357"/>
                    <a:pt x="199" y="347"/>
                    <a:pt x="205" y="334"/>
                  </a:cubicBezTo>
                  <a:cubicBezTo>
                    <a:pt x="210" y="321"/>
                    <a:pt x="215" y="307"/>
                    <a:pt x="215" y="291"/>
                  </a:cubicBezTo>
                  <a:cubicBezTo>
                    <a:pt x="215" y="278"/>
                    <a:pt x="212" y="268"/>
                    <a:pt x="208" y="258"/>
                  </a:cubicBezTo>
                  <a:cubicBezTo>
                    <a:pt x="205" y="248"/>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77" name="Group 80">
            <a:extLst>
              <a:ext uri="{FF2B5EF4-FFF2-40B4-BE49-F238E27FC236}">
                <a16:creationId xmlns:a16="http://schemas.microsoft.com/office/drawing/2014/main" id="{CA80C2F2-1B72-D468-0055-31E59F07F848}"/>
              </a:ext>
            </a:extLst>
          </p:cNvPr>
          <p:cNvGrpSpPr/>
          <p:nvPr/>
        </p:nvGrpSpPr>
        <p:grpSpPr>
          <a:xfrm>
            <a:off x="5190728" y="2351758"/>
            <a:ext cx="269875" cy="257175"/>
            <a:chOff x="4154488" y="4130675"/>
            <a:chExt cx="269875" cy="257175"/>
          </a:xfrm>
          <a:solidFill>
            <a:schemeClr val="accent4"/>
          </a:solidFill>
        </p:grpSpPr>
        <p:sp>
          <p:nvSpPr>
            <p:cNvPr id="78" name="Freeform 64">
              <a:extLst>
                <a:ext uri="{FF2B5EF4-FFF2-40B4-BE49-F238E27FC236}">
                  <a16:creationId xmlns:a16="http://schemas.microsoft.com/office/drawing/2014/main" id="{8E40D798-3A97-1C17-E2B1-1A803CD1A713}"/>
                </a:ext>
              </a:extLst>
            </p:cNvPr>
            <p:cNvSpPr>
              <a:spLocks noChangeArrowheads="1"/>
            </p:cNvSpPr>
            <p:nvPr/>
          </p:nvSpPr>
          <p:spPr bwMode="auto">
            <a:xfrm>
              <a:off x="4213225" y="4273550"/>
              <a:ext cx="46038" cy="44450"/>
            </a:xfrm>
            <a:custGeom>
              <a:avLst/>
              <a:gdLst>
                <a:gd name="T0" fmla="*/ 10 w 130"/>
                <a:gd name="T1" fmla="*/ 118 h 123"/>
                <a:gd name="T2" fmla="*/ 10 w 130"/>
                <a:gd name="T3" fmla="*/ 118 h 123"/>
                <a:gd name="T4" fmla="*/ 30 w 130"/>
                <a:gd name="T5" fmla="*/ 113 h 123"/>
                <a:gd name="T6" fmla="*/ 30 w 130"/>
                <a:gd name="T7" fmla="*/ 113 h 123"/>
                <a:gd name="T8" fmla="*/ 119 w 130"/>
                <a:gd name="T9" fmla="*/ 29 h 123"/>
                <a:gd name="T10" fmla="*/ 125 w 130"/>
                <a:gd name="T11" fmla="*/ 9 h 123"/>
                <a:gd name="T12" fmla="*/ 105 w 130"/>
                <a:gd name="T13" fmla="*/ 4 h 123"/>
                <a:gd name="T14" fmla="*/ 6 w 130"/>
                <a:gd name="T15" fmla="*/ 96 h 123"/>
                <a:gd name="T16" fmla="*/ 10 w 130"/>
                <a:gd name="T17" fmla="*/ 118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30" h="123">
                  <a:moveTo>
                    <a:pt x="10" y="118"/>
                  </a:moveTo>
                  <a:lnTo>
                    <a:pt x="10" y="118"/>
                  </a:lnTo>
                  <a:cubicBezTo>
                    <a:pt x="17" y="122"/>
                    <a:pt x="25" y="119"/>
                    <a:pt x="30" y="113"/>
                  </a:cubicBezTo>
                  <a:lnTo>
                    <a:pt x="30" y="113"/>
                  </a:lnTo>
                  <a:cubicBezTo>
                    <a:pt x="52" y="78"/>
                    <a:pt x="83" y="50"/>
                    <a:pt x="119" y="29"/>
                  </a:cubicBezTo>
                  <a:cubicBezTo>
                    <a:pt x="126" y="26"/>
                    <a:pt x="129" y="16"/>
                    <a:pt x="125" y="9"/>
                  </a:cubicBezTo>
                  <a:cubicBezTo>
                    <a:pt x="121" y="2"/>
                    <a:pt x="112" y="0"/>
                    <a:pt x="105" y="4"/>
                  </a:cubicBezTo>
                  <a:cubicBezTo>
                    <a:pt x="65" y="26"/>
                    <a:pt x="30" y="57"/>
                    <a:pt x="6" y="96"/>
                  </a:cubicBezTo>
                  <a:cubicBezTo>
                    <a:pt x="0" y="103"/>
                    <a:pt x="3" y="112"/>
                    <a:pt x="10" y="1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79" name="Freeform 65">
              <a:extLst>
                <a:ext uri="{FF2B5EF4-FFF2-40B4-BE49-F238E27FC236}">
                  <a16:creationId xmlns:a16="http://schemas.microsoft.com/office/drawing/2014/main" id="{C25812C3-7653-58D5-101F-229B61B87550}"/>
                </a:ext>
              </a:extLst>
            </p:cNvPr>
            <p:cNvSpPr>
              <a:spLocks noChangeArrowheads="1"/>
            </p:cNvSpPr>
            <p:nvPr/>
          </p:nvSpPr>
          <p:spPr bwMode="auto">
            <a:xfrm>
              <a:off x="4251325" y="4130675"/>
              <a:ext cx="19050" cy="57150"/>
            </a:xfrm>
            <a:custGeom>
              <a:avLst/>
              <a:gdLst>
                <a:gd name="T0" fmla="*/ 19 w 51"/>
                <a:gd name="T1" fmla="*/ 154 h 160"/>
                <a:gd name="T2" fmla="*/ 19 w 51"/>
                <a:gd name="T3" fmla="*/ 154 h 160"/>
                <a:gd name="T4" fmla="*/ 38 w 51"/>
                <a:gd name="T5" fmla="*/ 149 h 160"/>
                <a:gd name="T6" fmla="*/ 50 w 51"/>
                <a:gd name="T7" fmla="*/ 109 h 160"/>
                <a:gd name="T8" fmla="*/ 38 w 51"/>
                <a:gd name="T9" fmla="*/ 73 h 160"/>
                <a:gd name="T10" fmla="*/ 31 w 51"/>
                <a:gd name="T11" fmla="*/ 49 h 160"/>
                <a:gd name="T12" fmla="*/ 38 w 51"/>
                <a:gd name="T13" fmla="*/ 24 h 160"/>
                <a:gd name="T14" fmla="*/ 31 w 51"/>
                <a:gd name="T15" fmla="*/ 4 h 160"/>
                <a:gd name="T16" fmla="*/ 12 w 51"/>
                <a:gd name="T17" fmla="*/ 10 h 160"/>
                <a:gd name="T18" fmla="*/ 12 w 51"/>
                <a:gd name="T19" fmla="*/ 10 h 160"/>
                <a:gd name="T20" fmla="*/ 0 w 51"/>
                <a:gd name="T21" fmla="*/ 49 h 160"/>
                <a:gd name="T22" fmla="*/ 12 w 51"/>
                <a:gd name="T23" fmla="*/ 86 h 160"/>
                <a:gd name="T24" fmla="*/ 19 w 51"/>
                <a:gd name="T25" fmla="*/ 109 h 160"/>
                <a:gd name="T26" fmla="*/ 12 w 51"/>
                <a:gd name="T27" fmla="*/ 135 h 160"/>
                <a:gd name="T28" fmla="*/ 19 w 51"/>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51" h="160">
                  <a:moveTo>
                    <a:pt x="19" y="154"/>
                  </a:moveTo>
                  <a:lnTo>
                    <a:pt x="19" y="154"/>
                  </a:lnTo>
                  <a:cubicBezTo>
                    <a:pt x="26" y="159"/>
                    <a:pt x="34" y="156"/>
                    <a:pt x="38" y="149"/>
                  </a:cubicBezTo>
                  <a:cubicBezTo>
                    <a:pt x="45" y="133"/>
                    <a:pt x="50" y="121"/>
                    <a:pt x="50" y="109"/>
                  </a:cubicBezTo>
                  <a:cubicBezTo>
                    <a:pt x="50" y="94"/>
                    <a:pt x="43" y="81"/>
                    <a:pt x="38" y="73"/>
                  </a:cubicBezTo>
                  <a:cubicBezTo>
                    <a:pt x="34" y="63"/>
                    <a:pt x="31" y="57"/>
                    <a:pt x="31" y="49"/>
                  </a:cubicBezTo>
                  <a:cubicBezTo>
                    <a:pt x="31" y="43"/>
                    <a:pt x="33" y="35"/>
                    <a:pt x="38" y="24"/>
                  </a:cubicBezTo>
                  <a:cubicBezTo>
                    <a:pt x="43" y="17"/>
                    <a:pt x="40" y="7"/>
                    <a:pt x="31" y="4"/>
                  </a:cubicBezTo>
                  <a:cubicBezTo>
                    <a:pt x="24" y="0"/>
                    <a:pt x="16" y="3"/>
                    <a:pt x="12" y="10"/>
                  </a:cubicBezTo>
                  <a:lnTo>
                    <a:pt x="12" y="10"/>
                  </a:lnTo>
                  <a:cubicBezTo>
                    <a:pt x="5" y="25"/>
                    <a:pt x="0" y="38"/>
                    <a:pt x="0" y="49"/>
                  </a:cubicBezTo>
                  <a:cubicBezTo>
                    <a:pt x="0" y="64"/>
                    <a:pt x="7" y="77"/>
                    <a:pt x="12" y="86"/>
                  </a:cubicBezTo>
                  <a:cubicBezTo>
                    <a:pt x="16" y="95"/>
                    <a:pt x="19" y="101"/>
                    <a:pt x="19" y="109"/>
                  </a:cubicBezTo>
                  <a:cubicBezTo>
                    <a:pt x="19" y="115"/>
                    <a:pt x="17" y="123"/>
                    <a:pt x="12" y="135"/>
                  </a:cubicBezTo>
                  <a:cubicBezTo>
                    <a:pt x="7" y="142"/>
                    <a:pt x="12" y="152"/>
                    <a:pt x="19"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0" name="Freeform 66">
              <a:extLst>
                <a:ext uri="{FF2B5EF4-FFF2-40B4-BE49-F238E27FC236}">
                  <a16:creationId xmlns:a16="http://schemas.microsoft.com/office/drawing/2014/main" id="{54BD2F01-8E0E-5E88-58C3-BF62FC7D9971}"/>
                </a:ext>
              </a:extLst>
            </p:cNvPr>
            <p:cNvSpPr>
              <a:spLocks noChangeArrowheads="1"/>
            </p:cNvSpPr>
            <p:nvPr/>
          </p:nvSpPr>
          <p:spPr bwMode="auto">
            <a:xfrm>
              <a:off x="4284663" y="4130675"/>
              <a:ext cx="17462" cy="57150"/>
            </a:xfrm>
            <a:custGeom>
              <a:avLst/>
              <a:gdLst>
                <a:gd name="T0" fmla="*/ 17 w 49"/>
                <a:gd name="T1" fmla="*/ 154 h 160"/>
                <a:gd name="T2" fmla="*/ 17 w 49"/>
                <a:gd name="T3" fmla="*/ 154 h 160"/>
                <a:gd name="T4" fmla="*/ 38 w 49"/>
                <a:gd name="T5" fmla="*/ 149 h 160"/>
                <a:gd name="T6" fmla="*/ 48 w 49"/>
                <a:gd name="T7" fmla="*/ 109 h 160"/>
                <a:gd name="T8" fmla="*/ 38 w 49"/>
                <a:gd name="T9" fmla="*/ 73 h 160"/>
                <a:gd name="T10" fmla="*/ 30 w 49"/>
                <a:gd name="T11" fmla="*/ 49 h 160"/>
                <a:gd name="T12" fmla="*/ 38 w 49"/>
                <a:gd name="T13" fmla="*/ 24 h 160"/>
                <a:gd name="T14" fmla="*/ 31 w 49"/>
                <a:gd name="T15" fmla="*/ 4 h 160"/>
                <a:gd name="T16" fmla="*/ 12 w 49"/>
                <a:gd name="T17" fmla="*/ 10 h 160"/>
                <a:gd name="T18" fmla="*/ 12 w 49"/>
                <a:gd name="T19" fmla="*/ 10 h 160"/>
                <a:gd name="T20" fmla="*/ 0 w 49"/>
                <a:gd name="T21" fmla="*/ 49 h 160"/>
                <a:gd name="T22" fmla="*/ 12 w 49"/>
                <a:gd name="T23" fmla="*/ 86 h 160"/>
                <a:gd name="T24" fmla="*/ 19 w 49"/>
                <a:gd name="T25" fmla="*/ 109 h 160"/>
                <a:gd name="T26" fmla="*/ 12 w 49"/>
                <a:gd name="T27" fmla="*/ 135 h 160"/>
                <a:gd name="T28" fmla="*/ 17 w 49"/>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9" h="160">
                  <a:moveTo>
                    <a:pt x="17" y="154"/>
                  </a:moveTo>
                  <a:lnTo>
                    <a:pt x="17" y="154"/>
                  </a:lnTo>
                  <a:cubicBezTo>
                    <a:pt x="26" y="159"/>
                    <a:pt x="34" y="156"/>
                    <a:pt x="38" y="149"/>
                  </a:cubicBezTo>
                  <a:cubicBezTo>
                    <a:pt x="45" y="133"/>
                    <a:pt x="48" y="121"/>
                    <a:pt x="48" y="109"/>
                  </a:cubicBezTo>
                  <a:cubicBezTo>
                    <a:pt x="48" y="94"/>
                    <a:pt x="43" y="81"/>
                    <a:pt x="38" y="73"/>
                  </a:cubicBezTo>
                  <a:cubicBezTo>
                    <a:pt x="33" y="63"/>
                    <a:pt x="30" y="57"/>
                    <a:pt x="30" y="49"/>
                  </a:cubicBezTo>
                  <a:cubicBezTo>
                    <a:pt x="30" y="43"/>
                    <a:pt x="33" y="35"/>
                    <a:pt x="38" y="24"/>
                  </a:cubicBezTo>
                  <a:cubicBezTo>
                    <a:pt x="41" y="17"/>
                    <a:pt x="38" y="7"/>
                    <a:pt x="31" y="4"/>
                  </a:cubicBezTo>
                  <a:cubicBezTo>
                    <a:pt x="24" y="0"/>
                    <a:pt x="15" y="3"/>
                    <a:pt x="12" y="10"/>
                  </a:cubicBezTo>
                  <a:lnTo>
                    <a:pt x="12" y="10"/>
                  </a:lnTo>
                  <a:cubicBezTo>
                    <a:pt x="3" y="25"/>
                    <a:pt x="0" y="38"/>
                    <a:pt x="0" y="49"/>
                  </a:cubicBezTo>
                  <a:cubicBezTo>
                    <a:pt x="0" y="64"/>
                    <a:pt x="6" y="77"/>
                    <a:pt x="12" y="86"/>
                  </a:cubicBezTo>
                  <a:cubicBezTo>
                    <a:pt x="16" y="95"/>
                    <a:pt x="19" y="101"/>
                    <a:pt x="19" y="109"/>
                  </a:cubicBezTo>
                  <a:cubicBezTo>
                    <a:pt x="19" y="115"/>
                    <a:pt x="17" y="123"/>
                    <a:pt x="12" y="135"/>
                  </a:cubicBezTo>
                  <a:cubicBezTo>
                    <a:pt x="7" y="142"/>
                    <a:pt x="10" y="152"/>
                    <a:pt x="17"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1" name="Freeform 67">
              <a:extLst>
                <a:ext uri="{FF2B5EF4-FFF2-40B4-BE49-F238E27FC236}">
                  <a16:creationId xmlns:a16="http://schemas.microsoft.com/office/drawing/2014/main" id="{4722DBE0-AA0A-BED6-2176-0224ABDB3814}"/>
                </a:ext>
              </a:extLst>
            </p:cNvPr>
            <p:cNvSpPr>
              <a:spLocks noChangeArrowheads="1"/>
            </p:cNvSpPr>
            <p:nvPr/>
          </p:nvSpPr>
          <p:spPr bwMode="auto">
            <a:xfrm>
              <a:off x="4319588" y="4130675"/>
              <a:ext cx="17462" cy="57150"/>
            </a:xfrm>
            <a:custGeom>
              <a:avLst/>
              <a:gdLst>
                <a:gd name="T0" fmla="*/ 16 w 48"/>
                <a:gd name="T1" fmla="*/ 154 h 160"/>
                <a:gd name="T2" fmla="*/ 16 w 48"/>
                <a:gd name="T3" fmla="*/ 154 h 160"/>
                <a:gd name="T4" fmla="*/ 36 w 48"/>
                <a:gd name="T5" fmla="*/ 149 h 160"/>
                <a:gd name="T6" fmla="*/ 47 w 48"/>
                <a:gd name="T7" fmla="*/ 109 h 160"/>
                <a:gd name="T8" fmla="*/ 36 w 48"/>
                <a:gd name="T9" fmla="*/ 73 h 160"/>
                <a:gd name="T10" fmla="*/ 29 w 48"/>
                <a:gd name="T11" fmla="*/ 49 h 160"/>
                <a:gd name="T12" fmla="*/ 36 w 48"/>
                <a:gd name="T13" fmla="*/ 24 h 160"/>
                <a:gd name="T14" fmla="*/ 30 w 48"/>
                <a:gd name="T15" fmla="*/ 4 h 160"/>
                <a:gd name="T16" fmla="*/ 9 w 48"/>
                <a:gd name="T17" fmla="*/ 10 h 160"/>
                <a:gd name="T18" fmla="*/ 9 w 48"/>
                <a:gd name="T19" fmla="*/ 10 h 160"/>
                <a:gd name="T20" fmla="*/ 0 w 48"/>
                <a:gd name="T21" fmla="*/ 49 h 160"/>
                <a:gd name="T22" fmla="*/ 9 w 48"/>
                <a:gd name="T23" fmla="*/ 86 h 160"/>
                <a:gd name="T24" fmla="*/ 18 w 48"/>
                <a:gd name="T25" fmla="*/ 109 h 160"/>
                <a:gd name="T26" fmla="*/ 9 w 48"/>
                <a:gd name="T27" fmla="*/ 135 h 160"/>
                <a:gd name="T28" fmla="*/ 16 w 48"/>
                <a:gd name="T29" fmla="*/ 154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48" h="160">
                  <a:moveTo>
                    <a:pt x="16" y="154"/>
                  </a:moveTo>
                  <a:lnTo>
                    <a:pt x="16" y="154"/>
                  </a:lnTo>
                  <a:cubicBezTo>
                    <a:pt x="23" y="159"/>
                    <a:pt x="33" y="156"/>
                    <a:pt x="36" y="149"/>
                  </a:cubicBezTo>
                  <a:cubicBezTo>
                    <a:pt x="44" y="133"/>
                    <a:pt x="47" y="121"/>
                    <a:pt x="47" y="109"/>
                  </a:cubicBezTo>
                  <a:cubicBezTo>
                    <a:pt x="47" y="94"/>
                    <a:pt x="40" y="81"/>
                    <a:pt x="36" y="73"/>
                  </a:cubicBezTo>
                  <a:cubicBezTo>
                    <a:pt x="32" y="63"/>
                    <a:pt x="29" y="57"/>
                    <a:pt x="29" y="49"/>
                  </a:cubicBezTo>
                  <a:cubicBezTo>
                    <a:pt x="29" y="43"/>
                    <a:pt x="30" y="35"/>
                    <a:pt x="36" y="24"/>
                  </a:cubicBezTo>
                  <a:cubicBezTo>
                    <a:pt x="40" y="17"/>
                    <a:pt x="37" y="7"/>
                    <a:pt x="30" y="4"/>
                  </a:cubicBezTo>
                  <a:cubicBezTo>
                    <a:pt x="22" y="0"/>
                    <a:pt x="14" y="3"/>
                    <a:pt x="9" y="10"/>
                  </a:cubicBezTo>
                  <a:lnTo>
                    <a:pt x="9" y="10"/>
                  </a:lnTo>
                  <a:cubicBezTo>
                    <a:pt x="2" y="25"/>
                    <a:pt x="0" y="38"/>
                    <a:pt x="0" y="49"/>
                  </a:cubicBezTo>
                  <a:cubicBezTo>
                    <a:pt x="0" y="64"/>
                    <a:pt x="5" y="77"/>
                    <a:pt x="9" y="86"/>
                  </a:cubicBezTo>
                  <a:cubicBezTo>
                    <a:pt x="14" y="95"/>
                    <a:pt x="16" y="101"/>
                    <a:pt x="18" y="109"/>
                  </a:cubicBezTo>
                  <a:cubicBezTo>
                    <a:pt x="16" y="115"/>
                    <a:pt x="15" y="123"/>
                    <a:pt x="9" y="135"/>
                  </a:cubicBezTo>
                  <a:cubicBezTo>
                    <a:pt x="7" y="142"/>
                    <a:pt x="9" y="152"/>
                    <a:pt x="16" y="1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2" name="Freeform 68">
              <a:extLst>
                <a:ext uri="{FF2B5EF4-FFF2-40B4-BE49-F238E27FC236}">
                  <a16:creationId xmlns:a16="http://schemas.microsoft.com/office/drawing/2014/main" id="{B50842AF-1885-6DE4-13A9-6D054E6C944C}"/>
                </a:ext>
              </a:extLst>
            </p:cNvPr>
            <p:cNvSpPr>
              <a:spLocks noChangeArrowheads="1"/>
            </p:cNvSpPr>
            <p:nvPr/>
          </p:nvSpPr>
          <p:spPr bwMode="auto">
            <a:xfrm>
              <a:off x="4154488" y="4376738"/>
              <a:ext cx="269875" cy="11112"/>
            </a:xfrm>
            <a:custGeom>
              <a:avLst/>
              <a:gdLst>
                <a:gd name="T0" fmla="*/ 732 w 748"/>
                <a:gd name="T1" fmla="*/ 0 h 30"/>
                <a:gd name="T2" fmla="*/ 732 w 748"/>
                <a:gd name="T3" fmla="*/ 0 h 30"/>
                <a:gd name="T4" fmla="*/ 16 w 748"/>
                <a:gd name="T5" fmla="*/ 0 h 30"/>
                <a:gd name="T6" fmla="*/ 0 w 748"/>
                <a:gd name="T7" fmla="*/ 15 h 30"/>
                <a:gd name="T8" fmla="*/ 16 w 748"/>
                <a:gd name="T9" fmla="*/ 29 h 30"/>
                <a:gd name="T10" fmla="*/ 732 w 748"/>
                <a:gd name="T11" fmla="*/ 29 h 30"/>
                <a:gd name="T12" fmla="*/ 747 w 748"/>
                <a:gd name="T13" fmla="*/ 15 h 30"/>
                <a:gd name="T14" fmla="*/ 732 w 748"/>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48" h="30">
                  <a:moveTo>
                    <a:pt x="732" y="0"/>
                  </a:moveTo>
                  <a:lnTo>
                    <a:pt x="732" y="0"/>
                  </a:lnTo>
                  <a:cubicBezTo>
                    <a:pt x="16" y="0"/>
                    <a:pt x="16" y="0"/>
                    <a:pt x="16" y="0"/>
                  </a:cubicBezTo>
                  <a:cubicBezTo>
                    <a:pt x="7" y="0"/>
                    <a:pt x="0" y="7"/>
                    <a:pt x="0" y="15"/>
                  </a:cubicBezTo>
                  <a:cubicBezTo>
                    <a:pt x="0" y="24"/>
                    <a:pt x="7" y="29"/>
                    <a:pt x="16" y="29"/>
                  </a:cubicBezTo>
                  <a:cubicBezTo>
                    <a:pt x="732" y="29"/>
                    <a:pt x="732" y="29"/>
                    <a:pt x="732" y="29"/>
                  </a:cubicBezTo>
                  <a:cubicBezTo>
                    <a:pt x="740" y="29"/>
                    <a:pt x="747" y="24"/>
                    <a:pt x="747" y="15"/>
                  </a:cubicBezTo>
                  <a:cubicBezTo>
                    <a:pt x="747" y="7"/>
                    <a:pt x="740" y="0"/>
                    <a:pt x="732"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3" name="Freeform 69">
              <a:extLst>
                <a:ext uri="{FF2B5EF4-FFF2-40B4-BE49-F238E27FC236}">
                  <a16:creationId xmlns:a16="http://schemas.microsoft.com/office/drawing/2014/main" id="{FD73731C-275F-28DB-2EFD-1EC2B179B38A}"/>
                </a:ext>
              </a:extLst>
            </p:cNvPr>
            <p:cNvSpPr>
              <a:spLocks noChangeArrowheads="1"/>
            </p:cNvSpPr>
            <p:nvPr/>
          </p:nvSpPr>
          <p:spPr bwMode="auto">
            <a:xfrm>
              <a:off x="4165600" y="4210050"/>
              <a:ext cx="247650" cy="155575"/>
            </a:xfrm>
            <a:custGeom>
              <a:avLst/>
              <a:gdLst>
                <a:gd name="T0" fmla="*/ 5 w 687"/>
                <a:gd name="T1" fmla="*/ 427 h 432"/>
                <a:gd name="T2" fmla="*/ 5 w 687"/>
                <a:gd name="T3" fmla="*/ 427 h 432"/>
                <a:gd name="T4" fmla="*/ 16 w 687"/>
                <a:gd name="T5" fmla="*/ 431 h 432"/>
                <a:gd name="T6" fmla="*/ 670 w 687"/>
                <a:gd name="T7" fmla="*/ 431 h 432"/>
                <a:gd name="T8" fmla="*/ 681 w 687"/>
                <a:gd name="T9" fmla="*/ 427 h 432"/>
                <a:gd name="T10" fmla="*/ 686 w 687"/>
                <a:gd name="T11" fmla="*/ 416 h 432"/>
                <a:gd name="T12" fmla="*/ 405 w 687"/>
                <a:gd name="T13" fmla="*/ 80 h 432"/>
                <a:gd name="T14" fmla="*/ 405 w 687"/>
                <a:gd name="T15" fmla="*/ 62 h 432"/>
                <a:gd name="T16" fmla="*/ 386 w 687"/>
                <a:gd name="T17" fmla="*/ 19 h 432"/>
                <a:gd name="T18" fmla="*/ 343 w 687"/>
                <a:gd name="T19" fmla="*/ 0 h 432"/>
                <a:gd name="T20" fmla="*/ 299 w 687"/>
                <a:gd name="T21" fmla="*/ 19 h 432"/>
                <a:gd name="T22" fmla="*/ 281 w 687"/>
                <a:gd name="T23" fmla="*/ 62 h 432"/>
                <a:gd name="T24" fmla="*/ 281 w 687"/>
                <a:gd name="T25" fmla="*/ 80 h 432"/>
                <a:gd name="T26" fmla="*/ 0 w 687"/>
                <a:gd name="T27" fmla="*/ 416 h 432"/>
                <a:gd name="T28" fmla="*/ 5 w 687"/>
                <a:gd name="T29" fmla="*/ 427 h 432"/>
                <a:gd name="T30" fmla="*/ 311 w 687"/>
                <a:gd name="T31" fmla="*/ 62 h 432"/>
                <a:gd name="T32" fmla="*/ 311 w 687"/>
                <a:gd name="T33" fmla="*/ 62 h 432"/>
                <a:gd name="T34" fmla="*/ 343 w 687"/>
                <a:gd name="T35" fmla="*/ 30 h 432"/>
                <a:gd name="T36" fmla="*/ 375 w 687"/>
                <a:gd name="T37" fmla="*/ 62 h 432"/>
                <a:gd name="T38" fmla="*/ 375 w 687"/>
                <a:gd name="T39" fmla="*/ 76 h 432"/>
                <a:gd name="T40" fmla="*/ 343 w 687"/>
                <a:gd name="T41" fmla="*/ 75 h 432"/>
                <a:gd name="T42" fmla="*/ 311 w 687"/>
                <a:gd name="T43" fmla="*/ 76 h 432"/>
                <a:gd name="T44" fmla="*/ 311 w 687"/>
                <a:gd name="T45" fmla="*/ 62 h 432"/>
                <a:gd name="T46" fmla="*/ 122 w 687"/>
                <a:gd name="T47" fmla="*/ 195 h 432"/>
                <a:gd name="T48" fmla="*/ 122 w 687"/>
                <a:gd name="T49" fmla="*/ 195 h 432"/>
                <a:gd name="T50" fmla="*/ 343 w 687"/>
                <a:gd name="T51" fmla="*/ 104 h 432"/>
                <a:gd name="T52" fmla="*/ 563 w 687"/>
                <a:gd name="T53" fmla="*/ 195 h 432"/>
                <a:gd name="T54" fmla="*/ 655 w 687"/>
                <a:gd name="T55" fmla="*/ 402 h 432"/>
                <a:gd name="T56" fmla="*/ 31 w 687"/>
                <a:gd name="T57" fmla="*/ 402 h 432"/>
                <a:gd name="T58" fmla="*/ 122 w 687"/>
                <a:gd name="T59" fmla="*/ 195 h 4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687" h="432">
                  <a:moveTo>
                    <a:pt x="5" y="427"/>
                  </a:moveTo>
                  <a:lnTo>
                    <a:pt x="5" y="427"/>
                  </a:lnTo>
                  <a:cubicBezTo>
                    <a:pt x="7" y="430"/>
                    <a:pt x="12" y="431"/>
                    <a:pt x="16" y="431"/>
                  </a:cubicBezTo>
                  <a:cubicBezTo>
                    <a:pt x="670" y="431"/>
                    <a:pt x="670" y="431"/>
                    <a:pt x="670" y="431"/>
                  </a:cubicBezTo>
                  <a:cubicBezTo>
                    <a:pt x="674" y="431"/>
                    <a:pt x="678" y="430"/>
                    <a:pt x="681" y="427"/>
                  </a:cubicBezTo>
                  <a:cubicBezTo>
                    <a:pt x="684" y="424"/>
                    <a:pt x="686" y="420"/>
                    <a:pt x="686" y="416"/>
                  </a:cubicBezTo>
                  <a:cubicBezTo>
                    <a:pt x="686" y="249"/>
                    <a:pt x="565" y="108"/>
                    <a:pt x="405" y="80"/>
                  </a:cubicBezTo>
                  <a:cubicBezTo>
                    <a:pt x="405" y="62"/>
                    <a:pt x="405" y="62"/>
                    <a:pt x="405" y="62"/>
                  </a:cubicBezTo>
                  <a:cubicBezTo>
                    <a:pt x="405" y="45"/>
                    <a:pt x="398" y="30"/>
                    <a:pt x="386" y="19"/>
                  </a:cubicBezTo>
                  <a:cubicBezTo>
                    <a:pt x="375" y="7"/>
                    <a:pt x="360" y="0"/>
                    <a:pt x="343" y="0"/>
                  </a:cubicBezTo>
                  <a:cubicBezTo>
                    <a:pt x="326" y="0"/>
                    <a:pt x="311" y="7"/>
                    <a:pt x="299" y="19"/>
                  </a:cubicBezTo>
                  <a:cubicBezTo>
                    <a:pt x="288" y="30"/>
                    <a:pt x="281" y="45"/>
                    <a:pt x="281" y="62"/>
                  </a:cubicBezTo>
                  <a:cubicBezTo>
                    <a:pt x="281" y="80"/>
                    <a:pt x="281" y="80"/>
                    <a:pt x="281" y="80"/>
                  </a:cubicBezTo>
                  <a:cubicBezTo>
                    <a:pt x="121" y="108"/>
                    <a:pt x="0" y="249"/>
                    <a:pt x="0" y="416"/>
                  </a:cubicBezTo>
                  <a:cubicBezTo>
                    <a:pt x="0" y="420"/>
                    <a:pt x="2" y="424"/>
                    <a:pt x="5" y="427"/>
                  </a:cubicBezTo>
                  <a:close/>
                  <a:moveTo>
                    <a:pt x="311" y="62"/>
                  </a:moveTo>
                  <a:lnTo>
                    <a:pt x="311" y="62"/>
                  </a:lnTo>
                  <a:cubicBezTo>
                    <a:pt x="311" y="44"/>
                    <a:pt x="326" y="30"/>
                    <a:pt x="343" y="30"/>
                  </a:cubicBezTo>
                  <a:cubicBezTo>
                    <a:pt x="361" y="30"/>
                    <a:pt x="375" y="44"/>
                    <a:pt x="375" y="62"/>
                  </a:cubicBezTo>
                  <a:cubicBezTo>
                    <a:pt x="375" y="76"/>
                    <a:pt x="375" y="76"/>
                    <a:pt x="375" y="76"/>
                  </a:cubicBezTo>
                  <a:cubicBezTo>
                    <a:pt x="364" y="75"/>
                    <a:pt x="354" y="75"/>
                    <a:pt x="343" y="75"/>
                  </a:cubicBezTo>
                  <a:cubicBezTo>
                    <a:pt x="332" y="75"/>
                    <a:pt x="322" y="75"/>
                    <a:pt x="311" y="76"/>
                  </a:cubicBezTo>
                  <a:lnTo>
                    <a:pt x="311" y="62"/>
                  </a:lnTo>
                  <a:close/>
                  <a:moveTo>
                    <a:pt x="122" y="195"/>
                  </a:moveTo>
                  <a:lnTo>
                    <a:pt x="122" y="195"/>
                  </a:lnTo>
                  <a:cubicBezTo>
                    <a:pt x="179" y="139"/>
                    <a:pt x="257" y="104"/>
                    <a:pt x="343" y="104"/>
                  </a:cubicBezTo>
                  <a:cubicBezTo>
                    <a:pt x="430" y="104"/>
                    <a:pt x="507" y="139"/>
                    <a:pt x="563" y="195"/>
                  </a:cubicBezTo>
                  <a:cubicBezTo>
                    <a:pt x="617" y="249"/>
                    <a:pt x="650" y="322"/>
                    <a:pt x="655" y="402"/>
                  </a:cubicBezTo>
                  <a:cubicBezTo>
                    <a:pt x="31" y="402"/>
                    <a:pt x="31" y="402"/>
                    <a:pt x="31" y="402"/>
                  </a:cubicBezTo>
                  <a:cubicBezTo>
                    <a:pt x="35" y="322"/>
                    <a:pt x="69" y="249"/>
                    <a:pt x="122" y="19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84" name="Group 87">
            <a:extLst>
              <a:ext uri="{FF2B5EF4-FFF2-40B4-BE49-F238E27FC236}">
                <a16:creationId xmlns:a16="http://schemas.microsoft.com/office/drawing/2014/main" id="{B1060567-A9D4-682A-3096-D86B7C90DE60}"/>
              </a:ext>
            </a:extLst>
          </p:cNvPr>
          <p:cNvGrpSpPr/>
          <p:nvPr/>
        </p:nvGrpSpPr>
        <p:grpSpPr>
          <a:xfrm>
            <a:off x="7302103" y="1339726"/>
            <a:ext cx="204787" cy="258762"/>
            <a:chOff x="6265863" y="3094038"/>
            <a:chExt cx="204787" cy="258762"/>
          </a:xfrm>
          <a:solidFill>
            <a:schemeClr val="accent4"/>
          </a:solidFill>
        </p:grpSpPr>
        <p:sp>
          <p:nvSpPr>
            <p:cNvPr id="85" name="Freeform 70">
              <a:extLst>
                <a:ext uri="{FF2B5EF4-FFF2-40B4-BE49-F238E27FC236}">
                  <a16:creationId xmlns:a16="http://schemas.microsoft.com/office/drawing/2014/main" id="{38C73A79-EE27-283F-4729-3BA012CB5F72}"/>
                </a:ext>
              </a:extLst>
            </p:cNvPr>
            <p:cNvSpPr>
              <a:spLocks noChangeArrowheads="1"/>
            </p:cNvSpPr>
            <p:nvPr/>
          </p:nvSpPr>
          <p:spPr bwMode="auto">
            <a:xfrm>
              <a:off x="6265863" y="3094038"/>
              <a:ext cx="204787" cy="258762"/>
            </a:xfrm>
            <a:custGeom>
              <a:avLst/>
              <a:gdLst>
                <a:gd name="T0" fmla="*/ 45 w 570"/>
                <a:gd name="T1" fmla="*/ 719 h 720"/>
                <a:gd name="T2" fmla="*/ 45 w 570"/>
                <a:gd name="T3" fmla="*/ 719 h 720"/>
                <a:gd name="T4" fmla="*/ 375 w 570"/>
                <a:gd name="T5" fmla="*/ 719 h 720"/>
                <a:gd name="T6" fmla="*/ 524 w 570"/>
                <a:gd name="T7" fmla="*/ 719 h 720"/>
                <a:gd name="T8" fmla="*/ 569 w 570"/>
                <a:gd name="T9" fmla="*/ 674 h 720"/>
                <a:gd name="T10" fmla="*/ 569 w 570"/>
                <a:gd name="T11" fmla="*/ 224 h 720"/>
                <a:gd name="T12" fmla="*/ 569 w 570"/>
                <a:gd name="T13" fmla="*/ 224 h 720"/>
                <a:gd name="T14" fmla="*/ 569 w 570"/>
                <a:gd name="T15" fmla="*/ 223 h 720"/>
                <a:gd name="T16" fmla="*/ 569 w 570"/>
                <a:gd name="T17" fmla="*/ 219 h 720"/>
                <a:gd name="T18" fmla="*/ 569 w 570"/>
                <a:gd name="T19" fmla="*/ 219 h 720"/>
                <a:gd name="T20" fmla="*/ 479 w 570"/>
                <a:gd name="T21" fmla="*/ 10 h 720"/>
                <a:gd name="T22" fmla="*/ 478 w 570"/>
                <a:gd name="T23" fmla="*/ 10 h 720"/>
                <a:gd name="T24" fmla="*/ 478 w 570"/>
                <a:gd name="T25" fmla="*/ 7 h 720"/>
                <a:gd name="T26" fmla="*/ 475 w 570"/>
                <a:gd name="T27" fmla="*/ 5 h 720"/>
                <a:gd name="T28" fmla="*/ 475 w 570"/>
                <a:gd name="T29" fmla="*/ 4 h 720"/>
                <a:gd name="T30" fmla="*/ 471 w 570"/>
                <a:gd name="T31" fmla="*/ 1 h 720"/>
                <a:gd name="T32" fmla="*/ 469 w 570"/>
                <a:gd name="T33" fmla="*/ 1 h 720"/>
                <a:gd name="T34" fmla="*/ 465 w 570"/>
                <a:gd name="T35" fmla="*/ 0 h 720"/>
                <a:gd name="T36" fmla="*/ 465 w 570"/>
                <a:gd name="T37" fmla="*/ 0 h 720"/>
                <a:gd name="T38" fmla="*/ 465 w 570"/>
                <a:gd name="T39" fmla="*/ 0 h 720"/>
                <a:gd name="T40" fmla="*/ 106 w 570"/>
                <a:gd name="T41" fmla="*/ 0 h 720"/>
                <a:gd name="T42" fmla="*/ 92 w 570"/>
                <a:gd name="T43" fmla="*/ 10 h 720"/>
                <a:gd name="T44" fmla="*/ 2 w 570"/>
                <a:gd name="T45" fmla="*/ 219 h 720"/>
                <a:gd name="T46" fmla="*/ 2 w 570"/>
                <a:gd name="T47" fmla="*/ 219 h 720"/>
                <a:gd name="T48" fmla="*/ 2 w 570"/>
                <a:gd name="T49" fmla="*/ 219 h 720"/>
                <a:gd name="T50" fmla="*/ 0 w 570"/>
                <a:gd name="T51" fmla="*/ 224 h 720"/>
                <a:gd name="T52" fmla="*/ 0 w 570"/>
                <a:gd name="T53" fmla="*/ 224 h 720"/>
                <a:gd name="T54" fmla="*/ 0 w 570"/>
                <a:gd name="T55" fmla="*/ 674 h 720"/>
                <a:gd name="T56" fmla="*/ 45 w 570"/>
                <a:gd name="T57" fmla="*/ 719 h 720"/>
                <a:gd name="T58" fmla="*/ 30 w 570"/>
                <a:gd name="T59" fmla="*/ 674 h 720"/>
                <a:gd name="T60" fmla="*/ 30 w 570"/>
                <a:gd name="T61" fmla="*/ 674 h 720"/>
                <a:gd name="T62" fmla="*/ 30 w 570"/>
                <a:gd name="T63" fmla="*/ 240 h 720"/>
                <a:gd name="T64" fmla="*/ 360 w 570"/>
                <a:gd name="T65" fmla="*/ 240 h 720"/>
                <a:gd name="T66" fmla="*/ 360 w 570"/>
                <a:gd name="T67" fmla="*/ 689 h 720"/>
                <a:gd name="T68" fmla="*/ 45 w 570"/>
                <a:gd name="T69" fmla="*/ 689 h 720"/>
                <a:gd name="T70" fmla="*/ 30 w 570"/>
                <a:gd name="T71" fmla="*/ 674 h 720"/>
                <a:gd name="T72" fmla="*/ 465 w 570"/>
                <a:gd name="T73" fmla="*/ 53 h 720"/>
                <a:gd name="T74" fmla="*/ 465 w 570"/>
                <a:gd name="T75" fmla="*/ 53 h 720"/>
                <a:gd name="T76" fmla="*/ 533 w 570"/>
                <a:gd name="T77" fmla="*/ 210 h 720"/>
                <a:gd name="T78" fmla="*/ 398 w 570"/>
                <a:gd name="T79" fmla="*/ 210 h 720"/>
                <a:gd name="T80" fmla="*/ 465 w 570"/>
                <a:gd name="T81" fmla="*/ 53 h 720"/>
                <a:gd name="T82" fmla="*/ 524 w 570"/>
                <a:gd name="T83" fmla="*/ 689 h 720"/>
                <a:gd name="T84" fmla="*/ 524 w 570"/>
                <a:gd name="T85" fmla="*/ 689 h 720"/>
                <a:gd name="T86" fmla="*/ 389 w 570"/>
                <a:gd name="T87" fmla="*/ 689 h 720"/>
                <a:gd name="T88" fmla="*/ 389 w 570"/>
                <a:gd name="T89" fmla="*/ 240 h 720"/>
                <a:gd name="T90" fmla="*/ 540 w 570"/>
                <a:gd name="T91" fmla="*/ 240 h 720"/>
                <a:gd name="T92" fmla="*/ 540 w 570"/>
                <a:gd name="T93" fmla="*/ 674 h 720"/>
                <a:gd name="T94" fmla="*/ 524 w 570"/>
                <a:gd name="T95" fmla="*/ 689 h 720"/>
                <a:gd name="T96" fmla="*/ 116 w 570"/>
                <a:gd name="T97" fmla="*/ 31 h 720"/>
                <a:gd name="T98" fmla="*/ 116 w 570"/>
                <a:gd name="T99" fmla="*/ 31 h 720"/>
                <a:gd name="T100" fmla="*/ 443 w 570"/>
                <a:gd name="T101" fmla="*/ 31 h 720"/>
                <a:gd name="T102" fmla="*/ 365 w 570"/>
                <a:gd name="T103" fmla="*/ 210 h 720"/>
                <a:gd name="T104" fmla="*/ 38 w 570"/>
                <a:gd name="T105" fmla="*/ 210 h 720"/>
                <a:gd name="T106" fmla="*/ 116 w 570"/>
                <a:gd name="T107" fmla="*/ 31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570" h="720">
                  <a:moveTo>
                    <a:pt x="45" y="719"/>
                  </a:moveTo>
                  <a:lnTo>
                    <a:pt x="45" y="719"/>
                  </a:lnTo>
                  <a:cubicBezTo>
                    <a:pt x="375" y="719"/>
                    <a:pt x="375" y="719"/>
                    <a:pt x="375" y="719"/>
                  </a:cubicBezTo>
                  <a:cubicBezTo>
                    <a:pt x="524" y="719"/>
                    <a:pt x="524" y="719"/>
                    <a:pt x="524" y="719"/>
                  </a:cubicBezTo>
                  <a:cubicBezTo>
                    <a:pt x="549" y="719"/>
                    <a:pt x="569" y="699"/>
                    <a:pt x="569" y="674"/>
                  </a:cubicBezTo>
                  <a:cubicBezTo>
                    <a:pt x="569" y="224"/>
                    <a:pt x="569" y="224"/>
                    <a:pt x="569" y="224"/>
                  </a:cubicBezTo>
                  <a:lnTo>
                    <a:pt x="569" y="224"/>
                  </a:lnTo>
                  <a:cubicBezTo>
                    <a:pt x="569" y="224"/>
                    <a:pt x="569" y="224"/>
                    <a:pt x="569" y="223"/>
                  </a:cubicBezTo>
                  <a:cubicBezTo>
                    <a:pt x="569" y="222"/>
                    <a:pt x="569" y="220"/>
                    <a:pt x="569" y="219"/>
                  </a:cubicBezTo>
                  <a:lnTo>
                    <a:pt x="569" y="219"/>
                  </a:lnTo>
                  <a:cubicBezTo>
                    <a:pt x="479" y="10"/>
                    <a:pt x="479" y="10"/>
                    <a:pt x="479" y="10"/>
                  </a:cubicBezTo>
                  <a:cubicBezTo>
                    <a:pt x="478" y="10"/>
                    <a:pt x="478" y="10"/>
                    <a:pt x="478" y="10"/>
                  </a:cubicBezTo>
                  <a:cubicBezTo>
                    <a:pt x="478" y="8"/>
                    <a:pt x="478" y="8"/>
                    <a:pt x="478" y="7"/>
                  </a:cubicBezTo>
                  <a:cubicBezTo>
                    <a:pt x="476" y="7"/>
                    <a:pt x="476" y="5"/>
                    <a:pt x="475" y="5"/>
                  </a:cubicBezTo>
                  <a:lnTo>
                    <a:pt x="475" y="4"/>
                  </a:lnTo>
                  <a:cubicBezTo>
                    <a:pt x="474" y="4"/>
                    <a:pt x="472" y="3"/>
                    <a:pt x="471" y="1"/>
                  </a:cubicBezTo>
                  <a:cubicBezTo>
                    <a:pt x="471" y="1"/>
                    <a:pt x="471" y="1"/>
                    <a:pt x="469" y="1"/>
                  </a:cubicBezTo>
                  <a:cubicBezTo>
                    <a:pt x="468" y="1"/>
                    <a:pt x="467" y="0"/>
                    <a:pt x="465" y="0"/>
                  </a:cubicBezTo>
                  <a:lnTo>
                    <a:pt x="465" y="0"/>
                  </a:lnTo>
                  <a:lnTo>
                    <a:pt x="465" y="0"/>
                  </a:lnTo>
                  <a:cubicBezTo>
                    <a:pt x="106" y="0"/>
                    <a:pt x="106" y="0"/>
                    <a:pt x="106" y="0"/>
                  </a:cubicBezTo>
                  <a:cubicBezTo>
                    <a:pt x="99" y="0"/>
                    <a:pt x="95" y="4"/>
                    <a:pt x="92" y="10"/>
                  </a:cubicBezTo>
                  <a:cubicBezTo>
                    <a:pt x="2" y="219"/>
                    <a:pt x="2" y="219"/>
                    <a:pt x="2" y="219"/>
                  </a:cubicBezTo>
                  <a:lnTo>
                    <a:pt x="2" y="219"/>
                  </a:lnTo>
                  <a:lnTo>
                    <a:pt x="2" y="219"/>
                  </a:lnTo>
                  <a:cubicBezTo>
                    <a:pt x="0" y="222"/>
                    <a:pt x="0" y="223"/>
                    <a:pt x="0" y="224"/>
                  </a:cubicBezTo>
                  <a:lnTo>
                    <a:pt x="0" y="224"/>
                  </a:lnTo>
                  <a:cubicBezTo>
                    <a:pt x="0" y="674"/>
                    <a:pt x="0" y="674"/>
                    <a:pt x="0" y="674"/>
                  </a:cubicBezTo>
                  <a:cubicBezTo>
                    <a:pt x="0" y="699"/>
                    <a:pt x="20" y="719"/>
                    <a:pt x="45" y="719"/>
                  </a:cubicBezTo>
                  <a:close/>
                  <a:moveTo>
                    <a:pt x="30" y="674"/>
                  </a:moveTo>
                  <a:lnTo>
                    <a:pt x="30" y="674"/>
                  </a:lnTo>
                  <a:cubicBezTo>
                    <a:pt x="30" y="240"/>
                    <a:pt x="30" y="240"/>
                    <a:pt x="30" y="240"/>
                  </a:cubicBezTo>
                  <a:cubicBezTo>
                    <a:pt x="360" y="240"/>
                    <a:pt x="360" y="240"/>
                    <a:pt x="360" y="240"/>
                  </a:cubicBezTo>
                  <a:cubicBezTo>
                    <a:pt x="360" y="689"/>
                    <a:pt x="360" y="689"/>
                    <a:pt x="360" y="689"/>
                  </a:cubicBezTo>
                  <a:cubicBezTo>
                    <a:pt x="45" y="689"/>
                    <a:pt x="45" y="689"/>
                    <a:pt x="45" y="689"/>
                  </a:cubicBezTo>
                  <a:cubicBezTo>
                    <a:pt x="37" y="689"/>
                    <a:pt x="30" y="682"/>
                    <a:pt x="30" y="674"/>
                  </a:cubicBezTo>
                  <a:close/>
                  <a:moveTo>
                    <a:pt x="465" y="53"/>
                  </a:moveTo>
                  <a:lnTo>
                    <a:pt x="465" y="53"/>
                  </a:lnTo>
                  <a:cubicBezTo>
                    <a:pt x="533" y="210"/>
                    <a:pt x="533" y="210"/>
                    <a:pt x="533" y="210"/>
                  </a:cubicBezTo>
                  <a:cubicBezTo>
                    <a:pt x="398" y="210"/>
                    <a:pt x="398" y="210"/>
                    <a:pt x="398" y="210"/>
                  </a:cubicBezTo>
                  <a:lnTo>
                    <a:pt x="465" y="53"/>
                  </a:lnTo>
                  <a:close/>
                  <a:moveTo>
                    <a:pt x="524" y="689"/>
                  </a:moveTo>
                  <a:lnTo>
                    <a:pt x="524" y="689"/>
                  </a:lnTo>
                  <a:cubicBezTo>
                    <a:pt x="389" y="689"/>
                    <a:pt x="389" y="689"/>
                    <a:pt x="389" y="689"/>
                  </a:cubicBezTo>
                  <a:cubicBezTo>
                    <a:pt x="389" y="240"/>
                    <a:pt x="389" y="240"/>
                    <a:pt x="389" y="240"/>
                  </a:cubicBezTo>
                  <a:cubicBezTo>
                    <a:pt x="540" y="240"/>
                    <a:pt x="540" y="240"/>
                    <a:pt x="540" y="240"/>
                  </a:cubicBezTo>
                  <a:cubicBezTo>
                    <a:pt x="540" y="674"/>
                    <a:pt x="540" y="674"/>
                    <a:pt x="540" y="674"/>
                  </a:cubicBezTo>
                  <a:cubicBezTo>
                    <a:pt x="540" y="682"/>
                    <a:pt x="533" y="689"/>
                    <a:pt x="524" y="689"/>
                  </a:cubicBezTo>
                  <a:close/>
                  <a:moveTo>
                    <a:pt x="116" y="31"/>
                  </a:moveTo>
                  <a:lnTo>
                    <a:pt x="116" y="31"/>
                  </a:lnTo>
                  <a:cubicBezTo>
                    <a:pt x="443" y="31"/>
                    <a:pt x="443" y="31"/>
                    <a:pt x="443" y="31"/>
                  </a:cubicBezTo>
                  <a:cubicBezTo>
                    <a:pt x="365" y="210"/>
                    <a:pt x="365" y="210"/>
                    <a:pt x="365" y="210"/>
                  </a:cubicBezTo>
                  <a:cubicBezTo>
                    <a:pt x="38" y="210"/>
                    <a:pt x="38" y="210"/>
                    <a:pt x="38" y="210"/>
                  </a:cubicBezTo>
                  <a:lnTo>
                    <a:pt x="116" y="31"/>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86" name="Freeform 71">
              <a:extLst>
                <a:ext uri="{FF2B5EF4-FFF2-40B4-BE49-F238E27FC236}">
                  <a16:creationId xmlns:a16="http://schemas.microsoft.com/office/drawing/2014/main" id="{50A04BB7-786D-B66C-C424-10008F07154A}"/>
                </a:ext>
              </a:extLst>
            </p:cNvPr>
            <p:cNvSpPr>
              <a:spLocks noChangeArrowheads="1"/>
            </p:cNvSpPr>
            <p:nvPr/>
          </p:nvSpPr>
          <p:spPr bwMode="auto">
            <a:xfrm>
              <a:off x="6342063" y="3125788"/>
              <a:ext cx="22225" cy="22225"/>
            </a:xfrm>
            <a:custGeom>
              <a:avLst/>
              <a:gdLst>
                <a:gd name="T0" fmla="*/ 31 w 61"/>
                <a:gd name="T1" fmla="*/ 0 h 61"/>
                <a:gd name="T2" fmla="*/ 31 w 61"/>
                <a:gd name="T3" fmla="*/ 0 h 61"/>
                <a:gd name="T4" fmla="*/ 0 w 61"/>
                <a:gd name="T5" fmla="*/ 30 h 61"/>
                <a:gd name="T6" fmla="*/ 31 w 61"/>
                <a:gd name="T7" fmla="*/ 60 h 61"/>
                <a:gd name="T8" fmla="*/ 60 w 61"/>
                <a:gd name="T9" fmla="*/ 30 h 61"/>
                <a:gd name="T10" fmla="*/ 31 w 61"/>
                <a:gd name="T11" fmla="*/ 0 h 61"/>
              </a:gdLst>
              <a:ahLst/>
              <a:cxnLst>
                <a:cxn ang="0">
                  <a:pos x="T0" y="T1"/>
                </a:cxn>
                <a:cxn ang="0">
                  <a:pos x="T2" y="T3"/>
                </a:cxn>
                <a:cxn ang="0">
                  <a:pos x="T4" y="T5"/>
                </a:cxn>
                <a:cxn ang="0">
                  <a:pos x="T6" y="T7"/>
                </a:cxn>
                <a:cxn ang="0">
                  <a:pos x="T8" y="T9"/>
                </a:cxn>
                <a:cxn ang="0">
                  <a:pos x="T10" y="T11"/>
                </a:cxn>
              </a:cxnLst>
              <a:rect l="0" t="0" r="r" b="b"/>
              <a:pathLst>
                <a:path w="61" h="61">
                  <a:moveTo>
                    <a:pt x="31" y="0"/>
                  </a:moveTo>
                  <a:lnTo>
                    <a:pt x="31" y="0"/>
                  </a:lnTo>
                  <a:cubicBezTo>
                    <a:pt x="14" y="0"/>
                    <a:pt x="0" y="14"/>
                    <a:pt x="0" y="30"/>
                  </a:cubicBezTo>
                  <a:cubicBezTo>
                    <a:pt x="0" y="47"/>
                    <a:pt x="14" y="60"/>
                    <a:pt x="31" y="60"/>
                  </a:cubicBezTo>
                  <a:cubicBezTo>
                    <a:pt x="47" y="60"/>
                    <a:pt x="60" y="47"/>
                    <a:pt x="60" y="30"/>
                  </a:cubicBezTo>
                  <a:cubicBezTo>
                    <a:pt x="60" y="14"/>
                    <a:pt x="47" y="0"/>
                    <a:pt x="3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87" name="Freeform 72">
            <a:extLst>
              <a:ext uri="{FF2B5EF4-FFF2-40B4-BE49-F238E27FC236}">
                <a16:creationId xmlns:a16="http://schemas.microsoft.com/office/drawing/2014/main" id="{DB48624B-5DED-B7EC-7ADA-6CB4D9D82365}"/>
              </a:ext>
            </a:extLst>
          </p:cNvPr>
          <p:cNvSpPr>
            <a:spLocks noChangeArrowheads="1"/>
          </p:cNvSpPr>
          <p:nvPr/>
        </p:nvSpPr>
        <p:spPr bwMode="auto">
          <a:xfrm>
            <a:off x="5717778" y="2355727"/>
            <a:ext cx="249237" cy="249237"/>
          </a:xfrm>
          <a:custGeom>
            <a:avLst/>
            <a:gdLst>
              <a:gd name="T0" fmla="*/ 660 w 691"/>
              <a:gd name="T1" fmla="*/ 30 h 691"/>
              <a:gd name="T2" fmla="*/ 660 w 691"/>
              <a:gd name="T3" fmla="*/ 30 h 691"/>
              <a:gd name="T4" fmla="*/ 650 w 691"/>
              <a:gd name="T5" fmla="*/ 41 h 691"/>
              <a:gd name="T6" fmla="*/ 660 w 691"/>
              <a:gd name="T7" fmla="*/ 30 h 691"/>
              <a:gd name="T8" fmla="*/ 624 w 691"/>
              <a:gd name="T9" fmla="*/ 7 h 691"/>
              <a:gd name="T10" fmla="*/ 580 w 691"/>
              <a:gd name="T11" fmla="*/ 0 h 691"/>
              <a:gd name="T12" fmla="*/ 406 w 691"/>
              <a:gd name="T13" fmla="*/ 58 h 691"/>
              <a:gd name="T14" fmla="*/ 209 w 691"/>
              <a:gd name="T15" fmla="*/ 209 h 691"/>
              <a:gd name="T16" fmla="*/ 56 w 691"/>
              <a:gd name="T17" fmla="*/ 407 h 691"/>
              <a:gd name="T18" fmla="*/ 0 w 691"/>
              <a:gd name="T19" fmla="*/ 580 h 691"/>
              <a:gd name="T20" fmla="*/ 7 w 691"/>
              <a:gd name="T21" fmla="*/ 625 h 691"/>
              <a:gd name="T22" fmla="*/ 30 w 691"/>
              <a:gd name="T23" fmla="*/ 660 h 691"/>
              <a:gd name="T24" fmla="*/ 65 w 691"/>
              <a:gd name="T25" fmla="*/ 683 h 691"/>
              <a:gd name="T26" fmla="*/ 110 w 691"/>
              <a:gd name="T27" fmla="*/ 690 h 691"/>
              <a:gd name="T28" fmla="*/ 284 w 691"/>
              <a:gd name="T29" fmla="*/ 633 h 691"/>
              <a:gd name="T30" fmla="*/ 480 w 691"/>
              <a:gd name="T31" fmla="*/ 480 h 691"/>
              <a:gd name="T32" fmla="*/ 634 w 691"/>
              <a:gd name="T33" fmla="*/ 284 h 691"/>
              <a:gd name="T34" fmla="*/ 690 w 691"/>
              <a:gd name="T35" fmla="*/ 110 h 691"/>
              <a:gd name="T36" fmla="*/ 683 w 691"/>
              <a:gd name="T37" fmla="*/ 66 h 691"/>
              <a:gd name="T38" fmla="*/ 660 w 691"/>
              <a:gd name="T39" fmla="*/ 30 h 691"/>
              <a:gd name="T40" fmla="*/ 607 w 691"/>
              <a:gd name="T41" fmla="*/ 268 h 691"/>
              <a:gd name="T42" fmla="*/ 607 w 691"/>
              <a:gd name="T43" fmla="*/ 268 h 691"/>
              <a:gd name="T44" fmla="*/ 459 w 691"/>
              <a:gd name="T45" fmla="*/ 459 h 691"/>
              <a:gd name="T46" fmla="*/ 268 w 691"/>
              <a:gd name="T47" fmla="*/ 607 h 691"/>
              <a:gd name="T48" fmla="*/ 110 w 691"/>
              <a:gd name="T49" fmla="*/ 660 h 691"/>
              <a:gd name="T50" fmla="*/ 75 w 691"/>
              <a:gd name="T51" fmla="*/ 655 h 691"/>
              <a:gd name="T52" fmla="*/ 51 w 691"/>
              <a:gd name="T53" fmla="*/ 639 h 691"/>
              <a:gd name="T54" fmla="*/ 35 w 691"/>
              <a:gd name="T55" fmla="*/ 615 h 691"/>
              <a:gd name="T56" fmla="*/ 30 w 691"/>
              <a:gd name="T57" fmla="*/ 580 h 691"/>
              <a:gd name="T58" fmla="*/ 83 w 691"/>
              <a:gd name="T59" fmla="*/ 421 h 691"/>
              <a:gd name="T60" fmla="*/ 100 w 691"/>
              <a:gd name="T61" fmla="*/ 395 h 691"/>
              <a:gd name="T62" fmla="*/ 191 w 691"/>
              <a:gd name="T63" fmla="*/ 426 h 691"/>
              <a:gd name="T64" fmla="*/ 229 w 691"/>
              <a:gd name="T65" fmla="*/ 499 h 691"/>
              <a:gd name="T66" fmla="*/ 243 w 691"/>
              <a:gd name="T67" fmla="*/ 514 h 691"/>
              <a:gd name="T68" fmla="*/ 259 w 691"/>
              <a:gd name="T69" fmla="*/ 499 h 691"/>
              <a:gd name="T70" fmla="*/ 209 w 691"/>
              <a:gd name="T71" fmla="*/ 402 h 691"/>
              <a:gd name="T72" fmla="*/ 118 w 691"/>
              <a:gd name="T73" fmla="*/ 365 h 691"/>
              <a:gd name="T74" fmla="*/ 218 w 691"/>
              <a:gd name="T75" fmla="*/ 245 h 691"/>
              <a:gd name="T76" fmla="*/ 311 w 691"/>
              <a:gd name="T77" fmla="*/ 275 h 691"/>
              <a:gd name="T78" fmla="*/ 348 w 691"/>
              <a:gd name="T79" fmla="*/ 348 h 691"/>
              <a:gd name="T80" fmla="*/ 364 w 691"/>
              <a:gd name="T81" fmla="*/ 364 h 691"/>
              <a:gd name="T82" fmla="*/ 378 w 691"/>
              <a:gd name="T83" fmla="*/ 348 h 691"/>
              <a:gd name="T84" fmla="*/ 329 w 691"/>
              <a:gd name="T85" fmla="*/ 253 h 691"/>
              <a:gd name="T86" fmla="*/ 246 w 691"/>
              <a:gd name="T87" fmla="*/ 216 h 691"/>
              <a:gd name="T88" fmla="*/ 357 w 691"/>
              <a:gd name="T89" fmla="*/ 124 h 691"/>
              <a:gd name="T90" fmla="*/ 357 w 691"/>
              <a:gd name="T91" fmla="*/ 124 h 691"/>
              <a:gd name="T92" fmla="*/ 357 w 691"/>
              <a:gd name="T93" fmla="*/ 124 h 691"/>
              <a:gd name="T94" fmla="*/ 454 w 691"/>
              <a:gd name="T95" fmla="*/ 156 h 691"/>
              <a:gd name="T96" fmla="*/ 492 w 691"/>
              <a:gd name="T97" fmla="*/ 229 h 691"/>
              <a:gd name="T98" fmla="*/ 507 w 691"/>
              <a:gd name="T99" fmla="*/ 245 h 691"/>
              <a:gd name="T100" fmla="*/ 523 w 691"/>
              <a:gd name="T101" fmla="*/ 229 h 691"/>
              <a:gd name="T102" fmla="*/ 473 w 691"/>
              <a:gd name="T103" fmla="*/ 132 h 691"/>
              <a:gd name="T104" fmla="*/ 396 w 691"/>
              <a:gd name="T105" fmla="*/ 99 h 691"/>
              <a:gd name="T106" fmla="*/ 421 w 691"/>
              <a:gd name="T107" fmla="*/ 83 h 691"/>
              <a:gd name="T108" fmla="*/ 580 w 691"/>
              <a:gd name="T109" fmla="*/ 31 h 691"/>
              <a:gd name="T110" fmla="*/ 614 w 691"/>
              <a:gd name="T111" fmla="*/ 37 h 691"/>
              <a:gd name="T112" fmla="*/ 639 w 691"/>
              <a:gd name="T113" fmla="*/ 51 h 691"/>
              <a:gd name="T114" fmla="*/ 655 w 691"/>
              <a:gd name="T115" fmla="*/ 76 h 691"/>
              <a:gd name="T116" fmla="*/ 659 w 691"/>
              <a:gd name="T117" fmla="*/ 110 h 691"/>
              <a:gd name="T118" fmla="*/ 607 w 691"/>
              <a:gd name="T119" fmla="*/ 268 h 6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691" h="691">
                <a:moveTo>
                  <a:pt x="660" y="30"/>
                </a:moveTo>
                <a:lnTo>
                  <a:pt x="660" y="30"/>
                </a:lnTo>
                <a:cubicBezTo>
                  <a:pt x="650" y="41"/>
                  <a:pt x="650" y="41"/>
                  <a:pt x="650" y="41"/>
                </a:cubicBezTo>
                <a:cubicBezTo>
                  <a:pt x="660" y="30"/>
                  <a:pt x="660" y="30"/>
                  <a:pt x="660" y="30"/>
                </a:cubicBezTo>
                <a:cubicBezTo>
                  <a:pt x="650" y="20"/>
                  <a:pt x="638" y="13"/>
                  <a:pt x="624" y="7"/>
                </a:cubicBezTo>
                <a:cubicBezTo>
                  <a:pt x="611" y="3"/>
                  <a:pt x="596" y="0"/>
                  <a:pt x="580" y="0"/>
                </a:cubicBezTo>
                <a:cubicBezTo>
                  <a:pt x="530" y="2"/>
                  <a:pt x="471" y="21"/>
                  <a:pt x="406" y="58"/>
                </a:cubicBezTo>
                <a:cubicBezTo>
                  <a:pt x="343" y="93"/>
                  <a:pt x="274" y="145"/>
                  <a:pt x="209" y="209"/>
                </a:cubicBezTo>
                <a:cubicBezTo>
                  <a:pt x="145" y="274"/>
                  <a:pt x="93" y="343"/>
                  <a:pt x="56" y="407"/>
                </a:cubicBezTo>
                <a:cubicBezTo>
                  <a:pt x="21" y="471"/>
                  <a:pt x="0" y="531"/>
                  <a:pt x="0" y="580"/>
                </a:cubicBezTo>
                <a:cubicBezTo>
                  <a:pt x="0" y="597"/>
                  <a:pt x="3" y="611"/>
                  <a:pt x="7" y="625"/>
                </a:cubicBezTo>
                <a:cubicBezTo>
                  <a:pt x="12" y="639"/>
                  <a:pt x="20" y="650"/>
                  <a:pt x="30" y="660"/>
                </a:cubicBezTo>
                <a:cubicBezTo>
                  <a:pt x="40" y="671"/>
                  <a:pt x="52" y="678"/>
                  <a:pt x="65" y="683"/>
                </a:cubicBezTo>
                <a:cubicBezTo>
                  <a:pt x="79" y="688"/>
                  <a:pt x="94" y="690"/>
                  <a:pt x="110" y="690"/>
                </a:cubicBezTo>
                <a:cubicBezTo>
                  <a:pt x="159" y="690"/>
                  <a:pt x="219" y="670"/>
                  <a:pt x="284" y="633"/>
                </a:cubicBezTo>
                <a:cubicBezTo>
                  <a:pt x="347" y="597"/>
                  <a:pt x="416" y="545"/>
                  <a:pt x="480" y="480"/>
                </a:cubicBezTo>
                <a:cubicBezTo>
                  <a:pt x="545" y="416"/>
                  <a:pt x="597" y="348"/>
                  <a:pt x="634" y="284"/>
                </a:cubicBezTo>
                <a:cubicBezTo>
                  <a:pt x="669" y="219"/>
                  <a:pt x="690" y="160"/>
                  <a:pt x="690" y="110"/>
                </a:cubicBezTo>
                <a:cubicBezTo>
                  <a:pt x="690" y="94"/>
                  <a:pt x="687" y="79"/>
                  <a:pt x="683" y="66"/>
                </a:cubicBezTo>
                <a:cubicBezTo>
                  <a:pt x="677" y="52"/>
                  <a:pt x="670" y="40"/>
                  <a:pt x="660" y="30"/>
                </a:cubicBezTo>
                <a:close/>
                <a:moveTo>
                  <a:pt x="607" y="268"/>
                </a:moveTo>
                <a:lnTo>
                  <a:pt x="607" y="268"/>
                </a:lnTo>
                <a:cubicBezTo>
                  <a:pt x="572" y="330"/>
                  <a:pt x="521" y="396"/>
                  <a:pt x="459" y="459"/>
                </a:cubicBezTo>
                <a:cubicBezTo>
                  <a:pt x="396" y="523"/>
                  <a:pt x="330" y="573"/>
                  <a:pt x="268" y="607"/>
                </a:cubicBezTo>
                <a:cubicBezTo>
                  <a:pt x="208" y="642"/>
                  <a:pt x="151" y="660"/>
                  <a:pt x="110" y="660"/>
                </a:cubicBezTo>
                <a:cubicBezTo>
                  <a:pt x="97" y="660"/>
                  <a:pt x="85" y="659"/>
                  <a:pt x="75" y="655"/>
                </a:cubicBezTo>
                <a:cubicBezTo>
                  <a:pt x="65" y="652"/>
                  <a:pt x="58" y="646"/>
                  <a:pt x="51" y="639"/>
                </a:cubicBezTo>
                <a:cubicBezTo>
                  <a:pt x="44" y="633"/>
                  <a:pt x="40" y="625"/>
                  <a:pt x="35" y="615"/>
                </a:cubicBezTo>
                <a:cubicBezTo>
                  <a:pt x="33" y="605"/>
                  <a:pt x="30" y="594"/>
                  <a:pt x="30" y="580"/>
                </a:cubicBezTo>
                <a:cubicBezTo>
                  <a:pt x="30" y="539"/>
                  <a:pt x="48" y="483"/>
                  <a:pt x="83" y="421"/>
                </a:cubicBezTo>
                <a:cubicBezTo>
                  <a:pt x="87" y="413"/>
                  <a:pt x="93" y="403"/>
                  <a:pt x="100" y="395"/>
                </a:cubicBezTo>
                <a:cubicBezTo>
                  <a:pt x="135" y="395"/>
                  <a:pt x="167" y="407"/>
                  <a:pt x="191" y="426"/>
                </a:cubicBezTo>
                <a:cubicBezTo>
                  <a:pt x="215" y="445"/>
                  <a:pt x="229" y="471"/>
                  <a:pt x="229" y="499"/>
                </a:cubicBezTo>
                <a:cubicBezTo>
                  <a:pt x="229" y="507"/>
                  <a:pt x="236" y="514"/>
                  <a:pt x="243" y="514"/>
                </a:cubicBezTo>
                <a:cubicBezTo>
                  <a:pt x="252" y="514"/>
                  <a:pt x="259" y="507"/>
                  <a:pt x="259" y="499"/>
                </a:cubicBezTo>
                <a:cubicBezTo>
                  <a:pt x="259" y="461"/>
                  <a:pt x="239" y="426"/>
                  <a:pt x="209" y="402"/>
                </a:cubicBezTo>
                <a:cubicBezTo>
                  <a:pt x="184" y="384"/>
                  <a:pt x="153" y="370"/>
                  <a:pt x="118" y="365"/>
                </a:cubicBezTo>
                <a:cubicBezTo>
                  <a:pt x="146" y="326"/>
                  <a:pt x="179" y="284"/>
                  <a:pt x="218" y="245"/>
                </a:cubicBezTo>
                <a:cubicBezTo>
                  <a:pt x="254" y="246"/>
                  <a:pt x="287" y="257"/>
                  <a:pt x="311" y="275"/>
                </a:cubicBezTo>
                <a:cubicBezTo>
                  <a:pt x="334" y="295"/>
                  <a:pt x="348" y="322"/>
                  <a:pt x="348" y="348"/>
                </a:cubicBezTo>
                <a:cubicBezTo>
                  <a:pt x="348" y="357"/>
                  <a:pt x="355" y="364"/>
                  <a:pt x="364" y="364"/>
                </a:cubicBezTo>
                <a:cubicBezTo>
                  <a:pt x="372" y="364"/>
                  <a:pt x="378" y="357"/>
                  <a:pt x="378" y="348"/>
                </a:cubicBezTo>
                <a:cubicBezTo>
                  <a:pt x="378" y="311"/>
                  <a:pt x="360" y="277"/>
                  <a:pt x="329" y="253"/>
                </a:cubicBezTo>
                <a:cubicBezTo>
                  <a:pt x="306" y="235"/>
                  <a:pt x="277" y="222"/>
                  <a:pt x="246" y="216"/>
                </a:cubicBezTo>
                <a:cubicBezTo>
                  <a:pt x="282" y="181"/>
                  <a:pt x="320" y="150"/>
                  <a:pt x="357" y="124"/>
                </a:cubicBezTo>
                <a:lnTo>
                  <a:pt x="357" y="124"/>
                </a:lnTo>
                <a:lnTo>
                  <a:pt x="357" y="124"/>
                </a:lnTo>
                <a:cubicBezTo>
                  <a:pt x="396" y="124"/>
                  <a:pt x="430" y="136"/>
                  <a:pt x="454" y="156"/>
                </a:cubicBezTo>
                <a:cubicBezTo>
                  <a:pt x="478" y="176"/>
                  <a:pt x="492" y="201"/>
                  <a:pt x="492" y="229"/>
                </a:cubicBezTo>
                <a:cubicBezTo>
                  <a:pt x="492" y="238"/>
                  <a:pt x="499" y="245"/>
                  <a:pt x="507" y="245"/>
                </a:cubicBezTo>
                <a:cubicBezTo>
                  <a:pt x="516" y="245"/>
                  <a:pt x="523" y="238"/>
                  <a:pt x="523" y="229"/>
                </a:cubicBezTo>
                <a:cubicBezTo>
                  <a:pt x="523" y="191"/>
                  <a:pt x="503" y="156"/>
                  <a:pt x="473" y="132"/>
                </a:cubicBezTo>
                <a:cubicBezTo>
                  <a:pt x="452" y="115"/>
                  <a:pt x="426" y="104"/>
                  <a:pt x="396" y="99"/>
                </a:cubicBezTo>
                <a:cubicBezTo>
                  <a:pt x="405" y="93"/>
                  <a:pt x="413" y="89"/>
                  <a:pt x="421" y="83"/>
                </a:cubicBezTo>
                <a:cubicBezTo>
                  <a:pt x="482" y="49"/>
                  <a:pt x="538" y="31"/>
                  <a:pt x="580" y="31"/>
                </a:cubicBezTo>
                <a:cubicBezTo>
                  <a:pt x="593" y="31"/>
                  <a:pt x="605" y="33"/>
                  <a:pt x="614" y="37"/>
                </a:cubicBezTo>
                <a:cubicBezTo>
                  <a:pt x="625" y="40"/>
                  <a:pt x="632" y="44"/>
                  <a:pt x="639" y="51"/>
                </a:cubicBezTo>
                <a:cubicBezTo>
                  <a:pt x="646" y="58"/>
                  <a:pt x="650" y="66"/>
                  <a:pt x="655" y="76"/>
                </a:cubicBezTo>
                <a:cubicBezTo>
                  <a:pt x="657" y="86"/>
                  <a:pt x="659" y="97"/>
                  <a:pt x="659" y="110"/>
                </a:cubicBezTo>
                <a:cubicBezTo>
                  <a:pt x="659" y="152"/>
                  <a:pt x="642" y="208"/>
                  <a:pt x="607" y="268"/>
                </a:cubicBezTo>
                <a:close/>
              </a:path>
            </a:pathLst>
          </a:custGeom>
          <a:solidFill>
            <a:schemeClr val="accent4"/>
          </a:solidFill>
          <a:ln>
            <a:noFill/>
          </a:ln>
          <a:effectLst/>
        </p:spPr>
        <p:txBody>
          <a:bodyPr wrap="none" anchor="ctr"/>
          <a:lstStyle/>
          <a:p>
            <a:endParaRPr lang="da-DK"/>
          </a:p>
        </p:txBody>
      </p:sp>
      <p:grpSp>
        <p:nvGrpSpPr>
          <p:cNvPr id="88" name="Group 91">
            <a:extLst>
              <a:ext uri="{FF2B5EF4-FFF2-40B4-BE49-F238E27FC236}">
                <a16:creationId xmlns:a16="http://schemas.microsoft.com/office/drawing/2014/main" id="{7865959A-4CDD-ECCE-C75F-0387D04846C4}"/>
              </a:ext>
            </a:extLst>
          </p:cNvPr>
          <p:cNvGrpSpPr/>
          <p:nvPr/>
        </p:nvGrpSpPr>
        <p:grpSpPr>
          <a:xfrm>
            <a:off x="7270353" y="2859757"/>
            <a:ext cx="258762" cy="236538"/>
            <a:chOff x="6234113" y="4657725"/>
            <a:chExt cx="258762" cy="236538"/>
          </a:xfrm>
          <a:solidFill>
            <a:schemeClr val="accent4"/>
          </a:solidFill>
        </p:grpSpPr>
        <p:sp>
          <p:nvSpPr>
            <p:cNvPr id="89" name="Freeform 73">
              <a:extLst>
                <a:ext uri="{FF2B5EF4-FFF2-40B4-BE49-F238E27FC236}">
                  <a16:creationId xmlns:a16="http://schemas.microsoft.com/office/drawing/2014/main" id="{11BF8F05-8B00-9660-4DAC-6170E8B1B66F}"/>
                </a:ext>
              </a:extLst>
            </p:cNvPr>
            <p:cNvSpPr>
              <a:spLocks noChangeArrowheads="1"/>
            </p:cNvSpPr>
            <p:nvPr/>
          </p:nvSpPr>
          <p:spPr bwMode="auto">
            <a:xfrm>
              <a:off x="6234113" y="4657725"/>
              <a:ext cx="258762" cy="236538"/>
            </a:xfrm>
            <a:custGeom>
              <a:avLst/>
              <a:gdLst>
                <a:gd name="T0" fmla="*/ 652 w 719"/>
                <a:gd name="T1" fmla="*/ 36 h 659"/>
                <a:gd name="T2" fmla="*/ 360 w 719"/>
                <a:gd name="T3" fmla="*/ 3 h 659"/>
                <a:gd name="T4" fmla="*/ 66 w 719"/>
                <a:gd name="T5" fmla="*/ 36 h 659"/>
                <a:gd name="T6" fmla="*/ 0 w 719"/>
                <a:gd name="T7" fmla="*/ 139 h 659"/>
                <a:gd name="T8" fmla="*/ 36 w 719"/>
                <a:gd name="T9" fmla="*/ 246 h 659"/>
                <a:gd name="T10" fmla="*/ 89 w 719"/>
                <a:gd name="T11" fmla="*/ 613 h 659"/>
                <a:gd name="T12" fmla="*/ 224 w 719"/>
                <a:gd name="T13" fmla="*/ 658 h 659"/>
                <a:gd name="T14" fmla="*/ 224 w 719"/>
                <a:gd name="T15" fmla="*/ 658 h 659"/>
                <a:gd name="T16" fmla="*/ 494 w 719"/>
                <a:gd name="T17" fmla="*/ 658 h 659"/>
                <a:gd name="T18" fmla="*/ 629 w 719"/>
                <a:gd name="T19" fmla="*/ 613 h 659"/>
                <a:gd name="T20" fmla="*/ 682 w 719"/>
                <a:gd name="T21" fmla="*/ 246 h 659"/>
                <a:gd name="T22" fmla="*/ 718 w 719"/>
                <a:gd name="T23" fmla="*/ 139 h 659"/>
                <a:gd name="T24" fmla="*/ 652 w 719"/>
                <a:gd name="T25" fmla="*/ 36 h 659"/>
                <a:gd name="T26" fmla="*/ 224 w 719"/>
                <a:gd name="T27" fmla="*/ 629 h 659"/>
                <a:gd name="T28" fmla="*/ 119 w 719"/>
                <a:gd name="T29" fmla="*/ 613 h 659"/>
                <a:gd name="T30" fmla="*/ 115 w 719"/>
                <a:gd name="T31" fmla="*/ 241 h 659"/>
                <a:gd name="T32" fmla="*/ 89 w 719"/>
                <a:gd name="T33" fmla="*/ 239 h 659"/>
                <a:gd name="T34" fmla="*/ 33 w 719"/>
                <a:gd name="T35" fmla="*/ 173 h 659"/>
                <a:gd name="T36" fmla="*/ 29 w 719"/>
                <a:gd name="T37" fmla="*/ 140 h 659"/>
                <a:gd name="T38" fmla="*/ 29 w 719"/>
                <a:gd name="T39" fmla="*/ 139 h 659"/>
                <a:gd name="T40" fmla="*/ 75 w 719"/>
                <a:gd name="T41" fmla="*/ 66 h 659"/>
                <a:gd name="T42" fmla="*/ 523 w 719"/>
                <a:gd name="T43" fmla="*/ 66 h 659"/>
                <a:gd name="T44" fmla="*/ 568 w 719"/>
                <a:gd name="T45" fmla="*/ 139 h 659"/>
                <a:gd name="T46" fmla="*/ 560 w 719"/>
                <a:gd name="T47" fmla="*/ 194 h 659"/>
                <a:gd name="T48" fmla="*/ 508 w 719"/>
                <a:gd name="T49" fmla="*/ 239 h 659"/>
                <a:gd name="T50" fmla="*/ 484 w 719"/>
                <a:gd name="T51" fmla="*/ 241 h 659"/>
                <a:gd name="T52" fmla="*/ 478 w 719"/>
                <a:gd name="T53" fmla="*/ 613 h 659"/>
                <a:gd name="T54" fmla="*/ 224 w 719"/>
                <a:gd name="T55" fmla="*/ 629 h 659"/>
                <a:gd name="T56" fmla="*/ 689 w 719"/>
                <a:gd name="T57" fmla="*/ 139 h 659"/>
                <a:gd name="T58" fmla="*/ 661 w 719"/>
                <a:gd name="T59" fmla="*/ 226 h 659"/>
                <a:gd name="T60" fmla="*/ 616 w 719"/>
                <a:gd name="T61" fmla="*/ 237 h 659"/>
                <a:gd name="T62" fmla="*/ 599 w 719"/>
                <a:gd name="T63" fmla="*/ 253 h 659"/>
                <a:gd name="T64" fmla="*/ 584 w 719"/>
                <a:gd name="T65" fmla="*/ 629 h 659"/>
                <a:gd name="T66" fmla="*/ 509 w 719"/>
                <a:gd name="T67" fmla="*/ 613 h 659"/>
                <a:gd name="T68" fmla="*/ 563 w 719"/>
                <a:gd name="T69" fmla="*/ 246 h 659"/>
                <a:gd name="T70" fmla="*/ 599 w 719"/>
                <a:gd name="T71" fmla="*/ 139 h 659"/>
                <a:gd name="T72" fmla="*/ 540 w 719"/>
                <a:gd name="T73" fmla="*/ 41 h 659"/>
                <a:gd name="T74" fmla="*/ 643 w 719"/>
                <a:gd name="T75" fmla="*/ 66 h 659"/>
                <a:gd name="T76" fmla="*/ 689 w 719"/>
                <a:gd name="T77" fmla="*/ 139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19" h="659">
                  <a:moveTo>
                    <a:pt x="652" y="36"/>
                  </a:moveTo>
                  <a:lnTo>
                    <a:pt x="652" y="36"/>
                  </a:lnTo>
                  <a:cubicBezTo>
                    <a:pt x="577" y="13"/>
                    <a:pt x="498" y="0"/>
                    <a:pt x="419" y="0"/>
                  </a:cubicBezTo>
                  <a:cubicBezTo>
                    <a:pt x="400" y="0"/>
                    <a:pt x="380" y="1"/>
                    <a:pt x="360" y="3"/>
                  </a:cubicBezTo>
                  <a:cubicBezTo>
                    <a:pt x="339" y="1"/>
                    <a:pt x="320" y="0"/>
                    <a:pt x="299" y="0"/>
                  </a:cubicBezTo>
                  <a:cubicBezTo>
                    <a:pt x="221" y="0"/>
                    <a:pt x="143" y="13"/>
                    <a:pt x="66" y="36"/>
                  </a:cubicBezTo>
                  <a:cubicBezTo>
                    <a:pt x="46" y="43"/>
                    <a:pt x="29" y="57"/>
                    <a:pt x="18" y="76"/>
                  </a:cubicBezTo>
                  <a:cubicBezTo>
                    <a:pt x="7" y="94"/>
                    <a:pt x="0" y="115"/>
                    <a:pt x="0" y="139"/>
                  </a:cubicBezTo>
                  <a:cubicBezTo>
                    <a:pt x="0" y="139"/>
                    <a:pt x="0" y="170"/>
                    <a:pt x="9" y="201"/>
                  </a:cubicBezTo>
                  <a:cubicBezTo>
                    <a:pt x="15" y="216"/>
                    <a:pt x="23" y="233"/>
                    <a:pt x="36" y="246"/>
                  </a:cubicBezTo>
                  <a:cubicBezTo>
                    <a:pt x="49" y="260"/>
                    <a:pt x="67" y="268"/>
                    <a:pt x="89" y="268"/>
                  </a:cubicBezTo>
                  <a:cubicBezTo>
                    <a:pt x="89" y="613"/>
                    <a:pt x="89" y="613"/>
                    <a:pt x="89" y="613"/>
                  </a:cubicBezTo>
                  <a:cubicBezTo>
                    <a:pt x="89" y="639"/>
                    <a:pt x="109" y="658"/>
                    <a:pt x="134" y="658"/>
                  </a:cubicBezTo>
                  <a:cubicBezTo>
                    <a:pt x="224" y="658"/>
                    <a:pt x="224" y="658"/>
                    <a:pt x="224" y="658"/>
                  </a:cubicBezTo>
                  <a:lnTo>
                    <a:pt x="224" y="658"/>
                  </a:lnTo>
                  <a:lnTo>
                    <a:pt x="224" y="658"/>
                  </a:lnTo>
                  <a:cubicBezTo>
                    <a:pt x="464" y="658"/>
                    <a:pt x="464" y="658"/>
                    <a:pt x="464" y="658"/>
                  </a:cubicBezTo>
                  <a:cubicBezTo>
                    <a:pt x="494" y="658"/>
                    <a:pt x="494" y="658"/>
                    <a:pt x="494" y="658"/>
                  </a:cubicBezTo>
                  <a:cubicBezTo>
                    <a:pt x="584" y="658"/>
                    <a:pt x="584" y="658"/>
                    <a:pt x="584" y="658"/>
                  </a:cubicBezTo>
                  <a:cubicBezTo>
                    <a:pt x="609" y="658"/>
                    <a:pt x="629" y="639"/>
                    <a:pt x="629" y="613"/>
                  </a:cubicBezTo>
                  <a:cubicBezTo>
                    <a:pt x="629" y="268"/>
                    <a:pt x="629" y="268"/>
                    <a:pt x="629" y="268"/>
                  </a:cubicBezTo>
                  <a:cubicBezTo>
                    <a:pt x="651" y="268"/>
                    <a:pt x="669" y="260"/>
                    <a:pt x="682" y="246"/>
                  </a:cubicBezTo>
                  <a:cubicBezTo>
                    <a:pt x="702" y="226"/>
                    <a:pt x="710" y="199"/>
                    <a:pt x="714" y="178"/>
                  </a:cubicBezTo>
                  <a:cubicBezTo>
                    <a:pt x="718" y="156"/>
                    <a:pt x="718" y="139"/>
                    <a:pt x="718" y="139"/>
                  </a:cubicBezTo>
                  <a:cubicBezTo>
                    <a:pt x="718" y="115"/>
                    <a:pt x="711" y="94"/>
                    <a:pt x="700" y="76"/>
                  </a:cubicBezTo>
                  <a:cubicBezTo>
                    <a:pt x="689" y="57"/>
                    <a:pt x="672" y="43"/>
                    <a:pt x="652" y="36"/>
                  </a:cubicBezTo>
                  <a:close/>
                  <a:moveTo>
                    <a:pt x="224" y="629"/>
                  </a:moveTo>
                  <a:lnTo>
                    <a:pt x="224" y="629"/>
                  </a:lnTo>
                  <a:cubicBezTo>
                    <a:pt x="134" y="629"/>
                    <a:pt x="134" y="629"/>
                    <a:pt x="134" y="629"/>
                  </a:cubicBezTo>
                  <a:cubicBezTo>
                    <a:pt x="126" y="629"/>
                    <a:pt x="119" y="622"/>
                    <a:pt x="119" y="613"/>
                  </a:cubicBezTo>
                  <a:cubicBezTo>
                    <a:pt x="119" y="253"/>
                    <a:pt x="119" y="253"/>
                    <a:pt x="119" y="253"/>
                  </a:cubicBezTo>
                  <a:cubicBezTo>
                    <a:pt x="119" y="248"/>
                    <a:pt x="118" y="244"/>
                    <a:pt x="115" y="241"/>
                  </a:cubicBezTo>
                  <a:cubicBezTo>
                    <a:pt x="111" y="239"/>
                    <a:pt x="106" y="237"/>
                    <a:pt x="102" y="237"/>
                  </a:cubicBezTo>
                  <a:cubicBezTo>
                    <a:pt x="98" y="239"/>
                    <a:pt x="94" y="239"/>
                    <a:pt x="89" y="239"/>
                  </a:cubicBezTo>
                  <a:cubicBezTo>
                    <a:pt x="75" y="239"/>
                    <a:pt x="66" y="233"/>
                    <a:pt x="57" y="225"/>
                  </a:cubicBezTo>
                  <a:cubicBezTo>
                    <a:pt x="44" y="213"/>
                    <a:pt x="37" y="191"/>
                    <a:pt x="33" y="173"/>
                  </a:cubicBezTo>
                  <a:cubicBezTo>
                    <a:pt x="32" y="163"/>
                    <a:pt x="30" y="154"/>
                    <a:pt x="30" y="149"/>
                  </a:cubicBezTo>
                  <a:cubicBezTo>
                    <a:pt x="30" y="144"/>
                    <a:pt x="29" y="143"/>
                    <a:pt x="29" y="140"/>
                  </a:cubicBezTo>
                  <a:cubicBezTo>
                    <a:pt x="29" y="139"/>
                    <a:pt x="29" y="139"/>
                    <a:pt x="29" y="139"/>
                  </a:cubicBezTo>
                  <a:lnTo>
                    <a:pt x="29" y="139"/>
                  </a:lnTo>
                  <a:cubicBezTo>
                    <a:pt x="29" y="121"/>
                    <a:pt x="35" y="105"/>
                    <a:pt x="43" y="91"/>
                  </a:cubicBezTo>
                  <a:cubicBezTo>
                    <a:pt x="52" y="78"/>
                    <a:pt x="63" y="70"/>
                    <a:pt x="75" y="66"/>
                  </a:cubicBezTo>
                  <a:cubicBezTo>
                    <a:pt x="148" y="42"/>
                    <a:pt x="224" y="29"/>
                    <a:pt x="299" y="29"/>
                  </a:cubicBezTo>
                  <a:cubicBezTo>
                    <a:pt x="374" y="29"/>
                    <a:pt x="450" y="42"/>
                    <a:pt x="523" y="66"/>
                  </a:cubicBezTo>
                  <a:cubicBezTo>
                    <a:pt x="536" y="70"/>
                    <a:pt x="547" y="78"/>
                    <a:pt x="556" y="91"/>
                  </a:cubicBezTo>
                  <a:cubicBezTo>
                    <a:pt x="564" y="105"/>
                    <a:pt x="568" y="121"/>
                    <a:pt x="568" y="139"/>
                  </a:cubicBezTo>
                  <a:lnTo>
                    <a:pt x="568" y="139"/>
                  </a:lnTo>
                  <a:cubicBezTo>
                    <a:pt x="568" y="142"/>
                    <a:pt x="568" y="168"/>
                    <a:pt x="560" y="194"/>
                  </a:cubicBezTo>
                  <a:cubicBezTo>
                    <a:pt x="556" y="206"/>
                    <a:pt x="549" y="217"/>
                    <a:pt x="540" y="226"/>
                  </a:cubicBezTo>
                  <a:cubicBezTo>
                    <a:pt x="532" y="234"/>
                    <a:pt x="523" y="239"/>
                    <a:pt x="508" y="239"/>
                  </a:cubicBezTo>
                  <a:cubicBezTo>
                    <a:pt x="505" y="239"/>
                    <a:pt x="501" y="239"/>
                    <a:pt x="497" y="237"/>
                  </a:cubicBezTo>
                  <a:cubicBezTo>
                    <a:pt x="492" y="237"/>
                    <a:pt x="488" y="239"/>
                    <a:pt x="484" y="241"/>
                  </a:cubicBezTo>
                  <a:cubicBezTo>
                    <a:pt x="481" y="244"/>
                    <a:pt x="478" y="248"/>
                    <a:pt x="478" y="253"/>
                  </a:cubicBezTo>
                  <a:cubicBezTo>
                    <a:pt x="478" y="613"/>
                    <a:pt x="478" y="613"/>
                    <a:pt x="478" y="613"/>
                  </a:cubicBezTo>
                  <a:cubicBezTo>
                    <a:pt x="478" y="622"/>
                    <a:pt x="473" y="629"/>
                    <a:pt x="464" y="629"/>
                  </a:cubicBezTo>
                  <a:lnTo>
                    <a:pt x="224" y="629"/>
                  </a:lnTo>
                  <a:close/>
                  <a:moveTo>
                    <a:pt x="689" y="139"/>
                  </a:moveTo>
                  <a:lnTo>
                    <a:pt x="689" y="139"/>
                  </a:lnTo>
                  <a:cubicBezTo>
                    <a:pt x="689" y="142"/>
                    <a:pt x="688" y="168"/>
                    <a:pt x="679" y="194"/>
                  </a:cubicBezTo>
                  <a:cubicBezTo>
                    <a:pt x="675" y="206"/>
                    <a:pt x="668" y="217"/>
                    <a:pt x="661" y="226"/>
                  </a:cubicBezTo>
                  <a:cubicBezTo>
                    <a:pt x="652" y="233"/>
                    <a:pt x="643" y="239"/>
                    <a:pt x="629" y="239"/>
                  </a:cubicBezTo>
                  <a:cubicBezTo>
                    <a:pt x="624" y="239"/>
                    <a:pt x="620" y="239"/>
                    <a:pt x="616" y="237"/>
                  </a:cubicBezTo>
                  <a:cubicBezTo>
                    <a:pt x="612" y="237"/>
                    <a:pt x="608" y="237"/>
                    <a:pt x="605" y="240"/>
                  </a:cubicBezTo>
                  <a:cubicBezTo>
                    <a:pt x="601" y="244"/>
                    <a:pt x="599" y="247"/>
                    <a:pt x="599" y="253"/>
                  </a:cubicBezTo>
                  <a:cubicBezTo>
                    <a:pt x="599" y="613"/>
                    <a:pt x="599" y="613"/>
                    <a:pt x="599" y="613"/>
                  </a:cubicBezTo>
                  <a:cubicBezTo>
                    <a:pt x="599" y="622"/>
                    <a:pt x="592" y="629"/>
                    <a:pt x="584" y="629"/>
                  </a:cubicBezTo>
                  <a:cubicBezTo>
                    <a:pt x="506" y="629"/>
                    <a:pt x="506" y="629"/>
                    <a:pt x="506" y="629"/>
                  </a:cubicBezTo>
                  <a:cubicBezTo>
                    <a:pt x="508" y="623"/>
                    <a:pt x="509" y="619"/>
                    <a:pt x="509" y="613"/>
                  </a:cubicBezTo>
                  <a:cubicBezTo>
                    <a:pt x="509" y="268"/>
                    <a:pt x="509" y="268"/>
                    <a:pt x="509" y="268"/>
                  </a:cubicBezTo>
                  <a:cubicBezTo>
                    <a:pt x="532" y="268"/>
                    <a:pt x="550" y="260"/>
                    <a:pt x="563" y="246"/>
                  </a:cubicBezTo>
                  <a:cubicBezTo>
                    <a:pt x="582" y="226"/>
                    <a:pt x="591" y="199"/>
                    <a:pt x="595" y="178"/>
                  </a:cubicBezTo>
                  <a:cubicBezTo>
                    <a:pt x="599" y="156"/>
                    <a:pt x="599" y="139"/>
                    <a:pt x="599" y="139"/>
                  </a:cubicBezTo>
                  <a:cubicBezTo>
                    <a:pt x="599" y="115"/>
                    <a:pt x="592" y="94"/>
                    <a:pt x="581" y="76"/>
                  </a:cubicBezTo>
                  <a:cubicBezTo>
                    <a:pt x="571" y="60"/>
                    <a:pt x="557" y="48"/>
                    <a:pt x="540" y="41"/>
                  </a:cubicBezTo>
                  <a:cubicBezTo>
                    <a:pt x="575" y="46"/>
                    <a:pt x="609" y="55"/>
                    <a:pt x="643" y="66"/>
                  </a:cubicBezTo>
                  <a:lnTo>
                    <a:pt x="643" y="66"/>
                  </a:lnTo>
                  <a:cubicBezTo>
                    <a:pt x="655" y="70"/>
                    <a:pt x="667" y="78"/>
                    <a:pt x="675" y="91"/>
                  </a:cubicBezTo>
                  <a:cubicBezTo>
                    <a:pt x="683" y="104"/>
                    <a:pt x="689" y="121"/>
                    <a:pt x="689"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0" name="Freeform 74">
              <a:extLst>
                <a:ext uri="{FF2B5EF4-FFF2-40B4-BE49-F238E27FC236}">
                  <a16:creationId xmlns:a16="http://schemas.microsoft.com/office/drawing/2014/main" id="{D16FAA8E-D7E3-D0F3-DA62-04B833B53AE0}"/>
                </a:ext>
              </a:extLst>
            </p:cNvPr>
            <p:cNvSpPr>
              <a:spLocks noChangeArrowheads="1"/>
            </p:cNvSpPr>
            <p:nvPr/>
          </p:nvSpPr>
          <p:spPr bwMode="auto">
            <a:xfrm>
              <a:off x="6469063" y="46704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91" name="Group 94">
            <a:extLst>
              <a:ext uri="{FF2B5EF4-FFF2-40B4-BE49-F238E27FC236}">
                <a16:creationId xmlns:a16="http://schemas.microsoft.com/office/drawing/2014/main" id="{44C62183-8CF5-DA7F-3A49-EAD4F20DF6DE}"/>
              </a:ext>
            </a:extLst>
          </p:cNvPr>
          <p:cNvGrpSpPr/>
          <p:nvPr/>
        </p:nvGrpSpPr>
        <p:grpSpPr>
          <a:xfrm>
            <a:off x="10326290" y="2839914"/>
            <a:ext cx="265113" cy="276225"/>
            <a:chOff x="9290050" y="4598988"/>
            <a:chExt cx="265113" cy="276225"/>
          </a:xfrm>
          <a:solidFill>
            <a:schemeClr val="accent4"/>
          </a:solidFill>
        </p:grpSpPr>
        <p:sp>
          <p:nvSpPr>
            <p:cNvPr id="92" name="Freeform 75">
              <a:extLst>
                <a:ext uri="{FF2B5EF4-FFF2-40B4-BE49-F238E27FC236}">
                  <a16:creationId xmlns:a16="http://schemas.microsoft.com/office/drawing/2014/main" id="{AEFE5362-C4F7-5B4D-CDF2-3C7EBF68D714}"/>
                </a:ext>
              </a:extLst>
            </p:cNvPr>
            <p:cNvSpPr>
              <a:spLocks noChangeArrowheads="1"/>
            </p:cNvSpPr>
            <p:nvPr/>
          </p:nvSpPr>
          <p:spPr bwMode="auto">
            <a:xfrm>
              <a:off x="9461500" y="48561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3" name="Freeform 76">
              <a:extLst>
                <a:ext uri="{FF2B5EF4-FFF2-40B4-BE49-F238E27FC236}">
                  <a16:creationId xmlns:a16="http://schemas.microsoft.com/office/drawing/2014/main" id="{6E192E44-9514-1D26-2F76-F2E9227D26E7}"/>
                </a:ext>
              </a:extLst>
            </p:cNvPr>
            <p:cNvSpPr>
              <a:spLocks noChangeArrowheads="1"/>
            </p:cNvSpPr>
            <p:nvPr/>
          </p:nvSpPr>
          <p:spPr bwMode="auto">
            <a:xfrm>
              <a:off x="9305925" y="4700588"/>
              <a:ext cx="1588" cy="1587"/>
            </a:xfrm>
            <a:custGeom>
              <a:avLst/>
              <a:gdLst>
                <a:gd name="T0" fmla="*/ 0 w 1"/>
                <a:gd name="T1" fmla="*/ 1 h 2"/>
                <a:gd name="T2" fmla="*/ 0 w 1"/>
                <a:gd name="T3" fmla="*/ 1 h 2"/>
                <a:gd name="T4" fmla="*/ 0 w 1"/>
                <a:gd name="T5" fmla="*/ 1 h 2"/>
                <a:gd name="T6" fmla="*/ 0 w 1"/>
                <a:gd name="T7" fmla="*/ 0 h 2"/>
                <a:gd name="T8" fmla="*/ 0 w 1"/>
                <a:gd name="T9" fmla="*/ 1 h 2"/>
              </a:gdLst>
              <a:ahLst/>
              <a:cxnLst>
                <a:cxn ang="0">
                  <a:pos x="T0" y="T1"/>
                </a:cxn>
                <a:cxn ang="0">
                  <a:pos x="T2" y="T3"/>
                </a:cxn>
                <a:cxn ang="0">
                  <a:pos x="T4" y="T5"/>
                </a:cxn>
                <a:cxn ang="0">
                  <a:pos x="T6" y="T7"/>
                </a:cxn>
                <a:cxn ang="0">
                  <a:pos x="T8" y="T9"/>
                </a:cxn>
              </a:cxnLst>
              <a:rect l="0" t="0" r="r" b="b"/>
              <a:pathLst>
                <a:path w="1" h="2">
                  <a:moveTo>
                    <a:pt x="0" y="1"/>
                  </a:moveTo>
                  <a:lnTo>
                    <a:pt x="0" y="1"/>
                  </a:lnTo>
                  <a:lnTo>
                    <a:pt x="0" y="1"/>
                  </a:lnTo>
                  <a:cubicBezTo>
                    <a:pt x="0" y="0"/>
                    <a:pt x="0" y="0"/>
                    <a:pt x="0" y="0"/>
                  </a:cubicBezTo>
                  <a:lnTo>
                    <a:pt x="0" y="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94" name="Freeform 77">
              <a:extLst>
                <a:ext uri="{FF2B5EF4-FFF2-40B4-BE49-F238E27FC236}">
                  <a16:creationId xmlns:a16="http://schemas.microsoft.com/office/drawing/2014/main" id="{D3B47EEE-D740-1746-551C-1E0D10593EB8}"/>
                </a:ext>
              </a:extLst>
            </p:cNvPr>
            <p:cNvSpPr>
              <a:spLocks noChangeArrowheads="1"/>
            </p:cNvSpPr>
            <p:nvPr/>
          </p:nvSpPr>
          <p:spPr bwMode="auto">
            <a:xfrm>
              <a:off x="9290050" y="4598988"/>
              <a:ext cx="265113" cy="276225"/>
            </a:xfrm>
            <a:custGeom>
              <a:avLst/>
              <a:gdLst>
                <a:gd name="T0" fmla="*/ 684 w 735"/>
                <a:gd name="T1" fmla="*/ 623 h 766"/>
                <a:gd name="T2" fmla="*/ 645 w 735"/>
                <a:gd name="T3" fmla="*/ 637 h 766"/>
                <a:gd name="T4" fmla="*/ 645 w 735"/>
                <a:gd name="T5" fmla="*/ 635 h 766"/>
                <a:gd name="T6" fmla="*/ 645 w 735"/>
                <a:gd name="T7" fmla="*/ 623 h 766"/>
                <a:gd name="T8" fmla="*/ 542 w 735"/>
                <a:gd name="T9" fmla="*/ 490 h 766"/>
                <a:gd name="T10" fmla="*/ 271 w 735"/>
                <a:gd name="T11" fmla="*/ 220 h 766"/>
                <a:gd name="T12" fmla="*/ 222 w 735"/>
                <a:gd name="T13" fmla="*/ 147 h 766"/>
                <a:gd name="T14" fmla="*/ 139 w 735"/>
                <a:gd name="T15" fmla="*/ 117 h 766"/>
                <a:gd name="T16" fmla="*/ 131 w 735"/>
                <a:gd name="T17" fmla="*/ 117 h 766"/>
                <a:gd name="T18" fmla="*/ 127 w 735"/>
                <a:gd name="T19" fmla="*/ 117 h 766"/>
                <a:gd name="T20" fmla="*/ 122 w 735"/>
                <a:gd name="T21" fmla="*/ 81 h 766"/>
                <a:gd name="T22" fmla="*/ 104 w 735"/>
                <a:gd name="T23" fmla="*/ 10 h 766"/>
                <a:gd name="T24" fmla="*/ 51 w 735"/>
                <a:gd name="T25" fmla="*/ 10 h 766"/>
                <a:gd name="T26" fmla="*/ 0 w 735"/>
                <a:gd name="T27" fmla="*/ 74 h 766"/>
                <a:gd name="T28" fmla="*/ 27 w 735"/>
                <a:gd name="T29" fmla="*/ 121 h 766"/>
                <a:gd name="T30" fmla="*/ 65 w 735"/>
                <a:gd name="T31" fmla="*/ 146 h 766"/>
                <a:gd name="T32" fmla="*/ 35 w 735"/>
                <a:gd name="T33" fmla="*/ 229 h 766"/>
                <a:gd name="T34" fmla="*/ 478 w 735"/>
                <a:gd name="T35" fmla="*/ 717 h 766"/>
                <a:gd name="T36" fmla="*/ 600 w 735"/>
                <a:gd name="T37" fmla="*/ 709 h 766"/>
                <a:gd name="T38" fmla="*/ 676 w 735"/>
                <a:gd name="T39" fmla="*/ 765 h 766"/>
                <a:gd name="T40" fmla="*/ 726 w 735"/>
                <a:gd name="T41" fmla="*/ 724 h 766"/>
                <a:gd name="T42" fmla="*/ 733 w 735"/>
                <a:gd name="T43" fmla="*/ 684 h 766"/>
                <a:gd name="T44" fmla="*/ 719 w 735"/>
                <a:gd name="T45" fmla="*/ 637 h 766"/>
                <a:gd name="T46" fmla="*/ 41 w 735"/>
                <a:gd name="T47" fmla="*/ 93 h 766"/>
                <a:gd name="T48" fmla="*/ 32 w 735"/>
                <a:gd name="T49" fmla="*/ 83 h 766"/>
                <a:gd name="T50" fmla="*/ 39 w 735"/>
                <a:gd name="T51" fmla="*/ 58 h 766"/>
                <a:gd name="T52" fmla="*/ 79 w 735"/>
                <a:gd name="T53" fmla="*/ 31 h 766"/>
                <a:gd name="T54" fmla="*/ 90 w 735"/>
                <a:gd name="T55" fmla="*/ 49 h 766"/>
                <a:gd name="T56" fmla="*/ 90 w 735"/>
                <a:gd name="T57" fmla="*/ 118 h 766"/>
                <a:gd name="T58" fmla="*/ 89 w 735"/>
                <a:gd name="T59" fmla="*/ 126 h 766"/>
                <a:gd name="T60" fmla="*/ 41 w 735"/>
                <a:gd name="T61" fmla="*/ 93 h 766"/>
                <a:gd name="T62" fmla="*/ 487 w 735"/>
                <a:gd name="T63" fmla="*/ 689 h 766"/>
                <a:gd name="T64" fmla="*/ 73 w 735"/>
                <a:gd name="T65" fmla="*/ 275 h 766"/>
                <a:gd name="T66" fmla="*/ 65 w 735"/>
                <a:gd name="T67" fmla="*/ 229 h 766"/>
                <a:gd name="T68" fmla="*/ 97 w 735"/>
                <a:gd name="T69" fmla="*/ 157 h 766"/>
                <a:gd name="T70" fmla="*/ 127 w 735"/>
                <a:gd name="T71" fmla="*/ 147 h 766"/>
                <a:gd name="T72" fmla="*/ 128 w 735"/>
                <a:gd name="T73" fmla="*/ 147 h 766"/>
                <a:gd name="T74" fmla="*/ 136 w 735"/>
                <a:gd name="T75" fmla="*/ 147 h 766"/>
                <a:gd name="T76" fmla="*/ 202 w 735"/>
                <a:gd name="T77" fmla="*/ 171 h 766"/>
                <a:gd name="T78" fmla="*/ 243 w 735"/>
                <a:gd name="T79" fmla="*/ 230 h 766"/>
                <a:gd name="T80" fmla="*/ 532 w 735"/>
                <a:gd name="T81" fmla="*/ 520 h 766"/>
                <a:gd name="T82" fmla="*/ 615 w 735"/>
                <a:gd name="T83" fmla="*/ 623 h 766"/>
                <a:gd name="T84" fmla="*/ 615 w 735"/>
                <a:gd name="T85" fmla="*/ 635 h 766"/>
                <a:gd name="T86" fmla="*/ 594 w 735"/>
                <a:gd name="T87" fmla="*/ 678 h 766"/>
                <a:gd name="T88" fmla="*/ 487 w 735"/>
                <a:gd name="T89" fmla="*/ 689 h 766"/>
                <a:gd name="T90" fmla="*/ 704 w 735"/>
                <a:gd name="T91" fmla="*/ 677 h 766"/>
                <a:gd name="T92" fmla="*/ 688 w 735"/>
                <a:gd name="T93" fmla="*/ 730 h 766"/>
                <a:gd name="T94" fmla="*/ 661 w 735"/>
                <a:gd name="T95" fmla="*/ 729 h 766"/>
                <a:gd name="T96" fmla="*/ 633 w 735"/>
                <a:gd name="T97" fmla="*/ 677 h 766"/>
                <a:gd name="T98" fmla="*/ 684 w 735"/>
                <a:gd name="T99" fmla="*/ 653 h 766"/>
                <a:gd name="T100" fmla="*/ 705 w 735"/>
                <a:gd name="T101" fmla="*/ 673 h 766"/>
                <a:gd name="T102" fmla="*/ 704 w 735"/>
                <a:gd name="T103" fmla="*/ 677 h 7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735" h="766">
                  <a:moveTo>
                    <a:pt x="684" y="623"/>
                  </a:moveTo>
                  <a:lnTo>
                    <a:pt x="684" y="623"/>
                  </a:lnTo>
                  <a:cubicBezTo>
                    <a:pt x="677" y="623"/>
                    <a:pt x="670" y="625"/>
                    <a:pt x="661" y="629"/>
                  </a:cubicBezTo>
                  <a:cubicBezTo>
                    <a:pt x="645" y="637"/>
                    <a:pt x="645" y="637"/>
                    <a:pt x="645" y="637"/>
                  </a:cubicBezTo>
                  <a:cubicBezTo>
                    <a:pt x="645" y="636"/>
                    <a:pt x="645" y="636"/>
                    <a:pt x="645" y="636"/>
                  </a:cubicBezTo>
                  <a:cubicBezTo>
                    <a:pt x="645" y="635"/>
                    <a:pt x="645" y="635"/>
                    <a:pt x="645" y="635"/>
                  </a:cubicBezTo>
                  <a:cubicBezTo>
                    <a:pt x="645" y="630"/>
                    <a:pt x="645" y="628"/>
                    <a:pt x="645" y="623"/>
                  </a:cubicBezTo>
                  <a:lnTo>
                    <a:pt x="645" y="623"/>
                  </a:lnTo>
                  <a:cubicBezTo>
                    <a:pt x="645" y="593"/>
                    <a:pt x="633" y="563"/>
                    <a:pt x="615" y="541"/>
                  </a:cubicBezTo>
                  <a:cubicBezTo>
                    <a:pt x="595" y="518"/>
                    <a:pt x="570" y="501"/>
                    <a:pt x="542" y="490"/>
                  </a:cubicBezTo>
                  <a:lnTo>
                    <a:pt x="542" y="490"/>
                  </a:lnTo>
                  <a:cubicBezTo>
                    <a:pt x="419" y="449"/>
                    <a:pt x="313" y="344"/>
                    <a:pt x="271" y="220"/>
                  </a:cubicBezTo>
                  <a:lnTo>
                    <a:pt x="271" y="220"/>
                  </a:lnTo>
                  <a:cubicBezTo>
                    <a:pt x="261" y="191"/>
                    <a:pt x="244" y="166"/>
                    <a:pt x="222" y="147"/>
                  </a:cubicBezTo>
                  <a:cubicBezTo>
                    <a:pt x="198" y="129"/>
                    <a:pt x="170" y="118"/>
                    <a:pt x="139" y="117"/>
                  </a:cubicBezTo>
                  <a:lnTo>
                    <a:pt x="139" y="117"/>
                  </a:lnTo>
                  <a:cubicBezTo>
                    <a:pt x="136" y="117"/>
                    <a:pt x="136" y="117"/>
                    <a:pt x="136" y="117"/>
                  </a:cubicBezTo>
                  <a:cubicBezTo>
                    <a:pt x="135" y="117"/>
                    <a:pt x="132" y="117"/>
                    <a:pt x="131" y="117"/>
                  </a:cubicBezTo>
                  <a:cubicBezTo>
                    <a:pt x="128" y="117"/>
                    <a:pt x="128" y="117"/>
                    <a:pt x="128" y="117"/>
                  </a:cubicBezTo>
                  <a:cubicBezTo>
                    <a:pt x="127" y="117"/>
                    <a:pt x="127" y="117"/>
                    <a:pt x="127" y="117"/>
                  </a:cubicBezTo>
                  <a:cubicBezTo>
                    <a:pt x="125" y="117"/>
                    <a:pt x="122" y="118"/>
                    <a:pt x="121" y="118"/>
                  </a:cubicBezTo>
                  <a:cubicBezTo>
                    <a:pt x="122" y="107"/>
                    <a:pt x="122" y="94"/>
                    <a:pt x="122" y="81"/>
                  </a:cubicBezTo>
                  <a:cubicBezTo>
                    <a:pt x="122" y="65"/>
                    <a:pt x="121" y="46"/>
                    <a:pt x="117" y="31"/>
                  </a:cubicBezTo>
                  <a:cubicBezTo>
                    <a:pt x="114" y="24"/>
                    <a:pt x="110" y="17"/>
                    <a:pt x="104" y="10"/>
                  </a:cubicBezTo>
                  <a:cubicBezTo>
                    <a:pt x="98" y="4"/>
                    <a:pt x="89" y="0"/>
                    <a:pt x="79" y="0"/>
                  </a:cubicBezTo>
                  <a:cubicBezTo>
                    <a:pt x="70" y="0"/>
                    <a:pt x="61" y="4"/>
                    <a:pt x="51" y="10"/>
                  </a:cubicBezTo>
                  <a:cubicBezTo>
                    <a:pt x="41" y="15"/>
                    <a:pt x="30" y="24"/>
                    <a:pt x="18" y="37"/>
                  </a:cubicBezTo>
                  <a:cubicBezTo>
                    <a:pt x="7" y="48"/>
                    <a:pt x="0" y="60"/>
                    <a:pt x="0" y="74"/>
                  </a:cubicBezTo>
                  <a:cubicBezTo>
                    <a:pt x="0" y="83"/>
                    <a:pt x="3" y="90"/>
                    <a:pt x="7" y="97"/>
                  </a:cubicBezTo>
                  <a:cubicBezTo>
                    <a:pt x="11" y="107"/>
                    <a:pt x="20" y="114"/>
                    <a:pt x="27" y="121"/>
                  </a:cubicBezTo>
                  <a:cubicBezTo>
                    <a:pt x="34" y="126"/>
                    <a:pt x="42" y="132"/>
                    <a:pt x="47" y="135"/>
                  </a:cubicBezTo>
                  <a:cubicBezTo>
                    <a:pt x="65" y="146"/>
                    <a:pt x="65" y="146"/>
                    <a:pt x="65" y="146"/>
                  </a:cubicBezTo>
                  <a:cubicBezTo>
                    <a:pt x="63" y="147"/>
                    <a:pt x="62" y="149"/>
                    <a:pt x="61" y="150"/>
                  </a:cubicBezTo>
                  <a:cubicBezTo>
                    <a:pt x="45" y="170"/>
                    <a:pt x="35" y="198"/>
                    <a:pt x="35" y="229"/>
                  </a:cubicBezTo>
                  <a:cubicBezTo>
                    <a:pt x="35" y="247"/>
                    <a:pt x="38" y="265"/>
                    <a:pt x="45" y="285"/>
                  </a:cubicBezTo>
                  <a:cubicBezTo>
                    <a:pt x="108" y="484"/>
                    <a:pt x="278" y="654"/>
                    <a:pt x="478" y="717"/>
                  </a:cubicBezTo>
                  <a:cubicBezTo>
                    <a:pt x="497" y="724"/>
                    <a:pt x="515" y="727"/>
                    <a:pt x="534" y="727"/>
                  </a:cubicBezTo>
                  <a:cubicBezTo>
                    <a:pt x="559" y="727"/>
                    <a:pt x="581" y="720"/>
                    <a:pt x="600" y="709"/>
                  </a:cubicBezTo>
                  <a:cubicBezTo>
                    <a:pt x="640" y="750"/>
                    <a:pt x="640" y="750"/>
                    <a:pt x="640" y="750"/>
                  </a:cubicBezTo>
                  <a:cubicBezTo>
                    <a:pt x="650" y="760"/>
                    <a:pt x="664" y="765"/>
                    <a:pt x="676" y="765"/>
                  </a:cubicBezTo>
                  <a:cubicBezTo>
                    <a:pt x="687" y="765"/>
                    <a:pt x="698" y="761"/>
                    <a:pt x="708" y="754"/>
                  </a:cubicBezTo>
                  <a:cubicBezTo>
                    <a:pt x="716" y="747"/>
                    <a:pt x="723" y="737"/>
                    <a:pt x="726" y="724"/>
                  </a:cubicBezTo>
                  <a:cubicBezTo>
                    <a:pt x="733" y="684"/>
                    <a:pt x="733" y="684"/>
                    <a:pt x="733" y="684"/>
                  </a:cubicBezTo>
                  <a:lnTo>
                    <a:pt x="733" y="684"/>
                  </a:lnTo>
                  <a:cubicBezTo>
                    <a:pt x="734" y="680"/>
                    <a:pt x="734" y="677"/>
                    <a:pt x="734" y="673"/>
                  </a:cubicBezTo>
                  <a:cubicBezTo>
                    <a:pt x="734" y="659"/>
                    <a:pt x="729" y="646"/>
                    <a:pt x="719" y="637"/>
                  </a:cubicBezTo>
                  <a:cubicBezTo>
                    <a:pt x="711" y="629"/>
                    <a:pt x="698" y="623"/>
                    <a:pt x="684" y="623"/>
                  </a:cubicBezTo>
                  <a:close/>
                  <a:moveTo>
                    <a:pt x="41" y="93"/>
                  </a:moveTo>
                  <a:lnTo>
                    <a:pt x="41" y="93"/>
                  </a:lnTo>
                  <a:cubicBezTo>
                    <a:pt x="37" y="88"/>
                    <a:pt x="35" y="86"/>
                    <a:pt x="32" y="83"/>
                  </a:cubicBezTo>
                  <a:cubicBezTo>
                    <a:pt x="31" y="79"/>
                    <a:pt x="31" y="77"/>
                    <a:pt x="31" y="74"/>
                  </a:cubicBezTo>
                  <a:cubicBezTo>
                    <a:pt x="31" y="70"/>
                    <a:pt x="31" y="65"/>
                    <a:pt x="39" y="58"/>
                  </a:cubicBezTo>
                  <a:cubicBezTo>
                    <a:pt x="51" y="46"/>
                    <a:pt x="59" y="39"/>
                    <a:pt x="66" y="35"/>
                  </a:cubicBezTo>
                  <a:cubicBezTo>
                    <a:pt x="73" y="31"/>
                    <a:pt x="77" y="30"/>
                    <a:pt x="79" y="31"/>
                  </a:cubicBezTo>
                  <a:cubicBezTo>
                    <a:pt x="82" y="31"/>
                    <a:pt x="82" y="31"/>
                    <a:pt x="83" y="32"/>
                  </a:cubicBezTo>
                  <a:cubicBezTo>
                    <a:pt x="84" y="34"/>
                    <a:pt x="89" y="39"/>
                    <a:pt x="90" y="49"/>
                  </a:cubicBezTo>
                  <a:cubicBezTo>
                    <a:pt x="91" y="58"/>
                    <a:pt x="93" y="70"/>
                    <a:pt x="93" y="81"/>
                  </a:cubicBezTo>
                  <a:cubicBezTo>
                    <a:pt x="93" y="94"/>
                    <a:pt x="91" y="108"/>
                    <a:pt x="90" y="118"/>
                  </a:cubicBezTo>
                  <a:cubicBezTo>
                    <a:pt x="90" y="121"/>
                    <a:pt x="90" y="124"/>
                    <a:pt x="90" y="126"/>
                  </a:cubicBezTo>
                  <a:cubicBezTo>
                    <a:pt x="89" y="126"/>
                    <a:pt x="89" y="126"/>
                    <a:pt x="89" y="126"/>
                  </a:cubicBezTo>
                  <a:cubicBezTo>
                    <a:pt x="63" y="111"/>
                    <a:pt x="63" y="111"/>
                    <a:pt x="63" y="111"/>
                  </a:cubicBezTo>
                  <a:cubicBezTo>
                    <a:pt x="56" y="105"/>
                    <a:pt x="48" y="100"/>
                    <a:pt x="41" y="93"/>
                  </a:cubicBezTo>
                  <a:close/>
                  <a:moveTo>
                    <a:pt x="487" y="689"/>
                  </a:moveTo>
                  <a:lnTo>
                    <a:pt x="487" y="689"/>
                  </a:lnTo>
                  <a:lnTo>
                    <a:pt x="487" y="689"/>
                  </a:lnTo>
                  <a:cubicBezTo>
                    <a:pt x="296" y="629"/>
                    <a:pt x="134" y="465"/>
                    <a:pt x="73" y="275"/>
                  </a:cubicBezTo>
                  <a:lnTo>
                    <a:pt x="73" y="275"/>
                  </a:lnTo>
                  <a:cubicBezTo>
                    <a:pt x="68" y="258"/>
                    <a:pt x="65" y="243"/>
                    <a:pt x="65" y="229"/>
                  </a:cubicBezTo>
                  <a:cubicBezTo>
                    <a:pt x="65" y="204"/>
                    <a:pt x="73" y="183"/>
                    <a:pt x="84" y="168"/>
                  </a:cubicBezTo>
                  <a:cubicBezTo>
                    <a:pt x="89" y="164"/>
                    <a:pt x="93" y="160"/>
                    <a:pt x="97" y="157"/>
                  </a:cubicBezTo>
                  <a:lnTo>
                    <a:pt x="97" y="157"/>
                  </a:lnTo>
                  <a:cubicBezTo>
                    <a:pt x="105" y="150"/>
                    <a:pt x="115" y="147"/>
                    <a:pt x="127" y="147"/>
                  </a:cubicBezTo>
                  <a:cubicBezTo>
                    <a:pt x="128" y="147"/>
                    <a:pt x="128" y="147"/>
                    <a:pt x="128" y="147"/>
                  </a:cubicBezTo>
                  <a:lnTo>
                    <a:pt x="128" y="147"/>
                  </a:lnTo>
                  <a:cubicBezTo>
                    <a:pt x="131" y="147"/>
                    <a:pt x="131" y="147"/>
                    <a:pt x="131" y="147"/>
                  </a:cubicBezTo>
                  <a:cubicBezTo>
                    <a:pt x="132" y="147"/>
                    <a:pt x="134" y="147"/>
                    <a:pt x="136" y="147"/>
                  </a:cubicBezTo>
                  <a:cubicBezTo>
                    <a:pt x="139" y="147"/>
                    <a:pt x="139" y="147"/>
                    <a:pt x="139" y="147"/>
                  </a:cubicBezTo>
                  <a:cubicBezTo>
                    <a:pt x="163" y="147"/>
                    <a:pt x="184" y="156"/>
                    <a:pt x="202" y="171"/>
                  </a:cubicBezTo>
                  <a:cubicBezTo>
                    <a:pt x="221" y="185"/>
                    <a:pt x="235" y="206"/>
                    <a:pt x="243" y="230"/>
                  </a:cubicBezTo>
                  <a:lnTo>
                    <a:pt x="243" y="230"/>
                  </a:lnTo>
                  <a:cubicBezTo>
                    <a:pt x="288" y="364"/>
                    <a:pt x="399" y="475"/>
                    <a:pt x="532" y="520"/>
                  </a:cubicBezTo>
                  <a:lnTo>
                    <a:pt x="532" y="520"/>
                  </a:lnTo>
                  <a:cubicBezTo>
                    <a:pt x="556" y="527"/>
                    <a:pt x="576" y="542"/>
                    <a:pt x="591" y="560"/>
                  </a:cubicBezTo>
                  <a:cubicBezTo>
                    <a:pt x="607" y="578"/>
                    <a:pt x="615" y="600"/>
                    <a:pt x="615" y="623"/>
                  </a:cubicBezTo>
                  <a:cubicBezTo>
                    <a:pt x="615" y="626"/>
                    <a:pt x="615" y="630"/>
                    <a:pt x="615" y="633"/>
                  </a:cubicBezTo>
                  <a:cubicBezTo>
                    <a:pt x="615" y="635"/>
                    <a:pt x="615" y="635"/>
                    <a:pt x="615" y="635"/>
                  </a:cubicBezTo>
                  <a:cubicBezTo>
                    <a:pt x="615" y="636"/>
                    <a:pt x="615" y="636"/>
                    <a:pt x="615" y="636"/>
                  </a:cubicBezTo>
                  <a:cubicBezTo>
                    <a:pt x="615" y="651"/>
                    <a:pt x="608" y="667"/>
                    <a:pt x="594" y="678"/>
                  </a:cubicBezTo>
                  <a:cubicBezTo>
                    <a:pt x="580" y="689"/>
                    <a:pt x="559" y="696"/>
                    <a:pt x="534" y="696"/>
                  </a:cubicBezTo>
                  <a:cubicBezTo>
                    <a:pt x="520" y="696"/>
                    <a:pt x="504" y="695"/>
                    <a:pt x="487" y="689"/>
                  </a:cubicBezTo>
                  <a:close/>
                  <a:moveTo>
                    <a:pt x="704" y="677"/>
                  </a:moveTo>
                  <a:lnTo>
                    <a:pt x="704" y="677"/>
                  </a:lnTo>
                  <a:cubicBezTo>
                    <a:pt x="697" y="719"/>
                    <a:pt x="697" y="719"/>
                    <a:pt x="697" y="719"/>
                  </a:cubicBezTo>
                  <a:cubicBezTo>
                    <a:pt x="695" y="723"/>
                    <a:pt x="692" y="727"/>
                    <a:pt x="688" y="730"/>
                  </a:cubicBezTo>
                  <a:cubicBezTo>
                    <a:pt x="685" y="733"/>
                    <a:pt x="681" y="734"/>
                    <a:pt x="676" y="734"/>
                  </a:cubicBezTo>
                  <a:cubicBezTo>
                    <a:pt x="671" y="734"/>
                    <a:pt x="666" y="733"/>
                    <a:pt x="661" y="729"/>
                  </a:cubicBezTo>
                  <a:cubicBezTo>
                    <a:pt x="624" y="691"/>
                    <a:pt x="624" y="691"/>
                    <a:pt x="624" y="691"/>
                  </a:cubicBezTo>
                  <a:cubicBezTo>
                    <a:pt x="628" y="687"/>
                    <a:pt x="631" y="681"/>
                    <a:pt x="633" y="677"/>
                  </a:cubicBezTo>
                  <a:cubicBezTo>
                    <a:pt x="676" y="656"/>
                    <a:pt x="676" y="656"/>
                    <a:pt x="676" y="656"/>
                  </a:cubicBezTo>
                  <a:cubicBezTo>
                    <a:pt x="678" y="654"/>
                    <a:pt x="681" y="653"/>
                    <a:pt x="684" y="653"/>
                  </a:cubicBezTo>
                  <a:cubicBezTo>
                    <a:pt x="690" y="653"/>
                    <a:pt x="695" y="656"/>
                    <a:pt x="698" y="659"/>
                  </a:cubicBezTo>
                  <a:cubicBezTo>
                    <a:pt x="702" y="663"/>
                    <a:pt x="705" y="667"/>
                    <a:pt x="705" y="673"/>
                  </a:cubicBezTo>
                  <a:cubicBezTo>
                    <a:pt x="705" y="674"/>
                    <a:pt x="705" y="675"/>
                    <a:pt x="704" y="678"/>
                  </a:cubicBezTo>
                  <a:lnTo>
                    <a:pt x="704" y="67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95" name="Freeform 78">
            <a:extLst>
              <a:ext uri="{FF2B5EF4-FFF2-40B4-BE49-F238E27FC236}">
                <a16:creationId xmlns:a16="http://schemas.microsoft.com/office/drawing/2014/main" id="{632AB020-4C2A-EB89-4540-528F02627069}"/>
              </a:ext>
            </a:extLst>
          </p:cNvPr>
          <p:cNvSpPr>
            <a:spLocks noChangeArrowheads="1"/>
          </p:cNvSpPr>
          <p:nvPr/>
        </p:nvSpPr>
        <p:spPr bwMode="auto">
          <a:xfrm>
            <a:off x="6181328" y="2920083"/>
            <a:ext cx="312737" cy="115887"/>
          </a:xfrm>
          <a:custGeom>
            <a:avLst/>
            <a:gdLst>
              <a:gd name="T0" fmla="*/ 860 w 869"/>
              <a:gd name="T1" fmla="*/ 80 h 323"/>
              <a:gd name="T2" fmla="*/ 860 w 869"/>
              <a:gd name="T3" fmla="*/ 80 h 323"/>
              <a:gd name="T4" fmla="*/ 844 w 869"/>
              <a:gd name="T5" fmla="*/ 80 h 323"/>
              <a:gd name="T6" fmla="*/ 757 w 869"/>
              <a:gd name="T7" fmla="*/ 139 h 323"/>
              <a:gd name="T8" fmla="*/ 712 w 869"/>
              <a:gd name="T9" fmla="*/ 48 h 323"/>
              <a:gd name="T10" fmla="*/ 712 w 869"/>
              <a:gd name="T11" fmla="*/ 48 h 323"/>
              <a:gd name="T12" fmla="*/ 598 w 869"/>
              <a:gd name="T13" fmla="*/ 0 h 323"/>
              <a:gd name="T14" fmla="*/ 160 w 869"/>
              <a:gd name="T15" fmla="*/ 0 h 323"/>
              <a:gd name="T16" fmla="*/ 0 w 869"/>
              <a:gd name="T17" fmla="*/ 162 h 323"/>
              <a:gd name="T18" fmla="*/ 160 w 869"/>
              <a:gd name="T19" fmla="*/ 322 h 323"/>
              <a:gd name="T20" fmla="*/ 160 w 869"/>
              <a:gd name="T21" fmla="*/ 322 h 323"/>
              <a:gd name="T22" fmla="*/ 593 w 869"/>
              <a:gd name="T23" fmla="*/ 322 h 323"/>
              <a:gd name="T24" fmla="*/ 690 w 869"/>
              <a:gd name="T25" fmla="*/ 289 h 323"/>
              <a:gd name="T26" fmla="*/ 751 w 869"/>
              <a:gd name="T27" fmla="*/ 209 h 323"/>
              <a:gd name="T28" fmla="*/ 756 w 869"/>
              <a:gd name="T29" fmla="*/ 191 h 323"/>
              <a:gd name="T30" fmla="*/ 844 w 869"/>
              <a:gd name="T31" fmla="*/ 251 h 323"/>
              <a:gd name="T32" fmla="*/ 860 w 869"/>
              <a:gd name="T33" fmla="*/ 251 h 323"/>
              <a:gd name="T34" fmla="*/ 868 w 869"/>
              <a:gd name="T35" fmla="*/ 239 h 323"/>
              <a:gd name="T36" fmla="*/ 868 w 869"/>
              <a:gd name="T37" fmla="*/ 93 h 323"/>
              <a:gd name="T38" fmla="*/ 860 w 869"/>
              <a:gd name="T39" fmla="*/ 80 h 323"/>
              <a:gd name="T40" fmla="*/ 30 w 869"/>
              <a:gd name="T41" fmla="*/ 162 h 323"/>
              <a:gd name="T42" fmla="*/ 30 w 869"/>
              <a:gd name="T43" fmla="*/ 162 h 323"/>
              <a:gd name="T44" fmla="*/ 68 w 869"/>
              <a:gd name="T45" fmla="*/ 69 h 323"/>
              <a:gd name="T46" fmla="*/ 160 w 869"/>
              <a:gd name="T47" fmla="*/ 30 h 323"/>
              <a:gd name="T48" fmla="*/ 160 w 869"/>
              <a:gd name="T49" fmla="*/ 30 h 323"/>
              <a:gd name="T50" fmla="*/ 160 w 869"/>
              <a:gd name="T51" fmla="*/ 30 h 323"/>
              <a:gd name="T52" fmla="*/ 253 w 869"/>
              <a:gd name="T53" fmla="*/ 69 h 323"/>
              <a:gd name="T54" fmla="*/ 291 w 869"/>
              <a:gd name="T55" fmla="*/ 162 h 323"/>
              <a:gd name="T56" fmla="*/ 253 w 869"/>
              <a:gd name="T57" fmla="*/ 253 h 323"/>
              <a:gd name="T58" fmla="*/ 160 w 869"/>
              <a:gd name="T59" fmla="*/ 292 h 323"/>
              <a:gd name="T60" fmla="*/ 68 w 869"/>
              <a:gd name="T61" fmla="*/ 253 h 323"/>
              <a:gd name="T62" fmla="*/ 30 w 869"/>
              <a:gd name="T63" fmla="*/ 162 h 323"/>
              <a:gd name="T64" fmla="*/ 723 w 869"/>
              <a:gd name="T65" fmla="*/ 201 h 323"/>
              <a:gd name="T66" fmla="*/ 723 w 869"/>
              <a:gd name="T67" fmla="*/ 201 h 323"/>
              <a:gd name="T68" fmla="*/ 673 w 869"/>
              <a:gd name="T69" fmla="*/ 265 h 323"/>
              <a:gd name="T70" fmla="*/ 593 w 869"/>
              <a:gd name="T71" fmla="*/ 292 h 323"/>
              <a:gd name="T72" fmla="*/ 254 w 869"/>
              <a:gd name="T73" fmla="*/ 292 h 323"/>
              <a:gd name="T74" fmla="*/ 322 w 869"/>
              <a:gd name="T75" fmla="*/ 162 h 323"/>
              <a:gd name="T76" fmla="*/ 254 w 869"/>
              <a:gd name="T77" fmla="*/ 30 h 323"/>
              <a:gd name="T78" fmla="*/ 598 w 869"/>
              <a:gd name="T79" fmla="*/ 30 h 323"/>
              <a:gd name="T80" fmla="*/ 691 w 869"/>
              <a:gd name="T81" fmla="*/ 69 h 323"/>
              <a:gd name="T82" fmla="*/ 729 w 869"/>
              <a:gd name="T83" fmla="*/ 162 h 323"/>
              <a:gd name="T84" fmla="*/ 723 w 869"/>
              <a:gd name="T85" fmla="*/ 201 h 323"/>
              <a:gd name="T86" fmla="*/ 838 w 869"/>
              <a:gd name="T87" fmla="*/ 211 h 323"/>
              <a:gd name="T88" fmla="*/ 838 w 869"/>
              <a:gd name="T89" fmla="*/ 211 h 323"/>
              <a:gd name="T90" fmla="*/ 771 w 869"/>
              <a:gd name="T91" fmla="*/ 166 h 323"/>
              <a:gd name="T92" fmla="*/ 838 w 869"/>
              <a:gd name="T93" fmla="*/ 121 h 323"/>
              <a:gd name="T94" fmla="*/ 838 w 869"/>
              <a:gd name="T95" fmla="*/ 211 h 3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69" h="323">
                <a:moveTo>
                  <a:pt x="860" y="80"/>
                </a:moveTo>
                <a:lnTo>
                  <a:pt x="860" y="80"/>
                </a:lnTo>
                <a:cubicBezTo>
                  <a:pt x="855" y="77"/>
                  <a:pt x="850" y="77"/>
                  <a:pt x="844" y="80"/>
                </a:cubicBezTo>
                <a:cubicBezTo>
                  <a:pt x="757" y="139"/>
                  <a:pt x="757" y="139"/>
                  <a:pt x="757" y="139"/>
                </a:cubicBezTo>
                <a:cubicBezTo>
                  <a:pt x="751" y="104"/>
                  <a:pt x="736" y="72"/>
                  <a:pt x="712" y="48"/>
                </a:cubicBezTo>
                <a:lnTo>
                  <a:pt x="712" y="48"/>
                </a:lnTo>
                <a:cubicBezTo>
                  <a:pt x="683" y="18"/>
                  <a:pt x="642" y="0"/>
                  <a:pt x="598" y="0"/>
                </a:cubicBezTo>
                <a:cubicBezTo>
                  <a:pt x="160" y="0"/>
                  <a:pt x="160" y="0"/>
                  <a:pt x="160" y="0"/>
                </a:cubicBezTo>
                <a:cubicBezTo>
                  <a:pt x="72" y="0"/>
                  <a:pt x="0" y="72"/>
                  <a:pt x="0" y="162"/>
                </a:cubicBezTo>
                <a:cubicBezTo>
                  <a:pt x="0" y="250"/>
                  <a:pt x="72" y="322"/>
                  <a:pt x="160" y="322"/>
                </a:cubicBezTo>
                <a:lnTo>
                  <a:pt x="160" y="322"/>
                </a:lnTo>
                <a:cubicBezTo>
                  <a:pt x="593" y="322"/>
                  <a:pt x="593" y="322"/>
                  <a:pt x="593" y="322"/>
                </a:cubicBezTo>
                <a:cubicBezTo>
                  <a:pt x="626" y="322"/>
                  <a:pt x="660" y="309"/>
                  <a:pt x="690" y="289"/>
                </a:cubicBezTo>
                <a:cubicBezTo>
                  <a:pt x="718" y="270"/>
                  <a:pt x="742" y="242"/>
                  <a:pt x="751" y="209"/>
                </a:cubicBezTo>
                <a:cubicBezTo>
                  <a:pt x="753" y="204"/>
                  <a:pt x="754" y="198"/>
                  <a:pt x="756" y="191"/>
                </a:cubicBezTo>
                <a:cubicBezTo>
                  <a:pt x="844" y="251"/>
                  <a:pt x="844" y="251"/>
                  <a:pt x="844" y="251"/>
                </a:cubicBezTo>
                <a:cubicBezTo>
                  <a:pt x="850" y="254"/>
                  <a:pt x="855" y="254"/>
                  <a:pt x="860" y="251"/>
                </a:cubicBezTo>
                <a:cubicBezTo>
                  <a:pt x="865" y="249"/>
                  <a:pt x="868" y="244"/>
                  <a:pt x="868" y="239"/>
                </a:cubicBezTo>
                <a:cubicBezTo>
                  <a:pt x="868" y="93"/>
                  <a:pt x="868" y="93"/>
                  <a:pt x="868" y="93"/>
                </a:cubicBezTo>
                <a:cubicBezTo>
                  <a:pt x="868" y="87"/>
                  <a:pt x="865" y="82"/>
                  <a:pt x="860" y="80"/>
                </a:cubicBezTo>
                <a:close/>
                <a:moveTo>
                  <a:pt x="30" y="162"/>
                </a:moveTo>
                <a:lnTo>
                  <a:pt x="30" y="162"/>
                </a:lnTo>
                <a:cubicBezTo>
                  <a:pt x="30" y="125"/>
                  <a:pt x="45" y="93"/>
                  <a:pt x="68" y="69"/>
                </a:cubicBezTo>
                <a:cubicBezTo>
                  <a:pt x="91" y="45"/>
                  <a:pt x="125" y="30"/>
                  <a:pt x="160" y="30"/>
                </a:cubicBezTo>
                <a:lnTo>
                  <a:pt x="160" y="30"/>
                </a:lnTo>
                <a:lnTo>
                  <a:pt x="160" y="30"/>
                </a:lnTo>
                <a:cubicBezTo>
                  <a:pt x="197" y="30"/>
                  <a:pt x="229" y="45"/>
                  <a:pt x="253" y="69"/>
                </a:cubicBezTo>
                <a:cubicBezTo>
                  <a:pt x="277" y="93"/>
                  <a:pt x="291" y="125"/>
                  <a:pt x="291" y="162"/>
                </a:cubicBezTo>
                <a:cubicBezTo>
                  <a:pt x="291" y="197"/>
                  <a:pt x="277" y="230"/>
                  <a:pt x="253" y="253"/>
                </a:cubicBezTo>
                <a:cubicBezTo>
                  <a:pt x="229" y="277"/>
                  <a:pt x="197" y="292"/>
                  <a:pt x="160" y="292"/>
                </a:cubicBezTo>
                <a:cubicBezTo>
                  <a:pt x="125" y="292"/>
                  <a:pt x="91" y="277"/>
                  <a:pt x="68" y="253"/>
                </a:cubicBezTo>
                <a:cubicBezTo>
                  <a:pt x="45" y="230"/>
                  <a:pt x="30" y="197"/>
                  <a:pt x="30" y="162"/>
                </a:cubicBezTo>
                <a:close/>
                <a:moveTo>
                  <a:pt x="723" y="201"/>
                </a:moveTo>
                <a:lnTo>
                  <a:pt x="723" y="201"/>
                </a:lnTo>
                <a:cubicBezTo>
                  <a:pt x="716" y="225"/>
                  <a:pt x="697" y="249"/>
                  <a:pt x="673" y="265"/>
                </a:cubicBezTo>
                <a:cubicBezTo>
                  <a:pt x="647" y="282"/>
                  <a:pt x="618" y="292"/>
                  <a:pt x="593" y="292"/>
                </a:cubicBezTo>
                <a:cubicBezTo>
                  <a:pt x="254" y="292"/>
                  <a:pt x="254" y="292"/>
                  <a:pt x="254" y="292"/>
                </a:cubicBezTo>
                <a:cubicBezTo>
                  <a:pt x="295" y="263"/>
                  <a:pt x="322" y="215"/>
                  <a:pt x="322" y="162"/>
                </a:cubicBezTo>
                <a:cubicBezTo>
                  <a:pt x="322" y="107"/>
                  <a:pt x="295" y="59"/>
                  <a:pt x="254" y="30"/>
                </a:cubicBezTo>
                <a:cubicBezTo>
                  <a:pt x="598" y="30"/>
                  <a:pt x="598" y="30"/>
                  <a:pt x="598" y="30"/>
                </a:cubicBezTo>
                <a:cubicBezTo>
                  <a:pt x="633" y="30"/>
                  <a:pt x="667" y="45"/>
                  <a:pt x="691" y="69"/>
                </a:cubicBezTo>
                <a:cubicBezTo>
                  <a:pt x="713" y="93"/>
                  <a:pt x="729" y="125"/>
                  <a:pt x="729" y="162"/>
                </a:cubicBezTo>
                <a:cubicBezTo>
                  <a:pt x="729" y="174"/>
                  <a:pt x="728" y="187"/>
                  <a:pt x="723" y="201"/>
                </a:cubicBezTo>
                <a:close/>
                <a:moveTo>
                  <a:pt x="838" y="211"/>
                </a:moveTo>
                <a:lnTo>
                  <a:pt x="838" y="211"/>
                </a:lnTo>
                <a:cubicBezTo>
                  <a:pt x="771" y="166"/>
                  <a:pt x="771" y="166"/>
                  <a:pt x="771" y="166"/>
                </a:cubicBezTo>
                <a:cubicBezTo>
                  <a:pt x="838" y="121"/>
                  <a:pt x="838" y="121"/>
                  <a:pt x="838" y="121"/>
                </a:cubicBezTo>
                <a:lnTo>
                  <a:pt x="838" y="211"/>
                </a:lnTo>
                <a:close/>
              </a:path>
            </a:pathLst>
          </a:custGeom>
          <a:solidFill>
            <a:schemeClr val="accent4"/>
          </a:solidFill>
          <a:ln>
            <a:noFill/>
          </a:ln>
          <a:effectLst/>
        </p:spPr>
        <p:txBody>
          <a:bodyPr wrap="none" anchor="ctr"/>
          <a:lstStyle/>
          <a:p>
            <a:endParaRPr lang="da-DK"/>
          </a:p>
        </p:txBody>
      </p:sp>
      <p:sp>
        <p:nvSpPr>
          <p:cNvPr id="96" name="Freeform 79">
            <a:extLst>
              <a:ext uri="{FF2B5EF4-FFF2-40B4-BE49-F238E27FC236}">
                <a16:creationId xmlns:a16="http://schemas.microsoft.com/office/drawing/2014/main" id="{6524F485-67A5-A2AD-C707-39A9BA699731}"/>
              </a:ext>
            </a:extLst>
          </p:cNvPr>
          <p:cNvSpPr>
            <a:spLocks noChangeArrowheads="1"/>
          </p:cNvSpPr>
          <p:nvPr/>
        </p:nvSpPr>
        <p:spPr bwMode="auto">
          <a:xfrm>
            <a:off x="6763940" y="2848645"/>
            <a:ext cx="249238" cy="258763"/>
          </a:xfrm>
          <a:custGeom>
            <a:avLst/>
            <a:gdLst>
              <a:gd name="T0" fmla="*/ 615 w 691"/>
              <a:gd name="T1" fmla="*/ 239 h 720"/>
              <a:gd name="T2" fmla="*/ 570 w 691"/>
              <a:gd name="T3" fmla="*/ 208 h 720"/>
              <a:gd name="T4" fmla="*/ 625 w 691"/>
              <a:gd name="T5" fmla="*/ 161 h 720"/>
              <a:gd name="T6" fmla="*/ 594 w 691"/>
              <a:gd name="T7" fmla="*/ 70 h 720"/>
              <a:gd name="T8" fmla="*/ 405 w 691"/>
              <a:gd name="T9" fmla="*/ 52 h 720"/>
              <a:gd name="T10" fmla="*/ 225 w 691"/>
              <a:gd name="T11" fmla="*/ 52 h 720"/>
              <a:gd name="T12" fmla="*/ 37 w 691"/>
              <a:gd name="T13" fmla="*/ 70 h 720"/>
              <a:gd name="T14" fmla="*/ 6 w 691"/>
              <a:gd name="T15" fmla="*/ 161 h 720"/>
              <a:gd name="T16" fmla="*/ 61 w 691"/>
              <a:gd name="T17" fmla="*/ 208 h 720"/>
              <a:gd name="T18" fmla="*/ 135 w 691"/>
              <a:gd name="T19" fmla="*/ 719 h 720"/>
              <a:gd name="T20" fmla="*/ 570 w 691"/>
              <a:gd name="T21" fmla="*/ 643 h 720"/>
              <a:gd name="T22" fmla="*/ 615 w 691"/>
              <a:gd name="T23" fmla="*/ 569 h 720"/>
              <a:gd name="T24" fmla="*/ 690 w 691"/>
              <a:gd name="T25" fmla="*/ 494 h 720"/>
              <a:gd name="T26" fmla="*/ 615 w 691"/>
              <a:gd name="T27" fmla="*/ 239 h 720"/>
              <a:gd name="T28" fmla="*/ 34 w 691"/>
              <a:gd name="T29" fmla="*/ 151 h 720"/>
              <a:gd name="T30" fmla="*/ 56 w 691"/>
              <a:gd name="T31" fmla="*/ 94 h 720"/>
              <a:gd name="T32" fmla="*/ 135 w 691"/>
              <a:gd name="T33" fmla="*/ 29 h 720"/>
              <a:gd name="T34" fmla="*/ 219 w 691"/>
              <a:gd name="T35" fmla="*/ 90 h 720"/>
              <a:gd name="T36" fmla="*/ 245 w 691"/>
              <a:gd name="T37" fmla="*/ 80 h 720"/>
              <a:gd name="T38" fmla="*/ 385 w 691"/>
              <a:gd name="T39" fmla="*/ 80 h 720"/>
              <a:gd name="T40" fmla="*/ 410 w 691"/>
              <a:gd name="T41" fmla="*/ 90 h 720"/>
              <a:gd name="T42" fmla="*/ 495 w 691"/>
              <a:gd name="T43" fmla="*/ 29 h 720"/>
              <a:gd name="T44" fmla="*/ 575 w 691"/>
              <a:gd name="T45" fmla="*/ 94 h 720"/>
              <a:gd name="T46" fmla="*/ 597 w 691"/>
              <a:gd name="T47" fmla="*/ 151 h 720"/>
              <a:gd name="T48" fmla="*/ 554 w 691"/>
              <a:gd name="T49" fmla="*/ 180 h 720"/>
              <a:gd name="T50" fmla="*/ 424 w 691"/>
              <a:gd name="T51" fmla="*/ 184 h 720"/>
              <a:gd name="T52" fmla="*/ 420 w 691"/>
              <a:gd name="T53" fmla="*/ 359 h 720"/>
              <a:gd name="T54" fmla="*/ 360 w 691"/>
              <a:gd name="T55" fmla="*/ 359 h 720"/>
              <a:gd name="T56" fmla="*/ 356 w 691"/>
              <a:gd name="T57" fmla="*/ 184 h 720"/>
              <a:gd name="T58" fmla="*/ 256 w 691"/>
              <a:gd name="T59" fmla="*/ 180 h 720"/>
              <a:gd name="T60" fmla="*/ 240 w 691"/>
              <a:gd name="T61" fmla="*/ 194 h 720"/>
              <a:gd name="T62" fmla="*/ 211 w 691"/>
              <a:gd name="T63" fmla="*/ 328 h 720"/>
              <a:gd name="T64" fmla="*/ 180 w 691"/>
              <a:gd name="T65" fmla="*/ 194 h 720"/>
              <a:gd name="T66" fmla="*/ 166 w 691"/>
              <a:gd name="T67" fmla="*/ 180 h 720"/>
              <a:gd name="T68" fmla="*/ 51 w 691"/>
              <a:gd name="T69" fmla="*/ 171 h 720"/>
              <a:gd name="T70" fmla="*/ 539 w 691"/>
              <a:gd name="T71" fmla="*/ 643 h 720"/>
              <a:gd name="T72" fmla="*/ 495 w 691"/>
              <a:gd name="T73" fmla="*/ 688 h 720"/>
              <a:gd name="T74" fmla="*/ 90 w 691"/>
              <a:gd name="T75" fmla="*/ 643 h 720"/>
              <a:gd name="T76" fmla="*/ 151 w 691"/>
              <a:gd name="T77" fmla="*/ 209 h 720"/>
              <a:gd name="T78" fmla="*/ 211 w 691"/>
              <a:gd name="T79" fmla="*/ 359 h 720"/>
              <a:gd name="T80" fmla="*/ 270 w 691"/>
              <a:gd name="T81" fmla="*/ 209 h 720"/>
              <a:gd name="T82" fmla="*/ 330 w 691"/>
              <a:gd name="T83" fmla="*/ 359 h 720"/>
              <a:gd name="T84" fmla="*/ 450 w 691"/>
              <a:gd name="T85" fmla="*/ 359 h 720"/>
              <a:gd name="T86" fmla="*/ 539 w 691"/>
              <a:gd name="T87" fmla="*/ 209 h 720"/>
              <a:gd name="T88" fmla="*/ 539 w 691"/>
              <a:gd name="T89" fmla="*/ 553 h 720"/>
              <a:gd name="T90" fmla="*/ 660 w 691"/>
              <a:gd name="T91" fmla="*/ 494 h 720"/>
              <a:gd name="T92" fmla="*/ 615 w 691"/>
              <a:gd name="T93" fmla="*/ 539 h 720"/>
              <a:gd name="T94" fmla="*/ 570 w 691"/>
              <a:gd name="T95" fmla="*/ 269 h 720"/>
              <a:gd name="T96" fmla="*/ 660 w 691"/>
              <a:gd name="T97" fmla="*/ 314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1" h="720">
                <a:moveTo>
                  <a:pt x="615" y="239"/>
                </a:moveTo>
                <a:lnTo>
                  <a:pt x="615" y="239"/>
                </a:lnTo>
                <a:cubicBezTo>
                  <a:pt x="570" y="239"/>
                  <a:pt x="570" y="239"/>
                  <a:pt x="570" y="239"/>
                </a:cubicBezTo>
                <a:cubicBezTo>
                  <a:pt x="570" y="208"/>
                  <a:pt x="570" y="208"/>
                  <a:pt x="570" y="208"/>
                </a:cubicBezTo>
                <a:cubicBezTo>
                  <a:pt x="579" y="205"/>
                  <a:pt x="589" y="202"/>
                  <a:pt x="597" y="196"/>
                </a:cubicBezTo>
                <a:cubicBezTo>
                  <a:pt x="610" y="188"/>
                  <a:pt x="620" y="177"/>
                  <a:pt x="625" y="161"/>
                </a:cubicBezTo>
                <a:cubicBezTo>
                  <a:pt x="628" y="151"/>
                  <a:pt x="629" y="143"/>
                  <a:pt x="629" y="135"/>
                </a:cubicBezTo>
                <a:cubicBezTo>
                  <a:pt x="629" y="107"/>
                  <a:pt x="615" y="84"/>
                  <a:pt x="594" y="70"/>
                </a:cubicBezTo>
                <a:cubicBezTo>
                  <a:pt x="580" y="29"/>
                  <a:pt x="541" y="0"/>
                  <a:pt x="495" y="0"/>
                </a:cubicBezTo>
                <a:cubicBezTo>
                  <a:pt x="457" y="0"/>
                  <a:pt x="423" y="21"/>
                  <a:pt x="405" y="52"/>
                </a:cubicBezTo>
                <a:cubicBezTo>
                  <a:pt x="386" y="21"/>
                  <a:pt x="354" y="0"/>
                  <a:pt x="315" y="0"/>
                </a:cubicBezTo>
                <a:cubicBezTo>
                  <a:pt x="277" y="0"/>
                  <a:pt x="243" y="21"/>
                  <a:pt x="225" y="52"/>
                </a:cubicBezTo>
                <a:cubicBezTo>
                  <a:pt x="207" y="21"/>
                  <a:pt x="174" y="0"/>
                  <a:pt x="135" y="0"/>
                </a:cubicBezTo>
                <a:cubicBezTo>
                  <a:pt x="90" y="0"/>
                  <a:pt x="51" y="29"/>
                  <a:pt x="37" y="70"/>
                </a:cubicBezTo>
                <a:cubicBezTo>
                  <a:pt x="16" y="84"/>
                  <a:pt x="0" y="107"/>
                  <a:pt x="0" y="135"/>
                </a:cubicBezTo>
                <a:cubicBezTo>
                  <a:pt x="0" y="143"/>
                  <a:pt x="2" y="151"/>
                  <a:pt x="6" y="161"/>
                </a:cubicBezTo>
                <a:cubicBezTo>
                  <a:pt x="12" y="177"/>
                  <a:pt x="21" y="188"/>
                  <a:pt x="34" y="196"/>
                </a:cubicBezTo>
                <a:cubicBezTo>
                  <a:pt x="42" y="202"/>
                  <a:pt x="51" y="205"/>
                  <a:pt x="61" y="208"/>
                </a:cubicBezTo>
                <a:cubicBezTo>
                  <a:pt x="61" y="643"/>
                  <a:pt x="61" y="643"/>
                  <a:pt x="61" y="643"/>
                </a:cubicBezTo>
                <a:cubicBezTo>
                  <a:pt x="61" y="685"/>
                  <a:pt x="94" y="719"/>
                  <a:pt x="135" y="719"/>
                </a:cubicBezTo>
                <a:cubicBezTo>
                  <a:pt x="495" y="719"/>
                  <a:pt x="495" y="719"/>
                  <a:pt x="495" y="719"/>
                </a:cubicBezTo>
                <a:cubicBezTo>
                  <a:pt x="537" y="719"/>
                  <a:pt x="570" y="685"/>
                  <a:pt x="570" y="643"/>
                </a:cubicBezTo>
                <a:cubicBezTo>
                  <a:pt x="570" y="569"/>
                  <a:pt x="570" y="569"/>
                  <a:pt x="570" y="569"/>
                </a:cubicBezTo>
                <a:cubicBezTo>
                  <a:pt x="615" y="569"/>
                  <a:pt x="615" y="569"/>
                  <a:pt x="615" y="569"/>
                </a:cubicBezTo>
                <a:lnTo>
                  <a:pt x="615" y="569"/>
                </a:lnTo>
                <a:cubicBezTo>
                  <a:pt x="656" y="569"/>
                  <a:pt x="690" y="535"/>
                  <a:pt x="690" y="494"/>
                </a:cubicBezTo>
                <a:cubicBezTo>
                  <a:pt x="690" y="314"/>
                  <a:pt x="690" y="314"/>
                  <a:pt x="690" y="314"/>
                </a:cubicBezTo>
                <a:cubicBezTo>
                  <a:pt x="690" y="272"/>
                  <a:pt x="656" y="239"/>
                  <a:pt x="615" y="239"/>
                </a:cubicBezTo>
                <a:close/>
                <a:moveTo>
                  <a:pt x="34" y="151"/>
                </a:moveTo>
                <a:lnTo>
                  <a:pt x="34" y="151"/>
                </a:lnTo>
                <a:cubicBezTo>
                  <a:pt x="31" y="146"/>
                  <a:pt x="31" y="140"/>
                  <a:pt x="31" y="135"/>
                </a:cubicBezTo>
                <a:cubicBezTo>
                  <a:pt x="31" y="116"/>
                  <a:pt x="41" y="102"/>
                  <a:pt x="56" y="94"/>
                </a:cubicBezTo>
                <a:cubicBezTo>
                  <a:pt x="59" y="93"/>
                  <a:pt x="62" y="88"/>
                  <a:pt x="63" y="84"/>
                </a:cubicBezTo>
                <a:cubicBezTo>
                  <a:pt x="72" y="53"/>
                  <a:pt x="101" y="29"/>
                  <a:pt x="135" y="29"/>
                </a:cubicBezTo>
                <a:cubicBezTo>
                  <a:pt x="169" y="29"/>
                  <a:pt x="195" y="50"/>
                  <a:pt x="205" y="80"/>
                </a:cubicBezTo>
                <a:cubicBezTo>
                  <a:pt x="208" y="86"/>
                  <a:pt x="214" y="90"/>
                  <a:pt x="219" y="90"/>
                </a:cubicBezTo>
                <a:cubicBezTo>
                  <a:pt x="231" y="90"/>
                  <a:pt x="231" y="90"/>
                  <a:pt x="231" y="90"/>
                </a:cubicBezTo>
                <a:cubicBezTo>
                  <a:pt x="238" y="90"/>
                  <a:pt x="243" y="86"/>
                  <a:pt x="245" y="80"/>
                </a:cubicBezTo>
                <a:cubicBezTo>
                  <a:pt x="256" y="50"/>
                  <a:pt x="283" y="29"/>
                  <a:pt x="315" y="29"/>
                </a:cubicBezTo>
                <a:cubicBezTo>
                  <a:pt x="348" y="29"/>
                  <a:pt x="375" y="50"/>
                  <a:pt x="385" y="80"/>
                </a:cubicBezTo>
                <a:cubicBezTo>
                  <a:pt x="388" y="86"/>
                  <a:pt x="393" y="90"/>
                  <a:pt x="399" y="90"/>
                </a:cubicBezTo>
                <a:cubicBezTo>
                  <a:pt x="410" y="90"/>
                  <a:pt x="410" y="90"/>
                  <a:pt x="410" y="90"/>
                </a:cubicBezTo>
                <a:cubicBezTo>
                  <a:pt x="417" y="90"/>
                  <a:pt x="423" y="86"/>
                  <a:pt x="424" y="80"/>
                </a:cubicBezTo>
                <a:cubicBezTo>
                  <a:pt x="436" y="50"/>
                  <a:pt x="462" y="29"/>
                  <a:pt x="495" y="29"/>
                </a:cubicBezTo>
                <a:cubicBezTo>
                  <a:pt x="530" y="29"/>
                  <a:pt x="558" y="53"/>
                  <a:pt x="568" y="84"/>
                </a:cubicBezTo>
                <a:cubicBezTo>
                  <a:pt x="568" y="88"/>
                  <a:pt x="570" y="93"/>
                  <a:pt x="575" y="94"/>
                </a:cubicBezTo>
                <a:cubicBezTo>
                  <a:pt x="590" y="102"/>
                  <a:pt x="600" y="116"/>
                  <a:pt x="600" y="135"/>
                </a:cubicBezTo>
                <a:cubicBezTo>
                  <a:pt x="600" y="140"/>
                  <a:pt x="598" y="146"/>
                  <a:pt x="597" y="151"/>
                </a:cubicBezTo>
                <a:cubicBezTo>
                  <a:pt x="594" y="160"/>
                  <a:pt x="589" y="167"/>
                  <a:pt x="580" y="171"/>
                </a:cubicBezTo>
                <a:cubicBezTo>
                  <a:pt x="573" y="177"/>
                  <a:pt x="563" y="180"/>
                  <a:pt x="554" y="180"/>
                </a:cubicBezTo>
                <a:cubicBezTo>
                  <a:pt x="436" y="180"/>
                  <a:pt x="436" y="180"/>
                  <a:pt x="436" y="180"/>
                </a:cubicBezTo>
                <a:cubicBezTo>
                  <a:pt x="431" y="180"/>
                  <a:pt x="427" y="181"/>
                  <a:pt x="424" y="184"/>
                </a:cubicBezTo>
                <a:cubicBezTo>
                  <a:pt x="421" y="187"/>
                  <a:pt x="420" y="191"/>
                  <a:pt x="420" y="194"/>
                </a:cubicBezTo>
                <a:cubicBezTo>
                  <a:pt x="420" y="359"/>
                  <a:pt x="420" y="359"/>
                  <a:pt x="420" y="359"/>
                </a:cubicBezTo>
                <a:cubicBezTo>
                  <a:pt x="420" y="376"/>
                  <a:pt x="407" y="389"/>
                  <a:pt x="391" y="389"/>
                </a:cubicBezTo>
                <a:cubicBezTo>
                  <a:pt x="374" y="389"/>
                  <a:pt x="360" y="376"/>
                  <a:pt x="360" y="359"/>
                </a:cubicBezTo>
                <a:cubicBezTo>
                  <a:pt x="360" y="194"/>
                  <a:pt x="360" y="194"/>
                  <a:pt x="360" y="194"/>
                </a:cubicBezTo>
                <a:cubicBezTo>
                  <a:pt x="360" y="191"/>
                  <a:pt x="358" y="187"/>
                  <a:pt x="356" y="184"/>
                </a:cubicBezTo>
                <a:cubicBezTo>
                  <a:pt x="353" y="181"/>
                  <a:pt x="350" y="180"/>
                  <a:pt x="346" y="180"/>
                </a:cubicBezTo>
                <a:cubicBezTo>
                  <a:pt x="256" y="180"/>
                  <a:pt x="256" y="180"/>
                  <a:pt x="256" y="180"/>
                </a:cubicBezTo>
                <a:cubicBezTo>
                  <a:pt x="252" y="180"/>
                  <a:pt x="247" y="181"/>
                  <a:pt x="245" y="184"/>
                </a:cubicBezTo>
                <a:cubicBezTo>
                  <a:pt x="242" y="187"/>
                  <a:pt x="240" y="191"/>
                  <a:pt x="240" y="194"/>
                </a:cubicBezTo>
                <a:cubicBezTo>
                  <a:pt x="240" y="299"/>
                  <a:pt x="240" y="299"/>
                  <a:pt x="240" y="299"/>
                </a:cubicBezTo>
                <a:cubicBezTo>
                  <a:pt x="240" y="316"/>
                  <a:pt x="228" y="328"/>
                  <a:pt x="211" y="328"/>
                </a:cubicBezTo>
                <a:cubicBezTo>
                  <a:pt x="194" y="328"/>
                  <a:pt x="180" y="316"/>
                  <a:pt x="180" y="299"/>
                </a:cubicBezTo>
                <a:cubicBezTo>
                  <a:pt x="180" y="194"/>
                  <a:pt x="180" y="194"/>
                  <a:pt x="180" y="194"/>
                </a:cubicBezTo>
                <a:cubicBezTo>
                  <a:pt x="180" y="191"/>
                  <a:pt x="179" y="187"/>
                  <a:pt x="176" y="184"/>
                </a:cubicBezTo>
                <a:cubicBezTo>
                  <a:pt x="173" y="181"/>
                  <a:pt x="170" y="180"/>
                  <a:pt x="166" y="180"/>
                </a:cubicBezTo>
                <a:cubicBezTo>
                  <a:pt x="78" y="180"/>
                  <a:pt x="78" y="180"/>
                  <a:pt x="78" y="180"/>
                </a:cubicBezTo>
                <a:cubicBezTo>
                  <a:pt x="68" y="180"/>
                  <a:pt x="58" y="177"/>
                  <a:pt x="51" y="171"/>
                </a:cubicBezTo>
                <a:cubicBezTo>
                  <a:pt x="42" y="167"/>
                  <a:pt x="37" y="160"/>
                  <a:pt x="34" y="151"/>
                </a:cubicBezTo>
                <a:close/>
                <a:moveTo>
                  <a:pt x="539" y="643"/>
                </a:moveTo>
                <a:lnTo>
                  <a:pt x="539" y="643"/>
                </a:lnTo>
                <a:cubicBezTo>
                  <a:pt x="539" y="668"/>
                  <a:pt x="520" y="688"/>
                  <a:pt x="495" y="688"/>
                </a:cubicBezTo>
                <a:cubicBezTo>
                  <a:pt x="135" y="688"/>
                  <a:pt x="135" y="688"/>
                  <a:pt x="135" y="688"/>
                </a:cubicBezTo>
                <a:cubicBezTo>
                  <a:pt x="111" y="688"/>
                  <a:pt x="90" y="668"/>
                  <a:pt x="90" y="643"/>
                </a:cubicBezTo>
                <a:cubicBezTo>
                  <a:pt x="90" y="209"/>
                  <a:pt x="90" y="209"/>
                  <a:pt x="90" y="209"/>
                </a:cubicBezTo>
                <a:cubicBezTo>
                  <a:pt x="151" y="209"/>
                  <a:pt x="151" y="209"/>
                  <a:pt x="151" y="209"/>
                </a:cubicBezTo>
                <a:cubicBezTo>
                  <a:pt x="151" y="299"/>
                  <a:pt x="151" y="299"/>
                  <a:pt x="151" y="299"/>
                </a:cubicBezTo>
                <a:cubicBezTo>
                  <a:pt x="151" y="333"/>
                  <a:pt x="177" y="359"/>
                  <a:pt x="211" y="359"/>
                </a:cubicBezTo>
                <a:cubicBezTo>
                  <a:pt x="243" y="359"/>
                  <a:pt x="270" y="333"/>
                  <a:pt x="270" y="299"/>
                </a:cubicBezTo>
                <a:cubicBezTo>
                  <a:pt x="270" y="209"/>
                  <a:pt x="270" y="209"/>
                  <a:pt x="270" y="209"/>
                </a:cubicBezTo>
                <a:cubicBezTo>
                  <a:pt x="330" y="209"/>
                  <a:pt x="330" y="209"/>
                  <a:pt x="330" y="209"/>
                </a:cubicBezTo>
                <a:cubicBezTo>
                  <a:pt x="330" y="359"/>
                  <a:pt x="330" y="359"/>
                  <a:pt x="330" y="359"/>
                </a:cubicBezTo>
                <a:cubicBezTo>
                  <a:pt x="330" y="392"/>
                  <a:pt x="357" y="418"/>
                  <a:pt x="391" y="418"/>
                </a:cubicBezTo>
                <a:cubicBezTo>
                  <a:pt x="423" y="418"/>
                  <a:pt x="450" y="392"/>
                  <a:pt x="450" y="359"/>
                </a:cubicBezTo>
                <a:cubicBezTo>
                  <a:pt x="450" y="209"/>
                  <a:pt x="450" y="209"/>
                  <a:pt x="450" y="209"/>
                </a:cubicBezTo>
                <a:cubicBezTo>
                  <a:pt x="539" y="209"/>
                  <a:pt x="539" y="209"/>
                  <a:pt x="539" y="209"/>
                </a:cubicBezTo>
                <a:cubicBezTo>
                  <a:pt x="539" y="254"/>
                  <a:pt x="539" y="254"/>
                  <a:pt x="539" y="254"/>
                </a:cubicBezTo>
                <a:cubicBezTo>
                  <a:pt x="539" y="553"/>
                  <a:pt x="539" y="553"/>
                  <a:pt x="539" y="553"/>
                </a:cubicBezTo>
                <a:lnTo>
                  <a:pt x="539" y="643"/>
                </a:lnTo>
                <a:close/>
                <a:moveTo>
                  <a:pt x="660" y="494"/>
                </a:moveTo>
                <a:lnTo>
                  <a:pt x="660" y="494"/>
                </a:lnTo>
                <a:cubicBezTo>
                  <a:pt x="660" y="518"/>
                  <a:pt x="639" y="539"/>
                  <a:pt x="615" y="539"/>
                </a:cubicBezTo>
                <a:cubicBezTo>
                  <a:pt x="570" y="539"/>
                  <a:pt x="570" y="539"/>
                  <a:pt x="570" y="539"/>
                </a:cubicBezTo>
                <a:cubicBezTo>
                  <a:pt x="570" y="269"/>
                  <a:pt x="570" y="269"/>
                  <a:pt x="570" y="269"/>
                </a:cubicBezTo>
                <a:cubicBezTo>
                  <a:pt x="615" y="269"/>
                  <a:pt x="615" y="269"/>
                  <a:pt x="615" y="269"/>
                </a:cubicBezTo>
                <a:cubicBezTo>
                  <a:pt x="639" y="269"/>
                  <a:pt x="660" y="289"/>
                  <a:pt x="660" y="314"/>
                </a:cubicBezTo>
                <a:lnTo>
                  <a:pt x="660" y="494"/>
                </a:lnTo>
                <a:close/>
              </a:path>
            </a:pathLst>
          </a:custGeom>
          <a:solidFill>
            <a:schemeClr val="accent4"/>
          </a:solidFill>
          <a:ln>
            <a:noFill/>
          </a:ln>
          <a:effectLst/>
        </p:spPr>
        <p:txBody>
          <a:bodyPr wrap="none" anchor="ctr"/>
          <a:lstStyle/>
          <a:p>
            <a:endParaRPr lang="da-DK"/>
          </a:p>
        </p:txBody>
      </p:sp>
      <p:sp>
        <p:nvSpPr>
          <p:cNvPr id="97" name="Freeform 80">
            <a:extLst>
              <a:ext uri="{FF2B5EF4-FFF2-40B4-BE49-F238E27FC236}">
                <a16:creationId xmlns:a16="http://schemas.microsoft.com/office/drawing/2014/main" id="{1E41E9A0-FF59-FCA5-C9B4-2D54588937F8}"/>
              </a:ext>
            </a:extLst>
          </p:cNvPr>
          <p:cNvSpPr>
            <a:spLocks noChangeArrowheads="1"/>
          </p:cNvSpPr>
          <p:nvPr/>
        </p:nvSpPr>
        <p:spPr bwMode="auto">
          <a:xfrm>
            <a:off x="9791303" y="2848645"/>
            <a:ext cx="258762" cy="258763"/>
          </a:xfrm>
          <a:custGeom>
            <a:avLst/>
            <a:gdLst>
              <a:gd name="T0" fmla="*/ 553 w 720"/>
              <a:gd name="T1" fmla="*/ 90 h 717"/>
              <a:gd name="T2" fmla="*/ 553 w 720"/>
              <a:gd name="T3" fmla="*/ 90 h 717"/>
              <a:gd name="T4" fmla="*/ 516 w 720"/>
              <a:gd name="T5" fmla="*/ 95 h 717"/>
              <a:gd name="T6" fmla="*/ 359 w 720"/>
              <a:gd name="T7" fmla="*/ 0 h 717"/>
              <a:gd name="T8" fmla="*/ 200 w 720"/>
              <a:gd name="T9" fmla="*/ 95 h 717"/>
              <a:gd name="T10" fmla="*/ 164 w 720"/>
              <a:gd name="T11" fmla="*/ 90 h 717"/>
              <a:gd name="T12" fmla="*/ 0 w 720"/>
              <a:gd name="T13" fmla="*/ 255 h 717"/>
              <a:gd name="T14" fmla="*/ 91 w 720"/>
              <a:gd name="T15" fmla="*/ 403 h 717"/>
              <a:gd name="T16" fmla="*/ 90 w 720"/>
              <a:gd name="T17" fmla="*/ 403 h 717"/>
              <a:gd name="T18" fmla="*/ 118 w 720"/>
              <a:gd name="T19" fmla="*/ 674 h 717"/>
              <a:gd name="T20" fmla="*/ 118 w 720"/>
              <a:gd name="T21" fmla="*/ 674 h 717"/>
              <a:gd name="T22" fmla="*/ 163 w 720"/>
              <a:gd name="T23" fmla="*/ 716 h 717"/>
              <a:gd name="T24" fmla="*/ 525 w 720"/>
              <a:gd name="T25" fmla="*/ 716 h 717"/>
              <a:gd name="T26" fmla="*/ 570 w 720"/>
              <a:gd name="T27" fmla="*/ 674 h 717"/>
              <a:gd name="T28" fmla="*/ 570 w 720"/>
              <a:gd name="T29" fmla="*/ 674 h 717"/>
              <a:gd name="T30" fmla="*/ 598 w 720"/>
              <a:gd name="T31" fmla="*/ 414 h 717"/>
              <a:gd name="T32" fmla="*/ 719 w 720"/>
              <a:gd name="T33" fmla="*/ 255 h 717"/>
              <a:gd name="T34" fmla="*/ 553 w 720"/>
              <a:gd name="T35" fmla="*/ 90 h 717"/>
              <a:gd name="T36" fmla="*/ 648 w 720"/>
              <a:gd name="T37" fmla="*/ 351 h 717"/>
              <a:gd name="T38" fmla="*/ 648 w 720"/>
              <a:gd name="T39" fmla="*/ 351 h 717"/>
              <a:gd name="T40" fmla="*/ 553 w 720"/>
              <a:gd name="T41" fmla="*/ 390 h 717"/>
              <a:gd name="T42" fmla="*/ 539 w 720"/>
              <a:gd name="T43" fmla="*/ 404 h 717"/>
              <a:gd name="T44" fmla="*/ 553 w 720"/>
              <a:gd name="T45" fmla="*/ 420 h 717"/>
              <a:gd name="T46" fmla="*/ 553 w 720"/>
              <a:gd name="T47" fmla="*/ 420 h 717"/>
              <a:gd name="T48" fmla="*/ 567 w 720"/>
              <a:gd name="T49" fmla="*/ 420 h 717"/>
              <a:gd name="T50" fmla="*/ 540 w 720"/>
              <a:gd name="T51" fmla="*/ 671 h 717"/>
              <a:gd name="T52" fmla="*/ 540 w 720"/>
              <a:gd name="T53" fmla="*/ 671 h 717"/>
              <a:gd name="T54" fmla="*/ 525 w 720"/>
              <a:gd name="T55" fmla="*/ 685 h 717"/>
              <a:gd name="T56" fmla="*/ 163 w 720"/>
              <a:gd name="T57" fmla="*/ 685 h 717"/>
              <a:gd name="T58" fmla="*/ 147 w 720"/>
              <a:gd name="T59" fmla="*/ 671 h 717"/>
              <a:gd name="T60" fmla="*/ 147 w 720"/>
              <a:gd name="T61" fmla="*/ 671 h 717"/>
              <a:gd name="T62" fmla="*/ 120 w 720"/>
              <a:gd name="T63" fmla="*/ 414 h 717"/>
              <a:gd name="T64" fmla="*/ 164 w 720"/>
              <a:gd name="T65" fmla="*/ 420 h 717"/>
              <a:gd name="T66" fmla="*/ 306 w 720"/>
              <a:gd name="T67" fmla="*/ 338 h 717"/>
              <a:gd name="T68" fmla="*/ 300 w 720"/>
              <a:gd name="T69" fmla="*/ 319 h 717"/>
              <a:gd name="T70" fmla="*/ 279 w 720"/>
              <a:gd name="T71" fmla="*/ 323 h 717"/>
              <a:gd name="T72" fmla="*/ 164 w 720"/>
              <a:gd name="T73" fmla="*/ 390 h 717"/>
              <a:gd name="T74" fmla="*/ 68 w 720"/>
              <a:gd name="T75" fmla="*/ 351 h 717"/>
              <a:gd name="T76" fmla="*/ 29 w 720"/>
              <a:gd name="T77" fmla="*/ 255 h 717"/>
              <a:gd name="T78" fmla="*/ 68 w 720"/>
              <a:gd name="T79" fmla="*/ 160 h 717"/>
              <a:gd name="T80" fmla="*/ 164 w 720"/>
              <a:gd name="T81" fmla="*/ 121 h 717"/>
              <a:gd name="T82" fmla="*/ 205 w 720"/>
              <a:gd name="T83" fmla="*/ 128 h 717"/>
              <a:gd name="T84" fmla="*/ 223 w 720"/>
              <a:gd name="T85" fmla="*/ 119 h 717"/>
              <a:gd name="T86" fmla="*/ 359 w 720"/>
              <a:gd name="T87" fmla="*/ 31 h 717"/>
              <a:gd name="T88" fmla="*/ 495 w 720"/>
              <a:gd name="T89" fmla="*/ 119 h 717"/>
              <a:gd name="T90" fmla="*/ 514 w 720"/>
              <a:gd name="T91" fmla="*/ 128 h 717"/>
              <a:gd name="T92" fmla="*/ 553 w 720"/>
              <a:gd name="T93" fmla="*/ 121 h 717"/>
              <a:gd name="T94" fmla="*/ 648 w 720"/>
              <a:gd name="T95" fmla="*/ 160 h 717"/>
              <a:gd name="T96" fmla="*/ 688 w 720"/>
              <a:gd name="T97" fmla="*/ 255 h 717"/>
              <a:gd name="T98" fmla="*/ 648 w 720"/>
              <a:gd name="T99" fmla="*/ 351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20" h="717">
                <a:moveTo>
                  <a:pt x="553" y="90"/>
                </a:moveTo>
                <a:lnTo>
                  <a:pt x="553" y="90"/>
                </a:lnTo>
                <a:cubicBezTo>
                  <a:pt x="540" y="90"/>
                  <a:pt x="529" y="92"/>
                  <a:pt x="516" y="95"/>
                </a:cubicBezTo>
                <a:cubicBezTo>
                  <a:pt x="487" y="39"/>
                  <a:pt x="428" y="0"/>
                  <a:pt x="359" y="0"/>
                </a:cubicBezTo>
                <a:cubicBezTo>
                  <a:pt x="290" y="0"/>
                  <a:pt x="231" y="39"/>
                  <a:pt x="200" y="95"/>
                </a:cubicBezTo>
                <a:cubicBezTo>
                  <a:pt x="189" y="92"/>
                  <a:pt x="177" y="90"/>
                  <a:pt x="164" y="90"/>
                </a:cubicBezTo>
                <a:cubicBezTo>
                  <a:pt x="73" y="90"/>
                  <a:pt x="0" y="164"/>
                  <a:pt x="0" y="255"/>
                </a:cubicBezTo>
                <a:cubicBezTo>
                  <a:pt x="0" y="320"/>
                  <a:pt x="36" y="376"/>
                  <a:pt x="91" y="403"/>
                </a:cubicBezTo>
                <a:cubicBezTo>
                  <a:pt x="90" y="403"/>
                  <a:pt x="90" y="403"/>
                  <a:pt x="90" y="403"/>
                </a:cubicBezTo>
                <a:cubicBezTo>
                  <a:pt x="118" y="674"/>
                  <a:pt x="118" y="674"/>
                  <a:pt x="118" y="674"/>
                </a:cubicBezTo>
                <a:lnTo>
                  <a:pt x="118" y="674"/>
                </a:lnTo>
                <a:cubicBezTo>
                  <a:pt x="119" y="698"/>
                  <a:pt x="139" y="716"/>
                  <a:pt x="163" y="716"/>
                </a:cubicBezTo>
                <a:cubicBezTo>
                  <a:pt x="525" y="716"/>
                  <a:pt x="525" y="716"/>
                  <a:pt x="525" y="716"/>
                </a:cubicBezTo>
                <a:cubicBezTo>
                  <a:pt x="549" y="716"/>
                  <a:pt x="568" y="698"/>
                  <a:pt x="570" y="674"/>
                </a:cubicBezTo>
                <a:lnTo>
                  <a:pt x="570" y="674"/>
                </a:lnTo>
                <a:cubicBezTo>
                  <a:pt x="598" y="414"/>
                  <a:pt x="598" y="414"/>
                  <a:pt x="598" y="414"/>
                </a:cubicBezTo>
                <a:cubicBezTo>
                  <a:pt x="667" y="394"/>
                  <a:pt x="719" y="331"/>
                  <a:pt x="719" y="255"/>
                </a:cubicBezTo>
                <a:cubicBezTo>
                  <a:pt x="719" y="164"/>
                  <a:pt x="644" y="90"/>
                  <a:pt x="553" y="90"/>
                </a:cubicBezTo>
                <a:close/>
                <a:moveTo>
                  <a:pt x="648" y="351"/>
                </a:moveTo>
                <a:lnTo>
                  <a:pt x="648" y="351"/>
                </a:lnTo>
                <a:cubicBezTo>
                  <a:pt x="624" y="375"/>
                  <a:pt x="591" y="390"/>
                  <a:pt x="553" y="390"/>
                </a:cubicBezTo>
                <a:cubicBezTo>
                  <a:pt x="546" y="390"/>
                  <a:pt x="539" y="397"/>
                  <a:pt x="539" y="404"/>
                </a:cubicBezTo>
                <a:cubicBezTo>
                  <a:pt x="539" y="413"/>
                  <a:pt x="546" y="420"/>
                  <a:pt x="553" y="420"/>
                </a:cubicBezTo>
                <a:lnTo>
                  <a:pt x="553" y="420"/>
                </a:lnTo>
                <a:cubicBezTo>
                  <a:pt x="558" y="420"/>
                  <a:pt x="563" y="420"/>
                  <a:pt x="567" y="420"/>
                </a:cubicBezTo>
                <a:cubicBezTo>
                  <a:pt x="540" y="671"/>
                  <a:pt x="540" y="671"/>
                  <a:pt x="540" y="671"/>
                </a:cubicBezTo>
                <a:lnTo>
                  <a:pt x="540" y="671"/>
                </a:lnTo>
                <a:cubicBezTo>
                  <a:pt x="540" y="679"/>
                  <a:pt x="533" y="685"/>
                  <a:pt x="525" y="685"/>
                </a:cubicBezTo>
                <a:cubicBezTo>
                  <a:pt x="163" y="685"/>
                  <a:pt x="163" y="685"/>
                  <a:pt x="163" y="685"/>
                </a:cubicBezTo>
                <a:cubicBezTo>
                  <a:pt x="154" y="685"/>
                  <a:pt x="147" y="679"/>
                  <a:pt x="147" y="671"/>
                </a:cubicBezTo>
                <a:lnTo>
                  <a:pt x="147" y="671"/>
                </a:lnTo>
                <a:cubicBezTo>
                  <a:pt x="120" y="414"/>
                  <a:pt x="120" y="414"/>
                  <a:pt x="120" y="414"/>
                </a:cubicBezTo>
                <a:cubicBezTo>
                  <a:pt x="134" y="418"/>
                  <a:pt x="148" y="420"/>
                  <a:pt x="164" y="420"/>
                </a:cubicBezTo>
                <a:cubicBezTo>
                  <a:pt x="224" y="420"/>
                  <a:pt x="276" y="387"/>
                  <a:pt x="306" y="338"/>
                </a:cubicBezTo>
                <a:cubicBezTo>
                  <a:pt x="310" y="331"/>
                  <a:pt x="307" y="323"/>
                  <a:pt x="300" y="319"/>
                </a:cubicBezTo>
                <a:cubicBezTo>
                  <a:pt x="293" y="314"/>
                  <a:pt x="283" y="316"/>
                  <a:pt x="279" y="323"/>
                </a:cubicBezTo>
                <a:cubicBezTo>
                  <a:pt x="257" y="363"/>
                  <a:pt x="213" y="390"/>
                  <a:pt x="164" y="390"/>
                </a:cubicBezTo>
                <a:cubicBezTo>
                  <a:pt x="127" y="390"/>
                  <a:pt x="94" y="375"/>
                  <a:pt x="68" y="351"/>
                </a:cubicBezTo>
                <a:cubicBezTo>
                  <a:pt x="45" y="326"/>
                  <a:pt x="29" y="292"/>
                  <a:pt x="29" y="255"/>
                </a:cubicBezTo>
                <a:cubicBezTo>
                  <a:pt x="29" y="217"/>
                  <a:pt x="45" y="184"/>
                  <a:pt x="68" y="160"/>
                </a:cubicBezTo>
                <a:cubicBezTo>
                  <a:pt x="94" y="136"/>
                  <a:pt x="127" y="121"/>
                  <a:pt x="164" y="121"/>
                </a:cubicBezTo>
                <a:cubicBezTo>
                  <a:pt x="178" y="121"/>
                  <a:pt x="191" y="123"/>
                  <a:pt x="205" y="128"/>
                </a:cubicBezTo>
                <a:cubicBezTo>
                  <a:pt x="212" y="129"/>
                  <a:pt x="219" y="126"/>
                  <a:pt x="223" y="119"/>
                </a:cubicBezTo>
                <a:cubicBezTo>
                  <a:pt x="245" y="67"/>
                  <a:pt x="297" y="31"/>
                  <a:pt x="359" y="31"/>
                </a:cubicBezTo>
                <a:cubicBezTo>
                  <a:pt x="419" y="31"/>
                  <a:pt x="471" y="67"/>
                  <a:pt x="495" y="119"/>
                </a:cubicBezTo>
                <a:cubicBezTo>
                  <a:pt x="498" y="126"/>
                  <a:pt x="507" y="129"/>
                  <a:pt x="514" y="128"/>
                </a:cubicBezTo>
                <a:cubicBezTo>
                  <a:pt x="526" y="123"/>
                  <a:pt x="540" y="121"/>
                  <a:pt x="553" y="121"/>
                </a:cubicBezTo>
                <a:cubicBezTo>
                  <a:pt x="591" y="121"/>
                  <a:pt x="624" y="136"/>
                  <a:pt x="648" y="160"/>
                </a:cubicBezTo>
                <a:cubicBezTo>
                  <a:pt x="674" y="184"/>
                  <a:pt x="688" y="217"/>
                  <a:pt x="688" y="255"/>
                </a:cubicBezTo>
                <a:cubicBezTo>
                  <a:pt x="688" y="292"/>
                  <a:pt x="674" y="326"/>
                  <a:pt x="648" y="351"/>
                </a:cubicBezTo>
                <a:close/>
              </a:path>
            </a:pathLst>
          </a:custGeom>
          <a:solidFill>
            <a:schemeClr val="accent4"/>
          </a:solidFill>
          <a:ln>
            <a:noFill/>
          </a:ln>
          <a:effectLst/>
        </p:spPr>
        <p:txBody>
          <a:bodyPr wrap="none" anchor="ctr"/>
          <a:lstStyle/>
          <a:p>
            <a:endParaRPr lang="da-DK"/>
          </a:p>
        </p:txBody>
      </p:sp>
      <p:sp>
        <p:nvSpPr>
          <p:cNvPr id="98" name="Freeform 81">
            <a:extLst>
              <a:ext uri="{FF2B5EF4-FFF2-40B4-BE49-F238E27FC236}">
                <a16:creationId xmlns:a16="http://schemas.microsoft.com/office/drawing/2014/main" id="{786CFD20-8A9A-DC61-6E65-232013E4310C}"/>
              </a:ext>
            </a:extLst>
          </p:cNvPr>
          <p:cNvSpPr>
            <a:spLocks noChangeArrowheads="1"/>
          </p:cNvSpPr>
          <p:nvPr/>
        </p:nvSpPr>
        <p:spPr bwMode="auto">
          <a:xfrm>
            <a:off x="9284890" y="2848645"/>
            <a:ext cx="233363" cy="258762"/>
          </a:xfrm>
          <a:custGeom>
            <a:avLst/>
            <a:gdLst>
              <a:gd name="T0" fmla="*/ 631 w 650"/>
              <a:gd name="T1" fmla="*/ 324 h 720"/>
              <a:gd name="T2" fmla="*/ 584 w 650"/>
              <a:gd name="T3" fmla="*/ 178 h 720"/>
              <a:gd name="T4" fmla="*/ 457 w 650"/>
              <a:gd name="T5" fmla="*/ 126 h 720"/>
              <a:gd name="T6" fmla="*/ 455 w 650"/>
              <a:gd name="T7" fmla="*/ 126 h 720"/>
              <a:gd name="T8" fmla="*/ 447 w 650"/>
              <a:gd name="T9" fmla="*/ 125 h 720"/>
              <a:gd name="T10" fmla="*/ 354 w 650"/>
              <a:gd name="T11" fmla="*/ 168 h 720"/>
              <a:gd name="T12" fmla="*/ 337 w 650"/>
              <a:gd name="T13" fmla="*/ 181 h 720"/>
              <a:gd name="T14" fmla="*/ 326 w 650"/>
              <a:gd name="T15" fmla="*/ 81 h 720"/>
              <a:gd name="T16" fmla="*/ 291 w 650"/>
              <a:gd name="T17" fmla="*/ 34 h 720"/>
              <a:gd name="T18" fmla="*/ 194 w 650"/>
              <a:gd name="T19" fmla="*/ 0 h 720"/>
              <a:gd name="T20" fmla="*/ 194 w 650"/>
              <a:gd name="T21" fmla="*/ 31 h 720"/>
              <a:gd name="T22" fmla="*/ 194 w 650"/>
              <a:gd name="T23" fmla="*/ 31 h 720"/>
              <a:gd name="T24" fmla="*/ 273 w 650"/>
              <a:gd name="T25" fmla="*/ 58 h 720"/>
              <a:gd name="T26" fmla="*/ 309 w 650"/>
              <a:gd name="T27" fmla="*/ 157 h 720"/>
              <a:gd name="T28" fmla="*/ 306 w 650"/>
              <a:gd name="T29" fmla="*/ 177 h 720"/>
              <a:gd name="T30" fmla="*/ 201 w 650"/>
              <a:gd name="T31" fmla="*/ 125 h 720"/>
              <a:gd name="T32" fmla="*/ 65 w 650"/>
              <a:gd name="T33" fmla="*/ 178 h 720"/>
              <a:gd name="T34" fmla="*/ 0 w 650"/>
              <a:gd name="T35" fmla="*/ 362 h 720"/>
              <a:gd name="T36" fmla="*/ 120 w 650"/>
              <a:gd name="T37" fmla="*/ 663 h 720"/>
              <a:gd name="T38" fmla="*/ 219 w 650"/>
              <a:gd name="T39" fmla="*/ 717 h 720"/>
              <a:gd name="T40" fmla="*/ 321 w 650"/>
              <a:gd name="T41" fmla="*/ 699 h 720"/>
              <a:gd name="T42" fmla="*/ 374 w 650"/>
              <a:gd name="T43" fmla="*/ 709 h 720"/>
              <a:gd name="T44" fmla="*/ 464 w 650"/>
              <a:gd name="T45" fmla="*/ 712 h 720"/>
              <a:gd name="T46" fmla="*/ 614 w 650"/>
              <a:gd name="T47" fmla="*/ 529 h 720"/>
              <a:gd name="T48" fmla="*/ 646 w 650"/>
              <a:gd name="T49" fmla="*/ 322 h 720"/>
              <a:gd name="T50" fmla="*/ 563 w 650"/>
              <a:gd name="T51" fmla="*/ 564 h 720"/>
              <a:gd name="T52" fmla="*/ 509 w 650"/>
              <a:gd name="T53" fmla="*/ 642 h 720"/>
              <a:gd name="T54" fmla="*/ 427 w 650"/>
              <a:gd name="T55" fmla="*/ 688 h 720"/>
              <a:gd name="T56" fmla="*/ 325 w 650"/>
              <a:gd name="T57" fmla="*/ 670 h 720"/>
              <a:gd name="T58" fmla="*/ 263 w 650"/>
              <a:gd name="T59" fmla="*/ 680 h 720"/>
              <a:gd name="T60" fmla="*/ 197 w 650"/>
              <a:gd name="T61" fmla="*/ 684 h 720"/>
              <a:gd name="T62" fmla="*/ 64 w 650"/>
              <a:gd name="T63" fmla="*/ 517 h 720"/>
              <a:gd name="T64" fmla="*/ 33 w 650"/>
              <a:gd name="T65" fmla="*/ 326 h 720"/>
              <a:gd name="T66" fmla="*/ 196 w 650"/>
              <a:gd name="T67" fmla="*/ 156 h 720"/>
              <a:gd name="T68" fmla="*/ 233 w 650"/>
              <a:gd name="T69" fmla="*/ 163 h 720"/>
              <a:gd name="T70" fmla="*/ 297 w 650"/>
              <a:gd name="T71" fmla="*/ 206 h 720"/>
              <a:gd name="T72" fmla="*/ 325 w 650"/>
              <a:gd name="T73" fmla="*/ 213 h 720"/>
              <a:gd name="T74" fmla="*/ 360 w 650"/>
              <a:gd name="T75" fmla="*/ 202 h 720"/>
              <a:gd name="T76" fmla="*/ 447 w 650"/>
              <a:gd name="T77" fmla="*/ 156 h 720"/>
              <a:gd name="T78" fmla="*/ 454 w 650"/>
              <a:gd name="T79" fmla="*/ 156 h 720"/>
              <a:gd name="T80" fmla="*/ 617 w 650"/>
              <a:gd name="T81" fmla="*/ 326 h 720"/>
              <a:gd name="T82" fmla="*/ 620 w 650"/>
              <a:gd name="T83" fmla="*/ 362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650" h="720">
                <a:moveTo>
                  <a:pt x="631" y="324"/>
                </a:moveTo>
                <a:lnTo>
                  <a:pt x="631" y="324"/>
                </a:lnTo>
                <a:cubicBezTo>
                  <a:pt x="646" y="322"/>
                  <a:pt x="646" y="322"/>
                  <a:pt x="646" y="322"/>
                </a:cubicBezTo>
                <a:cubicBezTo>
                  <a:pt x="638" y="258"/>
                  <a:pt x="617" y="211"/>
                  <a:pt x="584" y="178"/>
                </a:cubicBezTo>
                <a:cubicBezTo>
                  <a:pt x="552" y="146"/>
                  <a:pt x="507" y="129"/>
                  <a:pt x="457" y="126"/>
                </a:cubicBezTo>
                <a:lnTo>
                  <a:pt x="457" y="126"/>
                </a:lnTo>
                <a:lnTo>
                  <a:pt x="457" y="126"/>
                </a:lnTo>
                <a:cubicBezTo>
                  <a:pt x="457" y="126"/>
                  <a:pt x="457" y="126"/>
                  <a:pt x="455" y="126"/>
                </a:cubicBezTo>
                <a:lnTo>
                  <a:pt x="455" y="126"/>
                </a:lnTo>
                <a:cubicBezTo>
                  <a:pt x="453" y="125"/>
                  <a:pt x="450" y="125"/>
                  <a:pt x="447" y="125"/>
                </a:cubicBezTo>
                <a:cubicBezTo>
                  <a:pt x="430" y="125"/>
                  <a:pt x="415" y="129"/>
                  <a:pt x="402" y="136"/>
                </a:cubicBezTo>
                <a:cubicBezTo>
                  <a:pt x="382" y="146"/>
                  <a:pt x="367" y="159"/>
                  <a:pt x="354" y="168"/>
                </a:cubicBezTo>
                <a:cubicBezTo>
                  <a:pt x="349" y="174"/>
                  <a:pt x="343" y="178"/>
                  <a:pt x="339" y="181"/>
                </a:cubicBezTo>
                <a:cubicBezTo>
                  <a:pt x="337" y="181"/>
                  <a:pt x="337" y="181"/>
                  <a:pt x="337" y="181"/>
                </a:cubicBezTo>
                <a:cubicBezTo>
                  <a:pt x="339" y="174"/>
                  <a:pt x="339" y="166"/>
                  <a:pt x="339" y="157"/>
                </a:cubicBezTo>
                <a:cubicBezTo>
                  <a:pt x="339" y="135"/>
                  <a:pt x="336" y="108"/>
                  <a:pt x="326" y="81"/>
                </a:cubicBezTo>
                <a:lnTo>
                  <a:pt x="326" y="81"/>
                </a:lnTo>
                <a:cubicBezTo>
                  <a:pt x="318" y="62"/>
                  <a:pt x="305" y="46"/>
                  <a:pt x="291" y="34"/>
                </a:cubicBezTo>
                <a:cubicBezTo>
                  <a:pt x="270" y="17"/>
                  <a:pt x="246" y="8"/>
                  <a:pt x="228" y="4"/>
                </a:cubicBezTo>
                <a:cubicBezTo>
                  <a:pt x="208" y="0"/>
                  <a:pt x="196" y="0"/>
                  <a:pt x="194" y="0"/>
                </a:cubicBezTo>
                <a:cubicBezTo>
                  <a:pt x="186" y="0"/>
                  <a:pt x="180" y="7"/>
                  <a:pt x="180" y="15"/>
                </a:cubicBezTo>
                <a:cubicBezTo>
                  <a:pt x="180" y="24"/>
                  <a:pt x="186" y="31"/>
                  <a:pt x="194" y="31"/>
                </a:cubicBezTo>
                <a:lnTo>
                  <a:pt x="194" y="31"/>
                </a:lnTo>
                <a:lnTo>
                  <a:pt x="194" y="31"/>
                </a:lnTo>
                <a:cubicBezTo>
                  <a:pt x="196" y="31"/>
                  <a:pt x="218" y="31"/>
                  <a:pt x="240" y="39"/>
                </a:cubicBezTo>
                <a:cubicBezTo>
                  <a:pt x="252" y="44"/>
                  <a:pt x="263" y="49"/>
                  <a:pt x="273" y="58"/>
                </a:cubicBezTo>
                <a:cubicBezTo>
                  <a:pt x="284" y="67"/>
                  <a:pt x="292" y="77"/>
                  <a:pt x="298" y="93"/>
                </a:cubicBezTo>
                <a:cubicBezTo>
                  <a:pt x="306" y="115"/>
                  <a:pt x="309" y="138"/>
                  <a:pt x="309" y="157"/>
                </a:cubicBezTo>
                <a:cubicBezTo>
                  <a:pt x="309" y="164"/>
                  <a:pt x="309" y="173"/>
                  <a:pt x="308" y="178"/>
                </a:cubicBezTo>
                <a:cubicBezTo>
                  <a:pt x="308" y="178"/>
                  <a:pt x="306" y="178"/>
                  <a:pt x="306" y="177"/>
                </a:cubicBezTo>
                <a:cubicBezTo>
                  <a:pt x="295" y="170"/>
                  <a:pt x="281" y="157"/>
                  <a:pt x="266" y="146"/>
                </a:cubicBezTo>
                <a:cubicBezTo>
                  <a:pt x="249" y="135"/>
                  <a:pt x="228" y="125"/>
                  <a:pt x="201" y="125"/>
                </a:cubicBezTo>
                <a:cubicBezTo>
                  <a:pt x="198" y="125"/>
                  <a:pt x="196" y="125"/>
                  <a:pt x="193" y="126"/>
                </a:cubicBezTo>
                <a:cubicBezTo>
                  <a:pt x="142" y="129"/>
                  <a:pt x="99" y="146"/>
                  <a:pt x="65" y="178"/>
                </a:cubicBezTo>
                <a:cubicBezTo>
                  <a:pt x="33" y="212"/>
                  <a:pt x="12" y="258"/>
                  <a:pt x="3" y="322"/>
                </a:cubicBezTo>
                <a:cubicBezTo>
                  <a:pt x="2" y="336"/>
                  <a:pt x="0" y="350"/>
                  <a:pt x="0" y="362"/>
                </a:cubicBezTo>
                <a:cubicBezTo>
                  <a:pt x="0" y="437"/>
                  <a:pt x="26" y="515"/>
                  <a:pt x="61" y="578"/>
                </a:cubicBezTo>
                <a:cubicBezTo>
                  <a:pt x="78" y="611"/>
                  <a:pt x="99" y="639"/>
                  <a:pt x="120" y="663"/>
                </a:cubicBezTo>
                <a:cubicBezTo>
                  <a:pt x="141" y="685"/>
                  <a:pt x="163" y="702"/>
                  <a:pt x="187" y="712"/>
                </a:cubicBezTo>
                <a:cubicBezTo>
                  <a:pt x="198" y="716"/>
                  <a:pt x="210" y="717"/>
                  <a:pt x="219" y="717"/>
                </a:cubicBezTo>
                <a:cubicBezTo>
                  <a:pt x="238" y="717"/>
                  <a:pt x="255" y="713"/>
                  <a:pt x="271" y="708"/>
                </a:cubicBezTo>
                <a:cubicBezTo>
                  <a:pt x="288" y="703"/>
                  <a:pt x="304" y="699"/>
                  <a:pt x="321" y="699"/>
                </a:cubicBezTo>
                <a:cubicBezTo>
                  <a:pt x="325" y="699"/>
                  <a:pt x="325" y="699"/>
                  <a:pt x="325" y="699"/>
                </a:cubicBezTo>
                <a:cubicBezTo>
                  <a:pt x="340" y="701"/>
                  <a:pt x="357" y="705"/>
                  <a:pt x="374" y="709"/>
                </a:cubicBezTo>
                <a:cubicBezTo>
                  <a:pt x="391" y="713"/>
                  <a:pt x="408" y="719"/>
                  <a:pt x="427" y="719"/>
                </a:cubicBezTo>
                <a:cubicBezTo>
                  <a:pt x="438" y="719"/>
                  <a:pt x="451" y="716"/>
                  <a:pt x="464" y="712"/>
                </a:cubicBezTo>
                <a:cubicBezTo>
                  <a:pt x="486" y="702"/>
                  <a:pt x="509" y="685"/>
                  <a:pt x="530" y="663"/>
                </a:cubicBezTo>
                <a:cubicBezTo>
                  <a:pt x="562" y="628"/>
                  <a:pt x="591" y="581"/>
                  <a:pt x="614" y="529"/>
                </a:cubicBezTo>
                <a:cubicBezTo>
                  <a:pt x="635" y="476"/>
                  <a:pt x="649" y="418"/>
                  <a:pt x="649" y="362"/>
                </a:cubicBezTo>
                <a:cubicBezTo>
                  <a:pt x="649" y="350"/>
                  <a:pt x="648" y="336"/>
                  <a:pt x="646" y="322"/>
                </a:cubicBezTo>
                <a:lnTo>
                  <a:pt x="631" y="324"/>
                </a:lnTo>
                <a:close/>
                <a:moveTo>
                  <a:pt x="563" y="564"/>
                </a:moveTo>
                <a:lnTo>
                  <a:pt x="563" y="564"/>
                </a:lnTo>
                <a:cubicBezTo>
                  <a:pt x="547" y="594"/>
                  <a:pt x="527" y="621"/>
                  <a:pt x="509" y="642"/>
                </a:cubicBezTo>
                <a:cubicBezTo>
                  <a:pt x="489" y="663"/>
                  <a:pt x="469" y="677"/>
                  <a:pt x="453" y="684"/>
                </a:cubicBezTo>
                <a:cubicBezTo>
                  <a:pt x="444" y="687"/>
                  <a:pt x="436" y="688"/>
                  <a:pt x="427" y="688"/>
                </a:cubicBezTo>
                <a:cubicBezTo>
                  <a:pt x="413" y="688"/>
                  <a:pt x="398" y="685"/>
                  <a:pt x="381" y="680"/>
                </a:cubicBezTo>
                <a:cubicBezTo>
                  <a:pt x="364" y="675"/>
                  <a:pt x="346" y="671"/>
                  <a:pt x="325" y="670"/>
                </a:cubicBezTo>
                <a:cubicBezTo>
                  <a:pt x="323" y="670"/>
                  <a:pt x="322" y="670"/>
                  <a:pt x="321" y="670"/>
                </a:cubicBezTo>
                <a:cubicBezTo>
                  <a:pt x="299" y="670"/>
                  <a:pt x="280" y="675"/>
                  <a:pt x="263" y="680"/>
                </a:cubicBezTo>
                <a:cubicBezTo>
                  <a:pt x="247" y="684"/>
                  <a:pt x="232" y="688"/>
                  <a:pt x="219" y="688"/>
                </a:cubicBezTo>
                <a:cubicBezTo>
                  <a:pt x="212" y="688"/>
                  <a:pt x="205" y="687"/>
                  <a:pt x="197" y="684"/>
                </a:cubicBezTo>
                <a:cubicBezTo>
                  <a:pt x="180" y="677"/>
                  <a:pt x="160" y="663"/>
                  <a:pt x="141" y="642"/>
                </a:cubicBezTo>
                <a:cubicBezTo>
                  <a:pt x="113" y="611"/>
                  <a:pt x="85" y="566"/>
                  <a:pt x="64" y="517"/>
                </a:cubicBezTo>
                <a:cubicBezTo>
                  <a:pt x="44" y="468"/>
                  <a:pt x="30" y="414"/>
                  <a:pt x="30" y="362"/>
                </a:cubicBezTo>
                <a:cubicBezTo>
                  <a:pt x="30" y="350"/>
                  <a:pt x="31" y="338"/>
                  <a:pt x="33" y="326"/>
                </a:cubicBezTo>
                <a:cubicBezTo>
                  <a:pt x="41" y="267"/>
                  <a:pt x="59" y="227"/>
                  <a:pt x="86" y="201"/>
                </a:cubicBezTo>
                <a:cubicBezTo>
                  <a:pt x="114" y="174"/>
                  <a:pt x="149" y="159"/>
                  <a:pt x="196" y="156"/>
                </a:cubicBezTo>
                <a:cubicBezTo>
                  <a:pt x="197" y="156"/>
                  <a:pt x="200" y="156"/>
                  <a:pt x="201" y="156"/>
                </a:cubicBezTo>
                <a:cubicBezTo>
                  <a:pt x="214" y="156"/>
                  <a:pt x="224" y="159"/>
                  <a:pt x="233" y="163"/>
                </a:cubicBezTo>
                <a:cubicBezTo>
                  <a:pt x="249" y="170"/>
                  <a:pt x="263" y="181"/>
                  <a:pt x="276" y="192"/>
                </a:cubicBezTo>
                <a:cubicBezTo>
                  <a:pt x="283" y="198"/>
                  <a:pt x="290" y="202"/>
                  <a:pt x="297" y="206"/>
                </a:cubicBezTo>
                <a:cubicBezTo>
                  <a:pt x="304" y="211"/>
                  <a:pt x="312" y="213"/>
                  <a:pt x="322" y="213"/>
                </a:cubicBezTo>
                <a:cubicBezTo>
                  <a:pt x="323" y="213"/>
                  <a:pt x="323" y="213"/>
                  <a:pt x="325" y="213"/>
                </a:cubicBezTo>
                <a:cubicBezTo>
                  <a:pt x="328" y="213"/>
                  <a:pt x="328" y="213"/>
                  <a:pt x="328" y="213"/>
                </a:cubicBezTo>
                <a:cubicBezTo>
                  <a:pt x="340" y="213"/>
                  <a:pt x="350" y="209"/>
                  <a:pt x="360" y="202"/>
                </a:cubicBezTo>
                <a:cubicBezTo>
                  <a:pt x="374" y="192"/>
                  <a:pt x="387" y="181"/>
                  <a:pt x="401" y="171"/>
                </a:cubicBezTo>
                <a:cubicBezTo>
                  <a:pt x="415" y="161"/>
                  <a:pt x="429" y="156"/>
                  <a:pt x="447" y="156"/>
                </a:cubicBezTo>
                <a:cubicBezTo>
                  <a:pt x="448" y="156"/>
                  <a:pt x="451" y="156"/>
                  <a:pt x="454" y="156"/>
                </a:cubicBezTo>
                <a:lnTo>
                  <a:pt x="454" y="156"/>
                </a:lnTo>
                <a:cubicBezTo>
                  <a:pt x="500" y="159"/>
                  <a:pt x="537" y="173"/>
                  <a:pt x="563" y="199"/>
                </a:cubicBezTo>
                <a:cubicBezTo>
                  <a:pt x="590" y="226"/>
                  <a:pt x="608" y="267"/>
                  <a:pt x="617" y="326"/>
                </a:cubicBezTo>
                <a:lnTo>
                  <a:pt x="617" y="326"/>
                </a:lnTo>
                <a:cubicBezTo>
                  <a:pt x="618" y="338"/>
                  <a:pt x="620" y="350"/>
                  <a:pt x="620" y="362"/>
                </a:cubicBezTo>
                <a:cubicBezTo>
                  <a:pt x="620" y="431"/>
                  <a:pt x="596" y="504"/>
                  <a:pt x="563" y="564"/>
                </a:cubicBezTo>
                <a:close/>
              </a:path>
            </a:pathLst>
          </a:custGeom>
          <a:solidFill>
            <a:schemeClr val="accent4"/>
          </a:solidFill>
          <a:ln>
            <a:noFill/>
          </a:ln>
          <a:effectLst/>
        </p:spPr>
        <p:txBody>
          <a:bodyPr wrap="none" anchor="ctr"/>
          <a:lstStyle/>
          <a:p>
            <a:endParaRPr lang="da-DK"/>
          </a:p>
        </p:txBody>
      </p:sp>
      <p:grpSp>
        <p:nvGrpSpPr>
          <p:cNvPr id="99" name="Group 102">
            <a:extLst>
              <a:ext uri="{FF2B5EF4-FFF2-40B4-BE49-F238E27FC236}">
                <a16:creationId xmlns:a16="http://schemas.microsoft.com/office/drawing/2014/main" id="{CAC209AB-E7E0-AA08-2358-C04A8EA1F259}"/>
              </a:ext>
            </a:extLst>
          </p:cNvPr>
          <p:cNvGrpSpPr/>
          <p:nvPr/>
        </p:nvGrpSpPr>
        <p:grpSpPr>
          <a:xfrm>
            <a:off x="8756253" y="2890714"/>
            <a:ext cx="271462" cy="174625"/>
            <a:chOff x="7720013" y="4675188"/>
            <a:chExt cx="271462" cy="174625"/>
          </a:xfrm>
          <a:solidFill>
            <a:schemeClr val="accent4"/>
          </a:solidFill>
        </p:grpSpPr>
        <p:sp>
          <p:nvSpPr>
            <p:cNvPr id="100" name="Freeform 82">
              <a:extLst>
                <a:ext uri="{FF2B5EF4-FFF2-40B4-BE49-F238E27FC236}">
                  <a16:creationId xmlns:a16="http://schemas.microsoft.com/office/drawing/2014/main" id="{F761DAC3-8DD6-99B5-1725-F5D66BF4F25B}"/>
                </a:ext>
              </a:extLst>
            </p:cNvPr>
            <p:cNvSpPr>
              <a:spLocks noChangeArrowheads="1"/>
            </p:cNvSpPr>
            <p:nvPr/>
          </p:nvSpPr>
          <p:spPr bwMode="auto">
            <a:xfrm>
              <a:off x="7720013" y="4675188"/>
              <a:ext cx="271462" cy="158750"/>
            </a:xfrm>
            <a:custGeom>
              <a:avLst/>
              <a:gdLst>
                <a:gd name="T0" fmla="*/ 744 w 754"/>
                <a:gd name="T1" fmla="*/ 154 h 440"/>
                <a:gd name="T2" fmla="*/ 743 w 754"/>
                <a:gd name="T3" fmla="*/ 95 h 440"/>
                <a:gd name="T4" fmla="*/ 559 w 754"/>
                <a:gd name="T5" fmla="*/ 15 h 440"/>
                <a:gd name="T6" fmla="*/ 117 w 754"/>
                <a:gd name="T7" fmla="*/ 33 h 440"/>
                <a:gd name="T8" fmla="*/ 10 w 754"/>
                <a:gd name="T9" fmla="*/ 95 h 440"/>
                <a:gd name="T10" fmla="*/ 7 w 754"/>
                <a:gd name="T11" fmla="*/ 151 h 440"/>
                <a:gd name="T12" fmla="*/ 20 w 754"/>
                <a:gd name="T13" fmla="*/ 193 h 440"/>
                <a:gd name="T14" fmla="*/ 0 w 754"/>
                <a:gd name="T15" fmla="*/ 231 h 440"/>
                <a:gd name="T16" fmla="*/ 9 w 754"/>
                <a:gd name="T17" fmla="*/ 276 h 440"/>
                <a:gd name="T18" fmla="*/ 152 w 754"/>
                <a:gd name="T19" fmla="*/ 339 h 440"/>
                <a:gd name="T20" fmla="*/ 282 w 754"/>
                <a:gd name="T21" fmla="*/ 360 h 440"/>
                <a:gd name="T22" fmla="*/ 438 w 754"/>
                <a:gd name="T23" fmla="*/ 360 h 440"/>
                <a:gd name="T24" fmla="*/ 652 w 754"/>
                <a:gd name="T25" fmla="*/ 328 h 440"/>
                <a:gd name="T26" fmla="*/ 743 w 754"/>
                <a:gd name="T27" fmla="*/ 278 h 440"/>
                <a:gd name="T28" fmla="*/ 747 w 754"/>
                <a:gd name="T29" fmla="*/ 213 h 440"/>
                <a:gd name="T30" fmla="*/ 711 w 754"/>
                <a:gd name="T31" fmla="*/ 185 h 440"/>
                <a:gd name="T32" fmla="*/ 744 w 754"/>
                <a:gd name="T33" fmla="*/ 154 h 440"/>
                <a:gd name="T34" fmla="*/ 100 w 754"/>
                <a:gd name="T35" fmla="*/ 296 h 440"/>
                <a:gd name="T36" fmla="*/ 32 w 754"/>
                <a:gd name="T37" fmla="*/ 259 h 440"/>
                <a:gd name="T38" fmla="*/ 32 w 754"/>
                <a:gd name="T39" fmla="*/ 223 h 440"/>
                <a:gd name="T40" fmla="*/ 46 w 754"/>
                <a:gd name="T41" fmla="*/ 214 h 440"/>
                <a:gd name="T42" fmla="*/ 61 w 754"/>
                <a:gd name="T43" fmla="*/ 196 h 440"/>
                <a:gd name="T44" fmla="*/ 282 w 754"/>
                <a:gd name="T45" fmla="*/ 247 h 440"/>
                <a:gd name="T46" fmla="*/ 100 w 754"/>
                <a:gd name="T47" fmla="*/ 296 h 440"/>
                <a:gd name="T48" fmla="*/ 409 w 754"/>
                <a:gd name="T49" fmla="*/ 360 h 440"/>
                <a:gd name="T50" fmla="*/ 312 w 754"/>
                <a:gd name="T51" fmla="*/ 360 h 440"/>
                <a:gd name="T52" fmla="*/ 299 w 754"/>
                <a:gd name="T53" fmla="*/ 154 h 440"/>
                <a:gd name="T54" fmla="*/ 185 w 754"/>
                <a:gd name="T55" fmla="*/ 136 h 440"/>
                <a:gd name="T56" fmla="*/ 185 w 754"/>
                <a:gd name="T57" fmla="*/ 115 h 440"/>
                <a:gd name="T58" fmla="*/ 376 w 754"/>
                <a:gd name="T59" fmla="*/ 94 h 440"/>
                <a:gd name="T60" fmla="*/ 566 w 754"/>
                <a:gd name="T61" fmla="*/ 115 h 440"/>
                <a:gd name="T62" fmla="*/ 566 w 754"/>
                <a:gd name="T63" fmla="*/ 136 h 440"/>
                <a:gd name="T64" fmla="*/ 423 w 754"/>
                <a:gd name="T65" fmla="*/ 157 h 440"/>
                <a:gd name="T66" fmla="*/ 409 w 754"/>
                <a:gd name="T67" fmla="*/ 360 h 440"/>
                <a:gd name="T68" fmla="*/ 706 w 754"/>
                <a:gd name="T69" fmla="*/ 214 h 440"/>
                <a:gd name="T70" fmla="*/ 715 w 754"/>
                <a:gd name="T71" fmla="*/ 217 h 440"/>
                <a:gd name="T72" fmla="*/ 722 w 754"/>
                <a:gd name="T73" fmla="*/ 234 h 440"/>
                <a:gd name="T74" fmla="*/ 719 w 754"/>
                <a:gd name="T75" fmla="*/ 259 h 440"/>
                <a:gd name="T76" fmla="*/ 579 w 754"/>
                <a:gd name="T77" fmla="*/ 314 h 440"/>
                <a:gd name="T78" fmla="*/ 438 w 754"/>
                <a:gd name="T79" fmla="*/ 248 h 440"/>
                <a:gd name="T80" fmla="*/ 692 w 754"/>
                <a:gd name="T81" fmla="*/ 196 h 440"/>
                <a:gd name="T82" fmla="*/ 706 w 754"/>
                <a:gd name="T83" fmla="*/ 214 h 440"/>
                <a:gd name="T84" fmla="*/ 719 w 754"/>
                <a:gd name="T85" fmla="*/ 137 h 440"/>
                <a:gd name="T86" fmla="*/ 579 w 754"/>
                <a:gd name="T87" fmla="*/ 202 h 440"/>
                <a:gd name="T88" fmla="*/ 438 w 754"/>
                <a:gd name="T89" fmla="*/ 185 h 440"/>
                <a:gd name="T90" fmla="*/ 591 w 754"/>
                <a:gd name="T91" fmla="*/ 154 h 440"/>
                <a:gd name="T92" fmla="*/ 591 w 754"/>
                <a:gd name="T93" fmla="*/ 96 h 440"/>
                <a:gd name="T94" fmla="*/ 560 w 754"/>
                <a:gd name="T95" fmla="*/ 95 h 440"/>
                <a:gd name="T96" fmla="*/ 376 w 754"/>
                <a:gd name="T97" fmla="*/ 63 h 440"/>
                <a:gd name="T98" fmla="*/ 162 w 754"/>
                <a:gd name="T99" fmla="*/ 96 h 440"/>
                <a:gd name="T100" fmla="*/ 162 w 754"/>
                <a:gd name="T101" fmla="*/ 154 h 440"/>
                <a:gd name="T102" fmla="*/ 282 w 754"/>
                <a:gd name="T103" fmla="*/ 184 h 440"/>
                <a:gd name="T104" fmla="*/ 101 w 754"/>
                <a:gd name="T105" fmla="*/ 181 h 440"/>
                <a:gd name="T106" fmla="*/ 34 w 754"/>
                <a:gd name="T107" fmla="*/ 137 h 440"/>
                <a:gd name="T108" fmla="*/ 35 w 754"/>
                <a:gd name="T109" fmla="*/ 112 h 440"/>
                <a:gd name="T110" fmla="*/ 199 w 754"/>
                <a:gd name="T111" fmla="*/ 45 h 440"/>
                <a:gd name="T112" fmla="*/ 628 w 754"/>
                <a:gd name="T113" fmla="*/ 61 h 440"/>
                <a:gd name="T114" fmla="*/ 718 w 754"/>
                <a:gd name="T115" fmla="*/ 112 h 440"/>
                <a:gd name="T116" fmla="*/ 719 w 754"/>
                <a:gd name="T117" fmla="*/ 137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754" h="440">
                  <a:moveTo>
                    <a:pt x="744" y="154"/>
                  </a:moveTo>
                  <a:lnTo>
                    <a:pt x="744" y="154"/>
                  </a:lnTo>
                  <a:cubicBezTo>
                    <a:pt x="750" y="146"/>
                    <a:pt x="753" y="136"/>
                    <a:pt x="753" y="125"/>
                  </a:cubicBezTo>
                  <a:cubicBezTo>
                    <a:pt x="753" y="115"/>
                    <a:pt x="748" y="103"/>
                    <a:pt x="743" y="95"/>
                  </a:cubicBezTo>
                  <a:cubicBezTo>
                    <a:pt x="732" y="78"/>
                    <a:pt x="715" y="66"/>
                    <a:pt x="692" y="54"/>
                  </a:cubicBezTo>
                  <a:cubicBezTo>
                    <a:pt x="659" y="38"/>
                    <a:pt x="612" y="25"/>
                    <a:pt x="559" y="15"/>
                  </a:cubicBezTo>
                  <a:cubicBezTo>
                    <a:pt x="504" y="5"/>
                    <a:pt x="442" y="0"/>
                    <a:pt x="376" y="0"/>
                  </a:cubicBezTo>
                  <a:cubicBezTo>
                    <a:pt x="275" y="0"/>
                    <a:pt x="184" y="12"/>
                    <a:pt x="117" y="33"/>
                  </a:cubicBezTo>
                  <a:cubicBezTo>
                    <a:pt x="83" y="43"/>
                    <a:pt x="55" y="56"/>
                    <a:pt x="34" y="70"/>
                  </a:cubicBezTo>
                  <a:cubicBezTo>
                    <a:pt x="24" y="78"/>
                    <a:pt x="16" y="85"/>
                    <a:pt x="10" y="95"/>
                  </a:cubicBezTo>
                  <a:cubicBezTo>
                    <a:pt x="3" y="103"/>
                    <a:pt x="0" y="115"/>
                    <a:pt x="0" y="125"/>
                  </a:cubicBezTo>
                  <a:cubicBezTo>
                    <a:pt x="0" y="134"/>
                    <a:pt x="3" y="144"/>
                    <a:pt x="7" y="151"/>
                  </a:cubicBezTo>
                  <a:cubicBezTo>
                    <a:pt x="16" y="165"/>
                    <a:pt x="27" y="175"/>
                    <a:pt x="42" y="185"/>
                  </a:cubicBezTo>
                  <a:cubicBezTo>
                    <a:pt x="34" y="186"/>
                    <a:pt x="25" y="188"/>
                    <a:pt x="20" y="193"/>
                  </a:cubicBezTo>
                  <a:cubicBezTo>
                    <a:pt x="14" y="198"/>
                    <a:pt x="10" y="202"/>
                    <a:pt x="7" y="207"/>
                  </a:cubicBezTo>
                  <a:cubicBezTo>
                    <a:pt x="3" y="216"/>
                    <a:pt x="2" y="223"/>
                    <a:pt x="0" y="231"/>
                  </a:cubicBezTo>
                  <a:cubicBezTo>
                    <a:pt x="0" y="238"/>
                    <a:pt x="0" y="245"/>
                    <a:pt x="0" y="251"/>
                  </a:cubicBezTo>
                  <a:cubicBezTo>
                    <a:pt x="0" y="259"/>
                    <a:pt x="3" y="268"/>
                    <a:pt x="9" y="276"/>
                  </a:cubicBezTo>
                  <a:cubicBezTo>
                    <a:pt x="17" y="289"/>
                    <a:pt x="30" y="299"/>
                    <a:pt x="48" y="307"/>
                  </a:cubicBezTo>
                  <a:cubicBezTo>
                    <a:pt x="73" y="320"/>
                    <a:pt x="110" y="331"/>
                    <a:pt x="152" y="339"/>
                  </a:cubicBezTo>
                  <a:cubicBezTo>
                    <a:pt x="190" y="348"/>
                    <a:pt x="235" y="353"/>
                    <a:pt x="282" y="356"/>
                  </a:cubicBezTo>
                  <a:cubicBezTo>
                    <a:pt x="282" y="360"/>
                    <a:pt x="282" y="360"/>
                    <a:pt x="282" y="360"/>
                  </a:cubicBezTo>
                  <a:cubicBezTo>
                    <a:pt x="282" y="404"/>
                    <a:pt x="317" y="439"/>
                    <a:pt x="361" y="439"/>
                  </a:cubicBezTo>
                  <a:cubicBezTo>
                    <a:pt x="403" y="439"/>
                    <a:pt x="438" y="404"/>
                    <a:pt x="438" y="360"/>
                  </a:cubicBezTo>
                  <a:cubicBezTo>
                    <a:pt x="438" y="358"/>
                    <a:pt x="438" y="358"/>
                    <a:pt x="438" y="358"/>
                  </a:cubicBezTo>
                  <a:cubicBezTo>
                    <a:pt x="522" y="355"/>
                    <a:pt x="595" y="344"/>
                    <a:pt x="652" y="328"/>
                  </a:cubicBezTo>
                  <a:cubicBezTo>
                    <a:pt x="680" y="318"/>
                    <a:pt x="704" y="309"/>
                    <a:pt x="722" y="297"/>
                  </a:cubicBezTo>
                  <a:cubicBezTo>
                    <a:pt x="730" y="292"/>
                    <a:pt x="737" y="285"/>
                    <a:pt x="743" y="278"/>
                  </a:cubicBezTo>
                  <a:cubicBezTo>
                    <a:pt x="748" y="269"/>
                    <a:pt x="753" y="261"/>
                    <a:pt x="753" y="251"/>
                  </a:cubicBezTo>
                  <a:cubicBezTo>
                    <a:pt x="753" y="241"/>
                    <a:pt x="753" y="227"/>
                    <a:pt x="747" y="213"/>
                  </a:cubicBezTo>
                  <a:cubicBezTo>
                    <a:pt x="744" y="206"/>
                    <a:pt x="740" y="199"/>
                    <a:pt x="733" y="193"/>
                  </a:cubicBezTo>
                  <a:cubicBezTo>
                    <a:pt x="727" y="188"/>
                    <a:pt x="719" y="186"/>
                    <a:pt x="711" y="185"/>
                  </a:cubicBezTo>
                  <a:cubicBezTo>
                    <a:pt x="715" y="182"/>
                    <a:pt x="719" y="179"/>
                    <a:pt x="722" y="177"/>
                  </a:cubicBezTo>
                  <a:cubicBezTo>
                    <a:pt x="732" y="169"/>
                    <a:pt x="739" y="162"/>
                    <a:pt x="744" y="154"/>
                  </a:cubicBezTo>
                  <a:close/>
                  <a:moveTo>
                    <a:pt x="100" y="296"/>
                  </a:moveTo>
                  <a:lnTo>
                    <a:pt x="100" y="296"/>
                  </a:lnTo>
                  <a:cubicBezTo>
                    <a:pt x="76" y="289"/>
                    <a:pt x="56" y="279"/>
                    <a:pt x="45" y="271"/>
                  </a:cubicBezTo>
                  <a:cubicBezTo>
                    <a:pt x="39" y="266"/>
                    <a:pt x="35" y="262"/>
                    <a:pt x="32" y="259"/>
                  </a:cubicBezTo>
                  <a:cubicBezTo>
                    <a:pt x="31" y="255"/>
                    <a:pt x="30" y="252"/>
                    <a:pt x="30" y="251"/>
                  </a:cubicBezTo>
                  <a:cubicBezTo>
                    <a:pt x="30" y="241"/>
                    <a:pt x="30" y="230"/>
                    <a:pt x="32" y="223"/>
                  </a:cubicBezTo>
                  <a:cubicBezTo>
                    <a:pt x="34" y="220"/>
                    <a:pt x="35" y="219"/>
                    <a:pt x="37" y="217"/>
                  </a:cubicBezTo>
                  <a:cubicBezTo>
                    <a:pt x="38" y="216"/>
                    <a:pt x="41" y="214"/>
                    <a:pt x="46" y="214"/>
                  </a:cubicBezTo>
                  <a:cubicBezTo>
                    <a:pt x="55" y="214"/>
                    <a:pt x="61" y="207"/>
                    <a:pt x="61" y="200"/>
                  </a:cubicBezTo>
                  <a:cubicBezTo>
                    <a:pt x="61" y="198"/>
                    <a:pt x="61" y="196"/>
                    <a:pt x="61" y="196"/>
                  </a:cubicBezTo>
                  <a:cubicBezTo>
                    <a:pt x="84" y="207"/>
                    <a:pt x="115" y="219"/>
                    <a:pt x="150" y="227"/>
                  </a:cubicBezTo>
                  <a:cubicBezTo>
                    <a:pt x="190" y="235"/>
                    <a:pt x="235" y="243"/>
                    <a:pt x="282" y="247"/>
                  </a:cubicBezTo>
                  <a:cubicBezTo>
                    <a:pt x="282" y="327"/>
                    <a:pt x="282" y="327"/>
                    <a:pt x="282" y="327"/>
                  </a:cubicBezTo>
                  <a:cubicBezTo>
                    <a:pt x="209" y="321"/>
                    <a:pt x="145" y="310"/>
                    <a:pt x="100" y="296"/>
                  </a:cubicBezTo>
                  <a:close/>
                  <a:moveTo>
                    <a:pt x="409" y="360"/>
                  </a:moveTo>
                  <a:lnTo>
                    <a:pt x="409" y="360"/>
                  </a:lnTo>
                  <a:cubicBezTo>
                    <a:pt x="409" y="387"/>
                    <a:pt x="386" y="408"/>
                    <a:pt x="361" y="408"/>
                  </a:cubicBezTo>
                  <a:cubicBezTo>
                    <a:pt x="334" y="408"/>
                    <a:pt x="313" y="387"/>
                    <a:pt x="312" y="360"/>
                  </a:cubicBezTo>
                  <a:cubicBezTo>
                    <a:pt x="312" y="169"/>
                    <a:pt x="312" y="169"/>
                    <a:pt x="312" y="169"/>
                  </a:cubicBezTo>
                  <a:cubicBezTo>
                    <a:pt x="312" y="161"/>
                    <a:pt x="306" y="155"/>
                    <a:pt x="299" y="154"/>
                  </a:cubicBezTo>
                  <a:cubicBezTo>
                    <a:pt x="260" y="151"/>
                    <a:pt x="225" y="147"/>
                    <a:pt x="195" y="141"/>
                  </a:cubicBezTo>
                  <a:cubicBezTo>
                    <a:pt x="191" y="140"/>
                    <a:pt x="188" y="139"/>
                    <a:pt x="185" y="136"/>
                  </a:cubicBezTo>
                  <a:cubicBezTo>
                    <a:pt x="184" y="133"/>
                    <a:pt x="183" y="129"/>
                    <a:pt x="183" y="125"/>
                  </a:cubicBezTo>
                  <a:cubicBezTo>
                    <a:pt x="183" y="122"/>
                    <a:pt x="184" y="118"/>
                    <a:pt x="185" y="115"/>
                  </a:cubicBezTo>
                  <a:cubicBezTo>
                    <a:pt x="188" y="112"/>
                    <a:pt x="191" y="111"/>
                    <a:pt x="195" y="109"/>
                  </a:cubicBezTo>
                  <a:cubicBezTo>
                    <a:pt x="243" y="99"/>
                    <a:pt x="303" y="94"/>
                    <a:pt x="376" y="94"/>
                  </a:cubicBezTo>
                  <a:cubicBezTo>
                    <a:pt x="449" y="94"/>
                    <a:pt x="510" y="99"/>
                    <a:pt x="558" y="109"/>
                  </a:cubicBezTo>
                  <a:cubicBezTo>
                    <a:pt x="562" y="111"/>
                    <a:pt x="565" y="112"/>
                    <a:pt x="566" y="115"/>
                  </a:cubicBezTo>
                  <a:cubicBezTo>
                    <a:pt x="569" y="118"/>
                    <a:pt x="570" y="122"/>
                    <a:pt x="570" y="125"/>
                  </a:cubicBezTo>
                  <a:cubicBezTo>
                    <a:pt x="570" y="129"/>
                    <a:pt x="569" y="133"/>
                    <a:pt x="566" y="136"/>
                  </a:cubicBezTo>
                  <a:cubicBezTo>
                    <a:pt x="565" y="139"/>
                    <a:pt x="562" y="140"/>
                    <a:pt x="558" y="141"/>
                  </a:cubicBezTo>
                  <a:cubicBezTo>
                    <a:pt x="520" y="148"/>
                    <a:pt x="475" y="154"/>
                    <a:pt x="423" y="157"/>
                  </a:cubicBezTo>
                  <a:cubicBezTo>
                    <a:pt x="414" y="157"/>
                    <a:pt x="409" y="164"/>
                    <a:pt x="409" y="171"/>
                  </a:cubicBezTo>
                  <a:lnTo>
                    <a:pt x="409" y="360"/>
                  </a:lnTo>
                  <a:close/>
                  <a:moveTo>
                    <a:pt x="706" y="214"/>
                  </a:moveTo>
                  <a:lnTo>
                    <a:pt x="706" y="214"/>
                  </a:lnTo>
                  <a:lnTo>
                    <a:pt x="706" y="214"/>
                  </a:lnTo>
                  <a:cubicBezTo>
                    <a:pt x="712" y="214"/>
                    <a:pt x="713" y="216"/>
                    <a:pt x="715" y="217"/>
                  </a:cubicBezTo>
                  <a:cubicBezTo>
                    <a:pt x="716" y="219"/>
                    <a:pt x="718" y="219"/>
                    <a:pt x="719" y="221"/>
                  </a:cubicBezTo>
                  <a:cubicBezTo>
                    <a:pt x="720" y="224"/>
                    <a:pt x="722" y="228"/>
                    <a:pt x="722" y="234"/>
                  </a:cubicBezTo>
                  <a:cubicBezTo>
                    <a:pt x="722" y="240"/>
                    <a:pt x="722" y="245"/>
                    <a:pt x="722" y="251"/>
                  </a:cubicBezTo>
                  <a:cubicBezTo>
                    <a:pt x="722" y="254"/>
                    <a:pt x="722" y="255"/>
                    <a:pt x="719" y="259"/>
                  </a:cubicBezTo>
                  <a:cubicBezTo>
                    <a:pt x="715" y="266"/>
                    <a:pt x="704" y="275"/>
                    <a:pt x="687" y="283"/>
                  </a:cubicBezTo>
                  <a:cubicBezTo>
                    <a:pt x="661" y="294"/>
                    <a:pt x="624" y="306"/>
                    <a:pt x="579" y="314"/>
                  </a:cubicBezTo>
                  <a:cubicBezTo>
                    <a:pt x="538" y="321"/>
                    <a:pt x="490" y="325"/>
                    <a:pt x="438" y="328"/>
                  </a:cubicBezTo>
                  <a:cubicBezTo>
                    <a:pt x="438" y="248"/>
                    <a:pt x="438" y="248"/>
                    <a:pt x="438" y="248"/>
                  </a:cubicBezTo>
                  <a:cubicBezTo>
                    <a:pt x="522" y="244"/>
                    <a:pt x="597" y="231"/>
                    <a:pt x="652" y="212"/>
                  </a:cubicBezTo>
                  <a:cubicBezTo>
                    <a:pt x="667" y="207"/>
                    <a:pt x="680" y="202"/>
                    <a:pt x="692" y="196"/>
                  </a:cubicBezTo>
                  <a:cubicBezTo>
                    <a:pt x="691" y="198"/>
                    <a:pt x="691" y="199"/>
                    <a:pt x="691" y="200"/>
                  </a:cubicBezTo>
                  <a:cubicBezTo>
                    <a:pt x="691" y="207"/>
                    <a:pt x="698" y="214"/>
                    <a:pt x="706" y="214"/>
                  </a:cubicBezTo>
                  <a:close/>
                  <a:moveTo>
                    <a:pt x="719" y="137"/>
                  </a:moveTo>
                  <a:lnTo>
                    <a:pt x="719" y="137"/>
                  </a:lnTo>
                  <a:cubicBezTo>
                    <a:pt x="713" y="146"/>
                    <a:pt x="702" y="155"/>
                    <a:pt x="685" y="165"/>
                  </a:cubicBezTo>
                  <a:cubicBezTo>
                    <a:pt x="660" y="179"/>
                    <a:pt x="624" y="192"/>
                    <a:pt x="579" y="202"/>
                  </a:cubicBezTo>
                  <a:cubicBezTo>
                    <a:pt x="538" y="210"/>
                    <a:pt x="490" y="216"/>
                    <a:pt x="438" y="219"/>
                  </a:cubicBezTo>
                  <a:cubicBezTo>
                    <a:pt x="438" y="185"/>
                    <a:pt x="438" y="185"/>
                    <a:pt x="438" y="185"/>
                  </a:cubicBezTo>
                  <a:cubicBezTo>
                    <a:pt x="486" y="182"/>
                    <a:pt x="528" y="178"/>
                    <a:pt x="563" y="171"/>
                  </a:cubicBezTo>
                  <a:cubicBezTo>
                    <a:pt x="574" y="168"/>
                    <a:pt x="584" y="162"/>
                    <a:pt x="591" y="154"/>
                  </a:cubicBezTo>
                  <a:cubicBezTo>
                    <a:pt x="597" y="146"/>
                    <a:pt x="600" y="134"/>
                    <a:pt x="600" y="125"/>
                  </a:cubicBezTo>
                  <a:cubicBezTo>
                    <a:pt x="600" y="115"/>
                    <a:pt x="597" y="105"/>
                    <a:pt x="591" y="96"/>
                  </a:cubicBezTo>
                  <a:cubicBezTo>
                    <a:pt x="584" y="88"/>
                    <a:pt x="574" y="82"/>
                    <a:pt x="563" y="80"/>
                  </a:cubicBezTo>
                  <a:cubicBezTo>
                    <a:pt x="560" y="95"/>
                    <a:pt x="560" y="95"/>
                    <a:pt x="560" y="95"/>
                  </a:cubicBezTo>
                  <a:cubicBezTo>
                    <a:pt x="563" y="80"/>
                    <a:pt x="563" y="80"/>
                    <a:pt x="563" y="80"/>
                  </a:cubicBezTo>
                  <a:cubicBezTo>
                    <a:pt x="514" y="70"/>
                    <a:pt x="451" y="63"/>
                    <a:pt x="376" y="63"/>
                  </a:cubicBezTo>
                  <a:cubicBezTo>
                    <a:pt x="302" y="63"/>
                    <a:pt x="239" y="70"/>
                    <a:pt x="190" y="80"/>
                  </a:cubicBezTo>
                  <a:cubicBezTo>
                    <a:pt x="177" y="82"/>
                    <a:pt x="167" y="88"/>
                    <a:pt x="162" y="96"/>
                  </a:cubicBezTo>
                  <a:cubicBezTo>
                    <a:pt x="156" y="105"/>
                    <a:pt x="152" y="115"/>
                    <a:pt x="152" y="125"/>
                  </a:cubicBezTo>
                  <a:cubicBezTo>
                    <a:pt x="152" y="134"/>
                    <a:pt x="156" y="146"/>
                    <a:pt x="162" y="154"/>
                  </a:cubicBezTo>
                  <a:cubicBezTo>
                    <a:pt x="167" y="162"/>
                    <a:pt x="177" y="168"/>
                    <a:pt x="190" y="171"/>
                  </a:cubicBezTo>
                  <a:cubicBezTo>
                    <a:pt x="216" y="177"/>
                    <a:pt x="247" y="181"/>
                    <a:pt x="282" y="184"/>
                  </a:cubicBezTo>
                  <a:cubicBezTo>
                    <a:pt x="282" y="216"/>
                    <a:pt x="282" y="216"/>
                    <a:pt x="282" y="216"/>
                  </a:cubicBezTo>
                  <a:cubicBezTo>
                    <a:pt x="209" y="210"/>
                    <a:pt x="146" y="198"/>
                    <a:pt x="101" y="181"/>
                  </a:cubicBezTo>
                  <a:cubicBezTo>
                    <a:pt x="76" y="171"/>
                    <a:pt x="58" y="161"/>
                    <a:pt x="46" y="151"/>
                  </a:cubicBezTo>
                  <a:cubicBezTo>
                    <a:pt x="39" y="146"/>
                    <a:pt x="35" y="141"/>
                    <a:pt x="34" y="137"/>
                  </a:cubicBezTo>
                  <a:cubicBezTo>
                    <a:pt x="31" y="133"/>
                    <a:pt x="30" y="129"/>
                    <a:pt x="30" y="125"/>
                  </a:cubicBezTo>
                  <a:cubicBezTo>
                    <a:pt x="30" y="120"/>
                    <a:pt x="31" y="116"/>
                    <a:pt x="35" y="112"/>
                  </a:cubicBezTo>
                  <a:cubicBezTo>
                    <a:pt x="41" y="102"/>
                    <a:pt x="53" y="91"/>
                    <a:pt x="73" y="81"/>
                  </a:cubicBezTo>
                  <a:cubicBezTo>
                    <a:pt x="104" y="67"/>
                    <a:pt x="148" y="53"/>
                    <a:pt x="199" y="45"/>
                  </a:cubicBezTo>
                  <a:cubicBezTo>
                    <a:pt x="251" y="36"/>
                    <a:pt x="312" y="30"/>
                    <a:pt x="376" y="30"/>
                  </a:cubicBezTo>
                  <a:cubicBezTo>
                    <a:pt x="475" y="30"/>
                    <a:pt x="563" y="43"/>
                    <a:pt x="628" y="61"/>
                  </a:cubicBezTo>
                  <a:cubicBezTo>
                    <a:pt x="659" y="71"/>
                    <a:pt x="684" y="82"/>
                    <a:pt x="701" y="95"/>
                  </a:cubicBezTo>
                  <a:cubicBezTo>
                    <a:pt x="708" y="101"/>
                    <a:pt x="715" y="106"/>
                    <a:pt x="718" y="112"/>
                  </a:cubicBezTo>
                  <a:cubicBezTo>
                    <a:pt x="722" y="116"/>
                    <a:pt x="722" y="120"/>
                    <a:pt x="722" y="125"/>
                  </a:cubicBezTo>
                  <a:cubicBezTo>
                    <a:pt x="722" y="129"/>
                    <a:pt x="722" y="133"/>
                    <a:pt x="719" y="1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1" name="Freeform 83">
              <a:extLst>
                <a:ext uri="{FF2B5EF4-FFF2-40B4-BE49-F238E27FC236}">
                  <a16:creationId xmlns:a16="http://schemas.microsoft.com/office/drawing/2014/main" id="{FCF60DB6-9061-F6AC-573D-21EC35D97E2F}"/>
                </a:ext>
              </a:extLst>
            </p:cNvPr>
            <p:cNvSpPr>
              <a:spLocks noChangeArrowheads="1"/>
            </p:cNvSpPr>
            <p:nvPr/>
          </p:nvSpPr>
          <p:spPr bwMode="auto">
            <a:xfrm>
              <a:off x="7720013" y="4786313"/>
              <a:ext cx="271462" cy="63500"/>
            </a:xfrm>
            <a:custGeom>
              <a:avLst/>
              <a:gdLst>
                <a:gd name="T0" fmla="*/ 733 w 754"/>
                <a:gd name="T1" fmla="*/ 8 h 176"/>
                <a:gd name="T2" fmla="*/ 733 w 754"/>
                <a:gd name="T3" fmla="*/ 8 h 176"/>
                <a:gd name="T4" fmla="*/ 706 w 754"/>
                <a:gd name="T5" fmla="*/ 0 h 176"/>
                <a:gd name="T6" fmla="*/ 691 w 754"/>
                <a:gd name="T7" fmla="*/ 15 h 176"/>
                <a:gd name="T8" fmla="*/ 706 w 754"/>
                <a:gd name="T9" fmla="*/ 31 h 176"/>
                <a:gd name="T10" fmla="*/ 706 w 754"/>
                <a:gd name="T11" fmla="*/ 31 h 176"/>
                <a:gd name="T12" fmla="*/ 715 w 754"/>
                <a:gd name="T13" fmla="*/ 32 h 176"/>
                <a:gd name="T14" fmla="*/ 719 w 754"/>
                <a:gd name="T15" fmla="*/ 36 h 176"/>
                <a:gd name="T16" fmla="*/ 722 w 754"/>
                <a:gd name="T17" fmla="*/ 50 h 176"/>
                <a:gd name="T18" fmla="*/ 722 w 754"/>
                <a:gd name="T19" fmla="*/ 66 h 176"/>
                <a:gd name="T20" fmla="*/ 718 w 754"/>
                <a:gd name="T21" fmla="*/ 76 h 176"/>
                <a:gd name="T22" fmla="*/ 680 w 754"/>
                <a:gd name="T23" fmla="*/ 101 h 176"/>
                <a:gd name="T24" fmla="*/ 553 w 754"/>
                <a:gd name="T25" fmla="*/ 133 h 176"/>
                <a:gd name="T26" fmla="*/ 376 w 754"/>
                <a:gd name="T27" fmla="*/ 146 h 176"/>
                <a:gd name="T28" fmla="*/ 125 w 754"/>
                <a:gd name="T29" fmla="*/ 119 h 176"/>
                <a:gd name="T30" fmla="*/ 51 w 754"/>
                <a:gd name="T31" fmla="*/ 91 h 176"/>
                <a:gd name="T32" fmla="*/ 34 w 754"/>
                <a:gd name="T33" fmla="*/ 76 h 176"/>
                <a:gd name="T34" fmla="*/ 30 w 754"/>
                <a:gd name="T35" fmla="*/ 66 h 176"/>
                <a:gd name="T36" fmla="*/ 32 w 754"/>
                <a:gd name="T37" fmla="*/ 39 h 176"/>
                <a:gd name="T38" fmla="*/ 37 w 754"/>
                <a:gd name="T39" fmla="*/ 32 h 176"/>
                <a:gd name="T40" fmla="*/ 46 w 754"/>
                <a:gd name="T41" fmla="*/ 31 h 176"/>
                <a:gd name="T42" fmla="*/ 61 w 754"/>
                <a:gd name="T43" fmla="*/ 15 h 176"/>
                <a:gd name="T44" fmla="*/ 46 w 754"/>
                <a:gd name="T45" fmla="*/ 0 h 176"/>
                <a:gd name="T46" fmla="*/ 20 w 754"/>
                <a:gd name="T47" fmla="*/ 8 h 176"/>
                <a:gd name="T48" fmla="*/ 7 w 754"/>
                <a:gd name="T49" fmla="*/ 22 h 176"/>
                <a:gd name="T50" fmla="*/ 0 w 754"/>
                <a:gd name="T51" fmla="*/ 46 h 176"/>
                <a:gd name="T52" fmla="*/ 0 w 754"/>
                <a:gd name="T53" fmla="*/ 66 h 176"/>
                <a:gd name="T54" fmla="*/ 10 w 754"/>
                <a:gd name="T55" fmla="*/ 95 h 176"/>
                <a:gd name="T56" fmla="*/ 61 w 754"/>
                <a:gd name="T57" fmla="*/ 129 h 176"/>
                <a:gd name="T58" fmla="*/ 194 w 754"/>
                <a:gd name="T59" fmla="*/ 163 h 176"/>
                <a:gd name="T60" fmla="*/ 376 w 754"/>
                <a:gd name="T61" fmla="*/ 175 h 176"/>
                <a:gd name="T62" fmla="*/ 635 w 754"/>
                <a:gd name="T63" fmla="*/ 147 h 176"/>
                <a:gd name="T64" fmla="*/ 716 w 754"/>
                <a:gd name="T65" fmla="*/ 116 h 176"/>
                <a:gd name="T66" fmla="*/ 741 w 754"/>
                <a:gd name="T67" fmla="*/ 95 h 176"/>
                <a:gd name="T68" fmla="*/ 753 w 754"/>
                <a:gd name="T69" fmla="*/ 66 h 176"/>
                <a:gd name="T70" fmla="*/ 747 w 754"/>
                <a:gd name="T71" fmla="*/ 28 h 176"/>
                <a:gd name="T72" fmla="*/ 733 w 754"/>
                <a:gd name="T73" fmla="*/ 8 h 1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754" h="176">
                  <a:moveTo>
                    <a:pt x="733" y="8"/>
                  </a:moveTo>
                  <a:lnTo>
                    <a:pt x="733" y="8"/>
                  </a:lnTo>
                  <a:cubicBezTo>
                    <a:pt x="726" y="3"/>
                    <a:pt x="716" y="0"/>
                    <a:pt x="706" y="0"/>
                  </a:cubicBezTo>
                  <a:cubicBezTo>
                    <a:pt x="698" y="0"/>
                    <a:pt x="691" y="7"/>
                    <a:pt x="691" y="15"/>
                  </a:cubicBezTo>
                  <a:cubicBezTo>
                    <a:pt x="691" y="24"/>
                    <a:pt x="698" y="31"/>
                    <a:pt x="706" y="31"/>
                  </a:cubicBezTo>
                  <a:lnTo>
                    <a:pt x="706" y="31"/>
                  </a:lnTo>
                  <a:cubicBezTo>
                    <a:pt x="712" y="31"/>
                    <a:pt x="713" y="32"/>
                    <a:pt x="715" y="32"/>
                  </a:cubicBezTo>
                  <a:cubicBezTo>
                    <a:pt x="716" y="34"/>
                    <a:pt x="718" y="35"/>
                    <a:pt x="719" y="36"/>
                  </a:cubicBezTo>
                  <a:cubicBezTo>
                    <a:pt x="720" y="39"/>
                    <a:pt x="722" y="45"/>
                    <a:pt x="722" y="50"/>
                  </a:cubicBezTo>
                  <a:cubicBezTo>
                    <a:pt x="722" y="55"/>
                    <a:pt x="722" y="62"/>
                    <a:pt x="722" y="66"/>
                  </a:cubicBezTo>
                  <a:cubicBezTo>
                    <a:pt x="722" y="69"/>
                    <a:pt x="722" y="72"/>
                    <a:pt x="718" y="76"/>
                  </a:cubicBezTo>
                  <a:cubicBezTo>
                    <a:pt x="712" y="84"/>
                    <a:pt x="699" y="93"/>
                    <a:pt x="680" y="101"/>
                  </a:cubicBezTo>
                  <a:cubicBezTo>
                    <a:pt x="649" y="115"/>
                    <a:pt x="605" y="126"/>
                    <a:pt x="553" y="133"/>
                  </a:cubicBezTo>
                  <a:cubicBezTo>
                    <a:pt x="501" y="142"/>
                    <a:pt x="441" y="146"/>
                    <a:pt x="376" y="146"/>
                  </a:cubicBezTo>
                  <a:cubicBezTo>
                    <a:pt x="278" y="146"/>
                    <a:pt x="188" y="135"/>
                    <a:pt x="125" y="119"/>
                  </a:cubicBezTo>
                  <a:cubicBezTo>
                    <a:pt x="93" y="111"/>
                    <a:pt x="68" y="101"/>
                    <a:pt x="51" y="91"/>
                  </a:cubicBezTo>
                  <a:cubicBezTo>
                    <a:pt x="42" y="86"/>
                    <a:pt x="37" y="80"/>
                    <a:pt x="34" y="76"/>
                  </a:cubicBezTo>
                  <a:cubicBezTo>
                    <a:pt x="31" y="72"/>
                    <a:pt x="30" y="69"/>
                    <a:pt x="30" y="66"/>
                  </a:cubicBezTo>
                  <a:cubicBezTo>
                    <a:pt x="30" y="57"/>
                    <a:pt x="30" y="45"/>
                    <a:pt x="32" y="39"/>
                  </a:cubicBezTo>
                  <a:cubicBezTo>
                    <a:pt x="34" y="35"/>
                    <a:pt x="35" y="34"/>
                    <a:pt x="37" y="32"/>
                  </a:cubicBezTo>
                  <a:cubicBezTo>
                    <a:pt x="38" y="32"/>
                    <a:pt x="41" y="31"/>
                    <a:pt x="46" y="31"/>
                  </a:cubicBezTo>
                  <a:cubicBezTo>
                    <a:pt x="55" y="31"/>
                    <a:pt x="61" y="24"/>
                    <a:pt x="61" y="15"/>
                  </a:cubicBezTo>
                  <a:cubicBezTo>
                    <a:pt x="61" y="7"/>
                    <a:pt x="55" y="0"/>
                    <a:pt x="46" y="0"/>
                  </a:cubicBezTo>
                  <a:cubicBezTo>
                    <a:pt x="35" y="0"/>
                    <a:pt x="27" y="3"/>
                    <a:pt x="20" y="8"/>
                  </a:cubicBezTo>
                  <a:cubicBezTo>
                    <a:pt x="14" y="13"/>
                    <a:pt x="10" y="18"/>
                    <a:pt x="7" y="22"/>
                  </a:cubicBezTo>
                  <a:cubicBezTo>
                    <a:pt x="3" y="31"/>
                    <a:pt x="2" y="39"/>
                    <a:pt x="0" y="46"/>
                  </a:cubicBezTo>
                  <a:cubicBezTo>
                    <a:pt x="0" y="55"/>
                    <a:pt x="0" y="62"/>
                    <a:pt x="0" y="66"/>
                  </a:cubicBezTo>
                  <a:cubicBezTo>
                    <a:pt x="0" y="77"/>
                    <a:pt x="4" y="87"/>
                    <a:pt x="10" y="95"/>
                  </a:cubicBezTo>
                  <a:cubicBezTo>
                    <a:pt x="21" y="109"/>
                    <a:pt x="39" y="119"/>
                    <a:pt x="61" y="129"/>
                  </a:cubicBezTo>
                  <a:cubicBezTo>
                    <a:pt x="94" y="143"/>
                    <a:pt x="141" y="154"/>
                    <a:pt x="194" y="163"/>
                  </a:cubicBezTo>
                  <a:cubicBezTo>
                    <a:pt x="247" y="171"/>
                    <a:pt x="310" y="175"/>
                    <a:pt x="376" y="175"/>
                  </a:cubicBezTo>
                  <a:cubicBezTo>
                    <a:pt x="478" y="175"/>
                    <a:pt x="569" y="166"/>
                    <a:pt x="635" y="147"/>
                  </a:cubicBezTo>
                  <a:cubicBezTo>
                    <a:pt x="668" y="139"/>
                    <a:pt x="697" y="129"/>
                    <a:pt x="716" y="116"/>
                  </a:cubicBezTo>
                  <a:cubicBezTo>
                    <a:pt x="727" y="109"/>
                    <a:pt x="736" y="102"/>
                    <a:pt x="741" y="95"/>
                  </a:cubicBezTo>
                  <a:cubicBezTo>
                    <a:pt x="748" y="87"/>
                    <a:pt x="753" y="77"/>
                    <a:pt x="753" y="66"/>
                  </a:cubicBezTo>
                  <a:cubicBezTo>
                    <a:pt x="753" y="56"/>
                    <a:pt x="753" y="42"/>
                    <a:pt x="747" y="28"/>
                  </a:cubicBezTo>
                  <a:cubicBezTo>
                    <a:pt x="744" y="21"/>
                    <a:pt x="740" y="14"/>
                    <a:pt x="733" y="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02" name="Freeform 84">
            <a:extLst>
              <a:ext uri="{FF2B5EF4-FFF2-40B4-BE49-F238E27FC236}">
                <a16:creationId xmlns:a16="http://schemas.microsoft.com/office/drawing/2014/main" id="{5FC5F0FD-891C-53FF-73A0-88F358490C0D}"/>
              </a:ext>
            </a:extLst>
          </p:cNvPr>
          <p:cNvSpPr>
            <a:spLocks noChangeArrowheads="1"/>
          </p:cNvSpPr>
          <p:nvPr/>
        </p:nvSpPr>
        <p:spPr bwMode="auto">
          <a:xfrm>
            <a:off x="6832203" y="2320008"/>
            <a:ext cx="111125" cy="320675"/>
          </a:xfrm>
          <a:custGeom>
            <a:avLst/>
            <a:gdLst>
              <a:gd name="T0" fmla="*/ 217 w 307"/>
              <a:gd name="T1" fmla="*/ 198 h 892"/>
              <a:gd name="T2" fmla="*/ 205 w 307"/>
              <a:gd name="T3" fmla="*/ 127 h 892"/>
              <a:gd name="T4" fmla="*/ 279 w 307"/>
              <a:gd name="T5" fmla="*/ 89 h 892"/>
              <a:gd name="T6" fmla="*/ 185 w 307"/>
              <a:gd name="T7" fmla="*/ 105 h 892"/>
              <a:gd name="T8" fmla="*/ 177 w 307"/>
              <a:gd name="T9" fmla="*/ 68 h 892"/>
              <a:gd name="T10" fmla="*/ 227 w 307"/>
              <a:gd name="T11" fmla="*/ 30 h 892"/>
              <a:gd name="T12" fmla="*/ 227 w 307"/>
              <a:gd name="T13" fmla="*/ 0 h 892"/>
              <a:gd name="T14" fmla="*/ 153 w 307"/>
              <a:gd name="T15" fmla="*/ 46 h 892"/>
              <a:gd name="T16" fmla="*/ 78 w 307"/>
              <a:gd name="T17" fmla="*/ 0 h 892"/>
              <a:gd name="T18" fmla="*/ 78 w 307"/>
              <a:gd name="T19" fmla="*/ 30 h 892"/>
              <a:gd name="T20" fmla="*/ 112 w 307"/>
              <a:gd name="T21" fmla="*/ 40 h 892"/>
              <a:gd name="T22" fmla="*/ 136 w 307"/>
              <a:gd name="T23" fmla="*/ 108 h 892"/>
              <a:gd name="T24" fmla="*/ 121 w 307"/>
              <a:gd name="T25" fmla="*/ 105 h 892"/>
              <a:gd name="T26" fmla="*/ 28 w 307"/>
              <a:gd name="T27" fmla="*/ 89 h 892"/>
              <a:gd name="T28" fmla="*/ 42 w 307"/>
              <a:gd name="T29" fmla="*/ 103 h 892"/>
              <a:gd name="T30" fmla="*/ 135 w 307"/>
              <a:gd name="T31" fmla="*/ 198 h 892"/>
              <a:gd name="T32" fmla="*/ 0 w 307"/>
              <a:gd name="T33" fmla="*/ 286 h 892"/>
              <a:gd name="T34" fmla="*/ 0 w 307"/>
              <a:gd name="T35" fmla="*/ 296 h 892"/>
              <a:gd name="T36" fmla="*/ 87 w 307"/>
              <a:gd name="T37" fmla="*/ 869 h 892"/>
              <a:gd name="T38" fmla="*/ 161 w 307"/>
              <a:gd name="T39" fmla="*/ 891 h 892"/>
              <a:gd name="T40" fmla="*/ 250 w 307"/>
              <a:gd name="T41" fmla="*/ 812 h 892"/>
              <a:gd name="T42" fmla="*/ 306 w 307"/>
              <a:gd name="T43" fmla="*/ 296 h 892"/>
              <a:gd name="T44" fmla="*/ 217 w 307"/>
              <a:gd name="T45" fmla="*/ 198 h 892"/>
              <a:gd name="T46" fmla="*/ 219 w 307"/>
              <a:gd name="T47" fmla="*/ 810 h 892"/>
              <a:gd name="T48" fmla="*/ 161 w 307"/>
              <a:gd name="T49" fmla="*/ 862 h 892"/>
              <a:gd name="T50" fmla="*/ 107 w 307"/>
              <a:gd name="T51" fmla="*/ 846 h 892"/>
              <a:gd name="T52" fmla="*/ 55 w 307"/>
              <a:gd name="T53" fmla="*/ 522 h 892"/>
              <a:gd name="T54" fmla="*/ 130 w 307"/>
              <a:gd name="T55" fmla="*/ 508 h 892"/>
              <a:gd name="T56" fmla="*/ 52 w 307"/>
              <a:gd name="T57" fmla="*/ 492 h 892"/>
              <a:gd name="T58" fmla="*/ 36 w 307"/>
              <a:gd name="T59" fmla="*/ 352 h 892"/>
              <a:gd name="T60" fmla="*/ 29 w 307"/>
              <a:gd name="T61" fmla="*/ 293 h 892"/>
              <a:gd name="T62" fmla="*/ 46 w 307"/>
              <a:gd name="T63" fmla="*/ 244 h 892"/>
              <a:gd name="T64" fmla="*/ 217 w 307"/>
              <a:gd name="T65" fmla="*/ 227 h 892"/>
              <a:gd name="T66" fmla="*/ 276 w 307"/>
              <a:gd name="T67" fmla="*/ 286 h 892"/>
              <a:gd name="T68" fmla="*/ 276 w 307"/>
              <a:gd name="T69" fmla="*/ 293 h 892"/>
              <a:gd name="T70" fmla="*/ 267 w 307"/>
              <a:gd name="T71" fmla="*/ 383 h 892"/>
              <a:gd name="T72" fmla="*/ 189 w 307"/>
              <a:gd name="T73" fmla="*/ 381 h 892"/>
              <a:gd name="T74" fmla="*/ 189 w 307"/>
              <a:gd name="T75" fmla="*/ 411 h 892"/>
              <a:gd name="T76" fmla="*/ 219 w 307"/>
              <a:gd name="T77" fmla="*/ 810 h 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307" h="892">
                <a:moveTo>
                  <a:pt x="217" y="198"/>
                </a:moveTo>
                <a:lnTo>
                  <a:pt x="217" y="198"/>
                </a:lnTo>
                <a:cubicBezTo>
                  <a:pt x="173" y="198"/>
                  <a:pt x="173" y="198"/>
                  <a:pt x="173" y="198"/>
                </a:cubicBezTo>
                <a:cubicBezTo>
                  <a:pt x="178" y="164"/>
                  <a:pt x="191" y="141"/>
                  <a:pt x="205" y="127"/>
                </a:cubicBezTo>
                <a:cubicBezTo>
                  <a:pt x="222" y="110"/>
                  <a:pt x="243" y="103"/>
                  <a:pt x="264" y="103"/>
                </a:cubicBezTo>
                <a:cubicBezTo>
                  <a:pt x="272" y="103"/>
                  <a:pt x="279" y="98"/>
                  <a:pt x="279" y="89"/>
                </a:cubicBezTo>
                <a:cubicBezTo>
                  <a:pt x="279" y="81"/>
                  <a:pt x="272" y="74"/>
                  <a:pt x="264" y="74"/>
                </a:cubicBezTo>
                <a:cubicBezTo>
                  <a:pt x="236" y="74"/>
                  <a:pt x="208" y="84"/>
                  <a:pt x="185" y="105"/>
                </a:cubicBezTo>
                <a:cubicBezTo>
                  <a:pt x="180" y="110"/>
                  <a:pt x="174" y="117"/>
                  <a:pt x="168" y="124"/>
                </a:cubicBezTo>
                <a:cubicBezTo>
                  <a:pt x="170" y="103"/>
                  <a:pt x="171" y="84"/>
                  <a:pt x="177" y="68"/>
                </a:cubicBezTo>
                <a:cubicBezTo>
                  <a:pt x="181" y="56"/>
                  <a:pt x="187" y="46"/>
                  <a:pt x="194" y="40"/>
                </a:cubicBezTo>
                <a:cubicBezTo>
                  <a:pt x="201" y="35"/>
                  <a:pt x="210" y="30"/>
                  <a:pt x="227" y="30"/>
                </a:cubicBezTo>
                <a:cubicBezTo>
                  <a:pt x="236" y="30"/>
                  <a:pt x="241" y="23"/>
                  <a:pt x="241" y="15"/>
                </a:cubicBezTo>
                <a:cubicBezTo>
                  <a:pt x="241" y="7"/>
                  <a:pt x="236" y="0"/>
                  <a:pt x="227" y="0"/>
                </a:cubicBezTo>
                <a:cubicBezTo>
                  <a:pt x="206" y="0"/>
                  <a:pt x="188" y="7"/>
                  <a:pt x="175" y="16"/>
                </a:cubicBezTo>
                <a:cubicBezTo>
                  <a:pt x="166" y="25"/>
                  <a:pt x="158" y="35"/>
                  <a:pt x="153" y="46"/>
                </a:cubicBezTo>
                <a:cubicBezTo>
                  <a:pt x="147" y="35"/>
                  <a:pt x="142" y="25"/>
                  <a:pt x="132" y="16"/>
                </a:cubicBezTo>
                <a:cubicBezTo>
                  <a:pt x="118" y="7"/>
                  <a:pt x="100" y="0"/>
                  <a:pt x="78" y="0"/>
                </a:cubicBezTo>
                <a:cubicBezTo>
                  <a:pt x="71" y="0"/>
                  <a:pt x="64" y="7"/>
                  <a:pt x="64" y="15"/>
                </a:cubicBezTo>
                <a:cubicBezTo>
                  <a:pt x="64" y="23"/>
                  <a:pt x="71" y="30"/>
                  <a:pt x="78" y="30"/>
                </a:cubicBezTo>
                <a:lnTo>
                  <a:pt x="78" y="30"/>
                </a:lnTo>
                <a:cubicBezTo>
                  <a:pt x="95" y="30"/>
                  <a:pt x="105" y="35"/>
                  <a:pt x="112" y="40"/>
                </a:cubicBezTo>
                <a:cubicBezTo>
                  <a:pt x="118" y="44"/>
                  <a:pt x="122" y="51"/>
                  <a:pt x="126" y="60"/>
                </a:cubicBezTo>
                <a:cubicBezTo>
                  <a:pt x="132" y="71"/>
                  <a:pt x="135" y="88"/>
                  <a:pt x="136" y="108"/>
                </a:cubicBezTo>
                <a:cubicBezTo>
                  <a:pt x="137" y="112"/>
                  <a:pt x="137" y="119"/>
                  <a:pt x="137" y="123"/>
                </a:cubicBezTo>
                <a:cubicBezTo>
                  <a:pt x="132" y="116"/>
                  <a:pt x="128" y="110"/>
                  <a:pt x="121" y="105"/>
                </a:cubicBezTo>
                <a:cubicBezTo>
                  <a:pt x="98" y="84"/>
                  <a:pt x="70" y="74"/>
                  <a:pt x="42" y="74"/>
                </a:cubicBezTo>
                <a:cubicBezTo>
                  <a:pt x="34" y="74"/>
                  <a:pt x="28" y="81"/>
                  <a:pt x="28" y="89"/>
                </a:cubicBezTo>
                <a:cubicBezTo>
                  <a:pt x="28" y="98"/>
                  <a:pt x="34" y="103"/>
                  <a:pt x="42" y="103"/>
                </a:cubicBezTo>
                <a:lnTo>
                  <a:pt x="42" y="103"/>
                </a:lnTo>
                <a:cubicBezTo>
                  <a:pt x="63" y="103"/>
                  <a:pt x="84" y="110"/>
                  <a:pt x="101" y="127"/>
                </a:cubicBezTo>
                <a:cubicBezTo>
                  <a:pt x="116" y="141"/>
                  <a:pt x="128" y="164"/>
                  <a:pt x="135" y="198"/>
                </a:cubicBezTo>
                <a:cubicBezTo>
                  <a:pt x="88" y="198"/>
                  <a:pt x="88" y="198"/>
                  <a:pt x="88" y="198"/>
                </a:cubicBezTo>
                <a:cubicBezTo>
                  <a:pt x="39" y="198"/>
                  <a:pt x="0" y="237"/>
                  <a:pt x="0" y="286"/>
                </a:cubicBezTo>
                <a:cubicBezTo>
                  <a:pt x="0" y="289"/>
                  <a:pt x="0" y="293"/>
                  <a:pt x="0" y="296"/>
                </a:cubicBezTo>
                <a:lnTo>
                  <a:pt x="0" y="296"/>
                </a:lnTo>
                <a:cubicBezTo>
                  <a:pt x="0" y="296"/>
                  <a:pt x="39" y="655"/>
                  <a:pt x="57" y="812"/>
                </a:cubicBezTo>
                <a:cubicBezTo>
                  <a:pt x="59" y="835"/>
                  <a:pt x="70" y="855"/>
                  <a:pt x="87" y="869"/>
                </a:cubicBezTo>
                <a:cubicBezTo>
                  <a:pt x="102" y="883"/>
                  <a:pt x="123" y="891"/>
                  <a:pt x="144" y="891"/>
                </a:cubicBezTo>
                <a:cubicBezTo>
                  <a:pt x="161" y="891"/>
                  <a:pt x="161" y="891"/>
                  <a:pt x="161" y="891"/>
                </a:cubicBezTo>
                <a:cubicBezTo>
                  <a:pt x="184" y="891"/>
                  <a:pt x="203" y="883"/>
                  <a:pt x="220" y="869"/>
                </a:cubicBezTo>
                <a:cubicBezTo>
                  <a:pt x="236" y="855"/>
                  <a:pt x="247" y="835"/>
                  <a:pt x="250" y="812"/>
                </a:cubicBezTo>
                <a:cubicBezTo>
                  <a:pt x="267" y="655"/>
                  <a:pt x="306" y="296"/>
                  <a:pt x="306" y="296"/>
                </a:cubicBezTo>
                <a:lnTo>
                  <a:pt x="306" y="296"/>
                </a:lnTo>
                <a:cubicBezTo>
                  <a:pt x="306" y="293"/>
                  <a:pt x="306" y="289"/>
                  <a:pt x="306" y="286"/>
                </a:cubicBezTo>
                <a:cubicBezTo>
                  <a:pt x="306" y="237"/>
                  <a:pt x="267" y="198"/>
                  <a:pt x="217" y="198"/>
                </a:cubicBezTo>
                <a:close/>
                <a:moveTo>
                  <a:pt x="219" y="810"/>
                </a:moveTo>
                <a:lnTo>
                  <a:pt x="219" y="810"/>
                </a:lnTo>
                <a:cubicBezTo>
                  <a:pt x="217" y="824"/>
                  <a:pt x="210" y="836"/>
                  <a:pt x="199" y="846"/>
                </a:cubicBezTo>
                <a:cubicBezTo>
                  <a:pt x="189" y="856"/>
                  <a:pt x="175" y="862"/>
                  <a:pt x="161" y="862"/>
                </a:cubicBezTo>
                <a:cubicBezTo>
                  <a:pt x="144" y="862"/>
                  <a:pt x="144" y="862"/>
                  <a:pt x="144" y="862"/>
                </a:cubicBezTo>
                <a:cubicBezTo>
                  <a:pt x="130" y="862"/>
                  <a:pt x="116" y="856"/>
                  <a:pt x="107" y="846"/>
                </a:cubicBezTo>
                <a:cubicBezTo>
                  <a:pt x="95" y="836"/>
                  <a:pt x="88" y="824"/>
                  <a:pt x="87" y="810"/>
                </a:cubicBezTo>
                <a:cubicBezTo>
                  <a:pt x="78" y="738"/>
                  <a:pt x="66" y="624"/>
                  <a:pt x="55" y="522"/>
                </a:cubicBezTo>
                <a:cubicBezTo>
                  <a:pt x="116" y="522"/>
                  <a:pt x="116" y="522"/>
                  <a:pt x="116" y="522"/>
                </a:cubicBezTo>
                <a:cubicBezTo>
                  <a:pt x="125" y="522"/>
                  <a:pt x="130" y="516"/>
                  <a:pt x="130" y="508"/>
                </a:cubicBezTo>
                <a:cubicBezTo>
                  <a:pt x="130" y="499"/>
                  <a:pt x="125" y="492"/>
                  <a:pt x="116" y="492"/>
                </a:cubicBezTo>
                <a:cubicBezTo>
                  <a:pt x="52" y="492"/>
                  <a:pt x="52" y="492"/>
                  <a:pt x="52" y="492"/>
                </a:cubicBezTo>
                <a:lnTo>
                  <a:pt x="52" y="492"/>
                </a:lnTo>
                <a:cubicBezTo>
                  <a:pt x="46" y="438"/>
                  <a:pt x="41" y="387"/>
                  <a:pt x="36" y="352"/>
                </a:cubicBezTo>
                <a:cubicBezTo>
                  <a:pt x="32" y="315"/>
                  <a:pt x="29" y="293"/>
                  <a:pt x="29" y="293"/>
                </a:cubicBezTo>
                <a:lnTo>
                  <a:pt x="29" y="293"/>
                </a:lnTo>
                <a:cubicBezTo>
                  <a:pt x="29" y="290"/>
                  <a:pt x="29" y="287"/>
                  <a:pt x="29" y="286"/>
                </a:cubicBezTo>
                <a:cubicBezTo>
                  <a:pt x="29" y="269"/>
                  <a:pt x="36" y="255"/>
                  <a:pt x="46" y="244"/>
                </a:cubicBezTo>
                <a:cubicBezTo>
                  <a:pt x="57" y="234"/>
                  <a:pt x="71" y="227"/>
                  <a:pt x="88" y="227"/>
                </a:cubicBezTo>
                <a:cubicBezTo>
                  <a:pt x="217" y="227"/>
                  <a:pt x="217" y="227"/>
                  <a:pt x="217" y="227"/>
                </a:cubicBezTo>
                <a:cubicBezTo>
                  <a:pt x="234" y="227"/>
                  <a:pt x="248" y="234"/>
                  <a:pt x="260" y="244"/>
                </a:cubicBezTo>
                <a:cubicBezTo>
                  <a:pt x="269" y="255"/>
                  <a:pt x="276" y="269"/>
                  <a:pt x="276" y="286"/>
                </a:cubicBezTo>
                <a:cubicBezTo>
                  <a:pt x="276" y="287"/>
                  <a:pt x="276" y="290"/>
                  <a:pt x="276" y="293"/>
                </a:cubicBezTo>
                <a:lnTo>
                  <a:pt x="276" y="293"/>
                </a:lnTo>
                <a:cubicBezTo>
                  <a:pt x="276" y="293"/>
                  <a:pt x="274" y="315"/>
                  <a:pt x="269" y="352"/>
                </a:cubicBezTo>
                <a:cubicBezTo>
                  <a:pt x="269" y="360"/>
                  <a:pt x="268" y="372"/>
                  <a:pt x="267" y="383"/>
                </a:cubicBezTo>
                <a:cubicBezTo>
                  <a:pt x="265" y="381"/>
                  <a:pt x="265" y="381"/>
                  <a:pt x="264" y="381"/>
                </a:cubicBezTo>
                <a:cubicBezTo>
                  <a:pt x="189" y="381"/>
                  <a:pt x="189" y="381"/>
                  <a:pt x="189" y="381"/>
                </a:cubicBezTo>
                <a:cubicBezTo>
                  <a:pt x="182" y="381"/>
                  <a:pt x="175" y="388"/>
                  <a:pt x="175" y="397"/>
                </a:cubicBezTo>
                <a:cubicBezTo>
                  <a:pt x="175" y="405"/>
                  <a:pt x="182" y="411"/>
                  <a:pt x="189" y="411"/>
                </a:cubicBezTo>
                <a:cubicBezTo>
                  <a:pt x="264" y="411"/>
                  <a:pt x="264" y="411"/>
                  <a:pt x="264" y="411"/>
                </a:cubicBezTo>
                <a:cubicBezTo>
                  <a:pt x="250" y="530"/>
                  <a:pt x="230" y="710"/>
                  <a:pt x="219" y="810"/>
                </a:cubicBezTo>
                <a:close/>
              </a:path>
            </a:pathLst>
          </a:custGeom>
          <a:solidFill>
            <a:schemeClr val="accent4"/>
          </a:solidFill>
          <a:ln>
            <a:noFill/>
          </a:ln>
          <a:effectLst/>
        </p:spPr>
        <p:txBody>
          <a:bodyPr wrap="none" anchor="ctr"/>
          <a:lstStyle/>
          <a:p>
            <a:endParaRPr lang="da-DK"/>
          </a:p>
        </p:txBody>
      </p:sp>
      <p:sp>
        <p:nvSpPr>
          <p:cNvPr id="103" name="Freeform 85">
            <a:extLst>
              <a:ext uri="{FF2B5EF4-FFF2-40B4-BE49-F238E27FC236}">
                <a16:creationId xmlns:a16="http://schemas.microsoft.com/office/drawing/2014/main" id="{97E51FF0-AEFE-B4FA-6C9A-B2E5B9ADDA97}"/>
              </a:ext>
            </a:extLst>
          </p:cNvPr>
          <p:cNvSpPr>
            <a:spLocks noChangeArrowheads="1"/>
          </p:cNvSpPr>
          <p:nvPr/>
        </p:nvSpPr>
        <p:spPr bwMode="auto">
          <a:xfrm>
            <a:off x="6235303" y="2399383"/>
            <a:ext cx="258762" cy="161925"/>
          </a:xfrm>
          <a:custGeom>
            <a:avLst/>
            <a:gdLst>
              <a:gd name="T0" fmla="*/ 6 w 720"/>
              <a:gd name="T1" fmla="*/ 6 h 450"/>
              <a:gd name="T2" fmla="*/ 6 w 720"/>
              <a:gd name="T3" fmla="*/ 6 h 450"/>
              <a:gd name="T4" fmla="*/ 4 w 720"/>
              <a:gd name="T5" fmla="*/ 6 h 450"/>
              <a:gd name="T6" fmla="*/ 0 w 720"/>
              <a:gd name="T7" fmla="*/ 15 h 450"/>
              <a:gd name="T8" fmla="*/ 0 w 720"/>
              <a:gd name="T9" fmla="*/ 27 h 450"/>
              <a:gd name="T10" fmla="*/ 180 w 720"/>
              <a:gd name="T11" fmla="*/ 338 h 450"/>
              <a:gd name="T12" fmla="*/ 180 w 720"/>
              <a:gd name="T13" fmla="*/ 404 h 450"/>
              <a:gd name="T14" fmla="*/ 225 w 720"/>
              <a:gd name="T15" fmla="*/ 449 h 450"/>
              <a:gd name="T16" fmla="*/ 494 w 720"/>
              <a:gd name="T17" fmla="*/ 449 h 450"/>
              <a:gd name="T18" fmla="*/ 539 w 720"/>
              <a:gd name="T19" fmla="*/ 404 h 450"/>
              <a:gd name="T20" fmla="*/ 539 w 720"/>
              <a:gd name="T21" fmla="*/ 338 h 450"/>
              <a:gd name="T22" fmla="*/ 719 w 720"/>
              <a:gd name="T23" fmla="*/ 27 h 450"/>
              <a:gd name="T24" fmla="*/ 719 w 720"/>
              <a:gd name="T25" fmla="*/ 15 h 450"/>
              <a:gd name="T26" fmla="*/ 715 w 720"/>
              <a:gd name="T27" fmla="*/ 6 h 450"/>
              <a:gd name="T28" fmla="*/ 713 w 720"/>
              <a:gd name="T29" fmla="*/ 6 h 450"/>
              <a:gd name="T30" fmla="*/ 703 w 720"/>
              <a:gd name="T31" fmla="*/ 0 h 450"/>
              <a:gd name="T32" fmla="*/ 15 w 720"/>
              <a:gd name="T33" fmla="*/ 0 h 450"/>
              <a:gd name="T34" fmla="*/ 6 w 720"/>
              <a:gd name="T35" fmla="*/ 6 h 450"/>
              <a:gd name="T36" fmla="*/ 510 w 720"/>
              <a:gd name="T37" fmla="*/ 404 h 450"/>
              <a:gd name="T38" fmla="*/ 510 w 720"/>
              <a:gd name="T39" fmla="*/ 404 h 450"/>
              <a:gd name="T40" fmla="*/ 494 w 720"/>
              <a:gd name="T41" fmla="*/ 420 h 450"/>
              <a:gd name="T42" fmla="*/ 225 w 720"/>
              <a:gd name="T43" fmla="*/ 420 h 450"/>
              <a:gd name="T44" fmla="*/ 209 w 720"/>
              <a:gd name="T45" fmla="*/ 404 h 450"/>
              <a:gd name="T46" fmla="*/ 209 w 720"/>
              <a:gd name="T47" fmla="*/ 354 h 450"/>
              <a:gd name="T48" fmla="*/ 359 w 720"/>
              <a:gd name="T49" fmla="*/ 386 h 450"/>
              <a:gd name="T50" fmla="*/ 510 w 720"/>
              <a:gd name="T51" fmla="*/ 354 h 450"/>
              <a:gd name="T52" fmla="*/ 510 w 720"/>
              <a:gd name="T53" fmla="*/ 404 h 450"/>
              <a:gd name="T54" fmla="*/ 593 w 720"/>
              <a:gd name="T55" fmla="*/ 260 h 450"/>
              <a:gd name="T56" fmla="*/ 593 w 720"/>
              <a:gd name="T57" fmla="*/ 260 h 450"/>
              <a:gd name="T58" fmla="*/ 359 w 720"/>
              <a:gd name="T59" fmla="*/ 357 h 450"/>
              <a:gd name="T60" fmla="*/ 126 w 720"/>
              <a:gd name="T61" fmla="*/ 260 h 450"/>
              <a:gd name="T62" fmla="*/ 30 w 720"/>
              <a:gd name="T63" fmla="*/ 31 h 450"/>
              <a:gd name="T64" fmla="*/ 689 w 720"/>
              <a:gd name="T65" fmla="*/ 31 h 450"/>
              <a:gd name="T66" fmla="*/ 593 w 720"/>
              <a:gd name="T67" fmla="*/ 260 h 4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720" h="450">
                <a:moveTo>
                  <a:pt x="6" y="6"/>
                </a:moveTo>
                <a:lnTo>
                  <a:pt x="6" y="6"/>
                </a:lnTo>
                <a:cubicBezTo>
                  <a:pt x="4" y="6"/>
                  <a:pt x="4" y="6"/>
                  <a:pt x="4" y="6"/>
                </a:cubicBezTo>
                <a:cubicBezTo>
                  <a:pt x="1" y="8"/>
                  <a:pt x="0" y="11"/>
                  <a:pt x="0" y="15"/>
                </a:cubicBezTo>
                <a:cubicBezTo>
                  <a:pt x="0" y="20"/>
                  <a:pt x="0" y="22"/>
                  <a:pt x="0" y="27"/>
                </a:cubicBezTo>
                <a:cubicBezTo>
                  <a:pt x="0" y="160"/>
                  <a:pt x="73" y="277"/>
                  <a:pt x="180" y="338"/>
                </a:cubicBezTo>
                <a:cubicBezTo>
                  <a:pt x="180" y="404"/>
                  <a:pt x="180" y="404"/>
                  <a:pt x="180" y="404"/>
                </a:cubicBezTo>
                <a:cubicBezTo>
                  <a:pt x="180" y="430"/>
                  <a:pt x="199" y="449"/>
                  <a:pt x="225" y="449"/>
                </a:cubicBezTo>
                <a:cubicBezTo>
                  <a:pt x="494" y="449"/>
                  <a:pt x="494" y="449"/>
                  <a:pt x="494" y="449"/>
                </a:cubicBezTo>
                <a:cubicBezTo>
                  <a:pt x="520" y="449"/>
                  <a:pt x="539" y="430"/>
                  <a:pt x="539" y="404"/>
                </a:cubicBezTo>
                <a:cubicBezTo>
                  <a:pt x="539" y="338"/>
                  <a:pt x="539" y="338"/>
                  <a:pt x="539" y="338"/>
                </a:cubicBezTo>
                <a:cubicBezTo>
                  <a:pt x="647" y="277"/>
                  <a:pt x="719" y="160"/>
                  <a:pt x="719" y="27"/>
                </a:cubicBezTo>
                <a:cubicBezTo>
                  <a:pt x="719" y="22"/>
                  <a:pt x="719" y="20"/>
                  <a:pt x="719" y="15"/>
                </a:cubicBezTo>
                <a:cubicBezTo>
                  <a:pt x="719" y="11"/>
                  <a:pt x="718" y="8"/>
                  <a:pt x="715" y="6"/>
                </a:cubicBezTo>
                <a:cubicBezTo>
                  <a:pt x="713" y="6"/>
                  <a:pt x="713" y="6"/>
                  <a:pt x="713" y="6"/>
                </a:cubicBezTo>
                <a:cubicBezTo>
                  <a:pt x="711" y="3"/>
                  <a:pt x="708" y="0"/>
                  <a:pt x="703" y="0"/>
                </a:cubicBezTo>
                <a:cubicBezTo>
                  <a:pt x="15" y="0"/>
                  <a:pt x="15" y="0"/>
                  <a:pt x="15" y="0"/>
                </a:cubicBezTo>
                <a:cubicBezTo>
                  <a:pt x="11" y="0"/>
                  <a:pt x="8" y="3"/>
                  <a:pt x="6" y="6"/>
                </a:cubicBezTo>
                <a:close/>
                <a:moveTo>
                  <a:pt x="510" y="404"/>
                </a:moveTo>
                <a:lnTo>
                  <a:pt x="510" y="404"/>
                </a:lnTo>
                <a:cubicBezTo>
                  <a:pt x="510" y="413"/>
                  <a:pt x="503" y="420"/>
                  <a:pt x="494" y="420"/>
                </a:cubicBezTo>
                <a:cubicBezTo>
                  <a:pt x="225" y="420"/>
                  <a:pt x="225" y="420"/>
                  <a:pt x="225" y="420"/>
                </a:cubicBezTo>
                <a:cubicBezTo>
                  <a:pt x="216" y="420"/>
                  <a:pt x="209" y="413"/>
                  <a:pt x="209" y="404"/>
                </a:cubicBezTo>
                <a:cubicBezTo>
                  <a:pt x="209" y="354"/>
                  <a:pt x="209" y="354"/>
                  <a:pt x="209" y="354"/>
                </a:cubicBezTo>
                <a:cubicBezTo>
                  <a:pt x="256" y="375"/>
                  <a:pt x="306" y="386"/>
                  <a:pt x="359" y="386"/>
                </a:cubicBezTo>
                <a:cubicBezTo>
                  <a:pt x="413" y="386"/>
                  <a:pt x="463" y="375"/>
                  <a:pt x="510" y="354"/>
                </a:cubicBezTo>
                <a:lnTo>
                  <a:pt x="510" y="404"/>
                </a:lnTo>
                <a:close/>
                <a:moveTo>
                  <a:pt x="593" y="260"/>
                </a:moveTo>
                <a:lnTo>
                  <a:pt x="593" y="260"/>
                </a:lnTo>
                <a:cubicBezTo>
                  <a:pt x="532" y="320"/>
                  <a:pt x="451" y="357"/>
                  <a:pt x="359" y="357"/>
                </a:cubicBezTo>
                <a:cubicBezTo>
                  <a:pt x="268" y="357"/>
                  <a:pt x="187" y="320"/>
                  <a:pt x="126" y="260"/>
                </a:cubicBezTo>
                <a:cubicBezTo>
                  <a:pt x="67" y="201"/>
                  <a:pt x="31" y="121"/>
                  <a:pt x="30" y="31"/>
                </a:cubicBezTo>
                <a:cubicBezTo>
                  <a:pt x="689" y="31"/>
                  <a:pt x="689" y="31"/>
                  <a:pt x="689" y="31"/>
                </a:cubicBezTo>
                <a:cubicBezTo>
                  <a:pt x="688" y="121"/>
                  <a:pt x="652" y="201"/>
                  <a:pt x="593" y="260"/>
                </a:cubicBezTo>
                <a:close/>
              </a:path>
            </a:pathLst>
          </a:custGeom>
          <a:solidFill>
            <a:schemeClr val="accent4"/>
          </a:solidFill>
          <a:ln>
            <a:noFill/>
          </a:ln>
          <a:effectLst/>
        </p:spPr>
        <p:txBody>
          <a:bodyPr wrap="none" anchor="ctr"/>
          <a:lstStyle/>
          <a:p>
            <a:endParaRPr lang="da-DK"/>
          </a:p>
        </p:txBody>
      </p:sp>
      <p:grpSp>
        <p:nvGrpSpPr>
          <p:cNvPr id="104" name="Group 107">
            <a:extLst>
              <a:ext uri="{FF2B5EF4-FFF2-40B4-BE49-F238E27FC236}">
                <a16:creationId xmlns:a16="http://schemas.microsoft.com/office/drawing/2014/main" id="{D70CB767-A118-1EB2-96F5-9D3865561423}"/>
              </a:ext>
            </a:extLst>
          </p:cNvPr>
          <p:cNvGrpSpPr/>
          <p:nvPr/>
        </p:nvGrpSpPr>
        <p:grpSpPr>
          <a:xfrm>
            <a:off x="5211365" y="1847727"/>
            <a:ext cx="236538" cy="257175"/>
            <a:chOff x="4175125" y="3613150"/>
            <a:chExt cx="236538" cy="257175"/>
          </a:xfrm>
          <a:solidFill>
            <a:schemeClr val="accent4"/>
          </a:solidFill>
        </p:grpSpPr>
        <p:sp>
          <p:nvSpPr>
            <p:cNvPr id="105" name="Freeform 86">
              <a:extLst>
                <a:ext uri="{FF2B5EF4-FFF2-40B4-BE49-F238E27FC236}">
                  <a16:creationId xmlns:a16="http://schemas.microsoft.com/office/drawing/2014/main" id="{23DD560B-053A-0B0D-7E57-5E70D1AE2AB6}"/>
                </a:ext>
              </a:extLst>
            </p:cNvPr>
            <p:cNvSpPr>
              <a:spLocks noChangeArrowheads="1"/>
            </p:cNvSpPr>
            <p:nvPr/>
          </p:nvSpPr>
          <p:spPr bwMode="auto">
            <a:xfrm>
              <a:off x="4175125" y="3762375"/>
              <a:ext cx="195263" cy="107950"/>
            </a:xfrm>
            <a:custGeom>
              <a:avLst/>
              <a:gdLst>
                <a:gd name="T0" fmla="*/ 4 w 542"/>
                <a:gd name="T1" fmla="*/ 5 h 299"/>
                <a:gd name="T2" fmla="*/ 4 w 542"/>
                <a:gd name="T3" fmla="*/ 5 h 299"/>
                <a:gd name="T4" fmla="*/ 4 w 542"/>
                <a:gd name="T5" fmla="*/ 5 h 299"/>
                <a:gd name="T6" fmla="*/ 0 w 542"/>
                <a:gd name="T7" fmla="*/ 16 h 299"/>
                <a:gd name="T8" fmla="*/ 0 w 542"/>
                <a:gd name="T9" fmla="*/ 24 h 299"/>
                <a:gd name="T10" fmla="*/ 159 w 542"/>
                <a:gd name="T11" fmla="*/ 269 h 299"/>
                <a:gd name="T12" fmla="*/ 105 w 542"/>
                <a:gd name="T13" fmla="*/ 269 h 299"/>
                <a:gd name="T14" fmla="*/ 90 w 542"/>
                <a:gd name="T15" fmla="*/ 284 h 299"/>
                <a:gd name="T16" fmla="*/ 105 w 542"/>
                <a:gd name="T17" fmla="*/ 298 h 299"/>
                <a:gd name="T18" fmla="*/ 435 w 542"/>
                <a:gd name="T19" fmla="*/ 298 h 299"/>
                <a:gd name="T20" fmla="*/ 449 w 542"/>
                <a:gd name="T21" fmla="*/ 284 h 299"/>
                <a:gd name="T22" fmla="*/ 435 w 542"/>
                <a:gd name="T23" fmla="*/ 269 h 299"/>
                <a:gd name="T24" fmla="*/ 382 w 542"/>
                <a:gd name="T25" fmla="*/ 269 h 299"/>
                <a:gd name="T26" fmla="*/ 541 w 542"/>
                <a:gd name="T27" fmla="*/ 24 h 299"/>
                <a:gd name="T28" fmla="*/ 541 w 542"/>
                <a:gd name="T29" fmla="*/ 16 h 299"/>
                <a:gd name="T30" fmla="*/ 536 w 542"/>
                <a:gd name="T31" fmla="*/ 5 h 299"/>
                <a:gd name="T32" fmla="*/ 536 w 542"/>
                <a:gd name="T33" fmla="*/ 5 h 299"/>
                <a:gd name="T34" fmla="*/ 525 w 542"/>
                <a:gd name="T35" fmla="*/ 0 h 299"/>
                <a:gd name="T36" fmla="*/ 15 w 542"/>
                <a:gd name="T37" fmla="*/ 0 h 299"/>
                <a:gd name="T38" fmla="*/ 4 w 542"/>
                <a:gd name="T39" fmla="*/ 5 h 299"/>
                <a:gd name="T40" fmla="*/ 441 w 542"/>
                <a:gd name="T41" fmla="*/ 193 h 299"/>
                <a:gd name="T42" fmla="*/ 441 w 542"/>
                <a:gd name="T43" fmla="*/ 193 h 299"/>
                <a:gd name="T44" fmla="*/ 270 w 542"/>
                <a:gd name="T45" fmla="*/ 263 h 299"/>
                <a:gd name="T46" fmla="*/ 100 w 542"/>
                <a:gd name="T47" fmla="*/ 193 h 299"/>
                <a:gd name="T48" fmla="*/ 29 w 542"/>
                <a:gd name="T49" fmla="*/ 30 h 299"/>
                <a:gd name="T50" fmla="*/ 511 w 542"/>
                <a:gd name="T51" fmla="*/ 30 h 299"/>
                <a:gd name="T52" fmla="*/ 441 w 542"/>
                <a:gd name="T53" fmla="*/ 193 h 2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42" h="299">
                  <a:moveTo>
                    <a:pt x="4" y="5"/>
                  </a:moveTo>
                  <a:lnTo>
                    <a:pt x="4" y="5"/>
                  </a:lnTo>
                  <a:lnTo>
                    <a:pt x="4" y="5"/>
                  </a:lnTo>
                  <a:cubicBezTo>
                    <a:pt x="1" y="7"/>
                    <a:pt x="0" y="12"/>
                    <a:pt x="0" y="16"/>
                  </a:cubicBezTo>
                  <a:cubicBezTo>
                    <a:pt x="0" y="19"/>
                    <a:pt x="0" y="21"/>
                    <a:pt x="0" y="24"/>
                  </a:cubicBezTo>
                  <a:cubicBezTo>
                    <a:pt x="0" y="133"/>
                    <a:pt x="65" y="227"/>
                    <a:pt x="159" y="269"/>
                  </a:cubicBezTo>
                  <a:cubicBezTo>
                    <a:pt x="105" y="269"/>
                    <a:pt x="105" y="269"/>
                    <a:pt x="105" y="269"/>
                  </a:cubicBezTo>
                  <a:cubicBezTo>
                    <a:pt x="97" y="269"/>
                    <a:pt x="90" y="276"/>
                    <a:pt x="90" y="284"/>
                  </a:cubicBezTo>
                  <a:cubicBezTo>
                    <a:pt x="90" y="293"/>
                    <a:pt x="97" y="298"/>
                    <a:pt x="105" y="298"/>
                  </a:cubicBezTo>
                  <a:cubicBezTo>
                    <a:pt x="435" y="298"/>
                    <a:pt x="435" y="298"/>
                    <a:pt x="435" y="298"/>
                  </a:cubicBezTo>
                  <a:cubicBezTo>
                    <a:pt x="444" y="298"/>
                    <a:pt x="449" y="293"/>
                    <a:pt x="449" y="284"/>
                  </a:cubicBezTo>
                  <a:cubicBezTo>
                    <a:pt x="449" y="276"/>
                    <a:pt x="444" y="269"/>
                    <a:pt x="435" y="269"/>
                  </a:cubicBezTo>
                  <a:cubicBezTo>
                    <a:pt x="382" y="269"/>
                    <a:pt x="382" y="269"/>
                    <a:pt x="382" y="269"/>
                  </a:cubicBezTo>
                  <a:cubicBezTo>
                    <a:pt x="476" y="227"/>
                    <a:pt x="541" y="133"/>
                    <a:pt x="541" y="24"/>
                  </a:cubicBezTo>
                  <a:cubicBezTo>
                    <a:pt x="541" y="21"/>
                    <a:pt x="541" y="19"/>
                    <a:pt x="541" y="16"/>
                  </a:cubicBezTo>
                  <a:cubicBezTo>
                    <a:pt x="541" y="12"/>
                    <a:pt x="539" y="7"/>
                    <a:pt x="536" y="5"/>
                  </a:cubicBezTo>
                  <a:lnTo>
                    <a:pt x="536" y="5"/>
                  </a:lnTo>
                  <a:cubicBezTo>
                    <a:pt x="534" y="2"/>
                    <a:pt x="529" y="0"/>
                    <a:pt x="525" y="0"/>
                  </a:cubicBezTo>
                  <a:cubicBezTo>
                    <a:pt x="15" y="0"/>
                    <a:pt x="15" y="0"/>
                    <a:pt x="15" y="0"/>
                  </a:cubicBezTo>
                  <a:cubicBezTo>
                    <a:pt x="11" y="0"/>
                    <a:pt x="7" y="2"/>
                    <a:pt x="4" y="5"/>
                  </a:cubicBezTo>
                  <a:close/>
                  <a:moveTo>
                    <a:pt x="441" y="193"/>
                  </a:moveTo>
                  <a:lnTo>
                    <a:pt x="441" y="193"/>
                  </a:lnTo>
                  <a:cubicBezTo>
                    <a:pt x="397" y="237"/>
                    <a:pt x="337" y="263"/>
                    <a:pt x="270" y="263"/>
                  </a:cubicBezTo>
                  <a:cubicBezTo>
                    <a:pt x="204" y="263"/>
                    <a:pt x="143" y="237"/>
                    <a:pt x="100" y="193"/>
                  </a:cubicBezTo>
                  <a:cubicBezTo>
                    <a:pt x="58" y="151"/>
                    <a:pt x="31" y="94"/>
                    <a:pt x="29" y="30"/>
                  </a:cubicBezTo>
                  <a:cubicBezTo>
                    <a:pt x="511" y="30"/>
                    <a:pt x="511" y="30"/>
                    <a:pt x="511" y="30"/>
                  </a:cubicBezTo>
                  <a:cubicBezTo>
                    <a:pt x="508" y="94"/>
                    <a:pt x="483" y="151"/>
                    <a:pt x="441" y="1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6" name="Freeform 87">
              <a:extLst>
                <a:ext uri="{FF2B5EF4-FFF2-40B4-BE49-F238E27FC236}">
                  <a16:creationId xmlns:a16="http://schemas.microsoft.com/office/drawing/2014/main" id="{8090CBF4-649D-2C98-FF1B-15CDC4DB00F7}"/>
                </a:ext>
              </a:extLst>
            </p:cNvPr>
            <p:cNvSpPr>
              <a:spLocks noChangeArrowheads="1"/>
            </p:cNvSpPr>
            <p:nvPr/>
          </p:nvSpPr>
          <p:spPr bwMode="auto">
            <a:xfrm>
              <a:off x="4206875" y="3613150"/>
              <a:ext cx="204788" cy="139700"/>
            </a:xfrm>
            <a:custGeom>
              <a:avLst/>
              <a:gdLst>
                <a:gd name="T0" fmla="*/ 0 w 571"/>
                <a:gd name="T1" fmla="*/ 133 h 390"/>
                <a:gd name="T2" fmla="*/ 66 w 571"/>
                <a:gd name="T3" fmla="*/ 156 h 390"/>
                <a:gd name="T4" fmla="*/ 73 w 571"/>
                <a:gd name="T5" fmla="*/ 177 h 390"/>
                <a:gd name="T6" fmla="*/ 59 w 571"/>
                <a:gd name="T7" fmla="*/ 208 h 390"/>
                <a:gd name="T8" fmla="*/ 53 w 571"/>
                <a:gd name="T9" fmla="*/ 268 h 390"/>
                <a:gd name="T10" fmla="*/ 73 w 571"/>
                <a:gd name="T11" fmla="*/ 309 h 390"/>
                <a:gd name="T12" fmla="*/ 59 w 571"/>
                <a:gd name="T13" fmla="*/ 339 h 390"/>
                <a:gd name="T14" fmla="*/ 62 w 571"/>
                <a:gd name="T15" fmla="*/ 389 h 390"/>
                <a:gd name="T16" fmla="*/ 80 w 571"/>
                <a:gd name="T17" fmla="*/ 361 h 390"/>
                <a:gd name="T18" fmla="*/ 104 w 571"/>
                <a:gd name="T19" fmla="*/ 309 h 390"/>
                <a:gd name="T20" fmla="*/ 83 w 571"/>
                <a:gd name="T21" fmla="*/ 261 h 390"/>
                <a:gd name="T22" fmla="*/ 80 w 571"/>
                <a:gd name="T23" fmla="*/ 230 h 390"/>
                <a:gd name="T24" fmla="*/ 104 w 571"/>
                <a:gd name="T25" fmla="*/ 177 h 390"/>
                <a:gd name="T26" fmla="*/ 192 w 571"/>
                <a:gd name="T27" fmla="*/ 170 h 390"/>
                <a:gd name="T28" fmla="*/ 191 w 571"/>
                <a:gd name="T29" fmla="*/ 189 h 390"/>
                <a:gd name="T30" fmla="*/ 167 w 571"/>
                <a:gd name="T31" fmla="*/ 243 h 390"/>
                <a:gd name="T32" fmla="*/ 188 w 571"/>
                <a:gd name="T33" fmla="*/ 290 h 390"/>
                <a:gd name="T34" fmla="*/ 191 w 571"/>
                <a:gd name="T35" fmla="*/ 321 h 390"/>
                <a:gd name="T36" fmla="*/ 167 w 571"/>
                <a:gd name="T37" fmla="*/ 375 h 390"/>
                <a:gd name="T38" fmla="*/ 196 w 571"/>
                <a:gd name="T39" fmla="*/ 375 h 390"/>
                <a:gd name="T40" fmla="*/ 212 w 571"/>
                <a:gd name="T41" fmla="*/ 344 h 390"/>
                <a:gd name="T42" fmla="*/ 217 w 571"/>
                <a:gd name="T43" fmla="*/ 282 h 390"/>
                <a:gd name="T44" fmla="*/ 196 w 571"/>
                <a:gd name="T45" fmla="*/ 243 h 390"/>
                <a:gd name="T46" fmla="*/ 212 w 571"/>
                <a:gd name="T47" fmla="*/ 212 h 390"/>
                <a:gd name="T48" fmla="*/ 223 w 571"/>
                <a:gd name="T49" fmla="*/ 172 h 390"/>
                <a:gd name="T50" fmla="*/ 570 w 571"/>
                <a:gd name="T51" fmla="*/ 196 h 390"/>
                <a:gd name="T52" fmla="*/ 212 w 571"/>
                <a:gd name="T53" fmla="*/ 142 h 390"/>
                <a:gd name="T54" fmla="*/ 196 w 571"/>
                <a:gd name="T55" fmla="*/ 111 h 390"/>
                <a:gd name="T56" fmla="*/ 212 w 571"/>
                <a:gd name="T57" fmla="*/ 80 h 390"/>
                <a:gd name="T58" fmla="*/ 556 w 571"/>
                <a:gd name="T59" fmla="*/ 29 h 390"/>
                <a:gd name="T60" fmla="*/ 553 w 571"/>
                <a:gd name="T61" fmla="*/ 0 h 390"/>
                <a:gd name="T62" fmla="*/ 208 w 571"/>
                <a:gd name="T63" fmla="*/ 29 h 390"/>
                <a:gd name="T64" fmla="*/ 104 w 571"/>
                <a:gd name="T65" fmla="*/ 50 h 390"/>
                <a:gd name="T66" fmla="*/ 88 w 571"/>
                <a:gd name="T67" fmla="*/ 29 h 390"/>
                <a:gd name="T68" fmla="*/ 73 w 571"/>
                <a:gd name="T69" fmla="*/ 45 h 390"/>
                <a:gd name="T70" fmla="*/ 14 w 571"/>
                <a:gd name="T71" fmla="*/ 60 h 390"/>
                <a:gd name="T72" fmla="*/ 17 w 571"/>
                <a:gd name="T73" fmla="*/ 90 h 390"/>
                <a:gd name="T74" fmla="*/ 48 w 571"/>
                <a:gd name="T75" fmla="*/ 111 h 390"/>
                <a:gd name="T76" fmla="*/ 17 w 571"/>
                <a:gd name="T77" fmla="*/ 120 h 390"/>
                <a:gd name="T78" fmla="*/ 77 w 571"/>
                <a:gd name="T79" fmla="*/ 111 h 390"/>
                <a:gd name="T80" fmla="*/ 80 w 571"/>
                <a:gd name="T81" fmla="*/ 98 h 390"/>
                <a:gd name="T82" fmla="*/ 181 w 571"/>
                <a:gd name="T83" fmla="*/ 71 h 390"/>
                <a:gd name="T84" fmla="*/ 167 w 571"/>
                <a:gd name="T85" fmla="*/ 111 h 390"/>
                <a:gd name="T86" fmla="*/ 173 w 571"/>
                <a:gd name="T87" fmla="*/ 137 h 390"/>
                <a:gd name="T88" fmla="*/ 77 w 571"/>
                <a:gd name="T89" fmla="*/ 111 h 3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571" h="390">
                  <a:moveTo>
                    <a:pt x="0" y="133"/>
                  </a:moveTo>
                  <a:lnTo>
                    <a:pt x="0" y="133"/>
                  </a:lnTo>
                  <a:cubicBezTo>
                    <a:pt x="0" y="142"/>
                    <a:pt x="5" y="149"/>
                    <a:pt x="14" y="150"/>
                  </a:cubicBezTo>
                  <a:cubicBezTo>
                    <a:pt x="66" y="156"/>
                    <a:pt x="66" y="156"/>
                    <a:pt x="66" y="156"/>
                  </a:cubicBezTo>
                  <a:cubicBezTo>
                    <a:pt x="66" y="157"/>
                    <a:pt x="67" y="157"/>
                    <a:pt x="67" y="158"/>
                  </a:cubicBezTo>
                  <a:cubicBezTo>
                    <a:pt x="71" y="164"/>
                    <a:pt x="73" y="167"/>
                    <a:pt x="73" y="177"/>
                  </a:cubicBezTo>
                  <a:cubicBezTo>
                    <a:pt x="73" y="182"/>
                    <a:pt x="73" y="186"/>
                    <a:pt x="71" y="189"/>
                  </a:cubicBezTo>
                  <a:cubicBezTo>
                    <a:pt x="69" y="195"/>
                    <a:pt x="64" y="199"/>
                    <a:pt x="59" y="208"/>
                  </a:cubicBezTo>
                  <a:cubicBezTo>
                    <a:pt x="52" y="215"/>
                    <a:pt x="48" y="227"/>
                    <a:pt x="48" y="243"/>
                  </a:cubicBezTo>
                  <a:cubicBezTo>
                    <a:pt x="48" y="252"/>
                    <a:pt x="49" y="261"/>
                    <a:pt x="53" y="268"/>
                  </a:cubicBezTo>
                  <a:cubicBezTo>
                    <a:pt x="57" y="279"/>
                    <a:pt x="64" y="285"/>
                    <a:pt x="67" y="290"/>
                  </a:cubicBezTo>
                  <a:cubicBezTo>
                    <a:pt x="71" y="296"/>
                    <a:pt x="73" y="299"/>
                    <a:pt x="73" y="309"/>
                  </a:cubicBezTo>
                  <a:cubicBezTo>
                    <a:pt x="73" y="314"/>
                    <a:pt x="73" y="318"/>
                    <a:pt x="71" y="321"/>
                  </a:cubicBezTo>
                  <a:cubicBezTo>
                    <a:pt x="69" y="327"/>
                    <a:pt x="64" y="331"/>
                    <a:pt x="59" y="339"/>
                  </a:cubicBezTo>
                  <a:cubicBezTo>
                    <a:pt x="52" y="346"/>
                    <a:pt x="48" y="359"/>
                    <a:pt x="48" y="375"/>
                  </a:cubicBezTo>
                  <a:cubicBezTo>
                    <a:pt x="48" y="383"/>
                    <a:pt x="53" y="389"/>
                    <a:pt x="62" y="389"/>
                  </a:cubicBezTo>
                  <a:cubicBezTo>
                    <a:pt x="70" y="389"/>
                    <a:pt x="77" y="383"/>
                    <a:pt x="77" y="375"/>
                  </a:cubicBezTo>
                  <a:cubicBezTo>
                    <a:pt x="77" y="368"/>
                    <a:pt x="78" y="365"/>
                    <a:pt x="80" y="361"/>
                  </a:cubicBezTo>
                  <a:cubicBezTo>
                    <a:pt x="81" y="356"/>
                    <a:pt x="87" y="352"/>
                    <a:pt x="93" y="344"/>
                  </a:cubicBezTo>
                  <a:cubicBezTo>
                    <a:pt x="98" y="335"/>
                    <a:pt x="104" y="324"/>
                    <a:pt x="104" y="309"/>
                  </a:cubicBezTo>
                  <a:cubicBezTo>
                    <a:pt x="104" y="299"/>
                    <a:pt x="101" y="289"/>
                    <a:pt x="98" y="282"/>
                  </a:cubicBezTo>
                  <a:cubicBezTo>
                    <a:pt x="93" y="272"/>
                    <a:pt x="86" y="265"/>
                    <a:pt x="83" y="261"/>
                  </a:cubicBezTo>
                  <a:cubicBezTo>
                    <a:pt x="80" y="255"/>
                    <a:pt x="77" y="252"/>
                    <a:pt x="77" y="243"/>
                  </a:cubicBezTo>
                  <a:cubicBezTo>
                    <a:pt x="77" y="236"/>
                    <a:pt x="78" y="233"/>
                    <a:pt x="80" y="230"/>
                  </a:cubicBezTo>
                  <a:cubicBezTo>
                    <a:pt x="81" y="224"/>
                    <a:pt x="87" y="220"/>
                    <a:pt x="93" y="212"/>
                  </a:cubicBezTo>
                  <a:cubicBezTo>
                    <a:pt x="98" y="203"/>
                    <a:pt x="104" y="192"/>
                    <a:pt x="104" y="177"/>
                  </a:cubicBezTo>
                  <a:cubicBezTo>
                    <a:pt x="104" y="170"/>
                    <a:pt x="102" y="164"/>
                    <a:pt x="101" y="160"/>
                  </a:cubicBezTo>
                  <a:cubicBezTo>
                    <a:pt x="192" y="170"/>
                    <a:pt x="192" y="170"/>
                    <a:pt x="192" y="170"/>
                  </a:cubicBezTo>
                  <a:cubicBezTo>
                    <a:pt x="194" y="171"/>
                    <a:pt x="194" y="174"/>
                    <a:pt x="194" y="177"/>
                  </a:cubicBezTo>
                  <a:cubicBezTo>
                    <a:pt x="194" y="182"/>
                    <a:pt x="192" y="186"/>
                    <a:pt x="191" y="189"/>
                  </a:cubicBezTo>
                  <a:cubicBezTo>
                    <a:pt x="188" y="195"/>
                    <a:pt x="184" y="199"/>
                    <a:pt x="178" y="208"/>
                  </a:cubicBezTo>
                  <a:cubicBezTo>
                    <a:pt x="173" y="215"/>
                    <a:pt x="167" y="227"/>
                    <a:pt x="167" y="243"/>
                  </a:cubicBezTo>
                  <a:cubicBezTo>
                    <a:pt x="167" y="252"/>
                    <a:pt x="170" y="261"/>
                    <a:pt x="173" y="268"/>
                  </a:cubicBezTo>
                  <a:cubicBezTo>
                    <a:pt x="178" y="279"/>
                    <a:pt x="184" y="285"/>
                    <a:pt x="188" y="290"/>
                  </a:cubicBezTo>
                  <a:cubicBezTo>
                    <a:pt x="191" y="296"/>
                    <a:pt x="194" y="299"/>
                    <a:pt x="194" y="309"/>
                  </a:cubicBezTo>
                  <a:cubicBezTo>
                    <a:pt x="194" y="314"/>
                    <a:pt x="192" y="318"/>
                    <a:pt x="191" y="321"/>
                  </a:cubicBezTo>
                  <a:cubicBezTo>
                    <a:pt x="188" y="327"/>
                    <a:pt x="184" y="331"/>
                    <a:pt x="178" y="339"/>
                  </a:cubicBezTo>
                  <a:cubicBezTo>
                    <a:pt x="173" y="346"/>
                    <a:pt x="167" y="359"/>
                    <a:pt x="167" y="375"/>
                  </a:cubicBezTo>
                  <a:cubicBezTo>
                    <a:pt x="167" y="383"/>
                    <a:pt x="174" y="389"/>
                    <a:pt x="182" y="389"/>
                  </a:cubicBezTo>
                  <a:cubicBezTo>
                    <a:pt x="191" y="389"/>
                    <a:pt x="196" y="383"/>
                    <a:pt x="196" y="375"/>
                  </a:cubicBezTo>
                  <a:cubicBezTo>
                    <a:pt x="196" y="368"/>
                    <a:pt x="198" y="365"/>
                    <a:pt x="199" y="361"/>
                  </a:cubicBezTo>
                  <a:cubicBezTo>
                    <a:pt x="202" y="356"/>
                    <a:pt x="206" y="352"/>
                    <a:pt x="212" y="344"/>
                  </a:cubicBezTo>
                  <a:cubicBezTo>
                    <a:pt x="217" y="335"/>
                    <a:pt x="223" y="324"/>
                    <a:pt x="223" y="309"/>
                  </a:cubicBezTo>
                  <a:cubicBezTo>
                    <a:pt x="223" y="299"/>
                    <a:pt x="222" y="289"/>
                    <a:pt x="217" y="282"/>
                  </a:cubicBezTo>
                  <a:cubicBezTo>
                    <a:pt x="212" y="272"/>
                    <a:pt x="206" y="265"/>
                    <a:pt x="202" y="261"/>
                  </a:cubicBezTo>
                  <a:cubicBezTo>
                    <a:pt x="199" y="255"/>
                    <a:pt x="196" y="252"/>
                    <a:pt x="196" y="243"/>
                  </a:cubicBezTo>
                  <a:cubicBezTo>
                    <a:pt x="196" y="236"/>
                    <a:pt x="198" y="233"/>
                    <a:pt x="199" y="230"/>
                  </a:cubicBezTo>
                  <a:cubicBezTo>
                    <a:pt x="202" y="224"/>
                    <a:pt x="206" y="220"/>
                    <a:pt x="212" y="212"/>
                  </a:cubicBezTo>
                  <a:cubicBezTo>
                    <a:pt x="217" y="203"/>
                    <a:pt x="223" y="192"/>
                    <a:pt x="223" y="177"/>
                  </a:cubicBezTo>
                  <a:cubicBezTo>
                    <a:pt x="223" y="175"/>
                    <a:pt x="223" y="174"/>
                    <a:pt x="223" y="172"/>
                  </a:cubicBezTo>
                  <a:cubicBezTo>
                    <a:pt x="553" y="209"/>
                    <a:pt x="553" y="209"/>
                    <a:pt x="553" y="209"/>
                  </a:cubicBezTo>
                  <a:cubicBezTo>
                    <a:pt x="561" y="210"/>
                    <a:pt x="569" y="205"/>
                    <a:pt x="570" y="196"/>
                  </a:cubicBezTo>
                  <a:cubicBezTo>
                    <a:pt x="570" y="188"/>
                    <a:pt x="564" y="181"/>
                    <a:pt x="556" y="179"/>
                  </a:cubicBezTo>
                  <a:cubicBezTo>
                    <a:pt x="212" y="142"/>
                    <a:pt x="212" y="142"/>
                    <a:pt x="212" y="142"/>
                  </a:cubicBezTo>
                  <a:cubicBezTo>
                    <a:pt x="209" y="136"/>
                    <a:pt x="205" y="132"/>
                    <a:pt x="202" y="129"/>
                  </a:cubicBezTo>
                  <a:cubicBezTo>
                    <a:pt x="199" y="123"/>
                    <a:pt x="196" y="120"/>
                    <a:pt x="196" y="111"/>
                  </a:cubicBezTo>
                  <a:cubicBezTo>
                    <a:pt x="196" y="105"/>
                    <a:pt x="198" y="101"/>
                    <a:pt x="199" y="98"/>
                  </a:cubicBezTo>
                  <a:cubicBezTo>
                    <a:pt x="202" y="92"/>
                    <a:pt x="206" y="88"/>
                    <a:pt x="212" y="80"/>
                  </a:cubicBezTo>
                  <a:cubicBezTo>
                    <a:pt x="215" y="77"/>
                    <a:pt x="217" y="73"/>
                    <a:pt x="219" y="67"/>
                  </a:cubicBezTo>
                  <a:cubicBezTo>
                    <a:pt x="556" y="29"/>
                    <a:pt x="556" y="29"/>
                    <a:pt x="556" y="29"/>
                  </a:cubicBezTo>
                  <a:cubicBezTo>
                    <a:pt x="564" y="29"/>
                    <a:pt x="570" y="21"/>
                    <a:pt x="570" y="14"/>
                  </a:cubicBezTo>
                  <a:cubicBezTo>
                    <a:pt x="569" y="5"/>
                    <a:pt x="561" y="0"/>
                    <a:pt x="553" y="0"/>
                  </a:cubicBezTo>
                  <a:cubicBezTo>
                    <a:pt x="220" y="36"/>
                    <a:pt x="220" y="36"/>
                    <a:pt x="220" y="36"/>
                  </a:cubicBezTo>
                  <a:cubicBezTo>
                    <a:pt x="217" y="33"/>
                    <a:pt x="213" y="29"/>
                    <a:pt x="208" y="29"/>
                  </a:cubicBezTo>
                  <a:cubicBezTo>
                    <a:pt x="202" y="29"/>
                    <a:pt x="196" y="33"/>
                    <a:pt x="195" y="40"/>
                  </a:cubicBezTo>
                  <a:cubicBezTo>
                    <a:pt x="104" y="50"/>
                    <a:pt x="104" y="50"/>
                    <a:pt x="104" y="50"/>
                  </a:cubicBezTo>
                  <a:cubicBezTo>
                    <a:pt x="104" y="49"/>
                    <a:pt x="104" y="46"/>
                    <a:pt x="104" y="45"/>
                  </a:cubicBezTo>
                  <a:cubicBezTo>
                    <a:pt x="104" y="36"/>
                    <a:pt x="97" y="29"/>
                    <a:pt x="88" y="29"/>
                  </a:cubicBezTo>
                  <a:cubicBezTo>
                    <a:pt x="80" y="29"/>
                    <a:pt x="73" y="36"/>
                    <a:pt x="73" y="45"/>
                  </a:cubicBezTo>
                  <a:lnTo>
                    <a:pt x="73" y="45"/>
                  </a:lnTo>
                  <a:cubicBezTo>
                    <a:pt x="73" y="49"/>
                    <a:pt x="73" y="52"/>
                    <a:pt x="73" y="53"/>
                  </a:cubicBezTo>
                  <a:cubicBezTo>
                    <a:pt x="14" y="60"/>
                    <a:pt x="14" y="60"/>
                    <a:pt x="14" y="60"/>
                  </a:cubicBezTo>
                  <a:cubicBezTo>
                    <a:pt x="5" y="62"/>
                    <a:pt x="0" y="69"/>
                    <a:pt x="0" y="77"/>
                  </a:cubicBezTo>
                  <a:cubicBezTo>
                    <a:pt x="1" y="84"/>
                    <a:pt x="8" y="91"/>
                    <a:pt x="17" y="90"/>
                  </a:cubicBezTo>
                  <a:cubicBezTo>
                    <a:pt x="52" y="85"/>
                    <a:pt x="52" y="85"/>
                    <a:pt x="52" y="85"/>
                  </a:cubicBezTo>
                  <a:cubicBezTo>
                    <a:pt x="49" y="92"/>
                    <a:pt x="48" y="101"/>
                    <a:pt x="48" y="111"/>
                  </a:cubicBezTo>
                  <a:cubicBezTo>
                    <a:pt x="48" y="115"/>
                    <a:pt x="48" y="119"/>
                    <a:pt x="49" y="123"/>
                  </a:cubicBezTo>
                  <a:cubicBezTo>
                    <a:pt x="17" y="120"/>
                    <a:pt x="17" y="120"/>
                    <a:pt x="17" y="120"/>
                  </a:cubicBezTo>
                  <a:cubicBezTo>
                    <a:pt x="8" y="119"/>
                    <a:pt x="1" y="125"/>
                    <a:pt x="0" y="133"/>
                  </a:cubicBezTo>
                  <a:close/>
                  <a:moveTo>
                    <a:pt x="77" y="111"/>
                  </a:moveTo>
                  <a:lnTo>
                    <a:pt x="77" y="111"/>
                  </a:lnTo>
                  <a:cubicBezTo>
                    <a:pt x="77" y="105"/>
                    <a:pt x="78" y="101"/>
                    <a:pt x="80" y="98"/>
                  </a:cubicBezTo>
                  <a:cubicBezTo>
                    <a:pt x="81" y="92"/>
                    <a:pt x="86" y="88"/>
                    <a:pt x="91" y="81"/>
                  </a:cubicBezTo>
                  <a:cubicBezTo>
                    <a:pt x="181" y="71"/>
                    <a:pt x="181" y="71"/>
                    <a:pt x="181" y="71"/>
                  </a:cubicBezTo>
                  <a:cubicBezTo>
                    <a:pt x="180" y="73"/>
                    <a:pt x="180" y="74"/>
                    <a:pt x="178" y="76"/>
                  </a:cubicBezTo>
                  <a:cubicBezTo>
                    <a:pt x="173" y="84"/>
                    <a:pt x="167" y="95"/>
                    <a:pt x="167" y="111"/>
                  </a:cubicBezTo>
                  <a:cubicBezTo>
                    <a:pt x="167" y="120"/>
                    <a:pt x="170" y="130"/>
                    <a:pt x="173" y="137"/>
                  </a:cubicBezTo>
                  <a:lnTo>
                    <a:pt x="173" y="137"/>
                  </a:lnTo>
                  <a:cubicBezTo>
                    <a:pt x="81" y="127"/>
                    <a:pt x="81" y="127"/>
                    <a:pt x="81" y="127"/>
                  </a:cubicBezTo>
                  <a:cubicBezTo>
                    <a:pt x="78" y="123"/>
                    <a:pt x="77" y="119"/>
                    <a:pt x="77" y="1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07" name="Group 110">
            <a:extLst>
              <a:ext uri="{FF2B5EF4-FFF2-40B4-BE49-F238E27FC236}">
                <a16:creationId xmlns:a16="http://schemas.microsoft.com/office/drawing/2014/main" id="{EC56073C-8266-87D3-8556-64DCACEB4308}"/>
              </a:ext>
            </a:extLst>
          </p:cNvPr>
          <p:cNvGrpSpPr/>
          <p:nvPr/>
        </p:nvGrpSpPr>
        <p:grpSpPr>
          <a:xfrm>
            <a:off x="6759178" y="1846933"/>
            <a:ext cx="247650" cy="258763"/>
            <a:chOff x="5722938" y="3606800"/>
            <a:chExt cx="247650" cy="258763"/>
          </a:xfrm>
          <a:solidFill>
            <a:schemeClr val="accent4"/>
          </a:solidFill>
        </p:grpSpPr>
        <p:sp>
          <p:nvSpPr>
            <p:cNvPr id="108" name="Freeform 88">
              <a:extLst>
                <a:ext uri="{FF2B5EF4-FFF2-40B4-BE49-F238E27FC236}">
                  <a16:creationId xmlns:a16="http://schemas.microsoft.com/office/drawing/2014/main" id="{592CD060-367B-0352-8FC4-8CFD7F5290DC}"/>
                </a:ext>
              </a:extLst>
            </p:cNvPr>
            <p:cNvSpPr>
              <a:spLocks noChangeArrowheads="1"/>
            </p:cNvSpPr>
            <p:nvPr/>
          </p:nvSpPr>
          <p:spPr bwMode="auto">
            <a:xfrm>
              <a:off x="5819775" y="3649663"/>
              <a:ext cx="22225" cy="22225"/>
            </a:xfrm>
            <a:custGeom>
              <a:avLst/>
              <a:gdLst>
                <a:gd name="T0" fmla="*/ 29 w 60"/>
                <a:gd name="T1" fmla="*/ 60 h 61"/>
                <a:gd name="T2" fmla="*/ 29 w 60"/>
                <a:gd name="T3" fmla="*/ 60 h 61"/>
                <a:gd name="T4" fmla="*/ 59 w 60"/>
                <a:gd name="T5" fmla="*/ 29 h 61"/>
                <a:gd name="T6" fmla="*/ 29 w 60"/>
                <a:gd name="T7" fmla="*/ 0 h 61"/>
                <a:gd name="T8" fmla="*/ 0 w 60"/>
                <a:gd name="T9" fmla="*/ 29 h 61"/>
                <a:gd name="T10" fmla="*/ 29 w 60"/>
                <a:gd name="T11" fmla="*/ 60 h 61"/>
              </a:gdLst>
              <a:ahLst/>
              <a:cxnLst>
                <a:cxn ang="0">
                  <a:pos x="T0" y="T1"/>
                </a:cxn>
                <a:cxn ang="0">
                  <a:pos x="T2" y="T3"/>
                </a:cxn>
                <a:cxn ang="0">
                  <a:pos x="T4" y="T5"/>
                </a:cxn>
                <a:cxn ang="0">
                  <a:pos x="T6" y="T7"/>
                </a:cxn>
                <a:cxn ang="0">
                  <a:pos x="T8" y="T9"/>
                </a:cxn>
                <a:cxn ang="0">
                  <a:pos x="T10" y="T11"/>
                </a:cxn>
              </a:cxnLst>
              <a:rect l="0" t="0" r="r" b="b"/>
              <a:pathLst>
                <a:path w="60" h="61">
                  <a:moveTo>
                    <a:pt x="29" y="60"/>
                  </a:moveTo>
                  <a:lnTo>
                    <a:pt x="29" y="60"/>
                  </a:lnTo>
                  <a:cubicBezTo>
                    <a:pt x="46" y="60"/>
                    <a:pt x="59" y="46"/>
                    <a:pt x="59" y="29"/>
                  </a:cubicBezTo>
                  <a:cubicBezTo>
                    <a:pt x="59" y="14"/>
                    <a:pt x="46" y="0"/>
                    <a:pt x="29" y="0"/>
                  </a:cubicBezTo>
                  <a:cubicBezTo>
                    <a:pt x="12" y="0"/>
                    <a:pt x="0" y="14"/>
                    <a:pt x="0" y="29"/>
                  </a:cubicBezTo>
                  <a:cubicBezTo>
                    <a:pt x="0" y="46"/>
                    <a:pt x="12" y="60"/>
                    <a:pt x="29"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09" name="Freeform 89">
              <a:extLst>
                <a:ext uri="{FF2B5EF4-FFF2-40B4-BE49-F238E27FC236}">
                  <a16:creationId xmlns:a16="http://schemas.microsoft.com/office/drawing/2014/main" id="{B7CE51FB-2BFB-9523-DD26-309FD4BA8D9C}"/>
                </a:ext>
              </a:extLst>
            </p:cNvPr>
            <p:cNvSpPr>
              <a:spLocks noChangeArrowheads="1"/>
            </p:cNvSpPr>
            <p:nvPr/>
          </p:nvSpPr>
          <p:spPr bwMode="auto">
            <a:xfrm>
              <a:off x="5873750" y="3681413"/>
              <a:ext cx="22225" cy="22225"/>
            </a:xfrm>
            <a:custGeom>
              <a:avLst/>
              <a:gdLst>
                <a:gd name="T0" fmla="*/ 31 w 61"/>
                <a:gd name="T1" fmla="*/ 60 h 61"/>
                <a:gd name="T2" fmla="*/ 31 w 61"/>
                <a:gd name="T3" fmla="*/ 60 h 61"/>
                <a:gd name="T4" fmla="*/ 60 w 61"/>
                <a:gd name="T5" fmla="*/ 29 h 61"/>
                <a:gd name="T6" fmla="*/ 31 w 61"/>
                <a:gd name="T7" fmla="*/ 0 h 61"/>
                <a:gd name="T8" fmla="*/ 0 w 61"/>
                <a:gd name="T9" fmla="*/ 29 h 61"/>
                <a:gd name="T10" fmla="*/ 31 w 61"/>
                <a:gd name="T11" fmla="*/ 60 h 61"/>
              </a:gdLst>
              <a:ahLst/>
              <a:cxnLst>
                <a:cxn ang="0">
                  <a:pos x="T0" y="T1"/>
                </a:cxn>
                <a:cxn ang="0">
                  <a:pos x="T2" y="T3"/>
                </a:cxn>
                <a:cxn ang="0">
                  <a:pos x="T4" y="T5"/>
                </a:cxn>
                <a:cxn ang="0">
                  <a:pos x="T6" y="T7"/>
                </a:cxn>
                <a:cxn ang="0">
                  <a:pos x="T8" y="T9"/>
                </a:cxn>
                <a:cxn ang="0">
                  <a:pos x="T10" y="T11"/>
                </a:cxn>
              </a:cxnLst>
              <a:rect l="0" t="0" r="r" b="b"/>
              <a:pathLst>
                <a:path w="61" h="61">
                  <a:moveTo>
                    <a:pt x="31" y="60"/>
                  </a:moveTo>
                  <a:lnTo>
                    <a:pt x="31" y="60"/>
                  </a:lnTo>
                  <a:cubicBezTo>
                    <a:pt x="47" y="60"/>
                    <a:pt x="60" y="46"/>
                    <a:pt x="60" y="29"/>
                  </a:cubicBezTo>
                  <a:cubicBezTo>
                    <a:pt x="60" y="14"/>
                    <a:pt x="47" y="0"/>
                    <a:pt x="31" y="0"/>
                  </a:cubicBezTo>
                  <a:cubicBezTo>
                    <a:pt x="14" y="0"/>
                    <a:pt x="0" y="14"/>
                    <a:pt x="0" y="29"/>
                  </a:cubicBezTo>
                  <a:cubicBezTo>
                    <a:pt x="0" y="46"/>
                    <a:pt x="14" y="60"/>
                    <a:pt x="31" y="6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0" name="Freeform 90">
              <a:extLst>
                <a:ext uri="{FF2B5EF4-FFF2-40B4-BE49-F238E27FC236}">
                  <a16:creationId xmlns:a16="http://schemas.microsoft.com/office/drawing/2014/main" id="{F76F9E0E-8200-FA3E-3DA6-0FD68085933A}"/>
                </a:ext>
              </a:extLst>
            </p:cNvPr>
            <p:cNvSpPr>
              <a:spLocks noChangeArrowheads="1"/>
            </p:cNvSpPr>
            <p:nvPr/>
          </p:nvSpPr>
          <p:spPr bwMode="auto">
            <a:xfrm>
              <a:off x="5797550" y="3703638"/>
              <a:ext cx="22225" cy="22225"/>
            </a:xfrm>
            <a:custGeom>
              <a:avLst/>
              <a:gdLst>
                <a:gd name="T0" fmla="*/ 30 w 62"/>
                <a:gd name="T1" fmla="*/ 59 h 60"/>
                <a:gd name="T2" fmla="*/ 30 w 62"/>
                <a:gd name="T3" fmla="*/ 59 h 60"/>
                <a:gd name="T4" fmla="*/ 61 w 62"/>
                <a:gd name="T5" fmla="*/ 30 h 60"/>
                <a:gd name="T6" fmla="*/ 30 w 62"/>
                <a:gd name="T7" fmla="*/ 0 h 60"/>
                <a:gd name="T8" fmla="*/ 0 w 62"/>
                <a:gd name="T9" fmla="*/ 30 h 60"/>
                <a:gd name="T10" fmla="*/ 30 w 62"/>
                <a:gd name="T11" fmla="*/ 59 h 60"/>
              </a:gdLst>
              <a:ahLst/>
              <a:cxnLst>
                <a:cxn ang="0">
                  <a:pos x="T0" y="T1"/>
                </a:cxn>
                <a:cxn ang="0">
                  <a:pos x="T2" y="T3"/>
                </a:cxn>
                <a:cxn ang="0">
                  <a:pos x="T4" y="T5"/>
                </a:cxn>
                <a:cxn ang="0">
                  <a:pos x="T6" y="T7"/>
                </a:cxn>
                <a:cxn ang="0">
                  <a:pos x="T8" y="T9"/>
                </a:cxn>
                <a:cxn ang="0">
                  <a:pos x="T10" y="T11"/>
                </a:cxn>
              </a:cxnLst>
              <a:rect l="0" t="0" r="r" b="b"/>
              <a:pathLst>
                <a:path w="62" h="60">
                  <a:moveTo>
                    <a:pt x="30" y="59"/>
                  </a:moveTo>
                  <a:lnTo>
                    <a:pt x="30" y="59"/>
                  </a:lnTo>
                  <a:cubicBezTo>
                    <a:pt x="47" y="59"/>
                    <a:pt x="61" y="46"/>
                    <a:pt x="61" y="30"/>
                  </a:cubicBezTo>
                  <a:cubicBezTo>
                    <a:pt x="61" y="13"/>
                    <a:pt x="47" y="0"/>
                    <a:pt x="30" y="0"/>
                  </a:cubicBezTo>
                  <a:cubicBezTo>
                    <a:pt x="15" y="0"/>
                    <a:pt x="0" y="13"/>
                    <a:pt x="0" y="30"/>
                  </a:cubicBezTo>
                  <a:cubicBezTo>
                    <a:pt x="0" y="46"/>
                    <a:pt x="15" y="59"/>
                    <a:pt x="30" y="5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1" name="Freeform 91">
              <a:extLst>
                <a:ext uri="{FF2B5EF4-FFF2-40B4-BE49-F238E27FC236}">
                  <a16:creationId xmlns:a16="http://schemas.microsoft.com/office/drawing/2014/main" id="{714B76A1-2014-7E4A-3450-EE7DB8344556}"/>
                </a:ext>
              </a:extLst>
            </p:cNvPr>
            <p:cNvSpPr>
              <a:spLocks noChangeArrowheads="1"/>
            </p:cNvSpPr>
            <p:nvPr/>
          </p:nvSpPr>
          <p:spPr bwMode="auto">
            <a:xfrm>
              <a:off x="5722938" y="3606800"/>
              <a:ext cx="247650" cy="258763"/>
            </a:xfrm>
            <a:custGeom>
              <a:avLst/>
              <a:gdLst>
                <a:gd name="T0" fmla="*/ 92 w 689"/>
                <a:gd name="T1" fmla="*/ 443 h 719"/>
                <a:gd name="T2" fmla="*/ 92 w 689"/>
                <a:gd name="T3" fmla="*/ 443 h 719"/>
                <a:gd name="T4" fmla="*/ 180 w 689"/>
                <a:gd name="T5" fmla="*/ 709 h 719"/>
                <a:gd name="T6" fmla="*/ 194 w 689"/>
                <a:gd name="T7" fmla="*/ 718 h 719"/>
                <a:gd name="T8" fmla="*/ 494 w 689"/>
                <a:gd name="T9" fmla="*/ 718 h 719"/>
                <a:gd name="T10" fmla="*/ 509 w 689"/>
                <a:gd name="T11" fmla="*/ 709 h 719"/>
                <a:gd name="T12" fmla="*/ 597 w 689"/>
                <a:gd name="T13" fmla="*/ 443 h 719"/>
                <a:gd name="T14" fmla="*/ 688 w 689"/>
                <a:gd name="T15" fmla="*/ 315 h 719"/>
                <a:gd name="T16" fmla="*/ 687 w 689"/>
                <a:gd name="T17" fmla="*/ 288 h 719"/>
                <a:gd name="T18" fmla="*/ 687 w 689"/>
                <a:gd name="T19" fmla="*/ 288 h 719"/>
                <a:gd name="T20" fmla="*/ 636 w 689"/>
                <a:gd name="T21" fmla="*/ 210 h 719"/>
                <a:gd name="T22" fmla="*/ 549 w 689"/>
                <a:gd name="T23" fmla="*/ 180 h 719"/>
                <a:gd name="T24" fmla="*/ 549 w 689"/>
                <a:gd name="T25" fmla="*/ 180 h 719"/>
                <a:gd name="T26" fmla="*/ 538 w 689"/>
                <a:gd name="T27" fmla="*/ 170 h 719"/>
                <a:gd name="T28" fmla="*/ 344 w 689"/>
                <a:gd name="T29" fmla="*/ 0 h 719"/>
                <a:gd name="T30" fmla="*/ 152 w 689"/>
                <a:gd name="T31" fmla="*/ 169 h 719"/>
                <a:gd name="T32" fmla="*/ 139 w 689"/>
                <a:gd name="T33" fmla="*/ 182 h 719"/>
                <a:gd name="T34" fmla="*/ 80 w 689"/>
                <a:gd name="T35" fmla="*/ 198 h 719"/>
                <a:gd name="T36" fmla="*/ 20 w 689"/>
                <a:gd name="T37" fmla="*/ 250 h 719"/>
                <a:gd name="T38" fmla="*/ 0 w 689"/>
                <a:gd name="T39" fmla="*/ 315 h 719"/>
                <a:gd name="T40" fmla="*/ 0 w 689"/>
                <a:gd name="T41" fmla="*/ 319 h 719"/>
                <a:gd name="T42" fmla="*/ 92 w 689"/>
                <a:gd name="T43" fmla="*/ 443 h 719"/>
                <a:gd name="T44" fmla="*/ 483 w 689"/>
                <a:gd name="T45" fmla="*/ 687 h 719"/>
                <a:gd name="T46" fmla="*/ 483 w 689"/>
                <a:gd name="T47" fmla="*/ 687 h 719"/>
                <a:gd name="T48" fmla="*/ 205 w 689"/>
                <a:gd name="T49" fmla="*/ 687 h 719"/>
                <a:gd name="T50" fmla="*/ 125 w 689"/>
                <a:gd name="T51" fmla="*/ 448 h 719"/>
                <a:gd name="T52" fmla="*/ 135 w 689"/>
                <a:gd name="T53" fmla="*/ 450 h 719"/>
                <a:gd name="T54" fmla="*/ 553 w 689"/>
                <a:gd name="T55" fmla="*/ 450 h 719"/>
                <a:gd name="T56" fmla="*/ 563 w 689"/>
                <a:gd name="T57" fmla="*/ 448 h 719"/>
                <a:gd name="T58" fmla="*/ 483 w 689"/>
                <a:gd name="T59" fmla="*/ 687 h 719"/>
                <a:gd name="T60" fmla="*/ 30 w 689"/>
                <a:gd name="T61" fmla="*/ 318 h 719"/>
                <a:gd name="T62" fmla="*/ 30 w 689"/>
                <a:gd name="T63" fmla="*/ 318 h 719"/>
                <a:gd name="T64" fmla="*/ 30 w 689"/>
                <a:gd name="T65" fmla="*/ 315 h 719"/>
                <a:gd name="T66" fmla="*/ 45 w 689"/>
                <a:gd name="T67" fmla="*/ 267 h 719"/>
                <a:gd name="T68" fmla="*/ 94 w 689"/>
                <a:gd name="T69" fmla="*/ 225 h 719"/>
                <a:gd name="T70" fmla="*/ 142 w 689"/>
                <a:gd name="T71" fmla="*/ 211 h 719"/>
                <a:gd name="T72" fmla="*/ 181 w 689"/>
                <a:gd name="T73" fmla="*/ 173 h 719"/>
                <a:gd name="T74" fmla="*/ 344 w 689"/>
                <a:gd name="T75" fmla="*/ 30 h 719"/>
                <a:gd name="T76" fmla="*/ 507 w 689"/>
                <a:gd name="T77" fmla="*/ 175 h 719"/>
                <a:gd name="T78" fmla="*/ 549 w 689"/>
                <a:gd name="T79" fmla="*/ 210 h 719"/>
                <a:gd name="T80" fmla="*/ 549 w 689"/>
                <a:gd name="T81" fmla="*/ 210 h 719"/>
                <a:gd name="T82" fmla="*/ 549 w 689"/>
                <a:gd name="T83" fmla="*/ 210 h 719"/>
                <a:gd name="T84" fmla="*/ 618 w 689"/>
                <a:gd name="T85" fmla="*/ 234 h 719"/>
                <a:gd name="T86" fmla="*/ 657 w 689"/>
                <a:gd name="T87" fmla="*/ 294 h 719"/>
                <a:gd name="T88" fmla="*/ 657 w 689"/>
                <a:gd name="T89" fmla="*/ 294 h 719"/>
                <a:gd name="T90" fmla="*/ 659 w 689"/>
                <a:gd name="T91" fmla="*/ 315 h 719"/>
                <a:gd name="T92" fmla="*/ 628 w 689"/>
                <a:gd name="T93" fmla="*/ 389 h 719"/>
                <a:gd name="T94" fmla="*/ 553 w 689"/>
                <a:gd name="T95" fmla="*/ 419 h 719"/>
                <a:gd name="T96" fmla="*/ 135 w 689"/>
                <a:gd name="T97" fmla="*/ 419 h 719"/>
                <a:gd name="T98" fmla="*/ 30 w 689"/>
                <a:gd name="T99" fmla="*/ 318 h 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689" h="719">
                  <a:moveTo>
                    <a:pt x="92" y="443"/>
                  </a:moveTo>
                  <a:lnTo>
                    <a:pt x="92" y="443"/>
                  </a:lnTo>
                  <a:cubicBezTo>
                    <a:pt x="180" y="709"/>
                    <a:pt x="180" y="709"/>
                    <a:pt x="180" y="709"/>
                  </a:cubicBezTo>
                  <a:cubicBezTo>
                    <a:pt x="183" y="714"/>
                    <a:pt x="188" y="718"/>
                    <a:pt x="194" y="718"/>
                  </a:cubicBezTo>
                  <a:cubicBezTo>
                    <a:pt x="494" y="718"/>
                    <a:pt x="494" y="718"/>
                    <a:pt x="494" y="718"/>
                  </a:cubicBezTo>
                  <a:cubicBezTo>
                    <a:pt x="500" y="718"/>
                    <a:pt x="506" y="714"/>
                    <a:pt x="509" y="709"/>
                  </a:cubicBezTo>
                  <a:cubicBezTo>
                    <a:pt x="597" y="443"/>
                    <a:pt x="597" y="443"/>
                    <a:pt x="597" y="443"/>
                  </a:cubicBezTo>
                  <a:cubicBezTo>
                    <a:pt x="650" y="424"/>
                    <a:pt x="688" y="374"/>
                    <a:pt x="688" y="315"/>
                  </a:cubicBezTo>
                  <a:cubicBezTo>
                    <a:pt x="688" y="305"/>
                    <a:pt x="688" y="297"/>
                    <a:pt x="687" y="288"/>
                  </a:cubicBezTo>
                  <a:lnTo>
                    <a:pt x="687" y="288"/>
                  </a:lnTo>
                  <a:cubicBezTo>
                    <a:pt x="680" y="256"/>
                    <a:pt x="662" y="228"/>
                    <a:pt x="636" y="210"/>
                  </a:cubicBezTo>
                  <a:cubicBezTo>
                    <a:pt x="612" y="190"/>
                    <a:pt x="582" y="180"/>
                    <a:pt x="549" y="180"/>
                  </a:cubicBezTo>
                  <a:lnTo>
                    <a:pt x="549" y="180"/>
                  </a:lnTo>
                  <a:cubicBezTo>
                    <a:pt x="544" y="180"/>
                    <a:pt x="538" y="176"/>
                    <a:pt x="538" y="170"/>
                  </a:cubicBezTo>
                  <a:cubicBezTo>
                    <a:pt x="525" y="75"/>
                    <a:pt x="444" y="0"/>
                    <a:pt x="344" y="0"/>
                  </a:cubicBezTo>
                  <a:cubicBezTo>
                    <a:pt x="246" y="0"/>
                    <a:pt x="165" y="73"/>
                    <a:pt x="152" y="169"/>
                  </a:cubicBezTo>
                  <a:cubicBezTo>
                    <a:pt x="151" y="176"/>
                    <a:pt x="145" y="180"/>
                    <a:pt x="139" y="182"/>
                  </a:cubicBezTo>
                  <a:cubicBezTo>
                    <a:pt x="124" y="183"/>
                    <a:pt x="103" y="187"/>
                    <a:pt x="80" y="198"/>
                  </a:cubicBezTo>
                  <a:cubicBezTo>
                    <a:pt x="59" y="208"/>
                    <a:pt x="37" y="225"/>
                    <a:pt x="20" y="250"/>
                  </a:cubicBezTo>
                  <a:cubicBezTo>
                    <a:pt x="7" y="270"/>
                    <a:pt x="0" y="292"/>
                    <a:pt x="0" y="315"/>
                  </a:cubicBezTo>
                  <a:cubicBezTo>
                    <a:pt x="0" y="316"/>
                    <a:pt x="0" y="318"/>
                    <a:pt x="0" y="319"/>
                  </a:cubicBezTo>
                  <a:cubicBezTo>
                    <a:pt x="2" y="377"/>
                    <a:pt x="40" y="424"/>
                    <a:pt x="92" y="443"/>
                  </a:cubicBezTo>
                  <a:close/>
                  <a:moveTo>
                    <a:pt x="483" y="687"/>
                  </a:moveTo>
                  <a:lnTo>
                    <a:pt x="483" y="687"/>
                  </a:lnTo>
                  <a:cubicBezTo>
                    <a:pt x="205" y="687"/>
                    <a:pt x="205" y="687"/>
                    <a:pt x="205" y="687"/>
                  </a:cubicBezTo>
                  <a:cubicBezTo>
                    <a:pt x="125" y="448"/>
                    <a:pt x="125" y="448"/>
                    <a:pt x="125" y="448"/>
                  </a:cubicBezTo>
                  <a:cubicBezTo>
                    <a:pt x="128" y="450"/>
                    <a:pt x="131" y="450"/>
                    <a:pt x="135" y="450"/>
                  </a:cubicBezTo>
                  <a:cubicBezTo>
                    <a:pt x="553" y="450"/>
                    <a:pt x="553" y="450"/>
                    <a:pt x="553" y="450"/>
                  </a:cubicBezTo>
                  <a:cubicBezTo>
                    <a:pt x="558" y="450"/>
                    <a:pt x="560" y="450"/>
                    <a:pt x="563" y="448"/>
                  </a:cubicBezTo>
                  <a:lnTo>
                    <a:pt x="483" y="687"/>
                  </a:lnTo>
                  <a:close/>
                  <a:moveTo>
                    <a:pt x="30" y="318"/>
                  </a:moveTo>
                  <a:lnTo>
                    <a:pt x="30" y="318"/>
                  </a:lnTo>
                  <a:cubicBezTo>
                    <a:pt x="30" y="315"/>
                    <a:pt x="30" y="315"/>
                    <a:pt x="30" y="315"/>
                  </a:cubicBezTo>
                  <a:cubicBezTo>
                    <a:pt x="30" y="298"/>
                    <a:pt x="35" y="281"/>
                    <a:pt x="45" y="267"/>
                  </a:cubicBezTo>
                  <a:cubicBezTo>
                    <a:pt x="59" y="246"/>
                    <a:pt x="76" y="234"/>
                    <a:pt x="94" y="225"/>
                  </a:cubicBezTo>
                  <a:cubicBezTo>
                    <a:pt x="111" y="217"/>
                    <a:pt x="129" y="212"/>
                    <a:pt x="142" y="211"/>
                  </a:cubicBezTo>
                  <a:cubicBezTo>
                    <a:pt x="163" y="208"/>
                    <a:pt x="179" y="193"/>
                    <a:pt x="181" y="173"/>
                  </a:cubicBezTo>
                  <a:cubicBezTo>
                    <a:pt x="191" y="92"/>
                    <a:pt x="261" y="30"/>
                    <a:pt x="344" y="30"/>
                  </a:cubicBezTo>
                  <a:cubicBezTo>
                    <a:pt x="428" y="30"/>
                    <a:pt x="497" y="93"/>
                    <a:pt x="507" y="175"/>
                  </a:cubicBezTo>
                  <a:cubicBezTo>
                    <a:pt x="510" y="194"/>
                    <a:pt x="528" y="210"/>
                    <a:pt x="549" y="210"/>
                  </a:cubicBezTo>
                  <a:lnTo>
                    <a:pt x="549" y="210"/>
                  </a:lnTo>
                  <a:lnTo>
                    <a:pt x="549" y="210"/>
                  </a:lnTo>
                  <a:cubicBezTo>
                    <a:pt x="575" y="210"/>
                    <a:pt x="600" y="218"/>
                    <a:pt x="618" y="234"/>
                  </a:cubicBezTo>
                  <a:cubicBezTo>
                    <a:pt x="638" y="248"/>
                    <a:pt x="652" y="269"/>
                    <a:pt x="657" y="294"/>
                  </a:cubicBezTo>
                  <a:lnTo>
                    <a:pt x="657" y="294"/>
                  </a:lnTo>
                  <a:cubicBezTo>
                    <a:pt x="659" y="301"/>
                    <a:pt x="659" y="308"/>
                    <a:pt x="659" y="315"/>
                  </a:cubicBezTo>
                  <a:cubicBezTo>
                    <a:pt x="659" y="343"/>
                    <a:pt x="648" y="370"/>
                    <a:pt x="628" y="389"/>
                  </a:cubicBezTo>
                  <a:cubicBezTo>
                    <a:pt x="610" y="408"/>
                    <a:pt x="583" y="419"/>
                    <a:pt x="553" y="419"/>
                  </a:cubicBezTo>
                  <a:cubicBezTo>
                    <a:pt x="135" y="419"/>
                    <a:pt x="135" y="419"/>
                    <a:pt x="135" y="419"/>
                  </a:cubicBezTo>
                  <a:cubicBezTo>
                    <a:pt x="77" y="419"/>
                    <a:pt x="31" y="374"/>
                    <a:pt x="30" y="31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2" name="Freeform 92">
              <a:extLst>
                <a:ext uri="{FF2B5EF4-FFF2-40B4-BE49-F238E27FC236}">
                  <a16:creationId xmlns:a16="http://schemas.microsoft.com/office/drawing/2014/main" id="{B3471DA0-18E5-21C2-D48D-E97B6B3B6126}"/>
                </a:ext>
              </a:extLst>
            </p:cNvPr>
            <p:cNvSpPr>
              <a:spLocks noChangeArrowheads="1"/>
            </p:cNvSpPr>
            <p:nvPr/>
          </p:nvSpPr>
          <p:spPr bwMode="auto">
            <a:xfrm>
              <a:off x="5722938" y="37211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13" name="Freeform 93">
            <a:extLst>
              <a:ext uri="{FF2B5EF4-FFF2-40B4-BE49-F238E27FC236}">
                <a16:creationId xmlns:a16="http://schemas.microsoft.com/office/drawing/2014/main" id="{0233B484-B5F6-6DD8-5EA7-78902E954465}"/>
              </a:ext>
            </a:extLst>
          </p:cNvPr>
          <p:cNvSpPr>
            <a:spLocks noChangeArrowheads="1"/>
          </p:cNvSpPr>
          <p:nvPr/>
        </p:nvSpPr>
        <p:spPr bwMode="auto">
          <a:xfrm>
            <a:off x="5201840" y="2848645"/>
            <a:ext cx="257175" cy="258763"/>
          </a:xfrm>
          <a:custGeom>
            <a:avLst/>
            <a:gdLst>
              <a:gd name="T0" fmla="*/ 646 w 716"/>
              <a:gd name="T1" fmla="*/ 501 h 717"/>
              <a:gd name="T2" fmla="*/ 595 w 716"/>
              <a:gd name="T3" fmla="*/ 523 h 717"/>
              <a:gd name="T4" fmla="*/ 504 w 716"/>
              <a:gd name="T5" fmla="*/ 397 h 717"/>
              <a:gd name="T6" fmla="*/ 373 w 716"/>
              <a:gd name="T7" fmla="*/ 98 h 717"/>
              <a:gd name="T8" fmla="*/ 50 w 716"/>
              <a:gd name="T9" fmla="*/ 52 h 717"/>
              <a:gd name="T10" fmla="*/ 97 w 716"/>
              <a:gd name="T11" fmla="*/ 373 h 717"/>
              <a:gd name="T12" fmla="*/ 396 w 716"/>
              <a:gd name="T13" fmla="*/ 504 h 717"/>
              <a:gd name="T14" fmla="*/ 522 w 716"/>
              <a:gd name="T15" fmla="*/ 595 h 717"/>
              <a:gd name="T16" fmla="*/ 500 w 716"/>
              <a:gd name="T17" fmla="*/ 645 h 717"/>
              <a:gd name="T18" fmla="*/ 569 w 716"/>
              <a:gd name="T19" fmla="*/ 714 h 717"/>
              <a:gd name="T20" fmla="*/ 637 w 716"/>
              <a:gd name="T21" fmla="*/ 645 h 717"/>
              <a:gd name="T22" fmla="*/ 646 w 716"/>
              <a:gd name="T23" fmla="*/ 638 h 717"/>
              <a:gd name="T24" fmla="*/ 715 w 716"/>
              <a:gd name="T25" fmla="*/ 570 h 717"/>
              <a:gd name="T26" fmla="*/ 646 w 716"/>
              <a:gd name="T27" fmla="*/ 501 h 717"/>
              <a:gd name="T28" fmla="*/ 257 w 716"/>
              <a:gd name="T29" fmla="*/ 442 h 717"/>
              <a:gd name="T30" fmla="*/ 29 w 716"/>
              <a:gd name="T31" fmla="*/ 174 h 717"/>
              <a:gd name="T32" fmla="*/ 173 w 716"/>
              <a:gd name="T33" fmla="*/ 30 h 717"/>
              <a:gd name="T34" fmla="*/ 442 w 716"/>
              <a:gd name="T35" fmla="*/ 258 h 717"/>
              <a:gd name="T36" fmla="*/ 469 w 716"/>
              <a:gd name="T37" fmla="*/ 435 h 717"/>
              <a:gd name="T38" fmla="*/ 434 w 716"/>
              <a:gd name="T39" fmla="*/ 470 h 717"/>
              <a:gd name="T40" fmla="*/ 257 w 716"/>
              <a:gd name="T41" fmla="*/ 442 h 717"/>
              <a:gd name="T42" fmla="*/ 672 w 716"/>
              <a:gd name="T43" fmla="*/ 598 h 717"/>
              <a:gd name="T44" fmla="*/ 618 w 716"/>
              <a:gd name="T45" fmla="*/ 598 h 717"/>
              <a:gd name="T46" fmla="*/ 618 w 716"/>
              <a:gd name="T47" fmla="*/ 598 h 717"/>
              <a:gd name="T48" fmla="*/ 614 w 716"/>
              <a:gd name="T49" fmla="*/ 594 h 717"/>
              <a:gd name="T50" fmla="*/ 597 w 716"/>
              <a:gd name="T51" fmla="*/ 598 h 717"/>
              <a:gd name="T52" fmla="*/ 592 w 716"/>
              <a:gd name="T53" fmla="*/ 608 h 717"/>
              <a:gd name="T54" fmla="*/ 592 w 716"/>
              <a:gd name="T55" fmla="*/ 609 h 717"/>
              <a:gd name="T56" fmla="*/ 597 w 716"/>
              <a:gd name="T57" fmla="*/ 617 h 717"/>
              <a:gd name="T58" fmla="*/ 597 w 716"/>
              <a:gd name="T59" fmla="*/ 619 h 717"/>
              <a:gd name="T60" fmla="*/ 608 w 716"/>
              <a:gd name="T61" fmla="*/ 645 h 717"/>
              <a:gd name="T62" fmla="*/ 569 w 716"/>
              <a:gd name="T63" fmla="*/ 685 h 717"/>
              <a:gd name="T64" fmla="*/ 531 w 716"/>
              <a:gd name="T65" fmla="*/ 645 h 717"/>
              <a:gd name="T66" fmla="*/ 553 w 716"/>
              <a:gd name="T67" fmla="*/ 610 h 717"/>
              <a:gd name="T68" fmla="*/ 556 w 716"/>
              <a:gd name="T69" fmla="*/ 586 h 717"/>
              <a:gd name="T70" fmla="*/ 479 w 716"/>
              <a:gd name="T71" fmla="*/ 478 h 717"/>
              <a:gd name="T72" fmla="*/ 587 w 716"/>
              <a:gd name="T73" fmla="*/ 557 h 717"/>
              <a:gd name="T74" fmla="*/ 611 w 716"/>
              <a:gd name="T75" fmla="*/ 554 h 717"/>
              <a:gd name="T76" fmla="*/ 646 w 716"/>
              <a:gd name="T77" fmla="*/ 530 h 717"/>
              <a:gd name="T78" fmla="*/ 684 w 716"/>
              <a:gd name="T79" fmla="*/ 570 h 7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6" h="717">
                <a:moveTo>
                  <a:pt x="646" y="501"/>
                </a:moveTo>
                <a:lnTo>
                  <a:pt x="646" y="501"/>
                </a:lnTo>
                <a:cubicBezTo>
                  <a:pt x="628" y="501"/>
                  <a:pt x="611" y="508"/>
                  <a:pt x="597" y="521"/>
                </a:cubicBezTo>
                <a:cubicBezTo>
                  <a:pt x="595" y="522"/>
                  <a:pt x="595" y="522"/>
                  <a:pt x="595" y="523"/>
                </a:cubicBezTo>
                <a:cubicBezTo>
                  <a:pt x="500" y="429"/>
                  <a:pt x="500" y="429"/>
                  <a:pt x="500" y="429"/>
                </a:cubicBezTo>
                <a:cubicBezTo>
                  <a:pt x="503" y="419"/>
                  <a:pt x="504" y="408"/>
                  <a:pt x="504" y="397"/>
                </a:cubicBezTo>
                <a:cubicBezTo>
                  <a:pt x="504" y="352"/>
                  <a:pt x="491" y="300"/>
                  <a:pt x="469" y="247"/>
                </a:cubicBezTo>
                <a:cubicBezTo>
                  <a:pt x="448" y="193"/>
                  <a:pt x="416" y="140"/>
                  <a:pt x="373" y="98"/>
                </a:cubicBezTo>
                <a:cubicBezTo>
                  <a:pt x="306" y="32"/>
                  <a:pt x="236" y="0"/>
                  <a:pt x="173" y="0"/>
                </a:cubicBezTo>
                <a:cubicBezTo>
                  <a:pt x="126" y="0"/>
                  <a:pt x="83" y="18"/>
                  <a:pt x="50" y="52"/>
                </a:cubicBezTo>
                <a:cubicBezTo>
                  <a:pt x="17" y="84"/>
                  <a:pt x="0" y="126"/>
                  <a:pt x="0" y="174"/>
                </a:cubicBezTo>
                <a:cubicBezTo>
                  <a:pt x="0" y="237"/>
                  <a:pt x="31" y="307"/>
                  <a:pt x="97" y="373"/>
                </a:cubicBezTo>
                <a:cubicBezTo>
                  <a:pt x="139" y="415"/>
                  <a:pt x="192" y="448"/>
                  <a:pt x="246" y="470"/>
                </a:cubicBezTo>
                <a:cubicBezTo>
                  <a:pt x="299" y="492"/>
                  <a:pt x="352" y="504"/>
                  <a:pt x="396" y="504"/>
                </a:cubicBezTo>
                <a:cubicBezTo>
                  <a:pt x="407" y="504"/>
                  <a:pt x="418" y="502"/>
                  <a:pt x="428" y="501"/>
                </a:cubicBezTo>
                <a:cubicBezTo>
                  <a:pt x="522" y="595"/>
                  <a:pt x="522" y="595"/>
                  <a:pt x="522" y="595"/>
                </a:cubicBezTo>
                <a:cubicBezTo>
                  <a:pt x="522" y="596"/>
                  <a:pt x="521" y="596"/>
                  <a:pt x="521" y="598"/>
                </a:cubicBezTo>
                <a:cubicBezTo>
                  <a:pt x="507" y="610"/>
                  <a:pt x="500" y="629"/>
                  <a:pt x="500" y="645"/>
                </a:cubicBezTo>
                <a:cubicBezTo>
                  <a:pt x="500" y="664"/>
                  <a:pt x="507" y="682"/>
                  <a:pt x="521" y="695"/>
                </a:cubicBezTo>
                <a:cubicBezTo>
                  <a:pt x="533" y="709"/>
                  <a:pt x="552" y="716"/>
                  <a:pt x="569" y="714"/>
                </a:cubicBezTo>
                <a:cubicBezTo>
                  <a:pt x="587" y="716"/>
                  <a:pt x="605" y="709"/>
                  <a:pt x="618" y="695"/>
                </a:cubicBezTo>
                <a:cubicBezTo>
                  <a:pt x="632" y="682"/>
                  <a:pt x="637" y="664"/>
                  <a:pt x="637" y="645"/>
                </a:cubicBezTo>
                <a:cubicBezTo>
                  <a:pt x="637" y="643"/>
                  <a:pt x="637" y="641"/>
                  <a:pt x="637" y="638"/>
                </a:cubicBezTo>
                <a:cubicBezTo>
                  <a:pt x="640" y="638"/>
                  <a:pt x="643" y="638"/>
                  <a:pt x="646" y="638"/>
                </a:cubicBezTo>
                <a:cubicBezTo>
                  <a:pt x="663" y="638"/>
                  <a:pt x="681" y="631"/>
                  <a:pt x="694" y="619"/>
                </a:cubicBezTo>
                <a:cubicBezTo>
                  <a:pt x="708" y="605"/>
                  <a:pt x="715" y="588"/>
                  <a:pt x="715" y="570"/>
                </a:cubicBezTo>
                <a:cubicBezTo>
                  <a:pt x="715" y="553"/>
                  <a:pt x="708" y="535"/>
                  <a:pt x="694" y="521"/>
                </a:cubicBezTo>
                <a:cubicBezTo>
                  <a:pt x="681" y="508"/>
                  <a:pt x="663" y="501"/>
                  <a:pt x="646" y="501"/>
                </a:cubicBezTo>
                <a:close/>
                <a:moveTo>
                  <a:pt x="257" y="442"/>
                </a:moveTo>
                <a:lnTo>
                  <a:pt x="257" y="442"/>
                </a:lnTo>
                <a:cubicBezTo>
                  <a:pt x="208" y="422"/>
                  <a:pt x="157" y="391"/>
                  <a:pt x="119" y="352"/>
                </a:cubicBezTo>
                <a:cubicBezTo>
                  <a:pt x="56" y="290"/>
                  <a:pt x="29" y="227"/>
                  <a:pt x="29" y="174"/>
                </a:cubicBezTo>
                <a:cubicBezTo>
                  <a:pt x="29" y="134"/>
                  <a:pt x="43" y="99"/>
                  <a:pt x="72" y="73"/>
                </a:cubicBezTo>
                <a:cubicBezTo>
                  <a:pt x="98" y="45"/>
                  <a:pt x="133" y="30"/>
                  <a:pt x="173" y="30"/>
                </a:cubicBezTo>
                <a:cubicBezTo>
                  <a:pt x="226" y="30"/>
                  <a:pt x="289" y="57"/>
                  <a:pt x="351" y="119"/>
                </a:cubicBezTo>
                <a:cubicBezTo>
                  <a:pt x="390" y="158"/>
                  <a:pt x="421" y="207"/>
                  <a:pt x="442" y="258"/>
                </a:cubicBezTo>
                <a:cubicBezTo>
                  <a:pt x="463" y="308"/>
                  <a:pt x="473" y="358"/>
                  <a:pt x="473" y="397"/>
                </a:cubicBezTo>
                <a:cubicBezTo>
                  <a:pt x="473" y="411"/>
                  <a:pt x="472" y="425"/>
                  <a:pt x="469" y="435"/>
                </a:cubicBezTo>
                <a:cubicBezTo>
                  <a:pt x="466" y="445"/>
                  <a:pt x="462" y="453"/>
                  <a:pt x="456" y="457"/>
                </a:cubicBezTo>
                <a:cubicBezTo>
                  <a:pt x="452" y="463"/>
                  <a:pt x="445" y="467"/>
                  <a:pt x="434" y="470"/>
                </a:cubicBezTo>
                <a:cubicBezTo>
                  <a:pt x="424" y="473"/>
                  <a:pt x="411" y="474"/>
                  <a:pt x="396" y="474"/>
                </a:cubicBezTo>
                <a:cubicBezTo>
                  <a:pt x="358" y="474"/>
                  <a:pt x="307" y="463"/>
                  <a:pt x="257" y="442"/>
                </a:cubicBezTo>
                <a:close/>
                <a:moveTo>
                  <a:pt x="672" y="598"/>
                </a:moveTo>
                <a:lnTo>
                  <a:pt x="672" y="598"/>
                </a:lnTo>
                <a:cubicBezTo>
                  <a:pt x="665" y="605"/>
                  <a:pt x="656" y="609"/>
                  <a:pt x="646" y="609"/>
                </a:cubicBezTo>
                <a:cubicBezTo>
                  <a:pt x="636" y="609"/>
                  <a:pt x="626" y="605"/>
                  <a:pt x="618" y="598"/>
                </a:cubicBezTo>
                <a:lnTo>
                  <a:pt x="618" y="598"/>
                </a:lnTo>
                <a:lnTo>
                  <a:pt x="618" y="598"/>
                </a:lnTo>
                <a:cubicBezTo>
                  <a:pt x="618" y="598"/>
                  <a:pt x="618" y="598"/>
                  <a:pt x="618" y="596"/>
                </a:cubicBezTo>
                <a:cubicBezTo>
                  <a:pt x="616" y="596"/>
                  <a:pt x="615" y="595"/>
                  <a:pt x="614" y="594"/>
                </a:cubicBezTo>
                <a:cubicBezTo>
                  <a:pt x="609" y="592"/>
                  <a:pt x="605" y="592"/>
                  <a:pt x="601" y="594"/>
                </a:cubicBezTo>
                <a:cubicBezTo>
                  <a:pt x="599" y="595"/>
                  <a:pt x="598" y="596"/>
                  <a:pt x="597" y="598"/>
                </a:cubicBezTo>
                <a:cubicBezTo>
                  <a:pt x="595" y="599"/>
                  <a:pt x="594" y="601"/>
                  <a:pt x="594" y="602"/>
                </a:cubicBezTo>
                <a:cubicBezTo>
                  <a:pt x="592" y="603"/>
                  <a:pt x="592" y="606"/>
                  <a:pt x="592" y="608"/>
                </a:cubicBezTo>
                <a:lnTo>
                  <a:pt x="592" y="608"/>
                </a:lnTo>
                <a:cubicBezTo>
                  <a:pt x="592" y="608"/>
                  <a:pt x="592" y="608"/>
                  <a:pt x="592" y="609"/>
                </a:cubicBezTo>
                <a:cubicBezTo>
                  <a:pt x="592" y="610"/>
                  <a:pt x="592" y="612"/>
                  <a:pt x="594" y="613"/>
                </a:cubicBezTo>
                <a:cubicBezTo>
                  <a:pt x="594" y="615"/>
                  <a:pt x="595" y="617"/>
                  <a:pt x="597" y="617"/>
                </a:cubicBezTo>
                <a:cubicBezTo>
                  <a:pt x="597" y="619"/>
                  <a:pt x="597" y="619"/>
                  <a:pt x="597" y="619"/>
                </a:cubicBezTo>
                <a:lnTo>
                  <a:pt x="597" y="619"/>
                </a:lnTo>
                <a:lnTo>
                  <a:pt x="597" y="619"/>
                </a:lnTo>
                <a:cubicBezTo>
                  <a:pt x="604" y="626"/>
                  <a:pt x="608" y="636"/>
                  <a:pt x="608" y="645"/>
                </a:cubicBezTo>
                <a:cubicBezTo>
                  <a:pt x="608" y="657"/>
                  <a:pt x="604" y="667"/>
                  <a:pt x="597" y="674"/>
                </a:cubicBezTo>
                <a:cubicBezTo>
                  <a:pt x="590" y="681"/>
                  <a:pt x="578" y="685"/>
                  <a:pt x="569" y="685"/>
                </a:cubicBezTo>
                <a:cubicBezTo>
                  <a:pt x="559" y="685"/>
                  <a:pt x="549" y="681"/>
                  <a:pt x="542" y="674"/>
                </a:cubicBezTo>
                <a:cubicBezTo>
                  <a:pt x="533" y="667"/>
                  <a:pt x="531" y="657"/>
                  <a:pt x="531" y="645"/>
                </a:cubicBezTo>
                <a:cubicBezTo>
                  <a:pt x="531" y="636"/>
                  <a:pt x="533" y="626"/>
                  <a:pt x="542" y="619"/>
                </a:cubicBezTo>
                <a:cubicBezTo>
                  <a:pt x="545" y="616"/>
                  <a:pt x="548" y="613"/>
                  <a:pt x="553" y="610"/>
                </a:cubicBezTo>
                <a:cubicBezTo>
                  <a:pt x="557" y="609"/>
                  <a:pt x="560" y="605"/>
                  <a:pt x="560" y="599"/>
                </a:cubicBezTo>
                <a:cubicBezTo>
                  <a:pt x="562" y="595"/>
                  <a:pt x="560" y="591"/>
                  <a:pt x="556" y="586"/>
                </a:cubicBezTo>
                <a:cubicBezTo>
                  <a:pt x="460" y="491"/>
                  <a:pt x="460" y="491"/>
                  <a:pt x="460" y="491"/>
                </a:cubicBezTo>
                <a:cubicBezTo>
                  <a:pt x="467" y="488"/>
                  <a:pt x="473" y="484"/>
                  <a:pt x="479" y="478"/>
                </a:cubicBezTo>
                <a:cubicBezTo>
                  <a:pt x="483" y="474"/>
                  <a:pt x="487" y="467"/>
                  <a:pt x="490" y="462"/>
                </a:cubicBezTo>
                <a:cubicBezTo>
                  <a:pt x="587" y="557"/>
                  <a:pt x="587" y="557"/>
                  <a:pt x="587" y="557"/>
                </a:cubicBezTo>
                <a:cubicBezTo>
                  <a:pt x="590" y="561"/>
                  <a:pt x="594" y="563"/>
                  <a:pt x="599" y="561"/>
                </a:cubicBezTo>
                <a:cubicBezTo>
                  <a:pt x="604" y="561"/>
                  <a:pt x="608" y="558"/>
                  <a:pt x="611" y="554"/>
                </a:cubicBezTo>
                <a:cubicBezTo>
                  <a:pt x="612" y="549"/>
                  <a:pt x="615" y="546"/>
                  <a:pt x="618" y="542"/>
                </a:cubicBezTo>
                <a:cubicBezTo>
                  <a:pt x="626" y="535"/>
                  <a:pt x="636" y="530"/>
                  <a:pt x="646" y="530"/>
                </a:cubicBezTo>
                <a:cubicBezTo>
                  <a:pt x="656" y="530"/>
                  <a:pt x="665" y="535"/>
                  <a:pt x="672" y="542"/>
                </a:cubicBezTo>
                <a:cubicBezTo>
                  <a:pt x="681" y="550"/>
                  <a:pt x="684" y="560"/>
                  <a:pt x="684" y="570"/>
                </a:cubicBezTo>
                <a:cubicBezTo>
                  <a:pt x="684" y="579"/>
                  <a:pt x="681" y="589"/>
                  <a:pt x="672" y="598"/>
                </a:cubicBezTo>
                <a:close/>
              </a:path>
            </a:pathLst>
          </a:custGeom>
          <a:solidFill>
            <a:schemeClr val="accent4"/>
          </a:solidFill>
          <a:ln>
            <a:noFill/>
          </a:ln>
          <a:effectLst/>
        </p:spPr>
        <p:txBody>
          <a:bodyPr wrap="none" anchor="ctr"/>
          <a:lstStyle/>
          <a:p>
            <a:endParaRPr lang="da-DK"/>
          </a:p>
        </p:txBody>
      </p:sp>
      <p:sp>
        <p:nvSpPr>
          <p:cNvPr id="114" name="Freeform 94">
            <a:extLst>
              <a:ext uri="{FF2B5EF4-FFF2-40B4-BE49-F238E27FC236}">
                <a16:creationId xmlns:a16="http://schemas.microsoft.com/office/drawing/2014/main" id="{35FF26E4-E3E9-30CA-157E-8BFFFDB7917F}"/>
              </a:ext>
            </a:extLst>
          </p:cNvPr>
          <p:cNvSpPr>
            <a:spLocks noChangeArrowheads="1"/>
          </p:cNvSpPr>
          <p:nvPr/>
        </p:nvSpPr>
        <p:spPr bwMode="auto">
          <a:xfrm>
            <a:off x="6238478" y="1401639"/>
            <a:ext cx="306387" cy="134937"/>
          </a:xfrm>
          <a:custGeom>
            <a:avLst/>
            <a:gdLst>
              <a:gd name="T0" fmla="*/ 850 w 852"/>
              <a:gd name="T1" fmla="*/ 319 h 376"/>
              <a:gd name="T2" fmla="*/ 850 w 852"/>
              <a:gd name="T3" fmla="*/ 319 h 376"/>
              <a:gd name="T4" fmla="*/ 493 w 852"/>
              <a:gd name="T5" fmla="*/ 0 h 376"/>
              <a:gd name="T6" fmla="*/ 423 w 852"/>
              <a:gd name="T7" fmla="*/ 7 h 376"/>
              <a:gd name="T8" fmla="*/ 352 w 852"/>
              <a:gd name="T9" fmla="*/ 0 h 376"/>
              <a:gd name="T10" fmla="*/ 4 w 852"/>
              <a:gd name="T11" fmla="*/ 265 h 376"/>
              <a:gd name="T12" fmla="*/ 0 w 852"/>
              <a:gd name="T13" fmla="*/ 292 h 376"/>
              <a:gd name="T14" fmla="*/ 21 w 852"/>
              <a:gd name="T15" fmla="*/ 350 h 376"/>
              <a:gd name="T16" fmla="*/ 79 w 852"/>
              <a:gd name="T17" fmla="*/ 375 h 376"/>
              <a:gd name="T18" fmla="*/ 292 w 852"/>
              <a:gd name="T19" fmla="*/ 375 h 376"/>
              <a:gd name="T20" fmla="*/ 799 w 852"/>
              <a:gd name="T21" fmla="*/ 375 h 376"/>
              <a:gd name="T22" fmla="*/ 851 w 852"/>
              <a:gd name="T23" fmla="*/ 324 h 376"/>
              <a:gd name="T24" fmla="*/ 850 w 852"/>
              <a:gd name="T25" fmla="*/ 317 h 376"/>
              <a:gd name="T26" fmla="*/ 850 w 852"/>
              <a:gd name="T27" fmla="*/ 319 h 376"/>
              <a:gd name="T28" fmla="*/ 31 w 852"/>
              <a:gd name="T29" fmla="*/ 292 h 376"/>
              <a:gd name="T30" fmla="*/ 31 w 852"/>
              <a:gd name="T31" fmla="*/ 292 h 376"/>
              <a:gd name="T32" fmla="*/ 32 w 852"/>
              <a:gd name="T33" fmla="*/ 274 h 376"/>
              <a:gd name="T34" fmla="*/ 352 w 852"/>
              <a:gd name="T35" fmla="*/ 29 h 376"/>
              <a:gd name="T36" fmla="*/ 354 w 852"/>
              <a:gd name="T37" fmla="*/ 29 h 376"/>
              <a:gd name="T38" fmla="*/ 142 w 852"/>
              <a:gd name="T39" fmla="*/ 300 h 376"/>
              <a:gd name="T40" fmla="*/ 119 w 852"/>
              <a:gd name="T41" fmla="*/ 333 h 376"/>
              <a:gd name="T42" fmla="*/ 79 w 852"/>
              <a:gd name="T43" fmla="*/ 345 h 376"/>
              <a:gd name="T44" fmla="*/ 44 w 852"/>
              <a:gd name="T45" fmla="*/ 330 h 376"/>
              <a:gd name="T46" fmla="*/ 31 w 852"/>
              <a:gd name="T47" fmla="*/ 292 h 376"/>
              <a:gd name="T48" fmla="*/ 814 w 852"/>
              <a:gd name="T49" fmla="*/ 338 h 376"/>
              <a:gd name="T50" fmla="*/ 814 w 852"/>
              <a:gd name="T51" fmla="*/ 338 h 376"/>
              <a:gd name="T52" fmla="*/ 799 w 852"/>
              <a:gd name="T53" fmla="*/ 345 h 376"/>
              <a:gd name="T54" fmla="*/ 292 w 852"/>
              <a:gd name="T55" fmla="*/ 345 h 376"/>
              <a:gd name="T56" fmla="*/ 150 w 852"/>
              <a:gd name="T57" fmla="*/ 345 h 376"/>
              <a:gd name="T58" fmla="*/ 171 w 852"/>
              <a:gd name="T59" fmla="*/ 306 h 376"/>
              <a:gd name="T60" fmla="*/ 428 w 852"/>
              <a:gd name="T61" fmla="*/ 38 h 376"/>
              <a:gd name="T62" fmla="*/ 430 w 852"/>
              <a:gd name="T63" fmla="*/ 36 h 376"/>
              <a:gd name="T64" fmla="*/ 431 w 852"/>
              <a:gd name="T65" fmla="*/ 36 h 376"/>
              <a:gd name="T66" fmla="*/ 493 w 852"/>
              <a:gd name="T67" fmla="*/ 29 h 376"/>
              <a:gd name="T68" fmla="*/ 820 w 852"/>
              <a:gd name="T69" fmla="*/ 321 h 376"/>
              <a:gd name="T70" fmla="*/ 820 w 852"/>
              <a:gd name="T71" fmla="*/ 321 h 376"/>
              <a:gd name="T72" fmla="*/ 820 w 852"/>
              <a:gd name="T73" fmla="*/ 324 h 376"/>
              <a:gd name="T74" fmla="*/ 814 w 852"/>
              <a:gd name="T75" fmla="*/ 338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2" h="376">
                <a:moveTo>
                  <a:pt x="850" y="319"/>
                </a:moveTo>
                <a:lnTo>
                  <a:pt x="850" y="319"/>
                </a:lnTo>
                <a:cubicBezTo>
                  <a:pt x="830" y="139"/>
                  <a:pt x="677" y="0"/>
                  <a:pt x="493" y="0"/>
                </a:cubicBezTo>
                <a:cubicBezTo>
                  <a:pt x="468" y="0"/>
                  <a:pt x="445" y="3"/>
                  <a:pt x="423" y="7"/>
                </a:cubicBezTo>
                <a:cubicBezTo>
                  <a:pt x="400" y="3"/>
                  <a:pt x="376" y="0"/>
                  <a:pt x="352" y="0"/>
                </a:cubicBezTo>
                <a:cubicBezTo>
                  <a:pt x="185" y="0"/>
                  <a:pt x="45" y="112"/>
                  <a:pt x="4" y="265"/>
                </a:cubicBezTo>
                <a:cubicBezTo>
                  <a:pt x="1" y="275"/>
                  <a:pt x="0" y="284"/>
                  <a:pt x="0" y="292"/>
                </a:cubicBezTo>
                <a:cubicBezTo>
                  <a:pt x="0" y="314"/>
                  <a:pt x="7" y="334"/>
                  <a:pt x="21" y="350"/>
                </a:cubicBezTo>
                <a:cubicBezTo>
                  <a:pt x="35" y="365"/>
                  <a:pt x="56" y="375"/>
                  <a:pt x="79" y="375"/>
                </a:cubicBezTo>
                <a:cubicBezTo>
                  <a:pt x="292" y="375"/>
                  <a:pt x="292" y="375"/>
                  <a:pt x="292" y="375"/>
                </a:cubicBezTo>
                <a:cubicBezTo>
                  <a:pt x="799" y="375"/>
                  <a:pt x="799" y="375"/>
                  <a:pt x="799" y="375"/>
                </a:cubicBezTo>
                <a:cubicBezTo>
                  <a:pt x="828" y="375"/>
                  <a:pt x="851" y="352"/>
                  <a:pt x="851" y="324"/>
                </a:cubicBezTo>
                <a:cubicBezTo>
                  <a:pt x="851" y="321"/>
                  <a:pt x="851" y="320"/>
                  <a:pt x="850" y="317"/>
                </a:cubicBezTo>
                <a:lnTo>
                  <a:pt x="850" y="319"/>
                </a:lnTo>
                <a:close/>
                <a:moveTo>
                  <a:pt x="31" y="292"/>
                </a:moveTo>
                <a:lnTo>
                  <a:pt x="31" y="292"/>
                </a:lnTo>
                <a:cubicBezTo>
                  <a:pt x="31" y="286"/>
                  <a:pt x="31" y="281"/>
                  <a:pt x="32" y="274"/>
                </a:cubicBezTo>
                <a:cubicBezTo>
                  <a:pt x="72" y="133"/>
                  <a:pt x="199" y="29"/>
                  <a:pt x="352" y="29"/>
                </a:cubicBezTo>
                <a:cubicBezTo>
                  <a:pt x="352" y="29"/>
                  <a:pt x="352" y="29"/>
                  <a:pt x="354" y="29"/>
                </a:cubicBezTo>
                <a:cubicBezTo>
                  <a:pt x="243" y="79"/>
                  <a:pt x="162" y="178"/>
                  <a:pt x="142" y="300"/>
                </a:cubicBezTo>
                <a:cubicBezTo>
                  <a:pt x="140" y="313"/>
                  <a:pt x="132" y="324"/>
                  <a:pt x="119" y="333"/>
                </a:cubicBezTo>
                <a:cubicBezTo>
                  <a:pt x="108" y="341"/>
                  <a:pt x="93" y="345"/>
                  <a:pt x="79" y="345"/>
                </a:cubicBezTo>
                <a:cubicBezTo>
                  <a:pt x="63" y="345"/>
                  <a:pt x="52" y="340"/>
                  <a:pt x="44" y="330"/>
                </a:cubicBezTo>
                <a:cubicBezTo>
                  <a:pt x="35" y="321"/>
                  <a:pt x="31" y="307"/>
                  <a:pt x="31" y="292"/>
                </a:cubicBezTo>
                <a:close/>
                <a:moveTo>
                  <a:pt x="814" y="338"/>
                </a:moveTo>
                <a:lnTo>
                  <a:pt x="814" y="338"/>
                </a:lnTo>
                <a:cubicBezTo>
                  <a:pt x="810" y="343"/>
                  <a:pt x="805" y="345"/>
                  <a:pt x="799" y="345"/>
                </a:cubicBezTo>
                <a:cubicBezTo>
                  <a:pt x="292" y="345"/>
                  <a:pt x="292" y="345"/>
                  <a:pt x="292" y="345"/>
                </a:cubicBezTo>
                <a:cubicBezTo>
                  <a:pt x="150" y="345"/>
                  <a:pt x="150" y="345"/>
                  <a:pt x="150" y="345"/>
                </a:cubicBezTo>
                <a:cubicBezTo>
                  <a:pt x="160" y="334"/>
                  <a:pt x="169" y="321"/>
                  <a:pt x="171" y="306"/>
                </a:cubicBezTo>
                <a:cubicBezTo>
                  <a:pt x="194" y="173"/>
                  <a:pt x="296" y="66"/>
                  <a:pt x="428" y="38"/>
                </a:cubicBezTo>
                <a:cubicBezTo>
                  <a:pt x="428" y="38"/>
                  <a:pt x="428" y="36"/>
                  <a:pt x="430" y="36"/>
                </a:cubicBezTo>
                <a:lnTo>
                  <a:pt x="431" y="36"/>
                </a:lnTo>
                <a:cubicBezTo>
                  <a:pt x="451" y="32"/>
                  <a:pt x="472" y="29"/>
                  <a:pt x="493" y="29"/>
                </a:cubicBezTo>
                <a:cubicBezTo>
                  <a:pt x="661" y="29"/>
                  <a:pt x="802" y="157"/>
                  <a:pt x="820" y="321"/>
                </a:cubicBezTo>
                <a:lnTo>
                  <a:pt x="820" y="321"/>
                </a:lnTo>
                <a:cubicBezTo>
                  <a:pt x="820" y="324"/>
                  <a:pt x="820" y="324"/>
                  <a:pt x="820" y="324"/>
                </a:cubicBezTo>
                <a:cubicBezTo>
                  <a:pt x="820" y="330"/>
                  <a:pt x="819" y="335"/>
                  <a:pt x="814" y="338"/>
                </a:cubicBezTo>
                <a:close/>
              </a:path>
            </a:pathLst>
          </a:custGeom>
          <a:solidFill>
            <a:schemeClr val="accent4"/>
          </a:solidFill>
          <a:ln>
            <a:noFill/>
          </a:ln>
          <a:effectLst/>
        </p:spPr>
        <p:txBody>
          <a:bodyPr wrap="none" anchor="ctr"/>
          <a:lstStyle/>
          <a:p>
            <a:endParaRPr lang="da-DK"/>
          </a:p>
        </p:txBody>
      </p:sp>
      <p:grpSp>
        <p:nvGrpSpPr>
          <p:cNvPr id="115" name="Group 118">
            <a:extLst>
              <a:ext uri="{FF2B5EF4-FFF2-40B4-BE49-F238E27FC236}">
                <a16:creationId xmlns:a16="http://schemas.microsoft.com/office/drawing/2014/main" id="{3AE9AA79-5C4B-8327-7744-60DA131C449E}"/>
              </a:ext>
            </a:extLst>
          </p:cNvPr>
          <p:cNvGrpSpPr/>
          <p:nvPr/>
        </p:nvGrpSpPr>
        <p:grpSpPr>
          <a:xfrm>
            <a:off x="5717778" y="1871539"/>
            <a:ext cx="258762" cy="209550"/>
            <a:chOff x="4681538" y="3643313"/>
            <a:chExt cx="258762" cy="209550"/>
          </a:xfrm>
          <a:solidFill>
            <a:schemeClr val="accent4"/>
          </a:solidFill>
        </p:grpSpPr>
        <p:sp>
          <p:nvSpPr>
            <p:cNvPr id="116" name="Freeform 95">
              <a:extLst>
                <a:ext uri="{FF2B5EF4-FFF2-40B4-BE49-F238E27FC236}">
                  <a16:creationId xmlns:a16="http://schemas.microsoft.com/office/drawing/2014/main" id="{5DD675A6-AEAC-5EBE-583E-B35486E6D30F}"/>
                </a:ext>
              </a:extLst>
            </p:cNvPr>
            <p:cNvSpPr>
              <a:spLocks noChangeArrowheads="1"/>
            </p:cNvSpPr>
            <p:nvPr/>
          </p:nvSpPr>
          <p:spPr bwMode="auto">
            <a:xfrm>
              <a:off x="4681538" y="3643313"/>
              <a:ext cx="258762" cy="96837"/>
            </a:xfrm>
            <a:custGeom>
              <a:avLst/>
              <a:gdLst>
                <a:gd name="T0" fmla="*/ 625 w 720"/>
                <a:gd name="T1" fmla="*/ 59 h 271"/>
                <a:gd name="T2" fmla="*/ 625 w 720"/>
                <a:gd name="T3" fmla="*/ 59 h 271"/>
                <a:gd name="T4" fmla="*/ 375 w 720"/>
                <a:gd name="T5" fmla="*/ 0 h 271"/>
                <a:gd name="T6" fmla="*/ 181 w 720"/>
                <a:gd name="T7" fmla="*/ 28 h 271"/>
                <a:gd name="T8" fmla="*/ 34 w 720"/>
                <a:gd name="T9" fmla="*/ 139 h 271"/>
                <a:gd name="T10" fmla="*/ 0 w 720"/>
                <a:gd name="T11" fmla="*/ 256 h 271"/>
                <a:gd name="T12" fmla="*/ 4 w 720"/>
                <a:gd name="T13" fmla="*/ 266 h 271"/>
                <a:gd name="T14" fmla="*/ 16 w 720"/>
                <a:gd name="T15" fmla="*/ 270 h 271"/>
                <a:gd name="T16" fmla="*/ 704 w 720"/>
                <a:gd name="T17" fmla="*/ 270 h 271"/>
                <a:gd name="T18" fmla="*/ 715 w 720"/>
                <a:gd name="T19" fmla="*/ 266 h 271"/>
                <a:gd name="T20" fmla="*/ 719 w 720"/>
                <a:gd name="T21" fmla="*/ 256 h 271"/>
                <a:gd name="T22" fmla="*/ 712 w 720"/>
                <a:gd name="T23" fmla="*/ 183 h 271"/>
                <a:gd name="T24" fmla="*/ 625 w 720"/>
                <a:gd name="T25" fmla="*/ 59 h 271"/>
                <a:gd name="T26" fmla="*/ 690 w 720"/>
                <a:gd name="T27" fmla="*/ 240 h 271"/>
                <a:gd name="T28" fmla="*/ 690 w 720"/>
                <a:gd name="T29" fmla="*/ 240 h 271"/>
                <a:gd name="T30" fmla="*/ 31 w 720"/>
                <a:gd name="T31" fmla="*/ 240 h 271"/>
                <a:gd name="T32" fmla="*/ 41 w 720"/>
                <a:gd name="T33" fmla="*/ 191 h 271"/>
                <a:gd name="T34" fmla="*/ 131 w 720"/>
                <a:gd name="T35" fmla="*/ 85 h 271"/>
                <a:gd name="T36" fmla="*/ 375 w 720"/>
                <a:gd name="T37" fmla="*/ 31 h 271"/>
                <a:gd name="T38" fmla="*/ 553 w 720"/>
                <a:gd name="T39" fmla="*/ 57 h 271"/>
                <a:gd name="T40" fmla="*/ 670 w 720"/>
                <a:gd name="T41" fmla="*/ 153 h 271"/>
                <a:gd name="T42" fmla="*/ 690 w 720"/>
                <a:gd name="T43" fmla="*/ 240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720" h="271">
                  <a:moveTo>
                    <a:pt x="625" y="59"/>
                  </a:moveTo>
                  <a:lnTo>
                    <a:pt x="625" y="59"/>
                  </a:lnTo>
                  <a:cubicBezTo>
                    <a:pt x="573" y="24"/>
                    <a:pt x="495" y="0"/>
                    <a:pt x="375" y="0"/>
                  </a:cubicBezTo>
                  <a:cubicBezTo>
                    <a:pt x="295" y="0"/>
                    <a:pt x="232" y="12"/>
                    <a:pt x="181" y="28"/>
                  </a:cubicBezTo>
                  <a:cubicBezTo>
                    <a:pt x="106" y="55"/>
                    <a:pt x="59" y="96"/>
                    <a:pt x="34" y="139"/>
                  </a:cubicBezTo>
                  <a:cubicBezTo>
                    <a:pt x="7" y="181"/>
                    <a:pt x="0" y="225"/>
                    <a:pt x="0" y="256"/>
                  </a:cubicBezTo>
                  <a:cubicBezTo>
                    <a:pt x="0" y="260"/>
                    <a:pt x="2" y="263"/>
                    <a:pt x="4" y="266"/>
                  </a:cubicBezTo>
                  <a:cubicBezTo>
                    <a:pt x="7" y="269"/>
                    <a:pt x="12" y="270"/>
                    <a:pt x="16" y="270"/>
                  </a:cubicBezTo>
                  <a:cubicBezTo>
                    <a:pt x="704" y="270"/>
                    <a:pt x="704" y="270"/>
                    <a:pt x="704" y="270"/>
                  </a:cubicBezTo>
                  <a:cubicBezTo>
                    <a:pt x="708" y="270"/>
                    <a:pt x="712" y="269"/>
                    <a:pt x="715" y="266"/>
                  </a:cubicBezTo>
                  <a:cubicBezTo>
                    <a:pt x="718" y="263"/>
                    <a:pt x="719" y="260"/>
                    <a:pt x="719" y="256"/>
                  </a:cubicBezTo>
                  <a:cubicBezTo>
                    <a:pt x="719" y="236"/>
                    <a:pt x="718" y="211"/>
                    <a:pt x="712" y="183"/>
                  </a:cubicBezTo>
                  <a:cubicBezTo>
                    <a:pt x="701" y="142"/>
                    <a:pt x="678" y="94"/>
                    <a:pt x="625" y="59"/>
                  </a:cubicBezTo>
                  <a:close/>
                  <a:moveTo>
                    <a:pt x="690" y="240"/>
                  </a:moveTo>
                  <a:lnTo>
                    <a:pt x="690" y="240"/>
                  </a:lnTo>
                  <a:cubicBezTo>
                    <a:pt x="31" y="240"/>
                    <a:pt x="31" y="240"/>
                    <a:pt x="31" y="240"/>
                  </a:cubicBezTo>
                  <a:cubicBezTo>
                    <a:pt x="33" y="226"/>
                    <a:pt x="35" y="210"/>
                    <a:pt x="41" y="191"/>
                  </a:cubicBezTo>
                  <a:cubicBezTo>
                    <a:pt x="54" y="156"/>
                    <a:pt x="80" y="115"/>
                    <a:pt x="131" y="85"/>
                  </a:cubicBezTo>
                  <a:cubicBezTo>
                    <a:pt x="181" y="54"/>
                    <a:pt x="259" y="31"/>
                    <a:pt x="375" y="31"/>
                  </a:cubicBezTo>
                  <a:cubicBezTo>
                    <a:pt x="452" y="31"/>
                    <a:pt x="510" y="41"/>
                    <a:pt x="553" y="57"/>
                  </a:cubicBezTo>
                  <a:cubicBezTo>
                    <a:pt x="619" y="80"/>
                    <a:pt x="652" y="117"/>
                    <a:pt x="670" y="153"/>
                  </a:cubicBezTo>
                  <a:cubicBezTo>
                    <a:pt x="684" y="184"/>
                    <a:pt x="688" y="215"/>
                    <a:pt x="690" y="2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7" name="Freeform 96">
              <a:extLst>
                <a:ext uri="{FF2B5EF4-FFF2-40B4-BE49-F238E27FC236}">
                  <a16:creationId xmlns:a16="http://schemas.microsoft.com/office/drawing/2014/main" id="{F295CD9B-5414-1CD6-A2C3-E58CBB0C8DAF}"/>
                </a:ext>
              </a:extLst>
            </p:cNvPr>
            <p:cNvSpPr>
              <a:spLocks noChangeArrowheads="1"/>
            </p:cNvSpPr>
            <p:nvPr/>
          </p:nvSpPr>
          <p:spPr bwMode="auto">
            <a:xfrm>
              <a:off x="4681538" y="3794125"/>
              <a:ext cx="258762" cy="58738"/>
            </a:xfrm>
            <a:custGeom>
              <a:avLst/>
              <a:gdLst>
                <a:gd name="T0" fmla="*/ 704 w 720"/>
                <a:gd name="T1" fmla="*/ 0 h 164"/>
                <a:gd name="T2" fmla="*/ 704 w 720"/>
                <a:gd name="T3" fmla="*/ 0 h 164"/>
                <a:gd name="T4" fmla="*/ 555 w 720"/>
                <a:gd name="T5" fmla="*/ 0 h 164"/>
                <a:gd name="T6" fmla="*/ 539 w 720"/>
                <a:gd name="T7" fmla="*/ 15 h 164"/>
                <a:gd name="T8" fmla="*/ 555 w 720"/>
                <a:gd name="T9" fmla="*/ 29 h 164"/>
                <a:gd name="T10" fmla="*/ 555 w 720"/>
                <a:gd name="T11" fmla="*/ 29 h 164"/>
                <a:gd name="T12" fmla="*/ 688 w 720"/>
                <a:gd name="T13" fmla="*/ 29 h 164"/>
                <a:gd name="T14" fmla="*/ 681 w 720"/>
                <a:gd name="T15" fmla="*/ 61 h 164"/>
                <a:gd name="T16" fmla="*/ 657 w 720"/>
                <a:gd name="T17" fmla="*/ 88 h 164"/>
                <a:gd name="T18" fmla="*/ 561 w 720"/>
                <a:gd name="T19" fmla="*/ 121 h 164"/>
                <a:gd name="T20" fmla="*/ 360 w 720"/>
                <a:gd name="T21" fmla="*/ 134 h 164"/>
                <a:gd name="T22" fmla="*/ 76 w 720"/>
                <a:gd name="T23" fmla="*/ 96 h 164"/>
                <a:gd name="T24" fmla="*/ 38 w 720"/>
                <a:gd name="T25" fmla="*/ 61 h 164"/>
                <a:gd name="T26" fmla="*/ 31 w 720"/>
                <a:gd name="T27" fmla="*/ 29 h 164"/>
                <a:gd name="T28" fmla="*/ 375 w 720"/>
                <a:gd name="T29" fmla="*/ 29 h 164"/>
                <a:gd name="T30" fmla="*/ 389 w 720"/>
                <a:gd name="T31" fmla="*/ 15 h 164"/>
                <a:gd name="T32" fmla="*/ 375 w 720"/>
                <a:gd name="T33" fmla="*/ 0 h 164"/>
                <a:gd name="T34" fmla="*/ 16 w 720"/>
                <a:gd name="T35" fmla="*/ 0 h 164"/>
                <a:gd name="T36" fmla="*/ 4 w 720"/>
                <a:gd name="T37" fmla="*/ 4 h 164"/>
                <a:gd name="T38" fmla="*/ 0 w 720"/>
                <a:gd name="T39" fmla="*/ 15 h 164"/>
                <a:gd name="T40" fmla="*/ 12 w 720"/>
                <a:gd name="T41" fmla="*/ 74 h 164"/>
                <a:gd name="T42" fmla="*/ 45 w 720"/>
                <a:gd name="T43" fmla="*/ 113 h 164"/>
                <a:gd name="T44" fmla="*/ 153 w 720"/>
                <a:gd name="T45" fmla="*/ 151 h 164"/>
                <a:gd name="T46" fmla="*/ 360 w 720"/>
                <a:gd name="T47" fmla="*/ 163 h 164"/>
                <a:gd name="T48" fmla="*/ 657 w 720"/>
                <a:gd name="T49" fmla="*/ 123 h 164"/>
                <a:gd name="T50" fmla="*/ 708 w 720"/>
                <a:gd name="T51" fmla="*/ 74 h 164"/>
                <a:gd name="T52" fmla="*/ 719 w 720"/>
                <a:gd name="T53" fmla="*/ 15 h 164"/>
                <a:gd name="T54" fmla="*/ 715 w 720"/>
                <a:gd name="T55" fmla="*/ 4 h 164"/>
                <a:gd name="T56" fmla="*/ 704 w 720"/>
                <a:gd name="T57" fmla="*/ 0 h 1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64">
                  <a:moveTo>
                    <a:pt x="704" y="0"/>
                  </a:moveTo>
                  <a:lnTo>
                    <a:pt x="704" y="0"/>
                  </a:lnTo>
                  <a:cubicBezTo>
                    <a:pt x="555" y="0"/>
                    <a:pt x="555" y="0"/>
                    <a:pt x="555" y="0"/>
                  </a:cubicBezTo>
                  <a:cubicBezTo>
                    <a:pt x="546" y="0"/>
                    <a:pt x="539" y="6"/>
                    <a:pt x="539" y="15"/>
                  </a:cubicBezTo>
                  <a:cubicBezTo>
                    <a:pt x="539" y="23"/>
                    <a:pt x="546" y="29"/>
                    <a:pt x="555" y="29"/>
                  </a:cubicBezTo>
                  <a:lnTo>
                    <a:pt x="555" y="29"/>
                  </a:lnTo>
                  <a:cubicBezTo>
                    <a:pt x="688" y="29"/>
                    <a:pt x="688" y="29"/>
                    <a:pt x="688" y="29"/>
                  </a:cubicBezTo>
                  <a:cubicBezTo>
                    <a:pt x="688" y="41"/>
                    <a:pt x="685" y="51"/>
                    <a:pt x="681" y="61"/>
                  </a:cubicBezTo>
                  <a:cubicBezTo>
                    <a:pt x="677" y="71"/>
                    <a:pt x="669" y="79"/>
                    <a:pt x="657" y="88"/>
                  </a:cubicBezTo>
                  <a:cubicBezTo>
                    <a:pt x="639" y="100"/>
                    <a:pt x="608" y="113"/>
                    <a:pt x="561" y="121"/>
                  </a:cubicBezTo>
                  <a:cubicBezTo>
                    <a:pt x="513" y="130"/>
                    <a:pt x="448" y="134"/>
                    <a:pt x="360" y="134"/>
                  </a:cubicBezTo>
                  <a:cubicBezTo>
                    <a:pt x="204" y="134"/>
                    <a:pt x="118" y="119"/>
                    <a:pt x="76" y="96"/>
                  </a:cubicBezTo>
                  <a:cubicBezTo>
                    <a:pt x="55" y="85"/>
                    <a:pt x="45" y="74"/>
                    <a:pt x="38" y="61"/>
                  </a:cubicBezTo>
                  <a:cubicBezTo>
                    <a:pt x="34" y="51"/>
                    <a:pt x="33" y="41"/>
                    <a:pt x="31" y="29"/>
                  </a:cubicBezTo>
                  <a:cubicBezTo>
                    <a:pt x="375" y="29"/>
                    <a:pt x="375" y="29"/>
                    <a:pt x="375" y="29"/>
                  </a:cubicBezTo>
                  <a:cubicBezTo>
                    <a:pt x="384" y="29"/>
                    <a:pt x="389" y="23"/>
                    <a:pt x="389" y="15"/>
                  </a:cubicBezTo>
                  <a:cubicBezTo>
                    <a:pt x="389" y="6"/>
                    <a:pt x="384" y="0"/>
                    <a:pt x="375" y="0"/>
                  </a:cubicBezTo>
                  <a:cubicBezTo>
                    <a:pt x="16" y="0"/>
                    <a:pt x="16" y="0"/>
                    <a:pt x="16" y="0"/>
                  </a:cubicBezTo>
                  <a:cubicBezTo>
                    <a:pt x="12" y="0"/>
                    <a:pt x="7" y="2"/>
                    <a:pt x="4" y="4"/>
                  </a:cubicBezTo>
                  <a:cubicBezTo>
                    <a:pt x="2" y="6"/>
                    <a:pt x="0" y="10"/>
                    <a:pt x="0" y="15"/>
                  </a:cubicBezTo>
                  <a:cubicBezTo>
                    <a:pt x="0" y="34"/>
                    <a:pt x="2" y="54"/>
                    <a:pt x="12" y="74"/>
                  </a:cubicBezTo>
                  <a:cubicBezTo>
                    <a:pt x="19" y="88"/>
                    <a:pt x="30" y="102"/>
                    <a:pt x="45" y="113"/>
                  </a:cubicBezTo>
                  <a:cubicBezTo>
                    <a:pt x="69" y="130"/>
                    <a:pt x="103" y="142"/>
                    <a:pt x="153" y="151"/>
                  </a:cubicBezTo>
                  <a:cubicBezTo>
                    <a:pt x="204" y="159"/>
                    <a:pt x="271" y="163"/>
                    <a:pt x="360" y="163"/>
                  </a:cubicBezTo>
                  <a:cubicBezTo>
                    <a:pt x="518" y="163"/>
                    <a:pt x="605" y="149"/>
                    <a:pt x="657" y="123"/>
                  </a:cubicBezTo>
                  <a:cubicBezTo>
                    <a:pt x="683" y="110"/>
                    <a:pt x="700" y="93"/>
                    <a:pt x="708" y="74"/>
                  </a:cubicBezTo>
                  <a:cubicBezTo>
                    <a:pt x="718" y="54"/>
                    <a:pt x="719" y="34"/>
                    <a:pt x="719" y="15"/>
                  </a:cubicBezTo>
                  <a:cubicBezTo>
                    <a:pt x="719" y="10"/>
                    <a:pt x="718" y="6"/>
                    <a:pt x="715" y="4"/>
                  </a:cubicBezTo>
                  <a:cubicBezTo>
                    <a:pt x="712" y="2"/>
                    <a:pt x="708"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18" name="Freeform 97">
              <a:extLst>
                <a:ext uri="{FF2B5EF4-FFF2-40B4-BE49-F238E27FC236}">
                  <a16:creationId xmlns:a16="http://schemas.microsoft.com/office/drawing/2014/main" id="{42C8F399-1B14-E254-4B9A-1193296725AD}"/>
                </a:ext>
              </a:extLst>
            </p:cNvPr>
            <p:cNvSpPr>
              <a:spLocks noChangeArrowheads="1"/>
            </p:cNvSpPr>
            <p:nvPr/>
          </p:nvSpPr>
          <p:spPr bwMode="auto">
            <a:xfrm>
              <a:off x="4681538" y="3762375"/>
              <a:ext cx="258762" cy="55563"/>
            </a:xfrm>
            <a:custGeom>
              <a:avLst/>
              <a:gdLst>
                <a:gd name="T0" fmla="*/ 704 w 720"/>
                <a:gd name="T1" fmla="*/ 0 h 155"/>
                <a:gd name="T2" fmla="*/ 704 w 720"/>
                <a:gd name="T3" fmla="*/ 0 h 155"/>
                <a:gd name="T4" fmla="*/ 555 w 720"/>
                <a:gd name="T5" fmla="*/ 0 h 155"/>
                <a:gd name="T6" fmla="*/ 553 w 720"/>
                <a:gd name="T7" fmla="*/ 0 h 155"/>
                <a:gd name="T8" fmla="*/ 551 w 720"/>
                <a:gd name="T9" fmla="*/ 2 h 155"/>
                <a:gd name="T10" fmla="*/ 548 w 720"/>
                <a:gd name="T11" fmla="*/ 2 h 155"/>
                <a:gd name="T12" fmla="*/ 545 w 720"/>
                <a:gd name="T13" fmla="*/ 3 h 155"/>
                <a:gd name="T14" fmla="*/ 544 w 720"/>
                <a:gd name="T15" fmla="*/ 6 h 155"/>
                <a:gd name="T16" fmla="*/ 542 w 720"/>
                <a:gd name="T17" fmla="*/ 7 h 155"/>
                <a:gd name="T18" fmla="*/ 542 w 720"/>
                <a:gd name="T19" fmla="*/ 7 h 155"/>
                <a:gd name="T20" fmla="*/ 468 w 720"/>
                <a:gd name="T21" fmla="*/ 109 h 155"/>
                <a:gd name="T22" fmla="*/ 419 w 720"/>
                <a:gd name="T23" fmla="*/ 9 h 155"/>
                <a:gd name="T24" fmla="*/ 417 w 720"/>
                <a:gd name="T25" fmla="*/ 7 h 155"/>
                <a:gd name="T26" fmla="*/ 414 w 720"/>
                <a:gd name="T27" fmla="*/ 5 h 155"/>
                <a:gd name="T28" fmla="*/ 413 w 720"/>
                <a:gd name="T29" fmla="*/ 3 h 155"/>
                <a:gd name="T30" fmla="*/ 410 w 720"/>
                <a:gd name="T31" fmla="*/ 2 h 155"/>
                <a:gd name="T32" fmla="*/ 407 w 720"/>
                <a:gd name="T33" fmla="*/ 0 h 155"/>
                <a:gd name="T34" fmla="*/ 405 w 720"/>
                <a:gd name="T35" fmla="*/ 0 h 155"/>
                <a:gd name="T36" fmla="*/ 16 w 720"/>
                <a:gd name="T37" fmla="*/ 0 h 155"/>
                <a:gd name="T38" fmla="*/ 0 w 720"/>
                <a:gd name="T39" fmla="*/ 16 h 155"/>
                <a:gd name="T40" fmla="*/ 16 w 720"/>
                <a:gd name="T41" fmla="*/ 30 h 155"/>
                <a:gd name="T42" fmla="*/ 395 w 720"/>
                <a:gd name="T43" fmla="*/ 30 h 155"/>
                <a:gd name="T44" fmla="*/ 451 w 720"/>
                <a:gd name="T45" fmla="*/ 144 h 155"/>
                <a:gd name="T46" fmla="*/ 464 w 720"/>
                <a:gd name="T47" fmla="*/ 152 h 155"/>
                <a:gd name="T48" fmla="*/ 476 w 720"/>
                <a:gd name="T49" fmla="*/ 147 h 155"/>
                <a:gd name="T50" fmla="*/ 562 w 720"/>
                <a:gd name="T51" fmla="*/ 30 h 155"/>
                <a:gd name="T52" fmla="*/ 704 w 720"/>
                <a:gd name="T53" fmla="*/ 30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0"/>
                    <a:pt x="553" y="0"/>
                  </a:cubicBezTo>
                  <a:cubicBezTo>
                    <a:pt x="552" y="0"/>
                    <a:pt x="552" y="2"/>
                    <a:pt x="551" y="2"/>
                  </a:cubicBezTo>
                  <a:cubicBezTo>
                    <a:pt x="549" y="2"/>
                    <a:pt x="549" y="2"/>
                    <a:pt x="548" y="2"/>
                  </a:cubicBezTo>
                  <a:cubicBezTo>
                    <a:pt x="546" y="3"/>
                    <a:pt x="546" y="3"/>
                    <a:pt x="545" y="3"/>
                  </a:cubicBezTo>
                  <a:cubicBezTo>
                    <a:pt x="545" y="5"/>
                    <a:pt x="544" y="5"/>
                    <a:pt x="544" y="6"/>
                  </a:cubicBezTo>
                  <a:cubicBezTo>
                    <a:pt x="544" y="6"/>
                    <a:pt x="542" y="6"/>
                    <a:pt x="542" y="7"/>
                  </a:cubicBezTo>
                  <a:lnTo>
                    <a:pt x="542" y="7"/>
                  </a:lnTo>
                  <a:cubicBezTo>
                    <a:pt x="468" y="109"/>
                    <a:pt x="468" y="109"/>
                    <a:pt x="468" y="109"/>
                  </a:cubicBezTo>
                  <a:cubicBezTo>
                    <a:pt x="419" y="9"/>
                    <a:pt x="419" y="9"/>
                    <a:pt x="419" y="9"/>
                  </a:cubicBezTo>
                  <a:cubicBezTo>
                    <a:pt x="417" y="9"/>
                    <a:pt x="417" y="7"/>
                    <a:pt x="417" y="7"/>
                  </a:cubicBezTo>
                  <a:cubicBezTo>
                    <a:pt x="416" y="6"/>
                    <a:pt x="416" y="6"/>
                    <a:pt x="414" y="5"/>
                  </a:cubicBezTo>
                  <a:lnTo>
                    <a:pt x="413" y="3"/>
                  </a:lnTo>
                  <a:cubicBezTo>
                    <a:pt x="412" y="3"/>
                    <a:pt x="412" y="2"/>
                    <a:pt x="410" y="2"/>
                  </a:cubicBezTo>
                  <a:cubicBezTo>
                    <a:pt x="409" y="2"/>
                    <a:pt x="407" y="2"/>
                    <a:pt x="407" y="0"/>
                  </a:cubicBezTo>
                  <a:cubicBezTo>
                    <a:pt x="406" y="0"/>
                    <a:pt x="406" y="0"/>
                    <a:pt x="405" y="0"/>
                  </a:cubicBezTo>
                  <a:cubicBezTo>
                    <a:pt x="16" y="0"/>
                    <a:pt x="16" y="0"/>
                    <a:pt x="16" y="0"/>
                  </a:cubicBezTo>
                  <a:cubicBezTo>
                    <a:pt x="7" y="0"/>
                    <a:pt x="0" y="7"/>
                    <a:pt x="0" y="16"/>
                  </a:cubicBezTo>
                  <a:cubicBezTo>
                    <a:pt x="0" y="24"/>
                    <a:pt x="7" y="30"/>
                    <a:pt x="16" y="30"/>
                  </a:cubicBezTo>
                  <a:cubicBezTo>
                    <a:pt x="395" y="30"/>
                    <a:pt x="395" y="30"/>
                    <a:pt x="395" y="30"/>
                  </a:cubicBezTo>
                  <a:cubicBezTo>
                    <a:pt x="451" y="144"/>
                    <a:pt x="451" y="144"/>
                    <a:pt x="451" y="144"/>
                  </a:cubicBezTo>
                  <a:cubicBezTo>
                    <a:pt x="454" y="150"/>
                    <a:pt x="458" y="152"/>
                    <a:pt x="464" y="152"/>
                  </a:cubicBezTo>
                  <a:cubicBezTo>
                    <a:pt x="469" y="154"/>
                    <a:pt x="473" y="151"/>
                    <a:pt x="476" y="147"/>
                  </a:cubicBezTo>
                  <a:cubicBezTo>
                    <a:pt x="562" y="30"/>
                    <a:pt x="562" y="30"/>
                    <a:pt x="562" y="30"/>
                  </a:cubicBezTo>
                  <a:cubicBezTo>
                    <a:pt x="704" y="30"/>
                    <a:pt x="704" y="30"/>
                    <a:pt x="704" y="30"/>
                  </a:cubicBezTo>
                  <a:cubicBezTo>
                    <a:pt x="712" y="30"/>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19" name="Group 122">
            <a:extLst>
              <a:ext uri="{FF2B5EF4-FFF2-40B4-BE49-F238E27FC236}">
                <a16:creationId xmlns:a16="http://schemas.microsoft.com/office/drawing/2014/main" id="{B09A5B5B-24DA-B2D7-A207-7B4199C96B66}"/>
              </a:ext>
            </a:extLst>
          </p:cNvPr>
          <p:cNvGrpSpPr/>
          <p:nvPr/>
        </p:nvGrpSpPr>
        <p:grpSpPr>
          <a:xfrm>
            <a:off x="5717778" y="1350045"/>
            <a:ext cx="258762" cy="238125"/>
            <a:chOff x="4681538" y="3109913"/>
            <a:chExt cx="258762" cy="238125"/>
          </a:xfrm>
          <a:solidFill>
            <a:schemeClr val="accent4"/>
          </a:solidFill>
        </p:grpSpPr>
        <p:sp>
          <p:nvSpPr>
            <p:cNvPr id="120" name="Freeform 98">
              <a:extLst>
                <a:ext uri="{FF2B5EF4-FFF2-40B4-BE49-F238E27FC236}">
                  <a16:creationId xmlns:a16="http://schemas.microsoft.com/office/drawing/2014/main" id="{D1BF61DE-1C1E-E4B1-DEF4-34D6AF88F9CA}"/>
                </a:ext>
              </a:extLst>
            </p:cNvPr>
            <p:cNvSpPr>
              <a:spLocks noChangeArrowheads="1"/>
            </p:cNvSpPr>
            <p:nvPr/>
          </p:nvSpPr>
          <p:spPr bwMode="auto">
            <a:xfrm>
              <a:off x="4681538" y="3109913"/>
              <a:ext cx="258762" cy="60325"/>
            </a:xfrm>
            <a:custGeom>
              <a:avLst/>
              <a:gdLst>
                <a:gd name="T0" fmla="*/ 0 w 720"/>
                <a:gd name="T1" fmla="*/ 150 h 166"/>
                <a:gd name="T2" fmla="*/ 0 w 720"/>
                <a:gd name="T3" fmla="*/ 150 h 166"/>
                <a:gd name="T4" fmla="*/ 4 w 720"/>
                <a:gd name="T5" fmla="*/ 161 h 166"/>
                <a:gd name="T6" fmla="*/ 16 w 720"/>
                <a:gd name="T7" fmla="*/ 165 h 166"/>
                <a:gd name="T8" fmla="*/ 704 w 720"/>
                <a:gd name="T9" fmla="*/ 165 h 166"/>
                <a:gd name="T10" fmla="*/ 715 w 720"/>
                <a:gd name="T11" fmla="*/ 161 h 166"/>
                <a:gd name="T12" fmla="*/ 719 w 720"/>
                <a:gd name="T13" fmla="*/ 150 h 166"/>
                <a:gd name="T14" fmla="*/ 708 w 720"/>
                <a:gd name="T15" fmla="*/ 91 h 166"/>
                <a:gd name="T16" fmla="*/ 674 w 720"/>
                <a:gd name="T17" fmla="*/ 52 h 166"/>
                <a:gd name="T18" fmla="*/ 566 w 720"/>
                <a:gd name="T19" fmla="*/ 14 h 166"/>
                <a:gd name="T20" fmla="*/ 360 w 720"/>
                <a:gd name="T21" fmla="*/ 0 h 166"/>
                <a:gd name="T22" fmla="*/ 62 w 720"/>
                <a:gd name="T23" fmla="*/ 42 h 166"/>
                <a:gd name="T24" fmla="*/ 12 w 720"/>
                <a:gd name="T25" fmla="*/ 91 h 166"/>
                <a:gd name="T26" fmla="*/ 0 w 720"/>
                <a:gd name="T27" fmla="*/ 150 h 166"/>
                <a:gd name="T28" fmla="*/ 62 w 720"/>
                <a:gd name="T29" fmla="*/ 77 h 166"/>
                <a:gd name="T30" fmla="*/ 62 w 720"/>
                <a:gd name="T31" fmla="*/ 77 h 166"/>
                <a:gd name="T32" fmla="*/ 159 w 720"/>
                <a:gd name="T33" fmla="*/ 43 h 166"/>
                <a:gd name="T34" fmla="*/ 360 w 720"/>
                <a:gd name="T35" fmla="*/ 31 h 166"/>
                <a:gd name="T36" fmla="*/ 643 w 720"/>
                <a:gd name="T37" fmla="*/ 68 h 166"/>
                <a:gd name="T38" fmla="*/ 681 w 720"/>
                <a:gd name="T39" fmla="*/ 104 h 166"/>
                <a:gd name="T40" fmla="*/ 688 w 720"/>
                <a:gd name="T41" fmla="*/ 134 h 166"/>
                <a:gd name="T42" fmla="*/ 31 w 720"/>
                <a:gd name="T43" fmla="*/ 134 h 166"/>
                <a:gd name="T44" fmla="*/ 38 w 720"/>
                <a:gd name="T45" fmla="*/ 104 h 166"/>
                <a:gd name="T46" fmla="*/ 62 w 720"/>
                <a:gd name="T47" fmla="*/ 77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20" h="166">
                  <a:moveTo>
                    <a:pt x="0" y="150"/>
                  </a:moveTo>
                  <a:lnTo>
                    <a:pt x="0" y="150"/>
                  </a:lnTo>
                  <a:cubicBezTo>
                    <a:pt x="0" y="154"/>
                    <a:pt x="2" y="158"/>
                    <a:pt x="4" y="161"/>
                  </a:cubicBezTo>
                  <a:cubicBezTo>
                    <a:pt x="7" y="164"/>
                    <a:pt x="12" y="165"/>
                    <a:pt x="16" y="165"/>
                  </a:cubicBezTo>
                  <a:cubicBezTo>
                    <a:pt x="704" y="165"/>
                    <a:pt x="704" y="165"/>
                    <a:pt x="704" y="165"/>
                  </a:cubicBezTo>
                  <a:cubicBezTo>
                    <a:pt x="708" y="165"/>
                    <a:pt x="712" y="164"/>
                    <a:pt x="715" y="161"/>
                  </a:cubicBezTo>
                  <a:cubicBezTo>
                    <a:pt x="718" y="158"/>
                    <a:pt x="719" y="154"/>
                    <a:pt x="719" y="150"/>
                  </a:cubicBezTo>
                  <a:cubicBezTo>
                    <a:pt x="719" y="130"/>
                    <a:pt x="718" y="111"/>
                    <a:pt x="708" y="91"/>
                  </a:cubicBezTo>
                  <a:cubicBezTo>
                    <a:pt x="701" y="77"/>
                    <a:pt x="690" y="63"/>
                    <a:pt x="674" y="52"/>
                  </a:cubicBezTo>
                  <a:cubicBezTo>
                    <a:pt x="650" y="35"/>
                    <a:pt x="617" y="22"/>
                    <a:pt x="566" y="14"/>
                  </a:cubicBezTo>
                  <a:cubicBezTo>
                    <a:pt x="516" y="5"/>
                    <a:pt x="448" y="0"/>
                    <a:pt x="360" y="0"/>
                  </a:cubicBezTo>
                  <a:cubicBezTo>
                    <a:pt x="201" y="1"/>
                    <a:pt x="114" y="15"/>
                    <a:pt x="62" y="42"/>
                  </a:cubicBezTo>
                  <a:cubicBezTo>
                    <a:pt x="37" y="54"/>
                    <a:pt x="20" y="71"/>
                    <a:pt x="12" y="91"/>
                  </a:cubicBezTo>
                  <a:cubicBezTo>
                    <a:pt x="2" y="111"/>
                    <a:pt x="0" y="130"/>
                    <a:pt x="0" y="150"/>
                  </a:cubicBezTo>
                  <a:close/>
                  <a:moveTo>
                    <a:pt x="62" y="77"/>
                  </a:moveTo>
                  <a:lnTo>
                    <a:pt x="62" y="77"/>
                  </a:lnTo>
                  <a:cubicBezTo>
                    <a:pt x="80" y="63"/>
                    <a:pt x="111" y="52"/>
                    <a:pt x="159" y="43"/>
                  </a:cubicBezTo>
                  <a:cubicBezTo>
                    <a:pt x="207" y="35"/>
                    <a:pt x="271" y="31"/>
                    <a:pt x="360" y="31"/>
                  </a:cubicBezTo>
                  <a:cubicBezTo>
                    <a:pt x="516" y="31"/>
                    <a:pt x="601" y="46"/>
                    <a:pt x="643" y="68"/>
                  </a:cubicBezTo>
                  <a:cubicBezTo>
                    <a:pt x="664" y="80"/>
                    <a:pt x="674" y="91"/>
                    <a:pt x="681" y="104"/>
                  </a:cubicBezTo>
                  <a:cubicBezTo>
                    <a:pt x="685" y="113"/>
                    <a:pt x="688" y="123"/>
                    <a:pt x="688" y="134"/>
                  </a:cubicBezTo>
                  <a:cubicBezTo>
                    <a:pt x="31" y="134"/>
                    <a:pt x="31" y="134"/>
                    <a:pt x="31" y="134"/>
                  </a:cubicBezTo>
                  <a:cubicBezTo>
                    <a:pt x="33" y="123"/>
                    <a:pt x="34" y="113"/>
                    <a:pt x="38" y="104"/>
                  </a:cubicBezTo>
                  <a:cubicBezTo>
                    <a:pt x="44" y="94"/>
                    <a:pt x="51" y="85"/>
                    <a:pt x="62" y="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1" name="Freeform 99">
              <a:extLst>
                <a:ext uri="{FF2B5EF4-FFF2-40B4-BE49-F238E27FC236}">
                  <a16:creationId xmlns:a16="http://schemas.microsoft.com/office/drawing/2014/main" id="{34695E13-5B3F-7174-1B5F-DF2F81D1412F}"/>
                </a:ext>
              </a:extLst>
            </p:cNvPr>
            <p:cNvSpPr>
              <a:spLocks noChangeArrowheads="1"/>
            </p:cNvSpPr>
            <p:nvPr/>
          </p:nvSpPr>
          <p:spPr bwMode="auto">
            <a:xfrm>
              <a:off x="4681538" y="3287713"/>
              <a:ext cx="258762" cy="60325"/>
            </a:xfrm>
            <a:custGeom>
              <a:avLst/>
              <a:gdLst>
                <a:gd name="T0" fmla="*/ 420 w 720"/>
                <a:gd name="T1" fmla="*/ 15 h 167"/>
                <a:gd name="T2" fmla="*/ 420 w 720"/>
                <a:gd name="T3" fmla="*/ 15 h 167"/>
                <a:gd name="T4" fmla="*/ 405 w 720"/>
                <a:gd name="T5" fmla="*/ 0 h 167"/>
                <a:gd name="T6" fmla="*/ 16 w 720"/>
                <a:gd name="T7" fmla="*/ 0 h 167"/>
                <a:gd name="T8" fmla="*/ 4 w 720"/>
                <a:gd name="T9" fmla="*/ 6 h 167"/>
                <a:gd name="T10" fmla="*/ 0 w 720"/>
                <a:gd name="T11" fmla="*/ 15 h 167"/>
                <a:gd name="T12" fmla="*/ 12 w 720"/>
                <a:gd name="T13" fmla="*/ 74 h 167"/>
                <a:gd name="T14" fmla="*/ 45 w 720"/>
                <a:gd name="T15" fmla="*/ 114 h 167"/>
                <a:gd name="T16" fmla="*/ 153 w 720"/>
                <a:gd name="T17" fmla="*/ 152 h 167"/>
                <a:gd name="T18" fmla="*/ 360 w 720"/>
                <a:gd name="T19" fmla="*/ 166 h 167"/>
                <a:gd name="T20" fmla="*/ 657 w 720"/>
                <a:gd name="T21" fmla="*/ 125 h 167"/>
                <a:gd name="T22" fmla="*/ 708 w 720"/>
                <a:gd name="T23" fmla="*/ 74 h 167"/>
                <a:gd name="T24" fmla="*/ 719 w 720"/>
                <a:gd name="T25" fmla="*/ 15 h 167"/>
                <a:gd name="T26" fmla="*/ 715 w 720"/>
                <a:gd name="T27" fmla="*/ 6 h 167"/>
                <a:gd name="T28" fmla="*/ 704 w 720"/>
                <a:gd name="T29" fmla="*/ 0 h 167"/>
                <a:gd name="T30" fmla="*/ 584 w 720"/>
                <a:gd name="T31" fmla="*/ 0 h 167"/>
                <a:gd name="T32" fmla="*/ 569 w 720"/>
                <a:gd name="T33" fmla="*/ 15 h 167"/>
                <a:gd name="T34" fmla="*/ 584 w 720"/>
                <a:gd name="T35" fmla="*/ 31 h 167"/>
                <a:gd name="T36" fmla="*/ 688 w 720"/>
                <a:gd name="T37" fmla="*/ 31 h 167"/>
                <a:gd name="T38" fmla="*/ 681 w 720"/>
                <a:gd name="T39" fmla="*/ 62 h 167"/>
                <a:gd name="T40" fmla="*/ 657 w 720"/>
                <a:gd name="T41" fmla="*/ 90 h 167"/>
                <a:gd name="T42" fmla="*/ 561 w 720"/>
                <a:gd name="T43" fmla="*/ 122 h 167"/>
                <a:gd name="T44" fmla="*/ 360 w 720"/>
                <a:gd name="T45" fmla="*/ 135 h 167"/>
                <a:gd name="T46" fmla="*/ 76 w 720"/>
                <a:gd name="T47" fmla="*/ 98 h 167"/>
                <a:gd name="T48" fmla="*/ 38 w 720"/>
                <a:gd name="T49" fmla="*/ 62 h 167"/>
                <a:gd name="T50" fmla="*/ 31 w 720"/>
                <a:gd name="T51" fmla="*/ 31 h 167"/>
                <a:gd name="T52" fmla="*/ 405 w 720"/>
                <a:gd name="T53" fmla="*/ 31 h 167"/>
                <a:gd name="T54" fmla="*/ 420 w 720"/>
                <a:gd name="T55" fmla="*/ 15 h 16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720" h="167">
                  <a:moveTo>
                    <a:pt x="420" y="15"/>
                  </a:moveTo>
                  <a:lnTo>
                    <a:pt x="420" y="15"/>
                  </a:lnTo>
                  <a:cubicBezTo>
                    <a:pt x="420" y="7"/>
                    <a:pt x="413" y="0"/>
                    <a:pt x="405" y="0"/>
                  </a:cubicBezTo>
                  <a:cubicBezTo>
                    <a:pt x="16" y="0"/>
                    <a:pt x="16" y="0"/>
                    <a:pt x="16" y="0"/>
                  </a:cubicBezTo>
                  <a:cubicBezTo>
                    <a:pt x="12" y="0"/>
                    <a:pt x="7" y="3"/>
                    <a:pt x="4" y="6"/>
                  </a:cubicBezTo>
                  <a:cubicBezTo>
                    <a:pt x="2" y="8"/>
                    <a:pt x="0" y="11"/>
                    <a:pt x="0" y="15"/>
                  </a:cubicBezTo>
                  <a:cubicBezTo>
                    <a:pt x="0" y="35"/>
                    <a:pt x="2" y="55"/>
                    <a:pt x="12" y="74"/>
                  </a:cubicBezTo>
                  <a:cubicBezTo>
                    <a:pt x="19" y="88"/>
                    <a:pt x="30" y="102"/>
                    <a:pt x="45" y="114"/>
                  </a:cubicBezTo>
                  <a:cubicBezTo>
                    <a:pt x="69" y="130"/>
                    <a:pt x="103" y="143"/>
                    <a:pt x="153" y="152"/>
                  </a:cubicBezTo>
                  <a:cubicBezTo>
                    <a:pt x="204" y="160"/>
                    <a:pt x="271" y="166"/>
                    <a:pt x="360" y="166"/>
                  </a:cubicBezTo>
                  <a:cubicBezTo>
                    <a:pt x="518" y="166"/>
                    <a:pt x="605" y="150"/>
                    <a:pt x="657" y="125"/>
                  </a:cubicBezTo>
                  <a:cubicBezTo>
                    <a:pt x="683" y="111"/>
                    <a:pt x="700" y="94"/>
                    <a:pt x="708" y="74"/>
                  </a:cubicBezTo>
                  <a:cubicBezTo>
                    <a:pt x="718" y="55"/>
                    <a:pt x="719" y="35"/>
                    <a:pt x="719" y="15"/>
                  </a:cubicBezTo>
                  <a:cubicBezTo>
                    <a:pt x="719" y="11"/>
                    <a:pt x="718" y="8"/>
                    <a:pt x="715" y="6"/>
                  </a:cubicBezTo>
                  <a:cubicBezTo>
                    <a:pt x="712" y="3"/>
                    <a:pt x="708" y="0"/>
                    <a:pt x="704" y="0"/>
                  </a:cubicBezTo>
                  <a:cubicBezTo>
                    <a:pt x="584" y="0"/>
                    <a:pt x="584" y="0"/>
                    <a:pt x="584" y="0"/>
                  </a:cubicBezTo>
                  <a:cubicBezTo>
                    <a:pt x="576" y="0"/>
                    <a:pt x="569" y="7"/>
                    <a:pt x="569" y="15"/>
                  </a:cubicBezTo>
                  <a:cubicBezTo>
                    <a:pt x="569" y="24"/>
                    <a:pt x="576" y="31"/>
                    <a:pt x="584" y="31"/>
                  </a:cubicBezTo>
                  <a:cubicBezTo>
                    <a:pt x="688" y="31"/>
                    <a:pt x="688" y="31"/>
                    <a:pt x="688" y="31"/>
                  </a:cubicBezTo>
                  <a:cubicBezTo>
                    <a:pt x="688" y="42"/>
                    <a:pt x="685" y="52"/>
                    <a:pt x="681" y="62"/>
                  </a:cubicBezTo>
                  <a:cubicBezTo>
                    <a:pt x="677" y="72"/>
                    <a:pt x="669" y="80"/>
                    <a:pt x="657" y="90"/>
                  </a:cubicBezTo>
                  <a:cubicBezTo>
                    <a:pt x="639" y="102"/>
                    <a:pt x="608" y="114"/>
                    <a:pt x="561" y="122"/>
                  </a:cubicBezTo>
                  <a:cubicBezTo>
                    <a:pt x="513" y="130"/>
                    <a:pt x="448" y="135"/>
                    <a:pt x="360" y="135"/>
                  </a:cubicBezTo>
                  <a:cubicBezTo>
                    <a:pt x="204" y="136"/>
                    <a:pt x="118" y="119"/>
                    <a:pt x="76" y="98"/>
                  </a:cubicBezTo>
                  <a:cubicBezTo>
                    <a:pt x="55" y="87"/>
                    <a:pt x="45" y="74"/>
                    <a:pt x="38" y="62"/>
                  </a:cubicBezTo>
                  <a:cubicBezTo>
                    <a:pt x="34" y="52"/>
                    <a:pt x="33" y="42"/>
                    <a:pt x="31" y="31"/>
                  </a:cubicBezTo>
                  <a:cubicBezTo>
                    <a:pt x="405" y="31"/>
                    <a:pt x="405" y="31"/>
                    <a:pt x="405" y="31"/>
                  </a:cubicBezTo>
                  <a:cubicBezTo>
                    <a:pt x="413" y="31"/>
                    <a:pt x="420" y="24"/>
                    <a:pt x="420" y="1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2" name="Freeform 100">
              <a:extLst>
                <a:ext uri="{FF2B5EF4-FFF2-40B4-BE49-F238E27FC236}">
                  <a16:creationId xmlns:a16="http://schemas.microsoft.com/office/drawing/2014/main" id="{3DADD787-5BC6-595F-E784-5EE519D59AB7}"/>
                </a:ext>
              </a:extLst>
            </p:cNvPr>
            <p:cNvSpPr>
              <a:spLocks noChangeArrowheads="1"/>
            </p:cNvSpPr>
            <p:nvPr/>
          </p:nvSpPr>
          <p:spPr bwMode="auto">
            <a:xfrm>
              <a:off x="4681538" y="3255963"/>
              <a:ext cx="258762" cy="55562"/>
            </a:xfrm>
            <a:custGeom>
              <a:avLst/>
              <a:gdLst>
                <a:gd name="T0" fmla="*/ 704 w 720"/>
                <a:gd name="T1" fmla="*/ 0 h 155"/>
                <a:gd name="T2" fmla="*/ 704 w 720"/>
                <a:gd name="T3" fmla="*/ 0 h 155"/>
                <a:gd name="T4" fmla="*/ 555 w 720"/>
                <a:gd name="T5" fmla="*/ 0 h 155"/>
                <a:gd name="T6" fmla="*/ 552 w 720"/>
                <a:gd name="T7" fmla="*/ 1 h 155"/>
                <a:gd name="T8" fmla="*/ 549 w 720"/>
                <a:gd name="T9" fmla="*/ 1 h 155"/>
                <a:gd name="T10" fmla="*/ 546 w 720"/>
                <a:gd name="T11" fmla="*/ 3 h 155"/>
                <a:gd name="T12" fmla="*/ 544 w 720"/>
                <a:gd name="T13" fmla="*/ 4 h 155"/>
                <a:gd name="T14" fmla="*/ 542 w 720"/>
                <a:gd name="T15" fmla="*/ 7 h 155"/>
                <a:gd name="T16" fmla="*/ 541 w 720"/>
                <a:gd name="T17" fmla="*/ 8 h 155"/>
                <a:gd name="T18" fmla="*/ 541 w 720"/>
                <a:gd name="T19" fmla="*/ 8 h 155"/>
                <a:gd name="T20" fmla="*/ 492 w 720"/>
                <a:gd name="T21" fmla="*/ 110 h 155"/>
                <a:gd name="T22" fmla="*/ 417 w 720"/>
                <a:gd name="T23" fmla="*/ 7 h 155"/>
                <a:gd name="T24" fmla="*/ 416 w 720"/>
                <a:gd name="T25" fmla="*/ 6 h 155"/>
                <a:gd name="T26" fmla="*/ 413 w 720"/>
                <a:gd name="T27" fmla="*/ 4 h 155"/>
                <a:gd name="T28" fmla="*/ 412 w 720"/>
                <a:gd name="T29" fmla="*/ 3 h 155"/>
                <a:gd name="T30" fmla="*/ 409 w 720"/>
                <a:gd name="T31" fmla="*/ 1 h 155"/>
                <a:gd name="T32" fmla="*/ 406 w 720"/>
                <a:gd name="T33" fmla="*/ 1 h 155"/>
                <a:gd name="T34" fmla="*/ 405 w 720"/>
                <a:gd name="T35" fmla="*/ 0 h 155"/>
                <a:gd name="T36" fmla="*/ 16 w 720"/>
                <a:gd name="T37" fmla="*/ 0 h 155"/>
                <a:gd name="T38" fmla="*/ 0 w 720"/>
                <a:gd name="T39" fmla="*/ 16 h 155"/>
                <a:gd name="T40" fmla="*/ 16 w 720"/>
                <a:gd name="T41" fmla="*/ 31 h 155"/>
                <a:gd name="T42" fmla="*/ 398 w 720"/>
                <a:gd name="T43" fmla="*/ 31 h 155"/>
                <a:gd name="T44" fmla="*/ 482 w 720"/>
                <a:gd name="T45" fmla="*/ 147 h 155"/>
                <a:gd name="T46" fmla="*/ 496 w 720"/>
                <a:gd name="T47" fmla="*/ 154 h 155"/>
                <a:gd name="T48" fmla="*/ 509 w 720"/>
                <a:gd name="T49" fmla="*/ 146 h 155"/>
                <a:gd name="T50" fmla="*/ 563 w 720"/>
                <a:gd name="T51" fmla="*/ 31 h 155"/>
                <a:gd name="T52" fmla="*/ 704 w 720"/>
                <a:gd name="T53" fmla="*/ 31 h 155"/>
                <a:gd name="T54" fmla="*/ 719 w 720"/>
                <a:gd name="T55" fmla="*/ 16 h 155"/>
                <a:gd name="T56" fmla="*/ 704 w 720"/>
                <a:gd name="T57" fmla="*/ 0 h 1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720" h="155">
                  <a:moveTo>
                    <a:pt x="704" y="0"/>
                  </a:moveTo>
                  <a:lnTo>
                    <a:pt x="704" y="0"/>
                  </a:lnTo>
                  <a:cubicBezTo>
                    <a:pt x="555" y="0"/>
                    <a:pt x="555" y="0"/>
                    <a:pt x="555" y="0"/>
                  </a:cubicBezTo>
                  <a:cubicBezTo>
                    <a:pt x="553" y="0"/>
                    <a:pt x="553" y="1"/>
                    <a:pt x="552" y="1"/>
                  </a:cubicBezTo>
                  <a:cubicBezTo>
                    <a:pt x="551" y="1"/>
                    <a:pt x="551" y="1"/>
                    <a:pt x="549" y="1"/>
                  </a:cubicBezTo>
                  <a:cubicBezTo>
                    <a:pt x="548" y="1"/>
                    <a:pt x="548" y="3"/>
                    <a:pt x="546" y="3"/>
                  </a:cubicBezTo>
                  <a:cubicBezTo>
                    <a:pt x="546" y="4"/>
                    <a:pt x="545" y="4"/>
                    <a:pt x="544" y="4"/>
                  </a:cubicBezTo>
                  <a:cubicBezTo>
                    <a:pt x="544" y="6"/>
                    <a:pt x="544" y="7"/>
                    <a:pt x="542" y="7"/>
                  </a:cubicBezTo>
                  <a:cubicBezTo>
                    <a:pt x="542" y="8"/>
                    <a:pt x="541" y="8"/>
                    <a:pt x="541" y="8"/>
                  </a:cubicBezTo>
                  <a:lnTo>
                    <a:pt x="541" y="8"/>
                  </a:lnTo>
                  <a:cubicBezTo>
                    <a:pt x="492" y="110"/>
                    <a:pt x="492" y="110"/>
                    <a:pt x="492" y="110"/>
                  </a:cubicBezTo>
                  <a:cubicBezTo>
                    <a:pt x="417" y="7"/>
                    <a:pt x="417" y="7"/>
                    <a:pt x="417" y="7"/>
                  </a:cubicBezTo>
                  <a:cubicBezTo>
                    <a:pt x="417" y="7"/>
                    <a:pt x="416" y="7"/>
                    <a:pt x="416" y="6"/>
                  </a:cubicBezTo>
                  <a:cubicBezTo>
                    <a:pt x="416" y="6"/>
                    <a:pt x="414" y="4"/>
                    <a:pt x="413" y="4"/>
                  </a:cubicBezTo>
                  <a:cubicBezTo>
                    <a:pt x="413" y="3"/>
                    <a:pt x="412" y="3"/>
                    <a:pt x="412" y="3"/>
                  </a:cubicBezTo>
                  <a:cubicBezTo>
                    <a:pt x="410" y="1"/>
                    <a:pt x="410" y="1"/>
                    <a:pt x="409" y="1"/>
                  </a:cubicBezTo>
                  <a:cubicBezTo>
                    <a:pt x="407" y="1"/>
                    <a:pt x="407" y="1"/>
                    <a:pt x="406" y="1"/>
                  </a:cubicBezTo>
                  <a:lnTo>
                    <a:pt x="405" y="0"/>
                  </a:lnTo>
                  <a:cubicBezTo>
                    <a:pt x="16" y="0"/>
                    <a:pt x="16" y="0"/>
                    <a:pt x="16" y="0"/>
                  </a:cubicBezTo>
                  <a:cubicBezTo>
                    <a:pt x="7" y="0"/>
                    <a:pt x="0" y="7"/>
                    <a:pt x="0" y="16"/>
                  </a:cubicBezTo>
                  <a:cubicBezTo>
                    <a:pt x="0" y="24"/>
                    <a:pt x="7" y="31"/>
                    <a:pt x="16" y="31"/>
                  </a:cubicBezTo>
                  <a:cubicBezTo>
                    <a:pt x="398" y="31"/>
                    <a:pt x="398" y="31"/>
                    <a:pt x="398" y="31"/>
                  </a:cubicBezTo>
                  <a:cubicBezTo>
                    <a:pt x="482" y="147"/>
                    <a:pt x="482" y="147"/>
                    <a:pt x="482" y="147"/>
                  </a:cubicBezTo>
                  <a:cubicBezTo>
                    <a:pt x="486" y="152"/>
                    <a:pt x="490" y="154"/>
                    <a:pt x="496" y="154"/>
                  </a:cubicBezTo>
                  <a:cubicBezTo>
                    <a:pt x="502" y="153"/>
                    <a:pt x="506" y="150"/>
                    <a:pt x="509" y="146"/>
                  </a:cubicBezTo>
                  <a:cubicBezTo>
                    <a:pt x="563" y="31"/>
                    <a:pt x="563" y="31"/>
                    <a:pt x="563" y="31"/>
                  </a:cubicBezTo>
                  <a:cubicBezTo>
                    <a:pt x="704" y="31"/>
                    <a:pt x="704" y="31"/>
                    <a:pt x="704" y="31"/>
                  </a:cubicBezTo>
                  <a:cubicBezTo>
                    <a:pt x="712" y="31"/>
                    <a:pt x="719" y="24"/>
                    <a:pt x="719" y="16"/>
                  </a:cubicBezTo>
                  <a:cubicBezTo>
                    <a:pt x="719" y="7"/>
                    <a:pt x="712" y="0"/>
                    <a:pt x="70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3" name="Freeform 101">
              <a:extLst>
                <a:ext uri="{FF2B5EF4-FFF2-40B4-BE49-F238E27FC236}">
                  <a16:creationId xmlns:a16="http://schemas.microsoft.com/office/drawing/2014/main" id="{18DA68AB-2E50-5B40-9B76-DD0B2A5FEAC3}"/>
                </a:ext>
              </a:extLst>
            </p:cNvPr>
            <p:cNvSpPr>
              <a:spLocks noChangeArrowheads="1"/>
            </p:cNvSpPr>
            <p:nvPr/>
          </p:nvSpPr>
          <p:spPr bwMode="auto">
            <a:xfrm>
              <a:off x="4681538" y="3190875"/>
              <a:ext cx="258762" cy="44450"/>
            </a:xfrm>
            <a:custGeom>
              <a:avLst/>
              <a:gdLst>
                <a:gd name="T0" fmla="*/ 659 w 720"/>
                <a:gd name="T1" fmla="*/ 0 h 122"/>
                <a:gd name="T2" fmla="*/ 659 w 720"/>
                <a:gd name="T3" fmla="*/ 0 h 122"/>
                <a:gd name="T4" fmla="*/ 61 w 720"/>
                <a:gd name="T5" fmla="*/ 0 h 122"/>
                <a:gd name="T6" fmla="*/ 0 w 720"/>
                <a:gd name="T7" fmla="*/ 61 h 122"/>
                <a:gd name="T8" fmla="*/ 61 w 720"/>
                <a:gd name="T9" fmla="*/ 121 h 122"/>
                <a:gd name="T10" fmla="*/ 659 w 720"/>
                <a:gd name="T11" fmla="*/ 121 h 122"/>
                <a:gd name="T12" fmla="*/ 719 w 720"/>
                <a:gd name="T13" fmla="*/ 61 h 122"/>
                <a:gd name="T14" fmla="*/ 659 w 720"/>
                <a:gd name="T15" fmla="*/ 0 h 122"/>
                <a:gd name="T16" fmla="*/ 659 w 720"/>
                <a:gd name="T17" fmla="*/ 90 h 122"/>
                <a:gd name="T18" fmla="*/ 659 w 720"/>
                <a:gd name="T19" fmla="*/ 90 h 122"/>
                <a:gd name="T20" fmla="*/ 61 w 720"/>
                <a:gd name="T21" fmla="*/ 90 h 122"/>
                <a:gd name="T22" fmla="*/ 30 w 720"/>
                <a:gd name="T23" fmla="*/ 61 h 122"/>
                <a:gd name="T24" fmla="*/ 61 w 720"/>
                <a:gd name="T25" fmla="*/ 31 h 122"/>
                <a:gd name="T26" fmla="*/ 659 w 720"/>
                <a:gd name="T27" fmla="*/ 31 h 122"/>
                <a:gd name="T28" fmla="*/ 690 w 720"/>
                <a:gd name="T29" fmla="*/ 61 h 122"/>
                <a:gd name="T30" fmla="*/ 659 w 720"/>
                <a:gd name="T31" fmla="*/ 90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720" h="122">
                  <a:moveTo>
                    <a:pt x="659" y="0"/>
                  </a:moveTo>
                  <a:lnTo>
                    <a:pt x="659" y="0"/>
                  </a:lnTo>
                  <a:cubicBezTo>
                    <a:pt x="61" y="0"/>
                    <a:pt x="61" y="0"/>
                    <a:pt x="61" y="0"/>
                  </a:cubicBezTo>
                  <a:cubicBezTo>
                    <a:pt x="27" y="0"/>
                    <a:pt x="0" y="28"/>
                    <a:pt x="0" y="61"/>
                  </a:cubicBezTo>
                  <a:cubicBezTo>
                    <a:pt x="0" y="94"/>
                    <a:pt x="27" y="121"/>
                    <a:pt x="61" y="121"/>
                  </a:cubicBezTo>
                  <a:cubicBezTo>
                    <a:pt x="659" y="121"/>
                    <a:pt x="659" y="121"/>
                    <a:pt x="659" y="121"/>
                  </a:cubicBezTo>
                  <a:cubicBezTo>
                    <a:pt x="692" y="121"/>
                    <a:pt x="719" y="94"/>
                    <a:pt x="719" y="61"/>
                  </a:cubicBezTo>
                  <a:cubicBezTo>
                    <a:pt x="719" y="28"/>
                    <a:pt x="692" y="0"/>
                    <a:pt x="659" y="0"/>
                  </a:cubicBezTo>
                  <a:close/>
                  <a:moveTo>
                    <a:pt x="659" y="90"/>
                  </a:moveTo>
                  <a:lnTo>
                    <a:pt x="659" y="90"/>
                  </a:lnTo>
                  <a:cubicBezTo>
                    <a:pt x="61" y="90"/>
                    <a:pt x="61" y="90"/>
                    <a:pt x="61" y="90"/>
                  </a:cubicBezTo>
                  <a:cubicBezTo>
                    <a:pt x="44" y="90"/>
                    <a:pt x="30" y="78"/>
                    <a:pt x="30" y="61"/>
                  </a:cubicBezTo>
                  <a:cubicBezTo>
                    <a:pt x="30" y="44"/>
                    <a:pt x="44" y="31"/>
                    <a:pt x="61" y="31"/>
                  </a:cubicBezTo>
                  <a:cubicBezTo>
                    <a:pt x="659" y="31"/>
                    <a:pt x="659" y="31"/>
                    <a:pt x="659" y="31"/>
                  </a:cubicBezTo>
                  <a:cubicBezTo>
                    <a:pt x="676" y="31"/>
                    <a:pt x="690" y="44"/>
                    <a:pt x="690" y="61"/>
                  </a:cubicBezTo>
                  <a:cubicBezTo>
                    <a:pt x="690" y="78"/>
                    <a:pt x="676" y="90"/>
                    <a:pt x="659" y="9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4" name="Group 127">
            <a:extLst>
              <a:ext uri="{FF2B5EF4-FFF2-40B4-BE49-F238E27FC236}">
                <a16:creationId xmlns:a16="http://schemas.microsoft.com/office/drawing/2014/main" id="{FD75DFAA-CB49-FCB3-4E76-4592BE9536E1}"/>
              </a:ext>
            </a:extLst>
          </p:cNvPr>
          <p:cNvGrpSpPr/>
          <p:nvPr/>
        </p:nvGrpSpPr>
        <p:grpSpPr>
          <a:xfrm>
            <a:off x="5200253" y="1350045"/>
            <a:ext cx="258762" cy="238125"/>
            <a:chOff x="4164013" y="3094038"/>
            <a:chExt cx="258762" cy="238125"/>
          </a:xfrm>
          <a:solidFill>
            <a:schemeClr val="accent4"/>
          </a:solidFill>
        </p:grpSpPr>
        <p:sp>
          <p:nvSpPr>
            <p:cNvPr id="125" name="Freeform 102">
              <a:extLst>
                <a:ext uri="{FF2B5EF4-FFF2-40B4-BE49-F238E27FC236}">
                  <a16:creationId xmlns:a16="http://schemas.microsoft.com/office/drawing/2014/main" id="{3D5CDC75-6D44-B807-C326-D39840FBBD75}"/>
                </a:ext>
              </a:extLst>
            </p:cNvPr>
            <p:cNvSpPr>
              <a:spLocks noChangeArrowheads="1"/>
            </p:cNvSpPr>
            <p:nvPr/>
          </p:nvSpPr>
          <p:spPr bwMode="auto">
            <a:xfrm>
              <a:off x="4164013" y="3113088"/>
              <a:ext cx="258762" cy="219075"/>
            </a:xfrm>
            <a:custGeom>
              <a:avLst/>
              <a:gdLst>
                <a:gd name="T0" fmla="*/ 595 w 719"/>
                <a:gd name="T1" fmla="*/ 10 h 609"/>
                <a:gd name="T2" fmla="*/ 581 w 719"/>
                <a:gd name="T3" fmla="*/ 36 h 609"/>
                <a:gd name="T4" fmla="*/ 662 w 719"/>
                <a:gd name="T5" fmla="*/ 108 h 609"/>
                <a:gd name="T6" fmla="*/ 82 w 719"/>
                <a:gd name="T7" fmla="*/ 217 h 609"/>
                <a:gd name="T8" fmla="*/ 497 w 719"/>
                <a:gd name="T9" fmla="*/ 10 h 609"/>
                <a:gd name="T10" fmla="*/ 8 w 719"/>
                <a:gd name="T11" fmla="*/ 219 h 609"/>
                <a:gd name="T12" fmla="*/ 4 w 719"/>
                <a:gd name="T13" fmla="*/ 223 h 609"/>
                <a:gd name="T14" fmla="*/ 2 w 719"/>
                <a:gd name="T15" fmla="*/ 226 h 609"/>
                <a:gd name="T16" fmla="*/ 0 w 719"/>
                <a:gd name="T17" fmla="*/ 231 h 609"/>
                <a:gd name="T18" fmla="*/ 0 w 719"/>
                <a:gd name="T19" fmla="*/ 592 h 609"/>
                <a:gd name="T20" fmla="*/ 15 w 719"/>
                <a:gd name="T21" fmla="*/ 608 h 609"/>
                <a:gd name="T22" fmla="*/ 714 w 719"/>
                <a:gd name="T23" fmla="*/ 603 h 609"/>
                <a:gd name="T24" fmla="*/ 718 w 719"/>
                <a:gd name="T25" fmla="*/ 233 h 609"/>
                <a:gd name="T26" fmla="*/ 688 w 719"/>
                <a:gd name="T27" fmla="*/ 92 h 609"/>
                <a:gd name="T28" fmla="*/ 689 w 719"/>
                <a:gd name="T29" fmla="*/ 435 h 609"/>
                <a:gd name="T30" fmla="*/ 657 w 719"/>
                <a:gd name="T31" fmla="*/ 427 h 609"/>
                <a:gd name="T32" fmla="*/ 593 w 719"/>
                <a:gd name="T33" fmla="*/ 376 h 609"/>
                <a:gd name="T34" fmla="*/ 509 w 719"/>
                <a:gd name="T35" fmla="*/ 382 h 609"/>
                <a:gd name="T36" fmla="*/ 450 w 719"/>
                <a:gd name="T37" fmla="*/ 429 h 609"/>
                <a:gd name="T38" fmla="*/ 393 w 719"/>
                <a:gd name="T39" fmla="*/ 427 h 609"/>
                <a:gd name="T40" fmla="*/ 329 w 719"/>
                <a:gd name="T41" fmla="*/ 376 h 609"/>
                <a:gd name="T42" fmla="*/ 247 w 719"/>
                <a:gd name="T43" fmla="*/ 382 h 609"/>
                <a:gd name="T44" fmla="*/ 186 w 719"/>
                <a:gd name="T45" fmla="*/ 429 h 609"/>
                <a:gd name="T46" fmla="*/ 130 w 719"/>
                <a:gd name="T47" fmla="*/ 427 h 609"/>
                <a:gd name="T48" fmla="*/ 67 w 719"/>
                <a:gd name="T49" fmla="*/ 376 h 609"/>
                <a:gd name="T50" fmla="*/ 29 w 719"/>
                <a:gd name="T51" fmla="*/ 369 h 609"/>
                <a:gd name="T52" fmla="*/ 689 w 719"/>
                <a:gd name="T53" fmla="*/ 248 h 609"/>
                <a:gd name="T54" fmla="*/ 29 w 719"/>
                <a:gd name="T55" fmla="*/ 398 h 609"/>
                <a:gd name="T56" fmla="*/ 29 w 719"/>
                <a:gd name="T57" fmla="*/ 398 h 609"/>
                <a:gd name="T58" fmla="*/ 98 w 719"/>
                <a:gd name="T59" fmla="*/ 439 h 609"/>
                <a:gd name="T60" fmla="*/ 161 w 719"/>
                <a:gd name="T61" fmla="*/ 464 h 609"/>
                <a:gd name="T62" fmla="*/ 249 w 719"/>
                <a:gd name="T63" fmla="*/ 415 h 609"/>
                <a:gd name="T64" fmla="*/ 293 w 719"/>
                <a:gd name="T65" fmla="*/ 398 h 609"/>
                <a:gd name="T66" fmla="*/ 362 w 719"/>
                <a:gd name="T67" fmla="*/ 439 h 609"/>
                <a:gd name="T68" fmla="*/ 425 w 719"/>
                <a:gd name="T69" fmla="*/ 464 h 609"/>
                <a:gd name="T70" fmla="*/ 513 w 719"/>
                <a:gd name="T71" fmla="*/ 415 h 609"/>
                <a:gd name="T72" fmla="*/ 557 w 719"/>
                <a:gd name="T73" fmla="*/ 398 h 609"/>
                <a:gd name="T74" fmla="*/ 626 w 719"/>
                <a:gd name="T75" fmla="*/ 439 h 609"/>
                <a:gd name="T76" fmla="*/ 689 w 719"/>
                <a:gd name="T77" fmla="*/ 464 h 609"/>
                <a:gd name="T78" fmla="*/ 29 w 719"/>
                <a:gd name="T79" fmla="*/ 577 h 6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719" h="609">
                  <a:moveTo>
                    <a:pt x="595" y="10"/>
                  </a:moveTo>
                  <a:lnTo>
                    <a:pt x="595" y="10"/>
                  </a:lnTo>
                  <a:cubicBezTo>
                    <a:pt x="586" y="5"/>
                    <a:pt x="578" y="8"/>
                    <a:pt x="574" y="17"/>
                  </a:cubicBezTo>
                  <a:cubicBezTo>
                    <a:pt x="571" y="24"/>
                    <a:pt x="574" y="32"/>
                    <a:pt x="581" y="36"/>
                  </a:cubicBezTo>
                  <a:lnTo>
                    <a:pt x="581" y="36"/>
                  </a:lnTo>
                  <a:cubicBezTo>
                    <a:pt x="617" y="54"/>
                    <a:pt x="644" y="77"/>
                    <a:pt x="662" y="108"/>
                  </a:cubicBezTo>
                  <a:cubicBezTo>
                    <a:pt x="678" y="134"/>
                    <a:pt x="686" y="171"/>
                    <a:pt x="688" y="217"/>
                  </a:cubicBezTo>
                  <a:cubicBezTo>
                    <a:pt x="82" y="217"/>
                    <a:pt x="82" y="217"/>
                    <a:pt x="82" y="217"/>
                  </a:cubicBezTo>
                  <a:cubicBezTo>
                    <a:pt x="490" y="29"/>
                    <a:pt x="490" y="29"/>
                    <a:pt x="490" y="29"/>
                  </a:cubicBezTo>
                  <a:cubicBezTo>
                    <a:pt x="497" y="26"/>
                    <a:pt x="501" y="18"/>
                    <a:pt x="497" y="10"/>
                  </a:cubicBezTo>
                  <a:cubicBezTo>
                    <a:pt x="494" y="3"/>
                    <a:pt x="484" y="0"/>
                    <a:pt x="477" y="3"/>
                  </a:cubicBezTo>
                  <a:cubicBezTo>
                    <a:pt x="8" y="219"/>
                    <a:pt x="8" y="219"/>
                    <a:pt x="8" y="219"/>
                  </a:cubicBezTo>
                  <a:cubicBezTo>
                    <a:pt x="8" y="220"/>
                    <a:pt x="7" y="220"/>
                    <a:pt x="7" y="222"/>
                  </a:cubicBezTo>
                  <a:cubicBezTo>
                    <a:pt x="5" y="222"/>
                    <a:pt x="5" y="222"/>
                    <a:pt x="4" y="223"/>
                  </a:cubicBezTo>
                  <a:lnTo>
                    <a:pt x="4" y="223"/>
                  </a:lnTo>
                  <a:cubicBezTo>
                    <a:pt x="4" y="223"/>
                    <a:pt x="2" y="224"/>
                    <a:pt x="2" y="226"/>
                  </a:cubicBezTo>
                  <a:cubicBezTo>
                    <a:pt x="1" y="226"/>
                    <a:pt x="1" y="227"/>
                    <a:pt x="1" y="227"/>
                  </a:cubicBezTo>
                  <a:cubicBezTo>
                    <a:pt x="1" y="229"/>
                    <a:pt x="0" y="230"/>
                    <a:pt x="0" y="231"/>
                  </a:cubicBezTo>
                  <a:lnTo>
                    <a:pt x="0" y="233"/>
                  </a:lnTo>
                  <a:cubicBezTo>
                    <a:pt x="0" y="592"/>
                    <a:pt x="0" y="592"/>
                    <a:pt x="0" y="592"/>
                  </a:cubicBezTo>
                  <a:cubicBezTo>
                    <a:pt x="0" y="596"/>
                    <a:pt x="1" y="601"/>
                    <a:pt x="4" y="603"/>
                  </a:cubicBezTo>
                  <a:cubicBezTo>
                    <a:pt x="7" y="606"/>
                    <a:pt x="11" y="608"/>
                    <a:pt x="15" y="608"/>
                  </a:cubicBezTo>
                  <a:cubicBezTo>
                    <a:pt x="703" y="608"/>
                    <a:pt x="703" y="608"/>
                    <a:pt x="703" y="608"/>
                  </a:cubicBezTo>
                  <a:cubicBezTo>
                    <a:pt x="707" y="608"/>
                    <a:pt x="711" y="606"/>
                    <a:pt x="714" y="603"/>
                  </a:cubicBezTo>
                  <a:cubicBezTo>
                    <a:pt x="717" y="601"/>
                    <a:pt x="718" y="596"/>
                    <a:pt x="718" y="592"/>
                  </a:cubicBezTo>
                  <a:cubicBezTo>
                    <a:pt x="718" y="233"/>
                    <a:pt x="718" y="233"/>
                    <a:pt x="718" y="233"/>
                  </a:cubicBezTo>
                  <a:lnTo>
                    <a:pt x="718" y="233"/>
                  </a:lnTo>
                  <a:cubicBezTo>
                    <a:pt x="718" y="175"/>
                    <a:pt x="709" y="129"/>
                    <a:pt x="688" y="92"/>
                  </a:cubicBezTo>
                  <a:cubicBezTo>
                    <a:pt x="666" y="56"/>
                    <a:pt x="634" y="29"/>
                    <a:pt x="595" y="10"/>
                  </a:cubicBezTo>
                  <a:close/>
                  <a:moveTo>
                    <a:pt x="689" y="435"/>
                  </a:moveTo>
                  <a:lnTo>
                    <a:pt x="689" y="435"/>
                  </a:lnTo>
                  <a:cubicBezTo>
                    <a:pt x="675" y="435"/>
                    <a:pt x="665" y="431"/>
                    <a:pt x="657" y="427"/>
                  </a:cubicBezTo>
                  <a:cubicBezTo>
                    <a:pt x="644" y="420"/>
                    <a:pt x="634" y="405"/>
                    <a:pt x="620" y="393"/>
                  </a:cubicBezTo>
                  <a:cubicBezTo>
                    <a:pt x="613" y="387"/>
                    <a:pt x="605" y="380"/>
                    <a:pt x="593" y="376"/>
                  </a:cubicBezTo>
                  <a:cubicBezTo>
                    <a:pt x="584" y="372"/>
                    <a:pt x="571" y="369"/>
                    <a:pt x="557" y="369"/>
                  </a:cubicBezTo>
                  <a:cubicBezTo>
                    <a:pt x="537" y="369"/>
                    <a:pt x="522" y="373"/>
                    <a:pt x="509" y="382"/>
                  </a:cubicBezTo>
                  <a:cubicBezTo>
                    <a:pt x="491" y="393"/>
                    <a:pt x="480" y="407"/>
                    <a:pt x="468" y="417"/>
                  </a:cubicBezTo>
                  <a:cubicBezTo>
                    <a:pt x="463" y="422"/>
                    <a:pt x="456" y="427"/>
                    <a:pt x="450" y="429"/>
                  </a:cubicBezTo>
                  <a:cubicBezTo>
                    <a:pt x="443" y="432"/>
                    <a:pt x="435" y="435"/>
                    <a:pt x="425" y="435"/>
                  </a:cubicBezTo>
                  <a:cubicBezTo>
                    <a:pt x="411" y="435"/>
                    <a:pt x="401" y="431"/>
                    <a:pt x="393" y="427"/>
                  </a:cubicBezTo>
                  <a:cubicBezTo>
                    <a:pt x="381" y="420"/>
                    <a:pt x="370" y="405"/>
                    <a:pt x="356" y="393"/>
                  </a:cubicBezTo>
                  <a:cubicBezTo>
                    <a:pt x="349" y="387"/>
                    <a:pt x="341" y="380"/>
                    <a:pt x="329" y="376"/>
                  </a:cubicBezTo>
                  <a:cubicBezTo>
                    <a:pt x="320" y="372"/>
                    <a:pt x="307" y="369"/>
                    <a:pt x="293" y="369"/>
                  </a:cubicBezTo>
                  <a:cubicBezTo>
                    <a:pt x="273" y="369"/>
                    <a:pt x="258" y="373"/>
                    <a:pt x="247" y="382"/>
                  </a:cubicBezTo>
                  <a:cubicBezTo>
                    <a:pt x="228" y="393"/>
                    <a:pt x="216" y="407"/>
                    <a:pt x="205" y="417"/>
                  </a:cubicBezTo>
                  <a:cubicBezTo>
                    <a:pt x="199" y="422"/>
                    <a:pt x="193" y="427"/>
                    <a:pt x="186" y="429"/>
                  </a:cubicBezTo>
                  <a:cubicBezTo>
                    <a:pt x="179" y="432"/>
                    <a:pt x="172" y="435"/>
                    <a:pt x="161" y="435"/>
                  </a:cubicBezTo>
                  <a:cubicBezTo>
                    <a:pt x="147" y="435"/>
                    <a:pt x="139" y="431"/>
                    <a:pt x="130" y="427"/>
                  </a:cubicBezTo>
                  <a:cubicBezTo>
                    <a:pt x="117" y="420"/>
                    <a:pt x="108" y="405"/>
                    <a:pt x="92" y="393"/>
                  </a:cubicBezTo>
                  <a:cubicBezTo>
                    <a:pt x="85" y="387"/>
                    <a:pt x="77" y="380"/>
                    <a:pt x="67" y="376"/>
                  </a:cubicBezTo>
                  <a:cubicBezTo>
                    <a:pt x="56" y="372"/>
                    <a:pt x="44" y="369"/>
                    <a:pt x="29" y="369"/>
                  </a:cubicBezTo>
                  <a:lnTo>
                    <a:pt x="29" y="369"/>
                  </a:lnTo>
                  <a:cubicBezTo>
                    <a:pt x="29" y="248"/>
                    <a:pt x="29" y="248"/>
                    <a:pt x="29" y="248"/>
                  </a:cubicBezTo>
                  <a:cubicBezTo>
                    <a:pt x="689" y="248"/>
                    <a:pt x="689" y="248"/>
                    <a:pt x="689" y="248"/>
                  </a:cubicBezTo>
                  <a:lnTo>
                    <a:pt x="689" y="435"/>
                  </a:lnTo>
                  <a:close/>
                  <a:moveTo>
                    <a:pt x="29" y="398"/>
                  </a:moveTo>
                  <a:lnTo>
                    <a:pt x="29" y="398"/>
                  </a:lnTo>
                  <a:lnTo>
                    <a:pt x="29" y="398"/>
                  </a:lnTo>
                  <a:cubicBezTo>
                    <a:pt x="43" y="398"/>
                    <a:pt x="53" y="401"/>
                    <a:pt x="61" y="407"/>
                  </a:cubicBezTo>
                  <a:cubicBezTo>
                    <a:pt x="74" y="414"/>
                    <a:pt x="84" y="427"/>
                    <a:pt x="98" y="439"/>
                  </a:cubicBezTo>
                  <a:cubicBezTo>
                    <a:pt x="105" y="446"/>
                    <a:pt x="113" y="452"/>
                    <a:pt x="124" y="457"/>
                  </a:cubicBezTo>
                  <a:cubicBezTo>
                    <a:pt x="134" y="462"/>
                    <a:pt x="147" y="464"/>
                    <a:pt x="161" y="464"/>
                  </a:cubicBezTo>
                  <a:cubicBezTo>
                    <a:pt x="181" y="464"/>
                    <a:pt x="196" y="459"/>
                    <a:pt x="209" y="452"/>
                  </a:cubicBezTo>
                  <a:cubicBezTo>
                    <a:pt x="227" y="441"/>
                    <a:pt x="238" y="425"/>
                    <a:pt x="249" y="415"/>
                  </a:cubicBezTo>
                  <a:cubicBezTo>
                    <a:pt x="255" y="410"/>
                    <a:pt x="261" y="407"/>
                    <a:pt x="268" y="403"/>
                  </a:cubicBezTo>
                  <a:cubicBezTo>
                    <a:pt x="275" y="400"/>
                    <a:pt x="283" y="398"/>
                    <a:pt x="293" y="398"/>
                  </a:cubicBezTo>
                  <a:cubicBezTo>
                    <a:pt x="307" y="398"/>
                    <a:pt x="315" y="401"/>
                    <a:pt x="324" y="407"/>
                  </a:cubicBezTo>
                  <a:cubicBezTo>
                    <a:pt x="336" y="414"/>
                    <a:pt x="348" y="427"/>
                    <a:pt x="362" y="439"/>
                  </a:cubicBezTo>
                  <a:cubicBezTo>
                    <a:pt x="369" y="446"/>
                    <a:pt x="377" y="452"/>
                    <a:pt x="387" y="457"/>
                  </a:cubicBezTo>
                  <a:cubicBezTo>
                    <a:pt x="398" y="462"/>
                    <a:pt x="411" y="464"/>
                    <a:pt x="425" y="464"/>
                  </a:cubicBezTo>
                  <a:cubicBezTo>
                    <a:pt x="443" y="464"/>
                    <a:pt x="459" y="459"/>
                    <a:pt x="471" y="452"/>
                  </a:cubicBezTo>
                  <a:cubicBezTo>
                    <a:pt x="490" y="441"/>
                    <a:pt x="501" y="425"/>
                    <a:pt x="513" y="415"/>
                  </a:cubicBezTo>
                  <a:cubicBezTo>
                    <a:pt x="519" y="410"/>
                    <a:pt x="525" y="407"/>
                    <a:pt x="532" y="403"/>
                  </a:cubicBezTo>
                  <a:cubicBezTo>
                    <a:pt x="539" y="400"/>
                    <a:pt x="546" y="398"/>
                    <a:pt x="557" y="398"/>
                  </a:cubicBezTo>
                  <a:cubicBezTo>
                    <a:pt x="571" y="398"/>
                    <a:pt x="579" y="401"/>
                    <a:pt x="588" y="407"/>
                  </a:cubicBezTo>
                  <a:cubicBezTo>
                    <a:pt x="600" y="414"/>
                    <a:pt x="610" y="427"/>
                    <a:pt x="626" y="439"/>
                  </a:cubicBezTo>
                  <a:cubicBezTo>
                    <a:pt x="633" y="446"/>
                    <a:pt x="641" y="452"/>
                    <a:pt x="651" y="457"/>
                  </a:cubicBezTo>
                  <a:cubicBezTo>
                    <a:pt x="662" y="462"/>
                    <a:pt x="675" y="464"/>
                    <a:pt x="689" y="464"/>
                  </a:cubicBezTo>
                  <a:cubicBezTo>
                    <a:pt x="689" y="577"/>
                    <a:pt x="689" y="577"/>
                    <a:pt x="689" y="577"/>
                  </a:cubicBezTo>
                  <a:cubicBezTo>
                    <a:pt x="29" y="577"/>
                    <a:pt x="29" y="577"/>
                    <a:pt x="29" y="577"/>
                  </a:cubicBezTo>
                  <a:lnTo>
                    <a:pt x="29" y="39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6" name="Freeform 103">
              <a:extLst>
                <a:ext uri="{FF2B5EF4-FFF2-40B4-BE49-F238E27FC236}">
                  <a16:creationId xmlns:a16="http://schemas.microsoft.com/office/drawing/2014/main" id="{D0C4F7B0-D300-DA54-A5CF-BADD431668F7}"/>
                </a:ext>
              </a:extLst>
            </p:cNvPr>
            <p:cNvSpPr>
              <a:spLocks noChangeArrowheads="1"/>
            </p:cNvSpPr>
            <p:nvPr/>
          </p:nvSpPr>
          <p:spPr bwMode="auto">
            <a:xfrm>
              <a:off x="4325938" y="3094038"/>
              <a:ext cx="65087" cy="87312"/>
            </a:xfrm>
            <a:custGeom>
              <a:avLst/>
              <a:gdLst>
                <a:gd name="T0" fmla="*/ 164 w 181"/>
                <a:gd name="T1" fmla="*/ 31 h 241"/>
                <a:gd name="T2" fmla="*/ 164 w 181"/>
                <a:gd name="T3" fmla="*/ 31 h 241"/>
                <a:gd name="T4" fmla="*/ 180 w 181"/>
                <a:gd name="T5" fmla="*/ 15 h 241"/>
                <a:gd name="T6" fmla="*/ 164 w 181"/>
                <a:gd name="T7" fmla="*/ 0 h 241"/>
                <a:gd name="T8" fmla="*/ 98 w 181"/>
                <a:gd name="T9" fmla="*/ 28 h 241"/>
                <a:gd name="T10" fmla="*/ 62 w 181"/>
                <a:gd name="T11" fmla="*/ 91 h 241"/>
                <a:gd name="T12" fmla="*/ 0 w 181"/>
                <a:gd name="T13" fmla="*/ 165 h 241"/>
                <a:gd name="T14" fmla="*/ 74 w 181"/>
                <a:gd name="T15" fmla="*/ 240 h 241"/>
                <a:gd name="T16" fmla="*/ 150 w 181"/>
                <a:gd name="T17" fmla="*/ 165 h 241"/>
                <a:gd name="T18" fmla="*/ 92 w 181"/>
                <a:gd name="T19" fmla="*/ 92 h 241"/>
                <a:gd name="T20" fmla="*/ 119 w 181"/>
                <a:gd name="T21" fmla="*/ 50 h 241"/>
                <a:gd name="T22" fmla="*/ 164 w 181"/>
                <a:gd name="T23" fmla="*/ 31 h 241"/>
                <a:gd name="T24" fmla="*/ 119 w 181"/>
                <a:gd name="T25" fmla="*/ 165 h 241"/>
                <a:gd name="T26" fmla="*/ 119 w 181"/>
                <a:gd name="T27" fmla="*/ 165 h 241"/>
                <a:gd name="T28" fmla="*/ 74 w 181"/>
                <a:gd name="T29" fmla="*/ 210 h 241"/>
                <a:gd name="T30" fmla="*/ 29 w 181"/>
                <a:gd name="T31" fmla="*/ 165 h 241"/>
                <a:gd name="T32" fmla="*/ 74 w 181"/>
                <a:gd name="T33" fmla="*/ 120 h 241"/>
                <a:gd name="T34" fmla="*/ 119 w 181"/>
                <a:gd name="T35" fmla="*/ 165 h 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81" h="241">
                  <a:moveTo>
                    <a:pt x="164" y="31"/>
                  </a:moveTo>
                  <a:lnTo>
                    <a:pt x="164" y="31"/>
                  </a:lnTo>
                  <a:cubicBezTo>
                    <a:pt x="173" y="31"/>
                    <a:pt x="180" y="24"/>
                    <a:pt x="180" y="15"/>
                  </a:cubicBezTo>
                  <a:cubicBezTo>
                    <a:pt x="180" y="7"/>
                    <a:pt x="173" y="0"/>
                    <a:pt x="164" y="0"/>
                  </a:cubicBezTo>
                  <a:cubicBezTo>
                    <a:pt x="142" y="1"/>
                    <a:pt x="118" y="11"/>
                    <a:pt x="98" y="28"/>
                  </a:cubicBezTo>
                  <a:cubicBezTo>
                    <a:pt x="83" y="43"/>
                    <a:pt x="69" y="66"/>
                    <a:pt x="62" y="91"/>
                  </a:cubicBezTo>
                  <a:cubicBezTo>
                    <a:pt x="26" y="98"/>
                    <a:pt x="0" y="128"/>
                    <a:pt x="0" y="165"/>
                  </a:cubicBezTo>
                  <a:cubicBezTo>
                    <a:pt x="0" y="206"/>
                    <a:pt x="34" y="240"/>
                    <a:pt x="74" y="240"/>
                  </a:cubicBezTo>
                  <a:cubicBezTo>
                    <a:pt x="116" y="240"/>
                    <a:pt x="150" y="206"/>
                    <a:pt x="150" y="165"/>
                  </a:cubicBezTo>
                  <a:cubicBezTo>
                    <a:pt x="150" y="130"/>
                    <a:pt x="126" y="101"/>
                    <a:pt x="92" y="92"/>
                  </a:cubicBezTo>
                  <a:cubicBezTo>
                    <a:pt x="98" y="76"/>
                    <a:pt x="108" y="62"/>
                    <a:pt x="119" y="50"/>
                  </a:cubicBezTo>
                  <a:cubicBezTo>
                    <a:pt x="133" y="38"/>
                    <a:pt x="150" y="31"/>
                    <a:pt x="164" y="31"/>
                  </a:cubicBezTo>
                  <a:close/>
                  <a:moveTo>
                    <a:pt x="119" y="165"/>
                  </a:moveTo>
                  <a:lnTo>
                    <a:pt x="119" y="165"/>
                  </a:lnTo>
                  <a:cubicBezTo>
                    <a:pt x="119" y="189"/>
                    <a:pt x="100" y="210"/>
                    <a:pt x="74" y="210"/>
                  </a:cubicBezTo>
                  <a:cubicBezTo>
                    <a:pt x="50" y="210"/>
                    <a:pt x="29" y="189"/>
                    <a:pt x="29" y="165"/>
                  </a:cubicBezTo>
                  <a:cubicBezTo>
                    <a:pt x="29" y="140"/>
                    <a:pt x="50" y="120"/>
                    <a:pt x="74" y="120"/>
                  </a:cubicBezTo>
                  <a:cubicBezTo>
                    <a:pt x="100" y="120"/>
                    <a:pt x="119" y="140"/>
                    <a:pt x="119" y="16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27" name="Group 130">
            <a:extLst>
              <a:ext uri="{FF2B5EF4-FFF2-40B4-BE49-F238E27FC236}">
                <a16:creationId xmlns:a16="http://schemas.microsoft.com/office/drawing/2014/main" id="{4CD9822B-D674-D9DB-1471-0D0B060218B3}"/>
              </a:ext>
            </a:extLst>
          </p:cNvPr>
          <p:cNvGrpSpPr/>
          <p:nvPr/>
        </p:nvGrpSpPr>
        <p:grpSpPr>
          <a:xfrm>
            <a:off x="7229078" y="1905670"/>
            <a:ext cx="314325" cy="141288"/>
            <a:chOff x="6192838" y="3692525"/>
            <a:chExt cx="314325" cy="141288"/>
          </a:xfrm>
          <a:solidFill>
            <a:schemeClr val="accent4"/>
          </a:solidFill>
        </p:grpSpPr>
        <p:sp>
          <p:nvSpPr>
            <p:cNvPr id="128" name="Freeform 104">
              <a:extLst>
                <a:ext uri="{FF2B5EF4-FFF2-40B4-BE49-F238E27FC236}">
                  <a16:creationId xmlns:a16="http://schemas.microsoft.com/office/drawing/2014/main" id="{2CA931F9-A40A-C016-2188-336B832C9943}"/>
                </a:ext>
              </a:extLst>
            </p:cNvPr>
            <p:cNvSpPr>
              <a:spLocks noChangeArrowheads="1"/>
            </p:cNvSpPr>
            <p:nvPr/>
          </p:nvSpPr>
          <p:spPr bwMode="auto">
            <a:xfrm>
              <a:off x="6192838" y="3692525"/>
              <a:ext cx="314325" cy="141288"/>
            </a:xfrm>
            <a:custGeom>
              <a:avLst/>
              <a:gdLst>
                <a:gd name="T0" fmla="*/ 861 w 871"/>
                <a:gd name="T1" fmla="*/ 39 h 394"/>
                <a:gd name="T2" fmla="*/ 861 w 871"/>
                <a:gd name="T3" fmla="*/ 39 h 394"/>
                <a:gd name="T4" fmla="*/ 844 w 871"/>
                <a:gd name="T5" fmla="*/ 39 h 394"/>
                <a:gd name="T6" fmla="*/ 702 w 871"/>
                <a:gd name="T7" fmla="*/ 146 h 394"/>
                <a:gd name="T8" fmla="*/ 610 w 871"/>
                <a:gd name="T9" fmla="*/ 125 h 394"/>
                <a:gd name="T10" fmla="*/ 465 w 871"/>
                <a:gd name="T11" fmla="*/ 47 h 394"/>
                <a:gd name="T12" fmla="*/ 307 w 871"/>
                <a:gd name="T13" fmla="*/ 0 h 394"/>
                <a:gd name="T14" fmla="*/ 137 w 871"/>
                <a:gd name="T15" fmla="*/ 46 h 394"/>
                <a:gd name="T16" fmla="*/ 2 w 871"/>
                <a:gd name="T17" fmla="*/ 191 h 394"/>
                <a:gd name="T18" fmla="*/ 0 w 871"/>
                <a:gd name="T19" fmla="*/ 192 h 394"/>
                <a:gd name="T20" fmla="*/ 0 w 871"/>
                <a:gd name="T21" fmla="*/ 195 h 394"/>
                <a:gd name="T22" fmla="*/ 0 w 871"/>
                <a:gd name="T23" fmla="*/ 198 h 394"/>
                <a:gd name="T24" fmla="*/ 0 w 871"/>
                <a:gd name="T25" fmla="*/ 201 h 394"/>
                <a:gd name="T26" fmla="*/ 0 w 871"/>
                <a:gd name="T27" fmla="*/ 203 h 394"/>
                <a:gd name="T28" fmla="*/ 2 w 871"/>
                <a:gd name="T29" fmla="*/ 203 h 394"/>
                <a:gd name="T30" fmla="*/ 110 w 871"/>
                <a:gd name="T31" fmla="*/ 327 h 394"/>
                <a:gd name="T32" fmla="*/ 307 w 871"/>
                <a:gd name="T33" fmla="*/ 393 h 394"/>
                <a:gd name="T34" fmla="*/ 513 w 871"/>
                <a:gd name="T35" fmla="*/ 333 h 394"/>
                <a:gd name="T36" fmla="*/ 704 w 871"/>
                <a:gd name="T37" fmla="*/ 250 h 394"/>
                <a:gd name="T38" fmla="*/ 844 w 871"/>
                <a:gd name="T39" fmla="*/ 354 h 394"/>
                <a:gd name="T40" fmla="*/ 861 w 871"/>
                <a:gd name="T41" fmla="*/ 355 h 394"/>
                <a:gd name="T42" fmla="*/ 868 w 871"/>
                <a:gd name="T43" fmla="*/ 339 h 394"/>
                <a:gd name="T44" fmla="*/ 850 w 871"/>
                <a:gd name="T45" fmla="*/ 193 h 394"/>
                <a:gd name="T46" fmla="*/ 868 w 871"/>
                <a:gd name="T47" fmla="*/ 56 h 394"/>
                <a:gd name="T48" fmla="*/ 861 w 871"/>
                <a:gd name="T49" fmla="*/ 39 h 394"/>
                <a:gd name="T50" fmla="*/ 500 w 871"/>
                <a:gd name="T51" fmla="*/ 306 h 394"/>
                <a:gd name="T52" fmla="*/ 500 w 871"/>
                <a:gd name="T53" fmla="*/ 306 h 394"/>
                <a:gd name="T54" fmla="*/ 307 w 871"/>
                <a:gd name="T55" fmla="*/ 364 h 394"/>
                <a:gd name="T56" fmla="*/ 128 w 871"/>
                <a:gd name="T57" fmla="*/ 302 h 394"/>
                <a:gd name="T58" fmla="*/ 31 w 871"/>
                <a:gd name="T59" fmla="*/ 198 h 394"/>
                <a:gd name="T60" fmla="*/ 152 w 871"/>
                <a:gd name="T61" fmla="*/ 71 h 394"/>
                <a:gd name="T62" fmla="*/ 307 w 871"/>
                <a:gd name="T63" fmla="*/ 31 h 394"/>
                <a:gd name="T64" fmla="*/ 405 w 871"/>
                <a:gd name="T65" fmla="*/ 52 h 394"/>
                <a:gd name="T66" fmla="*/ 548 w 871"/>
                <a:gd name="T67" fmla="*/ 127 h 394"/>
                <a:gd name="T68" fmla="*/ 693 w 871"/>
                <a:gd name="T69" fmla="*/ 175 h 394"/>
                <a:gd name="T70" fmla="*/ 693 w 871"/>
                <a:gd name="T71" fmla="*/ 223 h 394"/>
                <a:gd name="T72" fmla="*/ 500 w 871"/>
                <a:gd name="T73" fmla="*/ 306 h 394"/>
                <a:gd name="T74" fmla="*/ 722 w 871"/>
                <a:gd name="T75" fmla="*/ 168 h 394"/>
                <a:gd name="T76" fmla="*/ 722 w 871"/>
                <a:gd name="T77" fmla="*/ 168 h 394"/>
                <a:gd name="T78" fmla="*/ 830 w 871"/>
                <a:gd name="T79" fmla="*/ 88 h 394"/>
                <a:gd name="T80" fmla="*/ 820 w 871"/>
                <a:gd name="T81" fmla="*/ 193 h 394"/>
                <a:gd name="T82" fmla="*/ 830 w 871"/>
                <a:gd name="T83" fmla="*/ 306 h 394"/>
                <a:gd name="T84" fmla="*/ 722 w 871"/>
                <a:gd name="T85" fmla="*/ 226 h 394"/>
                <a:gd name="T86" fmla="*/ 722 w 871"/>
                <a:gd name="T87" fmla="*/ 168 h 3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71" h="394">
                  <a:moveTo>
                    <a:pt x="861" y="39"/>
                  </a:moveTo>
                  <a:lnTo>
                    <a:pt x="861" y="39"/>
                  </a:lnTo>
                  <a:cubicBezTo>
                    <a:pt x="857" y="35"/>
                    <a:pt x="850" y="36"/>
                    <a:pt x="844" y="39"/>
                  </a:cubicBezTo>
                  <a:cubicBezTo>
                    <a:pt x="702" y="146"/>
                    <a:pt x="702" y="146"/>
                    <a:pt x="702" y="146"/>
                  </a:cubicBezTo>
                  <a:cubicBezTo>
                    <a:pt x="670" y="144"/>
                    <a:pt x="639" y="137"/>
                    <a:pt x="610" y="125"/>
                  </a:cubicBezTo>
                  <a:cubicBezTo>
                    <a:pt x="562" y="105"/>
                    <a:pt x="514" y="74"/>
                    <a:pt x="465" y="47"/>
                  </a:cubicBezTo>
                  <a:cubicBezTo>
                    <a:pt x="417" y="22"/>
                    <a:pt x="366" y="0"/>
                    <a:pt x="307" y="0"/>
                  </a:cubicBezTo>
                  <a:cubicBezTo>
                    <a:pt x="249" y="0"/>
                    <a:pt x="190" y="15"/>
                    <a:pt x="137" y="46"/>
                  </a:cubicBezTo>
                  <a:cubicBezTo>
                    <a:pt x="83" y="77"/>
                    <a:pt x="36" y="125"/>
                    <a:pt x="2" y="191"/>
                  </a:cubicBezTo>
                  <a:cubicBezTo>
                    <a:pt x="0" y="191"/>
                    <a:pt x="0" y="191"/>
                    <a:pt x="0" y="192"/>
                  </a:cubicBezTo>
                  <a:cubicBezTo>
                    <a:pt x="0" y="192"/>
                    <a:pt x="0" y="193"/>
                    <a:pt x="0" y="195"/>
                  </a:cubicBezTo>
                  <a:cubicBezTo>
                    <a:pt x="0" y="195"/>
                    <a:pt x="0" y="196"/>
                    <a:pt x="0" y="198"/>
                  </a:cubicBezTo>
                  <a:cubicBezTo>
                    <a:pt x="0" y="198"/>
                    <a:pt x="0" y="199"/>
                    <a:pt x="0" y="201"/>
                  </a:cubicBezTo>
                  <a:cubicBezTo>
                    <a:pt x="0" y="201"/>
                    <a:pt x="0" y="202"/>
                    <a:pt x="0" y="203"/>
                  </a:cubicBezTo>
                  <a:cubicBezTo>
                    <a:pt x="0" y="203"/>
                    <a:pt x="0" y="203"/>
                    <a:pt x="2" y="203"/>
                  </a:cubicBezTo>
                  <a:cubicBezTo>
                    <a:pt x="20" y="243"/>
                    <a:pt x="58" y="290"/>
                    <a:pt x="110" y="327"/>
                  </a:cubicBezTo>
                  <a:cubicBezTo>
                    <a:pt x="163" y="365"/>
                    <a:pt x="229" y="393"/>
                    <a:pt x="307" y="393"/>
                  </a:cubicBezTo>
                  <a:cubicBezTo>
                    <a:pt x="384" y="393"/>
                    <a:pt x="450" y="365"/>
                    <a:pt x="513" y="333"/>
                  </a:cubicBezTo>
                  <a:cubicBezTo>
                    <a:pt x="576" y="302"/>
                    <a:pt x="636" y="268"/>
                    <a:pt x="704" y="250"/>
                  </a:cubicBezTo>
                  <a:cubicBezTo>
                    <a:pt x="844" y="354"/>
                    <a:pt x="844" y="354"/>
                    <a:pt x="844" y="354"/>
                  </a:cubicBezTo>
                  <a:cubicBezTo>
                    <a:pt x="850" y="358"/>
                    <a:pt x="856" y="358"/>
                    <a:pt x="861" y="355"/>
                  </a:cubicBezTo>
                  <a:cubicBezTo>
                    <a:pt x="867" y="351"/>
                    <a:pt x="870" y="346"/>
                    <a:pt x="868" y="339"/>
                  </a:cubicBezTo>
                  <a:cubicBezTo>
                    <a:pt x="857" y="290"/>
                    <a:pt x="850" y="241"/>
                    <a:pt x="850" y="193"/>
                  </a:cubicBezTo>
                  <a:cubicBezTo>
                    <a:pt x="850" y="147"/>
                    <a:pt x="856" y="101"/>
                    <a:pt x="868" y="56"/>
                  </a:cubicBezTo>
                  <a:cubicBezTo>
                    <a:pt x="870" y="49"/>
                    <a:pt x="867" y="43"/>
                    <a:pt x="861" y="39"/>
                  </a:cubicBezTo>
                  <a:close/>
                  <a:moveTo>
                    <a:pt x="500" y="306"/>
                  </a:moveTo>
                  <a:lnTo>
                    <a:pt x="500" y="306"/>
                  </a:lnTo>
                  <a:cubicBezTo>
                    <a:pt x="437" y="337"/>
                    <a:pt x="375" y="364"/>
                    <a:pt x="307" y="364"/>
                  </a:cubicBezTo>
                  <a:cubicBezTo>
                    <a:pt x="238" y="364"/>
                    <a:pt x="176" y="337"/>
                    <a:pt x="128" y="302"/>
                  </a:cubicBezTo>
                  <a:cubicBezTo>
                    <a:pt x="83" y="271"/>
                    <a:pt x="50" y="230"/>
                    <a:pt x="31" y="198"/>
                  </a:cubicBezTo>
                  <a:cubicBezTo>
                    <a:pt x="64" y="140"/>
                    <a:pt x="106" y="99"/>
                    <a:pt x="152" y="71"/>
                  </a:cubicBezTo>
                  <a:cubicBezTo>
                    <a:pt x="200" y="43"/>
                    <a:pt x="255" y="31"/>
                    <a:pt x="307" y="31"/>
                  </a:cubicBezTo>
                  <a:cubicBezTo>
                    <a:pt x="340" y="31"/>
                    <a:pt x="373" y="39"/>
                    <a:pt x="405" y="52"/>
                  </a:cubicBezTo>
                  <a:cubicBezTo>
                    <a:pt x="453" y="71"/>
                    <a:pt x="499" y="102"/>
                    <a:pt x="548" y="127"/>
                  </a:cubicBezTo>
                  <a:cubicBezTo>
                    <a:pt x="593" y="151"/>
                    <a:pt x="639" y="172"/>
                    <a:pt x="693" y="175"/>
                  </a:cubicBezTo>
                  <a:cubicBezTo>
                    <a:pt x="693" y="223"/>
                    <a:pt x="693" y="223"/>
                    <a:pt x="693" y="223"/>
                  </a:cubicBezTo>
                  <a:cubicBezTo>
                    <a:pt x="622" y="243"/>
                    <a:pt x="561" y="276"/>
                    <a:pt x="500" y="306"/>
                  </a:cubicBezTo>
                  <a:close/>
                  <a:moveTo>
                    <a:pt x="722" y="168"/>
                  </a:moveTo>
                  <a:lnTo>
                    <a:pt x="722" y="168"/>
                  </a:lnTo>
                  <a:cubicBezTo>
                    <a:pt x="830" y="88"/>
                    <a:pt x="830" y="88"/>
                    <a:pt x="830" y="88"/>
                  </a:cubicBezTo>
                  <a:cubicBezTo>
                    <a:pt x="823" y="123"/>
                    <a:pt x="820" y="158"/>
                    <a:pt x="820" y="193"/>
                  </a:cubicBezTo>
                  <a:cubicBezTo>
                    <a:pt x="820" y="231"/>
                    <a:pt x="823" y="269"/>
                    <a:pt x="830" y="306"/>
                  </a:cubicBezTo>
                  <a:cubicBezTo>
                    <a:pt x="722" y="226"/>
                    <a:pt x="722" y="226"/>
                    <a:pt x="722" y="226"/>
                  </a:cubicBezTo>
                  <a:lnTo>
                    <a:pt x="722" y="168"/>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29" name="Freeform 105">
              <a:extLst>
                <a:ext uri="{FF2B5EF4-FFF2-40B4-BE49-F238E27FC236}">
                  <a16:creationId xmlns:a16="http://schemas.microsoft.com/office/drawing/2014/main" id="{BBBC1810-12A4-0EA3-681D-BD5BAC55E788}"/>
                </a:ext>
              </a:extLst>
            </p:cNvPr>
            <p:cNvSpPr>
              <a:spLocks noChangeArrowheads="1"/>
            </p:cNvSpPr>
            <p:nvPr/>
          </p:nvSpPr>
          <p:spPr bwMode="auto">
            <a:xfrm>
              <a:off x="6230938" y="3741738"/>
              <a:ext cx="12700" cy="12700"/>
            </a:xfrm>
            <a:custGeom>
              <a:avLst/>
              <a:gdLst>
                <a:gd name="T0" fmla="*/ 18 w 37"/>
                <a:gd name="T1" fmla="*/ 0 h 36"/>
                <a:gd name="T2" fmla="*/ 18 w 37"/>
                <a:gd name="T3" fmla="*/ 0 h 36"/>
                <a:gd name="T4" fmla="*/ 0 w 37"/>
                <a:gd name="T5" fmla="*/ 17 h 36"/>
                <a:gd name="T6" fmla="*/ 18 w 37"/>
                <a:gd name="T7" fmla="*/ 35 h 36"/>
                <a:gd name="T8" fmla="*/ 36 w 37"/>
                <a:gd name="T9" fmla="*/ 17 h 36"/>
                <a:gd name="T10" fmla="*/ 18 w 37"/>
                <a:gd name="T11" fmla="*/ 0 h 36"/>
              </a:gdLst>
              <a:ahLst/>
              <a:cxnLst>
                <a:cxn ang="0">
                  <a:pos x="T0" y="T1"/>
                </a:cxn>
                <a:cxn ang="0">
                  <a:pos x="T2" y="T3"/>
                </a:cxn>
                <a:cxn ang="0">
                  <a:pos x="T4" y="T5"/>
                </a:cxn>
                <a:cxn ang="0">
                  <a:pos x="T6" y="T7"/>
                </a:cxn>
                <a:cxn ang="0">
                  <a:pos x="T8" y="T9"/>
                </a:cxn>
                <a:cxn ang="0">
                  <a:pos x="T10" y="T11"/>
                </a:cxn>
              </a:cxnLst>
              <a:rect l="0" t="0" r="r" b="b"/>
              <a:pathLst>
                <a:path w="37" h="36">
                  <a:moveTo>
                    <a:pt x="18" y="0"/>
                  </a:moveTo>
                  <a:lnTo>
                    <a:pt x="18" y="0"/>
                  </a:lnTo>
                  <a:cubicBezTo>
                    <a:pt x="8" y="0"/>
                    <a:pt x="0" y="7"/>
                    <a:pt x="0" y="17"/>
                  </a:cubicBezTo>
                  <a:cubicBezTo>
                    <a:pt x="0" y="28"/>
                    <a:pt x="8" y="35"/>
                    <a:pt x="18" y="35"/>
                  </a:cubicBezTo>
                  <a:cubicBezTo>
                    <a:pt x="28" y="35"/>
                    <a:pt x="36" y="28"/>
                    <a:pt x="36" y="17"/>
                  </a:cubicBezTo>
                  <a:cubicBezTo>
                    <a:pt x="36" y="7"/>
                    <a:pt x="28" y="0"/>
                    <a:pt x="18"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0" name="Freeform 106">
              <a:extLst>
                <a:ext uri="{FF2B5EF4-FFF2-40B4-BE49-F238E27FC236}">
                  <a16:creationId xmlns:a16="http://schemas.microsoft.com/office/drawing/2014/main" id="{938B2ABA-0D8D-3A55-2F84-3C076347083C}"/>
                </a:ext>
              </a:extLst>
            </p:cNvPr>
            <p:cNvSpPr>
              <a:spLocks noChangeArrowheads="1"/>
            </p:cNvSpPr>
            <p:nvPr/>
          </p:nvSpPr>
          <p:spPr bwMode="auto">
            <a:xfrm>
              <a:off x="6257925" y="3717925"/>
              <a:ext cx="25400" cy="90488"/>
            </a:xfrm>
            <a:custGeom>
              <a:avLst/>
              <a:gdLst>
                <a:gd name="T0" fmla="*/ 27 w 70"/>
                <a:gd name="T1" fmla="*/ 6 h 252"/>
                <a:gd name="T2" fmla="*/ 27 w 70"/>
                <a:gd name="T3" fmla="*/ 6 h 252"/>
                <a:gd name="T4" fmla="*/ 6 w 70"/>
                <a:gd name="T5" fmla="*/ 6 h 252"/>
                <a:gd name="T6" fmla="*/ 6 w 70"/>
                <a:gd name="T7" fmla="*/ 27 h 252"/>
                <a:gd name="T8" fmla="*/ 6 w 70"/>
                <a:gd name="T9" fmla="*/ 27 h 252"/>
                <a:gd name="T10" fmla="*/ 34 w 70"/>
                <a:gd name="T11" fmla="*/ 89 h 252"/>
                <a:gd name="T12" fmla="*/ 38 w 70"/>
                <a:gd name="T13" fmla="*/ 115 h 252"/>
                <a:gd name="T14" fmla="*/ 38 w 70"/>
                <a:gd name="T15" fmla="*/ 124 h 252"/>
                <a:gd name="T16" fmla="*/ 38 w 70"/>
                <a:gd name="T17" fmla="*/ 125 h 252"/>
                <a:gd name="T18" fmla="*/ 38 w 70"/>
                <a:gd name="T19" fmla="*/ 127 h 252"/>
                <a:gd name="T20" fmla="*/ 38 w 70"/>
                <a:gd name="T21" fmla="*/ 127 h 252"/>
                <a:gd name="T22" fmla="*/ 34 w 70"/>
                <a:gd name="T23" fmla="*/ 169 h 252"/>
                <a:gd name="T24" fmla="*/ 6 w 70"/>
                <a:gd name="T25" fmla="*/ 224 h 252"/>
                <a:gd name="T26" fmla="*/ 6 w 70"/>
                <a:gd name="T27" fmla="*/ 245 h 252"/>
                <a:gd name="T28" fmla="*/ 27 w 70"/>
                <a:gd name="T29" fmla="*/ 245 h 252"/>
                <a:gd name="T30" fmla="*/ 63 w 70"/>
                <a:gd name="T31" fmla="*/ 170 h 252"/>
                <a:gd name="T32" fmla="*/ 69 w 70"/>
                <a:gd name="T33" fmla="*/ 127 h 252"/>
                <a:gd name="T34" fmla="*/ 63 w 70"/>
                <a:gd name="T35" fmla="*/ 82 h 252"/>
                <a:gd name="T36" fmla="*/ 27 w 70"/>
                <a:gd name="T37" fmla="*/ 6 h 2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0" h="252">
                  <a:moveTo>
                    <a:pt x="27" y="6"/>
                  </a:moveTo>
                  <a:lnTo>
                    <a:pt x="27" y="6"/>
                  </a:lnTo>
                  <a:cubicBezTo>
                    <a:pt x="21" y="0"/>
                    <a:pt x="13" y="0"/>
                    <a:pt x="6" y="6"/>
                  </a:cubicBezTo>
                  <a:cubicBezTo>
                    <a:pt x="0" y="12"/>
                    <a:pt x="0" y="21"/>
                    <a:pt x="6" y="27"/>
                  </a:cubicBezTo>
                  <a:lnTo>
                    <a:pt x="6" y="27"/>
                  </a:lnTo>
                  <a:cubicBezTo>
                    <a:pt x="21" y="42"/>
                    <a:pt x="30" y="66"/>
                    <a:pt x="34" y="89"/>
                  </a:cubicBezTo>
                  <a:cubicBezTo>
                    <a:pt x="37" y="99"/>
                    <a:pt x="37" y="108"/>
                    <a:pt x="38" y="115"/>
                  </a:cubicBezTo>
                  <a:cubicBezTo>
                    <a:pt x="38" y="118"/>
                    <a:pt x="38" y="121"/>
                    <a:pt x="38" y="124"/>
                  </a:cubicBezTo>
                  <a:cubicBezTo>
                    <a:pt x="38" y="125"/>
                    <a:pt x="38" y="125"/>
                    <a:pt x="38" y="125"/>
                  </a:cubicBezTo>
                  <a:cubicBezTo>
                    <a:pt x="38" y="127"/>
                    <a:pt x="38" y="127"/>
                    <a:pt x="38" y="127"/>
                  </a:cubicBezTo>
                  <a:lnTo>
                    <a:pt x="38" y="127"/>
                  </a:lnTo>
                  <a:cubicBezTo>
                    <a:pt x="38" y="131"/>
                    <a:pt x="38" y="148"/>
                    <a:pt x="34" y="169"/>
                  </a:cubicBezTo>
                  <a:cubicBezTo>
                    <a:pt x="28" y="188"/>
                    <a:pt x="20" y="211"/>
                    <a:pt x="6" y="224"/>
                  </a:cubicBezTo>
                  <a:cubicBezTo>
                    <a:pt x="0" y="230"/>
                    <a:pt x="0" y="239"/>
                    <a:pt x="6" y="245"/>
                  </a:cubicBezTo>
                  <a:cubicBezTo>
                    <a:pt x="13" y="251"/>
                    <a:pt x="21" y="251"/>
                    <a:pt x="27" y="245"/>
                  </a:cubicBezTo>
                  <a:cubicBezTo>
                    <a:pt x="49" y="224"/>
                    <a:pt x="59" y="194"/>
                    <a:pt x="63" y="170"/>
                  </a:cubicBezTo>
                  <a:cubicBezTo>
                    <a:pt x="69" y="146"/>
                    <a:pt x="69" y="127"/>
                    <a:pt x="69" y="127"/>
                  </a:cubicBezTo>
                  <a:cubicBezTo>
                    <a:pt x="69" y="125"/>
                    <a:pt x="69" y="107"/>
                    <a:pt x="63" y="82"/>
                  </a:cubicBezTo>
                  <a:cubicBezTo>
                    <a:pt x="59" y="58"/>
                    <a:pt x="49" y="28"/>
                    <a:pt x="27" y="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31" name="Freeform 107">
            <a:extLst>
              <a:ext uri="{FF2B5EF4-FFF2-40B4-BE49-F238E27FC236}">
                <a16:creationId xmlns:a16="http://schemas.microsoft.com/office/drawing/2014/main" id="{05D413E1-6DB7-8F7F-C710-97C4CDFF47B2}"/>
              </a:ext>
            </a:extLst>
          </p:cNvPr>
          <p:cNvSpPr>
            <a:spLocks noChangeArrowheads="1"/>
          </p:cNvSpPr>
          <p:nvPr/>
        </p:nvSpPr>
        <p:spPr bwMode="auto">
          <a:xfrm>
            <a:off x="4725590" y="1339726"/>
            <a:ext cx="184150" cy="258762"/>
          </a:xfrm>
          <a:custGeom>
            <a:avLst/>
            <a:gdLst>
              <a:gd name="T0" fmla="*/ 2 w 511"/>
              <a:gd name="T1" fmla="*/ 441 h 720"/>
              <a:gd name="T2" fmla="*/ 91 w 511"/>
              <a:gd name="T3" fmla="*/ 709 h 720"/>
              <a:gd name="T4" fmla="*/ 404 w 511"/>
              <a:gd name="T5" fmla="*/ 719 h 720"/>
              <a:gd name="T6" fmla="*/ 510 w 511"/>
              <a:gd name="T7" fmla="*/ 443 h 720"/>
              <a:gd name="T8" fmla="*/ 510 w 511"/>
              <a:gd name="T9" fmla="*/ 438 h 720"/>
              <a:gd name="T10" fmla="*/ 510 w 511"/>
              <a:gd name="T11" fmla="*/ 438 h 720"/>
              <a:gd name="T12" fmla="*/ 442 w 511"/>
              <a:gd name="T13" fmla="*/ 258 h 720"/>
              <a:gd name="T14" fmla="*/ 330 w 511"/>
              <a:gd name="T15" fmla="*/ 135 h 720"/>
              <a:gd name="T16" fmla="*/ 315 w 511"/>
              <a:gd name="T17" fmla="*/ 31 h 720"/>
              <a:gd name="T18" fmla="*/ 315 w 511"/>
              <a:gd name="T19" fmla="*/ 0 h 720"/>
              <a:gd name="T20" fmla="*/ 180 w 511"/>
              <a:gd name="T21" fmla="*/ 135 h 720"/>
              <a:gd name="T22" fmla="*/ 69 w 511"/>
              <a:gd name="T23" fmla="*/ 258 h 720"/>
              <a:gd name="T24" fmla="*/ 0 w 511"/>
              <a:gd name="T25" fmla="*/ 438 h 720"/>
              <a:gd name="T26" fmla="*/ 2 w 511"/>
              <a:gd name="T27" fmla="*/ 441 h 720"/>
              <a:gd name="T28" fmla="*/ 395 w 511"/>
              <a:gd name="T29" fmla="*/ 689 h 720"/>
              <a:gd name="T30" fmla="*/ 31 w 511"/>
              <a:gd name="T31" fmla="*/ 436 h 720"/>
              <a:gd name="T32" fmla="*/ 76 w 511"/>
              <a:gd name="T33" fmla="*/ 393 h 720"/>
              <a:gd name="T34" fmla="*/ 121 w 511"/>
              <a:gd name="T35" fmla="*/ 438 h 720"/>
              <a:gd name="T36" fmla="*/ 150 w 511"/>
              <a:gd name="T37" fmla="*/ 438 h 720"/>
              <a:gd name="T38" fmla="*/ 163 w 511"/>
              <a:gd name="T39" fmla="*/ 407 h 720"/>
              <a:gd name="T40" fmla="*/ 228 w 511"/>
              <a:gd name="T41" fmla="*/ 407 h 720"/>
              <a:gd name="T42" fmla="*/ 256 w 511"/>
              <a:gd name="T43" fmla="*/ 453 h 720"/>
              <a:gd name="T44" fmla="*/ 270 w 511"/>
              <a:gd name="T45" fmla="*/ 438 h 720"/>
              <a:gd name="T46" fmla="*/ 315 w 511"/>
              <a:gd name="T47" fmla="*/ 393 h 720"/>
              <a:gd name="T48" fmla="*/ 360 w 511"/>
              <a:gd name="T49" fmla="*/ 438 h 720"/>
              <a:gd name="T50" fmla="*/ 390 w 511"/>
              <a:gd name="T51" fmla="*/ 438 h 720"/>
              <a:gd name="T52" fmla="*/ 403 w 511"/>
              <a:gd name="T53" fmla="*/ 407 h 720"/>
              <a:gd name="T54" fmla="*/ 466 w 511"/>
              <a:gd name="T55" fmla="*/ 407 h 720"/>
              <a:gd name="T56" fmla="*/ 395 w 511"/>
              <a:gd name="T57" fmla="*/ 689 h 720"/>
              <a:gd name="T58" fmla="*/ 256 w 511"/>
              <a:gd name="T59" fmla="*/ 90 h 720"/>
              <a:gd name="T60" fmla="*/ 256 w 511"/>
              <a:gd name="T61" fmla="*/ 179 h 720"/>
              <a:gd name="T62" fmla="*/ 256 w 511"/>
              <a:gd name="T63" fmla="*/ 90 h 720"/>
              <a:gd name="T64" fmla="*/ 90 w 511"/>
              <a:gd name="T65" fmla="*/ 279 h 720"/>
              <a:gd name="T66" fmla="*/ 420 w 511"/>
              <a:gd name="T67" fmla="*/ 279 h 720"/>
              <a:gd name="T68" fmla="*/ 435 w 511"/>
              <a:gd name="T69" fmla="*/ 363 h 720"/>
              <a:gd name="T70" fmla="*/ 315 w 511"/>
              <a:gd name="T71" fmla="*/ 363 h 720"/>
              <a:gd name="T72" fmla="*/ 195 w 511"/>
              <a:gd name="T73" fmla="*/ 363 h 720"/>
              <a:gd name="T74" fmla="*/ 76 w 511"/>
              <a:gd name="T75" fmla="*/ 363 h 720"/>
              <a:gd name="T76" fmla="*/ 90 w 511"/>
              <a:gd name="T77" fmla="*/ 279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11" h="720">
                <a:moveTo>
                  <a:pt x="2" y="441"/>
                </a:moveTo>
                <a:lnTo>
                  <a:pt x="2" y="441"/>
                </a:lnTo>
                <a:cubicBezTo>
                  <a:pt x="2" y="442"/>
                  <a:pt x="2" y="442"/>
                  <a:pt x="2" y="443"/>
                </a:cubicBezTo>
                <a:cubicBezTo>
                  <a:pt x="91" y="709"/>
                  <a:pt x="91" y="709"/>
                  <a:pt x="91" y="709"/>
                </a:cubicBezTo>
                <a:cubicBezTo>
                  <a:pt x="93" y="716"/>
                  <a:pt x="98" y="719"/>
                  <a:pt x="105" y="719"/>
                </a:cubicBezTo>
                <a:cubicBezTo>
                  <a:pt x="404" y="719"/>
                  <a:pt x="404" y="719"/>
                  <a:pt x="404" y="719"/>
                </a:cubicBezTo>
                <a:cubicBezTo>
                  <a:pt x="411" y="719"/>
                  <a:pt x="417" y="716"/>
                  <a:pt x="420" y="709"/>
                </a:cubicBezTo>
                <a:cubicBezTo>
                  <a:pt x="510" y="443"/>
                  <a:pt x="510" y="443"/>
                  <a:pt x="510" y="443"/>
                </a:cubicBezTo>
                <a:cubicBezTo>
                  <a:pt x="510" y="442"/>
                  <a:pt x="510" y="442"/>
                  <a:pt x="510" y="441"/>
                </a:cubicBezTo>
                <a:cubicBezTo>
                  <a:pt x="510" y="441"/>
                  <a:pt x="510" y="439"/>
                  <a:pt x="510" y="438"/>
                </a:cubicBezTo>
                <a:lnTo>
                  <a:pt x="510" y="438"/>
                </a:lnTo>
                <a:lnTo>
                  <a:pt x="510" y="438"/>
                </a:lnTo>
                <a:lnTo>
                  <a:pt x="510" y="438"/>
                </a:lnTo>
                <a:cubicBezTo>
                  <a:pt x="510" y="368"/>
                  <a:pt x="486" y="304"/>
                  <a:pt x="442" y="258"/>
                </a:cubicBezTo>
                <a:cubicBezTo>
                  <a:pt x="409" y="223"/>
                  <a:pt x="362" y="198"/>
                  <a:pt x="308" y="188"/>
                </a:cubicBezTo>
                <a:cubicBezTo>
                  <a:pt x="322" y="175"/>
                  <a:pt x="330" y="156"/>
                  <a:pt x="330" y="135"/>
                </a:cubicBezTo>
                <a:cubicBezTo>
                  <a:pt x="330" y="99"/>
                  <a:pt x="305" y="70"/>
                  <a:pt x="272" y="63"/>
                </a:cubicBezTo>
                <a:cubicBezTo>
                  <a:pt x="278" y="43"/>
                  <a:pt x="295" y="31"/>
                  <a:pt x="315" y="31"/>
                </a:cubicBezTo>
                <a:cubicBezTo>
                  <a:pt x="323" y="31"/>
                  <a:pt x="330" y="24"/>
                  <a:pt x="330" y="15"/>
                </a:cubicBezTo>
                <a:cubicBezTo>
                  <a:pt x="330" y="7"/>
                  <a:pt x="323" y="0"/>
                  <a:pt x="315" y="0"/>
                </a:cubicBezTo>
                <a:cubicBezTo>
                  <a:pt x="278" y="0"/>
                  <a:pt x="249" y="26"/>
                  <a:pt x="242" y="62"/>
                </a:cubicBezTo>
                <a:cubicBezTo>
                  <a:pt x="206" y="69"/>
                  <a:pt x="180" y="98"/>
                  <a:pt x="180" y="135"/>
                </a:cubicBezTo>
                <a:cubicBezTo>
                  <a:pt x="180" y="156"/>
                  <a:pt x="190" y="175"/>
                  <a:pt x="202" y="188"/>
                </a:cubicBezTo>
                <a:cubicBezTo>
                  <a:pt x="148" y="198"/>
                  <a:pt x="103" y="223"/>
                  <a:pt x="69" y="258"/>
                </a:cubicBezTo>
                <a:cubicBezTo>
                  <a:pt x="24" y="304"/>
                  <a:pt x="2" y="368"/>
                  <a:pt x="0" y="438"/>
                </a:cubicBezTo>
                <a:lnTo>
                  <a:pt x="0" y="438"/>
                </a:lnTo>
                <a:lnTo>
                  <a:pt x="0" y="438"/>
                </a:lnTo>
                <a:cubicBezTo>
                  <a:pt x="0" y="439"/>
                  <a:pt x="2" y="441"/>
                  <a:pt x="2" y="441"/>
                </a:cubicBezTo>
                <a:close/>
                <a:moveTo>
                  <a:pt x="395" y="689"/>
                </a:moveTo>
                <a:lnTo>
                  <a:pt x="395" y="689"/>
                </a:lnTo>
                <a:cubicBezTo>
                  <a:pt x="117" y="689"/>
                  <a:pt x="117" y="689"/>
                  <a:pt x="117" y="689"/>
                </a:cubicBezTo>
                <a:cubicBezTo>
                  <a:pt x="31" y="436"/>
                  <a:pt x="31" y="436"/>
                  <a:pt x="31" y="436"/>
                </a:cubicBezTo>
                <a:cubicBezTo>
                  <a:pt x="31" y="425"/>
                  <a:pt x="37" y="414"/>
                  <a:pt x="44" y="407"/>
                </a:cubicBezTo>
                <a:cubicBezTo>
                  <a:pt x="52" y="399"/>
                  <a:pt x="63" y="393"/>
                  <a:pt x="76" y="393"/>
                </a:cubicBezTo>
                <a:cubicBezTo>
                  <a:pt x="89" y="393"/>
                  <a:pt x="98" y="399"/>
                  <a:pt x="107" y="407"/>
                </a:cubicBezTo>
                <a:cubicBezTo>
                  <a:pt x="115" y="415"/>
                  <a:pt x="121" y="427"/>
                  <a:pt x="121" y="438"/>
                </a:cubicBezTo>
                <a:cubicBezTo>
                  <a:pt x="121" y="446"/>
                  <a:pt x="128" y="453"/>
                  <a:pt x="135" y="453"/>
                </a:cubicBezTo>
                <a:cubicBezTo>
                  <a:pt x="143" y="453"/>
                  <a:pt x="150" y="446"/>
                  <a:pt x="150" y="438"/>
                </a:cubicBezTo>
                <a:lnTo>
                  <a:pt x="150" y="438"/>
                </a:lnTo>
                <a:cubicBezTo>
                  <a:pt x="150" y="427"/>
                  <a:pt x="156" y="415"/>
                  <a:pt x="163" y="407"/>
                </a:cubicBezTo>
                <a:cubicBezTo>
                  <a:pt x="171" y="399"/>
                  <a:pt x="183" y="393"/>
                  <a:pt x="195" y="393"/>
                </a:cubicBezTo>
                <a:cubicBezTo>
                  <a:pt x="208" y="393"/>
                  <a:pt x="219" y="399"/>
                  <a:pt x="228" y="407"/>
                </a:cubicBezTo>
                <a:cubicBezTo>
                  <a:pt x="235" y="415"/>
                  <a:pt x="240" y="427"/>
                  <a:pt x="240" y="438"/>
                </a:cubicBezTo>
                <a:cubicBezTo>
                  <a:pt x="240" y="446"/>
                  <a:pt x="247" y="453"/>
                  <a:pt x="256" y="453"/>
                </a:cubicBezTo>
                <a:cubicBezTo>
                  <a:pt x="264" y="453"/>
                  <a:pt x="270" y="446"/>
                  <a:pt x="270" y="438"/>
                </a:cubicBezTo>
                <a:lnTo>
                  <a:pt x="270" y="438"/>
                </a:lnTo>
                <a:cubicBezTo>
                  <a:pt x="270" y="427"/>
                  <a:pt x="275" y="415"/>
                  <a:pt x="284" y="407"/>
                </a:cubicBezTo>
                <a:cubicBezTo>
                  <a:pt x="292" y="399"/>
                  <a:pt x="303" y="393"/>
                  <a:pt x="315" y="393"/>
                </a:cubicBezTo>
                <a:cubicBezTo>
                  <a:pt x="327" y="393"/>
                  <a:pt x="338" y="399"/>
                  <a:pt x="347" y="407"/>
                </a:cubicBezTo>
                <a:cubicBezTo>
                  <a:pt x="355" y="415"/>
                  <a:pt x="360" y="427"/>
                  <a:pt x="360" y="438"/>
                </a:cubicBezTo>
                <a:cubicBezTo>
                  <a:pt x="360" y="446"/>
                  <a:pt x="367" y="453"/>
                  <a:pt x="375" y="453"/>
                </a:cubicBezTo>
                <a:cubicBezTo>
                  <a:pt x="383" y="453"/>
                  <a:pt x="390" y="446"/>
                  <a:pt x="390" y="438"/>
                </a:cubicBezTo>
                <a:lnTo>
                  <a:pt x="390" y="438"/>
                </a:lnTo>
                <a:cubicBezTo>
                  <a:pt x="390" y="427"/>
                  <a:pt x="395" y="415"/>
                  <a:pt x="403" y="407"/>
                </a:cubicBezTo>
                <a:cubicBezTo>
                  <a:pt x="411" y="399"/>
                  <a:pt x="423" y="393"/>
                  <a:pt x="435" y="393"/>
                </a:cubicBezTo>
                <a:cubicBezTo>
                  <a:pt x="448" y="393"/>
                  <a:pt x="458" y="399"/>
                  <a:pt x="466" y="407"/>
                </a:cubicBezTo>
                <a:cubicBezTo>
                  <a:pt x="475" y="414"/>
                  <a:pt x="479" y="425"/>
                  <a:pt x="480" y="436"/>
                </a:cubicBezTo>
                <a:lnTo>
                  <a:pt x="395" y="689"/>
                </a:lnTo>
                <a:close/>
                <a:moveTo>
                  <a:pt x="256" y="90"/>
                </a:moveTo>
                <a:lnTo>
                  <a:pt x="256" y="90"/>
                </a:lnTo>
                <a:cubicBezTo>
                  <a:pt x="279" y="90"/>
                  <a:pt x="301" y="111"/>
                  <a:pt x="301" y="135"/>
                </a:cubicBezTo>
                <a:cubicBezTo>
                  <a:pt x="301" y="160"/>
                  <a:pt x="279" y="179"/>
                  <a:pt x="256" y="179"/>
                </a:cubicBezTo>
                <a:cubicBezTo>
                  <a:pt x="230" y="179"/>
                  <a:pt x="211" y="160"/>
                  <a:pt x="211" y="135"/>
                </a:cubicBezTo>
                <a:cubicBezTo>
                  <a:pt x="211" y="111"/>
                  <a:pt x="230" y="90"/>
                  <a:pt x="256" y="90"/>
                </a:cubicBezTo>
                <a:close/>
                <a:moveTo>
                  <a:pt x="90" y="279"/>
                </a:moveTo>
                <a:lnTo>
                  <a:pt x="90" y="279"/>
                </a:lnTo>
                <a:cubicBezTo>
                  <a:pt x="128" y="238"/>
                  <a:pt x="184" y="215"/>
                  <a:pt x="256" y="213"/>
                </a:cubicBezTo>
                <a:cubicBezTo>
                  <a:pt x="327" y="215"/>
                  <a:pt x="382" y="238"/>
                  <a:pt x="420" y="279"/>
                </a:cubicBezTo>
                <a:cubicBezTo>
                  <a:pt x="445" y="304"/>
                  <a:pt x="462" y="337"/>
                  <a:pt x="472" y="373"/>
                </a:cubicBezTo>
                <a:cubicBezTo>
                  <a:pt x="461" y="368"/>
                  <a:pt x="448" y="363"/>
                  <a:pt x="435" y="363"/>
                </a:cubicBezTo>
                <a:cubicBezTo>
                  <a:pt x="410" y="363"/>
                  <a:pt x="389" y="376"/>
                  <a:pt x="375" y="394"/>
                </a:cubicBezTo>
                <a:cubicBezTo>
                  <a:pt x="361" y="376"/>
                  <a:pt x="340" y="363"/>
                  <a:pt x="315" y="363"/>
                </a:cubicBezTo>
                <a:cubicBezTo>
                  <a:pt x="291" y="363"/>
                  <a:pt x="268" y="376"/>
                  <a:pt x="256" y="394"/>
                </a:cubicBezTo>
                <a:cubicBezTo>
                  <a:pt x="242" y="376"/>
                  <a:pt x="221" y="363"/>
                  <a:pt x="195" y="363"/>
                </a:cubicBezTo>
                <a:cubicBezTo>
                  <a:pt x="171" y="363"/>
                  <a:pt x="149" y="376"/>
                  <a:pt x="135" y="394"/>
                </a:cubicBezTo>
                <a:cubicBezTo>
                  <a:pt x="122" y="376"/>
                  <a:pt x="100" y="363"/>
                  <a:pt x="76" y="363"/>
                </a:cubicBezTo>
                <a:cubicBezTo>
                  <a:pt x="62" y="363"/>
                  <a:pt x="49" y="368"/>
                  <a:pt x="39" y="373"/>
                </a:cubicBezTo>
                <a:cubicBezTo>
                  <a:pt x="48" y="337"/>
                  <a:pt x="66" y="304"/>
                  <a:pt x="90" y="279"/>
                </a:cubicBezTo>
                <a:close/>
              </a:path>
            </a:pathLst>
          </a:custGeom>
          <a:solidFill>
            <a:schemeClr val="accent4"/>
          </a:solidFill>
          <a:ln>
            <a:noFill/>
          </a:ln>
          <a:effectLst/>
        </p:spPr>
        <p:txBody>
          <a:bodyPr wrap="none" anchor="ctr"/>
          <a:lstStyle/>
          <a:p>
            <a:endParaRPr lang="da-DK"/>
          </a:p>
        </p:txBody>
      </p:sp>
      <p:grpSp>
        <p:nvGrpSpPr>
          <p:cNvPr id="132" name="Group 135">
            <a:extLst>
              <a:ext uri="{FF2B5EF4-FFF2-40B4-BE49-F238E27FC236}">
                <a16:creationId xmlns:a16="http://schemas.microsoft.com/office/drawing/2014/main" id="{522CD0FF-58EE-0DCF-5E67-FEB8FB9D2E28}"/>
              </a:ext>
            </a:extLst>
          </p:cNvPr>
          <p:cNvGrpSpPr/>
          <p:nvPr/>
        </p:nvGrpSpPr>
        <p:grpSpPr>
          <a:xfrm>
            <a:off x="6255940" y="1831852"/>
            <a:ext cx="266700" cy="288925"/>
            <a:chOff x="5219700" y="3576638"/>
            <a:chExt cx="266700" cy="288925"/>
          </a:xfrm>
          <a:solidFill>
            <a:schemeClr val="accent4"/>
          </a:solidFill>
        </p:grpSpPr>
        <p:sp>
          <p:nvSpPr>
            <p:cNvPr id="133" name="Freeform 108">
              <a:extLst>
                <a:ext uri="{FF2B5EF4-FFF2-40B4-BE49-F238E27FC236}">
                  <a16:creationId xmlns:a16="http://schemas.microsoft.com/office/drawing/2014/main" id="{92199644-9B9E-846F-6931-6CE9571AD3C5}"/>
                </a:ext>
              </a:extLst>
            </p:cNvPr>
            <p:cNvSpPr>
              <a:spLocks noChangeArrowheads="1"/>
            </p:cNvSpPr>
            <p:nvPr/>
          </p:nvSpPr>
          <p:spPr bwMode="auto">
            <a:xfrm>
              <a:off x="5219700" y="3679825"/>
              <a:ext cx="219075" cy="185738"/>
            </a:xfrm>
            <a:custGeom>
              <a:avLst/>
              <a:gdLst>
                <a:gd name="T0" fmla="*/ 607 w 608"/>
                <a:gd name="T1" fmla="*/ 206 h 515"/>
                <a:gd name="T2" fmla="*/ 607 w 608"/>
                <a:gd name="T3" fmla="*/ 206 h 515"/>
                <a:gd name="T4" fmla="*/ 605 w 608"/>
                <a:gd name="T5" fmla="*/ 197 h 515"/>
                <a:gd name="T6" fmla="*/ 601 w 608"/>
                <a:gd name="T7" fmla="*/ 185 h 515"/>
                <a:gd name="T8" fmla="*/ 601 w 608"/>
                <a:gd name="T9" fmla="*/ 185 h 515"/>
                <a:gd name="T10" fmla="*/ 591 w 608"/>
                <a:gd name="T11" fmla="*/ 181 h 515"/>
                <a:gd name="T12" fmla="*/ 566 w 608"/>
                <a:gd name="T13" fmla="*/ 181 h 515"/>
                <a:gd name="T14" fmla="*/ 303 w 608"/>
                <a:gd name="T15" fmla="*/ 0 h 515"/>
                <a:gd name="T16" fmla="*/ 39 w 608"/>
                <a:gd name="T17" fmla="*/ 181 h 515"/>
                <a:gd name="T18" fmla="*/ 15 w 608"/>
                <a:gd name="T19" fmla="*/ 181 h 515"/>
                <a:gd name="T20" fmla="*/ 4 w 608"/>
                <a:gd name="T21" fmla="*/ 185 h 515"/>
                <a:gd name="T22" fmla="*/ 4 w 608"/>
                <a:gd name="T23" fmla="*/ 187 h 515"/>
                <a:gd name="T24" fmla="*/ 0 w 608"/>
                <a:gd name="T25" fmla="*/ 197 h 515"/>
                <a:gd name="T26" fmla="*/ 0 w 608"/>
                <a:gd name="T27" fmla="*/ 206 h 515"/>
                <a:gd name="T28" fmla="*/ 185 w 608"/>
                <a:gd name="T29" fmla="*/ 483 h 515"/>
                <a:gd name="T30" fmla="*/ 118 w 608"/>
                <a:gd name="T31" fmla="*/ 483 h 515"/>
                <a:gd name="T32" fmla="*/ 103 w 608"/>
                <a:gd name="T33" fmla="*/ 499 h 515"/>
                <a:gd name="T34" fmla="*/ 118 w 608"/>
                <a:gd name="T35" fmla="*/ 514 h 515"/>
                <a:gd name="T36" fmla="*/ 489 w 608"/>
                <a:gd name="T37" fmla="*/ 514 h 515"/>
                <a:gd name="T38" fmla="*/ 504 w 608"/>
                <a:gd name="T39" fmla="*/ 499 h 515"/>
                <a:gd name="T40" fmla="*/ 489 w 608"/>
                <a:gd name="T41" fmla="*/ 483 h 515"/>
                <a:gd name="T42" fmla="*/ 421 w 608"/>
                <a:gd name="T43" fmla="*/ 483 h 515"/>
                <a:gd name="T44" fmla="*/ 607 w 608"/>
                <a:gd name="T45" fmla="*/ 206 h 515"/>
                <a:gd name="T46" fmla="*/ 303 w 608"/>
                <a:gd name="T47" fmla="*/ 30 h 515"/>
                <a:gd name="T48" fmla="*/ 303 w 608"/>
                <a:gd name="T49" fmla="*/ 30 h 515"/>
                <a:gd name="T50" fmla="*/ 535 w 608"/>
                <a:gd name="T51" fmla="*/ 181 h 515"/>
                <a:gd name="T52" fmla="*/ 463 w 608"/>
                <a:gd name="T53" fmla="*/ 181 h 515"/>
                <a:gd name="T54" fmla="*/ 403 w 608"/>
                <a:gd name="T55" fmla="*/ 112 h 515"/>
                <a:gd name="T56" fmla="*/ 303 w 608"/>
                <a:gd name="T57" fmla="*/ 84 h 515"/>
                <a:gd name="T58" fmla="*/ 204 w 608"/>
                <a:gd name="T59" fmla="*/ 112 h 515"/>
                <a:gd name="T60" fmla="*/ 142 w 608"/>
                <a:gd name="T61" fmla="*/ 181 h 515"/>
                <a:gd name="T62" fmla="*/ 72 w 608"/>
                <a:gd name="T63" fmla="*/ 181 h 515"/>
                <a:gd name="T64" fmla="*/ 303 w 608"/>
                <a:gd name="T65" fmla="*/ 30 h 515"/>
                <a:gd name="T66" fmla="*/ 428 w 608"/>
                <a:gd name="T67" fmla="*/ 181 h 515"/>
                <a:gd name="T68" fmla="*/ 428 w 608"/>
                <a:gd name="T69" fmla="*/ 181 h 515"/>
                <a:gd name="T70" fmla="*/ 177 w 608"/>
                <a:gd name="T71" fmla="*/ 181 h 515"/>
                <a:gd name="T72" fmla="*/ 219 w 608"/>
                <a:gd name="T73" fmla="*/ 138 h 515"/>
                <a:gd name="T74" fmla="*/ 303 w 608"/>
                <a:gd name="T75" fmla="*/ 114 h 515"/>
                <a:gd name="T76" fmla="*/ 386 w 608"/>
                <a:gd name="T77" fmla="*/ 138 h 515"/>
                <a:gd name="T78" fmla="*/ 428 w 608"/>
                <a:gd name="T79" fmla="*/ 181 h 515"/>
                <a:gd name="T80" fmla="*/ 303 w 608"/>
                <a:gd name="T81" fmla="*/ 478 h 515"/>
                <a:gd name="T82" fmla="*/ 303 w 608"/>
                <a:gd name="T83" fmla="*/ 478 h 515"/>
                <a:gd name="T84" fmla="*/ 110 w 608"/>
                <a:gd name="T85" fmla="*/ 398 h 515"/>
                <a:gd name="T86" fmla="*/ 30 w 608"/>
                <a:gd name="T87" fmla="*/ 212 h 515"/>
                <a:gd name="T88" fmla="*/ 576 w 608"/>
                <a:gd name="T89" fmla="*/ 212 h 515"/>
                <a:gd name="T90" fmla="*/ 496 w 608"/>
                <a:gd name="T91" fmla="*/ 398 h 515"/>
                <a:gd name="T92" fmla="*/ 303 w 608"/>
                <a:gd name="T93" fmla="*/ 478 h 5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608" h="515">
                  <a:moveTo>
                    <a:pt x="607" y="206"/>
                  </a:moveTo>
                  <a:lnTo>
                    <a:pt x="607" y="206"/>
                  </a:lnTo>
                  <a:cubicBezTo>
                    <a:pt x="607" y="202"/>
                    <a:pt x="607" y="199"/>
                    <a:pt x="605" y="197"/>
                  </a:cubicBezTo>
                  <a:cubicBezTo>
                    <a:pt x="605" y="192"/>
                    <a:pt x="604" y="188"/>
                    <a:pt x="601" y="185"/>
                  </a:cubicBezTo>
                  <a:lnTo>
                    <a:pt x="601" y="185"/>
                  </a:lnTo>
                  <a:cubicBezTo>
                    <a:pt x="598" y="183"/>
                    <a:pt x="594" y="181"/>
                    <a:pt x="591" y="181"/>
                  </a:cubicBezTo>
                  <a:cubicBezTo>
                    <a:pt x="566" y="181"/>
                    <a:pt x="566" y="181"/>
                    <a:pt x="566" y="181"/>
                  </a:cubicBezTo>
                  <a:cubicBezTo>
                    <a:pt x="527" y="73"/>
                    <a:pt x="425" y="0"/>
                    <a:pt x="303" y="0"/>
                  </a:cubicBezTo>
                  <a:cubicBezTo>
                    <a:pt x="181" y="0"/>
                    <a:pt x="80" y="73"/>
                    <a:pt x="39" y="181"/>
                  </a:cubicBezTo>
                  <a:cubicBezTo>
                    <a:pt x="15" y="181"/>
                    <a:pt x="15" y="181"/>
                    <a:pt x="15" y="181"/>
                  </a:cubicBezTo>
                  <a:cubicBezTo>
                    <a:pt x="11" y="181"/>
                    <a:pt x="7" y="183"/>
                    <a:pt x="4" y="185"/>
                  </a:cubicBezTo>
                  <a:cubicBezTo>
                    <a:pt x="4" y="187"/>
                    <a:pt x="4" y="187"/>
                    <a:pt x="4" y="187"/>
                  </a:cubicBezTo>
                  <a:cubicBezTo>
                    <a:pt x="1" y="190"/>
                    <a:pt x="0" y="192"/>
                    <a:pt x="0" y="197"/>
                  </a:cubicBezTo>
                  <a:cubicBezTo>
                    <a:pt x="0" y="199"/>
                    <a:pt x="0" y="202"/>
                    <a:pt x="0" y="206"/>
                  </a:cubicBezTo>
                  <a:cubicBezTo>
                    <a:pt x="0" y="330"/>
                    <a:pt x="76" y="439"/>
                    <a:pt x="185" y="483"/>
                  </a:cubicBezTo>
                  <a:cubicBezTo>
                    <a:pt x="118" y="483"/>
                    <a:pt x="118" y="483"/>
                    <a:pt x="118" y="483"/>
                  </a:cubicBezTo>
                  <a:cubicBezTo>
                    <a:pt x="110" y="483"/>
                    <a:pt x="103" y="490"/>
                    <a:pt x="103" y="499"/>
                  </a:cubicBezTo>
                  <a:cubicBezTo>
                    <a:pt x="103" y="507"/>
                    <a:pt x="110" y="514"/>
                    <a:pt x="118" y="514"/>
                  </a:cubicBezTo>
                  <a:cubicBezTo>
                    <a:pt x="489" y="514"/>
                    <a:pt x="489" y="514"/>
                    <a:pt x="489" y="514"/>
                  </a:cubicBezTo>
                  <a:cubicBezTo>
                    <a:pt x="497" y="514"/>
                    <a:pt x="504" y="507"/>
                    <a:pt x="504" y="499"/>
                  </a:cubicBezTo>
                  <a:cubicBezTo>
                    <a:pt x="504" y="490"/>
                    <a:pt x="497" y="483"/>
                    <a:pt x="489" y="483"/>
                  </a:cubicBezTo>
                  <a:cubicBezTo>
                    <a:pt x="421" y="483"/>
                    <a:pt x="421" y="483"/>
                    <a:pt x="421" y="483"/>
                  </a:cubicBezTo>
                  <a:cubicBezTo>
                    <a:pt x="529" y="439"/>
                    <a:pt x="607" y="330"/>
                    <a:pt x="607" y="206"/>
                  </a:cubicBezTo>
                  <a:close/>
                  <a:moveTo>
                    <a:pt x="303" y="30"/>
                  </a:moveTo>
                  <a:lnTo>
                    <a:pt x="303" y="30"/>
                  </a:lnTo>
                  <a:cubicBezTo>
                    <a:pt x="409" y="30"/>
                    <a:pt x="496" y="90"/>
                    <a:pt x="535" y="181"/>
                  </a:cubicBezTo>
                  <a:cubicBezTo>
                    <a:pt x="463" y="181"/>
                    <a:pt x="463" y="181"/>
                    <a:pt x="463" y="181"/>
                  </a:cubicBezTo>
                  <a:cubicBezTo>
                    <a:pt x="448" y="153"/>
                    <a:pt x="428" y="129"/>
                    <a:pt x="403" y="112"/>
                  </a:cubicBezTo>
                  <a:cubicBezTo>
                    <a:pt x="375" y="94"/>
                    <a:pt x="341" y="84"/>
                    <a:pt x="303" y="84"/>
                  </a:cubicBezTo>
                  <a:cubicBezTo>
                    <a:pt x="264" y="84"/>
                    <a:pt x="230" y="94"/>
                    <a:pt x="204" y="112"/>
                  </a:cubicBezTo>
                  <a:cubicBezTo>
                    <a:pt x="178" y="129"/>
                    <a:pt x="159" y="153"/>
                    <a:pt x="142" y="181"/>
                  </a:cubicBezTo>
                  <a:cubicBezTo>
                    <a:pt x="72" y="181"/>
                    <a:pt x="72" y="181"/>
                    <a:pt x="72" y="181"/>
                  </a:cubicBezTo>
                  <a:cubicBezTo>
                    <a:pt x="110" y="90"/>
                    <a:pt x="197" y="30"/>
                    <a:pt x="303" y="30"/>
                  </a:cubicBezTo>
                  <a:close/>
                  <a:moveTo>
                    <a:pt x="428" y="181"/>
                  </a:moveTo>
                  <a:lnTo>
                    <a:pt x="428" y="181"/>
                  </a:lnTo>
                  <a:cubicBezTo>
                    <a:pt x="177" y="181"/>
                    <a:pt x="177" y="181"/>
                    <a:pt x="177" y="181"/>
                  </a:cubicBezTo>
                  <a:cubicBezTo>
                    <a:pt x="190" y="163"/>
                    <a:pt x="204" y="149"/>
                    <a:pt x="219" y="138"/>
                  </a:cubicBezTo>
                  <a:cubicBezTo>
                    <a:pt x="243" y="122"/>
                    <a:pt x="270" y="114"/>
                    <a:pt x="303" y="114"/>
                  </a:cubicBezTo>
                  <a:cubicBezTo>
                    <a:pt x="337" y="114"/>
                    <a:pt x="364" y="122"/>
                    <a:pt x="386" y="138"/>
                  </a:cubicBezTo>
                  <a:cubicBezTo>
                    <a:pt x="403" y="149"/>
                    <a:pt x="417" y="163"/>
                    <a:pt x="428" y="181"/>
                  </a:cubicBezTo>
                  <a:close/>
                  <a:moveTo>
                    <a:pt x="303" y="478"/>
                  </a:moveTo>
                  <a:lnTo>
                    <a:pt x="303" y="478"/>
                  </a:lnTo>
                  <a:cubicBezTo>
                    <a:pt x="227" y="478"/>
                    <a:pt x="159" y="447"/>
                    <a:pt x="110" y="398"/>
                  </a:cubicBezTo>
                  <a:cubicBezTo>
                    <a:pt x="62" y="350"/>
                    <a:pt x="32" y="285"/>
                    <a:pt x="30" y="212"/>
                  </a:cubicBezTo>
                  <a:cubicBezTo>
                    <a:pt x="576" y="212"/>
                    <a:pt x="576" y="212"/>
                    <a:pt x="576" y="212"/>
                  </a:cubicBezTo>
                  <a:cubicBezTo>
                    <a:pt x="574" y="285"/>
                    <a:pt x="545" y="350"/>
                    <a:pt x="496" y="398"/>
                  </a:cubicBezTo>
                  <a:cubicBezTo>
                    <a:pt x="446" y="447"/>
                    <a:pt x="378" y="478"/>
                    <a:pt x="303" y="47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4" name="Freeform 109">
              <a:extLst>
                <a:ext uri="{FF2B5EF4-FFF2-40B4-BE49-F238E27FC236}">
                  <a16:creationId xmlns:a16="http://schemas.microsoft.com/office/drawing/2014/main" id="{AE191721-F181-77E1-8C59-89797A93F309}"/>
                </a:ext>
              </a:extLst>
            </p:cNvPr>
            <p:cNvSpPr>
              <a:spLocks noChangeArrowheads="1"/>
            </p:cNvSpPr>
            <p:nvPr/>
          </p:nvSpPr>
          <p:spPr bwMode="auto">
            <a:xfrm>
              <a:off x="5256213" y="3576638"/>
              <a:ext cx="230187" cy="36512"/>
            </a:xfrm>
            <a:custGeom>
              <a:avLst/>
              <a:gdLst>
                <a:gd name="T0" fmla="*/ 622 w 640"/>
                <a:gd name="T1" fmla="*/ 2 h 101"/>
                <a:gd name="T2" fmla="*/ 622 w 640"/>
                <a:gd name="T3" fmla="*/ 2 h 101"/>
                <a:gd name="T4" fmla="*/ 14 w 640"/>
                <a:gd name="T5" fmla="*/ 69 h 101"/>
                <a:gd name="T6" fmla="*/ 2 w 640"/>
                <a:gd name="T7" fmla="*/ 86 h 101"/>
                <a:gd name="T8" fmla="*/ 18 w 640"/>
                <a:gd name="T9" fmla="*/ 99 h 101"/>
                <a:gd name="T10" fmla="*/ 625 w 640"/>
                <a:gd name="T11" fmla="*/ 31 h 101"/>
                <a:gd name="T12" fmla="*/ 639 w 640"/>
                <a:gd name="T13" fmla="*/ 14 h 101"/>
                <a:gd name="T14" fmla="*/ 622 w 640"/>
                <a:gd name="T15" fmla="*/ 2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2" y="2"/>
                  </a:moveTo>
                  <a:lnTo>
                    <a:pt x="622" y="2"/>
                  </a:lnTo>
                  <a:cubicBezTo>
                    <a:pt x="14" y="69"/>
                    <a:pt x="14" y="69"/>
                    <a:pt x="14" y="69"/>
                  </a:cubicBezTo>
                  <a:cubicBezTo>
                    <a:pt x="7" y="70"/>
                    <a:pt x="0" y="77"/>
                    <a:pt x="2" y="86"/>
                  </a:cubicBezTo>
                  <a:cubicBezTo>
                    <a:pt x="3" y="94"/>
                    <a:pt x="10" y="100"/>
                    <a:pt x="18" y="99"/>
                  </a:cubicBezTo>
                  <a:cubicBezTo>
                    <a:pt x="625" y="31"/>
                    <a:pt x="625" y="31"/>
                    <a:pt x="625" y="31"/>
                  </a:cubicBezTo>
                  <a:cubicBezTo>
                    <a:pt x="633" y="30"/>
                    <a:pt x="639" y="23"/>
                    <a:pt x="639" y="14"/>
                  </a:cubicBezTo>
                  <a:cubicBezTo>
                    <a:pt x="638" y="6"/>
                    <a:pt x="631" y="0"/>
                    <a:pt x="622" y="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5" name="Freeform 110">
              <a:extLst>
                <a:ext uri="{FF2B5EF4-FFF2-40B4-BE49-F238E27FC236}">
                  <a16:creationId xmlns:a16="http://schemas.microsoft.com/office/drawing/2014/main" id="{F17E4C52-D18B-7237-C52A-D6BED4443474}"/>
                </a:ext>
              </a:extLst>
            </p:cNvPr>
            <p:cNvSpPr>
              <a:spLocks noChangeArrowheads="1"/>
            </p:cNvSpPr>
            <p:nvPr/>
          </p:nvSpPr>
          <p:spPr bwMode="auto">
            <a:xfrm>
              <a:off x="5256213" y="3624263"/>
              <a:ext cx="230187" cy="36512"/>
            </a:xfrm>
            <a:custGeom>
              <a:avLst/>
              <a:gdLst>
                <a:gd name="T0" fmla="*/ 625 w 640"/>
                <a:gd name="T1" fmla="*/ 69 h 101"/>
                <a:gd name="T2" fmla="*/ 625 w 640"/>
                <a:gd name="T3" fmla="*/ 69 h 101"/>
                <a:gd name="T4" fmla="*/ 18 w 640"/>
                <a:gd name="T5" fmla="*/ 1 h 101"/>
                <a:gd name="T6" fmla="*/ 2 w 640"/>
                <a:gd name="T7" fmla="*/ 14 h 101"/>
                <a:gd name="T8" fmla="*/ 14 w 640"/>
                <a:gd name="T9" fmla="*/ 31 h 101"/>
                <a:gd name="T10" fmla="*/ 622 w 640"/>
                <a:gd name="T11" fmla="*/ 98 h 101"/>
                <a:gd name="T12" fmla="*/ 639 w 640"/>
                <a:gd name="T13" fmla="*/ 86 h 101"/>
                <a:gd name="T14" fmla="*/ 625 w 640"/>
                <a:gd name="T15" fmla="*/ 69 h 10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40" h="101">
                  <a:moveTo>
                    <a:pt x="625" y="69"/>
                  </a:moveTo>
                  <a:lnTo>
                    <a:pt x="625" y="69"/>
                  </a:lnTo>
                  <a:cubicBezTo>
                    <a:pt x="18" y="1"/>
                    <a:pt x="18" y="1"/>
                    <a:pt x="18" y="1"/>
                  </a:cubicBezTo>
                  <a:cubicBezTo>
                    <a:pt x="10" y="0"/>
                    <a:pt x="3" y="7"/>
                    <a:pt x="2" y="14"/>
                  </a:cubicBezTo>
                  <a:cubicBezTo>
                    <a:pt x="0" y="22"/>
                    <a:pt x="7" y="31"/>
                    <a:pt x="14" y="31"/>
                  </a:cubicBezTo>
                  <a:cubicBezTo>
                    <a:pt x="622" y="98"/>
                    <a:pt x="622" y="98"/>
                    <a:pt x="622" y="98"/>
                  </a:cubicBezTo>
                  <a:cubicBezTo>
                    <a:pt x="631" y="100"/>
                    <a:pt x="638" y="94"/>
                    <a:pt x="639" y="86"/>
                  </a:cubicBezTo>
                  <a:cubicBezTo>
                    <a:pt x="639" y="77"/>
                    <a:pt x="633" y="70"/>
                    <a:pt x="625" y="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36" name="Group 139">
            <a:extLst>
              <a:ext uri="{FF2B5EF4-FFF2-40B4-BE49-F238E27FC236}">
                <a16:creationId xmlns:a16="http://schemas.microsoft.com/office/drawing/2014/main" id="{86EF4175-C333-17E5-55ED-61C012AE7C7F}"/>
              </a:ext>
            </a:extLst>
          </p:cNvPr>
          <p:cNvGrpSpPr/>
          <p:nvPr/>
        </p:nvGrpSpPr>
        <p:grpSpPr>
          <a:xfrm>
            <a:off x="8222853" y="2859757"/>
            <a:ext cx="303212" cy="236538"/>
            <a:chOff x="7186613" y="4632325"/>
            <a:chExt cx="303212" cy="236538"/>
          </a:xfrm>
          <a:solidFill>
            <a:schemeClr val="accent4"/>
          </a:solidFill>
        </p:grpSpPr>
        <p:sp>
          <p:nvSpPr>
            <p:cNvPr id="137" name="Freeform 111">
              <a:extLst>
                <a:ext uri="{FF2B5EF4-FFF2-40B4-BE49-F238E27FC236}">
                  <a16:creationId xmlns:a16="http://schemas.microsoft.com/office/drawing/2014/main" id="{9AB3DEC0-3DA1-1F05-0B5E-19D64F709B15}"/>
                </a:ext>
              </a:extLst>
            </p:cNvPr>
            <p:cNvSpPr>
              <a:spLocks noChangeArrowheads="1"/>
            </p:cNvSpPr>
            <p:nvPr/>
          </p:nvSpPr>
          <p:spPr bwMode="auto">
            <a:xfrm>
              <a:off x="7186613" y="4632325"/>
              <a:ext cx="303212" cy="236538"/>
            </a:xfrm>
            <a:custGeom>
              <a:avLst/>
              <a:gdLst>
                <a:gd name="T0" fmla="*/ 827 w 844"/>
                <a:gd name="T1" fmla="*/ 0 h 659"/>
                <a:gd name="T2" fmla="*/ 827 w 844"/>
                <a:gd name="T3" fmla="*/ 0 h 659"/>
                <a:gd name="T4" fmla="*/ 596 w 844"/>
                <a:gd name="T5" fmla="*/ 4 h 659"/>
                <a:gd name="T6" fmla="*/ 422 w 844"/>
                <a:gd name="T7" fmla="*/ 36 h 659"/>
                <a:gd name="T8" fmla="*/ 248 w 844"/>
                <a:gd name="T9" fmla="*/ 4 h 659"/>
                <a:gd name="T10" fmla="*/ 14 w 844"/>
                <a:gd name="T11" fmla="*/ 0 h 659"/>
                <a:gd name="T12" fmla="*/ 5 w 844"/>
                <a:gd name="T13" fmla="*/ 4 h 659"/>
                <a:gd name="T14" fmla="*/ 0 w 844"/>
                <a:gd name="T15" fmla="*/ 15 h 659"/>
                <a:gd name="T16" fmla="*/ 0 w 844"/>
                <a:gd name="T17" fmla="*/ 606 h 659"/>
                <a:gd name="T18" fmla="*/ 14 w 844"/>
                <a:gd name="T19" fmla="*/ 620 h 659"/>
                <a:gd name="T20" fmla="*/ 256 w 844"/>
                <a:gd name="T21" fmla="*/ 626 h 659"/>
                <a:gd name="T22" fmla="*/ 416 w 844"/>
                <a:gd name="T23" fmla="*/ 657 h 659"/>
                <a:gd name="T24" fmla="*/ 426 w 844"/>
                <a:gd name="T25" fmla="*/ 657 h 659"/>
                <a:gd name="T26" fmla="*/ 575 w 844"/>
                <a:gd name="T27" fmla="*/ 626 h 659"/>
                <a:gd name="T28" fmla="*/ 792 w 844"/>
                <a:gd name="T29" fmla="*/ 620 h 659"/>
                <a:gd name="T30" fmla="*/ 827 w 844"/>
                <a:gd name="T31" fmla="*/ 620 h 659"/>
                <a:gd name="T32" fmla="*/ 839 w 844"/>
                <a:gd name="T33" fmla="*/ 616 h 659"/>
                <a:gd name="T34" fmla="*/ 843 w 844"/>
                <a:gd name="T35" fmla="*/ 606 h 659"/>
                <a:gd name="T36" fmla="*/ 843 w 844"/>
                <a:gd name="T37" fmla="*/ 15 h 659"/>
                <a:gd name="T38" fmla="*/ 839 w 844"/>
                <a:gd name="T39" fmla="*/ 4 h 659"/>
                <a:gd name="T40" fmla="*/ 827 w 844"/>
                <a:gd name="T41" fmla="*/ 0 h 659"/>
                <a:gd name="T42" fmla="*/ 30 w 844"/>
                <a:gd name="T43" fmla="*/ 591 h 659"/>
                <a:gd name="T44" fmla="*/ 30 w 844"/>
                <a:gd name="T45" fmla="*/ 591 h 659"/>
                <a:gd name="T46" fmla="*/ 30 w 844"/>
                <a:gd name="T47" fmla="*/ 29 h 659"/>
                <a:gd name="T48" fmla="*/ 245 w 844"/>
                <a:gd name="T49" fmla="*/ 35 h 659"/>
                <a:gd name="T50" fmla="*/ 406 w 844"/>
                <a:gd name="T51" fmla="*/ 63 h 659"/>
                <a:gd name="T52" fmla="*/ 406 w 844"/>
                <a:gd name="T53" fmla="*/ 622 h 659"/>
                <a:gd name="T54" fmla="*/ 259 w 844"/>
                <a:gd name="T55" fmla="*/ 596 h 659"/>
                <a:gd name="T56" fmla="*/ 30 w 844"/>
                <a:gd name="T57" fmla="*/ 591 h 659"/>
                <a:gd name="T58" fmla="*/ 572 w 844"/>
                <a:gd name="T59" fmla="*/ 596 h 659"/>
                <a:gd name="T60" fmla="*/ 572 w 844"/>
                <a:gd name="T61" fmla="*/ 596 h 659"/>
                <a:gd name="T62" fmla="*/ 436 w 844"/>
                <a:gd name="T63" fmla="*/ 622 h 659"/>
                <a:gd name="T64" fmla="*/ 436 w 844"/>
                <a:gd name="T65" fmla="*/ 63 h 659"/>
                <a:gd name="T66" fmla="*/ 599 w 844"/>
                <a:gd name="T67" fmla="*/ 35 h 659"/>
                <a:gd name="T68" fmla="*/ 812 w 844"/>
                <a:gd name="T69" fmla="*/ 29 h 659"/>
                <a:gd name="T70" fmla="*/ 812 w 844"/>
                <a:gd name="T71" fmla="*/ 591 h 659"/>
                <a:gd name="T72" fmla="*/ 792 w 844"/>
                <a:gd name="T73" fmla="*/ 591 h 659"/>
                <a:gd name="T74" fmla="*/ 572 w 844"/>
                <a:gd name="T75" fmla="*/ 596 h 6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4" h="659">
                  <a:moveTo>
                    <a:pt x="827" y="0"/>
                  </a:moveTo>
                  <a:lnTo>
                    <a:pt x="827" y="0"/>
                  </a:lnTo>
                  <a:cubicBezTo>
                    <a:pt x="716" y="0"/>
                    <a:pt x="652" y="0"/>
                    <a:pt x="596" y="4"/>
                  </a:cubicBezTo>
                  <a:cubicBezTo>
                    <a:pt x="540" y="10"/>
                    <a:pt x="493" y="18"/>
                    <a:pt x="422" y="36"/>
                  </a:cubicBezTo>
                  <a:cubicBezTo>
                    <a:pt x="350" y="18"/>
                    <a:pt x="302" y="10"/>
                    <a:pt x="248" y="4"/>
                  </a:cubicBezTo>
                  <a:cubicBezTo>
                    <a:pt x="191" y="0"/>
                    <a:pt x="125" y="0"/>
                    <a:pt x="14" y="0"/>
                  </a:cubicBezTo>
                  <a:cubicBezTo>
                    <a:pt x="12" y="0"/>
                    <a:pt x="7" y="1"/>
                    <a:pt x="5" y="4"/>
                  </a:cubicBezTo>
                  <a:cubicBezTo>
                    <a:pt x="2" y="7"/>
                    <a:pt x="0" y="11"/>
                    <a:pt x="0" y="15"/>
                  </a:cubicBezTo>
                  <a:cubicBezTo>
                    <a:pt x="0" y="606"/>
                    <a:pt x="0" y="606"/>
                    <a:pt x="0" y="606"/>
                  </a:cubicBezTo>
                  <a:cubicBezTo>
                    <a:pt x="0" y="613"/>
                    <a:pt x="6" y="620"/>
                    <a:pt x="14" y="620"/>
                  </a:cubicBezTo>
                  <a:cubicBezTo>
                    <a:pt x="123" y="622"/>
                    <a:pt x="197" y="622"/>
                    <a:pt x="256" y="626"/>
                  </a:cubicBezTo>
                  <a:cubicBezTo>
                    <a:pt x="316" y="630"/>
                    <a:pt x="363" y="639"/>
                    <a:pt x="416" y="657"/>
                  </a:cubicBezTo>
                  <a:cubicBezTo>
                    <a:pt x="420" y="658"/>
                    <a:pt x="423" y="658"/>
                    <a:pt x="426" y="657"/>
                  </a:cubicBezTo>
                  <a:cubicBezTo>
                    <a:pt x="478" y="640"/>
                    <a:pt x="520" y="630"/>
                    <a:pt x="575" y="626"/>
                  </a:cubicBezTo>
                  <a:cubicBezTo>
                    <a:pt x="629" y="622"/>
                    <a:pt x="695" y="620"/>
                    <a:pt x="792" y="620"/>
                  </a:cubicBezTo>
                  <a:cubicBezTo>
                    <a:pt x="804" y="620"/>
                    <a:pt x="815" y="620"/>
                    <a:pt x="827" y="620"/>
                  </a:cubicBezTo>
                  <a:cubicBezTo>
                    <a:pt x="832" y="620"/>
                    <a:pt x="836" y="619"/>
                    <a:pt x="839" y="616"/>
                  </a:cubicBezTo>
                  <a:cubicBezTo>
                    <a:pt x="841" y="613"/>
                    <a:pt x="843" y="609"/>
                    <a:pt x="843" y="606"/>
                  </a:cubicBezTo>
                  <a:cubicBezTo>
                    <a:pt x="843" y="15"/>
                    <a:pt x="843" y="15"/>
                    <a:pt x="843" y="15"/>
                  </a:cubicBezTo>
                  <a:cubicBezTo>
                    <a:pt x="843" y="11"/>
                    <a:pt x="841" y="7"/>
                    <a:pt x="839" y="4"/>
                  </a:cubicBezTo>
                  <a:cubicBezTo>
                    <a:pt x="836" y="1"/>
                    <a:pt x="832" y="0"/>
                    <a:pt x="827" y="0"/>
                  </a:cubicBezTo>
                  <a:close/>
                  <a:moveTo>
                    <a:pt x="30" y="591"/>
                  </a:moveTo>
                  <a:lnTo>
                    <a:pt x="30" y="591"/>
                  </a:lnTo>
                  <a:cubicBezTo>
                    <a:pt x="30" y="29"/>
                    <a:pt x="30" y="29"/>
                    <a:pt x="30" y="29"/>
                  </a:cubicBezTo>
                  <a:cubicBezTo>
                    <a:pt x="132" y="29"/>
                    <a:pt x="193" y="29"/>
                    <a:pt x="245" y="35"/>
                  </a:cubicBezTo>
                  <a:cubicBezTo>
                    <a:pt x="297" y="39"/>
                    <a:pt x="339" y="47"/>
                    <a:pt x="406" y="63"/>
                  </a:cubicBezTo>
                  <a:cubicBezTo>
                    <a:pt x="406" y="622"/>
                    <a:pt x="406" y="622"/>
                    <a:pt x="406" y="622"/>
                  </a:cubicBezTo>
                  <a:cubicBezTo>
                    <a:pt x="358" y="608"/>
                    <a:pt x="314" y="599"/>
                    <a:pt x="259" y="596"/>
                  </a:cubicBezTo>
                  <a:cubicBezTo>
                    <a:pt x="200" y="592"/>
                    <a:pt x="130" y="592"/>
                    <a:pt x="30" y="591"/>
                  </a:cubicBezTo>
                  <a:close/>
                  <a:moveTo>
                    <a:pt x="572" y="596"/>
                  </a:moveTo>
                  <a:lnTo>
                    <a:pt x="572" y="596"/>
                  </a:lnTo>
                  <a:cubicBezTo>
                    <a:pt x="523" y="601"/>
                    <a:pt x="482" y="608"/>
                    <a:pt x="436" y="622"/>
                  </a:cubicBezTo>
                  <a:cubicBezTo>
                    <a:pt x="436" y="63"/>
                    <a:pt x="436" y="63"/>
                    <a:pt x="436" y="63"/>
                  </a:cubicBezTo>
                  <a:cubicBezTo>
                    <a:pt x="503" y="47"/>
                    <a:pt x="547" y="39"/>
                    <a:pt x="599" y="35"/>
                  </a:cubicBezTo>
                  <a:cubicBezTo>
                    <a:pt x="651" y="29"/>
                    <a:pt x="711" y="29"/>
                    <a:pt x="812" y="29"/>
                  </a:cubicBezTo>
                  <a:cubicBezTo>
                    <a:pt x="812" y="591"/>
                    <a:pt x="812" y="591"/>
                    <a:pt x="812" y="591"/>
                  </a:cubicBezTo>
                  <a:cubicBezTo>
                    <a:pt x="806" y="591"/>
                    <a:pt x="799" y="591"/>
                    <a:pt x="792" y="591"/>
                  </a:cubicBezTo>
                  <a:cubicBezTo>
                    <a:pt x="695" y="591"/>
                    <a:pt x="628" y="591"/>
                    <a:pt x="572" y="59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8" name="Freeform 112">
              <a:extLst>
                <a:ext uri="{FF2B5EF4-FFF2-40B4-BE49-F238E27FC236}">
                  <a16:creationId xmlns:a16="http://schemas.microsoft.com/office/drawing/2014/main" id="{5FF474A7-9E9C-9E54-D60B-F80FA0C3534A}"/>
                </a:ext>
              </a:extLst>
            </p:cNvPr>
            <p:cNvSpPr>
              <a:spLocks noChangeArrowheads="1"/>
            </p:cNvSpPr>
            <p:nvPr/>
          </p:nvSpPr>
          <p:spPr bwMode="auto">
            <a:xfrm>
              <a:off x="7226300" y="4695825"/>
              <a:ext cx="77788" cy="11113"/>
            </a:xfrm>
            <a:custGeom>
              <a:avLst/>
              <a:gdLst>
                <a:gd name="T0" fmla="*/ 14 w 216"/>
                <a:gd name="T1" fmla="*/ 31 h 32"/>
                <a:gd name="T2" fmla="*/ 14 w 216"/>
                <a:gd name="T3" fmla="*/ 31 h 32"/>
                <a:gd name="T4" fmla="*/ 200 w 216"/>
                <a:gd name="T5" fmla="*/ 31 h 32"/>
                <a:gd name="T6" fmla="*/ 215 w 216"/>
                <a:gd name="T7" fmla="*/ 16 h 32"/>
                <a:gd name="T8" fmla="*/ 200 w 216"/>
                <a:gd name="T9" fmla="*/ 0 h 32"/>
                <a:gd name="T10" fmla="*/ 14 w 216"/>
                <a:gd name="T11" fmla="*/ 0 h 32"/>
                <a:gd name="T12" fmla="*/ 0 w 216"/>
                <a:gd name="T13" fmla="*/ 16 h 32"/>
                <a:gd name="T14" fmla="*/ 14 w 216"/>
                <a:gd name="T15" fmla="*/ 31 h 3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2">
                  <a:moveTo>
                    <a:pt x="14" y="31"/>
                  </a:moveTo>
                  <a:lnTo>
                    <a:pt x="14" y="31"/>
                  </a:lnTo>
                  <a:cubicBezTo>
                    <a:pt x="200" y="31"/>
                    <a:pt x="200" y="31"/>
                    <a:pt x="200" y="31"/>
                  </a:cubicBezTo>
                  <a:cubicBezTo>
                    <a:pt x="208" y="31"/>
                    <a:pt x="215" y="24"/>
                    <a:pt x="215" y="16"/>
                  </a:cubicBezTo>
                  <a:cubicBezTo>
                    <a:pt x="215" y="7"/>
                    <a:pt x="208" y="0"/>
                    <a:pt x="200" y="0"/>
                  </a:cubicBezTo>
                  <a:cubicBezTo>
                    <a:pt x="14" y="0"/>
                    <a:pt x="14" y="0"/>
                    <a:pt x="14" y="0"/>
                  </a:cubicBezTo>
                  <a:cubicBezTo>
                    <a:pt x="6" y="0"/>
                    <a:pt x="0" y="7"/>
                    <a:pt x="0" y="16"/>
                  </a:cubicBezTo>
                  <a:cubicBezTo>
                    <a:pt x="0" y="24"/>
                    <a:pt x="6" y="31"/>
                    <a:pt x="14" y="3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39" name="Freeform 113">
              <a:extLst>
                <a:ext uri="{FF2B5EF4-FFF2-40B4-BE49-F238E27FC236}">
                  <a16:creationId xmlns:a16="http://schemas.microsoft.com/office/drawing/2014/main" id="{226DC55E-85E1-12FC-469B-40C5A11B927B}"/>
                </a:ext>
              </a:extLst>
            </p:cNvPr>
            <p:cNvSpPr>
              <a:spLocks noChangeArrowheads="1"/>
            </p:cNvSpPr>
            <p:nvPr/>
          </p:nvSpPr>
          <p:spPr bwMode="auto">
            <a:xfrm>
              <a:off x="7226300" y="4737100"/>
              <a:ext cx="77788" cy="11113"/>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0" name="Freeform 114">
              <a:extLst>
                <a:ext uri="{FF2B5EF4-FFF2-40B4-BE49-F238E27FC236}">
                  <a16:creationId xmlns:a16="http://schemas.microsoft.com/office/drawing/2014/main" id="{E5E5B85D-98E1-05D3-FAA9-CE75584297C7}"/>
                </a:ext>
              </a:extLst>
            </p:cNvPr>
            <p:cNvSpPr>
              <a:spLocks noChangeArrowheads="1"/>
            </p:cNvSpPr>
            <p:nvPr/>
          </p:nvSpPr>
          <p:spPr bwMode="auto">
            <a:xfrm>
              <a:off x="7226300" y="4776788"/>
              <a:ext cx="77788" cy="11112"/>
            </a:xfrm>
            <a:custGeom>
              <a:avLst/>
              <a:gdLst>
                <a:gd name="T0" fmla="*/ 200 w 216"/>
                <a:gd name="T1" fmla="*/ 0 h 31"/>
                <a:gd name="T2" fmla="*/ 200 w 216"/>
                <a:gd name="T3" fmla="*/ 0 h 31"/>
                <a:gd name="T4" fmla="*/ 14 w 216"/>
                <a:gd name="T5" fmla="*/ 0 h 31"/>
                <a:gd name="T6" fmla="*/ 0 w 216"/>
                <a:gd name="T7" fmla="*/ 16 h 31"/>
                <a:gd name="T8" fmla="*/ 14 w 216"/>
                <a:gd name="T9" fmla="*/ 30 h 31"/>
                <a:gd name="T10" fmla="*/ 200 w 216"/>
                <a:gd name="T11" fmla="*/ 30 h 31"/>
                <a:gd name="T12" fmla="*/ 215 w 216"/>
                <a:gd name="T13" fmla="*/ 16 h 31"/>
                <a:gd name="T14" fmla="*/ 200 w 216"/>
                <a:gd name="T15" fmla="*/ 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6" h="31">
                  <a:moveTo>
                    <a:pt x="200" y="0"/>
                  </a:moveTo>
                  <a:lnTo>
                    <a:pt x="200" y="0"/>
                  </a:lnTo>
                  <a:cubicBezTo>
                    <a:pt x="14" y="0"/>
                    <a:pt x="14" y="0"/>
                    <a:pt x="14" y="0"/>
                  </a:cubicBezTo>
                  <a:cubicBezTo>
                    <a:pt x="6" y="0"/>
                    <a:pt x="0" y="7"/>
                    <a:pt x="0" y="16"/>
                  </a:cubicBezTo>
                  <a:cubicBezTo>
                    <a:pt x="0" y="24"/>
                    <a:pt x="6" y="30"/>
                    <a:pt x="14" y="30"/>
                  </a:cubicBezTo>
                  <a:cubicBezTo>
                    <a:pt x="200" y="30"/>
                    <a:pt x="200" y="30"/>
                    <a:pt x="200" y="30"/>
                  </a:cubicBezTo>
                  <a:cubicBezTo>
                    <a:pt x="208" y="30"/>
                    <a:pt x="215" y="24"/>
                    <a:pt x="215" y="16"/>
                  </a:cubicBezTo>
                  <a:cubicBezTo>
                    <a:pt x="215" y="7"/>
                    <a:pt x="208"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1" name="Freeform 115">
              <a:extLst>
                <a:ext uri="{FF2B5EF4-FFF2-40B4-BE49-F238E27FC236}">
                  <a16:creationId xmlns:a16="http://schemas.microsoft.com/office/drawing/2014/main" id="{4EB77AE2-0AE3-AF1F-4DA2-546B7E44ED10}"/>
                </a:ext>
              </a:extLst>
            </p:cNvPr>
            <p:cNvSpPr>
              <a:spLocks noChangeArrowheads="1"/>
            </p:cNvSpPr>
            <p:nvPr/>
          </p:nvSpPr>
          <p:spPr bwMode="auto">
            <a:xfrm>
              <a:off x="7412038" y="4670425"/>
              <a:ext cx="38100" cy="144463"/>
            </a:xfrm>
            <a:custGeom>
              <a:avLst/>
              <a:gdLst>
                <a:gd name="T0" fmla="*/ 88 w 105"/>
                <a:gd name="T1" fmla="*/ 0 h 400"/>
                <a:gd name="T2" fmla="*/ 88 w 105"/>
                <a:gd name="T3" fmla="*/ 0 h 400"/>
                <a:gd name="T4" fmla="*/ 0 w 105"/>
                <a:gd name="T5" fmla="*/ 89 h 400"/>
                <a:gd name="T6" fmla="*/ 0 w 105"/>
                <a:gd name="T7" fmla="*/ 162 h 400"/>
                <a:gd name="T8" fmla="*/ 52 w 105"/>
                <a:gd name="T9" fmla="*/ 214 h 400"/>
                <a:gd name="T10" fmla="*/ 74 w 105"/>
                <a:gd name="T11" fmla="*/ 214 h 400"/>
                <a:gd name="T12" fmla="*/ 74 w 105"/>
                <a:gd name="T13" fmla="*/ 384 h 400"/>
                <a:gd name="T14" fmla="*/ 79 w 105"/>
                <a:gd name="T15" fmla="*/ 395 h 400"/>
                <a:gd name="T16" fmla="*/ 88 w 105"/>
                <a:gd name="T17" fmla="*/ 399 h 400"/>
                <a:gd name="T18" fmla="*/ 100 w 105"/>
                <a:gd name="T19" fmla="*/ 395 h 400"/>
                <a:gd name="T20" fmla="*/ 104 w 105"/>
                <a:gd name="T21" fmla="*/ 384 h 400"/>
                <a:gd name="T22" fmla="*/ 104 w 105"/>
                <a:gd name="T23" fmla="*/ 200 h 400"/>
                <a:gd name="T24" fmla="*/ 104 w 105"/>
                <a:gd name="T25" fmla="*/ 14 h 400"/>
                <a:gd name="T26" fmla="*/ 100 w 105"/>
                <a:gd name="T27" fmla="*/ 5 h 400"/>
                <a:gd name="T28" fmla="*/ 88 w 105"/>
                <a:gd name="T29" fmla="*/ 0 h 400"/>
                <a:gd name="T30" fmla="*/ 30 w 105"/>
                <a:gd name="T31" fmla="*/ 162 h 400"/>
                <a:gd name="T32" fmla="*/ 30 w 105"/>
                <a:gd name="T33" fmla="*/ 162 h 400"/>
                <a:gd name="T34" fmla="*/ 30 w 105"/>
                <a:gd name="T35" fmla="*/ 89 h 400"/>
                <a:gd name="T36" fmla="*/ 48 w 105"/>
                <a:gd name="T37" fmla="*/ 47 h 400"/>
                <a:gd name="T38" fmla="*/ 74 w 105"/>
                <a:gd name="T39" fmla="*/ 31 h 400"/>
                <a:gd name="T40" fmla="*/ 74 w 105"/>
                <a:gd name="T41" fmla="*/ 184 h 400"/>
                <a:gd name="T42" fmla="*/ 52 w 105"/>
                <a:gd name="T43" fmla="*/ 184 h 400"/>
                <a:gd name="T44" fmla="*/ 30 w 105"/>
                <a:gd name="T45" fmla="*/ 162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105" h="400">
                  <a:moveTo>
                    <a:pt x="88" y="0"/>
                  </a:moveTo>
                  <a:lnTo>
                    <a:pt x="88" y="0"/>
                  </a:lnTo>
                  <a:cubicBezTo>
                    <a:pt x="39" y="0"/>
                    <a:pt x="0" y="40"/>
                    <a:pt x="0" y="89"/>
                  </a:cubicBezTo>
                  <a:cubicBezTo>
                    <a:pt x="0" y="162"/>
                    <a:pt x="0" y="162"/>
                    <a:pt x="0" y="162"/>
                  </a:cubicBezTo>
                  <a:cubicBezTo>
                    <a:pt x="0" y="191"/>
                    <a:pt x="24" y="214"/>
                    <a:pt x="52" y="214"/>
                  </a:cubicBezTo>
                  <a:cubicBezTo>
                    <a:pt x="74" y="214"/>
                    <a:pt x="74" y="214"/>
                    <a:pt x="74" y="214"/>
                  </a:cubicBezTo>
                  <a:cubicBezTo>
                    <a:pt x="74" y="384"/>
                    <a:pt x="74" y="384"/>
                    <a:pt x="74" y="384"/>
                  </a:cubicBezTo>
                  <a:cubicBezTo>
                    <a:pt x="74" y="388"/>
                    <a:pt x="76" y="392"/>
                    <a:pt x="79" y="395"/>
                  </a:cubicBezTo>
                  <a:cubicBezTo>
                    <a:pt x="81" y="398"/>
                    <a:pt x="84" y="399"/>
                    <a:pt x="88" y="399"/>
                  </a:cubicBezTo>
                  <a:cubicBezTo>
                    <a:pt x="93" y="399"/>
                    <a:pt x="97" y="398"/>
                    <a:pt x="100" y="395"/>
                  </a:cubicBezTo>
                  <a:cubicBezTo>
                    <a:pt x="103" y="392"/>
                    <a:pt x="104" y="388"/>
                    <a:pt x="104" y="384"/>
                  </a:cubicBezTo>
                  <a:cubicBezTo>
                    <a:pt x="104" y="200"/>
                    <a:pt x="104" y="200"/>
                    <a:pt x="104" y="200"/>
                  </a:cubicBezTo>
                  <a:cubicBezTo>
                    <a:pt x="104" y="14"/>
                    <a:pt x="104" y="14"/>
                    <a:pt x="104" y="14"/>
                  </a:cubicBezTo>
                  <a:cubicBezTo>
                    <a:pt x="104" y="10"/>
                    <a:pt x="103" y="7"/>
                    <a:pt x="100" y="5"/>
                  </a:cubicBezTo>
                  <a:cubicBezTo>
                    <a:pt x="97" y="2"/>
                    <a:pt x="93" y="0"/>
                    <a:pt x="88" y="0"/>
                  </a:cubicBezTo>
                  <a:close/>
                  <a:moveTo>
                    <a:pt x="30" y="162"/>
                  </a:moveTo>
                  <a:lnTo>
                    <a:pt x="30" y="162"/>
                  </a:lnTo>
                  <a:cubicBezTo>
                    <a:pt x="30" y="89"/>
                    <a:pt x="30" y="89"/>
                    <a:pt x="30" y="89"/>
                  </a:cubicBezTo>
                  <a:cubicBezTo>
                    <a:pt x="30" y="72"/>
                    <a:pt x="37" y="58"/>
                    <a:pt x="48" y="47"/>
                  </a:cubicBezTo>
                  <a:cubicBezTo>
                    <a:pt x="55" y="40"/>
                    <a:pt x="63" y="34"/>
                    <a:pt x="74" y="31"/>
                  </a:cubicBezTo>
                  <a:cubicBezTo>
                    <a:pt x="74" y="184"/>
                    <a:pt x="74" y="184"/>
                    <a:pt x="74" y="184"/>
                  </a:cubicBezTo>
                  <a:cubicBezTo>
                    <a:pt x="52" y="184"/>
                    <a:pt x="52" y="184"/>
                    <a:pt x="52" y="184"/>
                  </a:cubicBezTo>
                  <a:cubicBezTo>
                    <a:pt x="39" y="184"/>
                    <a:pt x="30" y="174"/>
                    <a:pt x="30" y="1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2" name="Freeform 116">
              <a:extLst>
                <a:ext uri="{FF2B5EF4-FFF2-40B4-BE49-F238E27FC236}">
                  <a16:creationId xmlns:a16="http://schemas.microsoft.com/office/drawing/2014/main" id="{ECA37665-927B-B66C-89AC-1B4B6513D417}"/>
                </a:ext>
              </a:extLst>
            </p:cNvPr>
            <p:cNvSpPr>
              <a:spLocks noChangeArrowheads="1"/>
            </p:cNvSpPr>
            <p:nvPr/>
          </p:nvSpPr>
          <p:spPr bwMode="auto">
            <a:xfrm>
              <a:off x="7359650" y="4670425"/>
              <a:ext cx="38100" cy="144463"/>
            </a:xfrm>
            <a:custGeom>
              <a:avLst/>
              <a:gdLst>
                <a:gd name="T0" fmla="*/ 77 w 105"/>
                <a:gd name="T1" fmla="*/ 12 h 400"/>
                <a:gd name="T2" fmla="*/ 77 w 105"/>
                <a:gd name="T3" fmla="*/ 12 h 400"/>
                <a:gd name="T4" fmla="*/ 66 w 105"/>
                <a:gd name="T5" fmla="*/ 3 h 400"/>
                <a:gd name="T6" fmla="*/ 52 w 105"/>
                <a:gd name="T7" fmla="*/ 0 h 400"/>
                <a:gd name="T8" fmla="*/ 38 w 105"/>
                <a:gd name="T9" fmla="*/ 3 h 400"/>
                <a:gd name="T10" fmla="*/ 19 w 105"/>
                <a:gd name="T11" fmla="*/ 20 h 400"/>
                <a:gd name="T12" fmla="*/ 4 w 105"/>
                <a:gd name="T13" fmla="*/ 58 h 400"/>
                <a:gd name="T14" fmla="*/ 0 w 105"/>
                <a:gd name="T15" fmla="*/ 107 h 400"/>
                <a:gd name="T16" fmla="*/ 11 w 105"/>
                <a:gd name="T17" fmla="*/ 177 h 400"/>
                <a:gd name="T18" fmla="*/ 26 w 105"/>
                <a:gd name="T19" fmla="*/ 203 h 400"/>
                <a:gd name="T20" fmla="*/ 36 w 105"/>
                <a:gd name="T21" fmla="*/ 211 h 400"/>
                <a:gd name="T22" fmla="*/ 36 w 105"/>
                <a:gd name="T23" fmla="*/ 384 h 400"/>
                <a:gd name="T24" fmla="*/ 52 w 105"/>
                <a:gd name="T25" fmla="*/ 399 h 400"/>
                <a:gd name="T26" fmla="*/ 66 w 105"/>
                <a:gd name="T27" fmla="*/ 384 h 400"/>
                <a:gd name="T28" fmla="*/ 66 w 105"/>
                <a:gd name="T29" fmla="*/ 211 h 400"/>
                <a:gd name="T30" fmla="*/ 82 w 105"/>
                <a:gd name="T31" fmla="*/ 194 h 400"/>
                <a:gd name="T32" fmla="*/ 98 w 105"/>
                <a:gd name="T33" fmla="*/ 156 h 400"/>
                <a:gd name="T34" fmla="*/ 104 w 105"/>
                <a:gd name="T35" fmla="*/ 107 h 400"/>
                <a:gd name="T36" fmla="*/ 91 w 105"/>
                <a:gd name="T37" fmla="*/ 37 h 400"/>
                <a:gd name="T38" fmla="*/ 77 w 105"/>
                <a:gd name="T39" fmla="*/ 12 h 400"/>
                <a:gd name="T40" fmla="*/ 63 w 105"/>
                <a:gd name="T41" fmla="*/ 167 h 400"/>
                <a:gd name="T42" fmla="*/ 63 w 105"/>
                <a:gd name="T43" fmla="*/ 167 h 400"/>
                <a:gd name="T44" fmla="*/ 54 w 105"/>
                <a:gd name="T45" fmla="*/ 181 h 400"/>
                <a:gd name="T46" fmla="*/ 52 w 105"/>
                <a:gd name="T47" fmla="*/ 184 h 400"/>
                <a:gd name="T48" fmla="*/ 52 w 105"/>
                <a:gd name="T49" fmla="*/ 184 h 400"/>
                <a:gd name="T50" fmla="*/ 50 w 105"/>
                <a:gd name="T51" fmla="*/ 184 h 400"/>
                <a:gd name="T52" fmla="*/ 45 w 105"/>
                <a:gd name="T53" fmla="*/ 177 h 400"/>
                <a:gd name="T54" fmla="*/ 33 w 105"/>
                <a:gd name="T55" fmla="*/ 149 h 400"/>
                <a:gd name="T56" fmla="*/ 29 w 105"/>
                <a:gd name="T57" fmla="*/ 107 h 400"/>
                <a:gd name="T58" fmla="*/ 39 w 105"/>
                <a:gd name="T59" fmla="*/ 47 h 400"/>
                <a:gd name="T60" fmla="*/ 47 w 105"/>
                <a:gd name="T61" fmla="*/ 33 h 400"/>
                <a:gd name="T62" fmla="*/ 50 w 105"/>
                <a:gd name="T63" fmla="*/ 30 h 400"/>
                <a:gd name="T64" fmla="*/ 52 w 105"/>
                <a:gd name="T65" fmla="*/ 30 h 400"/>
                <a:gd name="T66" fmla="*/ 52 w 105"/>
                <a:gd name="T67" fmla="*/ 30 h 400"/>
                <a:gd name="T68" fmla="*/ 57 w 105"/>
                <a:gd name="T69" fmla="*/ 37 h 400"/>
                <a:gd name="T70" fmla="*/ 68 w 105"/>
                <a:gd name="T71" fmla="*/ 65 h 400"/>
                <a:gd name="T72" fmla="*/ 73 w 105"/>
                <a:gd name="T73" fmla="*/ 107 h 400"/>
                <a:gd name="T74" fmla="*/ 63 w 105"/>
                <a:gd name="T75" fmla="*/ 167 h 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05" h="400">
                  <a:moveTo>
                    <a:pt x="77" y="12"/>
                  </a:moveTo>
                  <a:lnTo>
                    <a:pt x="77" y="12"/>
                  </a:lnTo>
                  <a:cubicBezTo>
                    <a:pt x="73" y="9"/>
                    <a:pt x="70" y="6"/>
                    <a:pt x="66" y="3"/>
                  </a:cubicBezTo>
                  <a:cubicBezTo>
                    <a:pt x="61" y="2"/>
                    <a:pt x="56" y="0"/>
                    <a:pt x="52" y="0"/>
                  </a:cubicBezTo>
                  <a:cubicBezTo>
                    <a:pt x="46" y="0"/>
                    <a:pt x="42" y="2"/>
                    <a:pt x="38" y="3"/>
                  </a:cubicBezTo>
                  <a:cubicBezTo>
                    <a:pt x="29" y="7"/>
                    <a:pt x="24" y="13"/>
                    <a:pt x="19" y="20"/>
                  </a:cubicBezTo>
                  <a:cubicBezTo>
                    <a:pt x="12" y="30"/>
                    <a:pt x="8" y="42"/>
                    <a:pt x="4" y="58"/>
                  </a:cubicBezTo>
                  <a:cubicBezTo>
                    <a:pt x="1" y="72"/>
                    <a:pt x="0" y="89"/>
                    <a:pt x="0" y="107"/>
                  </a:cubicBezTo>
                  <a:cubicBezTo>
                    <a:pt x="0" y="134"/>
                    <a:pt x="4" y="159"/>
                    <a:pt x="11" y="177"/>
                  </a:cubicBezTo>
                  <a:cubicBezTo>
                    <a:pt x="15" y="187"/>
                    <a:pt x="19" y="196"/>
                    <a:pt x="26" y="203"/>
                  </a:cubicBezTo>
                  <a:cubicBezTo>
                    <a:pt x="29" y="205"/>
                    <a:pt x="32" y="208"/>
                    <a:pt x="36" y="211"/>
                  </a:cubicBezTo>
                  <a:cubicBezTo>
                    <a:pt x="36" y="384"/>
                    <a:pt x="36" y="384"/>
                    <a:pt x="36" y="384"/>
                  </a:cubicBezTo>
                  <a:cubicBezTo>
                    <a:pt x="36" y="392"/>
                    <a:pt x="43" y="399"/>
                    <a:pt x="52" y="399"/>
                  </a:cubicBezTo>
                  <a:cubicBezTo>
                    <a:pt x="60" y="399"/>
                    <a:pt x="66" y="392"/>
                    <a:pt x="66" y="384"/>
                  </a:cubicBezTo>
                  <a:cubicBezTo>
                    <a:pt x="66" y="211"/>
                    <a:pt x="66" y="211"/>
                    <a:pt x="66" y="211"/>
                  </a:cubicBezTo>
                  <a:cubicBezTo>
                    <a:pt x="73" y="207"/>
                    <a:pt x="78" y="201"/>
                    <a:pt x="82" y="194"/>
                  </a:cubicBezTo>
                  <a:cubicBezTo>
                    <a:pt x="89" y="184"/>
                    <a:pt x="94" y="172"/>
                    <a:pt x="98" y="156"/>
                  </a:cubicBezTo>
                  <a:cubicBezTo>
                    <a:pt x="101" y="142"/>
                    <a:pt x="104" y="125"/>
                    <a:pt x="104" y="107"/>
                  </a:cubicBezTo>
                  <a:cubicBezTo>
                    <a:pt x="104" y="80"/>
                    <a:pt x="99" y="55"/>
                    <a:pt x="91" y="37"/>
                  </a:cubicBezTo>
                  <a:cubicBezTo>
                    <a:pt x="87" y="27"/>
                    <a:pt x="82" y="19"/>
                    <a:pt x="77" y="12"/>
                  </a:cubicBezTo>
                  <a:close/>
                  <a:moveTo>
                    <a:pt x="63" y="167"/>
                  </a:moveTo>
                  <a:lnTo>
                    <a:pt x="63" y="167"/>
                  </a:lnTo>
                  <a:cubicBezTo>
                    <a:pt x="60" y="174"/>
                    <a:pt x="57" y="179"/>
                    <a:pt x="54" y="181"/>
                  </a:cubicBezTo>
                  <a:cubicBezTo>
                    <a:pt x="53" y="183"/>
                    <a:pt x="53" y="184"/>
                    <a:pt x="52" y="184"/>
                  </a:cubicBezTo>
                  <a:lnTo>
                    <a:pt x="52" y="184"/>
                  </a:lnTo>
                  <a:cubicBezTo>
                    <a:pt x="50" y="184"/>
                    <a:pt x="50" y="184"/>
                    <a:pt x="50" y="184"/>
                  </a:cubicBezTo>
                  <a:cubicBezTo>
                    <a:pt x="50" y="184"/>
                    <a:pt x="47" y="181"/>
                    <a:pt x="45" y="177"/>
                  </a:cubicBezTo>
                  <a:cubicBezTo>
                    <a:pt x="40" y="172"/>
                    <a:pt x="36" y="162"/>
                    <a:pt x="33" y="149"/>
                  </a:cubicBezTo>
                  <a:cubicBezTo>
                    <a:pt x="31" y="138"/>
                    <a:pt x="29" y="123"/>
                    <a:pt x="29" y="107"/>
                  </a:cubicBezTo>
                  <a:cubicBezTo>
                    <a:pt x="29" y="83"/>
                    <a:pt x="33" y="62"/>
                    <a:pt x="39" y="47"/>
                  </a:cubicBezTo>
                  <a:cubicBezTo>
                    <a:pt x="42" y="40"/>
                    <a:pt x="45" y="35"/>
                    <a:pt x="47" y="33"/>
                  </a:cubicBezTo>
                  <a:cubicBezTo>
                    <a:pt x="49" y="31"/>
                    <a:pt x="50" y="30"/>
                    <a:pt x="50" y="30"/>
                  </a:cubicBezTo>
                  <a:cubicBezTo>
                    <a:pt x="52" y="30"/>
                    <a:pt x="52" y="30"/>
                    <a:pt x="52" y="30"/>
                  </a:cubicBezTo>
                  <a:lnTo>
                    <a:pt x="52" y="30"/>
                  </a:lnTo>
                  <a:cubicBezTo>
                    <a:pt x="53" y="30"/>
                    <a:pt x="56" y="33"/>
                    <a:pt x="57" y="37"/>
                  </a:cubicBezTo>
                  <a:cubicBezTo>
                    <a:pt x="61" y="42"/>
                    <a:pt x="66" y="52"/>
                    <a:pt x="68" y="65"/>
                  </a:cubicBezTo>
                  <a:cubicBezTo>
                    <a:pt x="71" y="76"/>
                    <a:pt x="73" y="92"/>
                    <a:pt x="73" y="107"/>
                  </a:cubicBezTo>
                  <a:cubicBezTo>
                    <a:pt x="73" y="131"/>
                    <a:pt x="68" y="152"/>
                    <a:pt x="63" y="16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3" name="Group 146">
            <a:extLst>
              <a:ext uri="{FF2B5EF4-FFF2-40B4-BE49-F238E27FC236}">
                <a16:creationId xmlns:a16="http://schemas.microsoft.com/office/drawing/2014/main" id="{C402CABB-A0B3-608C-298B-1B988F798C05}"/>
              </a:ext>
            </a:extLst>
          </p:cNvPr>
          <p:cNvGrpSpPr/>
          <p:nvPr/>
        </p:nvGrpSpPr>
        <p:grpSpPr>
          <a:xfrm>
            <a:off x="4704953" y="1846933"/>
            <a:ext cx="215900" cy="258762"/>
            <a:chOff x="3668713" y="3611563"/>
            <a:chExt cx="215900" cy="258762"/>
          </a:xfrm>
          <a:solidFill>
            <a:schemeClr val="accent4"/>
          </a:solidFill>
        </p:grpSpPr>
        <p:sp>
          <p:nvSpPr>
            <p:cNvPr id="144" name="Freeform 117">
              <a:extLst>
                <a:ext uri="{FF2B5EF4-FFF2-40B4-BE49-F238E27FC236}">
                  <a16:creationId xmlns:a16="http://schemas.microsoft.com/office/drawing/2014/main" id="{E6D6FB91-AC9D-6FC2-E68B-F428009D6F0D}"/>
                </a:ext>
              </a:extLst>
            </p:cNvPr>
            <p:cNvSpPr>
              <a:spLocks noChangeArrowheads="1"/>
            </p:cNvSpPr>
            <p:nvPr/>
          </p:nvSpPr>
          <p:spPr bwMode="auto">
            <a:xfrm>
              <a:off x="3668713" y="3611563"/>
              <a:ext cx="215900" cy="258762"/>
            </a:xfrm>
            <a:custGeom>
              <a:avLst/>
              <a:gdLst>
                <a:gd name="T0" fmla="*/ 524 w 599"/>
                <a:gd name="T1" fmla="*/ 0 h 718"/>
                <a:gd name="T2" fmla="*/ 524 w 599"/>
                <a:gd name="T3" fmla="*/ 0 h 718"/>
                <a:gd name="T4" fmla="*/ 75 w 599"/>
                <a:gd name="T5" fmla="*/ 0 h 718"/>
                <a:gd name="T6" fmla="*/ 0 w 599"/>
                <a:gd name="T7" fmla="*/ 75 h 718"/>
                <a:gd name="T8" fmla="*/ 0 w 599"/>
                <a:gd name="T9" fmla="*/ 105 h 718"/>
                <a:gd name="T10" fmla="*/ 4 w 599"/>
                <a:gd name="T11" fmla="*/ 116 h 718"/>
                <a:gd name="T12" fmla="*/ 14 w 599"/>
                <a:gd name="T13" fmla="*/ 120 h 718"/>
                <a:gd name="T14" fmla="*/ 61 w 599"/>
                <a:gd name="T15" fmla="*/ 120 h 718"/>
                <a:gd name="T16" fmla="*/ 117 w 599"/>
                <a:gd name="T17" fmla="*/ 678 h 718"/>
                <a:gd name="T18" fmla="*/ 162 w 599"/>
                <a:gd name="T19" fmla="*/ 717 h 718"/>
                <a:gd name="T20" fmla="*/ 437 w 599"/>
                <a:gd name="T21" fmla="*/ 717 h 718"/>
                <a:gd name="T22" fmla="*/ 482 w 599"/>
                <a:gd name="T23" fmla="*/ 678 h 718"/>
                <a:gd name="T24" fmla="*/ 538 w 599"/>
                <a:gd name="T25" fmla="*/ 120 h 718"/>
                <a:gd name="T26" fmla="*/ 584 w 599"/>
                <a:gd name="T27" fmla="*/ 120 h 718"/>
                <a:gd name="T28" fmla="*/ 594 w 599"/>
                <a:gd name="T29" fmla="*/ 116 h 718"/>
                <a:gd name="T30" fmla="*/ 598 w 599"/>
                <a:gd name="T31" fmla="*/ 105 h 718"/>
                <a:gd name="T32" fmla="*/ 598 w 599"/>
                <a:gd name="T33" fmla="*/ 75 h 718"/>
                <a:gd name="T34" fmla="*/ 524 w 599"/>
                <a:gd name="T35" fmla="*/ 0 h 718"/>
                <a:gd name="T36" fmla="*/ 30 w 599"/>
                <a:gd name="T37" fmla="*/ 75 h 718"/>
                <a:gd name="T38" fmla="*/ 30 w 599"/>
                <a:gd name="T39" fmla="*/ 75 h 718"/>
                <a:gd name="T40" fmla="*/ 75 w 599"/>
                <a:gd name="T41" fmla="*/ 30 h 718"/>
                <a:gd name="T42" fmla="*/ 524 w 599"/>
                <a:gd name="T43" fmla="*/ 30 h 718"/>
                <a:gd name="T44" fmla="*/ 569 w 599"/>
                <a:gd name="T45" fmla="*/ 75 h 718"/>
                <a:gd name="T46" fmla="*/ 569 w 599"/>
                <a:gd name="T47" fmla="*/ 89 h 718"/>
                <a:gd name="T48" fmla="*/ 524 w 599"/>
                <a:gd name="T49" fmla="*/ 89 h 718"/>
                <a:gd name="T50" fmla="*/ 75 w 599"/>
                <a:gd name="T51" fmla="*/ 89 h 718"/>
                <a:gd name="T52" fmla="*/ 30 w 599"/>
                <a:gd name="T53" fmla="*/ 89 h 718"/>
                <a:gd name="T54" fmla="*/ 30 w 599"/>
                <a:gd name="T55" fmla="*/ 75 h 718"/>
                <a:gd name="T56" fmla="*/ 452 w 599"/>
                <a:gd name="T57" fmla="*/ 675 h 718"/>
                <a:gd name="T58" fmla="*/ 452 w 599"/>
                <a:gd name="T59" fmla="*/ 675 h 718"/>
                <a:gd name="T60" fmla="*/ 437 w 599"/>
                <a:gd name="T61" fmla="*/ 688 h 718"/>
                <a:gd name="T62" fmla="*/ 162 w 599"/>
                <a:gd name="T63" fmla="*/ 688 h 718"/>
                <a:gd name="T64" fmla="*/ 146 w 599"/>
                <a:gd name="T65" fmla="*/ 675 h 718"/>
                <a:gd name="T66" fmla="*/ 91 w 599"/>
                <a:gd name="T67" fmla="*/ 120 h 718"/>
                <a:gd name="T68" fmla="*/ 507 w 599"/>
                <a:gd name="T69" fmla="*/ 120 h 718"/>
                <a:gd name="T70" fmla="*/ 452 w 599"/>
                <a:gd name="T71" fmla="*/ 675 h 7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99" h="718">
                  <a:moveTo>
                    <a:pt x="524" y="0"/>
                  </a:moveTo>
                  <a:lnTo>
                    <a:pt x="524" y="0"/>
                  </a:lnTo>
                  <a:cubicBezTo>
                    <a:pt x="75" y="0"/>
                    <a:pt x="75" y="0"/>
                    <a:pt x="75" y="0"/>
                  </a:cubicBezTo>
                  <a:cubicBezTo>
                    <a:pt x="34" y="0"/>
                    <a:pt x="0" y="33"/>
                    <a:pt x="0" y="75"/>
                  </a:cubicBezTo>
                  <a:cubicBezTo>
                    <a:pt x="0" y="105"/>
                    <a:pt x="0" y="105"/>
                    <a:pt x="0" y="105"/>
                  </a:cubicBezTo>
                  <a:cubicBezTo>
                    <a:pt x="0" y="109"/>
                    <a:pt x="2" y="113"/>
                    <a:pt x="4" y="116"/>
                  </a:cubicBezTo>
                  <a:cubicBezTo>
                    <a:pt x="7" y="119"/>
                    <a:pt x="11" y="120"/>
                    <a:pt x="14" y="120"/>
                  </a:cubicBezTo>
                  <a:cubicBezTo>
                    <a:pt x="61" y="120"/>
                    <a:pt x="61" y="120"/>
                    <a:pt x="61" y="120"/>
                  </a:cubicBezTo>
                  <a:cubicBezTo>
                    <a:pt x="117" y="678"/>
                    <a:pt x="117" y="678"/>
                    <a:pt x="117" y="678"/>
                  </a:cubicBezTo>
                  <a:cubicBezTo>
                    <a:pt x="119" y="701"/>
                    <a:pt x="139" y="717"/>
                    <a:pt x="162" y="717"/>
                  </a:cubicBezTo>
                  <a:cubicBezTo>
                    <a:pt x="437" y="717"/>
                    <a:pt x="437" y="717"/>
                    <a:pt x="437" y="717"/>
                  </a:cubicBezTo>
                  <a:cubicBezTo>
                    <a:pt x="461" y="717"/>
                    <a:pt x="479" y="701"/>
                    <a:pt x="482" y="678"/>
                  </a:cubicBezTo>
                  <a:cubicBezTo>
                    <a:pt x="538" y="120"/>
                    <a:pt x="538" y="120"/>
                    <a:pt x="538" y="120"/>
                  </a:cubicBezTo>
                  <a:cubicBezTo>
                    <a:pt x="584" y="120"/>
                    <a:pt x="584" y="120"/>
                    <a:pt x="584" y="120"/>
                  </a:cubicBezTo>
                  <a:cubicBezTo>
                    <a:pt x="588" y="120"/>
                    <a:pt x="591" y="119"/>
                    <a:pt x="594" y="116"/>
                  </a:cubicBezTo>
                  <a:cubicBezTo>
                    <a:pt x="597" y="113"/>
                    <a:pt x="598" y="109"/>
                    <a:pt x="598" y="105"/>
                  </a:cubicBezTo>
                  <a:cubicBezTo>
                    <a:pt x="598" y="75"/>
                    <a:pt x="598" y="75"/>
                    <a:pt x="598" y="75"/>
                  </a:cubicBezTo>
                  <a:cubicBezTo>
                    <a:pt x="598" y="33"/>
                    <a:pt x="566" y="0"/>
                    <a:pt x="524" y="0"/>
                  </a:cubicBezTo>
                  <a:close/>
                  <a:moveTo>
                    <a:pt x="30" y="75"/>
                  </a:moveTo>
                  <a:lnTo>
                    <a:pt x="30" y="75"/>
                  </a:lnTo>
                  <a:cubicBezTo>
                    <a:pt x="30" y="50"/>
                    <a:pt x="49" y="30"/>
                    <a:pt x="75" y="30"/>
                  </a:cubicBezTo>
                  <a:cubicBezTo>
                    <a:pt x="524" y="30"/>
                    <a:pt x="524" y="30"/>
                    <a:pt x="524" y="30"/>
                  </a:cubicBezTo>
                  <a:cubicBezTo>
                    <a:pt x="549" y="30"/>
                    <a:pt x="569" y="50"/>
                    <a:pt x="569" y="75"/>
                  </a:cubicBezTo>
                  <a:cubicBezTo>
                    <a:pt x="569" y="89"/>
                    <a:pt x="569" y="89"/>
                    <a:pt x="569" y="89"/>
                  </a:cubicBezTo>
                  <a:cubicBezTo>
                    <a:pt x="524" y="89"/>
                    <a:pt x="524" y="89"/>
                    <a:pt x="524" y="89"/>
                  </a:cubicBezTo>
                  <a:cubicBezTo>
                    <a:pt x="75" y="89"/>
                    <a:pt x="75" y="89"/>
                    <a:pt x="75" y="89"/>
                  </a:cubicBezTo>
                  <a:cubicBezTo>
                    <a:pt x="30" y="89"/>
                    <a:pt x="30" y="89"/>
                    <a:pt x="30" y="89"/>
                  </a:cubicBezTo>
                  <a:lnTo>
                    <a:pt x="30" y="75"/>
                  </a:lnTo>
                  <a:close/>
                  <a:moveTo>
                    <a:pt x="452" y="675"/>
                  </a:moveTo>
                  <a:lnTo>
                    <a:pt x="452" y="675"/>
                  </a:lnTo>
                  <a:cubicBezTo>
                    <a:pt x="451" y="682"/>
                    <a:pt x="445" y="688"/>
                    <a:pt x="437" y="688"/>
                  </a:cubicBezTo>
                  <a:cubicBezTo>
                    <a:pt x="162" y="688"/>
                    <a:pt x="162" y="688"/>
                    <a:pt x="162" y="688"/>
                  </a:cubicBezTo>
                  <a:cubicBezTo>
                    <a:pt x="155" y="688"/>
                    <a:pt x="148" y="682"/>
                    <a:pt x="146" y="675"/>
                  </a:cubicBezTo>
                  <a:cubicBezTo>
                    <a:pt x="91" y="120"/>
                    <a:pt x="91" y="120"/>
                    <a:pt x="91" y="120"/>
                  </a:cubicBezTo>
                  <a:cubicBezTo>
                    <a:pt x="507" y="120"/>
                    <a:pt x="507" y="120"/>
                    <a:pt x="507" y="120"/>
                  </a:cubicBezTo>
                  <a:lnTo>
                    <a:pt x="452" y="6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5" name="Freeform 118">
              <a:extLst>
                <a:ext uri="{FF2B5EF4-FFF2-40B4-BE49-F238E27FC236}">
                  <a16:creationId xmlns:a16="http://schemas.microsoft.com/office/drawing/2014/main" id="{3776AB3C-FCE3-4A3E-EBC2-E4965B4BD311}"/>
                </a:ext>
              </a:extLst>
            </p:cNvPr>
            <p:cNvSpPr>
              <a:spLocks noChangeArrowheads="1"/>
            </p:cNvSpPr>
            <p:nvPr/>
          </p:nvSpPr>
          <p:spPr bwMode="auto">
            <a:xfrm>
              <a:off x="3733800" y="3687763"/>
              <a:ext cx="85725" cy="96837"/>
            </a:xfrm>
            <a:custGeom>
              <a:avLst/>
              <a:gdLst>
                <a:gd name="T0" fmla="*/ 119 w 240"/>
                <a:gd name="T1" fmla="*/ 270 h 271"/>
                <a:gd name="T2" fmla="*/ 119 w 240"/>
                <a:gd name="T3" fmla="*/ 270 h 271"/>
                <a:gd name="T4" fmla="*/ 205 w 240"/>
                <a:gd name="T5" fmla="*/ 229 h 271"/>
                <a:gd name="T6" fmla="*/ 239 w 240"/>
                <a:gd name="T7" fmla="*/ 135 h 271"/>
                <a:gd name="T8" fmla="*/ 205 w 240"/>
                <a:gd name="T9" fmla="*/ 39 h 271"/>
                <a:gd name="T10" fmla="*/ 119 w 240"/>
                <a:gd name="T11" fmla="*/ 0 h 271"/>
                <a:gd name="T12" fmla="*/ 34 w 240"/>
                <a:gd name="T13" fmla="*/ 39 h 271"/>
                <a:gd name="T14" fmla="*/ 0 w 240"/>
                <a:gd name="T15" fmla="*/ 135 h 271"/>
                <a:gd name="T16" fmla="*/ 34 w 240"/>
                <a:gd name="T17" fmla="*/ 229 h 271"/>
                <a:gd name="T18" fmla="*/ 119 w 240"/>
                <a:gd name="T19" fmla="*/ 270 h 271"/>
                <a:gd name="T20" fmla="*/ 56 w 240"/>
                <a:gd name="T21" fmla="*/ 59 h 271"/>
                <a:gd name="T22" fmla="*/ 56 w 240"/>
                <a:gd name="T23" fmla="*/ 59 h 271"/>
                <a:gd name="T24" fmla="*/ 119 w 240"/>
                <a:gd name="T25" fmla="*/ 30 h 271"/>
                <a:gd name="T26" fmla="*/ 182 w 240"/>
                <a:gd name="T27" fmla="*/ 59 h 271"/>
                <a:gd name="T28" fmla="*/ 209 w 240"/>
                <a:gd name="T29" fmla="*/ 135 h 271"/>
                <a:gd name="T30" fmla="*/ 209 w 240"/>
                <a:gd name="T31" fmla="*/ 148 h 271"/>
                <a:gd name="T32" fmla="*/ 187 w 240"/>
                <a:gd name="T33" fmla="*/ 150 h 271"/>
                <a:gd name="T34" fmla="*/ 157 w 240"/>
                <a:gd name="T35" fmla="*/ 143 h 271"/>
                <a:gd name="T36" fmla="*/ 111 w 240"/>
                <a:gd name="T37" fmla="*/ 115 h 271"/>
                <a:gd name="T38" fmla="*/ 52 w 240"/>
                <a:gd name="T39" fmla="*/ 96 h 271"/>
                <a:gd name="T40" fmla="*/ 35 w 240"/>
                <a:gd name="T41" fmla="*/ 97 h 271"/>
                <a:gd name="T42" fmla="*/ 56 w 240"/>
                <a:gd name="T43" fmla="*/ 59 h 271"/>
                <a:gd name="T44" fmla="*/ 29 w 240"/>
                <a:gd name="T45" fmla="*/ 129 h 271"/>
                <a:gd name="T46" fmla="*/ 29 w 240"/>
                <a:gd name="T47" fmla="*/ 129 h 271"/>
                <a:gd name="T48" fmla="*/ 52 w 240"/>
                <a:gd name="T49" fmla="*/ 125 h 271"/>
                <a:gd name="T50" fmla="*/ 81 w 240"/>
                <a:gd name="T51" fmla="*/ 133 h 271"/>
                <a:gd name="T52" fmla="*/ 128 w 240"/>
                <a:gd name="T53" fmla="*/ 162 h 271"/>
                <a:gd name="T54" fmla="*/ 187 w 240"/>
                <a:gd name="T55" fmla="*/ 181 h 271"/>
                <a:gd name="T56" fmla="*/ 201 w 240"/>
                <a:gd name="T57" fmla="*/ 180 h 271"/>
                <a:gd name="T58" fmla="*/ 182 w 240"/>
                <a:gd name="T59" fmla="*/ 209 h 271"/>
                <a:gd name="T60" fmla="*/ 119 w 240"/>
                <a:gd name="T61" fmla="*/ 239 h 271"/>
                <a:gd name="T62" fmla="*/ 56 w 240"/>
                <a:gd name="T63" fmla="*/ 209 h 271"/>
                <a:gd name="T64" fmla="*/ 29 w 240"/>
                <a:gd name="T65" fmla="*/ 135 h 271"/>
                <a:gd name="T66" fmla="*/ 29 w 240"/>
                <a:gd name="T67" fmla="*/ 129 h 2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40" h="271">
                  <a:moveTo>
                    <a:pt x="119" y="270"/>
                  </a:moveTo>
                  <a:lnTo>
                    <a:pt x="119" y="270"/>
                  </a:lnTo>
                  <a:cubicBezTo>
                    <a:pt x="153" y="270"/>
                    <a:pt x="184" y="254"/>
                    <a:pt x="205" y="229"/>
                  </a:cubicBezTo>
                  <a:cubicBezTo>
                    <a:pt x="226" y="205"/>
                    <a:pt x="239" y="171"/>
                    <a:pt x="239" y="135"/>
                  </a:cubicBezTo>
                  <a:cubicBezTo>
                    <a:pt x="239" y="98"/>
                    <a:pt x="226" y="65"/>
                    <a:pt x="205" y="39"/>
                  </a:cubicBezTo>
                  <a:cubicBezTo>
                    <a:pt x="184" y="16"/>
                    <a:pt x="153" y="0"/>
                    <a:pt x="119" y="0"/>
                  </a:cubicBezTo>
                  <a:cubicBezTo>
                    <a:pt x="85" y="0"/>
                    <a:pt x="55" y="16"/>
                    <a:pt x="34" y="39"/>
                  </a:cubicBezTo>
                  <a:cubicBezTo>
                    <a:pt x="12" y="65"/>
                    <a:pt x="0" y="98"/>
                    <a:pt x="0" y="135"/>
                  </a:cubicBezTo>
                  <a:cubicBezTo>
                    <a:pt x="0" y="171"/>
                    <a:pt x="12" y="205"/>
                    <a:pt x="34" y="229"/>
                  </a:cubicBezTo>
                  <a:cubicBezTo>
                    <a:pt x="55" y="254"/>
                    <a:pt x="85" y="270"/>
                    <a:pt x="119" y="270"/>
                  </a:cubicBezTo>
                  <a:close/>
                  <a:moveTo>
                    <a:pt x="56" y="59"/>
                  </a:moveTo>
                  <a:lnTo>
                    <a:pt x="56" y="59"/>
                  </a:lnTo>
                  <a:cubicBezTo>
                    <a:pt x="73" y="41"/>
                    <a:pt x="95" y="30"/>
                    <a:pt x="119" y="30"/>
                  </a:cubicBezTo>
                  <a:cubicBezTo>
                    <a:pt x="143" y="30"/>
                    <a:pt x="166" y="41"/>
                    <a:pt x="182" y="59"/>
                  </a:cubicBezTo>
                  <a:cubicBezTo>
                    <a:pt x="199" y="79"/>
                    <a:pt x="209" y="105"/>
                    <a:pt x="209" y="135"/>
                  </a:cubicBezTo>
                  <a:cubicBezTo>
                    <a:pt x="209" y="139"/>
                    <a:pt x="209" y="143"/>
                    <a:pt x="209" y="148"/>
                  </a:cubicBezTo>
                  <a:cubicBezTo>
                    <a:pt x="201" y="150"/>
                    <a:pt x="194" y="150"/>
                    <a:pt x="187" y="150"/>
                  </a:cubicBezTo>
                  <a:cubicBezTo>
                    <a:pt x="177" y="150"/>
                    <a:pt x="167" y="149"/>
                    <a:pt x="157" y="143"/>
                  </a:cubicBezTo>
                  <a:cubicBezTo>
                    <a:pt x="143" y="136"/>
                    <a:pt x="128" y="125"/>
                    <a:pt x="111" y="115"/>
                  </a:cubicBezTo>
                  <a:cubicBezTo>
                    <a:pt x="94" y="105"/>
                    <a:pt x="74" y="96"/>
                    <a:pt x="52" y="96"/>
                  </a:cubicBezTo>
                  <a:cubicBezTo>
                    <a:pt x="46" y="96"/>
                    <a:pt x="41" y="97"/>
                    <a:pt x="35" y="97"/>
                  </a:cubicBezTo>
                  <a:cubicBezTo>
                    <a:pt x="41" y="83"/>
                    <a:pt x="48" y="70"/>
                    <a:pt x="56" y="59"/>
                  </a:cubicBezTo>
                  <a:close/>
                  <a:moveTo>
                    <a:pt x="29" y="129"/>
                  </a:moveTo>
                  <a:lnTo>
                    <a:pt x="29" y="129"/>
                  </a:lnTo>
                  <a:cubicBezTo>
                    <a:pt x="38" y="126"/>
                    <a:pt x="45" y="126"/>
                    <a:pt x="52" y="125"/>
                  </a:cubicBezTo>
                  <a:cubicBezTo>
                    <a:pt x="62" y="126"/>
                    <a:pt x="71" y="128"/>
                    <a:pt x="81" y="133"/>
                  </a:cubicBezTo>
                  <a:cubicBezTo>
                    <a:pt x="95" y="139"/>
                    <a:pt x="111" y="150"/>
                    <a:pt x="128" y="162"/>
                  </a:cubicBezTo>
                  <a:cubicBezTo>
                    <a:pt x="144" y="171"/>
                    <a:pt x="164" y="181"/>
                    <a:pt x="187" y="181"/>
                  </a:cubicBezTo>
                  <a:cubicBezTo>
                    <a:pt x="191" y="181"/>
                    <a:pt x="196" y="180"/>
                    <a:pt x="201" y="180"/>
                  </a:cubicBezTo>
                  <a:cubicBezTo>
                    <a:pt x="195" y="191"/>
                    <a:pt x="189" y="201"/>
                    <a:pt x="182" y="209"/>
                  </a:cubicBezTo>
                  <a:cubicBezTo>
                    <a:pt x="166" y="229"/>
                    <a:pt x="143" y="239"/>
                    <a:pt x="119" y="239"/>
                  </a:cubicBezTo>
                  <a:cubicBezTo>
                    <a:pt x="95" y="239"/>
                    <a:pt x="73" y="229"/>
                    <a:pt x="56" y="209"/>
                  </a:cubicBezTo>
                  <a:cubicBezTo>
                    <a:pt x="41" y="191"/>
                    <a:pt x="29" y="164"/>
                    <a:pt x="29" y="135"/>
                  </a:cubicBezTo>
                  <a:cubicBezTo>
                    <a:pt x="29" y="133"/>
                    <a:pt x="29" y="131"/>
                    <a:pt x="29" y="12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6" name="Group 149">
            <a:extLst>
              <a:ext uri="{FF2B5EF4-FFF2-40B4-BE49-F238E27FC236}">
                <a16:creationId xmlns:a16="http://schemas.microsoft.com/office/drawing/2014/main" id="{8CC86FEA-F261-EE83-989A-D73000C988A4}"/>
              </a:ext>
            </a:extLst>
          </p:cNvPr>
          <p:cNvGrpSpPr/>
          <p:nvPr/>
        </p:nvGrpSpPr>
        <p:grpSpPr>
          <a:xfrm>
            <a:off x="4716065" y="2350964"/>
            <a:ext cx="193675" cy="258762"/>
            <a:chOff x="3679825" y="4129088"/>
            <a:chExt cx="193675" cy="258762"/>
          </a:xfrm>
          <a:solidFill>
            <a:schemeClr val="accent4"/>
          </a:solidFill>
        </p:grpSpPr>
        <p:sp>
          <p:nvSpPr>
            <p:cNvPr id="147" name="Freeform 119">
              <a:extLst>
                <a:ext uri="{FF2B5EF4-FFF2-40B4-BE49-F238E27FC236}">
                  <a16:creationId xmlns:a16="http://schemas.microsoft.com/office/drawing/2014/main" id="{A9E7B691-71C0-40CF-45BA-ED3E5E80C14B}"/>
                </a:ext>
              </a:extLst>
            </p:cNvPr>
            <p:cNvSpPr>
              <a:spLocks noChangeArrowheads="1"/>
            </p:cNvSpPr>
            <p:nvPr/>
          </p:nvSpPr>
          <p:spPr bwMode="auto">
            <a:xfrm>
              <a:off x="3679825" y="4129088"/>
              <a:ext cx="193675" cy="258762"/>
            </a:xfrm>
            <a:custGeom>
              <a:avLst/>
              <a:gdLst>
                <a:gd name="T0" fmla="*/ 32 w 540"/>
                <a:gd name="T1" fmla="*/ 240 h 720"/>
                <a:gd name="T2" fmla="*/ 32 w 540"/>
                <a:gd name="T3" fmla="*/ 240 h 720"/>
                <a:gd name="T4" fmla="*/ 89 w 540"/>
                <a:gd name="T5" fmla="*/ 706 h 720"/>
                <a:gd name="T6" fmla="*/ 105 w 540"/>
                <a:gd name="T7" fmla="*/ 719 h 720"/>
                <a:gd name="T8" fmla="*/ 433 w 540"/>
                <a:gd name="T9" fmla="*/ 719 h 720"/>
                <a:gd name="T10" fmla="*/ 449 w 540"/>
                <a:gd name="T11" fmla="*/ 706 h 720"/>
                <a:gd name="T12" fmla="*/ 506 w 540"/>
                <a:gd name="T13" fmla="*/ 240 h 720"/>
                <a:gd name="T14" fmla="*/ 523 w 540"/>
                <a:gd name="T15" fmla="*/ 240 h 720"/>
                <a:gd name="T16" fmla="*/ 535 w 540"/>
                <a:gd name="T17" fmla="*/ 236 h 720"/>
                <a:gd name="T18" fmla="*/ 539 w 540"/>
                <a:gd name="T19" fmla="*/ 225 h 720"/>
                <a:gd name="T20" fmla="*/ 539 w 540"/>
                <a:gd name="T21" fmla="*/ 135 h 720"/>
                <a:gd name="T22" fmla="*/ 535 w 540"/>
                <a:gd name="T23" fmla="*/ 125 h 720"/>
                <a:gd name="T24" fmla="*/ 523 w 540"/>
                <a:gd name="T25" fmla="*/ 121 h 720"/>
                <a:gd name="T26" fmla="*/ 476 w 540"/>
                <a:gd name="T27" fmla="*/ 121 h 720"/>
                <a:gd name="T28" fmla="*/ 455 w 540"/>
                <a:gd name="T29" fmla="*/ 35 h 720"/>
                <a:gd name="T30" fmla="*/ 411 w 540"/>
                <a:gd name="T31" fmla="*/ 0 h 720"/>
                <a:gd name="T32" fmla="*/ 127 w 540"/>
                <a:gd name="T33" fmla="*/ 0 h 720"/>
                <a:gd name="T34" fmla="*/ 84 w 540"/>
                <a:gd name="T35" fmla="*/ 35 h 720"/>
                <a:gd name="T36" fmla="*/ 63 w 540"/>
                <a:gd name="T37" fmla="*/ 121 h 720"/>
                <a:gd name="T38" fmla="*/ 15 w 540"/>
                <a:gd name="T39" fmla="*/ 121 h 720"/>
                <a:gd name="T40" fmla="*/ 4 w 540"/>
                <a:gd name="T41" fmla="*/ 125 h 720"/>
                <a:gd name="T42" fmla="*/ 0 w 540"/>
                <a:gd name="T43" fmla="*/ 135 h 720"/>
                <a:gd name="T44" fmla="*/ 0 w 540"/>
                <a:gd name="T45" fmla="*/ 225 h 720"/>
                <a:gd name="T46" fmla="*/ 4 w 540"/>
                <a:gd name="T47" fmla="*/ 236 h 720"/>
                <a:gd name="T48" fmla="*/ 15 w 540"/>
                <a:gd name="T49" fmla="*/ 240 h 720"/>
                <a:gd name="T50" fmla="*/ 32 w 540"/>
                <a:gd name="T51" fmla="*/ 240 h 720"/>
                <a:gd name="T52" fmla="*/ 421 w 540"/>
                <a:gd name="T53" fmla="*/ 690 h 720"/>
                <a:gd name="T54" fmla="*/ 421 w 540"/>
                <a:gd name="T55" fmla="*/ 690 h 720"/>
                <a:gd name="T56" fmla="*/ 118 w 540"/>
                <a:gd name="T57" fmla="*/ 690 h 720"/>
                <a:gd name="T58" fmla="*/ 61 w 540"/>
                <a:gd name="T59" fmla="*/ 240 h 720"/>
                <a:gd name="T60" fmla="*/ 477 w 540"/>
                <a:gd name="T61" fmla="*/ 240 h 720"/>
                <a:gd name="T62" fmla="*/ 421 w 540"/>
                <a:gd name="T63" fmla="*/ 690 h 720"/>
                <a:gd name="T64" fmla="*/ 113 w 540"/>
                <a:gd name="T65" fmla="*/ 42 h 720"/>
                <a:gd name="T66" fmla="*/ 113 w 540"/>
                <a:gd name="T67" fmla="*/ 42 h 720"/>
                <a:gd name="T68" fmla="*/ 127 w 540"/>
                <a:gd name="T69" fmla="*/ 31 h 720"/>
                <a:gd name="T70" fmla="*/ 411 w 540"/>
                <a:gd name="T71" fmla="*/ 31 h 720"/>
                <a:gd name="T72" fmla="*/ 425 w 540"/>
                <a:gd name="T73" fmla="*/ 42 h 720"/>
                <a:gd name="T74" fmla="*/ 445 w 540"/>
                <a:gd name="T75" fmla="*/ 121 h 720"/>
                <a:gd name="T76" fmla="*/ 94 w 540"/>
                <a:gd name="T77" fmla="*/ 121 h 720"/>
                <a:gd name="T78" fmla="*/ 113 w 540"/>
                <a:gd name="T79" fmla="*/ 42 h 720"/>
                <a:gd name="T80" fmla="*/ 29 w 540"/>
                <a:gd name="T81" fmla="*/ 150 h 720"/>
                <a:gd name="T82" fmla="*/ 29 w 540"/>
                <a:gd name="T83" fmla="*/ 150 h 720"/>
                <a:gd name="T84" fmla="*/ 74 w 540"/>
                <a:gd name="T85" fmla="*/ 150 h 720"/>
                <a:gd name="T86" fmla="*/ 464 w 540"/>
                <a:gd name="T87" fmla="*/ 150 h 720"/>
                <a:gd name="T88" fmla="*/ 509 w 540"/>
                <a:gd name="T89" fmla="*/ 150 h 720"/>
                <a:gd name="T90" fmla="*/ 509 w 540"/>
                <a:gd name="T91" fmla="*/ 211 h 720"/>
                <a:gd name="T92" fmla="*/ 494 w 540"/>
                <a:gd name="T93" fmla="*/ 211 h 720"/>
                <a:gd name="T94" fmla="*/ 45 w 540"/>
                <a:gd name="T95" fmla="*/ 211 h 720"/>
                <a:gd name="T96" fmla="*/ 29 w 540"/>
                <a:gd name="T97" fmla="*/ 211 h 720"/>
                <a:gd name="T98" fmla="*/ 29 w 540"/>
                <a:gd name="T99" fmla="*/ 15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40" h="720">
                  <a:moveTo>
                    <a:pt x="32" y="240"/>
                  </a:moveTo>
                  <a:lnTo>
                    <a:pt x="32" y="240"/>
                  </a:lnTo>
                  <a:cubicBezTo>
                    <a:pt x="89" y="706"/>
                    <a:pt x="89" y="706"/>
                    <a:pt x="89" y="706"/>
                  </a:cubicBezTo>
                  <a:cubicBezTo>
                    <a:pt x="91" y="714"/>
                    <a:pt x="96" y="719"/>
                    <a:pt x="105" y="719"/>
                  </a:cubicBezTo>
                  <a:cubicBezTo>
                    <a:pt x="433" y="719"/>
                    <a:pt x="433" y="719"/>
                    <a:pt x="433" y="719"/>
                  </a:cubicBezTo>
                  <a:cubicBezTo>
                    <a:pt x="442" y="719"/>
                    <a:pt x="448" y="714"/>
                    <a:pt x="449" y="706"/>
                  </a:cubicBezTo>
                  <a:cubicBezTo>
                    <a:pt x="506" y="240"/>
                    <a:pt x="506" y="240"/>
                    <a:pt x="506" y="240"/>
                  </a:cubicBezTo>
                  <a:cubicBezTo>
                    <a:pt x="523" y="240"/>
                    <a:pt x="523" y="240"/>
                    <a:pt x="523" y="240"/>
                  </a:cubicBezTo>
                  <a:cubicBezTo>
                    <a:pt x="528" y="240"/>
                    <a:pt x="532" y="239"/>
                    <a:pt x="535" y="236"/>
                  </a:cubicBezTo>
                  <a:cubicBezTo>
                    <a:pt x="537" y="233"/>
                    <a:pt x="539" y="229"/>
                    <a:pt x="539" y="225"/>
                  </a:cubicBezTo>
                  <a:cubicBezTo>
                    <a:pt x="539" y="135"/>
                    <a:pt x="539" y="135"/>
                    <a:pt x="539" y="135"/>
                  </a:cubicBezTo>
                  <a:cubicBezTo>
                    <a:pt x="539" y="132"/>
                    <a:pt x="537" y="128"/>
                    <a:pt x="535" y="125"/>
                  </a:cubicBezTo>
                  <a:cubicBezTo>
                    <a:pt x="532" y="122"/>
                    <a:pt x="528" y="121"/>
                    <a:pt x="523" y="121"/>
                  </a:cubicBezTo>
                  <a:cubicBezTo>
                    <a:pt x="476" y="121"/>
                    <a:pt x="476" y="121"/>
                    <a:pt x="476" y="121"/>
                  </a:cubicBezTo>
                  <a:cubicBezTo>
                    <a:pt x="455" y="35"/>
                    <a:pt x="455" y="35"/>
                    <a:pt x="455" y="35"/>
                  </a:cubicBezTo>
                  <a:cubicBezTo>
                    <a:pt x="449" y="14"/>
                    <a:pt x="431" y="0"/>
                    <a:pt x="411" y="0"/>
                  </a:cubicBezTo>
                  <a:cubicBezTo>
                    <a:pt x="127" y="0"/>
                    <a:pt x="127" y="0"/>
                    <a:pt x="127" y="0"/>
                  </a:cubicBezTo>
                  <a:cubicBezTo>
                    <a:pt x="108" y="0"/>
                    <a:pt x="89" y="14"/>
                    <a:pt x="84" y="35"/>
                  </a:cubicBezTo>
                  <a:cubicBezTo>
                    <a:pt x="63" y="121"/>
                    <a:pt x="63" y="121"/>
                    <a:pt x="63" y="121"/>
                  </a:cubicBezTo>
                  <a:cubicBezTo>
                    <a:pt x="15" y="121"/>
                    <a:pt x="15" y="121"/>
                    <a:pt x="15" y="121"/>
                  </a:cubicBezTo>
                  <a:cubicBezTo>
                    <a:pt x="11" y="121"/>
                    <a:pt x="7" y="122"/>
                    <a:pt x="4" y="125"/>
                  </a:cubicBezTo>
                  <a:cubicBezTo>
                    <a:pt x="1" y="128"/>
                    <a:pt x="0" y="132"/>
                    <a:pt x="0" y="135"/>
                  </a:cubicBezTo>
                  <a:cubicBezTo>
                    <a:pt x="0" y="225"/>
                    <a:pt x="0" y="225"/>
                    <a:pt x="0" y="225"/>
                  </a:cubicBezTo>
                  <a:cubicBezTo>
                    <a:pt x="0" y="229"/>
                    <a:pt x="1" y="233"/>
                    <a:pt x="4" y="236"/>
                  </a:cubicBezTo>
                  <a:cubicBezTo>
                    <a:pt x="7" y="239"/>
                    <a:pt x="11" y="240"/>
                    <a:pt x="15" y="240"/>
                  </a:cubicBezTo>
                  <a:lnTo>
                    <a:pt x="32" y="240"/>
                  </a:lnTo>
                  <a:close/>
                  <a:moveTo>
                    <a:pt x="421" y="690"/>
                  </a:moveTo>
                  <a:lnTo>
                    <a:pt x="421" y="690"/>
                  </a:lnTo>
                  <a:cubicBezTo>
                    <a:pt x="118" y="690"/>
                    <a:pt x="118" y="690"/>
                    <a:pt x="118" y="690"/>
                  </a:cubicBezTo>
                  <a:cubicBezTo>
                    <a:pt x="61" y="240"/>
                    <a:pt x="61" y="240"/>
                    <a:pt x="61" y="240"/>
                  </a:cubicBezTo>
                  <a:cubicBezTo>
                    <a:pt x="477" y="240"/>
                    <a:pt x="477" y="240"/>
                    <a:pt x="477" y="240"/>
                  </a:cubicBezTo>
                  <a:lnTo>
                    <a:pt x="421" y="690"/>
                  </a:lnTo>
                  <a:close/>
                  <a:moveTo>
                    <a:pt x="113" y="42"/>
                  </a:moveTo>
                  <a:lnTo>
                    <a:pt x="113" y="42"/>
                  </a:lnTo>
                  <a:cubicBezTo>
                    <a:pt x="115" y="35"/>
                    <a:pt x="120" y="31"/>
                    <a:pt x="127" y="31"/>
                  </a:cubicBezTo>
                  <a:cubicBezTo>
                    <a:pt x="411" y="31"/>
                    <a:pt x="411" y="31"/>
                    <a:pt x="411" y="31"/>
                  </a:cubicBezTo>
                  <a:cubicBezTo>
                    <a:pt x="418" y="31"/>
                    <a:pt x="424" y="35"/>
                    <a:pt x="425" y="42"/>
                  </a:cubicBezTo>
                  <a:cubicBezTo>
                    <a:pt x="445" y="121"/>
                    <a:pt x="445" y="121"/>
                    <a:pt x="445" y="121"/>
                  </a:cubicBezTo>
                  <a:cubicBezTo>
                    <a:pt x="94" y="121"/>
                    <a:pt x="94" y="121"/>
                    <a:pt x="94" y="121"/>
                  </a:cubicBezTo>
                  <a:lnTo>
                    <a:pt x="113" y="42"/>
                  </a:lnTo>
                  <a:close/>
                  <a:moveTo>
                    <a:pt x="29" y="150"/>
                  </a:moveTo>
                  <a:lnTo>
                    <a:pt x="29" y="150"/>
                  </a:lnTo>
                  <a:cubicBezTo>
                    <a:pt x="74" y="150"/>
                    <a:pt x="74" y="150"/>
                    <a:pt x="74" y="150"/>
                  </a:cubicBezTo>
                  <a:cubicBezTo>
                    <a:pt x="464" y="150"/>
                    <a:pt x="464" y="150"/>
                    <a:pt x="464" y="150"/>
                  </a:cubicBezTo>
                  <a:cubicBezTo>
                    <a:pt x="509" y="150"/>
                    <a:pt x="509" y="150"/>
                    <a:pt x="509" y="150"/>
                  </a:cubicBezTo>
                  <a:cubicBezTo>
                    <a:pt x="509" y="211"/>
                    <a:pt x="509" y="211"/>
                    <a:pt x="509" y="211"/>
                  </a:cubicBezTo>
                  <a:cubicBezTo>
                    <a:pt x="494" y="211"/>
                    <a:pt x="494" y="211"/>
                    <a:pt x="494" y="211"/>
                  </a:cubicBezTo>
                  <a:cubicBezTo>
                    <a:pt x="45" y="211"/>
                    <a:pt x="45" y="211"/>
                    <a:pt x="45" y="211"/>
                  </a:cubicBezTo>
                  <a:cubicBezTo>
                    <a:pt x="29" y="211"/>
                    <a:pt x="29" y="211"/>
                    <a:pt x="29" y="211"/>
                  </a:cubicBezTo>
                  <a:lnTo>
                    <a:pt x="29" y="15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48" name="Freeform 120">
              <a:extLst>
                <a:ext uri="{FF2B5EF4-FFF2-40B4-BE49-F238E27FC236}">
                  <a16:creationId xmlns:a16="http://schemas.microsoft.com/office/drawing/2014/main" id="{BC3400F8-D33C-8795-CFA9-DDB96369AAC9}"/>
                </a:ext>
              </a:extLst>
            </p:cNvPr>
            <p:cNvSpPr>
              <a:spLocks noChangeArrowheads="1"/>
            </p:cNvSpPr>
            <p:nvPr/>
          </p:nvSpPr>
          <p:spPr bwMode="auto">
            <a:xfrm>
              <a:off x="3733800" y="4237038"/>
              <a:ext cx="85725" cy="96837"/>
            </a:xfrm>
            <a:custGeom>
              <a:avLst/>
              <a:gdLst>
                <a:gd name="T0" fmla="*/ 119 w 240"/>
                <a:gd name="T1" fmla="*/ 269 h 270"/>
                <a:gd name="T2" fmla="*/ 119 w 240"/>
                <a:gd name="T3" fmla="*/ 269 h 270"/>
                <a:gd name="T4" fmla="*/ 205 w 240"/>
                <a:gd name="T5" fmla="*/ 229 h 270"/>
                <a:gd name="T6" fmla="*/ 239 w 240"/>
                <a:gd name="T7" fmla="*/ 134 h 270"/>
                <a:gd name="T8" fmla="*/ 205 w 240"/>
                <a:gd name="T9" fmla="*/ 39 h 270"/>
                <a:gd name="T10" fmla="*/ 119 w 240"/>
                <a:gd name="T11" fmla="*/ 0 h 270"/>
                <a:gd name="T12" fmla="*/ 34 w 240"/>
                <a:gd name="T13" fmla="*/ 39 h 270"/>
                <a:gd name="T14" fmla="*/ 0 w 240"/>
                <a:gd name="T15" fmla="*/ 134 h 270"/>
                <a:gd name="T16" fmla="*/ 34 w 240"/>
                <a:gd name="T17" fmla="*/ 229 h 270"/>
                <a:gd name="T18" fmla="*/ 119 w 240"/>
                <a:gd name="T19" fmla="*/ 269 h 270"/>
                <a:gd name="T20" fmla="*/ 56 w 240"/>
                <a:gd name="T21" fmla="*/ 59 h 270"/>
                <a:gd name="T22" fmla="*/ 56 w 240"/>
                <a:gd name="T23" fmla="*/ 59 h 270"/>
                <a:gd name="T24" fmla="*/ 119 w 240"/>
                <a:gd name="T25" fmla="*/ 29 h 270"/>
                <a:gd name="T26" fmla="*/ 182 w 240"/>
                <a:gd name="T27" fmla="*/ 59 h 270"/>
                <a:gd name="T28" fmla="*/ 209 w 240"/>
                <a:gd name="T29" fmla="*/ 134 h 270"/>
                <a:gd name="T30" fmla="*/ 182 w 240"/>
                <a:gd name="T31" fmla="*/ 209 h 270"/>
                <a:gd name="T32" fmla="*/ 119 w 240"/>
                <a:gd name="T33" fmla="*/ 238 h 270"/>
                <a:gd name="T34" fmla="*/ 56 w 240"/>
                <a:gd name="T35" fmla="*/ 209 h 270"/>
                <a:gd name="T36" fmla="*/ 29 w 240"/>
                <a:gd name="T37" fmla="*/ 134 h 270"/>
                <a:gd name="T38" fmla="*/ 56 w 240"/>
                <a:gd name="T39" fmla="*/ 5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240" h="270">
                  <a:moveTo>
                    <a:pt x="119" y="269"/>
                  </a:moveTo>
                  <a:lnTo>
                    <a:pt x="119" y="269"/>
                  </a:lnTo>
                  <a:cubicBezTo>
                    <a:pt x="153" y="269"/>
                    <a:pt x="184" y="254"/>
                    <a:pt x="205" y="229"/>
                  </a:cubicBezTo>
                  <a:cubicBezTo>
                    <a:pt x="226" y="205"/>
                    <a:pt x="239" y="171"/>
                    <a:pt x="239" y="134"/>
                  </a:cubicBezTo>
                  <a:cubicBezTo>
                    <a:pt x="239" y="98"/>
                    <a:pt x="226" y="64"/>
                    <a:pt x="205" y="39"/>
                  </a:cubicBezTo>
                  <a:cubicBezTo>
                    <a:pt x="184" y="15"/>
                    <a:pt x="153" y="0"/>
                    <a:pt x="119" y="0"/>
                  </a:cubicBezTo>
                  <a:cubicBezTo>
                    <a:pt x="85" y="0"/>
                    <a:pt x="55" y="15"/>
                    <a:pt x="34" y="39"/>
                  </a:cubicBezTo>
                  <a:cubicBezTo>
                    <a:pt x="12" y="64"/>
                    <a:pt x="0" y="98"/>
                    <a:pt x="0" y="134"/>
                  </a:cubicBezTo>
                  <a:cubicBezTo>
                    <a:pt x="0" y="171"/>
                    <a:pt x="12" y="205"/>
                    <a:pt x="34" y="229"/>
                  </a:cubicBezTo>
                  <a:cubicBezTo>
                    <a:pt x="55" y="254"/>
                    <a:pt x="85" y="269"/>
                    <a:pt x="119" y="269"/>
                  </a:cubicBezTo>
                  <a:close/>
                  <a:moveTo>
                    <a:pt x="56" y="59"/>
                  </a:moveTo>
                  <a:lnTo>
                    <a:pt x="56" y="59"/>
                  </a:lnTo>
                  <a:cubicBezTo>
                    <a:pt x="73" y="40"/>
                    <a:pt x="95" y="29"/>
                    <a:pt x="119" y="29"/>
                  </a:cubicBezTo>
                  <a:cubicBezTo>
                    <a:pt x="143" y="29"/>
                    <a:pt x="166" y="40"/>
                    <a:pt x="182" y="59"/>
                  </a:cubicBezTo>
                  <a:cubicBezTo>
                    <a:pt x="199" y="78"/>
                    <a:pt x="209" y="105"/>
                    <a:pt x="209" y="134"/>
                  </a:cubicBezTo>
                  <a:cubicBezTo>
                    <a:pt x="209" y="164"/>
                    <a:pt x="199" y="191"/>
                    <a:pt x="182" y="209"/>
                  </a:cubicBezTo>
                  <a:cubicBezTo>
                    <a:pt x="166" y="229"/>
                    <a:pt x="143" y="238"/>
                    <a:pt x="119" y="238"/>
                  </a:cubicBezTo>
                  <a:cubicBezTo>
                    <a:pt x="95" y="238"/>
                    <a:pt x="73" y="229"/>
                    <a:pt x="56" y="209"/>
                  </a:cubicBezTo>
                  <a:cubicBezTo>
                    <a:pt x="41" y="191"/>
                    <a:pt x="29" y="164"/>
                    <a:pt x="29" y="134"/>
                  </a:cubicBezTo>
                  <a:cubicBezTo>
                    <a:pt x="29" y="105"/>
                    <a:pt x="41" y="78"/>
                    <a:pt x="56" y="5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49" name="Group 152">
            <a:extLst>
              <a:ext uri="{FF2B5EF4-FFF2-40B4-BE49-F238E27FC236}">
                <a16:creationId xmlns:a16="http://schemas.microsoft.com/office/drawing/2014/main" id="{BEFA71F9-13BF-4644-FC5C-A86D4C46B7F6}"/>
              </a:ext>
            </a:extLst>
          </p:cNvPr>
          <p:cNvGrpSpPr/>
          <p:nvPr/>
        </p:nvGrpSpPr>
        <p:grpSpPr>
          <a:xfrm>
            <a:off x="5365353" y="908720"/>
            <a:ext cx="1530350" cy="141287"/>
            <a:chOff x="4329113" y="2693988"/>
            <a:chExt cx="1530350" cy="141287"/>
          </a:xfrm>
          <a:solidFill>
            <a:schemeClr val="accent4"/>
          </a:solidFill>
        </p:grpSpPr>
        <p:sp>
          <p:nvSpPr>
            <p:cNvPr id="150" name="Freeform 121">
              <a:extLst>
                <a:ext uri="{FF2B5EF4-FFF2-40B4-BE49-F238E27FC236}">
                  <a16:creationId xmlns:a16="http://schemas.microsoft.com/office/drawing/2014/main" id="{209EEB41-EEB5-2E60-0632-A3CEE4430031}"/>
                </a:ext>
              </a:extLst>
            </p:cNvPr>
            <p:cNvSpPr>
              <a:spLocks noChangeArrowheads="1"/>
            </p:cNvSpPr>
            <p:nvPr/>
          </p:nvSpPr>
          <p:spPr bwMode="auto">
            <a:xfrm>
              <a:off x="4329113" y="2695575"/>
              <a:ext cx="66675" cy="136525"/>
            </a:xfrm>
            <a:custGeom>
              <a:avLst/>
              <a:gdLst>
                <a:gd name="T0" fmla="*/ 35 w 187"/>
                <a:gd name="T1" fmla="*/ 207 h 379"/>
                <a:gd name="T2" fmla="*/ 174 w 187"/>
                <a:gd name="T3" fmla="*/ 207 h 379"/>
                <a:gd name="T4" fmla="*/ 174 w 187"/>
                <a:gd name="T5" fmla="*/ 176 h 379"/>
                <a:gd name="T6" fmla="*/ 35 w 187"/>
                <a:gd name="T7" fmla="*/ 176 h 379"/>
                <a:gd name="T8" fmla="*/ 35 w 187"/>
                <a:gd name="T9" fmla="*/ 33 h 379"/>
                <a:gd name="T10" fmla="*/ 186 w 187"/>
                <a:gd name="T11" fmla="*/ 33 h 379"/>
                <a:gd name="T12" fmla="*/ 186 w 187"/>
                <a:gd name="T13" fmla="*/ 0 h 379"/>
                <a:gd name="T14" fmla="*/ 0 w 187"/>
                <a:gd name="T15" fmla="*/ 0 h 379"/>
                <a:gd name="T16" fmla="*/ 0 w 187"/>
                <a:gd name="T17" fmla="*/ 378 h 379"/>
                <a:gd name="T18" fmla="*/ 35 w 187"/>
                <a:gd name="T19" fmla="*/ 378 h 379"/>
                <a:gd name="T20" fmla="*/ 35 w 187"/>
                <a:gd name="T21" fmla="*/ 20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7" h="379">
                  <a:moveTo>
                    <a:pt x="35" y="207"/>
                  </a:moveTo>
                  <a:lnTo>
                    <a:pt x="174" y="207"/>
                  </a:lnTo>
                  <a:lnTo>
                    <a:pt x="174" y="176"/>
                  </a:lnTo>
                  <a:lnTo>
                    <a:pt x="35" y="176"/>
                  </a:lnTo>
                  <a:lnTo>
                    <a:pt x="35" y="33"/>
                  </a:lnTo>
                  <a:lnTo>
                    <a:pt x="186" y="33"/>
                  </a:lnTo>
                  <a:lnTo>
                    <a:pt x="186" y="0"/>
                  </a:lnTo>
                  <a:lnTo>
                    <a:pt x="0" y="0"/>
                  </a:lnTo>
                  <a:lnTo>
                    <a:pt x="0" y="378"/>
                  </a:lnTo>
                  <a:lnTo>
                    <a:pt x="35" y="378"/>
                  </a:lnTo>
                  <a:lnTo>
                    <a:pt x="35" y="20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1" name="Freeform 122">
              <a:extLst>
                <a:ext uri="{FF2B5EF4-FFF2-40B4-BE49-F238E27FC236}">
                  <a16:creationId xmlns:a16="http://schemas.microsoft.com/office/drawing/2014/main" id="{F35F8129-5AE8-2B62-1DE8-485E3FEBF57D}"/>
                </a:ext>
              </a:extLst>
            </p:cNvPr>
            <p:cNvSpPr>
              <a:spLocks noChangeArrowheads="1"/>
            </p:cNvSpPr>
            <p:nvPr/>
          </p:nvSpPr>
          <p:spPr bwMode="auto">
            <a:xfrm>
              <a:off x="4413250" y="2693988"/>
              <a:ext cx="128588" cy="141287"/>
            </a:xfrm>
            <a:custGeom>
              <a:avLst/>
              <a:gdLst>
                <a:gd name="T0" fmla="*/ 308 w 355"/>
                <a:gd name="T1" fmla="*/ 55 h 391"/>
                <a:gd name="T2" fmla="*/ 308 w 355"/>
                <a:gd name="T3" fmla="*/ 55 h 391"/>
                <a:gd name="T4" fmla="*/ 254 w 355"/>
                <a:gd name="T5" fmla="*/ 14 h 391"/>
                <a:gd name="T6" fmla="*/ 183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3 w 355"/>
                <a:gd name="T21" fmla="*/ 375 h 391"/>
                <a:gd name="T22" fmla="*/ 176 w 355"/>
                <a:gd name="T23" fmla="*/ 390 h 391"/>
                <a:gd name="T24" fmla="*/ 253 w 355"/>
                <a:gd name="T25" fmla="*/ 375 h 391"/>
                <a:gd name="T26" fmla="*/ 309 w 355"/>
                <a:gd name="T27" fmla="*/ 333 h 391"/>
                <a:gd name="T28" fmla="*/ 343 w 355"/>
                <a:gd name="T29" fmla="*/ 269 h 391"/>
                <a:gd name="T30" fmla="*/ 354 w 355"/>
                <a:gd name="T31" fmla="*/ 189 h 391"/>
                <a:gd name="T32" fmla="*/ 343 w 355"/>
                <a:gd name="T33" fmla="*/ 113 h 391"/>
                <a:gd name="T34" fmla="*/ 308 w 355"/>
                <a:gd name="T35" fmla="*/ 55 h 391"/>
                <a:gd name="T36" fmla="*/ 309 w 355"/>
                <a:gd name="T37" fmla="*/ 261 h 391"/>
                <a:gd name="T38" fmla="*/ 309 w 355"/>
                <a:gd name="T39" fmla="*/ 261 h 391"/>
                <a:gd name="T40" fmla="*/ 282 w 355"/>
                <a:gd name="T41" fmla="*/ 311 h 391"/>
                <a:gd name="T42" fmla="*/ 237 w 355"/>
                <a:gd name="T43" fmla="*/ 347 h 391"/>
                <a:gd name="T44" fmla="*/ 176 w 355"/>
                <a:gd name="T45" fmla="*/ 358 h 391"/>
                <a:gd name="T46" fmla="*/ 114 w 355"/>
                <a:gd name="T47" fmla="*/ 345 h 391"/>
                <a:gd name="T48" fmla="*/ 70 w 355"/>
                <a:gd name="T49" fmla="*/ 309 h 391"/>
                <a:gd name="T50" fmla="*/ 45 w 355"/>
                <a:gd name="T51" fmla="*/ 257 h 391"/>
                <a:gd name="T52" fmla="*/ 37 w 355"/>
                <a:gd name="T53" fmla="*/ 195 h 391"/>
                <a:gd name="T54" fmla="*/ 45 w 355"/>
                <a:gd name="T55" fmla="*/ 132 h 391"/>
                <a:gd name="T56" fmla="*/ 73 w 355"/>
                <a:gd name="T57" fmla="*/ 80 h 391"/>
                <a:gd name="T58" fmla="*/ 118 w 355"/>
                <a:gd name="T59" fmla="*/ 45 h 391"/>
                <a:gd name="T60" fmla="*/ 178 w 355"/>
                <a:gd name="T61" fmla="*/ 32 h 391"/>
                <a:gd name="T62" fmla="*/ 242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8" y="55"/>
                  </a:moveTo>
                  <a:lnTo>
                    <a:pt x="308" y="55"/>
                  </a:lnTo>
                  <a:cubicBezTo>
                    <a:pt x="294" y="36"/>
                    <a:pt x="275" y="24"/>
                    <a:pt x="254" y="14"/>
                  </a:cubicBezTo>
                  <a:cubicBezTo>
                    <a:pt x="233" y="4"/>
                    <a:pt x="209" y="0"/>
                    <a:pt x="183" y="0"/>
                  </a:cubicBezTo>
                  <a:cubicBezTo>
                    <a:pt x="153" y="0"/>
                    <a:pt x="128" y="4"/>
                    <a:pt x="105" y="14"/>
                  </a:cubicBezTo>
                  <a:cubicBezTo>
                    <a:pt x="82" y="24"/>
                    <a:pt x="63" y="38"/>
                    <a:pt x="48" y="55"/>
                  </a:cubicBezTo>
                  <a:cubicBezTo>
                    <a:pt x="32" y="73"/>
                    <a:pt x="20" y="94"/>
                    <a:pt x="11" y="118"/>
                  </a:cubicBezTo>
                  <a:cubicBezTo>
                    <a:pt x="3" y="143"/>
                    <a:pt x="0" y="170"/>
                    <a:pt x="0" y="199"/>
                  </a:cubicBezTo>
                  <a:cubicBezTo>
                    <a:pt x="0" y="226"/>
                    <a:pt x="3" y="251"/>
                    <a:pt x="11" y="274"/>
                  </a:cubicBezTo>
                  <a:cubicBezTo>
                    <a:pt x="20" y="297"/>
                    <a:pt x="31" y="317"/>
                    <a:pt x="46" y="334"/>
                  </a:cubicBezTo>
                  <a:cubicBezTo>
                    <a:pt x="62" y="352"/>
                    <a:pt x="80" y="365"/>
                    <a:pt x="103" y="375"/>
                  </a:cubicBezTo>
                  <a:cubicBezTo>
                    <a:pt x="124" y="386"/>
                    <a:pt x="149" y="390"/>
                    <a:pt x="176" y="390"/>
                  </a:cubicBezTo>
                  <a:cubicBezTo>
                    <a:pt x="205" y="390"/>
                    <a:pt x="230" y="384"/>
                    <a:pt x="253" y="375"/>
                  </a:cubicBezTo>
                  <a:cubicBezTo>
                    <a:pt x="274" y="365"/>
                    <a:pt x="294" y="351"/>
                    <a:pt x="309" y="333"/>
                  </a:cubicBezTo>
                  <a:cubicBezTo>
                    <a:pt x="323" y="314"/>
                    <a:pt x="336" y="293"/>
                    <a:pt x="343" y="269"/>
                  </a:cubicBezTo>
                  <a:cubicBezTo>
                    <a:pt x="351" y="244"/>
                    <a:pt x="354" y="219"/>
                    <a:pt x="354" y="189"/>
                  </a:cubicBezTo>
                  <a:cubicBezTo>
                    <a:pt x="354" y="163"/>
                    <a:pt x="351" y="137"/>
                    <a:pt x="343" y="113"/>
                  </a:cubicBezTo>
                  <a:cubicBezTo>
                    <a:pt x="334" y="91"/>
                    <a:pt x="323" y="71"/>
                    <a:pt x="308" y="55"/>
                  </a:cubicBezTo>
                  <a:close/>
                  <a:moveTo>
                    <a:pt x="309" y="261"/>
                  </a:moveTo>
                  <a:lnTo>
                    <a:pt x="309" y="261"/>
                  </a:lnTo>
                  <a:cubicBezTo>
                    <a:pt x="303" y="281"/>
                    <a:pt x="294" y="297"/>
                    <a:pt x="282" y="311"/>
                  </a:cubicBezTo>
                  <a:cubicBezTo>
                    <a:pt x="270" y="327"/>
                    <a:pt x="256" y="338"/>
                    <a:pt x="237" y="347"/>
                  </a:cubicBezTo>
                  <a:cubicBezTo>
                    <a:pt x="219" y="354"/>
                    <a:pt x="199" y="358"/>
                    <a:pt x="176" y="358"/>
                  </a:cubicBezTo>
                  <a:cubicBezTo>
                    <a:pt x="152" y="358"/>
                    <a:pt x="131" y="354"/>
                    <a:pt x="114" y="345"/>
                  </a:cubicBezTo>
                  <a:cubicBezTo>
                    <a:pt x="96" y="335"/>
                    <a:pt x="82" y="324"/>
                    <a:pt x="70" y="309"/>
                  </a:cubicBezTo>
                  <a:cubicBezTo>
                    <a:pt x="59" y="295"/>
                    <a:pt x="51" y="276"/>
                    <a:pt x="45" y="257"/>
                  </a:cubicBezTo>
                  <a:cubicBezTo>
                    <a:pt x="38" y="237"/>
                    <a:pt x="35" y="217"/>
                    <a:pt x="37" y="195"/>
                  </a:cubicBezTo>
                  <a:cubicBezTo>
                    <a:pt x="37" y="172"/>
                    <a:pt x="39" y="151"/>
                    <a:pt x="45" y="132"/>
                  </a:cubicBezTo>
                  <a:cubicBezTo>
                    <a:pt x="52" y="112"/>
                    <a:pt x="60" y="95"/>
                    <a:pt x="73" y="80"/>
                  </a:cubicBezTo>
                  <a:cubicBezTo>
                    <a:pt x="86" y="66"/>
                    <a:pt x="100" y="53"/>
                    <a:pt x="118" y="45"/>
                  </a:cubicBezTo>
                  <a:cubicBezTo>
                    <a:pt x="135" y="36"/>
                    <a:pt x="156" y="32"/>
                    <a:pt x="178" y="32"/>
                  </a:cubicBezTo>
                  <a:cubicBezTo>
                    <a:pt x="204" y="32"/>
                    <a:pt x="225" y="36"/>
                    <a:pt x="242" y="45"/>
                  </a:cubicBezTo>
                  <a:cubicBezTo>
                    <a:pt x="260" y="53"/>
                    <a:pt x="274" y="66"/>
                    <a:pt x="285" y="80"/>
                  </a:cubicBezTo>
                  <a:cubicBezTo>
                    <a:pt x="296" y="95"/>
                    <a:pt x="305" y="112"/>
                    <a:pt x="310" y="132"/>
                  </a:cubicBezTo>
                  <a:cubicBezTo>
                    <a:pt x="316" y="151"/>
                    <a:pt x="317" y="172"/>
                    <a:pt x="317" y="195"/>
                  </a:cubicBezTo>
                  <a:cubicBezTo>
                    <a:pt x="317" y="219"/>
                    <a:pt x="315"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2" name="Freeform 123">
              <a:extLst>
                <a:ext uri="{FF2B5EF4-FFF2-40B4-BE49-F238E27FC236}">
                  <a16:creationId xmlns:a16="http://schemas.microsoft.com/office/drawing/2014/main" id="{89DE7A16-529A-2964-E9F7-3B16776644E3}"/>
                </a:ext>
              </a:extLst>
            </p:cNvPr>
            <p:cNvSpPr>
              <a:spLocks noChangeArrowheads="1"/>
            </p:cNvSpPr>
            <p:nvPr/>
          </p:nvSpPr>
          <p:spPr bwMode="auto">
            <a:xfrm>
              <a:off x="4560888" y="2693988"/>
              <a:ext cx="128587" cy="141287"/>
            </a:xfrm>
            <a:custGeom>
              <a:avLst/>
              <a:gdLst>
                <a:gd name="T0" fmla="*/ 356 w 357"/>
                <a:gd name="T1" fmla="*/ 189 h 391"/>
                <a:gd name="T2" fmla="*/ 356 w 357"/>
                <a:gd name="T3" fmla="*/ 189 h 391"/>
                <a:gd name="T4" fmla="*/ 344 w 357"/>
                <a:gd name="T5" fmla="*/ 113 h 391"/>
                <a:gd name="T6" fmla="*/ 309 w 357"/>
                <a:gd name="T7" fmla="*/ 55 h 391"/>
                <a:gd name="T8" fmla="*/ 256 w 357"/>
                <a:gd name="T9" fmla="*/ 14 h 391"/>
                <a:gd name="T10" fmla="*/ 183 w 357"/>
                <a:gd name="T11" fmla="*/ 0 h 391"/>
                <a:gd name="T12" fmla="*/ 106 w 357"/>
                <a:gd name="T13" fmla="*/ 14 h 391"/>
                <a:gd name="T14" fmla="*/ 48 w 357"/>
                <a:gd name="T15" fmla="*/ 55 h 391"/>
                <a:gd name="T16" fmla="*/ 13 w 357"/>
                <a:gd name="T17" fmla="*/ 118 h 391"/>
                <a:gd name="T18" fmla="*/ 0 w 357"/>
                <a:gd name="T19" fmla="*/ 199 h 391"/>
                <a:gd name="T20" fmla="*/ 13 w 357"/>
                <a:gd name="T21" fmla="*/ 274 h 391"/>
                <a:gd name="T22" fmla="*/ 48 w 357"/>
                <a:gd name="T23" fmla="*/ 334 h 391"/>
                <a:gd name="T24" fmla="*/ 103 w 357"/>
                <a:gd name="T25" fmla="*/ 375 h 391"/>
                <a:gd name="T26" fmla="*/ 177 w 357"/>
                <a:gd name="T27" fmla="*/ 390 h 391"/>
                <a:gd name="T28" fmla="*/ 253 w 357"/>
                <a:gd name="T29" fmla="*/ 375 h 391"/>
                <a:gd name="T30" fmla="*/ 309 w 357"/>
                <a:gd name="T31" fmla="*/ 333 h 391"/>
                <a:gd name="T32" fmla="*/ 344 w 357"/>
                <a:gd name="T33" fmla="*/ 269 h 391"/>
                <a:gd name="T34" fmla="*/ 356 w 357"/>
                <a:gd name="T35" fmla="*/ 189 h 391"/>
                <a:gd name="T36" fmla="*/ 311 w 357"/>
                <a:gd name="T37" fmla="*/ 261 h 391"/>
                <a:gd name="T38" fmla="*/ 311 w 357"/>
                <a:gd name="T39" fmla="*/ 261 h 391"/>
                <a:gd name="T40" fmla="*/ 284 w 357"/>
                <a:gd name="T41" fmla="*/ 311 h 391"/>
                <a:gd name="T42" fmla="*/ 239 w 357"/>
                <a:gd name="T43" fmla="*/ 347 h 391"/>
                <a:gd name="T44" fmla="*/ 177 w 357"/>
                <a:gd name="T45" fmla="*/ 358 h 391"/>
                <a:gd name="T46" fmla="*/ 115 w 357"/>
                <a:gd name="T47" fmla="*/ 345 h 391"/>
                <a:gd name="T48" fmla="*/ 72 w 357"/>
                <a:gd name="T49" fmla="*/ 309 h 391"/>
                <a:gd name="T50" fmla="*/ 45 w 357"/>
                <a:gd name="T51" fmla="*/ 257 h 391"/>
                <a:gd name="T52" fmla="*/ 37 w 357"/>
                <a:gd name="T53" fmla="*/ 195 h 391"/>
                <a:gd name="T54" fmla="*/ 47 w 357"/>
                <a:gd name="T55" fmla="*/ 132 h 391"/>
                <a:gd name="T56" fmla="*/ 75 w 357"/>
                <a:gd name="T57" fmla="*/ 80 h 391"/>
                <a:gd name="T58" fmla="*/ 120 w 357"/>
                <a:gd name="T59" fmla="*/ 45 h 391"/>
                <a:gd name="T60" fmla="*/ 180 w 357"/>
                <a:gd name="T61" fmla="*/ 32 h 391"/>
                <a:gd name="T62" fmla="*/ 243 w 357"/>
                <a:gd name="T63" fmla="*/ 45 h 391"/>
                <a:gd name="T64" fmla="*/ 287 w 357"/>
                <a:gd name="T65" fmla="*/ 80 h 391"/>
                <a:gd name="T66" fmla="*/ 312 w 357"/>
                <a:gd name="T67" fmla="*/ 132 h 391"/>
                <a:gd name="T68" fmla="*/ 319 w 357"/>
                <a:gd name="T69" fmla="*/ 195 h 391"/>
                <a:gd name="T70" fmla="*/ 311 w 357"/>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56" y="189"/>
                  </a:moveTo>
                  <a:lnTo>
                    <a:pt x="356" y="189"/>
                  </a:lnTo>
                  <a:cubicBezTo>
                    <a:pt x="356" y="163"/>
                    <a:pt x="351" y="137"/>
                    <a:pt x="344" y="113"/>
                  </a:cubicBezTo>
                  <a:cubicBezTo>
                    <a:pt x="336" y="91"/>
                    <a:pt x="325" y="71"/>
                    <a:pt x="309" y="55"/>
                  </a:cubicBezTo>
                  <a:cubicBezTo>
                    <a:pt x="295" y="36"/>
                    <a:pt x="277" y="24"/>
                    <a:pt x="256" y="14"/>
                  </a:cubicBezTo>
                  <a:cubicBezTo>
                    <a:pt x="235" y="4"/>
                    <a:pt x="209" y="0"/>
                    <a:pt x="183" y="0"/>
                  </a:cubicBezTo>
                  <a:cubicBezTo>
                    <a:pt x="155" y="0"/>
                    <a:pt x="128" y="4"/>
                    <a:pt x="106" y="14"/>
                  </a:cubicBezTo>
                  <a:cubicBezTo>
                    <a:pt x="83" y="24"/>
                    <a:pt x="65" y="38"/>
                    <a:pt x="48" y="55"/>
                  </a:cubicBezTo>
                  <a:cubicBezTo>
                    <a:pt x="33" y="73"/>
                    <a:pt x="21" y="94"/>
                    <a:pt x="13" y="118"/>
                  </a:cubicBezTo>
                  <a:cubicBezTo>
                    <a:pt x="5" y="143"/>
                    <a:pt x="0" y="170"/>
                    <a:pt x="0" y="199"/>
                  </a:cubicBezTo>
                  <a:cubicBezTo>
                    <a:pt x="0" y="226"/>
                    <a:pt x="5" y="251"/>
                    <a:pt x="13" y="274"/>
                  </a:cubicBezTo>
                  <a:cubicBezTo>
                    <a:pt x="21" y="297"/>
                    <a:pt x="33" y="317"/>
                    <a:pt x="48" y="334"/>
                  </a:cubicBezTo>
                  <a:cubicBezTo>
                    <a:pt x="63" y="352"/>
                    <a:pt x="82" y="365"/>
                    <a:pt x="103" y="375"/>
                  </a:cubicBezTo>
                  <a:cubicBezTo>
                    <a:pt x="125" y="386"/>
                    <a:pt x="149" y="390"/>
                    <a:pt x="177" y="390"/>
                  </a:cubicBezTo>
                  <a:cubicBezTo>
                    <a:pt x="205" y="390"/>
                    <a:pt x="232" y="384"/>
                    <a:pt x="253" y="375"/>
                  </a:cubicBezTo>
                  <a:cubicBezTo>
                    <a:pt x="275" y="365"/>
                    <a:pt x="295" y="351"/>
                    <a:pt x="309" y="333"/>
                  </a:cubicBezTo>
                  <a:cubicBezTo>
                    <a:pt x="325" y="314"/>
                    <a:pt x="336" y="293"/>
                    <a:pt x="344" y="269"/>
                  </a:cubicBezTo>
                  <a:cubicBezTo>
                    <a:pt x="353" y="244"/>
                    <a:pt x="356" y="219"/>
                    <a:pt x="356" y="189"/>
                  </a:cubicBezTo>
                  <a:close/>
                  <a:moveTo>
                    <a:pt x="311" y="261"/>
                  </a:moveTo>
                  <a:lnTo>
                    <a:pt x="311" y="261"/>
                  </a:lnTo>
                  <a:cubicBezTo>
                    <a:pt x="304" y="281"/>
                    <a:pt x="295" y="297"/>
                    <a:pt x="284" y="311"/>
                  </a:cubicBezTo>
                  <a:cubicBezTo>
                    <a:pt x="271" y="327"/>
                    <a:pt x="256" y="338"/>
                    <a:pt x="239" y="347"/>
                  </a:cubicBezTo>
                  <a:cubicBezTo>
                    <a:pt x="221" y="354"/>
                    <a:pt x="200" y="358"/>
                    <a:pt x="177" y="358"/>
                  </a:cubicBezTo>
                  <a:cubicBezTo>
                    <a:pt x="153" y="358"/>
                    <a:pt x="132" y="354"/>
                    <a:pt x="115" y="345"/>
                  </a:cubicBezTo>
                  <a:cubicBezTo>
                    <a:pt x="97" y="335"/>
                    <a:pt x="83" y="324"/>
                    <a:pt x="72" y="309"/>
                  </a:cubicBezTo>
                  <a:cubicBezTo>
                    <a:pt x="61" y="295"/>
                    <a:pt x="51" y="276"/>
                    <a:pt x="45" y="257"/>
                  </a:cubicBezTo>
                  <a:cubicBezTo>
                    <a:pt x="40" y="237"/>
                    <a:pt x="37" y="217"/>
                    <a:pt x="37" y="195"/>
                  </a:cubicBezTo>
                  <a:cubicBezTo>
                    <a:pt x="38" y="172"/>
                    <a:pt x="41" y="151"/>
                    <a:pt x="47" y="132"/>
                  </a:cubicBezTo>
                  <a:cubicBezTo>
                    <a:pt x="54" y="112"/>
                    <a:pt x="62" y="95"/>
                    <a:pt x="75" y="80"/>
                  </a:cubicBezTo>
                  <a:cubicBezTo>
                    <a:pt x="86" y="66"/>
                    <a:pt x="101" y="53"/>
                    <a:pt x="120" y="45"/>
                  </a:cubicBezTo>
                  <a:cubicBezTo>
                    <a:pt x="136" y="36"/>
                    <a:pt x="158" y="32"/>
                    <a:pt x="180" y="32"/>
                  </a:cubicBezTo>
                  <a:cubicBezTo>
                    <a:pt x="204" y="32"/>
                    <a:pt x="225" y="36"/>
                    <a:pt x="243" y="45"/>
                  </a:cubicBezTo>
                  <a:cubicBezTo>
                    <a:pt x="260" y="53"/>
                    <a:pt x="275" y="66"/>
                    <a:pt x="287" y="80"/>
                  </a:cubicBezTo>
                  <a:cubicBezTo>
                    <a:pt x="298" y="95"/>
                    <a:pt x="306" y="112"/>
                    <a:pt x="312" y="132"/>
                  </a:cubicBezTo>
                  <a:cubicBezTo>
                    <a:pt x="316" y="151"/>
                    <a:pt x="319" y="172"/>
                    <a:pt x="319" y="195"/>
                  </a:cubicBezTo>
                  <a:cubicBezTo>
                    <a:pt x="319" y="219"/>
                    <a:pt x="316" y="240"/>
                    <a:pt x="311"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3" name="Freeform 124">
              <a:extLst>
                <a:ext uri="{FF2B5EF4-FFF2-40B4-BE49-F238E27FC236}">
                  <a16:creationId xmlns:a16="http://schemas.microsoft.com/office/drawing/2014/main" id="{B5D97489-CF5A-B826-7CEC-6AB15FDF42AB}"/>
                </a:ext>
              </a:extLst>
            </p:cNvPr>
            <p:cNvSpPr>
              <a:spLocks noChangeArrowheads="1"/>
            </p:cNvSpPr>
            <p:nvPr/>
          </p:nvSpPr>
          <p:spPr bwMode="auto">
            <a:xfrm>
              <a:off x="4714875" y="2695575"/>
              <a:ext cx="106363" cy="136525"/>
            </a:xfrm>
            <a:custGeom>
              <a:avLst/>
              <a:gdLst>
                <a:gd name="T0" fmla="*/ 179 w 296"/>
                <a:gd name="T1" fmla="*/ 365 h 379"/>
                <a:gd name="T2" fmla="*/ 179 w 296"/>
                <a:gd name="T3" fmla="*/ 365 h 379"/>
                <a:gd name="T4" fmla="*/ 242 w 296"/>
                <a:gd name="T5" fmla="*/ 326 h 379"/>
                <a:gd name="T6" fmla="*/ 281 w 296"/>
                <a:gd name="T7" fmla="*/ 264 h 379"/>
                <a:gd name="T8" fmla="*/ 295 w 296"/>
                <a:gd name="T9" fmla="*/ 184 h 379"/>
                <a:gd name="T10" fmla="*/ 246 w 296"/>
                <a:gd name="T11" fmla="*/ 48 h 379"/>
                <a:gd name="T12" fmla="*/ 100 w 296"/>
                <a:gd name="T13" fmla="*/ 0 h 379"/>
                <a:gd name="T14" fmla="*/ 0 w 296"/>
                <a:gd name="T15" fmla="*/ 0 h 379"/>
                <a:gd name="T16" fmla="*/ 0 w 296"/>
                <a:gd name="T17" fmla="*/ 378 h 379"/>
                <a:gd name="T18" fmla="*/ 94 w 296"/>
                <a:gd name="T19" fmla="*/ 378 h 379"/>
                <a:gd name="T20" fmla="*/ 179 w 296"/>
                <a:gd name="T21" fmla="*/ 365 h 379"/>
                <a:gd name="T22" fmla="*/ 35 w 296"/>
                <a:gd name="T23" fmla="*/ 347 h 379"/>
                <a:gd name="T24" fmla="*/ 35 w 296"/>
                <a:gd name="T25" fmla="*/ 347 h 379"/>
                <a:gd name="T26" fmla="*/ 35 w 296"/>
                <a:gd name="T27" fmla="*/ 33 h 379"/>
                <a:gd name="T28" fmla="*/ 97 w 296"/>
                <a:gd name="T29" fmla="*/ 33 h 379"/>
                <a:gd name="T30" fmla="*/ 259 w 296"/>
                <a:gd name="T31" fmla="*/ 186 h 379"/>
                <a:gd name="T32" fmla="*/ 247 w 296"/>
                <a:gd name="T33" fmla="*/ 254 h 379"/>
                <a:gd name="T34" fmla="*/ 215 w 296"/>
                <a:gd name="T35" fmla="*/ 305 h 379"/>
                <a:gd name="T36" fmla="*/ 163 w 296"/>
                <a:gd name="T37" fmla="*/ 336 h 379"/>
                <a:gd name="T38" fmla="*/ 93 w 296"/>
                <a:gd name="T39" fmla="*/ 347 h 379"/>
                <a:gd name="T40" fmla="*/ 35 w 296"/>
                <a:gd name="T41"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9">
                  <a:moveTo>
                    <a:pt x="179" y="365"/>
                  </a:moveTo>
                  <a:lnTo>
                    <a:pt x="179" y="365"/>
                  </a:lnTo>
                  <a:cubicBezTo>
                    <a:pt x="204" y="356"/>
                    <a:pt x="225" y="343"/>
                    <a:pt x="242" y="326"/>
                  </a:cubicBezTo>
                  <a:cubicBezTo>
                    <a:pt x="259" y="309"/>
                    <a:pt x="273" y="288"/>
                    <a:pt x="281" y="264"/>
                  </a:cubicBezTo>
                  <a:cubicBezTo>
                    <a:pt x="291" y="240"/>
                    <a:pt x="295" y="214"/>
                    <a:pt x="295" y="184"/>
                  </a:cubicBezTo>
                  <a:cubicBezTo>
                    <a:pt x="295" y="124"/>
                    <a:pt x="280" y="79"/>
                    <a:pt x="246" y="48"/>
                  </a:cubicBezTo>
                  <a:cubicBezTo>
                    <a:pt x="214" y="17"/>
                    <a:pt x="165" y="0"/>
                    <a:pt x="100" y="0"/>
                  </a:cubicBezTo>
                  <a:cubicBezTo>
                    <a:pt x="0" y="0"/>
                    <a:pt x="0" y="0"/>
                    <a:pt x="0" y="0"/>
                  </a:cubicBezTo>
                  <a:cubicBezTo>
                    <a:pt x="0" y="378"/>
                    <a:pt x="0" y="378"/>
                    <a:pt x="0" y="378"/>
                  </a:cubicBezTo>
                  <a:cubicBezTo>
                    <a:pt x="94" y="378"/>
                    <a:pt x="94" y="378"/>
                    <a:pt x="94" y="378"/>
                  </a:cubicBezTo>
                  <a:cubicBezTo>
                    <a:pt x="127" y="378"/>
                    <a:pt x="153" y="374"/>
                    <a:pt x="179" y="365"/>
                  </a:cubicBezTo>
                  <a:close/>
                  <a:moveTo>
                    <a:pt x="35" y="347"/>
                  </a:moveTo>
                  <a:lnTo>
                    <a:pt x="35" y="347"/>
                  </a:lnTo>
                  <a:cubicBezTo>
                    <a:pt x="35" y="33"/>
                    <a:pt x="35" y="33"/>
                    <a:pt x="35" y="33"/>
                  </a:cubicBezTo>
                  <a:cubicBezTo>
                    <a:pt x="97" y="33"/>
                    <a:pt x="97" y="33"/>
                    <a:pt x="97" y="33"/>
                  </a:cubicBezTo>
                  <a:cubicBezTo>
                    <a:pt x="205" y="33"/>
                    <a:pt x="259" y="85"/>
                    <a:pt x="259" y="186"/>
                  </a:cubicBezTo>
                  <a:cubicBezTo>
                    <a:pt x="259" y="212"/>
                    <a:pt x="254" y="235"/>
                    <a:pt x="247" y="254"/>
                  </a:cubicBezTo>
                  <a:cubicBezTo>
                    <a:pt x="240" y="274"/>
                    <a:pt x="229" y="291"/>
                    <a:pt x="215" y="305"/>
                  </a:cubicBezTo>
                  <a:cubicBezTo>
                    <a:pt x="201" y="319"/>
                    <a:pt x="183" y="329"/>
                    <a:pt x="163" y="336"/>
                  </a:cubicBezTo>
                  <a:cubicBezTo>
                    <a:pt x="142" y="343"/>
                    <a:pt x="120" y="347"/>
                    <a:pt x="93" y="347"/>
                  </a:cubicBezTo>
                  <a:lnTo>
                    <a:pt x="35" y="34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4" name="Freeform 125">
              <a:extLst>
                <a:ext uri="{FF2B5EF4-FFF2-40B4-BE49-F238E27FC236}">
                  <a16:creationId xmlns:a16="http://schemas.microsoft.com/office/drawing/2014/main" id="{89760893-75EA-1338-93DD-120E1FE5C6CB}"/>
                </a:ext>
              </a:extLst>
            </p:cNvPr>
            <p:cNvSpPr>
              <a:spLocks noChangeArrowheads="1"/>
            </p:cNvSpPr>
            <p:nvPr/>
          </p:nvSpPr>
          <p:spPr bwMode="auto">
            <a:xfrm>
              <a:off x="4902200" y="2695575"/>
              <a:ext cx="68263" cy="136525"/>
            </a:xfrm>
            <a:custGeom>
              <a:avLst/>
              <a:gdLst>
                <a:gd name="T0" fmla="*/ 36 w 188"/>
                <a:gd name="T1" fmla="*/ 0 h 379"/>
                <a:gd name="T2" fmla="*/ 0 w 188"/>
                <a:gd name="T3" fmla="*/ 0 h 379"/>
                <a:gd name="T4" fmla="*/ 0 w 188"/>
                <a:gd name="T5" fmla="*/ 378 h 379"/>
                <a:gd name="T6" fmla="*/ 187 w 188"/>
                <a:gd name="T7" fmla="*/ 378 h 379"/>
                <a:gd name="T8" fmla="*/ 187 w 188"/>
                <a:gd name="T9" fmla="*/ 347 h 379"/>
                <a:gd name="T10" fmla="*/ 36 w 188"/>
                <a:gd name="T11" fmla="*/ 347 h 379"/>
                <a:gd name="T12" fmla="*/ 36 w 188"/>
                <a:gd name="T13" fmla="*/ 0 h 379"/>
              </a:gdLst>
              <a:ahLst/>
              <a:cxnLst>
                <a:cxn ang="0">
                  <a:pos x="T0" y="T1"/>
                </a:cxn>
                <a:cxn ang="0">
                  <a:pos x="T2" y="T3"/>
                </a:cxn>
                <a:cxn ang="0">
                  <a:pos x="T4" y="T5"/>
                </a:cxn>
                <a:cxn ang="0">
                  <a:pos x="T6" y="T7"/>
                </a:cxn>
                <a:cxn ang="0">
                  <a:pos x="T8" y="T9"/>
                </a:cxn>
                <a:cxn ang="0">
                  <a:pos x="T10" y="T11"/>
                </a:cxn>
                <a:cxn ang="0">
                  <a:pos x="T12" y="T13"/>
                </a:cxn>
              </a:cxnLst>
              <a:rect l="0" t="0" r="r" b="b"/>
              <a:pathLst>
                <a:path w="188" h="379">
                  <a:moveTo>
                    <a:pt x="36" y="0"/>
                  </a:moveTo>
                  <a:lnTo>
                    <a:pt x="0" y="0"/>
                  </a:lnTo>
                  <a:lnTo>
                    <a:pt x="0" y="378"/>
                  </a:lnTo>
                  <a:lnTo>
                    <a:pt x="187" y="378"/>
                  </a:lnTo>
                  <a:lnTo>
                    <a:pt x="187" y="347"/>
                  </a:lnTo>
                  <a:lnTo>
                    <a:pt x="36" y="347"/>
                  </a:lnTo>
                  <a:lnTo>
                    <a:pt x="36"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5" name="Freeform 126">
              <a:extLst>
                <a:ext uri="{FF2B5EF4-FFF2-40B4-BE49-F238E27FC236}">
                  <a16:creationId xmlns:a16="http://schemas.microsoft.com/office/drawing/2014/main" id="{F83D8B54-A1DF-C16E-30CA-184BC7B474EF}"/>
                </a:ext>
              </a:extLst>
            </p:cNvPr>
            <p:cNvSpPr>
              <a:spLocks noChangeArrowheads="1"/>
            </p:cNvSpPr>
            <p:nvPr/>
          </p:nvSpPr>
          <p:spPr bwMode="auto">
            <a:xfrm>
              <a:off x="4992688" y="2695575"/>
              <a:ext cx="12700" cy="136525"/>
            </a:xfrm>
            <a:custGeom>
              <a:avLst/>
              <a:gdLst>
                <a:gd name="T0" fmla="*/ 0 w 36"/>
                <a:gd name="T1" fmla="*/ 378 h 379"/>
                <a:gd name="T2" fmla="*/ 35 w 36"/>
                <a:gd name="T3" fmla="*/ 378 h 379"/>
                <a:gd name="T4" fmla="*/ 35 w 36"/>
                <a:gd name="T5" fmla="*/ 0 h 379"/>
                <a:gd name="T6" fmla="*/ 0 w 36"/>
                <a:gd name="T7" fmla="*/ 0 h 379"/>
                <a:gd name="T8" fmla="*/ 0 w 36"/>
                <a:gd name="T9" fmla="*/ 378 h 379"/>
              </a:gdLst>
              <a:ahLst/>
              <a:cxnLst>
                <a:cxn ang="0">
                  <a:pos x="T0" y="T1"/>
                </a:cxn>
                <a:cxn ang="0">
                  <a:pos x="T2" y="T3"/>
                </a:cxn>
                <a:cxn ang="0">
                  <a:pos x="T4" y="T5"/>
                </a:cxn>
                <a:cxn ang="0">
                  <a:pos x="T6" y="T7"/>
                </a:cxn>
                <a:cxn ang="0">
                  <a:pos x="T8" y="T9"/>
                </a:cxn>
              </a:cxnLst>
              <a:rect l="0" t="0" r="r" b="b"/>
              <a:pathLst>
                <a:path w="36" h="379">
                  <a:moveTo>
                    <a:pt x="0" y="378"/>
                  </a:moveTo>
                  <a:lnTo>
                    <a:pt x="35" y="378"/>
                  </a:lnTo>
                  <a:lnTo>
                    <a:pt x="35" y="0"/>
                  </a:lnTo>
                  <a:lnTo>
                    <a:pt x="0" y="0"/>
                  </a:lnTo>
                  <a:lnTo>
                    <a:pt x="0"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6" name="Freeform 127">
              <a:extLst>
                <a:ext uri="{FF2B5EF4-FFF2-40B4-BE49-F238E27FC236}">
                  <a16:creationId xmlns:a16="http://schemas.microsoft.com/office/drawing/2014/main" id="{84ABD2DD-6A5F-B64E-A423-59C8C30898BC}"/>
                </a:ext>
              </a:extLst>
            </p:cNvPr>
            <p:cNvSpPr>
              <a:spLocks noChangeArrowheads="1"/>
            </p:cNvSpPr>
            <p:nvPr/>
          </p:nvSpPr>
          <p:spPr bwMode="auto">
            <a:xfrm>
              <a:off x="5040313" y="2695575"/>
              <a:ext cx="106362" cy="136525"/>
            </a:xfrm>
            <a:custGeom>
              <a:avLst/>
              <a:gdLst>
                <a:gd name="T0" fmla="*/ 294 w 295"/>
                <a:gd name="T1" fmla="*/ 0 h 379"/>
                <a:gd name="T2" fmla="*/ 294 w 295"/>
                <a:gd name="T3" fmla="*/ 0 h 379"/>
                <a:gd name="T4" fmla="*/ 259 w 295"/>
                <a:gd name="T5" fmla="*/ 0 h 379"/>
                <a:gd name="T6" fmla="*/ 259 w 295"/>
                <a:gd name="T7" fmla="*/ 281 h 379"/>
                <a:gd name="T8" fmla="*/ 260 w 295"/>
                <a:gd name="T9" fmla="*/ 305 h 379"/>
                <a:gd name="T10" fmla="*/ 261 w 295"/>
                <a:gd name="T11" fmla="*/ 325 h 379"/>
                <a:gd name="T12" fmla="*/ 260 w 295"/>
                <a:gd name="T13" fmla="*/ 325 h 379"/>
                <a:gd name="T14" fmla="*/ 253 w 295"/>
                <a:gd name="T15" fmla="*/ 313 h 379"/>
                <a:gd name="T16" fmla="*/ 244 w 295"/>
                <a:gd name="T17" fmla="*/ 301 h 379"/>
                <a:gd name="T18" fmla="*/ 39 w 295"/>
                <a:gd name="T19" fmla="*/ 0 h 379"/>
                <a:gd name="T20" fmla="*/ 0 w 295"/>
                <a:gd name="T21" fmla="*/ 0 h 379"/>
                <a:gd name="T22" fmla="*/ 0 w 295"/>
                <a:gd name="T23" fmla="*/ 378 h 379"/>
                <a:gd name="T24" fmla="*/ 35 w 295"/>
                <a:gd name="T25" fmla="*/ 378 h 379"/>
                <a:gd name="T26" fmla="*/ 35 w 295"/>
                <a:gd name="T27" fmla="*/ 86 h 379"/>
                <a:gd name="T28" fmla="*/ 35 w 295"/>
                <a:gd name="T29" fmla="*/ 65 h 379"/>
                <a:gd name="T30" fmla="*/ 33 w 295"/>
                <a:gd name="T31" fmla="*/ 52 h 379"/>
                <a:gd name="T32" fmla="*/ 35 w 295"/>
                <a:gd name="T33" fmla="*/ 52 h 379"/>
                <a:gd name="T34" fmla="*/ 42 w 295"/>
                <a:gd name="T35" fmla="*/ 64 h 379"/>
                <a:gd name="T36" fmla="*/ 49 w 295"/>
                <a:gd name="T37" fmla="*/ 76 h 379"/>
                <a:gd name="T38" fmla="*/ 259 w 295"/>
                <a:gd name="T39" fmla="*/ 378 h 379"/>
                <a:gd name="T40" fmla="*/ 294 w 295"/>
                <a:gd name="T41" fmla="*/ 378 h 379"/>
                <a:gd name="T42" fmla="*/ 294 w 295"/>
                <a:gd name="T43" fmla="*/ 0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5" h="379">
                  <a:moveTo>
                    <a:pt x="294" y="0"/>
                  </a:moveTo>
                  <a:lnTo>
                    <a:pt x="294" y="0"/>
                  </a:lnTo>
                  <a:cubicBezTo>
                    <a:pt x="259" y="0"/>
                    <a:pt x="259" y="0"/>
                    <a:pt x="259" y="0"/>
                  </a:cubicBezTo>
                  <a:cubicBezTo>
                    <a:pt x="259" y="281"/>
                    <a:pt x="259" y="281"/>
                    <a:pt x="259" y="281"/>
                  </a:cubicBezTo>
                  <a:cubicBezTo>
                    <a:pt x="259" y="291"/>
                    <a:pt x="259" y="298"/>
                    <a:pt x="260" y="305"/>
                  </a:cubicBezTo>
                  <a:cubicBezTo>
                    <a:pt x="260" y="313"/>
                    <a:pt x="260" y="319"/>
                    <a:pt x="261" y="325"/>
                  </a:cubicBezTo>
                  <a:cubicBezTo>
                    <a:pt x="260" y="325"/>
                    <a:pt x="260" y="325"/>
                    <a:pt x="260" y="325"/>
                  </a:cubicBezTo>
                  <a:cubicBezTo>
                    <a:pt x="257" y="322"/>
                    <a:pt x="256" y="318"/>
                    <a:pt x="253" y="313"/>
                  </a:cubicBezTo>
                  <a:cubicBezTo>
                    <a:pt x="250" y="309"/>
                    <a:pt x="247" y="305"/>
                    <a:pt x="244" y="301"/>
                  </a:cubicBezTo>
                  <a:cubicBezTo>
                    <a:pt x="39" y="0"/>
                    <a:pt x="39" y="0"/>
                    <a:pt x="39" y="0"/>
                  </a:cubicBezTo>
                  <a:cubicBezTo>
                    <a:pt x="0" y="0"/>
                    <a:pt x="0" y="0"/>
                    <a:pt x="0" y="0"/>
                  </a:cubicBezTo>
                  <a:cubicBezTo>
                    <a:pt x="0" y="378"/>
                    <a:pt x="0" y="378"/>
                    <a:pt x="0" y="378"/>
                  </a:cubicBezTo>
                  <a:cubicBezTo>
                    <a:pt x="35" y="378"/>
                    <a:pt x="35" y="378"/>
                    <a:pt x="35" y="378"/>
                  </a:cubicBezTo>
                  <a:cubicBezTo>
                    <a:pt x="35" y="86"/>
                    <a:pt x="35" y="86"/>
                    <a:pt x="35" y="86"/>
                  </a:cubicBezTo>
                  <a:cubicBezTo>
                    <a:pt x="35" y="78"/>
                    <a:pt x="35" y="71"/>
                    <a:pt x="35" y="65"/>
                  </a:cubicBezTo>
                  <a:cubicBezTo>
                    <a:pt x="35" y="59"/>
                    <a:pt x="35" y="55"/>
                    <a:pt x="33" y="52"/>
                  </a:cubicBezTo>
                  <a:cubicBezTo>
                    <a:pt x="35" y="52"/>
                    <a:pt x="35" y="52"/>
                    <a:pt x="35" y="52"/>
                  </a:cubicBezTo>
                  <a:cubicBezTo>
                    <a:pt x="38" y="55"/>
                    <a:pt x="39" y="59"/>
                    <a:pt x="42" y="64"/>
                  </a:cubicBezTo>
                  <a:cubicBezTo>
                    <a:pt x="45" y="68"/>
                    <a:pt x="46" y="72"/>
                    <a:pt x="49" y="76"/>
                  </a:cubicBezTo>
                  <a:cubicBezTo>
                    <a:pt x="259" y="378"/>
                    <a:pt x="259" y="378"/>
                    <a:pt x="259" y="378"/>
                  </a:cubicBezTo>
                  <a:cubicBezTo>
                    <a:pt x="294" y="378"/>
                    <a:pt x="294" y="378"/>
                    <a:pt x="294" y="378"/>
                  </a:cubicBezTo>
                  <a:lnTo>
                    <a:pt x="294"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7" name="Freeform 128">
              <a:extLst>
                <a:ext uri="{FF2B5EF4-FFF2-40B4-BE49-F238E27FC236}">
                  <a16:creationId xmlns:a16="http://schemas.microsoft.com/office/drawing/2014/main" id="{F1D26177-C517-32DC-61D2-EA481E8A557F}"/>
                </a:ext>
              </a:extLst>
            </p:cNvPr>
            <p:cNvSpPr>
              <a:spLocks noChangeArrowheads="1"/>
            </p:cNvSpPr>
            <p:nvPr/>
          </p:nvSpPr>
          <p:spPr bwMode="auto">
            <a:xfrm>
              <a:off x="5181600" y="2695575"/>
              <a:ext cx="69850" cy="136525"/>
            </a:xfrm>
            <a:custGeom>
              <a:avLst/>
              <a:gdLst>
                <a:gd name="T0" fmla="*/ 192 w 193"/>
                <a:gd name="T1" fmla="*/ 347 h 379"/>
                <a:gd name="T2" fmla="*/ 35 w 193"/>
                <a:gd name="T3" fmla="*/ 347 h 379"/>
                <a:gd name="T4" fmla="*/ 35 w 193"/>
                <a:gd name="T5" fmla="*/ 203 h 379"/>
                <a:gd name="T6" fmla="*/ 173 w 193"/>
                <a:gd name="T7" fmla="*/ 203 h 379"/>
                <a:gd name="T8" fmla="*/ 173 w 193"/>
                <a:gd name="T9" fmla="*/ 172 h 379"/>
                <a:gd name="T10" fmla="*/ 35 w 193"/>
                <a:gd name="T11" fmla="*/ 172 h 379"/>
                <a:gd name="T12" fmla="*/ 35 w 193"/>
                <a:gd name="T13" fmla="*/ 33 h 379"/>
                <a:gd name="T14" fmla="*/ 184 w 193"/>
                <a:gd name="T15" fmla="*/ 33 h 379"/>
                <a:gd name="T16" fmla="*/ 184 w 193"/>
                <a:gd name="T17" fmla="*/ 0 h 379"/>
                <a:gd name="T18" fmla="*/ 0 w 193"/>
                <a:gd name="T19" fmla="*/ 0 h 379"/>
                <a:gd name="T20" fmla="*/ 0 w 193"/>
                <a:gd name="T21" fmla="*/ 378 h 379"/>
                <a:gd name="T22" fmla="*/ 192 w 193"/>
                <a:gd name="T23" fmla="*/ 378 h 379"/>
                <a:gd name="T24" fmla="*/ 192 w 193"/>
                <a:gd name="T25" fmla="*/ 347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9">
                  <a:moveTo>
                    <a:pt x="192" y="347"/>
                  </a:moveTo>
                  <a:lnTo>
                    <a:pt x="35" y="347"/>
                  </a:lnTo>
                  <a:lnTo>
                    <a:pt x="35" y="203"/>
                  </a:lnTo>
                  <a:lnTo>
                    <a:pt x="173" y="203"/>
                  </a:lnTo>
                  <a:lnTo>
                    <a:pt x="173" y="172"/>
                  </a:lnTo>
                  <a:lnTo>
                    <a:pt x="35" y="172"/>
                  </a:lnTo>
                  <a:lnTo>
                    <a:pt x="35" y="33"/>
                  </a:lnTo>
                  <a:lnTo>
                    <a:pt x="184" y="33"/>
                  </a:lnTo>
                  <a:lnTo>
                    <a:pt x="184" y="0"/>
                  </a:lnTo>
                  <a:lnTo>
                    <a:pt x="0" y="0"/>
                  </a:lnTo>
                  <a:lnTo>
                    <a:pt x="0" y="378"/>
                  </a:lnTo>
                  <a:lnTo>
                    <a:pt x="192" y="378"/>
                  </a:lnTo>
                  <a:lnTo>
                    <a:pt x="192" y="34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8" name="Freeform 129">
              <a:extLst>
                <a:ext uri="{FF2B5EF4-FFF2-40B4-BE49-F238E27FC236}">
                  <a16:creationId xmlns:a16="http://schemas.microsoft.com/office/drawing/2014/main" id="{1AD4EEDA-A2E1-1554-204C-E6DFBBB89572}"/>
                </a:ext>
              </a:extLst>
            </p:cNvPr>
            <p:cNvSpPr>
              <a:spLocks noChangeArrowheads="1"/>
            </p:cNvSpPr>
            <p:nvPr/>
          </p:nvSpPr>
          <p:spPr bwMode="auto">
            <a:xfrm>
              <a:off x="5332413" y="2695575"/>
              <a:ext cx="12700" cy="136525"/>
            </a:xfrm>
            <a:custGeom>
              <a:avLst/>
              <a:gdLst>
                <a:gd name="T0" fmla="*/ 33 w 34"/>
                <a:gd name="T1" fmla="*/ 0 h 379"/>
                <a:gd name="T2" fmla="*/ 0 w 34"/>
                <a:gd name="T3" fmla="*/ 0 h 379"/>
                <a:gd name="T4" fmla="*/ 0 w 34"/>
                <a:gd name="T5" fmla="*/ 378 h 379"/>
                <a:gd name="T6" fmla="*/ 33 w 34"/>
                <a:gd name="T7" fmla="*/ 378 h 379"/>
                <a:gd name="T8" fmla="*/ 33 w 34"/>
                <a:gd name="T9" fmla="*/ 0 h 379"/>
              </a:gdLst>
              <a:ahLst/>
              <a:cxnLst>
                <a:cxn ang="0">
                  <a:pos x="T0" y="T1"/>
                </a:cxn>
                <a:cxn ang="0">
                  <a:pos x="T2" y="T3"/>
                </a:cxn>
                <a:cxn ang="0">
                  <a:pos x="T4" y="T5"/>
                </a:cxn>
                <a:cxn ang="0">
                  <a:pos x="T6" y="T7"/>
                </a:cxn>
                <a:cxn ang="0">
                  <a:pos x="T8" y="T9"/>
                </a:cxn>
              </a:cxnLst>
              <a:rect l="0" t="0" r="r" b="b"/>
              <a:pathLst>
                <a:path w="34" h="379">
                  <a:moveTo>
                    <a:pt x="33" y="0"/>
                  </a:moveTo>
                  <a:lnTo>
                    <a:pt x="0" y="0"/>
                  </a:lnTo>
                  <a:lnTo>
                    <a:pt x="0" y="378"/>
                  </a:lnTo>
                  <a:lnTo>
                    <a:pt x="33" y="378"/>
                  </a:lnTo>
                  <a:lnTo>
                    <a:pt x="33"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59" name="Freeform 130">
              <a:extLst>
                <a:ext uri="{FF2B5EF4-FFF2-40B4-BE49-F238E27FC236}">
                  <a16:creationId xmlns:a16="http://schemas.microsoft.com/office/drawing/2014/main" id="{210E76B2-40D8-FD6D-688F-0DAADE88EC63}"/>
                </a:ext>
              </a:extLst>
            </p:cNvPr>
            <p:cNvSpPr>
              <a:spLocks noChangeArrowheads="1"/>
            </p:cNvSpPr>
            <p:nvPr/>
          </p:nvSpPr>
          <p:spPr bwMode="auto">
            <a:xfrm>
              <a:off x="5372100" y="2693988"/>
              <a:ext cx="100013" cy="141287"/>
            </a:xfrm>
            <a:custGeom>
              <a:avLst/>
              <a:gdLst>
                <a:gd name="T0" fmla="*/ 49 w 278"/>
                <a:gd name="T1" fmla="*/ 337 h 391"/>
                <a:gd name="T2" fmla="*/ 49 w 278"/>
                <a:gd name="T3" fmla="*/ 337 h 391"/>
                <a:gd name="T4" fmla="*/ 104 w 278"/>
                <a:gd name="T5" fmla="*/ 376 h 391"/>
                <a:gd name="T6" fmla="*/ 177 w 278"/>
                <a:gd name="T7" fmla="*/ 390 h 391"/>
                <a:gd name="T8" fmla="*/ 277 w 278"/>
                <a:gd name="T9" fmla="*/ 369 h 391"/>
                <a:gd name="T10" fmla="*/ 277 w 278"/>
                <a:gd name="T11" fmla="*/ 335 h 391"/>
                <a:gd name="T12" fmla="*/ 181 w 278"/>
                <a:gd name="T13" fmla="*/ 358 h 391"/>
                <a:gd name="T14" fmla="*/ 118 w 278"/>
                <a:gd name="T15" fmla="*/ 345 h 391"/>
                <a:gd name="T16" fmla="*/ 75 w 278"/>
                <a:gd name="T17" fmla="*/ 311 h 391"/>
                <a:gd name="T18" fmla="*/ 47 w 278"/>
                <a:gd name="T19" fmla="*/ 261 h 391"/>
                <a:gd name="T20" fmla="*/ 38 w 278"/>
                <a:gd name="T21" fmla="*/ 199 h 391"/>
                <a:gd name="T22" fmla="*/ 48 w 278"/>
                <a:gd name="T23" fmla="*/ 133 h 391"/>
                <a:gd name="T24" fmla="*/ 77 w 278"/>
                <a:gd name="T25" fmla="*/ 80 h 391"/>
                <a:gd name="T26" fmla="*/ 125 w 278"/>
                <a:gd name="T27" fmla="*/ 45 h 391"/>
                <a:gd name="T28" fmla="*/ 190 w 278"/>
                <a:gd name="T29" fmla="*/ 32 h 391"/>
                <a:gd name="T30" fmla="*/ 277 w 278"/>
                <a:gd name="T31" fmla="*/ 52 h 391"/>
                <a:gd name="T32" fmla="*/ 277 w 278"/>
                <a:gd name="T33" fmla="*/ 14 h 391"/>
                <a:gd name="T34" fmla="*/ 191 w 278"/>
                <a:gd name="T35" fmla="*/ 0 h 391"/>
                <a:gd name="T36" fmla="*/ 113 w 278"/>
                <a:gd name="T37" fmla="*/ 15 h 391"/>
                <a:gd name="T38" fmla="*/ 52 w 278"/>
                <a:gd name="T39" fmla="*/ 59 h 391"/>
                <a:gd name="T40" fmla="*/ 14 w 278"/>
                <a:gd name="T41" fmla="*/ 122 h 391"/>
                <a:gd name="T42" fmla="*/ 0 w 278"/>
                <a:gd name="T43" fmla="*/ 202 h 391"/>
                <a:gd name="T44" fmla="*/ 13 w 278"/>
                <a:gd name="T45" fmla="*/ 278 h 391"/>
                <a:gd name="T46" fmla="*/ 49 w 278"/>
                <a:gd name="T47" fmla="*/ 337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49" y="337"/>
                  </a:moveTo>
                  <a:lnTo>
                    <a:pt x="49" y="337"/>
                  </a:lnTo>
                  <a:cubicBezTo>
                    <a:pt x="65" y="354"/>
                    <a:pt x="83" y="366"/>
                    <a:pt x="104" y="376"/>
                  </a:cubicBezTo>
                  <a:cubicBezTo>
                    <a:pt x="127" y="386"/>
                    <a:pt x="150" y="390"/>
                    <a:pt x="177" y="390"/>
                  </a:cubicBezTo>
                  <a:cubicBezTo>
                    <a:pt x="215" y="390"/>
                    <a:pt x="247" y="383"/>
                    <a:pt x="277" y="369"/>
                  </a:cubicBezTo>
                  <a:cubicBezTo>
                    <a:pt x="277" y="335"/>
                    <a:pt x="277" y="335"/>
                    <a:pt x="277" y="335"/>
                  </a:cubicBezTo>
                  <a:cubicBezTo>
                    <a:pt x="250" y="351"/>
                    <a:pt x="218" y="358"/>
                    <a:pt x="181" y="358"/>
                  </a:cubicBezTo>
                  <a:cubicBezTo>
                    <a:pt x="158" y="358"/>
                    <a:pt x="136" y="354"/>
                    <a:pt x="118" y="345"/>
                  </a:cubicBezTo>
                  <a:cubicBezTo>
                    <a:pt x="101" y="337"/>
                    <a:pt x="86" y="325"/>
                    <a:pt x="75" y="311"/>
                  </a:cubicBezTo>
                  <a:cubicBezTo>
                    <a:pt x="62" y="297"/>
                    <a:pt x="52" y="281"/>
                    <a:pt x="47" y="261"/>
                  </a:cubicBezTo>
                  <a:cubicBezTo>
                    <a:pt x="41" y="241"/>
                    <a:pt x="38" y="222"/>
                    <a:pt x="38" y="199"/>
                  </a:cubicBezTo>
                  <a:cubicBezTo>
                    <a:pt x="38" y="175"/>
                    <a:pt x="41" y="153"/>
                    <a:pt x="48" y="133"/>
                  </a:cubicBezTo>
                  <a:cubicBezTo>
                    <a:pt x="55" y="112"/>
                    <a:pt x="65" y="94"/>
                    <a:pt x="77" y="80"/>
                  </a:cubicBezTo>
                  <a:cubicBezTo>
                    <a:pt x="90" y="64"/>
                    <a:pt x="107" y="53"/>
                    <a:pt x="125" y="45"/>
                  </a:cubicBezTo>
                  <a:cubicBezTo>
                    <a:pt x="145" y="36"/>
                    <a:pt x="166" y="32"/>
                    <a:pt x="190" y="32"/>
                  </a:cubicBezTo>
                  <a:cubicBezTo>
                    <a:pt x="221" y="32"/>
                    <a:pt x="250" y="38"/>
                    <a:pt x="277" y="52"/>
                  </a:cubicBezTo>
                  <a:cubicBezTo>
                    <a:pt x="277" y="14"/>
                    <a:pt x="277" y="14"/>
                    <a:pt x="277" y="14"/>
                  </a:cubicBezTo>
                  <a:cubicBezTo>
                    <a:pt x="252" y="4"/>
                    <a:pt x="223" y="0"/>
                    <a:pt x="191" y="0"/>
                  </a:cubicBezTo>
                  <a:cubicBezTo>
                    <a:pt x="162" y="0"/>
                    <a:pt x="135" y="5"/>
                    <a:pt x="113" y="15"/>
                  </a:cubicBezTo>
                  <a:cubicBezTo>
                    <a:pt x="89" y="25"/>
                    <a:pt x="69" y="40"/>
                    <a:pt x="52" y="59"/>
                  </a:cubicBezTo>
                  <a:cubicBezTo>
                    <a:pt x="35" y="76"/>
                    <a:pt x="23" y="98"/>
                    <a:pt x="14" y="122"/>
                  </a:cubicBezTo>
                  <a:cubicBezTo>
                    <a:pt x="6" y="147"/>
                    <a:pt x="0" y="174"/>
                    <a:pt x="0" y="202"/>
                  </a:cubicBezTo>
                  <a:cubicBezTo>
                    <a:pt x="0" y="230"/>
                    <a:pt x="4" y="254"/>
                    <a:pt x="13" y="278"/>
                  </a:cubicBezTo>
                  <a:cubicBezTo>
                    <a:pt x="21" y="300"/>
                    <a:pt x="34" y="320"/>
                    <a:pt x="49" y="33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0" name="Freeform 131">
              <a:extLst>
                <a:ext uri="{FF2B5EF4-FFF2-40B4-BE49-F238E27FC236}">
                  <a16:creationId xmlns:a16="http://schemas.microsoft.com/office/drawing/2014/main" id="{821DF840-2F07-459A-EC3A-027FA355E53D}"/>
                </a:ext>
              </a:extLst>
            </p:cNvPr>
            <p:cNvSpPr>
              <a:spLocks noChangeArrowheads="1"/>
            </p:cNvSpPr>
            <p:nvPr/>
          </p:nvSpPr>
          <p:spPr bwMode="auto">
            <a:xfrm>
              <a:off x="5489575" y="2693988"/>
              <a:ext cx="128588" cy="141287"/>
            </a:xfrm>
            <a:custGeom>
              <a:avLst/>
              <a:gdLst>
                <a:gd name="T0" fmla="*/ 307 w 355"/>
                <a:gd name="T1" fmla="*/ 55 h 391"/>
                <a:gd name="T2" fmla="*/ 307 w 355"/>
                <a:gd name="T3" fmla="*/ 55 h 391"/>
                <a:gd name="T4" fmla="*/ 254 w 355"/>
                <a:gd name="T5" fmla="*/ 14 h 391"/>
                <a:gd name="T6" fmla="*/ 182 w 355"/>
                <a:gd name="T7" fmla="*/ 0 h 391"/>
                <a:gd name="T8" fmla="*/ 105 w 355"/>
                <a:gd name="T9" fmla="*/ 14 h 391"/>
                <a:gd name="T10" fmla="*/ 48 w 355"/>
                <a:gd name="T11" fmla="*/ 55 h 391"/>
                <a:gd name="T12" fmla="*/ 11 w 355"/>
                <a:gd name="T13" fmla="*/ 118 h 391"/>
                <a:gd name="T14" fmla="*/ 0 w 355"/>
                <a:gd name="T15" fmla="*/ 199 h 391"/>
                <a:gd name="T16" fmla="*/ 11 w 355"/>
                <a:gd name="T17" fmla="*/ 274 h 391"/>
                <a:gd name="T18" fmla="*/ 46 w 355"/>
                <a:gd name="T19" fmla="*/ 334 h 391"/>
                <a:gd name="T20" fmla="*/ 102 w 355"/>
                <a:gd name="T21" fmla="*/ 375 h 391"/>
                <a:gd name="T22" fmla="*/ 175 w 355"/>
                <a:gd name="T23" fmla="*/ 390 h 391"/>
                <a:gd name="T24" fmla="*/ 253 w 355"/>
                <a:gd name="T25" fmla="*/ 375 h 391"/>
                <a:gd name="T26" fmla="*/ 309 w 355"/>
                <a:gd name="T27" fmla="*/ 333 h 391"/>
                <a:gd name="T28" fmla="*/ 342 w 355"/>
                <a:gd name="T29" fmla="*/ 269 h 391"/>
                <a:gd name="T30" fmla="*/ 354 w 355"/>
                <a:gd name="T31" fmla="*/ 189 h 391"/>
                <a:gd name="T32" fmla="*/ 342 w 355"/>
                <a:gd name="T33" fmla="*/ 113 h 391"/>
                <a:gd name="T34" fmla="*/ 307 w 355"/>
                <a:gd name="T35" fmla="*/ 55 h 391"/>
                <a:gd name="T36" fmla="*/ 309 w 355"/>
                <a:gd name="T37" fmla="*/ 261 h 391"/>
                <a:gd name="T38" fmla="*/ 309 w 355"/>
                <a:gd name="T39" fmla="*/ 261 h 391"/>
                <a:gd name="T40" fmla="*/ 282 w 355"/>
                <a:gd name="T41" fmla="*/ 311 h 391"/>
                <a:gd name="T42" fmla="*/ 237 w 355"/>
                <a:gd name="T43" fmla="*/ 347 h 391"/>
                <a:gd name="T44" fmla="*/ 175 w 355"/>
                <a:gd name="T45" fmla="*/ 358 h 391"/>
                <a:gd name="T46" fmla="*/ 113 w 355"/>
                <a:gd name="T47" fmla="*/ 345 h 391"/>
                <a:gd name="T48" fmla="*/ 70 w 355"/>
                <a:gd name="T49" fmla="*/ 309 h 391"/>
                <a:gd name="T50" fmla="*/ 45 w 355"/>
                <a:gd name="T51" fmla="*/ 257 h 391"/>
                <a:gd name="T52" fmla="*/ 36 w 355"/>
                <a:gd name="T53" fmla="*/ 195 h 391"/>
                <a:gd name="T54" fmla="*/ 45 w 355"/>
                <a:gd name="T55" fmla="*/ 132 h 391"/>
                <a:gd name="T56" fmla="*/ 73 w 355"/>
                <a:gd name="T57" fmla="*/ 80 h 391"/>
                <a:gd name="T58" fmla="*/ 118 w 355"/>
                <a:gd name="T59" fmla="*/ 45 h 391"/>
                <a:gd name="T60" fmla="*/ 178 w 355"/>
                <a:gd name="T61" fmla="*/ 32 h 391"/>
                <a:gd name="T62" fmla="*/ 241 w 355"/>
                <a:gd name="T63" fmla="*/ 45 h 391"/>
                <a:gd name="T64" fmla="*/ 285 w 355"/>
                <a:gd name="T65" fmla="*/ 80 h 391"/>
                <a:gd name="T66" fmla="*/ 310 w 355"/>
                <a:gd name="T67" fmla="*/ 132 h 391"/>
                <a:gd name="T68" fmla="*/ 317 w 355"/>
                <a:gd name="T69" fmla="*/ 195 h 391"/>
                <a:gd name="T70" fmla="*/ 309 w 355"/>
                <a:gd name="T71" fmla="*/ 26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5" h="391">
                  <a:moveTo>
                    <a:pt x="307" y="55"/>
                  </a:moveTo>
                  <a:lnTo>
                    <a:pt x="307" y="55"/>
                  </a:lnTo>
                  <a:cubicBezTo>
                    <a:pt x="293" y="36"/>
                    <a:pt x="275" y="24"/>
                    <a:pt x="254" y="14"/>
                  </a:cubicBezTo>
                  <a:cubicBezTo>
                    <a:pt x="233" y="4"/>
                    <a:pt x="209" y="0"/>
                    <a:pt x="182" y="0"/>
                  </a:cubicBezTo>
                  <a:cubicBezTo>
                    <a:pt x="153" y="0"/>
                    <a:pt x="128" y="4"/>
                    <a:pt x="105" y="14"/>
                  </a:cubicBezTo>
                  <a:cubicBezTo>
                    <a:pt x="81" y="24"/>
                    <a:pt x="63" y="38"/>
                    <a:pt x="48" y="55"/>
                  </a:cubicBezTo>
                  <a:cubicBezTo>
                    <a:pt x="32" y="73"/>
                    <a:pt x="19" y="94"/>
                    <a:pt x="11" y="118"/>
                  </a:cubicBezTo>
                  <a:cubicBezTo>
                    <a:pt x="3" y="143"/>
                    <a:pt x="0" y="170"/>
                    <a:pt x="0" y="199"/>
                  </a:cubicBezTo>
                  <a:cubicBezTo>
                    <a:pt x="0" y="226"/>
                    <a:pt x="3" y="251"/>
                    <a:pt x="11" y="274"/>
                  </a:cubicBezTo>
                  <a:cubicBezTo>
                    <a:pt x="19" y="297"/>
                    <a:pt x="31" y="317"/>
                    <a:pt x="46" y="334"/>
                  </a:cubicBezTo>
                  <a:cubicBezTo>
                    <a:pt x="62" y="352"/>
                    <a:pt x="80" y="365"/>
                    <a:pt x="102" y="375"/>
                  </a:cubicBezTo>
                  <a:cubicBezTo>
                    <a:pt x="123" y="386"/>
                    <a:pt x="149" y="390"/>
                    <a:pt x="175" y="390"/>
                  </a:cubicBezTo>
                  <a:cubicBezTo>
                    <a:pt x="205" y="390"/>
                    <a:pt x="230" y="384"/>
                    <a:pt x="253" y="375"/>
                  </a:cubicBezTo>
                  <a:cubicBezTo>
                    <a:pt x="274" y="365"/>
                    <a:pt x="293" y="351"/>
                    <a:pt x="309" y="333"/>
                  </a:cubicBezTo>
                  <a:cubicBezTo>
                    <a:pt x="323" y="314"/>
                    <a:pt x="335" y="293"/>
                    <a:pt x="342" y="269"/>
                  </a:cubicBezTo>
                  <a:cubicBezTo>
                    <a:pt x="351" y="244"/>
                    <a:pt x="354" y="219"/>
                    <a:pt x="354" y="189"/>
                  </a:cubicBezTo>
                  <a:cubicBezTo>
                    <a:pt x="354" y="163"/>
                    <a:pt x="351" y="137"/>
                    <a:pt x="342" y="113"/>
                  </a:cubicBezTo>
                  <a:cubicBezTo>
                    <a:pt x="334" y="91"/>
                    <a:pt x="323" y="71"/>
                    <a:pt x="307" y="55"/>
                  </a:cubicBezTo>
                  <a:close/>
                  <a:moveTo>
                    <a:pt x="309" y="261"/>
                  </a:moveTo>
                  <a:lnTo>
                    <a:pt x="309" y="261"/>
                  </a:lnTo>
                  <a:cubicBezTo>
                    <a:pt x="303" y="281"/>
                    <a:pt x="293" y="297"/>
                    <a:pt x="282" y="311"/>
                  </a:cubicBezTo>
                  <a:cubicBezTo>
                    <a:pt x="269" y="327"/>
                    <a:pt x="255" y="338"/>
                    <a:pt x="237" y="347"/>
                  </a:cubicBezTo>
                  <a:cubicBezTo>
                    <a:pt x="219" y="354"/>
                    <a:pt x="199" y="358"/>
                    <a:pt x="175" y="358"/>
                  </a:cubicBezTo>
                  <a:cubicBezTo>
                    <a:pt x="151" y="358"/>
                    <a:pt x="130" y="354"/>
                    <a:pt x="113" y="345"/>
                  </a:cubicBezTo>
                  <a:cubicBezTo>
                    <a:pt x="95" y="335"/>
                    <a:pt x="81" y="324"/>
                    <a:pt x="70" y="309"/>
                  </a:cubicBezTo>
                  <a:cubicBezTo>
                    <a:pt x="59" y="295"/>
                    <a:pt x="50" y="276"/>
                    <a:pt x="45" y="257"/>
                  </a:cubicBezTo>
                  <a:cubicBezTo>
                    <a:pt x="38" y="237"/>
                    <a:pt x="35" y="217"/>
                    <a:pt x="36" y="195"/>
                  </a:cubicBezTo>
                  <a:cubicBezTo>
                    <a:pt x="36" y="172"/>
                    <a:pt x="39" y="151"/>
                    <a:pt x="45" y="132"/>
                  </a:cubicBezTo>
                  <a:cubicBezTo>
                    <a:pt x="52" y="112"/>
                    <a:pt x="60" y="95"/>
                    <a:pt x="73" y="80"/>
                  </a:cubicBezTo>
                  <a:cubicBezTo>
                    <a:pt x="85" y="66"/>
                    <a:pt x="99" y="53"/>
                    <a:pt x="118" y="45"/>
                  </a:cubicBezTo>
                  <a:cubicBezTo>
                    <a:pt x="135" y="36"/>
                    <a:pt x="156" y="32"/>
                    <a:pt x="178" y="32"/>
                  </a:cubicBezTo>
                  <a:cubicBezTo>
                    <a:pt x="203" y="32"/>
                    <a:pt x="224" y="36"/>
                    <a:pt x="241" y="45"/>
                  </a:cubicBezTo>
                  <a:cubicBezTo>
                    <a:pt x="260" y="53"/>
                    <a:pt x="274" y="66"/>
                    <a:pt x="285" y="80"/>
                  </a:cubicBezTo>
                  <a:cubicBezTo>
                    <a:pt x="296" y="95"/>
                    <a:pt x="304" y="112"/>
                    <a:pt x="310" y="132"/>
                  </a:cubicBezTo>
                  <a:cubicBezTo>
                    <a:pt x="316" y="151"/>
                    <a:pt x="317" y="172"/>
                    <a:pt x="317" y="195"/>
                  </a:cubicBezTo>
                  <a:cubicBezTo>
                    <a:pt x="317" y="219"/>
                    <a:pt x="314" y="240"/>
                    <a:pt x="309" y="26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1" name="Freeform 132">
              <a:extLst>
                <a:ext uri="{FF2B5EF4-FFF2-40B4-BE49-F238E27FC236}">
                  <a16:creationId xmlns:a16="http://schemas.microsoft.com/office/drawing/2014/main" id="{C23F7FD7-AF3A-0A6C-9B75-D247C14CEC00}"/>
                </a:ext>
              </a:extLst>
            </p:cNvPr>
            <p:cNvSpPr>
              <a:spLocks noChangeArrowheads="1"/>
            </p:cNvSpPr>
            <p:nvPr/>
          </p:nvSpPr>
          <p:spPr bwMode="auto">
            <a:xfrm>
              <a:off x="5645150" y="2695575"/>
              <a:ext cx="106363" cy="136525"/>
            </a:xfrm>
            <a:custGeom>
              <a:avLst/>
              <a:gdLst>
                <a:gd name="T0" fmla="*/ 295 w 296"/>
                <a:gd name="T1" fmla="*/ 378 h 379"/>
                <a:gd name="T2" fmla="*/ 295 w 296"/>
                <a:gd name="T3" fmla="*/ 378 h 379"/>
                <a:gd name="T4" fmla="*/ 295 w 296"/>
                <a:gd name="T5" fmla="*/ 0 h 379"/>
                <a:gd name="T6" fmla="*/ 260 w 296"/>
                <a:gd name="T7" fmla="*/ 0 h 379"/>
                <a:gd name="T8" fmla="*/ 260 w 296"/>
                <a:gd name="T9" fmla="*/ 281 h 379"/>
                <a:gd name="T10" fmla="*/ 262 w 296"/>
                <a:gd name="T11" fmla="*/ 305 h 379"/>
                <a:gd name="T12" fmla="*/ 263 w 296"/>
                <a:gd name="T13" fmla="*/ 325 h 379"/>
                <a:gd name="T14" fmla="*/ 262 w 296"/>
                <a:gd name="T15" fmla="*/ 325 h 379"/>
                <a:gd name="T16" fmla="*/ 255 w 296"/>
                <a:gd name="T17" fmla="*/ 313 h 379"/>
                <a:gd name="T18" fmla="*/ 246 w 296"/>
                <a:gd name="T19" fmla="*/ 301 h 379"/>
                <a:gd name="T20" fmla="*/ 40 w 296"/>
                <a:gd name="T21" fmla="*/ 0 h 379"/>
                <a:gd name="T22" fmla="*/ 0 w 296"/>
                <a:gd name="T23" fmla="*/ 0 h 379"/>
                <a:gd name="T24" fmla="*/ 0 w 296"/>
                <a:gd name="T25" fmla="*/ 378 h 379"/>
                <a:gd name="T26" fmla="*/ 36 w 296"/>
                <a:gd name="T27" fmla="*/ 378 h 379"/>
                <a:gd name="T28" fmla="*/ 36 w 296"/>
                <a:gd name="T29" fmla="*/ 86 h 379"/>
                <a:gd name="T30" fmla="*/ 36 w 296"/>
                <a:gd name="T31" fmla="*/ 65 h 379"/>
                <a:gd name="T32" fmla="*/ 34 w 296"/>
                <a:gd name="T33" fmla="*/ 52 h 379"/>
                <a:gd name="T34" fmla="*/ 36 w 296"/>
                <a:gd name="T35" fmla="*/ 52 h 379"/>
                <a:gd name="T36" fmla="*/ 43 w 296"/>
                <a:gd name="T37" fmla="*/ 64 h 379"/>
                <a:gd name="T38" fmla="*/ 50 w 296"/>
                <a:gd name="T39" fmla="*/ 76 h 379"/>
                <a:gd name="T40" fmla="*/ 259 w 296"/>
                <a:gd name="T41" fmla="*/ 378 h 379"/>
                <a:gd name="T42" fmla="*/ 295 w 296"/>
                <a:gd name="T43" fmla="*/ 378 h 37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9">
                  <a:moveTo>
                    <a:pt x="295" y="378"/>
                  </a:moveTo>
                  <a:lnTo>
                    <a:pt x="295" y="378"/>
                  </a:lnTo>
                  <a:cubicBezTo>
                    <a:pt x="295" y="0"/>
                    <a:pt x="295" y="0"/>
                    <a:pt x="295" y="0"/>
                  </a:cubicBezTo>
                  <a:cubicBezTo>
                    <a:pt x="260" y="0"/>
                    <a:pt x="260" y="0"/>
                    <a:pt x="260" y="0"/>
                  </a:cubicBezTo>
                  <a:cubicBezTo>
                    <a:pt x="260" y="281"/>
                    <a:pt x="260" y="281"/>
                    <a:pt x="260" y="281"/>
                  </a:cubicBezTo>
                  <a:cubicBezTo>
                    <a:pt x="260" y="291"/>
                    <a:pt x="260" y="298"/>
                    <a:pt x="262" y="305"/>
                  </a:cubicBezTo>
                  <a:cubicBezTo>
                    <a:pt x="262" y="313"/>
                    <a:pt x="262" y="319"/>
                    <a:pt x="263" y="325"/>
                  </a:cubicBezTo>
                  <a:cubicBezTo>
                    <a:pt x="262" y="325"/>
                    <a:pt x="262" y="325"/>
                    <a:pt x="262" y="325"/>
                  </a:cubicBezTo>
                  <a:cubicBezTo>
                    <a:pt x="259" y="322"/>
                    <a:pt x="257" y="318"/>
                    <a:pt x="255" y="313"/>
                  </a:cubicBezTo>
                  <a:cubicBezTo>
                    <a:pt x="252" y="309"/>
                    <a:pt x="249" y="305"/>
                    <a:pt x="246" y="301"/>
                  </a:cubicBezTo>
                  <a:cubicBezTo>
                    <a:pt x="40" y="0"/>
                    <a:pt x="40" y="0"/>
                    <a:pt x="40" y="0"/>
                  </a:cubicBezTo>
                  <a:cubicBezTo>
                    <a:pt x="0" y="0"/>
                    <a:pt x="0" y="0"/>
                    <a:pt x="0" y="0"/>
                  </a:cubicBezTo>
                  <a:cubicBezTo>
                    <a:pt x="0" y="378"/>
                    <a:pt x="0" y="378"/>
                    <a:pt x="0" y="378"/>
                  </a:cubicBezTo>
                  <a:cubicBezTo>
                    <a:pt x="36" y="378"/>
                    <a:pt x="36" y="378"/>
                    <a:pt x="36" y="378"/>
                  </a:cubicBezTo>
                  <a:cubicBezTo>
                    <a:pt x="36" y="86"/>
                    <a:pt x="36" y="86"/>
                    <a:pt x="36" y="86"/>
                  </a:cubicBezTo>
                  <a:cubicBezTo>
                    <a:pt x="36" y="78"/>
                    <a:pt x="36" y="71"/>
                    <a:pt x="36" y="65"/>
                  </a:cubicBezTo>
                  <a:cubicBezTo>
                    <a:pt x="36" y="59"/>
                    <a:pt x="36" y="55"/>
                    <a:pt x="34" y="52"/>
                  </a:cubicBezTo>
                  <a:cubicBezTo>
                    <a:pt x="36" y="52"/>
                    <a:pt x="36" y="52"/>
                    <a:pt x="36" y="52"/>
                  </a:cubicBezTo>
                  <a:cubicBezTo>
                    <a:pt x="37" y="55"/>
                    <a:pt x="40" y="59"/>
                    <a:pt x="43" y="64"/>
                  </a:cubicBezTo>
                  <a:cubicBezTo>
                    <a:pt x="44" y="68"/>
                    <a:pt x="47" y="72"/>
                    <a:pt x="50" y="76"/>
                  </a:cubicBezTo>
                  <a:cubicBezTo>
                    <a:pt x="259" y="378"/>
                    <a:pt x="259" y="378"/>
                    <a:pt x="259" y="378"/>
                  </a:cubicBezTo>
                  <a:lnTo>
                    <a:pt x="295" y="378"/>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2" name="Freeform 133">
              <a:extLst>
                <a:ext uri="{FF2B5EF4-FFF2-40B4-BE49-F238E27FC236}">
                  <a16:creationId xmlns:a16="http://schemas.microsoft.com/office/drawing/2014/main" id="{EA6839FF-D5A0-8B7E-EF01-7A75CC6C293A}"/>
                </a:ext>
              </a:extLst>
            </p:cNvPr>
            <p:cNvSpPr>
              <a:spLocks noChangeArrowheads="1"/>
            </p:cNvSpPr>
            <p:nvPr/>
          </p:nvSpPr>
          <p:spPr bwMode="auto">
            <a:xfrm>
              <a:off x="5781675" y="2693988"/>
              <a:ext cx="77788" cy="141287"/>
            </a:xfrm>
            <a:custGeom>
              <a:avLst/>
              <a:gdLst>
                <a:gd name="T0" fmla="*/ 42 w 214"/>
                <a:gd name="T1" fmla="*/ 384 h 391"/>
                <a:gd name="T2" fmla="*/ 42 w 214"/>
                <a:gd name="T3" fmla="*/ 384 h 391"/>
                <a:gd name="T4" fmla="*/ 67 w 214"/>
                <a:gd name="T5" fmla="*/ 389 h 391"/>
                <a:gd name="T6" fmla="*/ 88 w 214"/>
                <a:gd name="T7" fmla="*/ 390 h 391"/>
                <a:gd name="T8" fmla="*/ 139 w 214"/>
                <a:gd name="T9" fmla="*/ 383 h 391"/>
                <a:gd name="T10" fmla="*/ 178 w 214"/>
                <a:gd name="T11" fmla="*/ 365 h 391"/>
                <a:gd name="T12" fmla="*/ 203 w 214"/>
                <a:gd name="T13" fmla="*/ 334 h 391"/>
                <a:gd name="T14" fmla="*/ 213 w 214"/>
                <a:gd name="T15" fmla="*/ 290 h 391"/>
                <a:gd name="T16" fmla="*/ 207 w 214"/>
                <a:gd name="T17" fmla="*/ 258 h 391"/>
                <a:gd name="T18" fmla="*/ 189 w 214"/>
                <a:gd name="T19" fmla="*/ 230 h 391"/>
                <a:gd name="T20" fmla="*/ 160 w 214"/>
                <a:gd name="T21" fmla="*/ 205 h 391"/>
                <a:gd name="T22" fmla="*/ 119 w 214"/>
                <a:gd name="T23" fmla="*/ 181 h 391"/>
                <a:gd name="T24" fmla="*/ 81 w 214"/>
                <a:gd name="T25" fmla="*/ 158 h 391"/>
                <a:gd name="T26" fmla="*/ 56 w 214"/>
                <a:gd name="T27" fmla="*/ 140 h 391"/>
                <a:gd name="T28" fmla="*/ 42 w 214"/>
                <a:gd name="T29" fmla="*/ 120 h 391"/>
                <a:gd name="T30" fmla="*/ 37 w 214"/>
                <a:gd name="T31" fmla="*/ 94 h 391"/>
                <a:gd name="T32" fmla="*/ 43 w 214"/>
                <a:gd name="T33" fmla="*/ 67 h 391"/>
                <a:gd name="T34" fmla="*/ 61 w 214"/>
                <a:gd name="T35" fmla="*/ 47 h 391"/>
                <a:gd name="T36" fmla="*/ 87 w 214"/>
                <a:gd name="T37" fmla="*/ 36 h 391"/>
                <a:gd name="T38" fmla="*/ 119 w 214"/>
                <a:gd name="T39" fmla="*/ 32 h 391"/>
                <a:gd name="T40" fmla="*/ 197 w 214"/>
                <a:gd name="T41" fmla="*/ 50 h 391"/>
                <a:gd name="T42" fmla="*/ 197 w 214"/>
                <a:gd name="T43" fmla="*/ 12 h 391"/>
                <a:gd name="T44" fmla="*/ 123 w 214"/>
                <a:gd name="T45" fmla="*/ 0 h 391"/>
                <a:gd name="T46" fmla="*/ 75 w 214"/>
                <a:gd name="T47" fmla="*/ 7 h 391"/>
                <a:gd name="T48" fmla="*/ 36 w 214"/>
                <a:gd name="T49" fmla="*/ 26 h 391"/>
                <a:gd name="T50" fmla="*/ 9 w 214"/>
                <a:gd name="T51" fmla="*/ 57 h 391"/>
                <a:gd name="T52" fmla="*/ 0 w 214"/>
                <a:gd name="T53" fmla="*/ 98 h 391"/>
                <a:gd name="T54" fmla="*/ 5 w 214"/>
                <a:gd name="T55" fmla="*/ 130 h 391"/>
                <a:gd name="T56" fmla="*/ 22 w 214"/>
                <a:gd name="T57" fmla="*/ 157 h 391"/>
                <a:gd name="T58" fmla="*/ 50 w 214"/>
                <a:gd name="T59" fmla="*/ 181 h 391"/>
                <a:gd name="T60" fmla="*/ 91 w 214"/>
                <a:gd name="T61" fmla="*/ 206 h 391"/>
                <a:gd name="T62" fmla="*/ 129 w 214"/>
                <a:gd name="T63" fmla="*/ 227 h 391"/>
                <a:gd name="T64" fmla="*/ 155 w 214"/>
                <a:gd name="T65" fmla="*/ 247 h 391"/>
                <a:gd name="T66" fmla="*/ 171 w 214"/>
                <a:gd name="T67" fmla="*/ 268 h 391"/>
                <a:gd name="T68" fmla="*/ 176 w 214"/>
                <a:gd name="T69" fmla="*/ 295 h 391"/>
                <a:gd name="T70" fmla="*/ 155 w 214"/>
                <a:gd name="T71" fmla="*/ 342 h 391"/>
                <a:gd name="T72" fmla="*/ 91 w 214"/>
                <a:gd name="T73" fmla="*/ 358 h 391"/>
                <a:gd name="T74" fmla="*/ 67 w 214"/>
                <a:gd name="T75" fmla="*/ 356 h 391"/>
                <a:gd name="T76" fmla="*/ 43 w 214"/>
                <a:gd name="T77" fmla="*/ 351 h 391"/>
                <a:gd name="T78" fmla="*/ 19 w 214"/>
                <a:gd name="T79" fmla="*/ 341 h 391"/>
                <a:gd name="T80" fmla="*/ 0 w 214"/>
                <a:gd name="T81" fmla="*/ 328 h 391"/>
                <a:gd name="T82" fmla="*/ 0 w 214"/>
                <a:gd name="T83" fmla="*/ 369 h 391"/>
                <a:gd name="T84" fmla="*/ 18 w 214"/>
                <a:gd name="T85" fmla="*/ 377 h 391"/>
                <a:gd name="T86" fmla="*/ 42 w 214"/>
                <a:gd name="T87" fmla="*/ 384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1">
                  <a:moveTo>
                    <a:pt x="42" y="384"/>
                  </a:moveTo>
                  <a:lnTo>
                    <a:pt x="42" y="384"/>
                  </a:lnTo>
                  <a:cubicBezTo>
                    <a:pt x="50" y="386"/>
                    <a:pt x="59" y="387"/>
                    <a:pt x="67" y="389"/>
                  </a:cubicBezTo>
                  <a:cubicBezTo>
                    <a:pt x="75" y="390"/>
                    <a:pt x="82" y="390"/>
                    <a:pt x="88" y="390"/>
                  </a:cubicBezTo>
                  <a:cubicBezTo>
                    <a:pt x="106" y="390"/>
                    <a:pt x="123" y="387"/>
                    <a:pt x="139" y="383"/>
                  </a:cubicBezTo>
                  <a:cubicBezTo>
                    <a:pt x="154" y="379"/>
                    <a:pt x="167" y="373"/>
                    <a:pt x="178" y="365"/>
                  </a:cubicBezTo>
                  <a:cubicBezTo>
                    <a:pt x="189" y="356"/>
                    <a:pt x="197" y="347"/>
                    <a:pt x="203" y="334"/>
                  </a:cubicBezTo>
                  <a:cubicBezTo>
                    <a:pt x="210" y="321"/>
                    <a:pt x="213" y="307"/>
                    <a:pt x="213" y="290"/>
                  </a:cubicBezTo>
                  <a:cubicBezTo>
                    <a:pt x="213" y="278"/>
                    <a:pt x="210" y="268"/>
                    <a:pt x="207" y="258"/>
                  </a:cubicBezTo>
                  <a:cubicBezTo>
                    <a:pt x="203" y="248"/>
                    <a:pt x="197" y="238"/>
                    <a:pt x="189" y="230"/>
                  </a:cubicBezTo>
                  <a:cubicBezTo>
                    <a:pt x="182" y="222"/>
                    <a:pt x="172" y="213"/>
                    <a:pt x="160" y="205"/>
                  </a:cubicBezTo>
                  <a:cubicBezTo>
                    <a:pt x="148" y="196"/>
                    <a:pt x="134" y="189"/>
                    <a:pt x="119" y="181"/>
                  </a:cubicBezTo>
                  <a:cubicBezTo>
                    <a:pt x="103" y="172"/>
                    <a:pt x="91" y="165"/>
                    <a:pt x="81" y="158"/>
                  </a:cubicBezTo>
                  <a:cubicBezTo>
                    <a:pt x="70" y="153"/>
                    <a:pt x="61" y="146"/>
                    <a:pt x="56" y="140"/>
                  </a:cubicBezTo>
                  <a:cubicBezTo>
                    <a:pt x="49" y="133"/>
                    <a:pt x="44" y="127"/>
                    <a:pt x="42" y="120"/>
                  </a:cubicBezTo>
                  <a:cubicBezTo>
                    <a:pt x="39" y="113"/>
                    <a:pt x="37" y="104"/>
                    <a:pt x="37" y="94"/>
                  </a:cubicBezTo>
                  <a:cubicBezTo>
                    <a:pt x="37" y="84"/>
                    <a:pt x="39" y="76"/>
                    <a:pt x="43" y="67"/>
                  </a:cubicBezTo>
                  <a:cubicBezTo>
                    <a:pt x="47" y="60"/>
                    <a:pt x="53" y="53"/>
                    <a:pt x="61" y="47"/>
                  </a:cubicBezTo>
                  <a:cubicBezTo>
                    <a:pt x="68" y="42"/>
                    <a:pt x="77" y="39"/>
                    <a:pt x="87" y="36"/>
                  </a:cubicBezTo>
                  <a:cubicBezTo>
                    <a:pt x="96" y="33"/>
                    <a:pt x="108" y="32"/>
                    <a:pt x="119" y="32"/>
                  </a:cubicBezTo>
                  <a:cubicBezTo>
                    <a:pt x="148" y="32"/>
                    <a:pt x="175" y="38"/>
                    <a:pt x="197" y="50"/>
                  </a:cubicBezTo>
                  <a:cubicBezTo>
                    <a:pt x="197" y="12"/>
                    <a:pt x="197" y="12"/>
                    <a:pt x="197" y="12"/>
                  </a:cubicBezTo>
                  <a:cubicBezTo>
                    <a:pt x="176" y="4"/>
                    <a:pt x="153" y="0"/>
                    <a:pt x="123" y="0"/>
                  </a:cubicBezTo>
                  <a:cubicBezTo>
                    <a:pt x="106" y="0"/>
                    <a:pt x="89" y="3"/>
                    <a:pt x="75" y="7"/>
                  </a:cubicBezTo>
                  <a:cubicBezTo>
                    <a:pt x="60" y="11"/>
                    <a:pt x="47" y="18"/>
                    <a:pt x="36" y="26"/>
                  </a:cubicBezTo>
                  <a:cubicBezTo>
                    <a:pt x="25" y="35"/>
                    <a:pt x="16" y="45"/>
                    <a:pt x="9" y="57"/>
                  </a:cubicBezTo>
                  <a:cubicBezTo>
                    <a:pt x="4" y="69"/>
                    <a:pt x="0" y="83"/>
                    <a:pt x="0" y="98"/>
                  </a:cubicBezTo>
                  <a:cubicBezTo>
                    <a:pt x="0" y="111"/>
                    <a:pt x="2" y="120"/>
                    <a:pt x="5" y="130"/>
                  </a:cubicBezTo>
                  <a:cubicBezTo>
                    <a:pt x="9" y="140"/>
                    <a:pt x="14" y="149"/>
                    <a:pt x="22" y="157"/>
                  </a:cubicBezTo>
                  <a:cubicBezTo>
                    <a:pt x="29" y="165"/>
                    <a:pt x="37" y="174"/>
                    <a:pt x="50" y="181"/>
                  </a:cubicBezTo>
                  <a:cubicBezTo>
                    <a:pt x="61" y="189"/>
                    <a:pt x="75" y="198"/>
                    <a:pt x="91" y="206"/>
                  </a:cubicBezTo>
                  <a:cubicBezTo>
                    <a:pt x="106" y="215"/>
                    <a:pt x="119" y="222"/>
                    <a:pt x="129" y="227"/>
                  </a:cubicBezTo>
                  <a:cubicBezTo>
                    <a:pt x="140" y="234"/>
                    <a:pt x="148" y="240"/>
                    <a:pt x="155" y="247"/>
                  </a:cubicBezTo>
                  <a:cubicBezTo>
                    <a:pt x="162" y="254"/>
                    <a:pt x="168" y="261"/>
                    <a:pt x="171" y="268"/>
                  </a:cubicBezTo>
                  <a:cubicBezTo>
                    <a:pt x="175" y="275"/>
                    <a:pt x="176" y="283"/>
                    <a:pt x="176" y="295"/>
                  </a:cubicBezTo>
                  <a:cubicBezTo>
                    <a:pt x="176" y="314"/>
                    <a:pt x="169" y="331"/>
                    <a:pt x="155" y="342"/>
                  </a:cubicBezTo>
                  <a:cubicBezTo>
                    <a:pt x="140" y="352"/>
                    <a:pt x="119" y="358"/>
                    <a:pt x="91" y="358"/>
                  </a:cubicBezTo>
                  <a:cubicBezTo>
                    <a:pt x="84" y="358"/>
                    <a:pt x="75" y="358"/>
                    <a:pt x="67" y="356"/>
                  </a:cubicBezTo>
                  <a:cubicBezTo>
                    <a:pt x="60" y="355"/>
                    <a:pt x="51" y="354"/>
                    <a:pt x="43" y="351"/>
                  </a:cubicBezTo>
                  <a:cubicBezTo>
                    <a:pt x="35" y="348"/>
                    <a:pt x="28" y="345"/>
                    <a:pt x="19" y="341"/>
                  </a:cubicBezTo>
                  <a:cubicBezTo>
                    <a:pt x="12" y="337"/>
                    <a:pt x="5" y="333"/>
                    <a:pt x="0" y="328"/>
                  </a:cubicBezTo>
                  <a:cubicBezTo>
                    <a:pt x="0" y="369"/>
                    <a:pt x="0" y="369"/>
                    <a:pt x="0" y="369"/>
                  </a:cubicBezTo>
                  <a:cubicBezTo>
                    <a:pt x="4" y="372"/>
                    <a:pt x="9" y="375"/>
                    <a:pt x="18" y="377"/>
                  </a:cubicBezTo>
                  <a:cubicBezTo>
                    <a:pt x="25" y="380"/>
                    <a:pt x="33" y="383"/>
                    <a:pt x="42" y="38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63" name="Group 166">
            <a:extLst>
              <a:ext uri="{FF2B5EF4-FFF2-40B4-BE49-F238E27FC236}">
                <a16:creationId xmlns:a16="http://schemas.microsoft.com/office/drawing/2014/main" id="{5B4CAC82-C368-0920-A296-F1C28E1D1B0F}"/>
              </a:ext>
            </a:extLst>
          </p:cNvPr>
          <p:cNvGrpSpPr/>
          <p:nvPr/>
        </p:nvGrpSpPr>
        <p:grpSpPr>
          <a:xfrm>
            <a:off x="8264128" y="1338932"/>
            <a:ext cx="184150" cy="260350"/>
            <a:chOff x="7227888" y="3079750"/>
            <a:chExt cx="184150" cy="260350"/>
          </a:xfrm>
          <a:solidFill>
            <a:schemeClr val="accent4"/>
          </a:solidFill>
        </p:grpSpPr>
        <p:sp>
          <p:nvSpPr>
            <p:cNvPr id="164" name="Freeform 134">
              <a:extLst>
                <a:ext uri="{FF2B5EF4-FFF2-40B4-BE49-F238E27FC236}">
                  <a16:creationId xmlns:a16="http://schemas.microsoft.com/office/drawing/2014/main" id="{B9702EE8-C083-9B89-8BAF-3F4E898015A6}"/>
                </a:ext>
              </a:extLst>
            </p:cNvPr>
            <p:cNvSpPr>
              <a:spLocks noChangeArrowheads="1"/>
            </p:cNvSpPr>
            <p:nvPr/>
          </p:nvSpPr>
          <p:spPr bwMode="auto">
            <a:xfrm>
              <a:off x="7358063" y="3155950"/>
              <a:ext cx="53975" cy="53975"/>
            </a:xfrm>
            <a:custGeom>
              <a:avLst/>
              <a:gdLst>
                <a:gd name="T0" fmla="*/ 74 w 151"/>
                <a:gd name="T1" fmla="*/ 150 h 151"/>
                <a:gd name="T2" fmla="*/ 74 w 151"/>
                <a:gd name="T3" fmla="*/ 150 h 151"/>
                <a:gd name="T4" fmla="*/ 150 w 151"/>
                <a:gd name="T5" fmla="*/ 76 h 151"/>
                <a:gd name="T6" fmla="*/ 74 w 151"/>
                <a:gd name="T7" fmla="*/ 0 h 151"/>
                <a:gd name="T8" fmla="*/ 0 w 151"/>
                <a:gd name="T9" fmla="*/ 76 h 151"/>
                <a:gd name="T10" fmla="*/ 74 w 151"/>
                <a:gd name="T11" fmla="*/ 150 h 151"/>
                <a:gd name="T12" fmla="*/ 74 w 151"/>
                <a:gd name="T13" fmla="*/ 31 h 151"/>
                <a:gd name="T14" fmla="*/ 74 w 151"/>
                <a:gd name="T15" fmla="*/ 31 h 151"/>
                <a:gd name="T16" fmla="*/ 119 w 151"/>
                <a:gd name="T17" fmla="*/ 76 h 151"/>
                <a:gd name="T18" fmla="*/ 74 w 151"/>
                <a:gd name="T19" fmla="*/ 121 h 151"/>
                <a:gd name="T20" fmla="*/ 29 w 151"/>
                <a:gd name="T21" fmla="*/ 76 h 151"/>
                <a:gd name="T22" fmla="*/ 74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4" y="150"/>
                  </a:moveTo>
                  <a:lnTo>
                    <a:pt x="74" y="150"/>
                  </a:lnTo>
                  <a:cubicBezTo>
                    <a:pt x="116" y="150"/>
                    <a:pt x="150" y="116"/>
                    <a:pt x="150" y="76"/>
                  </a:cubicBezTo>
                  <a:cubicBezTo>
                    <a:pt x="150" y="34"/>
                    <a:pt x="116" y="0"/>
                    <a:pt x="74" y="0"/>
                  </a:cubicBezTo>
                  <a:cubicBezTo>
                    <a:pt x="34" y="0"/>
                    <a:pt x="0" y="34"/>
                    <a:pt x="0" y="76"/>
                  </a:cubicBezTo>
                  <a:cubicBezTo>
                    <a:pt x="0" y="116"/>
                    <a:pt x="34" y="150"/>
                    <a:pt x="74" y="150"/>
                  </a:cubicBezTo>
                  <a:close/>
                  <a:moveTo>
                    <a:pt x="74" y="31"/>
                  </a:moveTo>
                  <a:lnTo>
                    <a:pt x="74" y="31"/>
                  </a:lnTo>
                  <a:cubicBezTo>
                    <a:pt x="100" y="31"/>
                    <a:pt x="119" y="50"/>
                    <a:pt x="119" y="76"/>
                  </a:cubicBezTo>
                  <a:cubicBezTo>
                    <a:pt x="119" y="100"/>
                    <a:pt x="100" y="121"/>
                    <a:pt x="74" y="121"/>
                  </a:cubicBezTo>
                  <a:cubicBezTo>
                    <a:pt x="50" y="121"/>
                    <a:pt x="29" y="100"/>
                    <a:pt x="29" y="76"/>
                  </a:cubicBezTo>
                  <a:cubicBezTo>
                    <a:pt x="29" y="50"/>
                    <a:pt x="50" y="31"/>
                    <a:pt x="74"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5" name="Freeform 135">
              <a:extLst>
                <a:ext uri="{FF2B5EF4-FFF2-40B4-BE49-F238E27FC236}">
                  <a16:creationId xmlns:a16="http://schemas.microsoft.com/office/drawing/2014/main" id="{49CB849D-8A53-432A-0911-985BD15AE1EB}"/>
                </a:ext>
              </a:extLst>
            </p:cNvPr>
            <p:cNvSpPr>
              <a:spLocks noChangeArrowheads="1"/>
            </p:cNvSpPr>
            <p:nvPr/>
          </p:nvSpPr>
          <p:spPr bwMode="auto">
            <a:xfrm>
              <a:off x="7292975" y="3155950"/>
              <a:ext cx="53975" cy="53975"/>
            </a:xfrm>
            <a:custGeom>
              <a:avLst/>
              <a:gdLst>
                <a:gd name="T0" fmla="*/ 0 w 151"/>
                <a:gd name="T1" fmla="*/ 76 h 151"/>
                <a:gd name="T2" fmla="*/ 0 w 151"/>
                <a:gd name="T3" fmla="*/ 76 h 151"/>
                <a:gd name="T4" fmla="*/ 75 w 151"/>
                <a:gd name="T5" fmla="*/ 150 h 151"/>
                <a:gd name="T6" fmla="*/ 150 w 151"/>
                <a:gd name="T7" fmla="*/ 76 h 151"/>
                <a:gd name="T8" fmla="*/ 75 w 151"/>
                <a:gd name="T9" fmla="*/ 0 h 151"/>
                <a:gd name="T10" fmla="*/ 0 w 151"/>
                <a:gd name="T11" fmla="*/ 76 h 151"/>
                <a:gd name="T12" fmla="*/ 75 w 151"/>
                <a:gd name="T13" fmla="*/ 31 h 151"/>
                <a:gd name="T14" fmla="*/ 75 w 151"/>
                <a:gd name="T15" fmla="*/ 31 h 151"/>
                <a:gd name="T16" fmla="*/ 119 w 151"/>
                <a:gd name="T17" fmla="*/ 76 h 151"/>
                <a:gd name="T18" fmla="*/ 75 w 151"/>
                <a:gd name="T19" fmla="*/ 121 h 151"/>
                <a:gd name="T20" fmla="*/ 30 w 151"/>
                <a:gd name="T21" fmla="*/ 76 h 151"/>
                <a:gd name="T22" fmla="*/ 75 w 151"/>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6"/>
                  </a:moveTo>
                  <a:lnTo>
                    <a:pt x="0" y="76"/>
                  </a:lnTo>
                  <a:cubicBezTo>
                    <a:pt x="0" y="116"/>
                    <a:pt x="34" y="150"/>
                    <a:pt x="75" y="150"/>
                  </a:cubicBezTo>
                  <a:cubicBezTo>
                    <a:pt x="117" y="150"/>
                    <a:pt x="150" y="116"/>
                    <a:pt x="150" y="76"/>
                  </a:cubicBezTo>
                  <a:cubicBezTo>
                    <a:pt x="150" y="34"/>
                    <a:pt x="117" y="0"/>
                    <a:pt x="75" y="0"/>
                  </a:cubicBezTo>
                  <a:cubicBezTo>
                    <a:pt x="34" y="0"/>
                    <a:pt x="0" y="34"/>
                    <a:pt x="0" y="76"/>
                  </a:cubicBezTo>
                  <a:close/>
                  <a:moveTo>
                    <a:pt x="75" y="31"/>
                  </a:moveTo>
                  <a:lnTo>
                    <a:pt x="75" y="31"/>
                  </a:lnTo>
                  <a:cubicBezTo>
                    <a:pt x="100" y="31"/>
                    <a:pt x="119" y="50"/>
                    <a:pt x="119" y="76"/>
                  </a:cubicBezTo>
                  <a:cubicBezTo>
                    <a:pt x="119"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6" name="Freeform 136">
              <a:extLst>
                <a:ext uri="{FF2B5EF4-FFF2-40B4-BE49-F238E27FC236}">
                  <a16:creationId xmlns:a16="http://schemas.microsoft.com/office/drawing/2014/main" id="{6CC79FA3-4C9F-614C-9C8F-43B17627A1C9}"/>
                </a:ext>
              </a:extLst>
            </p:cNvPr>
            <p:cNvSpPr>
              <a:spLocks noChangeArrowheads="1"/>
            </p:cNvSpPr>
            <p:nvPr/>
          </p:nvSpPr>
          <p:spPr bwMode="auto">
            <a:xfrm>
              <a:off x="7227888" y="3155950"/>
              <a:ext cx="53975" cy="53975"/>
            </a:xfrm>
            <a:custGeom>
              <a:avLst/>
              <a:gdLst>
                <a:gd name="T0" fmla="*/ 75 w 152"/>
                <a:gd name="T1" fmla="*/ 150 h 151"/>
                <a:gd name="T2" fmla="*/ 75 w 152"/>
                <a:gd name="T3" fmla="*/ 150 h 151"/>
                <a:gd name="T4" fmla="*/ 151 w 152"/>
                <a:gd name="T5" fmla="*/ 76 h 151"/>
                <a:gd name="T6" fmla="*/ 75 w 152"/>
                <a:gd name="T7" fmla="*/ 0 h 151"/>
                <a:gd name="T8" fmla="*/ 0 w 152"/>
                <a:gd name="T9" fmla="*/ 76 h 151"/>
                <a:gd name="T10" fmla="*/ 75 w 152"/>
                <a:gd name="T11" fmla="*/ 150 h 151"/>
                <a:gd name="T12" fmla="*/ 75 w 152"/>
                <a:gd name="T13" fmla="*/ 31 h 151"/>
                <a:gd name="T14" fmla="*/ 75 w 152"/>
                <a:gd name="T15" fmla="*/ 31 h 151"/>
                <a:gd name="T16" fmla="*/ 120 w 152"/>
                <a:gd name="T17" fmla="*/ 76 h 151"/>
                <a:gd name="T18" fmla="*/ 75 w 152"/>
                <a:gd name="T19" fmla="*/ 121 h 151"/>
                <a:gd name="T20" fmla="*/ 30 w 152"/>
                <a:gd name="T21" fmla="*/ 76 h 151"/>
                <a:gd name="T22" fmla="*/ 75 w 152"/>
                <a:gd name="T23" fmla="*/ 31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2" h="151">
                  <a:moveTo>
                    <a:pt x="75" y="150"/>
                  </a:moveTo>
                  <a:lnTo>
                    <a:pt x="75" y="150"/>
                  </a:lnTo>
                  <a:cubicBezTo>
                    <a:pt x="117" y="150"/>
                    <a:pt x="151" y="116"/>
                    <a:pt x="151" y="76"/>
                  </a:cubicBezTo>
                  <a:cubicBezTo>
                    <a:pt x="151" y="34"/>
                    <a:pt x="117" y="0"/>
                    <a:pt x="75" y="0"/>
                  </a:cubicBezTo>
                  <a:cubicBezTo>
                    <a:pt x="34" y="0"/>
                    <a:pt x="0" y="34"/>
                    <a:pt x="0" y="76"/>
                  </a:cubicBezTo>
                  <a:cubicBezTo>
                    <a:pt x="0" y="116"/>
                    <a:pt x="34" y="150"/>
                    <a:pt x="75" y="150"/>
                  </a:cubicBezTo>
                  <a:close/>
                  <a:moveTo>
                    <a:pt x="75" y="31"/>
                  </a:moveTo>
                  <a:lnTo>
                    <a:pt x="75" y="31"/>
                  </a:lnTo>
                  <a:cubicBezTo>
                    <a:pt x="100" y="31"/>
                    <a:pt x="120" y="50"/>
                    <a:pt x="120" y="76"/>
                  </a:cubicBezTo>
                  <a:cubicBezTo>
                    <a:pt x="120" y="100"/>
                    <a:pt x="100" y="121"/>
                    <a:pt x="75" y="121"/>
                  </a:cubicBezTo>
                  <a:cubicBezTo>
                    <a:pt x="51" y="121"/>
                    <a:pt x="30" y="100"/>
                    <a:pt x="30" y="76"/>
                  </a:cubicBezTo>
                  <a:cubicBezTo>
                    <a:pt x="30" y="50"/>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7" name="Freeform 137">
              <a:extLst>
                <a:ext uri="{FF2B5EF4-FFF2-40B4-BE49-F238E27FC236}">
                  <a16:creationId xmlns:a16="http://schemas.microsoft.com/office/drawing/2014/main" id="{CDDC8230-8DF6-88B8-AA71-02B344D0F624}"/>
                </a:ext>
              </a:extLst>
            </p:cNvPr>
            <p:cNvSpPr>
              <a:spLocks noChangeArrowheads="1"/>
            </p:cNvSpPr>
            <p:nvPr/>
          </p:nvSpPr>
          <p:spPr bwMode="auto">
            <a:xfrm>
              <a:off x="7261225" y="3221038"/>
              <a:ext cx="53975" cy="53975"/>
            </a:xfrm>
            <a:custGeom>
              <a:avLst/>
              <a:gdLst>
                <a:gd name="T0" fmla="*/ 75 w 151"/>
                <a:gd name="T1" fmla="*/ 0 h 151"/>
                <a:gd name="T2" fmla="*/ 75 w 151"/>
                <a:gd name="T3" fmla="*/ 0 h 151"/>
                <a:gd name="T4" fmla="*/ 0 w 151"/>
                <a:gd name="T5" fmla="*/ 75 h 151"/>
                <a:gd name="T6" fmla="*/ 75 w 151"/>
                <a:gd name="T7" fmla="*/ 150 h 151"/>
                <a:gd name="T8" fmla="*/ 150 w 151"/>
                <a:gd name="T9" fmla="*/ 75 h 151"/>
                <a:gd name="T10" fmla="*/ 75 w 151"/>
                <a:gd name="T11" fmla="*/ 0 h 151"/>
                <a:gd name="T12" fmla="*/ 75 w 151"/>
                <a:gd name="T13" fmla="*/ 120 h 151"/>
                <a:gd name="T14" fmla="*/ 75 w 151"/>
                <a:gd name="T15" fmla="*/ 120 h 151"/>
                <a:gd name="T16" fmla="*/ 30 w 151"/>
                <a:gd name="T17" fmla="*/ 75 h 151"/>
                <a:gd name="T18" fmla="*/ 75 w 151"/>
                <a:gd name="T19" fmla="*/ 30 h 151"/>
                <a:gd name="T20" fmla="*/ 120 w 151"/>
                <a:gd name="T21" fmla="*/ 75 h 151"/>
                <a:gd name="T22" fmla="*/ 75 w 151"/>
                <a:gd name="T23" fmla="*/ 12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5" y="0"/>
                  </a:moveTo>
                  <a:lnTo>
                    <a:pt x="75" y="0"/>
                  </a:lnTo>
                  <a:cubicBezTo>
                    <a:pt x="34" y="0"/>
                    <a:pt x="0" y="33"/>
                    <a:pt x="0" y="75"/>
                  </a:cubicBezTo>
                  <a:cubicBezTo>
                    <a:pt x="0" y="116"/>
                    <a:pt x="34" y="150"/>
                    <a:pt x="75" y="150"/>
                  </a:cubicBezTo>
                  <a:cubicBezTo>
                    <a:pt x="117" y="150"/>
                    <a:pt x="150" y="116"/>
                    <a:pt x="150" y="75"/>
                  </a:cubicBezTo>
                  <a:cubicBezTo>
                    <a:pt x="150" y="33"/>
                    <a:pt x="117" y="0"/>
                    <a:pt x="75" y="0"/>
                  </a:cubicBezTo>
                  <a:close/>
                  <a:moveTo>
                    <a:pt x="75" y="120"/>
                  </a:moveTo>
                  <a:lnTo>
                    <a:pt x="75" y="120"/>
                  </a:lnTo>
                  <a:cubicBezTo>
                    <a:pt x="51" y="120"/>
                    <a:pt x="30" y="99"/>
                    <a:pt x="30" y="75"/>
                  </a:cubicBezTo>
                  <a:cubicBezTo>
                    <a:pt x="30" y="50"/>
                    <a:pt x="51" y="30"/>
                    <a:pt x="75" y="30"/>
                  </a:cubicBezTo>
                  <a:cubicBezTo>
                    <a:pt x="100" y="30"/>
                    <a:pt x="120" y="50"/>
                    <a:pt x="120" y="75"/>
                  </a:cubicBezTo>
                  <a:cubicBezTo>
                    <a:pt x="120" y="99"/>
                    <a:pt x="100" y="120"/>
                    <a:pt x="75" y="1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8" name="Freeform 138">
              <a:extLst>
                <a:ext uri="{FF2B5EF4-FFF2-40B4-BE49-F238E27FC236}">
                  <a16:creationId xmlns:a16="http://schemas.microsoft.com/office/drawing/2014/main" id="{2ED6B4DF-BD50-8112-D6A8-EAD4BD6C11CD}"/>
                </a:ext>
              </a:extLst>
            </p:cNvPr>
            <p:cNvSpPr>
              <a:spLocks noChangeArrowheads="1"/>
            </p:cNvSpPr>
            <p:nvPr/>
          </p:nvSpPr>
          <p:spPr bwMode="auto">
            <a:xfrm>
              <a:off x="7326313" y="3221038"/>
              <a:ext cx="53975" cy="53975"/>
            </a:xfrm>
            <a:custGeom>
              <a:avLst/>
              <a:gdLst>
                <a:gd name="T0" fmla="*/ 0 w 151"/>
                <a:gd name="T1" fmla="*/ 75 h 151"/>
                <a:gd name="T2" fmla="*/ 0 w 151"/>
                <a:gd name="T3" fmla="*/ 75 h 151"/>
                <a:gd name="T4" fmla="*/ 74 w 151"/>
                <a:gd name="T5" fmla="*/ 150 h 151"/>
                <a:gd name="T6" fmla="*/ 150 w 151"/>
                <a:gd name="T7" fmla="*/ 75 h 151"/>
                <a:gd name="T8" fmla="*/ 74 w 151"/>
                <a:gd name="T9" fmla="*/ 0 h 151"/>
                <a:gd name="T10" fmla="*/ 0 w 151"/>
                <a:gd name="T11" fmla="*/ 75 h 151"/>
                <a:gd name="T12" fmla="*/ 74 w 151"/>
                <a:gd name="T13" fmla="*/ 30 h 151"/>
                <a:gd name="T14" fmla="*/ 74 w 151"/>
                <a:gd name="T15" fmla="*/ 30 h 151"/>
                <a:gd name="T16" fmla="*/ 119 w 151"/>
                <a:gd name="T17" fmla="*/ 75 h 151"/>
                <a:gd name="T18" fmla="*/ 74 w 151"/>
                <a:gd name="T19" fmla="*/ 120 h 151"/>
                <a:gd name="T20" fmla="*/ 29 w 151"/>
                <a:gd name="T21" fmla="*/ 75 h 151"/>
                <a:gd name="T22" fmla="*/ 74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0" y="75"/>
                  </a:moveTo>
                  <a:lnTo>
                    <a:pt x="0" y="75"/>
                  </a:lnTo>
                  <a:cubicBezTo>
                    <a:pt x="0" y="116"/>
                    <a:pt x="34" y="150"/>
                    <a:pt x="74" y="150"/>
                  </a:cubicBezTo>
                  <a:cubicBezTo>
                    <a:pt x="117" y="150"/>
                    <a:pt x="150" y="116"/>
                    <a:pt x="150" y="75"/>
                  </a:cubicBezTo>
                  <a:cubicBezTo>
                    <a:pt x="150" y="33"/>
                    <a:pt x="117" y="0"/>
                    <a:pt x="74" y="0"/>
                  </a:cubicBezTo>
                  <a:cubicBezTo>
                    <a:pt x="34" y="0"/>
                    <a:pt x="0" y="33"/>
                    <a:pt x="0" y="75"/>
                  </a:cubicBezTo>
                  <a:close/>
                  <a:moveTo>
                    <a:pt x="74" y="30"/>
                  </a:moveTo>
                  <a:lnTo>
                    <a:pt x="74" y="30"/>
                  </a:lnTo>
                  <a:cubicBezTo>
                    <a:pt x="100" y="30"/>
                    <a:pt x="119" y="50"/>
                    <a:pt x="119" y="75"/>
                  </a:cubicBezTo>
                  <a:cubicBezTo>
                    <a:pt x="119" y="99"/>
                    <a:pt x="100" y="120"/>
                    <a:pt x="74" y="120"/>
                  </a:cubicBezTo>
                  <a:cubicBezTo>
                    <a:pt x="51" y="120"/>
                    <a:pt x="29" y="99"/>
                    <a:pt x="29" y="75"/>
                  </a:cubicBezTo>
                  <a:cubicBezTo>
                    <a:pt x="29" y="50"/>
                    <a:pt x="51" y="30"/>
                    <a:pt x="74"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69" name="Freeform 139">
              <a:extLst>
                <a:ext uri="{FF2B5EF4-FFF2-40B4-BE49-F238E27FC236}">
                  <a16:creationId xmlns:a16="http://schemas.microsoft.com/office/drawing/2014/main" id="{068C135B-BDED-F61F-261B-4CD85FD58F82}"/>
                </a:ext>
              </a:extLst>
            </p:cNvPr>
            <p:cNvSpPr>
              <a:spLocks noChangeArrowheads="1"/>
            </p:cNvSpPr>
            <p:nvPr/>
          </p:nvSpPr>
          <p:spPr bwMode="auto">
            <a:xfrm>
              <a:off x="7292975" y="3286125"/>
              <a:ext cx="53975" cy="53975"/>
            </a:xfrm>
            <a:custGeom>
              <a:avLst/>
              <a:gdLst>
                <a:gd name="T0" fmla="*/ 0 w 151"/>
                <a:gd name="T1" fmla="*/ 76 h 152"/>
                <a:gd name="T2" fmla="*/ 0 w 151"/>
                <a:gd name="T3" fmla="*/ 76 h 152"/>
                <a:gd name="T4" fmla="*/ 75 w 151"/>
                <a:gd name="T5" fmla="*/ 151 h 152"/>
                <a:gd name="T6" fmla="*/ 150 w 151"/>
                <a:gd name="T7" fmla="*/ 76 h 152"/>
                <a:gd name="T8" fmla="*/ 75 w 151"/>
                <a:gd name="T9" fmla="*/ 0 h 152"/>
                <a:gd name="T10" fmla="*/ 0 w 151"/>
                <a:gd name="T11" fmla="*/ 76 h 152"/>
                <a:gd name="T12" fmla="*/ 75 w 151"/>
                <a:gd name="T13" fmla="*/ 31 h 152"/>
                <a:gd name="T14" fmla="*/ 75 w 151"/>
                <a:gd name="T15" fmla="*/ 31 h 152"/>
                <a:gd name="T16" fmla="*/ 119 w 151"/>
                <a:gd name="T17" fmla="*/ 76 h 152"/>
                <a:gd name="T18" fmla="*/ 75 w 151"/>
                <a:gd name="T19" fmla="*/ 121 h 152"/>
                <a:gd name="T20" fmla="*/ 30 w 151"/>
                <a:gd name="T21" fmla="*/ 76 h 152"/>
                <a:gd name="T22" fmla="*/ 75 w 151"/>
                <a:gd name="T23" fmla="*/ 31 h 1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2">
                  <a:moveTo>
                    <a:pt x="0" y="76"/>
                  </a:moveTo>
                  <a:lnTo>
                    <a:pt x="0" y="76"/>
                  </a:lnTo>
                  <a:cubicBezTo>
                    <a:pt x="0" y="117"/>
                    <a:pt x="34" y="151"/>
                    <a:pt x="75" y="151"/>
                  </a:cubicBezTo>
                  <a:cubicBezTo>
                    <a:pt x="117" y="151"/>
                    <a:pt x="150" y="117"/>
                    <a:pt x="150" y="76"/>
                  </a:cubicBezTo>
                  <a:cubicBezTo>
                    <a:pt x="150" y="34"/>
                    <a:pt x="117" y="0"/>
                    <a:pt x="75" y="0"/>
                  </a:cubicBezTo>
                  <a:cubicBezTo>
                    <a:pt x="34" y="0"/>
                    <a:pt x="0" y="34"/>
                    <a:pt x="0" y="76"/>
                  </a:cubicBezTo>
                  <a:close/>
                  <a:moveTo>
                    <a:pt x="75" y="31"/>
                  </a:moveTo>
                  <a:lnTo>
                    <a:pt x="75" y="31"/>
                  </a:lnTo>
                  <a:cubicBezTo>
                    <a:pt x="100" y="31"/>
                    <a:pt x="119" y="51"/>
                    <a:pt x="119" y="76"/>
                  </a:cubicBezTo>
                  <a:cubicBezTo>
                    <a:pt x="119" y="100"/>
                    <a:pt x="100" y="121"/>
                    <a:pt x="75" y="121"/>
                  </a:cubicBezTo>
                  <a:cubicBezTo>
                    <a:pt x="51" y="121"/>
                    <a:pt x="30" y="100"/>
                    <a:pt x="30" y="76"/>
                  </a:cubicBezTo>
                  <a:cubicBezTo>
                    <a:pt x="30" y="51"/>
                    <a:pt x="51" y="31"/>
                    <a:pt x="75" y="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0" name="Freeform 140">
              <a:extLst>
                <a:ext uri="{FF2B5EF4-FFF2-40B4-BE49-F238E27FC236}">
                  <a16:creationId xmlns:a16="http://schemas.microsoft.com/office/drawing/2014/main" id="{5386AA26-FA75-54E5-0A36-DA4011549B34}"/>
                </a:ext>
              </a:extLst>
            </p:cNvPr>
            <p:cNvSpPr>
              <a:spLocks noChangeArrowheads="1"/>
            </p:cNvSpPr>
            <p:nvPr/>
          </p:nvSpPr>
          <p:spPr bwMode="auto">
            <a:xfrm>
              <a:off x="7261225" y="3079750"/>
              <a:ext cx="87313" cy="76200"/>
            </a:xfrm>
            <a:custGeom>
              <a:avLst/>
              <a:gdLst>
                <a:gd name="T0" fmla="*/ 35 w 242"/>
                <a:gd name="T1" fmla="*/ 146 h 212"/>
                <a:gd name="T2" fmla="*/ 35 w 242"/>
                <a:gd name="T3" fmla="*/ 146 h 212"/>
                <a:gd name="T4" fmla="*/ 88 w 242"/>
                <a:gd name="T5" fmla="*/ 177 h 212"/>
                <a:gd name="T6" fmla="*/ 139 w 242"/>
                <a:gd name="T7" fmla="*/ 183 h 212"/>
                <a:gd name="T8" fmla="*/ 151 w 242"/>
                <a:gd name="T9" fmla="*/ 183 h 212"/>
                <a:gd name="T10" fmla="*/ 151 w 242"/>
                <a:gd name="T11" fmla="*/ 197 h 212"/>
                <a:gd name="T12" fmla="*/ 166 w 242"/>
                <a:gd name="T13" fmla="*/ 211 h 212"/>
                <a:gd name="T14" fmla="*/ 181 w 242"/>
                <a:gd name="T15" fmla="*/ 197 h 212"/>
                <a:gd name="T16" fmla="*/ 181 w 242"/>
                <a:gd name="T17" fmla="*/ 167 h 212"/>
                <a:gd name="T18" fmla="*/ 182 w 242"/>
                <a:gd name="T19" fmla="*/ 146 h 212"/>
                <a:gd name="T20" fmla="*/ 182 w 242"/>
                <a:gd name="T21" fmla="*/ 135 h 212"/>
                <a:gd name="T22" fmla="*/ 226 w 242"/>
                <a:gd name="T23" fmla="*/ 92 h 212"/>
                <a:gd name="T24" fmla="*/ 241 w 242"/>
                <a:gd name="T25" fmla="*/ 76 h 212"/>
                <a:gd name="T26" fmla="*/ 226 w 242"/>
                <a:gd name="T27" fmla="*/ 62 h 212"/>
                <a:gd name="T28" fmla="*/ 174 w 242"/>
                <a:gd name="T29" fmla="*/ 83 h 212"/>
                <a:gd name="T30" fmla="*/ 174 w 242"/>
                <a:gd name="T31" fmla="*/ 84 h 212"/>
                <a:gd name="T32" fmla="*/ 147 w 242"/>
                <a:gd name="T33" fmla="*/ 37 h 212"/>
                <a:gd name="T34" fmla="*/ 136 w 242"/>
                <a:gd name="T35" fmla="*/ 47 h 212"/>
                <a:gd name="T36" fmla="*/ 147 w 242"/>
                <a:gd name="T37" fmla="*/ 37 h 212"/>
                <a:gd name="T38" fmla="*/ 94 w 242"/>
                <a:gd name="T39" fmla="*/ 6 h 212"/>
                <a:gd name="T40" fmla="*/ 43 w 242"/>
                <a:gd name="T41" fmla="*/ 0 h 212"/>
                <a:gd name="T42" fmla="*/ 14 w 242"/>
                <a:gd name="T43" fmla="*/ 2 h 212"/>
                <a:gd name="T44" fmla="*/ 1 w 242"/>
                <a:gd name="T45" fmla="*/ 14 h 212"/>
                <a:gd name="T46" fmla="*/ 0 w 242"/>
                <a:gd name="T47" fmla="*/ 38 h 212"/>
                <a:gd name="T48" fmla="*/ 7 w 242"/>
                <a:gd name="T49" fmla="*/ 90 h 212"/>
                <a:gd name="T50" fmla="*/ 35 w 242"/>
                <a:gd name="T51" fmla="*/ 146 h 212"/>
                <a:gd name="T52" fmla="*/ 87 w 242"/>
                <a:gd name="T53" fmla="*/ 35 h 212"/>
                <a:gd name="T54" fmla="*/ 87 w 242"/>
                <a:gd name="T55" fmla="*/ 35 h 212"/>
                <a:gd name="T56" fmla="*/ 125 w 242"/>
                <a:gd name="T57" fmla="*/ 56 h 212"/>
                <a:gd name="T58" fmla="*/ 125 w 242"/>
                <a:gd name="T59" fmla="*/ 56 h 212"/>
                <a:gd name="T60" fmla="*/ 147 w 242"/>
                <a:gd name="T61" fmla="*/ 101 h 212"/>
                <a:gd name="T62" fmla="*/ 151 w 242"/>
                <a:gd name="T63" fmla="*/ 135 h 212"/>
                <a:gd name="T64" fmla="*/ 151 w 242"/>
                <a:gd name="T65" fmla="*/ 136 h 212"/>
                <a:gd name="T66" fmla="*/ 151 w 242"/>
                <a:gd name="T67" fmla="*/ 138 h 212"/>
                <a:gd name="T68" fmla="*/ 151 w 242"/>
                <a:gd name="T69" fmla="*/ 146 h 212"/>
                <a:gd name="T70" fmla="*/ 151 w 242"/>
                <a:gd name="T71" fmla="*/ 153 h 212"/>
                <a:gd name="T72" fmla="*/ 139 w 242"/>
                <a:gd name="T73" fmla="*/ 153 h 212"/>
                <a:gd name="T74" fmla="*/ 95 w 242"/>
                <a:gd name="T75" fmla="*/ 148 h 212"/>
                <a:gd name="T76" fmla="*/ 57 w 242"/>
                <a:gd name="T77" fmla="*/ 127 h 212"/>
                <a:gd name="T78" fmla="*/ 35 w 242"/>
                <a:gd name="T79" fmla="*/ 83 h 212"/>
                <a:gd name="T80" fmla="*/ 31 w 242"/>
                <a:gd name="T81" fmla="*/ 38 h 212"/>
                <a:gd name="T82" fmla="*/ 31 w 242"/>
                <a:gd name="T83" fmla="*/ 31 h 212"/>
                <a:gd name="T84" fmla="*/ 43 w 242"/>
                <a:gd name="T85" fmla="*/ 30 h 212"/>
                <a:gd name="T86" fmla="*/ 87 w 242"/>
                <a:gd name="T87" fmla="*/ 35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42" h="212">
                  <a:moveTo>
                    <a:pt x="35" y="146"/>
                  </a:moveTo>
                  <a:lnTo>
                    <a:pt x="35" y="146"/>
                  </a:lnTo>
                  <a:cubicBezTo>
                    <a:pt x="50" y="163"/>
                    <a:pt x="70" y="172"/>
                    <a:pt x="88" y="177"/>
                  </a:cubicBezTo>
                  <a:cubicBezTo>
                    <a:pt x="107" y="181"/>
                    <a:pt x="125" y="183"/>
                    <a:pt x="139" y="183"/>
                  </a:cubicBezTo>
                  <a:cubicBezTo>
                    <a:pt x="143" y="183"/>
                    <a:pt x="147" y="183"/>
                    <a:pt x="151" y="183"/>
                  </a:cubicBezTo>
                  <a:cubicBezTo>
                    <a:pt x="151" y="197"/>
                    <a:pt x="151" y="197"/>
                    <a:pt x="151" y="197"/>
                  </a:cubicBezTo>
                  <a:cubicBezTo>
                    <a:pt x="151" y="205"/>
                    <a:pt x="158" y="211"/>
                    <a:pt x="166" y="211"/>
                  </a:cubicBezTo>
                  <a:cubicBezTo>
                    <a:pt x="174" y="211"/>
                    <a:pt x="181" y="205"/>
                    <a:pt x="181" y="197"/>
                  </a:cubicBezTo>
                  <a:cubicBezTo>
                    <a:pt x="181" y="167"/>
                    <a:pt x="181" y="167"/>
                    <a:pt x="181" y="167"/>
                  </a:cubicBezTo>
                  <a:cubicBezTo>
                    <a:pt x="181" y="165"/>
                    <a:pt x="182" y="157"/>
                    <a:pt x="182" y="146"/>
                  </a:cubicBezTo>
                  <a:cubicBezTo>
                    <a:pt x="182" y="142"/>
                    <a:pt x="182" y="139"/>
                    <a:pt x="182" y="135"/>
                  </a:cubicBezTo>
                  <a:cubicBezTo>
                    <a:pt x="182" y="111"/>
                    <a:pt x="202" y="92"/>
                    <a:pt x="226" y="92"/>
                  </a:cubicBezTo>
                  <a:cubicBezTo>
                    <a:pt x="234" y="92"/>
                    <a:pt x="241" y="84"/>
                    <a:pt x="241" y="76"/>
                  </a:cubicBezTo>
                  <a:cubicBezTo>
                    <a:pt x="241" y="69"/>
                    <a:pt x="234" y="62"/>
                    <a:pt x="226" y="62"/>
                  </a:cubicBezTo>
                  <a:cubicBezTo>
                    <a:pt x="205" y="62"/>
                    <a:pt x="187" y="70"/>
                    <a:pt x="174" y="83"/>
                  </a:cubicBezTo>
                  <a:cubicBezTo>
                    <a:pt x="174" y="83"/>
                    <a:pt x="174" y="83"/>
                    <a:pt x="174" y="84"/>
                  </a:cubicBezTo>
                  <a:cubicBezTo>
                    <a:pt x="168" y="68"/>
                    <a:pt x="160" y="51"/>
                    <a:pt x="147" y="37"/>
                  </a:cubicBezTo>
                  <a:cubicBezTo>
                    <a:pt x="136" y="47"/>
                    <a:pt x="136" y="47"/>
                    <a:pt x="136" y="47"/>
                  </a:cubicBezTo>
                  <a:cubicBezTo>
                    <a:pt x="147" y="37"/>
                    <a:pt x="147" y="37"/>
                    <a:pt x="147" y="37"/>
                  </a:cubicBezTo>
                  <a:cubicBezTo>
                    <a:pt x="132" y="20"/>
                    <a:pt x="114" y="11"/>
                    <a:pt x="94" y="6"/>
                  </a:cubicBezTo>
                  <a:cubicBezTo>
                    <a:pt x="76" y="2"/>
                    <a:pt x="57" y="0"/>
                    <a:pt x="43" y="0"/>
                  </a:cubicBezTo>
                  <a:cubicBezTo>
                    <a:pt x="26" y="0"/>
                    <a:pt x="15" y="2"/>
                    <a:pt x="14" y="2"/>
                  </a:cubicBezTo>
                  <a:cubicBezTo>
                    <a:pt x="7" y="3"/>
                    <a:pt x="3" y="9"/>
                    <a:pt x="1" y="14"/>
                  </a:cubicBezTo>
                  <a:cubicBezTo>
                    <a:pt x="1" y="16"/>
                    <a:pt x="0" y="24"/>
                    <a:pt x="0" y="38"/>
                  </a:cubicBezTo>
                  <a:cubicBezTo>
                    <a:pt x="0" y="51"/>
                    <a:pt x="1" y="70"/>
                    <a:pt x="7" y="90"/>
                  </a:cubicBezTo>
                  <a:cubicBezTo>
                    <a:pt x="11" y="110"/>
                    <a:pt x="19" y="129"/>
                    <a:pt x="35" y="146"/>
                  </a:cubicBezTo>
                  <a:close/>
                  <a:moveTo>
                    <a:pt x="87" y="35"/>
                  </a:moveTo>
                  <a:lnTo>
                    <a:pt x="87" y="35"/>
                  </a:lnTo>
                  <a:cubicBezTo>
                    <a:pt x="101" y="40"/>
                    <a:pt x="115" y="47"/>
                    <a:pt x="125" y="56"/>
                  </a:cubicBezTo>
                  <a:lnTo>
                    <a:pt x="125" y="56"/>
                  </a:lnTo>
                  <a:cubicBezTo>
                    <a:pt x="136" y="69"/>
                    <a:pt x="143" y="84"/>
                    <a:pt x="147" y="101"/>
                  </a:cubicBezTo>
                  <a:cubicBezTo>
                    <a:pt x="150" y="113"/>
                    <a:pt x="151" y="125"/>
                    <a:pt x="151" y="135"/>
                  </a:cubicBezTo>
                  <a:cubicBezTo>
                    <a:pt x="151" y="136"/>
                    <a:pt x="151" y="136"/>
                    <a:pt x="151" y="136"/>
                  </a:cubicBezTo>
                  <a:cubicBezTo>
                    <a:pt x="151" y="136"/>
                    <a:pt x="151" y="136"/>
                    <a:pt x="151" y="138"/>
                  </a:cubicBezTo>
                  <a:cubicBezTo>
                    <a:pt x="151" y="141"/>
                    <a:pt x="151" y="143"/>
                    <a:pt x="151" y="146"/>
                  </a:cubicBezTo>
                  <a:cubicBezTo>
                    <a:pt x="151" y="149"/>
                    <a:pt x="151" y="150"/>
                    <a:pt x="151" y="153"/>
                  </a:cubicBezTo>
                  <a:cubicBezTo>
                    <a:pt x="149" y="153"/>
                    <a:pt x="144" y="153"/>
                    <a:pt x="139" y="153"/>
                  </a:cubicBezTo>
                  <a:cubicBezTo>
                    <a:pt x="126" y="153"/>
                    <a:pt x="111" y="152"/>
                    <a:pt x="95" y="148"/>
                  </a:cubicBezTo>
                  <a:cubicBezTo>
                    <a:pt x="81" y="143"/>
                    <a:pt x="67" y="136"/>
                    <a:pt x="57" y="127"/>
                  </a:cubicBezTo>
                  <a:cubicBezTo>
                    <a:pt x="46" y="115"/>
                    <a:pt x="39" y="99"/>
                    <a:pt x="35" y="83"/>
                  </a:cubicBezTo>
                  <a:cubicBezTo>
                    <a:pt x="31" y="66"/>
                    <a:pt x="31" y="49"/>
                    <a:pt x="31" y="38"/>
                  </a:cubicBezTo>
                  <a:cubicBezTo>
                    <a:pt x="31" y="35"/>
                    <a:pt x="31" y="33"/>
                    <a:pt x="31" y="31"/>
                  </a:cubicBezTo>
                  <a:cubicBezTo>
                    <a:pt x="34" y="30"/>
                    <a:pt x="38" y="30"/>
                    <a:pt x="43" y="30"/>
                  </a:cubicBezTo>
                  <a:cubicBezTo>
                    <a:pt x="56" y="30"/>
                    <a:pt x="71" y="31"/>
                    <a:pt x="87" y="3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1" name="Group 174">
            <a:extLst>
              <a:ext uri="{FF2B5EF4-FFF2-40B4-BE49-F238E27FC236}">
                <a16:creationId xmlns:a16="http://schemas.microsoft.com/office/drawing/2014/main" id="{1881A352-7320-1115-F695-22E1C1CDCB92}"/>
              </a:ext>
            </a:extLst>
          </p:cNvPr>
          <p:cNvGrpSpPr/>
          <p:nvPr/>
        </p:nvGrpSpPr>
        <p:grpSpPr>
          <a:xfrm>
            <a:off x="8749903" y="1339726"/>
            <a:ext cx="258762" cy="258762"/>
            <a:chOff x="7713663" y="3081338"/>
            <a:chExt cx="258762" cy="258762"/>
          </a:xfrm>
          <a:solidFill>
            <a:schemeClr val="accent4"/>
          </a:solidFill>
        </p:grpSpPr>
        <p:sp>
          <p:nvSpPr>
            <p:cNvPr id="172" name="Freeform 141">
              <a:extLst>
                <a:ext uri="{FF2B5EF4-FFF2-40B4-BE49-F238E27FC236}">
                  <a16:creationId xmlns:a16="http://schemas.microsoft.com/office/drawing/2014/main" id="{8A581774-5A1C-CA07-FF7B-A73B8FE87F70}"/>
                </a:ext>
              </a:extLst>
            </p:cNvPr>
            <p:cNvSpPr>
              <a:spLocks noChangeArrowheads="1"/>
            </p:cNvSpPr>
            <p:nvPr/>
          </p:nvSpPr>
          <p:spPr bwMode="auto">
            <a:xfrm>
              <a:off x="7756525" y="3081338"/>
              <a:ext cx="31750" cy="42862"/>
            </a:xfrm>
            <a:custGeom>
              <a:avLst/>
              <a:gdLst>
                <a:gd name="T0" fmla="*/ 45 w 90"/>
                <a:gd name="T1" fmla="*/ 0 h 120"/>
                <a:gd name="T2" fmla="*/ 45 w 90"/>
                <a:gd name="T3" fmla="*/ 0 h 120"/>
                <a:gd name="T4" fmla="*/ 33 w 90"/>
                <a:gd name="T5" fmla="*/ 5 h 120"/>
                <a:gd name="T6" fmla="*/ 18 w 90"/>
                <a:gd name="T7" fmla="*/ 28 h 120"/>
                <a:gd name="T8" fmla="*/ 7 w 90"/>
                <a:gd name="T9" fmla="*/ 49 h 120"/>
                <a:gd name="T10" fmla="*/ 0 w 90"/>
                <a:gd name="T11" fmla="*/ 74 h 120"/>
                <a:gd name="T12" fmla="*/ 4 w 90"/>
                <a:gd name="T13" fmla="*/ 95 h 120"/>
                <a:gd name="T14" fmla="*/ 22 w 90"/>
                <a:gd name="T15" fmla="*/ 115 h 120"/>
                <a:gd name="T16" fmla="*/ 45 w 90"/>
                <a:gd name="T17" fmla="*/ 119 h 120"/>
                <a:gd name="T18" fmla="*/ 60 w 90"/>
                <a:gd name="T19" fmla="*/ 118 h 120"/>
                <a:gd name="T20" fmla="*/ 82 w 90"/>
                <a:gd name="T21" fmla="*/ 104 h 120"/>
                <a:gd name="T22" fmla="*/ 89 w 90"/>
                <a:gd name="T23" fmla="*/ 74 h 120"/>
                <a:gd name="T24" fmla="*/ 84 w 90"/>
                <a:gd name="T25" fmla="*/ 49 h 120"/>
                <a:gd name="T26" fmla="*/ 57 w 90"/>
                <a:gd name="T27" fmla="*/ 5 h 120"/>
                <a:gd name="T28" fmla="*/ 45 w 90"/>
                <a:gd name="T29" fmla="*/ 0 h 120"/>
                <a:gd name="T30" fmla="*/ 60 w 90"/>
                <a:gd name="T31" fmla="*/ 74 h 120"/>
                <a:gd name="T32" fmla="*/ 60 w 90"/>
                <a:gd name="T33" fmla="*/ 74 h 120"/>
                <a:gd name="T34" fmla="*/ 59 w 90"/>
                <a:gd name="T35" fmla="*/ 84 h 120"/>
                <a:gd name="T36" fmla="*/ 56 w 90"/>
                <a:gd name="T37" fmla="*/ 88 h 120"/>
                <a:gd name="T38" fmla="*/ 45 w 90"/>
                <a:gd name="T39" fmla="*/ 90 h 120"/>
                <a:gd name="T40" fmla="*/ 38 w 90"/>
                <a:gd name="T41" fmla="*/ 90 h 120"/>
                <a:gd name="T42" fmla="*/ 32 w 90"/>
                <a:gd name="T43" fmla="*/ 87 h 120"/>
                <a:gd name="T44" fmla="*/ 31 w 90"/>
                <a:gd name="T45" fmla="*/ 74 h 120"/>
                <a:gd name="T46" fmla="*/ 33 w 90"/>
                <a:gd name="T47" fmla="*/ 60 h 120"/>
                <a:gd name="T48" fmla="*/ 45 w 90"/>
                <a:gd name="T49" fmla="*/ 40 h 120"/>
                <a:gd name="T50" fmla="*/ 49 w 90"/>
                <a:gd name="T51" fmla="*/ 46 h 120"/>
                <a:gd name="T52" fmla="*/ 57 w 90"/>
                <a:gd name="T53" fmla="*/ 61 h 120"/>
                <a:gd name="T54" fmla="*/ 60 w 90"/>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0" h="120">
                  <a:moveTo>
                    <a:pt x="45" y="0"/>
                  </a:moveTo>
                  <a:lnTo>
                    <a:pt x="45" y="0"/>
                  </a:lnTo>
                  <a:cubicBezTo>
                    <a:pt x="40" y="0"/>
                    <a:pt x="36" y="1"/>
                    <a:pt x="33" y="5"/>
                  </a:cubicBezTo>
                  <a:cubicBezTo>
                    <a:pt x="33" y="5"/>
                    <a:pt x="26" y="15"/>
                    <a:pt x="18" y="28"/>
                  </a:cubicBezTo>
                  <a:cubicBezTo>
                    <a:pt x="14" y="33"/>
                    <a:pt x="9" y="42"/>
                    <a:pt x="7" y="49"/>
                  </a:cubicBezTo>
                  <a:cubicBezTo>
                    <a:pt x="2" y="57"/>
                    <a:pt x="0" y="66"/>
                    <a:pt x="0" y="74"/>
                  </a:cubicBezTo>
                  <a:cubicBezTo>
                    <a:pt x="0" y="82"/>
                    <a:pt x="1" y="90"/>
                    <a:pt x="4" y="95"/>
                  </a:cubicBezTo>
                  <a:cubicBezTo>
                    <a:pt x="7" y="105"/>
                    <a:pt x="14" y="112"/>
                    <a:pt x="22" y="115"/>
                  </a:cubicBezTo>
                  <a:cubicBezTo>
                    <a:pt x="31" y="119"/>
                    <a:pt x="38" y="119"/>
                    <a:pt x="45" y="119"/>
                  </a:cubicBezTo>
                  <a:cubicBezTo>
                    <a:pt x="50" y="119"/>
                    <a:pt x="56" y="119"/>
                    <a:pt x="60" y="118"/>
                  </a:cubicBezTo>
                  <a:cubicBezTo>
                    <a:pt x="68" y="116"/>
                    <a:pt x="77" y="112"/>
                    <a:pt x="82" y="104"/>
                  </a:cubicBezTo>
                  <a:cubicBezTo>
                    <a:pt x="88" y="95"/>
                    <a:pt x="89" y="85"/>
                    <a:pt x="89" y="74"/>
                  </a:cubicBezTo>
                  <a:cubicBezTo>
                    <a:pt x="89" y="66"/>
                    <a:pt x="88" y="57"/>
                    <a:pt x="84" y="49"/>
                  </a:cubicBezTo>
                  <a:cubicBezTo>
                    <a:pt x="74" y="26"/>
                    <a:pt x="57" y="5"/>
                    <a:pt x="57" y="5"/>
                  </a:cubicBezTo>
                  <a:cubicBezTo>
                    <a:pt x="54" y="1"/>
                    <a:pt x="50" y="0"/>
                    <a:pt x="45" y="0"/>
                  </a:cubicBezTo>
                  <a:close/>
                  <a:moveTo>
                    <a:pt x="60" y="74"/>
                  </a:moveTo>
                  <a:lnTo>
                    <a:pt x="60" y="74"/>
                  </a:lnTo>
                  <a:cubicBezTo>
                    <a:pt x="60" y="80"/>
                    <a:pt x="60" y="82"/>
                    <a:pt x="59" y="84"/>
                  </a:cubicBezTo>
                  <a:cubicBezTo>
                    <a:pt x="57" y="87"/>
                    <a:pt x="57" y="87"/>
                    <a:pt x="56" y="88"/>
                  </a:cubicBezTo>
                  <a:cubicBezTo>
                    <a:pt x="54" y="90"/>
                    <a:pt x="50" y="90"/>
                    <a:pt x="45" y="90"/>
                  </a:cubicBezTo>
                  <a:cubicBezTo>
                    <a:pt x="42" y="90"/>
                    <a:pt x="39" y="90"/>
                    <a:pt x="38" y="90"/>
                  </a:cubicBezTo>
                  <a:cubicBezTo>
                    <a:pt x="33" y="88"/>
                    <a:pt x="33" y="88"/>
                    <a:pt x="32" y="87"/>
                  </a:cubicBezTo>
                  <a:cubicBezTo>
                    <a:pt x="32" y="85"/>
                    <a:pt x="31" y="82"/>
                    <a:pt x="31" y="74"/>
                  </a:cubicBezTo>
                  <a:cubicBezTo>
                    <a:pt x="31" y="71"/>
                    <a:pt x="32" y="66"/>
                    <a:pt x="33" y="60"/>
                  </a:cubicBezTo>
                  <a:cubicBezTo>
                    <a:pt x="36" y="53"/>
                    <a:pt x="40" y="46"/>
                    <a:pt x="45" y="40"/>
                  </a:cubicBezTo>
                  <a:cubicBezTo>
                    <a:pt x="46" y="42"/>
                    <a:pt x="47" y="43"/>
                    <a:pt x="49" y="46"/>
                  </a:cubicBezTo>
                  <a:cubicBezTo>
                    <a:pt x="52" y="50"/>
                    <a:pt x="54" y="56"/>
                    <a:pt x="57" y="61"/>
                  </a:cubicBezTo>
                  <a:cubicBezTo>
                    <a:pt x="59" y="67"/>
                    <a:pt x="60" y="71"/>
                    <a:pt x="60"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3" name="Freeform 142">
              <a:extLst>
                <a:ext uri="{FF2B5EF4-FFF2-40B4-BE49-F238E27FC236}">
                  <a16:creationId xmlns:a16="http://schemas.microsoft.com/office/drawing/2014/main" id="{554BE643-763C-8719-5103-E4ECFA35A4C6}"/>
                </a:ext>
              </a:extLst>
            </p:cNvPr>
            <p:cNvSpPr>
              <a:spLocks noChangeArrowheads="1"/>
            </p:cNvSpPr>
            <p:nvPr/>
          </p:nvSpPr>
          <p:spPr bwMode="auto">
            <a:xfrm>
              <a:off x="7832725" y="3081338"/>
              <a:ext cx="33338" cy="42862"/>
            </a:xfrm>
            <a:custGeom>
              <a:avLst/>
              <a:gdLst>
                <a:gd name="T0" fmla="*/ 45 w 91"/>
                <a:gd name="T1" fmla="*/ 0 h 120"/>
                <a:gd name="T2" fmla="*/ 45 w 91"/>
                <a:gd name="T3" fmla="*/ 0 h 120"/>
                <a:gd name="T4" fmla="*/ 34 w 91"/>
                <a:gd name="T5" fmla="*/ 5 h 120"/>
                <a:gd name="T6" fmla="*/ 17 w 91"/>
                <a:gd name="T7" fmla="*/ 28 h 120"/>
                <a:gd name="T8" fmla="*/ 6 w 91"/>
                <a:gd name="T9" fmla="*/ 49 h 120"/>
                <a:gd name="T10" fmla="*/ 0 w 91"/>
                <a:gd name="T11" fmla="*/ 74 h 120"/>
                <a:gd name="T12" fmla="*/ 3 w 91"/>
                <a:gd name="T13" fmla="*/ 95 h 120"/>
                <a:gd name="T14" fmla="*/ 21 w 91"/>
                <a:gd name="T15" fmla="*/ 115 h 120"/>
                <a:gd name="T16" fmla="*/ 45 w 91"/>
                <a:gd name="T17" fmla="*/ 119 h 120"/>
                <a:gd name="T18" fmla="*/ 61 w 91"/>
                <a:gd name="T19" fmla="*/ 118 h 120"/>
                <a:gd name="T20" fmla="*/ 82 w 91"/>
                <a:gd name="T21" fmla="*/ 104 h 120"/>
                <a:gd name="T22" fmla="*/ 90 w 91"/>
                <a:gd name="T23" fmla="*/ 74 h 120"/>
                <a:gd name="T24" fmla="*/ 84 w 91"/>
                <a:gd name="T25" fmla="*/ 49 h 120"/>
                <a:gd name="T26" fmla="*/ 56 w 91"/>
                <a:gd name="T27" fmla="*/ 5 h 120"/>
                <a:gd name="T28" fmla="*/ 45 w 91"/>
                <a:gd name="T29" fmla="*/ 0 h 120"/>
                <a:gd name="T30" fmla="*/ 59 w 91"/>
                <a:gd name="T31" fmla="*/ 74 h 120"/>
                <a:gd name="T32" fmla="*/ 59 w 91"/>
                <a:gd name="T33" fmla="*/ 74 h 120"/>
                <a:gd name="T34" fmla="*/ 58 w 91"/>
                <a:gd name="T35" fmla="*/ 84 h 120"/>
                <a:gd name="T36" fmla="*/ 55 w 91"/>
                <a:gd name="T37" fmla="*/ 88 h 120"/>
                <a:gd name="T38" fmla="*/ 45 w 91"/>
                <a:gd name="T39" fmla="*/ 90 h 120"/>
                <a:gd name="T40" fmla="*/ 37 w 91"/>
                <a:gd name="T41" fmla="*/ 90 h 120"/>
                <a:gd name="T42" fmla="*/ 33 w 91"/>
                <a:gd name="T43" fmla="*/ 87 h 120"/>
                <a:gd name="T44" fmla="*/ 30 w 91"/>
                <a:gd name="T45" fmla="*/ 74 h 120"/>
                <a:gd name="T46" fmla="*/ 34 w 91"/>
                <a:gd name="T47" fmla="*/ 60 h 120"/>
                <a:gd name="T48" fmla="*/ 45 w 91"/>
                <a:gd name="T49" fmla="*/ 40 h 120"/>
                <a:gd name="T50" fmla="*/ 48 w 91"/>
                <a:gd name="T51" fmla="*/ 46 h 120"/>
                <a:gd name="T52" fmla="*/ 56 w 91"/>
                <a:gd name="T53" fmla="*/ 61 h 120"/>
                <a:gd name="T54" fmla="*/ 59 w 91"/>
                <a:gd name="T55" fmla="*/ 74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45" y="0"/>
                  </a:moveTo>
                  <a:lnTo>
                    <a:pt x="45" y="0"/>
                  </a:lnTo>
                  <a:cubicBezTo>
                    <a:pt x="41" y="0"/>
                    <a:pt x="37" y="1"/>
                    <a:pt x="34" y="5"/>
                  </a:cubicBezTo>
                  <a:cubicBezTo>
                    <a:pt x="33" y="5"/>
                    <a:pt x="26" y="15"/>
                    <a:pt x="17" y="28"/>
                  </a:cubicBezTo>
                  <a:cubicBezTo>
                    <a:pt x="13" y="33"/>
                    <a:pt x="9" y="42"/>
                    <a:pt x="6" y="49"/>
                  </a:cubicBezTo>
                  <a:cubicBezTo>
                    <a:pt x="3" y="57"/>
                    <a:pt x="0" y="66"/>
                    <a:pt x="0" y="74"/>
                  </a:cubicBezTo>
                  <a:cubicBezTo>
                    <a:pt x="0" y="82"/>
                    <a:pt x="0" y="90"/>
                    <a:pt x="3" y="95"/>
                  </a:cubicBezTo>
                  <a:cubicBezTo>
                    <a:pt x="7" y="105"/>
                    <a:pt x="14" y="112"/>
                    <a:pt x="21" y="115"/>
                  </a:cubicBezTo>
                  <a:cubicBezTo>
                    <a:pt x="30" y="119"/>
                    <a:pt x="38" y="119"/>
                    <a:pt x="45" y="119"/>
                  </a:cubicBezTo>
                  <a:cubicBezTo>
                    <a:pt x="49" y="119"/>
                    <a:pt x="55" y="119"/>
                    <a:pt x="61" y="118"/>
                  </a:cubicBezTo>
                  <a:cubicBezTo>
                    <a:pt x="68" y="116"/>
                    <a:pt x="76" y="112"/>
                    <a:pt x="82" y="104"/>
                  </a:cubicBezTo>
                  <a:cubicBezTo>
                    <a:pt x="87" y="95"/>
                    <a:pt x="90" y="85"/>
                    <a:pt x="90" y="74"/>
                  </a:cubicBezTo>
                  <a:cubicBezTo>
                    <a:pt x="90" y="66"/>
                    <a:pt x="87" y="57"/>
                    <a:pt x="84" y="49"/>
                  </a:cubicBezTo>
                  <a:cubicBezTo>
                    <a:pt x="75" y="26"/>
                    <a:pt x="56" y="5"/>
                    <a:pt x="56" y="5"/>
                  </a:cubicBezTo>
                  <a:cubicBezTo>
                    <a:pt x="54" y="1"/>
                    <a:pt x="49" y="0"/>
                    <a:pt x="45" y="0"/>
                  </a:cubicBezTo>
                  <a:close/>
                  <a:moveTo>
                    <a:pt x="59" y="74"/>
                  </a:moveTo>
                  <a:lnTo>
                    <a:pt x="59" y="74"/>
                  </a:lnTo>
                  <a:cubicBezTo>
                    <a:pt x="59" y="80"/>
                    <a:pt x="59" y="82"/>
                    <a:pt x="58" y="84"/>
                  </a:cubicBezTo>
                  <a:cubicBezTo>
                    <a:pt x="58" y="87"/>
                    <a:pt x="56" y="87"/>
                    <a:pt x="55" y="88"/>
                  </a:cubicBezTo>
                  <a:cubicBezTo>
                    <a:pt x="54" y="90"/>
                    <a:pt x="49" y="90"/>
                    <a:pt x="45" y="90"/>
                  </a:cubicBezTo>
                  <a:cubicBezTo>
                    <a:pt x="41" y="90"/>
                    <a:pt x="38" y="90"/>
                    <a:pt x="37" y="90"/>
                  </a:cubicBezTo>
                  <a:cubicBezTo>
                    <a:pt x="34" y="88"/>
                    <a:pt x="33" y="88"/>
                    <a:pt x="33" y="87"/>
                  </a:cubicBezTo>
                  <a:cubicBezTo>
                    <a:pt x="31" y="85"/>
                    <a:pt x="30" y="82"/>
                    <a:pt x="30" y="74"/>
                  </a:cubicBezTo>
                  <a:cubicBezTo>
                    <a:pt x="30" y="71"/>
                    <a:pt x="31" y="66"/>
                    <a:pt x="34" y="60"/>
                  </a:cubicBezTo>
                  <a:cubicBezTo>
                    <a:pt x="37" y="53"/>
                    <a:pt x="41" y="46"/>
                    <a:pt x="45" y="40"/>
                  </a:cubicBezTo>
                  <a:cubicBezTo>
                    <a:pt x="47" y="42"/>
                    <a:pt x="47" y="43"/>
                    <a:pt x="48" y="46"/>
                  </a:cubicBezTo>
                  <a:cubicBezTo>
                    <a:pt x="52" y="50"/>
                    <a:pt x="55" y="56"/>
                    <a:pt x="56" y="61"/>
                  </a:cubicBezTo>
                  <a:cubicBezTo>
                    <a:pt x="59" y="67"/>
                    <a:pt x="59" y="71"/>
                    <a:pt x="59" y="7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4" name="Freeform 143">
              <a:extLst>
                <a:ext uri="{FF2B5EF4-FFF2-40B4-BE49-F238E27FC236}">
                  <a16:creationId xmlns:a16="http://schemas.microsoft.com/office/drawing/2014/main" id="{033A91DA-8448-8A22-F970-1F6186053CE3}"/>
                </a:ext>
              </a:extLst>
            </p:cNvPr>
            <p:cNvSpPr>
              <a:spLocks noChangeArrowheads="1"/>
            </p:cNvSpPr>
            <p:nvPr/>
          </p:nvSpPr>
          <p:spPr bwMode="auto">
            <a:xfrm>
              <a:off x="7897813" y="3081338"/>
              <a:ext cx="33337" cy="42862"/>
            </a:xfrm>
            <a:custGeom>
              <a:avLst/>
              <a:gdLst>
                <a:gd name="T0" fmla="*/ 21 w 91"/>
                <a:gd name="T1" fmla="*/ 115 h 120"/>
                <a:gd name="T2" fmla="*/ 21 w 91"/>
                <a:gd name="T3" fmla="*/ 115 h 120"/>
                <a:gd name="T4" fmla="*/ 45 w 91"/>
                <a:gd name="T5" fmla="*/ 119 h 120"/>
                <a:gd name="T6" fmla="*/ 60 w 91"/>
                <a:gd name="T7" fmla="*/ 118 h 120"/>
                <a:gd name="T8" fmla="*/ 81 w 91"/>
                <a:gd name="T9" fmla="*/ 104 h 120"/>
                <a:gd name="T10" fmla="*/ 90 w 91"/>
                <a:gd name="T11" fmla="*/ 74 h 120"/>
                <a:gd name="T12" fmla="*/ 84 w 91"/>
                <a:gd name="T13" fmla="*/ 49 h 120"/>
                <a:gd name="T14" fmla="*/ 56 w 91"/>
                <a:gd name="T15" fmla="*/ 5 h 120"/>
                <a:gd name="T16" fmla="*/ 45 w 91"/>
                <a:gd name="T17" fmla="*/ 0 h 120"/>
                <a:gd name="T18" fmla="*/ 34 w 91"/>
                <a:gd name="T19" fmla="*/ 5 h 120"/>
                <a:gd name="T20" fmla="*/ 17 w 91"/>
                <a:gd name="T21" fmla="*/ 28 h 120"/>
                <a:gd name="T22" fmla="*/ 6 w 91"/>
                <a:gd name="T23" fmla="*/ 49 h 120"/>
                <a:gd name="T24" fmla="*/ 0 w 91"/>
                <a:gd name="T25" fmla="*/ 74 h 120"/>
                <a:gd name="T26" fmla="*/ 3 w 91"/>
                <a:gd name="T27" fmla="*/ 95 h 120"/>
                <a:gd name="T28" fmla="*/ 21 w 91"/>
                <a:gd name="T29" fmla="*/ 115 h 120"/>
                <a:gd name="T30" fmla="*/ 34 w 91"/>
                <a:gd name="T31" fmla="*/ 60 h 120"/>
                <a:gd name="T32" fmla="*/ 34 w 91"/>
                <a:gd name="T33" fmla="*/ 60 h 120"/>
                <a:gd name="T34" fmla="*/ 45 w 91"/>
                <a:gd name="T35" fmla="*/ 40 h 120"/>
                <a:gd name="T36" fmla="*/ 48 w 91"/>
                <a:gd name="T37" fmla="*/ 46 h 120"/>
                <a:gd name="T38" fmla="*/ 56 w 91"/>
                <a:gd name="T39" fmla="*/ 61 h 120"/>
                <a:gd name="T40" fmla="*/ 59 w 91"/>
                <a:gd name="T41" fmla="*/ 74 h 120"/>
                <a:gd name="T42" fmla="*/ 58 w 91"/>
                <a:gd name="T43" fmla="*/ 84 h 120"/>
                <a:gd name="T44" fmla="*/ 55 w 91"/>
                <a:gd name="T45" fmla="*/ 88 h 120"/>
                <a:gd name="T46" fmla="*/ 45 w 91"/>
                <a:gd name="T47" fmla="*/ 90 h 120"/>
                <a:gd name="T48" fmla="*/ 36 w 91"/>
                <a:gd name="T49" fmla="*/ 90 h 120"/>
                <a:gd name="T50" fmla="*/ 32 w 91"/>
                <a:gd name="T51" fmla="*/ 87 h 120"/>
                <a:gd name="T52" fmla="*/ 29 w 91"/>
                <a:gd name="T53" fmla="*/ 74 h 120"/>
                <a:gd name="T54" fmla="*/ 34 w 91"/>
                <a:gd name="T55" fmla="*/ 6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91" h="120">
                  <a:moveTo>
                    <a:pt x="21" y="115"/>
                  </a:moveTo>
                  <a:lnTo>
                    <a:pt x="21" y="115"/>
                  </a:lnTo>
                  <a:cubicBezTo>
                    <a:pt x="29" y="119"/>
                    <a:pt x="38" y="119"/>
                    <a:pt x="45" y="119"/>
                  </a:cubicBezTo>
                  <a:cubicBezTo>
                    <a:pt x="49" y="119"/>
                    <a:pt x="55" y="119"/>
                    <a:pt x="60" y="118"/>
                  </a:cubicBezTo>
                  <a:cubicBezTo>
                    <a:pt x="67" y="116"/>
                    <a:pt x="76" y="112"/>
                    <a:pt x="81" y="104"/>
                  </a:cubicBezTo>
                  <a:cubicBezTo>
                    <a:pt x="87" y="95"/>
                    <a:pt x="90" y="85"/>
                    <a:pt x="90" y="74"/>
                  </a:cubicBezTo>
                  <a:cubicBezTo>
                    <a:pt x="90" y="66"/>
                    <a:pt x="87" y="57"/>
                    <a:pt x="84" y="49"/>
                  </a:cubicBezTo>
                  <a:cubicBezTo>
                    <a:pt x="74" y="26"/>
                    <a:pt x="56" y="5"/>
                    <a:pt x="56" y="5"/>
                  </a:cubicBezTo>
                  <a:cubicBezTo>
                    <a:pt x="53" y="1"/>
                    <a:pt x="49" y="0"/>
                    <a:pt x="45" y="0"/>
                  </a:cubicBezTo>
                  <a:cubicBezTo>
                    <a:pt x="41" y="0"/>
                    <a:pt x="36" y="1"/>
                    <a:pt x="34" y="5"/>
                  </a:cubicBezTo>
                  <a:cubicBezTo>
                    <a:pt x="32" y="5"/>
                    <a:pt x="25" y="15"/>
                    <a:pt x="17" y="28"/>
                  </a:cubicBezTo>
                  <a:cubicBezTo>
                    <a:pt x="13" y="33"/>
                    <a:pt x="8" y="42"/>
                    <a:pt x="6" y="49"/>
                  </a:cubicBezTo>
                  <a:cubicBezTo>
                    <a:pt x="3" y="57"/>
                    <a:pt x="0" y="66"/>
                    <a:pt x="0" y="74"/>
                  </a:cubicBezTo>
                  <a:cubicBezTo>
                    <a:pt x="0" y="82"/>
                    <a:pt x="0" y="90"/>
                    <a:pt x="3" y="95"/>
                  </a:cubicBezTo>
                  <a:cubicBezTo>
                    <a:pt x="7" y="105"/>
                    <a:pt x="14" y="112"/>
                    <a:pt x="21" y="115"/>
                  </a:cubicBezTo>
                  <a:close/>
                  <a:moveTo>
                    <a:pt x="34" y="60"/>
                  </a:moveTo>
                  <a:lnTo>
                    <a:pt x="34" y="60"/>
                  </a:lnTo>
                  <a:cubicBezTo>
                    <a:pt x="36" y="53"/>
                    <a:pt x="41" y="46"/>
                    <a:pt x="45" y="40"/>
                  </a:cubicBezTo>
                  <a:cubicBezTo>
                    <a:pt x="46" y="42"/>
                    <a:pt x="46" y="43"/>
                    <a:pt x="48" y="46"/>
                  </a:cubicBezTo>
                  <a:cubicBezTo>
                    <a:pt x="52" y="50"/>
                    <a:pt x="55" y="56"/>
                    <a:pt x="56" y="61"/>
                  </a:cubicBezTo>
                  <a:cubicBezTo>
                    <a:pt x="59" y="67"/>
                    <a:pt x="59" y="71"/>
                    <a:pt x="59" y="74"/>
                  </a:cubicBezTo>
                  <a:cubicBezTo>
                    <a:pt x="59" y="80"/>
                    <a:pt x="59" y="82"/>
                    <a:pt x="58" y="84"/>
                  </a:cubicBezTo>
                  <a:cubicBezTo>
                    <a:pt x="58" y="87"/>
                    <a:pt x="56" y="87"/>
                    <a:pt x="55" y="88"/>
                  </a:cubicBezTo>
                  <a:cubicBezTo>
                    <a:pt x="53" y="90"/>
                    <a:pt x="49" y="90"/>
                    <a:pt x="45" y="90"/>
                  </a:cubicBezTo>
                  <a:cubicBezTo>
                    <a:pt x="41" y="90"/>
                    <a:pt x="38" y="90"/>
                    <a:pt x="36" y="90"/>
                  </a:cubicBezTo>
                  <a:cubicBezTo>
                    <a:pt x="34" y="88"/>
                    <a:pt x="32" y="88"/>
                    <a:pt x="32" y="87"/>
                  </a:cubicBezTo>
                  <a:cubicBezTo>
                    <a:pt x="31" y="85"/>
                    <a:pt x="29" y="82"/>
                    <a:pt x="29" y="74"/>
                  </a:cubicBezTo>
                  <a:cubicBezTo>
                    <a:pt x="29" y="71"/>
                    <a:pt x="31" y="66"/>
                    <a:pt x="34" y="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5" name="Freeform 144">
              <a:extLst>
                <a:ext uri="{FF2B5EF4-FFF2-40B4-BE49-F238E27FC236}">
                  <a16:creationId xmlns:a16="http://schemas.microsoft.com/office/drawing/2014/main" id="{B631BEE4-7653-1744-666F-372418008655}"/>
                </a:ext>
              </a:extLst>
            </p:cNvPr>
            <p:cNvSpPr>
              <a:spLocks noChangeArrowheads="1"/>
            </p:cNvSpPr>
            <p:nvPr/>
          </p:nvSpPr>
          <p:spPr bwMode="auto">
            <a:xfrm>
              <a:off x="7724775" y="3135313"/>
              <a:ext cx="238125" cy="182562"/>
            </a:xfrm>
            <a:custGeom>
              <a:avLst/>
              <a:gdLst>
                <a:gd name="T0" fmla="*/ 0 w 661"/>
                <a:gd name="T1" fmla="*/ 494 h 509"/>
                <a:gd name="T2" fmla="*/ 31 w 661"/>
                <a:gd name="T3" fmla="*/ 494 h 509"/>
                <a:gd name="T4" fmla="*/ 31 w 661"/>
                <a:gd name="T5" fmla="*/ 331 h 509"/>
                <a:gd name="T6" fmla="*/ 74 w 661"/>
                <a:gd name="T7" fmla="*/ 365 h 509"/>
                <a:gd name="T8" fmla="*/ 178 w 661"/>
                <a:gd name="T9" fmla="*/ 371 h 509"/>
                <a:gd name="T10" fmla="*/ 241 w 661"/>
                <a:gd name="T11" fmla="*/ 326 h 509"/>
                <a:gd name="T12" fmla="*/ 302 w 661"/>
                <a:gd name="T13" fmla="*/ 330 h 509"/>
                <a:gd name="T14" fmla="*/ 368 w 661"/>
                <a:gd name="T15" fmla="*/ 375 h 509"/>
                <a:gd name="T16" fmla="*/ 453 w 661"/>
                <a:gd name="T17" fmla="*/ 371 h 509"/>
                <a:gd name="T18" fmla="*/ 516 w 661"/>
                <a:gd name="T19" fmla="*/ 326 h 509"/>
                <a:gd name="T20" fmla="*/ 573 w 661"/>
                <a:gd name="T21" fmla="*/ 327 h 509"/>
                <a:gd name="T22" fmla="*/ 629 w 661"/>
                <a:gd name="T23" fmla="*/ 368 h 509"/>
                <a:gd name="T24" fmla="*/ 644 w 661"/>
                <a:gd name="T25" fmla="*/ 508 h 509"/>
                <a:gd name="T26" fmla="*/ 660 w 661"/>
                <a:gd name="T27" fmla="*/ 225 h 509"/>
                <a:gd name="T28" fmla="*/ 539 w 661"/>
                <a:gd name="T29" fmla="*/ 119 h 509"/>
                <a:gd name="T30" fmla="*/ 525 w 661"/>
                <a:gd name="T31" fmla="*/ 0 h 509"/>
                <a:gd name="T32" fmla="*/ 509 w 661"/>
                <a:gd name="T33" fmla="*/ 119 h 509"/>
                <a:gd name="T34" fmla="*/ 359 w 661"/>
                <a:gd name="T35" fmla="*/ 14 h 509"/>
                <a:gd name="T36" fmla="*/ 330 w 661"/>
                <a:gd name="T37" fmla="*/ 14 h 509"/>
                <a:gd name="T38" fmla="*/ 150 w 661"/>
                <a:gd name="T39" fmla="*/ 119 h 509"/>
                <a:gd name="T40" fmla="*/ 135 w 661"/>
                <a:gd name="T41" fmla="*/ 0 h 509"/>
                <a:gd name="T42" fmla="*/ 121 w 661"/>
                <a:gd name="T43" fmla="*/ 119 h 509"/>
                <a:gd name="T44" fmla="*/ 0 w 661"/>
                <a:gd name="T45" fmla="*/ 225 h 509"/>
                <a:gd name="T46" fmla="*/ 52 w 661"/>
                <a:gd name="T47" fmla="*/ 171 h 509"/>
                <a:gd name="T48" fmla="*/ 105 w 661"/>
                <a:gd name="T49" fmla="*/ 149 h 509"/>
                <a:gd name="T50" fmla="*/ 608 w 661"/>
                <a:gd name="T51" fmla="*/ 171 h 509"/>
                <a:gd name="T52" fmla="*/ 629 w 661"/>
                <a:gd name="T53" fmla="*/ 331 h 509"/>
                <a:gd name="T54" fmla="*/ 582 w 661"/>
                <a:gd name="T55" fmla="*/ 299 h 509"/>
                <a:gd name="T56" fmla="*/ 497 w 661"/>
                <a:gd name="T57" fmla="*/ 303 h 509"/>
                <a:gd name="T58" fmla="*/ 434 w 661"/>
                <a:gd name="T59" fmla="*/ 347 h 509"/>
                <a:gd name="T60" fmla="*/ 372 w 661"/>
                <a:gd name="T61" fmla="*/ 344 h 509"/>
                <a:gd name="T62" fmla="*/ 306 w 661"/>
                <a:gd name="T63" fmla="*/ 298 h 509"/>
                <a:gd name="T64" fmla="*/ 220 w 661"/>
                <a:gd name="T65" fmla="*/ 303 h 509"/>
                <a:gd name="T66" fmla="*/ 158 w 661"/>
                <a:gd name="T67" fmla="*/ 347 h 509"/>
                <a:gd name="T68" fmla="*/ 101 w 661"/>
                <a:gd name="T69" fmla="*/ 347 h 509"/>
                <a:gd name="T70" fmla="*/ 31 w 661"/>
                <a:gd name="T71" fmla="*/ 299 h 509"/>
                <a:gd name="T72" fmla="*/ 52 w 661"/>
                <a:gd name="T73" fmla="*/ 171 h 5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Lst>
              <a:rect l="0" t="0" r="r" b="b"/>
              <a:pathLst>
                <a:path w="661" h="509">
                  <a:moveTo>
                    <a:pt x="0" y="494"/>
                  </a:moveTo>
                  <a:lnTo>
                    <a:pt x="0" y="494"/>
                  </a:lnTo>
                  <a:cubicBezTo>
                    <a:pt x="0" y="503"/>
                    <a:pt x="7" y="508"/>
                    <a:pt x="15" y="508"/>
                  </a:cubicBezTo>
                  <a:cubicBezTo>
                    <a:pt x="24" y="508"/>
                    <a:pt x="31" y="503"/>
                    <a:pt x="31" y="494"/>
                  </a:cubicBezTo>
                  <a:lnTo>
                    <a:pt x="31" y="494"/>
                  </a:lnTo>
                  <a:cubicBezTo>
                    <a:pt x="31" y="331"/>
                    <a:pt x="31" y="331"/>
                    <a:pt x="31" y="331"/>
                  </a:cubicBezTo>
                  <a:cubicBezTo>
                    <a:pt x="33" y="333"/>
                    <a:pt x="36" y="335"/>
                    <a:pt x="40" y="338"/>
                  </a:cubicBezTo>
                  <a:cubicBezTo>
                    <a:pt x="50" y="345"/>
                    <a:pt x="60" y="357"/>
                    <a:pt x="74" y="365"/>
                  </a:cubicBezTo>
                  <a:cubicBezTo>
                    <a:pt x="88" y="375"/>
                    <a:pt x="106" y="382"/>
                    <a:pt x="130" y="382"/>
                  </a:cubicBezTo>
                  <a:cubicBezTo>
                    <a:pt x="150" y="382"/>
                    <a:pt x="165" y="378"/>
                    <a:pt x="178" y="371"/>
                  </a:cubicBezTo>
                  <a:cubicBezTo>
                    <a:pt x="198" y="361"/>
                    <a:pt x="209" y="347"/>
                    <a:pt x="222" y="337"/>
                  </a:cubicBezTo>
                  <a:cubicBezTo>
                    <a:pt x="229" y="333"/>
                    <a:pt x="234" y="328"/>
                    <a:pt x="241" y="326"/>
                  </a:cubicBezTo>
                  <a:cubicBezTo>
                    <a:pt x="248" y="323"/>
                    <a:pt x="257" y="321"/>
                    <a:pt x="268" y="321"/>
                  </a:cubicBezTo>
                  <a:cubicBezTo>
                    <a:pt x="283" y="321"/>
                    <a:pt x="293" y="324"/>
                    <a:pt x="302" y="330"/>
                  </a:cubicBezTo>
                  <a:cubicBezTo>
                    <a:pt x="316" y="335"/>
                    <a:pt x="326" y="348"/>
                    <a:pt x="341" y="359"/>
                  </a:cubicBezTo>
                  <a:cubicBezTo>
                    <a:pt x="349" y="365"/>
                    <a:pt x="358" y="371"/>
                    <a:pt x="368" y="375"/>
                  </a:cubicBezTo>
                  <a:cubicBezTo>
                    <a:pt x="379" y="379"/>
                    <a:pt x="392" y="382"/>
                    <a:pt x="406" y="382"/>
                  </a:cubicBezTo>
                  <a:cubicBezTo>
                    <a:pt x="425" y="382"/>
                    <a:pt x="441" y="378"/>
                    <a:pt x="453" y="371"/>
                  </a:cubicBezTo>
                  <a:cubicBezTo>
                    <a:pt x="473" y="361"/>
                    <a:pt x="486" y="347"/>
                    <a:pt x="497" y="337"/>
                  </a:cubicBezTo>
                  <a:cubicBezTo>
                    <a:pt x="504" y="333"/>
                    <a:pt x="509" y="328"/>
                    <a:pt x="516" y="326"/>
                  </a:cubicBezTo>
                  <a:cubicBezTo>
                    <a:pt x="525" y="323"/>
                    <a:pt x="533" y="321"/>
                    <a:pt x="545" y="321"/>
                  </a:cubicBezTo>
                  <a:cubicBezTo>
                    <a:pt x="556" y="321"/>
                    <a:pt x="564" y="323"/>
                    <a:pt x="573" y="327"/>
                  </a:cubicBezTo>
                  <a:cubicBezTo>
                    <a:pt x="582" y="331"/>
                    <a:pt x="592" y="338"/>
                    <a:pt x="602" y="347"/>
                  </a:cubicBezTo>
                  <a:cubicBezTo>
                    <a:pt x="609" y="354"/>
                    <a:pt x="618" y="361"/>
                    <a:pt x="629" y="368"/>
                  </a:cubicBezTo>
                  <a:cubicBezTo>
                    <a:pt x="629" y="494"/>
                    <a:pt x="629" y="494"/>
                    <a:pt x="629" y="494"/>
                  </a:cubicBezTo>
                  <a:cubicBezTo>
                    <a:pt x="629" y="503"/>
                    <a:pt x="636" y="508"/>
                    <a:pt x="644" y="508"/>
                  </a:cubicBezTo>
                  <a:cubicBezTo>
                    <a:pt x="653" y="508"/>
                    <a:pt x="660" y="503"/>
                    <a:pt x="660" y="494"/>
                  </a:cubicBezTo>
                  <a:cubicBezTo>
                    <a:pt x="660" y="225"/>
                    <a:pt x="660" y="225"/>
                    <a:pt x="660" y="225"/>
                  </a:cubicBezTo>
                  <a:cubicBezTo>
                    <a:pt x="660" y="167"/>
                    <a:pt x="612" y="119"/>
                    <a:pt x="554" y="119"/>
                  </a:cubicBezTo>
                  <a:cubicBezTo>
                    <a:pt x="539" y="119"/>
                    <a:pt x="539" y="119"/>
                    <a:pt x="539" y="119"/>
                  </a:cubicBezTo>
                  <a:cubicBezTo>
                    <a:pt x="539" y="14"/>
                    <a:pt x="539" y="14"/>
                    <a:pt x="539" y="14"/>
                  </a:cubicBezTo>
                  <a:cubicBezTo>
                    <a:pt x="539" y="7"/>
                    <a:pt x="533" y="0"/>
                    <a:pt x="525" y="0"/>
                  </a:cubicBezTo>
                  <a:cubicBezTo>
                    <a:pt x="516" y="0"/>
                    <a:pt x="509" y="7"/>
                    <a:pt x="509" y="14"/>
                  </a:cubicBezTo>
                  <a:cubicBezTo>
                    <a:pt x="509" y="119"/>
                    <a:pt x="509" y="119"/>
                    <a:pt x="509" y="119"/>
                  </a:cubicBezTo>
                  <a:cubicBezTo>
                    <a:pt x="359" y="119"/>
                    <a:pt x="359" y="119"/>
                    <a:pt x="359" y="119"/>
                  </a:cubicBezTo>
                  <a:cubicBezTo>
                    <a:pt x="359" y="14"/>
                    <a:pt x="359" y="14"/>
                    <a:pt x="359" y="14"/>
                  </a:cubicBezTo>
                  <a:cubicBezTo>
                    <a:pt x="359" y="7"/>
                    <a:pt x="354" y="0"/>
                    <a:pt x="345" y="0"/>
                  </a:cubicBezTo>
                  <a:cubicBezTo>
                    <a:pt x="337" y="0"/>
                    <a:pt x="330" y="7"/>
                    <a:pt x="330" y="14"/>
                  </a:cubicBezTo>
                  <a:cubicBezTo>
                    <a:pt x="330" y="119"/>
                    <a:pt x="330" y="119"/>
                    <a:pt x="330" y="119"/>
                  </a:cubicBezTo>
                  <a:cubicBezTo>
                    <a:pt x="150" y="119"/>
                    <a:pt x="150" y="119"/>
                    <a:pt x="150" y="119"/>
                  </a:cubicBezTo>
                  <a:cubicBezTo>
                    <a:pt x="150" y="14"/>
                    <a:pt x="150" y="14"/>
                    <a:pt x="150" y="14"/>
                  </a:cubicBezTo>
                  <a:cubicBezTo>
                    <a:pt x="150" y="7"/>
                    <a:pt x="143" y="0"/>
                    <a:pt x="135" y="0"/>
                  </a:cubicBezTo>
                  <a:cubicBezTo>
                    <a:pt x="128" y="0"/>
                    <a:pt x="121" y="7"/>
                    <a:pt x="121" y="14"/>
                  </a:cubicBezTo>
                  <a:cubicBezTo>
                    <a:pt x="121" y="119"/>
                    <a:pt x="121" y="119"/>
                    <a:pt x="121" y="119"/>
                  </a:cubicBezTo>
                  <a:cubicBezTo>
                    <a:pt x="105" y="119"/>
                    <a:pt x="105" y="119"/>
                    <a:pt x="105" y="119"/>
                  </a:cubicBezTo>
                  <a:cubicBezTo>
                    <a:pt x="48" y="119"/>
                    <a:pt x="0" y="167"/>
                    <a:pt x="0" y="225"/>
                  </a:cubicBezTo>
                  <a:lnTo>
                    <a:pt x="0" y="494"/>
                  </a:lnTo>
                  <a:close/>
                  <a:moveTo>
                    <a:pt x="52" y="171"/>
                  </a:moveTo>
                  <a:lnTo>
                    <a:pt x="52" y="171"/>
                  </a:lnTo>
                  <a:cubicBezTo>
                    <a:pt x="66" y="157"/>
                    <a:pt x="84" y="149"/>
                    <a:pt x="105" y="149"/>
                  </a:cubicBezTo>
                  <a:cubicBezTo>
                    <a:pt x="554" y="149"/>
                    <a:pt x="554" y="149"/>
                    <a:pt x="554" y="149"/>
                  </a:cubicBezTo>
                  <a:cubicBezTo>
                    <a:pt x="575" y="149"/>
                    <a:pt x="594" y="157"/>
                    <a:pt x="608" y="171"/>
                  </a:cubicBezTo>
                  <a:cubicBezTo>
                    <a:pt x="620" y="185"/>
                    <a:pt x="629" y="203"/>
                    <a:pt x="629" y="225"/>
                  </a:cubicBezTo>
                  <a:cubicBezTo>
                    <a:pt x="629" y="331"/>
                    <a:pt x="629" y="331"/>
                    <a:pt x="629" y="331"/>
                  </a:cubicBezTo>
                  <a:cubicBezTo>
                    <a:pt x="623" y="326"/>
                    <a:pt x="618" y="320"/>
                    <a:pt x="611" y="314"/>
                  </a:cubicBezTo>
                  <a:cubicBezTo>
                    <a:pt x="602" y="309"/>
                    <a:pt x="594" y="303"/>
                    <a:pt x="582" y="299"/>
                  </a:cubicBezTo>
                  <a:cubicBezTo>
                    <a:pt x="573" y="295"/>
                    <a:pt x="559" y="292"/>
                    <a:pt x="545" y="292"/>
                  </a:cubicBezTo>
                  <a:cubicBezTo>
                    <a:pt x="525" y="292"/>
                    <a:pt x="509" y="296"/>
                    <a:pt x="497" y="303"/>
                  </a:cubicBezTo>
                  <a:cubicBezTo>
                    <a:pt x="477" y="313"/>
                    <a:pt x="465" y="327"/>
                    <a:pt x="453" y="335"/>
                  </a:cubicBezTo>
                  <a:cubicBezTo>
                    <a:pt x="446" y="340"/>
                    <a:pt x="441" y="344"/>
                    <a:pt x="434" y="347"/>
                  </a:cubicBezTo>
                  <a:cubicBezTo>
                    <a:pt x="425" y="350"/>
                    <a:pt x="417" y="351"/>
                    <a:pt x="406" y="351"/>
                  </a:cubicBezTo>
                  <a:cubicBezTo>
                    <a:pt x="392" y="351"/>
                    <a:pt x="380" y="348"/>
                    <a:pt x="372" y="344"/>
                  </a:cubicBezTo>
                  <a:cubicBezTo>
                    <a:pt x="359" y="337"/>
                    <a:pt x="348" y="326"/>
                    <a:pt x="333" y="313"/>
                  </a:cubicBezTo>
                  <a:cubicBezTo>
                    <a:pt x="326" y="307"/>
                    <a:pt x="317" y="302"/>
                    <a:pt x="306" y="298"/>
                  </a:cubicBezTo>
                  <a:cubicBezTo>
                    <a:pt x="296" y="293"/>
                    <a:pt x="283" y="292"/>
                    <a:pt x="268" y="292"/>
                  </a:cubicBezTo>
                  <a:cubicBezTo>
                    <a:pt x="250" y="292"/>
                    <a:pt x="233" y="296"/>
                    <a:pt x="220" y="303"/>
                  </a:cubicBezTo>
                  <a:cubicBezTo>
                    <a:pt x="202" y="313"/>
                    <a:pt x="189" y="327"/>
                    <a:pt x="177" y="335"/>
                  </a:cubicBezTo>
                  <a:cubicBezTo>
                    <a:pt x="171" y="340"/>
                    <a:pt x="165" y="344"/>
                    <a:pt x="158" y="347"/>
                  </a:cubicBezTo>
                  <a:cubicBezTo>
                    <a:pt x="150" y="350"/>
                    <a:pt x="142" y="351"/>
                    <a:pt x="130" y="351"/>
                  </a:cubicBezTo>
                  <a:cubicBezTo>
                    <a:pt x="118" y="351"/>
                    <a:pt x="109" y="350"/>
                    <a:pt x="101" y="347"/>
                  </a:cubicBezTo>
                  <a:cubicBezTo>
                    <a:pt x="90" y="341"/>
                    <a:pt x="81" y="333"/>
                    <a:pt x="70" y="324"/>
                  </a:cubicBezTo>
                  <a:cubicBezTo>
                    <a:pt x="60" y="314"/>
                    <a:pt x="48" y="305"/>
                    <a:pt x="31" y="299"/>
                  </a:cubicBezTo>
                  <a:cubicBezTo>
                    <a:pt x="31" y="225"/>
                    <a:pt x="31" y="225"/>
                    <a:pt x="31" y="225"/>
                  </a:cubicBezTo>
                  <a:cubicBezTo>
                    <a:pt x="31" y="203"/>
                    <a:pt x="39" y="185"/>
                    <a:pt x="52" y="1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6" name="Freeform 145">
              <a:extLst>
                <a:ext uri="{FF2B5EF4-FFF2-40B4-BE49-F238E27FC236}">
                  <a16:creationId xmlns:a16="http://schemas.microsoft.com/office/drawing/2014/main" id="{E906D108-610B-8419-46D9-AFB2C1BB43A8}"/>
                </a:ext>
              </a:extLst>
            </p:cNvPr>
            <p:cNvSpPr>
              <a:spLocks noChangeArrowheads="1"/>
            </p:cNvSpPr>
            <p:nvPr/>
          </p:nvSpPr>
          <p:spPr bwMode="auto">
            <a:xfrm>
              <a:off x="7713663" y="3328988"/>
              <a:ext cx="258762" cy="11112"/>
            </a:xfrm>
            <a:custGeom>
              <a:avLst/>
              <a:gdLst>
                <a:gd name="T0" fmla="*/ 719 w 720"/>
                <a:gd name="T1" fmla="*/ 14 h 31"/>
                <a:gd name="T2" fmla="*/ 719 w 720"/>
                <a:gd name="T3" fmla="*/ 14 h 31"/>
                <a:gd name="T4" fmla="*/ 704 w 720"/>
                <a:gd name="T5" fmla="*/ 0 h 31"/>
                <a:gd name="T6" fmla="*/ 16 w 720"/>
                <a:gd name="T7" fmla="*/ 0 h 31"/>
                <a:gd name="T8" fmla="*/ 0 w 720"/>
                <a:gd name="T9" fmla="*/ 14 h 31"/>
                <a:gd name="T10" fmla="*/ 16 w 720"/>
                <a:gd name="T11" fmla="*/ 30 h 31"/>
                <a:gd name="T12" fmla="*/ 704 w 720"/>
                <a:gd name="T13" fmla="*/ 30 h 31"/>
                <a:gd name="T14" fmla="*/ 719 w 720"/>
                <a:gd name="T15" fmla="*/ 14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720" h="31">
                  <a:moveTo>
                    <a:pt x="719" y="14"/>
                  </a:moveTo>
                  <a:lnTo>
                    <a:pt x="719" y="14"/>
                  </a:lnTo>
                  <a:cubicBezTo>
                    <a:pt x="719" y="7"/>
                    <a:pt x="712" y="0"/>
                    <a:pt x="704" y="0"/>
                  </a:cubicBezTo>
                  <a:cubicBezTo>
                    <a:pt x="16" y="0"/>
                    <a:pt x="16" y="0"/>
                    <a:pt x="16" y="0"/>
                  </a:cubicBezTo>
                  <a:cubicBezTo>
                    <a:pt x="7" y="0"/>
                    <a:pt x="0" y="7"/>
                    <a:pt x="0" y="14"/>
                  </a:cubicBezTo>
                  <a:cubicBezTo>
                    <a:pt x="0" y="22"/>
                    <a:pt x="7" y="30"/>
                    <a:pt x="16" y="30"/>
                  </a:cubicBezTo>
                  <a:cubicBezTo>
                    <a:pt x="704" y="30"/>
                    <a:pt x="704" y="30"/>
                    <a:pt x="704" y="30"/>
                  </a:cubicBezTo>
                  <a:cubicBezTo>
                    <a:pt x="712" y="30"/>
                    <a:pt x="719" y="22"/>
                    <a:pt x="719" y="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77" name="Group 180">
            <a:extLst>
              <a:ext uri="{FF2B5EF4-FFF2-40B4-BE49-F238E27FC236}">
                <a16:creationId xmlns:a16="http://schemas.microsoft.com/office/drawing/2014/main" id="{4D80D2CD-9338-DC23-3770-8558C3DC4BA2}"/>
              </a:ext>
            </a:extLst>
          </p:cNvPr>
          <p:cNvGrpSpPr/>
          <p:nvPr/>
        </p:nvGrpSpPr>
        <p:grpSpPr>
          <a:xfrm>
            <a:off x="9270603" y="1342107"/>
            <a:ext cx="254000" cy="254000"/>
            <a:chOff x="8234363" y="3122613"/>
            <a:chExt cx="254000" cy="254000"/>
          </a:xfrm>
          <a:solidFill>
            <a:schemeClr val="accent4"/>
          </a:solidFill>
        </p:grpSpPr>
        <p:sp>
          <p:nvSpPr>
            <p:cNvPr id="178" name="Freeform 146">
              <a:extLst>
                <a:ext uri="{FF2B5EF4-FFF2-40B4-BE49-F238E27FC236}">
                  <a16:creationId xmlns:a16="http://schemas.microsoft.com/office/drawing/2014/main" id="{583DF38F-52D4-6E6A-3CC2-8C0C76110243}"/>
                </a:ext>
              </a:extLst>
            </p:cNvPr>
            <p:cNvSpPr>
              <a:spLocks noChangeArrowheads="1"/>
            </p:cNvSpPr>
            <p:nvPr/>
          </p:nvSpPr>
          <p:spPr bwMode="auto">
            <a:xfrm>
              <a:off x="8234363" y="3122613"/>
              <a:ext cx="254000" cy="254000"/>
            </a:xfrm>
            <a:custGeom>
              <a:avLst/>
              <a:gdLst>
                <a:gd name="T0" fmla="*/ 174 w 704"/>
                <a:gd name="T1" fmla="*/ 2 h 705"/>
                <a:gd name="T2" fmla="*/ 174 w 704"/>
                <a:gd name="T3" fmla="*/ 2 h 705"/>
                <a:gd name="T4" fmla="*/ 156 w 704"/>
                <a:gd name="T5" fmla="*/ 13 h 705"/>
                <a:gd name="T6" fmla="*/ 132 w 704"/>
                <a:gd name="T7" fmla="*/ 116 h 705"/>
                <a:gd name="T8" fmla="*/ 132 w 704"/>
                <a:gd name="T9" fmla="*/ 116 h 705"/>
                <a:gd name="T10" fmla="*/ 132 w 704"/>
                <a:gd name="T11" fmla="*/ 116 h 705"/>
                <a:gd name="T12" fmla="*/ 111 w 704"/>
                <a:gd name="T13" fmla="*/ 207 h 705"/>
                <a:gd name="T14" fmla="*/ 111 w 704"/>
                <a:gd name="T15" fmla="*/ 207 h 705"/>
                <a:gd name="T16" fmla="*/ 80 w 704"/>
                <a:gd name="T17" fmla="*/ 344 h 705"/>
                <a:gd name="T18" fmla="*/ 80 w 704"/>
                <a:gd name="T19" fmla="*/ 344 h 705"/>
                <a:gd name="T20" fmla="*/ 1 w 704"/>
                <a:gd name="T21" fmla="*/ 684 h 705"/>
                <a:gd name="T22" fmla="*/ 6 w 704"/>
                <a:gd name="T23" fmla="*/ 698 h 705"/>
                <a:gd name="T24" fmla="*/ 20 w 704"/>
                <a:gd name="T25" fmla="*/ 702 h 705"/>
                <a:gd name="T26" fmla="*/ 692 w 704"/>
                <a:gd name="T27" fmla="*/ 520 h 705"/>
                <a:gd name="T28" fmla="*/ 701 w 704"/>
                <a:gd name="T29" fmla="*/ 513 h 705"/>
                <a:gd name="T30" fmla="*/ 702 w 704"/>
                <a:gd name="T31" fmla="*/ 500 h 705"/>
                <a:gd name="T32" fmla="*/ 174 w 704"/>
                <a:gd name="T33" fmla="*/ 2 h 705"/>
                <a:gd name="T34" fmla="*/ 138 w 704"/>
                <a:gd name="T35" fmla="*/ 224 h 705"/>
                <a:gd name="T36" fmla="*/ 138 w 704"/>
                <a:gd name="T37" fmla="*/ 224 h 705"/>
                <a:gd name="T38" fmla="*/ 178 w 704"/>
                <a:gd name="T39" fmla="*/ 242 h 705"/>
                <a:gd name="T40" fmla="*/ 195 w 704"/>
                <a:gd name="T41" fmla="*/ 284 h 705"/>
                <a:gd name="T42" fmla="*/ 178 w 704"/>
                <a:gd name="T43" fmla="*/ 326 h 705"/>
                <a:gd name="T44" fmla="*/ 135 w 704"/>
                <a:gd name="T45" fmla="*/ 343 h 705"/>
                <a:gd name="T46" fmla="*/ 111 w 704"/>
                <a:gd name="T47" fmla="*/ 339 h 705"/>
                <a:gd name="T48" fmla="*/ 138 w 704"/>
                <a:gd name="T49" fmla="*/ 224 h 705"/>
                <a:gd name="T50" fmla="*/ 105 w 704"/>
                <a:gd name="T51" fmla="*/ 368 h 705"/>
                <a:gd name="T52" fmla="*/ 105 w 704"/>
                <a:gd name="T53" fmla="*/ 368 h 705"/>
                <a:gd name="T54" fmla="*/ 135 w 704"/>
                <a:gd name="T55" fmla="*/ 374 h 705"/>
                <a:gd name="T56" fmla="*/ 225 w 704"/>
                <a:gd name="T57" fmla="*/ 284 h 705"/>
                <a:gd name="T58" fmla="*/ 145 w 704"/>
                <a:gd name="T59" fmla="*/ 194 h 705"/>
                <a:gd name="T60" fmla="*/ 157 w 704"/>
                <a:gd name="T61" fmla="*/ 139 h 705"/>
                <a:gd name="T62" fmla="*/ 555 w 704"/>
                <a:gd name="T63" fmla="*/ 488 h 705"/>
                <a:gd name="T64" fmla="*/ 576 w 704"/>
                <a:gd name="T65" fmla="*/ 495 h 705"/>
                <a:gd name="T66" fmla="*/ 583 w 704"/>
                <a:gd name="T67" fmla="*/ 475 h 705"/>
                <a:gd name="T68" fmla="*/ 164 w 704"/>
                <a:gd name="T69" fmla="*/ 111 h 705"/>
                <a:gd name="T70" fmla="*/ 181 w 704"/>
                <a:gd name="T71" fmla="*/ 35 h 705"/>
                <a:gd name="T72" fmla="*/ 668 w 704"/>
                <a:gd name="T73" fmla="*/ 495 h 705"/>
                <a:gd name="T74" fmla="*/ 270 w 704"/>
                <a:gd name="T75" fmla="*/ 603 h 705"/>
                <a:gd name="T76" fmla="*/ 270 w 704"/>
                <a:gd name="T77" fmla="*/ 598 h 705"/>
                <a:gd name="T78" fmla="*/ 180 w 704"/>
                <a:gd name="T79" fmla="*/ 509 h 705"/>
                <a:gd name="T80" fmla="*/ 90 w 704"/>
                <a:gd name="T81" fmla="*/ 598 h 705"/>
                <a:gd name="T82" fmla="*/ 105 w 704"/>
                <a:gd name="T83" fmla="*/ 648 h 705"/>
                <a:gd name="T84" fmla="*/ 37 w 704"/>
                <a:gd name="T85" fmla="*/ 667 h 705"/>
                <a:gd name="T86" fmla="*/ 105 w 704"/>
                <a:gd name="T87" fmla="*/ 368 h 705"/>
                <a:gd name="T88" fmla="*/ 138 w 704"/>
                <a:gd name="T89" fmla="*/ 639 h 705"/>
                <a:gd name="T90" fmla="*/ 138 w 704"/>
                <a:gd name="T91" fmla="*/ 639 h 705"/>
                <a:gd name="T92" fmla="*/ 121 w 704"/>
                <a:gd name="T93" fmla="*/ 598 h 705"/>
                <a:gd name="T94" fmla="*/ 138 w 704"/>
                <a:gd name="T95" fmla="*/ 556 h 705"/>
                <a:gd name="T96" fmla="*/ 180 w 704"/>
                <a:gd name="T97" fmla="*/ 538 h 705"/>
                <a:gd name="T98" fmla="*/ 223 w 704"/>
                <a:gd name="T99" fmla="*/ 556 h 705"/>
                <a:gd name="T100" fmla="*/ 240 w 704"/>
                <a:gd name="T101" fmla="*/ 598 h 705"/>
                <a:gd name="T102" fmla="*/ 239 w 704"/>
                <a:gd name="T103" fmla="*/ 613 h 705"/>
                <a:gd name="T104" fmla="*/ 138 w 704"/>
                <a:gd name="T105" fmla="*/ 639 h 7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4" h="705">
                  <a:moveTo>
                    <a:pt x="174" y="2"/>
                  </a:moveTo>
                  <a:lnTo>
                    <a:pt x="174" y="2"/>
                  </a:lnTo>
                  <a:cubicBezTo>
                    <a:pt x="166" y="0"/>
                    <a:pt x="157" y="6"/>
                    <a:pt x="156" y="13"/>
                  </a:cubicBezTo>
                  <a:cubicBezTo>
                    <a:pt x="132" y="116"/>
                    <a:pt x="132" y="116"/>
                    <a:pt x="132" y="116"/>
                  </a:cubicBezTo>
                  <a:lnTo>
                    <a:pt x="132" y="116"/>
                  </a:lnTo>
                  <a:lnTo>
                    <a:pt x="132" y="116"/>
                  </a:lnTo>
                  <a:cubicBezTo>
                    <a:pt x="111" y="207"/>
                    <a:pt x="111" y="207"/>
                    <a:pt x="111" y="207"/>
                  </a:cubicBezTo>
                  <a:lnTo>
                    <a:pt x="111" y="207"/>
                  </a:lnTo>
                  <a:cubicBezTo>
                    <a:pt x="80" y="344"/>
                    <a:pt x="80" y="344"/>
                    <a:pt x="80" y="344"/>
                  </a:cubicBezTo>
                  <a:lnTo>
                    <a:pt x="80" y="344"/>
                  </a:lnTo>
                  <a:cubicBezTo>
                    <a:pt x="1" y="684"/>
                    <a:pt x="1" y="684"/>
                    <a:pt x="1" y="684"/>
                  </a:cubicBezTo>
                  <a:cubicBezTo>
                    <a:pt x="0" y="690"/>
                    <a:pt x="1" y="695"/>
                    <a:pt x="6" y="698"/>
                  </a:cubicBezTo>
                  <a:cubicBezTo>
                    <a:pt x="9" y="702"/>
                    <a:pt x="14" y="704"/>
                    <a:pt x="20" y="702"/>
                  </a:cubicBezTo>
                  <a:cubicBezTo>
                    <a:pt x="692" y="520"/>
                    <a:pt x="692" y="520"/>
                    <a:pt x="692" y="520"/>
                  </a:cubicBezTo>
                  <a:cubicBezTo>
                    <a:pt x="696" y="518"/>
                    <a:pt x="699" y="516"/>
                    <a:pt x="701" y="513"/>
                  </a:cubicBezTo>
                  <a:cubicBezTo>
                    <a:pt x="703" y="509"/>
                    <a:pt x="703" y="504"/>
                    <a:pt x="702" y="500"/>
                  </a:cubicBezTo>
                  <a:cubicBezTo>
                    <a:pt x="632" y="260"/>
                    <a:pt x="437" y="62"/>
                    <a:pt x="174" y="2"/>
                  </a:cubicBezTo>
                  <a:close/>
                  <a:moveTo>
                    <a:pt x="138" y="224"/>
                  </a:moveTo>
                  <a:lnTo>
                    <a:pt x="138" y="224"/>
                  </a:lnTo>
                  <a:cubicBezTo>
                    <a:pt x="153" y="225"/>
                    <a:pt x="167" y="231"/>
                    <a:pt x="178" y="242"/>
                  </a:cubicBezTo>
                  <a:cubicBezTo>
                    <a:pt x="188" y="252"/>
                    <a:pt x="195" y="267"/>
                    <a:pt x="195" y="284"/>
                  </a:cubicBezTo>
                  <a:cubicBezTo>
                    <a:pt x="195" y="301"/>
                    <a:pt x="188" y="315"/>
                    <a:pt x="178" y="326"/>
                  </a:cubicBezTo>
                  <a:cubicBezTo>
                    <a:pt x="167" y="337"/>
                    <a:pt x="152" y="343"/>
                    <a:pt x="135" y="343"/>
                  </a:cubicBezTo>
                  <a:cubicBezTo>
                    <a:pt x="126" y="343"/>
                    <a:pt x="119" y="342"/>
                    <a:pt x="111" y="339"/>
                  </a:cubicBezTo>
                  <a:lnTo>
                    <a:pt x="138" y="224"/>
                  </a:lnTo>
                  <a:close/>
                  <a:moveTo>
                    <a:pt x="105" y="368"/>
                  </a:moveTo>
                  <a:lnTo>
                    <a:pt x="105" y="368"/>
                  </a:lnTo>
                  <a:cubicBezTo>
                    <a:pt x="114" y="371"/>
                    <a:pt x="125" y="374"/>
                    <a:pt x="135" y="374"/>
                  </a:cubicBezTo>
                  <a:cubicBezTo>
                    <a:pt x="185" y="374"/>
                    <a:pt x="225" y="333"/>
                    <a:pt x="225" y="284"/>
                  </a:cubicBezTo>
                  <a:cubicBezTo>
                    <a:pt x="225" y="238"/>
                    <a:pt x="190" y="200"/>
                    <a:pt x="145" y="194"/>
                  </a:cubicBezTo>
                  <a:cubicBezTo>
                    <a:pt x="157" y="139"/>
                    <a:pt x="157" y="139"/>
                    <a:pt x="157" y="139"/>
                  </a:cubicBezTo>
                  <a:cubicBezTo>
                    <a:pt x="336" y="200"/>
                    <a:pt x="476" y="328"/>
                    <a:pt x="555" y="488"/>
                  </a:cubicBezTo>
                  <a:cubicBezTo>
                    <a:pt x="559" y="496"/>
                    <a:pt x="567" y="499"/>
                    <a:pt x="576" y="495"/>
                  </a:cubicBezTo>
                  <a:cubicBezTo>
                    <a:pt x="583" y="492"/>
                    <a:pt x="586" y="482"/>
                    <a:pt x="583" y="475"/>
                  </a:cubicBezTo>
                  <a:cubicBezTo>
                    <a:pt x="500" y="306"/>
                    <a:pt x="352" y="173"/>
                    <a:pt x="164" y="111"/>
                  </a:cubicBezTo>
                  <a:cubicBezTo>
                    <a:pt x="181" y="35"/>
                    <a:pt x="181" y="35"/>
                    <a:pt x="181" y="35"/>
                  </a:cubicBezTo>
                  <a:cubicBezTo>
                    <a:pt x="420" y="96"/>
                    <a:pt x="600" y="274"/>
                    <a:pt x="668" y="495"/>
                  </a:cubicBezTo>
                  <a:cubicBezTo>
                    <a:pt x="270" y="603"/>
                    <a:pt x="270" y="603"/>
                    <a:pt x="270" y="603"/>
                  </a:cubicBezTo>
                  <a:cubicBezTo>
                    <a:pt x="270" y="601"/>
                    <a:pt x="270" y="600"/>
                    <a:pt x="270" y="598"/>
                  </a:cubicBezTo>
                  <a:cubicBezTo>
                    <a:pt x="270" y="548"/>
                    <a:pt x="230" y="509"/>
                    <a:pt x="180" y="509"/>
                  </a:cubicBezTo>
                  <a:cubicBezTo>
                    <a:pt x="131" y="509"/>
                    <a:pt x="90" y="548"/>
                    <a:pt x="90" y="598"/>
                  </a:cubicBezTo>
                  <a:cubicBezTo>
                    <a:pt x="90" y="617"/>
                    <a:pt x="96" y="634"/>
                    <a:pt x="105" y="648"/>
                  </a:cubicBezTo>
                  <a:cubicBezTo>
                    <a:pt x="37" y="667"/>
                    <a:pt x="37" y="667"/>
                    <a:pt x="37" y="667"/>
                  </a:cubicBezTo>
                  <a:lnTo>
                    <a:pt x="105" y="368"/>
                  </a:lnTo>
                  <a:close/>
                  <a:moveTo>
                    <a:pt x="138" y="639"/>
                  </a:moveTo>
                  <a:lnTo>
                    <a:pt x="138" y="639"/>
                  </a:lnTo>
                  <a:cubicBezTo>
                    <a:pt x="126" y="628"/>
                    <a:pt x="121" y="614"/>
                    <a:pt x="121" y="598"/>
                  </a:cubicBezTo>
                  <a:cubicBezTo>
                    <a:pt x="121" y="582"/>
                    <a:pt x="128" y="566"/>
                    <a:pt x="138" y="556"/>
                  </a:cubicBezTo>
                  <a:cubicBezTo>
                    <a:pt x="149" y="545"/>
                    <a:pt x="164" y="538"/>
                    <a:pt x="180" y="538"/>
                  </a:cubicBezTo>
                  <a:cubicBezTo>
                    <a:pt x="197" y="538"/>
                    <a:pt x="212" y="545"/>
                    <a:pt x="223" y="556"/>
                  </a:cubicBezTo>
                  <a:cubicBezTo>
                    <a:pt x="233" y="566"/>
                    <a:pt x="240" y="582"/>
                    <a:pt x="240" y="598"/>
                  </a:cubicBezTo>
                  <a:cubicBezTo>
                    <a:pt x="240" y="603"/>
                    <a:pt x="240" y="607"/>
                    <a:pt x="239" y="613"/>
                  </a:cubicBezTo>
                  <a:lnTo>
                    <a:pt x="138" y="639"/>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79" name="Freeform 147">
              <a:extLst>
                <a:ext uri="{FF2B5EF4-FFF2-40B4-BE49-F238E27FC236}">
                  <a16:creationId xmlns:a16="http://schemas.microsoft.com/office/drawing/2014/main" id="{E98FF68F-F0A0-1D93-3C43-6B9B9FE01612}"/>
                </a:ext>
              </a:extLst>
            </p:cNvPr>
            <p:cNvSpPr>
              <a:spLocks noChangeArrowheads="1"/>
            </p:cNvSpPr>
            <p:nvPr/>
          </p:nvSpPr>
          <p:spPr bwMode="auto">
            <a:xfrm>
              <a:off x="8339138" y="3243263"/>
              <a:ext cx="65087" cy="65087"/>
            </a:xfrm>
            <a:custGeom>
              <a:avLst/>
              <a:gdLst>
                <a:gd name="T0" fmla="*/ 90 w 181"/>
                <a:gd name="T1" fmla="*/ 180 h 181"/>
                <a:gd name="T2" fmla="*/ 90 w 181"/>
                <a:gd name="T3" fmla="*/ 180 h 181"/>
                <a:gd name="T4" fmla="*/ 180 w 181"/>
                <a:gd name="T5" fmla="*/ 90 h 181"/>
                <a:gd name="T6" fmla="*/ 90 w 181"/>
                <a:gd name="T7" fmla="*/ 0 h 181"/>
                <a:gd name="T8" fmla="*/ 0 w 181"/>
                <a:gd name="T9" fmla="*/ 90 h 181"/>
                <a:gd name="T10" fmla="*/ 90 w 181"/>
                <a:gd name="T11" fmla="*/ 180 h 181"/>
                <a:gd name="T12" fmla="*/ 48 w 181"/>
                <a:gd name="T13" fmla="*/ 48 h 181"/>
                <a:gd name="T14" fmla="*/ 48 w 181"/>
                <a:gd name="T15" fmla="*/ 48 h 181"/>
                <a:gd name="T16" fmla="*/ 90 w 181"/>
                <a:gd name="T17" fmla="*/ 29 h 181"/>
                <a:gd name="T18" fmla="*/ 134 w 181"/>
                <a:gd name="T19" fmla="*/ 48 h 181"/>
                <a:gd name="T20" fmla="*/ 150 w 181"/>
                <a:gd name="T21" fmla="*/ 90 h 181"/>
                <a:gd name="T22" fmla="*/ 134 w 181"/>
                <a:gd name="T23" fmla="*/ 132 h 181"/>
                <a:gd name="T24" fmla="*/ 90 w 181"/>
                <a:gd name="T25" fmla="*/ 150 h 181"/>
                <a:gd name="T26" fmla="*/ 48 w 181"/>
                <a:gd name="T27" fmla="*/ 132 h 181"/>
                <a:gd name="T28" fmla="*/ 31 w 181"/>
                <a:gd name="T29" fmla="*/ 90 h 181"/>
                <a:gd name="T30" fmla="*/ 48 w 181"/>
                <a:gd name="T31" fmla="*/ 48 h 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81" h="181">
                  <a:moveTo>
                    <a:pt x="90" y="180"/>
                  </a:moveTo>
                  <a:lnTo>
                    <a:pt x="90" y="180"/>
                  </a:lnTo>
                  <a:cubicBezTo>
                    <a:pt x="141" y="180"/>
                    <a:pt x="180" y="139"/>
                    <a:pt x="180" y="90"/>
                  </a:cubicBezTo>
                  <a:cubicBezTo>
                    <a:pt x="180" y="41"/>
                    <a:pt x="141" y="0"/>
                    <a:pt x="90" y="0"/>
                  </a:cubicBezTo>
                  <a:cubicBezTo>
                    <a:pt x="41" y="0"/>
                    <a:pt x="0" y="41"/>
                    <a:pt x="0" y="90"/>
                  </a:cubicBezTo>
                  <a:cubicBezTo>
                    <a:pt x="0" y="139"/>
                    <a:pt x="41" y="180"/>
                    <a:pt x="90" y="180"/>
                  </a:cubicBezTo>
                  <a:close/>
                  <a:moveTo>
                    <a:pt x="48" y="48"/>
                  </a:moveTo>
                  <a:lnTo>
                    <a:pt x="48" y="48"/>
                  </a:lnTo>
                  <a:cubicBezTo>
                    <a:pt x="59" y="36"/>
                    <a:pt x="75" y="29"/>
                    <a:pt x="90" y="29"/>
                  </a:cubicBezTo>
                  <a:cubicBezTo>
                    <a:pt x="107" y="29"/>
                    <a:pt x="122" y="36"/>
                    <a:pt x="134" y="48"/>
                  </a:cubicBezTo>
                  <a:cubicBezTo>
                    <a:pt x="143" y="59"/>
                    <a:pt x="150" y="73"/>
                    <a:pt x="150" y="90"/>
                  </a:cubicBezTo>
                  <a:cubicBezTo>
                    <a:pt x="150" y="107"/>
                    <a:pt x="143" y="122"/>
                    <a:pt x="134" y="132"/>
                  </a:cubicBezTo>
                  <a:cubicBezTo>
                    <a:pt x="122" y="143"/>
                    <a:pt x="107" y="150"/>
                    <a:pt x="90" y="150"/>
                  </a:cubicBezTo>
                  <a:cubicBezTo>
                    <a:pt x="75" y="150"/>
                    <a:pt x="59" y="143"/>
                    <a:pt x="48" y="132"/>
                  </a:cubicBezTo>
                  <a:cubicBezTo>
                    <a:pt x="38" y="122"/>
                    <a:pt x="31" y="107"/>
                    <a:pt x="31" y="90"/>
                  </a:cubicBezTo>
                  <a:cubicBezTo>
                    <a:pt x="31" y="73"/>
                    <a:pt x="38" y="59"/>
                    <a:pt x="48" y="4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180" name="Freeform 148">
            <a:extLst>
              <a:ext uri="{FF2B5EF4-FFF2-40B4-BE49-F238E27FC236}">
                <a16:creationId xmlns:a16="http://schemas.microsoft.com/office/drawing/2014/main" id="{083F4856-D345-75B0-C6A6-403DBEAD2A34}"/>
              </a:ext>
            </a:extLst>
          </p:cNvPr>
          <p:cNvSpPr>
            <a:spLocks noChangeArrowheads="1"/>
          </p:cNvSpPr>
          <p:nvPr/>
        </p:nvSpPr>
        <p:spPr bwMode="auto">
          <a:xfrm>
            <a:off x="8814990" y="1839789"/>
            <a:ext cx="147638" cy="273050"/>
          </a:xfrm>
          <a:custGeom>
            <a:avLst/>
            <a:gdLst>
              <a:gd name="T0" fmla="*/ 25 w 411"/>
              <a:gd name="T1" fmla="*/ 126 h 760"/>
              <a:gd name="T2" fmla="*/ 25 w 411"/>
              <a:gd name="T3" fmla="*/ 126 h 760"/>
              <a:gd name="T4" fmla="*/ 15 w 411"/>
              <a:gd name="T5" fmla="*/ 129 h 760"/>
              <a:gd name="T6" fmla="*/ 4 w 411"/>
              <a:gd name="T7" fmla="*/ 133 h 760"/>
              <a:gd name="T8" fmla="*/ 0 w 411"/>
              <a:gd name="T9" fmla="*/ 145 h 760"/>
              <a:gd name="T10" fmla="*/ 0 w 411"/>
              <a:gd name="T11" fmla="*/ 695 h 760"/>
              <a:gd name="T12" fmla="*/ 63 w 411"/>
              <a:gd name="T13" fmla="*/ 759 h 760"/>
              <a:gd name="T14" fmla="*/ 347 w 411"/>
              <a:gd name="T15" fmla="*/ 759 h 760"/>
              <a:gd name="T16" fmla="*/ 410 w 411"/>
              <a:gd name="T17" fmla="*/ 695 h 760"/>
              <a:gd name="T18" fmla="*/ 410 w 411"/>
              <a:gd name="T19" fmla="*/ 145 h 760"/>
              <a:gd name="T20" fmla="*/ 406 w 411"/>
              <a:gd name="T21" fmla="*/ 133 h 760"/>
              <a:gd name="T22" fmla="*/ 395 w 411"/>
              <a:gd name="T23" fmla="*/ 129 h 760"/>
              <a:gd name="T24" fmla="*/ 385 w 411"/>
              <a:gd name="T25" fmla="*/ 126 h 760"/>
              <a:gd name="T26" fmla="*/ 369 w 411"/>
              <a:gd name="T27" fmla="*/ 105 h 760"/>
              <a:gd name="T28" fmla="*/ 365 w 411"/>
              <a:gd name="T29" fmla="*/ 94 h 760"/>
              <a:gd name="T30" fmla="*/ 378 w 411"/>
              <a:gd name="T31" fmla="*/ 80 h 760"/>
              <a:gd name="T32" fmla="*/ 364 w 411"/>
              <a:gd name="T33" fmla="*/ 65 h 760"/>
              <a:gd name="T34" fmla="*/ 347 w 411"/>
              <a:gd name="T35" fmla="*/ 65 h 760"/>
              <a:gd name="T36" fmla="*/ 243 w 411"/>
              <a:gd name="T37" fmla="*/ 65 h 760"/>
              <a:gd name="T38" fmla="*/ 184 w 411"/>
              <a:gd name="T39" fmla="*/ 6 h 760"/>
              <a:gd name="T40" fmla="*/ 163 w 411"/>
              <a:gd name="T41" fmla="*/ 6 h 760"/>
              <a:gd name="T42" fmla="*/ 163 w 411"/>
              <a:gd name="T43" fmla="*/ 27 h 760"/>
              <a:gd name="T44" fmla="*/ 201 w 411"/>
              <a:gd name="T45" fmla="*/ 65 h 760"/>
              <a:gd name="T46" fmla="*/ 63 w 411"/>
              <a:gd name="T47" fmla="*/ 65 h 760"/>
              <a:gd name="T48" fmla="*/ 46 w 411"/>
              <a:gd name="T49" fmla="*/ 65 h 760"/>
              <a:gd name="T50" fmla="*/ 32 w 411"/>
              <a:gd name="T51" fmla="*/ 80 h 760"/>
              <a:gd name="T52" fmla="*/ 45 w 411"/>
              <a:gd name="T53" fmla="*/ 94 h 760"/>
              <a:gd name="T54" fmla="*/ 36 w 411"/>
              <a:gd name="T55" fmla="*/ 114 h 760"/>
              <a:gd name="T56" fmla="*/ 25 w 411"/>
              <a:gd name="T57" fmla="*/ 126 h 760"/>
              <a:gd name="T58" fmla="*/ 347 w 411"/>
              <a:gd name="T59" fmla="*/ 728 h 760"/>
              <a:gd name="T60" fmla="*/ 347 w 411"/>
              <a:gd name="T61" fmla="*/ 728 h 760"/>
              <a:gd name="T62" fmla="*/ 63 w 411"/>
              <a:gd name="T63" fmla="*/ 728 h 760"/>
              <a:gd name="T64" fmla="*/ 29 w 411"/>
              <a:gd name="T65" fmla="*/ 695 h 760"/>
              <a:gd name="T66" fmla="*/ 29 w 411"/>
              <a:gd name="T67" fmla="*/ 451 h 760"/>
              <a:gd name="T68" fmla="*/ 177 w 411"/>
              <a:gd name="T69" fmla="*/ 490 h 760"/>
              <a:gd name="T70" fmla="*/ 327 w 411"/>
              <a:gd name="T71" fmla="*/ 542 h 760"/>
              <a:gd name="T72" fmla="*/ 344 w 411"/>
              <a:gd name="T73" fmla="*/ 529 h 760"/>
              <a:gd name="T74" fmla="*/ 331 w 411"/>
              <a:gd name="T75" fmla="*/ 512 h 760"/>
              <a:gd name="T76" fmla="*/ 190 w 411"/>
              <a:gd name="T77" fmla="*/ 462 h 760"/>
              <a:gd name="T78" fmla="*/ 29 w 411"/>
              <a:gd name="T79" fmla="*/ 421 h 760"/>
              <a:gd name="T80" fmla="*/ 29 w 411"/>
              <a:gd name="T81" fmla="*/ 293 h 760"/>
              <a:gd name="T82" fmla="*/ 192 w 411"/>
              <a:gd name="T83" fmla="*/ 340 h 760"/>
              <a:gd name="T84" fmla="*/ 379 w 411"/>
              <a:gd name="T85" fmla="*/ 387 h 760"/>
              <a:gd name="T86" fmla="*/ 379 w 411"/>
              <a:gd name="T87" fmla="*/ 695 h 760"/>
              <a:gd name="T88" fmla="*/ 347 w 411"/>
              <a:gd name="T89" fmla="*/ 728 h 760"/>
              <a:gd name="T90" fmla="*/ 67 w 411"/>
              <a:gd name="T91" fmla="*/ 118 h 760"/>
              <a:gd name="T92" fmla="*/ 67 w 411"/>
              <a:gd name="T93" fmla="*/ 118 h 760"/>
              <a:gd name="T94" fmla="*/ 76 w 411"/>
              <a:gd name="T95" fmla="*/ 94 h 760"/>
              <a:gd name="T96" fmla="*/ 334 w 411"/>
              <a:gd name="T97" fmla="*/ 94 h 760"/>
              <a:gd name="T98" fmla="*/ 348 w 411"/>
              <a:gd name="T99" fmla="*/ 131 h 760"/>
              <a:gd name="T100" fmla="*/ 368 w 411"/>
              <a:gd name="T101" fmla="*/ 150 h 760"/>
              <a:gd name="T102" fmla="*/ 379 w 411"/>
              <a:gd name="T103" fmla="*/ 157 h 760"/>
              <a:gd name="T104" fmla="*/ 379 w 411"/>
              <a:gd name="T105" fmla="*/ 357 h 760"/>
              <a:gd name="T106" fmla="*/ 279 w 411"/>
              <a:gd name="T107" fmla="*/ 344 h 760"/>
              <a:gd name="T108" fmla="*/ 170 w 411"/>
              <a:gd name="T109" fmla="*/ 295 h 760"/>
              <a:gd name="T110" fmla="*/ 29 w 411"/>
              <a:gd name="T111" fmla="*/ 263 h 760"/>
              <a:gd name="T112" fmla="*/ 29 w 411"/>
              <a:gd name="T113" fmla="*/ 157 h 760"/>
              <a:gd name="T114" fmla="*/ 42 w 411"/>
              <a:gd name="T115" fmla="*/ 150 h 760"/>
              <a:gd name="T116" fmla="*/ 67 w 411"/>
              <a:gd name="T117" fmla="*/ 118 h 7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411" h="760">
                <a:moveTo>
                  <a:pt x="25" y="126"/>
                </a:moveTo>
                <a:lnTo>
                  <a:pt x="25" y="126"/>
                </a:lnTo>
                <a:cubicBezTo>
                  <a:pt x="21" y="129"/>
                  <a:pt x="18" y="129"/>
                  <a:pt x="15" y="129"/>
                </a:cubicBezTo>
                <a:cubicBezTo>
                  <a:pt x="11" y="129"/>
                  <a:pt x="7" y="131"/>
                  <a:pt x="4" y="133"/>
                </a:cubicBezTo>
                <a:cubicBezTo>
                  <a:pt x="1" y="136"/>
                  <a:pt x="0" y="140"/>
                  <a:pt x="0" y="145"/>
                </a:cubicBezTo>
                <a:cubicBezTo>
                  <a:pt x="0" y="695"/>
                  <a:pt x="0" y="695"/>
                  <a:pt x="0" y="695"/>
                </a:cubicBezTo>
                <a:cubicBezTo>
                  <a:pt x="0" y="731"/>
                  <a:pt x="28" y="759"/>
                  <a:pt x="63" y="759"/>
                </a:cubicBezTo>
                <a:cubicBezTo>
                  <a:pt x="347" y="759"/>
                  <a:pt x="347" y="759"/>
                  <a:pt x="347" y="759"/>
                </a:cubicBezTo>
                <a:cubicBezTo>
                  <a:pt x="382" y="759"/>
                  <a:pt x="410" y="731"/>
                  <a:pt x="410" y="695"/>
                </a:cubicBezTo>
                <a:cubicBezTo>
                  <a:pt x="410" y="145"/>
                  <a:pt x="410" y="145"/>
                  <a:pt x="410" y="145"/>
                </a:cubicBezTo>
                <a:cubicBezTo>
                  <a:pt x="410" y="140"/>
                  <a:pt x="409" y="136"/>
                  <a:pt x="406" y="133"/>
                </a:cubicBezTo>
                <a:cubicBezTo>
                  <a:pt x="403" y="131"/>
                  <a:pt x="399" y="129"/>
                  <a:pt x="395" y="129"/>
                </a:cubicBezTo>
                <a:cubicBezTo>
                  <a:pt x="392" y="129"/>
                  <a:pt x="389" y="129"/>
                  <a:pt x="385" y="126"/>
                </a:cubicBezTo>
                <a:cubicBezTo>
                  <a:pt x="379" y="122"/>
                  <a:pt x="373" y="114"/>
                  <a:pt x="369" y="105"/>
                </a:cubicBezTo>
                <a:cubicBezTo>
                  <a:pt x="366" y="103"/>
                  <a:pt x="365" y="98"/>
                  <a:pt x="365" y="94"/>
                </a:cubicBezTo>
                <a:cubicBezTo>
                  <a:pt x="372" y="94"/>
                  <a:pt x="378" y="87"/>
                  <a:pt x="378" y="80"/>
                </a:cubicBezTo>
                <a:cubicBezTo>
                  <a:pt x="378" y="72"/>
                  <a:pt x="371" y="65"/>
                  <a:pt x="364" y="65"/>
                </a:cubicBezTo>
                <a:cubicBezTo>
                  <a:pt x="347" y="65"/>
                  <a:pt x="347" y="65"/>
                  <a:pt x="347" y="65"/>
                </a:cubicBezTo>
                <a:cubicBezTo>
                  <a:pt x="243" y="65"/>
                  <a:pt x="243" y="65"/>
                  <a:pt x="243" y="65"/>
                </a:cubicBezTo>
                <a:cubicBezTo>
                  <a:pt x="184" y="6"/>
                  <a:pt x="184" y="6"/>
                  <a:pt x="184" y="6"/>
                </a:cubicBezTo>
                <a:cubicBezTo>
                  <a:pt x="178" y="0"/>
                  <a:pt x="168" y="0"/>
                  <a:pt x="163" y="6"/>
                </a:cubicBezTo>
                <a:cubicBezTo>
                  <a:pt x="157" y="11"/>
                  <a:pt x="157" y="21"/>
                  <a:pt x="163" y="27"/>
                </a:cubicBezTo>
                <a:cubicBezTo>
                  <a:pt x="201" y="65"/>
                  <a:pt x="201" y="65"/>
                  <a:pt x="201" y="65"/>
                </a:cubicBezTo>
                <a:cubicBezTo>
                  <a:pt x="63" y="65"/>
                  <a:pt x="63" y="65"/>
                  <a:pt x="63" y="65"/>
                </a:cubicBezTo>
                <a:cubicBezTo>
                  <a:pt x="46" y="65"/>
                  <a:pt x="46" y="65"/>
                  <a:pt x="46" y="65"/>
                </a:cubicBezTo>
                <a:cubicBezTo>
                  <a:pt x="38" y="65"/>
                  <a:pt x="32" y="72"/>
                  <a:pt x="32" y="80"/>
                </a:cubicBezTo>
                <a:cubicBezTo>
                  <a:pt x="32" y="87"/>
                  <a:pt x="38" y="94"/>
                  <a:pt x="45" y="94"/>
                </a:cubicBezTo>
                <a:cubicBezTo>
                  <a:pt x="44" y="101"/>
                  <a:pt x="41" y="108"/>
                  <a:pt x="36" y="114"/>
                </a:cubicBezTo>
                <a:cubicBezTo>
                  <a:pt x="32" y="119"/>
                  <a:pt x="28" y="124"/>
                  <a:pt x="25" y="126"/>
                </a:cubicBezTo>
                <a:close/>
                <a:moveTo>
                  <a:pt x="347" y="728"/>
                </a:moveTo>
                <a:lnTo>
                  <a:pt x="347" y="728"/>
                </a:lnTo>
                <a:cubicBezTo>
                  <a:pt x="63" y="728"/>
                  <a:pt x="63" y="728"/>
                  <a:pt x="63" y="728"/>
                </a:cubicBezTo>
                <a:cubicBezTo>
                  <a:pt x="45" y="728"/>
                  <a:pt x="29" y="714"/>
                  <a:pt x="29" y="695"/>
                </a:cubicBezTo>
                <a:cubicBezTo>
                  <a:pt x="29" y="451"/>
                  <a:pt x="29" y="451"/>
                  <a:pt x="29" y="451"/>
                </a:cubicBezTo>
                <a:cubicBezTo>
                  <a:pt x="98" y="455"/>
                  <a:pt x="138" y="470"/>
                  <a:pt x="177" y="490"/>
                </a:cubicBezTo>
                <a:cubicBezTo>
                  <a:pt x="218" y="510"/>
                  <a:pt x="258" y="534"/>
                  <a:pt x="327" y="542"/>
                </a:cubicBezTo>
                <a:cubicBezTo>
                  <a:pt x="336" y="543"/>
                  <a:pt x="344" y="538"/>
                  <a:pt x="344" y="529"/>
                </a:cubicBezTo>
                <a:cubicBezTo>
                  <a:pt x="345" y="521"/>
                  <a:pt x="340" y="512"/>
                  <a:pt x="331" y="512"/>
                </a:cubicBezTo>
                <a:cubicBezTo>
                  <a:pt x="268" y="504"/>
                  <a:pt x="232" y="483"/>
                  <a:pt x="190" y="462"/>
                </a:cubicBezTo>
                <a:cubicBezTo>
                  <a:pt x="150" y="444"/>
                  <a:pt x="104" y="424"/>
                  <a:pt x="29" y="421"/>
                </a:cubicBezTo>
                <a:cubicBezTo>
                  <a:pt x="29" y="293"/>
                  <a:pt x="29" y="293"/>
                  <a:pt x="29" y="293"/>
                </a:cubicBezTo>
                <a:cubicBezTo>
                  <a:pt x="108" y="296"/>
                  <a:pt x="147" y="317"/>
                  <a:pt x="192" y="340"/>
                </a:cubicBezTo>
                <a:cubicBezTo>
                  <a:pt x="237" y="362"/>
                  <a:pt x="288" y="386"/>
                  <a:pt x="379" y="387"/>
                </a:cubicBezTo>
                <a:cubicBezTo>
                  <a:pt x="379" y="695"/>
                  <a:pt x="379" y="695"/>
                  <a:pt x="379" y="695"/>
                </a:cubicBezTo>
                <a:cubicBezTo>
                  <a:pt x="379" y="714"/>
                  <a:pt x="365" y="728"/>
                  <a:pt x="347" y="728"/>
                </a:cubicBezTo>
                <a:close/>
                <a:moveTo>
                  <a:pt x="67" y="118"/>
                </a:moveTo>
                <a:lnTo>
                  <a:pt x="67" y="118"/>
                </a:lnTo>
                <a:cubicBezTo>
                  <a:pt x="72" y="111"/>
                  <a:pt x="74" y="103"/>
                  <a:pt x="76" y="94"/>
                </a:cubicBezTo>
                <a:cubicBezTo>
                  <a:pt x="334" y="94"/>
                  <a:pt x="334" y="94"/>
                  <a:pt x="334" y="94"/>
                </a:cubicBezTo>
                <a:cubicBezTo>
                  <a:pt x="337" y="107"/>
                  <a:pt x="341" y="119"/>
                  <a:pt x="348" y="131"/>
                </a:cubicBezTo>
                <a:cubicBezTo>
                  <a:pt x="354" y="138"/>
                  <a:pt x="359" y="145"/>
                  <a:pt x="368" y="150"/>
                </a:cubicBezTo>
                <a:cubicBezTo>
                  <a:pt x="371" y="153"/>
                  <a:pt x="375" y="156"/>
                  <a:pt x="379" y="157"/>
                </a:cubicBezTo>
                <a:cubicBezTo>
                  <a:pt x="379" y="357"/>
                  <a:pt x="379" y="357"/>
                  <a:pt x="379" y="357"/>
                </a:cubicBezTo>
                <a:cubicBezTo>
                  <a:pt x="338" y="357"/>
                  <a:pt x="306" y="351"/>
                  <a:pt x="279" y="344"/>
                </a:cubicBezTo>
                <a:cubicBezTo>
                  <a:pt x="237" y="331"/>
                  <a:pt x="208" y="312"/>
                  <a:pt x="170" y="295"/>
                </a:cubicBezTo>
                <a:cubicBezTo>
                  <a:pt x="135" y="279"/>
                  <a:pt x="91" y="265"/>
                  <a:pt x="29" y="263"/>
                </a:cubicBezTo>
                <a:cubicBezTo>
                  <a:pt x="29" y="157"/>
                  <a:pt x="29" y="157"/>
                  <a:pt x="29" y="157"/>
                </a:cubicBezTo>
                <a:cubicBezTo>
                  <a:pt x="35" y="156"/>
                  <a:pt x="38" y="153"/>
                  <a:pt x="42" y="150"/>
                </a:cubicBezTo>
                <a:cubicBezTo>
                  <a:pt x="53" y="142"/>
                  <a:pt x="62" y="131"/>
                  <a:pt x="67" y="118"/>
                </a:cubicBezTo>
                <a:close/>
              </a:path>
            </a:pathLst>
          </a:custGeom>
          <a:solidFill>
            <a:schemeClr val="accent4"/>
          </a:solidFill>
          <a:ln>
            <a:noFill/>
          </a:ln>
          <a:effectLst/>
        </p:spPr>
        <p:txBody>
          <a:bodyPr wrap="none" anchor="ctr"/>
          <a:lstStyle/>
          <a:p>
            <a:endParaRPr lang="da-DK"/>
          </a:p>
        </p:txBody>
      </p:sp>
      <p:grpSp>
        <p:nvGrpSpPr>
          <p:cNvPr id="181" name="Group 184">
            <a:extLst>
              <a:ext uri="{FF2B5EF4-FFF2-40B4-BE49-F238E27FC236}">
                <a16:creationId xmlns:a16="http://schemas.microsoft.com/office/drawing/2014/main" id="{F75FA660-A50F-B944-2758-545B3BE65DF6}"/>
              </a:ext>
            </a:extLst>
          </p:cNvPr>
          <p:cNvGrpSpPr/>
          <p:nvPr/>
        </p:nvGrpSpPr>
        <p:grpSpPr>
          <a:xfrm>
            <a:off x="9805590" y="1338932"/>
            <a:ext cx="228600" cy="260350"/>
            <a:chOff x="8769350" y="3133725"/>
            <a:chExt cx="228600" cy="260350"/>
          </a:xfrm>
          <a:solidFill>
            <a:schemeClr val="accent4"/>
          </a:solidFill>
        </p:grpSpPr>
        <p:sp>
          <p:nvSpPr>
            <p:cNvPr id="182" name="Freeform 151">
              <a:extLst>
                <a:ext uri="{FF2B5EF4-FFF2-40B4-BE49-F238E27FC236}">
                  <a16:creationId xmlns:a16="http://schemas.microsoft.com/office/drawing/2014/main" id="{301ECA66-C26E-CCCC-D952-65699739298D}"/>
                </a:ext>
              </a:extLst>
            </p:cNvPr>
            <p:cNvSpPr>
              <a:spLocks noChangeArrowheads="1"/>
            </p:cNvSpPr>
            <p:nvPr/>
          </p:nvSpPr>
          <p:spPr bwMode="auto">
            <a:xfrm>
              <a:off x="8777288" y="3178175"/>
              <a:ext cx="212725" cy="215900"/>
            </a:xfrm>
            <a:custGeom>
              <a:avLst/>
              <a:gdLst>
                <a:gd name="T0" fmla="*/ 87 w 591"/>
                <a:gd name="T1" fmla="*/ 600 h 601"/>
                <a:gd name="T2" fmla="*/ 87 w 591"/>
                <a:gd name="T3" fmla="*/ 600 h 601"/>
                <a:gd name="T4" fmla="*/ 503 w 591"/>
                <a:gd name="T5" fmla="*/ 600 h 601"/>
                <a:gd name="T6" fmla="*/ 590 w 591"/>
                <a:gd name="T7" fmla="*/ 513 h 601"/>
                <a:gd name="T8" fmla="*/ 588 w 591"/>
                <a:gd name="T9" fmla="*/ 500 h 601"/>
                <a:gd name="T10" fmla="*/ 588 w 591"/>
                <a:gd name="T11" fmla="*/ 500 h 601"/>
                <a:gd name="T12" fmla="*/ 536 w 591"/>
                <a:gd name="T13" fmla="*/ 135 h 601"/>
                <a:gd name="T14" fmla="*/ 451 w 591"/>
                <a:gd name="T15" fmla="*/ 61 h 601"/>
                <a:gd name="T16" fmla="*/ 309 w 591"/>
                <a:gd name="T17" fmla="*/ 61 h 601"/>
                <a:gd name="T18" fmla="*/ 309 w 591"/>
                <a:gd name="T19" fmla="*/ 16 h 601"/>
                <a:gd name="T20" fmla="*/ 295 w 591"/>
                <a:gd name="T21" fmla="*/ 0 h 601"/>
                <a:gd name="T22" fmla="*/ 279 w 591"/>
                <a:gd name="T23" fmla="*/ 16 h 601"/>
                <a:gd name="T24" fmla="*/ 279 w 591"/>
                <a:gd name="T25" fmla="*/ 61 h 601"/>
                <a:gd name="T26" fmla="*/ 139 w 591"/>
                <a:gd name="T27" fmla="*/ 61 h 601"/>
                <a:gd name="T28" fmla="*/ 53 w 591"/>
                <a:gd name="T29" fmla="*/ 135 h 601"/>
                <a:gd name="T30" fmla="*/ 0 w 591"/>
                <a:gd name="T31" fmla="*/ 500 h 601"/>
                <a:gd name="T32" fmla="*/ 0 w 591"/>
                <a:gd name="T33" fmla="*/ 500 h 601"/>
                <a:gd name="T34" fmla="*/ 0 w 591"/>
                <a:gd name="T35" fmla="*/ 513 h 601"/>
                <a:gd name="T36" fmla="*/ 87 w 591"/>
                <a:gd name="T37" fmla="*/ 600 h 601"/>
                <a:gd name="T38" fmla="*/ 29 w 591"/>
                <a:gd name="T39" fmla="*/ 504 h 601"/>
                <a:gd name="T40" fmla="*/ 29 w 591"/>
                <a:gd name="T41" fmla="*/ 504 h 601"/>
                <a:gd name="T42" fmla="*/ 83 w 591"/>
                <a:gd name="T43" fmla="*/ 139 h 601"/>
                <a:gd name="T44" fmla="*/ 139 w 591"/>
                <a:gd name="T45" fmla="*/ 90 h 601"/>
                <a:gd name="T46" fmla="*/ 451 w 591"/>
                <a:gd name="T47" fmla="*/ 90 h 601"/>
                <a:gd name="T48" fmla="*/ 507 w 591"/>
                <a:gd name="T49" fmla="*/ 139 h 601"/>
                <a:gd name="T50" fmla="*/ 559 w 591"/>
                <a:gd name="T51" fmla="*/ 504 h 601"/>
                <a:gd name="T52" fmla="*/ 559 w 591"/>
                <a:gd name="T53" fmla="*/ 504 h 601"/>
                <a:gd name="T54" fmla="*/ 560 w 591"/>
                <a:gd name="T55" fmla="*/ 513 h 601"/>
                <a:gd name="T56" fmla="*/ 543 w 591"/>
                <a:gd name="T57" fmla="*/ 552 h 601"/>
                <a:gd name="T58" fmla="*/ 503 w 591"/>
                <a:gd name="T59" fmla="*/ 569 h 601"/>
                <a:gd name="T60" fmla="*/ 87 w 591"/>
                <a:gd name="T61" fmla="*/ 569 h 601"/>
                <a:gd name="T62" fmla="*/ 46 w 591"/>
                <a:gd name="T63" fmla="*/ 552 h 601"/>
                <a:gd name="T64" fmla="*/ 29 w 591"/>
                <a:gd name="T65" fmla="*/ 513 h 601"/>
                <a:gd name="T66" fmla="*/ 29 w 591"/>
                <a:gd name="T67" fmla="*/ 504 h 6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591" h="601">
                  <a:moveTo>
                    <a:pt x="87" y="600"/>
                  </a:moveTo>
                  <a:lnTo>
                    <a:pt x="87" y="600"/>
                  </a:lnTo>
                  <a:cubicBezTo>
                    <a:pt x="503" y="600"/>
                    <a:pt x="503" y="600"/>
                    <a:pt x="503" y="600"/>
                  </a:cubicBezTo>
                  <a:cubicBezTo>
                    <a:pt x="552" y="600"/>
                    <a:pt x="590" y="560"/>
                    <a:pt x="590" y="513"/>
                  </a:cubicBezTo>
                  <a:cubicBezTo>
                    <a:pt x="590" y="508"/>
                    <a:pt x="590" y="504"/>
                    <a:pt x="588" y="500"/>
                  </a:cubicBezTo>
                  <a:lnTo>
                    <a:pt x="588" y="500"/>
                  </a:lnTo>
                  <a:cubicBezTo>
                    <a:pt x="536" y="135"/>
                    <a:pt x="536" y="135"/>
                    <a:pt x="536" y="135"/>
                  </a:cubicBezTo>
                  <a:cubicBezTo>
                    <a:pt x="531" y="92"/>
                    <a:pt x="494" y="61"/>
                    <a:pt x="451" y="61"/>
                  </a:cubicBezTo>
                  <a:cubicBezTo>
                    <a:pt x="309" y="61"/>
                    <a:pt x="309" y="61"/>
                    <a:pt x="309" y="61"/>
                  </a:cubicBezTo>
                  <a:cubicBezTo>
                    <a:pt x="309" y="16"/>
                    <a:pt x="309" y="16"/>
                    <a:pt x="309" y="16"/>
                  </a:cubicBezTo>
                  <a:cubicBezTo>
                    <a:pt x="309" y="7"/>
                    <a:pt x="303" y="0"/>
                    <a:pt x="295" y="0"/>
                  </a:cubicBezTo>
                  <a:cubicBezTo>
                    <a:pt x="286" y="0"/>
                    <a:pt x="279" y="7"/>
                    <a:pt x="279" y="16"/>
                  </a:cubicBezTo>
                  <a:cubicBezTo>
                    <a:pt x="279" y="61"/>
                    <a:pt x="279" y="61"/>
                    <a:pt x="279" y="61"/>
                  </a:cubicBezTo>
                  <a:cubicBezTo>
                    <a:pt x="139" y="61"/>
                    <a:pt x="139" y="61"/>
                    <a:pt x="139" y="61"/>
                  </a:cubicBezTo>
                  <a:cubicBezTo>
                    <a:pt x="95" y="61"/>
                    <a:pt x="59" y="92"/>
                    <a:pt x="53" y="135"/>
                  </a:cubicBezTo>
                  <a:cubicBezTo>
                    <a:pt x="0" y="500"/>
                    <a:pt x="0" y="500"/>
                    <a:pt x="0" y="500"/>
                  </a:cubicBezTo>
                  <a:lnTo>
                    <a:pt x="0" y="500"/>
                  </a:lnTo>
                  <a:cubicBezTo>
                    <a:pt x="0" y="504"/>
                    <a:pt x="0" y="508"/>
                    <a:pt x="0" y="513"/>
                  </a:cubicBezTo>
                  <a:cubicBezTo>
                    <a:pt x="0" y="560"/>
                    <a:pt x="38" y="600"/>
                    <a:pt x="87" y="600"/>
                  </a:cubicBezTo>
                  <a:close/>
                  <a:moveTo>
                    <a:pt x="29" y="504"/>
                  </a:moveTo>
                  <a:lnTo>
                    <a:pt x="29" y="504"/>
                  </a:lnTo>
                  <a:cubicBezTo>
                    <a:pt x="83" y="139"/>
                    <a:pt x="83" y="139"/>
                    <a:pt x="83" y="139"/>
                  </a:cubicBezTo>
                  <a:cubicBezTo>
                    <a:pt x="85" y="111"/>
                    <a:pt x="111" y="90"/>
                    <a:pt x="139" y="90"/>
                  </a:cubicBezTo>
                  <a:cubicBezTo>
                    <a:pt x="451" y="90"/>
                    <a:pt x="451" y="90"/>
                    <a:pt x="451" y="90"/>
                  </a:cubicBezTo>
                  <a:cubicBezTo>
                    <a:pt x="479" y="90"/>
                    <a:pt x="503" y="111"/>
                    <a:pt x="507" y="139"/>
                  </a:cubicBezTo>
                  <a:cubicBezTo>
                    <a:pt x="559" y="504"/>
                    <a:pt x="559" y="504"/>
                    <a:pt x="559" y="504"/>
                  </a:cubicBezTo>
                  <a:lnTo>
                    <a:pt x="559" y="504"/>
                  </a:lnTo>
                  <a:cubicBezTo>
                    <a:pt x="559" y="507"/>
                    <a:pt x="560" y="510"/>
                    <a:pt x="560" y="513"/>
                  </a:cubicBezTo>
                  <a:cubicBezTo>
                    <a:pt x="560" y="528"/>
                    <a:pt x="553" y="542"/>
                    <a:pt x="543" y="552"/>
                  </a:cubicBezTo>
                  <a:cubicBezTo>
                    <a:pt x="532" y="563"/>
                    <a:pt x="518" y="569"/>
                    <a:pt x="503" y="569"/>
                  </a:cubicBezTo>
                  <a:cubicBezTo>
                    <a:pt x="87" y="569"/>
                    <a:pt x="87" y="569"/>
                    <a:pt x="87" y="569"/>
                  </a:cubicBezTo>
                  <a:cubicBezTo>
                    <a:pt x="70" y="569"/>
                    <a:pt x="56" y="563"/>
                    <a:pt x="46" y="552"/>
                  </a:cubicBezTo>
                  <a:cubicBezTo>
                    <a:pt x="35" y="542"/>
                    <a:pt x="29" y="528"/>
                    <a:pt x="29" y="513"/>
                  </a:cubicBezTo>
                  <a:cubicBezTo>
                    <a:pt x="29" y="510"/>
                    <a:pt x="29" y="507"/>
                    <a:pt x="29" y="5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3" name="Freeform 152">
              <a:extLst>
                <a:ext uri="{FF2B5EF4-FFF2-40B4-BE49-F238E27FC236}">
                  <a16:creationId xmlns:a16="http://schemas.microsoft.com/office/drawing/2014/main" id="{5AD9C042-CA1F-1F04-DA84-4A2FE5F9B05A}"/>
                </a:ext>
              </a:extLst>
            </p:cNvPr>
            <p:cNvSpPr>
              <a:spLocks noChangeArrowheads="1"/>
            </p:cNvSpPr>
            <p:nvPr/>
          </p:nvSpPr>
          <p:spPr bwMode="auto">
            <a:xfrm>
              <a:off x="8769350" y="3133725"/>
              <a:ext cx="228600" cy="33338"/>
            </a:xfrm>
            <a:custGeom>
              <a:avLst/>
              <a:gdLst>
                <a:gd name="T0" fmla="*/ 624 w 635"/>
                <a:gd name="T1" fmla="*/ 4 h 94"/>
                <a:gd name="T2" fmla="*/ 624 w 635"/>
                <a:gd name="T3" fmla="*/ 4 h 94"/>
                <a:gd name="T4" fmla="*/ 604 w 635"/>
                <a:gd name="T5" fmla="*/ 11 h 94"/>
                <a:gd name="T6" fmla="*/ 604 w 635"/>
                <a:gd name="T7" fmla="*/ 11 h 94"/>
                <a:gd name="T8" fmla="*/ 590 w 635"/>
                <a:gd name="T9" fmla="*/ 38 h 94"/>
                <a:gd name="T10" fmla="*/ 549 w 635"/>
                <a:gd name="T11" fmla="*/ 62 h 94"/>
                <a:gd name="T12" fmla="*/ 85 w 635"/>
                <a:gd name="T13" fmla="*/ 62 h 94"/>
                <a:gd name="T14" fmla="*/ 45 w 635"/>
                <a:gd name="T15" fmla="*/ 38 h 94"/>
                <a:gd name="T16" fmla="*/ 31 w 635"/>
                <a:gd name="T17" fmla="*/ 11 h 94"/>
                <a:gd name="T18" fmla="*/ 12 w 635"/>
                <a:gd name="T19" fmla="*/ 4 h 94"/>
                <a:gd name="T20" fmla="*/ 5 w 635"/>
                <a:gd name="T21" fmla="*/ 24 h 94"/>
                <a:gd name="T22" fmla="*/ 17 w 635"/>
                <a:gd name="T23" fmla="*/ 51 h 94"/>
                <a:gd name="T24" fmla="*/ 85 w 635"/>
                <a:gd name="T25" fmla="*/ 93 h 94"/>
                <a:gd name="T26" fmla="*/ 549 w 635"/>
                <a:gd name="T27" fmla="*/ 93 h 94"/>
                <a:gd name="T28" fmla="*/ 617 w 635"/>
                <a:gd name="T29" fmla="*/ 51 h 94"/>
                <a:gd name="T30" fmla="*/ 631 w 635"/>
                <a:gd name="T31" fmla="*/ 24 h 94"/>
                <a:gd name="T32" fmla="*/ 624 w 635"/>
                <a:gd name="T33" fmla="*/ 4 h 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5" h="94">
                  <a:moveTo>
                    <a:pt x="624" y="4"/>
                  </a:moveTo>
                  <a:lnTo>
                    <a:pt x="624" y="4"/>
                  </a:lnTo>
                  <a:cubicBezTo>
                    <a:pt x="617" y="0"/>
                    <a:pt x="607" y="3"/>
                    <a:pt x="604" y="11"/>
                  </a:cubicBezTo>
                  <a:lnTo>
                    <a:pt x="604" y="11"/>
                  </a:lnTo>
                  <a:cubicBezTo>
                    <a:pt x="590" y="38"/>
                    <a:pt x="590" y="38"/>
                    <a:pt x="590" y="38"/>
                  </a:cubicBezTo>
                  <a:cubicBezTo>
                    <a:pt x="583" y="53"/>
                    <a:pt x="568" y="62"/>
                    <a:pt x="549" y="62"/>
                  </a:cubicBezTo>
                  <a:cubicBezTo>
                    <a:pt x="85" y="62"/>
                    <a:pt x="85" y="62"/>
                    <a:pt x="85" y="62"/>
                  </a:cubicBezTo>
                  <a:cubicBezTo>
                    <a:pt x="68" y="62"/>
                    <a:pt x="52" y="53"/>
                    <a:pt x="45" y="38"/>
                  </a:cubicBezTo>
                  <a:cubicBezTo>
                    <a:pt x="31" y="11"/>
                    <a:pt x="31" y="11"/>
                    <a:pt x="31" y="11"/>
                  </a:cubicBezTo>
                  <a:cubicBezTo>
                    <a:pt x="27" y="3"/>
                    <a:pt x="19" y="0"/>
                    <a:pt x="12" y="4"/>
                  </a:cubicBezTo>
                  <a:cubicBezTo>
                    <a:pt x="3" y="8"/>
                    <a:pt x="0" y="17"/>
                    <a:pt x="5" y="24"/>
                  </a:cubicBezTo>
                  <a:cubicBezTo>
                    <a:pt x="17" y="51"/>
                    <a:pt x="17" y="51"/>
                    <a:pt x="17" y="51"/>
                  </a:cubicBezTo>
                  <a:cubicBezTo>
                    <a:pt x="30" y="76"/>
                    <a:pt x="57" y="93"/>
                    <a:pt x="85" y="93"/>
                  </a:cubicBezTo>
                  <a:cubicBezTo>
                    <a:pt x="549" y="93"/>
                    <a:pt x="549" y="93"/>
                    <a:pt x="549" y="93"/>
                  </a:cubicBezTo>
                  <a:cubicBezTo>
                    <a:pt x="579" y="93"/>
                    <a:pt x="604" y="76"/>
                    <a:pt x="617" y="51"/>
                  </a:cubicBezTo>
                  <a:cubicBezTo>
                    <a:pt x="631" y="24"/>
                    <a:pt x="631" y="24"/>
                    <a:pt x="631" y="24"/>
                  </a:cubicBezTo>
                  <a:cubicBezTo>
                    <a:pt x="634" y="17"/>
                    <a:pt x="631" y="8"/>
                    <a:pt x="624" y="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4" name="Freeform 153">
              <a:extLst>
                <a:ext uri="{FF2B5EF4-FFF2-40B4-BE49-F238E27FC236}">
                  <a16:creationId xmlns:a16="http://schemas.microsoft.com/office/drawing/2014/main" id="{E2EA0B41-783A-9E5B-62EC-B80028225BC1}"/>
                </a:ext>
              </a:extLst>
            </p:cNvPr>
            <p:cNvSpPr>
              <a:spLocks noChangeArrowheads="1"/>
            </p:cNvSpPr>
            <p:nvPr/>
          </p:nvSpPr>
          <p:spPr bwMode="auto">
            <a:xfrm>
              <a:off x="8824913" y="3232150"/>
              <a:ext cx="119062" cy="119063"/>
            </a:xfrm>
            <a:custGeom>
              <a:avLst/>
              <a:gdLst>
                <a:gd name="T0" fmla="*/ 166 w 331"/>
                <a:gd name="T1" fmla="*/ 329 h 330"/>
                <a:gd name="T2" fmla="*/ 166 w 331"/>
                <a:gd name="T3" fmla="*/ 329 h 330"/>
                <a:gd name="T4" fmla="*/ 330 w 331"/>
                <a:gd name="T5" fmla="*/ 165 h 330"/>
                <a:gd name="T6" fmla="*/ 166 w 331"/>
                <a:gd name="T7" fmla="*/ 0 h 330"/>
                <a:gd name="T8" fmla="*/ 0 w 331"/>
                <a:gd name="T9" fmla="*/ 165 h 330"/>
                <a:gd name="T10" fmla="*/ 166 w 331"/>
                <a:gd name="T11" fmla="*/ 329 h 330"/>
                <a:gd name="T12" fmla="*/ 70 w 331"/>
                <a:gd name="T13" fmla="*/ 69 h 330"/>
                <a:gd name="T14" fmla="*/ 70 w 331"/>
                <a:gd name="T15" fmla="*/ 69 h 330"/>
                <a:gd name="T16" fmla="*/ 166 w 331"/>
                <a:gd name="T17" fmla="*/ 30 h 330"/>
                <a:gd name="T18" fmla="*/ 261 w 331"/>
                <a:gd name="T19" fmla="*/ 69 h 330"/>
                <a:gd name="T20" fmla="*/ 301 w 331"/>
                <a:gd name="T21" fmla="*/ 165 h 330"/>
                <a:gd name="T22" fmla="*/ 261 w 331"/>
                <a:gd name="T23" fmla="*/ 260 h 330"/>
                <a:gd name="T24" fmla="*/ 166 w 331"/>
                <a:gd name="T25" fmla="*/ 300 h 330"/>
                <a:gd name="T26" fmla="*/ 70 w 331"/>
                <a:gd name="T27" fmla="*/ 260 h 330"/>
                <a:gd name="T28" fmla="*/ 31 w 331"/>
                <a:gd name="T29" fmla="*/ 165 h 330"/>
                <a:gd name="T30" fmla="*/ 70 w 331"/>
                <a:gd name="T31" fmla="*/ 69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31" h="330">
                  <a:moveTo>
                    <a:pt x="166" y="329"/>
                  </a:moveTo>
                  <a:lnTo>
                    <a:pt x="166" y="329"/>
                  </a:lnTo>
                  <a:cubicBezTo>
                    <a:pt x="257" y="329"/>
                    <a:pt x="330" y="256"/>
                    <a:pt x="330" y="165"/>
                  </a:cubicBezTo>
                  <a:cubicBezTo>
                    <a:pt x="330" y="73"/>
                    <a:pt x="257" y="0"/>
                    <a:pt x="166" y="0"/>
                  </a:cubicBezTo>
                  <a:cubicBezTo>
                    <a:pt x="74" y="0"/>
                    <a:pt x="0" y="73"/>
                    <a:pt x="0" y="165"/>
                  </a:cubicBezTo>
                  <a:cubicBezTo>
                    <a:pt x="0" y="256"/>
                    <a:pt x="74" y="329"/>
                    <a:pt x="166" y="329"/>
                  </a:cubicBezTo>
                  <a:close/>
                  <a:moveTo>
                    <a:pt x="70" y="69"/>
                  </a:moveTo>
                  <a:lnTo>
                    <a:pt x="70" y="69"/>
                  </a:lnTo>
                  <a:cubicBezTo>
                    <a:pt x="94" y="45"/>
                    <a:pt x="128" y="30"/>
                    <a:pt x="166" y="30"/>
                  </a:cubicBezTo>
                  <a:cubicBezTo>
                    <a:pt x="202" y="30"/>
                    <a:pt x="236" y="45"/>
                    <a:pt x="261" y="69"/>
                  </a:cubicBezTo>
                  <a:cubicBezTo>
                    <a:pt x="285" y="95"/>
                    <a:pt x="301" y="128"/>
                    <a:pt x="301" y="165"/>
                  </a:cubicBezTo>
                  <a:cubicBezTo>
                    <a:pt x="301" y="203"/>
                    <a:pt x="285" y="236"/>
                    <a:pt x="261" y="260"/>
                  </a:cubicBezTo>
                  <a:cubicBezTo>
                    <a:pt x="236" y="284"/>
                    <a:pt x="202" y="300"/>
                    <a:pt x="166" y="300"/>
                  </a:cubicBezTo>
                  <a:cubicBezTo>
                    <a:pt x="128" y="300"/>
                    <a:pt x="94" y="284"/>
                    <a:pt x="70" y="260"/>
                  </a:cubicBezTo>
                  <a:cubicBezTo>
                    <a:pt x="46" y="236"/>
                    <a:pt x="31" y="203"/>
                    <a:pt x="31" y="165"/>
                  </a:cubicBezTo>
                  <a:cubicBezTo>
                    <a:pt x="31" y="128"/>
                    <a:pt x="46" y="95"/>
                    <a:pt x="70" y="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5" name="Group 188">
            <a:extLst>
              <a:ext uri="{FF2B5EF4-FFF2-40B4-BE49-F238E27FC236}">
                <a16:creationId xmlns:a16="http://schemas.microsoft.com/office/drawing/2014/main" id="{EF4FEBBF-BD46-7086-6BDF-3306B3EDD981}"/>
              </a:ext>
            </a:extLst>
          </p:cNvPr>
          <p:cNvGrpSpPr/>
          <p:nvPr/>
        </p:nvGrpSpPr>
        <p:grpSpPr>
          <a:xfrm>
            <a:off x="10302478" y="1372270"/>
            <a:ext cx="258762" cy="193675"/>
            <a:chOff x="9266238" y="3167063"/>
            <a:chExt cx="258762" cy="193675"/>
          </a:xfrm>
          <a:solidFill>
            <a:schemeClr val="accent4"/>
          </a:solidFill>
        </p:grpSpPr>
        <p:sp>
          <p:nvSpPr>
            <p:cNvPr id="186" name="Freeform 154">
              <a:extLst>
                <a:ext uri="{FF2B5EF4-FFF2-40B4-BE49-F238E27FC236}">
                  <a16:creationId xmlns:a16="http://schemas.microsoft.com/office/drawing/2014/main" id="{B2FBDA3D-DE94-9B35-25D8-9DAA76C7EC05}"/>
                </a:ext>
              </a:extLst>
            </p:cNvPr>
            <p:cNvSpPr>
              <a:spLocks noChangeArrowheads="1"/>
            </p:cNvSpPr>
            <p:nvPr/>
          </p:nvSpPr>
          <p:spPr bwMode="auto">
            <a:xfrm>
              <a:off x="9266238" y="3167063"/>
              <a:ext cx="258762" cy="193675"/>
            </a:xfrm>
            <a:custGeom>
              <a:avLst/>
              <a:gdLst>
                <a:gd name="T0" fmla="*/ 224 w 719"/>
                <a:gd name="T1" fmla="*/ 539 h 540"/>
                <a:gd name="T2" fmla="*/ 224 w 719"/>
                <a:gd name="T3" fmla="*/ 539 h 540"/>
                <a:gd name="T4" fmla="*/ 584 w 719"/>
                <a:gd name="T5" fmla="*/ 539 h 540"/>
                <a:gd name="T6" fmla="*/ 718 w 719"/>
                <a:gd name="T7" fmla="*/ 404 h 540"/>
                <a:gd name="T8" fmla="*/ 718 w 719"/>
                <a:gd name="T9" fmla="*/ 317 h 540"/>
                <a:gd name="T10" fmla="*/ 718 w 719"/>
                <a:gd name="T11" fmla="*/ 314 h 540"/>
                <a:gd name="T12" fmla="*/ 713 w 719"/>
                <a:gd name="T13" fmla="*/ 271 h 540"/>
                <a:gd name="T14" fmla="*/ 661 w 719"/>
                <a:gd name="T15" fmla="*/ 203 h 540"/>
                <a:gd name="T16" fmla="*/ 579 w 719"/>
                <a:gd name="T17" fmla="*/ 179 h 540"/>
                <a:gd name="T18" fmla="*/ 478 w 719"/>
                <a:gd name="T19" fmla="*/ 151 h 540"/>
                <a:gd name="T20" fmla="*/ 366 w 719"/>
                <a:gd name="T21" fmla="*/ 59 h 540"/>
                <a:gd name="T22" fmla="*/ 304 w 719"/>
                <a:gd name="T23" fmla="*/ 17 h 540"/>
                <a:gd name="T24" fmla="*/ 224 w 719"/>
                <a:gd name="T25" fmla="*/ 0 h 540"/>
                <a:gd name="T26" fmla="*/ 64 w 719"/>
                <a:gd name="T27" fmla="*/ 64 h 540"/>
                <a:gd name="T28" fmla="*/ 0 w 719"/>
                <a:gd name="T29" fmla="*/ 223 h 540"/>
                <a:gd name="T30" fmla="*/ 0 w 719"/>
                <a:gd name="T31" fmla="*/ 224 h 540"/>
                <a:gd name="T32" fmla="*/ 0 w 719"/>
                <a:gd name="T33" fmla="*/ 314 h 540"/>
                <a:gd name="T34" fmla="*/ 224 w 719"/>
                <a:gd name="T35" fmla="*/ 539 h 540"/>
                <a:gd name="T36" fmla="*/ 85 w 719"/>
                <a:gd name="T37" fmla="*/ 85 h 540"/>
                <a:gd name="T38" fmla="*/ 85 w 719"/>
                <a:gd name="T39" fmla="*/ 85 h 540"/>
                <a:gd name="T40" fmla="*/ 224 w 719"/>
                <a:gd name="T41" fmla="*/ 29 h 540"/>
                <a:gd name="T42" fmla="*/ 310 w 719"/>
                <a:gd name="T43" fmla="*/ 55 h 540"/>
                <a:gd name="T44" fmla="*/ 419 w 719"/>
                <a:gd name="T45" fmla="*/ 147 h 540"/>
                <a:gd name="T46" fmla="*/ 488 w 719"/>
                <a:gd name="T47" fmla="*/ 191 h 540"/>
                <a:gd name="T48" fmla="*/ 579 w 719"/>
                <a:gd name="T49" fmla="*/ 209 h 540"/>
                <a:gd name="T50" fmla="*/ 644 w 719"/>
                <a:gd name="T51" fmla="*/ 229 h 540"/>
                <a:gd name="T52" fmla="*/ 683 w 719"/>
                <a:gd name="T53" fmla="*/ 281 h 540"/>
                <a:gd name="T54" fmla="*/ 689 w 719"/>
                <a:gd name="T55" fmla="*/ 313 h 540"/>
                <a:gd name="T56" fmla="*/ 689 w 719"/>
                <a:gd name="T57" fmla="*/ 314 h 540"/>
                <a:gd name="T58" fmla="*/ 689 w 719"/>
                <a:gd name="T59" fmla="*/ 314 h 540"/>
                <a:gd name="T60" fmla="*/ 689 w 719"/>
                <a:gd name="T61" fmla="*/ 317 h 540"/>
                <a:gd name="T62" fmla="*/ 638 w 719"/>
                <a:gd name="T63" fmla="*/ 403 h 540"/>
                <a:gd name="T64" fmla="*/ 634 w 719"/>
                <a:gd name="T65" fmla="*/ 424 h 540"/>
                <a:gd name="T66" fmla="*/ 654 w 719"/>
                <a:gd name="T67" fmla="*/ 429 h 540"/>
                <a:gd name="T68" fmla="*/ 689 w 719"/>
                <a:gd name="T69" fmla="*/ 398 h 540"/>
                <a:gd name="T70" fmla="*/ 689 w 719"/>
                <a:gd name="T71" fmla="*/ 404 h 540"/>
                <a:gd name="T72" fmla="*/ 658 w 719"/>
                <a:gd name="T73" fmla="*/ 479 h 540"/>
                <a:gd name="T74" fmla="*/ 584 w 719"/>
                <a:gd name="T75" fmla="*/ 508 h 540"/>
                <a:gd name="T76" fmla="*/ 224 w 719"/>
                <a:gd name="T77" fmla="*/ 508 h 540"/>
                <a:gd name="T78" fmla="*/ 87 w 719"/>
                <a:gd name="T79" fmla="*/ 452 h 540"/>
                <a:gd name="T80" fmla="*/ 32 w 719"/>
                <a:gd name="T81" fmla="*/ 338 h 540"/>
                <a:gd name="T82" fmla="*/ 74 w 719"/>
                <a:gd name="T83" fmla="*/ 390 h 540"/>
                <a:gd name="T84" fmla="*/ 230 w 719"/>
                <a:gd name="T85" fmla="*/ 449 h 540"/>
                <a:gd name="T86" fmla="*/ 584 w 719"/>
                <a:gd name="T87" fmla="*/ 449 h 540"/>
                <a:gd name="T88" fmla="*/ 599 w 719"/>
                <a:gd name="T89" fmla="*/ 434 h 540"/>
                <a:gd name="T90" fmla="*/ 584 w 719"/>
                <a:gd name="T91" fmla="*/ 418 h 540"/>
                <a:gd name="T92" fmla="*/ 230 w 719"/>
                <a:gd name="T93" fmla="*/ 418 h 540"/>
                <a:gd name="T94" fmla="*/ 94 w 719"/>
                <a:gd name="T95" fmla="*/ 368 h 540"/>
                <a:gd name="T96" fmla="*/ 30 w 719"/>
                <a:gd name="T97" fmla="*/ 240 h 540"/>
                <a:gd name="T98" fmla="*/ 30 w 719"/>
                <a:gd name="T99" fmla="*/ 224 h 540"/>
                <a:gd name="T100" fmla="*/ 85 w 719"/>
                <a:gd name="T101" fmla="*/ 85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719" h="540">
                  <a:moveTo>
                    <a:pt x="224" y="539"/>
                  </a:moveTo>
                  <a:lnTo>
                    <a:pt x="224" y="539"/>
                  </a:lnTo>
                  <a:cubicBezTo>
                    <a:pt x="584" y="539"/>
                    <a:pt x="584" y="539"/>
                    <a:pt x="584" y="539"/>
                  </a:cubicBezTo>
                  <a:cubicBezTo>
                    <a:pt x="658" y="539"/>
                    <a:pt x="718" y="479"/>
                    <a:pt x="718" y="404"/>
                  </a:cubicBezTo>
                  <a:cubicBezTo>
                    <a:pt x="718" y="317"/>
                    <a:pt x="718" y="317"/>
                    <a:pt x="718" y="317"/>
                  </a:cubicBezTo>
                  <a:cubicBezTo>
                    <a:pt x="718" y="317"/>
                    <a:pt x="718" y="316"/>
                    <a:pt x="718" y="314"/>
                  </a:cubicBezTo>
                  <a:cubicBezTo>
                    <a:pt x="718" y="300"/>
                    <a:pt x="717" y="286"/>
                    <a:pt x="713" y="271"/>
                  </a:cubicBezTo>
                  <a:cubicBezTo>
                    <a:pt x="703" y="243"/>
                    <a:pt x="685" y="220"/>
                    <a:pt x="661" y="203"/>
                  </a:cubicBezTo>
                  <a:cubicBezTo>
                    <a:pt x="637" y="188"/>
                    <a:pt x="609" y="179"/>
                    <a:pt x="579" y="179"/>
                  </a:cubicBezTo>
                  <a:cubicBezTo>
                    <a:pt x="539" y="178"/>
                    <a:pt x="506" y="168"/>
                    <a:pt x="478" y="151"/>
                  </a:cubicBezTo>
                  <a:cubicBezTo>
                    <a:pt x="436" y="128"/>
                    <a:pt x="403" y="91"/>
                    <a:pt x="366" y="59"/>
                  </a:cubicBezTo>
                  <a:cubicBezTo>
                    <a:pt x="346" y="43"/>
                    <a:pt x="327" y="28"/>
                    <a:pt x="304" y="17"/>
                  </a:cubicBezTo>
                  <a:cubicBezTo>
                    <a:pt x="280" y="7"/>
                    <a:pt x="255" y="0"/>
                    <a:pt x="224" y="0"/>
                  </a:cubicBezTo>
                  <a:cubicBezTo>
                    <a:pt x="161" y="0"/>
                    <a:pt x="105" y="24"/>
                    <a:pt x="64" y="64"/>
                  </a:cubicBezTo>
                  <a:cubicBezTo>
                    <a:pt x="25" y="104"/>
                    <a:pt x="1" y="160"/>
                    <a:pt x="0" y="223"/>
                  </a:cubicBezTo>
                  <a:cubicBezTo>
                    <a:pt x="0" y="223"/>
                    <a:pt x="0" y="223"/>
                    <a:pt x="0" y="224"/>
                  </a:cubicBezTo>
                  <a:cubicBezTo>
                    <a:pt x="0" y="314"/>
                    <a:pt x="0" y="314"/>
                    <a:pt x="0" y="314"/>
                  </a:cubicBezTo>
                  <a:cubicBezTo>
                    <a:pt x="0" y="438"/>
                    <a:pt x="101" y="539"/>
                    <a:pt x="224" y="539"/>
                  </a:cubicBezTo>
                  <a:close/>
                  <a:moveTo>
                    <a:pt x="85" y="85"/>
                  </a:moveTo>
                  <a:lnTo>
                    <a:pt x="85" y="85"/>
                  </a:lnTo>
                  <a:cubicBezTo>
                    <a:pt x="120" y="50"/>
                    <a:pt x="168" y="29"/>
                    <a:pt x="224" y="29"/>
                  </a:cubicBezTo>
                  <a:cubicBezTo>
                    <a:pt x="259" y="29"/>
                    <a:pt x="285" y="39"/>
                    <a:pt x="310" y="55"/>
                  </a:cubicBezTo>
                  <a:cubicBezTo>
                    <a:pt x="348" y="78"/>
                    <a:pt x="380" y="115"/>
                    <a:pt x="419" y="147"/>
                  </a:cubicBezTo>
                  <a:cubicBezTo>
                    <a:pt x="440" y="164"/>
                    <a:pt x="463" y="179"/>
                    <a:pt x="488" y="191"/>
                  </a:cubicBezTo>
                  <a:cubicBezTo>
                    <a:pt x="515" y="202"/>
                    <a:pt x="544" y="209"/>
                    <a:pt x="579" y="209"/>
                  </a:cubicBezTo>
                  <a:cubicBezTo>
                    <a:pt x="603" y="209"/>
                    <a:pt x="626" y="216"/>
                    <a:pt x="644" y="229"/>
                  </a:cubicBezTo>
                  <a:cubicBezTo>
                    <a:pt x="662" y="241"/>
                    <a:pt x="676" y="258"/>
                    <a:pt x="683" y="281"/>
                  </a:cubicBezTo>
                  <a:cubicBezTo>
                    <a:pt x="688" y="292"/>
                    <a:pt x="689" y="303"/>
                    <a:pt x="689" y="313"/>
                  </a:cubicBezTo>
                  <a:lnTo>
                    <a:pt x="689" y="314"/>
                  </a:lnTo>
                  <a:lnTo>
                    <a:pt x="689" y="314"/>
                  </a:lnTo>
                  <a:cubicBezTo>
                    <a:pt x="689" y="317"/>
                    <a:pt x="689" y="317"/>
                    <a:pt x="689" y="317"/>
                  </a:cubicBezTo>
                  <a:cubicBezTo>
                    <a:pt x="688" y="354"/>
                    <a:pt x="668" y="386"/>
                    <a:pt x="638" y="403"/>
                  </a:cubicBezTo>
                  <a:cubicBezTo>
                    <a:pt x="631" y="408"/>
                    <a:pt x="630" y="417"/>
                    <a:pt x="634" y="424"/>
                  </a:cubicBezTo>
                  <a:cubicBezTo>
                    <a:pt x="638" y="431"/>
                    <a:pt x="647" y="434"/>
                    <a:pt x="654" y="429"/>
                  </a:cubicBezTo>
                  <a:cubicBezTo>
                    <a:pt x="668" y="421"/>
                    <a:pt x="679" y="411"/>
                    <a:pt x="689" y="398"/>
                  </a:cubicBezTo>
                  <a:cubicBezTo>
                    <a:pt x="689" y="404"/>
                    <a:pt x="689" y="404"/>
                    <a:pt x="689" y="404"/>
                  </a:cubicBezTo>
                  <a:cubicBezTo>
                    <a:pt x="689" y="432"/>
                    <a:pt x="676" y="459"/>
                    <a:pt x="658" y="479"/>
                  </a:cubicBezTo>
                  <a:cubicBezTo>
                    <a:pt x="638" y="497"/>
                    <a:pt x="613" y="508"/>
                    <a:pt x="584" y="508"/>
                  </a:cubicBezTo>
                  <a:cubicBezTo>
                    <a:pt x="224" y="508"/>
                    <a:pt x="224" y="508"/>
                    <a:pt x="224" y="508"/>
                  </a:cubicBezTo>
                  <a:cubicBezTo>
                    <a:pt x="171" y="508"/>
                    <a:pt x="122" y="487"/>
                    <a:pt x="87" y="452"/>
                  </a:cubicBezTo>
                  <a:cubicBezTo>
                    <a:pt x="57" y="422"/>
                    <a:pt x="36" y="382"/>
                    <a:pt x="32" y="338"/>
                  </a:cubicBezTo>
                  <a:cubicBezTo>
                    <a:pt x="43" y="358"/>
                    <a:pt x="57" y="375"/>
                    <a:pt x="74" y="390"/>
                  </a:cubicBezTo>
                  <a:cubicBezTo>
                    <a:pt x="116" y="427"/>
                    <a:pt x="171" y="449"/>
                    <a:pt x="230" y="449"/>
                  </a:cubicBezTo>
                  <a:cubicBezTo>
                    <a:pt x="584" y="449"/>
                    <a:pt x="584" y="449"/>
                    <a:pt x="584" y="449"/>
                  </a:cubicBezTo>
                  <a:cubicBezTo>
                    <a:pt x="592" y="449"/>
                    <a:pt x="599" y="442"/>
                    <a:pt x="599" y="434"/>
                  </a:cubicBezTo>
                  <a:cubicBezTo>
                    <a:pt x="599" y="425"/>
                    <a:pt x="592" y="418"/>
                    <a:pt x="584" y="418"/>
                  </a:cubicBezTo>
                  <a:cubicBezTo>
                    <a:pt x="230" y="418"/>
                    <a:pt x="230" y="418"/>
                    <a:pt x="230" y="418"/>
                  </a:cubicBezTo>
                  <a:cubicBezTo>
                    <a:pt x="179" y="418"/>
                    <a:pt x="130" y="400"/>
                    <a:pt x="94" y="368"/>
                  </a:cubicBezTo>
                  <a:cubicBezTo>
                    <a:pt x="59" y="335"/>
                    <a:pt x="33" y="290"/>
                    <a:pt x="30" y="240"/>
                  </a:cubicBezTo>
                  <a:cubicBezTo>
                    <a:pt x="30" y="234"/>
                    <a:pt x="30" y="229"/>
                    <a:pt x="30" y="224"/>
                  </a:cubicBezTo>
                  <a:cubicBezTo>
                    <a:pt x="30" y="168"/>
                    <a:pt x="52" y="119"/>
                    <a:pt x="85" y="8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87" name="Freeform 155">
              <a:extLst>
                <a:ext uri="{FF2B5EF4-FFF2-40B4-BE49-F238E27FC236}">
                  <a16:creationId xmlns:a16="http://schemas.microsoft.com/office/drawing/2014/main" id="{1E5CAB51-BFC1-646F-A768-A3F718A321B2}"/>
                </a:ext>
              </a:extLst>
            </p:cNvPr>
            <p:cNvSpPr>
              <a:spLocks noChangeArrowheads="1"/>
            </p:cNvSpPr>
            <p:nvPr/>
          </p:nvSpPr>
          <p:spPr bwMode="auto">
            <a:xfrm>
              <a:off x="9309100" y="3221038"/>
              <a:ext cx="53975" cy="53975"/>
            </a:xfrm>
            <a:custGeom>
              <a:avLst/>
              <a:gdLst>
                <a:gd name="T0" fmla="*/ 76 w 151"/>
                <a:gd name="T1" fmla="*/ 150 h 151"/>
                <a:gd name="T2" fmla="*/ 76 w 151"/>
                <a:gd name="T3" fmla="*/ 150 h 151"/>
                <a:gd name="T4" fmla="*/ 150 w 151"/>
                <a:gd name="T5" fmla="*/ 75 h 151"/>
                <a:gd name="T6" fmla="*/ 76 w 151"/>
                <a:gd name="T7" fmla="*/ 0 h 151"/>
                <a:gd name="T8" fmla="*/ 0 w 151"/>
                <a:gd name="T9" fmla="*/ 75 h 151"/>
                <a:gd name="T10" fmla="*/ 76 w 151"/>
                <a:gd name="T11" fmla="*/ 150 h 151"/>
                <a:gd name="T12" fmla="*/ 76 w 151"/>
                <a:gd name="T13" fmla="*/ 30 h 151"/>
                <a:gd name="T14" fmla="*/ 76 w 151"/>
                <a:gd name="T15" fmla="*/ 30 h 151"/>
                <a:gd name="T16" fmla="*/ 121 w 151"/>
                <a:gd name="T17" fmla="*/ 75 h 151"/>
                <a:gd name="T18" fmla="*/ 76 w 151"/>
                <a:gd name="T19" fmla="*/ 120 h 151"/>
                <a:gd name="T20" fmla="*/ 31 w 151"/>
                <a:gd name="T21" fmla="*/ 75 h 151"/>
                <a:gd name="T22" fmla="*/ 76 w 151"/>
                <a:gd name="T23" fmla="*/ 30 h 1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51" h="151">
                  <a:moveTo>
                    <a:pt x="76" y="150"/>
                  </a:moveTo>
                  <a:lnTo>
                    <a:pt x="76" y="150"/>
                  </a:lnTo>
                  <a:cubicBezTo>
                    <a:pt x="116" y="150"/>
                    <a:pt x="150" y="116"/>
                    <a:pt x="150" y="75"/>
                  </a:cubicBezTo>
                  <a:cubicBezTo>
                    <a:pt x="150" y="33"/>
                    <a:pt x="116" y="0"/>
                    <a:pt x="76" y="0"/>
                  </a:cubicBezTo>
                  <a:cubicBezTo>
                    <a:pt x="34" y="0"/>
                    <a:pt x="0" y="33"/>
                    <a:pt x="0" y="75"/>
                  </a:cubicBezTo>
                  <a:cubicBezTo>
                    <a:pt x="0" y="116"/>
                    <a:pt x="34" y="150"/>
                    <a:pt x="76" y="150"/>
                  </a:cubicBezTo>
                  <a:close/>
                  <a:moveTo>
                    <a:pt x="76" y="30"/>
                  </a:moveTo>
                  <a:lnTo>
                    <a:pt x="76" y="30"/>
                  </a:lnTo>
                  <a:cubicBezTo>
                    <a:pt x="100" y="30"/>
                    <a:pt x="121" y="50"/>
                    <a:pt x="121" y="75"/>
                  </a:cubicBezTo>
                  <a:cubicBezTo>
                    <a:pt x="121" y="99"/>
                    <a:pt x="100" y="120"/>
                    <a:pt x="76" y="120"/>
                  </a:cubicBezTo>
                  <a:cubicBezTo>
                    <a:pt x="50" y="120"/>
                    <a:pt x="31" y="99"/>
                    <a:pt x="31" y="75"/>
                  </a:cubicBezTo>
                  <a:cubicBezTo>
                    <a:pt x="31" y="50"/>
                    <a:pt x="50" y="30"/>
                    <a:pt x="76" y="3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88" name="Group 191">
            <a:extLst>
              <a:ext uri="{FF2B5EF4-FFF2-40B4-BE49-F238E27FC236}">
                <a16:creationId xmlns:a16="http://schemas.microsoft.com/office/drawing/2014/main" id="{76A7890C-F656-DA5D-D8AD-B8FD3B650BF8}"/>
              </a:ext>
            </a:extLst>
          </p:cNvPr>
          <p:cNvGrpSpPr/>
          <p:nvPr/>
        </p:nvGrpSpPr>
        <p:grpSpPr>
          <a:xfrm>
            <a:off x="10319940" y="1846933"/>
            <a:ext cx="227013" cy="258762"/>
            <a:chOff x="9283700" y="3652838"/>
            <a:chExt cx="227013" cy="258762"/>
          </a:xfrm>
          <a:solidFill>
            <a:schemeClr val="accent4"/>
          </a:solidFill>
        </p:grpSpPr>
        <p:sp>
          <p:nvSpPr>
            <p:cNvPr id="189" name="Freeform 156">
              <a:extLst>
                <a:ext uri="{FF2B5EF4-FFF2-40B4-BE49-F238E27FC236}">
                  <a16:creationId xmlns:a16="http://schemas.microsoft.com/office/drawing/2014/main" id="{1731E5F8-C0BF-3AD6-1F0B-B3546528EB80}"/>
                </a:ext>
              </a:extLst>
            </p:cNvPr>
            <p:cNvSpPr>
              <a:spLocks noChangeArrowheads="1"/>
            </p:cNvSpPr>
            <p:nvPr/>
          </p:nvSpPr>
          <p:spPr bwMode="auto">
            <a:xfrm>
              <a:off x="9299575" y="3760788"/>
              <a:ext cx="195263" cy="150812"/>
            </a:xfrm>
            <a:custGeom>
              <a:avLst/>
              <a:gdLst>
                <a:gd name="T0" fmla="*/ 75 w 541"/>
                <a:gd name="T1" fmla="*/ 418 h 419"/>
                <a:gd name="T2" fmla="*/ 75 w 541"/>
                <a:gd name="T3" fmla="*/ 418 h 419"/>
                <a:gd name="T4" fmla="*/ 465 w 541"/>
                <a:gd name="T5" fmla="*/ 418 h 419"/>
                <a:gd name="T6" fmla="*/ 540 w 541"/>
                <a:gd name="T7" fmla="*/ 343 h 419"/>
                <a:gd name="T8" fmla="*/ 540 w 541"/>
                <a:gd name="T9" fmla="*/ 194 h 419"/>
                <a:gd name="T10" fmla="*/ 540 w 541"/>
                <a:gd name="T11" fmla="*/ 45 h 419"/>
                <a:gd name="T12" fmla="*/ 540 w 541"/>
                <a:gd name="T13" fmla="*/ 15 h 419"/>
                <a:gd name="T14" fmla="*/ 524 w 541"/>
                <a:gd name="T15" fmla="*/ 0 h 419"/>
                <a:gd name="T16" fmla="*/ 510 w 541"/>
                <a:gd name="T17" fmla="*/ 15 h 419"/>
                <a:gd name="T18" fmla="*/ 510 w 541"/>
                <a:gd name="T19" fmla="*/ 15 h 419"/>
                <a:gd name="T20" fmla="*/ 510 w 541"/>
                <a:gd name="T21" fmla="*/ 29 h 419"/>
                <a:gd name="T22" fmla="*/ 349 w 541"/>
                <a:gd name="T23" fmla="*/ 29 h 419"/>
                <a:gd name="T24" fmla="*/ 270 w 541"/>
                <a:gd name="T25" fmla="*/ 0 h 419"/>
                <a:gd name="T26" fmla="*/ 191 w 541"/>
                <a:gd name="T27" fmla="*/ 29 h 419"/>
                <a:gd name="T28" fmla="*/ 30 w 541"/>
                <a:gd name="T29" fmla="*/ 29 h 419"/>
                <a:gd name="T30" fmla="*/ 30 w 541"/>
                <a:gd name="T31" fmla="*/ 15 h 419"/>
                <a:gd name="T32" fmla="*/ 16 w 541"/>
                <a:gd name="T33" fmla="*/ 0 h 419"/>
                <a:gd name="T34" fmla="*/ 0 w 541"/>
                <a:gd name="T35" fmla="*/ 15 h 419"/>
                <a:gd name="T36" fmla="*/ 0 w 541"/>
                <a:gd name="T37" fmla="*/ 45 h 419"/>
                <a:gd name="T38" fmla="*/ 0 w 541"/>
                <a:gd name="T39" fmla="*/ 45 h 419"/>
                <a:gd name="T40" fmla="*/ 0 w 541"/>
                <a:gd name="T41" fmla="*/ 194 h 419"/>
                <a:gd name="T42" fmla="*/ 0 w 541"/>
                <a:gd name="T43" fmla="*/ 194 h 419"/>
                <a:gd name="T44" fmla="*/ 0 w 541"/>
                <a:gd name="T45" fmla="*/ 343 h 419"/>
                <a:gd name="T46" fmla="*/ 75 w 541"/>
                <a:gd name="T47" fmla="*/ 418 h 419"/>
                <a:gd name="T48" fmla="*/ 510 w 541"/>
                <a:gd name="T49" fmla="*/ 343 h 419"/>
                <a:gd name="T50" fmla="*/ 510 w 541"/>
                <a:gd name="T51" fmla="*/ 343 h 419"/>
                <a:gd name="T52" fmla="*/ 465 w 541"/>
                <a:gd name="T53" fmla="*/ 388 h 419"/>
                <a:gd name="T54" fmla="*/ 75 w 541"/>
                <a:gd name="T55" fmla="*/ 388 h 419"/>
                <a:gd name="T56" fmla="*/ 30 w 541"/>
                <a:gd name="T57" fmla="*/ 343 h 419"/>
                <a:gd name="T58" fmla="*/ 30 w 541"/>
                <a:gd name="T59" fmla="*/ 208 h 419"/>
                <a:gd name="T60" fmla="*/ 191 w 541"/>
                <a:gd name="T61" fmla="*/ 208 h 419"/>
                <a:gd name="T62" fmla="*/ 270 w 541"/>
                <a:gd name="T63" fmla="*/ 239 h 419"/>
                <a:gd name="T64" fmla="*/ 349 w 541"/>
                <a:gd name="T65" fmla="*/ 208 h 419"/>
                <a:gd name="T66" fmla="*/ 510 w 541"/>
                <a:gd name="T67" fmla="*/ 208 h 419"/>
                <a:gd name="T68" fmla="*/ 510 w 541"/>
                <a:gd name="T69" fmla="*/ 343 h 419"/>
                <a:gd name="T70" fmla="*/ 510 w 541"/>
                <a:gd name="T71" fmla="*/ 178 h 419"/>
                <a:gd name="T72" fmla="*/ 510 w 541"/>
                <a:gd name="T73" fmla="*/ 178 h 419"/>
                <a:gd name="T74" fmla="*/ 374 w 541"/>
                <a:gd name="T75" fmla="*/ 178 h 419"/>
                <a:gd name="T76" fmla="*/ 389 w 541"/>
                <a:gd name="T77" fmla="*/ 118 h 419"/>
                <a:gd name="T78" fmla="*/ 374 w 541"/>
                <a:gd name="T79" fmla="*/ 60 h 419"/>
                <a:gd name="T80" fmla="*/ 510 w 541"/>
                <a:gd name="T81" fmla="*/ 60 h 419"/>
                <a:gd name="T82" fmla="*/ 510 w 541"/>
                <a:gd name="T83" fmla="*/ 178 h 419"/>
                <a:gd name="T84" fmla="*/ 333 w 541"/>
                <a:gd name="T85" fmla="*/ 56 h 419"/>
                <a:gd name="T86" fmla="*/ 333 w 541"/>
                <a:gd name="T87" fmla="*/ 56 h 419"/>
                <a:gd name="T88" fmla="*/ 360 w 541"/>
                <a:gd name="T89" fmla="*/ 118 h 419"/>
                <a:gd name="T90" fmla="*/ 333 w 541"/>
                <a:gd name="T91" fmla="*/ 183 h 419"/>
                <a:gd name="T92" fmla="*/ 270 w 541"/>
                <a:gd name="T93" fmla="*/ 208 h 419"/>
                <a:gd name="T94" fmla="*/ 207 w 541"/>
                <a:gd name="T95" fmla="*/ 183 h 419"/>
                <a:gd name="T96" fmla="*/ 180 w 541"/>
                <a:gd name="T97" fmla="*/ 118 h 419"/>
                <a:gd name="T98" fmla="*/ 207 w 541"/>
                <a:gd name="T99" fmla="*/ 56 h 419"/>
                <a:gd name="T100" fmla="*/ 270 w 541"/>
                <a:gd name="T101" fmla="*/ 29 h 419"/>
                <a:gd name="T102" fmla="*/ 333 w 541"/>
                <a:gd name="T103" fmla="*/ 56 h 419"/>
                <a:gd name="T104" fmla="*/ 166 w 541"/>
                <a:gd name="T105" fmla="*/ 60 h 419"/>
                <a:gd name="T106" fmla="*/ 166 w 541"/>
                <a:gd name="T107" fmla="*/ 60 h 419"/>
                <a:gd name="T108" fmla="*/ 151 w 541"/>
                <a:gd name="T109" fmla="*/ 118 h 419"/>
                <a:gd name="T110" fmla="*/ 166 w 541"/>
                <a:gd name="T111" fmla="*/ 178 h 419"/>
                <a:gd name="T112" fmla="*/ 30 w 541"/>
                <a:gd name="T113" fmla="*/ 178 h 419"/>
                <a:gd name="T114" fmla="*/ 30 w 541"/>
                <a:gd name="T115" fmla="*/ 60 h 419"/>
                <a:gd name="T116" fmla="*/ 166 w 541"/>
                <a:gd name="T117" fmla="*/ 60 h 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41" h="419">
                  <a:moveTo>
                    <a:pt x="75" y="418"/>
                  </a:moveTo>
                  <a:lnTo>
                    <a:pt x="75" y="418"/>
                  </a:lnTo>
                  <a:cubicBezTo>
                    <a:pt x="465" y="418"/>
                    <a:pt x="465" y="418"/>
                    <a:pt x="465" y="418"/>
                  </a:cubicBezTo>
                  <a:cubicBezTo>
                    <a:pt x="506" y="418"/>
                    <a:pt x="540" y="385"/>
                    <a:pt x="540" y="343"/>
                  </a:cubicBezTo>
                  <a:cubicBezTo>
                    <a:pt x="540" y="194"/>
                    <a:pt x="540" y="194"/>
                    <a:pt x="540" y="194"/>
                  </a:cubicBezTo>
                  <a:cubicBezTo>
                    <a:pt x="540" y="45"/>
                    <a:pt x="540" y="45"/>
                    <a:pt x="540" y="45"/>
                  </a:cubicBezTo>
                  <a:cubicBezTo>
                    <a:pt x="540" y="15"/>
                    <a:pt x="540" y="15"/>
                    <a:pt x="540" y="15"/>
                  </a:cubicBezTo>
                  <a:cubicBezTo>
                    <a:pt x="540" y="7"/>
                    <a:pt x="533" y="0"/>
                    <a:pt x="524" y="0"/>
                  </a:cubicBezTo>
                  <a:cubicBezTo>
                    <a:pt x="517" y="0"/>
                    <a:pt x="510" y="7"/>
                    <a:pt x="510" y="15"/>
                  </a:cubicBezTo>
                  <a:lnTo>
                    <a:pt x="510" y="15"/>
                  </a:lnTo>
                  <a:cubicBezTo>
                    <a:pt x="510" y="29"/>
                    <a:pt x="510" y="29"/>
                    <a:pt x="510" y="29"/>
                  </a:cubicBezTo>
                  <a:cubicBezTo>
                    <a:pt x="349" y="29"/>
                    <a:pt x="349" y="29"/>
                    <a:pt x="349" y="29"/>
                  </a:cubicBezTo>
                  <a:cubicBezTo>
                    <a:pt x="328" y="11"/>
                    <a:pt x="301" y="0"/>
                    <a:pt x="270" y="0"/>
                  </a:cubicBezTo>
                  <a:cubicBezTo>
                    <a:pt x="241" y="0"/>
                    <a:pt x="212" y="11"/>
                    <a:pt x="191" y="29"/>
                  </a:cubicBezTo>
                  <a:cubicBezTo>
                    <a:pt x="30" y="29"/>
                    <a:pt x="30" y="29"/>
                    <a:pt x="30" y="29"/>
                  </a:cubicBezTo>
                  <a:cubicBezTo>
                    <a:pt x="30" y="15"/>
                    <a:pt x="30" y="15"/>
                    <a:pt x="30" y="15"/>
                  </a:cubicBezTo>
                  <a:cubicBezTo>
                    <a:pt x="30" y="7"/>
                    <a:pt x="24" y="0"/>
                    <a:pt x="16" y="0"/>
                  </a:cubicBezTo>
                  <a:cubicBezTo>
                    <a:pt x="7" y="0"/>
                    <a:pt x="0" y="7"/>
                    <a:pt x="0" y="15"/>
                  </a:cubicBezTo>
                  <a:cubicBezTo>
                    <a:pt x="0" y="45"/>
                    <a:pt x="0" y="45"/>
                    <a:pt x="0" y="45"/>
                  </a:cubicBezTo>
                  <a:lnTo>
                    <a:pt x="0" y="45"/>
                  </a:lnTo>
                  <a:cubicBezTo>
                    <a:pt x="0" y="194"/>
                    <a:pt x="0" y="194"/>
                    <a:pt x="0" y="194"/>
                  </a:cubicBezTo>
                  <a:lnTo>
                    <a:pt x="0" y="194"/>
                  </a:lnTo>
                  <a:cubicBezTo>
                    <a:pt x="0" y="343"/>
                    <a:pt x="0" y="343"/>
                    <a:pt x="0" y="343"/>
                  </a:cubicBezTo>
                  <a:cubicBezTo>
                    <a:pt x="0" y="385"/>
                    <a:pt x="34" y="418"/>
                    <a:pt x="75" y="418"/>
                  </a:cubicBezTo>
                  <a:close/>
                  <a:moveTo>
                    <a:pt x="510" y="343"/>
                  </a:moveTo>
                  <a:lnTo>
                    <a:pt x="510" y="343"/>
                  </a:lnTo>
                  <a:cubicBezTo>
                    <a:pt x="510" y="368"/>
                    <a:pt x="489" y="388"/>
                    <a:pt x="465" y="388"/>
                  </a:cubicBezTo>
                  <a:cubicBezTo>
                    <a:pt x="75" y="388"/>
                    <a:pt x="75" y="388"/>
                    <a:pt x="75" y="388"/>
                  </a:cubicBezTo>
                  <a:cubicBezTo>
                    <a:pt x="51" y="388"/>
                    <a:pt x="30" y="368"/>
                    <a:pt x="30" y="343"/>
                  </a:cubicBezTo>
                  <a:cubicBezTo>
                    <a:pt x="30" y="208"/>
                    <a:pt x="30" y="208"/>
                    <a:pt x="30" y="208"/>
                  </a:cubicBezTo>
                  <a:cubicBezTo>
                    <a:pt x="191" y="208"/>
                    <a:pt x="191" y="208"/>
                    <a:pt x="191" y="208"/>
                  </a:cubicBezTo>
                  <a:cubicBezTo>
                    <a:pt x="212" y="228"/>
                    <a:pt x="241" y="239"/>
                    <a:pt x="270" y="239"/>
                  </a:cubicBezTo>
                  <a:cubicBezTo>
                    <a:pt x="301" y="239"/>
                    <a:pt x="328" y="228"/>
                    <a:pt x="349" y="208"/>
                  </a:cubicBezTo>
                  <a:cubicBezTo>
                    <a:pt x="510" y="208"/>
                    <a:pt x="510" y="208"/>
                    <a:pt x="510" y="208"/>
                  </a:cubicBezTo>
                  <a:lnTo>
                    <a:pt x="510" y="343"/>
                  </a:lnTo>
                  <a:close/>
                  <a:moveTo>
                    <a:pt x="510" y="178"/>
                  </a:moveTo>
                  <a:lnTo>
                    <a:pt x="510" y="178"/>
                  </a:lnTo>
                  <a:cubicBezTo>
                    <a:pt x="374" y="178"/>
                    <a:pt x="374" y="178"/>
                    <a:pt x="374" y="178"/>
                  </a:cubicBezTo>
                  <a:cubicBezTo>
                    <a:pt x="384" y="162"/>
                    <a:pt x="389" y="141"/>
                    <a:pt x="389" y="118"/>
                  </a:cubicBezTo>
                  <a:cubicBezTo>
                    <a:pt x="389" y="98"/>
                    <a:pt x="384" y="77"/>
                    <a:pt x="374" y="60"/>
                  </a:cubicBezTo>
                  <a:cubicBezTo>
                    <a:pt x="510" y="60"/>
                    <a:pt x="510" y="60"/>
                    <a:pt x="510" y="60"/>
                  </a:cubicBezTo>
                  <a:lnTo>
                    <a:pt x="510" y="178"/>
                  </a:lnTo>
                  <a:close/>
                  <a:moveTo>
                    <a:pt x="333" y="56"/>
                  </a:moveTo>
                  <a:lnTo>
                    <a:pt x="333" y="56"/>
                  </a:lnTo>
                  <a:cubicBezTo>
                    <a:pt x="350" y="73"/>
                    <a:pt x="360" y="95"/>
                    <a:pt x="360" y="118"/>
                  </a:cubicBezTo>
                  <a:cubicBezTo>
                    <a:pt x="360" y="143"/>
                    <a:pt x="350" y="166"/>
                    <a:pt x="333" y="183"/>
                  </a:cubicBezTo>
                  <a:cubicBezTo>
                    <a:pt x="318" y="198"/>
                    <a:pt x="295" y="208"/>
                    <a:pt x="270" y="208"/>
                  </a:cubicBezTo>
                  <a:cubicBezTo>
                    <a:pt x="245" y="208"/>
                    <a:pt x="222" y="198"/>
                    <a:pt x="207" y="183"/>
                  </a:cubicBezTo>
                  <a:cubicBezTo>
                    <a:pt x="190" y="166"/>
                    <a:pt x="180" y="143"/>
                    <a:pt x="180" y="118"/>
                  </a:cubicBezTo>
                  <a:cubicBezTo>
                    <a:pt x="180" y="95"/>
                    <a:pt x="190" y="73"/>
                    <a:pt x="207" y="56"/>
                  </a:cubicBezTo>
                  <a:cubicBezTo>
                    <a:pt x="222" y="40"/>
                    <a:pt x="245" y="29"/>
                    <a:pt x="270" y="29"/>
                  </a:cubicBezTo>
                  <a:cubicBezTo>
                    <a:pt x="295" y="29"/>
                    <a:pt x="318" y="40"/>
                    <a:pt x="333" y="56"/>
                  </a:cubicBezTo>
                  <a:close/>
                  <a:moveTo>
                    <a:pt x="166" y="60"/>
                  </a:moveTo>
                  <a:lnTo>
                    <a:pt x="166" y="60"/>
                  </a:lnTo>
                  <a:cubicBezTo>
                    <a:pt x="156" y="77"/>
                    <a:pt x="151" y="98"/>
                    <a:pt x="151" y="118"/>
                  </a:cubicBezTo>
                  <a:cubicBezTo>
                    <a:pt x="151" y="141"/>
                    <a:pt x="156" y="162"/>
                    <a:pt x="166" y="178"/>
                  </a:cubicBezTo>
                  <a:cubicBezTo>
                    <a:pt x="30" y="178"/>
                    <a:pt x="30" y="178"/>
                    <a:pt x="30" y="178"/>
                  </a:cubicBezTo>
                  <a:cubicBezTo>
                    <a:pt x="30" y="60"/>
                    <a:pt x="30" y="60"/>
                    <a:pt x="30" y="60"/>
                  </a:cubicBezTo>
                  <a:lnTo>
                    <a:pt x="166" y="6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0" name="Freeform 157">
              <a:extLst>
                <a:ext uri="{FF2B5EF4-FFF2-40B4-BE49-F238E27FC236}">
                  <a16:creationId xmlns:a16="http://schemas.microsoft.com/office/drawing/2014/main" id="{39A735B1-F917-C737-2080-F74098D8D8BE}"/>
                </a:ext>
              </a:extLst>
            </p:cNvPr>
            <p:cNvSpPr>
              <a:spLocks noChangeArrowheads="1"/>
            </p:cNvSpPr>
            <p:nvPr/>
          </p:nvSpPr>
          <p:spPr bwMode="auto">
            <a:xfrm>
              <a:off x="9283700" y="3652838"/>
              <a:ext cx="227013" cy="96837"/>
            </a:xfrm>
            <a:custGeom>
              <a:avLst/>
              <a:gdLst>
                <a:gd name="T0" fmla="*/ 619 w 630"/>
                <a:gd name="T1" fmla="*/ 230 h 270"/>
                <a:gd name="T2" fmla="*/ 627 w 630"/>
                <a:gd name="T3" fmla="*/ 188 h 270"/>
                <a:gd name="T4" fmla="*/ 584 w 630"/>
                <a:gd name="T5" fmla="*/ 45 h 270"/>
                <a:gd name="T6" fmla="*/ 89 w 630"/>
                <a:gd name="T7" fmla="*/ 0 h 270"/>
                <a:gd name="T8" fmla="*/ 44 w 630"/>
                <a:gd name="T9" fmla="*/ 101 h 270"/>
                <a:gd name="T10" fmla="*/ 0 w 630"/>
                <a:gd name="T11" fmla="*/ 193 h 270"/>
                <a:gd name="T12" fmla="*/ 47 w 630"/>
                <a:gd name="T13" fmla="*/ 261 h 270"/>
                <a:gd name="T14" fmla="*/ 146 w 630"/>
                <a:gd name="T15" fmla="*/ 254 h 270"/>
                <a:gd name="T16" fmla="*/ 197 w 630"/>
                <a:gd name="T17" fmla="*/ 261 h 270"/>
                <a:gd name="T18" fmla="*/ 296 w 630"/>
                <a:gd name="T19" fmla="*/ 254 h 270"/>
                <a:gd name="T20" fmla="*/ 346 w 630"/>
                <a:gd name="T21" fmla="*/ 261 h 270"/>
                <a:gd name="T22" fmla="*/ 446 w 630"/>
                <a:gd name="T23" fmla="*/ 254 h 270"/>
                <a:gd name="T24" fmla="*/ 497 w 630"/>
                <a:gd name="T25" fmla="*/ 261 h 270"/>
                <a:gd name="T26" fmla="*/ 595 w 630"/>
                <a:gd name="T27" fmla="*/ 254 h 270"/>
                <a:gd name="T28" fmla="*/ 570 w 630"/>
                <a:gd name="T29" fmla="*/ 233 h 270"/>
                <a:gd name="T30" fmla="*/ 539 w 630"/>
                <a:gd name="T31" fmla="*/ 238 h 270"/>
                <a:gd name="T32" fmla="*/ 484 w 630"/>
                <a:gd name="T33" fmla="*/ 214 h 270"/>
                <a:gd name="T34" fmla="*/ 474 w 630"/>
                <a:gd name="T35" fmla="*/ 184 h 270"/>
                <a:gd name="T36" fmla="*/ 453 w 630"/>
                <a:gd name="T37" fmla="*/ 184 h 270"/>
                <a:gd name="T38" fmla="*/ 443 w 630"/>
                <a:gd name="T39" fmla="*/ 214 h 270"/>
                <a:gd name="T40" fmla="*/ 388 w 630"/>
                <a:gd name="T41" fmla="*/ 238 h 270"/>
                <a:gd name="T42" fmla="*/ 335 w 630"/>
                <a:gd name="T43" fmla="*/ 214 h 270"/>
                <a:gd name="T44" fmla="*/ 325 w 630"/>
                <a:gd name="T45" fmla="*/ 184 h 270"/>
                <a:gd name="T46" fmla="*/ 304 w 630"/>
                <a:gd name="T47" fmla="*/ 184 h 270"/>
                <a:gd name="T48" fmla="*/ 294 w 630"/>
                <a:gd name="T49" fmla="*/ 214 h 270"/>
                <a:gd name="T50" fmla="*/ 240 w 630"/>
                <a:gd name="T51" fmla="*/ 238 h 270"/>
                <a:gd name="T52" fmla="*/ 185 w 630"/>
                <a:gd name="T53" fmla="*/ 214 h 270"/>
                <a:gd name="T54" fmla="*/ 175 w 630"/>
                <a:gd name="T55" fmla="*/ 184 h 270"/>
                <a:gd name="T56" fmla="*/ 154 w 630"/>
                <a:gd name="T57" fmla="*/ 184 h 270"/>
                <a:gd name="T58" fmla="*/ 144 w 630"/>
                <a:gd name="T59" fmla="*/ 214 h 270"/>
                <a:gd name="T60" fmla="*/ 89 w 630"/>
                <a:gd name="T61" fmla="*/ 238 h 270"/>
                <a:gd name="T62" fmla="*/ 35 w 630"/>
                <a:gd name="T63" fmla="*/ 214 h 270"/>
                <a:gd name="T64" fmla="*/ 68 w 630"/>
                <a:gd name="T65" fmla="*/ 119 h 270"/>
                <a:gd name="T66" fmla="*/ 494 w 630"/>
                <a:gd name="T67" fmla="*/ 104 h 270"/>
                <a:gd name="T68" fmla="*/ 74 w 630"/>
                <a:gd name="T69" fmla="*/ 89 h 270"/>
                <a:gd name="T70" fmla="*/ 80 w 630"/>
                <a:gd name="T71" fmla="*/ 33 h 270"/>
                <a:gd name="T72" fmla="*/ 539 w 630"/>
                <a:gd name="T73" fmla="*/ 29 h 270"/>
                <a:gd name="T74" fmla="*/ 554 w 630"/>
                <a:gd name="T75" fmla="*/ 45 h 270"/>
                <a:gd name="T76" fmla="*/ 556 w 630"/>
                <a:gd name="T77" fmla="*/ 111 h 270"/>
                <a:gd name="T78" fmla="*/ 593 w 630"/>
                <a:gd name="T79" fmla="*/ 214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630" h="270">
                  <a:moveTo>
                    <a:pt x="619" y="230"/>
                  </a:moveTo>
                  <a:lnTo>
                    <a:pt x="619" y="230"/>
                  </a:lnTo>
                  <a:cubicBezTo>
                    <a:pt x="626" y="220"/>
                    <a:pt x="629" y="207"/>
                    <a:pt x="629" y="193"/>
                  </a:cubicBezTo>
                  <a:cubicBezTo>
                    <a:pt x="629" y="192"/>
                    <a:pt x="629" y="189"/>
                    <a:pt x="627" y="188"/>
                  </a:cubicBezTo>
                  <a:cubicBezTo>
                    <a:pt x="584" y="101"/>
                    <a:pt x="584" y="101"/>
                    <a:pt x="584" y="101"/>
                  </a:cubicBezTo>
                  <a:cubicBezTo>
                    <a:pt x="584" y="45"/>
                    <a:pt x="584" y="45"/>
                    <a:pt x="584" y="45"/>
                  </a:cubicBezTo>
                  <a:cubicBezTo>
                    <a:pt x="584" y="19"/>
                    <a:pt x="564" y="0"/>
                    <a:pt x="539" y="0"/>
                  </a:cubicBezTo>
                  <a:cubicBezTo>
                    <a:pt x="89" y="0"/>
                    <a:pt x="89" y="0"/>
                    <a:pt x="89" y="0"/>
                  </a:cubicBezTo>
                  <a:cubicBezTo>
                    <a:pt x="64" y="0"/>
                    <a:pt x="44" y="19"/>
                    <a:pt x="44" y="45"/>
                  </a:cubicBezTo>
                  <a:cubicBezTo>
                    <a:pt x="44" y="101"/>
                    <a:pt x="44" y="101"/>
                    <a:pt x="44" y="101"/>
                  </a:cubicBezTo>
                  <a:cubicBezTo>
                    <a:pt x="1" y="188"/>
                    <a:pt x="1" y="188"/>
                    <a:pt x="1" y="188"/>
                  </a:cubicBezTo>
                  <a:cubicBezTo>
                    <a:pt x="1" y="189"/>
                    <a:pt x="0" y="192"/>
                    <a:pt x="0" y="193"/>
                  </a:cubicBezTo>
                  <a:cubicBezTo>
                    <a:pt x="0" y="207"/>
                    <a:pt x="4" y="220"/>
                    <a:pt x="9" y="230"/>
                  </a:cubicBezTo>
                  <a:cubicBezTo>
                    <a:pt x="19" y="245"/>
                    <a:pt x="33" y="255"/>
                    <a:pt x="47" y="261"/>
                  </a:cubicBezTo>
                  <a:cubicBezTo>
                    <a:pt x="61" y="266"/>
                    <a:pt x="77" y="269"/>
                    <a:pt x="89" y="269"/>
                  </a:cubicBezTo>
                  <a:cubicBezTo>
                    <a:pt x="108" y="269"/>
                    <a:pt x="127" y="265"/>
                    <a:pt x="146" y="254"/>
                  </a:cubicBezTo>
                  <a:cubicBezTo>
                    <a:pt x="153" y="250"/>
                    <a:pt x="160" y="244"/>
                    <a:pt x="165" y="237"/>
                  </a:cubicBezTo>
                  <a:cubicBezTo>
                    <a:pt x="174" y="248"/>
                    <a:pt x="185" y="255"/>
                    <a:pt x="197" y="261"/>
                  </a:cubicBezTo>
                  <a:cubicBezTo>
                    <a:pt x="212" y="266"/>
                    <a:pt x="226" y="269"/>
                    <a:pt x="240" y="269"/>
                  </a:cubicBezTo>
                  <a:cubicBezTo>
                    <a:pt x="256" y="269"/>
                    <a:pt x="277" y="265"/>
                    <a:pt x="296" y="254"/>
                  </a:cubicBezTo>
                  <a:cubicBezTo>
                    <a:pt x="303" y="250"/>
                    <a:pt x="308" y="244"/>
                    <a:pt x="314" y="237"/>
                  </a:cubicBezTo>
                  <a:cubicBezTo>
                    <a:pt x="324" y="248"/>
                    <a:pt x="335" y="255"/>
                    <a:pt x="346" y="261"/>
                  </a:cubicBezTo>
                  <a:cubicBezTo>
                    <a:pt x="360" y="266"/>
                    <a:pt x="376" y="269"/>
                    <a:pt x="388" y="269"/>
                  </a:cubicBezTo>
                  <a:cubicBezTo>
                    <a:pt x="407" y="269"/>
                    <a:pt x="428" y="265"/>
                    <a:pt x="446" y="254"/>
                  </a:cubicBezTo>
                  <a:cubicBezTo>
                    <a:pt x="453" y="250"/>
                    <a:pt x="459" y="244"/>
                    <a:pt x="464" y="237"/>
                  </a:cubicBezTo>
                  <a:cubicBezTo>
                    <a:pt x="473" y="248"/>
                    <a:pt x="484" y="255"/>
                    <a:pt x="497" y="261"/>
                  </a:cubicBezTo>
                  <a:cubicBezTo>
                    <a:pt x="511" y="266"/>
                    <a:pt x="526" y="269"/>
                    <a:pt x="539" y="269"/>
                  </a:cubicBezTo>
                  <a:cubicBezTo>
                    <a:pt x="557" y="269"/>
                    <a:pt x="577" y="265"/>
                    <a:pt x="595" y="254"/>
                  </a:cubicBezTo>
                  <a:cubicBezTo>
                    <a:pt x="605" y="248"/>
                    <a:pt x="613" y="240"/>
                    <a:pt x="619" y="230"/>
                  </a:cubicBezTo>
                  <a:close/>
                  <a:moveTo>
                    <a:pt x="570" y="233"/>
                  </a:moveTo>
                  <a:lnTo>
                    <a:pt x="570" y="233"/>
                  </a:lnTo>
                  <a:cubicBezTo>
                    <a:pt x="560" y="237"/>
                    <a:pt x="549" y="238"/>
                    <a:pt x="539" y="238"/>
                  </a:cubicBezTo>
                  <a:cubicBezTo>
                    <a:pt x="526" y="238"/>
                    <a:pt x="509" y="235"/>
                    <a:pt x="498" y="228"/>
                  </a:cubicBezTo>
                  <a:cubicBezTo>
                    <a:pt x="492" y="224"/>
                    <a:pt x="488" y="220"/>
                    <a:pt x="484" y="214"/>
                  </a:cubicBezTo>
                  <a:cubicBezTo>
                    <a:pt x="481" y="209"/>
                    <a:pt x="478" y="203"/>
                    <a:pt x="478" y="193"/>
                  </a:cubicBezTo>
                  <a:cubicBezTo>
                    <a:pt x="478" y="191"/>
                    <a:pt x="477" y="186"/>
                    <a:pt x="474" y="184"/>
                  </a:cubicBezTo>
                  <a:cubicBezTo>
                    <a:pt x="471" y="181"/>
                    <a:pt x="468" y="179"/>
                    <a:pt x="464" y="179"/>
                  </a:cubicBezTo>
                  <a:cubicBezTo>
                    <a:pt x="460" y="179"/>
                    <a:pt x="456" y="181"/>
                    <a:pt x="453" y="184"/>
                  </a:cubicBezTo>
                  <a:cubicBezTo>
                    <a:pt x="450" y="186"/>
                    <a:pt x="449" y="191"/>
                    <a:pt x="449" y="193"/>
                  </a:cubicBezTo>
                  <a:cubicBezTo>
                    <a:pt x="449" y="203"/>
                    <a:pt x="447" y="209"/>
                    <a:pt x="443" y="214"/>
                  </a:cubicBezTo>
                  <a:cubicBezTo>
                    <a:pt x="439" y="223"/>
                    <a:pt x="431" y="228"/>
                    <a:pt x="421" y="233"/>
                  </a:cubicBezTo>
                  <a:cubicBezTo>
                    <a:pt x="410" y="237"/>
                    <a:pt x="398" y="238"/>
                    <a:pt x="388" y="238"/>
                  </a:cubicBezTo>
                  <a:cubicBezTo>
                    <a:pt x="377" y="238"/>
                    <a:pt x="360" y="235"/>
                    <a:pt x="348" y="228"/>
                  </a:cubicBezTo>
                  <a:cubicBezTo>
                    <a:pt x="342" y="224"/>
                    <a:pt x="338" y="220"/>
                    <a:pt x="335" y="214"/>
                  </a:cubicBezTo>
                  <a:cubicBezTo>
                    <a:pt x="331" y="209"/>
                    <a:pt x="329" y="203"/>
                    <a:pt x="329" y="193"/>
                  </a:cubicBezTo>
                  <a:cubicBezTo>
                    <a:pt x="329" y="191"/>
                    <a:pt x="328" y="186"/>
                    <a:pt x="325" y="184"/>
                  </a:cubicBezTo>
                  <a:cubicBezTo>
                    <a:pt x="322" y="181"/>
                    <a:pt x="318" y="179"/>
                    <a:pt x="314" y="179"/>
                  </a:cubicBezTo>
                  <a:cubicBezTo>
                    <a:pt x="310" y="179"/>
                    <a:pt x="307" y="181"/>
                    <a:pt x="304" y="184"/>
                  </a:cubicBezTo>
                  <a:cubicBezTo>
                    <a:pt x="301" y="186"/>
                    <a:pt x="299" y="191"/>
                    <a:pt x="299" y="193"/>
                  </a:cubicBezTo>
                  <a:cubicBezTo>
                    <a:pt x="299" y="203"/>
                    <a:pt x="297" y="209"/>
                    <a:pt x="294" y="214"/>
                  </a:cubicBezTo>
                  <a:cubicBezTo>
                    <a:pt x="289" y="223"/>
                    <a:pt x="280" y="228"/>
                    <a:pt x="270" y="233"/>
                  </a:cubicBezTo>
                  <a:cubicBezTo>
                    <a:pt x="261" y="237"/>
                    <a:pt x="248" y="238"/>
                    <a:pt x="240" y="238"/>
                  </a:cubicBezTo>
                  <a:cubicBezTo>
                    <a:pt x="227" y="238"/>
                    <a:pt x="210" y="235"/>
                    <a:pt x="199" y="228"/>
                  </a:cubicBezTo>
                  <a:cubicBezTo>
                    <a:pt x="193" y="224"/>
                    <a:pt x="188" y="220"/>
                    <a:pt x="185" y="214"/>
                  </a:cubicBezTo>
                  <a:cubicBezTo>
                    <a:pt x="182" y="209"/>
                    <a:pt x="179" y="203"/>
                    <a:pt x="179" y="193"/>
                  </a:cubicBezTo>
                  <a:cubicBezTo>
                    <a:pt x="179" y="191"/>
                    <a:pt x="178" y="186"/>
                    <a:pt x="175" y="184"/>
                  </a:cubicBezTo>
                  <a:cubicBezTo>
                    <a:pt x="172" y="181"/>
                    <a:pt x="168" y="179"/>
                    <a:pt x="164" y="179"/>
                  </a:cubicBezTo>
                  <a:cubicBezTo>
                    <a:pt x="161" y="179"/>
                    <a:pt x="157" y="181"/>
                    <a:pt x="154" y="184"/>
                  </a:cubicBezTo>
                  <a:cubicBezTo>
                    <a:pt x="151" y="186"/>
                    <a:pt x="150" y="191"/>
                    <a:pt x="150" y="193"/>
                  </a:cubicBezTo>
                  <a:cubicBezTo>
                    <a:pt x="150" y="203"/>
                    <a:pt x="147" y="209"/>
                    <a:pt x="144" y="214"/>
                  </a:cubicBezTo>
                  <a:cubicBezTo>
                    <a:pt x="140" y="223"/>
                    <a:pt x="131" y="228"/>
                    <a:pt x="120" y="233"/>
                  </a:cubicBezTo>
                  <a:cubicBezTo>
                    <a:pt x="110" y="237"/>
                    <a:pt x="99" y="238"/>
                    <a:pt x="89" y="238"/>
                  </a:cubicBezTo>
                  <a:cubicBezTo>
                    <a:pt x="77" y="238"/>
                    <a:pt x="60" y="235"/>
                    <a:pt x="49" y="228"/>
                  </a:cubicBezTo>
                  <a:cubicBezTo>
                    <a:pt x="43" y="224"/>
                    <a:pt x="39" y="220"/>
                    <a:pt x="35" y="214"/>
                  </a:cubicBezTo>
                  <a:cubicBezTo>
                    <a:pt x="32" y="210"/>
                    <a:pt x="30" y="205"/>
                    <a:pt x="30" y="198"/>
                  </a:cubicBezTo>
                  <a:cubicBezTo>
                    <a:pt x="68" y="119"/>
                    <a:pt x="68" y="119"/>
                    <a:pt x="68" y="119"/>
                  </a:cubicBezTo>
                  <a:cubicBezTo>
                    <a:pt x="478" y="119"/>
                    <a:pt x="478" y="119"/>
                    <a:pt x="478" y="119"/>
                  </a:cubicBezTo>
                  <a:cubicBezTo>
                    <a:pt x="487" y="119"/>
                    <a:pt x="494" y="112"/>
                    <a:pt x="494" y="104"/>
                  </a:cubicBezTo>
                  <a:cubicBezTo>
                    <a:pt x="494" y="97"/>
                    <a:pt x="487" y="89"/>
                    <a:pt x="478" y="89"/>
                  </a:cubicBezTo>
                  <a:cubicBezTo>
                    <a:pt x="74" y="89"/>
                    <a:pt x="74" y="89"/>
                    <a:pt x="74" y="89"/>
                  </a:cubicBezTo>
                  <a:cubicBezTo>
                    <a:pt x="74" y="45"/>
                    <a:pt x="74" y="45"/>
                    <a:pt x="74" y="45"/>
                  </a:cubicBezTo>
                  <a:cubicBezTo>
                    <a:pt x="74" y="40"/>
                    <a:pt x="77" y="36"/>
                    <a:pt x="80" y="33"/>
                  </a:cubicBezTo>
                  <a:cubicBezTo>
                    <a:pt x="82" y="31"/>
                    <a:pt x="85" y="29"/>
                    <a:pt x="89" y="29"/>
                  </a:cubicBezTo>
                  <a:cubicBezTo>
                    <a:pt x="539" y="29"/>
                    <a:pt x="539" y="29"/>
                    <a:pt x="539" y="29"/>
                  </a:cubicBezTo>
                  <a:cubicBezTo>
                    <a:pt x="543" y="29"/>
                    <a:pt x="547" y="31"/>
                    <a:pt x="550" y="33"/>
                  </a:cubicBezTo>
                  <a:cubicBezTo>
                    <a:pt x="553" y="36"/>
                    <a:pt x="554" y="40"/>
                    <a:pt x="554" y="45"/>
                  </a:cubicBezTo>
                  <a:cubicBezTo>
                    <a:pt x="554" y="104"/>
                    <a:pt x="554" y="104"/>
                    <a:pt x="554" y="104"/>
                  </a:cubicBezTo>
                  <a:cubicBezTo>
                    <a:pt x="554" y="106"/>
                    <a:pt x="554" y="109"/>
                    <a:pt x="556" y="111"/>
                  </a:cubicBezTo>
                  <a:cubicBezTo>
                    <a:pt x="599" y="198"/>
                    <a:pt x="599" y="198"/>
                    <a:pt x="599" y="198"/>
                  </a:cubicBezTo>
                  <a:cubicBezTo>
                    <a:pt x="598" y="205"/>
                    <a:pt x="596" y="210"/>
                    <a:pt x="593" y="214"/>
                  </a:cubicBezTo>
                  <a:cubicBezTo>
                    <a:pt x="589" y="223"/>
                    <a:pt x="581" y="228"/>
                    <a:pt x="570" y="23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1" name="Group 194">
            <a:extLst>
              <a:ext uri="{FF2B5EF4-FFF2-40B4-BE49-F238E27FC236}">
                <a16:creationId xmlns:a16="http://schemas.microsoft.com/office/drawing/2014/main" id="{26521F24-4B63-2CAB-FD8C-F0460E860603}"/>
              </a:ext>
            </a:extLst>
          </p:cNvPr>
          <p:cNvGrpSpPr/>
          <p:nvPr/>
        </p:nvGrpSpPr>
        <p:grpSpPr>
          <a:xfrm>
            <a:off x="9794478" y="1846933"/>
            <a:ext cx="239712" cy="258762"/>
            <a:chOff x="8758238" y="3652838"/>
            <a:chExt cx="239712" cy="258762"/>
          </a:xfrm>
          <a:solidFill>
            <a:schemeClr val="accent4"/>
          </a:solidFill>
        </p:grpSpPr>
        <p:sp>
          <p:nvSpPr>
            <p:cNvPr id="192" name="Freeform 158">
              <a:extLst>
                <a:ext uri="{FF2B5EF4-FFF2-40B4-BE49-F238E27FC236}">
                  <a16:creationId xmlns:a16="http://schemas.microsoft.com/office/drawing/2014/main" id="{AE132718-B448-327A-472D-5CFBCA865817}"/>
                </a:ext>
              </a:extLst>
            </p:cNvPr>
            <p:cNvSpPr>
              <a:spLocks noChangeArrowheads="1"/>
            </p:cNvSpPr>
            <p:nvPr/>
          </p:nvSpPr>
          <p:spPr bwMode="auto">
            <a:xfrm>
              <a:off x="8758238" y="3754438"/>
              <a:ext cx="234950" cy="157162"/>
            </a:xfrm>
            <a:custGeom>
              <a:avLst/>
              <a:gdLst>
                <a:gd name="T0" fmla="*/ 602 w 652"/>
                <a:gd name="T1" fmla="*/ 10 h 436"/>
                <a:gd name="T2" fmla="*/ 602 w 652"/>
                <a:gd name="T3" fmla="*/ 10 h 436"/>
                <a:gd name="T4" fmla="*/ 582 w 652"/>
                <a:gd name="T5" fmla="*/ 3 h 436"/>
                <a:gd name="T6" fmla="*/ 575 w 652"/>
                <a:gd name="T7" fmla="*/ 24 h 436"/>
                <a:gd name="T8" fmla="*/ 575 w 652"/>
                <a:gd name="T9" fmla="*/ 24 h 436"/>
                <a:gd name="T10" fmla="*/ 620 w 652"/>
                <a:gd name="T11" fmla="*/ 209 h 436"/>
                <a:gd name="T12" fmla="*/ 593 w 652"/>
                <a:gd name="T13" fmla="*/ 357 h 436"/>
                <a:gd name="T14" fmla="*/ 563 w 652"/>
                <a:gd name="T15" fmla="*/ 391 h 436"/>
                <a:gd name="T16" fmla="*/ 519 w 652"/>
                <a:gd name="T17" fmla="*/ 405 h 436"/>
                <a:gd name="T18" fmla="*/ 130 w 652"/>
                <a:gd name="T19" fmla="*/ 405 h 436"/>
                <a:gd name="T20" fmla="*/ 88 w 652"/>
                <a:gd name="T21" fmla="*/ 391 h 436"/>
                <a:gd name="T22" fmla="*/ 57 w 652"/>
                <a:gd name="T23" fmla="*/ 357 h 436"/>
                <a:gd name="T24" fmla="*/ 29 w 652"/>
                <a:gd name="T25" fmla="*/ 209 h 436"/>
                <a:gd name="T26" fmla="*/ 74 w 652"/>
                <a:gd name="T27" fmla="*/ 24 h 436"/>
                <a:gd name="T28" fmla="*/ 67 w 652"/>
                <a:gd name="T29" fmla="*/ 4 h 436"/>
                <a:gd name="T30" fmla="*/ 47 w 652"/>
                <a:gd name="T31" fmla="*/ 10 h 436"/>
                <a:gd name="T32" fmla="*/ 0 w 652"/>
                <a:gd name="T33" fmla="*/ 209 h 436"/>
                <a:gd name="T34" fmla="*/ 29 w 652"/>
                <a:gd name="T35" fmla="*/ 368 h 436"/>
                <a:gd name="T36" fmla="*/ 29 w 652"/>
                <a:gd name="T37" fmla="*/ 368 h 436"/>
                <a:gd name="T38" fmla="*/ 71 w 652"/>
                <a:gd name="T39" fmla="*/ 416 h 436"/>
                <a:gd name="T40" fmla="*/ 130 w 652"/>
                <a:gd name="T41" fmla="*/ 435 h 436"/>
                <a:gd name="T42" fmla="*/ 519 w 652"/>
                <a:gd name="T43" fmla="*/ 435 h 436"/>
                <a:gd name="T44" fmla="*/ 578 w 652"/>
                <a:gd name="T45" fmla="*/ 416 h 436"/>
                <a:gd name="T46" fmla="*/ 620 w 652"/>
                <a:gd name="T47" fmla="*/ 368 h 436"/>
                <a:gd name="T48" fmla="*/ 620 w 652"/>
                <a:gd name="T49" fmla="*/ 368 h 436"/>
                <a:gd name="T50" fmla="*/ 651 w 652"/>
                <a:gd name="T51" fmla="*/ 209 h 436"/>
                <a:gd name="T52" fmla="*/ 602 w 652"/>
                <a:gd name="T53" fmla="*/ 10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652" h="436">
                  <a:moveTo>
                    <a:pt x="602" y="10"/>
                  </a:moveTo>
                  <a:lnTo>
                    <a:pt x="602" y="10"/>
                  </a:lnTo>
                  <a:cubicBezTo>
                    <a:pt x="599" y="3"/>
                    <a:pt x="589" y="0"/>
                    <a:pt x="582" y="3"/>
                  </a:cubicBezTo>
                  <a:cubicBezTo>
                    <a:pt x="575" y="7"/>
                    <a:pt x="572" y="15"/>
                    <a:pt x="575" y="24"/>
                  </a:cubicBezTo>
                  <a:lnTo>
                    <a:pt x="575" y="24"/>
                  </a:lnTo>
                  <a:cubicBezTo>
                    <a:pt x="606" y="81"/>
                    <a:pt x="620" y="145"/>
                    <a:pt x="620" y="209"/>
                  </a:cubicBezTo>
                  <a:cubicBezTo>
                    <a:pt x="620" y="260"/>
                    <a:pt x="612" y="309"/>
                    <a:pt x="593" y="357"/>
                  </a:cubicBezTo>
                  <a:cubicBezTo>
                    <a:pt x="588" y="370"/>
                    <a:pt x="577" y="382"/>
                    <a:pt x="563" y="391"/>
                  </a:cubicBezTo>
                  <a:cubicBezTo>
                    <a:pt x="548" y="400"/>
                    <a:pt x="532" y="405"/>
                    <a:pt x="519" y="405"/>
                  </a:cubicBezTo>
                  <a:cubicBezTo>
                    <a:pt x="390" y="405"/>
                    <a:pt x="261" y="405"/>
                    <a:pt x="130" y="405"/>
                  </a:cubicBezTo>
                  <a:cubicBezTo>
                    <a:pt x="117" y="405"/>
                    <a:pt x="102" y="400"/>
                    <a:pt x="88" y="391"/>
                  </a:cubicBezTo>
                  <a:cubicBezTo>
                    <a:pt x="74" y="382"/>
                    <a:pt x="61" y="370"/>
                    <a:pt x="57" y="357"/>
                  </a:cubicBezTo>
                  <a:cubicBezTo>
                    <a:pt x="39" y="309"/>
                    <a:pt x="29" y="260"/>
                    <a:pt x="29" y="209"/>
                  </a:cubicBezTo>
                  <a:cubicBezTo>
                    <a:pt x="29" y="145"/>
                    <a:pt x="44" y="83"/>
                    <a:pt x="74" y="24"/>
                  </a:cubicBezTo>
                  <a:cubicBezTo>
                    <a:pt x="78" y="17"/>
                    <a:pt x="75" y="7"/>
                    <a:pt x="67" y="4"/>
                  </a:cubicBezTo>
                  <a:cubicBezTo>
                    <a:pt x="60" y="0"/>
                    <a:pt x="51" y="3"/>
                    <a:pt x="47" y="10"/>
                  </a:cubicBezTo>
                  <a:cubicBezTo>
                    <a:pt x="15" y="73"/>
                    <a:pt x="0" y="141"/>
                    <a:pt x="0" y="209"/>
                  </a:cubicBezTo>
                  <a:cubicBezTo>
                    <a:pt x="0" y="263"/>
                    <a:pt x="9" y="318"/>
                    <a:pt x="29" y="368"/>
                  </a:cubicBezTo>
                  <a:lnTo>
                    <a:pt x="29" y="368"/>
                  </a:lnTo>
                  <a:cubicBezTo>
                    <a:pt x="37" y="389"/>
                    <a:pt x="53" y="405"/>
                    <a:pt x="71" y="416"/>
                  </a:cubicBezTo>
                  <a:cubicBezTo>
                    <a:pt x="89" y="428"/>
                    <a:pt x="110" y="435"/>
                    <a:pt x="130" y="435"/>
                  </a:cubicBezTo>
                  <a:cubicBezTo>
                    <a:pt x="261" y="435"/>
                    <a:pt x="390" y="435"/>
                    <a:pt x="519" y="435"/>
                  </a:cubicBezTo>
                  <a:cubicBezTo>
                    <a:pt x="540" y="435"/>
                    <a:pt x="560" y="428"/>
                    <a:pt x="578" y="416"/>
                  </a:cubicBezTo>
                  <a:cubicBezTo>
                    <a:pt x="596" y="405"/>
                    <a:pt x="613" y="389"/>
                    <a:pt x="620" y="368"/>
                  </a:cubicBezTo>
                  <a:lnTo>
                    <a:pt x="620" y="368"/>
                  </a:lnTo>
                  <a:cubicBezTo>
                    <a:pt x="641" y="318"/>
                    <a:pt x="651" y="263"/>
                    <a:pt x="651" y="209"/>
                  </a:cubicBezTo>
                  <a:cubicBezTo>
                    <a:pt x="651" y="141"/>
                    <a:pt x="634" y="73"/>
                    <a:pt x="602" y="1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3" name="Freeform 159">
              <a:extLst>
                <a:ext uri="{FF2B5EF4-FFF2-40B4-BE49-F238E27FC236}">
                  <a16:creationId xmlns:a16="http://schemas.microsoft.com/office/drawing/2014/main" id="{188572CA-FD64-21EA-5A76-63081BE31273}"/>
                </a:ext>
              </a:extLst>
            </p:cNvPr>
            <p:cNvSpPr>
              <a:spLocks noChangeArrowheads="1"/>
            </p:cNvSpPr>
            <p:nvPr/>
          </p:nvSpPr>
          <p:spPr bwMode="auto">
            <a:xfrm>
              <a:off x="8837613" y="3779838"/>
              <a:ext cx="80962" cy="96837"/>
            </a:xfrm>
            <a:custGeom>
              <a:avLst/>
              <a:gdLst>
                <a:gd name="T0" fmla="*/ 66 w 226"/>
                <a:gd name="T1" fmla="*/ 251 h 269"/>
                <a:gd name="T2" fmla="*/ 66 w 226"/>
                <a:gd name="T3" fmla="*/ 251 h 269"/>
                <a:gd name="T4" fmla="*/ 112 w 226"/>
                <a:gd name="T5" fmla="*/ 268 h 269"/>
                <a:gd name="T6" fmla="*/ 160 w 226"/>
                <a:gd name="T7" fmla="*/ 251 h 269"/>
                <a:gd name="T8" fmla="*/ 206 w 226"/>
                <a:gd name="T9" fmla="*/ 187 h 269"/>
                <a:gd name="T10" fmla="*/ 225 w 226"/>
                <a:gd name="T11" fmla="*/ 104 h 269"/>
                <a:gd name="T12" fmla="*/ 216 w 226"/>
                <a:gd name="T13" fmla="*/ 56 h 269"/>
                <a:gd name="T14" fmla="*/ 174 w 226"/>
                <a:gd name="T15" fmla="*/ 12 h 269"/>
                <a:gd name="T16" fmla="*/ 112 w 226"/>
                <a:gd name="T17" fmla="*/ 0 h 269"/>
                <a:gd name="T18" fmla="*/ 34 w 226"/>
                <a:gd name="T19" fmla="*/ 24 h 269"/>
                <a:gd name="T20" fmla="*/ 8 w 226"/>
                <a:gd name="T21" fmla="*/ 56 h 269"/>
                <a:gd name="T22" fmla="*/ 0 w 226"/>
                <a:gd name="T23" fmla="*/ 104 h 269"/>
                <a:gd name="T24" fmla="*/ 31 w 226"/>
                <a:gd name="T25" fmla="*/ 212 h 269"/>
                <a:gd name="T26" fmla="*/ 66 w 226"/>
                <a:gd name="T27" fmla="*/ 251 h 269"/>
                <a:gd name="T28" fmla="*/ 29 w 226"/>
                <a:gd name="T29" fmla="*/ 104 h 269"/>
                <a:gd name="T30" fmla="*/ 29 w 226"/>
                <a:gd name="T31" fmla="*/ 104 h 269"/>
                <a:gd name="T32" fmla="*/ 36 w 226"/>
                <a:gd name="T33" fmla="*/ 67 h 269"/>
                <a:gd name="T34" fmla="*/ 64 w 226"/>
                <a:gd name="T35" fmla="*/ 39 h 269"/>
                <a:gd name="T36" fmla="*/ 112 w 226"/>
                <a:gd name="T37" fmla="*/ 31 h 269"/>
                <a:gd name="T38" fmla="*/ 171 w 226"/>
                <a:gd name="T39" fmla="*/ 47 h 269"/>
                <a:gd name="T40" fmla="*/ 188 w 226"/>
                <a:gd name="T41" fmla="*/ 67 h 269"/>
                <a:gd name="T42" fmla="*/ 195 w 226"/>
                <a:gd name="T43" fmla="*/ 104 h 269"/>
                <a:gd name="T44" fmla="*/ 168 w 226"/>
                <a:gd name="T45" fmla="*/ 197 h 269"/>
                <a:gd name="T46" fmla="*/ 142 w 226"/>
                <a:gd name="T47" fmla="*/ 228 h 269"/>
                <a:gd name="T48" fmla="*/ 112 w 226"/>
                <a:gd name="T49" fmla="*/ 239 h 269"/>
                <a:gd name="T50" fmla="*/ 84 w 226"/>
                <a:gd name="T51" fmla="*/ 228 h 269"/>
                <a:gd name="T52" fmla="*/ 45 w 226"/>
                <a:gd name="T53" fmla="*/ 174 h 269"/>
                <a:gd name="T54" fmla="*/ 29 w 226"/>
                <a:gd name="T55" fmla="*/ 104 h 2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26" h="269">
                  <a:moveTo>
                    <a:pt x="66" y="251"/>
                  </a:moveTo>
                  <a:lnTo>
                    <a:pt x="66" y="251"/>
                  </a:lnTo>
                  <a:cubicBezTo>
                    <a:pt x="79" y="263"/>
                    <a:pt x="95" y="268"/>
                    <a:pt x="112" y="268"/>
                  </a:cubicBezTo>
                  <a:cubicBezTo>
                    <a:pt x="131" y="268"/>
                    <a:pt x="146" y="263"/>
                    <a:pt x="160" y="251"/>
                  </a:cubicBezTo>
                  <a:cubicBezTo>
                    <a:pt x="180" y="236"/>
                    <a:pt x="195" y="212"/>
                    <a:pt x="206" y="187"/>
                  </a:cubicBezTo>
                  <a:cubicBezTo>
                    <a:pt x="218" y="160"/>
                    <a:pt x="225" y="132"/>
                    <a:pt x="225" y="104"/>
                  </a:cubicBezTo>
                  <a:cubicBezTo>
                    <a:pt x="225" y="86"/>
                    <a:pt x="222" y="70"/>
                    <a:pt x="216" y="56"/>
                  </a:cubicBezTo>
                  <a:cubicBezTo>
                    <a:pt x="208" y="36"/>
                    <a:pt x="192" y="22"/>
                    <a:pt x="174" y="12"/>
                  </a:cubicBezTo>
                  <a:cubicBezTo>
                    <a:pt x="156" y="4"/>
                    <a:pt x="135" y="0"/>
                    <a:pt x="112" y="0"/>
                  </a:cubicBezTo>
                  <a:cubicBezTo>
                    <a:pt x="83" y="0"/>
                    <a:pt x="56" y="7"/>
                    <a:pt x="34" y="24"/>
                  </a:cubicBezTo>
                  <a:cubicBezTo>
                    <a:pt x="24" y="32"/>
                    <a:pt x="15" y="43"/>
                    <a:pt x="8" y="56"/>
                  </a:cubicBezTo>
                  <a:cubicBezTo>
                    <a:pt x="3" y="70"/>
                    <a:pt x="0" y="86"/>
                    <a:pt x="0" y="104"/>
                  </a:cubicBezTo>
                  <a:cubicBezTo>
                    <a:pt x="0" y="140"/>
                    <a:pt x="11" y="180"/>
                    <a:pt x="31" y="212"/>
                  </a:cubicBezTo>
                  <a:cubicBezTo>
                    <a:pt x="41" y="228"/>
                    <a:pt x="52" y="242"/>
                    <a:pt x="66" y="251"/>
                  </a:cubicBezTo>
                  <a:close/>
                  <a:moveTo>
                    <a:pt x="29" y="104"/>
                  </a:moveTo>
                  <a:lnTo>
                    <a:pt x="29" y="104"/>
                  </a:lnTo>
                  <a:cubicBezTo>
                    <a:pt x="29" y="89"/>
                    <a:pt x="32" y="77"/>
                    <a:pt x="36" y="67"/>
                  </a:cubicBezTo>
                  <a:cubicBezTo>
                    <a:pt x="42" y="53"/>
                    <a:pt x="52" y="46"/>
                    <a:pt x="64" y="39"/>
                  </a:cubicBezTo>
                  <a:cubicBezTo>
                    <a:pt x="77" y="33"/>
                    <a:pt x="94" y="31"/>
                    <a:pt x="112" y="31"/>
                  </a:cubicBezTo>
                  <a:cubicBezTo>
                    <a:pt x="138" y="31"/>
                    <a:pt x="159" y="36"/>
                    <a:pt x="171" y="47"/>
                  </a:cubicBezTo>
                  <a:cubicBezTo>
                    <a:pt x="178" y="52"/>
                    <a:pt x="184" y="59"/>
                    <a:pt x="188" y="67"/>
                  </a:cubicBezTo>
                  <a:cubicBezTo>
                    <a:pt x="192" y="77"/>
                    <a:pt x="195" y="89"/>
                    <a:pt x="195" y="104"/>
                  </a:cubicBezTo>
                  <a:cubicBezTo>
                    <a:pt x="195" y="133"/>
                    <a:pt x="185" y="170"/>
                    <a:pt x="168" y="197"/>
                  </a:cubicBezTo>
                  <a:cubicBezTo>
                    <a:pt x="160" y="209"/>
                    <a:pt x="152" y="220"/>
                    <a:pt x="142" y="228"/>
                  </a:cubicBezTo>
                  <a:cubicBezTo>
                    <a:pt x="132" y="236"/>
                    <a:pt x="122" y="239"/>
                    <a:pt x="112" y="239"/>
                  </a:cubicBezTo>
                  <a:cubicBezTo>
                    <a:pt x="102" y="239"/>
                    <a:pt x="94" y="236"/>
                    <a:pt x="84" y="228"/>
                  </a:cubicBezTo>
                  <a:cubicBezTo>
                    <a:pt x="69" y="216"/>
                    <a:pt x="55" y="197"/>
                    <a:pt x="45" y="174"/>
                  </a:cubicBezTo>
                  <a:cubicBezTo>
                    <a:pt x="35" y="152"/>
                    <a:pt x="29" y="126"/>
                    <a:pt x="29" y="10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4" name="Freeform 160">
              <a:extLst>
                <a:ext uri="{FF2B5EF4-FFF2-40B4-BE49-F238E27FC236}">
                  <a16:creationId xmlns:a16="http://schemas.microsoft.com/office/drawing/2014/main" id="{F3D3CF7A-5109-CC23-074B-1937CD8E10C4}"/>
                </a:ext>
              </a:extLst>
            </p:cNvPr>
            <p:cNvSpPr>
              <a:spLocks noChangeArrowheads="1"/>
            </p:cNvSpPr>
            <p:nvPr/>
          </p:nvSpPr>
          <p:spPr bwMode="auto">
            <a:xfrm>
              <a:off x="8759825" y="3652838"/>
              <a:ext cx="238125" cy="96837"/>
            </a:xfrm>
            <a:custGeom>
              <a:avLst/>
              <a:gdLst>
                <a:gd name="T0" fmla="*/ 656 w 661"/>
                <a:gd name="T1" fmla="*/ 240 h 270"/>
                <a:gd name="T2" fmla="*/ 659 w 661"/>
                <a:gd name="T3" fmla="*/ 217 h 270"/>
                <a:gd name="T4" fmla="*/ 600 w 661"/>
                <a:gd name="T5" fmla="*/ 45 h 270"/>
                <a:gd name="T6" fmla="*/ 106 w 661"/>
                <a:gd name="T7" fmla="*/ 0 h 270"/>
                <a:gd name="T8" fmla="*/ 61 w 661"/>
                <a:gd name="T9" fmla="*/ 101 h 270"/>
                <a:gd name="T10" fmla="*/ 0 w 661"/>
                <a:gd name="T11" fmla="*/ 224 h 270"/>
                <a:gd name="T12" fmla="*/ 26 w 661"/>
                <a:gd name="T13" fmla="*/ 257 h 270"/>
                <a:gd name="T14" fmla="*/ 121 w 661"/>
                <a:gd name="T15" fmla="*/ 266 h 270"/>
                <a:gd name="T16" fmla="*/ 224 w 661"/>
                <a:gd name="T17" fmla="*/ 238 h 270"/>
                <a:gd name="T18" fmla="*/ 330 w 661"/>
                <a:gd name="T19" fmla="*/ 269 h 270"/>
                <a:gd name="T20" fmla="*/ 436 w 661"/>
                <a:gd name="T21" fmla="*/ 238 h 270"/>
                <a:gd name="T22" fmla="*/ 539 w 661"/>
                <a:gd name="T23" fmla="*/ 269 h 270"/>
                <a:gd name="T24" fmla="*/ 646 w 661"/>
                <a:gd name="T25" fmla="*/ 251 h 270"/>
                <a:gd name="T26" fmla="*/ 590 w 661"/>
                <a:gd name="T27" fmla="*/ 237 h 270"/>
                <a:gd name="T28" fmla="*/ 539 w 661"/>
                <a:gd name="T29" fmla="*/ 238 h 270"/>
                <a:gd name="T30" fmla="*/ 454 w 661"/>
                <a:gd name="T31" fmla="*/ 216 h 270"/>
                <a:gd name="T32" fmla="*/ 445 w 661"/>
                <a:gd name="T33" fmla="*/ 199 h 270"/>
                <a:gd name="T34" fmla="*/ 424 w 661"/>
                <a:gd name="T35" fmla="*/ 199 h 270"/>
                <a:gd name="T36" fmla="*/ 416 w 661"/>
                <a:gd name="T37" fmla="*/ 216 h 270"/>
                <a:gd name="T38" fmla="*/ 330 w 661"/>
                <a:gd name="T39" fmla="*/ 238 h 270"/>
                <a:gd name="T40" fmla="*/ 245 w 661"/>
                <a:gd name="T41" fmla="*/ 216 h 270"/>
                <a:gd name="T42" fmla="*/ 240 w 661"/>
                <a:gd name="T43" fmla="*/ 206 h 270"/>
                <a:gd name="T44" fmla="*/ 225 w 661"/>
                <a:gd name="T45" fmla="*/ 192 h 270"/>
                <a:gd name="T46" fmla="*/ 211 w 661"/>
                <a:gd name="T47" fmla="*/ 206 h 270"/>
                <a:gd name="T48" fmla="*/ 176 w 661"/>
                <a:gd name="T49" fmla="*/ 230 h 270"/>
                <a:gd name="T50" fmla="*/ 49 w 661"/>
                <a:gd name="T51" fmla="*/ 233 h 270"/>
                <a:gd name="T52" fmla="*/ 31 w 661"/>
                <a:gd name="T53" fmla="*/ 226 h 270"/>
                <a:gd name="T54" fmla="*/ 405 w 661"/>
                <a:gd name="T55" fmla="*/ 119 h 270"/>
                <a:gd name="T56" fmla="*/ 405 w 661"/>
                <a:gd name="T57" fmla="*/ 89 h 270"/>
                <a:gd name="T58" fmla="*/ 90 w 661"/>
                <a:gd name="T59" fmla="*/ 45 h 270"/>
                <a:gd name="T60" fmla="*/ 106 w 661"/>
                <a:gd name="T61" fmla="*/ 29 h 270"/>
                <a:gd name="T62" fmla="*/ 566 w 661"/>
                <a:gd name="T63" fmla="*/ 33 h 270"/>
                <a:gd name="T64" fmla="*/ 570 w 661"/>
                <a:gd name="T65" fmla="*/ 89 h 270"/>
                <a:gd name="T66" fmla="*/ 510 w 661"/>
                <a:gd name="T67" fmla="*/ 104 h 270"/>
                <a:gd name="T68" fmla="*/ 576 w 661"/>
                <a:gd name="T69" fmla="*/ 119 h 270"/>
                <a:gd name="T70" fmla="*/ 624 w 661"/>
                <a:gd name="T71" fmla="*/ 230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61" h="270">
                  <a:moveTo>
                    <a:pt x="656" y="240"/>
                  </a:moveTo>
                  <a:lnTo>
                    <a:pt x="656" y="240"/>
                  </a:lnTo>
                  <a:cubicBezTo>
                    <a:pt x="659" y="235"/>
                    <a:pt x="660" y="230"/>
                    <a:pt x="660" y="224"/>
                  </a:cubicBezTo>
                  <a:cubicBezTo>
                    <a:pt x="660" y="221"/>
                    <a:pt x="659" y="220"/>
                    <a:pt x="659" y="217"/>
                  </a:cubicBezTo>
                  <a:cubicBezTo>
                    <a:pt x="600" y="101"/>
                    <a:pt x="600" y="101"/>
                    <a:pt x="600" y="101"/>
                  </a:cubicBezTo>
                  <a:cubicBezTo>
                    <a:pt x="600" y="45"/>
                    <a:pt x="600" y="45"/>
                    <a:pt x="600" y="45"/>
                  </a:cubicBezTo>
                  <a:cubicBezTo>
                    <a:pt x="600" y="19"/>
                    <a:pt x="580" y="0"/>
                    <a:pt x="555" y="0"/>
                  </a:cubicBezTo>
                  <a:cubicBezTo>
                    <a:pt x="106" y="0"/>
                    <a:pt x="106" y="0"/>
                    <a:pt x="106" y="0"/>
                  </a:cubicBezTo>
                  <a:cubicBezTo>
                    <a:pt x="80" y="0"/>
                    <a:pt x="61" y="19"/>
                    <a:pt x="61" y="45"/>
                  </a:cubicBezTo>
                  <a:cubicBezTo>
                    <a:pt x="61" y="101"/>
                    <a:pt x="61" y="101"/>
                    <a:pt x="61" y="101"/>
                  </a:cubicBezTo>
                  <a:cubicBezTo>
                    <a:pt x="3" y="217"/>
                    <a:pt x="3" y="217"/>
                    <a:pt x="3" y="217"/>
                  </a:cubicBezTo>
                  <a:cubicBezTo>
                    <a:pt x="2" y="219"/>
                    <a:pt x="0" y="221"/>
                    <a:pt x="0" y="224"/>
                  </a:cubicBezTo>
                  <a:cubicBezTo>
                    <a:pt x="0" y="230"/>
                    <a:pt x="2" y="235"/>
                    <a:pt x="5" y="240"/>
                  </a:cubicBezTo>
                  <a:cubicBezTo>
                    <a:pt x="10" y="248"/>
                    <a:pt x="17" y="252"/>
                    <a:pt x="26" y="257"/>
                  </a:cubicBezTo>
                  <a:cubicBezTo>
                    <a:pt x="37" y="261"/>
                    <a:pt x="51" y="264"/>
                    <a:pt x="68" y="265"/>
                  </a:cubicBezTo>
                  <a:cubicBezTo>
                    <a:pt x="83" y="266"/>
                    <a:pt x="101" y="266"/>
                    <a:pt x="121" y="266"/>
                  </a:cubicBezTo>
                  <a:cubicBezTo>
                    <a:pt x="152" y="266"/>
                    <a:pt x="179" y="261"/>
                    <a:pt x="201" y="252"/>
                  </a:cubicBezTo>
                  <a:cubicBezTo>
                    <a:pt x="209" y="248"/>
                    <a:pt x="218" y="244"/>
                    <a:pt x="224" y="238"/>
                  </a:cubicBezTo>
                  <a:cubicBezTo>
                    <a:pt x="235" y="248"/>
                    <a:pt x="250" y="255"/>
                    <a:pt x="267" y="261"/>
                  </a:cubicBezTo>
                  <a:cubicBezTo>
                    <a:pt x="285" y="266"/>
                    <a:pt x="308" y="269"/>
                    <a:pt x="330" y="269"/>
                  </a:cubicBezTo>
                  <a:cubicBezTo>
                    <a:pt x="361" y="269"/>
                    <a:pt x="389" y="264"/>
                    <a:pt x="410" y="255"/>
                  </a:cubicBezTo>
                  <a:cubicBezTo>
                    <a:pt x="420" y="251"/>
                    <a:pt x="429" y="245"/>
                    <a:pt x="436" y="238"/>
                  </a:cubicBezTo>
                  <a:cubicBezTo>
                    <a:pt x="445" y="248"/>
                    <a:pt x="461" y="255"/>
                    <a:pt x="478" y="261"/>
                  </a:cubicBezTo>
                  <a:cubicBezTo>
                    <a:pt x="496" y="266"/>
                    <a:pt x="517" y="269"/>
                    <a:pt x="539" y="269"/>
                  </a:cubicBezTo>
                  <a:cubicBezTo>
                    <a:pt x="569" y="269"/>
                    <a:pt x="596" y="268"/>
                    <a:pt x="618" y="262"/>
                  </a:cubicBezTo>
                  <a:cubicBezTo>
                    <a:pt x="628" y="261"/>
                    <a:pt x="638" y="257"/>
                    <a:pt x="646" y="251"/>
                  </a:cubicBezTo>
                  <a:cubicBezTo>
                    <a:pt x="649" y="248"/>
                    <a:pt x="653" y="244"/>
                    <a:pt x="656" y="240"/>
                  </a:cubicBezTo>
                  <a:close/>
                  <a:moveTo>
                    <a:pt x="590" y="237"/>
                  </a:moveTo>
                  <a:lnTo>
                    <a:pt x="590" y="237"/>
                  </a:lnTo>
                  <a:cubicBezTo>
                    <a:pt x="576" y="238"/>
                    <a:pt x="559" y="238"/>
                    <a:pt x="539" y="238"/>
                  </a:cubicBezTo>
                  <a:cubicBezTo>
                    <a:pt x="513" y="238"/>
                    <a:pt x="489" y="234"/>
                    <a:pt x="472" y="227"/>
                  </a:cubicBezTo>
                  <a:cubicBezTo>
                    <a:pt x="464" y="223"/>
                    <a:pt x="458" y="220"/>
                    <a:pt x="454" y="216"/>
                  </a:cubicBezTo>
                  <a:cubicBezTo>
                    <a:pt x="451" y="213"/>
                    <a:pt x="450" y="210"/>
                    <a:pt x="450" y="209"/>
                  </a:cubicBezTo>
                  <a:cubicBezTo>
                    <a:pt x="450" y="205"/>
                    <a:pt x="448" y="202"/>
                    <a:pt x="445" y="199"/>
                  </a:cubicBezTo>
                  <a:cubicBezTo>
                    <a:pt x="443" y="196"/>
                    <a:pt x="440" y="193"/>
                    <a:pt x="436" y="193"/>
                  </a:cubicBezTo>
                  <a:cubicBezTo>
                    <a:pt x="431" y="193"/>
                    <a:pt x="427" y="196"/>
                    <a:pt x="424" y="199"/>
                  </a:cubicBezTo>
                  <a:cubicBezTo>
                    <a:pt x="422" y="202"/>
                    <a:pt x="420" y="205"/>
                    <a:pt x="420" y="209"/>
                  </a:cubicBezTo>
                  <a:cubicBezTo>
                    <a:pt x="420" y="210"/>
                    <a:pt x="420" y="213"/>
                    <a:pt x="416" y="216"/>
                  </a:cubicBezTo>
                  <a:cubicBezTo>
                    <a:pt x="412" y="221"/>
                    <a:pt x="400" y="227"/>
                    <a:pt x="385" y="231"/>
                  </a:cubicBezTo>
                  <a:cubicBezTo>
                    <a:pt x="370" y="237"/>
                    <a:pt x="351" y="238"/>
                    <a:pt x="330" y="238"/>
                  </a:cubicBezTo>
                  <a:cubicBezTo>
                    <a:pt x="304" y="238"/>
                    <a:pt x="278" y="234"/>
                    <a:pt x="263" y="227"/>
                  </a:cubicBezTo>
                  <a:cubicBezTo>
                    <a:pt x="254" y="223"/>
                    <a:pt x="247" y="220"/>
                    <a:pt x="245" y="216"/>
                  </a:cubicBezTo>
                  <a:cubicBezTo>
                    <a:pt x="240" y="213"/>
                    <a:pt x="240" y="210"/>
                    <a:pt x="240" y="209"/>
                  </a:cubicBezTo>
                  <a:cubicBezTo>
                    <a:pt x="240" y="206"/>
                    <a:pt x="240" y="206"/>
                    <a:pt x="240" y="206"/>
                  </a:cubicBezTo>
                  <a:cubicBezTo>
                    <a:pt x="240" y="203"/>
                    <a:pt x="239" y="199"/>
                    <a:pt x="236" y="196"/>
                  </a:cubicBezTo>
                  <a:cubicBezTo>
                    <a:pt x="233" y="193"/>
                    <a:pt x="229" y="192"/>
                    <a:pt x="225" y="192"/>
                  </a:cubicBezTo>
                  <a:cubicBezTo>
                    <a:pt x="222" y="192"/>
                    <a:pt x="218" y="193"/>
                    <a:pt x="215" y="196"/>
                  </a:cubicBezTo>
                  <a:cubicBezTo>
                    <a:pt x="212" y="199"/>
                    <a:pt x="211" y="203"/>
                    <a:pt x="211" y="206"/>
                  </a:cubicBezTo>
                  <a:cubicBezTo>
                    <a:pt x="211" y="207"/>
                    <a:pt x="209" y="210"/>
                    <a:pt x="207" y="213"/>
                  </a:cubicBezTo>
                  <a:cubicBezTo>
                    <a:pt x="201" y="219"/>
                    <a:pt x="190" y="226"/>
                    <a:pt x="176" y="230"/>
                  </a:cubicBezTo>
                  <a:cubicBezTo>
                    <a:pt x="160" y="234"/>
                    <a:pt x="141" y="237"/>
                    <a:pt x="121" y="237"/>
                  </a:cubicBezTo>
                  <a:cubicBezTo>
                    <a:pt x="92" y="237"/>
                    <a:pt x="66" y="235"/>
                    <a:pt x="49" y="233"/>
                  </a:cubicBezTo>
                  <a:cubicBezTo>
                    <a:pt x="41" y="231"/>
                    <a:pt x="35" y="228"/>
                    <a:pt x="33" y="227"/>
                  </a:cubicBezTo>
                  <a:cubicBezTo>
                    <a:pt x="31" y="226"/>
                    <a:pt x="31" y="226"/>
                    <a:pt x="31" y="226"/>
                  </a:cubicBezTo>
                  <a:cubicBezTo>
                    <a:pt x="85" y="119"/>
                    <a:pt x="85" y="119"/>
                    <a:pt x="85" y="119"/>
                  </a:cubicBezTo>
                  <a:cubicBezTo>
                    <a:pt x="405" y="119"/>
                    <a:pt x="405" y="119"/>
                    <a:pt x="405" y="119"/>
                  </a:cubicBezTo>
                  <a:cubicBezTo>
                    <a:pt x="413" y="119"/>
                    <a:pt x="420" y="112"/>
                    <a:pt x="420" y="104"/>
                  </a:cubicBezTo>
                  <a:cubicBezTo>
                    <a:pt x="420" y="97"/>
                    <a:pt x="413" y="89"/>
                    <a:pt x="405" y="89"/>
                  </a:cubicBezTo>
                  <a:cubicBezTo>
                    <a:pt x="90" y="89"/>
                    <a:pt x="90" y="89"/>
                    <a:pt x="90" y="89"/>
                  </a:cubicBezTo>
                  <a:cubicBezTo>
                    <a:pt x="90" y="45"/>
                    <a:pt x="90" y="45"/>
                    <a:pt x="90" y="45"/>
                  </a:cubicBezTo>
                  <a:cubicBezTo>
                    <a:pt x="90" y="40"/>
                    <a:pt x="93" y="36"/>
                    <a:pt x="96" y="33"/>
                  </a:cubicBezTo>
                  <a:cubicBezTo>
                    <a:pt x="99" y="31"/>
                    <a:pt x="101" y="29"/>
                    <a:pt x="106" y="29"/>
                  </a:cubicBezTo>
                  <a:cubicBezTo>
                    <a:pt x="555" y="29"/>
                    <a:pt x="555" y="29"/>
                    <a:pt x="555" y="29"/>
                  </a:cubicBezTo>
                  <a:cubicBezTo>
                    <a:pt x="559" y="29"/>
                    <a:pt x="563" y="31"/>
                    <a:pt x="566" y="33"/>
                  </a:cubicBezTo>
                  <a:cubicBezTo>
                    <a:pt x="569" y="36"/>
                    <a:pt x="570" y="40"/>
                    <a:pt x="570" y="45"/>
                  </a:cubicBezTo>
                  <a:cubicBezTo>
                    <a:pt x="570" y="89"/>
                    <a:pt x="570" y="89"/>
                    <a:pt x="570" y="89"/>
                  </a:cubicBezTo>
                  <a:cubicBezTo>
                    <a:pt x="525" y="89"/>
                    <a:pt x="525" y="89"/>
                    <a:pt x="525" y="89"/>
                  </a:cubicBezTo>
                  <a:cubicBezTo>
                    <a:pt x="517" y="89"/>
                    <a:pt x="510" y="97"/>
                    <a:pt x="510" y="104"/>
                  </a:cubicBezTo>
                  <a:cubicBezTo>
                    <a:pt x="510" y="112"/>
                    <a:pt x="517" y="119"/>
                    <a:pt x="525" y="119"/>
                  </a:cubicBezTo>
                  <a:cubicBezTo>
                    <a:pt x="576" y="119"/>
                    <a:pt x="576" y="119"/>
                    <a:pt x="576" y="119"/>
                  </a:cubicBezTo>
                  <a:cubicBezTo>
                    <a:pt x="629" y="226"/>
                    <a:pt x="629" y="226"/>
                    <a:pt x="629" y="226"/>
                  </a:cubicBezTo>
                  <a:cubicBezTo>
                    <a:pt x="628" y="227"/>
                    <a:pt x="627" y="228"/>
                    <a:pt x="624" y="230"/>
                  </a:cubicBezTo>
                  <a:cubicBezTo>
                    <a:pt x="617" y="233"/>
                    <a:pt x="605" y="235"/>
                    <a:pt x="590" y="23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5" name="Group 198">
            <a:extLst>
              <a:ext uri="{FF2B5EF4-FFF2-40B4-BE49-F238E27FC236}">
                <a16:creationId xmlns:a16="http://schemas.microsoft.com/office/drawing/2014/main" id="{A62A1469-E348-42DF-F55E-ABC48F927244}"/>
              </a:ext>
            </a:extLst>
          </p:cNvPr>
          <p:cNvGrpSpPr/>
          <p:nvPr/>
        </p:nvGrpSpPr>
        <p:grpSpPr>
          <a:xfrm>
            <a:off x="8275240" y="2350964"/>
            <a:ext cx="184150" cy="258762"/>
            <a:chOff x="7239000" y="4148138"/>
            <a:chExt cx="184150" cy="258762"/>
          </a:xfrm>
          <a:solidFill>
            <a:schemeClr val="accent4"/>
          </a:solidFill>
        </p:grpSpPr>
        <p:sp>
          <p:nvSpPr>
            <p:cNvPr id="196" name="Freeform 161">
              <a:extLst>
                <a:ext uri="{FF2B5EF4-FFF2-40B4-BE49-F238E27FC236}">
                  <a16:creationId xmlns:a16="http://schemas.microsoft.com/office/drawing/2014/main" id="{8ED8CEB3-CE5F-B11D-B12C-82B7B243E287}"/>
                </a:ext>
              </a:extLst>
            </p:cNvPr>
            <p:cNvSpPr>
              <a:spLocks noChangeArrowheads="1"/>
            </p:cNvSpPr>
            <p:nvPr/>
          </p:nvSpPr>
          <p:spPr bwMode="auto">
            <a:xfrm>
              <a:off x="7239000" y="4148138"/>
              <a:ext cx="96838" cy="257175"/>
            </a:xfrm>
            <a:custGeom>
              <a:avLst/>
              <a:gdLst>
                <a:gd name="T0" fmla="*/ 135 w 270"/>
                <a:gd name="T1" fmla="*/ 712 h 713"/>
                <a:gd name="T2" fmla="*/ 135 w 270"/>
                <a:gd name="T3" fmla="*/ 712 h 713"/>
                <a:gd name="T4" fmla="*/ 180 w 270"/>
                <a:gd name="T5" fmla="*/ 667 h 713"/>
                <a:gd name="T6" fmla="*/ 180 w 270"/>
                <a:gd name="T7" fmla="*/ 369 h 713"/>
                <a:gd name="T8" fmla="*/ 215 w 270"/>
                <a:gd name="T9" fmla="*/ 322 h 713"/>
                <a:gd name="T10" fmla="*/ 269 w 270"/>
                <a:gd name="T11" fmla="*/ 244 h 713"/>
                <a:gd name="T12" fmla="*/ 269 w 270"/>
                <a:gd name="T13" fmla="*/ 15 h 713"/>
                <a:gd name="T14" fmla="*/ 255 w 270"/>
                <a:gd name="T15" fmla="*/ 0 h 713"/>
                <a:gd name="T16" fmla="*/ 240 w 270"/>
                <a:gd name="T17" fmla="*/ 15 h 713"/>
                <a:gd name="T18" fmla="*/ 240 w 270"/>
                <a:gd name="T19" fmla="*/ 15 h 713"/>
                <a:gd name="T20" fmla="*/ 240 w 270"/>
                <a:gd name="T21" fmla="*/ 244 h 713"/>
                <a:gd name="T22" fmla="*/ 205 w 270"/>
                <a:gd name="T23" fmla="*/ 293 h 713"/>
                <a:gd name="T24" fmla="*/ 150 w 270"/>
                <a:gd name="T25" fmla="*/ 369 h 713"/>
                <a:gd name="T26" fmla="*/ 150 w 270"/>
                <a:gd name="T27" fmla="*/ 667 h 713"/>
                <a:gd name="T28" fmla="*/ 135 w 270"/>
                <a:gd name="T29" fmla="*/ 681 h 713"/>
                <a:gd name="T30" fmla="*/ 121 w 270"/>
                <a:gd name="T31" fmla="*/ 667 h 713"/>
                <a:gd name="T32" fmla="*/ 121 w 270"/>
                <a:gd name="T33" fmla="*/ 369 h 713"/>
                <a:gd name="T34" fmla="*/ 64 w 270"/>
                <a:gd name="T35" fmla="*/ 293 h 713"/>
                <a:gd name="T36" fmla="*/ 31 w 270"/>
                <a:gd name="T37" fmla="*/ 244 h 713"/>
                <a:gd name="T38" fmla="*/ 31 w 270"/>
                <a:gd name="T39" fmla="*/ 15 h 713"/>
                <a:gd name="T40" fmla="*/ 15 w 270"/>
                <a:gd name="T41" fmla="*/ 0 h 713"/>
                <a:gd name="T42" fmla="*/ 0 w 270"/>
                <a:gd name="T43" fmla="*/ 15 h 713"/>
                <a:gd name="T44" fmla="*/ 0 w 270"/>
                <a:gd name="T45" fmla="*/ 244 h 713"/>
                <a:gd name="T46" fmla="*/ 56 w 270"/>
                <a:gd name="T47" fmla="*/ 322 h 713"/>
                <a:gd name="T48" fmla="*/ 90 w 270"/>
                <a:gd name="T49" fmla="*/ 369 h 713"/>
                <a:gd name="T50" fmla="*/ 90 w 270"/>
                <a:gd name="T51" fmla="*/ 667 h 713"/>
                <a:gd name="T52" fmla="*/ 135 w 270"/>
                <a:gd name="T53" fmla="*/ 712 h 7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0" h="713">
                  <a:moveTo>
                    <a:pt x="135" y="712"/>
                  </a:moveTo>
                  <a:lnTo>
                    <a:pt x="135" y="712"/>
                  </a:lnTo>
                  <a:cubicBezTo>
                    <a:pt x="160" y="712"/>
                    <a:pt x="180" y="691"/>
                    <a:pt x="180" y="667"/>
                  </a:cubicBezTo>
                  <a:cubicBezTo>
                    <a:pt x="180" y="369"/>
                    <a:pt x="180" y="369"/>
                    <a:pt x="180" y="369"/>
                  </a:cubicBezTo>
                  <a:cubicBezTo>
                    <a:pt x="180" y="348"/>
                    <a:pt x="194" y="329"/>
                    <a:pt x="215" y="322"/>
                  </a:cubicBezTo>
                  <a:cubicBezTo>
                    <a:pt x="248" y="310"/>
                    <a:pt x="269" y="279"/>
                    <a:pt x="269" y="244"/>
                  </a:cubicBezTo>
                  <a:cubicBezTo>
                    <a:pt x="269" y="15"/>
                    <a:pt x="269" y="15"/>
                    <a:pt x="269" y="15"/>
                  </a:cubicBezTo>
                  <a:cubicBezTo>
                    <a:pt x="269" y="7"/>
                    <a:pt x="264" y="0"/>
                    <a:pt x="255" y="0"/>
                  </a:cubicBezTo>
                  <a:cubicBezTo>
                    <a:pt x="247" y="0"/>
                    <a:pt x="240" y="7"/>
                    <a:pt x="240" y="15"/>
                  </a:cubicBezTo>
                  <a:lnTo>
                    <a:pt x="240" y="15"/>
                  </a:lnTo>
                  <a:cubicBezTo>
                    <a:pt x="240" y="244"/>
                    <a:pt x="240" y="244"/>
                    <a:pt x="240" y="244"/>
                  </a:cubicBezTo>
                  <a:cubicBezTo>
                    <a:pt x="240" y="267"/>
                    <a:pt x="226" y="286"/>
                    <a:pt x="205" y="293"/>
                  </a:cubicBezTo>
                  <a:cubicBezTo>
                    <a:pt x="173" y="303"/>
                    <a:pt x="150" y="334"/>
                    <a:pt x="150" y="369"/>
                  </a:cubicBezTo>
                  <a:cubicBezTo>
                    <a:pt x="150" y="667"/>
                    <a:pt x="150" y="667"/>
                    <a:pt x="150" y="667"/>
                  </a:cubicBezTo>
                  <a:cubicBezTo>
                    <a:pt x="150" y="675"/>
                    <a:pt x="143" y="681"/>
                    <a:pt x="135" y="681"/>
                  </a:cubicBezTo>
                  <a:cubicBezTo>
                    <a:pt x="128" y="681"/>
                    <a:pt x="121" y="675"/>
                    <a:pt x="121" y="667"/>
                  </a:cubicBezTo>
                  <a:cubicBezTo>
                    <a:pt x="121" y="369"/>
                    <a:pt x="121" y="369"/>
                    <a:pt x="121" y="369"/>
                  </a:cubicBezTo>
                  <a:cubicBezTo>
                    <a:pt x="121" y="334"/>
                    <a:pt x="98" y="303"/>
                    <a:pt x="64" y="293"/>
                  </a:cubicBezTo>
                  <a:cubicBezTo>
                    <a:pt x="45" y="286"/>
                    <a:pt x="31" y="267"/>
                    <a:pt x="31" y="244"/>
                  </a:cubicBezTo>
                  <a:cubicBezTo>
                    <a:pt x="31" y="15"/>
                    <a:pt x="31" y="15"/>
                    <a:pt x="31" y="15"/>
                  </a:cubicBezTo>
                  <a:cubicBezTo>
                    <a:pt x="31" y="7"/>
                    <a:pt x="24" y="0"/>
                    <a:pt x="15" y="0"/>
                  </a:cubicBezTo>
                  <a:cubicBezTo>
                    <a:pt x="7" y="0"/>
                    <a:pt x="0" y="7"/>
                    <a:pt x="0" y="15"/>
                  </a:cubicBezTo>
                  <a:cubicBezTo>
                    <a:pt x="0" y="244"/>
                    <a:pt x="0" y="244"/>
                    <a:pt x="0" y="244"/>
                  </a:cubicBezTo>
                  <a:cubicBezTo>
                    <a:pt x="0" y="279"/>
                    <a:pt x="22" y="310"/>
                    <a:pt x="56" y="322"/>
                  </a:cubicBezTo>
                  <a:cubicBezTo>
                    <a:pt x="76" y="329"/>
                    <a:pt x="90" y="348"/>
                    <a:pt x="90" y="369"/>
                  </a:cubicBezTo>
                  <a:cubicBezTo>
                    <a:pt x="90" y="667"/>
                    <a:pt x="90" y="667"/>
                    <a:pt x="90" y="667"/>
                  </a:cubicBezTo>
                  <a:cubicBezTo>
                    <a:pt x="90" y="691"/>
                    <a:pt x="111" y="712"/>
                    <a:pt x="135" y="71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7" name="Freeform 162">
              <a:extLst>
                <a:ext uri="{FF2B5EF4-FFF2-40B4-BE49-F238E27FC236}">
                  <a16:creationId xmlns:a16="http://schemas.microsoft.com/office/drawing/2014/main" id="{6C559815-FD0C-672A-B026-9884E12C8F5A}"/>
                </a:ext>
              </a:extLst>
            </p:cNvPr>
            <p:cNvSpPr>
              <a:spLocks noChangeArrowheads="1"/>
            </p:cNvSpPr>
            <p:nvPr/>
          </p:nvSpPr>
          <p:spPr bwMode="auto">
            <a:xfrm>
              <a:off x="7283450" y="4148138"/>
              <a:ext cx="11113" cy="96837"/>
            </a:xfrm>
            <a:custGeom>
              <a:avLst/>
              <a:gdLst>
                <a:gd name="T0" fmla="*/ 29 w 30"/>
                <a:gd name="T1" fmla="*/ 254 h 271"/>
                <a:gd name="T2" fmla="*/ 29 w 30"/>
                <a:gd name="T3" fmla="*/ 254 h 271"/>
                <a:gd name="T4" fmla="*/ 29 w 30"/>
                <a:gd name="T5" fmla="*/ 15 h 271"/>
                <a:gd name="T6" fmla="*/ 14 w 30"/>
                <a:gd name="T7" fmla="*/ 0 h 271"/>
                <a:gd name="T8" fmla="*/ 0 w 30"/>
                <a:gd name="T9" fmla="*/ 15 h 271"/>
                <a:gd name="T10" fmla="*/ 0 w 30"/>
                <a:gd name="T11" fmla="*/ 254 h 271"/>
                <a:gd name="T12" fmla="*/ 14 w 30"/>
                <a:gd name="T13" fmla="*/ 270 h 271"/>
                <a:gd name="T14" fmla="*/ 29 w 30"/>
                <a:gd name="T15" fmla="*/ 254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0" h="271">
                  <a:moveTo>
                    <a:pt x="29" y="254"/>
                  </a:moveTo>
                  <a:lnTo>
                    <a:pt x="29" y="254"/>
                  </a:lnTo>
                  <a:cubicBezTo>
                    <a:pt x="29" y="15"/>
                    <a:pt x="29" y="15"/>
                    <a:pt x="29" y="15"/>
                  </a:cubicBezTo>
                  <a:cubicBezTo>
                    <a:pt x="29" y="7"/>
                    <a:pt x="22" y="0"/>
                    <a:pt x="14" y="0"/>
                  </a:cubicBezTo>
                  <a:cubicBezTo>
                    <a:pt x="7" y="0"/>
                    <a:pt x="0" y="7"/>
                    <a:pt x="0" y="15"/>
                  </a:cubicBezTo>
                  <a:cubicBezTo>
                    <a:pt x="0" y="254"/>
                    <a:pt x="0" y="254"/>
                    <a:pt x="0" y="254"/>
                  </a:cubicBezTo>
                  <a:cubicBezTo>
                    <a:pt x="0" y="263"/>
                    <a:pt x="7" y="270"/>
                    <a:pt x="14" y="270"/>
                  </a:cubicBezTo>
                  <a:cubicBezTo>
                    <a:pt x="22" y="270"/>
                    <a:pt x="29" y="263"/>
                    <a:pt x="29" y="25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198" name="Freeform 163">
              <a:extLst>
                <a:ext uri="{FF2B5EF4-FFF2-40B4-BE49-F238E27FC236}">
                  <a16:creationId xmlns:a16="http://schemas.microsoft.com/office/drawing/2014/main" id="{1550208C-AE5E-1410-3AEF-4D0201A53F58}"/>
                </a:ext>
              </a:extLst>
            </p:cNvPr>
            <p:cNvSpPr>
              <a:spLocks noChangeArrowheads="1"/>
            </p:cNvSpPr>
            <p:nvPr/>
          </p:nvSpPr>
          <p:spPr bwMode="auto">
            <a:xfrm>
              <a:off x="7369175" y="4148138"/>
              <a:ext cx="53975" cy="258762"/>
            </a:xfrm>
            <a:custGeom>
              <a:avLst/>
              <a:gdLst>
                <a:gd name="T0" fmla="*/ 0 w 152"/>
                <a:gd name="T1" fmla="*/ 105 h 720"/>
                <a:gd name="T2" fmla="*/ 0 w 152"/>
                <a:gd name="T3" fmla="*/ 105 h 720"/>
                <a:gd name="T4" fmla="*/ 0 w 152"/>
                <a:gd name="T5" fmla="*/ 327 h 720"/>
                <a:gd name="T6" fmla="*/ 9 w 152"/>
                <a:gd name="T7" fmla="*/ 355 h 720"/>
                <a:gd name="T8" fmla="*/ 37 w 152"/>
                <a:gd name="T9" fmla="*/ 385 h 720"/>
                <a:gd name="T10" fmla="*/ 61 w 152"/>
                <a:gd name="T11" fmla="*/ 400 h 720"/>
                <a:gd name="T12" fmla="*/ 61 w 152"/>
                <a:gd name="T13" fmla="*/ 673 h 720"/>
                <a:gd name="T14" fmla="*/ 71 w 152"/>
                <a:gd name="T15" fmla="*/ 702 h 720"/>
                <a:gd name="T16" fmla="*/ 99 w 152"/>
                <a:gd name="T17" fmla="*/ 719 h 720"/>
                <a:gd name="T18" fmla="*/ 106 w 152"/>
                <a:gd name="T19" fmla="*/ 719 h 720"/>
                <a:gd name="T20" fmla="*/ 151 w 152"/>
                <a:gd name="T21" fmla="*/ 674 h 720"/>
                <a:gd name="T22" fmla="*/ 151 w 152"/>
                <a:gd name="T23" fmla="*/ 389 h 720"/>
                <a:gd name="T24" fmla="*/ 151 w 152"/>
                <a:gd name="T25" fmla="*/ 45 h 720"/>
                <a:gd name="T26" fmla="*/ 106 w 152"/>
                <a:gd name="T27" fmla="*/ 0 h 720"/>
                <a:gd name="T28" fmla="*/ 0 w 152"/>
                <a:gd name="T29" fmla="*/ 105 h 720"/>
                <a:gd name="T30" fmla="*/ 121 w 152"/>
                <a:gd name="T31" fmla="*/ 45 h 720"/>
                <a:gd name="T32" fmla="*/ 121 w 152"/>
                <a:gd name="T33" fmla="*/ 45 h 720"/>
                <a:gd name="T34" fmla="*/ 121 w 152"/>
                <a:gd name="T35" fmla="*/ 389 h 720"/>
                <a:gd name="T36" fmla="*/ 121 w 152"/>
                <a:gd name="T37" fmla="*/ 674 h 720"/>
                <a:gd name="T38" fmla="*/ 106 w 152"/>
                <a:gd name="T39" fmla="*/ 689 h 720"/>
                <a:gd name="T40" fmla="*/ 103 w 152"/>
                <a:gd name="T41" fmla="*/ 689 h 720"/>
                <a:gd name="T42" fmla="*/ 94 w 152"/>
                <a:gd name="T43" fmla="*/ 684 h 720"/>
                <a:gd name="T44" fmla="*/ 90 w 152"/>
                <a:gd name="T45" fmla="*/ 673 h 720"/>
                <a:gd name="T46" fmla="*/ 90 w 152"/>
                <a:gd name="T47" fmla="*/ 389 h 720"/>
                <a:gd name="T48" fmla="*/ 90 w 152"/>
                <a:gd name="T49" fmla="*/ 389 h 720"/>
                <a:gd name="T50" fmla="*/ 90 w 152"/>
                <a:gd name="T51" fmla="*/ 389 h 720"/>
                <a:gd name="T52" fmla="*/ 90 w 152"/>
                <a:gd name="T53" fmla="*/ 389 h 720"/>
                <a:gd name="T54" fmla="*/ 86 w 152"/>
                <a:gd name="T55" fmla="*/ 379 h 720"/>
                <a:gd name="T56" fmla="*/ 86 w 152"/>
                <a:gd name="T57" fmla="*/ 379 h 720"/>
                <a:gd name="T58" fmla="*/ 86 w 152"/>
                <a:gd name="T59" fmla="*/ 379 h 720"/>
                <a:gd name="T60" fmla="*/ 80 w 152"/>
                <a:gd name="T61" fmla="*/ 375 h 720"/>
                <a:gd name="T62" fmla="*/ 80 w 152"/>
                <a:gd name="T63" fmla="*/ 375 h 720"/>
                <a:gd name="T64" fmla="*/ 47 w 152"/>
                <a:gd name="T65" fmla="*/ 355 h 720"/>
                <a:gd name="T66" fmla="*/ 34 w 152"/>
                <a:gd name="T67" fmla="*/ 340 h 720"/>
                <a:gd name="T68" fmla="*/ 31 w 152"/>
                <a:gd name="T69" fmla="*/ 327 h 720"/>
                <a:gd name="T70" fmla="*/ 31 w 152"/>
                <a:gd name="T71" fmla="*/ 105 h 720"/>
                <a:gd name="T72" fmla="*/ 52 w 152"/>
                <a:gd name="T73" fmla="*/ 52 h 720"/>
                <a:gd name="T74" fmla="*/ 106 w 152"/>
                <a:gd name="T75" fmla="*/ 29 h 720"/>
                <a:gd name="T76" fmla="*/ 121 w 152"/>
                <a:gd name="T77" fmla="*/ 45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52" h="720">
                  <a:moveTo>
                    <a:pt x="0" y="105"/>
                  </a:moveTo>
                  <a:lnTo>
                    <a:pt x="0" y="105"/>
                  </a:lnTo>
                  <a:cubicBezTo>
                    <a:pt x="0" y="327"/>
                    <a:pt x="0" y="327"/>
                    <a:pt x="0" y="327"/>
                  </a:cubicBezTo>
                  <a:cubicBezTo>
                    <a:pt x="0" y="337"/>
                    <a:pt x="5" y="347"/>
                    <a:pt x="9" y="355"/>
                  </a:cubicBezTo>
                  <a:cubicBezTo>
                    <a:pt x="16" y="366"/>
                    <a:pt x="26" y="378"/>
                    <a:pt x="37" y="385"/>
                  </a:cubicBezTo>
                  <a:cubicBezTo>
                    <a:pt x="44" y="392"/>
                    <a:pt x="52" y="396"/>
                    <a:pt x="61" y="400"/>
                  </a:cubicBezTo>
                  <a:cubicBezTo>
                    <a:pt x="61" y="673"/>
                    <a:pt x="61" y="673"/>
                    <a:pt x="61" y="673"/>
                  </a:cubicBezTo>
                  <a:cubicBezTo>
                    <a:pt x="61" y="684"/>
                    <a:pt x="65" y="694"/>
                    <a:pt x="71" y="702"/>
                  </a:cubicBezTo>
                  <a:cubicBezTo>
                    <a:pt x="78" y="710"/>
                    <a:pt x="87" y="716"/>
                    <a:pt x="99" y="719"/>
                  </a:cubicBezTo>
                  <a:cubicBezTo>
                    <a:pt x="101" y="719"/>
                    <a:pt x="103" y="719"/>
                    <a:pt x="106" y="719"/>
                  </a:cubicBezTo>
                  <a:cubicBezTo>
                    <a:pt x="131" y="719"/>
                    <a:pt x="151" y="699"/>
                    <a:pt x="151" y="674"/>
                  </a:cubicBezTo>
                  <a:cubicBezTo>
                    <a:pt x="151" y="389"/>
                    <a:pt x="151" y="389"/>
                    <a:pt x="151" y="389"/>
                  </a:cubicBezTo>
                  <a:cubicBezTo>
                    <a:pt x="151" y="45"/>
                    <a:pt x="151" y="45"/>
                    <a:pt x="151" y="45"/>
                  </a:cubicBezTo>
                  <a:cubicBezTo>
                    <a:pt x="151" y="20"/>
                    <a:pt x="131" y="0"/>
                    <a:pt x="106" y="0"/>
                  </a:cubicBezTo>
                  <a:cubicBezTo>
                    <a:pt x="48" y="0"/>
                    <a:pt x="0" y="48"/>
                    <a:pt x="0" y="105"/>
                  </a:cubicBezTo>
                  <a:close/>
                  <a:moveTo>
                    <a:pt x="121" y="45"/>
                  </a:moveTo>
                  <a:lnTo>
                    <a:pt x="121" y="45"/>
                  </a:lnTo>
                  <a:cubicBezTo>
                    <a:pt x="121" y="389"/>
                    <a:pt x="121" y="389"/>
                    <a:pt x="121" y="389"/>
                  </a:cubicBezTo>
                  <a:cubicBezTo>
                    <a:pt x="121" y="674"/>
                    <a:pt x="121" y="674"/>
                    <a:pt x="121" y="674"/>
                  </a:cubicBezTo>
                  <a:cubicBezTo>
                    <a:pt x="121" y="682"/>
                    <a:pt x="114" y="689"/>
                    <a:pt x="106" y="689"/>
                  </a:cubicBezTo>
                  <a:cubicBezTo>
                    <a:pt x="103" y="689"/>
                    <a:pt x="103" y="689"/>
                    <a:pt x="103" y="689"/>
                  </a:cubicBezTo>
                  <a:cubicBezTo>
                    <a:pt x="100" y="688"/>
                    <a:pt x="97" y="687"/>
                    <a:pt x="94" y="684"/>
                  </a:cubicBezTo>
                  <a:cubicBezTo>
                    <a:pt x="92" y="681"/>
                    <a:pt x="90" y="677"/>
                    <a:pt x="90" y="673"/>
                  </a:cubicBezTo>
                  <a:cubicBezTo>
                    <a:pt x="90" y="389"/>
                    <a:pt x="90" y="389"/>
                    <a:pt x="90" y="389"/>
                  </a:cubicBezTo>
                  <a:lnTo>
                    <a:pt x="90" y="389"/>
                  </a:lnTo>
                  <a:lnTo>
                    <a:pt x="90" y="389"/>
                  </a:lnTo>
                  <a:lnTo>
                    <a:pt x="90" y="389"/>
                  </a:lnTo>
                  <a:cubicBezTo>
                    <a:pt x="90" y="385"/>
                    <a:pt x="89" y="382"/>
                    <a:pt x="86" y="379"/>
                  </a:cubicBezTo>
                  <a:lnTo>
                    <a:pt x="86" y="379"/>
                  </a:lnTo>
                  <a:lnTo>
                    <a:pt x="86" y="379"/>
                  </a:lnTo>
                  <a:cubicBezTo>
                    <a:pt x="85" y="378"/>
                    <a:pt x="83" y="376"/>
                    <a:pt x="80" y="375"/>
                  </a:cubicBezTo>
                  <a:lnTo>
                    <a:pt x="80" y="375"/>
                  </a:lnTo>
                  <a:cubicBezTo>
                    <a:pt x="69" y="372"/>
                    <a:pt x="56" y="364"/>
                    <a:pt x="47" y="355"/>
                  </a:cubicBezTo>
                  <a:cubicBezTo>
                    <a:pt x="41" y="350"/>
                    <a:pt x="37" y="345"/>
                    <a:pt x="34" y="340"/>
                  </a:cubicBezTo>
                  <a:cubicBezTo>
                    <a:pt x="33" y="336"/>
                    <a:pt x="31" y="331"/>
                    <a:pt x="31" y="327"/>
                  </a:cubicBezTo>
                  <a:cubicBezTo>
                    <a:pt x="31" y="105"/>
                    <a:pt x="31" y="105"/>
                    <a:pt x="31" y="105"/>
                  </a:cubicBezTo>
                  <a:cubicBezTo>
                    <a:pt x="31" y="84"/>
                    <a:pt x="40" y="66"/>
                    <a:pt x="52" y="52"/>
                  </a:cubicBezTo>
                  <a:cubicBezTo>
                    <a:pt x="66" y="38"/>
                    <a:pt x="85" y="29"/>
                    <a:pt x="106" y="29"/>
                  </a:cubicBezTo>
                  <a:cubicBezTo>
                    <a:pt x="114" y="29"/>
                    <a:pt x="121" y="37"/>
                    <a:pt x="121" y="4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199" name="Group 202">
            <a:extLst>
              <a:ext uri="{FF2B5EF4-FFF2-40B4-BE49-F238E27FC236}">
                <a16:creationId xmlns:a16="http://schemas.microsoft.com/office/drawing/2014/main" id="{F918DB36-779E-AE87-4913-F7736C8722F8}"/>
              </a:ext>
            </a:extLst>
          </p:cNvPr>
          <p:cNvGrpSpPr/>
          <p:nvPr/>
        </p:nvGrpSpPr>
        <p:grpSpPr>
          <a:xfrm>
            <a:off x="7257653" y="2351758"/>
            <a:ext cx="255587" cy="257175"/>
            <a:chOff x="6221413" y="4148138"/>
            <a:chExt cx="255587" cy="257175"/>
          </a:xfrm>
          <a:solidFill>
            <a:schemeClr val="accent4"/>
          </a:solidFill>
        </p:grpSpPr>
        <p:sp>
          <p:nvSpPr>
            <p:cNvPr id="200" name="Freeform 164">
              <a:extLst>
                <a:ext uri="{FF2B5EF4-FFF2-40B4-BE49-F238E27FC236}">
                  <a16:creationId xmlns:a16="http://schemas.microsoft.com/office/drawing/2014/main" id="{6C8A390B-B56A-61A5-484B-139376BF78F0}"/>
                </a:ext>
              </a:extLst>
            </p:cNvPr>
            <p:cNvSpPr>
              <a:spLocks noChangeArrowheads="1"/>
            </p:cNvSpPr>
            <p:nvPr/>
          </p:nvSpPr>
          <p:spPr bwMode="auto">
            <a:xfrm>
              <a:off x="6221413" y="4148138"/>
              <a:ext cx="254000" cy="104775"/>
            </a:xfrm>
            <a:custGeom>
              <a:avLst/>
              <a:gdLst>
                <a:gd name="T0" fmla="*/ 73 w 706"/>
                <a:gd name="T1" fmla="*/ 281 h 293"/>
                <a:gd name="T2" fmla="*/ 128 w 706"/>
                <a:gd name="T3" fmla="*/ 292 h 293"/>
                <a:gd name="T4" fmla="*/ 128 w 706"/>
                <a:gd name="T5" fmla="*/ 292 h 293"/>
                <a:gd name="T6" fmla="*/ 131 w 706"/>
                <a:gd name="T7" fmla="*/ 292 h 293"/>
                <a:gd name="T8" fmla="*/ 195 w 706"/>
                <a:gd name="T9" fmla="*/ 280 h 293"/>
                <a:gd name="T10" fmla="*/ 508 w 706"/>
                <a:gd name="T11" fmla="*/ 280 h 293"/>
                <a:gd name="T12" fmla="*/ 573 w 706"/>
                <a:gd name="T13" fmla="*/ 292 h 293"/>
                <a:gd name="T14" fmla="*/ 576 w 706"/>
                <a:gd name="T15" fmla="*/ 292 h 293"/>
                <a:gd name="T16" fmla="*/ 675 w 706"/>
                <a:gd name="T17" fmla="*/ 248 h 293"/>
                <a:gd name="T18" fmla="*/ 678 w 706"/>
                <a:gd name="T19" fmla="*/ 245 h 293"/>
                <a:gd name="T20" fmla="*/ 692 w 706"/>
                <a:gd name="T21" fmla="*/ 226 h 293"/>
                <a:gd name="T22" fmla="*/ 705 w 706"/>
                <a:gd name="T23" fmla="*/ 184 h 293"/>
                <a:gd name="T24" fmla="*/ 705 w 706"/>
                <a:gd name="T25" fmla="*/ 180 h 293"/>
                <a:gd name="T26" fmla="*/ 605 w 706"/>
                <a:gd name="T27" fmla="*/ 50 h 293"/>
                <a:gd name="T28" fmla="*/ 352 w 706"/>
                <a:gd name="T29" fmla="*/ 0 h 293"/>
                <a:gd name="T30" fmla="*/ 100 w 706"/>
                <a:gd name="T31" fmla="*/ 50 h 293"/>
                <a:gd name="T32" fmla="*/ 0 w 706"/>
                <a:gd name="T33" fmla="*/ 180 h 293"/>
                <a:gd name="T34" fmla="*/ 0 w 706"/>
                <a:gd name="T35" fmla="*/ 180 h 293"/>
                <a:gd name="T36" fmla="*/ 0 w 706"/>
                <a:gd name="T37" fmla="*/ 187 h 293"/>
                <a:gd name="T38" fmla="*/ 0 w 706"/>
                <a:gd name="T39" fmla="*/ 187 h 293"/>
                <a:gd name="T40" fmla="*/ 0 w 706"/>
                <a:gd name="T41" fmla="*/ 187 h 293"/>
                <a:gd name="T42" fmla="*/ 23 w 706"/>
                <a:gd name="T43" fmla="*/ 242 h 293"/>
                <a:gd name="T44" fmla="*/ 28 w 706"/>
                <a:gd name="T45" fmla="*/ 248 h 293"/>
                <a:gd name="T46" fmla="*/ 73 w 706"/>
                <a:gd name="T47" fmla="*/ 281 h 293"/>
                <a:gd name="T48" fmla="*/ 30 w 706"/>
                <a:gd name="T49" fmla="*/ 184 h 293"/>
                <a:gd name="T50" fmla="*/ 30 w 706"/>
                <a:gd name="T51" fmla="*/ 184 h 293"/>
                <a:gd name="T52" fmla="*/ 30 w 706"/>
                <a:gd name="T53" fmla="*/ 180 h 293"/>
                <a:gd name="T54" fmla="*/ 30 w 706"/>
                <a:gd name="T55" fmla="*/ 179 h 293"/>
                <a:gd name="T56" fmla="*/ 205 w 706"/>
                <a:gd name="T57" fmla="*/ 48 h 293"/>
                <a:gd name="T58" fmla="*/ 221 w 706"/>
                <a:gd name="T59" fmla="*/ 176 h 293"/>
                <a:gd name="T60" fmla="*/ 235 w 706"/>
                <a:gd name="T61" fmla="*/ 41 h 293"/>
                <a:gd name="T62" fmla="*/ 324 w 706"/>
                <a:gd name="T63" fmla="*/ 162 h 293"/>
                <a:gd name="T64" fmla="*/ 355 w 706"/>
                <a:gd name="T65" fmla="*/ 162 h 293"/>
                <a:gd name="T66" fmla="*/ 445 w 706"/>
                <a:gd name="T67" fmla="*/ 37 h 293"/>
                <a:gd name="T68" fmla="*/ 459 w 706"/>
                <a:gd name="T69" fmla="*/ 176 h 293"/>
                <a:gd name="T70" fmla="*/ 475 w 706"/>
                <a:gd name="T71" fmla="*/ 43 h 293"/>
                <a:gd name="T72" fmla="*/ 674 w 706"/>
                <a:gd name="T73" fmla="*/ 179 h 293"/>
                <a:gd name="T74" fmla="*/ 674 w 706"/>
                <a:gd name="T75" fmla="*/ 180 h 293"/>
                <a:gd name="T76" fmla="*/ 674 w 706"/>
                <a:gd name="T77" fmla="*/ 184 h 293"/>
                <a:gd name="T78" fmla="*/ 674 w 706"/>
                <a:gd name="T79" fmla="*/ 184 h 293"/>
                <a:gd name="T80" fmla="*/ 667 w 706"/>
                <a:gd name="T81" fmla="*/ 210 h 293"/>
                <a:gd name="T82" fmla="*/ 656 w 706"/>
                <a:gd name="T83" fmla="*/ 225 h 293"/>
                <a:gd name="T84" fmla="*/ 653 w 706"/>
                <a:gd name="T85" fmla="*/ 229 h 293"/>
                <a:gd name="T86" fmla="*/ 576 w 706"/>
                <a:gd name="T87" fmla="*/ 262 h 293"/>
                <a:gd name="T88" fmla="*/ 573 w 706"/>
                <a:gd name="T89" fmla="*/ 262 h 293"/>
                <a:gd name="T90" fmla="*/ 520 w 706"/>
                <a:gd name="T91" fmla="*/ 252 h 293"/>
                <a:gd name="T92" fmla="*/ 352 w 706"/>
                <a:gd name="T93" fmla="*/ 219 h 293"/>
                <a:gd name="T94" fmla="*/ 184 w 706"/>
                <a:gd name="T95" fmla="*/ 252 h 293"/>
                <a:gd name="T96" fmla="*/ 128 w 706"/>
                <a:gd name="T97" fmla="*/ 262 h 293"/>
                <a:gd name="T98" fmla="*/ 84 w 706"/>
                <a:gd name="T99" fmla="*/ 255 h 293"/>
                <a:gd name="T100" fmla="*/ 51 w 706"/>
                <a:gd name="T101" fmla="*/ 229 h 293"/>
                <a:gd name="T102" fmla="*/ 45 w 706"/>
                <a:gd name="T103" fmla="*/ 222 h 293"/>
                <a:gd name="T104" fmla="*/ 30 w 706"/>
                <a:gd name="T105" fmla="*/ 184 h 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706" h="293">
                  <a:moveTo>
                    <a:pt x="73" y="281"/>
                  </a:moveTo>
                  <a:lnTo>
                    <a:pt x="73" y="281"/>
                  </a:lnTo>
                  <a:cubicBezTo>
                    <a:pt x="90" y="288"/>
                    <a:pt x="110" y="292"/>
                    <a:pt x="128" y="292"/>
                  </a:cubicBezTo>
                  <a:lnTo>
                    <a:pt x="128" y="292"/>
                  </a:lnTo>
                  <a:lnTo>
                    <a:pt x="128" y="292"/>
                  </a:lnTo>
                  <a:lnTo>
                    <a:pt x="128" y="292"/>
                  </a:lnTo>
                  <a:lnTo>
                    <a:pt x="128" y="292"/>
                  </a:lnTo>
                  <a:cubicBezTo>
                    <a:pt x="131" y="292"/>
                    <a:pt x="131" y="292"/>
                    <a:pt x="131" y="292"/>
                  </a:cubicBezTo>
                  <a:cubicBezTo>
                    <a:pt x="153" y="292"/>
                    <a:pt x="174" y="288"/>
                    <a:pt x="195" y="280"/>
                  </a:cubicBezTo>
                  <a:lnTo>
                    <a:pt x="195" y="280"/>
                  </a:lnTo>
                  <a:cubicBezTo>
                    <a:pt x="246" y="259"/>
                    <a:pt x="299" y="249"/>
                    <a:pt x="352" y="249"/>
                  </a:cubicBezTo>
                  <a:cubicBezTo>
                    <a:pt x="406" y="249"/>
                    <a:pt x="459" y="259"/>
                    <a:pt x="508" y="280"/>
                  </a:cubicBezTo>
                  <a:cubicBezTo>
                    <a:pt x="510" y="280"/>
                    <a:pt x="510" y="280"/>
                    <a:pt x="510" y="280"/>
                  </a:cubicBezTo>
                  <a:cubicBezTo>
                    <a:pt x="529" y="288"/>
                    <a:pt x="552" y="292"/>
                    <a:pt x="573" y="292"/>
                  </a:cubicBezTo>
                  <a:cubicBezTo>
                    <a:pt x="576" y="292"/>
                    <a:pt x="576" y="292"/>
                    <a:pt x="576" y="292"/>
                  </a:cubicBezTo>
                  <a:lnTo>
                    <a:pt x="576" y="292"/>
                  </a:lnTo>
                  <a:cubicBezTo>
                    <a:pt x="595" y="292"/>
                    <a:pt x="614" y="288"/>
                    <a:pt x="630" y="281"/>
                  </a:cubicBezTo>
                  <a:cubicBezTo>
                    <a:pt x="649" y="274"/>
                    <a:pt x="664" y="263"/>
                    <a:pt x="675" y="248"/>
                  </a:cubicBezTo>
                  <a:cubicBezTo>
                    <a:pt x="677" y="248"/>
                    <a:pt x="677" y="248"/>
                    <a:pt x="677" y="248"/>
                  </a:cubicBezTo>
                  <a:cubicBezTo>
                    <a:pt x="678" y="246"/>
                    <a:pt x="678" y="246"/>
                    <a:pt x="678" y="245"/>
                  </a:cubicBezTo>
                  <a:cubicBezTo>
                    <a:pt x="678" y="245"/>
                    <a:pt x="681" y="243"/>
                    <a:pt x="682" y="241"/>
                  </a:cubicBezTo>
                  <a:cubicBezTo>
                    <a:pt x="685" y="238"/>
                    <a:pt x="688" y="233"/>
                    <a:pt x="692" y="226"/>
                  </a:cubicBezTo>
                  <a:cubicBezTo>
                    <a:pt x="699" y="214"/>
                    <a:pt x="704" y="201"/>
                    <a:pt x="705" y="187"/>
                  </a:cubicBezTo>
                  <a:cubicBezTo>
                    <a:pt x="705" y="184"/>
                    <a:pt x="705" y="184"/>
                    <a:pt x="705" y="184"/>
                  </a:cubicBezTo>
                  <a:cubicBezTo>
                    <a:pt x="705" y="183"/>
                    <a:pt x="705" y="182"/>
                    <a:pt x="705" y="180"/>
                  </a:cubicBezTo>
                  <a:lnTo>
                    <a:pt x="705" y="180"/>
                  </a:lnTo>
                  <a:cubicBezTo>
                    <a:pt x="705" y="179"/>
                    <a:pt x="705" y="179"/>
                    <a:pt x="705" y="179"/>
                  </a:cubicBezTo>
                  <a:cubicBezTo>
                    <a:pt x="705" y="130"/>
                    <a:pt x="670" y="76"/>
                    <a:pt x="605" y="50"/>
                  </a:cubicBezTo>
                  <a:cubicBezTo>
                    <a:pt x="524" y="17"/>
                    <a:pt x="438" y="0"/>
                    <a:pt x="352" y="0"/>
                  </a:cubicBezTo>
                  <a:lnTo>
                    <a:pt x="352" y="0"/>
                  </a:lnTo>
                  <a:cubicBezTo>
                    <a:pt x="351" y="0"/>
                    <a:pt x="351" y="0"/>
                    <a:pt x="351" y="0"/>
                  </a:cubicBezTo>
                  <a:cubicBezTo>
                    <a:pt x="265" y="0"/>
                    <a:pt x="180" y="17"/>
                    <a:pt x="100" y="50"/>
                  </a:cubicBezTo>
                  <a:cubicBezTo>
                    <a:pt x="34" y="76"/>
                    <a:pt x="0" y="130"/>
                    <a:pt x="0" y="179"/>
                  </a:cubicBezTo>
                  <a:cubicBezTo>
                    <a:pt x="0" y="180"/>
                    <a:pt x="0" y="180"/>
                    <a:pt x="0" y="180"/>
                  </a:cubicBezTo>
                  <a:lnTo>
                    <a:pt x="0" y="180"/>
                  </a:lnTo>
                  <a:lnTo>
                    <a:pt x="0" y="180"/>
                  </a:lnTo>
                  <a:cubicBezTo>
                    <a:pt x="0" y="182"/>
                    <a:pt x="0" y="183"/>
                    <a:pt x="0" y="184"/>
                  </a:cubicBezTo>
                  <a:cubicBezTo>
                    <a:pt x="0" y="186"/>
                    <a:pt x="0" y="186"/>
                    <a:pt x="0" y="187"/>
                  </a:cubicBezTo>
                  <a:lnTo>
                    <a:pt x="0" y="187"/>
                  </a:lnTo>
                  <a:lnTo>
                    <a:pt x="0" y="187"/>
                  </a:lnTo>
                  <a:lnTo>
                    <a:pt x="0" y="187"/>
                  </a:lnTo>
                  <a:lnTo>
                    <a:pt x="0" y="187"/>
                  </a:lnTo>
                  <a:cubicBezTo>
                    <a:pt x="1" y="201"/>
                    <a:pt x="4" y="214"/>
                    <a:pt x="11" y="226"/>
                  </a:cubicBezTo>
                  <a:cubicBezTo>
                    <a:pt x="18" y="235"/>
                    <a:pt x="21" y="239"/>
                    <a:pt x="23" y="242"/>
                  </a:cubicBezTo>
                  <a:cubicBezTo>
                    <a:pt x="24" y="243"/>
                    <a:pt x="25" y="245"/>
                    <a:pt x="25" y="245"/>
                  </a:cubicBezTo>
                  <a:cubicBezTo>
                    <a:pt x="27" y="246"/>
                    <a:pt x="27" y="246"/>
                    <a:pt x="28" y="248"/>
                  </a:cubicBezTo>
                  <a:lnTo>
                    <a:pt x="28" y="248"/>
                  </a:lnTo>
                  <a:cubicBezTo>
                    <a:pt x="41" y="263"/>
                    <a:pt x="56" y="274"/>
                    <a:pt x="73" y="281"/>
                  </a:cubicBezTo>
                  <a:close/>
                  <a:moveTo>
                    <a:pt x="30" y="184"/>
                  </a:moveTo>
                  <a:lnTo>
                    <a:pt x="30" y="184"/>
                  </a:lnTo>
                  <a:lnTo>
                    <a:pt x="30" y="184"/>
                  </a:lnTo>
                  <a:lnTo>
                    <a:pt x="30" y="184"/>
                  </a:lnTo>
                  <a:cubicBezTo>
                    <a:pt x="30" y="184"/>
                    <a:pt x="30" y="183"/>
                    <a:pt x="30" y="180"/>
                  </a:cubicBezTo>
                  <a:lnTo>
                    <a:pt x="30" y="180"/>
                  </a:lnTo>
                  <a:lnTo>
                    <a:pt x="30" y="180"/>
                  </a:lnTo>
                  <a:cubicBezTo>
                    <a:pt x="30" y="179"/>
                    <a:pt x="30" y="179"/>
                    <a:pt x="30" y="179"/>
                  </a:cubicBezTo>
                  <a:cubicBezTo>
                    <a:pt x="30" y="144"/>
                    <a:pt x="55" y="100"/>
                    <a:pt x="111" y="78"/>
                  </a:cubicBezTo>
                  <a:cubicBezTo>
                    <a:pt x="142" y="65"/>
                    <a:pt x="173" y="55"/>
                    <a:pt x="205" y="48"/>
                  </a:cubicBezTo>
                  <a:cubicBezTo>
                    <a:pt x="205" y="162"/>
                    <a:pt x="205" y="162"/>
                    <a:pt x="205" y="162"/>
                  </a:cubicBezTo>
                  <a:cubicBezTo>
                    <a:pt x="205" y="170"/>
                    <a:pt x="212" y="176"/>
                    <a:pt x="221" y="176"/>
                  </a:cubicBezTo>
                  <a:cubicBezTo>
                    <a:pt x="229" y="176"/>
                    <a:pt x="235" y="170"/>
                    <a:pt x="235" y="162"/>
                  </a:cubicBezTo>
                  <a:cubicBezTo>
                    <a:pt x="235" y="41"/>
                    <a:pt x="235" y="41"/>
                    <a:pt x="235" y="41"/>
                  </a:cubicBezTo>
                  <a:cubicBezTo>
                    <a:pt x="265" y="36"/>
                    <a:pt x="295" y="33"/>
                    <a:pt x="324" y="31"/>
                  </a:cubicBezTo>
                  <a:cubicBezTo>
                    <a:pt x="324" y="162"/>
                    <a:pt x="324" y="162"/>
                    <a:pt x="324" y="162"/>
                  </a:cubicBezTo>
                  <a:cubicBezTo>
                    <a:pt x="324" y="170"/>
                    <a:pt x="331" y="176"/>
                    <a:pt x="340" y="176"/>
                  </a:cubicBezTo>
                  <a:cubicBezTo>
                    <a:pt x="348" y="176"/>
                    <a:pt x="355" y="170"/>
                    <a:pt x="355" y="162"/>
                  </a:cubicBezTo>
                  <a:cubicBezTo>
                    <a:pt x="355" y="30"/>
                    <a:pt x="355" y="30"/>
                    <a:pt x="355" y="30"/>
                  </a:cubicBezTo>
                  <a:cubicBezTo>
                    <a:pt x="385" y="31"/>
                    <a:pt x="416" y="33"/>
                    <a:pt x="445" y="37"/>
                  </a:cubicBezTo>
                  <a:cubicBezTo>
                    <a:pt x="445" y="162"/>
                    <a:pt x="445" y="162"/>
                    <a:pt x="445" y="162"/>
                  </a:cubicBezTo>
                  <a:cubicBezTo>
                    <a:pt x="445" y="170"/>
                    <a:pt x="452" y="176"/>
                    <a:pt x="459" y="176"/>
                  </a:cubicBezTo>
                  <a:cubicBezTo>
                    <a:pt x="468" y="176"/>
                    <a:pt x="475" y="170"/>
                    <a:pt x="475" y="162"/>
                  </a:cubicBezTo>
                  <a:cubicBezTo>
                    <a:pt x="475" y="43"/>
                    <a:pt x="475" y="43"/>
                    <a:pt x="475" y="43"/>
                  </a:cubicBezTo>
                  <a:cubicBezTo>
                    <a:pt x="515" y="50"/>
                    <a:pt x="555" y="62"/>
                    <a:pt x="594" y="78"/>
                  </a:cubicBezTo>
                  <a:cubicBezTo>
                    <a:pt x="649" y="100"/>
                    <a:pt x="674" y="144"/>
                    <a:pt x="674" y="179"/>
                  </a:cubicBezTo>
                  <a:cubicBezTo>
                    <a:pt x="674" y="180"/>
                    <a:pt x="674" y="180"/>
                    <a:pt x="674" y="180"/>
                  </a:cubicBezTo>
                  <a:lnTo>
                    <a:pt x="674" y="180"/>
                  </a:lnTo>
                  <a:lnTo>
                    <a:pt x="674" y="180"/>
                  </a:lnTo>
                  <a:cubicBezTo>
                    <a:pt x="674" y="183"/>
                    <a:pt x="674" y="184"/>
                    <a:pt x="674" y="184"/>
                  </a:cubicBezTo>
                  <a:lnTo>
                    <a:pt x="674" y="184"/>
                  </a:lnTo>
                  <a:lnTo>
                    <a:pt x="674" y="184"/>
                  </a:lnTo>
                  <a:lnTo>
                    <a:pt x="674" y="184"/>
                  </a:lnTo>
                  <a:cubicBezTo>
                    <a:pt x="674" y="194"/>
                    <a:pt x="671" y="203"/>
                    <a:pt x="667" y="210"/>
                  </a:cubicBezTo>
                  <a:cubicBezTo>
                    <a:pt x="661" y="219"/>
                    <a:pt x="659" y="222"/>
                    <a:pt x="657" y="224"/>
                  </a:cubicBezTo>
                  <a:cubicBezTo>
                    <a:pt x="656" y="225"/>
                    <a:pt x="656" y="225"/>
                    <a:pt x="656" y="225"/>
                  </a:cubicBezTo>
                  <a:cubicBezTo>
                    <a:pt x="656" y="226"/>
                    <a:pt x="654" y="228"/>
                    <a:pt x="653" y="229"/>
                  </a:cubicBezTo>
                  <a:lnTo>
                    <a:pt x="653" y="229"/>
                  </a:lnTo>
                  <a:cubicBezTo>
                    <a:pt x="645" y="241"/>
                    <a:pt x="632" y="249"/>
                    <a:pt x="619" y="255"/>
                  </a:cubicBezTo>
                  <a:cubicBezTo>
                    <a:pt x="607" y="259"/>
                    <a:pt x="591" y="262"/>
                    <a:pt x="576" y="262"/>
                  </a:cubicBezTo>
                  <a:lnTo>
                    <a:pt x="576" y="262"/>
                  </a:lnTo>
                  <a:cubicBezTo>
                    <a:pt x="573" y="262"/>
                    <a:pt x="573" y="262"/>
                    <a:pt x="573" y="262"/>
                  </a:cubicBezTo>
                  <a:cubicBezTo>
                    <a:pt x="555" y="262"/>
                    <a:pt x="536" y="259"/>
                    <a:pt x="520" y="252"/>
                  </a:cubicBezTo>
                  <a:lnTo>
                    <a:pt x="520" y="252"/>
                  </a:lnTo>
                  <a:cubicBezTo>
                    <a:pt x="466" y="231"/>
                    <a:pt x="409" y="219"/>
                    <a:pt x="352" y="219"/>
                  </a:cubicBezTo>
                  <a:lnTo>
                    <a:pt x="352" y="219"/>
                  </a:lnTo>
                  <a:cubicBezTo>
                    <a:pt x="295" y="219"/>
                    <a:pt x="237" y="231"/>
                    <a:pt x="184" y="252"/>
                  </a:cubicBezTo>
                  <a:lnTo>
                    <a:pt x="184" y="252"/>
                  </a:lnTo>
                  <a:cubicBezTo>
                    <a:pt x="167" y="259"/>
                    <a:pt x="149" y="262"/>
                    <a:pt x="131" y="262"/>
                  </a:cubicBezTo>
                  <a:cubicBezTo>
                    <a:pt x="128" y="262"/>
                    <a:pt x="128" y="262"/>
                    <a:pt x="128" y="262"/>
                  </a:cubicBezTo>
                  <a:lnTo>
                    <a:pt x="128" y="262"/>
                  </a:lnTo>
                  <a:cubicBezTo>
                    <a:pt x="112" y="262"/>
                    <a:pt x="98" y="259"/>
                    <a:pt x="84" y="255"/>
                  </a:cubicBezTo>
                  <a:cubicBezTo>
                    <a:pt x="72" y="249"/>
                    <a:pt x="60" y="241"/>
                    <a:pt x="51" y="229"/>
                  </a:cubicBezTo>
                  <a:lnTo>
                    <a:pt x="51" y="229"/>
                  </a:lnTo>
                  <a:cubicBezTo>
                    <a:pt x="51" y="228"/>
                    <a:pt x="49" y="226"/>
                    <a:pt x="48" y="225"/>
                  </a:cubicBezTo>
                  <a:cubicBezTo>
                    <a:pt x="46" y="224"/>
                    <a:pt x="46" y="224"/>
                    <a:pt x="45" y="222"/>
                  </a:cubicBezTo>
                  <a:cubicBezTo>
                    <a:pt x="44" y="221"/>
                    <a:pt x="41" y="217"/>
                    <a:pt x="37" y="210"/>
                  </a:cubicBezTo>
                  <a:cubicBezTo>
                    <a:pt x="32" y="203"/>
                    <a:pt x="31" y="194"/>
                    <a:pt x="30" y="18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1" name="Freeform 165">
              <a:extLst>
                <a:ext uri="{FF2B5EF4-FFF2-40B4-BE49-F238E27FC236}">
                  <a16:creationId xmlns:a16="http://schemas.microsoft.com/office/drawing/2014/main" id="{E8014DAC-C573-AA29-C6DD-9E82FB85B530}"/>
                </a:ext>
              </a:extLst>
            </p:cNvPr>
            <p:cNvSpPr>
              <a:spLocks noChangeArrowheads="1"/>
            </p:cNvSpPr>
            <p:nvPr/>
          </p:nvSpPr>
          <p:spPr bwMode="auto">
            <a:xfrm>
              <a:off x="6475413" y="421640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2" name="Freeform 166">
              <a:extLst>
                <a:ext uri="{FF2B5EF4-FFF2-40B4-BE49-F238E27FC236}">
                  <a16:creationId xmlns:a16="http://schemas.microsoft.com/office/drawing/2014/main" id="{98A2A5D9-A68D-F389-B5CA-5A44C0FCB72F}"/>
                </a:ext>
              </a:extLst>
            </p:cNvPr>
            <p:cNvSpPr>
              <a:spLocks noChangeArrowheads="1"/>
            </p:cNvSpPr>
            <p:nvPr/>
          </p:nvSpPr>
          <p:spPr bwMode="auto">
            <a:xfrm>
              <a:off x="6305550" y="4244975"/>
              <a:ext cx="76200" cy="65088"/>
            </a:xfrm>
            <a:custGeom>
              <a:avLst/>
              <a:gdLst>
                <a:gd name="T0" fmla="*/ 210 w 211"/>
                <a:gd name="T1" fmla="*/ 135 h 180"/>
                <a:gd name="T2" fmla="*/ 210 w 211"/>
                <a:gd name="T3" fmla="*/ 135 h 180"/>
                <a:gd name="T4" fmla="*/ 210 w 211"/>
                <a:gd name="T5" fmla="*/ 15 h 180"/>
                <a:gd name="T6" fmla="*/ 195 w 211"/>
                <a:gd name="T7" fmla="*/ 0 h 180"/>
                <a:gd name="T8" fmla="*/ 179 w 211"/>
                <a:gd name="T9" fmla="*/ 15 h 180"/>
                <a:gd name="T10" fmla="*/ 179 w 211"/>
                <a:gd name="T11" fmla="*/ 135 h 180"/>
                <a:gd name="T12" fmla="*/ 165 w 211"/>
                <a:gd name="T13" fmla="*/ 150 h 180"/>
                <a:gd name="T14" fmla="*/ 105 w 211"/>
                <a:gd name="T15" fmla="*/ 150 h 180"/>
                <a:gd name="T16" fmla="*/ 44 w 211"/>
                <a:gd name="T17" fmla="*/ 150 h 180"/>
                <a:gd name="T18" fmla="*/ 30 w 211"/>
                <a:gd name="T19" fmla="*/ 135 h 180"/>
                <a:gd name="T20" fmla="*/ 30 w 211"/>
                <a:gd name="T21" fmla="*/ 15 h 180"/>
                <a:gd name="T22" fmla="*/ 15 w 211"/>
                <a:gd name="T23" fmla="*/ 0 h 180"/>
                <a:gd name="T24" fmla="*/ 0 w 211"/>
                <a:gd name="T25" fmla="*/ 15 h 180"/>
                <a:gd name="T26" fmla="*/ 0 w 211"/>
                <a:gd name="T27" fmla="*/ 135 h 180"/>
                <a:gd name="T28" fmla="*/ 44 w 211"/>
                <a:gd name="T29" fmla="*/ 179 h 180"/>
                <a:gd name="T30" fmla="*/ 165 w 211"/>
                <a:gd name="T31" fmla="*/ 179 h 180"/>
                <a:gd name="T32" fmla="*/ 210 w 211"/>
                <a:gd name="T33" fmla="*/ 13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211" h="180">
                  <a:moveTo>
                    <a:pt x="210" y="135"/>
                  </a:moveTo>
                  <a:lnTo>
                    <a:pt x="210" y="135"/>
                  </a:lnTo>
                  <a:cubicBezTo>
                    <a:pt x="210" y="15"/>
                    <a:pt x="210" y="15"/>
                    <a:pt x="210" y="15"/>
                  </a:cubicBezTo>
                  <a:cubicBezTo>
                    <a:pt x="210" y="7"/>
                    <a:pt x="203" y="0"/>
                    <a:pt x="195" y="0"/>
                  </a:cubicBezTo>
                  <a:cubicBezTo>
                    <a:pt x="186" y="0"/>
                    <a:pt x="179" y="7"/>
                    <a:pt x="179" y="15"/>
                  </a:cubicBezTo>
                  <a:cubicBezTo>
                    <a:pt x="179" y="135"/>
                    <a:pt x="179" y="135"/>
                    <a:pt x="179" y="135"/>
                  </a:cubicBezTo>
                  <a:cubicBezTo>
                    <a:pt x="179" y="143"/>
                    <a:pt x="174" y="150"/>
                    <a:pt x="165" y="150"/>
                  </a:cubicBezTo>
                  <a:cubicBezTo>
                    <a:pt x="105" y="150"/>
                    <a:pt x="105" y="150"/>
                    <a:pt x="105" y="150"/>
                  </a:cubicBezTo>
                  <a:cubicBezTo>
                    <a:pt x="44" y="150"/>
                    <a:pt x="44" y="150"/>
                    <a:pt x="44" y="150"/>
                  </a:cubicBezTo>
                  <a:cubicBezTo>
                    <a:pt x="37" y="150"/>
                    <a:pt x="30" y="143"/>
                    <a:pt x="30" y="135"/>
                  </a:cubicBezTo>
                  <a:cubicBezTo>
                    <a:pt x="30" y="15"/>
                    <a:pt x="30" y="15"/>
                    <a:pt x="30" y="15"/>
                  </a:cubicBezTo>
                  <a:cubicBezTo>
                    <a:pt x="30" y="7"/>
                    <a:pt x="23" y="0"/>
                    <a:pt x="15" y="0"/>
                  </a:cubicBezTo>
                  <a:cubicBezTo>
                    <a:pt x="7" y="0"/>
                    <a:pt x="0" y="7"/>
                    <a:pt x="0" y="15"/>
                  </a:cubicBezTo>
                  <a:cubicBezTo>
                    <a:pt x="0" y="135"/>
                    <a:pt x="0" y="135"/>
                    <a:pt x="0" y="135"/>
                  </a:cubicBezTo>
                  <a:cubicBezTo>
                    <a:pt x="0" y="160"/>
                    <a:pt x="21" y="179"/>
                    <a:pt x="44" y="179"/>
                  </a:cubicBezTo>
                  <a:cubicBezTo>
                    <a:pt x="165" y="179"/>
                    <a:pt x="165" y="179"/>
                    <a:pt x="165" y="179"/>
                  </a:cubicBezTo>
                  <a:cubicBezTo>
                    <a:pt x="189" y="179"/>
                    <a:pt x="210" y="160"/>
                    <a:pt x="210"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3" name="Freeform 167">
              <a:extLst>
                <a:ext uri="{FF2B5EF4-FFF2-40B4-BE49-F238E27FC236}">
                  <a16:creationId xmlns:a16="http://schemas.microsoft.com/office/drawing/2014/main" id="{D14B99A9-087D-8731-8E9C-31EC75C14201}"/>
                </a:ext>
              </a:extLst>
            </p:cNvPr>
            <p:cNvSpPr>
              <a:spLocks noChangeArrowheads="1"/>
            </p:cNvSpPr>
            <p:nvPr/>
          </p:nvSpPr>
          <p:spPr bwMode="auto">
            <a:xfrm>
              <a:off x="6337300" y="4308475"/>
              <a:ext cx="11113" cy="96838"/>
            </a:xfrm>
            <a:custGeom>
              <a:avLst/>
              <a:gdLst>
                <a:gd name="T0" fmla="*/ 0 w 32"/>
                <a:gd name="T1" fmla="*/ 16 h 271"/>
                <a:gd name="T2" fmla="*/ 0 w 32"/>
                <a:gd name="T3" fmla="*/ 16 h 271"/>
                <a:gd name="T4" fmla="*/ 0 w 32"/>
                <a:gd name="T5" fmla="*/ 256 h 271"/>
                <a:gd name="T6" fmla="*/ 16 w 32"/>
                <a:gd name="T7" fmla="*/ 270 h 271"/>
                <a:gd name="T8" fmla="*/ 31 w 32"/>
                <a:gd name="T9" fmla="*/ 256 h 271"/>
                <a:gd name="T10" fmla="*/ 31 w 32"/>
                <a:gd name="T11" fmla="*/ 16 h 271"/>
                <a:gd name="T12" fmla="*/ 16 w 32"/>
                <a:gd name="T13" fmla="*/ 0 h 271"/>
                <a:gd name="T14" fmla="*/ 0 w 32"/>
                <a:gd name="T15" fmla="*/ 16 h 27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71">
                  <a:moveTo>
                    <a:pt x="0" y="16"/>
                  </a:moveTo>
                  <a:lnTo>
                    <a:pt x="0" y="16"/>
                  </a:lnTo>
                  <a:cubicBezTo>
                    <a:pt x="0" y="256"/>
                    <a:pt x="0" y="256"/>
                    <a:pt x="0" y="256"/>
                  </a:cubicBezTo>
                  <a:cubicBezTo>
                    <a:pt x="0" y="264"/>
                    <a:pt x="7" y="270"/>
                    <a:pt x="16" y="270"/>
                  </a:cubicBezTo>
                  <a:cubicBezTo>
                    <a:pt x="24" y="270"/>
                    <a:pt x="31" y="264"/>
                    <a:pt x="31" y="256"/>
                  </a:cubicBezTo>
                  <a:cubicBezTo>
                    <a:pt x="31" y="16"/>
                    <a:pt x="31" y="16"/>
                    <a:pt x="31" y="16"/>
                  </a:cubicBezTo>
                  <a:cubicBezTo>
                    <a:pt x="31" y="7"/>
                    <a:pt x="24" y="0"/>
                    <a:pt x="16"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4" name="Freeform 168">
              <a:extLst>
                <a:ext uri="{FF2B5EF4-FFF2-40B4-BE49-F238E27FC236}">
                  <a16:creationId xmlns:a16="http://schemas.microsoft.com/office/drawing/2014/main" id="{3B08074C-8D9F-C22B-B80E-5417CEA1C6AF}"/>
                </a:ext>
              </a:extLst>
            </p:cNvPr>
            <p:cNvSpPr>
              <a:spLocks noChangeArrowheads="1"/>
            </p:cNvSpPr>
            <p:nvPr/>
          </p:nvSpPr>
          <p:spPr bwMode="auto">
            <a:xfrm>
              <a:off x="6337300" y="4244975"/>
              <a:ext cx="11113" cy="53975"/>
            </a:xfrm>
            <a:custGeom>
              <a:avLst/>
              <a:gdLst>
                <a:gd name="T0" fmla="*/ 31 w 32"/>
                <a:gd name="T1" fmla="*/ 135 h 151"/>
                <a:gd name="T2" fmla="*/ 31 w 32"/>
                <a:gd name="T3" fmla="*/ 135 h 151"/>
                <a:gd name="T4" fmla="*/ 31 w 32"/>
                <a:gd name="T5" fmla="*/ 15 h 151"/>
                <a:gd name="T6" fmla="*/ 16 w 32"/>
                <a:gd name="T7" fmla="*/ 0 h 151"/>
                <a:gd name="T8" fmla="*/ 0 w 32"/>
                <a:gd name="T9" fmla="*/ 15 h 151"/>
                <a:gd name="T10" fmla="*/ 0 w 32"/>
                <a:gd name="T11" fmla="*/ 135 h 151"/>
                <a:gd name="T12" fmla="*/ 16 w 32"/>
                <a:gd name="T13" fmla="*/ 150 h 151"/>
                <a:gd name="T14" fmla="*/ 31 w 32"/>
                <a:gd name="T15" fmla="*/ 135 h 15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151">
                  <a:moveTo>
                    <a:pt x="31" y="135"/>
                  </a:moveTo>
                  <a:lnTo>
                    <a:pt x="31" y="135"/>
                  </a:lnTo>
                  <a:cubicBezTo>
                    <a:pt x="31" y="15"/>
                    <a:pt x="31" y="15"/>
                    <a:pt x="31" y="15"/>
                  </a:cubicBezTo>
                  <a:cubicBezTo>
                    <a:pt x="31" y="7"/>
                    <a:pt x="24" y="0"/>
                    <a:pt x="16" y="0"/>
                  </a:cubicBezTo>
                  <a:cubicBezTo>
                    <a:pt x="7" y="0"/>
                    <a:pt x="0" y="7"/>
                    <a:pt x="0" y="15"/>
                  </a:cubicBezTo>
                  <a:cubicBezTo>
                    <a:pt x="0" y="135"/>
                    <a:pt x="0" y="135"/>
                    <a:pt x="0" y="135"/>
                  </a:cubicBezTo>
                  <a:cubicBezTo>
                    <a:pt x="0" y="143"/>
                    <a:pt x="7" y="150"/>
                    <a:pt x="16" y="150"/>
                  </a:cubicBezTo>
                  <a:cubicBezTo>
                    <a:pt x="24" y="150"/>
                    <a:pt x="31" y="143"/>
                    <a:pt x="31" y="13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5" name="Group 208">
            <a:extLst>
              <a:ext uri="{FF2B5EF4-FFF2-40B4-BE49-F238E27FC236}">
                <a16:creationId xmlns:a16="http://schemas.microsoft.com/office/drawing/2014/main" id="{189D9BD7-ABC6-93BF-2D0A-1817E282BF12}"/>
              </a:ext>
            </a:extLst>
          </p:cNvPr>
          <p:cNvGrpSpPr/>
          <p:nvPr/>
        </p:nvGrpSpPr>
        <p:grpSpPr>
          <a:xfrm>
            <a:off x="10885090" y="2350964"/>
            <a:ext cx="258763" cy="258763"/>
            <a:chOff x="9848850" y="4143375"/>
            <a:chExt cx="258763" cy="258763"/>
          </a:xfrm>
          <a:solidFill>
            <a:schemeClr val="accent4"/>
          </a:solidFill>
        </p:grpSpPr>
        <p:sp>
          <p:nvSpPr>
            <p:cNvPr id="206" name="Freeform 169">
              <a:extLst>
                <a:ext uri="{FF2B5EF4-FFF2-40B4-BE49-F238E27FC236}">
                  <a16:creationId xmlns:a16="http://schemas.microsoft.com/office/drawing/2014/main" id="{2E52AA72-53D5-5B4A-63E0-943F859BDC3D}"/>
                </a:ext>
              </a:extLst>
            </p:cNvPr>
            <p:cNvSpPr>
              <a:spLocks noChangeArrowheads="1"/>
            </p:cNvSpPr>
            <p:nvPr/>
          </p:nvSpPr>
          <p:spPr bwMode="auto">
            <a:xfrm>
              <a:off x="9848850" y="4143375"/>
              <a:ext cx="258763" cy="65088"/>
            </a:xfrm>
            <a:custGeom>
              <a:avLst/>
              <a:gdLst>
                <a:gd name="T0" fmla="*/ 712 w 720"/>
                <a:gd name="T1" fmla="*/ 127 h 180"/>
                <a:gd name="T2" fmla="*/ 712 w 720"/>
                <a:gd name="T3" fmla="*/ 127 h 180"/>
                <a:gd name="T4" fmla="*/ 695 w 720"/>
                <a:gd name="T5" fmla="*/ 108 h 180"/>
                <a:gd name="T6" fmla="*/ 659 w 720"/>
                <a:gd name="T7" fmla="*/ 94 h 180"/>
                <a:gd name="T8" fmla="*/ 614 w 720"/>
                <a:gd name="T9" fmla="*/ 89 h 180"/>
                <a:gd name="T10" fmla="*/ 522 w 720"/>
                <a:gd name="T11" fmla="*/ 89 h 180"/>
                <a:gd name="T12" fmla="*/ 522 w 720"/>
                <a:gd name="T13" fmla="*/ 75 h 180"/>
                <a:gd name="T14" fmla="*/ 447 w 720"/>
                <a:gd name="T15" fmla="*/ 0 h 180"/>
                <a:gd name="T16" fmla="*/ 267 w 720"/>
                <a:gd name="T17" fmla="*/ 0 h 180"/>
                <a:gd name="T18" fmla="*/ 192 w 720"/>
                <a:gd name="T19" fmla="*/ 75 h 180"/>
                <a:gd name="T20" fmla="*/ 192 w 720"/>
                <a:gd name="T21" fmla="*/ 89 h 180"/>
                <a:gd name="T22" fmla="*/ 105 w 720"/>
                <a:gd name="T23" fmla="*/ 89 h 180"/>
                <a:gd name="T24" fmla="*/ 65 w 720"/>
                <a:gd name="T25" fmla="*/ 92 h 180"/>
                <a:gd name="T26" fmla="*/ 18 w 720"/>
                <a:gd name="T27" fmla="*/ 113 h 180"/>
                <a:gd name="T28" fmla="*/ 4 w 720"/>
                <a:gd name="T29" fmla="*/ 136 h 180"/>
                <a:gd name="T30" fmla="*/ 0 w 720"/>
                <a:gd name="T31" fmla="*/ 165 h 180"/>
                <a:gd name="T32" fmla="*/ 16 w 720"/>
                <a:gd name="T33" fmla="*/ 179 h 180"/>
                <a:gd name="T34" fmla="*/ 30 w 720"/>
                <a:gd name="T35" fmla="*/ 165 h 180"/>
                <a:gd name="T36" fmla="*/ 30 w 720"/>
                <a:gd name="T37" fmla="*/ 165 h 180"/>
                <a:gd name="T38" fmla="*/ 35 w 720"/>
                <a:gd name="T39" fmla="*/ 141 h 180"/>
                <a:gd name="T40" fmla="*/ 42 w 720"/>
                <a:gd name="T41" fmla="*/ 132 h 180"/>
                <a:gd name="T42" fmla="*/ 66 w 720"/>
                <a:gd name="T43" fmla="*/ 123 h 180"/>
                <a:gd name="T44" fmla="*/ 105 w 720"/>
                <a:gd name="T45" fmla="*/ 120 h 180"/>
                <a:gd name="T46" fmla="*/ 208 w 720"/>
                <a:gd name="T47" fmla="*/ 120 h 180"/>
                <a:gd name="T48" fmla="*/ 507 w 720"/>
                <a:gd name="T49" fmla="*/ 120 h 180"/>
                <a:gd name="T50" fmla="*/ 614 w 720"/>
                <a:gd name="T51" fmla="*/ 120 h 180"/>
                <a:gd name="T52" fmla="*/ 650 w 720"/>
                <a:gd name="T53" fmla="*/ 122 h 180"/>
                <a:gd name="T54" fmla="*/ 680 w 720"/>
                <a:gd name="T55" fmla="*/ 134 h 180"/>
                <a:gd name="T56" fmla="*/ 687 w 720"/>
                <a:gd name="T57" fmla="*/ 146 h 180"/>
                <a:gd name="T58" fmla="*/ 689 w 720"/>
                <a:gd name="T59" fmla="*/ 165 h 180"/>
                <a:gd name="T60" fmla="*/ 703 w 720"/>
                <a:gd name="T61" fmla="*/ 179 h 180"/>
                <a:gd name="T62" fmla="*/ 719 w 720"/>
                <a:gd name="T63" fmla="*/ 165 h 180"/>
                <a:gd name="T64" fmla="*/ 712 w 720"/>
                <a:gd name="T65" fmla="*/ 127 h 180"/>
                <a:gd name="T66" fmla="*/ 222 w 720"/>
                <a:gd name="T67" fmla="*/ 75 h 180"/>
                <a:gd name="T68" fmla="*/ 222 w 720"/>
                <a:gd name="T69" fmla="*/ 75 h 180"/>
                <a:gd name="T70" fmla="*/ 267 w 720"/>
                <a:gd name="T71" fmla="*/ 30 h 180"/>
                <a:gd name="T72" fmla="*/ 447 w 720"/>
                <a:gd name="T73" fmla="*/ 30 h 180"/>
                <a:gd name="T74" fmla="*/ 491 w 720"/>
                <a:gd name="T75" fmla="*/ 75 h 180"/>
                <a:gd name="T76" fmla="*/ 491 w 720"/>
                <a:gd name="T77" fmla="*/ 89 h 180"/>
                <a:gd name="T78" fmla="*/ 222 w 720"/>
                <a:gd name="T79" fmla="*/ 89 h 180"/>
                <a:gd name="T80" fmla="*/ 222 w 720"/>
                <a:gd name="T81" fmla="*/ 75 h 1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720" h="180">
                  <a:moveTo>
                    <a:pt x="712" y="127"/>
                  </a:moveTo>
                  <a:lnTo>
                    <a:pt x="712" y="127"/>
                  </a:lnTo>
                  <a:cubicBezTo>
                    <a:pt x="708" y="120"/>
                    <a:pt x="702" y="113"/>
                    <a:pt x="695" y="108"/>
                  </a:cubicBezTo>
                  <a:cubicBezTo>
                    <a:pt x="685" y="101"/>
                    <a:pt x="673" y="96"/>
                    <a:pt x="659" y="94"/>
                  </a:cubicBezTo>
                  <a:cubicBezTo>
                    <a:pt x="646" y="91"/>
                    <a:pt x="630" y="89"/>
                    <a:pt x="614" y="89"/>
                  </a:cubicBezTo>
                  <a:cubicBezTo>
                    <a:pt x="522" y="89"/>
                    <a:pt x="522" y="89"/>
                    <a:pt x="522" y="89"/>
                  </a:cubicBezTo>
                  <a:cubicBezTo>
                    <a:pt x="522" y="75"/>
                    <a:pt x="522" y="75"/>
                    <a:pt x="522" y="75"/>
                  </a:cubicBezTo>
                  <a:cubicBezTo>
                    <a:pt x="522" y="33"/>
                    <a:pt x="489" y="0"/>
                    <a:pt x="447" y="0"/>
                  </a:cubicBezTo>
                  <a:cubicBezTo>
                    <a:pt x="267" y="0"/>
                    <a:pt x="267" y="0"/>
                    <a:pt x="267" y="0"/>
                  </a:cubicBezTo>
                  <a:cubicBezTo>
                    <a:pt x="226" y="0"/>
                    <a:pt x="192" y="33"/>
                    <a:pt x="192" y="75"/>
                  </a:cubicBezTo>
                  <a:cubicBezTo>
                    <a:pt x="192" y="89"/>
                    <a:pt x="192" y="89"/>
                    <a:pt x="192" y="89"/>
                  </a:cubicBezTo>
                  <a:cubicBezTo>
                    <a:pt x="105" y="89"/>
                    <a:pt x="105" y="89"/>
                    <a:pt x="105" y="89"/>
                  </a:cubicBezTo>
                  <a:cubicBezTo>
                    <a:pt x="90" y="89"/>
                    <a:pt x="77" y="91"/>
                    <a:pt x="65" y="92"/>
                  </a:cubicBezTo>
                  <a:cubicBezTo>
                    <a:pt x="46" y="95"/>
                    <a:pt x="30" y="101"/>
                    <a:pt x="18" y="113"/>
                  </a:cubicBezTo>
                  <a:cubicBezTo>
                    <a:pt x="11" y="120"/>
                    <a:pt x="7" y="127"/>
                    <a:pt x="4" y="136"/>
                  </a:cubicBezTo>
                  <a:cubicBezTo>
                    <a:pt x="1" y="144"/>
                    <a:pt x="0" y="154"/>
                    <a:pt x="0" y="165"/>
                  </a:cubicBezTo>
                  <a:cubicBezTo>
                    <a:pt x="0" y="174"/>
                    <a:pt x="7" y="179"/>
                    <a:pt x="16" y="179"/>
                  </a:cubicBezTo>
                  <a:cubicBezTo>
                    <a:pt x="24" y="179"/>
                    <a:pt x="30" y="174"/>
                    <a:pt x="30" y="165"/>
                  </a:cubicBezTo>
                  <a:lnTo>
                    <a:pt x="30" y="165"/>
                  </a:lnTo>
                  <a:cubicBezTo>
                    <a:pt x="30" y="154"/>
                    <a:pt x="32" y="147"/>
                    <a:pt x="35" y="141"/>
                  </a:cubicBezTo>
                  <a:cubicBezTo>
                    <a:pt x="37" y="137"/>
                    <a:pt x="39" y="134"/>
                    <a:pt x="42" y="132"/>
                  </a:cubicBezTo>
                  <a:cubicBezTo>
                    <a:pt x="48" y="127"/>
                    <a:pt x="55" y="125"/>
                    <a:pt x="66" y="123"/>
                  </a:cubicBezTo>
                  <a:cubicBezTo>
                    <a:pt x="76" y="120"/>
                    <a:pt x="90" y="120"/>
                    <a:pt x="105" y="120"/>
                  </a:cubicBezTo>
                  <a:cubicBezTo>
                    <a:pt x="208" y="120"/>
                    <a:pt x="208" y="120"/>
                    <a:pt x="208" y="120"/>
                  </a:cubicBezTo>
                  <a:cubicBezTo>
                    <a:pt x="507" y="120"/>
                    <a:pt x="507" y="120"/>
                    <a:pt x="507" y="120"/>
                  </a:cubicBezTo>
                  <a:cubicBezTo>
                    <a:pt x="614" y="120"/>
                    <a:pt x="614" y="120"/>
                    <a:pt x="614" y="120"/>
                  </a:cubicBezTo>
                  <a:cubicBezTo>
                    <a:pt x="628" y="120"/>
                    <a:pt x="640" y="120"/>
                    <a:pt x="650" y="122"/>
                  </a:cubicBezTo>
                  <a:cubicBezTo>
                    <a:pt x="666" y="125"/>
                    <a:pt x="674" y="129"/>
                    <a:pt x="680" y="134"/>
                  </a:cubicBezTo>
                  <a:cubicBezTo>
                    <a:pt x="682" y="137"/>
                    <a:pt x="685" y="141"/>
                    <a:pt x="687" y="146"/>
                  </a:cubicBezTo>
                  <a:cubicBezTo>
                    <a:pt x="688" y="151"/>
                    <a:pt x="689" y="157"/>
                    <a:pt x="689" y="165"/>
                  </a:cubicBezTo>
                  <a:cubicBezTo>
                    <a:pt x="689" y="174"/>
                    <a:pt x="696" y="179"/>
                    <a:pt x="703" y="179"/>
                  </a:cubicBezTo>
                  <a:cubicBezTo>
                    <a:pt x="712" y="179"/>
                    <a:pt x="719" y="174"/>
                    <a:pt x="719" y="165"/>
                  </a:cubicBezTo>
                  <a:cubicBezTo>
                    <a:pt x="719" y="151"/>
                    <a:pt x="716" y="139"/>
                    <a:pt x="712" y="127"/>
                  </a:cubicBezTo>
                  <a:close/>
                  <a:moveTo>
                    <a:pt x="222" y="75"/>
                  </a:moveTo>
                  <a:lnTo>
                    <a:pt x="222" y="75"/>
                  </a:lnTo>
                  <a:cubicBezTo>
                    <a:pt x="222" y="50"/>
                    <a:pt x="243" y="30"/>
                    <a:pt x="267" y="30"/>
                  </a:cubicBezTo>
                  <a:cubicBezTo>
                    <a:pt x="447" y="30"/>
                    <a:pt x="447" y="30"/>
                    <a:pt x="447" y="30"/>
                  </a:cubicBezTo>
                  <a:cubicBezTo>
                    <a:pt x="472" y="30"/>
                    <a:pt x="491" y="50"/>
                    <a:pt x="491" y="75"/>
                  </a:cubicBezTo>
                  <a:cubicBezTo>
                    <a:pt x="491" y="89"/>
                    <a:pt x="491" y="89"/>
                    <a:pt x="491" y="89"/>
                  </a:cubicBezTo>
                  <a:cubicBezTo>
                    <a:pt x="222" y="89"/>
                    <a:pt x="222" y="89"/>
                    <a:pt x="222" y="89"/>
                  </a:cubicBezTo>
                  <a:lnTo>
                    <a:pt x="222" y="7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07" name="Freeform 170">
              <a:extLst>
                <a:ext uri="{FF2B5EF4-FFF2-40B4-BE49-F238E27FC236}">
                  <a16:creationId xmlns:a16="http://schemas.microsoft.com/office/drawing/2014/main" id="{D5408A80-B134-E641-007F-0C9B73F19DF4}"/>
                </a:ext>
              </a:extLst>
            </p:cNvPr>
            <p:cNvSpPr>
              <a:spLocks noChangeArrowheads="1"/>
            </p:cNvSpPr>
            <p:nvPr/>
          </p:nvSpPr>
          <p:spPr bwMode="auto">
            <a:xfrm>
              <a:off x="9871075" y="4197350"/>
              <a:ext cx="215900" cy="204788"/>
            </a:xfrm>
            <a:custGeom>
              <a:avLst/>
              <a:gdLst>
                <a:gd name="T0" fmla="*/ 585 w 600"/>
                <a:gd name="T1" fmla="*/ 0 h 569"/>
                <a:gd name="T2" fmla="*/ 585 w 600"/>
                <a:gd name="T3" fmla="*/ 0 h 569"/>
                <a:gd name="T4" fmla="*/ 569 w 600"/>
                <a:gd name="T5" fmla="*/ 15 h 569"/>
                <a:gd name="T6" fmla="*/ 569 w 600"/>
                <a:gd name="T7" fmla="*/ 15 h 569"/>
                <a:gd name="T8" fmla="*/ 569 w 600"/>
                <a:gd name="T9" fmla="*/ 456 h 569"/>
                <a:gd name="T10" fmla="*/ 545 w 600"/>
                <a:gd name="T11" fmla="*/ 515 h 569"/>
                <a:gd name="T12" fmla="*/ 486 w 600"/>
                <a:gd name="T13" fmla="*/ 539 h 569"/>
                <a:gd name="T14" fmla="*/ 113 w 600"/>
                <a:gd name="T15" fmla="*/ 539 h 569"/>
                <a:gd name="T16" fmla="*/ 54 w 600"/>
                <a:gd name="T17" fmla="*/ 515 h 569"/>
                <a:gd name="T18" fmla="*/ 30 w 600"/>
                <a:gd name="T19" fmla="*/ 456 h 569"/>
                <a:gd name="T20" fmla="*/ 30 w 600"/>
                <a:gd name="T21" fmla="*/ 15 h 569"/>
                <a:gd name="T22" fmla="*/ 14 w 600"/>
                <a:gd name="T23" fmla="*/ 0 h 569"/>
                <a:gd name="T24" fmla="*/ 0 w 600"/>
                <a:gd name="T25" fmla="*/ 15 h 569"/>
                <a:gd name="T26" fmla="*/ 0 w 600"/>
                <a:gd name="T27" fmla="*/ 456 h 569"/>
                <a:gd name="T28" fmla="*/ 113 w 600"/>
                <a:gd name="T29" fmla="*/ 568 h 569"/>
                <a:gd name="T30" fmla="*/ 486 w 600"/>
                <a:gd name="T31" fmla="*/ 568 h 569"/>
                <a:gd name="T32" fmla="*/ 599 w 600"/>
                <a:gd name="T33" fmla="*/ 456 h 569"/>
                <a:gd name="T34" fmla="*/ 599 w 600"/>
                <a:gd name="T35" fmla="*/ 15 h 569"/>
                <a:gd name="T36" fmla="*/ 585 w 600"/>
                <a:gd name="T37" fmla="*/ 0 h 5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600" h="569">
                  <a:moveTo>
                    <a:pt x="585" y="0"/>
                  </a:moveTo>
                  <a:lnTo>
                    <a:pt x="585" y="0"/>
                  </a:lnTo>
                  <a:cubicBezTo>
                    <a:pt x="576" y="0"/>
                    <a:pt x="569" y="7"/>
                    <a:pt x="569" y="15"/>
                  </a:cubicBezTo>
                  <a:lnTo>
                    <a:pt x="569" y="15"/>
                  </a:lnTo>
                  <a:cubicBezTo>
                    <a:pt x="569" y="456"/>
                    <a:pt x="569" y="456"/>
                    <a:pt x="569" y="456"/>
                  </a:cubicBezTo>
                  <a:cubicBezTo>
                    <a:pt x="569" y="479"/>
                    <a:pt x="561" y="500"/>
                    <a:pt x="545" y="515"/>
                  </a:cubicBezTo>
                  <a:cubicBezTo>
                    <a:pt x="530" y="531"/>
                    <a:pt x="509" y="539"/>
                    <a:pt x="486" y="539"/>
                  </a:cubicBezTo>
                  <a:cubicBezTo>
                    <a:pt x="113" y="539"/>
                    <a:pt x="113" y="539"/>
                    <a:pt x="113" y="539"/>
                  </a:cubicBezTo>
                  <a:cubicBezTo>
                    <a:pt x="90" y="539"/>
                    <a:pt x="69" y="531"/>
                    <a:pt x="54" y="515"/>
                  </a:cubicBezTo>
                  <a:cubicBezTo>
                    <a:pt x="40" y="500"/>
                    <a:pt x="30" y="479"/>
                    <a:pt x="30" y="456"/>
                  </a:cubicBezTo>
                  <a:cubicBezTo>
                    <a:pt x="30" y="15"/>
                    <a:pt x="30" y="15"/>
                    <a:pt x="30" y="15"/>
                  </a:cubicBezTo>
                  <a:cubicBezTo>
                    <a:pt x="30" y="7"/>
                    <a:pt x="23" y="0"/>
                    <a:pt x="14" y="0"/>
                  </a:cubicBezTo>
                  <a:cubicBezTo>
                    <a:pt x="7" y="0"/>
                    <a:pt x="0" y="7"/>
                    <a:pt x="0" y="15"/>
                  </a:cubicBezTo>
                  <a:cubicBezTo>
                    <a:pt x="0" y="456"/>
                    <a:pt x="0" y="456"/>
                    <a:pt x="0" y="456"/>
                  </a:cubicBezTo>
                  <a:cubicBezTo>
                    <a:pt x="0" y="518"/>
                    <a:pt x="51" y="568"/>
                    <a:pt x="113" y="568"/>
                  </a:cubicBezTo>
                  <a:cubicBezTo>
                    <a:pt x="486" y="568"/>
                    <a:pt x="486" y="568"/>
                    <a:pt x="486" y="568"/>
                  </a:cubicBezTo>
                  <a:cubicBezTo>
                    <a:pt x="549" y="568"/>
                    <a:pt x="599" y="518"/>
                    <a:pt x="599" y="456"/>
                  </a:cubicBezTo>
                  <a:cubicBezTo>
                    <a:pt x="599" y="15"/>
                    <a:pt x="599" y="15"/>
                    <a:pt x="599" y="15"/>
                  </a:cubicBezTo>
                  <a:cubicBezTo>
                    <a:pt x="599" y="7"/>
                    <a:pt x="593" y="0"/>
                    <a:pt x="58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08" name="Group 211">
            <a:extLst>
              <a:ext uri="{FF2B5EF4-FFF2-40B4-BE49-F238E27FC236}">
                <a16:creationId xmlns:a16="http://schemas.microsoft.com/office/drawing/2014/main" id="{FF96BAD0-E35D-D82E-43E9-5DA2A193A0F5}"/>
              </a:ext>
            </a:extLst>
          </p:cNvPr>
          <p:cNvGrpSpPr/>
          <p:nvPr/>
        </p:nvGrpSpPr>
        <p:grpSpPr>
          <a:xfrm>
            <a:off x="9300765" y="1835821"/>
            <a:ext cx="200025" cy="280987"/>
            <a:chOff x="8264525" y="3630613"/>
            <a:chExt cx="200025" cy="280987"/>
          </a:xfrm>
          <a:solidFill>
            <a:schemeClr val="accent4"/>
          </a:solidFill>
        </p:grpSpPr>
        <p:sp>
          <p:nvSpPr>
            <p:cNvPr id="209" name="Freeform 171">
              <a:extLst>
                <a:ext uri="{FF2B5EF4-FFF2-40B4-BE49-F238E27FC236}">
                  <a16:creationId xmlns:a16="http://schemas.microsoft.com/office/drawing/2014/main" id="{C2073C0B-0912-F1B1-7B67-AC6E7569113D}"/>
                </a:ext>
              </a:extLst>
            </p:cNvPr>
            <p:cNvSpPr>
              <a:spLocks noChangeArrowheads="1"/>
            </p:cNvSpPr>
            <p:nvPr/>
          </p:nvSpPr>
          <p:spPr bwMode="auto">
            <a:xfrm>
              <a:off x="8264525" y="3630613"/>
              <a:ext cx="200025" cy="280987"/>
            </a:xfrm>
            <a:custGeom>
              <a:avLst/>
              <a:gdLst>
                <a:gd name="T0" fmla="*/ 277 w 554"/>
                <a:gd name="T1" fmla="*/ 0 h 782"/>
                <a:gd name="T2" fmla="*/ 277 w 554"/>
                <a:gd name="T3" fmla="*/ 0 h 782"/>
                <a:gd name="T4" fmla="*/ 0 w 554"/>
                <a:gd name="T5" fmla="*/ 277 h 782"/>
                <a:gd name="T6" fmla="*/ 261 w 554"/>
                <a:gd name="T7" fmla="*/ 551 h 782"/>
                <a:gd name="T8" fmla="*/ 261 w 554"/>
                <a:gd name="T9" fmla="*/ 766 h 782"/>
                <a:gd name="T10" fmla="*/ 277 w 554"/>
                <a:gd name="T11" fmla="*/ 781 h 782"/>
                <a:gd name="T12" fmla="*/ 292 w 554"/>
                <a:gd name="T13" fmla="*/ 766 h 782"/>
                <a:gd name="T14" fmla="*/ 292 w 554"/>
                <a:gd name="T15" fmla="*/ 551 h 782"/>
                <a:gd name="T16" fmla="*/ 553 w 554"/>
                <a:gd name="T17" fmla="*/ 277 h 782"/>
                <a:gd name="T18" fmla="*/ 277 w 554"/>
                <a:gd name="T19" fmla="*/ 0 h 782"/>
                <a:gd name="T20" fmla="*/ 451 w 554"/>
                <a:gd name="T21" fmla="*/ 451 h 782"/>
                <a:gd name="T22" fmla="*/ 451 w 554"/>
                <a:gd name="T23" fmla="*/ 451 h 782"/>
                <a:gd name="T24" fmla="*/ 277 w 554"/>
                <a:gd name="T25" fmla="*/ 523 h 782"/>
                <a:gd name="T26" fmla="*/ 102 w 554"/>
                <a:gd name="T27" fmla="*/ 451 h 782"/>
                <a:gd name="T28" fmla="*/ 29 w 554"/>
                <a:gd name="T29" fmla="*/ 277 h 782"/>
                <a:gd name="T30" fmla="*/ 102 w 554"/>
                <a:gd name="T31" fmla="*/ 103 h 782"/>
                <a:gd name="T32" fmla="*/ 277 w 554"/>
                <a:gd name="T33" fmla="*/ 31 h 782"/>
                <a:gd name="T34" fmla="*/ 451 w 554"/>
                <a:gd name="T35" fmla="*/ 103 h 782"/>
                <a:gd name="T36" fmla="*/ 522 w 554"/>
                <a:gd name="T37" fmla="*/ 277 h 782"/>
                <a:gd name="T38" fmla="*/ 451 w 554"/>
                <a:gd name="T39" fmla="*/ 451 h 7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554" h="782">
                  <a:moveTo>
                    <a:pt x="277" y="0"/>
                  </a:moveTo>
                  <a:lnTo>
                    <a:pt x="277" y="0"/>
                  </a:lnTo>
                  <a:cubicBezTo>
                    <a:pt x="123" y="0"/>
                    <a:pt x="0" y="125"/>
                    <a:pt x="0" y="277"/>
                  </a:cubicBezTo>
                  <a:cubicBezTo>
                    <a:pt x="0" y="424"/>
                    <a:pt x="116" y="544"/>
                    <a:pt x="261" y="551"/>
                  </a:cubicBezTo>
                  <a:cubicBezTo>
                    <a:pt x="261" y="766"/>
                    <a:pt x="261" y="766"/>
                    <a:pt x="261" y="766"/>
                  </a:cubicBezTo>
                  <a:cubicBezTo>
                    <a:pt x="261" y="774"/>
                    <a:pt x="268" y="781"/>
                    <a:pt x="277" y="781"/>
                  </a:cubicBezTo>
                  <a:cubicBezTo>
                    <a:pt x="285" y="781"/>
                    <a:pt x="292" y="774"/>
                    <a:pt x="292" y="766"/>
                  </a:cubicBezTo>
                  <a:cubicBezTo>
                    <a:pt x="292" y="551"/>
                    <a:pt x="292" y="551"/>
                    <a:pt x="292" y="551"/>
                  </a:cubicBezTo>
                  <a:cubicBezTo>
                    <a:pt x="437" y="544"/>
                    <a:pt x="553" y="424"/>
                    <a:pt x="553" y="277"/>
                  </a:cubicBezTo>
                  <a:cubicBezTo>
                    <a:pt x="553" y="125"/>
                    <a:pt x="430" y="0"/>
                    <a:pt x="277" y="0"/>
                  </a:cubicBezTo>
                  <a:close/>
                  <a:moveTo>
                    <a:pt x="451" y="451"/>
                  </a:moveTo>
                  <a:lnTo>
                    <a:pt x="451" y="451"/>
                  </a:lnTo>
                  <a:cubicBezTo>
                    <a:pt x="406" y="495"/>
                    <a:pt x="344" y="523"/>
                    <a:pt x="277" y="523"/>
                  </a:cubicBezTo>
                  <a:cubicBezTo>
                    <a:pt x="208" y="523"/>
                    <a:pt x="147" y="495"/>
                    <a:pt x="102" y="451"/>
                  </a:cubicBezTo>
                  <a:cubicBezTo>
                    <a:pt x="57" y="406"/>
                    <a:pt x="29" y="346"/>
                    <a:pt x="29" y="277"/>
                  </a:cubicBezTo>
                  <a:cubicBezTo>
                    <a:pt x="29" y="210"/>
                    <a:pt x="57" y="148"/>
                    <a:pt x="102" y="103"/>
                  </a:cubicBezTo>
                  <a:cubicBezTo>
                    <a:pt x="147" y="58"/>
                    <a:pt x="208" y="31"/>
                    <a:pt x="277" y="31"/>
                  </a:cubicBezTo>
                  <a:cubicBezTo>
                    <a:pt x="344" y="31"/>
                    <a:pt x="406" y="58"/>
                    <a:pt x="451" y="103"/>
                  </a:cubicBezTo>
                  <a:cubicBezTo>
                    <a:pt x="496" y="148"/>
                    <a:pt x="522" y="210"/>
                    <a:pt x="522" y="277"/>
                  </a:cubicBezTo>
                  <a:cubicBezTo>
                    <a:pt x="522" y="346"/>
                    <a:pt x="496" y="406"/>
                    <a:pt x="451" y="45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0" name="Freeform 172">
              <a:extLst>
                <a:ext uri="{FF2B5EF4-FFF2-40B4-BE49-F238E27FC236}">
                  <a16:creationId xmlns:a16="http://schemas.microsoft.com/office/drawing/2014/main" id="{B007B1E0-D489-F446-1E1B-BAC5447FC2FF}"/>
                </a:ext>
              </a:extLst>
            </p:cNvPr>
            <p:cNvSpPr>
              <a:spLocks noChangeArrowheads="1"/>
            </p:cNvSpPr>
            <p:nvPr/>
          </p:nvSpPr>
          <p:spPr bwMode="auto">
            <a:xfrm>
              <a:off x="8299450" y="3665538"/>
              <a:ext cx="128588" cy="128587"/>
            </a:xfrm>
            <a:custGeom>
              <a:avLst/>
              <a:gdLst>
                <a:gd name="T0" fmla="*/ 179 w 358"/>
                <a:gd name="T1" fmla="*/ 0 h 357"/>
                <a:gd name="T2" fmla="*/ 179 w 358"/>
                <a:gd name="T3" fmla="*/ 0 h 357"/>
                <a:gd name="T4" fmla="*/ 0 w 358"/>
                <a:gd name="T5" fmla="*/ 178 h 357"/>
                <a:gd name="T6" fmla="*/ 179 w 358"/>
                <a:gd name="T7" fmla="*/ 356 h 357"/>
                <a:gd name="T8" fmla="*/ 357 w 358"/>
                <a:gd name="T9" fmla="*/ 178 h 357"/>
                <a:gd name="T10" fmla="*/ 179 w 358"/>
                <a:gd name="T11" fmla="*/ 0 h 357"/>
                <a:gd name="T12" fmla="*/ 284 w 358"/>
                <a:gd name="T13" fmla="*/ 283 h 357"/>
                <a:gd name="T14" fmla="*/ 284 w 358"/>
                <a:gd name="T15" fmla="*/ 283 h 357"/>
                <a:gd name="T16" fmla="*/ 179 w 358"/>
                <a:gd name="T17" fmla="*/ 327 h 357"/>
                <a:gd name="T18" fmla="*/ 73 w 358"/>
                <a:gd name="T19" fmla="*/ 283 h 357"/>
                <a:gd name="T20" fmla="*/ 30 w 358"/>
                <a:gd name="T21" fmla="*/ 178 h 357"/>
                <a:gd name="T22" fmla="*/ 73 w 358"/>
                <a:gd name="T23" fmla="*/ 73 h 357"/>
                <a:gd name="T24" fmla="*/ 179 w 358"/>
                <a:gd name="T25" fmla="*/ 31 h 357"/>
                <a:gd name="T26" fmla="*/ 284 w 358"/>
                <a:gd name="T27" fmla="*/ 73 h 357"/>
                <a:gd name="T28" fmla="*/ 327 w 358"/>
                <a:gd name="T29" fmla="*/ 178 h 357"/>
                <a:gd name="T30" fmla="*/ 284 w 358"/>
                <a:gd name="T31" fmla="*/ 283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58" h="357">
                  <a:moveTo>
                    <a:pt x="179" y="0"/>
                  </a:moveTo>
                  <a:lnTo>
                    <a:pt x="179" y="0"/>
                  </a:lnTo>
                  <a:cubicBezTo>
                    <a:pt x="80" y="0"/>
                    <a:pt x="0" y="80"/>
                    <a:pt x="0" y="178"/>
                  </a:cubicBezTo>
                  <a:cubicBezTo>
                    <a:pt x="0" y="276"/>
                    <a:pt x="80" y="356"/>
                    <a:pt x="179" y="356"/>
                  </a:cubicBezTo>
                  <a:cubicBezTo>
                    <a:pt x="277" y="356"/>
                    <a:pt x="357" y="276"/>
                    <a:pt x="357" y="178"/>
                  </a:cubicBezTo>
                  <a:cubicBezTo>
                    <a:pt x="357" y="80"/>
                    <a:pt x="277" y="0"/>
                    <a:pt x="179" y="0"/>
                  </a:cubicBezTo>
                  <a:close/>
                  <a:moveTo>
                    <a:pt x="284" y="283"/>
                  </a:moveTo>
                  <a:lnTo>
                    <a:pt x="284" y="283"/>
                  </a:lnTo>
                  <a:cubicBezTo>
                    <a:pt x="256" y="310"/>
                    <a:pt x="219" y="327"/>
                    <a:pt x="179" y="327"/>
                  </a:cubicBezTo>
                  <a:cubicBezTo>
                    <a:pt x="138" y="327"/>
                    <a:pt x="100" y="310"/>
                    <a:pt x="73" y="283"/>
                  </a:cubicBezTo>
                  <a:cubicBezTo>
                    <a:pt x="47" y="257"/>
                    <a:pt x="30" y="219"/>
                    <a:pt x="30" y="178"/>
                  </a:cubicBezTo>
                  <a:cubicBezTo>
                    <a:pt x="30" y="137"/>
                    <a:pt x="47" y="101"/>
                    <a:pt x="73" y="73"/>
                  </a:cubicBezTo>
                  <a:cubicBezTo>
                    <a:pt x="100" y="46"/>
                    <a:pt x="138" y="31"/>
                    <a:pt x="179" y="31"/>
                  </a:cubicBezTo>
                  <a:cubicBezTo>
                    <a:pt x="219" y="31"/>
                    <a:pt x="256" y="46"/>
                    <a:pt x="284" y="73"/>
                  </a:cubicBezTo>
                  <a:cubicBezTo>
                    <a:pt x="311" y="101"/>
                    <a:pt x="327" y="137"/>
                    <a:pt x="327" y="178"/>
                  </a:cubicBezTo>
                  <a:cubicBezTo>
                    <a:pt x="327" y="219"/>
                    <a:pt x="311" y="257"/>
                    <a:pt x="284" y="28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1" name="Freeform 173">
              <a:extLst>
                <a:ext uri="{FF2B5EF4-FFF2-40B4-BE49-F238E27FC236}">
                  <a16:creationId xmlns:a16="http://schemas.microsoft.com/office/drawing/2014/main" id="{A19F9E4E-D6E2-7A52-F197-38A77E3FD240}"/>
                </a:ext>
              </a:extLst>
            </p:cNvPr>
            <p:cNvSpPr>
              <a:spLocks noChangeArrowheads="1"/>
            </p:cNvSpPr>
            <p:nvPr/>
          </p:nvSpPr>
          <p:spPr bwMode="auto">
            <a:xfrm>
              <a:off x="8334375" y="3700463"/>
              <a:ext cx="58738" cy="58737"/>
            </a:xfrm>
            <a:custGeom>
              <a:avLst/>
              <a:gdLst>
                <a:gd name="T0" fmla="*/ 81 w 162"/>
                <a:gd name="T1" fmla="*/ 0 h 161"/>
                <a:gd name="T2" fmla="*/ 81 w 162"/>
                <a:gd name="T3" fmla="*/ 0 h 161"/>
                <a:gd name="T4" fmla="*/ 0 w 162"/>
                <a:gd name="T5" fmla="*/ 80 h 161"/>
                <a:gd name="T6" fmla="*/ 81 w 162"/>
                <a:gd name="T7" fmla="*/ 160 h 161"/>
                <a:gd name="T8" fmla="*/ 161 w 162"/>
                <a:gd name="T9" fmla="*/ 80 h 161"/>
                <a:gd name="T10" fmla="*/ 81 w 162"/>
                <a:gd name="T11" fmla="*/ 0 h 161"/>
                <a:gd name="T12" fmla="*/ 81 w 162"/>
                <a:gd name="T13" fmla="*/ 131 h 161"/>
                <a:gd name="T14" fmla="*/ 81 w 162"/>
                <a:gd name="T15" fmla="*/ 131 h 161"/>
                <a:gd name="T16" fmla="*/ 30 w 162"/>
                <a:gd name="T17" fmla="*/ 80 h 161"/>
                <a:gd name="T18" fmla="*/ 81 w 162"/>
                <a:gd name="T19" fmla="*/ 29 h 161"/>
                <a:gd name="T20" fmla="*/ 131 w 162"/>
                <a:gd name="T21" fmla="*/ 80 h 161"/>
                <a:gd name="T22" fmla="*/ 81 w 162"/>
                <a:gd name="T23" fmla="*/ 131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62" h="161">
                  <a:moveTo>
                    <a:pt x="81" y="0"/>
                  </a:moveTo>
                  <a:lnTo>
                    <a:pt x="81" y="0"/>
                  </a:lnTo>
                  <a:cubicBezTo>
                    <a:pt x="36" y="0"/>
                    <a:pt x="0" y="37"/>
                    <a:pt x="0" y="80"/>
                  </a:cubicBezTo>
                  <a:cubicBezTo>
                    <a:pt x="0" y="125"/>
                    <a:pt x="36" y="160"/>
                    <a:pt x="81" y="160"/>
                  </a:cubicBezTo>
                  <a:cubicBezTo>
                    <a:pt x="124" y="160"/>
                    <a:pt x="161" y="125"/>
                    <a:pt x="161" y="80"/>
                  </a:cubicBezTo>
                  <a:cubicBezTo>
                    <a:pt x="161" y="37"/>
                    <a:pt x="124" y="0"/>
                    <a:pt x="81" y="0"/>
                  </a:cubicBezTo>
                  <a:close/>
                  <a:moveTo>
                    <a:pt x="81" y="131"/>
                  </a:moveTo>
                  <a:lnTo>
                    <a:pt x="81" y="131"/>
                  </a:lnTo>
                  <a:cubicBezTo>
                    <a:pt x="52" y="131"/>
                    <a:pt x="30" y="108"/>
                    <a:pt x="30" y="80"/>
                  </a:cubicBezTo>
                  <a:cubicBezTo>
                    <a:pt x="30" y="52"/>
                    <a:pt x="52" y="29"/>
                    <a:pt x="81" y="29"/>
                  </a:cubicBezTo>
                  <a:cubicBezTo>
                    <a:pt x="109" y="29"/>
                    <a:pt x="131" y="52"/>
                    <a:pt x="131" y="80"/>
                  </a:cubicBezTo>
                  <a:cubicBezTo>
                    <a:pt x="131" y="108"/>
                    <a:pt x="109" y="131"/>
                    <a:pt x="81" y="13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12" name="Group 215">
            <a:extLst>
              <a:ext uri="{FF2B5EF4-FFF2-40B4-BE49-F238E27FC236}">
                <a16:creationId xmlns:a16="http://schemas.microsoft.com/office/drawing/2014/main" id="{8705E03D-0ED5-9C46-A4FA-498CC3C75AA6}"/>
              </a:ext>
            </a:extLst>
          </p:cNvPr>
          <p:cNvGrpSpPr/>
          <p:nvPr/>
        </p:nvGrpSpPr>
        <p:grpSpPr>
          <a:xfrm>
            <a:off x="9332515" y="2339058"/>
            <a:ext cx="152400" cy="282575"/>
            <a:chOff x="8296275" y="4146550"/>
            <a:chExt cx="152400" cy="282575"/>
          </a:xfrm>
          <a:solidFill>
            <a:schemeClr val="accent4"/>
          </a:solidFill>
        </p:grpSpPr>
        <p:sp>
          <p:nvSpPr>
            <p:cNvPr id="213" name="Freeform 174">
              <a:extLst>
                <a:ext uri="{FF2B5EF4-FFF2-40B4-BE49-F238E27FC236}">
                  <a16:creationId xmlns:a16="http://schemas.microsoft.com/office/drawing/2014/main" id="{A4F56168-0281-EC8E-382D-B889ECD55053}"/>
                </a:ext>
              </a:extLst>
            </p:cNvPr>
            <p:cNvSpPr>
              <a:spLocks noChangeArrowheads="1"/>
            </p:cNvSpPr>
            <p:nvPr/>
          </p:nvSpPr>
          <p:spPr bwMode="auto">
            <a:xfrm>
              <a:off x="8296275" y="4146550"/>
              <a:ext cx="152400" cy="282575"/>
            </a:xfrm>
            <a:custGeom>
              <a:avLst/>
              <a:gdLst>
                <a:gd name="T0" fmla="*/ 210 w 423"/>
                <a:gd name="T1" fmla="*/ 782 h 783"/>
                <a:gd name="T2" fmla="*/ 210 w 423"/>
                <a:gd name="T3" fmla="*/ 782 h 783"/>
                <a:gd name="T4" fmla="*/ 226 w 423"/>
                <a:gd name="T5" fmla="*/ 767 h 783"/>
                <a:gd name="T6" fmla="*/ 226 w 423"/>
                <a:gd name="T7" fmla="*/ 553 h 783"/>
                <a:gd name="T8" fmla="*/ 375 w 423"/>
                <a:gd name="T9" fmla="*/ 553 h 783"/>
                <a:gd name="T10" fmla="*/ 422 w 423"/>
                <a:gd name="T11" fmla="*/ 506 h 783"/>
                <a:gd name="T12" fmla="*/ 422 w 423"/>
                <a:gd name="T13" fmla="*/ 212 h 783"/>
                <a:gd name="T14" fmla="*/ 210 w 423"/>
                <a:gd name="T15" fmla="*/ 0 h 783"/>
                <a:gd name="T16" fmla="*/ 0 w 423"/>
                <a:gd name="T17" fmla="*/ 212 h 783"/>
                <a:gd name="T18" fmla="*/ 0 w 423"/>
                <a:gd name="T19" fmla="*/ 506 h 783"/>
                <a:gd name="T20" fmla="*/ 47 w 423"/>
                <a:gd name="T21" fmla="*/ 553 h 783"/>
                <a:gd name="T22" fmla="*/ 196 w 423"/>
                <a:gd name="T23" fmla="*/ 553 h 783"/>
                <a:gd name="T24" fmla="*/ 196 w 423"/>
                <a:gd name="T25" fmla="*/ 767 h 783"/>
                <a:gd name="T26" fmla="*/ 210 w 423"/>
                <a:gd name="T27" fmla="*/ 782 h 783"/>
                <a:gd name="T28" fmla="*/ 29 w 423"/>
                <a:gd name="T29" fmla="*/ 506 h 783"/>
                <a:gd name="T30" fmla="*/ 29 w 423"/>
                <a:gd name="T31" fmla="*/ 506 h 783"/>
                <a:gd name="T32" fmla="*/ 29 w 423"/>
                <a:gd name="T33" fmla="*/ 212 h 783"/>
                <a:gd name="T34" fmla="*/ 83 w 423"/>
                <a:gd name="T35" fmla="*/ 84 h 783"/>
                <a:gd name="T36" fmla="*/ 210 w 423"/>
                <a:gd name="T37" fmla="*/ 31 h 783"/>
                <a:gd name="T38" fmla="*/ 338 w 423"/>
                <a:gd name="T39" fmla="*/ 84 h 783"/>
                <a:gd name="T40" fmla="*/ 392 w 423"/>
                <a:gd name="T41" fmla="*/ 212 h 783"/>
                <a:gd name="T42" fmla="*/ 392 w 423"/>
                <a:gd name="T43" fmla="*/ 506 h 783"/>
                <a:gd name="T44" fmla="*/ 375 w 423"/>
                <a:gd name="T45" fmla="*/ 524 h 783"/>
                <a:gd name="T46" fmla="*/ 47 w 423"/>
                <a:gd name="T47" fmla="*/ 524 h 783"/>
                <a:gd name="T48" fmla="*/ 29 w 423"/>
                <a:gd name="T49" fmla="*/ 506 h 7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423" h="783">
                  <a:moveTo>
                    <a:pt x="210" y="782"/>
                  </a:moveTo>
                  <a:lnTo>
                    <a:pt x="210" y="782"/>
                  </a:lnTo>
                  <a:cubicBezTo>
                    <a:pt x="219" y="782"/>
                    <a:pt x="226" y="775"/>
                    <a:pt x="226" y="767"/>
                  </a:cubicBezTo>
                  <a:cubicBezTo>
                    <a:pt x="226" y="553"/>
                    <a:pt x="226" y="553"/>
                    <a:pt x="226" y="553"/>
                  </a:cubicBezTo>
                  <a:cubicBezTo>
                    <a:pt x="375" y="553"/>
                    <a:pt x="375" y="553"/>
                    <a:pt x="375" y="553"/>
                  </a:cubicBezTo>
                  <a:cubicBezTo>
                    <a:pt x="400" y="553"/>
                    <a:pt x="422" y="532"/>
                    <a:pt x="422" y="506"/>
                  </a:cubicBezTo>
                  <a:cubicBezTo>
                    <a:pt x="422" y="212"/>
                    <a:pt x="422" y="212"/>
                    <a:pt x="422" y="212"/>
                  </a:cubicBezTo>
                  <a:cubicBezTo>
                    <a:pt x="422" y="96"/>
                    <a:pt x="327" y="0"/>
                    <a:pt x="210" y="0"/>
                  </a:cubicBezTo>
                  <a:cubicBezTo>
                    <a:pt x="94" y="0"/>
                    <a:pt x="0" y="96"/>
                    <a:pt x="0" y="212"/>
                  </a:cubicBezTo>
                  <a:cubicBezTo>
                    <a:pt x="0" y="506"/>
                    <a:pt x="0" y="506"/>
                    <a:pt x="0" y="506"/>
                  </a:cubicBezTo>
                  <a:cubicBezTo>
                    <a:pt x="0" y="532"/>
                    <a:pt x="21" y="553"/>
                    <a:pt x="47" y="553"/>
                  </a:cubicBezTo>
                  <a:cubicBezTo>
                    <a:pt x="196" y="553"/>
                    <a:pt x="196" y="553"/>
                    <a:pt x="196" y="553"/>
                  </a:cubicBezTo>
                  <a:cubicBezTo>
                    <a:pt x="196" y="767"/>
                    <a:pt x="196" y="767"/>
                    <a:pt x="196" y="767"/>
                  </a:cubicBezTo>
                  <a:cubicBezTo>
                    <a:pt x="196" y="775"/>
                    <a:pt x="202" y="782"/>
                    <a:pt x="210" y="782"/>
                  </a:cubicBezTo>
                  <a:close/>
                  <a:moveTo>
                    <a:pt x="29" y="506"/>
                  </a:moveTo>
                  <a:lnTo>
                    <a:pt x="29" y="506"/>
                  </a:lnTo>
                  <a:cubicBezTo>
                    <a:pt x="29" y="212"/>
                    <a:pt x="29" y="212"/>
                    <a:pt x="29" y="212"/>
                  </a:cubicBezTo>
                  <a:cubicBezTo>
                    <a:pt x="29" y="162"/>
                    <a:pt x="50" y="117"/>
                    <a:pt x="83" y="84"/>
                  </a:cubicBezTo>
                  <a:cubicBezTo>
                    <a:pt x="116" y="51"/>
                    <a:pt x="161" y="31"/>
                    <a:pt x="210" y="31"/>
                  </a:cubicBezTo>
                  <a:cubicBezTo>
                    <a:pt x="261" y="31"/>
                    <a:pt x="306" y="51"/>
                    <a:pt x="338" y="84"/>
                  </a:cubicBezTo>
                  <a:cubicBezTo>
                    <a:pt x="372" y="117"/>
                    <a:pt x="392" y="162"/>
                    <a:pt x="392" y="212"/>
                  </a:cubicBezTo>
                  <a:cubicBezTo>
                    <a:pt x="392" y="506"/>
                    <a:pt x="392" y="506"/>
                    <a:pt x="392" y="506"/>
                  </a:cubicBezTo>
                  <a:cubicBezTo>
                    <a:pt x="392" y="515"/>
                    <a:pt x="384" y="524"/>
                    <a:pt x="375" y="524"/>
                  </a:cubicBezTo>
                  <a:cubicBezTo>
                    <a:pt x="47" y="524"/>
                    <a:pt x="47" y="524"/>
                    <a:pt x="47" y="524"/>
                  </a:cubicBezTo>
                  <a:cubicBezTo>
                    <a:pt x="38" y="524"/>
                    <a:pt x="29" y="515"/>
                    <a:pt x="29" y="50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4" name="Freeform 175">
              <a:extLst>
                <a:ext uri="{FF2B5EF4-FFF2-40B4-BE49-F238E27FC236}">
                  <a16:creationId xmlns:a16="http://schemas.microsoft.com/office/drawing/2014/main" id="{6B65A3FA-CBAE-F722-4163-67A19336A12B}"/>
                </a:ext>
              </a:extLst>
            </p:cNvPr>
            <p:cNvSpPr>
              <a:spLocks noChangeArrowheads="1"/>
            </p:cNvSpPr>
            <p:nvPr/>
          </p:nvSpPr>
          <p:spPr bwMode="auto">
            <a:xfrm>
              <a:off x="8331200" y="4206875"/>
              <a:ext cx="11113" cy="104775"/>
            </a:xfrm>
            <a:custGeom>
              <a:avLst/>
              <a:gdLst>
                <a:gd name="T0" fmla="*/ 15 w 31"/>
                <a:gd name="T1" fmla="*/ 0 h 292"/>
                <a:gd name="T2" fmla="*/ 15 w 31"/>
                <a:gd name="T3" fmla="*/ 0 h 292"/>
                <a:gd name="T4" fmla="*/ 0 w 31"/>
                <a:gd name="T5" fmla="*/ 15 h 292"/>
                <a:gd name="T6" fmla="*/ 0 w 31"/>
                <a:gd name="T7" fmla="*/ 276 h 292"/>
                <a:gd name="T8" fmla="*/ 15 w 31"/>
                <a:gd name="T9" fmla="*/ 291 h 292"/>
                <a:gd name="T10" fmla="*/ 30 w 31"/>
                <a:gd name="T11" fmla="*/ 276 h 292"/>
                <a:gd name="T12" fmla="*/ 30 w 31"/>
                <a:gd name="T13" fmla="*/ 15 h 292"/>
                <a:gd name="T14" fmla="*/ 15 w 31"/>
                <a:gd name="T15" fmla="*/ 0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15" y="0"/>
                  </a:moveTo>
                  <a:lnTo>
                    <a:pt x="15" y="0"/>
                  </a:lnTo>
                  <a:cubicBezTo>
                    <a:pt x="7" y="0"/>
                    <a:pt x="0" y="8"/>
                    <a:pt x="0" y="15"/>
                  </a:cubicBezTo>
                  <a:cubicBezTo>
                    <a:pt x="0" y="276"/>
                    <a:pt x="0" y="276"/>
                    <a:pt x="0" y="276"/>
                  </a:cubicBezTo>
                  <a:cubicBezTo>
                    <a:pt x="0" y="284"/>
                    <a:pt x="7" y="291"/>
                    <a:pt x="15" y="291"/>
                  </a:cubicBezTo>
                  <a:cubicBezTo>
                    <a:pt x="23" y="291"/>
                    <a:pt x="30" y="284"/>
                    <a:pt x="30" y="276"/>
                  </a:cubicBezTo>
                  <a:cubicBezTo>
                    <a:pt x="30" y="15"/>
                    <a:pt x="30" y="15"/>
                    <a:pt x="30" y="15"/>
                  </a:cubicBezTo>
                  <a:cubicBezTo>
                    <a:pt x="30" y="8"/>
                    <a:pt x="23" y="0"/>
                    <a:pt x="15"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5" name="Freeform 176">
              <a:extLst>
                <a:ext uri="{FF2B5EF4-FFF2-40B4-BE49-F238E27FC236}">
                  <a16:creationId xmlns:a16="http://schemas.microsoft.com/office/drawing/2014/main" id="{A7298985-8E31-072C-F148-21B60DEEA92C}"/>
                </a:ext>
              </a:extLst>
            </p:cNvPr>
            <p:cNvSpPr>
              <a:spLocks noChangeArrowheads="1"/>
            </p:cNvSpPr>
            <p:nvPr/>
          </p:nvSpPr>
          <p:spPr bwMode="auto">
            <a:xfrm>
              <a:off x="8366125" y="4206875"/>
              <a:ext cx="11113" cy="104775"/>
            </a:xfrm>
            <a:custGeom>
              <a:avLst/>
              <a:gdLst>
                <a:gd name="T0" fmla="*/ 30 w 31"/>
                <a:gd name="T1" fmla="*/ 276 h 292"/>
                <a:gd name="T2" fmla="*/ 30 w 31"/>
                <a:gd name="T3" fmla="*/ 276 h 292"/>
                <a:gd name="T4" fmla="*/ 30 w 31"/>
                <a:gd name="T5" fmla="*/ 15 h 292"/>
                <a:gd name="T6" fmla="*/ 14 w 31"/>
                <a:gd name="T7" fmla="*/ 0 h 292"/>
                <a:gd name="T8" fmla="*/ 0 w 31"/>
                <a:gd name="T9" fmla="*/ 15 h 292"/>
                <a:gd name="T10" fmla="*/ 0 w 31"/>
                <a:gd name="T11" fmla="*/ 276 h 292"/>
                <a:gd name="T12" fmla="*/ 14 w 31"/>
                <a:gd name="T13" fmla="*/ 291 h 292"/>
                <a:gd name="T14" fmla="*/ 30 w 31"/>
                <a:gd name="T15" fmla="*/ 276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1" h="292">
                  <a:moveTo>
                    <a:pt x="30" y="276"/>
                  </a:moveTo>
                  <a:lnTo>
                    <a:pt x="30" y="276"/>
                  </a:lnTo>
                  <a:cubicBezTo>
                    <a:pt x="30" y="15"/>
                    <a:pt x="30" y="15"/>
                    <a:pt x="30" y="15"/>
                  </a:cubicBezTo>
                  <a:cubicBezTo>
                    <a:pt x="30" y="8"/>
                    <a:pt x="23" y="0"/>
                    <a:pt x="14" y="0"/>
                  </a:cubicBezTo>
                  <a:cubicBezTo>
                    <a:pt x="6" y="0"/>
                    <a:pt x="0" y="8"/>
                    <a:pt x="0" y="15"/>
                  </a:cubicBezTo>
                  <a:cubicBezTo>
                    <a:pt x="0" y="276"/>
                    <a:pt x="0" y="276"/>
                    <a:pt x="0" y="276"/>
                  </a:cubicBezTo>
                  <a:cubicBezTo>
                    <a:pt x="0" y="284"/>
                    <a:pt x="6" y="291"/>
                    <a:pt x="14" y="291"/>
                  </a:cubicBezTo>
                  <a:cubicBezTo>
                    <a:pt x="23" y="291"/>
                    <a:pt x="30" y="284"/>
                    <a:pt x="30" y="27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16" name="Freeform 177">
              <a:extLst>
                <a:ext uri="{FF2B5EF4-FFF2-40B4-BE49-F238E27FC236}">
                  <a16:creationId xmlns:a16="http://schemas.microsoft.com/office/drawing/2014/main" id="{6DB00EDA-C08D-B917-0801-FF7B029A45CE}"/>
                </a:ext>
              </a:extLst>
            </p:cNvPr>
            <p:cNvSpPr>
              <a:spLocks noChangeArrowheads="1"/>
            </p:cNvSpPr>
            <p:nvPr/>
          </p:nvSpPr>
          <p:spPr bwMode="auto">
            <a:xfrm>
              <a:off x="8401050" y="4206875"/>
              <a:ext cx="11113" cy="104775"/>
            </a:xfrm>
            <a:custGeom>
              <a:avLst/>
              <a:gdLst>
                <a:gd name="T0" fmla="*/ 16 w 32"/>
                <a:gd name="T1" fmla="*/ 291 h 292"/>
                <a:gd name="T2" fmla="*/ 16 w 32"/>
                <a:gd name="T3" fmla="*/ 291 h 292"/>
                <a:gd name="T4" fmla="*/ 31 w 32"/>
                <a:gd name="T5" fmla="*/ 276 h 292"/>
                <a:gd name="T6" fmla="*/ 31 w 32"/>
                <a:gd name="T7" fmla="*/ 15 h 292"/>
                <a:gd name="T8" fmla="*/ 16 w 32"/>
                <a:gd name="T9" fmla="*/ 0 h 292"/>
                <a:gd name="T10" fmla="*/ 0 w 32"/>
                <a:gd name="T11" fmla="*/ 15 h 292"/>
                <a:gd name="T12" fmla="*/ 0 w 32"/>
                <a:gd name="T13" fmla="*/ 276 h 292"/>
                <a:gd name="T14" fmla="*/ 16 w 32"/>
                <a:gd name="T15" fmla="*/ 291 h 292"/>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2" h="292">
                  <a:moveTo>
                    <a:pt x="16" y="291"/>
                  </a:moveTo>
                  <a:lnTo>
                    <a:pt x="16" y="291"/>
                  </a:lnTo>
                  <a:cubicBezTo>
                    <a:pt x="24" y="291"/>
                    <a:pt x="31" y="284"/>
                    <a:pt x="31" y="276"/>
                  </a:cubicBezTo>
                  <a:cubicBezTo>
                    <a:pt x="31" y="15"/>
                    <a:pt x="31" y="15"/>
                    <a:pt x="31" y="15"/>
                  </a:cubicBezTo>
                  <a:cubicBezTo>
                    <a:pt x="31" y="8"/>
                    <a:pt x="24" y="0"/>
                    <a:pt x="16" y="0"/>
                  </a:cubicBezTo>
                  <a:cubicBezTo>
                    <a:pt x="7" y="0"/>
                    <a:pt x="0" y="8"/>
                    <a:pt x="0" y="15"/>
                  </a:cubicBezTo>
                  <a:cubicBezTo>
                    <a:pt x="0" y="276"/>
                    <a:pt x="0" y="276"/>
                    <a:pt x="0" y="276"/>
                  </a:cubicBezTo>
                  <a:cubicBezTo>
                    <a:pt x="0" y="284"/>
                    <a:pt x="7" y="291"/>
                    <a:pt x="16" y="29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17" name="Freeform 178">
            <a:extLst>
              <a:ext uri="{FF2B5EF4-FFF2-40B4-BE49-F238E27FC236}">
                <a16:creationId xmlns:a16="http://schemas.microsoft.com/office/drawing/2014/main" id="{EEC303C2-79AC-EFCB-EC95-9AE04F6EBAE1}"/>
              </a:ext>
            </a:extLst>
          </p:cNvPr>
          <p:cNvSpPr>
            <a:spLocks noChangeArrowheads="1"/>
          </p:cNvSpPr>
          <p:nvPr/>
        </p:nvSpPr>
        <p:spPr bwMode="auto">
          <a:xfrm>
            <a:off x="5784453" y="2827214"/>
            <a:ext cx="112712" cy="301625"/>
          </a:xfrm>
          <a:custGeom>
            <a:avLst/>
            <a:gdLst>
              <a:gd name="T0" fmla="*/ 289 w 312"/>
              <a:gd name="T1" fmla="*/ 241 h 839"/>
              <a:gd name="T2" fmla="*/ 275 w 312"/>
              <a:gd name="T3" fmla="*/ 174 h 839"/>
              <a:gd name="T4" fmla="*/ 240 w 312"/>
              <a:gd name="T5" fmla="*/ 34 h 839"/>
              <a:gd name="T6" fmla="*/ 104 w 312"/>
              <a:gd name="T7" fmla="*/ 0 h 839"/>
              <a:gd name="T8" fmla="*/ 70 w 312"/>
              <a:gd name="T9" fmla="*/ 116 h 839"/>
              <a:gd name="T10" fmla="*/ 7 w 312"/>
              <a:gd name="T11" fmla="*/ 237 h 839"/>
              <a:gd name="T12" fmla="*/ 0 w 312"/>
              <a:gd name="T13" fmla="*/ 296 h 839"/>
              <a:gd name="T14" fmla="*/ 0 w 312"/>
              <a:gd name="T15" fmla="*/ 480 h 839"/>
              <a:gd name="T16" fmla="*/ 10 w 312"/>
              <a:gd name="T17" fmla="*/ 524 h 839"/>
              <a:gd name="T18" fmla="*/ 10 w 312"/>
              <a:gd name="T19" fmla="*/ 674 h 839"/>
              <a:gd name="T20" fmla="*/ 0 w 312"/>
              <a:gd name="T21" fmla="*/ 717 h 839"/>
              <a:gd name="T22" fmla="*/ 68 w 312"/>
              <a:gd name="T23" fmla="*/ 838 h 839"/>
              <a:gd name="T24" fmla="*/ 311 w 312"/>
              <a:gd name="T25" fmla="*/ 771 h 839"/>
              <a:gd name="T26" fmla="*/ 308 w 312"/>
              <a:gd name="T27" fmla="*/ 695 h 839"/>
              <a:gd name="T28" fmla="*/ 285 w 312"/>
              <a:gd name="T29" fmla="*/ 598 h 839"/>
              <a:gd name="T30" fmla="*/ 308 w 312"/>
              <a:gd name="T31" fmla="*/ 502 h 839"/>
              <a:gd name="T32" fmla="*/ 311 w 312"/>
              <a:gd name="T33" fmla="*/ 436 h 839"/>
              <a:gd name="T34" fmla="*/ 311 w 312"/>
              <a:gd name="T35" fmla="*/ 290 h 839"/>
              <a:gd name="T36" fmla="*/ 289 w 312"/>
              <a:gd name="T37" fmla="*/ 241 h 839"/>
              <a:gd name="T38" fmla="*/ 30 w 312"/>
              <a:gd name="T39" fmla="*/ 422 h 839"/>
              <a:gd name="T40" fmla="*/ 281 w 312"/>
              <a:gd name="T41" fmla="*/ 311 h 839"/>
              <a:gd name="T42" fmla="*/ 281 w 312"/>
              <a:gd name="T43" fmla="*/ 422 h 839"/>
              <a:gd name="T44" fmla="*/ 100 w 312"/>
              <a:gd name="T45" fmla="*/ 34 h 839"/>
              <a:gd name="T46" fmla="*/ 104 w 312"/>
              <a:gd name="T47" fmla="*/ 29 h 839"/>
              <a:gd name="T48" fmla="*/ 211 w 312"/>
              <a:gd name="T49" fmla="*/ 34 h 839"/>
              <a:gd name="T50" fmla="*/ 100 w 312"/>
              <a:gd name="T51" fmla="*/ 105 h 839"/>
              <a:gd name="T52" fmla="*/ 37 w 312"/>
              <a:gd name="T53" fmla="*/ 247 h 839"/>
              <a:gd name="T54" fmla="*/ 62 w 312"/>
              <a:gd name="T55" fmla="*/ 188 h 839"/>
              <a:gd name="T56" fmla="*/ 218 w 312"/>
              <a:gd name="T57" fmla="*/ 136 h 839"/>
              <a:gd name="T58" fmla="*/ 275 w 312"/>
              <a:gd name="T59" fmla="*/ 247 h 839"/>
              <a:gd name="T60" fmla="*/ 281 w 312"/>
              <a:gd name="T61" fmla="*/ 281 h 839"/>
              <a:gd name="T62" fmla="*/ 37 w 312"/>
              <a:gd name="T63" fmla="*/ 247 h 839"/>
              <a:gd name="T64" fmla="*/ 274 w 312"/>
              <a:gd name="T65" fmla="*/ 685 h 839"/>
              <a:gd name="T66" fmla="*/ 281 w 312"/>
              <a:gd name="T67" fmla="*/ 717 h 839"/>
              <a:gd name="T68" fmla="*/ 243 w 312"/>
              <a:gd name="T69" fmla="*/ 809 h 839"/>
              <a:gd name="T70" fmla="*/ 30 w 312"/>
              <a:gd name="T71" fmla="*/ 771 h 839"/>
              <a:gd name="T72" fmla="*/ 33 w 312"/>
              <a:gd name="T73" fmla="*/ 702 h 839"/>
              <a:gd name="T74" fmla="*/ 56 w 312"/>
              <a:gd name="T75" fmla="*/ 598 h 839"/>
              <a:gd name="T76" fmla="*/ 33 w 312"/>
              <a:gd name="T77" fmla="*/ 495 h 839"/>
              <a:gd name="T78" fmla="*/ 30 w 312"/>
              <a:gd name="T79" fmla="*/ 452 h 839"/>
              <a:gd name="T80" fmla="*/ 281 w 312"/>
              <a:gd name="T81" fmla="*/ 480 h 839"/>
              <a:gd name="T82" fmla="*/ 274 w 312"/>
              <a:gd name="T83" fmla="*/ 512 h 839"/>
              <a:gd name="T84" fmla="*/ 274 w 312"/>
              <a:gd name="T85" fmla="*/ 685 h 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312" h="839">
                <a:moveTo>
                  <a:pt x="289" y="241"/>
                </a:moveTo>
                <a:lnTo>
                  <a:pt x="289" y="241"/>
                </a:lnTo>
                <a:cubicBezTo>
                  <a:pt x="303" y="237"/>
                  <a:pt x="303" y="237"/>
                  <a:pt x="303" y="237"/>
                </a:cubicBezTo>
                <a:cubicBezTo>
                  <a:pt x="294" y="210"/>
                  <a:pt x="285" y="192"/>
                  <a:pt x="275" y="174"/>
                </a:cubicBezTo>
                <a:cubicBezTo>
                  <a:pt x="266" y="157"/>
                  <a:pt x="254" y="140"/>
                  <a:pt x="240" y="116"/>
                </a:cubicBezTo>
                <a:cubicBezTo>
                  <a:pt x="240" y="34"/>
                  <a:pt x="240" y="34"/>
                  <a:pt x="240" y="34"/>
                </a:cubicBezTo>
                <a:cubicBezTo>
                  <a:pt x="240" y="15"/>
                  <a:pt x="225" y="0"/>
                  <a:pt x="207" y="0"/>
                </a:cubicBezTo>
                <a:cubicBezTo>
                  <a:pt x="104" y="0"/>
                  <a:pt x="104" y="0"/>
                  <a:pt x="104" y="0"/>
                </a:cubicBezTo>
                <a:cubicBezTo>
                  <a:pt x="86" y="0"/>
                  <a:pt x="70" y="15"/>
                  <a:pt x="70" y="34"/>
                </a:cubicBezTo>
                <a:cubicBezTo>
                  <a:pt x="70" y="116"/>
                  <a:pt x="70" y="116"/>
                  <a:pt x="70" y="116"/>
                </a:cubicBezTo>
                <a:cubicBezTo>
                  <a:pt x="56" y="140"/>
                  <a:pt x="45" y="157"/>
                  <a:pt x="37" y="174"/>
                </a:cubicBezTo>
                <a:cubicBezTo>
                  <a:pt x="25" y="192"/>
                  <a:pt x="17" y="210"/>
                  <a:pt x="7" y="237"/>
                </a:cubicBezTo>
                <a:cubicBezTo>
                  <a:pt x="2" y="254"/>
                  <a:pt x="0" y="272"/>
                  <a:pt x="0" y="290"/>
                </a:cubicBezTo>
                <a:cubicBezTo>
                  <a:pt x="0" y="296"/>
                  <a:pt x="0" y="296"/>
                  <a:pt x="0" y="296"/>
                </a:cubicBezTo>
                <a:cubicBezTo>
                  <a:pt x="0" y="436"/>
                  <a:pt x="0" y="436"/>
                  <a:pt x="0" y="436"/>
                </a:cubicBezTo>
                <a:cubicBezTo>
                  <a:pt x="0" y="480"/>
                  <a:pt x="0" y="480"/>
                  <a:pt x="0" y="480"/>
                </a:cubicBezTo>
                <a:cubicBezTo>
                  <a:pt x="0" y="487"/>
                  <a:pt x="2" y="494"/>
                  <a:pt x="3" y="502"/>
                </a:cubicBezTo>
                <a:cubicBezTo>
                  <a:pt x="4" y="509"/>
                  <a:pt x="7" y="518"/>
                  <a:pt x="10" y="524"/>
                </a:cubicBezTo>
                <a:cubicBezTo>
                  <a:pt x="21" y="552"/>
                  <a:pt x="25" y="575"/>
                  <a:pt x="27" y="598"/>
                </a:cubicBezTo>
                <a:cubicBezTo>
                  <a:pt x="25" y="622"/>
                  <a:pt x="21" y="646"/>
                  <a:pt x="10" y="674"/>
                </a:cubicBezTo>
                <a:cubicBezTo>
                  <a:pt x="7" y="679"/>
                  <a:pt x="4" y="686"/>
                  <a:pt x="3" y="695"/>
                </a:cubicBezTo>
                <a:cubicBezTo>
                  <a:pt x="2" y="702"/>
                  <a:pt x="0" y="710"/>
                  <a:pt x="0" y="717"/>
                </a:cubicBezTo>
                <a:cubicBezTo>
                  <a:pt x="0" y="731"/>
                  <a:pt x="0" y="752"/>
                  <a:pt x="0" y="771"/>
                </a:cubicBezTo>
                <a:cubicBezTo>
                  <a:pt x="0" y="809"/>
                  <a:pt x="30" y="838"/>
                  <a:pt x="68" y="838"/>
                </a:cubicBezTo>
                <a:cubicBezTo>
                  <a:pt x="243" y="838"/>
                  <a:pt x="243" y="838"/>
                  <a:pt x="243" y="838"/>
                </a:cubicBezTo>
                <a:cubicBezTo>
                  <a:pt x="281" y="838"/>
                  <a:pt x="311" y="809"/>
                  <a:pt x="311" y="771"/>
                </a:cubicBezTo>
                <a:cubicBezTo>
                  <a:pt x="311" y="717"/>
                  <a:pt x="311" y="717"/>
                  <a:pt x="311" y="717"/>
                </a:cubicBezTo>
                <a:cubicBezTo>
                  <a:pt x="311" y="710"/>
                  <a:pt x="311" y="703"/>
                  <a:pt x="308" y="695"/>
                </a:cubicBezTo>
                <a:cubicBezTo>
                  <a:pt x="306" y="688"/>
                  <a:pt x="303" y="679"/>
                  <a:pt x="302" y="674"/>
                </a:cubicBezTo>
                <a:cubicBezTo>
                  <a:pt x="289" y="646"/>
                  <a:pt x="285" y="622"/>
                  <a:pt x="285" y="598"/>
                </a:cubicBezTo>
                <a:cubicBezTo>
                  <a:pt x="285" y="575"/>
                  <a:pt x="289" y="552"/>
                  <a:pt x="302" y="524"/>
                </a:cubicBezTo>
                <a:cubicBezTo>
                  <a:pt x="303" y="518"/>
                  <a:pt x="306" y="509"/>
                  <a:pt x="308" y="502"/>
                </a:cubicBezTo>
                <a:cubicBezTo>
                  <a:pt x="311" y="494"/>
                  <a:pt x="311" y="487"/>
                  <a:pt x="311" y="480"/>
                </a:cubicBezTo>
                <a:cubicBezTo>
                  <a:pt x="311" y="469"/>
                  <a:pt x="311" y="453"/>
                  <a:pt x="311" y="436"/>
                </a:cubicBezTo>
                <a:cubicBezTo>
                  <a:pt x="311" y="392"/>
                  <a:pt x="311" y="331"/>
                  <a:pt x="311" y="296"/>
                </a:cubicBezTo>
                <a:cubicBezTo>
                  <a:pt x="311" y="295"/>
                  <a:pt x="311" y="292"/>
                  <a:pt x="311" y="290"/>
                </a:cubicBezTo>
                <a:cubicBezTo>
                  <a:pt x="311" y="272"/>
                  <a:pt x="309" y="254"/>
                  <a:pt x="303" y="237"/>
                </a:cubicBezTo>
                <a:lnTo>
                  <a:pt x="289" y="241"/>
                </a:lnTo>
                <a:close/>
                <a:moveTo>
                  <a:pt x="30" y="422"/>
                </a:moveTo>
                <a:lnTo>
                  <a:pt x="30" y="422"/>
                </a:lnTo>
                <a:cubicBezTo>
                  <a:pt x="30" y="311"/>
                  <a:pt x="30" y="311"/>
                  <a:pt x="30" y="311"/>
                </a:cubicBezTo>
                <a:cubicBezTo>
                  <a:pt x="281" y="311"/>
                  <a:pt x="281" y="311"/>
                  <a:pt x="281" y="311"/>
                </a:cubicBezTo>
                <a:cubicBezTo>
                  <a:pt x="281" y="345"/>
                  <a:pt x="281" y="345"/>
                  <a:pt x="281" y="345"/>
                </a:cubicBezTo>
                <a:cubicBezTo>
                  <a:pt x="281" y="370"/>
                  <a:pt x="281" y="397"/>
                  <a:pt x="281" y="422"/>
                </a:cubicBezTo>
                <a:lnTo>
                  <a:pt x="30" y="422"/>
                </a:lnTo>
                <a:close/>
                <a:moveTo>
                  <a:pt x="100" y="34"/>
                </a:moveTo>
                <a:lnTo>
                  <a:pt x="100" y="34"/>
                </a:lnTo>
                <a:cubicBezTo>
                  <a:pt x="100" y="32"/>
                  <a:pt x="103" y="29"/>
                  <a:pt x="104" y="29"/>
                </a:cubicBezTo>
                <a:cubicBezTo>
                  <a:pt x="207" y="29"/>
                  <a:pt x="207" y="29"/>
                  <a:pt x="207" y="29"/>
                </a:cubicBezTo>
                <a:cubicBezTo>
                  <a:pt x="209" y="29"/>
                  <a:pt x="211" y="32"/>
                  <a:pt x="211" y="34"/>
                </a:cubicBezTo>
                <a:cubicBezTo>
                  <a:pt x="211" y="105"/>
                  <a:pt x="211" y="105"/>
                  <a:pt x="211" y="105"/>
                </a:cubicBezTo>
                <a:cubicBezTo>
                  <a:pt x="100" y="105"/>
                  <a:pt x="100" y="105"/>
                  <a:pt x="100" y="105"/>
                </a:cubicBezTo>
                <a:lnTo>
                  <a:pt x="100" y="34"/>
                </a:lnTo>
                <a:close/>
                <a:moveTo>
                  <a:pt x="37" y="247"/>
                </a:moveTo>
                <a:lnTo>
                  <a:pt x="37" y="247"/>
                </a:lnTo>
                <a:cubicBezTo>
                  <a:pt x="45" y="222"/>
                  <a:pt x="52" y="205"/>
                  <a:pt x="62" y="188"/>
                </a:cubicBezTo>
                <a:cubicBezTo>
                  <a:pt x="70" y="173"/>
                  <a:pt x="80" y="157"/>
                  <a:pt x="94" y="136"/>
                </a:cubicBezTo>
                <a:cubicBezTo>
                  <a:pt x="218" y="136"/>
                  <a:pt x="218" y="136"/>
                  <a:pt x="218" y="136"/>
                </a:cubicBezTo>
                <a:cubicBezTo>
                  <a:pt x="230" y="157"/>
                  <a:pt x="240" y="173"/>
                  <a:pt x="249" y="188"/>
                </a:cubicBezTo>
                <a:cubicBezTo>
                  <a:pt x="259" y="205"/>
                  <a:pt x="266" y="222"/>
                  <a:pt x="275" y="247"/>
                </a:cubicBezTo>
                <a:lnTo>
                  <a:pt x="275" y="247"/>
                </a:lnTo>
                <a:cubicBezTo>
                  <a:pt x="278" y="258"/>
                  <a:pt x="280" y="269"/>
                  <a:pt x="281" y="281"/>
                </a:cubicBezTo>
                <a:cubicBezTo>
                  <a:pt x="30" y="281"/>
                  <a:pt x="30" y="281"/>
                  <a:pt x="30" y="281"/>
                </a:cubicBezTo>
                <a:cubicBezTo>
                  <a:pt x="31" y="269"/>
                  <a:pt x="33" y="258"/>
                  <a:pt x="37" y="247"/>
                </a:cubicBezTo>
                <a:close/>
                <a:moveTo>
                  <a:pt x="274" y="685"/>
                </a:moveTo>
                <a:lnTo>
                  <a:pt x="274" y="685"/>
                </a:lnTo>
                <a:cubicBezTo>
                  <a:pt x="275" y="689"/>
                  <a:pt x="278" y="695"/>
                  <a:pt x="278" y="702"/>
                </a:cubicBezTo>
                <a:cubicBezTo>
                  <a:pt x="280" y="707"/>
                  <a:pt x="281" y="714"/>
                  <a:pt x="281" y="717"/>
                </a:cubicBezTo>
                <a:cubicBezTo>
                  <a:pt x="281" y="771"/>
                  <a:pt x="281" y="771"/>
                  <a:pt x="281" y="771"/>
                </a:cubicBezTo>
                <a:cubicBezTo>
                  <a:pt x="281" y="792"/>
                  <a:pt x="264" y="809"/>
                  <a:pt x="243" y="809"/>
                </a:cubicBezTo>
                <a:cubicBezTo>
                  <a:pt x="68" y="809"/>
                  <a:pt x="68" y="809"/>
                  <a:pt x="68" y="809"/>
                </a:cubicBezTo>
                <a:cubicBezTo>
                  <a:pt x="47" y="809"/>
                  <a:pt x="30" y="792"/>
                  <a:pt x="30" y="771"/>
                </a:cubicBezTo>
                <a:cubicBezTo>
                  <a:pt x="30" y="752"/>
                  <a:pt x="30" y="731"/>
                  <a:pt x="30" y="717"/>
                </a:cubicBezTo>
                <a:cubicBezTo>
                  <a:pt x="30" y="713"/>
                  <a:pt x="31" y="707"/>
                  <a:pt x="33" y="702"/>
                </a:cubicBezTo>
                <a:cubicBezTo>
                  <a:pt x="34" y="695"/>
                  <a:pt x="35" y="689"/>
                  <a:pt x="37" y="685"/>
                </a:cubicBezTo>
                <a:cubicBezTo>
                  <a:pt x="49" y="656"/>
                  <a:pt x="56" y="627"/>
                  <a:pt x="56" y="598"/>
                </a:cubicBezTo>
                <a:cubicBezTo>
                  <a:pt x="56" y="570"/>
                  <a:pt x="49" y="542"/>
                  <a:pt x="37" y="512"/>
                </a:cubicBezTo>
                <a:cubicBezTo>
                  <a:pt x="35" y="508"/>
                  <a:pt x="34" y="502"/>
                  <a:pt x="33" y="495"/>
                </a:cubicBezTo>
                <a:cubicBezTo>
                  <a:pt x="31" y="490"/>
                  <a:pt x="30" y="483"/>
                  <a:pt x="30" y="480"/>
                </a:cubicBezTo>
                <a:cubicBezTo>
                  <a:pt x="30" y="452"/>
                  <a:pt x="30" y="452"/>
                  <a:pt x="30" y="452"/>
                </a:cubicBezTo>
                <a:cubicBezTo>
                  <a:pt x="281" y="452"/>
                  <a:pt x="281" y="452"/>
                  <a:pt x="281" y="452"/>
                </a:cubicBezTo>
                <a:cubicBezTo>
                  <a:pt x="281" y="463"/>
                  <a:pt x="281" y="472"/>
                  <a:pt x="281" y="480"/>
                </a:cubicBezTo>
                <a:cubicBezTo>
                  <a:pt x="281" y="483"/>
                  <a:pt x="280" y="490"/>
                  <a:pt x="280" y="495"/>
                </a:cubicBezTo>
                <a:cubicBezTo>
                  <a:pt x="278" y="502"/>
                  <a:pt x="275" y="508"/>
                  <a:pt x="274" y="512"/>
                </a:cubicBezTo>
                <a:cubicBezTo>
                  <a:pt x="261" y="542"/>
                  <a:pt x="254" y="570"/>
                  <a:pt x="254" y="598"/>
                </a:cubicBezTo>
                <a:cubicBezTo>
                  <a:pt x="254" y="627"/>
                  <a:pt x="261" y="656"/>
                  <a:pt x="274" y="685"/>
                </a:cubicBezTo>
                <a:close/>
              </a:path>
            </a:pathLst>
          </a:custGeom>
          <a:solidFill>
            <a:schemeClr val="accent4"/>
          </a:solidFill>
          <a:ln>
            <a:noFill/>
          </a:ln>
          <a:effectLst/>
        </p:spPr>
        <p:txBody>
          <a:bodyPr wrap="none" anchor="ctr"/>
          <a:lstStyle/>
          <a:p>
            <a:endParaRPr lang="da-DK"/>
          </a:p>
        </p:txBody>
      </p:sp>
      <p:grpSp>
        <p:nvGrpSpPr>
          <p:cNvPr id="218" name="Group 221">
            <a:extLst>
              <a:ext uri="{FF2B5EF4-FFF2-40B4-BE49-F238E27FC236}">
                <a16:creationId xmlns:a16="http://schemas.microsoft.com/office/drawing/2014/main" id="{B3EBF06D-69C2-8100-E015-DB0401465F91}"/>
              </a:ext>
            </a:extLst>
          </p:cNvPr>
          <p:cNvGrpSpPr/>
          <p:nvPr/>
        </p:nvGrpSpPr>
        <p:grpSpPr>
          <a:xfrm>
            <a:off x="6795690" y="1338932"/>
            <a:ext cx="141288" cy="260350"/>
            <a:chOff x="5759450" y="3079750"/>
            <a:chExt cx="141288" cy="260350"/>
          </a:xfrm>
          <a:solidFill>
            <a:schemeClr val="accent4"/>
          </a:solidFill>
        </p:grpSpPr>
        <p:sp>
          <p:nvSpPr>
            <p:cNvPr id="219" name="Freeform 179">
              <a:extLst>
                <a:ext uri="{FF2B5EF4-FFF2-40B4-BE49-F238E27FC236}">
                  <a16:creationId xmlns:a16="http://schemas.microsoft.com/office/drawing/2014/main" id="{D2E456C9-1A22-1C4F-6018-B80BBC3715CE}"/>
                </a:ext>
              </a:extLst>
            </p:cNvPr>
            <p:cNvSpPr>
              <a:spLocks noChangeArrowheads="1"/>
            </p:cNvSpPr>
            <p:nvPr/>
          </p:nvSpPr>
          <p:spPr bwMode="auto">
            <a:xfrm>
              <a:off x="5759450" y="3135313"/>
              <a:ext cx="141288" cy="98425"/>
            </a:xfrm>
            <a:custGeom>
              <a:avLst/>
              <a:gdLst>
                <a:gd name="T0" fmla="*/ 18 w 391"/>
                <a:gd name="T1" fmla="*/ 114 h 274"/>
                <a:gd name="T2" fmla="*/ 18 w 391"/>
                <a:gd name="T3" fmla="*/ 114 h 274"/>
                <a:gd name="T4" fmla="*/ 32 w 391"/>
                <a:gd name="T5" fmla="*/ 97 h 274"/>
                <a:gd name="T6" fmla="*/ 31 w 391"/>
                <a:gd name="T7" fmla="*/ 59 h 274"/>
                <a:gd name="T8" fmla="*/ 77 w 391"/>
                <a:gd name="T9" fmla="*/ 95 h 274"/>
                <a:gd name="T10" fmla="*/ 154 w 391"/>
                <a:gd name="T11" fmla="*/ 147 h 274"/>
                <a:gd name="T12" fmla="*/ 175 w 391"/>
                <a:gd name="T13" fmla="*/ 187 h 274"/>
                <a:gd name="T14" fmla="*/ 179 w 391"/>
                <a:gd name="T15" fmla="*/ 257 h 274"/>
                <a:gd name="T16" fmla="*/ 195 w 391"/>
                <a:gd name="T17" fmla="*/ 273 h 274"/>
                <a:gd name="T18" fmla="*/ 210 w 391"/>
                <a:gd name="T19" fmla="*/ 257 h 274"/>
                <a:gd name="T20" fmla="*/ 215 w 391"/>
                <a:gd name="T21" fmla="*/ 187 h 274"/>
                <a:gd name="T22" fmla="*/ 236 w 391"/>
                <a:gd name="T23" fmla="*/ 147 h 274"/>
                <a:gd name="T24" fmla="*/ 313 w 391"/>
                <a:gd name="T25" fmla="*/ 95 h 274"/>
                <a:gd name="T26" fmla="*/ 359 w 391"/>
                <a:gd name="T27" fmla="*/ 59 h 274"/>
                <a:gd name="T28" fmla="*/ 358 w 391"/>
                <a:gd name="T29" fmla="*/ 97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8 h 274"/>
                <a:gd name="T46" fmla="*/ 215 w 391"/>
                <a:gd name="T47" fmla="*/ 125 h 274"/>
                <a:gd name="T48" fmla="*/ 195 w 391"/>
                <a:gd name="T49" fmla="*/ 154 h 274"/>
                <a:gd name="T50" fmla="*/ 175 w 391"/>
                <a:gd name="T51" fmla="*/ 125 h 274"/>
                <a:gd name="T52" fmla="*/ 94 w 391"/>
                <a:gd name="T53" fmla="*/ 68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3"/>
                    <a:pt x="33" y="106"/>
                    <a:pt x="32" y="97"/>
                  </a:cubicBezTo>
                  <a:cubicBezTo>
                    <a:pt x="31" y="83"/>
                    <a:pt x="31" y="71"/>
                    <a:pt x="31" y="59"/>
                  </a:cubicBezTo>
                  <a:cubicBezTo>
                    <a:pt x="45" y="73"/>
                    <a:pt x="62" y="85"/>
                    <a:pt x="77" y="95"/>
                  </a:cubicBezTo>
                  <a:cubicBezTo>
                    <a:pt x="105" y="111"/>
                    <a:pt x="133" y="125"/>
                    <a:pt x="154" y="147"/>
                  </a:cubicBezTo>
                  <a:cubicBezTo>
                    <a:pt x="165" y="158"/>
                    <a:pt x="171" y="170"/>
                    <a:pt x="175" y="187"/>
                  </a:cubicBezTo>
                  <a:cubicBezTo>
                    <a:pt x="178" y="205"/>
                    <a:pt x="179" y="229"/>
                    <a:pt x="179" y="257"/>
                  </a:cubicBezTo>
                  <a:cubicBezTo>
                    <a:pt x="179" y="266"/>
                    <a:pt x="186" y="273"/>
                    <a:pt x="195" y="273"/>
                  </a:cubicBezTo>
                  <a:cubicBezTo>
                    <a:pt x="203" y="273"/>
                    <a:pt x="210" y="266"/>
                    <a:pt x="210" y="257"/>
                  </a:cubicBezTo>
                  <a:cubicBezTo>
                    <a:pt x="210" y="229"/>
                    <a:pt x="212" y="205"/>
                    <a:pt x="215" y="187"/>
                  </a:cubicBezTo>
                  <a:cubicBezTo>
                    <a:pt x="219" y="170"/>
                    <a:pt x="224" y="158"/>
                    <a:pt x="236" y="147"/>
                  </a:cubicBezTo>
                  <a:cubicBezTo>
                    <a:pt x="257" y="125"/>
                    <a:pt x="285" y="111"/>
                    <a:pt x="313" y="95"/>
                  </a:cubicBezTo>
                  <a:cubicBezTo>
                    <a:pt x="328" y="85"/>
                    <a:pt x="345" y="73"/>
                    <a:pt x="359" y="59"/>
                  </a:cubicBezTo>
                  <a:cubicBezTo>
                    <a:pt x="359" y="71"/>
                    <a:pt x="359" y="83"/>
                    <a:pt x="358" y="97"/>
                  </a:cubicBezTo>
                  <a:cubicBezTo>
                    <a:pt x="358" y="106"/>
                    <a:pt x="363" y="113"/>
                    <a:pt x="372" y="114"/>
                  </a:cubicBezTo>
                  <a:cubicBezTo>
                    <a:pt x="380" y="114"/>
                    <a:pt x="387" y="109"/>
                    <a:pt x="387" y="100"/>
                  </a:cubicBezTo>
                  <a:lnTo>
                    <a:pt x="387" y="100"/>
                  </a:lnTo>
                  <a:cubicBezTo>
                    <a:pt x="390" y="73"/>
                    <a:pt x="390" y="50"/>
                    <a:pt x="390" y="34"/>
                  </a:cubicBezTo>
                  <a:cubicBezTo>
                    <a:pt x="390" y="23"/>
                    <a:pt x="390" y="16"/>
                    <a:pt x="390" y="16"/>
                  </a:cubicBezTo>
                  <a:cubicBezTo>
                    <a:pt x="390" y="9"/>
                    <a:pt x="384" y="3"/>
                    <a:pt x="379" y="2"/>
                  </a:cubicBezTo>
                  <a:cubicBezTo>
                    <a:pt x="372" y="0"/>
                    <a:pt x="365" y="3"/>
                    <a:pt x="362" y="9"/>
                  </a:cubicBezTo>
                  <a:cubicBezTo>
                    <a:pt x="347" y="36"/>
                    <a:pt x="324" y="52"/>
                    <a:pt x="297" y="68"/>
                  </a:cubicBezTo>
                  <a:cubicBezTo>
                    <a:pt x="271" y="85"/>
                    <a:pt x="240" y="100"/>
                    <a:pt x="215" y="125"/>
                  </a:cubicBezTo>
                  <a:cubicBezTo>
                    <a:pt x="206" y="134"/>
                    <a:pt x="199" y="144"/>
                    <a:pt x="195" y="154"/>
                  </a:cubicBezTo>
                  <a:cubicBezTo>
                    <a:pt x="191" y="144"/>
                    <a:pt x="184" y="134"/>
                    <a:pt x="175" y="125"/>
                  </a:cubicBezTo>
                  <a:cubicBezTo>
                    <a:pt x="150" y="100"/>
                    <a:pt x="119" y="85"/>
                    <a:pt x="94" y="68"/>
                  </a:cubicBezTo>
                  <a:cubicBezTo>
                    <a:pt x="67" y="52"/>
                    <a:pt x="43" y="36"/>
                    <a:pt x="28" y="9"/>
                  </a:cubicBezTo>
                  <a:cubicBezTo>
                    <a:pt x="25" y="3"/>
                    <a:pt x="18" y="0"/>
                    <a:pt x="11" y="2"/>
                  </a:cubicBezTo>
                  <a:cubicBezTo>
                    <a:pt x="5" y="3"/>
                    <a:pt x="1" y="9"/>
                    <a:pt x="0" y="16"/>
                  </a:cubicBezTo>
                  <a:cubicBezTo>
                    <a:pt x="0" y="16"/>
                    <a:pt x="0" y="23"/>
                    <a:pt x="0" y="34"/>
                  </a:cubicBezTo>
                  <a:cubicBezTo>
                    <a:pt x="0" y="50"/>
                    <a:pt x="1" y="73"/>
                    <a:pt x="3" y="100"/>
                  </a:cubicBezTo>
                  <a:cubicBezTo>
                    <a:pt x="3" y="109"/>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0" name="Freeform 180">
              <a:extLst>
                <a:ext uri="{FF2B5EF4-FFF2-40B4-BE49-F238E27FC236}">
                  <a16:creationId xmlns:a16="http://schemas.microsoft.com/office/drawing/2014/main" id="{A9FB5731-2FEE-1FE4-205A-3534B6E8BD5C}"/>
                </a:ext>
              </a:extLst>
            </p:cNvPr>
            <p:cNvSpPr>
              <a:spLocks noChangeArrowheads="1"/>
            </p:cNvSpPr>
            <p:nvPr/>
          </p:nvSpPr>
          <p:spPr bwMode="auto">
            <a:xfrm>
              <a:off x="5759450" y="3079750"/>
              <a:ext cx="141288" cy="98425"/>
            </a:xfrm>
            <a:custGeom>
              <a:avLst/>
              <a:gdLst>
                <a:gd name="T0" fmla="*/ 18 w 391"/>
                <a:gd name="T1" fmla="*/ 114 h 274"/>
                <a:gd name="T2" fmla="*/ 18 w 391"/>
                <a:gd name="T3" fmla="*/ 114 h 274"/>
                <a:gd name="T4" fmla="*/ 32 w 391"/>
                <a:gd name="T5" fmla="*/ 99 h 274"/>
                <a:gd name="T6" fmla="*/ 31 w 391"/>
                <a:gd name="T7" fmla="*/ 59 h 274"/>
                <a:gd name="T8" fmla="*/ 77 w 391"/>
                <a:gd name="T9" fmla="*/ 94 h 274"/>
                <a:gd name="T10" fmla="*/ 154 w 391"/>
                <a:gd name="T11" fmla="*/ 148 h 274"/>
                <a:gd name="T12" fmla="*/ 175 w 391"/>
                <a:gd name="T13" fmla="*/ 188 h 274"/>
                <a:gd name="T14" fmla="*/ 179 w 391"/>
                <a:gd name="T15" fmla="*/ 257 h 274"/>
                <a:gd name="T16" fmla="*/ 195 w 391"/>
                <a:gd name="T17" fmla="*/ 273 h 274"/>
                <a:gd name="T18" fmla="*/ 210 w 391"/>
                <a:gd name="T19" fmla="*/ 257 h 274"/>
                <a:gd name="T20" fmla="*/ 215 w 391"/>
                <a:gd name="T21" fmla="*/ 188 h 274"/>
                <a:gd name="T22" fmla="*/ 236 w 391"/>
                <a:gd name="T23" fmla="*/ 148 h 274"/>
                <a:gd name="T24" fmla="*/ 313 w 391"/>
                <a:gd name="T25" fmla="*/ 94 h 274"/>
                <a:gd name="T26" fmla="*/ 359 w 391"/>
                <a:gd name="T27" fmla="*/ 59 h 274"/>
                <a:gd name="T28" fmla="*/ 358 w 391"/>
                <a:gd name="T29" fmla="*/ 99 h 274"/>
                <a:gd name="T30" fmla="*/ 372 w 391"/>
                <a:gd name="T31" fmla="*/ 114 h 274"/>
                <a:gd name="T32" fmla="*/ 387 w 391"/>
                <a:gd name="T33" fmla="*/ 100 h 274"/>
                <a:gd name="T34" fmla="*/ 387 w 391"/>
                <a:gd name="T35" fmla="*/ 100 h 274"/>
                <a:gd name="T36" fmla="*/ 390 w 391"/>
                <a:gd name="T37" fmla="*/ 34 h 274"/>
                <a:gd name="T38" fmla="*/ 390 w 391"/>
                <a:gd name="T39" fmla="*/ 16 h 274"/>
                <a:gd name="T40" fmla="*/ 379 w 391"/>
                <a:gd name="T41" fmla="*/ 2 h 274"/>
                <a:gd name="T42" fmla="*/ 362 w 391"/>
                <a:gd name="T43" fmla="*/ 9 h 274"/>
                <a:gd name="T44" fmla="*/ 297 w 391"/>
                <a:gd name="T45" fmla="*/ 69 h 274"/>
                <a:gd name="T46" fmla="*/ 215 w 391"/>
                <a:gd name="T47" fmla="*/ 127 h 274"/>
                <a:gd name="T48" fmla="*/ 195 w 391"/>
                <a:gd name="T49" fmla="*/ 153 h 274"/>
                <a:gd name="T50" fmla="*/ 175 w 391"/>
                <a:gd name="T51" fmla="*/ 127 h 274"/>
                <a:gd name="T52" fmla="*/ 94 w 391"/>
                <a:gd name="T53" fmla="*/ 69 h 274"/>
                <a:gd name="T54" fmla="*/ 28 w 391"/>
                <a:gd name="T55" fmla="*/ 9 h 274"/>
                <a:gd name="T56" fmla="*/ 11 w 391"/>
                <a:gd name="T57" fmla="*/ 2 h 274"/>
                <a:gd name="T58" fmla="*/ 0 w 391"/>
                <a:gd name="T59" fmla="*/ 16 h 274"/>
                <a:gd name="T60" fmla="*/ 0 w 391"/>
                <a:gd name="T61" fmla="*/ 34 h 274"/>
                <a:gd name="T62" fmla="*/ 3 w 391"/>
                <a:gd name="T63" fmla="*/ 100 h 274"/>
                <a:gd name="T64" fmla="*/ 18 w 391"/>
                <a:gd name="T65" fmla="*/ 114 h 2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Lst>
              <a:rect l="0" t="0" r="r" b="b"/>
              <a:pathLst>
                <a:path w="391" h="274">
                  <a:moveTo>
                    <a:pt x="18" y="114"/>
                  </a:moveTo>
                  <a:lnTo>
                    <a:pt x="18" y="114"/>
                  </a:lnTo>
                  <a:cubicBezTo>
                    <a:pt x="26" y="114"/>
                    <a:pt x="33" y="106"/>
                    <a:pt x="32" y="99"/>
                  </a:cubicBezTo>
                  <a:cubicBezTo>
                    <a:pt x="31" y="84"/>
                    <a:pt x="31" y="72"/>
                    <a:pt x="31" y="59"/>
                  </a:cubicBezTo>
                  <a:cubicBezTo>
                    <a:pt x="45" y="73"/>
                    <a:pt x="62" y="84"/>
                    <a:pt x="77" y="94"/>
                  </a:cubicBezTo>
                  <a:cubicBezTo>
                    <a:pt x="105" y="111"/>
                    <a:pt x="133" y="125"/>
                    <a:pt x="154" y="148"/>
                  </a:cubicBezTo>
                  <a:cubicBezTo>
                    <a:pt x="165" y="157"/>
                    <a:pt x="171" y="170"/>
                    <a:pt x="175" y="188"/>
                  </a:cubicBezTo>
                  <a:cubicBezTo>
                    <a:pt x="178" y="207"/>
                    <a:pt x="179" y="229"/>
                    <a:pt x="179" y="257"/>
                  </a:cubicBezTo>
                  <a:cubicBezTo>
                    <a:pt x="179" y="266"/>
                    <a:pt x="186" y="273"/>
                    <a:pt x="195" y="273"/>
                  </a:cubicBezTo>
                  <a:cubicBezTo>
                    <a:pt x="203" y="273"/>
                    <a:pt x="210" y="266"/>
                    <a:pt x="210" y="257"/>
                  </a:cubicBezTo>
                  <a:cubicBezTo>
                    <a:pt x="210" y="229"/>
                    <a:pt x="212" y="207"/>
                    <a:pt x="215" y="188"/>
                  </a:cubicBezTo>
                  <a:cubicBezTo>
                    <a:pt x="219" y="170"/>
                    <a:pt x="224" y="157"/>
                    <a:pt x="236" y="148"/>
                  </a:cubicBezTo>
                  <a:cubicBezTo>
                    <a:pt x="257" y="125"/>
                    <a:pt x="285" y="111"/>
                    <a:pt x="313" y="94"/>
                  </a:cubicBezTo>
                  <a:cubicBezTo>
                    <a:pt x="328" y="84"/>
                    <a:pt x="345" y="73"/>
                    <a:pt x="359" y="59"/>
                  </a:cubicBezTo>
                  <a:cubicBezTo>
                    <a:pt x="359" y="72"/>
                    <a:pt x="359" y="84"/>
                    <a:pt x="358" y="99"/>
                  </a:cubicBezTo>
                  <a:cubicBezTo>
                    <a:pt x="358" y="107"/>
                    <a:pt x="363" y="114"/>
                    <a:pt x="372" y="114"/>
                  </a:cubicBezTo>
                  <a:cubicBezTo>
                    <a:pt x="380" y="114"/>
                    <a:pt x="387" y="108"/>
                    <a:pt x="387" y="100"/>
                  </a:cubicBezTo>
                  <a:lnTo>
                    <a:pt x="387" y="100"/>
                  </a:lnTo>
                  <a:cubicBezTo>
                    <a:pt x="390" y="73"/>
                    <a:pt x="390" y="49"/>
                    <a:pt x="390" y="34"/>
                  </a:cubicBezTo>
                  <a:cubicBezTo>
                    <a:pt x="390" y="23"/>
                    <a:pt x="390" y="17"/>
                    <a:pt x="390" y="16"/>
                  </a:cubicBezTo>
                  <a:cubicBezTo>
                    <a:pt x="390" y="10"/>
                    <a:pt x="384" y="4"/>
                    <a:pt x="379" y="2"/>
                  </a:cubicBezTo>
                  <a:cubicBezTo>
                    <a:pt x="372" y="0"/>
                    <a:pt x="365" y="3"/>
                    <a:pt x="362" y="9"/>
                  </a:cubicBezTo>
                  <a:cubicBezTo>
                    <a:pt x="347" y="37"/>
                    <a:pt x="324" y="52"/>
                    <a:pt x="297" y="69"/>
                  </a:cubicBezTo>
                  <a:cubicBezTo>
                    <a:pt x="271" y="84"/>
                    <a:pt x="240" y="100"/>
                    <a:pt x="215" y="127"/>
                  </a:cubicBezTo>
                  <a:cubicBezTo>
                    <a:pt x="206" y="134"/>
                    <a:pt x="199" y="143"/>
                    <a:pt x="195" y="153"/>
                  </a:cubicBezTo>
                  <a:cubicBezTo>
                    <a:pt x="191" y="143"/>
                    <a:pt x="184" y="134"/>
                    <a:pt x="175" y="127"/>
                  </a:cubicBezTo>
                  <a:cubicBezTo>
                    <a:pt x="150" y="100"/>
                    <a:pt x="119" y="84"/>
                    <a:pt x="94" y="69"/>
                  </a:cubicBezTo>
                  <a:cubicBezTo>
                    <a:pt x="67" y="52"/>
                    <a:pt x="43" y="37"/>
                    <a:pt x="28" y="9"/>
                  </a:cubicBezTo>
                  <a:cubicBezTo>
                    <a:pt x="25" y="3"/>
                    <a:pt x="18" y="0"/>
                    <a:pt x="11" y="2"/>
                  </a:cubicBezTo>
                  <a:cubicBezTo>
                    <a:pt x="5" y="4"/>
                    <a:pt x="1" y="10"/>
                    <a:pt x="0" y="16"/>
                  </a:cubicBezTo>
                  <a:cubicBezTo>
                    <a:pt x="0" y="17"/>
                    <a:pt x="0" y="23"/>
                    <a:pt x="0" y="34"/>
                  </a:cubicBezTo>
                  <a:cubicBezTo>
                    <a:pt x="0" y="49"/>
                    <a:pt x="1" y="73"/>
                    <a:pt x="3" y="100"/>
                  </a:cubicBezTo>
                  <a:cubicBezTo>
                    <a:pt x="3" y="108"/>
                    <a:pt x="10" y="114"/>
                    <a:pt x="18" y="11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1" name="Freeform 181">
              <a:extLst>
                <a:ext uri="{FF2B5EF4-FFF2-40B4-BE49-F238E27FC236}">
                  <a16:creationId xmlns:a16="http://schemas.microsoft.com/office/drawing/2014/main" id="{F4B3B1F9-451E-780E-E0F4-03AFC9641412}"/>
                </a:ext>
              </a:extLst>
            </p:cNvPr>
            <p:cNvSpPr>
              <a:spLocks noChangeArrowheads="1"/>
            </p:cNvSpPr>
            <p:nvPr/>
          </p:nvSpPr>
          <p:spPr bwMode="auto">
            <a:xfrm>
              <a:off x="5759450" y="3189288"/>
              <a:ext cx="141288" cy="150812"/>
            </a:xfrm>
            <a:custGeom>
              <a:avLst/>
              <a:gdLst>
                <a:gd name="T0" fmla="*/ 195 w 391"/>
                <a:gd name="T1" fmla="*/ 420 h 421"/>
                <a:gd name="T2" fmla="*/ 195 w 391"/>
                <a:gd name="T3" fmla="*/ 420 h 421"/>
                <a:gd name="T4" fmla="*/ 210 w 391"/>
                <a:gd name="T5" fmla="*/ 404 h 421"/>
                <a:gd name="T6" fmla="*/ 210 w 391"/>
                <a:gd name="T7" fmla="*/ 299 h 421"/>
                <a:gd name="T8" fmla="*/ 261 w 391"/>
                <a:gd name="T9" fmla="*/ 292 h 421"/>
                <a:gd name="T10" fmla="*/ 314 w 391"/>
                <a:gd name="T11" fmla="*/ 272 h 421"/>
                <a:gd name="T12" fmla="*/ 358 w 391"/>
                <a:gd name="T13" fmla="*/ 233 h 421"/>
                <a:gd name="T14" fmla="*/ 376 w 391"/>
                <a:gd name="T15" fmla="*/ 184 h 421"/>
                <a:gd name="T16" fmla="*/ 390 w 391"/>
                <a:gd name="T17" fmla="*/ 32 h 421"/>
                <a:gd name="T18" fmla="*/ 390 w 391"/>
                <a:gd name="T19" fmla="*/ 15 h 421"/>
                <a:gd name="T20" fmla="*/ 379 w 391"/>
                <a:gd name="T21" fmla="*/ 1 h 421"/>
                <a:gd name="T22" fmla="*/ 362 w 391"/>
                <a:gd name="T23" fmla="*/ 8 h 421"/>
                <a:gd name="T24" fmla="*/ 297 w 391"/>
                <a:gd name="T25" fmla="*/ 67 h 421"/>
                <a:gd name="T26" fmla="*/ 215 w 391"/>
                <a:gd name="T27" fmla="*/ 125 h 421"/>
                <a:gd name="T28" fmla="*/ 195 w 391"/>
                <a:gd name="T29" fmla="*/ 153 h 421"/>
                <a:gd name="T30" fmla="*/ 175 w 391"/>
                <a:gd name="T31" fmla="*/ 125 h 421"/>
                <a:gd name="T32" fmla="*/ 94 w 391"/>
                <a:gd name="T33" fmla="*/ 67 h 421"/>
                <a:gd name="T34" fmla="*/ 28 w 391"/>
                <a:gd name="T35" fmla="*/ 8 h 421"/>
                <a:gd name="T36" fmla="*/ 11 w 391"/>
                <a:gd name="T37" fmla="*/ 1 h 421"/>
                <a:gd name="T38" fmla="*/ 0 w 391"/>
                <a:gd name="T39" fmla="*/ 15 h 421"/>
                <a:gd name="T40" fmla="*/ 0 w 391"/>
                <a:gd name="T41" fmla="*/ 32 h 421"/>
                <a:gd name="T42" fmla="*/ 5 w 391"/>
                <a:gd name="T43" fmla="*/ 128 h 421"/>
                <a:gd name="T44" fmla="*/ 14 w 391"/>
                <a:gd name="T45" fmla="*/ 184 h 421"/>
                <a:gd name="T46" fmla="*/ 32 w 391"/>
                <a:gd name="T47" fmla="*/ 233 h 421"/>
                <a:gd name="T48" fmla="*/ 76 w 391"/>
                <a:gd name="T49" fmla="*/ 272 h 421"/>
                <a:gd name="T50" fmla="*/ 153 w 391"/>
                <a:gd name="T51" fmla="*/ 296 h 421"/>
                <a:gd name="T52" fmla="*/ 179 w 391"/>
                <a:gd name="T53" fmla="*/ 299 h 421"/>
                <a:gd name="T54" fmla="*/ 179 w 391"/>
                <a:gd name="T55" fmla="*/ 404 h 421"/>
                <a:gd name="T56" fmla="*/ 195 w 391"/>
                <a:gd name="T57" fmla="*/ 420 h 421"/>
                <a:gd name="T58" fmla="*/ 215 w 391"/>
                <a:gd name="T59" fmla="*/ 186 h 421"/>
                <a:gd name="T60" fmla="*/ 215 w 391"/>
                <a:gd name="T61" fmla="*/ 186 h 421"/>
                <a:gd name="T62" fmla="*/ 236 w 391"/>
                <a:gd name="T63" fmla="*/ 146 h 421"/>
                <a:gd name="T64" fmla="*/ 313 w 391"/>
                <a:gd name="T65" fmla="*/ 92 h 421"/>
                <a:gd name="T66" fmla="*/ 359 w 391"/>
                <a:gd name="T67" fmla="*/ 59 h 421"/>
                <a:gd name="T68" fmla="*/ 355 w 391"/>
                <a:gd name="T69" fmla="*/ 125 h 421"/>
                <a:gd name="T70" fmla="*/ 347 w 391"/>
                <a:gd name="T71" fmla="*/ 177 h 421"/>
                <a:gd name="T72" fmla="*/ 331 w 391"/>
                <a:gd name="T73" fmla="*/ 217 h 421"/>
                <a:gd name="T74" fmla="*/ 300 w 391"/>
                <a:gd name="T75" fmla="*/ 247 h 421"/>
                <a:gd name="T76" fmla="*/ 233 w 391"/>
                <a:gd name="T77" fmla="*/ 266 h 421"/>
                <a:gd name="T78" fmla="*/ 201 w 391"/>
                <a:gd name="T79" fmla="*/ 269 h 421"/>
                <a:gd name="T80" fmla="*/ 210 w 391"/>
                <a:gd name="T81" fmla="*/ 257 h 421"/>
                <a:gd name="T82" fmla="*/ 215 w 391"/>
                <a:gd name="T83" fmla="*/ 186 h 421"/>
                <a:gd name="T84" fmla="*/ 136 w 391"/>
                <a:gd name="T85" fmla="*/ 262 h 421"/>
                <a:gd name="T86" fmla="*/ 136 w 391"/>
                <a:gd name="T87" fmla="*/ 262 h 421"/>
                <a:gd name="T88" fmla="*/ 90 w 391"/>
                <a:gd name="T89" fmla="*/ 247 h 421"/>
                <a:gd name="T90" fmla="*/ 59 w 391"/>
                <a:gd name="T91" fmla="*/ 217 h 421"/>
                <a:gd name="T92" fmla="*/ 43 w 391"/>
                <a:gd name="T93" fmla="*/ 177 h 421"/>
                <a:gd name="T94" fmla="*/ 31 w 391"/>
                <a:gd name="T95" fmla="*/ 59 h 421"/>
                <a:gd name="T96" fmla="*/ 77 w 391"/>
                <a:gd name="T97" fmla="*/ 92 h 421"/>
                <a:gd name="T98" fmla="*/ 154 w 391"/>
                <a:gd name="T99" fmla="*/ 146 h 421"/>
                <a:gd name="T100" fmla="*/ 175 w 391"/>
                <a:gd name="T101" fmla="*/ 186 h 421"/>
                <a:gd name="T102" fmla="*/ 179 w 391"/>
                <a:gd name="T103" fmla="*/ 257 h 421"/>
                <a:gd name="T104" fmla="*/ 189 w 391"/>
                <a:gd name="T105" fmla="*/ 269 h 421"/>
                <a:gd name="T106" fmla="*/ 136 w 391"/>
                <a:gd name="T107" fmla="*/ 262 h 4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391" h="421">
                  <a:moveTo>
                    <a:pt x="195" y="420"/>
                  </a:moveTo>
                  <a:lnTo>
                    <a:pt x="195" y="420"/>
                  </a:lnTo>
                  <a:cubicBezTo>
                    <a:pt x="203" y="420"/>
                    <a:pt x="210" y="412"/>
                    <a:pt x="210" y="404"/>
                  </a:cubicBezTo>
                  <a:cubicBezTo>
                    <a:pt x="210" y="299"/>
                    <a:pt x="210" y="299"/>
                    <a:pt x="210" y="299"/>
                  </a:cubicBezTo>
                  <a:cubicBezTo>
                    <a:pt x="222" y="299"/>
                    <a:pt x="241" y="296"/>
                    <a:pt x="261" y="292"/>
                  </a:cubicBezTo>
                  <a:cubicBezTo>
                    <a:pt x="279" y="288"/>
                    <a:pt x="297" y="282"/>
                    <a:pt x="314" y="272"/>
                  </a:cubicBezTo>
                  <a:cubicBezTo>
                    <a:pt x="331" y="264"/>
                    <a:pt x="348" y="251"/>
                    <a:pt x="358" y="233"/>
                  </a:cubicBezTo>
                  <a:cubicBezTo>
                    <a:pt x="366" y="219"/>
                    <a:pt x="372" y="202"/>
                    <a:pt x="376" y="184"/>
                  </a:cubicBezTo>
                  <a:cubicBezTo>
                    <a:pt x="389" y="130"/>
                    <a:pt x="390" y="64"/>
                    <a:pt x="390" y="32"/>
                  </a:cubicBezTo>
                  <a:cubicBezTo>
                    <a:pt x="390" y="22"/>
                    <a:pt x="390" y="15"/>
                    <a:pt x="390" y="15"/>
                  </a:cubicBezTo>
                  <a:cubicBezTo>
                    <a:pt x="390" y="8"/>
                    <a:pt x="384" y="3"/>
                    <a:pt x="379" y="1"/>
                  </a:cubicBezTo>
                  <a:cubicBezTo>
                    <a:pt x="372" y="0"/>
                    <a:pt x="365" y="3"/>
                    <a:pt x="362" y="8"/>
                  </a:cubicBezTo>
                  <a:cubicBezTo>
                    <a:pt x="347" y="35"/>
                    <a:pt x="324" y="52"/>
                    <a:pt x="297" y="67"/>
                  </a:cubicBezTo>
                  <a:cubicBezTo>
                    <a:pt x="271" y="84"/>
                    <a:pt x="240" y="99"/>
                    <a:pt x="215" y="125"/>
                  </a:cubicBezTo>
                  <a:cubicBezTo>
                    <a:pt x="206" y="133"/>
                    <a:pt x="199" y="142"/>
                    <a:pt x="195" y="153"/>
                  </a:cubicBezTo>
                  <a:cubicBezTo>
                    <a:pt x="191" y="142"/>
                    <a:pt x="184" y="133"/>
                    <a:pt x="175" y="125"/>
                  </a:cubicBezTo>
                  <a:cubicBezTo>
                    <a:pt x="150" y="99"/>
                    <a:pt x="119" y="84"/>
                    <a:pt x="94" y="67"/>
                  </a:cubicBezTo>
                  <a:cubicBezTo>
                    <a:pt x="67" y="52"/>
                    <a:pt x="43" y="35"/>
                    <a:pt x="28" y="8"/>
                  </a:cubicBezTo>
                  <a:cubicBezTo>
                    <a:pt x="25" y="3"/>
                    <a:pt x="18" y="0"/>
                    <a:pt x="11" y="1"/>
                  </a:cubicBezTo>
                  <a:cubicBezTo>
                    <a:pt x="5" y="3"/>
                    <a:pt x="1" y="8"/>
                    <a:pt x="0" y="15"/>
                  </a:cubicBezTo>
                  <a:cubicBezTo>
                    <a:pt x="0" y="15"/>
                    <a:pt x="0" y="22"/>
                    <a:pt x="0" y="32"/>
                  </a:cubicBezTo>
                  <a:cubicBezTo>
                    <a:pt x="0" y="53"/>
                    <a:pt x="1" y="90"/>
                    <a:pt x="5" y="128"/>
                  </a:cubicBezTo>
                  <a:cubicBezTo>
                    <a:pt x="7" y="147"/>
                    <a:pt x="10" y="165"/>
                    <a:pt x="14" y="184"/>
                  </a:cubicBezTo>
                  <a:cubicBezTo>
                    <a:pt x="19" y="202"/>
                    <a:pt x="25" y="219"/>
                    <a:pt x="32" y="233"/>
                  </a:cubicBezTo>
                  <a:cubicBezTo>
                    <a:pt x="43" y="251"/>
                    <a:pt x="59" y="264"/>
                    <a:pt x="76" y="272"/>
                  </a:cubicBezTo>
                  <a:cubicBezTo>
                    <a:pt x="101" y="286"/>
                    <a:pt x="130" y="293"/>
                    <a:pt x="153" y="296"/>
                  </a:cubicBezTo>
                  <a:cubicBezTo>
                    <a:pt x="164" y="297"/>
                    <a:pt x="172" y="299"/>
                    <a:pt x="179" y="299"/>
                  </a:cubicBezTo>
                  <a:cubicBezTo>
                    <a:pt x="179" y="404"/>
                    <a:pt x="179" y="404"/>
                    <a:pt x="179" y="404"/>
                  </a:cubicBezTo>
                  <a:cubicBezTo>
                    <a:pt x="179" y="412"/>
                    <a:pt x="186" y="420"/>
                    <a:pt x="195" y="420"/>
                  </a:cubicBezTo>
                  <a:close/>
                  <a:moveTo>
                    <a:pt x="215" y="186"/>
                  </a:moveTo>
                  <a:lnTo>
                    <a:pt x="215" y="186"/>
                  </a:lnTo>
                  <a:cubicBezTo>
                    <a:pt x="219" y="168"/>
                    <a:pt x="224" y="157"/>
                    <a:pt x="236" y="146"/>
                  </a:cubicBezTo>
                  <a:cubicBezTo>
                    <a:pt x="257" y="125"/>
                    <a:pt x="285" y="109"/>
                    <a:pt x="313" y="92"/>
                  </a:cubicBezTo>
                  <a:cubicBezTo>
                    <a:pt x="328" y="83"/>
                    <a:pt x="345" y="73"/>
                    <a:pt x="359" y="59"/>
                  </a:cubicBezTo>
                  <a:cubicBezTo>
                    <a:pt x="359" y="77"/>
                    <a:pt x="358" y="101"/>
                    <a:pt x="355" y="125"/>
                  </a:cubicBezTo>
                  <a:cubicBezTo>
                    <a:pt x="354" y="143"/>
                    <a:pt x="351" y="161"/>
                    <a:pt x="347" y="177"/>
                  </a:cubicBezTo>
                  <a:cubicBezTo>
                    <a:pt x="342" y="193"/>
                    <a:pt x="338" y="208"/>
                    <a:pt x="331" y="217"/>
                  </a:cubicBezTo>
                  <a:cubicBezTo>
                    <a:pt x="325" y="229"/>
                    <a:pt x="314" y="238"/>
                    <a:pt x="300" y="247"/>
                  </a:cubicBezTo>
                  <a:cubicBezTo>
                    <a:pt x="279" y="258"/>
                    <a:pt x="254" y="264"/>
                    <a:pt x="233" y="266"/>
                  </a:cubicBezTo>
                  <a:cubicBezTo>
                    <a:pt x="219" y="269"/>
                    <a:pt x="208" y="269"/>
                    <a:pt x="201" y="269"/>
                  </a:cubicBezTo>
                  <a:cubicBezTo>
                    <a:pt x="206" y="268"/>
                    <a:pt x="210" y="262"/>
                    <a:pt x="210" y="257"/>
                  </a:cubicBezTo>
                  <a:cubicBezTo>
                    <a:pt x="210" y="227"/>
                    <a:pt x="212" y="205"/>
                    <a:pt x="215" y="186"/>
                  </a:cubicBezTo>
                  <a:close/>
                  <a:moveTo>
                    <a:pt x="136" y="262"/>
                  </a:moveTo>
                  <a:lnTo>
                    <a:pt x="136" y="262"/>
                  </a:lnTo>
                  <a:cubicBezTo>
                    <a:pt x="121" y="259"/>
                    <a:pt x="104" y="254"/>
                    <a:pt x="90" y="247"/>
                  </a:cubicBezTo>
                  <a:cubicBezTo>
                    <a:pt x="76" y="238"/>
                    <a:pt x="64" y="229"/>
                    <a:pt x="59" y="217"/>
                  </a:cubicBezTo>
                  <a:cubicBezTo>
                    <a:pt x="53" y="208"/>
                    <a:pt x="48" y="193"/>
                    <a:pt x="43" y="177"/>
                  </a:cubicBezTo>
                  <a:cubicBezTo>
                    <a:pt x="35" y="139"/>
                    <a:pt x="32" y="92"/>
                    <a:pt x="31" y="59"/>
                  </a:cubicBezTo>
                  <a:cubicBezTo>
                    <a:pt x="45" y="73"/>
                    <a:pt x="62" y="83"/>
                    <a:pt x="77" y="92"/>
                  </a:cubicBezTo>
                  <a:cubicBezTo>
                    <a:pt x="105" y="109"/>
                    <a:pt x="133" y="125"/>
                    <a:pt x="154" y="146"/>
                  </a:cubicBezTo>
                  <a:cubicBezTo>
                    <a:pt x="165" y="157"/>
                    <a:pt x="171" y="168"/>
                    <a:pt x="175" y="186"/>
                  </a:cubicBezTo>
                  <a:cubicBezTo>
                    <a:pt x="178" y="205"/>
                    <a:pt x="179" y="227"/>
                    <a:pt x="179" y="257"/>
                  </a:cubicBezTo>
                  <a:cubicBezTo>
                    <a:pt x="179" y="262"/>
                    <a:pt x="184" y="268"/>
                    <a:pt x="189" y="269"/>
                  </a:cubicBezTo>
                  <a:cubicBezTo>
                    <a:pt x="179" y="269"/>
                    <a:pt x="158" y="268"/>
                    <a:pt x="136" y="26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22" name="Freeform 182">
            <a:extLst>
              <a:ext uri="{FF2B5EF4-FFF2-40B4-BE49-F238E27FC236}">
                <a16:creationId xmlns:a16="http://schemas.microsoft.com/office/drawing/2014/main" id="{AE2E4E34-A048-2DB6-D1E9-77249CC74C61}"/>
              </a:ext>
            </a:extLst>
          </p:cNvPr>
          <p:cNvSpPr>
            <a:spLocks noChangeArrowheads="1"/>
          </p:cNvSpPr>
          <p:nvPr/>
        </p:nvSpPr>
        <p:spPr bwMode="auto">
          <a:xfrm>
            <a:off x="4700190" y="2847058"/>
            <a:ext cx="215900" cy="261937"/>
          </a:xfrm>
          <a:custGeom>
            <a:avLst/>
            <a:gdLst>
              <a:gd name="T0" fmla="*/ 479 w 599"/>
              <a:gd name="T1" fmla="*/ 487 h 728"/>
              <a:gd name="T2" fmla="*/ 479 w 599"/>
              <a:gd name="T3" fmla="*/ 487 h 728"/>
              <a:gd name="T4" fmla="*/ 472 w 599"/>
              <a:gd name="T5" fmla="*/ 487 h 728"/>
              <a:gd name="T6" fmla="*/ 473 w 599"/>
              <a:gd name="T7" fmla="*/ 445 h 728"/>
              <a:gd name="T8" fmla="*/ 414 w 599"/>
              <a:gd name="T9" fmla="*/ 202 h 728"/>
              <a:gd name="T10" fmla="*/ 257 w 599"/>
              <a:gd name="T11" fmla="*/ 4 h 728"/>
              <a:gd name="T12" fmla="*/ 239 w 599"/>
              <a:gd name="T13" fmla="*/ 3 h 728"/>
              <a:gd name="T14" fmla="*/ 232 w 599"/>
              <a:gd name="T15" fmla="*/ 18 h 728"/>
              <a:gd name="T16" fmla="*/ 253 w 599"/>
              <a:gd name="T17" fmla="*/ 199 h 728"/>
              <a:gd name="T18" fmla="*/ 230 w 599"/>
              <a:gd name="T19" fmla="*/ 342 h 728"/>
              <a:gd name="T20" fmla="*/ 153 w 599"/>
              <a:gd name="T21" fmla="*/ 462 h 728"/>
              <a:gd name="T22" fmla="*/ 153 w 599"/>
              <a:gd name="T23" fmla="*/ 462 h 728"/>
              <a:gd name="T24" fmla="*/ 119 w 599"/>
              <a:gd name="T25" fmla="*/ 457 h 728"/>
              <a:gd name="T26" fmla="*/ 0 w 599"/>
              <a:gd name="T27" fmla="*/ 577 h 728"/>
              <a:gd name="T28" fmla="*/ 119 w 599"/>
              <a:gd name="T29" fmla="*/ 696 h 728"/>
              <a:gd name="T30" fmla="*/ 239 w 599"/>
              <a:gd name="T31" fmla="*/ 577 h 728"/>
              <a:gd name="T32" fmla="*/ 182 w 599"/>
              <a:gd name="T33" fmla="*/ 474 h 728"/>
              <a:gd name="T34" fmla="*/ 258 w 599"/>
              <a:gd name="T35" fmla="*/ 353 h 728"/>
              <a:gd name="T36" fmla="*/ 283 w 599"/>
              <a:gd name="T37" fmla="*/ 199 h 728"/>
              <a:gd name="T38" fmla="*/ 269 w 599"/>
              <a:gd name="T39" fmla="*/ 59 h 728"/>
              <a:gd name="T40" fmla="*/ 387 w 599"/>
              <a:gd name="T41" fmla="*/ 216 h 728"/>
              <a:gd name="T42" fmla="*/ 444 w 599"/>
              <a:gd name="T43" fmla="*/ 445 h 728"/>
              <a:gd name="T44" fmla="*/ 441 w 599"/>
              <a:gd name="T45" fmla="*/ 494 h 728"/>
              <a:gd name="T46" fmla="*/ 359 w 599"/>
              <a:gd name="T47" fmla="*/ 606 h 728"/>
              <a:gd name="T48" fmla="*/ 479 w 599"/>
              <a:gd name="T49" fmla="*/ 727 h 728"/>
              <a:gd name="T50" fmla="*/ 598 w 599"/>
              <a:gd name="T51" fmla="*/ 606 h 728"/>
              <a:gd name="T52" fmla="*/ 479 w 599"/>
              <a:gd name="T53" fmla="*/ 487 h 728"/>
              <a:gd name="T54" fmla="*/ 209 w 599"/>
              <a:gd name="T55" fmla="*/ 577 h 728"/>
              <a:gd name="T56" fmla="*/ 209 w 599"/>
              <a:gd name="T57" fmla="*/ 577 h 728"/>
              <a:gd name="T58" fmla="*/ 182 w 599"/>
              <a:gd name="T59" fmla="*/ 640 h 728"/>
              <a:gd name="T60" fmla="*/ 119 w 599"/>
              <a:gd name="T61" fmla="*/ 667 h 728"/>
              <a:gd name="T62" fmla="*/ 56 w 599"/>
              <a:gd name="T63" fmla="*/ 640 h 728"/>
              <a:gd name="T64" fmla="*/ 29 w 599"/>
              <a:gd name="T65" fmla="*/ 577 h 728"/>
              <a:gd name="T66" fmla="*/ 56 w 599"/>
              <a:gd name="T67" fmla="*/ 514 h 728"/>
              <a:gd name="T68" fmla="*/ 119 w 599"/>
              <a:gd name="T69" fmla="*/ 487 h 728"/>
              <a:gd name="T70" fmla="*/ 182 w 599"/>
              <a:gd name="T71" fmla="*/ 514 h 728"/>
              <a:gd name="T72" fmla="*/ 209 w 599"/>
              <a:gd name="T73" fmla="*/ 577 h 728"/>
              <a:gd name="T74" fmla="*/ 542 w 599"/>
              <a:gd name="T75" fmla="*/ 671 h 728"/>
              <a:gd name="T76" fmla="*/ 542 w 599"/>
              <a:gd name="T77" fmla="*/ 671 h 728"/>
              <a:gd name="T78" fmla="*/ 479 w 599"/>
              <a:gd name="T79" fmla="*/ 696 h 728"/>
              <a:gd name="T80" fmla="*/ 415 w 599"/>
              <a:gd name="T81" fmla="*/ 671 h 728"/>
              <a:gd name="T82" fmla="*/ 389 w 599"/>
              <a:gd name="T83" fmla="*/ 606 h 728"/>
              <a:gd name="T84" fmla="*/ 415 w 599"/>
              <a:gd name="T85" fmla="*/ 543 h 728"/>
              <a:gd name="T86" fmla="*/ 479 w 599"/>
              <a:gd name="T87" fmla="*/ 516 h 728"/>
              <a:gd name="T88" fmla="*/ 542 w 599"/>
              <a:gd name="T89" fmla="*/ 543 h 728"/>
              <a:gd name="T90" fmla="*/ 569 w 599"/>
              <a:gd name="T91" fmla="*/ 606 h 728"/>
              <a:gd name="T92" fmla="*/ 542 w 599"/>
              <a:gd name="T93" fmla="*/ 671 h 7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599" h="728">
                <a:moveTo>
                  <a:pt x="479" y="487"/>
                </a:moveTo>
                <a:lnTo>
                  <a:pt x="479" y="487"/>
                </a:lnTo>
                <a:cubicBezTo>
                  <a:pt x="476" y="487"/>
                  <a:pt x="474" y="487"/>
                  <a:pt x="472" y="487"/>
                </a:cubicBezTo>
                <a:cubicBezTo>
                  <a:pt x="473" y="473"/>
                  <a:pt x="473" y="459"/>
                  <a:pt x="473" y="445"/>
                </a:cubicBezTo>
                <a:cubicBezTo>
                  <a:pt x="473" y="355"/>
                  <a:pt x="452" y="275"/>
                  <a:pt x="414" y="202"/>
                </a:cubicBezTo>
                <a:cubicBezTo>
                  <a:pt x="376" y="129"/>
                  <a:pt x="321" y="64"/>
                  <a:pt x="257" y="4"/>
                </a:cubicBezTo>
                <a:cubicBezTo>
                  <a:pt x="253" y="0"/>
                  <a:pt x="246" y="0"/>
                  <a:pt x="239" y="3"/>
                </a:cubicBezTo>
                <a:cubicBezTo>
                  <a:pt x="233" y="5"/>
                  <a:pt x="230" y="12"/>
                  <a:pt x="232" y="18"/>
                </a:cubicBezTo>
                <a:cubicBezTo>
                  <a:pt x="246" y="85"/>
                  <a:pt x="253" y="144"/>
                  <a:pt x="253" y="199"/>
                </a:cubicBezTo>
                <a:cubicBezTo>
                  <a:pt x="253" y="252"/>
                  <a:pt x="246" y="299"/>
                  <a:pt x="230" y="342"/>
                </a:cubicBezTo>
                <a:cubicBezTo>
                  <a:pt x="213" y="386"/>
                  <a:pt x="189" y="425"/>
                  <a:pt x="153" y="462"/>
                </a:cubicBezTo>
                <a:lnTo>
                  <a:pt x="153" y="462"/>
                </a:lnTo>
                <a:cubicBezTo>
                  <a:pt x="143" y="459"/>
                  <a:pt x="130" y="457"/>
                  <a:pt x="119" y="457"/>
                </a:cubicBezTo>
                <a:cubicBezTo>
                  <a:pt x="53" y="457"/>
                  <a:pt x="0" y="511"/>
                  <a:pt x="0" y="577"/>
                </a:cubicBezTo>
                <a:cubicBezTo>
                  <a:pt x="0" y="643"/>
                  <a:pt x="53" y="696"/>
                  <a:pt x="119" y="696"/>
                </a:cubicBezTo>
                <a:cubicBezTo>
                  <a:pt x="185" y="696"/>
                  <a:pt x="239" y="643"/>
                  <a:pt x="239" y="577"/>
                </a:cubicBezTo>
                <a:cubicBezTo>
                  <a:pt x="239" y="533"/>
                  <a:pt x="216" y="495"/>
                  <a:pt x="182" y="474"/>
                </a:cubicBezTo>
                <a:cubicBezTo>
                  <a:pt x="216" y="438"/>
                  <a:pt x="241" y="397"/>
                  <a:pt x="258" y="353"/>
                </a:cubicBezTo>
                <a:cubicBezTo>
                  <a:pt x="275" y="306"/>
                  <a:pt x="283" y="255"/>
                  <a:pt x="283" y="199"/>
                </a:cubicBezTo>
                <a:cubicBezTo>
                  <a:pt x="283" y="156"/>
                  <a:pt x="278" y="109"/>
                  <a:pt x="269" y="59"/>
                </a:cubicBezTo>
                <a:cubicBezTo>
                  <a:pt x="317" y="108"/>
                  <a:pt x="358" y="160"/>
                  <a:pt x="387" y="216"/>
                </a:cubicBezTo>
                <a:cubicBezTo>
                  <a:pt x="423" y="285"/>
                  <a:pt x="444" y="361"/>
                  <a:pt x="444" y="445"/>
                </a:cubicBezTo>
                <a:cubicBezTo>
                  <a:pt x="444" y="460"/>
                  <a:pt x="442" y="477"/>
                  <a:pt x="441" y="494"/>
                </a:cubicBezTo>
                <a:cubicBezTo>
                  <a:pt x="393" y="509"/>
                  <a:pt x="359" y="554"/>
                  <a:pt x="359" y="606"/>
                </a:cubicBezTo>
                <a:cubicBezTo>
                  <a:pt x="359" y="674"/>
                  <a:pt x="413" y="727"/>
                  <a:pt x="479" y="727"/>
                </a:cubicBezTo>
                <a:cubicBezTo>
                  <a:pt x="545" y="727"/>
                  <a:pt x="598" y="674"/>
                  <a:pt x="598" y="606"/>
                </a:cubicBezTo>
                <a:cubicBezTo>
                  <a:pt x="598" y="540"/>
                  <a:pt x="545" y="487"/>
                  <a:pt x="479" y="487"/>
                </a:cubicBezTo>
                <a:close/>
                <a:moveTo>
                  <a:pt x="209" y="577"/>
                </a:moveTo>
                <a:lnTo>
                  <a:pt x="209" y="577"/>
                </a:lnTo>
                <a:cubicBezTo>
                  <a:pt x="209" y="602"/>
                  <a:pt x="199" y="624"/>
                  <a:pt x="182" y="640"/>
                </a:cubicBezTo>
                <a:cubicBezTo>
                  <a:pt x="167" y="657"/>
                  <a:pt x="145" y="667"/>
                  <a:pt x="119" y="667"/>
                </a:cubicBezTo>
                <a:cubicBezTo>
                  <a:pt x="94" y="667"/>
                  <a:pt x="72" y="657"/>
                  <a:pt x="56" y="640"/>
                </a:cubicBezTo>
                <a:cubicBezTo>
                  <a:pt x="39" y="624"/>
                  <a:pt x="29" y="602"/>
                  <a:pt x="29" y="577"/>
                </a:cubicBezTo>
                <a:cubicBezTo>
                  <a:pt x="29" y="551"/>
                  <a:pt x="39" y="529"/>
                  <a:pt x="56" y="514"/>
                </a:cubicBezTo>
                <a:cubicBezTo>
                  <a:pt x="72" y="497"/>
                  <a:pt x="94" y="487"/>
                  <a:pt x="119" y="487"/>
                </a:cubicBezTo>
                <a:cubicBezTo>
                  <a:pt x="145" y="487"/>
                  <a:pt x="167" y="497"/>
                  <a:pt x="182" y="514"/>
                </a:cubicBezTo>
                <a:cubicBezTo>
                  <a:pt x="199" y="529"/>
                  <a:pt x="209" y="551"/>
                  <a:pt x="209" y="577"/>
                </a:cubicBezTo>
                <a:close/>
                <a:moveTo>
                  <a:pt x="542" y="671"/>
                </a:moveTo>
                <a:lnTo>
                  <a:pt x="542" y="671"/>
                </a:lnTo>
                <a:cubicBezTo>
                  <a:pt x="526" y="686"/>
                  <a:pt x="504" y="696"/>
                  <a:pt x="479" y="696"/>
                </a:cubicBezTo>
                <a:cubicBezTo>
                  <a:pt x="453" y="696"/>
                  <a:pt x="431" y="686"/>
                  <a:pt x="415" y="671"/>
                </a:cubicBezTo>
                <a:cubicBezTo>
                  <a:pt x="399" y="654"/>
                  <a:pt x="389" y="632"/>
                  <a:pt x="389" y="606"/>
                </a:cubicBezTo>
                <a:cubicBezTo>
                  <a:pt x="389" y="582"/>
                  <a:pt x="399" y="560"/>
                  <a:pt x="415" y="543"/>
                </a:cubicBezTo>
                <a:cubicBezTo>
                  <a:pt x="431" y="528"/>
                  <a:pt x="453" y="516"/>
                  <a:pt x="479" y="516"/>
                </a:cubicBezTo>
                <a:cubicBezTo>
                  <a:pt x="504" y="516"/>
                  <a:pt x="526" y="528"/>
                  <a:pt x="542" y="543"/>
                </a:cubicBezTo>
                <a:cubicBezTo>
                  <a:pt x="559" y="560"/>
                  <a:pt x="569" y="582"/>
                  <a:pt x="569" y="606"/>
                </a:cubicBezTo>
                <a:cubicBezTo>
                  <a:pt x="569" y="632"/>
                  <a:pt x="559" y="654"/>
                  <a:pt x="542" y="671"/>
                </a:cubicBezTo>
                <a:close/>
              </a:path>
            </a:pathLst>
          </a:custGeom>
          <a:solidFill>
            <a:schemeClr val="accent4"/>
          </a:solidFill>
          <a:ln>
            <a:noFill/>
          </a:ln>
          <a:effectLst/>
        </p:spPr>
        <p:txBody>
          <a:bodyPr wrap="none" anchor="ctr"/>
          <a:lstStyle/>
          <a:p>
            <a:endParaRPr lang="da-DK"/>
          </a:p>
        </p:txBody>
      </p:sp>
      <p:grpSp>
        <p:nvGrpSpPr>
          <p:cNvPr id="223" name="Group 226">
            <a:extLst>
              <a:ext uri="{FF2B5EF4-FFF2-40B4-BE49-F238E27FC236}">
                <a16:creationId xmlns:a16="http://schemas.microsoft.com/office/drawing/2014/main" id="{4CBF5B5C-B7C6-2DF5-CE3C-2EEB036F16E9}"/>
              </a:ext>
            </a:extLst>
          </p:cNvPr>
          <p:cNvGrpSpPr/>
          <p:nvPr/>
        </p:nvGrpSpPr>
        <p:grpSpPr>
          <a:xfrm>
            <a:off x="10886678" y="1847727"/>
            <a:ext cx="227012" cy="257175"/>
            <a:chOff x="9850438" y="3648075"/>
            <a:chExt cx="227012" cy="257175"/>
          </a:xfrm>
          <a:solidFill>
            <a:schemeClr val="accent4"/>
          </a:solidFill>
        </p:grpSpPr>
        <p:sp>
          <p:nvSpPr>
            <p:cNvPr id="224" name="Freeform 183">
              <a:extLst>
                <a:ext uri="{FF2B5EF4-FFF2-40B4-BE49-F238E27FC236}">
                  <a16:creationId xmlns:a16="http://schemas.microsoft.com/office/drawing/2014/main" id="{024ED520-1E82-7FFE-E160-078E1A503667}"/>
                </a:ext>
              </a:extLst>
            </p:cNvPr>
            <p:cNvSpPr>
              <a:spLocks noChangeArrowheads="1"/>
            </p:cNvSpPr>
            <p:nvPr/>
          </p:nvSpPr>
          <p:spPr bwMode="auto">
            <a:xfrm>
              <a:off x="9964738" y="3648075"/>
              <a:ext cx="109537" cy="76200"/>
            </a:xfrm>
            <a:custGeom>
              <a:avLst/>
              <a:gdLst>
                <a:gd name="T0" fmla="*/ 243 w 304"/>
                <a:gd name="T1" fmla="*/ 153 h 212"/>
                <a:gd name="T2" fmla="*/ 243 w 304"/>
                <a:gd name="T3" fmla="*/ 153 h 212"/>
                <a:gd name="T4" fmla="*/ 287 w 304"/>
                <a:gd name="T5" fmla="*/ 66 h 212"/>
                <a:gd name="T6" fmla="*/ 302 w 304"/>
                <a:gd name="T7" fmla="*/ 20 h 212"/>
                <a:gd name="T8" fmla="*/ 296 w 304"/>
                <a:gd name="T9" fmla="*/ 5 h 212"/>
                <a:gd name="T10" fmla="*/ 281 w 304"/>
                <a:gd name="T11" fmla="*/ 3 h 212"/>
                <a:gd name="T12" fmla="*/ 181 w 304"/>
                <a:gd name="T13" fmla="*/ 26 h 212"/>
                <a:gd name="T14" fmla="*/ 83 w 304"/>
                <a:gd name="T15" fmla="*/ 36 h 212"/>
                <a:gd name="T16" fmla="*/ 34 w 304"/>
                <a:gd name="T17" fmla="*/ 66 h 212"/>
                <a:gd name="T18" fmla="*/ 4 w 304"/>
                <a:gd name="T19" fmla="*/ 134 h 212"/>
                <a:gd name="T20" fmla="*/ 0 w 304"/>
                <a:gd name="T21" fmla="*/ 173 h 212"/>
                <a:gd name="T22" fmla="*/ 0 w 304"/>
                <a:gd name="T23" fmla="*/ 174 h 212"/>
                <a:gd name="T24" fmla="*/ 9 w 304"/>
                <a:gd name="T25" fmla="*/ 187 h 212"/>
                <a:gd name="T26" fmla="*/ 127 w 304"/>
                <a:gd name="T27" fmla="*/ 211 h 212"/>
                <a:gd name="T28" fmla="*/ 194 w 304"/>
                <a:gd name="T29" fmla="*/ 197 h 212"/>
                <a:gd name="T30" fmla="*/ 187 w 304"/>
                <a:gd name="T31" fmla="*/ 184 h 212"/>
                <a:gd name="T32" fmla="*/ 194 w 304"/>
                <a:gd name="T33" fmla="*/ 197 h 212"/>
                <a:gd name="T34" fmla="*/ 243 w 304"/>
                <a:gd name="T35" fmla="*/ 153 h 212"/>
                <a:gd name="T36" fmla="*/ 180 w 304"/>
                <a:gd name="T37" fmla="*/ 170 h 212"/>
                <a:gd name="T38" fmla="*/ 180 w 304"/>
                <a:gd name="T39" fmla="*/ 170 h 212"/>
                <a:gd name="T40" fmla="*/ 180 w 304"/>
                <a:gd name="T41" fmla="*/ 170 h 212"/>
                <a:gd name="T42" fmla="*/ 127 w 304"/>
                <a:gd name="T43" fmla="*/ 182 h 212"/>
                <a:gd name="T44" fmla="*/ 54 w 304"/>
                <a:gd name="T45" fmla="*/ 170 h 212"/>
                <a:gd name="T46" fmla="*/ 30 w 304"/>
                <a:gd name="T47" fmla="*/ 163 h 212"/>
                <a:gd name="T48" fmla="*/ 38 w 304"/>
                <a:gd name="T49" fmla="*/ 121 h 212"/>
                <a:gd name="T50" fmla="*/ 56 w 304"/>
                <a:gd name="T51" fmla="*/ 86 h 212"/>
                <a:gd name="T52" fmla="*/ 90 w 304"/>
                <a:gd name="T53" fmla="*/ 65 h 212"/>
                <a:gd name="T54" fmla="*/ 184 w 304"/>
                <a:gd name="T55" fmla="*/ 57 h 212"/>
                <a:gd name="T56" fmla="*/ 264 w 304"/>
                <a:gd name="T57" fmla="*/ 43 h 212"/>
                <a:gd name="T58" fmla="*/ 244 w 304"/>
                <a:gd name="T59" fmla="*/ 89 h 212"/>
                <a:gd name="T60" fmla="*/ 216 w 304"/>
                <a:gd name="T61" fmla="*/ 138 h 212"/>
                <a:gd name="T62" fmla="*/ 180 w 304"/>
                <a:gd name="T63" fmla="*/ 170 h 2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304" h="212">
                  <a:moveTo>
                    <a:pt x="243" y="153"/>
                  </a:moveTo>
                  <a:lnTo>
                    <a:pt x="243" y="153"/>
                  </a:lnTo>
                  <a:cubicBezTo>
                    <a:pt x="263" y="125"/>
                    <a:pt x="277" y="92"/>
                    <a:pt x="287" y="66"/>
                  </a:cubicBezTo>
                  <a:cubicBezTo>
                    <a:pt x="296" y="40"/>
                    <a:pt x="302" y="20"/>
                    <a:pt x="302" y="20"/>
                  </a:cubicBezTo>
                  <a:cubicBezTo>
                    <a:pt x="303" y="14"/>
                    <a:pt x="301" y="9"/>
                    <a:pt x="296" y="5"/>
                  </a:cubicBezTo>
                  <a:cubicBezTo>
                    <a:pt x="292" y="2"/>
                    <a:pt x="285" y="0"/>
                    <a:pt x="281" y="3"/>
                  </a:cubicBezTo>
                  <a:cubicBezTo>
                    <a:pt x="250" y="19"/>
                    <a:pt x="216" y="23"/>
                    <a:pt x="181" y="26"/>
                  </a:cubicBezTo>
                  <a:cubicBezTo>
                    <a:pt x="148" y="28"/>
                    <a:pt x="114" y="28"/>
                    <a:pt x="83" y="36"/>
                  </a:cubicBezTo>
                  <a:cubicBezTo>
                    <a:pt x="62" y="41"/>
                    <a:pt x="45" y="52"/>
                    <a:pt x="34" y="66"/>
                  </a:cubicBezTo>
                  <a:cubicBezTo>
                    <a:pt x="17" y="87"/>
                    <a:pt x="9" y="113"/>
                    <a:pt x="4" y="134"/>
                  </a:cubicBezTo>
                  <a:cubicBezTo>
                    <a:pt x="0" y="155"/>
                    <a:pt x="0" y="170"/>
                    <a:pt x="0" y="173"/>
                  </a:cubicBezTo>
                  <a:cubicBezTo>
                    <a:pt x="0" y="174"/>
                    <a:pt x="0" y="174"/>
                    <a:pt x="0" y="174"/>
                  </a:cubicBezTo>
                  <a:cubicBezTo>
                    <a:pt x="0" y="180"/>
                    <a:pt x="4" y="186"/>
                    <a:pt x="9" y="187"/>
                  </a:cubicBezTo>
                  <a:cubicBezTo>
                    <a:pt x="10" y="187"/>
                    <a:pt x="66" y="211"/>
                    <a:pt x="127" y="211"/>
                  </a:cubicBezTo>
                  <a:cubicBezTo>
                    <a:pt x="149" y="211"/>
                    <a:pt x="173" y="208"/>
                    <a:pt x="194" y="197"/>
                  </a:cubicBezTo>
                  <a:cubicBezTo>
                    <a:pt x="187" y="184"/>
                    <a:pt x="187" y="184"/>
                    <a:pt x="187" y="184"/>
                  </a:cubicBezTo>
                  <a:cubicBezTo>
                    <a:pt x="194" y="197"/>
                    <a:pt x="194" y="197"/>
                    <a:pt x="194" y="197"/>
                  </a:cubicBezTo>
                  <a:cubicBezTo>
                    <a:pt x="214" y="187"/>
                    <a:pt x="229" y="172"/>
                    <a:pt x="243" y="153"/>
                  </a:cubicBezTo>
                  <a:close/>
                  <a:moveTo>
                    <a:pt x="180" y="170"/>
                  </a:moveTo>
                  <a:lnTo>
                    <a:pt x="180" y="170"/>
                  </a:lnTo>
                  <a:lnTo>
                    <a:pt x="180" y="170"/>
                  </a:lnTo>
                  <a:cubicBezTo>
                    <a:pt x="164" y="179"/>
                    <a:pt x="146" y="182"/>
                    <a:pt x="127" y="182"/>
                  </a:cubicBezTo>
                  <a:cubicBezTo>
                    <a:pt x="100" y="182"/>
                    <a:pt x="73" y="176"/>
                    <a:pt x="54" y="170"/>
                  </a:cubicBezTo>
                  <a:cubicBezTo>
                    <a:pt x="44" y="167"/>
                    <a:pt x="37" y="166"/>
                    <a:pt x="30" y="163"/>
                  </a:cubicBezTo>
                  <a:cubicBezTo>
                    <a:pt x="31" y="153"/>
                    <a:pt x="33" y="137"/>
                    <a:pt x="38" y="121"/>
                  </a:cubicBezTo>
                  <a:cubicBezTo>
                    <a:pt x="42" y="109"/>
                    <a:pt x="48" y="96"/>
                    <a:pt x="56" y="86"/>
                  </a:cubicBezTo>
                  <a:cubicBezTo>
                    <a:pt x="65" y="76"/>
                    <a:pt x="76" y="68"/>
                    <a:pt x="90" y="65"/>
                  </a:cubicBezTo>
                  <a:cubicBezTo>
                    <a:pt x="115" y="58"/>
                    <a:pt x="149" y="58"/>
                    <a:pt x="184" y="57"/>
                  </a:cubicBezTo>
                  <a:cubicBezTo>
                    <a:pt x="209" y="54"/>
                    <a:pt x="236" y="51"/>
                    <a:pt x="264" y="43"/>
                  </a:cubicBezTo>
                  <a:cubicBezTo>
                    <a:pt x="259" y="55"/>
                    <a:pt x="253" y="72"/>
                    <a:pt x="244" y="89"/>
                  </a:cubicBezTo>
                  <a:cubicBezTo>
                    <a:pt x="237" y="106"/>
                    <a:pt x="228" y="124"/>
                    <a:pt x="216" y="138"/>
                  </a:cubicBezTo>
                  <a:cubicBezTo>
                    <a:pt x="205" y="153"/>
                    <a:pt x="193" y="165"/>
                    <a:pt x="180" y="17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5" name="Freeform 184">
              <a:extLst>
                <a:ext uri="{FF2B5EF4-FFF2-40B4-BE49-F238E27FC236}">
                  <a16:creationId xmlns:a16="http://schemas.microsoft.com/office/drawing/2014/main" id="{C2B473C6-F0F9-7C7A-734E-6A8ED6FA3F5B}"/>
                </a:ext>
              </a:extLst>
            </p:cNvPr>
            <p:cNvSpPr>
              <a:spLocks noChangeArrowheads="1"/>
            </p:cNvSpPr>
            <p:nvPr/>
          </p:nvSpPr>
          <p:spPr bwMode="auto">
            <a:xfrm>
              <a:off x="9850438" y="3678238"/>
              <a:ext cx="227012" cy="227012"/>
            </a:xfrm>
            <a:custGeom>
              <a:avLst/>
              <a:gdLst>
                <a:gd name="T0" fmla="*/ 314 w 630"/>
                <a:gd name="T1" fmla="*/ 16 h 629"/>
                <a:gd name="T2" fmla="*/ 314 w 630"/>
                <a:gd name="T3" fmla="*/ 16 h 629"/>
                <a:gd name="T4" fmla="*/ 297 w 630"/>
                <a:gd name="T5" fmla="*/ 2 h 629"/>
                <a:gd name="T6" fmla="*/ 0 w 630"/>
                <a:gd name="T7" fmla="*/ 315 h 629"/>
                <a:gd name="T8" fmla="*/ 314 w 630"/>
                <a:gd name="T9" fmla="*/ 628 h 629"/>
                <a:gd name="T10" fmla="*/ 629 w 630"/>
                <a:gd name="T11" fmla="*/ 315 h 629"/>
                <a:gd name="T12" fmla="*/ 551 w 630"/>
                <a:gd name="T13" fmla="*/ 110 h 629"/>
                <a:gd name="T14" fmla="*/ 530 w 630"/>
                <a:gd name="T15" fmla="*/ 108 h 629"/>
                <a:gd name="T16" fmla="*/ 529 w 630"/>
                <a:gd name="T17" fmla="*/ 129 h 629"/>
                <a:gd name="T18" fmla="*/ 529 w 630"/>
                <a:gd name="T19" fmla="*/ 129 h 629"/>
                <a:gd name="T20" fmla="*/ 598 w 630"/>
                <a:gd name="T21" fmla="*/ 315 h 629"/>
                <a:gd name="T22" fmla="*/ 515 w 630"/>
                <a:gd name="T23" fmla="*/ 516 h 629"/>
                <a:gd name="T24" fmla="*/ 314 w 630"/>
                <a:gd name="T25" fmla="*/ 599 h 629"/>
                <a:gd name="T26" fmla="*/ 112 w 630"/>
                <a:gd name="T27" fmla="*/ 516 h 629"/>
                <a:gd name="T28" fmla="*/ 29 w 630"/>
                <a:gd name="T29" fmla="*/ 315 h 629"/>
                <a:gd name="T30" fmla="*/ 299 w 630"/>
                <a:gd name="T31" fmla="*/ 31 h 629"/>
                <a:gd name="T32" fmla="*/ 314 w 630"/>
                <a:gd name="T33" fmla="*/ 16 h 6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30" h="629">
                  <a:moveTo>
                    <a:pt x="314" y="16"/>
                  </a:moveTo>
                  <a:lnTo>
                    <a:pt x="314" y="16"/>
                  </a:lnTo>
                  <a:cubicBezTo>
                    <a:pt x="313" y="7"/>
                    <a:pt x="306" y="0"/>
                    <a:pt x="297" y="2"/>
                  </a:cubicBezTo>
                  <a:cubicBezTo>
                    <a:pt x="132" y="10"/>
                    <a:pt x="0" y="146"/>
                    <a:pt x="0" y="315"/>
                  </a:cubicBezTo>
                  <a:cubicBezTo>
                    <a:pt x="0" y="488"/>
                    <a:pt x="140" y="628"/>
                    <a:pt x="314" y="628"/>
                  </a:cubicBezTo>
                  <a:cubicBezTo>
                    <a:pt x="488" y="628"/>
                    <a:pt x="629" y="488"/>
                    <a:pt x="629" y="315"/>
                  </a:cubicBezTo>
                  <a:cubicBezTo>
                    <a:pt x="629" y="236"/>
                    <a:pt x="599" y="164"/>
                    <a:pt x="551" y="110"/>
                  </a:cubicBezTo>
                  <a:cubicBezTo>
                    <a:pt x="546" y="103"/>
                    <a:pt x="537" y="103"/>
                    <a:pt x="530" y="108"/>
                  </a:cubicBezTo>
                  <a:cubicBezTo>
                    <a:pt x="525" y="114"/>
                    <a:pt x="523" y="122"/>
                    <a:pt x="529" y="129"/>
                  </a:cubicBezTo>
                  <a:lnTo>
                    <a:pt x="529" y="129"/>
                  </a:lnTo>
                  <a:cubicBezTo>
                    <a:pt x="573" y="179"/>
                    <a:pt x="598" y="245"/>
                    <a:pt x="598" y="315"/>
                  </a:cubicBezTo>
                  <a:cubicBezTo>
                    <a:pt x="598" y="392"/>
                    <a:pt x="567" y="464"/>
                    <a:pt x="515" y="516"/>
                  </a:cubicBezTo>
                  <a:cubicBezTo>
                    <a:pt x="463" y="566"/>
                    <a:pt x="393" y="599"/>
                    <a:pt x="314" y="599"/>
                  </a:cubicBezTo>
                  <a:cubicBezTo>
                    <a:pt x="236" y="599"/>
                    <a:pt x="164" y="566"/>
                    <a:pt x="112" y="516"/>
                  </a:cubicBezTo>
                  <a:cubicBezTo>
                    <a:pt x="61" y="464"/>
                    <a:pt x="29" y="392"/>
                    <a:pt x="29" y="315"/>
                  </a:cubicBezTo>
                  <a:cubicBezTo>
                    <a:pt x="29" y="163"/>
                    <a:pt x="148" y="38"/>
                    <a:pt x="299" y="31"/>
                  </a:cubicBezTo>
                  <a:cubicBezTo>
                    <a:pt x="307" y="31"/>
                    <a:pt x="314" y="24"/>
                    <a:pt x="314"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6" name="Freeform 185">
              <a:extLst>
                <a:ext uri="{FF2B5EF4-FFF2-40B4-BE49-F238E27FC236}">
                  <a16:creationId xmlns:a16="http://schemas.microsoft.com/office/drawing/2014/main" id="{1B5E3DDF-CF99-25A6-F192-EC0346877C0D}"/>
                </a:ext>
              </a:extLst>
            </p:cNvPr>
            <p:cNvSpPr>
              <a:spLocks noChangeArrowheads="1"/>
            </p:cNvSpPr>
            <p:nvPr/>
          </p:nvSpPr>
          <p:spPr bwMode="auto">
            <a:xfrm>
              <a:off x="9910763" y="3754438"/>
              <a:ext cx="11112" cy="11112"/>
            </a:xfrm>
            <a:custGeom>
              <a:avLst/>
              <a:gdLst>
                <a:gd name="T0" fmla="*/ 15 w 30"/>
                <a:gd name="T1" fmla="*/ 29 h 30"/>
                <a:gd name="T2" fmla="*/ 15 w 30"/>
                <a:gd name="T3" fmla="*/ 29 h 30"/>
                <a:gd name="T4" fmla="*/ 29 w 30"/>
                <a:gd name="T5" fmla="*/ 14 h 30"/>
                <a:gd name="T6" fmla="*/ 15 w 30"/>
                <a:gd name="T7" fmla="*/ 0 h 30"/>
                <a:gd name="T8" fmla="*/ 0 w 30"/>
                <a:gd name="T9" fmla="*/ 14 h 30"/>
                <a:gd name="T10" fmla="*/ 15 w 30"/>
                <a:gd name="T11" fmla="*/ 29 h 30"/>
              </a:gdLst>
              <a:ahLst/>
              <a:cxnLst>
                <a:cxn ang="0">
                  <a:pos x="T0" y="T1"/>
                </a:cxn>
                <a:cxn ang="0">
                  <a:pos x="T2" y="T3"/>
                </a:cxn>
                <a:cxn ang="0">
                  <a:pos x="T4" y="T5"/>
                </a:cxn>
                <a:cxn ang="0">
                  <a:pos x="T6" y="T7"/>
                </a:cxn>
                <a:cxn ang="0">
                  <a:pos x="T8" y="T9"/>
                </a:cxn>
                <a:cxn ang="0">
                  <a:pos x="T10" y="T11"/>
                </a:cxn>
              </a:cxnLst>
              <a:rect l="0" t="0" r="r" b="b"/>
              <a:pathLst>
                <a:path w="30" h="30">
                  <a:moveTo>
                    <a:pt x="15" y="29"/>
                  </a:moveTo>
                  <a:lnTo>
                    <a:pt x="15" y="29"/>
                  </a:lnTo>
                  <a:cubicBezTo>
                    <a:pt x="24" y="29"/>
                    <a:pt x="29" y="22"/>
                    <a:pt x="29" y="14"/>
                  </a:cubicBezTo>
                  <a:cubicBezTo>
                    <a:pt x="29" y="7"/>
                    <a:pt x="24"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7" name="Freeform 186">
              <a:extLst>
                <a:ext uri="{FF2B5EF4-FFF2-40B4-BE49-F238E27FC236}">
                  <a16:creationId xmlns:a16="http://schemas.microsoft.com/office/drawing/2014/main" id="{DD2A1ACC-58C8-CD65-B016-F79DB0F70853}"/>
                </a:ext>
              </a:extLst>
            </p:cNvPr>
            <p:cNvSpPr>
              <a:spLocks noChangeArrowheads="1"/>
            </p:cNvSpPr>
            <p:nvPr/>
          </p:nvSpPr>
          <p:spPr bwMode="auto">
            <a:xfrm>
              <a:off x="9899650" y="3738563"/>
              <a:ext cx="11113" cy="11112"/>
            </a:xfrm>
            <a:custGeom>
              <a:avLst/>
              <a:gdLst>
                <a:gd name="T0" fmla="*/ 14 w 31"/>
                <a:gd name="T1" fmla="*/ 0 h 30"/>
                <a:gd name="T2" fmla="*/ 14 w 31"/>
                <a:gd name="T3" fmla="*/ 0 h 30"/>
                <a:gd name="T4" fmla="*/ 0 w 31"/>
                <a:gd name="T5" fmla="*/ 14 h 30"/>
                <a:gd name="T6" fmla="*/ 14 w 31"/>
                <a:gd name="T7" fmla="*/ 29 h 30"/>
                <a:gd name="T8" fmla="*/ 30 w 31"/>
                <a:gd name="T9" fmla="*/ 14 h 30"/>
                <a:gd name="T10" fmla="*/ 14 w 31"/>
                <a:gd name="T11" fmla="*/ 0 h 30"/>
              </a:gdLst>
              <a:ahLst/>
              <a:cxnLst>
                <a:cxn ang="0">
                  <a:pos x="T0" y="T1"/>
                </a:cxn>
                <a:cxn ang="0">
                  <a:pos x="T2" y="T3"/>
                </a:cxn>
                <a:cxn ang="0">
                  <a:pos x="T4" y="T5"/>
                </a:cxn>
                <a:cxn ang="0">
                  <a:pos x="T6" y="T7"/>
                </a:cxn>
                <a:cxn ang="0">
                  <a:pos x="T8" y="T9"/>
                </a:cxn>
                <a:cxn ang="0">
                  <a:pos x="T10" y="T11"/>
                </a:cxn>
              </a:cxnLst>
              <a:rect l="0" t="0" r="r" b="b"/>
              <a:pathLst>
                <a:path w="31" h="30">
                  <a:moveTo>
                    <a:pt x="14" y="0"/>
                  </a:moveTo>
                  <a:lnTo>
                    <a:pt x="14" y="0"/>
                  </a:lnTo>
                  <a:cubicBezTo>
                    <a:pt x="7" y="0"/>
                    <a:pt x="0" y="7"/>
                    <a:pt x="0" y="14"/>
                  </a:cubicBezTo>
                  <a:cubicBezTo>
                    <a:pt x="0" y="22"/>
                    <a:pt x="7" y="29"/>
                    <a:pt x="14" y="29"/>
                  </a:cubicBezTo>
                  <a:cubicBezTo>
                    <a:pt x="23" y="29"/>
                    <a:pt x="30" y="22"/>
                    <a:pt x="30" y="14"/>
                  </a:cubicBezTo>
                  <a:cubicBezTo>
                    <a:pt x="30" y="7"/>
                    <a:pt x="23" y="0"/>
                    <a:pt x="1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28" name="Freeform 187">
              <a:extLst>
                <a:ext uri="{FF2B5EF4-FFF2-40B4-BE49-F238E27FC236}">
                  <a16:creationId xmlns:a16="http://schemas.microsoft.com/office/drawing/2014/main" id="{973A6872-C530-3686-0258-746361AEBD03}"/>
                </a:ext>
              </a:extLst>
            </p:cNvPr>
            <p:cNvSpPr>
              <a:spLocks noChangeArrowheads="1"/>
            </p:cNvSpPr>
            <p:nvPr/>
          </p:nvSpPr>
          <p:spPr bwMode="auto">
            <a:xfrm>
              <a:off x="9888538" y="3765550"/>
              <a:ext cx="11112" cy="11113"/>
            </a:xfrm>
            <a:custGeom>
              <a:avLst/>
              <a:gdLst>
                <a:gd name="T0" fmla="*/ 0 w 31"/>
                <a:gd name="T1" fmla="*/ 16 h 31"/>
                <a:gd name="T2" fmla="*/ 0 w 31"/>
                <a:gd name="T3" fmla="*/ 16 h 31"/>
                <a:gd name="T4" fmla="*/ 15 w 31"/>
                <a:gd name="T5" fmla="*/ 30 h 31"/>
                <a:gd name="T6" fmla="*/ 30 w 31"/>
                <a:gd name="T7" fmla="*/ 16 h 31"/>
                <a:gd name="T8" fmla="*/ 15 w 31"/>
                <a:gd name="T9" fmla="*/ 0 h 31"/>
                <a:gd name="T10" fmla="*/ 0 w 31"/>
                <a:gd name="T11" fmla="*/ 16 h 31"/>
              </a:gdLst>
              <a:ahLst/>
              <a:cxnLst>
                <a:cxn ang="0">
                  <a:pos x="T0" y="T1"/>
                </a:cxn>
                <a:cxn ang="0">
                  <a:pos x="T2" y="T3"/>
                </a:cxn>
                <a:cxn ang="0">
                  <a:pos x="T4" y="T5"/>
                </a:cxn>
                <a:cxn ang="0">
                  <a:pos x="T6" y="T7"/>
                </a:cxn>
                <a:cxn ang="0">
                  <a:pos x="T8" y="T9"/>
                </a:cxn>
                <a:cxn ang="0">
                  <a:pos x="T10" y="T11"/>
                </a:cxn>
              </a:cxnLst>
              <a:rect l="0" t="0" r="r" b="b"/>
              <a:pathLst>
                <a:path w="31" h="31">
                  <a:moveTo>
                    <a:pt x="0" y="16"/>
                  </a:moveTo>
                  <a:lnTo>
                    <a:pt x="0" y="16"/>
                  </a:lnTo>
                  <a:cubicBezTo>
                    <a:pt x="0" y="24"/>
                    <a:pt x="7" y="30"/>
                    <a:pt x="15" y="30"/>
                  </a:cubicBezTo>
                  <a:cubicBezTo>
                    <a:pt x="23" y="30"/>
                    <a:pt x="30" y="24"/>
                    <a:pt x="30" y="16"/>
                  </a:cubicBezTo>
                  <a:cubicBezTo>
                    <a:pt x="30" y="7"/>
                    <a:pt x="23" y="0"/>
                    <a:pt x="15" y="0"/>
                  </a:cubicBezTo>
                  <a:cubicBezTo>
                    <a:pt x="7" y="0"/>
                    <a:pt x="0" y="7"/>
                    <a:pt x="0" y="1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29" name="Group 232">
            <a:extLst>
              <a:ext uri="{FF2B5EF4-FFF2-40B4-BE49-F238E27FC236}">
                <a16:creationId xmlns:a16="http://schemas.microsoft.com/office/drawing/2014/main" id="{8262C3E6-23E1-ABDF-0EAC-77DC6942266E}"/>
              </a:ext>
            </a:extLst>
          </p:cNvPr>
          <p:cNvGrpSpPr/>
          <p:nvPr/>
        </p:nvGrpSpPr>
        <p:grpSpPr>
          <a:xfrm>
            <a:off x="8794353" y="2342233"/>
            <a:ext cx="204787" cy="276225"/>
            <a:chOff x="7758113" y="4135438"/>
            <a:chExt cx="204787" cy="276225"/>
          </a:xfrm>
          <a:solidFill>
            <a:schemeClr val="accent4"/>
          </a:solidFill>
        </p:grpSpPr>
        <p:sp>
          <p:nvSpPr>
            <p:cNvPr id="230" name="Freeform 188">
              <a:extLst>
                <a:ext uri="{FF2B5EF4-FFF2-40B4-BE49-F238E27FC236}">
                  <a16:creationId xmlns:a16="http://schemas.microsoft.com/office/drawing/2014/main" id="{CD1D9CFE-84CE-AFF2-FE1A-D3A87C270E26}"/>
                </a:ext>
              </a:extLst>
            </p:cNvPr>
            <p:cNvSpPr>
              <a:spLocks noChangeArrowheads="1"/>
            </p:cNvSpPr>
            <p:nvPr/>
          </p:nvSpPr>
          <p:spPr bwMode="auto">
            <a:xfrm>
              <a:off x="7758113" y="4229100"/>
              <a:ext cx="204787" cy="182563"/>
            </a:xfrm>
            <a:custGeom>
              <a:avLst/>
              <a:gdLst>
                <a:gd name="T0" fmla="*/ 533 w 567"/>
                <a:gd name="T1" fmla="*/ 172 h 506"/>
                <a:gd name="T2" fmla="*/ 533 w 567"/>
                <a:gd name="T3" fmla="*/ 172 h 506"/>
                <a:gd name="T4" fmla="*/ 566 w 567"/>
                <a:gd name="T5" fmla="*/ 14 h 506"/>
                <a:gd name="T6" fmla="*/ 561 w 567"/>
                <a:gd name="T7" fmla="*/ 4 h 506"/>
                <a:gd name="T8" fmla="*/ 552 w 567"/>
                <a:gd name="T9" fmla="*/ 0 h 506"/>
                <a:gd name="T10" fmla="*/ 15 w 567"/>
                <a:gd name="T11" fmla="*/ 0 h 506"/>
                <a:gd name="T12" fmla="*/ 4 w 567"/>
                <a:gd name="T13" fmla="*/ 4 h 506"/>
                <a:gd name="T14" fmla="*/ 0 w 567"/>
                <a:gd name="T15" fmla="*/ 14 h 506"/>
                <a:gd name="T16" fmla="*/ 62 w 567"/>
                <a:gd name="T17" fmla="*/ 221 h 506"/>
                <a:gd name="T18" fmla="*/ 150 w 567"/>
                <a:gd name="T19" fmla="*/ 300 h 506"/>
                <a:gd name="T20" fmla="*/ 180 w 567"/>
                <a:gd name="T21" fmla="*/ 313 h 506"/>
                <a:gd name="T22" fmla="*/ 70 w 567"/>
                <a:gd name="T23" fmla="*/ 480 h 506"/>
                <a:gd name="T24" fmla="*/ 74 w 567"/>
                <a:gd name="T25" fmla="*/ 501 h 506"/>
                <a:gd name="T26" fmla="*/ 95 w 567"/>
                <a:gd name="T27" fmla="*/ 495 h 506"/>
                <a:gd name="T28" fmla="*/ 209 w 567"/>
                <a:gd name="T29" fmla="*/ 321 h 506"/>
                <a:gd name="T30" fmla="*/ 283 w 567"/>
                <a:gd name="T31" fmla="*/ 331 h 506"/>
                <a:gd name="T32" fmla="*/ 361 w 567"/>
                <a:gd name="T33" fmla="*/ 321 h 506"/>
                <a:gd name="T34" fmla="*/ 472 w 567"/>
                <a:gd name="T35" fmla="*/ 495 h 506"/>
                <a:gd name="T36" fmla="*/ 493 w 567"/>
                <a:gd name="T37" fmla="*/ 501 h 506"/>
                <a:gd name="T38" fmla="*/ 497 w 567"/>
                <a:gd name="T39" fmla="*/ 480 h 506"/>
                <a:gd name="T40" fmla="*/ 390 w 567"/>
                <a:gd name="T41" fmla="*/ 311 h 506"/>
                <a:gd name="T42" fmla="*/ 417 w 567"/>
                <a:gd name="T43" fmla="*/ 300 h 506"/>
                <a:gd name="T44" fmla="*/ 533 w 567"/>
                <a:gd name="T45" fmla="*/ 172 h 506"/>
                <a:gd name="T46" fmla="*/ 283 w 567"/>
                <a:gd name="T47" fmla="*/ 300 h 506"/>
                <a:gd name="T48" fmla="*/ 283 w 567"/>
                <a:gd name="T49" fmla="*/ 300 h 506"/>
                <a:gd name="T50" fmla="*/ 164 w 567"/>
                <a:gd name="T51" fmla="*/ 273 h 506"/>
                <a:gd name="T52" fmla="*/ 60 w 567"/>
                <a:gd name="T53" fmla="*/ 160 h 506"/>
                <a:gd name="T54" fmla="*/ 31 w 567"/>
                <a:gd name="T55" fmla="*/ 29 h 506"/>
                <a:gd name="T56" fmla="*/ 536 w 567"/>
                <a:gd name="T57" fmla="*/ 29 h 506"/>
                <a:gd name="T58" fmla="*/ 480 w 567"/>
                <a:gd name="T59" fmla="*/ 205 h 506"/>
                <a:gd name="T60" fmla="*/ 403 w 567"/>
                <a:gd name="T61" fmla="*/ 273 h 506"/>
                <a:gd name="T62" fmla="*/ 283 w 567"/>
                <a:gd name="T63" fmla="*/ 300 h 5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67" h="506">
                  <a:moveTo>
                    <a:pt x="533" y="172"/>
                  </a:moveTo>
                  <a:lnTo>
                    <a:pt x="533" y="172"/>
                  </a:lnTo>
                  <a:cubicBezTo>
                    <a:pt x="556" y="120"/>
                    <a:pt x="566" y="64"/>
                    <a:pt x="566" y="14"/>
                  </a:cubicBezTo>
                  <a:cubicBezTo>
                    <a:pt x="566" y="9"/>
                    <a:pt x="564" y="7"/>
                    <a:pt x="561" y="4"/>
                  </a:cubicBezTo>
                  <a:cubicBezTo>
                    <a:pt x="559" y="1"/>
                    <a:pt x="554" y="0"/>
                    <a:pt x="552" y="0"/>
                  </a:cubicBezTo>
                  <a:cubicBezTo>
                    <a:pt x="15" y="0"/>
                    <a:pt x="15" y="0"/>
                    <a:pt x="15" y="0"/>
                  </a:cubicBezTo>
                  <a:cubicBezTo>
                    <a:pt x="11" y="0"/>
                    <a:pt x="7" y="1"/>
                    <a:pt x="4" y="4"/>
                  </a:cubicBezTo>
                  <a:cubicBezTo>
                    <a:pt x="1" y="7"/>
                    <a:pt x="0" y="9"/>
                    <a:pt x="0" y="14"/>
                  </a:cubicBezTo>
                  <a:cubicBezTo>
                    <a:pt x="0" y="81"/>
                    <a:pt x="18" y="160"/>
                    <a:pt x="62" y="221"/>
                  </a:cubicBezTo>
                  <a:cubicBezTo>
                    <a:pt x="84" y="254"/>
                    <a:pt x="112" y="280"/>
                    <a:pt x="150" y="300"/>
                  </a:cubicBezTo>
                  <a:cubicBezTo>
                    <a:pt x="158" y="304"/>
                    <a:pt x="168" y="309"/>
                    <a:pt x="180" y="313"/>
                  </a:cubicBezTo>
                  <a:cubicBezTo>
                    <a:pt x="70" y="480"/>
                    <a:pt x="70" y="480"/>
                    <a:pt x="70" y="480"/>
                  </a:cubicBezTo>
                  <a:cubicBezTo>
                    <a:pt x="66" y="487"/>
                    <a:pt x="67" y="495"/>
                    <a:pt x="74" y="501"/>
                  </a:cubicBezTo>
                  <a:cubicBezTo>
                    <a:pt x="81" y="505"/>
                    <a:pt x="90" y="502"/>
                    <a:pt x="95" y="495"/>
                  </a:cubicBezTo>
                  <a:cubicBezTo>
                    <a:pt x="209" y="321"/>
                    <a:pt x="209" y="321"/>
                    <a:pt x="209" y="321"/>
                  </a:cubicBezTo>
                  <a:cubicBezTo>
                    <a:pt x="232" y="327"/>
                    <a:pt x="257" y="331"/>
                    <a:pt x="283" y="331"/>
                  </a:cubicBezTo>
                  <a:cubicBezTo>
                    <a:pt x="312" y="331"/>
                    <a:pt x="338" y="327"/>
                    <a:pt x="361" y="321"/>
                  </a:cubicBezTo>
                  <a:cubicBezTo>
                    <a:pt x="472" y="495"/>
                    <a:pt x="472" y="495"/>
                    <a:pt x="472" y="495"/>
                  </a:cubicBezTo>
                  <a:cubicBezTo>
                    <a:pt x="476" y="502"/>
                    <a:pt x="486" y="505"/>
                    <a:pt x="493" y="501"/>
                  </a:cubicBezTo>
                  <a:cubicBezTo>
                    <a:pt x="500" y="497"/>
                    <a:pt x="501" y="487"/>
                    <a:pt x="497" y="480"/>
                  </a:cubicBezTo>
                  <a:cubicBezTo>
                    <a:pt x="390" y="311"/>
                    <a:pt x="390" y="311"/>
                    <a:pt x="390" y="311"/>
                  </a:cubicBezTo>
                  <a:cubicBezTo>
                    <a:pt x="400" y="309"/>
                    <a:pt x="408" y="304"/>
                    <a:pt x="417" y="300"/>
                  </a:cubicBezTo>
                  <a:cubicBezTo>
                    <a:pt x="472" y="271"/>
                    <a:pt x="510" y="224"/>
                    <a:pt x="533" y="172"/>
                  </a:cubicBezTo>
                  <a:close/>
                  <a:moveTo>
                    <a:pt x="283" y="300"/>
                  </a:moveTo>
                  <a:lnTo>
                    <a:pt x="283" y="300"/>
                  </a:lnTo>
                  <a:cubicBezTo>
                    <a:pt x="236" y="300"/>
                    <a:pt x="196" y="290"/>
                    <a:pt x="164" y="273"/>
                  </a:cubicBezTo>
                  <a:cubicBezTo>
                    <a:pt x="115" y="248"/>
                    <a:pt x="83" y="207"/>
                    <a:pt x="60" y="160"/>
                  </a:cubicBezTo>
                  <a:cubicBezTo>
                    <a:pt x="42" y="118"/>
                    <a:pt x="32" y="71"/>
                    <a:pt x="31" y="29"/>
                  </a:cubicBezTo>
                  <a:cubicBezTo>
                    <a:pt x="536" y="29"/>
                    <a:pt x="536" y="29"/>
                    <a:pt x="536" y="29"/>
                  </a:cubicBezTo>
                  <a:cubicBezTo>
                    <a:pt x="533" y="88"/>
                    <a:pt x="517" y="153"/>
                    <a:pt x="480" y="205"/>
                  </a:cubicBezTo>
                  <a:cubicBezTo>
                    <a:pt x="460" y="233"/>
                    <a:pt x="435" y="257"/>
                    <a:pt x="403" y="273"/>
                  </a:cubicBezTo>
                  <a:cubicBezTo>
                    <a:pt x="371" y="290"/>
                    <a:pt x="331" y="300"/>
                    <a:pt x="283" y="3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1" name="Freeform 189">
              <a:extLst>
                <a:ext uri="{FF2B5EF4-FFF2-40B4-BE49-F238E27FC236}">
                  <a16:creationId xmlns:a16="http://schemas.microsoft.com/office/drawing/2014/main" id="{982B4709-6A66-0535-4F89-FF96AAC1BC51}"/>
                </a:ext>
              </a:extLst>
            </p:cNvPr>
            <p:cNvSpPr>
              <a:spLocks noChangeArrowheads="1"/>
            </p:cNvSpPr>
            <p:nvPr/>
          </p:nvSpPr>
          <p:spPr bwMode="auto">
            <a:xfrm>
              <a:off x="7802563" y="4135438"/>
              <a:ext cx="23812" cy="80962"/>
            </a:xfrm>
            <a:custGeom>
              <a:avLst/>
              <a:gdLst>
                <a:gd name="T0" fmla="*/ 63 w 67"/>
                <a:gd name="T1" fmla="*/ 24 h 227"/>
                <a:gd name="T2" fmla="*/ 63 w 67"/>
                <a:gd name="T3" fmla="*/ 24 h 227"/>
                <a:gd name="T4" fmla="*/ 56 w 67"/>
                <a:gd name="T5" fmla="*/ 3 h 227"/>
                <a:gd name="T6" fmla="*/ 35 w 67"/>
                <a:gd name="T7" fmla="*/ 10 h 227"/>
                <a:gd name="T8" fmla="*/ 35 w 67"/>
                <a:gd name="T9" fmla="*/ 10 h 227"/>
                <a:gd name="T10" fmla="*/ 11 w 67"/>
                <a:gd name="T11" fmla="*/ 59 h 227"/>
                <a:gd name="T12" fmla="*/ 6 w 67"/>
                <a:gd name="T13" fmla="*/ 80 h 227"/>
                <a:gd name="T14" fmla="*/ 11 w 67"/>
                <a:gd name="T15" fmla="*/ 101 h 227"/>
                <a:gd name="T16" fmla="*/ 28 w 67"/>
                <a:gd name="T17" fmla="*/ 138 h 227"/>
                <a:gd name="T18" fmla="*/ 31 w 67"/>
                <a:gd name="T19" fmla="*/ 145 h 227"/>
                <a:gd name="T20" fmla="*/ 28 w 67"/>
                <a:gd name="T21" fmla="*/ 152 h 227"/>
                <a:gd name="T22" fmla="*/ 4 w 67"/>
                <a:gd name="T23" fmla="*/ 203 h 227"/>
                <a:gd name="T24" fmla="*/ 10 w 67"/>
                <a:gd name="T25" fmla="*/ 222 h 227"/>
                <a:gd name="T26" fmla="*/ 31 w 67"/>
                <a:gd name="T27" fmla="*/ 215 h 227"/>
                <a:gd name="T28" fmla="*/ 55 w 67"/>
                <a:gd name="T29" fmla="*/ 166 h 227"/>
                <a:gd name="T30" fmla="*/ 60 w 67"/>
                <a:gd name="T31" fmla="*/ 145 h 227"/>
                <a:gd name="T32" fmla="*/ 55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8" y="0"/>
                    <a:pt x="39" y="3"/>
                    <a:pt x="35" y="10"/>
                  </a:cubicBezTo>
                  <a:lnTo>
                    <a:pt x="35" y="10"/>
                  </a:lnTo>
                  <a:cubicBezTo>
                    <a:pt x="11" y="59"/>
                    <a:pt x="11" y="59"/>
                    <a:pt x="11" y="59"/>
                  </a:cubicBezTo>
                  <a:cubicBezTo>
                    <a:pt x="7" y="66"/>
                    <a:pt x="6" y="73"/>
                    <a:pt x="6" y="80"/>
                  </a:cubicBezTo>
                  <a:cubicBezTo>
                    <a:pt x="6" y="89"/>
                    <a:pt x="7" y="96"/>
                    <a:pt x="11" y="101"/>
                  </a:cubicBezTo>
                  <a:cubicBezTo>
                    <a:pt x="28" y="138"/>
                    <a:pt x="28" y="138"/>
                    <a:pt x="28" y="138"/>
                  </a:cubicBezTo>
                  <a:cubicBezTo>
                    <a:pt x="29" y="139"/>
                    <a:pt x="31" y="142"/>
                    <a:pt x="31" y="145"/>
                  </a:cubicBezTo>
                  <a:cubicBezTo>
                    <a:pt x="31" y="148"/>
                    <a:pt x="29" y="151"/>
                    <a:pt x="28" y="152"/>
                  </a:cubicBezTo>
                  <a:cubicBezTo>
                    <a:pt x="4" y="203"/>
                    <a:pt x="4" y="203"/>
                    <a:pt x="4" y="203"/>
                  </a:cubicBezTo>
                  <a:cubicBezTo>
                    <a:pt x="0" y="210"/>
                    <a:pt x="3" y="219"/>
                    <a:pt x="10" y="222"/>
                  </a:cubicBezTo>
                  <a:cubicBezTo>
                    <a:pt x="18" y="226"/>
                    <a:pt x="27" y="224"/>
                    <a:pt x="31" y="215"/>
                  </a:cubicBezTo>
                  <a:cubicBezTo>
                    <a:pt x="55" y="166"/>
                    <a:pt x="55" y="166"/>
                    <a:pt x="55" y="166"/>
                  </a:cubicBezTo>
                  <a:cubicBezTo>
                    <a:pt x="59" y="159"/>
                    <a:pt x="60" y="152"/>
                    <a:pt x="60" y="145"/>
                  </a:cubicBezTo>
                  <a:cubicBezTo>
                    <a:pt x="60" y="138"/>
                    <a:pt x="59" y="131"/>
                    <a:pt x="55"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2" name="Freeform 190">
              <a:extLst>
                <a:ext uri="{FF2B5EF4-FFF2-40B4-BE49-F238E27FC236}">
                  <a16:creationId xmlns:a16="http://schemas.microsoft.com/office/drawing/2014/main" id="{074AD4C0-DB5F-D1C6-63D1-0411854FEC08}"/>
                </a:ext>
              </a:extLst>
            </p:cNvPr>
            <p:cNvSpPr>
              <a:spLocks noChangeArrowheads="1"/>
            </p:cNvSpPr>
            <p:nvPr/>
          </p:nvSpPr>
          <p:spPr bwMode="auto">
            <a:xfrm>
              <a:off x="7848600" y="4135438"/>
              <a:ext cx="23813" cy="80962"/>
            </a:xfrm>
            <a:custGeom>
              <a:avLst/>
              <a:gdLst>
                <a:gd name="T0" fmla="*/ 63 w 67"/>
                <a:gd name="T1" fmla="*/ 24 h 227"/>
                <a:gd name="T2" fmla="*/ 63 w 67"/>
                <a:gd name="T3" fmla="*/ 24 h 227"/>
                <a:gd name="T4" fmla="*/ 56 w 67"/>
                <a:gd name="T5" fmla="*/ 3 h 227"/>
                <a:gd name="T6" fmla="*/ 36 w 67"/>
                <a:gd name="T7" fmla="*/ 10 h 227"/>
                <a:gd name="T8" fmla="*/ 36 w 67"/>
                <a:gd name="T9" fmla="*/ 10 h 227"/>
                <a:gd name="T10" fmla="*/ 11 w 67"/>
                <a:gd name="T11" fmla="*/ 59 h 227"/>
                <a:gd name="T12" fmla="*/ 5 w 67"/>
                <a:gd name="T13" fmla="*/ 80 h 227"/>
                <a:gd name="T14" fmla="*/ 11 w 67"/>
                <a:gd name="T15" fmla="*/ 101 h 227"/>
                <a:gd name="T16" fmla="*/ 29 w 67"/>
                <a:gd name="T17" fmla="*/ 138 h 227"/>
                <a:gd name="T18" fmla="*/ 31 w 67"/>
                <a:gd name="T19" fmla="*/ 145 h 227"/>
                <a:gd name="T20" fmla="*/ 29 w 67"/>
                <a:gd name="T21" fmla="*/ 152 h 227"/>
                <a:gd name="T22" fmla="*/ 4 w 67"/>
                <a:gd name="T23" fmla="*/ 203 h 227"/>
                <a:gd name="T24" fmla="*/ 11 w 67"/>
                <a:gd name="T25" fmla="*/ 222 h 227"/>
                <a:gd name="T26" fmla="*/ 31 w 67"/>
                <a:gd name="T27" fmla="*/ 215 h 227"/>
                <a:gd name="T28" fmla="*/ 56 w 67"/>
                <a:gd name="T29" fmla="*/ 166 h 227"/>
                <a:gd name="T30" fmla="*/ 60 w 67"/>
                <a:gd name="T31" fmla="*/ 145 h 227"/>
                <a:gd name="T32" fmla="*/ 56 w 67"/>
                <a:gd name="T33" fmla="*/ 124 h 227"/>
                <a:gd name="T34" fmla="*/ 38 w 67"/>
                <a:gd name="T35" fmla="*/ 89 h 227"/>
                <a:gd name="T36" fmla="*/ 36 w 67"/>
                <a:gd name="T37" fmla="*/ 80 h 227"/>
                <a:gd name="T38" fmla="*/ 38 w 67"/>
                <a:gd name="T39" fmla="*/ 73 h 227"/>
                <a:gd name="T40" fmla="*/ 63 w 67"/>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 h="227">
                  <a:moveTo>
                    <a:pt x="63" y="24"/>
                  </a:moveTo>
                  <a:lnTo>
                    <a:pt x="63" y="24"/>
                  </a:lnTo>
                  <a:cubicBezTo>
                    <a:pt x="66" y="16"/>
                    <a:pt x="63" y="7"/>
                    <a:pt x="56" y="3"/>
                  </a:cubicBezTo>
                  <a:cubicBezTo>
                    <a:pt x="49" y="0"/>
                    <a:pt x="39" y="3"/>
                    <a:pt x="36" y="10"/>
                  </a:cubicBezTo>
                  <a:lnTo>
                    <a:pt x="36" y="10"/>
                  </a:lnTo>
                  <a:cubicBezTo>
                    <a:pt x="11" y="59"/>
                    <a:pt x="11" y="59"/>
                    <a:pt x="11" y="59"/>
                  </a:cubicBezTo>
                  <a:cubicBezTo>
                    <a:pt x="8" y="66"/>
                    <a:pt x="5" y="73"/>
                    <a:pt x="5" y="80"/>
                  </a:cubicBezTo>
                  <a:cubicBezTo>
                    <a:pt x="5" y="89"/>
                    <a:pt x="8" y="96"/>
                    <a:pt x="11" y="101"/>
                  </a:cubicBezTo>
                  <a:cubicBezTo>
                    <a:pt x="29" y="138"/>
                    <a:pt x="29" y="138"/>
                    <a:pt x="29" y="138"/>
                  </a:cubicBezTo>
                  <a:cubicBezTo>
                    <a:pt x="29" y="139"/>
                    <a:pt x="31" y="142"/>
                    <a:pt x="31" y="145"/>
                  </a:cubicBezTo>
                  <a:cubicBezTo>
                    <a:pt x="31" y="148"/>
                    <a:pt x="29" y="151"/>
                    <a:pt x="29" y="152"/>
                  </a:cubicBezTo>
                  <a:cubicBezTo>
                    <a:pt x="4" y="203"/>
                    <a:pt x="4" y="203"/>
                    <a:pt x="4" y="203"/>
                  </a:cubicBezTo>
                  <a:cubicBezTo>
                    <a:pt x="0" y="210"/>
                    <a:pt x="3" y="219"/>
                    <a:pt x="11" y="222"/>
                  </a:cubicBezTo>
                  <a:cubicBezTo>
                    <a:pt x="18" y="226"/>
                    <a:pt x="26" y="224"/>
                    <a:pt x="31" y="215"/>
                  </a:cubicBezTo>
                  <a:cubicBezTo>
                    <a:pt x="56" y="166"/>
                    <a:pt x="56" y="166"/>
                    <a:pt x="56" y="166"/>
                  </a:cubicBezTo>
                  <a:cubicBezTo>
                    <a:pt x="59" y="159"/>
                    <a:pt x="60" y="152"/>
                    <a:pt x="60" y="145"/>
                  </a:cubicBezTo>
                  <a:cubicBezTo>
                    <a:pt x="60" y="138"/>
                    <a:pt x="59" y="131"/>
                    <a:pt x="56" y="124"/>
                  </a:cubicBezTo>
                  <a:cubicBezTo>
                    <a:pt x="38" y="89"/>
                    <a:pt x="38" y="89"/>
                    <a:pt x="38" y="89"/>
                  </a:cubicBezTo>
                  <a:cubicBezTo>
                    <a:pt x="36" y="86"/>
                    <a:pt x="36" y="83"/>
                    <a:pt x="36" y="80"/>
                  </a:cubicBezTo>
                  <a:cubicBezTo>
                    <a:pt x="36" y="79"/>
                    <a:pt x="36" y="76"/>
                    <a:pt x="38"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3" name="Freeform 191">
              <a:extLst>
                <a:ext uri="{FF2B5EF4-FFF2-40B4-BE49-F238E27FC236}">
                  <a16:creationId xmlns:a16="http://schemas.microsoft.com/office/drawing/2014/main" id="{7EB6CBD7-DBE7-71D4-78D5-863965941502}"/>
                </a:ext>
              </a:extLst>
            </p:cNvPr>
            <p:cNvSpPr>
              <a:spLocks noChangeArrowheads="1"/>
            </p:cNvSpPr>
            <p:nvPr/>
          </p:nvSpPr>
          <p:spPr bwMode="auto">
            <a:xfrm>
              <a:off x="7894638" y="4135438"/>
              <a:ext cx="23812" cy="80962"/>
            </a:xfrm>
            <a:custGeom>
              <a:avLst/>
              <a:gdLst>
                <a:gd name="T0" fmla="*/ 63 w 68"/>
                <a:gd name="T1" fmla="*/ 24 h 227"/>
                <a:gd name="T2" fmla="*/ 63 w 68"/>
                <a:gd name="T3" fmla="*/ 24 h 227"/>
                <a:gd name="T4" fmla="*/ 56 w 68"/>
                <a:gd name="T5" fmla="*/ 3 h 227"/>
                <a:gd name="T6" fmla="*/ 36 w 68"/>
                <a:gd name="T7" fmla="*/ 10 h 227"/>
                <a:gd name="T8" fmla="*/ 36 w 68"/>
                <a:gd name="T9" fmla="*/ 10 h 227"/>
                <a:gd name="T10" fmla="*/ 11 w 68"/>
                <a:gd name="T11" fmla="*/ 59 h 227"/>
                <a:gd name="T12" fmla="*/ 7 w 68"/>
                <a:gd name="T13" fmla="*/ 80 h 227"/>
                <a:gd name="T14" fmla="*/ 11 w 68"/>
                <a:gd name="T15" fmla="*/ 101 h 227"/>
                <a:gd name="T16" fmla="*/ 29 w 68"/>
                <a:gd name="T17" fmla="*/ 138 h 227"/>
                <a:gd name="T18" fmla="*/ 30 w 68"/>
                <a:gd name="T19" fmla="*/ 145 h 227"/>
                <a:gd name="T20" fmla="*/ 29 w 68"/>
                <a:gd name="T21" fmla="*/ 152 h 227"/>
                <a:gd name="T22" fmla="*/ 4 w 68"/>
                <a:gd name="T23" fmla="*/ 203 h 227"/>
                <a:gd name="T24" fmla="*/ 11 w 68"/>
                <a:gd name="T25" fmla="*/ 222 h 227"/>
                <a:gd name="T26" fmla="*/ 30 w 68"/>
                <a:gd name="T27" fmla="*/ 215 h 227"/>
                <a:gd name="T28" fmla="*/ 56 w 68"/>
                <a:gd name="T29" fmla="*/ 166 h 227"/>
                <a:gd name="T30" fmla="*/ 60 w 68"/>
                <a:gd name="T31" fmla="*/ 145 h 227"/>
                <a:gd name="T32" fmla="*/ 56 w 68"/>
                <a:gd name="T33" fmla="*/ 124 h 227"/>
                <a:gd name="T34" fmla="*/ 37 w 68"/>
                <a:gd name="T35" fmla="*/ 89 h 227"/>
                <a:gd name="T36" fmla="*/ 36 w 68"/>
                <a:gd name="T37" fmla="*/ 80 h 227"/>
                <a:gd name="T38" fmla="*/ 37 w 68"/>
                <a:gd name="T39" fmla="*/ 73 h 227"/>
                <a:gd name="T40" fmla="*/ 63 w 68"/>
                <a:gd name="T41" fmla="*/ 24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8" h="227">
                  <a:moveTo>
                    <a:pt x="63" y="24"/>
                  </a:moveTo>
                  <a:lnTo>
                    <a:pt x="63" y="24"/>
                  </a:lnTo>
                  <a:cubicBezTo>
                    <a:pt x="67" y="16"/>
                    <a:pt x="63" y="7"/>
                    <a:pt x="56" y="3"/>
                  </a:cubicBezTo>
                  <a:cubicBezTo>
                    <a:pt x="49" y="0"/>
                    <a:pt x="40" y="3"/>
                    <a:pt x="36" y="10"/>
                  </a:cubicBezTo>
                  <a:lnTo>
                    <a:pt x="36" y="10"/>
                  </a:lnTo>
                  <a:cubicBezTo>
                    <a:pt x="11" y="59"/>
                    <a:pt x="11" y="59"/>
                    <a:pt x="11" y="59"/>
                  </a:cubicBezTo>
                  <a:cubicBezTo>
                    <a:pt x="8" y="66"/>
                    <a:pt x="7" y="73"/>
                    <a:pt x="7" y="80"/>
                  </a:cubicBezTo>
                  <a:cubicBezTo>
                    <a:pt x="7" y="89"/>
                    <a:pt x="8" y="96"/>
                    <a:pt x="11" y="101"/>
                  </a:cubicBezTo>
                  <a:cubicBezTo>
                    <a:pt x="29" y="138"/>
                    <a:pt x="29" y="138"/>
                    <a:pt x="29" y="138"/>
                  </a:cubicBezTo>
                  <a:cubicBezTo>
                    <a:pt x="30" y="139"/>
                    <a:pt x="30" y="142"/>
                    <a:pt x="30" y="145"/>
                  </a:cubicBezTo>
                  <a:cubicBezTo>
                    <a:pt x="30" y="148"/>
                    <a:pt x="30" y="151"/>
                    <a:pt x="29" y="152"/>
                  </a:cubicBezTo>
                  <a:cubicBezTo>
                    <a:pt x="4" y="203"/>
                    <a:pt x="4" y="203"/>
                    <a:pt x="4" y="203"/>
                  </a:cubicBezTo>
                  <a:cubicBezTo>
                    <a:pt x="0" y="210"/>
                    <a:pt x="4" y="219"/>
                    <a:pt x="11" y="222"/>
                  </a:cubicBezTo>
                  <a:cubicBezTo>
                    <a:pt x="18" y="226"/>
                    <a:pt x="28" y="224"/>
                    <a:pt x="30" y="215"/>
                  </a:cubicBezTo>
                  <a:cubicBezTo>
                    <a:pt x="56" y="166"/>
                    <a:pt x="56" y="166"/>
                    <a:pt x="56" y="166"/>
                  </a:cubicBezTo>
                  <a:cubicBezTo>
                    <a:pt x="59" y="159"/>
                    <a:pt x="60" y="152"/>
                    <a:pt x="60" y="145"/>
                  </a:cubicBezTo>
                  <a:cubicBezTo>
                    <a:pt x="60" y="138"/>
                    <a:pt x="59" y="131"/>
                    <a:pt x="56" y="124"/>
                  </a:cubicBezTo>
                  <a:cubicBezTo>
                    <a:pt x="37" y="89"/>
                    <a:pt x="37" y="89"/>
                    <a:pt x="37" y="89"/>
                  </a:cubicBezTo>
                  <a:cubicBezTo>
                    <a:pt x="36" y="86"/>
                    <a:pt x="36" y="83"/>
                    <a:pt x="36" y="80"/>
                  </a:cubicBezTo>
                  <a:cubicBezTo>
                    <a:pt x="36" y="79"/>
                    <a:pt x="36" y="76"/>
                    <a:pt x="37" y="73"/>
                  </a:cubicBezTo>
                  <a:lnTo>
                    <a:pt x="63" y="2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4" name="Group 237">
            <a:extLst>
              <a:ext uri="{FF2B5EF4-FFF2-40B4-BE49-F238E27FC236}">
                <a16:creationId xmlns:a16="http://schemas.microsoft.com/office/drawing/2014/main" id="{1B8E8139-A5C9-AE85-F16F-415BF28E393F}"/>
              </a:ext>
            </a:extLst>
          </p:cNvPr>
          <p:cNvGrpSpPr/>
          <p:nvPr/>
        </p:nvGrpSpPr>
        <p:grpSpPr>
          <a:xfrm>
            <a:off x="9815115" y="2350964"/>
            <a:ext cx="204788" cy="258763"/>
            <a:chOff x="8778875" y="4156075"/>
            <a:chExt cx="204788" cy="258763"/>
          </a:xfrm>
          <a:solidFill>
            <a:schemeClr val="accent4"/>
          </a:solidFill>
        </p:grpSpPr>
        <p:sp>
          <p:nvSpPr>
            <p:cNvPr id="235" name="Freeform 192">
              <a:extLst>
                <a:ext uri="{FF2B5EF4-FFF2-40B4-BE49-F238E27FC236}">
                  <a16:creationId xmlns:a16="http://schemas.microsoft.com/office/drawing/2014/main" id="{9F528F06-2283-075B-0338-D102664A1103}"/>
                </a:ext>
              </a:extLst>
            </p:cNvPr>
            <p:cNvSpPr>
              <a:spLocks noChangeArrowheads="1"/>
            </p:cNvSpPr>
            <p:nvPr/>
          </p:nvSpPr>
          <p:spPr bwMode="auto">
            <a:xfrm>
              <a:off x="8810625" y="4198938"/>
              <a:ext cx="139700" cy="96837"/>
            </a:xfrm>
            <a:custGeom>
              <a:avLst/>
              <a:gdLst>
                <a:gd name="T0" fmla="*/ 14 w 389"/>
                <a:gd name="T1" fmla="*/ 269 h 270"/>
                <a:gd name="T2" fmla="*/ 14 w 389"/>
                <a:gd name="T3" fmla="*/ 269 h 270"/>
                <a:gd name="T4" fmla="*/ 373 w 389"/>
                <a:gd name="T5" fmla="*/ 269 h 270"/>
                <a:gd name="T6" fmla="*/ 384 w 389"/>
                <a:gd name="T7" fmla="*/ 265 h 270"/>
                <a:gd name="T8" fmla="*/ 388 w 389"/>
                <a:gd name="T9" fmla="*/ 255 h 270"/>
                <a:gd name="T10" fmla="*/ 209 w 389"/>
                <a:gd name="T11" fmla="*/ 62 h 270"/>
                <a:gd name="T12" fmla="*/ 209 w 389"/>
                <a:gd name="T13" fmla="*/ 15 h 270"/>
                <a:gd name="T14" fmla="*/ 193 w 389"/>
                <a:gd name="T15" fmla="*/ 0 h 270"/>
                <a:gd name="T16" fmla="*/ 179 w 389"/>
                <a:gd name="T17" fmla="*/ 15 h 270"/>
                <a:gd name="T18" fmla="*/ 179 w 389"/>
                <a:gd name="T19" fmla="*/ 62 h 270"/>
                <a:gd name="T20" fmla="*/ 0 w 389"/>
                <a:gd name="T21" fmla="*/ 255 h 270"/>
                <a:gd name="T22" fmla="*/ 4 w 389"/>
                <a:gd name="T23" fmla="*/ 265 h 270"/>
                <a:gd name="T24" fmla="*/ 14 w 389"/>
                <a:gd name="T25" fmla="*/ 269 h 270"/>
                <a:gd name="T26" fmla="*/ 77 w 389"/>
                <a:gd name="T27" fmla="*/ 139 h 270"/>
                <a:gd name="T28" fmla="*/ 77 w 389"/>
                <a:gd name="T29" fmla="*/ 139 h 270"/>
                <a:gd name="T30" fmla="*/ 193 w 389"/>
                <a:gd name="T31" fmla="*/ 90 h 270"/>
                <a:gd name="T32" fmla="*/ 193 w 389"/>
                <a:gd name="T33" fmla="*/ 90 h 270"/>
                <a:gd name="T34" fmla="*/ 193 w 389"/>
                <a:gd name="T35" fmla="*/ 90 h 270"/>
                <a:gd name="T36" fmla="*/ 310 w 389"/>
                <a:gd name="T37" fmla="*/ 139 h 270"/>
                <a:gd name="T38" fmla="*/ 358 w 389"/>
                <a:gd name="T39" fmla="*/ 240 h 270"/>
                <a:gd name="T40" fmla="*/ 30 w 389"/>
                <a:gd name="T41" fmla="*/ 240 h 270"/>
                <a:gd name="T42" fmla="*/ 77 w 389"/>
                <a:gd name="T43" fmla="*/ 139 h 2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389" h="270">
                  <a:moveTo>
                    <a:pt x="14" y="269"/>
                  </a:moveTo>
                  <a:lnTo>
                    <a:pt x="14" y="269"/>
                  </a:lnTo>
                  <a:cubicBezTo>
                    <a:pt x="373" y="269"/>
                    <a:pt x="373" y="269"/>
                    <a:pt x="373" y="269"/>
                  </a:cubicBezTo>
                  <a:cubicBezTo>
                    <a:pt x="377" y="269"/>
                    <a:pt x="381" y="268"/>
                    <a:pt x="384" y="265"/>
                  </a:cubicBezTo>
                  <a:cubicBezTo>
                    <a:pt x="387" y="262"/>
                    <a:pt x="388" y="260"/>
                    <a:pt x="388" y="255"/>
                  </a:cubicBezTo>
                  <a:cubicBezTo>
                    <a:pt x="388" y="153"/>
                    <a:pt x="310" y="69"/>
                    <a:pt x="209" y="62"/>
                  </a:cubicBezTo>
                  <a:cubicBezTo>
                    <a:pt x="209" y="15"/>
                    <a:pt x="209" y="15"/>
                    <a:pt x="209" y="15"/>
                  </a:cubicBezTo>
                  <a:cubicBezTo>
                    <a:pt x="209" y="7"/>
                    <a:pt x="202" y="0"/>
                    <a:pt x="193" y="0"/>
                  </a:cubicBezTo>
                  <a:cubicBezTo>
                    <a:pt x="186" y="0"/>
                    <a:pt x="179" y="7"/>
                    <a:pt x="179" y="15"/>
                  </a:cubicBezTo>
                  <a:cubicBezTo>
                    <a:pt x="179" y="62"/>
                    <a:pt x="179" y="62"/>
                    <a:pt x="179" y="62"/>
                  </a:cubicBezTo>
                  <a:cubicBezTo>
                    <a:pt x="78" y="69"/>
                    <a:pt x="0" y="153"/>
                    <a:pt x="0" y="255"/>
                  </a:cubicBezTo>
                  <a:cubicBezTo>
                    <a:pt x="0" y="260"/>
                    <a:pt x="1" y="262"/>
                    <a:pt x="4" y="265"/>
                  </a:cubicBezTo>
                  <a:cubicBezTo>
                    <a:pt x="7" y="268"/>
                    <a:pt x="11" y="269"/>
                    <a:pt x="14" y="269"/>
                  </a:cubicBezTo>
                  <a:close/>
                  <a:moveTo>
                    <a:pt x="77" y="139"/>
                  </a:moveTo>
                  <a:lnTo>
                    <a:pt x="77" y="139"/>
                  </a:lnTo>
                  <a:cubicBezTo>
                    <a:pt x="108" y="109"/>
                    <a:pt x="148" y="90"/>
                    <a:pt x="193" y="90"/>
                  </a:cubicBezTo>
                  <a:lnTo>
                    <a:pt x="193" y="90"/>
                  </a:lnTo>
                  <a:lnTo>
                    <a:pt x="193" y="90"/>
                  </a:lnTo>
                  <a:cubicBezTo>
                    <a:pt x="240" y="90"/>
                    <a:pt x="280" y="109"/>
                    <a:pt x="310" y="139"/>
                  </a:cubicBezTo>
                  <a:cubicBezTo>
                    <a:pt x="337" y="165"/>
                    <a:pt x="355" y="201"/>
                    <a:pt x="358" y="240"/>
                  </a:cubicBezTo>
                  <a:cubicBezTo>
                    <a:pt x="30" y="240"/>
                    <a:pt x="30" y="240"/>
                    <a:pt x="30" y="240"/>
                  </a:cubicBezTo>
                  <a:cubicBezTo>
                    <a:pt x="33" y="201"/>
                    <a:pt x="51" y="165"/>
                    <a:pt x="77" y="13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6" name="Freeform 193">
              <a:extLst>
                <a:ext uri="{FF2B5EF4-FFF2-40B4-BE49-F238E27FC236}">
                  <a16:creationId xmlns:a16="http://schemas.microsoft.com/office/drawing/2014/main" id="{FB5E4F6B-6649-5FE4-CDF1-444F66CA20D9}"/>
                </a:ext>
              </a:extLst>
            </p:cNvPr>
            <p:cNvSpPr>
              <a:spLocks noChangeArrowheads="1"/>
            </p:cNvSpPr>
            <p:nvPr/>
          </p:nvSpPr>
          <p:spPr bwMode="auto">
            <a:xfrm>
              <a:off x="8799513" y="4306888"/>
              <a:ext cx="161925" cy="11112"/>
            </a:xfrm>
            <a:custGeom>
              <a:avLst/>
              <a:gdLst>
                <a:gd name="T0" fmla="*/ 15 w 450"/>
                <a:gd name="T1" fmla="*/ 30 h 31"/>
                <a:gd name="T2" fmla="*/ 15 w 450"/>
                <a:gd name="T3" fmla="*/ 30 h 31"/>
                <a:gd name="T4" fmla="*/ 435 w 450"/>
                <a:gd name="T5" fmla="*/ 30 h 31"/>
                <a:gd name="T6" fmla="*/ 449 w 450"/>
                <a:gd name="T7" fmla="*/ 14 h 31"/>
                <a:gd name="T8" fmla="*/ 435 w 450"/>
                <a:gd name="T9" fmla="*/ 0 h 31"/>
                <a:gd name="T10" fmla="*/ 15 w 450"/>
                <a:gd name="T11" fmla="*/ 0 h 31"/>
                <a:gd name="T12" fmla="*/ 0 w 450"/>
                <a:gd name="T13" fmla="*/ 14 h 31"/>
                <a:gd name="T14" fmla="*/ 15 w 450"/>
                <a:gd name="T15" fmla="*/ 30 h 3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450" h="31">
                  <a:moveTo>
                    <a:pt x="15" y="30"/>
                  </a:moveTo>
                  <a:lnTo>
                    <a:pt x="15" y="30"/>
                  </a:lnTo>
                  <a:cubicBezTo>
                    <a:pt x="435" y="30"/>
                    <a:pt x="435" y="30"/>
                    <a:pt x="435" y="30"/>
                  </a:cubicBezTo>
                  <a:cubicBezTo>
                    <a:pt x="443" y="30"/>
                    <a:pt x="449" y="23"/>
                    <a:pt x="449" y="14"/>
                  </a:cubicBezTo>
                  <a:cubicBezTo>
                    <a:pt x="449" y="7"/>
                    <a:pt x="443" y="0"/>
                    <a:pt x="435" y="0"/>
                  </a:cubicBezTo>
                  <a:cubicBezTo>
                    <a:pt x="15" y="0"/>
                    <a:pt x="15" y="0"/>
                    <a:pt x="15" y="0"/>
                  </a:cubicBezTo>
                  <a:cubicBezTo>
                    <a:pt x="7" y="0"/>
                    <a:pt x="0" y="7"/>
                    <a:pt x="0" y="14"/>
                  </a:cubicBezTo>
                  <a:cubicBezTo>
                    <a:pt x="0" y="23"/>
                    <a:pt x="7" y="30"/>
                    <a:pt x="15" y="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37" name="Freeform 194">
              <a:extLst>
                <a:ext uri="{FF2B5EF4-FFF2-40B4-BE49-F238E27FC236}">
                  <a16:creationId xmlns:a16="http://schemas.microsoft.com/office/drawing/2014/main" id="{7D2E1338-8DF0-BDD1-1D54-F84F72D225C4}"/>
                </a:ext>
              </a:extLst>
            </p:cNvPr>
            <p:cNvSpPr>
              <a:spLocks noChangeArrowheads="1"/>
            </p:cNvSpPr>
            <p:nvPr/>
          </p:nvSpPr>
          <p:spPr bwMode="auto">
            <a:xfrm>
              <a:off x="8778875" y="4156075"/>
              <a:ext cx="204788" cy="258763"/>
            </a:xfrm>
            <a:custGeom>
              <a:avLst/>
              <a:gdLst>
                <a:gd name="T0" fmla="*/ 539 w 569"/>
                <a:gd name="T1" fmla="*/ 600 h 720"/>
                <a:gd name="T2" fmla="*/ 539 w 569"/>
                <a:gd name="T3" fmla="*/ 600 h 720"/>
                <a:gd name="T4" fmla="*/ 568 w 569"/>
                <a:gd name="T5" fmla="*/ 569 h 720"/>
                <a:gd name="T6" fmla="*/ 568 w 569"/>
                <a:gd name="T7" fmla="*/ 45 h 720"/>
                <a:gd name="T8" fmla="*/ 523 w 569"/>
                <a:gd name="T9" fmla="*/ 0 h 720"/>
                <a:gd name="T10" fmla="*/ 74 w 569"/>
                <a:gd name="T11" fmla="*/ 0 h 720"/>
                <a:gd name="T12" fmla="*/ 0 w 569"/>
                <a:gd name="T13" fmla="*/ 75 h 720"/>
                <a:gd name="T14" fmla="*/ 0 w 569"/>
                <a:gd name="T15" fmla="*/ 555 h 720"/>
                <a:gd name="T16" fmla="*/ 0 w 569"/>
                <a:gd name="T17" fmla="*/ 585 h 720"/>
                <a:gd name="T18" fmla="*/ 0 w 569"/>
                <a:gd name="T19" fmla="*/ 645 h 720"/>
                <a:gd name="T20" fmla="*/ 74 w 569"/>
                <a:gd name="T21" fmla="*/ 719 h 720"/>
                <a:gd name="T22" fmla="*/ 74 w 569"/>
                <a:gd name="T23" fmla="*/ 719 h 720"/>
                <a:gd name="T24" fmla="*/ 539 w 569"/>
                <a:gd name="T25" fmla="*/ 719 h 720"/>
                <a:gd name="T26" fmla="*/ 553 w 569"/>
                <a:gd name="T27" fmla="*/ 704 h 720"/>
                <a:gd name="T28" fmla="*/ 539 w 569"/>
                <a:gd name="T29" fmla="*/ 690 h 720"/>
                <a:gd name="T30" fmla="*/ 494 w 569"/>
                <a:gd name="T31" fmla="*/ 645 h 720"/>
                <a:gd name="T32" fmla="*/ 539 w 569"/>
                <a:gd name="T33" fmla="*/ 600 h 720"/>
                <a:gd name="T34" fmla="*/ 29 w 569"/>
                <a:gd name="T35" fmla="*/ 75 h 720"/>
                <a:gd name="T36" fmla="*/ 29 w 569"/>
                <a:gd name="T37" fmla="*/ 75 h 720"/>
                <a:gd name="T38" fmla="*/ 43 w 569"/>
                <a:gd name="T39" fmla="*/ 44 h 720"/>
                <a:gd name="T40" fmla="*/ 74 w 569"/>
                <a:gd name="T41" fmla="*/ 30 h 720"/>
                <a:gd name="T42" fmla="*/ 523 w 569"/>
                <a:gd name="T43" fmla="*/ 30 h 720"/>
                <a:gd name="T44" fmla="*/ 535 w 569"/>
                <a:gd name="T45" fmla="*/ 36 h 720"/>
                <a:gd name="T46" fmla="*/ 539 w 569"/>
                <a:gd name="T47" fmla="*/ 45 h 720"/>
                <a:gd name="T48" fmla="*/ 539 w 569"/>
                <a:gd name="T49" fmla="*/ 569 h 720"/>
                <a:gd name="T50" fmla="*/ 74 w 569"/>
                <a:gd name="T51" fmla="*/ 569 h 720"/>
                <a:gd name="T52" fmla="*/ 29 w 569"/>
                <a:gd name="T53" fmla="*/ 585 h 720"/>
                <a:gd name="T54" fmla="*/ 29 w 569"/>
                <a:gd name="T55" fmla="*/ 585 h 720"/>
                <a:gd name="T56" fmla="*/ 29 w 569"/>
                <a:gd name="T57" fmla="*/ 555 h 720"/>
                <a:gd name="T58" fmla="*/ 29 w 569"/>
                <a:gd name="T59" fmla="*/ 75 h 720"/>
                <a:gd name="T60" fmla="*/ 74 w 569"/>
                <a:gd name="T61" fmla="*/ 690 h 720"/>
                <a:gd name="T62" fmla="*/ 74 w 569"/>
                <a:gd name="T63" fmla="*/ 690 h 720"/>
                <a:gd name="T64" fmla="*/ 29 w 569"/>
                <a:gd name="T65" fmla="*/ 645 h 720"/>
                <a:gd name="T66" fmla="*/ 29 w 569"/>
                <a:gd name="T67" fmla="*/ 645 h 720"/>
                <a:gd name="T68" fmla="*/ 29 w 569"/>
                <a:gd name="T69" fmla="*/ 645 h 720"/>
                <a:gd name="T70" fmla="*/ 74 w 569"/>
                <a:gd name="T71" fmla="*/ 600 h 720"/>
                <a:gd name="T72" fmla="*/ 74 w 569"/>
                <a:gd name="T73" fmla="*/ 600 h 720"/>
                <a:gd name="T74" fmla="*/ 478 w 569"/>
                <a:gd name="T75" fmla="*/ 600 h 720"/>
                <a:gd name="T76" fmla="*/ 463 w 569"/>
                <a:gd name="T77" fmla="*/ 645 h 720"/>
                <a:gd name="T78" fmla="*/ 478 w 569"/>
                <a:gd name="T79" fmla="*/ 690 h 720"/>
                <a:gd name="T80" fmla="*/ 74 w 569"/>
                <a:gd name="T81" fmla="*/ 690 h 7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569" h="720">
                  <a:moveTo>
                    <a:pt x="539" y="600"/>
                  </a:moveTo>
                  <a:lnTo>
                    <a:pt x="539" y="600"/>
                  </a:lnTo>
                  <a:cubicBezTo>
                    <a:pt x="556" y="600"/>
                    <a:pt x="568" y="586"/>
                    <a:pt x="568" y="569"/>
                  </a:cubicBezTo>
                  <a:cubicBezTo>
                    <a:pt x="568" y="45"/>
                    <a:pt x="568" y="45"/>
                    <a:pt x="568" y="45"/>
                  </a:cubicBezTo>
                  <a:cubicBezTo>
                    <a:pt x="568" y="20"/>
                    <a:pt x="549" y="0"/>
                    <a:pt x="523" y="0"/>
                  </a:cubicBezTo>
                  <a:cubicBezTo>
                    <a:pt x="74" y="0"/>
                    <a:pt x="74" y="0"/>
                    <a:pt x="74" y="0"/>
                  </a:cubicBezTo>
                  <a:cubicBezTo>
                    <a:pt x="33" y="0"/>
                    <a:pt x="0" y="34"/>
                    <a:pt x="0" y="75"/>
                  </a:cubicBezTo>
                  <a:cubicBezTo>
                    <a:pt x="0" y="555"/>
                    <a:pt x="0" y="555"/>
                    <a:pt x="0" y="555"/>
                  </a:cubicBezTo>
                  <a:cubicBezTo>
                    <a:pt x="0" y="585"/>
                    <a:pt x="0" y="585"/>
                    <a:pt x="0" y="585"/>
                  </a:cubicBezTo>
                  <a:cubicBezTo>
                    <a:pt x="0" y="645"/>
                    <a:pt x="0" y="645"/>
                    <a:pt x="0" y="645"/>
                  </a:cubicBezTo>
                  <a:cubicBezTo>
                    <a:pt x="0" y="686"/>
                    <a:pt x="33" y="719"/>
                    <a:pt x="74" y="719"/>
                  </a:cubicBezTo>
                  <a:lnTo>
                    <a:pt x="74" y="719"/>
                  </a:lnTo>
                  <a:cubicBezTo>
                    <a:pt x="539" y="719"/>
                    <a:pt x="539" y="719"/>
                    <a:pt x="539" y="719"/>
                  </a:cubicBezTo>
                  <a:cubicBezTo>
                    <a:pt x="547" y="719"/>
                    <a:pt x="553" y="712"/>
                    <a:pt x="553" y="704"/>
                  </a:cubicBezTo>
                  <a:cubicBezTo>
                    <a:pt x="553" y="697"/>
                    <a:pt x="547" y="690"/>
                    <a:pt x="539" y="690"/>
                  </a:cubicBezTo>
                  <a:cubicBezTo>
                    <a:pt x="514" y="690"/>
                    <a:pt x="494" y="669"/>
                    <a:pt x="494" y="645"/>
                  </a:cubicBezTo>
                  <a:cubicBezTo>
                    <a:pt x="494" y="620"/>
                    <a:pt x="514" y="600"/>
                    <a:pt x="539" y="600"/>
                  </a:cubicBezTo>
                  <a:close/>
                  <a:moveTo>
                    <a:pt x="29" y="75"/>
                  </a:moveTo>
                  <a:lnTo>
                    <a:pt x="29" y="75"/>
                  </a:lnTo>
                  <a:cubicBezTo>
                    <a:pt x="29" y="64"/>
                    <a:pt x="35" y="52"/>
                    <a:pt x="43" y="44"/>
                  </a:cubicBezTo>
                  <a:cubicBezTo>
                    <a:pt x="50" y="36"/>
                    <a:pt x="61" y="30"/>
                    <a:pt x="74" y="30"/>
                  </a:cubicBezTo>
                  <a:cubicBezTo>
                    <a:pt x="523" y="30"/>
                    <a:pt x="523" y="30"/>
                    <a:pt x="523" y="30"/>
                  </a:cubicBezTo>
                  <a:cubicBezTo>
                    <a:pt x="528" y="30"/>
                    <a:pt x="532" y="33"/>
                    <a:pt x="535" y="36"/>
                  </a:cubicBezTo>
                  <a:cubicBezTo>
                    <a:pt x="537" y="38"/>
                    <a:pt x="539" y="41"/>
                    <a:pt x="539" y="45"/>
                  </a:cubicBezTo>
                  <a:cubicBezTo>
                    <a:pt x="539" y="569"/>
                    <a:pt x="539" y="569"/>
                    <a:pt x="539" y="569"/>
                  </a:cubicBezTo>
                  <a:cubicBezTo>
                    <a:pt x="74" y="569"/>
                    <a:pt x="74" y="569"/>
                    <a:pt x="74" y="569"/>
                  </a:cubicBezTo>
                  <a:cubicBezTo>
                    <a:pt x="57" y="569"/>
                    <a:pt x="42" y="576"/>
                    <a:pt x="29" y="585"/>
                  </a:cubicBezTo>
                  <a:lnTo>
                    <a:pt x="29" y="585"/>
                  </a:lnTo>
                  <a:cubicBezTo>
                    <a:pt x="29" y="555"/>
                    <a:pt x="29" y="555"/>
                    <a:pt x="29" y="555"/>
                  </a:cubicBezTo>
                  <a:lnTo>
                    <a:pt x="29" y="75"/>
                  </a:lnTo>
                  <a:close/>
                  <a:moveTo>
                    <a:pt x="74" y="690"/>
                  </a:moveTo>
                  <a:lnTo>
                    <a:pt x="74" y="690"/>
                  </a:lnTo>
                  <a:cubicBezTo>
                    <a:pt x="49" y="690"/>
                    <a:pt x="29" y="669"/>
                    <a:pt x="29" y="645"/>
                  </a:cubicBezTo>
                  <a:lnTo>
                    <a:pt x="29" y="645"/>
                  </a:lnTo>
                  <a:lnTo>
                    <a:pt x="29" y="645"/>
                  </a:lnTo>
                  <a:cubicBezTo>
                    <a:pt x="29" y="620"/>
                    <a:pt x="49" y="600"/>
                    <a:pt x="74" y="600"/>
                  </a:cubicBezTo>
                  <a:lnTo>
                    <a:pt x="74" y="600"/>
                  </a:lnTo>
                  <a:cubicBezTo>
                    <a:pt x="478" y="600"/>
                    <a:pt x="478" y="600"/>
                    <a:pt x="478" y="600"/>
                  </a:cubicBezTo>
                  <a:cubicBezTo>
                    <a:pt x="470" y="613"/>
                    <a:pt x="463" y="628"/>
                    <a:pt x="463" y="645"/>
                  </a:cubicBezTo>
                  <a:cubicBezTo>
                    <a:pt x="463" y="662"/>
                    <a:pt x="470" y="677"/>
                    <a:pt x="478" y="690"/>
                  </a:cubicBezTo>
                  <a:lnTo>
                    <a:pt x="74" y="69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38" name="Group 241">
            <a:extLst>
              <a:ext uri="{FF2B5EF4-FFF2-40B4-BE49-F238E27FC236}">
                <a16:creationId xmlns:a16="http://schemas.microsoft.com/office/drawing/2014/main" id="{6B6ACEF4-CCD7-7071-F22A-326605E1855D}"/>
              </a:ext>
            </a:extLst>
          </p:cNvPr>
          <p:cNvGrpSpPr/>
          <p:nvPr/>
        </p:nvGrpSpPr>
        <p:grpSpPr>
          <a:xfrm>
            <a:off x="10870803" y="1357189"/>
            <a:ext cx="257175" cy="223837"/>
            <a:chOff x="9834563" y="3132138"/>
            <a:chExt cx="257175" cy="223837"/>
          </a:xfrm>
          <a:solidFill>
            <a:schemeClr val="accent4"/>
          </a:solidFill>
        </p:grpSpPr>
        <p:sp>
          <p:nvSpPr>
            <p:cNvPr id="239" name="Freeform 195">
              <a:extLst>
                <a:ext uri="{FF2B5EF4-FFF2-40B4-BE49-F238E27FC236}">
                  <a16:creationId xmlns:a16="http://schemas.microsoft.com/office/drawing/2014/main" id="{820A092A-F347-C8B5-819E-2D33FA40E945}"/>
                </a:ext>
              </a:extLst>
            </p:cNvPr>
            <p:cNvSpPr>
              <a:spLocks noChangeArrowheads="1"/>
            </p:cNvSpPr>
            <p:nvPr/>
          </p:nvSpPr>
          <p:spPr bwMode="auto">
            <a:xfrm>
              <a:off x="9834563" y="3132138"/>
              <a:ext cx="257175" cy="223837"/>
            </a:xfrm>
            <a:custGeom>
              <a:avLst/>
              <a:gdLst>
                <a:gd name="T0" fmla="*/ 90 w 714"/>
                <a:gd name="T1" fmla="*/ 453 h 623"/>
                <a:gd name="T2" fmla="*/ 113 w 714"/>
                <a:gd name="T3" fmla="*/ 503 h 623"/>
                <a:gd name="T4" fmla="*/ 158 w 714"/>
                <a:gd name="T5" fmla="*/ 622 h 623"/>
                <a:gd name="T6" fmla="*/ 713 w 714"/>
                <a:gd name="T7" fmla="*/ 578 h 623"/>
                <a:gd name="T8" fmla="*/ 713 w 714"/>
                <a:gd name="T9" fmla="*/ 548 h 623"/>
                <a:gd name="T10" fmla="*/ 713 w 714"/>
                <a:gd name="T11" fmla="*/ 503 h 623"/>
                <a:gd name="T12" fmla="*/ 669 w 714"/>
                <a:gd name="T13" fmla="*/ 293 h 623"/>
                <a:gd name="T14" fmla="*/ 661 w 714"/>
                <a:gd name="T15" fmla="*/ 154 h 623"/>
                <a:gd name="T16" fmla="*/ 629 w 714"/>
                <a:gd name="T17" fmla="*/ 121 h 623"/>
                <a:gd name="T18" fmla="*/ 603 w 714"/>
                <a:gd name="T19" fmla="*/ 51 h 623"/>
                <a:gd name="T20" fmla="*/ 251 w 714"/>
                <a:gd name="T21" fmla="*/ 52 h 623"/>
                <a:gd name="T22" fmla="*/ 238 w 714"/>
                <a:gd name="T23" fmla="*/ 137 h 623"/>
                <a:gd name="T24" fmla="*/ 323 w 714"/>
                <a:gd name="T25" fmla="*/ 148 h 623"/>
                <a:gd name="T26" fmla="*/ 540 w 714"/>
                <a:gd name="T27" fmla="*/ 152 h 623"/>
                <a:gd name="T28" fmla="*/ 611 w 714"/>
                <a:gd name="T29" fmla="*/ 146 h 623"/>
                <a:gd name="T30" fmla="*/ 637 w 714"/>
                <a:gd name="T31" fmla="*/ 176 h 623"/>
                <a:gd name="T32" fmla="*/ 639 w 714"/>
                <a:gd name="T33" fmla="*/ 293 h 623"/>
                <a:gd name="T34" fmla="*/ 414 w 714"/>
                <a:gd name="T35" fmla="*/ 203 h 623"/>
                <a:gd name="T36" fmla="*/ 160 w 714"/>
                <a:gd name="T37" fmla="*/ 307 h 623"/>
                <a:gd name="T38" fmla="*/ 62 w 714"/>
                <a:gd name="T39" fmla="*/ 196 h 623"/>
                <a:gd name="T40" fmla="*/ 5 w 714"/>
                <a:gd name="T41" fmla="*/ 262 h 623"/>
                <a:gd name="T42" fmla="*/ 35 w 714"/>
                <a:gd name="T43" fmla="*/ 328 h 623"/>
                <a:gd name="T44" fmla="*/ 90 w 714"/>
                <a:gd name="T45" fmla="*/ 453 h 623"/>
                <a:gd name="T46" fmla="*/ 596 w 714"/>
                <a:gd name="T47" fmla="*/ 118 h 623"/>
                <a:gd name="T48" fmla="*/ 571 w 714"/>
                <a:gd name="T49" fmla="*/ 132 h 623"/>
                <a:gd name="T50" fmla="*/ 421 w 714"/>
                <a:gd name="T51" fmla="*/ 90 h 623"/>
                <a:gd name="T52" fmla="*/ 286 w 714"/>
                <a:gd name="T53" fmla="*/ 131 h 623"/>
                <a:gd name="T54" fmla="*/ 262 w 714"/>
                <a:gd name="T55" fmla="*/ 118 h 623"/>
                <a:gd name="T56" fmla="*/ 269 w 714"/>
                <a:gd name="T57" fmla="*/ 76 h 623"/>
                <a:gd name="T58" fmla="*/ 588 w 714"/>
                <a:gd name="T59" fmla="*/ 76 h 623"/>
                <a:gd name="T60" fmla="*/ 596 w 714"/>
                <a:gd name="T61" fmla="*/ 118 h 623"/>
                <a:gd name="T62" fmla="*/ 223 w 714"/>
                <a:gd name="T63" fmla="*/ 312 h 623"/>
                <a:gd name="T64" fmla="*/ 605 w 714"/>
                <a:gd name="T65" fmla="*/ 312 h 623"/>
                <a:gd name="T66" fmla="*/ 684 w 714"/>
                <a:gd name="T67" fmla="*/ 533 h 623"/>
                <a:gd name="T68" fmla="*/ 653 w 714"/>
                <a:gd name="T69" fmla="*/ 548 h 623"/>
                <a:gd name="T70" fmla="*/ 684 w 714"/>
                <a:gd name="T71" fmla="*/ 562 h 623"/>
                <a:gd name="T72" fmla="*/ 668 w 714"/>
                <a:gd name="T73" fmla="*/ 593 h 623"/>
                <a:gd name="T74" fmla="*/ 144 w 714"/>
                <a:gd name="T75" fmla="*/ 578 h 623"/>
                <a:gd name="T76" fmla="*/ 608 w 714"/>
                <a:gd name="T77" fmla="*/ 562 h 623"/>
                <a:gd name="T78" fmla="*/ 608 w 714"/>
                <a:gd name="T79" fmla="*/ 533 h 623"/>
                <a:gd name="T80" fmla="*/ 144 w 714"/>
                <a:gd name="T81" fmla="*/ 503 h 623"/>
                <a:gd name="T82" fmla="*/ 106 w 714"/>
                <a:gd name="T83" fmla="*/ 293 h 623"/>
                <a:gd name="T84" fmla="*/ 140 w 714"/>
                <a:gd name="T85" fmla="*/ 328 h 623"/>
                <a:gd name="T86" fmla="*/ 120 w 714"/>
                <a:gd name="T87" fmla="*/ 441 h 623"/>
                <a:gd name="T88" fmla="*/ 74 w 714"/>
                <a:gd name="T89" fmla="*/ 346 h 623"/>
                <a:gd name="T90" fmla="*/ 62 w 714"/>
                <a:gd name="T91" fmla="*/ 236 h 6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714" h="623">
                  <a:moveTo>
                    <a:pt x="90" y="453"/>
                  </a:moveTo>
                  <a:lnTo>
                    <a:pt x="90" y="453"/>
                  </a:lnTo>
                  <a:cubicBezTo>
                    <a:pt x="97" y="461"/>
                    <a:pt x="105" y="468"/>
                    <a:pt x="116" y="472"/>
                  </a:cubicBezTo>
                  <a:cubicBezTo>
                    <a:pt x="115" y="482"/>
                    <a:pt x="113" y="493"/>
                    <a:pt x="113" y="503"/>
                  </a:cubicBezTo>
                  <a:cubicBezTo>
                    <a:pt x="113" y="578"/>
                    <a:pt x="113" y="578"/>
                    <a:pt x="113" y="578"/>
                  </a:cubicBezTo>
                  <a:cubicBezTo>
                    <a:pt x="113" y="603"/>
                    <a:pt x="135" y="622"/>
                    <a:pt x="158" y="622"/>
                  </a:cubicBezTo>
                  <a:cubicBezTo>
                    <a:pt x="668" y="622"/>
                    <a:pt x="668" y="622"/>
                    <a:pt x="668" y="622"/>
                  </a:cubicBezTo>
                  <a:cubicBezTo>
                    <a:pt x="693" y="622"/>
                    <a:pt x="713" y="603"/>
                    <a:pt x="713" y="578"/>
                  </a:cubicBezTo>
                  <a:cubicBezTo>
                    <a:pt x="713" y="548"/>
                    <a:pt x="713" y="548"/>
                    <a:pt x="713" y="548"/>
                  </a:cubicBezTo>
                  <a:lnTo>
                    <a:pt x="713" y="548"/>
                  </a:lnTo>
                  <a:lnTo>
                    <a:pt x="713" y="548"/>
                  </a:lnTo>
                  <a:cubicBezTo>
                    <a:pt x="713" y="503"/>
                    <a:pt x="713" y="503"/>
                    <a:pt x="713" y="503"/>
                  </a:cubicBezTo>
                  <a:cubicBezTo>
                    <a:pt x="713" y="448"/>
                    <a:pt x="699" y="398"/>
                    <a:pt x="674" y="354"/>
                  </a:cubicBezTo>
                  <a:cubicBezTo>
                    <a:pt x="669" y="333"/>
                    <a:pt x="669" y="312"/>
                    <a:pt x="669" y="293"/>
                  </a:cubicBezTo>
                  <a:cubicBezTo>
                    <a:pt x="669" y="266"/>
                    <a:pt x="671" y="241"/>
                    <a:pt x="671" y="217"/>
                  </a:cubicBezTo>
                  <a:cubicBezTo>
                    <a:pt x="671" y="194"/>
                    <a:pt x="669" y="173"/>
                    <a:pt x="661" y="154"/>
                  </a:cubicBezTo>
                  <a:cubicBezTo>
                    <a:pt x="655" y="145"/>
                    <a:pt x="650" y="137"/>
                    <a:pt x="641" y="130"/>
                  </a:cubicBezTo>
                  <a:cubicBezTo>
                    <a:pt x="637" y="127"/>
                    <a:pt x="633" y="124"/>
                    <a:pt x="629" y="121"/>
                  </a:cubicBezTo>
                  <a:cubicBezTo>
                    <a:pt x="630" y="116"/>
                    <a:pt x="632" y="109"/>
                    <a:pt x="632" y="102"/>
                  </a:cubicBezTo>
                  <a:cubicBezTo>
                    <a:pt x="632" y="82"/>
                    <a:pt x="622" y="62"/>
                    <a:pt x="603" y="51"/>
                  </a:cubicBezTo>
                  <a:cubicBezTo>
                    <a:pt x="553" y="19"/>
                    <a:pt x="487" y="0"/>
                    <a:pt x="421" y="0"/>
                  </a:cubicBezTo>
                  <a:cubicBezTo>
                    <a:pt x="355" y="0"/>
                    <a:pt x="296" y="19"/>
                    <a:pt x="251" y="52"/>
                  </a:cubicBezTo>
                  <a:cubicBezTo>
                    <a:pt x="236" y="64"/>
                    <a:pt x="227" y="82"/>
                    <a:pt x="227" y="100"/>
                  </a:cubicBezTo>
                  <a:cubicBezTo>
                    <a:pt x="227" y="113"/>
                    <a:pt x="230" y="125"/>
                    <a:pt x="238" y="137"/>
                  </a:cubicBezTo>
                  <a:cubicBezTo>
                    <a:pt x="251" y="152"/>
                    <a:pt x="268" y="161"/>
                    <a:pt x="286" y="161"/>
                  </a:cubicBezTo>
                  <a:cubicBezTo>
                    <a:pt x="299" y="161"/>
                    <a:pt x="311" y="156"/>
                    <a:pt x="323" y="148"/>
                  </a:cubicBezTo>
                  <a:cubicBezTo>
                    <a:pt x="345" y="131"/>
                    <a:pt x="380" y="121"/>
                    <a:pt x="421" y="121"/>
                  </a:cubicBezTo>
                  <a:cubicBezTo>
                    <a:pt x="465" y="121"/>
                    <a:pt x="509" y="132"/>
                    <a:pt x="540" y="152"/>
                  </a:cubicBezTo>
                  <a:cubicBezTo>
                    <a:pt x="550" y="159"/>
                    <a:pt x="561" y="162"/>
                    <a:pt x="571" y="162"/>
                  </a:cubicBezTo>
                  <a:cubicBezTo>
                    <a:pt x="587" y="162"/>
                    <a:pt x="601" y="156"/>
                    <a:pt x="611" y="146"/>
                  </a:cubicBezTo>
                  <a:cubicBezTo>
                    <a:pt x="616" y="149"/>
                    <a:pt x="620" y="151"/>
                    <a:pt x="623" y="154"/>
                  </a:cubicBezTo>
                  <a:cubicBezTo>
                    <a:pt x="630" y="158"/>
                    <a:pt x="634" y="165"/>
                    <a:pt x="637" y="176"/>
                  </a:cubicBezTo>
                  <a:cubicBezTo>
                    <a:pt x="640" y="187"/>
                    <a:pt x="641" y="201"/>
                    <a:pt x="640" y="217"/>
                  </a:cubicBezTo>
                  <a:cubicBezTo>
                    <a:pt x="641" y="239"/>
                    <a:pt x="639" y="264"/>
                    <a:pt x="639" y="293"/>
                  </a:cubicBezTo>
                  <a:cubicBezTo>
                    <a:pt x="639" y="297"/>
                    <a:pt x="639" y="301"/>
                    <a:pt x="639" y="307"/>
                  </a:cubicBezTo>
                  <a:cubicBezTo>
                    <a:pt x="584" y="243"/>
                    <a:pt x="504" y="203"/>
                    <a:pt x="414" y="203"/>
                  </a:cubicBezTo>
                  <a:cubicBezTo>
                    <a:pt x="317" y="203"/>
                    <a:pt x="231" y="249"/>
                    <a:pt x="177" y="321"/>
                  </a:cubicBezTo>
                  <a:cubicBezTo>
                    <a:pt x="171" y="316"/>
                    <a:pt x="165" y="312"/>
                    <a:pt x="160" y="307"/>
                  </a:cubicBezTo>
                  <a:cubicBezTo>
                    <a:pt x="129" y="277"/>
                    <a:pt x="92" y="231"/>
                    <a:pt x="74" y="203"/>
                  </a:cubicBezTo>
                  <a:cubicBezTo>
                    <a:pt x="71" y="198"/>
                    <a:pt x="67" y="196"/>
                    <a:pt x="62" y="196"/>
                  </a:cubicBezTo>
                  <a:cubicBezTo>
                    <a:pt x="57" y="196"/>
                    <a:pt x="53" y="198"/>
                    <a:pt x="50" y="201"/>
                  </a:cubicBezTo>
                  <a:cubicBezTo>
                    <a:pt x="5" y="262"/>
                    <a:pt x="5" y="262"/>
                    <a:pt x="5" y="262"/>
                  </a:cubicBezTo>
                  <a:cubicBezTo>
                    <a:pt x="0" y="267"/>
                    <a:pt x="1" y="276"/>
                    <a:pt x="7" y="281"/>
                  </a:cubicBezTo>
                  <a:cubicBezTo>
                    <a:pt x="18" y="293"/>
                    <a:pt x="26" y="309"/>
                    <a:pt x="35" y="328"/>
                  </a:cubicBezTo>
                  <a:cubicBezTo>
                    <a:pt x="46" y="354"/>
                    <a:pt x="55" y="387"/>
                    <a:pt x="66" y="415"/>
                  </a:cubicBezTo>
                  <a:cubicBezTo>
                    <a:pt x="73" y="429"/>
                    <a:pt x="80" y="441"/>
                    <a:pt x="90" y="453"/>
                  </a:cubicBezTo>
                  <a:close/>
                  <a:moveTo>
                    <a:pt x="596" y="118"/>
                  </a:moveTo>
                  <a:lnTo>
                    <a:pt x="596" y="118"/>
                  </a:lnTo>
                  <a:lnTo>
                    <a:pt x="596" y="118"/>
                  </a:lnTo>
                  <a:cubicBezTo>
                    <a:pt x="591" y="127"/>
                    <a:pt x="582" y="132"/>
                    <a:pt x="571" y="132"/>
                  </a:cubicBezTo>
                  <a:cubicBezTo>
                    <a:pt x="567" y="132"/>
                    <a:pt x="561" y="130"/>
                    <a:pt x="556" y="127"/>
                  </a:cubicBezTo>
                  <a:cubicBezTo>
                    <a:pt x="519" y="104"/>
                    <a:pt x="470" y="90"/>
                    <a:pt x="421" y="90"/>
                  </a:cubicBezTo>
                  <a:cubicBezTo>
                    <a:pt x="376" y="90"/>
                    <a:pt x="334" y="103"/>
                    <a:pt x="304" y="124"/>
                  </a:cubicBezTo>
                  <a:cubicBezTo>
                    <a:pt x="299" y="128"/>
                    <a:pt x="293" y="131"/>
                    <a:pt x="286" y="131"/>
                  </a:cubicBezTo>
                  <a:cubicBezTo>
                    <a:pt x="278" y="131"/>
                    <a:pt x="268" y="127"/>
                    <a:pt x="262" y="118"/>
                  </a:cubicBezTo>
                  <a:lnTo>
                    <a:pt x="262" y="118"/>
                  </a:lnTo>
                  <a:cubicBezTo>
                    <a:pt x="258" y="113"/>
                    <a:pt x="257" y="107"/>
                    <a:pt x="257" y="100"/>
                  </a:cubicBezTo>
                  <a:cubicBezTo>
                    <a:pt x="257" y="92"/>
                    <a:pt x="261" y="82"/>
                    <a:pt x="269" y="76"/>
                  </a:cubicBezTo>
                  <a:cubicBezTo>
                    <a:pt x="309" y="47"/>
                    <a:pt x="361" y="31"/>
                    <a:pt x="421" y="31"/>
                  </a:cubicBezTo>
                  <a:cubicBezTo>
                    <a:pt x="481" y="31"/>
                    <a:pt x="543" y="48"/>
                    <a:pt x="588" y="76"/>
                  </a:cubicBezTo>
                  <a:cubicBezTo>
                    <a:pt x="596" y="82"/>
                    <a:pt x="602" y="92"/>
                    <a:pt x="602" y="102"/>
                  </a:cubicBezTo>
                  <a:cubicBezTo>
                    <a:pt x="602" y="107"/>
                    <a:pt x="601" y="113"/>
                    <a:pt x="596" y="118"/>
                  </a:cubicBezTo>
                  <a:close/>
                  <a:moveTo>
                    <a:pt x="223" y="312"/>
                  </a:moveTo>
                  <a:lnTo>
                    <a:pt x="223" y="312"/>
                  </a:lnTo>
                  <a:cubicBezTo>
                    <a:pt x="272" y="263"/>
                    <a:pt x="340" y="234"/>
                    <a:pt x="414" y="234"/>
                  </a:cubicBezTo>
                  <a:cubicBezTo>
                    <a:pt x="488" y="234"/>
                    <a:pt x="556" y="263"/>
                    <a:pt x="605" y="312"/>
                  </a:cubicBezTo>
                  <a:cubicBezTo>
                    <a:pt x="653" y="361"/>
                    <a:pt x="684" y="429"/>
                    <a:pt x="684" y="503"/>
                  </a:cubicBezTo>
                  <a:cubicBezTo>
                    <a:pt x="684" y="533"/>
                    <a:pt x="684" y="533"/>
                    <a:pt x="684" y="533"/>
                  </a:cubicBezTo>
                  <a:cubicBezTo>
                    <a:pt x="668" y="533"/>
                    <a:pt x="668" y="533"/>
                    <a:pt x="668" y="533"/>
                  </a:cubicBezTo>
                  <a:cubicBezTo>
                    <a:pt x="660" y="533"/>
                    <a:pt x="653" y="540"/>
                    <a:pt x="653" y="548"/>
                  </a:cubicBezTo>
                  <a:cubicBezTo>
                    <a:pt x="653" y="556"/>
                    <a:pt x="660" y="562"/>
                    <a:pt x="668" y="562"/>
                  </a:cubicBezTo>
                  <a:cubicBezTo>
                    <a:pt x="684" y="562"/>
                    <a:pt x="684" y="562"/>
                    <a:pt x="684" y="562"/>
                  </a:cubicBezTo>
                  <a:cubicBezTo>
                    <a:pt x="684" y="578"/>
                    <a:pt x="684" y="578"/>
                    <a:pt x="684" y="578"/>
                  </a:cubicBezTo>
                  <a:cubicBezTo>
                    <a:pt x="684" y="586"/>
                    <a:pt x="676" y="593"/>
                    <a:pt x="668" y="593"/>
                  </a:cubicBezTo>
                  <a:cubicBezTo>
                    <a:pt x="158" y="593"/>
                    <a:pt x="158" y="593"/>
                    <a:pt x="158" y="593"/>
                  </a:cubicBezTo>
                  <a:cubicBezTo>
                    <a:pt x="151" y="593"/>
                    <a:pt x="144" y="586"/>
                    <a:pt x="144" y="578"/>
                  </a:cubicBezTo>
                  <a:cubicBezTo>
                    <a:pt x="144" y="562"/>
                    <a:pt x="144" y="562"/>
                    <a:pt x="144" y="562"/>
                  </a:cubicBezTo>
                  <a:cubicBezTo>
                    <a:pt x="608" y="562"/>
                    <a:pt x="608" y="562"/>
                    <a:pt x="608" y="562"/>
                  </a:cubicBezTo>
                  <a:cubicBezTo>
                    <a:pt x="616" y="562"/>
                    <a:pt x="623" y="556"/>
                    <a:pt x="623" y="548"/>
                  </a:cubicBezTo>
                  <a:cubicBezTo>
                    <a:pt x="623" y="540"/>
                    <a:pt x="616" y="533"/>
                    <a:pt x="608" y="533"/>
                  </a:cubicBezTo>
                  <a:cubicBezTo>
                    <a:pt x="144" y="533"/>
                    <a:pt x="144" y="533"/>
                    <a:pt x="144" y="533"/>
                  </a:cubicBezTo>
                  <a:cubicBezTo>
                    <a:pt x="144" y="503"/>
                    <a:pt x="144" y="503"/>
                    <a:pt x="144" y="503"/>
                  </a:cubicBezTo>
                  <a:cubicBezTo>
                    <a:pt x="144" y="429"/>
                    <a:pt x="174" y="361"/>
                    <a:pt x="223" y="312"/>
                  </a:cubicBezTo>
                  <a:close/>
                  <a:moveTo>
                    <a:pt x="106" y="293"/>
                  </a:moveTo>
                  <a:lnTo>
                    <a:pt x="106" y="293"/>
                  </a:lnTo>
                  <a:cubicBezTo>
                    <a:pt x="118" y="305"/>
                    <a:pt x="129" y="318"/>
                    <a:pt x="140" y="328"/>
                  </a:cubicBezTo>
                  <a:cubicBezTo>
                    <a:pt x="147" y="335"/>
                    <a:pt x="153" y="340"/>
                    <a:pt x="160" y="344"/>
                  </a:cubicBezTo>
                  <a:cubicBezTo>
                    <a:pt x="142" y="374"/>
                    <a:pt x="128" y="406"/>
                    <a:pt x="120" y="441"/>
                  </a:cubicBezTo>
                  <a:cubicBezTo>
                    <a:pt x="115" y="437"/>
                    <a:pt x="111" y="432"/>
                    <a:pt x="105" y="424"/>
                  </a:cubicBezTo>
                  <a:cubicBezTo>
                    <a:pt x="92" y="406"/>
                    <a:pt x="84" y="377"/>
                    <a:pt x="74" y="346"/>
                  </a:cubicBezTo>
                  <a:cubicBezTo>
                    <a:pt x="64" y="319"/>
                    <a:pt x="55" y="293"/>
                    <a:pt x="36" y="270"/>
                  </a:cubicBezTo>
                  <a:cubicBezTo>
                    <a:pt x="62" y="236"/>
                    <a:pt x="62" y="236"/>
                    <a:pt x="62" y="236"/>
                  </a:cubicBezTo>
                  <a:cubicBezTo>
                    <a:pt x="74" y="255"/>
                    <a:pt x="90" y="274"/>
                    <a:pt x="106" y="29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0" name="Freeform 196">
              <a:extLst>
                <a:ext uri="{FF2B5EF4-FFF2-40B4-BE49-F238E27FC236}">
                  <a16:creationId xmlns:a16="http://schemas.microsoft.com/office/drawing/2014/main" id="{2D9BEB56-4CBD-9C12-EE4C-B52B2E571022}"/>
                </a:ext>
              </a:extLst>
            </p:cNvPr>
            <p:cNvSpPr>
              <a:spLocks noChangeArrowheads="1"/>
            </p:cNvSpPr>
            <p:nvPr/>
          </p:nvSpPr>
          <p:spPr bwMode="auto">
            <a:xfrm>
              <a:off x="9920288" y="3181350"/>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41" name="Group 244">
            <a:extLst>
              <a:ext uri="{FF2B5EF4-FFF2-40B4-BE49-F238E27FC236}">
                <a16:creationId xmlns:a16="http://schemas.microsoft.com/office/drawing/2014/main" id="{D65C559E-04CE-AA9F-DD47-A93C5F9CF57C}"/>
              </a:ext>
            </a:extLst>
          </p:cNvPr>
          <p:cNvGrpSpPr/>
          <p:nvPr/>
        </p:nvGrpSpPr>
        <p:grpSpPr>
          <a:xfrm>
            <a:off x="8694340" y="908720"/>
            <a:ext cx="2008188" cy="142875"/>
            <a:chOff x="7658100" y="2676525"/>
            <a:chExt cx="2008188" cy="142875"/>
          </a:xfrm>
          <a:solidFill>
            <a:schemeClr val="accent4"/>
          </a:solidFill>
        </p:grpSpPr>
        <p:sp>
          <p:nvSpPr>
            <p:cNvPr id="242" name="Freeform 197">
              <a:extLst>
                <a:ext uri="{FF2B5EF4-FFF2-40B4-BE49-F238E27FC236}">
                  <a16:creationId xmlns:a16="http://schemas.microsoft.com/office/drawing/2014/main" id="{406FA267-F8BF-6890-24DB-D0F14D15242C}"/>
                </a:ext>
              </a:extLst>
            </p:cNvPr>
            <p:cNvSpPr>
              <a:spLocks noChangeArrowheads="1"/>
            </p:cNvSpPr>
            <p:nvPr/>
          </p:nvSpPr>
          <p:spPr bwMode="auto">
            <a:xfrm>
              <a:off x="7658100" y="2678113"/>
              <a:ext cx="66675" cy="136525"/>
            </a:xfrm>
            <a:custGeom>
              <a:avLst/>
              <a:gdLst>
                <a:gd name="T0" fmla="*/ 173 w 185"/>
                <a:gd name="T1" fmla="*/ 174 h 378"/>
                <a:gd name="T2" fmla="*/ 35 w 185"/>
                <a:gd name="T3" fmla="*/ 174 h 378"/>
                <a:gd name="T4" fmla="*/ 35 w 185"/>
                <a:gd name="T5" fmla="*/ 32 h 378"/>
                <a:gd name="T6" fmla="*/ 184 w 185"/>
                <a:gd name="T7" fmla="*/ 32 h 378"/>
                <a:gd name="T8" fmla="*/ 184 w 185"/>
                <a:gd name="T9" fmla="*/ 0 h 378"/>
                <a:gd name="T10" fmla="*/ 0 w 185"/>
                <a:gd name="T11" fmla="*/ 0 h 378"/>
                <a:gd name="T12" fmla="*/ 0 w 185"/>
                <a:gd name="T13" fmla="*/ 377 h 378"/>
                <a:gd name="T14" fmla="*/ 35 w 185"/>
                <a:gd name="T15" fmla="*/ 377 h 378"/>
                <a:gd name="T16" fmla="*/ 35 w 185"/>
                <a:gd name="T17" fmla="*/ 206 h 378"/>
                <a:gd name="T18" fmla="*/ 173 w 185"/>
                <a:gd name="T19" fmla="*/ 206 h 378"/>
                <a:gd name="T20" fmla="*/ 173 w 185"/>
                <a:gd name="T21" fmla="*/ 17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85" h="378">
                  <a:moveTo>
                    <a:pt x="173" y="174"/>
                  </a:moveTo>
                  <a:lnTo>
                    <a:pt x="35" y="174"/>
                  </a:lnTo>
                  <a:lnTo>
                    <a:pt x="35" y="32"/>
                  </a:lnTo>
                  <a:lnTo>
                    <a:pt x="184" y="32"/>
                  </a:lnTo>
                  <a:lnTo>
                    <a:pt x="184" y="0"/>
                  </a:lnTo>
                  <a:lnTo>
                    <a:pt x="0" y="0"/>
                  </a:lnTo>
                  <a:lnTo>
                    <a:pt x="0" y="377"/>
                  </a:lnTo>
                  <a:lnTo>
                    <a:pt x="35" y="377"/>
                  </a:lnTo>
                  <a:lnTo>
                    <a:pt x="35" y="206"/>
                  </a:lnTo>
                  <a:lnTo>
                    <a:pt x="173" y="206"/>
                  </a:lnTo>
                  <a:lnTo>
                    <a:pt x="173" y="174"/>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3" name="Freeform 198">
              <a:extLst>
                <a:ext uri="{FF2B5EF4-FFF2-40B4-BE49-F238E27FC236}">
                  <a16:creationId xmlns:a16="http://schemas.microsoft.com/office/drawing/2014/main" id="{7BEA4B74-E059-6DD9-F028-0366CFADA781}"/>
                </a:ext>
              </a:extLst>
            </p:cNvPr>
            <p:cNvSpPr>
              <a:spLocks noChangeArrowheads="1"/>
            </p:cNvSpPr>
            <p:nvPr/>
          </p:nvSpPr>
          <p:spPr bwMode="auto">
            <a:xfrm>
              <a:off x="7743825" y="2676525"/>
              <a:ext cx="128588" cy="141288"/>
            </a:xfrm>
            <a:custGeom>
              <a:avLst/>
              <a:gdLst>
                <a:gd name="T0" fmla="*/ 47 w 356"/>
                <a:gd name="T1" fmla="*/ 334 h 391"/>
                <a:gd name="T2" fmla="*/ 47 w 356"/>
                <a:gd name="T3" fmla="*/ 334 h 391"/>
                <a:gd name="T4" fmla="*/ 102 w 356"/>
                <a:gd name="T5" fmla="*/ 375 h 391"/>
                <a:gd name="T6" fmla="*/ 175 w 356"/>
                <a:gd name="T7" fmla="*/ 390 h 391"/>
                <a:gd name="T8" fmla="*/ 252 w 356"/>
                <a:gd name="T9" fmla="*/ 375 h 391"/>
                <a:gd name="T10" fmla="*/ 309 w 356"/>
                <a:gd name="T11" fmla="*/ 333 h 391"/>
                <a:gd name="T12" fmla="*/ 344 w 356"/>
                <a:gd name="T13" fmla="*/ 270 h 391"/>
                <a:gd name="T14" fmla="*/ 355 w 356"/>
                <a:gd name="T15" fmla="*/ 190 h 391"/>
                <a:gd name="T16" fmla="*/ 342 w 356"/>
                <a:gd name="T17" fmla="*/ 114 h 391"/>
                <a:gd name="T18" fmla="*/ 309 w 356"/>
                <a:gd name="T19" fmla="*/ 53 h 391"/>
                <a:gd name="T20" fmla="*/ 254 w 356"/>
                <a:gd name="T21" fmla="*/ 14 h 391"/>
                <a:gd name="T22" fmla="*/ 182 w 356"/>
                <a:gd name="T23" fmla="*/ 0 h 391"/>
                <a:gd name="T24" fmla="*/ 105 w 356"/>
                <a:gd name="T25" fmla="*/ 14 h 391"/>
                <a:gd name="T26" fmla="*/ 47 w 356"/>
                <a:gd name="T27" fmla="*/ 55 h 391"/>
                <a:gd name="T28" fmla="*/ 12 w 356"/>
                <a:gd name="T29" fmla="*/ 118 h 391"/>
                <a:gd name="T30" fmla="*/ 0 w 356"/>
                <a:gd name="T31" fmla="*/ 199 h 391"/>
                <a:gd name="T32" fmla="*/ 12 w 356"/>
                <a:gd name="T33" fmla="*/ 274 h 391"/>
                <a:gd name="T34" fmla="*/ 47 w 356"/>
                <a:gd name="T35" fmla="*/ 334 h 391"/>
                <a:gd name="T36" fmla="*/ 46 w 356"/>
                <a:gd name="T37" fmla="*/ 132 h 391"/>
                <a:gd name="T38" fmla="*/ 46 w 356"/>
                <a:gd name="T39" fmla="*/ 132 h 391"/>
                <a:gd name="T40" fmla="*/ 74 w 356"/>
                <a:gd name="T41" fmla="*/ 80 h 391"/>
                <a:gd name="T42" fmla="*/ 118 w 356"/>
                <a:gd name="T43" fmla="*/ 45 h 391"/>
                <a:gd name="T44" fmla="*/ 179 w 356"/>
                <a:gd name="T45" fmla="*/ 31 h 391"/>
                <a:gd name="T46" fmla="*/ 243 w 356"/>
                <a:gd name="T47" fmla="*/ 45 h 391"/>
                <a:gd name="T48" fmla="*/ 285 w 356"/>
                <a:gd name="T49" fmla="*/ 80 h 391"/>
                <a:gd name="T50" fmla="*/ 310 w 356"/>
                <a:gd name="T51" fmla="*/ 132 h 391"/>
                <a:gd name="T52" fmla="*/ 318 w 356"/>
                <a:gd name="T53" fmla="*/ 195 h 391"/>
                <a:gd name="T54" fmla="*/ 309 w 356"/>
                <a:gd name="T55" fmla="*/ 260 h 391"/>
                <a:gd name="T56" fmla="*/ 282 w 356"/>
                <a:gd name="T57" fmla="*/ 312 h 391"/>
                <a:gd name="T58" fmla="*/ 237 w 356"/>
                <a:gd name="T59" fmla="*/ 345 h 391"/>
                <a:gd name="T60" fmla="*/ 175 w 356"/>
                <a:gd name="T61" fmla="*/ 358 h 391"/>
                <a:gd name="T62" fmla="*/ 113 w 356"/>
                <a:gd name="T63" fmla="*/ 345 h 391"/>
                <a:gd name="T64" fmla="*/ 70 w 356"/>
                <a:gd name="T65" fmla="*/ 309 h 391"/>
                <a:gd name="T66" fmla="*/ 45 w 356"/>
                <a:gd name="T67" fmla="*/ 257 h 391"/>
                <a:gd name="T68" fmla="*/ 36 w 356"/>
                <a:gd name="T69" fmla="*/ 195 h 391"/>
                <a:gd name="T70" fmla="*/ 46 w 356"/>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6" h="391">
                  <a:moveTo>
                    <a:pt x="47" y="334"/>
                  </a:moveTo>
                  <a:lnTo>
                    <a:pt x="47" y="334"/>
                  </a:lnTo>
                  <a:cubicBezTo>
                    <a:pt x="63" y="351"/>
                    <a:pt x="81" y="365"/>
                    <a:pt x="102" y="375"/>
                  </a:cubicBezTo>
                  <a:cubicBezTo>
                    <a:pt x="125" y="385"/>
                    <a:pt x="149" y="390"/>
                    <a:pt x="175" y="390"/>
                  </a:cubicBezTo>
                  <a:cubicBezTo>
                    <a:pt x="205" y="390"/>
                    <a:pt x="230" y="385"/>
                    <a:pt x="252" y="375"/>
                  </a:cubicBezTo>
                  <a:cubicBezTo>
                    <a:pt x="275" y="365"/>
                    <a:pt x="293" y="351"/>
                    <a:pt x="309" y="333"/>
                  </a:cubicBezTo>
                  <a:cubicBezTo>
                    <a:pt x="324" y="315"/>
                    <a:pt x="335" y="293"/>
                    <a:pt x="344" y="270"/>
                  </a:cubicBezTo>
                  <a:cubicBezTo>
                    <a:pt x="351" y="244"/>
                    <a:pt x="355" y="218"/>
                    <a:pt x="355" y="190"/>
                  </a:cubicBezTo>
                  <a:cubicBezTo>
                    <a:pt x="355" y="163"/>
                    <a:pt x="351" y="138"/>
                    <a:pt x="342" y="114"/>
                  </a:cubicBezTo>
                  <a:cubicBezTo>
                    <a:pt x="335" y="91"/>
                    <a:pt x="324" y="70"/>
                    <a:pt x="309" y="53"/>
                  </a:cubicBezTo>
                  <a:cubicBezTo>
                    <a:pt x="293" y="37"/>
                    <a:pt x="275" y="24"/>
                    <a:pt x="254" y="14"/>
                  </a:cubicBezTo>
                  <a:cubicBezTo>
                    <a:pt x="233" y="4"/>
                    <a:pt x="209" y="0"/>
                    <a:pt x="182" y="0"/>
                  </a:cubicBezTo>
                  <a:cubicBezTo>
                    <a:pt x="154" y="0"/>
                    <a:pt x="127" y="4"/>
                    <a:pt x="105" y="14"/>
                  </a:cubicBezTo>
                  <a:cubicBezTo>
                    <a:pt x="83" y="24"/>
                    <a:pt x="63" y="38"/>
                    <a:pt x="47" y="55"/>
                  </a:cubicBezTo>
                  <a:cubicBezTo>
                    <a:pt x="32" y="73"/>
                    <a:pt x="21" y="94"/>
                    <a:pt x="12" y="118"/>
                  </a:cubicBezTo>
                  <a:cubicBezTo>
                    <a:pt x="4" y="142"/>
                    <a:pt x="0" y="170"/>
                    <a:pt x="0" y="199"/>
                  </a:cubicBezTo>
                  <a:cubicBezTo>
                    <a:pt x="0" y="226"/>
                    <a:pt x="4" y="250"/>
                    <a:pt x="12" y="274"/>
                  </a:cubicBezTo>
                  <a:cubicBezTo>
                    <a:pt x="21" y="298"/>
                    <a:pt x="32" y="317"/>
                    <a:pt x="47" y="334"/>
                  </a:cubicBezTo>
                  <a:close/>
                  <a:moveTo>
                    <a:pt x="46" y="132"/>
                  </a:moveTo>
                  <a:lnTo>
                    <a:pt x="46" y="132"/>
                  </a:lnTo>
                  <a:cubicBezTo>
                    <a:pt x="52" y="112"/>
                    <a:pt x="61" y="94"/>
                    <a:pt x="74" y="80"/>
                  </a:cubicBezTo>
                  <a:cubicBezTo>
                    <a:pt x="85" y="65"/>
                    <a:pt x="101" y="53"/>
                    <a:pt x="118" y="45"/>
                  </a:cubicBezTo>
                  <a:cubicBezTo>
                    <a:pt x="136" y="37"/>
                    <a:pt x="156" y="31"/>
                    <a:pt x="179" y="31"/>
                  </a:cubicBezTo>
                  <a:cubicBezTo>
                    <a:pt x="203" y="31"/>
                    <a:pt x="224" y="37"/>
                    <a:pt x="243" y="45"/>
                  </a:cubicBezTo>
                  <a:cubicBezTo>
                    <a:pt x="259" y="53"/>
                    <a:pt x="274" y="65"/>
                    <a:pt x="285" y="80"/>
                  </a:cubicBezTo>
                  <a:cubicBezTo>
                    <a:pt x="296" y="94"/>
                    <a:pt x="304" y="112"/>
                    <a:pt x="310" y="132"/>
                  </a:cubicBezTo>
                  <a:cubicBezTo>
                    <a:pt x="316" y="152"/>
                    <a:pt x="318" y="173"/>
                    <a:pt x="318" y="195"/>
                  </a:cubicBezTo>
                  <a:cubicBezTo>
                    <a:pt x="318" y="219"/>
                    <a:pt x="316" y="240"/>
                    <a:pt x="309" y="260"/>
                  </a:cubicBezTo>
                  <a:cubicBezTo>
                    <a:pt x="303" y="281"/>
                    <a:pt x="295" y="298"/>
                    <a:pt x="282" y="312"/>
                  </a:cubicBezTo>
                  <a:cubicBezTo>
                    <a:pt x="271" y="327"/>
                    <a:pt x="255" y="338"/>
                    <a:pt x="237" y="345"/>
                  </a:cubicBezTo>
                  <a:cubicBezTo>
                    <a:pt x="220" y="354"/>
                    <a:pt x="199" y="358"/>
                    <a:pt x="175" y="358"/>
                  </a:cubicBezTo>
                  <a:cubicBezTo>
                    <a:pt x="153" y="358"/>
                    <a:pt x="132" y="354"/>
                    <a:pt x="113" y="345"/>
                  </a:cubicBezTo>
                  <a:cubicBezTo>
                    <a:pt x="97" y="336"/>
                    <a:pt x="83" y="324"/>
                    <a:pt x="70" y="309"/>
                  </a:cubicBezTo>
                  <a:cubicBezTo>
                    <a:pt x="59" y="293"/>
                    <a:pt x="50" y="277"/>
                    <a:pt x="45" y="257"/>
                  </a:cubicBezTo>
                  <a:cubicBezTo>
                    <a:pt x="39" y="237"/>
                    <a:pt x="36" y="216"/>
                    <a:pt x="36" y="195"/>
                  </a:cubicBezTo>
                  <a:cubicBezTo>
                    <a:pt x="36" y="173"/>
                    <a:pt x="40" y="152"/>
                    <a:pt x="46"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4" name="Freeform 199">
              <a:extLst>
                <a:ext uri="{FF2B5EF4-FFF2-40B4-BE49-F238E27FC236}">
                  <a16:creationId xmlns:a16="http://schemas.microsoft.com/office/drawing/2014/main" id="{DF7780F7-4482-8A72-B967-EEC9B79E3111}"/>
                </a:ext>
              </a:extLst>
            </p:cNvPr>
            <p:cNvSpPr>
              <a:spLocks noChangeArrowheads="1"/>
            </p:cNvSpPr>
            <p:nvPr/>
          </p:nvSpPr>
          <p:spPr bwMode="auto">
            <a:xfrm>
              <a:off x="7889875" y="2676525"/>
              <a:ext cx="128588" cy="141288"/>
            </a:xfrm>
            <a:custGeom>
              <a:avLst/>
              <a:gdLst>
                <a:gd name="T0" fmla="*/ 309 w 357"/>
                <a:gd name="T1" fmla="*/ 53 h 391"/>
                <a:gd name="T2" fmla="*/ 309 w 357"/>
                <a:gd name="T3" fmla="*/ 53 h 391"/>
                <a:gd name="T4" fmla="*/ 254 w 357"/>
                <a:gd name="T5" fmla="*/ 14 h 391"/>
                <a:gd name="T6" fmla="*/ 183 w 357"/>
                <a:gd name="T7" fmla="*/ 0 h 391"/>
                <a:gd name="T8" fmla="*/ 106 w 357"/>
                <a:gd name="T9" fmla="*/ 14 h 391"/>
                <a:gd name="T10" fmla="*/ 48 w 357"/>
                <a:gd name="T11" fmla="*/ 55 h 391"/>
                <a:gd name="T12" fmla="*/ 13 w 357"/>
                <a:gd name="T13" fmla="*/ 118 h 391"/>
                <a:gd name="T14" fmla="*/ 0 w 357"/>
                <a:gd name="T15" fmla="*/ 199 h 391"/>
                <a:gd name="T16" fmla="*/ 13 w 357"/>
                <a:gd name="T17" fmla="*/ 274 h 391"/>
                <a:gd name="T18" fmla="*/ 48 w 357"/>
                <a:gd name="T19" fmla="*/ 334 h 391"/>
                <a:gd name="T20" fmla="*/ 103 w 357"/>
                <a:gd name="T21" fmla="*/ 375 h 391"/>
                <a:gd name="T22" fmla="*/ 176 w 357"/>
                <a:gd name="T23" fmla="*/ 390 h 391"/>
                <a:gd name="T24" fmla="*/ 253 w 357"/>
                <a:gd name="T25" fmla="*/ 375 h 391"/>
                <a:gd name="T26" fmla="*/ 309 w 357"/>
                <a:gd name="T27" fmla="*/ 333 h 391"/>
                <a:gd name="T28" fmla="*/ 343 w 357"/>
                <a:gd name="T29" fmla="*/ 270 h 391"/>
                <a:gd name="T30" fmla="*/ 356 w 357"/>
                <a:gd name="T31" fmla="*/ 190 h 391"/>
                <a:gd name="T32" fmla="*/ 343 w 357"/>
                <a:gd name="T33" fmla="*/ 114 h 391"/>
                <a:gd name="T34" fmla="*/ 309 w 357"/>
                <a:gd name="T35" fmla="*/ 53 h 391"/>
                <a:gd name="T36" fmla="*/ 309 w 357"/>
                <a:gd name="T37" fmla="*/ 260 h 391"/>
                <a:gd name="T38" fmla="*/ 309 w 357"/>
                <a:gd name="T39" fmla="*/ 260 h 391"/>
                <a:gd name="T40" fmla="*/ 283 w 357"/>
                <a:gd name="T41" fmla="*/ 312 h 391"/>
                <a:gd name="T42" fmla="*/ 238 w 357"/>
                <a:gd name="T43" fmla="*/ 345 h 391"/>
                <a:gd name="T44" fmla="*/ 176 w 357"/>
                <a:gd name="T45" fmla="*/ 358 h 391"/>
                <a:gd name="T46" fmla="*/ 114 w 357"/>
                <a:gd name="T47" fmla="*/ 345 h 391"/>
                <a:gd name="T48" fmla="*/ 71 w 357"/>
                <a:gd name="T49" fmla="*/ 309 h 391"/>
                <a:gd name="T50" fmla="*/ 45 w 357"/>
                <a:gd name="T51" fmla="*/ 257 h 391"/>
                <a:gd name="T52" fmla="*/ 37 w 357"/>
                <a:gd name="T53" fmla="*/ 195 h 391"/>
                <a:gd name="T54" fmla="*/ 47 w 357"/>
                <a:gd name="T55" fmla="*/ 132 h 391"/>
                <a:gd name="T56" fmla="*/ 73 w 357"/>
                <a:gd name="T57" fmla="*/ 80 h 391"/>
                <a:gd name="T58" fmla="*/ 118 w 357"/>
                <a:gd name="T59" fmla="*/ 45 h 391"/>
                <a:gd name="T60" fmla="*/ 179 w 357"/>
                <a:gd name="T61" fmla="*/ 31 h 391"/>
                <a:gd name="T62" fmla="*/ 242 w 357"/>
                <a:gd name="T63" fmla="*/ 45 h 391"/>
                <a:gd name="T64" fmla="*/ 285 w 357"/>
                <a:gd name="T65" fmla="*/ 80 h 391"/>
                <a:gd name="T66" fmla="*/ 311 w 357"/>
                <a:gd name="T67" fmla="*/ 132 h 391"/>
                <a:gd name="T68" fmla="*/ 319 w 357"/>
                <a:gd name="T69" fmla="*/ 195 h 391"/>
                <a:gd name="T70" fmla="*/ 309 w 357"/>
                <a:gd name="T71" fmla="*/ 26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309" y="53"/>
                  </a:moveTo>
                  <a:lnTo>
                    <a:pt x="309" y="53"/>
                  </a:lnTo>
                  <a:cubicBezTo>
                    <a:pt x="294" y="37"/>
                    <a:pt x="275" y="24"/>
                    <a:pt x="254" y="14"/>
                  </a:cubicBezTo>
                  <a:cubicBezTo>
                    <a:pt x="233" y="4"/>
                    <a:pt x="209" y="0"/>
                    <a:pt x="183" y="0"/>
                  </a:cubicBezTo>
                  <a:cubicBezTo>
                    <a:pt x="153" y="0"/>
                    <a:pt x="128" y="4"/>
                    <a:pt x="106" y="14"/>
                  </a:cubicBezTo>
                  <a:cubicBezTo>
                    <a:pt x="83" y="24"/>
                    <a:pt x="63" y="38"/>
                    <a:pt x="48" y="55"/>
                  </a:cubicBezTo>
                  <a:cubicBezTo>
                    <a:pt x="33" y="73"/>
                    <a:pt x="20" y="94"/>
                    <a:pt x="13" y="118"/>
                  </a:cubicBezTo>
                  <a:cubicBezTo>
                    <a:pt x="5" y="142"/>
                    <a:pt x="0" y="170"/>
                    <a:pt x="0" y="199"/>
                  </a:cubicBezTo>
                  <a:cubicBezTo>
                    <a:pt x="0" y="226"/>
                    <a:pt x="5" y="250"/>
                    <a:pt x="13" y="274"/>
                  </a:cubicBezTo>
                  <a:cubicBezTo>
                    <a:pt x="20" y="298"/>
                    <a:pt x="33" y="317"/>
                    <a:pt x="48" y="334"/>
                  </a:cubicBezTo>
                  <a:cubicBezTo>
                    <a:pt x="62" y="351"/>
                    <a:pt x="80" y="365"/>
                    <a:pt x="103" y="375"/>
                  </a:cubicBezTo>
                  <a:cubicBezTo>
                    <a:pt x="124" y="385"/>
                    <a:pt x="149" y="390"/>
                    <a:pt x="176" y="390"/>
                  </a:cubicBezTo>
                  <a:cubicBezTo>
                    <a:pt x="205" y="390"/>
                    <a:pt x="231" y="385"/>
                    <a:pt x="253" y="375"/>
                  </a:cubicBezTo>
                  <a:cubicBezTo>
                    <a:pt x="275" y="365"/>
                    <a:pt x="294" y="351"/>
                    <a:pt x="309" y="333"/>
                  </a:cubicBezTo>
                  <a:cubicBezTo>
                    <a:pt x="325" y="315"/>
                    <a:pt x="336" y="293"/>
                    <a:pt x="343" y="270"/>
                  </a:cubicBezTo>
                  <a:cubicBezTo>
                    <a:pt x="351" y="244"/>
                    <a:pt x="356" y="218"/>
                    <a:pt x="356" y="190"/>
                  </a:cubicBezTo>
                  <a:cubicBezTo>
                    <a:pt x="356" y="163"/>
                    <a:pt x="351" y="138"/>
                    <a:pt x="343" y="114"/>
                  </a:cubicBezTo>
                  <a:cubicBezTo>
                    <a:pt x="336" y="91"/>
                    <a:pt x="323" y="70"/>
                    <a:pt x="309" y="53"/>
                  </a:cubicBezTo>
                  <a:close/>
                  <a:moveTo>
                    <a:pt x="309" y="260"/>
                  </a:moveTo>
                  <a:lnTo>
                    <a:pt x="309" y="260"/>
                  </a:lnTo>
                  <a:cubicBezTo>
                    <a:pt x="304" y="281"/>
                    <a:pt x="295" y="298"/>
                    <a:pt x="283" y="312"/>
                  </a:cubicBezTo>
                  <a:cubicBezTo>
                    <a:pt x="271" y="327"/>
                    <a:pt x="256" y="338"/>
                    <a:pt x="238" y="345"/>
                  </a:cubicBezTo>
                  <a:cubicBezTo>
                    <a:pt x="221" y="354"/>
                    <a:pt x="200" y="358"/>
                    <a:pt x="176" y="358"/>
                  </a:cubicBezTo>
                  <a:cubicBezTo>
                    <a:pt x="152" y="358"/>
                    <a:pt x="132" y="354"/>
                    <a:pt x="114" y="345"/>
                  </a:cubicBezTo>
                  <a:cubicBezTo>
                    <a:pt x="97" y="336"/>
                    <a:pt x="82" y="324"/>
                    <a:pt x="71" y="309"/>
                  </a:cubicBezTo>
                  <a:cubicBezTo>
                    <a:pt x="59" y="293"/>
                    <a:pt x="51" y="277"/>
                    <a:pt x="45" y="257"/>
                  </a:cubicBezTo>
                  <a:cubicBezTo>
                    <a:pt x="40" y="237"/>
                    <a:pt x="37" y="216"/>
                    <a:pt x="37" y="195"/>
                  </a:cubicBezTo>
                  <a:cubicBezTo>
                    <a:pt x="37" y="173"/>
                    <a:pt x="40" y="152"/>
                    <a:pt x="47" y="132"/>
                  </a:cubicBezTo>
                  <a:cubicBezTo>
                    <a:pt x="52" y="112"/>
                    <a:pt x="62" y="94"/>
                    <a:pt x="73" y="80"/>
                  </a:cubicBezTo>
                  <a:cubicBezTo>
                    <a:pt x="86" y="65"/>
                    <a:pt x="101" y="53"/>
                    <a:pt x="118" y="45"/>
                  </a:cubicBezTo>
                  <a:cubicBezTo>
                    <a:pt x="136" y="37"/>
                    <a:pt x="156" y="31"/>
                    <a:pt x="179" y="31"/>
                  </a:cubicBezTo>
                  <a:cubicBezTo>
                    <a:pt x="204" y="31"/>
                    <a:pt x="225" y="37"/>
                    <a:pt x="242" y="45"/>
                  </a:cubicBezTo>
                  <a:cubicBezTo>
                    <a:pt x="260" y="53"/>
                    <a:pt x="274" y="65"/>
                    <a:pt x="285" y="80"/>
                  </a:cubicBezTo>
                  <a:cubicBezTo>
                    <a:pt x="297" y="94"/>
                    <a:pt x="305" y="112"/>
                    <a:pt x="311" y="132"/>
                  </a:cubicBezTo>
                  <a:cubicBezTo>
                    <a:pt x="316" y="152"/>
                    <a:pt x="319" y="173"/>
                    <a:pt x="319" y="195"/>
                  </a:cubicBezTo>
                  <a:cubicBezTo>
                    <a:pt x="319" y="219"/>
                    <a:pt x="316" y="240"/>
                    <a:pt x="309" y="26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5" name="Freeform 200">
              <a:extLst>
                <a:ext uri="{FF2B5EF4-FFF2-40B4-BE49-F238E27FC236}">
                  <a16:creationId xmlns:a16="http://schemas.microsoft.com/office/drawing/2014/main" id="{004D6CDF-784A-512D-2891-2CEB16CFF909}"/>
                </a:ext>
              </a:extLst>
            </p:cNvPr>
            <p:cNvSpPr>
              <a:spLocks noChangeArrowheads="1"/>
            </p:cNvSpPr>
            <p:nvPr/>
          </p:nvSpPr>
          <p:spPr bwMode="auto">
            <a:xfrm>
              <a:off x="8045450" y="2678113"/>
              <a:ext cx="106363" cy="136525"/>
            </a:xfrm>
            <a:custGeom>
              <a:avLst/>
              <a:gdLst>
                <a:gd name="T0" fmla="*/ 99 w 296"/>
                <a:gd name="T1" fmla="*/ 0 h 378"/>
                <a:gd name="T2" fmla="*/ 99 w 296"/>
                <a:gd name="T3" fmla="*/ 0 h 378"/>
                <a:gd name="T4" fmla="*/ 0 w 296"/>
                <a:gd name="T5" fmla="*/ 0 h 378"/>
                <a:gd name="T6" fmla="*/ 0 w 296"/>
                <a:gd name="T7" fmla="*/ 377 h 378"/>
                <a:gd name="T8" fmla="*/ 94 w 296"/>
                <a:gd name="T9" fmla="*/ 377 h 378"/>
                <a:gd name="T10" fmla="*/ 179 w 296"/>
                <a:gd name="T11" fmla="*/ 363 h 378"/>
                <a:gd name="T12" fmla="*/ 242 w 296"/>
                <a:gd name="T13" fmla="*/ 324 h 378"/>
                <a:gd name="T14" fmla="*/ 281 w 296"/>
                <a:gd name="T15" fmla="*/ 264 h 378"/>
                <a:gd name="T16" fmla="*/ 295 w 296"/>
                <a:gd name="T17" fmla="*/ 184 h 378"/>
                <a:gd name="T18" fmla="*/ 246 w 296"/>
                <a:gd name="T19" fmla="*/ 46 h 378"/>
                <a:gd name="T20" fmla="*/ 99 w 296"/>
                <a:gd name="T21" fmla="*/ 0 h 378"/>
                <a:gd name="T22" fmla="*/ 247 w 296"/>
                <a:gd name="T23" fmla="*/ 254 h 378"/>
                <a:gd name="T24" fmla="*/ 247 w 296"/>
                <a:gd name="T25" fmla="*/ 254 h 378"/>
                <a:gd name="T26" fmla="*/ 214 w 296"/>
                <a:gd name="T27" fmla="*/ 304 h 378"/>
                <a:gd name="T28" fmla="*/ 162 w 296"/>
                <a:gd name="T29" fmla="*/ 335 h 378"/>
                <a:gd name="T30" fmla="*/ 93 w 296"/>
                <a:gd name="T31" fmla="*/ 345 h 378"/>
                <a:gd name="T32" fmla="*/ 35 w 296"/>
                <a:gd name="T33" fmla="*/ 345 h 378"/>
                <a:gd name="T34" fmla="*/ 35 w 296"/>
                <a:gd name="T35" fmla="*/ 32 h 378"/>
                <a:gd name="T36" fmla="*/ 97 w 296"/>
                <a:gd name="T37" fmla="*/ 32 h 378"/>
                <a:gd name="T38" fmla="*/ 259 w 296"/>
                <a:gd name="T39" fmla="*/ 185 h 378"/>
                <a:gd name="T40" fmla="*/ 247 w 296"/>
                <a:gd name="T41" fmla="*/ 254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296" h="378">
                  <a:moveTo>
                    <a:pt x="99" y="0"/>
                  </a:moveTo>
                  <a:lnTo>
                    <a:pt x="99" y="0"/>
                  </a:lnTo>
                  <a:cubicBezTo>
                    <a:pt x="0" y="0"/>
                    <a:pt x="0" y="0"/>
                    <a:pt x="0" y="0"/>
                  </a:cubicBezTo>
                  <a:cubicBezTo>
                    <a:pt x="0" y="377"/>
                    <a:pt x="0" y="377"/>
                    <a:pt x="0" y="377"/>
                  </a:cubicBezTo>
                  <a:cubicBezTo>
                    <a:pt x="94" y="377"/>
                    <a:pt x="94" y="377"/>
                    <a:pt x="94" y="377"/>
                  </a:cubicBezTo>
                  <a:cubicBezTo>
                    <a:pt x="125" y="377"/>
                    <a:pt x="153" y="373"/>
                    <a:pt x="179" y="363"/>
                  </a:cubicBezTo>
                  <a:cubicBezTo>
                    <a:pt x="203" y="355"/>
                    <a:pt x="224" y="341"/>
                    <a:pt x="242" y="324"/>
                  </a:cubicBezTo>
                  <a:cubicBezTo>
                    <a:pt x="259" y="307"/>
                    <a:pt x="271" y="287"/>
                    <a:pt x="281" y="264"/>
                  </a:cubicBezTo>
                  <a:cubicBezTo>
                    <a:pt x="291" y="240"/>
                    <a:pt x="295" y="213"/>
                    <a:pt x="295" y="184"/>
                  </a:cubicBezTo>
                  <a:cubicBezTo>
                    <a:pt x="295" y="123"/>
                    <a:pt x="278" y="77"/>
                    <a:pt x="246" y="46"/>
                  </a:cubicBezTo>
                  <a:cubicBezTo>
                    <a:pt x="212" y="15"/>
                    <a:pt x="163" y="0"/>
                    <a:pt x="99" y="0"/>
                  </a:cubicBezTo>
                  <a:close/>
                  <a:moveTo>
                    <a:pt x="247" y="254"/>
                  </a:moveTo>
                  <a:lnTo>
                    <a:pt x="247" y="254"/>
                  </a:lnTo>
                  <a:cubicBezTo>
                    <a:pt x="239" y="273"/>
                    <a:pt x="229" y="290"/>
                    <a:pt x="214" y="304"/>
                  </a:cubicBezTo>
                  <a:cubicBezTo>
                    <a:pt x="200" y="318"/>
                    <a:pt x="183" y="328"/>
                    <a:pt x="162" y="335"/>
                  </a:cubicBezTo>
                  <a:cubicBezTo>
                    <a:pt x="142" y="342"/>
                    <a:pt x="118" y="345"/>
                    <a:pt x="93" y="345"/>
                  </a:cubicBezTo>
                  <a:cubicBezTo>
                    <a:pt x="35" y="345"/>
                    <a:pt x="35" y="345"/>
                    <a:pt x="35" y="345"/>
                  </a:cubicBezTo>
                  <a:cubicBezTo>
                    <a:pt x="35" y="32"/>
                    <a:pt x="35" y="32"/>
                    <a:pt x="35" y="32"/>
                  </a:cubicBezTo>
                  <a:cubicBezTo>
                    <a:pt x="97" y="32"/>
                    <a:pt x="97" y="32"/>
                    <a:pt x="97" y="32"/>
                  </a:cubicBezTo>
                  <a:cubicBezTo>
                    <a:pt x="204" y="32"/>
                    <a:pt x="259" y="82"/>
                    <a:pt x="259" y="185"/>
                  </a:cubicBezTo>
                  <a:cubicBezTo>
                    <a:pt x="259" y="210"/>
                    <a:pt x="254" y="234"/>
                    <a:pt x="247" y="25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6" name="Freeform 201">
              <a:extLst>
                <a:ext uri="{FF2B5EF4-FFF2-40B4-BE49-F238E27FC236}">
                  <a16:creationId xmlns:a16="http://schemas.microsoft.com/office/drawing/2014/main" id="{2F8696A7-97FD-4C0D-6EC6-A05A496C1EA8}"/>
                </a:ext>
              </a:extLst>
            </p:cNvPr>
            <p:cNvSpPr>
              <a:spLocks noChangeArrowheads="1"/>
            </p:cNvSpPr>
            <p:nvPr/>
          </p:nvSpPr>
          <p:spPr bwMode="auto">
            <a:xfrm>
              <a:off x="8231188" y="2678113"/>
              <a:ext cx="68262" cy="136525"/>
            </a:xfrm>
            <a:custGeom>
              <a:avLst/>
              <a:gdLst>
                <a:gd name="T0" fmla="*/ 187 w 188"/>
                <a:gd name="T1" fmla="*/ 345 h 378"/>
                <a:gd name="T2" fmla="*/ 36 w 188"/>
                <a:gd name="T3" fmla="*/ 345 h 378"/>
                <a:gd name="T4" fmla="*/ 36 w 188"/>
                <a:gd name="T5" fmla="*/ 0 h 378"/>
                <a:gd name="T6" fmla="*/ 0 w 188"/>
                <a:gd name="T7" fmla="*/ 0 h 378"/>
                <a:gd name="T8" fmla="*/ 0 w 188"/>
                <a:gd name="T9" fmla="*/ 377 h 378"/>
                <a:gd name="T10" fmla="*/ 187 w 188"/>
                <a:gd name="T11" fmla="*/ 377 h 378"/>
                <a:gd name="T12" fmla="*/ 187 w 188"/>
                <a:gd name="T13" fmla="*/ 345 h 378"/>
              </a:gdLst>
              <a:ahLst/>
              <a:cxnLst>
                <a:cxn ang="0">
                  <a:pos x="T0" y="T1"/>
                </a:cxn>
                <a:cxn ang="0">
                  <a:pos x="T2" y="T3"/>
                </a:cxn>
                <a:cxn ang="0">
                  <a:pos x="T4" y="T5"/>
                </a:cxn>
                <a:cxn ang="0">
                  <a:pos x="T6" y="T7"/>
                </a:cxn>
                <a:cxn ang="0">
                  <a:pos x="T8" y="T9"/>
                </a:cxn>
                <a:cxn ang="0">
                  <a:pos x="T10" y="T11"/>
                </a:cxn>
                <a:cxn ang="0">
                  <a:pos x="T12" y="T13"/>
                </a:cxn>
              </a:cxnLst>
              <a:rect l="0" t="0" r="r" b="b"/>
              <a:pathLst>
                <a:path w="188" h="378">
                  <a:moveTo>
                    <a:pt x="187" y="345"/>
                  </a:moveTo>
                  <a:lnTo>
                    <a:pt x="36" y="345"/>
                  </a:lnTo>
                  <a:lnTo>
                    <a:pt x="36" y="0"/>
                  </a:lnTo>
                  <a:lnTo>
                    <a:pt x="0" y="0"/>
                  </a:lnTo>
                  <a:lnTo>
                    <a:pt x="0" y="377"/>
                  </a:lnTo>
                  <a:lnTo>
                    <a:pt x="187" y="377"/>
                  </a:lnTo>
                  <a:lnTo>
                    <a:pt x="187" y="34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7" name="Freeform 202">
              <a:extLst>
                <a:ext uri="{FF2B5EF4-FFF2-40B4-BE49-F238E27FC236}">
                  <a16:creationId xmlns:a16="http://schemas.microsoft.com/office/drawing/2014/main" id="{46187FA8-9180-EBAB-1363-08D2DFC95BEC}"/>
                </a:ext>
              </a:extLst>
            </p:cNvPr>
            <p:cNvSpPr>
              <a:spLocks noChangeArrowheads="1"/>
            </p:cNvSpPr>
            <p:nvPr/>
          </p:nvSpPr>
          <p:spPr bwMode="auto">
            <a:xfrm>
              <a:off x="8321675" y="2678113"/>
              <a:ext cx="12700" cy="136525"/>
            </a:xfrm>
            <a:custGeom>
              <a:avLst/>
              <a:gdLst>
                <a:gd name="T0" fmla="*/ 35 w 36"/>
                <a:gd name="T1" fmla="*/ 0 h 378"/>
                <a:gd name="T2" fmla="*/ 0 w 36"/>
                <a:gd name="T3" fmla="*/ 0 h 378"/>
                <a:gd name="T4" fmla="*/ 0 w 36"/>
                <a:gd name="T5" fmla="*/ 377 h 378"/>
                <a:gd name="T6" fmla="*/ 35 w 36"/>
                <a:gd name="T7" fmla="*/ 377 h 378"/>
                <a:gd name="T8" fmla="*/ 35 w 36"/>
                <a:gd name="T9" fmla="*/ 0 h 378"/>
              </a:gdLst>
              <a:ahLst/>
              <a:cxnLst>
                <a:cxn ang="0">
                  <a:pos x="T0" y="T1"/>
                </a:cxn>
                <a:cxn ang="0">
                  <a:pos x="T2" y="T3"/>
                </a:cxn>
                <a:cxn ang="0">
                  <a:pos x="T4" y="T5"/>
                </a:cxn>
                <a:cxn ang="0">
                  <a:pos x="T6" y="T7"/>
                </a:cxn>
                <a:cxn ang="0">
                  <a:pos x="T8" y="T9"/>
                </a:cxn>
              </a:cxnLst>
              <a:rect l="0" t="0" r="r" b="b"/>
              <a:pathLst>
                <a:path w="36" h="378">
                  <a:moveTo>
                    <a:pt x="35" y="0"/>
                  </a:moveTo>
                  <a:lnTo>
                    <a:pt x="0" y="0"/>
                  </a:lnTo>
                  <a:lnTo>
                    <a:pt x="0" y="377"/>
                  </a:lnTo>
                  <a:lnTo>
                    <a:pt x="35" y="377"/>
                  </a:lnTo>
                  <a:lnTo>
                    <a:pt x="35"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8" name="Freeform 203">
              <a:extLst>
                <a:ext uri="{FF2B5EF4-FFF2-40B4-BE49-F238E27FC236}">
                  <a16:creationId xmlns:a16="http://schemas.microsoft.com/office/drawing/2014/main" id="{E33738F7-49FF-A5A4-8C1F-3FDF6D3EAFD4}"/>
                </a:ext>
              </a:extLst>
            </p:cNvPr>
            <p:cNvSpPr>
              <a:spLocks noChangeArrowheads="1"/>
            </p:cNvSpPr>
            <p:nvPr/>
          </p:nvSpPr>
          <p:spPr bwMode="auto">
            <a:xfrm>
              <a:off x="8369300" y="2678113"/>
              <a:ext cx="106363" cy="136525"/>
            </a:xfrm>
            <a:custGeom>
              <a:avLst/>
              <a:gdLst>
                <a:gd name="T0" fmla="*/ 35 w 296"/>
                <a:gd name="T1" fmla="*/ 85 h 378"/>
                <a:gd name="T2" fmla="*/ 35 w 296"/>
                <a:gd name="T3" fmla="*/ 85 h 378"/>
                <a:gd name="T4" fmla="*/ 35 w 296"/>
                <a:gd name="T5" fmla="*/ 64 h 378"/>
                <a:gd name="T6" fmla="*/ 33 w 296"/>
                <a:gd name="T7" fmla="*/ 50 h 378"/>
                <a:gd name="T8" fmla="*/ 35 w 296"/>
                <a:gd name="T9" fmla="*/ 50 h 378"/>
                <a:gd name="T10" fmla="*/ 40 w 296"/>
                <a:gd name="T11" fmla="*/ 63 h 378"/>
                <a:gd name="T12" fmla="*/ 49 w 296"/>
                <a:gd name="T13" fmla="*/ 74 h 378"/>
                <a:gd name="T14" fmla="*/ 258 w 296"/>
                <a:gd name="T15" fmla="*/ 377 h 378"/>
                <a:gd name="T16" fmla="*/ 295 w 296"/>
                <a:gd name="T17" fmla="*/ 377 h 378"/>
                <a:gd name="T18" fmla="*/ 295 w 296"/>
                <a:gd name="T19" fmla="*/ 0 h 378"/>
                <a:gd name="T20" fmla="*/ 260 w 296"/>
                <a:gd name="T21" fmla="*/ 0 h 378"/>
                <a:gd name="T22" fmla="*/ 260 w 296"/>
                <a:gd name="T23" fmla="*/ 280 h 378"/>
                <a:gd name="T24" fmla="*/ 260 w 296"/>
                <a:gd name="T25" fmla="*/ 304 h 378"/>
                <a:gd name="T26" fmla="*/ 261 w 296"/>
                <a:gd name="T27" fmla="*/ 324 h 378"/>
                <a:gd name="T28" fmla="*/ 260 w 296"/>
                <a:gd name="T29" fmla="*/ 324 h 378"/>
                <a:gd name="T30" fmla="*/ 252 w 296"/>
                <a:gd name="T31" fmla="*/ 313 h 378"/>
                <a:gd name="T32" fmla="*/ 244 w 296"/>
                <a:gd name="T33" fmla="*/ 299 h 378"/>
                <a:gd name="T34" fmla="*/ 39 w 296"/>
                <a:gd name="T35" fmla="*/ 0 h 378"/>
                <a:gd name="T36" fmla="*/ 0 w 296"/>
                <a:gd name="T37" fmla="*/ 0 h 378"/>
                <a:gd name="T38" fmla="*/ 0 w 296"/>
                <a:gd name="T39" fmla="*/ 377 h 378"/>
                <a:gd name="T40" fmla="*/ 35 w 296"/>
                <a:gd name="T41" fmla="*/ 377 h 378"/>
                <a:gd name="T42" fmla="*/ 35 w 296"/>
                <a:gd name="T43" fmla="*/ 85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35" y="85"/>
                  </a:moveTo>
                  <a:lnTo>
                    <a:pt x="35" y="85"/>
                  </a:lnTo>
                  <a:cubicBezTo>
                    <a:pt x="35" y="77"/>
                    <a:pt x="35" y="70"/>
                    <a:pt x="35" y="64"/>
                  </a:cubicBezTo>
                  <a:cubicBezTo>
                    <a:pt x="33" y="59"/>
                    <a:pt x="33" y="54"/>
                    <a:pt x="33" y="50"/>
                  </a:cubicBezTo>
                  <a:cubicBezTo>
                    <a:pt x="35" y="50"/>
                    <a:pt x="35" y="50"/>
                    <a:pt x="35" y="50"/>
                  </a:cubicBezTo>
                  <a:cubicBezTo>
                    <a:pt x="36" y="54"/>
                    <a:pt x="39" y="59"/>
                    <a:pt x="40" y="63"/>
                  </a:cubicBezTo>
                  <a:cubicBezTo>
                    <a:pt x="43" y="67"/>
                    <a:pt x="46" y="71"/>
                    <a:pt x="49" y="74"/>
                  </a:cubicBezTo>
                  <a:cubicBezTo>
                    <a:pt x="258" y="377"/>
                    <a:pt x="258" y="377"/>
                    <a:pt x="258" y="377"/>
                  </a:cubicBezTo>
                  <a:cubicBezTo>
                    <a:pt x="295" y="377"/>
                    <a:pt x="295" y="377"/>
                    <a:pt x="295" y="377"/>
                  </a:cubicBezTo>
                  <a:cubicBezTo>
                    <a:pt x="295" y="0"/>
                    <a:pt x="295" y="0"/>
                    <a:pt x="295" y="0"/>
                  </a:cubicBezTo>
                  <a:cubicBezTo>
                    <a:pt x="260" y="0"/>
                    <a:pt x="260" y="0"/>
                    <a:pt x="260" y="0"/>
                  </a:cubicBezTo>
                  <a:cubicBezTo>
                    <a:pt x="260" y="280"/>
                    <a:pt x="260" y="280"/>
                    <a:pt x="260" y="280"/>
                  </a:cubicBezTo>
                  <a:cubicBezTo>
                    <a:pt x="260" y="289"/>
                    <a:pt x="260" y="297"/>
                    <a:pt x="260" y="304"/>
                  </a:cubicBezTo>
                  <a:cubicBezTo>
                    <a:pt x="260" y="311"/>
                    <a:pt x="261" y="318"/>
                    <a:pt x="261" y="324"/>
                  </a:cubicBezTo>
                  <a:cubicBezTo>
                    <a:pt x="260" y="324"/>
                    <a:pt x="260" y="324"/>
                    <a:pt x="260" y="324"/>
                  </a:cubicBezTo>
                  <a:cubicBezTo>
                    <a:pt x="258" y="321"/>
                    <a:pt x="255" y="317"/>
                    <a:pt x="252" y="313"/>
                  </a:cubicBezTo>
                  <a:cubicBezTo>
                    <a:pt x="251" y="309"/>
                    <a:pt x="248" y="304"/>
                    <a:pt x="244" y="299"/>
                  </a:cubicBezTo>
                  <a:cubicBezTo>
                    <a:pt x="39" y="0"/>
                    <a:pt x="39" y="0"/>
                    <a:pt x="39" y="0"/>
                  </a:cubicBezTo>
                  <a:cubicBezTo>
                    <a:pt x="0" y="0"/>
                    <a:pt x="0" y="0"/>
                    <a:pt x="0" y="0"/>
                  </a:cubicBezTo>
                  <a:cubicBezTo>
                    <a:pt x="0" y="377"/>
                    <a:pt x="0" y="377"/>
                    <a:pt x="0" y="377"/>
                  </a:cubicBezTo>
                  <a:cubicBezTo>
                    <a:pt x="35" y="377"/>
                    <a:pt x="35" y="377"/>
                    <a:pt x="35" y="377"/>
                  </a:cubicBezTo>
                  <a:lnTo>
                    <a:pt x="35" y="8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49" name="Freeform 204">
              <a:extLst>
                <a:ext uri="{FF2B5EF4-FFF2-40B4-BE49-F238E27FC236}">
                  <a16:creationId xmlns:a16="http://schemas.microsoft.com/office/drawing/2014/main" id="{4F1E13A1-C832-ABC3-9DB7-BA9FF5AE7BAD}"/>
                </a:ext>
              </a:extLst>
            </p:cNvPr>
            <p:cNvSpPr>
              <a:spLocks noChangeArrowheads="1"/>
            </p:cNvSpPr>
            <p:nvPr/>
          </p:nvSpPr>
          <p:spPr bwMode="auto">
            <a:xfrm>
              <a:off x="8512175" y="2678113"/>
              <a:ext cx="69850" cy="136525"/>
            </a:xfrm>
            <a:custGeom>
              <a:avLst/>
              <a:gdLst>
                <a:gd name="T0" fmla="*/ 35 w 193"/>
                <a:gd name="T1" fmla="*/ 202 h 378"/>
                <a:gd name="T2" fmla="*/ 173 w 193"/>
                <a:gd name="T3" fmla="*/ 202 h 378"/>
                <a:gd name="T4" fmla="*/ 173 w 193"/>
                <a:gd name="T5" fmla="*/ 171 h 378"/>
                <a:gd name="T6" fmla="*/ 35 w 193"/>
                <a:gd name="T7" fmla="*/ 171 h 378"/>
                <a:gd name="T8" fmla="*/ 35 w 193"/>
                <a:gd name="T9" fmla="*/ 32 h 378"/>
                <a:gd name="T10" fmla="*/ 184 w 193"/>
                <a:gd name="T11" fmla="*/ 32 h 378"/>
                <a:gd name="T12" fmla="*/ 184 w 193"/>
                <a:gd name="T13" fmla="*/ 0 h 378"/>
                <a:gd name="T14" fmla="*/ 0 w 193"/>
                <a:gd name="T15" fmla="*/ 0 h 378"/>
                <a:gd name="T16" fmla="*/ 0 w 193"/>
                <a:gd name="T17" fmla="*/ 377 h 378"/>
                <a:gd name="T18" fmla="*/ 192 w 193"/>
                <a:gd name="T19" fmla="*/ 377 h 378"/>
                <a:gd name="T20" fmla="*/ 192 w 193"/>
                <a:gd name="T21" fmla="*/ 345 h 378"/>
                <a:gd name="T22" fmla="*/ 35 w 193"/>
                <a:gd name="T23" fmla="*/ 345 h 378"/>
                <a:gd name="T24" fmla="*/ 35 w 193"/>
                <a:gd name="T25" fmla="*/ 202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93" h="378">
                  <a:moveTo>
                    <a:pt x="35" y="202"/>
                  </a:moveTo>
                  <a:lnTo>
                    <a:pt x="173" y="202"/>
                  </a:lnTo>
                  <a:lnTo>
                    <a:pt x="173" y="171"/>
                  </a:lnTo>
                  <a:lnTo>
                    <a:pt x="35" y="171"/>
                  </a:lnTo>
                  <a:lnTo>
                    <a:pt x="35" y="32"/>
                  </a:lnTo>
                  <a:lnTo>
                    <a:pt x="184" y="32"/>
                  </a:lnTo>
                  <a:lnTo>
                    <a:pt x="184" y="0"/>
                  </a:lnTo>
                  <a:lnTo>
                    <a:pt x="0" y="0"/>
                  </a:lnTo>
                  <a:lnTo>
                    <a:pt x="0" y="377"/>
                  </a:lnTo>
                  <a:lnTo>
                    <a:pt x="192" y="377"/>
                  </a:lnTo>
                  <a:lnTo>
                    <a:pt x="192" y="345"/>
                  </a:lnTo>
                  <a:lnTo>
                    <a:pt x="35" y="345"/>
                  </a:lnTo>
                  <a:lnTo>
                    <a:pt x="35" y="20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0" name="Freeform 205">
              <a:extLst>
                <a:ext uri="{FF2B5EF4-FFF2-40B4-BE49-F238E27FC236}">
                  <a16:creationId xmlns:a16="http://schemas.microsoft.com/office/drawing/2014/main" id="{ECBF4325-8147-CCA3-59A5-329ECFC70724}"/>
                </a:ext>
              </a:extLst>
            </p:cNvPr>
            <p:cNvSpPr>
              <a:spLocks noChangeArrowheads="1"/>
            </p:cNvSpPr>
            <p:nvPr/>
          </p:nvSpPr>
          <p:spPr bwMode="auto">
            <a:xfrm>
              <a:off x="8661400" y="2678113"/>
              <a:ext cx="12700" cy="136525"/>
            </a:xfrm>
            <a:custGeom>
              <a:avLst/>
              <a:gdLst>
                <a:gd name="T0" fmla="*/ 0 w 36"/>
                <a:gd name="T1" fmla="*/ 377 h 378"/>
                <a:gd name="T2" fmla="*/ 35 w 36"/>
                <a:gd name="T3" fmla="*/ 377 h 378"/>
                <a:gd name="T4" fmla="*/ 35 w 36"/>
                <a:gd name="T5" fmla="*/ 0 h 378"/>
                <a:gd name="T6" fmla="*/ 0 w 36"/>
                <a:gd name="T7" fmla="*/ 0 h 378"/>
                <a:gd name="T8" fmla="*/ 0 w 36"/>
                <a:gd name="T9" fmla="*/ 377 h 378"/>
              </a:gdLst>
              <a:ahLst/>
              <a:cxnLst>
                <a:cxn ang="0">
                  <a:pos x="T0" y="T1"/>
                </a:cxn>
                <a:cxn ang="0">
                  <a:pos x="T2" y="T3"/>
                </a:cxn>
                <a:cxn ang="0">
                  <a:pos x="T4" y="T5"/>
                </a:cxn>
                <a:cxn ang="0">
                  <a:pos x="T6" y="T7"/>
                </a:cxn>
                <a:cxn ang="0">
                  <a:pos x="T8" y="T9"/>
                </a:cxn>
              </a:cxnLst>
              <a:rect l="0" t="0" r="r" b="b"/>
              <a:pathLst>
                <a:path w="36" h="378">
                  <a:moveTo>
                    <a:pt x="0" y="377"/>
                  </a:moveTo>
                  <a:lnTo>
                    <a:pt x="35" y="377"/>
                  </a:lnTo>
                  <a:lnTo>
                    <a:pt x="35" y="0"/>
                  </a:lnTo>
                  <a:lnTo>
                    <a:pt x="0" y="0"/>
                  </a:lnTo>
                  <a:lnTo>
                    <a:pt x="0" y="37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1" name="Freeform 206">
              <a:extLst>
                <a:ext uri="{FF2B5EF4-FFF2-40B4-BE49-F238E27FC236}">
                  <a16:creationId xmlns:a16="http://schemas.microsoft.com/office/drawing/2014/main" id="{D843CBF7-B634-9442-DAF0-0EF413392992}"/>
                </a:ext>
              </a:extLst>
            </p:cNvPr>
            <p:cNvSpPr>
              <a:spLocks noChangeArrowheads="1"/>
            </p:cNvSpPr>
            <p:nvPr/>
          </p:nvSpPr>
          <p:spPr bwMode="auto">
            <a:xfrm>
              <a:off x="8702675" y="2676525"/>
              <a:ext cx="100013" cy="141288"/>
            </a:xfrm>
            <a:custGeom>
              <a:avLst/>
              <a:gdLst>
                <a:gd name="T0" fmla="*/ 277 w 278"/>
                <a:gd name="T1" fmla="*/ 369 h 391"/>
                <a:gd name="T2" fmla="*/ 277 w 278"/>
                <a:gd name="T3" fmla="*/ 369 h 391"/>
                <a:gd name="T4" fmla="*/ 277 w 278"/>
                <a:gd name="T5" fmla="*/ 336 h 391"/>
                <a:gd name="T6" fmla="*/ 180 w 278"/>
                <a:gd name="T7" fmla="*/ 358 h 391"/>
                <a:gd name="T8" fmla="*/ 118 w 278"/>
                <a:gd name="T9" fmla="*/ 345 h 391"/>
                <a:gd name="T10" fmla="*/ 73 w 278"/>
                <a:gd name="T11" fmla="*/ 312 h 391"/>
                <a:gd name="T12" fmla="*/ 47 w 278"/>
                <a:gd name="T13" fmla="*/ 261 h 391"/>
                <a:gd name="T14" fmla="*/ 37 w 278"/>
                <a:gd name="T15" fmla="*/ 199 h 391"/>
                <a:gd name="T16" fmla="*/ 47 w 278"/>
                <a:gd name="T17" fmla="*/ 132 h 391"/>
                <a:gd name="T18" fmla="*/ 77 w 278"/>
                <a:gd name="T19" fmla="*/ 79 h 391"/>
                <a:gd name="T20" fmla="*/ 125 w 278"/>
                <a:gd name="T21" fmla="*/ 44 h 391"/>
                <a:gd name="T22" fmla="*/ 190 w 278"/>
                <a:gd name="T23" fmla="*/ 31 h 391"/>
                <a:gd name="T24" fmla="*/ 277 w 278"/>
                <a:gd name="T25" fmla="*/ 52 h 391"/>
                <a:gd name="T26" fmla="*/ 277 w 278"/>
                <a:gd name="T27" fmla="*/ 14 h 391"/>
                <a:gd name="T28" fmla="*/ 190 w 278"/>
                <a:gd name="T29" fmla="*/ 0 h 391"/>
                <a:gd name="T30" fmla="*/ 111 w 278"/>
                <a:gd name="T31" fmla="*/ 15 h 391"/>
                <a:gd name="T32" fmla="*/ 52 w 278"/>
                <a:gd name="T33" fmla="*/ 58 h 391"/>
                <a:gd name="T34" fmla="*/ 13 w 278"/>
                <a:gd name="T35" fmla="*/ 122 h 391"/>
                <a:gd name="T36" fmla="*/ 0 w 278"/>
                <a:gd name="T37" fmla="*/ 202 h 391"/>
                <a:gd name="T38" fmla="*/ 13 w 278"/>
                <a:gd name="T39" fmla="*/ 278 h 391"/>
                <a:gd name="T40" fmla="*/ 48 w 278"/>
                <a:gd name="T41" fmla="*/ 337 h 391"/>
                <a:gd name="T42" fmla="*/ 104 w 278"/>
                <a:gd name="T43" fmla="*/ 376 h 391"/>
                <a:gd name="T44" fmla="*/ 177 w 278"/>
                <a:gd name="T45" fmla="*/ 390 h 391"/>
                <a:gd name="T46" fmla="*/ 277 w 278"/>
                <a:gd name="T47" fmla="*/ 369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78" h="391">
                  <a:moveTo>
                    <a:pt x="277" y="369"/>
                  </a:moveTo>
                  <a:lnTo>
                    <a:pt x="277" y="369"/>
                  </a:lnTo>
                  <a:cubicBezTo>
                    <a:pt x="277" y="336"/>
                    <a:pt x="277" y="336"/>
                    <a:pt x="277" y="336"/>
                  </a:cubicBezTo>
                  <a:cubicBezTo>
                    <a:pt x="249" y="351"/>
                    <a:pt x="216" y="358"/>
                    <a:pt x="180" y="358"/>
                  </a:cubicBezTo>
                  <a:cubicBezTo>
                    <a:pt x="158" y="358"/>
                    <a:pt x="136" y="354"/>
                    <a:pt x="118" y="345"/>
                  </a:cubicBezTo>
                  <a:cubicBezTo>
                    <a:pt x="100" y="337"/>
                    <a:pt x="86" y="326"/>
                    <a:pt x="73" y="312"/>
                  </a:cubicBezTo>
                  <a:cubicBezTo>
                    <a:pt x="61" y="296"/>
                    <a:pt x="52" y="281"/>
                    <a:pt x="47" y="261"/>
                  </a:cubicBezTo>
                  <a:cubicBezTo>
                    <a:pt x="40" y="241"/>
                    <a:pt x="37" y="222"/>
                    <a:pt x="37" y="199"/>
                  </a:cubicBezTo>
                  <a:cubicBezTo>
                    <a:pt x="37" y="175"/>
                    <a:pt x="40" y="153"/>
                    <a:pt x="47" y="132"/>
                  </a:cubicBezTo>
                  <a:cubicBezTo>
                    <a:pt x="54" y="112"/>
                    <a:pt x="63" y="94"/>
                    <a:pt x="77" y="79"/>
                  </a:cubicBezTo>
                  <a:cubicBezTo>
                    <a:pt x="90" y="65"/>
                    <a:pt x="106" y="52"/>
                    <a:pt x="125" y="44"/>
                  </a:cubicBezTo>
                  <a:cubicBezTo>
                    <a:pt x="143" y="35"/>
                    <a:pt x="166" y="31"/>
                    <a:pt x="190" y="31"/>
                  </a:cubicBezTo>
                  <a:cubicBezTo>
                    <a:pt x="221" y="31"/>
                    <a:pt x="249" y="38"/>
                    <a:pt x="277" y="52"/>
                  </a:cubicBezTo>
                  <a:cubicBezTo>
                    <a:pt x="277" y="14"/>
                    <a:pt x="277" y="14"/>
                    <a:pt x="277" y="14"/>
                  </a:cubicBezTo>
                  <a:cubicBezTo>
                    <a:pt x="252" y="4"/>
                    <a:pt x="222" y="0"/>
                    <a:pt x="190" y="0"/>
                  </a:cubicBezTo>
                  <a:cubicBezTo>
                    <a:pt x="162" y="0"/>
                    <a:pt x="135" y="4"/>
                    <a:pt x="111" y="15"/>
                  </a:cubicBezTo>
                  <a:cubicBezTo>
                    <a:pt x="89" y="25"/>
                    <a:pt x="68" y="39"/>
                    <a:pt x="52" y="58"/>
                  </a:cubicBezTo>
                  <a:cubicBezTo>
                    <a:pt x="35" y="76"/>
                    <a:pt x="23" y="97"/>
                    <a:pt x="13" y="122"/>
                  </a:cubicBezTo>
                  <a:cubicBezTo>
                    <a:pt x="4" y="147"/>
                    <a:pt x="0" y="174"/>
                    <a:pt x="0" y="202"/>
                  </a:cubicBezTo>
                  <a:cubicBezTo>
                    <a:pt x="0" y="229"/>
                    <a:pt x="4" y="254"/>
                    <a:pt x="13" y="278"/>
                  </a:cubicBezTo>
                  <a:cubicBezTo>
                    <a:pt x="21" y="300"/>
                    <a:pt x="33" y="320"/>
                    <a:pt x="48" y="337"/>
                  </a:cubicBezTo>
                  <a:cubicBezTo>
                    <a:pt x="63" y="354"/>
                    <a:pt x="82" y="366"/>
                    <a:pt x="104" y="376"/>
                  </a:cubicBezTo>
                  <a:cubicBezTo>
                    <a:pt x="125" y="385"/>
                    <a:pt x="150" y="390"/>
                    <a:pt x="177" y="390"/>
                  </a:cubicBezTo>
                  <a:cubicBezTo>
                    <a:pt x="214" y="390"/>
                    <a:pt x="247" y="383"/>
                    <a:pt x="277" y="36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2" name="Freeform 207">
              <a:extLst>
                <a:ext uri="{FF2B5EF4-FFF2-40B4-BE49-F238E27FC236}">
                  <a16:creationId xmlns:a16="http://schemas.microsoft.com/office/drawing/2014/main" id="{D226CBB2-1BA6-272B-988E-055E9BCD0803}"/>
                </a:ext>
              </a:extLst>
            </p:cNvPr>
            <p:cNvSpPr>
              <a:spLocks noChangeArrowheads="1"/>
            </p:cNvSpPr>
            <p:nvPr/>
          </p:nvSpPr>
          <p:spPr bwMode="auto">
            <a:xfrm>
              <a:off x="8820150" y="2676525"/>
              <a:ext cx="128588" cy="141288"/>
            </a:xfrm>
            <a:custGeom>
              <a:avLst/>
              <a:gdLst>
                <a:gd name="T0" fmla="*/ 48 w 357"/>
                <a:gd name="T1" fmla="*/ 334 h 391"/>
                <a:gd name="T2" fmla="*/ 48 w 357"/>
                <a:gd name="T3" fmla="*/ 334 h 391"/>
                <a:gd name="T4" fmla="*/ 103 w 357"/>
                <a:gd name="T5" fmla="*/ 375 h 391"/>
                <a:gd name="T6" fmla="*/ 176 w 357"/>
                <a:gd name="T7" fmla="*/ 390 h 391"/>
                <a:gd name="T8" fmla="*/ 253 w 357"/>
                <a:gd name="T9" fmla="*/ 375 h 391"/>
                <a:gd name="T10" fmla="*/ 309 w 357"/>
                <a:gd name="T11" fmla="*/ 333 h 391"/>
                <a:gd name="T12" fmla="*/ 344 w 357"/>
                <a:gd name="T13" fmla="*/ 270 h 391"/>
                <a:gd name="T14" fmla="*/ 356 w 357"/>
                <a:gd name="T15" fmla="*/ 190 h 391"/>
                <a:gd name="T16" fmla="*/ 343 w 357"/>
                <a:gd name="T17" fmla="*/ 114 h 391"/>
                <a:gd name="T18" fmla="*/ 309 w 357"/>
                <a:gd name="T19" fmla="*/ 53 h 391"/>
                <a:gd name="T20" fmla="*/ 255 w 357"/>
                <a:gd name="T21" fmla="*/ 14 h 391"/>
                <a:gd name="T22" fmla="*/ 183 w 357"/>
                <a:gd name="T23" fmla="*/ 0 h 391"/>
                <a:gd name="T24" fmla="*/ 106 w 357"/>
                <a:gd name="T25" fmla="*/ 14 h 391"/>
                <a:gd name="T26" fmla="*/ 48 w 357"/>
                <a:gd name="T27" fmla="*/ 55 h 391"/>
                <a:gd name="T28" fmla="*/ 13 w 357"/>
                <a:gd name="T29" fmla="*/ 118 h 391"/>
                <a:gd name="T30" fmla="*/ 0 w 357"/>
                <a:gd name="T31" fmla="*/ 199 h 391"/>
                <a:gd name="T32" fmla="*/ 13 w 357"/>
                <a:gd name="T33" fmla="*/ 274 h 391"/>
                <a:gd name="T34" fmla="*/ 48 w 357"/>
                <a:gd name="T35" fmla="*/ 334 h 391"/>
                <a:gd name="T36" fmla="*/ 47 w 357"/>
                <a:gd name="T37" fmla="*/ 132 h 391"/>
                <a:gd name="T38" fmla="*/ 47 w 357"/>
                <a:gd name="T39" fmla="*/ 132 h 391"/>
                <a:gd name="T40" fmla="*/ 75 w 357"/>
                <a:gd name="T41" fmla="*/ 80 h 391"/>
                <a:gd name="T42" fmla="*/ 118 w 357"/>
                <a:gd name="T43" fmla="*/ 45 h 391"/>
                <a:gd name="T44" fmla="*/ 180 w 357"/>
                <a:gd name="T45" fmla="*/ 31 h 391"/>
                <a:gd name="T46" fmla="*/ 243 w 357"/>
                <a:gd name="T47" fmla="*/ 45 h 391"/>
                <a:gd name="T48" fmla="*/ 285 w 357"/>
                <a:gd name="T49" fmla="*/ 80 h 391"/>
                <a:gd name="T50" fmla="*/ 311 w 357"/>
                <a:gd name="T51" fmla="*/ 132 h 391"/>
                <a:gd name="T52" fmla="*/ 319 w 357"/>
                <a:gd name="T53" fmla="*/ 195 h 391"/>
                <a:gd name="T54" fmla="*/ 309 w 357"/>
                <a:gd name="T55" fmla="*/ 260 h 391"/>
                <a:gd name="T56" fmla="*/ 283 w 357"/>
                <a:gd name="T57" fmla="*/ 312 h 391"/>
                <a:gd name="T58" fmla="*/ 238 w 357"/>
                <a:gd name="T59" fmla="*/ 345 h 391"/>
                <a:gd name="T60" fmla="*/ 176 w 357"/>
                <a:gd name="T61" fmla="*/ 358 h 391"/>
                <a:gd name="T62" fmla="*/ 114 w 357"/>
                <a:gd name="T63" fmla="*/ 345 h 391"/>
                <a:gd name="T64" fmla="*/ 71 w 357"/>
                <a:gd name="T65" fmla="*/ 309 h 391"/>
                <a:gd name="T66" fmla="*/ 45 w 357"/>
                <a:gd name="T67" fmla="*/ 257 h 391"/>
                <a:gd name="T68" fmla="*/ 37 w 357"/>
                <a:gd name="T69" fmla="*/ 195 h 391"/>
                <a:gd name="T70" fmla="*/ 47 w 357"/>
                <a:gd name="T71" fmla="*/ 132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57" h="391">
                  <a:moveTo>
                    <a:pt x="48" y="334"/>
                  </a:moveTo>
                  <a:lnTo>
                    <a:pt x="48" y="334"/>
                  </a:lnTo>
                  <a:cubicBezTo>
                    <a:pt x="64" y="351"/>
                    <a:pt x="82" y="365"/>
                    <a:pt x="103" y="375"/>
                  </a:cubicBezTo>
                  <a:cubicBezTo>
                    <a:pt x="125" y="385"/>
                    <a:pt x="149" y="390"/>
                    <a:pt x="176" y="390"/>
                  </a:cubicBezTo>
                  <a:cubicBezTo>
                    <a:pt x="205" y="390"/>
                    <a:pt x="231" y="385"/>
                    <a:pt x="253" y="375"/>
                  </a:cubicBezTo>
                  <a:cubicBezTo>
                    <a:pt x="276" y="365"/>
                    <a:pt x="294" y="351"/>
                    <a:pt x="309" y="333"/>
                  </a:cubicBezTo>
                  <a:cubicBezTo>
                    <a:pt x="325" y="315"/>
                    <a:pt x="336" y="293"/>
                    <a:pt x="344" y="270"/>
                  </a:cubicBezTo>
                  <a:cubicBezTo>
                    <a:pt x="351" y="244"/>
                    <a:pt x="356" y="218"/>
                    <a:pt x="356" y="190"/>
                  </a:cubicBezTo>
                  <a:cubicBezTo>
                    <a:pt x="356" y="163"/>
                    <a:pt x="351" y="138"/>
                    <a:pt x="343" y="114"/>
                  </a:cubicBezTo>
                  <a:cubicBezTo>
                    <a:pt x="336" y="91"/>
                    <a:pt x="325" y="70"/>
                    <a:pt x="309" y="53"/>
                  </a:cubicBezTo>
                  <a:cubicBezTo>
                    <a:pt x="294" y="37"/>
                    <a:pt x="276" y="24"/>
                    <a:pt x="255" y="14"/>
                  </a:cubicBezTo>
                  <a:cubicBezTo>
                    <a:pt x="233" y="4"/>
                    <a:pt x="210" y="0"/>
                    <a:pt x="183" y="0"/>
                  </a:cubicBezTo>
                  <a:cubicBezTo>
                    <a:pt x="155" y="0"/>
                    <a:pt x="128" y="4"/>
                    <a:pt x="106" y="14"/>
                  </a:cubicBezTo>
                  <a:cubicBezTo>
                    <a:pt x="83" y="24"/>
                    <a:pt x="64" y="38"/>
                    <a:pt x="48" y="55"/>
                  </a:cubicBezTo>
                  <a:cubicBezTo>
                    <a:pt x="33" y="73"/>
                    <a:pt x="21" y="94"/>
                    <a:pt x="13" y="118"/>
                  </a:cubicBezTo>
                  <a:cubicBezTo>
                    <a:pt x="5" y="142"/>
                    <a:pt x="0" y="170"/>
                    <a:pt x="0" y="199"/>
                  </a:cubicBezTo>
                  <a:cubicBezTo>
                    <a:pt x="0" y="226"/>
                    <a:pt x="5" y="250"/>
                    <a:pt x="13" y="274"/>
                  </a:cubicBezTo>
                  <a:cubicBezTo>
                    <a:pt x="21" y="298"/>
                    <a:pt x="33" y="317"/>
                    <a:pt x="48" y="334"/>
                  </a:cubicBezTo>
                  <a:close/>
                  <a:moveTo>
                    <a:pt x="47" y="132"/>
                  </a:moveTo>
                  <a:lnTo>
                    <a:pt x="47" y="132"/>
                  </a:lnTo>
                  <a:cubicBezTo>
                    <a:pt x="52" y="112"/>
                    <a:pt x="62" y="94"/>
                    <a:pt x="75" y="80"/>
                  </a:cubicBezTo>
                  <a:cubicBezTo>
                    <a:pt x="86" y="65"/>
                    <a:pt x="101" y="53"/>
                    <a:pt x="118" y="45"/>
                  </a:cubicBezTo>
                  <a:cubicBezTo>
                    <a:pt x="137" y="37"/>
                    <a:pt x="156" y="31"/>
                    <a:pt x="180" y="31"/>
                  </a:cubicBezTo>
                  <a:cubicBezTo>
                    <a:pt x="204" y="31"/>
                    <a:pt x="225" y="37"/>
                    <a:pt x="243" y="45"/>
                  </a:cubicBezTo>
                  <a:cubicBezTo>
                    <a:pt x="260" y="53"/>
                    <a:pt x="274" y="65"/>
                    <a:pt x="285" y="80"/>
                  </a:cubicBezTo>
                  <a:cubicBezTo>
                    <a:pt x="297" y="94"/>
                    <a:pt x="305" y="112"/>
                    <a:pt x="311" y="132"/>
                  </a:cubicBezTo>
                  <a:cubicBezTo>
                    <a:pt x="316" y="152"/>
                    <a:pt x="319" y="173"/>
                    <a:pt x="319" y="195"/>
                  </a:cubicBezTo>
                  <a:cubicBezTo>
                    <a:pt x="319" y="219"/>
                    <a:pt x="316" y="240"/>
                    <a:pt x="309" y="260"/>
                  </a:cubicBezTo>
                  <a:cubicBezTo>
                    <a:pt x="304" y="281"/>
                    <a:pt x="295" y="298"/>
                    <a:pt x="283" y="312"/>
                  </a:cubicBezTo>
                  <a:cubicBezTo>
                    <a:pt x="271" y="327"/>
                    <a:pt x="256" y="338"/>
                    <a:pt x="238" y="345"/>
                  </a:cubicBezTo>
                  <a:cubicBezTo>
                    <a:pt x="221" y="354"/>
                    <a:pt x="200" y="358"/>
                    <a:pt x="176" y="358"/>
                  </a:cubicBezTo>
                  <a:cubicBezTo>
                    <a:pt x="153" y="358"/>
                    <a:pt x="132" y="354"/>
                    <a:pt x="114" y="345"/>
                  </a:cubicBezTo>
                  <a:cubicBezTo>
                    <a:pt x="97" y="336"/>
                    <a:pt x="83" y="324"/>
                    <a:pt x="71" y="309"/>
                  </a:cubicBezTo>
                  <a:cubicBezTo>
                    <a:pt x="59" y="293"/>
                    <a:pt x="51" y="277"/>
                    <a:pt x="45" y="257"/>
                  </a:cubicBezTo>
                  <a:cubicBezTo>
                    <a:pt x="40" y="237"/>
                    <a:pt x="37" y="216"/>
                    <a:pt x="37" y="195"/>
                  </a:cubicBezTo>
                  <a:cubicBezTo>
                    <a:pt x="37" y="173"/>
                    <a:pt x="41" y="152"/>
                    <a:pt x="47" y="13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3" name="Freeform 208">
              <a:extLst>
                <a:ext uri="{FF2B5EF4-FFF2-40B4-BE49-F238E27FC236}">
                  <a16:creationId xmlns:a16="http://schemas.microsoft.com/office/drawing/2014/main" id="{10E7C645-4281-AFB4-6450-8A861209D0A9}"/>
                </a:ext>
              </a:extLst>
            </p:cNvPr>
            <p:cNvSpPr>
              <a:spLocks noChangeArrowheads="1"/>
            </p:cNvSpPr>
            <p:nvPr/>
          </p:nvSpPr>
          <p:spPr bwMode="auto">
            <a:xfrm>
              <a:off x="8974138" y="2678113"/>
              <a:ext cx="106362" cy="136525"/>
            </a:xfrm>
            <a:custGeom>
              <a:avLst/>
              <a:gdLst>
                <a:gd name="T0" fmla="*/ 260 w 296"/>
                <a:gd name="T1" fmla="*/ 280 h 378"/>
                <a:gd name="T2" fmla="*/ 260 w 296"/>
                <a:gd name="T3" fmla="*/ 280 h 378"/>
                <a:gd name="T4" fmla="*/ 260 w 296"/>
                <a:gd name="T5" fmla="*/ 304 h 378"/>
                <a:gd name="T6" fmla="*/ 262 w 296"/>
                <a:gd name="T7" fmla="*/ 324 h 378"/>
                <a:gd name="T8" fmla="*/ 260 w 296"/>
                <a:gd name="T9" fmla="*/ 324 h 378"/>
                <a:gd name="T10" fmla="*/ 253 w 296"/>
                <a:gd name="T11" fmla="*/ 313 h 378"/>
                <a:gd name="T12" fmla="*/ 245 w 296"/>
                <a:gd name="T13" fmla="*/ 299 h 378"/>
                <a:gd name="T14" fmla="*/ 38 w 296"/>
                <a:gd name="T15" fmla="*/ 0 h 378"/>
                <a:gd name="T16" fmla="*/ 0 w 296"/>
                <a:gd name="T17" fmla="*/ 0 h 378"/>
                <a:gd name="T18" fmla="*/ 0 w 296"/>
                <a:gd name="T19" fmla="*/ 377 h 378"/>
                <a:gd name="T20" fmla="*/ 36 w 296"/>
                <a:gd name="T21" fmla="*/ 377 h 378"/>
                <a:gd name="T22" fmla="*/ 36 w 296"/>
                <a:gd name="T23" fmla="*/ 85 h 378"/>
                <a:gd name="T24" fmla="*/ 34 w 296"/>
                <a:gd name="T25" fmla="*/ 64 h 378"/>
                <a:gd name="T26" fmla="*/ 34 w 296"/>
                <a:gd name="T27" fmla="*/ 50 h 378"/>
                <a:gd name="T28" fmla="*/ 36 w 296"/>
                <a:gd name="T29" fmla="*/ 50 h 378"/>
                <a:gd name="T30" fmla="*/ 41 w 296"/>
                <a:gd name="T31" fmla="*/ 63 h 378"/>
                <a:gd name="T32" fmla="*/ 50 w 296"/>
                <a:gd name="T33" fmla="*/ 74 h 378"/>
                <a:gd name="T34" fmla="*/ 259 w 296"/>
                <a:gd name="T35" fmla="*/ 377 h 378"/>
                <a:gd name="T36" fmla="*/ 295 w 296"/>
                <a:gd name="T37" fmla="*/ 377 h 378"/>
                <a:gd name="T38" fmla="*/ 295 w 296"/>
                <a:gd name="T39" fmla="*/ 0 h 378"/>
                <a:gd name="T40" fmla="*/ 260 w 296"/>
                <a:gd name="T41" fmla="*/ 0 h 378"/>
                <a:gd name="T42" fmla="*/ 260 w 296"/>
                <a:gd name="T43" fmla="*/ 280 h 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6" h="378">
                  <a:moveTo>
                    <a:pt x="260" y="280"/>
                  </a:moveTo>
                  <a:lnTo>
                    <a:pt x="260" y="280"/>
                  </a:lnTo>
                  <a:cubicBezTo>
                    <a:pt x="260" y="289"/>
                    <a:pt x="260" y="297"/>
                    <a:pt x="260" y="304"/>
                  </a:cubicBezTo>
                  <a:cubicBezTo>
                    <a:pt x="260" y="311"/>
                    <a:pt x="262" y="318"/>
                    <a:pt x="262" y="324"/>
                  </a:cubicBezTo>
                  <a:cubicBezTo>
                    <a:pt x="260" y="324"/>
                    <a:pt x="260" y="324"/>
                    <a:pt x="260" y="324"/>
                  </a:cubicBezTo>
                  <a:cubicBezTo>
                    <a:pt x="259" y="321"/>
                    <a:pt x="256" y="317"/>
                    <a:pt x="253" y="313"/>
                  </a:cubicBezTo>
                  <a:cubicBezTo>
                    <a:pt x="250" y="309"/>
                    <a:pt x="248" y="304"/>
                    <a:pt x="245" y="299"/>
                  </a:cubicBezTo>
                  <a:cubicBezTo>
                    <a:pt x="38" y="0"/>
                    <a:pt x="38" y="0"/>
                    <a:pt x="38" y="0"/>
                  </a:cubicBezTo>
                  <a:cubicBezTo>
                    <a:pt x="0" y="0"/>
                    <a:pt x="0" y="0"/>
                    <a:pt x="0" y="0"/>
                  </a:cubicBezTo>
                  <a:cubicBezTo>
                    <a:pt x="0" y="377"/>
                    <a:pt x="0" y="377"/>
                    <a:pt x="0" y="377"/>
                  </a:cubicBezTo>
                  <a:cubicBezTo>
                    <a:pt x="36" y="377"/>
                    <a:pt x="36" y="377"/>
                    <a:pt x="36" y="377"/>
                  </a:cubicBezTo>
                  <a:cubicBezTo>
                    <a:pt x="36" y="85"/>
                    <a:pt x="36" y="85"/>
                    <a:pt x="36" y="85"/>
                  </a:cubicBezTo>
                  <a:cubicBezTo>
                    <a:pt x="36" y="77"/>
                    <a:pt x="36" y="70"/>
                    <a:pt x="34" y="64"/>
                  </a:cubicBezTo>
                  <a:cubicBezTo>
                    <a:pt x="34" y="59"/>
                    <a:pt x="34" y="54"/>
                    <a:pt x="34" y="50"/>
                  </a:cubicBezTo>
                  <a:cubicBezTo>
                    <a:pt x="36" y="50"/>
                    <a:pt x="36" y="50"/>
                    <a:pt x="36" y="50"/>
                  </a:cubicBezTo>
                  <a:cubicBezTo>
                    <a:pt x="37" y="54"/>
                    <a:pt x="38" y="59"/>
                    <a:pt x="41" y="63"/>
                  </a:cubicBezTo>
                  <a:cubicBezTo>
                    <a:pt x="44" y="67"/>
                    <a:pt x="47" y="71"/>
                    <a:pt x="50" y="74"/>
                  </a:cubicBezTo>
                  <a:cubicBezTo>
                    <a:pt x="259" y="377"/>
                    <a:pt x="259" y="377"/>
                    <a:pt x="259" y="377"/>
                  </a:cubicBezTo>
                  <a:cubicBezTo>
                    <a:pt x="295" y="377"/>
                    <a:pt x="295" y="377"/>
                    <a:pt x="295" y="377"/>
                  </a:cubicBezTo>
                  <a:cubicBezTo>
                    <a:pt x="295" y="0"/>
                    <a:pt x="295" y="0"/>
                    <a:pt x="295" y="0"/>
                  </a:cubicBezTo>
                  <a:cubicBezTo>
                    <a:pt x="260" y="0"/>
                    <a:pt x="260" y="0"/>
                    <a:pt x="260" y="0"/>
                  </a:cubicBezTo>
                  <a:lnTo>
                    <a:pt x="260"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4" name="Freeform 209">
              <a:extLst>
                <a:ext uri="{FF2B5EF4-FFF2-40B4-BE49-F238E27FC236}">
                  <a16:creationId xmlns:a16="http://schemas.microsoft.com/office/drawing/2014/main" id="{54CFC9AB-E844-0FC9-560D-C9BD0B9F09C4}"/>
                </a:ext>
              </a:extLst>
            </p:cNvPr>
            <p:cNvSpPr>
              <a:spLocks noChangeArrowheads="1"/>
            </p:cNvSpPr>
            <p:nvPr/>
          </p:nvSpPr>
          <p:spPr bwMode="auto">
            <a:xfrm>
              <a:off x="9110663" y="2676525"/>
              <a:ext cx="77787" cy="141288"/>
            </a:xfrm>
            <a:custGeom>
              <a:avLst/>
              <a:gdLst>
                <a:gd name="T0" fmla="*/ 191 w 215"/>
                <a:gd name="T1" fmla="*/ 230 h 391"/>
                <a:gd name="T2" fmla="*/ 191 w 215"/>
                <a:gd name="T3" fmla="*/ 230 h 391"/>
                <a:gd name="T4" fmla="*/ 162 w 215"/>
                <a:gd name="T5" fmla="*/ 205 h 391"/>
                <a:gd name="T6" fmla="*/ 119 w 215"/>
                <a:gd name="T7" fmla="*/ 180 h 391"/>
                <a:gd name="T8" fmla="*/ 82 w 215"/>
                <a:gd name="T9" fmla="*/ 159 h 391"/>
                <a:gd name="T10" fmla="*/ 56 w 215"/>
                <a:gd name="T11" fmla="*/ 140 h 391"/>
                <a:gd name="T12" fmla="*/ 42 w 215"/>
                <a:gd name="T13" fmla="*/ 119 h 391"/>
                <a:gd name="T14" fmla="*/ 38 w 215"/>
                <a:gd name="T15" fmla="*/ 94 h 391"/>
                <a:gd name="T16" fmla="*/ 45 w 215"/>
                <a:gd name="T17" fmla="*/ 67 h 391"/>
                <a:gd name="T18" fmla="*/ 62 w 215"/>
                <a:gd name="T19" fmla="*/ 48 h 391"/>
                <a:gd name="T20" fmla="*/ 89 w 215"/>
                <a:gd name="T21" fmla="*/ 35 h 391"/>
                <a:gd name="T22" fmla="*/ 119 w 215"/>
                <a:gd name="T23" fmla="*/ 31 h 391"/>
                <a:gd name="T24" fmla="*/ 198 w 215"/>
                <a:gd name="T25" fmla="*/ 51 h 391"/>
                <a:gd name="T26" fmla="*/ 198 w 215"/>
                <a:gd name="T27" fmla="*/ 13 h 391"/>
                <a:gd name="T28" fmla="*/ 124 w 215"/>
                <a:gd name="T29" fmla="*/ 0 h 391"/>
                <a:gd name="T30" fmla="*/ 76 w 215"/>
                <a:gd name="T31" fmla="*/ 7 h 391"/>
                <a:gd name="T32" fmla="*/ 38 w 215"/>
                <a:gd name="T33" fmla="*/ 27 h 391"/>
                <a:gd name="T34" fmla="*/ 11 w 215"/>
                <a:gd name="T35" fmla="*/ 58 h 391"/>
                <a:gd name="T36" fmla="*/ 2 w 215"/>
                <a:gd name="T37" fmla="*/ 98 h 391"/>
                <a:gd name="T38" fmla="*/ 7 w 215"/>
                <a:gd name="T39" fmla="*/ 131 h 391"/>
                <a:gd name="T40" fmla="*/ 23 w 215"/>
                <a:gd name="T41" fmla="*/ 157 h 391"/>
                <a:gd name="T42" fmla="*/ 51 w 215"/>
                <a:gd name="T43" fmla="*/ 181 h 391"/>
                <a:gd name="T44" fmla="*/ 93 w 215"/>
                <a:gd name="T45" fmla="*/ 206 h 391"/>
                <a:gd name="T46" fmla="*/ 131 w 215"/>
                <a:gd name="T47" fmla="*/ 227 h 391"/>
                <a:gd name="T48" fmla="*/ 157 w 215"/>
                <a:gd name="T49" fmla="*/ 247 h 391"/>
                <a:gd name="T50" fmla="*/ 173 w 215"/>
                <a:gd name="T51" fmla="*/ 268 h 391"/>
                <a:gd name="T52" fmla="*/ 177 w 215"/>
                <a:gd name="T53" fmla="*/ 293 h 391"/>
                <a:gd name="T54" fmla="*/ 156 w 215"/>
                <a:gd name="T55" fmla="*/ 341 h 391"/>
                <a:gd name="T56" fmla="*/ 91 w 215"/>
                <a:gd name="T57" fmla="*/ 358 h 391"/>
                <a:gd name="T58" fmla="*/ 69 w 215"/>
                <a:gd name="T59" fmla="*/ 357 h 391"/>
                <a:gd name="T60" fmla="*/ 45 w 215"/>
                <a:gd name="T61" fmla="*/ 351 h 391"/>
                <a:gd name="T62" fmla="*/ 21 w 215"/>
                <a:gd name="T63" fmla="*/ 341 h 391"/>
                <a:gd name="T64" fmla="*/ 0 w 215"/>
                <a:gd name="T65" fmla="*/ 329 h 391"/>
                <a:gd name="T66" fmla="*/ 0 w 215"/>
                <a:gd name="T67" fmla="*/ 369 h 391"/>
                <a:gd name="T68" fmla="*/ 18 w 215"/>
                <a:gd name="T69" fmla="*/ 378 h 391"/>
                <a:gd name="T70" fmla="*/ 42 w 215"/>
                <a:gd name="T71" fmla="*/ 385 h 391"/>
                <a:gd name="T72" fmla="*/ 68 w 215"/>
                <a:gd name="T73" fmla="*/ 389 h 391"/>
                <a:gd name="T74" fmla="*/ 89 w 215"/>
                <a:gd name="T75" fmla="*/ 390 h 391"/>
                <a:gd name="T76" fmla="*/ 139 w 215"/>
                <a:gd name="T77" fmla="*/ 383 h 391"/>
                <a:gd name="T78" fmla="*/ 178 w 215"/>
                <a:gd name="T79" fmla="*/ 365 h 391"/>
                <a:gd name="T80" fmla="*/ 205 w 215"/>
                <a:gd name="T81" fmla="*/ 334 h 391"/>
                <a:gd name="T82" fmla="*/ 214 w 215"/>
                <a:gd name="T83" fmla="*/ 291 h 391"/>
                <a:gd name="T84" fmla="*/ 208 w 215"/>
                <a:gd name="T85" fmla="*/ 257 h 391"/>
                <a:gd name="T86" fmla="*/ 191 w 215"/>
                <a:gd name="T87" fmla="*/ 230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5" h="391">
                  <a:moveTo>
                    <a:pt x="191" y="230"/>
                  </a:moveTo>
                  <a:lnTo>
                    <a:pt x="191" y="230"/>
                  </a:lnTo>
                  <a:cubicBezTo>
                    <a:pt x="183" y="222"/>
                    <a:pt x="173" y="213"/>
                    <a:pt x="162" y="205"/>
                  </a:cubicBezTo>
                  <a:cubicBezTo>
                    <a:pt x="149" y="197"/>
                    <a:pt x="136" y="188"/>
                    <a:pt x="119" y="180"/>
                  </a:cubicBezTo>
                  <a:cubicBezTo>
                    <a:pt x="105" y="173"/>
                    <a:pt x="93" y="166"/>
                    <a:pt x="82" y="159"/>
                  </a:cubicBezTo>
                  <a:cubicBezTo>
                    <a:pt x="72" y="153"/>
                    <a:pt x="63" y="146"/>
                    <a:pt x="56" y="140"/>
                  </a:cubicBezTo>
                  <a:cubicBezTo>
                    <a:pt x="51" y="133"/>
                    <a:pt x="45" y="126"/>
                    <a:pt x="42" y="119"/>
                  </a:cubicBezTo>
                  <a:cubicBezTo>
                    <a:pt x="39" y="112"/>
                    <a:pt x="38" y="104"/>
                    <a:pt x="38" y="94"/>
                  </a:cubicBezTo>
                  <a:cubicBezTo>
                    <a:pt x="38" y="84"/>
                    <a:pt x="41" y="74"/>
                    <a:pt x="45" y="67"/>
                  </a:cubicBezTo>
                  <a:cubicBezTo>
                    <a:pt x="49" y="59"/>
                    <a:pt x="55" y="53"/>
                    <a:pt x="62" y="48"/>
                  </a:cubicBezTo>
                  <a:cubicBezTo>
                    <a:pt x="70" y="42"/>
                    <a:pt x="79" y="38"/>
                    <a:pt x="89" y="35"/>
                  </a:cubicBezTo>
                  <a:cubicBezTo>
                    <a:pt x="98" y="32"/>
                    <a:pt x="108" y="31"/>
                    <a:pt x="119" y="31"/>
                  </a:cubicBezTo>
                  <a:cubicBezTo>
                    <a:pt x="150" y="31"/>
                    <a:pt x="176" y="38"/>
                    <a:pt x="198" y="51"/>
                  </a:cubicBezTo>
                  <a:cubicBezTo>
                    <a:pt x="198" y="13"/>
                    <a:pt x="198" y="13"/>
                    <a:pt x="198" y="13"/>
                  </a:cubicBezTo>
                  <a:cubicBezTo>
                    <a:pt x="178" y="4"/>
                    <a:pt x="153" y="0"/>
                    <a:pt x="124" y="0"/>
                  </a:cubicBezTo>
                  <a:cubicBezTo>
                    <a:pt x="107" y="0"/>
                    <a:pt x="91" y="1"/>
                    <a:pt x="76" y="7"/>
                  </a:cubicBezTo>
                  <a:cubicBezTo>
                    <a:pt x="62" y="11"/>
                    <a:pt x="49" y="18"/>
                    <a:pt x="38" y="27"/>
                  </a:cubicBezTo>
                  <a:cubicBezTo>
                    <a:pt x="27" y="35"/>
                    <a:pt x="18" y="45"/>
                    <a:pt x="11" y="58"/>
                  </a:cubicBezTo>
                  <a:cubicBezTo>
                    <a:pt x="4" y="69"/>
                    <a:pt x="2" y="83"/>
                    <a:pt x="2" y="98"/>
                  </a:cubicBezTo>
                  <a:cubicBezTo>
                    <a:pt x="2" y="110"/>
                    <a:pt x="3" y="121"/>
                    <a:pt x="7" y="131"/>
                  </a:cubicBezTo>
                  <a:cubicBezTo>
                    <a:pt x="10" y="140"/>
                    <a:pt x="16" y="149"/>
                    <a:pt x="23" y="157"/>
                  </a:cubicBezTo>
                  <a:cubicBezTo>
                    <a:pt x="30" y="166"/>
                    <a:pt x="39" y="173"/>
                    <a:pt x="51" y="181"/>
                  </a:cubicBezTo>
                  <a:cubicBezTo>
                    <a:pt x="62" y="188"/>
                    <a:pt x="76" y="197"/>
                    <a:pt x="93" y="206"/>
                  </a:cubicBezTo>
                  <a:cubicBezTo>
                    <a:pt x="107" y="213"/>
                    <a:pt x="119" y="220"/>
                    <a:pt x="131" y="227"/>
                  </a:cubicBezTo>
                  <a:cubicBezTo>
                    <a:pt x="141" y="234"/>
                    <a:pt x="150" y="240"/>
                    <a:pt x="157" y="247"/>
                  </a:cubicBezTo>
                  <a:cubicBezTo>
                    <a:pt x="164" y="253"/>
                    <a:pt x="169" y="260"/>
                    <a:pt x="173" y="268"/>
                  </a:cubicBezTo>
                  <a:cubicBezTo>
                    <a:pt x="176" y="275"/>
                    <a:pt x="177" y="284"/>
                    <a:pt x="177" y="293"/>
                  </a:cubicBezTo>
                  <a:cubicBezTo>
                    <a:pt x="177" y="315"/>
                    <a:pt x="170" y="330"/>
                    <a:pt x="156" y="341"/>
                  </a:cubicBezTo>
                  <a:cubicBezTo>
                    <a:pt x="142" y="352"/>
                    <a:pt x="121" y="358"/>
                    <a:pt x="91" y="358"/>
                  </a:cubicBezTo>
                  <a:cubicBezTo>
                    <a:pt x="84" y="358"/>
                    <a:pt x="77" y="358"/>
                    <a:pt x="69" y="357"/>
                  </a:cubicBezTo>
                  <a:cubicBezTo>
                    <a:pt x="61" y="355"/>
                    <a:pt x="52" y="352"/>
                    <a:pt x="45" y="351"/>
                  </a:cubicBezTo>
                  <a:cubicBezTo>
                    <a:pt x="37" y="348"/>
                    <a:pt x="28" y="345"/>
                    <a:pt x="21" y="341"/>
                  </a:cubicBezTo>
                  <a:cubicBezTo>
                    <a:pt x="14" y="337"/>
                    <a:pt x="7" y="333"/>
                    <a:pt x="0" y="329"/>
                  </a:cubicBezTo>
                  <a:cubicBezTo>
                    <a:pt x="0" y="369"/>
                    <a:pt x="0" y="369"/>
                    <a:pt x="0" y="369"/>
                  </a:cubicBezTo>
                  <a:cubicBezTo>
                    <a:pt x="4" y="372"/>
                    <a:pt x="11" y="375"/>
                    <a:pt x="18" y="378"/>
                  </a:cubicBezTo>
                  <a:cubicBezTo>
                    <a:pt x="27" y="381"/>
                    <a:pt x="34" y="382"/>
                    <a:pt x="42" y="385"/>
                  </a:cubicBezTo>
                  <a:cubicBezTo>
                    <a:pt x="51" y="386"/>
                    <a:pt x="59" y="388"/>
                    <a:pt x="68" y="389"/>
                  </a:cubicBezTo>
                  <a:cubicBezTo>
                    <a:pt x="76" y="389"/>
                    <a:pt x="83" y="390"/>
                    <a:pt x="89" y="390"/>
                  </a:cubicBezTo>
                  <a:cubicBezTo>
                    <a:pt x="107" y="390"/>
                    <a:pt x="124" y="388"/>
                    <a:pt x="139" y="383"/>
                  </a:cubicBezTo>
                  <a:cubicBezTo>
                    <a:pt x="155" y="379"/>
                    <a:pt x="167" y="373"/>
                    <a:pt x="178" y="365"/>
                  </a:cubicBezTo>
                  <a:cubicBezTo>
                    <a:pt x="190" y="357"/>
                    <a:pt x="198" y="347"/>
                    <a:pt x="205" y="334"/>
                  </a:cubicBezTo>
                  <a:cubicBezTo>
                    <a:pt x="211" y="322"/>
                    <a:pt x="214" y="306"/>
                    <a:pt x="214" y="291"/>
                  </a:cubicBezTo>
                  <a:cubicBezTo>
                    <a:pt x="214" y="278"/>
                    <a:pt x="212" y="267"/>
                    <a:pt x="208" y="257"/>
                  </a:cubicBezTo>
                  <a:cubicBezTo>
                    <a:pt x="204" y="247"/>
                    <a:pt x="198" y="239"/>
                    <a:pt x="191" y="23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5" name="Freeform 210">
              <a:extLst>
                <a:ext uri="{FF2B5EF4-FFF2-40B4-BE49-F238E27FC236}">
                  <a16:creationId xmlns:a16="http://schemas.microsoft.com/office/drawing/2014/main" id="{D39343FE-6243-4B17-FA5C-6983C5E00B1A}"/>
                </a:ext>
              </a:extLst>
            </p:cNvPr>
            <p:cNvSpPr>
              <a:spLocks noChangeArrowheads="1"/>
            </p:cNvSpPr>
            <p:nvPr/>
          </p:nvSpPr>
          <p:spPr bwMode="auto">
            <a:xfrm>
              <a:off x="9210675" y="2797175"/>
              <a:ext cx="19050" cy="19050"/>
            </a:xfrm>
            <a:custGeom>
              <a:avLst/>
              <a:gdLst>
                <a:gd name="T0" fmla="*/ 43 w 51"/>
                <a:gd name="T1" fmla="*/ 7 h 52"/>
                <a:gd name="T2" fmla="*/ 43 w 51"/>
                <a:gd name="T3" fmla="*/ 7 h 52"/>
                <a:gd name="T4" fmla="*/ 35 w 51"/>
                <a:gd name="T5" fmla="*/ 2 h 52"/>
                <a:gd name="T6" fmla="*/ 25 w 51"/>
                <a:gd name="T7" fmla="*/ 0 h 52"/>
                <a:gd name="T8" fmla="*/ 7 w 51"/>
                <a:gd name="T9" fmla="*/ 7 h 52"/>
                <a:gd name="T10" fmla="*/ 0 w 51"/>
                <a:gd name="T11" fmla="*/ 26 h 52"/>
                <a:gd name="T12" fmla="*/ 7 w 51"/>
                <a:gd name="T13" fmla="*/ 44 h 52"/>
                <a:gd name="T14" fmla="*/ 25 w 51"/>
                <a:gd name="T15" fmla="*/ 51 h 52"/>
                <a:gd name="T16" fmla="*/ 35 w 51"/>
                <a:gd name="T17" fmla="*/ 48 h 52"/>
                <a:gd name="T18" fmla="*/ 43 w 51"/>
                <a:gd name="T19" fmla="*/ 44 h 52"/>
                <a:gd name="T20" fmla="*/ 49 w 51"/>
                <a:gd name="T21" fmla="*/ 35 h 52"/>
                <a:gd name="T22" fmla="*/ 50 w 51"/>
                <a:gd name="T23" fmla="*/ 26 h 52"/>
                <a:gd name="T24" fmla="*/ 49 w 51"/>
                <a:gd name="T25" fmla="*/ 16 h 52"/>
                <a:gd name="T26" fmla="*/ 43 w 51"/>
                <a:gd name="T27" fmla="*/ 7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51" h="52">
                  <a:moveTo>
                    <a:pt x="43" y="7"/>
                  </a:moveTo>
                  <a:lnTo>
                    <a:pt x="43" y="7"/>
                  </a:lnTo>
                  <a:cubicBezTo>
                    <a:pt x="40" y="5"/>
                    <a:pt x="38" y="3"/>
                    <a:pt x="35" y="2"/>
                  </a:cubicBezTo>
                  <a:cubicBezTo>
                    <a:pt x="32" y="0"/>
                    <a:pt x="29" y="0"/>
                    <a:pt x="25" y="0"/>
                  </a:cubicBezTo>
                  <a:cubicBezTo>
                    <a:pt x="18" y="0"/>
                    <a:pt x="12" y="2"/>
                    <a:pt x="7" y="7"/>
                  </a:cubicBezTo>
                  <a:cubicBezTo>
                    <a:pt x="3" y="12"/>
                    <a:pt x="0" y="19"/>
                    <a:pt x="0" y="26"/>
                  </a:cubicBezTo>
                  <a:cubicBezTo>
                    <a:pt x="0" y="33"/>
                    <a:pt x="3" y="38"/>
                    <a:pt x="7" y="44"/>
                  </a:cubicBezTo>
                  <a:cubicBezTo>
                    <a:pt x="12" y="48"/>
                    <a:pt x="18" y="51"/>
                    <a:pt x="25" y="51"/>
                  </a:cubicBezTo>
                  <a:cubicBezTo>
                    <a:pt x="29" y="51"/>
                    <a:pt x="32" y="50"/>
                    <a:pt x="35" y="48"/>
                  </a:cubicBezTo>
                  <a:cubicBezTo>
                    <a:pt x="38" y="48"/>
                    <a:pt x="40" y="45"/>
                    <a:pt x="43" y="44"/>
                  </a:cubicBezTo>
                  <a:cubicBezTo>
                    <a:pt x="45" y="41"/>
                    <a:pt x="47" y="38"/>
                    <a:pt x="49" y="35"/>
                  </a:cubicBezTo>
                  <a:cubicBezTo>
                    <a:pt x="50" y="33"/>
                    <a:pt x="50" y="28"/>
                    <a:pt x="50" y="26"/>
                  </a:cubicBezTo>
                  <a:cubicBezTo>
                    <a:pt x="50" y="21"/>
                    <a:pt x="50" y="19"/>
                    <a:pt x="49" y="16"/>
                  </a:cubicBezTo>
                  <a:cubicBezTo>
                    <a:pt x="47" y="12"/>
                    <a:pt x="45" y="9"/>
                    <a:pt x="43" y="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6" name="Freeform 211">
              <a:extLst>
                <a:ext uri="{FF2B5EF4-FFF2-40B4-BE49-F238E27FC236}">
                  <a16:creationId xmlns:a16="http://schemas.microsoft.com/office/drawing/2014/main" id="{B6C559C1-B731-98C8-3FBB-FBF5414CA86C}"/>
                </a:ext>
              </a:extLst>
            </p:cNvPr>
            <p:cNvSpPr>
              <a:spLocks noChangeArrowheads="1"/>
            </p:cNvSpPr>
            <p:nvPr/>
          </p:nvSpPr>
          <p:spPr bwMode="auto">
            <a:xfrm>
              <a:off x="9274175" y="2678113"/>
              <a:ext cx="77788" cy="141287"/>
            </a:xfrm>
            <a:custGeom>
              <a:avLst/>
              <a:gdLst>
                <a:gd name="T0" fmla="*/ 42 w 214"/>
                <a:gd name="T1" fmla="*/ 385 h 392"/>
                <a:gd name="T2" fmla="*/ 42 w 214"/>
                <a:gd name="T3" fmla="*/ 385 h 392"/>
                <a:gd name="T4" fmla="*/ 67 w 214"/>
                <a:gd name="T5" fmla="*/ 389 h 392"/>
                <a:gd name="T6" fmla="*/ 89 w 214"/>
                <a:gd name="T7" fmla="*/ 391 h 392"/>
                <a:gd name="T8" fmla="*/ 139 w 214"/>
                <a:gd name="T9" fmla="*/ 385 h 392"/>
                <a:gd name="T10" fmla="*/ 178 w 214"/>
                <a:gd name="T11" fmla="*/ 365 h 392"/>
                <a:gd name="T12" fmla="*/ 204 w 214"/>
                <a:gd name="T13" fmla="*/ 334 h 392"/>
                <a:gd name="T14" fmla="*/ 213 w 214"/>
                <a:gd name="T15" fmla="*/ 291 h 392"/>
                <a:gd name="T16" fmla="*/ 208 w 214"/>
                <a:gd name="T17" fmla="*/ 259 h 392"/>
                <a:gd name="T18" fmla="*/ 190 w 214"/>
                <a:gd name="T19" fmla="*/ 230 h 392"/>
                <a:gd name="T20" fmla="*/ 160 w 214"/>
                <a:gd name="T21" fmla="*/ 205 h 392"/>
                <a:gd name="T22" fmla="*/ 119 w 214"/>
                <a:gd name="T23" fmla="*/ 181 h 392"/>
                <a:gd name="T24" fmla="*/ 81 w 214"/>
                <a:gd name="T25" fmla="*/ 160 h 392"/>
                <a:gd name="T26" fmla="*/ 56 w 214"/>
                <a:gd name="T27" fmla="*/ 141 h 392"/>
                <a:gd name="T28" fmla="*/ 42 w 214"/>
                <a:gd name="T29" fmla="*/ 121 h 392"/>
                <a:gd name="T30" fmla="*/ 38 w 214"/>
                <a:gd name="T31" fmla="*/ 96 h 392"/>
                <a:gd name="T32" fmla="*/ 44 w 214"/>
                <a:gd name="T33" fmla="*/ 68 h 392"/>
                <a:gd name="T34" fmla="*/ 62 w 214"/>
                <a:gd name="T35" fmla="*/ 48 h 392"/>
                <a:gd name="T36" fmla="*/ 87 w 214"/>
                <a:gd name="T37" fmla="*/ 37 h 392"/>
                <a:gd name="T38" fmla="*/ 119 w 214"/>
                <a:gd name="T39" fmla="*/ 33 h 392"/>
                <a:gd name="T40" fmla="*/ 198 w 214"/>
                <a:gd name="T41" fmla="*/ 52 h 392"/>
                <a:gd name="T42" fmla="*/ 198 w 214"/>
                <a:gd name="T43" fmla="*/ 13 h 392"/>
                <a:gd name="T44" fmla="*/ 124 w 214"/>
                <a:gd name="T45" fmla="*/ 0 h 392"/>
                <a:gd name="T46" fmla="*/ 76 w 214"/>
                <a:gd name="T47" fmla="*/ 7 h 392"/>
                <a:gd name="T48" fmla="*/ 37 w 214"/>
                <a:gd name="T49" fmla="*/ 27 h 392"/>
                <a:gd name="T50" fmla="*/ 10 w 214"/>
                <a:gd name="T51" fmla="*/ 58 h 392"/>
                <a:gd name="T52" fmla="*/ 1 w 214"/>
                <a:gd name="T53" fmla="*/ 99 h 392"/>
                <a:gd name="T54" fmla="*/ 6 w 214"/>
                <a:gd name="T55" fmla="*/ 131 h 392"/>
                <a:gd name="T56" fmla="*/ 23 w 214"/>
                <a:gd name="T57" fmla="*/ 157 h 392"/>
                <a:gd name="T58" fmla="*/ 51 w 214"/>
                <a:gd name="T59" fmla="*/ 181 h 392"/>
                <a:gd name="T60" fmla="*/ 91 w 214"/>
                <a:gd name="T61" fmla="*/ 207 h 392"/>
                <a:gd name="T62" fmla="*/ 129 w 214"/>
                <a:gd name="T63" fmla="*/ 229 h 392"/>
                <a:gd name="T64" fmla="*/ 156 w 214"/>
                <a:gd name="T65" fmla="*/ 247 h 392"/>
                <a:gd name="T66" fmla="*/ 171 w 214"/>
                <a:gd name="T67" fmla="*/ 268 h 392"/>
                <a:gd name="T68" fmla="*/ 177 w 214"/>
                <a:gd name="T69" fmla="*/ 295 h 392"/>
                <a:gd name="T70" fmla="*/ 156 w 214"/>
                <a:gd name="T71" fmla="*/ 343 h 392"/>
                <a:gd name="T72" fmla="*/ 91 w 214"/>
                <a:gd name="T73" fmla="*/ 360 h 392"/>
                <a:gd name="T74" fmla="*/ 67 w 214"/>
                <a:gd name="T75" fmla="*/ 357 h 392"/>
                <a:gd name="T76" fmla="*/ 44 w 214"/>
                <a:gd name="T77" fmla="*/ 351 h 392"/>
                <a:gd name="T78" fmla="*/ 21 w 214"/>
                <a:gd name="T79" fmla="*/ 341 h 392"/>
                <a:gd name="T80" fmla="*/ 0 w 214"/>
                <a:gd name="T81" fmla="*/ 329 h 392"/>
                <a:gd name="T82" fmla="*/ 0 w 214"/>
                <a:gd name="T83" fmla="*/ 371 h 392"/>
                <a:gd name="T84" fmla="*/ 18 w 214"/>
                <a:gd name="T85" fmla="*/ 378 h 392"/>
                <a:gd name="T86" fmla="*/ 42 w 214"/>
                <a:gd name="T87" fmla="*/ 385 h 3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392">
                  <a:moveTo>
                    <a:pt x="42" y="385"/>
                  </a:moveTo>
                  <a:lnTo>
                    <a:pt x="42" y="385"/>
                  </a:lnTo>
                  <a:cubicBezTo>
                    <a:pt x="51" y="386"/>
                    <a:pt x="59" y="388"/>
                    <a:pt x="67" y="389"/>
                  </a:cubicBezTo>
                  <a:cubicBezTo>
                    <a:pt x="76" y="391"/>
                    <a:pt x="83" y="391"/>
                    <a:pt x="89" y="391"/>
                  </a:cubicBezTo>
                  <a:cubicBezTo>
                    <a:pt x="107" y="391"/>
                    <a:pt x="124" y="389"/>
                    <a:pt x="139" y="385"/>
                  </a:cubicBezTo>
                  <a:cubicBezTo>
                    <a:pt x="154" y="381"/>
                    <a:pt x="167" y="374"/>
                    <a:pt x="178" y="365"/>
                  </a:cubicBezTo>
                  <a:cubicBezTo>
                    <a:pt x="190" y="357"/>
                    <a:pt x="198" y="347"/>
                    <a:pt x="204" y="334"/>
                  </a:cubicBezTo>
                  <a:cubicBezTo>
                    <a:pt x="211" y="322"/>
                    <a:pt x="213" y="308"/>
                    <a:pt x="213" y="291"/>
                  </a:cubicBezTo>
                  <a:cubicBezTo>
                    <a:pt x="213" y="280"/>
                    <a:pt x="211" y="268"/>
                    <a:pt x="208" y="259"/>
                  </a:cubicBezTo>
                  <a:cubicBezTo>
                    <a:pt x="204" y="249"/>
                    <a:pt x="198" y="239"/>
                    <a:pt x="190" y="230"/>
                  </a:cubicBezTo>
                  <a:cubicBezTo>
                    <a:pt x="183" y="222"/>
                    <a:pt x="173" y="214"/>
                    <a:pt x="160" y="205"/>
                  </a:cubicBezTo>
                  <a:cubicBezTo>
                    <a:pt x="149" y="198"/>
                    <a:pt x="135" y="190"/>
                    <a:pt x="119" y="181"/>
                  </a:cubicBezTo>
                  <a:cubicBezTo>
                    <a:pt x="104" y="173"/>
                    <a:pt x="91" y="166"/>
                    <a:pt x="81" y="160"/>
                  </a:cubicBezTo>
                  <a:cubicBezTo>
                    <a:pt x="70" y="153"/>
                    <a:pt x="62" y="148"/>
                    <a:pt x="56" y="141"/>
                  </a:cubicBezTo>
                  <a:cubicBezTo>
                    <a:pt x="49" y="135"/>
                    <a:pt x="45" y="128"/>
                    <a:pt x="42" y="121"/>
                  </a:cubicBezTo>
                  <a:cubicBezTo>
                    <a:pt x="39" y="114"/>
                    <a:pt x="38" y="106"/>
                    <a:pt x="38" y="96"/>
                  </a:cubicBezTo>
                  <a:cubicBezTo>
                    <a:pt x="38" y="84"/>
                    <a:pt x="39" y="76"/>
                    <a:pt x="44" y="68"/>
                  </a:cubicBezTo>
                  <a:cubicBezTo>
                    <a:pt x="48" y="61"/>
                    <a:pt x="53" y="54"/>
                    <a:pt x="62" y="48"/>
                  </a:cubicBezTo>
                  <a:cubicBezTo>
                    <a:pt x="69" y="44"/>
                    <a:pt x="77" y="40"/>
                    <a:pt x="87" y="37"/>
                  </a:cubicBezTo>
                  <a:cubicBezTo>
                    <a:pt x="97" y="34"/>
                    <a:pt x="108" y="33"/>
                    <a:pt x="119" y="33"/>
                  </a:cubicBezTo>
                  <a:cubicBezTo>
                    <a:pt x="149" y="33"/>
                    <a:pt x="176" y="40"/>
                    <a:pt x="198" y="52"/>
                  </a:cubicBezTo>
                  <a:cubicBezTo>
                    <a:pt x="198" y="13"/>
                    <a:pt x="198" y="13"/>
                    <a:pt x="198" y="13"/>
                  </a:cubicBezTo>
                  <a:cubicBezTo>
                    <a:pt x="178" y="4"/>
                    <a:pt x="153" y="0"/>
                    <a:pt x="124" y="0"/>
                  </a:cubicBezTo>
                  <a:cubicBezTo>
                    <a:pt x="107" y="0"/>
                    <a:pt x="90" y="3"/>
                    <a:pt x="76" y="7"/>
                  </a:cubicBezTo>
                  <a:cubicBezTo>
                    <a:pt x="60" y="11"/>
                    <a:pt x="48" y="18"/>
                    <a:pt x="37" y="27"/>
                  </a:cubicBezTo>
                  <a:cubicBezTo>
                    <a:pt x="25" y="35"/>
                    <a:pt x="17" y="47"/>
                    <a:pt x="10" y="58"/>
                  </a:cubicBezTo>
                  <a:cubicBezTo>
                    <a:pt x="4" y="70"/>
                    <a:pt x="1" y="84"/>
                    <a:pt x="1" y="99"/>
                  </a:cubicBezTo>
                  <a:cubicBezTo>
                    <a:pt x="1" y="111"/>
                    <a:pt x="3" y="122"/>
                    <a:pt x="6" y="131"/>
                  </a:cubicBezTo>
                  <a:cubicBezTo>
                    <a:pt x="10" y="141"/>
                    <a:pt x="14" y="150"/>
                    <a:pt x="23" y="157"/>
                  </a:cubicBezTo>
                  <a:cubicBezTo>
                    <a:pt x="30" y="166"/>
                    <a:pt x="39" y="174"/>
                    <a:pt x="51" y="181"/>
                  </a:cubicBezTo>
                  <a:cubicBezTo>
                    <a:pt x="62" y="190"/>
                    <a:pt x="76" y="198"/>
                    <a:pt x="91" y="207"/>
                  </a:cubicBezTo>
                  <a:cubicBezTo>
                    <a:pt x="107" y="215"/>
                    <a:pt x="119" y="222"/>
                    <a:pt x="129" y="229"/>
                  </a:cubicBezTo>
                  <a:cubicBezTo>
                    <a:pt x="140" y="235"/>
                    <a:pt x="149" y="242"/>
                    <a:pt x="156" y="247"/>
                  </a:cubicBezTo>
                  <a:cubicBezTo>
                    <a:pt x="163" y="254"/>
                    <a:pt x="169" y="261"/>
                    <a:pt x="171" y="268"/>
                  </a:cubicBezTo>
                  <a:cubicBezTo>
                    <a:pt x="176" y="277"/>
                    <a:pt x="177" y="285"/>
                    <a:pt x="177" y="295"/>
                  </a:cubicBezTo>
                  <a:cubicBezTo>
                    <a:pt x="177" y="316"/>
                    <a:pt x="170" y="332"/>
                    <a:pt x="156" y="343"/>
                  </a:cubicBezTo>
                  <a:cubicBezTo>
                    <a:pt x="140" y="354"/>
                    <a:pt x="119" y="360"/>
                    <a:pt x="91" y="360"/>
                  </a:cubicBezTo>
                  <a:cubicBezTo>
                    <a:pt x="84" y="360"/>
                    <a:pt x="76" y="358"/>
                    <a:pt x="67" y="357"/>
                  </a:cubicBezTo>
                  <a:cubicBezTo>
                    <a:pt x="60" y="355"/>
                    <a:pt x="52" y="354"/>
                    <a:pt x="44" y="351"/>
                  </a:cubicBezTo>
                  <a:cubicBezTo>
                    <a:pt x="37" y="348"/>
                    <a:pt x="28" y="346"/>
                    <a:pt x="21" y="341"/>
                  </a:cubicBezTo>
                  <a:cubicBezTo>
                    <a:pt x="13" y="339"/>
                    <a:pt x="6" y="334"/>
                    <a:pt x="0" y="329"/>
                  </a:cubicBezTo>
                  <a:cubicBezTo>
                    <a:pt x="0" y="371"/>
                    <a:pt x="0" y="371"/>
                    <a:pt x="0" y="371"/>
                  </a:cubicBezTo>
                  <a:cubicBezTo>
                    <a:pt x="4" y="374"/>
                    <a:pt x="10" y="377"/>
                    <a:pt x="18" y="378"/>
                  </a:cubicBezTo>
                  <a:cubicBezTo>
                    <a:pt x="25" y="381"/>
                    <a:pt x="34" y="384"/>
                    <a:pt x="42" y="38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7" name="Freeform 212">
              <a:extLst>
                <a:ext uri="{FF2B5EF4-FFF2-40B4-BE49-F238E27FC236}">
                  <a16:creationId xmlns:a16="http://schemas.microsoft.com/office/drawing/2014/main" id="{88E53220-2B99-677A-2333-3C230E3CB6FF}"/>
                </a:ext>
              </a:extLst>
            </p:cNvPr>
            <p:cNvSpPr>
              <a:spLocks noChangeArrowheads="1"/>
            </p:cNvSpPr>
            <p:nvPr/>
          </p:nvSpPr>
          <p:spPr bwMode="auto">
            <a:xfrm>
              <a:off x="9371013" y="2716213"/>
              <a:ext cx="82550" cy="101600"/>
            </a:xfrm>
            <a:custGeom>
              <a:avLst/>
              <a:gdLst>
                <a:gd name="T0" fmla="*/ 32 w 231"/>
                <a:gd name="T1" fmla="*/ 246 h 284"/>
                <a:gd name="T2" fmla="*/ 32 w 231"/>
                <a:gd name="T3" fmla="*/ 246 h 284"/>
                <a:gd name="T4" fmla="*/ 70 w 231"/>
                <a:gd name="T5" fmla="*/ 273 h 284"/>
                <a:gd name="T6" fmla="*/ 119 w 231"/>
                <a:gd name="T7" fmla="*/ 283 h 284"/>
                <a:gd name="T8" fmla="*/ 213 w 231"/>
                <a:gd name="T9" fmla="*/ 254 h 284"/>
                <a:gd name="T10" fmla="*/ 213 w 231"/>
                <a:gd name="T11" fmla="*/ 222 h 284"/>
                <a:gd name="T12" fmla="*/ 126 w 231"/>
                <a:gd name="T13" fmla="*/ 254 h 284"/>
                <a:gd name="T14" fmla="*/ 88 w 231"/>
                <a:gd name="T15" fmla="*/ 246 h 284"/>
                <a:gd name="T16" fmla="*/ 60 w 231"/>
                <a:gd name="T17" fmla="*/ 225 h 284"/>
                <a:gd name="T18" fmla="*/ 42 w 231"/>
                <a:gd name="T19" fmla="*/ 193 h 284"/>
                <a:gd name="T20" fmla="*/ 35 w 231"/>
                <a:gd name="T21" fmla="*/ 148 h 284"/>
                <a:gd name="T22" fmla="*/ 230 w 231"/>
                <a:gd name="T23" fmla="*/ 148 h 284"/>
                <a:gd name="T24" fmla="*/ 230 w 231"/>
                <a:gd name="T25" fmla="*/ 131 h 284"/>
                <a:gd name="T26" fmla="*/ 223 w 231"/>
                <a:gd name="T27" fmla="*/ 76 h 284"/>
                <a:gd name="T28" fmla="*/ 202 w 231"/>
                <a:gd name="T29" fmla="*/ 35 h 284"/>
                <a:gd name="T30" fmla="*/ 168 w 231"/>
                <a:gd name="T31" fmla="*/ 10 h 284"/>
                <a:gd name="T32" fmla="*/ 122 w 231"/>
                <a:gd name="T33" fmla="*/ 0 h 284"/>
                <a:gd name="T34" fmla="*/ 73 w 231"/>
                <a:gd name="T35" fmla="*/ 12 h 284"/>
                <a:gd name="T36" fmla="*/ 35 w 231"/>
                <a:gd name="T37" fmla="*/ 41 h 284"/>
                <a:gd name="T38" fmla="*/ 10 w 231"/>
                <a:gd name="T39" fmla="*/ 86 h 284"/>
                <a:gd name="T40" fmla="*/ 0 w 231"/>
                <a:gd name="T41" fmla="*/ 141 h 284"/>
                <a:gd name="T42" fmla="*/ 8 w 231"/>
                <a:gd name="T43" fmla="*/ 201 h 284"/>
                <a:gd name="T44" fmla="*/ 32 w 231"/>
                <a:gd name="T45" fmla="*/ 246 h 284"/>
                <a:gd name="T46" fmla="*/ 46 w 231"/>
                <a:gd name="T47" fmla="*/ 82 h 284"/>
                <a:gd name="T48" fmla="*/ 46 w 231"/>
                <a:gd name="T49" fmla="*/ 82 h 284"/>
                <a:gd name="T50" fmla="*/ 64 w 231"/>
                <a:gd name="T51" fmla="*/ 54 h 284"/>
                <a:gd name="T52" fmla="*/ 90 w 231"/>
                <a:gd name="T53" fmla="*/ 35 h 284"/>
                <a:gd name="T54" fmla="*/ 122 w 231"/>
                <a:gd name="T55" fmla="*/ 30 h 284"/>
                <a:gd name="T56" fmla="*/ 175 w 231"/>
                <a:gd name="T57" fmla="*/ 52 h 284"/>
                <a:gd name="T58" fmla="*/ 195 w 231"/>
                <a:gd name="T59" fmla="*/ 118 h 284"/>
                <a:gd name="T60" fmla="*/ 36 w 231"/>
                <a:gd name="T61" fmla="*/ 118 h 284"/>
                <a:gd name="T62" fmla="*/ 46 w 231"/>
                <a:gd name="T63" fmla="*/ 82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31" h="284">
                  <a:moveTo>
                    <a:pt x="32" y="246"/>
                  </a:moveTo>
                  <a:lnTo>
                    <a:pt x="32" y="246"/>
                  </a:lnTo>
                  <a:cubicBezTo>
                    <a:pt x="43" y="257"/>
                    <a:pt x="55" y="267"/>
                    <a:pt x="70" y="273"/>
                  </a:cubicBezTo>
                  <a:cubicBezTo>
                    <a:pt x="84" y="280"/>
                    <a:pt x="101" y="283"/>
                    <a:pt x="119" y="283"/>
                  </a:cubicBezTo>
                  <a:cubicBezTo>
                    <a:pt x="156" y="283"/>
                    <a:pt x="187" y="274"/>
                    <a:pt x="213" y="254"/>
                  </a:cubicBezTo>
                  <a:cubicBezTo>
                    <a:pt x="213" y="222"/>
                    <a:pt x="213" y="222"/>
                    <a:pt x="213" y="222"/>
                  </a:cubicBezTo>
                  <a:cubicBezTo>
                    <a:pt x="187" y="243"/>
                    <a:pt x="157" y="254"/>
                    <a:pt x="126" y="254"/>
                  </a:cubicBezTo>
                  <a:cubicBezTo>
                    <a:pt x="112" y="254"/>
                    <a:pt x="100" y="252"/>
                    <a:pt x="88" y="246"/>
                  </a:cubicBezTo>
                  <a:cubicBezTo>
                    <a:pt x="77" y="242"/>
                    <a:pt x="67" y="235"/>
                    <a:pt x="60" y="225"/>
                  </a:cubicBezTo>
                  <a:cubicBezTo>
                    <a:pt x="52" y="217"/>
                    <a:pt x="46" y="205"/>
                    <a:pt x="42" y="193"/>
                  </a:cubicBezTo>
                  <a:cubicBezTo>
                    <a:pt x="38" y="179"/>
                    <a:pt x="35" y="165"/>
                    <a:pt x="35" y="148"/>
                  </a:cubicBezTo>
                  <a:cubicBezTo>
                    <a:pt x="230" y="148"/>
                    <a:pt x="230" y="148"/>
                    <a:pt x="230" y="148"/>
                  </a:cubicBezTo>
                  <a:cubicBezTo>
                    <a:pt x="230" y="131"/>
                    <a:pt x="230" y="131"/>
                    <a:pt x="230" y="131"/>
                  </a:cubicBezTo>
                  <a:cubicBezTo>
                    <a:pt x="230" y="111"/>
                    <a:pt x="227" y="93"/>
                    <a:pt x="223" y="76"/>
                  </a:cubicBezTo>
                  <a:cubicBezTo>
                    <a:pt x="217" y="61"/>
                    <a:pt x="210" y="47"/>
                    <a:pt x="202" y="35"/>
                  </a:cubicBezTo>
                  <a:cubicBezTo>
                    <a:pt x="194" y="24"/>
                    <a:pt x="182" y="16"/>
                    <a:pt x="168" y="10"/>
                  </a:cubicBezTo>
                  <a:cubicBezTo>
                    <a:pt x="156" y="3"/>
                    <a:pt x="140" y="0"/>
                    <a:pt x="122" y="0"/>
                  </a:cubicBezTo>
                  <a:cubicBezTo>
                    <a:pt x="105" y="0"/>
                    <a:pt x="88" y="5"/>
                    <a:pt x="73" y="12"/>
                  </a:cubicBezTo>
                  <a:cubicBezTo>
                    <a:pt x="59" y="19"/>
                    <a:pt x="46" y="28"/>
                    <a:pt x="35" y="41"/>
                  </a:cubicBezTo>
                  <a:cubicBezTo>
                    <a:pt x="24" y="54"/>
                    <a:pt x="15" y="68"/>
                    <a:pt x="10" y="86"/>
                  </a:cubicBezTo>
                  <a:cubicBezTo>
                    <a:pt x="3" y="103"/>
                    <a:pt x="0" y="121"/>
                    <a:pt x="0" y="141"/>
                  </a:cubicBezTo>
                  <a:cubicBezTo>
                    <a:pt x="0" y="163"/>
                    <a:pt x="3" y="184"/>
                    <a:pt x="8" y="201"/>
                  </a:cubicBezTo>
                  <a:cubicBezTo>
                    <a:pt x="14" y="219"/>
                    <a:pt x="22" y="233"/>
                    <a:pt x="32" y="246"/>
                  </a:cubicBezTo>
                  <a:close/>
                  <a:moveTo>
                    <a:pt x="46" y="82"/>
                  </a:moveTo>
                  <a:lnTo>
                    <a:pt x="46" y="82"/>
                  </a:lnTo>
                  <a:cubicBezTo>
                    <a:pt x="50" y="71"/>
                    <a:pt x="57" y="61"/>
                    <a:pt x="64" y="54"/>
                  </a:cubicBezTo>
                  <a:cubicBezTo>
                    <a:pt x="71" y="45"/>
                    <a:pt x="80" y="40"/>
                    <a:pt x="90" y="35"/>
                  </a:cubicBezTo>
                  <a:cubicBezTo>
                    <a:pt x="100" y="31"/>
                    <a:pt x="111" y="30"/>
                    <a:pt x="122" y="30"/>
                  </a:cubicBezTo>
                  <a:cubicBezTo>
                    <a:pt x="144" y="30"/>
                    <a:pt x="163" y="37"/>
                    <a:pt x="175" y="52"/>
                  </a:cubicBezTo>
                  <a:cubicBezTo>
                    <a:pt x="188" y="68"/>
                    <a:pt x="195" y="90"/>
                    <a:pt x="195" y="118"/>
                  </a:cubicBezTo>
                  <a:cubicBezTo>
                    <a:pt x="36" y="118"/>
                    <a:pt x="36" y="118"/>
                    <a:pt x="36" y="118"/>
                  </a:cubicBezTo>
                  <a:cubicBezTo>
                    <a:pt x="38" y="104"/>
                    <a:pt x="41" y="92"/>
                    <a:pt x="46" y="8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8" name="Freeform 213">
              <a:extLst>
                <a:ext uri="{FF2B5EF4-FFF2-40B4-BE49-F238E27FC236}">
                  <a16:creationId xmlns:a16="http://schemas.microsoft.com/office/drawing/2014/main" id="{34DCA459-F8F2-E4AB-C817-F4478A705866}"/>
                </a:ext>
              </a:extLst>
            </p:cNvPr>
            <p:cNvSpPr>
              <a:spLocks noChangeArrowheads="1"/>
            </p:cNvSpPr>
            <p:nvPr/>
          </p:nvSpPr>
          <p:spPr bwMode="auto">
            <a:xfrm>
              <a:off x="9464675" y="2690813"/>
              <a:ext cx="53975" cy="128587"/>
            </a:xfrm>
            <a:custGeom>
              <a:avLst/>
              <a:gdLst>
                <a:gd name="T0" fmla="*/ 48 w 151"/>
                <a:gd name="T1" fmla="*/ 280 h 357"/>
                <a:gd name="T2" fmla="*/ 48 w 151"/>
                <a:gd name="T3" fmla="*/ 280 h 357"/>
                <a:gd name="T4" fmla="*/ 112 w 151"/>
                <a:gd name="T5" fmla="*/ 356 h 357"/>
                <a:gd name="T6" fmla="*/ 150 w 151"/>
                <a:gd name="T7" fmla="*/ 346 h 357"/>
                <a:gd name="T8" fmla="*/ 150 w 151"/>
                <a:gd name="T9" fmla="*/ 316 h 357"/>
                <a:gd name="T10" fmla="*/ 121 w 151"/>
                <a:gd name="T11" fmla="*/ 326 h 357"/>
                <a:gd name="T12" fmla="*/ 90 w 151"/>
                <a:gd name="T13" fmla="*/ 313 h 357"/>
                <a:gd name="T14" fmla="*/ 81 w 151"/>
                <a:gd name="T15" fmla="*/ 274 h 357"/>
                <a:gd name="T16" fmla="*/ 81 w 151"/>
                <a:gd name="T17" fmla="*/ 110 h 357"/>
                <a:gd name="T18" fmla="*/ 150 w 151"/>
                <a:gd name="T19" fmla="*/ 110 h 357"/>
                <a:gd name="T20" fmla="*/ 150 w 151"/>
                <a:gd name="T21" fmla="*/ 80 h 357"/>
                <a:gd name="T22" fmla="*/ 81 w 151"/>
                <a:gd name="T23" fmla="*/ 80 h 357"/>
                <a:gd name="T24" fmla="*/ 81 w 151"/>
                <a:gd name="T25" fmla="*/ 0 h 357"/>
                <a:gd name="T26" fmla="*/ 48 w 151"/>
                <a:gd name="T27" fmla="*/ 12 h 357"/>
                <a:gd name="T28" fmla="*/ 48 w 151"/>
                <a:gd name="T29" fmla="*/ 80 h 357"/>
                <a:gd name="T30" fmla="*/ 0 w 151"/>
                <a:gd name="T31" fmla="*/ 80 h 357"/>
                <a:gd name="T32" fmla="*/ 0 w 151"/>
                <a:gd name="T33" fmla="*/ 110 h 357"/>
                <a:gd name="T34" fmla="*/ 48 w 151"/>
                <a:gd name="T35" fmla="*/ 110 h 357"/>
                <a:gd name="T36" fmla="*/ 48 w 151"/>
                <a:gd name="T37" fmla="*/ 280 h 3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51" h="357">
                  <a:moveTo>
                    <a:pt x="48" y="280"/>
                  </a:moveTo>
                  <a:lnTo>
                    <a:pt x="48" y="280"/>
                  </a:lnTo>
                  <a:cubicBezTo>
                    <a:pt x="48" y="330"/>
                    <a:pt x="69" y="356"/>
                    <a:pt x="112" y="356"/>
                  </a:cubicBezTo>
                  <a:cubicBezTo>
                    <a:pt x="126" y="356"/>
                    <a:pt x="139" y="353"/>
                    <a:pt x="150" y="346"/>
                  </a:cubicBezTo>
                  <a:cubicBezTo>
                    <a:pt x="150" y="316"/>
                    <a:pt x="150" y="316"/>
                    <a:pt x="150" y="316"/>
                  </a:cubicBezTo>
                  <a:cubicBezTo>
                    <a:pt x="140" y="323"/>
                    <a:pt x="131" y="326"/>
                    <a:pt x="121" y="326"/>
                  </a:cubicBezTo>
                  <a:cubicBezTo>
                    <a:pt x="107" y="326"/>
                    <a:pt x="95" y="322"/>
                    <a:pt x="90" y="313"/>
                  </a:cubicBezTo>
                  <a:cubicBezTo>
                    <a:pt x="84" y="306"/>
                    <a:pt x="81" y="292"/>
                    <a:pt x="81" y="274"/>
                  </a:cubicBezTo>
                  <a:cubicBezTo>
                    <a:pt x="81" y="110"/>
                    <a:pt x="81" y="110"/>
                    <a:pt x="81" y="110"/>
                  </a:cubicBezTo>
                  <a:cubicBezTo>
                    <a:pt x="150" y="110"/>
                    <a:pt x="150" y="110"/>
                    <a:pt x="150" y="110"/>
                  </a:cubicBezTo>
                  <a:cubicBezTo>
                    <a:pt x="150" y="80"/>
                    <a:pt x="150" y="80"/>
                    <a:pt x="150" y="80"/>
                  </a:cubicBezTo>
                  <a:cubicBezTo>
                    <a:pt x="81" y="80"/>
                    <a:pt x="81" y="80"/>
                    <a:pt x="81" y="80"/>
                  </a:cubicBezTo>
                  <a:cubicBezTo>
                    <a:pt x="81" y="0"/>
                    <a:pt x="81" y="0"/>
                    <a:pt x="81" y="0"/>
                  </a:cubicBezTo>
                  <a:cubicBezTo>
                    <a:pt x="48" y="12"/>
                    <a:pt x="48" y="12"/>
                    <a:pt x="48" y="12"/>
                  </a:cubicBezTo>
                  <a:cubicBezTo>
                    <a:pt x="48" y="80"/>
                    <a:pt x="48" y="80"/>
                    <a:pt x="48" y="80"/>
                  </a:cubicBezTo>
                  <a:cubicBezTo>
                    <a:pt x="0" y="80"/>
                    <a:pt x="0" y="80"/>
                    <a:pt x="0" y="80"/>
                  </a:cubicBezTo>
                  <a:cubicBezTo>
                    <a:pt x="0" y="110"/>
                    <a:pt x="0" y="110"/>
                    <a:pt x="0" y="110"/>
                  </a:cubicBezTo>
                  <a:cubicBezTo>
                    <a:pt x="48" y="110"/>
                    <a:pt x="48" y="110"/>
                    <a:pt x="48" y="110"/>
                  </a:cubicBezTo>
                  <a:lnTo>
                    <a:pt x="48" y="28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59" name="Freeform 214">
              <a:extLst>
                <a:ext uri="{FF2B5EF4-FFF2-40B4-BE49-F238E27FC236}">
                  <a16:creationId xmlns:a16="http://schemas.microsoft.com/office/drawing/2014/main" id="{E0FF90BE-CCD8-E738-B190-D5327A5F8975}"/>
                </a:ext>
              </a:extLst>
            </p:cNvPr>
            <p:cNvSpPr>
              <a:spLocks noChangeArrowheads="1"/>
            </p:cNvSpPr>
            <p:nvPr/>
          </p:nvSpPr>
          <p:spPr bwMode="auto">
            <a:xfrm>
              <a:off x="9585325" y="2678113"/>
              <a:ext cx="80963" cy="139700"/>
            </a:xfrm>
            <a:custGeom>
              <a:avLst/>
              <a:gdLst>
                <a:gd name="T0" fmla="*/ 36 w 224"/>
                <a:gd name="T1" fmla="*/ 346 h 386"/>
                <a:gd name="T2" fmla="*/ 36 w 224"/>
                <a:gd name="T3" fmla="*/ 346 h 386"/>
                <a:gd name="T4" fmla="*/ 38 w 224"/>
                <a:gd name="T5" fmla="*/ 339 h 386"/>
                <a:gd name="T6" fmla="*/ 45 w 224"/>
                <a:gd name="T7" fmla="*/ 313 h 386"/>
                <a:gd name="T8" fmla="*/ 62 w 224"/>
                <a:gd name="T9" fmla="*/ 291 h 386"/>
                <a:gd name="T10" fmla="*/ 88 w 224"/>
                <a:gd name="T11" fmla="*/ 267 h 386"/>
                <a:gd name="T12" fmla="*/ 126 w 224"/>
                <a:gd name="T13" fmla="*/ 237 h 386"/>
                <a:gd name="T14" fmla="*/ 164 w 224"/>
                <a:gd name="T15" fmla="*/ 209 h 386"/>
                <a:gd name="T16" fmla="*/ 192 w 224"/>
                <a:gd name="T17" fmla="*/ 179 h 386"/>
                <a:gd name="T18" fmla="*/ 211 w 224"/>
                <a:gd name="T19" fmla="*/ 143 h 386"/>
                <a:gd name="T20" fmla="*/ 216 w 224"/>
                <a:gd name="T21" fmla="*/ 100 h 386"/>
                <a:gd name="T22" fmla="*/ 211 w 224"/>
                <a:gd name="T23" fmla="*/ 62 h 386"/>
                <a:gd name="T24" fmla="*/ 192 w 224"/>
                <a:gd name="T25" fmla="*/ 33 h 386"/>
                <a:gd name="T26" fmla="*/ 166 w 224"/>
                <a:gd name="T27" fmla="*/ 13 h 386"/>
                <a:gd name="T28" fmla="*/ 131 w 224"/>
                <a:gd name="T29" fmla="*/ 3 h 386"/>
                <a:gd name="T30" fmla="*/ 121 w 224"/>
                <a:gd name="T31" fmla="*/ 2 h 386"/>
                <a:gd name="T32" fmla="*/ 112 w 224"/>
                <a:gd name="T33" fmla="*/ 0 h 386"/>
                <a:gd name="T34" fmla="*/ 59 w 224"/>
                <a:gd name="T35" fmla="*/ 10 h 386"/>
                <a:gd name="T36" fmla="*/ 15 w 224"/>
                <a:gd name="T37" fmla="*/ 37 h 386"/>
                <a:gd name="T38" fmla="*/ 15 w 224"/>
                <a:gd name="T39" fmla="*/ 75 h 386"/>
                <a:gd name="T40" fmla="*/ 59 w 224"/>
                <a:gd name="T41" fmla="*/ 42 h 386"/>
                <a:gd name="T42" fmla="*/ 108 w 224"/>
                <a:gd name="T43" fmla="*/ 30 h 386"/>
                <a:gd name="T44" fmla="*/ 138 w 224"/>
                <a:gd name="T45" fmla="*/ 35 h 386"/>
                <a:gd name="T46" fmla="*/ 161 w 224"/>
                <a:gd name="T47" fmla="*/ 49 h 386"/>
                <a:gd name="T48" fmla="*/ 177 w 224"/>
                <a:gd name="T49" fmla="*/ 72 h 386"/>
                <a:gd name="T50" fmla="*/ 181 w 224"/>
                <a:gd name="T51" fmla="*/ 104 h 386"/>
                <a:gd name="T52" fmla="*/ 177 w 224"/>
                <a:gd name="T53" fmla="*/ 138 h 386"/>
                <a:gd name="T54" fmla="*/ 161 w 224"/>
                <a:gd name="T55" fmla="*/ 167 h 386"/>
                <a:gd name="T56" fmla="*/ 138 w 224"/>
                <a:gd name="T57" fmla="*/ 193 h 386"/>
                <a:gd name="T58" fmla="*/ 105 w 224"/>
                <a:gd name="T59" fmla="*/ 219 h 386"/>
                <a:gd name="T60" fmla="*/ 58 w 224"/>
                <a:gd name="T61" fmla="*/ 256 h 386"/>
                <a:gd name="T62" fmla="*/ 25 w 224"/>
                <a:gd name="T63" fmla="*/ 288 h 386"/>
                <a:gd name="T64" fmla="*/ 7 w 224"/>
                <a:gd name="T65" fmla="*/ 323 h 386"/>
                <a:gd name="T66" fmla="*/ 0 w 224"/>
                <a:gd name="T67" fmla="*/ 367 h 386"/>
                <a:gd name="T68" fmla="*/ 0 w 224"/>
                <a:gd name="T69" fmla="*/ 385 h 386"/>
                <a:gd name="T70" fmla="*/ 223 w 224"/>
                <a:gd name="T71" fmla="*/ 385 h 386"/>
                <a:gd name="T72" fmla="*/ 223 w 224"/>
                <a:gd name="T73" fmla="*/ 354 h 386"/>
                <a:gd name="T74" fmla="*/ 36 w 224"/>
                <a:gd name="T75" fmla="*/ 354 h 386"/>
                <a:gd name="T76" fmla="*/ 36 w 224"/>
                <a:gd name="T77" fmla="*/ 346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24" h="386">
                  <a:moveTo>
                    <a:pt x="36" y="346"/>
                  </a:moveTo>
                  <a:lnTo>
                    <a:pt x="36" y="346"/>
                  </a:lnTo>
                  <a:cubicBezTo>
                    <a:pt x="36" y="344"/>
                    <a:pt x="36" y="341"/>
                    <a:pt x="38" y="339"/>
                  </a:cubicBezTo>
                  <a:cubicBezTo>
                    <a:pt x="39" y="329"/>
                    <a:pt x="42" y="320"/>
                    <a:pt x="45" y="313"/>
                  </a:cubicBezTo>
                  <a:cubicBezTo>
                    <a:pt x="49" y="306"/>
                    <a:pt x="55" y="298"/>
                    <a:pt x="62" y="291"/>
                  </a:cubicBezTo>
                  <a:cubicBezTo>
                    <a:pt x="69" y="284"/>
                    <a:pt x="77" y="275"/>
                    <a:pt x="88" y="267"/>
                  </a:cubicBezTo>
                  <a:cubicBezTo>
                    <a:pt x="100" y="259"/>
                    <a:pt x="112" y="249"/>
                    <a:pt x="126" y="237"/>
                  </a:cubicBezTo>
                  <a:cubicBezTo>
                    <a:pt x="140" y="229"/>
                    <a:pt x="153" y="219"/>
                    <a:pt x="164" y="209"/>
                  </a:cubicBezTo>
                  <a:cubicBezTo>
                    <a:pt x="174" y="200"/>
                    <a:pt x="184" y="190"/>
                    <a:pt x="192" y="179"/>
                  </a:cubicBezTo>
                  <a:cubicBezTo>
                    <a:pt x="199" y="167"/>
                    <a:pt x="206" y="156"/>
                    <a:pt x="211" y="143"/>
                  </a:cubicBezTo>
                  <a:cubicBezTo>
                    <a:pt x="215" y="131"/>
                    <a:pt x="216" y="115"/>
                    <a:pt x="216" y="100"/>
                  </a:cubicBezTo>
                  <a:cubicBezTo>
                    <a:pt x="216" y="86"/>
                    <a:pt x="215" y="73"/>
                    <a:pt x="211" y="62"/>
                  </a:cubicBezTo>
                  <a:cubicBezTo>
                    <a:pt x="206" y="51"/>
                    <a:pt x="201" y="41"/>
                    <a:pt x="192" y="33"/>
                  </a:cubicBezTo>
                  <a:cubicBezTo>
                    <a:pt x="185" y="24"/>
                    <a:pt x="175" y="18"/>
                    <a:pt x="166" y="13"/>
                  </a:cubicBezTo>
                  <a:cubicBezTo>
                    <a:pt x="154" y="7"/>
                    <a:pt x="143" y="4"/>
                    <a:pt x="131" y="3"/>
                  </a:cubicBezTo>
                  <a:cubicBezTo>
                    <a:pt x="128" y="2"/>
                    <a:pt x="125" y="2"/>
                    <a:pt x="121" y="2"/>
                  </a:cubicBezTo>
                  <a:cubicBezTo>
                    <a:pt x="118" y="0"/>
                    <a:pt x="115" y="0"/>
                    <a:pt x="112" y="0"/>
                  </a:cubicBezTo>
                  <a:cubicBezTo>
                    <a:pt x="93" y="0"/>
                    <a:pt x="74" y="4"/>
                    <a:pt x="59" y="10"/>
                  </a:cubicBezTo>
                  <a:cubicBezTo>
                    <a:pt x="43" y="17"/>
                    <a:pt x="28" y="26"/>
                    <a:pt x="15" y="37"/>
                  </a:cubicBezTo>
                  <a:cubicBezTo>
                    <a:pt x="15" y="75"/>
                    <a:pt x="15" y="75"/>
                    <a:pt x="15" y="75"/>
                  </a:cubicBezTo>
                  <a:cubicBezTo>
                    <a:pt x="29" y="61"/>
                    <a:pt x="43" y="51"/>
                    <a:pt x="59" y="42"/>
                  </a:cubicBezTo>
                  <a:cubicBezTo>
                    <a:pt x="74" y="34"/>
                    <a:pt x="91" y="30"/>
                    <a:pt x="108" y="30"/>
                  </a:cubicBezTo>
                  <a:cubicBezTo>
                    <a:pt x="118" y="30"/>
                    <a:pt x="129" y="31"/>
                    <a:pt x="138" y="35"/>
                  </a:cubicBezTo>
                  <a:cubicBezTo>
                    <a:pt x="147" y="38"/>
                    <a:pt x="154" y="42"/>
                    <a:pt x="161" y="49"/>
                  </a:cubicBezTo>
                  <a:cubicBezTo>
                    <a:pt x="167" y="55"/>
                    <a:pt x="173" y="63"/>
                    <a:pt x="177" y="72"/>
                  </a:cubicBezTo>
                  <a:cubicBezTo>
                    <a:pt x="180" y="82"/>
                    <a:pt x="181" y="91"/>
                    <a:pt x="181" y="104"/>
                  </a:cubicBezTo>
                  <a:cubicBezTo>
                    <a:pt x="181" y="117"/>
                    <a:pt x="180" y="128"/>
                    <a:pt x="177" y="138"/>
                  </a:cubicBezTo>
                  <a:cubicBezTo>
                    <a:pt x="174" y="148"/>
                    <a:pt x="168" y="157"/>
                    <a:pt x="161" y="167"/>
                  </a:cubicBezTo>
                  <a:cubicBezTo>
                    <a:pt x="156" y="176"/>
                    <a:pt x="147" y="184"/>
                    <a:pt x="138" y="193"/>
                  </a:cubicBezTo>
                  <a:cubicBezTo>
                    <a:pt x="128" y="201"/>
                    <a:pt x="117" y="211"/>
                    <a:pt x="105" y="219"/>
                  </a:cubicBezTo>
                  <a:cubicBezTo>
                    <a:pt x="86" y="233"/>
                    <a:pt x="70" y="245"/>
                    <a:pt x="58" y="256"/>
                  </a:cubicBezTo>
                  <a:cubicBezTo>
                    <a:pt x="43" y="266"/>
                    <a:pt x="34" y="277"/>
                    <a:pt x="25" y="288"/>
                  </a:cubicBezTo>
                  <a:cubicBezTo>
                    <a:pt x="17" y="298"/>
                    <a:pt x="10" y="311"/>
                    <a:pt x="7" y="323"/>
                  </a:cubicBezTo>
                  <a:cubicBezTo>
                    <a:pt x="3" y="334"/>
                    <a:pt x="0" y="350"/>
                    <a:pt x="0" y="367"/>
                  </a:cubicBezTo>
                  <a:cubicBezTo>
                    <a:pt x="0" y="385"/>
                    <a:pt x="0" y="385"/>
                    <a:pt x="0" y="385"/>
                  </a:cubicBezTo>
                  <a:cubicBezTo>
                    <a:pt x="223" y="385"/>
                    <a:pt x="223" y="385"/>
                    <a:pt x="223" y="385"/>
                  </a:cubicBezTo>
                  <a:cubicBezTo>
                    <a:pt x="223" y="354"/>
                    <a:pt x="223" y="354"/>
                    <a:pt x="223" y="354"/>
                  </a:cubicBezTo>
                  <a:cubicBezTo>
                    <a:pt x="36" y="354"/>
                    <a:pt x="36" y="354"/>
                    <a:pt x="36" y="354"/>
                  </a:cubicBezTo>
                  <a:cubicBezTo>
                    <a:pt x="36" y="351"/>
                    <a:pt x="36" y="348"/>
                    <a:pt x="36" y="34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60" name="Group 263">
            <a:extLst>
              <a:ext uri="{FF2B5EF4-FFF2-40B4-BE49-F238E27FC236}">
                <a16:creationId xmlns:a16="http://schemas.microsoft.com/office/drawing/2014/main" id="{7D923AF1-B538-D295-FDBC-673CB7FC66AD}"/>
              </a:ext>
            </a:extLst>
          </p:cNvPr>
          <p:cNvGrpSpPr/>
          <p:nvPr/>
        </p:nvGrpSpPr>
        <p:grpSpPr>
          <a:xfrm>
            <a:off x="8286353" y="1836614"/>
            <a:ext cx="150812" cy="279400"/>
            <a:chOff x="7250113" y="3598863"/>
            <a:chExt cx="150812" cy="279400"/>
          </a:xfrm>
          <a:solidFill>
            <a:schemeClr val="accent4"/>
          </a:solidFill>
        </p:grpSpPr>
        <p:sp>
          <p:nvSpPr>
            <p:cNvPr id="261" name="Freeform 149">
              <a:extLst>
                <a:ext uri="{FF2B5EF4-FFF2-40B4-BE49-F238E27FC236}">
                  <a16:creationId xmlns:a16="http://schemas.microsoft.com/office/drawing/2014/main" id="{EFF666C2-DEB4-5807-18F1-8E82FA65289C}"/>
                </a:ext>
              </a:extLst>
            </p:cNvPr>
            <p:cNvSpPr>
              <a:spLocks noChangeArrowheads="1"/>
            </p:cNvSpPr>
            <p:nvPr/>
          </p:nvSpPr>
          <p:spPr bwMode="auto">
            <a:xfrm>
              <a:off x="7267575" y="3690938"/>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2" name="Freeform 215">
              <a:extLst>
                <a:ext uri="{FF2B5EF4-FFF2-40B4-BE49-F238E27FC236}">
                  <a16:creationId xmlns:a16="http://schemas.microsoft.com/office/drawing/2014/main" id="{774EB313-7092-15AE-043E-5CE6F2F7B828}"/>
                </a:ext>
              </a:extLst>
            </p:cNvPr>
            <p:cNvSpPr>
              <a:spLocks noChangeArrowheads="1"/>
            </p:cNvSpPr>
            <p:nvPr/>
          </p:nvSpPr>
          <p:spPr bwMode="auto">
            <a:xfrm>
              <a:off x="7250113" y="3598863"/>
              <a:ext cx="150812" cy="279400"/>
            </a:xfrm>
            <a:custGeom>
              <a:avLst/>
              <a:gdLst>
                <a:gd name="T0" fmla="*/ 420 w 421"/>
                <a:gd name="T1" fmla="*/ 340 h 777"/>
                <a:gd name="T2" fmla="*/ 420 w 421"/>
                <a:gd name="T3" fmla="*/ 340 h 777"/>
                <a:gd name="T4" fmla="*/ 415 w 421"/>
                <a:gd name="T5" fmla="*/ 299 h 777"/>
                <a:gd name="T6" fmla="*/ 386 w 421"/>
                <a:gd name="T7" fmla="*/ 14 h 777"/>
                <a:gd name="T8" fmla="*/ 372 w 421"/>
                <a:gd name="T9" fmla="*/ 0 h 777"/>
                <a:gd name="T10" fmla="*/ 47 w 421"/>
                <a:gd name="T11" fmla="*/ 0 h 777"/>
                <a:gd name="T12" fmla="*/ 32 w 421"/>
                <a:gd name="T13" fmla="*/ 14 h 777"/>
                <a:gd name="T14" fmla="*/ 4 w 421"/>
                <a:gd name="T15" fmla="*/ 299 h 777"/>
                <a:gd name="T16" fmla="*/ 0 w 421"/>
                <a:gd name="T17" fmla="*/ 340 h 777"/>
                <a:gd name="T18" fmla="*/ 194 w 421"/>
                <a:gd name="T19" fmla="*/ 549 h 777"/>
                <a:gd name="T20" fmla="*/ 194 w 421"/>
                <a:gd name="T21" fmla="*/ 746 h 777"/>
                <a:gd name="T22" fmla="*/ 144 w 421"/>
                <a:gd name="T23" fmla="*/ 746 h 777"/>
                <a:gd name="T24" fmla="*/ 129 w 421"/>
                <a:gd name="T25" fmla="*/ 760 h 777"/>
                <a:gd name="T26" fmla="*/ 144 w 421"/>
                <a:gd name="T27" fmla="*/ 776 h 777"/>
                <a:gd name="T28" fmla="*/ 274 w 421"/>
                <a:gd name="T29" fmla="*/ 776 h 777"/>
                <a:gd name="T30" fmla="*/ 289 w 421"/>
                <a:gd name="T31" fmla="*/ 760 h 777"/>
                <a:gd name="T32" fmla="*/ 274 w 421"/>
                <a:gd name="T33" fmla="*/ 746 h 777"/>
                <a:gd name="T34" fmla="*/ 224 w 421"/>
                <a:gd name="T35" fmla="*/ 746 h 777"/>
                <a:gd name="T36" fmla="*/ 224 w 421"/>
                <a:gd name="T37" fmla="*/ 549 h 777"/>
                <a:gd name="T38" fmla="*/ 420 w 421"/>
                <a:gd name="T39" fmla="*/ 340 h 777"/>
                <a:gd name="T40" fmla="*/ 29 w 421"/>
                <a:gd name="T41" fmla="*/ 340 h 777"/>
                <a:gd name="T42" fmla="*/ 29 w 421"/>
                <a:gd name="T43" fmla="*/ 340 h 777"/>
                <a:gd name="T44" fmla="*/ 33 w 421"/>
                <a:gd name="T45" fmla="*/ 305 h 777"/>
                <a:gd name="T46" fmla="*/ 33 w 421"/>
                <a:gd name="T47" fmla="*/ 302 h 777"/>
                <a:gd name="T48" fmla="*/ 38 w 421"/>
                <a:gd name="T49" fmla="*/ 255 h 777"/>
                <a:gd name="T50" fmla="*/ 46 w 421"/>
                <a:gd name="T51" fmla="*/ 257 h 777"/>
                <a:gd name="T52" fmla="*/ 88 w 421"/>
                <a:gd name="T53" fmla="*/ 260 h 777"/>
                <a:gd name="T54" fmla="*/ 167 w 421"/>
                <a:gd name="T55" fmla="*/ 249 h 777"/>
                <a:gd name="T56" fmla="*/ 206 w 421"/>
                <a:gd name="T57" fmla="*/ 231 h 777"/>
                <a:gd name="T58" fmla="*/ 257 w 421"/>
                <a:gd name="T59" fmla="*/ 204 h 777"/>
                <a:gd name="T60" fmla="*/ 333 w 421"/>
                <a:gd name="T61" fmla="*/ 193 h 777"/>
                <a:gd name="T62" fmla="*/ 338 w 421"/>
                <a:gd name="T63" fmla="*/ 193 h 777"/>
                <a:gd name="T64" fmla="*/ 354 w 421"/>
                <a:gd name="T65" fmla="*/ 179 h 777"/>
                <a:gd name="T66" fmla="*/ 340 w 421"/>
                <a:gd name="T67" fmla="*/ 163 h 777"/>
                <a:gd name="T68" fmla="*/ 333 w 421"/>
                <a:gd name="T69" fmla="*/ 163 h 777"/>
                <a:gd name="T70" fmla="*/ 254 w 421"/>
                <a:gd name="T71" fmla="*/ 175 h 777"/>
                <a:gd name="T72" fmla="*/ 215 w 421"/>
                <a:gd name="T73" fmla="*/ 191 h 777"/>
                <a:gd name="T74" fmla="*/ 164 w 421"/>
                <a:gd name="T75" fmla="*/ 218 h 777"/>
                <a:gd name="T76" fmla="*/ 88 w 421"/>
                <a:gd name="T77" fmla="*/ 229 h 777"/>
                <a:gd name="T78" fmla="*/ 49 w 421"/>
                <a:gd name="T79" fmla="*/ 228 h 777"/>
                <a:gd name="T80" fmla="*/ 40 w 421"/>
                <a:gd name="T81" fmla="*/ 229 h 777"/>
                <a:gd name="T82" fmla="*/ 60 w 421"/>
                <a:gd name="T83" fmla="*/ 30 h 777"/>
                <a:gd name="T84" fmla="*/ 358 w 421"/>
                <a:gd name="T85" fmla="*/ 30 h 777"/>
                <a:gd name="T86" fmla="*/ 384 w 421"/>
                <a:gd name="T87" fmla="*/ 302 h 777"/>
                <a:gd name="T88" fmla="*/ 386 w 421"/>
                <a:gd name="T89" fmla="*/ 305 h 777"/>
                <a:gd name="T90" fmla="*/ 389 w 421"/>
                <a:gd name="T91" fmla="*/ 340 h 777"/>
                <a:gd name="T92" fmla="*/ 337 w 421"/>
                <a:gd name="T93" fmla="*/ 467 h 777"/>
                <a:gd name="T94" fmla="*/ 209 w 421"/>
                <a:gd name="T95" fmla="*/ 520 h 777"/>
                <a:gd name="T96" fmla="*/ 83 w 421"/>
                <a:gd name="T97" fmla="*/ 467 h 777"/>
                <a:gd name="T98" fmla="*/ 29 w 421"/>
                <a:gd name="T99" fmla="*/ 340 h 7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21" h="777">
                  <a:moveTo>
                    <a:pt x="420" y="340"/>
                  </a:moveTo>
                  <a:lnTo>
                    <a:pt x="420" y="340"/>
                  </a:lnTo>
                  <a:cubicBezTo>
                    <a:pt x="420" y="326"/>
                    <a:pt x="417" y="313"/>
                    <a:pt x="415" y="299"/>
                  </a:cubicBezTo>
                  <a:cubicBezTo>
                    <a:pt x="386" y="14"/>
                    <a:pt x="386" y="14"/>
                    <a:pt x="386" y="14"/>
                  </a:cubicBezTo>
                  <a:cubicBezTo>
                    <a:pt x="386" y="6"/>
                    <a:pt x="379" y="0"/>
                    <a:pt x="372" y="0"/>
                  </a:cubicBezTo>
                  <a:cubicBezTo>
                    <a:pt x="47" y="0"/>
                    <a:pt x="47" y="0"/>
                    <a:pt x="47" y="0"/>
                  </a:cubicBezTo>
                  <a:cubicBezTo>
                    <a:pt x="39" y="0"/>
                    <a:pt x="32" y="6"/>
                    <a:pt x="32" y="14"/>
                  </a:cubicBezTo>
                  <a:cubicBezTo>
                    <a:pt x="4" y="299"/>
                    <a:pt x="4" y="299"/>
                    <a:pt x="4" y="299"/>
                  </a:cubicBezTo>
                  <a:cubicBezTo>
                    <a:pt x="1" y="313"/>
                    <a:pt x="0" y="326"/>
                    <a:pt x="0" y="340"/>
                  </a:cubicBezTo>
                  <a:cubicBezTo>
                    <a:pt x="0" y="451"/>
                    <a:pt x="85" y="541"/>
                    <a:pt x="194" y="549"/>
                  </a:cubicBezTo>
                  <a:cubicBezTo>
                    <a:pt x="194" y="746"/>
                    <a:pt x="194" y="746"/>
                    <a:pt x="194" y="746"/>
                  </a:cubicBezTo>
                  <a:cubicBezTo>
                    <a:pt x="144" y="746"/>
                    <a:pt x="144" y="746"/>
                    <a:pt x="144" y="746"/>
                  </a:cubicBezTo>
                  <a:cubicBezTo>
                    <a:pt x="136" y="746"/>
                    <a:pt x="129" y="753"/>
                    <a:pt x="129" y="760"/>
                  </a:cubicBezTo>
                  <a:cubicBezTo>
                    <a:pt x="129" y="769"/>
                    <a:pt x="136" y="776"/>
                    <a:pt x="144" y="776"/>
                  </a:cubicBezTo>
                  <a:cubicBezTo>
                    <a:pt x="274" y="776"/>
                    <a:pt x="274" y="776"/>
                    <a:pt x="274" y="776"/>
                  </a:cubicBezTo>
                  <a:cubicBezTo>
                    <a:pt x="282" y="776"/>
                    <a:pt x="289" y="769"/>
                    <a:pt x="289" y="760"/>
                  </a:cubicBezTo>
                  <a:cubicBezTo>
                    <a:pt x="289" y="753"/>
                    <a:pt x="282" y="746"/>
                    <a:pt x="274" y="746"/>
                  </a:cubicBezTo>
                  <a:cubicBezTo>
                    <a:pt x="224" y="746"/>
                    <a:pt x="224" y="746"/>
                    <a:pt x="224" y="746"/>
                  </a:cubicBezTo>
                  <a:cubicBezTo>
                    <a:pt x="224" y="549"/>
                    <a:pt x="224" y="549"/>
                    <a:pt x="224" y="549"/>
                  </a:cubicBezTo>
                  <a:cubicBezTo>
                    <a:pt x="333" y="541"/>
                    <a:pt x="418" y="451"/>
                    <a:pt x="420" y="340"/>
                  </a:cubicBezTo>
                  <a:close/>
                  <a:moveTo>
                    <a:pt x="29" y="340"/>
                  </a:moveTo>
                  <a:lnTo>
                    <a:pt x="29" y="340"/>
                  </a:lnTo>
                  <a:cubicBezTo>
                    <a:pt x="29" y="328"/>
                    <a:pt x="31" y="316"/>
                    <a:pt x="33" y="305"/>
                  </a:cubicBezTo>
                  <a:cubicBezTo>
                    <a:pt x="33" y="302"/>
                    <a:pt x="33" y="302"/>
                    <a:pt x="33" y="302"/>
                  </a:cubicBezTo>
                  <a:cubicBezTo>
                    <a:pt x="38" y="255"/>
                    <a:pt x="38" y="255"/>
                    <a:pt x="38" y="255"/>
                  </a:cubicBezTo>
                  <a:cubicBezTo>
                    <a:pt x="40" y="256"/>
                    <a:pt x="43" y="257"/>
                    <a:pt x="46" y="257"/>
                  </a:cubicBezTo>
                  <a:cubicBezTo>
                    <a:pt x="62" y="259"/>
                    <a:pt x="76" y="260"/>
                    <a:pt x="88" y="260"/>
                  </a:cubicBezTo>
                  <a:cubicBezTo>
                    <a:pt x="122" y="260"/>
                    <a:pt x="146" y="256"/>
                    <a:pt x="167" y="249"/>
                  </a:cubicBezTo>
                  <a:cubicBezTo>
                    <a:pt x="182" y="243"/>
                    <a:pt x="195" y="238"/>
                    <a:pt x="206" y="231"/>
                  </a:cubicBezTo>
                  <a:cubicBezTo>
                    <a:pt x="224" y="221"/>
                    <a:pt x="238" y="211"/>
                    <a:pt x="257" y="204"/>
                  </a:cubicBezTo>
                  <a:cubicBezTo>
                    <a:pt x="275" y="198"/>
                    <a:pt x="297" y="193"/>
                    <a:pt x="333" y="193"/>
                  </a:cubicBezTo>
                  <a:cubicBezTo>
                    <a:pt x="334" y="193"/>
                    <a:pt x="337" y="193"/>
                    <a:pt x="338" y="193"/>
                  </a:cubicBezTo>
                  <a:cubicBezTo>
                    <a:pt x="347" y="193"/>
                    <a:pt x="354" y="186"/>
                    <a:pt x="354" y="179"/>
                  </a:cubicBezTo>
                  <a:cubicBezTo>
                    <a:pt x="354" y="170"/>
                    <a:pt x="348" y="163"/>
                    <a:pt x="340" y="163"/>
                  </a:cubicBezTo>
                  <a:cubicBezTo>
                    <a:pt x="337" y="163"/>
                    <a:pt x="334" y="163"/>
                    <a:pt x="333" y="163"/>
                  </a:cubicBezTo>
                  <a:cubicBezTo>
                    <a:pt x="299" y="163"/>
                    <a:pt x="275" y="167"/>
                    <a:pt x="254" y="175"/>
                  </a:cubicBezTo>
                  <a:cubicBezTo>
                    <a:pt x="238" y="179"/>
                    <a:pt x="226" y="186"/>
                    <a:pt x="215" y="191"/>
                  </a:cubicBezTo>
                  <a:cubicBezTo>
                    <a:pt x="196" y="201"/>
                    <a:pt x="182" y="211"/>
                    <a:pt x="164" y="218"/>
                  </a:cubicBezTo>
                  <a:cubicBezTo>
                    <a:pt x="146" y="225"/>
                    <a:pt x="122" y="229"/>
                    <a:pt x="88" y="229"/>
                  </a:cubicBezTo>
                  <a:cubicBezTo>
                    <a:pt x="77" y="229"/>
                    <a:pt x="63" y="229"/>
                    <a:pt x="49" y="228"/>
                  </a:cubicBezTo>
                  <a:cubicBezTo>
                    <a:pt x="46" y="228"/>
                    <a:pt x="43" y="228"/>
                    <a:pt x="40" y="229"/>
                  </a:cubicBezTo>
                  <a:cubicBezTo>
                    <a:pt x="60" y="30"/>
                    <a:pt x="60" y="30"/>
                    <a:pt x="60" y="30"/>
                  </a:cubicBezTo>
                  <a:cubicBezTo>
                    <a:pt x="358" y="30"/>
                    <a:pt x="358" y="30"/>
                    <a:pt x="358" y="30"/>
                  </a:cubicBezTo>
                  <a:cubicBezTo>
                    <a:pt x="384" y="302"/>
                    <a:pt x="384" y="302"/>
                    <a:pt x="384" y="302"/>
                  </a:cubicBezTo>
                  <a:cubicBezTo>
                    <a:pt x="386" y="305"/>
                    <a:pt x="386" y="305"/>
                    <a:pt x="386" y="305"/>
                  </a:cubicBezTo>
                  <a:cubicBezTo>
                    <a:pt x="387" y="316"/>
                    <a:pt x="389" y="328"/>
                    <a:pt x="389" y="340"/>
                  </a:cubicBezTo>
                  <a:cubicBezTo>
                    <a:pt x="389" y="389"/>
                    <a:pt x="369" y="434"/>
                    <a:pt x="337" y="467"/>
                  </a:cubicBezTo>
                  <a:cubicBezTo>
                    <a:pt x="303" y="500"/>
                    <a:pt x="260" y="520"/>
                    <a:pt x="209" y="520"/>
                  </a:cubicBezTo>
                  <a:cubicBezTo>
                    <a:pt x="160" y="520"/>
                    <a:pt x="115" y="500"/>
                    <a:pt x="83" y="467"/>
                  </a:cubicBezTo>
                  <a:cubicBezTo>
                    <a:pt x="49" y="434"/>
                    <a:pt x="29" y="389"/>
                    <a:pt x="29" y="3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sp>
        <p:nvSpPr>
          <p:cNvPr id="263" name="Freeform 216">
            <a:extLst>
              <a:ext uri="{FF2B5EF4-FFF2-40B4-BE49-F238E27FC236}">
                <a16:creationId xmlns:a16="http://schemas.microsoft.com/office/drawing/2014/main" id="{36356D37-A4CB-5D9C-39A3-5CDBA03D5574}"/>
              </a:ext>
            </a:extLst>
          </p:cNvPr>
          <p:cNvSpPr>
            <a:spLocks noChangeArrowheads="1"/>
          </p:cNvSpPr>
          <p:nvPr/>
        </p:nvSpPr>
        <p:spPr bwMode="auto">
          <a:xfrm>
            <a:off x="2625328" y="1366714"/>
            <a:ext cx="258762" cy="204787"/>
          </a:xfrm>
          <a:custGeom>
            <a:avLst/>
            <a:gdLst>
              <a:gd name="T0" fmla="*/ 60 w 720"/>
              <a:gd name="T1" fmla="*/ 525 h 571"/>
              <a:gd name="T2" fmla="*/ 195 w 720"/>
              <a:gd name="T3" fmla="*/ 570 h 571"/>
              <a:gd name="T4" fmla="*/ 615 w 720"/>
              <a:gd name="T5" fmla="*/ 570 h 571"/>
              <a:gd name="T6" fmla="*/ 660 w 720"/>
              <a:gd name="T7" fmla="*/ 320 h 571"/>
              <a:gd name="T8" fmla="*/ 717 w 720"/>
              <a:gd name="T9" fmla="*/ 205 h 571"/>
              <a:gd name="T10" fmla="*/ 634 w 720"/>
              <a:gd name="T11" fmla="*/ 122 h 571"/>
              <a:gd name="T12" fmla="*/ 629 w 720"/>
              <a:gd name="T13" fmla="*/ 105 h 571"/>
              <a:gd name="T14" fmla="*/ 525 w 720"/>
              <a:gd name="T15" fmla="*/ 0 h 571"/>
              <a:gd name="T16" fmla="*/ 121 w 720"/>
              <a:gd name="T17" fmla="*/ 31 h 571"/>
              <a:gd name="T18" fmla="*/ 90 w 720"/>
              <a:gd name="T19" fmla="*/ 122 h 571"/>
              <a:gd name="T20" fmla="*/ 0 w 720"/>
              <a:gd name="T21" fmla="*/ 224 h 571"/>
              <a:gd name="T22" fmla="*/ 60 w 720"/>
              <a:gd name="T23" fmla="*/ 525 h 571"/>
              <a:gd name="T24" fmla="*/ 210 w 720"/>
              <a:gd name="T25" fmla="*/ 419 h 571"/>
              <a:gd name="T26" fmla="*/ 509 w 720"/>
              <a:gd name="T27" fmla="*/ 539 h 571"/>
              <a:gd name="T28" fmla="*/ 210 w 720"/>
              <a:gd name="T29" fmla="*/ 419 h 571"/>
              <a:gd name="T30" fmla="*/ 688 w 720"/>
              <a:gd name="T31" fmla="*/ 210 h 571"/>
              <a:gd name="T32" fmla="*/ 640 w 720"/>
              <a:gd name="T33" fmla="*/ 295 h 571"/>
              <a:gd name="T34" fmla="*/ 629 w 720"/>
              <a:gd name="T35" fmla="*/ 525 h 571"/>
              <a:gd name="T36" fmla="*/ 539 w 720"/>
              <a:gd name="T37" fmla="*/ 539 h 571"/>
              <a:gd name="T38" fmla="*/ 539 w 720"/>
              <a:gd name="T39" fmla="*/ 404 h 571"/>
              <a:gd name="T40" fmla="*/ 539 w 720"/>
              <a:gd name="T41" fmla="*/ 375 h 571"/>
              <a:gd name="T42" fmla="*/ 539 w 720"/>
              <a:gd name="T43" fmla="*/ 224 h 571"/>
              <a:gd name="T44" fmla="*/ 615 w 720"/>
              <a:gd name="T45" fmla="*/ 150 h 571"/>
              <a:gd name="T46" fmla="*/ 615 w 720"/>
              <a:gd name="T47" fmla="*/ 150 h 571"/>
              <a:gd name="T48" fmla="*/ 632 w 720"/>
              <a:gd name="T49" fmla="*/ 137 h 571"/>
              <a:gd name="T50" fmla="*/ 688 w 720"/>
              <a:gd name="T51" fmla="*/ 210 h 571"/>
              <a:gd name="T52" fmla="*/ 195 w 720"/>
              <a:gd name="T53" fmla="*/ 31 h 571"/>
              <a:gd name="T54" fmla="*/ 599 w 720"/>
              <a:gd name="T55" fmla="*/ 105 h 571"/>
              <a:gd name="T56" fmla="*/ 540 w 720"/>
              <a:gd name="T57" fmla="*/ 151 h 571"/>
              <a:gd name="T58" fmla="*/ 509 w 720"/>
              <a:gd name="T59" fmla="*/ 375 h 571"/>
              <a:gd name="T60" fmla="*/ 210 w 720"/>
              <a:gd name="T61" fmla="*/ 390 h 571"/>
              <a:gd name="T62" fmla="*/ 210 w 720"/>
              <a:gd name="T63" fmla="*/ 375 h 571"/>
              <a:gd name="T64" fmla="*/ 182 w 720"/>
              <a:gd name="T65" fmla="*/ 155 h 571"/>
              <a:gd name="T66" fmla="*/ 121 w 720"/>
              <a:gd name="T67" fmla="*/ 105 h 571"/>
              <a:gd name="T68" fmla="*/ 31 w 720"/>
              <a:gd name="T69" fmla="*/ 224 h 571"/>
              <a:gd name="T70" fmla="*/ 105 w 720"/>
              <a:gd name="T71" fmla="*/ 150 h 571"/>
              <a:gd name="T72" fmla="*/ 105 w 720"/>
              <a:gd name="T73" fmla="*/ 150 h 571"/>
              <a:gd name="T74" fmla="*/ 160 w 720"/>
              <a:gd name="T75" fmla="*/ 175 h 571"/>
              <a:gd name="T76" fmla="*/ 179 w 720"/>
              <a:gd name="T77" fmla="*/ 375 h 571"/>
              <a:gd name="T78" fmla="*/ 179 w 720"/>
              <a:gd name="T79" fmla="*/ 539 h 571"/>
              <a:gd name="T80" fmla="*/ 90 w 720"/>
              <a:gd name="T81" fmla="*/ 525 h 571"/>
              <a:gd name="T82" fmla="*/ 80 w 720"/>
              <a:gd name="T83" fmla="*/ 295 h 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720" h="571">
                <a:moveTo>
                  <a:pt x="60" y="525"/>
                </a:moveTo>
                <a:lnTo>
                  <a:pt x="60" y="525"/>
                </a:lnTo>
                <a:cubicBezTo>
                  <a:pt x="60" y="549"/>
                  <a:pt x="80" y="570"/>
                  <a:pt x="105" y="570"/>
                </a:cubicBezTo>
                <a:cubicBezTo>
                  <a:pt x="195" y="570"/>
                  <a:pt x="195" y="570"/>
                  <a:pt x="195" y="570"/>
                </a:cubicBezTo>
                <a:cubicBezTo>
                  <a:pt x="525" y="570"/>
                  <a:pt x="525" y="570"/>
                  <a:pt x="525" y="570"/>
                </a:cubicBezTo>
                <a:cubicBezTo>
                  <a:pt x="615" y="570"/>
                  <a:pt x="615" y="570"/>
                  <a:pt x="615" y="570"/>
                </a:cubicBezTo>
                <a:cubicBezTo>
                  <a:pt x="639" y="570"/>
                  <a:pt x="660" y="549"/>
                  <a:pt x="660" y="525"/>
                </a:cubicBezTo>
                <a:cubicBezTo>
                  <a:pt x="660" y="320"/>
                  <a:pt x="660" y="320"/>
                  <a:pt x="660" y="320"/>
                </a:cubicBezTo>
                <a:cubicBezTo>
                  <a:pt x="695" y="303"/>
                  <a:pt x="719" y="266"/>
                  <a:pt x="719" y="224"/>
                </a:cubicBezTo>
                <a:cubicBezTo>
                  <a:pt x="719" y="219"/>
                  <a:pt x="719" y="212"/>
                  <a:pt x="717" y="205"/>
                </a:cubicBezTo>
                <a:cubicBezTo>
                  <a:pt x="709" y="163"/>
                  <a:pt x="675" y="130"/>
                  <a:pt x="634" y="122"/>
                </a:cubicBezTo>
                <a:lnTo>
                  <a:pt x="634" y="122"/>
                </a:lnTo>
                <a:cubicBezTo>
                  <a:pt x="633" y="122"/>
                  <a:pt x="632" y="122"/>
                  <a:pt x="629" y="122"/>
                </a:cubicBezTo>
                <a:cubicBezTo>
                  <a:pt x="629" y="105"/>
                  <a:pt x="629" y="105"/>
                  <a:pt x="629" y="105"/>
                </a:cubicBezTo>
                <a:cubicBezTo>
                  <a:pt x="629" y="75"/>
                  <a:pt x="618" y="50"/>
                  <a:pt x="599" y="31"/>
                </a:cubicBezTo>
                <a:cubicBezTo>
                  <a:pt x="580" y="12"/>
                  <a:pt x="553" y="0"/>
                  <a:pt x="525" y="0"/>
                </a:cubicBezTo>
                <a:cubicBezTo>
                  <a:pt x="195" y="0"/>
                  <a:pt x="195" y="0"/>
                  <a:pt x="195" y="0"/>
                </a:cubicBezTo>
                <a:cubicBezTo>
                  <a:pt x="165" y="0"/>
                  <a:pt x="140" y="12"/>
                  <a:pt x="121" y="31"/>
                </a:cubicBezTo>
                <a:cubicBezTo>
                  <a:pt x="102" y="50"/>
                  <a:pt x="90" y="75"/>
                  <a:pt x="90" y="105"/>
                </a:cubicBezTo>
                <a:cubicBezTo>
                  <a:pt x="90" y="122"/>
                  <a:pt x="90" y="122"/>
                  <a:pt x="90" y="122"/>
                </a:cubicBezTo>
                <a:cubicBezTo>
                  <a:pt x="67" y="125"/>
                  <a:pt x="46" y="134"/>
                  <a:pt x="31" y="151"/>
                </a:cubicBezTo>
                <a:cubicBezTo>
                  <a:pt x="12" y="170"/>
                  <a:pt x="0" y="196"/>
                  <a:pt x="0" y="224"/>
                </a:cubicBezTo>
                <a:cubicBezTo>
                  <a:pt x="0" y="266"/>
                  <a:pt x="25" y="303"/>
                  <a:pt x="60" y="320"/>
                </a:cubicBezTo>
                <a:lnTo>
                  <a:pt x="60" y="525"/>
                </a:lnTo>
                <a:close/>
                <a:moveTo>
                  <a:pt x="210" y="419"/>
                </a:moveTo>
                <a:lnTo>
                  <a:pt x="210" y="419"/>
                </a:lnTo>
                <a:cubicBezTo>
                  <a:pt x="509" y="419"/>
                  <a:pt x="509" y="419"/>
                  <a:pt x="509" y="419"/>
                </a:cubicBezTo>
                <a:cubicBezTo>
                  <a:pt x="509" y="539"/>
                  <a:pt x="509" y="539"/>
                  <a:pt x="509" y="539"/>
                </a:cubicBezTo>
                <a:cubicBezTo>
                  <a:pt x="210" y="539"/>
                  <a:pt x="210" y="539"/>
                  <a:pt x="210" y="539"/>
                </a:cubicBezTo>
                <a:lnTo>
                  <a:pt x="210" y="419"/>
                </a:lnTo>
                <a:close/>
                <a:moveTo>
                  <a:pt x="688" y="210"/>
                </a:moveTo>
                <a:lnTo>
                  <a:pt x="688" y="210"/>
                </a:lnTo>
                <a:cubicBezTo>
                  <a:pt x="689" y="214"/>
                  <a:pt x="689" y="220"/>
                  <a:pt x="689" y="224"/>
                </a:cubicBezTo>
                <a:cubicBezTo>
                  <a:pt x="689" y="258"/>
                  <a:pt x="668" y="285"/>
                  <a:pt x="640" y="295"/>
                </a:cubicBezTo>
                <a:cubicBezTo>
                  <a:pt x="633" y="297"/>
                  <a:pt x="629" y="303"/>
                  <a:pt x="629" y="310"/>
                </a:cubicBezTo>
                <a:cubicBezTo>
                  <a:pt x="629" y="525"/>
                  <a:pt x="629" y="525"/>
                  <a:pt x="629" y="525"/>
                </a:cubicBezTo>
                <a:cubicBezTo>
                  <a:pt x="629" y="533"/>
                  <a:pt x="623" y="539"/>
                  <a:pt x="615" y="539"/>
                </a:cubicBezTo>
                <a:cubicBezTo>
                  <a:pt x="539" y="539"/>
                  <a:pt x="539" y="539"/>
                  <a:pt x="539" y="539"/>
                </a:cubicBezTo>
                <a:cubicBezTo>
                  <a:pt x="539" y="404"/>
                  <a:pt x="539" y="404"/>
                  <a:pt x="539" y="404"/>
                </a:cubicBezTo>
                <a:lnTo>
                  <a:pt x="539" y="404"/>
                </a:lnTo>
                <a:lnTo>
                  <a:pt x="539" y="404"/>
                </a:lnTo>
                <a:cubicBezTo>
                  <a:pt x="539" y="375"/>
                  <a:pt x="539" y="375"/>
                  <a:pt x="539" y="375"/>
                </a:cubicBezTo>
                <a:lnTo>
                  <a:pt x="539" y="375"/>
                </a:lnTo>
                <a:cubicBezTo>
                  <a:pt x="539" y="224"/>
                  <a:pt x="539" y="224"/>
                  <a:pt x="539" y="224"/>
                </a:cubicBezTo>
                <a:cubicBezTo>
                  <a:pt x="539" y="184"/>
                  <a:pt x="573" y="150"/>
                  <a:pt x="615" y="150"/>
                </a:cubicBezTo>
                <a:lnTo>
                  <a:pt x="615" y="150"/>
                </a:lnTo>
                <a:lnTo>
                  <a:pt x="615" y="150"/>
                </a:lnTo>
                <a:lnTo>
                  <a:pt x="615" y="150"/>
                </a:lnTo>
                <a:cubicBezTo>
                  <a:pt x="619" y="150"/>
                  <a:pt x="625" y="150"/>
                  <a:pt x="629" y="151"/>
                </a:cubicBezTo>
                <a:cubicBezTo>
                  <a:pt x="632" y="137"/>
                  <a:pt x="632" y="137"/>
                  <a:pt x="632" y="137"/>
                </a:cubicBezTo>
                <a:cubicBezTo>
                  <a:pt x="629" y="151"/>
                  <a:pt x="629" y="151"/>
                  <a:pt x="629" y="151"/>
                </a:cubicBezTo>
                <a:cubicBezTo>
                  <a:pt x="658" y="157"/>
                  <a:pt x="682" y="181"/>
                  <a:pt x="688" y="210"/>
                </a:cubicBezTo>
                <a:close/>
                <a:moveTo>
                  <a:pt x="195" y="31"/>
                </a:moveTo>
                <a:lnTo>
                  <a:pt x="195" y="31"/>
                </a:lnTo>
                <a:cubicBezTo>
                  <a:pt x="525" y="31"/>
                  <a:pt x="525" y="31"/>
                  <a:pt x="525" y="31"/>
                </a:cubicBezTo>
                <a:cubicBezTo>
                  <a:pt x="566" y="31"/>
                  <a:pt x="599" y="64"/>
                  <a:pt x="599" y="105"/>
                </a:cubicBezTo>
                <a:cubicBezTo>
                  <a:pt x="599" y="122"/>
                  <a:pt x="599" y="122"/>
                  <a:pt x="599" y="122"/>
                </a:cubicBezTo>
                <a:cubicBezTo>
                  <a:pt x="577" y="125"/>
                  <a:pt x="556" y="134"/>
                  <a:pt x="540" y="151"/>
                </a:cubicBezTo>
                <a:cubicBezTo>
                  <a:pt x="521" y="170"/>
                  <a:pt x="509" y="196"/>
                  <a:pt x="509" y="224"/>
                </a:cubicBezTo>
                <a:cubicBezTo>
                  <a:pt x="509" y="375"/>
                  <a:pt x="509" y="375"/>
                  <a:pt x="509" y="375"/>
                </a:cubicBezTo>
                <a:cubicBezTo>
                  <a:pt x="509" y="390"/>
                  <a:pt x="509" y="390"/>
                  <a:pt x="509" y="390"/>
                </a:cubicBezTo>
                <a:cubicBezTo>
                  <a:pt x="210" y="390"/>
                  <a:pt x="210" y="390"/>
                  <a:pt x="210" y="390"/>
                </a:cubicBezTo>
                <a:cubicBezTo>
                  <a:pt x="210" y="375"/>
                  <a:pt x="210" y="375"/>
                  <a:pt x="210" y="375"/>
                </a:cubicBezTo>
                <a:lnTo>
                  <a:pt x="210" y="375"/>
                </a:lnTo>
                <a:cubicBezTo>
                  <a:pt x="210" y="230"/>
                  <a:pt x="210" y="230"/>
                  <a:pt x="210" y="230"/>
                </a:cubicBezTo>
                <a:cubicBezTo>
                  <a:pt x="210" y="202"/>
                  <a:pt x="199" y="175"/>
                  <a:pt x="182" y="155"/>
                </a:cubicBezTo>
                <a:cubicBezTo>
                  <a:pt x="167" y="137"/>
                  <a:pt x="144" y="125"/>
                  <a:pt x="121" y="122"/>
                </a:cubicBezTo>
                <a:cubicBezTo>
                  <a:pt x="121" y="105"/>
                  <a:pt x="121" y="105"/>
                  <a:pt x="121" y="105"/>
                </a:cubicBezTo>
                <a:cubicBezTo>
                  <a:pt x="121" y="64"/>
                  <a:pt x="154" y="31"/>
                  <a:pt x="195" y="31"/>
                </a:cubicBezTo>
                <a:close/>
                <a:moveTo>
                  <a:pt x="31" y="224"/>
                </a:moveTo>
                <a:lnTo>
                  <a:pt x="31" y="224"/>
                </a:lnTo>
                <a:cubicBezTo>
                  <a:pt x="31" y="184"/>
                  <a:pt x="64" y="150"/>
                  <a:pt x="105" y="150"/>
                </a:cubicBezTo>
                <a:lnTo>
                  <a:pt x="105" y="150"/>
                </a:lnTo>
                <a:lnTo>
                  <a:pt x="105" y="150"/>
                </a:lnTo>
                <a:cubicBezTo>
                  <a:pt x="109" y="150"/>
                  <a:pt x="109" y="150"/>
                  <a:pt x="109" y="150"/>
                </a:cubicBezTo>
                <a:cubicBezTo>
                  <a:pt x="129" y="151"/>
                  <a:pt x="147" y="161"/>
                  <a:pt x="160" y="175"/>
                </a:cubicBezTo>
                <a:cubicBezTo>
                  <a:pt x="172" y="189"/>
                  <a:pt x="179" y="209"/>
                  <a:pt x="179" y="230"/>
                </a:cubicBezTo>
                <a:cubicBezTo>
                  <a:pt x="179" y="375"/>
                  <a:pt x="179" y="375"/>
                  <a:pt x="179" y="375"/>
                </a:cubicBezTo>
                <a:cubicBezTo>
                  <a:pt x="179" y="404"/>
                  <a:pt x="179" y="404"/>
                  <a:pt x="179" y="404"/>
                </a:cubicBezTo>
                <a:cubicBezTo>
                  <a:pt x="179" y="539"/>
                  <a:pt x="179" y="539"/>
                  <a:pt x="179" y="539"/>
                </a:cubicBezTo>
                <a:cubicBezTo>
                  <a:pt x="105" y="539"/>
                  <a:pt x="105" y="539"/>
                  <a:pt x="105" y="539"/>
                </a:cubicBezTo>
                <a:cubicBezTo>
                  <a:pt x="97" y="539"/>
                  <a:pt x="90" y="533"/>
                  <a:pt x="90" y="525"/>
                </a:cubicBezTo>
                <a:cubicBezTo>
                  <a:pt x="90" y="310"/>
                  <a:pt x="90" y="310"/>
                  <a:pt x="90" y="310"/>
                </a:cubicBezTo>
                <a:cubicBezTo>
                  <a:pt x="90" y="303"/>
                  <a:pt x="87" y="297"/>
                  <a:pt x="80" y="295"/>
                </a:cubicBezTo>
                <a:cubicBezTo>
                  <a:pt x="50" y="285"/>
                  <a:pt x="31" y="258"/>
                  <a:pt x="31" y="224"/>
                </a:cubicBezTo>
                <a:close/>
              </a:path>
            </a:pathLst>
          </a:custGeom>
          <a:solidFill>
            <a:schemeClr val="accent4"/>
          </a:solidFill>
          <a:ln>
            <a:noFill/>
          </a:ln>
          <a:effectLst/>
        </p:spPr>
        <p:txBody>
          <a:bodyPr wrap="none" anchor="ctr"/>
          <a:lstStyle/>
          <a:p>
            <a:endParaRPr lang="da-DK"/>
          </a:p>
        </p:txBody>
      </p:sp>
      <p:sp>
        <p:nvSpPr>
          <p:cNvPr id="264" name="Freeform 217">
            <a:extLst>
              <a:ext uri="{FF2B5EF4-FFF2-40B4-BE49-F238E27FC236}">
                <a16:creationId xmlns:a16="http://schemas.microsoft.com/office/drawing/2014/main" id="{9E69CF8F-8326-8C80-7CFC-1FF49EC2C291}"/>
              </a:ext>
            </a:extLst>
          </p:cNvPr>
          <p:cNvSpPr>
            <a:spLocks noChangeArrowheads="1"/>
          </p:cNvSpPr>
          <p:nvPr/>
        </p:nvSpPr>
        <p:spPr bwMode="auto">
          <a:xfrm>
            <a:off x="1590278" y="1388145"/>
            <a:ext cx="258762" cy="161925"/>
          </a:xfrm>
          <a:custGeom>
            <a:avLst/>
            <a:gdLst>
              <a:gd name="T0" fmla="*/ 674 w 720"/>
              <a:gd name="T1" fmla="*/ 210 h 451"/>
              <a:gd name="T2" fmla="*/ 660 w 720"/>
              <a:gd name="T3" fmla="*/ 75 h 451"/>
              <a:gd name="T4" fmla="*/ 135 w 720"/>
              <a:gd name="T5" fmla="*/ 0 h 451"/>
              <a:gd name="T6" fmla="*/ 61 w 720"/>
              <a:gd name="T7" fmla="*/ 210 h 451"/>
              <a:gd name="T8" fmla="*/ 0 w 720"/>
              <a:gd name="T9" fmla="*/ 255 h 451"/>
              <a:gd name="T10" fmla="*/ 6 w 720"/>
              <a:gd name="T11" fmla="*/ 385 h 451"/>
              <a:gd name="T12" fmla="*/ 31 w 720"/>
              <a:gd name="T13" fmla="*/ 389 h 451"/>
              <a:gd name="T14" fmla="*/ 45 w 720"/>
              <a:gd name="T15" fmla="*/ 450 h 451"/>
              <a:gd name="T16" fmla="*/ 61 w 720"/>
              <a:gd name="T17" fmla="*/ 389 h 451"/>
              <a:gd name="T18" fmla="*/ 660 w 720"/>
              <a:gd name="T19" fmla="*/ 434 h 451"/>
              <a:gd name="T20" fmla="*/ 690 w 720"/>
              <a:gd name="T21" fmla="*/ 434 h 451"/>
              <a:gd name="T22" fmla="*/ 705 w 720"/>
              <a:gd name="T23" fmla="*/ 389 h 451"/>
              <a:gd name="T24" fmla="*/ 719 w 720"/>
              <a:gd name="T25" fmla="*/ 374 h 451"/>
              <a:gd name="T26" fmla="*/ 674 w 720"/>
              <a:gd name="T27" fmla="*/ 210 h 451"/>
              <a:gd name="T28" fmla="*/ 90 w 720"/>
              <a:gd name="T29" fmla="*/ 75 h 451"/>
              <a:gd name="T30" fmla="*/ 584 w 720"/>
              <a:gd name="T31" fmla="*/ 30 h 451"/>
              <a:gd name="T32" fmla="*/ 629 w 720"/>
              <a:gd name="T33" fmla="*/ 210 h 451"/>
              <a:gd name="T34" fmla="*/ 570 w 720"/>
              <a:gd name="T35" fmla="*/ 135 h 451"/>
              <a:gd name="T36" fmla="*/ 436 w 720"/>
              <a:gd name="T37" fmla="*/ 90 h 451"/>
              <a:gd name="T38" fmla="*/ 391 w 720"/>
              <a:gd name="T39" fmla="*/ 210 h 451"/>
              <a:gd name="T40" fmla="*/ 330 w 720"/>
              <a:gd name="T41" fmla="*/ 135 h 451"/>
              <a:gd name="T42" fmla="*/ 195 w 720"/>
              <a:gd name="T43" fmla="*/ 90 h 451"/>
              <a:gd name="T44" fmla="*/ 150 w 720"/>
              <a:gd name="T45" fmla="*/ 210 h 451"/>
              <a:gd name="T46" fmla="*/ 90 w 720"/>
              <a:gd name="T47" fmla="*/ 75 h 451"/>
              <a:gd name="T48" fmla="*/ 539 w 720"/>
              <a:gd name="T49" fmla="*/ 210 h 451"/>
              <a:gd name="T50" fmla="*/ 420 w 720"/>
              <a:gd name="T51" fmla="*/ 135 h 451"/>
              <a:gd name="T52" fmla="*/ 525 w 720"/>
              <a:gd name="T53" fmla="*/ 120 h 451"/>
              <a:gd name="T54" fmla="*/ 539 w 720"/>
              <a:gd name="T55" fmla="*/ 210 h 451"/>
              <a:gd name="T56" fmla="*/ 301 w 720"/>
              <a:gd name="T57" fmla="*/ 210 h 451"/>
              <a:gd name="T58" fmla="*/ 180 w 720"/>
              <a:gd name="T59" fmla="*/ 135 h 451"/>
              <a:gd name="T60" fmla="*/ 285 w 720"/>
              <a:gd name="T61" fmla="*/ 120 h 451"/>
              <a:gd name="T62" fmla="*/ 301 w 720"/>
              <a:gd name="T63" fmla="*/ 210 h 451"/>
              <a:gd name="T64" fmla="*/ 31 w 720"/>
              <a:gd name="T65" fmla="*/ 255 h 451"/>
              <a:gd name="T66" fmla="*/ 76 w 720"/>
              <a:gd name="T67" fmla="*/ 239 h 451"/>
              <a:gd name="T68" fmla="*/ 315 w 720"/>
              <a:gd name="T69" fmla="*/ 239 h 451"/>
              <a:gd name="T70" fmla="*/ 555 w 720"/>
              <a:gd name="T71" fmla="*/ 239 h 451"/>
              <a:gd name="T72" fmla="*/ 674 w 720"/>
              <a:gd name="T73" fmla="*/ 239 h 451"/>
              <a:gd name="T74" fmla="*/ 690 w 720"/>
              <a:gd name="T75" fmla="*/ 360 h 451"/>
              <a:gd name="T76" fmla="*/ 31 w 720"/>
              <a:gd name="T77" fmla="*/ 255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720" h="451">
                <a:moveTo>
                  <a:pt x="674" y="210"/>
                </a:moveTo>
                <a:lnTo>
                  <a:pt x="674" y="210"/>
                </a:lnTo>
                <a:cubicBezTo>
                  <a:pt x="660" y="210"/>
                  <a:pt x="660" y="210"/>
                  <a:pt x="660" y="210"/>
                </a:cubicBezTo>
                <a:cubicBezTo>
                  <a:pt x="660" y="75"/>
                  <a:pt x="660" y="75"/>
                  <a:pt x="660" y="75"/>
                </a:cubicBezTo>
                <a:cubicBezTo>
                  <a:pt x="660" y="34"/>
                  <a:pt x="626" y="0"/>
                  <a:pt x="584" y="0"/>
                </a:cubicBezTo>
                <a:cubicBezTo>
                  <a:pt x="135" y="0"/>
                  <a:pt x="135" y="0"/>
                  <a:pt x="135" y="0"/>
                </a:cubicBezTo>
                <a:cubicBezTo>
                  <a:pt x="94" y="0"/>
                  <a:pt x="61" y="34"/>
                  <a:pt x="61" y="75"/>
                </a:cubicBezTo>
                <a:cubicBezTo>
                  <a:pt x="61" y="210"/>
                  <a:pt x="61" y="210"/>
                  <a:pt x="61" y="210"/>
                </a:cubicBezTo>
                <a:cubicBezTo>
                  <a:pt x="45" y="210"/>
                  <a:pt x="45" y="210"/>
                  <a:pt x="45" y="210"/>
                </a:cubicBezTo>
                <a:cubicBezTo>
                  <a:pt x="21" y="210"/>
                  <a:pt x="0" y="229"/>
                  <a:pt x="0" y="255"/>
                </a:cubicBezTo>
                <a:cubicBezTo>
                  <a:pt x="0" y="374"/>
                  <a:pt x="0" y="374"/>
                  <a:pt x="0" y="374"/>
                </a:cubicBezTo>
                <a:cubicBezTo>
                  <a:pt x="0" y="378"/>
                  <a:pt x="3" y="382"/>
                  <a:pt x="6" y="385"/>
                </a:cubicBezTo>
                <a:cubicBezTo>
                  <a:pt x="9" y="388"/>
                  <a:pt x="11" y="389"/>
                  <a:pt x="16" y="389"/>
                </a:cubicBezTo>
                <a:cubicBezTo>
                  <a:pt x="31" y="389"/>
                  <a:pt x="31" y="389"/>
                  <a:pt x="31" y="389"/>
                </a:cubicBezTo>
                <a:cubicBezTo>
                  <a:pt x="31" y="434"/>
                  <a:pt x="31" y="434"/>
                  <a:pt x="31" y="434"/>
                </a:cubicBezTo>
                <a:cubicBezTo>
                  <a:pt x="31" y="443"/>
                  <a:pt x="38" y="450"/>
                  <a:pt x="45" y="450"/>
                </a:cubicBezTo>
                <a:cubicBezTo>
                  <a:pt x="54" y="450"/>
                  <a:pt x="61" y="443"/>
                  <a:pt x="61" y="434"/>
                </a:cubicBezTo>
                <a:cubicBezTo>
                  <a:pt x="61" y="389"/>
                  <a:pt x="61" y="389"/>
                  <a:pt x="61" y="389"/>
                </a:cubicBezTo>
                <a:cubicBezTo>
                  <a:pt x="660" y="389"/>
                  <a:pt x="660" y="389"/>
                  <a:pt x="660" y="389"/>
                </a:cubicBezTo>
                <a:cubicBezTo>
                  <a:pt x="660" y="434"/>
                  <a:pt x="660" y="434"/>
                  <a:pt x="660" y="434"/>
                </a:cubicBezTo>
                <a:cubicBezTo>
                  <a:pt x="660" y="443"/>
                  <a:pt x="667" y="450"/>
                  <a:pt x="674" y="450"/>
                </a:cubicBezTo>
                <a:cubicBezTo>
                  <a:pt x="683" y="450"/>
                  <a:pt x="690" y="443"/>
                  <a:pt x="690" y="434"/>
                </a:cubicBezTo>
                <a:cubicBezTo>
                  <a:pt x="690" y="389"/>
                  <a:pt x="690" y="389"/>
                  <a:pt x="690" y="389"/>
                </a:cubicBezTo>
                <a:cubicBezTo>
                  <a:pt x="705" y="389"/>
                  <a:pt x="705" y="389"/>
                  <a:pt x="705" y="389"/>
                </a:cubicBezTo>
                <a:cubicBezTo>
                  <a:pt x="709" y="389"/>
                  <a:pt x="712" y="388"/>
                  <a:pt x="715" y="385"/>
                </a:cubicBezTo>
                <a:cubicBezTo>
                  <a:pt x="718" y="382"/>
                  <a:pt x="719" y="378"/>
                  <a:pt x="719" y="374"/>
                </a:cubicBezTo>
                <a:cubicBezTo>
                  <a:pt x="719" y="255"/>
                  <a:pt x="719" y="255"/>
                  <a:pt x="719" y="255"/>
                </a:cubicBezTo>
                <a:cubicBezTo>
                  <a:pt x="719" y="229"/>
                  <a:pt x="699" y="210"/>
                  <a:pt x="674" y="210"/>
                </a:cubicBezTo>
                <a:close/>
                <a:moveTo>
                  <a:pt x="90" y="75"/>
                </a:moveTo>
                <a:lnTo>
                  <a:pt x="90" y="75"/>
                </a:lnTo>
                <a:cubicBezTo>
                  <a:pt x="90" y="50"/>
                  <a:pt x="111" y="30"/>
                  <a:pt x="135" y="30"/>
                </a:cubicBezTo>
                <a:cubicBezTo>
                  <a:pt x="584" y="30"/>
                  <a:pt x="584" y="30"/>
                  <a:pt x="584" y="30"/>
                </a:cubicBezTo>
                <a:cubicBezTo>
                  <a:pt x="610" y="30"/>
                  <a:pt x="629" y="50"/>
                  <a:pt x="629" y="75"/>
                </a:cubicBezTo>
                <a:cubicBezTo>
                  <a:pt x="629" y="210"/>
                  <a:pt x="629" y="210"/>
                  <a:pt x="629" y="210"/>
                </a:cubicBezTo>
                <a:cubicBezTo>
                  <a:pt x="570" y="210"/>
                  <a:pt x="570" y="210"/>
                  <a:pt x="570" y="210"/>
                </a:cubicBezTo>
                <a:cubicBezTo>
                  <a:pt x="570" y="135"/>
                  <a:pt x="570" y="135"/>
                  <a:pt x="570" y="135"/>
                </a:cubicBezTo>
                <a:cubicBezTo>
                  <a:pt x="570" y="110"/>
                  <a:pt x="549" y="90"/>
                  <a:pt x="525" y="90"/>
                </a:cubicBezTo>
                <a:cubicBezTo>
                  <a:pt x="436" y="90"/>
                  <a:pt x="436" y="90"/>
                  <a:pt x="436" y="90"/>
                </a:cubicBezTo>
                <a:cubicBezTo>
                  <a:pt x="410" y="90"/>
                  <a:pt x="391" y="110"/>
                  <a:pt x="391" y="135"/>
                </a:cubicBezTo>
                <a:cubicBezTo>
                  <a:pt x="391" y="210"/>
                  <a:pt x="391" y="210"/>
                  <a:pt x="391" y="210"/>
                </a:cubicBezTo>
                <a:cubicBezTo>
                  <a:pt x="330" y="210"/>
                  <a:pt x="330" y="210"/>
                  <a:pt x="330" y="210"/>
                </a:cubicBezTo>
                <a:cubicBezTo>
                  <a:pt x="330" y="135"/>
                  <a:pt x="330" y="135"/>
                  <a:pt x="330" y="135"/>
                </a:cubicBezTo>
                <a:cubicBezTo>
                  <a:pt x="330" y="110"/>
                  <a:pt x="311" y="90"/>
                  <a:pt x="285" y="90"/>
                </a:cubicBezTo>
                <a:cubicBezTo>
                  <a:pt x="195" y="90"/>
                  <a:pt x="195" y="90"/>
                  <a:pt x="195" y="90"/>
                </a:cubicBezTo>
                <a:cubicBezTo>
                  <a:pt x="170" y="90"/>
                  <a:pt x="150" y="110"/>
                  <a:pt x="150" y="135"/>
                </a:cubicBezTo>
                <a:cubicBezTo>
                  <a:pt x="150" y="210"/>
                  <a:pt x="150" y="210"/>
                  <a:pt x="150" y="210"/>
                </a:cubicBezTo>
                <a:cubicBezTo>
                  <a:pt x="90" y="210"/>
                  <a:pt x="90" y="210"/>
                  <a:pt x="90" y="210"/>
                </a:cubicBezTo>
                <a:lnTo>
                  <a:pt x="90" y="75"/>
                </a:lnTo>
                <a:close/>
                <a:moveTo>
                  <a:pt x="539" y="210"/>
                </a:moveTo>
                <a:lnTo>
                  <a:pt x="539" y="210"/>
                </a:lnTo>
                <a:cubicBezTo>
                  <a:pt x="420" y="210"/>
                  <a:pt x="420" y="210"/>
                  <a:pt x="420" y="210"/>
                </a:cubicBezTo>
                <a:cubicBezTo>
                  <a:pt x="420" y="135"/>
                  <a:pt x="420" y="135"/>
                  <a:pt x="420" y="135"/>
                </a:cubicBezTo>
                <a:cubicBezTo>
                  <a:pt x="420" y="127"/>
                  <a:pt x="427" y="120"/>
                  <a:pt x="436" y="120"/>
                </a:cubicBezTo>
                <a:cubicBezTo>
                  <a:pt x="525" y="120"/>
                  <a:pt x="525" y="120"/>
                  <a:pt x="525" y="120"/>
                </a:cubicBezTo>
                <a:cubicBezTo>
                  <a:pt x="534" y="120"/>
                  <a:pt x="539" y="127"/>
                  <a:pt x="539" y="135"/>
                </a:cubicBezTo>
                <a:lnTo>
                  <a:pt x="539" y="210"/>
                </a:lnTo>
                <a:close/>
                <a:moveTo>
                  <a:pt x="301" y="210"/>
                </a:moveTo>
                <a:lnTo>
                  <a:pt x="301" y="210"/>
                </a:lnTo>
                <a:cubicBezTo>
                  <a:pt x="180" y="210"/>
                  <a:pt x="180" y="210"/>
                  <a:pt x="180" y="210"/>
                </a:cubicBezTo>
                <a:cubicBezTo>
                  <a:pt x="180" y="135"/>
                  <a:pt x="180" y="135"/>
                  <a:pt x="180" y="135"/>
                </a:cubicBezTo>
                <a:cubicBezTo>
                  <a:pt x="180" y="127"/>
                  <a:pt x="187" y="120"/>
                  <a:pt x="195" y="120"/>
                </a:cubicBezTo>
                <a:cubicBezTo>
                  <a:pt x="285" y="120"/>
                  <a:pt x="285" y="120"/>
                  <a:pt x="285" y="120"/>
                </a:cubicBezTo>
                <a:cubicBezTo>
                  <a:pt x="294" y="120"/>
                  <a:pt x="301" y="127"/>
                  <a:pt x="301" y="135"/>
                </a:cubicBezTo>
                <a:lnTo>
                  <a:pt x="301" y="210"/>
                </a:lnTo>
                <a:close/>
                <a:moveTo>
                  <a:pt x="31" y="255"/>
                </a:moveTo>
                <a:lnTo>
                  <a:pt x="31" y="255"/>
                </a:lnTo>
                <a:cubicBezTo>
                  <a:pt x="31" y="246"/>
                  <a:pt x="38" y="239"/>
                  <a:pt x="45" y="239"/>
                </a:cubicBezTo>
                <a:cubicBezTo>
                  <a:pt x="76" y="239"/>
                  <a:pt x="76" y="239"/>
                  <a:pt x="76" y="239"/>
                </a:cubicBezTo>
                <a:cubicBezTo>
                  <a:pt x="166" y="239"/>
                  <a:pt x="166" y="239"/>
                  <a:pt x="166" y="239"/>
                </a:cubicBezTo>
                <a:cubicBezTo>
                  <a:pt x="315" y="239"/>
                  <a:pt x="315" y="239"/>
                  <a:pt x="315" y="239"/>
                </a:cubicBezTo>
                <a:cubicBezTo>
                  <a:pt x="405" y="239"/>
                  <a:pt x="405" y="239"/>
                  <a:pt x="405" y="239"/>
                </a:cubicBezTo>
                <a:cubicBezTo>
                  <a:pt x="555" y="239"/>
                  <a:pt x="555" y="239"/>
                  <a:pt x="555" y="239"/>
                </a:cubicBezTo>
                <a:cubicBezTo>
                  <a:pt x="645" y="239"/>
                  <a:pt x="645" y="239"/>
                  <a:pt x="645" y="239"/>
                </a:cubicBezTo>
                <a:cubicBezTo>
                  <a:pt x="674" y="239"/>
                  <a:pt x="674" y="239"/>
                  <a:pt x="674" y="239"/>
                </a:cubicBezTo>
                <a:cubicBezTo>
                  <a:pt x="683" y="239"/>
                  <a:pt x="690" y="246"/>
                  <a:pt x="690" y="255"/>
                </a:cubicBezTo>
                <a:cubicBezTo>
                  <a:pt x="690" y="360"/>
                  <a:pt x="690" y="360"/>
                  <a:pt x="690" y="360"/>
                </a:cubicBezTo>
                <a:cubicBezTo>
                  <a:pt x="31" y="360"/>
                  <a:pt x="31" y="360"/>
                  <a:pt x="31" y="360"/>
                </a:cubicBezTo>
                <a:lnTo>
                  <a:pt x="31" y="255"/>
                </a:lnTo>
                <a:close/>
              </a:path>
            </a:pathLst>
          </a:custGeom>
          <a:solidFill>
            <a:schemeClr val="accent4"/>
          </a:solidFill>
          <a:ln>
            <a:noFill/>
          </a:ln>
          <a:effectLst/>
        </p:spPr>
        <p:txBody>
          <a:bodyPr wrap="none" anchor="ctr"/>
          <a:lstStyle/>
          <a:p>
            <a:endParaRPr lang="da-DK"/>
          </a:p>
        </p:txBody>
      </p:sp>
      <p:sp>
        <p:nvSpPr>
          <p:cNvPr id="265" name="Freeform 218">
            <a:extLst>
              <a:ext uri="{FF2B5EF4-FFF2-40B4-BE49-F238E27FC236}">
                <a16:creationId xmlns:a16="http://schemas.microsoft.com/office/drawing/2014/main" id="{1FDA88D4-D89E-EC0D-85DB-26DD086554B8}"/>
              </a:ext>
            </a:extLst>
          </p:cNvPr>
          <p:cNvSpPr>
            <a:spLocks noChangeArrowheads="1"/>
          </p:cNvSpPr>
          <p:nvPr/>
        </p:nvSpPr>
        <p:spPr bwMode="auto">
          <a:xfrm>
            <a:off x="2118915" y="1388145"/>
            <a:ext cx="236538" cy="161925"/>
          </a:xfrm>
          <a:custGeom>
            <a:avLst/>
            <a:gdLst>
              <a:gd name="T0" fmla="*/ 0 w 659"/>
              <a:gd name="T1" fmla="*/ 374 h 451"/>
              <a:gd name="T2" fmla="*/ 0 w 659"/>
              <a:gd name="T3" fmla="*/ 374 h 451"/>
              <a:gd name="T4" fmla="*/ 0 w 659"/>
              <a:gd name="T5" fmla="*/ 434 h 451"/>
              <a:gd name="T6" fmla="*/ 14 w 659"/>
              <a:gd name="T7" fmla="*/ 450 h 451"/>
              <a:gd name="T8" fmla="*/ 29 w 659"/>
              <a:gd name="T9" fmla="*/ 434 h 451"/>
              <a:gd name="T10" fmla="*/ 29 w 659"/>
              <a:gd name="T11" fmla="*/ 389 h 451"/>
              <a:gd name="T12" fmla="*/ 629 w 659"/>
              <a:gd name="T13" fmla="*/ 389 h 451"/>
              <a:gd name="T14" fmla="*/ 629 w 659"/>
              <a:gd name="T15" fmla="*/ 434 h 451"/>
              <a:gd name="T16" fmla="*/ 643 w 659"/>
              <a:gd name="T17" fmla="*/ 450 h 451"/>
              <a:gd name="T18" fmla="*/ 658 w 659"/>
              <a:gd name="T19" fmla="*/ 434 h 451"/>
              <a:gd name="T20" fmla="*/ 658 w 659"/>
              <a:gd name="T21" fmla="*/ 374 h 451"/>
              <a:gd name="T22" fmla="*/ 658 w 659"/>
              <a:gd name="T23" fmla="*/ 374 h 451"/>
              <a:gd name="T24" fmla="*/ 658 w 659"/>
              <a:gd name="T25" fmla="*/ 253 h 451"/>
              <a:gd name="T26" fmla="*/ 615 w 659"/>
              <a:gd name="T27" fmla="*/ 210 h 451"/>
              <a:gd name="T28" fmla="*/ 598 w 659"/>
              <a:gd name="T29" fmla="*/ 210 h 451"/>
              <a:gd name="T30" fmla="*/ 598 w 659"/>
              <a:gd name="T31" fmla="*/ 72 h 451"/>
              <a:gd name="T32" fmla="*/ 526 w 659"/>
              <a:gd name="T33" fmla="*/ 0 h 451"/>
              <a:gd name="T34" fmla="*/ 130 w 659"/>
              <a:gd name="T35" fmla="*/ 0 h 451"/>
              <a:gd name="T36" fmla="*/ 59 w 659"/>
              <a:gd name="T37" fmla="*/ 72 h 451"/>
              <a:gd name="T38" fmla="*/ 59 w 659"/>
              <a:gd name="T39" fmla="*/ 210 h 451"/>
              <a:gd name="T40" fmla="*/ 43 w 659"/>
              <a:gd name="T41" fmla="*/ 210 h 451"/>
              <a:gd name="T42" fmla="*/ 0 w 659"/>
              <a:gd name="T43" fmla="*/ 253 h 451"/>
              <a:gd name="T44" fmla="*/ 0 w 659"/>
              <a:gd name="T45" fmla="*/ 374 h 451"/>
              <a:gd name="T46" fmla="*/ 90 w 659"/>
              <a:gd name="T47" fmla="*/ 72 h 451"/>
              <a:gd name="T48" fmla="*/ 90 w 659"/>
              <a:gd name="T49" fmla="*/ 72 h 451"/>
              <a:gd name="T50" fmla="*/ 130 w 659"/>
              <a:gd name="T51" fmla="*/ 30 h 451"/>
              <a:gd name="T52" fmla="*/ 526 w 659"/>
              <a:gd name="T53" fmla="*/ 30 h 451"/>
              <a:gd name="T54" fmla="*/ 569 w 659"/>
              <a:gd name="T55" fmla="*/ 72 h 451"/>
              <a:gd name="T56" fmla="*/ 569 w 659"/>
              <a:gd name="T57" fmla="*/ 210 h 451"/>
              <a:gd name="T58" fmla="*/ 479 w 659"/>
              <a:gd name="T59" fmla="*/ 210 h 451"/>
              <a:gd name="T60" fmla="*/ 479 w 659"/>
              <a:gd name="T61" fmla="*/ 145 h 451"/>
              <a:gd name="T62" fmla="*/ 424 w 659"/>
              <a:gd name="T63" fmla="*/ 90 h 451"/>
              <a:gd name="T64" fmla="*/ 234 w 659"/>
              <a:gd name="T65" fmla="*/ 90 h 451"/>
              <a:gd name="T66" fmla="*/ 180 w 659"/>
              <a:gd name="T67" fmla="*/ 145 h 451"/>
              <a:gd name="T68" fmla="*/ 180 w 659"/>
              <a:gd name="T69" fmla="*/ 210 h 451"/>
              <a:gd name="T70" fmla="*/ 90 w 659"/>
              <a:gd name="T71" fmla="*/ 210 h 451"/>
              <a:gd name="T72" fmla="*/ 90 w 659"/>
              <a:gd name="T73" fmla="*/ 72 h 451"/>
              <a:gd name="T74" fmla="*/ 449 w 659"/>
              <a:gd name="T75" fmla="*/ 210 h 451"/>
              <a:gd name="T76" fmla="*/ 449 w 659"/>
              <a:gd name="T77" fmla="*/ 210 h 451"/>
              <a:gd name="T78" fmla="*/ 209 w 659"/>
              <a:gd name="T79" fmla="*/ 210 h 451"/>
              <a:gd name="T80" fmla="*/ 209 w 659"/>
              <a:gd name="T81" fmla="*/ 145 h 451"/>
              <a:gd name="T82" fmla="*/ 234 w 659"/>
              <a:gd name="T83" fmla="*/ 120 h 451"/>
              <a:gd name="T84" fmla="*/ 424 w 659"/>
              <a:gd name="T85" fmla="*/ 120 h 451"/>
              <a:gd name="T86" fmla="*/ 449 w 659"/>
              <a:gd name="T87" fmla="*/ 145 h 451"/>
              <a:gd name="T88" fmla="*/ 449 w 659"/>
              <a:gd name="T89" fmla="*/ 210 h 451"/>
              <a:gd name="T90" fmla="*/ 29 w 659"/>
              <a:gd name="T91" fmla="*/ 253 h 451"/>
              <a:gd name="T92" fmla="*/ 29 w 659"/>
              <a:gd name="T93" fmla="*/ 253 h 451"/>
              <a:gd name="T94" fmla="*/ 43 w 659"/>
              <a:gd name="T95" fmla="*/ 239 h 451"/>
              <a:gd name="T96" fmla="*/ 74 w 659"/>
              <a:gd name="T97" fmla="*/ 239 h 451"/>
              <a:gd name="T98" fmla="*/ 194 w 659"/>
              <a:gd name="T99" fmla="*/ 239 h 451"/>
              <a:gd name="T100" fmla="*/ 463 w 659"/>
              <a:gd name="T101" fmla="*/ 239 h 451"/>
              <a:gd name="T102" fmla="*/ 584 w 659"/>
              <a:gd name="T103" fmla="*/ 239 h 451"/>
              <a:gd name="T104" fmla="*/ 615 w 659"/>
              <a:gd name="T105" fmla="*/ 239 h 451"/>
              <a:gd name="T106" fmla="*/ 629 w 659"/>
              <a:gd name="T107" fmla="*/ 253 h 451"/>
              <a:gd name="T108" fmla="*/ 629 w 659"/>
              <a:gd name="T109" fmla="*/ 360 h 451"/>
              <a:gd name="T110" fmla="*/ 29 w 659"/>
              <a:gd name="T111" fmla="*/ 360 h 451"/>
              <a:gd name="T112" fmla="*/ 29 w 659"/>
              <a:gd name="T113" fmla="*/ 253 h 4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659" h="451">
                <a:moveTo>
                  <a:pt x="0" y="374"/>
                </a:moveTo>
                <a:lnTo>
                  <a:pt x="0" y="374"/>
                </a:lnTo>
                <a:cubicBezTo>
                  <a:pt x="0" y="434"/>
                  <a:pt x="0" y="434"/>
                  <a:pt x="0" y="434"/>
                </a:cubicBezTo>
                <a:cubicBezTo>
                  <a:pt x="0" y="443"/>
                  <a:pt x="7" y="450"/>
                  <a:pt x="14" y="450"/>
                </a:cubicBezTo>
                <a:cubicBezTo>
                  <a:pt x="22" y="450"/>
                  <a:pt x="29" y="443"/>
                  <a:pt x="29" y="434"/>
                </a:cubicBezTo>
                <a:cubicBezTo>
                  <a:pt x="29" y="389"/>
                  <a:pt x="29" y="389"/>
                  <a:pt x="29" y="389"/>
                </a:cubicBezTo>
                <a:cubicBezTo>
                  <a:pt x="629" y="389"/>
                  <a:pt x="629" y="389"/>
                  <a:pt x="629" y="389"/>
                </a:cubicBezTo>
                <a:cubicBezTo>
                  <a:pt x="629" y="434"/>
                  <a:pt x="629" y="434"/>
                  <a:pt x="629" y="434"/>
                </a:cubicBezTo>
                <a:cubicBezTo>
                  <a:pt x="629" y="443"/>
                  <a:pt x="636" y="450"/>
                  <a:pt x="643" y="450"/>
                </a:cubicBezTo>
                <a:cubicBezTo>
                  <a:pt x="651" y="450"/>
                  <a:pt x="658" y="443"/>
                  <a:pt x="658" y="434"/>
                </a:cubicBezTo>
                <a:cubicBezTo>
                  <a:pt x="658" y="374"/>
                  <a:pt x="658" y="374"/>
                  <a:pt x="658" y="374"/>
                </a:cubicBezTo>
                <a:lnTo>
                  <a:pt x="658" y="374"/>
                </a:lnTo>
                <a:cubicBezTo>
                  <a:pt x="658" y="253"/>
                  <a:pt x="658" y="253"/>
                  <a:pt x="658" y="253"/>
                </a:cubicBezTo>
                <a:cubicBezTo>
                  <a:pt x="658" y="229"/>
                  <a:pt x="639" y="210"/>
                  <a:pt x="615" y="210"/>
                </a:cubicBezTo>
                <a:cubicBezTo>
                  <a:pt x="598" y="210"/>
                  <a:pt x="598" y="210"/>
                  <a:pt x="598" y="210"/>
                </a:cubicBezTo>
                <a:cubicBezTo>
                  <a:pt x="598" y="72"/>
                  <a:pt x="598" y="72"/>
                  <a:pt x="598" y="72"/>
                </a:cubicBezTo>
                <a:cubicBezTo>
                  <a:pt x="598" y="33"/>
                  <a:pt x="567" y="0"/>
                  <a:pt x="526" y="0"/>
                </a:cubicBezTo>
                <a:cubicBezTo>
                  <a:pt x="130" y="0"/>
                  <a:pt x="130" y="0"/>
                  <a:pt x="130" y="0"/>
                </a:cubicBezTo>
                <a:cubicBezTo>
                  <a:pt x="91" y="0"/>
                  <a:pt x="59" y="33"/>
                  <a:pt x="59" y="72"/>
                </a:cubicBezTo>
                <a:cubicBezTo>
                  <a:pt x="59" y="210"/>
                  <a:pt x="59" y="210"/>
                  <a:pt x="59" y="210"/>
                </a:cubicBezTo>
                <a:cubicBezTo>
                  <a:pt x="43" y="210"/>
                  <a:pt x="43" y="210"/>
                  <a:pt x="43" y="210"/>
                </a:cubicBezTo>
                <a:cubicBezTo>
                  <a:pt x="20" y="210"/>
                  <a:pt x="0" y="229"/>
                  <a:pt x="0" y="253"/>
                </a:cubicBezTo>
                <a:lnTo>
                  <a:pt x="0" y="374"/>
                </a:lnTo>
                <a:close/>
                <a:moveTo>
                  <a:pt x="90" y="72"/>
                </a:moveTo>
                <a:lnTo>
                  <a:pt x="90" y="72"/>
                </a:lnTo>
                <a:cubicBezTo>
                  <a:pt x="90" y="48"/>
                  <a:pt x="108" y="30"/>
                  <a:pt x="130" y="30"/>
                </a:cubicBezTo>
                <a:cubicBezTo>
                  <a:pt x="526" y="30"/>
                  <a:pt x="526" y="30"/>
                  <a:pt x="526" y="30"/>
                </a:cubicBezTo>
                <a:cubicBezTo>
                  <a:pt x="550" y="30"/>
                  <a:pt x="569" y="48"/>
                  <a:pt x="569" y="72"/>
                </a:cubicBezTo>
                <a:cubicBezTo>
                  <a:pt x="569" y="210"/>
                  <a:pt x="569" y="210"/>
                  <a:pt x="569" y="210"/>
                </a:cubicBezTo>
                <a:cubicBezTo>
                  <a:pt x="479" y="210"/>
                  <a:pt x="479" y="210"/>
                  <a:pt x="479" y="210"/>
                </a:cubicBezTo>
                <a:cubicBezTo>
                  <a:pt x="479" y="145"/>
                  <a:pt x="479" y="145"/>
                  <a:pt x="479" y="145"/>
                </a:cubicBezTo>
                <a:cubicBezTo>
                  <a:pt x="479" y="114"/>
                  <a:pt x="453" y="90"/>
                  <a:pt x="424" y="90"/>
                </a:cubicBezTo>
                <a:cubicBezTo>
                  <a:pt x="234" y="90"/>
                  <a:pt x="234" y="90"/>
                  <a:pt x="234" y="90"/>
                </a:cubicBezTo>
                <a:cubicBezTo>
                  <a:pt x="203" y="90"/>
                  <a:pt x="180" y="114"/>
                  <a:pt x="180" y="145"/>
                </a:cubicBezTo>
                <a:cubicBezTo>
                  <a:pt x="180" y="210"/>
                  <a:pt x="180" y="210"/>
                  <a:pt x="180" y="210"/>
                </a:cubicBezTo>
                <a:cubicBezTo>
                  <a:pt x="90" y="210"/>
                  <a:pt x="90" y="210"/>
                  <a:pt x="90" y="210"/>
                </a:cubicBezTo>
                <a:lnTo>
                  <a:pt x="90" y="72"/>
                </a:lnTo>
                <a:close/>
                <a:moveTo>
                  <a:pt x="449" y="210"/>
                </a:moveTo>
                <a:lnTo>
                  <a:pt x="449" y="210"/>
                </a:lnTo>
                <a:cubicBezTo>
                  <a:pt x="209" y="210"/>
                  <a:pt x="209" y="210"/>
                  <a:pt x="209" y="210"/>
                </a:cubicBezTo>
                <a:cubicBezTo>
                  <a:pt x="209" y="145"/>
                  <a:pt x="209" y="145"/>
                  <a:pt x="209" y="145"/>
                </a:cubicBezTo>
                <a:cubicBezTo>
                  <a:pt x="209" y="131"/>
                  <a:pt x="220" y="120"/>
                  <a:pt x="234" y="120"/>
                </a:cubicBezTo>
                <a:cubicBezTo>
                  <a:pt x="424" y="120"/>
                  <a:pt x="424" y="120"/>
                  <a:pt x="424" y="120"/>
                </a:cubicBezTo>
                <a:cubicBezTo>
                  <a:pt x="438" y="120"/>
                  <a:pt x="449" y="131"/>
                  <a:pt x="449" y="145"/>
                </a:cubicBezTo>
                <a:lnTo>
                  <a:pt x="449" y="210"/>
                </a:lnTo>
                <a:close/>
                <a:moveTo>
                  <a:pt x="29" y="253"/>
                </a:moveTo>
                <a:lnTo>
                  <a:pt x="29" y="253"/>
                </a:lnTo>
                <a:cubicBezTo>
                  <a:pt x="29" y="246"/>
                  <a:pt x="35" y="239"/>
                  <a:pt x="43" y="239"/>
                </a:cubicBezTo>
                <a:cubicBezTo>
                  <a:pt x="74" y="239"/>
                  <a:pt x="74" y="239"/>
                  <a:pt x="74" y="239"/>
                </a:cubicBezTo>
                <a:cubicBezTo>
                  <a:pt x="194" y="239"/>
                  <a:pt x="194" y="239"/>
                  <a:pt x="194" y="239"/>
                </a:cubicBezTo>
                <a:cubicBezTo>
                  <a:pt x="463" y="239"/>
                  <a:pt x="463" y="239"/>
                  <a:pt x="463" y="239"/>
                </a:cubicBezTo>
                <a:cubicBezTo>
                  <a:pt x="584" y="239"/>
                  <a:pt x="584" y="239"/>
                  <a:pt x="584" y="239"/>
                </a:cubicBezTo>
                <a:cubicBezTo>
                  <a:pt x="615" y="239"/>
                  <a:pt x="615" y="239"/>
                  <a:pt x="615" y="239"/>
                </a:cubicBezTo>
                <a:cubicBezTo>
                  <a:pt x="622" y="239"/>
                  <a:pt x="629" y="246"/>
                  <a:pt x="629" y="253"/>
                </a:cubicBezTo>
                <a:cubicBezTo>
                  <a:pt x="629" y="360"/>
                  <a:pt x="629" y="360"/>
                  <a:pt x="629" y="360"/>
                </a:cubicBezTo>
                <a:cubicBezTo>
                  <a:pt x="29" y="360"/>
                  <a:pt x="29" y="360"/>
                  <a:pt x="29" y="360"/>
                </a:cubicBezTo>
                <a:lnTo>
                  <a:pt x="29" y="253"/>
                </a:lnTo>
                <a:close/>
              </a:path>
            </a:pathLst>
          </a:custGeom>
          <a:solidFill>
            <a:schemeClr val="accent4"/>
          </a:solidFill>
          <a:ln>
            <a:noFill/>
          </a:ln>
          <a:effectLst/>
        </p:spPr>
        <p:txBody>
          <a:bodyPr wrap="none" anchor="ctr"/>
          <a:lstStyle/>
          <a:p>
            <a:endParaRPr lang="da-DK"/>
          </a:p>
        </p:txBody>
      </p:sp>
      <p:grpSp>
        <p:nvGrpSpPr>
          <p:cNvPr id="266" name="Group 269">
            <a:extLst>
              <a:ext uri="{FF2B5EF4-FFF2-40B4-BE49-F238E27FC236}">
                <a16:creationId xmlns:a16="http://schemas.microsoft.com/office/drawing/2014/main" id="{0F1EB3E8-FB57-E737-676C-B6BDB8B80182}"/>
              </a:ext>
            </a:extLst>
          </p:cNvPr>
          <p:cNvGrpSpPr/>
          <p:nvPr/>
        </p:nvGrpSpPr>
        <p:grpSpPr>
          <a:xfrm>
            <a:off x="10281840" y="2362076"/>
            <a:ext cx="303213" cy="236538"/>
            <a:chOff x="9245600" y="4168775"/>
            <a:chExt cx="303213" cy="236538"/>
          </a:xfrm>
          <a:solidFill>
            <a:schemeClr val="accent4"/>
          </a:solidFill>
        </p:grpSpPr>
        <p:sp>
          <p:nvSpPr>
            <p:cNvPr id="267" name="Freeform 150">
              <a:extLst>
                <a:ext uri="{FF2B5EF4-FFF2-40B4-BE49-F238E27FC236}">
                  <a16:creationId xmlns:a16="http://schemas.microsoft.com/office/drawing/2014/main" id="{EB6F74CD-0898-E347-939D-AD88AAC00072}"/>
                </a:ext>
              </a:extLst>
            </p:cNvPr>
            <p:cNvSpPr>
              <a:spLocks noChangeArrowheads="1"/>
            </p:cNvSpPr>
            <p:nvPr/>
          </p:nvSpPr>
          <p:spPr bwMode="auto">
            <a:xfrm>
              <a:off x="9431338" y="4217988"/>
              <a:ext cx="76200" cy="130175"/>
            </a:xfrm>
            <a:custGeom>
              <a:avLst/>
              <a:gdLst>
                <a:gd name="T0" fmla="*/ 90 w 212"/>
                <a:gd name="T1" fmla="*/ 250 h 361"/>
                <a:gd name="T2" fmla="*/ 90 w 212"/>
                <a:gd name="T3" fmla="*/ 250 h 361"/>
                <a:gd name="T4" fmla="*/ 90 w 212"/>
                <a:gd name="T5" fmla="*/ 329 h 361"/>
                <a:gd name="T6" fmla="*/ 76 w 212"/>
                <a:gd name="T7" fmla="*/ 329 h 361"/>
                <a:gd name="T8" fmla="*/ 60 w 212"/>
                <a:gd name="T9" fmla="*/ 344 h 361"/>
                <a:gd name="T10" fmla="*/ 76 w 212"/>
                <a:gd name="T11" fmla="*/ 360 h 361"/>
                <a:gd name="T12" fmla="*/ 135 w 212"/>
                <a:gd name="T13" fmla="*/ 360 h 361"/>
                <a:gd name="T14" fmla="*/ 150 w 212"/>
                <a:gd name="T15" fmla="*/ 344 h 361"/>
                <a:gd name="T16" fmla="*/ 135 w 212"/>
                <a:gd name="T17" fmla="*/ 329 h 361"/>
                <a:gd name="T18" fmla="*/ 121 w 212"/>
                <a:gd name="T19" fmla="*/ 329 h 361"/>
                <a:gd name="T20" fmla="*/ 121 w 212"/>
                <a:gd name="T21" fmla="*/ 250 h 361"/>
                <a:gd name="T22" fmla="*/ 211 w 212"/>
                <a:gd name="T23" fmla="*/ 146 h 361"/>
                <a:gd name="T24" fmla="*/ 211 w 212"/>
                <a:gd name="T25" fmla="*/ 145 h 361"/>
                <a:gd name="T26" fmla="*/ 202 w 212"/>
                <a:gd name="T27" fmla="*/ 14 h 361"/>
                <a:gd name="T28" fmla="*/ 188 w 212"/>
                <a:gd name="T29" fmla="*/ 0 h 361"/>
                <a:gd name="T30" fmla="*/ 22 w 212"/>
                <a:gd name="T31" fmla="*/ 0 h 361"/>
                <a:gd name="T32" fmla="*/ 8 w 212"/>
                <a:gd name="T33" fmla="*/ 14 h 361"/>
                <a:gd name="T34" fmla="*/ 0 w 212"/>
                <a:gd name="T35" fmla="*/ 145 h 361"/>
                <a:gd name="T36" fmla="*/ 0 w 212"/>
                <a:gd name="T37" fmla="*/ 146 h 361"/>
                <a:gd name="T38" fmla="*/ 90 w 212"/>
                <a:gd name="T39" fmla="*/ 250 h 361"/>
                <a:gd name="T40" fmla="*/ 174 w 212"/>
                <a:gd name="T41" fmla="*/ 30 h 361"/>
                <a:gd name="T42" fmla="*/ 174 w 212"/>
                <a:gd name="T43" fmla="*/ 30 h 361"/>
                <a:gd name="T44" fmla="*/ 180 w 212"/>
                <a:gd name="T45" fmla="*/ 146 h 361"/>
                <a:gd name="T46" fmla="*/ 159 w 212"/>
                <a:gd name="T47" fmla="*/ 198 h 361"/>
                <a:gd name="T48" fmla="*/ 105 w 212"/>
                <a:gd name="T49" fmla="*/ 221 h 361"/>
                <a:gd name="T50" fmla="*/ 52 w 212"/>
                <a:gd name="T51" fmla="*/ 198 h 361"/>
                <a:gd name="T52" fmla="*/ 31 w 212"/>
                <a:gd name="T53" fmla="*/ 146 h 361"/>
                <a:gd name="T54" fmla="*/ 38 w 212"/>
                <a:gd name="T55" fmla="*/ 30 h 361"/>
                <a:gd name="T56" fmla="*/ 174 w 212"/>
                <a:gd name="T57" fmla="*/ 30 h 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212" h="361">
                  <a:moveTo>
                    <a:pt x="90" y="250"/>
                  </a:moveTo>
                  <a:lnTo>
                    <a:pt x="90" y="250"/>
                  </a:lnTo>
                  <a:cubicBezTo>
                    <a:pt x="90" y="329"/>
                    <a:pt x="90" y="329"/>
                    <a:pt x="90" y="329"/>
                  </a:cubicBezTo>
                  <a:cubicBezTo>
                    <a:pt x="76" y="329"/>
                    <a:pt x="76" y="329"/>
                    <a:pt x="76" y="329"/>
                  </a:cubicBezTo>
                  <a:cubicBezTo>
                    <a:pt x="67" y="329"/>
                    <a:pt x="60" y="336"/>
                    <a:pt x="60" y="344"/>
                  </a:cubicBezTo>
                  <a:cubicBezTo>
                    <a:pt x="60" y="353"/>
                    <a:pt x="67" y="360"/>
                    <a:pt x="76" y="360"/>
                  </a:cubicBezTo>
                  <a:cubicBezTo>
                    <a:pt x="135" y="360"/>
                    <a:pt x="135" y="360"/>
                    <a:pt x="135" y="360"/>
                  </a:cubicBezTo>
                  <a:cubicBezTo>
                    <a:pt x="143" y="360"/>
                    <a:pt x="150" y="353"/>
                    <a:pt x="150" y="344"/>
                  </a:cubicBezTo>
                  <a:cubicBezTo>
                    <a:pt x="150" y="336"/>
                    <a:pt x="143" y="329"/>
                    <a:pt x="135" y="329"/>
                  </a:cubicBezTo>
                  <a:cubicBezTo>
                    <a:pt x="121" y="329"/>
                    <a:pt x="121" y="329"/>
                    <a:pt x="121" y="329"/>
                  </a:cubicBezTo>
                  <a:cubicBezTo>
                    <a:pt x="121" y="250"/>
                    <a:pt x="121" y="250"/>
                    <a:pt x="121" y="250"/>
                  </a:cubicBezTo>
                  <a:cubicBezTo>
                    <a:pt x="171" y="242"/>
                    <a:pt x="211" y="198"/>
                    <a:pt x="211" y="146"/>
                  </a:cubicBezTo>
                  <a:cubicBezTo>
                    <a:pt x="211" y="145"/>
                    <a:pt x="211" y="145"/>
                    <a:pt x="211" y="145"/>
                  </a:cubicBezTo>
                  <a:cubicBezTo>
                    <a:pt x="202" y="14"/>
                    <a:pt x="202" y="14"/>
                    <a:pt x="202" y="14"/>
                  </a:cubicBezTo>
                  <a:cubicBezTo>
                    <a:pt x="202" y="6"/>
                    <a:pt x="195" y="0"/>
                    <a:pt x="188" y="0"/>
                  </a:cubicBezTo>
                  <a:cubicBezTo>
                    <a:pt x="22" y="0"/>
                    <a:pt x="22" y="0"/>
                    <a:pt x="22" y="0"/>
                  </a:cubicBezTo>
                  <a:cubicBezTo>
                    <a:pt x="15" y="0"/>
                    <a:pt x="8" y="6"/>
                    <a:pt x="8" y="14"/>
                  </a:cubicBezTo>
                  <a:cubicBezTo>
                    <a:pt x="0" y="145"/>
                    <a:pt x="0" y="145"/>
                    <a:pt x="0" y="145"/>
                  </a:cubicBezTo>
                  <a:cubicBezTo>
                    <a:pt x="0" y="146"/>
                    <a:pt x="0" y="146"/>
                    <a:pt x="0" y="146"/>
                  </a:cubicBezTo>
                  <a:cubicBezTo>
                    <a:pt x="0" y="198"/>
                    <a:pt x="39" y="242"/>
                    <a:pt x="90" y="250"/>
                  </a:cubicBezTo>
                  <a:close/>
                  <a:moveTo>
                    <a:pt x="174" y="30"/>
                  </a:moveTo>
                  <a:lnTo>
                    <a:pt x="174" y="30"/>
                  </a:lnTo>
                  <a:cubicBezTo>
                    <a:pt x="180" y="146"/>
                    <a:pt x="180" y="146"/>
                    <a:pt x="180" y="146"/>
                  </a:cubicBezTo>
                  <a:cubicBezTo>
                    <a:pt x="180" y="167"/>
                    <a:pt x="171" y="185"/>
                    <a:pt x="159" y="198"/>
                  </a:cubicBezTo>
                  <a:cubicBezTo>
                    <a:pt x="145" y="212"/>
                    <a:pt x="126" y="221"/>
                    <a:pt x="105" y="221"/>
                  </a:cubicBezTo>
                  <a:cubicBezTo>
                    <a:pt x="84" y="221"/>
                    <a:pt x="66" y="212"/>
                    <a:pt x="52" y="198"/>
                  </a:cubicBezTo>
                  <a:cubicBezTo>
                    <a:pt x="39" y="185"/>
                    <a:pt x="31" y="167"/>
                    <a:pt x="31" y="146"/>
                  </a:cubicBezTo>
                  <a:cubicBezTo>
                    <a:pt x="38" y="30"/>
                    <a:pt x="38" y="30"/>
                    <a:pt x="38" y="30"/>
                  </a:cubicBezTo>
                  <a:lnTo>
                    <a:pt x="174" y="3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8" name="Freeform 219">
              <a:extLst>
                <a:ext uri="{FF2B5EF4-FFF2-40B4-BE49-F238E27FC236}">
                  <a16:creationId xmlns:a16="http://schemas.microsoft.com/office/drawing/2014/main" id="{BB960544-50E2-013E-0142-624E1CB83CFC}"/>
                </a:ext>
              </a:extLst>
            </p:cNvPr>
            <p:cNvSpPr>
              <a:spLocks noChangeArrowheads="1"/>
            </p:cNvSpPr>
            <p:nvPr/>
          </p:nvSpPr>
          <p:spPr bwMode="auto">
            <a:xfrm>
              <a:off x="9245600" y="4168775"/>
              <a:ext cx="303213" cy="236538"/>
            </a:xfrm>
            <a:custGeom>
              <a:avLst/>
              <a:gdLst>
                <a:gd name="T0" fmla="*/ 417 w 843"/>
                <a:gd name="T1" fmla="*/ 657 h 658"/>
                <a:gd name="T2" fmla="*/ 417 w 843"/>
                <a:gd name="T3" fmla="*/ 657 h 658"/>
                <a:gd name="T4" fmla="*/ 426 w 843"/>
                <a:gd name="T5" fmla="*/ 657 h 658"/>
                <a:gd name="T6" fmla="*/ 574 w 843"/>
                <a:gd name="T7" fmla="*/ 626 h 658"/>
                <a:gd name="T8" fmla="*/ 793 w 843"/>
                <a:gd name="T9" fmla="*/ 621 h 658"/>
                <a:gd name="T10" fmla="*/ 828 w 843"/>
                <a:gd name="T11" fmla="*/ 621 h 658"/>
                <a:gd name="T12" fmla="*/ 838 w 843"/>
                <a:gd name="T13" fmla="*/ 617 h 658"/>
                <a:gd name="T14" fmla="*/ 842 w 843"/>
                <a:gd name="T15" fmla="*/ 605 h 658"/>
                <a:gd name="T16" fmla="*/ 842 w 843"/>
                <a:gd name="T17" fmla="*/ 14 h 658"/>
                <a:gd name="T18" fmla="*/ 838 w 843"/>
                <a:gd name="T19" fmla="*/ 4 h 658"/>
                <a:gd name="T20" fmla="*/ 828 w 843"/>
                <a:gd name="T21" fmla="*/ 0 h 658"/>
                <a:gd name="T22" fmla="*/ 595 w 843"/>
                <a:gd name="T23" fmla="*/ 4 h 658"/>
                <a:gd name="T24" fmla="*/ 421 w 843"/>
                <a:gd name="T25" fmla="*/ 37 h 658"/>
                <a:gd name="T26" fmla="*/ 247 w 843"/>
                <a:gd name="T27" fmla="*/ 4 h 658"/>
                <a:gd name="T28" fmla="*/ 15 w 843"/>
                <a:gd name="T29" fmla="*/ 0 h 658"/>
                <a:gd name="T30" fmla="*/ 5 w 843"/>
                <a:gd name="T31" fmla="*/ 4 h 658"/>
                <a:gd name="T32" fmla="*/ 0 w 843"/>
                <a:gd name="T33" fmla="*/ 14 h 658"/>
                <a:gd name="T34" fmla="*/ 0 w 843"/>
                <a:gd name="T35" fmla="*/ 605 h 658"/>
                <a:gd name="T36" fmla="*/ 15 w 843"/>
                <a:gd name="T37" fmla="*/ 621 h 658"/>
                <a:gd name="T38" fmla="*/ 257 w 843"/>
                <a:gd name="T39" fmla="*/ 626 h 658"/>
                <a:gd name="T40" fmla="*/ 417 w 843"/>
                <a:gd name="T41" fmla="*/ 657 h 658"/>
                <a:gd name="T42" fmla="*/ 598 w 843"/>
                <a:gd name="T43" fmla="*/ 34 h 658"/>
                <a:gd name="T44" fmla="*/ 598 w 843"/>
                <a:gd name="T45" fmla="*/ 34 h 658"/>
                <a:gd name="T46" fmla="*/ 813 w 843"/>
                <a:gd name="T47" fmla="*/ 30 h 658"/>
                <a:gd name="T48" fmla="*/ 813 w 843"/>
                <a:gd name="T49" fmla="*/ 591 h 658"/>
                <a:gd name="T50" fmla="*/ 793 w 843"/>
                <a:gd name="T51" fmla="*/ 591 h 658"/>
                <a:gd name="T52" fmla="*/ 572 w 843"/>
                <a:gd name="T53" fmla="*/ 595 h 658"/>
                <a:gd name="T54" fmla="*/ 436 w 843"/>
                <a:gd name="T55" fmla="*/ 622 h 658"/>
                <a:gd name="T56" fmla="*/ 436 w 843"/>
                <a:gd name="T57" fmla="*/ 63 h 658"/>
                <a:gd name="T58" fmla="*/ 598 w 843"/>
                <a:gd name="T59" fmla="*/ 34 h 658"/>
                <a:gd name="T60" fmla="*/ 407 w 843"/>
                <a:gd name="T61" fmla="*/ 63 h 658"/>
                <a:gd name="T62" fmla="*/ 407 w 843"/>
                <a:gd name="T63" fmla="*/ 63 h 658"/>
                <a:gd name="T64" fmla="*/ 407 w 843"/>
                <a:gd name="T65" fmla="*/ 622 h 658"/>
                <a:gd name="T66" fmla="*/ 259 w 843"/>
                <a:gd name="T67" fmla="*/ 595 h 658"/>
                <a:gd name="T68" fmla="*/ 31 w 843"/>
                <a:gd name="T69" fmla="*/ 591 h 658"/>
                <a:gd name="T70" fmla="*/ 31 w 843"/>
                <a:gd name="T71" fmla="*/ 30 h 658"/>
                <a:gd name="T72" fmla="*/ 245 w 843"/>
                <a:gd name="T73" fmla="*/ 34 h 658"/>
                <a:gd name="T74" fmla="*/ 407 w 843"/>
                <a:gd name="T75" fmla="*/ 63 h 6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43" h="658">
                  <a:moveTo>
                    <a:pt x="417" y="657"/>
                  </a:moveTo>
                  <a:lnTo>
                    <a:pt x="417" y="657"/>
                  </a:lnTo>
                  <a:cubicBezTo>
                    <a:pt x="419" y="657"/>
                    <a:pt x="424" y="657"/>
                    <a:pt x="426" y="657"/>
                  </a:cubicBezTo>
                  <a:cubicBezTo>
                    <a:pt x="477" y="639"/>
                    <a:pt x="521" y="631"/>
                    <a:pt x="574" y="626"/>
                  </a:cubicBezTo>
                  <a:cubicBezTo>
                    <a:pt x="629" y="621"/>
                    <a:pt x="695" y="621"/>
                    <a:pt x="793" y="621"/>
                  </a:cubicBezTo>
                  <a:cubicBezTo>
                    <a:pt x="804" y="621"/>
                    <a:pt x="815" y="621"/>
                    <a:pt x="828" y="621"/>
                  </a:cubicBezTo>
                  <a:cubicBezTo>
                    <a:pt x="832" y="621"/>
                    <a:pt x="835" y="619"/>
                    <a:pt x="838" y="617"/>
                  </a:cubicBezTo>
                  <a:cubicBezTo>
                    <a:pt x="841" y="614"/>
                    <a:pt x="842" y="610"/>
                    <a:pt x="842" y="605"/>
                  </a:cubicBezTo>
                  <a:cubicBezTo>
                    <a:pt x="842" y="14"/>
                    <a:pt x="842" y="14"/>
                    <a:pt x="842" y="14"/>
                  </a:cubicBezTo>
                  <a:cubicBezTo>
                    <a:pt x="842" y="10"/>
                    <a:pt x="841" y="7"/>
                    <a:pt x="838" y="4"/>
                  </a:cubicBezTo>
                  <a:cubicBezTo>
                    <a:pt x="835" y="2"/>
                    <a:pt x="832" y="0"/>
                    <a:pt x="828" y="0"/>
                  </a:cubicBezTo>
                  <a:cubicBezTo>
                    <a:pt x="717" y="0"/>
                    <a:pt x="653" y="0"/>
                    <a:pt x="595" y="4"/>
                  </a:cubicBezTo>
                  <a:cubicBezTo>
                    <a:pt x="540" y="9"/>
                    <a:pt x="494" y="18"/>
                    <a:pt x="421" y="37"/>
                  </a:cubicBezTo>
                  <a:cubicBezTo>
                    <a:pt x="349" y="18"/>
                    <a:pt x="303" y="9"/>
                    <a:pt x="247" y="4"/>
                  </a:cubicBezTo>
                  <a:cubicBezTo>
                    <a:pt x="191" y="0"/>
                    <a:pt x="126" y="0"/>
                    <a:pt x="15" y="0"/>
                  </a:cubicBezTo>
                  <a:cubicBezTo>
                    <a:pt x="11" y="0"/>
                    <a:pt x="8" y="2"/>
                    <a:pt x="5" y="4"/>
                  </a:cubicBezTo>
                  <a:cubicBezTo>
                    <a:pt x="2" y="7"/>
                    <a:pt x="0" y="11"/>
                    <a:pt x="0" y="14"/>
                  </a:cubicBezTo>
                  <a:cubicBezTo>
                    <a:pt x="0" y="605"/>
                    <a:pt x="0" y="605"/>
                    <a:pt x="0" y="605"/>
                  </a:cubicBezTo>
                  <a:cubicBezTo>
                    <a:pt x="0" y="614"/>
                    <a:pt x="7" y="621"/>
                    <a:pt x="15" y="621"/>
                  </a:cubicBezTo>
                  <a:cubicBezTo>
                    <a:pt x="123" y="622"/>
                    <a:pt x="198" y="622"/>
                    <a:pt x="257" y="626"/>
                  </a:cubicBezTo>
                  <a:cubicBezTo>
                    <a:pt x="317" y="631"/>
                    <a:pt x="362" y="639"/>
                    <a:pt x="417" y="657"/>
                  </a:cubicBezTo>
                  <a:close/>
                  <a:moveTo>
                    <a:pt x="598" y="34"/>
                  </a:moveTo>
                  <a:lnTo>
                    <a:pt x="598" y="34"/>
                  </a:lnTo>
                  <a:cubicBezTo>
                    <a:pt x="650" y="30"/>
                    <a:pt x="711" y="30"/>
                    <a:pt x="813" y="30"/>
                  </a:cubicBezTo>
                  <a:cubicBezTo>
                    <a:pt x="813" y="591"/>
                    <a:pt x="813" y="591"/>
                    <a:pt x="813" y="591"/>
                  </a:cubicBezTo>
                  <a:cubicBezTo>
                    <a:pt x="806" y="591"/>
                    <a:pt x="799" y="591"/>
                    <a:pt x="793" y="591"/>
                  </a:cubicBezTo>
                  <a:cubicBezTo>
                    <a:pt x="695" y="591"/>
                    <a:pt x="629" y="591"/>
                    <a:pt x="572" y="595"/>
                  </a:cubicBezTo>
                  <a:cubicBezTo>
                    <a:pt x="523" y="600"/>
                    <a:pt x="481" y="608"/>
                    <a:pt x="436" y="622"/>
                  </a:cubicBezTo>
                  <a:cubicBezTo>
                    <a:pt x="436" y="63"/>
                    <a:pt x="436" y="63"/>
                    <a:pt x="436" y="63"/>
                  </a:cubicBezTo>
                  <a:cubicBezTo>
                    <a:pt x="504" y="47"/>
                    <a:pt x="547" y="38"/>
                    <a:pt x="598" y="34"/>
                  </a:cubicBezTo>
                  <a:close/>
                  <a:moveTo>
                    <a:pt x="407" y="63"/>
                  </a:moveTo>
                  <a:lnTo>
                    <a:pt x="407" y="63"/>
                  </a:lnTo>
                  <a:cubicBezTo>
                    <a:pt x="407" y="622"/>
                    <a:pt x="407" y="622"/>
                    <a:pt x="407" y="622"/>
                  </a:cubicBezTo>
                  <a:cubicBezTo>
                    <a:pt x="358" y="607"/>
                    <a:pt x="313" y="600"/>
                    <a:pt x="259" y="595"/>
                  </a:cubicBezTo>
                  <a:cubicBezTo>
                    <a:pt x="200" y="591"/>
                    <a:pt x="130" y="591"/>
                    <a:pt x="31" y="591"/>
                  </a:cubicBezTo>
                  <a:cubicBezTo>
                    <a:pt x="31" y="30"/>
                    <a:pt x="31" y="30"/>
                    <a:pt x="31" y="30"/>
                  </a:cubicBezTo>
                  <a:cubicBezTo>
                    <a:pt x="132" y="30"/>
                    <a:pt x="193" y="30"/>
                    <a:pt x="245" y="34"/>
                  </a:cubicBezTo>
                  <a:cubicBezTo>
                    <a:pt x="296" y="38"/>
                    <a:pt x="339" y="47"/>
                    <a:pt x="407" y="6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69" name="Freeform 220">
              <a:extLst>
                <a:ext uri="{FF2B5EF4-FFF2-40B4-BE49-F238E27FC236}">
                  <a16:creationId xmlns:a16="http://schemas.microsoft.com/office/drawing/2014/main" id="{E9B0C9B0-54B0-B7D7-4430-3A8F463F9FB6}"/>
                </a:ext>
              </a:extLst>
            </p:cNvPr>
            <p:cNvSpPr>
              <a:spLocks noChangeArrowheads="1"/>
            </p:cNvSpPr>
            <p:nvPr/>
          </p:nvSpPr>
          <p:spPr bwMode="auto">
            <a:xfrm>
              <a:off x="9285288" y="4233863"/>
              <a:ext cx="77787" cy="11112"/>
            </a:xfrm>
            <a:custGeom>
              <a:avLst/>
              <a:gdLst>
                <a:gd name="T0" fmla="*/ 15 w 215"/>
                <a:gd name="T1" fmla="*/ 29 h 30"/>
                <a:gd name="T2" fmla="*/ 15 w 215"/>
                <a:gd name="T3" fmla="*/ 29 h 30"/>
                <a:gd name="T4" fmla="*/ 200 w 215"/>
                <a:gd name="T5" fmla="*/ 29 h 30"/>
                <a:gd name="T6" fmla="*/ 214 w 215"/>
                <a:gd name="T7" fmla="*/ 15 h 30"/>
                <a:gd name="T8" fmla="*/ 200 w 215"/>
                <a:gd name="T9" fmla="*/ 0 h 30"/>
                <a:gd name="T10" fmla="*/ 15 w 215"/>
                <a:gd name="T11" fmla="*/ 0 h 30"/>
                <a:gd name="T12" fmla="*/ 0 w 215"/>
                <a:gd name="T13" fmla="*/ 15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5"/>
                  </a:cubicBezTo>
                  <a:cubicBezTo>
                    <a:pt x="214" y="7"/>
                    <a:pt x="207" y="0"/>
                    <a:pt x="200" y="0"/>
                  </a:cubicBezTo>
                  <a:cubicBezTo>
                    <a:pt x="15" y="0"/>
                    <a:pt x="15" y="0"/>
                    <a:pt x="15" y="0"/>
                  </a:cubicBezTo>
                  <a:cubicBezTo>
                    <a:pt x="7" y="0"/>
                    <a:pt x="0" y="7"/>
                    <a:pt x="0" y="15"/>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0" name="Freeform 221">
              <a:extLst>
                <a:ext uri="{FF2B5EF4-FFF2-40B4-BE49-F238E27FC236}">
                  <a16:creationId xmlns:a16="http://schemas.microsoft.com/office/drawing/2014/main" id="{6D57EBB1-0761-3986-0719-77418EE65A61}"/>
                </a:ext>
              </a:extLst>
            </p:cNvPr>
            <p:cNvSpPr>
              <a:spLocks noChangeArrowheads="1"/>
            </p:cNvSpPr>
            <p:nvPr/>
          </p:nvSpPr>
          <p:spPr bwMode="auto">
            <a:xfrm>
              <a:off x="9285288" y="4273550"/>
              <a:ext cx="77787" cy="11113"/>
            </a:xfrm>
            <a:custGeom>
              <a:avLst/>
              <a:gdLst>
                <a:gd name="T0" fmla="*/ 15 w 215"/>
                <a:gd name="T1" fmla="*/ 29 h 30"/>
                <a:gd name="T2" fmla="*/ 15 w 215"/>
                <a:gd name="T3" fmla="*/ 29 h 30"/>
                <a:gd name="T4" fmla="*/ 200 w 215"/>
                <a:gd name="T5" fmla="*/ 29 h 30"/>
                <a:gd name="T6" fmla="*/ 214 w 215"/>
                <a:gd name="T7" fmla="*/ 14 h 30"/>
                <a:gd name="T8" fmla="*/ 200 w 215"/>
                <a:gd name="T9" fmla="*/ 0 h 30"/>
                <a:gd name="T10" fmla="*/ 15 w 215"/>
                <a:gd name="T11" fmla="*/ 0 h 30"/>
                <a:gd name="T12" fmla="*/ 0 w 215"/>
                <a:gd name="T13" fmla="*/ 14 h 30"/>
                <a:gd name="T14" fmla="*/ 15 w 215"/>
                <a:gd name="T15" fmla="*/ 29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15" y="29"/>
                  </a:moveTo>
                  <a:lnTo>
                    <a:pt x="15" y="29"/>
                  </a:lnTo>
                  <a:cubicBezTo>
                    <a:pt x="200" y="29"/>
                    <a:pt x="200" y="29"/>
                    <a:pt x="200" y="29"/>
                  </a:cubicBezTo>
                  <a:cubicBezTo>
                    <a:pt x="207" y="29"/>
                    <a:pt x="214" y="22"/>
                    <a:pt x="214" y="14"/>
                  </a:cubicBezTo>
                  <a:cubicBezTo>
                    <a:pt x="214" y="7"/>
                    <a:pt x="207" y="0"/>
                    <a:pt x="200" y="0"/>
                  </a:cubicBezTo>
                  <a:cubicBezTo>
                    <a:pt x="15" y="0"/>
                    <a:pt x="15" y="0"/>
                    <a:pt x="15" y="0"/>
                  </a:cubicBezTo>
                  <a:cubicBezTo>
                    <a:pt x="7" y="0"/>
                    <a:pt x="0" y="7"/>
                    <a:pt x="0" y="14"/>
                  </a:cubicBezTo>
                  <a:cubicBezTo>
                    <a:pt x="0" y="22"/>
                    <a:pt x="7" y="29"/>
                    <a:pt x="15" y="2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sp>
          <p:nvSpPr>
            <p:cNvPr id="271" name="Freeform 222">
              <a:extLst>
                <a:ext uri="{FF2B5EF4-FFF2-40B4-BE49-F238E27FC236}">
                  <a16:creationId xmlns:a16="http://schemas.microsoft.com/office/drawing/2014/main" id="{CD8580EC-245B-1EBC-555A-266619287DC0}"/>
                </a:ext>
              </a:extLst>
            </p:cNvPr>
            <p:cNvSpPr>
              <a:spLocks noChangeArrowheads="1"/>
            </p:cNvSpPr>
            <p:nvPr/>
          </p:nvSpPr>
          <p:spPr bwMode="auto">
            <a:xfrm>
              <a:off x="9285288" y="4313238"/>
              <a:ext cx="77787" cy="11112"/>
            </a:xfrm>
            <a:custGeom>
              <a:avLst/>
              <a:gdLst>
                <a:gd name="T0" fmla="*/ 200 w 215"/>
                <a:gd name="T1" fmla="*/ 0 h 30"/>
                <a:gd name="T2" fmla="*/ 200 w 215"/>
                <a:gd name="T3" fmla="*/ 0 h 30"/>
                <a:gd name="T4" fmla="*/ 15 w 215"/>
                <a:gd name="T5" fmla="*/ 0 h 30"/>
                <a:gd name="T6" fmla="*/ 0 w 215"/>
                <a:gd name="T7" fmla="*/ 14 h 30"/>
                <a:gd name="T8" fmla="*/ 15 w 215"/>
                <a:gd name="T9" fmla="*/ 29 h 30"/>
                <a:gd name="T10" fmla="*/ 200 w 215"/>
                <a:gd name="T11" fmla="*/ 29 h 30"/>
                <a:gd name="T12" fmla="*/ 214 w 215"/>
                <a:gd name="T13" fmla="*/ 14 h 30"/>
                <a:gd name="T14" fmla="*/ 200 w 215"/>
                <a:gd name="T15" fmla="*/ 0 h 30"/>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5" h="30">
                  <a:moveTo>
                    <a:pt x="200" y="0"/>
                  </a:moveTo>
                  <a:lnTo>
                    <a:pt x="200" y="0"/>
                  </a:lnTo>
                  <a:cubicBezTo>
                    <a:pt x="15" y="0"/>
                    <a:pt x="15" y="0"/>
                    <a:pt x="15" y="0"/>
                  </a:cubicBezTo>
                  <a:cubicBezTo>
                    <a:pt x="7" y="0"/>
                    <a:pt x="0" y="5"/>
                    <a:pt x="0" y="14"/>
                  </a:cubicBezTo>
                  <a:cubicBezTo>
                    <a:pt x="0" y="22"/>
                    <a:pt x="7" y="29"/>
                    <a:pt x="15" y="29"/>
                  </a:cubicBezTo>
                  <a:cubicBezTo>
                    <a:pt x="200" y="29"/>
                    <a:pt x="200" y="29"/>
                    <a:pt x="200" y="29"/>
                  </a:cubicBezTo>
                  <a:cubicBezTo>
                    <a:pt x="207" y="29"/>
                    <a:pt x="214" y="22"/>
                    <a:pt x="214" y="14"/>
                  </a:cubicBezTo>
                  <a:cubicBezTo>
                    <a:pt x="214" y="5"/>
                    <a:pt x="207" y="0"/>
                    <a:pt x="20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blurRad="63500" dist="38099" dir="2700000" algn="ctr" rotWithShape="0">
                      <a:srgbClr val="000000">
                        <a:alpha val="74998"/>
                      </a:srgbClr>
                    </a:outerShdw>
                  </a:effectLst>
                </a14:hiddenEffects>
              </a:ext>
            </a:extLst>
          </p:spPr>
          <p:txBody>
            <a:bodyPr wrap="none" anchor="ctr"/>
            <a:lstStyle/>
            <a:p>
              <a:endParaRPr lang="da-DK"/>
            </a:p>
          </p:txBody>
        </p:sp>
      </p:grpSp>
      <p:grpSp>
        <p:nvGrpSpPr>
          <p:cNvPr id="272" name="Group 275">
            <a:extLst>
              <a:ext uri="{FF2B5EF4-FFF2-40B4-BE49-F238E27FC236}">
                <a16:creationId xmlns:a16="http://schemas.microsoft.com/office/drawing/2014/main" id="{68C2F2CC-5CB8-DF10-C69E-6BED38D3D74E}"/>
              </a:ext>
            </a:extLst>
          </p:cNvPr>
          <p:cNvGrpSpPr/>
          <p:nvPr/>
        </p:nvGrpSpPr>
        <p:grpSpPr>
          <a:xfrm>
            <a:off x="1606922" y="3925293"/>
            <a:ext cx="1901252" cy="144787"/>
            <a:chOff x="1893888" y="158750"/>
            <a:chExt cx="6503987" cy="495300"/>
          </a:xfrm>
          <a:solidFill>
            <a:schemeClr val="accent4"/>
          </a:solidFill>
        </p:grpSpPr>
        <p:sp>
          <p:nvSpPr>
            <p:cNvPr id="273" name="Freeform 1">
              <a:extLst>
                <a:ext uri="{FF2B5EF4-FFF2-40B4-BE49-F238E27FC236}">
                  <a16:creationId xmlns:a16="http://schemas.microsoft.com/office/drawing/2014/main" id="{B9838551-197F-B5F1-03D0-1E3A954C516F}"/>
                </a:ext>
              </a:extLst>
            </p:cNvPr>
            <p:cNvSpPr>
              <a:spLocks noChangeArrowheads="1"/>
            </p:cNvSpPr>
            <p:nvPr/>
          </p:nvSpPr>
          <p:spPr bwMode="auto">
            <a:xfrm>
              <a:off x="5026025" y="174625"/>
              <a:ext cx="236538" cy="479425"/>
            </a:xfrm>
            <a:custGeom>
              <a:avLst/>
              <a:gdLst>
                <a:gd name="T0" fmla="*/ 0 w 658"/>
                <a:gd name="T1" fmla="*/ 1331 h 1332"/>
                <a:gd name="T2" fmla="*/ 0 w 658"/>
                <a:gd name="T3" fmla="*/ 0 h 1332"/>
                <a:gd name="T4" fmla="*/ 126 w 658"/>
                <a:gd name="T5" fmla="*/ 0 h 1332"/>
                <a:gd name="T6" fmla="*/ 126 w 658"/>
                <a:gd name="T7" fmla="*/ 1221 h 1332"/>
                <a:gd name="T8" fmla="*/ 657 w 658"/>
                <a:gd name="T9" fmla="*/ 1221 h 1332"/>
                <a:gd name="T10" fmla="*/ 657 w 658"/>
                <a:gd name="T11" fmla="*/ 1331 h 1332"/>
                <a:gd name="T12" fmla="*/ 0 w 658"/>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58" h="1332">
                  <a:moveTo>
                    <a:pt x="0" y="1331"/>
                  </a:moveTo>
                  <a:lnTo>
                    <a:pt x="0" y="0"/>
                  </a:lnTo>
                  <a:lnTo>
                    <a:pt x="126" y="0"/>
                  </a:lnTo>
                  <a:lnTo>
                    <a:pt x="126" y="1221"/>
                  </a:lnTo>
                  <a:lnTo>
                    <a:pt x="657" y="1221"/>
                  </a:lnTo>
                  <a:lnTo>
                    <a:pt x="657"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4" name="Freeform 2">
              <a:extLst>
                <a:ext uri="{FF2B5EF4-FFF2-40B4-BE49-F238E27FC236}">
                  <a16:creationId xmlns:a16="http://schemas.microsoft.com/office/drawing/2014/main" id="{E2A86F28-E15D-3196-C9DF-0503B50A81C9}"/>
                </a:ext>
              </a:extLst>
            </p:cNvPr>
            <p:cNvSpPr>
              <a:spLocks noChangeArrowheads="1"/>
            </p:cNvSpPr>
            <p:nvPr/>
          </p:nvSpPr>
          <p:spPr bwMode="auto">
            <a:xfrm>
              <a:off x="5343525" y="174625"/>
              <a:ext cx="46038"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5" name="Freeform 3">
              <a:extLst>
                <a:ext uri="{FF2B5EF4-FFF2-40B4-BE49-F238E27FC236}">
                  <a16:creationId xmlns:a16="http://schemas.microsoft.com/office/drawing/2014/main" id="{B3AD253C-7DDB-7BD3-14EC-446E383C8676}"/>
                </a:ext>
              </a:extLst>
            </p:cNvPr>
            <p:cNvSpPr>
              <a:spLocks noChangeArrowheads="1"/>
            </p:cNvSpPr>
            <p:nvPr/>
          </p:nvSpPr>
          <p:spPr bwMode="auto">
            <a:xfrm>
              <a:off x="5513388" y="174625"/>
              <a:ext cx="376237" cy="479425"/>
            </a:xfrm>
            <a:custGeom>
              <a:avLst/>
              <a:gdLst>
                <a:gd name="T0" fmla="*/ 912 w 1044"/>
                <a:gd name="T1" fmla="*/ 1331 h 1332"/>
                <a:gd name="T2" fmla="*/ 912 w 1044"/>
                <a:gd name="T3" fmla="*/ 1331 h 1332"/>
                <a:gd name="T4" fmla="*/ 173 w 1044"/>
                <a:gd name="T5" fmla="*/ 262 h 1332"/>
                <a:gd name="T6" fmla="*/ 148 w 1044"/>
                <a:gd name="T7" fmla="*/ 220 h 1332"/>
                <a:gd name="T8" fmla="*/ 127 w 1044"/>
                <a:gd name="T9" fmla="*/ 182 h 1332"/>
                <a:gd name="T10" fmla="*/ 123 w 1044"/>
                <a:gd name="T11" fmla="*/ 182 h 1332"/>
                <a:gd name="T12" fmla="*/ 123 w 1044"/>
                <a:gd name="T13" fmla="*/ 229 h 1332"/>
                <a:gd name="T14" fmla="*/ 127 w 1044"/>
                <a:gd name="T15" fmla="*/ 300 h 1332"/>
                <a:gd name="T16" fmla="*/ 127 w 1044"/>
                <a:gd name="T17" fmla="*/ 1331 h 1332"/>
                <a:gd name="T18" fmla="*/ 0 w 1044"/>
                <a:gd name="T19" fmla="*/ 1331 h 1332"/>
                <a:gd name="T20" fmla="*/ 0 w 1044"/>
                <a:gd name="T21" fmla="*/ 0 h 1332"/>
                <a:gd name="T22" fmla="*/ 139 w 1044"/>
                <a:gd name="T23" fmla="*/ 0 h 1332"/>
                <a:gd name="T24" fmla="*/ 866 w 1044"/>
                <a:gd name="T25" fmla="*/ 1056 h 1332"/>
                <a:gd name="T26" fmla="*/ 895 w 1044"/>
                <a:gd name="T27" fmla="*/ 1103 h 1332"/>
                <a:gd name="T28" fmla="*/ 921 w 1044"/>
                <a:gd name="T29" fmla="*/ 1145 h 1332"/>
                <a:gd name="T30" fmla="*/ 925 w 1044"/>
                <a:gd name="T31" fmla="*/ 1145 h 1332"/>
                <a:gd name="T32" fmla="*/ 921 w 1044"/>
                <a:gd name="T33" fmla="*/ 1073 h 1332"/>
                <a:gd name="T34" fmla="*/ 917 w 1044"/>
                <a:gd name="T35" fmla="*/ 989 h 1332"/>
                <a:gd name="T36" fmla="*/ 917 w 1044"/>
                <a:gd name="T37" fmla="*/ 0 h 1332"/>
                <a:gd name="T38" fmla="*/ 1043 w 1044"/>
                <a:gd name="T39" fmla="*/ 0 h 1332"/>
                <a:gd name="T40" fmla="*/ 1043 w 1044"/>
                <a:gd name="T41" fmla="*/ 1331 h 1332"/>
                <a:gd name="T42" fmla="*/ 912 w 1044"/>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4" h="1332">
                  <a:moveTo>
                    <a:pt x="912" y="1331"/>
                  </a:moveTo>
                  <a:lnTo>
                    <a:pt x="912" y="1331"/>
                  </a:lnTo>
                  <a:cubicBezTo>
                    <a:pt x="173" y="262"/>
                    <a:pt x="173" y="262"/>
                    <a:pt x="173" y="262"/>
                  </a:cubicBezTo>
                  <a:cubicBezTo>
                    <a:pt x="165" y="250"/>
                    <a:pt x="156" y="237"/>
                    <a:pt x="148" y="220"/>
                  </a:cubicBezTo>
                  <a:cubicBezTo>
                    <a:pt x="139" y="208"/>
                    <a:pt x="131" y="195"/>
                    <a:pt x="127" y="182"/>
                  </a:cubicBezTo>
                  <a:cubicBezTo>
                    <a:pt x="123" y="182"/>
                    <a:pt x="123" y="182"/>
                    <a:pt x="123" y="182"/>
                  </a:cubicBezTo>
                  <a:cubicBezTo>
                    <a:pt x="123" y="190"/>
                    <a:pt x="123" y="208"/>
                    <a:pt x="123" y="229"/>
                  </a:cubicBezTo>
                  <a:cubicBezTo>
                    <a:pt x="127" y="245"/>
                    <a:pt x="127" y="271"/>
                    <a:pt x="127" y="300"/>
                  </a:cubicBezTo>
                  <a:cubicBezTo>
                    <a:pt x="127" y="1331"/>
                    <a:pt x="127" y="1331"/>
                    <a:pt x="127" y="1331"/>
                  </a:cubicBezTo>
                  <a:cubicBezTo>
                    <a:pt x="0" y="1331"/>
                    <a:pt x="0" y="1331"/>
                    <a:pt x="0" y="1331"/>
                  </a:cubicBezTo>
                  <a:cubicBezTo>
                    <a:pt x="0" y="0"/>
                    <a:pt x="0" y="0"/>
                    <a:pt x="0" y="0"/>
                  </a:cubicBezTo>
                  <a:cubicBezTo>
                    <a:pt x="139" y="0"/>
                    <a:pt x="139" y="0"/>
                    <a:pt x="139" y="0"/>
                  </a:cubicBezTo>
                  <a:cubicBezTo>
                    <a:pt x="866" y="1056"/>
                    <a:pt x="866" y="1056"/>
                    <a:pt x="866" y="1056"/>
                  </a:cubicBezTo>
                  <a:cubicBezTo>
                    <a:pt x="874" y="1073"/>
                    <a:pt x="887" y="1090"/>
                    <a:pt x="895" y="1103"/>
                  </a:cubicBezTo>
                  <a:cubicBezTo>
                    <a:pt x="904" y="1120"/>
                    <a:pt x="912" y="1132"/>
                    <a:pt x="921" y="1145"/>
                  </a:cubicBezTo>
                  <a:cubicBezTo>
                    <a:pt x="925" y="1145"/>
                    <a:pt x="925" y="1145"/>
                    <a:pt x="925" y="1145"/>
                  </a:cubicBezTo>
                  <a:cubicBezTo>
                    <a:pt x="921" y="1124"/>
                    <a:pt x="921" y="1098"/>
                    <a:pt x="921" y="1073"/>
                  </a:cubicBezTo>
                  <a:cubicBezTo>
                    <a:pt x="917" y="1048"/>
                    <a:pt x="917" y="1023"/>
                    <a:pt x="917" y="989"/>
                  </a:cubicBezTo>
                  <a:cubicBezTo>
                    <a:pt x="917" y="0"/>
                    <a:pt x="917" y="0"/>
                    <a:pt x="917" y="0"/>
                  </a:cubicBezTo>
                  <a:cubicBezTo>
                    <a:pt x="1043" y="0"/>
                    <a:pt x="1043" y="0"/>
                    <a:pt x="1043" y="0"/>
                  </a:cubicBezTo>
                  <a:cubicBezTo>
                    <a:pt x="1043" y="1331"/>
                    <a:pt x="1043" y="1331"/>
                    <a:pt x="1043"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6" name="Freeform 4">
              <a:extLst>
                <a:ext uri="{FF2B5EF4-FFF2-40B4-BE49-F238E27FC236}">
                  <a16:creationId xmlns:a16="http://schemas.microsoft.com/office/drawing/2014/main" id="{20671CCA-4A06-176B-256E-8815431CFDD9}"/>
                </a:ext>
              </a:extLst>
            </p:cNvPr>
            <p:cNvSpPr>
              <a:spLocks noChangeArrowheads="1"/>
            </p:cNvSpPr>
            <p:nvPr/>
          </p:nvSpPr>
          <p:spPr bwMode="auto">
            <a:xfrm>
              <a:off x="6011863" y="174625"/>
              <a:ext cx="244475" cy="479425"/>
            </a:xfrm>
            <a:custGeom>
              <a:avLst/>
              <a:gdLst>
                <a:gd name="T0" fmla="*/ 0 w 681"/>
                <a:gd name="T1" fmla="*/ 1331 h 1332"/>
                <a:gd name="T2" fmla="*/ 0 w 681"/>
                <a:gd name="T3" fmla="*/ 0 h 1332"/>
                <a:gd name="T4" fmla="*/ 651 w 681"/>
                <a:gd name="T5" fmla="*/ 0 h 1332"/>
                <a:gd name="T6" fmla="*/ 651 w 681"/>
                <a:gd name="T7" fmla="*/ 115 h 1332"/>
                <a:gd name="T8" fmla="*/ 127 w 681"/>
                <a:gd name="T9" fmla="*/ 115 h 1332"/>
                <a:gd name="T10" fmla="*/ 127 w 681"/>
                <a:gd name="T11" fmla="*/ 604 h 1332"/>
                <a:gd name="T12" fmla="*/ 613 w 681"/>
                <a:gd name="T13" fmla="*/ 604 h 1332"/>
                <a:gd name="T14" fmla="*/ 613 w 681"/>
                <a:gd name="T15" fmla="*/ 714 h 1332"/>
                <a:gd name="T16" fmla="*/ 127 w 681"/>
                <a:gd name="T17" fmla="*/ 714 h 1332"/>
                <a:gd name="T18" fmla="*/ 127 w 681"/>
                <a:gd name="T19" fmla="*/ 1221 h 1332"/>
                <a:gd name="T20" fmla="*/ 680 w 681"/>
                <a:gd name="T21" fmla="*/ 1221 h 1332"/>
                <a:gd name="T22" fmla="*/ 680 w 681"/>
                <a:gd name="T23" fmla="*/ 1331 h 1332"/>
                <a:gd name="T24" fmla="*/ 0 w 681"/>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81" h="1332">
                  <a:moveTo>
                    <a:pt x="0" y="1331"/>
                  </a:moveTo>
                  <a:lnTo>
                    <a:pt x="0" y="0"/>
                  </a:lnTo>
                  <a:lnTo>
                    <a:pt x="651" y="0"/>
                  </a:lnTo>
                  <a:lnTo>
                    <a:pt x="651" y="115"/>
                  </a:lnTo>
                  <a:lnTo>
                    <a:pt x="127" y="115"/>
                  </a:lnTo>
                  <a:lnTo>
                    <a:pt x="127" y="604"/>
                  </a:lnTo>
                  <a:lnTo>
                    <a:pt x="613" y="604"/>
                  </a:lnTo>
                  <a:lnTo>
                    <a:pt x="613" y="714"/>
                  </a:lnTo>
                  <a:lnTo>
                    <a:pt x="127" y="714"/>
                  </a:lnTo>
                  <a:lnTo>
                    <a:pt x="127" y="1221"/>
                  </a:lnTo>
                  <a:lnTo>
                    <a:pt x="680" y="1221"/>
                  </a:lnTo>
                  <a:lnTo>
                    <a:pt x="680"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7" name="Freeform 5">
              <a:extLst>
                <a:ext uri="{FF2B5EF4-FFF2-40B4-BE49-F238E27FC236}">
                  <a16:creationId xmlns:a16="http://schemas.microsoft.com/office/drawing/2014/main" id="{2E7FEDE6-A73C-12DE-B632-B8422D5D61A3}"/>
                </a:ext>
              </a:extLst>
            </p:cNvPr>
            <p:cNvSpPr>
              <a:spLocks noChangeArrowheads="1"/>
            </p:cNvSpPr>
            <p:nvPr/>
          </p:nvSpPr>
          <p:spPr bwMode="auto">
            <a:xfrm>
              <a:off x="6543675" y="174625"/>
              <a:ext cx="44450" cy="479425"/>
            </a:xfrm>
            <a:custGeom>
              <a:avLst/>
              <a:gdLst>
                <a:gd name="T0" fmla="*/ 123 w 124"/>
                <a:gd name="T1" fmla="*/ 1331 h 1332"/>
                <a:gd name="T2" fmla="*/ 0 w 124"/>
                <a:gd name="T3" fmla="*/ 1331 h 1332"/>
                <a:gd name="T4" fmla="*/ 0 w 124"/>
                <a:gd name="T5" fmla="*/ 0 h 1332"/>
                <a:gd name="T6" fmla="*/ 123 w 124"/>
                <a:gd name="T7" fmla="*/ 0 h 1332"/>
                <a:gd name="T8" fmla="*/ 123 w 124"/>
                <a:gd name="T9" fmla="*/ 1331 h 1332"/>
              </a:gdLst>
              <a:ahLst/>
              <a:cxnLst>
                <a:cxn ang="0">
                  <a:pos x="T0" y="T1"/>
                </a:cxn>
                <a:cxn ang="0">
                  <a:pos x="T2" y="T3"/>
                </a:cxn>
                <a:cxn ang="0">
                  <a:pos x="T4" y="T5"/>
                </a:cxn>
                <a:cxn ang="0">
                  <a:pos x="T6" y="T7"/>
                </a:cxn>
                <a:cxn ang="0">
                  <a:pos x="T8" y="T9"/>
                </a:cxn>
              </a:cxnLst>
              <a:rect l="0" t="0" r="r" b="b"/>
              <a:pathLst>
                <a:path w="124" h="1332">
                  <a:moveTo>
                    <a:pt x="123" y="1331"/>
                  </a:moveTo>
                  <a:lnTo>
                    <a:pt x="0" y="1331"/>
                  </a:lnTo>
                  <a:lnTo>
                    <a:pt x="0" y="0"/>
                  </a:lnTo>
                  <a:lnTo>
                    <a:pt x="123" y="0"/>
                  </a:lnTo>
                  <a:lnTo>
                    <a:pt x="123"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8" name="Freeform 6">
              <a:extLst>
                <a:ext uri="{FF2B5EF4-FFF2-40B4-BE49-F238E27FC236}">
                  <a16:creationId xmlns:a16="http://schemas.microsoft.com/office/drawing/2014/main" id="{EE9B227E-5607-E478-5068-7E6583F99927}"/>
                </a:ext>
              </a:extLst>
            </p:cNvPr>
            <p:cNvSpPr>
              <a:spLocks noChangeArrowheads="1"/>
            </p:cNvSpPr>
            <p:nvPr/>
          </p:nvSpPr>
          <p:spPr bwMode="auto">
            <a:xfrm>
              <a:off x="6683375" y="158750"/>
              <a:ext cx="352425" cy="495300"/>
            </a:xfrm>
            <a:custGeom>
              <a:avLst/>
              <a:gdLst>
                <a:gd name="T0" fmla="*/ 976 w 977"/>
                <a:gd name="T1" fmla="*/ 1305 h 1378"/>
                <a:gd name="T2" fmla="*/ 976 w 977"/>
                <a:gd name="T3" fmla="*/ 1305 h 1378"/>
                <a:gd name="T4" fmla="*/ 625 w 977"/>
                <a:gd name="T5" fmla="*/ 1377 h 1378"/>
                <a:gd name="T6" fmla="*/ 367 w 977"/>
                <a:gd name="T7" fmla="*/ 1330 h 1378"/>
                <a:gd name="T8" fmla="*/ 173 w 977"/>
                <a:gd name="T9" fmla="*/ 1191 h 1378"/>
                <a:gd name="T10" fmla="*/ 46 w 977"/>
                <a:gd name="T11" fmla="*/ 980 h 1378"/>
                <a:gd name="T12" fmla="*/ 0 w 977"/>
                <a:gd name="T13" fmla="*/ 714 h 1378"/>
                <a:gd name="T14" fmla="*/ 51 w 977"/>
                <a:gd name="T15" fmla="*/ 435 h 1378"/>
                <a:gd name="T16" fmla="*/ 182 w 977"/>
                <a:gd name="T17" fmla="*/ 207 h 1378"/>
                <a:gd name="T18" fmla="*/ 393 w 977"/>
                <a:gd name="T19" fmla="*/ 55 h 1378"/>
                <a:gd name="T20" fmla="*/ 671 w 977"/>
                <a:gd name="T21" fmla="*/ 0 h 1378"/>
                <a:gd name="T22" fmla="*/ 976 w 977"/>
                <a:gd name="T23" fmla="*/ 55 h 1378"/>
                <a:gd name="T24" fmla="*/ 976 w 977"/>
                <a:gd name="T25" fmla="*/ 186 h 1378"/>
                <a:gd name="T26" fmla="*/ 671 w 977"/>
                <a:gd name="T27" fmla="*/ 114 h 1378"/>
                <a:gd name="T28" fmla="*/ 439 w 977"/>
                <a:gd name="T29" fmla="*/ 161 h 1378"/>
                <a:gd name="T30" fmla="*/ 270 w 977"/>
                <a:gd name="T31" fmla="*/ 283 h 1378"/>
                <a:gd name="T32" fmla="*/ 169 w 977"/>
                <a:gd name="T33" fmla="*/ 469 h 1378"/>
                <a:gd name="T34" fmla="*/ 131 w 977"/>
                <a:gd name="T35" fmla="*/ 705 h 1378"/>
                <a:gd name="T36" fmla="*/ 165 w 977"/>
                <a:gd name="T37" fmla="*/ 921 h 1378"/>
                <a:gd name="T38" fmla="*/ 257 w 977"/>
                <a:gd name="T39" fmla="*/ 1102 h 1378"/>
                <a:gd name="T40" fmla="*/ 418 w 977"/>
                <a:gd name="T41" fmla="*/ 1221 h 1378"/>
                <a:gd name="T42" fmla="*/ 638 w 977"/>
                <a:gd name="T43" fmla="*/ 1267 h 1378"/>
                <a:gd name="T44" fmla="*/ 976 w 977"/>
                <a:gd name="T45" fmla="*/ 1187 h 1378"/>
                <a:gd name="T46" fmla="*/ 976 w 977"/>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7" h="1378">
                  <a:moveTo>
                    <a:pt x="976" y="1305"/>
                  </a:moveTo>
                  <a:lnTo>
                    <a:pt x="976" y="1305"/>
                  </a:lnTo>
                  <a:cubicBezTo>
                    <a:pt x="874" y="1356"/>
                    <a:pt x="756" y="1377"/>
                    <a:pt x="625" y="1377"/>
                  </a:cubicBezTo>
                  <a:cubicBezTo>
                    <a:pt x="528" y="1377"/>
                    <a:pt x="443" y="1360"/>
                    <a:pt x="367" y="1330"/>
                  </a:cubicBezTo>
                  <a:cubicBezTo>
                    <a:pt x="291" y="1297"/>
                    <a:pt x="224" y="1250"/>
                    <a:pt x="173" y="1191"/>
                  </a:cubicBezTo>
                  <a:cubicBezTo>
                    <a:pt x="118" y="1132"/>
                    <a:pt x="76" y="1060"/>
                    <a:pt x="46" y="980"/>
                  </a:cubicBezTo>
                  <a:cubicBezTo>
                    <a:pt x="17" y="900"/>
                    <a:pt x="0" y="811"/>
                    <a:pt x="0" y="714"/>
                  </a:cubicBezTo>
                  <a:cubicBezTo>
                    <a:pt x="0" y="617"/>
                    <a:pt x="17" y="519"/>
                    <a:pt x="51" y="435"/>
                  </a:cubicBezTo>
                  <a:cubicBezTo>
                    <a:pt x="80" y="346"/>
                    <a:pt x="122" y="270"/>
                    <a:pt x="182" y="207"/>
                  </a:cubicBezTo>
                  <a:cubicBezTo>
                    <a:pt x="241" y="144"/>
                    <a:pt x="312" y="93"/>
                    <a:pt x="393" y="55"/>
                  </a:cubicBezTo>
                  <a:cubicBezTo>
                    <a:pt x="477" y="21"/>
                    <a:pt x="570" y="0"/>
                    <a:pt x="671" y="0"/>
                  </a:cubicBezTo>
                  <a:cubicBezTo>
                    <a:pt x="785" y="0"/>
                    <a:pt x="887" y="21"/>
                    <a:pt x="976" y="55"/>
                  </a:cubicBezTo>
                  <a:cubicBezTo>
                    <a:pt x="976" y="186"/>
                    <a:pt x="976" y="186"/>
                    <a:pt x="976" y="186"/>
                  </a:cubicBezTo>
                  <a:cubicBezTo>
                    <a:pt x="878" y="139"/>
                    <a:pt x="777" y="114"/>
                    <a:pt x="671" y="114"/>
                  </a:cubicBezTo>
                  <a:cubicBezTo>
                    <a:pt x="583" y="114"/>
                    <a:pt x="507" y="131"/>
                    <a:pt x="439" y="161"/>
                  </a:cubicBezTo>
                  <a:cubicBezTo>
                    <a:pt x="376" y="190"/>
                    <a:pt x="317" y="228"/>
                    <a:pt x="270" y="283"/>
                  </a:cubicBezTo>
                  <a:cubicBezTo>
                    <a:pt x="228" y="334"/>
                    <a:pt x="190" y="397"/>
                    <a:pt x="169" y="469"/>
                  </a:cubicBezTo>
                  <a:cubicBezTo>
                    <a:pt x="143" y="541"/>
                    <a:pt x="131" y="621"/>
                    <a:pt x="131" y="705"/>
                  </a:cubicBezTo>
                  <a:cubicBezTo>
                    <a:pt x="131" y="781"/>
                    <a:pt x="143" y="853"/>
                    <a:pt x="165" y="921"/>
                  </a:cubicBezTo>
                  <a:cubicBezTo>
                    <a:pt x="186" y="992"/>
                    <a:pt x="215" y="1052"/>
                    <a:pt x="257" y="1102"/>
                  </a:cubicBezTo>
                  <a:cubicBezTo>
                    <a:pt x="300" y="1153"/>
                    <a:pt x="355" y="1191"/>
                    <a:pt x="418" y="1221"/>
                  </a:cubicBezTo>
                  <a:cubicBezTo>
                    <a:pt x="481" y="1250"/>
                    <a:pt x="553" y="1267"/>
                    <a:pt x="638" y="1267"/>
                  </a:cubicBezTo>
                  <a:cubicBezTo>
                    <a:pt x="764" y="1267"/>
                    <a:pt x="878" y="1237"/>
                    <a:pt x="976" y="1187"/>
                  </a:cubicBezTo>
                  <a:lnTo>
                    <a:pt x="976"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79" name="Freeform 7">
              <a:extLst>
                <a:ext uri="{FF2B5EF4-FFF2-40B4-BE49-F238E27FC236}">
                  <a16:creationId xmlns:a16="http://schemas.microsoft.com/office/drawing/2014/main" id="{2663AB99-79B0-CE07-EF78-C77615C5368B}"/>
                </a:ext>
              </a:extLst>
            </p:cNvPr>
            <p:cNvSpPr>
              <a:spLocks noChangeArrowheads="1"/>
            </p:cNvSpPr>
            <p:nvPr/>
          </p:nvSpPr>
          <p:spPr bwMode="auto">
            <a:xfrm>
              <a:off x="3449638" y="158750"/>
              <a:ext cx="349250" cy="495300"/>
            </a:xfrm>
            <a:custGeom>
              <a:avLst/>
              <a:gdLst>
                <a:gd name="T0" fmla="*/ 971 w 972"/>
                <a:gd name="T1" fmla="*/ 1305 h 1378"/>
                <a:gd name="T2" fmla="*/ 971 w 972"/>
                <a:gd name="T3" fmla="*/ 1305 h 1378"/>
                <a:gd name="T4" fmla="*/ 621 w 972"/>
                <a:gd name="T5" fmla="*/ 1377 h 1378"/>
                <a:gd name="T6" fmla="*/ 363 w 972"/>
                <a:gd name="T7" fmla="*/ 1330 h 1378"/>
                <a:gd name="T8" fmla="*/ 169 w 972"/>
                <a:gd name="T9" fmla="*/ 1191 h 1378"/>
                <a:gd name="T10" fmla="*/ 42 w 972"/>
                <a:gd name="T11" fmla="*/ 980 h 1378"/>
                <a:gd name="T12" fmla="*/ 0 w 972"/>
                <a:gd name="T13" fmla="*/ 714 h 1378"/>
                <a:gd name="T14" fmla="*/ 47 w 972"/>
                <a:gd name="T15" fmla="*/ 435 h 1378"/>
                <a:gd name="T16" fmla="*/ 182 w 972"/>
                <a:gd name="T17" fmla="*/ 207 h 1378"/>
                <a:gd name="T18" fmla="*/ 393 w 972"/>
                <a:gd name="T19" fmla="*/ 55 h 1378"/>
                <a:gd name="T20" fmla="*/ 667 w 972"/>
                <a:gd name="T21" fmla="*/ 0 h 1378"/>
                <a:gd name="T22" fmla="*/ 971 w 972"/>
                <a:gd name="T23" fmla="*/ 55 h 1378"/>
                <a:gd name="T24" fmla="*/ 971 w 972"/>
                <a:gd name="T25" fmla="*/ 186 h 1378"/>
                <a:gd name="T26" fmla="*/ 667 w 972"/>
                <a:gd name="T27" fmla="*/ 114 h 1378"/>
                <a:gd name="T28" fmla="*/ 439 w 972"/>
                <a:gd name="T29" fmla="*/ 161 h 1378"/>
                <a:gd name="T30" fmla="*/ 270 w 972"/>
                <a:gd name="T31" fmla="*/ 283 h 1378"/>
                <a:gd name="T32" fmla="*/ 165 w 972"/>
                <a:gd name="T33" fmla="*/ 469 h 1378"/>
                <a:gd name="T34" fmla="*/ 127 w 972"/>
                <a:gd name="T35" fmla="*/ 705 h 1378"/>
                <a:gd name="T36" fmla="*/ 161 w 972"/>
                <a:gd name="T37" fmla="*/ 921 h 1378"/>
                <a:gd name="T38" fmla="*/ 258 w 972"/>
                <a:gd name="T39" fmla="*/ 1102 h 1378"/>
                <a:gd name="T40" fmla="*/ 414 w 972"/>
                <a:gd name="T41" fmla="*/ 1221 h 1378"/>
                <a:gd name="T42" fmla="*/ 634 w 972"/>
                <a:gd name="T43" fmla="*/ 1267 h 1378"/>
                <a:gd name="T44" fmla="*/ 971 w 972"/>
                <a:gd name="T45" fmla="*/ 1187 h 1378"/>
                <a:gd name="T46" fmla="*/ 971 w 972"/>
                <a:gd name="T47" fmla="*/ 1305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972" h="1378">
                  <a:moveTo>
                    <a:pt x="971" y="1305"/>
                  </a:moveTo>
                  <a:lnTo>
                    <a:pt x="971" y="1305"/>
                  </a:lnTo>
                  <a:cubicBezTo>
                    <a:pt x="870" y="1356"/>
                    <a:pt x="752" y="1377"/>
                    <a:pt x="621" y="1377"/>
                  </a:cubicBezTo>
                  <a:cubicBezTo>
                    <a:pt x="528" y="1377"/>
                    <a:pt x="443" y="1360"/>
                    <a:pt x="363" y="1330"/>
                  </a:cubicBezTo>
                  <a:cubicBezTo>
                    <a:pt x="287" y="1297"/>
                    <a:pt x="224" y="1250"/>
                    <a:pt x="169" y="1191"/>
                  </a:cubicBezTo>
                  <a:cubicBezTo>
                    <a:pt x="114" y="1132"/>
                    <a:pt x="72" y="1060"/>
                    <a:pt x="42" y="980"/>
                  </a:cubicBezTo>
                  <a:cubicBezTo>
                    <a:pt x="13" y="900"/>
                    <a:pt x="0" y="811"/>
                    <a:pt x="0" y="714"/>
                  </a:cubicBezTo>
                  <a:cubicBezTo>
                    <a:pt x="0" y="617"/>
                    <a:pt x="17" y="519"/>
                    <a:pt x="47" y="435"/>
                  </a:cubicBezTo>
                  <a:cubicBezTo>
                    <a:pt x="76" y="346"/>
                    <a:pt x="123" y="270"/>
                    <a:pt x="182" y="207"/>
                  </a:cubicBezTo>
                  <a:cubicBezTo>
                    <a:pt x="237" y="144"/>
                    <a:pt x="308" y="93"/>
                    <a:pt x="393" y="55"/>
                  </a:cubicBezTo>
                  <a:cubicBezTo>
                    <a:pt x="473" y="21"/>
                    <a:pt x="566" y="0"/>
                    <a:pt x="667" y="0"/>
                  </a:cubicBezTo>
                  <a:cubicBezTo>
                    <a:pt x="781" y="0"/>
                    <a:pt x="883" y="21"/>
                    <a:pt x="971" y="55"/>
                  </a:cubicBezTo>
                  <a:cubicBezTo>
                    <a:pt x="971" y="186"/>
                    <a:pt x="971" y="186"/>
                    <a:pt x="971" y="186"/>
                  </a:cubicBezTo>
                  <a:cubicBezTo>
                    <a:pt x="879" y="139"/>
                    <a:pt x="777" y="114"/>
                    <a:pt x="667" y="114"/>
                  </a:cubicBezTo>
                  <a:cubicBezTo>
                    <a:pt x="583" y="114"/>
                    <a:pt x="507" y="131"/>
                    <a:pt x="439" y="161"/>
                  </a:cubicBezTo>
                  <a:cubicBezTo>
                    <a:pt x="372" y="190"/>
                    <a:pt x="317" y="228"/>
                    <a:pt x="270" y="283"/>
                  </a:cubicBezTo>
                  <a:cubicBezTo>
                    <a:pt x="224" y="334"/>
                    <a:pt x="190" y="397"/>
                    <a:pt x="165" y="469"/>
                  </a:cubicBezTo>
                  <a:cubicBezTo>
                    <a:pt x="139" y="541"/>
                    <a:pt x="127" y="621"/>
                    <a:pt x="127" y="705"/>
                  </a:cubicBezTo>
                  <a:cubicBezTo>
                    <a:pt x="127" y="781"/>
                    <a:pt x="139" y="853"/>
                    <a:pt x="161" y="921"/>
                  </a:cubicBezTo>
                  <a:cubicBezTo>
                    <a:pt x="182" y="992"/>
                    <a:pt x="216" y="1052"/>
                    <a:pt x="258" y="1102"/>
                  </a:cubicBezTo>
                  <a:cubicBezTo>
                    <a:pt x="300" y="1153"/>
                    <a:pt x="351" y="1191"/>
                    <a:pt x="414" y="1221"/>
                  </a:cubicBezTo>
                  <a:cubicBezTo>
                    <a:pt x="477" y="1250"/>
                    <a:pt x="553" y="1267"/>
                    <a:pt x="634" y="1267"/>
                  </a:cubicBezTo>
                  <a:cubicBezTo>
                    <a:pt x="764" y="1267"/>
                    <a:pt x="874" y="1237"/>
                    <a:pt x="971" y="1187"/>
                  </a:cubicBezTo>
                  <a:lnTo>
                    <a:pt x="971" y="13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0" name="Freeform 8">
              <a:extLst>
                <a:ext uri="{FF2B5EF4-FFF2-40B4-BE49-F238E27FC236}">
                  <a16:creationId xmlns:a16="http://schemas.microsoft.com/office/drawing/2014/main" id="{D0635D3F-26E3-4D41-7079-5975C7F92110}"/>
                </a:ext>
              </a:extLst>
            </p:cNvPr>
            <p:cNvSpPr>
              <a:spLocks noChangeArrowheads="1"/>
            </p:cNvSpPr>
            <p:nvPr/>
          </p:nvSpPr>
          <p:spPr bwMode="auto">
            <a:xfrm>
              <a:off x="7099300" y="158750"/>
              <a:ext cx="450850" cy="495300"/>
            </a:xfrm>
            <a:custGeom>
              <a:avLst/>
              <a:gdLst>
                <a:gd name="T0" fmla="*/ 621 w 1251"/>
                <a:gd name="T1" fmla="*/ 1377 h 1378"/>
                <a:gd name="T2" fmla="*/ 621 w 1251"/>
                <a:gd name="T3" fmla="*/ 1377 h 1378"/>
                <a:gd name="T4" fmla="*/ 359 w 1251"/>
                <a:gd name="T5" fmla="*/ 1326 h 1378"/>
                <a:gd name="T6" fmla="*/ 165 w 1251"/>
                <a:gd name="T7" fmla="*/ 1183 h 1378"/>
                <a:gd name="T8" fmla="*/ 42 w 1251"/>
                <a:gd name="T9" fmla="*/ 967 h 1378"/>
                <a:gd name="T10" fmla="*/ 0 w 1251"/>
                <a:gd name="T11" fmla="*/ 705 h 1378"/>
                <a:gd name="T12" fmla="*/ 42 w 1251"/>
                <a:gd name="T13" fmla="*/ 418 h 1378"/>
                <a:gd name="T14" fmla="*/ 169 w 1251"/>
                <a:gd name="T15" fmla="*/ 199 h 1378"/>
                <a:gd name="T16" fmla="*/ 367 w 1251"/>
                <a:gd name="T17" fmla="*/ 55 h 1378"/>
                <a:gd name="T18" fmla="*/ 642 w 1251"/>
                <a:gd name="T19" fmla="*/ 0 h 1378"/>
                <a:gd name="T20" fmla="*/ 895 w 1251"/>
                <a:gd name="T21" fmla="*/ 51 h 1378"/>
                <a:gd name="T22" fmla="*/ 1085 w 1251"/>
                <a:gd name="T23" fmla="*/ 194 h 1378"/>
                <a:gd name="T24" fmla="*/ 1208 w 1251"/>
                <a:gd name="T25" fmla="*/ 406 h 1378"/>
                <a:gd name="T26" fmla="*/ 1250 w 1251"/>
                <a:gd name="T27" fmla="*/ 672 h 1378"/>
                <a:gd name="T28" fmla="*/ 1208 w 1251"/>
                <a:gd name="T29" fmla="*/ 950 h 1378"/>
                <a:gd name="T30" fmla="*/ 1085 w 1251"/>
                <a:gd name="T31" fmla="*/ 1174 h 1378"/>
                <a:gd name="T32" fmla="*/ 891 w 1251"/>
                <a:gd name="T33" fmla="*/ 1326 h 1378"/>
                <a:gd name="T34" fmla="*/ 621 w 1251"/>
                <a:gd name="T35" fmla="*/ 1377 h 1378"/>
                <a:gd name="T36" fmla="*/ 629 w 1251"/>
                <a:gd name="T37" fmla="*/ 114 h 1378"/>
                <a:gd name="T38" fmla="*/ 629 w 1251"/>
                <a:gd name="T39" fmla="*/ 114 h 1378"/>
                <a:gd name="T40" fmla="*/ 414 w 1251"/>
                <a:gd name="T41" fmla="*/ 161 h 1378"/>
                <a:gd name="T42" fmla="*/ 258 w 1251"/>
                <a:gd name="T43" fmla="*/ 283 h 1378"/>
                <a:gd name="T44" fmla="*/ 161 w 1251"/>
                <a:gd name="T45" fmla="*/ 469 h 1378"/>
                <a:gd name="T46" fmla="*/ 127 w 1251"/>
                <a:gd name="T47" fmla="*/ 693 h 1378"/>
                <a:gd name="T48" fmla="*/ 156 w 1251"/>
                <a:gd name="T49" fmla="*/ 908 h 1378"/>
                <a:gd name="T50" fmla="*/ 249 w 1251"/>
                <a:gd name="T51" fmla="*/ 1090 h 1378"/>
                <a:gd name="T52" fmla="*/ 401 w 1251"/>
                <a:gd name="T53" fmla="*/ 1216 h 1378"/>
                <a:gd name="T54" fmla="*/ 617 w 1251"/>
                <a:gd name="T55" fmla="*/ 1267 h 1378"/>
                <a:gd name="T56" fmla="*/ 836 w 1251"/>
                <a:gd name="T57" fmla="*/ 1221 h 1378"/>
                <a:gd name="T58" fmla="*/ 992 w 1251"/>
                <a:gd name="T59" fmla="*/ 1102 h 1378"/>
                <a:gd name="T60" fmla="*/ 1090 w 1251"/>
                <a:gd name="T61" fmla="*/ 921 h 1378"/>
                <a:gd name="T62" fmla="*/ 1119 w 1251"/>
                <a:gd name="T63" fmla="*/ 688 h 1378"/>
                <a:gd name="T64" fmla="*/ 1094 w 1251"/>
                <a:gd name="T65" fmla="*/ 469 h 1378"/>
                <a:gd name="T66" fmla="*/ 1005 w 1251"/>
                <a:gd name="T67" fmla="*/ 283 h 1378"/>
                <a:gd name="T68" fmla="*/ 853 w 1251"/>
                <a:gd name="T69" fmla="*/ 161 h 1378"/>
                <a:gd name="T70" fmla="*/ 629 w 1251"/>
                <a:gd name="T71" fmla="*/ 114 h 1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251" h="1378">
                  <a:moveTo>
                    <a:pt x="621" y="1377"/>
                  </a:moveTo>
                  <a:lnTo>
                    <a:pt x="621" y="1377"/>
                  </a:lnTo>
                  <a:cubicBezTo>
                    <a:pt x="524" y="1377"/>
                    <a:pt x="435" y="1360"/>
                    <a:pt x="359" y="1326"/>
                  </a:cubicBezTo>
                  <a:cubicBezTo>
                    <a:pt x="283" y="1292"/>
                    <a:pt x="220" y="1242"/>
                    <a:pt x="165" y="1183"/>
                  </a:cubicBezTo>
                  <a:cubicBezTo>
                    <a:pt x="110" y="1123"/>
                    <a:pt x="72" y="1052"/>
                    <a:pt x="42" y="967"/>
                  </a:cubicBezTo>
                  <a:cubicBezTo>
                    <a:pt x="13" y="887"/>
                    <a:pt x="0" y="798"/>
                    <a:pt x="0" y="705"/>
                  </a:cubicBezTo>
                  <a:cubicBezTo>
                    <a:pt x="0" y="600"/>
                    <a:pt x="13" y="507"/>
                    <a:pt x="42" y="418"/>
                  </a:cubicBezTo>
                  <a:cubicBezTo>
                    <a:pt x="72" y="334"/>
                    <a:pt x="110" y="258"/>
                    <a:pt x="169" y="199"/>
                  </a:cubicBezTo>
                  <a:cubicBezTo>
                    <a:pt x="224" y="135"/>
                    <a:pt x="292" y="89"/>
                    <a:pt x="367" y="55"/>
                  </a:cubicBezTo>
                  <a:cubicBezTo>
                    <a:pt x="448" y="17"/>
                    <a:pt x="541" y="0"/>
                    <a:pt x="642" y="0"/>
                  </a:cubicBezTo>
                  <a:cubicBezTo>
                    <a:pt x="735" y="0"/>
                    <a:pt x="819" y="17"/>
                    <a:pt x="895" y="51"/>
                  </a:cubicBezTo>
                  <a:cubicBezTo>
                    <a:pt x="971" y="85"/>
                    <a:pt x="1035" y="131"/>
                    <a:pt x="1085" y="194"/>
                  </a:cubicBezTo>
                  <a:cubicBezTo>
                    <a:pt x="1140" y="254"/>
                    <a:pt x="1178" y="321"/>
                    <a:pt x="1208" y="406"/>
                  </a:cubicBezTo>
                  <a:cubicBezTo>
                    <a:pt x="1238" y="486"/>
                    <a:pt x="1250" y="574"/>
                    <a:pt x="1250" y="672"/>
                  </a:cubicBezTo>
                  <a:cubicBezTo>
                    <a:pt x="1250" y="773"/>
                    <a:pt x="1238" y="866"/>
                    <a:pt x="1208" y="950"/>
                  </a:cubicBezTo>
                  <a:cubicBezTo>
                    <a:pt x="1183" y="1039"/>
                    <a:pt x="1140" y="1111"/>
                    <a:pt x="1085" y="1174"/>
                  </a:cubicBezTo>
                  <a:cubicBezTo>
                    <a:pt x="1035" y="1237"/>
                    <a:pt x="967" y="1288"/>
                    <a:pt x="891" y="1326"/>
                  </a:cubicBezTo>
                  <a:cubicBezTo>
                    <a:pt x="811" y="1360"/>
                    <a:pt x="722" y="1377"/>
                    <a:pt x="621" y="1377"/>
                  </a:cubicBezTo>
                  <a:close/>
                  <a:moveTo>
                    <a:pt x="629" y="114"/>
                  </a:moveTo>
                  <a:lnTo>
                    <a:pt x="629" y="114"/>
                  </a:lnTo>
                  <a:cubicBezTo>
                    <a:pt x="549" y="114"/>
                    <a:pt x="477" y="131"/>
                    <a:pt x="414" y="161"/>
                  </a:cubicBezTo>
                  <a:cubicBezTo>
                    <a:pt x="355" y="190"/>
                    <a:pt x="300" y="232"/>
                    <a:pt x="258" y="283"/>
                  </a:cubicBezTo>
                  <a:cubicBezTo>
                    <a:pt x="215" y="338"/>
                    <a:pt x="182" y="397"/>
                    <a:pt x="161" y="469"/>
                  </a:cubicBezTo>
                  <a:cubicBezTo>
                    <a:pt x="139" y="536"/>
                    <a:pt x="127" y="612"/>
                    <a:pt x="127" y="693"/>
                  </a:cubicBezTo>
                  <a:cubicBezTo>
                    <a:pt x="127" y="769"/>
                    <a:pt x="135" y="840"/>
                    <a:pt x="156" y="908"/>
                  </a:cubicBezTo>
                  <a:cubicBezTo>
                    <a:pt x="177" y="980"/>
                    <a:pt x="207" y="1039"/>
                    <a:pt x="249" y="1090"/>
                  </a:cubicBezTo>
                  <a:cubicBezTo>
                    <a:pt x="287" y="1144"/>
                    <a:pt x="338" y="1187"/>
                    <a:pt x="401" y="1216"/>
                  </a:cubicBezTo>
                  <a:cubicBezTo>
                    <a:pt x="465" y="1250"/>
                    <a:pt x="536" y="1267"/>
                    <a:pt x="617" y="1267"/>
                  </a:cubicBezTo>
                  <a:cubicBezTo>
                    <a:pt x="701" y="1267"/>
                    <a:pt x="773" y="1250"/>
                    <a:pt x="836" y="1221"/>
                  </a:cubicBezTo>
                  <a:cubicBezTo>
                    <a:pt x="900" y="1195"/>
                    <a:pt x="950" y="1153"/>
                    <a:pt x="992" y="1102"/>
                  </a:cubicBezTo>
                  <a:cubicBezTo>
                    <a:pt x="1035" y="1052"/>
                    <a:pt x="1069" y="992"/>
                    <a:pt x="1090" y="921"/>
                  </a:cubicBezTo>
                  <a:cubicBezTo>
                    <a:pt x="1111" y="849"/>
                    <a:pt x="1119" y="773"/>
                    <a:pt x="1119" y="688"/>
                  </a:cubicBezTo>
                  <a:cubicBezTo>
                    <a:pt x="1119" y="612"/>
                    <a:pt x="1111" y="536"/>
                    <a:pt x="1094" y="469"/>
                  </a:cubicBezTo>
                  <a:cubicBezTo>
                    <a:pt x="1073" y="397"/>
                    <a:pt x="1043" y="338"/>
                    <a:pt x="1005" y="283"/>
                  </a:cubicBezTo>
                  <a:cubicBezTo>
                    <a:pt x="963" y="232"/>
                    <a:pt x="912" y="190"/>
                    <a:pt x="853" y="161"/>
                  </a:cubicBezTo>
                  <a:cubicBezTo>
                    <a:pt x="790" y="131"/>
                    <a:pt x="714" y="114"/>
                    <a:pt x="629" y="11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1" name="Freeform 9">
              <a:extLst>
                <a:ext uri="{FF2B5EF4-FFF2-40B4-BE49-F238E27FC236}">
                  <a16:creationId xmlns:a16="http://schemas.microsoft.com/office/drawing/2014/main" id="{3B34F6A6-CE37-8ABD-1E2B-06734B330680}"/>
                </a:ext>
              </a:extLst>
            </p:cNvPr>
            <p:cNvSpPr>
              <a:spLocks noChangeArrowheads="1"/>
            </p:cNvSpPr>
            <p:nvPr/>
          </p:nvSpPr>
          <p:spPr bwMode="auto">
            <a:xfrm>
              <a:off x="7645400" y="174625"/>
              <a:ext cx="374650" cy="479425"/>
            </a:xfrm>
            <a:custGeom>
              <a:avLst/>
              <a:gdLst>
                <a:gd name="T0" fmla="*/ 912 w 1040"/>
                <a:gd name="T1" fmla="*/ 1331 h 1332"/>
                <a:gd name="T2" fmla="*/ 912 w 1040"/>
                <a:gd name="T3" fmla="*/ 1331 h 1332"/>
                <a:gd name="T4" fmla="*/ 173 w 1040"/>
                <a:gd name="T5" fmla="*/ 262 h 1332"/>
                <a:gd name="T6" fmla="*/ 144 w 1040"/>
                <a:gd name="T7" fmla="*/ 220 h 1332"/>
                <a:gd name="T8" fmla="*/ 123 w 1040"/>
                <a:gd name="T9" fmla="*/ 182 h 1332"/>
                <a:gd name="T10" fmla="*/ 118 w 1040"/>
                <a:gd name="T11" fmla="*/ 182 h 1332"/>
                <a:gd name="T12" fmla="*/ 123 w 1040"/>
                <a:gd name="T13" fmla="*/ 229 h 1332"/>
                <a:gd name="T14" fmla="*/ 123 w 1040"/>
                <a:gd name="T15" fmla="*/ 300 h 1332"/>
                <a:gd name="T16" fmla="*/ 123 w 1040"/>
                <a:gd name="T17" fmla="*/ 1331 h 1332"/>
                <a:gd name="T18" fmla="*/ 0 w 1040"/>
                <a:gd name="T19" fmla="*/ 1331 h 1332"/>
                <a:gd name="T20" fmla="*/ 0 w 1040"/>
                <a:gd name="T21" fmla="*/ 0 h 1332"/>
                <a:gd name="T22" fmla="*/ 135 w 1040"/>
                <a:gd name="T23" fmla="*/ 0 h 1332"/>
                <a:gd name="T24" fmla="*/ 862 w 1040"/>
                <a:gd name="T25" fmla="*/ 1056 h 1332"/>
                <a:gd name="T26" fmla="*/ 891 w 1040"/>
                <a:gd name="T27" fmla="*/ 1103 h 1332"/>
                <a:gd name="T28" fmla="*/ 917 w 1040"/>
                <a:gd name="T29" fmla="*/ 1145 h 1332"/>
                <a:gd name="T30" fmla="*/ 921 w 1040"/>
                <a:gd name="T31" fmla="*/ 1145 h 1332"/>
                <a:gd name="T32" fmla="*/ 917 w 1040"/>
                <a:gd name="T33" fmla="*/ 1073 h 1332"/>
                <a:gd name="T34" fmla="*/ 917 w 1040"/>
                <a:gd name="T35" fmla="*/ 989 h 1332"/>
                <a:gd name="T36" fmla="*/ 917 w 1040"/>
                <a:gd name="T37" fmla="*/ 0 h 1332"/>
                <a:gd name="T38" fmla="*/ 1039 w 1040"/>
                <a:gd name="T39" fmla="*/ 0 h 1332"/>
                <a:gd name="T40" fmla="*/ 1039 w 1040"/>
                <a:gd name="T41" fmla="*/ 1331 h 1332"/>
                <a:gd name="T42" fmla="*/ 912 w 1040"/>
                <a:gd name="T43"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040" h="1332">
                  <a:moveTo>
                    <a:pt x="912" y="1331"/>
                  </a:moveTo>
                  <a:lnTo>
                    <a:pt x="912" y="1331"/>
                  </a:lnTo>
                  <a:cubicBezTo>
                    <a:pt x="173" y="262"/>
                    <a:pt x="173" y="262"/>
                    <a:pt x="173" y="262"/>
                  </a:cubicBezTo>
                  <a:cubicBezTo>
                    <a:pt x="165" y="250"/>
                    <a:pt x="156" y="237"/>
                    <a:pt x="144" y="220"/>
                  </a:cubicBezTo>
                  <a:cubicBezTo>
                    <a:pt x="135" y="208"/>
                    <a:pt x="131" y="195"/>
                    <a:pt x="123" y="182"/>
                  </a:cubicBezTo>
                  <a:cubicBezTo>
                    <a:pt x="118" y="182"/>
                    <a:pt x="118" y="182"/>
                    <a:pt x="118" y="182"/>
                  </a:cubicBezTo>
                  <a:cubicBezTo>
                    <a:pt x="118" y="190"/>
                    <a:pt x="123" y="208"/>
                    <a:pt x="123" y="229"/>
                  </a:cubicBezTo>
                  <a:cubicBezTo>
                    <a:pt x="123" y="245"/>
                    <a:pt x="123" y="271"/>
                    <a:pt x="123" y="300"/>
                  </a:cubicBezTo>
                  <a:cubicBezTo>
                    <a:pt x="123" y="1331"/>
                    <a:pt x="123" y="1331"/>
                    <a:pt x="123" y="1331"/>
                  </a:cubicBezTo>
                  <a:cubicBezTo>
                    <a:pt x="0" y="1331"/>
                    <a:pt x="0" y="1331"/>
                    <a:pt x="0" y="1331"/>
                  </a:cubicBezTo>
                  <a:cubicBezTo>
                    <a:pt x="0" y="0"/>
                    <a:pt x="0" y="0"/>
                    <a:pt x="0" y="0"/>
                  </a:cubicBezTo>
                  <a:cubicBezTo>
                    <a:pt x="135" y="0"/>
                    <a:pt x="135" y="0"/>
                    <a:pt x="135" y="0"/>
                  </a:cubicBezTo>
                  <a:cubicBezTo>
                    <a:pt x="862" y="1056"/>
                    <a:pt x="862" y="1056"/>
                    <a:pt x="862" y="1056"/>
                  </a:cubicBezTo>
                  <a:cubicBezTo>
                    <a:pt x="874" y="1073"/>
                    <a:pt x="883" y="1090"/>
                    <a:pt x="891" y="1103"/>
                  </a:cubicBezTo>
                  <a:cubicBezTo>
                    <a:pt x="904" y="1120"/>
                    <a:pt x="912" y="1132"/>
                    <a:pt x="917" y="1145"/>
                  </a:cubicBezTo>
                  <a:cubicBezTo>
                    <a:pt x="921" y="1145"/>
                    <a:pt x="921" y="1145"/>
                    <a:pt x="921" y="1145"/>
                  </a:cubicBezTo>
                  <a:cubicBezTo>
                    <a:pt x="921" y="1124"/>
                    <a:pt x="917" y="1098"/>
                    <a:pt x="917" y="1073"/>
                  </a:cubicBezTo>
                  <a:cubicBezTo>
                    <a:pt x="917" y="1048"/>
                    <a:pt x="917" y="1023"/>
                    <a:pt x="917" y="989"/>
                  </a:cubicBezTo>
                  <a:cubicBezTo>
                    <a:pt x="917" y="0"/>
                    <a:pt x="917" y="0"/>
                    <a:pt x="917" y="0"/>
                  </a:cubicBezTo>
                  <a:cubicBezTo>
                    <a:pt x="1039" y="0"/>
                    <a:pt x="1039" y="0"/>
                    <a:pt x="1039" y="0"/>
                  </a:cubicBezTo>
                  <a:cubicBezTo>
                    <a:pt x="1039" y="1331"/>
                    <a:pt x="1039" y="1331"/>
                    <a:pt x="1039" y="1331"/>
                  </a:cubicBezTo>
                  <a:lnTo>
                    <a:pt x="912"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2" name="Freeform 10">
              <a:extLst>
                <a:ext uri="{FF2B5EF4-FFF2-40B4-BE49-F238E27FC236}">
                  <a16:creationId xmlns:a16="http://schemas.microsoft.com/office/drawing/2014/main" id="{619D0167-EEA2-AB4C-DB18-5D3FF3CCBA34}"/>
                </a:ext>
              </a:extLst>
            </p:cNvPr>
            <p:cNvSpPr>
              <a:spLocks noChangeArrowheads="1"/>
            </p:cNvSpPr>
            <p:nvPr/>
          </p:nvSpPr>
          <p:spPr bwMode="auto">
            <a:xfrm>
              <a:off x="8126413" y="158750"/>
              <a:ext cx="271462" cy="495300"/>
            </a:xfrm>
            <a:custGeom>
              <a:avLst/>
              <a:gdLst>
                <a:gd name="T0" fmla="*/ 0 w 753"/>
                <a:gd name="T1" fmla="*/ 1157 h 1374"/>
                <a:gd name="T2" fmla="*/ 0 w 753"/>
                <a:gd name="T3" fmla="*/ 1157 h 1374"/>
                <a:gd name="T4" fmla="*/ 71 w 753"/>
                <a:gd name="T5" fmla="*/ 1204 h 1374"/>
                <a:gd name="T6" fmla="*/ 156 w 753"/>
                <a:gd name="T7" fmla="*/ 1233 h 1374"/>
                <a:gd name="T8" fmla="*/ 240 w 753"/>
                <a:gd name="T9" fmla="*/ 1255 h 1374"/>
                <a:gd name="T10" fmla="*/ 321 w 753"/>
                <a:gd name="T11" fmla="*/ 1263 h 1374"/>
                <a:gd name="T12" fmla="*/ 549 w 753"/>
                <a:gd name="T13" fmla="*/ 1204 h 1374"/>
                <a:gd name="T14" fmla="*/ 621 w 753"/>
                <a:gd name="T15" fmla="*/ 1035 h 1374"/>
                <a:gd name="T16" fmla="*/ 604 w 753"/>
                <a:gd name="T17" fmla="*/ 942 h 1374"/>
                <a:gd name="T18" fmla="*/ 549 w 753"/>
                <a:gd name="T19" fmla="*/ 870 h 1374"/>
                <a:gd name="T20" fmla="*/ 456 w 753"/>
                <a:gd name="T21" fmla="*/ 803 h 1374"/>
                <a:gd name="T22" fmla="*/ 321 w 753"/>
                <a:gd name="T23" fmla="*/ 727 h 1374"/>
                <a:gd name="T24" fmla="*/ 177 w 753"/>
                <a:gd name="T25" fmla="*/ 638 h 1374"/>
                <a:gd name="T26" fmla="*/ 76 w 753"/>
                <a:gd name="T27" fmla="*/ 554 h 1374"/>
                <a:gd name="T28" fmla="*/ 21 w 753"/>
                <a:gd name="T29" fmla="*/ 461 h 1374"/>
                <a:gd name="T30" fmla="*/ 4 w 753"/>
                <a:gd name="T31" fmla="*/ 347 h 1374"/>
                <a:gd name="T32" fmla="*/ 38 w 753"/>
                <a:gd name="T33" fmla="*/ 203 h 1374"/>
                <a:gd name="T34" fmla="*/ 131 w 753"/>
                <a:gd name="T35" fmla="*/ 93 h 1374"/>
                <a:gd name="T36" fmla="*/ 266 w 753"/>
                <a:gd name="T37" fmla="*/ 21 h 1374"/>
                <a:gd name="T38" fmla="*/ 435 w 753"/>
                <a:gd name="T39" fmla="*/ 0 h 1374"/>
                <a:gd name="T40" fmla="*/ 697 w 753"/>
                <a:gd name="T41" fmla="*/ 42 h 1374"/>
                <a:gd name="T42" fmla="*/ 697 w 753"/>
                <a:gd name="T43" fmla="*/ 178 h 1374"/>
                <a:gd name="T44" fmla="*/ 418 w 753"/>
                <a:gd name="T45" fmla="*/ 110 h 1374"/>
                <a:gd name="T46" fmla="*/ 308 w 753"/>
                <a:gd name="T47" fmla="*/ 127 h 1374"/>
                <a:gd name="T48" fmla="*/ 215 w 753"/>
                <a:gd name="T49" fmla="*/ 169 h 1374"/>
                <a:gd name="T50" fmla="*/ 156 w 753"/>
                <a:gd name="T51" fmla="*/ 237 h 1374"/>
                <a:gd name="T52" fmla="*/ 131 w 753"/>
                <a:gd name="T53" fmla="*/ 334 h 1374"/>
                <a:gd name="T54" fmla="*/ 148 w 753"/>
                <a:gd name="T55" fmla="*/ 423 h 1374"/>
                <a:gd name="T56" fmla="*/ 194 w 753"/>
                <a:gd name="T57" fmla="*/ 494 h 1374"/>
                <a:gd name="T58" fmla="*/ 287 w 753"/>
                <a:gd name="T59" fmla="*/ 558 h 1374"/>
                <a:gd name="T60" fmla="*/ 418 w 753"/>
                <a:gd name="T61" fmla="*/ 634 h 1374"/>
                <a:gd name="T62" fmla="*/ 566 w 753"/>
                <a:gd name="T63" fmla="*/ 723 h 1374"/>
                <a:gd name="T64" fmla="*/ 667 w 753"/>
                <a:gd name="T65" fmla="*/ 811 h 1374"/>
                <a:gd name="T66" fmla="*/ 730 w 753"/>
                <a:gd name="T67" fmla="*/ 908 h 1374"/>
                <a:gd name="T68" fmla="*/ 752 w 753"/>
                <a:gd name="T69" fmla="*/ 1022 h 1374"/>
                <a:gd name="T70" fmla="*/ 718 w 753"/>
                <a:gd name="T71" fmla="*/ 1174 h 1374"/>
                <a:gd name="T72" fmla="*/ 629 w 753"/>
                <a:gd name="T73" fmla="*/ 1284 h 1374"/>
                <a:gd name="T74" fmla="*/ 490 w 753"/>
                <a:gd name="T75" fmla="*/ 1352 h 1374"/>
                <a:gd name="T76" fmla="*/ 312 w 753"/>
                <a:gd name="T77" fmla="*/ 1373 h 1374"/>
                <a:gd name="T78" fmla="*/ 236 w 753"/>
                <a:gd name="T79" fmla="*/ 1369 h 1374"/>
                <a:gd name="T80" fmla="*/ 148 w 753"/>
                <a:gd name="T81" fmla="*/ 1356 h 1374"/>
                <a:gd name="T82" fmla="*/ 63 w 753"/>
                <a:gd name="T83" fmla="*/ 1331 h 1374"/>
                <a:gd name="T84" fmla="*/ 0 w 753"/>
                <a:gd name="T85" fmla="*/ 1301 h 1374"/>
                <a:gd name="T86" fmla="*/ 0 w 753"/>
                <a:gd name="T87" fmla="*/ 1157 h 13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753" h="1374">
                  <a:moveTo>
                    <a:pt x="0" y="1157"/>
                  </a:moveTo>
                  <a:lnTo>
                    <a:pt x="0" y="1157"/>
                  </a:lnTo>
                  <a:cubicBezTo>
                    <a:pt x="21" y="1174"/>
                    <a:pt x="46" y="1187"/>
                    <a:pt x="71" y="1204"/>
                  </a:cubicBezTo>
                  <a:cubicBezTo>
                    <a:pt x="97" y="1217"/>
                    <a:pt x="126" y="1225"/>
                    <a:pt x="156" y="1233"/>
                  </a:cubicBezTo>
                  <a:cubicBezTo>
                    <a:pt x="181" y="1246"/>
                    <a:pt x="211" y="1250"/>
                    <a:pt x="240" y="1255"/>
                  </a:cubicBezTo>
                  <a:cubicBezTo>
                    <a:pt x="266" y="1259"/>
                    <a:pt x="295" y="1263"/>
                    <a:pt x="321" y="1263"/>
                  </a:cubicBezTo>
                  <a:cubicBezTo>
                    <a:pt x="422" y="1263"/>
                    <a:pt x="498" y="1242"/>
                    <a:pt x="549" y="1204"/>
                  </a:cubicBezTo>
                  <a:cubicBezTo>
                    <a:pt x="595" y="1166"/>
                    <a:pt x="621" y="1111"/>
                    <a:pt x="621" y="1035"/>
                  </a:cubicBezTo>
                  <a:cubicBezTo>
                    <a:pt x="621" y="1001"/>
                    <a:pt x="616" y="972"/>
                    <a:pt x="604" y="942"/>
                  </a:cubicBezTo>
                  <a:cubicBezTo>
                    <a:pt x="591" y="917"/>
                    <a:pt x="574" y="891"/>
                    <a:pt x="549" y="870"/>
                  </a:cubicBezTo>
                  <a:cubicBezTo>
                    <a:pt x="523" y="849"/>
                    <a:pt x="494" y="824"/>
                    <a:pt x="456" y="803"/>
                  </a:cubicBezTo>
                  <a:cubicBezTo>
                    <a:pt x="418" y="777"/>
                    <a:pt x="376" y="752"/>
                    <a:pt x="321" y="727"/>
                  </a:cubicBezTo>
                  <a:cubicBezTo>
                    <a:pt x="266" y="693"/>
                    <a:pt x="215" y="663"/>
                    <a:pt x="177" y="638"/>
                  </a:cubicBezTo>
                  <a:cubicBezTo>
                    <a:pt x="135" y="608"/>
                    <a:pt x="101" y="583"/>
                    <a:pt x="76" y="554"/>
                  </a:cubicBezTo>
                  <a:cubicBezTo>
                    <a:pt x="50" y="524"/>
                    <a:pt x="33" y="494"/>
                    <a:pt x="21" y="461"/>
                  </a:cubicBezTo>
                  <a:cubicBezTo>
                    <a:pt x="8" y="427"/>
                    <a:pt x="4" y="389"/>
                    <a:pt x="4" y="347"/>
                  </a:cubicBezTo>
                  <a:cubicBezTo>
                    <a:pt x="4" y="292"/>
                    <a:pt x="12" y="245"/>
                    <a:pt x="38" y="203"/>
                  </a:cubicBezTo>
                  <a:cubicBezTo>
                    <a:pt x="59" y="157"/>
                    <a:pt x="93" y="123"/>
                    <a:pt x="131" y="93"/>
                  </a:cubicBezTo>
                  <a:cubicBezTo>
                    <a:pt x="169" y="64"/>
                    <a:pt x="215" y="38"/>
                    <a:pt x="266" y="21"/>
                  </a:cubicBezTo>
                  <a:cubicBezTo>
                    <a:pt x="321" y="9"/>
                    <a:pt x="376" y="0"/>
                    <a:pt x="435" y="0"/>
                  </a:cubicBezTo>
                  <a:cubicBezTo>
                    <a:pt x="540" y="0"/>
                    <a:pt x="625" y="13"/>
                    <a:pt x="697" y="42"/>
                  </a:cubicBezTo>
                  <a:cubicBezTo>
                    <a:pt x="697" y="178"/>
                    <a:pt x="697" y="178"/>
                    <a:pt x="697" y="178"/>
                  </a:cubicBezTo>
                  <a:cubicBezTo>
                    <a:pt x="616" y="135"/>
                    <a:pt x="528" y="110"/>
                    <a:pt x="418" y="110"/>
                  </a:cubicBezTo>
                  <a:cubicBezTo>
                    <a:pt x="380" y="110"/>
                    <a:pt x="342" y="114"/>
                    <a:pt x="308" y="127"/>
                  </a:cubicBezTo>
                  <a:cubicBezTo>
                    <a:pt x="274" y="135"/>
                    <a:pt x="240" y="148"/>
                    <a:pt x="215" y="169"/>
                  </a:cubicBezTo>
                  <a:cubicBezTo>
                    <a:pt x="190" y="186"/>
                    <a:pt x="169" y="211"/>
                    <a:pt x="156" y="237"/>
                  </a:cubicBezTo>
                  <a:cubicBezTo>
                    <a:pt x="139" y="266"/>
                    <a:pt x="131" y="296"/>
                    <a:pt x="131" y="334"/>
                  </a:cubicBezTo>
                  <a:cubicBezTo>
                    <a:pt x="131" y="368"/>
                    <a:pt x="135" y="397"/>
                    <a:pt x="148" y="423"/>
                  </a:cubicBezTo>
                  <a:cubicBezTo>
                    <a:pt x="156" y="448"/>
                    <a:pt x="173" y="473"/>
                    <a:pt x="194" y="494"/>
                  </a:cubicBezTo>
                  <a:cubicBezTo>
                    <a:pt x="219" y="515"/>
                    <a:pt x="249" y="537"/>
                    <a:pt x="287" y="558"/>
                  </a:cubicBezTo>
                  <a:cubicBezTo>
                    <a:pt x="321" y="583"/>
                    <a:pt x="367" y="608"/>
                    <a:pt x="418" y="634"/>
                  </a:cubicBezTo>
                  <a:cubicBezTo>
                    <a:pt x="477" y="663"/>
                    <a:pt x="523" y="693"/>
                    <a:pt x="566" y="723"/>
                  </a:cubicBezTo>
                  <a:cubicBezTo>
                    <a:pt x="608" y="752"/>
                    <a:pt x="642" y="782"/>
                    <a:pt x="667" y="811"/>
                  </a:cubicBezTo>
                  <a:cubicBezTo>
                    <a:pt x="697" y="841"/>
                    <a:pt x="718" y="874"/>
                    <a:pt x="730" y="908"/>
                  </a:cubicBezTo>
                  <a:cubicBezTo>
                    <a:pt x="743" y="942"/>
                    <a:pt x="752" y="980"/>
                    <a:pt x="752" y="1022"/>
                  </a:cubicBezTo>
                  <a:cubicBezTo>
                    <a:pt x="752" y="1081"/>
                    <a:pt x="739" y="1132"/>
                    <a:pt x="718" y="1174"/>
                  </a:cubicBezTo>
                  <a:cubicBezTo>
                    <a:pt x="697" y="1221"/>
                    <a:pt x="667" y="1259"/>
                    <a:pt x="629" y="1284"/>
                  </a:cubicBezTo>
                  <a:cubicBezTo>
                    <a:pt x="587" y="1314"/>
                    <a:pt x="540" y="1335"/>
                    <a:pt x="490" y="1352"/>
                  </a:cubicBezTo>
                  <a:cubicBezTo>
                    <a:pt x="435" y="1369"/>
                    <a:pt x="376" y="1373"/>
                    <a:pt x="312" y="1373"/>
                  </a:cubicBezTo>
                  <a:cubicBezTo>
                    <a:pt x="291" y="1373"/>
                    <a:pt x="266" y="1373"/>
                    <a:pt x="236" y="1369"/>
                  </a:cubicBezTo>
                  <a:cubicBezTo>
                    <a:pt x="207" y="1364"/>
                    <a:pt x="177" y="1360"/>
                    <a:pt x="148" y="1356"/>
                  </a:cubicBezTo>
                  <a:cubicBezTo>
                    <a:pt x="118" y="1348"/>
                    <a:pt x="88" y="1339"/>
                    <a:pt x="63" y="1331"/>
                  </a:cubicBezTo>
                  <a:cubicBezTo>
                    <a:pt x="38" y="1322"/>
                    <a:pt x="12" y="1314"/>
                    <a:pt x="0" y="1301"/>
                  </a:cubicBezTo>
                  <a:lnTo>
                    <a:pt x="0" y="1157"/>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3" name="Freeform 11">
              <a:extLst>
                <a:ext uri="{FF2B5EF4-FFF2-40B4-BE49-F238E27FC236}">
                  <a16:creationId xmlns:a16="http://schemas.microsoft.com/office/drawing/2014/main" id="{0FDD7D16-343D-9493-B2E3-88B20E622056}"/>
                </a:ext>
              </a:extLst>
            </p:cNvPr>
            <p:cNvSpPr>
              <a:spLocks noChangeArrowheads="1"/>
            </p:cNvSpPr>
            <p:nvPr/>
          </p:nvSpPr>
          <p:spPr bwMode="auto">
            <a:xfrm>
              <a:off x="1893888" y="174625"/>
              <a:ext cx="468312" cy="479425"/>
            </a:xfrm>
            <a:custGeom>
              <a:avLst/>
              <a:gdLst>
                <a:gd name="T0" fmla="*/ 1178 w 1301"/>
                <a:gd name="T1" fmla="*/ 1331 h 1332"/>
                <a:gd name="T2" fmla="*/ 1178 w 1301"/>
                <a:gd name="T3" fmla="*/ 1331 h 1332"/>
                <a:gd name="T4" fmla="*/ 1178 w 1301"/>
                <a:gd name="T5" fmla="*/ 414 h 1332"/>
                <a:gd name="T6" fmla="*/ 1191 w 1301"/>
                <a:gd name="T7" fmla="*/ 186 h 1332"/>
                <a:gd name="T8" fmla="*/ 1187 w 1301"/>
                <a:gd name="T9" fmla="*/ 186 h 1332"/>
                <a:gd name="T10" fmla="*/ 1161 w 1301"/>
                <a:gd name="T11" fmla="*/ 258 h 1332"/>
                <a:gd name="T12" fmla="*/ 1144 w 1301"/>
                <a:gd name="T13" fmla="*/ 309 h 1332"/>
                <a:gd name="T14" fmla="*/ 680 w 1301"/>
                <a:gd name="T15" fmla="*/ 1331 h 1332"/>
                <a:gd name="T16" fmla="*/ 625 w 1301"/>
                <a:gd name="T17" fmla="*/ 1331 h 1332"/>
                <a:gd name="T18" fmla="*/ 160 w 1301"/>
                <a:gd name="T19" fmla="*/ 313 h 1332"/>
                <a:gd name="T20" fmla="*/ 118 w 1301"/>
                <a:gd name="T21" fmla="*/ 182 h 1332"/>
                <a:gd name="T22" fmla="*/ 114 w 1301"/>
                <a:gd name="T23" fmla="*/ 182 h 1332"/>
                <a:gd name="T24" fmla="*/ 122 w 1301"/>
                <a:gd name="T25" fmla="*/ 283 h 1332"/>
                <a:gd name="T26" fmla="*/ 122 w 1301"/>
                <a:gd name="T27" fmla="*/ 402 h 1332"/>
                <a:gd name="T28" fmla="*/ 122 w 1301"/>
                <a:gd name="T29" fmla="*/ 1331 h 1332"/>
                <a:gd name="T30" fmla="*/ 0 w 1301"/>
                <a:gd name="T31" fmla="*/ 1331 h 1332"/>
                <a:gd name="T32" fmla="*/ 0 w 1301"/>
                <a:gd name="T33" fmla="*/ 0 h 1332"/>
                <a:gd name="T34" fmla="*/ 148 w 1301"/>
                <a:gd name="T35" fmla="*/ 0 h 1332"/>
                <a:gd name="T36" fmla="*/ 599 w 1301"/>
                <a:gd name="T37" fmla="*/ 1001 h 1332"/>
                <a:gd name="T38" fmla="*/ 625 w 1301"/>
                <a:gd name="T39" fmla="*/ 1065 h 1332"/>
                <a:gd name="T40" fmla="*/ 650 w 1301"/>
                <a:gd name="T41" fmla="*/ 1137 h 1332"/>
                <a:gd name="T42" fmla="*/ 654 w 1301"/>
                <a:gd name="T43" fmla="*/ 1137 h 1332"/>
                <a:gd name="T44" fmla="*/ 680 w 1301"/>
                <a:gd name="T45" fmla="*/ 1069 h 1332"/>
                <a:gd name="T46" fmla="*/ 705 w 1301"/>
                <a:gd name="T47" fmla="*/ 1001 h 1332"/>
                <a:gd name="T48" fmla="*/ 1161 w 1301"/>
                <a:gd name="T49" fmla="*/ 0 h 1332"/>
                <a:gd name="T50" fmla="*/ 1300 w 1301"/>
                <a:gd name="T51" fmla="*/ 0 h 1332"/>
                <a:gd name="T52" fmla="*/ 1300 w 1301"/>
                <a:gd name="T53" fmla="*/ 1331 h 1332"/>
                <a:gd name="T54" fmla="*/ 1178 w 1301"/>
                <a:gd name="T5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301" h="1332">
                  <a:moveTo>
                    <a:pt x="1178" y="1331"/>
                  </a:moveTo>
                  <a:lnTo>
                    <a:pt x="1178" y="1331"/>
                  </a:lnTo>
                  <a:cubicBezTo>
                    <a:pt x="1178" y="414"/>
                    <a:pt x="1178" y="414"/>
                    <a:pt x="1178" y="414"/>
                  </a:cubicBezTo>
                  <a:cubicBezTo>
                    <a:pt x="1178" y="368"/>
                    <a:pt x="1182" y="292"/>
                    <a:pt x="1191" y="186"/>
                  </a:cubicBezTo>
                  <a:cubicBezTo>
                    <a:pt x="1187" y="186"/>
                    <a:pt x="1187" y="186"/>
                    <a:pt x="1187" y="186"/>
                  </a:cubicBezTo>
                  <a:cubicBezTo>
                    <a:pt x="1178" y="216"/>
                    <a:pt x="1170" y="237"/>
                    <a:pt x="1161" y="258"/>
                  </a:cubicBezTo>
                  <a:cubicBezTo>
                    <a:pt x="1157" y="279"/>
                    <a:pt x="1148" y="296"/>
                    <a:pt x="1144" y="309"/>
                  </a:cubicBezTo>
                  <a:cubicBezTo>
                    <a:pt x="680" y="1331"/>
                    <a:pt x="680" y="1331"/>
                    <a:pt x="680" y="1331"/>
                  </a:cubicBezTo>
                  <a:cubicBezTo>
                    <a:pt x="625" y="1331"/>
                    <a:pt x="625" y="1331"/>
                    <a:pt x="625" y="1331"/>
                  </a:cubicBezTo>
                  <a:cubicBezTo>
                    <a:pt x="160" y="313"/>
                    <a:pt x="160" y="313"/>
                    <a:pt x="160" y="313"/>
                  </a:cubicBezTo>
                  <a:cubicBezTo>
                    <a:pt x="148" y="283"/>
                    <a:pt x="135" y="241"/>
                    <a:pt x="118" y="182"/>
                  </a:cubicBezTo>
                  <a:cubicBezTo>
                    <a:pt x="114" y="182"/>
                    <a:pt x="114" y="182"/>
                    <a:pt x="114" y="182"/>
                  </a:cubicBezTo>
                  <a:cubicBezTo>
                    <a:pt x="118" y="212"/>
                    <a:pt x="118" y="245"/>
                    <a:pt x="122" y="283"/>
                  </a:cubicBezTo>
                  <a:cubicBezTo>
                    <a:pt x="122" y="317"/>
                    <a:pt x="122" y="360"/>
                    <a:pt x="122" y="402"/>
                  </a:cubicBezTo>
                  <a:cubicBezTo>
                    <a:pt x="122" y="1331"/>
                    <a:pt x="122" y="1331"/>
                    <a:pt x="122" y="1331"/>
                  </a:cubicBezTo>
                  <a:cubicBezTo>
                    <a:pt x="0" y="1331"/>
                    <a:pt x="0" y="1331"/>
                    <a:pt x="0" y="1331"/>
                  </a:cubicBezTo>
                  <a:cubicBezTo>
                    <a:pt x="0" y="0"/>
                    <a:pt x="0" y="0"/>
                    <a:pt x="0" y="0"/>
                  </a:cubicBezTo>
                  <a:cubicBezTo>
                    <a:pt x="148" y="0"/>
                    <a:pt x="148" y="0"/>
                    <a:pt x="148" y="0"/>
                  </a:cubicBezTo>
                  <a:cubicBezTo>
                    <a:pt x="599" y="1001"/>
                    <a:pt x="599" y="1001"/>
                    <a:pt x="599" y="1001"/>
                  </a:cubicBezTo>
                  <a:cubicBezTo>
                    <a:pt x="608" y="1023"/>
                    <a:pt x="616" y="1044"/>
                    <a:pt x="625" y="1065"/>
                  </a:cubicBezTo>
                  <a:cubicBezTo>
                    <a:pt x="633" y="1090"/>
                    <a:pt x="642" y="1111"/>
                    <a:pt x="650" y="1137"/>
                  </a:cubicBezTo>
                  <a:cubicBezTo>
                    <a:pt x="654" y="1137"/>
                    <a:pt x="654" y="1137"/>
                    <a:pt x="654" y="1137"/>
                  </a:cubicBezTo>
                  <a:cubicBezTo>
                    <a:pt x="667" y="1111"/>
                    <a:pt x="671" y="1090"/>
                    <a:pt x="680" y="1069"/>
                  </a:cubicBezTo>
                  <a:cubicBezTo>
                    <a:pt x="688" y="1048"/>
                    <a:pt x="697" y="1027"/>
                    <a:pt x="705" y="1001"/>
                  </a:cubicBezTo>
                  <a:cubicBezTo>
                    <a:pt x="1161" y="0"/>
                    <a:pt x="1161" y="0"/>
                    <a:pt x="1161" y="0"/>
                  </a:cubicBezTo>
                  <a:cubicBezTo>
                    <a:pt x="1300" y="0"/>
                    <a:pt x="1300" y="0"/>
                    <a:pt x="1300" y="0"/>
                  </a:cubicBezTo>
                  <a:cubicBezTo>
                    <a:pt x="1300" y="1331"/>
                    <a:pt x="1300" y="1331"/>
                    <a:pt x="1300" y="1331"/>
                  </a:cubicBezTo>
                  <a:lnTo>
                    <a:pt x="1178"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4" name="Freeform 12">
              <a:extLst>
                <a:ext uri="{FF2B5EF4-FFF2-40B4-BE49-F238E27FC236}">
                  <a16:creationId xmlns:a16="http://schemas.microsoft.com/office/drawing/2014/main" id="{D8FC3EFE-CB8A-6F32-0820-D464FD9CE925}"/>
                </a:ext>
              </a:extLst>
            </p:cNvPr>
            <p:cNvSpPr>
              <a:spLocks noChangeArrowheads="1"/>
            </p:cNvSpPr>
            <p:nvPr/>
          </p:nvSpPr>
          <p:spPr bwMode="auto">
            <a:xfrm>
              <a:off x="2487613" y="174625"/>
              <a:ext cx="244475" cy="479425"/>
            </a:xfrm>
            <a:custGeom>
              <a:avLst/>
              <a:gdLst>
                <a:gd name="T0" fmla="*/ 0 w 677"/>
                <a:gd name="T1" fmla="*/ 1331 h 1332"/>
                <a:gd name="T2" fmla="*/ 0 w 677"/>
                <a:gd name="T3" fmla="*/ 0 h 1332"/>
                <a:gd name="T4" fmla="*/ 646 w 677"/>
                <a:gd name="T5" fmla="*/ 0 h 1332"/>
                <a:gd name="T6" fmla="*/ 646 w 677"/>
                <a:gd name="T7" fmla="*/ 115 h 1332"/>
                <a:gd name="T8" fmla="*/ 122 w 677"/>
                <a:gd name="T9" fmla="*/ 115 h 1332"/>
                <a:gd name="T10" fmla="*/ 122 w 677"/>
                <a:gd name="T11" fmla="*/ 604 h 1332"/>
                <a:gd name="T12" fmla="*/ 608 w 677"/>
                <a:gd name="T13" fmla="*/ 604 h 1332"/>
                <a:gd name="T14" fmla="*/ 608 w 677"/>
                <a:gd name="T15" fmla="*/ 714 h 1332"/>
                <a:gd name="T16" fmla="*/ 122 w 677"/>
                <a:gd name="T17" fmla="*/ 714 h 1332"/>
                <a:gd name="T18" fmla="*/ 122 w 677"/>
                <a:gd name="T19" fmla="*/ 1221 h 1332"/>
                <a:gd name="T20" fmla="*/ 676 w 677"/>
                <a:gd name="T21" fmla="*/ 1221 h 1332"/>
                <a:gd name="T22" fmla="*/ 676 w 677"/>
                <a:gd name="T23" fmla="*/ 1331 h 1332"/>
                <a:gd name="T24" fmla="*/ 0 w 677"/>
                <a:gd name="T25" fmla="*/ 1331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77" h="1332">
                  <a:moveTo>
                    <a:pt x="0" y="1331"/>
                  </a:moveTo>
                  <a:lnTo>
                    <a:pt x="0" y="0"/>
                  </a:lnTo>
                  <a:lnTo>
                    <a:pt x="646" y="0"/>
                  </a:lnTo>
                  <a:lnTo>
                    <a:pt x="646" y="115"/>
                  </a:lnTo>
                  <a:lnTo>
                    <a:pt x="122" y="115"/>
                  </a:lnTo>
                  <a:lnTo>
                    <a:pt x="122" y="604"/>
                  </a:lnTo>
                  <a:lnTo>
                    <a:pt x="608" y="604"/>
                  </a:lnTo>
                  <a:lnTo>
                    <a:pt x="608" y="714"/>
                  </a:lnTo>
                  <a:lnTo>
                    <a:pt x="122" y="714"/>
                  </a:lnTo>
                  <a:lnTo>
                    <a:pt x="122" y="1221"/>
                  </a:lnTo>
                  <a:lnTo>
                    <a:pt x="676" y="1221"/>
                  </a:lnTo>
                  <a:lnTo>
                    <a:pt x="676"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5" name="Freeform 13">
              <a:extLst>
                <a:ext uri="{FF2B5EF4-FFF2-40B4-BE49-F238E27FC236}">
                  <a16:creationId xmlns:a16="http://schemas.microsoft.com/office/drawing/2014/main" id="{8C3DC3DE-BAA3-D79E-C309-C66F9C641356}"/>
                </a:ext>
              </a:extLst>
            </p:cNvPr>
            <p:cNvSpPr>
              <a:spLocks noChangeArrowheads="1"/>
            </p:cNvSpPr>
            <p:nvPr/>
          </p:nvSpPr>
          <p:spPr bwMode="auto">
            <a:xfrm>
              <a:off x="2830513" y="174625"/>
              <a:ext cx="374650" cy="479425"/>
            </a:xfrm>
            <a:custGeom>
              <a:avLst/>
              <a:gdLst>
                <a:gd name="T0" fmla="*/ 0 w 1040"/>
                <a:gd name="T1" fmla="*/ 1331 h 1332"/>
                <a:gd name="T2" fmla="*/ 0 w 1040"/>
                <a:gd name="T3" fmla="*/ 1331 h 1332"/>
                <a:gd name="T4" fmla="*/ 0 w 1040"/>
                <a:gd name="T5" fmla="*/ 0 h 1332"/>
                <a:gd name="T6" fmla="*/ 351 w 1040"/>
                <a:gd name="T7" fmla="*/ 0 h 1332"/>
                <a:gd name="T8" fmla="*/ 866 w 1040"/>
                <a:gd name="T9" fmla="*/ 165 h 1332"/>
                <a:gd name="T10" fmla="*/ 1039 w 1040"/>
                <a:gd name="T11" fmla="*/ 651 h 1332"/>
                <a:gd name="T12" fmla="*/ 993 w 1040"/>
                <a:gd name="T13" fmla="*/ 930 h 1332"/>
                <a:gd name="T14" fmla="*/ 853 w 1040"/>
                <a:gd name="T15" fmla="*/ 1145 h 1332"/>
                <a:gd name="T16" fmla="*/ 630 w 1040"/>
                <a:gd name="T17" fmla="*/ 1284 h 1332"/>
                <a:gd name="T18" fmla="*/ 334 w 1040"/>
                <a:gd name="T19" fmla="*/ 1331 h 1332"/>
                <a:gd name="T20" fmla="*/ 0 w 1040"/>
                <a:gd name="T21" fmla="*/ 1331 h 1332"/>
                <a:gd name="T22" fmla="*/ 123 w 1040"/>
                <a:gd name="T23" fmla="*/ 115 h 1332"/>
                <a:gd name="T24" fmla="*/ 123 w 1040"/>
                <a:gd name="T25" fmla="*/ 115 h 1332"/>
                <a:gd name="T26" fmla="*/ 123 w 1040"/>
                <a:gd name="T27" fmla="*/ 1221 h 1332"/>
                <a:gd name="T28" fmla="*/ 330 w 1040"/>
                <a:gd name="T29" fmla="*/ 1221 h 1332"/>
                <a:gd name="T30" fmla="*/ 575 w 1040"/>
                <a:gd name="T31" fmla="*/ 1183 h 1332"/>
                <a:gd name="T32" fmla="*/ 756 w 1040"/>
                <a:gd name="T33" fmla="*/ 1073 h 1332"/>
                <a:gd name="T34" fmla="*/ 870 w 1040"/>
                <a:gd name="T35" fmla="*/ 896 h 1332"/>
                <a:gd name="T36" fmla="*/ 912 w 1040"/>
                <a:gd name="T37" fmla="*/ 651 h 1332"/>
                <a:gd name="T38" fmla="*/ 342 w 1040"/>
                <a:gd name="T39" fmla="*/ 115 h 1332"/>
                <a:gd name="T40" fmla="*/ 123 w 1040"/>
                <a:gd name="T41" fmla="*/ 115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040" h="1332">
                  <a:moveTo>
                    <a:pt x="0" y="1331"/>
                  </a:moveTo>
                  <a:lnTo>
                    <a:pt x="0" y="1331"/>
                  </a:lnTo>
                  <a:cubicBezTo>
                    <a:pt x="0" y="0"/>
                    <a:pt x="0" y="0"/>
                    <a:pt x="0" y="0"/>
                  </a:cubicBezTo>
                  <a:cubicBezTo>
                    <a:pt x="351" y="0"/>
                    <a:pt x="351" y="0"/>
                    <a:pt x="351" y="0"/>
                  </a:cubicBezTo>
                  <a:cubicBezTo>
                    <a:pt x="579" y="0"/>
                    <a:pt x="752" y="55"/>
                    <a:pt x="866" y="165"/>
                  </a:cubicBezTo>
                  <a:cubicBezTo>
                    <a:pt x="984" y="275"/>
                    <a:pt x="1039" y="435"/>
                    <a:pt x="1039" y="651"/>
                  </a:cubicBezTo>
                  <a:cubicBezTo>
                    <a:pt x="1039" y="752"/>
                    <a:pt x="1026" y="845"/>
                    <a:pt x="993" y="930"/>
                  </a:cubicBezTo>
                  <a:cubicBezTo>
                    <a:pt x="959" y="1014"/>
                    <a:pt x="912" y="1086"/>
                    <a:pt x="853" y="1145"/>
                  </a:cubicBezTo>
                  <a:cubicBezTo>
                    <a:pt x="790" y="1204"/>
                    <a:pt x="714" y="1251"/>
                    <a:pt x="630" y="1284"/>
                  </a:cubicBezTo>
                  <a:cubicBezTo>
                    <a:pt x="541" y="1314"/>
                    <a:pt x="444" y="1331"/>
                    <a:pt x="334" y="1331"/>
                  </a:cubicBezTo>
                  <a:lnTo>
                    <a:pt x="0" y="1331"/>
                  </a:lnTo>
                  <a:close/>
                  <a:moveTo>
                    <a:pt x="123" y="115"/>
                  </a:moveTo>
                  <a:lnTo>
                    <a:pt x="123" y="115"/>
                  </a:lnTo>
                  <a:cubicBezTo>
                    <a:pt x="123" y="1221"/>
                    <a:pt x="123" y="1221"/>
                    <a:pt x="123" y="1221"/>
                  </a:cubicBezTo>
                  <a:cubicBezTo>
                    <a:pt x="330" y="1221"/>
                    <a:pt x="330" y="1221"/>
                    <a:pt x="330" y="1221"/>
                  </a:cubicBezTo>
                  <a:cubicBezTo>
                    <a:pt x="418" y="1221"/>
                    <a:pt x="503" y="1208"/>
                    <a:pt x="575" y="1183"/>
                  </a:cubicBezTo>
                  <a:cubicBezTo>
                    <a:pt x="646" y="1158"/>
                    <a:pt x="706" y="1120"/>
                    <a:pt x="756" y="1073"/>
                  </a:cubicBezTo>
                  <a:cubicBezTo>
                    <a:pt x="807" y="1027"/>
                    <a:pt x="845" y="968"/>
                    <a:pt x="870" y="896"/>
                  </a:cubicBezTo>
                  <a:cubicBezTo>
                    <a:pt x="896" y="824"/>
                    <a:pt x="912" y="744"/>
                    <a:pt x="912" y="651"/>
                  </a:cubicBezTo>
                  <a:cubicBezTo>
                    <a:pt x="912" y="292"/>
                    <a:pt x="722" y="115"/>
                    <a:pt x="342" y="115"/>
                  </a:cubicBezTo>
                  <a:lnTo>
                    <a:pt x="123" y="115"/>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6" name="Freeform 14">
              <a:extLst>
                <a:ext uri="{FF2B5EF4-FFF2-40B4-BE49-F238E27FC236}">
                  <a16:creationId xmlns:a16="http://schemas.microsoft.com/office/drawing/2014/main" id="{C1127FCF-1F91-E0FF-2D5F-659F93AB1674}"/>
                </a:ext>
              </a:extLst>
            </p:cNvPr>
            <p:cNvSpPr>
              <a:spLocks noChangeArrowheads="1"/>
            </p:cNvSpPr>
            <p:nvPr/>
          </p:nvSpPr>
          <p:spPr bwMode="auto">
            <a:xfrm>
              <a:off x="3300413" y="174625"/>
              <a:ext cx="46037" cy="479425"/>
            </a:xfrm>
            <a:custGeom>
              <a:avLst/>
              <a:gdLst>
                <a:gd name="T0" fmla="*/ 127 w 128"/>
                <a:gd name="T1" fmla="*/ 1331 h 1332"/>
                <a:gd name="T2" fmla="*/ 0 w 128"/>
                <a:gd name="T3" fmla="*/ 1331 h 1332"/>
                <a:gd name="T4" fmla="*/ 0 w 128"/>
                <a:gd name="T5" fmla="*/ 0 h 1332"/>
                <a:gd name="T6" fmla="*/ 127 w 128"/>
                <a:gd name="T7" fmla="*/ 0 h 1332"/>
                <a:gd name="T8" fmla="*/ 127 w 128"/>
                <a:gd name="T9" fmla="*/ 1331 h 1332"/>
              </a:gdLst>
              <a:ahLst/>
              <a:cxnLst>
                <a:cxn ang="0">
                  <a:pos x="T0" y="T1"/>
                </a:cxn>
                <a:cxn ang="0">
                  <a:pos x="T2" y="T3"/>
                </a:cxn>
                <a:cxn ang="0">
                  <a:pos x="T4" y="T5"/>
                </a:cxn>
                <a:cxn ang="0">
                  <a:pos x="T6" y="T7"/>
                </a:cxn>
                <a:cxn ang="0">
                  <a:pos x="T8" y="T9"/>
                </a:cxn>
              </a:cxnLst>
              <a:rect l="0" t="0" r="r" b="b"/>
              <a:pathLst>
                <a:path w="128" h="1332">
                  <a:moveTo>
                    <a:pt x="127" y="1331"/>
                  </a:moveTo>
                  <a:lnTo>
                    <a:pt x="0" y="1331"/>
                  </a:lnTo>
                  <a:lnTo>
                    <a:pt x="0" y="0"/>
                  </a:lnTo>
                  <a:lnTo>
                    <a:pt x="127" y="0"/>
                  </a:lnTo>
                  <a:lnTo>
                    <a:pt x="127"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7" name="Freeform 15">
              <a:extLst>
                <a:ext uri="{FF2B5EF4-FFF2-40B4-BE49-F238E27FC236}">
                  <a16:creationId xmlns:a16="http://schemas.microsoft.com/office/drawing/2014/main" id="{9E5ADF9B-3789-EBCA-3312-724CB6453960}"/>
                </a:ext>
              </a:extLst>
            </p:cNvPr>
            <p:cNvSpPr>
              <a:spLocks noChangeArrowheads="1"/>
            </p:cNvSpPr>
            <p:nvPr/>
          </p:nvSpPr>
          <p:spPr bwMode="auto">
            <a:xfrm>
              <a:off x="3897313" y="174625"/>
              <a:ext cx="409575" cy="479425"/>
            </a:xfrm>
            <a:custGeom>
              <a:avLst/>
              <a:gdLst>
                <a:gd name="T0" fmla="*/ 996 w 1137"/>
                <a:gd name="T1" fmla="*/ 1331 h 1332"/>
                <a:gd name="T2" fmla="*/ 996 w 1137"/>
                <a:gd name="T3" fmla="*/ 1331 h 1332"/>
                <a:gd name="T4" fmla="*/ 853 w 1137"/>
                <a:gd name="T5" fmla="*/ 938 h 1332"/>
                <a:gd name="T6" fmla="*/ 278 w 1137"/>
                <a:gd name="T7" fmla="*/ 938 h 1332"/>
                <a:gd name="T8" fmla="*/ 139 w 1137"/>
                <a:gd name="T9" fmla="*/ 1331 h 1332"/>
                <a:gd name="T10" fmla="*/ 0 w 1137"/>
                <a:gd name="T11" fmla="*/ 1331 h 1332"/>
                <a:gd name="T12" fmla="*/ 507 w 1137"/>
                <a:gd name="T13" fmla="*/ 0 h 1332"/>
                <a:gd name="T14" fmla="*/ 629 w 1137"/>
                <a:gd name="T15" fmla="*/ 0 h 1332"/>
                <a:gd name="T16" fmla="*/ 1136 w 1137"/>
                <a:gd name="T17" fmla="*/ 1331 h 1332"/>
                <a:gd name="T18" fmla="*/ 996 w 1137"/>
                <a:gd name="T19" fmla="*/ 1331 h 1332"/>
                <a:gd name="T20" fmla="*/ 591 w 1137"/>
                <a:gd name="T21" fmla="*/ 233 h 1332"/>
                <a:gd name="T22" fmla="*/ 591 w 1137"/>
                <a:gd name="T23" fmla="*/ 233 h 1332"/>
                <a:gd name="T24" fmla="*/ 578 w 1137"/>
                <a:gd name="T25" fmla="*/ 195 h 1332"/>
                <a:gd name="T26" fmla="*/ 566 w 1137"/>
                <a:gd name="T27" fmla="*/ 140 h 1332"/>
                <a:gd name="T28" fmla="*/ 561 w 1137"/>
                <a:gd name="T29" fmla="*/ 140 h 1332"/>
                <a:gd name="T30" fmla="*/ 549 w 1137"/>
                <a:gd name="T31" fmla="*/ 195 h 1332"/>
                <a:gd name="T32" fmla="*/ 536 w 1137"/>
                <a:gd name="T33" fmla="*/ 233 h 1332"/>
                <a:gd name="T34" fmla="*/ 321 w 1137"/>
                <a:gd name="T35" fmla="*/ 828 h 1332"/>
                <a:gd name="T36" fmla="*/ 811 w 1137"/>
                <a:gd name="T37" fmla="*/ 828 h 1332"/>
                <a:gd name="T38" fmla="*/ 591 w 1137"/>
                <a:gd name="T39" fmla="*/ 233 h 1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137" h="1332">
                  <a:moveTo>
                    <a:pt x="996" y="1331"/>
                  </a:moveTo>
                  <a:lnTo>
                    <a:pt x="996" y="1331"/>
                  </a:lnTo>
                  <a:cubicBezTo>
                    <a:pt x="853" y="938"/>
                    <a:pt x="853" y="938"/>
                    <a:pt x="853" y="938"/>
                  </a:cubicBezTo>
                  <a:cubicBezTo>
                    <a:pt x="278" y="938"/>
                    <a:pt x="278" y="938"/>
                    <a:pt x="278" y="938"/>
                  </a:cubicBezTo>
                  <a:cubicBezTo>
                    <a:pt x="139" y="1331"/>
                    <a:pt x="139" y="1331"/>
                    <a:pt x="139" y="1331"/>
                  </a:cubicBezTo>
                  <a:cubicBezTo>
                    <a:pt x="0" y="1331"/>
                    <a:pt x="0" y="1331"/>
                    <a:pt x="0" y="1331"/>
                  </a:cubicBezTo>
                  <a:cubicBezTo>
                    <a:pt x="507" y="0"/>
                    <a:pt x="507" y="0"/>
                    <a:pt x="507" y="0"/>
                  </a:cubicBezTo>
                  <a:cubicBezTo>
                    <a:pt x="629" y="0"/>
                    <a:pt x="629" y="0"/>
                    <a:pt x="629" y="0"/>
                  </a:cubicBezTo>
                  <a:cubicBezTo>
                    <a:pt x="1136" y="1331"/>
                    <a:pt x="1136" y="1331"/>
                    <a:pt x="1136" y="1331"/>
                  </a:cubicBezTo>
                  <a:lnTo>
                    <a:pt x="996" y="1331"/>
                  </a:lnTo>
                  <a:close/>
                  <a:moveTo>
                    <a:pt x="591" y="233"/>
                  </a:moveTo>
                  <a:lnTo>
                    <a:pt x="591" y="233"/>
                  </a:lnTo>
                  <a:cubicBezTo>
                    <a:pt x="587" y="224"/>
                    <a:pt x="583" y="208"/>
                    <a:pt x="578" y="195"/>
                  </a:cubicBezTo>
                  <a:cubicBezTo>
                    <a:pt x="574" y="178"/>
                    <a:pt x="570" y="161"/>
                    <a:pt x="566" y="140"/>
                  </a:cubicBezTo>
                  <a:cubicBezTo>
                    <a:pt x="561" y="140"/>
                    <a:pt x="561" y="140"/>
                    <a:pt x="561" y="140"/>
                  </a:cubicBezTo>
                  <a:cubicBezTo>
                    <a:pt x="561" y="161"/>
                    <a:pt x="557" y="178"/>
                    <a:pt x="549" y="195"/>
                  </a:cubicBezTo>
                  <a:cubicBezTo>
                    <a:pt x="545" y="208"/>
                    <a:pt x="540" y="224"/>
                    <a:pt x="536" y="233"/>
                  </a:cubicBezTo>
                  <a:cubicBezTo>
                    <a:pt x="321" y="828"/>
                    <a:pt x="321" y="828"/>
                    <a:pt x="321" y="828"/>
                  </a:cubicBezTo>
                  <a:cubicBezTo>
                    <a:pt x="811" y="828"/>
                    <a:pt x="811" y="828"/>
                    <a:pt x="811" y="828"/>
                  </a:cubicBezTo>
                  <a:lnTo>
                    <a:pt x="591" y="233"/>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88" name="Freeform 16">
              <a:extLst>
                <a:ext uri="{FF2B5EF4-FFF2-40B4-BE49-F238E27FC236}">
                  <a16:creationId xmlns:a16="http://schemas.microsoft.com/office/drawing/2014/main" id="{7F266156-C534-A8D7-CB8E-21E78E0CBE8B}"/>
                </a:ext>
              </a:extLst>
            </p:cNvPr>
            <p:cNvSpPr>
              <a:spLocks noChangeArrowheads="1"/>
            </p:cNvSpPr>
            <p:nvPr/>
          </p:nvSpPr>
          <p:spPr bwMode="auto">
            <a:xfrm>
              <a:off x="4435475" y="174625"/>
              <a:ext cx="238125" cy="479425"/>
            </a:xfrm>
            <a:custGeom>
              <a:avLst/>
              <a:gdLst>
                <a:gd name="T0" fmla="*/ 0 w 660"/>
                <a:gd name="T1" fmla="*/ 1331 h 1332"/>
                <a:gd name="T2" fmla="*/ 0 w 660"/>
                <a:gd name="T3" fmla="*/ 0 h 1332"/>
                <a:gd name="T4" fmla="*/ 122 w 660"/>
                <a:gd name="T5" fmla="*/ 0 h 1332"/>
                <a:gd name="T6" fmla="*/ 122 w 660"/>
                <a:gd name="T7" fmla="*/ 1221 h 1332"/>
                <a:gd name="T8" fmla="*/ 659 w 660"/>
                <a:gd name="T9" fmla="*/ 1221 h 1332"/>
                <a:gd name="T10" fmla="*/ 659 w 660"/>
                <a:gd name="T11" fmla="*/ 1331 h 1332"/>
                <a:gd name="T12" fmla="*/ 0 w 660"/>
                <a:gd name="T13" fmla="*/ 1331 h 1332"/>
              </a:gdLst>
              <a:ahLst/>
              <a:cxnLst>
                <a:cxn ang="0">
                  <a:pos x="T0" y="T1"/>
                </a:cxn>
                <a:cxn ang="0">
                  <a:pos x="T2" y="T3"/>
                </a:cxn>
                <a:cxn ang="0">
                  <a:pos x="T4" y="T5"/>
                </a:cxn>
                <a:cxn ang="0">
                  <a:pos x="T6" y="T7"/>
                </a:cxn>
                <a:cxn ang="0">
                  <a:pos x="T8" y="T9"/>
                </a:cxn>
                <a:cxn ang="0">
                  <a:pos x="T10" y="T11"/>
                </a:cxn>
                <a:cxn ang="0">
                  <a:pos x="T12" y="T13"/>
                </a:cxn>
              </a:cxnLst>
              <a:rect l="0" t="0" r="r" b="b"/>
              <a:pathLst>
                <a:path w="660" h="1332">
                  <a:moveTo>
                    <a:pt x="0" y="1331"/>
                  </a:moveTo>
                  <a:lnTo>
                    <a:pt x="0" y="0"/>
                  </a:lnTo>
                  <a:lnTo>
                    <a:pt x="122" y="0"/>
                  </a:lnTo>
                  <a:lnTo>
                    <a:pt x="122" y="1221"/>
                  </a:lnTo>
                  <a:lnTo>
                    <a:pt x="659" y="1221"/>
                  </a:lnTo>
                  <a:lnTo>
                    <a:pt x="659" y="1331"/>
                  </a:lnTo>
                  <a:lnTo>
                    <a:pt x="0" y="1331"/>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289" name="Group 292">
            <a:extLst>
              <a:ext uri="{FF2B5EF4-FFF2-40B4-BE49-F238E27FC236}">
                <a16:creationId xmlns:a16="http://schemas.microsoft.com/office/drawing/2014/main" id="{8BED87EC-302F-9685-D4D5-A4628AB85A77}"/>
              </a:ext>
            </a:extLst>
          </p:cNvPr>
          <p:cNvGrpSpPr/>
          <p:nvPr/>
        </p:nvGrpSpPr>
        <p:grpSpPr>
          <a:xfrm>
            <a:off x="1088103" y="4411164"/>
            <a:ext cx="231566" cy="200938"/>
            <a:chOff x="119063" y="1820863"/>
            <a:chExt cx="792162" cy="687387"/>
          </a:xfrm>
          <a:solidFill>
            <a:schemeClr val="accent4"/>
          </a:solidFill>
        </p:grpSpPr>
        <p:sp>
          <p:nvSpPr>
            <p:cNvPr id="290" name="Freeform 17">
              <a:extLst>
                <a:ext uri="{FF2B5EF4-FFF2-40B4-BE49-F238E27FC236}">
                  <a16:creationId xmlns:a16="http://schemas.microsoft.com/office/drawing/2014/main" id="{C8952F7F-50AD-D18E-15E6-282AA6CEFD49}"/>
                </a:ext>
              </a:extLst>
            </p:cNvPr>
            <p:cNvSpPr>
              <a:spLocks noChangeArrowheads="1"/>
            </p:cNvSpPr>
            <p:nvPr/>
          </p:nvSpPr>
          <p:spPr bwMode="auto">
            <a:xfrm>
              <a:off x="119063" y="1820863"/>
              <a:ext cx="685800" cy="687387"/>
            </a:xfrm>
            <a:custGeom>
              <a:avLst/>
              <a:gdLst>
                <a:gd name="T0" fmla="*/ 1905 w 1906"/>
                <a:gd name="T1" fmla="*/ 473 h 1910"/>
                <a:gd name="T2" fmla="*/ 1905 w 1906"/>
                <a:gd name="T3" fmla="*/ 473 h 1910"/>
                <a:gd name="T4" fmla="*/ 1905 w 1906"/>
                <a:gd name="T5" fmla="*/ 473 h 1910"/>
                <a:gd name="T6" fmla="*/ 1905 w 1906"/>
                <a:gd name="T7" fmla="*/ 469 h 1910"/>
                <a:gd name="T8" fmla="*/ 1875 w 1906"/>
                <a:gd name="T9" fmla="*/ 422 h 1910"/>
                <a:gd name="T10" fmla="*/ 1474 w 1906"/>
                <a:gd name="T11" fmla="*/ 21 h 1910"/>
                <a:gd name="T12" fmla="*/ 1398 w 1906"/>
                <a:gd name="T13" fmla="*/ 21 h 1910"/>
                <a:gd name="T14" fmla="*/ 106 w 1906"/>
                <a:gd name="T15" fmla="*/ 1314 h 1910"/>
                <a:gd name="T16" fmla="*/ 25 w 1906"/>
                <a:gd name="T17" fmla="*/ 1428 h 1910"/>
                <a:gd name="T18" fmla="*/ 0 w 1906"/>
                <a:gd name="T19" fmla="*/ 1558 h 1910"/>
                <a:gd name="T20" fmla="*/ 25 w 1906"/>
                <a:gd name="T21" fmla="*/ 1689 h 1910"/>
                <a:gd name="T22" fmla="*/ 106 w 1906"/>
                <a:gd name="T23" fmla="*/ 1808 h 1910"/>
                <a:gd name="T24" fmla="*/ 106 w 1906"/>
                <a:gd name="T25" fmla="*/ 1808 h 1910"/>
                <a:gd name="T26" fmla="*/ 220 w 1906"/>
                <a:gd name="T27" fmla="*/ 1884 h 1910"/>
                <a:gd name="T28" fmla="*/ 351 w 1906"/>
                <a:gd name="T29" fmla="*/ 1909 h 1910"/>
                <a:gd name="T30" fmla="*/ 482 w 1906"/>
                <a:gd name="T31" fmla="*/ 1884 h 1910"/>
                <a:gd name="T32" fmla="*/ 596 w 1906"/>
                <a:gd name="T33" fmla="*/ 1808 h 1910"/>
                <a:gd name="T34" fmla="*/ 1892 w 1906"/>
                <a:gd name="T35" fmla="*/ 511 h 1910"/>
                <a:gd name="T36" fmla="*/ 1905 w 1906"/>
                <a:gd name="T37" fmla="*/ 473 h 1910"/>
                <a:gd name="T38" fmla="*/ 1436 w 1906"/>
                <a:gd name="T39" fmla="*/ 131 h 1910"/>
                <a:gd name="T40" fmla="*/ 1436 w 1906"/>
                <a:gd name="T41" fmla="*/ 131 h 1910"/>
                <a:gd name="T42" fmla="*/ 1723 w 1906"/>
                <a:gd name="T43" fmla="*/ 418 h 1910"/>
                <a:gd name="T44" fmla="*/ 1149 w 1906"/>
                <a:gd name="T45" fmla="*/ 418 h 1910"/>
                <a:gd name="T46" fmla="*/ 1436 w 1906"/>
                <a:gd name="T47" fmla="*/ 131 h 1910"/>
                <a:gd name="T48" fmla="*/ 519 w 1906"/>
                <a:gd name="T49" fmla="*/ 1732 h 1910"/>
                <a:gd name="T50" fmla="*/ 519 w 1906"/>
                <a:gd name="T51" fmla="*/ 1732 h 1910"/>
                <a:gd name="T52" fmla="*/ 439 w 1906"/>
                <a:gd name="T53" fmla="*/ 1786 h 1910"/>
                <a:gd name="T54" fmla="*/ 351 w 1906"/>
                <a:gd name="T55" fmla="*/ 1803 h 1910"/>
                <a:gd name="T56" fmla="*/ 258 w 1906"/>
                <a:gd name="T57" fmla="*/ 1786 h 1910"/>
                <a:gd name="T58" fmla="*/ 177 w 1906"/>
                <a:gd name="T59" fmla="*/ 1732 h 1910"/>
                <a:gd name="T60" fmla="*/ 177 w 1906"/>
                <a:gd name="T61" fmla="*/ 1732 h 1910"/>
                <a:gd name="T62" fmla="*/ 127 w 1906"/>
                <a:gd name="T63" fmla="*/ 1651 h 1910"/>
                <a:gd name="T64" fmla="*/ 106 w 1906"/>
                <a:gd name="T65" fmla="*/ 1558 h 1910"/>
                <a:gd name="T66" fmla="*/ 127 w 1906"/>
                <a:gd name="T67" fmla="*/ 1470 h 1910"/>
                <a:gd name="T68" fmla="*/ 177 w 1906"/>
                <a:gd name="T69" fmla="*/ 1389 h 1910"/>
                <a:gd name="T70" fmla="*/ 1043 w 1906"/>
                <a:gd name="T71" fmla="*/ 524 h 1910"/>
                <a:gd name="T72" fmla="*/ 1732 w 1906"/>
                <a:gd name="T73" fmla="*/ 524 h 1910"/>
                <a:gd name="T74" fmla="*/ 519 w 1906"/>
                <a:gd name="T75" fmla="*/ 1732 h 19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1906" h="1910">
                  <a:moveTo>
                    <a:pt x="1905" y="473"/>
                  </a:moveTo>
                  <a:lnTo>
                    <a:pt x="1905" y="473"/>
                  </a:lnTo>
                  <a:lnTo>
                    <a:pt x="1905" y="473"/>
                  </a:lnTo>
                  <a:lnTo>
                    <a:pt x="1905" y="469"/>
                  </a:lnTo>
                  <a:cubicBezTo>
                    <a:pt x="1905" y="448"/>
                    <a:pt x="1896" y="431"/>
                    <a:pt x="1875" y="422"/>
                  </a:cubicBezTo>
                  <a:cubicBezTo>
                    <a:pt x="1474" y="21"/>
                    <a:pt x="1474" y="21"/>
                    <a:pt x="1474" y="21"/>
                  </a:cubicBezTo>
                  <a:cubicBezTo>
                    <a:pt x="1453" y="0"/>
                    <a:pt x="1419" y="0"/>
                    <a:pt x="1398" y="21"/>
                  </a:cubicBezTo>
                  <a:cubicBezTo>
                    <a:pt x="106" y="1314"/>
                    <a:pt x="106" y="1314"/>
                    <a:pt x="106" y="1314"/>
                  </a:cubicBezTo>
                  <a:cubicBezTo>
                    <a:pt x="72" y="1347"/>
                    <a:pt x="42" y="1389"/>
                    <a:pt x="25" y="1428"/>
                  </a:cubicBezTo>
                  <a:cubicBezTo>
                    <a:pt x="9" y="1470"/>
                    <a:pt x="0" y="1516"/>
                    <a:pt x="0" y="1558"/>
                  </a:cubicBezTo>
                  <a:cubicBezTo>
                    <a:pt x="0" y="1605"/>
                    <a:pt x="9" y="1651"/>
                    <a:pt x="25" y="1689"/>
                  </a:cubicBezTo>
                  <a:cubicBezTo>
                    <a:pt x="42" y="1732"/>
                    <a:pt x="68" y="1774"/>
                    <a:pt x="106" y="1808"/>
                  </a:cubicBezTo>
                  <a:lnTo>
                    <a:pt x="106" y="1808"/>
                  </a:lnTo>
                  <a:cubicBezTo>
                    <a:pt x="139" y="1841"/>
                    <a:pt x="177" y="1867"/>
                    <a:pt x="220" y="1884"/>
                  </a:cubicBezTo>
                  <a:cubicBezTo>
                    <a:pt x="262" y="1901"/>
                    <a:pt x="304" y="1909"/>
                    <a:pt x="351" y="1909"/>
                  </a:cubicBezTo>
                  <a:cubicBezTo>
                    <a:pt x="393" y="1909"/>
                    <a:pt x="439" y="1901"/>
                    <a:pt x="482" y="1884"/>
                  </a:cubicBezTo>
                  <a:cubicBezTo>
                    <a:pt x="524" y="1867"/>
                    <a:pt x="562" y="1841"/>
                    <a:pt x="596" y="1808"/>
                  </a:cubicBezTo>
                  <a:cubicBezTo>
                    <a:pt x="1892" y="511"/>
                    <a:pt x="1892" y="511"/>
                    <a:pt x="1892" y="511"/>
                  </a:cubicBezTo>
                  <a:cubicBezTo>
                    <a:pt x="1901" y="503"/>
                    <a:pt x="1905" y="490"/>
                    <a:pt x="1905" y="473"/>
                  </a:cubicBezTo>
                  <a:close/>
                  <a:moveTo>
                    <a:pt x="1436" y="131"/>
                  </a:moveTo>
                  <a:lnTo>
                    <a:pt x="1436" y="131"/>
                  </a:lnTo>
                  <a:cubicBezTo>
                    <a:pt x="1723" y="418"/>
                    <a:pt x="1723" y="418"/>
                    <a:pt x="1723" y="418"/>
                  </a:cubicBezTo>
                  <a:cubicBezTo>
                    <a:pt x="1149" y="418"/>
                    <a:pt x="1149" y="418"/>
                    <a:pt x="1149" y="418"/>
                  </a:cubicBezTo>
                  <a:lnTo>
                    <a:pt x="1436" y="131"/>
                  </a:lnTo>
                  <a:close/>
                  <a:moveTo>
                    <a:pt x="519" y="1732"/>
                  </a:moveTo>
                  <a:lnTo>
                    <a:pt x="519" y="1732"/>
                  </a:lnTo>
                  <a:cubicBezTo>
                    <a:pt x="498" y="1757"/>
                    <a:pt x="469" y="1774"/>
                    <a:pt x="439" y="1786"/>
                  </a:cubicBezTo>
                  <a:cubicBezTo>
                    <a:pt x="414" y="1799"/>
                    <a:pt x="380" y="1803"/>
                    <a:pt x="351" y="1803"/>
                  </a:cubicBezTo>
                  <a:cubicBezTo>
                    <a:pt x="317" y="1803"/>
                    <a:pt x="287" y="1799"/>
                    <a:pt x="258" y="1786"/>
                  </a:cubicBezTo>
                  <a:cubicBezTo>
                    <a:pt x="228" y="1774"/>
                    <a:pt x="203" y="1757"/>
                    <a:pt x="177" y="1732"/>
                  </a:cubicBezTo>
                  <a:lnTo>
                    <a:pt x="177" y="1732"/>
                  </a:lnTo>
                  <a:cubicBezTo>
                    <a:pt x="156" y="1706"/>
                    <a:pt x="135" y="1681"/>
                    <a:pt x="127" y="1651"/>
                  </a:cubicBezTo>
                  <a:cubicBezTo>
                    <a:pt x="114" y="1622"/>
                    <a:pt x="106" y="1592"/>
                    <a:pt x="106" y="1558"/>
                  </a:cubicBezTo>
                  <a:cubicBezTo>
                    <a:pt x="106" y="1529"/>
                    <a:pt x="114" y="1499"/>
                    <a:pt x="127" y="1470"/>
                  </a:cubicBezTo>
                  <a:cubicBezTo>
                    <a:pt x="135" y="1440"/>
                    <a:pt x="156" y="1411"/>
                    <a:pt x="177" y="1389"/>
                  </a:cubicBezTo>
                  <a:cubicBezTo>
                    <a:pt x="1043" y="524"/>
                    <a:pt x="1043" y="524"/>
                    <a:pt x="1043" y="524"/>
                  </a:cubicBezTo>
                  <a:cubicBezTo>
                    <a:pt x="1732" y="524"/>
                    <a:pt x="1732" y="524"/>
                    <a:pt x="1732" y="524"/>
                  </a:cubicBezTo>
                  <a:lnTo>
                    <a:pt x="519" y="1732"/>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291" name="Freeform 18">
              <a:extLst>
                <a:ext uri="{FF2B5EF4-FFF2-40B4-BE49-F238E27FC236}">
                  <a16:creationId xmlns:a16="http://schemas.microsoft.com/office/drawing/2014/main" id="{DB8B09C3-DA90-B752-647A-6FD8AAD57A92}"/>
                </a:ext>
              </a:extLst>
            </p:cNvPr>
            <p:cNvSpPr>
              <a:spLocks noChangeArrowheads="1"/>
            </p:cNvSpPr>
            <p:nvPr/>
          </p:nvSpPr>
          <p:spPr bwMode="auto">
            <a:xfrm>
              <a:off x="703263" y="2100263"/>
              <a:ext cx="207962" cy="304800"/>
            </a:xfrm>
            <a:custGeom>
              <a:avLst/>
              <a:gdLst>
                <a:gd name="T0" fmla="*/ 578 w 579"/>
                <a:gd name="T1" fmla="*/ 519 h 846"/>
                <a:gd name="T2" fmla="*/ 578 w 579"/>
                <a:gd name="T3" fmla="*/ 519 h 846"/>
                <a:gd name="T4" fmla="*/ 557 w 579"/>
                <a:gd name="T5" fmla="*/ 448 h 846"/>
                <a:gd name="T6" fmla="*/ 494 w 579"/>
                <a:gd name="T7" fmla="*/ 308 h 846"/>
                <a:gd name="T8" fmla="*/ 388 w 579"/>
                <a:gd name="T9" fmla="*/ 114 h 846"/>
                <a:gd name="T10" fmla="*/ 333 w 579"/>
                <a:gd name="T11" fmla="*/ 21 h 846"/>
                <a:gd name="T12" fmla="*/ 287 w 579"/>
                <a:gd name="T13" fmla="*/ 0 h 846"/>
                <a:gd name="T14" fmla="*/ 245 w 579"/>
                <a:gd name="T15" fmla="*/ 21 h 846"/>
                <a:gd name="T16" fmla="*/ 122 w 579"/>
                <a:gd name="T17" fmla="*/ 228 h 846"/>
                <a:gd name="T18" fmla="*/ 38 w 579"/>
                <a:gd name="T19" fmla="*/ 401 h 846"/>
                <a:gd name="T20" fmla="*/ 12 w 579"/>
                <a:gd name="T21" fmla="*/ 481 h 846"/>
                <a:gd name="T22" fmla="*/ 0 w 579"/>
                <a:gd name="T23" fmla="*/ 519 h 846"/>
                <a:gd name="T24" fmla="*/ 0 w 579"/>
                <a:gd name="T25" fmla="*/ 553 h 846"/>
                <a:gd name="T26" fmla="*/ 21 w 579"/>
                <a:gd name="T27" fmla="*/ 667 h 846"/>
                <a:gd name="T28" fmla="*/ 126 w 579"/>
                <a:gd name="T29" fmla="*/ 794 h 846"/>
                <a:gd name="T30" fmla="*/ 287 w 579"/>
                <a:gd name="T31" fmla="*/ 845 h 846"/>
                <a:gd name="T32" fmla="*/ 401 w 579"/>
                <a:gd name="T33" fmla="*/ 823 h 846"/>
                <a:gd name="T34" fmla="*/ 532 w 579"/>
                <a:gd name="T35" fmla="*/ 718 h 846"/>
                <a:gd name="T36" fmla="*/ 578 w 579"/>
                <a:gd name="T37" fmla="*/ 553 h 846"/>
                <a:gd name="T38" fmla="*/ 578 w 579"/>
                <a:gd name="T39" fmla="*/ 519 h 846"/>
                <a:gd name="T40" fmla="*/ 460 w 579"/>
                <a:gd name="T41" fmla="*/ 625 h 846"/>
                <a:gd name="T42" fmla="*/ 460 w 579"/>
                <a:gd name="T43" fmla="*/ 625 h 846"/>
                <a:gd name="T44" fmla="*/ 393 w 579"/>
                <a:gd name="T45" fmla="*/ 709 h 846"/>
                <a:gd name="T46" fmla="*/ 287 w 579"/>
                <a:gd name="T47" fmla="*/ 739 h 846"/>
                <a:gd name="T48" fmla="*/ 215 w 579"/>
                <a:gd name="T49" fmla="*/ 726 h 846"/>
                <a:gd name="T50" fmla="*/ 135 w 579"/>
                <a:gd name="T51" fmla="*/ 659 h 846"/>
                <a:gd name="T52" fmla="*/ 105 w 579"/>
                <a:gd name="T53" fmla="*/ 553 h 846"/>
                <a:gd name="T54" fmla="*/ 105 w 579"/>
                <a:gd name="T55" fmla="*/ 536 h 846"/>
                <a:gd name="T56" fmla="*/ 122 w 579"/>
                <a:gd name="T57" fmla="*/ 481 h 846"/>
                <a:gd name="T58" fmla="*/ 177 w 579"/>
                <a:gd name="T59" fmla="*/ 355 h 846"/>
                <a:gd name="T60" fmla="*/ 283 w 579"/>
                <a:gd name="T61" fmla="*/ 165 h 846"/>
                <a:gd name="T62" fmla="*/ 287 w 579"/>
                <a:gd name="T63" fmla="*/ 152 h 846"/>
                <a:gd name="T64" fmla="*/ 363 w 579"/>
                <a:gd name="T65" fmla="*/ 283 h 846"/>
                <a:gd name="T66" fmla="*/ 443 w 579"/>
                <a:gd name="T67" fmla="*/ 443 h 846"/>
                <a:gd name="T68" fmla="*/ 464 w 579"/>
                <a:gd name="T69" fmla="*/ 511 h 846"/>
                <a:gd name="T70" fmla="*/ 473 w 579"/>
                <a:gd name="T71" fmla="*/ 536 h 846"/>
                <a:gd name="T72" fmla="*/ 473 w 579"/>
                <a:gd name="T73" fmla="*/ 553 h 846"/>
                <a:gd name="T74" fmla="*/ 460 w 579"/>
                <a:gd name="T75" fmla="*/ 625 h 8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579" h="846">
                  <a:moveTo>
                    <a:pt x="578" y="519"/>
                  </a:moveTo>
                  <a:lnTo>
                    <a:pt x="578" y="519"/>
                  </a:lnTo>
                  <a:cubicBezTo>
                    <a:pt x="574" y="494"/>
                    <a:pt x="566" y="473"/>
                    <a:pt x="557" y="448"/>
                  </a:cubicBezTo>
                  <a:cubicBezTo>
                    <a:pt x="540" y="401"/>
                    <a:pt x="519" y="355"/>
                    <a:pt x="494" y="308"/>
                  </a:cubicBezTo>
                  <a:cubicBezTo>
                    <a:pt x="460" y="236"/>
                    <a:pt x="418" y="165"/>
                    <a:pt x="388" y="114"/>
                  </a:cubicBezTo>
                  <a:cubicBezTo>
                    <a:pt x="354" y="59"/>
                    <a:pt x="333" y="25"/>
                    <a:pt x="333" y="21"/>
                  </a:cubicBezTo>
                  <a:cubicBezTo>
                    <a:pt x="325" y="8"/>
                    <a:pt x="308" y="0"/>
                    <a:pt x="287" y="0"/>
                  </a:cubicBezTo>
                  <a:cubicBezTo>
                    <a:pt x="270" y="0"/>
                    <a:pt x="253" y="8"/>
                    <a:pt x="245" y="21"/>
                  </a:cubicBezTo>
                  <a:cubicBezTo>
                    <a:pt x="245" y="25"/>
                    <a:pt x="186" y="118"/>
                    <a:pt x="122" y="228"/>
                  </a:cubicBezTo>
                  <a:cubicBezTo>
                    <a:pt x="93" y="283"/>
                    <a:pt x="63" y="342"/>
                    <a:pt x="38" y="401"/>
                  </a:cubicBezTo>
                  <a:cubicBezTo>
                    <a:pt x="29" y="426"/>
                    <a:pt x="17" y="456"/>
                    <a:pt x="12" y="481"/>
                  </a:cubicBezTo>
                  <a:cubicBezTo>
                    <a:pt x="8" y="494"/>
                    <a:pt x="4" y="507"/>
                    <a:pt x="0" y="519"/>
                  </a:cubicBezTo>
                  <a:cubicBezTo>
                    <a:pt x="0" y="528"/>
                    <a:pt x="0" y="541"/>
                    <a:pt x="0" y="553"/>
                  </a:cubicBezTo>
                  <a:cubicBezTo>
                    <a:pt x="0" y="595"/>
                    <a:pt x="8" y="633"/>
                    <a:pt x="21" y="667"/>
                  </a:cubicBezTo>
                  <a:cubicBezTo>
                    <a:pt x="42" y="718"/>
                    <a:pt x="80" y="764"/>
                    <a:pt x="126" y="794"/>
                  </a:cubicBezTo>
                  <a:cubicBezTo>
                    <a:pt x="173" y="828"/>
                    <a:pt x="228" y="845"/>
                    <a:pt x="287" y="845"/>
                  </a:cubicBezTo>
                  <a:cubicBezTo>
                    <a:pt x="329" y="845"/>
                    <a:pt x="367" y="836"/>
                    <a:pt x="401" y="823"/>
                  </a:cubicBezTo>
                  <a:cubicBezTo>
                    <a:pt x="456" y="798"/>
                    <a:pt x="498" y="764"/>
                    <a:pt x="532" y="718"/>
                  </a:cubicBezTo>
                  <a:cubicBezTo>
                    <a:pt x="561" y="671"/>
                    <a:pt x="578" y="612"/>
                    <a:pt x="578" y="553"/>
                  </a:cubicBezTo>
                  <a:cubicBezTo>
                    <a:pt x="578" y="541"/>
                    <a:pt x="578" y="528"/>
                    <a:pt x="578" y="519"/>
                  </a:cubicBezTo>
                  <a:close/>
                  <a:moveTo>
                    <a:pt x="460" y="625"/>
                  </a:moveTo>
                  <a:lnTo>
                    <a:pt x="460" y="625"/>
                  </a:lnTo>
                  <a:cubicBezTo>
                    <a:pt x="447" y="659"/>
                    <a:pt x="422" y="688"/>
                    <a:pt x="393" y="709"/>
                  </a:cubicBezTo>
                  <a:cubicBezTo>
                    <a:pt x="363" y="726"/>
                    <a:pt x="329" y="739"/>
                    <a:pt x="287" y="739"/>
                  </a:cubicBezTo>
                  <a:cubicBezTo>
                    <a:pt x="262" y="739"/>
                    <a:pt x="241" y="735"/>
                    <a:pt x="215" y="726"/>
                  </a:cubicBezTo>
                  <a:cubicBezTo>
                    <a:pt x="186" y="709"/>
                    <a:pt x="156" y="688"/>
                    <a:pt x="135" y="659"/>
                  </a:cubicBezTo>
                  <a:cubicBezTo>
                    <a:pt x="114" y="629"/>
                    <a:pt x="105" y="591"/>
                    <a:pt x="105" y="553"/>
                  </a:cubicBezTo>
                  <a:cubicBezTo>
                    <a:pt x="105" y="549"/>
                    <a:pt x="105" y="545"/>
                    <a:pt x="105" y="536"/>
                  </a:cubicBezTo>
                  <a:cubicBezTo>
                    <a:pt x="110" y="519"/>
                    <a:pt x="114" y="503"/>
                    <a:pt x="122" y="481"/>
                  </a:cubicBezTo>
                  <a:cubicBezTo>
                    <a:pt x="135" y="443"/>
                    <a:pt x="156" y="401"/>
                    <a:pt x="177" y="355"/>
                  </a:cubicBezTo>
                  <a:cubicBezTo>
                    <a:pt x="211" y="287"/>
                    <a:pt x="249" y="220"/>
                    <a:pt x="283" y="165"/>
                  </a:cubicBezTo>
                  <a:cubicBezTo>
                    <a:pt x="283" y="160"/>
                    <a:pt x="287" y="156"/>
                    <a:pt x="287" y="152"/>
                  </a:cubicBezTo>
                  <a:cubicBezTo>
                    <a:pt x="312" y="190"/>
                    <a:pt x="338" y="236"/>
                    <a:pt x="363" y="283"/>
                  </a:cubicBezTo>
                  <a:cubicBezTo>
                    <a:pt x="393" y="338"/>
                    <a:pt x="422" y="393"/>
                    <a:pt x="443" y="443"/>
                  </a:cubicBezTo>
                  <a:cubicBezTo>
                    <a:pt x="452" y="469"/>
                    <a:pt x="460" y="490"/>
                    <a:pt x="464" y="511"/>
                  </a:cubicBezTo>
                  <a:cubicBezTo>
                    <a:pt x="469" y="519"/>
                    <a:pt x="473" y="528"/>
                    <a:pt x="473" y="536"/>
                  </a:cubicBezTo>
                  <a:cubicBezTo>
                    <a:pt x="473" y="545"/>
                    <a:pt x="473" y="549"/>
                    <a:pt x="473" y="553"/>
                  </a:cubicBezTo>
                  <a:cubicBezTo>
                    <a:pt x="473" y="578"/>
                    <a:pt x="469" y="604"/>
                    <a:pt x="460" y="625"/>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292" name="Freeform 19">
            <a:extLst>
              <a:ext uri="{FF2B5EF4-FFF2-40B4-BE49-F238E27FC236}">
                <a16:creationId xmlns:a16="http://schemas.microsoft.com/office/drawing/2014/main" id="{B7BC612D-B5B2-EB84-0089-064DDC5666DF}"/>
              </a:ext>
            </a:extLst>
          </p:cNvPr>
          <p:cNvSpPr>
            <a:spLocks noChangeArrowheads="1"/>
          </p:cNvSpPr>
          <p:nvPr/>
        </p:nvSpPr>
        <p:spPr bwMode="auto">
          <a:xfrm>
            <a:off x="2658481" y="4400026"/>
            <a:ext cx="289109" cy="207899"/>
          </a:xfrm>
          <a:custGeom>
            <a:avLst/>
            <a:gdLst>
              <a:gd name="T0" fmla="*/ 2690 w 2746"/>
              <a:gd name="T1" fmla="*/ 823 h 1977"/>
              <a:gd name="T2" fmla="*/ 2525 w 2746"/>
              <a:gd name="T3" fmla="*/ 105 h 1977"/>
              <a:gd name="T4" fmla="*/ 2635 w 2746"/>
              <a:gd name="T5" fmla="*/ 54 h 1977"/>
              <a:gd name="T6" fmla="*/ 2470 w 2746"/>
              <a:gd name="T7" fmla="*/ 0 h 1977"/>
              <a:gd name="T8" fmla="*/ 1922 w 2746"/>
              <a:gd name="T9" fmla="*/ 0 h 1977"/>
              <a:gd name="T10" fmla="*/ 1922 w 2746"/>
              <a:gd name="T11" fmla="*/ 105 h 1977"/>
              <a:gd name="T12" fmla="*/ 1981 w 2746"/>
              <a:gd name="T13" fmla="*/ 823 h 1977"/>
              <a:gd name="T14" fmla="*/ 1643 w 2746"/>
              <a:gd name="T15" fmla="*/ 105 h 1977"/>
              <a:gd name="T16" fmla="*/ 1753 w 2746"/>
              <a:gd name="T17" fmla="*/ 54 h 1977"/>
              <a:gd name="T18" fmla="*/ 1592 w 2746"/>
              <a:gd name="T19" fmla="*/ 0 h 1977"/>
              <a:gd name="T20" fmla="*/ 1043 w 2746"/>
              <a:gd name="T21" fmla="*/ 0 h 1977"/>
              <a:gd name="T22" fmla="*/ 1043 w 2746"/>
              <a:gd name="T23" fmla="*/ 105 h 1977"/>
              <a:gd name="T24" fmla="*/ 1098 w 2746"/>
              <a:gd name="T25" fmla="*/ 823 h 1977"/>
              <a:gd name="T26" fmla="*/ 764 w 2746"/>
              <a:gd name="T27" fmla="*/ 105 h 1977"/>
              <a:gd name="T28" fmla="*/ 874 w 2746"/>
              <a:gd name="T29" fmla="*/ 54 h 1977"/>
              <a:gd name="T30" fmla="*/ 714 w 2746"/>
              <a:gd name="T31" fmla="*/ 0 h 1977"/>
              <a:gd name="T32" fmla="*/ 160 w 2746"/>
              <a:gd name="T33" fmla="*/ 0 h 1977"/>
              <a:gd name="T34" fmla="*/ 160 w 2746"/>
              <a:gd name="T35" fmla="*/ 105 h 1977"/>
              <a:gd name="T36" fmla="*/ 220 w 2746"/>
              <a:gd name="T37" fmla="*/ 823 h 1977"/>
              <a:gd name="T38" fmla="*/ 0 w 2746"/>
              <a:gd name="T39" fmla="*/ 878 h 1977"/>
              <a:gd name="T40" fmla="*/ 220 w 2746"/>
              <a:gd name="T41" fmla="*/ 929 h 1977"/>
              <a:gd name="T42" fmla="*/ 241 w 2746"/>
              <a:gd name="T43" fmla="*/ 1807 h 1977"/>
              <a:gd name="T44" fmla="*/ 494 w 2746"/>
              <a:gd name="T45" fmla="*/ 1976 h 1977"/>
              <a:gd name="T46" fmla="*/ 718 w 2746"/>
              <a:gd name="T47" fmla="*/ 1854 h 1977"/>
              <a:gd name="T48" fmla="*/ 764 w 2746"/>
              <a:gd name="T49" fmla="*/ 929 h 1977"/>
              <a:gd name="T50" fmla="*/ 1098 w 2746"/>
              <a:gd name="T51" fmla="*/ 1701 h 1977"/>
              <a:gd name="T52" fmla="*/ 1220 w 2746"/>
              <a:gd name="T53" fmla="*/ 1929 h 1977"/>
              <a:gd name="T54" fmla="*/ 1478 w 2746"/>
              <a:gd name="T55" fmla="*/ 1955 h 1977"/>
              <a:gd name="T56" fmla="*/ 1643 w 2746"/>
              <a:gd name="T57" fmla="*/ 1701 h 1977"/>
              <a:gd name="T58" fmla="*/ 1981 w 2746"/>
              <a:gd name="T59" fmla="*/ 929 h 1977"/>
              <a:gd name="T60" fmla="*/ 2002 w 2746"/>
              <a:gd name="T61" fmla="*/ 1807 h 1977"/>
              <a:gd name="T62" fmla="*/ 2251 w 2746"/>
              <a:gd name="T63" fmla="*/ 1976 h 1977"/>
              <a:gd name="T64" fmla="*/ 2479 w 2746"/>
              <a:gd name="T65" fmla="*/ 1854 h 1977"/>
              <a:gd name="T66" fmla="*/ 2525 w 2746"/>
              <a:gd name="T67" fmla="*/ 929 h 1977"/>
              <a:gd name="T68" fmla="*/ 2745 w 2746"/>
              <a:gd name="T69" fmla="*/ 878 h 1977"/>
              <a:gd name="T70" fmla="*/ 325 w 2746"/>
              <a:gd name="T71" fmla="*/ 105 h 1977"/>
              <a:gd name="T72" fmla="*/ 659 w 2746"/>
              <a:gd name="T73" fmla="*/ 105 h 1977"/>
              <a:gd name="T74" fmla="*/ 325 w 2746"/>
              <a:gd name="T75" fmla="*/ 823 h 1977"/>
              <a:gd name="T76" fmla="*/ 659 w 2746"/>
              <a:gd name="T77" fmla="*/ 1701 h 1977"/>
              <a:gd name="T78" fmla="*/ 646 w 2746"/>
              <a:gd name="T79" fmla="*/ 1769 h 1977"/>
              <a:gd name="T80" fmla="*/ 494 w 2746"/>
              <a:gd name="T81" fmla="*/ 1870 h 1977"/>
              <a:gd name="T82" fmla="*/ 355 w 2746"/>
              <a:gd name="T83" fmla="*/ 1794 h 1977"/>
              <a:gd name="T84" fmla="*/ 325 w 2746"/>
              <a:gd name="T85" fmla="*/ 929 h 1977"/>
              <a:gd name="T86" fmla="*/ 659 w 2746"/>
              <a:gd name="T87" fmla="*/ 1701 h 1977"/>
              <a:gd name="T88" fmla="*/ 1203 w 2746"/>
              <a:gd name="T89" fmla="*/ 105 h 1977"/>
              <a:gd name="T90" fmla="*/ 1537 w 2746"/>
              <a:gd name="T91" fmla="*/ 823 h 1977"/>
              <a:gd name="T92" fmla="*/ 1203 w 2746"/>
              <a:gd name="T93" fmla="*/ 105 h 1977"/>
              <a:gd name="T94" fmla="*/ 1537 w 2746"/>
              <a:gd name="T95" fmla="*/ 1701 h 1977"/>
              <a:gd name="T96" fmla="*/ 1465 w 2746"/>
              <a:gd name="T97" fmla="*/ 1841 h 1977"/>
              <a:gd name="T98" fmla="*/ 1305 w 2746"/>
              <a:gd name="T99" fmla="*/ 1858 h 1977"/>
              <a:gd name="T100" fmla="*/ 1203 w 2746"/>
              <a:gd name="T101" fmla="*/ 1701 h 1977"/>
              <a:gd name="T102" fmla="*/ 1537 w 2746"/>
              <a:gd name="T103" fmla="*/ 929 h 1977"/>
              <a:gd name="T104" fmla="*/ 2086 w 2746"/>
              <a:gd name="T105" fmla="*/ 105 h 1977"/>
              <a:gd name="T106" fmla="*/ 2420 w 2746"/>
              <a:gd name="T107" fmla="*/ 105 h 1977"/>
              <a:gd name="T108" fmla="*/ 2086 w 2746"/>
              <a:gd name="T109" fmla="*/ 823 h 1977"/>
              <a:gd name="T110" fmla="*/ 2420 w 2746"/>
              <a:gd name="T111" fmla="*/ 1701 h 1977"/>
              <a:gd name="T112" fmla="*/ 2407 w 2746"/>
              <a:gd name="T113" fmla="*/ 1769 h 1977"/>
              <a:gd name="T114" fmla="*/ 2251 w 2746"/>
              <a:gd name="T115" fmla="*/ 1870 h 1977"/>
              <a:gd name="T116" fmla="*/ 2112 w 2746"/>
              <a:gd name="T117" fmla="*/ 1794 h 1977"/>
              <a:gd name="T118" fmla="*/ 2086 w 2746"/>
              <a:gd name="T119" fmla="*/ 929 h 1977"/>
              <a:gd name="T120" fmla="*/ 2420 w 2746"/>
              <a:gd name="T121" fmla="*/ 1701 h 19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746" h="1977">
                <a:moveTo>
                  <a:pt x="2690" y="823"/>
                </a:moveTo>
                <a:lnTo>
                  <a:pt x="2690" y="823"/>
                </a:lnTo>
                <a:cubicBezTo>
                  <a:pt x="2525" y="823"/>
                  <a:pt x="2525" y="823"/>
                  <a:pt x="2525" y="823"/>
                </a:cubicBezTo>
                <a:cubicBezTo>
                  <a:pt x="2525" y="105"/>
                  <a:pt x="2525" y="105"/>
                  <a:pt x="2525" y="105"/>
                </a:cubicBezTo>
                <a:cubicBezTo>
                  <a:pt x="2580" y="105"/>
                  <a:pt x="2580" y="105"/>
                  <a:pt x="2580" y="105"/>
                </a:cubicBezTo>
                <a:cubicBezTo>
                  <a:pt x="2610" y="105"/>
                  <a:pt x="2635" y="84"/>
                  <a:pt x="2635" y="54"/>
                </a:cubicBezTo>
                <a:cubicBezTo>
                  <a:pt x="2635" y="25"/>
                  <a:pt x="2610" y="0"/>
                  <a:pt x="2580" y="0"/>
                </a:cubicBezTo>
                <a:cubicBezTo>
                  <a:pt x="2470" y="0"/>
                  <a:pt x="2470" y="0"/>
                  <a:pt x="2470" y="0"/>
                </a:cubicBezTo>
                <a:cubicBezTo>
                  <a:pt x="2031" y="0"/>
                  <a:pt x="2031" y="0"/>
                  <a:pt x="2031" y="0"/>
                </a:cubicBezTo>
                <a:cubicBezTo>
                  <a:pt x="1922" y="0"/>
                  <a:pt x="1922" y="0"/>
                  <a:pt x="1922" y="0"/>
                </a:cubicBezTo>
                <a:cubicBezTo>
                  <a:pt x="1892" y="0"/>
                  <a:pt x="1871" y="25"/>
                  <a:pt x="1871" y="54"/>
                </a:cubicBezTo>
                <a:cubicBezTo>
                  <a:pt x="1871" y="84"/>
                  <a:pt x="1892" y="105"/>
                  <a:pt x="1922" y="105"/>
                </a:cubicBezTo>
                <a:cubicBezTo>
                  <a:pt x="1981" y="105"/>
                  <a:pt x="1981" y="105"/>
                  <a:pt x="1981" y="105"/>
                </a:cubicBezTo>
                <a:cubicBezTo>
                  <a:pt x="1981" y="823"/>
                  <a:pt x="1981" y="823"/>
                  <a:pt x="1981" y="823"/>
                </a:cubicBezTo>
                <a:cubicBezTo>
                  <a:pt x="1643" y="823"/>
                  <a:pt x="1643" y="823"/>
                  <a:pt x="1643" y="823"/>
                </a:cubicBezTo>
                <a:cubicBezTo>
                  <a:pt x="1643" y="105"/>
                  <a:pt x="1643" y="105"/>
                  <a:pt x="1643" y="105"/>
                </a:cubicBezTo>
                <a:cubicBezTo>
                  <a:pt x="1702" y="105"/>
                  <a:pt x="1702" y="105"/>
                  <a:pt x="1702" y="105"/>
                </a:cubicBezTo>
                <a:cubicBezTo>
                  <a:pt x="1731" y="105"/>
                  <a:pt x="1753" y="84"/>
                  <a:pt x="1753" y="54"/>
                </a:cubicBezTo>
                <a:cubicBezTo>
                  <a:pt x="1753" y="25"/>
                  <a:pt x="1731" y="0"/>
                  <a:pt x="1702" y="0"/>
                </a:cubicBezTo>
                <a:cubicBezTo>
                  <a:pt x="1592" y="0"/>
                  <a:pt x="1592" y="0"/>
                  <a:pt x="1592" y="0"/>
                </a:cubicBezTo>
                <a:cubicBezTo>
                  <a:pt x="1153" y="0"/>
                  <a:pt x="1153" y="0"/>
                  <a:pt x="1153" y="0"/>
                </a:cubicBezTo>
                <a:cubicBezTo>
                  <a:pt x="1043" y="0"/>
                  <a:pt x="1043" y="0"/>
                  <a:pt x="1043" y="0"/>
                </a:cubicBezTo>
                <a:cubicBezTo>
                  <a:pt x="1013" y="0"/>
                  <a:pt x="988" y="25"/>
                  <a:pt x="988" y="54"/>
                </a:cubicBezTo>
                <a:cubicBezTo>
                  <a:pt x="988" y="84"/>
                  <a:pt x="1013" y="105"/>
                  <a:pt x="1043" y="105"/>
                </a:cubicBezTo>
                <a:cubicBezTo>
                  <a:pt x="1098" y="105"/>
                  <a:pt x="1098" y="105"/>
                  <a:pt x="1098" y="105"/>
                </a:cubicBezTo>
                <a:cubicBezTo>
                  <a:pt x="1098" y="823"/>
                  <a:pt x="1098" y="823"/>
                  <a:pt x="1098" y="823"/>
                </a:cubicBezTo>
                <a:cubicBezTo>
                  <a:pt x="764" y="823"/>
                  <a:pt x="764" y="823"/>
                  <a:pt x="764" y="823"/>
                </a:cubicBezTo>
                <a:cubicBezTo>
                  <a:pt x="764" y="105"/>
                  <a:pt x="764" y="105"/>
                  <a:pt x="764" y="105"/>
                </a:cubicBezTo>
                <a:cubicBezTo>
                  <a:pt x="823" y="105"/>
                  <a:pt x="823" y="105"/>
                  <a:pt x="823" y="105"/>
                </a:cubicBezTo>
                <a:cubicBezTo>
                  <a:pt x="853" y="105"/>
                  <a:pt x="874" y="84"/>
                  <a:pt x="874" y="54"/>
                </a:cubicBezTo>
                <a:cubicBezTo>
                  <a:pt x="874" y="25"/>
                  <a:pt x="853" y="0"/>
                  <a:pt x="823" y="0"/>
                </a:cubicBezTo>
                <a:cubicBezTo>
                  <a:pt x="714" y="0"/>
                  <a:pt x="714" y="0"/>
                  <a:pt x="714" y="0"/>
                </a:cubicBezTo>
                <a:cubicBezTo>
                  <a:pt x="270" y="0"/>
                  <a:pt x="270" y="0"/>
                  <a:pt x="270" y="0"/>
                </a:cubicBezTo>
                <a:cubicBezTo>
                  <a:pt x="160" y="0"/>
                  <a:pt x="160" y="0"/>
                  <a:pt x="160" y="0"/>
                </a:cubicBezTo>
                <a:cubicBezTo>
                  <a:pt x="135" y="0"/>
                  <a:pt x="110" y="25"/>
                  <a:pt x="110" y="54"/>
                </a:cubicBezTo>
                <a:cubicBezTo>
                  <a:pt x="110" y="84"/>
                  <a:pt x="135" y="105"/>
                  <a:pt x="160" y="105"/>
                </a:cubicBezTo>
                <a:cubicBezTo>
                  <a:pt x="220" y="105"/>
                  <a:pt x="220" y="105"/>
                  <a:pt x="220" y="105"/>
                </a:cubicBezTo>
                <a:cubicBezTo>
                  <a:pt x="220" y="823"/>
                  <a:pt x="220" y="823"/>
                  <a:pt x="220" y="823"/>
                </a:cubicBezTo>
                <a:cubicBezTo>
                  <a:pt x="51" y="823"/>
                  <a:pt x="51" y="823"/>
                  <a:pt x="51" y="823"/>
                </a:cubicBezTo>
                <a:cubicBezTo>
                  <a:pt x="21" y="823"/>
                  <a:pt x="0" y="848"/>
                  <a:pt x="0" y="878"/>
                </a:cubicBezTo>
                <a:cubicBezTo>
                  <a:pt x="0" y="908"/>
                  <a:pt x="21" y="929"/>
                  <a:pt x="51" y="929"/>
                </a:cubicBezTo>
                <a:cubicBezTo>
                  <a:pt x="220" y="929"/>
                  <a:pt x="220" y="929"/>
                  <a:pt x="220" y="929"/>
                </a:cubicBezTo>
                <a:cubicBezTo>
                  <a:pt x="220" y="1701"/>
                  <a:pt x="220" y="1701"/>
                  <a:pt x="220" y="1701"/>
                </a:cubicBezTo>
                <a:cubicBezTo>
                  <a:pt x="220" y="1739"/>
                  <a:pt x="228" y="1777"/>
                  <a:pt x="241" y="1807"/>
                </a:cubicBezTo>
                <a:cubicBezTo>
                  <a:pt x="262" y="1858"/>
                  <a:pt x="295" y="1900"/>
                  <a:pt x="338" y="1929"/>
                </a:cubicBezTo>
                <a:cubicBezTo>
                  <a:pt x="384" y="1959"/>
                  <a:pt x="435" y="1976"/>
                  <a:pt x="494" y="1976"/>
                </a:cubicBezTo>
                <a:cubicBezTo>
                  <a:pt x="528" y="1976"/>
                  <a:pt x="566" y="1967"/>
                  <a:pt x="600" y="1955"/>
                </a:cubicBezTo>
                <a:cubicBezTo>
                  <a:pt x="646" y="1934"/>
                  <a:pt x="688" y="1900"/>
                  <a:pt x="718" y="1854"/>
                </a:cubicBezTo>
                <a:cubicBezTo>
                  <a:pt x="747" y="1811"/>
                  <a:pt x="764" y="1761"/>
                  <a:pt x="764" y="1701"/>
                </a:cubicBezTo>
                <a:cubicBezTo>
                  <a:pt x="764" y="929"/>
                  <a:pt x="764" y="929"/>
                  <a:pt x="764" y="929"/>
                </a:cubicBezTo>
                <a:cubicBezTo>
                  <a:pt x="1098" y="929"/>
                  <a:pt x="1098" y="929"/>
                  <a:pt x="1098" y="929"/>
                </a:cubicBezTo>
                <a:cubicBezTo>
                  <a:pt x="1098" y="1701"/>
                  <a:pt x="1098" y="1701"/>
                  <a:pt x="1098" y="1701"/>
                </a:cubicBezTo>
                <a:cubicBezTo>
                  <a:pt x="1098" y="1739"/>
                  <a:pt x="1106" y="1777"/>
                  <a:pt x="1119" y="1807"/>
                </a:cubicBezTo>
                <a:cubicBezTo>
                  <a:pt x="1140" y="1858"/>
                  <a:pt x="1174" y="1900"/>
                  <a:pt x="1220" y="1929"/>
                </a:cubicBezTo>
                <a:cubicBezTo>
                  <a:pt x="1263" y="1959"/>
                  <a:pt x="1318" y="1976"/>
                  <a:pt x="1372" y="1976"/>
                </a:cubicBezTo>
                <a:cubicBezTo>
                  <a:pt x="1410" y="1976"/>
                  <a:pt x="1444" y="1967"/>
                  <a:pt x="1478" y="1955"/>
                </a:cubicBezTo>
                <a:cubicBezTo>
                  <a:pt x="1529" y="1934"/>
                  <a:pt x="1567" y="1900"/>
                  <a:pt x="1596" y="1854"/>
                </a:cubicBezTo>
                <a:cubicBezTo>
                  <a:pt x="1626" y="1811"/>
                  <a:pt x="1643" y="1761"/>
                  <a:pt x="1643" y="1701"/>
                </a:cubicBezTo>
                <a:cubicBezTo>
                  <a:pt x="1643" y="929"/>
                  <a:pt x="1643" y="929"/>
                  <a:pt x="1643" y="929"/>
                </a:cubicBezTo>
                <a:cubicBezTo>
                  <a:pt x="1981" y="929"/>
                  <a:pt x="1981" y="929"/>
                  <a:pt x="1981" y="929"/>
                </a:cubicBezTo>
                <a:cubicBezTo>
                  <a:pt x="1981" y="1701"/>
                  <a:pt x="1981" y="1701"/>
                  <a:pt x="1981" y="1701"/>
                </a:cubicBezTo>
                <a:cubicBezTo>
                  <a:pt x="1981" y="1739"/>
                  <a:pt x="1985" y="1777"/>
                  <a:pt x="2002" y="1807"/>
                </a:cubicBezTo>
                <a:cubicBezTo>
                  <a:pt x="2023" y="1858"/>
                  <a:pt x="2057" y="1900"/>
                  <a:pt x="2099" y="1929"/>
                </a:cubicBezTo>
                <a:cubicBezTo>
                  <a:pt x="2141" y="1959"/>
                  <a:pt x="2196" y="1976"/>
                  <a:pt x="2251" y="1976"/>
                </a:cubicBezTo>
                <a:cubicBezTo>
                  <a:pt x="2289" y="1976"/>
                  <a:pt x="2327" y="1967"/>
                  <a:pt x="2356" y="1955"/>
                </a:cubicBezTo>
                <a:cubicBezTo>
                  <a:pt x="2407" y="1934"/>
                  <a:pt x="2449" y="1900"/>
                  <a:pt x="2479" y="1854"/>
                </a:cubicBezTo>
                <a:cubicBezTo>
                  <a:pt x="2508" y="1811"/>
                  <a:pt x="2525" y="1761"/>
                  <a:pt x="2525" y="1701"/>
                </a:cubicBezTo>
                <a:cubicBezTo>
                  <a:pt x="2525" y="929"/>
                  <a:pt x="2525" y="929"/>
                  <a:pt x="2525" y="929"/>
                </a:cubicBezTo>
                <a:cubicBezTo>
                  <a:pt x="2690" y="929"/>
                  <a:pt x="2690" y="929"/>
                  <a:pt x="2690" y="929"/>
                </a:cubicBezTo>
                <a:cubicBezTo>
                  <a:pt x="2720" y="929"/>
                  <a:pt x="2745" y="908"/>
                  <a:pt x="2745" y="878"/>
                </a:cubicBezTo>
                <a:cubicBezTo>
                  <a:pt x="2745" y="848"/>
                  <a:pt x="2720" y="823"/>
                  <a:pt x="2690" y="823"/>
                </a:cubicBezTo>
                <a:close/>
                <a:moveTo>
                  <a:pt x="325" y="105"/>
                </a:moveTo>
                <a:lnTo>
                  <a:pt x="325" y="105"/>
                </a:lnTo>
                <a:cubicBezTo>
                  <a:pt x="659" y="105"/>
                  <a:pt x="659" y="105"/>
                  <a:pt x="659" y="105"/>
                </a:cubicBezTo>
                <a:cubicBezTo>
                  <a:pt x="659" y="823"/>
                  <a:pt x="659" y="823"/>
                  <a:pt x="659" y="823"/>
                </a:cubicBezTo>
                <a:cubicBezTo>
                  <a:pt x="325" y="823"/>
                  <a:pt x="325" y="823"/>
                  <a:pt x="325" y="823"/>
                </a:cubicBezTo>
                <a:lnTo>
                  <a:pt x="325" y="105"/>
                </a:lnTo>
                <a:close/>
                <a:moveTo>
                  <a:pt x="659" y="1701"/>
                </a:moveTo>
                <a:lnTo>
                  <a:pt x="659" y="1701"/>
                </a:lnTo>
                <a:cubicBezTo>
                  <a:pt x="659" y="1727"/>
                  <a:pt x="655" y="1748"/>
                  <a:pt x="646" y="1769"/>
                </a:cubicBezTo>
                <a:cubicBezTo>
                  <a:pt x="633" y="1799"/>
                  <a:pt x="612" y="1824"/>
                  <a:pt x="587" y="1841"/>
                </a:cubicBezTo>
                <a:cubicBezTo>
                  <a:pt x="557" y="1858"/>
                  <a:pt x="528" y="1870"/>
                  <a:pt x="494" y="1870"/>
                </a:cubicBezTo>
                <a:cubicBezTo>
                  <a:pt x="469" y="1870"/>
                  <a:pt x="447" y="1866"/>
                  <a:pt x="426" y="1858"/>
                </a:cubicBezTo>
                <a:cubicBezTo>
                  <a:pt x="397" y="1845"/>
                  <a:pt x="372" y="1824"/>
                  <a:pt x="355" y="1794"/>
                </a:cubicBezTo>
                <a:cubicBezTo>
                  <a:pt x="334" y="1769"/>
                  <a:pt x="325" y="1735"/>
                  <a:pt x="325" y="1701"/>
                </a:cubicBezTo>
                <a:cubicBezTo>
                  <a:pt x="325" y="929"/>
                  <a:pt x="325" y="929"/>
                  <a:pt x="325" y="929"/>
                </a:cubicBezTo>
                <a:cubicBezTo>
                  <a:pt x="659" y="929"/>
                  <a:pt x="659" y="929"/>
                  <a:pt x="659" y="929"/>
                </a:cubicBezTo>
                <a:lnTo>
                  <a:pt x="659" y="1701"/>
                </a:lnTo>
                <a:close/>
                <a:moveTo>
                  <a:pt x="1203" y="105"/>
                </a:moveTo>
                <a:lnTo>
                  <a:pt x="1203" y="105"/>
                </a:lnTo>
                <a:cubicBezTo>
                  <a:pt x="1537" y="105"/>
                  <a:pt x="1537" y="105"/>
                  <a:pt x="1537" y="105"/>
                </a:cubicBezTo>
                <a:cubicBezTo>
                  <a:pt x="1537" y="823"/>
                  <a:pt x="1537" y="823"/>
                  <a:pt x="1537" y="823"/>
                </a:cubicBezTo>
                <a:cubicBezTo>
                  <a:pt x="1203" y="823"/>
                  <a:pt x="1203" y="823"/>
                  <a:pt x="1203" y="823"/>
                </a:cubicBezTo>
                <a:lnTo>
                  <a:pt x="1203" y="105"/>
                </a:lnTo>
                <a:close/>
                <a:moveTo>
                  <a:pt x="1537" y="1701"/>
                </a:moveTo>
                <a:lnTo>
                  <a:pt x="1537" y="1701"/>
                </a:lnTo>
                <a:cubicBezTo>
                  <a:pt x="1537" y="1727"/>
                  <a:pt x="1533" y="1748"/>
                  <a:pt x="1524" y="1769"/>
                </a:cubicBezTo>
                <a:cubicBezTo>
                  <a:pt x="1512" y="1799"/>
                  <a:pt x="1491" y="1824"/>
                  <a:pt x="1465" y="1841"/>
                </a:cubicBezTo>
                <a:cubicBezTo>
                  <a:pt x="1440" y="1858"/>
                  <a:pt x="1406" y="1870"/>
                  <a:pt x="1372" y="1870"/>
                </a:cubicBezTo>
                <a:cubicBezTo>
                  <a:pt x="1347" y="1870"/>
                  <a:pt x="1326" y="1866"/>
                  <a:pt x="1305" y="1858"/>
                </a:cubicBezTo>
                <a:cubicBezTo>
                  <a:pt x="1275" y="1845"/>
                  <a:pt x="1250" y="1824"/>
                  <a:pt x="1233" y="1794"/>
                </a:cubicBezTo>
                <a:cubicBezTo>
                  <a:pt x="1216" y="1769"/>
                  <a:pt x="1203" y="1735"/>
                  <a:pt x="1203" y="1701"/>
                </a:cubicBezTo>
                <a:cubicBezTo>
                  <a:pt x="1203" y="929"/>
                  <a:pt x="1203" y="929"/>
                  <a:pt x="1203" y="929"/>
                </a:cubicBezTo>
                <a:cubicBezTo>
                  <a:pt x="1537" y="929"/>
                  <a:pt x="1537" y="929"/>
                  <a:pt x="1537" y="929"/>
                </a:cubicBezTo>
                <a:lnTo>
                  <a:pt x="1537" y="1701"/>
                </a:lnTo>
                <a:close/>
                <a:moveTo>
                  <a:pt x="2086" y="105"/>
                </a:moveTo>
                <a:lnTo>
                  <a:pt x="2086" y="105"/>
                </a:lnTo>
                <a:cubicBezTo>
                  <a:pt x="2420" y="105"/>
                  <a:pt x="2420" y="105"/>
                  <a:pt x="2420" y="105"/>
                </a:cubicBezTo>
                <a:cubicBezTo>
                  <a:pt x="2420" y="823"/>
                  <a:pt x="2420" y="823"/>
                  <a:pt x="2420" y="823"/>
                </a:cubicBezTo>
                <a:cubicBezTo>
                  <a:pt x="2086" y="823"/>
                  <a:pt x="2086" y="823"/>
                  <a:pt x="2086" y="823"/>
                </a:cubicBezTo>
                <a:lnTo>
                  <a:pt x="2086" y="105"/>
                </a:lnTo>
                <a:close/>
                <a:moveTo>
                  <a:pt x="2420" y="1701"/>
                </a:moveTo>
                <a:lnTo>
                  <a:pt x="2420" y="1701"/>
                </a:lnTo>
                <a:cubicBezTo>
                  <a:pt x="2420" y="1727"/>
                  <a:pt x="2416" y="1748"/>
                  <a:pt x="2407" y="1769"/>
                </a:cubicBezTo>
                <a:cubicBezTo>
                  <a:pt x="2395" y="1799"/>
                  <a:pt x="2373" y="1824"/>
                  <a:pt x="2344" y="1841"/>
                </a:cubicBezTo>
                <a:cubicBezTo>
                  <a:pt x="2318" y="1858"/>
                  <a:pt x="2285" y="1870"/>
                  <a:pt x="2251" y="1870"/>
                </a:cubicBezTo>
                <a:cubicBezTo>
                  <a:pt x="2230" y="1870"/>
                  <a:pt x="2209" y="1866"/>
                  <a:pt x="2187" y="1858"/>
                </a:cubicBezTo>
                <a:cubicBezTo>
                  <a:pt x="2158" y="1845"/>
                  <a:pt x="2133" y="1824"/>
                  <a:pt x="2112" y="1794"/>
                </a:cubicBezTo>
                <a:cubicBezTo>
                  <a:pt x="2095" y="1769"/>
                  <a:pt x="2086" y="1735"/>
                  <a:pt x="2086" y="1701"/>
                </a:cubicBezTo>
                <a:cubicBezTo>
                  <a:pt x="2086" y="929"/>
                  <a:pt x="2086" y="929"/>
                  <a:pt x="2086" y="929"/>
                </a:cubicBezTo>
                <a:cubicBezTo>
                  <a:pt x="2420" y="929"/>
                  <a:pt x="2420" y="929"/>
                  <a:pt x="2420" y="929"/>
                </a:cubicBezTo>
                <a:lnTo>
                  <a:pt x="2420" y="1701"/>
                </a:lnTo>
                <a:close/>
              </a:path>
            </a:pathLst>
          </a:custGeom>
          <a:solidFill>
            <a:schemeClr val="accent4"/>
          </a:solidFill>
          <a:ln>
            <a:noFill/>
          </a:ln>
          <a:effectLst/>
        </p:spPr>
        <p:txBody>
          <a:bodyPr wrap="none" anchor="ctr"/>
          <a:lstStyle/>
          <a:p>
            <a:endParaRPr lang="da-DK"/>
          </a:p>
        </p:txBody>
      </p:sp>
      <p:sp>
        <p:nvSpPr>
          <p:cNvPr id="293" name="Freeform 20">
            <a:extLst>
              <a:ext uri="{FF2B5EF4-FFF2-40B4-BE49-F238E27FC236}">
                <a16:creationId xmlns:a16="http://schemas.microsoft.com/office/drawing/2014/main" id="{2D1D89C3-1E41-574D-FB7A-865B111A508A}"/>
              </a:ext>
            </a:extLst>
          </p:cNvPr>
          <p:cNvSpPr>
            <a:spLocks noChangeArrowheads="1"/>
          </p:cNvSpPr>
          <p:nvPr/>
        </p:nvSpPr>
        <p:spPr bwMode="auto">
          <a:xfrm>
            <a:off x="2628781" y="4860838"/>
            <a:ext cx="275651" cy="222285"/>
          </a:xfrm>
          <a:custGeom>
            <a:avLst/>
            <a:gdLst>
              <a:gd name="T0" fmla="*/ 2610 w 2619"/>
              <a:gd name="T1" fmla="*/ 1132 h 2111"/>
              <a:gd name="T2" fmla="*/ 2352 w 2619"/>
              <a:gd name="T3" fmla="*/ 739 h 2111"/>
              <a:gd name="T4" fmla="*/ 2289 w 2619"/>
              <a:gd name="T5" fmla="*/ 291 h 2111"/>
              <a:gd name="T6" fmla="*/ 2200 w 2619"/>
              <a:gd name="T7" fmla="*/ 236 h 2111"/>
              <a:gd name="T8" fmla="*/ 1765 w 2619"/>
              <a:gd name="T9" fmla="*/ 393 h 2111"/>
              <a:gd name="T10" fmla="*/ 1326 w 2619"/>
              <a:gd name="T11" fmla="*/ 367 h 2111"/>
              <a:gd name="T12" fmla="*/ 1085 w 2619"/>
              <a:gd name="T13" fmla="*/ 0 h 2111"/>
              <a:gd name="T14" fmla="*/ 617 w 2619"/>
              <a:gd name="T15" fmla="*/ 25 h 2111"/>
              <a:gd name="T16" fmla="*/ 405 w 2619"/>
              <a:gd name="T17" fmla="*/ 448 h 2111"/>
              <a:gd name="T18" fmla="*/ 55 w 2619"/>
              <a:gd name="T19" fmla="*/ 739 h 2111"/>
              <a:gd name="T20" fmla="*/ 55 w 2619"/>
              <a:gd name="T21" fmla="*/ 844 h 2111"/>
              <a:gd name="T22" fmla="*/ 405 w 2619"/>
              <a:gd name="T23" fmla="*/ 1132 h 2111"/>
              <a:gd name="T24" fmla="*/ 617 w 2619"/>
              <a:gd name="T25" fmla="*/ 1553 h 2111"/>
              <a:gd name="T26" fmla="*/ 1030 w 2619"/>
              <a:gd name="T27" fmla="*/ 1583 h 2111"/>
              <a:gd name="T28" fmla="*/ 1085 w 2619"/>
              <a:gd name="T29" fmla="*/ 2110 h 2111"/>
              <a:gd name="T30" fmla="*/ 1136 w 2619"/>
              <a:gd name="T31" fmla="*/ 1540 h 2111"/>
              <a:gd name="T32" fmla="*/ 1685 w 2619"/>
              <a:gd name="T33" fmla="*/ 1212 h 2111"/>
              <a:gd name="T34" fmla="*/ 1930 w 2619"/>
              <a:gd name="T35" fmla="*/ 1583 h 2111"/>
              <a:gd name="T36" fmla="*/ 2399 w 2619"/>
              <a:gd name="T37" fmla="*/ 1553 h 2111"/>
              <a:gd name="T38" fmla="*/ 2610 w 2619"/>
              <a:gd name="T39" fmla="*/ 1132 h 2111"/>
              <a:gd name="T40" fmla="*/ 1867 w 2619"/>
              <a:gd name="T41" fmla="*/ 790 h 2111"/>
              <a:gd name="T42" fmla="*/ 1326 w 2619"/>
              <a:gd name="T43" fmla="*/ 1106 h 2111"/>
              <a:gd name="T44" fmla="*/ 1326 w 2619"/>
              <a:gd name="T45" fmla="*/ 473 h 2111"/>
              <a:gd name="T46" fmla="*/ 1867 w 2619"/>
              <a:gd name="T47" fmla="*/ 790 h 2111"/>
              <a:gd name="T48" fmla="*/ 693 w 2619"/>
              <a:gd name="T49" fmla="*/ 105 h 2111"/>
              <a:gd name="T50" fmla="*/ 1233 w 2619"/>
              <a:gd name="T51" fmla="*/ 422 h 2111"/>
              <a:gd name="T52" fmla="*/ 693 w 2619"/>
              <a:gd name="T53" fmla="*/ 739 h 2111"/>
              <a:gd name="T54" fmla="*/ 693 w 2619"/>
              <a:gd name="T55" fmla="*/ 105 h 2111"/>
              <a:gd name="T56" fmla="*/ 1051 w 2619"/>
              <a:gd name="T57" fmla="*/ 1477 h 2111"/>
              <a:gd name="T58" fmla="*/ 511 w 2619"/>
              <a:gd name="T59" fmla="*/ 1161 h 2111"/>
              <a:gd name="T60" fmla="*/ 1051 w 2619"/>
              <a:gd name="T61" fmla="*/ 844 h 2111"/>
              <a:gd name="T62" fmla="*/ 1051 w 2619"/>
              <a:gd name="T63" fmla="*/ 1477 h 2111"/>
              <a:gd name="T64" fmla="*/ 2318 w 2619"/>
              <a:gd name="T65" fmla="*/ 1477 h 2111"/>
              <a:gd name="T66" fmla="*/ 1778 w 2619"/>
              <a:gd name="T67" fmla="*/ 1161 h 2111"/>
              <a:gd name="T68" fmla="*/ 2318 w 2619"/>
              <a:gd name="T69" fmla="*/ 844 h 2111"/>
              <a:gd name="T70" fmla="*/ 2318 w 2619"/>
              <a:gd name="T71" fmla="*/ 1477 h 21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19" h="2111">
                <a:moveTo>
                  <a:pt x="2610" y="1132"/>
                </a:moveTo>
                <a:lnTo>
                  <a:pt x="2610" y="1132"/>
                </a:lnTo>
                <a:cubicBezTo>
                  <a:pt x="2399" y="764"/>
                  <a:pt x="2399" y="764"/>
                  <a:pt x="2399" y="764"/>
                </a:cubicBezTo>
                <a:cubicBezTo>
                  <a:pt x="2386" y="747"/>
                  <a:pt x="2369" y="739"/>
                  <a:pt x="2352" y="739"/>
                </a:cubicBezTo>
                <a:cubicBezTo>
                  <a:pt x="2023" y="739"/>
                  <a:pt x="2023" y="739"/>
                  <a:pt x="2023" y="739"/>
                </a:cubicBezTo>
                <a:cubicBezTo>
                  <a:pt x="2289" y="291"/>
                  <a:pt x="2289" y="291"/>
                  <a:pt x="2289" y="291"/>
                </a:cubicBezTo>
                <a:cubicBezTo>
                  <a:pt x="2306" y="266"/>
                  <a:pt x="2297" y="232"/>
                  <a:pt x="2272" y="215"/>
                </a:cubicBezTo>
                <a:cubicBezTo>
                  <a:pt x="2247" y="203"/>
                  <a:pt x="2217" y="211"/>
                  <a:pt x="2200" y="236"/>
                </a:cubicBezTo>
                <a:cubicBezTo>
                  <a:pt x="1930" y="684"/>
                  <a:pt x="1930" y="684"/>
                  <a:pt x="1930" y="684"/>
                </a:cubicBezTo>
                <a:cubicBezTo>
                  <a:pt x="1765" y="393"/>
                  <a:pt x="1765" y="393"/>
                  <a:pt x="1765" y="393"/>
                </a:cubicBezTo>
                <a:cubicBezTo>
                  <a:pt x="1753" y="376"/>
                  <a:pt x="1736" y="367"/>
                  <a:pt x="1719" y="367"/>
                </a:cubicBezTo>
                <a:cubicBezTo>
                  <a:pt x="1326" y="367"/>
                  <a:pt x="1326" y="367"/>
                  <a:pt x="1326" y="367"/>
                </a:cubicBezTo>
                <a:cubicBezTo>
                  <a:pt x="1132" y="25"/>
                  <a:pt x="1132" y="25"/>
                  <a:pt x="1132" y="25"/>
                </a:cubicBezTo>
                <a:cubicBezTo>
                  <a:pt x="1119" y="8"/>
                  <a:pt x="1102" y="0"/>
                  <a:pt x="1085" y="0"/>
                </a:cubicBezTo>
                <a:cubicBezTo>
                  <a:pt x="663" y="0"/>
                  <a:pt x="663" y="0"/>
                  <a:pt x="663" y="0"/>
                </a:cubicBezTo>
                <a:cubicBezTo>
                  <a:pt x="642" y="0"/>
                  <a:pt x="625" y="8"/>
                  <a:pt x="617" y="25"/>
                </a:cubicBezTo>
                <a:cubicBezTo>
                  <a:pt x="405" y="393"/>
                  <a:pt x="405" y="393"/>
                  <a:pt x="405" y="393"/>
                </a:cubicBezTo>
                <a:cubicBezTo>
                  <a:pt x="397" y="409"/>
                  <a:pt x="397" y="431"/>
                  <a:pt x="405" y="448"/>
                </a:cubicBezTo>
                <a:cubicBezTo>
                  <a:pt x="570" y="739"/>
                  <a:pt x="570" y="739"/>
                  <a:pt x="570" y="739"/>
                </a:cubicBezTo>
                <a:cubicBezTo>
                  <a:pt x="55" y="739"/>
                  <a:pt x="55" y="739"/>
                  <a:pt x="55" y="739"/>
                </a:cubicBezTo>
                <a:cubicBezTo>
                  <a:pt x="25" y="739"/>
                  <a:pt x="0" y="760"/>
                  <a:pt x="0" y="790"/>
                </a:cubicBezTo>
                <a:cubicBezTo>
                  <a:pt x="0" y="819"/>
                  <a:pt x="25" y="844"/>
                  <a:pt x="55" y="844"/>
                </a:cubicBezTo>
                <a:cubicBezTo>
                  <a:pt x="570" y="844"/>
                  <a:pt x="570" y="844"/>
                  <a:pt x="570" y="844"/>
                </a:cubicBezTo>
                <a:cubicBezTo>
                  <a:pt x="405" y="1132"/>
                  <a:pt x="405" y="1132"/>
                  <a:pt x="405" y="1132"/>
                </a:cubicBezTo>
                <a:cubicBezTo>
                  <a:pt x="397" y="1149"/>
                  <a:pt x="397" y="1170"/>
                  <a:pt x="405" y="1186"/>
                </a:cubicBezTo>
                <a:cubicBezTo>
                  <a:pt x="617" y="1553"/>
                  <a:pt x="617" y="1553"/>
                  <a:pt x="617" y="1553"/>
                </a:cubicBezTo>
                <a:cubicBezTo>
                  <a:pt x="625" y="1570"/>
                  <a:pt x="642" y="1583"/>
                  <a:pt x="663" y="1583"/>
                </a:cubicBezTo>
                <a:cubicBezTo>
                  <a:pt x="1030" y="1583"/>
                  <a:pt x="1030" y="1583"/>
                  <a:pt x="1030" y="1583"/>
                </a:cubicBezTo>
                <a:cubicBezTo>
                  <a:pt x="1030" y="2056"/>
                  <a:pt x="1030" y="2056"/>
                  <a:pt x="1030" y="2056"/>
                </a:cubicBezTo>
                <a:cubicBezTo>
                  <a:pt x="1030" y="2085"/>
                  <a:pt x="1056" y="2110"/>
                  <a:pt x="1085" y="2110"/>
                </a:cubicBezTo>
                <a:cubicBezTo>
                  <a:pt x="1115" y="2110"/>
                  <a:pt x="1136" y="2085"/>
                  <a:pt x="1136" y="2056"/>
                </a:cubicBezTo>
                <a:cubicBezTo>
                  <a:pt x="1136" y="1540"/>
                  <a:pt x="1136" y="1540"/>
                  <a:pt x="1136" y="1540"/>
                </a:cubicBezTo>
                <a:cubicBezTo>
                  <a:pt x="1326" y="1212"/>
                  <a:pt x="1326" y="1212"/>
                  <a:pt x="1326" y="1212"/>
                </a:cubicBezTo>
                <a:cubicBezTo>
                  <a:pt x="1685" y="1212"/>
                  <a:pt x="1685" y="1212"/>
                  <a:pt x="1685" y="1212"/>
                </a:cubicBezTo>
                <a:cubicBezTo>
                  <a:pt x="1884" y="1553"/>
                  <a:pt x="1884" y="1553"/>
                  <a:pt x="1884" y="1553"/>
                </a:cubicBezTo>
                <a:cubicBezTo>
                  <a:pt x="1892" y="1570"/>
                  <a:pt x="1909" y="1583"/>
                  <a:pt x="1930" y="1583"/>
                </a:cubicBezTo>
                <a:cubicBezTo>
                  <a:pt x="2352" y="1583"/>
                  <a:pt x="2352" y="1583"/>
                  <a:pt x="2352" y="1583"/>
                </a:cubicBezTo>
                <a:cubicBezTo>
                  <a:pt x="2369" y="1583"/>
                  <a:pt x="2386" y="1570"/>
                  <a:pt x="2399" y="1553"/>
                </a:cubicBezTo>
                <a:cubicBezTo>
                  <a:pt x="2610" y="1186"/>
                  <a:pt x="2610" y="1186"/>
                  <a:pt x="2610" y="1186"/>
                </a:cubicBezTo>
                <a:cubicBezTo>
                  <a:pt x="2618" y="1170"/>
                  <a:pt x="2618" y="1149"/>
                  <a:pt x="2610" y="1132"/>
                </a:cubicBezTo>
                <a:close/>
                <a:moveTo>
                  <a:pt x="1867" y="790"/>
                </a:moveTo>
                <a:lnTo>
                  <a:pt x="1867" y="790"/>
                </a:lnTo>
                <a:cubicBezTo>
                  <a:pt x="1685" y="1106"/>
                  <a:pt x="1685" y="1106"/>
                  <a:pt x="1685" y="1106"/>
                </a:cubicBezTo>
                <a:cubicBezTo>
                  <a:pt x="1326" y="1106"/>
                  <a:pt x="1326" y="1106"/>
                  <a:pt x="1326" y="1106"/>
                </a:cubicBezTo>
                <a:cubicBezTo>
                  <a:pt x="1144" y="790"/>
                  <a:pt x="1144" y="790"/>
                  <a:pt x="1144" y="790"/>
                </a:cubicBezTo>
                <a:cubicBezTo>
                  <a:pt x="1326" y="473"/>
                  <a:pt x="1326" y="473"/>
                  <a:pt x="1326" y="473"/>
                </a:cubicBezTo>
                <a:cubicBezTo>
                  <a:pt x="1685" y="473"/>
                  <a:pt x="1685" y="473"/>
                  <a:pt x="1685" y="473"/>
                </a:cubicBezTo>
                <a:lnTo>
                  <a:pt x="1867" y="790"/>
                </a:lnTo>
                <a:close/>
                <a:moveTo>
                  <a:pt x="693" y="105"/>
                </a:moveTo>
                <a:lnTo>
                  <a:pt x="693" y="105"/>
                </a:lnTo>
                <a:cubicBezTo>
                  <a:pt x="1051" y="105"/>
                  <a:pt x="1051" y="105"/>
                  <a:pt x="1051" y="105"/>
                </a:cubicBezTo>
                <a:cubicBezTo>
                  <a:pt x="1233" y="422"/>
                  <a:pt x="1233" y="422"/>
                  <a:pt x="1233" y="422"/>
                </a:cubicBezTo>
                <a:cubicBezTo>
                  <a:pt x="1051" y="739"/>
                  <a:pt x="1051" y="739"/>
                  <a:pt x="1051" y="739"/>
                </a:cubicBezTo>
                <a:cubicBezTo>
                  <a:pt x="693" y="739"/>
                  <a:pt x="693" y="739"/>
                  <a:pt x="693" y="739"/>
                </a:cubicBezTo>
                <a:cubicBezTo>
                  <a:pt x="511" y="422"/>
                  <a:pt x="511" y="422"/>
                  <a:pt x="511" y="422"/>
                </a:cubicBezTo>
                <a:lnTo>
                  <a:pt x="693" y="105"/>
                </a:lnTo>
                <a:close/>
                <a:moveTo>
                  <a:pt x="1051" y="1477"/>
                </a:moveTo>
                <a:lnTo>
                  <a:pt x="1051" y="1477"/>
                </a:lnTo>
                <a:cubicBezTo>
                  <a:pt x="693" y="1477"/>
                  <a:pt x="693" y="1477"/>
                  <a:pt x="693" y="1477"/>
                </a:cubicBezTo>
                <a:cubicBezTo>
                  <a:pt x="511" y="1161"/>
                  <a:pt x="511" y="1161"/>
                  <a:pt x="511" y="1161"/>
                </a:cubicBezTo>
                <a:cubicBezTo>
                  <a:pt x="693" y="844"/>
                  <a:pt x="693" y="844"/>
                  <a:pt x="693" y="844"/>
                </a:cubicBezTo>
                <a:cubicBezTo>
                  <a:pt x="1051" y="844"/>
                  <a:pt x="1051" y="844"/>
                  <a:pt x="1051" y="844"/>
                </a:cubicBezTo>
                <a:cubicBezTo>
                  <a:pt x="1233" y="1161"/>
                  <a:pt x="1233" y="1161"/>
                  <a:pt x="1233" y="1161"/>
                </a:cubicBezTo>
                <a:lnTo>
                  <a:pt x="1051" y="1477"/>
                </a:lnTo>
                <a:close/>
                <a:moveTo>
                  <a:pt x="2318" y="1477"/>
                </a:moveTo>
                <a:lnTo>
                  <a:pt x="2318" y="1477"/>
                </a:lnTo>
                <a:cubicBezTo>
                  <a:pt x="1959" y="1477"/>
                  <a:pt x="1959" y="1477"/>
                  <a:pt x="1959" y="1477"/>
                </a:cubicBezTo>
                <a:cubicBezTo>
                  <a:pt x="1778" y="1161"/>
                  <a:pt x="1778" y="1161"/>
                  <a:pt x="1778" y="1161"/>
                </a:cubicBezTo>
                <a:cubicBezTo>
                  <a:pt x="1959" y="844"/>
                  <a:pt x="1959" y="844"/>
                  <a:pt x="1959" y="844"/>
                </a:cubicBezTo>
                <a:cubicBezTo>
                  <a:pt x="2318" y="844"/>
                  <a:pt x="2318" y="844"/>
                  <a:pt x="2318" y="844"/>
                </a:cubicBezTo>
                <a:cubicBezTo>
                  <a:pt x="2500" y="1161"/>
                  <a:pt x="2500" y="1161"/>
                  <a:pt x="2500" y="1161"/>
                </a:cubicBezTo>
                <a:lnTo>
                  <a:pt x="2318" y="1477"/>
                </a:lnTo>
                <a:close/>
              </a:path>
            </a:pathLst>
          </a:custGeom>
          <a:solidFill>
            <a:schemeClr val="accent4"/>
          </a:solidFill>
          <a:ln>
            <a:noFill/>
          </a:ln>
          <a:effectLst/>
        </p:spPr>
        <p:txBody>
          <a:bodyPr wrap="none" anchor="ctr"/>
          <a:lstStyle/>
          <a:p>
            <a:endParaRPr lang="da-DK"/>
          </a:p>
        </p:txBody>
      </p:sp>
      <p:sp>
        <p:nvSpPr>
          <p:cNvPr id="294" name="Freeform 22">
            <a:extLst>
              <a:ext uri="{FF2B5EF4-FFF2-40B4-BE49-F238E27FC236}">
                <a16:creationId xmlns:a16="http://schemas.microsoft.com/office/drawing/2014/main" id="{F759BD77-8269-374E-B564-991C1FE35204}"/>
              </a:ext>
            </a:extLst>
          </p:cNvPr>
          <p:cNvSpPr>
            <a:spLocks noChangeArrowheads="1"/>
          </p:cNvSpPr>
          <p:nvPr/>
        </p:nvSpPr>
        <p:spPr bwMode="auto">
          <a:xfrm>
            <a:off x="1592072" y="5346708"/>
            <a:ext cx="266834" cy="216716"/>
          </a:xfrm>
          <a:custGeom>
            <a:avLst/>
            <a:gdLst>
              <a:gd name="T0" fmla="*/ 2382 w 2535"/>
              <a:gd name="T1" fmla="*/ 984 h 2061"/>
              <a:gd name="T2" fmla="*/ 1816 w 2535"/>
              <a:gd name="T3" fmla="*/ 376 h 2061"/>
              <a:gd name="T4" fmla="*/ 1546 w 2535"/>
              <a:gd name="T5" fmla="*/ 384 h 2061"/>
              <a:gd name="T6" fmla="*/ 1423 w 2535"/>
              <a:gd name="T7" fmla="*/ 0 h 2061"/>
              <a:gd name="T8" fmla="*/ 1394 w 2535"/>
              <a:gd name="T9" fmla="*/ 663 h 2061"/>
              <a:gd name="T10" fmla="*/ 1782 w 2535"/>
              <a:gd name="T11" fmla="*/ 933 h 2061"/>
              <a:gd name="T12" fmla="*/ 1478 w 2535"/>
              <a:gd name="T13" fmla="*/ 582 h 2061"/>
              <a:gd name="T14" fmla="*/ 1584 w 2535"/>
              <a:gd name="T15" fmla="*/ 481 h 2061"/>
              <a:gd name="T16" fmla="*/ 1681 w 2535"/>
              <a:gd name="T17" fmla="*/ 460 h 2061"/>
              <a:gd name="T18" fmla="*/ 2150 w 2535"/>
              <a:gd name="T19" fmla="*/ 756 h 2061"/>
              <a:gd name="T20" fmla="*/ 2429 w 2535"/>
              <a:gd name="T21" fmla="*/ 1849 h 2061"/>
              <a:gd name="T22" fmla="*/ 2412 w 2535"/>
              <a:gd name="T23" fmla="*/ 1947 h 2061"/>
              <a:gd name="T24" fmla="*/ 2065 w 2535"/>
              <a:gd name="T25" fmla="*/ 1892 h 2061"/>
              <a:gd name="T26" fmla="*/ 1635 w 2535"/>
              <a:gd name="T27" fmla="*/ 1672 h 2061"/>
              <a:gd name="T28" fmla="*/ 1529 w 2535"/>
              <a:gd name="T29" fmla="*/ 1161 h 2061"/>
              <a:gd name="T30" fmla="*/ 1719 w 2535"/>
              <a:gd name="T31" fmla="*/ 1119 h 2061"/>
              <a:gd name="T32" fmla="*/ 1385 w 2535"/>
              <a:gd name="T33" fmla="*/ 861 h 2061"/>
              <a:gd name="T34" fmla="*/ 1284 w 2535"/>
              <a:gd name="T35" fmla="*/ 836 h 2061"/>
              <a:gd name="T36" fmla="*/ 1225 w 2535"/>
              <a:gd name="T37" fmla="*/ 840 h 2061"/>
              <a:gd name="T38" fmla="*/ 1140 w 2535"/>
              <a:gd name="T39" fmla="*/ 870 h 2061"/>
              <a:gd name="T40" fmla="*/ 874 w 2535"/>
              <a:gd name="T41" fmla="*/ 1203 h 2061"/>
              <a:gd name="T42" fmla="*/ 1001 w 2535"/>
              <a:gd name="T43" fmla="*/ 1191 h 2061"/>
              <a:gd name="T44" fmla="*/ 853 w 2535"/>
              <a:gd name="T45" fmla="*/ 1714 h 2061"/>
              <a:gd name="T46" fmla="*/ 275 w 2535"/>
              <a:gd name="T47" fmla="*/ 1942 h 2061"/>
              <a:gd name="T48" fmla="*/ 114 w 2535"/>
              <a:gd name="T49" fmla="*/ 1942 h 2061"/>
              <a:gd name="T50" fmla="*/ 106 w 2535"/>
              <a:gd name="T51" fmla="*/ 1849 h 2061"/>
              <a:gd name="T52" fmla="*/ 385 w 2535"/>
              <a:gd name="T53" fmla="*/ 756 h 2061"/>
              <a:gd name="T54" fmla="*/ 853 w 2535"/>
              <a:gd name="T55" fmla="*/ 460 h 2061"/>
              <a:gd name="T56" fmla="*/ 942 w 2535"/>
              <a:gd name="T57" fmla="*/ 477 h 2061"/>
              <a:gd name="T58" fmla="*/ 1056 w 2535"/>
              <a:gd name="T59" fmla="*/ 582 h 2061"/>
              <a:gd name="T60" fmla="*/ 752 w 2535"/>
              <a:gd name="T61" fmla="*/ 933 h 2061"/>
              <a:gd name="T62" fmla="*/ 1140 w 2535"/>
              <a:gd name="T63" fmla="*/ 663 h 2061"/>
              <a:gd name="T64" fmla="*/ 1056 w 2535"/>
              <a:gd name="T65" fmla="*/ 55 h 2061"/>
              <a:gd name="T66" fmla="*/ 997 w 2535"/>
              <a:gd name="T67" fmla="*/ 388 h 2061"/>
              <a:gd name="T68" fmla="*/ 853 w 2535"/>
              <a:gd name="T69" fmla="*/ 354 h 2061"/>
              <a:gd name="T70" fmla="*/ 300 w 2535"/>
              <a:gd name="T71" fmla="*/ 692 h 2061"/>
              <a:gd name="T72" fmla="*/ 0 w 2535"/>
              <a:gd name="T73" fmla="*/ 1849 h 2061"/>
              <a:gd name="T74" fmla="*/ 59 w 2535"/>
              <a:gd name="T75" fmla="*/ 2031 h 2061"/>
              <a:gd name="T76" fmla="*/ 498 w 2535"/>
              <a:gd name="T77" fmla="*/ 1993 h 2061"/>
              <a:gd name="T78" fmla="*/ 984 w 2535"/>
              <a:gd name="T79" fmla="*/ 1735 h 2061"/>
              <a:gd name="T80" fmla="*/ 1107 w 2535"/>
              <a:gd name="T81" fmla="*/ 1161 h 2061"/>
              <a:gd name="T82" fmla="*/ 1216 w 2535"/>
              <a:gd name="T83" fmla="*/ 950 h 2061"/>
              <a:gd name="T84" fmla="*/ 1267 w 2535"/>
              <a:gd name="T85" fmla="*/ 941 h 2061"/>
              <a:gd name="T86" fmla="*/ 1335 w 2535"/>
              <a:gd name="T87" fmla="*/ 958 h 2061"/>
              <a:gd name="T88" fmla="*/ 1453 w 2535"/>
              <a:gd name="T89" fmla="*/ 1461 h 2061"/>
              <a:gd name="T90" fmla="*/ 1647 w 2535"/>
              <a:gd name="T91" fmla="*/ 1820 h 2061"/>
              <a:gd name="T92" fmla="*/ 2357 w 2535"/>
              <a:gd name="T93" fmla="*/ 2060 h 2061"/>
              <a:gd name="T94" fmla="*/ 2505 w 2535"/>
              <a:gd name="T95" fmla="*/ 2001 h 2061"/>
              <a:gd name="T96" fmla="*/ 2517 w 2535"/>
              <a:gd name="T97" fmla="*/ 1630 h 20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535" h="2061">
                <a:moveTo>
                  <a:pt x="2517" y="1630"/>
                </a:moveTo>
                <a:lnTo>
                  <a:pt x="2517" y="1630"/>
                </a:lnTo>
                <a:cubicBezTo>
                  <a:pt x="2500" y="1512"/>
                  <a:pt x="2475" y="1381"/>
                  <a:pt x="2450" y="1267"/>
                </a:cubicBezTo>
                <a:cubicBezTo>
                  <a:pt x="2424" y="1148"/>
                  <a:pt x="2399" y="1047"/>
                  <a:pt x="2382" y="984"/>
                </a:cubicBezTo>
                <a:cubicBezTo>
                  <a:pt x="2357" y="874"/>
                  <a:pt x="2302" y="777"/>
                  <a:pt x="2230" y="692"/>
                </a:cubicBezTo>
                <a:cubicBezTo>
                  <a:pt x="2162" y="604"/>
                  <a:pt x="2074" y="528"/>
                  <a:pt x="1977" y="456"/>
                </a:cubicBezTo>
                <a:lnTo>
                  <a:pt x="1977" y="456"/>
                </a:lnTo>
                <a:cubicBezTo>
                  <a:pt x="1922" y="418"/>
                  <a:pt x="1867" y="392"/>
                  <a:pt x="1816" y="376"/>
                </a:cubicBezTo>
                <a:cubicBezTo>
                  <a:pt x="1770" y="359"/>
                  <a:pt x="1723" y="354"/>
                  <a:pt x="1681" y="354"/>
                </a:cubicBezTo>
                <a:cubicBezTo>
                  <a:pt x="1656" y="354"/>
                  <a:pt x="1635" y="354"/>
                  <a:pt x="1613" y="359"/>
                </a:cubicBezTo>
                <a:cubicBezTo>
                  <a:pt x="1596" y="363"/>
                  <a:pt x="1580" y="367"/>
                  <a:pt x="1563" y="376"/>
                </a:cubicBezTo>
                <a:cubicBezTo>
                  <a:pt x="1559" y="376"/>
                  <a:pt x="1550" y="380"/>
                  <a:pt x="1546" y="384"/>
                </a:cubicBezTo>
                <a:cubicBezTo>
                  <a:pt x="1533" y="388"/>
                  <a:pt x="1521" y="397"/>
                  <a:pt x="1508" y="405"/>
                </a:cubicBezTo>
                <a:cubicBezTo>
                  <a:pt x="1499" y="409"/>
                  <a:pt x="1487" y="418"/>
                  <a:pt x="1478" y="422"/>
                </a:cubicBezTo>
                <a:cubicBezTo>
                  <a:pt x="1478" y="55"/>
                  <a:pt x="1478" y="55"/>
                  <a:pt x="1478" y="55"/>
                </a:cubicBezTo>
                <a:cubicBezTo>
                  <a:pt x="1478" y="25"/>
                  <a:pt x="1453" y="0"/>
                  <a:pt x="1423" y="0"/>
                </a:cubicBezTo>
                <a:cubicBezTo>
                  <a:pt x="1394" y="0"/>
                  <a:pt x="1373" y="25"/>
                  <a:pt x="1373" y="55"/>
                </a:cubicBezTo>
                <a:lnTo>
                  <a:pt x="1373" y="55"/>
                </a:lnTo>
                <a:cubicBezTo>
                  <a:pt x="1373" y="582"/>
                  <a:pt x="1373" y="582"/>
                  <a:pt x="1373" y="582"/>
                </a:cubicBezTo>
                <a:cubicBezTo>
                  <a:pt x="1373" y="612"/>
                  <a:pt x="1381" y="637"/>
                  <a:pt x="1394" y="663"/>
                </a:cubicBezTo>
                <a:cubicBezTo>
                  <a:pt x="1406" y="688"/>
                  <a:pt x="1423" y="709"/>
                  <a:pt x="1444" y="726"/>
                </a:cubicBezTo>
                <a:cubicBezTo>
                  <a:pt x="1444" y="730"/>
                  <a:pt x="1444" y="730"/>
                  <a:pt x="1444" y="730"/>
                </a:cubicBezTo>
                <a:cubicBezTo>
                  <a:pt x="1711" y="941"/>
                  <a:pt x="1711" y="941"/>
                  <a:pt x="1711" y="941"/>
                </a:cubicBezTo>
                <a:cubicBezTo>
                  <a:pt x="1732" y="958"/>
                  <a:pt x="1765" y="954"/>
                  <a:pt x="1782" y="933"/>
                </a:cubicBezTo>
                <a:cubicBezTo>
                  <a:pt x="1799" y="908"/>
                  <a:pt x="1799" y="874"/>
                  <a:pt x="1774" y="857"/>
                </a:cubicBezTo>
                <a:cubicBezTo>
                  <a:pt x="1512" y="646"/>
                  <a:pt x="1512" y="646"/>
                  <a:pt x="1512" y="646"/>
                </a:cubicBezTo>
                <a:cubicBezTo>
                  <a:pt x="1499" y="637"/>
                  <a:pt x="1491" y="625"/>
                  <a:pt x="1487" y="616"/>
                </a:cubicBezTo>
                <a:cubicBezTo>
                  <a:pt x="1483" y="604"/>
                  <a:pt x="1478" y="591"/>
                  <a:pt x="1478" y="582"/>
                </a:cubicBezTo>
                <a:cubicBezTo>
                  <a:pt x="1478" y="553"/>
                  <a:pt x="1478" y="553"/>
                  <a:pt x="1478" y="553"/>
                </a:cubicBezTo>
                <a:cubicBezTo>
                  <a:pt x="1483" y="549"/>
                  <a:pt x="1487" y="545"/>
                  <a:pt x="1495" y="540"/>
                </a:cubicBezTo>
                <a:cubicBezTo>
                  <a:pt x="1516" y="528"/>
                  <a:pt x="1537" y="511"/>
                  <a:pt x="1559" y="498"/>
                </a:cubicBezTo>
                <a:cubicBezTo>
                  <a:pt x="1567" y="490"/>
                  <a:pt x="1580" y="485"/>
                  <a:pt x="1584" y="481"/>
                </a:cubicBezTo>
                <a:cubicBezTo>
                  <a:pt x="1588" y="477"/>
                  <a:pt x="1592" y="477"/>
                  <a:pt x="1596" y="477"/>
                </a:cubicBezTo>
                <a:cubicBezTo>
                  <a:pt x="1601" y="473"/>
                  <a:pt x="1601" y="473"/>
                  <a:pt x="1605" y="473"/>
                </a:cubicBezTo>
                <a:cubicBezTo>
                  <a:pt x="1609" y="468"/>
                  <a:pt x="1622" y="464"/>
                  <a:pt x="1635" y="464"/>
                </a:cubicBezTo>
                <a:cubicBezTo>
                  <a:pt x="1647" y="460"/>
                  <a:pt x="1664" y="460"/>
                  <a:pt x="1681" y="460"/>
                </a:cubicBezTo>
                <a:cubicBezTo>
                  <a:pt x="1711" y="460"/>
                  <a:pt x="1749" y="464"/>
                  <a:pt x="1787" y="477"/>
                </a:cubicBezTo>
                <a:cubicBezTo>
                  <a:pt x="1825" y="490"/>
                  <a:pt x="1867" y="511"/>
                  <a:pt x="1913" y="540"/>
                </a:cubicBezTo>
                <a:lnTo>
                  <a:pt x="1913" y="540"/>
                </a:lnTo>
                <a:cubicBezTo>
                  <a:pt x="2006" y="608"/>
                  <a:pt x="2086" y="680"/>
                  <a:pt x="2150" y="756"/>
                </a:cubicBezTo>
                <a:cubicBezTo>
                  <a:pt x="2213" y="836"/>
                  <a:pt x="2255" y="916"/>
                  <a:pt x="2281" y="1009"/>
                </a:cubicBezTo>
                <a:cubicBezTo>
                  <a:pt x="2302" y="1093"/>
                  <a:pt x="2340" y="1245"/>
                  <a:pt x="2369" y="1406"/>
                </a:cubicBezTo>
                <a:cubicBezTo>
                  <a:pt x="2386" y="1486"/>
                  <a:pt x="2403" y="1571"/>
                  <a:pt x="2412" y="1647"/>
                </a:cubicBezTo>
                <a:cubicBezTo>
                  <a:pt x="2420" y="1723"/>
                  <a:pt x="2429" y="1790"/>
                  <a:pt x="2429" y="1849"/>
                </a:cubicBezTo>
                <a:cubicBezTo>
                  <a:pt x="2429" y="1870"/>
                  <a:pt x="2429" y="1887"/>
                  <a:pt x="2424" y="1904"/>
                </a:cubicBezTo>
                <a:cubicBezTo>
                  <a:pt x="2424" y="1921"/>
                  <a:pt x="2420" y="1934"/>
                  <a:pt x="2416" y="1942"/>
                </a:cubicBezTo>
                <a:lnTo>
                  <a:pt x="2416" y="1942"/>
                </a:lnTo>
                <a:cubicBezTo>
                  <a:pt x="2416" y="1942"/>
                  <a:pt x="2416" y="1942"/>
                  <a:pt x="2412" y="1947"/>
                </a:cubicBezTo>
                <a:cubicBezTo>
                  <a:pt x="2407" y="1947"/>
                  <a:pt x="2403" y="1951"/>
                  <a:pt x="2390" y="1951"/>
                </a:cubicBezTo>
                <a:cubicBezTo>
                  <a:pt x="2382" y="1951"/>
                  <a:pt x="2369" y="1955"/>
                  <a:pt x="2357" y="1955"/>
                </a:cubicBezTo>
                <a:cubicBezTo>
                  <a:pt x="2331" y="1955"/>
                  <a:pt x="2298" y="1951"/>
                  <a:pt x="2264" y="1947"/>
                </a:cubicBezTo>
                <a:cubicBezTo>
                  <a:pt x="2205" y="1934"/>
                  <a:pt x="2137" y="1917"/>
                  <a:pt x="2065" y="1892"/>
                </a:cubicBezTo>
                <a:cubicBezTo>
                  <a:pt x="1960" y="1858"/>
                  <a:pt x="1854" y="1811"/>
                  <a:pt x="1770" y="1769"/>
                </a:cubicBezTo>
                <a:cubicBezTo>
                  <a:pt x="1727" y="1748"/>
                  <a:pt x="1694" y="1727"/>
                  <a:pt x="1668" y="1706"/>
                </a:cubicBezTo>
                <a:cubicBezTo>
                  <a:pt x="1656" y="1697"/>
                  <a:pt x="1647" y="1689"/>
                  <a:pt x="1639" y="1680"/>
                </a:cubicBezTo>
                <a:cubicBezTo>
                  <a:pt x="1639" y="1676"/>
                  <a:pt x="1635" y="1676"/>
                  <a:pt x="1635" y="1672"/>
                </a:cubicBezTo>
                <a:lnTo>
                  <a:pt x="1635" y="1672"/>
                </a:lnTo>
                <a:lnTo>
                  <a:pt x="1635" y="1672"/>
                </a:lnTo>
                <a:cubicBezTo>
                  <a:pt x="1601" y="1588"/>
                  <a:pt x="1575" y="1516"/>
                  <a:pt x="1559" y="1440"/>
                </a:cubicBezTo>
                <a:cubicBezTo>
                  <a:pt x="1542" y="1360"/>
                  <a:pt x="1529" y="1275"/>
                  <a:pt x="1529" y="1161"/>
                </a:cubicBezTo>
                <a:cubicBezTo>
                  <a:pt x="1529" y="1106"/>
                  <a:pt x="1529" y="1106"/>
                  <a:pt x="1529" y="1106"/>
                </a:cubicBezTo>
                <a:cubicBezTo>
                  <a:pt x="1656" y="1203"/>
                  <a:pt x="1656" y="1203"/>
                  <a:pt x="1656" y="1203"/>
                </a:cubicBezTo>
                <a:cubicBezTo>
                  <a:pt x="1681" y="1220"/>
                  <a:pt x="1715" y="1216"/>
                  <a:pt x="1732" y="1195"/>
                </a:cubicBezTo>
                <a:cubicBezTo>
                  <a:pt x="1749" y="1170"/>
                  <a:pt x="1744" y="1140"/>
                  <a:pt x="1719" y="1119"/>
                </a:cubicBezTo>
                <a:lnTo>
                  <a:pt x="1719" y="1119"/>
                </a:lnTo>
                <a:cubicBezTo>
                  <a:pt x="1394" y="870"/>
                  <a:pt x="1394" y="870"/>
                  <a:pt x="1394" y="870"/>
                </a:cubicBezTo>
                <a:lnTo>
                  <a:pt x="1394" y="870"/>
                </a:lnTo>
                <a:cubicBezTo>
                  <a:pt x="1390" y="865"/>
                  <a:pt x="1385" y="865"/>
                  <a:pt x="1385" y="861"/>
                </a:cubicBezTo>
                <a:cubicBezTo>
                  <a:pt x="1377" y="861"/>
                  <a:pt x="1373" y="857"/>
                  <a:pt x="1369" y="857"/>
                </a:cubicBezTo>
                <a:cubicBezTo>
                  <a:pt x="1360" y="853"/>
                  <a:pt x="1352" y="853"/>
                  <a:pt x="1343" y="849"/>
                </a:cubicBezTo>
                <a:cubicBezTo>
                  <a:pt x="1331" y="844"/>
                  <a:pt x="1318" y="844"/>
                  <a:pt x="1301" y="840"/>
                </a:cubicBezTo>
                <a:cubicBezTo>
                  <a:pt x="1297" y="840"/>
                  <a:pt x="1288" y="836"/>
                  <a:pt x="1284" y="836"/>
                </a:cubicBezTo>
                <a:cubicBezTo>
                  <a:pt x="1280" y="836"/>
                  <a:pt x="1280" y="836"/>
                  <a:pt x="1276" y="836"/>
                </a:cubicBezTo>
                <a:cubicBezTo>
                  <a:pt x="1271" y="836"/>
                  <a:pt x="1271" y="836"/>
                  <a:pt x="1267" y="836"/>
                </a:cubicBezTo>
                <a:cubicBezTo>
                  <a:pt x="1263" y="836"/>
                  <a:pt x="1259" y="836"/>
                  <a:pt x="1250" y="836"/>
                </a:cubicBezTo>
                <a:cubicBezTo>
                  <a:pt x="1242" y="836"/>
                  <a:pt x="1233" y="840"/>
                  <a:pt x="1225" y="840"/>
                </a:cubicBezTo>
                <a:cubicBezTo>
                  <a:pt x="1212" y="844"/>
                  <a:pt x="1195" y="849"/>
                  <a:pt x="1183" y="853"/>
                </a:cubicBezTo>
                <a:cubicBezTo>
                  <a:pt x="1174" y="853"/>
                  <a:pt x="1170" y="857"/>
                  <a:pt x="1162" y="857"/>
                </a:cubicBezTo>
                <a:cubicBezTo>
                  <a:pt x="1157" y="857"/>
                  <a:pt x="1157" y="861"/>
                  <a:pt x="1153" y="861"/>
                </a:cubicBezTo>
                <a:cubicBezTo>
                  <a:pt x="1149" y="865"/>
                  <a:pt x="1145" y="865"/>
                  <a:pt x="1140" y="870"/>
                </a:cubicBezTo>
                <a:cubicBezTo>
                  <a:pt x="1136" y="870"/>
                  <a:pt x="1136" y="870"/>
                  <a:pt x="1136" y="870"/>
                </a:cubicBezTo>
                <a:cubicBezTo>
                  <a:pt x="811" y="1119"/>
                  <a:pt x="811" y="1119"/>
                  <a:pt x="811" y="1119"/>
                </a:cubicBezTo>
                <a:cubicBezTo>
                  <a:pt x="790" y="1140"/>
                  <a:pt x="786" y="1170"/>
                  <a:pt x="803" y="1195"/>
                </a:cubicBezTo>
                <a:cubicBezTo>
                  <a:pt x="819" y="1216"/>
                  <a:pt x="853" y="1220"/>
                  <a:pt x="874" y="1203"/>
                </a:cubicBezTo>
                <a:cubicBezTo>
                  <a:pt x="1001" y="1106"/>
                  <a:pt x="1001" y="1106"/>
                  <a:pt x="1001" y="1106"/>
                </a:cubicBezTo>
                <a:cubicBezTo>
                  <a:pt x="1001" y="1161"/>
                  <a:pt x="1001" y="1161"/>
                  <a:pt x="1001" y="1161"/>
                </a:cubicBezTo>
                <a:cubicBezTo>
                  <a:pt x="1001" y="1165"/>
                  <a:pt x="1001" y="1165"/>
                  <a:pt x="1001" y="1165"/>
                </a:cubicBezTo>
                <a:cubicBezTo>
                  <a:pt x="1001" y="1174"/>
                  <a:pt x="1001" y="1182"/>
                  <a:pt x="1001" y="1191"/>
                </a:cubicBezTo>
                <a:cubicBezTo>
                  <a:pt x="1001" y="1292"/>
                  <a:pt x="993" y="1372"/>
                  <a:pt x="976" y="1448"/>
                </a:cubicBezTo>
                <a:cubicBezTo>
                  <a:pt x="959" y="1524"/>
                  <a:pt x="933" y="1592"/>
                  <a:pt x="900" y="1672"/>
                </a:cubicBezTo>
                <a:cubicBezTo>
                  <a:pt x="900" y="1672"/>
                  <a:pt x="900" y="1676"/>
                  <a:pt x="896" y="1680"/>
                </a:cubicBezTo>
                <a:cubicBezTo>
                  <a:pt x="887" y="1689"/>
                  <a:pt x="874" y="1702"/>
                  <a:pt x="853" y="1714"/>
                </a:cubicBezTo>
                <a:cubicBezTo>
                  <a:pt x="836" y="1727"/>
                  <a:pt x="815" y="1740"/>
                  <a:pt x="794" y="1752"/>
                </a:cubicBezTo>
                <a:cubicBezTo>
                  <a:pt x="752" y="1778"/>
                  <a:pt x="701" y="1803"/>
                  <a:pt x="646" y="1824"/>
                </a:cubicBezTo>
                <a:cubicBezTo>
                  <a:pt x="566" y="1858"/>
                  <a:pt x="477" y="1892"/>
                  <a:pt x="393" y="1917"/>
                </a:cubicBezTo>
                <a:cubicBezTo>
                  <a:pt x="351" y="1930"/>
                  <a:pt x="313" y="1938"/>
                  <a:pt x="275" y="1942"/>
                </a:cubicBezTo>
                <a:cubicBezTo>
                  <a:pt x="237" y="1951"/>
                  <a:pt x="203" y="1955"/>
                  <a:pt x="177" y="1955"/>
                </a:cubicBezTo>
                <a:cubicBezTo>
                  <a:pt x="165" y="1955"/>
                  <a:pt x="152" y="1951"/>
                  <a:pt x="144" y="1951"/>
                </a:cubicBezTo>
                <a:cubicBezTo>
                  <a:pt x="140" y="1951"/>
                  <a:pt x="131" y="1951"/>
                  <a:pt x="127" y="1947"/>
                </a:cubicBezTo>
                <a:cubicBezTo>
                  <a:pt x="118" y="1947"/>
                  <a:pt x="118" y="1942"/>
                  <a:pt x="114" y="1942"/>
                </a:cubicBezTo>
                <a:lnTo>
                  <a:pt x="114" y="1942"/>
                </a:lnTo>
                <a:lnTo>
                  <a:pt x="114" y="1942"/>
                </a:lnTo>
                <a:cubicBezTo>
                  <a:pt x="114" y="1934"/>
                  <a:pt x="110" y="1921"/>
                  <a:pt x="110" y="1904"/>
                </a:cubicBezTo>
                <a:cubicBezTo>
                  <a:pt x="106" y="1887"/>
                  <a:pt x="106" y="1870"/>
                  <a:pt x="106" y="1849"/>
                </a:cubicBezTo>
                <a:cubicBezTo>
                  <a:pt x="106" y="1790"/>
                  <a:pt x="110" y="1723"/>
                  <a:pt x="123" y="1647"/>
                </a:cubicBezTo>
                <a:cubicBezTo>
                  <a:pt x="135" y="1528"/>
                  <a:pt x="161" y="1402"/>
                  <a:pt x="186" y="1288"/>
                </a:cubicBezTo>
                <a:cubicBezTo>
                  <a:pt x="211" y="1174"/>
                  <a:pt x="237" y="1072"/>
                  <a:pt x="254" y="1009"/>
                </a:cubicBezTo>
                <a:cubicBezTo>
                  <a:pt x="275" y="916"/>
                  <a:pt x="321" y="836"/>
                  <a:pt x="385" y="756"/>
                </a:cubicBezTo>
                <a:cubicBezTo>
                  <a:pt x="444" y="680"/>
                  <a:pt x="524" y="608"/>
                  <a:pt x="617" y="540"/>
                </a:cubicBezTo>
                <a:lnTo>
                  <a:pt x="617" y="540"/>
                </a:lnTo>
                <a:cubicBezTo>
                  <a:pt x="663" y="511"/>
                  <a:pt x="710" y="490"/>
                  <a:pt x="748" y="477"/>
                </a:cubicBezTo>
                <a:cubicBezTo>
                  <a:pt x="786" y="464"/>
                  <a:pt x="824" y="460"/>
                  <a:pt x="853" y="460"/>
                </a:cubicBezTo>
                <a:cubicBezTo>
                  <a:pt x="870" y="460"/>
                  <a:pt x="887" y="460"/>
                  <a:pt x="900" y="464"/>
                </a:cubicBezTo>
                <a:cubicBezTo>
                  <a:pt x="912" y="464"/>
                  <a:pt x="925" y="468"/>
                  <a:pt x="929" y="473"/>
                </a:cubicBezTo>
                <a:lnTo>
                  <a:pt x="929" y="473"/>
                </a:lnTo>
                <a:cubicBezTo>
                  <a:pt x="933" y="473"/>
                  <a:pt x="933" y="473"/>
                  <a:pt x="942" y="477"/>
                </a:cubicBezTo>
                <a:cubicBezTo>
                  <a:pt x="946" y="481"/>
                  <a:pt x="959" y="485"/>
                  <a:pt x="971" y="494"/>
                </a:cubicBezTo>
                <a:cubicBezTo>
                  <a:pt x="988" y="506"/>
                  <a:pt x="1005" y="519"/>
                  <a:pt x="1026" y="532"/>
                </a:cubicBezTo>
                <a:cubicBezTo>
                  <a:pt x="1035" y="540"/>
                  <a:pt x="1048" y="545"/>
                  <a:pt x="1056" y="553"/>
                </a:cubicBezTo>
                <a:cubicBezTo>
                  <a:pt x="1056" y="582"/>
                  <a:pt x="1056" y="582"/>
                  <a:pt x="1056" y="582"/>
                </a:cubicBezTo>
                <a:cubicBezTo>
                  <a:pt x="1056" y="591"/>
                  <a:pt x="1052" y="604"/>
                  <a:pt x="1048" y="616"/>
                </a:cubicBezTo>
                <a:cubicBezTo>
                  <a:pt x="1039" y="625"/>
                  <a:pt x="1031" y="637"/>
                  <a:pt x="1022" y="646"/>
                </a:cubicBezTo>
                <a:cubicBezTo>
                  <a:pt x="760" y="857"/>
                  <a:pt x="760" y="857"/>
                  <a:pt x="760" y="857"/>
                </a:cubicBezTo>
                <a:cubicBezTo>
                  <a:pt x="735" y="874"/>
                  <a:pt x="731" y="908"/>
                  <a:pt x="752" y="933"/>
                </a:cubicBezTo>
                <a:cubicBezTo>
                  <a:pt x="769" y="954"/>
                  <a:pt x="803" y="958"/>
                  <a:pt x="824" y="941"/>
                </a:cubicBezTo>
                <a:cubicBezTo>
                  <a:pt x="1090" y="730"/>
                  <a:pt x="1090" y="730"/>
                  <a:pt x="1090" y="730"/>
                </a:cubicBezTo>
                <a:cubicBezTo>
                  <a:pt x="1090" y="726"/>
                  <a:pt x="1090" y="726"/>
                  <a:pt x="1090" y="726"/>
                </a:cubicBezTo>
                <a:cubicBezTo>
                  <a:pt x="1111" y="709"/>
                  <a:pt x="1128" y="688"/>
                  <a:pt x="1140" y="663"/>
                </a:cubicBezTo>
                <a:cubicBezTo>
                  <a:pt x="1153" y="637"/>
                  <a:pt x="1162" y="612"/>
                  <a:pt x="1162" y="582"/>
                </a:cubicBezTo>
                <a:cubicBezTo>
                  <a:pt x="1162" y="55"/>
                  <a:pt x="1162" y="55"/>
                  <a:pt x="1162" y="55"/>
                </a:cubicBezTo>
                <a:cubicBezTo>
                  <a:pt x="1162" y="25"/>
                  <a:pt x="1136" y="0"/>
                  <a:pt x="1107" y="0"/>
                </a:cubicBezTo>
                <a:cubicBezTo>
                  <a:pt x="1077" y="0"/>
                  <a:pt x="1056" y="25"/>
                  <a:pt x="1056" y="55"/>
                </a:cubicBezTo>
                <a:lnTo>
                  <a:pt x="1056" y="55"/>
                </a:lnTo>
                <a:cubicBezTo>
                  <a:pt x="1056" y="422"/>
                  <a:pt x="1056" y="422"/>
                  <a:pt x="1056" y="422"/>
                </a:cubicBezTo>
                <a:cubicBezTo>
                  <a:pt x="1048" y="418"/>
                  <a:pt x="1039" y="414"/>
                  <a:pt x="1031" y="409"/>
                </a:cubicBezTo>
                <a:cubicBezTo>
                  <a:pt x="1018" y="401"/>
                  <a:pt x="1010" y="392"/>
                  <a:pt x="997" y="388"/>
                </a:cubicBezTo>
                <a:cubicBezTo>
                  <a:pt x="993" y="384"/>
                  <a:pt x="988" y="384"/>
                  <a:pt x="984" y="380"/>
                </a:cubicBezTo>
                <a:cubicBezTo>
                  <a:pt x="980" y="380"/>
                  <a:pt x="976" y="376"/>
                  <a:pt x="971" y="376"/>
                </a:cubicBezTo>
                <a:cubicBezTo>
                  <a:pt x="955" y="367"/>
                  <a:pt x="938" y="363"/>
                  <a:pt x="917" y="359"/>
                </a:cubicBezTo>
                <a:cubicBezTo>
                  <a:pt x="900" y="354"/>
                  <a:pt x="874" y="354"/>
                  <a:pt x="853" y="354"/>
                </a:cubicBezTo>
                <a:cubicBezTo>
                  <a:pt x="811" y="354"/>
                  <a:pt x="765" y="359"/>
                  <a:pt x="714" y="376"/>
                </a:cubicBezTo>
                <a:cubicBezTo>
                  <a:pt x="667" y="392"/>
                  <a:pt x="613" y="418"/>
                  <a:pt x="558" y="456"/>
                </a:cubicBezTo>
                <a:lnTo>
                  <a:pt x="558" y="456"/>
                </a:lnTo>
                <a:cubicBezTo>
                  <a:pt x="460" y="528"/>
                  <a:pt x="372" y="604"/>
                  <a:pt x="300" y="692"/>
                </a:cubicBezTo>
                <a:cubicBezTo>
                  <a:pt x="232" y="777"/>
                  <a:pt x="177" y="874"/>
                  <a:pt x="148" y="984"/>
                </a:cubicBezTo>
                <a:cubicBezTo>
                  <a:pt x="127" y="1068"/>
                  <a:pt x="89" y="1220"/>
                  <a:pt x="59" y="1385"/>
                </a:cubicBezTo>
                <a:cubicBezTo>
                  <a:pt x="42" y="1469"/>
                  <a:pt x="30" y="1554"/>
                  <a:pt x="17" y="1630"/>
                </a:cubicBezTo>
                <a:cubicBezTo>
                  <a:pt x="4" y="1710"/>
                  <a:pt x="0" y="1786"/>
                  <a:pt x="0" y="1849"/>
                </a:cubicBezTo>
                <a:cubicBezTo>
                  <a:pt x="0" y="1870"/>
                  <a:pt x="0" y="1896"/>
                  <a:pt x="4" y="1917"/>
                </a:cubicBezTo>
                <a:cubicBezTo>
                  <a:pt x="4" y="1938"/>
                  <a:pt x="9" y="1955"/>
                  <a:pt x="17" y="1976"/>
                </a:cubicBezTo>
                <a:cubicBezTo>
                  <a:pt x="17" y="1985"/>
                  <a:pt x="21" y="1993"/>
                  <a:pt x="25" y="1997"/>
                </a:cubicBezTo>
                <a:cubicBezTo>
                  <a:pt x="34" y="2010"/>
                  <a:pt x="47" y="2023"/>
                  <a:pt x="59" y="2031"/>
                </a:cubicBezTo>
                <a:cubicBezTo>
                  <a:pt x="76" y="2044"/>
                  <a:pt x="93" y="2048"/>
                  <a:pt x="114" y="2052"/>
                </a:cubicBezTo>
                <a:cubicBezTo>
                  <a:pt x="135" y="2056"/>
                  <a:pt x="156" y="2060"/>
                  <a:pt x="177" y="2060"/>
                </a:cubicBezTo>
                <a:cubicBezTo>
                  <a:pt x="211" y="2060"/>
                  <a:pt x="245" y="2056"/>
                  <a:pt x="283" y="2048"/>
                </a:cubicBezTo>
                <a:cubicBezTo>
                  <a:pt x="351" y="2039"/>
                  <a:pt x="427" y="2018"/>
                  <a:pt x="498" y="1993"/>
                </a:cubicBezTo>
                <a:cubicBezTo>
                  <a:pt x="608" y="1959"/>
                  <a:pt x="722" y="1908"/>
                  <a:pt x="811" y="1862"/>
                </a:cubicBezTo>
                <a:cubicBezTo>
                  <a:pt x="858" y="1837"/>
                  <a:pt x="896" y="1816"/>
                  <a:pt x="929" y="1790"/>
                </a:cubicBezTo>
                <a:cubicBezTo>
                  <a:pt x="942" y="1778"/>
                  <a:pt x="959" y="1765"/>
                  <a:pt x="971" y="1752"/>
                </a:cubicBezTo>
                <a:cubicBezTo>
                  <a:pt x="976" y="1748"/>
                  <a:pt x="980" y="1740"/>
                  <a:pt x="984" y="1735"/>
                </a:cubicBezTo>
                <a:cubicBezTo>
                  <a:pt x="993" y="1727"/>
                  <a:pt x="997" y="1718"/>
                  <a:pt x="1001" y="1710"/>
                </a:cubicBezTo>
                <a:cubicBezTo>
                  <a:pt x="1031" y="1630"/>
                  <a:pt x="1056" y="1554"/>
                  <a:pt x="1077" y="1474"/>
                </a:cubicBezTo>
                <a:cubicBezTo>
                  <a:pt x="1098" y="1389"/>
                  <a:pt x="1107" y="1300"/>
                  <a:pt x="1107" y="1191"/>
                </a:cubicBezTo>
                <a:cubicBezTo>
                  <a:pt x="1107" y="1182"/>
                  <a:pt x="1107" y="1174"/>
                  <a:pt x="1107" y="1161"/>
                </a:cubicBezTo>
                <a:cubicBezTo>
                  <a:pt x="1107" y="1026"/>
                  <a:pt x="1107" y="1026"/>
                  <a:pt x="1107" y="1026"/>
                </a:cubicBezTo>
                <a:cubicBezTo>
                  <a:pt x="1200" y="958"/>
                  <a:pt x="1200" y="958"/>
                  <a:pt x="1200" y="958"/>
                </a:cubicBezTo>
                <a:cubicBezTo>
                  <a:pt x="1200" y="958"/>
                  <a:pt x="1200" y="958"/>
                  <a:pt x="1200" y="954"/>
                </a:cubicBezTo>
                <a:cubicBezTo>
                  <a:pt x="1204" y="954"/>
                  <a:pt x="1212" y="954"/>
                  <a:pt x="1216" y="950"/>
                </a:cubicBezTo>
                <a:cubicBezTo>
                  <a:pt x="1229" y="950"/>
                  <a:pt x="1242" y="946"/>
                  <a:pt x="1250" y="946"/>
                </a:cubicBezTo>
                <a:cubicBezTo>
                  <a:pt x="1254" y="941"/>
                  <a:pt x="1259" y="941"/>
                  <a:pt x="1263" y="941"/>
                </a:cubicBezTo>
                <a:lnTo>
                  <a:pt x="1267" y="941"/>
                </a:lnTo>
                <a:lnTo>
                  <a:pt x="1267" y="941"/>
                </a:lnTo>
                <a:cubicBezTo>
                  <a:pt x="1267" y="941"/>
                  <a:pt x="1267" y="941"/>
                  <a:pt x="1271" y="941"/>
                </a:cubicBezTo>
                <a:cubicBezTo>
                  <a:pt x="1276" y="941"/>
                  <a:pt x="1284" y="941"/>
                  <a:pt x="1288" y="946"/>
                </a:cubicBezTo>
                <a:cubicBezTo>
                  <a:pt x="1301" y="946"/>
                  <a:pt x="1314" y="950"/>
                  <a:pt x="1322" y="954"/>
                </a:cubicBezTo>
                <a:cubicBezTo>
                  <a:pt x="1326" y="954"/>
                  <a:pt x="1331" y="954"/>
                  <a:pt x="1335" y="958"/>
                </a:cubicBezTo>
                <a:lnTo>
                  <a:pt x="1335" y="958"/>
                </a:lnTo>
                <a:cubicBezTo>
                  <a:pt x="1423" y="1026"/>
                  <a:pt x="1423" y="1026"/>
                  <a:pt x="1423" y="1026"/>
                </a:cubicBezTo>
                <a:cubicBezTo>
                  <a:pt x="1423" y="1161"/>
                  <a:pt x="1423" y="1161"/>
                  <a:pt x="1423" y="1161"/>
                </a:cubicBezTo>
                <a:cubicBezTo>
                  <a:pt x="1423" y="1279"/>
                  <a:pt x="1436" y="1376"/>
                  <a:pt x="1453" y="1461"/>
                </a:cubicBezTo>
                <a:cubicBezTo>
                  <a:pt x="1474" y="1550"/>
                  <a:pt x="1499" y="1626"/>
                  <a:pt x="1533" y="1710"/>
                </a:cubicBezTo>
                <a:cubicBezTo>
                  <a:pt x="1537" y="1723"/>
                  <a:pt x="1546" y="1735"/>
                  <a:pt x="1554" y="1744"/>
                </a:cubicBezTo>
                <a:cubicBezTo>
                  <a:pt x="1563" y="1752"/>
                  <a:pt x="1571" y="1761"/>
                  <a:pt x="1580" y="1773"/>
                </a:cubicBezTo>
                <a:cubicBezTo>
                  <a:pt x="1601" y="1786"/>
                  <a:pt x="1622" y="1803"/>
                  <a:pt x="1647" y="1820"/>
                </a:cubicBezTo>
                <a:cubicBezTo>
                  <a:pt x="1689" y="1849"/>
                  <a:pt x="1744" y="1875"/>
                  <a:pt x="1804" y="1904"/>
                </a:cubicBezTo>
                <a:cubicBezTo>
                  <a:pt x="1892" y="1947"/>
                  <a:pt x="1994" y="1985"/>
                  <a:pt x="2091" y="2010"/>
                </a:cubicBezTo>
                <a:cubicBezTo>
                  <a:pt x="2137" y="2027"/>
                  <a:pt x="2188" y="2039"/>
                  <a:pt x="2230" y="2044"/>
                </a:cubicBezTo>
                <a:cubicBezTo>
                  <a:pt x="2277" y="2052"/>
                  <a:pt x="2319" y="2060"/>
                  <a:pt x="2357" y="2060"/>
                </a:cubicBezTo>
                <a:cubicBezTo>
                  <a:pt x="2374" y="2060"/>
                  <a:pt x="2386" y="2056"/>
                  <a:pt x="2403" y="2056"/>
                </a:cubicBezTo>
                <a:cubicBezTo>
                  <a:pt x="2416" y="2052"/>
                  <a:pt x="2429" y="2052"/>
                  <a:pt x="2437" y="2048"/>
                </a:cubicBezTo>
                <a:cubicBezTo>
                  <a:pt x="2454" y="2044"/>
                  <a:pt x="2471" y="2035"/>
                  <a:pt x="2483" y="2023"/>
                </a:cubicBezTo>
                <a:cubicBezTo>
                  <a:pt x="2492" y="2018"/>
                  <a:pt x="2500" y="2010"/>
                  <a:pt x="2505" y="2001"/>
                </a:cubicBezTo>
                <a:cubicBezTo>
                  <a:pt x="2509" y="1993"/>
                  <a:pt x="2513" y="1985"/>
                  <a:pt x="2517" y="1976"/>
                </a:cubicBezTo>
                <a:cubicBezTo>
                  <a:pt x="2526" y="1955"/>
                  <a:pt x="2530" y="1938"/>
                  <a:pt x="2530" y="1917"/>
                </a:cubicBezTo>
                <a:cubicBezTo>
                  <a:pt x="2534" y="1896"/>
                  <a:pt x="2534" y="1870"/>
                  <a:pt x="2534" y="1849"/>
                </a:cubicBezTo>
                <a:cubicBezTo>
                  <a:pt x="2534" y="1786"/>
                  <a:pt x="2526" y="1710"/>
                  <a:pt x="2517" y="1630"/>
                </a:cubicBezTo>
              </a:path>
            </a:pathLst>
          </a:custGeom>
          <a:solidFill>
            <a:schemeClr val="accent4"/>
          </a:solidFill>
          <a:ln>
            <a:noFill/>
          </a:ln>
          <a:effectLst/>
        </p:spPr>
        <p:txBody>
          <a:bodyPr wrap="none" anchor="ctr"/>
          <a:lstStyle/>
          <a:p>
            <a:endParaRPr lang="da-DK"/>
          </a:p>
        </p:txBody>
      </p:sp>
      <p:sp>
        <p:nvSpPr>
          <p:cNvPr id="295" name="Freeform 23">
            <a:extLst>
              <a:ext uri="{FF2B5EF4-FFF2-40B4-BE49-F238E27FC236}">
                <a16:creationId xmlns:a16="http://schemas.microsoft.com/office/drawing/2014/main" id="{8331C9A0-E294-51E7-D3D4-F32398FC032B}"/>
              </a:ext>
            </a:extLst>
          </p:cNvPr>
          <p:cNvSpPr>
            <a:spLocks noChangeArrowheads="1"/>
          </p:cNvSpPr>
          <p:nvPr/>
        </p:nvSpPr>
        <p:spPr bwMode="auto">
          <a:xfrm>
            <a:off x="2656161" y="5341140"/>
            <a:ext cx="218572" cy="267298"/>
          </a:xfrm>
          <a:custGeom>
            <a:avLst/>
            <a:gdLst>
              <a:gd name="T0" fmla="*/ 1706 w 2079"/>
              <a:gd name="T1" fmla="*/ 1220 h 2539"/>
              <a:gd name="T2" fmla="*/ 1507 w 2079"/>
              <a:gd name="T3" fmla="*/ 996 h 2539"/>
              <a:gd name="T4" fmla="*/ 1702 w 2079"/>
              <a:gd name="T5" fmla="*/ 992 h 2539"/>
              <a:gd name="T6" fmla="*/ 1816 w 2079"/>
              <a:gd name="T7" fmla="*/ 802 h 2539"/>
              <a:gd name="T8" fmla="*/ 1778 w 2079"/>
              <a:gd name="T9" fmla="*/ 650 h 2539"/>
              <a:gd name="T10" fmla="*/ 1689 w 2079"/>
              <a:gd name="T11" fmla="*/ 595 h 2539"/>
              <a:gd name="T12" fmla="*/ 1436 w 2079"/>
              <a:gd name="T13" fmla="*/ 578 h 2539"/>
              <a:gd name="T14" fmla="*/ 1465 w 2079"/>
              <a:gd name="T15" fmla="*/ 439 h 2539"/>
              <a:gd name="T16" fmla="*/ 1499 w 2079"/>
              <a:gd name="T17" fmla="*/ 317 h 2539"/>
              <a:gd name="T18" fmla="*/ 1296 w 2079"/>
              <a:gd name="T19" fmla="*/ 110 h 2539"/>
              <a:gd name="T20" fmla="*/ 1182 w 2079"/>
              <a:gd name="T21" fmla="*/ 143 h 2539"/>
              <a:gd name="T22" fmla="*/ 1034 w 2079"/>
              <a:gd name="T23" fmla="*/ 190 h 2539"/>
              <a:gd name="T24" fmla="*/ 1030 w 2079"/>
              <a:gd name="T25" fmla="*/ 80 h 2539"/>
              <a:gd name="T26" fmla="*/ 899 w 2079"/>
              <a:gd name="T27" fmla="*/ 4 h 2539"/>
              <a:gd name="T28" fmla="*/ 659 w 2079"/>
              <a:gd name="T29" fmla="*/ 29 h 2539"/>
              <a:gd name="T30" fmla="*/ 599 w 2079"/>
              <a:gd name="T31" fmla="*/ 114 h 2539"/>
              <a:gd name="T32" fmla="*/ 494 w 2079"/>
              <a:gd name="T33" fmla="*/ 304 h 2539"/>
              <a:gd name="T34" fmla="*/ 346 w 2079"/>
              <a:gd name="T35" fmla="*/ 211 h 2539"/>
              <a:gd name="T36" fmla="*/ 76 w 2079"/>
              <a:gd name="T37" fmla="*/ 240 h 2539"/>
              <a:gd name="T38" fmla="*/ 21 w 2079"/>
              <a:gd name="T39" fmla="*/ 321 h 2539"/>
              <a:gd name="T40" fmla="*/ 76 w 2079"/>
              <a:gd name="T41" fmla="*/ 933 h 2539"/>
              <a:gd name="T42" fmla="*/ 131 w 2079"/>
              <a:gd name="T43" fmla="*/ 1752 h 2539"/>
              <a:gd name="T44" fmla="*/ 1706 w 2079"/>
              <a:gd name="T45" fmla="*/ 2538 h 2539"/>
              <a:gd name="T46" fmla="*/ 2048 w 2079"/>
              <a:gd name="T47" fmla="*/ 2094 h 2539"/>
              <a:gd name="T48" fmla="*/ 1693 w 2079"/>
              <a:gd name="T49" fmla="*/ 701 h 2539"/>
              <a:gd name="T50" fmla="*/ 676 w 2079"/>
              <a:gd name="T51" fmla="*/ 329 h 2539"/>
              <a:gd name="T52" fmla="*/ 709 w 2079"/>
              <a:gd name="T53" fmla="*/ 122 h 2539"/>
              <a:gd name="T54" fmla="*/ 912 w 2079"/>
              <a:gd name="T55" fmla="*/ 114 h 2539"/>
              <a:gd name="T56" fmla="*/ 925 w 2079"/>
              <a:gd name="T57" fmla="*/ 228 h 2539"/>
              <a:gd name="T58" fmla="*/ 1153 w 2079"/>
              <a:gd name="T59" fmla="*/ 304 h 2539"/>
              <a:gd name="T60" fmla="*/ 1296 w 2079"/>
              <a:gd name="T61" fmla="*/ 224 h 2539"/>
              <a:gd name="T62" fmla="*/ 1377 w 2079"/>
              <a:gd name="T63" fmla="*/ 367 h 2539"/>
              <a:gd name="T64" fmla="*/ 1284 w 2079"/>
              <a:gd name="T65" fmla="*/ 481 h 2539"/>
              <a:gd name="T66" fmla="*/ 1110 w 2079"/>
              <a:gd name="T67" fmla="*/ 625 h 2539"/>
              <a:gd name="T68" fmla="*/ 912 w 2079"/>
              <a:gd name="T69" fmla="*/ 853 h 2539"/>
              <a:gd name="T70" fmla="*/ 595 w 2079"/>
              <a:gd name="T71" fmla="*/ 984 h 2539"/>
              <a:gd name="T72" fmla="*/ 443 w 2079"/>
              <a:gd name="T73" fmla="*/ 688 h 2539"/>
              <a:gd name="T74" fmla="*/ 528 w 2079"/>
              <a:gd name="T75" fmla="*/ 409 h 2539"/>
              <a:gd name="T76" fmla="*/ 1816 w 2079"/>
              <a:gd name="T77" fmla="*/ 2411 h 2539"/>
              <a:gd name="T78" fmla="*/ 553 w 2079"/>
              <a:gd name="T79" fmla="*/ 2002 h 2539"/>
              <a:gd name="T80" fmla="*/ 126 w 2079"/>
              <a:gd name="T81" fmla="*/ 1512 h 2539"/>
              <a:gd name="T82" fmla="*/ 177 w 2079"/>
              <a:gd name="T83" fmla="*/ 950 h 2539"/>
              <a:gd name="T84" fmla="*/ 148 w 2079"/>
              <a:gd name="T85" fmla="*/ 325 h 2539"/>
              <a:gd name="T86" fmla="*/ 384 w 2079"/>
              <a:gd name="T87" fmla="*/ 325 h 2539"/>
              <a:gd name="T88" fmla="*/ 338 w 2079"/>
              <a:gd name="T89" fmla="*/ 688 h 2539"/>
              <a:gd name="T90" fmla="*/ 612 w 2079"/>
              <a:gd name="T91" fmla="*/ 1127 h 2539"/>
              <a:gd name="T92" fmla="*/ 646 w 2079"/>
              <a:gd name="T93" fmla="*/ 1284 h 2539"/>
              <a:gd name="T94" fmla="*/ 984 w 2079"/>
              <a:gd name="T95" fmla="*/ 1005 h 2539"/>
              <a:gd name="T96" fmla="*/ 1009 w 2079"/>
              <a:gd name="T97" fmla="*/ 904 h 2539"/>
              <a:gd name="T98" fmla="*/ 1115 w 2079"/>
              <a:gd name="T99" fmla="*/ 739 h 2539"/>
              <a:gd name="T100" fmla="*/ 1571 w 2079"/>
              <a:gd name="T101" fmla="*/ 697 h 2539"/>
              <a:gd name="T102" fmla="*/ 1689 w 2079"/>
              <a:gd name="T103" fmla="*/ 705 h 2539"/>
              <a:gd name="T104" fmla="*/ 1697 w 2079"/>
              <a:gd name="T105" fmla="*/ 870 h 2539"/>
              <a:gd name="T106" fmla="*/ 1512 w 2079"/>
              <a:gd name="T107" fmla="*/ 891 h 2539"/>
              <a:gd name="T108" fmla="*/ 1457 w 2079"/>
              <a:gd name="T109" fmla="*/ 1140 h 2539"/>
              <a:gd name="T110" fmla="*/ 1909 w 2079"/>
              <a:gd name="T111" fmla="*/ 1583 h 25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2079" h="2539">
                <a:moveTo>
                  <a:pt x="2040" y="1605"/>
                </a:moveTo>
                <a:lnTo>
                  <a:pt x="2040" y="1605"/>
                </a:lnTo>
                <a:cubicBezTo>
                  <a:pt x="2027" y="1579"/>
                  <a:pt x="2014" y="1554"/>
                  <a:pt x="1997" y="1529"/>
                </a:cubicBezTo>
                <a:cubicBezTo>
                  <a:pt x="1968" y="1482"/>
                  <a:pt x="1930" y="1436"/>
                  <a:pt x="1892" y="1393"/>
                </a:cubicBezTo>
                <a:cubicBezTo>
                  <a:pt x="1833" y="1330"/>
                  <a:pt x="1765" y="1267"/>
                  <a:pt x="1706" y="1220"/>
                </a:cubicBezTo>
                <a:cubicBezTo>
                  <a:pt x="1651" y="1170"/>
                  <a:pt x="1600" y="1136"/>
                  <a:pt x="1579" y="1119"/>
                </a:cubicBezTo>
                <a:lnTo>
                  <a:pt x="1579" y="1119"/>
                </a:lnTo>
                <a:cubicBezTo>
                  <a:pt x="1571" y="1115"/>
                  <a:pt x="1562" y="1102"/>
                  <a:pt x="1554" y="1094"/>
                </a:cubicBezTo>
                <a:cubicBezTo>
                  <a:pt x="1541" y="1081"/>
                  <a:pt x="1529" y="1060"/>
                  <a:pt x="1520" y="1043"/>
                </a:cubicBezTo>
                <a:cubicBezTo>
                  <a:pt x="1512" y="1026"/>
                  <a:pt x="1507" y="1009"/>
                  <a:pt x="1507" y="996"/>
                </a:cubicBezTo>
                <a:cubicBezTo>
                  <a:pt x="1507" y="996"/>
                  <a:pt x="1507" y="996"/>
                  <a:pt x="1512" y="996"/>
                </a:cubicBezTo>
                <a:cubicBezTo>
                  <a:pt x="1545" y="996"/>
                  <a:pt x="1588" y="992"/>
                  <a:pt x="1626" y="992"/>
                </a:cubicBezTo>
                <a:cubicBezTo>
                  <a:pt x="1643" y="992"/>
                  <a:pt x="1660" y="992"/>
                  <a:pt x="1672" y="992"/>
                </a:cubicBezTo>
                <a:cubicBezTo>
                  <a:pt x="1689" y="992"/>
                  <a:pt x="1697" y="992"/>
                  <a:pt x="1702" y="992"/>
                </a:cubicBezTo>
                <a:lnTo>
                  <a:pt x="1702" y="992"/>
                </a:lnTo>
                <a:cubicBezTo>
                  <a:pt x="1714" y="992"/>
                  <a:pt x="1727" y="988"/>
                  <a:pt x="1735" y="984"/>
                </a:cubicBezTo>
                <a:cubicBezTo>
                  <a:pt x="1744" y="980"/>
                  <a:pt x="1752" y="975"/>
                  <a:pt x="1757" y="967"/>
                </a:cubicBezTo>
                <a:cubicBezTo>
                  <a:pt x="1769" y="958"/>
                  <a:pt x="1778" y="946"/>
                  <a:pt x="1786" y="933"/>
                </a:cubicBezTo>
                <a:cubicBezTo>
                  <a:pt x="1795" y="916"/>
                  <a:pt x="1803" y="895"/>
                  <a:pt x="1807" y="874"/>
                </a:cubicBezTo>
                <a:cubicBezTo>
                  <a:pt x="1812" y="853"/>
                  <a:pt x="1816" y="827"/>
                  <a:pt x="1816" y="802"/>
                </a:cubicBezTo>
                <a:cubicBezTo>
                  <a:pt x="1816" y="798"/>
                  <a:pt x="1816" y="794"/>
                  <a:pt x="1816" y="790"/>
                </a:cubicBezTo>
                <a:lnTo>
                  <a:pt x="1816" y="790"/>
                </a:lnTo>
                <a:cubicBezTo>
                  <a:pt x="1812" y="764"/>
                  <a:pt x="1812" y="743"/>
                  <a:pt x="1807" y="722"/>
                </a:cubicBezTo>
                <a:cubicBezTo>
                  <a:pt x="1803" y="709"/>
                  <a:pt x="1799" y="692"/>
                  <a:pt x="1790" y="680"/>
                </a:cubicBezTo>
                <a:cubicBezTo>
                  <a:pt x="1786" y="671"/>
                  <a:pt x="1782" y="659"/>
                  <a:pt x="1778" y="650"/>
                </a:cubicBezTo>
                <a:cubicBezTo>
                  <a:pt x="1769" y="637"/>
                  <a:pt x="1757" y="625"/>
                  <a:pt x="1744" y="612"/>
                </a:cubicBezTo>
                <a:cubicBezTo>
                  <a:pt x="1735" y="608"/>
                  <a:pt x="1727" y="604"/>
                  <a:pt x="1719" y="600"/>
                </a:cubicBezTo>
                <a:cubicBezTo>
                  <a:pt x="1710" y="595"/>
                  <a:pt x="1702" y="595"/>
                  <a:pt x="1689" y="595"/>
                </a:cubicBezTo>
                <a:lnTo>
                  <a:pt x="1689" y="595"/>
                </a:lnTo>
                <a:lnTo>
                  <a:pt x="1689" y="595"/>
                </a:lnTo>
                <a:cubicBezTo>
                  <a:pt x="1685" y="595"/>
                  <a:pt x="1685" y="595"/>
                  <a:pt x="1681" y="595"/>
                </a:cubicBezTo>
                <a:cubicBezTo>
                  <a:pt x="1672" y="595"/>
                  <a:pt x="1651" y="595"/>
                  <a:pt x="1626" y="591"/>
                </a:cubicBezTo>
                <a:cubicBezTo>
                  <a:pt x="1588" y="591"/>
                  <a:pt x="1541" y="591"/>
                  <a:pt x="1495" y="587"/>
                </a:cubicBezTo>
                <a:cubicBezTo>
                  <a:pt x="1474" y="587"/>
                  <a:pt x="1457" y="587"/>
                  <a:pt x="1440" y="587"/>
                </a:cubicBezTo>
                <a:cubicBezTo>
                  <a:pt x="1440" y="583"/>
                  <a:pt x="1436" y="583"/>
                  <a:pt x="1436" y="578"/>
                </a:cubicBezTo>
                <a:cubicBezTo>
                  <a:pt x="1431" y="553"/>
                  <a:pt x="1419" y="523"/>
                  <a:pt x="1410" y="498"/>
                </a:cubicBezTo>
                <a:cubicBezTo>
                  <a:pt x="1406" y="490"/>
                  <a:pt x="1402" y="485"/>
                  <a:pt x="1402" y="477"/>
                </a:cubicBezTo>
                <a:lnTo>
                  <a:pt x="1402" y="477"/>
                </a:lnTo>
                <a:cubicBezTo>
                  <a:pt x="1410" y="473"/>
                  <a:pt x="1419" y="469"/>
                  <a:pt x="1431" y="460"/>
                </a:cubicBezTo>
                <a:cubicBezTo>
                  <a:pt x="1440" y="456"/>
                  <a:pt x="1453" y="447"/>
                  <a:pt x="1465" y="439"/>
                </a:cubicBezTo>
                <a:lnTo>
                  <a:pt x="1465" y="439"/>
                </a:lnTo>
                <a:cubicBezTo>
                  <a:pt x="1474" y="435"/>
                  <a:pt x="1478" y="426"/>
                  <a:pt x="1486" y="422"/>
                </a:cubicBezTo>
                <a:cubicBezTo>
                  <a:pt x="1495" y="414"/>
                  <a:pt x="1499" y="401"/>
                  <a:pt x="1503" y="392"/>
                </a:cubicBezTo>
                <a:cubicBezTo>
                  <a:pt x="1503" y="380"/>
                  <a:pt x="1507" y="371"/>
                  <a:pt x="1507" y="363"/>
                </a:cubicBezTo>
                <a:cubicBezTo>
                  <a:pt x="1507" y="346"/>
                  <a:pt x="1503" y="329"/>
                  <a:pt x="1499" y="317"/>
                </a:cubicBezTo>
                <a:cubicBezTo>
                  <a:pt x="1495" y="304"/>
                  <a:pt x="1491" y="291"/>
                  <a:pt x="1482" y="279"/>
                </a:cubicBezTo>
                <a:cubicBezTo>
                  <a:pt x="1474" y="257"/>
                  <a:pt x="1461" y="240"/>
                  <a:pt x="1444" y="219"/>
                </a:cubicBezTo>
                <a:cubicBezTo>
                  <a:pt x="1423" y="190"/>
                  <a:pt x="1393" y="164"/>
                  <a:pt x="1368" y="143"/>
                </a:cubicBezTo>
                <a:cubicBezTo>
                  <a:pt x="1351" y="131"/>
                  <a:pt x="1339" y="122"/>
                  <a:pt x="1322" y="118"/>
                </a:cubicBezTo>
                <a:cubicBezTo>
                  <a:pt x="1313" y="114"/>
                  <a:pt x="1305" y="110"/>
                  <a:pt x="1296" y="110"/>
                </a:cubicBezTo>
                <a:cubicBezTo>
                  <a:pt x="1288" y="105"/>
                  <a:pt x="1279" y="105"/>
                  <a:pt x="1267" y="105"/>
                </a:cubicBezTo>
                <a:cubicBezTo>
                  <a:pt x="1258" y="105"/>
                  <a:pt x="1250" y="105"/>
                  <a:pt x="1241" y="110"/>
                </a:cubicBezTo>
                <a:cubicBezTo>
                  <a:pt x="1233" y="110"/>
                  <a:pt x="1224" y="114"/>
                  <a:pt x="1216" y="118"/>
                </a:cubicBezTo>
                <a:lnTo>
                  <a:pt x="1216" y="118"/>
                </a:lnTo>
                <a:cubicBezTo>
                  <a:pt x="1203" y="127"/>
                  <a:pt x="1195" y="135"/>
                  <a:pt x="1182" y="143"/>
                </a:cubicBezTo>
                <a:cubicBezTo>
                  <a:pt x="1170" y="152"/>
                  <a:pt x="1153" y="164"/>
                  <a:pt x="1136" y="177"/>
                </a:cubicBezTo>
                <a:cubicBezTo>
                  <a:pt x="1127" y="186"/>
                  <a:pt x="1115" y="194"/>
                  <a:pt x="1102" y="202"/>
                </a:cubicBezTo>
                <a:lnTo>
                  <a:pt x="1098" y="202"/>
                </a:lnTo>
                <a:cubicBezTo>
                  <a:pt x="1077" y="198"/>
                  <a:pt x="1056" y="190"/>
                  <a:pt x="1034" y="190"/>
                </a:cubicBezTo>
                <a:lnTo>
                  <a:pt x="1034" y="190"/>
                </a:lnTo>
                <a:lnTo>
                  <a:pt x="1034" y="186"/>
                </a:lnTo>
                <a:cubicBezTo>
                  <a:pt x="1034" y="173"/>
                  <a:pt x="1034" y="164"/>
                  <a:pt x="1034" y="152"/>
                </a:cubicBezTo>
                <a:cubicBezTo>
                  <a:pt x="1034" y="143"/>
                  <a:pt x="1034" y="131"/>
                  <a:pt x="1034" y="122"/>
                </a:cubicBezTo>
                <a:cubicBezTo>
                  <a:pt x="1030" y="110"/>
                  <a:pt x="1030" y="97"/>
                  <a:pt x="1030" y="84"/>
                </a:cubicBezTo>
                <a:cubicBezTo>
                  <a:pt x="1030" y="80"/>
                  <a:pt x="1030" y="80"/>
                  <a:pt x="1030" y="80"/>
                </a:cubicBezTo>
                <a:cubicBezTo>
                  <a:pt x="1026" y="76"/>
                  <a:pt x="1026" y="67"/>
                  <a:pt x="1022" y="63"/>
                </a:cubicBezTo>
                <a:cubicBezTo>
                  <a:pt x="1022" y="55"/>
                  <a:pt x="1018" y="50"/>
                  <a:pt x="1013" y="46"/>
                </a:cubicBezTo>
                <a:cubicBezTo>
                  <a:pt x="1005" y="38"/>
                  <a:pt x="1001" y="34"/>
                  <a:pt x="992" y="29"/>
                </a:cubicBezTo>
                <a:cubicBezTo>
                  <a:pt x="980" y="21"/>
                  <a:pt x="971" y="17"/>
                  <a:pt x="958" y="17"/>
                </a:cubicBezTo>
                <a:cubicBezTo>
                  <a:pt x="941" y="8"/>
                  <a:pt x="920" y="8"/>
                  <a:pt x="899" y="4"/>
                </a:cubicBezTo>
                <a:cubicBezTo>
                  <a:pt x="882" y="4"/>
                  <a:pt x="861" y="0"/>
                  <a:pt x="836" y="0"/>
                </a:cubicBezTo>
                <a:cubicBezTo>
                  <a:pt x="815" y="0"/>
                  <a:pt x="789" y="4"/>
                  <a:pt x="764" y="4"/>
                </a:cubicBezTo>
                <a:cubicBezTo>
                  <a:pt x="747" y="8"/>
                  <a:pt x="730" y="8"/>
                  <a:pt x="718" y="12"/>
                </a:cubicBezTo>
                <a:cubicBezTo>
                  <a:pt x="705" y="12"/>
                  <a:pt x="692" y="17"/>
                  <a:pt x="680" y="21"/>
                </a:cubicBezTo>
                <a:cubicBezTo>
                  <a:pt x="671" y="25"/>
                  <a:pt x="663" y="25"/>
                  <a:pt x="659" y="29"/>
                </a:cubicBezTo>
                <a:cubicBezTo>
                  <a:pt x="650" y="34"/>
                  <a:pt x="646" y="38"/>
                  <a:pt x="637" y="42"/>
                </a:cubicBezTo>
                <a:cubicBezTo>
                  <a:pt x="629" y="46"/>
                  <a:pt x="621" y="55"/>
                  <a:pt x="612" y="63"/>
                </a:cubicBezTo>
                <a:cubicBezTo>
                  <a:pt x="612" y="72"/>
                  <a:pt x="608" y="76"/>
                  <a:pt x="604" y="84"/>
                </a:cubicBezTo>
                <a:cubicBezTo>
                  <a:pt x="604" y="88"/>
                  <a:pt x="599" y="97"/>
                  <a:pt x="599" y="105"/>
                </a:cubicBezTo>
                <a:cubicBezTo>
                  <a:pt x="599" y="110"/>
                  <a:pt x="599" y="114"/>
                  <a:pt x="599" y="114"/>
                </a:cubicBezTo>
                <a:cubicBezTo>
                  <a:pt x="599" y="118"/>
                  <a:pt x="599" y="118"/>
                  <a:pt x="599" y="118"/>
                </a:cubicBezTo>
                <a:cubicBezTo>
                  <a:pt x="608" y="152"/>
                  <a:pt x="616" y="186"/>
                  <a:pt x="625" y="215"/>
                </a:cubicBezTo>
                <a:cubicBezTo>
                  <a:pt x="629" y="219"/>
                  <a:pt x="629" y="228"/>
                  <a:pt x="633" y="232"/>
                </a:cubicBezTo>
                <a:cubicBezTo>
                  <a:pt x="625" y="236"/>
                  <a:pt x="616" y="240"/>
                  <a:pt x="612" y="245"/>
                </a:cubicBezTo>
                <a:cubicBezTo>
                  <a:pt x="570" y="257"/>
                  <a:pt x="532" y="279"/>
                  <a:pt x="494" y="304"/>
                </a:cubicBezTo>
                <a:lnTo>
                  <a:pt x="494" y="300"/>
                </a:lnTo>
                <a:cubicBezTo>
                  <a:pt x="490" y="287"/>
                  <a:pt x="481" y="274"/>
                  <a:pt x="477" y="266"/>
                </a:cubicBezTo>
                <a:cubicBezTo>
                  <a:pt x="468" y="257"/>
                  <a:pt x="464" y="253"/>
                  <a:pt x="456" y="245"/>
                </a:cubicBezTo>
                <a:cubicBezTo>
                  <a:pt x="443" y="236"/>
                  <a:pt x="431" y="232"/>
                  <a:pt x="414" y="224"/>
                </a:cubicBezTo>
                <a:cubicBezTo>
                  <a:pt x="393" y="219"/>
                  <a:pt x="371" y="215"/>
                  <a:pt x="346" y="211"/>
                </a:cubicBezTo>
                <a:cubicBezTo>
                  <a:pt x="321" y="207"/>
                  <a:pt x="295" y="207"/>
                  <a:pt x="270" y="207"/>
                </a:cubicBezTo>
                <a:cubicBezTo>
                  <a:pt x="245" y="207"/>
                  <a:pt x="215" y="207"/>
                  <a:pt x="190" y="211"/>
                </a:cubicBezTo>
                <a:cubicBezTo>
                  <a:pt x="173" y="211"/>
                  <a:pt x="156" y="215"/>
                  <a:pt x="139" y="219"/>
                </a:cubicBezTo>
                <a:cubicBezTo>
                  <a:pt x="126" y="224"/>
                  <a:pt x="114" y="224"/>
                  <a:pt x="101" y="232"/>
                </a:cubicBezTo>
                <a:cubicBezTo>
                  <a:pt x="93" y="232"/>
                  <a:pt x="84" y="236"/>
                  <a:pt x="76" y="240"/>
                </a:cubicBezTo>
                <a:cubicBezTo>
                  <a:pt x="67" y="245"/>
                  <a:pt x="63" y="249"/>
                  <a:pt x="59" y="253"/>
                </a:cubicBezTo>
                <a:cubicBezTo>
                  <a:pt x="51" y="257"/>
                  <a:pt x="38" y="266"/>
                  <a:pt x="34" y="279"/>
                </a:cubicBezTo>
                <a:cubicBezTo>
                  <a:pt x="29" y="283"/>
                  <a:pt x="25" y="291"/>
                  <a:pt x="25" y="300"/>
                </a:cubicBezTo>
                <a:cubicBezTo>
                  <a:pt x="21" y="304"/>
                  <a:pt x="21" y="312"/>
                  <a:pt x="21" y="321"/>
                </a:cubicBezTo>
                <a:lnTo>
                  <a:pt x="21" y="321"/>
                </a:lnTo>
                <a:cubicBezTo>
                  <a:pt x="21" y="439"/>
                  <a:pt x="38" y="536"/>
                  <a:pt x="55" y="616"/>
                </a:cubicBezTo>
                <a:cubicBezTo>
                  <a:pt x="59" y="654"/>
                  <a:pt x="67" y="692"/>
                  <a:pt x="76" y="726"/>
                </a:cubicBezTo>
                <a:cubicBezTo>
                  <a:pt x="80" y="764"/>
                  <a:pt x="84" y="798"/>
                  <a:pt x="84" y="836"/>
                </a:cubicBezTo>
                <a:cubicBezTo>
                  <a:pt x="84" y="865"/>
                  <a:pt x="80" y="895"/>
                  <a:pt x="76" y="933"/>
                </a:cubicBezTo>
                <a:lnTo>
                  <a:pt x="76" y="933"/>
                </a:lnTo>
                <a:cubicBezTo>
                  <a:pt x="72" y="954"/>
                  <a:pt x="63" y="980"/>
                  <a:pt x="55" y="1013"/>
                </a:cubicBezTo>
                <a:cubicBezTo>
                  <a:pt x="46" y="1060"/>
                  <a:pt x="29" y="1110"/>
                  <a:pt x="21" y="1170"/>
                </a:cubicBezTo>
                <a:cubicBezTo>
                  <a:pt x="8" y="1229"/>
                  <a:pt x="0" y="1296"/>
                  <a:pt x="0" y="1364"/>
                </a:cubicBezTo>
                <a:cubicBezTo>
                  <a:pt x="0" y="1415"/>
                  <a:pt x="4" y="1465"/>
                  <a:pt x="17" y="1520"/>
                </a:cubicBezTo>
                <a:cubicBezTo>
                  <a:pt x="38" y="1596"/>
                  <a:pt x="72" y="1676"/>
                  <a:pt x="131" y="1752"/>
                </a:cubicBezTo>
                <a:cubicBezTo>
                  <a:pt x="190" y="1824"/>
                  <a:pt x="270" y="1888"/>
                  <a:pt x="376" y="1942"/>
                </a:cubicBezTo>
                <a:cubicBezTo>
                  <a:pt x="401" y="1989"/>
                  <a:pt x="439" y="2035"/>
                  <a:pt x="477" y="2073"/>
                </a:cubicBezTo>
                <a:cubicBezTo>
                  <a:pt x="553" y="2149"/>
                  <a:pt x="642" y="2217"/>
                  <a:pt x="743" y="2272"/>
                </a:cubicBezTo>
                <a:cubicBezTo>
                  <a:pt x="895" y="2352"/>
                  <a:pt x="1064" y="2411"/>
                  <a:pt x="1233" y="2453"/>
                </a:cubicBezTo>
                <a:cubicBezTo>
                  <a:pt x="1402" y="2496"/>
                  <a:pt x="1567" y="2521"/>
                  <a:pt x="1706" y="2538"/>
                </a:cubicBezTo>
                <a:cubicBezTo>
                  <a:pt x="1714" y="2538"/>
                  <a:pt x="1723" y="2538"/>
                  <a:pt x="1735" y="2538"/>
                </a:cubicBezTo>
                <a:cubicBezTo>
                  <a:pt x="1795" y="2538"/>
                  <a:pt x="1854" y="2517"/>
                  <a:pt x="1900" y="2483"/>
                </a:cubicBezTo>
                <a:cubicBezTo>
                  <a:pt x="1921" y="2466"/>
                  <a:pt x="1943" y="2449"/>
                  <a:pt x="1959" y="2424"/>
                </a:cubicBezTo>
                <a:cubicBezTo>
                  <a:pt x="1976" y="2398"/>
                  <a:pt x="1985" y="2373"/>
                  <a:pt x="1993" y="2344"/>
                </a:cubicBezTo>
                <a:cubicBezTo>
                  <a:pt x="2010" y="2259"/>
                  <a:pt x="2031" y="2179"/>
                  <a:pt x="2048" y="2094"/>
                </a:cubicBezTo>
                <a:cubicBezTo>
                  <a:pt x="2065" y="2010"/>
                  <a:pt x="2078" y="1925"/>
                  <a:pt x="2078" y="1845"/>
                </a:cubicBezTo>
                <a:cubicBezTo>
                  <a:pt x="2078" y="1765"/>
                  <a:pt x="2069" y="1685"/>
                  <a:pt x="2040" y="1605"/>
                </a:cubicBezTo>
                <a:close/>
                <a:moveTo>
                  <a:pt x="1689" y="701"/>
                </a:moveTo>
                <a:lnTo>
                  <a:pt x="1689" y="701"/>
                </a:lnTo>
                <a:cubicBezTo>
                  <a:pt x="1693" y="701"/>
                  <a:pt x="1693" y="701"/>
                  <a:pt x="1693" y="701"/>
                </a:cubicBezTo>
                <a:cubicBezTo>
                  <a:pt x="1689" y="701"/>
                  <a:pt x="1689" y="701"/>
                  <a:pt x="1689" y="701"/>
                </a:cubicBezTo>
                <a:close/>
                <a:moveTo>
                  <a:pt x="528" y="409"/>
                </a:moveTo>
                <a:lnTo>
                  <a:pt x="528" y="409"/>
                </a:lnTo>
                <a:cubicBezTo>
                  <a:pt x="557" y="388"/>
                  <a:pt x="591" y="367"/>
                  <a:pt x="625" y="350"/>
                </a:cubicBezTo>
                <a:cubicBezTo>
                  <a:pt x="642" y="342"/>
                  <a:pt x="659" y="338"/>
                  <a:pt x="676" y="329"/>
                </a:cubicBezTo>
                <a:cubicBezTo>
                  <a:pt x="692" y="325"/>
                  <a:pt x="705" y="321"/>
                  <a:pt x="718" y="321"/>
                </a:cubicBezTo>
                <a:cubicBezTo>
                  <a:pt x="735" y="317"/>
                  <a:pt x="747" y="304"/>
                  <a:pt x="756" y="291"/>
                </a:cubicBezTo>
                <a:cubicBezTo>
                  <a:pt x="760" y="274"/>
                  <a:pt x="760" y="257"/>
                  <a:pt x="756" y="245"/>
                </a:cubicBezTo>
                <a:cubicBezTo>
                  <a:pt x="743" y="224"/>
                  <a:pt x="735" y="202"/>
                  <a:pt x="726" y="177"/>
                </a:cubicBezTo>
                <a:cubicBezTo>
                  <a:pt x="718" y="160"/>
                  <a:pt x="714" y="143"/>
                  <a:pt x="709" y="122"/>
                </a:cubicBezTo>
                <a:cubicBezTo>
                  <a:pt x="714" y="122"/>
                  <a:pt x="718" y="118"/>
                  <a:pt x="722" y="118"/>
                </a:cubicBezTo>
                <a:cubicBezTo>
                  <a:pt x="739" y="114"/>
                  <a:pt x="756" y="114"/>
                  <a:pt x="777" y="110"/>
                </a:cubicBezTo>
                <a:cubicBezTo>
                  <a:pt x="794" y="110"/>
                  <a:pt x="815" y="105"/>
                  <a:pt x="836" y="105"/>
                </a:cubicBezTo>
                <a:cubicBezTo>
                  <a:pt x="853" y="105"/>
                  <a:pt x="870" y="105"/>
                  <a:pt x="882" y="110"/>
                </a:cubicBezTo>
                <a:cubicBezTo>
                  <a:pt x="895" y="110"/>
                  <a:pt x="904" y="110"/>
                  <a:pt x="912" y="114"/>
                </a:cubicBezTo>
                <a:cubicBezTo>
                  <a:pt x="916" y="114"/>
                  <a:pt x="920" y="114"/>
                  <a:pt x="925" y="114"/>
                </a:cubicBezTo>
                <a:cubicBezTo>
                  <a:pt x="929" y="122"/>
                  <a:pt x="929" y="127"/>
                  <a:pt x="929" y="131"/>
                </a:cubicBezTo>
                <a:cubicBezTo>
                  <a:pt x="929" y="139"/>
                  <a:pt x="929" y="148"/>
                  <a:pt x="929" y="152"/>
                </a:cubicBezTo>
                <a:cubicBezTo>
                  <a:pt x="929" y="160"/>
                  <a:pt x="929" y="169"/>
                  <a:pt x="929" y="177"/>
                </a:cubicBezTo>
                <a:cubicBezTo>
                  <a:pt x="929" y="190"/>
                  <a:pt x="925" y="207"/>
                  <a:pt x="925" y="228"/>
                </a:cubicBezTo>
                <a:cubicBezTo>
                  <a:pt x="920" y="257"/>
                  <a:pt x="941" y="283"/>
                  <a:pt x="971" y="287"/>
                </a:cubicBezTo>
                <a:cubicBezTo>
                  <a:pt x="988" y="287"/>
                  <a:pt x="1009" y="291"/>
                  <a:pt x="1034" y="295"/>
                </a:cubicBezTo>
                <a:cubicBezTo>
                  <a:pt x="1043" y="300"/>
                  <a:pt x="1056" y="300"/>
                  <a:pt x="1068" y="304"/>
                </a:cubicBezTo>
                <a:cubicBezTo>
                  <a:pt x="1077" y="308"/>
                  <a:pt x="1089" y="308"/>
                  <a:pt x="1094" y="312"/>
                </a:cubicBezTo>
                <a:cubicBezTo>
                  <a:pt x="1115" y="321"/>
                  <a:pt x="1136" y="317"/>
                  <a:pt x="1153" y="304"/>
                </a:cubicBezTo>
                <a:cubicBezTo>
                  <a:pt x="1165" y="291"/>
                  <a:pt x="1178" y="279"/>
                  <a:pt x="1187" y="270"/>
                </a:cubicBezTo>
                <a:cubicBezTo>
                  <a:pt x="1203" y="257"/>
                  <a:pt x="1216" y="249"/>
                  <a:pt x="1229" y="236"/>
                </a:cubicBezTo>
                <a:cubicBezTo>
                  <a:pt x="1241" y="228"/>
                  <a:pt x="1254" y="219"/>
                  <a:pt x="1271" y="211"/>
                </a:cubicBezTo>
                <a:cubicBezTo>
                  <a:pt x="1271" y="211"/>
                  <a:pt x="1275" y="211"/>
                  <a:pt x="1279" y="215"/>
                </a:cubicBezTo>
                <a:cubicBezTo>
                  <a:pt x="1284" y="215"/>
                  <a:pt x="1288" y="219"/>
                  <a:pt x="1296" y="224"/>
                </a:cubicBezTo>
                <a:cubicBezTo>
                  <a:pt x="1309" y="232"/>
                  <a:pt x="1322" y="240"/>
                  <a:pt x="1334" y="253"/>
                </a:cubicBezTo>
                <a:cubicBezTo>
                  <a:pt x="1351" y="274"/>
                  <a:pt x="1372" y="295"/>
                  <a:pt x="1385" y="317"/>
                </a:cubicBezTo>
                <a:cubicBezTo>
                  <a:pt x="1389" y="329"/>
                  <a:pt x="1393" y="338"/>
                  <a:pt x="1398" y="346"/>
                </a:cubicBezTo>
                <a:cubicBezTo>
                  <a:pt x="1398" y="350"/>
                  <a:pt x="1398" y="355"/>
                  <a:pt x="1402" y="355"/>
                </a:cubicBezTo>
                <a:cubicBezTo>
                  <a:pt x="1389" y="359"/>
                  <a:pt x="1385" y="367"/>
                  <a:pt x="1377" y="367"/>
                </a:cubicBezTo>
                <a:cubicBezTo>
                  <a:pt x="1372" y="371"/>
                  <a:pt x="1368" y="376"/>
                  <a:pt x="1364" y="380"/>
                </a:cubicBezTo>
                <a:cubicBezTo>
                  <a:pt x="1355" y="380"/>
                  <a:pt x="1351" y="384"/>
                  <a:pt x="1343" y="388"/>
                </a:cubicBezTo>
                <a:cubicBezTo>
                  <a:pt x="1334" y="392"/>
                  <a:pt x="1322" y="397"/>
                  <a:pt x="1305" y="405"/>
                </a:cubicBezTo>
                <a:cubicBezTo>
                  <a:pt x="1292" y="409"/>
                  <a:pt x="1279" y="422"/>
                  <a:pt x="1275" y="435"/>
                </a:cubicBezTo>
                <a:cubicBezTo>
                  <a:pt x="1271" y="452"/>
                  <a:pt x="1271" y="469"/>
                  <a:pt x="1284" y="481"/>
                </a:cubicBezTo>
                <a:cubicBezTo>
                  <a:pt x="1288" y="490"/>
                  <a:pt x="1296" y="502"/>
                  <a:pt x="1301" y="519"/>
                </a:cubicBezTo>
                <a:cubicBezTo>
                  <a:pt x="1313" y="536"/>
                  <a:pt x="1322" y="561"/>
                  <a:pt x="1330" y="583"/>
                </a:cubicBezTo>
                <a:cubicBezTo>
                  <a:pt x="1330" y="583"/>
                  <a:pt x="1330" y="583"/>
                  <a:pt x="1330" y="587"/>
                </a:cubicBezTo>
                <a:cubicBezTo>
                  <a:pt x="1309" y="587"/>
                  <a:pt x="1288" y="587"/>
                  <a:pt x="1271" y="591"/>
                </a:cubicBezTo>
                <a:cubicBezTo>
                  <a:pt x="1212" y="595"/>
                  <a:pt x="1157" y="604"/>
                  <a:pt x="1110" y="625"/>
                </a:cubicBezTo>
                <a:cubicBezTo>
                  <a:pt x="1085" y="637"/>
                  <a:pt x="1064" y="646"/>
                  <a:pt x="1039" y="663"/>
                </a:cubicBezTo>
                <a:cubicBezTo>
                  <a:pt x="1018" y="675"/>
                  <a:pt x="1001" y="692"/>
                  <a:pt x="980" y="713"/>
                </a:cubicBezTo>
                <a:lnTo>
                  <a:pt x="980" y="713"/>
                </a:lnTo>
                <a:cubicBezTo>
                  <a:pt x="954" y="743"/>
                  <a:pt x="937" y="773"/>
                  <a:pt x="925" y="806"/>
                </a:cubicBezTo>
                <a:cubicBezTo>
                  <a:pt x="916" y="819"/>
                  <a:pt x="912" y="836"/>
                  <a:pt x="912" y="853"/>
                </a:cubicBezTo>
                <a:cubicBezTo>
                  <a:pt x="908" y="870"/>
                  <a:pt x="904" y="887"/>
                  <a:pt x="904" y="904"/>
                </a:cubicBezTo>
                <a:cubicBezTo>
                  <a:pt x="904" y="908"/>
                  <a:pt x="904" y="912"/>
                  <a:pt x="908" y="916"/>
                </a:cubicBezTo>
                <a:cubicBezTo>
                  <a:pt x="861" y="933"/>
                  <a:pt x="819" y="954"/>
                  <a:pt x="781" y="975"/>
                </a:cubicBezTo>
                <a:cubicBezTo>
                  <a:pt x="747" y="996"/>
                  <a:pt x="714" y="1022"/>
                  <a:pt x="688" y="1047"/>
                </a:cubicBezTo>
                <a:cubicBezTo>
                  <a:pt x="650" y="1030"/>
                  <a:pt x="621" y="1009"/>
                  <a:pt x="595" y="984"/>
                </a:cubicBezTo>
                <a:cubicBezTo>
                  <a:pt x="566" y="958"/>
                  <a:pt x="545" y="933"/>
                  <a:pt x="524" y="904"/>
                </a:cubicBezTo>
                <a:cubicBezTo>
                  <a:pt x="494" y="861"/>
                  <a:pt x="473" y="815"/>
                  <a:pt x="460" y="777"/>
                </a:cubicBezTo>
                <a:cubicBezTo>
                  <a:pt x="456" y="756"/>
                  <a:pt x="452" y="739"/>
                  <a:pt x="447" y="722"/>
                </a:cubicBezTo>
                <a:cubicBezTo>
                  <a:pt x="443" y="713"/>
                  <a:pt x="443" y="709"/>
                  <a:pt x="443" y="701"/>
                </a:cubicBezTo>
                <a:cubicBezTo>
                  <a:pt x="443" y="697"/>
                  <a:pt x="443" y="692"/>
                  <a:pt x="443" y="688"/>
                </a:cubicBezTo>
                <a:cubicBezTo>
                  <a:pt x="443" y="650"/>
                  <a:pt x="447" y="621"/>
                  <a:pt x="452" y="591"/>
                </a:cubicBezTo>
                <a:cubicBezTo>
                  <a:pt x="452" y="570"/>
                  <a:pt x="456" y="553"/>
                  <a:pt x="460" y="536"/>
                </a:cubicBezTo>
                <a:cubicBezTo>
                  <a:pt x="464" y="515"/>
                  <a:pt x="473" y="498"/>
                  <a:pt x="477" y="477"/>
                </a:cubicBezTo>
                <a:cubicBezTo>
                  <a:pt x="477" y="469"/>
                  <a:pt x="481" y="464"/>
                  <a:pt x="485" y="456"/>
                </a:cubicBezTo>
                <a:cubicBezTo>
                  <a:pt x="498" y="443"/>
                  <a:pt x="511" y="426"/>
                  <a:pt x="528" y="409"/>
                </a:cubicBezTo>
                <a:close/>
                <a:moveTo>
                  <a:pt x="1947" y="2073"/>
                </a:moveTo>
                <a:lnTo>
                  <a:pt x="1947" y="2073"/>
                </a:lnTo>
                <a:cubicBezTo>
                  <a:pt x="1930" y="2154"/>
                  <a:pt x="1909" y="2234"/>
                  <a:pt x="1892" y="2323"/>
                </a:cubicBezTo>
                <a:cubicBezTo>
                  <a:pt x="1887" y="2335"/>
                  <a:pt x="1879" y="2352"/>
                  <a:pt x="1871" y="2365"/>
                </a:cubicBezTo>
                <a:cubicBezTo>
                  <a:pt x="1858" y="2386"/>
                  <a:pt x="1837" y="2403"/>
                  <a:pt x="1816" y="2411"/>
                </a:cubicBezTo>
                <a:cubicBezTo>
                  <a:pt x="1790" y="2424"/>
                  <a:pt x="1765" y="2432"/>
                  <a:pt x="1735" y="2432"/>
                </a:cubicBezTo>
                <a:cubicBezTo>
                  <a:pt x="1727" y="2432"/>
                  <a:pt x="1723" y="2432"/>
                  <a:pt x="1714" y="2432"/>
                </a:cubicBezTo>
                <a:cubicBezTo>
                  <a:pt x="1512" y="2411"/>
                  <a:pt x="1246" y="2365"/>
                  <a:pt x="1009" y="2272"/>
                </a:cubicBezTo>
                <a:cubicBezTo>
                  <a:pt x="887" y="2230"/>
                  <a:pt x="777" y="2175"/>
                  <a:pt x="680" y="2107"/>
                </a:cubicBezTo>
                <a:cubicBezTo>
                  <a:pt x="633" y="2073"/>
                  <a:pt x="591" y="2040"/>
                  <a:pt x="553" y="2002"/>
                </a:cubicBezTo>
                <a:cubicBezTo>
                  <a:pt x="515" y="1959"/>
                  <a:pt x="481" y="1921"/>
                  <a:pt x="456" y="1875"/>
                </a:cubicBezTo>
                <a:cubicBezTo>
                  <a:pt x="452" y="1866"/>
                  <a:pt x="443" y="1858"/>
                  <a:pt x="435" y="1854"/>
                </a:cubicBezTo>
                <a:cubicBezTo>
                  <a:pt x="367" y="1820"/>
                  <a:pt x="312" y="1782"/>
                  <a:pt x="270" y="1744"/>
                </a:cubicBezTo>
                <a:cubicBezTo>
                  <a:pt x="241" y="1714"/>
                  <a:pt x="211" y="1685"/>
                  <a:pt x="190" y="1655"/>
                </a:cubicBezTo>
                <a:cubicBezTo>
                  <a:pt x="160" y="1609"/>
                  <a:pt x="139" y="1562"/>
                  <a:pt x="126" y="1512"/>
                </a:cubicBezTo>
                <a:cubicBezTo>
                  <a:pt x="114" y="1461"/>
                  <a:pt x="105" y="1410"/>
                  <a:pt x="105" y="1364"/>
                </a:cubicBezTo>
                <a:cubicBezTo>
                  <a:pt x="105" y="1284"/>
                  <a:pt x="118" y="1208"/>
                  <a:pt x="135" y="1136"/>
                </a:cubicBezTo>
                <a:cubicBezTo>
                  <a:pt x="143" y="1102"/>
                  <a:pt x="152" y="1068"/>
                  <a:pt x="160" y="1039"/>
                </a:cubicBezTo>
                <a:cubicBezTo>
                  <a:pt x="164" y="1005"/>
                  <a:pt x="173" y="975"/>
                  <a:pt x="177" y="950"/>
                </a:cubicBezTo>
                <a:lnTo>
                  <a:pt x="177" y="950"/>
                </a:lnTo>
                <a:cubicBezTo>
                  <a:pt x="186" y="908"/>
                  <a:pt x="190" y="870"/>
                  <a:pt x="190" y="836"/>
                </a:cubicBezTo>
                <a:cubicBezTo>
                  <a:pt x="190" y="790"/>
                  <a:pt x="186" y="752"/>
                  <a:pt x="177" y="713"/>
                </a:cubicBezTo>
                <a:cubicBezTo>
                  <a:pt x="169" y="654"/>
                  <a:pt x="156" y="595"/>
                  <a:pt x="148" y="536"/>
                </a:cubicBezTo>
                <a:cubicBezTo>
                  <a:pt x="135" y="477"/>
                  <a:pt x="126" y="409"/>
                  <a:pt x="126" y="333"/>
                </a:cubicBezTo>
                <a:cubicBezTo>
                  <a:pt x="131" y="333"/>
                  <a:pt x="139" y="329"/>
                  <a:pt x="148" y="325"/>
                </a:cubicBezTo>
                <a:cubicBezTo>
                  <a:pt x="160" y="321"/>
                  <a:pt x="181" y="317"/>
                  <a:pt x="203" y="317"/>
                </a:cubicBezTo>
                <a:cubicBezTo>
                  <a:pt x="224" y="312"/>
                  <a:pt x="245" y="312"/>
                  <a:pt x="270" y="312"/>
                </a:cubicBezTo>
                <a:cubicBezTo>
                  <a:pt x="291" y="312"/>
                  <a:pt x="308" y="312"/>
                  <a:pt x="329" y="312"/>
                </a:cubicBezTo>
                <a:cubicBezTo>
                  <a:pt x="342" y="317"/>
                  <a:pt x="355" y="317"/>
                  <a:pt x="363" y="321"/>
                </a:cubicBezTo>
                <a:cubicBezTo>
                  <a:pt x="371" y="321"/>
                  <a:pt x="380" y="325"/>
                  <a:pt x="384" y="325"/>
                </a:cubicBezTo>
                <a:cubicBezTo>
                  <a:pt x="384" y="329"/>
                  <a:pt x="388" y="329"/>
                  <a:pt x="388" y="329"/>
                </a:cubicBezTo>
                <a:cubicBezTo>
                  <a:pt x="388" y="363"/>
                  <a:pt x="384" y="392"/>
                  <a:pt x="380" y="414"/>
                </a:cubicBezTo>
                <a:cubicBezTo>
                  <a:pt x="376" y="435"/>
                  <a:pt x="371" y="452"/>
                  <a:pt x="367" y="473"/>
                </a:cubicBezTo>
                <a:cubicBezTo>
                  <a:pt x="363" y="498"/>
                  <a:pt x="355" y="528"/>
                  <a:pt x="346" y="566"/>
                </a:cubicBezTo>
                <a:cubicBezTo>
                  <a:pt x="342" y="600"/>
                  <a:pt x="338" y="637"/>
                  <a:pt x="338" y="688"/>
                </a:cubicBezTo>
                <a:cubicBezTo>
                  <a:pt x="338" y="705"/>
                  <a:pt x="338" y="718"/>
                  <a:pt x="342" y="735"/>
                </a:cubicBezTo>
                <a:cubicBezTo>
                  <a:pt x="346" y="768"/>
                  <a:pt x="359" y="802"/>
                  <a:pt x="371" y="840"/>
                </a:cubicBezTo>
                <a:cubicBezTo>
                  <a:pt x="397" y="899"/>
                  <a:pt x="431" y="963"/>
                  <a:pt x="481" y="1022"/>
                </a:cubicBezTo>
                <a:cubicBezTo>
                  <a:pt x="507" y="1051"/>
                  <a:pt x="540" y="1077"/>
                  <a:pt x="574" y="1102"/>
                </a:cubicBezTo>
                <a:cubicBezTo>
                  <a:pt x="587" y="1110"/>
                  <a:pt x="599" y="1119"/>
                  <a:pt x="612" y="1127"/>
                </a:cubicBezTo>
                <a:cubicBezTo>
                  <a:pt x="604" y="1140"/>
                  <a:pt x="599" y="1153"/>
                  <a:pt x="591" y="1161"/>
                </a:cubicBezTo>
                <a:cubicBezTo>
                  <a:pt x="545" y="1237"/>
                  <a:pt x="511" y="1326"/>
                  <a:pt x="498" y="1419"/>
                </a:cubicBezTo>
                <a:cubicBezTo>
                  <a:pt x="490" y="1448"/>
                  <a:pt x="511" y="1478"/>
                  <a:pt x="540" y="1482"/>
                </a:cubicBezTo>
                <a:cubicBezTo>
                  <a:pt x="570" y="1486"/>
                  <a:pt x="595" y="1465"/>
                  <a:pt x="599" y="1436"/>
                </a:cubicBezTo>
                <a:cubicBezTo>
                  <a:pt x="608" y="1381"/>
                  <a:pt x="625" y="1330"/>
                  <a:pt x="646" y="1284"/>
                </a:cubicBezTo>
                <a:cubicBezTo>
                  <a:pt x="663" y="1241"/>
                  <a:pt x="692" y="1199"/>
                  <a:pt x="722" y="1161"/>
                </a:cubicBezTo>
                <a:cubicBezTo>
                  <a:pt x="739" y="1157"/>
                  <a:pt x="751" y="1144"/>
                  <a:pt x="756" y="1127"/>
                </a:cubicBezTo>
                <a:cubicBezTo>
                  <a:pt x="756" y="1127"/>
                  <a:pt x="756" y="1127"/>
                  <a:pt x="756" y="1123"/>
                </a:cubicBezTo>
                <a:cubicBezTo>
                  <a:pt x="764" y="1119"/>
                  <a:pt x="768" y="1115"/>
                  <a:pt x="777" y="1110"/>
                </a:cubicBezTo>
                <a:cubicBezTo>
                  <a:pt x="832" y="1064"/>
                  <a:pt x="899" y="1026"/>
                  <a:pt x="984" y="1005"/>
                </a:cubicBezTo>
                <a:cubicBezTo>
                  <a:pt x="1001" y="1001"/>
                  <a:pt x="1013" y="988"/>
                  <a:pt x="1022" y="971"/>
                </a:cubicBezTo>
                <a:cubicBezTo>
                  <a:pt x="1026" y="954"/>
                  <a:pt x="1022" y="937"/>
                  <a:pt x="1013" y="925"/>
                </a:cubicBezTo>
                <a:lnTo>
                  <a:pt x="1013" y="925"/>
                </a:lnTo>
                <a:cubicBezTo>
                  <a:pt x="1013" y="925"/>
                  <a:pt x="1013" y="920"/>
                  <a:pt x="1013" y="916"/>
                </a:cubicBezTo>
                <a:cubicBezTo>
                  <a:pt x="1013" y="912"/>
                  <a:pt x="1009" y="908"/>
                  <a:pt x="1009" y="904"/>
                </a:cubicBezTo>
                <a:cubicBezTo>
                  <a:pt x="1009" y="895"/>
                  <a:pt x="1013" y="882"/>
                  <a:pt x="1013" y="874"/>
                </a:cubicBezTo>
                <a:cubicBezTo>
                  <a:pt x="1018" y="857"/>
                  <a:pt x="1022" y="844"/>
                  <a:pt x="1030" y="827"/>
                </a:cubicBezTo>
                <a:cubicBezTo>
                  <a:pt x="1039" y="811"/>
                  <a:pt x="1047" y="798"/>
                  <a:pt x="1056" y="785"/>
                </a:cubicBezTo>
                <a:lnTo>
                  <a:pt x="1056" y="785"/>
                </a:lnTo>
                <a:cubicBezTo>
                  <a:pt x="1077" y="768"/>
                  <a:pt x="1094" y="752"/>
                  <a:pt x="1115" y="739"/>
                </a:cubicBezTo>
                <a:cubicBezTo>
                  <a:pt x="1132" y="730"/>
                  <a:pt x="1149" y="722"/>
                  <a:pt x="1170" y="718"/>
                </a:cubicBezTo>
                <a:cubicBezTo>
                  <a:pt x="1195" y="705"/>
                  <a:pt x="1229" y="701"/>
                  <a:pt x="1267" y="697"/>
                </a:cubicBezTo>
                <a:cubicBezTo>
                  <a:pt x="1305" y="692"/>
                  <a:pt x="1347" y="688"/>
                  <a:pt x="1393" y="688"/>
                </a:cubicBezTo>
                <a:cubicBezTo>
                  <a:pt x="1402" y="688"/>
                  <a:pt x="1410" y="688"/>
                  <a:pt x="1419" y="692"/>
                </a:cubicBezTo>
                <a:cubicBezTo>
                  <a:pt x="1457" y="692"/>
                  <a:pt x="1516" y="692"/>
                  <a:pt x="1571" y="697"/>
                </a:cubicBezTo>
                <a:cubicBezTo>
                  <a:pt x="1600" y="697"/>
                  <a:pt x="1626" y="697"/>
                  <a:pt x="1643" y="701"/>
                </a:cubicBezTo>
                <a:cubicBezTo>
                  <a:pt x="1655" y="701"/>
                  <a:pt x="1664" y="701"/>
                  <a:pt x="1672" y="701"/>
                </a:cubicBezTo>
                <a:cubicBezTo>
                  <a:pt x="1676" y="701"/>
                  <a:pt x="1676" y="701"/>
                  <a:pt x="1681" y="701"/>
                </a:cubicBezTo>
                <a:cubicBezTo>
                  <a:pt x="1681" y="701"/>
                  <a:pt x="1681" y="701"/>
                  <a:pt x="1685" y="701"/>
                </a:cubicBezTo>
                <a:cubicBezTo>
                  <a:pt x="1685" y="701"/>
                  <a:pt x="1685" y="705"/>
                  <a:pt x="1689" y="705"/>
                </a:cubicBezTo>
                <a:cubicBezTo>
                  <a:pt x="1693" y="713"/>
                  <a:pt x="1697" y="726"/>
                  <a:pt x="1702" y="743"/>
                </a:cubicBezTo>
                <a:cubicBezTo>
                  <a:pt x="1706" y="756"/>
                  <a:pt x="1706" y="773"/>
                  <a:pt x="1710" y="794"/>
                </a:cubicBezTo>
                <a:cubicBezTo>
                  <a:pt x="1710" y="798"/>
                  <a:pt x="1710" y="802"/>
                  <a:pt x="1710" y="802"/>
                </a:cubicBezTo>
                <a:cubicBezTo>
                  <a:pt x="1710" y="819"/>
                  <a:pt x="1706" y="832"/>
                  <a:pt x="1706" y="844"/>
                </a:cubicBezTo>
                <a:cubicBezTo>
                  <a:pt x="1702" y="857"/>
                  <a:pt x="1702" y="865"/>
                  <a:pt x="1697" y="870"/>
                </a:cubicBezTo>
                <a:cubicBezTo>
                  <a:pt x="1697" y="874"/>
                  <a:pt x="1693" y="878"/>
                  <a:pt x="1693" y="882"/>
                </a:cubicBezTo>
                <a:cubicBezTo>
                  <a:pt x="1693" y="882"/>
                  <a:pt x="1693" y="882"/>
                  <a:pt x="1693" y="887"/>
                </a:cubicBezTo>
                <a:cubicBezTo>
                  <a:pt x="1685" y="887"/>
                  <a:pt x="1681" y="887"/>
                  <a:pt x="1672" y="887"/>
                </a:cubicBezTo>
                <a:cubicBezTo>
                  <a:pt x="1651" y="887"/>
                  <a:pt x="1622" y="887"/>
                  <a:pt x="1592" y="887"/>
                </a:cubicBezTo>
                <a:cubicBezTo>
                  <a:pt x="1567" y="887"/>
                  <a:pt x="1537" y="891"/>
                  <a:pt x="1512" y="891"/>
                </a:cubicBezTo>
                <a:cubicBezTo>
                  <a:pt x="1491" y="891"/>
                  <a:pt x="1478" y="891"/>
                  <a:pt x="1470" y="887"/>
                </a:cubicBezTo>
                <a:cubicBezTo>
                  <a:pt x="1444" y="887"/>
                  <a:pt x="1423" y="899"/>
                  <a:pt x="1414" y="920"/>
                </a:cubicBezTo>
                <a:cubicBezTo>
                  <a:pt x="1406" y="942"/>
                  <a:pt x="1402" y="967"/>
                  <a:pt x="1402" y="992"/>
                </a:cubicBezTo>
                <a:cubicBezTo>
                  <a:pt x="1402" y="1013"/>
                  <a:pt x="1406" y="1034"/>
                  <a:pt x="1414" y="1056"/>
                </a:cubicBezTo>
                <a:cubicBezTo>
                  <a:pt x="1423" y="1085"/>
                  <a:pt x="1436" y="1115"/>
                  <a:pt x="1457" y="1140"/>
                </a:cubicBezTo>
                <a:cubicBezTo>
                  <a:pt x="1474" y="1165"/>
                  <a:pt x="1495" y="1186"/>
                  <a:pt x="1516" y="1203"/>
                </a:cubicBezTo>
                <a:lnTo>
                  <a:pt x="1516" y="1203"/>
                </a:lnTo>
                <a:cubicBezTo>
                  <a:pt x="1545" y="1225"/>
                  <a:pt x="1638" y="1296"/>
                  <a:pt x="1731" y="1381"/>
                </a:cubicBezTo>
                <a:cubicBezTo>
                  <a:pt x="1778" y="1423"/>
                  <a:pt x="1820" y="1469"/>
                  <a:pt x="1858" y="1516"/>
                </a:cubicBezTo>
                <a:cubicBezTo>
                  <a:pt x="1879" y="1541"/>
                  <a:pt x="1896" y="1562"/>
                  <a:pt x="1909" y="1583"/>
                </a:cubicBezTo>
                <a:cubicBezTo>
                  <a:pt x="1921" y="1605"/>
                  <a:pt x="1934" y="1626"/>
                  <a:pt x="1938" y="1643"/>
                </a:cubicBezTo>
                <a:cubicBezTo>
                  <a:pt x="1964" y="1710"/>
                  <a:pt x="1972" y="1773"/>
                  <a:pt x="1972" y="1845"/>
                </a:cubicBezTo>
                <a:cubicBezTo>
                  <a:pt x="1972" y="1917"/>
                  <a:pt x="1964" y="1993"/>
                  <a:pt x="1947" y="2073"/>
                </a:cubicBezTo>
                <a:close/>
              </a:path>
            </a:pathLst>
          </a:custGeom>
          <a:solidFill>
            <a:schemeClr val="accent4"/>
          </a:solidFill>
          <a:ln>
            <a:noFill/>
          </a:ln>
          <a:effectLst/>
        </p:spPr>
        <p:txBody>
          <a:bodyPr wrap="none" anchor="ctr"/>
          <a:lstStyle/>
          <a:p>
            <a:endParaRPr lang="da-DK"/>
          </a:p>
        </p:txBody>
      </p:sp>
      <p:sp>
        <p:nvSpPr>
          <p:cNvPr id="296" name="Freeform 24">
            <a:extLst>
              <a:ext uri="{FF2B5EF4-FFF2-40B4-BE49-F238E27FC236}">
                <a16:creationId xmlns:a16="http://schemas.microsoft.com/office/drawing/2014/main" id="{C8927033-D9E8-4DDD-9A0E-3BDAF5C96185}"/>
              </a:ext>
            </a:extLst>
          </p:cNvPr>
          <p:cNvSpPr>
            <a:spLocks noChangeArrowheads="1"/>
          </p:cNvSpPr>
          <p:nvPr/>
        </p:nvSpPr>
        <p:spPr bwMode="auto">
          <a:xfrm>
            <a:off x="2153120" y="5335107"/>
            <a:ext cx="177735" cy="261730"/>
          </a:xfrm>
          <a:custGeom>
            <a:avLst/>
            <a:gdLst>
              <a:gd name="T0" fmla="*/ 1689 w 1690"/>
              <a:gd name="T1" fmla="*/ 1165 h 2488"/>
              <a:gd name="T2" fmla="*/ 1339 w 1690"/>
              <a:gd name="T3" fmla="*/ 849 h 2488"/>
              <a:gd name="T4" fmla="*/ 1360 w 1690"/>
              <a:gd name="T5" fmla="*/ 692 h 2488"/>
              <a:gd name="T6" fmla="*/ 1330 w 1690"/>
              <a:gd name="T7" fmla="*/ 549 h 2488"/>
              <a:gd name="T8" fmla="*/ 1664 w 1690"/>
              <a:gd name="T9" fmla="*/ 464 h 2488"/>
              <a:gd name="T10" fmla="*/ 1394 w 1690"/>
              <a:gd name="T11" fmla="*/ 143 h 2488"/>
              <a:gd name="T12" fmla="*/ 612 w 1690"/>
              <a:gd name="T13" fmla="*/ 76 h 2488"/>
              <a:gd name="T14" fmla="*/ 160 w 1690"/>
              <a:gd name="T15" fmla="*/ 215 h 2488"/>
              <a:gd name="T16" fmla="*/ 160 w 1690"/>
              <a:gd name="T17" fmla="*/ 532 h 2488"/>
              <a:gd name="T18" fmla="*/ 321 w 1690"/>
              <a:gd name="T19" fmla="*/ 612 h 2488"/>
              <a:gd name="T20" fmla="*/ 401 w 1690"/>
              <a:gd name="T21" fmla="*/ 794 h 2488"/>
              <a:gd name="T22" fmla="*/ 160 w 1690"/>
              <a:gd name="T23" fmla="*/ 1009 h 2488"/>
              <a:gd name="T24" fmla="*/ 160 w 1690"/>
              <a:gd name="T25" fmla="*/ 1326 h 2488"/>
              <a:gd name="T26" fmla="*/ 321 w 1690"/>
              <a:gd name="T27" fmla="*/ 1402 h 2488"/>
              <a:gd name="T28" fmla="*/ 401 w 1690"/>
              <a:gd name="T29" fmla="*/ 1584 h 2488"/>
              <a:gd name="T30" fmla="*/ 160 w 1690"/>
              <a:gd name="T31" fmla="*/ 1799 h 2488"/>
              <a:gd name="T32" fmla="*/ 160 w 1690"/>
              <a:gd name="T33" fmla="*/ 2116 h 2488"/>
              <a:gd name="T34" fmla="*/ 321 w 1690"/>
              <a:gd name="T35" fmla="*/ 2196 h 2488"/>
              <a:gd name="T36" fmla="*/ 401 w 1690"/>
              <a:gd name="T37" fmla="*/ 2378 h 2488"/>
              <a:gd name="T38" fmla="*/ 1339 w 1690"/>
              <a:gd name="T39" fmla="*/ 2318 h 2488"/>
              <a:gd name="T40" fmla="*/ 1343 w 1690"/>
              <a:gd name="T41" fmla="*/ 2145 h 2488"/>
              <a:gd name="T42" fmla="*/ 1592 w 1690"/>
              <a:gd name="T43" fmla="*/ 2103 h 2488"/>
              <a:gd name="T44" fmla="*/ 1419 w 1690"/>
              <a:gd name="T45" fmla="*/ 1799 h 2488"/>
              <a:gd name="T46" fmla="*/ 1309 w 1690"/>
              <a:gd name="T47" fmla="*/ 1567 h 2488"/>
              <a:gd name="T48" fmla="*/ 1360 w 1690"/>
              <a:gd name="T49" fmla="*/ 1381 h 2488"/>
              <a:gd name="T50" fmla="*/ 1229 w 1690"/>
              <a:gd name="T51" fmla="*/ 93 h 2488"/>
              <a:gd name="T52" fmla="*/ 118 w 1690"/>
              <a:gd name="T53" fmla="*/ 405 h 2488"/>
              <a:gd name="T54" fmla="*/ 355 w 1690"/>
              <a:gd name="T55" fmla="*/ 308 h 2488"/>
              <a:gd name="T56" fmla="*/ 844 w 1690"/>
              <a:gd name="T57" fmla="*/ 215 h 2488"/>
              <a:gd name="T58" fmla="*/ 1322 w 1690"/>
              <a:gd name="T59" fmla="*/ 270 h 2488"/>
              <a:gd name="T60" fmla="*/ 1584 w 1690"/>
              <a:gd name="T61" fmla="*/ 376 h 2488"/>
              <a:gd name="T62" fmla="*/ 1263 w 1690"/>
              <a:gd name="T63" fmla="*/ 460 h 2488"/>
              <a:gd name="T64" fmla="*/ 1225 w 1690"/>
              <a:gd name="T65" fmla="*/ 583 h 2488"/>
              <a:gd name="T66" fmla="*/ 1237 w 1690"/>
              <a:gd name="T67" fmla="*/ 697 h 2488"/>
              <a:gd name="T68" fmla="*/ 443 w 1690"/>
              <a:gd name="T69" fmla="*/ 676 h 2488"/>
              <a:gd name="T70" fmla="*/ 473 w 1690"/>
              <a:gd name="T71" fmla="*/ 570 h 2488"/>
              <a:gd name="T72" fmla="*/ 388 w 1690"/>
              <a:gd name="T73" fmla="*/ 439 h 2488"/>
              <a:gd name="T74" fmla="*/ 118 w 1690"/>
              <a:gd name="T75" fmla="*/ 1195 h 2488"/>
              <a:gd name="T76" fmla="*/ 355 w 1690"/>
              <a:gd name="T77" fmla="*/ 1098 h 2488"/>
              <a:gd name="T78" fmla="*/ 460 w 1690"/>
              <a:gd name="T79" fmla="*/ 887 h 2488"/>
              <a:gd name="T80" fmla="*/ 583 w 1690"/>
              <a:gd name="T81" fmla="*/ 861 h 2488"/>
              <a:gd name="T82" fmla="*/ 1229 w 1690"/>
              <a:gd name="T83" fmla="*/ 887 h 2488"/>
              <a:gd name="T84" fmla="*/ 1339 w 1690"/>
              <a:gd name="T85" fmla="*/ 1098 h 2488"/>
              <a:gd name="T86" fmla="*/ 1579 w 1690"/>
              <a:gd name="T87" fmla="*/ 1187 h 2488"/>
              <a:gd name="T88" fmla="*/ 1242 w 1690"/>
              <a:gd name="T89" fmla="*/ 1275 h 2488"/>
              <a:gd name="T90" fmla="*/ 1242 w 1690"/>
              <a:gd name="T91" fmla="*/ 1402 h 2488"/>
              <a:gd name="T92" fmla="*/ 1233 w 1690"/>
              <a:gd name="T93" fmla="*/ 1495 h 2488"/>
              <a:gd name="T94" fmla="*/ 426 w 1690"/>
              <a:gd name="T95" fmla="*/ 1440 h 2488"/>
              <a:gd name="T96" fmla="*/ 477 w 1690"/>
              <a:gd name="T97" fmla="*/ 1334 h 2488"/>
              <a:gd name="T98" fmla="*/ 1229 w 1690"/>
              <a:gd name="T99" fmla="*/ 1676 h 2488"/>
              <a:gd name="T100" fmla="*/ 1309 w 1690"/>
              <a:gd name="T101" fmla="*/ 1799 h 2488"/>
              <a:gd name="T102" fmla="*/ 1554 w 1690"/>
              <a:gd name="T103" fmla="*/ 1909 h 2488"/>
              <a:gd name="T104" fmla="*/ 1372 w 1690"/>
              <a:gd name="T105" fmla="*/ 2010 h 2488"/>
              <a:gd name="T106" fmla="*/ 1212 w 1690"/>
              <a:gd name="T107" fmla="*/ 2124 h 2488"/>
              <a:gd name="T108" fmla="*/ 1267 w 1690"/>
              <a:gd name="T109" fmla="*/ 2225 h 2488"/>
              <a:gd name="T110" fmla="*/ 612 w 1690"/>
              <a:gd name="T111" fmla="*/ 2344 h 2488"/>
              <a:gd name="T112" fmla="*/ 443 w 1690"/>
              <a:gd name="T113" fmla="*/ 2200 h 2488"/>
              <a:gd name="T114" fmla="*/ 443 w 1690"/>
              <a:gd name="T115" fmla="*/ 2061 h 2488"/>
              <a:gd name="T116" fmla="*/ 105 w 1690"/>
              <a:gd name="T117" fmla="*/ 1959 h 2488"/>
              <a:gd name="T118" fmla="*/ 371 w 1690"/>
              <a:gd name="T119" fmla="*/ 1854 h 2488"/>
              <a:gd name="T120" fmla="*/ 460 w 1690"/>
              <a:gd name="T121" fmla="*/ 1676 h 2488"/>
              <a:gd name="T122" fmla="*/ 844 w 1690"/>
              <a:gd name="T123" fmla="*/ 1693 h 24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690" h="2488">
                <a:moveTo>
                  <a:pt x="1372" y="1326"/>
                </a:moveTo>
                <a:lnTo>
                  <a:pt x="1372" y="1326"/>
                </a:lnTo>
                <a:cubicBezTo>
                  <a:pt x="1533" y="1326"/>
                  <a:pt x="1533" y="1326"/>
                  <a:pt x="1533" y="1326"/>
                </a:cubicBezTo>
                <a:cubicBezTo>
                  <a:pt x="1554" y="1326"/>
                  <a:pt x="1575" y="1322"/>
                  <a:pt x="1592" y="1313"/>
                </a:cubicBezTo>
                <a:cubicBezTo>
                  <a:pt x="1622" y="1301"/>
                  <a:pt x="1647" y="1280"/>
                  <a:pt x="1664" y="1254"/>
                </a:cubicBezTo>
                <a:cubicBezTo>
                  <a:pt x="1681" y="1229"/>
                  <a:pt x="1689" y="1199"/>
                  <a:pt x="1689" y="1165"/>
                </a:cubicBezTo>
                <a:cubicBezTo>
                  <a:pt x="1689" y="1144"/>
                  <a:pt x="1685" y="1123"/>
                  <a:pt x="1677" y="1106"/>
                </a:cubicBezTo>
                <a:cubicBezTo>
                  <a:pt x="1668" y="1077"/>
                  <a:pt x="1647" y="1051"/>
                  <a:pt x="1622" y="1035"/>
                </a:cubicBezTo>
                <a:cubicBezTo>
                  <a:pt x="1596" y="1018"/>
                  <a:pt x="1567" y="1009"/>
                  <a:pt x="1533" y="1009"/>
                </a:cubicBezTo>
                <a:cubicBezTo>
                  <a:pt x="1419" y="1009"/>
                  <a:pt x="1419" y="1009"/>
                  <a:pt x="1419" y="1009"/>
                </a:cubicBezTo>
                <a:cubicBezTo>
                  <a:pt x="1415" y="984"/>
                  <a:pt x="1402" y="959"/>
                  <a:pt x="1394" y="937"/>
                </a:cubicBezTo>
                <a:cubicBezTo>
                  <a:pt x="1372" y="904"/>
                  <a:pt x="1356" y="870"/>
                  <a:pt x="1339" y="849"/>
                </a:cubicBezTo>
                <a:cubicBezTo>
                  <a:pt x="1322" y="828"/>
                  <a:pt x="1309" y="815"/>
                  <a:pt x="1309" y="815"/>
                </a:cubicBezTo>
                <a:cubicBezTo>
                  <a:pt x="1301" y="807"/>
                  <a:pt x="1288" y="802"/>
                  <a:pt x="1279" y="798"/>
                </a:cubicBezTo>
                <a:cubicBezTo>
                  <a:pt x="1284" y="798"/>
                  <a:pt x="1288" y="794"/>
                  <a:pt x="1292" y="794"/>
                </a:cubicBezTo>
                <a:cubicBezTo>
                  <a:pt x="1301" y="790"/>
                  <a:pt x="1305" y="781"/>
                  <a:pt x="1309" y="777"/>
                </a:cubicBezTo>
                <a:cubicBezTo>
                  <a:pt x="1309" y="777"/>
                  <a:pt x="1326" y="756"/>
                  <a:pt x="1339" y="735"/>
                </a:cubicBezTo>
                <a:cubicBezTo>
                  <a:pt x="1347" y="722"/>
                  <a:pt x="1356" y="705"/>
                  <a:pt x="1360" y="692"/>
                </a:cubicBezTo>
                <a:cubicBezTo>
                  <a:pt x="1364" y="684"/>
                  <a:pt x="1368" y="676"/>
                  <a:pt x="1368" y="667"/>
                </a:cubicBezTo>
                <a:cubicBezTo>
                  <a:pt x="1372" y="659"/>
                  <a:pt x="1372" y="650"/>
                  <a:pt x="1372" y="638"/>
                </a:cubicBezTo>
                <a:cubicBezTo>
                  <a:pt x="1372" y="629"/>
                  <a:pt x="1372" y="616"/>
                  <a:pt x="1368" y="608"/>
                </a:cubicBezTo>
                <a:cubicBezTo>
                  <a:pt x="1364" y="600"/>
                  <a:pt x="1364" y="595"/>
                  <a:pt x="1360" y="591"/>
                </a:cubicBezTo>
                <a:cubicBezTo>
                  <a:pt x="1356" y="578"/>
                  <a:pt x="1347" y="570"/>
                  <a:pt x="1343" y="562"/>
                </a:cubicBezTo>
                <a:cubicBezTo>
                  <a:pt x="1339" y="557"/>
                  <a:pt x="1334" y="553"/>
                  <a:pt x="1330" y="549"/>
                </a:cubicBezTo>
                <a:lnTo>
                  <a:pt x="1330" y="545"/>
                </a:lnTo>
                <a:cubicBezTo>
                  <a:pt x="1334" y="545"/>
                  <a:pt x="1339" y="540"/>
                  <a:pt x="1343" y="540"/>
                </a:cubicBezTo>
                <a:cubicBezTo>
                  <a:pt x="1351" y="536"/>
                  <a:pt x="1364" y="532"/>
                  <a:pt x="1372" y="532"/>
                </a:cubicBezTo>
                <a:cubicBezTo>
                  <a:pt x="1533" y="532"/>
                  <a:pt x="1533" y="532"/>
                  <a:pt x="1533" y="532"/>
                </a:cubicBezTo>
                <a:cubicBezTo>
                  <a:pt x="1554" y="532"/>
                  <a:pt x="1575" y="528"/>
                  <a:pt x="1592" y="519"/>
                </a:cubicBezTo>
                <a:cubicBezTo>
                  <a:pt x="1622" y="511"/>
                  <a:pt x="1647" y="490"/>
                  <a:pt x="1664" y="464"/>
                </a:cubicBezTo>
                <a:cubicBezTo>
                  <a:pt x="1681" y="439"/>
                  <a:pt x="1689" y="410"/>
                  <a:pt x="1689" y="376"/>
                </a:cubicBezTo>
                <a:cubicBezTo>
                  <a:pt x="1689" y="355"/>
                  <a:pt x="1685" y="334"/>
                  <a:pt x="1677" y="312"/>
                </a:cubicBezTo>
                <a:cubicBezTo>
                  <a:pt x="1668" y="283"/>
                  <a:pt x="1647" y="262"/>
                  <a:pt x="1622" y="245"/>
                </a:cubicBezTo>
                <a:cubicBezTo>
                  <a:pt x="1596" y="228"/>
                  <a:pt x="1567" y="215"/>
                  <a:pt x="1533" y="215"/>
                </a:cubicBezTo>
                <a:cubicBezTo>
                  <a:pt x="1419" y="215"/>
                  <a:pt x="1419" y="215"/>
                  <a:pt x="1419" y="215"/>
                </a:cubicBezTo>
                <a:cubicBezTo>
                  <a:pt x="1415" y="190"/>
                  <a:pt x="1402" y="165"/>
                  <a:pt x="1394" y="143"/>
                </a:cubicBezTo>
                <a:cubicBezTo>
                  <a:pt x="1372" y="110"/>
                  <a:pt x="1356" y="80"/>
                  <a:pt x="1339" y="59"/>
                </a:cubicBezTo>
                <a:cubicBezTo>
                  <a:pt x="1322" y="38"/>
                  <a:pt x="1309" y="25"/>
                  <a:pt x="1309" y="21"/>
                </a:cubicBezTo>
                <a:cubicBezTo>
                  <a:pt x="1292" y="4"/>
                  <a:pt x="1267" y="0"/>
                  <a:pt x="1246" y="13"/>
                </a:cubicBezTo>
                <a:cubicBezTo>
                  <a:pt x="1212" y="29"/>
                  <a:pt x="1149" y="55"/>
                  <a:pt x="1077" y="76"/>
                </a:cubicBezTo>
                <a:cubicBezTo>
                  <a:pt x="1005" y="97"/>
                  <a:pt x="925" y="110"/>
                  <a:pt x="844" y="110"/>
                </a:cubicBezTo>
                <a:cubicBezTo>
                  <a:pt x="769" y="110"/>
                  <a:pt x="684" y="97"/>
                  <a:pt x="612" y="76"/>
                </a:cubicBezTo>
                <a:cubicBezTo>
                  <a:pt x="545" y="55"/>
                  <a:pt x="481" y="29"/>
                  <a:pt x="448" y="13"/>
                </a:cubicBezTo>
                <a:cubicBezTo>
                  <a:pt x="426" y="0"/>
                  <a:pt x="401" y="4"/>
                  <a:pt x="384" y="21"/>
                </a:cubicBezTo>
                <a:cubicBezTo>
                  <a:pt x="384" y="25"/>
                  <a:pt x="355" y="55"/>
                  <a:pt x="325" y="97"/>
                </a:cubicBezTo>
                <a:cubicBezTo>
                  <a:pt x="312" y="122"/>
                  <a:pt x="296" y="148"/>
                  <a:pt x="287" y="177"/>
                </a:cubicBezTo>
                <a:cubicBezTo>
                  <a:pt x="279" y="190"/>
                  <a:pt x="274" y="203"/>
                  <a:pt x="274" y="215"/>
                </a:cubicBezTo>
                <a:cubicBezTo>
                  <a:pt x="160" y="215"/>
                  <a:pt x="160" y="215"/>
                  <a:pt x="160" y="215"/>
                </a:cubicBezTo>
                <a:cubicBezTo>
                  <a:pt x="139" y="215"/>
                  <a:pt x="118" y="219"/>
                  <a:pt x="97" y="228"/>
                </a:cubicBezTo>
                <a:cubicBezTo>
                  <a:pt x="72" y="241"/>
                  <a:pt x="46" y="262"/>
                  <a:pt x="29" y="287"/>
                </a:cubicBezTo>
                <a:cubicBezTo>
                  <a:pt x="13" y="312"/>
                  <a:pt x="0" y="342"/>
                  <a:pt x="0" y="376"/>
                </a:cubicBezTo>
                <a:cubicBezTo>
                  <a:pt x="0" y="397"/>
                  <a:pt x="4" y="418"/>
                  <a:pt x="13" y="435"/>
                </a:cubicBezTo>
                <a:cubicBezTo>
                  <a:pt x="25" y="464"/>
                  <a:pt x="46" y="490"/>
                  <a:pt x="72" y="507"/>
                </a:cubicBezTo>
                <a:cubicBezTo>
                  <a:pt x="97" y="524"/>
                  <a:pt x="127" y="532"/>
                  <a:pt x="160" y="532"/>
                </a:cubicBezTo>
                <a:cubicBezTo>
                  <a:pt x="317" y="532"/>
                  <a:pt x="317" y="532"/>
                  <a:pt x="317" y="532"/>
                </a:cubicBezTo>
                <a:cubicBezTo>
                  <a:pt x="325" y="532"/>
                  <a:pt x="333" y="536"/>
                  <a:pt x="342" y="536"/>
                </a:cubicBezTo>
                <a:cubicBezTo>
                  <a:pt x="350" y="540"/>
                  <a:pt x="359" y="540"/>
                  <a:pt x="363" y="545"/>
                </a:cubicBezTo>
                <a:cubicBezTo>
                  <a:pt x="359" y="549"/>
                  <a:pt x="355" y="553"/>
                  <a:pt x="355" y="562"/>
                </a:cubicBezTo>
                <a:cubicBezTo>
                  <a:pt x="346" y="570"/>
                  <a:pt x="338" y="578"/>
                  <a:pt x="333" y="591"/>
                </a:cubicBezTo>
                <a:cubicBezTo>
                  <a:pt x="329" y="595"/>
                  <a:pt x="325" y="604"/>
                  <a:pt x="321" y="612"/>
                </a:cubicBezTo>
                <a:cubicBezTo>
                  <a:pt x="321" y="621"/>
                  <a:pt x="317" y="629"/>
                  <a:pt x="317" y="638"/>
                </a:cubicBezTo>
                <a:cubicBezTo>
                  <a:pt x="317" y="650"/>
                  <a:pt x="321" y="659"/>
                  <a:pt x="321" y="667"/>
                </a:cubicBezTo>
                <a:cubicBezTo>
                  <a:pt x="325" y="684"/>
                  <a:pt x="333" y="697"/>
                  <a:pt x="338" y="709"/>
                </a:cubicBezTo>
                <a:cubicBezTo>
                  <a:pt x="346" y="726"/>
                  <a:pt x="359" y="743"/>
                  <a:pt x="367" y="756"/>
                </a:cubicBezTo>
                <a:cubicBezTo>
                  <a:pt x="376" y="768"/>
                  <a:pt x="380" y="777"/>
                  <a:pt x="380" y="777"/>
                </a:cubicBezTo>
                <a:cubicBezTo>
                  <a:pt x="388" y="781"/>
                  <a:pt x="393" y="790"/>
                  <a:pt x="401" y="794"/>
                </a:cubicBezTo>
                <a:cubicBezTo>
                  <a:pt x="405" y="794"/>
                  <a:pt x="410" y="798"/>
                  <a:pt x="414" y="798"/>
                </a:cubicBezTo>
                <a:cubicBezTo>
                  <a:pt x="405" y="802"/>
                  <a:pt x="393" y="807"/>
                  <a:pt x="384" y="815"/>
                </a:cubicBezTo>
                <a:cubicBezTo>
                  <a:pt x="384" y="815"/>
                  <a:pt x="355" y="845"/>
                  <a:pt x="325" y="891"/>
                </a:cubicBezTo>
                <a:cubicBezTo>
                  <a:pt x="312" y="912"/>
                  <a:pt x="296" y="937"/>
                  <a:pt x="287" y="967"/>
                </a:cubicBezTo>
                <a:cubicBezTo>
                  <a:pt x="279" y="980"/>
                  <a:pt x="274" y="992"/>
                  <a:pt x="274" y="1009"/>
                </a:cubicBezTo>
                <a:cubicBezTo>
                  <a:pt x="160" y="1009"/>
                  <a:pt x="160" y="1009"/>
                  <a:pt x="160" y="1009"/>
                </a:cubicBezTo>
                <a:cubicBezTo>
                  <a:pt x="139" y="1009"/>
                  <a:pt x="118" y="1013"/>
                  <a:pt x="97" y="1022"/>
                </a:cubicBezTo>
                <a:cubicBezTo>
                  <a:pt x="72" y="1035"/>
                  <a:pt x="46" y="1051"/>
                  <a:pt x="29" y="1077"/>
                </a:cubicBezTo>
                <a:cubicBezTo>
                  <a:pt x="13" y="1102"/>
                  <a:pt x="0" y="1136"/>
                  <a:pt x="0" y="1165"/>
                </a:cubicBezTo>
                <a:cubicBezTo>
                  <a:pt x="0" y="1187"/>
                  <a:pt x="4" y="1208"/>
                  <a:pt x="13" y="1229"/>
                </a:cubicBezTo>
                <a:cubicBezTo>
                  <a:pt x="25" y="1258"/>
                  <a:pt x="46" y="1280"/>
                  <a:pt x="72" y="1296"/>
                </a:cubicBezTo>
                <a:cubicBezTo>
                  <a:pt x="97" y="1313"/>
                  <a:pt x="127" y="1326"/>
                  <a:pt x="160" y="1326"/>
                </a:cubicBezTo>
                <a:cubicBezTo>
                  <a:pt x="317" y="1326"/>
                  <a:pt x="317" y="1326"/>
                  <a:pt x="317" y="1326"/>
                </a:cubicBezTo>
                <a:cubicBezTo>
                  <a:pt x="325" y="1326"/>
                  <a:pt x="333" y="1326"/>
                  <a:pt x="342" y="1326"/>
                </a:cubicBezTo>
                <a:cubicBezTo>
                  <a:pt x="350" y="1330"/>
                  <a:pt x="359" y="1334"/>
                  <a:pt x="363" y="1339"/>
                </a:cubicBezTo>
                <a:cubicBezTo>
                  <a:pt x="359" y="1343"/>
                  <a:pt x="355" y="1347"/>
                  <a:pt x="355" y="1351"/>
                </a:cubicBezTo>
                <a:cubicBezTo>
                  <a:pt x="346" y="1360"/>
                  <a:pt x="338" y="1372"/>
                  <a:pt x="333" y="1381"/>
                </a:cubicBezTo>
                <a:cubicBezTo>
                  <a:pt x="329" y="1389"/>
                  <a:pt x="325" y="1393"/>
                  <a:pt x="321" y="1402"/>
                </a:cubicBezTo>
                <a:cubicBezTo>
                  <a:pt x="321" y="1410"/>
                  <a:pt x="317" y="1419"/>
                  <a:pt x="317" y="1432"/>
                </a:cubicBezTo>
                <a:cubicBezTo>
                  <a:pt x="317" y="1440"/>
                  <a:pt x="321" y="1453"/>
                  <a:pt x="321" y="1461"/>
                </a:cubicBezTo>
                <a:cubicBezTo>
                  <a:pt x="325" y="1474"/>
                  <a:pt x="333" y="1486"/>
                  <a:pt x="338" y="1499"/>
                </a:cubicBezTo>
                <a:cubicBezTo>
                  <a:pt x="346" y="1516"/>
                  <a:pt x="359" y="1533"/>
                  <a:pt x="367" y="1545"/>
                </a:cubicBezTo>
                <a:cubicBezTo>
                  <a:pt x="376" y="1558"/>
                  <a:pt x="380" y="1567"/>
                  <a:pt x="380" y="1567"/>
                </a:cubicBezTo>
                <a:cubicBezTo>
                  <a:pt x="388" y="1575"/>
                  <a:pt x="393" y="1579"/>
                  <a:pt x="401" y="1584"/>
                </a:cubicBezTo>
                <a:cubicBezTo>
                  <a:pt x="405" y="1588"/>
                  <a:pt x="410" y="1588"/>
                  <a:pt x="414" y="1592"/>
                </a:cubicBezTo>
                <a:cubicBezTo>
                  <a:pt x="405" y="1592"/>
                  <a:pt x="393" y="1596"/>
                  <a:pt x="384" y="1605"/>
                </a:cubicBezTo>
                <a:cubicBezTo>
                  <a:pt x="384" y="1609"/>
                  <a:pt x="355" y="1638"/>
                  <a:pt x="325" y="1681"/>
                </a:cubicBezTo>
                <a:cubicBezTo>
                  <a:pt x="312" y="1706"/>
                  <a:pt x="296" y="1731"/>
                  <a:pt x="287" y="1761"/>
                </a:cubicBezTo>
                <a:cubicBezTo>
                  <a:pt x="279" y="1774"/>
                  <a:pt x="274" y="1786"/>
                  <a:pt x="274" y="1799"/>
                </a:cubicBezTo>
                <a:cubicBezTo>
                  <a:pt x="160" y="1799"/>
                  <a:pt x="160" y="1799"/>
                  <a:pt x="160" y="1799"/>
                </a:cubicBezTo>
                <a:cubicBezTo>
                  <a:pt x="139" y="1799"/>
                  <a:pt x="118" y="1803"/>
                  <a:pt x="97" y="1812"/>
                </a:cubicBezTo>
                <a:cubicBezTo>
                  <a:pt x="72" y="1824"/>
                  <a:pt x="46" y="1845"/>
                  <a:pt x="29" y="1871"/>
                </a:cubicBezTo>
                <a:cubicBezTo>
                  <a:pt x="13" y="1896"/>
                  <a:pt x="0" y="1926"/>
                  <a:pt x="0" y="1959"/>
                </a:cubicBezTo>
                <a:cubicBezTo>
                  <a:pt x="0" y="1980"/>
                  <a:pt x="4" y="2002"/>
                  <a:pt x="13" y="2018"/>
                </a:cubicBezTo>
                <a:cubicBezTo>
                  <a:pt x="25" y="2048"/>
                  <a:pt x="46" y="2073"/>
                  <a:pt x="72" y="2090"/>
                </a:cubicBezTo>
                <a:cubicBezTo>
                  <a:pt x="97" y="2107"/>
                  <a:pt x="127" y="2116"/>
                  <a:pt x="160" y="2116"/>
                </a:cubicBezTo>
                <a:cubicBezTo>
                  <a:pt x="317" y="2116"/>
                  <a:pt x="317" y="2116"/>
                  <a:pt x="317" y="2116"/>
                </a:cubicBezTo>
                <a:cubicBezTo>
                  <a:pt x="325" y="2116"/>
                  <a:pt x="333" y="2120"/>
                  <a:pt x="342" y="2120"/>
                </a:cubicBezTo>
                <a:cubicBezTo>
                  <a:pt x="350" y="2124"/>
                  <a:pt x="359" y="2124"/>
                  <a:pt x="363" y="2128"/>
                </a:cubicBezTo>
                <a:cubicBezTo>
                  <a:pt x="359" y="2133"/>
                  <a:pt x="355" y="2137"/>
                  <a:pt x="355" y="2145"/>
                </a:cubicBezTo>
                <a:cubicBezTo>
                  <a:pt x="346" y="2154"/>
                  <a:pt x="338" y="2162"/>
                  <a:pt x="333" y="2175"/>
                </a:cubicBezTo>
                <a:cubicBezTo>
                  <a:pt x="329" y="2179"/>
                  <a:pt x="325" y="2187"/>
                  <a:pt x="321" y="2196"/>
                </a:cubicBezTo>
                <a:cubicBezTo>
                  <a:pt x="321" y="2204"/>
                  <a:pt x="317" y="2213"/>
                  <a:pt x="317" y="2221"/>
                </a:cubicBezTo>
                <a:cubicBezTo>
                  <a:pt x="317" y="2234"/>
                  <a:pt x="321" y="2242"/>
                  <a:pt x="321" y="2251"/>
                </a:cubicBezTo>
                <a:cubicBezTo>
                  <a:pt x="325" y="2268"/>
                  <a:pt x="333" y="2280"/>
                  <a:pt x="338" y="2293"/>
                </a:cubicBezTo>
                <a:cubicBezTo>
                  <a:pt x="346" y="2310"/>
                  <a:pt x="359" y="2327"/>
                  <a:pt x="367" y="2339"/>
                </a:cubicBezTo>
                <a:cubicBezTo>
                  <a:pt x="376" y="2352"/>
                  <a:pt x="380" y="2361"/>
                  <a:pt x="380" y="2361"/>
                </a:cubicBezTo>
                <a:cubicBezTo>
                  <a:pt x="388" y="2365"/>
                  <a:pt x="393" y="2373"/>
                  <a:pt x="401" y="2378"/>
                </a:cubicBezTo>
                <a:cubicBezTo>
                  <a:pt x="443" y="2394"/>
                  <a:pt x="507" y="2424"/>
                  <a:pt x="583" y="2445"/>
                </a:cubicBezTo>
                <a:cubicBezTo>
                  <a:pt x="663" y="2466"/>
                  <a:pt x="752" y="2487"/>
                  <a:pt x="844" y="2487"/>
                </a:cubicBezTo>
                <a:cubicBezTo>
                  <a:pt x="937" y="2487"/>
                  <a:pt x="1030" y="2466"/>
                  <a:pt x="1106" y="2445"/>
                </a:cubicBezTo>
                <a:cubicBezTo>
                  <a:pt x="1187" y="2424"/>
                  <a:pt x="1250" y="2394"/>
                  <a:pt x="1292" y="2378"/>
                </a:cubicBezTo>
                <a:cubicBezTo>
                  <a:pt x="1301" y="2373"/>
                  <a:pt x="1305" y="2365"/>
                  <a:pt x="1309" y="2361"/>
                </a:cubicBezTo>
                <a:cubicBezTo>
                  <a:pt x="1309" y="2361"/>
                  <a:pt x="1326" y="2339"/>
                  <a:pt x="1339" y="2318"/>
                </a:cubicBezTo>
                <a:cubicBezTo>
                  <a:pt x="1347" y="2306"/>
                  <a:pt x="1356" y="2289"/>
                  <a:pt x="1360" y="2276"/>
                </a:cubicBezTo>
                <a:cubicBezTo>
                  <a:pt x="1364" y="2268"/>
                  <a:pt x="1368" y="2259"/>
                  <a:pt x="1368" y="2251"/>
                </a:cubicBezTo>
                <a:cubicBezTo>
                  <a:pt x="1372" y="2242"/>
                  <a:pt x="1372" y="2234"/>
                  <a:pt x="1372" y="2221"/>
                </a:cubicBezTo>
                <a:cubicBezTo>
                  <a:pt x="1372" y="2213"/>
                  <a:pt x="1372" y="2200"/>
                  <a:pt x="1368" y="2192"/>
                </a:cubicBezTo>
                <a:cubicBezTo>
                  <a:pt x="1364" y="2183"/>
                  <a:pt x="1364" y="2179"/>
                  <a:pt x="1360" y="2175"/>
                </a:cubicBezTo>
                <a:cubicBezTo>
                  <a:pt x="1356" y="2162"/>
                  <a:pt x="1347" y="2154"/>
                  <a:pt x="1343" y="2145"/>
                </a:cubicBezTo>
                <a:cubicBezTo>
                  <a:pt x="1339" y="2141"/>
                  <a:pt x="1334" y="2137"/>
                  <a:pt x="1330" y="2133"/>
                </a:cubicBezTo>
                <a:lnTo>
                  <a:pt x="1330" y="2128"/>
                </a:lnTo>
                <a:cubicBezTo>
                  <a:pt x="1334" y="2128"/>
                  <a:pt x="1339" y="2124"/>
                  <a:pt x="1343" y="2124"/>
                </a:cubicBezTo>
                <a:cubicBezTo>
                  <a:pt x="1351" y="2120"/>
                  <a:pt x="1364" y="2116"/>
                  <a:pt x="1372" y="2116"/>
                </a:cubicBezTo>
                <a:cubicBezTo>
                  <a:pt x="1533" y="2116"/>
                  <a:pt x="1533" y="2116"/>
                  <a:pt x="1533" y="2116"/>
                </a:cubicBezTo>
                <a:cubicBezTo>
                  <a:pt x="1554" y="2116"/>
                  <a:pt x="1575" y="2111"/>
                  <a:pt x="1592" y="2103"/>
                </a:cubicBezTo>
                <a:cubicBezTo>
                  <a:pt x="1622" y="2095"/>
                  <a:pt x="1647" y="2073"/>
                  <a:pt x="1664" y="2048"/>
                </a:cubicBezTo>
                <a:cubicBezTo>
                  <a:pt x="1681" y="2023"/>
                  <a:pt x="1689" y="1993"/>
                  <a:pt x="1689" y="1959"/>
                </a:cubicBezTo>
                <a:cubicBezTo>
                  <a:pt x="1689" y="1938"/>
                  <a:pt x="1685" y="1917"/>
                  <a:pt x="1677" y="1896"/>
                </a:cubicBezTo>
                <a:cubicBezTo>
                  <a:pt x="1668" y="1866"/>
                  <a:pt x="1647" y="1845"/>
                  <a:pt x="1622" y="1828"/>
                </a:cubicBezTo>
                <a:cubicBezTo>
                  <a:pt x="1596" y="1812"/>
                  <a:pt x="1567" y="1799"/>
                  <a:pt x="1533" y="1799"/>
                </a:cubicBezTo>
                <a:cubicBezTo>
                  <a:pt x="1419" y="1799"/>
                  <a:pt x="1419" y="1799"/>
                  <a:pt x="1419" y="1799"/>
                </a:cubicBezTo>
                <a:cubicBezTo>
                  <a:pt x="1415" y="1774"/>
                  <a:pt x="1402" y="1748"/>
                  <a:pt x="1394" y="1727"/>
                </a:cubicBezTo>
                <a:cubicBezTo>
                  <a:pt x="1372" y="1693"/>
                  <a:pt x="1356" y="1664"/>
                  <a:pt x="1339" y="1643"/>
                </a:cubicBezTo>
                <a:cubicBezTo>
                  <a:pt x="1322" y="1622"/>
                  <a:pt x="1309" y="1609"/>
                  <a:pt x="1309" y="1605"/>
                </a:cubicBezTo>
                <a:cubicBezTo>
                  <a:pt x="1301" y="1596"/>
                  <a:pt x="1288" y="1592"/>
                  <a:pt x="1279" y="1592"/>
                </a:cubicBezTo>
                <a:cubicBezTo>
                  <a:pt x="1284" y="1588"/>
                  <a:pt x="1288" y="1588"/>
                  <a:pt x="1292" y="1584"/>
                </a:cubicBezTo>
                <a:cubicBezTo>
                  <a:pt x="1301" y="1579"/>
                  <a:pt x="1305" y="1575"/>
                  <a:pt x="1309" y="1567"/>
                </a:cubicBezTo>
                <a:cubicBezTo>
                  <a:pt x="1309" y="1567"/>
                  <a:pt x="1326" y="1550"/>
                  <a:pt x="1339" y="1524"/>
                </a:cubicBezTo>
                <a:cubicBezTo>
                  <a:pt x="1347" y="1512"/>
                  <a:pt x="1356" y="1499"/>
                  <a:pt x="1360" y="1482"/>
                </a:cubicBezTo>
                <a:cubicBezTo>
                  <a:pt x="1364" y="1474"/>
                  <a:pt x="1368" y="1470"/>
                  <a:pt x="1368" y="1461"/>
                </a:cubicBezTo>
                <a:cubicBezTo>
                  <a:pt x="1372" y="1453"/>
                  <a:pt x="1372" y="1440"/>
                  <a:pt x="1372" y="1432"/>
                </a:cubicBezTo>
                <a:cubicBezTo>
                  <a:pt x="1372" y="1419"/>
                  <a:pt x="1372" y="1410"/>
                  <a:pt x="1368" y="1402"/>
                </a:cubicBezTo>
                <a:cubicBezTo>
                  <a:pt x="1364" y="1393"/>
                  <a:pt x="1364" y="1385"/>
                  <a:pt x="1360" y="1381"/>
                </a:cubicBezTo>
                <a:cubicBezTo>
                  <a:pt x="1356" y="1372"/>
                  <a:pt x="1347" y="1364"/>
                  <a:pt x="1343" y="1355"/>
                </a:cubicBezTo>
                <a:cubicBezTo>
                  <a:pt x="1339" y="1347"/>
                  <a:pt x="1334" y="1343"/>
                  <a:pt x="1330" y="1339"/>
                </a:cubicBezTo>
                <a:lnTo>
                  <a:pt x="1330" y="1339"/>
                </a:lnTo>
                <a:cubicBezTo>
                  <a:pt x="1334" y="1334"/>
                  <a:pt x="1339" y="1334"/>
                  <a:pt x="1343" y="1330"/>
                </a:cubicBezTo>
                <a:cubicBezTo>
                  <a:pt x="1351" y="1326"/>
                  <a:pt x="1364" y="1326"/>
                  <a:pt x="1372" y="1326"/>
                </a:cubicBezTo>
                <a:close/>
                <a:moveTo>
                  <a:pt x="1229" y="93"/>
                </a:moveTo>
                <a:lnTo>
                  <a:pt x="1229" y="93"/>
                </a:lnTo>
                <a:close/>
                <a:moveTo>
                  <a:pt x="317" y="426"/>
                </a:moveTo>
                <a:lnTo>
                  <a:pt x="317" y="426"/>
                </a:lnTo>
                <a:cubicBezTo>
                  <a:pt x="160" y="426"/>
                  <a:pt x="160" y="426"/>
                  <a:pt x="160" y="426"/>
                </a:cubicBezTo>
                <a:cubicBezTo>
                  <a:pt x="152" y="426"/>
                  <a:pt x="143" y="426"/>
                  <a:pt x="139" y="422"/>
                </a:cubicBezTo>
                <a:cubicBezTo>
                  <a:pt x="131" y="418"/>
                  <a:pt x="122" y="414"/>
                  <a:pt x="118" y="405"/>
                </a:cubicBezTo>
                <a:cubicBezTo>
                  <a:pt x="110" y="397"/>
                  <a:pt x="105" y="384"/>
                  <a:pt x="105" y="376"/>
                </a:cubicBezTo>
                <a:cubicBezTo>
                  <a:pt x="105" y="367"/>
                  <a:pt x="110" y="359"/>
                  <a:pt x="110" y="355"/>
                </a:cubicBezTo>
                <a:cubicBezTo>
                  <a:pt x="114" y="346"/>
                  <a:pt x="122" y="338"/>
                  <a:pt x="131" y="329"/>
                </a:cubicBezTo>
                <a:cubicBezTo>
                  <a:pt x="139" y="325"/>
                  <a:pt x="148" y="321"/>
                  <a:pt x="160" y="321"/>
                </a:cubicBezTo>
                <a:cubicBezTo>
                  <a:pt x="317" y="321"/>
                  <a:pt x="317" y="321"/>
                  <a:pt x="317" y="321"/>
                </a:cubicBezTo>
                <a:cubicBezTo>
                  <a:pt x="333" y="321"/>
                  <a:pt x="346" y="317"/>
                  <a:pt x="355" y="308"/>
                </a:cubicBezTo>
                <a:cubicBezTo>
                  <a:pt x="367" y="295"/>
                  <a:pt x="371" y="283"/>
                  <a:pt x="371" y="270"/>
                </a:cubicBezTo>
                <a:cubicBezTo>
                  <a:pt x="371" y="262"/>
                  <a:pt x="371" y="253"/>
                  <a:pt x="376" y="245"/>
                </a:cubicBezTo>
                <a:cubicBezTo>
                  <a:pt x="380" y="228"/>
                  <a:pt x="384" y="211"/>
                  <a:pt x="393" y="194"/>
                </a:cubicBezTo>
                <a:cubicBezTo>
                  <a:pt x="410" y="165"/>
                  <a:pt x="426" y="139"/>
                  <a:pt x="439" y="122"/>
                </a:cubicBezTo>
                <a:cubicBezTo>
                  <a:pt x="477" y="139"/>
                  <a:pt x="528" y="160"/>
                  <a:pt x="583" y="177"/>
                </a:cubicBezTo>
                <a:cubicBezTo>
                  <a:pt x="663" y="198"/>
                  <a:pt x="752" y="215"/>
                  <a:pt x="844" y="215"/>
                </a:cubicBezTo>
                <a:cubicBezTo>
                  <a:pt x="937" y="215"/>
                  <a:pt x="1030" y="198"/>
                  <a:pt x="1106" y="177"/>
                </a:cubicBezTo>
                <a:cubicBezTo>
                  <a:pt x="1165" y="160"/>
                  <a:pt x="1216" y="139"/>
                  <a:pt x="1254" y="122"/>
                </a:cubicBezTo>
                <a:cubicBezTo>
                  <a:pt x="1263" y="131"/>
                  <a:pt x="1271" y="143"/>
                  <a:pt x="1279" y="156"/>
                </a:cubicBezTo>
                <a:cubicBezTo>
                  <a:pt x="1288" y="177"/>
                  <a:pt x="1301" y="198"/>
                  <a:pt x="1309" y="215"/>
                </a:cubicBezTo>
                <a:cubicBezTo>
                  <a:pt x="1313" y="228"/>
                  <a:pt x="1317" y="236"/>
                  <a:pt x="1317" y="245"/>
                </a:cubicBezTo>
                <a:cubicBezTo>
                  <a:pt x="1322" y="253"/>
                  <a:pt x="1322" y="262"/>
                  <a:pt x="1322" y="270"/>
                </a:cubicBezTo>
                <a:cubicBezTo>
                  <a:pt x="1322" y="283"/>
                  <a:pt x="1326" y="295"/>
                  <a:pt x="1339" y="308"/>
                </a:cubicBezTo>
                <a:cubicBezTo>
                  <a:pt x="1347" y="317"/>
                  <a:pt x="1360" y="321"/>
                  <a:pt x="1372" y="321"/>
                </a:cubicBezTo>
                <a:cubicBezTo>
                  <a:pt x="1533" y="321"/>
                  <a:pt x="1533" y="321"/>
                  <a:pt x="1533" y="321"/>
                </a:cubicBezTo>
                <a:cubicBezTo>
                  <a:pt x="1541" y="321"/>
                  <a:pt x="1546" y="325"/>
                  <a:pt x="1554" y="325"/>
                </a:cubicBezTo>
                <a:cubicBezTo>
                  <a:pt x="1562" y="329"/>
                  <a:pt x="1571" y="338"/>
                  <a:pt x="1575" y="346"/>
                </a:cubicBezTo>
                <a:cubicBezTo>
                  <a:pt x="1584" y="355"/>
                  <a:pt x="1584" y="363"/>
                  <a:pt x="1584" y="376"/>
                </a:cubicBezTo>
                <a:cubicBezTo>
                  <a:pt x="1584" y="384"/>
                  <a:pt x="1584" y="388"/>
                  <a:pt x="1579" y="397"/>
                </a:cubicBezTo>
                <a:cubicBezTo>
                  <a:pt x="1575" y="405"/>
                  <a:pt x="1571" y="414"/>
                  <a:pt x="1562" y="418"/>
                </a:cubicBezTo>
                <a:cubicBezTo>
                  <a:pt x="1554" y="426"/>
                  <a:pt x="1546" y="426"/>
                  <a:pt x="1533" y="426"/>
                </a:cubicBezTo>
                <a:cubicBezTo>
                  <a:pt x="1372" y="426"/>
                  <a:pt x="1372" y="426"/>
                  <a:pt x="1372" y="426"/>
                </a:cubicBezTo>
                <a:cubicBezTo>
                  <a:pt x="1356" y="426"/>
                  <a:pt x="1339" y="431"/>
                  <a:pt x="1326" y="435"/>
                </a:cubicBezTo>
                <a:cubicBezTo>
                  <a:pt x="1301" y="439"/>
                  <a:pt x="1284" y="447"/>
                  <a:pt x="1263" y="460"/>
                </a:cubicBezTo>
                <a:cubicBezTo>
                  <a:pt x="1254" y="469"/>
                  <a:pt x="1246" y="477"/>
                  <a:pt x="1242" y="481"/>
                </a:cubicBezTo>
                <a:cubicBezTo>
                  <a:pt x="1233" y="490"/>
                  <a:pt x="1225" y="498"/>
                  <a:pt x="1220" y="511"/>
                </a:cubicBezTo>
                <a:cubicBezTo>
                  <a:pt x="1220" y="515"/>
                  <a:pt x="1216" y="519"/>
                  <a:pt x="1216" y="524"/>
                </a:cubicBezTo>
                <a:cubicBezTo>
                  <a:pt x="1216" y="532"/>
                  <a:pt x="1212" y="536"/>
                  <a:pt x="1212" y="540"/>
                </a:cubicBezTo>
                <a:cubicBezTo>
                  <a:pt x="1212" y="549"/>
                  <a:pt x="1216" y="553"/>
                  <a:pt x="1216" y="557"/>
                </a:cubicBezTo>
                <a:cubicBezTo>
                  <a:pt x="1216" y="566"/>
                  <a:pt x="1220" y="574"/>
                  <a:pt x="1225" y="583"/>
                </a:cubicBezTo>
                <a:cubicBezTo>
                  <a:pt x="1229" y="591"/>
                  <a:pt x="1237" y="600"/>
                  <a:pt x="1242" y="608"/>
                </a:cubicBezTo>
                <a:cubicBezTo>
                  <a:pt x="1246" y="612"/>
                  <a:pt x="1250" y="621"/>
                  <a:pt x="1254" y="625"/>
                </a:cubicBezTo>
                <a:cubicBezTo>
                  <a:pt x="1263" y="633"/>
                  <a:pt x="1267" y="638"/>
                  <a:pt x="1267" y="642"/>
                </a:cubicBezTo>
                <a:lnTo>
                  <a:pt x="1267" y="642"/>
                </a:lnTo>
                <a:cubicBezTo>
                  <a:pt x="1267" y="650"/>
                  <a:pt x="1263" y="659"/>
                  <a:pt x="1258" y="663"/>
                </a:cubicBezTo>
                <a:cubicBezTo>
                  <a:pt x="1250" y="676"/>
                  <a:pt x="1242" y="688"/>
                  <a:pt x="1237" y="697"/>
                </a:cubicBezTo>
                <a:cubicBezTo>
                  <a:pt x="1237" y="701"/>
                  <a:pt x="1233" y="701"/>
                  <a:pt x="1233" y="701"/>
                </a:cubicBezTo>
                <a:cubicBezTo>
                  <a:pt x="1199" y="718"/>
                  <a:pt x="1140" y="743"/>
                  <a:pt x="1077" y="760"/>
                </a:cubicBezTo>
                <a:cubicBezTo>
                  <a:pt x="1005" y="781"/>
                  <a:pt x="925" y="798"/>
                  <a:pt x="844" y="798"/>
                </a:cubicBezTo>
                <a:cubicBezTo>
                  <a:pt x="769" y="798"/>
                  <a:pt x="684" y="781"/>
                  <a:pt x="612" y="760"/>
                </a:cubicBezTo>
                <a:cubicBezTo>
                  <a:pt x="549" y="743"/>
                  <a:pt x="494" y="718"/>
                  <a:pt x="460" y="701"/>
                </a:cubicBezTo>
                <a:cubicBezTo>
                  <a:pt x="456" y="697"/>
                  <a:pt x="448" y="688"/>
                  <a:pt x="443" y="676"/>
                </a:cubicBezTo>
                <a:cubicBezTo>
                  <a:pt x="435" y="667"/>
                  <a:pt x="431" y="659"/>
                  <a:pt x="426" y="650"/>
                </a:cubicBezTo>
                <a:cubicBezTo>
                  <a:pt x="426" y="646"/>
                  <a:pt x="426" y="642"/>
                  <a:pt x="426" y="642"/>
                </a:cubicBezTo>
                <a:cubicBezTo>
                  <a:pt x="426" y="638"/>
                  <a:pt x="426" y="633"/>
                  <a:pt x="431" y="629"/>
                </a:cubicBezTo>
                <a:cubicBezTo>
                  <a:pt x="435" y="625"/>
                  <a:pt x="439" y="621"/>
                  <a:pt x="443" y="616"/>
                </a:cubicBezTo>
                <a:cubicBezTo>
                  <a:pt x="448" y="608"/>
                  <a:pt x="456" y="600"/>
                  <a:pt x="464" y="587"/>
                </a:cubicBezTo>
                <a:cubicBezTo>
                  <a:pt x="464" y="583"/>
                  <a:pt x="469" y="578"/>
                  <a:pt x="473" y="570"/>
                </a:cubicBezTo>
                <a:cubicBezTo>
                  <a:pt x="477" y="562"/>
                  <a:pt x="477" y="553"/>
                  <a:pt x="477" y="540"/>
                </a:cubicBezTo>
                <a:cubicBezTo>
                  <a:pt x="477" y="536"/>
                  <a:pt x="477" y="532"/>
                  <a:pt x="477" y="524"/>
                </a:cubicBezTo>
                <a:cubicBezTo>
                  <a:pt x="477" y="519"/>
                  <a:pt x="473" y="515"/>
                  <a:pt x="473" y="511"/>
                </a:cubicBezTo>
                <a:lnTo>
                  <a:pt x="473" y="511"/>
                </a:lnTo>
                <a:cubicBezTo>
                  <a:pt x="464" y="494"/>
                  <a:pt x="456" y="486"/>
                  <a:pt x="443" y="477"/>
                </a:cubicBezTo>
                <a:cubicBezTo>
                  <a:pt x="431" y="460"/>
                  <a:pt x="410" y="447"/>
                  <a:pt x="388" y="439"/>
                </a:cubicBezTo>
                <a:cubicBezTo>
                  <a:pt x="367" y="435"/>
                  <a:pt x="342" y="426"/>
                  <a:pt x="317" y="426"/>
                </a:cubicBezTo>
                <a:close/>
                <a:moveTo>
                  <a:pt x="317" y="1220"/>
                </a:moveTo>
                <a:lnTo>
                  <a:pt x="317" y="1220"/>
                </a:lnTo>
                <a:cubicBezTo>
                  <a:pt x="160" y="1220"/>
                  <a:pt x="160" y="1220"/>
                  <a:pt x="160" y="1220"/>
                </a:cubicBezTo>
                <a:cubicBezTo>
                  <a:pt x="152" y="1220"/>
                  <a:pt x="143" y="1216"/>
                  <a:pt x="139" y="1216"/>
                </a:cubicBezTo>
                <a:cubicBezTo>
                  <a:pt x="131" y="1212"/>
                  <a:pt x="122" y="1203"/>
                  <a:pt x="118" y="1195"/>
                </a:cubicBezTo>
                <a:cubicBezTo>
                  <a:pt x="110" y="1187"/>
                  <a:pt x="105" y="1178"/>
                  <a:pt x="105" y="1165"/>
                </a:cubicBezTo>
                <a:cubicBezTo>
                  <a:pt x="105" y="1161"/>
                  <a:pt x="110" y="1153"/>
                  <a:pt x="110" y="1144"/>
                </a:cubicBezTo>
                <a:cubicBezTo>
                  <a:pt x="114" y="1136"/>
                  <a:pt x="122" y="1127"/>
                  <a:pt x="131" y="1123"/>
                </a:cubicBezTo>
                <a:cubicBezTo>
                  <a:pt x="139" y="1119"/>
                  <a:pt x="148" y="1115"/>
                  <a:pt x="160" y="1115"/>
                </a:cubicBezTo>
                <a:cubicBezTo>
                  <a:pt x="317" y="1115"/>
                  <a:pt x="317" y="1115"/>
                  <a:pt x="317" y="1115"/>
                </a:cubicBezTo>
                <a:cubicBezTo>
                  <a:pt x="333" y="1115"/>
                  <a:pt x="346" y="1106"/>
                  <a:pt x="355" y="1098"/>
                </a:cubicBezTo>
                <a:cubicBezTo>
                  <a:pt x="367" y="1089"/>
                  <a:pt x="371" y="1077"/>
                  <a:pt x="371" y="1060"/>
                </a:cubicBezTo>
                <a:cubicBezTo>
                  <a:pt x="371" y="1056"/>
                  <a:pt x="371" y="1047"/>
                  <a:pt x="376" y="1035"/>
                </a:cubicBezTo>
                <a:cubicBezTo>
                  <a:pt x="380" y="1022"/>
                  <a:pt x="384" y="1001"/>
                  <a:pt x="393" y="984"/>
                </a:cubicBezTo>
                <a:cubicBezTo>
                  <a:pt x="410" y="959"/>
                  <a:pt x="426" y="933"/>
                  <a:pt x="439" y="916"/>
                </a:cubicBezTo>
                <a:cubicBezTo>
                  <a:pt x="448" y="904"/>
                  <a:pt x="452" y="899"/>
                  <a:pt x="456" y="891"/>
                </a:cubicBezTo>
                <a:cubicBezTo>
                  <a:pt x="460" y="891"/>
                  <a:pt x="460" y="887"/>
                  <a:pt x="460" y="887"/>
                </a:cubicBezTo>
                <a:lnTo>
                  <a:pt x="460" y="887"/>
                </a:lnTo>
                <a:cubicBezTo>
                  <a:pt x="464" y="887"/>
                  <a:pt x="464" y="887"/>
                  <a:pt x="464" y="887"/>
                </a:cubicBezTo>
                <a:lnTo>
                  <a:pt x="464" y="887"/>
                </a:lnTo>
                <a:lnTo>
                  <a:pt x="464" y="887"/>
                </a:lnTo>
                <a:cubicBezTo>
                  <a:pt x="481" y="870"/>
                  <a:pt x="481" y="840"/>
                  <a:pt x="469" y="823"/>
                </a:cubicBezTo>
                <a:cubicBezTo>
                  <a:pt x="502" y="836"/>
                  <a:pt x="540" y="849"/>
                  <a:pt x="583" y="861"/>
                </a:cubicBezTo>
                <a:cubicBezTo>
                  <a:pt x="663" y="882"/>
                  <a:pt x="752" y="904"/>
                  <a:pt x="844" y="904"/>
                </a:cubicBezTo>
                <a:cubicBezTo>
                  <a:pt x="937" y="904"/>
                  <a:pt x="1030" y="882"/>
                  <a:pt x="1106" y="861"/>
                </a:cubicBezTo>
                <a:cubicBezTo>
                  <a:pt x="1153" y="849"/>
                  <a:pt x="1191" y="836"/>
                  <a:pt x="1225" y="823"/>
                </a:cubicBezTo>
                <a:cubicBezTo>
                  <a:pt x="1212" y="840"/>
                  <a:pt x="1212" y="870"/>
                  <a:pt x="1229" y="887"/>
                </a:cubicBezTo>
                <a:lnTo>
                  <a:pt x="1229" y="887"/>
                </a:lnTo>
                <a:lnTo>
                  <a:pt x="1229" y="887"/>
                </a:lnTo>
                <a:lnTo>
                  <a:pt x="1229" y="887"/>
                </a:lnTo>
                <a:cubicBezTo>
                  <a:pt x="1229" y="887"/>
                  <a:pt x="1254" y="912"/>
                  <a:pt x="1279" y="950"/>
                </a:cubicBezTo>
                <a:cubicBezTo>
                  <a:pt x="1288" y="967"/>
                  <a:pt x="1301" y="988"/>
                  <a:pt x="1309" y="1009"/>
                </a:cubicBezTo>
                <a:cubicBezTo>
                  <a:pt x="1313" y="1018"/>
                  <a:pt x="1317" y="1026"/>
                  <a:pt x="1317" y="1035"/>
                </a:cubicBezTo>
                <a:cubicBezTo>
                  <a:pt x="1322" y="1047"/>
                  <a:pt x="1322" y="1056"/>
                  <a:pt x="1322" y="1060"/>
                </a:cubicBezTo>
                <a:cubicBezTo>
                  <a:pt x="1322" y="1077"/>
                  <a:pt x="1326" y="1089"/>
                  <a:pt x="1339" y="1098"/>
                </a:cubicBezTo>
                <a:cubicBezTo>
                  <a:pt x="1347" y="1106"/>
                  <a:pt x="1360" y="1115"/>
                  <a:pt x="1372" y="1115"/>
                </a:cubicBezTo>
                <a:cubicBezTo>
                  <a:pt x="1533" y="1115"/>
                  <a:pt x="1533" y="1115"/>
                  <a:pt x="1533" y="1115"/>
                </a:cubicBezTo>
                <a:cubicBezTo>
                  <a:pt x="1541" y="1115"/>
                  <a:pt x="1546" y="1115"/>
                  <a:pt x="1554" y="1119"/>
                </a:cubicBezTo>
                <a:cubicBezTo>
                  <a:pt x="1562" y="1123"/>
                  <a:pt x="1571" y="1127"/>
                  <a:pt x="1575" y="1136"/>
                </a:cubicBezTo>
                <a:cubicBezTo>
                  <a:pt x="1584" y="1144"/>
                  <a:pt x="1584" y="1157"/>
                  <a:pt x="1584" y="1165"/>
                </a:cubicBezTo>
                <a:cubicBezTo>
                  <a:pt x="1584" y="1174"/>
                  <a:pt x="1584" y="1182"/>
                  <a:pt x="1579" y="1187"/>
                </a:cubicBezTo>
                <a:cubicBezTo>
                  <a:pt x="1575" y="1195"/>
                  <a:pt x="1571" y="1203"/>
                  <a:pt x="1562" y="1212"/>
                </a:cubicBezTo>
                <a:cubicBezTo>
                  <a:pt x="1554" y="1216"/>
                  <a:pt x="1546" y="1220"/>
                  <a:pt x="1533" y="1220"/>
                </a:cubicBezTo>
                <a:cubicBezTo>
                  <a:pt x="1372" y="1220"/>
                  <a:pt x="1372" y="1220"/>
                  <a:pt x="1372" y="1220"/>
                </a:cubicBezTo>
                <a:cubicBezTo>
                  <a:pt x="1356" y="1220"/>
                  <a:pt x="1339" y="1220"/>
                  <a:pt x="1326" y="1225"/>
                </a:cubicBezTo>
                <a:cubicBezTo>
                  <a:pt x="1301" y="1233"/>
                  <a:pt x="1284" y="1241"/>
                  <a:pt x="1263" y="1254"/>
                </a:cubicBezTo>
                <a:cubicBezTo>
                  <a:pt x="1254" y="1258"/>
                  <a:pt x="1246" y="1267"/>
                  <a:pt x="1242" y="1275"/>
                </a:cubicBezTo>
                <a:cubicBezTo>
                  <a:pt x="1233" y="1284"/>
                  <a:pt x="1225" y="1292"/>
                  <a:pt x="1220" y="1301"/>
                </a:cubicBezTo>
                <a:cubicBezTo>
                  <a:pt x="1220" y="1305"/>
                  <a:pt x="1216" y="1313"/>
                  <a:pt x="1216" y="1317"/>
                </a:cubicBezTo>
                <a:cubicBezTo>
                  <a:pt x="1216" y="1322"/>
                  <a:pt x="1212" y="1326"/>
                  <a:pt x="1212" y="1334"/>
                </a:cubicBezTo>
                <a:cubicBezTo>
                  <a:pt x="1212" y="1339"/>
                  <a:pt x="1216" y="1343"/>
                  <a:pt x="1216" y="1351"/>
                </a:cubicBezTo>
                <a:cubicBezTo>
                  <a:pt x="1216" y="1360"/>
                  <a:pt x="1220" y="1368"/>
                  <a:pt x="1225" y="1372"/>
                </a:cubicBezTo>
                <a:cubicBezTo>
                  <a:pt x="1229" y="1385"/>
                  <a:pt x="1237" y="1393"/>
                  <a:pt x="1242" y="1402"/>
                </a:cubicBezTo>
                <a:cubicBezTo>
                  <a:pt x="1246" y="1406"/>
                  <a:pt x="1250" y="1410"/>
                  <a:pt x="1254" y="1415"/>
                </a:cubicBezTo>
                <a:cubicBezTo>
                  <a:pt x="1263" y="1423"/>
                  <a:pt x="1267" y="1427"/>
                  <a:pt x="1267" y="1432"/>
                </a:cubicBezTo>
                <a:cubicBezTo>
                  <a:pt x="1267" y="1436"/>
                  <a:pt x="1267" y="1436"/>
                  <a:pt x="1267" y="1436"/>
                </a:cubicBezTo>
                <a:cubicBezTo>
                  <a:pt x="1267" y="1440"/>
                  <a:pt x="1263" y="1448"/>
                  <a:pt x="1258" y="1457"/>
                </a:cubicBezTo>
                <a:cubicBezTo>
                  <a:pt x="1250" y="1470"/>
                  <a:pt x="1242" y="1482"/>
                  <a:pt x="1237" y="1491"/>
                </a:cubicBezTo>
                <a:lnTo>
                  <a:pt x="1233" y="1495"/>
                </a:lnTo>
                <a:cubicBezTo>
                  <a:pt x="1199" y="1512"/>
                  <a:pt x="1140" y="1533"/>
                  <a:pt x="1077" y="1554"/>
                </a:cubicBezTo>
                <a:cubicBezTo>
                  <a:pt x="1005" y="1575"/>
                  <a:pt x="925" y="1588"/>
                  <a:pt x="844" y="1588"/>
                </a:cubicBezTo>
                <a:cubicBezTo>
                  <a:pt x="769" y="1588"/>
                  <a:pt x="684" y="1575"/>
                  <a:pt x="612" y="1554"/>
                </a:cubicBezTo>
                <a:cubicBezTo>
                  <a:pt x="549" y="1533"/>
                  <a:pt x="494" y="1512"/>
                  <a:pt x="460" y="1495"/>
                </a:cubicBezTo>
                <a:cubicBezTo>
                  <a:pt x="456" y="1486"/>
                  <a:pt x="448" y="1478"/>
                  <a:pt x="443" y="1470"/>
                </a:cubicBezTo>
                <a:cubicBezTo>
                  <a:pt x="435" y="1461"/>
                  <a:pt x="431" y="1448"/>
                  <a:pt x="426" y="1440"/>
                </a:cubicBezTo>
                <a:cubicBezTo>
                  <a:pt x="426" y="1440"/>
                  <a:pt x="426" y="1436"/>
                  <a:pt x="426" y="1432"/>
                </a:cubicBezTo>
                <a:cubicBezTo>
                  <a:pt x="426" y="1432"/>
                  <a:pt x="426" y="1427"/>
                  <a:pt x="431" y="1423"/>
                </a:cubicBezTo>
                <a:cubicBezTo>
                  <a:pt x="435" y="1419"/>
                  <a:pt x="439" y="1415"/>
                  <a:pt x="443" y="1410"/>
                </a:cubicBezTo>
                <a:cubicBezTo>
                  <a:pt x="448" y="1402"/>
                  <a:pt x="456" y="1393"/>
                  <a:pt x="464" y="1381"/>
                </a:cubicBezTo>
                <a:cubicBezTo>
                  <a:pt x="464" y="1377"/>
                  <a:pt x="469" y="1368"/>
                  <a:pt x="473" y="1360"/>
                </a:cubicBezTo>
                <a:cubicBezTo>
                  <a:pt x="477" y="1355"/>
                  <a:pt x="477" y="1343"/>
                  <a:pt x="477" y="1334"/>
                </a:cubicBezTo>
                <a:cubicBezTo>
                  <a:pt x="477" y="1326"/>
                  <a:pt x="477" y="1322"/>
                  <a:pt x="477" y="1317"/>
                </a:cubicBezTo>
                <a:cubicBezTo>
                  <a:pt x="477" y="1313"/>
                  <a:pt x="473" y="1305"/>
                  <a:pt x="473" y="1301"/>
                </a:cubicBezTo>
                <a:cubicBezTo>
                  <a:pt x="464" y="1288"/>
                  <a:pt x="456" y="1275"/>
                  <a:pt x="443" y="1267"/>
                </a:cubicBezTo>
                <a:cubicBezTo>
                  <a:pt x="431" y="1254"/>
                  <a:pt x="410" y="1241"/>
                  <a:pt x="388" y="1233"/>
                </a:cubicBezTo>
                <a:cubicBezTo>
                  <a:pt x="367" y="1225"/>
                  <a:pt x="342" y="1220"/>
                  <a:pt x="317" y="1220"/>
                </a:cubicBezTo>
                <a:close/>
                <a:moveTo>
                  <a:pt x="1229" y="1676"/>
                </a:moveTo>
                <a:lnTo>
                  <a:pt x="1229" y="1676"/>
                </a:lnTo>
                <a:lnTo>
                  <a:pt x="1229" y="1676"/>
                </a:lnTo>
                <a:lnTo>
                  <a:pt x="1229" y="1676"/>
                </a:lnTo>
                <a:lnTo>
                  <a:pt x="1229" y="1676"/>
                </a:lnTo>
                <a:cubicBezTo>
                  <a:pt x="1229" y="1676"/>
                  <a:pt x="1254" y="1706"/>
                  <a:pt x="1279" y="1740"/>
                </a:cubicBezTo>
                <a:cubicBezTo>
                  <a:pt x="1288" y="1761"/>
                  <a:pt x="1301" y="1782"/>
                  <a:pt x="1309" y="1799"/>
                </a:cubicBezTo>
                <a:cubicBezTo>
                  <a:pt x="1313" y="1812"/>
                  <a:pt x="1317" y="1820"/>
                  <a:pt x="1317" y="1828"/>
                </a:cubicBezTo>
                <a:cubicBezTo>
                  <a:pt x="1322" y="1837"/>
                  <a:pt x="1322" y="1845"/>
                  <a:pt x="1322" y="1854"/>
                </a:cubicBezTo>
                <a:cubicBezTo>
                  <a:pt x="1322" y="1866"/>
                  <a:pt x="1326" y="1879"/>
                  <a:pt x="1339" y="1892"/>
                </a:cubicBezTo>
                <a:cubicBezTo>
                  <a:pt x="1347" y="1900"/>
                  <a:pt x="1360" y="1905"/>
                  <a:pt x="1372" y="1905"/>
                </a:cubicBezTo>
                <a:cubicBezTo>
                  <a:pt x="1533" y="1905"/>
                  <a:pt x="1533" y="1905"/>
                  <a:pt x="1533" y="1905"/>
                </a:cubicBezTo>
                <a:cubicBezTo>
                  <a:pt x="1541" y="1905"/>
                  <a:pt x="1546" y="1909"/>
                  <a:pt x="1554" y="1909"/>
                </a:cubicBezTo>
                <a:cubicBezTo>
                  <a:pt x="1562" y="1913"/>
                  <a:pt x="1571" y="1921"/>
                  <a:pt x="1575" y="1930"/>
                </a:cubicBezTo>
                <a:cubicBezTo>
                  <a:pt x="1584" y="1938"/>
                  <a:pt x="1584" y="1947"/>
                  <a:pt x="1584" y="1959"/>
                </a:cubicBezTo>
                <a:cubicBezTo>
                  <a:pt x="1584" y="1968"/>
                  <a:pt x="1584" y="1972"/>
                  <a:pt x="1579" y="1980"/>
                </a:cubicBezTo>
                <a:cubicBezTo>
                  <a:pt x="1575" y="1989"/>
                  <a:pt x="1571" y="1997"/>
                  <a:pt x="1562" y="2002"/>
                </a:cubicBezTo>
                <a:cubicBezTo>
                  <a:pt x="1554" y="2010"/>
                  <a:pt x="1546" y="2010"/>
                  <a:pt x="1533" y="2010"/>
                </a:cubicBezTo>
                <a:cubicBezTo>
                  <a:pt x="1372" y="2010"/>
                  <a:pt x="1372" y="2010"/>
                  <a:pt x="1372" y="2010"/>
                </a:cubicBezTo>
                <a:cubicBezTo>
                  <a:pt x="1356" y="2010"/>
                  <a:pt x="1339" y="2014"/>
                  <a:pt x="1326" y="2018"/>
                </a:cubicBezTo>
                <a:cubicBezTo>
                  <a:pt x="1301" y="2023"/>
                  <a:pt x="1284" y="2031"/>
                  <a:pt x="1263" y="2044"/>
                </a:cubicBezTo>
                <a:cubicBezTo>
                  <a:pt x="1254" y="2052"/>
                  <a:pt x="1246" y="2061"/>
                  <a:pt x="1242" y="2065"/>
                </a:cubicBezTo>
                <a:cubicBezTo>
                  <a:pt x="1233" y="2073"/>
                  <a:pt x="1225" y="2082"/>
                  <a:pt x="1220" y="2095"/>
                </a:cubicBezTo>
                <a:cubicBezTo>
                  <a:pt x="1220" y="2099"/>
                  <a:pt x="1216" y="2103"/>
                  <a:pt x="1216" y="2107"/>
                </a:cubicBezTo>
                <a:cubicBezTo>
                  <a:pt x="1216" y="2116"/>
                  <a:pt x="1212" y="2120"/>
                  <a:pt x="1212" y="2124"/>
                </a:cubicBezTo>
                <a:cubicBezTo>
                  <a:pt x="1212" y="2133"/>
                  <a:pt x="1216" y="2137"/>
                  <a:pt x="1216" y="2141"/>
                </a:cubicBezTo>
                <a:cubicBezTo>
                  <a:pt x="1216" y="2149"/>
                  <a:pt x="1220" y="2158"/>
                  <a:pt x="1225" y="2166"/>
                </a:cubicBezTo>
                <a:cubicBezTo>
                  <a:pt x="1229" y="2175"/>
                  <a:pt x="1237" y="2183"/>
                  <a:pt x="1242" y="2192"/>
                </a:cubicBezTo>
                <a:cubicBezTo>
                  <a:pt x="1246" y="2196"/>
                  <a:pt x="1250" y="2204"/>
                  <a:pt x="1254" y="2209"/>
                </a:cubicBezTo>
                <a:cubicBezTo>
                  <a:pt x="1263" y="2217"/>
                  <a:pt x="1267" y="2221"/>
                  <a:pt x="1267" y="2225"/>
                </a:cubicBezTo>
                <a:lnTo>
                  <a:pt x="1267" y="2225"/>
                </a:lnTo>
                <a:cubicBezTo>
                  <a:pt x="1267" y="2234"/>
                  <a:pt x="1263" y="2242"/>
                  <a:pt x="1258" y="2247"/>
                </a:cubicBezTo>
                <a:cubicBezTo>
                  <a:pt x="1250" y="2259"/>
                  <a:pt x="1242" y="2272"/>
                  <a:pt x="1237" y="2280"/>
                </a:cubicBezTo>
                <a:cubicBezTo>
                  <a:pt x="1237" y="2285"/>
                  <a:pt x="1233" y="2285"/>
                  <a:pt x="1233" y="2285"/>
                </a:cubicBezTo>
                <a:cubicBezTo>
                  <a:pt x="1199" y="2301"/>
                  <a:pt x="1140" y="2327"/>
                  <a:pt x="1077" y="2344"/>
                </a:cubicBezTo>
                <a:cubicBezTo>
                  <a:pt x="1005" y="2365"/>
                  <a:pt x="925" y="2382"/>
                  <a:pt x="844" y="2382"/>
                </a:cubicBezTo>
                <a:cubicBezTo>
                  <a:pt x="769" y="2382"/>
                  <a:pt x="684" y="2365"/>
                  <a:pt x="612" y="2344"/>
                </a:cubicBezTo>
                <a:cubicBezTo>
                  <a:pt x="549" y="2327"/>
                  <a:pt x="494" y="2301"/>
                  <a:pt x="460" y="2285"/>
                </a:cubicBezTo>
                <a:cubicBezTo>
                  <a:pt x="456" y="2280"/>
                  <a:pt x="448" y="2272"/>
                  <a:pt x="443" y="2259"/>
                </a:cubicBezTo>
                <a:cubicBezTo>
                  <a:pt x="435" y="2251"/>
                  <a:pt x="431" y="2242"/>
                  <a:pt x="426" y="2234"/>
                </a:cubicBezTo>
                <a:cubicBezTo>
                  <a:pt x="426" y="2230"/>
                  <a:pt x="426" y="2225"/>
                  <a:pt x="426" y="2225"/>
                </a:cubicBezTo>
                <a:cubicBezTo>
                  <a:pt x="426" y="2221"/>
                  <a:pt x="426" y="2217"/>
                  <a:pt x="431" y="2213"/>
                </a:cubicBezTo>
                <a:cubicBezTo>
                  <a:pt x="435" y="2209"/>
                  <a:pt x="439" y="2204"/>
                  <a:pt x="443" y="2200"/>
                </a:cubicBezTo>
                <a:cubicBezTo>
                  <a:pt x="448" y="2192"/>
                  <a:pt x="456" y="2183"/>
                  <a:pt x="464" y="2170"/>
                </a:cubicBezTo>
                <a:cubicBezTo>
                  <a:pt x="464" y="2166"/>
                  <a:pt x="469" y="2162"/>
                  <a:pt x="473" y="2154"/>
                </a:cubicBezTo>
                <a:cubicBezTo>
                  <a:pt x="477" y="2145"/>
                  <a:pt x="477" y="2137"/>
                  <a:pt x="477" y="2124"/>
                </a:cubicBezTo>
                <a:cubicBezTo>
                  <a:pt x="477" y="2120"/>
                  <a:pt x="477" y="2116"/>
                  <a:pt x="477" y="2107"/>
                </a:cubicBezTo>
                <a:cubicBezTo>
                  <a:pt x="477" y="2103"/>
                  <a:pt x="473" y="2099"/>
                  <a:pt x="473" y="2095"/>
                </a:cubicBezTo>
                <a:cubicBezTo>
                  <a:pt x="464" y="2078"/>
                  <a:pt x="456" y="2069"/>
                  <a:pt x="443" y="2061"/>
                </a:cubicBezTo>
                <a:cubicBezTo>
                  <a:pt x="431" y="2044"/>
                  <a:pt x="410" y="2031"/>
                  <a:pt x="388" y="2023"/>
                </a:cubicBezTo>
                <a:cubicBezTo>
                  <a:pt x="367" y="2018"/>
                  <a:pt x="342" y="2010"/>
                  <a:pt x="317" y="2010"/>
                </a:cubicBezTo>
                <a:cubicBezTo>
                  <a:pt x="160" y="2010"/>
                  <a:pt x="160" y="2010"/>
                  <a:pt x="160" y="2010"/>
                </a:cubicBezTo>
                <a:cubicBezTo>
                  <a:pt x="152" y="2010"/>
                  <a:pt x="143" y="2010"/>
                  <a:pt x="139" y="2006"/>
                </a:cubicBezTo>
                <a:cubicBezTo>
                  <a:pt x="131" y="2002"/>
                  <a:pt x="122" y="1997"/>
                  <a:pt x="118" y="1989"/>
                </a:cubicBezTo>
                <a:cubicBezTo>
                  <a:pt x="110" y="1980"/>
                  <a:pt x="105" y="1968"/>
                  <a:pt x="105" y="1959"/>
                </a:cubicBezTo>
                <a:cubicBezTo>
                  <a:pt x="105" y="1951"/>
                  <a:pt x="110" y="1943"/>
                  <a:pt x="110" y="1938"/>
                </a:cubicBezTo>
                <a:cubicBezTo>
                  <a:pt x="114" y="1930"/>
                  <a:pt x="122" y="1921"/>
                  <a:pt x="131" y="1913"/>
                </a:cubicBezTo>
                <a:cubicBezTo>
                  <a:pt x="139" y="1909"/>
                  <a:pt x="148" y="1905"/>
                  <a:pt x="160" y="1905"/>
                </a:cubicBezTo>
                <a:cubicBezTo>
                  <a:pt x="317" y="1905"/>
                  <a:pt x="317" y="1905"/>
                  <a:pt x="317" y="1905"/>
                </a:cubicBezTo>
                <a:cubicBezTo>
                  <a:pt x="333" y="1905"/>
                  <a:pt x="346" y="1900"/>
                  <a:pt x="355" y="1892"/>
                </a:cubicBezTo>
                <a:cubicBezTo>
                  <a:pt x="367" y="1879"/>
                  <a:pt x="371" y="1866"/>
                  <a:pt x="371" y="1854"/>
                </a:cubicBezTo>
                <a:cubicBezTo>
                  <a:pt x="371" y="1845"/>
                  <a:pt x="371" y="1837"/>
                  <a:pt x="376" y="1828"/>
                </a:cubicBezTo>
                <a:cubicBezTo>
                  <a:pt x="380" y="1812"/>
                  <a:pt x="384" y="1795"/>
                  <a:pt x="393" y="1778"/>
                </a:cubicBezTo>
                <a:cubicBezTo>
                  <a:pt x="410" y="1748"/>
                  <a:pt x="426" y="1723"/>
                  <a:pt x="439" y="1706"/>
                </a:cubicBezTo>
                <a:cubicBezTo>
                  <a:pt x="448" y="1698"/>
                  <a:pt x="452" y="1689"/>
                  <a:pt x="456" y="1685"/>
                </a:cubicBezTo>
                <a:cubicBezTo>
                  <a:pt x="460" y="1681"/>
                  <a:pt x="460" y="1681"/>
                  <a:pt x="460" y="1681"/>
                </a:cubicBezTo>
                <a:lnTo>
                  <a:pt x="460" y="1676"/>
                </a:lnTo>
                <a:cubicBezTo>
                  <a:pt x="464" y="1676"/>
                  <a:pt x="464" y="1676"/>
                  <a:pt x="464" y="1676"/>
                </a:cubicBezTo>
                <a:lnTo>
                  <a:pt x="464" y="1676"/>
                </a:lnTo>
                <a:lnTo>
                  <a:pt x="464" y="1676"/>
                </a:lnTo>
                <a:cubicBezTo>
                  <a:pt x="481" y="1660"/>
                  <a:pt x="481" y="1634"/>
                  <a:pt x="469" y="1613"/>
                </a:cubicBezTo>
                <a:cubicBezTo>
                  <a:pt x="502" y="1626"/>
                  <a:pt x="540" y="1643"/>
                  <a:pt x="583" y="1655"/>
                </a:cubicBezTo>
                <a:cubicBezTo>
                  <a:pt x="663" y="1676"/>
                  <a:pt x="752" y="1693"/>
                  <a:pt x="844" y="1693"/>
                </a:cubicBezTo>
                <a:cubicBezTo>
                  <a:pt x="937" y="1693"/>
                  <a:pt x="1030" y="1676"/>
                  <a:pt x="1106" y="1655"/>
                </a:cubicBezTo>
                <a:cubicBezTo>
                  <a:pt x="1153" y="1643"/>
                  <a:pt x="1191" y="1626"/>
                  <a:pt x="1225" y="1613"/>
                </a:cubicBezTo>
                <a:cubicBezTo>
                  <a:pt x="1212" y="1634"/>
                  <a:pt x="1212" y="1660"/>
                  <a:pt x="1229" y="1676"/>
                </a:cubicBezTo>
                <a:close/>
              </a:path>
            </a:pathLst>
          </a:custGeom>
          <a:solidFill>
            <a:schemeClr val="accent4"/>
          </a:solidFill>
          <a:ln>
            <a:noFill/>
          </a:ln>
          <a:effectLst/>
        </p:spPr>
        <p:txBody>
          <a:bodyPr wrap="none" anchor="ctr"/>
          <a:lstStyle/>
          <a:p>
            <a:endParaRPr lang="da-DK"/>
          </a:p>
        </p:txBody>
      </p:sp>
      <p:sp>
        <p:nvSpPr>
          <p:cNvPr id="297" name="Freeform 25">
            <a:extLst>
              <a:ext uri="{FF2B5EF4-FFF2-40B4-BE49-F238E27FC236}">
                <a16:creationId xmlns:a16="http://schemas.microsoft.com/office/drawing/2014/main" id="{25839A1D-3822-AE1C-7D96-C9361419C5AE}"/>
              </a:ext>
            </a:extLst>
          </p:cNvPr>
          <p:cNvSpPr>
            <a:spLocks noChangeArrowheads="1"/>
          </p:cNvSpPr>
          <p:nvPr/>
        </p:nvSpPr>
        <p:spPr bwMode="auto">
          <a:xfrm>
            <a:off x="3213497" y="5330002"/>
            <a:ext cx="222749" cy="277972"/>
          </a:xfrm>
          <a:custGeom>
            <a:avLst/>
            <a:gdLst>
              <a:gd name="T0" fmla="*/ 1613 w 2116"/>
              <a:gd name="T1" fmla="*/ 410 h 2641"/>
              <a:gd name="T2" fmla="*/ 1377 w 2116"/>
              <a:gd name="T3" fmla="*/ 51 h 2641"/>
              <a:gd name="T4" fmla="*/ 1271 w 2116"/>
              <a:gd name="T5" fmla="*/ 119 h 2641"/>
              <a:gd name="T6" fmla="*/ 1271 w 2116"/>
              <a:gd name="T7" fmla="*/ 579 h 2641"/>
              <a:gd name="T8" fmla="*/ 1427 w 2116"/>
              <a:gd name="T9" fmla="*/ 841 h 2641"/>
              <a:gd name="T10" fmla="*/ 1457 w 2116"/>
              <a:gd name="T11" fmla="*/ 1022 h 2641"/>
              <a:gd name="T12" fmla="*/ 1334 w 2116"/>
              <a:gd name="T13" fmla="*/ 1098 h 2641"/>
              <a:gd name="T14" fmla="*/ 1148 w 2116"/>
              <a:gd name="T15" fmla="*/ 1048 h 2641"/>
              <a:gd name="T16" fmla="*/ 1081 w 2116"/>
              <a:gd name="T17" fmla="*/ 913 h 2641"/>
              <a:gd name="T18" fmla="*/ 1039 w 2116"/>
              <a:gd name="T19" fmla="*/ 1018 h 2641"/>
              <a:gd name="T20" fmla="*/ 958 w 2116"/>
              <a:gd name="T21" fmla="*/ 1065 h 2641"/>
              <a:gd name="T22" fmla="*/ 773 w 2116"/>
              <a:gd name="T23" fmla="*/ 1107 h 2641"/>
              <a:gd name="T24" fmla="*/ 658 w 2116"/>
              <a:gd name="T25" fmla="*/ 1014 h 2641"/>
              <a:gd name="T26" fmla="*/ 709 w 2116"/>
              <a:gd name="T27" fmla="*/ 824 h 2641"/>
              <a:gd name="T28" fmla="*/ 853 w 2116"/>
              <a:gd name="T29" fmla="*/ 503 h 2641"/>
              <a:gd name="T30" fmla="*/ 794 w 2116"/>
              <a:gd name="T31" fmla="*/ 0 h 2641"/>
              <a:gd name="T32" fmla="*/ 426 w 2116"/>
              <a:gd name="T33" fmla="*/ 461 h 2641"/>
              <a:gd name="T34" fmla="*/ 0 w 2116"/>
              <a:gd name="T35" fmla="*/ 1305 h 2641"/>
              <a:gd name="T36" fmla="*/ 743 w 2116"/>
              <a:gd name="T37" fmla="*/ 2310 h 2641"/>
              <a:gd name="T38" fmla="*/ 849 w 2116"/>
              <a:gd name="T39" fmla="*/ 2006 h 2641"/>
              <a:gd name="T40" fmla="*/ 688 w 2116"/>
              <a:gd name="T41" fmla="*/ 1597 h 2641"/>
              <a:gd name="T42" fmla="*/ 692 w 2116"/>
              <a:gd name="T43" fmla="*/ 1521 h 2641"/>
              <a:gd name="T44" fmla="*/ 1233 w 2116"/>
              <a:gd name="T45" fmla="*/ 1440 h 2641"/>
              <a:gd name="T46" fmla="*/ 1448 w 2116"/>
              <a:gd name="T47" fmla="*/ 1542 h 2641"/>
              <a:gd name="T48" fmla="*/ 1385 w 2116"/>
              <a:gd name="T49" fmla="*/ 1690 h 2641"/>
              <a:gd name="T50" fmla="*/ 1271 w 2116"/>
              <a:gd name="T51" fmla="*/ 2585 h 2641"/>
              <a:gd name="T52" fmla="*/ 1377 w 2116"/>
              <a:gd name="T53" fmla="*/ 2306 h 2641"/>
              <a:gd name="T54" fmla="*/ 2115 w 2116"/>
              <a:gd name="T55" fmla="*/ 1305 h 2641"/>
              <a:gd name="T56" fmla="*/ 2010 w 2116"/>
              <a:gd name="T57" fmla="*/ 1305 h 2641"/>
              <a:gd name="T58" fmla="*/ 1377 w 2116"/>
              <a:gd name="T59" fmla="*/ 2196 h 2641"/>
              <a:gd name="T60" fmla="*/ 1478 w 2116"/>
              <a:gd name="T61" fmla="*/ 1740 h 2641"/>
              <a:gd name="T62" fmla="*/ 1550 w 2116"/>
              <a:gd name="T63" fmla="*/ 1512 h 2641"/>
              <a:gd name="T64" fmla="*/ 1267 w 2116"/>
              <a:gd name="T65" fmla="*/ 1339 h 2641"/>
              <a:gd name="T66" fmla="*/ 680 w 2116"/>
              <a:gd name="T67" fmla="*/ 1402 h 2641"/>
              <a:gd name="T68" fmla="*/ 574 w 2116"/>
              <a:gd name="T69" fmla="*/ 1592 h 2641"/>
              <a:gd name="T70" fmla="*/ 735 w 2116"/>
              <a:gd name="T71" fmla="*/ 1935 h 2641"/>
              <a:gd name="T72" fmla="*/ 232 w 2116"/>
              <a:gd name="T73" fmla="*/ 1778 h 2641"/>
              <a:gd name="T74" fmla="*/ 148 w 2116"/>
              <a:gd name="T75" fmla="*/ 1022 h 2641"/>
              <a:gd name="T76" fmla="*/ 747 w 2116"/>
              <a:gd name="T77" fmla="*/ 499 h 2641"/>
              <a:gd name="T78" fmla="*/ 650 w 2116"/>
              <a:gd name="T79" fmla="*/ 735 h 2641"/>
              <a:gd name="T80" fmla="*/ 544 w 2116"/>
              <a:gd name="T81" fmla="*/ 925 h 2641"/>
              <a:gd name="T82" fmla="*/ 701 w 2116"/>
              <a:gd name="T83" fmla="*/ 1204 h 2641"/>
              <a:gd name="T84" fmla="*/ 992 w 2116"/>
              <a:gd name="T85" fmla="*/ 1166 h 2641"/>
              <a:gd name="T86" fmla="*/ 1089 w 2116"/>
              <a:gd name="T87" fmla="*/ 1166 h 2641"/>
              <a:gd name="T88" fmla="*/ 1423 w 2116"/>
              <a:gd name="T89" fmla="*/ 1191 h 2641"/>
              <a:gd name="T90" fmla="*/ 1575 w 2116"/>
              <a:gd name="T91" fmla="*/ 925 h 2641"/>
              <a:gd name="T92" fmla="*/ 1414 w 2116"/>
              <a:gd name="T93" fmla="*/ 663 h 2641"/>
              <a:gd name="T94" fmla="*/ 1372 w 2116"/>
              <a:gd name="T95" fmla="*/ 499 h 2641"/>
              <a:gd name="T96" fmla="*/ 1955 w 2116"/>
              <a:gd name="T97" fmla="*/ 984 h 2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116" h="2641">
                <a:moveTo>
                  <a:pt x="2069" y="989"/>
                </a:moveTo>
                <a:lnTo>
                  <a:pt x="2069" y="989"/>
                </a:lnTo>
                <a:cubicBezTo>
                  <a:pt x="2023" y="837"/>
                  <a:pt x="1938" y="689"/>
                  <a:pt x="1820" y="571"/>
                </a:cubicBezTo>
                <a:cubicBezTo>
                  <a:pt x="1761" y="507"/>
                  <a:pt x="1689" y="457"/>
                  <a:pt x="1613" y="410"/>
                </a:cubicBezTo>
                <a:cubicBezTo>
                  <a:pt x="1541" y="372"/>
                  <a:pt x="1461" y="338"/>
                  <a:pt x="1372" y="321"/>
                </a:cubicBezTo>
                <a:cubicBezTo>
                  <a:pt x="1372" y="283"/>
                  <a:pt x="1372" y="245"/>
                  <a:pt x="1372" y="207"/>
                </a:cubicBezTo>
                <a:cubicBezTo>
                  <a:pt x="1372" y="178"/>
                  <a:pt x="1377" y="148"/>
                  <a:pt x="1377" y="119"/>
                </a:cubicBezTo>
                <a:cubicBezTo>
                  <a:pt x="1377" y="93"/>
                  <a:pt x="1377" y="72"/>
                  <a:pt x="1377" y="51"/>
                </a:cubicBezTo>
                <a:cubicBezTo>
                  <a:pt x="1377" y="21"/>
                  <a:pt x="1351" y="0"/>
                  <a:pt x="1322" y="0"/>
                </a:cubicBezTo>
                <a:cubicBezTo>
                  <a:pt x="1292" y="0"/>
                  <a:pt x="1271" y="21"/>
                  <a:pt x="1271" y="51"/>
                </a:cubicBezTo>
                <a:lnTo>
                  <a:pt x="1271" y="51"/>
                </a:lnTo>
                <a:cubicBezTo>
                  <a:pt x="1271" y="68"/>
                  <a:pt x="1271" y="93"/>
                  <a:pt x="1271" y="119"/>
                </a:cubicBezTo>
                <a:cubicBezTo>
                  <a:pt x="1267" y="199"/>
                  <a:pt x="1262" y="309"/>
                  <a:pt x="1262" y="410"/>
                </a:cubicBezTo>
                <a:cubicBezTo>
                  <a:pt x="1262" y="440"/>
                  <a:pt x="1267" y="473"/>
                  <a:pt x="1267" y="503"/>
                </a:cubicBezTo>
                <a:cubicBezTo>
                  <a:pt x="1267" y="533"/>
                  <a:pt x="1267" y="558"/>
                  <a:pt x="1271" y="579"/>
                </a:cubicBezTo>
                <a:lnTo>
                  <a:pt x="1271" y="579"/>
                </a:lnTo>
                <a:cubicBezTo>
                  <a:pt x="1275" y="604"/>
                  <a:pt x="1279" y="630"/>
                  <a:pt x="1288" y="651"/>
                </a:cubicBezTo>
                <a:cubicBezTo>
                  <a:pt x="1300" y="685"/>
                  <a:pt x="1322" y="718"/>
                  <a:pt x="1343" y="748"/>
                </a:cubicBezTo>
                <a:cubicBezTo>
                  <a:pt x="1360" y="769"/>
                  <a:pt x="1377" y="786"/>
                  <a:pt x="1393" y="803"/>
                </a:cubicBezTo>
                <a:cubicBezTo>
                  <a:pt x="1406" y="815"/>
                  <a:pt x="1414" y="828"/>
                  <a:pt x="1427" y="841"/>
                </a:cubicBezTo>
                <a:cubicBezTo>
                  <a:pt x="1440" y="858"/>
                  <a:pt x="1452" y="875"/>
                  <a:pt x="1461" y="887"/>
                </a:cubicBezTo>
                <a:cubicBezTo>
                  <a:pt x="1461" y="896"/>
                  <a:pt x="1465" y="904"/>
                  <a:pt x="1465" y="908"/>
                </a:cubicBezTo>
                <a:cubicBezTo>
                  <a:pt x="1469" y="917"/>
                  <a:pt x="1469" y="921"/>
                  <a:pt x="1469" y="925"/>
                </a:cubicBezTo>
                <a:cubicBezTo>
                  <a:pt x="1469" y="967"/>
                  <a:pt x="1465" y="997"/>
                  <a:pt x="1457" y="1022"/>
                </a:cubicBezTo>
                <a:cubicBezTo>
                  <a:pt x="1452" y="1039"/>
                  <a:pt x="1444" y="1052"/>
                  <a:pt x="1440" y="1060"/>
                </a:cubicBezTo>
                <a:cubicBezTo>
                  <a:pt x="1431" y="1065"/>
                  <a:pt x="1427" y="1073"/>
                  <a:pt x="1419" y="1077"/>
                </a:cubicBezTo>
                <a:cubicBezTo>
                  <a:pt x="1410" y="1082"/>
                  <a:pt x="1398" y="1090"/>
                  <a:pt x="1385" y="1090"/>
                </a:cubicBezTo>
                <a:cubicBezTo>
                  <a:pt x="1372" y="1094"/>
                  <a:pt x="1355" y="1098"/>
                  <a:pt x="1334" y="1098"/>
                </a:cubicBezTo>
                <a:cubicBezTo>
                  <a:pt x="1326" y="1098"/>
                  <a:pt x="1317" y="1094"/>
                  <a:pt x="1309" y="1094"/>
                </a:cubicBezTo>
                <a:cubicBezTo>
                  <a:pt x="1288" y="1094"/>
                  <a:pt x="1267" y="1090"/>
                  <a:pt x="1246" y="1086"/>
                </a:cubicBezTo>
                <a:cubicBezTo>
                  <a:pt x="1212" y="1082"/>
                  <a:pt x="1169" y="1073"/>
                  <a:pt x="1136" y="1069"/>
                </a:cubicBezTo>
                <a:cubicBezTo>
                  <a:pt x="1140" y="1060"/>
                  <a:pt x="1144" y="1052"/>
                  <a:pt x="1148" y="1048"/>
                </a:cubicBezTo>
                <a:cubicBezTo>
                  <a:pt x="1157" y="1027"/>
                  <a:pt x="1161" y="1010"/>
                  <a:pt x="1169" y="993"/>
                </a:cubicBezTo>
                <a:cubicBezTo>
                  <a:pt x="1174" y="976"/>
                  <a:pt x="1178" y="963"/>
                  <a:pt x="1182" y="946"/>
                </a:cubicBezTo>
                <a:cubicBezTo>
                  <a:pt x="1191" y="917"/>
                  <a:pt x="1178" y="887"/>
                  <a:pt x="1148" y="879"/>
                </a:cubicBezTo>
                <a:cubicBezTo>
                  <a:pt x="1119" y="870"/>
                  <a:pt x="1089" y="887"/>
                  <a:pt x="1081" y="913"/>
                </a:cubicBezTo>
                <a:lnTo>
                  <a:pt x="1081" y="913"/>
                </a:lnTo>
                <a:cubicBezTo>
                  <a:pt x="1077" y="934"/>
                  <a:pt x="1072" y="955"/>
                  <a:pt x="1064" y="967"/>
                </a:cubicBezTo>
                <a:cubicBezTo>
                  <a:pt x="1060" y="980"/>
                  <a:pt x="1056" y="989"/>
                  <a:pt x="1051" y="997"/>
                </a:cubicBezTo>
                <a:cubicBezTo>
                  <a:pt x="1047" y="1006"/>
                  <a:pt x="1043" y="1010"/>
                  <a:pt x="1039" y="1018"/>
                </a:cubicBezTo>
                <a:cubicBezTo>
                  <a:pt x="1034" y="1022"/>
                  <a:pt x="1026" y="1031"/>
                  <a:pt x="1013" y="1039"/>
                </a:cubicBezTo>
                <a:cubicBezTo>
                  <a:pt x="996" y="1048"/>
                  <a:pt x="979" y="1056"/>
                  <a:pt x="958" y="1065"/>
                </a:cubicBezTo>
                <a:lnTo>
                  <a:pt x="958" y="1065"/>
                </a:lnTo>
                <a:lnTo>
                  <a:pt x="958" y="1065"/>
                </a:lnTo>
                <a:lnTo>
                  <a:pt x="958" y="1065"/>
                </a:lnTo>
                <a:cubicBezTo>
                  <a:pt x="937" y="1073"/>
                  <a:pt x="920" y="1077"/>
                  <a:pt x="908" y="1082"/>
                </a:cubicBezTo>
                <a:cubicBezTo>
                  <a:pt x="882" y="1090"/>
                  <a:pt x="865" y="1098"/>
                  <a:pt x="844" y="1103"/>
                </a:cubicBezTo>
                <a:cubicBezTo>
                  <a:pt x="823" y="1107"/>
                  <a:pt x="802" y="1107"/>
                  <a:pt x="773" y="1107"/>
                </a:cubicBezTo>
                <a:cubicBezTo>
                  <a:pt x="751" y="1107"/>
                  <a:pt x="735" y="1107"/>
                  <a:pt x="722" y="1103"/>
                </a:cubicBezTo>
                <a:cubicBezTo>
                  <a:pt x="709" y="1098"/>
                  <a:pt x="701" y="1094"/>
                  <a:pt x="696" y="1086"/>
                </a:cubicBezTo>
                <a:cubicBezTo>
                  <a:pt x="688" y="1082"/>
                  <a:pt x="684" y="1077"/>
                  <a:pt x="680" y="1069"/>
                </a:cubicBezTo>
                <a:cubicBezTo>
                  <a:pt x="671" y="1056"/>
                  <a:pt x="663" y="1039"/>
                  <a:pt x="658" y="1014"/>
                </a:cubicBezTo>
                <a:cubicBezTo>
                  <a:pt x="654" y="993"/>
                  <a:pt x="650" y="963"/>
                  <a:pt x="650" y="925"/>
                </a:cubicBezTo>
                <a:cubicBezTo>
                  <a:pt x="650" y="917"/>
                  <a:pt x="650" y="913"/>
                  <a:pt x="654" y="904"/>
                </a:cubicBezTo>
                <a:cubicBezTo>
                  <a:pt x="658" y="896"/>
                  <a:pt x="663" y="887"/>
                  <a:pt x="667" y="879"/>
                </a:cubicBezTo>
                <a:cubicBezTo>
                  <a:pt x="675" y="862"/>
                  <a:pt x="692" y="845"/>
                  <a:pt x="709" y="824"/>
                </a:cubicBezTo>
                <a:cubicBezTo>
                  <a:pt x="735" y="794"/>
                  <a:pt x="764" y="765"/>
                  <a:pt x="794" y="723"/>
                </a:cubicBezTo>
                <a:cubicBezTo>
                  <a:pt x="806" y="706"/>
                  <a:pt x="819" y="680"/>
                  <a:pt x="827" y="659"/>
                </a:cubicBezTo>
                <a:cubicBezTo>
                  <a:pt x="836" y="634"/>
                  <a:pt x="844" y="609"/>
                  <a:pt x="849" y="579"/>
                </a:cubicBezTo>
                <a:cubicBezTo>
                  <a:pt x="849" y="558"/>
                  <a:pt x="853" y="533"/>
                  <a:pt x="853" y="503"/>
                </a:cubicBezTo>
                <a:cubicBezTo>
                  <a:pt x="853" y="473"/>
                  <a:pt x="853" y="444"/>
                  <a:pt x="853" y="410"/>
                </a:cubicBezTo>
                <a:cubicBezTo>
                  <a:pt x="853" y="342"/>
                  <a:pt x="853" y="275"/>
                  <a:pt x="853" y="212"/>
                </a:cubicBezTo>
                <a:cubicBezTo>
                  <a:pt x="849" y="148"/>
                  <a:pt x="849" y="89"/>
                  <a:pt x="849" y="51"/>
                </a:cubicBezTo>
                <a:cubicBezTo>
                  <a:pt x="849" y="21"/>
                  <a:pt x="823" y="0"/>
                  <a:pt x="794" y="0"/>
                </a:cubicBezTo>
                <a:cubicBezTo>
                  <a:pt x="764" y="0"/>
                  <a:pt x="743" y="21"/>
                  <a:pt x="743" y="51"/>
                </a:cubicBezTo>
                <a:cubicBezTo>
                  <a:pt x="743" y="93"/>
                  <a:pt x="743" y="148"/>
                  <a:pt x="747" y="212"/>
                </a:cubicBezTo>
                <a:cubicBezTo>
                  <a:pt x="747" y="245"/>
                  <a:pt x="747" y="283"/>
                  <a:pt x="747" y="317"/>
                </a:cubicBezTo>
                <a:cubicBezTo>
                  <a:pt x="625" y="347"/>
                  <a:pt x="519" y="393"/>
                  <a:pt x="426" y="461"/>
                </a:cubicBezTo>
                <a:cubicBezTo>
                  <a:pt x="354" y="507"/>
                  <a:pt x="291" y="566"/>
                  <a:pt x="236" y="634"/>
                </a:cubicBezTo>
                <a:cubicBezTo>
                  <a:pt x="156" y="727"/>
                  <a:pt x="97" y="837"/>
                  <a:pt x="59" y="951"/>
                </a:cubicBezTo>
                <a:cubicBezTo>
                  <a:pt x="17" y="1065"/>
                  <a:pt x="0" y="1183"/>
                  <a:pt x="0" y="1293"/>
                </a:cubicBezTo>
                <a:cubicBezTo>
                  <a:pt x="0" y="1297"/>
                  <a:pt x="0" y="1301"/>
                  <a:pt x="0" y="1305"/>
                </a:cubicBezTo>
                <a:lnTo>
                  <a:pt x="0" y="1305"/>
                </a:lnTo>
                <a:cubicBezTo>
                  <a:pt x="0" y="1440"/>
                  <a:pt x="25" y="1563"/>
                  <a:pt x="67" y="1673"/>
                </a:cubicBezTo>
                <a:cubicBezTo>
                  <a:pt x="131" y="1842"/>
                  <a:pt x="232" y="1977"/>
                  <a:pt x="354" y="2087"/>
                </a:cubicBezTo>
                <a:cubicBezTo>
                  <a:pt x="473" y="2188"/>
                  <a:pt x="604" y="2264"/>
                  <a:pt x="743" y="2310"/>
                </a:cubicBezTo>
                <a:cubicBezTo>
                  <a:pt x="743" y="2416"/>
                  <a:pt x="743" y="2517"/>
                  <a:pt x="743" y="2585"/>
                </a:cubicBezTo>
                <a:cubicBezTo>
                  <a:pt x="743" y="2615"/>
                  <a:pt x="764" y="2640"/>
                  <a:pt x="794" y="2640"/>
                </a:cubicBezTo>
                <a:cubicBezTo>
                  <a:pt x="823" y="2640"/>
                  <a:pt x="849" y="2615"/>
                  <a:pt x="849" y="2585"/>
                </a:cubicBezTo>
                <a:cubicBezTo>
                  <a:pt x="849" y="2450"/>
                  <a:pt x="849" y="2188"/>
                  <a:pt x="849" y="2006"/>
                </a:cubicBezTo>
                <a:cubicBezTo>
                  <a:pt x="849" y="1973"/>
                  <a:pt x="844" y="1939"/>
                  <a:pt x="836" y="1909"/>
                </a:cubicBezTo>
                <a:cubicBezTo>
                  <a:pt x="827" y="1867"/>
                  <a:pt x="811" y="1829"/>
                  <a:pt x="794" y="1791"/>
                </a:cubicBezTo>
                <a:cubicBezTo>
                  <a:pt x="773" y="1753"/>
                  <a:pt x="756" y="1723"/>
                  <a:pt x="735" y="1690"/>
                </a:cubicBezTo>
                <a:cubicBezTo>
                  <a:pt x="718" y="1656"/>
                  <a:pt x="701" y="1626"/>
                  <a:pt x="688" y="1597"/>
                </a:cubicBezTo>
                <a:cubicBezTo>
                  <a:pt x="680" y="1584"/>
                  <a:pt x="675" y="1571"/>
                  <a:pt x="675" y="1563"/>
                </a:cubicBezTo>
                <a:cubicBezTo>
                  <a:pt x="671" y="1555"/>
                  <a:pt x="671" y="1546"/>
                  <a:pt x="671" y="1542"/>
                </a:cubicBezTo>
                <a:cubicBezTo>
                  <a:pt x="671" y="1542"/>
                  <a:pt x="671" y="1542"/>
                  <a:pt x="675" y="1538"/>
                </a:cubicBezTo>
                <a:cubicBezTo>
                  <a:pt x="680" y="1533"/>
                  <a:pt x="684" y="1525"/>
                  <a:pt x="692" y="1521"/>
                </a:cubicBezTo>
                <a:cubicBezTo>
                  <a:pt x="705" y="1508"/>
                  <a:pt x="722" y="1500"/>
                  <a:pt x="743" y="1487"/>
                </a:cubicBezTo>
                <a:cubicBezTo>
                  <a:pt x="777" y="1470"/>
                  <a:pt x="823" y="1453"/>
                  <a:pt x="878" y="1445"/>
                </a:cubicBezTo>
                <a:cubicBezTo>
                  <a:pt x="929" y="1432"/>
                  <a:pt x="992" y="1424"/>
                  <a:pt x="1060" y="1424"/>
                </a:cubicBezTo>
                <a:cubicBezTo>
                  <a:pt x="1123" y="1424"/>
                  <a:pt x="1182" y="1432"/>
                  <a:pt x="1233" y="1440"/>
                </a:cubicBezTo>
                <a:cubicBezTo>
                  <a:pt x="1271" y="1449"/>
                  <a:pt x="1305" y="1457"/>
                  <a:pt x="1334" y="1470"/>
                </a:cubicBezTo>
                <a:cubicBezTo>
                  <a:pt x="1355" y="1479"/>
                  <a:pt x="1372" y="1487"/>
                  <a:pt x="1389" y="1495"/>
                </a:cubicBezTo>
                <a:cubicBezTo>
                  <a:pt x="1414" y="1508"/>
                  <a:pt x="1431" y="1521"/>
                  <a:pt x="1440" y="1533"/>
                </a:cubicBezTo>
                <a:cubicBezTo>
                  <a:pt x="1448" y="1538"/>
                  <a:pt x="1448" y="1542"/>
                  <a:pt x="1448" y="1542"/>
                </a:cubicBezTo>
                <a:lnTo>
                  <a:pt x="1448" y="1542"/>
                </a:lnTo>
                <a:cubicBezTo>
                  <a:pt x="1448" y="1546"/>
                  <a:pt x="1448" y="1555"/>
                  <a:pt x="1448" y="1563"/>
                </a:cubicBezTo>
                <a:cubicBezTo>
                  <a:pt x="1444" y="1576"/>
                  <a:pt x="1436" y="1597"/>
                  <a:pt x="1423" y="1618"/>
                </a:cubicBezTo>
                <a:cubicBezTo>
                  <a:pt x="1410" y="1639"/>
                  <a:pt x="1398" y="1664"/>
                  <a:pt x="1385" y="1690"/>
                </a:cubicBezTo>
                <a:cubicBezTo>
                  <a:pt x="1360" y="1732"/>
                  <a:pt x="1334" y="1778"/>
                  <a:pt x="1309" y="1829"/>
                </a:cubicBezTo>
                <a:cubicBezTo>
                  <a:pt x="1300" y="1854"/>
                  <a:pt x="1288" y="1880"/>
                  <a:pt x="1284" y="1909"/>
                </a:cubicBezTo>
                <a:cubicBezTo>
                  <a:pt x="1275" y="1939"/>
                  <a:pt x="1271" y="1973"/>
                  <a:pt x="1271" y="2006"/>
                </a:cubicBezTo>
                <a:cubicBezTo>
                  <a:pt x="1271" y="2222"/>
                  <a:pt x="1271" y="2441"/>
                  <a:pt x="1271" y="2585"/>
                </a:cubicBezTo>
                <a:cubicBezTo>
                  <a:pt x="1271" y="2615"/>
                  <a:pt x="1292" y="2640"/>
                  <a:pt x="1322" y="2640"/>
                </a:cubicBezTo>
                <a:cubicBezTo>
                  <a:pt x="1351" y="2640"/>
                  <a:pt x="1377" y="2615"/>
                  <a:pt x="1377" y="2585"/>
                </a:cubicBezTo>
                <a:lnTo>
                  <a:pt x="1377" y="2585"/>
                </a:lnTo>
                <a:cubicBezTo>
                  <a:pt x="1377" y="2509"/>
                  <a:pt x="1377" y="2412"/>
                  <a:pt x="1377" y="2306"/>
                </a:cubicBezTo>
                <a:cubicBezTo>
                  <a:pt x="1461" y="2277"/>
                  <a:pt x="1550" y="2234"/>
                  <a:pt x="1630" y="2184"/>
                </a:cubicBezTo>
                <a:cubicBezTo>
                  <a:pt x="1765" y="2095"/>
                  <a:pt x="1883" y="1977"/>
                  <a:pt x="1972" y="1829"/>
                </a:cubicBezTo>
                <a:cubicBezTo>
                  <a:pt x="2056" y="1685"/>
                  <a:pt x="2111" y="1508"/>
                  <a:pt x="2115" y="1305"/>
                </a:cubicBezTo>
                <a:lnTo>
                  <a:pt x="2115" y="1305"/>
                </a:lnTo>
                <a:cubicBezTo>
                  <a:pt x="2115" y="1301"/>
                  <a:pt x="2115" y="1297"/>
                  <a:pt x="2115" y="1293"/>
                </a:cubicBezTo>
                <a:cubicBezTo>
                  <a:pt x="2115" y="1191"/>
                  <a:pt x="2099" y="1090"/>
                  <a:pt x="2069" y="989"/>
                </a:cubicBezTo>
                <a:close/>
                <a:moveTo>
                  <a:pt x="2010" y="1305"/>
                </a:moveTo>
                <a:lnTo>
                  <a:pt x="2010" y="1305"/>
                </a:lnTo>
                <a:lnTo>
                  <a:pt x="2010" y="1305"/>
                </a:lnTo>
                <a:cubicBezTo>
                  <a:pt x="2006" y="1428"/>
                  <a:pt x="1985" y="1538"/>
                  <a:pt x="1947" y="1635"/>
                </a:cubicBezTo>
                <a:cubicBezTo>
                  <a:pt x="1892" y="1787"/>
                  <a:pt x="1799" y="1909"/>
                  <a:pt x="1689" y="2006"/>
                </a:cubicBezTo>
                <a:cubicBezTo>
                  <a:pt x="1596" y="2087"/>
                  <a:pt x="1486" y="2150"/>
                  <a:pt x="1377" y="2196"/>
                </a:cubicBezTo>
                <a:cubicBezTo>
                  <a:pt x="1377" y="2133"/>
                  <a:pt x="1377" y="2070"/>
                  <a:pt x="1377" y="2006"/>
                </a:cubicBezTo>
                <a:cubicBezTo>
                  <a:pt x="1377" y="1981"/>
                  <a:pt x="1381" y="1956"/>
                  <a:pt x="1385" y="1935"/>
                </a:cubicBezTo>
                <a:cubicBezTo>
                  <a:pt x="1393" y="1901"/>
                  <a:pt x="1406" y="1871"/>
                  <a:pt x="1423" y="1837"/>
                </a:cubicBezTo>
                <a:cubicBezTo>
                  <a:pt x="1440" y="1808"/>
                  <a:pt x="1457" y="1774"/>
                  <a:pt x="1478" y="1740"/>
                </a:cubicBezTo>
                <a:cubicBezTo>
                  <a:pt x="1495" y="1707"/>
                  <a:pt x="1516" y="1673"/>
                  <a:pt x="1529" y="1643"/>
                </a:cubicBezTo>
                <a:cubicBezTo>
                  <a:pt x="1537" y="1626"/>
                  <a:pt x="1541" y="1609"/>
                  <a:pt x="1550" y="1592"/>
                </a:cubicBezTo>
                <a:cubicBezTo>
                  <a:pt x="1554" y="1576"/>
                  <a:pt x="1554" y="1559"/>
                  <a:pt x="1554" y="1542"/>
                </a:cubicBezTo>
                <a:cubicBezTo>
                  <a:pt x="1554" y="1533"/>
                  <a:pt x="1554" y="1521"/>
                  <a:pt x="1550" y="1512"/>
                </a:cubicBezTo>
                <a:cubicBezTo>
                  <a:pt x="1545" y="1495"/>
                  <a:pt x="1537" y="1483"/>
                  <a:pt x="1529" y="1470"/>
                </a:cubicBezTo>
                <a:cubicBezTo>
                  <a:pt x="1520" y="1457"/>
                  <a:pt x="1507" y="1449"/>
                  <a:pt x="1495" y="1440"/>
                </a:cubicBezTo>
                <a:cubicBezTo>
                  <a:pt x="1474" y="1424"/>
                  <a:pt x="1452" y="1407"/>
                  <a:pt x="1423" y="1394"/>
                </a:cubicBezTo>
                <a:cubicBezTo>
                  <a:pt x="1377" y="1373"/>
                  <a:pt x="1326" y="1352"/>
                  <a:pt x="1267" y="1339"/>
                </a:cubicBezTo>
                <a:cubicBezTo>
                  <a:pt x="1203" y="1327"/>
                  <a:pt x="1136" y="1318"/>
                  <a:pt x="1060" y="1318"/>
                </a:cubicBezTo>
                <a:cubicBezTo>
                  <a:pt x="988" y="1318"/>
                  <a:pt x="925" y="1327"/>
                  <a:pt x="870" y="1339"/>
                </a:cubicBezTo>
                <a:cubicBezTo>
                  <a:pt x="823" y="1348"/>
                  <a:pt x="785" y="1356"/>
                  <a:pt x="751" y="1369"/>
                </a:cubicBezTo>
                <a:cubicBezTo>
                  <a:pt x="726" y="1381"/>
                  <a:pt x="701" y="1390"/>
                  <a:pt x="680" y="1402"/>
                </a:cubicBezTo>
                <a:cubicBezTo>
                  <a:pt x="646" y="1419"/>
                  <a:pt x="621" y="1436"/>
                  <a:pt x="599" y="1462"/>
                </a:cubicBezTo>
                <a:cubicBezTo>
                  <a:pt x="591" y="1470"/>
                  <a:pt x="583" y="1483"/>
                  <a:pt x="574" y="1495"/>
                </a:cubicBezTo>
                <a:cubicBezTo>
                  <a:pt x="570" y="1508"/>
                  <a:pt x="566" y="1525"/>
                  <a:pt x="566" y="1542"/>
                </a:cubicBezTo>
                <a:cubicBezTo>
                  <a:pt x="566" y="1559"/>
                  <a:pt x="566" y="1576"/>
                  <a:pt x="574" y="1592"/>
                </a:cubicBezTo>
                <a:cubicBezTo>
                  <a:pt x="578" y="1618"/>
                  <a:pt x="591" y="1643"/>
                  <a:pt x="604" y="1669"/>
                </a:cubicBezTo>
                <a:cubicBezTo>
                  <a:pt x="616" y="1690"/>
                  <a:pt x="629" y="1715"/>
                  <a:pt x="642" y="1740"/>
                </a:cubicBezTo>
                <a:cubicBezTo>
                  <a:pt x="667" y="1787"/>
                  <a:pt x="692" y="1829"/>
                  <a:pt x="713" y="1871"/>
                </a:cubicBezTo>
                <a:cubicBezTo>
                  <a:pt x="722" y="1892"/>
                  <a:pt x="730" y="1913"/>
                  <a:pt x="735" y="1935"/>
                </a:cubicBezTo>
                <a:cubicBezTo>
                  <a:pt x="739" y="1956"/>
                  <a:pt x="743" y="1981"/>
                  <a:pt x="743" y="2006"/>
                </a:cubicBezTo>
                <a:cubicBezTo>
                  <a:pt x="743" y="2065"/>
                  <a:pt x="743" y="2129"/>
                  <a:pt x="743" y="2196"/>
                </a:cubicBezTo>
                <a:cubicBezTo>
                  <a:pt x="675" y="2171"/>
                  <a:pt x="608" y="2137"/>
                  <a:pt x="544" y="2095"/>
                </a:cubicBezTo>
                <a:cubicBezTo>
                  <a:pt x="422" y="2015"/>
                  <a:pt x="312" y="1909"/>
                  <a:pt x="232" y="1778"/>
                </a:cubicBezTo>
                <a:cubicBezTo>
                  <a:pt x="156" y="1643"/>
                  <a:pt x="105" y="1487"/>
                  <a:pt x="105" y="1305"/>
                </a:cubicBezTo>
                <a:lnTo>
                  <a:pt x="105" y="1305"/>
                </a:lnTo>
                <a:cubicBezTo>
                  <a:pt x="105" y="1301"/>
                  <a:pt x="105" y="1297"/>
                  <a:pt x="105" y="1293"/>
                </a:cubicBezTo>
                <a:cubicBezTo>
                  <a:pt x="105" y="1204"/>
                  <a:pt x="118" y="1111"/>
                  <a:pt x="148" y="1022"/>
                </a:cubicBezTo>
                <a:cubicBezTo>
                  <a:pt x="190" y="883"/>
                  <a:pt x="262" y="752"/>
                  <a:pt x="367" y="642"/>
                </a:cubicBezTo>
                <a:cubicBezTo>
                  <a:pt x="422" y="592"/>
                  <a:pt x="481" y="541"/>
                  <a:pt x="553" y="503"/>
                </a:cubicBezTo>
                <a:cubicBezTo>
                  <a:pt x="612" y="473"/>
                  <a:pt x="675" y="444"/>
                  <a:pt x="747" y="427"/>
                </a:cubicBezTo>
                <a:cubicBezTo>
                  <a:pt x="747" y="452"/>
                  <a:pt x="747" y="478"/>
                  <a:pt x="747" y="499"/>
                </a:cubicBezTo>
                <a:cubicBezTo>
                  <a:pt x="747" y="528"/>
                  <a:pt x="743" y="549"/>
                  <a:pt x="743" y="571"/>
                </a:cubicBezTo>
                <a:cubicBezTo>
                  <a:pt x="743" y="583"/>
                  <a:pt x="739" y="600"/>
                  <a:pt x="730" y="613"/>
                </a:cubicBezTo>
                <a:cubicBezTo>
                  <a:pt x="722" y="634"/>
                  <a:pt x="709" y="659"/>
                  <a:pt x="692" y="680"/>
                </a:cubicBezTo>
                <a:cubicBezTo>
                  <a:pt x="680" y="697"/>
                  <a:pt x="663" y="714"/>
                  <a:pt x="650" y="735"/>
                </a:cubicBezTo>
                <a:cubicBezTo>
                  <a:pt x="637" y="748"/>
                  <a:pt x="625" y="761"/>
                  <a:pt x="612" y="773"/>
                </a:cubicBezTo>
                <a:cubicBezTo>
                  <a:pt x="595" y="794"/>
                  <a:pt x="578" y="815"/>
                  <a:pt x="566" y="841"/>
                </a:cubicBezTo>
                <a:cubicBezTo>
                  <a:pt x="561" y="854"/>
                  <a:pt x="553" y="866"/>
                  <a:pt x="553" y="883"/>
                </a:cubicBezTo>
                <a:cubicBezTo>
                  <a:pt x="549" y="896"/>
                  <a:pt x="544" y="913"/>
                  <a:pt x="544" y="925"/>
                </a:cubicBezTo>
                <a:cubicBezTo>
                  <a:pt x="544" y="976"/>
                  <a:pt x="549" y="1018"/>
                  <a:pt x="561" y="1056"/>
                </a:cubicBezTo>
                <a:cubicBezTo>
                  <a:pt x="570" y="1086"/>
                  <a:pt x="578" y="1107"/>
                  <a:pt x="595" y="1128"/>
                </a:cubicBezTo>
                <a:cubicBezTo>
                  <a:pt x="604" y="1145"/>
                  <a:pt x="616" y="1158"/>
                  <a:pt x="629" y="1170"/>
                </a:cubicBezTo>
                <a:cubicBezTo>
                  <a:pt x="650" y="1187"/>
                  <a:pt x="675" y="1200"/>
                  <a:pt x="701" y="1204"/>
                </a:cubicBezTo>
                <a:cubicBezTo>
                  <a:pt x="722" y="1212"/>
                  <a:pt x="747" y="1212"/>
                  <a:pt x="773" y="1212"/>
                </a:cubicBezTo>
                <a:cubicBezTo>
                  <a:pt x="794" y="1212"/>
                  <a:pt x="815" y="1212"/>
                  <a:pt x="836" y="1208"/>
                </a:cubicBezTo>
                <a:cubicBezTo>
                  <a:pt x="865" y="1204"/>
                  <a:pt x="891" y="1200"/>
                  <a:pt x="916" y="1191"/>
                </a:cubicBezTo>
                <a:cubicBezTo>
                  <a:pt x="941" y="1183"/>
                  <a:pt x="967" y="1174"/>
                  <a:pt x="992" y="1166"/>
                </a:cubicBezTo>
                <a:lnTo>
                  <a:pt x="992" y="1166"/>
                </a:lnTo>
                <a:cubicBezTo>
                  <a:pt x="992" y="1166"/>
                  <a:pt x="996" y="1162"/>
                  <a:pt x="1001" y="1162"/>
                </a:cubicBezTo>
                <a:cubicBezTo>
                  <a:pt x="1009" y="1162"/>
                  <a:pt x="1013" y="1162"/>
                  <a:pt x="1022" y="1162"/>
                </a:cubicBezTo>
                <a:cubicBezTo>
                  <a:pt x="1039" y="1162"/>
                  <a:pt x="1064" y="1166"/>
                  <a:pt x="1089" y="1166"/>
                </a:cubicBezTo>
                <a:cubicBezTo>
                  <a:pt x="1131" y="1174"/>
                  <a:pt x="1174" y="1183"/>
                  <a:pt x="1216" y="1187"/>
                </a:cubicBezTo>
                <a:cubicBezTo>
                  <a:pt x="1237" y="1191"/>
                  <a:pt x="1258" y="1196"/>
                  <a:pt x="1279" y="1200"/>
                </a:cubicBezTo>
                <a:cubicBezTo>
                  <a:pt x="1296" y="1200"/>
                  <a:pt x="1317" y="1204"/>
                  <a:pt x="1334" y="1204"/>
                </a:cubicBezTo>
                <a:cubicBezTo>
                  <a:pt x="1364" y="1204"/>
                  <a:pt x="1393" y="1200"/>
                  <a:pt x="1423" y="1191"/>
                </a:cubicBezTo>
                <a:cubicBezTo>
                  <a:pt x="1444" y="1183"/>
                  <a:pt x="1465" y="1174"/>
                  <a:pt x="1486" y="1158"/>
                </a:cubicBezTo>
                <a:cubicBezTo>
                  <a:pt x="1499" y="1149"/>
                  <a:pt x="1512" y="1136"/>
                  <a:pt x="1524" y="1119"/>
                </a:cubicBezTo>
                <a:cubicBezTo>
                  <a:pt x="1541" y="1098"/>
                  <a:pt x="1554" y="1069"/>
                  <a:pt x="1562" y="1035"/>
                </a:cubicBezTo>
                <a:cubicBezTo>
                  <a:pt x="1571" y="1006"/>
                  <a:pt x="1575" y="967"/>
                  <a:pt x="1575" y="925"/>
                </a:cubicBezTo>
                <a:cubicBezTo>
                  <a:pt x="1575" y="904"/>
                  <a:pt x="1571" y="883"/>
                  <a:pt x="1562" y="866"/>
                </a:cubicBezTo>
                <a:cubicBezTo>
                  <a:pt x="1558" y="849"/>
                  <a:pt x="1550" y="837"/>
                  <a:pt x="1541" y="820"/>
                </a:cubicBezTo>
                <a:cubicBezTo>
                  <a:pt x="1524" y="799"/>
                  <a:pt x="1507" y="773"/>
                  <a:pt x="1490" y="756"/>
                </a:cubicBezTo>
                <a:cubicBezTo>
                  <a:pt x="1461" y="723"/>
                  <a:pt x="1436" y="693"/>
                  <a:pt x="1414" y="663"/>
                </a:cubicBezTo>
                <a:cubicBezTo>
                  <a:pt x="1402" y="651"/>
                  <a:pt x="1393" y="634"/>
                  <a:pt x="1389" y="617"/>
                </a:cubicBezTo>
                <a:cubicBezTo>
                  <a:pt x="1381" y="604"/>
                  <a:pt x="1377" y="587"/>
                  <a:pt x="1377" y="571"/>
                </a:cubicBezTo>
                <a:lnTo>
                  <a:pt x="1377" y="571"/>
                </a:lnTo>
                <a:cubicBezTo>
                  <a:pt x="1372" y="549"/>
                  <a:pt x="1372" y="528"/>
                  <a:pt x="1372" y="499"/>
                </a:cubicBezTo>
                <a:cubicBezTo>
                  <a:pt x="1372" y="478"/>
                  <a:pt x="1368" y="452"/>
                  <a:pt x="1368" y="427"/>
                </a:cubicBezTo>
                <a:cubicBezTo>
                  <a:pt x="1469" y="452"/>
                  <a:pt x="1554" y="494"/>
                  <a:pt x="1630" y="545"/>
                </a:cubicBezTo>
                <a:cubicBezTo>
                  <a:pt x="1693" y="592"/>
                  <a:pt x="1748" y="642"/>
                  <a:pt x="1795" y="697"/>
                </a:cubicBezTo>
                <a:cubicBezTo>
                  <a:pt x="1866" y="786"/>
                  <a:pt x="1921" y="883"/>
                  <a:pt x="1955" y="984"/>
                </a:cubicBezTo>
                <a:cubicBezTo>
                  <a:pt x="1993" y="1090"/>
                  <a:pt x="2010" y="1196"/>
                  <a:pt x="2010" y="1293"/>
                </a:cubicBezTo>
                <a:cubicBezTo>
                  <a:pt x="2010" y="1297"/>
                  <a:pt x="2010" y="1301"/>
                  <a:pt x="2010" y="1305"/>
                </a:cubicBezTo>
                <a:close/>
              </a:path>
            </a:pathLst>
          </a:custGeom>
          <a:solidFill>
            <a:schemeClr val="accent4"/>
          </a:solidFill>
          <a:ln>
            <a:noFill/>
          </a:ln>
          <a:effectLst/>
        </p:spPr>
        <p:txBody>
          <a:bodyPr wrap="none" anchor="ctr"/>
          <a:lstStyle/>
          <a:p>
            <a:endParaRPr lang="da-DK"/>
          </a:p>
        </p:txBody>
      </p:sp>
      <p:grpSp>
        <p:nvGrpSpPr>
          <p:cNvPr id="298" name="Group 301">
            <a:extLst>
              <a:ext uri="{FF2B5EF4-FFF2-40B4-BE49-F238E27FC236}">
                <a16:creationId xmlns:a16="http://schemas.microsoft.com/office/drawing/2014/main" id="{7657ED68-1EB5-BF5D-73D9-EB3CF8B570E0}"/>
              </a:ext>
            </a:extLst>
          </p:cNvPr>
          <p:cNvGrpSpPr/>
          <p:nvPr/>
        </p:nvGrpSpPr>
        <p:grpSpPr>
          <a:xfrm>
            <a:off x="1083926" y="5330002"/>
            <a:ext cx="231102" cy="256161"/>
            <a:chOff x="104775" y="4964113"/>
            <a:chExt cx="790575" cy="876300"/>
          </a:xfrm>
          <a:solidFill>
            <a:schemeClr val="accent4"/>
          </a:solidFill>
        </p:grpSpPr>
        <p:sp>
          <p:nvSpPr>
            <p:cNvPr id="299" name="Freeform 26">
              <a:extLst>
                <a:ext uri="{FF2B5EF4-FFF2-40B4-BE49-F238E27FC236}">
                  <a16:creationId xmlns:a16="http://schemas.microsoft.com/office/drawing/2014/main" id="{11648DDF-5F88-42BD-B488-D233F6F5FB3E}"/>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0" name="Freeform 27">
              <a:extLst>
                <a:ext uri="{FF2B5EF4-FFF2-40B4-BE49-F238E27FC236}">
                  <a16:creationId xmlns:a16="http://schemas.microsoft.com/office/drawing/2014/main" id="{DA969C90-3249-E411-D9C1-01801981CBA5}"/>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1" name="Freeform 28">
              <a:extLst>
                <a:ext uri="{FF2B5EF4-FFF2-40B4-BE49-F238E27FC236}">
                  <a16:creationId xmlns:a16="http://schemas.microsoft.com/office/drawing/2014/main" id="{F567EFF6-B5C5-DF4B-B973-A005C587F850}"/>
                </a:ext>
              </a:extLst>
            </p:cNvPr>
            <p:cNvSpPr>
              <a:spLocks noChangeArrowheads="1"/>
            </p:cNvSpPr>
            <p:nvPr/>
          </p:nvSpPr>
          <p:spPr bwMode="auto">
            <a:xfrm>
              <a:off x="166688" y="56181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2" name="Freeform 29">
              <a:extLst>
                <a:ext uri="{FF2B5EF4-FFF2-40B4-BE49-F238E27FC236}">
                  <a16:creationId xmlns:a16="http://schemas.microsoft.com/office/drawing/2014/main" id="{36548A76-BA31-83B2-3CB5-22A7463A3CB5}"/>
                </a:ext>
              </a:extLst>
            </p:cNvPr>
            <p:cNvSpPr>
              <a:spLocks noChangeArrowheads="1"/>
            </p:cNvSpPr>
            <p:nvPr/>
          </p:nvSpPr>
          <p:spPr bwMode="auto">
            <a:xfrm>
              <a:off x="165100" y="5222875"/>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3" name="Freeform 30">
              <a:extLst>
                <a:ext uri="{FF2B5EF4-FFF2-40B4-BE49-F238E27FC236}">
                  <a16:creationId xmlns:a16="http://schemas.microsoft.com/office/drawing/2014/main" id="{39FA19F0-148D-EC11-DC05-68FFC35B6B1B}"/>
                </a:ext>
              </a:extLst>
            </p:cNvPr>
            <p:cNvSpPr>
              <a:spLocks noChangeArrowheads="1"/>
            </p:cNvSpPr>
            <p:nvPr/>
          </p:nvSpPr>
          <p:spPr bwMode="auto">
            <a:xfrm>
              <a:off x="104775" y="4964113"/>
              <a:ext cx="790575" cy="876300"/>
            </a:xfrm>
            <a:custGeom>
              <a:avLst/>
              <a:gdLst>
                <a:gd name="T0" fmla="*/ 2158 w 2197"/>
                <a:gd name="T1" fmla="*/ 1360 h 2434"/>
                <a:gd name="T2" fmla="*/ 2179 w 2197"/>
                <a:gd name="T3" fmla="*/ 1301 h 2434"/>
                <a:gd name="T4" fmla="*/ 2192 w 2197"/>
                <a:gd name="T5" fmla="*/ 1238 h 2434"/>
                <a:gd name="T6" fmla="*/ 2196 w 2197"/>
                <a:gd name="T7" fmla="*/ 1183 h 2434"/>
                <a:gd name="T8" fmla="*/ 1943 w 2197"/>
                <a:gd name="T9" fmla="*/ 490 h 2434"/>
                <a:gd name="T10" fmla="*/ 1052 w 2197"/>
                <a:gd name="T11" fmla="*/ 148 h 2434"/>
                <a:gd name="T12" fmla="*/ 460 w 2197"/>
                <a:gd name="T13" fmla="*/ 338 h 2434"/>
                <a:gd name="T14" fmla="*/ 165 w 2197"/>
                <a:gd name="T15" fmla="*/ 718 h 2434"/>
                <a:gd name="T16" fmla="*/ 177 w 2197"/>
                <a:gd name="T17" fmla="*/ 790 h 2434"/>
                <a:gd name="T18" fmla="*/ 199 w 2197"/>
                <a:gd name="T19" fmla="*/ 854 h 2434"/>
                <a:gd name="T20" fmla="*/ 0 w 2197"/>
                <a:gd name="T21" fmla="*/ 1272 h 2434"/>
                <a:gd name="T22" fmla="*/ 13 w 2197"/>
                <a:gd name="T23" fmla="*/ 1356 h 2434"/>
                <a:gd name="T24" fmla="*/ 38 w 2197"/>
                <a:gd name="T25" fmla="*/ 1432 h 2434"/>
                <a:gd name="T26" fmla="*/ 63 w 2197"/>
                <a:gd name="T27" fmla="*/ 1479 h 2434"/>
                <a:gd name="T28" fmla="*/ 93 w 2197"/>
                <a:gd name="T29" fmla="*/ 1521 h 2434"/>
                <a:gd name="T30" fmla="*/ 135 w 2197"/>
                <a:gd name="T31" fmla="*/ 1563 h 2434"/>
                <a:gd name="T32" fmla="*/ 173 w 2197"/>
                <a:gd name="T33" fmla="*/ 1816 h 2434"/>
                <a:gd name="T34" fmla="*/ 887 w 2197"/>
                <a:gd name="T35" fmla="*/ 2433 h 2434"/>
                <a:gd name="T36" fmla="*/ 1681 w 2197"/>
                <a:gd name="T37" fmla="*/ 2260 h 2434"/>
                <a:gd name="T38" fmla="*/ 1951 w 2197"/>
                <a:gd name="T39" fmla="*/ 2019 h 2434"/>
                <a:gd name="T40" fmla="*/ 2103 w 2197"/>
                <a:gd name="T41" fmla="*/ 1449 h 2434"/>
                <a:gd name="T42" fmla="*/ 2129 w 2197"/>
                <a:gd name="T43" fmla="*/ 1415 h 2434"/>
                <a:gd name="T44" fmla="*/ 997 w 2197"/>
                <a:gd name="T45" fmla="*/ 2289 h 2434"/>
                <a:gd name="T46" fmla="*/ 655 w 2197"/>
                <a:gd name="T47" fmla="*/ 2108 h 2434"/>
                <a:gd name="T48" fmla="*/ 279 w 2197"/>
                <a:gd name="T49" fmla="*/ 1812 h 2434"/>
                <a:gd name="T50" fmla="*/ 557 w 2197"/>
                <a:gd name="T51" fmla="*/ 1850 h 2434"/>
                <a:gd name="T52" fmla="*/ 714 w 2197"/>
                <a:gd name="T53" fmla="*/ 1787 h 2434"/>
                <a:gd name="T54" fmla="*/ 718 w 2197"/>
                <a:gd name="T55" fmla="*/ 1584 h 2434"/>
                <a:gd name="T56" fmla="*/ 118 w 2197"/>
                <a:gd name="T57" fmla="*/ 1339 h 2434"/>
                <a:gd name="T58" fmla="*/ 110 w 2197"/>
                <a:gd name="T59" fmla="*/ 1293 h 2434"/>
                <a:gd name="T60" fmla="*/ 106 w 2197"/>
                <a:gd name="T61" fmla="*/ 1250 h 2434"/>
                <a:gd name="T62" fmla="*/ 532 w 2197"/>
                <a:gd name="T63" fmla="*/ 959 h 2434"/>
                <a:gd name="T64" fmla="*/ 279 w 2197"/>
                <a:gd name="T65" fmla="*/ 761 h 2434"/>
                <a:gd name="T66" fmla="*/ 270 w 2197"/>
                <a:gd name="T67" fmla="*/ 723 h 2434"/>
                <a:gd name="T68" fmla="*/ 655 w 2197"/>
                <a:gd name="T69" fmla="*/ 634 h 2434"/>
                <a:gd name="T70" fmla="*/ 600 w 2197"/>
                <a:gd name="T71" fmla="*/ 452 h 2434"/>
                <a:gd name="T72" fmla="*/ 773 w 2197"/>
                <a:gd name="T73" fmla="*/ 131 h 2434"/>
                <a:gd name="T74" fmla="*/ 1026 w 2197"/>
                <a:gd name="T75" fmla="*/ 1238 h 2434"/>
                <a:gd name="T76" fmla="*/ 769 w 2197"/>
                <a:gd name="T77" fmla="*/ 1191 h 2434"/>
                <a:gd name="T78" fmla="*/ 1090 w 2197"/>
                <a:gd name="T79" fmla="*/ 2112 h 2434"/>
                <a:gd name="T80" fmla="*/ 1710 w 2197"/>
                <a:gd name="T81" fmla="*/ 2002 h 2434"/>
                <a:gd name="T82" fmla="*/ 1630 w 2197"/>
                <a:gd name="T83" fmla="*/ 2099 h 2434"/>
                <a:gd name="T84" fmla="*/ 1195 w 2197"/>
                <a:gd name="T85" fmla="*/ 2095 h 2434"/>
                <a:gd name="T86" fmla="*/ 1360 w 2197"/>
                <a:gd name="T87" fmla="*/ 554 h 2434"/>
                <a:gd name="T88" fmla="*/ 1123 w 2197"/>
                <a:gd name="T89" fmla="*/ 241 h 2434"/>
                <a:gd name="T90" fmla="*/ 1541 w 2197"/>
                <a:gd name="T91" fmla="*/ 330 h 2434"/>
                <a:gd name="T92" fmla="*/ 1871 w 2197"/>
                <a:gd name="T93" fmla="*/ 634 h 2434"/>
                <a:gd name="T94" fmla="*/ 1871 w 2197"/>
                <a:gd name="T95" fmla="*/ 668 h 2434"/>
                <a:gd name="T96" fmla="*/ 1862 w 2197"/>
                <a:gd name="T97" fmla="*/ 714 h 2434"/>
                <a:gd name="T98" fmla="*/ 1761 w 2197"/>
                <a:gd name="T99" fmla="*/ 858 h 2434"/>
                <a:gd name="T100" fmla="*/ 2091 w 2197"/>
                <a:gd name="T101" fmla="*/ 1166 h 2434"/>
                <a:gd name="T102" fmla="*/ 2086 w 2197"/>
                <a:gd name="T103" fmla="*/ 1217 h 2434"/>
                <a:gd name="T104" fmla="*/ 2078 w 2197"/>
                <a:gd name="T105" fmla="*/ 1280 h 2434"/>
                <a:gd name="T106" fmla="*/ 2057 w 2197"/>
                <a:gd name="T107" fmla="*/ 1331 h 2434"/>
                <a:gd name="T108" fmla="*/ 2036 w 2197"/>
                <a:gd name="T109" fmla="*/ 1369 h 2434"/>
                <a:gd name="T110" fmla="*/ 2006 w 2197"/>
                <a:gd name="T111" fmla="*/ 1402 h 2434"/>
                <a:gd name="T112" fmla="*/ 1757 w 2197"/>
                <a:gd name="T113" fmla="*/ 1622 h 2434"/>
                <a:gd name="T114" fmla="*/ 1862 w 2197"/>
                <a:gd name="T115" fmla="*/ 1952 h 2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197" h="2434">
                  <a:moveTo>
                    <a:pt x="2137" y="1398"/>
                  </a:moveTo>
                  <a:lnTo>
                    <a:pt x="2137" y="1398"/>
                  </a:lnTo>
                  <a:cubicBezTo>
                    <a:pt x="2141" y="1398"/>
                    <a:pt x="2141" y="1394"/>
                    <a:pt x="2145" y="1390"/>
                  </a:cubicBezTo>
                  <a:lnTo>
                    <a:pt x="2145" y="1386"/>
                  </a:lnTo>
                  <a:cubicBezTo>
                    <a:pt x="2145" y="1381"/>
                    <a:pt x="2150" y="1381"/>
                    <a:pt x="2150" y="1377"/>
                  </a:cubicBezTo>
                  <a:lnTo>
                    <a:pt x="2154" y="1373"/>
                  </a:lnTo>
                  <a:cubicBezTo>
                    <a:pt x="2154" y="1369"/>
                    <a:pt x="2154" y="1369"/>
                    <a:pt x="2158" y="1364"/>
                  </a:cubicBezTo>
                  <a:cubicBezTo>
                    <a:pt x="2158" y="1360"/>
                    <a:pt x="2158" y="1360"/>
                    <a:pt x="2158" y="1360"/>
                  </a:cubicBezTo>
                  <a:cubicBezTo>
                    <a:pt x="2162" y="1356"/>
                    <a:pt x="2162" y="1352"/>
                    <a:pt x="2162" y="1352"/>
                  </a:cubicBezTo>
                  <a:cubicBezTo>
                    <a:pt x="2162" y="1348"/>
                    <a:pt x="2162" y="1348"/>
                    <a:pt x="2166" y="1343"/>
                  </a:cubicBezTo>
                  <a:cubicBezTo>
                    <a:pt x="2166" y="1343"/>
                    <a:pt x="2166" y="1339"/>
                    <a:pt x="2166" y="1335"/>
                  </a:cubicBezTo>
                  <a:cubicBezTo>
                    <a:pt x="2171" y="1335"/>
                    <a:pt x="2171" y="1331"/>
                    <a:pt x="2171" y="1331"/>
                  </a:cubicBezTo>
                  <a:cubicBezTo>
                    <a:pt x="2171" y="1327"/>
                    <a:pt x="2171" y="1327"/>
                    <a:pt x="2175" y="1322"/>
                  </a:cubicBezTo>
                  <a:cubicBezTo>
                    <a:pt x="2175" y="1318"/>
                    <a:pt x="2175" y="1318"/>
                    <a:pt x="2175" y="1314"/>
                  </a:cubicBezTo>
                  <a:cubicBezTo>
                    <a:pt x="2175" y="1314"/>
                    <a:pt x="2175" y="1310"/>
                    <a:pt x="2179" y="1310"/>
                  </a:cubicBezTo>
                  <a:cubicBezTo>
                    <a:pt x="2179" y="1305"/>
                    <a:pt x="2179" y="1301"/>
                    <a:pt x="2179" y="1301"/>
                  </a:cubicBezTo>
                  <a:cubicBezTo>
                    <a:pt x="2179" y="1297"/>
                    <a:pt x="2179" y="1297"/>
                    <a:pt x="2183" y="1293"/>
                  </a:cubicBezTo>
                  <a:cubicBezTo>
                    <a:pt x="2183" y="1288"/>
                    <a:pt x="2183" y="1288"/>
                    <a:pt x="2183" y="1284"/>
                  </a:cubicBezTo>
                  <a:cubicBezTo>
                    <a:pt x="2183" y="1284"/>
                    <a:pt x="2183" y="1280"/>
                    <a:pt x="2183" y="1276"/>
                  </a:cubicBezTo>
                  <a:cubicBezTo>
                    <a:pt x="2188" y="1276"/>
                    <a:pt x="2188" y="1272"/>
                    <a:pt x="2188" y="1272"/>
                  </a:cubicBezTo>
                  <a:cubicBezTo>
                    <a:pt x="2188" y="1267"/>
                    <a:pt x="2188" y="1263"/>
                    <a:pt x="2188" y="1263"/>
                  </a:cubicBezTo>
                  <a:cubicBezTo>
                    <a:pt x="2188" y="1259"/>
                    <a:pt x="2188" y="1259"/>
                    <a:pt x="2188" y="1255"/>
                  </a:cubicBezTo>
                  <a:cubicBezTo>
                    <a:pt x="2192" y="1250"/>
                    <a:pt x="2192" y="1250"/>
                    <a:pt x="2192" y="1246"/>
                  </a:cubicBezTo>
                  <a:cubicBezTo>
                    <a:pt x="2192" y="1246"/>
                    <a:pt x="2192" y="1242"/>
                    <a:pt x="2192" y="1238"/>
                  </a:cubicBezTo>
                  <a:lnTo>
                    <a:pt x="2192" y="1234"/>
                  </a:lnTo>
                  <a:cubicBezTo>
                    <a:pt x="2192" y="1229"/>
                    <a:pt x="2192" y="1225"/>
                    <a:pt x="2192" y="1221"/>
                  </a:cubicBezTo>
                  <a:lnTo>
                    <a:pt x="2192" y="1217"/>
                  </a:lnTo>
                  <a:cubicBezTo>
                    <a:pt x="2196" y="1212"/>
                    <a:pt x="2196" y="1208"/>
                    <a:pt x="2196" y="1204"/>
                  </a:cubicBezTo>
                  <a:cubicBezTo>
                    <a:pt x="2196" y="1204"/>
                    <a:pt x="2196" y="1204"/>
                    <a:pt x="2196" y="1200"/>
                  </a:cubicBezTo>
                  <a:cubicBezTo>
                    <a:pt x="2196" y="1196"/>
                    <a:pt x="2196" y="1191"/>
                    <a:pt x="2196" y="1183"/>
                  </a:cubicBezTo>
                  <a:lnTo>
                    <a:pt x="2196" y="1183"/>
                  </a:lnTo>
                  <a:lnTo>
                    <a:pt x="2196" y="1183"/>
                  </a:lnTo>
                  <a:cubicBezTo>
                    <a:pt x="2196" y="1179"/>
                    <a:pt x="2196" y="1170"/>
                    <a:pt x="2196" y="1162"/>
                  </a:cubicBezTo>
                  <a:lnTo>
                    <a:pt x="2196" y="1162"/>
                  </a:lnTo>
                  <a:cubicBezTo>
                    <a:pt x="2192" y="1069"/>
                    <a:pt x="2154" y="984"/>
                    <a:pt x="2103" y="913"/>
                  </a:cubicBezTo>
                  <a:cubicBezTo>
                    <a:pt x="2061" y="862"/>
                    <a:pt x="2006" y="820"/>
                    <a:pt x="1947" y="790"/>
                  </a:cubicBezTo>
                  <a:cubicBezTo>
                    <a:pt x="1964" y="744"/>
                    <a:pt x="1976" y="697"/>
                    <a:pt x="1976" y="647"/>
                  </a:cubicBezTo>
                  <a:cubicBezTo>
                    <a:pt x="1976" y="638"/>
                    <a:pt x="1976" y="634"/>
                    <a:pt x="1976" y="625"/>
                  </a:cubicBezTo>
                  <a:lnTo>
                    <a:pt x="1976" y="625"/>
                  </a:lnTo>
                  <a:cubicBezTo>
                    <a:pt x="1972" y="579"/>
                    <a:pt x="1960" y="533"/>
                    <a:pt x="1943" y="490"/>
                  </a:cubicBezTo>
                  <a:cubicBezTo>
                    <a:pt x="1913" y="427"/>
                    <a:pt x="1867" y="376"/>
                    <a:pt x="1808" y="338"/>
                  </a:cubicBezTo>
                  <a:cubicBezTo>
                    <a:pt x="1761" y="304"/>
                    <a:pt x="1702" y="288"/>
                    <a:pt x="1643" y="279"/>
                  </a:cubicBezTo>
                  <a:cubicBezTo>
                    <a:pt x="1639" y="245"/>
                    <a:pt x="1630" y="216"/>
                    <a:pt x="1618" y="186"/>
                  </a:cubicBezTo>
                  <a:cubicBezTo>
                    <a:pt x="1592" y="131"/>
                    <a:pt x="1550" y="85"/>
                    <a:pt x="1499" y="51"/>
                  </a:cubicBezTo>
                  <a:cubicBezTo>
                    <a:pt x="1449" y="17"/>
                    <a:pt x="1389" y="0"/>
                    <a:pt x="1326" y="0"/>
                  </a:cubicBezTo>
                  <a:cubicBezTo>
                    <a:pt x="1318" y="0"/>
                    <a:pt x="1313" y="0"/>
                    <a:pt x="1309" y="0"/>
                  </a:cubicBezTo>
                  <a:cubicBezTo>
                    <a:pt x="1263" y="0"/>
                    <a:pt x="1225" y="13"/>
                    <a:pt x="1187" y="30"/>
                  </a:cubicBezTo>
                  <a:cubicBezTo>
                    <a:pt x="1132" y="55"/>
                    <a:pt x="1085" y="98"/>
                    <a:pt x="1052" y="148"/>
                  </a:cubicBezTo>
                  <a:cubicBezTo>
                    <a:pt x="1052" y="152"/>
                    <a:pt x="1047" y="157"/>
                    <a:pt x="1043" y="161"/>
                  </a:cubicBezTo>
                  <a:cubicBezTo>
                    <a:pt x="1022" y="127"/>
                    <a:pt x="993" y="98"/>
                    <a:pt x="959" y="76"/>
                  </a:cubicBezTo>
                  <a:cubicBezTo>
                    <a:pt x="908" y="47"/>
                    <a:pt x="849" y="26"/>
                    <a:pt x="786" y="26"/>
                  </a:cubicBezTo>
                  <a:cubicBezTo>
                    <a:pt x="777" y="26"/>
                    <a:pt x="773" y="26"/>
                    <a:pt x="769" y="26"/>
                  </a:cubicBezTo>
                  <a:cubicBezTo>
                    <a:pt x="726" y="30"/>
                    <a:pt x="684" y="38"/>
                    <a:pt x="646" y="55"/>
                  </a:cubicBezTo>
                  <a:cubicBezTo>
                    <a:pt x="591" y="81"/>
                    <a:pt x="545" y="123"/>
                    <a:pt x="511" y="174"/>
                  </a:cubicBezTo>
                  <a:cubicBezTo>
                    <a:pt x="482" y="220"/>
                    <a:pt x="465" y="271"/>
                    <a:pt x="460" y="330"/>
                  </a:cubicBezTo>
                  <a:cubicBezTo>
                    <a:pt x="460" y="334"/>
                    <a:pt x="460" y="334"/>
                    <a:pt x="460" y="338"/>
                  </a:cubicBezTo>
                  <a:cubicBezTo>
                    <a:pt x="431" y="347"/>
                    <a:pt x="401" y="355"/>
                    <a:pt x="376" y="368"/>
                  </a:cubicBezTo>
                  <a:cubicBezTo>
                    <a:pt x="313" y="397"/>
                    <a:pt x="262" y="444"/>
                    <a:pt x="224" y="499"/>
                  </a:cubicBezTo>
                  <a:cubicBezTo>
                    <a:pt x="186" y="558"/>
                    <a:pt x="165" y="625"/>
                    <a:pt x="165" y="697"/>
                  </a:cubicBezTo>
                  <a:cubicBezTo>
                    <a:pt x="165" y="706"/>
                    <a:pt x="165" y="710"/>
                    <a:pt x="165" y="718"/>
                  </a:cubicBezTo>
                  <a:lnTo>
                    <a:pt x="165" y="718"/>
                  </a:lnTo>
                  <a:lnTo>
                    <a:pt x="165" y="718"/>
                  </a:lnTo>
                  <a:lnTo>
                    <a:pt x="165" y="718"/>
                  </a:lnTo>
                  <a:lnTo>
                    <a:pt x="165" y="718"/>
                  </a:lnTo>
                  <a:cubicBezTo>
                    <a:pt x="165" y="723"/>
                    <a:pt x="165" y="727"/>
                    <a:pt x="165" y="735"/>
                  </a:cubicBezTo>
                  <a:cubicBezTo>
                    <a:pt x="165" y="735"/>
                    <a:pt x="165" y="735"/>
                    <a:pt x="169" y="739"/>
                  </a:cubicBezTo>
                  <a:cubicBezTo>
                    <a:pt x="169" y="744"/>
                    <a:pt x="169" y="748"/>
                    <a:pt x="169" y="752"/>
                  </a:cubicBezTo>
                  <a:cubicBezTo>
                    <a:pt x="169" y="752"/>
                    <a:pt x="169" y="752"/>
                    <a:pt x="169" y="756"/>
                  </a:cubicBezTo>
                  <a:cubicBezTo>
                    <a:pt x="169" y="761"/>
                    <a:pt x="169" y="765"/>
                    <a:pt x="173" y="765"/>
                  </a:cubicBezTo>
                  <a:cubicBezTo>
                    <a:pt x="173" y="769"/>
                    <a:pt x="173" y="769"/>
                    <a:pt x="173" y="773"/>
                  </a:cubicBezTo>
                  <a:cubicBezTo>
                    <a:pt x="173" y="777"/>
                    <a:pt x="173" y="782"/>
                    <a:pt x="173" y="782"/>
                  </a:cubicBezTo>
                  <a:cubicBezTo>
                    <a:pt x="173" y="786"/>
                    <a:pt x="177" y="786"/>
                    <a:pt x="177" y="790"/>
                  </a:cubicBezTo>
                  <a:cubicBezTo>
                    <a:pt x="177" y="794"/>
                    <a:pt x="177" y="799"/>
                    <a:pt x="182" y="803"/>
                  </a:cubicBezTo>
                  <a:cubicBezTo>
                    <a:pt x="182" y="807"/>
                    <a:pt x="182" y="807"/>
                    <a:pt x="182" y="811"/>
                  </a:cubicBezTo>
                  <a:cubicBezTo>
                    <a:pt x="182" y="815"/>
                    <a:pt x="186" y="815"/>
                    <a:pt x="186" y="820"/>
                  </a:cubicBezTo>
                  <a:cubicBezTo>
                    <a:pt x="186" y="820"/>
                    <a:pt x="186" y="824"/>
                    <a:pt x="190" y="828"/>
                  </a:cubicBezTo>
                  <a:lnTo>
                    <a:pt x="190" y="832"/>
                  </a:lnTo>
                  <a:cubicBezTo>
                    <a:pt x="190" y="837"/>
                    <a:pt x="194" y="841"/>
                    <a:pt x="194" y="841"/>
                  </a:cubicBezTo>
                  <a:cubicBezTo>
                    <a:pt x="194" y="845"/>
                    <a:pt x="194" y="845"/>
                    <a:pt x="194" y="845"/>
                  </a:cubicBezTo>
                  <a:cubicBezTo>
                    <a:pt x="199" y="849"/>
                    <a:pt x="199" y="854"/>
                    <a:pt x="199" y="854"/>
                  </a:cubicBezTo>
                  <a:cubicBezTo>
                    <a:pt x="203" y="862"/>
                    <a:pt x="207" y="866"/>
                    <a:pt x="211" y="875"/>
                  </a:cubicBezTo>
                  <a:cubicBezTo>
                    <a:pt x="156" y="908"/>
                    <a:pt x="110" y="955"/>
                    <a:pt x="72" y="1006"/>
                  </a:cubicBezTo>
                  <a:cubicBezTo>
                    <a:pt x="25" y="1077"/>
                    <a:pt x="0" y="1158"/>
                    <a:pt x="0" y="1250"/>
                  </a:cubicBezTo>
                  <a:cubicBezTo>
                    <a:pt x="0" y="1255"/>
                    <a:pt x="0" y="1263"/>
                    <a:pt x="0" y="1272"/>
                  </a:cubicBezTo>
                  <a:lnTo>
                    <a:pt x="0" y="1272"/>
                  </a:lnTo>
                  <a:lnTo>
                    <a:pt x="0" y="1272"/>
                  </a:lnTo>
                  <a:lnTo>
                    <a:pt x="0" y="1272"/>
                  </a:lnTo>
                  <a:lnTo>
                    <a:pt x="0" y="1272"/>
                  </a:lnTo>
                  <a:lnTo>
                    <a:pt x="0" y="1272"/>
                  </a:lnTo>
                  <a:cubicBezTo>
                    <a:pt x="0" y="1276"/>
                    <a:pt x="0" y="1284"/>
                    <a:pt x="0" y="1293"/>
                  </a:cubicBezTo>
                  <a:cubicBezTo>
                    <a:pt x="0" y="1293"/>
                    <a:pt x="0" y="1293"/>
                    <a:pt x="0" y="1297"/>
                  </a:cubicBezTo>
                  <a:cubicBezTo>
                    <a:pt x="4" y="1301"/>
                    <a:pt x="4" y="1305"/>
                    <a:pt x="4" y="1310"/>
                  </a:cubicBezTo>
                  <a:cubicBezTo>
                    <a:pt x="4" y="1314"/>
                    <a:pt x="4" y="1314"/>
                    <a:pt x="4" y="1318"/>
                  </a:cubicBezTo>
                  <a:cubicBezTo>
                    <a:pt x="4" y="1322"/>
                    <a:pt x="9" y="1331"/>
                    <a:pt x="9" y="1335"/>
                  </a:cubicBezTo>
                  <a:lnTo>
                    <a:pt x="9" y="1335"/>
                  </a:lnTo>
                  <a:cubicBezTo>
                    <a:pt x="9" y="1343"/>
                    <a:pt x="9" y="1348"/>
                    <a:pt x="13" y="1356"/>
                  </a:cubicBezTo>
                  <a:cubicBezTo>
                    <a:pt x="13" y="1356"/>
                    <a:pt x="13" y="1356"/>
                    <a:pt x="13" y="1360"/>
                  </a:cubicBezTo>
                  <a:cubicBezTo>
                    <a:pt x="13" y="1364"/>
                    <a:pt x="17" y="1369"/>
                    <a:pt x="17" y="1373"/>
                  </a:cubicBezTo>
                  <a:lnTo>
                    <a:pt x="17" y="1377"/>
                  </a:lnTo>
                  <a:cubicBezTo>
                    <a:pt x="21" y="1386"/>
                    <a:pt x="21" y="1390"/>
                    <a:pt x="25" y="1394"/>
                  </a:cubicBezTo>
                  <a:lnTo>
                    <a:pt x="25" y="1398"/>
                  </a:lnTo>
                  <a:cubicBezTo>
                    <a:pt x="25" y="1402"/>
                    <a:pt x="30" y="1407"/>
                    <a:pt x="30" y="1415"/>
                  </a:cubicBezTo>
                  <a:cubicBezTo>
                    <a:pt x="34" y="1415"/>
                    <a:pt x="34" y="1419"/>
                    <a:pt x="34" y="1419"/>
                  </a:cubicBezTo>
                  <a:cubicBezTo>
                    <a:pt x="34" y="1424"/>
                    <a:pt x="38" y="1428"/>
                    <a:pt x="38" y="1432"/>
                  </a:cubicBezTo>
                  <a:cubicBezTo>
                    <a:pt x="38" y="1432"/>
                    <a:pt x="38" y="1432"/>
                    <a:pt x="42" y="1436"/>
                  </a:cubicBezTo>
                  <a:lnTo>
                    <a:pt x="42" y="1436"/>
                  </a:lnTo>
                  <a:cubicBezTo>
                    <a:pt x="42" y="1440"/>
                    <a:pt x="42" y="1440"/>
                    <a:pt x="47" y="1445"/>
                  </a:cubicBezTo>
                  <a:cubicBezTo>
                    <a:pt x="47" y="1445"/>
                    <a:pt x="47" y="1449"/>
                    <a:pt x="51" y="1453"/>
                  </a:cubicBezTo>
                  <a:lnTo>
                    <a:pt x="51" y="1457"/>
                  </a:lnTo>
                  <a:cubicBezTo>
                    <a:pt x="55" y="1462"/>
                    <a:pt x="55" y="1462"/>
                    <a:pt x="55" y="1466"/>
                  </a:cubicBezTo>
                  <a:cubicBezTo>
                    <a:pt x="59" y="1466"/>
                    <a:pt x="59" y="1470"/>
                    <a:pt x="59" y="1470"/>
                  </a:cubicBezTo>
                  <a:cubicBezTo>
                    <a:pt x="59" y="1474"/>
                    <a:pt x="63" y="1474"/>
                    <a:pt x="63" y="1479"/>
                  </a:cubicBezTo>
                  <a:lnTo>
                    <a:pt x="68" y="1483"/>
                  </a:lnTo>
                  <a:cubicBezTo>
                    <a:pt x="68" y="1487"/>
                    <a:pt x="72" y="1491"/>
                    <a:pt x="72" y="1491"/>
                  </a:cubicBezTo>
                  <a:cubicBezTo>
                    <a:pt x="72" y="1495"/>
                    <a:pt x="76" y="1495"/>
                    <a:pt x="76" y="1495"/>
                  </a:cubicBezTo>
                  <a:cubicBezTo>
                    <a:pt x="76" y="1500"/>
                    <a:pt x="80" y="1504"/>
                    <a:pt x="80" y="1504"/>
                  </a:cubicBezTo>
                  <a:cubicBezTo>
                    <a:pt x="80" y="1504"/>
                    <a:pt x="80" y="1504"/>
                    <a:pt x="84" y="1508"/>
                  </a:cubicBezTo>
                  <a:lnTo>
                    <a:pt x="84" y="1508"/>
                  </a:lnTo>
                  <a:cubicBezTo>
                    <a:pt x="84" y="1512"/>
                    <a:pt x="89" y="1517"/>
                    <a:pt x="93" y="1517"/>
                  </a:cubicBezTo>
                  <a:lnTo>
                    <a:pt x="93" y="1521"/>
                  </a:lnTo>
                  <a:cubicBezTo>
                    <a:pt x="97" y="1525"/>
                    <a:pt x="97" y="1525"/>
                    <a:pt x="101" y="1529"/>
                  </a:cubicBezTo>
                  <a:cubicBezTo>
                    <a:pt x="101" y="1529"/>
                    <a:pt x="101" y="1529"/>
                    <a:pt x="101" y="1533"/>
                  </a:cubicBezTo>
                  <a:cubicBezTo>
                    <a:pt x="106" y="1533"/>
                    <a:pt x="110" y="1538"/>
                    <a:pt x="110" y="1542"/>
                  </a:cubicBezTo>
                  <a:cubicBezTo>
                    <a:pt x="110" y="1542"/>
                    <a:pt x="110" y="1542"/>
                    <a:pt x="114" y="1542"/>
                  </a:cubicBezTo>
                  <a:cubicBezTo>
                    <a:pt x="114" y="1546"/>
                    <a:pt x="118" y="1550"/>
                    <a:pt x="122" y="1555"/>
                  </a:cubicBezTo>
                  <a:lnTo>
                    <a:pt x="122" y="1555"/>
                  </a:lnTo>
                  <a:cubicBezTo>
                    <a:pt x="127" y="1559"/>
                    <a:pt x="131" y="1559"/>
                    <a:pt x="131" y="1563"/>
                  </a:cubicBezTo>
                  <a:cubicBezTo>
                    <a:pt x="131" y="1563"/>
                    <a:pt x="131" y="1563"/>
                    <a:pt x="135" y="1563"/>
                  </a:cubicBezTo>
                  <a:cubicBezTo>
                    <a:pt x="135" y="1567"/>
                    <a:pt x="139" y="1571"/>
                    <a:pt x="144" y="1576"/>
                  </a:cubicBezTo>
                  <a:lnTo>
                    <a:pt x="144" y="1576"/>
                  </a:lnTo>
                  <a:cubicBezTo>
                    <a:pt x="148" y="1580"/>
                    <a:pt x="152" y="1580"/>
                    <a:pt x="156" y="1584"/>
                  </a:cubicBezTo>
                  <a:lnTo>
                    <a:pt x="156" y="1584"/>
                  </a:lnTo>
                  <a:cubicBezTo>
                    <a:pt x="169" y="1597"/>
                    <a:pt x="186" y="1609"/>
                    <a:pt x="199" y="1618"/>
                  </a:cubicBezTo>
                  <a:cubicBezTo>
                    <a:pt x="207" y="1622"/>
                    <a:pt x="211" y="1626"/>
                    <a:pt x="215" y="1626"/>
                  </a:cubicBezTo>
                  <a:cubicBezTo>
                    <a:pt x="190" y="1681"/>
                    <a:pt x="173" y="1736"/>
                    <a:pt x="173" y="1800"/>
                  </a:cubicBezTo>
                  <a:cubicBezTo>
                    <a:pt x="173" y="1804"/>
                    <a:pt x="173" y="1812"/>
                    <a:pt x="173" y="1816"/>
                  </a:cubicBezTo>
                  <a:cubicBezTo>
                    <a:pt x="177" y="1867"/>
                    <a:pt x="190" y="1913"/>
                    <a:pt x="207" y="1956"/>
                  </a:cubicBezTo>
                  <a:cubicBezTo>
                    <a:pt x="237" y="2019"/>
                    <a:pt x="283" y="2070"/>
                    <a:pt x="342" y="2108"/>
                  </a:cubicBezTo>
                  <a:cubicBezTo>
                    <a:pt x="401" y="2146"/>
                    <a:pt x="469" y="2167"/>
                    <a:pt x="541" y="2167"/>
                  </a:cubicBezTo>
                  <a:cubicBezTo>
                    <a:pt x="545" y="2167"/>
                    <a:pt x="549" y="2167"/>
                    <a:pt x="553" y="2167"/>
                  </a:cubicBezTo>
                  <a:cubicBezTo>
                    <a:pt x="557" y="2196"/>
                    <a:pt x="566" y="2222"/>
                    <a:pt x="579" y="2247"/>
                  </a:cubicBezTo>
                  <a:cubicBezTo>
                    <a:pt x="604" y="2302"/>
                    <a:pt x="646" y="2348"/>
                    <a:pt x="697" y="2382"/>
                  </a:cubicBezTo>
                  <a:cubicBezTo>
                    <a:pt x="747" y="2416"/>
                    <a:pt x="807" y="2433"/>
                    <a:pt x="870" y="2433"/>
                  </a:cubicBezTo>
                  <a:cubicBezTo>
                    <a:pt x="874" y="2433"/>
                    <a:pt x="883" y="2433"/>
                    <a:pt x="887" y="2433"/>
                  </a:cubicBezTo>
                  <a:cubicBezTo>
                    <a:pt x="929" y="2433"/>
                    <a:pt x="971" y="2420"/>
                    <a:pt x="1009" y="2403"/>
                  </a:cubicBezTo>
                  <a:cubicBezTo>
                    <a:pt x="1064" y="2378"/>
                    <a:pt x="1111" y="2336"/>
                    <a:pt x="1140" y="2285"/>
                  </a:cubicBezTo>
                  <a:cubicBezTo>
                    <a:pt x="1145" y="2281"/>
                    <a:pt x="1149" y="2277"/>
                    <a:pt x="1149" y="2277"/>
                  </a:cubicBezTo>
                  <a:cubicBezTo>
                    <a:pt x="1174" y="2306"/>
                    <a:pt x="1204" y="2336"/>
                    <a:pt x="1237" y="2357"/>
                  </a:cubicBezTo>
                  <a:cubicBezTo>
                    <a:pt x="1288" y="2391"/>
                    <a:pt x="1347" y="2408"/>
                    <a:pt x="1411" y="2408"/>
                  </a:cubicBezTo>
                  <a:cubicBezTo>
                    <a:pt x="1415" y="2408"/>
                    <a:pt x="1423" y="2408"/>
                    <a:pt x="1428" y="2408"/>
                  </a:cubicBezTo>
                  <a:cubicBezTo>
                    <a:pt x="1470" y="2403"/>
                    <a:pt x="1512" y="2395"/>
                    <a:pt x="1550" y="2378"/>
                  </a:cubicBezTo>
                  <a:cubicBezTo>
                    <a:pt x="1605" y="2353"/>
                    <a:pt x="1651" y="2310"/>
                    <a:pt x="1681" y="2260"/>
                  </a:cubicBezTo>
                  <a:cubicBezTo>
                    <a:pt x="1710" y="2213"/>
                    <a:pt x="1732" y="2163"/>
                    <a:pt x="1732" y="2108"/>
                  </a:cubicBezTo>
                  <a:cubicBezTo>
                    <a:pt x="1740" y="2108"/>
                    <a:pt x="1748" y="2108"/>
                    <a:pt x="1757" y="2104"/>
                  </a:cubicBezTo>
                  <a:cubicBezTo>
                    <a:pt x="1765" y="2104"/>
                    <a:pt x="1778" y="2104"/>
                    <a:pt x="1786" y="2099"/>
                  </a:cubicBezTo>
                  <a:cubicBezTo>
                    <a:pt x="1795" y="2099"/>
                    <a:pt x="1803" y="2095"/>
                    <a:pt x="1816" y="2091"/>
                  </a:cubicBezTo>
                  <a:cubicBezTo>
                    <a:pt x="1820" y="2091"/>
                    <a:pt x="1824" y="2091"/>
                    <a:pt x="1833" y="2087"/>
                  </a:cubicBezTo>
                  <a:cubicBezTo>
                    <a:pt x="1841" y="2082"/>
                    <a:pt x="1854" y="2078"/>
                    <a:pt x="1862" y="2074"/>
                  </a:cubicBezTo>
                  <a:cubicBezTo>
                    <a:pt x="1884" y="2065"/>
                    <a:pt x="1901" y="2053"/>
                    <a:pt x="1917" y="2040"/>
                  </a:cubicBezTo>
                  <a:cubicBezTo>
                    <a:pt x="1930" y="2036"/>
                    <a:pt x="1939" y="2027"/>
                    <a:pt x="1951" y="2019"/>
                  </a:cubicBezTo>
                  <a:cubicBezTo>
                    <a:pt x="1976" y="1994"/>
                    <a:pt x="1998" y="1968"/>
                    <a:pt x="2014" y="1939"/>
                  </a:cubicBezTo>
                  <a:cubicBezTo>
                    <a:pt x="2053" y="1884"/>
                    <a:pt x="2074" y="1816"/>
                    <a:pt x="2074" y="1740"/>
                  </a:cubicBezTo>
                  <a:cubicBezTo>
                    <a:pt x="2074" y="1736"/>
                    <a:pt x="2074" y="1732"/>
                    <a:pt x="2074" y="1723"/>
                  </a:cubicBezTo>
                  <a:lnTo>
                    <a:pt x="2074" y="1723"/>
                  </a:lnTo>
                  <a:lnTo>
                    <a:pt x="2074" y="1723"/>
                  </a:lnTo>
                  <a:cubicBezTo>
                    <a:pt x="2074" y="1677"/>
                    <a:pt x="2061" y="1635"/>
                    <a:pt x="2044" y="1597"/>
                  </a:cubicBezTo>
                  <a:cubicBezTo>
                    <a:pt x="2036" y="1576"/>
                    <a:pt x="2027" y="1559"/>
                    <a:pt x="2014" y="1538"/>
                  </a:cubicBezTo>
                  <a:cubicBezTo>
                    <a:pt x="2048" y="1512"/>
                    <a:pt x="2078" y="1483"/>
                    <a:pt x="2103" y="1449"/>
                  </a:cubicBezTo>
                  <a:cubicBezTo>
                    <a:pt x="2103" y="1449"/>
                    <a:pt x="2103" y="1449"/>
                    <a:pt x="2107" y="1449"/>
                  </a:cubicBezTo>
                  <a:cubicBezTo>
                    <a:pt x="2107" y="1445"/>
                    <a:pt x="2112" y="1445"/>
                    <a:pt x="2112" y="1440"/>
                  </a:cubicBezTo>
                  <a:lnTo>
                    <a:pt x="2116" y="1436"/>
                  </a:lnTo>
                  <a:cubicBezTo>
                    <a:pt x="2116" y="1436"/>
                    <a:pt x="2120" y="1432"/>
                    <a:pt x="2120" y="1428"/>
                  </a:cubicBezTo>
                  <a:cubicBezTo>
                    <a:pt x="2120" y="1428"/>
                    <a:pt x="2124" y="1428"/>
                    <a:pt x="2124" y="1424"/>
                  </a:cubicBezTo>
                  <a:lnTo>
                    <a:pt x="2124" y="1424"/>
                  </a:lnTo>
                  <a:cubicBezTo>
                    <a:pt x="2124" y="1419"/>
                    <a:pt x="2129" y="1419"/>
                    <a:pt x="2129" y="1415"/>
                  </a:cubicBezTo>
                  <a:lnTo>
                    <a:pt x="2129" y="1415"/>
                  </a:lnTo>
                  <a:lnTo>
                    <a:pt x="2133" y="1411"/>
                  </a:lnTo>
                  <a:cubicBezTo>
                    <a:pt x="2133" y="1411"/>
                    <a:pt x="2133" y="1407"/>
                    <a:pt x="2137" y="1402"/>
                  </a:cubicBezTo>
                  <a:cubicBezTo>
                    <a:pt x="2137" y="1402"/>
                    <a:pt x="2137" y="1402"/>
                    <a:pt x="2137" y="1398"/>
                  </a:cubicBezTo>
                  <a:close/>
                  <a:moveTo>
                    <a:pt x="549" y="2129"/>
                  </a:moveTo>
                  <a:lnTo>
                    <a:pt x="549" y="2129"/>
                  </a:lnTo>
                  <a:close/>
                  <a:moveTo>
                    <a:pt x="1073" y="2192"/>
                  </a:moveTo>
                  <a:lnTo>
                    <a:pt x="1073" y="2192"/>
                  </a:lnTo>
                  <a:cubicBezTo>
                    <a:pt x="1056" y="2230"/>
                    <a:pt x="1030" y="2264"/>
                    <a:pt x="997" y="2289"/>
                  </a:cubicBezTo>
                  <a:cubicBezTo>
                    <a:pt x="963" y="2310"/>
                    <a:pt x="925" y="2327"/>
                    <a:pt x="883" y="2327"/>
                  </a:cubicBezTo>
                  <a:cubicBezTo>
                    <a:pt x="878" y="2327"/>
                    <a:pt x="874" y="2327"/>
                    <a:pt x="870" y="2327"/>
                  </a:cubicBezTo>
                  <a:cubicBezTo>
                    <a:pt x="840" y="2327"/>
                    <a:pt x="815" y="2323"/>
                    <a:pt x="790" y="2315"/>
                  </a:cubicBezTo>
                  <a:cubicBezTo>
                    <a:pt x="752" y="2298"/>
                    <a:pt x="718" y="2272"/>
                    <a:pt x="693" y="2239"/>
                  </a:cubicBezTo>
                  <a:cubicBezTo>
                    <a:pt x="672" y="2205"/>
                    <a:pt x="655" y="2167"/>
                    <a:pt x="655" y="2120"/>
                  </a:cubicBezTo>
                  <a:lnTo>
                    <a:pt x="655" y="2120"/>
                  </a:lnTo>
                  <a:cubicBezTo>
                    <a:pt x="655" y="2120"/>
                    <a:pt x="655" y="2116"/>
                    <a:pt x="655" y="2112"/>
                  </a:cubicBezTo>
                  <a:lnTo>
                    <a:pt x="655" y="2108"/>
                  </a:lnTo>
                  <a:cubicBezTo>
                    <a:pt x="655" y="2091"/>
                    <a:pt x="646" y="2078"/>
                    <a:pt x="634" y="2065"/>
                  </a:cubicBezTo>
                  <a:cubicBezTo>
                    <a:pt x="621" y="2057"/>
                    <a:pt x="604" y="2053"/>
                    <a:pt x="591" y="2057"/>
                  </a:cubicBezTo>
                  <a:cubicBezTo>
                    <a:pt x="579" y="2057"/>
                    <a:pt x="566" y="2061"/>
                    <a:pt x="553" y="2061"/>
                  </a:cubicBezTo>
                  <a:cubicBezTo>
                    <a:pt x="549" y="2061"/>
                    <a:pt x="545" y="2061"/>
                    <a:pt x="541" y="2061"/>
                  </a:cubicBezTo>
                  <a:cubicBezTo>
                    <a:pt x="507" y="2061"/>
                    <a:pt x="473" y="2053"/>
                    <a:pt x="443" y="2040"/>
                  </a:cubicBezTo>
                  <a:cubicBezTo>
                    <a:pt x="397" y="2023"/>
                    <a:pt x="359" y="1990"/>
                    <a:pt x="329" y="1952"/>
                  </a:cubicBezTo>
                  <a:cubicBezTo>
                    <a:pt x="300" y="1913"/>
                    <a:pt x="283" y="1863"/>
                    <a:pt x="279" y="1812"/>
                  </a:cubicBezTo>
                  <a:lnTo>
                    <a:pt x="279" y="1812"/>
                  </a:lnTo>
                  <a:cubicBezTo>
                    <a:pt x="279" y="1808"/>
                    <a:pt x="279" y="1804"/>
                    <a:pt x="279" y="1800"/>
                  </a:cubicBezTo>
                  <a:cubicBezTo>
                    <a:pt x="279" y="1753"/>
                    <a:pt x="291" y="1707"/>
                    <a:pt x="313" y="1669"/>
                  </a:cubicBezTo>
                  <a:cubicBezTo>
                    <a:pt x="355" y="1681"/>
                    <a:pt x="393" y="1685"/>
                    <a:pt x="435" y="1685"/>
                  </a:cubicBezTo>
                  <a:cubicBezTo>
                    <a:pt x="443" y="1685"/>
                    <a:pt x="452" y="1685"/>
                    <a:pt x="460" y="1685"/>
                  </a:cubicBezTo>
                  <a:cubicBezTo>
                    <a:pt x="465" y="1685"/>
                    <a:pt x="469" y="1685"/>
                    <a:pt x="473" y="1685"/>
                  </a:cubicBezTo>
                  <a:cubicBezTo>
                    <a:pt x="473" y="1707"/>
                    <a:pt x="477" y="1728"/>
                    <a:pt x="482" y="1745"/>
                  </a:cubicBezTo>
                  <a:cubicBezTo>
                    <a:pt x="486" y="1761"/>
                    <a:pt x="494" y="1778"/>
                    <a:pt x="503" y="1791"/>
                  </a:cubicBezTo>
                  <a:cubicBezTo>
                    <a:pt x="515" y="1816"/>
                    <a:pt x="536" y="1833"/>
                    <a:pt x="557" y="1850"/>
                  </a:cubicBezTo>
                  <a:cubicBezTo>
                    <a:pt x="570" y="1859"/>
                    <a:pt x="587" y="1867"/>
                    <a:pt x="604" y="1871"/>
                  </a:cubicBezTo>
                  <a:cubicBezTo>
                    <a:pt x="625" y="1880"/>
                    <a:pt x="646" y="1884"/>
                    <a:pt x="667" y="1888"/>
                  </a:cubicBezTo>
                  <a:cubicBezTo>
                    <a:pt x="684" y="1892"/>
                    <a:pt x="701" y="1892"/>
                    <a:pt x="714" y="1892"/>
                  </a:cubicBezTo>
                  <a:cubicBezTo>
                    <a:pt x="722" y="1892"/>
                    <a:pt x="731" y="1892"/>
                    <a:pt x="731" y="1892"/>
                  </a:cubicBezTo>
                  <a:cubicBezTo>
                    <a:pt x="760" y="1888"/>
                    <a:pt x="781" y="1863"/>
                    <a:pt x="781" y="1833"/>
                  </a:cubicBezTo>
                  <a:cubicBezTo>
                    <a:pt x="777" y="1804"/>
                    <a:pt x="752" y="1783"/>
                    <a:pt x="722" y="1787"/>
                  </a:cubicBezTo>
                  <a:lnTo>
                    <a:pt x="722" y="1787"/>
                  </a:lnTo>
                  <a:cubicBezTo>
                    <a:pt x="722" y="1787"/>
                    <a:pt x="718" y="1787"/>
                    <a:pt x="714" y="1787"/>
                  </a:cubicBezTo>
                  <a:cubicBezTo>
                    <a:pt x="705" y="1787"/>
                    <a:pt x="693" y="1787"/>
                    <a:pt x="676" y="1783"/>
                  </a:cubicBezTo>
                  <a:cubicBezTo>
                    <a:pt x="663" y="1783"/>
                    <a:pt x="650" y="1778"/>
                    <a:pt x="638" y="1774"/>
                  </a:cubicBezTo>
                  <a:cubicBezTo>
                    <a:pt x="629" y="1770"/>
                    <a:pt x="621" y="1766"/>
                    <a:pt x="617" y="1761"/>
                  </a:cubicBezTo>
                  <a:cubicBezTo>
                    <a:pt x="608" y="1757"/>
                    <a:pt x="604" y="1753"/>
                    <a:pt x="600" y="1749"/>
                  </a:cubicBezTo>
                  <a:cubicBezTo>
                    <a:pt x="595" y="1740"/>
                    <a:pt x="591" y="1736"/>
                    <a:pt x="587" y="1723"/>
                  </a:cubicBezTo>
                  <a:cubicBezTo>
                    <a:pt x="583" y="1715"/>
                    <a:pt x="579" y="1702"/>
                    <a:pt x="579" y="1685"/>
                  </a:cubicBezTo>
                  <a:cubicBezTo>
                    <a:pt x="579" y="1677"/>
                    <a:pt x="579" y="1669"/>
                    <a:pt x="583" y="1664"/>
                  </a:cubicBezTo>
                  <a:cubicBezTo>
                    <a:pt x="634" y="1647"/>
                    <a:pt x="680" y="1618"/>
                    <a:pt x="718" y="1584"/>
                  </a:cubicBezTo>
                  <a:cubicBezTo>
                    <a:pt x="739" y="1567"/>
                    <a:pt x="743" y="1533"/>
                    <a:pt x="726" y="1512"/>
                  </a:cubicBezTo>
                  <a:cubicBezTo>
                    <a:pt x="705" y="1487"/>
                    <a:pt x="672" y="1487"/>
                    <a:pt x="650" y="1504"/>
                  </a:cubicBezTo>
                  <a:cubicBezTo>
                    <a:pt x="595" y="1550"/>
                    <a:pt x="528" y="1576"/>
                    <a:pt x="452" y="1580"/>
                  </a:cubicBezTo>
                  <a:cubicBezTo>
                    <a:pt x="448" y="1580"/>
                    <a:pt x="443" y="1580"/>
                    <a:pt x="435" y="1580"/>
                  </a:cubicBezTo>
                  <a:cubicBezTo>
                    <a:pt x="393" y="1580"/>
                    <a:pt x="351" y="1571"/>
                    <a:pt x="313" y="1559"/>
                  </a:cubicBezTo>
                  <a:lnTo>
                    <a:pt x="313" y="1559"/>
                  </a:lnTo>
                  <a:cubicBezTo>
                    <a:pt x="253" y="1533"/>
                    <a:pt x="203" y="1495"/>
                    <a:pt x="169" y="1445"/>
                  </a:cubicBezTo>
                  <a:cubicBezTo>
                    <a:pt x="144" y="1415"/>
                    <a:pt x="127" y="1377"/>
                    <a:pt x="118" y="1339"/>
                  </a:cubicBezTo>
                  <a:lnTo>
                    <a:pt x="118" y="1339"/>
                  </a:lnTo>
                  <a:cubicBezTo>
                    <a:pt x="118" y="1335"/>
                    <a:pt x="114" y="1331"/>
                    <a:pt x="114" y="1331"/>
                  </a:cubicBezTo>
                  <a:cubicBezTo>
                    <a:pt x="114" y="1327"/>
                    <a:pt x="114" y="1327"/>
                    <a:pt x="114" y="1327"/>
                  </a:cubicBezTo>
                  <a:cubicBezTo>
                    <a:pt x="114" y="1322"/>
                    <a:pt x="114" y="1322"/>
                    <a:pt x="114" y="1318"/>
                  </a:cubicBezTo>
                  <a:cubicBezTo>
                    <a:pt x="110" y="1318"/>
                    <a:pt x="110" y="1318"/>
                    <a:pt x="110" y="1314"/>
                  </a:cubicBezTo>
                  <a:cubicBezTo>
                    <a:pt x="110" y="1314"/>
                    <a:pt x="110" y="1310"/>
                    <a:pt x="110" y="1305"/>
                  </a:cubicBezTo>
                  <a:cubicBezTo>
                    <a:pt x="110" y="1305"/>
                    <a:pt x="110" y="1305"/>
                    <a:pt x="110" y="1301"/>
                  </a:cubicBezTo>
                  <a:cubicBezTo>
                    <a:pt x="110" y="1301"/>
                    <a:pt x="110" y="1297"/>
                    <a:pt x="110" y="1293"/>
                  </a:cubicBezTo>
                  <a:cubicBezTo>
                    <a:pt x="110" y="1293"/>
                    <a:pt x="110" y="1293"/>
                    <a:pt x="106" y="1293"/>
                  </a:cubicBezTo>
                  <a:cubicBezTo>
                    <a:pt x="106" y="1288"/>
                    <a:pt x="106" y="1284"/>
                    <a:pt x="106" y="1280"/>
                  </a:cubicBezTo>
                  <a:lnTo>
                    <a:pt x="106" y="1280"/>
                  </a:lnTo>
                  <a:cubicBezTo>
                    <a:pt x="106" y="1276"/>
                    <a:pt x="106" y="1272"/>
                    <a:pt x="106" y="1267"/>
                  </a:cubicBezTo>
                  <a:lnTo>
                    <a:pt x="106" y="1267"/>
                  </a:lnTo>
                  <a:lnTo>
                    <a:pt x="106" y="1267"/>
                  </a:lnTo>
                  <a:lnTo>
                    <a:pt x="106" y="1267"/>
                  </a:lnTo>
                  <a:cubicBezTo>
                    <a:pt x="106" y="1259"/>
                    <a:pt x="106" y="1255"/>
                    <a:pt x="106" y="1250"/>
                  </a:cubicBezTo>
                  <a:cubicBezTo>
                    <a:pt x="106" y="1183"/>
                    <a:pt x="127" y="1119"/>
                    <a:pt x="161" y="1065"/>
                  </a:cubicBezTo>
                  <a:cubicBezTo>
                    <a:pt x="190" y="1022"/>
                    <a:pt x="228" y="984"/>
                    <a:pt x="274" y="959"/>
                  </a:cubicBezTo>
                  <a:cubicBezTo>
                    <a:pt x="291" y="976"/>
                    <a:pt x="313" y="993"/>
                    <a:pt x="334" y="1006"/>
                  </a:cubicBezTo>
                  <a:cubicBezTo>
                    <a:pt x="389" y="1044"/>
                    <a:pt x="460" y="1065"/>
                    <a:pt x="532" y="1065"/>
                  </a:cubicBezTo>
                  <a:cubicBezTo>
                    <a:pt x="536" y="1065"/>
                    <a:pt x="545" y="1065"/>
                    <a:pt x="549" y="1065"/>
                  </a:cubicBezTo>
                  <a:cubicBezTo>
                    <a:pt x="579" y="1065"/>
                    <a:pt x="600" y="1039"/>
                    <a:pt x="600" y="1010"/>
                  </a:cubicBezTo>
                  <a:cubicBezTo>
                    <a:pt x="600" y="980"/>
                    <a:pt x="574" y="959"/>
                    <a:pt x="545" y="959"/>
                  </a:cubicBezTo>
                  <a:cubicBezTo>
                    <a:pt x="541" y="959"/>
                    <a:pt x="536" y="959"/>
                    <a:pt x="532" y="959"/>
                  </a:cubicBezTo>
                  <a:cubicBezTo>
                    <a:pt x="498" y="959"/>
                    <a:pt x="465" y="955"/>
                    <a:pt x="435" y="942"/>
                  </a:cubicBezTo>
                  <a:cubicBezTo>
                    <a:pt x="389" y="921"/>
                    <a:pt x="351" y="892"/>
                    <a:pt x="321" y="854"/>
                  </a:cubicBezTo>
                  <a:cubicBezTo>
                    <a:pt x="304" y="832"/>
                    <a:pt x="291" y="807"/>
                    <a:pt x="283" y="782"/>
                  </a:cubicBezTo>
                  <a:lnTo>
                    <a:pt x="283" y="782"/>
                  </a:lnTo>
                  <a:cubicBezTo>
                    <a:pt x="283" y="782"/>
                    <a:pt x="283" y="777"/>
                    <a:pt x="283" y="773"/>
                  </a:cubicBezTo>
                  <a:lnTo>
                    <a:pt x="283" y="773"/>
                  </a:lnTo>
                  <a:cubicBezTo>
                    <a:pt x="279" y="769"/>
                    <a:pt x="279" y="769"/>
                    <a:pt x="279" y="765"/>
                  </a:cubicBezTo>
                  <a:cubicBezTo>
                    <a:pt x="279" y="765"/>
                    <a:pt x="279" y="765"/>
                    <a:pt x="279" y="761"/>
                  </a:cubicBezTo>
                  <a:cubicBezTo>
                    <a:pt x="279" y="761"/>
                    <a:pt x="279" y="756"/>
                    <a:pt x="274" y="756"/>
                  </a:cubicBezTo>
                  <a:cubicBezTo>
                    <a:pt x="274" y="752"/>
                    <a:pt x="274" y="752"/>
                    <a:pt x="274" y="752"/>
                  </a:cubicBezTo>
                  <a:cubicBezTo>
                    <a:pt x="274" y="748"/>
                    <a:pt x="274" y="748"/>
                    <a:pt x="274" y="744"/>
                  </a:cubicBezTo>
                  <a:lnTo>
                    <a:pt x="274" y="744"/>
                  </a:lnTo>
                  <a:cubicBezTo>
                    <a:pt x="274" y="739"/>
                    <a:pt x="274" y="739"/>
                    <a:pt x="274" y="735"/>
                  </a:cubicBezTo>
                  <a:lnTo>
                    <a:pt x="274" y="731"/>
                  </a:lnTo>
                  <a:cubicBezTo>
                    <a:pt x="270" y="731"/>
                    <a:pt x="270" y="727"/>
                    <a:pt x="270" y="723"/>
                  </a:cubicBezTo>
                  <a:lnTo>
                    <a:pt x="270" y="723"/>
                  </a:lnTo>
                  <a:cubicBezTo>
                    <a:pt x="270" y="718"/>
                    <a:pt x="270" y="714"/>
                    <a:pt x="270" y="710"/>
                  </a:cubicBezTo>
                  <a:lnTo>
                    <a:pt x="270" y="710"/>
                  </a:lnTo>
                  <a:cubicBezTo>
                    <a:pt x="270" y="706"/>
                    <a:pt x="270" y="702"/>
                    <a:pt x="270" y="697"/>
                  </a:cubicBezTo>
                  <a:cubicBezTo>
                    <a:pt x="270" y="663"/>
                    <a:pt x="279" y="630"/>
                    <a:pt x="291" y="600"/>
                  </a:cubicBezTo>
                  <a:cubicBezTo>
                    <a:pt x="308" y="554"/>
                    <a:pt x="338" y="516"/>
                    <a:pt x="380" y="486"/>
                  </a:cubicBezTo>
                  <a:cubicBezTo>
                    <a:pt x="405" y="465"/>
                    <a:pt x="439" y="452"/>
                    <a:pt x="477" y="444"/>
                  </a:cubicBezTo>
                  <a:cubicBezTo>
                    <a:pt x="490" y="482"/>
                    <a:pt x="511" y="516"/>
                    <a:pt x="536" y="541"/>
                  </a:cubicBezTo>
                  <a:cubicBezTo>
                    <a:pt x="574" y="587"/>
                    <a:pt x="621" y="617"/>
                    <a:pt x="655" y="634"/>
                  </a:cubicBezTo>
                  <a:cubicBezTo>
                    <a:pt x="688" y="655"/>
                    <a:pt x="714" y="663"/>
                    <a:pt x="718" y="663"/>
                  </a:cubicBezTo>
                  <a:cubicBezTo>
                    <a:pt x="747" y="672"/>
                    <a:pt x="777" y="655"/>
                    <a:pt x="786" y="630"/>
                  </a:cubicBezTo>
                  <a:cubicBezTo>
                    <a:pt x="794" y="600"/>
                    <a:pt x="777" y="571"/>
                    <a:pt x="747" y="562"/>
                  </a:cubicBezTo>
                  <a:lnTo>
                    <a:pt x="747" y="562"/>
                  </a:lnTo>
                  <a:lnTo>
                    <a:pt x="747" y="562"/>
                  </a:lnTo>
                  <a:cubicBezTo>
                    <a:pt x="747" y="562"/>
                    <a:pt x="735" y="558"/>
                    <a:pt x="714" y="549"/>
                  </a:cubicBezTo>
                  <a:cubicBezTo>
                    <a:pt x="701" y="541"/>
                    <a:pt x="684" y="533"/>
                    <a:pt x="667" y="520"/>
                  </a:cubicBezTo>
                  <a:cubicBezTo>
                    <a:pt x="642" y="503"/>
                    <a:pt x="617" y="478"/>
                    <a:pt x="600" y="452"/>
                  </a:cubicBezTo>
                  <a:cubicBezTo>
                    <a:pt x="587" y="435"/>
                    <a:pt x="583" y="419"/>
                    <a:pt x="574" y="402"/>
                  </a:cubicBezTo>
                  <a:cubicBezTo>
                    <a:pt x="570" y="393"/>
                    <a:pt x="570" y="381"/>
                    <a:pt x="566" y="368"/>
                  </a:cubicBezTo>
                  <a:cubicBezTo>
                    <a:pt x="566" y="368"/>
                    <a:pt x="566" y="364"/>
                    <a:pt x="566" y="359"/>
                  </a:cubicBezTo>
                  <a:lnTo>
                    <a:pt x="566" y="359"/>
                  </a:lnTo>
                  <a:cubicBezTo>
                    <a:pt x="566" y="355"/>
                    <a:pt x="566" y="351"/>
                    <a:pt x="566" y="351"/>
                  </a:cubicBezTo>
                  <a:cubicBezTo>
                    <a:pt x="566" y="321"/>
                    <a:pt x="570" y="292"/>
                    <a:pt x="583" y="266"/>
                  </a:cubicBezTo>
                  <a:cubicBezTo>
                    <a:pt x="595" y="229"/>
                    <a:pt x="625" y="195"/>
                    <a:pt x="655" y="174"/>
                  </a:cubicBezTo>
                  <a:cubicBezTo>
                    <a:pt x="688" y="148"/>
                    <a:pt x="731" y="136"/>
                    <a:pt x="773" y="131"/>
                  </a:cubicBezTo>
                  <a:cubicBezTo>
                    <a:pt x="777" y="131"/>
                    <a:pt x="781" y="131"/>
                    <a:pt x="786" y="131"/>
                  </a:cubicBezTo>
                  <a:cubicBezTo>
                    <a:pt x="811" y="131"/>
                    <a:pt x="840" y="136"/>
                    <a:pt x="866" y="148"/>
                  </a:cubicBezTo>
                  <a:cubicBezTo>
                    <a:pt x="904" y="161"/>
                    <a:pt x="938" y="190"/>
                    <a:pt x="959" y="220"/>
                  </a:cubicBezTo>
                  <a:cubicBezTo>
                    <a:pt x="984" y="254"/>
                    <a:pt x="997" y="296"/>
                    <a:pt x="1001" y="338"/>
                  </a:cubicBezTo>
                  <a:lnTo>
                    <a:pt x="1001" y="338"/>
                  </a:lnTo>
                  <a:lnTo>
                    <a:pt x="1001" y="338"/>
                  </a:lnTo>
                  <a:cubicBezTo>
                    <a:pt x="1043" y="1229"/>
                    <a:pt x="1043" y="1229"/>
                    <a:pt x="1043" y="1229"/>
                  </a:cubicBezTo>
                  <a:cubicBezTo>
                    <a:pt x="1039" y="1234"/>
                    <a:pt x="1035" y="1238"/>
                    <a:pt x="1026" y="1238"/>
                  </a:cubicBezTo>
                  <a:cubicBezTo>
                    <a:pt x="1018" y="1242"/>
                    <a:pt x="1005" y="1246"/>
                    <a:pt x="997" y="1246"/>
                  </a:cubicBezTo>
                  <a:cubicBezTo>
                    <a:pt x="984" y="1250"/>
                    <a:pt x="976" y="1250"/>
                    <a:pt x="963" y="1250"/>
                  </a:cubicBezTo>
                  <a:cubicBezTo>
                    <a:pt x="955" y="1250"/>
                    <a:pt x="946" y="1250"/>
                    <a:pt x="938" y="1246"/>
                  </a:cubicBezTo>
                  <a:cubicBezTo>
                    <a:pt x="933" y="1246"/>
                    <a:pt x="925" y="1242"/>
                    <a:pt x="921" y="1242"/>
                  </a:cubicBezTo>
                  <a:cubicBezTo>
                    <a:pt x="912" y="1234"/>
                    <a:pt x="904" y="1225"/>
                    <a:pt x="895" y="1212"/>
                  </a:cubicBezTo>
                  <a:cubicBezTo>
                    <a:pt x="887" y="1200"/>
                    <a:pt x="874" y="1183"/>
                    <a:pt x="870" y="1158"/>
                  </a:cubicBezTo>
                  <a:cubicBezTo>
                    <a:pt x="862" y="1132"/>
                    <a:pt x="832" y="1115"/>
                    <a:pt x="802" y="1124"/>
                  </a:cubicBezTo>
                  <a:cubicBezTo>
                    <a:pt x="773" y="1132"/>
                    <a:pt x="760" y="1162"/>
                    <a:pt x="769" y="1191"/>
                  </a:cubicBezTo>
                  <a:cubicBezTo>
                    <a:pt x="777" y="1221"/>
                    <a:pt x="790" y="1246"/>
                    <a:pt x="802" y="1267"/>
                  </a:cubicBezTo>
                  <a:cubicBezTo>
                    <a:pt x="811" y="1284"/>
                    <a:pt x="824" y="1297"/>
                    <a:pt x="836" y="1310"/>
                  </a:cubicBezTo>
                  <a:cubicBezTo>
                    <a:pt x="857" y="1327"/>
                    <a:pt x="878" y="1339"/>
                    <a:pt x="900" y="1348"/>
                  </a:cubicBezTo>
                  <a:cubicBezTo>
                    <a:pt x="921" y="1356"/>
                    <a:pt x="946" y="1356"/>
                    <a:pt x="963" y="1356"/>
                  </a:cubicBezTo>
                  <a:cubicBezTo>
                    <a:pt x="984" y="1356"/>
                    <a:pt x="1005" y="1356"/>
                    <a:pt x="1026" y="1352"/>
                  </a:cubicBezTo>
                  <a:cubicBezTo>
                    <a:pt x="1035" y="1348"/>
                    <a:pt x="1043" y="1343"/>
                    <a:pt x="1052" y="1343"/>
                  </a:cubicBezTo>
                  <a:cubicBezTo>
                    <a:pt x="1090" y="2099"/>
                    <a:pt x="1090" y="2099"/>
                    <a:pt x="1090" y="2099"/>
                  </a:cubicBezTo>
                  <a:cubicBezTo>
                    <a:pt x="1090" y="2104"/>
                    <a:pt x="1090" y="2108"/>
                    <a:pt x="1090" y="2112"/>
                  </a:cubicBezTo>
                  <a:cubicBezTo>
                    <a:pt x="1090" y="2142"/>
                    <a:pt x="1081" y="2167"/>
                    <a:pt x="1073" y="2192"/>
                  </a:cubicBezTo>
                  <a:close/>
                  <a:moveTo>
                    <a:pt x="1820" y="1977"/>
                  </a:moveTo>
                  <a:lnTo>
                    <a:pt x="1820" y="1977"/>
                  </a:lnTo>
                  <a:cubicBezTo>
                    <a:pt x="1803" y="1985"/>
                    <a:pt x="1782" y="1994"/>
                    <a:pt x="1761" y="1998"/>
                  </a:cubicBezTo>
                  <a:cubicBezTo>
                    <a:pt x="1757" y="1998"/>
                    <a:pt x="1753" y="1998"/>
                    <a:pt x="1748" y="1998"/>
                  </a:cubicBezTo>
                  <a:cubicBezTo>
                    <a:pt x="1744" y="2002"/>
                    <a:pt x="1736" y="2002"/>
                    <a:pt x="1732" y="2002"/>
                  </a:cubicBezTo>
                  <a:cubicBezTo>
                    <a:pt x="1727" y="2002"/>
                    <a:pt x="1723" y="2002"/>
                    <a:pt x="1723" y="2002"/>
                  </a:cubicBezTo>
                  <a:cubicBezTo>
                    <a:pt x="1719" y="2002"/>
                    <a:pt x="1715" y="2002"/>
                    <a:pt x="1710" y="2002"/>
                  </a:cubicBezTo>
                  <a:cubicBezTo>
                    <a:pt x="1702" y="2002"/>
                    <a:pt x="1693" y="2002"/>
                    <a:pt x="1685" y="2002"/>
                  </a:cubicBezTo>
                  <a:lnTo>
                    <a:pt x="1685" y="2002"/>
                  </a:lnTo>
                  <a:cubicBezTo>
                    <a:pt x="1634" y="1998"/>
                    <a:pt x="1592" y="1977"/>
                    <a:pt x="1554" y="1952"/>
                  </a:cubicBezTo>
                  <a:cubicBezTo>
                    <a:pt x="1508" y="1918"/>
                    <a:pt x="1474" y="1871"/>
                    <a:pt x="1457" y="1821"/>
                  </a:cubicBezTo>
                  <a:cubicBezTo>
                    <a:pt x="1449" y="1791"/>
                    <a:pt x="1419" y="1774"/>
                    <a:pt x="1394" y="1787"/>
                  </a:cubicBezTo>
                  <a:cubicBezTo>
                    <a:pt x="1364" y="1795"/>
                    <a:pt x="1351" y="1825"/>
                    <a:pt x="1360" y="1850"/>
                  </a:cubicBezTo>
                  <a:cubicBezTo>
                    <a:pt x="1381" y="1926"/>
                    <a:pt x="1428" y="1990"/>
                    <a:pt x="1491" y="2036"/>
                  </a:cubicBezTo>
                  <a:cubicBezTo>
                    <a:pt x="1529" y="2065"/>
                    <a:pt x="1575" y="2087"/>
                    <a:pt x="1630" y="2099"/>
                  </a:cubicBezTo>
                  <a:cubicBezTo>
                    <a:pt x="1626" y="2125"/>
                    <a:pt x="1622" y="2146"/>
                    <a:pt x="1613" y="2167"/>
                  </a:cubicBezTo>
                  <a:cubicBezTo>
                    <a:pt x="1596" y="2205"/>
                    <a:pt x="1571" y="2239"/>
                    <a:pt x="1537" y="2260"/>
                  </a:cubicBezTo>
                  <a:cubicBezTo>
                    <a:pt x="1503" y="2285"/>
                    <a:pt x="1466" y="2298"/>
                    <a:pt x="1423" y="2302"/>
                  </a:cubicBezTo>
                  <a:cubicBezTo>
                    <a:pt x="1419" y="2302"/>
                    <a:pt x="1415" y="2302"/>
                    <a:pt x="1411" y="2302"/>
                  </a:cubicBezTo>
                  <a:cubicBezTo>
                    <a:pt x="1381" y="2302"/>
                    <a:pt x="1356" y="2298"/>
                    <a:pt x="1330" y="2285"/>
                  </a:cubicBezTo>
                  <a:cubicBezTo>
                    <a:pt x="1292" y="2272"/>
                    <a:pt x="1259" y="2243"/>
                    <a:pt x="1233" y="2213"/>
                  </a:cubicBezTo>
                  <a:cubicBezTo>
                    <a:pt x="1212" y="2180"/>
                    <a:pt x="1195" y="2137"/>
                    <a:pt x="1195" y="2095"/>
                  </a:cubicBezTo>
                  <a:lnTo>
                    <a:pt x="1195" y="2095"/>
                  </a:lnTo>
                  <a:cubicBezTo>
                    <a:pt x="1123" y="638"/>
                    <a:pt x="1123" y="638"/>
                    <a:pt x="1123" y="638"/>
                  </a:cubicBezTo>
                  <a:cubicBezTo>
                    <a:pt x="1140" y="647"/>
                    <a:pt x="1161" y="655"/>
                    <a:pt x="1187" y="659"/>
                  </a:cubicBezTo>
                  <a:cubicBezTo>
                    <a:pt x="1216" y="668"/>
                    <a:pt x="1250" y="672"/>
                    <a:pt x="1284" y="672"/>
                  </a:cubicBezTo>
                  <a:cubicBezTo>
                    <a:pt x="1318" y="672"/>
                    <a:pt x="1356" y="668"/>
                    <a:pt x="1389" y="655"/>
                  </a:cubicBezTo>
                  <a:cubicBezTo>
                    <a:pt x="1428" y="647"/>
                    <a:pt x="1461" y="625"/>
                    <a:pt x="1499" y="600"/>
                  </a:cubicBezTo>
                  <a:cubicBezTo>
                    <a:pt x="1520" y="583"/>
                    <a:pt x="1525" y="549"/>
                    <a:pt x="1508" y="528"/>
                  </a:cubicBezTo>
                  <a:cubicBezTo>
                    <a:pt x="1491" y="503"/>
                    <a:pt x="1461" y="499"/>
                    <a:pt x="1436" y="516"/>
                  </a:cubicBezTo>
                  <a:cubicBezTo>
                    <a:pt x="1411" y="537"/>
                    <a:pt x="1385" y="545"/>
                    <a:pt x="1360" y="554"/>
                  </a:cubicBezTo>
                  <a:cubicBezTo>
                    <a:pt x="1335" y="562"/>
                    <a:pt x="1309" y="566"/>
                    <a:pt x="1284" y="566"/>
                  </a:cubicBezTo>
                  <a:cubicBezTo>
                    <a:pt x="1259" y="566"/>
                    <a:pt x="1233" y="562"/>
                    <a:pt x="1212" y="558"/>
                  </a:cubicBezTo>
                  <a:cubicBezTo>
                    <a:pt x="1178" y="549"/>
                    <a:pt x="1145" y="537"/>
                    <a:pt x="1123" y="524"/>
                  </a:cubicBezTo>
                  <a:cubicBezTo>
                    <a:pt x="1123" y="524"/>
                    <a:pt x="1119" y="520"/>
                    <a:pt x="1115" y="520"/>
                  </a:cubicBezTo>
                  <a:cubicBezTo>
                    <a:pt x="1107" y="334"/>
                    <a:pt x="1107" y="334"/>
                    <a:pt x="1107" y="334"/>
                  </a:cubicBezTo>
                  <a:lnTo>
                    <a:pt x="1107" y="334"/>
                  </a:lnTo>
                  <a:cubicBezTo>
                    <a:pt x="1107" y="330"/>
                    <a:pt x="1107" y="326"/>
                    <a:pt x="1107" y="321"/>
                  </a:cubicBezTo>
                  <a:cubicBezTo>
                    <a:pt x="1107" y="292"/>
                    <a:pt x="1111" y="266"/>
                    <a:pt x="1123" y="241"/>
                  </a:cubicBezTo>
                  <a:cubicBezTo>
                    <a:pt x="1136" y="203"/>
                    <a:pt x="1161" y="169"/>
                    <a:pt x="1195" y="144"/>
                  </a:cubicBezTo>
                  <a:cubicBezTo>
                    <a:pt x="1229" y="123"/>
                    <a:pt x="1271" y="106"/>
                    <a:pt x="1313" y="106"/>
                  </a:cubicBezTo>
                  <a:cubicBezTo>
                    <a:pt x="1318" y="106"/>
                    <a:pt x="1322" y="106"/>
                    <a:pt x="1326" y="106"/>
                  </a:cubicBezTo>
                  <a:cubicBezTo>
                    <a:pt x="1351" y="106"/>
                    <a:pt x="1381" y="110"/>
                    <a:pt x="1406" y="119"/>
                  </a:cubicBezTo>
                  <a:cubicBezTo>
                    <a:pt x="1444" y="136"/>
                    <a:pt x="1478" y="161"/>
                    <a:pt x="1499" y="195"/>
                  </a:cubicBezTo>
                  <a:cubicBezTo>
                    <a:pt x="1525" y="229"/>
                    <a:pt x="1537" y="266"/>
                    <a:pt x="1541" y="313"/>
                  </a:cubicBezTo>
                  <a:cubicBezTo>
                    <a:pt x="1541" y="313"/>
                    <a:pt x="1541" y="317"/>
                    <a:pt x="1541" y="321"/>
                  </a:cubicBezTo>
                  <a:cubicBezTo>
                    <a:pt x="1541" y="326"/>
                    <a:pt x="1541" y="326"/>
                    <a:pt x="1541" y="330"/>
                  </a:cubicBezTo>
                  <a:cubicBezTo>
                    <a:pt x="1541" y="347"/>
                    <a:pt x="1546" y="359"/>
                    <a:pt x="1558" y="368"/>
                  </a:cubicBezTo>
                  <a:cubicBezTo>
                    <a:pt x="1567" y="381"/>
                    <a:pt x="1584" y="385"/>
                    <a:pt x="1596" y="385"/>
                  </a:cubicBezTo>
                  <a:cubicBezTo>
                    <a:pt x="1601" y="385"/>
                    <a:pt x="1605" y="385"/>
                    <a:pt x="1609" y="385"/>
                  </a:cubicBezTo>
                  <a:cubicBezTo>
                    <a:pt x="1643" y="385"/>
                    <a:pt x="1677" y="389"/>
                    <a:pt x="1706" y="402"/>
                  </a:cubicBezTo>
                  <a:cubicBezTo>
                    <a:pt x="1753" y="423"/>
                    <a:pt x="1791" y="452"/>
                    <a:pt x="1820" y="494"/>
                  </a:cubicBezTo>
                  <a:cubicBezTo>
                    <a:pt x="1850" y="533"/>
                    <a:pt x="1867" y="579"/>
                    <a:pt x="1871" y="634"/>
                  </a:cubicBezTo>
                  <a:lnTo>
                    <a:pt x="1871" y="634"/>
                  </a:lnTo>
                  <a:lnTo>
                    <a:pt x="1871" y="634"/>
                  </a:lnTo>
                  <a:lnTo>
                    <a:pt x="1871" y="634"/>
                  </a:lnTo>
                  <a:lnTo>
                    <a:pt x="1871" y="634"/>
                  </a:lnTo>
                  <a:cubicBezTo>
                    <a:pt x="1871" y="634"/>
                    <a:pt x="1871" y="638"/>
                    <a:pt x="1871" y="642"/>
                  </a:cubicBezTo>
                  <a:cubicBezTo>
                    <a:pt x="1871" y="642"/>
                    <a:pt x="1871" y="642"/>
                    <a:pt x="1871" y="647"/>
                  </a:cubicBezTo>
                  <a:lnTo>
                    <a:pt x="1871" y="647"/>
                  </a:lnTo>
                  <a:cubicBezTo>
                    <a:pt x="1871" y="651"/>
                    <a:pt x="1871" y="655"/>
                    <a:pt x="1871" y="655"/>
                  </a:cubicBezTo>
                  <a:cubicBezTo>
                    <a:pt x="1871" y="659"/>
                    <a:pt x="1871" y="659"/>
                    <a:pt x="1871" y="659"/>
                  </a:cubicBezTo>
                  <a:cubicBezTo>
                    <a:pt x="1871" y="663"/>
                    <a:pt x="1871" y="668"/>
                    <a:pt x="1871" y="668"/>
                  </a:cubicBezTo>
                  <a:cubicBezTo>
                    <a:pt x="1871" y="672"/>
                    <a:pt x="1871" y="672"/>
                    <a:pt x="1867" y="672"/>
                  </a:cubicBezTo>
                  <a:cubicBezTo>
                    <a:pt x="1867" y="676"/>
                    <a:pt x="1867" y="676"/>
                    <a:pt x="1867" y="680"/>
                  </a:cubicBezTo>
                  <a:cubicBezTo>
                    <a:pt x="1867" y="685"/>
                    <a:pt x="1867" y="685"/>
                    <a:pt x="1867" y="689"/>
                  </a:cubicBezTo>
                  <a:lnTo>
                    <a:pt x="1867" y="693"/>
                  </a:lnTo>
                  <a:cubicBezTo>
                    <a:pt x="1867" y="697"/>
                    <a:pt x="1867" y="697"/>
                    <a:pt x="1862" y="702"/>
                  </a:cubicBezTo>
                  <a:cubicBezTo>
                    <a:pt x="1862" y="702"/>
                    <a:pt x="1862" y="702"/>
                    <a:pt x="1862" y="706"/>
                  </a:cubicBezTo>
                  <a:lnTo>
                    <a:pt x="1862" y="710"/>
                  </a:lnTo>
                  <a:cubicBezTo>
                    <a:pt x="1862" y="714"/>
                    <a:pt x="1862" y="714"/>
                    <a:pt x="1862" y="714"/>
                  </a:cubicBezTo>
                  <a:cubicBezTo>
                    <a:pt x="1858" y="723"/>
                    <a:pt x="1858" y="731"/>
                    <a:pt x="1854" y="739"/>
                  </a:cubicBezTo>
                  <a:lnTo>
                    <a:pt x="1854" y="739"/>
                  </a:lnTo>
                  <a:cubicBezTo>
                    <a:pt x="1854" y="739"/>
                    <a:pt x="1850" y="744"/>
                    <a:pt x="1850" y="748"/>
                  </a:cubicBezTo>
                  <a:cubicBezTo>
                    <a:pt x="1850" y="748"/>
                    <a:pt x="1846" y="752"/>
                    <a:pt x="1846" y="756"/>
                  </a:cubicBezTo>
                  <a:cubicBezTo>
                    <a:pt x="1846" y="761"/>
                    <a:pt x="1841" y="761"/>
                    <a:pt x="1841" y="765"/>
                  </a:cubicBezTo>
                  <a:cubicBezTo>
                    <a:pt x="1841" y="765"/>
                    <a:pt x="1837" y="769"/>
                    <a:pt x="1837" y="773"/>
                  </a:cubicBezTo>
                  <a:lnTo>
                    <a:pt x="1833" y="777"/>
                  </a:lnTo>
                  <a:cubicBezTo>
                    <a:pt x="1816" y="811"/>
                    <a:pt x="1791" y="837"/>
                    <a:pt x="1761" y="858"/>
                  </a:cubicBezTo>
                  <a:cubicBezTo>
                    <a:pt x="1723" y="887"/>
                    <a:pt x="1677" y="904"/>
                    <a:pt x="1622" y="904"/>
                  </a:cubicBezTo>
                  <a:cubicBezTo>
                    <a:pt x="1592" y="908"/>
                    <a:pt x="1571" y="934"/>
                    <a:pt x="1571" y="963"/>
                  </a:cubicBezTo>
                  <a:cubicBezTo>
                    <a:pt x="1575" y="989"/>
                    <a:pt x="1596" y="1014"/>
                    <a:pt x="1626" y="1010"/>
                  </a:cubicBezTo>
                  <a:cubicBezTo>
                    <a:pt x="1677" y="1010"/>
                    <a:pt x="1723" y="997"/>
                    <a:pt x="1765" y="976"/>
                  </a:cubicBezTo>
                  <a:cubicBezTo>
                    <a:pt x="1812" y="955"/>
                    <a:pt x="1858" y="921"/>
                    <a:pt x="1892" y="879"/>
                  </a:cubicBezTo>
                  <a:cubicBezTo>
                    <a:pt x="1943" y="900"/>
                    <a:pt x="1985" y="938"/>
                    <a:pt x="2019" y="980"/>
                  </a:cubicBezTo>
                  <a:cubicBezTo>
                    <a:pt x="2061" y="1031"/>
                    <a:pt x="2086" y="1094"/>
                    <a:pt x="2091" y="1166"/>
                  </a:cubicBezTo>
                  <a:lnTo>
                    <a:pt x="2091" y="1166"/>
                  </a:lnTo>
                  <a:lnTo>
                    <a:pt x="2091" y="1166"/>
                  </a:lnTo>
                  <a:lnTo>
                    <a:pt x="2091" y="1166"/>
                  </a:lnTo>
                  <a:lnTo>
                    <a:pt x="2091" y="1166"/>
                  </a:lnTo>
                  <a:cubicBezTo>
                    <a:pt x="2091" y="1174"/>
                    <a:pt x="2091" y="1179"/>
                    <a:pt x="2091" y="1183"/>
                  </a:cubicBezTo>
                  <a:lnTo>
                    <a:pt x="2091" y="1183"/>
                  </a:lnTo>
                  <a:cubicBezTo>
                    <a:pt x="2091" y="1191"/>
                    <a:pt x="2091" y="1196"/>
                    <a:pt x="2091" y="1200"/>
                  </a:cubicBezTo>
                  <a:lnTo>
                    <a:pt x="2091" y="1204"/>
                  </a:lnTo>
                  <a:cubicBezTo>
                    <a:pt x="2091" y="1208"/>
                    <a:pt x="2091" y="1212"/>
                    <a:pt x="2086" y="1217"/>
                  </a:cubicBezTo>
                  <a:lnTo>
                    <a:pt x="2086" y="1217"/>
                  </a:lnTo>
                  <a:cubicBezTo>
                    <a:pt x="2086" y="1225"/>
                    <a:pt x="2086" y="1229"/>
                    <a:pt x="2086" y="1234"/>
                  </a:cubicBezTo>
                  <a:lnTo>
                    <a:pt x="2086" y="1234"/>
                  </a:lnTo>
                  <a:cubicBezTo>
                    <a:pt x="2086" y="1238"/>
                    <a:pt x="2086" y="1242"/>
                    <a:pt x="2082" y="1246"/>
                  </a:cubicBezTo>
                  <a:lnTo>
                    <a:pt x="2082" y="1250"/>
                  </a:lnTo>
                  <a:cubicBezTo>
                    <a:pt x="2082" y="1255"/>
                    <a:pt x="2082" y="1259"/>
                    <a:pt x="2082" y="1263"/>
                  </a:cubicBezTo>
                  <a:cubicBezTo>
                    <a:pt x="2078" y="1263"/>
                    <a:pt x="2078" y="1263"/>
                    <a:pt x="2078" y="1263"/>
                  </a:cubicBezTo>
                  <a:cubicBezTo>
                    <a:pt x="2078" y="1267"/>
                    <a:pt x="2078" y="1276"/>
                    <a:pt x="2078" y="1280"/>
                  </a:cubicBezTo>
                  <a:cubicBezTo>
                    <a:pt x="2074" y="1280"/>
                    <a:pt x="2074" y="1280"/>
                    <a:pt x="2074" y="1284"/>
                  </a:cubicBezTo>
                  <a:cubicBezTo>
                    <a:pt x="2074" y="1284"/>
                    <a:pt x="2074" y="1288"/>
                    <a:pt x="2074" y="1293"/>
                  </a:cubicBezTo>
                  <a:cubicBezTo>
                    <a:pt x="2069" y="1293"/>
                    <a:pt x="2069" y="1293"/>
                    <a:pt x="2069" y="1297"/>
                  </a:cubicBezTo>
                  <a:cubicBezTo>
                    <a:pt x="2069" y="1301"/>
                    <a:pt x="2065" y="1305"/>
                    <a:pt x="2065" y="1310"/>
                  </a:cubicBezTo>
                  <a:cubicBezTo>
                    <a:pt x="2065" y="1310"/>
                    <a:pt x="2065" y="1314"/>
                    <a:pt x="2061" y="1318"/>
                  </a:cubicBezTo>
                  <a:lnTo>
                    <a:pt x="2061" y="1318"/>
                  </a:lnTo>
                  <a:cubicBezTo>
                    <a:pt x="2061" y="1322"/>
                    <a:pt x="2057" y="1327"/>
                    <a:pt x="2057" y="1327"/>
                  </a:cubicBezTo>
                  <a:cubicBezTo>
                    <a:pt x="2057" y="1327"/>
                    <a:pt x="2057" y="1327"/>
                    <a:pt x="2057" y="1331"/>
                  </a:cubicBezTo>
                  <a:cubicBezTo>
                    <a:pt x="2057" y="1331"/>
                    <a:pt x="2053" y="1335"/>
                    <a:pt x="2053" y="1339"/>
                  </a:cubicBezTo>
                  <a:lnTo>
                    <a:pt x="2053" y="1339"/>
                  </a:lnTo>
                  <a:cubicBezTo>
                    <a:pt x="2048" y="1343"/>
                    <a:pt x="2048" y="1343"/>
                    <a:pt x="2048" y="1348"/>
                  </a:cubicBezTo>
                  <a:lnTo>
                    <a:pt x="2044" y="1348"/>
                  </a:lnTo>
                  <a:cubicBezTo>
                    <a:pt x="2044" y="1352"/>
                    <a:pt x="2044" y="1356"/>
                    <a:pt x="2040" y="1356"/>
                  </a:cubicBezTo>
                  <a:cubicBezTo>
                    <a:pt x="2040" y="1356"/>
                    <a:pt x="2040" y="1356"/>
                    <a:pt x="2040" y="1360"/>
                  </a:cubicBezTo>
                  <a:lnTo>
                    <a:pt x="2036" y="1364"/>
                  </a:lnTo>
                  <a:cubicBezTo>
                    <a:pt x="2036" y="1369"/>
                    <a:pt x="2036" y="1369"/>
                    <a:pt x="2036" y="1369"/>
                  </a:cubicBezTo>
                  <a:cubicBezTo>
                    <a:pt x="2031" y="1369"/>
                    <a:pt x="2031" y="1373"/>
                    <a:pt x="2027" y="1377"/>
                  </a:cubicBezTo>
                  <a:lnTo>
                    <a:pt x="2027" y="1377"/>
                  </a:lnTo>
                  <a:cubicBezTo>
                    <a:pt x="2027" y="1381"/>
                    <a:pt x="2023" y="1381"/>
                    <a:pt x="2023" y="1386"/>
                  </a:cubicBezTo>
                  <a:lnTo>
                    <a:pt x="2023" y="1386"/>
                  </a:lnTo>
                  <a:cubicBezTo>
                    <a:pt x="2019" y="1390"/>
                    <a:pt x="2019" y="1390"/>
                    <a:pt x="2014" y="1394"/>
                  </a:cubicBezTo>
                  <a:lnTo>
                    <a:pt x="2014" y="1394"/>
                  </a:lnTo>
                  <a:cubicBezTo>
                    <a:pt x="2010" y="1398"/>
                    <a:pt x="2010" y="1398"/>
                    <a:pt x="2006" y="1402"/>
                  </a:cubicBezTo>
                  <a:lnTo>
                    <a:pt x="2006" y="1402"/>
                  </a:lnTo>
                  <a:cubicBezTo>
                    <a:pt x="1981" y="1432"/>
                    <a:pt x="1947" y="1462"/>
                    <a:pt x="1913" y="1479"/>
                  </a:cubicBezTo>
                  <a:cubicBezTo>
                    <a:pt x="1909" y="1479"/>
                    <a:pt x="1909" y="1479"/>
                    <a:pt x="1909" y="1479"/>
                  </a:cubicBezTo>
                  <a:cubicBezTo>
                    <a:pt x="1871" y="1500"/>
                    <a:pt x="1824" y="1512"/>
                    <a:pt x="1774" y="1517"/>
                  </a:cubicBezTo>
                  <a:cubicBezTo>
                    <a:pt x="1770" y="1517"/>
                    <a:pt x="1761" y="1517"/>
                    <a:pt x="1757" y="1517"/>
                  </a:cubicBezTo>
                  <a:cubicBezTo>
                    <a:pt x="1689" y="1517"/>
                    <a:pt x="1626" y="1495"/>
                    <a:pt x="1571" y="1457"/>
                  </a:cubicBezTo>
                  <a:cubicBezTo>
                    <a:pt x="1546" y="1440"/>
                    <a:pt x="1512" y="1449"/>
                    <a:pt x="1499" y="1474"/>
                  </a:cubicBezTo>
                  <a:cubicBezTo>
                    <a:pt x="1482" y="1495"/>
                    <a:pt x="1487" y="1529"/>
                    <a:pt x="1512" y="1546"/>
                  </a:cubicBezTo>
                  <a:cubicBezTo>
                    <a:pt x="1580" y="1592"/>
                    <a:pt x="1668" y="1622"/>
                    <a:pt x="1757" y="1622"/>
                  </a:cubicBezTo>
                  <a:cubicBezTo>
                    <a:pt x="1765" y="1622"/>
                    <a:pt x="1774" y="1622"/>
                    <a:pt x="1778" y="1622"/>
                  </a:cubicBezTo>
                  <a:cubicBezTo>
                    <a:pt x="1829" y="1618"/>
                    <a:pt x="1875" y="1609"/>
                    <a:pt x="1922" y="1592"/>
                  </a:cubicBezTo>
                  <a:cubicBezTo>
                    <a:pt x="1930" y="1605"/>
                    <a:pt x="1939" y="1622"/>
                    <a:pt x="1947" y="1639"/>
                  </a:cubicBezTo>
                  <a:cubicBezTo>
                    <a:pt x="1960" y="1664"/>
                    <a:pt x="1968" y="1694"/>
                    <a:pt x="1968" y="1728"/>
                  </a:cubicBezTo>
                  <a:cubicBezTo>
                    <a:pt x="1968" y="1732"/>
                    <a:pt x="1968" y="1736"/>
                    <a:pt x="1968" y="1740"/>
                  </a:cubicBezTo>
                  <a:cubicBezTo>
                    <a:pt x="1968" y="1778"/>
                    <a:pt x="1964" y="1808"/>
                    <a:pt x="1951" y="1842"/>
                  </a:cubicBezTo>
                  <a:cubicBezTo>
                    <a:pt x="1934" y="1875"/>
                    <a:pt x="1913" y="1905"/>
                    <a:pt x="1888" y="1930"/>
                  </a:cubicBezTo>
                  <a:cubicBezTo>
                    <a:pt x="1879" y="1939"/>
                    <a:pt x="1871" y="1947"/>
                    <a:pt x="1862" y="1952"/>
                  </a:cubicBezTo>
                  <a:cubicBezTo>
                    <a:pt x="1850" y="1964"/>
                    <a:pt x="1837" y="1968"/>
                    <a:pt x="1820" y="197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4" name="Freeform 31">
              <a:extLst>
                <a:ext uri="{FF2B5EF4-FFF2-40B4-BE49-F238E27FC236}">
                  <a16:creationId xmlns:a16="http://schemas.microsoft.com/office/drawing/2014/main" id="{127A9191-55A4-60EB-B7BF-EB16723DB918}"/>
                </a:ext>
              </a:extLst>
            </p:cNvPr>
            <p:cNvSpPr>
              <a:spLocks noChangeArrowheads="1"/>
            </p:cNvSpPr>
            <p:nvPr/>
          </p:nvSpPr>
          <p:spPr bwMode="auto">
            <a:xfrm>
              <a:off x="579438" y="5395913"/>
              <a:ext cx="123825" cy="101600"/>
            </a:xfrm>
            <a:custGeom>
              <a:avLst/>
              <a:gdLst>
                <a:gd name="T0" fmla="*/ 215 w 343"/>
                <a:gd name="T1" fmla="*/ 105 h 284"/>
                <a:gd name="T2" fmla="*/ 215 w 343"/>
                <a:gd name="T3" fmla="*/ 105 h 284"/>
                <a:gd name="T4" fmla="*/ 253 w 343"/>
                <a:gd name="T5" fmla="*/ 109 h 284"/>
                <a:gd name="T6" fmla="*/ 266 w 343"/>
                <a:gd name="T7" fmla="*/ 109 h 284"/>
                <a:gd name="T8" fmla="*/ 270 w 343"/>
                <a:gd name="T9" fmla="*/ 109 h 284"/>
                <a:gd name="T10" fmla="*/ 270 w 343"/>
                <a:gd name="T11" fmla="*/ 109 h 284"/>
                <a:gd name="T12" fmla="*/ 270 w 343"/>
                <a:gd name="T13" fmla="*/ 109 h 284"/>
                <a:gd name="T14" fmla="*/ 270 w 343"/>
                <a:gd name="T15" fmla="*/ 109 h 284"/>
                <a:gd name="T16" fmla="*/ 333 w 343"/>
                <a:gd name="T17" fmla="*/ 76 h 284"/>
                <a:gd name="T18" fmla="*/ 300 w 343"/>
                <a:gd name="T19" fmla="*/ 8 h 284"/>
                <a:gd name="T20" fmla="*/ 300 w 343"/>
                <a:gd name="T21" fmla="*/ 8 h 284"/>
                <a:gd name="T22" fmla="*/ 274 w 343"/>
                <a:gd name="T23" fmla="*/ 4 h 284"/>
                <a:gd name="T24" fmla="*/ 215 w 343"/>
                <a:gd name="T25" fmla="*/ 0 h 284"/>
                <a:gd name="T26" fmla="*/ 148 w 343"/>
                <a:gd name="T27" fmla="*/ 8 h 284"/>
                <a:gd name="T28" fmla="*/ 93 w 343"/>
                <a:gd name="T29" fmla="*/ 29 h 284"/>
                <a:gd name="T30" fmla="*/ 55 w 343"/>
                <a:gd name="T31" fmla="*/ 63 h 284"/>
                <a:gd name="T32" fmla="*/ 12 w 343"/>
                <a:gd name="T33" fmla="*/ 131 h 284"/>
                <a:gd name="T34" fmla="*/ 0 w 343"/>
                <a:gd name="T35" fmla="*/ 228 h 284"/>
                <a:gd name="T36" fmla="*/ 0 w 343"/>
                <a:gd name="T37" fmla="*/ 228 h 284"/>
                <a:gd name="T38" fmla="*/ 50 w 343"/>
                <a:gd name="T39" fmla="*/ 283 h 284"/>
                <a:gd name="T40" fmla="*/ 105 w 343"/>
                <a:gd name="T41" fmla="*/ 228 h 284"/>
                <a:gd name="T42" fmla="*/ 105 w 343"/>
                <a:gd name="T43" fmla="*/ 228 h 284"/>
                <a:gd name="T44" fmla="*/ 118 w 343"/>
                <a:gd name="T45" fmla="*/ 156 h 284"/>
                <a:gd name="T46" fmla="*/ 135 w 343"/>
                <a:gd name="T47" fmla="*/ 131 h 284"/>
                <a:gd name="T48" fmla="*/ 148 w 343"/>
                <a:gd name="T49" fmla="*/ 118 h 284"/>
                <a:gd name="T50" fmla="*/ 181 w 343"/>
                <a:gd name="T51" fmla="*/ 109 h 284"/>
                <a:gd name="T52" fmla="*/ 215 w 343"/>
                <a:gd name="T53" fmla="*/ 105 h 2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43" h="284">
                  <a:moveTo>
                    <a:pt x="215" y="105"/>
                  </a:moveTo>
                  <a:lnTo>
                    <a:pt x="215" y="105"/>
                  </a:lnTo>
                  <a:cubicBezTo>
                    <a:pt x="232" y="105"/>
                    <a:pt x="245" y="105"/>
                    <a:pt x="253" y="109"/>
                  </a:cubicBezTo>
                  <a:cubicBezTo>
                    <a:pt x="262" y="109"/>
                    <a:pt x="266" y="109"/>
                    <a:pt x="266" y="109"/>
                  </a:cubicBezTo>
                  <a:lnTo>
                    <a:pt x="270" y="109"/>
                  </a:lnTo>
                  <a:lnTo>
                    <a:pt x="270" y="109"/>
                  </a:lnTo>
                  <a:lnTo>
                    <a:pt x="270" y="109"/>
                  </a:lnTo>
                  <a:lnTo>
                    <a:pt x="270" y="109"/>
                  </a:lnTo>
                  <a:cubicBezTo>
                    <a:pt x="295" y="118"/>
                    <a:pt x="325" y="101"/>
                    <a:pt x="333" y="76"/>
                  </a:cubicBezTo>
                  <a:cubicBezTo>
                    <a:pt x="342" y="46"/>
                    <a:pt x="325" y="16"/>
                    <a:pt x="300" y="8"/>
                  </a:cubicBezTo>
                  <a:lnTo>
                    <a:pt x="300" y="8"/>
                  </a:lnTo>
                  <a:cubicBezTo>
                    <a:pt x="295" y="8"/>
                    <a:pt x="287" y="8"/>
                    <a:pt x="274" y="4"/>
                  </a:cubicBezTo>
                  <a:cubicBezTo>
                    <a:pt x="257" y="0"/>
                    <a:pt x="236" y="0"/>
                    <a:pt x="215" y="0"/>
                  </a:cubicBezTo>
                  <a:cubicBezTo>
                    <a:pt x="194" y="0"/>
                    <a:pt x="173" y="0"/>
                    <a:pt x="148" y="8"/>
                  </a:cubicBezTo>
                  <a:cubicBezTo>
                    <a:pt x="131" y="12"/>
                    <a:pt x="110" y="21"/>
                    <a:pt x="93" y="29"/>
                  </a:cubicBezTo>
                  <a:cubicBezTo>
                    <a:pt x="80" y="38"/>
                    <a:pt x="67" y="50"/>
                    <a:pt x="55" y="63"/>
                  </a:cubicBezTo>
                  <a:cubicBezTo>
                    <a:pt x="38" y="80"/>
                    <a:pt x="21" y="105"/>
                    <a:pt x="12" y="131"/>
                  </a:cubicBezTo>
                  <a:cubicBezTo>
                    <a:pt x="4" y="160"/>
                    <a:pt x="0" y="190"/>
                    <a:pt x="0" y="228"/>
                  </a:cubicBezTo>
                  <a:lnTo>
                    <a:pt x="0" y="228"/>
                  </a:lnTo>
                  <a:cubicBezTo>
                    <a:pt x="0" y="257"/>
                    <a:pt x="25" y="283"/>
                    <a:pt x="50" y="283"/>
                  </a:cubicBezTo>
                  <a:cubicBezTo>
                    <a:pt x="80" y="283"/>
                    <a:pt x="105" y="257"/>
                    <a:pt x="105" y="228"/>
                  </a:cubicBezTo>
                  <a:lnTo>
                    <a:pt x="105" y="228"/>
                  </a:lnTo>
                  <a:cubicBezTo>
                    <a:pt x="105" y="194"/>
                    <a:pt x="110" y="173"/>
                    <a:pt x="118" y="156"/>
                  </a:cubicBezTo>
                  <a:cubicBezTo>
                    <a:pt x="122" y="147"/>
                    <a:pt x="126" y="139"/>
                    <a:pt x="135" y="131"/>
                  </a:cubicBezTo>
                  <a:cubicBezTo>
                    <a:pt x="139" y="126"/>
                    <a:pt x="143" y="122"/>
                    <a:pt x="148" y="118"/>
                  </a:cubicBezTo>
                  <a:cubicBezTo>
                    <a:pt x="160" y="114"/>
                    <a:pt x="169" y="109"/>
                    <a:pt x="181" y="109"/>
                  </a:cubicBezTo>
                  <a:cubicBezTo>
                    <a:pt x="190" y="105"/>
                    <a:pt x="202" y="105"/>
                    <a:pt x="215" y="10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5" name="Freeform 32">
              <a:extLst>
                <a:ext uri="{FF2B5EF4-FFF2-40B4-BE49-F238E27FC236}">
                  <a16:creationId xmlns:a16="http://schemas.microsoft.com/office/drawing/2014/main" id="{7D57F9A2-B2DE-6D32-3648-988435A1D432}"/>
                </a:ext>
              </a:extLst>
            </p:cNvPr>
            <p:cNvSpPr>
              <a:spLocks noChangeArrowheads="1"/>
            </p:cNvSpPr>
            <p:nvPr/>
          </p:nvSpPr>
          <p:spPr bwMode="auto">
            <a:xfrm>
              <a:off x="104775" y="54229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06" name="Freeform 33">
            <a:extLst>
              <a:ext uri="{FF2B5EF4-FFF2-40B4-BE49-F238E27FC236}">
                <a16:creationId xmlns:a16="http://schemas.microsoft.com/office/drawing/2014/main" id="{A316F6C6-3E74-C8C8-B2B9-648D8CF31F4A}"/>
              </a:ext>
            </a:extLst>
          </p:cNvPr>
          <p:cNvSpPr>
            <a:spLocks noChangeArrowheads="1"/>
          </p:cNvSpPr>
          <p:nvPr/>
        </p:nvSpPr>
        <p:spPr bwMode="auto">
          <a:xfrm>
            <a:off x="3738812" y="4788908"/>
            <a:ext cx="272403" cy="316025"/>
          </a:xfrm>
          <a:custGeom>
            <a:avLst/>
            <a:gdLst>
              <a:gd name="T0" fmla="*/ 2483 w 2589"/>
              <a:gd name="T1" fmla="*/ 730 h 3002"/>
              <a:gd name="T2" fmla="*/ 2339 w 2589"/>
              <a:gd name="T3" fmla="*/ 832 h 3002"/>
              <a:gd name="T4" fmla="*/ 1372 w 2589"/>
              <a:gd name="T5" fmla="*/ 135 h 3002"/>
              <a:gd name="T6" fmla="*/ 1300 w 2589"/>
              <a:gd name="T7" fmla="*/ 34 h 3002"/>
              <a:gd name="T8" fmla="*/ 1292 w 2589"/>
              <a:gd name="T9" fmla="*/ 350 h 3002"/>
              <a:gd name="T10" fmla="*/ 1562 w 2589"/>
              <a:gd name="T11" fmla="*/ 811 h 3002"/>
              <a:gd name="T12" fmla="*/ 996 w 2589"/>
              <a:gd name="T13" fmla="*/ 857 h 3002"/>
              <a:gd name="T14" fmla="*/ 755 w 2589"/>
              <a:gd name="T15" fmla="*/ 996 h 3002"/>
              <a:gd name="T16" fmla="*/ 574 w 2589"/>
              <a:gd name="T17" fmla="*/ 1427 h 3002"/>
              <a:gd name="T18" fmla="*/ 603 w 2589"/>
              <a:gd name="T19" fmla="*/ 1630 h 3002"/>
              <a:gd name="T20" fmla="*/ 447 w 2589"/>
              <a:gd name="T21" fmla="*/ 2043 h 3002"/>
              <a:gd name="T22" fmla="*/ 240 w 2589"/>
              <a:gd name="T23" fmla="*/ 2060 h 3002"/>
              <a:gd name="T24" fmla="*/ 12 w 2589"/>
              <a:gd name="T25" fmla="*/ 2216 h 3002"/>
              <a:gd name="T26" fmla="*/ 105 w 2589"/>
              <a:gd name="T27" fmla="*/ 2267 h 3002"/>
              <a:gd name="T28" fmla="*/ 249 w 2589"/>
              <a:gd name="T29" fmla="*/ 2169 h 3002"/>
              <a:gd name="T30" fmla="*/ 1216 w 2589"/>
              <a:gd name="T31" fmla="*/ 2862 h 3002"/>
              <a:gd name="T32" fmla="*/ 1288 w 2589"/>
              <a:gd name="T33" fmla="*/ 2967 h 3002"/>
              <a:gd name="T34" fmla="*/ 1326 w 2589"/>
              <a:gd name="T35" fmla="*/ 2811 h 3002"/>
              <a:gd name="T36" fmla="*/ 1064 w 2589"/>
              <a:gd name="T37" fmla="*/ 2245 h 3002"/>
              <a:gd name="T38" fmla="*/ 1419 w 2589"/>
              <a:gd name="T39" fmla="*/ 2182 h 3002"/>
              <a:gd name="T40" fmla="*/ 1706 w 2589"/>
              <a:gd name="T41" fmla="*/ 2093 h 3002"/>
              <a:gd name="T42" fmla="*/ 1993 w 2589"/>
              <a:gd name="T43" fmla="*/ 1727 h 3002"/>
              <a:gd name="T44" fmla="*/ 2001 w 2589"/>
              <a:gd name="T45" fmla="*/ 1448 h 3002"/>
              <a:gd name="T46" fmla="*/ 1769 w 2589"/>
              <a:gd name="T47" fmla="*/ 933 h 3002"/>
              <a:gd name="T48" fmla="*/ 2343 w 2589"/>
              <a:gd name="T49" fmla="*/ 937 h 3002"/>
              <a:gd name="T50" fmla="*/ 2517 w 2589"/>
              <a:gd name="T51" fmla="*/ 853 h 3002"/>
              <a:gd name="T52" fmla="*/ 861 w 2589"/>
              <a:gd name="T53" fmla="*/ 1047 h 3002"/>
              <a:gd name="T54" fmla="*/ 1009 w 2589"/>
              <a:gd name="T55" fmla="*/ 963 h 3002"/>
              <a:gd name="T56" fmla="*/ 1892 w 2589"/>
              <a:gd name="T57" fmla="*/ 1697 h 3002"/>
              <a:gd name="T58" fmla="*/ 861 w 2589"/>
              <a:gd name="T59" fmla="*/ 1047 h 3002"/>
              <a:gd name="T60" fmla="*/ 1131 w 2589"/>
              <a:gd name="T61" fmla="*/ 2545 h 3002"/>
              <a:gd name="T62" fmla="*/ 447 w 2589"/>
              <a:gd name="T63" fmla="*/ 2148 h 3002"/>
              <a:gd name="T64" fmla="*/ 916 w 2589"/>
              <a:gd name="T65" fmla="*/ 2212 h 3002"/>
              <a:gd name="T66" fmla="*/ 950 w 2589"/>
              <a:gd name="T67" fmla="*/ 2077 h 3002"/>
              <a:gd name="T68" fmla="*/ 1435 w 2589"/>
              <a:gd name="T69" fmla="*/ 2072 h 3002"/>
              <a:gd name="T70" fmla="*/ 1727 w 2589"/>
              <a:gd name="T71" fmla="*/ 1954 h 3002"/>
              <a:gd name="T72" fmla="*/ 1579 w 2589"/>
              <a:gd name="T73" fmla="*/ 2034 h 3002"/>
              <a:gd name="T74" fmla="*/ 696 w 2589"/>
              <a:gd name="T75" fmla="*/ 1300 h 3002"/>
              <a:gd name="T76" fmla="*/ 1727 w 2589"/>
              <a:gd name="T77" fmla="*/ 1954 h 3002"/>
              <a:gd name="T78" fmla="*/ 1152 w 2589"/>
              <a:gd name="T79" fmla="*/ 925 h 3002"/>
              <a:gd name="T80" fmla="*/ 1634 w 2589"/>
              <a:gd name="T81" fmla="*/ 920 h 3002"/>
              <a:gd name="T82" fmla="*/ 1778 w 2589"/>
              <a:gd name="T83" fmla="*/ 828 h 3002"/>
              <a:gd name="T84" fmla="*/ 1672 w 2589"/>
              <a:gd name="T85" fmla="*/ 785 h 3002"/>
              <a:gd name="T86" fmla="*/ 2166 w 2589"/>
              <a:gd name="T87" fmla="*/ 853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589" h="3002">
                <a:moveTo>
                  <a:pt x="2555" y="713"/>
                </a:moveTo>
                <a:lnTo>
                  <a:pt x="2555" y="713"/>
                </a:lnTo>
                <a:cubicBezTo>
                  <a:pt x="2529" y="697"/>
                  <a:pt x="2500" y="705"/>
                  <a:pt x="2483" y="730"/>
                </a:cubicBezTo>
                <a:cubicBezTo>
                  <a:pt x="2470" y="756"/>
                  <a:pt x="2453" y="773"/>
                  <a:pt x="2432" y="789"/>
                </a:cubicBezTo>
                <a:cubicBezTo>
                  <a:pt x="2415" y="798"/>
                  <a:pt x="2398" y="811"/>
                  <a:pt x="2381" y="819"/>
                </a:cubicBezTo>
                <a:cubicBezTo>
                  <a:pt x="2369" y="823"/>
                  <a:pt x="2352" y="828"/>
                  <a:pt x="2339" y="832"/>
                </a:cubicBezTo>
                <a:cubicBezTo>
                  <a:pt x="1376" y="262"/>
                  <a:pt x="1376" y="262"/>
                  <a:pt x="1376" y="262"/>
                </a:cubicBezTo>
                <a:cubicBezTo>
                  <a:pt x="1368" y="236"/>
                  <a:pt x="1364" y="211"/>
                  <a:pt x="1364" y="190"/>
                </a:cubicBezTo>
                <a:cubicBezTo>
                  <a:pt x="1364" y="169"/>
                  <a:pt x="1368" y="152"/>
                  <a:pt x="1372" y="135"/>
                </a:cubicBezTo>
                <a:cubicBezTo>
                  <a:pt x="1376" y="118"/>
                  <a:pt x="1385" y="101"/>
                  <a:pt x="1393" y="88"/>
                </a:cubicBezTo>
                <a:cubicBezTo>
                  <a:pt x="1406" y="63"/>
                  <a:pt x="1397" y="29"/>
                  <a:pt x="1372" y="17"/>
                </a:cubicBezTo>
                <a:cubicBezTo>
                  <a:pt x="1347" y="0"/>
                  <a:pt x="1317" y="8"/>
                  <a:pt x="1300" y="34"/>
                </a:cubicBezTo>
                <a:cubicBezTo>
                  <a:pt x="1288" y="59"/>
                  <a:pt x="1275" y="84"/>
                  <a:pt x="1271" y="110"/>
                </a:cubicBezTo>
                <a:cubicBezTo>
                  <a:pt x="1262" y="135"/>
                  <a:pt x="1258" y="160"/>
                  <a:pt x="1258" y="190"/>
                </a:cubicBezTo>
                <a:cubicBezTo>
                  <a:pt x="1258" y="240"/>
                  <a:pt x="1271" y="295"/>
                  <a:pt x="1292" y="350"/>
                </a:cubicBezTo>
                <a:cubicBezTo>
                  <a:pt x="1309" y="397"/>
                  <a:pt x="1330" y="443"/>
                  <a:pt x="1355" y="490"/>
                </a:cubicBezTo>
                <a:cubicBezTo>
                  <a:pt x="1402" y="574"/>
                  <a:pt x="1461" y="663"/>
                  <a:pt x="1520" y="751"/>
                </a:cubicBezTo>
                <a:cubicBezTo>
                  <a:pt x="1533" y="773"/>
                  <a:pt x="1545" y="789"/>
                  <a:pt x="1562" y="811"/>
                </a:cubicBezTo>
                <a:cubicBezTo>
                  <a:pt x="1499" y="806"/>
                  <a:pt x="1440" y="802"/>
                  <a:pt x="1380" y="802"/>
                </a:cubicBezTo>
                <a:cubicBezTo>
                  <a:pt x="1309" y="802"/>
                  <a:pt x="1237" y="806"/>
                  <a:pt x="1169" y="815"/>
                </a:cubicBezTo>
                <a:cubicBezTo>
                  <a:pt x="1110" y="823"/>
                  <a:pt x="1051" y="836"/>
                  <a:pt x="996" y="857"/>
                </a:cubicBezTo>
                <a:lnTo>
                  <a:pt x="996" y="857"/>
                </a:lnTo>
                <a:cubicBezTo>
                  <a:pt x="954" y="870"/>
                  <a:pt x="916" y="887"/>
                  <a:pt x="878" y="908"/>
                </a:cubicBezTo>
                <a:cubicBezTo>
                  <a:pt x="836" y="933"/>
                  <a:pt x="794" y="963"/>
                  <a:pt x="755" y="996"/>
                </a:cubicBezTo>
                <a:cubicBezTo>
                  <a:pt x="717" y="1034"/>
                  <a:pt x="684" y="1077"/>
                  <a:pt x="658" y="1123"/>
                </a:cubicBezTo>
                <a:cubicBezTo>
                  <a:pt x="629" y="1174"/>
                  <a:pt x="608" y="1224"/>
                  <a:pt x="595" y="1275"/>
                </a:cubicBezTo>
                <a:cubicBezTo>
                  <a:pt x="578" y="1326"/>
                  <a:pt x="574" y="1376"/>
                  <a:pt x="574" y="1427"/>
                </a:cubicBezTo>
                <a:cubicBezTo>
                  <a:pt x="574" y="1469"/>
                  <a:pt x="578" y="1507"/>
                  <a:pt x="587" y="1550"/>
                </a:cubicBezTo>
                <a:lnTo>
                  <a:pt x="587" y="1550"/>
                </a:lnTo>
                <a:cubicBezTo>
                  <a:pt x="591" y="1579"/>
                  <a:pt x="595" y="1605"/>
                  <a:pt x="603" y="1630"/>
                </a:cubicBezTo>
                <a:cubicBezTo>
                  <a:pt x="637" y="1748"/>
                  <a:pt x="692" y="1862"/>
                  <a:pt x="760" y="1971"/>
                </a:cubicBezTo>
                <a:cubicBezTo>
                  <a:pt x="777" y="2000"/>
                  <a:pt x="798" y="2034"/>
                  <a:pt x="819" y="2068"/>
                </a:cubicBezTo>
                <a:cubicBezTo>
                  <a:pt x="688" y="2055"/>
                  <a:pt x="561" y="2043"/>
                  <a:pt x="447" y="2043"/>
                </a:cubicBezTo>
                <a:cubicBezTo>
                  <a:pt x="401" y="2043"/>
                  <a:pt x="359" y="2043"/>
                  <a:pt x="316" y="2047"/>
                </a:cubicBezTo>
                <a:cubicBezTo>
                  <a:pt x="291" y="2051"/>
                  <a:pt x="266" y="2055"/>
                  <a:pt x="244" y="2060"/>
                </a:cubicBezTo>
                <a:lnTo>
                  <a:pt x="240" y="2060"/>
                </a:lnTo>
                <a:cubicBezTo>
                  <a:pt x="206" y="2068"/>
                  <a:pt x="173" y="2081"/>
                  <a:pt x="139" y="2098"/>
                </a:cubicBezTo>
                <a:cubicBezTo>
                  <a:pt x="114" y="2110"/>
                  <a:pt x="88" y="2127"/>
                  <a:pt x="67" y="2144"/>
                </a:cubicBezTo>
                <a:cubicBezTo>
                  <a:pt x="46" y="2165"/>
                  <a:pt x="29" y="2186"/>
                  <a:pt x="12" y="2216"/>
                </a:cubicBezTo>
                <a:cubicBezTo>
                  <a:pt x="0" y="2241"/>
                  <a:pt x="8" y="2271"/>
                  <a:pt x="33" y="2288"/>
                </a:cubicBezTo>
                <a:cubicBezTo>
                  <a:pt x="54" y="2300"/>
                  <a:pt x="88" y="2292"/>
                  <a:pt x="105" y="2267"/>
                </a:cubicBezTo>
                <a:lnTo>
                  <a:pt x="105" y="2267"/>
                </a:lnTo>
                <a:cubicBezTo>
                  <a:pt x="118" y="2245"/>
                  <a:pt x="135" y="2229"/>
                  <a:pt x="156" y="2212"/>
                </a:cubicBezTo>
                <a:cubicBezTo>
                  <a:pt x="169" y="2199"/>
                  <a:pt x="185" y="2190"/>
                  <a:pt x="206" y="2182"/>
                </a:cubicBezTo>
                <a:cubicBezTo>
                  <a:pt x="219" y="2178"/>
                  <a:pt x="232" y="2174"/>
                  <a:pt x="249" y="2169"/>
                </a:cubicBezTo>
                <a:cubicBezTo>
                  <a:pt x="1212" y="2740"/>
                  <a:pt x="1212" y="2740"/>
                  <a:pt x="1212" y="2740"/>
                </a:cubicBezTo>
                <a:cubicBezTo>
                  <a:pt x="1220" y="2765"/>
                  <a:pt x="1220" y="2790"/>
                  <a:pt x="1220" y="2811"/>
                </a:cubicBezTo>
                <a:cubicBezTo>
                  <a:pt x="1220" y="2828"/>
                  <a:pt x="1220" y="2845"/>
                  <a:pt x="1216" y="2862"/>
                </a:cubicBezTo>
                <a:cubicBezTo>
                  <a:pt x="1212" y="2879"/>
                  <a:pt x="1203" y="2896"/>
                  <a:pt x="1195" y="2913"/>
                </a:cubicBezTo>
                <a:cubicBezTo>
                  <a:pt x="1178" y="2938"/>
                  <a:pt x="1186" y="2972"/>
                  <a:pt x="1212" y="2984"/>
                </a:cubicBezTo>
                <a:cubicBezTo>
                  <a:pt x="1237" y="3001"/>
                  <a:pt x="1271" y="2993"/>
                  <a:pt x="1288" y="2967"/>
                </a:cubicBezTo>
                <a:lnTo>
                  <a:pt x="1288" y="2967"/>
                </a:lnTo>
                <a:cubicBezTo>
                  <a:pt x="1300" y="2942"/>
                  <a:pt x="1309" y="2917"/>
                  <a:pt x="1317" y="2892"/>
                </a:cubicBezTo>
                <a:cubicBezTo>
                  <a:pt x="1326" y="2866"/>
                  <a:pt x="1326" y="2837"/>
                  <a:pt x="1326" y="2811"/>
                </a:cubicBezTo>
                <a:cubicBezTo>
                  <a:pt x="1326" y="2756"/>
                  <a:pt x="1317" y="2706"/>
                  <a:pt x="1296" y="2651"/>
                </a:cubicBezTo>
                <a:cubicBezTo>
                  <a:pt x="1279" y="2604"/>
                  <a:pt x="1258" y="2558"/>
                  <a:pt x="1228" y="2507"/>
                </a:cubicBezTo>
                <a:cubicBezTo>
                  <a:pt x="1186" y="2423"/>
                  <a:pt x="1127" y="2338"/>
                  <a:pt x="1064" y="2245"/>
                </a:cubicBezTo>
                <a:cubicBezTo>
                  <a:pt x="1051" y="2229"/>
                  <a:pt x="1038" y="2207"/>
                  <a:pt x="1026" y="2190"/>
                </a:cubicBezTo>
                <a:cubicBezTo>
                  <a:pt x="1085" y="2195"/>
                  <a:pt x="1148" y="2195"/>
                  <a:pt x="1207" y="2195"/>
                </a:cubicBezTo>
                <a:cubicBezTo>
                  <a:pt x="1279" y="2195"/>
                  <a:pt x="1351" y="2195"/>
                  <a:pt x="1419" y="2182"/>
                </a:cubicBezTo>
                <a:cubicBezTo>
                  <a:pt x="1478" y="2174"/>
                  <a:pt x="1537" y="2161"/>
                  <a:pt x="1592" y="2144"/>
                </a:cubicBezTo>
                <a:lnTo>
                  <a:pt x="1592" y="2144"/>
                </a:lnTo>
                <a:cubicBezTo>
                  <a:pt x="1634" y="2131"/>
                  <a:pt x="1672" y="2115"/>
                  <a:pt x="1706" y="2093"/>
                </a:cubicBezTo>
                <a:cubicBezTo>
                  <a:pt x="1752" y="2068"/>
                  <a:pt x="1794" y="2038"/>
                  <a:pt x="1828" y="2000"/>
                </a:cubicBezTo>
                <a:cubicBezTo>
                  <a:pt x="1866" y="1967"/>
                  <a:pt x="1900" y="1925"/>
                  <a:pt x="1930" y="1875"/>
                </a:cubicBezTo>
                <a:cubicBezTo>
                  <a:pt x="1959" y="1828"/>
                  <a:pt x="1980" y="1778"/>
                  <a:pt x="1993" y="1727"/>
                </a:cubicBezTo>
                <a:cubicBezTo>
                  <a:pt x="2006" y="1676"/>
                  <a:pt x="2014" y="1626"/>
                  <a:pt x="2014" y="1575"/>
                </a:cubicBezTo>
                <a:cubicBezTo>
                  <a:pt x="2014" y="1533"/>
                  <a:pt x="2010" y="1490"/>
                  <a:pt x="2001" y="1453"/>
                </a:cubicBezTo>
                <a:lnTo>
                  <a:pt x="2001" y="1448"/>
                </a:lnTo>
                <a:cubicBezTo>
                  <a:pt x="1997" y="1423"/>
                  <a:pt x="1989" y="1398"/>
                  <a:pt x="1984" y="1372"/>
                </a:cubicBezTo>
                <a:cubicBezTo>
                  <a:pt x="1951" y="1254"/>
                  <a:pt x="1896" y="1140"/>
                  <a:pt x="1828" y="1030"/>
                </a:cubicBezTo>
                <a:cubicBezTo>
                  <a:pt x="1811" y="996"/>
                  <a:pt x="1790" y="967"/>
                  <a:pt x="1769" y="933"/>
                </a:cubicBezTo>
                <a:cubicBezTo>
                  <a:pt x="1900" y="946"/>
                  <a:pt x="2022" y="958"/>
                  <a:pt x="2141" y="958"/>
                </a:cubicBezTo>
                <a:cubicBezTo>
                  <a:pt x="2187" y="958"/>
                  <a:pt x="2229" y="954"/>
                  <a:pt x="2272" y="950"/>
                </a:cubicBezTo>
                <a:cubicBezTo>
                  <a:pt x="2297" y="946"/>
                  <a:pt x="2322" y="946"/>
                  <a:pt x="2343" y="937"/>
                </a:cubicBezTo>
                <a:lnTo>
                  <a:pt x="2343" y="937"/>
                </a:lnTo>
                <a:cubicBezTo>
                  <a:pt x="2381" y="929"/>
                  <a:pt x="2415" y="916"/>
                  <a:pt x="2445" y="903"/>
                </a:cubicBezTo>
                <a:cubicBezTo>
                  <a:pt x="2474" y="891"/>
                  <a:pt x="2495" y="874"/>
                  <a:pt x="2517" y="853"/>
                </a:cubicBezTo>
                <a:cubicBezTo>
                  <a:pt x="2538" y="836"/>
                  <a:pt x="2559" y="811"/>
                  <a:pt x="2576" y="785"/>
                </a:cubicBezTo>
                <a:cubicBezTo>
                  <a:pt x="2588" y="760"/>
                  <a:pt x="2580" y="726"/>
                  <a:pt x="2555" y="713"/>
                </a:cubicBezTo>
                <a:close/>
                <a:moveTo>
                  <a:pt x="861" y="1047"/>
                </a:moveTo>
                <a:lnTo>
                  <a:pt x="861" y="1047"/>
                </a:lnTo>
                <a:cubicBezTo>
                  <a:pt x="895" y="1022"/>
                  <a:pt x="929" y="996"/>
                  <a:pt x="967" y="980"/>
                </a:cubicBezTo>
                <a:cubicBezTo>
                  <a:pt x="979" y="975"/>
                  <a:pt x="996" y="967"/>
                  <a:pt x="1009" y="963"/>
                </a:cubicBezTo>
                <a:cubicBezTo>
                  <a:pt x="1900" y="1490"/>
                  <a:pt x="1900" y="1490"/>
                  <a:pt x="1900" y="1490"/>
                </a:cubicBezTo>
                <a:cubicBezTo>
                  <a:pt x="1904" y="1520"/>
                  <a:pt x="1908" y="1545"/>
                  <a:pt x="1908" y="1575"/>
                </a:cubicBezTo>
                <a:cubicBezTo>
                  <a:pt x="1908" y="1617"/>
                  <a:pt x="1904" y="1659"/>
                  <a:pt x="1892" y="1697"/>
                </a:cubicBezTo>
                <a:cubicBezTo>
                  <a:pt x="1883" y="1723"/>
                  <a:pt x="1875" y="1748"/>
                  <a:pt x="1862" y="1778"/>
                </a:cubicBezTo>
                <a:cubicBezTo>
                  <a:pt x="777" y="1136"/>
                  <a:pt x="777" y="1136"/>
                  <a:pt x="777" y="1136"/>
                </a:cubicBezTo>
                <a:cubicBezTo>
                  <a:pt x="802" y="1102"/>
                  <a:pt x="832" y="1072"/>
                  <a:pt x="861" y="1047"/>
                </a:cubicBezTo>
                <a:close/>
                <a:moveTo>
                  <a:pt x="916" y="2212"/>
                </a:moveTo>
                <a:lnTo>
                  <a:pt x="916" y="2212"/>
                </a:lnTo>
                <a:cubicBezTo>
                  <a:pt x="996" y="2330"/>
                  <a:pt x="1072" y="2444"/>
                  <a:pt x="1131" y="2545"/>
                </a:cubicBezTo>
                <a:cubicBezTo>
                  <a:pt x="1136" y="2554"/>
                  <a:pt x="1144" y="2566"/>
                  <a:pt x="1148" y="2579"/>
                </a:cubicBezTo>
                <a:cubicBezTo>
                  <a:pt x="418" y="2148"/>
                  <a:pt x="418" y="2148"/>
                  <a:pt x="418" y="2148"/>
                </a:cubicBezTo>
                <a:cubicBezTo>
                  <a:pt x="430" y="2148"/>
                  <a:pt x="439" y="2148"/>
                  <a:pt x="447" y="2148"/>
                </a:cubicBezTo>
                <a:cubicBezTo>
                  <a:pt x="557" y="2148"/>
                  <a:pt x="679" y="2161"/>
                  <a:pt x="810" y="2174"/>
                </a:cubicBezTo>
                <a:cubicBezTo>
                  <a:pt x="836" y="2174"/>
                  <a:pt x="865" y="2178"/>
                  <a:pt x="891" y="2178"/>
                </a:cubicBezTo>
                <a:cubicBezTo>
                  <a:pt x="899" y="2190"/>
                  <a:pt x="907" y="2203"/>
                  <a:pt x="916" y="2212"/>
                </a:cubicBezTo>
                <a:close/>
                <a:moveTo>
                  <a:pt x="1207" y="2089"/>
                </a:moveTo>
                <a:lnTo>
                  <a:pt x="1207" y="2089"/>
                </a:lnTo>
                <a:cubicBezTo>
                  <a:pt x="1123" y="2089"/>
                  <a:pt x="1038" y="2085"/>
                  <a:pt x="950" y="2077"/>
                </a:cubicBezTo>
                <a:cubicBezTo>
                  <a:pt x="899" y="1996"/>
                  <a:pt x="844" y="1916"/>
                  <a:pt x="802" y="1837"/>
                </a:cubicBezTo>
                <a:cubicBezTo>
                  <a:pt x="772" y="1773"/>
                  <a:pt x="743" y="1714"/>
                  <a:pt x="722" y="1655"/>
                </a:cubicBezTo>
                <a:cubicBezTo>
                  <a:pt x="1435" y="2072"/>
                  <a:pt x="1435" y="2072"/>
                  <a:pt x="1435" y="2072"/>
                </a:cubicBezTo>
                <a:cubicBezTo>
                  <a:pt x="1431" y="2072"/>
                  <a:pt x="1431" y="2077"/>
                  <a:pt x="1427" y="2077"/>
                </a:cubicBezTo>
                <a:cubicBezTo>
                  <a:pt x="1359" y="2085"/>
                  <a:pt x="1283" y="2089"/>
                  <a:pt x="1207" y="2089"/>
                </a:cubicBezTo>
                <a:close/>
                <a:moveTo>
                  <a:pt x="1727" y="1954"/>
                </a:moveTo>
                <a:lnTo>
                  <a:pt x="1727" y="1954"/>
                </a:lnTo>
                <a:cubicBezTo>
                  <a:pt x="1693" y="1979"/>
                  <a:pt x="1659" y="2000"/>
                  <a:pt x="1617" y="2017"/>
                </a:cubicBezTo>
                <a:cubicBezTo>
                  <a:pt x="1604" y="2026"/>
                  <a:pt x="1592" y="2030"/>
                  <a:pt x="1579" y="2034"/>
                </a:cubicBezTo>
                <a:cubicBezTo>
                  <a:pt x="684" y="1507"/>
                  <a:pt x="684" y="1507"/>
                  <a:pt x="684" y="1507"/>
                </a:cubicBezTo>
                <a:cubicBezTo>
                  <a:pt x="684" y="1482"/>
                  <a:pt x="679" y="1453"/>
                  <a:pt x="679" y="1427"/>
                </a:cubicBezTo>
                <a:cubicBezTo>
                  <a:pt x="679" y="1385"/>
                  <a:pt x="684" y="1343"/>
                  <a:pt x="696" y="1300"/>
                </a:cubicBezTo>
                <a:cubicBezTo>
                  <a:pt x="701" y="1275"/>
                  <a:pt x="713" y="1250"/>
                  <a:pt x="722" y="1224"/>
                </a:cubicBezTo>
                <a:cubicBezTo>
                  <a:pt x="1811" y="1866"/>
                  <a:pt x="1811" y="1866"/>
                  <a:pt x="1811" y="1866"/>
                </a:cubicBezTo>
                <a:cubicBezTo>
                  <a:pt x="1786" y="1899"/>
                  <a:pt x="1756" y="1929"/>
                  <a:pt x="1727" y="1954"/>
                </a:cubicBezTo>
                <a:close/>
                <a:moveTo>
                  <a:pt x="1866" y="1347"/>
                </a:moveTo>
                <a:lnTo>
                  <a:pt x="1866" y="1347"/>
                </a:lnTo>
                <a:cubicBezTo>
                  <a:pt x="1152" y="925"/>
                  <a:pt x="1152" y="925"/>
                  <a:pt x="1152" y="925"/>
                </a:cubicBezTo>
                <a:cubicBezTo>
                  <a:pt x="1152" y="925"/>
                  <a:pt x="1157" y="925"/>
                  <a:pt x="1161" y="925"/>
                </a:cubicBezTo>
                <a:cubicBezTo>
                  <a:pt x="1228" y="912"/>
                  <a:pt x="1305" y="908"/>
                  <a:pt x="1380" y="908"/>
                </a:cubicBezTo>
                <a:cubicBezTo>
                  <a:pt x="1461" y="908"/>
                  <a:pt x="1549" y="912"/>
                  <a:pt x="1634" y="920"/>
                </a:cubicBezTo>
                <a:cubicBezTo>
                  <a:pt x="1689" y="1001"/>
                  <a:pt x="1740" y="1085"/>
                  <a:pt x="1786" y="1165"/>
                </a:cubicBezTo>
                <a:cubicBezTo>
                  <a:pt x="1815" y="1224"/>
                  <a:pt x="1845" y="1288"/>
                  <a:pt x="1866" y="1347"/>
                </a:cubicBezTo>
                <a:close/>
                <a:moveTo>
                  <a:pt x="1778" y="828"/>
                </a:moveTo>
                <a:lnTo>
                  <a:pt x="1778" y="828"/>
                </a:lnTo>
                <a:cubicBezTo>
                  <a:pt x="1752" y="828"/>
                  <a:pt x="1723" y="823"/>
                  <a:pt x="1693" y="819"/>
                </a:cubicBezTo>
                <a:cubicBezTo>
                  <a:pt x="1689" y="811"/>
                  <a:pt x="1680" y="798"/>
                  <a:pt x="1672" y="785"/>
                </a:cubicBezTo>
                <a:cubicBezTo>
                  <a:pt x="1592" y="671"/>
                  <a:pt x="1516" y="557"/>
                  <a:pt x="1457" y="456"/>
                </a:cubicBezTo>
                <a:cubicBezTo>
                  <a:pt x="1452" y="443"/>
                  <a:pt x="1444" y="430"/>
                  <a:pt x="1440" y="422"/>
                </a:cubicBezTo>
                <a:cubicBezTo>
                  <a:pt x="2166" y="853"/>
                  <a:pt x="2166" y="853"/>
                  <a:pt x="2166" y="853"/>
                </a:cubicBezTo>
                <a:cubicBezTo>
                  <a:pt x="2158" y="853"/>
                  <a:pt x="2149" y="853"/>
                  <a:pt x="2141" y="853"/>
                </a:cubicBezTo>
                <a:cubicBezTo>
                  <a:pt x="2031" y="853"/>
                  <a:pt x="1908" y="840"/>
                  <a:pt x="1778" y="828"/>
                </a:cubicBezTo>
                <a:close/>
              </a:path>
            </a:pathLst>
          </a:custGeom>
          <a:solidFill>
            <a:schemeClr val="accent4"/>
          </a:solidFill>
          <a:ln>
            <a:noFill/>
          </a:ln>
          <a:effectLst/>
        </p:spPr>
        <p:txBody>
          <a:bodyPr wrap="none" anchor="ctr"/>
          <a:lstStyle/>
          <a:p>
            <a:endParaRPr lang="da-DK"/>
          </a:p>
        </p:txBody>
      </p:sp>
      <p:grpSp>
        <p:nvGrpSpPr>
          <p:cNvPr id="307" name="Group 310">
            <a:extLst>
              <a:ext uri="{FF2B5EF4-FFF2-40B4-BE49-F238E27FC236}">
                <a16:creationId xmlns:a16="http://schemas.microsoft.com/office/drawing/2014/main" id="{955EBBBD-7623-7492-FB73-FB71566E72D0}"/>
              </a:ext>
            </a:extLst>
          </p:cNvPr>
          <p:cNvGrpSpPr/>
          <p:nvPr/>
        </p:nvGrpSpPr>
        <p:grpSpPr>
          <a:xfrm>
            <a:off x="2155440" y="4374967"/>
            <a:ext cx="219500" cy="248272"/>
            <a:chOff x="3770313" y="1697038"/>
            <a:chExt cx="750887" cy="849312"/>
          </a:xfrm>
          <a:solidFill>
            <a:schemeClr val="accent4"/>
          </a:solidFill>
        </p:grpSpPr>
        <p:sp>
          <p:nvSpPr>
            <p:cNvPr id="308" name="Freeform 34">
              <a:extLst>
                <a:ext uri="{FF2B5EF4-FFF2-40B4-BE49-F238E27FC236}">
                  <a16:creationId xmlns:a16="http://schemas.microsoft.com/office/drawing/2014/main" id="{628B5F92-D97D-54C9-B3C0-09D2612A0F10}"/>
                </a:ext>
              </a:extLst>
            </p:cNvPr>
            <p:cNvSpPr>
              <a:spLocks noChangeArrowheads="1"/>
            </p:cNvSpPr>
            <p:nvPr/>
          </p:nvSpPr>
          <p:spPr bwMode="auto">
            <a:xfrm>
              <a:off x="451167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09" name="Freeform 35">
              <a:extLst>
                <a:ext uri="{FF2B5EF4-FFF2-40B4-BE49-F238E27FC236}">
                  <a16:creationId xmlns:a16="http://schemas.microsoft.com/office/drawing/2014/main" id="{1AB1673E-56CF-F189-5C78-0743C1465AE8}"/>
                </a:ext>
              </a:extLst>
            </p:cNvPr>
            <p:cNvSpPr>
              <a:spLocks noChangeArrowheads="1"/>
            </p:cNvSpPr>
            <p:nvPr/>
          </p:nvSpPr>
          <p:spPr bwMode="auto">
            <a:xfrm>
              <a:off x="3770313" y="1697038"/>
              <a:ext cx="750887" cy="849312"/>
            </a:xfrm>
            <a:custGeom>
              <a:avLst/>
              <a:gdLst>
                <a:gd name="T0" fmla="*/ 2057 w 2087"/>
                <a:gd name="T1" fmla="*/ 2040 h 2361"/>
                <a:gd name="T2" fmla="*/ 2057 w 2087"/>
                <a:gd name="T3" fmla="*/ 2040 h 2361"/>
                <a:gd name="T4" fmla="*/ 1407 w 2087"/>
                <a:gd name="T5" fmla="*/ 908 h 2361"/>
                <a:gd name="T6" fmla="*/ 1407 w 2087"/>
                <a:gd name="T7" fmla="*/ 105 h 2361"/>
                <a:gd name="T8" fmla="*/ 1508 w 2087"/>
                <a:gd name="T9" fmla="*/ 105 h 2361"/>
                <a:gd name="T10" fmla="*/ 1546 w 2087"/>
                <a:gd name="T11" fmla="*/ 89 h 2361"/>
                <a:gd name="T12" fmla="*/ 1559 w 2087"/>
                <a:gd name="T13" fmla="*/ 55 h 2361"/>
                <a:gd name="T14" fmla="*/ 1546 w 2087"/>
                <a:gd name="T15" fmla="*/ 17 h 2361"/>
                <a:gd name="T16" fmla="*/ 1508 w 2087"/>
                <a:gd name="T17" fmla="*/ 0 h 2361"/>
                <a:gd name="T18" fmla="*/ 1352 w 2087"/>
                <a:gd name="T19" fmla="*/ 0 h 2361"/>
                <a:gd name="T20" fmla="*/ 735 w 2087"/>
                <a:gd name="T21" fmla="*/ 0 h 2361"/>
                <a:gd name="T22" fmla="*/ 583 w 2087"/>
                <a:gd name="T23" fmla="*/ 0 h 2361"/>
                <a:gd name="T24" fmla="*/ 545 w 2087"/>
                <a:gd name="T25" fmla="*/ 17 h 2361"/>
                <a:gd name="T26" fmla="*/ 528 w 2087"/>
                <a:gd name="T27" fmla="*/ 55 h 2361"/>
                <a:gd name="T28" fmla="*/ 545 w 2087"/>
                <a:gd name="T29" fmla="*/ 89 h 2361"/>
                <a:gd name="T30" fmla="*/ 583 w 2087"/>
                <a:gd name="T31" fmla="*/ 105 h 2361"/>
                <a:gd name="T32" fmla="*/ 684 w 2087"/>
                <a:gd name="T33" fmla="*/ 105 h 2361"/>
                <a:gd name="T34" fmla="*/ 684 w 2087"/>
                <a:gd name="T35" fmla="*/ 908 h 2361"/>
                <a:gd name="T36" fmla="*/ 30 w 2087"/>
                <a:gd name="T37" fmla="*/ 2040 h 2361"/>
                <a:gd name="T38" fmla="*/ 0 w 2087"/>
                <a:gd name="T39" fmla="*/ 2145 h 2361"/>
                <a:gd name="T40" fmla="*/ 30 w 2087"/>
                <a:gd name="T41" fmla="*/ 2251 h 2361"/>
                <a:gd name="T42" fmla="*/ 30 w 2087"/>
                <a:gd name="T43" fmla="*/ 2251 h 2361"/>
                <a:gd name="T44" fmla="*/ 106 w 2087"/>
                <a:gd name="T45" fmla="*/ 2331 h 2361"/>
                <a:gd name="T46" fmla="*/ 216 w 2087"/>
                <a:gd name="T47" fmla="*/ 2360 h 2361"/>
                <a:gd name="T48" fmla="*/ 1875 w 2087"/>
                <a:gd name="T49" fmla="*/ 2360 h 2361"/>
                <a:gd name="T50" fmla="*/ 1981 w 2087"/>
                <a:gd name="T51" fmla="*/ 2331 h 2361"/>
                <a:gd name="T52" fmla="*/ 2057 w 2087"/>
                <a:gd name="T53" fmla="*/ 2251 h 2361"/>
                <a:gd name="T54" fmla="*/ 2057 w 2087"/>
                <a:gd name="T55" fmla="*/ 2251 h 2361"/>
                <a:gd name="T56" fmla="*/ 2086 w 2087"/>
                <a:gd name="T57" fmla="*/ 2145 h 2361"/>
                <a:gd name="T58" fmla="*/ 2057 w 2087"/>
                <a:gd name="T59" fmla="*/ 2040 h 2361"/>
                <a:gd name="T60" fmla="*/ 1968 w 2087"/>
                <a:gd name="T61" fmla="*/ 2200 h 2361"/>
                <a:gd name="T62" fmla="*/ 1968 w 2087"/>
                <a:gd name="T63" fmla="*/ 2200 h 2361"/>
                <a:gd name="T64" fmla="*/ 1930 w 2087"/>
                <a:gd name="T65" fmla="*/ 2238 h 2361"/>
                <a:gd name="T66" fmla="*/ 1875 w 2087"/>
                <a:gd name="T67" fmla="*/ 2255 h 2361"/>
                <a:gd name="T68" fmla="*/ 216 w 2087"/>
                <a:gd name="T69" fmla="*/ 2255 h 2361"/>
                <a:gd name="T70" fmla="*/ 161 w 2087"/>
                <a:gd name="T71" fmla="*/ 2238 h 2361"/>
                <a:gd name="T72" fmla="*/ 123 w 2087"/>
                <a:gd name="T73" fmla="*/ 2200 h 2361"/>
                <a:gd name="T74" fmla="*/ 106 w 2087"/>
                <a:gd name="T75" fmla="*/ 2145 h 2361"/>
                <a:gd name="T76" fmla="*/ 123 w 2087"/>
                <a:gd name="T77" fmla="*/ 2090 h 2361"/>
                <a:gd name="T78" fmla="*/ 123 w 2087"/>
                <a:gd name="T79" fmla="*/ 2090 h 2361"/>
                <a:gd name="T80" fmla="*/ 781 w 2087"/>
                <a:gd name="T81" fmla="*/ 950 h 2361"/>
                <a:gd name="T82" fmla="*/ 790 w 2087"/>
                <a:gd name="T83" fmla="*/ 920 h 2361"/>
                <a:gd name="T84" fmla="*/ 790 w 2087"/>
                <a:gd name="T85" fmla="*/ 105 h 2361"/>
                <a:gd name="T86" fmla="*/ 1301 w 2087"/>
                <a:gd name="T87" fmla="*/ 105 h 2361"/>
                <a:gd name="T88" fmla="*/ 1301 w 2087"/>
                <a:gd name="T89" fmla="*/ 920 h 2361"/>
                <a:gd name="T90" fmla="*/ 1305 w 2087"/>
                <a:gd name="T91" fmla="*/ 950 h 2361"/>
                <a:gd name="T92" fmla="*/ 1968 w 2087"/>
                <a:gd name="T93" fmla="*/ 2090 h 2361"/>
                <a:gd name="T94" fmla="*/ 1968 w 2087"/>
                <a:gd name="T95" fmla="*/ 2090 h 2361"/>
                <a:gd name="T96" fmla="*/ 1981 w 2087"/>
                <a:gd name="T97" fmla="*/ 2145 h 2361"/>
                <a:gd name="T98" fmla="*/ 1968 w 2087"/>
                <a:gd name="T99" fmla="*/ 2200 h 2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087" h="2361">
                  <a:moveTo>
                    <a:pt x="2057" y="2040"/>
                  </a:moveTo>
                  <a:lnTo>
                    <a:pt x="2057" y="2040"/>
                  </a:lnTo>
                  <a:cubicBezTo>
                    <a:pt x="1407" y="908"/>
                    <a:pt x="1407" y="908"/>
                    <a:pt x="1407" y="908"/>
                  </a:cubicBezTo>
                  <a:cubicBezTo>
                    <a:pt x="1407" y="105"/>
                    <a:pt x="1407" y="105"/>
                    <a:pt x="1407" y="105"/>
                  </a:cubicBezTo>
                  <a:cubicBezTo>
                    <a:pt x="1508" y="105"/>
                    <a:pt x="1508" y="105"/>
                    <a:pt x="1508" y="105"/>
                  </a:cubicBezTo>
                  <a:cubicBezTo>
                    <a:pt x="1521" y="105"/>
                    <a:pt x="1533" y="101"/>
                    <a:pt x="1546" y="89"/>
                  </a:cubicBezTo>
                  <a:cubicBezTo>
                    <a:pt x="1554" y="80"/>
                    <a:pt x="1559" y="67"/>
                    <a:pt x="1559" y="55"/>
                  </a:cubicBezTo>
                  <a:cubicBezTo>
                    <a:pt x="1559" y="38"/>
                    <a:pt x="1554" y="25"/>
                    <a:pt x="1546" y="17"/>
                  </a:cubicBezTo>
                  <a:cubicBezTo>
                    <a:pt x="1533" y="4"/>
                    <a:pt x="1521" y="0"/>
                    <a:pt x="1508" y="0"/>
                  </a:cubicBezTo>
                  <a:cubicBezTo>
                    <a:pt x="1352" y="0"/>
                    <a:pt x="1352" y="0"/>
                    <a:pt x="1352" y="0"/>
                  </a:cubicBezTo>
                  <a:cubicBezTo>
                    <a:pt x="735" y="0"/>
                    <a:pt x="735" y="0"/>
                    <a:pt x="735" y="0"/>
                  </a:cubicBezTo>
                  <a:cubicBezTo>
                    <a:pt x="583" y="0"/>
                    <a:pt x="583" y="0"/>
                    <a:pt x="583" y="0"/>
                  </a:cubicBezTo>
                  <a:cubicBezTo>
                    <a:pt x="566" y="0"/>
                    <a:pt x="553" y="4"/>
                    <a:pt x="545" y="17"/>
                  </a:cubicBezTo>
                  <a:cubicBezTo>
                    <a:pt x="532" y="25"/>
                    <a:pt x="528" y="38"/>
                    <a:pt x="528" y="55"/>
                  </a:cubicBezTo>
                  <a:cubicBezTo>
                    <a:pt x="528" y="67"/>
                    <a:pt x="532" y="80"/>
                    <a:pt x="545" y="89"/>
                  </a:cubicBezTo>
                  <a:cubicBezTo>
                    <a:pt x="553" y="101"/>
                    <a:pt x="566" y="105"/>
                    <a:pt x="583" y="105"/>
                  </a:cubicBezTo>
                  <a:cubicBezTo>
                    <a:pt x="684" y="105"/>
                    <a:pt x="684" y="105"/>
                    <a:pt x="684" y="105"/>
                  </a:cubicBezTo>
                  <a:cubicBezTo>
                    <a:pt x="684" y="908"/>
                    <a:pt x="684" y="908"/>
                    <a:pt x="684" y="908"/>
                  </a:cubicBezTo>
                  <a:cubicBezTo>
                    <a:pt x="30" y="2040"/>
                    <a:pt x="30" y="2040"/>
                    <a:pt x="30" y="2040"/>
                  </a:cubicBezTo>
                  <a:cubicBezTo>
                    <a:pt x="13" y="2073"/>
                    <a:pt x="0" y="2107"/>
                    <a:pt x="0" y="2145"/>
                  </a:cubicBezTo>
                  <a:cubicBezTo>
                    <a:pt x="0" y="2183"/>
                    <a:pt x="13" y="2221"/>
                    <a:pt x="30" y="2251"/>
                  </a:cubicBezTo>
                  <a:lnTo>
                    <a:pt x="30" y="2251"/>
                  </a:lnTo>
                  <a:cubicBezTo>
                    <a:pt x="51" y="2285"/>
                    <a:pt x="76" y="2314"/>
                    <a:pt x="106" y="2331"/>
                  </a:cubicBezTo>
                  <a:cubicBezTo>
                    <a:pt x="140" y="2348"/>
                    <a:pt x="178" y="2360"/>
                    <a:pt x="216" y="2360"/>
                  </a:cubicBezTo>
                  <a:cubicBezTo>
                    <a:pt x="1875" y="2360"/>
                    <a:pt x="1875" y="2360"/>
                    <a:pt x="1875" y="2360"/>
                  </a:cubicBezTo>
                  <a:cubicBezTo>
                    <a:pt x="1913" y="2360"/>
                    <a:pt x="1947" y="2348"/>
                    <a:pt x="1981" y="2331"/>
                  </a:cubicBezTo>
                  <a:cubicBezTo>
                    <a:pt x="2015" y="2314"/>
                    <a:pt x="2040" y="2285"/>
                    <a:pt x="2057" y="2251"/>
                  </a:cubicBezTo>
                  <a:lnTo>
                    <a:pt x="2057" y="2251"/>
                  </a:lnTo>
                  <a:cubicBezTo>
                    <a:pt x="2078" y="2221"/>
                    <a:pt x="2086" y="2183"/>
                    <a:pt x="2086" y="2145"/>
                  </a:cubicBezTo>
                  <a:cubicBezTo>
                    <a:pt x="2086" y="2107"/>
                    <a:pt x="2078" y="2073"/>
                    <a:pt x="2057" y="2040"/>
                  </a:cubicBezTo>
                  <a:close/>
                  <a:moveTo>
                    <a:pt x="1968" y="2200"/>
                  </a:moveTo>
                  <a:lnTo>
                    <a:pt x="1968" y="2200"/>
                  </a:lnTo>
                  <a:cubicBezTo>
                    <a:pt x="1956" y="2217"/>
                    <a:pt x="1943" y="2230"/>
                    <a:pt x="1930" y="2238"/>
                  </a:cubicBezTo>
                  <a:cubicBezTo>
                    <a:pt x="1913" y="2247"/>
                    <a:pt x="1896" y="2255"/>
                    <a:pt x="1875" y="2255"/>
                  </a:cubicBezTo>
                  <a:cubicBezTo>
                    <a:pt x="216" y="2255"/>
                    <a:pt x="216" y="2255"/>
                    <a:pt x="216" y="2255"/>
                  </a:cubicBezTo>
                  <a:cubicBezTo>
                    <a:pt x="194" y="2255"/>
                    <a:pt x="178" y="2247"/>
                    <a:pt x="161" y="2238"/>
                  </a:cubicBezTo>
                  <a:cubicBezTo>
                    <a:pt x="144" y="2230"/>
                    <a:pt x="131" y="2217"/>
                    <a:pt x="123" y="2200"/>
                  </a:cubicBezTo>
                  <a:cubicBezTo>
                    <a:pt x="110" y="2183"/>
                    <a:pt x="106" y="2162"/>
                    <a:pt x="106" y="2145"/>
                  </a:cubicBezTo>
                  <a:cubicBezTo>
                    <a:pt x="106" y="2128"/>
                    <a:pt x="110" y="2111"/>
                    <a:pt x="123" y="2090"/>
                  </a:cubicBezTo>
                  <a:lnTo>
                    <a:pt x="123" y="2090"/>
                  </a:lnTo>
                  <a:cubicBezTo>
                    <a:pt x="781" y="950"/>
                    <a:pt x="781" y="950"/>
                    <a:pt x="781" y="950"/>
                  </a:cubicBezTo>
                  <a:cubicBezTo>
                    <a:pt x="786" y="942"/>
                    <a:pt x="790" y="933"/>
                    <a:pt x="790" y="920"/>
                  </a:cubicBezTo>
                  <a:cubicBezTo>
                    <a:pt x="790" y="105"/>
                    <a:pt x="790" y="105"/>
                    <a:pt x="790" y="105"/>
                  </a:cubicBezTo>
                  <a:cubicBezTo>
                    <a:pt x="1301" y="105"/>
                    <a:pt x="1301" y="105"/>
                    <a:pt x="1301" y="105"/>
                  </a:cubicBezTo>
                  <a:cubicBezTo>
                    <a:pt x="1301" y="920"/>
                    <a:pt x="1301" y="920"/>
                    <a:pt x="1301" y="920"/>
                  </a:cubicBezTo>
                  <a:cubicBezTo>
                    <a:pt x="1301" y="933"/>
                    <a:pt x="1301" y="942"/>
                    <a:pt x="1305" y="950"/>
                  </a:cubicBezTo>
                  <a:cubicBezTo>
                    <a:pt x="1968" y="2090"/>
                    <a:pt x="1968" y="2090"/>
                    <a:pt x="1968" y="2090"/>
                  </a:cubicBezTo>
                  <a:lnTo>
                    <a:pt x="1968" y="2090"/>
                  </a:lnTo>
                  <a:cubicBezTo>
                    <a:pt x="1977" y="2111"/>
                    <a:pt x="1981" y="2128"/>
                    <a:pt x="1981" y="2145"/>
                  </a:cubicBezTo>
                  <a:cubicBezTo>
                    <a:pt x="1981" y="2162"/>
                    <a:pt x="1977" y="2183"/>
                    <a:pt x="1968" y="220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0" name="Freeform 36">
              <a:extLst>
                <a:ext uri="{FF2B5EF4-FFF2-40B4-BE49-F238E27FC236}">
                  <a16:creationId xmlns:a16="http://schemas.microsoft.com/office/drawing/2014/main" id="{F5416050-61A6-FCFB-45C3-C026D4267437}"/>
                </a:ext>
              </a:extLst>
            </p:cNvPr>
            <p:cNvSpPr>
              <a:spLocks noChangeArrowheads="1"/>
            </p:cNvSpPr>
            <p:nvPr/>
          </p:nvSpPr>
          <p:spPr bwMode="auto">
            <a:xfrm>
              <a:off x="3781425" y="2430463"/>
              <a:ext cx="1588"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1" name="Freeform 37">
              <a:extLst>
                <a:ext uri="{FF2B5EF4-FFF2-40B4-BE49-F238E27FC236}">
                  <a16:creationId xmlns:a16="http://schemas.microsoft.com/office/drawing/2014/main" id="{15AF40CA-EBEC-2C12-A4DC-6387199CD667}"/>
                </a:ext>
              </a:extLst>
            </p:cNvPr>
            <p:cNvSpPr>
              <a:spLocks noChangeArrowheads="1"/>
            </p:cNvSpPr>
            <p:nvPr/>
          </p:nvSpPr>
          <p:spPr bwMode="auto">
            <a:xfrm>
              <a:off x="3994150" y="2208213"/>
              <a:ext cx="306388" cy="38100"/>
            </a:xfrm>
            <a:custGeom>
              <a:avLst/>
              <a:gdLst>
                <a:gd name="T0" fmla="*/ 794 w 850"/>
                <a:gd name="T1" fmla="*/ 0 h 106"/>
                <a:gd name="T2" fmla="*/ 794 w 850"/>
                <a:gd name="T3" fmla="*/ 0 h 106"/>
                <a:gd name="T4" fmla="*/ 51 w 850"/>
                <a:gd name="T5" fmla="*/ 0 h 106"/>
                <a:gd name="T6" fmla="*/ 13 w 850"/>
                <a:gd name="T7" fmla="*/ 12 h 106"/>
                <a:gd name="T8" fmla="*/ 0 w 850"/>
                <a:gd name="T9" fmla="*/ 51 h 106"/>
                <a:gd name="T10" fmla="*/ 13 w 850"/>
                <a:gd name="T11" fmla="*/ 88 h 106"/>
                <a:gd name="T12" fmla="*/ 51 w 850"/>
                <a:gd name="T13" fmla="*/ 105 h 106"/>
                <a:gd name="T14" fmla="*/ 794 w 850"/>
                <a:gd name="T15" fmla="*/ 105 h 106"/>
                <a:gd name="T16" fmla="*/ 832 w 850"/>
                <a:gd name="T17" fmla="*/ 88 h 106"/>
                <a:gd name="T18" fmla="*/ 849 w 850"/>
                <a:gd name="T19" fmla="*/ 51 h 106"/>
                <a:gd name="T20" fmla="*/ 832 w 850"/>
                <a:gd name="T21" fmla="*/ 12 h 106"/>
                <a:gd name="T22" fmla="*/ 794 w 850"/>
                <a:gd name="T23" fmla="*/ 0 h 1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50" h="106">
                  <a:moveTo>
                    <a:pt x="794" y="0"/>
                  </a:moveTo>
                  <a:lnTo>
                    <a:pt x="794" y="0"/>
                  </a:lnTo>
                  <a:cubicBezTo>
                    <a:pt x="51" y="0"/>
                    <a:pt x="51" y="0"/>
                    <a:pt x="51" y="0"/>
                  </a:cubicBezTo>
                  <a:cubicBezTo>
                    <a:pt x="38" y="0"/>
                    <a:pt x="25" y="4"/>
                    <a:pt x="13" y="12"/>
                  </a:cubicBezTo>
                  <a:cubicBezTo>
                    <a:pt x="4" y="25"/>
                    <a:pt x="0" y="38"/>
                    <a:pt x="0" y="51"/>
                  </a:cubicBezTo>
                  <a:cubicBezTo>
                    <a:pt x="0" y="63"/>
                    <a:pt x="4" y="80"/>
                    <a:pt x="13" y="88"/>
                  </a:cubicBezTo>
                  <a:cubicBezTo>
                    <a:pt x="25" y="97"/>
                    <a:pt x="38" y="105"/>
                    <a:pt x="51" y="105"/>
                  </a:cubicBezTo>
                  <a:cubicBezTo>
                    <a:pt x="794" y="105"/>
                    <a:pt x="794" y="105"/>
                    <a:pt x="794" y="105"/>
                  </a:cubicBezTo>
                  <a:cubicBezTo>
                    <a:pt x="807" y="105"/>
                    <a:pt x="823" y="97"/>
                    <a:pt x="832" y="88"/>
                  </a:cubicBezTo>
                  <a:cubicBezTo>
                    <a:pt x="840" y="80"/>
                    <a:pt x="849" y="63"/>
                    <a:pt x="849" y="51"/>
                  </a:cubicBezTo>
                  <a:cubicBezTo>
                    <a:pt x="849" y="38"/>
                    <a:pt x="840" y="25"/>
                    <a:pt x="832" y="12"/>
                  </a:cubicBezTo>
                  <a:cubicBezTo>
                    <a:pt x="823" y="4"/>
                    <a:pt x="807" y="0"/>
                    <a:pt x="794"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12" name="Freeform 21">
            <a:extLst>
              <a:ext uri="{FF2B5EF4-FFF2-40B4-BE49-F238E27FC236}">
                <a16:creationId xmlns:a16="http://schemas.microsoft.com/office/drawing/2014/main" id="{B6DDA343-6390-AE5E-504F-6CB4C762DD37}"/>
              </a:ext>
            </a:extLst>
          </p:cNvPr>
          <p:cNvSpPr>
            <a:spLocks noChangeArrowheads="1"/>
          </p:cNvSpPr>
          <p:nvPr/>
        </p:nvSpPr>
        <p:spPr bwMode="auto">
          <a:xfrm>
            <a:off x="1588359" y="4841347"/>
            <a:ext cx="245487" cy="233422"/>
          </a:xfrm>
          <a:custGeom>
            <a:avLst/>
            <a:gdLst>
              <a:gd name="T0" fmla="*/ 2234 w 2333"/>
              <a:gd name="T1" fmla="*/ 1807 h 2217"/>
              <a:gd name="T2" fmla="*/ 2006 w 2333"/>
              <a:gd name="T3" fmla="*/ 1794 h 2217"/>
              <a:gd name="T4" fmla="*/ 1990 w 2333"/>
              <a:gd name="T5" fmla="*/ 1195 h 2217"/>
              <a:gd name="T6" fmla="*/ 1424 w 2333"/>
              <a:gd name="T7" fmla="*/ 625 h 2217"/>
              <a:gd name="T8" fmla="*/ 1398 w 2333"/>
              <a:gd name="T9" fmla="*/ 431 h 2217"/>
              <a:gd name="T10" fmla="*/ 1517 w 2333"/>
              <a:gd name="T11" fmla="*/ 135 h 2217"/>
              <a:gd name="T12" fmla="*/ 1225 w 2333"/>
              <a:gd name="T13" fmla="*/ 17 h 2217"/>
              <a:gd name="T14" fmla="*/ 1103 w 2333"/>
              <a:gd name="T15" fmla="*/ 313 h 2217"/>
              <a:gd name="T16" fmla="*/ 1305 w 2333"/>
              <a:gd name="T17" fmla="*/ 638 h 2217"/>
              <a:gd name="T18" fmla="*/ 473 w 2333"/>
              <a:gd name="T19" fmla="*/ 511 h 2217"/>
              <a:gd name="T20" fmla="*/ 410 w 2333"/>
              <a:gd name="T21" fmla="*/ 207 h 2217"/>
              <a:gd name="T22" fmla="*/ 98 w 2333"/>
              <a:gd name="T23" fmla="*/ 270 h 2217"/>
              <a:gd name="T24" fmla="*/ 157 w 2333"/>
              <a:gd name="T25" fmla="*/ 579 h 2217"/>
              <a:gd name="T26" fmla="*/ 397 w 2333"/>
              <a:gd name="T27" fmla="*/ 587 h 2217"/>
              <a:gd name="T28" fmla="*/ 896 w 2333"/>
              <a:gd name="T29" fmla="*/ 1401 h 2217"/>
              <a:gd name="T30" fmla="*/ 351 w 2333"/>
              <a:gd name="T31" fmla="*/ 1692 h 2217"/>
              <a:gd name="T32" fmla="*/ 38 w 2333"/>
              <a:gd name="T33" fmla="*/ 1752 h 2217"/>
              <a:gd name="T34" fmla="*/ 102 w 2333"/>
              <a:gd name="T35" fmla="*/ 2064 h 2217"/>
              <a:gd name="T36" fmla="*/ 410 w 2333"/>
              <a:gd name="T37" fmla="*/ 2001 h 2217"/>
              <a:gd name="T38" fmla="*/ 431 w 2333"/>
              <a:gd name="T39" fmla="*/ 1785 h 2217"/>
              <a:gd name="T40" fmla="*/ 1424 w 2333"/>
              <a:gd name="T41" fmla="*/ 1760 h 2217"/>
              <a:gd name="T42" fmla="*/ 1740 w 2333"/>
              <a:gd name="T43" fmla="*/ 1671 h 2217"/>
              <a:gd name="T44" fmla="*/ 1884 w 2333"/>
              <a:gd name="T45" fmla="*/ 1992 h 2217"/>
              <a:gd name="T46" fmla="*/ 2108 w 2333"/>
              <a:gd name="T47" fmla="*/ 2216 h 2217"/>
              <a:gd name="T48" fmla="*/ 2332 w 2333"/>
              <a:gd name="T49" fmla="*/ 1992 h 2217"/>
              <a:gd name="T50" fmla="*/ 1212 w 2333"/>
              <a:gd name="T51" fmla="*/ 291 h 2217"/>
              <a:gd name="T52" fmla="*/ 1246 w 2333"/>
              <a:gd name="T53" fmla="*/ 127 h 2217"/>
              <a:gd name="T54" fmla="*/ 1407 w 2333"/>
              <a:gd name="T55" fmla="*/ 156 h 2217"/>
              <a:gd name="T56" fmla="*/ 1377 w 2333"/>
              <a:gd name="T57" fmla="*/ 321 h 2217"/>
              <a:gd name="T58" fmla="*/ 1212 w 2333"/>
              <a:gd name="T59" fmla="*/ 291 h 2217"/>
              <a:gd name="T60" fmla="*/ 237 w 2333"/>
              <a:gd name="T61" fmla="*/ 503 h 2217"/>
              <a:gd name="T62" fmla="*/ 174 w 2333"/>
              <a:gd name="T63" fmla="*/ 346 h 2217"/>
              <a:gd name="T64" fmla="*/ 330 w 2333"/>
              <a:gd name="T65" fmla="*/ 287 h 2217"/>
              <a:gd name="T66" fmla="*/ 393 w 2333"/>
              <a:gd name="T67" fmla="*/ 439 h 2217"/>
              <a:gd name="T68" fmla="*/ 334 w 2333"/>
              <a:gd name="T69" fmla="*/ 1925 h 2217"/>
              <a:gd name="T70" fmla="*/ 224 w 2333"/>
              <a:gd name="T71" fmla="*/ 1997 h 2217"/>
              <a:gd name="T72" fmla="*/ 106 w 2333"/>
              <a:gd name="T73" fmla="*/ 1878 h 2217"/>
              <a:gd name="T74" fmla="*/ 224 w 2333"/>
              <a:gd name="T75" fmla="*/ 1760 h 2217"/>
              <a:gd name="T76" fmla="*/ 342 w 2333"/>
              <a:gd name="T77" fmla="*/ 1878 h 2217"/>
              <a:gd name="T78" fmla="*/ 1424 w 2333"/>
              <a:gd name="T79" fmla="*/ 1654 h 2217"/>
              <a:gd name="T80" fmla="*/ 1022 w 2333"/>
              <a:gd name="T81" fmla="*/ 1414 h 2217"/>
              <a:gd name="T82" fmla="*/ 963 w 2333"/>
              <a:gd name="T83" fmla="*/ 1195 h 2217"/>
              <a:gd name="T84" fmla="*/ 1424 w 2333"/>
              <a:gd name="T85" fmla="*/ 731 h 2217"/>
              <a:gd name="T86" fmla="*/ 1884 w 2333"/>
              <a:gd name="T87" fmla="*/ 1195 h 2217"/>
              <a:gd name="T88" fmla="*/ 1424 w 2333"/>
              <a:gd name="T89" fmla="*/ 1654 h 2217"/>
              <a:gd name="T90" fmla="*/ 2175 w 2333"/>
              <a:gd name="T91" fmla="*/ 2089 h 2217"/>
              <a:gd name="T92" fmla="*/ 2011 w 2333"/>
              <a:gd name="T93" fmla="*/ 2056 h 2217"/>
              <a:gd name="T94" fmla="*/ 2044 w 2333"/>
              <a:gd name="T95" fmla="*/ 1895 h 2217"/>
              <a:gd name="T96" fmla="*/ 2209 w 2333"/>
              <a:gd name="T97" fmla="*/ 1925 h 22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33" h="2217">
                <a:moveTo>
                  <a:pt x="2315" y="1904"/>
                </a:moveTo>
                <a:lnTo>
                  <a:pt x="2315" y="1904"/>
                </a:lnTo>
                <a:cubicBezTo>
                  <a:pt x="2298" y="1866"/>
                  <a:pt x="2272" y="1832"/>
                  <a:pt x="2234" y="1807"/>
                </a:cubicBezTo>
                <a:cubicBezTo>
                  <a:pt x="2201" y="1781"/>
                  <a:pt x="2154" y="1769"/>
                  <a:pt x="2108" y="1769"/>
                </a:cubicBezTo>
                <a:cubicBezTo>
                  <a:pt x="2078" y="1769"/>
                  <a:pt x="2049" y="1773"/>
                  <a:pt x="2023" y="1785"/>
                </a:cubicBezTo>
                <a:cubicBezTo>
                  <a:pt x="2019" y="1785"/>
                  <a:pt x="2011" y="1790"/>
                  <a:pt x="2006" y="1794"/>
                </a:cubicBezTo>
                <a:cubicBezTo>
                  <a:pt x="1816" y="1600"/>
                  <a:pt x="1816" y="1600"/>
                  <a:pt x="1816" y="1600"/>
                </a:cubicBezTo>
                <a:cubicBezTo>
                  <a:pt x="1846" y="1574"/>
                  <a:pt x="1871" y="1540"/>
                  <a:pt x="1892" y="1511"/>
                </a:cubicBezTo>
                <a:cubicBezTo>
                  <a:pt x="1956" y="1418"/>
                  <a:pt x="1990" y="1309"/>
                  <a:pt x="1990" y="1195"/>
                </a:cubicBezTo>
                <a:cubicBezTo>
                  <a:pt x="1990" y="1115"/>
                  <a:pt x="1977" y="1039"/>
                  <a:pt x="1947" y="971"/>
                </a:cubicBezTo>
                <a:cubicBezTo>
                  <a:pt x="1905" y="870"/>
                  <a:pt x="1833" y="786"/>
                  <a:pt x="1740" y="722"/>
                </a:cubicBezTo>
                <a:cubicBezTo>
                  <a:pt x="1652" y="663"/>
                  <a:pt x="1542" y="625"/>
                  <a:pt x="1424" y="625"/>
                </a:cubicBezTo>
                <a:cubicBezTo>
                  <a:pt x="1419" y="625"/>
                  <a:pt x="1415" y="625"/>
                  <a:pt x="1411" y="629"/>
                </a:cubicBezTo>
                <a:cubicBezTo>
                  <a:pt x="1373" y="439"/>
                  <a:pt x="1373" y="439"/>
                  <a:pt x="1373" y="439"/>
                </a:cubicBezTo>
                <a:cubicBezTo>
                  <a:pt x="1381" y="435"/>
                  <a:pt x="1390" y="435"/>
                  <a:pt x="1398" y="431"/>
                </a:cubicBezTo>
                <a:cubicBezTo>
                  <a:pt x="1436" y="414"/>
                  <a:pt x="1470" y="384"/>
                  <a:pt x="1495" y="351"/>
                </a:cubicBezTo>
                <a:cubicBezTo>
                  <a:pt x="1521" y="313"/>
                  <a:pt x="1533" y="270"/>
                  <a:pt x="1533" y="224"/>
                </a:cubicBezTo>
                <a:cubicBezTo>
                  <a:pt x="1533" y="194"/>
                  <a:pt x="1529" y="165"/>
                  <a:pt x="1517" y="135"/>
                </a:cubicBezTo>
                <a:cubicBezTo>
                  <a:pt x="1500" y="97"/>
                  <a:pt x="1470" y="63"/>
                  <a:pt x="1436" y="38"/>
                </a:cubicBezTo>
                <a:cubicBezTo>
                  <a:pt x="1398" y="13"/>
                  <a:pt x="1356" y="0"/>
                  <a:pt x="1310" y="0"/>
                </a:cubicBezTo>
                <a:cubicBezTo>
                  <a:pt x="1280" y="0"/>
                  <a:pt x="1250" y="4"/>
                  <a:pt x="1225" y="17"/>
                </a:cubicBezTo>
                <a:cubicBezTo>
                  <a:pt x="1183" y="34"/>
                  <a:pt x="1149" y="63"/>
                  <a:pt x="1124" y="97"/>
                </a:cubicBezTo>
                <a:cubicBezTo>
                  <a:pt x="1103" y="135"/>
                  <a:pt x="1086" y="177"/>
                  <a:pt x="1086" y="224"/>
                </a:cubicBezTo>
                <a:cubicBezTo>
                  <a:pt x="1086" y="253"/>
                  <a:pt x="1094" y="283"/>
                  <a:pt x="1103" y="313"/>
                </a:cubicBezTo>
                <a:cubicBezTo>
                  <a:pt x="1120" y="351"/>
                  <a:pt x="1149" y="384"/>
                  <a:pt x="1187" y="410"/>
                </a:cubicBezTo>
                <a:cubicBezTo>
                  <a:pt x="1208" y="427"/>
                  <a:pt x="1238" y="435"/>
                  <a:pt x="1267" y="443"/>
                </a:cubicBezTo>
                <a:cubicBezTo>
                  <a:pt x="1305" y="638"/>
                  <a:pt x="1305" y="638"/>
                  <a:pt x="1305" y="638"/>
                </a:cubicBezTo>
                <a:cubicBezTo>
                  <a:pt x="1272" y="646"/>
                  <a:pt x="1238" y="659"/>
                  <a:pt x="1204" y="672"/>
                </a:cubicBezTo>
                <a:cubicBezTo>
                  <a:pt x="1111" y="710"/>
                  <a:pt x="1035" y="773"/>
                  <a:pt x="976" y="849"/>
                </a:cubicBezTo>
                <a:cubicBezTo>
                  <a:pt x="473" y="511"/>
                  <a:pt x="473" y="511"/>
                  <a:pt x="473" y="511"/>
                </a:cubicBezTo>
                <a:cubicBezTo>
                  <a:pt x="494" y="477"/>
                  <a:pt x="507" y="439"/>
                  <a:pt x="507" y="393"/>
                </a:cubicBezTo>
                <a:cubicBezTo>
                  <a:pt x="507" y="363"/>
                  <a:pt x="503" y="334"/>
                  <a:pt x="490" y="308"/>
                </a:cubicBezTo>
                <a:cubicBezTo>
                  <a:pt x="473" y="266"/>
                  <a:pt x="444" y="232"/>
                  <a:pt x="410" y="207"/>
                </a:cubicBezTo>
                <a:cubicBezTo>
                  <a:pt x="372" y="186"/>
                  <a:pt x="330" y="169"/>
                  <a:pt x="283" y="169"/>
                </a:cubicBezTo>
                <a:cubicBezTo>
                  <a:pt x="254" y="169"/>
                  <a:pt x="224" y="177"/>
                  <a:pt x="195" y="190"/>
                </a:cubicBezTo>
                <a:cubicBezTo>
                  <a:pt x="157" y="207"/>
                  <a:pt x="123" y="232"/>
                  <a:pt x="98" y="270"/>
                </a:cubicBezTo>
                <a:cubicBezTo>
                  <a:pt x="72" y="304"/>
                  <a:pt x="59" y="346"/>
                  <a:pt x="59" y="393"/>
                </a:cubicBezTo>
                <a:cubicBezTo>
                  <a:pt x="59" y="427"/>
                  <a:pt x="64" y="456"/>
                  <a:pt x="76" y="482"/>
                </a:cubicBezTo>
                <a:cubicBezTo>
                  <a:pt x="93" y="524"/>
                  <a:pt x="123" y="557"/>
                  <a:pt x="157" y="579"/>
                </a:cubicBezTo>
                <a:cubicBezTo>
                  <a:pt x="195" y="604"/>
                  <a:pt x="237" y="617"/>
                  <a:pt x="283" y="617"/>
                </a:cubicBezTo>
                <a:cubicBezTo>
                  <a:pt x="313" y="617"/>
                  <a:pt x="342" y="612"/>
                  <a:pt x="372" y="600"/>
                </a:cubicBezTo>
                <a:cubicBezTo>
                  <a:pt x="380" y="595"/>
                  <a:pt x="389" y="591"/>
                  <a:pt x="397" y="587"/>
                </a:cubicBezTo>
                <a:cubicBezTo>
                  <a:pt x="917" y="938"/>
                  <a:pt x="917" y="938"/>
                  <a:pt x="917" y="938"/>
                </a:cubicBezTo>
                <a:cubicBezTo>
                  <a:pt x="879" y="1014"/>
                  <a:pt x="858" y="1102"/>
                  <a:pt x="858" y="1195"/>
                </a:cubicBezTo>
                <a:cubicBezTo>
                  <a:pt x="858" y="1267"/>
                  <a:pt x="870" y="1339"/>
                  <a:pt x="896" y="1401"/>
                </a:cubicBezTo>
                <a:cubicBezTo>
                  <a:pt x="376" y="1692"/>
                  <a:pt x="376" y="1692"/>
                  <a:pt x="376" y="1692"/>
                </a:cubicBezTo>
                <a:cubicBezTo>
                  <a:pt x="372" y="1697"/>
                  <a:pt x="368" y="1701"/>
                  <a:pt x="368" y="1701"/>
                </a:cubicBezTo>
                <a:cubicBezTo>
                  <a:pt x="359" y="1697"/>
                  <a:pt x="355" y="1697"/>
                  <a:pt x="351" y="1692"/>
                </a:cubicBezTo>
                <a:cubicBezTo>
                  <a:pt x="317" y="1667"/>
                  <a:pt x="271" y="1654"/>
                  <a:pt x="224" y="1654"/>
                </a:cubicBezTo>
                <a:cubicBezTo>
                  <a:pt x="195" y="1654"/>
                  <a:pt x="165" y="1659"/>
                  <a:pt x="140" y="1671"/>
                </a:cubicBezTo>
                <a:cubicBezTo>
                  <a:pt x="98" y="1688"/>
                  <a:pt x="64" y="1718"/>
                  <a:pt x="38" y="1752"/>
                </a:cubicBezTo>
                <a:cubicBezTo>
                  <a:pt x="17" y="1790"/>
                  <a:pt x="0" y="1832"/>
                  <a:pt x="0" y="1878"/>
                </a:cubicBezTo>
                <a:cubicBezTo>
                  <a:pt x="0" y="1908"/>
                  <a:pt x="9" y="1937"/>
                  <a:pt x="21" y="1963"/>
                </a:cubicBezTo>
                <a:cubicBezTo>
                  <a:pt x="38" y="2005"/>
                  <a:pt x="64" y="2039"/>
                  <a:pt x="102" y="2064"/>
                </a:cubicBezTo>
                <a:cubicBezTo>
                  <a:pt x="136" y="2085"/>
                  <a:pt x="182" y="2102"/>
                  <a:pt x="224" y="2102"/>
                </a:cubicBezTo>
                <a:cubicBezTo>
                  <a:pt x="258" y="2102"/>
                  <a:pt x="288" y="2094"/>
                  <a:pt x="313" y="2085"/>
                </a:cubicBezTo>
                <a:cubicBezTo>
                  <a:pt x="355" y="2068"/>
                  <a:pt x="389" y="2039"/>
                  <a:pt x="410" y="2001"/>
                </a:cubicBezTo>
                <a:cubicBezTo>
                  <a:pt x="435" y="1967"/>
                  <a:pt x="448" y="1925"/>
                  <a:pt x="448" y="1878"/>
                </a:cubicBezTo>
                <a:cubicBezTo>
                  <a:pt x="448" y="1844"/>
                  <a:pt x="444" y="1815"/>
                  <a:pt x="431" y="1790"/>
                </a:cubicBezTo>
                <a:lnTo>
                  <a:pt x="431" y="1785"/>
                </a:lnTo>
                <a:cubicBezTo>
                  <a:pt x="946" y="1494"/>
                  <a:pt x="946" y="1494"/>
                  <a:pt x="946" y="1494"/>
                </a:cubicBezTo>
                <a:cubicBezTo>
                  <a:pt x="989" y="1562"/>
                  <a:pt x="1044" y="1617"/>
                  <a:pt x="1107" y="1663"/>
                </a:cubicBezTo>
                <a:cubicBezTo>
                  <a:pt x="1200" y="1722"/>
                  <a:pt x="1305" y="1760"/>
                  <a:pt x="1424" y="1760"/>
                </a:cubicBezTo>
                <a:cubicBezTo>
                  <a:pt x="1504" y="1760"/>
                  <a:pt x="1576" y="1743"/>
                  <a:pt x="1643" y="1714"/>
                </a:cubicBezTo>
                <a:cubicBezTo>
                  <a:pt x="1677" y="1701"/>
                  <a:pt x="1707" y="1684"/>
                  <a:pt x="1732" y="1667"/>
                </a:cubicBezTo>
                <a:cubicBezTo>
                  <a:pt x="1736" y="1667"/>
                  <a:pt x="1736" y="1671"/>
                  <a:pt x="1740" y="1671"/>
                </a:cubicBezTo>
                <a:cubicBezTo>
                  <a:pt x="1926" y="1861"/>
                  <a:pt x="1926" y="1861"/>
                  <a:pt x="1926" y="1861"/>
                </a:cubicBezTo>
                <a:cubicBezTo>
                  <a:pt x="1926" y="1861"/>
                  <a:pt x="1926" y="1866"/>
                  <a:pt x="1922" y="1866"/>
                </a:cubicBezTo>
                <a:cubicBezTo>
                  <a:pt x="1901" y="1904"/>
                  <a:pt x="1884" y="1946"/>
                  <a:pt x="1884" y="1992"/>
                </a:cubicBezTo>
                <a:cubicBezTo>
                  <a:pt x="1884" y="2022"/>
                  <a:pt x="1892" y="2052"/>
                  <a:pt x="1905" y="2077"/>
                </a:cubicBezTo>
                <a:cubicBezTo>
                  <a:pt x="1922" y="2119"/>
                  <a:pt x="1947" y="2153"/>
                  <a:pt x="1985" y="2178"/>
                </a:cubicBezTo>
                <a:cubicBezTo>
                  <a:pt x="2019" y="2199"/>
                  <a:pt x="2061" y="2216"/>
                  <a:pt x="2108" y="2216"/>
                </a:cubicBezTo>
                <a:cubicBezTo>
                  <a:pt x="2142" y="2216"/>
                  <a:pt x="2171" y="2208"/>
                  <a:pt x="2196" y="2199"/>
                </a:cubicBezTo>
                <a:cubicBezTo>
                  <a:pt x="2239" y="2182"/>
                  <a:pt x="2272" y="2153"/>
                  <a:pt x="2294" y="2115"/>
                </a:cubicBezTo>
                <a:cubicBezTo>
                  <a:pt x="2319" y="2081"/>
                  <a:pt x="2332" y="2039"/>
                  <a:pt x="2332" y="1992"/>
                </a:cubicBezTo>
                <a:cubicBezTo>
                  <a:pt x="2332" y="1959"/>
                  <a:pt x="2327" y="1929"/>
                  <a:pt x="2315" y="1904"/>
                </a:cubicBezTo>
                <a:close/>
                <a:moveTo>
                  <a:pt x="1212" y="291"/>
                </a:moveTo>
                <a:lnTo>
                  <a:pt x="1212" y="291"/>
                </a:lnTo>
                <a:cubicBezTo>
                  <a:pt x="1200" y="270"/>
                  <a:pt x="1191" y="249"/>
                  <a:pt x="1191" y="224"/>
                </a:cubicBezTo>
                <a:cubicBezTo>
                  <a:pt x="1191" y="207"/>
                  <a:pt x="1196" y="190"/>
                  <a:pt x="1200" y="177"/>
                </a:cubicBezTo>
                <a:cubicBezTo>
                  <a:pt x="1208" y="156"/>
                  <a:pt x="1225" y="139"/>
                  <a:pt x="1246" y="127"/>
                </a:cubicBezTo>
                <a:cubicBezTo>
                  <a:pt x="1263" y="114"/>
                  <a:pt x="1284" y="106"/>
                  <a:pt x="1310" y="106"/>
                </a:cubicBezTo>
                <a:cubicBezTo>
                  <a:pt x="1326" y="106"/>
                  <a:pt x="1343" y="110"/>
                  <a:pt x="1356" y="114"/>
                </a:cubicBezTo>
                <a:cubicBezTo>
                  <a:pt x="1377" y="122"/>
                  <a:pt x="1394" y="139"/>
                  <a:pt x="1407" y="156"/>
                </a:cubicBezTo>
                <a:cubicBezTo>
                  <a:pt x="1419" y="177"/>
                  <a:pt x="1428" y="199"/>
                  <a:pt x="1428" y="224"/>
                </a:cubicBezTo>
                <a:cubicBezTo>
                  <a:pt x="1428" y="241"/>
                  <a:pt x="1424" y="253"/>
                  <a:pt x="1419" y="270"/>
                </a:cubicBezTo>
                <a:cubicBezTo>
                  <a:pt x="1411" y="291"/>
                  <a:pt x="1394" y="308"/>
                  <a:pt x="1377" y="321"/>
                </a:cubicBezTo>
                <a:cubicBezTo>
                  <a:pt x="1356" y="334"/>
                  <a:pt x="1335" y="342"/>
                  <a:pt x="1310" y="342"/>
                </a:cubicBezTo>
                <a:cubicBezTo>
                  <a:pt x="1293" y="342"/>
                  <a:pt x="1280" y="338"/>
                  <a:pt x="1263" y="334"/>
                </a:cubicBezTo>
                <a:cubicBezTo>
                  <a:pt x="1242" y="325"/>
                  <a:pt x="1225" y="308"/>
                  <a:pt x="1212" y="291"/>
                </a:cubicBezTo>
                <a:close/>
                <a:moveTo>
                  <a:pt x="283" y="511"/>
                </a:moveTo>
                <a:lnTo>
                  <a:pt x="283" y="511"/>
                </a:lnTo>
                <a:cubicBezTo>
                  <a:pt x="266" y="511"/>
                  <a:pt x="250" y="511"/>
                  <a:pt x="237" y="503"/>
                </a:cubicBezTo>
                <a:cubicBezTo>
                  <a:pt x="216" y="494"/>
                  <a:pt x="199" y="482"/>
                  <a:pt x="186" y="460"/>
                </a:cubicBezTo>
                <a:cubicBezTo>
                  <a:pt x="174" y="443"/>
                  <a:pt x="165" y="418"/>
                  <a:pt x="165" y="393"/>
                </a:cubicBezTo>
                <a:cubicBezTo>
                  <a:pt x="165" y="376"/>
                  <a:pt x="169" y="363"/>
                  <a:pt x="174" y="346"/>
                </a:cubicBezTo>
                <a:cubicBezTo>
                  <a:pt x="182" y="325"/>
                  <a:pt x="199" y="308"/>
                  <a:pt x="216" y="296"/>
                </a:cubicBezTo>
                <a:cubicBezTo>
                  <a:pt x="237" y="283"/>
                  <a:pt x="258" y="275"/>
                  <a:pt x="283" y="275"/>
                </a:cubicBezTo>
                <a:cubicBezTo>
                  <a:pt x="300" y="275"/>
                  <a:pt x="317" y="279"/>
                  <a:pt x="330" y="287"/>
                </a:cubicBezTo>
                <a:cubicBezTo>
                  <a:pt x="351" y="296"/>
                  <a:pt x="368" y="308"/>
                  <a:pt x="380" y="330"/>
                </a:cubicBezTo>
                <a:cubicBezTo>
                  <a:pt x="393" y="346"/>
                  <a:pt x="402" y="372"/>
                  <a:pt x="402" y="393"/>
                </a:cubicBezTo>
                <a:cubicBezTo>
                  <a:pt x="402" y="410"/>
                  <a:pt x="397" y="427"/>
                  <a:pt x="393" y="439"/>
                </a:cubicBezTo>
                <a:cubicBezTo>
                  <a:pt x="385" y="460"/>
                  <a:pt x="368" y="482"/>
                  <a:pt x="351" y="494"/>
                </a:cubicBezTo>
                <a:cubicBezTo>
                  <a:pt x="330" y="507"/>
                  <a:pt x="309" y="511"/>
                  <a:pt x="283" y="511"/>
                </a:cubicBezTo>
                <a:close/>
                <a:moveTo>
                  <a:pt x="334" y="1925"/>
                </a:moveTo>
                <a:lnTo>
                  <a:pt x="334" y="1925"/>
                </a:lnTo>
                <a:cubicBezTo>
                  <a:pt x="326" y="1946"/>
                  <a:pt x="313" y="1963"/>
                  <a:pt x="292" y="1975"/>
                </a:cubicBezTo>
                <a:cubicBezTo>
                  <a:pt x="275" y="1988"/>
                  <a:pt x="250" y="1997"/>
                  <a:pt x="224" y="1997"/>
                </a:cubicBezTo>
                <a:cubicBezTo>
                  <a:pt x="211" y="1997"/>
                  <a:pt x="195" y="1992"/>
                  <a:pt x="182" y="1988"/>
                </a:cubicBezTo>
                <a:cubicBezTo>
                  <a:pt x="161" y="1975"/>
                  <a:pt x="140" y="1963"/>
                  <a:pt x="127" y="1942"/>
                </a:cubicBezTo>
                <a:cubicBezTo>
                  <a:pt x="114" y="1925"/>
                  <a:pt x="106" y="1904"/>
                  <a:pt x="106" y="1878"/>
                </a:cubicBezTo>
                <a:cubicBezTo>
                  <a:pt x="106" y="1861"/>
                  <a:pt x="110" y="1844"/>
                  <a:pt x="119" y="1832"/>
                </a:cubicBezTo>
                <a:cubicBezTo>
                  <a:pt x="127" y="1811"/>
                  <a:pt x="140" y="1794"/>
                  <a:pt x="161" y="1777"/>
                </a:cubicBezTo>
                <a:cubicBezTo>
                  <a:pt x="178" y="1764"/>
                  <a:pt x="203" y="1760"/>
                  <a:pt x="224" y="1760"/>
                </a:cubicBezTo>
                <a:cubicBezTo>
                  <a:pt x="241" y="1760"/>
                  <a:pt x="258" y="1760"/>
                  <a:pt x="271" y="1769"/>
                </a:cubicBezTo>
                <a:cubicBezTo>
                  <a:pt x="292" y="1777"/>
                  <a:pt x="313" y="1794"/>
                  <a:pt x="326" y="1811"/>
                </a:cubicBezTo>
                <a:cubicBezTo>
                  <a:pt x="338" y="1832"/>
                  <a:pt x="342" y="1853"/>
                  <a:pt x="342" y="1878"/>
                </a:cubicBezTo>
                <a:cubicBezTo>
                  <a:pt x="342" y="1895"/>
                  <a:pt x="342" y="1908"/>
                  <a:pt x="334" y="1925"/>
                </a:cubicBezTo>
                <a:close/>
                <a:moveTo>
                  <a:pt x="1424" y="1654"/>
                </a:moveTo>
                <a:lnTo>
                  <a:pt x="1424" y="1654"/>
                </a:lnTo>
                <a:cubicBezTo>
                  <a:pt x="1360" y="1654"/>
                  <a:pt x="1301" y="1642"/>
                  <a:pt x="1246" y="1617"/>
                </a:cubicBezTo>
                <a:cubicBezTo>
                  <a:pt x="1162" y="1583"/>
                  <a:pt x="1094" y="1524"/>
                  <a:pt x="1044" y="1452"/>
                </a:cubicBezTo>
                <a:cubicBezTo>
                  <a:pt x="1035" y="1439"/>
                  <a:pt x="1027" y="1427"/>
                  <a:pt x="1022" y="1414"/>
                </a:cubicBezTo>
                <a:cubicBezTo>
                  <a:pt x="1018" y="1405"/>
                  <a:pt x="1018" y="1401"/>
                  <a:pt x="1014" y="1394"/>
                </a:cubicBezTo>
                <a:cubicBezTo>
                  <a:pt x="1010" y="1389"/>
                  <a:pt x="1010" y="1389"/>
                  <a:pt x="1005" y="1385"/>
                </a:cubicBezTo>
                <a:cubicBezTo>
                  <a:pt x="980" y="1326"/>
                  <a:pt x="963" y="1263"/>
                  <a:pt x="963" y="1195"/>
                </a:cubicBezTo>
                <a:cubicBezTo>
                  <a:pt x="963" y="1128"/>
                  <a:pt x="976" y="1068"/>
                  <a:pt x="1001" y="1014"/>
                </a:cubicBezTo>
                <a:cubicBezTo>
                  <a:pt x="1035" y="933"/>
                  <a:pt x="1094" y="862"/>
                  <a:pt x="1166" y="811"/>
                </a:cubicBezTo>
                <a:cubicBezTo>
                  <a:pt x="1242" y="760"/>
                  <a:pt x="1331" y="731"/>
                  <a:pt x="1424" y="731"/>
                </a:cubicBezTo>
                <a:cubicBezTo>
                  <a:pt x="1487" y="731"/>
                  <a:pt x="1550" y="747"/>
                  <a:pt x="1605" y="769"/>
                </a:cubicBezTo>
                <a:cubicBezTo>
                  <a:pt x="1685" y="802"/>
                  <a:pt x="1757" y="862"/>
                  <a:pt x="1808" y="938"/>
                </a:cubicBezTo>
                <a:cubicBezTo>
                  <a:pt x="1854" y="1009"/>
                  <a:pt x="1884" y="1098"/>
                  <a:pt x="1884" y="1195"/>
                </a:cubicBezTo>
                <a:cubicBezTo>
                  <a:pt x="1884" y="1259"/>
                  <a:pt x="1871" y="1318"/>
                  <a:pt x="1850" y="1372"/>
                </a:cubicBezTo>
                <a:cubicBezTo>
                  <a:pt x="1816" y="1456"/>
                  <a:pt x="1757" y="1524"/>
                  <a:pt x="1681" y="1574"/>
                </a:cubicBezTo>
                <a:cubicBezTo>
                  <a:pt x="1609" y="1625"/>
                  <a:pt x="1521" y="1654"/>
                  <a:pt x="1424" y="1654"/>
                </a:cubicBezTo>
                <a:close/>
                <a:moveTo>
                  <a:pt x="2218" y="2039"/>
                </a:moveTo>
                <a:lnTo>
                  <a:pt x="2218" y="2039"/>
                </a:lnTo>
                <a:cubicBezTo>
                  <a:pt x="2209" y="2060"/>
                  <a:pt x="2196" y="2077"/>
                  <a:pt x="2175" y="2089"/>
                </a:cubicBezTo>
                <a:cubicBezTo>
                  <a:pt x="2158" y="2102"/>
                  <a:pt x="2133" y="2111"/>
                  <a:pt x="2108" y="2111"/>
                </a:cubicBezTo>
                <a:cubicBezTo>
                  <a:pt x="2091" y="2111"/>
                  <a:pt x="2078" y="2106"/>
                  <a:pt x="2061" y="2102"/>
                </a:cubicBezTo>
                <a:cubicBezTo>
                  <a:pt x="2040" y="2094"/>
                  <a:pt x="2023" y="2077"/>
                  <a:pt x="2011" y="2056"/>
                </a:cubicBezTo>
                <a:cubicBezTo>
                  <a:pt x="1998" y="2039"/>
                  <a:pt x="1990" y="2018"/>
                  <a:pt x="1990" y="1992"/>
                </a:cubicBezTo>
                <a:cubicBezTo>
                  <a:pt x="1990" y="1975"/>
                  <a:pt x="1994" y="1959"/>
                  <a:pt x="2002" y="1946"/>
                </a:cubicBezTo>
                <a:cubicBezTo>
                  <a:pt x="2011" y="1925"/>
                  <a:pt x="2023" y="1908"/>
                  <a:pt x="2044" y="1895"/>
                </a:cubicBezTo>
                <a:cubicBezTo>
                  <a:pt x="2061" y="1878"/>
                  <a:pt x="2087" y="1874"/>
                  <a:pt x="2108" y="1874"/>
                </a:cubicBezTo>
                <a:cubicBezTo>
                  <a:pt x="2125" y="1874"/>
                  <a:pt x="2142" y="1878"/>
                  <a:pt x="2154" y="1883"/>
                </a:cubicBezTo>
                <a:cubicBezTo>
                  <a:pt x="2175" y="1891"/>
                  <a:pt x="2196" y="1908"/>
                  <a:pt x="2209" y="1925"/>
                </a:cubicBezTo>
                <a:cubicBezTo>
                  <a:pt x="2222" y="1946"/>
                  <a:pt x="2226" y="1967"/>
                  <a:pt x="2226" y="1992"/>
                </a:cubicBezTo>
                <a:cubicBezTo>
                  <a:pt x="2226" y="2009"/>
                  <a:pt x="2226" y="2022"/>
                  <a:pt x="2218" y="2039"/>
                </a:cubicBezTo>
                <a:close/>
              </a:path>
            </a:pathLst>
          </a:custGeom>
          <a:solidFill>
            <a:schemeClr val="accent4"/>
          </a:solidFill>
          <a:ln>
            <a:noFill/>
          </a:ln>
          <a:effectLst/>
        </p:spPr>
        <p:txBody>
          <a:bodyPr wrap="none" anchor="ctr"/>
          <a:lstStyle/>
          <a:p>
            <a:endParaRPr lang="da-DK"/>
          </a:p>
        </p:txBody>
      </p:sp>
      <p:grpSp>
        <p:nvGrpSpPr>
          <p:cNvPr id="313" name="Group 316">
            <a:extLst>
              <a:ext uri="{FF2B5EF4-FFF2-40B4-BE49-F238E27FC236}">
                <a16:creationId xmlns:a16="http://schemas.microsoft.com/office/drawing/2014/main" id="{01FA53E1-4135-4822-6BDE-07AF8B3C9DD3}"/>
              </a:ext>
            </a:extLst>
          </p:cNvPr>
          <p:cNvGrpSpPr/>
          <p:nvPr/>
        </p:nvGrpSpPr>
        <p:grpSpPr>
          <a:xfrm>
            <a:off x="1603209" y="4368470"/>
            <a:ext cx="193977" cy="278436"/>
            <a:chOff x="1881188" y="1674813"/>
            <a:chExt cx="663575" cy="952500"/>
          </a:xfrm>
          <a:solidFill>
            <a:schemeClr val="accent4"/>
          </a:solidFill>
        </p:grpSpPr>
        <p:sp>
          <p:nvSpPr>
            <p:cNvPr id="314" name="Freeform 38">
              <a:extLst>
                <a:ext uri="{FF2B5EF4-FFF2-40B4-BE49-F238E27FC236}">
                  <a16:creationId xmlns:a16="http://schemas.microsoft.com/office/drawing/2014/main" id="{9D8BF11C-F0D1-E24F-9846-534E27EBFECA}"/>
                </a:ext>
              </a:extLst>
            </p:cNvPr>
            <p:cNvSpPr>
              <a:spLocks noChangeArrowheads="1"/>
            </p:cNvSpPr>
            <p:nvPr/>
          </p:nvSpPr>
          <p:spPr bwMode="auto">
            <a:xfrm>
              <a:off x="1881188" y="1674813"/>
              <a:ext cx="663575" cy="952500"/>
            </a:xfrm>
            <a:custGeom>
              <a:avLst/>
              <a:gdLst>
                <a:gd name="T0" fmla="*/ 1655 w 1842"/>
                <a:gd name="T1" fmla="*/ 1169 h 2644"/>
                <a:gd name="T2" fmla="*/ 1655 w 1842"/>
                <a:gd name="T3" fmla="*/ 1169 h 2644"/>
                <a:gd name="T4" fmla="*/ 1225 w 1842"/>
                <a:gd name="T5" fmla="*/ 857 h 2644"/>
                <a:gd name="T6" fmla="*/ 1225 w 1842"/>
                <a:gd name="T7" fmla="*/ 105 h 2644"/>
                <a:gd name="T8" fmla="*/ 1296 w 1842"/>
                <a:gd name="T9" fmla="*/ 105 h 2644"/>
                <a:gd name="T10" fmla="*/ 1330 w 1842"/>
                <a:gd name="T11" fmla="*/ 93 h 2644"/>
                <a:gd name="T12" fmla="*/ 1347 w 1842"/>
                <a:gd name="T13" fmla="*/ 55 h 2644"/>
                <a:gd name="T14" fmla="*/ 1330 w 1842"/>
                <a:gd name="T15" fmla="*/ 17 h 2644"/>
                <a:gd name="T16" fmla="*/ 1296 w 1842"/>
                <a:gd name="T17" fmla="*/ 0 h 2644"/>
                <a:gd name="T18" fmla="*/ 1170 w 1842"/>
                <a:gd name="T19" fmla="*/ 0 h 2644"/>
                <a:gd name="T20" fmla="*/ 671 w 1842"/>
                <a:gd name="T21" fmla="*/ 0 h 2644"/>
                <a:gd name="T22" fmla="*/ 549 w 1842"/>
                <a:gd name="T23" fmla="*/ 0 h 2644"/>
                <a:gd name="T24" fmla="*/ 511 w 1842"/>
                <a:gd name="T25" fmla="*/ 17 h 2644"/>
                <a:gd name="T26" fmla="*/ 494 w 1842"/>
                <a:gd name="T27" fmla="*/ 55 h 2644"/>
                <a:gd name="T28" fmla="*/ 511 w 1842"/>
                <a:gd name="T29" fmla="*/ 93 h 2644"/>
                <a:gd name="T30" fmla="*/ 549 w 1842"/>
                <a:gd name="T31" fmla="*/ 105 h 2644"/>
                <a:gd name="T32" fmla="*/ 621 w 1842"/>
                <a:gd name="T33" fmla="*/ 105 h 2644"/>
                <a:gd name="T34" fmla="*/ 621 w 1842"/>
                <a:gd name="T35" fmla="*/ 857 h 2644"/>
                <a:gd name="T36" fmla="*/ 186 w 1842"/>
                <a:gd name="T37" fmla="*/ 1169 h 2644"/>
                <a:gd name="T38" fmla="*/ 0 w 1842"/>
                <a:gd name="T39" fmla="*/ 1723 h 2644"/>
                <a:gd name="T40" fmla="*/ 71 w 1842"/>
                <a:gd name="T41" fmla="*/ 2082 h 2644"/>
                <a:gd name="T42" fmla="*/ 405 w 1842"/>
                <a:gd name="T43" fmla="*/ 2487 h 2644"/>
                <a:gd name="T44" fmla="*/ 920 w 1842"/>
                <a:gd name="T45" fmla="*/ 2643 h 2644"/>
                <a:gd name="T46" fmla="*/ 1279 w 1842"/>
                <a:gd name="T47" fmla="*/ 2572 h 2644"/>
                <a:gd name="T48" fmla="*/ 1685 w 1842"/>
                <a:gd name="T49" fmla="*/ 2238 h 2644"/>
                <a:gd name="T50" fmla="*/ 1841 w 1842"/>
                <a:gd name="T51" fmla="*/ 1723 h 2644"/>
                <a:gd name="T52" fmla="*/ 1655 w 1842"/>
                <a:gd name="T53" fmla="*/ 1169 h 2644"/>
                <a:gd name="T54" fmla="*/ 1672 w 1842"/>
                <a:gd name="T55" fmla="*/ 2044 h 2644"/>
                <a:gd name="T56" fmla="*/ 1672 w 1842"/>
                <a:gd name="T57" fmla="*/ 2044 h 2644"/>
                <a:gd name="T58" fmla="*/ 1377 w 1842"/>
                <a:gd name="T59" fmla="*/ 2398 h 2644"/>
                <a:gd name="T60" fmla="*/ 920 w 1842"/>
                <a:gd name="T61" fmla="*/ 2538 h 2644"/>
                <a:gd name="T62" fmla="*/ 604 w 1842"/>
                <a:gd name="T63" fmla="*/ 2474 h 2644"/>
                <a:gd name="T64" fmla="*/ 245 w 1842"/>
                <a:gd name="T65" fmla="*/ 2179 h 2644"/>
                <a:gd name="T66" fmla="*/ 105 w 1842"/>
                <a:gd name="T67" fmla="*/ 1723 h 2644"/>
                <a:gd name="T68" fmla="*/ 270 w 1842"/>
                <a:gd name="T69" fmla="*/ 1233 h 2644"/>
                <a:gd name="T70" fmla="*/ 688 w 1842"/>
                <a:gd name="T71" fmla="*/ 946 h 2644"/>
                <a:gd name="T72" fmla="*/ 726 w 1842"/>
                <a:gd name="T73" fmla="*/ 895 h 2644"/>
                <a:gd name="T74" fmla="*/ 726 w 1842"/>
                <a:gd name="T75" fmla="*/ 105 h 2644"/>
                <a:gd name="T76" fmla="*/ 1119 w 1842"/>
                <a:gd name="T77" fmla="*/ 105 h 2644"/>
                <a:gd name="T78" fmla="*/ 1119 w 1842"/>
                <a:gd name="T79" fmla="*/ 895 h 2644"/>
                <a:gd name="T80" fmla="*/ 1153 w 1842"/>
                <a:gd name="T81" fmla="*/ 946 h 2644"/>
                <a:gd name="T82" fmla="*/ 1571 w 1842"/>
                <a:gd name="T83" fmla="*/ 1233 h 2644"/>
                <a:gd name="T84" fmla="*/ 1736 w 1842"/>
                <a:gd name="T85" fmla="*/ 1723 h 2644"/>
                <a:gd name="T86" fmla="*/ 1672 w 1842"/>
                <a:gd name="T87" fmla="*/ 2044 h 26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1842" h="2644">
                  <a:moveTo>
                    <a:pt x="1655" y="1169"/>
                  </a:moveTo>
                  <a:lnTo>
                    <a:pt x="1655" y="1169"/>
                  </a:lnTo>
                  <a:cubicBezTo>
                    <a:pt x="1545" y="1026"/>
                    <a:pt x="1398" y="916"/>
                    <a:pt x="1225" y="857"/>
                  </a:cubicBezTo>
                  <a:cubicBezTo>
                    <a:pt x="1225" y="105"/>
                    <a:pt x="1225" y="105"/>
                    <a:pt x="1225" y="105"/>
                  </a:cubicBezTo>
                  <a:cubicBezTo>
                    <a:pt x="1296" y="105"/>
                    <a:pt x="1296" y="105"/>
                    <a:pt x="1296" y="105"/>
                  </a:cubicBezTo>
                  <a:cubicBezTo>
                    <a:pt x="1309" y="105"/>
                    <a:pt x="1322" y="101"/>
                    <a:pt x="1330" y="93"/>
                  </a:cubicBezTo>
                  <a:cubicBezTo>
                    <a:pt x="1343" y="84"/>
                    <a:pt x="1347" y="67"/>
                    <a:pt x="1347" y="55"/>
                  </a:cubicBezTo>
                  <a:cubicBezTo>
                    <a:pt x="1347" y="42"/>
                    <a:pt x="1343" y="25"/>
                    <a:pt x="1330" y="17"/>
                  </a:cubicBezTo>
                  <a:cubicBezTo>
                    <a:pt x="1322" y="8"/>
                    <a:pt x="1309" y="0"/>
                    <a:pt x="1296" y="0"/>
                  </a:cubicBezTo>
                  <a:cubicBezTo>
                    <a:pt x="1170" y="0"/>
                    <a:pt x="1170" y="0"/>
                    <a:pt x="1170" y="0"/>
                  </a:cubicBezTo>
                  <a:cubicBezTo>
                    <a:pt x="671" y="0"/>
                    <a:pt x="671" y="0"/>
                    <a:pt x="671" y="0"/>
                  </a:cubicBezTo>
                  <a:cubicBezTo>
                    <a:pt x="549" y="0"/>
                    <a:pt x="549" y="0"/>
                    <a:pt x="549" y="0"/>
                  </a:cubicBezTo>
                  <a:cubicBezTo>
                    <a:pt x="532" y="0"/>
                    <a:pt x="519" y="8"/>
                    <a:pt x="511" y="17"/>
                  </a:cubicBezTo>
                  <a:cubicBezTo>
                    <a:pt x="498" y="25"/>
                    <a:pt x="494" y="42"/>
                    <a:pt x="494" y="55"/>
                  </a:cubicBezTo>
                  <a:cubicBezTo>
                    <a:pt x="494" y="67"/>
                    <a:pt x="498" y="84"/>
                    <a:pt x="511" y="93"/>
                  </a:cubicBezTo>
                  <a:cubicBezTo>
                    <a:pt x="519" y="101"/>
                    <a:pt x="532" y="105"/>
                    <a:pt x="549" y="105"/>
                  </a:cubicBezTo>
                  <a:cubicBezTo>
                    <a:pt x="621" y="105"/>
                    <a:pt x="621" y="105"/>
                    <a:pt x="621" y="105"/>
                  </a:cubicBezTo>
                  <a:cubicBezTo>
                    <a:pt x="621" y="857"/>
                    <a:pt x="621" y="857"/>
                    <a:pt x="621" y="857"/>
                  </a:cubicBezTo>
                  <a:cubicBezTo>
                    <a:pt x="443" y="916"/>
                    <a:pt x="295" y="1026"/>
                    <a:pt x="186" y="1169"/>
                  </a:cubicBezTo>
                  <a:cubicBezTo>
                    <a:pt x="71" y="1326"/>
                    <a:pt x="0" y="1516"/>
                    <a:pt x="0" y="1723"/>
                  </a:cubicBezTo>
                  <a:cubicBezTo>
                    <a:pt x="0" y="1849"/>
                    <a:pt x="25" y="1972"/>
                    <a:pt x="71" y="2082"/>
                  </a:cubicBezTo>
                  <a:cubicBezTo>
                    <a:pt x="143" y="2246"/>
                    <a:pt x="262" y="2390"/>
                    <a:pt x="405" y="2487"/>
                  </a:cubicBezTo>
                  <a:cubicBezTo>
                    <a:pt x="553" y="2588"/>
                    <a:pt x="730" y="2643"/>
                    <a:pt x="920" y="2643"/>
                  </a:cubicBezTo>
                  <a:cubicBezTo>
                    <a:pt x="1047" y="2643"/>
                    <a:pt x="1170" y="2618"/>
                    <a:pt x="1279" y="2572"/>
                  </a:cubicBezTo>
                  <a:cubicBezTo>
                    <a:pt x="1444" y="2504"/>
                    <a:pt x="1583" y="2386"/>
                    <a:pt x="1685" y="2238"/>
                  </a:cubicBezTo>
                  <a:cubicBezTo>
                    <a:pt x="1782" y="2094"/>
                    <a:pt x="1841" y="1917"/>
                    <a:pt x="1841" y="1723"/>
                  </a:cubicBezTo>
                  <a:cubicBezTo>
                    <a:pt x="1841" y="1516"/>
                    <a:pt x="1773" y="1326"/>
                    <a:pt x="1655" y="1169"/>
                  </a:cubicBezTo>
                  <a:close/>
                  <a:moveTo>
                    <a:pt x="1672" y="2044"/>
                  </a:moveTo>
                  <a:lnTo>
                    <a:pt x="1672" y="2044"/>
                  </a:lnTo>
                  <a:cubicBezTo>
                    <a:pt x="1609" y="2187"/>
                    <a:pt x="1507" y="2314"/>
                    <a:pt x="1377" y="2398"/>
                  </a:cubicBezTo>
                  <a:cubicBezTo>
                    <a:pt x="1246" y="2487"/>
                    <a:pt x="1089" y="2538"/>
                    <a:pt x="920" y="2538"/>
                  </a:cubicBezTo>
                  <a:cubicBezTo>
                    <a:pt x="806" y="2538"/>
                    <a:pt x="701" y="2517"/>
                    <a:pt x="604" y="2474"/>
                  </a:cubicBezTo>
                  <a:cubicBezTo>
                    <a:pt x="456" y="2415"/>
                    <a:pt x="333" y="2310"/>
                    <a:pt x="245" y="2179"/>
                  </a:cubicBezTo>
                  <a:cubicBezTo>
                    <a:pt x="156" y="2048"/>
                    <a:pt x="105" y="1892"/>
                    <a:pt x="105" y="1723"/>
                  </a:cubicBezTo>
                  <a:cubicBezTo>
                    <a:pt x="105" y="1541"/>
                    <a:pt x="169" y="1372"/>
                    <a:pt x="270" y="1233"/>
                  </a:cubicBezTo>
                  <a:cubicBezTo>
                    <a:pt x="376" y="1098"/>
                    <a:pt x="519" y="996"/>
                    <a:pt x="688" y="946"/>
                  </a:cubicBezTo>
                  <a:cubicBezTo>
                    <a:pt x="709" y="937"/>
                    <a:pt x="726" y="916"/>
                    <a:pt x="726" y="895"/>
                  </a:cubicBezTo>
                  <a:cubicBezTo>
                    <a:pt x="726" y="105"/>
                    <a:pt x="726" y="105"/>
                    <a:pt x="726" y="105"/>
                  </a:cubicBezTo>
                  <a:cubicBezTo>
                    <a:pt x="1119" y="105"/>
                    <a:pt x="1119" y="105"/>
                    <a:pt x="1119" y="105"/>
                  </a:cubicBezTo>
                  <a:cubicBezTo>
                    <a:pt x="1119" y="895"/>
                    <a:pt x="1119" y="895"/>
                    <a:pt x="1119" y="895"/>
                  </a:cubicBezTo>
                  <a:cubicBezTo>
                    <a:pt x="1119" y="916"/>
                    <a:pt x="1132" y="937"/>
                    <a:pt x="1153" y="946"/>
                  </a:cubicBezTo>
                  <a:cubicBezTo>
                    <a:pt x="1322" y="996"/>
                    <a:pt x="1469" y="1098"/>
                    <a:pt x="1571" y="1233"/>
                  </a:cubicBezTo>
                  <a:cubicBezTo>
                    <a:pt x="1672" y="1372"/>
                    <a:pt x="1736" y="1541"/>
                    <a:pt x="1736" y="1723"/>
                  </a:cubicBezTo>
                  <a:cubicBezTo>
                    <a:pt x="1736" y="1837"/>
                    <a:pt x="1714" y="1942"/>
                    <a:pt x="1672" y="2044"/>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5" name="Freeform 39">
              <a:extLst>
                <a:ext uri="{FF2B5EF4-FFF2-40B4-BE49-F238E27FC236}">
                  <a16:creationId xmlns:a16="http://schemas.microsoft.com/office/drawing/2014/main" id="{33F6FB38-2F4C-527D-46ED-A331FE982DC5}"/>
                </a:ext>
              </a:extLst>
            </p:cNvPr>
            <p:cNvSpPr>
              <a:spLocks noChangeArrowheads="1"/>
            </p:cNvSpPr>
            <p:nvPr/>
          </p:nvSpPr>
          <p:spPr bwMode="auto">
            <a:xfrm>
              <a:off x="1995488" y="2174875"/>
              <a:ext cx="434975" cy="36513"/>
            </a:xfrm>
            <a:custGeom>
              <a:avLst/>
              <a:gdLst>
                <a:gd name="T0" fmla="*/ 1157 w 1208"/>
                <a:gd name="T1" fmla="*/ 0 h 102"/>
                <a:gd name="T2" fmla="*/ 1157 w 1208"/>
                <a:gd name="T3" fmla="*/ 0 h 102"/>
                <a:gd name="T4" fmla="*/ 50 w 1208"/>
                <a:gd name="T5" fmla="*/ 0 h 102"/>
                <a:gd name="T6" fmla="*/ 16 w 1208"/>
                <a:gd name="T7" fmla="*/ 17 h 102"/>
                <a:gd name="T8" fmla="*/ 0 w 1208"/>
                <a:gd name="T9" fmla="*/ 51 h 102"/>
                <a:gd name="T10" fmla="*/ 16 w 1208"/>
                <a:gd name="T11" fmla="*/ 85 h 102"/>
                <a:gd name="T12" fmla="*/ 50 w 1208"/>
                <a:gd name="T13" fmla="*/ 101 h 102"/>
                <a:gd name="T14" fmla="*/ 1157 w 1208"/>
                <a:gd name="T15" fmla="*/ 101 h 102"/>
                <a:gd name="T16" fmla="*/ 1195 w 1208"/>
                <a:gd name="T17" fmla="*/ 85 h 102"/>
                <a:gd name="T18" fmla="*/ 1207 w 1208"/>
                <a:gd name="T19" fmla="*/ 51 h 102"/>
                <a:gd name="T20" fmla="*/ 1195 w 1208"/>
                <a:gd name="T21" fmla="*/ 17 h 102"/>
                <a:gd name="T22" fmla="*/ 1157 w 1208"/>
                <a:gd name="T23" fmla="*/ 0 h 1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208" h="102">
                  <a:moveTo>
                    <a:pt x="1157" y="0"/>
                  </a:moveTo>
                  <a:lnTo>
                    <a:pt x="1157" y="0"/>
                  </a:lnTo>
                  <a:cubicBezTo>
                    <a:pt x="50" y="0"/>
                    <a:pt x="50" y="0"/>
                    <a:pt x="50" y="0"/>
                  </a:cubicBezTo>
                  <a:cubicBezTo>
                    <a:pt x="37" y="0"/>
                    <a:pt x="25" y="9"/>
                    <a:pt x="16" y="17"/>
                  </a:cubicBezTo>
                  <a:cubicBezTo>
                    <a:pt x="4" y="25"/>
                    <a:pt x="0" y="38"/>
                    <a:pt x="0" y="51"/>
                  </a:cubicBezTo>
                  <a:cubicBezTo>
                    <a:pt x="0" y="63"/>
                    <a:pt x="4" y="76"/>
                    <a:pt x="16" y="85"/>
                  </a:cubicBezTo>
                  <a:cubicBezTo>
                    <a:pt x="25" y="93"/>
                    <a:pt x="37" y="101"/>
                    <a:pt x="50" y="101"/>
                  </a:cubicBezTo>
                  <a:cubicBezTo>
                    <a:pt x="1157" y="101"/>
                    <a:pt x="1157" y="101"/>
                    <a:pt x="1157" y="101"/>
                  </a:cubicBezTo>
                  <a:cubicBezTo>
                    <a:pt x="1169" y="101"/>
                    <a:pt x="1182" y="93"/>
                    <a:pt x="1195" y="85"/>
                  </a:cubicBezTo>
                  <a:cubicBezTo>
                    <a:pt x="1203" y="76"/>
                    <a:pt x="1207" y="63"/>
                    <a:pt x="1207" y="51"/>
                  </a:cubicBezTo>
                  <a:cubicBezTo>
                    <a:pt x="1207" y="38"/>
                    <a:pt x="1203" y="25"/>
                    <a:pt x="1195" y="17"/>
                  </a:cubicBezTo>
                  <a:cubicBezTo>
                    <a:pt x="1182" y="9"/>
                    <a:pt x="1169" y="0"/>
                    <a:pt x="1157"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6" name="Freeform 40">
              <a:extLst>
                <a:ext uri="{FF2B5EF4-FFF2-40B4-BE49-F238E27FC236}">
                  <a16:creationId xmlns:a16="http://schemas.microsoft.com/office/drawing/2014/main" id="{A032BBDD-12D0-A5D9-CDFA-3B0CB6FB7958}"/>
                </a:ext>
              </a:extLst>
            </p:cNvPr>
            <p:cNvSpPr>
              <a:spLocks noChangeArrowheads="1"/>
            </p:cNvSpPr>
            <p:nvPr/>
          </p:nvSpPr>
          <p:spPr bwMode="auto">
            <a:xfrm>
              <a:off x="1982788" y="2308225"/>
              <a:ext cx="195262" cy="209550"/>
            </a:xfrm>
            <a:custGeom>
              <a:avLst/>
              <a:gdLst>
                <a:gd name="T0" fmla="*/ 502 w 541"/>
                <a:gd name="T1" fmla="*/ 478 h 584"/>
                <a:gd name="T2" fmla="*/ 502 w 541"/>
                <a:gd name="T3" fmla="*/ 478 h 584"/>
                <a:gd name="T4" fmla="*/ 109 w 541"/>
                <a:gd name="T5" fmla="*/ 47 h 584"/>
                <a:gd name="T6" fmla="*/ 42 w 541"/>
                <a:gd name="T7" fmla="*/ 9 h 584"/>
                <a:gd name="T8" fmla="*/ 8 w 541"/>
                <a:gd name="T9" fmla="*/ 72 h 584"/>
                <a:gd name="T10" fmla="*/ 469 w 541"/>
                <a:gd name="T11" fmla="*/ 579 h 584"/>
                <a:gd name="T12" fmla="*/ 507 w 541"/>
                <a:gd name="T13" fmla="*/ 575 h 584"/>
                <a:gd name="T14" fmla="*/ 536 w 541"/>
                <a:gd name="T15" fmla="*/ 545 h 584"/>
                <a:gd name="T16" fmla="*/ 532 w 541"/>
                <a:gd name="T17" fmla="*/ 507 h 584"/>
                <a:gd name="T18" fmla="*/ 502 w 541"/>
                <a:gd name="T19" fmla="*/ 478 h 5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41" h="584">
                  <a:moveTo>
                    <a:pt x="502" y="478"/>
                  </a:moveTo>
                  <a:lnTo>
                    <a:pt x="502" y="478"/>
                  </a:lnTo>
                  <a:cubicBezTo>
                    <a:pt x="308" y="406"/>
                    <a:pt x="160" y="245"/>
                    <a:pt x="109" y="47"/>
                  </a:cubicBezTo>
                  <a:cubicBezTo>
                    <a:pt x="101" y="17"/>
                    <a:pt x="71" y="0"/>
                    <a:pt x="42" y="9"/>
                  </a:cubicBezTo>
                  <a:cubicBezTo>
                    <a:pt x="17" y="17"/>
                    <a:pt x="0" y="47"/>
                    <a:pt x="8" y="72"/>
                  </a:cubicBezTo>
                  <a:cubicBezTo>
                    <a:pt x="67" y="309"/>
                    <a:pt x="240" y="495"/>
                    <a:pt x="469" y="579"/>
                  </a:cubicBezTo>
                  <a:cubicBezTo>
                    <a:pt x="481" y="583"/>
                    <a:pt x="494" y="583"/>
                    <a:pt x="507" y="575"/>
                  </a:cubicBezTo>
                  <a:cubicBezTo>
                    <a:pt x="519" y="571"/>
                    <a:pt x="532" y="558"/>
                    <a:pt x="536" y="545"/>
                  </a:cubicBezTo>
                  <a:cubicBezTo>
                    <a:pt x="540" y="533"/>
                    <a:pt x="540" y="520"/>
                    <a:pt x="532" y="507"/>
                  </a:cubicBezTo>
                  <a:cubicBezTo>
                    <a:pt x="528" y="495"/>
                    <a:pt x="515" y="482"/>
                    <a:pt x="502" y="47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17" name="Group 320">
            <a:extLst>
              <a:ext uri="{FF2B5EF4-FFF2-40B4-BE49-F238E27FC236}">
                <a16:creationId xmlns:a16="http://schemas.microsoft.com/office/drawing/2014/main" id="{4495C5C3-E1A1-C9F5-C975-1BA5887B287B}"/>
              </a:ext>
            </a:extLst>
          </p:cNvPr>
          <p:cNvGrpSpPr/>
          <p:nvPr/>
        </p:nvGrpSpPr>
        <p:grpSpPr>
          <a:xfrm>
            <a:off x="3191686" y="4321136"/>
            <a:ext cx="205579" cy="303495"/>
            <a:chOff x="7315200" y="1512888"/>
            <a:chExt cx="703263" cy="1038225"/>
          </a:xfrm>
          <a:solidFill>
            <a:schemeClr val="accent4"/>
          </a:solidFill>
        </p:grpSpPr>
        <p:sp>
          <p:nvSpPr>
            <p:cNvPr id="318" name="Freeform 41">
              <a:extLst>
                <a:ext uri="{FF2B5EF4-FFF2-40B4-BE49-F238E27FC236}">
                  <a16:creationId xmlns:a16="http://schemas.microsoft.com/office/drawing/2014/main" id="{C5752333-A3F4-8C35-684C-D6E357C0068D}"/>
                </a:ext>
              </a:extLst>
            </p:cNvPr>
            <p:cNvSpPr>
              <a:spLocks noChangeArrowheads="1"/>
            </p:cNvSpPr>
            <p:nvPr/>
          </p:nvSpPr>
          <p:spPr bwMode="auto">
            <a:xfrm>
              <a:off x="7629525" y="1638300"/>
              <a:ext cx="1588"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19" name="Freeform 42">
              <a:extLst>
                <a:ext uri="{FF2B5EF4-FFF2-40B4-BE49-F238E27FC236}">
                  <a16:creationId xmlns:a16="http://schemas.microsoft.com/office/drawing/2014/main" id="{63423B52-D5A9-6611-754C-0C98DE7509FE}"/>
                </a:ext>
              </a:extLst>
            </p:cNvPr>
            <p:cNvSpPr>
              <a:spLocks noChangeArrowheads="1"/>
            </p:cNvSpPr>
            <p:nvPr/>
          </p:nvSpPr>
          <p:spPr bwMode="auto">
            <a:xfrm>
              <a:off x="7315200" y="1512888"/>
              <a:ext cx="703263" cy="1038225"/>
            </a:xfrm>
            <a:custGeom>
              <a:avLst/>
              <a:gdLst>
                <a:gd name="T0" fmla="*/ 1900 w 1952"/>
                <a:gd name="T1" fmla="*/ 2551 h 2885"/>
                <a:gd name="T2" fmla="*/ 1731 w 1952"/>
                <a:gd name="T3" fmla="*/ 2204 h 2885"/>
                <a:gd name="T4" fmla="*/ 1486 w 1952"/>
                <a:gd name="T5" fmla="*/ 920 h 2885"/>
                <a:gd name="T6" fmla="*/ 1482 w 1952"/>
                <a:gd name="T7" fmla="*/ 638 h 2885"/>
                <a:gd name="T8" fmla="*/ 1474 w 1952"/>
                <a:gd name="T9" fmla="*/ 507 h 2885"/>
                <a:gd name="T10" fmla="*/ 1545 w 1952"/>
                <a:gd name="T11" fmla="*/ 181 h 2885"/>
                <a:gd name="T12" fmla="*/ 1153 w 1952"/>
                <a:gd name="T13" fmla="*/ 38 h 2885"/>
                <a:gd name="T14" fmla="*/ 920 w 1952"/>
                <a:gd name="T15" fmla="*/ 291 h 2885"/>
                <a:gd name="T16" fmla="*/ 414 w 1952"/>
                <a:gd name="T17" fmla="*/ 1322 h 2885"/>
                <a:gd name="T18" fmla="*/ 439 w 1952"/>
                <a:gd name="T19" fmla="*/ 1474 h 2885"/>
                <a:gd name="T20" fmla="*/ 380 w 1952"/>
                <a:gd name="T21" fmla="*/ 1812 h 2885"/>
                <a:gd name="T22" fmla="*/ 857 w 1952"/>
                <a:gd name="T23" fmla="*/ 1685 h 2885"/>
                <a:gd name="T24" fmla="*/ 996 w 1952"/>
                <a:gd name="T25" fmla="*/ 1655 h 2885"/>
                <a:gd name="T26" fmla="*/ 1216 w 1952"/>
                <a:gd name="T27" fmla="*/ 1212 h 2885"/>
                <a:gd name="T28" fmla="*/ 1389 w 1952"/>
                <a:gd name="T29" fmla="*/ 1398 h 2885"/>
                <a:gd name="T30" fmla="*/ 1174 w 1952"/>
                <a:gd name="T31" fmla="*/ 2158 h 2885"/>
                <a:gd name="T32" fmla="*/ 912 w 1952"/>
                <a:gd name="T33" fmla="*/ 2213 h 2885"/>
                <a:gd name="T34" fmla="*/ 93 w 1952"/>
                <a:gd name="T35" fmla="*/ 2073 h 2885"/>
                <a:gd name="T36" fmla="*/ 764 w 1952"/>
                <a:gd name="T37" fmla="*/ 2551 h 2885"/>
                <a:gd name="T38" fmla="*/ 0 w 1952"/>
                <a:gd name="T39" fmla="*/ 2601 h 2885"/>
                <a:gd name="T40" fmla="*/ 50 w 1952"/>
                <a:gd name="T41" fmla="*/ 2884 h 2885"/>
                <a:gd name="T42" fmla="*/ 1951 w 1952"/>
                <a:gd name="T43" fmla="*/ 2834 h 2885"/>
                <a:gd name="T44" fmla="*/ 1317 w 1952"/>
                <a:gd name="T45" fmla="*/ 1081 h 2885"/>
                <a:gd name="T46" fmla="*/ 1203 w 1952"/>
                <a:gd name="T47" fmla="*/ 1102 h 2885"/>
                <a:gd name="T48" fmla="*/ 1111 w 1952"/>
                <a:gd name="T49" fmla="*/ 1039 h 2885"/>
                <a:gd name="T50" fmla="*/ 1153 w 1952"/>
                <a:gd name="T51" fmla="*/ 832 h 2885"/>
                <a:gd name="T52" fmla="*/ 1317 w 1952"/>
                <a:gd name="T53" fmla="*/ 832 h 2885"/>
                <a:gd name="T54" fmla="*/ 1385 w 1952"/>
                <a:gd name="T55" fmla="*/ 954 h 2885"/>
                <a:gd name="T56" fmla="*/ 1224 w 1952"/>
                <a:gd name="T57" fmla="*/ 131 h 2885"/>
                <a:gd name="T58" fmla="*/ 1334 w 1952"/>
                <a:gd name="T59" fmla="*/ 418 h 2885"/>
                <a:gd name="T60" fmla="*/ 675 w 1952"/>
                <a:gd name="T61" fmla="*/ 1828 h 2885"/>
                <a:gd name="T62" fmla="*/ 561 w 1952"/>
                <a:gd name="T63" fmla="*/ 1545 h 2885"/>
                <a:gd name="T64" fmla="*/ 933 w 1952"/>
                <a:gd name="T65" fmla="*/ 1567 h 2885"/>
                <a:gd name="T66" fmla="*/ 925 w 1952"/>
                <a:gd name="T67" fmla="*/ 1575 h 2885"/>
                <a:gd name="T68" fmla="*/ 887 w 1952"/>
                <a:gd name="T69" fmla="*/ 1583 h 2885"/>
                <a:gd name="T70" fmla="*/ 511 w 1952"/>
                <a:gd name="T71" fmla="*/ 1393 h 2885"/>
                <a:gd name="T72" fmla="*/ 511 w 1952"/>
                <a:gd name="T73" fmla="*/ 1368 h 2885"/>
                <a:gd name="T74" fmla="*/ 980 w 1952"/>
                <a:gd name="T75" fmla="*/ 384 h 2885"/>
                <a:gd name="T76" fmla="*/ 1338 w 1952"/>
                <a:gd name="T77" fmla="*/ 536 h 2885"/>
                <a:gd name="T78" fmla="*/ 1372 w 1952"/>
                <a:gd name="T79" fmla="*/ 549 h 2885"/>
                <a:gd name="T80" fmla="*/ 1389 w 1952"/>
                <a:gd name="T81" fmla="*/ 595 h 2885"/>
                <a:gd name="T82" fmla="*/ 1237 w 1952"/>
                <a:gd name="T83" fmla="*/ 701 h 2885"/>
                <a:gd name="T84" fmla="*/ 980 w 1952"/>
                <a:gd name="T85" fmla="*/ 954 h 2885"/>
                <a:gd name="T86" fmla="*/ 1115 w 1952"/>
                <a:gd name="T87" fmla="*/ 1178 h 2885"/>
                <a:gd name="T88" fmla="*/ 1453 w 1952"/>
                <a:gd name="T89" fmla="*/ 2006 h 2885"/>
                <a:gd name="T90" fmla="*/ 1368 w 1952"/>
                <a:gd name="T91" fmla="*/ 1174 h 2885"/>
                <a:gd name="T92" fmla="*/ 1664 w 1952"/>
                <a:gd name="T93" fmla="*/ 1300 h 2885"/>
                <a:gd name="T94" fmla="*/ 1389 w 1952"/>
                <a:gd name="T95" fmla="*/ 2437 h 2885"/>
                <a:gd name="T96" fmla="*/ 1453 w 1952"/>
                <a:gd name="T97" fmla="*/ 2006 h 2885"/>
                <a:gd name="T98" fmla="*/ 802 w 1952"/>
                <a:gd name="T99" fmla="*/ 2656 h 2885"/>
                <a:gd name="T100" fmla="*/ 984 w 1952"/>
                <a:gd name="T101" fmla="*/ 2285 h 2885"/>
                <a:gd name="T102" fmla="*/ 1263 w 1952"/>
                <a:gd name="T103" fmla="*/ 2377 h 2885"/>
                <a:gd name="T104" fmla="*/ 1845 w 1952"/>
                <a:gd name="T105" fmla="*/ 2656 h 2885"/>
                <a:gd name="T106" fmla="*/ 105 w 1952"/>
                <a:gd name="T107" fmla="*/ 2656 h 28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1952" h="2885">
                  <a:moveTo>
                    <a:pt x="1938" y="2563"/>
                  </a:moveTo>
                  <a:lnTo>
                    <a:pt x="1938" y="2563"/>
                  </a:lnTo>
                  <a:cubicBezTo>
                    <a:pt x="1926" y="2555"/>
                    <a:pt x="1913" y="2551"/>
                    <a:pt x="1900" y="2551"/>
                  </a:cubicBezTo>
                  <a:cubicBezTo>
                    <a:pt x="1419" y="2551"/>
                    <a:pt x="1419" y="2551"/>
                    <a:pt x="1419" y="2551"/>
                  </a:cubicBezTo>
                  <a:cubicBezTo>
                    <a:pt x="1419" y="2542"/>
                    <a:pt x="1419" y="2542"/>
                    <a:pt x="1419" y="2542"/>
                  </a:cubicBezTo>
                  <a:cubicBezTo>
                    <a:pt x="1545" y="2458"/>
                    <a:pt x="1655" y="2339"/>
                    <a:pt x="1731" y="2204"/>
                  </a:cubicBezTo>
                  <a:cubicBezTo>
                    <a:pt x="1816" y="2061"/>
                    <a:pt x="1866" y="1888"/>
                    <a:pt x="1866" y="1706"/>
                  </a:cubicBezTo>
                  <a:cubicBezTo>
                    <a:pt x="1866" y="1545"/>
                    <a:pt x="1828" y="1389"/>
                    <a:pt x="1757" y="1254"/>
                  </a:cubicBezTo>
                  <a:cubicBezTo>
                    <a:pt x="1693" y="1123"/>
                    <a:pt x="1600" y="1009"/>
                    <a:pt x="1486" y="920"/>
                  </a:cubicBezTo>
                  <a:cubicBezTo>
                    <a:pt x="1486" y="899"/>
                    <a:pt x="1478" y="878"/>
                    <a:pt x="1469" y="857"/>
                  </a:cubicBezTo>
                  <a:cubicBezTo>
                    <a:pt x="1457" y="828"/>
                    <a:pt x="1440" y="802"/>
                    <a:pt x="1419" y="777"/>
                  </a:cubicBezTo>
                  <a:cubicBezTo>
                    <a:pt x="1482" y="638"/>
                    <a:pt x="1482" y="638"/>
                    <a:pt x="1482" y="638"/>
                  </a:cubicBezTo>
                  <a:lnTo>
                    <a:pt x="1482" y="638"/>
                  </a:lnTo>
                  <a:cubicBezTo>
                    <a:pt x="1491" y="621"/>
                    <a:pt x="1495" y="600"/>
                    <a:pt x="1495" y="578"/>
                  </a:cubicBezTo>
                  <a:cubicBezTo>
                    <a:pt x="1495" y="553"/>
                    <a:pt x="1491" y="528"/>
                    <a:pt x="1474" y="507"/>
                  </a:cubicBezTo>
                  <a:cubicBezTo>
                    <a:pt x="1465" y="490"/>
                    <a:pt x="1448" y="473"/>
                    <a:pt x="1431" y="464"/>
                  </a:cubicBezTo>
                  <a:cubicBezTo>
                    <a:pt x="1541" y="224"/>
                    <a:pt x="1541" y="224"/>
                    <a:pt x="1541" y="224"/>
                  </a:cubicBezTo>
                  <a:cubicBezTo>
                    <a:pt x="1550" y="211"/>
                    <a:pt x="1550" y="194"/>
                    <a:pt x="1545" y="181"/>
                  </a:cubicBezTo>
                  <a:cubicBezTo>
                    <a:pt x="1541" y="169"/>
                    <a:pt x="1529" y="156"/>
                    <a:pt x="1516" y="152"/>
                  </a:cubicBezTo>
                  <a:cubicBezTo>
                    <a:pt x="1220" y="12"/>
                    <a:pt x="1220" y="12"/>
                    <a:pt x="1220" y="12"/>
                  </a:cubicBezTo>
                  <a:cubicBezTo>
                    <a:pt x="1195" y="0"/>
                    <a:pt x="1165" y="12"/>
                    <a:pt x="1153" y="38"/>
                  </a:cubicBezTo>
                  <a:cubicBezTo>
                    <a:pt x="1039" y="279"/>
                    <a:pt x="1039" y="279"/>
                    <a:pt x="1039" y="279"/>
                  </a:cubicBezTo>
                  <a:cubicBezTo>
                    <a:pt x="1026" y="274"/>
                    <a:pt x="1009" y="270"/>
                    <a:pt x="996" y="270"/>
                  </a:cubicBezTo>
                  <a:cubicBezTo>
                    <a:pt x="971" y="270"/>
                    <a:pt x="946" y="279"/>
                    <a:pt x="920" y="291"/>
                  </a:cubicBezTo>
                  <a:cubicBezTo>
                    <a:pt x="899" y="308"/>
                    <a:pt x="882" y="329"/>
                    <a:pt x="870" y="350"/>
                  </a:cubicBezTo>
                  <a:cubicBezTo>
                    <a:pt x="414" y="1322"/>
                    <a:pt x="414" y="1322"/>
                    <a:pt x="414" y="1322"/>
                  </a:cubicBezTo>
                  <a:lnTo>
                    <a:pt x="414" y="1322"/>
                  </a:lnTo>
                  <a:cubicBezTo>
                    <a:pt x="405" y="1339"/>
                    <a:pt x="401" y="1360"/>
                    <a:pt x="401" y="1381"/>
                  </a:cubicBezTo>
                  <a:cubicBezTo>
                    <a:pt x="401" y="1398"/>
                    <a:pt x="405" y="1415"/>
                    <a:pt x="409" y="1431"/>
                  </a:cubicBezTo>
                  <a:cubicBezTo>
                    <a:pt x="418" y="1448"/>
                    <a:pt x="426" y="1461"/>
                    <a:pt x="439" y="1474"/>
                  </a:cubicBezTo>
                  <a:cubicBezTo>
                    <a:pt x="447" y="1486"/>
                    <a:pt x="456" y="1491"/>
                    <a:pt x="469" y="1499"/>
                  </a:cubicBezTo>
                  <a:cubicBezTo>
                    <a:pt x="355" y="1740"/>
                    <a:pt x="355" y="1740"/>
                    <a:pt x="355" y="1740"/>
                  </a:cubicBezTo>
                  <a:cubicBezTo>
                    <a:pt x="342" y="1765"/>
                    <a:pt x="355" y="1799"/>
                    <a:pt x="380" y="1812"/>
                  </a:cubicBezTo>
                  <a:cubicBezTo>
                    <a:pt x="675" y="1947"/>
                    <a:pt x="675" y="1947"/>
                    <a:pt x="675" y="1947"/>
                  </a:cubicBezTo>
                  <a:cubicBezTo>
                    <a:pt x="705" y="1959"/>
                    <a:pt x="735" y="1951"/>
                    <a:pt x="747" y="1921"/>
                  </a:cubicBezTo>
                  <a:cubicBezTo>
                    <a:pt x="857" y="1685"/>
                    <a:pt x="857" y="1685"/>
                    <a:pt x="857" y="1685"/>
                  </a:cubicBezTo>
                  <a:cubicBezTo>
                    <a:pt x="874" y="1689"/>
                    <a:pt x="887" y="1689"/>
                    <a:pt x="903" y="1689"/>
                  </a:cubicBezTo>
                  <a:cubicBezTo>
                    <a:pt x="916" y="1689"/>
                    <a:pt x="933" y="1689"/>
                    <a:pt x="950" y="1681"/>
                  </a:cubicBezTo>
                  <a:cubicBezTo>
                    <a:pt x="967" y="1676"/>
                    <a:pt x="980" y="1668"/>
                    <a:pt x="996" y="1655"/>
                  </a:cubicBezTo>
                  <a:cubicBezTo>
                    <a:pt x="1009" y="1643"/>
                    <a:pt x="1018" y="1626"/>
                    <a:pt x="1026" y="1609"/>
                  </a:cubicBezTo>
                  <a:lnTo>
                    <a:pt x="1026" y="1609"/>
                  </a:lnTo>
                  <a:cubicBezTo>
                    <a:pt x="1216" y="1212"/>
                    <a:pt x="1216" y="1212"/>
                    <a:pt x="1216" y="1212"/>
                  </a:cubicBezTo>
                  <a:cubicBezTo>
                    <a:pt x="1220" y="1212"/>
                    <a:pt x="1229" y="1212"/>
                    <a:pt x="1237" y="1212"/>
                  </a:cubicBezTo>
                  <a:cubicBezTo>
                    <a:pt x="1241" y="1212"/>
                    <a:pt x="1250" y="1212"/>
                    <a:pt x="1258" y="1212"/>
                  </a:cubicBezTo>
                  <a:cubicBezTo>
                    <a:pt x="1313" y="1263"/>
                    <a:pt x="1355" y="1326"/>
                    <a:pt x="1389" y="1398"/>
                  </a:cubicBezTo>
                  <a:cubicBezTo>
                    <a:pt x="1423" y="1474"/>
                    <a:pt x="1444" y="1558"/>
                    <a:pt x="1444" y="1651"/>
                  </a:cubicBezTo>
                  <a:cubicBezTo>
                    <a:pt x="1444" y="1761"/>
                    <a:pt x="1415" y="1862"/>
                    <a:pt x="1364" y="1951"/>
                  </a:cubicBezTo>
                  <a:cubicBezTo>
                    <a:pt x="1317" y="2035"/>
                    <a:pt x="1250" y="2103"/>
                    <a:pt x="1174" y="2158"/>
                  </a:cubicBezTo>
                  <a:cubicBezTo>
                    <a:pt x="1144" y="2149"/>
                    <a:pt x="1119" y="2145"/>
                    <a:pt x="1089" y="2145"/>
                  </a:cubicBezTo>
                  <a:cubicBezTo>
                    <a:pt x="1030" y="2145"/>
                    <a:pt x="967" y="2166"/>
                    <a:pt x="920" y="2200"/>
                  </a:cubicBezTo>
                  <a:cubicBezTo>
                    <a:pt x="916" y="2204"/>
                    <a:pt x="912" y="2208"/>
                    <a:pt x="912" y="2213"/>
                  </a:cubicBezTo>
                  <a:cubicBezTo>
                    <a:pt x="126" y="1972"/>
                    <a:pt x="126" y="1972"/>
                    <a:pt x="126" y="1972"/>
                  </a:cubicBezTo>
                  <a:cubicBezTo>
                    <a:pt x="97" y="1964"/>
                    <a:pt x="67" y="1981"/>
                    <a:pt x="59" y="2010"/>
                  </a:cubicBezTo>
                  <a:cubicBezTo>
                    <a:pt x="50" y="2035"/>
                    <a:pt x="67" y="2065"/>
                    <a:pt x="93" y="2073"/>
                  </a:cubicBezTo>
                  <a:cubicBezTo>
                    <a:pt x="840" y="2301"/>
                    <a:pt x="840" y="2301"/>
                    <a:pt x="840" y="2301"/>
                  </a:cubicBezTo>
                  <a:cubicBezTo>
                    <a:pt x="832" y="2314"/>
                    <a:pt x="823" y="2331"/>
                    <a:pt x="819" y="2348"/>
                  </a:cubicBezTo>
                  <a:cubicBezTo>
                    <a:pt x="764" y="2551"/>
                    <a:pt x="764" y="2551"/>
                    <a:pt x="764" y="2551"/>
                  </a:cubicBezTo>
                  <a:cubicBezTo>
                    <a:pt x="50" y="2551"/>
                    <a:pt x="50" y="2551"/>
                    <a:pt x="50" y="2551"/>
                  </a:cubicBezTo>
                  <a:cubicBezTo>
                    <a:pt x="38" y="2551"/>
                    <a:pt x="25" y="2555"/>
                    <a:pt x="17" y="2563"/>
                  </a:cubicBezTo>
                  <a:cubicBezTo>
                    <a:pt x="4" y="2576"/>
                    <a:pt x="0" y="2589"/>
                    <a:pt x="0" y="2601"/>
                  </a:cubicBezTo>
                  <a:cubicBezTo>
                    <a:pt x="0" y="2834"/>
                    <a:pt x="0" y="2834"/>
                    <a:pt x="0" y="2834"/>
                  </a:cubicBezTo>
                  <a:cubicBezTo>
                    <a:pt x="0" y="2846"/>
                    <a:pt x="4" y="2859"/>
                    <a:pt x="17" y="2871"/>
                  </a:cubicBezTo>
                  <a:cubicBezTo>
                    <a:pt x="25" y="2880"/>
                    <a:pt x="38" y="2884"/>
                    <a:pt x="50" y="2884"/>
                  </a:cubicBezTo>
                  <a:cubicBezTo>
                    <a:pt x="1900" y="2884"/>
                    <a:pt x="1900" y="2884"/>
                    <a:pt x="1900" y="2884"/>
                  </a:cubicBezTo>
                  <a:cubicBezTo>
                    <a:pt x="1913" y="2884"/>
                    <a:pt x="1926" y="2880"/>
                    <a:pt x="1938" y="2871"/>
                  </a:cubicBezTo>
                  <a:cubicBezTo>
                    <a:pt x="1947" y="2859"/>
                    <a:pt x="1951" y="2846"/>
                    <a:pt x="1951" y="2834"/>
                  </a:cubicBezTo>
                  <a:cubicBezTo>
                    <a:pt x="1951" y="2601"/>
                    <a:pt x="1951" y="2601"/>
                    <a:pt x="1951" y="2601"/>
                  </a:cubicBezTo>
                  <a:cubicBezTo>
                    <a:pt x="1951" y="2589"/>
                    <a:pt x="1947" y="2576"/>
                    <a:pt x="1938" y="2563"/>
                  </a:cubicBezTo>
                  <a:close/>
                  <a:moveTo>
                    <a:pt x="1317" y="1081"/>
                  </a:moveTo>
                  <a:lnTo>
                    <a:pt x="1317" y="1081"/>
                  </a:lnTo>
                  <a:cubicBezTo>
                    <a:pt x="1296" y="1098"/>
                    <a:pt x="1267" y="1106"/>
                    <a:pt x="1237" y="1106"/>
                  </a:cubicBezTo>
                  <a:cubicBezTo>
                    <a:pt x="1224" y="1106"/>
                    <a:pt x="1216" y="1106"/>
                    <a:pt x="1203" y="1102"/>
                  </a:cubicBezTo>
                  <a:cubicBezTo>
                    <a:pt x="1199" y="1102"/>
                    <a:pt x="1195" y="1098"/>
                    <a:pt x="1191" y="1098"/>
                  </a:cubicBezTo>
                  <a:cubicBezTo>
                    <a:pt x="1186" y="1098"/>
                    <a:pt x="1182" y="1094"/>
                    <a:pt x="1178" y="1094"/>
                  </a:cubicBezTo>
                  <a:cubicBezTo>
                    <a:pt x="1153" y="1081"/>
                    <a:pt x="1127" y="1064"/>
                    <a:pt x="1111" y="1039"/>
                  </a:cubicBezTo>
                  <a:cubicBezTo>
                    <a:pt x="1098" y="1018"/>
                    <a:pt x="1085" y="988"/>
                    <a:pt x="1085" y="954"/>
                  </a:cubicBezTo>
                  <a:cubicBezTo>
                    <a:pt x="1085" y="937"/>
                    <a:pt x="1089" y="916"/>
                    <a:pt x="1098" y="899"/>
                  </a:cubicBezTo>
                  <a:cubicBezTo>
                    <a:pt x="1111" y="870"/>
                    <a:pt x="1127" y="849"/>
                    <a:pt x="1153" y="832"/>
                  </a:cubicBezTo>
                  <a:cubicBezTo>
                    <a:pt x="1178" y="815"/>
                    <a:pt x="1203" y="806"/>
                    <a:pt x="1237" y="806"/>
                  </a:cubicBezTo>
                  <a:cubicBezTo>
                    <a:pt x="1258" y="806"/>
                    <a:pt x="1275" y="811"/>
                    <a:pt x="1292" y="819"/>
                  </a:cubicBezTo>
                  <a:cubicBezTo>
                    <a:pt x="1301" y="823"/>
                    <a:pt x="1309" y="828"/>
                    <a:pt x="1317" y="832"/>
                  </a:cubicBezTo>
                  <a:cubicBezTo>
                    <a:pt x="1322" y="836"/>
                    <a:pt x="1322" y="836"/>
                    <a:pt x="1326" y="836"/>
                  </a:cubicBezTo>
                  <a:cubicBezTo>
                    <a:pt x="1338" y="849"/>
                    <a:pt x="1351" y="861"/>
                    <a:pt x="1360" y="874"/>
                  </a:cubicBezTo>
                  <a:cubicBezTo>
                    <a:pt x="1376" y="895"/>
                    <a:pt x="1385" y="925"/>
                    <a:pt x="1385" y="954"/>
                  </a:cubicBezTo>
                  <a:cubicBezTo>
                    <a:pt x="1385" y="975"/>
                    <a:pt x="1381" y="996"/>
                    <a:pt x="1372" y="1013"/>
                  </a:cubicBezTo>
                  <a:cubicBezTo>
                    <a:pt x="1364" y="1043"/>
                    <a:pt x="1343" y="1064"/>
                    <a:pt x="1317" y="1081"/>
                  </a:cubicBezTo>
                  <a:close/>
                  <a:moveTo>
                    <a:pt x="1224" y="131"/>
                  </a:moveTo>
                  <a:lnTo>
                    <a:pt x="1224" y="131"/>
                  </a:lnTo>
                  <a:cubicBezTo>
                    <a:pt x="1427" y="224"/>
                    <a:pt x="1427" y="224"/>
                    <a:pt x="1427" y="224"/>
                  </a:cubicBezTo>
                  <a:cubicBezTo>
                    <a:pt x="1334" y="418"/>
                    <a:pt x="1334" y="418"/>
                    <a:pt x="1334" y="418"/>
                  </a:cubicBezTo>
                  <a:cubicBezTo>
                    <a:pt x="1136" y="321"/>
                    <a:pt x="1136" y="321"/>
                    <a:pt x="1136" y="321"/>
                  </a:cubicBezTo>
                  <a:lnTo>
                    <a:pt x="1224" y="131"/>
                  </a:lnTo>
                  <a:close/>
                  <a:moveTo>
                    <a:pt x="675" y="1828"/>
                  </a:moveTo>
                  <a:lnTo>
                    <a:pt x="675" y="1828"/>
                  </a:lnTo>
                  <a:cubicBezTo>
                    <a:pt x="473" y="1736"/>
                    <a:pt x="473" y="1736"/>
                    <a:pt x="473" y="1736"/>
                  </a:cubicBezTo>
                  <a:cubicBezTo>
                    <a:pt x="561" y="1545"/>
                    <a:pt x="561" y="1545"/>
                    <a:pt x="561" y="1545"/>
                  </a:cubicBezTo>
                  <a:cubicBezTo>
                    <a:pt x="625" y="1575"/>
                    <a:pt x="701" y="1609"/>
                    <a:pt x="764" y="1638"/>
                  </a:cubicBezTo>
                  <a:lnTo>
                    <a:pt x="675" y="1828"/>
                  </a:lnTo>
                  <a:close/>
                  <a:moveTo>
                    <a:pt x="933" y="1567"/>
                  </a:moveTo>
                  <a:lnTo>
                    <a:pt x="933" y="1567"/>
                  </a:lnTo>
                  <a:lnTo>
                    <a:pt x="933" y="1567"/>
                  </a:lnTo>
                  <a:cubicBezTo>
                    <a:pt x="929" y="1571"/>
                    <a:pt x="929" y="1575"/>
                    <a:pt x="925" y="1575"/>
                  </a:cubicBezTo>
                  <a:cubicBezTo>
                    <a:pt x="920" y="1579"/>
                    <a:pt x="916" y="1579"/>
                    <a:pt x="912" y="1583"/>
                  </a:cubicBezTo>
                  <a:cubicBezTo>
                    <a:pt x="908" y="1583"/>
                    <a:pt x="903" y="1583"/>
                    <a:pt x="903" y="1583"/>
                  </a:cubicBezTo>
                  <a:cubicBezTo>
                    <a:pt x="895" y="1583"/>
                    <a:pt x="891" y="1583"/>
                    <a:pt x="887" y="1583"/>
                  </a:cubicBezTo>
                  <a:cubicBezTo>
                    <a:pt x="790" y="1537"/>
                    <a:pt x="625" y="1457"/>
                    <a:pt x="528" y="1410"/>
                  </a:cubicBezTo>
                  <a:cubicBezTo>
                    <a:pt x="523" y="1410"/>
                    <a:pt x="519" y="1406"/>
                    <a:pt x="515" y="1402"/>
                  </a:cubicBezTo>
                  <a:cubicBezTo>
                    <a:pt x="515" y="1402"/>
                    <a:pt x="511" y="1398"/>
                    <a:pt x="511" y="1393"/>
                  </a:cubicBezTo>
                  <a:cubicBezTo>
                    <a:pt x="507" y="1389"/>
                    <a:pt x="507" y="1385"/>
                    <a:pt x="507" y="1381"/>
                  </a:cubicBezTo>
                  <a:cubicBezTo>
                    <a:pt x="507" y="1377"/>
                    <a:pt x="507" y="1372"/>
                    <a:pt x="511" y="1368"/>
                  </a:cubicBezTo>
                  <a:lnTo>
                    <a:pt x="511" y="1368"/>
                  </a:lnTo>
                  <a:cubicBezTo>
                    <a:pt x="967" y="397"/>
                    <a:pt x="967" y="397"/>
                    <a:pt x="967" y="397"/>
                  </a:cubicBezTo>
                  <a:lnTo>
                    <a:pt x="967" y="397"/>
                  </a:lnTo>
                  <a:cubicBezTo>
                    <a:pt x="967" y="393"/>
                    <a:pt x="971" y="384"/>
                    <a:pt x="980" y="384"/>
                  </a:cubicBezTo>
                  <a:cubicBezTo>
                    <a:pt x="984" y="380"/>
                    <a:pt x="988" y="376"/>
                    <a:pt x="996" y="376"/>
                  </a:cubicBezTo>
                  <a:cubicBezTo>
                    <a:pt x="1001" y="376"/>
                    <a:pt x="1005" y="380"/>
                    <a:pt x="1009" y="380"/>
                  </a:cubicBezTo>
                  <a:cubicBezTo>
                    <a:pt x="1338" y="536"/>
                    <a:pt x="1338" y="536"/>
                    <a:pt x="1338" y="536"/>
                  </a:cubicBezTo>
                  <a:lnTo>
                    <a:pt x="1338" y="536"/>
                  </a:lnTo>
                  <a:lnTo>
                    <a:pt x="1338" y="536"/>
                  </a:lnTo>
                  <a:cubicBezTo>
                    <a:pt x="1372" y="549"/>
                    <a:pt x="1372" y="549"/>
                    <a:pt x="1372" y="549"/>
                  </a:cubicBezTo>
                  <a:cubicBezTo>
                    <a:pt x="1376" y="553"/>
                    <a:pt x="1381" y="557"/>
                    <a:pt x="1385" y="562"/>
                  </a:cubicBezTo>
                  <a:cubicBezTo>
                    <a:pt x="1389" y="566"/>
                    <a:pt x="1389" y="574"/>
                    <a:pt x="1389" y="578"/>
                  </a:cubicBezTo>
                  <a:cubicBezTo>
                    <a:pt x="1389" y="587"/>
                    <a:pt x="1389" y="591"/>
                    <a:pt x="1389" y="595"/>
                  </a:cubicBezTo>
                  <a:lnTo>
                    <a:pt x="1389" y="595"/>
                  </a:lnTo>
                  <a:cubicBezTo>
                    <a:pt x="1330" y="718"/>
                    <a:pt x="1330" y="718"/>
                    <a:pt x="1330" y="718"/>
                  </a:cubicBezTo>
                  <a:cubicBezTo>
                    <a:pt x="1301" y="709"/>
                    <a:pt x="1267" y="701"/>
                    <a:pt x="1237" y="701"/>
                  </a:cubicBezTo>
                  <a:cubicBezTo>
                    <a:pt x="1199" y="701"/>
                    <a:pt x="1165" y="709"/>
                    <a:pt x="1136" y="722"/>
                  </a:cubicBezTo>
                  <a:cubicBezTo>
                    <a:pt x="1089" y="739"/>
                    <a:pt x="1051" y="773"/>
                    <a:pt x="1026" y="815"/>
                  </a:cubicBezTo>
                  <a:cubicBezTo>
                    <a:pt x="996" y="853"/>
                    <a:pt x="980" y="904"/>
                    <a:pt x="980" y="954"/>
                  </a:cubicBezTo>
                  <a:cubicBezTo>
                    <a:pt x="980" y="992"/>
                    <a:pt x="988" y="1026"/>
                    <a:pt x="1001" y="1056"/>
                  </a:cubicBezTo>
                  <a:cubicBezTo>
                    <a:pt x="1022" y="1102"/>
                    <a:pt x="1051" y="1140"/>
                    <a:pt x="1094" y="1170"/>
                  </a:cubicBezTo>
                  <a:cubicBezTo>
                    <a:pt x="1098" y="1174"/>
                    <a:pt x="1106" y="1178"/>
                    <a:pt x="1115" y="1178"/>
                  </a:cubicBezTo>
                  <a:lnTo>
                    <a:pt x="933" y="1567"/>
                  </a:lnTo>
                  <a:close/>
                  <a:moveTo>
                    <a:pt x="1453" y="2006"/>
                  </a:moveTo>
                  <a:lnTo>
                    <a:pt x="1453" y="2006"/>
                  </a:lnTo>
                  <a:cubicBezTo>
                    <a:pt x="1516" y="1900"/>
                    <a:pt x="1550" y="1778"/>
                    <a:pt x="1550" y="1651"/>
                  </a:cubicBezTo>
                  <a:cubicBezTo>
                    <a:pt x="1550" y="1541"/>
                    <a:pt x="1524" y="1444"/>
                    <a:pt x="1482" y="1351"/>
                  </a:cubicBezTo>
                  <a:cubicBezTo>
                    <a:pt x="1453" y="1288"/>
                    <a:pt x="1415" y="1229"/>
                    <a:pt x="1368" y="1174"/>
                  </a:cubicBezTo>
                  <a:cubicBezTo>
                    <a:pt x="1398" y="1157"/>
                    <a:pt x="1427" y="1127"/>
                    <a:pt x="1448" y="1098"/>
                  </a:cubicBezTo>
                  <a:cubicBezTo>
                    <a:pt x="1457" y="1085"/>
                    <a:pt x="1465" y="1068"/>
                    <a:pt x="1474" y="1047"/>
                  </a:cubicBezTo>
                  <a:cubicBezTo>
                    <a:pt x="1550" y="1119"/>
                    <a:pt x="1617" y="1208"/>
                    <a:pt x="1664" y="1300"/>
                  </a:cubicBezTo>
                  <a:cubicBezTo>
                    <a:pt x="1727" y="1423"/>
                    <a:pt x="1761" y="1562"/>
                    <a:pt x="1761" y="1706"/>
                  </a:cubicBezTo>
                  <a:cubicBezTo>
                    <a:pt x="1761" y="1871"/>
                    <a:pt x="1719" y="2023"/>
                    <a:pt x="1643" y="2154"/>
                  </a:cubicBezTo>
                  <a:cubicBezTo>
                    <a:pt x="1579" y="2263"/>
                    <a:pt x="1491" y="2361"/>
                    <a:pt x="1389" y="2437"/>
                  </a:cubicBezTo>
                  <a:cubicBezTo>
                    <a:pt x="1364" y="2348"/>
                    <a:pt x="1364" y="2348"/>
                    <a:pt x="1364" y="2348"/>
                  </a:cubicBezTo>
                  <a:cubicBezTo>
                    <a:pt x="1347" y="2293"/>
                    <a:pt x="1317" y="2246"/>
                    <a:pt x="1275" y="2213"/>
                  </a:cubicBezTo>
                  <a:cubicBezTo>
                    <a:pt x="1347" y="2154"/>
                    <a:pt x="1410" y="2086"/>
                    <a:pt x="1453" y="2006"/>
                  </a:cubicBezTo>
                  <a:close/>
                  <a:moveTo>
                    <a:pt x="105" y="2656"/>
                  </a:moveTo>
                  <a:lnTo>
                    <a:pt x="105" y="2656"/>
                  </a:lnTo>
                  <a:cubicBezTo>
                    <a:pt x="802" y="2656"/>
                    <a:pt x="802" y="2656"/>
                    <a:pt x="802" y="2656"/>
                  </a:cubicBezTo>
                  <a:cubicBezTo>
                    <a:pt x="828" y="2656"/>
                    <a:pt x="849" y="2639"/>
                    <a:pt x="853" y="2618"/>
                  </a:cubicBezTo>
                  <a:cubicBezTo>
                    <a:pt x="920" y="2377"/>
                    <a:pt x="920" y="2377"/>
                    <a:pt x="920" y="2377"/>
                  </a:cubicBezTo>
                  <a:cubicBezTo>
                    <a:pt x="933" y="2339"/>
                    <a:pt x="954" y="2310"/>
                    <a:pt x="984" y="2285"/>
                  </a:cubicBezTo>
                  <a:cubicBezTo>
                    <a:pt x="1013" y="2263"/>
                    <a:pt x="1051" y="2251"/>
                    <a:pt x="1089" y="2251"/>
                  </a:cubicBezTo>
                  <a:cubicBezTo>
                    <a:pt x="1132" y="2251"/>
                    <a:pt x="1170" y="2263"/>
                    <a:pt x="1199" y="2285"/>
                  </a:cubicBezTo>
                  <a:cubicBezTo>
                    <a:pt x="1229" y="2310"/>
                    <a:pt x="1250" y="2339"/>
                    <a:pt x="1263" y="2377"/>
                  </a:cubicBezTo>
                  <a:cubicBezTo>
                    <a:pt x="1330" y="2618"/>
                    <a:pt x="1330" y="2618"/>
                    <a:pt x="1330" y="2618"/>
                  </a:cubicBezTo>
                  <a:cubicBezTo>
                    <a:pt x="1334" y="2639"/>
                    <a:pt x="1355" y="2656"/>
                    <a:pt x="1381" y="2656"/>
                  </a:cubicBezTo>
                  <a:cubicBezTo>
                    <a:pt x="1845" y="2656"/>
                    <a:pt x="1845" y="2656"/>
                    <a:pt x="1845" y="2656"/>
                  </a:cubicBezTo>
                  <a:cubicBezTo>
                    <a:pt x="1845" y="2779"/>
                    <a:pt x="1845" y="2779"/>
                    <a:pt x="1845" y="2779"/>
                  </a:cubicBezTo>
                  <a:cubicBezTo>
                    <a:pt x="105" y="2779"/>
                    <a:pt x="105" y="2779"/>
                    <a:pt x="105" y="2779"/>
                  </a:cubicBezTo>
                  <a:lnTo>
                    <a:pt x="105" y="265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0" name="Group 323">
            <a:extLst>
              <a:ext uri="{FF2B5EF4-FFF2-40B4-BE49-F238E27FC236}">
                <a16:creationId xmlns:a16="http://schemas.microsoft.com/office/drawing/2014/main" id="{8B81702E-F27B-C3F8-8462-3874A5E6675C}"/>
              </a:ext>
            </a:extLst>
          </p:cNvPr>
          <p:cNvGrpSpPr/>
          <p:nvPr/>
        </p:nvGrpSpPr>
        <p:grpSpPr>
          <a:xfrm>
            <a:off x="1580935" y="5763434"/>
            <a:ext cx="266834" cy="266834"/>
            <a:chOff x="1804988" y="6446838"/>
            <a:chExt cx="912812" cy="912812"/>
          </a:xfrm>
          <a:solidFill>
            <a:schemeClr val="accent4"/>
          </a:solidFill>
        </p:grpSpPr>
        <p:sp>
          <p:nvSpPr>
            <p:cNvPr id="321" name="Freeform 43">
              <a:extLst>
                <a:ext uri="{FF2B5EF4-FFF2-40B4-BE49-F238E27FC236}">
                  <a16:creationId xmlns:a16="http://schemas.microsoft.com/office/drawing/2014/main" id="{2129AD75-B4C2-FAFA-A12D-8EE1BADBDC65}"/>
                </a:ext>
              </a:extLst>
            </p:cNvPr>
            <p:cNvSpPr>
              <a:spLocks noChangeArrowheads="1"/>
            </p:cNvSpPr>
            <p:nvPr/>
          </p:nvSpPr>
          <p:spPr bwMode="auto">
            <a:xfrm>
              <a:off x="1878013" y="6702425"/>
              <a:ext cx="384175" cy="38100"/>
            </a:xfrm>
            <a:custGeom>
              <a:avLst/>
              <a:gdLst>
                <a:gd name="T0" fmla="*/ 51 w 1066"/>
                <a:gd name="T1" fmla="*/ 0 h 107"/>
                <a:gd name="T2" fmla="*/ 51 w 1066"/>
                <a:gd name="T3" fmla="*/ 0 h 107"/>
                <a:gd name="T4" fmla="*/ 0 w 1066"/>
                <a:gd name="T5" fmla="*/ 51 h 107"/>
                <a:gd name="T6" fmla="*/ 51 w 1066"/>
                <a:gd name="T7" fmla="*/ 106 h 107"/>
                <a:gd name="T8" fmla="*/ 1014 w 1066"/>
                <a:gd name="T9" fmla="*/ 106 h 107"/>
                <a:gd name="T10" fmla="*/ 1065 w 1066"/>
                <a:gd name="T11" fmla="*/ 51 h 107"/>
                <a:gd name="T12" fmla="*/ 1014 w 1066"/>
                <a:gd name="T13" fmla="*/ 0 h 107"/>
                <a:gd name="T14" fmla="*/ 51 w 1066"/>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066" h="107">
                  <a:moveTo>
                    <a:pt x="51" y="0"/>
                  </a:moveTo>
                  <a:lnTo>
                    <a:pt x="51" y="0"/>
                  </a:lnTo>
                  <a:cubicBezTo>
                    <a:pt x="21" y="0"/>
                    <a:pt x="0" y="21"/>
                    <a:pt x="0" y="51"/>
                  </a:cubicBezTo>
                  <a:cubicBezTo>
                    <a:pt x="0" y="81"/>
                    <a:pt x="21" y="106"/>
                    <a:pt x="51" y="106"/>
                  </a:cubicBezTo>
                  <a:cubicBezTo>
                    <a:pt x="1014" y="106"/>
                    <a:pt x="1014" y="106"/>
                    <a:pt x="1014" y="106"/>
                  </a:cubicBezTo>
                  <a:cubicBezTo>
                    <a:pt x="1043" y="106"/>
                    <a:pt x="1065" y="81"/>
                    <a:pt x="1065" y="51"/>
                  </a:cubicBezTo>
                  <a:cubicBezTo>
                    <a:pt x="1065" y="21"/>
                    <a:pt x="1043" y="0"/>
                    <a:pt x="1014" y="0"/>
                  </a:cubicBezTo>
                  <a:lnTo>
                    <a:pt x="51"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2" name="Freeform 44">
              <a:extLst>
                <a:ext uri="{FF2B5EF4-FFF2-40B4-BE49-F238E27FC236}">
                  <a16:creationId xmlns:a16="http://schemas.microsoft.com/office/drawing/2014/main" id="{FA90C277-BA24-F8A9-BA13-6C3ED6D5C63D}"/>
                </a:ext>
              </a:extLst>
            </p:cNvPr>
            <p:cNvSpPr>
              <a:spLocks noChangeArrowheads="1"/>
            </p:cNvSpPr>
            <p:nvPr/>
          </p:nvSpPr>
          <p:spPr bwMode="auto">
            <a:xfrm>
              <a:off x="1804988" y="6446838"/>
              <a:ext cx="544512" cy="544512"/>
            </a:xfrm>
            <a:custGeom>
              <a:avLst/>
              <a:gdLst>
                <a:gd name="T0" fmla="*/ 663 w 1512"/>
                <a:gd name="T1" fmla="*/ 1465 h 1513"/>
                <a:gd name="T2" fmla="*/ 663 w 1512"/>
                <a:gd name="T3" fmla="*/ 1465 h 1513"/>
                <a:gd name="T4" fmla="*/ 625 w 1512"/>
                <a:gd name="T5" fmla="*/ 1402 h 1513"/>
                <a:gd name="T6" fmla="*/ 253 w 1512"/>
                <a:gd name="T7" fmla="*/ 1174 h 1513"/>
                <a:gd name="T8" fmla="*/ 105 w 1512"/>
                <a:gd name="T9" fmla="*/ 760 h 1513"/>
                <a:gd name="T10" fmla="*/ 156 w 1512"/>
                <a:gd name="T11" fmla="*/ 507 h 1513"/>
                <a:gd name="T12" fmla="*/ 392 w 1512"/>
                <a:gd name="T13" fmla="*/ 215 h 1513"/>
                <a:gd name="T14" fmla="*/ 760 w 1512"/>
                <a:gd name="T15" fmla="*/ 105 h 1513"/>
                <a:gd name="T16" fmla="*/ 1174 w 1512"/>
                <a:gd name="T17" fmla="*/ 253 h 1513"/>
                <a:gd name="T18" fmla="*/ 1402 w 1512"/>
                <a:gd name="T19" fmla="*/ 625 h 1513"/>
                <a:gd name="T20" fmla="*/ 1465 w 1512"/>
                <a:gd name="T21" fmla="*/ 663 h 1513"/>
                <a:gd name="T22" fmla="*/ 1503 w 1512"/>
                <a:gd name="T23" fmla="*/ 600 h 1513"/>
                <a:gd name="T24" fmla="*/ 1503 w 1512"/>
                <a:gd name="T25" fmla="*/ 600 h 1513"/>
                <a:gd name="T26" fmla="*/ 1241 w 1512"/>
                <a:gd name="T27" fmla="*/ 173 h 1513"/>
                <a:gd name="T28" fmla="*/ 760 w 1512"/>
                <a:gd name="T29" fmla="*/ 0 h 1513"/>
                <a:gd name="T30" fmla="*/ 464 w 1512"/>
                <a:gd name="T31" fmla="*/ 59 h 1513"/>
                <a:gd name="T32" fmla="*/ 130 w 1512"/>
                <a:gd name="T33" fmla="*/ 334 h 1513"/>
                <a:gd name="T34" fmla="*/ 0 w 1512"/>
                <a:gd name="T35" fmla="*/ 760 h 1513"/>
                <a:gd name="T36" fmla="*/ 173 w 1512"/>
                <a:gd name="T37" fmla="*/ 1241 h 1513"/>
                <a:gd name="T38" fmla="*/ 603 w 1512"/>
                <a:gd name="T39" fmla="*/ 1503 h 1513"/>
                <a:gd name="T40" fmla="*/ 663 w 1512"/>
                <a:gd name="T41" fmla="*/ 1465 h 15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512" h="1513">
                  <a:moveTo>
                    <a:pt x="663" y="1465"/>
                  </a:moveTo>
                  <a:lnTo>
                    <a:pt x="663" y="1465"/>
                  </a:lnTo>
                  <a:cubicBezTo>
                    <a:pt x="671" y="1436"/>
                    <a:pt x="650" y="1406"/>
                    <a:pt x="625" y="1402"/>
                  </a:cubicBezTo>
                  <a:cubicBezTo>
                    <a:pt x="477" y="1368"/>
                    <a:pt x="346" y="1288"/>
                    <a:pt x="253" y="1174"/>
                  </a:cubicBezTo>
                  <a:cubicBezTo>
                    <a:pt x="160" y="1064"/>
                    <a:pt x="105" y="916"/>
                    <a:pt x="105" y="760"/>
                  </a:cubicBezTo>
                  <a:cubicBezTo>
                    <a:pt x="105" y="671"/>
                    <a:pt x="122" y="583"/>
                    <a:pt x="156" y="507"/>
                  </a:cubicBezTo>
                  <a:cubicBezTo>
                    <a:pt x="207" y="388"/>
                    <a:pt x="291" y="287"/>
                    <a:pt x="392" y="215"/>
                  </a:cubicBezTo>
                  <a:cubicBezTo>
                    <a:pt x="498" y="148"/>
                    <a:pt x="625" y="105"/>
                    <a:pt x="760" y="105"/>
                  </a:cubicBezTo>
                  <a:cubicBezTo>
                    <a:pt x="916" y="105"/>
                    <a:pt x="1064" y="160"/>
                    <a:pt x="1174" y="253"/>
                  </a:cubicBezTo>
                  <a:cubicBezTo>
                    <a:pt x="1288" y="346"/>
                    <a:pt x="1368" y="477"/>
                    <a:pt x="1402" y="625"/>
                  </a:cubicBezTo>
                  <a:cubicBezTo>
                    <a:pt x="1406" y="650"/>
                    <a:pt x="1436" y="671"/>
                    <a:pt x="1465" y="663"/>
                  </a:cubicBezTo>
                  <a:cubicBezTo>
                    <a:pt x="1490" y="659"/>
                    <a:pt x="1511" y="629"/>
                    <a:pt x="1503" y="600"/>
                  </a:cubicBezTo>
                  <a:lnTo>
                    <a:pt x="1503" y="600"/>
                  </a:lnTo>
                  <a:cubicBezTo>
                    <a:pt x="1469" y="431"/>
                    <a:pt x="1372" y="279"/>
                    <a:pt x="1241" y="173"/>
                  </a:cubicBezTo>
                  <a:cubicBezTo>
                    <a:pt x="1110" y="63"/>
                    <a:pt x="941" y="0"/>
                    <a:pt x="760" y="0"/>
                  </a:cubicBezTo>
                  <a:cubicBezTo>
                    <a:pt x="654" y="0"/>
                    <a:pt x="553" y="21"/>
                    <a:pt x="464" y="59"/>
                  </a:cubicBezTo>
                  <a:cubicBezTo>
                    <a:pt x="329" y="118"/>
                    <a:pt x="211" y="215"/>
                    <a:pt x="130" y="334"/>
                  </a:cubicBezTo>
                  <a:cubicBezTo>
                    <a:pt x="46" y="456"/>
                    <a:pt x="0" y="604"/>
                    <a:pt x="0" y="760"/>
                  </a:cubicBezTo>
                  <a:cubicBezTo>
                    <a:pt x="0" y="942"/>
                    <a:pt x="63" y="1111"/>
                    <a:pt x="173" y="1241"/>
                  </a:cubicBezTo>
                  <a:cubicBezTo>
                    <a:pt x="278" y="1372"/>
                    <a:pt x="430" y="1470"/>
                    <a:pt x="603" y="1503"/>
                  </a:cubicBezTo>
                  <a:cubicBezTo>
                    <a:pt x="629" y="1512"/>
                    <a:pt x="658" y="1491"/>
                    <a:pt x="663" y="1465"/>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3" name="Freeform 45">
              <a:extLst>
                <a:ext uri="{FF2B5EF4-FFF2-40B4-BE49-F238E27FC236}">
                  <a16:creationId xmlns:a16="http://schemas.microsoft.com/office/drawing/2014/main" id="{CE9A437D-7705-F4D4-332F-8690C930CCD5}"/>
                </a:ext>
              </a:extLst>
            </p:cNvPr>
            <p:cNvSpPr>
              <a:spLocks noChangeArrowheads="1"/>
            </p:cNvSpPr>
            <p:nvPr/>
          </p:nvSpPr>
          <p:spPr bwMode="auto">
            <a:xfrm>
              <a:off x="1951038" y="6592888"/>
              <a:ext cx="766762" cy="766762"/>
            </a:xfrm>
            <a:custGeom>
              <a:avLst/>
              <a:gdLst>
                <a:gd name="T0" fmla="*/ 2090 w 2130"/>
                <a:gd name="T1" fmla="*/ 321 h 2130"/>
                <a:gd name="T2" fmla="*/ 2090 w 2130"/>
                <a:gd name="T3" fmla="*/ 321 h 2130"/>
                <a:gd name="T4" fmla="*/ 1977 w 2130"/>
                <a:gd name="T5" fmla="*/ 148 h 2130"/>
                <a:gd name="T6" fmla="*/ 1808 w 2130"/>
                <a:gd name="T7" fmla="*/ 38 h 2130"/>
                <a:gd name="T8" fmla="*/ 1609 w 2130"/>
                <a:gd name="T9" fmla="*/ 0 h 2130"/>
                <a:gd name="T10" fmla="*/ 1415 w 2130"/>
                <a:gd name="T11" fmla="*/ 38 h 2130"/>
                <a:gd name="T12" fmla="*/ 1246 w 2130"/>
                <a:gd name="T13" fmla="*/ 148 h 2130"/>
                <a:gd name="T14" fmla="*/ 152 w 2130"/>
                <a:gd name="T15" fmla="*/ 1246 h 2130"/>
                <a:gd name="T16" fmla="*/ 38 w 2130"/>
                <a:gd name="T17" fmla="*/ 1415 h 2130"/>
                <a:gd name="T18" fmla="*/ 0 w 2130"/>
                <a:gd name="T19" fmla="*/ 1609 h 2130"/>
                <a:gd name="T20" fmla="*/ 38 w 2130"/>
                <a:gd name="T21" fmla="*/ 1808 h 2130"/>
                <a:gd name="T22" fmla="*/ 152 w 2130"/>
                <a:gd name="T23" fmla="*/ 1977 h 2130"/>
                <a:gd name="T24" fmla="*/ 321 w 2130"/>
                <a:gd name="T25" fmla="*/ 2091 h 2130"/>
                <a:gd name="T26" fmla="*/ 515 w 2130"/>
                <a:gd name="T27" fmla="*/ 2129 h 2130"/>
                <a:gd name="T28" fmla="*/ 710 w 2130"/>
                <a:gd name="T29" fmla="*/ 2091 h 2130"/>
                <a:gd name="T30" fmla="*/ 883 w 2130"/>
                <a:gd name="T31" fmla="*/ 1977 h 2130"/>
                <a:gd name="T32" fmla="*/ 1977 w 2130"/>
                <a:gd name="T33" fmla="*/ 883 h 2130"/>
                <a:gd name="T34" fmla="*/ 2090 w 2130"/>
                <a:gd name="T35" fmla="*/ 710 h 2130"/>
                <a:gd name="T36" fmla="*/ 2129 w 2130"/>
                <a:gd name="T37" fmla="*/ 515 h 2130"/>
                <a:gd name="T38" fmla="*/ 2090 w 2130"/>
                <a:gd name="T39" fmla="*/ 321 h 2130"/>
                <a:gd name="T40" fmla="*/ 807 w 2130"/>
                <a:gd name="T41" fmla="*/ 1901 h 2130"/>
                <a:gd name="T42" fmla="*/ 807 w 2130"/>
                <a:gd name="T43" fmla="*/ 1901 h 2130"/>
                <a:gd name="T44" fmla="*/ 671 w 2130"/>
                <a:gd name="T45" fmla="*/ 1994 h 2130"/>
                <a:gd name="T46" fmla="*/ 515 w 2130"/>
                <a:gd name="T47" fmla="*/ 2023 h 2130"/>
                <a:gd name="T48" fmla="*/ 359 w 2130"/>
                <a:gd name="T49" fmla="*/ 1994 h 2130"/>
                <a:gd name="T50" fmla="*/ 224 w 2130"/>
                <a:gd name="T51" fmla="*/ 1901 h 2130"/>
                <a:gd name="T52" fmla="*/ 135 w 2130"/>
                <a:gd name="T53" fmla="*/ 1766 h 2130"/>
                <a:gd name="T54" fmla="*/ 106 w 2130"/>
                <a:gd name="T55" fmla="*/ 1609 h 2130"/>
                <a:gd name="T56" fmla="*/ 135 w 2130"/>
                <a:gd name="T57" fmla="*/ 1457 h 2130"/>
                <a:gd name="T58" fmla="*/ 224 w 2130"/>
                <a:gd name="T59" fmla="*/ 1318 h 2130"/>
                <a:gd name="T60" fmla="*/ 735 w 2130"/>
                <a:gd name="T61" fmla="*/ 811 h 2130"/>
                <a:gd name="T62" fmla="*/ 1318 w 2130"/>
                <a:gd name="T63" fmla="*/ 1394 h 2130"/>
                <a:gd name="T64" fmla="*/ 807 w 2130"/>
                <a:gd name="T65" fmla="*/ 1901 h 2130"/>
                <a:gd name="T66" fmla="*/ 1993 w 2130"/>
                <a:gd name="T67" fmla="*/ 672 h 2130"/>
                <a:gd name="T68" fmla="*/ 1993 w 2130"/>
                <a:gd name="T69" fmla="*/ 672 h 2130"/>
                <a:gd name="T70" fmla="*/ 1900 w 2130"/>
                <a:gd name="T71" fmla="*/ 807 h 2130"/>
                <a:gd name="T72" fmla="*/ 1394 w 2130"/>
                <a:gd name="T73" fmla="*/ 1318 h 2130"/>
                <a:gd name="T74" fmla="*/ 811 w 2130"/>
                <a:gd name="T75" fmla="*/ 735 h 2130"/>
                <a:gd name="T76" fmla="*/ 1318 w 2130"/>
                <a:gd name="T77" fmla="*/ 224 h 2130"/>
                <a:gd name="T78" fmla="*/ 1457 w 2130"/>
                <a:gd name="T79" fmla="*/ 135 h 2130"/>
                <a:gd name="T80" fmla="*/ 1609 w 2130"/>
                <a:gd name="T81" fmla="*/ 106 h 2130"/>
                <a:gd name="T82" fmla="*/ 1765 w 2130"/>
                <a:gd name="T83" fmla="*/ 135 h 2130"/>
                <a:gd name="T84" fmla="*/ 1900 w 2130"/>
                <a:gd name="T85" fmla="*/ 224 h 2130"/>
                <a:gd name="T86" fmla="*/ 1993 w 2130"/>
                <a:gd name="T87" fmla="*/ 359 h 2130"/>
                <a:gd name="T88" fmla="*/ 2023 w 2130"/>
                <a:gd name="T89" fmla="*/ 515 h 2130"/>
                <a:gd name="T90" fmla="*/ 1993 w 2130"/>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30" h="2130">
                  <a:moveTo>
                    <a:pt x="2090" y="321"/>
                  </a:moveTo>
                  <a:lnTo>
                    <a:pt x="2090" y="321"/>
                  </a:lnTo>
                  <a:cubicBezTo>
                    <a:pt x="2065" y="258"/>
                    <a:pt x="2027" y="199"/>
                    <a:pt x="1977" y="148"/>
                  </a:cubicBezTo>
                  <a:cubicBezTo>
                    <a:pt x="1926" y="102"/>
                    <a:pt x="1867" y="64"/>
                    <a:pt x="1808" y="38"/>
                  </a:cubicBezTo>
                  <a:cubicBezTo>
                    <a:pt x="1744" y="13"/>
                    <a:pt x="1677" y="0"/>
                    <a:pt x="1609" y="0"/>
                  </a:cubicBezTo>
                  <a:cubicBezTo>
                    <a:pt x="1546" y="0"/>
                    <a:pt x="1478" y="13"/>
                    <a:pt x="1415" y="38"/>
                  </a:cubicBezTo>
                  <a:cubicBezTo>
                    <a:pt x="1356" y="64"/>
                    <a:pt x="1296"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8" y="2027"/>
                    <a:pt x="258" y="2065"/>
                    <a:pt x="321" y="2091"/>
                  </a:cubicBezTo>
                  <a:cubicBezTo>
                    <a:pt x="384" y="2116"/>
                    <a:pt x="448" y="2129"/>
                    <a:pt x="515" y="2129"/>
                  </a:cubicBezTo>
                  <a:cubicBezTo>
                    <a:pt x="583" y="2129"/>
                    <a:pt x="646" y="2116"/>
                    <a:pt x="710" y="2091"/>
                  </a:cubicBezTo>
                  <a:cubicBezTo>
                    <a:pt x="773" y="2065"/>
                    <a:pt x="832" y="2027"/>
                    <a:pt x="883" y="1977"/>
                  </a:cubicBezTo>
                  <a:cubicBezTo>
                    <a:pt x="1977" y="883"/>
                    <a:pt x="1977" y="883"/>
                    <a:pt x="1977" y="883"/>
                  </a:cubicBezTo>
                  <a:cubicBezTo>
                    <a:pt x="2027" y="832"/>
                    <a:pt x="2065" y="773"/>
                    <a:pt x="2090" y="710"/>
                  </a:cubicBezTo>
                  <a:cubicBezTo>
                    <a:pt x="2116" y="646"/>
                    <a:pt x="2129" y="583"/>
                    <a:pt x="2129" y="515"/>
                  </a:cubicBezTo>
                  <a:cubicBezTo>
                    <a:pt x="2129" y="448"/>
                    <a:pt x="2116" y="385"/>
                    <a:pt x="2090" y="321"/>
                  </a:cubicBezTo>
                  <a:close/>
                  <a:moveTo>
                    <a:pt x="807" y="1901"/>
                  </a:moveTo>
                  <a:lnTo>
                    <a:pt x="807" y="1901"/>
                  </a:lnTo>
                  <a:cubicBezTo>
                    <a:pt x="769" y="1943"/>
                    <a:pt x="722" y="1973"/>
                    <a:pt x="671"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4"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4" name="Freeform 46">
              <a:extLst>
                <a:ext uri="{FF2B5EF4-FFF2-40B4-BE49-F238E27FC236}">
                  <a16:creationId xmlns:a16="http://schemas.microsoft.com/office/drawing/2014/main" id="{35E6F3AF-4DC9-9A1F-B825-563301AF4C1F}"/>
                </a:ext>
              </a:extLst>
            </p:cNvPr>
            <p:cNvSpPr>
              <a:spLocks noChangeArrowheads="1"/>
            </p:cNvSpPr>
            <p:nvPr/>
          </p:nvSpPr>
          <p:spPr bwMode="auto">
            <a:xfrm>
              <a:off x="2038350" y="6954838"/>
              <a:ext cx="188913" cy="187325"/>
            </a:xfrm>
            <a:custGeom>
              <a:avLst/>
              <a:gdLst>
                <a:gd name="T0" fmla="*/ 426 w 525"/>
                <a:gd name="T1" fmla="*/ 22 h 521"/>
                <a:gd name="T2" fmla="*/ 426 w 525"/>
                <a:gd name="T3" fmla="*/ 22 h 521"/>
                <a:gd name="T4" fmla="*/ 21 w 525"/>
                <a:gd name="T5" fmla="*/ 427 h 521"/>
                <a:gd name="T6" fmla="*/ 21 w 525"/>
                <a:gd name="T7" fmla="*/ 499 h 521"/>
                <a:gd name="T8" fmla="*/ 97 w 525"/>
                <a:gd name="T9" fmla="*/ 499 h 521"/>
                <a:gd name="T10" fmla="*/ 503 w 525"/>
                <a:gd name="T11" fmla="*/ 98 h 521"/>
                <a:gd name="T12" fmla="*/ 503 w 525"/>
                <a:gd name="T13" fmla="*/ 22 h 521"/>
                <a:gd name="T14" fmla="*/ 426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6" y="22"/>
                  </a:moveTo>
                  <a:lnTo>
                    <a:pt x="426" y="22"/>
                  </a:lnTo>
                  <a:cubicBezTo>
                    <a:pt x="21" y="427"/>
                    <a:pt x="21" y="427"/>
                    <a:pt x="21" y="427"/>
                  </a:cubicBezTo>
                  <a:cubicBezTo>
                    <a:pt x="0" y="448"/>
                    <a:pt x="0" y="482"/>
                    <a:pt x="21" y="499"/>
                  </a:cubicBezTo>
                  <a:cubicBezTo>
                    <a:pt x="42" y="520"/>
                    <a:pt x="76" y="520"/>
                    <a:pt x="97" y="499"/>
                  </a:cubicBezTo>
                  <a:cubicBezTo>
                    <a:pt x="503" y="98"/>
                    <a:pt x="503" y="98"/>
                    <a:pt x="503" y="98"/>
                  </a:cubicBezTo>
                  <a:cubicBezTo>
                    <a:pt x="524" y="76"/>
                    <a:pt x="524" y="43"/>
                    <a:pt x="503" y="22"/>
                  </a:cubicBezTo>
                  <a:cubicBezTo>
                    <a:pt x="481" y="0"/>
                    <a:pt x="448" y="0"/>
                    <a:pt x="426"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5" name="Freeform 47">
              <a:extLst>
                <a:ext uri="{FF2B5EF4-FFF2-40B4-BE49-F238E27FC236}">
                  <a16:creationId xmlns:a16="http://schemas.microsoft.com/office/drawing/2014/main" id="{A0E3C266-7532-899E-BD8B-8B3368553763}"/>
                </a:ext>
              </a:extLst>
            </p:cNvPr>
            <p:cNvSpPr>
              <a:spLocks noChangeArrowheads="1"/>
            </p:cNvSpPr>
            <p:nvPr/>
          </p:nvSpPr>
          <p:spPr bwMode="auto">
            <a:xfrm>
              <a:off x="2312988"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9 w 521"/>
                <a:gd name="T11" fmla="*/ 97 h 525"/>
                <a:gd name="T12" fmla="*/ 499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9" y="97"/>
                    <a:pt x="499" y="97"/>
                    <a:pt x="499" y="97"/>
                  </a:cubicBezTo>
                  <a:cubicBezTo>
                    <a:pt x="520" y="76"/>
                    <a:pt x="520" y="43"/>
                    <a:pt x="499"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26" name="Group 329">
            <a:extLst>
              <a:ext uri="{FF2B5EF4-FFF2-40B4-BE49-F238E27FC236}">
                <a16:creationId xmlns:a16="http://schemas.microsoft.com/office/drawing/2014/main" id="{ACFF4541-07E0-1AF0-A9A5-C50C9719E187}"/>
              </a:ext>
            </a:extLst>
          </p:cNvPr>
          <p:cNvGrpSpPr/>
          <p:nvPr/>
        </p:nvGrpSpPr>
        <p:grpSpPr>
          <a:xfrm>
            <a:off x="1068148" y="5806127"/>
            <a:ext cx="224141" cy="224141"/>
            <a:chOff x="50800" y="6592888"/>
            <a:chExt cx="766763" cy="766762"/>
          </a:xfrm>
          <a:solidFill>
            <a:schemeClr val="accent4"/>
          </a:solidFill>
        </p:grpSpPr>
        <p:sp>
          <p:nvSpPr>
            <p:cNvPr id="327" name="Freeform 48">
              <a:extLst>
                <a:ext uri="{FF2B5EF4-FFF2-40B4-BE49-F238E27FC236}">
                  <a16:creationId xmlns:a16="http://schemas.microsoft.com/office/drawing/2014/main" id="{E0240464-91EA-6FEB-DE05-A41655CB8C45}"/>
                </a:ext>
              </a:extLst>
            </p:cNvPr>
            <p:cNvSpPr>
              <a:spLocks noChangeArrowheads="1"/>
            </p:cNvSpPr>
            <p:nvPr/>
          </p:nvSpPr>
          <p:spPr bwMode="auto">
            <a:xfrm>
              <a:off x="50800" y="6592888"/>
              <a:ext cx="766763" cy="766762"/>
            </a:xfrm>
            <a:custGeom>
              <a:avLst/>
              <a:gdLst>
                <a:gd name="T0" fmla="*/ 2091 w 2129"/>
                <a:gd name="T1" fmla="*/ 321 h 2130"/>
                <a:gd name="T2" fmla="*/ 2091 w 2129"/>
                <a:gd name="T3" fmla="*/ 321 h 2130"/>
                <a:gd name="T4" fmla="*/ 1976 w 2129"/>
                <a:gd name="T5" fmla="*/ 148 h 2130"/>
                <a:gd name="T6" fmla="*/ 1808 w 2129"/>
                <a:gd name="T7" fmla="*/ 38 h 2130"/>
                <a:gd name="T8" fmla="*/ 1609 w 2129"/>
                <a:gd name="T9" fmla="*/ 0 h 2130"/>
                <a:gd name="T10" fmla="*/ 1415 w 2129"/>
                <a:gd name="T11" fmla="*/ 38 h 2130"/>
                <a:gd name="T12" fmla="*/ 1246 w 2129"/>
                <a:gd name="T13" fmla="*/ 148 h 2130"/>
                <a:gd name="T14" fmla="*/ 152 w 2129"/>
                <a:gd name="T15" fmla="*/ 1246 h 2130"/>
                <a:gd name="T16" fmla="*/ 38 w 2129"/>
                <a:gd name="T17" fmla="*/ 1415 h 2130"/>
                <a:gd name="T18" fmla="*/ 0 w 2129"/>
                <a:gd name="T19" fmla="*/ 1609 h 2130"/>
                <a:gd name="T20" fmla="*/ 38 w 2129"/>
                <a:gd name="T21" fmla="*/ 1808 h 2130"/>
                <a:gd name="T22" fmla="*/ 152 w 2129"/>
                <a:gd name="T23" fmla="*/ 1977 h 2130"/>
                <a:gd name="T24" fmla="*/ 321 w 2129"/>
                <a:gd name="T25" fmla="*/ 2091 h 2130"/>
                <a:gd name="T26" fmla="*/ 515 w 2129"/>
                <a:gd name="T27" fmla="*/ 2129 h 2130"/>
                <a:gd name="T28" fmla="*/ 709 w 2129"/>
                <a:gd name="T29" fmla="*/ 2091 h 2130"/>
                <a:gd name="T30" fmla="*/ 883 w 2129"/>
                <a:gd name="T31" fmla="*/ 1977 h 2130"/>
                <a:gd name="T32" fmla="*/ 1976 w 2129"/>
                <a:gd name="T33" fmla="*/ 883 h 2130"/>
                <a:gd name="T34" fmla="*/ 2091 w 2129"/>
                <a:gd name="T35" fmla="*/ 710 h 2130"/>
                <a:gd name="T36" fmla="*/ 2128 w 2129"/>
                <a:gd name="T37" fmla="*/ 515 h 2130"/>
                <a:gd name="T38" fmla="*/ 2091 w 2129"/>
                <a:gd name="T39" fmla="*/ 321 h 2130"/>
                <a:gd name="T40" fmla="*/ 807 w 2129"/>
                <a:gd name="T41" fmla="*/ 1901 h 2130"/>
                <a:gd name="T42" fmla="*/ 807 w 2129"/>
                <a:gd name="T43" fmla="*/ 1901 h 2130"/>
                <a:gd name="T44" fmla="*/ 672 w 2129"/>
                <a:gd name="T45" fmla="*/ 1994 h 2130"/>
                <a:gd name="T46" fmla="*/ 515 w 2129"/>
                <a:gd name="T47" fmla="*/ 2023 h 2130"/>
                <a:gd name="T48" fmla="*/ 359 w 2129"/>
                <a:gd name="T49" fmla="*/ 1994 h 2130"/>
                <a:gd name="T50" fmla="*/ 224 w 2129"/>
                <a:gd name="T51" fmla="*/ 1901 h 2130"/>
                <a:gd name="T52" fmla="*/ 135 w 2129"/>
                <a:gd name="T53" fmla="*/ 1766 h 2130"/>
                <a:gd name="T54" fmla="*/ 106 w 2129"/>
                <a:gd name="T55" fmla="*/ 1609 h 2130"/>
                <a:gd name="T56" fmla="*/ 135 w 2129"/>
                <a:gd name="T57" fmla="*/ 1457 h 2130"/>
                <a:gd name="T58" fmla="*/ 224 w 2129"/>
                <a:gd name="T59" fmla="*/ 1318 h 2130"/>
                <a:gd name="T60" fmla="*/ 735 w 2129"/>
                <a:gd name="T61" fmla="*/ 811 h 2130"/>
                <a:gd name="T62" fmla="*/ 1318 w 2129"/>
                <a:gd name="T63" fmla="*/ 1394 h 2130"/>
                <a:gd name="T64" fmla="*/ 807 w 2129"/>
                <a:gd name="T65" fmla="*/ 1901 h 2130"/>
                <a:gd name="T66" fmla="*/ 1993 w 2129"/>
                <a:gd name="T67" fmla="*/ 672 h 2130"/>
                <a:gd name="T68" fmla="*/ 1993 w 2129"/>
                <a:gd name="T69" fmla="*/ 672 h 2130"/>
                <a:gd name="T70" fmla="*/ 1900 w 2129"/>
                <a:gd name="T71" fmla="*/ 807 h 2130"/>
                <a:gd name="T72" fmla="*/ 1394 w 2129"/>
                <a:gd name="T73" fmla="*/ 1318 h 2130"/>
                <a:gd name="T74" fmla="*/ 811 w 2129"/>
                <a:gd name="T75" fmla="*/ 735 h 2130"/>
                <a:gd name="T76" fmla="*/ 1318 w 2129"/>
                <a:gd name="T77" fmla="*/ 224 h 2130"/>
                <a:gd name="T78" fmla="*/ 1457 w 2129"/>
                <a:gd name="T79" fmla="*/ 135 h 2130"/>
                <a:gd name="T80" fmla="*/ 1609 w 2129"/>
                <a:gd name="T81" fmla="*/ 106 h 2130"/>
                <a:gd name="T82" fmla="*/ 1765 w 2129"/>
                <a:gd name="T83" fmla="*/ 135 h 2130"/>
                <a:gd name="T84" fmla="*/ 1900 w 2129"/>
                <a:gd name="T85" fmla="*/ 224 h 2130"/>
                <a:gd name="T86" fmla="*/ 1993 w 2129"/>
                <a:gd name="T87" fmla="*/ 359 h 2130"/>
                <a:gd name="T88" fmla="*/ 2023 w 2129"/>
                <a:gd name="T89" fmla="*/ 515 h 2130"/>
                <a:gd name="T90" fmla="*/ 1993 w 2129"/>
                <a:gd name="T91" fmla="*/ 672 h 21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129" h="2130">
                  <a:moveTo>
                    <a:pt x="2091" y="321"/>
                  </a:moveTo>
                  <a:lnTo>
                    <a:pt x="2091" y="321"/>
                  </a:lnTo>
                  <a:cubicBezTo>
                    <a:pt x="2065" y="258"/>
                    <a:pt x="2027" y="199"/>
                    <a:pt x="1976" y="148"/>
                  </a:cubicBezTo>
                  <a:cubicBezTo>
                    <a:pt x="1926" y="102"/>
                    <a:pt x="1867" y="64"/>
                    <a:pt x="1808" y="38"/>
                  </a:cubicBezTo>
                  <a:cubicBezTo>
                    <a:pt x="1744" y="13"/>
                    <a:pt x="1677" y="0"/>
                    <a:pt x="1609" y="0"/>
                  </a:cubicBezTo>
                  <a:cubicBezTo>
                    <a:pt x="1546" y="0"/>
                    <a:pt x="1478" y="13"/>
                    <a:pt x="1415" y="38"/>
                  </a:cubicBezTo>
                  <a:cubicBezTo>
                    <a:pt x="1356" y="64"/>
                    <a:pt x="1297" y="102"/>
                    <a:pt x="1246" y="148"/>
                  </a:cubicBezTo>
                  <a:cubicBezTo>
                    <a:pt x="152" y="1246"/>
                    <a:pt x="152" y="1246"/>
                    <a:pt x="152" y="1246"/>
                  </a:cubicBezTo>
                  <a:cubicBezTo>
                    <a:pt x="101" y="1297"/>
                    <a:pt x="63" y="1356"/>
                    <a:pt x="38" y="1415"/>
                  </a:cubicBezTo>
                  <a:cubicBezTo>
                    <a:pt x="13" y="1478"/>
                    <a:pt x="0" y="1546"/>
                    <a:pt x="0" y="1609"/>
                  </a:cubicBezTo>
                  <a:cubicBezTo>
                    <a:pt x="0" y="1677"/>
                    <a:pt x="13" y="1744"/>
                    <a:pt x="38" y="1808"/>
                  </a:cubicBezTo>
                  <a:cubicBezTo>
                    <a:pt x="63" y="1867"/>
                    <a:pt x="101" y="1926"/>
                    <a:pt x="152" y="1977"/>
                  </a:cubicBezTo>
                  <a:cubicBezTo>
                    <a:pt x="199" y="2027"/>
                    <a:pt x="258" y="2065"/>
                    <a:pt x="321" y="2091"/>
                  </a:cubicBezTo>
                  <a:cubicBezTo>
                    <a:pt x="384" y="2116"/>
                    <a:pt x="448" y="2129"/>
                    <a:pt x="515" y="2129"/>
                  </a:cubicBezTo>
                  <a:cubicBezTo>
                    <a:pt x="583" y="2129"/>
                    <a:pt x="646" y="2116"/>
                    <a:pt x="709" y="2091"/>
                  </a:cubicBezTo>
                  <a:cubicBezTo>
                    <a:pt x="773" y="2065"/>
                    <a:pt x="832" y="2027"/>
                    <a:pt x="883" y="1977"/>
                  </a:cubicBezTo>
                  <a:cubicBezTo>
                    <a:pt x="1976" y="883"/>
                    <a:pt x="1976" y="883"/>
                    <a:pt x="1976" y="883"/>
                  </a:cubicBezTo>
                  <a:cubicBezTo>
                    <a:pt x="2027" y="832"/>
                    <a:pt x="2065" y="773"/>
                    <a:pt x="2091" y="710"/>
                  </a:cubicBezTo>
                  <a:cubicBezTo>
                    <a:pt x="2116" y="646"/>
                    <a:pt x="2128" y="583"/>
                    <a:pt x="2128" y="515"/>
                  </a:cubicBezTo>
                  <a:cubicBezTo>
                    <a:pt x="2128" y="448"/>
                    <a:pt x="2116" y="385"/>
                    <a:pt x="2091" y="321"/>
                  </a:cubicBezTo>
                  <a:close/>
                  <a:moveTo>
                    <a:pt x="807" y="1901"/>
                  </a:moveTo>
                  <a:lnTo>
                    <a:pt x="807" y="1901"/>
                  </a:lnTo>
                  <a:cubicBezTo>
                    <a:pt x="769" y="1943"/>
                    <a:pt x="722" y="1973"/>
                    <a:pt x="672" y="1994"/>
                  </a:cubicBezTo>
                  <a:cubicBezTo>
                    <a:pt x="621" y="2011"/>
                    <a:pt x="570" y="2023"/>
                    <a:pt x="515" y="2023"/>
                  </a:cubicBezTo>
                  <a:cubicBezTo>
                    <a:pt x="465" y="2023"/>
                    <a:pt x="410" y="2011"/>
                    <a:pt x="359" y="1994"/>
                  </a:cubicBezTo>
                  <a:cubicBezTo>
                    <a:pt x="313" y="1973"/>
                    <a:pt x="266" y="1943"/>
                    <a:pt x="224" y="1901"/>
                  </a:cubicBezTo>
                  <a:cubicBezTo>
                    <a:pt x="186" y="1863"/>
                    <a:pt x="156" y="1816"/>
                    <a:pt x="135" y="1766"/>
                  </a:cubicBezTo>
                  <a:cubicBezTo>
                    <a:pt x="114" y="1715"/>
                    <a:pt x="106" y="1664"/>
                    <a:pt x="106" y="1609"/>
                  </a:cubicBezTo>
                  <a:cubicBezTo>
                    <a:pt x="106" y="1559"/>
                    <a:pt x="114" y="1504"/>
                    <a:pt x="135" y="1457"/>
                  </a:cubicBezTo>
                  <a:cubicBezTo>
                    <a:pt x="156" y="1407"/>
                    <a:pt x="186" y="1360"/>
                    <a:pt x="224" y="1318"/>
                  </a:cubicBezTo>
                  <a:cubicBezTo>
                    <a:pt x="735" y="811"/>
                    <a:pt x="735" y="811"/>
                    <a:pt x="735" y="811"/>
                  </a:cubicBezTo>
                  <a:cubicBezTo>
                    <a:pt x="1318" y="1394"/>
                    <a:pt x="1318" y="1394"/>
                    <a:pt x="1318" y="1394"/>
                  </a:cubicBezTo>
                  <a:lnTo>
                    <a:pt x="807" y="1901"/>
                  </a:lnTo>
                  <a:close/>
                  <a:moveTo>
                    <a:pt x="1993" y="672"/>
                  </a:moveTo>
                  <a:lnTo>
                    <a:pt x="1993" y="672"/>
                  </a:lnTo>
                  <a:cubicBezTo>
                    <a:pt x="1972" y="723"/>
                    <a:pt x="1943" y="769"/>
                    <a:pt x="1900" y="807"/>
                  </a:cubicBezTo>
                  <a:cubicBezTo>
                    <a:pt x="1394" y="1318"/>
                    <a:pt x="1394" y="1318"/>
                    <a:pt x="1394" y="1318"/>
                  </a:cubicBezTo>
                  <a:cubicBezTo>
                    <a:pt x="811" y="735"/>
                    <a:pt x="811" y="735"/>
                    <a:pt x="811" y="735"/>
                  </a:cubicBezTo>
                  <a:cubicBezTo>
                    <a:pt x="1318" y="224"/>
                    <a:pt x="1318" y="224"/>
                    <a:pt x="1318" y="224"/>
                  </a:cubicBezTo>
                  <a:cubicBezTo>
                    <a:pt x="1360" y="186"/>
                    <a:pt x="1406" y="157"/>
                    <a:pt x="1457" y="135"/>
                  </a:cubicBezTo>
                  <a:cubicBezTo>
                    <a:pt x="1503" y="114"/>
                    <a:pt x="1558" y="106"/>
                    <a:pt x="1609" y="106"/>
                  </a:cubicBezTo>
                  <a:cubicBezTo>
                    <a:pt x="1664" y="106"/>
                    <a:pt x="1715" y="114"/>
                    <a:pt x="1765" y="135"/>
                  </a:cubicBezTo>
                  <a:cubicBezTo>
                    <a:pt x="1816" y="157"/>
                    <a:pt x="1862" y="186"/>
                    <a:pt x="1900" y="224"/>
                  </a:cubicBezTo>
                  <a:cubicBezTo>
                    <a:pt x="1943" y="266"/>
                    <a:pt x="1972" y="313"/>
                    <a:pt x="1993" y="359"/>
                  </a:cubicBezTo>
                  <a:cubicBezTo>
                    <a:pt x="2010" y="410"/>
                    <a:pt x="2023" y="465"/>
                    <a:pt x="2023" y="515"/>
                  </a:cubicBezTo>
                  <a:cubicBezTo>
                    <a:pt x="2023" y="571"/>
                    <a:pt x="2010" y="621"/>
                    <a:pt x="1993" y="672"/>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8" name="Freeform 49">
              <a:extLst>
                <a:ext uri="{FF2B5EF4-FFF2-40B4-BE49-F238E27FC236}">
                  <a16:creationId xmlns:a16="http://schemas.microsoft.com/office/drawing/2014/main" id="{F3774696-DC05-EDEE-1DF2-A291C8600D82}"/>
                </a:ext>
              </a:extLst>
            </p:cNvPr>
            <p:cNvSpPr>
              <a:spLocks noChangeArrowheads="1"/>
            </p:cNvSpPr>
            <p:nvPr/>
          </p:nvSpPr>
          <p:spPr bwMode="auto">
            <a:xfrm>
              <a:off x="138113" y="6954838"/>
              <a:ext cx="188912" cy="187325"/>
            </a:xfrm>
            <a:custGeom>
              <a:avLst/>
              <a:gdLst>
                <a:gd name="T0" fmla="*/ 427 w 525"/>
                <a:gd name="T1" fmla="*/ 22 h 521"/>
                <a:gd name="T2" fmla="*/ 427 w 525"/>
                <a:gd name="T3" fmla="*/ 22 h 521"/>
                <a:gd name="T4" fmla="*/ 21 w 525"/>
                <a:gd name="T5" fmla="*/ 427 h 521"/>
                <a:gd name="T6" fmla="*/ 21 w 525"/>
                <a:gd name="T7" fmla="*/ 499 h 521"/>
                <a:gd name="T8" fmla="*/ 97 w 525"/>
                <a:gd name="T9" fmla="*/ 499 h 521"/>
                <a:gd name="T10" fmla="*/ 502 w 525"/>
                <a:gd name="T11" fmla="*/ 98 h 521"/>
                <a:gd name="T12" fmla="*/ 502 w 525"/>
                <a:gd name="T13" fmla="*/ 22 h 521"/>
                <a:gd name="T14" fmla="*/ 427 w 525"/>
                <a:gd name="T15" fmla="*/ 22 h 521"/>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5" h="521">
                  <a:moveTo>
                    <a:pt x="427" y="22"/>
                  </a:moveTo>
                  <a:lnTo>
                    <a:pt x="427" y="22"/>
                  </a:lnTo>
                  <a:cubicBezTo>
                    <a:pt x="21" y="427"/>
                    <a:pt x="21" y="427"/>
                    <a:pt x="21" y="427"/>
                  </a:cubicBezTo>
                  <a:cubicBezTo>
                    <a:pt x="0" y="448"/>
                    <a:pt x="0" y="482"/>
                    <a:pt x="21" y="499"/>
                  </a:cubicBezTo>
                  <a:cubicBezTo>
                    <a:pt x="42" y="520"/>
                    <a:pt x="76" y="520"/>
                    <a:pt x="97" y="499"/>
                  </a:cubicBezTo>
                  <a:cubicBezTo>
                    <a:pt x="502" y="98"/>
                    <a:pt x="502" y="98"/>
                    <a:pt x="502" y="98"/>
                  </a:cubicBezTo>
                  <a:cubicBezTo>
                    <a:pt x="524" y="76"/>
                    <a:pt x="524" y="43"/>
                    <a:pt x="502" y="22"/>
                  </a:cubicBezTo>
                  <a:cubicBezTo>
                    <a:pt x="481" y="0"/>
                    <a:pt x="448" y="0"/>
                    <a:pt x="427" y="2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29" name="Freeform 50">
              <a:extLst>
                <a:ext uri="{FF2B5EF4-FFF2-40B4-BE49-F238E27FC236}">
                  <a16:creationId xmlns:a16="http://schemas.microsoft.com/office/drawing/2014/main" id="{47C49A07-5864-E2A0-D7D7-46356D6B2572}"/>
                </a:ext>
              </a:extLst>
            </p:cNvPr>
            <p:cNvSpPr>
              <a:spLocks noChangeArrowheads="1"/>
            </p:cNvSpPr>
            <p:nvPr/>
          </p:nvSpPr>
          <p:spPr bwMode="auto">
            <a:xfrm>
              <a:off x="412750" y="6681788"/>
              <a:ext cx="187325" cy="188912"/>
            </a:xfrm>
            <a:custGeom>
              <a:avLst/>
              <a:gdLst>
                <a:gd name="T0" fmla="*/ 427 w 521"/>
                <a:gd name="T1" fmla="*/ 21 h 525"/>
                <a:gd name="T2" fmla="*/ 427 w 521"/>
                <a:gd name="T3" fmla="*/ 21 h 525"/>
                <a:gd name="T4" fmla="*/ 21 w 521"/>
                <a:gd name="T5" fmla="*/ 427 h 525"/>
                <a:gd name="T6" fmla="*/ 21 w 521"/>
                <a:gd name="T7" fmla="*/ 503 h 525"/>
                <a:gd name="T8" fmla="*/ 97 w 521"/>
                <a:gd name="T9" fmla="*/ 503 h 525"/>
                <a:gd name="T10" fmla="*/ 498 w 521"/>
                <a:gd name="T11" fmla="*/ 97 h 525"/>
                <a:gd name="T12" fmla="*/ 498 w 521"/>
                <a:gd name="T13" fmla="*/ 21 h 525"/>
                <a:gd name="T14" fmla="*/ 427 w 521"/>
                <a:gd name="T15" fmla="*/ 21 h 52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21" h="525">
                  <a:moveTo>
                    <a:pt x="427" y="21"/>
                  </a:moveTo>
                  <a:lnTo>
                    <a:pt x="427" y="21"/>
                  </a:lnTo>
                  <a:cubicBezTo>
                    <a:pt x="21" y="427"/>
                    <a:pt x="21" y="427"/>
                    <a:pt x="21" y="427"/>
                  </a:cubicBezTo>
                  <a:cubicBezTo>
                    <a:pt x="0" y="448"/>
                    <a:pt x="0" y="482"/>
                    <a:pt x="21" y="503"/>
                  </a:cubicBezTo>
                  <a:cubicBezTo>
                    <a:pt x="42" y="524"/>
                    <a:pt x="76" y="524"/>
                    <a:pt x="97" y="503"/>
                  </a:cubicBezTo>
                  <a:cubicBezTo>
                    <a:pt x="498" y="97"/>
                    <a:pt x="498" y="97"/>
                    <a:pt x="498" y="97"/>
                  </a:cubicBezTo>
                  <a:cubicBezTo>
                    <a:pt x="520" y="76"/>
                    <a:pt x="520" y="43"/>
                    <a:pt x="498" y="21"/>
                  </a:cubicBezTo>
                  <a:cubicBezTo>
                    <a:pt x="482" y="0"/>
                    <a:pt x="448" y="0"/>
                    <a:pt x="427" y="2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0" name="Group 333">
            <a:extLst>
              <a:ext uri="{FF2B5EF4-FFF2-40B4-BE49-F238E27FC236}">
                <a16:creationId xmlns:a16="http://schemas.microsoft.com/office/drawing/2014/main" id="{84DACA46-4450-04B4-6602-683CB05E3754}"/>
              </a:ext>
            </a:extLst>
          </p:cNvPr>
          <p:cNvGrpSpPr/>
          <p:nvPr/>
        </p:nvGrpSpPr>
        <p:grpSpPr>
          <a:xfrm>
            <a:off x="2136414" y="4830210"/>
            <a:ext cx="244560" cy="266835"/>
            <a:chOff x="3705225" y="3254375"/>
            <a:chExt cx="836613" cy="912813"/>
          </a:xfrm>
          <a:solidFill>
            <a:schemeClr val="accent4"/>
          </a:solidFill>
        </p:grpSpPr>
        <p:sp>
          <p:nvSpPr>
            <p:cNvPr id="331" name="Freeform 51">
              <a:extLst>
                <a:ext uri="{FF2B5EF4-FFF2-40B4-BE49-F238E27FC236}">
                  <a16:creationId xmlns:a16="http://schemas.microsoft.com/office/drawing/2014/main" id="{6CF30412-E1E4-BA88-ACA7-43A26E4A768D}"/>
                </a:ext>
              </a:extLst>
            </p:cNvPr>
            <p:cNvSpPr>
              <a:spLocks noChangeArrowheads="1"/>
            </p:cNvSpPr>
            <p:nvPr/>
          </p:nvSpPr>
          <p:spPr bwMode="auto">
            <a:xfrm>
              <a:off x="3705225" y="3254375"/>
              <a:ext cx="836613" cy="912813"/>
            </a:xfrm>
            <a:custGeom>
              <a:avLst/>
              <a:gdLst>
                <a:gd name="T0" fmla="*/ 2158 w 2323"/>
                <a:gd name="T1" fmla="*/ 64 h 2534"/>
                <a:gd name="T2" fmla="*/ 1647 w 2323"/>
                <a:gd name="T3" fmla="*/ 161 h 2534"/>
                <a:gd name="T4" fmla="*/ 1714 w 2323"/>
                <a:gd name="T5" fmla="*/ 651 h 2534"/>
                <a:gd name="T6" fmla="*/ 1169 w 2323"/>
                <a:gd name="T7" fmla="*/ 828 h 2534"/>
                <a:gd name="T8" fmla="*/ 734 w 2323"/>
                <a:gd name="T9" fmla="*/ 1162 h 2534"/>
                <a:gd name="T10" fmla="*/ 367 w 2323"/>
                <a:gd name="T11" fmla="*/ 845 h 2534"/>
                <a:gd name="T12" fmla="*/ 0 w 2323"/>
                <a:gd name="T13" fmla="*/ 1213 h 2534"/>
                <a:gd name="T14" fmla="*/ 367 w 2323"/>
                <a:gd name="T15" fmla="*/ 1583 h 2534"/>
                <a:gd name="T16" fmla="*/ 734 w 2323"/>
                <a:gd name="T17" fmla="*/ 1267 h 2534"/>
                <a:gd name="T18" fmla="*/ 1093 w 2323"/>
                <a:gd name="T19" fmla="*/ 1613 h 2534"/>
                <a:gd name="T20" fmla="*/ 1604 w 2323"/>
                <a:gd name="T21" fmla="*/ 1807 h 2534"/>
                <a:gd name="T22" fmla="*/ 1457 w 2323"/>
                <a:gd name="T23" fmla="*/ 2293 h 2534"/>
                <a:gd name="T24" fmla="*/ 1820 w 2323"/>
                <a:gd name="T25" fmla="*/ 2533 h 2534"/>
                <a:gd name="T26" fmla="*/ 1820 w 2323"/>
                <a:gd name="T27" fmla="*/ 2533 h 2534"/>
                <a:gd name="T28" fmla="*/ 1820 w 2323"/>
                <a:gd name="T29" fmla="*/ 2533 h 2534"/>
                <a:gd name="T30" fmla="*/ 2149 w 2323"/>
                <a:gd name="T31" fmla="*/ 2356 h 2534"/>
                <a:gd name="T32" fmla="*/ 2044 w 2323"/>
                <a:gd name="T33" fmla="*/ 1807 h 2534"/>
                <a:gd name="T34" fmla="*/ 1820 w 2323"/>
                <a:gd name="T35" fmla="*/ 1739 h 2534"/>
                <a:gd name="T36" fmla="*/ 1697 w 2323"/>
                <a:gd name="T37" fmla="*/ 1760 h 2534"/>
                <a:gd name="T38" fmla="*/ 1794 w 2323"/>
                <a:gd name="T39" fmla="*/ 1242 h 2534"/>
                <a:gd name="T40" fmla="*/ 1803 w 2323"/>
                <a:gd name="T41" fmla="*/ 706 h 2534"/>
                <a:gd name="T42" fmla="*/ 2259 w 2323"/>
                <a:gd name="T43" fmla="*/ 575 h 2534"/>
                <a:gd name="T44" fmla="*/ 612 w 2323"/>
                <a:gd name="T45" fmla="*/ 1318 h 2534"/>
                <a:gd name="T46" fmla="*/ 367 w 2323"/>
                <a:gd name="T47" fmla="*/ 1478 h 2534"/>
                <a:gd name="T48" fmla="*/ 105 w 2323"/>
                <a:gd name="T49" fmla="*/ 1213 h 2534"/>
                <a:gd name="T50" fmla="*/ 367 w 2323"/>
                <a:gd name="T51" fmla="*/ 951 h 2534"/>
                <a:gd name="T52" fmla="*/ 633 w 2323"/>
                <a:gd name="T53" fmla="*/ 1213 h 2534"/>
                <a:gd name="T54" fmla="*/ 2061 w 2323"/>
                <a:gd name="T55" fmla="*/ 1976 h 2534"/>
                <a:gd name="T56" fmla="*/ 1985 w 2323"/>
                <a:gd name="T57" fmla="*/ 2377 h 2534"/>
                <a:gd name="T58" fmla="*/ 1820 w 2323"/>
                <a:gd name="T59" fmla="*/ 2428 h 2534"/>
                <a:gd name="T60" fmla="*/ 1528 w 2323"/>
                <a:gd name="T61" fmla="*/ 2136 h 2534"/>
                <a:gd name="T62" fmla="*/ 1820 w 2323"/>
                <a:gd name="T63" fmla="*/ 1845 h 2534"/>
                <a:gd name="T64" fmla="*/ 1934 w 2323"/>
                <a:gd name="T65" fmla="*/ 1870 h 2534"/>
                <a:gd name="T66" fmla="*/ 1820 w 2323"/>
                <a:gd name="T67" fmla="*/ 1845 h 2534"/>
                <a:gd name="T68" fmla="*/ 1664 w 2323"/>
                <a:gd name="T69" fmla="*/ 1373 h 2534"/>
                <a:gd name="T70" fmla="*/ 1212 w 2323"/>
                <a:gd name="T71" fmla="*/ 1554 h 2534"/>
                <a:gd name="T72" fmla="*/ 1030 w 2323"/>
                <a:gd name="T73" fmla="*/ 1107 h 2534"/>
                <a:gd name="T74" fmla="*/ 1478 w 2323"/>
                <a:gd name="T75" fmla="*/ 925 h 2534"/>
                <a:gd name="T76" fmla="*/ 2196 w 2323"/>
                <a:gd name="T77" fmla="*/ 473 h 2534"/>
                <a:gd name="T78" fmla="*/ 1951 w 2323"/>
                <a:gd name="T79" fmla="*/ 634 h 2534"/>
                <a:gd name="T80" fmla="*/ 1689 w 2323"/>
                <a:gd name="T81" fmla="*/ 368 h 2534"/>
                <a:gd name="T82" fmla="*/ 1951 w 2323"/>
                <a:gd name="T83" fmla="*/ 106 h 2534"/>
                <a:gd name="T84" fmla="*/ 2217 w 2323"/>
                <a:gd name="T85" fmla="*/ 368 h 25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2323" h="2534">
                  <a:moveTo>
                    <a:pt x="2293" y="224"/>
                  </a:moveTo>
                  <a:lnTo>
                    <a:pt x="2293" y="224"/>
                  </a:lnTo>
                  <a:cubicBezTo>
                    <a:pt x="2263" y="161"/>
                    <a:pt x="2217" y="102"/>
                    <a:pt x="2158" y="64"/>
                  </a:cubicBezTo>
                  <a:cubicBezTo>
                    <a:pt x="2098" y="22"/>
                    <a:pt x="2027" y="0"/>
                    <a:pt x="1951" y="0"/>
                  </a:cubicBezTo>
                  <a:cubicBezTo>
                    <a:pt x="1900" y="0"/>
                    <a:pt x="1854" y="9"/>
                    <a:pt x="1807" y="30"/>
                  </a:cubicBezTo>
                  <a:cubicBezTo>
                    <a:pt x="1744" y="55"/>
                    <a:pt x="1685" y="102"/>
                    <a:pt x="1647" y="161"/>
                  </a:cubicBezTo>
                  <a:cubicBezTo>
                    <a:pt x="1604" y="220"/>
                    <a:pt x="1583" y="292"/>
                    <a:pt x="1583" y="368"/>
                  </a:cubicBezTo>
                  <a:cubicBezTo>
                    <a:pt x="1583" y="419"/>
                    <a:pt x="1592" y="469"/>
                    <a:pt x="1613" y="511"/>
                  </a:cubicBezTo>
                  <a:cubicBezTo>
                    <a:pt x="1634" y="566"/>
                    <a:pt x="1668" y="613"/>
                    <a:pt x="1714" y="651"/>
                  </a:cubicBezTo>
                  <a:cubicBezTo>
                    <a:pt x="1558" y="845"/>
                    <a:pt x="1558" y="845"/>
                    <a:pt x="1558" y="845"/>
                  </a:cubicBezTo>
                  <a:cubicBezTo>
                    <a:pt x="1495" y="811"/>
                    <a:pt x="1423" y="794"/>
                    <a:pt x="1347" y="794"/>
                  </a:cubicBezTo>
                  <a:cubicBezTo>
                    <a:pt x="1283" y="794"/>
                    <a:pt x="1224" y="807"/>
                    <a:pt x="1169" y="828"/>
                  </a:cubicBezTo>
                  <a:cubicBezTo>
                    <a:pt x="1089" y="862"/>
                    <a:pt x="1022" y="917"/>
                    <a:pt x="975" y="989"/>
                  </a:cubicBezTo>
                  <a:cubicBezTo>
                    <a:pt x="937" y="1039"/>
                    <a:pt x="916" y="1098"/>
                    <a:pt x="903" y="1162"/>
                  </a:cubicBezTo>
                  <a:cubicBezTo>
                    <a:pt x="734" y="1162"/>
                    <a:pt x="734" y="1162"/>
                    <a:pt x="734" y="1162"/>
                  </a:cubicBezTo>
                  <a:cubicBezTo>
                    <a:pt x="730" y="1128"/>
                    <a:pt x="722" y="1098"/>
                    <a:pt x="709" y="1069"/>
                  </a:cubicBezTo>
                  <a:cubicBezTo>
                    <a:pt x="679" y="1006"/>
                    <a:pt x="633" y="946"/>
                    <a:pt x="574" y="908"/>
                  </a:cubicBezTo>
                  <a:cubicBezTo>
                    <a:pt x="515" y="866"/>
                    <a:pt x="443" y="845"/>
                    <a:pt x="367" y="845"/>
                  </a:cubicBezTo>
                  <a:cubicBezTo>
                    <a:pt x="316" y="845"/>
                    <a:pt x="270" y="853"/>
                    <a:pt x="223" y="875"/>
                  </a:cubicBezTo>
                  <a:cubicBezTo>
                    <a:pt x="160" y="900"/>
                    <a:pt x="101" y="946"/>
                    <a:pt x="63" y="1006"/>
                  </a:cubicBezTo>
                  <a:cubicBezTo>
                    <a:pt x="21" y="1065"/>
                    <a:pt x="0" y="1136"/>
                    <a:pt x="0" y="1213"/>
                  </a:cubicBezTo>
                  <a:cubicBezTo>
                    <a:pt x="0" y="1263"/>
                    <a:pt x="8" y="1314"/>
                    <a:pt x="29" y="1356"/>
                  </a:cubicBezTo>
                  <a:cubicBezTo>
                    <a:pt x="54" y="1424"/>
                    <a:pt x="101" y="1478"/>
                    <a:pt x="160" y="1520"/>
                  </a:cubicBezTo>
                  <a:cubicBezTo>
                    <a:pt x="219" y="1558"/>
                    <a:pt x="291" y="1583"/>
                    <a:pt x="367" y="1583"/>
                  </a:cubicBezTo>
                  <a:cubicBezTo>
                    <a:pt x="418" y="1583"/>
                    <a:pt x="468" y="1570"/>
                    <a:pt x="511" y="1554"/>
                  </a:cubicBezTo>
                  <a:cubicBezTo>
                    <a:pt x="578" y="1524"/>
                    <a:pt x="633" y="1478"/>
                    <a:pt x="675" y="1419"/>
                  </a:cubicBezTo>
                  <a:cubicBezTo>
                    <a:pt x="705" y="1377"/>
                    <a:pt x="726" y="1322"/>
                    <a:pt x="734" y="1267"/>
                  </a:cubicBezTo>
                  <a:cubicBezTo>
                    <a:pt x="899" y="1267"/>
                    <a:pt x="899" y="1267"/>
                    <a:pt x="899" y="1267"/>
                  </a:cubicBezTo>
                  <a:cubicBezTo>
                    <a:pt x="899" y="1318"/>
                    <a:pt x="912" y="1369"/>
                    <a:pt x="933" y="1415"/>
                  </a:cubicBezTo>
                  <a:cubicBezTo>
                    <a:pt x="967" y="1495"/>
                    <a:pt x="1022" y="1562"/>
                    <a:pt x="1093" y="1613"/>
                  </a:cubicBezTo>
                  <a:cubicBezTo>
                    <a:pt x="1165" y="1659"/>
                    <a:pt x="1254" y="1689"/>
                    <a:pt x="1347" y="1689"/>
                  </a:cubicBezTo>
                  <a:cubicBezTo>
                    <a:pt x="1406" y="1689"/>
                    <a:pt x="1461" y="1676"/>
                    <a:pt x="1512" y="1655"/>
                  </a:cubicBezTo>
                  <a:cubicBezTo>
                    <a:pt x="1604" y="1807"/>
                    <a:pt x="1604" y="1807"/>
                    <a:pt x="1604" y="1807"/>
                  </a:cubicBezTo>
                  <a:cubicBezTo>
                    <a:pt x="1558" y="1837"/>
                    <a:pt x="1520" y="1870"/>
                    <a:pt x="1490" y="1917"/>
                  </a:cubicBezTo>
                  <a:cubicBezTo>
                    <a:pt x="1448" y="1980"/>
                    <a:pt x="1423" y="2056"/>
                    <a:pt x="1423" y="2136"/>
                  </a:cubicBezTo>
                  <a:cubicBezTo>
                    <a:pt x="1423" y="2191"/>
                    <a:pt x="1435" y="2242"/>
                    <a:pt x="1457" y="2293"/>
                  </a:cubicBezTo>
                  <a:cubicBezTo>
                    <a:pt x="1486" y="2360"/>
                    <a:pt x="1537" y="2423"/>
                    <a:pt x="1600" y="2466"/>
                  </a:cubicBezTo>
                  <a:cubicBezTo>
                    <a:pt x="1664" y="2508"/>
                    <a:pt x="1735" y="2533"/>
                    <a:pt x="1820" y="2533"/>
                  </a:cubicBezTo>
                  <a:lnTo>
                    <a:pt x="1820" y="2533"/>
                  </a:lnTo>
                  <a:lnTo>
                    <a:pt x="1820" y="2533"/>
                  </a:lnTo>
                  <a:lnTo>
                    <a:pt x="1820" y="2533"/>
                  </a:lnTo>
                  <a:lnTo>
                    <a:pt x="1820" y="2533"/>
                  </a:lnTo>
                  <a:lnTo>
                    <a:pt x="1820" y="2533"/>
                  </a:lnTo>
                  <a:lnTo>
                    <a:pt x="1820" y="2533"/>
                  </a:lnTo>
                  <a:lnTo>
                    <a:pt x="1820" y="2533"/>
                  </a:lnTo>
                  <a:lnTo>
                    <a:pt x="1820" y="2533"/>
                  </a:lnTo>
                  <a:cubicBezTo>
                    <a:pt x="1875" y="2533"/>
                    <a:pt x="1925" y="2521"/>
                    <a:pt x="1976" y="2500"/>
                  </a:cubicBezTo>
                  <a:cubicBezTo>
                    <a:pt x="2044" y="2470"/>
                    <a:pt x="2107" y="2419"/>
                    <a:pt x="2149" y="2356"/>
                  </a:cubicBezTo>
                  <a:cubicBezTo>
                    <a:pt x="2191" y="2297"/>
                    <a:pt x="2217" y="2217"/>
                    <a:pt x="2217" y="2136"/>
                  </a:cubicBezTo>
                  <a:cubicBezTo>
                    <a:pt x="2217" y="2081"/>
                    <a:pt x="2204" y="2031"/>
                    <a:pt x="2187" y="1984"/>
                  </a:cubicBezTo>
                  <a:cubicBezTo>
                    <a:pt x="2153" y="1913"/>
                    <a:pt x="2107" y="1849"/>
                    <a:pt x="2044" y="1807"/>
                  </a:cubicBezTo>
                  <a:cubicBezTo>
                    <a:pt x="1980" y="1765"/>
                    <a:pt x="1904" y="1739"/>
                    <a:pt x="1820" y="1739"/>
                  </a:cubicBezTo>
                  <a:lnTo>
                    <a:pt x="1820" y="1739"/>
                  </a:lnTo>
                  <a:lnTo>
                    <a:pt x="1820" y="1739"/>
                  </a:lnTo>
                  <a:lnTo>
                    <a:pt x="1820" y="1739"/>
                  </a:lnTo>
                  <a:cubicBezTo>
                    <a:pt x="1820" y="1739"/>
                    <a:pt x="1820" y="1739"/>
                    <a:pt x="1816" y="1739"/>
                  </a:cubicBezTo>
                  <a:cubicBezTo>
                    <a:pt x="1778" y="1739"/>
                    <a:pt x="1735" y="1748"/>
                    <a:pt x="1697" y="1760"/>
                  </a:cubicBezTo>
                  <a:cubicBezTo>
                    <a:pt x="1604" y="1604"/>
                    <a:pt x="1604" y="1604"/>
                    <a:pt x="1604" y="1604"/>
                  </a:cubicBezTo>
                  <a:cubicBezTo>
                    <a:pt x="1651" y="1575"/>
                    <a:pt x="1689" y="1537"/>
                    <a:pt x="1718" y="1491"/>
                  </a:cubicBezTo>
                  <a:cubicBezTo>
                    <a:pt x="1765" y="1419"/>
                    <a:pt x="1794" y="1335"/>
                    <a:pt x="1794" y="1242"/>
                  </a:cubicBezTo>
                  <a:cubicBezTo>
                    <a:pt x="1794" y="1179"/>
                    <a:pt x="1782" y="1120"/>
                    <a:pt x="1761" y="1065"/>
                  </a:cubicBezTo>
                  <a:cubicBezTo>
                    <a:pt x="1735" y="1006"/>
                    <a:pt x="1693" y="951"/>
                    <a:pt x="1642" y="904"/>
                  </a:cubicBezTo>
                  <a:cubicBezTo>
                    <a:pt x="1803" y="706"/>
                    <a:pt x="1803" y="706"/>
                    <a:pt x="1803" y="706"/>
                  </a:cubicBezTo>
                  <a:cubicBezTo>
                    <a:pt x="1849" y="727"/>
                    <a:pt x="1900" y="740"/>
                    <a:pt x="1951" y="740"/>
                  </a:cubicBezTo>
                  <a:cubicBezTo>
                    <a:pt x="2001" y="740"/>
                    <a:pt x="2052" y="727"/>
                    <a:pt x="2094" y="710"/>
                  </a:cubicBezTo>
                  <a:cubicBezTo>
                    <a:pt x="2162" y="680"/>
                    <a:pt x="2217" y="634"/>
                    <a:pt x="2259" y="575"/>
                  </a:cubicBezTo>
                  <a:cubicBezTo>
                    <a:pt x="2297" y="516"/>
                    <a:pt x="2322" y="444"/>
                    <a:pt x="2322" y="368"/>
                  </a:cubicBezTo>
                  <a:cubicBezTo>
                    <a:pt x="2322" y="317"/>
                    <a:pt x="2310" y="271"/>
                    <a:pt x="2293" y="224"/>
                  </a:cubicBezTo>
                  <a:close/>
                  <a:moveTo>
                    <a:pt x="612" y="1318"/>
                  </a:moveTo>
                  <a:lnTo>
                    <a:pt x="612" y="1318"/>
                  </a:lnTo>
                  <a:cubicBezTo>
                    <a:pt x="591" y="1365"/>
                    <a:pt x="557" y="1403"/>
                    <a:pt x="515" y="1432"/>
                  </a:cubicBezTo>
                  <a:cubicBezTo>
                    <a:pt x="473" y="1462"/>
                    <a:pt x="422" y="1478"/>
                    <a:pt x="367" y="1478"/>
                  </a:cubicBezTo>
                  <a:cubicBezTo>
                    <a:pt x="333" y="1478"/>
                    <a:pt x="299" y="1470"/>
                    <a:pt x="266" y="1457"/>
                  </a:cubicBezTo>
                  <a:cubicBezTo>
                    <a:pt x="219" y="1436"/>
                    <a:pt x="177" y="1403"/>
                    <a:pt x="152" y="1360"/>
                  </a:cubicBezTo>
                  <a:cubicBezTo>
                    <a:pt x="122" y="1318"/>
                    <a:pt x="105" y="1267"/>
                    <a:pt x="105" y="1213"/>
                  </a:cubicBezTo>
                  <a:cubicBezTo>
                    <a:pt x="105" y="1179"/>
                    <a:pt x="114" y="1141"/>
                    <a:pt x="126" y="1111"/>
                  </a:cubicBezTo>
                  <a:cubicBezTo>
                    <a:pt x="147" y="1065"/>
                    <a:pt x="177" y="1022"/>
                    <a:pt x="219" y="993"/>
                  </a:cubicBezTo>
                  <a:cubicBezTo>
                    <a:pt x="261" y="968"/>
                    <a:pt x="312" y="951"/>
                    <a:pt x="367" y="951"/>
                  </a:cubicBezTo>
                  <a:cubicBezTo>
                    <a:pt x="405" y="951"/>
                    <a:pt x="439" y="959"/>
                    <a:pt x="473" y="972"/>
                  </a:cubicBezTo>
                  <a:cubicBezTo>
                    <a:pt x="519" y="989"/>
                    <a:pt x="557" y="1022"/>
                    <a:pt x="587" y="1065"/>
                  </a:cubicBezTo>
                  <a:cubicBezTo>
                    <a:pt x="616" y="1107"/>
                    <a:pt x="633" y="1158"/>
                    <a:pt x="633" y="1213"/>
                  </a:cubicBezTo>
                  <a:cubicBezTo>
                    <a:pt x="633" y="1251"/>
                    <a:pt x="625" y="1284"/>
                    <a:pt x="612" y="1318"/>
                  </a:cubicBezTo>
                  <a:close/>
                  <a:moveTo>
                    <a:pt x="2061" y="1976"/>
                  </a:moveTo>
                  <a:lnTo>
                    <a:pt x="2061" y="1976"/>
                  </a:lnTo>
                  <a:cubicBezTo>
                    <a:pt x="2094" y="2022"/>
                    <a:pt x="2111" y="2077"/>
                    <a:pt x="2111" y="2136"/>
                  </a:cubicBezTo>
                  <a:cubicBezTo>
                    <a:pt x="2111" y="2179"/>
                    <a:pt x="2103" y="2217"/>
                    <a:pt x="2086" y="2250"/>
                  </a:cubicBezTo>
                  <a:cubicBezTo>
                    <a:pt x="2065" y="2301"/>
                    <a:pt x="2031" y="2348"/>
                    <a:pt x="1985" y="2377"/>
                  </a:cubicBezTo>
                  <a:cubicBezTo>
                    <a:pt x="1938" y="2407"/>
                    <a:pt x="1879" y="2428"/>
                    <a:pt x="1820" y="2428"/>
                  </a:cubicBezTo>
                  <a:lnTo>
                    <a:pt x="1820" y="2428"/>
                  </a:lnTo>
                  <a:lnTo>
                    <a:pt x="1820" y="2428"/>
                  </a:lnTo>
                  <a:cubicBezTo>
                    <a:pt x="1782" y="2428"/>
                    <a:pt x="1744" y="2419"/>
                    <a:pt x="1706" y="2402"/>
                  </a:cubicBezTo>
                  <a:cubicBezTo>
                    <a:pt x="1655" y="2381"/>
                    <a:pt x="1613" y="2343"/>
                    <a:pt x="1579" y="2301"/>
                  </a:cubicBezTo>
                  <a:cubicBezTo>
                    <a:pt x="1550" y="2255"/>
                    <a:pt x="1528" y="2195"/>
                    <a:pt x="1528" y="2136"/>
                  </a:cubicBezTo>
                  <a:cubicBezTo>
                    <a:pt x="1528" y="2098"/>
                    <a:pt x="1537" y="2060"/>
                    <a:pt x="1554" y="2022"/>
                  </a:cubicBezTo>
                  <a:cubicBezTo>
                    <a:pt x="1575" y="1972"/>
                    <a:pt x="1613" y="1925"/>
                    <a:pt x="1659" y="1896"/>
                  </a:cubicBezTo>
                  <a:cubicBezTo>
                    <a:pt x="1706" y="1866"/>
                    <a:pt x="1761" y="1845"/>
                    <a:pt x="1820" y="1845"/>
                  </a:cubicBezTo>
                  <a:lnTo>
                    <a:pt x="1820" y="1845"/>
                  </a:lnTo>
                  <a:lnTo>
                    <a:pt x="1820" y="1845"/>
                  </a:lnTo>
                  <a:cubicBezTo>
                    <a:pt x="1862" y="1845"/>
                    <a:pt x="1900" y="1853"/>
                    <a:pt x="1934" y="1870"/>
                  </a:cubicBezTo>
                  <a:cubicBezTo>
                    <a:pt x="1985" y="1891"/>
                    <a:pt x="2031" y="1929"/>
                    <a:pt x="2061" y="1976"/>
                  </a:cubicBezTo>
                  <a:close/>
                  <a:moveTo>
                    <a:pt x="1820" y="1845"/>
                  </a:moveTo>
                  <a:lnTo>
                    <a:pt x="1820" y="1845"/>
                  </a:lnTo>
                  <a:close/>
                  <a:moveTo>
                    <a:pt x="1689" y="1242"/>
                  </a:moveTo>
                  <a:lnTo>
                    <a:pt x="1689" y="1242"/>
                  </a:lnTo>
                  <a:cubicBezTo>
                    <a:pt x="1689" y="1288"/>
                    <a:pt x="1680" y="1335"/>
                    <a:pt x="1664" y="1373"/>
                  </a:cubicBezTo>
                  <a:cubicBezTo>
                    <a:pt x="1638" y="1436"/>
                    <a:pt x="1592" y="1487"/>
                    <a:pt x="1537" y="1524"/>
                  </a:cubicBezTo>
                  <a:cubicBezTo>
                    <a:pt x="1482" y="1562"/>
                    <a:pt x="1419" y="1583"/>
                    <a:pt x="1347" y="1583"/>
                  </a:cubicBezTo>
                  <a:cubicBezTo>
                    <a:pt x="1300" y="1583"/>
                    <a:pt x="1254" y="1575"/>
                    <a:pt x="1212" y="1554"/>
                  </a:cubicBezTo>
                  <a:cubicBezTo>
                    <a:pt x="1148" y="1528"/>
                    <a:pt x="1098" y="1487"/>
                    <a:pt x="1060" y="1432"/>
                  </a:cubicBezTo>
                  <a:cubicBezTo>
                    <a:pt x="1022" y="1377"/>
                    <a:pt x="1000" y="1314"/>
                    <a:pt x="1000" y="1242"/>
                  </a:cubicBezTo>
                  <a:cubicBezTo>
                    <a:pt x="1000" y="1196"/>
                    <a:pt x="1013" y="1149"/>
                    <a:pt x="1030" y="1107"/>
                  </a:cubicBezTo>
                  <a:cubicBezTo>
                    <a:pt x="1055" y="1048"/>
                    <a:pt x="1098" y="993"/>
                    <a:pt x="1152" y="959"/>
                  </a:cubicBezTo>
                  <a:cubicBezTo>
                    <a:pt x="1207" y="921"/>
                    <a:pt x="1275" y="900"/>
                    <a:pt x="1347" y="900"/>
                  </a:cubicBezTo>
                  <a:cubicBezTo>
                    <a:pt x="1393" y="900"/>
                    <a:pt x="1440" y="908"/>
                    <a:pt x="1478" y="925"/>
                  </a:cubicBezTo>
                  <a:cubicBezTo>
                    <a:pt x="1541" y="951"/>
                    <a:pt x="1596" y="993"/>
                    <a:pt x="1630" y="1048"/>
                  </a:cubicBezTo>
                  <a:cubicBezTo>
                    <a:pt x="1668" y="1103"/>
                    <a:pt x="1689" y="1170"/>
                    <a:pt x="1689" y="1242"/>
                  </a:cubicBezTo>
                  <a:close/>
                  <a:moveTo>
                    <a:pt x="2196" y="473"/>
                  </a:moveTo>
                  <a:lnTo>
                    <a:pt x="2196" y="473"/>
                  </a:lnTo>
                  <a:cubicBezTo>
                    <a:pt x="2175" y="520"/>
                    <a:pt x="2141" y="558"/>
                    <a:pt x="2098" y="588"/>
                  </a:cubicBezTo>
                  <a:cubicBezTo>
                    <a:pt x="2056" y="617"/>
                    <a:pt x="2006" y="634"/>
                    <a:pt x="1951" y="634"/>
                  </a:cubicBezTo>
                  <a:cubicBezTo>
                    <a:pt x="1917" y="634"/>
                    <a:pt x="1883" y="626"/>
                    <a:pt x="1849" y="613"/>
                  </a:cubicBezTo>
                  <a:cubicBezTo>
                    <a:pt x="1803" y="592"/>
                    <a:pt x="1761" y="558"/>
                    <a:pt x="1735" y="516"/>
                  </a:cubicBezTo>
                  <a:cubicBezTo>
                    <a:pt x="1706" y="473"/>
                    <a:pt x="1689" y="423"/>
                    <a:pt x="1689" y="368"/>
                  </a:cubicBezTo>
                  <a:cubicBezTo>
                    <a:pt x="1689" y="334"/>
                    <a:pt x="1697" y="296"/>
                    <a:pt x="1710" y="267"/>
                  </a:cubicBezTo>
                  <a:cubicBezTo>
                    <a:pt x="1731" y="220"/>
                    <a:pt x="1761" y="178"/>
                    <a:pt x="1803" y="148"/>
                  </a:cubicBezTo>
                  <a:cubicBezTo>
                    <a:pt x="1845" y="123"/>
                    <a:pt x="1896" y="106"/>
                    <a:pt x="1951" y="106"/>
                  </a:cubicBezTo>
                  <a:cubicBezTo>
                    <a:pt x="1989" y="106"/>
                    <a:pt x="2023" y="115"/>
                    <a:pt x="2056" y="127"/>
                  </a:cubicBezTo>
                  <a:cubicBezTo>
                    <a:pt x="2103" y="144"/>
                    <a:pt x="2141" y="178"/>
                    <a:pt x="2170" y="220"/>
                  </a:cubicBezTo>
                  <a:cubicBezTo>
                    <a:pt x="2200" y="262"/>
                    <a:pt x="2217" y="313"/>
                    <a:pt x="2217" y="368"/>
                  </a:cubicBezTo>
                  <a:cubicBezTo>
                    <a:pt x="2217" y="406"/>
                    <a:pt x="2208" y="440"/>
                    <a:pt x="2196" y="4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2" name="Freeform 52">
              <a:extLst>
                <a:ext uri="{FF2B5EF4-FFF2-40B4-BE49-F238E27FC236}">
                  <a16:creationId xmlns:a16="http://schemas.microsoft.com/office/drawing/2014/main" id="{BCD7E29D-FC28-EA7D-D565-5FB553C970E8}"/>
                </a:ext>
              </a:extLst>
            </p:cNvPr>
            <p:cNvSpPr>
              <a:spLocks noChangeArrowheads="1"/>
            </p:cNvSpPr>
            <p:nvPr/>
          </p:nvSpPr>
          <p:spPr bwMode="auto">
            <a:xfrm>
              <a:off x="3989388" y="3425825"/>
              <a:ext cx="242887" cy="187325"/>
            </a:xfrm>
            <a:custGeom>
              <a:avLst/>
              <a:gdLst>
                <a:gd name="T0" fmla="*/ 102 w 673"/>
                <a:gd name="T1" fmla="*/ 507 h 521"/>
                <a:gd name="T2" fmla="*/ 102 w 673"/>
                <a:gd name="T3" fmla="*/ 507 h 521"/>
                <a:gd name="T4" fmla="*/ 127 w 673"/>
                <a:gd name="T5" fmla="*/ 440 h 521"/>
                <a:gd name="T6" fmla="*/ 106 w 673"/>
                <a:gd name="T7" fmla="*/ 347 h 521"/>
                <a:gd name="T8" fmla="*/ 144 w 673"/>
                <a:gd name="T9" fmla="*/ 216 h 521"/>
                <a:gd name="T10" fmla="*/ 250 w 673"/>
                <a:gd name="T11" fmla="*/ 127 h 521"/>
                <a:gd name="T12" fmla="*/ 250 w 673"/>
                <a:gd name="T13" fmla="*/ 127 h 521"/>
                <a:gd name="T14" fmla="*/ 347 w 673"/>
                <a:gd name="T15" fmla="*/ 106 h 521"/>
                <a:gd name="T16" fmla="*/ 473 w 673"/>
                <a:gd name="T17" fmla="*/ 144 h 521"/>
                <a:gd name="T18" fmla="*/ 562 w 673"/>
                <a:gd name="T19" fmla="*/ 250 h 521"/>
                <a:gd name="T20" fmla="*/ 634 w 673"/>
                <a:gd name="T21" fmla="*/ 279 h 521"/>
                <a:gd name="T22" fmla="*/ 659 w 673"/>
                <a:gd name="T23" fmla="*/ 207 h 521"/>
                <a:gd name="T24" fmla="*/ 659 w 673"/>
                <a:gd name="T25" fmla="*/ 207 h 521"/>
                <a:gd name="T26" fmla="*/ 532 w 673"/>
                <a:gd name="T27" fmla="*/ 55 h 521"/>
                <a:gd name="T28" fmla="*/ 347 w 673"/>
                <a:gd name="T29" fmla="*/ 0 h 521"/>
                <a:gd name="T30" fmla="*/ 207 w 673"/>
                <a:gd name="T31" fmla="*/ 30 h 521"/>
                <a:gd name="T32" fmla="*/ 207 w 673"/>
                <a:gd name="T33" fmla="*/ 30 h 521"/>
                <a:gd name="T34" fmla="*/ 55 w 673"/>
                <a:gd name="T35" fmla="*/ 161 h 521"/>
                <a:gd name="T36" fmla="*/ 0 w 673"/>
                <a:gd name="T37" fmla="*/ 347 h 521"/>
                <a:gd name="T38" fmla="*/ 30 w 673"/>
                <a:gd name="T39" fmla="*/ 482 h 521"/>
                <a:gd name="T40" fmla="*/ 102 w 673"/>
                <a:gd name="T41" fmla="*/ 507 h 5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673" h="521">
                  <a:moveTo>
                    <a:pt x="102" y="507"/>
                  </a:moveTo>
                  <a:lnTo>
                    <a:pt x="102" y="507"/>
                  </a:lnTo>
                  <a:cubicBezTo>
                    <a:pt x="127" y="499"/>
                    <a:pt x="140" y="465"/>
                    <a:pt x="127" y="440"/>
                  </a:cubicBezTo>
                  <a:cubicBezTo>
                    <a:pt x="114" y="410"/>
                    <a:pt x="106" y="376"/>
                    <a:pt x="106" y="347"/>
                  </a:cubicBezTo>
                  <a:cubicBezTo>
                    <a:pt x="106" y="300"/>
                    <a:pt x="123" y="254"/>
                    <a:pt x="144" y="216"/>
                  </a:cubicBezTo>
                  <a:cubicBezTo>
                    <a:pt x="169" y="178"/>
                    <a:pt x="207" y="148"/>
                    <a:pt x="250" y="127"/>
                  </a:cubicBezTo>
                  <a:lnTo>
                    <a:pt x="250" y="127"/>
                  </a:lnTo>
                  <a:cubicBezTo>
                    <a:pt x="283" y="115"/>
                    <a:pt x="313" y="106"/>
                    <a:pt x="347" y="106"/>
                  </a:cubicBezTo>
                  <a:cubicBezTo>
                    <a:pt x="389" y="106"/>
                    <a:pt x="435" y="119"/>
                    <a:pt x="473" y="144"/>
                  </a:cubicBezTo>
                  <a:cubicBezTo>
                    <a:pt x="511" y="169"/>
                    <a:pt x="541" y="207"/>
                    <a:pt x="562" y="250"/>
                  </a:cubicBezTo>
                  <a:cubicBezTo>
                    <a:pt x="575" y="275"/>
                    <a:pt x="604" y="288"/>
                    <a:pt x="634" y="279"/>
                  </a:cubicBezTo>
                  <a:cubicBezTo>
                    <a:pt x="659" y="267"/>
                    <a:pt x="672" y="237"/>
                    <a:pt x="659" y="207"/>
                  </a:cubicBezTo>
                  <a:lnTo>
                    <a:pt x="659" y="207"/>
                  </a:lnTo>
                  <a:cubicBezTo>
                    <a:pt x="630" y="144"/>
                    <a:pt x="587" y="93"/>
                    <a:pt x="532" y="55"/>
                  </a:cubicBezTo>
                  <a:cubicBezTo>
                    <a:pt x="478" y="22"/>
                    <a:pt x="410" y="0"/>
                    <a:pt x="347" y="0"/>
                  </a:cubicBezTo>
                  <a:cubicBezTo>
                    <a:pt x="300" y="0"/>
                    <a:pt x="254" y="9"/>
                    <a:pt x="207" y="30"/>
                  </a:cubicBezTo>
                  <a:lnTo>
                    <a:pt x="207" y="30"/>
                  </a:lnTo>
                  <a:cubicBezTo>
                    <a:pt x="144" y="60"/>
                    <a:pt x="93" y="106"/>
                    <a:pt x="55" y="161"/>
                  </a:cubicBezTo>
                  <a:cubicBezTo>
                    <a:pt x="21" y="216"/>
                    <a:pt x="0" y="279"/>
                    <a:pt x="0" y="347"/>
                  </a:cubicBezTo>
                  <a:cubicBezTo>
                    <a:pt x="0" y="389"/>
                    <a:pt x="13" y="435"/>
                    <a:pt x="30" y="482"/>
                  </a:cubicBezTo>
                  <a:cubicBezTo>
                    <a:pt x="43" y="507"/>
                    <a:pt x="72" y="520"/>
                    <a:pt x="102" y="507"/>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3" name="Freeform 53">
              <a:extLst>
                <a:ext uri="{FF2B5EF4-FFF2-40B4-BE49-F238E27FC236}">
                  <a16:creationId xmlns:a16="http://schemas.microsoft.com/office/drawing/2014/main" id="{D2367DB5-7E9E-EB79-308E-76D80E486E6A}"/>
                </a:ext>
              </a:extLst>
            </p:cNvPr>
            <p:cNvSpPr>
              <a:spLocks noChangeArrowheads="1"/>
            </p:cNvSpPr>
            <p:nvPr/>
          </p:nvSpPr>
          <p:spPr bwMode="auto">
            <a:xfrm>
              <a:off x="4335463" y="3581400"/>
              <a:ext cx="147637" cy="247650"/>
            </a:xfrm>
            <a:custGeom>
              <a:avLst/>
              <a:gdLst>
                <a:gd name="T0" fmla="*/ 283 w 411"/>
                <a:gd name="T1" fmla="*/ 444 h 689"/>
                <a:gd name="T2" fmla="*/ 283 w 411"/>
                <a:gd name="T3" fmla="*/ 444 h 689"/>
                <a:gd name="T4" fmla="*/ 199 w 411"/>
                <a:gd name="T5" fmla="*/ 545 h 689"/>
                <a:gd name="T6" fmla="*/ 68 w 411"/>
                <a:gd name="T7" fmla="*/ 583 h 689"/>
                <a:gd name="T8" fmla="*/ 55 w 411"/>
                <a:gd name="T9" fmla="*/ 579 h 689"/>
                <a:gd name="T10" fmla="*/ 0 w 411"/>
                <a:gd name="T11" fmla="*/ 629 h 689"/>
                <a:gd name="T12" fmla="*/ 51 w 411"/>
                <a:gd name="T13" fmla="*/ 684 h 689"/>
                <a:gd name="T14" fmla="*/ 68 w 411"/>
                <a:gd name="T15" fmla="*/ 688 h 689"/>
                <a:gd name="T16" fmla="*/ 199 w 411"/>
                <a:gd name="T17" fmla="*/ 662 h 689"/>
                <a:gd name="T18" fmla="*/ 346 w 411"/>
                <a:gd name="T19" fmla="*/ 545 h 689"/>
                <a:gd name="T20" fmla="*/ 410 w 411"/>
                <a:gd name="T21" fmla="*/ 364 h 689"/>
                <a:gd name="T22" fmla="*/ 410 w 411"/>
                <a:gd name="T23" fmla="*/ 343 h 689"/>
                <a:gd name="T24" fmla="*/ 385 w 411"/>
                <a:gd name="T25" fmla="*/ 216 h 689"/>
                <a:gd name="T26" fmla="*/ 271 w 411"/>
                <a:gd name="T27" fmla="*/ 64 h 689"/>
                <a:gd name="T28" fmla="*/ 89 w 411"/>
                <a:gd name="T29" fmla="*/ 0 h 689"/>
                <a:gd name="T30" fmla="*/ 34 w 411"/>
                <a:gd name="T31" fmla="*/ 51 h 689"/>
                <a:gd name="T32" fmla="*/ 81 w 411"/>
                <a:gd name="T33" fmla="*/ 106 h 689"/>
                <a:gd name="T34" fmla="*/ 81 w 411"/>
                <a:gd name="T35" fmla="*/ 106 h 689"/>
                <a:gd name="T36" fmla="*/ 169 w 411"/>
                <a:gd name="T37" fmla="*/ 127 h 689"/>
                <a:gd name="T38" fmla="*/ 266 w 411"/>
                <a:gd name="T39" fmla="*/ 216 h 689"/>
                <a:gd name="T40" fmla="*/ 304 w 411"/>
                <a:gd name="T41" fmla="*/ 343 h 689"/>
                <a:gd name="T42" fmla="*/ 304 w 411"/>
                <a:gd name="T43" fmla="*/ 355 h 689"/>
                <a:gd name="T44" fmla="*/ 283 w 411"/>
                <a:gd name="T45" fmla="*/ 444 h 6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411" h="689">
                  <a:moveTo>
                    <a:pt x="283" y="444"/>
                  </a:moveTo>
                  <a:lnTo>
                    <a:pt x="283" y="444"/>
                  </a:lnTo>
                  <a:cubicBezTo>
                    <a:pt x="262" y="486"/>
                    <a:pt x="233" y="520"/>
                    <a:pt x="199" y="545"/>
                  </a:cubicBezTo>
                  <a:cubicBezTo>
                    <a:pt x="161" y="566"/>
                    <a:pt x="114" y="583"/>
                    <a:pt x="68" y="583"/>
                  </a:cubicBezTo>
                  <a:cubicBezTo>
                    <a:pt x="64" y="583"/>
                    <a:pt x="59" y="579"/>
                    <a:pt x="55" y="579"/>
                  </a:cubicBezTo>
                  <a:cubicBezTo>
                    <a:pt x="26" y="579"/>
                    <a:pt x="0" y="599"/>
                    <a:pt x="0" y="629"/>
                  </a:cubicBezTo>
                  <a:cubicBezTo>
                    <a:pt x="0" y="658"/>
                    <a:pt x="21" y="684"/>
                    <a:pt x="51" y="684"/>
                  </a:cubicBezTo>
                  <a:cubicBezTo>
                    <a:pt x="55" y="684"/>
                    <a:pt x="64" y="688"/>
                    <a:pt x="68" y="688"/>
                  </a:cubicBezTo>
                  <a:cubicBezTo>
                    <a:pt x="114" y="688"/>
                    <a:pt x="156" y="675"/>
                    <a:pt x="199" y="662"/>
                  </a:cubicBezTo>
                  <a:cubicBezTo>
                    <a:pt x="258" y="637"/>
                    <a:pt x="309" y="596"/>
                    <a:pt x="346" y="545"/>
                  </a:cubicBezTo>
                  <a:cubicBezTo>
                    <a:pt x="385" y="495"/>
                    <a:pt x="406" y="431"/>
                    <a:pt x="410" y="364"/>
                  </a:cubicBezTo>
                  <a:cubicBezTo>
                    <a:pt x="410" y="355"/>
                    <a:pt x="410" y="351"/>
                    <a:pt x="410" y="343"/>
                  </a:cubicBezTo>
                  <a:cubicBezTo>
                    <a:pt x="410" y="296"/>
                    <a:pt x="401" y="254"/>
                    <a:pt x="385" y="216"/>
                  </a:cubicBezTo>
                  <a:cubicBezTo>
                    <a:pt x="363" y="157"/>
                    <a:pt x="321" y="102"/>
                    <a:pt x="271" y="64"/>
                  </a:cubicBezTo>
                  <a:cubicBezTo>
                    <a:pt x="220" y="30"/>
                    <a:pt x="156" y="5"/>
                    <a:pt x="89" y="0"/>
                  </a:cubicBezTo>
                  <a:cubicBezTo>
                    <a:pt x="59" y="0"/>
                    <a:pt x="34" y="22"/>
                    <a:pt x="34" y="51"/>
                  </a:cubicBezTo>
                  <a:cubicBezTo>
                    <a:pt x="30" y="81"/>
                    <a:pt x="55" y="106"/>
                    <a:pt x="81" y="106"/>
                  </a:cubicBezTo>
                  <a:lnTo>
                    <a:pt x="81" y="106"/>
                  </a:lnTo>
                  <a:cubicBezTo>
                    <a:pt x="114" y="106"/>
                    <a:pt x="144" y="114"/>
                    <a:pt x="169" y="127"/>
                  </a:cubicBezTo>
                  <a:cubicBezTo>
                    <a:pt x="211" y="148"/>
                    <a:pt x="245" y="178"/>
                    <a:pt x="266" y="216"/>
                  </a:cubicBezTo>
                  <a:cubicBezTo>
                    <a:pt x="292" y="254"/>
                    <a:pt x="304" y="296"/>
                    <a:pt x="304" y="343"/>
                  </a:cubicBezTo>
                  <a:cubicBezTo>
                    <a:pt x="304" y="347"/>
                    <a:pt x="304" y="351"/>
                    <a:pt x="304" y="355"/>
                  </a:cubicBezTo>
                  <a:cubicBezTo>
                    <a:pt x="304" y="389"/>
                    <a:pt x="296" y="418"/>
                    <a:pt x="283" y="44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4" name="Freeform 54">
              <a:extLst>
                <a:ext uri="{FF2B5EF4-FFF2-40B4-BE49-F238E27FC236}">
                  <a16:creationId xmlns:a16="http://schemas.microsoft.com/office/drawing/2014/main" id="{CCC6692D-C493-8ED7-58DA-17F4AF6024EC}"/>
                </a:ext>
              </a:extLst>
            </p:cNvPr>
            <p:cNvSpPr>
              <a:spLocks noChangeArrowheads="1"/>
            </p:cNvSpPr>
            <p:nvPr/>
          </p:nvSpPr>
          <p:spPr bwMode="auto">
            <a:xfrm>
              <a:off x="3983038" y="3783013"/>
              <a:ext cx="238125" cy="193675"/>
            </a:xfrm>
            <a:custGeom>
              <a:avLst/>
              <a:gdLst>
                <a:gd name="T0" fmla="*/ 626 w 660"/>
                <a:gd name="T1" fmla="*/ 286 h 540"/>
                <a:gd name="T2" fmla="*/ 626 w 660"/>
                <a:gd name="T3" fmla="*/ 286 h 540"/>
                <a:gd name="T4" fmla="*/ 554 w 660"/>
                <a:gd name="T5" fmla="*/ 307 h 540"/>
                <a:gd name="T6" fmla="*/ 554 w 660"/>
                <a:gd name="T7" fmla="*/ 307 h 540"/>
                <a:gd name="T8" fmla="*/ 465 w 660"/>
                <a:gd name="T9" fmla="*/ 400 h 540"/>
                <a:gd name="T10" fmla="*/ 343 w 660"/>
                <a:gd name="T11" fmla="*/ 434 h 540"/>
                <a:gd name="T12" fmla="*/ 233 w 660"/>
                <a:gd name="T13" fmla="*/ 404 h 540"/>
                <a:gd name="T14" fmla="*/ 140 w 660"/>
                <a:gd name="T15" fmla="*/ 316 h 540"/>
                <a:gd name="T16" fmla="*/ 106 w 660"/>
                <a:gd name="T17" fmla="*/ 193 h 540"/>
                <a:gd name="T18" fmla="*/ 136 w 660"/>
                <a:gd name="T19" fmla="*/ 83 h 540"/>
                <a:gd name="T20" fmla="*/ 115 w 660"/>
                <a:gd name="T21" fmla="*/ 12 h 540"/>
                <a:gd name="T22" fmla="*/ 43 w 660"/>
                <a:gd name="T23" fmla="*/ 34 h 540"/>
                <a:gd name="T24" fmla="*/ 0 w 660"/>
                <a:gd name="T25" fmla="*/ 193 h 540"/>
                <a:gd name="T26" fmla="*/ 47 w 660"/>
                <a:gd name="T27" fmla="*/ 371 h 540"/>
                <a:gd name="T28" fmla="*/ 182 w 660"/>
                <a:gd name="T29" fmla="*/ 497 h 540"/>
                <a:gd name="T30" fmla="*/ 182 w 660"/>
                <a:gd name="T31" fmla="*/ 497 h 540"/>
                <a:gd name="T32" fmla="*/ 343 w 660"/>
                <a:gd name="T33" fmla="*/ 539 h 540"/>
                <a:gd name="T34" fmla="*/ 516 w 660"/>
                <a:gd name="T35" fmla="*/ 493 h 540"/>
                <a:gd name="T36" fmla="*/ 647 w 660"/>
                <a:gd name="T37" fmla="*/ 358 h 540"/>
                <a:gd name="T38" fmla="*/ 626 w 660"/>
                <a:gd name="T39" fmla="*/ 286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660" h="540">
                  <a:moveTo>
                    <a:pt x="626" y="286"/>
                  </a:moveTo>
                  <a:lnTo>
                    <a:pt x="626" y="286"/>
                  </a:lnTo>
                  <a:cubicBezTo>
                    <a:pt x="600" y="273"/>
                    <a:pt x="566" y="282"/>
                    <a:pt x="554" y="307"/>
                  </a:cubicBezTo>
                  <a:lnTo>
                    <a:pt x="554" y="307"/>
                  </a:lnTo>
                  <a:cubicBezTo>
                    <a:pt x="533" y="349"/>
                    <a:pt x="499" y="379"/>
                    <a:pt x="465" y="400"/>
                  </a:cubicBezTo>
                  <a:cubicBezTo>
                    <a:pt x="427" y="421"/>
                    <a:pt x="385" y="434"/>
                    <a:pt x="343" y="434"/>
                  </a:cubicBezTo>
                  <a:cubicBezTo>
                    <a:pt x="305" y="434"/>
                    <a:pt x="267" y="425"/>
                    <a:pt x="233" y="404"/>
                  </a:cubicBezTo>
                  <a:cubicBezTo>
                    <a:pt x="190" y="383"/>
                    <a:pt x="161" y="354"/>
                    <a:pt x="140" y="316"/>
                  </a:cubicBezTo>
                  <a:cubicBezTo>
                    <a:pt x="119" y="278"/>
                    <a:pt x="106" y="235"/>
                    <a:pt x="106" y="193"/>
                  </a:cubicBezTo>
                  <a:cubicBezTo>
                    <a:pt x="106" y="159"/>
                    <a:pt x="115" y="117"/>
                    <a:pt x="136" y="83"/>
                  </a:cubicBezTo>
                  <a:cubicBezTo>
                    <a:pt x="148" y="58"/>
                    <a:pt x="140" y="25"/>
                    <a:pt x="115" y="12"/>
                  </a:cubicBezTo>
                  <a:cubicBezTo>
                    <a:pt x="89" y="0"/>
                    <a:pt x="55" y="8"/>
                    <a:pt x="43" y="34"/>
                  </a:cubicBezTo>
                  <a:cubicBezTo>
                    <a:pt x="13" y="83"/>
                    <a:pt x="0" y="142"/>
                    <a:pt x="0" y="193"/>
                  </a:cubicBezTo>
                  <a:cubicBezTo>
                    <a:pt x="0" y="257"/>
                    <a:pt x="17" y="316"/>
                    <a:pt x="47" y="371"/>
                  </a:cubicBezTo>
                  <a:cubicBezTo>
                    <a:pt x="76" y="421"/>
                    <a:pt x="123" y="468"/>
                    <a:pt x="182" y="497"/>
                  </a:cubicBezTo>
                  <a:lnTo>
                    <a:pt x="182" y="497"/>
                  </a:lnTo>
                  <a:cubicBezTo>
                    <a:pt x="233" y="527"/>
                    <a:pt x="288" y="539"/>
                    <a:pt x="343" y="539"/>
                  </a:cubicBezTo>
                  <a:cubicBezTo>
                    <a:pt x="406" y="539"/>
                    <a:pt x="465" y="523"/>
                    <a:pt x="516" y="493"/>
                  </a:cubicBezTo>
                  <a:cubicBezTo>
                    <a:pt x="571" y="463"/>
                    <a:pt x="617" y="417"/>
                    <a:pt x="647" y="358"/>
                  </a:cubicBezTo>
                  <a:cubicBezTo>
                    <a:pt x="659" y="332"/>
                    <a:pt x="651" y="303"/>
                    <a:pt x="626" y="28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35" name="Group 338">
            <a:extLst>
              <a:ext uri="{FF2B5EF4-FFF2-40B4-BE49-F238E27FC236}">
                <a16:creationId xmlns:a16="http://schemas.microsoft.com/office/drawing/2014/main" id="{5B830CE8-B364-23E7-4B65-DC70F132ABEE}"/>
              </a:ext>
            </a:extLst>
          </p:cNvPr>
          <p:cNvGrpSpPr/>
          <p:nvPr/>
        </p:nvGrpSpPr>
        <p:grpSpPr>
          <a:xfrm>
            <a:off x="3192150" y="4797261"/>
            <a:ext cx="264978" cy="249664"/>
            <a:chOff x="7316788" y="3141663"/>
            <a:chExt cx="906462" cy="854075"/>
          </a:xfrm>
          <a:solidFill>
            <a:schemeClr val="accent4"/>
          </a:solidFill>
        </p:grpSpPr>
        <p:sp>
          <p:nvSpPr>
            <p:cNvPr id="336" name="Freeform 55">
              <a:extLst>
                <a:ext uri="{FF2B5EF4-FFF2-40B4-BE49-F238E27FC236}">
                  <a16:creationId xmlns:a16="http://schemas.microsoft.com/office/drawing/2014/main" id="{DF5CEDFC-FB48-3CB6-8EC8-9734D4714D16}"/>
                </a:ext>
              </a:extLst>
            </p:cNvPr>
            <p:cNvSpPr>
              <a:spLocks noChangeArrowheads="1"/>
            </p:cNvSpPr>
            <p:nvPr/>
          </p:nvSpPr>
          <p:spPr bwMode="auto">
            <a:xfrm>
              <a:off x="7316788" y="3289300"/>
              <a:ext cx="906462" cy="560388"/>
            </a:xfrm>
            <a:custGeom>
              <a:avLst/>
              <a:gdLst>
                <a:gd name="T0" fmla="*/ 2513 w 2518"/>
                <a:gd name="T1" fmla="*/ 88 h 1558"/>
                <a:gd name="T2" fmla="*/ 2475 w 2518"/>
                <a:gd name="T3" fmla="*/ 29 h 1558"/>
                <a:gd name="T4" fmla="*/ 2361 w 2518"/>
                <a:gd name="T5" fmla="*/ 0 h 1558"/>
                <a:gd name="T6" fmla="*/ 1968 w 2518"/>
                <a:gd name="T7" fmla="*/ 92 h 1558"/>
                <a:gd name="T8" fmla="*/ 1263 w 2518"/>
                <a:gd name="T9" fmla="*/ 114 h 1558"/>
                <a:gd name="T10" fmla="*/ 693 w 2518"/>
                <a:gd name="T11" fmla="*/ 413 h 1558"/>
                <a:gd name="T12" fmla="*/ 579 w 2518"/>
                <a:gd name="T13" fmla="*/ 848 h 1558"/>
                <a:gd name="T14" fmla="*/ 211 w 2518"/>
                <a:gd name="T15" fmla="*/ 1140 h 1558"/>
                <a:gd name="T16" fmla="*/ 17 w 2518"/>
                <a:gd name="T17" fmla="*/ 1372 h 1558"/>
                <a:gd name="T18" fmla="*/ 0 w 2518"/>
                <a:gd name="T19" fmla="*/ 1443 h 1558"/>
                <a:gd name="T20" fmla="*/ 13 w 2518"/>
                <a:gd name="T21" fmla="*/ 1498 h 1558"/>
                <a:gd name="T22" fmla="*/ 93 w 2518"/>
                <a:gd name="T23" fmla="*/ 1553 h 1558"/>
                <a:gd name="T24" fmla="*/ 253 w 2518"/>
                <a:gd name="T25" fmla="*/ 1548 h 1558"/>
                <a:gd name="T26" fmla="*/ 840 w 2518"/>
                <a:gd name="T27" fmla="*/ 1343 h 1558"/>
                <a:gd name="T28" fmla="*/ 1263 w 2518"/>
                <a:gd name="T29" fmla="*/ 1485 h 1558"/>
                <a:gd name="T30" fmla="*/ 1833 w 2518"/>
                <a:gd name="T31" fmla="*/ 1182 h 1558"/>
                <a:gd name="T32" fmla="*/ 1943 w 2518"/>
                <a:gd name="T33" fmla="*/ 705 h 1558"/>
                <a:gd name="T34" fmla="*/ 2276 w 2518"/>
                <a:gd name="T35" fmla="*/ 443 h 1558"/>
                <a:gd name="T36" fmla="*/ 2496 w 2518"/>
                <a:gd name="T37" fmla="*/ 190 h 1558"/>
                <a:gd name="T38" fmla="*/ 2517 w 2518"/>
                <a:gd name="T39" fmla="*/ 114 h 1558"/>
                <a:gd name="T40" fmla="*/ 726 w 2518"/>
                <a:gd name="T41" fmla="*/ 574 h 1558"/>
                <a:gd name="T42" fmla="*/ 938 w 2518"/>
                <a:gd name="T43" fmla="*/ 316 h 1558"/>
                <a:gd name="T44" fmla="*/ 1487 w 2518"/>
                <a:gd name="T45" fmla="*/ 266 h 1558"/>
                <a:gd name="T46" fmla="*/ 1824 w 2518"/>
                <a:gd name="T47" fmla="*/ 658 h 1558"/>
                <a:gd name="T48" fmla="*/ 857 w 2518"/>
                <a:gd name="T49" fmla="*/ 1216 h 1558"/>
                <a:gd name="T50" fmla="*/ 680 w 2518"/>
                <a:gd name="T51" fmla="*/ 798 h 1558"/>
                <a:gd name="T52" fmla="*/ 342 w 2518"/>
                <a:gd name="T53" fmla="*/ 1418 h 1558"/>
                <a:gd name="T54" fmla="*/ 232 w 2518"/>
                <a:gd name="T55" fmla="*/ 1443 h 1558"/>
                <a:gd name="T56" fmla="*/ 127 w 2518"/>
                <a:gd name="T57" fmla="*/ 1451 h 1558"/>
                <a:gd name="T58" fmla="*/ 106 w 2518"/>
                <a:gd name="T59" fmla="*/ 1443 h 1558"/>
                <a:gd name="T60" fmla="*/ 106 w 2518"/>
                <a:gd name="T61" fmla="*/ 1435 h 1558"/>
                <a:gd name="T62" fmla="*/ 186 w 2518"/>
                <a:gd name="T63" fmla="*/ 1313 h 1558"/>
                <a:gd name="T64" fmla="*/ 595 w 2518"/>
                <a:gd name="T65" fmla="*/ 963 h 1558"/>
                <a:gd name="T66" fmla="*/ 756 w 2518"/>
                <a:gd name="T67" fmla="*/ 1262 h 1558"/>
                <a:gd name="T68" fmla="*/ 342 w 2518"/>
                <a:gd name="T69" fmla="*/ 1418 h 1558"/>
                <a:gd name="T70" fmla="*/ 1799 w 2518"/>
                <a:gd name="T71" fmla="*/ 1026 h 1558"/>
                <a:gd name="T72" fmla="*/ 1263 w 2518"/>
                <a:gd name="T73" fmla="*/ 1380 h 1558"/>
                <a:gd name="T74" fmla="*/ 950 w 2518"/>
                <a:gd name="T75" fmla="*/ 1288 h 1558"/>
                <a:gd name="T76" fmla="*/ 1841 w 2518"/>
                <a:gd name="T77" fmla="*/ 777 h 1558"/>
                <a:gd name="T78" fmla="*/ 1799 w 2518"/>
                <a:gd name="T79" fmla="*/ 1026 h 1558"/>
                <a:gd name="T80" fmla="*/ 2407 w 2518"/>
                <a:gd name="T81" fmla="*/ 126 h 1558"/>
                <a:gd name="T82" fmla="*/ 2352 w 2518"/>
                <a:gd name="T83" fmla="*/ 215 h 1558"/>
                <a:gd name="T84" fmla="*/ 1917 w 2518"/>
                <a:gd name="T85" fmla="*/ 595 h 1558"/>
                <a:gd name="T86" fmla="*/ 1736 w 2518"/>
                <a:gd name="T87" fmla="*/ 304 h 1558"/>
                <a:gd name="T88" fmla="*/ 2251 w 2518"/>
                <a:gd name="T89" fmla="*/ 118 h 1558"/>
                <a:gd name="T90" fmla="*/ 2390 w 2518"/>
                <a:gd name="T91" fmla="*/ 105 h 1558"/>
                <a:gd name="T92" fmla="*/ 2411 w 2518"/>
                <a:gd name="T93" fmla="*/ 114 h 1558"/>
                <a:gd name="T94" fmla="*/ 2407 w 2518"/>
                <a:gd name="T95" fmla="*/ 126 h 15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18" h="1558">
                  <a:moveTo>
                    <a:pt x="2513" y="88"/>
                  </a:moveTo>
                  <a:lnTo>
                    <a:pt x="2513" y="88"/>
                  </a:lnTo>
                  <a:cubicBezTo>
                    <a:pt x="2513" y="76"/>
                    <a:pt x="2509" y="67"/>
                    <a:pt x="2504" y="59"/>
                  </a:cubicBezTo>
                  <a:cubicBezTo>
                    <a:pt x="2496" y="46"/>
                    <a:pt x="2487" y="38"/>
                    <a:pt x="2475" y="29"/>
                  </a:cubicBezTo>
                  <a:cubicBezTo>
                    <a:pt x="2458" y="17"/>
                    <a:pt x="2441" y="8"/>
                    <a:pt x="2424" y="4"/>
                  </a:cubicBezTo>
                  <a:cubicBezTo>
                    <a:pt x="2403" y="0"/>
                    <a:pt x="2382" y="0"/>
                    <a:pt x="2361" y="0"/>
                  </a:cubicBezTo>
                  <a:cubicBezTo>
                    <a:pt x="2323" y="0"/>
                    <a:pt x="2280" y="4"/>
                    <a:pt x="2230" y="17"/>
                  </a:cubicBezTo>
                  <a:cubicBezTo>
                    <a:pt x="2154" y="33"/>
                    <a:pt x="2065" y="59"/>
                    <a:pt x="1968" y="92"/>
                  </a:cubicBezTo>
                  <a:cubicBezTo>
                    <a:pt x="1871" y="130"/>
                    <a:pt x="1761" y="177"/>
                    <a:pt x="1647" y="228"/>
                  </a:cubicBezTo>
                  <a:cubicBezTo>
                    <a:pt x="1537" y="156"/>
                    <a:pt x="1402" y="114"/>
                    <a:pt x="1263" y="114"/>
                  </a:cubicBezTo>
                  <a:cubicBezTo>
                    <a:pt x="1166" y="114"/>
                    <a:pt x="1077" y="130"/>
                    <a:pt x="997" y="169"/>
                  </a:cubicBezTo>
                  <a:cubicBezTo>
                    <a:pt x="870" y="219"/>
                    <a:pt x="769" y="308"/>
                    <a:pt x="693" y="413"/>
                  </a:cubicBezTo>
                  <a:cubicBezTo>
                    <a:pt x="621" y="523"/>
                    <a:pt x="574" y="658"/>
                    <a:pt x="574" y="798"/>
                  </a:cubicBezTo>
                  <a:cubicBezTo>
                    <a:pt x="574" y="815"/>
                    <a:pt x="579" y="832"/>
                    <a:pt x="579" y="848"/>
                  </a:cubicBezTo>
                  <a:cubicBezTo>
                    <a:pt x="494" y="908"/>
                    <a:pt x="418" y="963"/>
                    <a:pt x="355" y="1017"/>
                  </a:cubicBezTo>
                  <a:cubicBezTo>
                    <a:pt x="300" y="1060"/>
                    <a:pt x="253" y="1102"/>
                    <a:pt x="211" y="1140"/>
                  </a:cubicBezTo>
                  <a:cubicBezTo>
                    <a:pt x="148" y="1199"/>
                    <a:pt x="97" y="1250"/>
                    <a:pt x="59" y="1300"/>
                  </a:cubicBezTo>
                  <a:cubicBezTo>
                    <a:pt x="42" y="1326"/>
                    <a:pt x="25" y="1347"/>
                    <a:pt x="17" y="1372"/>
                  </a:cubicBezTo>
                  <a:cubicBezTo>
                    <a:pt x="13" y="1385"/>
                    <a:pt x="8" y="1393"/>
                    <a:pt x="4" y="1406"/>
                  </a:cubicBezTo>
                  <a:cubicBezTo>
                    <a:pt x="0" y="1418"/>
                    <a:pt x="0" y="1430"/>
                    <a:pt x="0" y="1443"/>
                  </a:cubicBezTo>
                  <a:cubicBezTo>
                    <a:pt x="0" y="1451"/>
                    <a:pt x="0" y="1460"/>
                    <a:pt x="0" y="1468"/>
                  </a:cubicBezTo>
                  <a:cubicBezTo>
                    <a:pt x="4" y="1481"/>
                    <a:pt x="8" y="1489"/>
                    <a:pt x="13" y="1498"/>
                  </a:cubicBezTo>
                  <a:cubicBezTo>
                    <a:pt x="21" y="1510"/>
                    <a:pt x="30" y="1519"/>
                    <a:pt x="38" y="1527"/>
                  </a:cubicBezTo>
                  <a:cubicBezTo>
                    <a:pt x="55" y="1540"/>
                    <a:pt x="76" y="1548"/>
                    <a:pt x="93" y="1553"/>
                  </a:cubicBezTo>
                  <a:cubicBezTo>
                    <a:pt x="110" y="1557"/>
                    <a:pt x="131" y="1557"/>
                    <a:pt x="152" y="1557"/>
                  </a:cubicBezTo>
                  <a:cubicBezTo>
                    <a:pt x="182" y="1557"/>
                    <a:pt x="215" y="1553"/>
                    <a:pt x="253" y="1548"/>
                  </a:cubicBezTo>
                  <a:cubicBezTo>
                    <a:pt x="317" y="1536"/>
                    <a:pt x="388" y="1515"/>
                    <a:pt x="473" y="1489"/>
                  </a:cubicBezTo>
                  <a:cubicBezTo>
                    <a:pt x="583" y="1451"/>
                    <a:pt x="705" y="1402"/>
                    <a:pt x="840" y="1343"/>
                  </a:cubicBezTo>
                  <a:cubicBezTo>
                    <a:pt x="853" y="1351"/>
                    <a:pt x="866" y="1359"/>
                    <a:pt x="878" y="1368"/>
                  </a:cubicBezTo>
                  <a:cubicBezTo>
                    <a:pt x="988" y="1443"/>
                    <a:pt x="1119" y="1485"/>
                    <a:pt x="1263" y="1485"/>
                  </a:cubicBezTo>
                  <a:cubicBezTo>
                    <a:pt x="1356" y="1485"/>
                    <a:pt x="1449" y="1464"/>
                    <a:pt x="1529" y="1430"/>
                  </a:cubicBezTo>
                  <a:cubicBezTo>
                    <a:pt x="1651" y="1380"/>
                    <a:pt x="1757" y="1292"/>
                    <a:pt x="1833" y="1182"/>
                  </a:cubicBezTo>
                  <a:cubicBezTo>
                    <a:pt x="1905" y="1072"/>
                    <a:pt x="1947" y="941"/>
                    <a:pt x="1947" y="798"/>
                  </a:cubicBezTo>
                  <a:cubicBezTo>
                    <a:pt x="1947" y="768"/>
                    <a:pt x="1947" y="739"/>
                    <a:pt x="1943" y="705"/>
                  </a:cubicBezTo>
                  <a:cubicBezTo>
                    <a:pt x="2002" y="663"/>
                    <a:pt x="2061" y="620"/>
                    <a:pt x="2112" y="578"/>
                  </a:cubicBezTo>
                  <a:cubicBezTo>
                    <a:pt x="2175" y="532"/>
                    <a:pt x="2230" y="490"/>
                    <a:pt x="2276" y="443"/>
                  </a:cubicBezTo>
                  <a:cubicBezTo>
                    <a:pt x="2348" y="380"/>
                    <a:pt x="2407" y="321"/>
                    <a:pt x="2445" y="270"/>
                  </a:cubicBezTo>
                  <a:cubicBezTo>
                    <a:pt x="2466" y="240"/>
                    <a:pt x="2483" y="215"/>
                    <a:pt x="2496" y="190"/>
                  </a:cubicBezTo>
                  <a:cubicBezTo>
                    <a:pt x="2504" y="177"/>
                    <a:pt x="2509" y="164"/>
                    <a:pt x="2513" y="152"/>
                  </a:cubicBezTo>
                  <a:cubicBezTo>
                    <a:pt x="2513" y="139"/>
                    <a:pt x="2517" y="126"/>
                    <a:pt x="2517" y="114"/>
                  </a:cubicBezTo>
                  <a:cubicBezTo>
                    <a:pt x="2517" y="105"/>
                    <a:pt x="2517" y="97"/>
                    <a:pt x="2513" y="88"/>
                  </a:cubicBezTo>
                  <a:close/>
                  <a:moveTo>
                    <a:pt x="726" y="574"/>
                  </a:moveTo>
                  <a:lnTo>
                    <a:pt x="726" y="574"/>
                  </a:lnTo>
                  <a:cubicBezTo>
                    <a:pt x="773" y="468"/>
                    <a:pt x="845" y="380"/>
                    <a:pt x="938" y="316"/>
                  </a:cubicBezTo>
                  <a:cubicBezTo>
                    <a:pt x="1030" y="253"/>
                    <a:pt x="1140" y="219"/>
                    <a:pt x="1263" y="219"/>
                  </a:cubicBezTo>
                  <a:cubicBezTo>
                    <a:pt x="1343" y="219"/>
                    <a:pt x="1419" y="236"/>
                    <a:pt x="1487" y="266"/>
                  </a:cubicBezTo>
                  <a:cubicBezTo>
                    <a:pt x="1592" y="308"/>
                    <a:pt x="1681" y="384"/>
                    <a:pt x="1744" y="473"/>
                  </a:cubicBezTo>
                  <a:cubicBezTo>
                    <a:pt x="1782" y="532"/>
                    <a:pt x="1807" y="591"/>
                    <a:pt x="1824" y="658"/>
                  </a:cubicBezTo>
                  <a:cubicBezTo>
                    <a:pt x="1685" y="755"/>
                    <a:pt x="1529" y="857"/>
                    <a:pt x="1360" y="954"/>
                  </a:cubicBezTo>
                  <a:cubicBezTo>
                    <a:pt x="1182" y="1055"/>
                    <a:pt x="1014" y="1144"/>
                    <a:pt x="857" y="1216"/>
                  </a:cubicBezTo>
                  <a:cubicBezTo>
                    <a:pt x="828" y="1190"/>
                    <a:pt x="802" y="1157"/>
                    <a:pt x="781" y="1123"/>
                  </a:cubicBezTo>
                  <a:cubicBezTo>
                    <a:pt x="718" y="1030"/>
                    <a:pt x="680" y="920"/>
                    <a:pt x="680" y="798"/>
                  </a:cubicBezTo>
                  <a:cubicBezTo>
                    <a:pt x="680" y="718"/>
                    <a:pt x="697" y="642"/>
                    <a:pt x="726" y="574"/>
                  </a:cubicBezTo>
                  <a:close/>
                  <a:moveTo>
                    <a:pt x="342" y="1418"/>
                  </a:moveTo>
                  <a:lnTo>
                    <a:pt x="342" y="1418"/>
                  </a:lnTo>
                  <a:cubicBezTo>
                    <a:pt x="304" y="1430"/>
                    <a:pt x="266" y="1439"/>
                    <a:pt x="232" y="1443"/>
                  </a:cubicBezTo>
                  <a:cubicBezTo>
                    <a:pt x="203" y="1451"/>
                    <a:pt x="173" y="1451"/>
                    <a:pt x="152" y="1451"/>
                  </a:cubicBezTo>
                  <a:cubicBezTo>
                    <a:pt x="144" y="1451"/>
                    <a:pt x="135" y="1451"/>
                    <a:pt x="127" y="1451"/>
                  </a:cubicBezTo>
                  <a:cubicBezTo>
                    <a:pt x="114" y="1447"/>
                    <a:pt x="110" y="1447"/>
                    <a:pt x="106" y="1443"/>
                  </a:cubicBezTo>
                  <a:lnTo>
                    <a:pt x="106" y="1443"/>
                  </a:lnTo>
                  <a:lnTo>
                    <a:pt x="106" y="1443"/>
                  </a:lnTo>
                  <a:cubicBezTo>
                    <a:pt x="106" y="1443"/>
                    <a:pt x="106" y="1439"/>
                    <a:pt x="106" y="1435"/>
                  </a:cubicBezTo>
                  <a:cubicBezTo>
                    <a:pt x="106" y="1426"/>
                    <a:pt x="110" y="1418"/>
                    <a:pt x="118" y="1402"/>
                  </a:cubicBezTo>
                  <a:cubicBezTo>
                    <a:pt x="131" y="1380"/>
                    <a:pt x="152" y="1351"/>
                    <a:pt x="186" y="1313"/>
                  </a:cubicBezTo>
                  <a:cubicBezTo>
                    <a:pt x="232" y="1262"/>
                    <a:pt x="296" y="1203"/>
                    <a:pt x="372" y="1136"/>
                  </a:cubicBezTo>
                  <a:cubicBezTo>
                    <a:pt x="439" y="1081"/>
                    <a:pt x="511" y="1026"/>
                    <a:pt x="595" y="963"/>
                  </a:cubicBezTo>
                  <a:cubicBezTo>
                    <a:pt x="604" y="1000"/>
                    <a:pt x="617" y="1034"/>
                    <a:pt x="629" y="1068"/>
                  </a:cubicBezTo>
                  <a:cubicBezTo>
                    <a:pt x="659" y="1140"/>
                    <a:pt x="705" y="1207"/>
                    <a:pt x="756" y="1262"/>
                  </a:cubicBezTo>
                  <a:cubicBezTo>
                    <a:pt x="709" y="1283"/>
                    <a:pt x="667" y="1305"/>
                    <a:pt x="625" y="1321"/>
                  </a:cubicBezTo>
                  <a:cubicBezTo>
                    <a:pt x="519" y="1364"/>
                    <a:pt x="422" y="1397"/>
                    <a:pt x="342" y="1418"/>
                  </a:cubicBezTo>
                  <a:close/>
                  <a:moveTo>
                    <a:pt x="1799" y="1026"/>
                  </a:moveTo>
                  <a:lnTo>
                    <a:pt x="1799" y="1026"/>
                  </a:lnTo>
                  <a:cubicBezTo>
                    <a:pt x="1753" y="1127"/>
                    <a:pt x="1681" y="1220"/>
                    <a:pt x="1588" y="1279"/>
                  </a:cubicBezTo>
                  <a:cubicBezTo>
                    <a:pt x="1495" y="1343"/>
                    <a:pt x="1381" y="1380"/>
                    <a:pt x="1263" y="1380"/>
                  </a:cubicBezTo>
                  <a:cubicBezTo>
                    <a:pt x="1182" y="1380"/>
                    <a:pt x="1107" y="1364"/>
                    <a:pt x="1035" y="1334"/>
                  </a:cubicBezTo>
                  <a:cubicBezTo>
                    <a:pt x="1005" y="1321"/>
                    <a:pt x="980" y="1305"/>
                    <a:pt x="950" y="1288"/>
                  </a:cubicBezTo>
                  <a:cubicBezTo>
                    <a:pt x="1098" y="1220"/>
                    <a:pt x="1250" y="1136"/>
                    <a:pt x="1411" y="1047"/>
                  </a:cubicBezTo>
                  <a:cubicBezTo>
                    <a:pt x="1567" y="954"/>
                    <a:pt x="1710" y="865"/>
                    <a:pt x="1841" y="777"/>
                  </a:cubicBezTo>
                  <a:cubicBezTo>
                    <a:pt x="1841" y="785"/>
                    <a:pt x="1841" y="789"/>
                    <a:pt x="1841" y="798"/>
                  </a:cubicBezTo>
                  <a:cubicBezTo>
                    <a:pt x="1841" y="878"/>
                    <a:pt x="1829" y="954"/>
                    <a:pt x="1799" y="1026"/>
                  </a:cubicBezTo>
                  <a:close/>
                  <a:moveTo>
                    <a:pt x="2407" y="126"/>
                  </a:moveTo>
                  <a:lnTo>
                    <a:pt x="2407" y="126"/>
                  </a:lnTo>
                  <a:cubicBezTo>
                    <a:pt x="2407" y="135"/>
                    <a:pt x="2403" y="143"/>
                    <a:pt x="2399" y="152"/>
                  </a:cubicBezTo>
                  <a:cubicBezTo>
                    <a:pt x="2390" y="169"/>
                    <a:pt x="2373" y="194"/>
                    <a:pt x="2352" y="215"/>
                  </a:cubicBezTo>
                  <a:cubicBezTo>
                    <a:pt x="2318" y="261"/>
                    <a:pt x="2268" y="312"/>
                    <a:pt x="2205" y="367"/>
                  </a:cubicBezTo>
                  <a:cubicBezTo>
                    <a:pt x="2128" y="439"/>
                    <a:pt x="2031" y="515"/>
                    <a:pt x="1917" y="595"/>
                  </a:cubicBezTo>
                  <a:cubicBezTo>
                    <a:pt x="1909" y="574"/>
                    <a:pt x="1905" y="553"/>
                    <a:pt x="1896" y="532"/>
                  </a:cubicBezTo>
                  <a:cubicBezTo>
                    <a:pt x="1858" y="447"/>
                    <a:pt x="1803" y="367"/>
                    <a:pt x="1736" y="304"/>
                  </a:cubicBezTo>
                  <a:cubicBezTo>
                    <a:pt x="1871" y="245"/>
                    <a:pt x="1993" y="194"/>
                    <a:pt x="2095" y="160"/>
                  </a:cubicBezTo>
                  <a:cubicBezTo>
                    <a:pt x="2154" y="143"/>
                    <a:pt x="2205" y="126"/>
                    <a:pt x="2251" y="118"/>
                  </a:cubicBezTo>
                  <a:cubicBezTo>
                    <a:pt x="2297" y="109"/>
                    <a:pt x="2335" y="105"/>
                    <a:pt x="2361" y="105"/>
                  </a:cubicBezTo>
                  <a:cubicBezTo>
                    <a:pt x="2373" y="105"/>
                    <a:pt x="2382" y="105"/>
                    <a:pt x="2390" y="105"/>
                  </a:cubicBezTo>
                  <a:cubicBezTo>
                    <a:pt x="2399" y="109"/>
                    <a:pt x="2407" y="109"/>
                    <a:pt x="2411" y="114"/>
                  </a:cubicBezTo>
                  <a:lnTo>
                    <a:pt x="2411" y="114"/>
                  </a:lnTo>
                  <a:lnTo>
                    <a:pt x="2411" y="114"/>
                  </a:lnTo>
                  <a:cubicBezTo>
                    <a:pt x="2411" y="118"/>
                    <a:pt x="2411" y="122"/>
                    <a:pt x="2407" y="12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7" name="Freeform 56">
              <a:extLst>
                <a:ext uri="{FF2B5EF4-FFF2-40B4-BE49-F238E27FC236}">
                  <a16:creationId xmlns:a16="http://schemas.microsoft.com/office/drawing/2014/main" id="{73ABC022-9860-DB21-D616-C75FF0AC9514}"/>
                </a:ext>
              </a:extLst>
            </p:cNvPr>
            <p:cNvSpPr>
              <a:spLocks noChangeArrowheads="1"/>
            </p:cNvSpPr>
            <p:nvPr/>
          </p:nvSpPr>
          <p:spPr bwMode="auto">
            <a:xfrm>
              <a:off x="7848600" y="3141663"/>
              <a:ext cx="152400" cy="152400"/>
            </a:xfrm>
            <a:custGeom>
              <a:avLst/>
              <a:gdLst>
                <a:gd name="T0" fmla="*/ 93 w 423"/>
                <a:gd name="T1" fmla="*/ 384 h 423"/>
                <a:gd name="T2" fmla="*/ 93 w 423"/>
                <a:gd name="T3" fmla="*/ 384 h 423"/>
                <a:gd name="T4" fmla="*/ 211 w 423"/>
                <a:gd name="T5" fmla="*/ 422 h 423"/>
                <a:gd name="T6" fmla="*/ 291 w 423"/>
                <a:gd name="T7" fmla="*/ 405 h 423"/>
                <a:gd name="T8" fmla="*/ 384 w 423"/>
                <a:gd name="T9" fmla="*/ 329 h 423"/>
                <a:gd name="T10" fmla="*/ 422 w 423"/>
                <a:gd name="T11" fmla="*/ 211 h 423"/>
                <a:gd name="T12" fmla="*/ 405 w 423"/>
                <a:gd name="T13" fmla="*/ 126 h 423"/>
                <a:gd name="T14" fmla="*/ 329 w 423"/>
                <a:gd name="T15" fmla="*/ 34 h 423"/>
                <a:gd name="T16" fmla="*/ 211 w 423"/>
                <a:gd name="T17" fmla="*/ 0 h 423"/>
                <a:gd name="T18" fmla="*/ 127 w 423"/>
                <a:gd name="T19" fmla="*/ 17 h 423"/>
                <a:gd name="T20" fmla="*/ 34 w 423"/>
                <a:gd name="T21" fmla="*/ 93 h 423"/>
                <a:gd name="T22" fmla="*/ 0 w 423"/>
                <a:gd name="T23" fmla="*/ 211 h 423"/>
                <a:gd name="T24" fmla="*/ 17 w 423"/>
                <a:gd name="T25" fmla="*/ 291 h 423"/>
                <a:gd name="T26" fmla="*/ 93 w 423"/>
                <a:gd name="T27" fmla="*/ 384 h 423"/>
                <a:gd name="T28" fmla="*/ 114 w 423"/>
                <a:gd name="T29" fmla="*/ 169 h 423"/>
                <a:gd name="T30" fmla="*/ 114 w 423"/>
                <a:gd name="T31" fmla="*/ 169 h 423"/>
                <a:gd name="T32" fmla="*/ 152 w 423"/>
                <a:gd name="T33" fmla="*/ 122 h 423"/>
                <a:gd name="T34" fmla="*/ 211 w 423"/>
                <a:gd name="T35" fmla="*/ 105 h 423"/>
                <a:gd name="T36" fmla="*/ 253 w 423"/>
                <a:gd name="T37" fmla="*/ 114 h 423"/>
                <a:gd name="T38" fmla="*/ 300 w 423"/>
                <a:gd name="T39" fmla="*/ 152 h 423"/>
                <a:gd name="T40" fmla="*/ 317 w 423"/>
                <a:gd name="T41" fmla="*/ 211 h 423"/>
                <a:gd name="T42" fmla="*/ 308 w 423"/>
                <a:gd name="T43" fmla="*/ 253 h 423"/>
                <a:gd name="T44" fmla="*/ 270 w 423"/>
                <a:gd name="T45" fmla="*/ 300 h 423"/>
                <a:gd name="T46" fmla="*/ 211 w 423"/>
                <a:gd name="T47" fmla="*/ 316 h 423"/>
                <a:gd name="T48" fmla="*/ 169 w 423"/>
                <a:gd name="T49" fmla="*/ 308 h 423"/>
                <a:gd name="T50" fmla="*/ 122 w 423"/>
                <a:gd name="T51" fmla="*/ 270 h 423"/>
                <a:gd name="T52" fmla="*/ 106 w 423"/>
                <a:gd name="T53" fmla="*/ 211 h 423"/>
                <a:gd name="T54" fmla="*/ 114 w 423"/>
                <a:gd name="T55" fmla="*/ 169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3" h="423">
                  <a:moveTo>
                    <a:pt x="93" y="384"/>
                  </a:moveTo>
                  <a:lnTo>
                    <a:pt x="93" y="384"/>
                  </a:lnTo>
                  <a:cubicBezTo>
                    <a:pt x="127" y="409"/>
                    <a:pt x="169" y="422"/>
                    <a:pt x="211" y="422"/>
                  </a:cubicBezTo>
                  <a:cubicBezTo>
                    <a:pt x="241" y="422"/>
                    <a:pt x="266" y="414"/>
                    <a:pt x="291" y="405"/>
                  </a:cubicBezTo>
                  <a:cubicBezTo>
                    <a:pt x="329" y="388"/>
                    <a:pt x="363" y="363"/>
                    <a:pt x="384" y="329"/>
                  </a:cubicBezTo>
                  <a:cubicBezTo>
                    <a:pt x="410" y="295"/>
                    <a:pt x="422" y="253"/>
                    <a:pt x="422" y="211"/>
                  </a:cubicBezTo>
                  <a:cubicBezTo>
                    <a:pt x="422" y="181"/>
                    <a:pt x="414" y="152"/>
                    <a:pt x="405" y="126"/>
                  </a:cubicBezTo>
                  <a:cubicBezTo>
                    <a:pt x="388" y="88"/>
                    <a:pt x="363" y="59"/>
                    <a:pt x="329" y="34"/>
                  </a:cubicBezTo>
                  <a:cubicBezTo>
                    <a:pt x="296" y="12"/>
                    <a:pt x="253" y="0"/>
                    <a:pt x="211" y="0"/>
                  </a:cubicBezTo>
                  <a:cubicBezTo>
                    <a:pt x="181" y="0"/>
                    <a:pt x="152" y="4"/>
                    <a:pt x="127" y="17"/>
                  </a:cubicBezTo>
                  <a:cubicBezTo>
                    <a:pt x="89" y="34"/>
                    <a:pt x="59" y="59"/>
                    <a:pt x="34" y="93"/>
                  </a:cubicBezTo>
                  <a:cubicBezTo>
                    <a:pt x="13" y="126"/>
                    <a:pt x="0" y="169"/>
                    <a:pt x="0" y="211"/>
                  </a:cubicBezTo>
                  <a:cubicBezTo>
                    <a:pt x="0" y="240"/>
                    <a:pt x="4" y="266"/>
                    <a:pt x="17" y="291"/>
                  </a:cubicBezTo>
                  <a:cubicBezTo>
                    <a:pt x="34" y="329"/>
                    <a:pt x="59" y="363"/>
                    <a:pt x="93" y="384"/>
                  </a:cubicBezTo>
                  <a:close/>
                  <a:moveTo>
                    <a:pt x="114" y="169"/>
                  </a:moveTo>
                  <a:lnTo>
                    <a:pt x="114" y="169"/>
                  </a:lnTo>
                  <a:cubicBezTo>
                    <a:pt x="122" y="152"/>
                    <a:pt x="135" y="135"/>
                    <a:pt x="152" y="122"/>
                  </a:cubicBezTo>
                  <a:cubicBezTo>
                    <a:pt x="169" y="110"/>
                    <a:pt x="190" y="105"/>
                    <a:pt x="211" y="105"/>
                  </a:cubicBezTo>
                  <a:cubicBezTo>
                    <a:pt x="224" y="105"/>
                    <a:pt x="241" y="110"/>
                    <a:pt x="253" y="114"/>
                  </a:cubicBezTo>
                  <a:cubicBezTo>
                    <a:pt x="270" y="122"/>
                    <a:pt x="287" y="135"/>
                    <a:pt x="300" y="152"/>
                  </a:cubicBezTo>
                  <a:cubicBezTo>
                    <a:pt x="308" y="169"/>
                    <a:pt x="317" y="190"/>
                    <a:pt x="317" y="211"/>
                  </a:cubicBezTo>
                  <a:cubicBezTo>
                    <a:pt x="317" y="224"/>
                    <a:pt x="312" y="240"/>
                    <a:pt x="308" y="253"/>
                  </a:cubicBezTo>
                  <a:cubicBezTo>
                    <a:pt x="300" y="270"/>
                    <a:pt x="287" y="287"/>
                    <a:pt x="270" y="300"/>
                  </a:cubicBezTo>
                  <a:cubicBezTo>
                    <a:pt x="253" y="308"/>
                    <a:pt x="232" y="316"/>
                    <a:pt x="211" y="316"/>
                  </a:cubicBezTo>
                  <a:cubicBezTo>
                    <a:pt x="194" y="316"/>
                    <a:pt x="181" y="312"/>
                    <a:pt x="169" y="308"/>
                  </a:cubicBezTo>
                  <a:cubicBezTo>
                    <a:pt x="152" y="300"/>
                    <a:pt x="135" y="287"/>
                    <a:pt x="122" y="270"/>
                  </a:cubicBezTo>
                  <a:cubicBezTo>
                    <a:pt x="110" y="253"/>
                    <a:pt x="106" y="232"/>
                    <a:pt x="106" y="211"/>
                  </a:cubicBezTo>
                  <a:cubicBezTo>
                    <a:pt x="106" y="194"/>
                    <a:pt x="110" y="181"/>
                    <a:pt x="114"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8" name="Freeform 57">
              <a:extLst>
                <a:ext uri="{FF2B5EF4-FFF2-40B4-BE49-F238E27FC236}">
                  <a16:creationId xmlns:a16="http://schemas.microsoft.com/office/drawing/2014/main" id="{1191FF8E-B0E3-F539-95EA-57F9DE303B41}"/>
                </a:ext>
              </a:extLst>
            </p:cNvPr>
            <p:cNvSpPr>
              <a:spLocks noChangeArrowheads="1"/>
            </p:cNvSpPr>
            <p:nvPr/>
          </p:nvSpPr>
          <p:spPr bwMode="auto">
            <a:xfrm>
              <a:off x="7353300" y="3178175"/>
              <a:ext cx="209550" cy="209550"/>
            </a:xfrm>
            <a:custGeom>
              <a:avLst/>
              <a:gdLst>
                <a:gd name="T0" fmla="*/ 127 w 580"/>
                <a:gd name="T1" fmla="*/ 532 h 580"/>
                <a:gd name="T2" fmla="*/ 127 w 580"/>
                <a:gd name="T3" fmla="*/ 532 h 580"/>
                <a:gd name="T4" fmla="*/ 292 w 580"/>
                <a:gd name="T5" fmla="*/ 579 h 580"/>
                <a:gd name="T6" fmla="*/ 402 w 580"/>
                <a:gd name="T7" fmla="*/ 558 h 580"/>
                <a:gd name="T8" fmla="*/ 533 w 580"/>
                <a:gd name="T9" fmla="*/ 452 h 580"/>
                <a:gd name="T10" fmla="*/ 579 w 580"/>
                <a:gd name="T11" fmla="*/ 292 h 580"/>
                <a:gd name="T12" fmla="*/ 558 w 580"/>
                <a:gd name="T13" fmla="*/ 178 h 580"/>
                <a:gd name="T14" fmla="*/ 452 w 580"/>
                <a:gd name="T15" fmla="*/ 51 h 580"/>
                <a:gd name="T16" fmla="*/ 292 w 580"/>
                <a:gd name="T17" fmla="*/ 0 h 580"/>
                <a:gd name="T18" fmla="*/ 178 w 580"/>
                <a:gd name="T19" fmla="*/ 21 h 580"/>
                <a:gd name="T20" fmla="*/ 51 w 580"/>
                <a:gd name="T21" fmla="*/ 127 h 580"/>
                <a:gd name="T22" fmla="*/ 0 w 580"/>
                <a:gd name="T23" fmla="*/ 292 h 580"/>
                <a:gd name="T24" fmla="*/ 21 w 580"/>
                <a:gd name="T25" fmla="*/ 401 h 580"/>
                <a:gd name="T26" fmla="*/ 127 w 580"/>
                <a:gd name="T27" fmla="*/ 532 h 580"/>
                <a:gd name="T28" fmla="*/ 119 w 580"/>
                <a:gd name="T29" fmla="*/ 220 h 580"/>
                <a:gd name="T30" fmla="*/ 119 w 580"/>
                <a:gd name="T31" fmla="*/ 220 h 580"/>
                <a:gd name="T32" fmla="*/ 186 w 580"/>
                <a:gd name="T33" fmla="*/ 135 h 580"/>
                <a:gd name="T34" fmla="*/ 292 w 580"/>
                <a:gd name="T35" fmla="*/ 106 h 580"/>
                <a:gd name="T36" fmla="*/ 364 w 580"/>
                <a:gd name="T37" fmla="*/ 119 h 580"/>
                <a:gd name="T38" fmla="*/ 444 w 580"/>
                <a:gd name="T39" fmla="*/ 186 h 580"/>
                <a:gd name="T40" fmla="*/ 473 w 580"/>
                <a:gd name="T41" fmla="*/ 292 h 580"/>
                <a:gd name="T42" fmla="*/ 461 w 580"/>
                <a:gd name="T43" fmla="*/ 364 h 580"/>
                <a:gd name="T44" fmla="*/ 393 w 580"/>
                <a:gd name="T45" fmla="*/ 444 h 580"/>
                <a:gd name="T46" fmla="*/ 292 w 580"/>
                <a:gd name="T47" fmla="*/ 473 h 580"/>
                <a:gd name="T48" fmla="*/ 220 w 580"/>
                <a:gd name="T49" fmla="*/ 461 h 580"/>
                <a:gd name="T50" fmla="*/ 135 w 580"/>
                <a:gd name="T51" fmla="*/ 393 h 580"/>
                <a:gd name="T52" fmla="*/ 106 w 580"/>
                <a:gd name="T53" fmla="*/ 292 h 580"/>
                <a:gd name="T54" fmla="*/ 119 w 580"/>
                <a:gd name="T55" fmla="*/ 220 h 5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580" h="580">
                  <a:moveTo>
                    <a:pt x="127" y="532"/>
                  </a:moveTo>
                  <a:lnTo>
                    <a:pt x="127" y="532"/>
                  </a:lnTo>
                  <a:cubicBezTo>
                    <a:pt x="173" y="562"/>
                    <a:pt x="228" y="579"/>
                    <a:pt x="292" y="579"/>
                  </a:cubicBezTo>
                  <a:cubicBezTo>
                    <a:pt x="330" y="579"/>
                    <a:pt x="368" y="570"/>
                    <a:pt x="402" y="558"/>
                  </a:cubicBezTo>
                  <a:cubicBezTo>
                    <a:pt x="456" y="537"/>
                    <a:pt x="499" y="499"/>
                    <a:pt x="533" y="452"/>
                  </a:cubicBezTo>
                  <a:cubicBezTo>
                    <a:pt x="562" y="406"/>
                    <a:pt x="579" y="351"/>
                    <a:pt x="579" y="292"/>
                  </a:cubicBezTo>
                  <a:cubicBezTo>
                    <a:pt x="579" y="249"/>
                    <a:pt x="570" y="211"/>
                    <a:pt x="558" y="178"/>
                  </a:cubicBezTo>
                  <a:cubicBezTo>
                    <a:pt x="537" y="123"/>
                    <a:pt x="499" y="81"/>
                    <a:pt x="452" y="51"/>
                  </a:cubicBezTo>
                  <a:cubicBezTo>
                    <a:pt x="406" y="17"/>
                    <a:pt x="351" y="0"/>
                    <a:pt x="292" y="0"/>
                  </a:cubicBezTo>
                  <a:cubicBezTo>
                    <a:pt x="250" y="0"/>
                    <a:pt x="212" y="9"/>
                    <a:pt x="178" y="21"/>
                  </a:cubicBezTo>
                  <a:cubicBezTo>
                    <a:pt x="127" y="43"/>
                    <a:pt x="81" y="81"/>
                    <a:pt x="51" y="127"/>
                  </a:cubicBezTo>
                  <a:cubicBezTo>
                    <a:pt x="17" y="174"/>
                    <a:pt x="0" y="228"/>
                    <a:pt x="0" y="292"/>
                  </a:cubicBezTo>
                  <a:cubicBezTo>
                    <a:pt x="0" y="330"/>
                    <a:pt x="9" y="368"/>
                    <a:pt x="21" y="401"/>
                  </a:cubicBezTo>
                  <a:cubicBezTo>
                    <a:pt x="47" y="456"/>
                    <a:pt x="81" y="499"/>
                    <a:pt x="127" y="532"/>
                  </a:cubicBezTo>
                  <a:close/>
                  <a:moveTo>
                    <a:pt x="119" y="220"/>
                  </a:moveTo>
                  <a:lnTo>
                    <a:pt x="119" y="220"/>
                  </a:lnTo>
                  <a:cubicBezTo>
                    <a:pt x="135" y="186"/>
                    <a:pt x="157" y="157"/>
                    <a:pt x="186" y="135"/>
                  </a:cubicBezTo>
                  <a:cubicBezTo>
                    <a:pt x="216" y="119"/>
                    <a:pt x="254" y="106"/>
                    <a:pt x="292" y="106"/>
                  </a:cubicBezTo>
                  <a:cubicBezTo>
                    <a:pt x="317" y="106"/>
                    <a:pt x="338" y="110"/>
                    <a:pt x="364" y="119"/>
                  </a:cubicBezTo>
                  <a:cubicBezTo>
                    <a:pt x="393" y="135"/>
                    <a:pt x="423" y="157"/>
                    <a:pt x="444" y="186"/>
                  </a:cubicBezTo>
                  <a:cubicBezTo>
                    <a:pt x="465" y="216"/>
                    <a:pt x="473" y="249"/>
                    <a:pt x="473" y="292"/>
                  </a:cubicBezTo>
                  <a:cubicBezTo>
                    <a:pt x="473" y="317"/>
                    <a:pt x="469" y="338"/>
                    <a:pt x="461" y="364"/>
                  </a:cubicBezTo>
                  <a:cubicBezTo>
                    <a:pt x="448" y="393"/>
                    <a:pt x="423" y="423"/>
                    <a:pt x="393" y="444"/>
                  </a:cubicBezTo>
                  <a:cubicBezTo>
                    <a:pt x="364" y="465"/>
                    <a:pt x="330" y="473"/>
                    <a:pt x="292" y="473"/>
                  </a:cubicBezTo>
                  <a:cubicBezTo>
                    <a:pt x="266" y="473"/>
                    <a:pt x="241" y="469"/>
                    <a:pt x="220" y="461"/>
                  </a:cubicBezTo>
                  <a:cubicBezTo>
                    <a:pt x="186" y="448"/>
                    <a:pt x="157" y="423"/>
                    <a:pt x="135" y="393"/>
                  </a:cubicBezTo>
                  <a:cubicBezTo>
                    <a:pt x="119" y="364"/>
                    <a:pt x="106" y="330"/>
                    <a:pt x="106" y="292"/>
                  </a:cubicBezTo>
                  <a:cubicBezTo>
                    <a:pt x="106" y="262"/>
                    <a:pt x="110" y="241"/>
                    <a:pt x="119" y="22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39" name="Freeform 58">
              <a:extLst>
                <a:ext uri="{FF2B5EF4-FFF2-40B4-BE49-F238E27FC236}">
                  <a16:creationId xmlns:a16="http://schemas.microsoft.com/office/drawing/2014/main" id="{48DE2F9F-2F7E-9E5C-0CD4-9922AD2543B5}"/>
                </a:ext>
              </a:extLst>
            </p:cNvPr>
            <p:cNvSpPr>
              <a:spLocks noChangeArrowheads="1"/>
            </p:cNvSpPr>
            <p:nvPr/>
          </p:nvSpPr>
          <p:spPr bwMode="auto">
            <a:xfrm>
              <a:off x="7524750" y="3843338"/>
              <a:ext cx="152400" cy="152400"/>
            </a:xfrm>
            <a:custGeom>
              <a:avLst/>
              <a:gdLst>
                <a:gd name="T0" fmla="*/ 330 w 424"/>
                <a:gd name="T1" fmla="*/ 38 h 423"/>
                <a:gd name="T2" fmla="*/ 330 w 424"/>
                <a:gd name="T3" fmla="*/ 38 h 423"/>
                <a:gd name="T4" fmla="*/ 212 w 424"/>
                <a:gd name="T5" fmla="*/ 0 h 423"/>
                <a:gd name="T6" fmla="*/ 131 w 424"/>
                <a:gd name="T7" fmla="*/ 17 h 423"/>
                <a:gd name="T8" fmla="*/ 38 w 424"/>
                <a:gd name="T9" fmla="*/ 93 h 423"/>
                <a:gd name="T10" fmla="*/ 0 w 424"/>
                <a:gd name="T11" fmla="*/ 211 h 423"/>
                <a:gd name="T12" fmla="*/ 17 w 424"/>
                <a:gd name="T13" fmla="*/ 295 h 423"/>
                <a:gd name="T14" fmla="*/ 93 w 424"/>
                <a:gd name="T15" fmla="*/ 388 h 423"/>
                <a:gd name="T16" fmla="*/ 212 w 424"/>
                <a:gd name="T17" fmla="*/ 422 h 423"/>
                <a:gd name="T18" fmla="*/ 296 w 424"/>
                <a:gd name="T19" fmla="*/ 405 h 423"/>
                <a:gd name="T20" fmla="*/ 389 w 424"/>
                <a:gd name="T21" fmla="*/ 329 h 423"/>
                <a:gd name="T22" fmla="*/ 423 w 424"/>
                <a:gd name="T23" fmla="*/ 211 h 423"/>
                <a:gd name="T24" fmla="*/ 406 w 424"/>
                <a:gd name="T25" fmla="*/ 131 h 423"/>
                <a:gd name="T26" fmla="*/ 330 w 424"/>
                <a:gd name="T27" fmla="*/ 38 h 423"/>
                <a:gd name="T28" fmla="*/ 309 w 424"/>
                <a:gd name="T29" fmla="*/ 253 h 423"/>
                <a:gd name="T30" fmla="*/ 309 w 424"/>
                <a:gd name="T31" fmla="*/ 253 h 423"/>
                <a:gd name="T32" fmla="*/ 271 w 424"/>
                <a:gd name="T33" fmla="*/ 300 h 423"/>
                <a:gd name="T34" fmla="*/ 212 w 424"/>
                <a:gd name="T35" fmla="*/ 316 h 423"/>
                <a:gd name="T36" fmla="*/ 173 w 424"/>
                <a:gd name="T37" fmla="*/ 308 h 423"/>
                <a:gd name="T38" fmla="*/ 127 w 424"/>
                <a:gd name="T39" fmla="*/ 270 h 423"/>
                <a:gd name="T40" fmla="*/ 106 w 424"/>
                <a:gd name="T41" fmla="*/ 211 h 423"/>
                <a:gd name="T42" fmla="*/ 114 w 424"/>
                <a:gd name="T43" fmla="*/ 173 h 423"/>
                <a:gd name="T44" fmla="*/ 152 w 424"/>
                <a:gd name="T45" fmla="*/ 126 h 423"/>
                <a:gd name="T46" fmla="*/ 212 w 424"/>
                <a:gd name="T47" fmla="*/ 105 h 423"/>
                <a:gd name="T48" fmla="*/ 254 w 424"/>
                <a:gd name="T49" fmla="*/ 114 h 423"/>
                <a:gd name="T50" fmla="*/ 300 w 424"/>
                <a:gd name="T51" fmla="*/ 152 h 423"/>
                <a:gd name="T52" fmla="*/ 317 w 424"/>
                <a:gd name="T53" fmla="*/ 211 h 423"/>
                <a:gd name="T54" fmla="*/ 309 w 424"/>
                <a:gd name="T55" fmla="*/ 25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24" h="423">
                  <a:moveTo>
                    <a:pt x="330" y="38"/>
                  </a:moveTo>
                  <a:lnTo>
                    <a:pt x="330" y="38"/>
                  </a:lnTo>
                  <a:cubicBezTo>
                    <a:pt x="296" y="12"/>
                    <a:pt x="258" y="0"/>
                    <a:pt x="212" y="0"/>
                  </a:cubicBezTo>
                  <a:cubicBezTo>
                    <a:pt x="186" y="0"/>
                    <a:pt x="157" y="8"/>
                    <a:pt x="131" y="17"/>
                  </a:cubicBezTo>
                  <a:cubicBezTo>
                    <a:pt x="93" y="34"/>
                    <a:pt x="60" y="59"/>
                    <a:pt x="38" y="93"/>
                  </a:cubicBezTo>
                  <a:cubicBezTo>
                    <a:pt x="17" y="126"/>
                    <a:pt x="0" y="169"/>
                    <a:pt x="0" y="211"/>
                  </a:cubicBezTo>
                  <a:cubicBezTo>
                    <a:pt x="0" y="241"/>
                    <a:pt x="9" y="270"/>
                    <a:pt x="17" y="295"/>
                  </a:cubicBezTo>
                  <a:cubicBezTo>
                    <a:pt x="34" y="333"/>
                    <a:pt x="60" y="363"/>
                    <a:pt x="93" y="388"/>
                  </a:cubicBezTo>
                  <a:cubicBezTo>
                    <a:pt x="127" y="409"/>
                    <a:pt x="169" y="422"/>
                    <a:pt x="212" y="422"/>
                  </a:cubicBezTo>
                  <a:cubicBezTo>
                    <a:pt x="241" y="422"/>
                    <a:pt x="271" y="418"/>
                    <a:pt x="296" y="405"/>
                  </a:cubicBezTo>
                  <a:cubicBezTo>
                    <a:pt x="334" y="393"/>
                    <a:pt x="364" y="363"/>
                    <a:pt x="389" y="329"/>
                  </a:cubicBezTo>
                  <a:cubicBezTo>
                    <a:pt x="410" y="295"/>
                    <a:pt x="423" y="257"/>
                    <a:pt x="423" y="211"/>
                  </a:cubicBezTo>
                  <a:cubicBezTo>
                    <a:pt x="423" y="181"/>
                    <a:pt x="418" y="156"/>
                    <a:pt x="406" y="131"/>
                  </a:cubicBezTo>
                  <a:cubicBezTo>
                    <a:pt x="393" y="93"/>
                    <a:pt x="364" y="59"/>
                    <a:pt x="330" y="38"/>
                  </a:cubicBezTo>
                  <a:close/>
                  <a:moveTo>
                    <a:pt x="309" y="253"/>
                  </a:moveTo>
                  <a:lnTo>
                    <a:pt x="309" y="253"/>
                  </a:lnTo>
                  <a:cubicBezTo>
                    <a:pt x="304" y="274"/>
                    <a:pt x="287" y="287"/>
                    <a:pt x="271" y="300"/>
                  </a:cubicBezTo>
                  <a:cubicBezTo>
                    <a:pt x="254" y="312"/>
                    <a:pt x="237" y="316"/>
                    <a:pt x="212" y="316"/>
                  </a:cubicBezTo>
                  <a:cubicBezTo>
                    <a:pt x="199" y="316"/>
                    <a:pt x="186" y="316"/>
                    <a:pt x="173" y="308"/>
                  </a:cubicBezTo>
                  <a:cubicBezTo>
                    <a:pt x="152" y="300"/>
                    <a:pt x="135" y="287"/>
                    <a:pt x="127" y="270"/>
                  </a:cubicBezTo>
                  <a:cubicBezTo>
                    <a:pt x="114" y="253"/>
                    <a:pt x="106" y="236"/>
                    <a:pt x="106" y="211"/>
                  </a:cubicBezTo>
                  <a:cubicBezTo>
                    <a:pt x="106" y="198"/>
                    <a:pt x="110" y="186"/>
                    <a:pt x="114" y="173"/>
                  </a:cubicBezTo>
                  <a:cubicBezTo>
                    <a:pt x="123" y="152"/>
                    <a:pt x="135" y="135"/>
                    <a:pt x="152" y="126"/>
                  </a:cubicBezTo>
                  <a:cubicBezTo>
                    <a:pt x="169" y="114"/>
                    <a:pt x="190" y="105"/>
                    <a:pt x="212" y="105"/>
                  </a:cubicBezTo>
                  <a:cubicBezTo>
                    <a:pt x="228" y="105"/>
                    <a:pt x="241" y="110"/>
                    <a:pt x="254" y="114"/>
                  </a:cubicBezTo>
                  <a:cubicBezTo>
                    <a:pt x="275" y="122"/>
                    <a:pt x="287" y="135"/>
                    <a:pt x="300" y="152"/>
                  </a:cubicBezTo>
                  <a:cubicBezTo>
                    <a:pt x="313" y="169"/>
                    <a:pt x="317" y="190"/>
                    <a:pt x="317" y="211"/>
                  </a:cubicBezTo>
                  <a:cubicBezTo>
                    <a:pt x="317" y="228"/>
                    <a:pt x="317" y="241"/>
                    <a:pt x="309" y="25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0" name="Freeform 59">
              <a:extLst>
                <a:ext uri="{FF2B5EF4-FFF2-40B4-BE49-F238E27FC236}">
                  <a16:creationId xmlns:a16="http://schemas.microsoft.com/office/drawing/2014/main" id="{E249FEB5-E32D-8618-20AF-3E2CC5274B9A}"/>
                </a:ext>
              </a:extLst>
            </p:cNvPr>
            <p:cNvSpPr>
              <a:spLocks noChangeArrowheads="1"/>
            </p:cNvSpPr>
            <p:nvPr/>
          </p:nvSpPr>
          <p:spPr bwMode="auto">
            <a:xfrm>
              <a:off x="7602538" y="3406775"/>
              <a:ext cx="187325" cy="153988"/>
            </a:xfrm>
            <a:custGeom>
              <a:avLst/>
              <a:gdLst>
                <a:gd name="T0" fmla="*/ 46 w 520"/>
                <a:gd name="T1" fmla="*/ 418 h 427"/>
                <a:gd name="T2" fmla="*/ 46 w 520"/>
                <a:gd name="T3" fmla="*/ 418 h 427"/>
                <a:gd name="T4" fmla="*/ 110 w 520"/>
                <a:gd name="T5" fmla="*/ 380 h 427"/>
                <a:gd name="T6" fmla="*/ 110 w 520"/>
                <a:gd name="T7" fmla="*/ 380 h 427"/>
                <a:gd name="T8" fmla="*/ 241 w 520"/>
                <a:gd name="T9" fmla="*/ 181 h 427"/>
                <a:gd name="T10" fmla="*/ 469 w 520"/>
                <a:gd name="T11" fmla="*/ 105 h 427"/>
                <a:gd name="T12" fmla="*/ 519 w 520"/>
                <a:gd name="T13" fmla="*/ 50 h 427"/>
                <a:gd name="T14" fmla="*/ 469 w 520"/>
                <a:gd name="T15" fmla="*/ 0 h 427"/>
                <a:gd name="T16" fmla="*/ 173 w 520"/>
                <a:gd name="T17" fmla="*/ 101 h 427"/>
                <a:gd name="T18" fmla="*/ 8 w 520"/>
                <a:gd name="T19" fmla="*/ 355 h 427"/>
                <a:gd name="T20" fmla="*/ 46 w 520"/>
                <a:gd name="T21" fmla="*/ 418 h 4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0" h="427">
                  <a:moveTo>
                    <a:pt x="46" y="418"/>
                  </a:moveTo>
                  <a:lnTo>
                    <a:pt x="46" y="418"/>
                  </a:lnTo>
                  <a:cubicBezTo>
                    <a:pt x="76" y="426"/>
                    <a:pt x="101" y="409"/>
                    <a:pt x="110" y="380"/>
                  </a:cubicBezTo>
                  <a:lnTo>
                    <a:pt x="110" y="380"/>
                  </a:lnTo>
                  <a:cubicBezTo>
                    <a:pt x="131" y="304"/>
                    <a:pt x="177" y="232"/>
                    <a:pt x="241" y="181"/>
                  </a:cubicBezTo>
                  <a:cubicBezTo>
                    <a:pt x="304" y="135"/>
                    <a:pt x="380" y="105"/>
                    <a:pt x="469" y="105"/>
                  </a:cubicBezTo>
                  <a:cubicBezTo>
                    <a:pt x="498" y="105"/>
                    <a:pt x="519" y="80"/>
                    <a:pt x="519" y="50"/>
                  </a:cubicBezTo>
                  <a:cubicBezTo>
                    <a:pt x="519" y="21"/>
                    <a:pt x="498" y="0"/>
                    <a:pt x="469" y="0"/>
                  </a:cubicBezTo>
                  <a:cubicBezTo>
                    <a:pt x="359" y="0"/>
                    <a:pt x="258" y="38"/>
                    <a:pt x="173" y="101"/>
                  </a:cubicBezTo>
                  <a:cubicBezTo>
                    <a:pt x="93" y="165"/>
                    <a:pt x="34" y="253"/>
                    <a:pt x="8" y="355"/>
                  </a:cubicBezTo>
                  <a:cubicBezTo>
                    <a:pt x="0" y="384"/>
                    <a:pt x="17" y="414"/>
                    <a:pt x="46" y="418"/>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1" name="Freeform 60">
              <a:extLst>
                <a:ext uri="{FF2B5EF4-FFF2-40B4-BE49-F238E27FC236}">
                  <a16:creationId xmlns:a16="http://schemas.microsoft.com/office/drawing/2014/main" id="{6A126CEA-5BC7-BFBD-B484-06683B6BC4EF}"/>
                </a:ext>
              </a:extLst>
            </p:cNvPr>
            <p:cNvSpPr>
              <a:spLocks noChangeArrowheads="1"/>
            </p:cNvSpPr>
            <p:nvPr/>
          </p:nvSpPr>
          <p:spPr bwMode="auto">
            <a:xfrm>
              <a:off x="7600950" y="3576638"/>
              <a:ext cx="61913" cy="98425"/>
            </a:xfrm>
            <a:custGeom>
              <a:avLst/>
              <a:gdLst>
                <a:gd name="T0" fmla="*/ 63 w 174"/>
                <a:gd name="T1" fmla="*/ 240 h 275"/>
                <a:gd name="T2" fmla="*/ 63 w 174"/>
                <a:gd name="T3" fmla="*/ 240 h 275"/>
                <a:gd name="T4" fmla="*/ 135 w 174"/>
                <a:gd name="T5" fmla="*/ 257 h 275"/>
                <a:gd name="T6" fmla="*/ 156 w 174"/>
                <a:gd name="T7" fmla="*/ 186 h 275"/>
                <a:gd name="T8" fmla="*/ 156 w 174"/>
                <a:gd name="T9" fmla="*/ 186 h 275"/>
                <a:gd name="T10" fmla="*/ 109 w 174"/>
                <a:gd name="T11" fmla="*/ 46 h 275"/>
                <a:gd name="T12" fmla="*/ 50 w 174"/>
                <a:gd name="T13" fmla="*/ 0 h 275"/>
                <a:gd name="T14" fmla="*/ 4 w 174"/>
                <a:gd name="T15" fmla="*/ 59 h 275"/>
                <a:gd name="T16" fmla="*/ 63 w 174"/>
                <a:gd name="T17" fmla="*/ 24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74" h="275">
                  <a:moveTo>
                    <a:pt x="63" y="240"/>
                  </a:moveTo>
                  <a:lnTo>
                    <a:pt x="63" y="240"/>
                  </a:lnTo>
                  <a:cubicBezTo>
                    <a:pt x="80" y="266"/>
                    <a:pt x="113" y="274"/>
                    <a:pt x="135" y="257"/>
                  </a:cubicBezTo>
                  <a:cubicBezTo>
                    <a:pt x="160" y="245"/>
                    <a:pt x="173" y="211"/>
                    <a:pt x="156" y="186"/>
                  </a:cubicBezTo>
                  <a:lnTo>
                    <a:pt x="156" y="186"/>
                  </a:lnTo>
                  <a:cubicBezTo>
                    <a:pt x="130" y="143"/>
                    <a:pt x="118" y="97"/>
                    <a:pt x="109" y="46"/>
                  </a:cubicBezTo>
                  <a:cubicBezTo>
                    <a:pt x="105" y="17"/>
                    <a:pt x="80" y="0"/>
                    <a:pt x="50" y="0"/>
                  </a:cubicBezTo>
                  <a:cubicBezTo>
                    <a:pt x="21" y="4"/>
                    <a:pt x="0" y="34"/>
                    <a:pt x="4" y="59"/>
                  </a:cubicBezTo>
                  <a:cubicBezTo>
                    <a:pt x="12" y="126"/>
                    <a:pt x="33" y="186"/>
                    <a:pt x="63" y="24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42" name="Group 345">
            <a:extLst>
              <a:ext uri="{FF2B5EF4-FFF2-40B4-BE49-F238E27FC236}">
                <a16:creationId xmlns:a16="http://schemas.microsoft.com/office/drawing/2014/main" id="{E99CD2B7-B5E8-386F-64AF-2F7CCBEF1AA0}"/>
              </a:ext>
            </a:extLst>
          </p:cNvPr>
          <p:cNvGrpSpPr/>
          <p:nvPr/>
        </p:nvGrpSpPr>
        <p:grpSpPr>
          <a:xfrm>
            <a:off x="1063972" y="4786124"/>
            <a:ext cx="277972" cy="277508"/>
            <a:chOff x="36513" y="3103563"/>
            <a:chExt cx="950912" cy="949325"/>
          </a:xfrm>
          <a:solidFill>
            <a:schemeClr val="accent4"/>
          </a:solidFill>
        </p:grpSpPr>
        <p:sp>
          <p:nvSpPr>
            <p:cNvPr id="343" name="Freeform 61">
              <a:extLst>
                <a:ext uri="{FF2B5EF4-FFF2-40B4-BE49-F238E27FC236}">
                  <a16:creationId xmlns:a16="http://schemas.microsoft.com/office/drawing/2014/main" id="{B0A4F9D0-945A-B896-E3C8-FEA6720B2322}"/>
                </a:ext>
              </a:extLst>
            </p:cNvPr>
            <p:cNvSpPr>
              <a:spLocks noChangeArrowheads="1"/>
            </p:cNvSpPr>
            <p:nvPr/>
          </p:nvSpPr>
          <p:spPr bwMode="auto">
            <a:xfrm>
              <a:off x="36513" y="3103563"/>
              <a:ext cx="646112" cy="646112"/>
            </a:xfrm>
            <a:custGeom>
              <a:avLst/>
              <a:gdLst>
                <a:gd name="T0" fmla="*/ 1166 w 1796"/>
                <a:gd name="T1" fmla="*/ 1529 h 1796"/>
                <a:gd name="T2" fmla="*/ 1584 w 1796"/>
                <a:gd name="T3" fmla="*/ 950 h 1796"/>
                <a:gd name="T4" fmla="*/ 1795 w 1796"/>
                <a:gd name="T5" fmla="*/ 895 h 1796"/>
                <a:gd name="T6" fmla="*/ 1584 w 1796"/>
                <a:gd name="T7" fmla="*/ 845 h 1796"/>
                <a:gd name="T8" fmla="*/ 1516 w 1796"/>
                <a:gd name="T9" fmla="*/ 600 h 1796"/>
                <a:gd name="T10" fmla="*/ 1677 w 1796"/>
                <a:gd name="T11" fmla="*/ 448 h 1796"/>
                <a:gd name="T12" fmla="*/ 1465 w 1796"/>
                <a:gd name="T13" fmla="*/ 507 h 1796"/>
                <a:gd name="T14" fmla="*/ 1368 w 1796"/>
                <a:gd name="T15" fmla="*/ 190 h 1796"/>
                <a:gd name="T16" fmla="*/ 1275 w 1796"/>
                <a:gd name="T17" fmla="*/ 140 h 1796"/>
                <a:gd name="T18" fmla="*/ 950 w 1796"/>
                <a:gd name="T19" fmla="*/ 211 h 1796"/>
                <a:gd name="T20" fmla="*/ 900 w 1796"/>
                <a:gd name="T21" fmla="*/ 0 h 1796"/>
                <a:gd name="T22" fmla="*/ 845 w 1796"/>
                <a:gd name="T23" fmla="*/ 211 h 1796"/>
                <a:gd name="T24" fmla="*/ 604 w 1796"/>
                <a:gd name="T25" fmla="*/ 279 h 1796"/>
                <a:gd name="T26" fmla="*/ 452 w 1796"/>
                <a:gd name="T27" fmla="*/ 118 h 1796"/>
                <a:gd name="T28" fmla="*/ 511 w 1796"/>
                <a:gd name="T29" fmla="*/ 330 h 1796"/>
                <a:gd name="T30" fmla="*/ 194 w 1796"/>
                <a:gd name="T31" fmla="*/ 427 h 1796"/>
                <a:gd name="T32" fmla="*/ 139 w 1796"/>
                <a:gd name="T33" fmla="*/ 520 h 1796"/>
                <a:gd name="T34" fmla="*/ 215 w 1796"/>
                <a:gd name="T35" fmla="*/ 845 h 1796"/>
                <a:gd name="T36" fmla="*/ 0 w 1796"/>
                <a:gd name="T37" fmla="*/ 895 h 1796"/>
                <a:gd name="T38" fmla="*/ 215 w 1796"/>
                <a:gd name="T39" fmla="*/ 950 h 1796"/>
                <a:gd name="T40" fmla="*/ 279 w 1796"/>
                <a:gd name="T41" fmla="*/ 1195 h 1796"/>
                <a:gd name="T42" fmla="*/ 122 w 1796"/>
                <a:gd name="T43" fmla="*/ 1347 h 1796"/>
                <a:gd name="T44" fmla="*/ 334 w 1796"/>
                <a:gd name="T45" fmla="*/ 1284 h 1796"/>
                <a:gd name="T46" fmla="*/ 431 w 1796"/>
                <a:gd name="T47" fmla="*/ 1601 h 1796"/>
                <a:gd name="T48" fmla="*/ 524 w 1796"/>
                <a:gd name="T49" fmla="*/ 1656 h 1796"/>
                <a:gd name="T50" fmla="*/ 845 w 1796"/>
                <a:gd name="T51" fmla="*/ 1580 h 1796"/>
                <a:gd name="T52" fmla="*/ 900 w 1796"/>
                <a:gd name="T53" fmla="*/ 1795 h 1796"/>
                <a:gd name="T54" fmla="*/ 950 w 1796"/>
                <a:gd name="T55" fmla="*/ 1580 h 1796"/>
                <a:gd name="T56" fmla="*/ 608 w 1796"/>
                <a:gd name="T57" fmla="*/ 1398 h 1796"/>
                <a:gd name="T58" fmla="*/ 608 w 1796"/>
                <a:gd name="T59" fmla="*/ 1398 h 1796"/>
                <a:gd name="T60" fmla="*/ 418 w 1796"/>
                <a:gd name="T61" fmla="*/ 1221 h 1796"/>
                <a:gd name="T62" fmla="*/ 397 w 1796"/>
                <a:gd name="T63" fmla="*/ 1187 h 1796"/>
                <a:gd name="T64" fmla="*/ 317 w 1796"/>
                <a:gd name="T65" fmla="*/ 895 h 1796"/>
                <a:gd name="T66" fmla="*/ 317 w 1796"/>
                <a:gd name="T67" fmla="*/ 895 h 1796"/>
                <a:gd name="T68" fmla="*/ 397 w 1796"/>
                <a:gd name="T69" fmla="*/ 608 h 1796"/>
                <a:gd name="T70" fmla="*/ 397 w 1796"/>
                <a:gd name="T71" fmla="*/ 608 h 1796"/>
                <a:gd name="T72" fmla="*/ 608 w 1796"/>
                <a:gd name="T73" fmla="*/ 393 h 1796"/>
                <a:gd name="T74" fmla="*/ 608 w 1796"/>
                <a:gd name="T75" fmla="*/ 393 h 1796"/>
                <a:gd name="T76" fmla="*/ 900 w 1796"/>
                <a:gd name="T77" fmla="*/ 317 h 1796"/>
                <a:gd name="T78" fmla="*/ 1123 w 1796"/>
                <a:gd name="T79" fmla="*/ 363 h 1796"/>
                <a:gd name="T80" fmla="*/ 1191 w 1796"/>
                <a:gd name="T81" fmla="*/ 393 h 1796"/>
                <a:gd name="T82" fmla="*/ 1381 w 1796"/>
                <a:gd name="T83" fmla="*/ 570 h 1796"/>
                <a:gd name="T84" fmla="*/ 1402 w 1796"/>
                <a:gd name="T85" fmla="*/ 608 h 1796"/>
                <a:gd name="T86" fmla="*/ 1478 w 1796"/>
                <a:gd name="T87" fmla="*/ 895 h 1796"/>
                <a:gd name="T88" fmla="*/ 1225 w 1796"/>
                <a:gd name="T89" fmla="*/ 1377 h 1796"/>
                <a:gd name="T90" fmla="*/ 672 w 1796"/>
                <a:gd name="T91" fmla="*/ 1432 h 17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796" h="1796">
                  <a:moveTo>
                    <a:pt x="1166" y="1529"/>
                  </a:moveTo>
                  <a:lnTo>
                    <a:pt x="1166" y="1529"/>
                  </a:lnTo>
                  <a:cubicBezTo>
                    <a:pt x="1288" y="1478"/>
                    <a:pt x="1394" y="1390"/>
                    <a:pt x="1470" y="1280"/>
                  </a:cubicBezTo>
                  <a:cubicBezTo>
                    <a:pt x="1533" y="1187"/>
                    <a:pt x="1575" y="1073"/>
                    <a:pt x="1584" y="950"/>
                  </a:cubicBezTo>
                  <a:cubicBezTo>
                    <a:pt x="1744" y="950"/>
                    <a:pt x="1744" y="950"/>
                    <a:pt x="1744" y="950"/>
                  </a:cubicBezTo>
                  <a:cubicBezTo>
                    <a:pt x="1774" y="950"/>
                    <a:pt x="1795" y="925"/>
                    <a:pt x="1795" y="895"/>
                  </a:cubicBezTo>
                  <a:cubicBezTo>
                    <a:pt x="1795" y="866"/>
                    <a:pt x="1774" y="845"/>
                    <a:pt x="1744" y="845"/>
                  </a:cubicBezTo>
                  <a:cubicBezTo>
                    <a:pt x="1584" y="845"/>
                    <a:pt x="1584" y="845"/>
                    <a:pt x="1584" y="845"/>
                  </a:cubicBezTo>
                  <a:cubicBezTo>
                    <a:pt x="1579" y="769"/>
                    <a:pt x="1558" y="697"/>
                    <a:pt x="1533" y="629"/>
                  </a:cubicBezTo>
                  <a:cubicBezTo>
                    <a:pt x="1529" y="621"/>
                    <a:pt x="1525" y="608"/>
                    <a:pt x="1516" y="600"/>
                  </a:cubicBezTo>
                  <a:cubicBezTo>
                    <a:pt x="1656" y="520"/>
                    <a:pt x="1656" y="520"/>
                    <a:pt x="1656" y="520"/>
                  </a:cubicBezTo>
                  <a:cubicBezTo>
                    <a:pt x="1681" y="507"/>
                    <a:pt x="1689" y="473"/>
                    <a:pt x="1677" y="448"/>
                  </a:cubicBezTo>
                  <a:cubicBezTo>
                    <a:pt x="1660" y="422"/>
                    <a:pt x="1630" y="414"/>
                    <a:pt x="1605" y="427"/>
                  </a:cubicBezTo>
                  <a:cubicBezTo>
                    <a:pt x="1465" y="507"/>
                    <a:pt x="1465" y="507"/>
                    <a:pt x="1465" y="507"/>
                  </a:cubicBezTo>
                  <a:cubicBezTo>
                    <a:pt x="1419" y="439"/>
                    <a:pt x="1356" y="380"/>
                    <a:pt x="1288" y="330"/>
                  </a:cubicBezTo>
                  <a:cubicBezTo>
                    <a:pt x="1368" y="190"/>
                    <a:pt x="1368" y="190"/>
                    <a:pt x="1368" y="190"/>
                  </a:cubicBezTo>
                  <a:cubicBezTo>
                    <a:pt x="1381" y="165"/>
                    <a:pt x="1373" y="135"/>
                    <a:pt x="1347" y="118"/>
                  </a:cubicBezTo>
                  <a:cubicBezTo>
                    <a:pt x="1322" y="106"/>
                    <a:pt x="1288" y="114"/>
                    <a:pt x="1275" y="140"/>
                  </a:cubicBezTo>
                  <a:cubicBezTo>
                    <a:pt x="1195" y="279"/>
                    <a:pt x="1195" y="279"/>
                    <a:pt x="1195" y="279"/>
                  </a:cubicBezTo>
                  <a:cubicBezTo>
                    <a:pt x="1119" y="241"/>
                    <a:pt x="1039" y="220"/>
                    <a:pt x="950" y="211"/>
                  </a:cubicBezTo>
                  <a:cubicBezTo>
                    <a:pt x="950" y="51"/>
                    <a:pt x="950" y="51"/>
                    <a:pt x="950" y="51"/>
                  </a:cubicBezTo>
                  <a:cubicBezTo>
                    <a:pt x="950" y="21"/>
                    <a:pt x="929" y="0"/>
                    <a:pt x="900" y="0"/>
                  </a:cubicBezTo>
                  <a:cubicBezTo>
                    <a:pt x="870" y="0"/>
                    <a:pt x="845" y="21"/>
                    <a:pt x="845" y="51"/>
                  </a:cubicBezTo>
                  <a:cubicBezTo>
                    <a:pt x="845" y="211"/>
                    <a:pt x="845" y="211"/>
                    <a:pt x="845" y="211"/>
                  </a:cubicBezTo>
                  <a:cubicBezTo>
                    <a:pt x="773" y="220"/>
                    <a:pt x="697" y="237"/>
                    <a:pt x="633" y="266"/>
                  </a:cubicBezTo>
                  <a:cubicBezTo>
                    <a:pt x="621" y="270"/>
                    <a:pt x="612" y="275"/>
                    <a:pt x="604" y="279"/>
                  </a:cubicBezTo>
                  <a:cubicBezTo>
                    <a:pt x="524" y="140"/>
                    <a:pt x="524" y="140"/>
                    <a:pt x="524" y="140"/>
                  </a:cubicBezTo>
                  <a:cubicBezTo>
                    <a:pt x="507" y="114"/>
                    <a:pt x="477" y="106"/>
                    <a:pt x="452" y="118"/>
                  </a:cubicBezTo>
                  <a:cubicBezTo>
                    <a:pt x="427" y="135"/>
                    <a:pt x="418" y="165"/>
                    <a:pt x="431" y="190"/>
                  </a:cubicBezTo>
                  <a:cubicBezTo>
                    <a:pt x="511" y="330"/>
                    <a:pt x="511" y="330"/>
                    <a:pt x="511" y="330"/>
                  </a:cubicBezTo>
                  <a:cubicBezTo>
                    <a:pt x="439" y="380"/>
                    <a:pt x="380" y="439"/>
                    <a:pt x="334" y="507"/>
                  </a:cubicBezTo>
                  <a:cubicBezTo>
                    <a:pt x="194" y="427"/>
                    <a:pt x="194" y="427"/>
                    <a:pt x="194" y="427"/>
                  </a:cubicBezTo>
                  <a:cubicBezTo>
                    <a:pt x="169" y="414"/>
                    <a:pt x="135" y="422"/>
                    <a:pt x="122" y="448"/>
                  </a:cubicBezTo>
                  <a:cubicBezTo>
                    <a:pt x="106" y="473"/>
                    <a:pt x="114" y="507"/>
                    <a:pt x="139" y="520"/>
                  </a:cubicBezTo>
                  <a:cubicBezTo>
                    <a:pt x="279" y="600"/>
                    <a:pt x="279" y="600"/>
                    <a:pt x="279" y="600"/>
                  </a:cubicBezTo>
                  <a:cubicBezTo>
                    <a:pt x="245" y="676"/>
                    <a:pt x="220" y="756"/>
                    <a:pt x="215" y="845"/>
                  </a:cubicBezTo>
                  <a:cubicBezTo>
                    <a:pt x="55" y="845"/>
                    <a:pt x="55" y="845"/>
                    <a:pt x="55" y="845"/>
                  </a:cubicBezTo>
                  <a:cubicBezTo>
                    <a:pt x="25" y="845"/>
                    <a:pt x="0" y="866"/>
                    <a:pt x="0" y="895"/>
                  </a:cubicBezTo>
                  <a:cubicBezTo>
                    <a:pt x="0" y="925"/>
                    <a:pt x="25" y="950"/>
                    <a:pt x="55" y="950"/>
                  </a:cubicBezTo>
                  <a:cubicBezTo>
                    <a:pt x="215" y="950"/>
                    <a:pt x="215" y="950"/>
                    <a:pt x="215" y="950"/>
                  </a:cubicBezTo>
                  <a:cubicBezTo>
                    <a:pt x="220" y="1026"/>
                    <a:pt x="237" y="1098"/>
                    <a:pt x="266" y="1166"/>
                  </a:cubicBezTo>
                  <a:cubicBezTo>
                    <a:pt x="270" y="1174"/>
                    <a:pt x="274" y="1183"/>
                    <a:pt x="279" y="1195"/>
                  </a:cubicBezTo>
                  <a:cubicBezTo>
                    <a:pt x="139" y="1271"/>
                    <a:pt x="139" y="1271"/>
                    <a:pt x="139" y="1271"/>
                  </a:cubicBezTo>
                  <a:cubicBezTo>
                    <a:pt x="114" y="1288"/>
                    <a:pt x="106" y="1322"/>
                    <a:pt x="122" y="1347"/>
                  </a:cubicBezTo>
                  <a:cubicBezTo>
                    <a:pt x="135" y="1373"/>
                    <a:pt x="169" y="1381"/>
                    <a:pt x="194" y="1364"/>
                  </a:cubicBezTo>
                  <a:cubicBezTo>
                    <a:pt x="334" y="1284"/>
                    <a:pt x="334" y="1284"/>
                    <a:pt x="334" y="1284"/>
                  </a:cubicBezTo>
                  <a:cubicBezTo>
                    <a:pt x="380" y="1356"/>
                    <a:pt x="439" y="1415"/>
                    <a:pt x="511" y="1461"/>
                  </a:cubicBezTo>
                  <a:cubicBezTo>
                    <a:pt x="431" y="1601"/>
                    <a:pt x="431" y="1601"/>
                    <a:pt x="431" y="1601"/>
                  </a:cubicBezTo>
                  <a:cubicBezTo>
                    <a:pt x="418" y="1626"/>
                    <a:pt x="427" y="1660"/>
                    <a:pt x="452" y="1673"/>
                  </a:cubicBezTo>
                  <a:cubicBezTo>
                    <a:pt x="477" y="1689"/>
                    <a:pt x="507" y="1681"/>
                    <a:pt x="524" y="1656"/>
                  </a:cubicBezTo>
                  <a:cubicBezTo>
                    <a:pt x="604" y="1516"/>
                    <a:pt x="604" y="1516"/>
                    <a:pt x="604" y="1516"/>
                  </a:cubicBezTo>
                  <a:cubicBezTo>
                    <a:pt x="676" y="1550"/>
                    <a:pt x="760" y="1575"/>
                    <a:pt x="845" y="1580"/>
                  </a:cubicBezTo>
                  <a:cubicBezTo>
                    <a:pt x="845" y="1740"/>
                    <a:pt x="845" y="1740"/>
                    <a:pt x="845" y="1740"/>
                  </a:cubicBezTo>
                  <a:cubicBezTo>
                    <a:pt x="845" y="1770"/>
                    <a:pt x="870" y="1795"/>
                    <a:pt x="900" y="1795"/>
                  </a:cubicBezTo>
                  <a:cubicBezTo>
                    <a:pt x="929" y="1795"/>
                    <a:pt x="950" y="1770"/>
                    <a:pt x="950" y="1740"/>
                  </a:cubicBezTo>
                  <a:cubicBezTo>
                    <a:pt x="950" y="1580"/>
                    <a:pt x="950" y="1580"/>
                    <a:pt x="950" y="1580"/>
                  </a:cubicBezTo>
                  <a:cubicBezTo>
                    <a:pt x="1026" y="1575"/>
                    <a:pt x="1098" y="1558"/>
                    <a:pt x="1166" y="1529"/>
                  </a:cubicBezTo>
                  <a:close/>
                  <a:moveTo>
                    <a:pt x="608" y="1398"/>
                  </a:moveTo>
                  <a:lnTo>
                    <a:pt x="608" y="1398"/>
                  </a:lnTo>
                  <a:lnTo>
                    <a:pt x="608" y="1398"/>
                  </a:lnTo>
                  <a:lnTo>
                    <a:pt x="608" y="1398"/>
                  </a:lnTo>
                  <a:cubicBezTo>
                    <a:pt x="532" y="1356"/>
                    <a:pt x="469" y="1292"/>
                    <a:pt x="418" y="1221"/>
                  </a:cubicBezTo>
                  <a:cubicBezTo>
                    <a:pt x="410" y="1212"/>
                    <a:pt x="401" y="1200"/>
                    <a:pt x="397" y="1187"/>
                  </a:cubicBezTo>
                  <a:lnTo>
                    <a:pt x="397" y="1187"/>
                  </a:lnTo>
                  <a:lnTo>
                    <a:pt x="397" y="1187"/>
                  </a:lnTo>
                  <a:cubicBezTo>
                    <a:pt x="346" y="1102"/>
                    <a:pt x="317" y="1001"/>
                    <a:pt x="317" y="895"/>
                  </a:cubicBezTo>
                  <a:lnTo>
                    <a:pt x="317" y="895"/>
                  </a:lnTo>
                  <a:lnTo>
                    <a:pt x="317" y="895"/>
                  </a:lnTo>
                  <a:cubicBezTo>
                    <a:pt x="317" y="815"/>
                    <a:pt x="334" y="739"/>
                    <a:pt x="363" y="672"/>
                  </a:cubicBezTo>
                  <a:cubicBezTo>
                    <a:pt x="372" y="650"/>
                    <a:pt x="384" y="629"/>
                    <a:pt x="397" y="608"/>
                  </a:cubicBezTo>
                  <a:lnTo>
                    <a:pt x="397" y="608"/>
                  </a:lnTo>
                  <a:lnTo>
                    <a:pt x="397" y="608"/>
                  </a:lnTo>
                  <a:cubicBezTo>
                    <a:pt x="439" y="528"/>
                    <a:pt x="503" y="465"/>
                    <a:pt x="574" y="414"/>
                  </a:cubicBezTo>
                  <a:cubicBezTo>
                    <a:pt x="587" y="410"/>
                    <a:pt x="595" y="401"/>
                    <a:pt x="608" y="393"/>
                  </a:cubicBezTo>
                  <a:lnTo>
                    <a:pt x="608" y="393"/>
                  </a:lnTo>
                  <a:lnTo>
                    <a:pt x="608" y="393"/>
                  </a:lnTo>
                  <a:cubicBezTo>
                    <a:pt x="697" y="342"/>
                    <a:pt x="794" y="317"/>
                    <a:pt x="900" y="317"/>
                  </a:cubicBezTo>
                  <a:lnTo>
                    <a:pt x="900" y="317"/>
                  </a:lnTo>
                  <a:lnTo>
                    <a:pt x="900" y="317"/>
                  </a:lnTo>
                  <a:cubicBezTo>
                    <a:pt x="980" y="317"/>
                    <a:pt x="1056" y="334"/>
                    <a:pt x="1123" y="363"/>
                  </a:cubicBezTo>
                  <a:cubicBezTo>
                    <a:pt x="1149" y="372"/>
                    <a:pt x="1170" y="380"/>
                    <a:pt x="1191" y="393"/>
                  </a:cubicBezTo>
                  <a:lnTo>
                    <a:pt x="1191" y="393"/>
                  </a:lnTo>
                  <a:lnTo>
                    <a:pt x="1191" y="393"/>
                  </a:lnTo>
                  <a:cubicBezTo>
                    <a:pt x="1267" y="439"/>
                    <a:pt x="1330" y="498"/>
                    <a:pt x="1381" y="570"/>
                  </a:cubicBezTo>
                  <a:cubicBezTo>
                    <a:pt x="1389" y="583"/>
                    <a:pt x="1394" y="596"/>
                    <a:pt x="1402" y="604"/>
                  </a:cubicBezTo>
                  <a:cubicBezTo>
                    <a:pt x="1402" y="604"/>
                    <a:pt x="1402" y="604"/>
                    <a:pt x="1402" y="608"/>
                  </a:cubicBezTo>
                  <a:lnTo>
                    <a:pt x="1402" y="608"/>
                  </a:lnTo>
                  <a:cubicBezTo>
                    <a:pt x="1453" y="693"/>
                    <a:pt x="1478" y="790"/>
                    <a:pt x="1478" y="895"/>
                  </a:cubicBezTo>
                  <a:cubicBezTo>
                    <a:pt x="1478" y="976"/>
                    <a:pt x="1465" y="1052"/>
                    <a:pt x="1436" y="1123"/>
                  </a:cubicBezTo>
                  <a:cubicBezTo>
                    <a:pt x="1389" y="1225"/>
                    <a:pt x="1318" y="1318"/>
                    <a:pt x="1225" y="1377"/>
                  </a:cubicBezTo>
                  <a:cubicBezTo>
                    <a:pt x="1132" y="1440"/>
                    <a:pt x="1018" y="1478"/>
                    <a:pt x="900" y="1478"/>
                  </a:cubicBezTo>
                  <a:cubicBezTo>
                    <a:pt x="819" y="1478"/>
                    <a:pt x="743" y="1461"/>
                    <a:pt x="672" y="1432"/>
                  </a:cubicBezTo>
                  <a:cubicBezTo>
                    <a:pt x="650" y="1423"/>
                    <a:pt x="629" y="1411"/>
                    <a:pt x="608" y="1398"/>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4" name="Freeform 62">
              <a:extLst>
                <a:ext uri="{FF2B5EF4-FFF2-40B4-BE49-F238E27FC236}">
                  <a16:creationId xmlns:a16="http://schemas.microsoft.com/office/drawing/2014/main" id="{7BA7A2E1-6006-B89F-4F8A-EC86CB08AD60}"/>
                </a:ext>
              </a:extLst>
            </p:cNvPr>
            <p:cNvSpPr>
              <a:spLocks noChangeArrowheads="1"/>
            </p:cNvSpPr>
            <p:nvPr/>
          </p:nvSpPr>
          <p:spPr bwMode="auto">
            <a:xfrm>
              <a:off x="231775" y="3297238"/>
              <a:ext cx="104775" cy="104775"/>
            </a:xfrm>
            <a:custGeom>
              <a:avLst/>
              <a:gdLst>
                <a:gd name="T0" fmla="*/ 228 w 292"/>
                <a:gd name="T1" fmla="*/ 25 h 292"/>
                <a:gd name="T2" fmla="*/ 228 w 292"/>
                <a:gd name="T3" fmla="*/ 25 h 292"/>
                <a:gd name="T4" fmla="*/ 147 w 292"/>
                <a:gd name="T5" fmla="*/ 0 h 292"/>
                <a:gd name="T6" fmla="*/ 88 w 292"/>
                <a:gd name="T7" fmla="*/ 12 h 292"/>
                <a:gd name="T8" fmla="*/ 25 w 292"/>
                <a:gd name="T9" fmla="*/ 63 h 292"/>
                <a:gd name="T10" fmla="*/ 0 w 292"/>
                <a:gd name="T11" fmla="*/ 143 h 292"/>
                <a:gd name="T12" fmla="*/ 12 w 292"/>
                <a:gd name="T13" fmla="*/ 202 h 292"/>
                <a:gd name="T14" fmla="*/ 67 w 292"/>
                <a:gd name="T15" fmla="*/ 266 h 292"/>
                <a:gd name="T16" fmla="*/ 147 w 292"/>
                <a:gd name="T17" fmla="*/ 291 h 292"/>
                <a:gd name="T18" fmla="*/ 202 w 292"/>
                <a:gd name="T19" fmla="*/ 278 h 292"/>
                <a:gd name="T20" fmla="*/ 266 w 292"/>
                <a:gd name="T21" fmla="*/ 228 h 292"/>
                <a:gd name="T22" fmla="*/ 291 w 292"/>
                <a:gd name="T23" fmla="*/ 143 h 292"/>
                <a:gd name="T24" fmla="*/ 283 w 292"/>
                <a:gd name="T25" fmla="*/ 88 h 292"/>
                <a:gd name="T26" fmla="*/ 228 w 292"/>
                <a:gd name="T27" fmla="*/ 25 h 292"/>
                <a:gd name="T28" fmla="*/ 206 w 292"/>
                <a:gd name="T29" fmla="*/ 169 h 292"/>
                <a:gd name="T30" fmla="*/ 206 w 292"/>
                <a:gd name="T31" fmla="*/ 169 h 292"/>
                <a:gd name="T32" fmla="*/ 185 w 292"/>
                <a:gd name="T33" fmla="*/ 198 h 292"/>
                <a:gd name="T34" fmla="*/ 147 w 292"/>
                <a:gd name="T35" fmla="*/ 211 h 292"/>
                <a:gd name="T36" fmla="*/ 122 w 292"/>
                <a:gd name="T37" fmla="*/ 207 h 292"/>
                <a:gd name="T38" fmla="*/ 92 w 292"/>
                <a:gd name="T39" fmla="*/ 181 h 292"/>
                <a:gd name="T40" fmla="*/ 80 w 292"/>
                <a:gd name="T41" fmla="*/ 143 h 292"/>
                <a:gd name="T42" fmla="*/ 84 w 292"/>
                <a:gd name="T43" fmla="*/ 118 h 292"/>
                <a:gd name="T44" fmla="*/ 109 w 292"/>
                <a:gd name="T45" fmla="*/ 88 h 292"/>
                <a:gd name="T46" fmla="*/ 147 w 292"/>
                <a:gd name="T47" fmla="*/ 80 h 292"/>
                <a:gd name="T48" fmla="*/ 173 w 292"/>
                <a:gd name="T49" fmla="*/ 84 h 292"/>
                <a:gd name="T50" fmla="*/ 202 w 292"/>
                <a:gd name="T51" fmla="*/ 109 h 292"/>
                <a:gd name="T52" fmla="*/ 211 w 292"/>
                <a:gd name="T53" fmla="*/ 143 h 292"/>
                <a:gd name="T54" fmla="*/ 206 w 292"/>
                <a:gd name="T55" fmla="*/ 169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292" h="292">
                  <a:moveTo>
                    <a:pt x="228" y="25"/>
                  </a:moveTo>
                  <a:lnTo>
                    <a:pt x="228" y="25"/>
                  </a:lnTo>
                  <a:cubicBezTo>
                    <a:pt x="206" y="8"/>
                    <a:pt x="177" y="0"/>
                    <a:pt x="147" y="0"/>
                  </a:cubicBezTo>
                  <a:cubicBezTo>
                    <a:pt x="126" y="0"/>
                    <a:pt x="109" y="4"/>
                    <a:pt x="88" y="12"/>
                  </a:cubicBezTo>
                  <a:cubicBezTo>
                    <a:pt x="63" y="21"/>
                    <a:pt x="42" y="42"/>
                    <a:pt x="25" y="63"/>
                  </a:cubicBezTo>
                  <a:cubicBezTo>
                    <a:pt x="12" y="88"/>
                    <a:pt x="0" y="114"/>
                    <a:pt x="0" y="143"/>
                  </a:cubicBezTo>
                  <a:cubicBezTo>
                    <a:pt x="0" y="164"/>
                    <a:pt x="4" y="186"/>
                    <a:pt x="12" y="202"/>
                  </a:cubicBezTo>
                  <a:cubicBezTo>
                    <a:pt x="25" y="228"/>
                    <a:pt x="42" y="249"/>
                    <a:pt x="67" y="266"/>
                  </a:cubicBezTo>
                  <a:cubicBezTo>
                    <a:pt x="88" y="283"/>
                    <a:pt x="118" y="291"/>
                    <a:pt x="147" y="291"/>
                  </a:cubicBezTo>
                  <a:cubicBezTo>
                    <a:pt x="169" y="291"/>
                    <a:pt x="185" y="287"/>
                    <a:pt x="202" y="278"/>
                  </a:cubicBezTo>
                  <a:cubicBezTo>
                    <a:pt x="228" y="266"/>
                    <a:pt x="253" y="249"/>
                    <a:pt x="266" y="228"/>
                  </a:cubicBezTo>
                  <a:cubicBezTo>
                    <a:pt x="283" y="202"/>
                    <a:pt x="291" y="173"/>
                    <a:pt x="291" y="143"/>
                  </a:cubicBezTo>
                  <a:cubicBezTo>
                    <a:pt x="291" y="126"/>
                    <a:pt x="287" y="105"/>
                    <a:pt x="283" y="88"/>
                  </a:cubicBezTo>
                  <a:cubicBezTo>
                    <a:pt x="270" y="63"/>
                    <a:pt x="253" y="42"/>
                    <a:pt x="228" y="25"/>
                  </a:cubicBezTo>
                  <a:close/>
                  <a:moveTo>
                    <a:pt x="206" y="169"/>
                  </a:moveTo>
                  <a:lnTo>
                    <a:pt x="206" y="169"/>
                  </a:lnTo>
                  <a:cubicBezTo>
                    <a:pt x="202" y="181"/>
                    <a:pt x="194" y="194"/>
                    <a:pt x="185" y="198"/>
                  </a:cubicBezTo>
                  <a:cubicBezTo>
                    <a:pt x="173" y="207"/>
                    <a:pt x="160" y="211"/>
                    <a:pt x="147" y="211"/>
                  </a:cubicBezTo>
                  <a:cubicBezTo>
                    <a:pt x="139" y="211"/>
                    <a:pt x="131" y="211"/>
                    <a:pt x="122" y="207"/>
                  </a:cubicBezTo>
                  <a:cubicBezTo>
                    <a:pt x="109" y="202"/>
                    <a:pt x="101" y="194"/>
                    <a:pt x="92" y="181"/>
                  </a:cubicBezTo>
                  <a:cubicBezTo>
                    <a:pt x="84" y="173"/>
                    <a:pt x="80" y="160"/>
                    <a:pt x="80" y="143"/>
                  </a:cubicBezTo>
                  <a:cubicBezTo>
                    <a:pt x="80" y="135"/>
                    <a:pt x="84" y="126"/>
                    <a:pt x="84" y="118"/>
                  </a:cubicBezTo>
                  <a:cubicBezTo>
                    <a:pt x="92" y="105"/>
                    <a:pt x="101" y="97"/>
                    <a:pt x="109" y="88"/>
                  </a:cubicBezTo>
                  <a:cubicBezTo>
                    <a:pt x="122" y="84"/>
                    <a:pt x="135" y="80"/>
                    <a:pt x="147" y="80"/>
                  </a:cubicBezTo>
                  <a:cubicBezTo>
                    <a:pt x="156" y="80"/>
                    <a:pt x="164" y="80"/>
                    <a:pt x="173" y="84"/>
                  </a:cubicBezTo>
                  <a:cubicBezTo>
                    <a:pt x="185" y="88"/>
                    <a:pt x="194" y="97"/>
                    <a:pt x="202" y="109"/>
                  </a:cubicBezTo>
                  <a:cubicBezTo>
                    <a:pt x="211" y="118"/>
                    <a:pt x="211" y="131"/>
                    <a:pt x="211" y="143"/>
                  </a:cubicBezTo>
                  <a:cubicBezTo>
                    <a:pt x="211" y="156"/>
                    <a:pt x="211" y="164"/>
                    <a:pt x="206" y="169"/>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5" name="Freeform 63">
              <a:extLst>
                <a:ext uri="{FF2B5EF4-FFF2-40B4-BE49-F238E27FC236}">
                  <a16:creationId xmlns:a16="http://schemas.microsoft.com/office/drawing/2014/main" id="{237993AB-83D4-6811-BA9F-A34676ED12FB}"/>
                </a:ext>
              </a:extLst>
            </p:cNvPr>
            <p:cNvSpPr>
              <a:spLocks noChangeArrowheads="1"/>
            </p:cNvSpPr>
            <p:nvPr/>
          </p:nvSpPr>
          <p:spPr bwMode="auto">
            <a:xfrm>
              <a:off x="341313" y="3387725"/>
              <a:ext cx="171450" cy="171450"/>
            </a:xfrm>
            <a:custGeom>
              <a:avLst/>
              <a:gdLst>
                <a:gd name="T0" fmla="*/ 105 w 478"/>
                <a:gd name="T1" fmla="*/ 435 h 478"/>
                <a:gd name="T2" fmla="*/ 105 w 478"/>
                <a:gd name="T3" fmla="*/ 435 h 478"/>
                <a:gd name="T4" fmla="*/ 240 w 478"/>
                <a:gd name="T5" fmla="*/ 477 h 478"/>
                <a:gd name="T6" fmla="*/ 333 w 478"/>
                <a:gd name="T7" fmla="*/ 456 h 478"/>
                <a:gd name="T8" fmla="*/ 435 w 478"/>
                <a:gd name="T9" fmla="*/ 372 h 478"/>
                <a:gd name="T10" fmla="*/ 477 w 478"/>
                <a:gd name="T11" fmla="*/ 241 h 478"/>
                <a:gd name="T12" fmla="*/ 456 w 478"/>
                <a:gd name="T13" fmla="*/ 148 h 478"/>
                <a:gd name="T14" fmla="*/ 371 w 478"/>
                <a:gd name="T15" fmla="*/ 42 h 478"/>
                <a:gd name="T16" fmla="*/ 240 w 478"/>
                <a:gd name="T17" fmla="*/ 0 h 478"/>
                <a:gd name="T18" fmla="*/ 147 w 478"/>
                <a:gd name="T19" fmla="*/ 21 h 478"/>
                <a:gd name="T20" fmla="*/ 42 w 478"/>
                <a:gd name="T21" fmla="*/ 105 h 478"/>
                <a:gd name="T22" fmla="*/ 0 w 478"/>
                <a:gd name="T23" fmla="*/ 241 h 478"/>
                <a:gd name="T24" fmla="*/ 21 w 478"/>
                <a:gd name="T25" fmla="*/ 329 h 478"/>
                <a:gd name="T26" fmla="*/ 105 w 478"/>
                <a:gd name="T27" fmla="*/ 435 h 478"/>
                <a:gd name="T28" fmla="*/ 118 w 478"/>
                <a:gd name="T29" fmla="*/ 186 h 478"/>
                <a:gd name="T30" fmla="*/ 118 w 478"/>
                <a:gd name="T31" fmla="*/ 186 h 478"/>
                <a:gd name="T32" fmla="*/ 164 w 478"/>
                <a:gd name="T33" fmla="*/ 131 h 478"/>
                <a:gd name="T34" fmla="*/ 240 w 478"/>
                <a:gd name="T35" fmla="*/ 105 h 478"/>
                <a:gd name="T36" fmla="*/ 291 w 478"/>
                <a:gd name="T37" fmla="*/ 118 h 478"/>
                <a:gd name="T38" fmla="*/ 350 w 478"/>
                <a:gd name="T39" fmla="*/ 165 h 478"/>
                <a:gd name="T40" fmla="*/ 371 w 478"/>
                <a:gd name="T41" fmla="*/ 241 h 478"/>
                <a:gd name="T42" fmla="*/ 359 w 478"/>
                <a:gd name="T43" fmla="*/ 291 h 478"/>
                <a:gd name="T44" fmla="*/ 312 w 478"/>
                <a:gd name="T45" fmla="*/ 346 h 478"/>
                <a:gd name="T46" fmla="*/ 240 w 478"/>
                <a:gd name="T47" fmla="*/ 372 h 478"/>
                <a:gd name="T48" fmla="*/ 185 w 478"/>
                <a:gd name="T49" fmla="*/ 359 h 478"/>
                <a:gd name="T50" fmla="*/ 131 w 478"/>
                <a:gd name="T51" fmla="*/ 312 h 478"/>
                <a:gd name="T52" fmla="*/ 105 w 478"/>
                <a:gd name="T53" fmla="*/ 241 h 478"/>
                <a:gd name="T54" fmla="*/ 118 w 478"/>
                <a:gd name="T55" fmla="*/ 186 h 4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8">
                  <a:moveTo>
                    <a:pt x="105" y="435"/>
                  </a:moveTo>
                  <a:lnTo>
                    <a:pt x="105" y="435"/>
                  </a:lnTo>
                  <a:cubicBezTo>
                    <a:pt x="143" y="460"/>
                    <a:pt x="190" y="477"/>
                    <a:pt x="240" y="477"/>
                  </a:cubicBezTo>
                  <a:cubicBezTo>
                    <a:pt x="270" y="477"/>
                    <a:pt x="304" y="469"/>
                    <a:pt x="333" y="456"/>
                  </a:cubicBezTo>
                  <a:cubicBezTo>
                    <a:pt x="375" y="439"/>
                    <a:pt x="409" y="410"/>
                    <a:pt x="435" y="372"/>
                  </a:cubicBezTo>
                  <a:cubicBezTo>
                    <a:pt x="460" y="333"/>
                    <a:pt x="477" y="287"/>
                    <a:pt x="477" y="241"/>
                  </a:cubicBezTo>
                  <a:cubicBezTo>
                    <a:pt x="477" y="207"/>
                    <a:pt x="468" y="173"/>
                    <a:pt x="456" y="148"/>
                  </a:cubicBezTo>
                  <a:cubicBezTo>
                    <a:pt x="439" y="105"/>
                    <a:pt x="409" y="68"/>
                    <a:pt x="371" y="42"/>
                  </a:cubicBezTo>
                  <a:cubicBezTo>
                    <a:pt x="333" y="17"/>
                    <a:pt x="287" y="0"/>
                    <a:pt x="240" y="0"/>
                  </a:cubicBezTo>
                  <a:cubicBezTo>
                    <a:pt x="207" y="0"/>
                    <a:pt x="173" y="8"/>
                    <a:pt x="147" y="21"/>
                  </a:cubicBezTo>
                  <a:cubicBezTo>
                    <a:pt x="105" y="38"/>
                    <a:pt x="67" y="68"/>
                    <a:pt x="42" y="105"/>
                  </a:cubicBezTo>
                  <a:cubicBezTo>
                    <a:pt x="17" y="143"/>
                    <a:pt x="0" y="190"/>
                    <a:pt x="0" y="241"/>
                  </a:cubicBezTo>
                  <a:cubicBezTo>
                    <a:pt x="0" y="270"/>
                    <a:pt x="8" y="304"/>
                    <a:pt x="21" y="329"/>
                  </a:cubicBezTo>
                  <a:cubicBezTo>
                    <a:pt x="38" y="376"/>
                    <a:pt x="67" y="410"/>
                    <a:pt x="105" y="435"/>
                  </a:cubicBezTo>
                  <a:close/>
                  <a:moveTo>
                    <a:pt x="118" y="186"/>
                  </a:moveTo>
                  <a:lnTo>
                    <a:pt x="118" y="186"/>
                  </a:lnTo>
                  <a:cubicBezTo>
                    <a:pt x="126" y="165"/>
                    <a:pt x="143" y="143"/>
                    <a:pt x="164" y="131"/>
                  </a:cubicBezTo>
                  <a:cubicBezTo>
                    <a:pt x="185" y="114"/>
                    <a:pt x="211" y="105"/>
                    <a:pt x="240" y="105"/>
                  </a:cubicBezTo>
                  <a:cubicBezTo>
                    <a:pt x="257" y="105"/>
                    <a:pt x="274" y="110"/>
                    <a:pt x="291" y="118"/>
                  </a:cubicBezTo>
                  <a:cubicBezTo>
                    <a:pt x="312" y="127"/>
                    <a:pt x="333" y="143"/>
                    <a:pt x="350" y="165"/>
                  </a:cubicBezTo>
                  <a:cubicBezTo>
                    <a:pt x="363" y="186"/>
                    <a:pt x="371" y="211"/>
                    <a:pt x="371" y="241"/>
                  </a:cubicBezTo>
                  <a:cubicBezTo>
                    <a:pt x="371" y="258"/>
                    <a:pt x="367" y="274"/>
                    <a:pt x="359" y="291"/>
                  </a:cubicBezTo>
                  <a:cubicBezTo>
                    <a:pt x="350" y="312"/>
                    <a:pt x="333" y="333"/>
                    <a:pt x="312" y="346"/>
                  </a:cubicBezTo>
                  <a:cubicBezTo>
                    <a:pt x="291" y="363"/>
                    <a:pt x="266" y="372"/>
                    <a:pt x="240" y="372"/>
                  </a:cubicBezTo>
                  <a:cubicBezTo>
                    <a:pt x="219" y="372"/>
                    <a:pt x="202" y="367"/>
                    <a:pt x="185" y="359"/>
                  </a:cubicBezTo>
                  <a:cubicBezTo>
                    <a:pt x="164" y="350"/>
                    <a:pt x="143" y="333"/>
                    <a:pt x="131" y="312"/>
                  </a:cubicBezTo>
                  <a:cubicBezTo>
                    <a:pt x="114" y="291"/>
                    <a:pt x="105" y="266"/>
                    <a:pt x="105" y="241"/>
                  </a:cubicBezTo>
                  <a:cubicBezTo>
                    <a:pt x="105" y="220"/>
                    <a:pt x="109" y="203"/>
                    <a:pt x="118" y="186"/>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6" name="Freeform 64">
              <a:extLst>
                <a:ext uri="{FF2B5EF4-FFF2-40B4-BE49-F238E27FC236}">
                  <a16:creationId xmlns:a16="http://schemas.microsoft.com/office/drawing/2014/main" id="{7DA9C485-B7DE-EE09-1E5B-45A4D385A96C}"/>
                </a:ext>
              </a:extLst>
            </p:cNvPr>
            <p:cNvSpPr>
              <a:spLocks noChangeArrowheads="1"/>
            </p:cNvSpPr>
            <p:nvPr/>
          </p:nvSpPr>
          <p:spPr bwMode="auto">
            <a:xfrm>
              <a:off x="188913" y="3444875"/>
              <a:ext cx="76200" cy="38100"/>
            </a:xfrm>
            <a:custGeom>
              <a:avLst/>
              <a:gdLst>
                <a:gd name="T0" fmla="*/ 161 w 212"/>
                <a:gd name="T1" fmla="*/ 0 h 107"/>
                <a:gd name="T2" fmla="*/ 161 w 212"/>
                <a:gd name="T3" fmla="*/ 0 h 107"/>
                <a:gd name="T4" fmla="*/ 55 w 212"/>
                <a:gd name="T5" fmla="*/ 0 h 107"/>
                <a:gd name="T6" fmla="*/ 0 w 212"/>
                <a:gd name="T7" fmla="*/ 51 h 107"/>
                <a:gd name="T8" fmla="*/ 55 w 212"/>
                <a:gd name="T9" fmla="*/ 106 h 107"/>
                <a:gd name="T10" fmla="*/ 161 w 212"/>
                <a:gd name="T11" fmla="*/ 106 h 107"/>
                <a:gd name="T12" fmla="*/ 211 w 212"/>
                <a:gd name="T13" fmla="*/ 51 h 107"/>
                <a:gd name="T14" fmla="*/ 161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1" y="0"/>
                  </a:moveTo>
                  <a:lnTo>
                    <a:pt x="161" y="0"/>
                  </a:lnTo>
                  <a:cubicBezTo>
                    <a:pt x="55" y="0"/>
                    <a:pt x="55" y="0"/>
                    <a:pt x="55" y="0"/>
                  </a:cubicBezTo>
                  <a:cubicBezTo>
                    <a:pt x="26" y="0"/>
                    <a:pt x="0" y="21"/>
                    <a:pt x="0" y="51"/>
                  </a:cubicBezTo>
                  <a:cubicBezTo>
                    <a:pt x="0" y="81"/>
                    <a:pt x="26" y="106"/>
                    <a:pt x="55" y="106"/>
                  </a:cubicBezTo>
                  <a:cubicBezTo>
                    <a:pt x="161" y="106"/>
                    <a:pt x="161" y="106"/>
                    <a:pt x="161" y="106"/>
                  </a:cubicBezTo>
                  <a:cubicBezTo>
                    <a:pt x="190" y="106"/>
                    <a:pt x="211" y="81"/>
                    <a:pt x="211" y="51"/>
                  </a:cubicBezTo>
                  <a:cubicBezTo>
                    <a:pt x="211" y="21"/>
                    <a:pt x="190" y="0"/>
                    <a:pt x="161"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7" name="Freeform 65">
              <a:extLst>
                <a:ext uri="{FF2B5EF4-FFF2-40B4-BE49-F238E27FC236}">
                  <a16:creationId xmlns:a16="http://schemas.microsoft.com/office/drawing/2014/main" id="{20E74E05-E8C9-E147-E3CB-23CCB4F0931E}"/>
                </a:ext>
              </a:extLst>
            </p:cNvPr>
            <p:cNvSpPr>
              <a:spLocks noChangeArrowheads="1"/>
            </p:cNvSpPr>
            <p:nvPr/>
          </p:nvSpPr>
          <p:spPr bwMode="auto">
            <a:xfrm>
              <a:off x="644525" y="3824288"/>
              <a:ext cx="76200" cy="38100"/>
            </a:xfrm>
            <a:custGeom>
              <a:avLst/>
              <a:gdLst>
                <a:gd name="T0" fmla="*/ 0 w 212"/>
                <a:gd name="T1" fmla="*/ 51 h 107"/>
                <a:gd name="T2" fmla="*/ 0 w 212"/>
                <a:gd name="T3" fmla="*/ 51 h 107"/>
                <a:gd name="T4" fmla="*/ 55 w 212"/>
                <a:gd name="T5" fmla="*/ 106 h 107"/>
                <a:gd name="T6" fmla="*/ 161 w 212"/>
                <a:gd name="T7" fmla="*/ 106 h 107"/>
                <a:gd name="T8" fmla="*/ 211 w 212"/>
                <a:gd name="T9" fmla="*/ 51 h 107"/>
                <a:gd name="T10" fmla="*/ 161 w 212"/>
                <a:gd name="T11" fmla="*/ 0 h 107"/>
                <a:gd name="T12" fmla="*/ 55 w 212"/>
                <a:gd name="T13" fmla="*/ 0 h 107"/>
                <a:gd name="T14" fmla="*/ 0 w 212"/>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0" y="51"/>
                  </a:moveTo>
                  <a:lnTo>
                    <a:pt x="0" y="51"/>
                  </a:lnTo>
                  <a:cubicBezTo>
                    <a:pt x="0" y="80"/>
                    <a:pt x="26" y="106"/>
                    <a:pt x="55" y="106"/>
                  </a:cubicBezTo>
                  <a:cubicBezTo>
                    <a:pt x="161" y="106"/>
                    <a:pt x="161" y="106"/>
                    <a:pt x="161" y="106"/>
                  </a:cubicBezTo>
                  <a:cubicBezTo>
                    <a:pt x="190" y="106"/>
                    <a:pt x="211" y="80"/>
                    <a:pt x="211" y="51"/>
                  </a:cubicBezTo>
                  <a:cubicBezTo>
                    <a:pt x="211" y="21"/>
                    <a:pt x="190" y="0"/>
                    <a:pt x="161" y="0"/>
                  </a:cubicBezTo>
                  <a:cubicBezTo>
                    <a:pt x="55" y="0"/>
                    <a:pt x="55" y="0"/>
                    <a:pt x="55" y="0"/>
                  </a:cubicBezTo>
                  <a:cubicBezTo>
                    <a:pt x="26" y="0"/>
                    <a:pt x="0" y="21"/>
                    <a:pt x="0"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8" name="Freeform 66">
              <a:extLst>
                <a:ext uri="{FF2B5EF4-FFF2-40B4-BE49-F238E27FC236}">
                  <a16:creationId xmlns:a16="http://schemas.microsoft.com/office/drawing/2014/main" id="{4C7FE4F8-F6FB-9EED-0632-F27381467508}"/>
                </a:ext>
              </a:extLst>
            </p:cNvPr>
            <p:cNvSpPr>
              <a:spLocks noChangeArrowheads="1"/>
            </p:cNvSpPr>
            <p:nvPr/>
          </p:nvSpPr>
          <p:spPr bwMode="auto">
            <a:xfrm>
              <a:off x="417513" y="3292475"/>
              <a:ext cx="76200" cy="38100"/>
            </a:xfrm>
            <a:custGeom>
              <a:avLst/>
              <a:gdLst>
                <a:gd name="T0" fmla="*/ 55 w 212"/>
                <a:gd name="T1" fmla="*/ 106 h 107"/>
                <a:gd name="T2" fmla="*/ 55 w 212"/>
                <a:gd name="T3" fmla="*/ 106 h 107"/>
                <a:gd name="T4" fmla="*/ 160 w 212"/>
                <a:gd name="T5" fmla="*/ 106 h 107"/>
                <a:gd name="T6" fmla="*/ 211 w 212"/>
                <a:gd name="T7" fmla="*/ 51 h 107"/>
                <a:gd name="T8" fmla="*/ 160 w 212"/>
                <a:gd name="T9" fmla="*/ 0 h 107"/>
                <a:gd name="T10" fmla="*/ 55 w 212"/>
                <a:gd name="T11" fmla="*/ 0 h 107"/>
                <a:gd name="T12" fmla="*/ 0 w 212"/>
                <a:gd name="T13" fmla="*/ 51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0"/>
                    <a:pt x="211" y="51"/>
                  </a:cubicBezTo>
                  <a:cubicBezTo>
                    <a:pt x="211" y="21"/>
                    <a:pt x="190" y="0"/>
                    <a:pt x="160" y="0"/>
                  </a:cubicBezTo>
                  <a:cubicBezTo>
                    <a:pt x="55" y="0"/>
                    <a:pt x="55" y="0"/>
                    <a:pt x="55" y="0"/>
                  </a:cubicBezTo>
                  <a:cubicBezTo>
                    <a:pt x="25" y="0"/>
                    <a:pt x="0" y="21"/>
                    <a:pt x="0" y="51"/>
                  </a:cubicBezTo>
                  <a:cubicBezTo>
                    <a:pt x="0" y="80"/>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49" name="Freeform 67">
              <a:extLst>
                <a:ext uri="{FF2B5EF4-FFF2-40B4-BE49-F238E27FC236}">
                  <a16:creationId xmlns:a16="http://schemas.microsoft.com/office/drawing/2014/main" id="{B9E6DD47-5B11-0C6B-548D-F2CF35DA2CE9}"/>
                </a:ext>
              </a:extLst>
            </p:cNvPr>
            <p:cNvSpPr>
              <a:spLocks noChangeArrowheads="1"/>
            </p:cNvSpPr>
            <p:nvPr/>
          </p:nvSpPr>
          <p:spPr bwMode="auto">
            <a:xfrm>
              <a:off x="530225" y="3635375"/>
              <a:ext cx="171450" cy="169863"/>
            </a:xfrm>
            <a:custGeom>
              <a:avLst/>
              <a:gdLst>
                <a:gd name="T0" fmla="*/ 371 w 478"/>
                <a:gd name="T1" fmla="*/ 38 h 473"/>
                <a:gd name="T2" fmla="*/ 371 w 478"/>
                <a:gd name="T3" fmla="*/ 38 h 473"/>
                <a:gd name="T4" fmla="*/ 240 w 478"/>
                <a:gd name="T5" fmla="*/ 0 h 473"/>
                <a:gd name="T6" fmla="*/ 147 w 478"/>
                <a:gd name="T7" fmla="*/ 17 h 473"/>
                <a:gd name="T8" fmla="*/ 42 w 478"/>
                <a:gd name="T9" fmla="*/ 106 h 473"/>
                <a:gd name="T10" fmla="*/ 0 w 478"/>
                <a:gd name="T11" fmla="*/ 237 h 473"/>
                <a:gd name="T12" fmla="*/ 21 w 478"/>
                <a:gd name="T13" fmla="*/ 330 h 473"/>
                <a:gd name="T14" fmla="*/ 105 w 478"/>
                <a:gd name="T15" fmla="*/ 435 h 473"/>
                <a:gd name="T16" fmla="*/ 240 w 478"/>
                <a:gd name="T17" fmla="*/ 472 h 473"/>
                <a:gd name="T18" fmla="*/ 333 w 478"/>
                <a:gd name="T19" fmla="*/ 455 h 473"/>
                <a:gd name="T20" fmla="*/ 435 w 478"/>
                <a:gd name="T21" fmla="*/ 372 h 473"/>
                <a:gd name="T22" fmla="*/ 477 w 478"/>
                <a:gd name="T23" fmla="*/ 237 h 473"/>
                <a:gd name="T24" fmla="*/ 456 w 478"/>
                <a:gd name="T25" fmla="*/ 144 h 473"/>
                <a:gd name="T26" fmla="*/ 371 w 478"/>
                <a:gd name="T27" fmla="*/ 38 h 473"/>
                <a:gd name="T28" fmla="*/ 358 w 478"/>
                <a:gd name="T29" fmla="*/ 287 h 473"/>
                <a:gd name="T30" fmla="*/ 358 w 478"/>
                <a:gd name="T31" fmla="*/ 287 h 473"/>
                <a:gd name="T32" fmla="*/ 312 w 478"/>
                <a:gd name="T33" fmla="*/ 347 h 473"/>
                <a:gd name="T34" fmla="*/ 240 w 478"/>
                <a:gd name="T35" fmla="*/ 368 h 473"/>
                <a:gd name="T36" fmla="*/ 185 w 478"/>
                <a:gd name="T37" fmla="*/ 359 h 473"/>
                <a:gd name="T38" fmla="*/ 130 w 478"/>
                <a:gd name="T39" fmla="*/ 313 h 473"/>
                <a:gd name="T40" fmla="*/ 105 w 478"/>
                <a:gd name="T41" fmla="*/ 237 h 473"/>
                <a:gd name="T42" fmla="*/ 118 w 478"/>
                <a:gd name="T43" fmla="*/ 186 h 473"/>
                <a:gd name="T44" fmla="*/ 164 w 478"/>
                <a:gd name="T45" fmla="*/ 127 h 473"/>
                <a:gd name="T46" fmla="*/ 240 w 478"/>
                <a:gd name="T47" fmla="*/ 106 h 473"/>
                <a:gd name="T48" fmla="*/ 291 w 478"/>
                <a:gd name="T49" fmla="*/ 114 h 473"/>
                <a:gd name="T50" fmla="*/ 350 w 478"/>
                <a:gd name="T51" fmla="*/ 165 h 473"/>
                <a:gd name="T52" fmla="*/ 371 w 478"/>
                <a:gd name="T53" fmla="*/ 237 h 473"/>
                <a:gd name="T54" fmla="*/ 358 w 478"/>
                <a:gd name="T55" fmla="*/ 287 h 4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478" h="473">
                  <a:moveTo>
                    <a:pt x="371" y="38"/>
                  </a:moveTo>
                  <a:lnTo>
                    <a:pt x="371" y="38"/>
                  </a:lnTo>
                  <a:cubicBezTo>
                    <a:pt x="333" y="13"/>
                    <a:pt x="287" y="0"/>
                    <a:pt x="240" y="0"/>
                  </a:cubicBezTo>
                  <a:cubicBezTo>
                    <a:pt x="206" y="0"/>
                    <a:pt x="173" y="5"/>
                    <a:pt x="147" y="17"/>
                  </a:cubicBezTo>
                  <a:cubicBezTo>
                    <a:pt x="105" y="38"/>
                    <a:pt x="67" y="68"/>
                    <a:pt x="42" y="106"/>
                  </a:cubicBezTo>
                  <a:cubicBezTo>
                    <a:pt x="16" y="144"/>
                    <a:pt x="0" y="186"/>
                    <a:pt x="0" y="237"/>
                  </a:cubicBezTo>
                  <a:cubicBezTo>
                    <a:pt x="0" y="270"/>
                    <a:pt x="8" y="300"/>
                    <a:pt x="21" y="330"/>
                  </a:cubicBezTo>
                  <a:cubicBezTo>
                    <a:pt x="37" y="372"/>
                    <a:pt x="67" y="410"/>
                    <a:pt x="105" y="435"/>
                  </a:cubicBezTo>
                  <a:cubicBezTo>
                    <a:pt x="143" y="460"/>
                    <a:pt x="190" y="472"/>
                    <a:pt x="240" y="472"/>
                  </a:cubicBezTo>
                  <a:cubicBezTo>
                    <a:pt x="270" y="472"/>
                    <a:pt x="304" y="468"/>
                    <a:pt x="333" y="455"/>
                  </a:cubicBezTo>
                  <a:cubicBezTo>
                    <a:pt x="375" y="439"/>
                    <a:pt x="409" y="410"/>
                    <a:pt x="435" y="372"/>
                  </a:cubicBezTo>
                  <a:cubicBezTo>
                    <a:pt x="460" y="334"/>
                    <a:pt x="477" y="287"/>
                    <a:pt x="477" y="237"/>
                  </a:cubicBezTo>
                  <a:cubicBezTo>
                    <a:pt x="477" y="203"/>
                    <a:pt x="468" y="173"/>
                    <a:pt x="456" y="144"/>
                  </a:cubicBezTo>
                  <a:cubicBezTo>
                    <a:pt x="439" y="102"/>
                    <a:pt x="409" y="64"/>
                    <a:pt x="371" y="38"/>
                  </a:cubicBezTo>
                  <a:close/>
                  <a:moveTo>
                    <a:pt x="358" y="287"/>
                  </a:moveTo>
                  <a:lnTo>
                    <a:pt x="358" y="287"/>
                  </a:lnTo>
                  <a:cubicBezTo>
                    <a:pt x="350" y="313"/>
                    <a:pt x="333" y="334"/>
                    <a:pt x="312" y="347"/>
                  </a:cubicBezTo>
                  <a:cubicBezTo>
                    <a:pt x="291" y="359"/>
                    <a:pt x="266" y="368"/>
                    <a:pt x="240" y="368"/>
                  </a:cubicBezTo>
                  <a:cubicBezTo>
                    <a:pt x="219" y="368"/>
                    <a:pt x="202" y="363"/>
                    <a:pt x="185" y="359"/>
                  </a:cubicBezTo>
                  <a:cubicBezTo>
                    <a:pt x="164" y="351"/>
                    <a:pt x="143" y="334"/>
                    <a:pt x="130" y="313"/>
                  </a:cubicBezTo>
                  <a:cubicBezTo>
                    <a:pt x="114" y="292"/>
                    <a:pt x="105" y="266"/>
                    <a:pt x="105" y="237"/>
                  </a:cubicBezTo>
                  <a:cubicBezTo>
                    <a:pt x="105" y="220"/>
                    <a:pt x="109" y="203"/>
                    <a:pt x="118" y="186"/>
                  </a:cubicBezTo>
                  <a:cubicBezTo>
                    <a:pt x="126" y="161"/>
                    <a:pt x="143" y="144"/>
                    <a:pt x="164" y="127"/>
                  </a:cubicBezTo>
                  <a:cubicBezTo>
                    <a:pt x="185" y="114"/>
                    <a:pt x="211" y="106"/>
                    <a:pt x="240" y="106"/>
                  </a:cubicBezTo>
                  <a:cubicBezTo>
                    <a:pt x="257" y="106"/>
                    <a:pt x="274" y="110"/>
                    <a:pt x="291" y="114"/>
                  </a:cubicBezTo>
                  <a:cubicBezTo>
                    <a:pt x="312" y="127"/>
                    <a:pt x="333" y="144"/>
                    <a:pt x="350" y="165"/>
                  </a:cubicBezTo>
                  <a:cubicBezTo>
                    <a:pt x="363" y="186"/>
                    <a:pt x="371" y="211"/>
                    <a:pt x="371" y="237"/>
                  </a:cubicBezTo>
                  <a:cubicBezTo>
                    <a:pt x="371" y="254"/>
                    <a:pt x="367" y="275"/>
                    <a:pt x="358" y="287"/>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0" name="Freeform 68">
              <a:extLst>
                <a:ext uri="{FF2B5EF4-FFF2-40B4-BE49-F238E27FC236}">
                  <a16:creationId xmlns:a16="http://schemas.microsoft.com/office/drawing/2014/main" id="{8B878DF6-7736-B07D-0EF3-3F32EBCA42B7}"/>
                </a:ext>
              </a:extLst>
            </p:cNvPr>
            <p:cNvSpPr>
              <a:spLocks noChangeArrowheads="1"/>
            </p:cNvSpPr>
            <p:nvPr/>
          </p:nvSpPr>
          <p:spPr bwMode="auto">
            <a:xfrm>
              <a:off x="758825" y="3673475"/>
              <a:ext cx="76200" cy="38100"/>
            </a:xfrm>
            <a:custGeom>
              <a:avLst/>
              <a:gdLst>
                <a:gd name="T0" fmla="*/ 160 w 212"/>
                <a:gd name="T1" fmla="*/ 105 h 106"/>
                <a:gd name="T2" fmla="*/ 160 w 212"/>
                <a:gd name="T3" fmla="*/ 105 h 106"/>
                <a:gd name="T4" fmla="*/ 211 w 212"/>
                <a:gd name="T5" fmla="*/ 51 h 106"/>
                <a:gd name="T6" fmla="*/ 160 w 212"/>
                <a:gd name="T7" fmla="*/ 0 h 106"/>
                <a:gd name="T8" fmla="*/ 55 w 212"/>
                <a:gd name="T9" fmla="*/ 0 h 106"/>
                <a:gd name="T10" fmla="*/ 0 w 212"/>
                <a:gd name="T11" fmla="*/ 51 h 106"/>
                <a:gd name="T12" fmla="*/ 55 w 212"/>
                <a:gd name="T13" fmla="*/ 105 h 106"/>
                <a:gd name="T14" fmla="*/ 160 w 212"/>
                <a:gd name="T15" fmla="*/ 105 h 10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6">
                  <a:moveTo>
                    <a:pt x="160" y="105"/>
                  </a:moveTo>
                  <a:lnTo>
                    <a:pt x="160" y="105"/>
                  </a:lnTo>
                  <a:cubicBezTo>
                    <a:pt x="190" y="105"/>
                    <a:pt x="211" y="80"/>
                    <a:pt x="211" y="51"/>
                  </a:cubicBezTo>
                  <a:cubicBezTo>
                    <a:pt x="211" y="21"/>
                    <a:pt x="190" y="0"/>
                    <a:pt x="160" y="0"/>
                  </a:cubicBezTo>
                  <a:cubicBezTo>
                    <a:pt x="55" y="0"/>
                    <a:pt x="55" y="0"/>
                    <a:pt x="55" y="0"/>
                  </a:cubicBezTo>
                  <a:cubicBezTo>
                    <a:pt x="25" y="0"/>
                    <a:pt x="0" y="21"/>
                    <a:pt x="0" y="51"/>
                  </a:cubicBezTo>
                  <a:cubicBezTo>
                    <a:pt x="0" y="80"/>
                    <a:pt x="25" y="105"/>
                    <a:pt x="55" y="105"/>
                  </a:cubicBezTo>
                  <a:lnTo>
                    <a:pt x="160" y="105"/>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1" name="Freeform 69">
              <a:extLst>
                <a:ext uri="{FF2B5EF4-FFF2-40B4-BE49-F238E27FC236}">
                  <a16:creationId xmlns:a16="http://schemas.microsoft.com/office/drawing/2014/main" id="{17A7D269-FA5A-42E6-D462-A537067A5561}"/>
                </a:ext>
              </a:extLst>
            </p:cNvPr>
            <p:cNvSpPr>
              <a:spLocks noChangeArrowheads="1"/>
            </p:cNvSpPr>
            <p:nvPr/>
          </p:nvSpPr>
          <p:spPr bwMode="auto">
            <a:xfrm>
              <a:off x="379413" y="3444875"/>
              <a:ext cx="608012" cy="608013"/>
            </a:xfrm>
            <a:custGeom>
              <a:avLst/>
              <a:gdLst>
                <a:gd name="T0" fmla="*/ 1639 w 1690"/>
                <a:gd name="T1" fmla="*/ 739 h 1690"/>
                <a:gd name="T2" fmla="*/ 1428 w 1690"/>
                <a:gd name="T3" fmla="*/ 524 h 1690"/>
                <a:gd name="T4" fmla="*/ 1550 w 1690"/>
                <a:gd name="T5" fmla="*/ 414 h 1690"/>
                <a:gd name="T6" fmla="*/ 1499 w 1690"/>
                <a:gd name="T7" fmla="*/ 321 h 1690"/>
                <a:gd name="T8" fmla="*/ 1183 w 1690"/>
                <a:gd name="T9" fmla="*/ 224 h 1690"/>
                <a:gd name="T10" fmla="*/ 1242 w 1690"/>
                <a:gd name="T11" fmla="*/ 13 h 1690"/>
                <a:gd name="T12" fmla="*/ 1090 w 1690"/>
                <a:gd name="T13" fmla="*/ 173 h 1690"/>
                <a:gd name="T14" fmla="*/ 735 w 1690"/>
                <a:gd name="T15" fmla="*/ 106 h 1690"/>
                <a:gd name="T16" fmla="*/ 743 w 1690"/>
                <a:gd name="T17" fmla="*/ 212 h 1690"/>
                <a:gd name="T18" fmla="*/ 794 w 1690"/>
                <a:gd name="T19" fmla="*/ 212 h 1690"/>
                <a:gd name="T20" fmla="*/ 1086 w 1690"/>
                <a:gd name="T21" fmla="*/ 288 h 1690"/>
                <a:gd name="T22" fmla="*/ 1086 w 1690"/>
                <a:gd name="T23" fmla="*/ 288 h 1690"/>
                <a:gd name="T24" fmla="*/ 1297 w 1690"/>
                <a:gd name="T25" fmla="*/ 499 h 1690"/>
                <a:gd name="T26" fmla="*/ 1297 w 1690"/>
                <a:gd name="T27" fmla="*/ 503 h 1690"/>
                <a:gd name="T28" fmla="*/ 1331 w 1690"/>
                <a:gd name="T29" fmla="*/ 1017 h 1690"/>
                <a:gd name="T30" fmla="*/ 1297 w 1690"/>
                <a:gd name="T31" fmla="*/ 1080 h 1690"/>
                <a:gd name="T32" fmla="*/ 1119 w 1690"/>
                <a:gd name="T33" fmla="*/ 1270 h 1690"/>
                <a:gd name="T34" fmla="*/ 1086 w 1690"/>
                <a:gd name="T35" fmla="*/ 1292 h 1690"/>
                <a:gd name="T36" fmla="*/ 794 w 1690"/>
                <a:gd name="T37" fmla="*/ 1372 h 1690"/>
                <a:gd name="T38" fmla="*/ 503 w 1690"/>
                <a:gd name="T39" fmla="*/ 1292 h 1690"/>
                <a:gd name="T40" fmla="*/ 503 w 1690"/>
                <a:gd name="T41" fmla="*/ 1292 h 1690"/>
                <a:gd name="T42" fmla="*/ 292 w 1690"/>
                <a:gd name="T43" fmla="*/ 1080 h 1690"/>
                <a:gd name="T44" fmla="*/ 292 w 1690"/>
                <a:gd name="T45" fmla="*/ 1080 h 1690"/>
                <a:gd name="T46" fmla="*/ 216 w 1690"/>
                <a:gd name="T47" fmla="*/ 744 h 1690"/>
                <a:gd name="T48" fmla="*/ 110 w 1690"/>
                <a:gd name="T49" fmla="*/ 735 h 1690"/>
                <a:gd name="T50" fmla="*/ 161 w 1690"/>
                <a:gd name="T51" fmla="*/ 1059 h 1690"/>
                <a:gd name="T52" fmla="*/ 34 w 1690"/>
                <a:gd name="T53" fmla="*/ 1165 h 1690"/>
                <a:gd name="T54" fmla="*/ 89 w 1690"/>
                <a:gd name="T55" fmla="*/ 1258 h 1690"/>
                <a:gd name="T56" fmla="*/ 406 w 1690"/>
                <a:gd name="T57" fmla="*/ 1355 h 1690"/>
                <a:gd name="T58" fmla="*/ 347 w 1690"/>
                <a:gd name="T59" fmla="*/ 1566 h 1690"/>
                <a:gd name="T60" fmla="*/ 499 w 1690"/>
                <a:gd name="T61" fmla="*/ 1410 h 1690"/>
                <a:gd name="T62" fmla="*/ 739 w 1690"/>
                <a:gd name="T63" fmla="*/ 1634 h 1690"/>
                <a:gd name="T64" fmla="*/ 845 w 1690"/>
                <a:gd name="T65" fmla="*/ 1634 h 1690"/>
                <a:gd name="T66" fmla="*/ 1060 w 1690"/>
                <a:gd name="T67" fmla="*/ 1422 h 1690"/>
                <a:gd name="T68" fmla="*/ 1170 w 1690"/>
                <a:gd name="T69" fmla="*/ 1549 h 1690"/>
                <a:gd name="T70" fmla="*/ 1263 w 1690"/>
                <a:gd name="T71" fmla="*/ 1494 h 1690"/>
                <a:gd name="T72" fmla="*/ 1360 w 1690"/>
                <a:gd name="T73" fmla="*/ 1178 h 1690"/>
                <a:gd name="T74" fmla="*/ 1571 w 1690"/>
                <a:gd name="T75" fmla="*/ 1241 h 1690"/>
                <a:gd name="T76" fmla="*/ 1411 w 1690"/>
                <a:gd name="T77" fmla="*/ 1089 h 1690"/>
                <a:gd name="T78" fmla="*/ 1639 w 1690"/>
                <a:gd name="T79" fmla="*/ 845 h 1690"/>
                <a:gd name="T80" fmla="*/ 1639 w 1690"/>
                <a:gd name="T81" fmla="*/ 739 h 1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1690" h="1690">
                  <a:moveTo>
                    <a:pt x="1639" y="739"/>
                  </a:moveTo>
                  <a:lnTo>
                    <a:pt x="1639" y="739"/>
                  </a:lnTo>
                  <a:cubicBezTo>
                    <a:pt x="1478" y="739"/>
                    <a:pt x="1478" y="739"/>
                    <a:pt x="1478" y="739"/>
                  </a:cubicBezTo>
                  <a:cubicBezTo>
                    <a:pt x="1474" y="663"/>
                    <a:pt x="1453" y="592"/>
                    <a:pt x="1428" y="524"/>
                  </a:cubicBezTo>
                  <a:cubicBezTo>
                    <a:pt x="1423" y="516"/>
                    <a:pt x="1419" y="503"/>
                    <a:pt x="1411" y="494"/>
                  </a:cubicBezTo>
                  <a:cubicBezTo>
                    <a:pt x="1550" y="414"/>
                    <a:pt x="1550" y="414"/>
                    <a:pt x="1550" y="414"/>
                  </a:cubicBezTo>
                  <a:cubicBezTo>
                    <a:pt x="1575" y="402"/>
                    <a:pt x="1584" y="368"/>
                    <a:pt x="1571" y="342"/>
                  </a:cubicBezTo>
                  <a:cubicBezTo>
                    <a:pt x="1554" y="317"/>
                    <a:pt x="1525" y="309"/>
                    <a:pt x="1499" y="321"/>
                  </a:cubicBezTo>
                  <a:cubicBezTo>
                    <a:pt x="1360" y="402"/>
                    <a:pt x="1360" y="402"/>
                    <a:pt x="1360" y="402"/>
                  </a:cubicBezTo>
                  <a:cubicBezTo>
                    <a:pt x="1314" y="334"/>
                    <a:pt x="1250" y="275"/>
                    <a:pt x="1183" y="224"/>
                  </a:cubicBezTo>
                  <a:cubicBezTo>
                    <a:pt x="1263" y="85"/>
                    <a:pt x="1263" y="85"/>
                    <a:pt x="1263" y="85"/>
                  </a:cubicBezTo>
                  <a:cubicBezTo>
                    <a:pt x="1276" y="60"/>
                    <a:pt x="1267" y="30"/>
                    <a:pt x="1242" y="13"/>
                  </a:cubicBezTo>
                  <a:cubicBezTo>
                    <a:pt x="1216" y="0"/>
                    <a:pt x="1183" y="9"/>
                    <a:pt x="1170" y="34"/>
                  </a:cubicBezTo>
                  <a:cubicBezTo>
                    <a:pt x="1090" y="173"/>
                    <a:pt x="1090" y="173"/>
                    <a:pt x="1090" y="173"/>
                  </a:cubicBezTo>
                  <a:cubicBezTo>
                    <a:pt x="1001" y="131"/>
                    <a:pt x="900" y="106"/>
                    <a:pt x="794" y="106"/>
                  </a:cubicBezTo>
                  <a:cubicBezTo>
                    <a:pt x="773" y="106"/>
                    <a:pt x="756" y="106"/>
                    <a:pt x="735" y="106"/>
                  </a:cubicBezTo>
                  <a:cubicBezTo>
                    <a:pt x="706" y="110"/>
                    <a:pt x="684" y="135"/>
                    <a:pt x="689" y="165"/>
                  </a:cubicBezTo>
                  <a:cubicBezTo>
                    <a:pt x="689" y="195"/>
                    <a:pt x="718" y="216"/>
                    <a:pt x="743" y="212"/>
                  </a:cubicBezTo>
                  <a:lnTo>
                    <a:pt x="743" y="212"/>
                  </a:lnTo>
                  <a:cubicBezTo>
                    <a:pt x="760" y="212"/>
                    <a:pt x="777" y="212"/>
                    <a:pt x="794" y="212"/>
                  </a:cubicBezTo>
                  <a:cubicBezTo>
                    <a:pt x="874" y="212"/>
                    <a:pt x="950" y="228"/>
                    <a:pt x="1018" y="258"/>
                  </a:cubicBezTo>
                  <a:cubicBezTo>
                    <a:pt x="1043" y="266"/>
                    <a:pt x="1064" y="275"/>
                    <a:pt x="1086" y="288"/>
                  </a:cubicBezTo>
                  <a:lnTo>
                    <a:pt x="1086" y="288"/>
                  </a:lnTo>
                  <a:lnTo>
                    <a:pt x="1086" y="288"/>
                  </a:lnTo>
                  <a:cubicBezTo>
                    <a:pt x="1162" y="334"/>
                    <a:pt x="1225" y="393"/>
                    <a:pt x="1276" y="465"/>
                  </a:cubicBezTo>
                  <a:cubicBezTo>
                    <a:pt x="1284" y="478"/>
                    <a:pt x="1288" y="490"/>
                    <a:pt x="1297" y="499"/>
                  </a:cubicBezTo>
                  <a:cubicBezTo>
                    <a:pt x="1297" y="499"/>
                    <a:pt x="1297" y="499"/>
                    <a:pt x="1297" y="503"/>
                  </a:cubicBezTo>
                  <a:lnTo>
                    <a:pt x="1297" y="503"/>
                  </a:lnTo>
                  <a:cubicBezTo>
                    <a:pt x="1347" y="587"/>
                    <a:pt x="1373" y="685"/>
                    <a:pt x="1373" y="790"/>
                  </a:cubicBezTo>
                  <a:cubicBezTo>
                    <a:pt x="1373" y="870"/>
                    <a:pt x="1360" y="946"/>
                    <a:pt x="1331" y="1017"/>
                  </a:cubicBezTo>
                  <a:cubicBezTo>
                    <a:pt x="1318" y="1038"/>
                    <a:pt x="1309" y="1059"/>
                    <a:pt x="1297" y="1080"/>
                  </a:cubicBezTo>
                  <a:lnTo>
                    <a:pt x="1297" y="1080"/>
                  </a:lnTo>
                  <a:lnTo>
                    <a:pt x="1297" y="1080"/>
                  </a:lnTo>
                  <a:cubicBezTo>
                    <a:pt x="1250" y="1157"/>
                    <a:pt x="1191" y="1224"/>
                    <a:pt x="1119" y="1270"/>
                  </a:cubicBezTo>
                  <a:cubicBezTo>
                    <a:pt x="1107" y="1279"/>
                    <a:pt x="1098" y="1287"/>
                    <a:pt x="1086" y="1292"/>
                  </a:cubicBezTo>
                  <a:lnTo>
                    <a:pt x="1086" y="1292"/>
                  </a:lnTo>
                  <a:cubicBezTo>
                    <a:pt x="1081" y="1292"/>
                    <a:pt x="1081" y="1296"/>
                    <a:pt x="1081" y="1296"/>
                  </a:cubicBezTo>
                  <a:cubicBezTo>
                    <a:pt x="997" y="1342"/>
                    <a:pt x="900" y="1372"/>
                    <a:pt x="794" y="1372"/>
                  </a:cubicBezTo>
                  <a:cubicBezTo>
                    <a:pt x="714" y="1372"/>
                    <a:pt x="638" y="1355"/>
                    <a:pt x="566" y="1325"/>
                  </a:cubicBezTo>
                  <a:cubicBezTo>
                    <a:pt x="545" y="1317"/>
                    <a:pt x="524" y="1304"/>
                    <a:pt x="503" y="1292"/>
                  </a:cubicBezTo>
                  <a:lnTo>
                    <a:pt x="503" y="1292"/>
                  </a:lnTo>
                  <a:lnTo>
                    <a:pt x="503" y="1292"/>
                  </a:lnTo>
                  <a:cubicBezTo>
                    <a:pt x="427" y="1249"/>
                    <a:pt x="363" y="1186"/>
                    <a:pt x="313" y="1114"/>
                  </a:cubicBezTo>
                  <a:cubicBezTo>
                    <a:pt x="304" y="1106"/>
                    <a:pt x="296" y="1093"/>
                    <a:pt x="292" y="1080"/>
                  </a:cubicBezTo>
                  <a:lnTo>
                    <a:pt x="292" y="1080"/>
                  </a:lnTo>
                  <a:lnTo>
                    <a:pt x="292" y="1080"/>
                  </a:lnTo>
                  <a:cubicBezTo>
                    <a:pt x="241" y="996"/>
                    <a:pt x="211" y="896"/>
                    <a:pt x="211" y="790"/>
                  </a:cubicBezTo>
                  <a:cubicBezTo>
                    <a:pt x="211" y="773"/>
                    <a:pt x="216" y="760"/>
                    <a:pt x="216" y="744"/>
                  </a:cubicBezTo>
                  <a:cubicBezTo>
                    <a:pt x="216" y="714"/>
                    <a:pt x="195" y="689"/>
                    <a:pt x="165" y="685"/>
                  </a:cubicBezTo>
                  <a:cubicBezTo>
                    <a:pt x="140" y="685"/>
                    <a:pt x="110" y="706"/>
                    <a:pt x="110" y="735"/>
                  </a:cubicBezTo>
                  <a:cubicBezTo>
                    <a:pt x="110" y="752"/>
                    <a:pt x="106" y="773"/>
                    <a:pt x="106" y="790"/>
                  </a:cubicBezTo>
                  <a:cubicBezTo>
                    <a:pt x="106" y="887"/>
                    <a:pt x="127" y="976"/>
                    <a:pt x="161" y="1059"/>
                  </a:cubicBezTo>
                  <a:cubicBezTo>
                    <a:pt x="165" y="1068"/>
                    <a:pt x="169" y="1076"/>
                    <a:pt x="173" y="1089"/>
                  </a:cubicBezTo>
                  <a:cubicBezTo>
                    <a:pt x="34" y="1165"/>
                    <a:pt x="34" y="1165"/>
                    <a:pt x="34" y="1165"/>
                  </a:cubicBezTo>
                  <a:cubicBezTo>
                    <a:pt x="9" y="1182"/>
                    <a:pt x="0" y="1216"/>
                    <a:pt x="17" y="1241"/>
                  </a:cubicBezTo>
                  <a:cubicBezTo>
                    <a:pt x="30" y="1266"/>
                    <a:pt x="64" y="1275"/>
                    <a:pt x="89" y="1258"/>
                  </a:cubicBezTo>
                  <a:cubicBezTo>
                    <a:pt x="228" y="1178"/>
                    <a:pt x="228" y="1178"/>
                    <a:pt x="228" y="1178"/>
                  </a:cubicBezTo>
                  <a:cubicBezTo>
                    <a:pt x="275" y="1249"/>
                    <a:pt x="334" y="1309"/>
                    <a:pt x="406" y="1355"/>
                  </a:cubicBezTo>
                  <a:cubicBezTo>
                    <a:pt x="325" y="1494"/>
                    <a:pt x="325" y="1494"/>
                    <a:pt x="325" y="1494"/>
                  </a:cubicBezTo>
                  <a:cubicBezTo>
                    <a:pt x="313" y="1520"/>
                    <a:pt x="321" y="1553"/>
                    <a:pt x="347" y="1566"/>
                  </a:cubicBezTo>
                  <a:cubicBezTo>
                    <a:pt x="372" y="1583"/>
                    <a:pt x="401" y="1575"/>
                    <a:pt x="418" y="1549"/>
                  </a:cubicBezTo>
                  <a:cubicBezTo>
                    <a:pt x="499" y="1410"/>
                    <a:pt x="499" y="1410"/>
                    <a:pt x="499" y="1410"/>
                  </a:cubicBezTo>
                  <a:cubicBezTo>
                    <a:pt x="570" y="1444"/>
                    <a:pt x="655" y="1469"/>
                    <a:pt x="739" y="1473"/>
                  </a:cubicBezTo>
                  <a:cubicBezTo>
                    <a:pt x="739" y="1634"/>
                    <a:pt x="739" y="1634"/>
                    <a:pt x="739" y="1634"/>
                  </a:cubicBezTo>
                  <a:cubicBezTo>
                    <a:pt x="739" y="1663"/>
                    <a:pt x="765" y="1689"/>
                    <a:pt x="794" y="1689"/>
                  </a:cubicBezTo>
                  <a:cubicBezTo>
                    <a:pt x="824" y="1689"/>
                    <a:pt x="845" y="1663"/>
                    <a:pt x="845" y="1634"/>
                  </a:cubicBezTo>
                  <a:cubicBezTo>
                    <a:pt x="845" y="1473"/>
                    <a:pt x="845" y="1473"/>
                    <a:pt x="845" y="1473"/>
                  </a:cubicBezTo>
                  <a:cubicBezTo>
                    <a:pt x="921" y="1469"/>
                    <a:pt x="993" y="1452"/>
                    <a:pt x="1060" y="1422"/>
                  </a:cubicBezTo>
                  <a:cubicBezTo>
                    <a:pt x="1069" y="1418"/>
                    <a:pt x="1081" y="1414"/>
                    <a:pt x="1090" y="1410"/>
                  </a:cubicBezTo>
                  <a:cubicBezTo>
                    <a:pt x="1170" y="1549"/>
                    <a:pt x="1170" y="1549"/>
                    <a:pt x="1170" y="1549"/>
                  </a:cubicBezTo>
                  <a:cubicBezTo>
                    <a:pt x="1183" y="1575"/>
                    <a:pt x="1216" y="1583"/>
                    <a:pt x="1242" y="1566"/>
                  </a:cubicBezTo>
                  <a:cubicBezTo>
                    <a:pt x="1267" y="1553"/>
                    <a:pt x="1276" y="1520"/>
                    <a:pt x="1263" y="1494"/>
                  </a:cubicBezTo>
                  <a:cubicBezTo>
                    <a:pt x="1183" y="1355"/>
                    <a:pt x="1183" y="1355"/>
                    <a:pt x="1183" y="1355"/>
                  </a:cubicBezTo>
                  <a:cubicBezTo>
                    <a:pt x="1250" y="1309"/>
                    <a:pt x="1314" y="1249"/>
                    <a:pt x="1360" y="1178"/>
                  </a:cubicBezTo>
                  <a:cubicBezTo>
                    <a:pt x="1499" y="1258"/>
                    <a:pt x="1499" y="1258"/>
                    <a:pt x="1499" y="1258"/>
                  </a:cubicBezTo>
                  <a:cubicBezTo>
                    <a:pt x="1525" y="1275"/>
                    <a:pt x="1554" y="1266"/>
                    <a:pt x="1571" y="1241"/>
                  </a:cubicBezTo>
                  <a:cubicBezTo>
                    <a:pt x="1584" y="1216"/>
                    <a:pt x="1575" y="1182"/>
                    <a:pt x="1550" y="1165"/>
                  </a:cubicBezTo>
                  <a:cubicBezTo>
                    <a:pt x="1411" y="1089"/>
                    <a:pt x="1411" y="1089"/>
                    <a:pt x="1411" y="1089"/>
                  </a:cubicBezTo>
                  <a:cubicBezTo>
                    <a:pt x="1449" y="1013"/>
                    <a:pt x="1470" y="929"/>
                    <a:pt x="1478" y="845"/>
                  </a:cubicBezTo>
                  <a:cubicBezTo>
                    <a:pt x="1639" y="845"/>
                    <a:pt x="1639" y="845"/>
                    <a:pt x="1639" y="845"/>
                  </a:cubicBezTo>
                  <a:cubicBezTo>
                    <a:pt x="1668" y="845"/>
                    <a:pt x="1689" y="820"/>
                    <a:pt x="1689" y="790"/>
                  </a:cubicBezTo>
                  <a:cubicBezTo>
                    <a:pt x="1689" y="760"/>
                    <a:pt x="1668" y="739"/>
                    <a:pt x="1639" y="739"/>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52" name="Group 355">
            <a:extLst>
              <a:ext uri="{FF2B5EF4-FFF2-40B4-BE49-F238E27FC236}">
                <a16:creationId xmlns:a16="http://schemas.microsoft.com/office/drawing/2014/main" id="{2FE7FED2-6875-6B5D-8B2A-5D3DA9343F8F}"/>
              </a:ext>
            </a:extLst>
          </p:cNvPr>
          <p:cNvGrpSpPr/>
          <p:nvPr/>
        </p:nvGrpSpPr>
        <p:grpSpPr>
          <a:xfrm>
            <a:off x="3714217" y="5830259"/>
            <a:ext cx="266834" cy="222284"/>
            <a:chOff x="9102725" y="6675438"/>
            <a:chExt cx="912813" cy="760412"/>
          </a:xfrm>
          <a:solidFill>
            <a:schemeClr val="accent4"/>
          </a:solidFill>
        </p:grpSpPr>
        <p:sp>
          <p:nvSpPr>
            <p:cNvPr id="353" name="Freeform 70">
              <a:extLst>
                <a:ext uri="{FF2B5EF4-FFF2-40B4-BE49-F238E27FC236}">
                  <a16:creationId xmlns:a16="http://schemas.microsoft.com/office/drawing/2014/main" id="{939F22AC-3CE6-08F6-016D-CC18FF2F74DA}"/>
                </a:ext>
              </a:extLst>
            </p:cNvPr>
            <p:cNvSpPr>
              <a:spLocks noChangeArrowheads="1"/>
            </p:cNvSpPr>
            <p:nvPr/>
          </p:nvSpPr>
          <p:spPr bwMode="auto">
            <a:xfrm>
              <a:off x="9102725" y="6675438"/>
              <a:ext cx="912813" cy="760412"/>
            </a:xfrm>
            <a:custGeom>
              <a:avLst/>
              <a:gdLst>
                <a:gd name="T0" fmla="*/ 2504 w 2535"/>
                <a:gd name="T1" fmla="*/ 663 h 2113"/>
                <a:gd name="T2" fmla="*/ 2141 w 2535"/>
                <a:gd name="T3" fmla="*/ 233 h 2113"/>
                <a:gd name="T4" fmla="*/ 2082 w 2535"/>
                <a:gd name="T5" fmla="*/ 321 h 2113"/>
                <a:gd name="T6" fmla="*/ 2335 w 2535"/>
                <a:gd name="T7" fmla="*/ 558 h 2113"/>
                <a:gd name="T8" fmla="*/ 2428 w 2535"/>
                <a:gd name="T9" fmla="*/ 845 h 2113"/>
                <a:gd name="T10" fmla="*/ 2407 w 2535"/>
                <a:gd name="T11" fmla="*/ 1039 h 2113"/>
                <a:gd name="T12" fmla="*/ 1854 w 2535"/>
                <a:gd name="T13" fmla="*/ 1533 h 2113"/>
                <a:gd name="T14" fmla="*/ 503 w 2535"/>
                <a:gd name="T15" fmla="*/ 1453 h 2113"/>
                <a:gd name="T16" fmla="*/ 448 w 2535"/>
                <a:gd name="T17" fmla="*/ 1542 h 2113"/>
                <a:gd name="T18" fmla="*/ 1753 w 2535"/>
                <a:gd name="T19" fmla="*/ 1677 h 2113"/>
                <a:gd name="T20" fmla="*/ 2403 w 2535"/>
                <a:gd name="T21" fmla="*/ 1272 h 2113"/>
                <a:gd name="T22" fmla="*/ 2428 w 2535"/>
                <a:gd name="T23" fmla="*/ 1267 h 2113"/>
                <a:gd name="T24" fmla="*/ 2268 w 2535"/>
                <a:gd name="T25" fmla="*/ 1643 h 2113"/>
                <a:gd name="T26" fmla="*/ 1267 w 2535"/>
                <a:gd name="T27" fmla="*/ 2006 h 2113"/>
                <a:gd name="T28" fmla="*/ 519 w 2535"/>
                <a:gd name="T29" fmla="*/ 1829 h 2113"/>
                <a:gd name="T30" fmla="*/ 135 w 2535"/>
                <a:gd name="T31" fmla="*/ 1428 h 2113"/>
                <a:gd name="T32" fmla="*/ 106 w 2535"/>
                <a:gd name="T33" fmla="*/ 1229 h 2113"/>
                <a:gd name="T34" fmla="*/ 338 w 2535"/>
                <a:gd name="T35" fmla="*/ 1466 h 2113"/>
                <a:gd name="T36" fmla="*/ 401 w 2535"/>
                <a:gd name="T37" fmla="*/ 1381 h 2113"/>
                <a:gd name="T38" fmla="*/ 182 w 2535"/>
                <a:gd name="T39" fmla="*/ 1153 h 2113"/>
                <a:gd name="T40" fmla="*/ 106 w 2535"/>
                <a:gd name="T41" fmla="*/ 891 h 2113"/>
                <a:gd name="T42" fmla="*/ 127 w 2535"/>
                <a:gd name="T43" fmla="*/ 701 h 2113"/>
                <a:gd name="T44" fmla="*/ 680 w 2535"/>
                <a:gd name="T45" fmla="*/ 207 h 2113"/>
                <a:gd name="T46" fmla="*/ 1981 w 2535"/>
                <a:gd name="T47" fmla="*/ 262 h 2113"/>
                <a:gd name="T48" fmla="*/ 2031 w 2535"/>
                <a:gd name="T49" fmla="*/ 169 h 2113"/>
                <a:gd name="T50" fmla="*/ 781 w 2535"/>
                <a:gd name="T51" fmla="*/ 64 h 2113"/>
                <a:gd name="T52" fmla="*/ 131 w 2535"/>
                <a:gd name="T53" fmla="*/ 469 h 2113"/>
                <a:gd name="T54" fmla="*/ 0 w 2535"/>
                <a:gd name="T55" fmla="*/ 845 h 2113"/>
                <a:gd name="T56" fmla="*/ 25 w 2535"/>
                <a:gd name="T57" fmla="*/ 1440 h 2113"/>
                <a:gd name="T58" fmla="*/ 642 w 2535"/>
                <a:gd name="T59" fmla="*/ 2002 h 2113"/>
                <a:gd name="T60" fmla="*/ 1753 w 2535"/>
                <a:gd name="T61" fmla="*/ 2049 h 2113"/>
                <a:gd name="T62" fmla="*/ 2403 w 2535"/>
                <a:gd name="T63" fmla="*/ 1643 h 2113"/>
                <a:gd name="T64" fmla="*/ 2534 w 2535"/>
                <a:gd name="T65" fmla="*/ 1267 h 2113"/>
                <a:gd name="T66" fmla="*/ 2504 w 2535"/>
                <a:gd name="T67" fmla="*/ 663 h 2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535" h="2113">
                  <a:moveTo>
                    <a:pt x="2504" y="663"/>
                  </a:moveTo>
                  <a:lnTo>
                    <a:pt x="2504" y="663"/>
                  </a:lnTo>
                  <a:cubicBezTo>
                    <a:pt x="2479" y="579"/>
                    <a:pt x="2433" y="499"/>
                    <a:pt x="2369" y="427"/>
                  </a:cubicBezTo>
                  <a:cubicBezTo>
                    <a:pt x="2306" y="351"/>
                    <a:pt x="2230" y="287"/>
                    <a:pt x="2141" y="233"/>
                  </a:cubicBezTo>
                  <a:cubicBezTo>
                    <a:pt x="2116" y="216"/>
                    <a:pt x="2082" y="224"/>
                    <a:pt x="2065" y="245"/>
                  </a:cubicBezTo>
                  <a:cubicBezTo>
                    <a:pt x="2052" y="271"/>
                    <a:pt x="2057" y="304"/>
                    <a:pt x="2082" y="321"/>
                  </a:cubicBezTo>
                  <a:lnTo>
                    <a:pt x="2082" y="321"/>
                  </a:lnTo>
                  <a:cubicBezTo>
                    <a:pt x="2192" y="389"/>
                    <a:pt x="2281" y="469"/>
                    <a:pt x="2335" y="558"/>
                  </a:cubicBezTo>
                  <a:cubicBezTo>
                    <a:pt x="2365" y="604"/>
                    <a:pt x="2390" y="651"/>
                    <a:pt x="2403" y="697"/>
                  </a:cubicBezTo>
                  <a:cubicBezTo>
                    <a:pt x="2420" y="744"/>
                    <a:pt x="2428" y="794"/>
                    <a:pt x="2428" y="845"/>
                  </a:cubicBezTo>
                  <a:cubicBezTo>
                    <a:pt x="2428" y="896"/>
                    <a:pt x="2428" y="896"/>
                    <a:pt x="2428" y="896"/>
                  </a:cubicBezTo>
                  <a:cubicBezTo>
                    <a:pt x="2428" y="946"/>
                    <a:pt x="2420" y="993"/>
                    <a:pt x="2407" y="1039"/>
                  </a:cubicBezTo>
                  <a:cubicBezTo>
                    <a:pt x="2382" y="1124"/>
                    <a:pt x="2331" y="1200"/>
                    <a:pt x="2268" y="1272"/>
                  </a:cubicBezTo>
                  <a:cubicBezTo>
                    <a:pt x="2167" y="1377"/>
                    <a:pt x="2023" y="1470"/>
                    <a:pt x="1854" y="1533"/>
                  </a:cubicBezTo>
                  <a:cubicBezTo>
                    <a:pt x="1681" y="1601"/>
                    <a:pt x="1482" y="1635"/>
                    <a:pt x="1267" y="1635"/>
                  </a:cubicBezTo>
                  <a:cubicBezTo>
                    <a:pt x="971" y="1635"/>
                    <a:pt x="705" y="1567"/>
                    <a:pt x="503" y="1453"/>
                  </a:cubicBezTo>
                  <a:cubicBezTo>
                    <a:pt x="477" y="1436"/>
                    <a:pt x="443" y="1445"/>
                    <a:pt x="431" y="1470"/>
                  </a:cubicBezTo>
                  <a:cubicBezTo>
                    <a:pt x="414" y="1495"/>
                    <a:pt x="422" y="1529"/>
                    <a:pt x="448" y="1542"/>
                  </a:cubicBezTo>
                  <a:cubicBezTo>
                    <a:pt x="671" y="1668"/>
                    <a:pt x="954" y="1740"/>
                    <a:pt x="1267" y="1740"/>
                  </a:cubicBezTo>
                  <a:cubicBezTo>
                    <a:pt x="1440" y="1740"/>
                    <a:pt x="1605" y="1719"/>
                    <a:pt x="1753" y="1677"/>
                  </a:cubicBezTo>
                  <a:cubicBezTo>
                    <a:pt x="1867" y="1647"/>
                    <a:pt x="1968" y="1605"/>
                    <a:pt x="2065" y="1554"/>
                  </a:cubicBezTo>
                  <a:cubicBezTo>
                    <a:pt x="2205" y="1478"/>
                    <a:pt x="2323" y="1381"/>
                    <a:pt x="2403" y="1272"/>
                  </a:cubicBezTo>
                  <a:cubicBezTo>
                    <a:pt x="2411" y="1259"/>
                    <a:pt x="2420" y="1246"/>
                    <a:pt x="2428" y="1238"/>
                  </a:cubicBezTo>
                  <a:cubicBezTo>
                    <a:pt x="2428" y="1267"/>
                    <a:pt x="2428" y="1267"/>
                    <a:pt x="2428" y="1267"/>
                  </a:cubicBezTo>
                  <a:cubicBezTo>
                    <a:pt x="2428" y="1314"/>
                    <a:pt x="2420" y="1364"/>
                    <a:pt x="2407" y="1411"/>
                  </a:cubicBezTo>
                  <a:cubicBezTo>
                    <a:pt x="2382" y="1491"/>
                    <a:pt x="2331" y="1571"/>
                    <a:pt x="2268" y="1643"/>
                  </a:cubicBezTo>
                  <a:cubicBezTo>
                    <a:pt x="2167" y="1749"/>
                    <a:pt x="2023" y="1842"/>
                    <a:pt x="1854" y="1905"/>
                  </a:cubicBezTo>
                  <a:cubicBezTo>
                    <a:pt x="1681" y="1968"/>
                    <a:pt x="1482" y="2006"/>
                    <a:pt x="1267" y="2006"/>
                  </a:cubicBezTo>
                  <a:cubicBezTo>
                    <a:pt x="1102" y="2006"/>
                    <a:pt x="950" y="1985"/>
                    <a:pt x="807" y="1947"/>
                  </a:cubicBezTo>
                  <a:cubicBezTo>
                    <a:pt x="701" y="1918"/>
                    <a:pt x="604" y="1875"/>
                    <a:pt x="519" y="1829"/>
                  </a:cubicBezTo>
                  <a:cubicBezTo>
                    <a:pt x="389" y="1761"/>
                    <a:pt x="287" y="1673"/>
                    <a:pt x="215" y="1580"/>
                  </a:cubicBezTo>
                  <a:cubicBezTo>
                    <a:pt x="177" y="1529"/>
                    <a:pt x="152" y="1478"/>
                    <a:pt x="135" y="1428"/>
                  </a:cubicBezTo>
                  <a:cubicBezTo>
                    <a:pt x="114" y="1377"/>
                    <a:pt x="106" y="1322"/>
                    <a:pt x="106" y="1267"/>
                  </a:cubicBezTo>
                  <a:cubicBezTo>
                    <a:pt x="106" y="1229"/>
                    <a:pt x="106" y="1229"/>
                    <a:pt x="106" y="1229"/>
                  </a:cubicBezTo>
                  <a:cubicBezTo>
                    <a:pt x="114" y="1246"/>
                    <a:pt x="127" y="1263"/>
                    <a:pt x="139" y="1280"/>
                  </a:cubicBezTo>
                  <a:cubicBezTo>
                    <a:pt x="194" y="1352"/>
                    <a:pt x="262" y="1411"/>
                    <a:pt x="338" y="1466"/>
                  </a:cubicBezTo>
                  <a:cubicBezTo>
                    <a:pt x="363" y="1487"/>
                    <a:pt x="393" y="1478"/>
                    <a:pt x="414" y="1457"/>
                  </a:cubicBezTo>
                  <a:cubicBezTo>
                    <a:pt x="431" y="1432"/>
                    <a:pt x="422" y="1398"/>
                    <a:pt x="401" y="1381"/>
                  </a:cubicBezTo>
                  <a:lnTo>
                    <a:pt x="401" y="1381"/>
                  </a:lnTo>
                  <a:cubicBezTo>
                    <a:pt x="304" y="1314"/>
                    <a:pt x="232" y="1238"/>
                    <a:pt x="182" y="1153"/>
                  </a:cubicBezTo>
                  <a:cubicBezTo>
                    <a:pt x="156" y="1115"/>
                    <a:pt x="139" y="1069"/>
                    <a:pt x="127" y="1027"/>
                  </a:cubicBezTo>
                  <a:cubicBezTo>
                    <a:pt x="110" y="984"/>
                    <a:pt x="106" y="938"/>
                    <a:pt x="106" y="891"/>
                  </a:cubicBezTo>
                  <a:cubicBezTo>
                    <a:pt x="106" y="845"/>
                    <a:pt x="106" y="845"/>
                    <a:pt x="106" y="845"/>
                  </a:cubicBezTo>
                  <a:cubicBezTo>
                    <a:pt x="106" y="794"/>
                    <a:pt x="114" y="748"/>
                    <a:pt x="127" y="701"/>
                  </a:cubicBezTo>
                  <a:cubicBezTo>
                    <a:pt x="152" y="617"/>
                    <a:pt x="198" y="541"/>
                    <a:pt x="266" y="469"/>
                  </a:cubicBezTo>
                  <a:cubicBezTo>
                    <a:pt x="367" y="364"/>
                    <a:pt x="511" y="271"/>
                    <a:pt x="680" y="207"/>
                  </a:cubicBezTo>
                  <a:cubicBezTo>
                    <a:pt x="853" y="144"/>
                    <a:pt x="1052" y="106"/>
                    <a:pt x="1267" y="106"/>
                  </a:cubicBezTo>
                  <a:cubicBezTo>
                    <a:pt x="1537" y="106"/>
                    <a:pt x="1786" y="165"/>
                    <a:pt x="1981" y="262"/>
                  </a:cubicBezTo>
                  <a:cubicBezTo>
                    <a:pt x="2006" y="275"/>
                    <a:pt x="2040" y="266"/>
                    <a:pt x="2052" y="241"/>
                  </a:cubicBezTo>
                  <a:cubicBezTo>
                    <a:pt x="2065" y="212"/>
                    <a:pt x="2057" y="182"/>
                    <a:pt x="2031" y="169"/>
                  </a:cubicBezTo>
                  <a:cubicBezTo>
                    <a:pt x="1816" y="64"/>
                    <a:pt x="1554" y="0"/>
                    <a:pt x="1267" y="0"/>
                  </a:cubicBezTo>
                  <a:cubicBezTo>
                    <a:pt x="1094" y="0"/>
                    <a:pt x="929" y="22"/>
                    <a:pt x="781" y="64"/>
                  </a:cubicBezTo>
                  <a:cubicBezTo>
                    <a:pt x="667" y="93"/>
                    <a:pt x="562" y="135"/>
                    <a:pt x="469" y="186"/>
                  </a:cubicBezTo>
                  <a:cubicBezTo>
                    <a:pt x="329" y="262"/>
                    <a:pt x="211" y="359"/>
                    <a:pt x="131" y="469"/>
                  </a:cubicBezTo>
                  <a:cubicBezTo>
                    <a:pt x="89" y="524"/>
                    <a:pt x="55" y="583"/>
                    <a:pt x="34" y="647"/>
                  </a:cubicBezTo>
                  <a:cubicBezTo>
                    <a:pt x="13" y="710"/>
                    <a:pt x="0" y="777"/>
                    <a:pt x="0" y="845"/>
                  </a:cubicBezTo>
                  <a:cubicBezTo>
                    <a:pt x="0" y="1267"/>
                    <a:pt x="0" y="1267"/>
                    <a:pt x="0" y="1267"/>
                  </a:cubicBezTo>
                  <a:cubicBezTo>
                    <a:pt x="0" y="1326"/>
                    <a:pt x="8" y="1385"/>
                    <a:pt x="25" y="1440"/>
                  </a:cubicBezTo>
                  <a:cubicBezTo>
                    <a:pt x="59" y="1542"/>
                    <a:pt x="114" y="1631"/>
                    <a:pt x="190" y="1715"/>
                  </a:cubicBezTo>
                  <a:cubicBezTo>
                    <a:pt x="304" y="1833"/>
                    <a:pt x="460" y="1935"/>
                    <a:pt x="642" y="2002"/>
                  </a:cubicBezTo>
                  <a:cubicBezTo>
                    <a:pt x="828" y="2074"/>
                    <a:pt x="1039" y="2112"/>
                    <a:pt x="1267" y="2112"/>
                  </a:cubicBezTo>
                  <a:cubicBezTo>
                    <a:pt x="1440" y="2112"/>
                    <a:pt x="1605" y="2087"/>
                    <a:pt x="1753" y="2049"/>
                  </a:cubicBezTo>
                  <a:cubicBezTo>
                    <a:pt x="1867" y="2015"/>
                    <a:pt x="1968" y="1973"/>
                    <a:pt x="2065" y="1926"/>
                  </a:cubicBezTo>
                  <a:cubicBezTo>
                    <a:pt x="2205" y="1850"/>
                    <a:pt x="2323" y="1753"/>
                    <a:pt x="2403" y="1643"/>
                  </a:cubicBezTo>
                  <a:cubicBezTo>
                    <a:pt x="2445" y="1584"/>
                    <a:pt x="2479" y="1525"/>
                    <a:pt x="2500" y="1462"/>
                  </a:cubicBezTo>
                  <a:cubicBezTo>
                    <a:pt x="2521" y="1398"/>
                    <a:pt x="2534" y="1335"/>
                    <a:pt x="2534" y="1267"/>
                  </a:cubicBezTo>
                  <a:cubicBezTo>
                    <a:pt x="2534" y="845"/>
                    <a:pt x="2534" y="845"/>
                    <a:pt x="2534" y="845"/>
                  </a:cubicBezTo>
                  <a:cubicBezTo>
                    <a:pt x="2534" y="782"/>
                    <a:pt x="2525" y="723"/>
                    <a:pt x="2504" y="66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4" name="Freeform 71">
              <a:extLst>
                <a:ext uri="{FF2B5EF4-FFF2-40B4-BE49-F238E27FC236}">
                  <a16:creationId xmlns:a16="http://schemas.microsoft.com/office/drawing/2014/main" id="{C4C649EF-2279-8171-2D6E-9C4B4E3D9A04}"/>
                </a:ext>
              </a:extLst>
            </p:cNvPr>
            <p:cNvSpPr>
              <a:spLocks noChangeArrowheads="1"/>
            </p:cNvSpPr>
            <p:nvPr/>
          </p:nvSpPr>
          <p:spPr bwMode="auto">
            <a:xfrm>
              <a:off x="9194800" y="6789738"/>
              <a:ext cx="744538" cy="196850"/>
            </a:xfrm>
            <a:custGeom>
              <a:avLst/>
              <a:gdLst>
                <a:gd name="T0" fmla="*/ 1972 w 2070"/>
                <a:gd name="T1" fmla="*/ 520 h 546"/>
                <a:gd name="T2" fmla="*/ 1972 w 2070"/>
                <a:gd name="T3" fmla="*/ 520 h 546"/>
                <a:gd name="T4" fmla="*/ 2044 w 2070"/>
                <a:gd name="T5" fmla="*/ 524 h 546"/>
                <a:gd name="T6" fmla="*/ 2052 w 2070"/>
                <a:gd name="T7" fmla="*/ 452 h 546"/>
                <a:gd name="T8" fmla="*/ 1604 w 2070"/>
                <a:gd name="T9" fmla="*/ 123 h 546"/>
                <a:gd name="T10" fmla="*/ 1009 w 2070"/>
                <a:gd name="T11" fmla="*/ 0 h 546"/>
                <a:gd name="T12" fmla="*/ 452 w 2070"/>
                <a:gd name="T13" fmla="*/ 106 h 546"/>
                <a:gd name="T14" fmla="*/ 21 w 2070"/>
                <a:gd name="T15" fmla="*/ 389 h 546"/>
                <a:gd name="T16" fmla="*/ 21 w 2070"/>
                <a:gd name="T17" fmla="*/ 465 h 546"/>
                <a:gd name="T18" fmla="*/ 97 w 2070"/>
                <a:gd name="T19" fmla="*/ 465 h 546"/>
                <a:gd name="T20" fmla="*/ 97 w 2070"/>
                <a:gd name="T21" fmla="*/ 465 h 546"/>
                <a:gd name="T22" fmla="*/ 494 w 2070"/>
                <a:gd name="T23" fmla="*/ 203 h 546"/>
                <a:gd name="T24" fmla="*/ 1009 w 2070"/>
                <a:gd name="T25" fmla="*/ 106 h 546"/>
                <a:gd name="T26" fmla="*/ 1562 w 2070"/>
                <a:gd name="T27" fmla="*/ 220 h 546"/>
                <a:gd name="T28" fmla="*/ 1972 w 2070"/>
                <a:gd name="T29" fmla="*/ 520 h 5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070" h="546">
                  <a:moveTo>
                    <a:pt x="1972" y="520"/>
                  </a:moveTo>
                  <a:lnTo>
                    <a:pt x="1972" y="520"/>
                  </a:lnTo>
                  <a:cubicBezTo>
                    <a:pt x="1989" y="541"/>
                    <a:pt x="2023" y="545"/>
                    <a:pt x="2044" y="524"/>
                  </a:cubicBezTo>
                  <a:cubicBezTo>
                    <a:pt x="2069" y="507"/>
                    <a:pt x="2069" y="473"/>
                    <a:pt x="2052" y="452"/>
                  </a:cubicBezTo>
                  <a:cubicBezTo>
                    <a:pt x="1938" y="313"/>
                    <a:pt x="1782" y="203"/>
                    <a:pt x="1604" y="123"/>
                  </a:cubicBezTo>
                  <a:cubicBezTo>
                    <a:pt x="1427" y="42"/>
                    <a:pt x="1224" y="0"/>
                    <a:pt x="1009" y="0"/>
                  </a:cubicBezTo>
                  <a:cubicBezTo>
                    <a:pt x="811" y="0"/>
                    <a:pt x="621" y="38"/>
                    <a:pt x="452" y="106"/>
                  </a:cubicBezTo>
                  <a:cubicBezTo>
                    <a:pt x="287" y="173"/>
                    <a:pt x="139" y="270"/>
                    <a:pt x="21" y="389"/>
                  </a:cubicBezTo>
                  <a:cubicBezTo>
                    <a:pt x="0" y="410"/>
                    <a:pt x="0" y="443"/>
                    <a:pt x="21" y="465"/>
                  </a:cubicBezTo>
                  <a:cubicBezTo>
                    <a:pt x="42" y="486"/>
                    <a:pt x="76" y="486"/>
                    <a:pt x="97" y="465"/>
                  </a:cubicBezTo>
                  <a:lnTo>
                    <a:pt x="97" y="465"/>
                  </a:lnTo>
                  <a:cubicBezTo>
                    <a:pt x="202" y="355"/>
                    <a:pt x="338" y="266"/>
                    <a:pt x="494" y="203"/>
                  </a:cubicBezTo>
                  <a:cubicBezTo>
                    <a:pt x="646" y="139"/>
                    <a:pt x="823" y="106"/>
                    <a:pt x="1009" y="106"/>
                  </a:cubicBezTo>
                  <a:cubicBezTo>
                    <a:pt x="1207" y="106"/>
                    <a:pt x="1398" y="148"/>
                    <a:pt x="1562" y="220"/>
                  </a:cubicBezTo>
                  <a:cubicBezTo>
                    <a:pt x="1727" y="291"/>
                    <a:pt x="1866" y="393"/>
                    <a:pt x="1972" y="52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5" name="Freeform 72">
              <a:extLst>
                <a:ext uri="{FF2B5EF4-FFF2-40B4-BE49-F238E27FC236}">
                  <a16:creationId xmlns:a16="http://schemas.microsoft.com/office/drawing/2014/main" id="{05FA0490-78BD-3B09-6B6C-3F7455A4E9DE}"/>
                </a:ext>
              </a:extLst>
            </p:cNvPr>
            <p:cNvSpPr>
              <a:spLocks noChangeArrowheads="1"/>
            </p:cNvSpPr>
            <p:nvPr/>
          </p:nvSpPr>
          <p:spPr bwMode="auto">
            <a:xfrm>
              <a:off x="9539288" y="7054850"/>
              <a:ext cx="190500" cy="152400"/>
            </a:xfrm>
            <a:custGeom>
              <a:avLst/>
              <a:gdLst>
                <a:gd name="T0" fmla="*/ 68 w 529"/>
                <a:gd name="T1" fmla="*/ 351 h 423"/>
                <a:gd name="T2" fmla="*/ 68 w 529"/>
                <a:gd name="T3" fmla="*/ 351 h 423"/>
                <a:gd name="T4" fmla="*/ 156 w 529"/>
                <a:gd name="T5" fmla="*/ 401 h 423"/>
                <a:gd name="T6" fmla="*/ 266 w 529"/>
                <a:gd name="T7" fmla="*/ 422 h 423"/>
                <a:gd name="T8" fmla="*/ 363 w 529"/>
                <a:gd name="T9" fmla="*/ 406 h 423"/>
                <a:gd name="T10" fmla="*/ 482 w 529"/>
                <a:gd name="T11" fmla="*/ 334 h 423"/>
                <a:gd name="T12" fmla="*/ 515 w 529"/>
                <a:gd name="T13" fmla="*/ 279 h 423"/>
                <a:gd name="T14" fmla="*/ 528 w 529"/>
                <a:gd name="T15" fmla="*/ 211 h 423"/>
                <a:gd name="T16" fmla="*/ 507 w 529"/>
                <a:gd name="T17" fmla="*/ 123 h 423"/>
                <a:gd name="T18" fmla="*/ 465 w 529"/>
                <a:gd name="T19" fmla="*/ 72 h 423"/>
                <a:gd name="T20" fmla="*/ 376 w 529"/>
                <a:gd name="T21" fmla="*/ 17 h 423"/>
                <a:gd name="T22" fmla="*/ 266 w 529"/>
                <a:gd name="T23" fmla="*/ 0 h 423"/>
                <a:gd name="T24" fmla="*/ 169 w 529"/>
                <a:gd name="T25" fmla="*/ 13 h 423"/>
                <a:gd name="T26" fmla="*/ 51 w 529"/>
                <a:gd name="T27" fmla="*/ 85 h 423"/>
                <a:gd name="T28" fmla="*/ 17 w 529"/>
                <a:gd name="T29" fmla="*/ 144 h 423"/>
                <a:gd name="T30" fmla="*/ 0 w 529"/>
                <a:gd name="T31" fmla="*/ 211 h 423"/>
                <a:gd name="T32" fmla="*/ 25 w 529"/>
                <a:gd name="T33" fmla="*/ 300 h 423"/>
                <a:gd name="T34" fmla="*/ 68 w 529"/>
                <a:gd name="T35" fmla="*/ 351 h 423"/>
                <a:gd name="T36" fmla="*/ 118 w 529"/>
                <a:gd name="T37" fmla="*/ 173 h 423"/>
                <a:gd name="T38" fmla="*/ 118 w 529"/>
                <a:gd name="T39" fmla="*/ 173 h 423"/>
                <a:gd name="T40" fmla="*/ 140 w 529"/>
                <a:gd name="T41" fmla="*/ 148 h 423"/>
                <a:gd name="T42" fmla="*/ 190 w 529"/>
                <a:gd name="T43" fmla="*/ 118 h 423"/>
                <a:gd name="T44" fmla="*/ 266 w 529"/>
                <a:gd name="T45" fmla="*/ 106 h 423"/>
                <a:gd name="T46" fmla="*/ 334 w 529"/>
                <a:gd name="T47" fmla="*/ 114 h 423"/>
                <a:gd name="T48" fmla="*/ 401 w 529"/>
                <a:gd name="T49" fmla="*/ 156 h 423"/>
                <a:gd name="T50" fmla="*/ 418 w 529"/>
                <a:gd name="T51" fmla="*/ 182 h 423"/>
                <a:gd name="T52" fmla="*/ 422 w 529"/>
                <a:gd name="T53" fmla="*/ 211 h 423"/>
                <a:gd name="T54" fmla="*/ 414 w 529"/>
                <a:gd name="T55" fmla="*/ 245 h 423"/>
                <a:gd name="T56" fmla="*/ 393 w 529"/>
                <a:gd name="T57" fmla="*/ 270 h 423"/>
                <a:gd name="T58" fmla="*/ 338 w 529"/>
                <a:gd name="T59" fmla="*/ 304 h 423"/>
                <a:gd name="T60" fmla="*/ 266 w 529"/>
                <a:gd name="T61" fmla="*/ 317 h 423"/>
                <a:gd name="T62" fmla="*/ 199 w 529"/>
                <a:gd name="T63" fmla="*/ 304 h 423"/>
                <a:gd name="T64" fmla="*/ 131 w 529"/>
                <a:gd name="T65" fmla="*/ 262 h 423"/>
                <a:gd name="T66" fmla="*/ 114 w 529"/>
                <a:gd name="T67" fmla="*/ 237 h 423"/>
                <a:gd name="T68" fmla="*/ 106 w 529"/>
                <a:gd name="T69" fmla="*/ 211 h 423"/>
                <a:gd name="T70" fmla="*/ 118 w 529"/>
                <a:gd name="T71" fmla="*/ 173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529" h="423">
                  <a:moveTo>
                    <a:pt x="68" y="351"/>
                  </a:moveTo>
                  <a:lnTo>
                    <a:pt x="68" y="351"/>
                  </a:lnTo>
                  <a:cubicBezTo>
                    <a:pt x="93" y="372"/>
                    <a:pt x="123" y="389"/>
                    <a:pt x="156" y="401"/>
                  </a:cubicBezTo>
                  <a:cubicBezTo>
                    <a:pt x="190" y="414"/>
                    <a:pt x="228" y="422"/>
                    <a:pt x="266" y="422"/>
                  </a:cubicBezTo>
                  <a:cubicBezTo>
                    <a:pt x="300" y="422"/>
                    <a:pt x="334" y="418"/>
                    <a:pt x="363" y="406"/>
                  </a:cubicBezTo>
                  <a:cubicBezTo>
                    <a:pt x="410" y="393"/>
                    <a:pt x="448" y="368"/>
                    <a:pt x="482" y="334"/>
                  </a:cubicBezTo>
                  <a:cubicBezTo>
                    <a:pt x="494" y="317"/>
                    <a:pt x="507" y="300"/>
                    <a:pt x="515" y="279"/>
                  </a:cubicBezTo>
                  <a:cubicBezTo>
                    <a:pt x="524" y="258"/>
                    <a:pt x="528" y="232"/>
                    <a:pt x="528" y="211"/>
                  </a:cubicBezTo>
                  <a:cubicBezTo>
                    <a:pt x="528" y="177"/>
                    <a:pt x="520" y="148"/>
                    <a:pt x="507" y="123"/>
                  </a:cubicBezTo>
                  <a:cubicBezTo>
                    <a:pt x="494" y="102"/>
                    <a:pt x="482" y="85"/>
                    <a:pt x="465" y="72"/>
                  </a:cubicBezTo>
                  <a:cubicBezTo>
                    <a:pt x="439" y="47"/>
                    <a:pt x="410" y="30"/>
                    <a:pt x="376" y="17"/>
                  </a:cubicBezTo>
                  <a:cubicBezTo>
                    <a:pt x="342" y="4"/>
                    <a:pt x="304" y="0"/>
                    <a:pt x="266" y="0"/>
                  </a:cubicBezTo>
                  <a:cubicBezTo>
                    <a:pt x="232" y="0"/>
                    <a:pt x="199" y="4"/>
                    <a:pt x="169" y="13"/>
                  </a:cubicBezTo>
                  <a:cubicBezTo>
                    <a:pt x="123" y="30"/>
                    <a:pt x="80" y="55"/>
                    <a:pt x="51" y="85"/>
                  </a:cubicBezTo>
                  <a:cubicBezTo>
                    <a:pt x="38" y="102"/>
                    <a:pt x="25" y="123"/>
                    <a:pt x="17" y="144"/>
                  </a:cubicBezTo>
                  <a:cubicBezTo>
                    <a:pt x="9" y="165"/>
                    <a:pt x="0" y="186"/>
                    <a:pt x="0" y="211"/>
                  </a:cubicBezTo>
                  <a:cubicBezTo>
                    <a:pt x="0" y="241"/>
                    <a:pt x="9" y="270"/>
                    <a:pt x="25" y="300"/>
                  </a:cubicBezTo>
                  <a:cubicBezTo>
                    <a:pt x="38" y="317"/>
                    <a:pt x="51" y="334"/>
                    <a:pt x="68" y="351"/>
                  </a:cubicBezTo>
                  <a:close/>
                  <a:moveTo>
                    <a:pt x="118" y="173"/>
                  </a:moveTo>
                  <a:lnTo>
                    <a:pt x="118" y="173"/>
                  </a:lnTo>
                  <a:cubicBezTo>
                    <a:pt x="123" y="165"/>
                    <a:pt x="131" y="156"/>
                    <a:pt x="140" y="148"/>
                  </a:cubicBezTo>
                  <a:cubicBezTo>
                    <a:pt x="152" y="135"/>
                    <a:pt x="169" y="127"/>
                    <a:pt x="190" y="118"/>
                  </a:cubicBezTo>
                  <a:cubicBezTo>
                    <a:pt x="215" y="110"/>
                    <a:pt x="241" y="106"/>
                    <a:pt x="266" y="106"/>
                  </a:cubicBezTo>
                  <a:cubicBezTo>
                    <a:pt x="292" y="106"/>
                    <a:pt x="313" y="110"/>
                    <a:pt x="334" y="114"/>
                  </a:cubicBezTo>
                  <a:cubicBezTo>
                    <a:pt x="363" y="123"/>
                    <a:pt x="384" y="139"/>
                    <a:pt x="401" y="156"/>
                  </a:cubicBezTo>
                  <a:cubicBezTo>
                    <a:pt x="410" y="165"/>
                    <a:pt x="414" y="173"/>
                    <a:pt x="418" y="182"/>
                  </a:cubicBezTo>
                  <a:cubicBezTo>
                    <a:pt x="422" y="194"/>
                    <a:pt x="422" y="203"/>
                    <a:pt x="422" y="211"/>
                  </a:cubicBezTo>
                  <a:cubicBezTo>
                    <a:pt x="422" y="224"/>
                    <a:pt x="422" y="232"/>
                    <a:pt x="414" y="245"/>
                  </a:cubicBezTo>
                  <a:cubicBezTo>
                    <a:pt x="410" y="254"/>
                    <a:pt x="401" y="262"/>
                    <a:pt x="393" y="270"/>
                  </a:cubicBezTo>
                  <a:cubicBezTo>
                    <a:pt x="380" y="283"/>
                    <a:pt x="359" y="296"/>
                    <a:pt x="338" y="304"/>
                  </a:cubicBezTo>
                  <a:cubicBezTo>
                    <a:pt x="317" y="313"/>
                    <a:pt x="292" y="317"/>
                    <a:pt x="266" y="317"/>
                  </a:cubicBezTo>
                  <a:cubicBezTo>
                    <a:pt x="241" y="317"/>
                    <a:pt x="220" y="313"/>
                    <a:pt x="199" y="304"/>
                  </a:cubicBezTo>
                  <a:cubicBezTo>
                    <a:pt x="169" y="296"/>
                    <a:pt x="144" y="279"/>
                    <a:pt x="131" y="262"/>
                  </a:cubicBezTo>
                  <a:cubicBezTo>
                    <a:pt x="123" y="254"/>
                    <a:pt x="118" y="245"/>
                    <a:pt x="114" y="237"/>
                  </a:cubicBezTo>
                  <a:cubicBezTo>
                    <a:pt x="110" y="228"/>
                    <a:pt x="106" y="220"/>
                    <a:pt x="106" y="211"/>
                  </a:cubicBezTo>
                  <a:cubicBezTo>
                    <a:pt x="106" y="199"/>
                    <a:pt x="110" y="186"/>
                    <a:pt x="118" y="173"/>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6" name="Freeform 73">
              <a:extLst>
                <a:ext uri="{FF2B5EF4-FFF2-40B4-BE49-F238E27FC236}">
                  <a16:creationId xmlns:a16="http://schemas.microsoft.com/office/drawing/2014/main" id="{065A058C-B1A6-BB0D-2D56-A87875808BA3}"/>
                </a:ext>
              </a:extLst>
            </p:cNvPr>
            <p:cNvSpPr>
              <a:spLocks noChangeArrowheads="1"/>
            </p:cNvSpPr>
            <p:nvPr/>
          </p:nvSpPr>
          <p:spPr bwMode="auto">
            <a:xfrm>
              <a:off x="9424988" y="6904038"/>
              <a:ext cx="173037" cy="131762"/>
            </a:xfrm>
            <a:custGeom>
              <a:avLst/>
              <a:gdLst>
                <a:gd name="T0" fmla="*/ 241 w 479"/>
                <a:gd name="T1" fmla="*/ 367 h 368"/>
                <a:gd name="T2" fmla="*/ 241 w 479"/>
                <a:gd name="T3" fmla="*/ 367 h 368"/>
                <a:gd name="T4" fmla="*/ 326 w 479"/>
                <a:gd name="T5" fmla="*/ 355 h 368"/>
                <a:gd name="T6" fmla="*/ 385 w 479"/>
                <a:gd name="T7" fmla="*/ 329 h 368"/>
                <a:gd name="T8" fmla="*/ 448 w 479"/>
                <a:gd name="T9" fmla="*/ 270 h 368"/>
                <a:gd name="T10" fmla="*/ 469 w 479"/>
                <a:gd name="T11" fmla="*/ 228 h 368"/>
                <a:gd name="T12" fmla="*/ 478 w 479"/>
                <a:gd name="T13" fmla="*/ 186 h 368"/>
                <a:gd name="T14" fmla="*/ 473 w 479"/>
                <a:gd name="T15" fmla="*/ 143 h 368"/>
                <a:gd name="T16" fmla="*/ 440 w 479"/>
                <a:gd name="T17" fmla="*/ 80 h 368"/>
                <a:gd name="T18" fmla="*/ 351 w 479"/>
                <a:gd name="T19" fmla="*/ 21 h 368"/>
                <a:gd name="T20" fmla="*/ 241 w 479"/>
                <a:gd name="T21" fmla="*/ 0 h 368"/>
                <a:gd name="T22" fmla="*/ 152 w 479"/>
                <a:gd name="T23" fmla="*/ 13 h 368"/>
                <a:gd name="T24" fmla="*/ 93 w 479"/>
                <a:gd name="T25" fmla="*/ 38 h 368"/>
                <a:gd name="T26" fmla="*/ 30 w 479"/>
                <a:gd name="T27" fmla="*/ 97 h 368"/>
                <a:gd name="T28" fmla="*/ 9 w 479"/>
                <a:gd name="T29" fmla="*/ 139 h 368"/>
                <a:gd name="T30" fmla="*/ 0 w 479"/>
                <a:gd name="T31" fmla="*/ 186 h 368"/>
                <a:gd name="T32" fmla="*/ 9 w 479"/>
                <a:gd name="T33" fmla="*/ 224 h 368"/>
                <a:gd name="T34" fmla="*/ 43 w 479"/>
                <a:gd name="T35" fmla="*/ 287 h 368"/>
                <a:gd name="T36" fmla="*/ 127 w 479"/>
                <a:gd name="T37" fmla="*/ 346 h 368"/>
                <a:gd name="T38" fmla="*/ 241 w 479"/>
                <a:gd name="T39" fmla="*/ 367 h 368"/>
                <a:gd name="T40" fmla="*/ 119 w 479"/>
                <a:gd name="T41" fmla="*/ 211 h 368"/>
                <a:gd name="T42" fmla="*/ 119 w 479"/>
                <a:gd name="T43" fmla="*/ 211 h 368"/>
                <a:gd name="T44" fmla="*/ 110 w 479"/>
                <a:gd name="T45" fmla="*/ 198 h 368"/>
                <a:gd name="T46" fmla="*/ 106 w 479"/>
                <a:gd name="T47" fmla="*/ 186 h 368"/>
                <a:gd name="T48" fmla="*/ 110 w 479"/>
                <a:gd name="T49" fmla="*/ 173 h 368"/>
                <a:gd name="T50" fmla="*/ 123 w 479"/>
                <a:gd name="T51" fmla="*/ 148 h 368"/>
                <a:gd name="T52" fmla="*/ 169 w 479"/>
                <a:gd name="T53" fmla="*/ 118 h 368"/>
                <a:gd name="T54" fmla="*/ 241 w 479"/>
                <a:gd name="T55" fmla="*/ 105 h 368"/>
                <a:gd name="T56" fmla="*/ 296 w 479"/>
                <a:gd name="T57" fmla="*/ 114 h 368"/>
                <a:gd name="T58" fmla="*/ 330 w 479"/>
                <a:gd name="T59" fmla="*/ 126 h 368"/>
                <a:gd name="T60" fmla="*/ 364 w 479"/>
                <a:gd name="T61" fmla="*/ 156 h 368"/>
                <a:gd name="T62" fmla="*/ 368 w 479"/>
                <a:gd name="T63" fmla="*/ 169 h 368"/>
                <a:gd name="T64" fmla="*/ 372 w 479"/>
                <a:gd name="T65" fmla="*/ 186 h 368"/>
                <a:gd name="T66" fmla="*/ 368 w 479"/>
                <a:gd name="T67" fmla="*/ 194 h 368"/>
                <a:gd name="T68" fmla="*/ 359 w 479"/>
                <a:gd name="T69" fmla="*/ 219 h 368"/>
                <a:gd name="T70" fmla="*/ 313 w 479"/>
                <a:gd name="T71" fmla="*/ 249 h 368"/>
                <a:gd name="T72" fmla="*/ 241 w 479"/>
                <a:gd name="T73" fmla="*/ 262 h 368"/>
                <a:gd name="T74" fmla="*/ 182 w 479"/>
                <a:gd name="T75" fmla="*/ 253 h 368"/>
                <a:gd name="T76" fmla="*/ 148 w 479"/>
                <a:gd name="T77" fmla="*/ 241 h 368"/>
                <a:gd name="T78" fmla="*/ 119 w 479"/>
                <a:gd name="T79" fmla="*/ 211 h 3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479" h="368">
                  <a:moveTo>
                    <a:pt x="241" y="367"/>
                  </a:moveTo>
                  <a:lnTo>
                    <a:pt x="241" y="367"/>
                  </a:lnTo>
                  <a:cubicBezTo>
                    <a:pt x="271" y="367"/>
                    <a:pt x="300" y="363"/>
                    <a:pt x="326" y="355"/>
                  </a:cubicBezTo>
                  <a:cubicBezTo>
                    <a:pt x="347" y="350"/>
                    <a:pt x="368" y="342"/>
                    <a:pt x="385" y="329"/>
                  </a:cubicBezTo>
                  <a:cubicBezTo>
                    <a:pt x="410" y="317"/>
                    <a:pt x="431" y="295"/>
                    <a:pt x="448" y="270"/>
                  </a:cubicBezTo>
                  <a:cubicBezTo>
                    <a:pt x="457" y="257"/>
                    <a:pt x="465" y="245"/>
                    <a:pt x="469" y="228"/>
                  </a:cubicBezTo>
                  <a:cubicBezTo>
                    <a:pt x="473" y="215"/>
                    <a:pt x="478" y="198"/>
                    <a:pt x="478" y="186"/>
                  </a:cubicBezTo>
                  <a:cubicBezTo>
                    <a:pt x="478" y="169"/>
                    <a:pt x="473" y="156"/>
                    <a:pt x="473" y="143"/>
                  </a:cubicBezTo>
                  <a:cubicBezTo>
                    <a:pt x="465" y="118"/>
                    <a:pt x="452" y="97"/>
                    <a:pt x="440" y="80"/>
                  </a:cubicBezTo>
                  <a:cubicBezTo>
                    <a:pt x="414" y="55"/>
                    <a:pt x="385" y="34"/>
                    <a:pt x="351" y="21"/>
                  </a:cubicBezTo>
                  <a:cubicBezTo>
                    <a:pt x="317" y="8"/>
                    <a:pt x="279" y="0"/>
                    <a:pt x="241" y="0"/>
                  </a:cubicBezTo>
                  <a:cubicBezTo>
                    <a:pt x="207" y="0"/>
                    <a:pt x="178" y="4"/>
                    <a:pt x="152" y="13"/>
                  </a:cubicBezTo>
                  <a:cubicBezTo>
                    <a:pt x="131" y="17"/>
                    <a:pt x="114" y="25"/>
                    <a:pt x="93" y="38"/>
                  </a:cubicBezTo>
                  <a:cubicBezTo>
                    <a:pt x="68" y="51"/>
                    <a:pt x="47" y="72"/>
                    <a:pt x="30" y="97"/>
                  </a:cubicBezTo>
                  <a:cubicBezTo>
                    <a:pt x="21" y="110"/>
                    <a:pt x="13" y="122"/>
                    <a:pt x="9" y="139"/>
                  </a:cubicBezTo>
                  <a:cubicBezTo>
                    <a:pt x="5" y="152"/>
                    <a:pt x="0" y="169"/>
                    <a:pt x="0" y="186"/>
                  </a:cubicBezTo>
                  <a:cubicBezTo>
                    <a:pt x="0" y="198"/>
                    <a:pt x="5" y="211"/>
                    <a:pt x="9" y="224"/>
                  </a:cubicBezTo>
                  <a:cubicBezTo>
                    <a:pt x="13" y="249"/>
                    <a:pt x="26" y="270"/>
                    <a:pt x="43" y="287"/>
                  </a:cubicBezTo>
                  <a:cubicBezTo>
                    <a:pt x="64" y="312"/>
                    <a:pt x="93" y="334"/>
                    <a:pt x="127" y="346"/>
                  </a:cubicBezTo>
                  <a:cubicBezTo>
                    <a:pt x="161" y="363"/>
                    <a:pt x="199" y="367"/>
                    <a:pt x="241" y="367"/>
                  </a:cubicBezTo>
                  <a:close/>
                  <a:moveTo>
                    <a:pt x="119" y="211"/>
                  </a:moveTo>
                  <a:lnTo>
                    <a:pt x="119" y="211"/>
                  </a:lnTo>
                  <a:cubicBezTo>
                    <a:pt x="114" y="207"/>
                    <a:pt x="110" y="203"/>
                    <a:pt x="110" y="198"/>
                  </a:cubicBezTo>
                  <a:cubicBezTo>
                    <a:pt x="110" y="194"/>
                    <a:pt x="106" y="190"/>
                    <a:pt x="106" y="186"/>
                  </a:cubicBezTo>
                  <a:cubicBezTo>
                    <a:pt x="106" y="181"/>
                    <a:pt x="110" y="177"/>
                    <a:pt x="110" y="173"/>
                  </a:cubicBezTo>
                  <a:cubicBezTo>
                    <a:pt x="110" y="165"/>
                    <a:pt x="114" y="156"/>
                    <a:pt x="123" y="148"/>
                  </a:cubicBezTo>
                  <a:cubicBezTo>
                    <a:pt x="131" y="139"/>
                    <a:pt x="148" y="126"/>
                    <a:pt x="169" y="118"/>
                  </a:cubicBezTo>
                  <a:cubicBezTo>
                    <a:pt x="186" y="110"/>
                    <a:pt x="211" y="105"/>
                    <a:pt x="241" y="105"/>
                  </a:cubicBezTo>
                  <a:cubicBezTo>
                    <a:pt x="258" y="105"/>
                    <a:pt x="279" y="110"/>
                    <a:pt x="296" y="114"/>
                  </a:cubicBezTo>
                  <a:cubicBezTo>
                    <a:pt x="309" y="118"/>
                    <a:pt x="321" y="122"/>
                    <a:pt x="330" y="126"/>
                  </a:cubicBezTo>
                  <a:cubicBezTo>
                    <a:pt x="347" y="135"/>
                    <a:pt x="355" y="148"/>
                    <a:pt x="364" y="156"/>
                  </a:cubicBezTo>
                  <a:cubicBezTo>
                    <a:pt x="364" y="160"/>
                    <a:pt x="368" y="165"/>
                    <a:pt x="368" y="169"/>
                  </a:cubicBezTo>
                  <a:cubicBezTo>
                    <a:pt x="372" y="173"/>
                    <a:pt x="372" y="177"/>
                    <a:pt x="372" y="186"/>
                  </a:cubicBezTo>
                  <a:cubicBezTo>
                    <a:pt x="372" y="190"/>
                    <a:pt x="372" y="190"/>
                    <a:pt x="368" y="194"/>
                  </a:cubicBezTo>
                  <a:cubicBezTo>
                    <a:pt x="368" y="203"/>
                    <a:pt x="364" y="211"/>
                    <a:pt x="359" y="219"/>
                  </a:cubicBezTo>
                  <a:cubicBezTo>
                    <a:pt x="347" y="228"/>
                    <a:pt x="330" y="241"/>
                    <a:pt x="313" y="249"/>
                  </a:cubicBezTo>
                  <a:cubicBezTo>
                    <a:pt x="292" y="257"/>
                    <a:pt x="266" y="262"/>
                    <a:pt x="241" y="262"/>
                  </a:cubicBezTo>
                  <a:cubicBezTo>
                    <a:pt x="220" y="262"/>
                    <a:pt x="199" y="262"/>
                    <a:pt x="182" y="253"/>
                  </a:cubicBezTo>
                  <a:cubicBezTo>
                    <a:pt x="169" y="249"/>
                    <a:pt x="157" y="245"/>
                    <a:pt x="148" y="241"/>
                  </a:cubicBezTo>
                  <a:cubicBezTo>
                    <a:pt x="136" y="232"/>
                    <a:pt x="123" y="219"/>
                    <a:pt x="119" y="21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7" name="Freeform 74">
              <a:extLst>
                <a:ext uri="{FF2B5EF4-FFF2-40B4-BE49-F238E27FC236}">
                  <a16:creationId xmlns:a16="http://schemas.microsoft.com/office/drawing/2014/main" id="{E8C45886-AA27-7ADC-A47A-EDFF17124136}"/>
                </a:ext>
              </a:extLst>
            </p:cNvPr>
            <p:cNvSpPr>
              <a:spLocks noChangeArrowheads="1"/>
            </p:cNvSpPr>
            <p:nvPr/>
          </p:nvSpPr>
          <p:spPr bwMode="auto">
            <a:xfrm>
              <a:off x="9310688" y="6959600"/>
              <a:ext cx="76200" cy="38100"/>
            </a:xfrm>
            <a:custGeom>
              <a:avLst/>
              <a:gdLst>
                <a:gd name="T0" fmla="*/ 160 w 212"/>
                <a:gd name="T1" fmla="*/ 0 h 107"/>
                <a:gd name="T2" fmla="*/ 160 w 212"/>
                <a:gd name="T3" fmla="*/ 0 h 107"/>
                <a:gd name="T4" fmla="*/ 54 w 212"/>
                <a:gd name="T5" fmla="*/ 0 h 107"/>
                <a:gd name="T6" fmla="*/ 0 w 212"/>
                <a:gd name="T7" fmla="*/ 55 h 107"/>
                <a:gd name="T8" fmla="*/ 54 w 212"/>
                <a:gd name="T9" fmla="*/ 106 h 107"/>
                <a:gd name="T10" fmla="*/ 160 w 212"/>
                <a:gd name="T11" fmla="*/ 106 h 107"/>
                <a:gd name="T12" fmla="*/ 211 w 212"/>
                <a:gd name="T13" fmla="*/ 55 h 107"/>
                <a:gd name="T14" fmla="*/ 160 w 212"/>
                <a:gd name="T15" fmla="*/ 0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160" y="0"/>
                  </a:moveTo>
                  <a:lnTo>
                    <a:pt x="160" y="0"/>
                  </a:lnTo>
                  <a:cubicBezTo>
                    <a:pt x="54" y="0"/>
                    <a:pt x="54" y="0"/>
                    <a:pt x="54" y="0"/>
                  </a:cubicBezTo>
                  <a:cubicBezTo>
                    <a:pt x="25" y="0"/>
                    <a:pt x="0" y="25"/>
                    <a:pt x="0" y="55"/>
                  </a:cubicBezTo>
                  <a:cubicBezTo>
                    <a:pt x="0" y="85"/>
                    <a:pt x="25" y="106"/>
                    <a:pt x="54" y="106"/>
                  </a:cubicBezTo>
                  <a:cubicBezTo>
                    <a:pt x="160" y="106"/>
                    <a:pt x="160" y="106"/>
                    <a:pt x="160" y="106"/>
                  </a:cubicBezTo>
                  <a:cubicBezTo>
                    <a:pt x="190" y="106"/>
                    <a:pt x="211" y="85"/>
                    <a:pt x="211" y="55"/>
                  </a:cubicBezTo>
                  <a:cubicBezTo>
                    <a:pt x="211" y="25"/>
                    <a:pt x="190" y="0"/>
                    <a:pt x="160" y="0"/>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8" name="Freeform 75">
              <a:extLst>
                <a:ext uri="{FF2B5EF4-FFF2-40B4-BE49-F238E27FC236}">
                  <a16:creationId xmlns:a16="http://schemas.microsoft.com/office/drawing/2014/main" id="{10039342-521C-A139-C619-315F0787C133}"/>
                </a:ext>
              </a:extLst>
            </p:cNvPr>
            <p:cNvSpPr>
              <a:spLocks noChangeArrowheads="1"/>
            </p:cNvSpPr>
            <p:nvPr/>
          </p:nvSpPr>
          <p:spPr bwMode="auto">
            <a:xfrm>
              <a:off x="9690100" y="6978650"/>
              <a:ext cx="76200" cy="38100"/>
            </a:xfrm>
            <a:custGeom>
              <a:avLst/>
              <a:gdLst>
                <a:gd name="T0" fmla="*/ 212 w 213"/>
                <a:gd name="T1" fmla="*/ 51 h 107"/>
                <a:gd name="T2" fmla="*/ 212 w 213"/>
                <a:gd name="T3" fmla="*/ 51 h 107"/>
                <a:gd name="T4" fmla="*/ 161 w 213"/>
                <a:gd name="T5" fmla="*/ 0 h 107"/>
                <a:gd name="T6" fmla="*/ 55 w 213"/>
                <a:gd name="T7" fmla="*/ 0 h 107"/>
                <a:gd name="T8" fmla="*/ 0 w 213"/>
                <a:gd name="T9" fmla="*/ 51 h 107"/>
                <a:gd name="T10" fmla="*/ 55 w 213"/>
                <a:gd name="T11" fmla="*/ 106 h 107"/>
                <a:gd name="T12" fmla="*/ 161 w 213"/>
                <a:gd name="T13" fmla="*/ 106 h 107"/>
                <a:gd name="T14" fmla="*/ 212 w 213"/>
                <a:gd name="T15" fmla="*/ 51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3" h="107">
                  <a:moveTo>
                    <a:pt x="212" y="51"/>
                  </a:moveTo>
                  <a:lnTo>
                    <a:pt x="212" y="51"/>
                  </a:lnTo>
                  <a:cubicBezTo>
                    <a:pt x="212" y="21"/>
                    <a:pt x="191" y="0"/>
                    <a:pt x="161" y="0"/>
                  </a:cubicBezTo>
                  <a:cubicBezTo>
                    <a:pt x="55" y="0"/>
                    <a:pt x="55" y="0"/>
                    <a:pt x="55" y="0"/>
                  </a:cubicBezTo>
                  <a:cubicBezTo>
                    <a:pt x="26" y="0"/>
                    <a:pt x="0" y="21"/>
                    <a:pt x="0" y="51"/>
                  </a:cubicBezTo>
                  <a:cubicBezTo>
                    <a:pt x="0" y="80"/>
                    <a:pt x="26" y="106"/>
                    <a:pt x="55" y="106"/>
                  </a:cubicBezTo>
                  <a:cubicBezTo>
                    <a:pt x="161" y="106"/>
                    <a:pt x="161" y="106"/>
                    <a:pt x="161" y="106"/>
                  </a:cubicBezTo>
                  <a:cubicBezTo>
                    <a:pt x="191" y="106"/>
                    <a:pt x="212" y="80"/>
                    <a:pt x="212" y="51"/>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59" name="Freeform 76">
              <a:extLst>
                <a:ext uri="{FF2B5EF4-FFF2-40B4-BE49-F238E27FC236}">
                  <a16:creationId xmlns:a16="http://schemas.microsoft.com/office/drawing/2014/main" id="{03FEE290-6400-D6AD-556F-2AFC6A1686A5}"/>
                </a:ext>
              </a:extLst>
            </p:cNvPr>
            <p:cNvSpPr>
              <a:spLocks noChangeArrowheads="1"/>
            </p:cNvSpPr>
            <p:nvPr/>
          </p:nvSpPr>
          <p:spPr bwMode="auto">
            <a:xfrm>
              <a:off x="9386888" y="7112000"/>
              <a:ext cx="76200" cy="38100"/>
            </a:xfrm>
            <a:custGeom>
              <a:avLst/>
              <a:gdLst>
                <a:gd name="T0" fmla="*/ 55 w 212"/>
                <a:gd name="T1" fmla="*/ 106 h 107"/>
                <a:gd name="T2" fmla="*/ 55 w 212"/>
                <a:gd name="T3" fmla="*/ 106 h 107"/>
                <a:gd name="T4" fmla="*/ 160 w 212"/>
                <a:gd name="T5" fmla="*/ 106 h 107"/>
                <a:gd name="T6" fmla="*/ 211 w 212"/>
                <a:gd name="T7" fmla="*/ 55 h 107"/>
                <a:gd name="T8" fmla="*/ 160 w 212"/>
                <a:gd name="T9" fmla="*/ 0 h 107"/>
                <a:gd name="T10" fmla="*/ 55 w 212"/>
                <a:gd name="T11" fmla="*/ 0 h 107"/>
                <a:gd name="T12" fmla="*/ 0 w 212"/>
                <a:gd name="T13" fmla="*/ 55 h 107"/>
                <a:gd name="T14" fmla="*/ 55 w 212"/>
                <a:gd name="T15" fmla="*/ 106 h 107"/>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212" h="107">
                  <a:moveTo>
                    <a:pt x="55" y="106"/>
                  </a:moveTo>
                  <a:lnTo>
                    <a:pt x="55" y="106"/>
                  </a:lnTo>
                  <a:cubicBezTo>
                    <a:pt x="160" y="106"/>
                    <a:pt x="160" y="106"/>
                    <a:pt x="160" y="106"/>
                  </a:cubicBezTo>
                  <a:cubicBezTo>
                    <a:pt x="190" y="106"/>
                    <a:pt x="211" y="85"/>
                    <a:pt x="211" y="55"/>
                  </a:cubicBezTo>
                  <a:cubicBezTo>
                    <a:pt x="211" y="26"/>
                    <a:pt x="190" y="0"/>
                    <a:pt x="160" y="0"/>
                  </a:cubicBezTo>
                  <a:cubicBezTo>
                    <a:pt x="55" y="0"/>
                    <a:pt x="55" y="0"/>
                    <a:pt x="55" y="0"/>
                  </a:cubicBezTo>
                  <a:cubicBezTo>
                    <a:pt x="25" y="0"/>
                    <a:pt x="0" y="26"/>
                    <a:pt x="0" y="55"/>
                  </a:cubicBezTo>
                  <a:cubicBezTo>
                    <a:pt x="0" y="85"/>
                    <a:pt x="25" y="106"/>
                    <a:pt x="55"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0" name="Group 363">
            <a:extLst>
              <a:ext uri="{FF2B5EF4-FFF2-40B4-BE49-F238E27FC236}">
                <a16:creationId xmlns:a16="http://schemas.microsoft.com/office/drawing/2014/main" id="{E71A13AC-9A96-9A97-14C7-8CCD1FF9B3D3}"/>
              </a:ext>
            </a:extLst>
          </p:cNvPr>
          <p:cNvGrpSpPr/>
          <p:nvPr/>
        </p:nvGrpSpPr>
        <p:grpSpPr>
          <a:xfrm>
            <a:off x="3697047" y="4352692"/>
            <a:ext cx="277972" cy="277972"/>
            <a:chOff x="9043988" y="1620838"/>
            <a:chExt cx="950912" cy="950912"/>
          </a:xfrm>
          <a:solidFill>
            <a:schemeClr val="accent4"/>
          </a:solidFill>
        </p:grpSpPr>
        <p:sp>
          <p:nvSpPr>
            <p:cNvPr id="361" name="Freeform 77">
              <a:extLst>
                <a:ext uri="{FF2B5EF4-FFF2-40B4-BE49-F238E27FC236}">
                  <a16:creationId xmlns:a16="http://schemas.microsoft.com/office/drawing/2014/main" id="{58C26F1A-0135-7AA9-D108-D58D158FDA3A}"/>
                </a:ext>
              </a:extLst>
            </p:cNvPr>
            <p:cNvSpPr>
              <a:spLocks noChangeArrowheads="1"/>
            </p:cNvSpPr>
            <p:nvPr/>
          </p:nvSpPr>
          <p:spPr bwMode="auto">
            <a:xfrm>
              <a:off x="9804400" y="2114550"/>
              <a:ext cx="190500" cy="190500"/>
            </a:xfrm>
            <a:custGeom>
              <a:avLst/>
              <a:gdLst>
                <a:gd name="T0" fmla="*/ 477 w 529"/>
                <a:gd name="T1" fmla="*/ 262 h 529"/>
                <a:gd name="T2" fmla="*/ 477 w 529"/>
                <a:gd name="T3" fmla="*/ 262 h 529"/>
                <a:gd name="T4" fmla="*/ 422 w 529"/>
                <a:gd name="T5" fmla="*/ 262 h 529"/>
                <a:gd name="T6" fmla="*/ 410 w 529"/>
                <a:gd name="T7" fmla="*/ 325 h 529"/>
                <a:gd name="T8" fmla="*/ 355 w 529"/>
                <a:gd name="T9" fmla="*/ 393 h 529"/>
                <a:gd name="T10" fmla="*/ 266 w 529"/>
                <a:gd name="T11" fmla="*/ 422 h 529"/>
                <a:gd name="T12" fmla="*/ 203 w 529"/>
                <a:gd name="T13" fmla="*/ 410 h 529"/>
                <a:gd name="T14" fmla="*/ 135 w 529"/>
                <a:gd name="T15" fmla="*/ 351 h 529"/>
                <a:gd name="T16" fmla="*/ 106 w 529"/>
                <a:gd name="T17" fmla="*/ 262 h 529"/>
                <a:gd name="T18" fmla="*/ 118 w 529"/>
                <a:gd name="T19" fmla="*/ 203 h 529"/>
                <a:gd name="T20" fmla="*/ 178 w 529"/>
                <a:gd name="T21" fmla="*/ 131 h 529"/>
                <a:gd name="T22" fmla="*/ 266 w 529"/>
                <a:gd name="T23" fmla="*/ 106 h 529"/>
                <a:gd name="T24" fmla="*/ 325 w 529"/>
                <a:gd name="T25" fmla="*/ 118 h 529"/>
                <a:gd name="T26" fmla="*/ 397 w 529"/>
                <a:gd name="T27" fmla="*/ 173 h 529"/>
                <a:gd name="T28" fmla="*/ 422 w 529"/>
                <a:gd name="T29" fmla="*/ 262 h 529"/>
                <a:gd name="T30" fmla="*/ 477 w 529"/>
                <a:gd name="T31" fmla="*/ 262 h 529"/>
                <a:gd name="T32" fmla="*/ 528 w 529"/>
                <a:gd name="T33" fmla="*/ 262 h 529"/>
                <a:gd name="T34" fmla="*/ 507 w 529"/>
                <a:gd name="T35" fmla="*/ 161 h 529"/>
                <a:gd name="T36" fmla="*/ 414 w 529"/>
                <a:gd name="T37" fmla="*/ 47 h 529"/>
                <a:gd name="T38" fmla="*/ 266 w 529"/>
                <a:gd name="T39" fmla="*/ 0 h 529"/>
                <a:gd name="T40" fmla="*/ 165 w 529"/>
                <a:gd name="T41" fmla="*/ 21 h 529"/>
                <a:gd name="T42" fmla="*/ 47 w 529"/>
                <a:gd name="T43" fmla="*/ 114 h 529"/>
                <a:gd name="T44" fmla="*/ 0 w 529"/>
                <a:gd name="T45" fmla="*/ 262 h 529"/>
                <a:gd name="T46" fmla="*/ 21 w 529"/>
                <a:gd name="T47" fmla="*/ 368 h 529"/>
                <a:gd name="T48" fmla="*/ 118 w 529"/>
                <a:gd name="T49" fmla="*/ 482 h 529"/>
                <a:gd name="T50" fmla="*/ 266 w 529"/>
                <a:gd name="T51" fmla="*/ 528 h 529"/>
                <a:gd name="T52" fmla="*/ 368 w 529"/>
                <a:gd name="T53" fmla="*/ 507 h 529"/>
                <a:gd name="T54" fmla="*/ 486 w 529"/>
                <a:gd name="T55" fmla="*/ 410 h 529"/>
                <a:gd name="T56" fmla="*/ 528 w 529"/>
                <a:gd name="T57" fmla="*/ 262 h 529"/>
                <a:gd name="T58" fmla="*/ 477 w 529"/>
                <a:gd name="T59" fmla="*/ 262 h 5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29" h="529">
                  <a:moveTo>
                    <a:pt x="477" y="262"/>
                  </a:moveTo>
                  <a:lnTo>
                    <a:pt x="477" y="262"/>
                  </a:lnTo>
                  <a:cubicBezTo>
                    <a:pt x="422" y="262"/>
                    <a:pt x="422" y="262"/>
                    <a:pt x="422" y="262"/>
                  </a:cubicBezTo>
                  <a:cubicBezTo>
                    <a:pt x="422" y="287"/>
                    <a:pt x="418" y="304"/>
                    <a:pt x="410" y="325"/>
                  </a:cubicBezTo>
                  <a:cubicBezTo>
                    <a:pt x="401" y="355"/>
                    <a:pt x="380" y="376"/>
                    <a:pt x="355" y="393"/>
                  </a:cubicBezTo>
                  <a:cubicBezTo>
                    <a:pt x="330" y="410"/>
                    <a:pt x="300" y="422"/>
                    <a:pt x="266" y="422"/>
                  </a:cubicBezTo>
                  <a:cubicBezTo>
                    <a:pt x="245" y="422"/>
                    <a:pt x="224" y="418"/>
                    <a:pt x="203" y="410"/>
                  </a:cubicBezTo>
                  <a:cubicBezTo>
                    <a:pt x="178" y="397"/>
                    <a:pt x="152" y="376"/>
                    <a:pt x="135" y="351"/>
                  </a:cubicBezTo>
                  <a:cubicBezTo>
                    <a:pt x="118" y="325"/>
                    <a:pt x="106" y="296"/>
                    <a:pt x="106" y="262"/>
                  </a:cubicBezTo>
                  <a:cubicBezTo>
                    <a:pt x="106" y="241"/>
                    <a:pt x="110" y="220"/>
                    <a:pt x="118" y="203"/>
                  </a:cubicBezTo>
                  <a:cubicBezTo>
                    <a:pt x="131" y="173"/>
                    <a:pt x="152" y="148"/>
                    <a:pt x="178" y="131"/>
                  </a:cubicBezTo>
                  <a:cubicBezTo>
                    <a:pt x="203" y="114"/>
                    <a:pt x="232" y="106"/>
                    <a:pt x="266" y="106"/>
                  </a:cubicBezTo>
                  <a:cubicBezTo>
                    <a:pt x="287" y="106"/>
                    <a:pt x="308" y="110"/>
                    <a:pt x="325" y="118"/>
                  </a:cubicBezTo>
                  <a:cubicBezTo>
                    <a:pt x="355" y="131"/>
                    <a:pt x="380" y="148"/>
                    <a:pt x="397" y="173"/>
                  </a:cubicBezTo>
                  <a:cubicBezTo>
                    <a:pt x="414" y="199"/>
                    <a:pt x="422" y="232"/>
                    <a:pt x="422" y="262"/>
                  </a:cubicBezTo>
                  <a:cubicBezTo>
                    <a:pt x="477" y="262"/>
                    <a:pt x="477" y="262"/>
                    <a:pt x="477" y="262"/>
                  </a:cubicBezTo>
                  <a:cubicBezTo>
                    <a:pt x="528" y="262"/>
                    <a:pt x="528" y="262"/>
                    <a:pt x="528" y="262"/>
                  </a:cubicBezTo>
                  <a:cubicBezTo>
                    <a:pt x="528" y="228"/>
                    <a:pt x="524" y="190"/>
                    <a:pt x="507" y="161"/>
                  </a:cubicBezTo>
                  <a:cubicBezTo>
                    <a:pt x="490" y="114"/>
                    <a:pt x="456" y="72"/>
                    <a:pt x="414" y="47"/>
                  </a:cubicBezTo>
                  <a:cubicBezTo>
                    <a:pt x="372" y="17"/>
                    <a:pt x="321" y="0"/>
                    <a:pt x="266" y="0"/>
                  </a:cubicBezTo>
                  <a:cubicBezTo>
                    <a:pt x="228" y="0"/>
                    <a:pt x="194" y="9"/>
                    <a:pt x="165" y="21"/>
                  </a:cubicBezTo>
                  <a:cubicBezTo>
                    <a:pt x="114" y="38"/>
                    <a:pt x="76" y="72"/>
                    <a:pt x="47" y="114"/>
                  </a:cubicBezTo>
                  <a:cubicBezTo>
                    <a:pt x="17" y="156"/>
                    <a:pt x="0" y="207"/>
                    <a:pt x="0" y="262"/>
                  </a:cubicBezTo>
                  <a:cubicBezTo>
                    <a:pt x="0" y="300"/>
                    <a:pt x="9" y="334"/>
                    <a:pt x="21" y="368"/>
                  </a:cubicBezTo>
                  <a:cubicBezTo>
                    <a:pt x="42" y="414"/>
                    <a:pt x="76" y="452"/>
                    <a:pt x="118" y="482"/>
                  </a:cubicBezTo>
                  <a:cubicBezTo>
                    <a:pt x="161" y="511"/>
                    <a:pt x="211" y="528"/>
                    <a:pt x="266" y="528"/>
                  </a:cubicBezTo>
                  <a:cubicBezTo>
                    <a:pt x="300" y="528"/>
                    <a:pt x="338" y="520"/>
                    <a:pt x="368" y="507"/>
                  </a:cubicBezTo>
                  <a:cubicBezTo>
                    <a:pt x="414" y="486"/>
                    <a:pt x="456" y="452"/>
                    <a:pt x="486" y="410"/>
                  </a:cubicBezTo>
                  <a:cubicBezTo>
                    <a:pt x="511" y="368"/>
                    <a:pt x="528" y="317"/>
                    <a:pt x="528" y="262"/>
                  </a:cubicBezTo>
                  <a:lnTo>
                    <a:pt x="477" y="262"/>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2" name="Freeform 78">
              <a:extLst>
                <a:ext uri="{FF2B5EF4-FFF2-40B4-BE49-F238E27FC236}">
                  <a16:creationId xmlns:a16="http://schemas.microsoft.com/office/drawing/2014/main" id="{C58DD331-9E14-32AA-71FD-14A5E6480831}"/>
                </a:ext>
              </a:extLst>
            </p:cNvPr>
            <p:cNvSpPr>
              <a:spLocks noChangeArrowheads="1"/>
            </p:cNvSpPr>
            <p:nvPr/>
          </p:nvSpPr>
          <p:spPr bwMode="auto">
            <a:xfrm>
              <a:off x="9043988" y="1658938"/>
              <a:ext cx="722312" cy="569912"/>
            </a:xfrm>
            <a:custGeom>
              <a:avLst/>
              <a:gdLst>
                <a:gd name="T0" fmla="*/ 1794 w 2007"/>
                <a:gd name="T1" fmla="*/ 106 h 1585"/>
                <a:gd name="T2" fmla="*/ 1794 w 2007"/>
                <a:gd name="T3" fmla="*/ 106 h 1585"/>
                <a:gd name="T4" fmla="*/ 1832 w 2007"/>
                <a:gd name="T5" fmla="*/ 110 h 1585"/>
                <a:gd name="T6" fmla="*/ 1854 w 2007"/>
                <a:gd name="T7" fmla="*/ 123 h 1585"/>
                <a:gd name="T8" fmla="*/ 1866 w 2007"/>
                <a:gd name="T9" fmla="*/ 140 h 1585"/>
                <a:gd name="T10" fmla="*/ 1892 w 2007"/>
                <a:gd name="T11" fmla="*/ 199 h 1585"/>
                <a:gd name="T12" fmla="*/ 1900 w 2007"/>
                <a:gd name="T13" fmla="*/ 317 h 1585"/>
                <a:gd name="T14" fmla="*/ 1887 w 2007"/>
                <a:gd name="T15" fmla="*/ 448 h 1585"/>
                <a:gd name="T16" fmla="*/ 1790 w 2007"/>
                <a:gd name="T17" fmla="*/ 765 h 1585"/>
                <a:gd name="T18" fmla="*/ 1659 w 2007"/>
                <a:gd name="T19" fmla="*/ 1022 h 1585"/>
                <a:gd name="T20" fmla="*/ 1376 w 2007"/>
                <a:gd name="T21" fmla="*/ 1347 h 1585"/>
                <a:gd name="T22" fmla="*/ 1199 w 2007"/>
                <a:gd name="T23" fmla="*/ 1445 h 1585"/>
                <a:gd name="T24" fmla="*/ 1005 w 2007"/>
                <a:gd name="T25" fmla="*/ 1478 h 1585"/>
                <a:gd name="T26" fmla="*/ 806 w 2007"/>
                <a:gd name="T27" fmla="*/ 1440 h 1585"/>
                <a:gd name="T28" fmla="*/ 650 w 2007"/>
                <a:gd name="T29" fmla="*/ 1356 h 1585"/>
                <a:gd name="T30" fmla="*/ 418 w 2007"/>
                <a:gd name="T31" fmla="*/ 1124 h 1585"/>
                <a:gd name="T32" fmla="*/ 185 w 2007"/>
                <a:gd name="T33" fmla="*/ 676 h 1585"/>
                <a:gd name="T34" fmla="*/ 126 w 2007"/>
                <a:gd name="T35" fmla="*/ 469 h 1585"/>
                <a:gd name="T36" fmla="*/ 109 w 2007"/>
                <a:gd name="T37" fmla="*/ 385 h 1585"/>
                <a:gd name="T38" fmla="*/ 105 w 2007"/>
                <a:gd name="T39" fmla="*/ 317 h 1585"/>
                <a:gd name="T40" fmla="*/ 122 w 2007"/>
                <a:gd name="T41" fmla="*/ 186 h 1585"/>
                <a:gd name="T42" fmla="*/ 143 w 2007"/>
                <a:gd name="T43" fmla="*/ 135 h 1585"/>
                <a:gd name="T44" fmla="*/ 156 w 2007"/>
                <a:gd name="T45" fmla="*/ 118 h 1585"/>
                <a:gd name="T46" fmla="*/ 168 w 2007"/>
                <a:gd name="T47" fmla="*/ 114 h 1585"/>
                <a:gd name="T48" fmla="*/ 190 w 2007"/>
                <a:gd name="T49" fmla="*/ 106 h 1585"/>
                <a:gd name="T50" fmla="*/ 211 w 2007"/>
                <a:gd name="T51" fmla="*/ 106 h 1585"/>
                <a:gd name="T52" fmla="*/ 266 w 2007"/>
                <a:gd name="T53" fmla="*/ 51 h 1585"/>
                <a:gd name="T54" fmla="*/ 211 w 2007"/>
                <a:gd name="T55" fmla="*/ 0 h 1585"/>
                <a:gd name="T56" fmla="*/ 147 w 2007"/>
                <a:gd name="T57" fmla="*/ 9 h 1585"/>
                <a:gd name="T58" fmla="*/ 88 w 2007"/>
                <a:gd name="T59" fmla="*/ 38 h 1585"/>
                <a:gd name="T60" fmla="*/ 50 w 2007"/>
                <a:gd name="T61" fmla="*/ 80 h 1585"/>
                <a:gd name="T62" fmla="*/ 12 w 2007"/>
                <a:gd name="T63" fmla="*/ 178 h 1585"/>
                <a:gd name="T64" fmla="*/ 0 w 2007"/>
                <a:gd name="T65" fmla="*/ 317 h 1585"/>
                <a:gd name="T66" fmla="*/ 16 w 2007"/>
                <a:gd name="T67" fmla="*/ 465 h 1585"/>
                <a:gd name="T68" fmla="*/ 122 w 2007"/>
                <a:gd name="T69" fmla="*/ 807 h 1585"/>
                <a:gd name="T70" fmla="*/ 261 w 2007"/>
                <a:gd name="T71" fmla="*/ 1077 h 1585"/>
                <a:gd name="T72" fmla="*/ 570 w 2007"/>
                <a:gd name="T73" fmla="*/ 1432 h 1585"/>
                <a:gd name="T74" fmla="*/ 772 w 2007"/>
                <a:gd name="T75" fmla="*/ 1542 h 1585"/>
                <a:gd name="T76" fmla="*/ 1005 w 2007"/>
                <a:gd name="T77" fmla="*/ 1584 h 1585"/>
                <a:gd name="T78" fmla="*/ 1241 w 2007"/>
                <a:gd name="T79" fmla="*/ 1542 h 1585"/>
                <a:gd name="T80" fmla="*/ 1423 w 2007"/>
                <a:gd name="T81" fmla="*/ 1445 h 1585"/>
                <a:gd name="T82" fmla="*/ 1676 w 2007"/>
                <a:gd name="T83" fmla="*/ 1187 h 1585"/>
                <a:gd name="T84" fmla="*/ 1921 w 2007"/>
                <a:gd name="T85" fmla="*/ 710 h 1585"/>
                <a:gd name="T86" fmla="*/ 1985 w 2007"/>
                <a:gd name="T87" fmla="*/ 494 h 1585"/>
                <a:gd name="T88" fmla="*/ 2001 w 2007"/>
                <a:gd name="T89" fmla="*/ 397 h 1585"/>
                <a:gd name="T90" fmla="*/ 2006 w 2007"/>
                <a:gd name="T91" fmla="*/ 317 h 1585"/>
                <a:gd name="T92" fmla="*/ 1989 w 2007"/>
                <a:gd name="T93" fmla="*/ 157 h 1585"/>
                <a:gd name="T94" fmla="*/ 1955 w 2007"/>
                <a:gd name="T95" fmla="*/ 76 h 1585"/>
                <a:gd name="T96" fmla="*/ 1917 w 2007"/>
                <a:gd name="T97" fmla="*/ 34 h 1585"/>
                <a:gd name="T98" fmla="*/ 1883 w 2007"/>
                <a:gd name="T99" fmla="*/ 17 h 1585"/>
                <a:gd name="T100" fmla="*/ 1837 w 2007"/>
                <a:gd name="T101" fmla="*/ 0 h 1585"/>
                <a:gd name="T102" fmla="*/ 1794 w 2007"/>
                <a:gd name="T103" fmla="*/ 0 h 1585"/>
                <a:gd name="T104" fmla="*/ 1744 w 2007"/>
                <a:gd name="T105" fmla="*/ 51 h 1585"/>
                <a:gd name="T106" fmla="*/ 1794 w 2007"/>
                <a:gd name="T107" fmla="*/ 106 h 158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07" h="1585">
                  <a:moveTo>
                    <a:pt x="1794" y="106"/>
                  </a:moveTo>
                  <a:lnTo>
                    <a:pt x="1794" y="106"/>
                  </a:lnTo>
                  <a:cubicBezTo>
                    <a:pt x="1807" y="106"/>
                    <a:pt x="1820" y="106"/>
                    <a:pt x="1832" y="110"/>
                  </a:cubicBezTo>
                  <a:cubicBezTo>
                    <a:pt x="1837" y="110"/>
                    <a:pt x="1845" y="114"/>
                    <a:pt x="1854" y="123"/>
                  </a:cubicBezTo>
                  <a:cubicBezTo>
                    <a:pt x="1858" y="127"/>
                    <a:pt x="1862" y="131"/>
                    <a:pt x="1866" y="140"/>
                  </a:cubicBezTo>
                  <a:cubicBezTo>
                    <a:pt x="1875" y="152"/>
                    <a:pt x="1883" y="173"/>
                    <a:pt x="1892" y="199"/>
                  </a:cubicBezTo>
                  <a:cubicBezTo>
                    <a:pt x="1896" y="228"/>
                    <a:pt x="1900" y="266"/>
                    <a:pt x="1900" y="317"/>
                  </a:cubicBezTo>
                  <a:cubicBezTo>
                    <a:pt x="1900" y="351"/>
                    <a:pt x="1896" y="397"/>
                    <a:pt x="1887" y="448"/>
                  </a:cubicBezTo>
                  <a:cubicBezTo>
                    <a:pt x="1870" y="537"/>
                    <a:pt x="1837" y="651"/>
                    <a:pt x="1790" y="765"/>
                  </a:cubicBezTo>
                  <a:cubicBezTo>
                    <a:pt x="1752" y="849"/>
                    <a:pt x="1710" y="938"/>
                    <a:pt x="1659" y="1022"/>
                  </a:cubicBezTo>
                  <a:cubicBezTo>
                    <a:pt x="1579" y="1149"/>
                    <a:pt x="1486" y="1263"/>
                    <a:pt x="1376" y="1347"/>
                  </a:cubicBezTo>
                  <a:cubicBezTo>
                    <a:pt x="1321" y="1385"/>
                    <a:pt x="1262" y="1419"/>
                    <a:pt x="1199" y="1445"/>
                  </a:cubicBezTo>
                  <a:cubicBezTo>
                    <a:pt x="1140" y="1466"/>
                    <a:pt x="1072" y="1478"/>
                    <a:pt x="1005" y="1478"/>
                  </a:cubicBezTo>
                  <a:cubicBezTo>
                    <a:pt x="933" y="1478"/>
                    <a:pt x="870" y="1466"/>
                    <a:pt x="806" y="1440"/>
                  </a:cubicBezTo>
                  <a:cubicBezTo>
                    <a:pt x="751" y="1419"/>
                    <a:pt x="696" y="1394"/>
                    <a:pt x="650" y="1356"/>
                  </a:cubicBezTo>
                  <a:cubicBezTo>
                    <a:pt x="561" y="1297"/>
                    <a:pt x="485" y="1216"/>
                    <a:pt x="418" y="1124"/>
                  </a:cubicBezTo>
                  <a:cubicBezTo>
                    <a:pt x="316" y="984"/>
                    <a:pt x="236" y="824"/>
                    <a:pt x="185" y="676"/>
                  </a:cubicBezTo>
                  <a:cubicBezTo>
                    <a:pt x="160" y="604"/>
                    <a:pt x="139" y="532"/>
                    <a:pt x="126" y="469"/>
                  </a:cubicBezTo>
                  <a:cubicBezTo>
                    <a:pt x="118" y="439"/>
                    <a:pt x="114" y="410"/>
                    <a:pt x="109" y="385"/>
                  </a:cubicBezTo>
                  <a:cubicBezTo>
                    <a:pt x="109" y="359"/>
                    <a:pt x="105" y="334"/>
                    <a:pt x="105" y="317"/>
                  </a:cubicBezTo>
                  <a:cubicBezTo>
                    <a:pt x="105" y="258"/>
                    <a:pt x="114" y="216"/>
                    <a:pt x="122" y="186"/>
                  </a:cubicBezTo>
                  <a:cubicBezTo>
                    <a:pt x="126" y="161"/>
                    <a:pt x="135" y="148"/>
                    <a:pt x="143" y="135"/>
                  </a:cubicBezTo>
                  <a:cubicBezTo>
                    <a:pt x="147" y="127"/>
                    <a:pt x="152" y="123"/>
                    <a:pt x="156" y="118"/>
                  </a:cubicBezTo>
                  <a:cubicBezTo>
                    <a:pt x="160" y="114"/>
                    <a:pt x="164" y="114"/>
                    <a:pt x="168" y="114"/>
                  </a:cubicBezTo>
                  <a:cubicBezTo>
                    <a:pt x="177" y="110"/>
                    <a:pt x="181" y="106"/>
                    <a:pt x="190" y="106"/>
                  </a:cubicBezTo>
                  <a:cubicBezTo>
                    <a:pt x="198" y="106"/>
                    <a:pt x="202" y="106"/>
                    <a:pt x="211" y="106"/>
                  </a:cubicBezTo>
                  <a:cubicBezTo>
                    <a:pt x="240" y="106"/>
                    <a:pt x="266" y="80"/>
                    <a:pt x="266" y="51"/>
                  </a:cubicBezTo>
                  <a:cubicBezTo>
                    <a:pt x="266" y="21"/>
                    <a:pt x="240" y="0"/>
                    <a:pt x="211" y="0"/>
                  </a:cubicBezTo>
                  <a:cubicBezTo>
                    <a:pt x="194" y="0"/>
                    <a:pt x="173" y="0"/>
                    <a:pt x="147" y="9"/>
                  </a:cubicBezTo>
                  <a:cubicBezTo>
                    <a:pt x="126" y="13"/>
                    <a:pt x="105" y="26"/>
                    <a:pt x="88" y="38"/>
                  </a:cubicBezTo>
                  <a:cubicBezTo>
                    <a:pt x="76" y="51"/>
                    <a:pt x="63" y="64"/>
                    <a:pt x="50" y="80"/>
                  </a:cubicBezTo>
                  <a:cubicBezTo>
                    <a:pt x="33" y="106"/>
                    <a:pt x="21" y="140"/>
                    <a:pt x="12" y="178"/>
                  </a:cubicBezTo>
                  <a:cubicBezTo>
                    <a:pt x="4" y="216"/>
                    <a:pt x="0" y="262"/>
                    <a:pt x="0" y="317"/>
                  </a:cubicBezTo>
                  <a:cubicBezTo>
                    <a:pt x="0" y="359"/>
                    <a:pt x="8" y="410"/>
                    <a:pt x="16" y="465"/>
                  </a:cubicBezTo>
                  <a:cubicBezTo>
                    <a:pt x="38" y="566"/>
                    <a:pt x="71" y="684"/>
                    <a:pt x="122" y="807"/>
                  </a:cubicBezTo>
                  <a:cubicBezTo>
                    <a:pt x="160" y="895"/>
                    <a:pt x="206" y="988"/>
                    <a:pt x="261" y="1077"/>
                  </a:cubicBezTo>
                  <a:cubicBezTo>
                    <a:pt x="342" y="1212"/>
                    <a:pt x="447" y="1339"/>
                    <a:pt x="570" y="1432"/>
                  </a:cubicBezTo>
                  <a:cubicBezTo>
                    <a:pt x="633" y="1478"/>
                    <a:pt x="701" y="1516"/>
                    <a:pt x="772" y="1542"/>
                  </a:cubicBezTo>
                  <a:cubicBezTo>
                    <a:pt x="844" y="1567"/>
                    <a:pt x="920" y="1584"/>
                    <a:pt x="1005" y="1584"/>
                  </a:cubicBezTo>
                  <a:cubicBezTo>
                    <a:pt x="1089" y="1584"/>
                    <a:pt x="1165" y="1567"/>
                    <a:pt x="1241" y="1542"/>
                  </a:cubicBezTo>
                  <a:cubicBezTo>
                    <a:pt x="1304" y="1516"/>
                    <a:pt x="1364" y="1483"/>
                    <a:pt x="1423" y="1445"/>
                  </a:cubicBezTo>
                  <a:cubicBezTo>
                    <a:pt x="1520" y="1373"/>
                    <a:pt x="1604" y="1284"/>
                    <a:pt x="1676" y="1187"/>
                  </a:cubicBezTo>
                  <a:cubicBezTo>
                    <a:pt x="1786" y="1035"/>
                    <a:pt x="1866" y="866"/>
                    <a:pt x="1921" y="710"/>
                  </a:cubicBezTo>
                  <a:cubicBezTo>
                    <a:pt x="1951" y="634"/>
                    <a:pt x="1972" y="558"/>
                    <a:pt x="1985" y="494"/>
                  </a:cubicBezTo>
                  <a:cubicBezTo>
                    <a:pt x="1993" y="461"/>
                    <a:pt x="1997" y="427"/>
                    <a:pt x="2001" y="397"/>
                  </a:cubicBezTo>
                  <a:cubicBezTo>
                    <a:pt x="2006" y="368"/>
                    <a:pt x="2006" y="342"/>
                    <a:pt x="2006" y="317"/>
                  </a:cubicBezTo>
                  <a:cubicBezTo>
                    <a:pt x="2006" y="249"/>
                    <a:pt x="2001" y="199"/>
                    <a:pt x="1989" y="157"/>
                  </a:cubicBezTo>
                  <a:cubicBezTo>
                    <a:pt x="1980" y="127"/>
                    <a:pt x="1968" y="97"/>
                    <a:pt x="1955" y="76"/>
                  </a:cubicBezTo>
                  <a:cubicBezTo>
                    <a:pt x="1942" y="59"/>
                    <a:pt x="1930" y="47"/>
                    <a:pt x="1917" y="34"/>
                  </a:cubicBezTo>
                  <a:cubicBezTo>
                    <a:pt x="1904" y="26"/>
                    <a:pt x="1896" y="21"/>
                    <a:pt x="1883" y="17"/>
                  </a:cubicBezTo>
                  <a:cubicBezTo>
                    <a:pt x="1866" y="9"/>
                    <a:pt x="1849" y="5"/>
                    <a:pt x="1837" y="0"/>
                  </a:cubicBezTo>
                  <a:cubicBezTo>
                    <a:pt x="1820" y="0"/>
                    <a:pt x="1807" y="0"/>
                    <a:pt x="1794" y="0"/>
                  </a:cubicBezTo>
                  <a:cubicBezTo>
                    <a:pt x="1765" y="0"/>
                    <a:pt x="1744" y="21"/>
                    <a:pt x="1744" y="51"/>
                  </a:cubicBezTo>
                  <a:cubicBezTo>
                    <a:pt x="1744" y="80"/>
                    <a:pt x="1765" y="106"/>
                    <a:pt x="1794" y="106"/>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3" name="Freeform 79">
              <a:extLst>
                <a:ext uri="{FF2B5EF4-FFF2-40B4-BE49-F238E27FC236}">
                  <a16:creationId xmlns:a16="http://schemas.microsoft.com/office/drawing/2014/main" id="{82ACCDC6-6744-41DE-A836-FD3AD7AD6149}"/>
                </a:ext>
              </a:extLst>
            </p:cNvPr>
            <p:cNvSpPr>
              <a:spLocks noChangeArrowheads="1"/>
            </p:cNvSpPr>
            <p:nvPr/>
          </p:nvSpPr>
          <p:spPr bwMode="auto">
            <a:xfrm>
              <a:off x="9386888" y="2190750"/>
              <a:ext cx="531812" cy="381000"/>
            </a:xfrm>
            <a:custGeom>
              <a:avLst/>
              <a:gdLst>
                <a:gd name="T0" fmla="*/ 1372 w 1479"/>
                <a:gd name="T1" fmla="*/ 262 h 1057"/>
                <a:gd name="T2" fmla="*/ 1372 w 1479"/>
                <a:gd name="T3" fmla="*/ 262 h 1057"/>
                <a:gd name="T4" fmla="*/ 1372 w 1479"/>
                <a:gd name="T5" fmla="*/ 579 h 1057"/>
                <a:gd name="T6" fmla="*/ 1347 w 1479"/>
                <a:gd name="T7" fmla="*/ 723 h 1057"/>
                <a:gd name="T8" fmla="*/ 1212 w 1479"/>
                <a:gd name="T9" fmla="*/ 887 h 1057"/>
                <a:gd name="T10" fmla="*/ 1005 w 1479"/>
                <a:gd name="T11" fmla="*/ 951 h 1057"/>
                <a:gd name="T12" fmla="*/ 477 w 1479"/>
                <a:gd name="T13" fmla="*/ 951 h 1057"/>
                <a:gd name="T14" fmla="*/ 333 w 1479"/>
                <a:gd name="T15" fmla="*/ 921 h 1057"/>
                <a:gd name="T16" fmla="*/ 169 w 1479"/>
                <a:gd name="T17" fmla="*/ 786 h 1057"/>
                <a:gd name="T18" fmla="*/ 105 w 1479"/>
                <a:gd name="T19" fmla="*/ 579 h 1057"/>
                <a:gd name="T20" fmla="*/ 105 w 1479"/>
                <a:gd name="T21" fmla="*/ 51 h 1057"/>
                <a:gd name="T22" fmla="*/ 55 w 1479"/>
                <a:gd name="T23" fmla="*/ 0 h 1057"/>
                <a:gd name="T24" fmla="*/ 0 w 1479"/>
                <a:gd name="T25" fmla="*/ 51 h 1057"/>
                <a:gd name="T26" fmla="*/ 0 w 1479"/>
                <a:gd name="T27" fmla="*/ 579 h 1057"/>
                <a:gd name="T28" fmla="*/ 38 w 1479"/>
                <a:gd name="T29" fmla="*/ 765 h 1057"/>
                <a:gd name="T30" fmla="*/ 211 w 1479"/>
                <a:gd name="T31" fmla="*/ 976 h 1057"/>
                <a:gd name="T32" fmla="*/ 477 w 1479"/>
                <a:gd name="T33" fmla="*/ 1056 h 1057"/>
                <a:gd name="T34" fmla="*/ 1005 w 1479"/>
                <a:gd name="T35" fmla="*/ 1056 h 1057"/>
                <a:gd name="T36" fmla="*/ 1191 w 1479"/>
                <a:gd name="T37" fmla="*/ 1018 h 1057"/>
                <a:gd name="T38" fmla="*/ 1398 w 1479"/>
                <a:gd name="T39" fmla="*/ 845 h 1057"/>
                <a:gd name="T40" fmla="*/ 1478 w 1479"/>
                <a:gd name="T41" fmla="*/ 579 h 1057"/>
                <a:gd name="T42" fmla="*/ 1478 w 1479"/>
                <a:gd name="T43" fmla="*/ 262 h 1057"/>
                <a:gd name="T44" fmla="*/ 1427 w 1479"/>
                <a:gd name="T45" fmla="*/ 211 h 1057"/>
                <a:gd name="T46" fmla="*/ 1372 w 1479"/>
                <a:gd name="T47" fmla="*/ 262 h 10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479" h="1057">
                  <a:moveTo>
                    <a:pt x="1372" y="262"/>
                  </a:moveTo>
                  <a:lnTo>
                    <a:pt x="1372" y="262"/>
                  </a:lnTo>
                  <a:cubicBezTo>
                    <a:pt x="1372" y="579"/>
                    <a:pt x="1372" y="579"/>
                    <a:pt x="1372" y="579"/>
                  </a:cubicBezTo>
                  <a:cubicBezTo>
                    <a:pt x="1372" y="630"/>
                    <a:pt x="1364" y="680"/>
                    <a:pt x="1347" y="723"/>
                  </a:cubicBezTo>
                  <a:cubicBezTo>
                    <a:pt x="1317" y="790"/>
                    <a:pt x="1271" y="845"/>
                    <a:pt x="1212" y="887"/>
                  </a:cubicBezTo>
                  <a:cubicBezTo>
                    <a:pt x="1153" y="925"/>
                    <a:pt x="1081" y="951"/>
                    <a:pt x="1005" y="951"/>
                  </a:cubicBezTo>
                  <a:cubicBezTo>
                    <a:pt x="477" y="951"/>
                    <a:pt x="477" y="951"/>
                    <a:pt x="477" y="951"/>
                  </a:cubicBezTo>
                  <a:cubicBezTo>
                    <a:pt x="426" y="951"/>
                    <a:pt x="376" y="938"/>
                    <a:pt x="333" y="921"/>
                  </a:cubicBezTo>
                  <a:cubicBezTo>
                    <a:pt x="266" y="891"/>
                    <a:pt x="211" y="845"/>
                    <a:pt x="169" y="786"/>
                  </a:cubicBezTo>
                  <a:cubicBezTo>
                    <a:pt x="131" y="727"/>
                    <a:pt x="105" y="655"/>
                    <a:pt x="105" y="579"/>
                  </a:cubicBezTo>
                  <a:cubicBezTo>
                    <a:pt x="105" y="51"/>
                    <a:pt x="105" y="51"/>
                    <a:pt x="105" y="51"/>
                  </a:cubicBezTo>
                  <a:cubicBezTo>
                    <a:pt x="105" y="21"/>
                    <a:pt x="84" y="0"/>
                    <a:pt x="55" y="0"/>
                  </a:cubicBezTo>
                  <a:cubicBezTo>
                    <a:pt x="25" y="0"/>
                    <a:pt x="0" y="21"/>
                    <a:pt x="0" y="51"/>
                  </a:cubicBezTo>
                  <a:cubicBezTo>
                    <a:pt x="0" y="579"/>
                    <a:pt x="0" y="579"/>
                    <a:pt x="0" y="579"/>
                  </a:cubicBezTo>
                  <a:cubicBezTo>
                    <a:pt x="0" y="646"/>
                    <a:pt x="17" y="710"/>
                    <a:pt x="38" y="765"/>
                  </a:cubicBezTo>
                  <a:cubicBezTo>
                    <a:pt x="76" y="849"/>
                    <a:pt x="135" y="921"/>
                    <a:pt x="211" y="976"/>
                  </a:cubicBezTo>
                  <a:cubicBezTo>
                    <a:pt x="287" y="1027"/>
                    <a:pt x="380" y="1056"/>
                    <a:pt x="477" y="1056"/>
                  </a:cubicBezTo>
                  <a:cubicBezTo>
                    <a:pt x="1005" y="1056"/>
                    <a:pt x="1005" y="1056"/>
                    <a:pt x="1005" y="1056"/>
                  </a:cubicBezTo>
                  <a:cubicBezTo>
                    <a:pt x="1068" y="1056"/>
                    <a:pt x="1132" y="1043"/>
                    <a:pt x="1191" y="1018"/>
                  </a:cubicBezTo>
                  <a:cubicBezTo>
                    <a:pt x="1275" y="980"/>
                    <a:pt x="1347" y="921"/>
                    <a:pt x="1398" y="845"/>
                  </a:cubicBezTo>
                  <a:cubicBezTo>
                    <a:pt x="1448" y="769"/>
                    <a:pt x="1478" y="680"/>
                    <a:pt x="1478" y="579"/>
                  </a:cubicBezTo>
                  <a:cubicBezTo>
                    <a:pt x="1478" y="262"/>
                    <a:pt x="1478" y="262"/>
                    <a:pt x="1478" y="262"/>
                  </a:cubicBezTo>
                  <a:cubicBezTo>
                    <a:pt x="1478" y="233"/>
                    <a:pt x="1457" y="211"/>
                    <a:pt x="1427" y="211"/>
                  </a:cubicBezTo>
                  <a:cubicBezTo>
                    <a:pt x="1398" y="211"/>
                    <a:pt x="1372" y="233"/>
                    <a:pt x="1372" y="262"/>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4" name="Freeform 80">
              <a:extLst>
                <a:ext uri="{FF2B5EF4-FFF2-40B4-BE49-F238E27FC236}">
                  <a16:creationId xmlns:a16="http://schemas.microsoft.com/office/drawing/2014/main" id="{62C1C712-2B99-88C7-38B9-2A31A4DA0DBF}"/>
                </a:ext>
              </a:extLst>
            </p:cNvPr>
            <p:cNvSpPr>
              <a:spLocks noChangeArrowheads="1"/>
            </p:cNvSpPr>
            <p:nvPr/>
          </p:nvSpPr>
          <p:spPr bwMode="auto">
            <a:xfrm>
              <a:off x="9102725" y="1620838"/>
              <a:ext cx="114300" cy="114300"/>
            </a:xfrm>
            <a:custGeom>
              <a:avLst/>
              <a:gdLst>
                <a:gd name="T0" fmla="*/ 262 w 318"/>
                <a:gd name="T1" fmla="*/ 156 h 317"/>
                <a:gd name="T2" fmla="*/ 262 w 318"/>
                <a:gd name="T3" fmla="*/ 156 h 317"/>
                <a:gd name="T4" fmla="*/ 211 w 318"/>
                <a:gd name="T5" fmla="*/ 156 h 317"/>
                <a:gd name="T6" fmla="*/ 207 w 318"/>
                <a:gd name="T7" fmla="*/ 177 h 317"/>
                <a:gd name="T8" fmla="*/ 186 w 318"/>
                <a:gd name="T9" fmla="*/ 202 h 317"/>
                <a:gd name="T10" fmla="*/ 156 w 318"/>
                <a:gd name="T11" fmla="*/ 211 h 317"/>
                <a:gd name="T12" fmla="*/ 139 w 318"/>
                <a:gd name="T13" fmla="*/ 207 h 317"/>
                <a:gd name="T14" fmla="*/ 114 w 318"/>
                <a:gd name="T15" fmla="*/ 185 h 317"/>
                <a:gd name="T16" fmla="*/ 106 w 318"/>
                <a:gd name="T17" fmla="*/ 156 h 317"/>
                <a:gd name="T18" fmla="*/ 110 w 318"/>
                <a:gd name="T19" fmla="*/ 135 h 317"/>
                <a:gd name="T20" fmla="*/ 127 w 318"/>
                <a:gd name="T21" fmla="*/ 114 h 317"/>
                <a:gd name="T22" fmla="*/ 156 w 318"/>
                <a:gd name="T23" fmla="*/ 105 h 317"/>
                <a:gd name="T24" fmla="*/ 177 w 318"/>
                <a:gd name="T25" fmla="*/ 110 h 317"/>
                <a:gd name="T26" fmla="*/ 203 w 318"/>
                <a:gd name="T27" fmla="*/ 126 h 317"/>
                <a:gd name="T28" fmla="*/ 211 w 318"/>
                <a:gd name="T29" fmla="*/ 156 h 317"/>
                <a:gd name="T30" fmla="*/ 262 w 318"/>
                <a:gd name="T31" fmla="*/ 156 h 317"/>
                <a:gd name="T32" fmla="*/ 317 w 318"/>
                <a:gd name="T33" fmla="*/ 156 h 317"/>
                <a:gd name="T34" fmla="*/ 304 w 318"/>
                <a:gd name="T35" fmla="*/ 97 h 317"/>
                <a:gd name="T36" fmla="*/ 245 w 318"/>
                <a:gd name="T37" fmla="*/ 25 h 317"/>
                <a:gd name="T38" fmla="*/ 156 w 318"/>
                <a:gd name="T39" fmla="*/ 0 h 317"/>
                <a:gd name="T40" fmla="*/ 97 w 318"/>
                <a:gd name="T41" fmla="*/ 12 h 317"/>
                <a:gd name="T42" fmla="*/ 25 w 318"/>
                <a:gd name="T43" fmla="*/ 67 h 317"/>
                <a:gd name="T44" fmla="*/ 0 w 318"/>
                <a:gd name="T45" fmla="*/ 156 h 317"/>
                <a:gd name="T46" fmla="*/ 13 w 318"/>
                <a:gd name="T47" fmla="*/ 219 h 317"/>
                <a:gd name="T48" fmla="*/ 68 w 318"/>
                <a:gd name="T49" fmla="*/ 287 h 317"/>
                <a:gd name="T50" fmla="*/ 156 w 318"/>
                <a:gd name="T51" fmla="*/ 316 h 317"/>
                <a:gd name="T52" fmla="*/ 220 w 318"/>
                <a:gd name="T53" fmla="*/ 304 h 317"/>
                <a:gd name="T54" fmla="*/ 287 w 318"/>
                <a:gd name="T55" fmla="*/ 245 h 317"/>
                <a:gd name="T56" fmla="*/ 317 w 318"/>
                <a:gd name="T57" fmla="*/ 156 h 317"/>
                <a:gd name="T58" fmla="*/ 262 w 318"/>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8" h="317">
                  <a:moveTo>
                    <a:pt x="262" y="156"/>
                  </a:moveTo>
                  <a:lnTo>
                    <a:pt x="262" y="156"/>
                  </a:lnTo>
                  <a:cubicBezTo>
                    <a:pt x="211" y="156"/>
                    <a:pt x="211" y="156"/>
                    <a:pt x="211" y="156"/>
                  </a:cubicBezTo>
                  <a:cubicBezTo>
                    <a:pt x="211" y="164"/>
                    <a:pt x="211" y="173"/>
                    <a:pt x="207" y="177"/>
                  </a:cubicBezTo>
                  <a:cubicBezTo>
                    <a:pt x="203" y="185"/>
                    <a:pt x="194" y="194"/>
                    <a:pt x="186" y="202"/>
                  </a:cubicBezTo>
                  <a:cubicBezTo>
                    <a:pt x="177" y="207"/>
                    <a:pt x="169" y="211"/>
                    <a:pt x="156" y="211"/>
                  </a:cubicBezTo>
                  <a:cubicBezTo>
                    <a:pt x="152" y="211"/>
                    <a:pt x="144" y="207"/>
                    <a:pt x="139" y="207"/>
                  </a:cubicBezTo>
                  <a:cubicBezTo>
                    <a:pt x="127" y="202"/>
                    <a:pt x="118" y="194"/>
                    <a:pt x="114" y="185"/>
                  </a:cubicBezTo>
                  <a:cubicBezTo>
                    <a:pt x="110" y="177"/>
                    <a:pt x="106" y="169"/>
                    <a:pt x="106" y="156"/>
                  </a:cubicBezTo>
                  <a:cubicBezTo>
                    <a:pt x="106" y="152"/>
                    <a:pt x="106" y="143"/>
                    <a:pt x="110" y="135"/>
                  </a:cubicBezTo>
                  <a:cubicBezTo>
                    <a:pt x="114" y="126"/>
                    <a:pt x="118" y="118"/>
                    <a:pt x="127" y="114"/>
                  </a:cubicBezTo>
                  <a:cubicBezTo>
                    <a:pt x="135" y="110"/>
                    <a:pt x="148" y="105"/>
                    <a:pt x="156" y="105"/>
                  </a:cubicBezTo>
                  <a:cubicBezTo>
                    <a:pt x="165" y="105"/>
                    <a:pt x="173" y="105"/>
                    <a:pt x="177" y="110"/>
                  </a:cubicBezTo>
                  <a:cubicBezTo>
                    <a:pt x="186" y="114"/>
                    <a:pt x="194" y="118"/>
                    <a:pt x="203" y="126"/>
                  </a:cubicBezTo>
                  <a:cubicBezTo>
                    <a:pt x="207" y="135"/>
                    <a:pt x="211" y="148"/>
                    <a:pt x="211" y="156"/>
                  </a:cubicBezTo>
                  <a:cubicBezTo>
                    <a:pt x="262" y="156"/>
                    <a:pt x="262" y="156"/>
                    <a:pt x="262" y="156"/>
                  </a:cubicBezTo>
                  <a:cubicBezTo>
                    <a:pt x="317" y="156"/>
                    <a:pt x="317" y="156"/>
                    <a:pt x="317" y="156"/>
                  </a:cubicBezTo>
                  <a:cubicBezTo>
                    <a:pt x="317" y="135"/>
                    <a:pt x="313" y="114"/>
                    <a:pt x="304" y="97"/>
                  </a:cubicBezTo>
                  <a:cubicBezTo>
                    <a:pt x="291" y="67"/>
                    <a:pt x="270" y="42"/>
                    <a:pt x="245" y="25"/>
                  </a:cubicBezTo>
                  <a:cubicBezTo>
                    <a:pt x="220" y="8"/>
                    <a:pt x="190" y="0"/>
                    <a:pt x="156" y="0"/>
                  </a:cubicBezTo>
                  <a:cubicBezTo>
                    <a:pt x="135" y="0"/>
                    <a:pt x="114" y="4"/>
                    <a:pt x="97" y="12"/>
                  </a:cubicBezTo>
                  <a:cubicBezTo>
                    <a:pt x="68" y="25"/>
                    <a:pt x="42" y="42"/>
                    <a:pt x="25" y="67"/>
                  </a:cubicBezTo>
                  <a:cubicBezTo>
                    <a:pt x="8" y="93"/>
                    <a:pt x="0" y="126"/>
                    <a:pt x="0" y="156"/>
                  </a:cubicBezTo>
                  <a:cubicBezTo>
                    <a:pt x="0" y="177"/>
                    <a:pt x="4" y="198"/>
                    <a:pt x="13" y="219"/>
                  </a:cubicBezTo>
                  <a:cubicBezTo>
                    <a:pt x="25" y="249"/>
                    <a:pt x="42" y="270"/>
                    <a:pt x="68" y="287"/>
                  </a:cubicBezTo>
                  <a:cubicBezTo>
                    <a:pt x="93" y="304"/>
                    <a:pt x="127" y="316"/>
                    <a:pt x="156" y="316"/>
                  </a:cubicBezTo>
                  <a:cubicBezTo>
                    <a:pt x="182" y="316"/>
                    <a:pt x="198" y="312"/>
                    <a:pt x="220" y="304"/>
                  </a:cubicBezTo>
                  <a:cubicBezTo>
                    <a:pt x="249" y="291"/>
                    <a:pt x="270" y="270"/>
                    <a:pt x="287" y="245"/>
                  </a:cubicBezTo>
                  <a:cubicBezTo>
                    <a:pt x="308" y="219"/>
                    <a:pt x="317" y="190"/>
                    <a:pt x="317" y="156"/>
                  </a:cubicBezTo>
                  <a:lnTo>
                    <a:pt x="262"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5" name="Freeform 81">
              <a:extLst>
                <a:ext uri="{FF2B5EF4-FFF2-40B4-BE49-F238E27FC236}">
                  <a16:creationId xmlns:a16="http://schemas.microsoft.com/office/drawing/2014/main" id="{7F68261C-F49D-4145-EB4A-ACCBBBF64837}"/>
                </a:ext>
              </a:extLst>
            </p:cNvPr>
            <p:cNvSpPr>
              <a:spLocks noChangeArrowheads="1"/>
            </p:cNvSpPr>
            <p:nvPr/>
          </p:nvSpPr>
          <p:spPr bwMode="auto">
            <a:xfrm>
              <a:off x="9596438" y="1620838"/>
              <a:ext cx="114300" cy="114300"/>
            </a:xfrm>
            <a:custGeom>
              <a:avLst/>
              <a:gdLst>
                <a:gd name="T0" fmla="*/ 261 w 317"/>
                <a:gd name="T1" fmla="*/ 156 h 317"/>
                <a:gd name="T2" fmla="*/ 261 w 317"/>
                <a:gd name="T3" fmla="*/ 156 h 317"/>
                <a:gd name="T4" fmla="*/ 211 w 317"/>
                <a:gd name="T5" fmla="*/ 156 h 317"/>
                <a:gd name="T6" fmla="*/ 206 w 317"/>
                <a:gd name="T7" fmla="*/ 177 h 317"/>
                <a:gd name="T8" fmla="*/ 185 w 317"/>
                <a:gd name="T9" fmla="*/ 202 h 317"/>
                <a:gd name="T10" fmla="*/ 156 w 317"/>
                <a:gd name="T11" fmla="*/ 211 h 317"/>
                <a:gd name="T12" fmla="*/ 139 w 317"/>
                <a:gd name="T13" fmla="*/ 207 h 317"/>
                <a:gd name="T14" fmla="*/ 114 w 317"/>
                <a:gd name="T15" fmla="*/ 185 h 317"/>
                <a:gd name="T16" fmla="*/ 105 w 317"/>
                <a:gd name="T17" fmla="*/ 156 h 317"/>
                <a:gd name="T18" fmla="*/ 109 w 317"/>
                <a:gd name="T19" fmla="*/ 135 h 317"/>
                <a:gd name="T20" fmla="*/ 126 w 317"/>
                <a:gd name="T21" fmla="*/ 114 h 317"/>
                <a:gd name="T22" fmla="*/ 156 w 317"/>
                <a:gd name="T23" fmla="*/ 105 h 317"/>
                <a:gd name="T24" fmla="*/ 177 w 317"/>
                <a:gd name="T25" fmla="*/ 110 h 317"/>
                <a:gd name="T26" fmla="*/ 202 w 317"/>
                <a:gd name="T27" fmla="*/ 126 h 317"/>
                <a:gd name="T28" fmla="*/ 211 w 317"/>
                <a:gd name="T29" fmla="*/ 156 h 317"/>
                <a:gd name="T30" fmla="*/ 261 w 317"/>
                <a:gd name="T31" fmla="*/ 156 h 317"/>
                <a:gd name="T32" fmla="*/ 316 w 317"/>
                <a:gd name="T33" fmla="*/ 156 h 317"/>
                <a:gd name="T34" fmla="*/ 304 w 317"/>
                <a:gd name="T35" fmla="*/ 97 h 317"/>
                <a:gd name="T36" fmla="*/ 244 w 317"/>
                <a:gd name="T37" fmla="*/ 25 h 317"/>
                <a:gd name="T38" fmla="*/ 156 w 317"/>
                <a:gd name="T39" fmla="*/ 0 h 317"/>
                <a:gd name="T40" fmla="*/ 97 w 317"/>
                <a:gd name="T41" fmla="*/ 12 h 317"/>
                <a:gd name="T42" fmla="*/ 25 w 317"/>
                <a:gd name="T43" fmla="*/ 67 h 317"/>
                <a:gd name="T44" fmla="*/ 0 w 317"/>
                <a:gd name="T45" fmla="*/ 156 h 317"/>
                <a:gd name="T46" fmla="*/ 12 w 317"/>
                <a:gd name="T47" fmla="*/ 219 h 317"/>
                <a:gd name="T48" fmla="*/ 67 w 317"/>
                <a:gd name="T49" fmla="*/ 287 h 317"/>
                <a:gd name="T50" fmla="*/ 156 w 317"/>
                <a:gd name="T51" fmla="*/ 316 h 317"/>
                <a:gd name="T52" fmla="*/ 219 w 317"/>
                <a:gd name="T53" fmla="*/ 304 h 317"/>
                <a:gd name="T54" fmla="*/ 287 w 317"/>
                <a:gd name="T55" fmla="*/ 245 h 317"/>
                <a:gd name="T56" fmla="*/ 316 w 317"/>
                <a:gd name="T57" fmla="*/ 156 h 317"/>
                <a:gd name="T58" fmla="*/ 261 w 317"/>
                <a:gd name="T59" fmla="*/ 156 h 3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317" h="317">
                  <a:moveTo>
                    <a:pt x="261" y="156"/>
                  </a:moveTo>
                  <a:lnTo>
                    <a:pt x="261" y="156"/>
                  </a:lnTo>
                  <a:cubicBezTo>
                    <a:pt x="211" y="156"/>
                    <a:pt x="211" y="156"/>
                    <a:pt x="211" y="156"/>
                  </a:cubicBezTo>
                  <a:cubicBezTo>
                    <a:pt x="211" y="164"/>
                    <a:pt x="211" y="173"/>
                    <a:pt x="206" y="177"/>
                  </a:cubicBezTo>
                  <a:cubicBezTo>
                    <a:pt x="202" y="185"/>
                    <a:pt x="194" y="194"/>
                    <a:pt x="185" y="202"/>
                  </a:cubicBezTo>
                  <a:cubicBezTo>
                    <a:pt x="177" y="207"/>
                    <a:pt x="169" y="211"/>
                    <a:pt x="156" y="211"/>
                  </a:cubicBezTo>
                  <a:cubicBezTo>
                    <a:pt x="152" y="211"/>
                    <a:pt x="143" y="207"/>
                    <a:pt x="139" y="207"/>
                  </a:cubicBezTo>
                  <a:cubicBezTo>
                    <a:pt x="126" y="202"/>
                    <a:pt x="118" y="194"/>
                    <a:pt x="114" y="185"/>
                  </a:cubicBezTo>
                  <a:cubicBezTo>
                    <a:pt x="109" y="177"/>
                    <a:pt x="105" y="169"/>
                    <a:pt x="105" y="156"/>
                  </a:cubicBezTo>
                  <a:cubicBezTo>
                    <a:pt x="105" y="152"/>
                    <a:pt x="105" y="143"/>
                    <a:pt x="109" y="135"/>
                  </a:cubicBezTo>
                  <a:cubicBezTo>
                    <a:pt x="114" y="126"/>
                    <a:pt x="118" y="118"/>
                    <a:pt x="126" y="114"/>
                  </a:cubicBezTo>
                  <a:cubicBezTo>
                    <a:pt x="135" y="110"/>
                    <a:pt x="147" y="105"/>
                    <a:pt x="156" y="105"/>
                  </a:cubicBezTo>
                  <a:cubicBezTo>
                    <a:pt x="164" y="105"/>
                    <a:pt x="173" y="105"/>
                    <a:pt x="177" y="110"/>
                  </a:cubicBezTo>
                  <a:cubicBezTo>
                    <a:pt x="185" y="114"/>
                    <a:pt x="194" y="118"/>
                    <a:pt x="202" y="126"/>
                  </a:cubicBezTo>
                  <a:cubicBezTo>
                    <a:pt x="206" y="135"/>
                    <a:pt x="211" y="148"/>
                    <a:pt x="211" y="156"/>
                  </a:cubicBezTo>
                  <a:cubicBezTo>
                    <a:pt x="261" y="156"/>
                    <a:pt x="261" y="156"/>
                    <a:pt x="261" y="156"/>
                  </a:cubicBezTo>
                  <a:cubicBezTo>
                    <a:pt x="316" y="156"/>
                    <a:pt x="316" y="156"/>
                    <a:pt x="316" y="156"/>
                  </a:cubicBezTo>
                  <a:cubicBezTo>
                    <a:pt x="316" y="135"/>
                    <a:pt x="312" y="114"/>
                    <a:pt x="304" y="97"/>
                  </a:cubicBezTo>
                  <a:cubicBezTo>
                    <a:pt x="291" y="67"/>
                    <a:pt x="270" y="42"/>
                    <a:pt x="244" y="25"/>
                  </a:cubicBezTo>
                  <a:cubicBezTo>
                    <a:pt x="219" y="8"/>
                    <a:pt x="190" y="0"/>
                    <a:pt x="156" y="0"/>
                  </a:cubicBezTo>
                  <a:cubicBezTo>
                    <a:pt x="135" y="0"/>
                    <a:pt x="114" y="4"/>
                    <a:pt x="97" y="12"/>
                  </a:cubicBezTo>
                  <a:cubicBezTo>
                    <a:pt x="67" y="25"/>
                    <a:pt x="42" y="42"/>
                    <a:pt x="25" y="67"/>
                  </a:cubicBezTo>
                  <a:cubicBezTo>
                    <a:pt x="8" y="93"/>
                    <a:pt x="0" y="126"/>
                    <a:pt x="0" y="156"/>
                  </a:cubicBezTo>
                  <a:cubicBezTo>
                    <a:pt x="0" y="177"/>
                    <a:pt x="4" y="198"/>
                    <a:pt x="12" y="219"/>
                  </a:cubicBezTo>
                  <a:cubicBezTo>
                    <a:pt x="25" y="249"/>
                    <a:pt x="42" y="270"/>
                    <a:pt x="67" y="287"/>
                  </a:cubicBezTo>
                  <a:cubicBezTo>
                    <a:pt x="92" y="304"/>
                    <a:pt x="126" y="316"/>
                    <a:pt x="156" y="316"/>
                  </a:cubicBezTo>
                  <a:cubicBezTo>
                    <a:pt x="181" y="316"/>
                    <a:pt x="198" y="312"/>
                    <a:pt x="219" y="304"/>
                  </a:cubicBezTo>
                  <a:cubicBezTo>
                    <a:pt x="249" y="291"/>
                    <a:pt x="270" y="270"/>
                    <a:pt x="287" y="245"/>
                  </a:cubicBezTo>
                  <a:cubicBezTo>
                    <a:pt x="308" y="219"/>
                    <a:pt x="316" y="190"/>
                    <a:pt x="316" y="156"/>
                  </a:cubicBezTo>
                  <a:lnTo>
                    <a:pt x="261" y="156"/>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66" name="Group 369">
            <a:extLst>
              <a:ext uri="{FF2B5EF4-FFF2-40B4-BE49-F238E27FC236}">
                <a16:creationId xmlns:a16="http://schemas.microsoft.com/office/drawing/2014/main" id="{0167D996-CD44-E573-889E-CDCF28C1B3A2}"/>
              </a:ext>
            </a:extLst>
          </p:cNvPr>
          <p:cNvGrpSpPr/>
          <p:nvPr/>
        </p:nvGrpSpPr>
        <p:grpSpPr>
          <a:xfrm>
            <a:off x="2152656" y="5763434"/>
            <a:ext cx="198618" cy="266834"/>
            <a:chOff x="3760788" y="6446838"/>
            <a:chExt cx="679450" cy="912812"/>
          </a:xfrm>
          <a:solidFill>
            <a:schemeClr val="accent4"/>
          </a:solidFill>
        </p:grpSpPr>
        <p:sp>
          <p:nvSpPr>
            <p:cNvPr id="367" name="Freeform 82">
              <a:extLst>
                <a:ext uri="{FF2B5EF4-FFF2-40B4-BE49-F238E27FC236}">
                  <a16:creationId xmlns:a16="http://schemas.microsoft.com/office/drawing/2014/main" id="{A64872AE-5DC3-C603-97F1-8952ECF4CA4E}"/>
                </a:ext>
              </a:extLst>
            </p:cNvPr>
            <p:cNvSpPr>
              <a:spLocks noChangeArrowheads="1"/>
            </p:cNvSpPr>
            <p:nvPr/>
          </p:nvSpPr>
          <p:spPr bwMode="auto">
            <a:xfrm>
              <a:off x="3905250" y="6854825"/>
              <a:ext cx="388938" cy="387350"/>
            </a:xfrm>
            <a:custGeom>
              <a:avLst/>
              <a:gdLst>
                <a:gd name="T0" fmla="*/ 541 w 1082"/>
                <a:gd name="T1" fmla="*/ 0 h 1078"/>
                <a:gd name="T2" fmla="*/ 541 w 1082"/>
                <a:gd name="T3" fmla="*/ 0 h 1078"/>
                <a:gd name="T4" fmla="*/ 0 w 1082"/>
                <a:gd name="T5" fmla="*/ 540 h 1078"/>
                <a:gd name="T6" fmla="*/ 541 w 1082"/>
                <a:gd name="T7" fmla="*/ 1077 h 1078"/>
                <a:gd name="T8" fmla="*/ 1081 w 1082"/>
                <a:gd name="T9" fmla="*/ 540 h 1078"/>
                <a:gd name="T10" fmla="*/ 541 w 1082"/>
                <a:gd name="T11" fmla="*/ 0 h 1078"/>
                <a:gd name="T12" fmla="*/ 541 w 1082"/>
                <a:gd name="T13" fmla="*/ 971 h 1078"/>
                <a:gd name="T14" fmla="*/ 541 w 1082"/>
                <a:gd name="T15" fmla="*/ 971 h 1078"/>
                <a:gd name="T16" fmla="*/ 110 w 1082"/>
                <a:gd name="T17" fmla="*/ 540 h 1078"/>
                <a:gd name="T18" fmla="*/ 541 w 1082"/>
                <a:gd name="T19" fmla="*/ 109 h 1078"/>
                <a:gd name="T20" fmla="*/ 971 w 1082"/>
                <a:gd name="T21" fmla="*/ 540 h 1078"/>
                <a:gd name="T22" fmla="*/ 541 w 1082"/>
                <a:gd name="T23" fmla="*/ 971 h 10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1082" h="1078">
                  <a:moveTo>
                    <a:pt x="541" y="0"/>
                  </a:moveTo>
                  <a:lnTo>
                    <a:pt x="541" y="0"/>
                  </a:lnTo>
                  <a:cubicBezTo>
                    <a:pt x="241" y="0"/>
                    <a:pt x="0" y="240"/>
                    <a:pt x="0" y="540"/>
                  </a:cubicBezTo>
                  <a:cubicBezTo>
                    <a:pt x="0" y="836"/>
                    <a:pt x="241" y="1077"/>
                    <a:pt x="541" y="1077"/>
                  </a:cubicBezTo>
                  <a:cubicBezTo>
                    <a:pt x="836" y="1077"/>
                    <a:pt x="1081" y="836"/>
                    <a:pt x="1081" y="540"/>
                  </a:cubicBezTo>
                  <a:cubicBezTo>
                    <a:pt x="1081" y="240"/>
                    <a:pt x="836" y="0"/>
                    <a:pt x="541" y="0"/>
                  </a:cubicBezTo>
                  <a:close/>
                  <a:moveTo>
                    <a:pt x="541" y="971"/>
                  </a:moveTo>
                  <a:lnTo>
                    <a:pt x="541" y="971"/>
                  </a:lnTo>
                  <a:cubicBezTo>
                    <a:pt x="304" y="971"/>
                    <a:pt x="110" y="777"/>
                    <a:pt x="110" y="540"/>
                  </a:cubicBezTo>
                  <a:cubicBezTo>
                    <a:pt x="110" y="300"/>
                    <a:pt x="304" y="109"/>
                    <a:pt x="541" y="109"/>
                  </a:cubicBezTo>
                  <a:cubicBezTo>
                    <a:pt x="777" y="109"/>
                    <a:pt x="971" y="300"/>
                    <a:pt x="971" y="540"/>
                  </a:cubicBezTo>
                  <a:cubicBezTo>
                    <a:pt x="971" y="777"/>
                    <a:pt x="777" y="971"/>
                    <a:pt x="541" y="971"/>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8" name="Freeform 83">
              <a:extLst>
                <a:ext uri="{FF2B5EF4-FFF2-40B4-BE49-F238E27FC236}">
                  <a16:creationId xmlns:a16="http://schemas.microsoft.com/office/drawing/2014/main" id="{D88653DA-5F3B-1D5B-DD1A-7DEF04468AA7}"/>
                </a:ext>
              </a:extLst>
            </p:cNvPr>
            <p:cNvSpPr>
              <a:spLocks noChangeArrowheads="1"/>
            </p:cNvSpPr>
            <p:nvPr/>
          </p:nvSpPr>
          <p:spPr bwMode="auto">
            <a:xfrm>
              <a:off x="4022725" y="6970713"/>
              <a:ext cx="155575" cy="157162"/>
            </a:xfrm>
            <a:custGeom>
              <a:avLst/>
              <a:gdLst>
                <a:gd name="T0" fmla="*/ 376 w 432"/>
                <a:gd name="T1" fmla="*/ 164 h 436"/>
                <a:gd name="T2" fmla="*/ 376 w 432"/>
                <a:gd name="T3" fmla="*/ 164 h 436"/>
                <a:gd name="T4" fmla="*/ 296 w 432"/>
                <a:gd name="T5" fmla="*/ 164 h 436"/>
                <a:gd name="T6" fmla="*/ 270 w 432"/>
                <a:gd name="T7" fmla="*/ 135 h 436"/>
                <a:gd name="T8" fmla="*/ 270 w 432"/>
                <a:gd name="T9" fmla="*/ 55 h 436"/>
                <a:gd name="T10" fmla="*/ 216 w 432"/>
                <a:gd name="T11" fmla="*/ 0 h 436"/>
                <a:gd name="T12" fmla="*/ 161 w 432"/>
                <a:gd name="T13" fmla="*/ 55 h 436"/>
                <a:gd name="T14" fmla="*/ 161 w 432"/>
                <a:gd name="T15" fmla="*/ 135 h 436"/>
                <a:gd name="T16" fmla="*/ 135 w 432"/>
                <a:gd name="T17" fmla="*/ 164 h 436"/>
                <a:gd name="T18" fmla="*/ 55 w 432"/>
                <a:gd name="T19" fmla="*/ 164 h 436"/>
                <a:gd name="T20" fmla="*/ 0 w 432"/>
                <a:gd name="T21" fmla="*/ 219 h 436"/>
                <a:gd name="T22" fmla="*/ 55 w 432"/>
                <a:gd name="T23" fmla="*/ 270 h 436"/>
                <a:gd name="T24" fmla="*/ 135 w 432"/>
                <a:gd name="T25" fmla="*/ 270 h 436"/>
                <a:gd name="T26" fmla="*/ 161 w 432"/>
                <a:gd name="T27" fmla="*/ 300 h 436"/>
                <a:gd name="T28" fmla="*/ 161 w 432"/>
                <a:gd name="T29" fmla="*/ 380 h 436"/>
                <a:gd name="T30" fmla="*/ 216 w 432"/>
                <a:gd name="T31" fmla="*/ 435 h 436"/>
                <a:gd name="T32" fmla="*/ 270 w 432"/>
                <a:gd name="T33" fmla="*/ 380 h 436"/>
                <a:gd name="T34" fmla="*/ 270 w 432"/>
                <a:gd name="T35" fmla="*/ 300 h 436"/>
                <a:gd name="T36" fmla="*/ 296 w 432"/>
                <a:gd name="T37" fmla="*/ 270 h 436"/>
                <a:gd name="T38" fmla="*/ 376 w 432"/>
                <a:gd name="T39" fmla="*/ 270 h 436"/>
                <a:gd name="T40" fmla="*/ 431 w 432"/>
                <a:gd name="T41" fmla="*/ 219 h 436"/>
                <a:gd name="T42" fmla="*/ 376 w 432"/>
                <a:gd name="T43" fmla="*/ 164 h 4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432" h="436">
                  <a:moveTo>
                    <a:pt x="376" y="164"/>
                  </a:moveTo>
                  <a:lnTo>
                    <a:pt x="376" y="164"/>
                  </a:lnTo>
                  <a:cubicBezTo>
                    <a:pt x="296" y="164"/>
                    <a:pt x="296" y="164"/>
                    <a:pt x="296" y="164"/>
                  </a:cubicBezTo>
                  <a:cubicBezTo>
                    <a:pt x="283" y="164"/>
                    <a:pt x="270" y="152"/>
                    <a:pt x="270" y="135"/>
                  </a:cubicBezTo>
                  <a:cubicBezTo>
                    <a:pt x="270" y="55"/>
                    <a:pt x="270" y="55"/>
                    <a:pt x="270" y="55"/>
                  </a:cubicBezTo>
                  <a:cubicBezTo>
                    <a:pt x="270" y="25"/>
                    <a:pt x="245" y="0"/>
                    <a:pt x="216" y="0"/>
                  </a:cubicBezTo>
                  <a:cubicBezTo>
                    <a:pt x="186" y="0"/>
                    <a:pt x="161" y="25"/>
                    <a:pt x="161" y="55"/>
                  </a:cubicBezTo>
                  <a:cubicBezTo>
                    <a:pt x="161" y="135"/>
                    <a:pt x="161" y="135"/>
                    <a:pt x="161" y="135"/>
                  </a:cubicBezTo>
                  <a:cubicBezTo>
                    <a:pt x="161" y="152"/>
                    <a:pt x="148" y="164"/>
                    <a:pt x="135" y="164"/>
                  </a:cubicBezTo>
                  <a:cubicBezTo>
                    <a:pt x="55" y="164"/>
                    <a:pt x="55" y="164"/>
                    <a:pt x="55" y="164"/>
                  </a:cubicBezTo>
                  <a:cubicBezTo>
                    <a:pt x="21" y="164"/>
                    <a:pt x="0" y="185"/>
                    <a:pt x="0" y="219"/>
                  </a:cubicBezTo>
                  <a:cubicBezTo>
                    <a:pt x="0" y="249"/>
                    <a:pt x="21" y="270"/>
                    <a:pt x="55" y="270"/>
                  </a:cubicBezTo>
                  <a:cubicBezTo>
                    <a:pt x="135" y="270"/>
                    <a:pt x="135" y="270"/>
                    <a:pt x="135" y="270"/>
                  </a:cubicBezTo>
                  <a:cubicBezTo>
                    <a:pt x="148" y="270"/>
                    <a:pt x="161" y="283"/>
                    <a:pt x="161" y="300"/>
                  </a:cubicBezTo>
                  <a:cubicBezTo>
                    <a:pt x="161" y="380"/>
                    <a:pt x="161" y="380"/>
                    <a:pt x="161" y="380"/>
                  </a:cubicBezTo>
                  <a:cubicBezTo>
                    <a:pt x="161" y="409"/>
                    <a:pt x="186" y="435"/>
                    <a:pt x="216" y="435"/>
                  </a:cubicBezTo>
                  <a:cubicBezTo>
                    <a:pt x="245" y="435"/>
                    <a:pt x="270" y="409"/>
                    <a:pt x="270" y="380"/>
                  </a:cubicBezTo>
                  <a:cubicBezTo>
                    <a:pt x="270" y="300"/>
                    <a:pt x="270" y="300"/>
                    <a:pt x="270" y="300"/>
                  </a:cubicBezTo>
                  <a:cubicBezTo>
                    <a:pt x="270" y="283"/>
                    <a:pt x="283" y="270"/>
                    <a:pt x="296" y="270"/>
                  </a:cubicBezTo>
                  <a:cubicBezTo>
                    <a:pt x="376" y="270"/>
                    <a:pt x="376" y="270"/>
                    <a:pt x="376" y="270"/>
                  </a:cubicBezTo>
                  <a:cubicBezTo>
                    <a:pt x="406" y="270"/>
                    <a:pt x="431" y="249"/>
                    <a:pt x="431" y="219"/>
                  </a:cubicBezTo>
                  <a:cubicBezTo>
                    <a:pt x="431" y="185"/>
                    <a:pt x="406" y="164"/>
                    <a:pt x="376" y="164"/>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69" name="Freeform 84">
              <a:extLst>
                <a:ext uri="{FF2B5EF4-FFF2-40B4-BE49-F238E27FC236}">
                  <a16:creationId xmlns:a16="http://schemas.microsoft.com/office/drawing/2014/main" id="{14F40157-24E7-91A4-4551-7794A07C1954}"/>
                </a:ext>
              </a:extLst>
            </p:cNvPr>
            <p:cNvSpPr>
              <a:spLocks noChangeArrowheads="1"/>
            </p:cNvSpPr>
            <p:nvPr/>
          </p:nvSpPr>
          <p:spPr bwMode="auto">
            <a:xfrm>
              <a:off x="3760788" y="6446838"/>
              <a:ext cx="679450" cy="912812"/>
            </a:xfrm>
            <a:custGeom>
              <a:avLst/>
              <a:gdLst>
                <a:gd name="T0" fmla="*/ 1685 w 1888"/>
                <a:gd name="T1" fmla="*/ 807 h 2535"/>
                <a:gd name="T2" fmla="*/ 1685 w 1888"/>
                <a:gd name="T3" fmla="*/ 807 h 2535"/>
                <a:gd name="T4" fmla="*/ 1592 w 1888"/>
                <a:gd name="T5" fmla="*/ 807 h 2535"/>
                <a:gd name="T6" fmla="*/ 1566 w 1888"/>
                <a:gd name="T7" fmla="*/ 781 h 2535"/>
                <a:gd name="T8" fmla="*/ 1566 w 1888"/>
                <a:gd name="T9" fmla="*/ 621 h 2535"/>
                <a:gd name="T10" fmla="*/ 1592 w 1888"/>
                <a:gd name="T11" fmla="*/ 591 h 2535"/>
                <a:gd name="T12" fmla="*/ 1752 w 1888"/>
                <a:gd name="T13" fmla="*/ 591 h 2535"/>
                <a:gd name="T14" fmla="*/ 1807 w 1888"/>
                <a:gd name="T15" fmla="*/ 540 h 2535"/>
                <a:gd name="T16" fmla="*/ 1807 w 1888"/>
                <a:gd name="T17" fmla="*/ 55 h 2535"/>
                <a:gd name="T18" fmla="*/ 1752 w 1888"/>
                <a:gd name="T19" fmla="*/ 0 h 2535"/>
                <a:gd name="T20" fmla="*/ 135 w 1888"/>
                <a:gd name="T21" fmla="*/ 0 h 2535"/>
                <a:gd name="T22" fmla="*/ 84 w 1888"/>
                <a:gd name="T23" fmla="*/ 55 h 2535"/>
                <a:gd name="T24" fmla="*/ 84 w 1888"/>
                <a:gd name="T25" fmla="*/ 540 h 2535"/>
                <a:gd name="T26" fmla="*/ 135 w 1888"/>
                <a:gd name="T27" fmla="*/ 591 h 2535"/>
                <a:gd name="T28" fmla="*/ 300 w 1888"/>
                <a:gd name="T29" fmla="*/ 591 h 2535"/>
                <a:gd name="T30" fmla="*/ 325 w 1888"/>
                <a:gd name="T31" fmla="*/ 621 h 2535"/>
                <a:gd name="T32" fmla="*/ 325 w 1888"/>
                <a:gd name="T33" fmla="*/ 781 h 2535"/>
                <a:gd name="T34" fmla="*/ 300 w 1888"/>
                <a:gd name="T35" fmla="*/ 807 h 2535"/>
                <a:gd name="T36" fmla="*/ 207 w 1888"/>
                <a:gd name="T37" fmla="*/ 807 h 2535"/>
                <a:gd name="T38" fmla="*/ 0 w 1888"/>
                <a:gd name="T39" fmla="*/ 1013 h 2535"/>
                <a:gd name="T40" fmla="*/ 0 w 1888"/>
                <a:gd name="T41" fmla="*/ 2327 h 2535"/>
                <a:gd name="T42" fmla="*/ 207 w 1888"/>
                <a:gd name="T43" fmla="*/ 2534 h 2535"/>
                <a:gd name="T44" fmla="*/ 1685 w 1888"/>
                <a:gd name="T45" fmla="*/ 2534 h 2535"/>
                <a:gd name="T46" fmla="*/ 1887 w 1888"/>
                <a:gd name="T47" fmla="*/ 2327 h 2535"/>
                <a:gd name="T48" fmla="*/ 1887 w 1888"/>
                <a:gd name="T49" fmla="*/ 1013 h 2535"/>
                <a:gd name="T50" fmla="*/ 1685 w 1888"/>
                <a:gd name="T51" fmla="*/ 807 h 2535"/>
                <a:gd name="T52" fmla="*/ 219 w 1888"/>
                <a:gd name="T53" fmla="*/ 486 h 2535"/>
                <a:gd name="T54" fmla="*/ 219 w 1888"/>
                <a:gd name="T55" fmla="*/ 486 h 2535"/>
                <a:gd name="T56" fmla="*/ 190 w 1888"/>
                <a:gd name="T57" fmla="*/ 456 h 2535"/>
                <a:gd name="T58" fmla="*/ 190 w 1888"/>
                <a:gd name="T59" fmla="*/ 452 h 2535"/>
                <a:gd name="T60" fmla="*/ 190 w 1888"/>
                <a:gd name="T61" fmla="*/ 443 h 2535"/>
                <a:gd name="T62" fmla="*/ 190 w 1888"/>
                <a:gd name="T63" fmla="*/ 135 h 2535"/>
                <a:gd name="T64" fmla="*/ 219 w 1888"/>
                <a:gd name="T65" fmla="*/ 105 h 2535"/>
                <a:gd name="T66" fmla="*/ 1664 w 1888"/>
                <a:gd name="T67" fmla="*/ 105 h 2535"/>
                <a:gd name="T68" fmla="*/ 1681 w 1888"/>
                <a:gd name="T69" fmla="*/ 110 h 2535"/>
                <a:gd name="T70" fmla="*/ 1697 w 1888"/>
                <a:gd name="T71" fmla="*/ 135 h 2535"/>
                <a:gd name="T72" fmla="*/ 1697 w 1888"/>
                <a:gd name="T73" fmla="*/ 456 h 2535"/>
                <a:gd name="T74" fmla="*/ 1672 w 1888"/>
                <a:gd name="T75" fmla="*/ 486 h 2535"/>
                <a:gd name="T76" fmla="*/ 219 w 1888"/>
                <a:gd name="T77" fmla="*/ 486 h 2535"/>
                <a:gd name="T78" fmla="*/ 1457 w 1888"/>
                <a:gd name="T79" fmla="*/ 621 h 2535"/>
                <a:gd name="T80" fmla="*/ 1457 w 1888"/>
                <a:gd name="T81" fmla="*/ 621 h 2535"/>
                <a:gd name="T82" fmla="*/ 1457 w 1888"/>
                <a:gd name="T83" fmla="*/ 781 h 2535"/>
                <a:gd name="T84" fmla="*/ 1431 w 1888"/>
                <a:gd name="T85" fmla="*/ 807 h 2535"/>
                <a:gd name="T86" fmla="*/ 460 w 1888"/>
                <a:gd name="T87" fmla="*/ 807 h 2535"/>
                <a:gd name="T88" fmla="*/ 435 w 1888"/>
                <a:gd name="T89" fmla="*/ 781 h 2535"/>
                <a:gd name="T90" fmla="*/ 435 w 1888"/>
                <a:gd name="T91" fmla="*/ 621 h 2535"/>
                <a:gd name="T92" fmla="*/ 460 w 1888"/>
                <a:gd name="T93" fmla="*/ 591 h 2535"/>
                <a:gd name="T94" fmla="*/ 1431 w 1888"/>
                <a:gd name="T95" fmla="*/ 591 h 2535"/>
                <a:gd name="T96" fmla="*/ 1457 w 1888"/>
                <a:gd name="T97" fmla="*/ 621 h 2535"/>
                <a:gd name="T98" fmla="*/ 1782 w 1888"/>
                <a:gd name="T99" fmla="*/ 2327 h 2535"/>
                <a:gd name="T100" fmla="*/ 1782 w 1888"/>
                <a:gd name="T101" fmla="*/ 2327 h 2535"/>
                <a:gd name="T102" fmla="*/ 1685 w 1888"/>
                <a:gd name="T103" fmla="*/ 2424 h 2535"/>
                <a:gd name="T104" fmla="*/ 207 w 1888"/>
                <a:gd name="T105" fmla="*/ 2424 h 2535"/>
                <a:gd name="T106" fmla="*/ 109 w 1888"/>
                <a:gd name="T107" fmla="*/ 2327 h 2535"/>
                <a:gd name="T108" fmla="*/ 109 w 1888"/>
                <a:gd name="T109" fmla="*/ 1013 h 2535"/>
                <a:gd name="T110" fmla="*/ 207 w 1888"/>
                <a:gd name="T111" fmla="*/ 916 h 2535"/>
                <a:gd name="T112" fmla="*/ 1685 w 1888"/>
                <a:gd name="T113" fmla="*/ 916 h 2535"/>
                <a:gd name="T114" fmla="*/ 1782 w 1888"/>
                <a:gd name="T115" fmla="*/ 1013 h 2535"/>
                <a:gd name="T116" fmla="*/ 1782 w 1888"/>
                <a:gd name="T117" fmla="*/ 2327 h 25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888" h="2535">
                  <a:moveTo>
                    <a:pt x="1685" y="807"/>
                  </a:moveTo>
                  <a:lnTo>
                    <a:pt x="1685" y="807"/>
                  </a:lnTo>
                  <a:cubicBezTo>
                    <a:pt x="1592" y="807"/>
                    <a:pt x="1592" y="807"/>
                    <a:pt x="1592" y="807"/>
                  </a:cubicBezTo>
                  <a:cubicBezTo>
                    <a:pt x="1579" y="807"/>
                    <a:pt x="1566" y="794"/>
                    <a:pt x="1566" y="781"/>
                  </a:cubicBezTo>
                  <a:cubicBezTo>
                    <a:pt x="1566" y="621"/>
                    <a:pt x="1566" y="621"/>
                    <a:pt x="1566" y="621"/>
                  </a:cubicBezTo>
                  <a:cubicBezTo>
                    <a:pt x="1566" y="604"/>
                    <a:pt x="1579" y="591"/>
                    <a:pt x="1592" y="591"/>
                  </a:cubicBezTo>
                  <a:cubicBezTo>
                    <a:pt x="1752" y="591"/>
                    <a:pt x="1752" y="591"/>
                    <a:pt x="1752" y="591"/>
                  </a:cubicBezTo>
                  <a:cubicBezTo>
                    <a:pt x="1782" y="591"/>
                    <a:pt x="1807" y="570"/>
                    <a:pt x="1807" y="540"/>
                  </a:cubicBezTo>
                  <a:cubicBezTo>
                    <a:pt x="1807" y="55"/>
                    <a:pt x="1807" y="55"/>
                    <a:pt x="1807" y="55"/>
                  </a:cubicBezTo>
                  <a:cubicBezTo>
                    <a:pt x="1807" y="25"/>
                    <a:pt x="1782" y="0"/>
                    <a:pt x="1752" y="0"/>
                  </a:cubicBezTo>
                  <a:cubicBezTo>
                    <a:pt x="135" y="0"/>
                    <a:pt x="135" y="0"/>
                    <a:pt x="135" y="0"/>
                  </a:cubicBezTo>
                  <a:cubicBezTo>
                    <a:pt x="105" y="0"/>
                    <a:pt x="84" y="25"/>
                    <a:pt x="84" y="55"/>
                  </a:cubicBezTo>
                  <a:cubicBezTo>
                    <a:pt x="84" y="540"/>
                    <a:pt x="84" y="540"/>
                    <a:pt x="84" y="540"/>
                  </a:cubicBezTo>
                  <a:cubicBezTo>
                    <a:pt x="84" y="570"/>
                    <a:pt x="105" y="591"/>
                    <a:pt x="135" y="591"/>
                  </a:cubicBezTo>
                  <a:cubicBezTo>
                    <a:pt x="300" y="591"/>
                    <a:pt x="300" y="591"/>
                    <a:pt x="300" y="591"/>
                  </a:cubicBezTo>
                  <a:cubicBezTo>
                    <a:pt x="312" y="591"/>
                    <a:pt x="325" y="604"/>
                    <a:pt x="325" y="621"/>
                  </a:cubicBezTo>
                  <a:cubicBezTo>
                    <a:pt x="325" y="781"/>
                    <a:pt x="325" y="781"/>
                    <a:pt x="325" y="781"/>
                  </a:cubicBezTo>
                  <a:cubicBezTo>
                    <a:pt x="325" y="794"/>
                    <a:pt x="312" y="807"/>
                    <a:pt x="300" y="807"/>
                  </a:cubicBezTo>
                  <a:cubicBezTo>
                    <a:pt x="207" y="807"/>
                    <a:pt x="207" y="807"/>
                    <a:pt x="207" y="807"/>
                  </a:cubicBezTo>
                  <a:cubicBezTo>
                    <a:pt x="93" y="807"/>
                    <a:pt x="0" y="899"/>
                    <a:pt x="0" y="1013"/>
                  </a:cubicBezTo>
                  <a:cubicBezTo>
                    <a:pt x="0" y="2327"/>
                    <a:pt x="0" y="2327"/>
                    <a:pt x="0" y="2327"/>
                  </a:cubicBezTo>
                  <a:cubicBezTo>
                    <a:pt x="0" y="2441"/>
                    <a:pt x="93" y="2534"/>
                    <a:pt x="207" y="2534"/>
                  </a:cubicBezTo>
                  <a:cubicBezTo>
                    <a:pt x="1685" y="2534"/>
                    <a:pt x="1685" y="2534"/>
                    <a:pt x="1685" y="2534"/>
                  </a:cubicBezTo>
                  <a:cubicBezTo>
                    <a:pt x="1794" y="2534"/>
                    <a:pt x="1887" y="2441"/>
                    <a:pt x="1887" y="2327"/>
                  </a:cubicBezTo>
                  <a:cubicBezTo>
                    <a:pt x="1887" y="1013"/>
                    <a:pt x="1887" y="1013"/>
                    <a:pt x="1887" y="1013"/>
                  </a:cubicBezTo>
                  <a:cubicBezTo>
                    <a:pt x="1887" y="899"/>
                    <a:pt x="1794" y="807"/>
                    <a:pt x="1685" y="807"/>
                  </a:cubicBezTo>
                  <a:close/>
                  <a:moveTo>
                    <a:pt x="219" y="486"/>
                  </a:moveTo>
                  <a:lnTo>
                    <a:pt x="219" y="486"/>
                  </a:lnTo>
                  <a:cubicBezTo>
                    <a:pt x="202" y="486"/>
                    <a:pt x="190" y="473"/>
                    <a:pt x="190" y="456"/>
                  </a:cubicBezTo>
                  <a:cubicBezTo>
                    <a:pt x="190" y="452"/>
                    <a:pt x="190" y="452"/>
                    <a:pt x="190" y="452"/>
                  </a:cubicBezTo>
                  <a:cubicBezTo>
                    <a:pt x="190" y="448"/>
                    <a:pt x="190" y="448"/>
                    <a:pt x="190" y="443"/>
                  </a:cubicBezTo>
                  <a:cubicBezTo>
                    <a:pt x="190" y="135"/>
                    <a:pt x="190" y="135"/>
                    <a:pt x="190" y="135"/>
                  </a:cubicBezTo>
                  <a:cubicBezTo>
                    <a:pt x="190" y="118"/>
                    <a:pt x="202" y="105"/>
                    <a:pt x="219" y="105"/>
                  </a:cubicBezTo>
                  <a:cubicBezTo>
                    <a:pt x="1664" y="105"/>
                    <a:pt x="1664" y="105"/>
                    <a:pt x="1664" y="105"/>
                  </a:cubicBezTo>
                  <a:cubicBezTo>
                    <a:pt x="1668" y="105"/>
                    <a:pt x="1676" y="105"/>
                    <a:pt x="1681" y="110"/>
                  </a:cubicBezTo>
                  <a:cubicBezTo>
                    <a:pt x="1689" y="110"/>
                    <a:pt x="1697" y="122"/>
                    <a:pt x="1697" y="135"/>
                  </a:cubicBezTo>
                  <a:cubicBezTo>
                    <a:pt x="1697" y="456"/>
                    <a:pt x="1697" y="456"/>
                    <a:pt x="1697" y="456"/>
                  </a:cubicBezTo>
                  <a:cubicBezTo>
                    <a:pt x="1697" y="473"/>
                    <a:pt x="1689" y="486"/>
                    <a:pt x="1672" y="486"/>
                  </a:cubicBezTo>
                  <a:lnTo>
                    <a:pt x="219" y="486"/>
                  </a:lnTo>
                  <a:close/>
                  <a:moveTo>
                    <a:pt x="1457" y="621"/>
                  </a:moveTo>
                  <a:lnTo>
                    <a:pt x="1457" y="621"/>
                  </a:lnTo>
                  <a:cubicBezTo>
                    <a:pt x="1457" y="781"/>
                    <a:pt x="1457" y="781"/>
                    <a:pt x="1457" y="781"/>
                  </a:cubicBezTo>
                  <a:cubicBezTo>
                    <a:pt x="1457" y="794"/>
                    <a:pt x="1444" y="807"/>
                    <a:pt x="1431" y="807"/>
                  </a:cubicBezTo>
                  <a:cubicBezTo>
                    <a:pt x="460" y="807"/>
                    <a:pt x="460" y="807"/>
                    <a:pt x="460" y="807"/>
                  </a:cubicBezTo>
                  <a:cubicBezTo>
                    <a:pt x="447" y="807"/>
                    <a:pt x="435" y="794"/>
                    <a:pt x="435" y="781"/>
                  </a:cubicBezTo>
                  <a:cubicBezTo>
                    <a:pt x="435" y="621"/>
                    <a:pt x="435" y="621"/>
                    <a:pt x="435" y="621"/>
                  </a:cubicBezTo>
                  <a:cubicBezTo>
                    <a:pt x="435" y="604"/>
                    <a:pt x="447" y="591"/>
                    <a:pt x="460" y="591"/>
                  </a:cubicBezTo>
                  <a:cubicBezTo>
                    <a:pt x="1431" y="591"/>
                    <a:pt x="1431" y="591"/>
                    <a:pt x="1431" y="591"/>
                  </a:cubicBezTo>
                  <a:cubicBezTo>
                    <a:pt x="1444" y="591"/>
                    <a:pt x="1457" y="604"/>
                    <a:pt x="1457" y="621"/>
                  </a:cubicBezTo>
                  <a:close/>
                  <a:moveTo>
                    <a:pt x="1782" y="2327"/>
                  </a:moveTo>
                  <a:lnTo>
                    <a:pt x="1782" y="2327"/>
                  </a:lnTo>
                  <a:cubicBezTo>
                    <a:pt x="1782" y="2382"/>
                    <a:pt x="1735" y="2424"/>
                    <a:pt x="1685" y="2424"/>
                  </a:cubicBezTo>
                  <a:cubicBezTo>
                    <a:pt x="207" y="2424"/>
                    <a:pt x="207" y="2424"/>
                    <a:pt x="207" y="2424"/>
                  </a:cubicBezTo>
                  <a:cubicBezTo>
                    <a:pt x="152" y="2424"/>
                    <a:pt x="109" y="2382"/>
                    <a:pt x="109" y="2327"/>
                  </a:cubicBezTo>
                  <a:cubicBezTo>
                    <a:pt x="109" y="1013"/>
                    <a:pt x="109" y="1013"/>
                    <a:pt x="109" y="1013"/>
                  </a:cubicBezTo>
                  <a:cubicBezTo>
                    <a:pt x="109" y="959"/>
                    <a:pt x="152" y="916"/>
                    <a:pt x="207" y="916"/>
                  </a:cubicBezTo>
                  <a:cubicBezTo>
                    <a:pt x="1685" y="916"/>
                    <a:pt x="1685" y="916"/>
                    <a:pt x="1685" y="916"/>
                  </a:cubicBezTo>
                  <a:cubicBezTo>
                    <a:pt x="1735" y="916"/>
                    <a:pt x="1782" y="959"/>
                    <a:pt x="1782" y="1013"/>
                  </a:cubicBezTo>
                  <a:lnTo>
                    <a:pt x="1782" y="232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grpSp>
        <p:nvGrpSpPr>
          <p:cNvPr id="370" name="Group 373">
            <a:extLst>
              <a:ext uri="{FF2B5EF4-FFF2-40B4-BE49-F238E27FC236}">
                <a16:creationId xmlns:a16="http://schemas.microsoft.com/office/drawing/2014/main" id="{BA56C670-7F72-1873-92EC-24E91CB8FEB1}"/>
              </a:ext>
            </a:extLst>
          </p:cNvPr>
          <p:cNvGrpSpPr/>
          <p:nvPr/>
        </p:nvGrpSpPr>
        <p:grpSpPr>
          <a:xfrm>
            <a:off x="2629245" y="5796846"/>
            <a:ext cx="243167" cy="243631"/>
            <a:chOff x="5391150" y="6561138"/>
            <a:chExt cx="831850" cy="833437"/>
          </a:xfrm>
          <a:solidFill>
            <a:schemeClr val="accent4"/>
          </a:solidFill>
        </p:grpSpPr>
        <p:sp>
          <p:nvSpPr>
            <p:cNvPr id="371" name="Freeform 85">
              <a:extLst>
                <a:ext uri="{FF2B5EF4-FFF2-40B4-BE49-F238E27FC236}">
                  <a16:creationId xmlns:a16="http://schemas.microsoft.com/office/drawing/2014/main" id="{1721DC27-56FB-2EFB-6C1D-FA5BECCFC912}"/>
                </a:ext>
              </a:extLst>
            </p:cNvPr>
            <p:cNvSpPr>
              <a:spLocks noChangeArrowheads="1"/>
            </p:cNvSpPr>
            <p:nvPr/>
          </p:nvSpPr>
          <p:spPr bwMode="auto">
            <a:xfrm>
              <a:off x="5391150" y="6561138"/>
              <a:ext cx="831850" cy="833437"/>
            </a:xfrm>
            <a:custGeom>
              <a:avLst/>
              <a:gdLst>
                <a:gd name="T0" fmla="*/ 2281 w 2311"/>
                <a:gd name="T1" fmla="*/ 261 h 2315"/>
                <a:gd name="T2" fmla="*/ 2188 w 2311"/>
                <a:gd name="T3" fmla="*/ 122 h 2315"/>
                <a:gd name="T4" fmla="*/ 2188 w 2311"/>
                <a:gd name="T5" fmla="*/ 122 h 2315"/>
                <a:gd name="T6" fmla="*/ 2048 w 2311"/>
                <a:gd name="T7" fmla="*/ 29 h 2315"/>
                <a:gd name="T8" fmla="*/ 1728 w 2311"/>
                <a:gd name="T9" fmla="*/ 29 h 2315"/>
                <a:gd name="T10" fmla="*/ 549 w 2311"/>
                <a:gd name="T11" fmla="*/ 1161 h 2315"/>
                <a:gd name="T12" fmla="*/ 435 w 2311"/>
                <a:gd name="T13" fmla="*/ 1549 h 2315"/>
                <a:gd name="T14" fmla="*/ 169 w 2311"/>
                <a:gd name="T15" fmla="*/ 1841 h 2315"/>
                <a:gd name="T16" fmla="*/ 169 w 2311"/>
                <a:gd name="T17" fmla="*/ 1841 h 2315"/>
                <a:gd name="T18" fmla="*/ 17 w 2311"/>
                <a:gd name="T19" fmla="*/ 2018 h 2315"/>
                <a:gd name="T20" fmla="*/ 13 w 2311"/>
                <a:gd name="T21" fmla="*/ 2179 h 2315"/>
                <a:gd name="T22" fmla="*/ 123 w 2311"/>
                <a:gd name="T23" fmla="*/ 2293 h 2315"/>
                <a:gd name="T24" fmla="*/ 287 w 2311"/>
                <a:gd name="T25" fmla="*/ 2297 h 2315"/>
                <a:gd name="T26" fmla="*/ 705 w 2311"/>
                <a:gd name="T27" fmla="*/ 1900 h 2315"/>
                <a:gd name="T28" fmla="*/ 1039 w 2311"/>
                <a:gd name="T29" fmla="*/ 1816 h 2315"/>
                <a:gd name="T30" fmla="*/ 2188 w 2311"/>
                <a:gd name="T31" fmla="*/ 722 h 2315"/>
                <a:gd name="T32" fmla="*/ 2310 w 2311"/>
                <a:gd name="T33" fmla="*/ 422 h 2315"/>
                <a:gd name="T34" fmla="*/ 283 w 2311"/>
                <a:gd name="T35" fmla="*/ 2174 h 2315"/>
                <a:gd name="T36" fmla="*/ 249 w 2311"/>
                <a:gd name="T37" fmla="*/ 2200 h 2315"/>
                <a:gd name="T38" fmla="*/ 165 w 2311"/>
                <a:gd name="T39" fmla="*/ 2200 h 2315"/>
                <a:gd name="T40" fmla="*/ 110 w 2311"/>
                <a:gd name="T41" fmla="*/ 2141 h 2315"/>
                <a:gd name="T42" fmla="*/ 114 w 2311"/>
                <a:gd name="T43" fmla="*/ 2061 h 2315"/>
                <a:gd name="T44" fmla="*/ 207 w 2311"/>
                <a:gd name="T45" fmla="*/ 1951 h 2315"/>
                <a:gd name="T46" fmla="*/ 283 w 2311"/>
                <a:gd name="T47" fmla="*/ 2174 h 2315"/>
                <a:gd name="T48" fmla="*/ 2184 w 2311"/>
                <a:gd name="T49" fmla="*/ 540 h 2315"/>
                <a:gd name="T50" fmla="*/ 1073 w 2311"/>
                <a:gd name="T51" fmla="*/ 1685 h 2315"/>
                <a:gd name="T52" fmla="*/ 739 w 2311"/>
                <a:gd name="T53" fmla="*/ 1769 h 2315"/>
                <a:gd name="T54" fmla="*/ 431 w 2311"/>
                <a:gd name="T55" fmla="*/ 2027 h 2315"/>
                <a:gd name="T56" fmla="*/ 482 w 2311"/>
                <a:gd name="T57" fmla="*/ 1676 h 2315"/>
                <a:gd name="T58" fmla="*/ 596 w 2311"/>
                <a:gd name="T59" fmla="*/ 1292 h 2315"/>
                <a:gd name="T60" fmla="*/ 1664 w 2311"/>
                <a:gd name="T61" fmla="*/ 198 h 2315"/>
                <a:gd name="T62" fmla="*/ 1888 w 2311"/>
                <a:gd name="T63" fmla="*/ 105 h 2315"/>
                <a:gd name="T64" fmla="*/ 2112 w 2311"/>
                <a:gd name="T65" fmla="*/ 198 h 2315"/>
                <a:gd name="T66" fmla="*/ 2112 w 2311"/>
                <a:gd name="T67" fmla="*/ 198 h 2315"/>
                <a:gd name="T68" fmla="*/ 2205 w 2311"/>
                <a:gd name="T69" fmla="*/ 422 h 2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2311" h="2315">
                  <a:moveTo>
                    <a:pt x="2281" y="261"/>
                  </a:moveTo>
                  <a:lnTo>
                    <a:pt x="2281" y="261"/>
                  </a:lnTo>
                  <a:cubicBezTo>
                    <a:pt x="2260" y="211"/>
                    <a:pt x="2230" y="164"/>
                    <a:pt x="2188" y="122"/>
                  </a:cubicBezTo>
                  <a:lnTo>
                    <a:pt x="2188" y="122"/>
                  </a:lnTo>
                  <a:lnTo>
                    <a:pt x="2188" y="122"/>
                  </a:lnTo>
                  <a:lnTo>
                    <a:pt x="2188" y="122"/>
                  </a:lnTo>
                  <a:lnTo>
                    <a:pt x="2188" y="122"/>
                  </a:lnTo>
                  <a:cubicBezTo>
                    <a:pt x="2145" y="80"/>
                    <a:pt x="2099" y="50"/>
                    <a:pt x="2048" y="29"/>
                  </a:cubicBezTo>
                  <a:cubicBezTo>
                    <a:pt x="1998" y="8"/>
                    <a:pt x="1943" y="0"/>
                    <a:pt x="1888" y="0"/>
                  </a:cubicBezTo>
                  <a:cubicBezTo>
                    <a:pt x="1833" y="0"/>
                    <a:pt x="1778" y="8"/>
                    <a:pt x="1728" y="29"/>
                  </a:cubicBezTo>
                  <a:cubicBezTo>
                    <a:pt x="1677" y="50"/>
                    <a:pt x="1630" y="80"/>
                    <a:pt x="1588" y="122"/>
                  </a:cubicBezTo>
                  <a:cubicBezTo>
                    <a:pt x="549" y="1161"/>
                    <a:pt x="549" y="1161"/>
                    <a:pt x="549" y="1161"/>
                  </a:cubicBezTo>
                  <a:cubicBezTo>
                    <a:pt x="520" y="1191"/>
                    <a:pt x="499" y="1229"/>
                    <a:pt x="494" y="1271"/>
                  </a:cubicBezTo>
                  <a:cubicBezTo>
                    <a:pt x="435" y="1549"/>
                    <a:pt x="435" y="1549"/>
                    <a:pt x="435" y="1549"/>
                  </a:cubicBezTo>
                  <a:cubicBezTo>
                    <a:pt x="431" y="1571"/>
                    <a:pt x="422" y="1588"/>
                    <a:pt x="406" y="1604"/>
                  </a:cubicBezTo>
                  <a:cubicBezTo>
                    <a:pt x="169" y="1841"/>
                    <a:pt x="169" y="1841"/>
                    <a:pt x="169" y="1841"/>
                  </a:cubicBezTo>
                  <a:lnTo>
                    <a:pt x="169" y="1841"/>
                  </a:lnTo>
                  <a:lnTo>
                    <a:pt x="169" y="1841"/>
                  </a:lnTo>
                  <a:cubicBezTo>
                    <a:pt x="63" y="1947"/>
                    <a:pt x="63" y="1947"/>
                    <a:pt x="63" y="1947"/>
                  </a:cubicBezTo>
                  <a:cubicBezTo>
                    <a:pt x="42" y="1968"/>
                    <a:pt x="26" y="1993"/>
                    <a:pt x="17" y="2018"/>
                  </a:cubicBezTo>
                  <a:cubicBezTo>
                    <a:pt x="4" y="2048"/>
                    <a:pt x="0" y="2077"/>
                    <a:pt x="0" y="2103"/>
                  </a:cubicBezTo>
                  <a:cubicBezTo>
                    <a:pt x="0" y="2128"/>
                    <a:pt x="4" y="2153"/>
                    <a:pt x="13" y="2179"/>
                  </a:cubicBezTo>
                  <a:cubicBezTo>
                    <a:pt x="21" y="2200"/>
                    <a:pt x="34" y="2221"/>
                    <a:pt x="51" y="2242"/>
                  </a:cubicBezTo>
                  <a:cubicBezTo>
                    <a:pt x="72" y="2267"/>
                    <a:pt x="97" y="2284"/>
                    <a:pt x="123" y="2293"/>
                  </a:cubicBezTo>
                  <a:cubicBezTo>
                    <a:pt x="152" y="2305"/>
                    <a:pt x="178" y="2314"/>
                    <a:pt x="207" y="2314"/>
                  </a:cubicBezTo>
                  <a:cubicBezTo>
                    <a:pt x="237" y="2314"/>
                    <a:pt x="262" y="2305"/>
                    <a:pt x="287" y="2297"/>
                  </a:cubicBezTo>
                  <a:cubicBezTo>
                    <a:pt x="313" y="2289"/>
                    <a:pt x="338" y="2272"/>
                    <a:pt x="359" y="2251"/>
                  </a:cubicBezTo>
                  <a:cubicBezTo>
                    <a:pt x="705" y="1900"/>
                    <a:pt x="705" y="1900"/>
                    <a:pt x="705" y="1900"/>
                  </a:cubicBezTo>
                  <a:cubicBezTo>
                    <a:pt x="722" y="1887"/>
                    <a:pt x="739" y="1879"/>
                    <a:pt x="760" y="1875"/>
                  </a:cubicBezTo>
                  <a:cubicBezTo>
                    <a:pt x="1039" y="1816"/>
                    <a:pt x="1039" y="1816"/>
                    <a:pt x="1039" y="1816"/>
                  </a:cubicBezTo>
                  <a:cubicBezTo>
                    <a:pt x="1081" y="1807"/>
                    <a:pt x="1119" y="1790"/>
                    <a:pt x="1149" y="1761"/>
                  </a:cubicBezTo>
                  <a:cubicBezTo>
                    <a:pt x="2188" y="722"/>
                    <a:pt x="2188" y="722"/>
                    <a:pt x="2188" y="722"/>
                  </a:cubicBezTo>
                  <a:cubicBezTo>
                    <a:pt x="2226" y="680"/>
                    <a:pt x="2260" y="633"/>
                    <a:pt x="2281" y="582"/>
                  </a:cubicBezTo>
                  <a:cubicBezTo>
                    <a:pt x="2302" y="532"/>
                    <a:pt x="2310" y="477"/>
                    <a:pt x="2310" y="422"/>
                  </a:cubicBezTo>
                  <a:cubicBezTo>
                    <a:pt x="2310" y="367"/>
                    <a:pt x="2302" y="316"/>
                    <a:pt x="2281" y="261"/>
                  </a:cubicBezTo>
                  <a:close/>
                  <a:moveTo>
                    <a:pt x="283" y="2174"/>
                  </a:moveTo>
                  <a:lnTo>
                    <a:pt x="283" y="2174"/>
                  </a:lnTo>
                  <a:cubicBezTo>
                    <a:pt x="275" y="2187"/>
                    <a:pt x="262" y="2196"/>
                    <a:pt x="249" y="2200"/>
                  </a:cubicBezTo>
                  <a:cubicBezTo>
                    <a:pt x="237" y="2204"/>
                    <a:pt x="220" y="2208"/>
                    <a:pt x="207" y="2208"/>
                  </a:cubicBezTo>
                  <a:cubicBezTo>
                    <a:pt x="194" y="2208"/>
                    <a:pt x="178" y="2204"/>
                    <a:pt x="165" y="2200"/>
                  </a:cubicBezTo>
                  <a:cubicBezTo>
                    <a:pt x="152" y="2191"/>
                    <a:pt x="140" y="2183"/>
                    <a:pt x="131" y="2170"/>
                  </a:cubicBezTo>
                  <a:cubicBezTo>
                    <a:pt x="123" y="2162"/>
                    <a:pt x="114" y="2153"/>
                    <a:pt x="110" y="2141"/>
                  </a:cubicBezTo>
                  <a:cubicBezTo>
                    <a:pt x="106" y="2128"/>
                    <a:pt x="106" y="2115"/>
                    <a:pt x="106" y="2103"/>
                  </a:cubicBezTo>
                  <a:cubicBezTo>
                    <a:pt x="106" y="2090"/>
                    <a:pt x="110" y="2073"/>
                    <a:pt x="114" y="2061"/>
                  </a:cubicBezTo>
                  <a:cubicBezTo>
                    <a:pt x="118" y="2044"/>
                    <a:pt x="127" y="2031"/>
                    <a:pt x="140" y="2018"/>
                  </a:cubicBezTo>
                  <a:cubicBezTo>
                    <a:pt x="207" y="1951"/>
                    <a:pt x="207" y="1951"/>
                    <a:pt x="207" y="1951"/>
                  </a:cubicBezTo>
                  <a:cubicBezTo>
                    <a:pt x="359" y="2103"/>
                    <a:pt x="359" y="2103"/>
                    <a:pt x="359" y="2103"/>
                  </a:cubicBezTo>
                  <a:lnTo>
                    <a:pt x="283" y="2174"/>
                  </a:lnTo>
                  <a:close/>
                  <a:moveTo>
                    <a:pt x="2184" y="540"/>
                  </a:moveTo>
                  <a:lnTo>
                    <a:pt x="2184" y="540"/>
                  </a:lnTo>
                  <a:cubicBezTo>
                    <a:pt x="2167" y="578"/>
                    <a:pt x="2141" y="616"/>
                    <a:pt x="2112" y="646"/>
                  </a:cubicBezTo>
                  <a:cubicBezTo>
                    <a:pt x="1073" y="1685"/>
                    <a:pt x="1073" y="1685"/>
                    <a:pt x="1073" y="1685"/>
                  </a:cubicBezTo>
                  <a:cubicBezTo>
                    <a:pt x="1056" y="1701"/>
                    <a:pt x="1039" y="1710"/>
                    <a:pt x="1018" y="1714"/>
                  </a:cubicBezTo>
                  <a:cubicBezTo>
                    <a:pt x="739" y="1769"/>
                    <a:pt x="739" y="1769"/>
                    <a:pt x="739" y="1769"/>
                  </a:cubicBezTo>
                  <a:cubicBezTo>
                    <a:pt x="697" y="1778"/>
                    <a:pt x="659" y="1799"/>
                    <a:pt x="634" y="1828"/>
                  </a:cubicBezTo>
                  <a:cubicBezTo>
                    <a:pt x="431" y="2027"/>
                    <a:pt x="431" y="2027"/>
                    <a:pt x="431" y="2027"/>
                  </a:cubicBezTo>
                  <a:cubicBezTo>
                    <a:pt x="283" y="1879"/>
                    <a:pt x="283" y="1879"/>
                    <a:pt x="283" y="1879"/>
                  </a:cubicBezTo>
                  <a:cubicBezTo>
                    <a:pt x="482" y="1676"/>
                    <a:pt x="482" y="1676"/>
                    <a:pt x="482" y="1676"/>
                  </a:cubicBezTo>
                  <a:cubicBezTo>
                    <a:pt x="511" y="1647"/>
                    <a:pt x="532" y="1613"/>
                    <a:pt x="541" y="1571"/>
                  </a:cubicBezTo>
                  <a:cubicBezTo>
                    <a:pt x="596" y="1292"/>
                    <a:pt x="596" y="1292"/>
                    <a:pt x="596" y="1292"/>
                  </a:cubicBezTo>
                  <a:cubicBezTo>
                    <a:pt x="600" y="1271"/>
                    <a:pt x="608" y="1250"/>
                    <a:pt x="625" y="1237"/>
                  </a:cubicBezTo>
                  <a:cubicBezTo>
                    <a:pt x="1664" y="198"/>
                    <a:pt x="1664" y="198"/>
                    <a:pt x="1664" y="198"/>
                  </a:cubicBezTo>
                  <a:cubicBezTo>
                    <a:pt x="1694" y="164"/>
                    <a:pt x="1732" y="143"/>
                    <a:pt x="1770" y="126"/>
                  </a:cubicBezTo>
                  <a:cubicBezTo>
                    <a:pt x="1808" y="114"/>
                    <a:pt x="1846" y="105"/>
                    <a:pt x="1888" y="105"/>
                  </a:cubicBezTo>
                  <a:cubicBezTo>
                    <a:pt x="1930" y="105"/>
                    <a:pt x="1968" y="114"/>
                    <a:pt x="2006" y="126"/>
                  </a:cubicBezTo>
                  <a:cubicBezTo>
                    <a:pt x="2044" y="143"/>
                    <a:pt x="2082" y="164"/>
                    <a:pt x="2112" y="198"/>
                  </a:cubicBezTo>
                  <a:cubicBezTo>
                    <a:pt x="2150" y="160"/>
                    <a:pt x="2150" y="160"/>
                    <a:pt x="2150" y="160"/>
                  </a:cubicBezTo>
                  <a:cubicBezTo>
                    <a:pt x="2112" y="198"/>
                    <a:pt x="2112" y="198"/>
                    <a:pt x="2112" y="198"/>
                  </a:cubicBezTo>
                  <a:cubicBezTo>
                    <a:pt x="2141" y="228"/>
                    <a:pt x="2167" y="266"/>
                    <a:pt x="2184" y="304"/>
                  </a:cubicBezTo>
                  <a:cubicBezTo>
                    <a:pt x="2196" y="342"/>
                    <a:pt x="2205" y="384"/>
                    <a:pt x="2205" y="422"/>
                  </a:cubicBezTo>
                  <a:cubicBezTo>
                    <a:pt x="2205" y="464"/>
                    <a:pt x="2196" y="502"/>
                    <a:pt x="2184" y="540"/>
                  </a:cubicBez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2" name="Freeform 86">
              <a:extLst>
                <a:ext uri="{FF2B5EF4-FFF2-40B4-BE49-F238E27FC236}">
                  <a16:creationId xmlns:a16="http://schemas.microsoft.com/office/drawing/2014/main" id="{6FF78418-904A-F273-6282-7565C61F53C1}"/>
                </a:ext>
              </a:extLst>
            </p:cNvPr>
            <p:cNvSpPr>
              <a:spLocks noChangeArrowheads="1"/>
            </p:cNvSpPr>
            <p:nvPr/>
          </p:nvSpPr>
          <p:spPr bwMode="auto">
            <a:xfrm>
              <a:off x="5703888" y="6788150"/>
              <a:ext cx="293687" cy="290513"/>
            </a:xfrm>
            <a:custGeom>
              <a:avLst/>
              <a:gdLst>
                <a:gd name="T0" fmla="*/ 570 w 816"/>
                <a:gd name="T1" fmla="*/ 17 h 808"/>
                <a:gd name="T2" fmla="*/ 570 w 816"/>
                <a:gd name="T3" fmla="*/ 17 h 808"/>
                <a:gd name="T4" fmla="*/ 532 w 816"/>
                <a:gd name="T5" fmla="*/ 0 h 808"/>
                <a:gd name="T6" fmla="*/ 494 w 816"/>
                <a:gd name="T7" fmla="*/ 17 h 808"/>
                <a:gd name="T8" fmla="*/ 21 w 816"/>
                <a:gd name="T9" fmla="*/ 494 h 808"/>
                <a:gd name="T10" fmla="*/ 21 w 816"/>
                <a:gd name="T11" fmla="*/ 566 h 808"/>
                <a:gd name="T12" fmla="*/ 245 w 816"/>
                <a:gd name="T13" fmla="*/ 790 h 808"/>
                <a:gd name="T14" fmla="*/ 279 w 816"/>
                <a:gd name="T15" fmla="*/ 807 h 808"/>
                <a:gd name="T16" fmla="*/ 317 w 816"/>
                <a:gd name="T17" fmla="*/ 790 h 808"/>
                <a:gd name="T18" fmla="*/ 794 w 816"/>
                <a:gd name="T19" fmla="*/ 317 h 808"/>
                <a:gd name="T20" fmla="*/ 794 w 816"/>
                <a:gd name="T21" fmla="*/ 241 h 808"/>
                <a:gd name="T22" fmla="*/ 570 w 816"/>
                <a:gd name="T23" fmla="*/ 17 h 808"/>
                <a:gd name="T24" fmla="*/ 279 w 816"/>
                <a:gd name="T25" fmla="*/ 680 h 808"/>
                <a:gd name="T26" fmla="*/ 279 w 816"/>
                <a:gd name="T27" fmla="*/ 680 h 808"/>
                <a:gd name="T28" fmla="*/ 131 w 816"/>
                <a:gd name="T29" fmla="*/ 532 h 808"/>
                <a:gd name="T30" fmla="*/ 532 w 816"/>
                <a:gd name="T31" fmla="*/ 127 h 808"/>
                <a:gd name="T32" fmla="*/ 684 w 816"/>
                <a:gd name="T33" fmla="*/ 279 h 808"/>
                <a:gd name="T34" fmla="*/ 279 w 816"/>
                <a:gd name="T35" fmla="*/ 680 h 8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816" h="808">
                  <a:moveTo>
                    <a:pt x="570" y="17"/>
                  </a:moveTo>
                  <a:lnTo>
                    <a:pt x="570" y="17"/>
                  </a:lnTo>
                  <a:cubicBezTo>
                    <a:pt x="562" y="8"/>
                    <a:pt x="545" y="0"/>
                    <a:pt x="532" y="0"/>
                  </a:cubicBezTo>
                  <a:cubicBezTo>
                    <a:pt x="520" y="0"/>
                    <a:pt x="507" y="8"/>
                    <a:pt x="494" y="17"/>
                  </a:cubicBezTo>
                  <a:cubicBezTo>
                    <a:pt x="21" y="494"/>
                    <a:pt x="21" y="494"/>
                    <a:pt x="21" y="494"/>
                  </a:cubicBezTo>
                  <a:cubicBezTo>
                    <a:pt x="0" y="515"/>
                    <a:pt x="0" y="545"/>
                    <a:pt x="21" y="566"/>
                  </a:cubicBezTo>
                  <a:cubicBezTo>
                    <a:pt x="245" y="790"/>
                    <a:pt x="245" y="790"/>
                    <a:pt x="245" y="790"/>
                  </a:cubicBezTo>
                  <a:cubicBezTo>
                    <a:pt x="254" y="802"/>
                    <a:pt x="266" y="807"/>
                    <a:pt x="279" y="807"/>
                  </a:cubicBezTo>
                  <a:cubicBezTo>
                    <a:pt x="296" y="807"/>
                    <a:pt x="308" y="802"/>
                    <a:pt x="317" y="790"/>
                  </a:cubicBezTo>
                  <a:cubicBezTo>
                    <a:pt x="794" y="317"/>
                    <a:pt x="794" y="317"/>
                    <a:pt x="794" y="317"/>
                  </a:cubicBezTo>
                  <a:cubicBezTo>
                    <a:pt x="815" y="295"/>
                    <a:pt x="815" y="262"/>
                    <a:pt x="794" y="241"/>
                  </a:cubicBezTo>
                  <a:lnTo>
                    <a:pt x="570" y="17"/>
                  </a:lnTo>
                  <a:close/>
                  <a:moveTo>
                    <a:pt x="279" y="680"/>
                  </a:moveTo>
                  <a:lnTo>
                    <a:pt x="279" y="680"/>
                  </a:lnTo>
                  <a:cubicBezTo>
                    <a:pt x="131" y="532"/>
                    <a:pt x="131" y="532"/>
                    <a:pt x="131" y="532"/>
                  </a:cubicBezTo>
                  <a:cubicBezTo>
                    <a:pt x="532" y="127"/>
                    <a:pt x="532" y="127"/>
                    <a:pt x="532" y="127"/>
                  </a:cubicBezTo>
                  <a:cubicBezTo>
                    <a:pt x="684" y="279"/>
                    <a:pt x="684" y="279"/>
                    <a:pt x="684" y="279"/>
                  </a:cubicBezTo>
                  <a:lnTo>
                    <a:pt x="279" y="680"/>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3" name="Freeform 87">
              <a:extLst>
                <a:ext uri="{FF2B5EF4-FFF2-40B4-BE49-F238E27FC236}">
                  <a16:creationId xmlns:a16="http://schemas.microsoft.com/office/drawing/2014/main" id="{95C6997A-EEC0-5EE3-997A-90D8B7B27756}"/>
                </a:ext>
              </a:extLst>
            </p:cNvPr>
            <p:cNvSpPr>
              <a:spLocks noChangeArrowheads="1"/>
            </p:cNvSpPr>
            <p:nvPr/>
          </p:nvSpPr>
          <p:spPr bwMode="auto">
            <a:xfrm>
              <a:off x="5954713" y="6677025"/>
              <a:ext cx="152400" cy="152400"/>
            </a:xfrm>
            <a:custGeom>
              <a:avLst/>
              <a:gdLst>
                <a:gd name="T0" fmla="*/ 359 w 423"/>
                <a:gd name="T1" fmla="*/ 63 h 423"/>
                <a:gd name="T2" fmla="*/ 359 w 423"/>
                <a:gd name="T3" fmla="*/ 63 h 423"/>
                <a:gd name="T4" fmla="*/ 287 w 423"/>
                <a:gd name="T5" fmla="*/ 17 h 423"/>
                <a:gd name="T6" fmla="*/ 211 w 423"/>
                <a:gd name="T7" fmla="*/ 0 h 423"/>
                <a:gd name="T8" fmla="*/ 131 w 423"/>
                <a:gd name="T9" fmla="*/ 17 h 423"/>
                <a:gd name="T10" fmla="*/ 59 w 423"/>
                <a:gd name="T11" fmla="*/ 63 h 423"/>
                <a:gd name="T12" fmla="*/ 13 w 423"/>
                <a:gd name="T13" fmla="*/ 135 h 423"/>
                <a:gd name="T14" fmla="*/ 0 w 423"/>
                <a:gd name="T15" fmla="*/ 211 h 423"/>
                <a:gd name="T16" fmla="*/ 13 w 423"/>
                <a:gd name="T17" fmla="*/ 291 h 423"/>
                <a:gd name="T18" fmla="*/ 59 w 423"/>
                <a:gd name="T19" fmla="*/ 363 h 423"/>
                <a:gd name="T20" fmla="*/ 131 w 423"/>
                <a:gd name="T21" fmla="*/ 409 h 423"/>
                <a:gd name="T22" fmla="*/ 211 w 423"/>
                <a:gd name="T23" fmla="*/ 422 h 423"/>
                <a:gd name="T24" fmla="*/ 287 w 423"/>
                <a:gd name="T25" fmla="*/ 409 h 423"/>
                <a:gd name="T26" fmla="*/ 359 w 423"/>
                <a:gd name="T27" fmla="*/ 363 h 423"/>
                <a:gd name="T28" fmla="*/ 359 w 423"/>
                <a:gd name="T29" fmla="*/ 363 h 423"/>
                <a:gd name="T30" fmla="*/ 359 w 423"/>
                <a:gd name="T31" fmla="*/ 363 h 423"/>
                <a:gd name="T32" fmla="*/ 359 w 423"/>
                <a:gd name="T33" fmla="*/ 363 h 423"/>
                <a:gd name="T34" fmla="*/ 359 w 423"/>
                <a:gd name="T35" fmla="*/ 363 h 423"/>
                <a:gd name="T36" fmla="*/ 405 w 423"/>
                <a:gd name="T37" fmla="*/ 291 h 423"/>
                <a:gd name="T38" fmla="*/ 422 w 423"/>
                <a:gd name="T39" fmla="*/ 211 h 423"/>
                <a:gd name="T40" fmla="*/ 405 w 423"/>
                <a:gd name="T41" fmla="*/ 135 h 423"/>
                <a:gd name="T42" fmla="*/ 359 w 423"/>
                <a:gd name="T43" fmla="*/ 63 h 423"/>
                <a:gd name="T44" fmla="*/ 283 w 423"/>
                <a:gd name="T45" fmla="*/ 287 h 423"/>
                <a:gd name="T46" fmla="*/ 283 w 423"/>
                <a:gd name="T47" fmla="*/ 287 h 423"/>
                <a:gd name="T48" fmla="*/ 249 w 423"/>
                <a:gd name="T49" fmla="*/ 312 h 423"/>
                <a:gd name="T50" fmla="*/ 211 w 423"/>
                <a:gd name="T51" fmla="*/ 316 h 423"/>
                <a:gd name="T52" fmla="*/ 169 w 423"/>
                <a:gd name="T53" fmla="*/ 312 h 423"/>
                <a:gd name="T54" fmla="*/ 135 w 423"/>
                <a:gd name="T55" fmla="*/ 287 h 423"/>
                <a:gd name="T56" fmla="*/ 110 w 423"/>
                <a:gd name="T57" fmla="*/ 253 h 423"/>
                <a:gd name="T58" fmla="*/ 105 w 423"/>
                <a:gd name="T59" fmla="*/ 211 h 423"/>
                <a:gd name="T60" fmla="*/ 110 w 423"/>
                <a:gd name="T61" fmla="*/ 173 h 423"/>
                <a:gd name="T62" fmla="*/ 135 w 423"/>
                <a:gd name="T63" fmla="*/ 139 h 423"/>
                <a:gd name="T64" fmla="*/ 169 w 423"/>
                <a:gd name="T65" fmla="*/ 114 h 423"/>
                <a:gd name="T66" fmla="*/ 211 w 423"/>
                <a:gd name="T67" fmla="*/ 105 h 423"/>
                <a:gd name="T68" fmla="*/ 249 w 423"/>
                <a:gd name="T69" fmla="*/ 114 h 423"/>
                <a:gd name="T70" fmla="*/ 283 w 423"/>
                <a:gd name="T71" fmla="*/ 139 h 423"/>
                <a:gd name="T72" fmla="*/ 308 w 423"/>
                <a:gd name="T73" fmla="*/ 173 h 423"/>
                <a:gd name="T74" fmla="*/ 317 w 423"/>
                <a:gd name="T75" fmla="*/ 211 h 423"/>
                <a:gd name="T76" fmla="*/ 308 w 423"/>
                <a:gd name="T77" fmla="*/ 253 h 423"/>
                <a:gd name="T78" fmla="*/ 283 w 423"/>
                <a:gd name="T79" fmla="*/ 287 h 423"/>
                <a:gd name="T80" fmla="*/ 321 w 423"/>
                <a:gd name="T81" fmla="*/ 325 h 423"/>
                <a:gd name="T82" fmla="*/ 283 w 423"/>
                <a:gd name="T83" fmla="*/ 287 h 4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423" h="423">
                  <a:moveTo>
                    <a:pt x="359" y="63"/>
                  </a:moveTo>
                  <a:lnTo>
                    <a:pt x="359" y="63"/>
                  </a:lnTo>
                  <a:cubicBezTo>
                    <a:pt x="338" y="42"/>
                    <a:pt x="313" y="25"/>
                    <a:pt x="287" y="17"/>
                  </a:cubicBezTo>
                  <a:cubicBezTo>
                    <a:pt x="262" y="8"/>
                    <a:pt x="236" y="0"/>
                    <a:pt x="211" y="0"/>
                  </a:cubicBezTo>
                  <a:cubicBezTo>
                    <a:pt x="182" y="0"/>
                    <a:pt x="156" y="8"/>
                    <a:pt x="131" y="17"/>
                  </a:cubicBezTo>
                  <a:cubicBezTo>
                    <a:pt x="105" y="25"/>
                    <a:pt x="80" y="42"/>
                    <a:pt x="59" y="63"/>
                  </a:cubicBezTo>
                  <a:cubicBezTo>
                    <a:pt x="38" y="84"/>
                    <a:pt x="25" y="109"/>
                    <a:pt x="13" y="135"/>
                  </a:cubicBezTo>
                  <a:cubicBezTo>
                    <a:pt x="4" y="160"/>
                    <a:pt x="0" y="185"/>
                    <a:pt x="0" y="211"/>
                  </a:cubicBezTo>
                  <a:cubicBezTo>
                    <a:pt x="0" y="240"/>
                    <a:pt x="4" y="266"/>
                    <a:pt x="13" y="291"/>
                  </a:cubicBezTo>
                  <a:cubicBezTo>
                    <a:pt x="25" y="316"/>
                    <a:pt x="38" y="342"/>
                    <a:pt x="59" y="363"/>
                  </a:cubicBezTo>
                  <a:cubicBezTo>
                    <a:pt x="80" y="384"/>
                    <a:pt x="105" y="397"/>
                    <a:pt x="131" y="409"/>
                  </a:cubicBezTo>
                  <a:cubicBezTo>
                    <a:pt x="156" y="418"/>
                    <a:pt x="182" y="422"/>
                    <a:pt x="211" y="422"/>
                  </a:cubicBezTo>
                  <a:cubicBezTo>
                    <a:pt x="236" y="422"/>
                    <a:pt x="262" y="418"/>
                    <a:pt x="287" y="409"/>
                  </a:cubicBezTo>
                  <a:cubicBezTo>
                    <a:pt x="313" y="397"/>
                    <a:pt x="338" y="384"/>
                    <a:pt x="359" y="363"/>
                  </a:cubicBezTo>
                  <a:lnTo>
                    <a:pt x="359" y="363"/>
                  </a:lnTo>
                  <a:lnTo>
                    <a:pt x="359" y="363"/>
                  </a:lnTo>
                  <a:lnTo>
                    <a:pt x="359" y="363"/>
                  </a:lnTo>
                  <a:lnTo>
                    <a:pt x="359" y="363"/>
                  </a:lnTo>
                  <a:cubicBezTo>
                    <a:pt x="380" y="342"/>
                    <a:pt x="393" y="316"/>
                    <a:pt x="405" y="291"/>
                  </a:cubicBezTo>
                  <a:cubicBezTo>
                    <a:pt x="414" y="266"/>
                    <a:pt x="422" y="240"/>
                    <a:pt x="422" y="211"/>
                  </a:cubicBezTo>
                  <a:cubicBezTo>
                    <a:pt x="422" y="185"/>
                    <a:pt x="414" y="160"/>
                    <a:pt x="405" y="135"/>
                  </a:cubicBezTo>
                  <a:cubicBezTo>
                    <a:pt x="393" y="109"/>
                    <a:pt x="380" y="84"/>
                    <a:pt x="359" y="63"/>
                  </a:cubicBezTo>
                  <a:close/>
                  <a:moveTo>
                    <a:pt x="283" y="287"/>
                  </a:moveTo>
                  <a:lnTo>
                    <a:pt x="283" y="287"/>
                  </a:lnTo>
                  <a:cubicBezTo>
                    <a:pt x="274" y="299"/>
                    <a:pt x="262" y="304"/>
                    <a:pt x="249" y="312"/>
                  </a:cubicBezTo>
                  <a:cubicBezTo>
                    <a:pt x="236" y="316"/>
                    <a:pt x="224" y="316"/>
                    <a:pt x="211" y="316"/>
                  </a:cubicBezTo>
                  <a:cubicBezTo>
                    <a:pt x="194" y="316"/>
                    <a:pt x="182" y="316"/>
                    <a:pt x="169" y="312"/>
                  </a:cubicBezTo>
                  <a:cubicBezTo>
                    <a:pt x="156" y="304"/>
                    <a:pt x="144" y="299"/>
                    <a:pt x="135" y="287"/>
                  </a:cubicBezTo>
                  <a:cubicBezTo>
                    <a:pt x="122" y="278"/>
                    <a:pt x="118" y="266"/>
                    <a:pt x="110" y="253"/>
                  </a:cubicBezTo>
                  <a:cubicBezTo>
                    <a:pt x="105" y="240"/>
                    <a:pt x="105" y="228"/>
                    <a:pt x="105" y="211"/>
                  </a:cubicBezTo>
                  <a:cubicBezTo>
                    <a:pt x="105" y="198"/>
                    <a:pt x="105" y="185"/>
                    <a:pt x="110" y="173"/>
                  </a:cubicBezTo>
                  <a:cubicBezTo>
                    <a:pt x="118" y="160"/>
                    <a:pt x="122" y="147"/>
                    <a:pt x="135" y="139"/>
                  </a:cubicBezTo>
                  <a:cubicBezTo>
                    <a:pt x="144" y="126"/>
                    <a:pt x="156" y="118"/>
                    <a:pt x="169" y="114"/>
                  </a:cubicBezTo>
                  <a:cubicBezTo>
                    <a:pt x="182" y="109"/>
                    <a:pt x="194" y="105"/>
                    <a:pt x="211" y="105"/>
                  </a:cubicBezTo>
                  <a:cubicBezTo>
                    <a:pt x="224" y="105"/>
                    <a:pt x="236" y="109"/>
                    <a:pt x="249" y="114"/>
                  </a:cubicBezTo>
                  <a:cubicBezTo>
                    <a:pt x="262" y="118"/>
                    <a:pt x="274" y="126"/>
                    <a:pt x="283" y="139"/>
                  </a:cubicBezTo>
                  <a:cubicBezTo>
                    <a:pt x="296" y="147"/>
                    <a:pt x="304" y="160"/>
                    <a:pt x="308" y="173"/>
                  </a:cubicBezTo>
                  <a:cubicBezTo>
                    <a:pt x="313" y="185"/>
                    <a:pt x="317" y="198"/>
                    <a:pt x="317" y="211"/>
                  </a:cubicBezTo>
                  <a:cubicBezTo>
                    <a:pt x="317" y="228"/>
                    <a:pt x="313" y="240"/>
                    <a:pt x="308" y="253"/>
                  </a:cubicBezTo>
                  <a:cubicBezTo>
                    <a:pt x="304" y="266"/>
                    <a:pt x="296" y="278"/>
                    <a:pt x="283" y="287"/>
                  </a:cubicBezTo>
                  <a:cubicBezTo>
                    <a:pt x="321" y="325"/>
                    <a:pt x="321" y="325"/>
                    <a:pt x="321" y="325"/>
                  </a:cubicBezTo>
                  <a:lnTo>
                    <a:pt x="283" y="287"/>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
        <p:nvSpPr>
          <p:cNvPr id="374" name="Freeform 88">
            <a:extLst>
              <a:ext uri="{FF2B5EF4-FFF2-40B4-BE49-F238E27FC236}">
                <a16:creationId xmlns:a16="http://schemas.microsoft.com/office/drawing/2014/main" id="{6111F394-04BF-D695-AE76-D4C918D3F5D4}"/>
              </a:ext>
            </a:extLst>
          </p:cNvPr>
          <p:cNvSpPr>
            <a:spLocks noChangeArrowheads="1"/>
          </p:cNvSpPr>
          <p:nvPr/>
        </p:nvSpPr>
        <p:spPr bwMode="auto">
          <a:xfrm>
            <a:off x="3163842" y="5809840"/>
            <a:ext cx="292358" cy="223213"/>
          </a:xfrm>
          <a:custGeom>
            <a:avLst/>
            <a:gdLst>
              <a:gd name="T0" fmla="*/ 2496 w 2780"/>
              <a:gd name="T1" fmla="*/ 895 h 2121"/>
              <a:gd name="T2" fmla="*/ 2496 w 2780"/>
              <a:gd name="T3" fmla="*/ 895 h 2121"/>
              <a:gd name="T4" fmla="*/ 2221 w 2780"/>
              <a:gd name="T5" fmla="*/ 1123 h 2121"/>
              <a:gd name="T6" fmla="*/ 1828 w 2780"/>
              <a:gd name="T7" fmla="*/ 1123 h 2121"/>
              <a:gd name="T8" fmla="*/ 1626 w 2780"/>
              <a:gd name="T9" fmla="*/ 642 h 2121"/>
              <a:gd name="T10" fmla="*/ 1575 w 2780"/>
              <a:gd name="T11" fmla="*/ 608 h 2121"/>
              <a:gd name="T12" fmla="*/ 1529 w 2780"/>
              <a:gd name="T13" fmla="*/ 646 h 2121"/>
              <a:gd name="T14" fmla="*/ 1131 w 2780"/>
              <a:gd name="T15" fmla="*/ 1854 h 2121"/>
              <a:gd name="T16" fmla="*/ 802 w 2780"/>
              <a:gd name="T17" fmla="*/ 42 h 2121"/>
              <a:gd name="T18" fmla="*/ 751 w 2780"/>
              <a:gd name="T19" fmla="*/ 0 h 2121"/>
              <a:gd name="T20" fmla="*/ 701 w 2780"/>
              <a:gd name="T21" fmla="*/ 38 h 2121"/>
              <a:gd name="T22" fmla="*/ 409 w 2780"/>
              <a:gd name="T23" fmla="*/ 1102 h 2121"/>
              <a:gd name="T24" fmla="*/ 101 w 2780"/>
              <a:gd name="T25" fmla="*/ 1102 h 2121"/>
              <a:gd name="T26" fmla="*/ 101 w 2780"/>
              <a:gd name="T27" fmla="*/ 997 h 2121"/>
              <a:gd name="T28" fmla="*/ 50 w 2780"/>
              <a:gd name="T29" fmla="*/ 946 h 2121"/>
              <a:gd name="T30" fmla="*/ 0 w 2780"/>
              <a:gd name="T31" fmla="*/ 997 h 2121"/>
              <a:gd name="T32" fmla="*/ 0 w 2780"/>
              <a:gd name="T33" fmla="*/ 1309 h 2121"/>
              <a:gd name="T34" fmla="*/ 50 w 2780"/>
              <a:gd name="T35" fmla="*/ 1360 h 2121"/>
              <a:gd name="T36" fmla="*/ 101 w 2780"/>
              <a:gd name="T37" fmla="*/ 1309 h 2121"/>
              <a:gd name="T38" fmla="*/ 101 w 2780"/>
              <a:gd name="T39" fmla="*/ 1204 h 2121"/>
              <a:gd name="T40" fmla="*/ 447 w 2780"/>
              <a:gd name="T41" fmla="*/ 1204 h 2121"/>
              <a:gd name="T42" fmla="*/ 498 w 2780"/>
              <a:gd name="T43" fmla="*/ 1166 h 2121"/>
              <a:gd name="T44" fmla="*/ 739 w 2780"/>
              <a:gd name="T45" fmla="*/ 287 h 2121"/>
              <a:gd name="T46" fmla="*/ 1064 w 2780"/>
              <a:gd name="T47" fmla="*/ 2074 h 2121"/>
              <a:gd name="T48" fmla="*/ 1115 w 2780"/>
              <a:gd name="T49" fmla="*/ 2116 h 2121"/>
              <a:gd name="T50" fmla="*/ 1115 w 2780"/>
              <a:gd name="T51" fmla="*/ 2120 h 2121"/>
              <a:gd name="T52" fmla="*/ 1165 w 2780"/>
              <a:gd name="T53" fmla="*/ 2082 h 2121"/>
              <a:gd name="T54" fmla="*/ 1583 w 2780"/>
              <a:gd name="T55" fmla="*/ 811 h 2121"/>
              <a:gd name="T56" fmla="*/ 1748 w 2780"/>
              <a:gd name="T57" fmla="*/ 1195 h 2121"/>
              <a:gd name="T58" fmla="*/ 1795 w 2780"/>
              <a:gd name="T59" fmla="*/ 1229 h 2121"/>
              <a:gd name="T60" fmla="*/ 2221 w 2780"/>
              <a:gd name="T61" fmla="*/ 1229 h 2121"/>
              <a:gd name="T62" fmla="*/ 2496 w 2780"/>
              <a:gd name="T63" fmla="*/ 1457 h 2121"/>
              <a:gd name="T64" fmla="*/ 2779 w 2780"/>
              <a:gd name="T65" fmla="*/ 1178 h 2121"/>
              <a:gd name="T66" fmla="*/ 2496 w 2780"/>
              <a:gd name="T67" fmla="*/ 895 h 2121"/>
              <a:gd name="T68" fmla="*/ 2496 w 2780"/>
              <a:gd name="T69" fmla="*/ 1356 h 2121"/>
              <a:gd name="T70" fmla="*/ 2496 w 2780"/>
              <a:gd name="T71" fmla="*/ 1356 h 2121"/>
              <a:gd name="T72" fmla="*/ 2318 w 2780"/>
              <a:gd name="T73" fmla="*/ 1178 h 2121"/>
              <a:gd name="T74" fmla="*/ 2496 w 2780"/>
              <a:gd name="T75" fmla="*/ 997 h 2121"/>
              <a:gd name="T76" fmla="*/ 2673 w 2780"/>
              <a:gd name="T77" fmla="*/ 1178 h 2121"/>
              <a:gd name="T78" fmla="*/ 2496 w 2780"/>
              <a:gd name="T79" fmla="*/ 1356 h 2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780" h="2121">
                <a:moveTo>
                  <a:pt x="2496" y="895"/>
                </a:moveTo>
                <a:lnTo>
                  <a:pt x="2496" y="895"/>
                </a:lnTo>
                <a:cubicBezTo>
                  <a:pt x="2360" y="895"/>
                  <a:pt x="2242" y="993"/>
                  <a:pt x="2221" y="1123"/>
                </a:cubicBezTo>
                <a:cubicBezTo>
                  <a:pt x="1828" y="1123"/>
                  <a:pt x="1828" y="1123"/>
                  <a:pt x="1828" y="1123"/>
                </a:cubicBezTo>
                <a:cubicBezTo>
                  <a:pt x="1626" y="642"/>
                  <a:pt x="1626" y="642"/>
                  <a:pt x="1626" y="642"/>
                </a:cubicBezTo>
                <a:cubicBezTo>
                  <a:pt x="1617" y="621"/>
                  <a:pt x="1596" y="608"/>
                  <a:pt x="1575" y="608"/>
                </a:cubicBezTo>
                <a:cubicBezTo>
                  <a:pt x="1554" y="608"/>
                  <a:pt x="1533" y="625"/>
                  <a:pt x="1529" y="646"/>
                </a:cubicBezTo>
                <a:cubicBezTo>
                  <a:pt x="1131" y="1854"/>
                  <a:pt x="1131" y="1854"/>
                  <a:pt x="1131" y="1854"/>
                </a:cubicBezTo>
                <a:cubicBezTo>
                  <a:pt x="802" y="42"/>
                  <a:pt x="802" y="42"/>
                  <a:pt x="802" y="42"/>
                </a:cubicBezTo>
                <a:cubicBezTo>
                  <a:pt x="798" y="17"/>
                  <a:pt x="777" y="0"/>
                  <a:pt x="751" y="0"/>
                </a:cubicBezTo>
                <a:cubicBezTo>
                  <a:pt x="726" y="0"/>
                  <a:pt x="705" y="13"/>
                  <a:pt x="701" y="38"/>
                </a:cubicBezTo>
                <a:cubicBezTo>
                  <a:pt x="409" y="1102"/>
                  <a:pt x="409" y="1102"/>
                  <a:pt x="409" y="1102"/>
                </a:cubicBezTo>
                <a:cubicBezTo>
                  <a:pt x="101" y="1102"/>
                  <a:pt x="101" y="1102"/>
                  <a:pt x="101" y="1102"/>
                </a:cubicBezTo>
                <a:cubicBezTo>
                  <a:pt x="101" y="997"/>
                  <a:pt x="101" y="997"/>
                  <a:pt x="101" y="997"/>
                </a:cubicBezTo>
                <a:cubicBezTo>
                  <a:pt x="101" y="967"/>
                  <a:pt x="80" y="946"/>
                  <a:pt x="50" y="946"/>
                </a:cubicBezTo>
                <a:cubicBezTo>
                  <a:pt x="21" y="946"/>
                  <a:pt x="0" y="967"/>
                  <a:pt x="0" y="997"/>
                </a:cubicBezTo>
                <a:cubicBezTo>
                  <a:pt x="0" y="1309"/>
                  <a:pt x="0" y="1309"/>
                  <a:pt x="0" y="1309"/>
                </a:cubicBezTo>
                <a:cubicBezTo>
                  <a:pt x="0" y="1339"/>
                  <a:pt x="21" y="1360"/>
                  <a:pt x="50" y="1360"/>
                </a:cubicBezTo>
                <a:cubicBezTo>
                  <a:pt x="80" y="1360"/>
                  <a:pt x="101" y="1339"/>
                  <a:pt x="101" y="1309"/>
                </a:cubicBezTo>
                <a:cubicBezTo>
                  <a:pt x="101" y="1204"/>
                  <a:pt x="101" y="1204"/>
                  <a:pt x="101" y="1204"/>
                </a:cubicBezTo>
                <a:cubicBezTo>
                  <a:pt x="447" y="1204"/>
                  <a:pt x="447" y="1204"/>
                  <a:pt x="447" y="1204"/>
                </a:cubicBezTo>
                <a:cubicBezTo>
                  <a:pt x="473" y="1204"/>
                  <a:pt x="494" y="1191"/>
                  <a:pt x="498" y="1166"/>
                </a:cubicBezTo>
                <a:cubicBezTo>
                  <a:pt x="739" y="287"/>
                  <a:pt x="739" y="287"/>
                  <a:pt x="739" y="287"/>
                </a:cubicBezTo>
                <a:cubicBezTo>
                  <a:pt x="1064" y="2074"/>
                  <a:pt x="1064" y="2074"/>
                  <a:pt x="1064" y="2074"/>
                </a:cubicBezTo>
                <a:cubicBezTo>
                  <a:pt x="1068" y="2099"/>
                  <a:pt x="1089" y="2116"/>
                  <a:pt x="1115" y="2116"/>
                </a:cubicBezTo>
                <a:cubicBezTo>
                  <a:pt x="1115" y="2120"/>
                  <a:pt x="1115" y="2120"/>
                  <a:pt x="1115" y="2120"/>
                </a:cubicBezTo>
                <a:cubicBezTo>
                  <a:pt x="1140" y="2120"/>
                  <a:pt x="1161" y="2103"/>
                  <a:pt x="1165" y="2082"/>
                </a:cubicBezTo>
                <a:cubicBezTo>
                  <a:pt x="1583" y="811"/>
                  <a:pt x="1583" y="811"/>
                  <a:pt x="1583" y="811"/>
                </a:cubicBezTo>
                <a:cubicBezTo>
                  <a:pt x="1748" y="1195"/>
                  <a:pt x="1748" y="1195"/>
                  <a:pt x="1748" y="1195"/>
                </a:cubicBezTo>
                <a:cubicBezTo>
                  <a:pt x="1757" y="1216"/>
                  <a:pt x="1773" y="1229"/>
                  <a:pt x="1795" y="1229"/>
                </a:cubicBezTo>
                <a:cubicBezTo>
                  <a:pt x="2221" y="1229"/>
                  <a:pt x="2221" y="1229"/>
                  <a:pt x="2221" y="1229"/>
                </a:cubicBezTo>
                <a:cubicBezTo>
                  <a:pt x="2242" y="1360"/>
                  <a:pt x="2360" y="1457"/>
                  <a:pt x="2496" y="1457"/>
                </a:cubicBezTo>
                <a:cubicBezTo>
                  <a:pt x="2652" y="1457"/>
                  <a:pt x="2779" y="1330"/>
                  <a:pt x="2779" y="1178"/>
                </a:cubicBezTo>
                <a:cubicBezTo>
                  <a:pt x="2779" y="1022"/>
                  <a:pt x="2652" y="895"/>
                  <a:pt x="2496" y="895"/>
                </a:cubicBezTo>
                <a:close/>
                <a:moveTo>
                  <a:pt x="2496" y="1356"/>
                </a:moveTo>
                <a:lnTo>
                  <a:pt x="2496" y="1356"/>
                </a:lnTo>
                <a:cubicBezTo>
                  <a:pt x="2398" y="1356"/>
                  <a:pt x="2318" y="1275"/>
                  <a:pt x="2318" y="1178"/>
                </a:cubicBezTo>
                <a:cubicBezTo>
                  <a:pt x="2318" y="1077"/>
                  <a:pt x="2398" y="997"/>
                  <a:pt x="2496" y="997"/>
                </a:cubicBezTo>
                <a:cubicBezTo>
                  <a:pt x="2597" y="997"/>
                  <a:pt x="2673" y="1077"/>
                  <a:pt x="2673" y="1178"/>
                </a:cubicBezTo>
                <a:cubicBezTo>
                  <a:pt x="2673" y="1275"/>
                  <a:pt x="2597" y="1356"/>
                  <a:pt x="2496" y="1356"/>
                </a:cubicBezTo>
                <a:close/>
              </a:path>
            </a:pathLst>
          </a:custGeom>
          <a:solidFill>
            <a:schemeClr val="accent4"/>
          </a:solidFill>
          <a:ln>
            <a:noFill/>
          </a:ln>
          <a:effectLst/>
        </p:spPr>
        <p:txBody>
          <a:bodyPr wrap="none" anchor="ctr"/>
          <a:lstStyle/>
          <a:p>
            <a:endParaRPr lang="da-DK"/>
          </a:p>
        </p:txBody>
      </p:sp>
      <p:grpSp>
        <p:nvGrpSpPr>
          <p:cNvPr id="375" name="Group 378">
            <a:extLst>
              <a:ext uri="{FF2B5EF4-FFF2-40B4-BE49-F238E27FC236}">
                <a16:creationId xmlns:a16="http://schemas.microsoft.com/office/drawing/2014/main" id="{8AAFE072-54CB-DE5B-A249-79CC997C740F}"/>
              </a:ext>
            </a:extLst>
          </p:cNvPr>
          <p:cNvGrpSpPr/>
          <p:nvPr/>
        </p:nvGrpSpPr>
        <p:grpSpPr>
          <a:xfrm>
            <a:off x="3735100" y="5335571"/>
            <a:ext cx="190264" cy="273795"/>
            <a:chOff x="9174163" y="4983163"/>
            <a:chExt cx="650875" cy="936625"/>
          </a:xfrm>
          <a:solidFill>
            <a:schemeClr val="accent4"/>
          </a:solidFill>
        </p:grpSpPr>
        <p:sp>
          <p:nvSpPr>
            <p:cNvPr id="376" name="Freeform 89">
              <a:extLst>
                <a:ext uri="{FF2B5EF4-FFF2-40B4-BE49-F238E27FC236}">
                  <a16:creationId xmlns:a16="http://schemas.microsoft.com/office/drawing/2014/main" id="{C2A6FF65-959F-3D9A-1B21-90302A28AC1A}"/>
                </a:ext>
              </a:extLst>
            </p:cNvPr>
            <p:cNvSpPr>
              <a:spLocks noChangeArrowheads="1"/>
            </p:cNvSpPr>
            <p:nvPr/>
          </p:nvSpPr>
          <p:spPr bwMode="auto">
            <a:xfrm>
              <a:off x="9698038" y="534352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7" name="Freeform 90">
              <a:extLst>
                <a:ext uri="{FF2B5EF4-FFF2-40B4-BE49-F238E27FC236}">
                  <a16:creationId xmlns:a16="http://schemas.microsoft.com/office/drawing/2014/main" id="{6B0567DE-571E-9BD6-146C-402846046C66}"/>
                </a:ext>
              </a:extLst>
            </p:cNvPr>
            <p:cNvSpPr>
              <a:spLocks noChangeArrowheads="1"/>
            </p:cNvSpPr>
            <p:nvPr/>
          </p:nvSpPr>
          <p:spPr bwMode="auto">
            <a:xfrm>
              <a:off x="9174163" y="4983163"/>
              <a:ext cx="650875" cy="936625"/>
            </a:xfrm>
            <a:custGeom>
              <a:avLst/>
              <a:gdLst>
                <a:gd name="T0" fmla="*/ 1745 w 1809"/>
                <a:gd name="T1" fmla="*/ 541 h 2602"/>
                <a:gd name="T2" fmla="*/ 1259 w 1809"/>
                <a:gd name="T3" fmla="*/ 68 h 2602"/>
                <a:gd name="T4" fmla="*/ 600 w 1809"/>
                <a:gd name="T5" fmla="*/ 55 h 2602"/>
                <a:gd name="T6" fmla="*/ 161 w 1809"/>
                <a:gd name="T7" fmla="*/ 380 h 2602"/>
                <a:gd name="T8" fmla="*/ 0 w 1809"/>
                <a:gd name="T9" fmla="*/ 895 h 2602"/>
                <a:gd name="T10" fmla="*/ 47 w 1809"/>
                <a:gd name="T11" fmla="*/ 1208 h 2602"/>
                <a:gd name="T12" fmla="*/ 148 w 1809"/>
                <a:gd name="T13" fmla="*/ 1170 h 2602"/>
                <a:gd name="T14" fmla="*/ 127 w 1809"/>
                <a:gd name="T15" fmla="*/ 1090 h 2602"/>
                <a:gd name="T16" fmla="*/ 161 w 1809"/>
                <a:gd name="T17" fmla="*/ 596 h 2602"/>
                <a:gd name="T18" fmla="*/ 389 w 1809"/>
                <a:gd name="T19" fmla="*/ 291 h 2602"/>
                <a:gd name="T20" fmla="*/ 908 w 1809"/>
                <a:gd name="T21" fmla="*/ 106 h 2602"/>
                <a:gd name="T22" fmla="*/ 1491 w 1809"/>
                <a:gd name="T23" fmla="*/ 346 h 2602"/>
                <a:gd name="T24" fmla="*/ 1702 w 1809"/>
                <a:gd name="T25" fmla="*/ 862 h 2602"/>
                <a:gd name="T26" fmla="*/ 1390 w 1809"/>
                <a:gd name="T27" fmla="*/ 1563 h 2602"/>
                <a:gd name="T28" fmla="*/ 1183 w 1809"/>
                <a:gd name="T29" fmla="*/ 1976 h 2602"/>
                <a:gd name="T30" fmla="*/ 1120 w 1809"/>
                <a:gd name="T31" fmla="*/ 2276 h 2602"/>
                <a:gd name="T32" fmla="*/ 1010 w 1809"/>
                <a:gd name="T33" fmla="*/ 2428 h 2602"/>
                <a:gd name="T34" fmla="*/ 782 w 1809"/>
                <a:gd name="T35" fmla="*/ 2496 h 2602"/>
                <a:gd name="T36" fmla="*/ 626 w 1809"/>
                <a:gd name="T37" fmla="*/ 2449 h 2602"/>
                <a:gd name="T38" fmla="*/ 486 w 1809"/>
                <a:gd name="T39" fmla="*/ 2230 h 2602"/>
                <a:gd name="T40" fmla="*/ 473 w 1809"/>
                <a:gd name="T41" fmla="*/ 2171 h 2602"/>
                <a:gd name="T42" fmla="*/ 469 w 1809"/>
                <a:gd name="T43" fmla="*/ 2166 h 2602"/>
                <a:gd name="T44" fmla="*/ 469 w 1809"/>
                <a:gd name="T45" fmla="*/ 2166 h 2602"/>
                <a:gd name="T46" fmla="*/ 457 w 1809"/>
                <a:gd name="T47" fmla="*/ 2166 h 2602"/>
                <a:gd name="T48" fmla="*/ 469 w 1809"/>
                <a:gd name="T49" fmla="*/ 2166 h 2602"/>
                <a:gd name="T50" fmla="*/ 376 w 1809"/>
                <a:gd name="T51" fmla="*/ 2243 h 2602"/>
                <a:gd name="T52" fmla="*/ 461 w 1809"/>
                <a:gd name="T53" fmla="*/ 2433 h 2602"/>
                <a:gd name="T54" fmla="*/ 630 w 1809"/>
                <a:gd name="T55" fmla="*/ 2572 h 2602"/>
                <a:gd name="T56" fmla="*/ 900 w 1809"/>
                <a:gd name="T57" fmla="*/ 2589 h 2602"/>
                <a:gd name="T58" fmla="*/ 1154 w 1809"/>
                <a:gd name="T59" fmla="*/ 2441 h 2602"/>
                <a:gd name="T60" fmla="*/ 1255 w 1809"/>
                <a:gd name="T61" fmla="*/ 2175 h 2602"/>
                <a:gd name="T62" fmla="*/ 1369 w 1809"/>
                <a:gd name="T63" fmla="*/ 1761 h 2602"/>
                <a:gd name="T64" fmla="*/ 1724 w 1809"/>
                <a:gd name="T65" fmla="*/ 1259 h 2602"/>
                <a:gd name="T66" fmla="*/ 1745 w 1809"/>
                <a:gd name="T67" fmla="*/ 541 h 2602"/>
                <a:gd name="T68" fmla="*/ 469 w 1809"/>
                <a:gd name="T69" fmla="*/ 2166 h 26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809" h="2602">
                  <a:moveTo>
                    <a:pt x="1745" y="541"/>
                  </a:moveTo>
                  <a:lnTo>
                    <a:pt x="1745" y="541"/>
                  </a:lnTo>
                  <a:cubicBezTo>
                    <a:pt x="1707" y="439"/>
                    <a:pt x="1643" y="346"/>
                    <a:pt x="1567" y="270"/>
                  </a:cubicBezTo>
                  <a:cubicBezTo>
                    <a:pt x="1479" y="182"/>
                    <a:pt x="1373" y="114"/>
                    <a:pt x="1259" y="68"/>
                  </a:cubicBezTo>
                  <a:cubicBezTo>
                    <a:pt x="1149" y="25"/>
                    <a:pt x="1031" y="0"/>
                    <a:pt x="908" y="0"/>
                  </a:cubicBezTo>
                  <a:cubicBezTo>
                    <a:pt x="807" y="0"/>
                    <a:pt x="702" y="17"/>
                    <a:pt x="600" y="55"/>
                  </a:cubicBezTo>
                  <a:cubicBezTo>
                    <a:pt x="503" y="89"/>
                    <a:pt x="406" y="139"/>
                    <a:pt x="321" y="211"/>
                  </a:cubicBezTo>
                  <a:cubicBezTo>
                    <a:pt x="258" y="266"/>
                    <a:pt x="203" y="321"/>
                    <a:pt x="161" y="380"/>
                  </a:cubicBezTo>
                  <a:cubicBezTo>
                    <a:pt x="98" y="469"/>
                    <a:pt x="55" y="558"/>
                    <a:pt x="34" y="646"/>
                  </a:cubicBezTo>
                  <a:cubicBezTo>
                    <a:pt x="9" y="735"/>
                    <a:pt x="0" y="819"/>
                    <a:pt x="0" y="895"/>
                  </a:cubicBezTo>
                  <a:cubicBezTo>
                    <a:pt x="0" y="984"/>
                    <a:pt x="13" y="1060"/>
                    <a:pt x="22" y="1115"/>
                  </a:cubicBezTo>
                  <a:cubicBezTo>
                    <a:pt x="34" y="1170"/>
                    <a:pt x="47" y="1204"/>
                    <a:pt x="47" y="1208"/>
                  </a:cubicBezTo>
                  <a:cubicBezTo>
                    <a:pt x="148" y="1170"/>
                    <a:pt x="148" y="1170"/>
                    <a:pt x="148" y="1170"/>
                  </a:cubicBezTo>
                  <a:lnTo>
                    <a:pt x="148" y="1170"/>
                  </a:lnTo>
                  <a:lnTo>
                    <a:pt x="148" y="1170"/>
                  </a:lnTo>
                  <a:cubicBezTo>
                    <a:pt x="148" y="1166"/>
                    <a:pt x="136" y="1136"/>
                    <a:pt x="127" y="1090"/>
                  </a:cubicBezTo>
                  <a:cubicBezTo>
                    <a:pt x="115" y="1039"/>
                    <a:pt x="106" y="971"/>
                    <a:pt x="106" y="895"/>
                  </a:cubicBezTo>
                  <a:cubicBezTo>
                    <a:pt x="106" y="807"/>
                    <a:pt x="119" y="701"/>
                    <a:pt x="161" y="596"/>
                  </a:cubicBezTo>
                  <a:cubicBezTo>
                    <a:pt x="182" y="545"/>
                    <a:pt x="212" y="494"/>
                    <a:pt x="245" y="443"/>
                  </a:cubicBezTo>
                  <a:cubicBezTo>
                    <a:pt x="283" y="389"/>
                    <a:pt x="330" y="342"/>
                    <a:pt x="389" y="291"/>
                  </a:cubicBezTo>
                  <a:cubicBezTo>
                    <a:pt x="465" y="228"/>
                    <a:pt x="550" y="182"/>
                    <a:pt x="638" y="152"/>
                  </a:cubicBezTo>
                  <a:cubicBezTo>
                    <a:pt x="727" y="123"/>
                    <a:pt x="816" y="106"/>
                    <a:pt x="908" y="106"/>
                  </a:cubicBezTo>
                  <a:cubicBezTo>
                    <a:pt x="1014" y="106"/>
                    <a:pt x="1124" y="127"/>
                    <a:pt x="1221" y="165"/>
                  </a:cubicBezTo>
                  <a:cubicBezTo>
                    <a:pt x="1322" y="207"/>
                    <a:pt x="1411" y="266"/>
                    <a:pt x="1491" y="346"/>
                  </a:cubicBezTo>
                  <a:cubicBezTo>
                    <a:pt x="1559" y="414"/>
                    <a:pt x="1614" y="494"/>
                    <a:pt x="1648" y="579"/>
                  </a:cubicBezTo>
                  <a:cubicBezTo>
                    <a:pt x="1681" y="667"/>
                    <a:pt x="1702" y="764"/>
                    <a:pt x="1702" y="862"/>
                  </a:cubicBezTo>
                  <a:cubicBezTo>
                    <a:pt x="1702" y="976"/>
                    <a:pt x="1677" y="1098"/>
                    <a:pt x="1627" y="1216"/>
                  </a:cubicBezTo>
                  <a:cubicBezTo>
                    <a:pt x="1576" y="1335"/>
                    <a:pt x="1500" y="1453"/>
                    <a:pt x="1390" y="1563"/>
                  </a:cubicBezTo>
                  <a:cubicBezTo>
                    <a:pt x="1344" y="1609"/>
                    <a:pt x="1306" y="1660"/>
                    <a:pt x="1280" y="1710"/>
                  </a:cubicBezTo>
                  <a:cubicBezTo>
                    <a:pt x="1229" y="1799"/>
                    <a:pt x="1204" y="1888"/>
                    <a:pt x="1183" y="1976"/>
                  </a:cubicBezTo>
                  <a:cubicBezTo>
                    <a:pt x="1170" y="2040"/>
                    <a:pt x="1162" y="2103"/>
                    <a:pt x="1149" y="2158"/>
                  </a:cubicBezTo>
                  <a:cubicBezTo>
                    <a:pt x="1141" y="2200"/>
                    <a:pt x="1132" y="2243"/>
                    <a:pt x="1120" y="2276"/>
                  </a:cubicBezTo>
                  <a:cubicBezTo>
                    <a:pt x="1111" y="2302"/>
                    <a:pt x="1099" y="2327"/>
                    <a:pt x="1086" y="2348"/>
                  </a:cubicBezTo>
                  <a:cubicBezTo>
                    <a:pt x="1069" y="2382"/>
                    <a:pt x="1044" y="2407"/>
                    <a:pt x="1010" y="2428"/>
                  </a:cubicBezTo>
                  <a:cubicBezTo>
                    <a:pt x="980" y="2454"/>
                    <a:pt x="934" y="2471"/>
                    <a:pt x="879" y="2483"/>
                  </a:cubicBezTo>
                  <a:cubicBezTo>
                    <a:pt x="841" y="2492"/>
                    <a:pt x="811" y="2496"/>
                    <a:pt x="782" y="2496"/>
                  </a:cubicBezTo>
                  <a:cubicBezTo>
                    <a:pt x="748" y="2496"/>
                    <a:pt x="714" y="2492"/>
                    <a:pt x="689" y="2483"/>
                  </a:cubicBezTo>
                  <a:cubicBezTo>
                    <a:pt x="668" y="2475"/>
                    <a:pt x="647" y="2462"/>
                    <a:pt x="626" y="2449"/>
                  </a:cubicBezTo>
                  <a:cubicBezTo>
                    <a:pt x="596" y="2428"/>
                    <a:pt x="566" y="2403"/>
                    <a:pt x="545" y="2369"/>
                  </a:cubicBezTo>
                  <a:cubicBezTo>
                    <a:pt x="516" y="2323"/>
                    <a:pt x="495" y="2272"/>
                    <a:pt x="486" y="2230"/>
                  </a:cubicBezTo>
                  <a:cubicBezTo>
                    <a:pt x="478" y="2213"/>
                    <a:pt x="478" y="2196"/>
                    <a:pt x="473" y="2183"/>
                  </a:cubicBezTo>
                  <a:cubicBezTo>
                    <a:pt x="473" y="2175"/>
                    <a:pt x="473" y="2171"/>
                    <a:pt x="473" y="2171"/>
                  </a:cubicBezTo>
                  <a:cubicBezTo>
                    <a:pt x="473" y="2166"/>
                    <a:pt x="473" y="2166"/>
                    <a:pt x="469" y="2166"/>
                  </a:cubicBezTo>
                  <a:lnTo>
                    <a:pt x="469" y="2166"/>
                  </a:lnTo>
                  <a:lnTo>
                    <a:pt x="469" y="2166"/>
                  </a:lnTo>
                  <a:lnTo>
                    <a:pt x="469" y="2166"/>
                  </a:lnTo>
                  <a:lnTo>
                    <a:pt x="469" y="2166"/>
                  </a:lnTo>
                  <a:cubicBezTo>
                    <a:pt x="457" y="2166"/>
                    <a:pt x="457" y="2166"/>
                    <a:pt x="457" y="2166"/>
                  </a:cubicBezTo>
                  <a:cubicBezTo>
                    <a:pt x="423" y="2171"/>
                    <a:pt x="423" y="2171"/>
                    <a:pt x="423" y="2171"/>
                  </a:cubicBezTo>
                  <a:cubicBezTo>
                    <a:pt x="469" y="2166"/>
                    <a:pt x="469" y="2166"/>
                    <a:pt x="469" y="2166"/>
                  </a:cubicBezTo>
                  <a:cubicBezTo>
                    <a:pt x="368" y="2175"/>
                    <a:pt x="368" y="2175"/>
                    <a:pt x="368" y="2175"/>
                  </a:cubicBezTo>
                  <a:cubicBezTo>
                    <a:pt x="368" y="2179"/>
                    <a:pt x="368" y="2205"/>
                    <a:pt x="376" y="2243"/>
                  </a:cubicBezTo>
                  <a:cubicBezTo>
                    <a:pt x="385" y="2272"/>
                    <a:pt x="398" y="2306"/>
                    <a:pt x="414" y="2344"/>
                  </a:cubicBezTo>
                  <a:cubicBezTo>
                    <a:pt x="427" y="2374"/>
                    <a:pt x="440" y="2403"/>
                    <a:pt x="461" y="2433"/>
                  </a:cubicBezTo>
                  <a:cubicBezTo>
                    <a:pt x="478" y="2454"/>
                    <a:pt x="495" y="2475"/>
                    <a:pt x="516" y="2496"/>
                  </a:cubicBezTo>
                  <a:cubicBezTo>
                    <a:pt x="545" y="2526"/>
                    <a:pt x="583" y="2551"/>
                    <a:pt x="630" y="2572"/>
                  </a:cubicBezTo>
                  <a:cubicBezTo>
                    <a:pt x="672" y="2589"/>
                    <a:pt x="723" y="2601"/>
                    <a:pt x="782" y="2601"/>
                  </a:cubicBezTo>
                  <a:cubicBezTo>
                    <a:pt x="820" y="2601"/>
                    <a:pt x="858" y="2597"/>
                    <a:pt x="900" y="2589"/>
                  </a:cubicBezTo>
                  <a:cubicBezTo>
                    <a:pt x="963" y="2572"/>
                    <a:pt x="1014" y="2555"/>
                    <a:pt x="1056" y="2526"/>
                  </a:cubicBezTo>
                  <a:cubicBezTo>
                    <a:pt x="1094" y="2500"/>
                    <a:pt x="1128" y="2475"/>
                    <a:pt x="1154" y="2441"/>
                  </a:cubicBezTo>
                  <a:cubicBezTo>
                    <a:pt x="1175" y="2411"/>
                    <a:pt x="1191" y="2382"/>
                    <a:pt x="1204" y="2348"/>
                  </a:cubicBezTo>
                  <a:cubicBezTo>
                    <a:pt x="1229" y="2293"/>
                    <a:pt x="1242" y="2234"/>
                    <a:pt x="1255" y="2175"/>
                  </a:cubicBezTo>
                  <a:cubicBezTo>
                    <a:pt x="1272" y="2082"/>
                    <a:pt x="1284" y="1989"/>
                    <a:pt x="1314" y="1896"/>
                  </a:cubicBezTo>
                  <a:cubicBezTo>
                    <a:pt x="1327" y="1850"/>
                    <a:pt x="1348" y="1803"/>
                    <a:pt x="1369" y="1761"/>
                  </a:cubicBezTo>
                  <a:cubicBezTo>
                    <a:pt x="1394" y="1719"/>
                    <a:pt x="1424" y="1677"/>
                    <a:pt x="1466" y="1634"/>
                  </a:cubicBezTo>
                  <a:cubicBezTo>
                    <a:pt x="1580" y="1516"/>
                    <a:pt x="1669" y="1389"/>
                    <a:pt x="1724" y="1259"/>
                  </a:cubicBezTo>
                  <a:cubicBezTo>
                    <a:pt x="1779" y="1123"/>
                    <a:pt x="1808" y="993"/>
                    <a:pt x="1808" y="862"/>
                  </a:cubicBezTo>
                  <a:cubicBezTo>
                    <a:pt x="1808" y="752"/>
                    <a:pt x="1787" y="642"/>
                    <a:pt x="1745" y="541"/>
                  </a:cubicBezTo>
                  <a:close/>
                  <a:moveTo>
                    <a:pt x="469" y="2166"/>
                  </a:moveTo>
                  <a:lnTo>
                    <a:pt x="469" y="2166"/>
                  </a:lnTo>
                  <a:close/>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8" name="Freeform 91">
              <a:extLst>
                <a:ext uri="{FF2B5EF4-FFF2-40B4-BE49-F238E27FC236}">
                  <a16:creationId xmlns:a16="http://schemas.microsoft.com/office/drawing/2014/main" id="{97DB6D92-9A17-53AB-13D4-7D13DB8849EB}"/>
                </a:ext>
              </a:extLst>
            </p:cNvPr>
            <p:cNvSpPr>
              <a:spLocks noChangeArrowheads="1"/>
            </p:cNvSpPr>
            <p:nvPr/>
          </p:nvSpPr>
          <p:spPr bwMode="auto">
            <a:xfrm>
              <a:off x="9317038" y="5105400"/>
              <a:ext cx="384175" cy="579438"/>
            </a:xfrm>
            <a:custGeom>
              <a:avLst/>
              <a:gdLst>
                <a:gd name="T0" fmla="*/ 1055 w 1069"/>
                <a:gd name="T1" fmla="*/ 393 h 1610"/>
                <a:gd name="T2" fmla="*/ 958 w 1069"/>
                <a:gd name="T3" fmla="*/ 186 h 1610"/>
                <a:gd name="T4" fmla="*/ 625 w 1069"/>
                <a:gd name="T5" fmla="*/ 8 h 1610"/>
                <a:gd name="T6" fmla="*/ 384 w 1069"/>
                <a:gd name="T7" fmla="*/ 17 h 1610"/>
                <a:gd name="T8" fmla="*/ 105 w 1069"/>
                <a:gd name="T9" fmla="*/ 220 h 1610"/>
                <a:gd name="T10" fmla="*/ 0 w 1069"/>
                <a:gd name="T11" fmla="*/ 587 h 1610"/>
                <a:gd name="T12" fmla="*/ 25 w 1069"/>
                <a:gd name="T13" fmla="*/ 722 h 1610"/>
                <a:gd name="T14" fmla="*/ 46 w 1069"/>
                <a:gd name="T15" fmla="*/ 764 h 1610"/>
                <a:gd name="T16" fmla="*/ 105 w 1069"/>
                <a:gd name="T17" fmla="*/ 819 h 1610"/>
                <a:gd name="T18" fmla="*/ 181 w 1069"/>
                <a:gd name="T19" fmla="*/ 828 h 1610"/>
                <a:gd name="T20" fmla="*/ 278 w 1069"/>
                <a:gd name="T21" fmla="*/ 760 h 1610"/>
                <a:gd name="T22" fmla="*/ 320 w 1069"/>
                <a:gd name="T23" fmla="*/ 714 h 1610"/>
                <a:gd name="T24" fmla="*/ 439 w 1069"/>
                <a:gd name="T25" fmla="*/ 617 h 1610"/>
                <a:gd name="T26" fmla="*/ 532 w 1069"/>
                <a:gd name="T27" fmla="*/ 617 h 1610"/>
                <a:gd name="T28" fmla="*/ 578 w 1069"/>
                <a:gd name="T29" fmla="*/ 655 h 1610"/>
                <a:gd name="T30" fmla="*/ 663 w 1069"/>
                <a:gd name="T31" fmla="*/ 819 h 1610"/>
                <a:gd name="T32" fmla="*/ 629 w 1069"/>
                <a:gd name="T33" fmla="*/ 912 h 1610"/>
                <a:gd name="T34" fmla="*/ 451 w 1069"/>
                <a:gd name="T35" fmla="*/ 1060 h 1610"/>
                <a:gd name="T36" fmla="*/ 316 w 1069"/>
                <a:gd name="T37" fmla="*/ 1385 h 1610"/>
                <a:gd name="T38" fmla="*/ 299 w 1069"/>
                <a:gd name="T39" fmla="*/ 1465 h 1610"/>
                <a:gd name="T40" fmla="*/ 257 w 1069"/>
                <a:gd name="T41" fmla="*/ 1499 h 1610"/>
                <a:gd name="T42" fmla="*/ 206 w 1069"/>
                <a:gd name="T43" fmla="*/ 1495 h 1610"/>
                <a:gd name="T44" fmla="*/ 202 w 1069"/>
                <a:gd name="T45" fmla="*/ 1491 h 1610"/>
                <a:gd name="T46" fmla="*/ 177 w 1069"/>
                <a:gd name="T47" fmla="*/ 1448 h 1610"/>
                <a:gd name="T48" fmla="*/ 147 w 1069"/>
                <a:gd name="T49" fmla="*/ 1292 h 1610"/>
                <a:gd name="T50" fmla="*/ 152 w 1069"/>
                <a:gd name="T51" fmla="*/ 1246 h 1610"/>
                <a:gd name="T52" fmla="*/ 46 w 1069"/>
                <a:gd name="T53" fmla="*/ 1254 h 1610"/>
                <a:gd name="T54" fmla="*/ 50 w 1069"/>
                <a:gd name="T55" fmla="*/ 1372 h 1610"/>
                <a:gd name="T56" fmla="*/ 101 w 1069"/>
                <a:gd name="T57" fmla="*/ 1533 h 1610"/>
                <a:gd name="T58" fmla="*/ 177 w 1069"/>
                <a:gd name="T59" fmla="*/ 1596 h 1610"/>
                <a:gd name="T60" fmla="*/ 320 w 1069"/>
                <a:gd name="T61" fmla="*/ 1588 h 1610"/>
                <a:gd name="T62" fmla="*/ 409 w 1069"/>
                <a:gd name="T63" fmla="*/ 1478 h 1610"/>
                <a:gd name="T64" fmla="*/ 435 w 1069"/>
                <a:gd name="T65" fmla="*/ 1305 h 1610"/>
                <a:gd name="T66" fmla="*/ 620 w 1069"/>
                <a:gd name="T67" fmla="*/ 1056 h 1610"/>
                <a:gd name="T68" fmla="*/ 760 w 1069"/>
                <a:gd name="T69" fmla="*/ 887 h 1610"/>
                <a:gd name="T70" fmla="*/ 739 w 1069"/>
                <a:gd name="T71" fmla="*/ 693 h 1610"/>
                <a:gd name="T72" fmla="*/ 574 w 1069"/>
                <a:gd name="T73" fmla="*/ 519 h 1610"/>
                <a:gd name="T74" fmla="*/ 405 w 1069"/>
                <a:gd name="T75" fmla="*/ 519 h 1610"/>
                <a:gd name="T76" fmla="*/ 236 w 1069"/>
                <a:gd name="T77" fmla="*/ 646 h 1610"/>
                <a:gd name="T78" fmla="*/ 211 w 1069"/>
                <a:gd name="T79" fmla="*/ 676 h 1610"/>
                <a:gd name="T80" fmla="*/ 156 w 1069"/>
                <a:gd name="T81" fmla="*/ 722 h 1610"/>
                <a:gd name="T82" fmla="*/ 152 w 1069"/>
                <a:gd name="T83" fmla="*/ 726 h 1610"/>
                <a:gd name="T84" fmla="*/ 147 w 1069"/>
                <a:gd name="T85" fmla="*/ 722 h 1610"/>
                <a:gd name="T86" fmla="*/ 122 w 1069"/>
                <a:gd name="T87" fmla="*/ 680 h 1610"/>
                <a:gd name="T88" fmla="*/ 122 w 1069"/>
                <a:gd name="T89" fmla="*/ 680 h 1610"/>
                <a:gd name="T90" fmla="*/ 105 w 1069"/>
                <a:gd name="T91" fmla="*/ 587 h 1610"/>
                <a:gd name="T92" fmla="*/ 177 w 1069"/>
                <a:gd name="T93" fmla="*/ 313 h 1610"/>
                <a:gd name="T94" fmla="*/ 350 w 1069"/>
                <a:gd name="T95" fmla="*/ 139 h 1610"/>
                <a:gd name="T96" fmla="*/ 608 w 1069"/>
                <a:gd name="T97" fmla="*/ 114 h 1610"/>
                <a:gd name="T98" fmla="*/ 882 w 1069"/>
                <a:gd name="T99" fmla="*/ 262 h 1610"/>
                <a:gd name="T100" fmla="*/ 962 w 1069"/>
                <a:gd name="T101" fmla="*/ 536 h 1610"/>
                <a:gd name="T102" fmla="*/ 954 w 1069"/>
                <a:gd name="T103" fmla="*/ 633 h 1610"/>
                <a:gd name="T104" fmla="*/ 954 w 1069"/>
                <a:gd name="T105" fmla="*/ 638 h 1610"/>
                <a:gd name="T106" fmla="*/ 975 w 1069"/>
                <a:gd name="T107" fmla="*/ 642 h 1610"/>
                <a:gd name="T108" fmla="*/ 1060 w 1069"/>
                <a:gd name="T109" fmla="*/ 663 h 1610"/>
                <a:gd name="T110" fmla="*/ 1055 w 1069"/>
                <a:gd name="T111" fmla="*/ 393 h 16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069" h="1610">
                  <a:moveTo>
                    <a:pt x="1055" y="393"/>
                  </a:moveTo>
                  <a:lnTo>
                    <a:pt x="1055" y="393"/>
                  </a:lnTo>
                  <a:cubicBezTo>
                    <a:pt x="1047" y="355"/>
                    <a:pt x="1034" y="313"/>
                    <a:pt x="1013" y="274"/>
                  </a:cubicBezTo>
                  <a:cubicBezTo>
                    <a:pt x="1000" y="245"/>
                    <a:pt x="979" y="215"/>
                    <a:pt x="958" y="186"/>
                  </a:cubicBezTo>
                  <a:cubicBezTo>
                    <a:pt x="924" y="144"/>
                    <a:pt x="878" y="105"/>
                    <a:pt x="823" y="76"/>
                  </a:cubicBezTo>
                  <a:cubicBezTo>
                    <a:pt x="768" y="46"/>
                    <a:pt x="705" y="21"/>
                    <a:pt x="625" y="8"/>
                  </a:cubicBezTo>
                  <a:cubicBezTo>
                    <a:pt x="587" y="4"/>
                    <a:pt x="553" y="0"/>
                    <a:pt x="515" y="0"/>
                  </a:cubicBezTo>
                  <a:cubicBezTo>
                    <a:pt x="468" y="0"/>
                    <a:pt x="426" y="8"/>
                    <a:pt x="384" y="17"/>
                  </a:cubicBezTo>
                  <a:cubicBezTo>
                    <a:pt x="312" y="34"/>
                    <a:pt x="249" y="68"/>
                    <a:pt x="202" y="114"/>
                  </a:cubicBezTo>
                  <a:cubicBezTo>
                    <a:pt x="164" y="144"/>
                    <a:pt x="130" y="182"/>
                    <a:pt x="105" y="220"/>
                  </a:cubicBezTo>
                  <a:cubicBezTo>
                    <a:pt x="67" y="279"/>
                    <a:pt x="42" y="342"/>
                    <a:pt x="25" y="405"/>
                  </a:cubicBezTo>
                  <a:cubicBezTo>
                    <a:pt x="8" y="469"/>
                    <a:pt x="0" y="532"/>
                    <a:pt x="0" y="587"/>
                  </a:cubicBezTo>
                  <a:cubicBezTo>
                    <a:pt x="0" y="612"/>
                    <a:pt x="4" y="638"/>
                    <a:pt x="8" y="659"/>
                  </a:cubicBezTo>
                  <a:cubicBezTo>
                    <a:pt x="12" y="684"/>
                    <a:pt x="16" y="705"/>
                    <a:pt x="25" y="722"/>
                  </a:cubicBezTo>
                  <a:lnTo>
                    <a:pt x="25" y="722"/>
                  </a:lnTo>
                  <a:cubicBezTo>
                    <a:pt x="29" y="739"/>
                    <a:pt x="37" y="752"/>
                    <a:pt x="46" y="764"/>
                  </a:cubicBezTo>
                  <a:cubicBezTo>
                    <a:pt x="54" y="777"/>
                    <a:pt x="59" y="785"/>
                    <a:pt x="67" y="794"/>
                  </a:cubicBezTo>
                  <a:cubicBezTo>
                    <a:pt x="75" y="802"/>
                    <a:pt x="92" y="815"/>
                    <a:pt x="105" y="819"/>
                  </a:cubicBezTo>
                  <a:cubicBezTo>
                    <a:pt x="118" y="828"/>
                    <a:pt x="135" y="832"/>
                    <a:pt x="152" y="832"/>
                  </a:cubicBezTo>
                  <a:cubicBezTo>
                    <a:pt x="160" y="832"/>
                    <a:pt x="173" y="828"/>
                    <a:pt x="181" y="828"/>
                  </a:cubicBezTo>
                  <a:cubicBezTo>
                    <a:pt x="198" y="819"/>
                    <a:pt x="215" y="815"/>
                    <a:pt x="228" y="802"/>
                  </a:cubicBezTo>
                  <a:cubicBezTo>
                    <a:pt x="244" y="790"/>
                    <a:pt x="261" y="777"/>
                    <a:pt x="278" y="760"/>
                  </a:cubicBezTo>
                  <a:cubicBezTo>
                    <a:pt x="295" y="743"/>
                    <a:pt x="308" y="726"/>
                    <a:pt x="320" y="714"/>
                  </a:cubicBezTo>
                  <a:lnTo>
                    <a:pt x="320" y="714"/>
                  </a:lnTo>
                  <a:cubicBezTo>
                    <a:pt x="337" y="693"/>
                    <a:pt x="363" y="663"/>
                    <a:pt x="392" y="642"/>
                  </a:cubicBezTo>
                  <a:cubicBezTo>
                    <a:pt x="409" y="633"/>
                    <a:pt x="426" y="625"/>
                    <a:pt x="439" y="617"/>
                  </a:cubicBezTo>
                  <a:cubicBezTo>
                    <a:pt x="456" y="612"/>
                    <a:pt x="473" y="608"/>
                    <a:pt x="485" y="608"/>
                  </a:cubicBezTo>
                  <a:cubicBezTo>
                    <a:pt x="502" y="608"/>
                    <a:pt x="515" y="612"/>
                    <a:pt x="532" y="617"/>
                  </a:cubicBezTo>
                  <a:cubicBezTo>
                    <a:pt x="544" y="625"/>
                    <a:pt x="561" y="633"/>
                    <a:pt x="578" y="655"/>
                  </a:cubicBezTo>
                  <a:lnTo>
                    <a:pt x="578" y="655"/>
                  </a:lnTo>
                  <a:cubicBezTo>
                    <a:pt x="608" y="684"/>
                    <a:pt x="629" y="714"/>
                    <a:pt x="646" y="739"/>
                  </a:cubicBezTo>
                  <a:cubicBezTo>
                    <a:pt x="658" y="769"/>
                    <a:pt x="663" y="794"/>
                    <a:pt x="663" y="819"/>
                  </a:cubicBezTo>
                  <a:cubicBezTo>
                    <a:pt x="663" y="832"/>
                    <a:pt x="663" y="845"/>
                    <a:pt x="658" y="857"/>
                  </a:cubicBezTo>
                  <a:cubicBezTo>
                    <a:pt x="654" y="878"/>
                    <a:pt x="646" y="895"/>
                    <a:pt x="629" y="912"/>
                  </a:cubicBezTo>
                  <a:cubicBezTo>
                    <a:pt x="612" y="929"/>
                    <a:pt x="595" y="950"/>
                    <a:pt x="565" y="963"/>
                  </a:cubicBezTo>
                  <a:cubicBezTo>
                    <a:pt x="523" y="992"/>
                    <a:pt x="485" y="1022"/>
                    <a:pt x="451" y="1060"/>
                  </a:cubicBezTo>
                  <a:cubicBezTo>
                    <a:pt x="405" y="1111"/>
                    <a:pt x="371" y="1166"/>
                    <a:pt x="350" y="1225"/>
                  </a:cubicBezTo>
                  <a:cubicBezTo>
                    <a:pt x="329" y="1280"/>
                    <a:pt x="316" y="1339"/>
                    <a:pt x="316" y="1385"/>
                  </a:cubicBezTo>
                  <a:cubicBezTo>
                    <a:pt x="316" y="1406"/>
                    <a:pt x="316" y="1423"/>
                    <a:pt x="312" y="1436"/>
                  </a:cubicBezTo>
                  <a:cubicBezTo>
                    <a:pt x="308" y="1448"/>
                    <a:pt x="304" y="1457"/>
                    <a:pt x="299" y="1465"/>
                  </a:cubicBezTo>
                  <a:cubicBezTo>
                    <a:pt x="291" y="1478"/>
                    <a:pt x="283" y="1486"/>
                    <a:pt x="274" y="1491"/>
                  </a:cubicBezTo>
                  <a:cubicBezTo>
                    <a:pt x="270" y="1495"/>
                    <a:pt x="261" y="1499"/>
                    <a:pt x="257" y="1499"/>
                  </a:cubicBezTo>
                  <a:cubicBezTo>
                    <a:pt x="253" y="1499"/>
                    <a:pt x="244" y="1503"/>
                    <a:pt x="240" y="1503"/>
                  </a:cubicBezTo>
                  <a:cubicBezTo>
                    <a:pt x="232" y="1503"/>
                    <a:pt x="219" y="1499"/>
                    <a:pt x="206" y="1495"/>
                  </a:cubicBezTo>
                  <a:lnTo>
                    <a:pt x="206" y="1495"/>
                  </a:lnTo>
                  <a:cubicBezTo>
                    <a:pt x="206" y="1495"/>
                    <a:pt x="206" y="1495"/>
                    <a:pt x="202" y="1491"/>
                  </a:cubicBezTo>
                  <a:cubicBezTo>
                    <a:pt x="198" y="1491"/>
                    <a:pt x="198" y="1486"/>
                    <a:pt x="194" y="1482"/>
                  </a:cubicBezTo>
                  <a:cubicBezTo>
                    <a:pt x="185" y="1474"/>
                    <a:pt x="181" y="1461"/>
                    <a:pt x="177" y="1448"/>
                  </a:cubicBezTo>
                  <a:cubicBezTo>
                    <a:pt x="168" y="1423"/>
                    <a:pt x="160" y="1398"/>
                    <a:pt x="156" y="1368"/>
                  </a:cubicBezTo>
                  <a:cubicBezTo>
                    <a:pt x="152" y="1343"/>
                    <a:pt x="147" y="1313"/>
                    <a:pt x="147" y="1292"/>
                  </a:cubicBezTo>
                  <a:cubicBezTo>
                    <a:pt x="147" y="1280"/>
                    <a:pt x="147" y="1271"/>
                    <a:pt x="152" y="1263"/>
                  </a:cubicBezTo>
                  <a:cubicBezTo>
                    <a:pt x="152" y="1254"/>
                    <a:pt x="152" y="1250"/>
                    <a:pt x="152" y="1246"/>
                  </a:cubicBezTo>
                  <a:cubicBezTo>
                    <a:pt x="50" y="1220"/>
                    <a:pt x="50" y="1220"/>
                    <a:pt x="50" y="1220"/>
                  </a:cubicBezTo>
                  <a:cubicBezTo>
                    <a:pt x="46" y="1229"/>
                    <a:pt x="46" y="1242"/>
                    <a:pt x="46" y="1254"/>
                  </a:cubicBezTo>
                  <a:cubicBezTo>
                    <a:pt x="42" y="1263"/>
                    <a:pt x="42" y="1275"/>
                    <a:pt x="42" y="1292"/>
                  </a:cubicBezTo>
                  <a:cubicBezTo>
                    <a:pt x="42" y="1318"/>
                    <a:pt x="46" y="1343"/>
                    <a:pt x="50" y="1372"/>
                  </a:cubicBezTo>
                  <a:cubicBezTo>
                    <a:pt x="50" y="1394"/>
                    <a:pt x="54" y="1419"/>
                    <a:pt x="63" y="1440"/>
                  </a:cubicBezTo>
                  <a:cubicBezTo>
                    <a:pt x="71" y="1474"/>
                    <a:pt x="84" y="1503"/>
                    <a:pt x="101" y="1533"/>
                  </a:cubicBezTo>
                  <a:cubicBezTo>
                    <a:pt x="109" y="1546"/>
                    <a:pt x="118" y="1558"/>
                    <a:pt x="130" y="1571"/>
                  </a:cubicBezTo>
                  <a:cubicBezTo>
                    <a:pt x="143" y="1579"/>
                    <a:pt x="160" y="1592"/>
                    <a:pt x="177" y="1596"/>
                  </a:cubicBezTo>
                  <a:cubicBezTo>
                    <a:pt x="198" y="1605"/>
                    <a:pt x="219" y="1609"/>
                    <a:pt x="240" y="1609"/>
                  </a:cubicBezTo>
                  <a:cubicBezTo>
                    <a:pt x="270" y="1609"/>
                    <a:pt x="295" y="1601"/>
                    <a:pt x="320" y="1588"/>
                  </a:cubicBezTo>
                  <a:cubicBezTo>
                    <a:pt x="337" y="1579"/>
                    <a:pt x="354" y="1567"/>
                    <a:pt x="367" y="1550"/>
                  </a:cubicBezTo>
                  <a:cubicBezTo>
                    <a:pt x="384" y="1529"/>
                    <a:pt x="401" y="1503"/>
                    <a:pt x="409" y="1478"/>
                  </a:cubicBezTo>
                  <a:cubicBezTo>
                    <a:pt x="418" y="1448"/>
                    <a:pt x="422" y="1419"/>
                    <a:pt x="422" y="1385"/>
                  </a:cubicBezTo>
                  <a:cubicBezTo>
                    <a:pt x="422" y="1364"/>
                    <a:pt x="426" y="1334"/>
                    <a:pt x="435" y="1305"/>
                  </a:cubicBezTo>
                  <a:cubicBezTo>
                    <a:pt x="443" y="1263"/>
                    <a:pt x="464" y="1216"/>
                    <a:pt x="494" y="1174"/>
                  </a:cubicBezTo>
                  <a:cubicBezTo>
                    <a:pt x="527" y="1128"/>
                    <a:pt x="565" y="1090"/>
                    <a:pt x="620" y="1056"/>
                  </a:cubicBezTo>
                  <a:cubicBezTo>
                    <a:pt x="667" y="1026"/>
                    <a:pt x="705" y="992"/>
                    <a:pt x="730" y="950"/>
                  </a:cubicBezTo>
                  <a:cubicBezTo>
                    <a:pt x="743" y="933"/>
                    <a:pt x="756" y="908"/>
                    <a:pt x="760" y="887"/>
                  </a:cubicBezTo>
                  <a:cubicBezTo>
                    <a:pt x="768" y="866"/>
                    <a:pt x="768" y="845"/>
                    <a:pt x="768" y="819"/>
                  </a:cubicBezTo>
                  <a:cubicBezTo>
                    <a:pt x="768" y="777"/>
                    <a:pt x="760" y="735"/>
                    <a:pt x="739" y="693"/>
                  </a:cubicBezTo>
                  <a:cubicBezTo>
                    <a:pt x="717" y="655"/>
                    <a:pt x="692" y="617"/>
                    <a:pt x="654" y="578"/>
                  </a:cubicBezTo>
                  <a:cubicBezTo>
                    <a:pt x="629" y="553"/>
                    <a:pt x="599" y="532"/>
                    <a:pt x="574" y="519"/>
                  </a:cubicBezTo>
                  <a:cubicBezTo>
                    <a:pt x="544" y="507"/>
                    <a:pt x="515" y="503"/>
                    <a:pt x="485" y="503"/>
                  </a:cubicBezTo>
                  <a:cubicBezTo>
                    <a:pt x="456" y="503"/>
                    <a:pt x="430" y="511"/>
                    <a:pt x="405" y="519"/>
                  </a:cubicBezTo>
                  <a:cubicBezTo>
                    <a:pt x="363" y="532"/>
                    <a:pt x="333" y="557"/>
                    <a:pt x="304" y="578"/>
                  </a:cubicBezTo>
                  <a:cubicBezTo>
                    <a:pt x="278" y="600"/>
                    <a:pt x="253" y="625"/>
                    <a:pt x="236" y="646"/>
                  </a:cubicBezTo>
                  <a:lnTo>
                    <a:pt x="236" y="646"/>
                  </a:lnTo>
                  <a:cubicBezTo>
                    <a:pt x="228" y="655"/>
                    <a:pt x="219" y="667"/>
                    <a:pt x="211" y="676"/>
                  </a:cubicBezTo>
                  <a:cubicBezTo>
                    <a:pt x="198" y="693"/>
                    <a:pt x="181" y="705"/>
                    <a:pt x="173" y="714"/>
                  </a:cubicBezTo>
                  <a:cubicBezTo>
                    <a:pt x="164" y="718"/>
                    <a:pt x="160" y="722"/>
                    <a:pt x="156" y="722"/>
                  </a:cubicBezTo>
                  <a:cubicBezTo>
                    <a:pt x="152" y="726"/>
                    <a:pt x="152" y="726"/>
                    <a:pt x="152" y="726"/>
                  </a:cubicBezTo>
                  <a:lnTo>
                    <a:pt x="152" y="726"/>
                  </a:lnTo>
                  <a:lnTo>
                    <a:pt x="152" y="726"/>
                  </a:lnTo>
                  <a:cubicBezTo>
                    <a:pt x="152" y="726"/>
                    <a:pt x="152" y="726"/>
                    <a:pt x="147" y="722"/>
                  </a:cubicBezTo>
                  <a:cubicBezTo>
                    <a:pt x="147" y="722"/>
                    <a:pt x="143" y="718"/>
                    <a:pt x="139" y="714"/>
                  </a:cubicBezTo>
                  <a:cubicBezTo>
                    <a:pt x="135" y="705"/>
                    <a:pt x="126" y="697"/>
                    <a:pt x="122" y="680"/>
                  </a:cubicBezTo>
                  <a:cubicBezTo>
                    <a:pt x="118" y="676"/>
                    <a:pt x="118" y="676"/>
                    <a:pt x="118" y="676"/>
                  </a:cubicBezTo>
                  <a:cubicBezTo>
                    <a:pt x="122" y="680"/>
                    <a:pt x="122" y="680"/>
                    <a:pt x="122" y="680"/>
                  </a:cubicBezTo>
                  <a:cubicBezTo>
                    <a:pt x="118" y="671"/>
                    <a:pt x="114" y="659"/>
                    <a:pt x="109" y="642"/>
                  </a:cubicBezTo>
                  <a:cubicBezTo>
                    <a:pt x="109" y="625"/>
                    <a:pt x="105" y="608"/>
                    <a:pt x="105" y="587"/>
                  </a:cubicBezTo>
                  <a:cubicBezTo>
                    <a:pt x="105" y="540"/>
                    <a:pt x="114" y="486"/>
                    <a:pt x="130" y="431"/>
                  </a:cubicBezTo>
                  <a:cubicBezTo>
                    <a:pt x="139" y="388"/>
                    <a:pt x="156" y="350"/>
                    <a:pt x="177" y="313"/>
                  </a:cubicBezTo>
                  <a:cubicBezTo>
                    <a:pt x="190" y="283"/>
                    <a:pt x="211" y="253"/>
                    <a:pt x="232" y="232"/>
                  </a:cubicBezTo>
                  <a:cubicBezTo>
                    <a:pt x="261" y="194"/>
                    <a:pt x="304" y="165"/>
                    <a:pt x="350" y="139"/>
                  </a:cubicBezTo>
                  <a:cubicBezTo>
                    <a:pt x="396" y="118"/>
                    <a:pt x="451" y="105"/>
                    <a:pt x="515" y="105"/>
                  </a:cubicBezTo>
                  <a:cubicBezTo>
                    <a:pt x="544" y="105"/>
                    <a:pt x="574" y="110"/>
                    <a:pt x="608" y="114"/>
                  </a:cubicBezTo>
                  <a:cubicBezTo>
                    <a:pt x="688" y="127"/>
                    <a:pt x="751" y="152"/>
                    <a:pt x="798" y="182"/>
                  </a:cubicBezTo>
                  <a:cubicBezTo>
                    <a:pt x="831" y="207"/>
                    <a:pt x="861" y="232"/>
                    <a:pt x="882" y="262"/>
                  </a:cubicBezTo>
                  <a:cubicBezTo>
                    <a:pt x="916" y="304"/>
                    <a:pt x="933" y="350"/>
                    <a:pt x="946" y="401"/>
                  </a:cubicBezTo>
                  <a:cubicBezTo>
                    <a:pt x="958" y="448"/>
                    <a:pt x="962" y="494"/>
                    <a:pt x="962" y="536"/>
                  </a:cubicBezTo>
                  <a:cubicBezTo>
                    <a:pt x="962" y="566"/>
                    <a:pt x="962" y="591"/>
                    <a:pt x="958" y="612"/>
                  </a:cubicBezTo>
                  <a:cubicBezTo>
                    <a:pt x="958" y="621"/>
                    <a:pt x="958" y="629"/>
                    <a:pt x="954" y="633"/>
                  </a:cubicBezTo>
                  <a:lnTo>
                    <a:pt x="954" y="638"/>
                  </a:lnTo>
                  <a:lnTo>
                    <a:pt x="954" y="638"/>
                  </a:lnTo>
                  <a:lnTo>
                    <a:pt x="954" y="638"/>
                  </a:lnTo>
                  <a:cubicBezTo>
                    <a:pt x="975" y="642"/>
                    <a:pt x="975" y="642"/>
                    <a:pt x="975" y="642"/>
                  </a:cubicBezTo>
                  <a:cubicBezTo>
                    <a:pt x="954" y="638"/>
                    <a:pt x="954" y="638"/>
                    <a:pt x="954" y="638"/>
                  </a:cubicBezTo>
                  <a:cubicBezTo>
                    <a:pt x="1060" y="663"/>
                    <a:pt x="1060" y="663"/>
                    <a:pt x="1060" y="663"/>
                  </a:cubicBezTo>
                  <a:cubicBezTo>
                    <a:pt x="1060" y="659"/>
                    <a:pt x="1068" y="608"/>
                    <a:pt x="1068" y="536"/>
                  </a:cubicBezTo>
                  <a:cubicBezTo>
                    <a:pt x="1068" y="494"/>
                    <a:pt x="1064" y="443"/>
                    <a:pt x="1055" y="393"/>
                  </a:cubicBez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79" name="Freeform 92">
              <a:extLst>
                <a:ext uri="{FF2B5EF4-FFF2-40B4-BE49-F238E27FC236}">
                  <a16:creationId xmlns:a16="http://schemas.microsoft.com/office/drawing/2014/main" id="{F9852E39-FBFB-BBC9-62D6-7940737EE19C}"/>
                </a:ext>
              </a:extLst>
            </p:cNvPr>
            <p:cNvSpPr>
              <a:spLocks noChangeArrowheads="1"/>
            </p:cNvSpPr>
            <p:nvPr/>
          </p:nvSpPr>
          <p:spPr bwMode="auto">
            <a:xfrm>
              <a:off x="9380538" y="5680075"/>
              <a:ext cx="1587" cy="1588"/>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sp>
          <p:nvSpPr>
            <p:cNvPr id="380" name="Freeform 93">
              <a:extLst>
                <a:ext uri="{FF2B5EF4-FFF2-40B4-BE49-F238E27FC236}">
                  <a16:creationId xmlns:a16="http://schemas.microsoft.com/office/drawing/2014/main" id="{9EA11869-740E-0C50-4892-969453AB2893}"/>
                </a:ext>
              </a:extLst>
            </p:cNvPr>
            <p:cNvSpPr>
              <a:spLocks noChangeArrowheads="1"/>
            </p:cNvSpPr>
            <p:nvPr/>
          </p:nvSpPr>
          <p:spPr bwMode="auto">
            <a:xfrm>
              <a:off x="9551988" y="5313363"/>
              <a:ext cx="1587" cy="1587"/>
            </a:xfrm>
            <a:custGeom>
              <a:avLst/>
              <a:gdLst>
                <a:gd name="T0" fmla="*/ 0 w 1"/>
                <a:gd name="T1" fmla="*/ 0 h 1"/>
                <a:gd name="T2" fmla="*/ 0 w 1"/>
                <a:gd name="T3" fmla="*/ 0 h 1"/>
              </a:gdLst>
              <a:ahLst/>
              <a:cxnLst>
                <a:cxn ang="0">
                  <a:pos x="T0" y="T1"/>
                </a:cxn>
                <a:cxn ang="0">
                  <a:pos x="T2" y="T3"/>
                </a:cxn>
              </a:cxnLst>
              <a:rect l="0" t="0" r="r" b="b"/>
              <a:pathLst>
                <a:path w="1" h="1">
                  <a:moveTo>
                    <a:pt x="0" y="0"/>
                  </a:moveTo>
                  <a:lnTo>
                    <a:pt x="0" y="0"/>
                  </a:lnTo>
                </a:path>
              </a:pathLst>
            </a:custGeom>
            <a:grpFill/>
            <a:ln>
              <a:noFill/>
            </a:ln>
            <a:effectLst/>
            <a:extLst>
              <a:ext uri="{91240B29-F687-4F45-9708-019B960494DF}">
                <a14:hiddenLine xmlns:a14="http://schemas.microsoft.com/office/drawing/2010/main" w="9525" cap="flat">
                  <a:solidFill>
                    <a:srgbClr val="808080"/>
                  </a:solidFill>
                  <a:bevel/>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da-DK"/>
            </a:p>
          </p:txBody>
        </p:sp>
      </p:grpSp>
    </p:spTree>
    <p:extLst>
      <p:ext uri="{BB962C8B-B14F-4D97-AF65-F5344CB8AC3E}">
        <p14:creationId xmlns:p14="http://schemas.microsoft.com/office/powerpoint/2010/main" val="279460572"/>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0D3B43-049E-FBC6-59C7-74BC5BE57145}"/>
              </a:ext>
            </a:extLst>
          </p:cNvPr>
          <p:cNvSpPr>
            <a:spLocks noGrp="1"/>
          </p:cNvSpPr>
          <p:nvPr>
            <p:ph type="title"/>
          </p:nvPr>
        </p:nvSpPr>
        <p:spPr>
          <a:xfrm>
            <a:off x="6156326" y="288000"/>
            <a:ext cx="5744499" cy="5876606"/>
          </a:xfrm>
        </p:spPr>
        <p:txBody>
          <a:bodyPr/>
          <a:lstStyle/>
          <a:p>
            <a:r>
              <a:rPr lang="da-DK"/>
              <a:t>Tak for </a:t>
            </a:r>
            <a:br>
              <a:rPr lang="da-DK"/>
            </a:br>
            <a:r>
              <a:rPr lang="da-DK"/>
              <a:t>i dag!</a:t>
            </a:r>
          </a:p>
        </p:txBody>
      </p:sp>
      <p:sp>
        <p:nvSpPr>
          <p:cNvPr id="3" name="Pladsholder til slidenummer 2">
            <a:extLst>
              <a:ext uri="{FF2B5EF4-FFF2-40B4-BE49-F238E27FC236}">
                <a16:creationId xmlns:a16="http://schemas.microsoft.com/office/drawing/2014/main" id="{E8AE1572-1F19-E5AF-FAFE-4418DB1D20F4}"/>
              </a:ext>
            </a:extLst>
          </p:cNvPr>
          <p:cNvSpPr>
            <a:spLocks noGrp="1"/>
          </p:cNvSpPr>
          <p:nvPr>
            <p:ph type="sldNum" sz="quarter" idx="11"/>
          </p:nvPr>
        </p:nvSpPr>
        <p:spPr/>
        <p:txBody>
          <a:bodyPr/>
          <a:lstStyle/>
          <a:p>
            <a:r>
              <a:rPr lang="da-DK"/>
              <a:t>S.</a:t>
            </a:r>
            <a:fld id="{5756700A-4FDC-43B2-BFF8-4B28CED2581C}" type="slidenum">
              <a:rPr lang="da-DK" smtClean="0"/>
              <a:pPr/>
              <a:t>82</a:t>
            </a:fld>
            <a:endParaRPr lang="da-DK"/>
          </a:p>
        </p:txBody>
      </p:sp>
    </p:spTree>
    <p:extLst>
      <p:ext uri="{BB962C8B-B14F-4D97-AF65-F5344CB8AC3E}">
        <p14:creationId xmlns:p14="http://schemas.microsoft.com/office/powerpoint/2010/main" val="4265926456"/>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theme/theme1.xml><?xml version="1.0" encoding="utf-8"?>
<a:theme xmlns:a="http://schemas.openxmlformats.org/drawingml/2006/main" name="advice PowerPoint skabelon 16:9">
  <a:themeElements>
    <a:clrScheme name="Brugerdefineret 12">
      <a:dk1>
        <a:srgbClr val="000000"/>
      </a:dk1>
      <a:lt1>
        <a:srgbClr val="FFFFFF"/>
      </a:lt1>
      <a:dk2>
        <a:srgbClr val="38344B"/>
      </a:dk2>
      <a:lt2>
        <a:srgbClr val="D6DDDC"/>
      </a:lt2>
      <a:accent1>
        <a:srgbClr val="FF693C"/>
      </a:accent1>
      <a:accent2>
        <a:srgbClr val="EDE6C3"/>
      </a:accent2>
      <a:accent3>
        <a:srgbClr val="511E28"/>
      </a:accent3>
      <a:accent4>
        <a:srgbClr val="F2F0E7"/>
      </a:accent4>
      <a:accent5>
        <a:srgbClr val="751B2F"/>
      </a:accent5>
      <a:accent6>
        <a:srgbClr val="BBC6C5"/>
      </a:accent6>
      <a:hlink>
        <a:srgbClr val="000000"/>
      </a:hlink>
      <a:folHlink>
        <a:srgbClr val="000000"/>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solidFill>
        <a:ln w="12700">
          <a:solidFill>
            <a:schemeClr val="tx1"/>
          </a:solidFill>
          <a:miter lim="800000"/>
        </a:ln>
      </a:spPr>
      <a:bodyPr lIns="180000" tIns="180000" rIns="180000" bIns="180000" rtlCol="0" anchor="ctr">
        <a:noAutofit/>
      </a:bodyPr>
      <a:lstStyle>
        <a:defPPr algn="ctr">
          <a:lnSpc>
            <a:spcPct val="100000"/>
          </a:lnSpc>
          <a:defRPr sz="1100" spc="-60" baseline="0" dirty="0" err="1" smtClean="0">
            <a:solidFill>
              <a:schemeClr val="bg2"/>
            </a:solidFill>
            <a:cs typeface="Aria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cap="flat" cmpd="sng" algn="ctr">
          <a:solidFill>
            <a:schemeClr val="tx1"/>
          </a:solidFill>
          <a:prstDash val="solid"/>
          <a:round/>
          <a:headEnd type="none" w="med" len="med"/>
          <a:tailEnd type="none" w="lg" len="lg"/>
        </a:ln>
        <a:effectLst/>
      </a:spPr>
      <a:bodyPr/>
      <a:lstStyle/>
      <a:style>
        <a:lnRef idx="2">
          <a:schemeClr val="accent1"/>
        </a:lnRef>
        <a:fillRef idx="0">
          <a:schemeClr val="accent1"/>
        </a:fillRef>
        <a:effectRef idx="1">
          <a:schemeClr val="accent1"/>
        </a:effectRef>
        <a:fontRef idx="minor">
          <a:schemeClr val="tx1"/>
        </a:fontRef>
      </a:style>
    </a:lnDef>
    <a:txDef>
      <a:spPr bwMode="auto">
        <a:noFill/>
        <a:ln w="9525">
          <a:noFill/>
          <a:miter lim="800000"/>
          <a:headEnd/>
          <a:tailEnd/>
        </a:ln>
      </a:spPr>
      <a:bodyPr wrap="square" lIns="0" tIns="0" rIns="0" bIns="0" rtlCol="0">
        <a:prstTxWarp prst="textNoShape">
          <a:avLst/>
        </a:prstTxWarp>
        <a:spAutoFit/>
      </a:bodyPr>
      <a:lstStyle>
        <a:defPPr>
          <a:defRPr sz="1100" kern="0" dirty="0" err="1" smtClean="0">
            <a:latin typeface="+mn-lt"/>
            <a:cs typeface="Arial"/>
          </a:defRPr>
        </a:defPPr>
      </a:lstStyle>
    </a:txDef>
  </a:objectDefaults>
  <a:extraClrSchemeLst/>
  <a:extLst>
    <a:ext uri="{05A4C25C-085E-4340-85A3-A5531E510DB2}">
      <thm15:themeFamily xmlns:thm15="http://schemas.microsoft.com/office/thememl/2012/main" name="31851_PPT_skabelon_ver51 (Forte-Advice)" id="{8AD92934-081D-544B-A9D3-29A7F8E8E576}" vid="{CFBFD93D-918B-2947-B12B-C4194244E737}"/>
    </a:ext>
  </a:extLst>
</a:theme>
</file>

<file path=ppt/theme/theme2.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Kontortema">
  <a:themeElements>
    <a:clrScheme name="Kontor">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Kontor">
      <a:maj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ajorFont>
      <a:minorFont>
        <a:latin typeface="Arial"/>
        <a:ea typeface=""/>
        <a:cs typeface=""/>
        <a:font script="Jpan" typeface="Arial"/>
        <a:font script="Hang" typeface="Arial"/>
        <a:font script="Hans" typeface="Arial"/>
        <a:font script="Hant" typeface="Arial"/>
        <a:font script="Arab" typeface="Arial"/>
        <a:font script="Hebr" typeface="Arial"/>
        <a:font script="Thai" typeface="Arial"/>
        <a:font script="Ethi" typeface="Arial"/>
        <a:font script="Beng" typeface="Arial"/>
        <a:font script="Gujr" typeface="Arial"/>
        <a:font script="Khmr" typeface="Arial"/>
        <a:font script="Knda" typeface="Arial"/>
        <a:font script="Guru" typeface="Arial"/>
        <a:font script="Cans" typeface="Arial"/>
        <a:font script="Cher" typeface="Arial"/>
        <a:font script="Yiii" typeface="Arial"/>
        <a:font script="Tibt" typeface="Arial"/>
        <a:font script="Thaa" typeface="Arial"/>
        <a:font script="Deva" typeface="Arial"/>
        <a:font script="Telu" typeface="Arial"/>
        <a:font script="Taml" typeface="Arial"/>
        <a:font script="Syrc" typeface="Arial"/>
        <a:font script="Orya" typeface="Arial"/>
        <a:font script="Mlym" typeface="Arial"/>
        <a:font script="Laoo" typeface="Arial"/>
        <a:font script="Sinh" typeface="Arial"/>
        <a:font script="Mong" typeface="Arial"/>
        <a:font script="Viet" typeface="Arial"/>
        <a:font script="Uigh" typeface="Arial"/>
      </a:minorFont>
    </a:fontScheme>
    <a:fmtScheme name="Kontor">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3970aa56-1ba5-40cb-819c-b2378e436e27">
      <Terms xmlns="http://schemas.microsoft.com/office/infopath/2007/PartnerControls"/>
    </lcf76f155ced4ddcb4097134ff3c332f>
    <TaxCatchAll xmlns="9a9eecdc-43c3-47ad-b568-0ba08adb0bba"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94A431481788F4B8C6F6608A7F2C32C" ma:contentTypeVersion="12" ma:contentTypeDescription="Create a new document." ma:contentTypeScope="" ma:versionID="1eed44804ec1bb5c4a38c2c62243fcc6">
  <xsd:schema xmlns:xsd="http://www.w3.org/2001/XMLSchema" xmlns:xs="http://www.w3.org/2001/XMLSchema" xmlns:p="http://schemas.microsoft.com/office/2006/metadata/properties" xmlns:ns2="3970aa56-1ba5-40cb-819c-b2378e436e27" xmlns:ns3="9a9eecdc-43c3-47ad-b568-0ba08adb0bba" targetNamespace="http://schemas.microsoft.com/office/2006/metadata/properties" ma:root="true" ma:fieldsID="78cb90687701f74895a0630bc1051fe9" ns2:_="" ns3:_="">
    <xsd:import namespace="3970aa56-1ba5-40cb-819c-b2378e436e27"/>
    <xsd:import namespace="9a9eecdc-43c3-47ad-b568-0ba08adb0bba"/>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970aa56-1ba5-40cb-819c-b2378e436e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c8aabdc8-e83e-4bd2-90bf-39fcdb6681af" ma:termSetId="09814cd3-568e-fe90-9814-8d621ff8fb84" ma:anchorId="fba54fb3-c3e1-fe81-a776-ca4b69148c4d" ma:open="true" ma:isKeyword="false">
      <xsd:complexType>
        <xsd:sequence>
          <xsd:element ref="pc:Terms" minOccurs="0" maxOccurs="1"/>
        </xsd:sequence>
      </xsd:complexType>
    </xsd:element>
    <xsd:element name="MediaServiceLocation" ma:index="18" nillable="true" ma:displayName="Location" ma:indexed="true" ma:internalName="MediaServiceLocation" ma:readOnly="true">
      <xsd:simpleType>
        <xsd:restriction base="dms:Text"/>
      </xsd:simpleType>
    </xsd:element>
    <xsd:element name="MediaServiceOCR" ma:index="1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a9eecdc-43c3-47ad-b568-0ba08adb0bba"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84b3d4d5-7d8f-484e-b1d7-a52227495e50}" ma:internalName="TaxCatchAll" ma:showField="CatchAllData" ma:web="9a9eecdc-43c3-47ad-b568-0ba08adb0bba">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8E555AF8-9249-4150-9775-A3DDF3CECCF4}">
  <ds:schemaRefs>
    <ds:schemaRef ds:uri="http://schemas.openxmlformats.org/package/2006/metadata/core-properties"/>
    <ds:schemaRef ds:uri="http://purl.org/dc/terms/"/>
    <ds:schemaRef ds:uri="http://schemas.microsoft.com/office/2006/metadata/properties"/>
    <ds:schemaRef ds:uri="http://schemas.microsoft.com/office/2006/documentManagement/types"/>
    <ds:schemaRef ds:uri="974e995a-91a3-46dd-97f4-559c380ab441"/>
    <ds:schemaRef ds:uri="http://purl.org/dc/elements/1.1/"/>
    <ds:schemaRef ds:uri="http://schemas.microsoft.com/office/infopath/2007/PartnerControls"/>
    <ds:schemaRef ds:uri="http://purl.org/dc/dcmitype/"/>
    <ds:schemaRef ds:uri="b6decd88-5c47-409f-bdb4-d21fe804235f"/>
    <ds:schemaRef ds:uri="http://www.w3.org/XML/1998/namespace"/>
    <ds:schemaRef ds:uri="3970aa56-1ba5-40cb-819c-b2378e436e27"/>
    <ds:schemaRef ds:uri="9a9eecdc-43c3-47ad-b568-0ba08adb0bba"/>
  </ds:schemaRefs>
</ds:datastoreItem>
</file>

<file path=customXml/itemProps2.xml><?xml version="1.0" encoding="utf-8"?>
<ds:datastoreItem xmlns:ds="http://schemas.openxmlformats.org/officeDocument/2006/customXml" ds:itemID="{21EC57B8-99E1-4FFF-A23D-62A000844CA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970aa56-1ba5-40cb-819c-b2378e436e27"/>
    <ds:schemaRef ds:uri="9a9eecdc-43c3-47ad-b568-0ba08adb0bb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B9036D8-DB9E-4626-912C-4225AD7EF65F}">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advice PowerPoint skabelon 16:9</Template>
  <TotalTime>0</TotalTime>
  <Words>4314</Words>
  <Application>Microsoft Macintosh PowerPoint</Application>
  <PresentationFormat>Brugerdefineret</PresentationFormat>
  <Paragraphs>572</Paragraphs>
  <Slides>82</Slides>
  <Notes>1</Notes>
  <HiddenSlides>0</HiddenSlides>
  <MMClips>0</MMClips>
  <ScaleCrop>false</ScaleCrop>
  <HeadingPairs>
    <vt:vector size="6" baseType="variant">
      <vt:variant>
        <vt:lpstr>Benyttede skrifttyper</vt:lpstr>
      </vt:variant>
      <vt:variant>
        <vt:i4>2</vt:i4>
      </vt:variant>
      <vt:variant>
        <vt:lpstr>Tema</vt:lpstr>
      </vt:variant>
      <vt:variant>
        <vt:i4>1</vt:i4>
      </vt:variant>
      <vt:variant>
        <vt:lpstr>Slidetitler</vt:lpstr>
      </vt:variant>
      <vt:variant>
        <vt:i4>82</vt:i4>
      </vt:variant>
    </vt:vector>
  </HeadingPairs>
  <TitlesOfParts>
    <vt:vector size="85" baseType="lpstr">
      <vt:lpstr>Aptos</vt:lpstr>
      <vt:lpstr>Arial</vt:lpstr>
      <vt:lpstr>advice PowerPoint skabelon 16:9</vt:lpstr>
      <vt:lpstr>Lorem amet ipsum sit</vt:lpstr>
      <vt:lpstr>Lorem amet ipsum sit</vt:lpstr>
      <vt:lpstr>Lorem amet ipsum sit</vt:lpstr>
      <vt:lpstr>Lorem amet ipsum sit</vt:lpstr>
      <vt:lpstr>Lorem amet ipsum sit</vt:lpstr>
      <vt:lpstr>Lorem ipsum sit</vt:lpstr>
      <vt:lpstr>Lorem ipsum sit</vt:lpstr>
      <vt:lpstr>Lorem ipsum sit</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Lorem incidunct</vt:lpstr>
      <vt:lpstr>Lorem incidunct</vt:lpstr>
      <vt:lpstr>Lorem incidunct</vt:lpstr>
      <vt:lpstr>Lorem ipsum sit amet Con incidunct</vt:lpstr>
      <vt:lpstr>Lorem ipsum sit amet</vt:lpstr>
      <vt:lpstr>Agenda:</vt:lpstr>
      <vt:lpstr>Lorem ipsum  sit amet</vt:lpstr>
      <vt:lpstr>Lorem ipsum  sit amet</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Caborepe porum exerume nobitio nsequos dellat ut as duntese cor aspit poris modignit    Alibus vollore con</vt:lpstr>
      <vt:lpstr>Lorem ipsum sit amet con incidunct</vt:lpstr>
      <vt:lpstr>Lorem ipsum sit amet con incidunct</vt:lpstr>
      <vt:lpstr>Lorem ipsum sit amet con incidunct</vt:lpstr>
      <vt:lpstr>Lorem ipsum sit amet con incidunct</vt:lpstr>
      <vt:lpstr>Lorem ipsum sit amet con incidunct</vt:lpstr>
      <vt:lpstr>Lorem ipsum sit amet con incidunct</vt:lpstr>
      <vt:lpstr>Budget I DKK</vt:lpstr>
      <vt:lpstr>Budget I DKK</vt:lpstr>
      <vt:lpstr>Lorem ipsum sit amet con incidunct</vt:lpstr>
      <vt:lpstr>Lorem ipsum sit amet con incidunct</vt:lpstr>
      <vt:lpstr>Lorem ipsum sit amet con incidunct</vt:lpstr>
      <vt:lpstr>Lorem ipsum  sit amet</vt:lpstr>
      <vt:lpstr>Lorem ipsum  sit amet</vt:lpstr>
      <vt:lpstr>Lorem ipsum sit</vt:lpstr>
      <vt:lpstr>Lorem ipsum sit</vt:lpstr>
      <vt:lpstr>Lorem ipsum sit</vt:lpstr>
      <vt:lpstr>PowerPoint-præsentation</vt:lpstr>
      <vt:lpstr>Lorem Ipsum  Lorem ipsum sit amet con incidunct dolore.</vt:lpstr>
      <vt:lpstr>Lorem ipsum sit amet con incidunct</vt:lpstr>
      <vt:lpstr>Lorem ipsum sit amet con incidunct</vt:lpstr>
      <vt:lpstr>“Direct quotation or data value from an expert source. With or without quotation marks”</vt:lpstr>
      <vt:lpstr>Insert short one liner or  an interesting quote here</vt:lpstr>
      <vt:lpstr>“Direct quotation or data value from an expert source. With or without quotation marks”</vt:lpstr>
      <vt:lpstr>Insert short one liner or  an interesting quote here</vt:lpstr>
      <vt:lpstr>Insert short one liner or  an interesting quote here</vt:lpstr>
      <vt:lpstr>PowerPoint-præsentation</vt:lpstr>
      <vt:lpstr>PowerPoint-præsentation</vt:lpstr>
      <vt:lpstr>PowerPoint-præsentation</vt:lpstr>
      <vt:lpstr>PowerPoint-præsentation</vt:lpstr>
      <vt:lpstr>PowerPoint-præsentation</vt:lpstr>
      <vt:lpstr>Lorem ipsum sit amet con incidunct</vt:lpstr>
      <vt:lpstr>Lorem ipsum sit amet con incidunct</vt:lpstr>
      <vt:lpstr>Lorem ipsum sit amet con incidunct</vt:lpstr>
      <vt:lpstr>PowerPoint-præsentation</vt:lpstr>
      <vt:lpstr>Lorem ipsum sit amet con incidunct</vt:lpstr>
      <vt:lpstr>Lorem ipsum sit amet con incidunct</vt:lpstr>
      <vt:lpstr>PowerPoint-præsentation</vt:lpstr>
      <vt:lpstr>Lorem ipsum sit amet</vt:lpstr>
      <vt:lpstr>PowerPoint-præsentation</vt:lpstr>
      <vt:lpstr>PowerPoint-præsentation</vt:lpstr>
      <vt:lpstr>Lorem ipsum sit amet</vt:lpstr>
      <vt:lpstr>PowerPoint-præsentation</vt:lpstr>
      <vt:lpstr>PowerPoint-præsentation</vt:lpstr>
      <vt:lpstr>PowerPoint-præsentation</vt:lpstr>
      <vt:lpstr>Lorem ipsum</vt:lpstr>
      <vt:lpstr>Name Namesen Title</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PowerPoint-præsentation</vt:lpstr>
      <vt:lpstr>Tak for  i dag!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Jarl Lyng</dc:creator>
  <cp:keywords/>
  <dc:description/>
  <cp:lastModifiedBy>Jarl Lyng</cp:lastModifiedBy>
  <cp:revision>1</cp:revision>
  <dcterms:created xsi:type="dcterms:W3CDTF">2026-05-05T12:12:41Z</dcterms:created>
  <dcterms:modified xsi:type="dcterms:W3CDTF">2026-05-05T12:13:16Z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0x010100E94A431481788F4B8C6F6608A7F2C32C</vt:lpwstr>
  </property>
  <property fmtid="{D5CDD505-2E9C-101B-9397-08002B2CF9AE}" pid="3" name="MediaServiceImageTags">
    <vt:lpwstr/>
  </property>
</Properties>
</file>